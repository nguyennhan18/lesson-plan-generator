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3" r:id="rId5"/>
    <p:sldMasterId id="2147483684" r:id="rId6"/>
    <p:sldMasterId id="2147483685" r:id="rId7"/>
  </p:sldMasterIdLst>
  <p:notesMasterIdLst>
    <p:notesMasterId r:id="rId8"/>
  </p:notesMasterIdLst>
  <p:sldIdLst>
    <p:sldId id="256" r:id="rId9"/>
    <p:sldId id="257" r:id="rId10"/>
    <p:sldId id="258" r:id="rId11"/>
    <p:sldId id="259" r:id="rId12"/>
    <p:sldId id="260" r:id="rId13"/>
    <p:sldId id="261" r:id="rId14"/>
    <p:sldId id="262" r:id="rId15"/>
    <p:sldId id="263" r:id="rId16"/>
    <p:sldId id="264" r:id="rId17"/>
    <p:sldId id="265" r:id="rId18"/>
    <p:sldId id="266" r:id="rId19"/>
    <p:sldId id="267" r:id="rId20"/>
    <p:sldId id="268" r:id="rId21"/>
    <p:sldId id="269" r:id="rId22"/>
    <p:sldId id="270" r:id="rId23"/>
    <p:sldId id="271" r:id="rId24"/>
    <p:sldId id="272"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7" r:id="rId40"/>
    <p:sldId id="288" r:id="rId41"/>
    <p:sldId id="289" r:id="rId42"/>
    <p:sldId id="290" r:id="rId43"/>
    <p:sldId id="291" r:id="rId44"/>
    <p:sldId id="292" r:id="rId45"/>
    <p:sldId id="293" r:id="rId46"/>
    <p:sldId id="294" r:id="rId47"/>
    <p:sldId id="295" r:id="rId48"/>
    <p:sldId id="296" r:id="rId49"/>
    <p:sldId id="297" r:id="rId50"/>
    <p:sldId id="298" r:id="rId51"/>
    <p:sldId id="299" r:id="rId52"/>
    <p:sldId id="300" r:id="rId53"/>
    <p:sldId id="301" r:id="rId54"/>
    <p:sldId id="302" r:id="rId55"/>
    <p:sldId id="303" r:id="rId56"/>
    <p:sldId id="304" r:id="rId57"/>
    <p:sldId id="305" r:id="rId58"/>
    <p:sldId id="306" r:id="rId59"/>
    <p:sldId id="307" r:id="rId60"/>
    <p:sldId id="308" r:id="rId61"/>
    <p:sldId id="309" r:id="rId62"/>
  </p:sldIdLst>
  <p:sldSz cy="5143500" cx="9144000"/>
  <p:notesSz cx="6858000" cy="9144000"/>
  <p:embeddedFontLst>
    <p:embeddedFont>
      <p:font typeface="Proxima Nova"/>
      <p:regular r:id="rId63"/>
      <p:bold r:id="rId64"/>
      <p:italic r:id="rId65"/>
      <p:boldItalic r:id="rId66"/>
    </p:embeddedFont>
    <p:embeddedFont>
      <p:font typeface="Roboto Medium"/>
      <p:regular r:id="rId67"/>
      <p:bold r:id="rId68"/>
      <p:italic r:id="rId69"/>
      <p:boldItalic r:id="rId70"/>
    </p:embeddedFont>
    <p:embeddedFont>
      <p:font typeface="Amatic SC"/>
      <p:regular r:id="rId71"/>
      <p:bold r:id="rId72"/>
    </p:embeddedFont>
    <p:embeddedFont>
      <p:font typeface="Barlow Condensed SemiBold"/>
      <p:regular r:id="rId73"/>
      <p:bold r:id="rId74"/>
      <p:italic r:id="rId75"/>
      <p:boldItalic r:id="rId76"/>
    </p:embeddedFont>
    <p:embeddedFont>
      <p:font typeface="Bebas Neue"/>
      <p:regular r:id="rId77"/>
    </p:embeddedFont>
    <p:embeddedFont>
      <p:font typeface="Barlow Condensed"/>
      <p:regular r:id="rId78"/>
      <p:bold r:id="rId79"/>
      <p:italic r:id="rId80"/>
      <p:boldItalic r:id="rId81"/>
    </p:embeddedFont>
    <p:embeddedFont>
      <p:font typeface="Didact Gothic"/>
      <p:regular r:id="rId82"/>
    </p:embeddedFont>
    <p:embeddedFont>
      <p:font typeface="Bahiana"/>
      <p:regular r:id="rId83"/>
    </p:embeddedFont>
    <p:embeddedFont>
      <p:font typeface="Proxima Nova Semibold"/>
      <p:regular r:id="rId84"/>
      <p:bold r:id="rId85"/>
      <p:boldItalic r:id="rId86"/>
    </p:embeddedFont>
    <p:embeddedFont>
      <p:font typeface="Work Sans"/>
      <p:regular r:id="rId87"/>
      <p:bold r:id="rId88"/>
      <p:italic r:id="rId89"/>
      <p:boldItalic r:id="rId9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9AA0A6"/>
          </p15:clr>
        </p15:guide>
        <p15:guide id="2"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5EC0537F-A014-486A-ABA4-B6A04DB42B3D}">
  <a:tblStyle styleId="{5EC0537F-A014-486A-ABA4-B6A04DB42B3D}"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2.xml"/><Relationship Id="rId84" Type="http://schemas.openxmlformats.org/officeDocument/2006/relationships/font" Target="fonts/ProximaNovaSemibold-regular.fntdata"/><Relationship Id="rId83" Type="http://schemas.openxmlformats.org/officeDocument/2006/relationships/font" Target="fonts/Bahiana-regular.fntdata"/><Relationship Id="rId42" Type="http://schemas.openxmlformats.org/officeDocument/2006/relationships/slide" Target="slides/slide34.xml"/><Relationship Id="rId86" Type="http://schemas.openxmlformats.org/officeDocument/2006/relationships/font" Target="fonts/ProximaNovaSemibold-boldItalic.fntdata"/><Relationship Id="rId41" Type="http://schemas.openxmlformats.org/officeDocument/2006/relationships/slide" Target="slides/slide33.xml"/><Relationship Id="rId85" Type="http://schemas.openxmlformats.org/officeDocument/2006/relationships/font" Target="fonts/ProximaNovaSemibold-bold.fntdata"/><Relationship Id="rId44" Type="http://schemas.openxmlformats.org/officeDocument/2006/relationships/slide" Target="slides/slide36.xml"/><Relationship Id="rId88" Type="http://schemas.openxmlformats.org/officeDocument/2006/relationships/font" Target="fonts/WorkSans-bold.fntdata"/><Relationship Id="rId43" Type="http://schemas.openxmlformats.org/officeDocument/2006/relationships/slide" Target="slides/slide35.xml"/><Relationship Id="rId87" Type="http://schemas.openxmlformats.org/officeDocument/2006/relationships/font" Target="fonts/WorkSans-regular.fntdata"/><Relationship Id="rId46" Type="http://schemas.openxmlformats.org/officeDocument/2006/relationships/slide" Target="slides/slide38.xml"/><Relationship Id="rId45" Type="http://schemas.openxmlformats.org/officeDocument/2006/relationships/slide" Target="slides/slide37.xml"/><Relationship Id="rId89" Type="http://schemas.openxmlformats.org/officeDocument/2006/relationships/font" Target="fonts/WorkSans-italic.fntdata"/><Relationship Id="rId80" Type="http://schemas.openxmlformats.org/officeDocument/2006/relationships/font" Target="fonts/BarlowCondensed-italic.fntdata"/><Relationship Id="rId82" Type="http://schemas.openxmlformats.org/officeDocument/2006/relationships/font" Target="fonts/DidactGothic-regular.fntdata"/><Relationship Id="rId81" Type="http://schemas.openxmlformats.org/officeDocument/2006/relationships/font" Target="fonts/BarlowCondensed-boldItalic.fntdata"/><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1.xml"/><Relationship Id="rId48" Type="http://schemas.openxmlformats.org/officeDocument/2006/relationships/slide" Target="slides/slide40.xml"/><Relationship Id="rId47" Type="http://schemas.openxmlformats.org/officeDocument/2006/relationships/slide" Target="slides/slide39.xml"/><Relationship Id="rId49" Type="http://schemas.openxmlformats.org/officeDocument/2006/relationships/slide" Target="slides/slide41.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slideMaster" Target="slideMasters/slideMaster3.xml"/><Relationship Id="rId8" Type="http://schemas.openxmlformats.org/officeDocument/2006/relationships/notesMaster" Target="notesMasters/notesMaster1.xml"/><Relationship Id="rId73" Type="http://schemas.openxmlformats.org/officeDocument/2006/relationships/font" Target="fonts/BarlowCondensedSemiBold-regular.fntdata"/><Relationship Id="rId72" Type="http://schemas.openxmlformats.org/officeDocument/2006/relationships/font" Target="fonts/AmaticSC-bold.fntdata"/><Relationship Id="rId31" Type="http://schemas.openxmlformats.org/officeDocument/2006/relationships/slide" Target="slides/slide23.xml"/><Relationship Id="rId75" Type="http://schemas.openxmlformats.org/officeDocument/2006/relationships/font" Target="fonts/BarlowCondensedSemiBold-italic.fntdata"/><Relationship Id="rId30" Type="http://schemas.openxmlformats.org/officeDocument/2006/relationships/slide" Target="slides/slide22.xml"/><Relationship Id="rId74" Type="http://schemas.openxmlformats.org/officeDocument/2006/relationships/font" Target="fonts/BarlowCondensedSemiBold-bold.fntdata"/><Relationship Id="rId33" Type="http://schemas.openxmlformats.org/officeDocument/2006/relationships/slide" Target="slides/slide25.xml"/><Relationship Id="rId77" Type="http://schemas.openxmlformats.org/officeDocument/2006/relationships/font" Target="fonts/BebasNeue-regular.fntdata"/><Relationship Id="rId32" Type="http://schemas.openxmlformats.org/officeDocument/2006/relationships/slide" Target="slides/slide24.xml"/><Relationship Id="rId76" Type="http://schemas.openxmlformats.org/officeDocument/2006/relationships/font" Target="fonts/BarlowCondensedSemiBold-boldItalic.fntdata"/><Relationship Id="rId35" Type="http://schemas.openxmlformats.org/officeDocument/2006/relationships/slide" Target="slides/slide27.xml"/><Relationship Id="rId79" Type="http://schemas.openxmlformats.org/officeDocument/2006/relationships/font" Target="fonts/BarlowCondensed-bold.fntdata"/><Relationship Id="rId34" Type="http://schemas.openxmlformats.org/officeDocument/2006/relationships/slide" Target="slides/slide26.xml"/><Relationship Id="rId78" Type="http://schemas.openxmlformats.org/officeDocument/2006/relationships/font" Target="fonts/BarlowCondensed-regular.fntdata"/><Relationship Id="rId71" Type="http://schemas.openxmlformats.org/officeDocument/2006/relationships/font" Target="fonts/AmaticSC-regular.fntdata"/><Relationship Id="rId70" Type="http://schemas.openxmlformats.org/officeDocument/2006/relationships/font" Target="fonts/RobotoMedium-boldItalic.fntdata"/><Relationship Id="rId37" Type="http://schemas.openxmlformats.org/officeDocument/2006/relationships/slide" Target="slides/slide29.xml"/><Relationship Id="rId36" Type="http://schemas.openxmlformats.org/officeDocument/2006/relationships/slide" Target="slides/slide28.xml"/><Relationship Id="rId39" Type="http://schemas.openxmlformats.org/officeDocument/2006/relationships/slide" Target="slides/slide31.xml"/><Relationship Id="rId38" Type="http://schemas.openxmlformats.org/officeDocument/2006/relationships/slide" Target="slides/slide30.xml"/><Relationship Id="rId62" Type="http://schemas.openxmlformats.org/officeDocument/2006/relationships/slide" Target="slides/slide54.xml"/><Relationship Id="rId61" Type="http://schemas.openxmlformats.org/officeDocument/2006/relationships/slide" Target="slides/slide53.xml"/><Relationship Id="rId20" Type="http://schemas.openxmlformats.org/officeDocument/2006/relationships/slide" Target="slides/slide12.xml"/><Relationship Id="rId64" Type="http://schemas.openxmlformats.org/officeDocument/2006/relationships/font" Target="fonts/ProximaNova-bold.fntdata"/><Relationship Id="rId63" Type="http://schemas.openxmlformats.org/officeDocument/2006/relationships/font" Target="fonts/ProximaNova-regular.fntdata"/><Relationship Id="rId22" Type="http://schemas.openxmlformats.org/officeDocument/2006/relationships/slide" Target="slides/slide14.xml"/><Relationship Id="rId66" Type="http://schemas.openxmlformats.org/officeDocument/2006/relationships/font" Target="fonts/ProximaNova-boldItalic.fntdata"/><Relationship Id="rId21" Type="http://schemas.openxmlformats.org/officeDocument/2006/relationships/slide" Target="slides/slide13.xml"/><Relationship Id="rId65" Type="http://schemas.openxmlformats.org/officeDocument/2006/relationships/font" Target="fonts/ProximaNova-italic.fntdata"/><Relationship Id="rId24" Type="http://schemas.openxmlformats.org/officeDocument/2006/relationships/slide" Target="slides/slide16.xml"/><Relationship Id="rId68" Type="http://schemas.openxmlformats.org/officeDocument/2006/relationships/font" Target="fonts/RobotoMedium-bold.fntdata"/><Relationship Id="rId23" Type="http://schemas.openxmlformats.org/officeDocument/2006/relationships/slide" Target="slides/slide15.xml"/><Relationship Id="rId67" Type="http://schemas.openxmlformats.org/officeDocument/2006/relationships/font" Target="fonts/RobotoMedium-regular.fntdata"/><Relationship Id="rId60" Type="http://schemas.openxmlformats.org/officeDocument/2006/relationships/slide" Target="slides/slide52.xml"/><Relationship Id="rId26" Type="http://schemas.openxmlformats.org/officeDocument/2006/relationships/slide" Target="slides/slide18.xml"/><Relationship Id="rId25" Type="http://schemas.openxmlformats.org/officeDocument/2006/relationships/slide" Target="slides/slide17.xml"/><Relationship Id="rId69" Type="http://schemas.openxmlformats.org/officeDocument/2006/relationships/font" Target="fonts/RobotoMedium-italic.fntdata"/><Relationship Id="rId28" Type="http://schemas.openxmlformats.org/officeDocument/2006/relationships/slide" Target="slides/slide20.xml"/><Relationship Id="rId27" Type="http://schemas.openxmlformats.org/officeDocument/2006/relationships/slide" Target="slides/slide19.xml"/><Relationship Id="rId29" Type="http://schemas.openxmlformats.org/officeDocument/2006/relationships/slide" Target="slides/slide21.xml"/><Relationship Id="rId51" Type="http://schemas.openxmlformats.org/officeDocument/2006/relationships/slide" Target="slides/slide43.xml"/><Relationship Id="rId50" Type="http://schemas.openxmlformats.org/officeDocument/2006/relationships/slide" Target="slides/slide42.xml"/><Relationship Id="rId53" Type="http://schemas.openxmlformats.org/officeDocument/2006/relationships/slide" Target="slides/slide45.xml"/><Relationship Id="rId52" Type="http://schemas.openxmlformats.org/officeDocument/2006/relationships/slide" Target="slides/slide44.xml"/><Relationship Id="rId11" Type="http://schemas.openxmlformats.org/officeDocument/2006/relationships/slide" Target="slides/slide3.xml"/><Relationship Id="rId55" Type="http://schemas.openxmlformats.org/officeDocument/2006/relationships/slide" Target="slides/slide47.xml"/><Relationship Id="rId10" Type="http://schemas.openxmlformats.org/officeDocument/2006/relationships/slide" Target="slides/slide2.xml"/><Relationship Id="rId54" Type="http://schemas.openxmlformats.org/officeDocument/2006/relationships/slide" Target="slides/slide46.xml"/><Relationship Id="rId13" Type="http://schemas.openxmlformats.org/officeDocument/2006/relationships/slide" Target="slides/slide5.xml"/><Relationship Id="rId57" Type="http://schemas.openxmlformats.org/officeDocument/2006/relationships/slide" Target="slides/slide49.xml"/><Relationship Id="rId12" Type="http://schemas.openxmlformats.org/officeDocument/2006/relationships/slide" Target="slides/slide4.xml"/><Relationship Id="rId56" Type="http://schemas.openxmlformats.org/officeDocument/2006/relationships/slide" Target="slides/slide48.xml"/><Relationship Id="rId90" Type="http://schemas.openxmlformats.org/officeDocument/2006/relationships/font" Target="fonts/WorkSans-boldItalic.fntdata"/><Relationship Id="rId15" Type="http://schemas.openxmlformats.org/officeDocument/2006/relationships/slide" Target="slides/slide7.xml"/><Relationship Id="rId59" Type="http://schemas.openxmlformats.org/officeDocument/2006/relationships/slide" Target="slides/slide51.xml"/><Relationship Id="rId14" Type="http://schemas.openxmlformats.org/officeDocument/2006/relationships/slide" Target="slides/slide6.xml"/><Relationship Id="rId58" Type="http://schemas.openxmlformats.org/officeDocument/2006/relationships/slide" Target="slides/slide50.xml"/><Relationship Id="rId17" Type="http://schemas.openxmlformats.org/officeDocument/2006/relationships/slide" Target="slides/slide9.xml"/><Relationship Id="rId16" Type="http://schemas.openxmlformats.org/officeDocument/2006/relationships/slide" Target="slides/slide8.xml"/><Relationship Id="rId19" Type="http://schemas.openxmlformats.org/officeDocument/2006/relationships/slide" Target="slides/slide11.xml"/><Relationship Id="rId18" Type="http://schemas.openxmlformats.org/officeDocument/2006/relationships/slide" Target="slides/slide10.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0" name="Shape 1110"/>
        <p:cNvGrpSpPr/>
        <p:nvPr/>
      </p:nvGrpSpPr>
      <p:grpSpPr>
        <a:xfrm>
          <a:off x="0" y="0"/>
          <a:ext cx="0" cy="0"/>
          <a:chOff x="0" y="0"/>
          <a:chExt cx="0" cy="0"/>
        </a:xfrm>
      </p:grpSpPr>
      <p:sp>
        <p:nvSpPr>
          <p:cNvPr id="1111" name="Google Shape;1111;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112" name="Google Shape;1112;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6" name="Shape 1456"/>
        <p:cNvGrpSpPr/>
        <p:nvPr/>
      </p:nvGrpSpPr>
      <p:grpSpPr>
        <a:xfrm>
          <a:off x="0" y="0"/>
          <a:ext cx="0" cy="0"/>
          <a:chOff x="0" y="0"/>
          <a:chExt cx="0" cy="0"/>
        </a:xfrm>
      </p:grpSpPr>
      <p:sp>
        <p:nvSpPr>
          <p:cNvPr id="1457" name="Google Shape;1457;gad36770f46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8" name="Google Shape;1458;gad36770f46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3" name="Shape 1493"/>
        <p:cNvGrpSpPr/>
        <p:nvPr/>
      </p:nvGrpSpPr>
      <p:grpSpPr>
        <a:xfrm>
          <a:off x="0" y="0"/>
          <a:ext cx="0" cy="0"/>
          <a:chOff x="0" y="0"/>
          <a:chExt cx="0" cy="0"/>
        </a:xfrm>
      </p:grpSpPr>
      <p:sp>
        <p:nvSpPr>
          <p:cNvPr id="1494" name="Google Shape;1494;gc52ef24844_0_170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5" name="Google Shape;1495;gc52ef24844_0_170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6" name="Shape 1636"/>
        <p:cNvGrpSpPr/>
        <p:nvPr/>
      </p:nvGrpSpPr>
      <p:grpSpPr>
        <a:xfrm>
          <a:off x="0" y="0"/>
          <a:ext cx="0" cy="0"/>
          <a:chOff x="0" y="0"/>
          <a:chExt cx="0" cy="0"/>
        </a:xfrm>
      </p:grpSpPr>
      <p:sp>
        <p:nvSpPr>
          <p:cNvPr id="1637" name="Google Shape;1637;gc52ef24844_0_196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8" name="Google Shape;1638;gc52ef24844_0_196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9" name="Shape 1729"/>
        <p:cNvGrpSpPr/>
        <p:nvPr/>
      </p:nvGrpSpPr>
      <p:grpSpPr>
        <a:xfrm>
          <a:off x="0" y="0"/>
          <a:ext cx="0" cy="0"/>
          <a:chOff x="0" y="0"/>
          <a:chExt cx="0" cy="0"/>
        </a:xfrm>
      </p:grpSpPr>
      <p:sp>
        <p:nvSpPr>
          <p:cNvPr id="1730" name="Google Shape;1730;gc52ef24844_0_172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1" name="Google Shape;1731;gc52ef24844_0_172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0" name="Shape 1940"/>
        <p:cNvGrpSpPr/>
        <p:nvPr/>
      </p:nvGrpSpPr>
      <p:grpSpPr>
        <a:xfrm>
          <a:off x="0" y="0"/>
          <a:ext cx="0" cy="0"/>
          <a:chOff x="0" y="0"/>
          <a:chExt cx="0" cy="0"/>
        </a:xfrm>
      </p:grpSpPr>
      <p:sp>
        <p:nvSpPr>
          <p:cNvPr id="1941" name="Google Shape;1941;gc323b4e32e_0_21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2" name="Google Shape;1942;gc323b4e32e_0_21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61" name="Shape 2061"/>
        <p:cNvGrpSpPr/>
        <p:nvPr/>
      </p:nvGrpSpPr>
      <p:grpSpPr>
        <a:xfrm>
          <a:off x="0" y="0"/>
          <a:ext cx="0" cy="0"/>
          <a:chOff x="0" y="0"/>
          <a:chExt cx="0" cy="0"/>
        </a:xfrm>
      </p:grpSpPr>
      <p:sp>
        <p:nvSpPr>
          <p:cNvPr id="2062" name="Google Shape;2062;gc589e1341e_0_2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63" name="Google Shape;2063;gc589e1341e_0_2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0" name="Shape 2300"/>
        <p:cNvGrpSpPr/>
        <p:nvPr/>
      </p:nvGrpSpPr>
      <p:grpSpPr>
        <a:xfrm>
          <a:off x="0" y="0"/>
          <a:ext cx="0" cy="0"/>
          <a:chOff x="0" y="0"/>
          <a:chExt cx="0" cy="0"/>
        </a:xfrm>
      </p:grpSpPr>
      <p:sp>
        <p:nvSpPr>
          <p:cNvPr id="2301" name="Google Shape;2301;gc589e1341e_0_6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02" name="Google Shape;2302;gc589e1341e_0_6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8" name="Shape 2508"/>
        <p:cNvGrpSpPr/>
        <p:nvPr/>
      </p:nvGrpSpPr>
      <p:grpSpPr>
        <a:xfrm>
          <a:off x="0" y="0"/>
          <a:ext cx="0" cy="0"/>
          <a:chOff x="0" y="0"/>
          <a:chExt cx="0" cy="0"/>
        </a:xfrm>
      </p:grpSpPr>
      <p:sp>
        <p:nvSpPr>
          <p:cNvPr id="2509" name="Google Shape;2509;gc589e1341e_0_8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10" name="Google Shape;2510;gc589e1341e_0_8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0" name="Shape 2680"/>
        <p:cNvGrpSpPr/>
        <p:nvPr/>
      </p:nvGrpSpPr>
      <p:grpSpPr>
        <a:xfrm>
          <a:off x="0" y="0"/>
          <a:ext cx="0" cy="0"/>
          <a:chOff x="0" y="0"/>
          <a:chExt cx="0" cy="0"/>
        </a:xfrm>
      </p:grpSpPr>
      <p:sp>
        <p:nvSpPr>
          <p:cNvPr id="2681" name="Google Shape;2681;gc323b4e32e_0_4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82" name="Google Shape;2682;gc323b4e32e_0_4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9" name="Shape 2749"/>
        <p:cNvGrpSpPr/>
        <p:nvPr/>
      </p:nvGrpSpPr>
      <p:grpSpPr>
        <a:xfrm>
          <a:off x="0" y="0"/>
          <a:ext cx="0" cy="0"/>
          <a:chOff x="0" y="0"/>
          <a:chExt cx="0" cy="0"/>
        </a:xfrm>
      </p:grpSpPr>
      <p:sp>
        <p:nvSpPr>
          <p:cNvPr id="2750" name="Google Shape;2750;gc52ef24844_0_176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51" name="Google Shape;2751;gc52ef24844_0_176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61" name="Shape 2961"/>
        <p:cNvGrpSpPr/>
        <p:nvPr/>
      </p:nvGrpSpPr>
      <p:grpSpPr>
        <a:xfrm>
          <a:off x="0" y="0"/>
          <a:ext cx="0" cy="0"/>
          <a:chOff x="0" y="0"/>
          <a:chExt cx="0" cy="0"/>
        </a:xfrm>
      </p:grpSpPr>
      <p:sp>
        <p:nvSpPr>
          <p:cNvPr id="2962" name="Google Shape;2962;gc323b4e32e_0_5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63" name="Google Shape;2963;gc323b4e32e_0_5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2" name="Shape 3132"/>
        <p:cNvGrpSpPr/>
        <p:nvPr/>
      </p:nvGrpSpPr>
      <p:grpSpPr>
        <a:xfrm>
          <a:off x="0" y="0"/>
          <a:ext cx="0" cy="0"/>
          <a:chOff x="0" y="0"/>
          <a:chExt cx="0" cy="0"/>
        </a:xfrm>
      </p:grpSpPr>
      <p:sp>
        <p:nvSpPr>
          <p:cNvPr id="3133" name="Google Shape;3133;gc2dbc2f8ba_0_93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34" name="Google Shape;3134;gc2dbc2f8ba_0_93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14" name="Shape 3414"/>
        <p:cNvGrpSpPr/>
        <p:nvPr/>
      </p:nvGrpSpPr>
      <p:grpSpPr>
        <a:xfrm>
          <a:off x="0" y="0"/>
          <a:ext cx="0" cy="0"/>
          <a:chOff x="0" y="0"/>
          <a:chExt cx="0" cy="0"/>
        </a:xfrm>
      </p:grpSpPr>
      <p:sp>
        <p:nvSpPr>
          <p:cNvPr id="3415" name="Google Shape;3415;gc323b4e32e_0_19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16" name="Google Shape;3416;gc323b4e32e_0_19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1" name="Shape 3501"/>
        <p:cNvGrpSpPr/>
        <p:nvPr/>
      </p:nvGrpSpPr>
      <p:grpSpPr>
        <a:xfrm>
          <a:off x="0" y="0"/>
          <a:ext cx="0" cy="0"/>
          <a:chOff x="0" y="0"/>
          <a:chExt cx="0" cy="0"/>
        </a:xfrm>
      </p:grpSpPr>
      <p:sp>
        <p:nvSpPr>
          <p:cNvPr id="3502" name="Google Shape;3502;gc52ef24844_0_183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03" name="Google Shape;3503;gc52ef24844_0_183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71" name="Shape 3671"/>
        <p:cNvGrpSpPr/>
        <p:nvPr/>
      </p:nvGrpSpPr>
      <p:grpSpPr>
        <a:xfrm>
          <a:off x="0" y="0"/>
          <a:ext cx="0" cy="0"/>
          <a:chOff x="0" y="0"/>
          <a:chExt cx="0" cy="0"/>
        </a:xfrm>
      </p:grpSpPr>
      <p:sp>
        <p:nvSpPr>
          <p:cNvPr id="3672" name="Google Shape;3672;gc52ef24844_0_195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73" name="Google Shape;3673;gc52ef24844_0_195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7" name="Shape 3747"/>
        <p:cNvGrpSpPr/>
        <p:nvPr/>
      </p:nvGrpSpPr>
      <p:grpSpPr>
        <a:xfrm>
          <a:off x="0" y="0"/>
          <a:ext cx="0" cy="0"/>
          <a:chOff x="0" y="0"/>
          <a:chExt cx="0" cy="0"/>
        </a:xfrm>
      </p:grpSpPr>
      <p:sp>
        <p:nvSpPr>
          <p:cNvPr id="3748" name="Google Shape;3748;gc52ef24844_0_176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49" name="Google Shape;3749;gc52ef24844_0_176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32" name="Shape 3932"/>
        <p:cNvGrpSpPr/>
        <p:nvPr/>
      </p:nvGrpSpPr>
      <p:grpSpPr>
        <a:xfrm>
          <a:off x="0" y="0"/>
          <a:ext cx="0" cy="0"/>
          <a:chOff x="0" y="0"/>
          <a:chExt cx="0" cy="0"/>
        </a:xfrm>
      </p:grpSpPr>
      <p:sp>
        <p:nvSpPr>
          <p:cNvPr id="3933" name="Google Shape;3933;gc323b4e32e_0_15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34" name="Google Shape;3934;gc323b4e32e_0_15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94" name="Shape 3994"/>
        <p:cNvGrpSpPr/>
        <p:nvPr/>
      </p:nvGrpSpPr>
      <p:grpSpPr>
        <a:xfrm>
          <a:off x="0" y="0"/>
          <a:ext cx="0" cy="0"/>
          <a:chOff x="0" y="0"/>
          <a:chExt cx="0" cy="0"/>
        </a:xfrm>
      </p:grpSpPr>
      <p:sp>
        <p:nvSpPr>
          <p:cNvPr id="3995" name="Google Shape;3995;gc323b4e32e_0_16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96" name="Google Shape;3996;gc323b4e32e_0_16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76" name="Shape 4076"/>
        <p:cNvGrpSpPr/>
        <p:nvPr/>
      </p:nvGrpSpPr>
      <p:grpSpPr>
        <a:xfrm>
          <a:off x="0" y="0"/>
          <a:ext cx="0" cy="0"/>
          <a:chOff x="0" y="0"/>
          <a:chExt cx="0" cy="0"/>
        </a:xfrm>
      </p:grpSpPr>
      <p:sp>
        <p:nvSpPr>
          <p:cNvPr id="4077" name="Google Shape;4077;gc2dbc2f8ba_0_105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78" name="Google Shape;4078;gc2dbc2f8ba_0_105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17" name="Shape 4117"/>
        <p:cNvGrpSpPr/>
        <p:nvPr/>
      </p:nvGrpSpPr>
      <p:grpSpPr>
        <a:xfrm>
          <a:off x="0" y="0"/>
          <a:ext cx="0" cy="0"/>
          <a:chOff x="0" y="0"/>
          <a:chExt cx="0" cy="0"/>
        </a:xfrm>
      </p:grpSpPr>
      <p:sp>
        <p:nvSpPr>
          <p:cNvPr id="4118" name="Google Shape;4118;gc323b4e32e_0_7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19" name="Google Shape;4119;gc323b4e32e_0_7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4" name="Shape 4344"/>
        <p:cNvGrpSpPr/>
        <p:nvPr/>
      </p:nvGrpSpPr>
      <p:grpSpPr>
        <a:xfrm>
          <a:off x="0" y="0"/>
          <a:ext cx="0" cy="0"/>
          <a:chOff x="0" y="0"/>
          <a:chExt cx="0" cy="0"/>
        </a:xfrm>
      </p:grpSpPr>
      <p:sp>
        <p:nvSpPr>
          <p:cNvPr id="4345" name="Google Shape;4345;gc323b4e32e_0_7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46" name="Google Shape;4346;gc323b4e32e_0_7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3" name="Shape 4543"/>
        <p:cNvGrpSpPr/>
        <p:nvPr/>
      </p:nvGrpSpPr>
      <p:grpSpPr>
        <a:xfrm>
          <a:off x="0" y="0"/>
          <a:ext cx="0" cy="0"/>
          <a:chOff x="0" y="0"/>
          <a:chExt cx="0" cy="0"/>
        </a:xfrm>
      </p:grpSpPr>
      <p:sp>
        <p:nvSpPr>
          <p:cNvPr id="4544" name="Google Shape;4544;gc589e1341e_0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45" name="Google Shape;4545;gc589e1341e_0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5" name="Shape 4635"/>
        <p:cNvGrpSpPr/>
        <p:nvPr/>
      </p:nvGrpSpPr>
      <p:grpSpPr>
        <a:xfrm>
          <a:off x="0" y="0"/>
          <a:ext cx="0" cy="0"/>
          <a:chOff x="0" y="0"/>
          <a:chExt cx="0" cy="0"/>
        </a:xfrm>
      </p:grpSpPr>
      <p:sp>
        <p:nvSpPr>
          <p:cNvPr id="4636" name="Google Shape;4636;gc323b4e32e_0_13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37" name="Google Shape;4637;gc323b4e32e_0_13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88" name="Shape 4788"/>
        <p:cNvGrpSpPr/>
        <p:nvPr/>
      </p:nvGrpSpPr>
      <p:grpSpPr>
        <a:xfrm>
          <a:off x="0" y="0"/>
          <a:ext cx="0" cy="0"/>
          <a:chOff x="0" y="0"/>
          <a:chExt cx="0" cy="0"/>
        </a:xfrm>
      </p:grpSpPr>
      <p:sp>
        <p:nvSpPr>
          <p:cNvPr id="4789" name="Google Shape;4789;gc52ef24844_0_181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90" name="Google Shape;4790;gc52ef24844_0_181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0" name="Shape 4960"/>
        <p:cNvGrpSpPr/>
        <p:nvPr/>
      </p:nvGrpSpPr>
      <p:grpSpPr>
        <a:xfrm>
          <a:off x="0" y="0"/>
          <a:ext cx="0" cy="0"/>
          <a:chOff x="0" y="0"/>
          <a:chExt cx="0" cy="0"/>
        </a:xfrm>
      </p:grpSpPr>
      <p:sp>
        <p:nvSpPr>
          <p:cNvPr id="4961" name="Google Shape;4961;gc52ef24844_0_185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62" name="Google Shape;4962;gc52ef24844_0_185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73" name="Shape 5073"/>
        <p:cNvGrpSpPr/>
        <p:nvPr/>
      </p:nvGrpSpPr>
      <p:grpSpPr>
        <a:xfrm>
          <a:off x="0" y="0"/>
          <a:ext cx="0" cy="0"/>
          <a:chOff x="0" y="0"/>
          <a:chExt cx="0" cy="0"/>
        </a:xfrm>
      </p:grpSpPr>
      <p:sp>
        <p:nvSpPr>
          <p:cNvPr id="5074" name="Google Shape;5074;gc52ef24844_0_190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75" name="Google Shape;5075;gc52ef24844_0_190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49" name="Shape 5249"/>
        <p:cNvGrpSpPr/>
        <p:nvPr/>
      </p:nvGrpSpPr>
      <p:grpSpPr>
        <a:xfrm>
          <a:off x="0" y="0"/>
          <a:ext cx="0" cy="0"/>
          <a:chOff x="0" y="0"/>
          <a:chExt cx="0" cy="0"/>
        </a:xfrm>
      </p:grpSpPr>
      <p:sp>
        <p:nvSpPr>
          <p:cNvPr id="5250" name="Google Shape;5250;gc52ef24844_0_193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51" name="Google Shape;5251;gc52ef24844_0_193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9" name="Shape 5359"/>
        <p:cNvGrpSpPr/>
        <p:nvPr/>
      </p:nvGrpSpPr>
      <p:grpSpPr>
        <a:xfrm>
          <a:off x="0" y="0"/>
          <a:ext cx="0" cy="0"/>
          <a:chOff x="0" y="0"/>
          <a:chExt cx="0" cy="0"/>
        </a:xfrm>
      </p:grpSpPr>
      <p:sp>
        <p:nvSpPr>
          <p:cNvPr id="5360" name="Google Shape;5360;gc52ef24844_0_195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61" name="Google Shape;5361;gc52ef24844_0_195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69" name="Shape 5469"/>
        <p:cNvGrpSpPr/>
        <p:nvPr/>
      </p:nvGrpSpPr>
      <p:grpSpPr>
        <a:xfrm>
          <a:off x="0" y="0"/>
          <a:ext cx="0" cy="0"/>
          <a:chOff x="0" y="0"/>
          <a:chExt cx="0" cy="0"/>
        </a:xfrm>
      </p:grpSpPr>
      <p:sp>
        <p:nvSpPr>
          <p:cNvPr id="5470" name="Google Shape;5470;gb1fa4ddd8c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71" name="Google Shape;5471;gb1fa4ddd8c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19" name="Shape 5719"/>
        <p:cNvGrpSpPr/>
        <p:nvPr/>
      </p:nvGrpSpPr>
      <p:grpSpPr>
        <a:xfrm>
          <a:off x="0" y="0"/>
          <a:ext cx="0" cy="0"/>
          <a:chOff x="0" y="0"/>
          <a:chExt cx="0" cy="0"/>
        </a:xfrm>
      </p:grpSpPr>
      <p:sp>
        <p:nvSpPr>
          <p:cNvPr id="5720" name="Google Shape;5720;gc2dbc2f8ba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21" name="Google Shape;5721;gc2dbc2f8ba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74" name="Shape 6074"/>
        <p:cNvGrpSpPr/>
        <p:nvPr/>
      </p:nvGrpSpPr>
      <p:grpSpPr>
        <a:xfrm>
          <a:off x="0" y="0"/>
          <a:ext cx="0" cy="0"/>
          <a:chOff x="0" y="0"/>
          <a:chExt cx="0" cy="0"/>
        </a:xfrm>
      </p:grpSpPr>
      <p:sp>
        <p:nvSpPr>
          <p:cNvPr id="6075" name="Google Shape;6075;gc2dbc2f8ba_0_65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76" name="Google Shape;6076;gc2dbc2f8ba_0_65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83" name="Shape 6683"/>
        <p:cNvGrpSpPr/>
        <p:nvPr/>
      </p:nvGrpSpPr>
      <p:grpSpPr>
        <a:xfrm>
          <a:off x="0" y="0"/>
          <a:ext cx="0" cy="0"/>
          <a:chOff x="0" y="0"/>
          <a:chExt cx="0" cy="0"/>
        </a:xfrm>
      </p:grpSpPr>
      <p:sp>
        <p:nvSpPr>
          <p:cNvPr id="6684" name="Google Shape;6684;gc52ef24844_0_163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85" name="Google Shape;6685;gc52ef24844_0_163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4" name="Shape 7054"/>
        <p:cNvGrpSpPr/>
        <p:nvPr/>
      </p:nvGrpSpPr>
      <p:grpSpPr>
        <a:xfrm>
          <a:off x="0" y="0"/>
          <a:ext cx="0" cy="0"/>
          <a:chOff x="0" y="0"/>
          <a:chExt cx="0" cy="0"/>
        </a:xfrm>
      </p:grpSpPr>
      <p:sp>
        <p:nvSpPr>
          <p:cNvPr id="7055" name="Google Shape;7055;gc323b4e32e_0_26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56" name="Google Shape;7056;gc323b4e32e_0_26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4" name="Shape 7384"/>
        <p:cNvGrpSpPr/>
        <p:nvPr/>
      </p:nvGrpSpPr>
      <p:grpSpPr>
        <a:xfrm>
          <a:off x="0" y="0"/>
          <a:ext cx="0" cy="0"/>
          <a:chOff x="0" y="0"/>
          <a:chExt cx="0" cy="0"/>
        </a:xfrm>
      </p:grpSpPr>
      <p:sp>
        <p:nvSpPr>
          <p:cNvPr id="7385" name="Google Shape;7385;gc2dbc2f8ba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86" name="Google Shape;7386;gc2dbc2f8ba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90" name="Shape 7390"/>
        <p:cNvGrpSpPr/>
        <p:nvPr/>
      </p:nvGrpSpPr>
      <p:grpSpPr>
        <a:xfrm>
          <a:off x="0" y="0"/>
          <a:ext cx="0" cy="0"/>
          <a:chOff x="0" y="0"/>
          <a:chExt cx="0" cy="0"/>
        </a:xfrm>
      </p:grpSpPr>
      <p:sp>
        <p:nvSpPr>
          <p:cNvPr id="7391" name="Google Shape;7391;gb1fa4ddd8c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92" name="Google Shape;7392;gb1fa4ddd8c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96" name="Shape 7396"/>
        <p:cNvGrpSpPr/>
        <p:nvPr/>
      </p:nvGrpSpPr>
      <p:grpSpPr>
        <a:xfrm>
          <a:off x="0" y="0"/>
          <a:ext cx="0" cy="0"/>
          <a:chOff x="0" y="0"/>
          <a:chExt cx="0" cy="0"/>
        </a:xfrm>
      </p:grpSpPr>
      <p:sp>
        <p:nvSpPr>
          <p:cNvPr id="7397" name="Google Shape;7397;SLIDES_API34352068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98" name="Google Shape;7398;SLIDES_API34352068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03" name="Shape 7403"/>
        <p:cNvGrpSpPr/>
        <p:nvPr/>
      </p:nvGrpSpPr>
      <p:grpSpPr>
        <a:xfrm>
          <a:off x="0" y="0"/>
          <a:ext cx="0" cy="0"/>
          <a:chOff x="0" y="0"/>
          <a:chExt cx="0" cy="0"/>
        </a:xfrm>
      </p:grpSpPr>
      <p:sp>
        <p:nvSpPr>
          <p:cNvPr id="7404" name="Google Shape;7404;SLIDES_API34352068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05" name="Google Shape;7405;SLIDES_API34352068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0" name="Shape 7410"/>
        <p:cNvGrpSpPr/>
        <p:nvPr/>
      </p:nvGrpSpPr>
      <p:grpSpPr>
        <a:xfrm>
          <a:off x="0" y="0"/>
          <a:ext cx="0" cy="0"/>
          <a:chOff x="0" y="0"/>
          <a:chExt cx="0" cy="0"/>
        </a:xfrm>
      </p:grpSpPr>
      <p:sp>
        <p:nvSpPr>
          <p:cNvPr id="7411" name="Google Shape;7411;gc52ef24844_0_4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12" name="Google Shape;7412;gc52ef24844_0_4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37" name="Shape 7437"/>
        <p:cNvGrpSpPr/>
        <p:nvPr/>
      </p:nvGrpSpPr>
      <p:grpSpPr>
        <a:xfrm>
          <a:off x="0" y="0"/>
          <a:ext cx="0" cy="0"/>
          <a:chOff x="0" y="0"/>
          <a:chExt cx="0" cy="0"/>
        </a:xfrm>
      </p:grpSpPr>
      <p:sp>
        <p:nvSpPr>
          <p:cNvPr id="7438" name="Google Shape;7438;gc52ef24844_0_4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39" name="Google Shape;7439;gc52ef24844_0_4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53" name="Shape 7453"/>
        <p:cNvGrpSpPr/>
        <p:nvPr/>
      </p:nvGrpSpPr>
      <p:grpSpPr>
        <a:xfrm>
          <a:off x="0" y="0"/>
          <a:ext cx="0" cy="0"/>
          <a:chOff x="0" y="0"/>
          <a:chExt cx="0" cy="0"/>
        </a:xfrm>
      </p:grpSpPr>
      <p:sp>
        <p:nvSpPr>
          <p:cNvPr id="7454" name="Google Shape;7454;gc52ef24844_0_4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55" name="Google Shape;7455;gc52ef24844_0_4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90" name="Shape 7790"/>
        <p:cNvGrpSpPr/>
        <p:nvPr/>
      </p:nvGrpSpPr>
      <p:grpSpPr>
        <a:xfrm>
          <a:off x="0" y="0"/>
          <a:ext cx="0" cy="0"/>
          <a:chOff x="0" y="0"/>
          <a:chExt cx="0" cy="0"/>
        </a:xfrm>
      </p:grpSpPr>
      <p:sp>
        <p:nvSpPr>
          <p:cNvPr id="7791" name="Google Shape;7791;gc52ef24844_0_7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92" name="Google Shape;7792;gc52ef24844_0_7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77" name="Shape 10577"/>
        <p:cNvGrpSpPr/>
        <p:nvPr/>
      </p:nvGrpSpPr>
      <p:grpSpPr>
        <a:xfrm>
          <a:off x="0" y="0"/>
          <a:ext cx="0" cy="0"/>
          <a:chOff x="0" y="0"/>
          <a:chExt cx="0" cy="0"/>
        </a:xfrm>
      </p:grpSpPr>
      <p:sp>
        <p:nvSpPr>
          <p:cNvPr id="10578" name="Google Shape;10578;gc52ef24844_0_35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79" name="Google Shape;10579;gc52ef24844_0_35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6" name="Shape 10996"/>
        <p:cNvGrpSpPr/>
        <p:nvPr/>
      </p:nvGrpSpPr>
      <p:grpSpPr>
        <a:xfrm>
          <a:off x="0" y="0"/>
          <a:ext cx="0" cy="0"/>
          <a:chOff x="0" y="0"/>
          <a:chExt cx="0" cy="0"/>
        </a:xfrm>
      </p:grpSpPr>
      <p:sp>
        <p:nvSpPr>
          <p:cNvPr id="10997" name="Google Shape;10997;gc52ef24844_0_39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98" name="Google Shape;10998;gc52ef24844_0_39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6" name="Shape 11166"/>
        <p:cNvGrpSpPr/>
        <p:nvPr/>
      </p:nvGrpSpPr>
      <p:grpSpPr>
        <a:xfrm>
          <a:off x="0" y="0"/>
          <a:ext cx="0" cy="0"/>
          <a:chOff x="0" y="0"/>
          <a:chExt cx="0" cy="0"/>
        </a:xfrm>
      </p:grpSpPr>
      <p:sp>
        <p:nvSpPr>
          <p:cNvPr id="11167" name="Google Shape;11167;gc52ef24844_0_41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68" name="Google Shape;11168;gc52ef24844_0_41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71" name="Shape 11571"/>
        <p:cNvGrpSpPr/>
        <p:nvPr/>
      </p:nvGrpSpPr>
      <p:grpSpPr>
        <a:xfrm>
          <a:off x="0" y="0"/>
          <a:ext cx="0" cy="0"/>
          <a:chOff x="0" y="0"/>
          <a:chExt cx="0" cy="0"/>
        </a:xfrm>
      </p:grpSpPr>
      <p:sp>
        <p:nvSpPr>
          <p:cNvPr id="11572" name="Google Shape;11572;gc52ef24844_0_45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73" name="Google Shape;11573;gc52ef24844_0_45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1" name="Shape 11951"/>
        <p:cNvGrpSpPr/>
        <p:nvPr/>
      </p:nvGrpSpPr>
      <p:grpSpPr>
        <a:xfrm>
          <a:off x="0" y="0"/>
          <a:ext cx="0" cy="0"/>
          <a:chOff x="0" y="0"/>
          <a:chExt cx="0" cy="0"/>
        </a:xfrm>
      </p:grpSpPr>
      <p:sp>
        <p:nvSpPr>
          <p:cNvPr id="11952" name="Google Shape;11952;gc52ef24844_0_49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53" name="Google Shape;11953;gc52ef24844_0_49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69" name="Shape 12869"/>
        <p:cNvGrpSpPr/>
        <p:nvPr/>
      </p:nvGrpSpPr>
      <p:grpSpPr>
        <a:xfrm>
          <a:off x="0" y="0"/>
          <a:ext cx="0" cy="0"/>
          <a:chOff x="0" y="0"/>
          <a:chExt cx="0" cy="0"/>
        </a:xfrm>
      </p:grpSpPr>
      <p:sp>
        <p:nvSpPr>
          <p:cNvPr id="12870" name="Google Shape;12870;gc52ef24844_0_58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71" name="Google Shape;12871;gc52ef24844_0_58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03" name="Shape 14303"/>
        <p:cNvGrpSpPr/>
        <p:nvPr/>
      </p:nvGrpSpPr>
      <p:grpSpPr>
        <a:xfrm>
          <a:off x="0" y="0"/>
          <a:ext cx="0" cy="0"/>
          <a:chOff x="0" y="0"/>
          <a:chExt cx="0" cy="0"/>
        </a:xfrm>
      </p:grpSpPr>
      <p:sp>
        <p:nvSpPr>
          <p:cNvPr id="14304" name="Google Shape;14304;gc52ef24844_0_72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05" name="Google Shape;14305;gc52ef24844_0_72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59" name="Shape 16859"/>
        <p:cNvGrpSpPr/>
        <p:nvPr/>
      </p:nvGrpSpPr>
      <p:grpSpPr>
        <a:xfrm>
          <a:off x="0" y="0"/>
          <a:ext cx="0" cy="0"/>
          <a:chOff x="0" y="0"/>
          <a:chExt cx="0" cy="0"/>
        </a:xfrm>
      </p:grpSpPr>
      <p:sp>
        <p:nvSpPr>
          <p:cNvPr id="16860" name="Google Shape;16860;gc52ef24844_0_98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61" name="Google Shape;16861;gc52ef24844_0_98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09" name="Shape 18809"/>
        <p:cNvGrpSpPr/>
        <p:nvPr/>
      </p:nvGrpSpPr>
      <p:grpSpPr>
        <a:xfrm>
          <a:off x="0" y="0"/>
          <a:ext cx="0" cy="0"/>
          <a:chOff x="0" y="0"/>
          <a:chExt cx="0" cy="0"/>
        </a:xfrm>
      </p:grpSpPr>
      <p:sp>
        <p:nvSpPr>
          <p:cNvPr id="18810" name="Google Shape;18810;gc52ef24844_0_117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11" name="Google Shape;18811;gc52ef24844_0_117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84" name="Shape 20584"/>
        <p:cNvGrpSpPr/>
        <p:nvPr/>
      </p:nvGrpSpPr>
      <p:grpSpPr>
        <a:xfrm>
          <a:off x="0" y="0"/>
          <a:ext cx="0" cy="0"/>
          <a:chOff x="0" y="0"/>
          <a:chExt cx="0" cy="0"/>
        </a:xfrm>
      </p:grpSpPr>
      <p:sp>
        <p:nvSpPr>
          <p:cNvPr id="20585" name="Google Shape;20585;gc52ef24844_0_135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586" name="Google Shape;20586;gc52ef24844_0_135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28" name="Shape 21628"/>
        <p:cNvGrpSpPr/>
        <p:nvPr/>
      </p:nvGrpSpPr>
      <p:grpSpPr>
        <a:xfrm>
          <a:off x="0" y="0"/>
          <a:ext cx="0" cy="0"/>
          <a:chOff x="0" y="0"/>
          <a:chExt cx="0" cy="0"/>
        </a:xfrm>
      </p:grpSpPr>
      <p:sp>
        <p:nvSpPr>
          <p:cNvPr id="21629" name="Google Shape;21629;gc52ef24844_0_146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630" name="Google Shape;21630;gc52ef24844_0_146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38" name="Shape 23338"/>
        <p:cNvGrpSpPr/>
        <p:nvPr/>
      </p:nvGrpSpPr>
      <p:grpSpPr>
        <a:xfrm>
          <a:off x="0" y="0"/>
          <a:ext cx="0" cy="0"/>
          <a:chOff x="0" y="0"/>
          <a:chExt cx="0" cy="0"/>
        </a:xfrm>
      </p:grpSpPr>
      <p:sp>
        <p:nvSpPr>
          <p:cNvPr id="23339" name="Google Shape;23339;gc52ef24844_0_163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340" name="Google Shape;23340;gc52ef24844_0_163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accent6"/>
        </a:solidFill>
      </p:bgPr>
    </p:bg>
    <p:spTree>
      <p:nvGrpSpPr>
        <p:cNvPr id="8" name="Shape 8"/>
        <p:cNvGrpSpPr/>
        <p:nvPr/>
      </p:nvGrpSpPr>
      <p:grpSpPr>
        <a:xfrm>
          <a:off x="0" y="0"/>
          <a:ext cx="0" cy="0"/>
          <a:chOff x="0" y="0"/>
          <a:chExt cx="0" cy="0"/>
        </a:xfrm>
      </p:grpSpPr>
      <p:grpSp>
        <p:nvGrpSpPr>
          <p:cNvPr id="9" name="Google Shape;9;p2"/>
          <p:cNvGrpSpPr/>
          <p:nvPr/>
        </p:nvGrpSpPr>
        <p:grpSpPr>
          <a:xfrm>
            <a:off x="-97264" y="-2508600"/>
            <a:ext cx="9517944" cy="7737118"/>
            <a:chOff x="-97264" y="-2508600"/>
            <a:chExt cx="9517944" cy="7737118"/>
          </a:xfrm>
        </p:grpSpPr>
        <p:sp>
          <p:nvSpPr>
            <p:cNvPr id="10" name="Google Shape;10;p2"/>
            <p:cNvSpPr/>
            <p:nvPr/>
          </p:nvSpPr>
          <p:spPr>
            <a:xfrm>
              <a:off x="-89101" y="-1893243"/>
              <a:ext cx="3985503" cy="848251"/>
            </a:xfrm>
            <a:custGeom>
              <a:rect b="b" l="l" r="r" t="t"/>
              <a:pathLst>
                <a:path extrusionOk="0" h="21197" w="99594">
                  <a:moveTo>
                    <a:pt x="65021" y="0"/>
                  </a:moveTo>
                  <a:cubicBezTo>
                    <a:pt x="64434" y="0"/>
                    <a:pt x="63848" y="10"/>
                    <a:pt x="63260" y="29"/>
                  </a:cubicBezTo>
                  <a:cubicBezTo>
                    <a:pt x="57732" y="207"/>
                    <a:pt x="52245" y="1096"/>
                    <a:pt x="46816" y="2389"/>
                  </a:cubicBezTo>
                  <a:cubicBezTo>
                    <a:pt x="41611" y="3631"/>
                    <a:pt x="36750" y="6060"/>
                    <a:pt x="31830" y="8475"/>
                  </a:cubicBezTo>
                  <a:cubicBezTo>
                    <a:pt x="27244" y="10725"/>
                    <a:pt x="22624" y="12692"/>
                    <a:pt x="17724" y="13463"/>
                  </a:cubicBezTo>
                  <a:cubicBezTo>
                    <a:pt x="15802" y="13765"/>
                    <a:pt x="13860" y="13942"/>
                    <a:pt x="11920" y="13942"/>
                  </a:cubicBezTo>
                  <a:cubicBezTo>
                    <a:pt x="10234" y="13942"/>
                    <a:pt x="8549" y="13808"/>
                    <a:pt x="6879" y="13505"/>
                  </a:cubicBezTo>
                  <a:cubicBezTo>
                    <a:pt x="4515" y="13077"/>
                    <a:pt x="2162" y="12285"/>
                    <a:pt x="0" y="10984"/>
                  </a:cubicBezTo>
                  <a:lnTo>
                    <a:pt x="0" y="18944"/>
                  </a:lnTo>
                  <a:cubicBezTo>
                    <a:pt x="1762" y="19024"/>
                    <a:pt x="3523" y="19075"/>
                    <a:pt x="5283" y="19075"/>
                  </a:cubicBezTo>
                  <a:cubicBezTo>
                    <a:pt x="9227" y="19075"/>
                    <a:pt x="13162" y="18820"/>
                    <a:pt x="17071" y="18072"/>
                  </a:cubicBezTo>
                  <a:cubicBezTo>
                    <a:pt x="21981" y="17133"/>
                    <a:pt x="26589" y="15270"/>
                    <a:pt x="30996" y="12374"/>
                  </a:cubicBezTo>
                  <a:cubicBezTo>
                    <a:pt x="33739" y="10570"/>
                    <a:pt x="36781" y="9886"/>
                    <a:pt x="39837" y="9886"/>
                  </a:cubicBezTo>
                  <a:cubicBezTo>
                    <a:pt x="40660" y="9886"/>
                    <a:pt x="41484" y="9936"/>
                    <a:pt x="42304" y="10026"/>
                  </a:cubicBezTo>
                  <a:cubicBezTo>
                    <a:pt x="50992" y="10985"/>
                    <a:pt x="59004" y="15789"/>
                    <a:pt x="67420" y="18291"/>
                  </a:cubicBezTo>
                  <a:cubicBezTo>
                    <a:pt x="72853" y="19907"/>
                    <a:pt x="78486" y="20812"/>
                    <a:pt x="84058" y="21107"/>
                  </a:cubicBezTo>
                  <a:cubicBezTo>
                    <a:pt x="85055" y="21160"/>
                    <a:pt x="86060" y="21196"/>
                    <a:pt x="87066" y="21196"/>
                  </a:cubicBezTo>
                  <a:cubicBezTo>
                    <a:pt x="89207" y="21196"/>
                    <a:pt x="91355" y="21031"/>
                    <a:pt x="93446" y="20508"/>
                  </a:cubicBezTo>
                  <a:cubicBezTo>
                    <a:pt x="95522" y="19989"/>
                    <a:pt x="98275" y="18989"/>
                    <a:pt x="98894" y="16049"/>
                  </a:cubicBezTo>
                  <a:cubicBezTo>
                    <a:pt x="99594" y="12721"/>
                    <a:pt x="97265" y="10188"/>
                    <a:pt x="95270" y="8623"/>
                  </a:cubicBezTo>
                  <a:cubicBezTo>
                    <a:pt x="92667" y="6581"/>
                    <a:pt x="89709" y="5268"/>
                    <a:pt x="86790" y="4165"/>
                  </a:cubicBezTo>
                  <a:cubicBezTo>
                    <a:pt x="79711" y="1489"/>
                    <a:pt x="72404" y="0"/>
                    <a:pt x="6502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89221" y="-945655"/>
              <a:ext cx="8386467" cy="1819876"/>
            </a:xfrm>
            <a:custGeom>
              <a:rect b="b" l="l" r="r" t="t"/>
              <a:pathLst>
                <a:path extrusionOk="0" h="45477" w="209570">
                  <a:moveTo>
                    <a:pt x="173399" y="0"/>
                  </a:moveTo>
                  <a:cubicBezTo>
                    <a:pt x="171819" y="0"/>
                    <a:pt x="170239" y="33"/>
                    <a:pt x="168661" y="80"/>
                  </a:cubicBezTo>
                  <a:cubicBezTo>
                    <a:pt x="164324" y="208"/>
                    <a:pt x="160018" y="528"/>
                    <a:pt x="155729" y="1390"/>
                  </a:cubicBezTo>
                  <a:cubicBezTo>
                    <a:pt x="151776" y="2184"/>
                    <a:pt x="147874" y="3386"/>
                    <a:pt x="144099" y="5071"/>
                  </a:cubicBezTo>
                  <a:cubicBezTo>
                    <a:pt x="140139" y="6838"/>
                    <a:pt x="136425" y="9227"/>
                    <a:pt x="132734" y="11745"/>
                  </a:cubicBezTo>
                  <a:cubicBezTo>
                    <a:pt x="125453" y="16714"/>
                    <a:pt x="118372" y="22168"/>
                    <a:pt x="110478" y="25489"/>
                  </a:cubicBezTo>
                  <a:cubicBezTo>
                    <a:pt x="104010" y="28211"/>
                    <a:pt x="97197" y="29287"/>
                    <a:pt x="90399" y="29287"/>
                  </a:cubicBezTo>
                  <a:cubicBezTo>
                    <a:pt x="89168" y="29287"/>
                    <a:pt x="87937" y="29252"/>
                    <a:pt x="86709" y="29185"/>
                  </a:cubicBezTo>
                  <a:cubicBezTo>
                    <a:pt x="70235" y="28285"/>
                    <a:pt x="53959" y="22404"/>
                    <a:pt x="38422" y="15780"/>
                  </a:cubicBezTo>
                  <a:cubicBezTo>
                    <a:pt x="34245" y="13999"/>
                    <a:pt x="30113" y="12729"/>
                    <a:pt x="25697" y="12479"/>
                  </a:cubicBezTo>
                  <a:cubicBezTo>
                    <a:pt x="24449" y="12409"/>
                    <a:pt x="23202" y="12379"/>
                    <a:pt x="21954" y="12379"/>
                  </a:cubicBezTo>
                  <a:cubicBezTo>
                    <a:pt x="18881" y="12379"/>
                    <a:pt x="15809" y="12558"/>
                    <a:pt x="12741" y="12746"/>
                  </a:cubicBezTo>
                  <a:cubicBezTo>
                    <a:pt x="9315" y="12958"/>
                    <a:pt x="5883" y="13109"/>
                    <a:pt x="2471" y="13588"/>
                  </a:cubicBezTo>
                  <a:cubicBezTo>
                    <a:pt x="1651" y="13702"/>
                    <a:pt x="825" y="13831"/>
                    <a:pt x="0" y="13986"/>
                  </a:cubicBezTo>
                  <a:lnTo>
                    <a:pt x="0" y="21931"/>
                  </a:lnTo>
                  <a:cubicBezTo>
                    <a:pt x="3093" y="20622"/>
                    <a:pt x="6277" y="19799"/>
                    <a:pt x="9551" y="19799"/>
                  </a:cubicBezTo>
                  <a:cubicBezTo>
                    <a:pt x="10632" y="19799"/>
                    <a:pt x="11722" y="19889"/>
                    <a:pt x="12823" y="20080"/>
                  </a:cubicBezTo>
                  <a:cubicBezTo>
                    <a:pt x="20488" y="21419"/>
                    <a:pt x="27144" y="26632"/>
                    <a:pt x="33499" y="31891"/>
                  </a:cubicBezTo>
                  <a:cubicBezTo>
                    <a:pt x="45486" y="41811"/>
                    <a:pt x="59912" y="45476"/>
                    <a:pt x="74081" y="45476"/>
                  </a:cubicBezTo>
                  <a:cubicBezTo>
                    <a:pt x="74665" y="45476"/>
                    <a:pt x="75248" y="45470"/>
                    <a:pt x="75831" y="45458"/>
                  </a:cubicBezTo>
                  <a:cubicBezTo>
                    <a:pt x="90804" y="45142"/>
                    <a:pt x="106177" y="41401"/>
                    <a:pt x="119282" y="31968"/>
                  </a:cubicBezTo>
                  <a:cubicBezTo>
                    <a:pt x="125990" y="27139"/>
                    <a:pt x="132221" y="21338"/>
                    <a:pt x="138817" y="16271"/>
                  </a:cubicBezTo>
                  <a:cubicBezTo>
                    <a:pt x="142143" y="13714"/>
                    <a:pt x="145448" y="11379"/>
                    <a:pt x="149316" y="10440"/>
                  </a:cubicBezTo>
                  <a:cubicBezTo>
                    <a:pt x="150812" y="10078"/>
                    <a:pt x="152323" y="9917"/>
                    <a:pt x="153836" y="9917"/>
                  </a:cubicBezTo>
                  <a:cubicBezTo>
                    <a:pt x="155625" y="9917"/>
                    <a:pt x="157416" y="10142"/>
                    <a:pt x="159185" y="10527"/>
                  </a:cubicBezTo>
                  <a:cubicBezTo>
                    <a:pt x="162983" y="11352"/>
                    <a:pt x="166672" y="12839"/>
                    <a:pt x="170334" y="14321"/>
                  </a:cubicBezTo>
                  <a:cubicBezTo>
                    <a:pt x="174482" y="15997"/>
                    <a:pt x="178713" y="17383"/>
                    <a:pt x="182992" y="18407"/>
                  </a:cubicBezTo>
                  <a:cubicBezTo>
                    <a:pt x="186653" y="19282"/>
                    <a:pt x="190426" y="19787"/>
                    <a:pt x="194193" y="19787"/>
                  </a:cubicBezTo>
                  <a:cubicBezTo>
                    <a:pt x="197694" y="19787"/>
                    <a:pt x="201190" y="19351"/>
                    <a:pt x="204587" y="18369"/>
                  </a:cubicBezTo>
                  <a:cubicBezTo>
                    <a:pt x="206831" y="17721"/>
                    <a:pt x="209570" y="16218"/>
                    <a:pt x="208195" y="12736"/>
                  </a:cubicBezTo>
                  <a:cubicBezTo>
                    <a:pt x="207019" y="9759"/>
                    <a:pt x="203809" y="8201"/>
                    <a:pt x="201535" y="7001"/>
                  </a:cubicBezTo>
                  <a:cubicBezTo>
                    <a:pt x="195238" y="3676"/>
                    <a:pt x="188684" y="1200"/>
                    <a:pt x="181872" y="426"/>
                  </a:cubicBezTo>
                  <a:cubicBezTo>
                    <a:pt x="179055" y="106"/>
                    <a:pt x="176227" y="0"/>
                    <a:pt x="173399"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89101" y="159523"/>
              <a:ext cx="819678" cy="314658"/>
            </a:xfrm>
            <a:custGeom>
              <a:rect b="b" l="l" r="r" t="t"/>
              <a:pathLst>
                <a:path extrusionOk="0" h="7863" w="20483">
                  <a:moveTo>
                    <a:pt x="10679" y="1"/>
                  </a:moveTo>
                  <a:cubicBezTo>
                    <a:pt x="7200" y="1"/>
                    <a:pt x="3530" y="930"/>
                    <a:pt x="0" y="1036"/>
                  </a:cubicBezTo>
                  <a:lnTo>
                    <a:pt x="0" y="7210"/>
                  </a:lnTo>
                  <a:cubicBezTo>
                    <a:pt x="73" y="7210"/>
                    <a:pt x="146" y="7210"/>
                    <a:pt x="218" y="7210"/>
                  </a:cubicBezTo>
                  <a:cubicBezTo>
                    <a:pt x="2966" y="7210"/>
                    <a:pt x="5723" y="7366"/>
                    <a:pt x="8473" y="7532"/>
                  </a:cubicBezTo>
                  <a:cubicBezTo>
                    <a:pt x="10471" y="7652"/>
                    <a:pt x="12481" y="7858"/>
                    <a:pt x="14482" y="7862"/>
                  </a:cubicBezTo>
                  <a:cubicBezTo>
                    <a:pt x="14579" y="7862"/>
                    <a:pt x="14677" y="7863"/>
                    <a:pt x="14776" y="7863"/>
                  </a:cubicBezTo>
                  <a:cubicBezTo>
                    <a:pt x="16107" y="7863"/>
                    <a:pt x="17589" y="7805"/>
                    <a:pt x="18794" y="7093"/>
                  </a:cubicBezTo>
                  <a:cubicBezTo>
                    <a:pt x="20483" y="6096"/>
                    <a:pt x="19330" y="4228"/>
                    <a:pt x="18366" y="3075"/>
                  </a:cubicBezTo>
                  <a:cubicBezTo>
                    <a:pt x="16959" y="1395"/>
                    <a:pt x="15150" y="529"/>
                    <a:pt x="13253" y="203"/>
                  </a:cubicBezTo>
                  <a:cubicBezTo>
                    <a:pt x="12410" y="59"/>
                    <a:pt x="11551" y="1"/>
                    <a:pt x="10679"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89101" y="-181311"/>
              <a:ext cx="9361694" cy="2012360"/>
            </a:xfrm>
            <a:custGeom>
              <a:rect b="b" l="l" r="r" t="t"/>
              <a:pathLst>
                <a:path extrusionOk="0" h="50287" w="233940">
                  <a:moveTo>
                    <a:pt x="233940" y="0"/>
                  </a:moveTo>
                  <a:cubicBezTo>
                    <a:pt x="230479" y="1532"/>
                    <a:pt x="227264" y="3838"/>
                    <a:pt x="224035" y="6016"/>
                  </a:cubicBezTo>
                  <a:cubicBezTo>
                    <a:pt x="219999" y="8735"/>
                    <a:pt x="215918" y="11195"/>
                    <a:pt x="211510" y="12795"/>
                  </a:cubicBezTo>
                  <a:cubicBezTo>
                    <a:pt x="205977" y="14804"/>
                    <a:pt x="200252" y="15619"/>
                    <a:pt x="194517" y="15619"/>
                  </a:cubicBezTo>
                  <a:cubicBezTo>
                    <a:pt x="191019" y="15619"/>
                    <a:pt x="187518" y="15316"/>
                    <a:pt x="184053" y="14796"/>
                  </a:cubicBezTo>
                  <a:cubicBezTo>
                    <a:pt x="174879" y="13417"/>
                    <a:pt x="165892" y="10575"/>
                    <a:pt x="156983" y="7553"/>
                  </a:cubicBezTo>
                  <a:cubicBezTo>
                    <a:pt x="154186" y="6603"/>
                    <a:pt x="151295" y="5923"/>
                    <a:pt x="148402" y="5923"/>
                  </a:cubicBezTo>
                  <a:cubicBezTo>
                    <a:pt x="147105" y="5923"/>
                    <a:pt x="145807" y="6060"/>
                    <a:pt x="144518" y="6370"/>
                  </a:cubicBezTo>
                  <a:cubicBezTo>
                    <a:pt x="141010" y="7213"/>
                    <a:pt x="137841" y="9316"/>
                    <a:pt x="134862" y="11732"/>
                  </a:cubicBezTo>
                  <a:cubicBezTo>
                    <a:pt x="131415" y="14529"/>
                    <a:pt x="128149" y="17665"/>
                    <a:pt x="124700" y="20457"/>
                  </a:cubicBezTo>
                  <a:cubicBezTo>
                    <a:pt x="120681" y="23709"/>
                    <a:pt x="116461" y="26565"/>
                    <a:pt x="112085" y="28971"/>
                  </a:cubicBezTo>
                  <a:cubicBezTo>
                    <a:pt x="103869" y="33488"/>
                    <a:pt x="95132" y="36387"/>
                    <a:pt x="86236" y="37674"/>
                  </a:cubicBezTo>
                  <a:cubicBezTo>
                    <a:pt x="82434" y="38224"/>
                    <a:pt x="78620" y="38471"/>
                    <a:pt x="74803" y="38471"/>
                  </a:cubicBezTo>
                  <a:cubicBezTo>
                    <a:pt x="58405" y="38471"/>
                    <a:pt x="41951" y="33908"/>
                    <a:pt x="26125" y="29171"/>
                  </a:cubicBezTo>
                  <a:cubicBezTo>
                    <a:pt x="17408" y="26561"/>
                    <a:pt x="8732" y="23693"/>
                    <a:pt x="0" y="21148"/>
                  </a:cubicBezTo>
                  <a:lnTo>
                    <a:pt x="0" y="30371"/>
                  </a:lnTo>
                  <a:cubicBezTo>
                    <a:pt x="3472" y="33108"/>
                    <a:pt x="7489" y="35009"/>
                    <a:pt x="11115" y="36595"/>
                  </a:cubicBezTo>
                  <a:cubicBezTo>
                    <a:pt x="17532" y="39404"/>
                    <a:pt x="24220" y="41608"/>
                    <a:pt x="30929" y="42938"/>
                  </a:cubicBezTo>
                  <a:cubicBezTo>
                    <a:pt x="38228" y="44386"/>
                    <a:pt x="45630" y="44923"/>
                    <a:pt x="53022" y="44923"/>
                  </a:cubicBezTo>
                  <a:cubicBezTo>
                    <a:pt x="55748" y="44923"/>
                    <a:pt x="58473" y="44850"/>
                    <a:pt x="61191" y="44723"/>
                  </a:cubicBezTo>
                  <a:cubicBezTo>
                    <a:pt x="71533" y="44237"/>
                    <a:pt x="81978" y="43258"/>
                    <a:pt x="92233" y="41498"/>
                  </a:cubicBezTo>
                  <a:cubicBezTo>
                    <a:pt x="102742" y="39694"/>
                    <a:pt x="112661" y="35767"/>
                    <a:pt x="122701" y="31597"/>
                  </a:cubicBezTo>
                  <a:cubicBezTo>
                    <a:pt x="132437" y="27557"/>
                    <a:pt x="142206" y="24207"/>
                    <a:pt x="152521" y="24092"/>
                  </a:cubicBezTo>
                  <a:cubicBezTo>
                    <a:pt x="152754" y="24089"/>
                    <a:pt x="152988" y="24088"/>
                    <a:pt x="153222" y="24088"/>
                  </a:cubicBezTo>
                  <a:cubicBezTo>
                    <a:pt x="163194" y="24088"/>
                    <a:pt x="173100" y="26520"/>
                    <a:pt x="182555" y="30450"/>
                  </a:cubicBezTo>
                  <a:cubicBezTo>
                    <a:pt x="187610" y="32550"/>
                    <a:pt x="192565" y="35025"/>
                    <a:pt x="197604" y="37193"/>
                  </a:cubicBezTo>
                  <a:cubicBezTo>
                    <a:pt x="202625" y="39352"/>
                    <a:pt x="207681" y="41382"/>
                    <a:pt x="212770" y="43265"/>
                  </a:cubicBezTo>
                  <a:cubicBezTo>
                    <a:pt x="219747" y="45846"/>
                    <a:pt x="226825" y="48256"/>
                    <a:pt x="233940" y="50286"/>
                  </a:cubicBezTo>
                  <a:lnTo>
                    <a:pt x="233940" y="34729"/>
                  </a:lnTo>
                  <a:cubicBezTo>
                    <a:pt x="233339" y="34539"/>
                    <a:pt x="232731" y="34368"/>
                    <a:pt x="232112" y="34224"/>
                  </a:cubicBezTo>
                  <a:cubicBezTo>
                    <a:pt x="229270" y="33551"/>
                    <a:pt x="226381" y="33250"/>
                    <a:pt x="223499" y="32996"/>
                  </a:cubicBezTo>
                  <a:cubicBezTo>
                    <a:pt x="219753" y="32668"/>
                    <a:pt x="216005" y="32333"/>
                    <a:pt x="212261" y="31960"/>
                  </a:cubicBezTo>
                  <a:cubicBezTo>
                    <a:pt x="208072" y="31543"/>
                    <a:pt x="203886" y="31089"/>
                    <a:pt x="199705" y="30539"/>
                  </a:cubicBezTo>
                  <a:cubicBezTo>
                    <a:pt x="195713" y="30014"/>
                    <a:pt x="191661" y="29550"/>
                    <a:pt x="187710" y="28635"/>
                  </a:cubicBezTo>
                  <a:cubicBezTo>
                    <a:pt x="184185" y="27821"/>
                    <a:pt x="180587" y="27222"/>
                    <a:pt x="177204" y="25665"/>
                  </a:cubicBezTo>
                  <a:cubicBezTo>
                    <a:pt x="175719" y="24980"/>
                    <a:pt x="173996" y="24080"/>
                    <a:pt x="173054" y="22380"/>
                  </a:cubicBezTo>
                  <a:cubicBezTo>
                    <a:pt x="172381" y="21164"/>
                    <a:pt x="172300" y="19467"/>
                    <a:pt x="173266" y="18466"/>
                  </a:cubicBezTo>
                  <a:cubicBezTo>
                    <a:pt x="174400" y="17293"/>
                    <a:pt x="176205" y="17248"/>
                    <a:pt x="177591" y="17230"/>
                  </a:cubicBezTo>
                  <a:cubicBezTo>
                    <a:pt x="177667" y="17230"/>
                    <a:pt x="177743" y="17229"/>
                    <a:pt x="177820" y="17229"/>
                  </a:cubicBezTo>
                  <a:cubicBezTo>
                    <a:pt x="179957" y="17229"/>
                    <a:pt x="182098" y="17572"/>
                    <a:pt x="184206" y="17983"/>
                  </a:cubicBezTo>
                  <a:cubicBezTo>
                    <a:pt x="186167" y="18365"/>
                    <a:pt x="188113" y="18845"/>
                    <a:pt x="190056" y="19342"/>
                  </a:cubicBezTo>
                  <a:cubicBezTo>
                    <a:pt x="192155" y="19880"/>
                    <a:pt x="194290" y="20178"/>
                    <a:pt x="196416" y="20482"/>
                  </a:cubicBezTo>
                  <a:cubicBezTo>
                    <a:pt x="200378" y="21047"/>
                    <a:pt x="204372" y="21430"/>
                    <a:pt x="208364" y="21430"/>
                  </a:cubicBezTo>
                  <a:cubicBezTo>
                    <a:pt x="209889" y="21430"/>
                    <a:pt x="211413" y="21374"/>
                    <a:pt x="212936" y="21251"/>
                  </a:cubicBezTo>
                  <a:cubicBezTo>
                    <a:pt x="218320" y="20818"/>
                    <a:pt x="223791" y="19532"/>
                    <a:pt x="228641" y="16425"/>
                  </a:cubicBezTo>
                  <a:cubicBezTo>
                    <a:pt x="230586" y="15179"/>
                    <a:pt x="232358" y="13636"/>
                    <a:pt x="233940" y="11842"/>
                  </a:cubicBezTo>
                  <a:lnTo>
                    <a:pt x="233940" y="0"/>
                  </a:ln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88861" y="1234528"/>
              <a:ext cx="5153814" cy="1015564"/>
            </a:xfrm>
            <a:custGeom>
              <a:rect b="b" l="l" r="r" t="t"/>
              <a:pathLst>
                <a:path extrusionOk="0" h="25378" w="128789">
                  <a:moveTo>
                    <a:pt x="125460" y="1"/>
                  </a:moveTo>
                  <a:cubicBezTo>
                    <a:pt x="124112" y="1"/>
                    <a:pt x="122755" y="233"/>
                    <a:pt x="121432" y="495"/>
                  </a:cubicBezTo>
                  <a:cubicBezTo>
                    <a:pt x="117708" y="1235"/>
                    <a:pt x="114038" y="2428"/>
                    <a:pt x="110408" y="3702"/>
                  </a:cubicBezTo>
                  <a:cubicBezTo>
                    <a:pt x="101528" y="6816"/>
                    <a:pt x="92732" y="10293"/>
                    <a:pt x="83787" y="13112"/>
                  </a:cubicBezTo>
                  <a:cubicBezTo>
                    <a:pt x="72182" y="16772"/>
                    <a:pt x="60329" y="19483"/>
                    <a:pt x="48340" y="19746"/>
                  </a:cubicBezTo>
                  <a:cubicBezTo>
                    <a:pt x="47589" y="19762"/>
                    <a:pt x="46838" y="19771"/>
                    <a:pt x="46087" y="19771"/>
                  </a:cubicBezTo>
                  <a:cubicBezTo>
                    <a:pt x="36277" y="19771"/>
                    <a:pt x="26528" y="18319"/>
                    <a:pt x="17277" y="13958"/>
                  </a:cubicBezTo>
                  <a:cubicBezTo>
                    <a:pt x="14817" y="12796"/>
                    <a:pt x="12434" y="11433"/>
                    <a:pt x="10052" y="10038"/>
                  </a:cubicBezTo>
                  <a:cubicBezTo>
                    <a:pt x="7467" y="8528"/>
                    <a:pt x="4765" y="7378"/>
                    <a:pt x="2106" y="6103"/>
                  </a:cubicBezTo>
                  <a:cubicBezTo>
                    <a:pt x="1402" y="5766"/>
                    <a:pt x="699" y="5418"/>
                    <a:pt x="0" y="5056"/>
                  </a:cubicBezTo>
                  <a:lnTo>
                    <a:pt x="0" y="11211"/>
                  </a:lnTo>
                  <a:cubicBezTo>
                    <a:pt x="4701" y="13100"/>
                    <a:pt x="9362" y="15161"/>
                    <a:pt x="14041" y="17090"/>
                  </a:cubicBezTo>
                  <a:cubicBezTo>
                    <a:pt x="16400" y="18063"/>
                    <a:pt x="18775" y="19117"/>
                    <a:pt x="21195" y="19846"/>
                  </a:cubicBezTo>
                  <a:cubicBezTo>
                    <a:pt x="23656" y="20587"/>
                    <a:pt x="26170" y="20896"/>
                    <a:pt x="28695" y="21030"/>
                  </a:cubicBezTo>
                  <a:cubicBezTo>
                    <a:pt x="33506" y="21285"/>
                    <a:pt x="38258" y="21488"/>
                    <a:pt x="43036" y="22348"/>
                  </a:cubicBezTo>
                  <a:cubicBezTo>
                    <a:pt x="47992" y="23241"/>
                    <a:pt x="52914" y="24461"/>
                    <a:pt x="57900" y="25055"/>
                  </a:cubicBezTo>
                  <a:cubicBezTo>
                    <a:pt x="59669" y="25266"/>
                    <a:pt x="61430" y="25377"/>
                    <a:pt x="63185" y="25377"/>
                  </a:cubicBezTo>
                  <a:cubicBezTo>
                    <a:pt x="66528" y="25377"/>
                    <a:pt x="69851" y="24974"/>
                    <a:pt x="73168" y="24091"/>
                  </a:cubicBezTo>
                  <a:cubicBezTo>
                    <a:pt x="82572" y="21585"/>
                    <a:pt x="91311" y="16379"/>
                    <a:pt x="100290" y="12209"/>
                  </a:cubicBezTo>
                  <a:cubicBezTo>
                    <a:pt x="102551" y="11159"/>
                    <a:pt x="104832" y="10174"/>
                    <a:pt x="107142" y="9317"/>
                  </a:cubicBezTo>
                  <a:cubicBezTo>
                    <a:pt x="109515" y="8437"/>
                    <a:pt x="111919" y="7831"/>
                    <a:pt x="114326" y="7132"/>
                  </a:cubicBezTo>
                  <a:cubicBezTo>
                    <a:pt x="119263" y="5699"/>
                    <a:pt x="123997" y="3389"/>
                    <a:pt x="128789" y="1350"/>
                  </a:cubicBezTo>
                  <a:cubicBezTo>
                    <a:pt x="128436" y="255"/>
                    <a:pt x="127130" y="101"/>
                    <a:pt x="126329" y="35"/>
                  </a:cubicBezTo>
                  <a:cubicBezTo>
                    <a:pt x="126040" y="12"/>
                    <a:pt x="125750" y="1"/>
                    <a:pt x="125460"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89101" y="3200694"/>
              <a:ext cx="949935" cy="459281"/>
            </a:xfrm>
            <a:custGeom>
              <a:rect b="b" l="l" r="r" t="t"/>
              <a:pathLst>
                <a:path extrusionOk="0" h="11477" w="23738">
                  <a:moveTo>
                    <a:pt x="0" y="0"/>
                  </a:moveTo>
                  <a:lnTo>
                    <a:pt x="0" y="7277"/>
                  </a:lnTo>
                  <a:cubicBezTo>
                    <a:pt x="3475" y="8436"/>
                    <a:pt x="6937" y="9675"/>
                    <a:pt x="10474" y="10467"/>
                  </a:cubicBezTo>
                  <a:cubicBezTo>
                    <a:pt x="12599" y="10942"/>
                    <a:pt x="14945" y="11477"/>
                    <a:pt x="17230" y="11477"/>
                  </a:cubicBezTo>
                  <a:cubicBezTo>
                    <a:pt x="18607" y="11477"/>
                    <a:pt x="19963" y="11282"/>
                    <a:pt x="21233" y="10762"/>
                  </a:cubicBezTo>
                  <a:cubicBezTo>
                    <a:pt x="22964" y="10052"/>
                    <a:pt x="23737" y="8373"/>
                    <a:pt x="22783" y="6233"/>
                  </a:cubicBezTo>
                  <a:cubicBezTo>
                    <a:pt x="21854" y="4148"/>
                    <a:pt x="19780" y="3350"/>
                    <a:pt x="18049" y="2892"/>
                  </a:cubicBezTo>
                  <a:cubicBezTo>
                    <a:pt x="14044" y="1834"/>
                    <a:pt x="9964" y="2398"/>
                    <a:pt x="5923" y="1958"/>
                  </a:cubicBezTo>
                  <a:cubicBezTo>
                    <a:pt x="3848" y="1734"/>
                    <a:pt x="1868" y="1036"/>
                    <a:pt x="0"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89101" y="1559514"/>
              <a:ext cx="9361814" cy="2217890"/>
            </a:xfrm>
            <a:custGeom>
              <a:rect b="b" l="l" r="r" t="t"/>
              <a:pathLst>
                <a:path extrusionOk="0" h="55423" w="233943">
                  <a:moveTo>
                    <a:pt x="144772" y="1"/>
                  </a:moveTo>
                  <a:cubicBezTo>
                    <a:pt x="142102" y="1"/>
                    <a:pt x="139431" y="96"/>
                    <a:pt x="136766" y="286"/>
                  </a:cubicBezTo>
                  <a:cubicBezTo>
                    <a:pt x="128012" y="909"/>
                    <a:pt x="119276" y="2552"/>
                    <a:pt x="110812" y="5489"/>
                  </a:cubicBezTo>
                  <a:cubicBezTo>
                    <a:pt x="106624" y="6944"/>
                    <a:pt x="102575" y="8874"/>
                    <a:pt x="98468" y="10653"/>
                  </a:cubicBezTo>
                  <a:cubicBezTo>
                    <a:pt x="93953" y="12609"/>
                    <a:pt x="89399" y="14424"/>
                    <a:pt x="84794" y="16010"/>
                  </a:cubicBezTo>
                  <a:cubicBezTo>
                    <a:pt x="74251" y="19642"/>
                    <a:pt x="63428" y="21981"/>
                    <a:pt x="52620" y="21981"/>
                  </a:cubicBezTo>
                  <a:cubicBezTo>
                    <a:pt x="45059" y="21981"/>
                    <a:pt x="37505" y="20836"/>
                    <a:pt x="30059" y="18189"/>
                  </a:cubicBezTo>
                  <a:cubicBezTo>
                    <a:pt x="25579" y="16596"/>
                    <a:pt x="21178" y="14667"/>
                    <a:pt x="16828" y="12578"/>
                  </a:cubicBezTo>
                  <a:cubicBezTo>
                    <a:pt x="12514" y="10509"/>
                    <a:pt x="8272" y="8266"/>
                    <a:pt x="3815" y="6712"/>
                  </a:cubicBezTo>
                  <a:cubicBezTo>
                    <a:pt x="2549" y="6272"/>
                    <a:pt x="1276" y="5888"/>
                    <a:pt x="0" y="5548"/>
                  </a:cubicBezTo>
                  <a:lnTo>
                    <a:pt x="0" y="23614"/>
                  </a:lnTo>
                  <a:cubicBezTo>
                    <a:pt x="12657" y="29572"/>
                    <a:pt x="26166" y="33013"/>
                    <a:pt x="39600" y="33024"/>
                  </a:cubicBezTo>
                  <a:cubicBezTo>
                    <a:pt x="39625" y="33024"/>
                    <a:pt x="39649" y="33024"/>
                    <a:pt x="39674" y="33024"/>
                  </a:cubicBezTo>
                  <a:cubicBezTo>
                    <a:pt x="43920" y="33024"/>
                    <a:pt x="48167" y="32654"/>
                    <a:pt x="52367" y="31843"/>
                  </a:cubicBezTo>
                  <a:cubicBezTo>
                    <a:pt x="54553" y="31420"/>
                    <a:pt x="56709" y="30737"/>
                    <a:pt x="58881" y="30217"/>
                  </a:cubicBezTo>
                  <a:cubicBezTo>
                    <a:pt x="61539" y="29579"/>
                    <a:pt x="64252" y="29008"/>
                    <a:pt x="66965" y="29005"/>
                  </a:cubicBezTo>
                  <a:cubicBezTo>
                    <a:pt x="66982" y="29005"/>
                    <a:pt x="66999" y="29005"/>
                    <a:pt x="67017" y="29005"/>
                  </a:cubicBezTo>
                  <a:cubicBezTo>
                    <a:pt x="68762" y="29005"/>
                    <a:pt x="71102" y="29156"/>
                    <a:pt x="72309" y="31005"/>
                  </a:cubicBezTo>
                  <a:cubicBezTo>
                    <a:pt x="73261" y="32464"/>
                    <a:pt x="73035" y="34779"/>
                    <a:pt x="72433" y="36381"/>
                  </a:cubicBezTo>
                  <a:cubicBezTo>
                    <a:pt x="71760" y="38175"/>
                    <a:pt x="70452" y="39418"/>
                    <a:pt x="69067" y="40261"/>
                  </a:cubicBezTo>
                  <a:cubicBezTo>
                    <a:pt x="65139" y="42655"/>
                    <a:pt x="60371" y="42850"/>
                    <a:pt x="56096" y="42852"/>
                  </a:cubicBezTo>
                  <a:cubicBezTo>
                    <a:pt x="56089" y="42852"/>
                    <a:pt x="56082" y="42852"/>
                    <a:pt x="56075" y="42852"/>
                  </a:cubicBezTo>
                  <a:cubicBezTo>
                    <a:pt x="46902" y="42852"/>
                    <a:pt x="37792" y="41022"/>
                    <a:pt x="28834" y="38660"/>
                  </a:cubicBezTo>
                  <a:cubicBezTo>
                    <a:pt x="19225" y="36125"/>
                    <a:pt x="9684" y="33151"/>
                    <a:pt x="0" y="31087"/>
                  </a:cubicBezTo>
                  <a:lnTo>
                    <a:pt x="0" y="40459"/>
                  </a:lnTo>
                  <a:cubicBezTo>
                    <a:pt x="415" y="40687"/>
                    <a:pt x="838" y="40900"/>
                    <a:pt x="1269" y="41094"/>
                  </a:cubicBezTo>
                  <a:cubicBezTo>
                    <a:pt x="3834" y="42246"/>
                    <a:pt x="6360" y="42550"/>
                    <a:pt x="9049" y="42595"/>
                  </a:cubicBezTo>
                  <a:cubicBezTo>
                    <a:pt x="11321" y="42632"/>
                    <a:pt x="13601" y="42650"/>
                    <a:pt x="15862" y="42966"/>
                  </a:cubicBezTo>
                  <a:cubicBezTo>
                    <a:pt x="17766" y="43232"/>
                    <a:pt x="19811" y="43645"/>
                    <a:pt x="21476" y="44925"/>
                  </a:cubicBezTo>
                  <a:cubicBezTo>
                    <a:pt x="22689" y="45858"/>
                    <a:pt x="23822" y="47631"/>
                    <a:pt x="23620" y="49546"/>
                  </a:cubicBezTo>
                  <a:cubicBezTo>
                    <a:pt x="23450" y="51198"/>
                    <a:pt x="22153" y="51995"/>
                    <a:pt x="21013" y="52388"/>
                  </a:cubicBezTo>
                  <a:cubicBezTo>
                    <a:pt x="19769" y="52816"/>
                    <a:pt x="18468" y="52983"/>
                    <a:pt x="17149" y="52983"/>
                  </a:cubicBezTo>
                  <a:cubicBezTo>
                    <a:pt x="14678" y="52983"/>
                    <a:pt x="12147" y="52396"/>
                    <a:pt x="9822" y="51845"/>
                  </a:cubicBezTo>
                  <a:cubicBezTo>
                    <a:pt x="6510" y="51059"/>
                    <a:pt x="3259" y="49899"/>
                    <a:pt x="0" y="48810"/>
                  </a:cubicBezTo>
                  <a:lnTo>
                    <a:pt x="0" y="54602"/>
                  </a:lnTo>
                  <a:cubicBezTo>
                    <a:pt x="5036" y="55007"/>
                    <a:pt x="10079" y="55225"/>
                    <a:pt x="15119" y="55348"/>
                  </a:cubicBezTo>
                  <a:cubicBezTo>
                    <a:pt x="17082" y="55396"/>
                    <a:pt x="19048" y="55423"/>
                    <a:pt x="21015" y="55423"/>
                  </a:cubicBezTo>
                  <a:cubicBezTo>
                    <a:pt x="29997" y="55423"/>
                    <a:pt x="38994" y="54866"/>
                    <a:pt x="47880" y="53219"/>
                  </a:cubicBezTo>
                  <a:cubicBezTo>
                    <a:pt x="52943" y="52282"/>
                    <a:pt x="58028" y="51048"/>
                    <a:pt x="62912" y="49101"/>
                  </a:cubicBezTo>
                  <a:cubicBezTo>
                    <a:pt x="67581" y="47240"/>
                    <a:pt x="72025" y="44594"/>
                    <a:pt x="76326" y="41657"/>
                  </a:cubicBezTo>
                  <a:cubicBezTo>
                    <a:pt x="84683" y="35949"/>
                    <a:pt x="92557" y="29085"/>
                    <a:pt x="101261" y="24207"/>
                  </a:cubicBezTo>
                  <a:cubicBezTo>
                    <a:pt x="110109" y="19249"/>
                    <a:pt x="119692" y="17446"/>
                    <a:pt x="129288" y="16670"/>
                  </a:cubicBezTo>
                  <a:cubicBezTo>
                    <a:pt x="132649" y="16399"/>
                    <a:pt x="136013" y="16271"/>
                    <a:pt x="139377" y="16271"/>
                  </a:cubicBezTo>
                  <a:cubicBezTo>
                    <a:pt x="157478" y="16271"/>
                    <a:pt x="175585" y="19963"/>
                    <a:pt x="193212" y="24804"/>
                  </a:cubicBezTo>
                  <a:cubicBezTo>
                    <a:pt x="203630" y="27665"/>
                    <a:pt x="214279" y="30372"/>
                    <a:pt x="224304" y="35040"/>
                  </a:cubicBezTo>
                  <a:cubicBezTo>
                    <a:pt x="227597" y="36575"/>
                    <a:pt x="230795" y="38437"/>
                    <a:pt x="233942" y="40411"/>
                  </a:cubicBezTo>
                  <a:lnTo>
                    <a:pt x="233942" y="31703"/>
                  </a:lnTo>
                  <a:cubicBezTo>
                    <a:pt x="228231" y="27859"/>
                    <a:pt x="222155" y="24807"/>
                    <a:pt x="216214" y="21705"/>
                  </a:cubicBezTo>
                  <a:cubicBezTo>
                    <a:pt x="207456" y="17134"/>
                    <a:pt x="198525" y="13002"/>
                    <a:pt x="189487" y="9410"/>
                  </a:cubicBezTo>
                  <a:cubicBezTo>
                    <a:pt x="180687" y="5912"/>
                    <a:pt x="171778" y="2926"/>
                    <a:pt x="162615" y="1437"/>
                  </a:cubicBezTo>
                  <a:cubicBezTo>
                    <a:pt x="156702" y="476"/>
                    <a:pt x="150736" y="1"/>
                    <a:pt x="144772"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4312517" y="2474126"/>
              <a:ext cx="4960169" cy="2176352"/>
            </a:xfrm>
            <a:custGeom>
              <a:rect b="b" l="l" r="r" t="t"/>
              <a:pathLst>
                <a:path extrusionOk="0" h="54385" w="123950">
                  <a:moveTo>
                    <a:pt x="25687" y="0"/>
                  </a:moveTo>
                  <a:cubicBezTo>
                    <a:pt x="25613" y="0"/>
                    <a:pt x="25540" y="0"/>
                    <a:pt x="25467" y="0"/>
                  </a:cubicBezTo>
                  <a:cubicBezTo>
                    <a:pt x="22189" y="8"/>
                    <a:pt x="18895" y="286"/>
                    <a:pt x="15653" y="893"/>
                  </a:cubicBezTo>
                  <a:cubicBezTo>
                    <a:pt x="12106" y="1558"/>
                    <a:pt x="8455" y="2579"/>
                    <a:pt x="5276" y="4757"/>
                  </a:cubicBezTo>
                  <a:cubicBezTo>
                    <a:pt x="2358" y="6754"/>
                    <a:pt x="1" y="10011"/>
                    <a:pt x="133" y="14446"/>
                  </a:cubicBezTo>
                  <a:cubicBezTo>
                    <a:pt x="289" y="19675"/>
                    <a:pt x="3866" y="23250"/>
                    <a:pt x="7286" y="25363"/>
                  </a:cubicBezTo>
                  <a:cubicBezTo>
                    <a:pt x="11223" y="27796"/>
                    <a:pt x="15408" y="28684"/>
                    <a:pt x="19651" y="28684"/>
                  </a:cubicBezTo>
                  <a:cubicBezTo>
                    <a:pt x="25154" y="28684"/>
                    <a:pt x="30756" y="27191"/>
                    <a:pt x="36046" y="25632"/>
                  </a:cubicBezTo>
                  <a:cubicBezTo>
                    <a:pt x="41465" y="24035"/>
                    <a:pt x="46862" y="22167"/>
                    <a:pt x="52380" y="21177"/>
                  </a:cubicBezTo>
                  <a:cubicBezTo>
                    <a:pt x="56587" y="20424"/>
                    <a:pt x="60828" y="20023"/>
                    <a:pt x="65073" y="20023"/>
                  </a:cubicBezTo>
                  <a:cubicBezTo>
                    <a:pt x="66363" y="20023"/>
                    <a:pt x="67654" y="20060"/>
                    <a:pt x="68944" y="20135"/>
                  </a:cubicBezTo>
                  <a:cubicBezTo>
                    <a:pt x="79965" y="20783"/>
                    <a:pt x="90870" y="24103"/>
                    <a:pt x="100937" y="29809"/>
                  </a:cubicBezTo>
                  <a:cubicBezTo>
                    <a:pt x="105755" y="32540"/>
                    <a:pt x="110519" y="35684"/>
                    <a:pt x="114557" y="40038"/>
                  </a:cubicBezTo>
                  <a:cubicBezTo>
                    <a:pt x="118056" y="43811"/>
                    <a:pt x="120978" y="48359"/>
                    <a:pt x="123419" y="53277"/>
                  </a:cubicBezTo>
                  <a:cubicBezTo>
                    <a:pt x="123600" y="53644"/>
                    <a:pt x="123773" y="54016"/>
                    <a:pt x="123950" y="54384"/>
                  </a:cubicBezTo>
                  <a:lnTo>
                    <a:pt x="123950" y="30590"/>
                  </a:lnTo>
                  <a:cubicBezTo>
                    <a:pt x="115011" y="23740"/>
                    <a:pt x="104675" y="20070"/>
                    <a:pt x="94699" y="16430"/>
                  </a:cubicBezTo>
                  <a:cubicBezTo>
                    <a:pt x="83278" y="12265"/>
                    <a:pt x="71945" y="7950"/>
                    <a:pt x="60279" y="4996"/>
                  </a:cubicBezTo>
                  <a:cubicBezTo>
                    <a:pt x="48938" y="2125"/>
                    <a:pt x="37275" y="0"/>
                    <a:pt x="25687"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89101" y="3255999"/>
              <a:ext cx="4579363" cy="1972262"/>
            </a:xfrm>
            <a:custGeom>
              <a:rect b="b" l="l" r="r" t="t"/>
              <a:pathLst>
                <a:path extrusionOk="0" h="49285" w="114434">
                  <a:moveTo>
                    <a:pt x="97111" y="0"/>
                  </a:moveTo>
                  <a:cubicBezTo>
                    <a:pt x="92375" y="0"/>
                    <a:pt x="88229" y="4066"/>
                    <a:pt x="85079" y="8725"/>
                  </a:cubicBezTo>
                  <a:cubicBezTo>
                    <a:pt x="81036" y="14698"/>
                    <a:pt x="78056" y="22263"/>
                    <a:pt x="72346" y="26006"/>
                  </a:cubicBezTo>
                  <a:cubicBezTo>
                    <a:pt x="69011" y="28192"/>
                    <a:pt x="65286" y="29191"/>
                    <a:pt x="61597" y="29874"/>
                  </a:cubicBezTo>
                  <a:cubicBezTo>
                    <a:pt x="57172" y="30696"/>
                    <a:pt x="52733" y="31343"/>
                    <a:pt x="48270" y="31736"/>
                  </a:cubicBezTo>
                  <a:cubicBezTo>
                    <a:pt x="43819" y="32127"/>
                    <a:pt x="39334" y="32342"/>
                    <a:pt x="34849" y="32342"/>
                  </a:cubicBezTo>
                  <a:cubicBezTo>
                    <a:pt x="29827" y="32342"/>
                    <a:pt x="24804" y="32073"/>
                    <a:pt x="19828" y="31484"/>
                  </a:cubicBezTo>
                  <a:cubicBezTo>
                    <a:pt x="13156" y="30694"/>
                    <a:pt x="6527" y="29288"/>
                    <a:pt x="0" y="27342"/>
                  </a:cubicBezTo>
                  <a:lnTo>
                    <a:pt x="0" y="45284"/>
                  </a:lnTo>
                  <a:cubicBezTo>
                    <a:pt x="0" y="47494"/>
                    <a:pt x="1415" y="49285"/>
                    <a:pt x="3161" y="49285"/>
                  </a:cubicBezTo>
                  <a:lnTo>
                    <a:pt x="54554" y="49285"/>
                  </a:lnTo>
                  <a:cubicBezTo>
                    <a:pt x="57524" y="43691"/>
                    <a:pt x="61460" y="38933"/>
                    <a:pt x="66165" y="35699"/>
                  </a:cubicBezTo>
                  <a:cubicBezTo>
                    <a:pt x="74007" y="30307"/>
                    <a:pt x="82814" y="29860"/>
                    <a:pt x="91444" y="28199"/>
                  </a:cubicBezTo>
                  <a:cubicBezTo>
                    <a:pt x="94850" y="27544"/>
                    <a:pt x="98284" y="26656"/>
                    <a:pt x="101576" y="25345"/>
                  </a:cubicBezTo>
                  <a:cubicBezTo>
                    <a:pt x="104402" y="24220"/>
                    <a:pt x="107468" y="22637"/>
                    <a:pt x="109397" y="19658"/>
                  </a:cubicBezTo>
                  <a:cubicBezTo>
                    <a:pt x="114434" y="11884"/>
                    <a:pt x="106261" y="3395"/>
                    <a:pt x="100927" y="890"/>
                  </a:cubicBezTo>
                  <a:cubicBezTo>
                    <a:pt x="99620" y="276"/>
                    <a:pt x="98345" y="0"/>
                    <a:pt x="9711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2774626" y="4515847"/>
              <a:ext cx="4319449" cy="712432"/>
            </a:xfrm>
            <a:custGeom>
              <a:rect b="b" l="l" r="r" t="t"/>
              <a:pathLst>
                <a:path extrusionOk="0" h="17803" w="107939">
                  <a:moveTo>
                    <a:pt x="27543" y="0"/>
                  </a:moveTo>
                  <a:cubicBezTo>
                    <a:pt x="27240" y="0"/>
                    <a:pt x="26937" y="6"/>
                    <a:pt x="26634" y="18"/>
                  </a:cubicBezTo>
                  <a:cubicBezTo>
                    <a:pt x="24027" y="121"/>
                    <a:pt x="21392" y="745"/>
                    <a:pt x="19094" y="2364"/>
                  </a:cubicBezTo>
                  <a:cubicBezTo>
                    <a:pt x="18481" y="2797"/>
                    <a:pt x="16577" y="4050"/>
                    <a:pt x="17537" y="5118"/>
                  </a:cubicBezTo>
                  <a:cubicBezTo>
                    <a:pt x="18117" y="5762"/>
                    <a:pt x="19161" y="5928"/>
                    <a:pt x="19890" y="6091"/>
                  </a:cubicBezTo>
                  <a:cubicBezTo>
                    <a:pt x="23855" y="6979"/>
                    <a:pt x="27949" y="6569"/>
                    <a:pt x="31949" y="6998"/>
                  </a:cubicBezTo>
                  <a:cubicBezTo>
                    <a:pt x="35180" y="7344"/>
                    <a:pt x="39652" y="7834"/>
                    <a:pt x="41798" y="11379"/>
                  </a:cubicBezTo>
                  <a:cubicBezTo>
                    <a:pt x="41873" y="11504"/>
                    <a:pt x="41874" y="11697"/>
                    <a:pt x="41748" y="11777"/>
                  </a:cubicBezTo>
                  <a:cubicBezTo>
                    <a:pt x="40684" y="12461"/>
                    <a:pt x="39488" y="12703"/>
                    <a:pt x="38262" y="12703"/>
                  </a:cubicBezTo>
                  <a:cubicBezTo>
                    <a:pt x="36542" y="12703"/>
                    <a:pt x="34763" y="12227"/>
                    <a:pt x="33207" y="11823"/>
                  </a:cubicBezTo>
                  <a:cubicBezTo>
                    <a:pt x="31601" y="11407"/>
                    <a:pt x="30013" y="10894"/>
                    <a:pt x="28412" y="10466"/>
                  </a:cubicBezTo>
                  <a:cubicBezTo>
                    <a:pt x="26593" y="9980"/>
                    <a:pt x="24742" y="9711"/>
                    <a:pt x="22919" y="9248"/>
                  </a:cubicBezTo>
                  <a:cubicBezTo>
                    <a:pt x="18811" y="8207"/>
                    <a:pt x="14751" y="6811"/>
                    <a:pt x="10581" y="6185"/>
                  </a:cubicBezTo>
                  <a:cubicBezTo>
                    <a:pt x="9499" y="6023"/>
                    <a:pt x="8286" y="5852"/>
                    <a:pt x="7075" y="5852"/>
                  </a:cubicBezTo>
                  <a:cubicBezTo>
                    <a:pt x="5505" y="5852"/>
                    <a:pt x="3938" y="6139"/>
                    <a:pt x="2667" y="7101"/>
                  </a:cubicBezTo>
                  <a:cubicBezTo>
                    <a:pt x="702" y="8588"/>
                    <a:pt x="1" y="12230"/>
                    <a:pt x="827" y="14868"/>
                  </a:cubicBezTo>
                  <a:cubicBezTo>
                    <a:pt x="1191" y="16035"/>
                    <a:pt x="1835" y="16995"/>
                    <a:pt x="2588" y="17803"/>
                  </a:cubicBezTo>
                  <a:lnTo>
                    <a:pt x="107349" y="17803"/>
                  </a:lnTo>
                  <a:cubicBezTo>
                    <a:pt x="107939" y="14229"/>
                    <a:pt x="104542" y="9947"/>
                    <a:pt x="102361" y="8404"/>
                  </a:cubicBezTo>
                  <a:cubicBezTo>
                    <a:pt x="99751" y="6560"/>
                    <a:pt x="96718" y="5974"/>
                    <a:pt x="93716" y="5974"/>
                  </a:cubicBezTo>
                  <a:cubicBezTo>
                    <a:pt x="92496" y="5974"/>
                    <a:pt x="91282" y="6070"/>
                    <a:pt x="90103" y="6219"/>
                  </a:cubicBezTo>
                  <a:cubicBezTo>
                    <a:pt x="87978" y="6486"/>
                    <a:pt x="85895" y="7048"/>
                    <a:pt x="83786" y="7444"/>
                  </a:cubicBezTo>
                  <a:cubicBezTo>
                    <a:pt x="81051" y="7961"/>
                    <a:pt x="78295" y="8278"/>
                    <a:pt x="75534" y="8442"/>
                  </a:cubicBezTo>
                  <a:cubicBezTo>
                    <a:pt x="74026" y="8532"/>
                    <a:pt x="72516" y="8576"/>
                    <a:pt x="71005" y="8576"/>
                  </a:cubicBezTo>
                  <a:cubicBezTo>
                    <a:pt x="66567" y="8576"/>
                    <a:pt x="62125" y="8194"/>
                    <a:pt x="57730" y="7447"/>
                  </a:cubicBezTo>
                  <a:cubicBezTo>
                    <a:pt x="52546" y="6565"/>
                    <a:pt x="47524" y="4962"/>
                    <a:pt x="42478" y="3264"/>
                  </a:cubicBezTo>
                  <a:cubicBezTo>
                    <a:pt x="37619" y="1632"/>
                    <a:pt x="32605" y="0"/>
                    <a:pt x="27543"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8048796" y="4511685"/>
              <a:ext cx="658408" cy="716833"/>
            </a:xfrm>
            <a:custGeom>
              <a:rect b="b" l="l" r="r" t="t"/>
              <a:pathLst>
                <a:path extrusionOk="0" h="17913" w="16453">
                  <a:moveTo>
                    <a:pt x="3031" y="0"/>
                  </a:moveTo>
                  <a:cubicBezTo>
                    <a:pt x="3004" y="0"/>
                    <a:pt x="2977" y="1"/>
                    <a:pt x="2950" y="2"/>
                  </a:cubicBezTo>
                  <a:cubicBezTo>
                    <a:pt x="1" y="132"/>
                    <a:pt x="2474" y="3624"/>
                    <a:pt x="3374" y="4819"/>
                  </a:cubicBezTo>
                  <a:cubicBezTo>
                    <a:pt x="5353" y="7446"/>
                    <a:pt x="8065" y="13097"/>
                    <a:pt x="8485" y="17912"/>
                  </a:cubicBezTo>
                  <a:lnTo>
                    <a:pt x="16452" y="17912"/>
                  </a:lnTo>
                  <a:cubicBezTo>
                    <a:pt x="15488" y="16742"/>
                    <a:pt x="14559" y="15523"/>
                    <a:pt x="13682" y="14232"/>
                  </a:cubicBezTo>
                  <a:cubicBezTo>
                    <a:pt x="11356" y="10805"/>
                    <a:pt x="9597" y="6836"/>
                    <a:pt x="7171" y="3507"/>
                  </a:cubicBezTo>
                  <a:cubicBezTo>
                    <a:pt x="6176" y="2144"/>
                    <a:pt x="4651" y="0"/>
                    <a:pt x="303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4946282" y="3681071"/>
              <a:ext cx="4326332" cy="1547277"/>
            </a:xfrm>
            <a:custGeom>
              <a:rect b="b" l="l" r="r" t="t"/>
              <a:pathLst>
                <a:path extrusionOk="0" h="38665" w="108111">
                  <a:moveTo>
                    <a:pt x="45814" y="1"/>
                  </a:moveTo>
                  <a:cubicBezTo>
                    <a:pt x="35137" y="1"/>
                    <a:pt x="24388" y="2076"/>
                    <a:pt x="14090" y="5571"/>
                  </a:cubicBezTo>
                  <a:cubicBezTo>
                    <a:pt x="10624" y="6748"/>
                    <a:pt x="7061" y="8059"/>
                    <a:pt x="3946" y="10366"/>
                  </a:cubicBezTo>
                  <a:cubicBezTo>
                    <a:pt x="2615" y="11352"/>
                    <a:pt x="1078" y="12695"/>
                    <a:pt x="565" y="14641"/>
                  </a:cubicBezTo>
                  <a:cubicBezTo>
                    <a:pt x="1" y="16782"/>
                    <a:pt x="1151" y="18845"/>
                    <a:pt x="2414" y="20142"/>
                  </a:cubicBezTo>
                  <a:cubicBezTo>
                    <a:pt x="4524" y="22313"/>
                    <a:pt x="7328" y="22930"/>
                    <a:pt x="10110" y="22930"/>
                  </a:cubicBezTo>
                  <a:cubicBezTo>
                    <a:pt x="11691" y="22930"/>
                    <a:pt x="13266" y="22730"/>
                    <a:pt x="14702" y="22504"/>
                  </a:cubicBezTo>
                  <a:cubicBezTo>
                    <a:pt x="19304" y="21780"/>
                    <a:pt x="23791" y="20252"/>
                    <a:pt x="28307" y="18979"/>
                  </a:cubicBezTo>
                  <a:cubicBezTo>
                    <a:pt x="31469" y="18088"/>
                    <a:pt x="34583" y="17727"/>
                    <a:pt x="37812" y="17553"/>
                  </a:cubicBezTo>
                  <a:cubicBezTo>
                    <a:pt x="39567" y="17460"/>
                    <a:pt x="41324" y="17409"/>
                    <a:pt x="43081" y="17409"/>
                  </a:cubicBezTo>
                  <a:cubicBezTo>
                    <a:pt x="45289" y="17409"/>
                    <a:pt x="47497" y="17490"/>
                    <a:pt x="49701" y="17670"/>
                  </a:cubicBezTo>
                  <a:cubicBezTo>
                    <a:pt x="53900" y="18013"/>
                    <a:pt x="58120" y="18692"/>
                    <a:pt x="62182" y="20121"/>
                  </a:cubicBezTo>
                  <a:cubicBezTo>
                    <a:pt x="65643" y="21338"/>
                    <a:pt x="69140" y="23140"/>
                    <a:pt x="71836" y="26229"/>
                  </a:cubicBezTo>
                  <a:cubicBezTo>
                    <a:pt x="74556" y="29344"/>
                    <a:pt x="76197" y="34210"/>
                    <a:pt x="75759" y="38664"/>
                  </a:cubicBezTo>
                  <a:lnTo>
                    <a:pt x="85535" y="38664"/>
                  </a:lnTo>
                  <a:cubicBezTo>
                    <a:pt x="85296" y="35981"/>
                    <a:pt x="84353" y="33119"/>
                    <a:pt x="83500" y="31067"/>
                  </a:cubicBezTo>
                  <a:cubicBezTo>
                    <a:pt x="82723" y="29197"/>
                    <a:pt x="81831" y="27538"/>
                    <a:pt x="80681" y="26012"/>
                  </a:cubicBezTo>
                  <a:cubicBezTo>
                    <a:pt x="79935" y="25023"/>
                    <a:pt x="78306" y="23246"/>
                    <a:pt x="78633" y="21650"/>
                  </a:cubicBezTo>
                  <a:cubicBezTo>
                    <a:pt x="78840" y="20643"/>
                    <a:pt x="79649" y="20281"/>
                    <a:pt x="80449" y="20281"/>
                  </a:cubicBezTo>
                  <a:cubicBezTo>
                    <a:pt x="80893" y="20281"/>
                    <a:pt x="81334" y="20392"/>
                    <a:pt x="81670" y="20567"/>
                  </a:cubicBezTo>
                  <a:cubicBezTo>
                    <a:pt x="83214" y="21372"/>
                    <a:pt x="84460" y="23111"/>
                    <a:pt x="85532" y="24674"/>
                  </a:cubicBezTo>
                  <a:cubicBezTo>
                    <a:pt x="88081" y="28395"/>
                    <a:pt x="90008" y="32694"/>
                    <a:pt x="92680" y="36288"/>
                  </a:cubicBezTo>
                  <a:cubicBezTo>
                    <a:pt x="93289" y="37105"/>
                    <a:pt x="93919" y="37895"/>
                    <a:pt x="94562" y="38663"/>
                  </a:cubicBezTo>
                  <a:lnTo>
                    <a:pt x="104952" y="38663"/>
                  </a:lnTo>
                  <a:cubicBezTo>
                    <a:pt x="106677" y="38663"/>
                    <a:pt x="108077" y="36912"/>
                    <a:pt x="108110" y="34738"/>
                  </a:cubicBezTo>
                  <a:cubicBezTo>
                    <a:pt x="104684" y="32047"/>
                    <a:pt x="101346" y="29175"/>
                    <a:pt x="98018" y="26250"/>
                  </a:cubicBezTo>
                  <a:cubicBezTo>
                    <a:pt x="92264" y="21194"/>
                    <a:pt x="86645" y="15791"/>
                    <a:pt x="80705" y="11085"/>
                  </a:cubicBezTo>
                  <a:cubicBezTo>
                    <a:pt x="70628" y="3099"/>
                    <a:pt x="58598" y="156"/>
                    <a:pt x="46845" y="7"/>
                  </a:cubicBezTo>
                  <a:cubicBezTo>
                    <a:pt x="46501" y="3"/>
                    <a:pt x="46158" y="1"/>
                    <a:pt x="45814"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5076700" y="-2354598"/>
              <a:ext cx="4335896" cy="796099"/>
            </a:xfrm>
            <a:custGeom>
              <a:rect b="b" l="l" r="r" t="t"/>
              <a:pathLst>
                <a:path extrusionOk="0" h="27758" w="108350">
                  <a:moveTo>
                    <a:pt x="51648" y="1"/>
                  </a:moveTo>
                  <a:cubicBezTo>
                    <a:pt x="50846" y="407"/>
                    <a:pt x="50018" y="729"/>
                    <a:pt x="49203" y="1014"/>
                  </a:cubicBezTo>
                  <a:cubicBezTo>
                    <a:pt x="42065" y="3506"/>
                    <a:pt x="34586" y="3501"/>
                    <a:pt x="27241" y="3584"/>
                  </a:cubicBezTo>
                  <a:cubicBezTo>
                    <a:pt x="20757" y="3656"/>
                    <a:pt x="14163" y="3777"/>
                    <a:pt x="7797" y="5515"/>
                  </a:cubicBezTo>
                  <a:cubicBezTo>
                    <a:pt x="5715" y="6083"/>
                    <a:pt x="3438" y="6902"/>
                    <a:pt x="1858" y="8814"/>
                  </a:cubicBezTo>
                  <a:cubicBezTo>
                    <a:pt x="0" y="11058"/>
                    <a:pt x="83" y="14195"/>
                    <a:pt x="776" y="17107"/>
                  </a:cubicBezTo>
                  <a:cubicBezTo>
                    <a:pt x="2438" y="24097"/>
                    <a:pt x="7861" y="27758"/>
                    <a:pt x="13371" y="27758"/>
                  </a:cubicBezTo>
                  <a:cubicBezTo>
                    <a:pt x="13681" y="27758"/>
                    <a:pt x="13992" y="27746"/>
                    <a:pt x="14303" y="27723"/>
                  </a:cubicBezTo>
                  <a:cubicBezTo>
                    <a:pt x="20922" y="27226"/>
                    <a:pt x="26485" y="22282"/>
                    <a:pt x="32673" y="19847"/>
                  </a:cubicBezTo>
                  <a:cubicBezTo>
                    <a:pt x="36195" y="18461"/>
                    <a:pt x="39879" y="17578"/>
                    <a:pt x="43501" y="16728"/>
                  </a:cubicBezTo>
                  <a:cubicBezTo>
                    <a:pt x="47244" y="15849"/>
                    <a:pt x="51012" y="15131"/>
                    <a:pt x="54789" y="14515"/>
                  </a:cubicBezTo>
                  <a:cubicBezTo>
                    <a:pt x="62223" y="13302"/>
                    <a:pt x="69695" y="12486"/>
                    <a:pt x="77160" y="11610"/>
                  </a:cubicBezTo>
                  <a:cubicBezTo>
                    <a:pt x="86796" y="10479"/>
                    <a:pt x="96503" y="9420"/>
                    <a:pt x="106195" y="9420"/>
                  </a:cubicBezTo>
                  <a:cubicBezTo>
                    <a:pt x="106913" y="9420"/>
                    <a:pt x="107630" y="9426"/>
                    <a:pt x="108348" y="9438"/>
                  </a:cubicBezTo>
                  <a:lnTo>
                    <a:pt x="108348" y="4002"/>
                  </a:lnTo>
                  <a:cubicBezTo>
                    <a:pt x="108350" y="1793"/>
                    <a:pt x="106935" y="1"/>
                    <a:pt x="105190" y="1"/>
                  </a:cubicBezTo>
                  <a:lnTo>
                    <a:pt x="90762" y="1"/>
                  </a:lnTo>
                  <a:cubicBezTo>
                    <a:pt x="89703" y="1934"/>
                    <a:pt x="88395" y="3470"/>
                    <a:pt x="86599" y="4557"/>
                  </a:cubicBezTo>
                  <a:cubicBezTo>
                    <a:pt x="83877" y="6208"/>
                    <a:pt x="80880" y="7099"/>
                    <a:pt x="77918" y="7745"/>
                  </a:cubicBezTo>
                  <a:cubicBezTo>
                    <a:pt x="74349" y="8524"/>
                    <a:pt x="70756" y="9202"/>
                    <a:pt x="67162" y="9801"/>
                  </a:cubicBezTo>
                  <a:cubicBezTo>
                    <a:pt x="59627" y="11058"/>
                    <a:pt x="52047" y="11784"/>
                    <a:pt x="44534" y="13253"/>
                  </a:cubicBezTo>
                  <a:cubicBezTo>
                    <a:pt x="40916" y="13963"/>
                    <a:pt x="37300" y="14822"/>
                    <a:pt x="33793" y="16179"/>
                  </a:cubicBezTo>
                  <a:cubicBezTo>
                    <a:pt x="31120" y="17214"/>
                    <a:pt x="28648" y="18964"/>
                    <a:pt x="26050" y="20259"/>
                  </a:cubicBezTo>
                  <a:cubicBezTo>
                    <a:pt x="24092" y="21236"/>
                    <a:pt x="21957" y="22126"/>
                    <a:pt x="19819" y="22126"/>
                  </a:cubicBezTo>
                  <a:cubicBezTo>
                    <a:pt x="19398" y="22126"/>
                    <a:pt x="18976" y="22091"/>
                    <a:pt x="18556" y="22016"/>
                  </a:cubicBezTo>
                  <a:cubicBezTo>
                    <a:pt x="16742" y="21690"/>
                    <a:pt x="14667" y="20360"/>
                    <a:pt x="13727" y="18271"/>
                  </a:cubicBezTo>
                  <a:cubicBezTo>
                    <a:pt x="12111" y="14673"/>
                    <a:pt x="16343" y="12032"/>
                    <a:pt x="18335" y="10924"/>
                  </a:cubicBezTo>
                  <a:cubicBezTo>
                    <a:pt x="29038" y="4972"/>
                    <a:pt x="41116" y="7214"/>
                    <a:pt x="52462" y="6363"/>
                  </a:cubicBezTo>
                  <a:cubicBezTo>
                    <a:pt x="56489" y="6062"/>
                    <a:pt x="60477" y="5377"/>
                    <a:pt x="64377" y="4066"/>
                  </a:cubicBezTo>
                  <a:cubicBezTo>
                    <a:pt x="66858" y="3233"/>
                    <a:pt x="69388" y="2647"/>
                    <a:pt x="71900" y="1973"/>
                  </a:cubicBezTo>
                  <a:cubicBezTo>
                    <a:pt x="74066" y="1391"/>
                    <a:pt x="76235" y="775"/>
                    <a:pt x="78366"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97224" y="-1965635"/>
              <a:ext cx="3996027" cy="864218"/>
            </a:xfrm>
            <a:custGeom>
              <a:rect b="b" l="l" r="r" t="t"/>
              <a:pathLst>
                <a:path extrusionOk="0" h="21596" w="99857">
                  <a:moveTo>
                    <a:pt x="65198" y="399"/>
                  </a:moveTo>
                  <a:cubicBezTo>
                    <a:pt x="72321" y="399"/>
                    <a:pt x="79621" y="1791"/>
                    <a:pt x="86922" y="4550"/>
                  </a:cubicBezTo>
                  <a:cubicBezTo>
                    <a:pt x="89575" y="5554"/>
                    <a:pt x="92653" y="6864"/>
                    <a:pt x="95348" y="8979"/>
                  </a:cubicBezTo>
                  <a:cubicBezTo>
                    <a:pt x="98235" y="11247"/>
                    <a:pt x="99428" y="13677"/>
                    <a:pt x="98898" y="16206"/>
                  </a:cubicBezTo>
                  <a:cubicBezTo>
                    <a:pt x="98311" y="18994"/>
                    <a:pt x="95759" y="19972"/>
                    <a:pt x="93599" y="20511"/>
                  </a:cubicBezTo>
                  <a:cubicBezTo>
                    <a:pt x="91491" y="21039"/>
                    <a:pt x="89309" y="21193"/>
                    <a:pt x="87246" y="21193"/>
                  </a:cubicBezTo>
                  <a:cubicBezTo>
                    <a:pt x="86217" y="21193"/>
                    <a:pt x="85218" y="21155"/>
                    <a:pt x="84273" y="21106"/>
                  </a:cubicBezTo>
                  <a:cubicBezTo>
                    <a:pt x="78503" y="20800"/>
                    <a:pt x="72921" y="19852"/>
                    <a:pt x="67683" y="18295"/>
                  </a:cubicBezTo>
                  <a:cubicBezTo>
                    <a:pt x="64541" y="17362"/>
                    <a:pt x="61400" y="16083"/>
                    <a:pt x="58362" y="14847"/>
                  </a:cubicBezTo>
                  <a:cubicBezTo>
                    <a:pt x="53266" y="12773"/>
                    <a:pt x="47995" y="10628"/>
                    <a:pt x="42530" y="10025"/>
                  </a:cubicBezTo>
                  <a:cubicBezTo>
                    <a:pt x="41682" y="9932"/>
                    <a:pt x="40859" y="9885"/>
                    <a:pt x="40058" y="9885"/>
                  </a:cubicBezTo>
                  <a:cubicBezTo>
                    <a:pt x="36646" y="9885"/>
                    <a:pt x="33636" y="10728"/>
                    <a:pt x="31087" y="12400"/>
                  </a:cubicBezTo>
                  <a:cubicBezTo>
                    <a:pt x="26728" y="15269"/>
                    <a:pt x="22197" y="17122"/>
                    <a:pt x="17235" y="18071"/>
                  </a:cubicBezTo>
                  <a:cubicBezTo>
                    <a:pt x="13172" y="18848"/>
                    <a:pt x="9086" y="19070"/>
                    <a:pt x="5424" y="19070"/>
                  </a:cubicBezTo>
                  <a:cubicBezTo>
                    <a:pt x="3631" y="19070"/>
                    <a:pt x="1941" y="19017"/>
                    <a:pt x="403" y="18949"/>
                  </a:cubicBezTo>
                  <a:lnTo>
                    <a:pt x="403" y="11532"/>
                  </a:lnTo>
                  <a:cubicBezTo>
                    <a:pt x="2361" y="12661"/>
                    <a:pt x="4594" y="13456"/>
                    <a:pt x="7045" y="13900"/>
                  </a:cubicBezTo>
                  <a:cubicBezTo>
                    <a:pt x="8672" y="14195"/>
                    <a:pt x="10356" y="14343"/>
                    <a:pt x="12121" y="14343"/>
                  </a:cubicBezTo>
                  <a:cubicBezTo>
                    <a:pt x="13968" y="14343"/>
                    <a:pt x="15904" y="14181"/>
                    <a:pt x="17957" y="13858"/>
                  </a:cubicBezTo>
                  <a:cubicBezTo>
                    <a:pt x="23076" y="13055"/>
                    <a:pt x="27790" y="10978"/>
                    <a:pt x="32121" y="8853"/>
                  </a:cubicBezTo>
                  <a:lnTo>
                    <a:pt x="32595" y="8620"/>
                  </a:lnTo>
                  <a:cubicBezTo>
                    <a:pt x="37243" y="6337"/>
                    <a:pt x="42049" y="3980"/>
                    <a:pt x="47066" y="2784"/>
                  </a:cubicBezTo>
                  <a:cubicBezTo>
                    <a:pt x="53031" y="1361"/>
                    <a:pt x="58397" y="590"/>
                    <a:pt x="63469" y="426"/>
                  </a:cubicBezTo>
                  <a:cubicBezTo>
                    <a:pt x="64044" y="408"/>
                    <a:pt x="64620" y="399"/>
                    <a:pt x="65198" y="399"/>
                  </a:cubicBezTo>
                  <a:close/>
                  <a:moveTo>
                    <a:pt x="65203" y="1"/>
                  </a:moveTo>
                  <a:cubicBezTo>
                    <a:pt x="64619" y="1"/>
                    <a:pt x="64036" y="10"/>
                    <a:pt x="63455" y="29"/>
                  </a:cubicBezTo>
                  <a:cubicBezTo>
                    <a:pt x="58355" y="192"/>
                    <a:pt x="52963" y="968"/>
                    <a:pt x="46970" y="2396"/>
                  </a:cubicBezTo>
                  <a:cubicBezTo>
                    <a:pt x="41911" y="3604"/>
                    <a:pt x="37084" y="5971"/>
                    <a:pt x="32416" y="8263"/>
                  </a:cubicBezTo>
                  <a:lnTo>
                    <a:pt x="31942" y="8496"/>
                  </a:lnTo>
                  <a:cubicBezTo>
                    <a:pt x="27640" y="10606"/>
                    <a:pt x="22957" y="12670"/>
                    <a:pt x="17892" y="13466"/>
                  </a:cubicBezTo>
                  <a:cubicBezTo>
                    <a:pt x="15860" y="13785"/>
                    <a:pt x="13946" y="13945"/>
                    <a:pt x="12120" y="13945"/>
                  </a:cubicBezTo>
                  <a:cubicBezTo>
                    <a:pt x="10379" y="13945"/>
                    <a:pt x="8719" y="13799"/>
                    <a:pt x="7116" y="13508"/>
                  </a:cubicBezTo>
                  <a:cubicBezTo>
                    <a:pt x="4584" y="13050"/>
                    <a:pt x="2294" y="12211"/>
                    <a:pt x="305" y="11012"/>
                  </a:cubicBezTo>
                  <a:lnTo>
                    <a:pt x="0" y="10828"/>
                  </a:lnTo>
                  <a:lnTo>
                    <a:pt x="0" y="19337"/>
                  </a:lnTo>
                  <a:lnTo>
                    <a:pt x="193" y="19345"/>
                  </a:lnTo>
                  <a:cubicBezTo>
                    <a:pt x="1788" y="19417"/>
                    <a:pt x="3552" y="19474"/>
                    <a:pt x="5427" y="19474"/>
                  </a:cubicBezTo>
                  <a:cubicBezTo>
                    <a:pt x="9110" y="19474"/>
                    <a:pt x="13220" y="19251"/>
                    <a:pt x="17311" y="18469"/>
                  </a:cubicBezTo>
                  <a:cubicBezTo>
                    <a:pt x="22324" y="17509"/>
                    <a:pt x="26904" y="15636"/>
                    <a:pt x="31309" y="12740"/>
                  </a:cubicBezTo>
                  <a:cubicBezTo>
                    <a:pt x="33791" y="11110"/>
                    <a:pt x="36725" y="10287"/>
                    <a:pt x="40058" y="10287"/>
                  </a:cubicBezTo>
                  <a:cubicBezTo>
                    <a:pt x="40845" y="10287"/>
                    <a:pt x="41654" y="10333"/>
                    <a:pt x="42485" y="10425"/>
                  </a:cubicBezTo>
                  <a:cubicBezTo>
                    <a:pt x="47895" y="11021"/>
                    <a:pt x="53139" y="13156"/>
                    <a:pt x="58211" y="15220"/>
                  </a:cubicBezTo>
                  <a:cubicBezTo>
                    <a:pt x="61257" y="16459"/>
                    <a:pt x="64408" y="17742"/>
                    <a:pt x="67568" y="18681"/>
                  </a:cubicBezTo>
                  <a:cubicBezTo>
                    <a:pt x="72838" y="20248"/>
                    <a:pt x="78452" y="21200"/>
                    <a:pt x="84253" y="21507"/>
                  </a:cubicBezTo>
                  <a:cubicBezTo>
                    <a:pt x="85207" y="21557"/>
                    <a:pt x="86216" y="21596"/>
                    <a:pt x="87255" y="21596"/>
                  </a:cubicBezTo>
                  <a:cubicBezTo>
                    <a:pt x="89341" y="21596"/>
                    <a:pt x="91554" y="21438"/>
                    <a:pt x="93697" y="20904"/>
                  </a:cubicBezTo>
                  <a:cubicBezTo>
                    <a:pt x="95795" y="20381"/>
                    <a:pt x="98654" y="19332"/>
                    <a:pt x="99293" y="16292"/>
                  </a:cubicBezTo>
                  <a:cubicBezTo>
                    <a:pt x="99857" y="13600"/>
                    <a:pt x="98614" y="11035"/>
                    <a:pt x="95596" y="8666"/>
                  </a:cubicBezTo>
                  <a:cubicBezTo>
                    <a:pt x="92859" y="6520"/>
                    <a:pt x="89747" y="5193"/>
                    <a:pt x="87062" y="4178"/>
                  </a:cubicBezTo>
                  <a:cubicBezTo>
                    <a:pt x="79719" y="1402"/>
                    <a:pt x="72371" y="1"/>
                    <a:pt x="652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 name="Google Shape;24;p2"/>
            <p:cNvGrpSpPr/>
            <p:nvPr/>
          </p:nvGrpSpPr>
          <p:grpSpPr>
            <a:xfrm>
              <a:off x="-97224" y="-2508600"/>
              <a:ext cx="9377821" cy="2147740"/>
              <a:chOff x="-97224" y="-2508600"/>
              <a:chExt cx="9377821" cy="2147740"/>
            </a:xfrm>
          </p:grpSpPr>
          <p:sp>
            <p:nvSpPr>
              <p:cNvPr id="25" name="Google Shape;25;p2"/>
              <p:cNvSpPr/>
              <p:nvPr/>
            </p:nvSpPr>
            <p:spPr>
              <a:xfrm>
                <a:off x="-89101" y="-2436047"/>
                <a:ext cx="9361814" cy="2075187"/>
              </a:xfrm>
              <a:custGeom>
                <a:rect b="b" l="l" r="r" t="t"/>
                <a:pathLst>
                  <a:path extrusionOk="0" h="51857" w="233943">
                    <a:moveTo>
                      <a:pt x="114254" y="0"/>
                    </a:moveTo>
                    <a:cubicBezTo>
                      <a:pt x="113814" y="3337"/>
                      <a:pt x="107760" y="3970"/>
                      <a:pt x="105882" y="4185"/>
                    </a:cubicBezTo>
                    <a:cubicBezTo>
                      <a:pt x="103480" y="4463"/>
                      <a:pt x="101037" y="4580"/>
                      <a:pt x="98593" y="4580"/>
                    </a:cubicBezTo>
                    <a:cubicBezTo>
                      <a:pt x="96187" y="4580"/>
                      <a:pt x="93780" y="4466"/>
                      <a:pt x="91413" y="4277"/>
                    </a:cubicBezTo>
                    <a:cubicBezTo>
                      <a:pt x="83262" y="3622"/>
                      <a:pt x="75254" y="1586"/>
                      <a:pt x="67197" y="2"/>
                    </a:cubicBezTo>
                    <a:lnTo>
                      <a:pt x="3161" y="2"/>
                    </a:lnTo>
                    <a:cubicBezTo>
                      <a:pt x="1415" y="2"/>
                      <a:pt x="0" y="1794"/>
                      <a:pt x="0" y="4003"/>
                    </a:cubicBezTo>
                    <a:lnTo>
                      <a:pt x="0" y="12983"/>
                    </a:lnTo>
                    <a:cubicBezTo>
                      <a:pt x="752" y="13703"/>
                      <a:pt x="1532" y="14304"/>
                      <a:pt x="2202" y="14753"/>
                    </a:cubicBezTo>
                    <a:cubicBezTo>
                      <a:pt x="5867" y="17202"/>
                      <a:pt x="10108" y="17905"/>
                      <a:pt x="14266" y="17905"/>
                    </a:cubicBezTo>
                    <a:cubicBezTo>
                      <a:pt x="15542" y="17905"/>
                      <a:pt x="16811" y="17839"/>
                      <a:pt x="18052" y="17736"/>
                    </a:cubicBezTo>
                    <a:cubicBezTo>
                      <a:pt x="23329" y="17301"/>
                      <a:pt x="28524" y="16026"/>
                      <a:pt x="33704" y="14740"/>
                    </a:cubicBezTo>
                    <a:cubicBezTo>
                      <a:pt x="40948" y="12940"/>
                      <a:pt x="48135" y="10828"/>
                      <a:pt x="55442" y="9439"/>
                    </a:cubicBezTo>
                    <a:cubicBezTo>
                      <a:pt x="61321" y="8322"/>
                      <a:pt x="67233" y="7670"/>
                      <a:pt x="73167" y="7670"/>
                    </a:cubicBezTo>
                    <a:cubicBezTo>
                      <a:pt x="74688" y="7670"/>
                      <a:pt x="76210" y="7713"/>
                      <a:pt x="77734" y="7802"/>
                    </a:cubicBezTo>
                    <a:cubicBezTo>
                      <a:pt x="85106" y="8232"/>
                      <a:pt x="92423" y="9785"/>
                      <a:pt x="99530" y="12287"/>
                    </a:cubicBezTo>
                    <a:cubicBezTo>
                      <a:pt x="102317" y="13268"/>
                      <a:pt x="105115" y="14314"/>
                      <a:pt x="107858" y="15489"/>
                    </a:cubicBezTo>
                    <a:cubicBezTo>
                      <a:pt x="110332" y="16548"/>
                      <a:pt x="112809" y="17789"/>
                      <a:pt x="115004" y="19608"/>
                    </a:cubicBezTo>
                    <a:cubicBezTo>
                      <a:pt x="117824" y="21944"/>
                      <a:pt x="120303" y="25852"/>
                      <a:pt x="120226" y="30339"/>
                    </a:cubicBezTo>
                    <a:cubicBezTo>
                      <a:pt x="120101" y="37466"/>
                      <a:pt x="112935" y="40330"/>
                      <a:pt x="108516" y="41748"/>
                    </a:cubicBezTo>
                    <a:cubicBezTo>
                      <a:pt x="101630" y="43955"/>
                      <a:pt x="94414" y="44564"/>
                      <a:pt x="87337" y="44821"/>
                    </a:cubicBezTo>
                    <a:cubicBezTo>
                      <a:pt x="84855" y="44912"/>
                      <a:pt x="82371" y="44958"/>
                      <a:pt x="79887" y="44958"/>
                    </a:cubicBezTo>
                    <a:cubicBezTo>
                      <a:pt x="73140" y="44958"/>
                      <a:pt x="66393" y="44612"/>
                      <a:pt x="59673" y="43851"/>
                    </a:cubicBezTo>
                    <a:cubicBezTo>
                      <a:pt x="52128" y="42997"/>
                      <a:pt x="44620" y="41722"/>
                      <a:pt x="37128" y="40332"/>
                    </a:cubicBezTo>
                    <a:cubicBezTo>
                      <a:pt x="29596" y="38936"/>
                      <a:pt x="22076" y="37257"/>
                      <a:pt x="14513" y="36145"/>
                    </a:cubicBezTo>
                    <a:cubicBezTo>
                      <a:pt x="10469" y="35552"/>
                      <a:pt x="6279" y="35103"/>
                      <a:pt x="2100" y="35103"/>
                    </a:cubicBezTo>
                    <a:cubicBezTo>
                      <a:pt x="1400" y="35103"/>
                      <a:pt x="700" y="35116"/>
                      <a:pt x="0" y="35142"/>
                    </a:cubicBezTo>
                    <a:lnTo>
                      <a:pt x="0" y="41392"/>
                    </a:lnTo>
                    <a:cubicBezTo>
                      <a:pt x="3897" y="40406"/>
                      <a:pt x="7757" y="39113"/>
                      <a:pt x="11701" y="38520"/>
                    </a:cubicBezTo>
                    <a:cubicBezTo>
                      <a:pt x="12850" y="38347"/>
                      <a:pt x="14002" y="38268"/>
                      <a:pt x="15153" y="38268"/>
                    </a:cubicBezTo>
                    <a:cubicBezTo>
                      <a:pt x="18352" y="38268"/>
                      <a:pt x="21545" y="38880"/>
                      <a:pt x="24665" y="39789"/>
                    </a:cubicBezTo>
                    <a:cubicBezTo>
                      <a:pt x="29176" y="41103"/>
                      <a:pt x="33559" y="43015"/>
                      <a:pt x="37996" y="44675"/>
                    </a:cubicBezTo>
                    <a:cubicBezTo>
                      <a:pt x="42689" y="46433"/>
                      <a:pt x="47479" y="47692"/>
                      <a:pt x="52300" y="48740"/>
                    </a:cubicBezTo>
                    <a:cubicBezTo>
                      <a:pt x="61496" y="50745"/>
                      <a:pt x="70937" y="51857"/>
                      <a:pt x="80373" y="51857"/>
                    </a:cubicBezTo>
                    <a:cubicBezTo>
                      <a:pt x="91348" y="51857"/>
                      <a:pt x="102317" y="50352"/>
                      <a:pt x="112889" y="46997"/>
                    </a:cubicBezTo>
                    <a:cubicBezTo>
                      <a:pt x="122215" y="44038"/>
                      <a:pt x="130897" y="39216"/>
                      <a:pt x="139694" y="34414"/>
                    </a:cubicBezTo>
                    <a:cubicBezTo>
                      <a:pt x="143466" y="32352"/>
                      <a:pt x="147358" y="30634"/>
                      <a:pt x="151383" y="29556"/>
                    </a:cubicBezTo>
                    <a:cubicBezTo>
                      <a:pt x="155813" y="28370"/>
                      <a:pt x="160303" y="28105"/>
                      <a:pt x="164816" y="27914"/>
                    </a:cubicBezTo>
                    <a:cubicBezTo>
                      <a:pt x="167320" y="27807"/>
                      <a:pt x="169825" y="27756"/>
                      <a:pt x="172331" y="27756"/>
                    </a:cubicBezTo>
                    <a:cubicBezTo>
                      <a:pt x="189289" y="27756"/>
                      <a:pt x="206270" y="30094"/>
                      <a:pt x="222996" y="33398"/>
                    </a:cubicBezTo>
                    <a:cubicBezTo>
                      <a:pt x="226644" y="34116"/>
                      <a:pt x="230302" y="34924"/>
                      <a:pt x="233942" y="35864"/>
                    </a:cubicBezTo>
                    <a:lnTo>
                      <a:pt x="233942" y="9938"/>
                    </a:lnTo>
                    <a:cubicBezTo>
                      <a:pt x="233216" y="9925"/>
                      <a:pt x="232489" y="9919"/>
                      <a:pt x="231762" y="9919"/>
                    </a:cubicBezTo>
                    <a:cubicBezTo>
                      <a:pt x="219843" y="9919"/>
                      <a:pt x="207922" y="11530"/>
                      <a:pt x="196068" y="12904"/>
                    </a:cubicBezTo>
                    <a:cubicBezTo>
                      <a:pt x="188339" y="13801"/>
                      <a:pt x="180609" y="14806"/>
                      <a:pt x="172944" y="16393"/>
                    </a:cubicBezTo>
                    <a:cubicBezTo>
                      <a:pt x="169135" y="17181"/>
                      <a:pt x="165343" y="18112"/>
                      <a:pt x="161591" y="19260"/>
                    </a:cubicBezTo>
                    <a:cubicBezTo>
                      <a:pt x="158213" y="20291"/>
                      <a:pt x="155063" y="21813"/>
                      <a:pt x="151893" y="23606"/>
                    </a:cubicBezTo>
                    <a:cubicBezTo>
                      <a:pt x="147715" y="25970"/>
                      <a:pt x="143374" y="28204"/>
                      <a:pt x="138868" y="28204"/>
                    </a:cubicBezTo>
                    <a:cubicBezTo>
                      <a:pt x="137422" y="28204"/>
                      <a:pt x="135960" y="27974"/>
                      <a:pt x="134480" y="27445"/>
                    </a:cubicBezTo>
                    <a:cubicBezTo>
                      <a:pt x="129632" y="25711"/>
                      <a:pt x="125716" y="20547"/>
                      <a:pt x="125484" y="13951"/>
                    </a:cubicBezTo>
                    <a:cubicBezTo>
                      <a:pt x="125286" y="8300"/>
                      <a:pt x="129601" y="6027"/>
                      <a:pt x="133294" y="5020"/>
                    </a:cubicBezTo>
                    <a:cubicBezTo>
                      <a:pt x="139570" y="3307"/>
                      <a:pt x="146074" y="3151"/>
                      <a:pt x="152463" y="3078"/>
                    </a:cubicBezTo>
                    <a:cubicBezTo>
                      <a:pt x="160083" y="2991"/>
                      <a:pt x="167851" y="3042"/>
                      <a:pt x="175233" y="328"/>
                    </a:cubicBezTo>
                    <a:cubicBezTo>
                      <a:pt x="175511" y="226"/>
                      <a:pt x="175788" y="116"/>
                      <a:pt x="176066"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97224" y="-2508600"/>
                <a:ext cx="9377821" cy="2090634"/>
              </a:xfrm>
              <a:custGeom>
                <a:rect b="b" l="l" r="r" t="t"/>
                <a:pathLst>
                  <a:path extrusionOk="0" h="52243" w="234343">
                    <a:moveTo>
                      <a:pt x="67361" y="400"/>
                    </a:moveTo>
                    <a:cubicBezTo>
                      <a:pt x="69340" y="790"/>
                      <a:pt x="71349" y="1215"/>
                      <a:pt x="73292" y="1625"/>
                    </a:cubicBezTo>
                    <a:cubicBezTo>
                      <a:pt x="79265" y="2884"/>
                      <a:pt x="85439" y="4185"/>
                      <a:pt x="91598" y="4680"/>
                    </a:cubicBezTo>
                    <a:cubicBezTo>
                      <a:pt x="94144" y="4885"/>
                      <a:pt x="96537" y="4987"/>
                      <a:pt x="98805" y="4987"/>
                    </a:cubicBezTo>
                    <a:cubicBezTo>
                      <a:pt x="101387" y="4987"/>
                      <a:pt x="103808" y="4854"/>
                      <a:pt x="106108" y="4590"/>
                    </a:cubicBezTo>
                    <a:lnTo>
                      <a:pt x="106218" y="4577"/>
                    </a:lnTo>
                    <a:cubicBezTo>
                      <a:pt x="108158" y="4354"/>
                      <a:pt x="114000" y="3685"/>
                      <a:pt x="114628" y="406"/>
                    </a:cubicBezTo>
                    <a:lnTo>
                      <a:pt x="175193" y="406"/>
                    </a:lnTo>
                    <a:cubicBezTo>
                      <a:pt x="168249" y="2915"/>
                      <a:pt x="160889" y="2994"/>
                      <a:pt x="153768" y="3069"/>
                    </a:cubicBezTo>
                    <a:lnTo>
                      <a:pt x="152665" y="3082"/>
                    </a:lnTo>
                    <a:cubicBezTo>
                      <a:pt x="145764" y="3162"/>
                      <a:pt x="139551" y="3364"/>
                      <a:pt x="133446" y="5030"/>
                    </a:cubicBezTo>
                    <a:cubicBezTo>
                      <a:pt x="128003" y="6516"/>
                      <a:pt x="125326" y="9588"/>
                      <a:pt x="125487" y="14164"/>
                    </a:cubicBezTo>
                    <a:cubicBezTo>
                      <a:pt x="125709" y="20471"/>
                      <a:pt x="129379" y="25966"/>
                      <a:pt x="134618" y="27839"/>
                    </a:cubicBezTo>
                    <a:cubicBezTo>
                      <a:pt x="136131" y="28380"/>
                      <a:pt x="137619" y="28617"/>
                      <a:pt x="139091" y="28617"/>
                    </a:cubicBezTo>
                    <a:cubicBezTo>
                      <a:pt x="143547" y="28617"/>
                      <a:pt x="147847" y="26448"/>
                      <a:pt x="152196" y="23987"/>
                    </a:cubicBezTo>
                    <a:cubicBezTo>
                      <a:pt x="155813" y="21943"/>
                      <a:pt x="158880" y="20567"/>
                      <a:pt x="161854" y="19658"/>
                    </a:cubicBezTo>
                    <a:cubicBezTo>
                      <a:pt x="165379" y="18581"/>
                      <a:pt x="169085" y="17643"/>
                      <a:pt x="173189" y="16795"/>
                    </a:cubicBezTo>
                    <a:cubicBezTo>
                      <a:pt x="180974" y="15181"/>
                      <a:pt x="188894" y="14166"/>
                      <a:pt x="196294" y="13308"/>
                    </a:cubicBezTo>
                    <a:cubicBezTo>
                      <a:pt x="197767" y="13138"/>
                      <a:pt x="199245" y="12964"/>
                      <a:pt x="200722" y="12788"/>
                    </a:cubicBezTo>
                    <a:cubicBezTo>
                      <a:pt x="210970" y="11576"/>
                      <a:pt x="221543" y="10326"/>
                      <a:pt x="231999" y="10326"/>
                    </a:cubicBezTo>
                    <a:cubicBezTo>
                      <a:pt x="232648" y="10326"/>
                      <a:pt x="233296" y="10331"/>
                      <a:pt x="233944" y="10341"/>
                    </a:cubicBezTo>
                    <a:lnTo>
                      <a:pt x="233944" y="35809"/>
                    </a:lnTo>
                    <a:cubicBezTo>
                      <a:pt x="230629" y="34959"/>
                      <a:pt x="227123" y="34173"/>
                      <a:pt x="223236" y="33405"/>
                    </a:cubicBezTo>
                    <a:cubicBezTo>
                      <a:pt x="203906" y="29587"/>
                      <a:pt x="187591" y="27758"/>
                      <a:pt x="172597" y="27758"/>
                    </a:cubicBezTo>
                    <a:cubicBezTo>
                      <a:pt x="170032" y="27758"/>
                      <a:pt x="167505" y="27812"/>
                      <a:pt x="165009" y="27918"/>
                    </a:cubicBezTo>
                    <a:cubicBezTo>
                      <a:pt x="160422" y="28112"/>
                      <a:pt x="155941" y="28387"/>
                      <a:pt x="151533" y="29567"/>
                    </a:cubicBezTo>
                    <a:cubicBezTo>
                      <a:pt x="147826" y="30560"/>
                      <a:pt x="143986" y="32153"/>
                      <a:pt x="139798" y="34441"/>
                    </a:cubicBezTo>
                    <a:lnTo>
                      <a:pt x="138875" y="34945"/>
                    </a:lnTo>
                    <a:cubicBezTo>
                      <a:pt x="130584" y="39473"/>
                      <a:pt x="122011" y="44161"/>
                      <a:pt x="113029" y="47009"/>
                    </a:cubicBezTo>
                    <a:cubicBezTo>
                      <a:pt x="102889" y="50226"/>
                      <a:pt x="91919" y="51840"/>
                      <a:pt x="80509" y="51840"/>
                    </a:cubicBezTo>
                    <a:cubicBezTo>
                      <a:pt x="71401" y="51840"/>
                      <a:pt x="62013" y="50811"/>
                      <a:pt x="52541" y="48749"/>
                    </a:cubicBezTo>
                    <a:cubicBezTo>
                      <a:pt x="46930" y="47526"/>
                      <a:pt x="42394" y="46236"/>
                      <a:pt x="38264" y="44691"/>
                    </a:cubicBezTo>
                    <a:cubicBezTo>
                      <a:pt x="36953" y="44199"/>
                      <a:pt x="35624" y="43678"/>
                      <a:pt x="34338" y="43172"/>
                    </a:cubicBezTo>
                    <a:cubicBezTo>
                      <a:pt x="31276" y="41971"/>
                      <a:pt x="28107" y="40726"/>
                      <a:pt x="24921" y="39799"/>
                    </a:cubicBezTo>
                    <a:cubicBezTo>
                      <a:pt x="21414" y="38777"/>
                      <a:pt x="18247" y="38271"/>
                      <a:pt x="15326" y="38271"/>
                    </a:cubicBezTo>
                    <a:cubicBezTo>
                      <a:pt x="14137" y="38271"/>
                      <a:pt x="12987" y="38356"/>
                      <a:pt x="11874" y="38521"/>
                    </a:cubicBezTo>
                    <a:cubicBezTo>
                      <a:pt x="9119" y="38936"/>
                      <a:pt x="6366" y="39703"/>
                      <a:pt x="3703" y="40442"/>
                    </a:cubicBezTo>
                    <a:cubicBezTo>
                      <a:pt x="2622" y="40742"/>
                      <a:pt x="1508" y="41053"/>
                      <a:pt x="406" y="41335"/>
                    </a:cubicBezTo>
                    <a:lnTo>
                      <a:pt x="406" y="35538"/>
                    </a:lnTo>
                    <a:cubicBezTo>
                      <a:pt x="1027" y="35516"/>
                      <a:pt x="1658" y="35506"/>
                      <a:pt x="2301" y="35506"/>
                    </a:cubicBezTo>
                    <a:cubicBezTo>
                      <a:pt x="5902" y="35506"/>
                      <a:pt x="9901" y="35844"/>
                      <a:pt x="14687" y="36547"/>
                    </a:cubicBezTo>
                    <a:cubicBezTo>
                      <a:pt x="19745" y="37290"/>
                      <a:pt x="24868" y="38304"/>
                      <a:pt x="29822" y="39284"/>
                    </a:cubicBezTo>
                    <a:cubicBezTo>
                      <a:pt x="32271" y="39769"/>
                      <a:pt x="34802" y="40270"/>
                      <a:pt x="37296" y="40733"/>
                    </a:cubicBezTo>
                    <a:cubicBezTo>
                      <a:pt x="43914" y="41961"/>
                      <a:pt x="51770" y="43339"/>
                      <a:pt x="59854" y="44254"/>
                    </a:cubicBezTo>
                    <a:cubicBezTo>
                      <a:pt x="66359" y="44990"/>
                      <a:pt x="73165" y="45361"/>
                      <a:pt x="80163" y="45361"/>
                    </a:cubicBezTo>
                    <a:cubicBezTo>
                      <a:pt x="82603" y="45361"/>
                      <a:pt x="85067" y="45316"/>
                      <a:pt x="87550" y="45225"/>
                    </a:cubicBezTo>
                    <a:cubicBezTo>
                      <a:pt x="94026" y="44991"/>
                      <a:pt x="101613" y="44441"/>
                      <a:pt x="108780" y="42142"/>
                    </a:cubicBezTo>
                    <a:cubicBezTo>
                      <a:pt x="113810" y="40529"/>
                      <a:pt x="120508" y="37574"/>
                      <a:pt x="120629" y="30544"/>
                    </a:cubicBezTo>
                    <a:cubicBezTo>
                      <a:pt x="120696" y="26529"/>
                      <a:pt x="118718" y="22458"/>
                      <a:pt x="115334" y="19654"/>
                    </a:cubicBezTo>
                    <a:cubicBezTo>
                      <a:pt x="112985" y="17708"/>
                      <a:pt x="110379" y="16465"/>
                      <a:pt x="108140" y="15506"/>
                    </a:cubicBezTo>
                    <a:cubicBezTo>
                      <a:pt x="105719" y="14467"/>
                      <a:pt x="103070" y="13450"/>
                      <a:pt x="99798" y="12298"/>
                    </a:cubicBezTo>
                    <a:cubicBezTo>
                      <a:pt x="92520" y="9735"/>
                      <a:pt x="85169" y="8223"/>
                      <a:pt x="77949" y="7802"/>
                    </a:cubicBezTo>
                    <a:cubicBezTo>
                      <a:pt x="76425" y="7713"/>
                      <a:pt x="74890" y="7669"/>
                      <a:pt x="73339" y="7669"/>
                    </a:cubicBezTo>
                    <a:cubicBezTo>
                      <a:pt x="67706" y="7669"/>
                      <a:pt x="61863" y="8255"/>
                      <a:pt x="55605" y="9443"/>
                    </a:cubicBezTo>
                    <a:cubicBezTo>
                      <a:pt x="50502" y="10413"/>
                      <a:pt x="45374" y="11757"/>
                      <a:pt x="40416" y="13057"/>
                    </a:cubicBezTo>
                    <a:cubicBezTo>
                      <a:pt x="38267" y="13620"/>
                      <a:pt x="36046" y="14201"/>
                      <a:pt x="33857" y="14746"/>
                    </a:cubicBezTo>
                    <a:cubicBezTo>
                      <a:pt x="29050" y="15939"/>
                      <a:pt x="23603" y="17293"/>
                      <a:pt x="18238" y="17736"/>
                    </a:cubicBezTo>
                    <a:cubicBezTo>
                      <a:pt x="17038" y="17835"/>
                      <a:pt x="15751" y="17910"/>
                      <a:pt x="14415" y="17910"/>
                    </a:cubicBezTo>
                    <a:cubicBezTo>
                      <a:pt x="10534" y="17910"/>
                      <a:pt x="6246" y="17280"/>
                      <a:pt x="2517" y="14787"/>
                    </a:cubicBezTo>
                    <a:cubicBezTo>
                      <a:pt x="2004" y="14446"/>
                      <a:pt x="1229" y="13878"/>
                      <a:pt x="403" y="13098"/>
                    </a:cubicBezTo>
                    <a:lnTo>
                      <a:pt x="403" y="4204"/>
                    </a:lnTo>
                    <a:cubicBezTo>
                      <a:pt x="403" y="2108"/>
                      <a:pt x="1731" y="405"/>
                      <a:pt x="3364" y="405"/>
                    </a:cubicBezTo>
                    <a:lnTo>
                      <a:pt x="67361" y="400"/>
                    </a:lnTo>
                    <a:close/>
                    <a:moveTo>
                      <a:pt x="114278" y="0"/>
                    </a:moveTo>
                    <a:lnTo>
                      <a:pt x="114255" y="176"/>
                    </a:lnTo>
                    <a:cubicBezTo>
                      <a:pt x="113845" y="3294"/>
                      <a:pt x="108068" y="3957"/>
                      <a:pt x="106170" y="4175"/>
                    </a:cubicBezTo>
                    <a:lnTo>
                      <a:pt x="106061" y="4187"/>
                    </a:lnTo>
                    <a:cubicBezTo>
                      <a:pt x="103777" y="4451"/>
                      <a:pt x="101371" y="4582"/>
                      <a:pt x="98803" y="4582"/>
                    </a:cubicBezTo>
                    <a:cubicBezTo>
                      <a:pt x="96546" y="4582"/>
                      <a:pt x="94164" y="4481"/>
                      <a:pt x="91630" y="4277"/>
                    </a:cubicBezTo>
                    <a:cubicBezTo>
                      <a:pt x="85496" y="3785"/>
                      <a:pt x="79335" y="2485"/>
                      <a:pt x="73374" y="1229"/>
                    </a:cubicBezTo>
                    <a:cubicBezTo>
                      <a:pt x="71430" y="820"/>
                      <a:pt x="69420" y="395"/>
                      <a:pt x="67400" y="2"/>
                    </a:cubicBezTo>
                    <a:lnTo>
                      <a:pt x="3365" y="2"/>
                    </a:lnTo>
                    <a:cubicBezTo>
                      <a:pt x="1511" y="2"/>
                      <a:pt x="3" y="1889"/>
                      <a:pt x="3" y="4205"/>
                    </a:cubicBezTo>
                    <a:lnTo>
                      <a:pt x="3" y="13267"/>
                    </a:lnTo>
                    <a:lnTo>
                      <a:pt x="66" y="13327"/>
                    </a:lnTo>
                    <a:cubicBezTo>
                      <a:pt x="935" y="14157"/>
                      <a:pt x="1758" y="14760"/>
                      <a:pt x="2295" y="15120"/>
                    </a:cubicBezTo>
                    <a:cubicBezTo>
                      <a:pt x="6107" y="17668"/>
                      <a:pt x="10473" y="18312"/>
                      <a:pt x="14416" y="18312"/>
                    </a:cubicBezTo>
                    <a:cubicBezTo>
                      <a:pt x="15764" y="18312"/>
                      <a:pt x="17063" y="18236"/>
                      <a:pt x="18274" y="18136"/>
                    </a:cubicBezTo>
                    <a:cubicBezTo>
                      <a:pt x="23670" y="17692"/>
                      <a:pt x="29134" y="16335"/>
                      <a:pt x="33955" y="15136"/>
                    </a:cubicBezTo>
                    <a:cubicBezTo>
                      <a:pt x="36148" y="14591"/>
                      <a:pt x="38370" y="14008"/>
                      <a:pt x="40521" y="13444"/>
                    </a:cubicBezTo>
                    <a:cubicBezTo>
                      <a:pt x="45471" y="12145"/>
                      <a:pt x="50591" y="10802"/>
                      <a:pt x="55682" y="9836"/>
                    </a:cubicBezTo>
                    <a:cubicBezTo>
                      <a:pt x="61914" y="8652"/>
                      <a:pt x="67733" y="8068"/>
                      <a:pt x="73339" y="8068"/>
                    </a:cubicBezTo>
                    <a:cubicBezTo>
                      <a:pt x="74883" y="8068"/>
                      <a:pt x="76410" y="8112"/>
                      <a:pt x="77924" y="8200"/>
                    </a:cubicBezTo>
                    <a:cubicBezTo>
                      <a:pt x="85109" y="8620"/>
                      <a:pt x="92423" y="10126"/>
                      <a:pt x="99664" y="12674"/>
                    </a:cubicBezTo>
                    <a:cubicBezTo>
                      <a:pt x="102926" y="13823"/>
                      <a:pt x="105569" y="14839"/>
                      <a:pt x="107978" y="15872"/>
                    </a:cubicBezTo>
                    <a:cubicBezTo>
                      <a:pt x="110192" y="16820"/>
                      <a:pt x="112765" y="18046"/>
                      <a:pt x="115074" y="19959"/>
                    </a:cubicBezTo>
                    <a:cubicBezTo>
                      <a:pt x="118366" y="22686"/>
                      <a:pt x="120289" y="26638"/>
                      <a:pt x="120224" y="30531"/>
                    </a:cubicBezTo>
                    <a:cubicBezTo>
                      <a:pt x="120108" y="37304"/>
                      <a:pt x="113565" y="40179"/>
                      <a:pt x="108656" y="41753"/>
                    </a:cubicBezTo>
                    <a:cubicBezTo>
                      <a:pt x="101534" y="44037"/>
                      <a:pt x="93982" y="44584"/>
                      <a:pt x="87532" y="44818"/>
                    </a:cubicBezTo>
                    <a:cubicBezTo>
                      <a:pt x="85053" y="44908"/>
                      <a:pt x="82593" y="44953"/>
                      <a:pt x="80156" y="44953"/>
                    </a:cubicBezTo>
                    <a:cubicBezTo>
                      <a:pt x="73174" y="44953"/>
                      <a:pt x="66385" y="44584"/>
                      <a:pt x="59897" y="43849"/>
                    </a:cubicBezTo>
                    <a:cubicBezTo>
                      <a:pt x="51824" y="42936"/>
                      <a:pt x="43978" y="41560"/>
                      <a:pt x="37366" y="40335"/>
                    </a:cubicBezTo>
                    <a:cubicBezTo>
                      <a:pt x="34874" y="39874"/>
                      <a:pt x="32343" y="39371"/>
                      <a:pt x="29894" y="38889"/>
                    </a:cubicBezTo>
                    <a:cubicBezTo>
                      <a:pt x="24935" y="37906"/>
                      <a:pt x="19807" y="36891"/>
                      <a:pt x="14740" y="36147"/>
                    </a:cubicBezTo>
                    <a:cubicBezTo>
                      <a:pt x="9938" y="35440"/>
                      <a:pt x="5923" y="35101"/>
                      <a:pt x="2306" y="35101"/>
                    </a:cubicBezTo>
                    <a:cubicBezTo>
                      <a:pt x="1587" y="35101"/>
                      <a:pt x="884" y="35114"/>
                      <a:pt x="193" y="35141"/>
                    </a:cubicBezTo>
                    <a:lnTo>
                      <a:pt x="0" y="35148"/>
                    </a:lnTo>
                    <a:lnTo>
                      <a:pt x="0" y="41850"/>
                    </a:lnTo>
                    <a:lnTo>
                      <a:pt x="250" y="41789"/>
                    </a:lnTo>
                    <a:cubicBezTo>
                      <a:pt x="1438" y="41486"/>
                      <a:pt x="2642" y="41153"/>
                      <a:pt x="3807" y="40829"/>
                    </a:cubicBezTo>
                    <a:cubicBezTo>
                      <a:pt x="6459" y="40093"/>
                      <a:pt x="9201" y="39331"/>
                      <a:pt x="11931" y="38920"/>
                    </a:cubicBezTo>
                    <a:cubicBezTo>
                      <a:pt x="13025" y="38755"/>
                      <a:pt x="14155" y="38672"/>
                      <a:pt x="15326" y="38672"/>
                    </a:cubicBezTo>
                    <a:cubicBezTo>
                      <a:pt x="18207" y="38672"/>
                      <a:pt x="21339" y="39173"/>
                      <a:pt x="24808" y="40183"/>
                    </a:cubicBezTo>
                    <a:cubicBezTo>
                      <a:pt x="27977" y="41106"/>
                      <a:pt x="31136" y="42346"/>
                      <a:pt x="34192" y="43547"/>
                    </a:cubicBezTo>
                    <a:cubicBezTo>
                      <a:pt x="35480" y="44051"/>
                      <a:pt x="36810" y="44575"/>
                      <a:pt x="38124" y="45065"/>
                    </a:cubicBezTo>
                    <a:cubicBezTo>
                      <a:pt x="42272" y="46618"/>
                      <a:pt x="46826" y="47913"/>
                      <a:pt x="52458" y="49140"/>
                    </a:cubicBezTo>
                    <a:cubicBezTo>
                      <a:pt x="61960" y="51209"/>
                      <a:pt x="71376" y="52242"/>
                      <a:pt x="80515" y="52242"/>
                    </a:cubicBezTo>
                    <a:cubicBezTo>
                      <a:pt x="91963" y="52242"/>
                      <a:pt x="102972" y="50622"/>
                      <a:pt x="113151" y="47393"/>
                    </a:cubicBezTo>
                    <a:cubicBezTo>
                      <a:pt x="122171" y="44531"/>
                      <a:pt x="130760" y="39837"/>
                      <a:pt x="139068" y="35298"/>
                    </a:cubicBezTo>
                    <a:lnTo>
                      <a:pt x="139990" y="34794"/>
                    </a:lnTo>
                    <a:cubicBezTo>
                      <a:pt x="144149" y="32523"/>
                      <a:pt x="147959" y="30939"/>
                      <a:pt x="151635" y="29954"/>
                    </a:cubicBezTo>
                    <a:cubicBezTo>
                      <a:pt x="156001" y="28784"/>
                      <a:pt x="160459" y="28512"/>
                      <a:pt x="165023" y="28318"/>
                    </a:cubicBezTo>
                    <a:cubicBezTo>
                      <a:pt x="167510" y="28212"/>
                      <a:pt x="170027" y="28159"/>
                      <a:pt x="172583" y="28159"/>
                    </a:cubicBezTo>
                    <a:cubicBezTo>
                      <a:pt x="187551" y="28159"/>
                      <a:pt x="203846" y="29985"/>
                      <a:pt x="223155" y="33798"/>
                    </a:cubicBezTo>
                    <a:cubicBezTo>
                      <a:pt x="227133" y="34583"/>
                      <a:pt x="230708" y="35389"/>
                      <a:pt x="234091" y="36262"/>
                    </a:cubicBezTo>
                    <a:lnTo>
                      <a:pt x="234343" y="36327"/>
                    </a:lnTo>
                    <a:lnTo>
                      <a:pt x="234343" y="9942"/>
                    </a:lnTo>
                    <a:lnTo>
                      <a:pt x="234144" y="9938"/>
                    </a:lnTo>
                    <a:cubicBezTo>
                      <a:pt x="233436" y="9926"/>
                      <a:pt x="232728" y="9920"/>
                      <a:pt x="232019" y="9920"/>
                    </a:cubicBezTo>
                    <a:cubicBezTo>
                      <a:pt x="221533" y="9920"/>
                      <a:pt x="210937" y="11173"/>
                      <a:pt x="200668" y="12387"/>
                    </a:cubicBezTo>
                    <a:cubicBezTo>
                      <a:pt x="199192" y="12560"/>
                      <a:pt x="197716" y="12735"/>
                      <a:pt x="196241" y="12907"/>
                    </a:cubicBezTo>
                    <a:cubicBezTo>
                      <a:pt x="188833" y="13765"/>
                      <a:pt x="180900" y="14784"/>
                      <a:pt x="173099" y="16399"/>
                    </a:cubicBezTo>
                    <a:cubicBezTo>
                      <a:pt x="168984" y="17250"/>
                      <a:pt x="165266" y="18189"/>
                      <a:pt x="161730" y="19271"/>
                    </a:cubicBezTo>
                    <a:cubicBezTo>
                      <a:pt x="158729" y="20188"/>
                      <a:pt x="155634" y="21574"/>
                      <a:pt x="151992" y="23636"/>
                    </a:cubicBezTo>
                    <a:cubicBezTo>
                      <a:pt x="147694" y="26067"/>
                      <a:pt x="143448" y="28211"/>
                      <a:pt x="139076" y="28211"/>
                    </a:cubicBezTo>
                    <a:cubicBezTo>
                      <a:pt x="137648" y="28211"/>
                      <a:pt x="136206" y="27982"/>
                      <a:pt x="134745" y="27459"/>
                    </a:cubicBezTo>
                    <a:cubicBezTo>
                      <a:pt x="129659" y="25640"/>
                      <a:pt x="126097" y="20292"/>
                      <a:pt x="125882" y="14148"/>
                    </a:cubicBezTo>
                    <a:cubicBezTo>
                      <a:pt x="125729" y="9782"/>
                      <a:pt x="128305" y="6844"/>
                      <a:pt x="133544" y="5415"/>
                    </a:cubicBezTo>
                    <a:cubicBezTo>
                      <a:pt x="139606" y="3761"/>
                      <a:pt x="145790" y="3559"/>
                      <a:pt x="152664" y="3482"/>
                    </a:cubicBezTo>
                    <a:lnTo>
                      <a:pt x="153767" y="3469"/>
                    </a:lnTo>
                    <a:cubicBezTo>
                      <a:pt x="160981" y="3392"/>
                      <a:pt x="168439" y="3314"/>
                      <a:pt x="175499" y="719"/>
                    </a:cubicBezTo>
                    <a:cubicBezTo>
                      <a:pt x="175781" y="617"/>
                      <a:pt x="176061" y="506"/>
                      <a:pt x="176341" y="389"/>
                    </a:cubicBezTo>
                    <a:lnTo>
                      <a:pt x="1772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 name="Google Shape;27;p2"/>
            <p:cNvSpPr/>
            <p:nvPr/>
          </p:nvSpPr>
          <p:spPr>
            <a:xfrm>
              <a:off x="-97224" y="-1018288"/>
              <a:ext cx="8367499" cy="1836163"/>
            </a:xfrm>
            <a:custGeom>
              <a:rect b="b" l="l" r="r" t="t"/>
              <a:pathLst>
                <a:path extrusionOk="0" h="45884" w="209096">
                  <a:moveTo>
                    <a:pt x="173615" y="405"/>
                  </a:moveTo>
                  <a:cubicBezTo>
                    <a:pt x="176375" y="405"/>
                    <a:pt x="179213" y="507"/>
                    <a:pt x="182050" y="829"/>
                  </a:cubicBezTo>
                  <a:cubicBezTo>
                    <a:pt x="188207" y="1528"/>
                    <a:pt x="194615" y="3672"/>
                    <a:pt x="201642" y="7381"/>
                  </a:cubicBezTo>
                  <a:lnTo>
                    <a:pt x="202000" y="7570"/>
                  </a:lnTo>
                  <a:cubicBezTo>
                    <a:pt x="204160" y="8703"/>
                    <a:pt x="207122" y="10258"/>
                    <a:pt x="208209" y="13014"/>
                  </a:cubicBezTo>
                  <a:cubicBezTo>
                    <a:pt x="208659" y="14157"/>
                    <a:pt x="208681" y="15157"/>
                    <a:pt x="208272" y="15990"/>
                  </a:cubicBezTo>
                  <a:cubicBezTo>
                    <a:pt x="207624" y="17309"/>
                    <a:pt x="205989" y="18018"/>
                    <a:pt x="204732" y="18381"/>
                  </a:cubicBezTo>
                  <a:cubicBezTo>
                    <a:pt x="201461" y="19325"/>
                    <a:pt x="198006" y="19797"/>
                    <a:pt x="194392" y="19797"/>
                  </a:cubicBezTo>
                  <a:cubicBezTo>
                    <a:pt x="190821" y="19797"/>
                    <a:pt x="187096" y="19336"/>
                    <a:pt x="183241" y="18415"/>
                  </a:cubicBezTo>
                  <a:cubicBezTo>
                    <a:pt x="179114" y="17429"/>
                    <a:pt x="174866" y="16057"/>
                    <a:pt x="170611" y="14337"/>
                  </a:cubicBezTo>
                  <a:cubicBezTo>
                    <a:pt x="166998" y="12878"/>
                    <a:pt x="163261" y="11368"/>
                    <a:pt x="159428" y="10535"/>
                  </a:cubicBezTo>
                  <a:cubicBezTo>
                    <a:pt x="157531" y="10122"/>
                    <a:pt x="155742" y="9916"/>
                    <a:pt x="154034" y="9916"/>
                  </a:cubicBezTo>
                  <a:cubicBezTo>
                    <a:pt x="152450" y="9916"/>
                    <a:pt x="150935" y="10094"/>
                    <a:pt x="149470" y="10449"/>
                  </a:cubicBezTo>
                  <a:cubicBezTo>
                    <a:pt x="145504" y="11411"/>
                    <a:pt x="142070" y="13874"/>
                    <a:pt x="138895" y="16316"/>
                  </a:cubicBezTo>
                  <a:cubicBezTo>
                    <a:pt x="136054" y="18501"/>
                    <a:pt x="133233" y="20858"/>
                    <a:pt x="130505" y="23139"/>
                  </a:cubicBezTo>
                  <a:cubicBezTo>
                    <a:pt x="126905" y="26149"/>
                    <a:pt x="123181" y="29264"/>
                    <a:pt x="119366" y="32010"/>
                  </a:cubicBezTo>
                  <a:cubicBezTo>
                    <a:pt x="107458" y="40580"/>
                    <a:pt x="92880" y="45107"/>
                    <a:pt x="76028" y="45462"/>
                  </a:cubicBezTo>
                  <a:cubicBezTo>
                    <a:pt x="75424" y="45475"/>
                    <a:pt x="74822" y="45482"/>
                    <a:pt x="74224" y="45482"/>
                  </a:cubicBezTo>
                  <a:cubicBezTo>
                    <a:pt x="58269" y="45482"/>
                    <a:pt x="44689" y="40929"/>
                    <a:pt x="33828" y="31942"/>
                  </a:cubicBezTo>
                  <a:cubicBezTo>
                    <a:pt x="27187" y="26448"/>
                    <a:pt x="20603" y="21405"/>
                    <a:pt x="13056" y="20088"/>
                  </a:cubicBezTo>
                  <a:cubicBezTo>
                    <a:pt x="11967" y="19897"/>
                    <a:pt x="10865" y="19801"/>
                    <a:pt x="9746" y="19801"/>
                  </a:cubicBezTo>
                  <a:cubicBezTo>
                    <a:pt x="6781" y="19801"/>
                    <a:pt x="3696" y="20474"/>
                    <a:pt x="406" y="21833"/>
                  </a:cubicBezTo>
                  <a:lnTo>
                    <a:pt x="406" y="14358"/>
                  </a:lnTo>
                  <a:cubicBezTo>
                    <a:pt x="1109" y="14230"/>
                    <a:pt x="1864" y="14110"/>
                    <a:pt x="2702" y="13993"/>
                  </a:cubicBezTo>
                  <a:cubicBezTo>
                    <a:pt x="5594" y="13588"/>
                    <a:pt x="8552" y="13414"/>
                    <a:pt x="11411" y="13245"/>
                  </a:cubicBezTo>
                  <a:lnTo>
                    <a:pt x="12958" y="13152"/>
                  </a:lnTo>
                  <a:cubicBezTo>
                    <a:pt x="15818" y="12978"/>
                    <a:pt x="18953" y="12785"/>
                    <a:pt x="22145" y="12785"/>
                  </a:cubicBezTo>
                  <a:cubicBezTo>
                    <a:pt x="23389" y="12785"/>
                    <a:pt x="24641" y="12814"/>
                    <a:pt x="25889" y="12885"/>
                  </a:cubicBezTo>
                  <a:cubicBezTo>
                    <a:pt x="29786" y="13104"/>
                    <a:pt x="33808" y="14150"/>
                    <a:pt x="38546" y="16169"/>
                  </a:cubicBezTo>
                  <a:cubicBezTo>
                    <a:pt x="52883" y="22283"/>
                    <a:pt x="69842" y="28659"/>
                    <a:pt x="86902" y="29591"/>
                  </a:cubicBezTo>
                  <a:cubicBezTo>
                    <a:pt x="88135" y="29659"/>
                    <a:pt x="89353" y="29692"/>
                    <a:pt x="90554" y="29692"/>
                  </a:cubicBezTo>
                  <a:cubicBezTo>
                    <a:pt x="97955" y="29692"/>
                    <a:pt x="104738" y="28414"/>
                    <a:pt x="110758" y="25880"/>
                  </a:cubicBezTo>
                  <a:cubicBezTo>
                    <a:pt x="117187" y="23174"/>
                    <a:pt x="123174" y="18993"/>
                    <a:pt x="128962" y="14950"/>
                  </a:cubicBezTo>
                  <a:cubicBezTo>
                    <a:pt x="130301" y="14015"/>
                    <a:pt x="131684" y="13050"/>
                    <a:pt x="133052" y="12117"/>
                  </a:cubicBezTo>
                  <a:cubicBezTo>
                    <a:pt x="136569" y="9716"/>
                    <a:pt x="140379" y="7249"/>
                    <a:pt x="144384" y="5460"/>
                  </a:cubicBezTo>
                  <a:cubicBezTo>
                    <a:pt x="148006" y="3842"/>
                    <a:pt x="151905" y="2608"/>
                    <a:pt x="155970" y="1792"/>
                  </a:cubicBezTo>
                  <a:cubicBezTo>
                    <a:pt x="159701" y="1042"/>
                    <a:pt x="163680" y="640"/>
                    <a:pt x="168868" y="486"/>
                  </a:cubicBezTo>
                  <a:cubicBezTo>
                    <a:pt x="170413" y="440"/>
                    <a:pt x="172001" y="405"/>
                    <a:pt x="173615" y="405"/>
                  </a:cubicBezTo>
                  <a:close/>
                  <a:moveTo>
                    <a:pt x="173609" y="0"/>
                  </a:moveTo>
                  <a:cubicBezTo>
                    <a:pt x="171993" y="0"/>
                    <a:pt x="170405" y="35"/>
                    <a:pt x="168858" y="80"/>
                  </a:cubicBezTo>
                  <a:cubicBezTo>
                    <a:pt x="163644" y="234"/>
                    <a:pt x="159645" y="639"/>
                    <a:pt x="155891" y="1393"/>
                  </a:cubicBezTo>
                  <a:cubicBezTo>
                    <a:pt x="151795" y="2216"/>
                    <a:pt x="147870" y="3459"/>
                    <a:pt x="144219" y="5088"/>
                  </a:cubicBezTo>
                  <a:cubicBezTo>
                    <a:pt x="140186" y="6888"/>
                    <a:pt x="136359" y="9369"/>
                    <a:pt x="132824" y="11781"/>
                  </a:cubicBezTo>
                  <a:cubicBezTo>
                    <a:pt x="131454" y="12715"/>
                    <a:pt x="130070" y="13683"/>
                    <a:pt x="128732" y="14617"/>
                  </a:cubicBezTo>
                  <a:cubicBezTo>
                    <a:pt x="122961" y="18648"/>
                    <a:pt x="116993" y="22817"/>
                    <a:pt x="110602" y="25506"/>
                  </a:cubicBezTo>
                  <a:cubicBezTo>
                    <a:pt x="104631" y="28019"/>
                    <a:pt x="97899" y="29287"/>
                    <a:pt x="90554" y="29287"/>
                  </a:cubicBezTo>
                  <a:cubicBezTo>
                    <a:pt x="89360" y="29287"/>
                    <a:pt x="88149" y="29254"/>
                    <a:pt x="86923" y="29187"/>
                  </a:cubicBezTo>
                  <a:cubicBezTo>
                    <a:pt x="69926" y="28261"/>
                    <a:pt x="53010" y="21898"/>
                    <a:pt x="38703" y="15797"/>
                  </a:cubicBezTo>
                  <a:cubicBezTo>
                    <a:pt x="33922" y="13758"/>
                    <a:pt x="29857" y="12704"/>
                    <a:pt x="25911" y="12481"/>
                  </a:cubicBezTo>
                  <a:cubicBezTo>
                    <a:pt x="24653" y="12410"/>
                    <a:pt x="23392" y="12381"/>
                    <a:pt x="22140" y="12381"/>
                  </a:cubicBezTo>
                  <a:cubicBezTo>
                    <a:pt x="18938" y="12381"/>
                    <a:pt x="15797" y="12572"/>
                    <a:pt x="12931" y="12748"/>
                  </a:cubicBezTo>
                  <a:lnTo>
                    <a:pt x="11384" y="12841"/>
                  </a:lnTo>
                  <a:cubicBezTo>
                    <a:pt x="8518" y="13010"/>
                    <a:pt x="5551" y="13184"/>
                    <a:pt x="2644" y="13591"/>
                  </a:cubicBezTo>
                  <a:cubicBezTo>
                    <a:pt x="1731" y="13718"/>
                    <a:pt x="921" y="13848"/>
                    <a:pt x="165" y="13990"/>
                  </a:cubicBezTo>
                  <a:lnTo>
                    <a:pt x="0" y="14020"/>
                  </a:lnTo>
                  <a:lnTo>
                    <a:pt x="0" y="22434"/>
                  </a:lnTo>
                  <a:lnTo>
                    <a:pt x="280" y="22317"/>
                  </a:lnTo>
                  <a:cubicBezTo>
                    <a:pt x="3624" y="20902"/>
                    <a:pt x="6748" y="20202"/>
                    <a:pt x="9745" y="20202"/>
                  </a:cubicBezTo>
                  <a:cubicBezTo>
                    <a:pt x="10841" y="20202"/>
                    <a:pt x="11920" y="20296"/>
                    <a:pt x="12987" y="20482"/>
                  </a:cubicBezTo>
                  <a:cubicBezTo>
                    <a:pt x="20436" y="21784"/>
                    <a:pt x="26975" y="26792"/>
                    <a:pt x="33571" y="32250"/>
                  </a:cubicBezTo>
                  <a:cubicBezTo>
                    <a:pt x="44508" y="41302"/>
                    <a:pt x="58178" y="45884"/>
                    <a:pt x="74230" y="45884"/>
                  </a:cubicBezTo>
                  <a:cubicBezTo>
                    <a:pt x="74828" y="45884"/>
                    <a:pt x="75434" y="45878"/>
                    <a:pt x="76041" y="45864"/>
                  </a:cubicBezTo>
                  <a:cubicBezTo>
                    <a:pt x="92973" y="45507"/>
                    <a:pt x="107630" y="40953"/>
                    <a:pt x="119603" y="32334"/>
                  </a:cubicBezTo>
                  <a:cubicBezTo>
                    <a:pt x="123430" y="29580"/>
                    <a:pt x="127160" y="26462"/>
                    <a:pt x="130767" y="23446"/>
                  </a:cubicBezTo>
                  <a:cubicBezTo>
                    <a:pt x="133490" y="21168"/>
                    <a:pt x="136306" y="18812"/>
                    <a:pt x="139143" y="16633"/>
                  </a:cubicBezTo>
                  <a:cubicBezTo>
                    <a:pt x="142286" y="14218"/>
                    <a:pt x="145678" y="11782"/>
                    <a:pt x="149569" y="10839"/>
                  </a:cubicBezTo>
                  <a:cubicBezTo>
                    <a:pt x="151002" y="10492"/>
                    <a:pt x="152486" y="10318"/>
                    <a:pt x="154040" y="10318"/>
                  </a:cubicBezTo>
                  <a:cubicBezTo>
                    <a:pt x="155718" y="10318"/>
                    <a:pt x="157477" y="10521"/>
                    <a:pt x="159345" y="10926"/>
                  </a:cubicBezTo>
                  <a:cubicBezTo>
                    <a:pt x="163146" y="11754"/>
                    <a:pt x="166866" y="13255"/>
                    <a:pt x="170463" y="14710"/>
                  </a:cubicBezTo>
                  <a:cubicBezTo>
                    <a:pt x="174735" y="16434"/>
                    <a:pt x="179004" y="17813"/>
                    <a:pt x="183149" y="18805"/>
                  </a:cubicBezTo>
                  <a:cubicBezTo>
                    <a:pt x="187035" y="19734"/>
                    <a:pt x="190791" y="20198"/>
                    <a:pt x="194393" y="20198"/>
                  </a:cubicBezTo>
                  <a:cubicBezTo>
                    <a:pt x="198045" y="20198"/>
                    <a:pt x="201538" y="19721"/>
                    <a:pt x="204846" y="18766"/>
                  </a:cubicBezTo>
                  <a:cubicBezTo>
                    <a:pt x="206788" y="18205"/>
                    <a:pt x="208062" y="17332"/>
                    <a:pt x="208634" y="16167"/>
                  </a:cubicBezTo>
                  <a:cubicBezTo>
                    <a:pt x="209095" y="15229"/>
                    <a:pt x="209080" y="14117"/>
                    <a:pt x="208584" y="12865"/>
                  </a:cubicBezTo>
                  <a:cubicBezTo>
                    <a:pt x="207441" y="9969"/>
                    <a:pt x="204404" y="8376"/>
                    <a:pt x="202188" y="7211"/>
                  </a:cubicBezTo>
                  <a:lnTo>
                    <a:pt x="201831" y="7024"/>
                  </a:lnTo>
                  <a:cubicBezTo>
                    <a:pt x="194760" y="3289"/>
                    <a:pt x="188306" y="1132"/>
                    <a:pt x="182098" y="427"/>
                  </a:cubicBezTo>
                  <a:cubicBezTo>
                    <a:pt x="179239" y="102"/>
                    <a:pt x="176384" y="0"/>
                    <a:pt x="1736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97184" y="87130"/>
              <a:ext cx="807313" cy="330705"/>
            </a:xfrm>
            <a:custGeom>
              <a:rect b="b" l="l" r="r" t="t"/>
              <a:pathLst>
                <a:path extrusionOk="0" h="8264" w="20174">
                  <a:moveTo>
                    <a:pt x="10888" y="404"/>
                  </a:moveTo>
                  <a:cubicBezTo>
                    <a:pt x="11749" y="404"/>
                    <a:pt x="12597" y="461"/>
                    <a:pt x="13422" y="602"/>
                  </a:cubicBezTo>
                  <a:cubicBezTo>
                    <a:pt x="15472" y="954"/>
                    <a:pt x="17153" y="1897"/>
                    <a:pt x="18413" y="3404"/>
                  </a:cubicBezTo>
                  <a:cubicBezTo>
                    <a:pt x="19054" y="4170"/>
                    <a:pt x="19787" y="5267"/>
                    <a:pt x="19634" y="6147"/>
                  </a:cubicBezTo>
                  <a:cubicBezTo>
                    <a:pt x="19567" y="6546"/>
                    <a:pt x="19324" y="6863"/>
                    <a:pt x="18894" y="7118"/>
                  </a:cubicBezTo>
                  <a:cubicBezTo>
                    <a:pt x="17704" y="7820"/>
                    <a:pt x="16206" y="7861"/>
                    <a:pt x="14950" y="7861"/>
                  </a:cubicBezTo>
                  <a:cubicBezTo>
                    <a:pt x="14860" y="7861"/>
                    <a:pt x="14771" y="7861"/>
                    <a:pt x="14684" y="7861"/>
                  </a:cubicBezTo>
                  <a:cubicBezTo>
                    <a:pt x="13289" y="7856"/>
                    <a:pt x="11866" y="7753"/>
                    <a:pt x="10488" y="7653"/>
                  </a:cubicBezTo>
                  <a:cubicBezTo>
                    <a:pt x="9887" y="7608"/>
                    <a:pt x="9287" y="7565"/>
                    <a:pt x="8687" y="7529"/>
                  </a:cubicBezTo>
                  <a:cubicBezTo>
                    <a:pt x="5827" y="7359"/>
                    <a:pt x="3245" y="7206"/>
                    <a:pt x="649" y="7206"/>
                  </a:cubicBezTo>
                  <a:cubicBezTo>
                    <a:pt x="568" y="7206"/>
                    <a:pt x="486" y="7206"/>
                    <a:pt x="405" y="7206"/>
                  </a:cubicBezTo>
                  <a:lnTo>
                    <a:pt x="405" y="1428"/>
                  </a:lnTo>
                  <a:cubicBezTo>
                    <a:pt x="2017" y="1368"/>
                    <a:pt x="3674" y="1139"/>
                    <a:pt x="5280" y="919"/>
                  </a:cubicBezTo>
                  <a:cubicBezTo>
                    <a:pt x="7141" y="665"/>
                    <a:pt x="9044" y="404"/>
                    <a:pt x="10888" y="404"/>
                  </a:cubicBezTo>
                  <a:close/>
                  <a:moveTo>
                    <a:pt x="10888" y="1"/>
                  </a:moveTo>
                  <a:cubicBezTo>
                    <a:pt x="9018" y="1"/>
                    <a:pt x="7099" y="265"/>
                    <a:pt x="5223" y="522"/>
                  </a:cubicBezTo>
                  <a:cubicBezTo>
                    <a:pt x="3564" y="751"/>
                    <a:pt x="1848" y="984"/>
                    <a:pt x="195" y="1034"/>
                  </a:cubicBezTo>
                  <a:lnTo>
                    <a:pt x="1" y="1039"/>
                  </a:lnTo>
                  <a:lnTo>
                    <a:pt x="1" y="7612"/>
                  </a:lnTo>
                  <a:lnTo>
                    <a:pt x="202" y="7612"/>
                  </a:lnTo>
                  <a:cubicBezTo>
                    <a:pt x="266" y="7612"/>
                    <a:pt x="330" y="7612"/>
                    <a:pt x="393" y="7612"/>
                  </a:cubicBezTo>
                  <a:cubicBezTo>
                    <a:pt x="3056" y="7612"/>
                    <a:pt x="5717" y="7756"/>
                    <a:pt x="8664" y="7932"/>
                  </a:cubicBezTo>
                  <a:cubicBezTo>
                    <a:pt x="9261" y="7968"/>
                    <a:pt x="9860" y="8012"/>
                    <a:pt x="10460" y="8055"/>
                  </a:cubicBezTo>
                  <a:cubicBezTo>
                    <a:pt x="11844" y="8155"/>
                    <a:pt x="13275" y="8259"/>
                    <a:pt x="14682" y="8264"/>
                  </a:cubicBezTo>
                  <a:lnTo>
                    <a:pt x="14998" y="8264"/>
                  </a:lnTo>
                  <a:cubicBezTo>
                    <a:pt x="16295" y="8264"/>
                    <a:pt x="17831" y="8211"/>
                    <a:pt x="19096" y="7463"/>
                  </a:cubicBezTo>
                  <a:cubicBezTo>
                    <a:pt x="19626" y="7152"/>
                    <a:pt x="19940" y="6730"/>
                    <a:pt x="20030" y="6216"/>
                  </a:cubicBezTo>
                  <a:cubicBezTo>
                    <a:pt x="20173" y="5387"/>
                    <a:pt x="19732" y="4354"/>
                    <a:pt x="18720" y="3145"/>
                  </a:cubicBezTo>
                  <a:cubicBezTo>
                    <a:pt x="17395" y="1562"/>
                    <a:pt x="15637" y="574"/>
                    <a:pt x="13488" y="205"/>
                  </a:cubicBezTo>
                  <a:cubicBezTo>
                    <a:pt x="12639" y="59"/>
                    <a:pt x="11769" y="1"/>
                    <a:pt x="108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97104" y="-258065"/>
              <a:ext cx="9377861" cy="2035410"/>
            </a:xfrm>
            <a:custGeom>
              <a:rect b="b" l="l" r="r" t="t"/>
              <a:pathLst>
                <a:path extrusionOk="0" h="50863" w="234344">
                  <a:moveTo>
                    <a:pt x="233940" y="621"/>
                  </a:moveTo>
                  <a:lnTo>
                    <a:pt x="233940" y="12077"/>
                  </a:lnTo>
                  <a:cubicBezTo>
                    <a:pt x="232371" y="13846"/>
                    <a:pt x="230619" y="15358"/>
                    <a:pt x="228734" y="16565"/>
                  </a:cubicBezTo>
                  <a:cubicBezTo>
                    <a:pt x="224484" y="19289"/>
                    <a:pt x="219376" y="20857"/>
                    <a:pt x="213122" y="21360"/>
                  </a:cubicBezTo>
                  <a:cubicBezTo>
                    <a:pt x="211653" y="21479"/>
                    <a:pt x="210146" y="21539"/>
                    <a:pt x="208580" y="21539"/>
                  </a:cubicBezTo>
                  <a:cubicBezTo>
                    <a:pt x="205000" y="21539"/>
                    <a:pt x="201109" y="21226"/>
                    <a:pt x="196647" y="20590"/>
                  </a:cubicBezTo>
                  <a:lnTo>
                    <a:pt x="196529" y="20574"/>
                  </a:lnTo>
                  <a:cubicBezTo>
                    <a:pt x="194477" y="20283"/>
                    <a:pt x="192356" y="19981"/>
                    <a:pt x="190306" y="19457"/>
                  </a:cubicBezTo>
                  <a:cubicBezTo>
                    <a:pt x="188131" y="18901"/>
                    <a:pt x="186302" y="18457"/>
                    <a:pt x="184446" y="18095"/>
                  </a:cubicBezTo>
                  <a:cubicBezTo>
                    <a:pt x="182413" y="17700"/>
                    <a:pt x="180221" y="17338"/>
                    <a:pt x="178016" y="17338"/>
                  </a:cubicBezTo>
                  <a:cubicBezTo>
                    <a:pt x="177942" y="17338"/>
                    <a:pt x="177867" y="17339"/>
                    <a:pt x="177792" y="17340"/>
                  </a:cubicBezTo>
                  <a:cubicBezTo>
                    <a:pt x="176496" y="17354"/>
                    <a:pt x="174542" y="17378"/>
                    <a:pt x="173323" y="18637"/>
                  </a:cubicBezTo>
                  <a:cubicBezTo>
                    <a:pt x="172261" y="19733"/>
                    <a:pt x="172397" y="21555"/>
                    <a:pt x="173080" y="22788"/>
                  </a:cubicBezTo>
                  <a:cubicBezTo>
                    <a:pt x="174004" y="24459"/>
                    <a:pt x="175665" y="25395"/>
                    <a:pt x="177319" y="26158"/>
                  </a:cubicBezTo>
                  <a:cubicBezTo>
                    <a:pt x="180088" y="27433"/>
                    <a:pt x="183032" y="28076"/>
                    <a:pt x="185878" y="28699"/>
                  </a:cubicBezTo>
                  <a:cubicBezTo>
                    <a:pt x="186544" y="28844"/>
                    <a:pt x="187205" y="28990"/>
                    <a:pt x="187866" y="29142"/>
                  </a:cubicBezTo>
                  <a:cubicBezTo>
                    <a:pt x="191326" y="29942"/>
                    <a:pt x="194903" y="30405"/>
                    <a:pt x="198362" y="30852"/>
                  </a:cubicBezTo>
                  <a:lnTo>
                    <a:pt x="199879" y="31048"/>
                  </a:lnTo>
                  <a:cubicBezTo>
                    <a:pt x="203501" y="31524"/>
                    <a:pt x="207493" y="31975"/>
                    <a:pt x="212443" y="32469"/>
                  </a:cubicBezTo>
                  <a:cubicBezTo>
                    <a:pt x="216296" y="32854"/>
                    <a:pt x="220110" y="33192"/>
                    <a:pt x="223683" y="33505"/>
                  </a:cubicBezTo>
                  <a:cubicBezTo>
                    <a:pt x="226437" y="33747"/>
                    <a:pt x="229366" y="34040"/>
                    <a:pt x="232268" y="34727"/>
                  </a:cubicBezTo>
                  <a:cubicBezTo>
                    <a:pt x="232812" y="34856"/>
                    <a:pt x="233374" y="35011"/>
                    <a:pt x="233940" y="35186"/>
                  </a:cubicBezTo>
                  <a:lnTo>
                    <a:pt x="233940" y="50330"/>
                  </a:lnTo>
                  <a:cubicBezTo>
                    <a:pt x="227593" y="48509"/>
                    <a:pt x="220754" y="46238"/>
                    <a:pt x="213042" y="43386"/>
                  </a:cubicBezTo>
                  <a:cubicBezTo>
                    <a:pt x="208088" y="41555"/>
                    <a:pt x="202988" y="39512"/>
                    <a:pt x="197884" y="37317"/>
                  </a:cubicBezTo>
                  <a:cubicBezTo>
                    <a:pt x="195613" y="36339"/>
                    <a:pt x="193318" y="35281"/>
                    <a:pt x="191099" y="34257"/>
                  </a:cubicBezTo>
                  <a:cubicBezTo>
                    <a:pt x="188401" y="33014"/>
                    <a:pt x="185611" y="31726"/>
                    <a:pt x="182833" y="30573"/>
                  </a:cubicBezTo>
                  <a:cubicBezTo>
                    <a:pt x="172649" y="26340"/>
                    <a:pt x="162754" y="24195"/>
                    <a:pt x="153409" y="24195"/>
                  </a:cubicBezTo>
                  <a:cubicBezTo>
                    <a:pt x="153178" y="24195"/>
                    <a:pt x="152948" y="24197"/>
                    <a:pt x="152719" y="24198"/>
                  </a:cubicBezTo>
                  <a:cubicBezTo>
                    <a:pt x="142080" y="24319"/>
                    <a:pt x="132064" y="27884"/>
                    <a:pt x="122824" y="31721"/>
                  </a:cubicBezTo>
                  <a:cubicBezTo>
                    <a:pt x="112729" y="35913"/>
                    <a:pt x="102805" y="39822"/>
                    <a:pt x="92400" y="41608"/>
                  </a:cubicBezTo>
                  <a:cubicBezTo>
                    <a:pt x="82867" y="43244"/>
                    <a:pt x="72721" y="44299"/>
                    <a:pt x="61383" y="44830"/>
                  </a:cubicBezTo>
                  <a:cubicBezTo>
                    <a:pt x="58519" y="44965"/>
                    <a:pt x="55783" y="45032"/>
                    <a:pt x="53152" y="45032"/>
                  </a:cubicBezTo>
                  <a:cubicBezTo>
                    <a:pt x="45012" y="45032"/>
                    <a:pt x="37887" y="44383"/>
                    <a:pt x="31169" y="43050"/>
                  </a:cubicBezTo>
                  <a:cubicBezTo>
                    <a:pt x="24718" y="41770"/>
                    <a:pt x="18066" y="39641"/>
                    <a:pt x="11397" y="36720"/>
                  </a:cubicBezTo>
                  <a:cubicBezTo>
                    <a:pt x="7680" y="35093"/>
                    <a:pt x="3780" y="33224"/>
                    <a:pt x="405" y="30582"/>
                  </a:cubicBezTo>
                  <a:lnTo>
                    <a:pt x="405" y="21725"/>
                  </a:lnTo>
                  <a:cubicBezTo>
                    <a:pt x="5173" y="23118"/>
                    <a:pt x="10001" y="24631"/>
                    <a:pt x="14673" y="26094"/>
                  </a:cubicBezTo>
                  <a:cubicBezTo>
                    <a:pt x="18472" y="27283"/>
                    <a:pt x="22397" y="28512"/>
                    <a:pt x="26269" y="29670"/>
                  </a:cubicBezTo>
                  <a:cubicBezTo>
                    <a:pt x="42759" y="34607"/>
                    <a:pt x="58954" y="38982"/>
                    <a:pt x="74991" y="38982"/>
                  </a:cubicBezTo>
                  <a:cubicBezTo>
                    <a:pt x="78823" y="38982"/>
                    <a:pt x="82649" y="38732"/>
                    <a:pt x="86466" y="38179"/>
                  </a:cubicBezTo>
                  <a:cubicBezTo>
                    <a:pt x="95509" y="36872"/>
                    <a:pt x="104228" y="33938"/>
                    <a:pt x="112383" y="29455"/>
                  </a:cubicBezTo>
                  <a:cubicBezTo>
                    <a:pt x="116730" y="27066"/>
                    <a:pt x="120985" y="24195"/>
                    <a:pt x="125029" y="20922"/>
                  </a:cubicBezTo>
                  <a:cubicBezTo>
                    <a:pt x="126767" y="19511"/>
                    <a:pt x="128488" y="17994"/>
                    <a:pt x="130152" y="16524"/>
                  </a:cubicBezTo>
                  <a:cubicBezTo>
                    <a:pt x="131788" y="15078"/>
                    <a:pt x="133483" y="13582"/>
                    <a:pt x="135190" y="12196"/>
                  </a:cubicBezTo>
                  <a:cubicBezTo>
                    <a:pt x="137654" y="10200"/>
                    <a:pt x="140969" y="7788"/>
                    <a:pt x="144768" y="6873"/>
                  </a:cubicBezTo>
                  <a:cubicBezTo>
                    <a:pt x="145990" y="6580"/>
                    <a:pt x="147258" y="6432"/>
                    <a:pt x="148594" y="6432"/>
                  </a:cubicBezTo>
                  <a:cubicBezTo>
                    <a:pt x="151134" y="6432"/>
                    <a:pt x="153922" y="6966"/>
                    <a:pt x="157120" y="8052"/>
                  </a:cubicBezTo>
                  <a:cubicBezTo>
                    <a:pt x="165254" y="10813"/>
                    <a:pt x="174727" y="13878"/>
                    <a:pt x="184226" y="15304"/>
                  </a:cubicBezTo>
                  <a:cubicBezTo>
                    <a:pt x="187914" y="15858"/>
                    <a:pt x="191419" y="16136"/>
                    <a:pt x="194766" y="16136"/>
                  </a:cubicBezTo>
                  <a:cubicBezTo>
                    <a:pt x="200932" y="16136"/>
                    <a:pt x="206557" y="15192"/>
                    <a:pt x="211781" y="13295"/>
                  </a:cubicBezTo>
                  <a:cubicBezTo>
                    <a:pt x="216509" y="11579"/>
                    <a:pt x="220789" y="8892"/>
                    <a:pt x="224351" y="6492"/>
                  </a:cubicBezTo>
                  <a:cubicBezTo>
                    <a:pt x="224766" y="6212"/>
                    <a:pt x="225182" y="5928"/>
                    <a:pt x="225598" y="5645"/>
                  </a:cubicBezTo>
                  <a:cubicBezTo>
                    <a:pt x="228277" y="3826"/>
                    <a:pt x="231045" y="1944"/>
                    <a:pt x="233940" y="621"/>
                  </a:cubicBezTo>
                  <a:close/>
                  <a:moveTo>
                    <a:pt x="234344" y="1"/>
                  </a:moveTo>
                  <a:lnTo>
                    <a:pt x="234062" y="127"/>
                  </a:lnTo>
                  <a:cubicBezTo>
                    <a:pt x="231032" y="1470"/>
                    <a:pt x="228156" y="3423"/>
                    <a:pt x="225375" y="5313"/>
                  </a:cubicBezTo>
                  <a:cubicBezTo>
                    <a:pt x="224959" y="5595"/>
                    <a:pt x="224545" y="5878"/>
                    <a:pt x="224128" y="6158"/>
                  </a:cubicBezTo>
                  <a:cubicBezTo>
                    <a:pt x="220589" y="8544"/>
                    <a:pt x="216336" y="11214"/>
                    <a:pt x="211647" y="12916"/>
                  </a:cubicBezTo>
                  <a:cubicBezTo>
                    <a:pt x="206466" y="14796"/>
                    <a:pt x="200885" y="15732"/>
                    <a:pt x="194765" y="15732"/>
                  </a:cubicBezTo>
                  <a:cubicBezTo>
                    <a:pt x="191440" y="15732"/>
                    <a:pt x="187955" y="15456"/>
                    <a:pt x="184289" y="14905"/>
                  </a:cubicBezTo>
                  <a:cubicBezTo>
                    <a:pt x="174822" y="13485"/>
                    <a:pt x="165370" y="10424"/>
                    <a:pt x="157251" y="7671"/>
                  </a:cubicBezTo>
                  <a:cubicBezTo>
                    <a:pt x="154011" y="6571"/>
                    <a:pt x="151182" y="6028"/>
                    <a:pt x="148600" y="6028"/>
                  </a:cubicBezTo>
                  <a:cubicBezTo>
                    <a:pt x="147230" y="6028"/>
                    <a:pt x="145930" y="6181"/>
                    <a:pt x="144675" y="6483"/>
                  </a:cubicBezTo>
                  <a:cubicBezTo>
                    <a:pt x="140797" y="7416"/>
                    <a:pt x="137434" y="9860"/>
                    <a:pt x="134939" y="11886"/>
                  </a:cubicBezTo>
                  <a:cubicBezTo>
                    <a:pt x="133224" y="13277"/>
                    <a:pt x="131528" y="14775"/>
                    <a:pt x="129887" y="16224"/>
                  </a:cubicBezTo>
                  <a:cubicBezTo>
                    <a:pt x="128225" y="17690"/>
                    <a:pt x="126509" y="19207"/>
                    <a:pt x="124774" y="20610"/>
                  </a:cubicBezTo>
                  <a:cubicBezTo>
                    <a:pt x="120749" y="23869"/>
                    <a:pt x="116514" y="26727"/>
                    <a:pt x="112189" y="29105"/>
                  </a:cubicBezTo>
                  <a:cubicBezTo>
                    <a:pt x="104076" y="33564"/>
                    <a:pt x="95402" y="36484"/>
                    <a:pt x="86407" y="37785"/>
                  </a:cubicBezTo>
                  <a:cubicBezTo>
                    <a:pt x="82611" y="38334"/>
                    <a:pt x="78806" y="38583"/>
                    <a:pt x="74991" y="38583"/>
                  </a:cubicBezTo>
                  <a:cubicBezTo>
                    <a:pt x="59005" y="38583"/>
                    <a:pt x="42843" y="34216"/>
                    <a:pt x="26384" y="29289"/>
                  </a:cubicBezTo>
                  <a:cubicBezTo>
                    <a:pt x="22516" y="28130"/>
                    <a:pt x="18589" y="26901"/>
                    <a:pt x="14793" y="25711"/>
                  </a:cubicBezTo>
                  <a:cubicBezTo>
                    <a:pt x="10035" y="24222"/>
                    <a:pt x="5116" y="22681"/>
                    <a:pt x="257" y="21265"/>
                  </a:cubicBezTo>
                  <a:lnTo>
                    <a:pt x="0" y="21189"/>
                  </a:lnTo>
                  <a:lnTo>
                    <a:pt x="0" y="30778"/>
                  </a:lnTo>
                  <a:lnTo>
                    <a:pt x="77" y="30839"/>
                  </a:lnTo>
                  <a:cubicBezTo>
                    <a:pt x="3505" y="33541"/>
                    <a:pt x="7466" y="35440"/>
                    <a:pt x="11235" y="37090"/>
                  </a:cubicBezTo>
                  <a:cubicBezTo>
                    <a:pt x="17931" y="40022"/>
                    <a:pt x="24610" y="42161"/>
                    <a:pt x="31090" y="43447"/>
                  </a:cubicBezTo>
                  <a:cubicBezTo>
                    <a:pt x="37834" y="44786"/>
                    <a:pt x="44983" y="45437"/>
                    <a:pt x="53148" y="45437"/>
                  </a:cubicBezTo>
                  <a:cubicBezTo>
                    <a:pt x="55786" y="45437"/>
                    <a:pt x="58530" y="45369"/>
                    <a:pt x="61401" y="45235"/>
                  </a:cubicBezTo>
                  <a:cubicBezTo>
                    <a:pt x="72756" y="44700"/>
                    <a:pt x="82917" y="43644"/>
                    <a:pt x="92467" y="42007"/>
                  </a:cubicBezTo>
                  <a:cubicBezTo>
                    <a:pt x="102913" y="40214"/>
                    <a:pt x="112861" y="36296"/>
                    <a:pt x="122978" y="32095"/>
                  </a:cubicBezTo>
                  <a:cubicBezTo>
                    <a:pt x="132181" y="28274"/>
                    <a:pt x="142153" y="24722"/>
                    <a:pt x="152725" y="24602"/>
                  </a:cubicBezTo>
                  <a:cubicBezTo>
                    <a:pt x="152952" y="24600"/>
                    <a:pt x="153179" y="24598"/>
                    <a:pt x="153407" y="24598"/>
                  </a:cubicBezTo>
                  <a:cubicBezTo>
                    <a:pt x="162694" y="24598"/>
                    <a:pt x="172541" y="26730"/>
                    <a:pt x="182679" y="30945"/>
                  </a:cubicBezTo>
                  <a:cubicBezTo>
                    <a:pt x="185447" y="32095"/>
                    <a:pt x="188234" y="33381"/>
                    <a:pt x="190930" y="34624"/>
                  </a:cubicBezTo>
                  <a:cubicBezTo>
                    <a:pt x="193152" y="35649"/>
                    <a:pt x="195448" y="36707"/>
                    <a:pt x="197726" y="37686"/>
                  </a:cubicBezTo>
                  <a:cubicBezTo>
                    <a:pt x="202837" y="39885"/>
                    <a:pt x="207942" y="41928"/>
                    <a:pt x="212901" y="43763"/>
                  </a:cubicBezTo>
                  <a:cubicBezTo>
                    <a:pt x="220729" y="46656"/>
                    <a:pt x="227658" y="48955"/>
                    <a:pt x="234085" y="50788"/>
                  </a:cubicBezTo>
                  <a:lnTo>
                    <a:pt x="234341" y="50863"/>
                  </a:lnTo>
                  <a:lnTo>
                    <a:pt x="234344" y="50863"/>
                  </a:lnTo>
                  <a:lnTo>
                    <a:pt x="234344" y="34896"/>
                  </a:lnTo>
                  <a:lnTo>
                    <a:pt x="234204" y="34850"/>
                  </a:lnTo>
                  <a:cubicBezTo>
                    <a:pt x="233582" y="34654"/>
                    <a:pt x="232962" y="34481"/>
                    <a:pt x="232362" y="34340"/>
                  </a:cubicBezTo>
                  <a:cubicBezTo>
                    <a:pt x="229433" y="33647"/>
                    <a:pt x="226488" y="33352"/>
                    <a:pt x="223721" y="33110"/>
                  </a:cubicBezTo>
                  <a:cubicBezTo>
                    <a:pt x="220148" y="32797"/>
                    <a:pt x="216338" y="32457"/>
                    <a:pt x="212486" y="32074"/>
                  </a:cubicBezTo>
                  <a:cubicBezTo>
                    <a:pt x="207542" y="31581"/>
                    <a:pt x="203553" y="31128"/>
                    <a:pt x="199935" y="30653"/>
                  </a:cubicBezTo>
                  <a:lnTo>
                    <a:pt x="198416" y="30455"/>
                  </a:lnTo>
                  <a:cubicBezTo>
                    <a:pt x="194968" y="30009"/>
                    <a:pt x="191400" y="29547"/>
                    <a:pt x="187960" y="28753"/>
                  </a:cubicBezTo>
                  <a:cubicBezTo>
                    <a:pt x="187298" y="28602"/>
                    <a:pt x="186634" y="28454"/>
                    <a:pt x="185969" y="28310"/>
                  </a:cubicBezTo>
                  <a:cubicBezTo>
                    <a:pt x="183145" y="27690"/>
                    <a:pt x="180223" y="27051"/>
                    <a:pt x="177494" y="25795"/>
                  </a:cubicBezTo>
                  <a:cubicBezTo>
                    <a:pt x="176009" y="25111"/>
                    <a:pt x="174350" y="24245"/>
                    <a:pt x="173437" y="22596"/>
                  </a:cubicBezTo>
                  <a:cubicBezTo>
                    <a:pt x="172829" y="21493"/>
                    <a:pt x="172693" y="19876"/>
                    <a:pt x="173617" y="18921"/>
                  </a:cubicBezTo>
                  <a:cubicBezTo>
                    <a:pt x="174717" y="17783"/>
                    <a:pt x="176574" y="17760"/>
                    <a:pt x="177801" y="17745"/>
                  </a:cubicBezTo>
                  <a:cubicBezTo>
                    <a:pt x="177883" y="17744"/>
                    <a:pt x="177965" y="17744"/>
                    <a:pt x="178047" y="17744"/>
                  </a:cubicBezTo>
                  <a:cubicBezTo>
                    <a:pt x="180223" y="17744"/>
                    <a:pt x="182367" y="18103"/>
                    <a:pt x="184375" y="18494"/>
                  </a:cubicBezTo>
                  <a:cubicBezTo>
                    <a:pt x="186221" y="18853"/>
                    <a:pt x="188043" y="19296"/>
                    <a:pt x="190212" y="19850"/>
                  </a:cubicBezTo>
                  <a:cubicBezTo>
                    <a:pt x="192283" y="20380"/>
                    <a:pt x="194415" y="20683"/>
                    <a:pt x="196477" y="20976"/>
                  </a:cubicBezTo>
                  <a:lnTo>
                    <a:pt x="196594" y="20993"/>
                  </a:lnTo>
                  <a:cubicBezTo>
                    <a:pt x="201071" y="21630"/>
                    <a:pt x="204978" y="21943"/>
                    <a:pt x="208576" y="21943"/>
                  </a:cubicBezTo>
                  <a:cubicBezTo>
                    <a:pt x="210156" y="21943"/>
                    <a:pt x="211676" y="21883"/>
                    <a:pt x="213159" y="21763"/>
                  </a:cubicBezTo>
                  <a:cubicBezTo>
                    <a:pt x="219481" y="21255"/>
                    <a:pt x="224648" y="19666"/>
                    <a:pt x="228956" y="16905"/>
                  </a:cubicBezTo>
                  <a:cubicBezTo>
                    <a:pt x="230892" y="15665"/>
                    <a:pt x="232689" y="14110"/>
                    <a:pt x="234294" y="12287"/>
                  </a:cubicBezTo>
                  <a:lnTo>
                    <a:pt x="234344" y="12230"/>
                  </a:lnTo>
                  <a:lnTo>
                    <a:pt x="23434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97264" y="1162055"/>
              <a:ext cx="5171942" cy="1031731"/>
            </a:xfrm>
            <a:custGeom>
              <a:rect b="b" l="l" r="r" t="t"/>
              <a:pathLst>
                <a:path extrusionOk="0" h="25782" w="129242">
                  <a:moveTo>
                    <a:pt x="125667" y="404"/>
                  </a:moveTo>
                  <a:cubicBezTo>
                    <a:pt x="125949" y="404"/>
                    <a:pt x="126232" y="415"/>
                    <a:pt x="126514" y="437"/>
                  </a:cubicBezTo>
                  <a:cubicBezTo>
                    <a:pt x="127419" y="510"/>
                    <a:pt x="128375" y="690"/>
                    <a:pt x="128733" y="1442"/>
                  </a:cubicBezTo>
                  <a:cubicBezTo>
                    <a:pt x="127667" y="1898"/>
                    <a:pt x="126604" y="2366"/>
                    <a:pt x="125540" y="2833"/>
                  </a:cubicBezTo>
                  <a:cubicBezTo>
                    <a:pt x="121951" y="4414"/>
                    <a:pt x="118237" y="6047"/>
                    <a:pt x="114473" y="7141"/>
                  </a:cubicBezTo>
                  <a:cubicBezTo>
                    <a:pt x="113881" y="7314"/>
                    <a:pt x="113286" y="7483"/>
                    <a:pt x="112693" y="7649"/>
                  </a:cubicBezTo>
                  <a:cubicBezTo>
                    <a:pt x="110914" y="8149"/>
                    <a:pt x="109073" y="8666"/>
                    <a:pt x="107278" y="9330"/>
                  </a:cubicBezTo>
                  <a:cubicBezTo>
                    <a:pt x="105183" y="10108"/>
                    <a:pt x="102936" y="11055"/>
                    <a:pt x="100411" y="12228"/>
                  </a:cubicBezTo>
                  <a:cubicBezTo>
                    <a:pt x="97928" y="13381"/>
                    <a:pt x="95424" y="14634"/>
                    <a:pt x="93002" y="15844"/>
                  </a:cubicBezTo>
                  <a:cubicBezTo>
                    <a:pt x="86663" y="19013"/>
                    <a:pt x="80109" y="22288"/>
                    <a:pt x="73322" y="24097"/>
                  </a:cubicBezTo>
                  <a:cubicBezTo>
                    <a:pt x="70106" y="24955"/>
                    <a:pt x="66829" y="25381"/>
                    <a:pt x="63411" y="25381"/>
                  </a:cubicBezTo>
                  <a:cubicBezTo>
                    <a:pt x="61691" y="25381"/>
                    <a:pt x="59935" y="25273"/>
                    <a:pt x="58132" y="25057"/>
                  </a:cubicBezTo>
                  <a:cubicBezTo>
                    <a:pt x="54870" y="24667"/>
                    <a:pt x="51578" y="24000"/>
                    <a:pt x="48394" y="23351"/>
                  </a:cubicBezTo>
                  <a:cubicBezTo>
                    <a:pt x="46720" y="23010"/>
                    <a:pt x="44988" y="22658"/>
                    <a:pt x="43281" y="22351"/>
                  </a:cubicBezTo>
                  <a:cubicBezTo>
                    <a:pt x="38827" y="21551"/>
                    <a:pt x="34306" y="21314"/>
                    <a:pt x="29931" y="21085"/>
                  </a:cubicBezTo>
                  <a:lnTo>
                    <a:pt x="28914" y="21031"/>
                  </a:lnTo>
                  <a:cubicBezTo>
                    <a:pt x="25978" y="20874"/>
                    <a:pt x="23609" y="20501"/>
                    <a:pt x="21462" y="19855"/>
                  </a:cubicBezTo>
                  <a:cubicBezTo>
                    <a:pt x="19489" y="19259"/>
                    <a:pt x="17512" y="18432"/>
                    <a:pt x="15599" y="17635"/>
                  </a:cubicBezTo>
                  <a:cubicBezTo>
                    <a:pt x="15171" y="17457"/>
                    <a:pt x="14747" y="17279"/>
                    <a:pt x="14321" y="17105"/>
                  </a:cubicBezTo>
                  <a:cubicBezTo>
                    <a:pt x="12341" y="16286"/>
                    <a:pt x="10328" y="15433"/>
                    <a:pt x="8383" y="14606"/>
                  </a:cubicBezTo>
                  <a:cubicBezTo>
                    <a:pt x="5772" y="13497"/>
                    <a:pt x="3075" y="12349"/>
                    <a:pt x="404" y="11276"/>
                  </a:cubicBezTo>
                  <a:lnTo>
                    <a:pt x="403" y="11276"/>
                  </a:lnTo>
                  <a:lnTo>
                    <a:pt x="403" y="5584"/>
                  </a:lnTo>
                  <a:cubicBezTo>
                    <a:pt x="967" y="5874"/>
                    <a:pt x="1566" y="6170"/>
                    <a:pt x="2220" y="6484"/>
                  </a:cubicBezTo>
                  <a:cubicBezTo>
                    <a:pt x="2905" y="6811"/>
                    <a:pt x="3592" y="7131"/>
                    <a:pt x="4281" y="7450"/>
                  </a:cubicBezTo>
                  <a:cubicBezTo>
                    <a:pt x="6227" y="8357"/>
                    <a:pt x="8240" y="9293"/>
                    <a:pt x="10153" y="10412"/>
                  </a:cubicBezTo>
                  <a:cubicBezTo>
                    <a:pt x="12434" y="11746"/>
                    <a:pt x="14871" y="13148"/>
                    <a:pt x="17395" y="14337"/>
                  </a:cubicBezTo>
                  <a:cubicBezTo>
                    <a:pt x="25707" y="18255"/>
                    <a:pt x="35202" y="20169"/>
                    <a:pt x="46355" y="20169"/>
                  </a:cubicBezTo>
                  <a:cubicBezTo>
                    <a:pt x="47079" y="20169"/>
                    <a:pt x="47811" y="20161"/>
                    <a:pt x="48549" y="20145"/>
                  </a:cubicBezTo>
                  <a:cubicBezTo>
                    <a:pt x="59131" y="19914"/>
                    <a:pt x="70411" y="17805"/>
                    <a:pt x="84049" y="13504"/>
                  </a:cubicBezTo>
                  <a:cubicBezTo>
                    <a:pt x="89815" y="11685"/>
                    <a:pt x="95612" y="9562"/>
                    <a:pt x="101217" y="7507"/>
                  </a:cubicBezTo>
                  <a:cubicBezTo>
                    <a:pt x="104315" y="6374"/>
                    <a:pt x="107517" y="5200"/>
                    <a:pt x="110679" y="4091"/>
                  </a:cubicBezTo>
                  <a:cubicBezTo>
                    <a:pt x="114143" y="2876"/>
                    <a:pt x="117874" y="1648"/>
                    <a:pt x="121675" y="895"/>
                  </a:cubicBezTo>
                  <a:cubicBezTo>
                    <a:pt x="122896" y="652"/>
                    <a:pt x="124279" y="404"/>
                    <a:pt x="125667" y="404"/>
                  </a:cubicBezTo>
                  <a:close/>
                  <a:moveTo>
                    <a:pt x="125672" y="1"/>
                  </a:moveTo>
                  <a:cubicBezTo>
                    <a:pt x="124248" y="1"/>
                    <a:pt x="122839" y="252"/>
                    <a:pt x="121598" y="497"/>
                  </a:cubicBezTo>
                  <a:cubicBezTo>
                    <a:pt x="117773" y="1256"/>
                    <a:pt x="114025" y="2491"/>
                    <a:pt x="110546" y="3711"/>
                  </a:cubicBezTo>
                  <a:cubicBezTo>
                    <a:pt x="107384" y="4820"/>
                    <a:pt x="104179" y="5993"/>
                    <a:pt x="101080" y="7129"/>
                  </a:cubicBezTo>
                  <a:cubicBezTo>
                    <a:pt x="95477" y="9180"/>
                    <a:pt x="89685" y="11305"/>
                    <a:pt x="83929" y="13120"/>
                  </a:cubicBezTo>
                  <a:cubicBezTo>
                    <a:pt x="70328" y="17407"/>
                    <a:pt x="59084" y="19512"/>
                    <a:pt x="48540" y="19742"/>
                  </a:cubicBezTo>
                  <a:cubicBezTo>
                    <a:pt x="47811" y="19758"/>
                    <a:pt x="47089" y="19766"/>
                    <a:pt x="46374" y="19766"/>
                  </a:cubicBezTo>
                  <a:cubicBezTo>
                    <a:pt x="35268" y="19766"/>
                    <a:pt x="25827" y="17865"/>
                    <a:pt x="17567" y="13971"/>
                  </a:cubicBezTo>
                  <a:cubicBezTo>
                    <a:pt x="15057" y="12788"/>
                    <a:pt x="12628" y="11391"/>
                    <a:pt x="10355" y="10062"/>
                  </a:cubicBezTo>
                  <a:cubicBezTo>
                    <a:pt x="8426" y="8935"/>
                    <a:pt x="6404" y="7993"/>
                    <a:pt x="4448" y="7084"/>
                  </a:cubicBezTo>
                  <a:cubicBezTo>
                    <a:pt x="3762" y="6767"/>
                    <a:pt x="3076" y="6447"/>
                    <a:pt x="2395" y="6120"/>
                  </a:cubicBezTo>
                  <a:cubicBezTo>
                    <a:pt x="1626" y="5754"/>
                    <a:pt x="940" y="5411"/>
                    <a:pt x="294" y="5075"/>
                  </a:cubicBezTo>
                  <a:lnTo>
                    <a:pt x="0" y="4921"/>
                  </a:lnTo>
                  <a:lnTo>
                    <a:pt x="0" y="11545"/>
                  </a:lnTo>
                  <a:lnTo>
                    <a:pt x="126" y="11595"/>
                  </a:lnTo>
                  <a:cubicBezTo>
                    <a:pt x="2833" y="12684"/>
                    <a:pt x="5574" y="13848"/>
                    <a:pt x="8224" y="14973"/>
                  </a:cubicBezTo>
                  <a:cubicBezTo>
                    <a:pt x="10170" y="15801"/>
                    <a:pt x="12184" y="16656"/>
                    <a:pt x="14167" y="17473"/>
                  </a:cubicBezTo>
                  <a:cubicBezTo>
                    <a:pt x="14591" y="17649"/>
                    <a:pt x="15016" y="17828"/>
                    <a:pt x="15441" y="18003"/>
                  </a:cubicBezTo>
                  <a:cubicBezTo>
                    <a:pt x="17363" y="18808"/>
                    <a:pt x="19349" y="19638"/>
                    <a:pt x="21344" y="20238"/>
                  </a:cubicBezTo>
                  <a:cubicBezTo>
                    <a:pt x="23523" y="20895"/>
                    <a:pt x="25922" y="21274"/>
                    <a:pt x="28892" y="21431"/>
                  </a:cubicBezTo>
                  <a:lnTo>
                    <a:pt x="29910" y="21485"/>
                  </a:lnTo>
                  <a:cubicBezTo>
                    <a:pt x="34272" y="21714"/>
                    <a:pt x="38783" y="21950"/>
                    <a:pt x="43209" y="22746"/>
                  </a:cubicBezTo>
                  <a:cubicBezTo>
                    <a:pt x="44912" y="23053"/>
                    <a:pt x="46641" y="23406"/>
                    <a:pt x="48313" y="23744"/>
                  </a:cubicBezTo>
                  <a:cubicBezTo>
                    <a:pt x="51505" y="24393"/>
                    <a:pt x="54806" y="25065"/>
                    <a:pt x="58085" y="25456"/>
                  </a:cubicBezTo>
                  <a:cubicBezTo>
                    <a:pt x="59905" y="25673"/>
                    <a:pt x="61677" y="25782"/>
                    <a:pt x="63414" y="25782"/>
                  </a:cubicBezTo>
                  <a:cubicBezTo>
                    <a:pt x="66866" y="25782"/>
                    <a:pt x="70177" y="25352"/>
                    <a:pt x="73425" y="24486"/>
                  </a:cubicBezTo>
                  <a:cubicBezTo>
                    <a:pt x="80253" y="22666"/>
                    <a:pt x="86826" y="19379"/>
                    <a:pt x="93183" y="16202"/>
                  </a:cubicBezTo>
                  <a:cubicBezTo>
                    <a:pt x="95603" y="14991"/>
                    <a:pt x="98105" y="13741"/>
                    <a:pt x="100582" y="12591"/>
                  </a:cubicBezTo>
                  <a:cubicBezTo>
                    <a:pt x="103097" y="11422"/>
                    <a:pt x="105333" y="10479"/>
                    <a:pt x="107419" y="9706"/>
                  </a:cubicBezTo>
                  <a:cubicBezTo>
                    <a:pt x="109198" y="9046"/>
                    <a:pt x="111031" y="8532"/>
                    <a:pt x="112803" y="8033"/>
                  </a:cubicBezTo>
                  <a:cubicBezTo>
                    <a:pt x="113399" y="7867"/>
                    <a:pt x="113993" y="7699"/>
                    <a:pt x="114588" y="7526"/>
                  </a:cubicBezTo>
                  <a:cubicBezTo>
                    <a:pt x="118376" y="6424"/>
                    <a:pt x="122102" y="4784"/>
                    <a:pt x="125704" y="3199"/>
                  </a:cubicBezTo>
                  <a:cubicBezTo>
                    <a:pt x="126826" y="2705"/>
                    <a:pt x="127947" y="2212"/>
                    <a:pt x="129073" y="1733"/>
                  </a:cubicBezTo>
                  <a:lnTo>
                    <a:pt x="129242" y="1662"/>
                  </a:lnTo>
                  <a:lnTo>
                    <a:pt x="129185" y="1488"/>
                  </a:lnTo>
                  <a:cubicBezTo>
                    <a:pt x="128775" y="216"/>
                    <a:pt x="127216" y="89"/>
                    <a:pt x="126549" y="34"/>
                  </a:cubicBezTo>
                  <a:cubicBezTo>
                    <a:pt x="126257" y="11"/>
                    <a:pt x="125964" y="1"/>
                    <a:pt x="1256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97184" y="1487081"/>
              <a:ext cx="9378021" cy="2233737"/>
            </a:xfrm>
            <a:custGeom>
              <a:rect b="b" l="l" r="r" t="t"/>
              <a:pathLst>
                <a:path extrusionOk="0" h="55819" w="234348">
                  <a:moveTo>
                    <a:pt x="144981" y="403"/>
                  </a:moveTo>
                  <a:cubicBezTo>
                    <a:pt x="150962" y="403"/>
                    <a:pt x="156924" y="882"/>
                    <a:pt x="162787" y="1836"/>
                  </a:cubicBezTo>
                  <a:cubicBezTo>
                    <a:pt x="170740" y="3127"/>
                    <a:pt x="179016" y="5583"/>
                    <a:pt x="189615" y="9797"/>
                  </a:cubicBezTo>
                  <a:cubicBezTo>
                    <a:pt x="198427" y="13299"/>
                    <a:pt x="207411" y="17431"/>
                    <a:pt x="216323" y="22082"/>
                  </a:cubicBezTo>
                  <a:lnTo>
                    <a:pt x="218254" y="23088"/>
                  </a:lnTo>
                  <a:cubicBezTo>
                    <a:pt x="223483" y="25804"/>
                    <a:pt x="228885" y="28612"/>
                    <a:pt x="233942" y="32005"/>
                  </a:cubicBezTo>
                  <a:lnTo>
                    <a:pt x="233942" y="40242"/>
                  </a:lnTo>
                  <a:cubicBezTo>
                    <a:pt x="230357" y="38005"/>
                    <a:pt x="227378" y="36353"/>
                    <a:pt x="224590" y="35054"/>
                  </a:cubicBezTo>
                  <a:cubicBezTo>
                    <a:pt x="215470" y="30808"/>
                    <a:pt x="205746" y="28155"/>
                    <a:pt x="196343" y="25590"/>
                  </a:cubicBezTo>
                  <a:cubicBezTo>
                    <a:pt x="195383" y="25330"/>
                    <a:pt x="194423" y="25067"/>
                    <a:pt x="193466" y="24804"/>
                  </a:cubicBezTo>
                  <a:cubicBezTo>
                    <a:pt x="172307" y="18995"/>
                    <a:pt x="155262" y="16255"/>
                    <a:pt x="139723" y="16255"/>
                  </a:cubicBezTo>
                  <a:cubicBezTo>
                    <a:pt x="136241" y="16255"/>
                    <a:pt x="132834" y="16392"/>
                    <a:pt x="129473" y="16664"/>
                  </a:cubicBezTo>
                  <a:cubicBezTo>
                    <a:pt x="117659" y="17617"/>
                    <a:pt x="108992" y="19950"/>
                    <a:pt x="101363" y="24225"/>
                  </a:cubicBezTo>
                  <a:cubicBezTo>
                    <a:pt x="95848" y="27316"/>
                    <a:pt x="90586" y="31262"/>
                    <a:pt x="85495" y="35080"/>
                  </a:cubicBezTo>
                  <a:cubicBezTo>
                    <a:pt x="82539" y="37296"/>
                    <a:pt x="79484" y="39588"/>
                    <a:pt x="76413" y="41684"/>
                  </a:cubicBezTo>
                  <a:cubicBezTo>
                    <a:pt x="71394" y="45113"/>
                    <a:pt x="67146" y="47471"/>
                    <a:pt x="63039" y="49108"/>
                  </a:cubicBezTo>
                  <a:cubicBezTo>
                    <a:pt x="58787" y="50804"/>
                    <a:pt x="54022" y="52109"/>
                    <a:pt x="48045" y="53216"/>
                  </a:cubicBezTo>
                  <a:cubicBezTo>
                    <a:pt x="40031" y="54703"/>
                    <a:pt x="31384" y="55416"/>
                    <a:pt x="21189" y="55416"/>
                  </a:cubicBezTo>
                  <a:cubicBezTo>
                    <a:pt x="19290" y="55416"/>
                    <a:pt x="17337" y="55391"/>
                    <a:pt x="15325" y="55342"/>
                  </a:cubicBezTo>
                  <a:cubicBezTo>
                    <a:pt x="9761" y="55207"/>
                    <a:pt x="4879" y="54966"/>
                    <a:pt x="402" y="54612"/>
                  </a:cubicBezTo>
                  <a:lnTo>
                    <a:pt x="407" y="54612"/>
                  </a:lnTo>
                  <a:lnTo>
                    <a:pt x="407" y="49284"/>
                  </a:lnTo>
                  <a:cubicBezTo>
                    <a:pt x="817" y="49421"/>
                    <a:pt x="1230" y="49561"/>
                    <a:pt x="1643" y="49700"/>
                  </a:cubicBezTo>
                  <a:cubicBezTo>
                    <a:pt x="4359" y="50619"/>
                    <a:pt x="7168" y="51566"/>
                    <a:pt x="9980" y="52235"/>
                  </a:cubicBezTo>
                  <a:cubicBezTo>
                    <a:pt x="12206" y="52763"/>
                    <a:pt x="14788" y="53377"/>
                    <a:pt x="17344" y="53377"/>
                  </a:cubicBezTo>
                  <a:cubicBezTo>
                    <a:pt x="18683" y="53377"/>
                    <a:pt x="20014" y="53208"/>
                    <a:pt x="21283" y="52772"/>
                  </a:cubicBezTo>
                  <a:cubicBezTo>
                    <a:pt x="22931" y="52205"/>
                    <a:pt x="23878" y="51164"/>
                    <a:pt x="24025" y="49761"/>
                  </a:cubicBezTo>
                  <a:cubicBezTo>
                    <a:pt x="24231" y="47784"/>
                    <a:pt x="23055" y="45926"/>
                    <a:pt x="21802" y="44960"/>
                  </a:cubicBezTo>
                  <a:cubicBezTo>
                    <a:pt x="20124" y="43670"/>
                    <a:pt x="18067" y="43236"/>
                    <a:pt x="16094" y="42961"/>
                  </a:cubicBezTo>
                  <a:cubicBezTo>
                    <a:pt x="13968" y="42663"/>
                    <a:pt x="11797" y="42629"/>
                    <a:pt x="9701" y="42596"/>
                  </a:cubicBezTo>
                  <a:lnTo>
                    <a:pt x="9254" y="42589"/>
                  </a:lnTo>
                  <a:cubicBezTo>
                    <a:pt x="6994" y="42550"/>
                    <a:pt x="4310" y="42346"/>
                    <a:pt x="1553" y="41105"/>
                  </a:cubicBezTo>
                  <a:cubicBezTo>
                    <a:pt x="1170" y="40933"/>
                    <a:pt x="784" y="40741"/>
                    <a:pt x="402" y="40534"/>
                  </a:cubicBezTo>
                  <a:lnTo>
                    <a:pt x="402" y="31531"/>
                  </a:lnTo>
                  <a:cubicBezTo>
                    <a:pt x="6844" y="32915"/>
                    <a:pt x="13326" y="34726"/>
                    <a:pt x="19599" y="36477"/>
                  </a:cubicBezTo>
                  <a:cubicBezTo>
                    <a:pt x="22674" y="37335"/>
                    <a:pt x="25850" y="38224"/>
                    <a:pt x="28985" y="39049"/>
                  </a:cubicBezTo>
                  <a:cubicBezTo>
                    <a:pt x="36397" y="41005"/>
                    <a:pt x="46195" y="43249"/>
                    <a:pt x="56268" y="43249"/>
                  </a:cubicBezTo>
                  <a:lnTo>
                    <a:pt x="56298" y="43249"/>
                  </a:lnTo>
                  <a:cubicBezTo>
                    <a:pt x="60549" y="43247"/>
                    <a:pt x="65413" y="43043"/>
                    <a:pt x="69372" y="40633"/>
                  </a:cubicBezTo>
                  <a:cubicBezTo>
                    <a:pt x="71055" y="39609"/>
                    <a:pt x="72214" y="38269"/>
                    <a:pt x="72821" y="36652"/>
                  </a:cubicBezTo>
                  <a:cubicBezTo>
                    <a:pt x="73454" y="34967"/>
                    <a:pt x="73654" y="32595"/>
                    <a:pt x="72675" y="31095"/>
                  </a:cubicBezTo>
                  <a:cubicBezTo>
                    <a:pt x="71475" y="29255"/>
                    <a:pt x="69235" y="29002"/>
                    <a:pt x="67193" y="29002"/>
                  </a:cubicBezTo>
                  <a:lnTo>
                    <a:pt x="67163" y="29002"/>
                  </a:lnTo>
                  <a:cubicBezTo>
                    <a:pt x="64338" y="29005"/>
                    <a:pt x="61485" y="29632"/>
                    <a:pt x="59033" y="30219"/>
                  </a:cubicBezTo>
                  <a:cubicBezTo>
                    <a:pt x="58197" y="30419"/>
                    <a:pt x="57351" y="30648"/>
                    <a:pt x="56532" y="30868"/>
                  </a:cubicBezTo>
                  <a:cubicBezTo>
                    <a:pt x="55224" y="31222"/>
                    <a:pt x="53869" y="31587"/>
                    <a:pt x="52529" y="31845"/>
                  </a:cubicBezTo>
                  <a:cubicBezTo>
                    <a:pt x="48490" y="32626"/>
                    <a:pt x="44235" y="33024"/>
                    <a:pt x="39894" y="33024"/>
                  </a:cubicBezTo>
                  <a:cubicBezTo>
                    <a:pt x="39863" y="33024"/>
                    <a:pt x="39832" y="33024"/>
                    <a:pt x="39801" y="33024"/>
                  </a:cubicBezTo>
                  <a:cubicBezTo>
                    <a:pt x="26833" y="33011"/>
                    <a:pt x="13576" y="29869"/>
                    <a:pt x="402" y="23687"/>
                  </a:cubicBezTo>
                  <a:lnTo>
                    <a:pt x="402" y="6011"/>
                  </a:lnTo>
                  <a:cubicBezTo>
                    <a:pt x="1635" y="6344"/>
                    <a:pt x="2827" y="6712"/>
                    <a:pt x="3952" y="7104"/>
                  </a:cubicBezTo>
                  <a:cubicBezTo>
                    <a:pt x="7474" y="8330"/>
                    <a:pt x="10930" y="10023"/>
                    <a:pt x="14269" y="11659"/>
                  </a:cubicBezTo>
                  <a:cubicBezTo>
                    <a:pt x="15159" y="12095"/>
                    <a:pt x="16051" y="12530"/>
                    <a:pt x="16944" y="12959"/>
                  </a:cubicBezTo>
                  <a:cubicBezTo>
                    <a:pt x="21849" y="15315"/>
                    <a:pt x="26184" y="17153"/>
                    <a:pt x="30193" y="18579"/>
                  </a:cubicBezTo>
                  <a:cubicBezTo>
                    <a:pt x="37329" y="21116"/>
                    <a:pt x="44835" y="22386"/>
                    <a:pt x="52799" y="22386"/>
                  </a:cubicBezTo>
                  <a:cubicBezTo>
                    <a:pt x="62775" y="22386"/>
                    <a:pt x="73472" y="20393"/>
                    <a:pt x="85065" y="16400"/>
                  </a:cubicBezTo>
                  <a:cubicBezTo>
                    <a:pt x="89374" y="14915"/>
                    <a:pt x="93852" y="13162"/>
                    <a:pt x="98753" y="11037"/>
                  </a:cubicBezTo>
                  <a:cubicBezTo>
                    <a:pt x="99763" y="10600"/>
                    <a:pt x="100773" y="10151"/>
                    <a:pt x="101781" y="9706"/>
                  </a:cubicBezTo>
                  <a:cubicBezTo>
                    <a:pt x="104805" y="8364"/>
                    <a:pt x="107933" y="6975"/>
                    <a:pt x="111082" y="5882"/>
                  </a:cubicBezTo>
                  <a:cubicBezTo>
                    <a:pt x="119135" y="3086"/>
                    <a:pt x="127851" y="1338"/>
                    <a:pt x="136984" y="688"/>
                  </a:cubicBezTo>
                  <a:cubicBezTo>
                    <a:pt x="139649" y="498"/>
                    <a:pt x="142317" y="403"/>
                    <a:pt x="144981" y="403"/>
                  </a:cubicBezTo>
                  <a:close/>
                  <a:moveTo>
                    <a:pt x="144959" y="1"/>
                  </a:moveTo>
                  <a:cubicBezTo>
                    <a:pt x="142293" y="1"/>
                    <a:pt x="139623" y="96"/>
                    <a:pt x="136956" y="285"/>
                  </a:cubicBezTo>
                  <a:cubicBezTo>
                    <a:pt x="127785" y="938"/>
                    <a:pt x="119037" y="2693"/>
                    <a:pt x="110949" y="5501"/>
                  </a:cubicBezTo>
                  <a:cubicBezTo>
                    <a:pt x="107786" y="6599"/>
                    <a:pt x="104650" y="7991"/>
                    <a:pt x="101618" y="9337"/>
                  </a:cubicBezTo>
                  <a:cubicBezTo>
                    <a:pt x="100610" y="9784"/>
                    <a:pt x="99605" y="10230"/>
                    <a:pt x="98594" y="10669"/>
                  </a:cubicBezTo>
                  <a:cubicBezTo>
                    <a:pt x="93702" y="12788"/>
                    <a:pt x="89236" y="14538"/>
                    <a:pt x="84935" y="16020"/>
                  </a:cubicBezTo>
                  <a:cubicBezTo>
                    <a:pt x="73384" y="19997"/>
                    <a:pt x="62731" y="21983"/>
                    <a:pt x="52798" y="21983"/>
                  </a:cubicBezTo>
                  <a:cubicBezTo>
                    <a:pt x="44880" y="21983"/>
                    <a:pt x="37420" y="20721"/>
                    <a:pt x="30329" y="18200"/>
                  </a:cubicBezTo>
                  <a:cubicBezTo>
                    <a:pt x="26334" y="16780"/>
                    <a:pt x="22012" y="14948"/>
                    <a:pt x="17118" y="12599"/>
                  </a:cubicBezTo>
                  <a:cubicBezTo>
                    <a:pt x="16225" y="12172"/>
                    <a:pt x="15335" y="11736"/>
                    <a:pt x="14448" y="11300"/>
                  </a:cubicBezTo>
                  <a:cubicBezTo>
                    <a:pt x="11097" y="9658"/>
                    <a:pt x="7631" y="7961"/>
                    <a:pt x="4086" y="6726"/>
                  </a:cubicBezTo>
                  <a:cubicBezTo>
                    <a:pt x="2874" y="6305"/>
                    <a:pt x="1587" y="5911"/>
                    <a:pt x="257" y="5556"/>
                  </a:cubicBezTo>
                  <a:lnTo>
                    <a:pt x="2" y="5489"/>
                  </a:lnTo>
                  <a:lnTo>
                    <a:pt x="2" y="23947"/>
                  </a:lnTo>
                  <a:lnTo>
                    <a:pt x="118" y="24001"/>
                  </a:lnTo>
                  <a:cubicBezTo>
                    <a:pt x="13383" y="30245"/>
                    <a:pt x="26736" y="33418"/>
                    <a:pt x="39802" y="33430"/>
                  </a:cubicBezTo>
                  <a:cubicBezTo>
                    <a:pt x="39862" y="33430"/>
                    <a:pt x="39922" y="33430"/>
                    <a:pt x="39983" y="33430"/>
                  </a:cubicBezTo>
                  <a:cubicBezTo>
                    <a:pt x="44319" y="33430"/>
                    <a:pt x="48571" y="33023"/>
                    <a:pt x="52607" y="32244"/>
                  </a:cubicBezTo>
                  <a:cubicBezTo>
                    <a:pt x="53961" y="31982"/>
                    <a:pt x="55324" y="31615"/>
                    <a:pt x="56640" y="31261"/>
                  </a:cubicBezTo>
                  <a:cubicBezTo>
                    <a:pt x="57454" y="31041"/>
                    <a:pt x="58297" y="30815"/>
                    <a:pt x="59127" y="30616"/>
                  </a:cubicBezTo>
                  <a:cubicBezTo>
                    <a:pt x="61559" y="30033"/>
                    <a:pt x="64382" y="29412"/>
                    <a:pt x="67164" y="29409"/>
                  </a:cubicBezTo>
                  <a:cubicBezTo>
                    <a:pt x="67187" y="29409"/>
                    <a:pt x="67210" y="29409"/>
                    <a:pt x="67233" y="29409"/>
                  </a:cubicBezTo>
                  <a:cubicBezTo>
                    <a:pt x="69147" y="29409"/>
                    <a:pt x="71252" y="29651"/>
                    <a:pt x="72340" y="31318"/>
                  </a:cubicBezTo>
                  <a:cubicBezTo>
                    <a:pt x="73241" y="32701"/>
                    <a:pt x="73043" y="34924"/>
                    <a:pt x="72447" y="36513"/>
                  </a:cubicBezTo>
                  <a:cubicBezTo>
                    <a:pt x="71871" y="38046"/>
                    <a:pt x="70768" y="39317"/>
                    <a:pt x="69163" y="40292"/>
                  </a:cubicBezTo>
                  <a:cubicBezTo>
                    <a:pt x="65293" y="42649"/>
                    <a:pt x="60492" y="42849"/>
                    <a:pt x="56298" y="42850"/>
                  </a:cubicBezTo>
                  <a:lnTo>
                    <a:pt x="56268" y="42850"/>
                  </a:lnTo>
                  <a:cubicBezTo>
                    <a:pt x="46241" y="42850"/>
                    <a:pt x="36475" y="40614"/>
                    <a:pt x="29086" y="38666"/>
                  </a:cubicBezTo>
                  <a:cubicBezTo>
                    <a:pt x="25956" y="37839"/>
                    <a:pt x="22778" y="36952"/>
                    <a:pt x="19706" y="36095"/>
                  </a:cubicBezTo>
                  <a:cubicBezTo>
                    <a:pt x="13350" y="34319"/>
                    <a:pt x="6776" y="32482"/>
                    <a:pt x="244" y="31089"/>
                  </a:cubicBezTo>
                  <a:lnTo>
                    <a:pt x="1" y="31038"/>
                  </a:lnTo>
                  <a:lnTo>
                    <a:pt x="1" y="40777"/>
                  </a:lnTo>
                  <a:lnTo>
                    <a:pt x="105" y="40834"/>
                  </a:lnTo>
                  <a:cubicBezTo>
                    <a:pt x="528" y="41068"/>
                    <a:pt x="960" y="41284"/>
                    <a:pt x="1387" y="41477"/>
                  </a:cubicBezTo>
                  <a:cubicBezTo>
                    <a:pt x="4210" y="42747"/>
                    <a:pt x="6945" y="42957"/>
                    <a:pt x="9247" y="42996"/>
                  </a:cubicBezTo>
                  <a:lnTo>
                    <a:pt x="9694" y="43003"/>
                  </a:lnTo>
                  <a:cubicBezTo>
                    <a:pt x="11777" y="43036"/>
                    <a:pt x="13933" y="43072"/>
                    <a:pt x="16035" y="43364"/>
                  </a:cubicBezTo>
                  <a:cubicBezTo>
                    <a:pt x="17956" y="43633"/>
                    <a:pt x="19953" y="44050"/>
                    <a:pt x="21555" y="45283"/>
                  </a:cubicBezTo>
                  <a:cubicBezTo>
                    <a:pt x="22721" y="46179"/>
                    <a:pt x="23812" y="47901"/>
                    <a:pt x="23624" y="49723"/>
                  </a:cubicBezTo>
                  <a:cubicBezTo>
                    <a:pt x="23492" y="50977"/>
                    <a:pt x="22661" y="51876"/>
                    <a:pt x="21149" y="52395"/>
                  </a:cubicBezTo>
                  <a:cubicBezTo>
                    <a:pt x="19929" y="52815"/>
                    <a:pt x="18642" y="52977"/>
                    <a:pt x="17343" y="52977"/>
                  </a:cubicBezTo>
                  <a:cubicBezTo>
                    <a:pt x="14829" y="52977"/>
                    <a:pt x="12272" y="52369"/>
                    <a:pt x="10068" y="51847"/>
                  </a:cubicBezTo>
                  <a:cubicBezTo>
                    <a:pt x="7275" y="51184"/>
                    <a:pt x="4475" y="50237"/>
                    <a:pt x="1767" y="49323"/>
                  </a:cubicBezTo>
                  <a:cubicBezTo>
                    <a:pt x="1267" y="49155"/>
                    <a:pt x="767" y="48985"/>
                    <a:pt x="265" y="48818"/>
                  </a:cubicBezTo>
                  <a:lnTo>
                    <a:pt x="1" y="48728"/>
                  </a:lnTo>
                  <a:lnTo>
                    <a:pt x="1" y="54985"/>
                  </a:lnTo>
                  <a:lnTo>
                    <a:pt x="187" y="54999"/>
                  </a:lnTo>
                  <a:cubicBezTo>
                    <a:pt x="4720" y="55364"/>
                    <a:pt x="9668" y="55608"/>
                    <a:pt x="15316" y="55745"/>
                  </a:cubicBezTo>
                  <a:cubicBezTo>
                    <a:pt x="17327" y="55794"/>
                    <a:pt x="19280" y="55818"/>
                    <a:pt x="21180" y="55818"/>
                  </a:cubicBezTo>
                  <a:cubicBezTo>
                    <a:pt x="31405" y="55818"/>
                    <a:pt x="40078" y="55104"/>
                    <a:pt x="48122" y="53615"/>
                  </a:cubicBezTo>
                  <a:cubicBezTo>
                    <a:pt x="54125" y="52502"/>
                    <a:pt x="58913" y="51189"/>
                    <a:pt x="63191" y="49484"/>
                  </a:cubicBezTo>
                  <a:cubicBezTo>
                    <a:pt x="67326" y="47835"/>
                    <a:pt x="71599" y="45463"/>
                    <a:pt x="76643" y="42018"/>
                  </a:cubicBezTo>
                  <a:cubicBezTo>
                    <a:pt x="79721" y="39917"/>
                    <a:pt x="82780" y="37621"/>
                    <a:pt x="85739" y="35403"/>
                  </a:cubicBezTo>
                  <a:cubicBezTo>
                    <a:pt x="90819" y="31594"/>
                    <a:pt x="96072" y="27654"/>
                    <a:pt x="101563" y="24578"/>
                  </a:cubicBezTo>
                  <a:cubicBezTo>
                    <a:pt x="109139" y="20330"/>
                    <a:pt x="117758" y="18014"/>
                    <a:pt x="129508" y="17065"/>
                  </a:cubicBezTo>
                  <a:cubicBezTo>
                    <a:pt x="132858" y="16795"/>
                    <a:pt x="136254" y="16658"/>
                    <a:pt x="139725" y="16658"/>
                  </a:cubicBezTo>
                  <a:cubicBezTo>
                    <a:pt x="155229" y="16658"/>
                    <a:pt x="172239" y="19393"/>
                    <a:pt x="193363" y="25194"/>
                  </a:cubicBezTo>
                  <a:cubicBezTo>
                    <a:pt x="194320" y="25456"/>
                    <a:pt x="195279" y="25717"/>
                    <a:pt x="196240" y="25980"/>
                  </a:cubicBezTo>
                  <a:cubicBezTo>
                    <a:pt x="205628" y="28540"/>
                    <a:pt x="215334" y="31188"/>
                    <a:pt x="224421" y="35420"/>
                  </a:cubicBezTo>
                  <a:cubicBezTo>
                    <a:pt x="227275" y="36749"/>
                    <a:pt x="230329" y="38452"/>
                    <a:pt x="234037" y="40778"/>
                  </a:cubicBezTo>
                  <a:lnTo>
                    <a:pt x="234347" y="40971"/>
                  </a:lnTo>
                  <a:lnTo>
                    <a:pt x="234347" y="31794"/>
                  </a:lnTo>
                  <a:lnTo>
                    <a:pt x="234257" y="31734"/>
                  </a:lnTo>
                  <a:cubicBezTo>
                    <a:pt x="229156" y="28302"/>
                    <a:pt x="223710" y="25471"/>
                    <a:pt x="218442" y="22732"/>
                  </a:cubicBezTo>
                  <a:lnTo>
                    <a:pt x="216510" y="21728"/>
                  </a:lnTo>
                  <a:cubicBezTo>
                    <a:pt x="207587" y="17070"/>
                    <a:pt x="198587" y="12930"/>
                    <a:pt x="189764" y="9423"/>
                  </a:cubicBezTo>
                  <a:cubicBezTo>
                    <a:pt x="179135" y="5199"/>
                    <a:pt x="170836" y="2739"/>
                    <a:pt x="162852" y="1440"/>
                  </a:cubicBezTo>
                  <a:cubicBezTo>
                    <a:pt x="156959" y="482"/>
                    <a:pt x="150969" y="1"/>
                    <a:pt x="1449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4303273" y="2401574"/>
              <a:ext cx="4977457" cy="2219891"/>
            </a:xfrm>
            <a:custGeom>
              <a:rect b="b" l="l" r="r" t="t"/>
              <a:pathLst>
                <a:path extrusionOk="0" h="55473" w="124382">
                  <a:moveTo>
                    <a:pt x="25918" y="402"/>
                  </a:moveTo>
                  <a:cubicBezTo>
                    <a:pt x="36041" y="402"/>
                    <a:pt x="47026" y="1991"/>
                    <a:pt x="60462" y="5393"/>
                  </a:cubicBezTo>
                  <a:cubicBezTo>
                    <a:pt x="70856" y="8024"/>
                    <a:pt x="81175" y="11807"/>
                    <a:pt x="91155" y="15464"/>
                  </a:cubicBezTo>
                  <a:cubicBezTo>
                    <a:pt x="92391" y="15917"/>
                    <a:pt x="93627" y="16369"/>
                    <a:pt x="94863" y="16822"/>
                  </a:cubicBezTo>
                  <a:lnTo>
                    <a:pt x="95647" y="17108"/>
                  </a:lnTo>
                  <a:cubicBezTo>
                    <a:pt x="105319" y="20631"/>
                    <a:pt x="115319" y="24277"/>
                    <a:pt x="123981" y="30890"/>
                  </a:cubicBezTo>
                  <a:lnTo>
                    <a:pt x="123981" y="53695"/>
                  </a:lnTo>
                  <a:cubicBezTo>
                    <a:pt x="123931" y="53594"/>
                    <a:pt x="123881" y="53490"/>
                    <a:pt x="123831" y="53388"/>
                  </a:cubicBezTo>
                  <a:cubicBezTo>
                    <a:pt x="121216" y="48116"/>
                    <a:pt x="118223" y="43645"/>
                    <a:pt x="114937" y="40100"/>
                  </a:cubicBezTo>
                  <a:cubicBezTo>
                    <a:pt x="110571" y="35392"/>
                    <a:pt x="105339" y="32142"/>
                    <a:pt x="101268" y="29834"/>
                  </a:cubicBezTo>
                  <a:cubicBezTo>
                    <a:pt x="91058" y="24049"/>
                    <a:pt x="80265" y="20787"/>
                    <a:pt x="69187" y="20137"/>
                  </a:cubicBezTo>
                  <a:cubicBezTo>
                    <a:pt x="67907" y="20061"/>
                    <a:pt x="66618" y="20024"/>
                    <a:pt x="65319" y="20024"/>
                  </a:cubicBezTo>
                  <a:cubicBezTo>
                    <a:pt x="61141" y="20024"/>
                    <a:pt x="56870" y="20411"/>
                    <a:pt x="52577" y="21181"/>
                  </a:cubicBezTo>
                  <a:cubicBezTo>
                    <a:pt x="48332" y="21940"/>
                    <a:pt x="44099" y="23239"/>
                    <a:pt x="40004" y="24495"/>
                  </a:cubicBezTo>
                  <a:cubicBezTo>
                    <a:pt x="38744" y="24880"/>
                    <a:pt x="37484" y="25268"/>
                    <a:pt x="36221" y="25639"/>
                  </a:cubicBezTo>
                  <a:cubicBezTo>
                    <a:pt x="30814" y="27232"/>
                    <a:pt x="25249" y="28662"/>
                    <a:pt x="19858" y="28662"/>
                  </a:cubicBezTo>
                  <a:cubicBezTo>
                    <a:pt x="15618" y="28662"/>
                    <a:pt x="11486" y="27778"/>
                    <a:pt x="7624" y="25392"/>
                  </a:cubicBezTo>
                  <a:cubicBezTo>
                    <a:pt x="1653" y="21703"/>
                    <a:pt x="639" y="17073"/>
                    <a:pt x="567" y="14640"/>
                  </a:cubicBezTo>
                  <a:cubicBezTo>
                    <a:pt x="413" y="9480"/>
                    <a:pt x="3668" y="6464"/>
                    <a:pt x="5623" y="5124"/>
                  </a:cubicBezTo>
                  <a:cubicBezTo>
                    <a:pt x="9015" y="2801"/>
                    <a:pt x="12910" y="1856"/>
                    <a:pt x="15924" y="1292"/>
                  </a:cubicBezTo>
                  <a:cubicBezTo>
                    <a:pt x="19039" y="709"/>
                    <a:pt x="22328" y="409"/>
                    <a:pt x="25700" y="402"/>
                  </a:cubicBezTo>
                  <a:close/>
                  <a:moveTo>
                    <a:pt x="25696" y="0"/>
                  </a:moveTo>
                  <a:cubicBezTo>
                    <a:pt x="22298" y="9"/>
                    <a:pt x="18984" y="309"/>
                    <a:pt x="15846" y="896"/>
                  </a:cubicBezTo>
                  <a:cubicBezTo>
                    <a:pt x="12791" y="1468"/>
                    <a:pt x="8843" y="2428"/>
                    <a:pt x="5390" y="4792"/>
                  </a:cubicBezTo>
                  <a:cubicBezTo>
                    <a:pt x="3368" y="6176"/>
                    <a:pt x="0" y="9300"/>
                    <a:pt x="160" y="14653"/>
                  </a:cubicBezTo>
                  <a:cubicBezTo>
                    <a:pt x="236" y="17166"/>
                    <a:pt x="1277" y="21947"/>
                    <a:pt x="7409" y="25735"/>
                  </a:cubicBezTo>
                  <a:cubicBezTo>
                    <a:pt x="11344" y="28167"/>
                    <a:pt x="15543" y="29067"/>
                    <a:pt x="19845" y="29067"/>
                  </a:cubicBezTo>
                  <a:cubicBezTo>
                    <a:pt x="25284" y="29067"/>
                    <a:pt x="30887" y="27628"/>
                    <a:pt x="36329" y="26025"/>
                  </a:cubicBezTo>
                  <a:cubicBezTo>
                    <a:pt x="37594" y="25653"/>
                    <a:pt x="38857" y="25265"/>
                    <a:pt x="40120" y="24877"/>
                  </a:cubicBezTo>
                  <a:cubicBezTo>
                    <a:pt x="44202" y="23626"/>
                    <a:pt x="48423" y="22331"/>
                    <a:pt x="52645" y="21575"/>
                  </a:cubicBezTo>
                  <a:cubicBezTo>
                    <a:pt x="56919" y="20811"/>
                    <a:pt x="61167" y="20426"/>
                    <a:pt x="65320" y="20426"/>
                  </a:cubicBezTo>
                  <a:cubicBezTo>
                    <a:pt x="66611" y="20426"/>
                    <a:pt x="67892" y="20464"/>
                    <a:pt x="69163" y="20538"/>
                  </a:cubicBezTo>
                  <a:cubicBezTo>
                    <a:pt x="80177" y="21183"/>
                    <a:pt x="90911" y="24429"/>
                    <a:pt x="101068" y="30184"/>
                  </a:cubicBezTo>
                  <a:cubicBezTo>
                    <a:pt x="105113" y="32476"/>
                    <a:pt x="110313" y="35707"/>
                    <a:pt x="114641" y="40373"/>
                  </a:cubicBezTo>
                  <a:cubicBezTo>
                    <a:pt x="117901" y="43892"/>
                    <a:pt x="120872" y="48330"/>
                    <a:pt x="123468" y="53567"/>
                  </a:cubicBezTo>
                  <a:cubicBezTo>
                    <a:pt x="123595" y="53824"/>
                    <a:pt x="123718" y="54084"/>
                    <a:pt x="123842" y="54344"/>
                  </a:cubicBezTo>
                  <a:lnTo>
                    <a:pt x="124380" y="55470"/>
                  </a:lnTo>
                  <a:lnTo>
                    <a:pt x="124380" y="30691"/>
                  </a:lnTo>
                  <a:lnTo>
                    <a:pt x="124301" y="30630"/>
                  </a:lnTo>
                  <a:cubicBezTo>
                    <a:pt x="115571" y="23942"/>
                    <a:pt x="105512" y="20275"/>
                    <a:pt x="95782" y="16727"/>
                  </a:cubicBezTo>
                  <a:lnTo>
                    <a:pt x="94996" y="16442"/>
                  </a:lnTo>
                  <a:cubicBezTo>
                    <a:pt x="93760" y="15992"/>
                    <a:pt x="92525" y="15539"/>
                    <a:pt x="91289" y="15087"/>
                  </a:cubicBezTo>
                  <a:cubicBezTo>
                    <a:pt x="81300" y="11425"/>
                    <a:pt x="70971" y="7640"/>
                    <a:pt x="60557" y="5003"/>
                  </a:cubicBezTo>
                  <a:cubicBezTo>
                    <a:pt x="47087" y="1592"/>
                    <a:pt x="36071" y="0"/>
                    <a:pt x="25913" y="0"/>
                  </a:cubicBezTo>
                  <a:close/>
                  <a:moveTo>
                    <a:pt x="124380" y="55470"/>
                  </a:moveTo>
                  <a:lnTo>
                    <a:pt x="124380" y="55473"/>
                  </a:lnTo>
                  <a:lnTo>
                    <a:pt x="124381" y="55473"/>
                  </a:lnTo>
                  <a:lnTo>
                    <a:pt x="124380" y="5547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97184" y="3183486"/>
              <a:ext cx="4473596" cy="1988630"/>
            </a:xfrm>
            <a:custGeom>
              <a:rect b="b" l="l" r="r" t="t"/>
              <a:pathLst>
                <a:path extrusionOk="0" h="49694" w="111791">
                  <a:moveTo>
                    <a:pt x="97341" y="420"/>
                  </a:moveTo>
                  <a:cubicBezTo>
                    <a:pt x="98733" y="420"/>
                    <a:pt x="99979" y="773"/>
                    <a:pt x="101045" y="1273"/>
                  </a:cubicBezTo>
                  <a:cubicBezTo>
                    <a:pt x="104764" y="3021"/>
                    <a:pt x="109232" y="7243"/>
                    <a:pt x="110572" y="11931"/>
                  </a:cubicBezTo>
                  <a:cubicBezTo>
                    <a:pt x="111369" y="14719"/>
                    <a:pt x="110985" y="17351"/>
                    <a:pt x="109429" y="19750"/>
                  </a:cubicBezTo>
                  <a:cubicBezTo>
                    <a:pt x="107469" y="22776"/>
                    <a:pt x="104270" y="24339"/>
                    <a:pt x="101702" y="25361"/>
                  </a:cubicBezTo>
                  <a:cubicBezTo>
                    <a:pt x="98754" y="26534"/>
                    <a:pt x="95452" y="27464"/>
                    <a:pt x="91607" y="28204"/>
                  </a:cubicBezTo>
                  <a:cubicBezTo>
                    <a:pt x="89921" y="28528"/>
                    <a:pt x="88200" y="28811"/>
                    <a:pt x="86532" y="29084"/>
                  </a:cubicBezTo>
                  <a:cubicBezTo>
                    <a:pt x="79681" y="30207"/>
                    <a:pt x="72597" y="31372"/>
                    <a:pt x="66253" y="35734"/>
                  </a:cubicBezTo>
                  <a:cubicBezTo>
                    <a:pt x="61721" y="38849"/>
                    <a:pt x="57707" y="43535"/>
                    <a:pt x="54638" y="49289"/>
                  </a:cubicBezTo>
                  <a:lnTo>
                    <a:pt x="3363" y="49289"/>
                  </a:lnTo>
                  <a:cubicBezTo>
                    <a:pt x="1730" y="49289"/>
                    <a:pt x="402" y="47585"/>
                    <a:pt x="402" y="45488"/>
                  </a:cubicBezTo>
                  <a:lnTo>
                    <a:pt x="402" y="27817"/>
                  </a:lnTo>
                  <a:cubicBezTo>
                    <a:pt x="6956" y="29756"/>
                    <a:pt x="13549" y="31125"/>
                    <a:pt x="20006" y="31888"/>
                  </a:cubicBezTo>
                  <a:cubicBezTo>
                    <a:pt x="24832" y="32458"/>
                    <a:pt x="29867" y="32744"/>
                    <a:pt x="35067" y="32744"/>
                  </a:cubicBezTo>
                  <a:cubicBezTo>
                    <a:pt x="39433" y="32744"/>
                    <a:pt x="43915" y="32543"/>
                    <a:pt x="48490" y="32140"/>
                  </a:cubicBezTo>
                  <a:cubicBezTo>
                    <a:pt x="52725" y="31766"/>
                    <a:pt x="57090" y="31156"/>
                    <a:pt x="61838" y="30276"/>
                  </a:cubicBezTo>
                  <a:cubicBezTo>
                    <a:pt x="65200" y="29650"/>
                    <a:pt x="69115" y="28700"/>
                    <a:pt x="72658" y="26377"/>
                  </a:cubicBezTo>
                  <a:cubicBezTo>
                    <a:pt x="76773" y="23677"/>
                    <a:pt x="79509" y="18971"/>
                    <a:pt x="82157" y="14419"/>
                  </a:cubicBezTo>
                  <a:cubicBezTo>
                    <a:pt x="83207" y="12610"/>
                    <a:pt x="84295" y="10742"/>
                    <a:pt x="85446" y="9038"/>
                  </a:cubicBezTo>
                  <a:cubicBezTo>
                    <a:pt x="89943" y="2389"/>
                    <a:pt x="94052" y="420"/>
                    <a:pt x="97341" y="420"/>
                  </a:cubicBezTo>
                  <a:close/>
                  <a:moveTo>
                    <a:pt x="97320" y="1"/>
                  </a:moveTo>
                  <a:cubicBezTo>
                    <a:pt x="92272" y="1"/>
                    <a:pt x="88015" y="4523"/>
                    <a:pt x="85113" y="8813"/>
                  </a:cubicBezTo>
                  <a:cubicBezTo>
                    <a:pt x="83953" y="10529"/>
                    <a:pt x="82863" y="12404"/>
                    <a:pt x="81808" y="14217"/>
                  </a:cubicBezTo>
                  <a:cubicBezTo>
                    <a:pt x="79187" y="18729"/>
                    <a:pt x="76473" y="23393"/>
                    <a:pt x="72437" y="26041"/>
                  </a:cubicBezTo>
                  <a:cubicBezTo>
                    <a:pt x="68955" y="28325"/>
                    <a:pt x="65088" y="29264"/>
                    <a:pt x="61763" y="29881"/>
                  </a:cubicBezTo>
                  <a:cubicBezTo>
                    <a:pt x="57027" y="30760"/>
                    <a:pt x="52675" y="31369"/>
                    <a:pt x="48454" y="31740"/>
                  </a:cubicBezTo>
                  <a:cubicBezTo>
                    <a:pt x="43892" y="32141"/>
                    <a:pt x="39422" y="32342"/>
                    <a:pt x="35069" y="32342"/>
                  </a:cubicBezTo>
                  <a:cubicBezTo>
                    <a:pt x="29883" y="32342"/>
                    <a:pt x="24864" y="32057"/>
                    <a:pt x="20053" y="31489"/>
                  </a:cubicBezTo>
                  <a:cubicBezTo>
                    <a:pt x="13535" y="30716"/>
                    <a:pt x="6875" y="29326"/>
                    <a:pt x="259" y="27354"/>
                  </a:cubicBezTo>
                  <a:lnTo>
                    <a:pt x="1" y="27277"/>
                  </a:lnTo>
                  <a:lnTo>
                    <a:pt x="1" y="45491"/>
                  </a:lnTo>
                  <a:cubicBezTo>
                    <a:pt x="1" y="47809"/>
                    <a:pt x="1508" y="49694"/>
                    <a:pt x="3363" y="49694"/>
                  </a:cubicBezTo>
                  <a:lnTo>
                    <a:pt x="54879" y="49694"/>
                  </a:lnTo>
                  <a:lnTo>
                    <a:pt x="54936" y="49585"/>
                  </a:lnTo>
                  <a:cubicBezTo>
                    <a:pt x="57983" y="43837"/>
                    <a:pt x="61975" y="39163"/>
                    <a:pt x="66481" y="36064"/>
                  </a:cubicBezTo>
                  <a:cubicBezTo>
                    <a:pt x="72751" y="31752"/>
                    <a:pt x="79791" y="30597"/>
                    <a:pt x="86599" y="29479"/>
                  </a:cubicBezTo>
                  <a:cubicBezTo>
                    <a:pt x="88267" y="29206"/>
                    <a:pt x="89993" y="28921"/>
                    <a:pt x="91683" y="28597"/>
                  </a:cubicBezTo>
                  <a:cubicBezTo>
                    <a:pt x="95554" y="27852"/>
                    <a:pt x="98882" y="26914"/>
                    <a:pt x="101852" y="25732"/>
                  </a:cubicBezTo>
                  <a:cubicBezTo>
                    <a:pt x="104477" y="24689"/>
                    <a:pt x="107747" y="23089"/>
                    <a:pt x="109769" y="19968"/>
                  </a:cubicBezTo>
                  <a:cubicBezTo>
                    <a:pt x="111389" y="17466"/>
                    <a:pt x="111791" y="14724"/>
                    <a:pt x="110961" y="11820"/>
                  </a:cubicBezTo>
                  <a:cubicBezTo>
                    <a:pt x="109585" y="7016"/>
                    <a:pt x="105018" y="2695"/>
                    <a:pt x="101216" y="909"/>
                  </a:cubicBezTo>
                  <a:cubicBezTo>
                    <a:pt x="99874" y="279"/>
                    <a:pt x="98573" y="1"/>
                    <a:pt x="97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2768223" y="4443454"/>
              <a:ext cx="4335456" cy="728679"/>
            </a:xfrm>
            <a:custGeom>
              <a:rect b="b" l="l" r="r" t="t"/>
              <a:pathLst>
                <a:path extrusionOk="0" h="18209" w="108339">
                  <a:moveTo>
                    <a:pt x="27698" y="402"/>
                  </a:moveTo>
                  <a:cubicBezTo>
                    <a:pt x="32888" y="402"/>
                    <a:pt x="38022" y="2124"/>
                    <a:pt x="42576" y="3656"/>
                  </a:cubicBezTo>
                  <a:cubicBezTo>
                    <a:pt x="47416" y="5283"/>
                    <a:pt x="52582" y="6948"/>
                    <a:pt x="57857" y="7844"/>
                  </a:cubicBezTo>
                  <a:cubicBezTo>
                    <a:pt x="62292" y="8597"/>
                    <a:pt x="66755" y="8977"/>
                    <a:pt x="71177" y="8977"/>
                  </a:cubicBezTo>
                  <a:cubicBezTo>
                    <a:pt x="72693" y="8977"/>
                    <a:pt x="74204" y="8932"/>
                    <a:pt x="75707" y="8843"/>
                  </a:cubicBezTo>
                  <a:cubicBezTo>
                    <a:pt x="78578" y="8671"/>
                    <a:pt x="81363" y="8335"/>
                    <a:pt x="83983" y="7841"/>
                  </a:cubicBezTo>
                  <a:cubicBezTo>
                    <a:pt x="84740" y="7698"/>
                    <a:pt x="85506" y="7531"/>
                    <a:pt x="86246" y="7371"/>
                  </a:cubicBezTo>
                  <a:cubicBezTo>
                    <a:pt x="87567" y="7085"/>
                    <a:pt x="88932" y="6788"/>
                    <a:pt x="90288" y="6616"/>
                  </a:cubicBezTo>
                  <a:cubicBezTo>
                    <a:pt x="91569" y="6455"/>
                    <a:pt x="92767" y="6374"/>
                    <a:pt x="93889" y="6374"/>
                  </a:cubicBezTo>
                  <a:cubicBezTo>
                    <a:pt x="97369" y="6374"/>
                    <a:pt x="100126" y="7157"/>
                    <a:pt x="102405" y="8765"/>
                  </a:cubicBezTo>
                  <a:cubicBezTo>
                    <a:pt x="104715" y="10399"/>
                    <a:pt x="107752" y="14521"/>
                    <a:pt x="107336" y="17804"/>
                  </a:cubicBezTo>
                  <a:lnTo>
                    <a:pt x="2840" y="17804"/>
                  </a:lnTo>
                  <a:cubicBezTo>
                    <a:pt x="2038" y="16930"/>
                    <a:pt x="1495" y="16015"/>
                    <a:pt x="1180" y="15011"/>
                  </a:cubicBezTo>
                  <a:cubicBezTo>
                    <a:pt x="328" y="12292"/>
                    <a:pt x="1140" y="8835"/>
                    <a:pt x="2950" y="7464"/>
                  </a:cubicBezTo>
                  <a:cubicBezTo>
                    <a:pt x="4188" y="6527"/>
                    <a:pt x="5746" y="6255"/>
                    <a:pt x="7263" y="6255"/>
                  </a:cubicBezTo>
                  <a:cubicBezTo>
                    <a:pt x="8508" y="6255"/>
                    <a:pt x="9724" y="6438"/>
                    <a:pt x="10713" y="6586"/>
                  </a:cubicBezTo>
                  <a:cubicBezTo>
                    <a:pt x="13555" y="7015"/>
                    <a:pt x="16398" y="7815"/>
                    <a:pt x="19148" y="8591"/>
                  </a:cubicBezTo>
                  <a:cubicBezTo>
                    <a:pt x="20420" y="8950"/>
                    <a:pt x="21733" y="9320"/>
                    <a:pt x="23031" y="9648"/>
                  </a:cubicBezTo>
                  <a:cubicBezTo>
                    <a:pt x="23892" y="9867"/>
                    <a:pt x="24772" y="10044"/>
                    <a:pt x="25624" y="10217"/>
                  </a:cubicBezTo>
                  <a:cubicBezTo>
                    <a:pt x="26578" y="10410"/>
                    <a:pt x="27561" y="10610"/>
                    <a:pt x="28520" y="10866"/>
                  </a:cubicBezTo>
                  <a:cubicBezTo>
                    <a:pt x="29266" y="11066"/>
                    <a:pt x="30023" y="11287"/>
                    <a:pt x="30753" y="11502"/>
                  </a:cubicBezTo>
                  <a:cubicBezTo>
                    <a:pt x="31592" y="11746"/>
                    <a:pt x="32458" y="12000"/>
                    <a:pt x="33317" y="12223"/>
                  </a:cubicBezTo>
                  <a:lnTo>
                    <a:pt x="33467" y="12263"/>
                  </a:lnTo>
                  <a:cubicBezTo>
                    <a:pt x="34991" y="12659"/>
                    <a:pt x="36728" y="13111"/>
                    <a:pt x="38421" y="13111"/>
                  </a:cubicBezTo>
                  <a:cubicBezTo>
                    <a:pt x="39680" y="13111"/>
                    <a:pt x="40914" y="12861"/>
                    <a:pt x="42017" y="12152"/>
                  </a:cubicBezTo>
                  <a:cubicBezTo>
                    <a:pt x="42247" y="12003"/>
                    <a:pt x="42254" y="11687"/>
                    <a:pt x="42130" y="11480"/>
                  </a:cubicBezTo>
                  <a:cubicBezTo>
                    <a:pt x="39927" y="7838"/>
                    <a:pt x="35420" y="7355"/>
                    <a:pt x="32131" y="7002"/>
                  </a:cubicBezTo>
                  <a:cubicBezTo>
                    <a:pt x="30552" y="6834"/>
                    <a:pt x="28936" y="6794"/>
                    <a:pt x="27373" y="6755"/>
                  </a:cubicBezTo>
                  <a:cubicBezTo>
                    <a:pt x="24971" y="6694"/>
                    <a:pt x="22485" y="6634"/>
                    <a:pt x="20094" y="6098"/>
                  </a:cubicBezTo>
                  <a:lnTo>
                    <a:pt x="19861" y="6045"/>
                  </a:lnTo>
                  <a:cubicBezTo>
                    <a:pt x="19174" y="5899"/>
                    <a:pt x="18323" y="5715"/>
                    <a:pt x="17845" y="5185"/>
                  </a:cubicBezTo>
                  <a:cubicBezTo>
                    <a:pt x="17683" y="5000"/>
                    <a:pt x="17613" y="4809"/>
                    <a:pt x="17637" y="4599"/>
                  </a:cubicBezTo>
                  <a:cubicBezTo>
                    <a:pt x="17720" y="3886"/>
                    <a:pt x="18816" y="3119"/>
                    <a:pt x="19284" y="2791"/>
                  </a:cubicBezTo>
                  <a:lnTo>
                    <a:pt x="19370" y="2730"/>
                  </a:lnTo>
                  <a:cubicBezTo>
                    <a:pt x="21382" y="1313"/>
                    <a:pt x="23882" y="535"/>
                    <a:pt x="26803" y="420"/>
                  </a:cubicBezTo>
                  <a:cubicBezTo>
                    <a:pt x="27101" y="408"/>
                    <a:pt x="27399" y="402"/>
                    <a:pt x="27698" y="402"/>
                  </a:cubicBezTo>
                  <a:close/>
                  <a:moveTo>
                    <a:pt x="27716" y="0"/>
                  </a:moveTo>
                  <a:cubicBezTo>
                    <a:pt x="27408" y="0"/>
                    <a:pt x="27101" y="6"/>
                    <a:pt x="26793" y="18"/>
                  </a:cubicBezTo>
                  <a:cubicBezTo>
                    <a:pt x="23792" y="137"/>
                    <a:pt x="21220" y="940"/>
                    <a:pt x="19143" y="2401"/>
                  </a:cubicBezTo>
                  <a:lnTo>
                    <a:pt x="19057" y="2461"/>
                  </a:lnTo>
                  <a:cubicBezTo>
                    <a:pt x="18500" y="2850"/>
                    <a:pt x="17342" y="3659"/>
                    <a:pt x="17241" y="4552"/>
                  </a:cubicBezTo>
                  <a:cubicBezTo>
                    <a:pt x="17204" y="4879"/>
                    <a:pt x="17307" y="5183"/>
                    <a:pt x="17550" y="5452"/>
                  </a:cubicBezTo>
                  <a:cubicBezTo>
                    <a:pt x="18114" y="6081"/>
                    <a:pt x="19037" y="6279"/>
                    <a:pt x="19779" y="6438"/>
                  </a:cubicBezTo>
                  <a:lnTo>
                    <a:pt x="20009" y="6488"/>
                  </a:lnTo>
                  <a:cubicBezTo>
                    <a:pt x="22436" y="7034"/>
                    <a:pt x="24942" y="7095"/>
                    <a:pt x="27366" y="7155"/>
                  </a:cubicBezTo>
                  <a:cubicBezTo>
                    <a:pt x="28920" y="7194"/>
                    <a:pt x="30528" y="7234"/>
                    <a:pt x="32089" y="7401"/>
                  </a:cubicBezTo>
                  <a:cubicBezTo>
                    <a:pt x="35297" y="7744"/>
                    <a:pt x="39689" y="8215"/>
                    <a:pt x="41788" y="11686"/>
                  </a:cubicBezTo>
                  <a:cubicBezTo>
                    <a:pt x="41818" y="11736"/>
                    <a:pt x="41813" y="11800"/>
                    <a:pt x="41803" y="11810"/>
                  </a:cubicBezTo>
                  <a:cubicBezTo>
                    <a:pt x="40777" y="12469"/>
                    <a:pt x="39614" y="12703"/>
                    <a:pt x="38419" y="12703"/>
                  </a:cubicBezTo>
                  <a:cubicBezTo>
                    <a:pt x="36773" y="12703"/>
                    <a:pt x="35066" y="12260"/>
                    <a:pt x="33571" y="11872"/>
                  </a:cubicBezTo>
                  <a:lnTo>
                    <a:pt x="33421" y="11832"/>
                  </a:lnTo>
                  <a:cubicBezTo>
                    <a:pt x="32568" y="11613"/>
                    <a:pt x="31706" y="11359"/>
                    <a:pt x="30871" y="11114"/>
                  </a:cubicBezTo>
                  <a:cubicBezTo>
                    <a:pt x="30136" y="10900"/>
                    <a:pt x="29377" y="10677"/>
                    <a:pt x="28627" y="10477"/>
                  </a:cubicBezTo>
                  <a:cubicBezTo>
                    <a:pt x="27659" y="10217"/>
                    <a:pt x="26667" y="10017"/>
                    <a:pt x="25708" y="9823"/>
                  </a:cubicBezTo>
                  <a:cubicBezTo>
                    <a:pt x="24862" y="9650"/>
                    <a:pt x="23985" y="9473"/>
                    <a:pt x="23133" y="9257"/>
                  </a:cubicBezTo>
                  <a:cubicBezTo>
                    <a:pt x="21840" y="8930"/>
                    <a:pt x="20529" y="8560"/>
                    <a:pt x="19261" y="8202"/>
                  </a:cubicBezTo>
                  <a:cubicBezTo>
                    <a:pt x="16498" y="7424"/>
                    <a:pt x="13642" y="6619"/>
                    <a:pt x="10776" y="6188"/>
                  </a:cubicBezTo>
                  <a:cubicBezTo>
                    <a:pt x="9769" y="6036"/>
                    <a:pt x="8534" y="5850"/>
                    <a:pt x="7263" y="5850"/>
                  </a:cubicBezTo>
                  <a:cubicBezTo>
                    <a:pt x="5677" y="5850"/>
                    <a:pt x="4036" y="6139"/>
                    <a:pt x="2711" y="7142"/>
                  </a:cubicBezTo>
                  <a:cubicBezTo>
                    <a:pt x="579" y="8757"/>
                    <a:pt x="1" y="12576"/>
                    <a:pt x="798" y="15131"/>
                  </a:cubicBezTo>
                  <a:cubicBezTo>
                    <a:pt x="1138" y="16218"/>
                    <a:pt x="1730" y="17203"/>
                    <a:pt x="2606" y="18144"/>
                  </a:cubicBezTo>
                  <a:lnTo>
                    <a:pt x="2666" y="18209"/>
                  </a:lnTo>
                  <a:lnTo>
                    <a:pt x="107680" y="18209"/>
                  </a:lnTo>
                  <a:lnTo>
                    <a:pt x="107713" y="18040"/>
                  </a:lnTo>
                  <a:cubicBezTo>
                    <a:pt x="108339" y="14231"/>
                    <a:pt x="104720" y="9907"/>
                    <a:pt x="102642" y="8438"/>
                  </a:cubicBezTo>
                  <a:cubicBezTo>
                    <a:pt x="100295" y="6780"/>
                    <a:pt x="97465" y="5972"/>
                    <a:pt x="93901" y="5972"/>
                  </a:cubicBezTo>
                  <a:cubicBezTo>
                    <a:pt x="92759" y="5972"/>
                    <a:pt x="91543" y="6055"/>
                    <a:pt x="90243" y="6219"/>
                  </a:cubicBezTo>
                  <a:cubicBezTo>
                    <a:pt x="88870" y="6392"/>
                    <a:pt x="87495" y="6691"/>
                    <a:pt x="86166" y="6979"/>
                  </a:cubicBezTo>
                  <a:cubicBezTo>
                    <a:pt x="85428" y="7141"/>
                    <a:pt x="84666" y="7307"/>
                    <a:pt x="83913" y="7448"/>
                  </a:cubicBezTo>
                  <a:cubicBezTo>
                    <a:pt x="81310" y="7937"/>
                    <a:pt x="78543" y="8272"/>
                    <a:pt x="75687" y="8443"/>
                  </a:cubicBezTo>
                  <a:cubicBezTo>
                    <a:pt x="74193" y="8531"/>
                    <a:pt x="72692" y="8575"/>
                    <a:pt x="71186" y="8575"/>
                  </a:cubicBezTo>
                  <a:cubicBezTo>
                    <a:pt x="66784" y="8575"/>
                    <a:pt x="62342" y="8199"/>
                    <a:pt x="57928" y="7448"/>
                  </a:cubicBezTo>
                  <a:cubicBezTo>
                    <a:pt x="52682" y="6556"/>
                    <a:pt x="47532" y="4898"/>
                    <a:pt x="42708" y="3276"/>
                  </a:cubicBezTo>
                  <a:cubicBezTo>
                    <a:pt x="38128" y="1734"/>
                    <a:pt x="32975" y="0"/>
                    <a:pt x="277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4932235" y="3608718"/>
              <a:ext cx="4348422" cy="1563444"/>
            </a:xfrm>
            <a:custGeom>
              <a:rect b="b" l="l" r="r" t="t"/>
              <a:pathLst>
                <a:path extrusionOk="0" h="39069" w="108663">
                  <a:moveTo>
                    <a:pt x="46151" y="403"/>
                  </a:moveTo>
                  <a:cubicBezTo>
                    <a:pt x="46500" y="403"/>
                    <a:pt x="46847" y="405"/>
                    <a:pt x="47194" y="409"/>
                  </a:cubicBezTo>
                  <a:cubicBezTo>
                    <a:pt x="60555" y="576"/>
                    <a:pt x="71907" y="4288"/>
                    <a:pt x="80932" y="11441"/>
                  </a:cubicBezTo>
                  <a:cubicBezTo>
                    <a:pt x="84958" y="14633"/>
                    <a:pt x="88903" y="18201"/>
                    <a:pt x="92718" y="21653"/>
                  </a:cubicBezTo>
                  <a:cubicBezTo>
                    <a:pt x="94523" y="23286"/>
                    <a:pt x="96389" y="24974"/>
                    <a:pt x="98238" y="26600"/>
                  </a:cubicBezTo>
                  <a:cubicBezTo>
                    <a:pt x="101177" y="29181"/>
                    <a:pt x="104663" y="32202"/>
                    <a:pt x="108257" y="35034"/>
                  </a:cubicBezTo>
                  <a:cubicBezTo>
                    <a:pt x="108185" y="37046"/>
                    <a:pt x="106877" y="38663"/>
                    <a:pt x="105303" y="38663"/>
                  </a:cubicBezTo>
                  <a:lnTo>
                    <a:pt x="95006" y="38663"/>
                  </a:lnTo>
                  <a:cubicBezTo>
                    <a:pt x="94337" y="37862"/>
                    <a:pt x="93741" y="37110"/>
                    <a:pt x="93190" y="36368"/>
                  </a:cubicBezTo>
                  <a:cubicBezTo>
                    <a:pt x="91738" y="34415"/>
                    <a:pt x="90482" y="32209"/>
                    <a:pt x="89268" y="30076"/>
                  </a:cubicBezTo>
                  <a:cubicBezTo>
                    <a:pt x="88255" y="28296"/>
                    <a:pt x="87207" y="26455"/>
                    <a:pt x="86046" y="24761"/>
                  </a:cubicBezTo>
                  <a:cubicBezTo>
                    <a:pt x="84901" y="23090"/>
                    <a:pt x="83654" y="21394"/>
                    <a:pt x="82109" y="20589"/>
                  </a:cubicBezTo>
                  <a:cubicBezTo>
                    <a:pt x="81766" y="20411"/>
                    <a:pt x="81285" y="20282"/>
                    <a:pt x="80790" y="20282"/>
                  </a:cubicBezTo>
                  <a:cubicBezTo>
                    <a:pt x="80446" y="20282"/>
                    <a:pt x="80095" y="20344"/>
                    <a:pt x="79779" y="20494"/>
                  </a:cubicBezTo>
                  <a:cubicBezTo>
                    <a:pt x="79253" y="20744"/>
                    <a:pt x="78909" y="21200"/>
                    <a:pt x="78784" y="21809"/>
                  </a:cubicBezTo>
                  <a:cubicBezTo>
                    <a:pt x="78479" y="23295"/>
                    <a:pt x="79725" y="24879"/>
                    <a:pt x="80550" y="25925"/>
                  </a:cubicBezTo>
                  <a:cubicBezTo>
                    <a:pt x="80666" y="26074"/>
                    <a:pt x="80775" y="26210"/>
                    <a:pt x="80868" y="26335"/>
                  </a:cubicBezTo>
                  <a:cubicBezTo>
                    <a:pt x="81946" y="27764"/>
                    <a:pt x="82835" y="29354"/>
                    <a:pt x="83661" y="31345"/>
                  </a:cubicBezTo>
                  <a:cubicBezTo>
                    <a:pt x="84287" y="32848"/>
                    <a:pt x="85364" y="35767"/>
                    <a:pt x="85660" y="38663"/>
                  </a:cubicBezTo>
                  <a:lnTo>
                    <a:pt x="76327" y="38663"/>
                  </a:lnTo>
                  <a:cubicBezTo>
                    <a:pt x="76685" y="34328"/>
                    <a:pt x="75134" y="29497"/>
                    <a:pt x="72336" y="26295"/>
                  </a:cubicBezTo>
                  <a:cubicBezTo>
                    <a:pt x="70016" y="23636"/>
                    <a:pt x="66829" y="21619"/>
                    <a:pt x="62597" y="20130"/>
                  </a:cubicBezTo>
                  <a:cubicBezTo>
                    <a:pt x="58968" y="18853"/>
                    <a:pt x="54987" y="18071"/>
                    <a:pt x="50066" y="17668"/>
                  </a:cubicBezTo>
                  <a:cubicBezTo>
                    <a:pt x="47919" y="17494"/>
                    <a:pt x="45723" y="17407"/>
                    <a:pt x="43437" y="17407"/>
                  </a:cubicBezTo>
                  <a:cubicBezTo>
                    <a:pt x="41731" y="17407"/>
                    <a:pt x="39974" y="17455"/>
                    <a:pt x="38150" y="17552"/>
                  </a:cubicBezTo>
                  <a:cubicBezTo>
                    <a:pt x="34341" y="17757"/>
                    <a:pt x="31394" y="18197"/>
                    <a:pt x="28604" y="18985"/>
                  </a:cubicBezTo>
                  <a:cubicBezTo>
                    <a:pt x="27525" y="19288"/>
                    <a:pt x="26448" y="19608"/>
                    <a:pt x="25369" y="19927"/>
                  </a:cubicBezTo>
                  <a:cubicBezTo>
                    <a:pt x="21997" y="20924"/>
                    <a:pt x="18511" y="21956"/>
                    <a:pt x="15020" y="22506"/>
                  </a:cubicBezTo>
                  <a:cubicBezTo>
                    <a:pt x="13538" y="22740"/>
                    <a:pt x="11993" y="22922"/>
                    <a:pt x="10477" y="22922"/>
                  </a:cubicBezTo>
                  <a:cubicBezTo>
                    <a:pt x="7660" y="22922"/>
                    <a:pt x="4942" y="22294"/>
                    <a:pt x="2908" y="20201"/>
                  </a:cubicBezTo>
                  <a:cubicBezTo>
                    <a:pt x="2318" y="19594"/>
                    <a:pt x="445" y="17417"/>
                    <a:pt x="1110" y="14892"/>
                  </a:cubicBezTo>
                  <a:cubicBezTo>
                    <a:pt x="1609" y="13004"/>
                    <a:pt x="3139" y="11676"/>
                    <a:pt x="4417" y="10728"/>
                  </a:cubicBezTo>
                  <a:cubicBezTo>
                    <a:pt x="7502" y="8442"/>
                    <a:pt x="11094" y="7120"/>
                    <a:pt x="14506" y="5962"/>
                  </a:cubicBezTo>
                  <a:cubicBezTo>
                    <a:pt x="25380" y="2272"/>
                    <a:pt x="36012" y="403"/>
                    <a:pt x="46151" y="403"/>
                  </a:cubicBezTo>
                  <a:close/>
                  <a:moveTo>
                    <a:pt x="46184" y="0"/>
                  </a:moveTo>
                  <a:cubicBezTo>
                    <a:pt x="35995" y="0"/>
                    <a:pt x="25302" y="1873"/>
                    <a:pt x="14376" y="5582"/>
                  </a:cubicBezTo>
                  <a:cubicBezTo>
                    <a:pt x="10932" y="6749"/>
                    <a:pt x="7309" y="8083"/>
                    <a:pt x="4175" y="10405"/>
                  </a:cubicBezTo>
                  <a:cubicBezTo>
                    <a:pt x="2845" y="11391"/>
                    <a:pt x="1250" y="12780"/>
                    <a:pt x="720" y="14790"/>
                  </a:cubicBezTo>
                  <a:cubicBezTo>
                    <a:pt x="0" y="17521"/>
                    <a:pt x="1992" y="19837"/>
                    <a:pt x="2618" y="20484"/>
                  </a:cubicBezTo>
                  <a:cubicBezTo>
                    <a:pt x="4745" y="22672"/>
                    <a:pt x="7559" y="23326"/>
                    <a:pt x="10464" y="23326"/>
                  </a:cubicBezTo>
                  <a:cubicBezTo>
                    <a:pt x="12008" y="23326"/>
                    <a:pt x="13578" y="23141"/>
                    <a:pt x="15083" y="22903"/>
                  </a:cubicBezTo>
                  <a:cubicBezTo>
                    <a:pt x="18599" y="22350"/>
                    <a:pt x="22098" y="21314"/>
                    <a:pt x="25483" y="20314"/>
                  </a:cubicBezTo>
                  <a:cubicBezTo>
                    <a:pt x="26558" y="19996"/>
                    <a:pt x="27635" y="19678"/>
                    <a:pt x="28713" y="19374"/>
                  </a:cubicBezTo>
                  <a:cubicBezTo>
                    <a:pt x="31476" y="18595"/>
                    <a:pt x="34392" y="18158"/>
                    <a:pt x="38171" y="17957"/>
                  </a:cubicBezTo>
                  <a:cubicBezTo>
                    <a:pt x="39992" y="17859"/>
                    <a:pt x="41744" y="17811"/>
                    <a:pt x="43446" y="17811"/>
                  </a:cubicBezTo>
                  <a:cubicBezTo>
                    <a:pt x="45718" y="17811"/>
                    <a:pt x="47900" y="17898"/>
                    <a:pt x="50034" y="18072"/>
                  </a:cubicBezTo>
                  <a:cubicBezTo>
                    <a:pt x="54919" y="18471"/>
                    <a:pt x="58869" y="19245"/>
                    <a:pt x="62464" y="20513"/>
                  </a:cubicBezTo>
                  <a:cubicBezTo>
                    <a:pt x="66629" y="21980"/>
                    <a:pt x="69761" y="23959"/>
                    <a:pt x="72035" y="26564"/>
                  </a:cubicBezTo>
                  <a:cubicBezTo>
                    <a:pt x="74808" y="29740"/>
                    <a:pt x="76328" y="34562"/>
                    <a:pt x="75907" y="38847"/>
                  </a:cubicBezTo>
                  <a:lnTo>
                    <a:pt x="75885" y="39069"/>
                  </a:lnTo>
                  <a:lnTo>
                    <a:pt x="86103" y="39069"/>
                  </a:lnTo>
                  <a:lnTo>
                    <a:pt x="86083" y="38849"/>
                  </a:lnTo>
                  <a:cubicBezTo>
                    <a:pt x="85816" y="35827"/>
                    <a:pt x="84685" y="32755"/>
                    <a:pt x="84035" y="31193"/>
                  </a:cubicBezTo>
                  <a:cubicBezTo>
                    <a:pt x="83194" y="29170"/>
                    <a:pt x="82289" y="27550"/>
                    <a:pt x="81192" y="26094"/>
                  </a:cubicBezTo>
                  <a:cubicBezTo>
                    <a:pt x="81095" y="25968"/>
                    <a:pt x="80986" y="25829"/>
                    <a:pt x="80868" y="25679"/>
                  </a:cubicBezTo>
                  <a:cubicBezTo>
                    <a:pt x="80089" y="24692"/>
                    <a:pt x="78913" y="23196"/>
                    <a:pt x="79180" y="21893"/>
                  </a:cubicBezTo>
                  <a:cubicBezTo>
                    <a:pt x="79280" y="21406"/>
                    <a:pt x="79542" y="21057"/>
                    <a:pt x="79953" y="20860"/>
                  </a:cubicBezTo>
                  <a:cubicBezTo>
                    <a:pt x="80215" y="20736"/>
                    <a:pt x="80506" y="20684"/>
                    <a:pt x="80793" y="20684"/>
                  </a:cubicBezTo>
                  <a:cubicBezTo>
                    <a:pt x="81216" y="20684"/>
                    <a:pt x="81630" y="20796"/>
                    <a:pt x="81925" y="20950"/>
                  </a:cubicBezTo>
                  <a:cubicBezTo>
                    <a:pt x="83388" y="21710"/>
                    <a:pt x="84600" y="23365"/>
                    <a:pt x="85716" y="24991"/>
                  </a:cubicBezTo>
                  <a:cubicBezTo>
                    <a:pt x="86867" y="26672"/>
                    <a:pt x="87910" y="28506"/>
                    <a:pt x="88919" y="30277"/>
                  </a:cubicBezTo>
                  <a:cubicBezTo>
                    <a:pt x="90139" y="32421"/>
                    <a:pt x="91401" y="34638"/>
                    <a:pt x="92868" y="36611"/>
                  </a:cubicBezTo>
                  <a:cubicBezTo>
                    <a:pt x="93440" y="37380"/>
                    <a:pt x="94059" y="38160"/>
                    <a:pt x="94759" y="38996"/>
                  </a:cubicBezTo>
                  <a:lnTo>
                    <a:pt x="94819" y="39068"/>
                  </a:lnTo>
                  <a:lnTo>
                    <a:pt x="105303" y="39068"/>
                  </a:lnTo>
                  <a:cubicBezTo>
                    <a:pt x="107121" y="39068"/>
                    <a:pt x="108627" y="37217"/>
                    <a:pt x="108661" y="34947"/>
                  </a:cubicBezTo>
                  <a:lnTo>
                    <a:pt x="108663" y="34847"/>
                  </a:lnTo>
                  <a:lnTo>
                    <a:pt x="108584" y="34784"/>
                  </a:lnTo>
                  <a:cubicBezTo>
                    <a:pt x="104971" y="31939"/>
                    <a:pt x="101460" y="28897"/>
                    <a:pt x="98502" y="26300"/>
                  </a:cubicBezTo>
                  <a:cubicBezTo>
                    <a:pt x="96655" y="24675"/>
                    <a:pt x="94790" y="22989"/>
                    <a:pt x="92987" y="21357"/>
                  </a:cubicBezTo>
                  <a:cubicBezTo>
                    <a:pt x="89168" y="17899"/>
                    <a:pt x="85217" y="14326"/>
                    <a:pt x="81181" y="11127"/>
                  </a:cubicBezTo>
                  <a:cubicBezTo>
                    <a:pt x="72085" y="3918"/>
                    <a:pt x="60650" y="176"/>
                    <a:pt x="47197" y="6"/>
                  </a:cubicBezTo>
                  <a:cubicBezTo>
                    <a:pt x="46860" y="2"/>
                    <a:pt x="46522" y="0"/>
                    <a:pt x="46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5065015" y="-2406714"/>
              <a:ext cx="4355665" cy="807744"/>
            </a:xfrm>
            <a:custGeom>
              <a:rect b="b" l="l" r="r" t="t"/>
              <a:pathLst>
                <a:path extrusionOk="0" h="28164" w="108844">
                  <a:moveTo>
                    <a:pt x="105484" y="409"/>
                  </a:moveTo>
                  <a:cubicBezTo>
                    <a:pt x="107116" y="409"/>
                    <a:pt x="108443" y="2114"/>
                    <a:pt x="108443" y="4208"/>
                  </a:cubicBezTo>
                  <a:lnTo>
                    <a:pt x="108443" y="9441"/>
                  </a:lnTo>
                  <a:cubicBezTo>
                    <a:pt x="107791" y="9431"/>
                    <a:pt x="107138" y="9426"/>
                    <a:pt x="106485" y="9426"/>
                  </a:cubicBezTo>
                  <a:cubicBezTo>
                    <a:pt x="96929" y="9426"/>
                    <a:pt x="87281" y="10461"/>
                    <a:pt x="77432" y="11618"/>
                  </a:cubicBezTo>
                  <a:lnTo>
                    <a:pt x="74438" y="11967"/>
                  </a:lnTo>
                  <a:cubicBezTo>
                    <a:pt x="68077" y="12707"/>
                    <a:pt x="61497" y="13471"/>
                    <a:pt x="55052" y="14524"/>
                  </a:cubicBezTo>
                  <a:cubicBezTo>
                    <a:pt x="50937" y="15196"/>
                    <a:pt x="47239" y="15919"/>
                    <a:pt x="43750" y="16739"/>
                  </a:cubicBezTo>
                  <a:cubicBezTo>
                    <a:pt x="39671" y="17698"/>
                    <a:pt x="36280" y="18535"/>
                    <a:pt x="32894" y="19868"/>
                  </a:cubicBezTo>
                  <a:cubicBezTo>
                    <a:pt x="30642" y="20754"/>
                    <a:pt x="28443" y="21986"/>
                    <a:pt x="26315" y="23179"/>
                  </a:cubicBezTo>
                  <a:cubicBezTo>
                    <a:pt x="22603" y="25262"/>
                    <a:pt x="18761" y="27414"/>
                    <a:pt x="14582" y="27728"/>
                  </a:cubicBezTo>
                  <a:cubicBezTo>
                    <a:pt x="14284" y="27750"/>
                    <a:pt x="13983" y="27761"/>
                    <a:pt x="13680" y="27761"/>
                  </a:cubicBezTo>
                  <a:cubicBezTo>
                    <a:pt x="8600" y="27761"/>
                    <a:pt x="3011" y="24606"/>
                    <a:pt x="1265" y="17265"/>
                  </a:cubicBezTo>
                  <a:cubicBezTo>
                    <a:pt x="424" y="13728"/>
                    <a:pt x="774" y="10998"/>
                    <a:pt x="2304" y="9148"/>
                  </a:cubicBezTo>
                  <a:cubicBezTo>
                    <a:pt x="3847" y="7282"/>
                    <a:pt x="6123" y="6467"/>
                    <a:pt x="8144" y="5916"/>
                  </a:cubicBezTo>
                  <a:cubicBezTo>
                    <a:pt x="14663" y="4135"/>
                    <a:pt x="21503" y="4060"/>
                    <a:pt x="27536" y="3991"/>
                  </a:cubicBezTo>
                  <a:lnTo>
                    <a:pt x="28284" y="3982"/>
                  </a:lnTo>
                  <a:cubicBezTo>
                    <a:pt x="35338" y="3908"/>
                    <a:pt x="42635" y="3830"/>
                    <a:pt x="49562" y="1411"/>
                  </a:cubicBezTo>
                  <a:cubicBezTo>
                    <a:pt x="50530" y="1072"/>
                    <a:pt x="51303" y="753"/>
                    <a:pt x="51989" y="409"/>
                  </a:cubicBezTo>
                  <a:lnTo>
                    <a:pt x="51989" y="410"/>
                  </a:lnTo>
                  <a:lnTo>
                    <a:pt x="77472" y="410"/>
                  </a:lnTo>
                  <a:cubicBezTo>
                    <a:pt x="75657" y="1022"/>
                    <a:pt x="73845" y="1526"/>
                    <a:pt x="72138" y="1986"/>
                  </a:cubicBezTo>
                  <a:cubicBezTo>
                    <a:pt x="71479" y="2162"/>
                    <a:pt x="70816" y="2334"/>
                    <a:pt x="70156" y="2505"/>
                  </a:cubicBezTo>
                  <a:cubicBezTo>
                    <a:pt x="68329" y="2977"/>
                    <a:pt x="66440" y="3467"/>
                    <a:pt x="64605" y="4082"/>
                  </a:cubicBezTo>
                  <a:cubicBezTo>
                    <a:pt x="61004" y="5291"/>
                    <a:pt x="57124" y="6040"/>
                    <a:pt x="52740" y="6369"/>
                  </a:cubicBezTo>
                  <a:cubicBezTo>
                    <a:pt x="49638" y="6602"/>
                    <a:pt x="46418" y="6602"/>
                    <a:pt x="43304" y="6603"/>
                  </a:cubicBezTo>
                  <a:cubicBezTo>
                    <a:pt x="34965" y="6606"/>
                    <a:pt x="26344" y="6609"/>
                    <a:pt x="18528" y="10955"/>
                  </a:cubicBezTo>
                  <a:cubicBezTo>
                    <a:pt x="14223" y="13350"/>
                    <a:pt x="12644" y="15910"/>
                    <a:pt x="13835" y="18561"/>
                  </a:cubicBezTo>
                  <a:cubicBezTo>
                    <a:pt x="14838" y="20791"/>
                    <a:pt x="17057" y="22107"/>
                    <a:pt x="18813" y="22421"/>
                  </a:cubicBezTo>
                  <a:cubicBezTo>
                    <a:pt x="19239" y="22498"/>
                    <a:pt x="19668" y="22533"/>
                    <a:pt x="20097" y="22533"/>
                  </a:cubicBezTo>
                  <a:cubicBezTo>
                    <a:pt x="22307" y="22533"/>
                    <a:pt x="24513" y="21604"/>
                    <a:pt x="26433" y="20647"/>
                  </a:cubicBezTo>
                  <a:cubicBezTo>
                    <a:pt x="27444" y="20142"/>
                    <a:pt x="28451" y="19561"/>
                    <a:pt x="29427" y="18998"/>
                  </a:cubicBezTo>
                  <a:cubicBezTo>
                    <a:pt x="30955" y="18116"/>
                    <a:pt x="32534" y="17203"/>
                    <a:pt x="34157" y="16576"/>
                  </a:cubicBezTo>
                  <a:cubicBezTo>
                    <a:pt x="37956" y="15106"/>
                    <a:pt x="41874" y="14247"/>
                    <a:pt x="44864" y="13661"/>
                  </a:cubicBezTo>
                  <a:cubicBezTo>
                    <a:pt x="49244" y="12804"/>
                    <a:pt x="53720" y="12190"/>
                    <a:pt x="58050" y="11597"/>
                  </a:cubicBezTo>
                  <a:cubicBezTo>
                    <a:pt x="61146" y="11172"/>
                    <a:pt x="64344" y="10734"/>
                    <a:pt x="67486" y="10209"/>
                  </a:cubicBezTo>
                  <a:cubicBezTo>
                    <a:pt x="71305" y="9572"/>
                    <a:pt x="74827" y="8898"/>
                    <a:pt x="78252" y="8150"/>
                  </a:cubicBezTo>
                  <a:cubicBezTo>
                    <a:pt x="80759" y="7602"/>
                    <a:pt x="84017" y="6743"/>
                    <a:pt x="86995" y="4937"/>
                  </a:cubicBezTo>
                  <a:cubicBezTo>
                    <a:pt x="88677" y="3915"/>
                    <a:pt x="90044" y="2435"/>
                    <a:pt x="91173" y="409"/>
                  </a:cubicBezTo>
                  <a:close/>
                  <a:moveTo>
                    <a:pt x="90934" y="0"/>
                  </a:moveTo>
                  <a:lnTo>
                    <a:pt x="90877" y="105"/>
                  </a:lnTo>
                  <a:cubicBezTo>
                    <a:pt x="89755" y="2148"/>
                    <a:pt x="88458" y="3572"/>
                    <a:pt x="86786" y="4587"/>
                  </a:cubicBezTo>
                  <a:cubicBezTo>
                    <a:pt x="83860" y="6361"/>
                    <a:pt x="80642" y="7209"/>
                    <a:pt x="78166" y="7749"/>
                  </a:cubicBezTo>
                  <a:cubicBezTo>
                    <a:pt x="74747" y="8496"/>
                    <a:pt x="71232" y="9168"/>
                    <a:pt x="67420" y="9804"/>
                  </a:cubicBezTo>
                  <a:cubicBezTo>
                    <a:pt x="64284" y="10326"/>
                    <a:pt x="61086" y="10767"/>
                    <a:pt x="57994" y="11189"/>
                  </a:cubicBezTo>
                  <a:cubicBezTo>
                    <a:pt x="53660" y="11784"/>
                    <a:pt x="49177" y="12398"/>
                    <a:pt x="44787" y="13257"/>
                  </a:cubicBezTo>
                  <a:cubicBezTo>
                    <a:pt x="41781" y="13846"/>
                    <a:pt x="37840" y="14712"/>
                    <a:pt x="34011" y="16192"/>
                  </a:cubicBezTo>
                  <a:cubicBezTo>
                    <a:pt x="32361" y="16832"/>
                    <a:pt x="30768" y="17751"/>
                    <a:pt x="29227" y="18641"/>
                  </a:cubicBezTo>
                  <a:cubicBezTo>
                    <a:pt x="28257" y="19199"/>
                    <a:pt x="27256" y="19778"/>
                    <a:pt x="26252" y="20278"/>
                  </a:cubicBezTo>
                  <a:cubicBezTo>
                    <a:pt x="24377" y="21213"/>
                    <a:pt x="22228" y="22123"/>
                    <a:pt x="20096" y="22123"/>
                  </a:cubicBezTo>
                  <a:cubicBezTo>
                    <a:pt x="19691" y="22123"/>
                    <a:pt x="19286" y="22090"/>
                    <a:pt x="18884" y="22019"/>
                  </a:cubicBezTo>
                  <a:cubicBezTo>
                    <a:pt x="17234" y="21723"/>
                    <a:pt x="15146" y="20485"/>
                    <a:pt x="14203" y="18389"/>
                  </a:cubicBezTo>
                  <a:cubicBezTo>
                    <a:pt x="13112" y="15962"/>
                    <a:pt x="14633" y="13577"/>
                    <a:pt x="18725" y="11302"/>
                  </a:cubicBezTo>
                  <a:cubicBezTo>
                    <a:pt x="26450" y="7006"/>
                    <a:pt x="35017" y="7004"/>
                    <a:pt x="43304" y="7002"/>
                  </a:cubicBezTo>
                  <a:cubicBezTo>
                    <a:pt x="46426" y="7002"/>
                    <a:pt x="49654" y="6999"/>
                    <a:pt x="52770" y="6766"/>
                  </a:cubicBezTo>
                  <a:cubicBezTo>
                    <a:pt x="57188" y="6433"/>
                    <a:pt x="61100" y="5680"/>
                    <a:pt x="64734" y="4460"/>
                  </a:cubicBezTo>
                  <a:cubicBezTo>
                    <a:pt x="66555" y="3847"/>
                    <a:pt x="68437" y="3359"/>
                    <a:pt x="70258" y="2889"/>
                  </a:cubicBezTo>
                  <a:cubicBezTo>
                    <a:pt x="70921" y="2718"/>
                    <a:pt x="71583" y="2546"/>
                    <a:pt x="72244" y="2369"/>
                  </a:cubicBezTo>
                  <a:cubicBezTo>
                    <a:pt x="74310" y="1815"/>
                    <a:pt x="76526" y="1191"/>
                    <a:pt x="78725" y="393"/>
                  </a:cubicBezTo>
                  <a:lnTo>
                    <a:pt x="79801" y="3"/>
                  </a:lnTo>
                  <a:lnTo>
                    <a:pt x="51891" y="3"/>
                  </a:lnTo>
                  <a:lnTo>
                    <a:pt x="51849" y="25"/>
                  </a:lnTo>
                  <a:cubicBezTo>
                    <a:pt x="51168" y="369"/>
                    <a:pt x="50398" y="688"/>
                    <a:pt x="49430" y="1026"/>
                  </a:cubicBezTo>
                  <a:cubicBezTo>
                    <a:pt x="42565" y="3424"/>
                    <a:pt x="35301" y="3502"/>
                    <a:pt x="28279" y="3577"/>
                  </a:cubicBezTo>
                  <a:lnTo>
                    <a:pt x="27530" y="3587"/>
                  </a:lnTo>
                  <a:cubicBezTo>
                    <a:pt x="21472" y="3654"/>
                    <a:pt x="14606" y="3731"/>
                    <a:pt x="8035" y="5524"/>
                  </a:cubicBezTo>
                  <a:cubicBezTo>
                    <a:pt x="5955" y="6091"/>
                    <a:pt x="3608" y="6937"/>
                    <a:pt x="1994" y="8889"/>
                  </a:cubicBezTo>
                  <a:cubicBezTo>
                    <a:pt x="378" y="10842"/>
                    <a:pt x="1" y="13691"/>
                    <a:pt x="872" y="17356"/>
                  </a:cubicBezTo>
                  <a:cubicBezTo>
                    <a:pt x="2415" y="23842"/>
                    <a:pt x="7591" y="28164"/>
                    <a:pt x="13647" y="28164"/>
                  </a:cubicBezTo>
                  <a:cubicBezTo>
                    <a:pt x="13966" y="28164"/>
                    <a:pt x="14287" y="28154"/>
                    <a:pt x="14609" y="28121"/>
                  </a:cubicBezTo>
                  <a:cubicBezTo>
                    <a:pt x="18878" y="27800"/>
                    <a:pt x="22758" y="25623"/>
                    <a:pt x="26511" y="23520"/>
                  </a:cubicBezTo>
                  <a:cubicBezTo>
                    <a:pt x="28626" y="22334"/>
                    <a:pt x="30812" y="21108"/>
                    <a:pt x="33038" y="20233"/>
                  </a:cubicBezTo>
                  <a:cubicBezTo>
                    <a:pt x="36400" y="18911"/>
                    <a:pt x="39775" y="18075"/>
                    <a:pt x="43838" y="17121"/>
                  </a:cubicBezTo>
                  <a:cubicBezTo>
                    <a:pt x="47319" y="16305"/>
                    <a:pt x="51008" y="15582"/>
                    <a:pt x="55113" y="14912"/>
                  </a:cubicBezTo>
                  <a:cubicBezTo>
                    <a:pt x="61550" y="13861"/>
                    <a:pt x="68126" y="13097"/>
                    <a:pt x="74484" y="12357"/>
                  </a:cubicBezTo>
                  <a:lnTo>
                    <a:pt x="77477" y="12010"/>
                  </a:lnTo>
                  <a:cubicBezTo>
                    <a:pt x="87323" y="10854"/>
                    <a:pt x="96973" y="9822"/>
                    <a:pt x="106514" y="9822"/>
                  </a:cubicBezTo>
                  <a:cubicBezTo>
                    <a:pt x="107222" y="9822"/>
                    <a:pt x="107930" y="9827"/>
                    <a:pt x="108637" y="9839"/>
                  </a:cubicBezTo>
                  <a:lnTo>
                    <a:pt x="108843" y="9842"/>
                  </a:lnTo>
                  <a:lnTo>
                    <a:pt x="108843" y="4203"/>
                  </a:lnTo>
                  <a:cubicBezTo>
                    <a:pt x="108843" y="1884"/>
                    <a:pt x="107336" y="0"/>
                    <a:pt x="1054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 name="Google Shape;37;p2"/>
          <p:cNvSpPr/>
          <p:nvPr/>
        </p:nvSpPr>
        <p:spPr>
          <a:xfrm>
            <a:off x="1826875" y="757050"/>
            <a:ext cx="5572200" cy="37056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1750675" y="680841"/>
            <a:ext cx="5572200" cy="37056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txBox="1"/>
          <p:nvPr>
            <p:ph type="ctrTitle"/>
          </p:nvPr>
        </p:nvSpPr>
        <p:spPr>
          <a:xfrm>
            <a:off x="2293900" y="740925"/>
            <a:ext cx="4567500" cy="2978100"/>
          </a:xfrm>
          <a:prstGeom prst="rect">
            <a:avLst/>
          </a:prstGeom>
        </p:spPr>
        <p:txBody>
          <a:bodyPr anchorCtr="0" anchor="b" bIns="91425" lIns="91425" spcFirstLastPara="1" rIns="91425" wrap="square" tIns="91425">
            <a:noAutofit/>
          </a:bodyPr>
          <a:lstStyle>
            <a:lvl1pPr lvl="0" algn="ctr">
              <a:lnSpc>
                <a:spcPct val="80000"/>
              </a:lnSpc>
              <a:spcBef>
                <a:spcPts val="0"/>
              </a:spcBef>
              <a:spcAft>
                <a:spcPts val="0"/>
              </a:spcAft>
              <a:buClr>
                <a:srgbClr val="191919"/>
              </a:buClr>
              <a:buSzPts val="5200"/>
              <a:buNone/>
              <a:defRPr sz="9600">
                <a:solidFill>
                  <a:srgbClr val="191919"/>
                </a:solidFill>
                <a:latin typeface="Bahiana"/>
                <a:ea typeface="Bahiana"/>
                <a:cs typeface="Bahiana"/>
                <a:sym typeface="Bahiana"/>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40" name="Google Shape;40;p2"/>
          <p:cNvSpPr txBox="1"/>
          <p:nvPr>
            <p:ph idx="1" type="subTitle"/>
          </p:nvPr>
        </p:nvSpPr>
        <p:spPr>
          <a:xfrm>
            <a:off x="2293775" y="3755875"/>
            <a:ext cx="4567500" cy="448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atin typeface="Didact Gothic"/>
                <a:ea typeface="Didact Gothic"/>
                <a:cs typeface="Didact Gothic"/>
                <a:sym typeface="Didact Gothic"/>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accent4"/>
        </a:solidFill>
      </p:bgPr>
    </p:bg>
    <p:spTree>
      <p:nvGrpSpPr>
        <p:cNvPr id="41" name="Shape 41"/>
        <p:cNvGrpSpPr/>
        <p:nvPr/>
      </p:nvGrpSpPr>
      <p:grpSpPr>
        <a:xfrm>
          <a:off x="0" y="0"/>
          <a:ext cx="0" cy="0"/>
          <a:chOff x="0" y="0"/>
          <a:chExt cx="0" cy="0"/>
        </a:xfrm>
      </p:grpSpPr>
      <p:grpSp>
        <p:nvGrpSpPr>
          <p:cNvPr id="42" name="Google Shape;42;p3"/>
          <p:cNvGrpSpPr/>
          <p:nvPr/>
        </p:nvGrpSpPr>
        <p:grpSpPr>
          <a:xfrm>
            <a:off x="-97264" y="-2356200"/>
            <a:ext cx="9517944" cy="7737118"/>
            <a:chOff x="-97264" y="-2356200"/>
            <a:chExt cx="9517944" cy="7737118"/>
          </a:xfrm>
        </p:grpSpPr>
        <p:sp>
          <p:nvSpPr>
            <p:cNvPr id="43" name="Google Shape;43;p3"/>
            <p:cNvSpPr/>
            <p:nvPr/>
          </p:nvSpPr>
          <p:spPr>
            <a:xfrm flipH="1" rot="10800000">
              <a:off x="-89101" y="3917310"/>
              <a:ext cx="3985503" cy="848251"/>
            </a:xfrm>
            <a:custGeom>
              <a:rect b="b" l="l" r="r" t="t"/>
              <a:pathLst>
                <a:path extrusionOk="0" h="21197" w="99594">
                  <a:moveTo>
                    <a:pt x="65021" y="0"/>
                  </a:moveTo>
                  <a:cubicBezTo>
                    <a:pt x="64434" y="0"/>
                    <a:pt x="63848" y="10"/>
                    <a:pt x="63260" y="29"/>
                  </a:cubicBezTo>
                  <a:cubicBezTo>
                    <a:pt x="57732" y="207"/>
                    <a:pt x="52245" y="1096"/>
                    <a:pt x="46816" y="2389"/>
                  </a:cubicBezTo>
                  <a:cubicBezTo>
                    <a:pt x="41611" y="3631"/>
                    <a:pt x="36750" y="6060"/>
                    <a:pt x="31830" y="8475"/>
                  </a:cubicBezTo>
                  <a:cubicBezTo>
                    <a:pt x="27244" y="10725"/>
                    <a:pt x="22624" y="12692"/>
                    <a:pt x="17724" y="13463"/>
                  </a:cubicBezTo>
                  <a:cubicBezTo>
                    <a:pt x="15802" y="13765"/>
                    <a:pt x="13860" y="13942"/>
                    <a:pt x="11920" y="13942"/>
                  </a:cubicBezTo>
                  <a:cubicBezTo>
                    <a:pt x="10234" y="13942"/>
                    <a:pt x="8549" y="13808"/>
                    <a:pt x="6879" y="13505"/>
                  </a:cubicBezTo>
                  <a:cubicBezTo>
                    <a:pt x="4515" y="13077"/>
                    <a:pt x="2162" y="12285"/>
                    <a:pt x="0" y="10984"/>
                  </a:cubicBezTo>
                  <a:lnTo>
                    <a:pt x="0" y="18944"/>
                  </a:lnTo>
                  <a:cubicBezTo>
                    <a:pt x="1762" y="19024"/>
                    <a:pt x="3523" y="19075"/>
                    <a:pt x="5283" y="19075"/>
                  </a:cubicBezTo>
                  <a:cubicBezTo>
                    <a:pt x="9227" y="19075"/>
                    <a:pt x="13162" y="18820"/>
                    <a:pt x="17071" y="18072"/>
                  </a:cubicBezTo>
                  <a:cubicBezTo>
                    <a:pt x="21981" y="17133"/>
                    <a:pt x="26589" y="15270"/>
                    <a:pt x="30996" y="12374"/>
                  </a:cubicBezTo>
                  <a:cubicBezTo>
                    <a:pt x="33739" y="10570"/>
                    <a:pt x="36781" y="9886"/>
                    <a:pt x="39837" y="9886"/>
                  </a:cubicBezTo>
                  <a:cubicBezTo>
                    <a:pt x="40660" y="9886"/>
                    <a:pt x="41484" y="9936"/>
                    <a:pt x="42304" y="10026"/>
                  </a:cubicBezTo>
                  <a:cubicBezTo>
                    <a:pt x="50992" y="10985"/>
                    <a:pt x="59004" y="15789"/>
                    <a:pt x="67420" y="18291"/>
                  </a:cubicBezTo>
                  <a:cubicBezTo>
                    <a:pt x="72853" y="19907"/>
                    <a:pt x="78486" y="20812"/>
                    <a:pt x="84058" y="21107"/>
                  </a:cubicBezTo>
                  <a:cubicBezTo>
                    <a:pt x="85055" y="21160"/>
                    <a:pt x="86060" y="21196"/>
                    <a:pt x="87066" y="21196"/>
                  </a:cubicBezTo>
                  <a:cubicBezTo>
                    <a:pt x="89207" y="21196"/>
                    <a:pt x="91355" y="21031"/>
                    <a:pt x="93446" y="20508"/>
                  </a:cubicBezTo>
                  <a:cubicBezTo>
                    <a:pt x="95522" y="19989"/>
                    <a:pt x="98275" y="18989"/>
                    <a:pt x="98894" y="16049"/>
                  </a:cubicBezTo>
                  <a:cubicBezTo>
                    <a:pt x="99594" y="12721"/>
                    <a:pt x="97265" y="10188"/>
                    <a:pt x="95270" y="8623"/>
                  </a:cubicBezTo>
                  <a:cubicBezTo>
                    <a:pt x="92667" y="6581"/>
                    <a:pt x="89709" y="5268"/>
                    <a:pt x="86790" y="4165"/>
                  </a:cubicBezTo>
                  <a:cubicBezTo>
                    <a:pt x="79711" y="1489"/>
                    <a:pt x="72404" y="0"/>
                    <a:pt x="65021"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3"/>
            <p:cNvSpPr/>
            <p:nvPr/>
          </p:nvSpPr>
          <p:spPr>
            <a:xfrm flipH="1" rot="10800000">
              <a:off x="-89221" y="1998098"/>
              <a:ext cx="8386467" cy="1819876"/>
            </a:xfrm>
            <a:custGeom>
              <a:rect b="b" l="l" r="r" t="t"/>
              <a:pathLst>
                <a:path extrusionOk="0" h="45477" w="209570">
                  <a:moveTo>
                    <a:pt x="173399" y="0"/>
                  </a:moveTo>
                  <a:cubicBezTo>
                    <a:pt x="171819" y="0"/>
                    <a:pt x="170239" y="33"/>
                    <a:pt x="168661" y="80"/>
                  </a:cubicBezTo>
                  <a:cubicBezTo>
                    <a:pt x="164324" y="208"/>
                    <a:pt x="160018" y="528"/>
                    <a:pt x="155729" y="1390"/>
                  </a:cubicBezTo>
                  <a:cubicBezTo>
                    <a:pt x="151776" y="2184"/>
                    <a:pt x="147874" y="3386"/>
                    <a:pt x="144099" y="5071"/>
                  </a:cubicBezTo>
                  <a:cubicBezTo>
                    <a:pt x="140139" y="6838"/>
                    <a:pt x="136425" y="9227"/>
                    <a:pt x="132734" y="11745"/>
                  </a:cubicBezTo>
                  <a:cubicBezTo>
                    <a:pt x="125453" y="16714"/>
                    <a:pt x="118372" y="22168"/>
                    <a:pt x="110478" y="25489"/>
                  </a:cubicBezTo>
                  <a:cubicBezTo>
                    <a:pt x="104010" y="28211"/>
                    <a:pt x="97197" y="29287"/>
                    <a:pt x="90399" y="29287"/>
                  </a:cubicBezTo>
                  <a:cubicBezTo>
                    <a:pt x="89168" y="29287"/>
                    <a:pt x="87937" y="29252"/>
                    <a:pt x="86709" y="29185"/>
                  </a:cubicBezTo>
                  <a:cubicBezTo>
                    <a:pt x="70235" y="28285"/>
                    <a:pt x="53959" y="22404"/>
                    <a:pt x="38422" y="15780"/>
                  </a:cubicBezTo>
                  <a:cubicBezTo>
                    <a:pt x="34245" y="13999"/>
                    <a:pt x="30113" y="12729"/>
                    <a:pt x="25697" y="12479"/>
                  </a:cubicBezTo>
                  <a:cubicBezTo>
                    <a:pt x="24449" y="12409"/>
                    <a:pt x="23202" y="12379"/>
                    <a:pt x="21954" y="12379"/>
                  </a:cubicBezTo>
                  <a:cubicBezTo>
                    <a:pt x="18881" y="12379"/>
                    <a:pt x="15809" y="12558"/>
                    <a:pt x="12741" y="12746"/>
                  </a:cubicBezTo>
                  <a:cubicBezTo>
                    <a:pt x="9315" y="12958"/>
                    <a:pt x="5883" y="13109"/>
                    <a:pt x="2471" y="13588"/>
                  </a:cubicBezTo>
                  <a:cubicBezTo>
                    <a:pt x="1651" y="13702"/>
                    <a:pt x="825" y="13831"/>
                    <a:pt x="0" y="13986"/>
                  </a:cubicBezTo>
                  <a:lnTo>
                    <a:pt x="0" y="21931"/>
                  </a:lnTo>
                  <a:cubicBezTo>
                    <a:pt x="3093" y="20622"/>
                    <a:pt x="6277" y="19799"/>
                    <a:pt x="9551" y="19799"/>
                  </a:cubicBezTo>
                  <a:cubicBezTo>
                    <a:pt x="10632" y="19799"/>
                    <a:pt x="11722" y="19889"/>
                    <a:pt x="12823" y="20080"/>
                  </a:cubicBezTo>
                  <a:cubicBezTo>
                    <a:pt x="20488" y="21419"/>
                    <a:pt x="27144" y="26632"/>
                    <a:pt x="33499" y="31891"/>
                  </a:cubicBezTo>
                  <a:cubicBezTo>
                    <a:pt x="45486" y="41811"/>
                    <a:pt x="59912" y="45476"/>
                    <a:pt x="74081" y="45476"/>
                  </a:cubicBezTo>
                  <a:cubicBezTo>
                    <a:pt x="74665" y="45476"/>
                    <a:pt x="75248" y="45470"/>
                    <a:pt x="75831" y="45458"/>
                  </a:cubicBezTo>
                  <a:cubicBezTo>
                    <a:pt x="90804" y="45142"/>
                    <a:pt x="106177" y="41401"/>
                    <a:pt x="119282" y="31968"/>
                  </a:cubicBezTo>
                  <a:cubicBezTo>
                    <a:pt x="125990" y="27139"/>
                    <a:pt x="132221" y="21338"/>
                    <a:pt x="138817" y="16271"/>
                  </a:cubicBezTo>
                  <a:cubicBezTo>
                    <a:pt x="142143" y="13714"/>
                    <a:pt x="145448" y="11379"/>
                    <a:pt x="149316" y="10440"/>
                  </a:cubicBezTo>
                  <a:cubicBezTo>
                    <a:pt x="150812" y="10078"/>
                    <a:pt x="152323" y="9917"/>
                    <a:pt x="153836" y="9917"/>
                  </a:cubicBezTo>
                  <a:cubicBezTo>
                    <a:pt x="155625" y="9917"/>
                    <a:pt x="157416" y="10142"/>
                    <a:pt x="159185" y="10527"/>
                  </a:cubicBezTo>
                  <a:cubicBezTo>
                    <a:pt x="162983" y="11352"/>
                    <a:pt x="166672" y="12839"/>
                    <a:pt x="170334" y="14321"/>
                  </a:cubicBezTo>
                  <a:cubicBezTo>
                    <a:pt x="174482" y="15997"/>
                    <a:pt x="178713" y="17383"/>
                    <a:pt x="182992" y="18407"/>
                  </a:cubicBezTo>
                  <a:cubicBezTo>
                    <a:pt x="186653" y="19282"/>
                    <a:pt x="190426" y="19787"/>
                    <a:pt x="194193" y="19787"/>
                  </a:cubicBezTo>
                  <a:cubicBezTo>
                    <a:pt x="197694" y="19787"/>
                    <a:pt x="201190" y="19351"/>
                    <a:pt x="204587" y="18369"/>
                  </a:cubicBezTo>
                  <a:cubicBezTo>
                    <a:pt x="206831" y="17721"/>
                    <a:pt x="209570" y="16218"/>
                    <a:pt x="208195" y="12736"/>
                  </a:cubicBezTo>
                  <a:cubicBezTo>
                    <a:pt x="207019" y="9759"/>
                    <a:pt x="203809" y="8201"/>
                    <a:pt x="201535" y="7001"/>
                  </a:cubicBezTo>
                  <a:cubicBezTo>
                    <a:pt x="195238" y="3676"/>
                    <a:pt x="188684" y="1200"/>
                    <a:pt x="181872" y="426"/>
                  </a:cubicBezTo>
                  <a:cubicBezTo>
                    <a:pt x="179055" y="106"/>
                    <a:pt x="176227" y="0"/>
                    <a:pt x="173399"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3"/>
            <p:cNvSpPr/>
            <p:nvPr/>
          </p:nvSpPr>
          <p:spPr>
            <a:xfrm flipH="1" rot="10800000">
              <a:off x="-89101" y="2398138"/>
              <a:ext cx="819678" cy="314658"/>
            </a:xfrm>
            <a:custGeom>
              <a:rect b="b" l="l" r="r" t="t"/>
              <a:pathLst>
                <a:path extrusionOk="0" h="7863" w="20483">
                  <a:moveTo>
                    <a:pt x="10679" y="1"/>
                  </a:moveTo>
                  <a:cubicBezTo>
                    <a:pt x="7200" y="1"/>
                    <a:pt x="3530" y="930"/>
                    <a:pt x="0" y="1036"/>
                  </a:cubicBezTo>
                  <a:lnTo>
                    <a:pt x="0" y="7210"/>
                  </a:lnTo>
                  <a:cubicBezTo>
                    <a:pt x="73" y="7210"/>
                    <a:pt x="146" y="7210"/>
                    <a:pt x="218" y="7210"/>
                  </a:cubicBezTo>
                  <a:cubicBezTo>
                    <a:pt x="2966" y="7210"/>
                    <a:pt x="5723" y="7366"/>
                    <a:pt x="8473" y="7532"/>
                  </a:cubicBezTo>
                  <a:cubicBezTo>
                    <a:pt x="10471" y="7652"/>
                    <a:pt x="12481" y="7858"/>
                    <a:pt x="14482" y="7862"/>
                  </a:cubicBezTo>
                  <a:cubicBezTo>
                    <a:pt x="14579" y="7862"/>
                    <a:pt x="14677" y="7863"/>
                    <a:pt x="14776" y="7863"/>
                  </a:cubicBezTo>
                  <a:cubicBezTo>
                    <a:pt x="16107" y="7863"/>
                    <a:pt x="17589" y="7805"/>
                    <a:pt x="18794" y="7093"/>
                  </a:cubicBezTo>
                  <a:cubicBezTo>
                    <a:pt x="20483" y="6096"/>
                    <a:pt x="19330" y="4228"/>
                    <a:pt x="18366" y="3075"/>
                  </a:cubicBezTo>
                  <a:cubicBezTo>
                    <a:pt x="16959" y="1395"/>
                    <a:pt x="15150" y="529"/>
                    <a:pt x="13253" y="203"/>
                  </a:cubicBezTo>
                  <a:cubicBezTo>
                    <a:pt x="12410" y="59"/>
                    <a:pt x="11551" y="1"/>
                    <a:pt x="10679"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3"/>
            <p:cNvSpPr/>
            <p:nvPr/>
          </p:nvSpPr>
          <p:spPr>
            <a:xfrm flipH="1" rot="10800000">
              <a:off x="-89101" y="1041269"/>
              <a:ext cx="9361694" cy="2012360"/>
            </a:xfrm>
            <a:custGeom>
              <a:rect b="b" l="l" r="r" t="t"/>
              <a:pathLst>
                <a:path extrusionOk="0" h="50287" w="233940">
                  <a:moveTo>
                    <a:pt x="233940" y="0"/>
                  </a:moveTo>
                  <a:cubicBezTo>
                    <a:pt x="230479" y="1532"/>
                    <a:pt x="227264" y="3838"/>
                    <a:pt x="224035" y="6016"/>
                  </a:cubicBezTo>
                  <a:cubicBezTo>
                    <a:pt x="219999" y="8735"/>
                    <a:pt x="215918" y="11195"/>
                    <a:pt x="211510" y="12795"/>
                  </a:cubicBezTo>
                  <a:cubicBezTo>
                    <a:pt x="205977" y="14804"/>
                    <a:pt x="200252" y="15619"/>
                    <a:pt x="194517" y="15619"/>
                  </a:cubicBezTo>
                  <a:cubicBezTo>
                    <a:pt x="191019" y="15619"/>
                    <a:pt x="187518" y="15316"/>
                    <a:pt x="184053" y="14796"/>
                  </a:cubicBezTo>
                  <a:cubicBezTo>
                    <a:pt x="174879" y="13417"/>
                    <a:pt x="165892" y="10575"/>
                    <a:pt x="156983" y="7553"/>
                  </a:cubicBezTo>
                  <a:cubicBezTo>
                    <a:pt x="154186" y="6603"/>
                    <a:pt x="151295" y="5923"/>
                    <a:pt x="148402" y="5923"/>
                  </a:cubicBezTo>
                  <a:cubicBezTo>
                    <a:pt x="147105" y="5923"/>
                    <a:pt x="145807" y="6060"/>
                    <a:pt x="144518" y="6370"/>
                  </a:cubicBezTo>
                  <a:cubicBezTo>
                    <a:pt x="141010" y="7213"/>
                    <a:pt x="137841" y="9316"/>
                    <a:pt x="134862" y="11732"/>
                  </a:cubicBezTo>
                  <a:cubicBezTo>
                    <a:pt x="131415" y="14529"/>
                    <a:pt x="128149" y="17665"/>
                    <a:pt x="124700" y="20457"/>
                  </a:cubicBezTo>
                  <a:cubicBezTo>
                    <a:pt x="120681" y="23709"/>
                    <a:pt x="116461" y="26565"/>
                    <a:pt x="112085" y="28971"/>
                  </a:cubicBezTo>
                  <a:cubicBezTo>
                    <a:pt x="103869" y="33488"/>
                    <a:pt x="95132" y="36387"/>
                    <a:pt x="86236" y="37674"/>
                  </a:cubicBezTo>
                  <a:cubicBezTo>
                    <a:pt x="82434" y="38224"/>
                    <a:pt x="78620" y="38471"/>
                    <a:pt x="74803" y="38471"/>
                  </a:cubicBezTo>
                  <a:cubicBezTo>
                    <a:pt x="58405" y="38471"/>
                    <a:pt x="41951" y="33908"/>
                    <a:pt x="26125" y="29171"/>
                  </a:cubicBezTo>
                  <a:cubicBezTo>
                    <a:pt x="17408" y="26561"/>
                    <a:pt x="8732" y="23693"/>
                    <a:pt x="0" y="21148"/>
                  </a:cubicBezTo>
                  <a:lnTo>
                    <a:pt x="0" y="30371"/>
                  </a:lnTo>
                  <a:cubicBezTo>
                    <a:pt x="3472" y="33108"/>
                    <a:pt x="7489" y="35009"/>
                    <a:pt x="11115" y="36595"/>
                  </a:cubicBezTo>
                  <a:cubicBezTo>
                    <a:pt x="17532" y="39404"/>
                    <a:pt x="24220" y="41608"/>
                    <a:pt x="30929" y="42938"/>
                  </a:cubicBezTo>
                  <a:cubicBezTo>
                    <a:pt x="38228" y="44386"/>
                    <a:pt x="45630" y="44923"/>
                    <a:pt x="53022" y="44923"/>
                  </a:cubicBezTo>
                  <a:cubicBezTo>
                    <a:pt x="55748" y="44923"/>
                    <a:pt x="58473" y="44850"/>
                    <a:pt x="61191" y="44723"/>
                  </a:cubicBezTo>
                  <a:cubicBezTo>
                    <a:pt x="71533" y="44237"/>
                    <a:pt x="81978" y="43258"/>
                    <a:pt x="92233" y="41498"/>
                  </a:cubicBezTo>
                  <a:cubicBezTo>
                    <a:pt x="102742" y="39694"/>
                    <a:pt x="112661" y="35767"/>
                    <a:pt x="122701" y="31597"/>
                  </a:cubicBezTo>
                  <a:cubicBezTo>
                    <a:pt x="132437" y="27557"/>
                    <a:pt x="142206" y="24207"/>
                    <a:pt x="152521" y="24092"/>
                  </a:cubicBezTo>
                  <a:cubicBezTo>
                    <a:pt x="152754" y="24089"/>
                    <a:pt x="152988" y="24088"/>
                    <a:pt x="153222" y="24088"/>
                  </a:cubicBezTo>
                  <a:cubicBezTo>
                    <a:pt x="163194" y="24088"/>
                    <a:pt x="173100" y="26520"/>
                    <a:pt x="182555" y="30450"/>
                  </a:cubicBezTo>
                  <a:cubicBezTo>
                    <a:pt x="187610" y="32550"/>
                    <a:pt x="192565" y="35025"/>
                    <a:pt x="197604" y="37193"/>
                  </a:cubicBezTo>
                  <a:cubicBezTo>
                    <a:pt x="202625" y="39352"/>
                    <a:pt x="207681" y="41382"/>
                    <a:pt x="212770" y="43265"/>
                  </a:cubicBezTo>
                  <a:cubicBezTo>
                    <a:pt x="219747" y="45846"/>
                    <a:pt x="226825" y="48256"/>
                    <a:pt x="233940" y="50286"/>
                  </a:cubicBezTo>
                  <a:lnTo>
                    <a:pt x="233940" y="34729"/>
                  </a:lnTo>
                  <a:cubicBezTo>
                    <a:pt x="233339" y="34539"/>
                    <a:pt x="232731" y="34368"/>
                    <a:pt x="232112" y="34224"/>
                  </a:cubicBezTo>
                  <a:cubicBezTo>
                    <a:pt x="229270" y="33551"/>
                    <a:pt x="226381" y="33250"/>
                    <a:pt x="223499" y="32996"/>
                  </a:cubicBezTo>
                  <a:cubicBezTo>
                    <a:pt x="219753" y="32668"/>
                    <a:pt x="216005" y="32333"/>
                    <a:pt x="212261" y="31960"/>
                  </a:cubicBezTo>
                  <a:cubicBezTo>
                    <a:pt x="208072" y="31543"/>
                    <a:pt x="203886" y="31089"/>
                    <a:pt x="199705" y="30539"/>
                  </a:cubicBezTo>
                  <a:cubicBezTo>
                    <a:pt x="195713" y="30014"/>
                    <a:pt x="191661" y="29550"/>
                    <a:pt x="187710" y="28635"/>
                  </a:cubicBezTo>
                  <a:cubicBezTo>
                    <a:pt x="184185" y="27821"/>
                    <a:pt x="180587" y="27222"/>
                    <a:pt x="177204" y="25665"/>
                  </a:cubicBezTo>
                  <a:cubicBezTo>
                    <a:pt x="175719" y="24980"/>
                    <a:pt x="173996" y="24080"/>
                    <a:pt x="173054" y="22380"/>
                  </a:cubicBezTo>
                  <a:cubicBezTo>
                    <a:pt x="172381" y="21164"/>
                    <a:pt x="172300" y="19467"/>
                    <a:pt x="173266" y="18466"/>
                  </a:cubicBezTo>
                  <a:cubicBezTo>
                    <a:pt x="174400" y="17293"/>
                    <a:pt x="176205" y="17248"/>
                    <a:pt x="177591" y="17230"/>
                  </a:cubicBezTo>
                  <a:cubicBezTo>
                    <a:pt x="177667" y="17230"/>
                    <a:pt x="177743" y="17229"/>
                    <a:pt x="177820" y="17229"/>
                  </a:cubicBezTo>
                  <a:cubicBezTo>
                    <a:pt x="179957" y="17229"/>
                    <a:pt x="182098" y="17572"/>
                    <a:pt x="184206" y="17983"/>
                  </a:cubicBezTo>
                  <a:cubicBezTo>
                    <a:pt x="186167" y="18365"/>
                    <a:pt x="188113" y="18845"/>
                    <a:pt x="190056" y="19342"/>
                  </a:cubicBezTo>
                  <a:cubicBezTo>
                    <a:pt x="192155" y="19880"/>
                    <a:pt x="194290" y="20178"/>
                    <a:pt x="196416" y="20482"/>
                  </a:cubicBezTo>
                  <a:cubicBezTo>
                    <a:pt x="200378" y="21047"/>
                    <a:pt x="204372" y="21430"/>
                    <a:pt x="208364" y="21430"/>
                  </a:cubicBezTo>
                  <a:cubicBezTo>
                    <a:pt x="209889" y="21430"/>
                    <a:pt x="211413" y="21374"/>
                    <a:pt x="212936" y="21251"/>
                  </a:cubicBezTo>
                  <a:cubicBezTo>
                    <a:pt x="218320" y="20818"/>
                    <a:pt x="223791" y="19532"/>
                    <a:pt x="228641" y="16425"/>
                  </a:cubicBezTo>
                  <a:cubicBezTo>
                    <a:pt x="230586" y="15179"/>
                    <a:pt x="232358" y="13636"/>
                    <a:pt x="233940" y="11842"/>
                  </a:cubicBezTo>
                  <a:lnTo>
                    <a:pt x="233940" y="0"/>
                  </a:ln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3"/>
            <p:cNvSpPr/>
            <p:nvPr/>
          </p:nvSpPr>
          <p:spPr>
            <a:xfrm flipH="1" rot="10800000">
              <a:off x="-88861" y="622227"/>
              <a:ext cx="5153814" cy="1015564"/>
            </a:xfrm>
            <a:custGeom>
              <a:rect b="b" l="l" r="r" t="t"/>
              <a:pathLst>
                <a:path extrusionOk="0" h="25378" w="128789">
                  <a:moveTo>
                    <a:pt x="125460" y="1"/>
                  </a:moveTo>
                  <a:cubicBezTo>
                    <a:pt x="124112" y="1"/>
                    <a:pt x="122755" y="233"/>
                    <a:pt x="121432" y="495"/>
                  </a:cubicBezTo>
                  <a:cubicBezTo>
                    <a:pt x="117708" y="1235"/>
                    <a:pt x="114038" y="2428"/>
                    <a:pt x="110408" y="3702"/>
                  </a:cubicBezTo>
                  <a:cubicBezTo>
                    <a:pt x="101528" y="6816"/>
                    <a:pt x="92732" y="10293"/>
                    <a:pt x="83787" y="13112"/>
                  </a:cubicBezTo>
                  <a:cubicBezTo>
                    <a:pt x="72182" y="16772"/>
                    <a:pt x="60329" y="19483"/>
                    <a:pt x="48340" y="19746"/>
                  </a:cubicBezTo>
                  <a:cubicBezTo>
                    <a:pt x="47589" y="19762"/>
                    <a:pt x="46838" y="19771"/>
                    <a:pt x="46087" y="19771"/>
                  </a:cubicBezTo>
                  <a:cubicBezTo>
                    <a:pt x="36277" y="19771"/>
                    <a:pt x="26528" y="18319"/>
                    <a:pt x="17277" y="13958"/>
                  </a:cubicBezTo>
                  <a:cubicBezTo>
                    <a:pt x="14817" y="12796"/>
                    <a:pt x="12434" y="11433"/>
                    <a:pt x="10052" y="10038"/>
                  </a:cubicBezTo>
                  <a:cubicBezTo>
                    <a:pt x="7467" y="8528"/>
                    <a:pt x="4765" y="7378"/>
                    <a:pt x="2106" y="6103"/>
                  </a:cubicBezTo>
                  <a:cubicBezTo>
                    <a:pt x="1402" y="5766"/>
                    <a:pt x="699" y="5418"/>
                    <a:pt x="0" y="5056"/>
                  </a:cubicBezTo>
                  <a:lnTo>
                    <a:pt x="0" y="11211"/>
                  </a:lnTo>
                  <a:cubicBezTo>
                    <a:pt x="4701" y="13100"/>
                    <a:pt x="9362" y="15161"/>
                    <a:pt x="14041" y="17090"/>
                  </a:cubicBezTo>
                  <a:cubicBezTo>
                    <a:pt x="16400" y="18063"/>
                    <a:pt x="18775" y="19117"/>
                    <a:pt x="21195" y="19846"/>
                  </a:cubicBezTo>
                  <a:cubicBezTo>
                    <a:pt x="23656" y="20587"/>
                    <a:pt x="26170" y="20896"/>
                    <a:pt x="28695" y="21030"/>
                  </a:cubicBezTo>
                  <a:cubicBezTo>
                    <a:pt x="33506" y="21285"/>
                    <a:pt x="38258" y="21488"/>
                    <a:pt x="43036" y="22348"/>
                  </a:cubicBezTo>
                  <a:cubicBezTo>
                    <a:pt x="47992" y="23241"/>
                    <a:pt x="52914" y="24461"/>
                    <a:pt x="57900" y="25055"/>
                  </a:cubicBezTo>
                  <a:cubicBezTo>
                    <a:pt x="59669" y="25266"/>
                    <a:pt x="61430" y="25377"/>
                    <a:pt x="63185" y="25377"/>
                  </a:cubicBezTo>
                  <a:cubicBezTo>
                    <a:pt x="66528" y="25377"/>
                    <a:pt x="69851" y="24974"/>
                    <a:pt x="73168" y="24091"/>
                  </a:cubicBezTo>
                  <a:cubicBezTo>
                    <a:pt x="82572" y="21585"/>
                    <a:pt x="91311" y="16379"/>
                    <a:pt x="100290" y="12209"/>
                  </a:cubicBezTo>
                  <a:cubicBezTo>
                    <a:pt x="102551" y="11159"/>
                    <a:pt x="104832" y="10174"/>
                    <a:pt x="107142" y="9317"/>
                  </a:cubicBezTo>
                  <a:cubicBezTo>
                    <a:pt x="109515" y="8437"/>
                    <a:pt x="111919" y="7831"/>
                    <a:pt x="114326" y="7132"/>
                  </a:cubicBezTo>
                  <a:cubicBezTo>
                    <a:pt x="119263" y="5699"/>
                    <a:pt x="123997" y="3389"/>
                    <a:pt x="128789" y="1350"/>
                  </a:cubicBezTo>
                  <a:cubicBezTo>
                    <a:pt x="128436" y="255"/>
                    <a:pt x="127130" y="101"/>
                    <a:pt x="126329" y="35"/>
                  </a:cubicBezTo>
                  <a:cubicBezTo>
                    <a:pt x="126040" y="12"/>
                    <a:pt x="125750" y="1"/>
                    <a:pt x="125460"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3"/>
            <p:cNvSpPr/>
            <p:nvPr/>
          </p:nvSpPr>
          <p:spPr>
            <a:xfrm flipH="1" rot="10800000">
              <a:off x="-89101" y="-787656"/>
              <a:ext cx="949935" cy="459281"/>
            </a:xfrm>
            <a:custGeom>
              <a:rect b="b" l="l" r="r" t="t"/>
              <a:pathLst>
                <a:path extrusionOk="0" h="11477" w="23738">
                  <a:moveTo>
                    <a:pt x="0" y="0"/>
                  </a:moveTo>
                  <a:lnTo>
                    <a:pt x="0" y="7277"/>
                  </a:lnTo>
                  <a:cubicBezTo>
                    <a:pt x="3475" y="8436"/>
                    <a:pt x="6937" y="9675"/>
                    <a:pt x="10474" y="10467"/>
                  </a:cubicBezTo>
                  <a:cubicBezTo>
                    <a:pt x="12599" y="10942"/>
                    <a:pt x="14945" y="11477"/>
                    <a:pt x="17230" y="11477"/>
                  </a:cubicBezTo>
                  <a:cubicBezTo>
                    <a:pt x="18607" y="11477"/>
                    <a:pt x="19963" y="11282"/>
                    <a:pt x="21233" y="10762"/>
                  </a:cubicBezTo>
                  <a:cubicBezTo>
                    <a:pt x="22964" y="10052"/>
                    <a:pt x="23737" y="8373"/>
                    <a:pt x="22783" y="6233"/>
                  </a:cubicBezTo>
                  <a:cubicBezTo>
                    <a:pt x="21854" y="4148"/>
                    <a:pt x="19780" y="3350"/>
                    <a:pt x="18049" y="2892"/>
                  </a:cubicBezTo>
                  <a:cubicBezTo>
                    <a:pt x="14044" y="1834"/>
                    <a:pt x="9964" y="2398"/>
                    <a:pt x="5923" y="1958"/>
                  </a:cubicBezTo>
                  <a:cubicBezTo>
                    <a:pt x="3848" y="1734"/>
                    <a:pt x="1868" y="1036"/>
                    <a:pt x="0"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3"/>
            <p:cNvSpPr/>
            <p:nvPr/>
          </p:nvSpPr>
          <p:spPr>
            <a:xfrm flipH="1" rot="10800000">
              <a:off x="-89101" y="-905085"/>
              <a:ext cx="9361814" cy="2217890"/>
            </a:xfrm>
            <a:custGeom>
              <a:rect b="b" l="l" r="r" t="t"/>
              <a:pathLst>
                <a:path extrusionOk="0" h="55423" w="233943">
                  <a:moveTo>
                    <a:pt x="144772" y="1"/>
                  </a:moveTo>
                  <a:cubicBezTo>
                    <a:pt x="142102" y="1"/>
                    <a:pt x="139431" y="96"/>
                    <a:pt x="136766" y="286"/>
                  </a:cubicBezTo>
                  <a:cubicBezTo>
                    <a:pt x="128012" y="909"/>
                    <a:pt x="119276" y="2552"/>
                    <a:pt x="110812" y="5489"/>
                  </a:cubicBezTo>
                  <a:cubicBezTo>
                    <a:pt x="106624" y="6944"/>
                    <a:pt x="102575" y="8874"/>
                    <a:pt x="98468" y="10653"/>
                  </a:cubicBezTo>
                  <a:cubicBezTo>
                    <a:pt x="93953" y="12609"/>
                    <a:pt x="89399" y="14424"/>
                    <a:pt x="84794" y="16010"/>
                  </a:cubicBezTo>
                  <a:cubicBezTo>
                    <a:pt x="74251" y="19642"/>
                    <a:pt x="63428" y="21981"/>
                    <a:pt x="52620" y="21981"/>
                  </a:cubicBezTo>
                  <a:cubicBezTo>
                    <a:pt x="45059" y="21981"/>
                    <a:pt x="37505" y="20836"/>
                    <a:pt x="30059" y="18189"/>
                  </a:cubicBezTo>
                  <a:cubicBezTo>
                    <a:pt x="25579" y="16596"/>
                    <a:pt x="21178" y="14667"/>
                    <a:pt x="16828" y="12578"/>
                  </a:cubicBezTo>
                  <a:cubicBezTo>
                    <a:pt x="12514" y="10509"/>
                    <a:pt x="8272" y="8266"/>
                    <a:pt x="3815" y="6712"/>
                  </a:cubicBezTo>
                  <a:cubicBezTo>
                    <a:pt x="2549" y="6272"/>
                    <a:pt x="1276" y="5888"/>
                    <a:pt x="0" y="5548"/>
                  </a:cubicBezTo>
                  <a:lnTo>
                    <a:pt x="0" y="23614"/>
                  </a:lnTo>
                  <a:cubicBezTo>
                    <a:pt x="12657" y="29572"/>
                    <a:pt x="26166" y="33013"/>
                    <a:pt x="39600" y="33024"/>
                  </a:cubicBezTo>
                  <a:cubicBezTo>
                    <a:pt x="39625" y="33024"/>
                    <a:pt x="39649" y="33024"/>
                    <a:pt x="39674" y="33024"/>
                  </a:cubicBezTo>
                  <a:cubicBezTo>
                    <a:pt x="43920" y="33024"/>
                    <a:pt x="48167" y="32654"/>
                    <a:pt x="52367" y="31843"/>
                  </a:cubicBezTo>
                  <a:cubicBezTo>
                    <a:pt x="54553" y="31420"/>
                    <a:pt x="56709" y="30737"/>
                    <a:pt x="58881" y="30217"/>
                  </a:cubicBezTo>
                  <a:cubicBezTo>
                    <a:pt x="61539" y="29579"/>
                    <a:pt x="64252" y="29008"/>
                    <a:pt x="66965" y="29005"/>
                  </a:cubicBezTo>
                  <a:cubicBezTo>
                    <a:pt x="66982" y="29005"/>
                    <a:pt x="66999" y="29005"/>
                    <a:pt x="67017" y="29005"/>
                  </a:cubicBezTo>
                  <a:cubicBezTo>
                    <a:pt x="68762" y="29005"/>
                    <a:pt x="71102" y="29156"/>
                    <a:pt x="72309" y="31005"/>
                  </a:cubicBezTo>
                  <a:cubicBezTo>
                    <a:pt x="73261" y="32464"/>
                    <a:pt x="73035" y="34779"/>
                    <a:pt x="72433" y="36381"/>
                  </a:cubicBezTo>
                  <a:cubicBezTo>
                    <a:pt x="71760" y="38175"/>
                    <a:pt x="70452" y="39418"/>
                    <a:pt x="69067" y="40261"/>
                  </a:cubicBezTo>
                  <a:cubicBezTo>
                    <a:pt x="65139" y="42655"/>
                    <a:pt x="60371" y="42850"/>
                    <a:pt x="56096" y="42852"/>
                  </a:cubicBezTo>
                  <a:cubicBezTo>
                    <a:pt x="56089" y="42852"/>
                    <a:pt x="56082" y="42852"/>
                    <a:pt x="56075" y="42852"/>
                  </a:cubicBezTo>
                  <a:cubicBezTo>
                    <a:pt x="46902" y="42852"/>
                    <a:pt x="37792" y="41022"/>
                    <a:pt x="28834" y="38660"/>
                  </a:cubicBezTo>
                  <a:cubicBezTo>
                    <a:pt x="19225" y="36125"/>
                    <a:pt x="9684" y="33151"/>
                    <a:pt x="0" y="31087"/>
                  </a:cubicBezTo>
                  <a:lnTo>
                    <a:pt x="0" y="40459"/>
                  </a:lnTo>
                  <a:cubicBezTo>
                    <a:pt x="415" y="40687"/>
                    <a:pt x="838" y="40900"/>
                    <a:pt x="1269" y="41094"/>
                  </a:cubicBezTo>
                  <a:cubicBezTo>
                    <a:pt x="3834" y="42246"/>
                    <a:pt x="6360" y="42550"/>
                    <a:pt x="9049" y="42595"/>
                  </a:cubicBezTo>
                  <a:cubicBezTo>
                    <a:pt x="11321" y="42632"/>
                    <a:pt x="13601" y="42650"/>
                    <a:pt x="15862" y="42966"/>
                  </a:cubicBezTo>
                  <a:cubicBezTo>
                    <a:pt x="17766" y="43232"/>
                    <a:pt x="19811" y="43645"/>
                    <a:pt x="21476" y="44925"/>
                  </a:cubicBezTo>
                  <a:cubicBezTo>
                    <a:pt x="22689" y="45858"/>
                    <a:pt x="23822" y="47631"/>
                    <a:pt x="23620" y="49546"/>
                  </a:cubicBezTo>
                  <a:cubicBezTo>
                    <a:pt x="23450" y="51198"/>
                    <a:pt x="22153" y="51995"/>
                    <a:pt x="21013" y="52388"/>
                  </a:cubicBezTo>
                  <a:cubicBezTo>
                    <a:pt x="19769" y="52816"/>
                    <a:pt x="18468" y="52983"/>
                    <a:pt x="17149" y="52983"/>
                  </a:cubicBezTo>
                  <a:cubicBezTo>
                    <a:pt x="14678" y="52983"/>
                    <a:pt x="12147" y="52396"/>
                    <a:pt x="9822" y="51845"/>
                  </a:cubicBezTo>
                  <a:cubicBezTo>
                    <a:pt x="6510" y="51059"/>
                    <a:pt x="3259" y="49899"/>
                    <a:pt x="0" y="48810"/>
                  </a:cubicBezTo>
                  <a:lnTo>
                    <a:pt x="0" y="54602"/>
                  </a:lnTo>
                  <a:cubicBezTo>
                    <a:pt x="5036" y="55007"/>
                    <a:pt x="10079" y="55225"/>
                    <a:pt x="15119" y="55348"/>
                  </a:cubicBezTo>
                  <a:cubicBezTo>
                    <a:pt x="17082" y="55396"/>
                    <a:pt x="19048" y="55423"/>
                    <a:pt x="21015" y="55423"/>
                  </a:cubicBezTo>
                  <a:cubicBezTo>
                    <a:pt x="29997" y="55423"/>
                    <a:pt x="38994" y="54866"/>
                    <a:pt x="47880" y="53219"/>
                  </a:cubicBezTo>
                  <a:cubicBezTo>
                    <a:pt x="52943" y="52282"/>
                    <a:pt x="58028" y="51048"/>
                    <a:pt x="62912" y="49101"/>
                  </a:cubicBezTo>
                  <a:cubicBezTo>
                    <a:pt x="67581" y="47240"/>
                    <a:pt x="72025" y="44594"/>
                    <a:pt x="76326" y="41657"/>
                  </a:cubicBezTo>
                  <a:cubicBezTo>
                    <a:pt x="84683" y="35949"/>
                    <a:pt x="92557" y="29085"/>
                    <a:pt x="101261" y="24207"/>
                  </a:cubicBezTo>
                  <a:cubicBezTo>
                    <a:pt x="110109" y="19249"/>
                    <a:pt x="119692" y="17446"/>
                    <a:pt x="129288" y="16670"/>
                  </a:cubicBezTo>
                  <a:cubicBezTo>
                    <a:pt x="132649" y="16399"/>
                    <a:pt x="136013" y="16271"/>
                    <a:pt x="139377" y="16271"/>
                  </a:cubicBezTo>
                  <a:cubicBezTo>
                    <a:pt x="157478" y="16271"/>
                    <a:pt x="175585" y="19963"/>
                    <a:pt x="193212" y="24804"/>
                  </a:cubicBezTo>
                  <a:cubicBezTo>
                    <a:pt x="203630" y="27665"/>
                    <a:pt x="214279" y="30372"/>
                    <a:pt x="224304" y="35040"/>
                  </a:cubicBezTo>
                  <a:cubicBezTo>
                    <a:pt x="227597" y="36575"/>
                    <a:pt x="230795" y="38437"/>
                    <a:pt x="233942" y="40411"/>
                  </a:cubicBezTo>
                  <a:lnTo>
                    <a:pt x="233942" y="31703"/>
                  </a:lnTo>
                  <a:cubicBezTo>
                    <a:pt x="228231" y="27859"/>
                    <a:pt x="222155" y="24807"/>
                    <a:pt x="216214" y="21705"/>
                  </a:cubicBezTo>
                  <a:cubicBezTo>
                    <a:pt x="207456" y="17134"/>
                    <a:pt x="198525" y="13002"/>
                    <a:pt x="189487" y="9410"/>
                  </a:cubicBezTo>
                  <a:cubicBezTo>
                    <a:pt x="180687" y="5912"/>
                    <a:pt x="171778" y="2926"/>
                    <a:pt x="162615" y="1437"/>
                  </a:cubicBezTo>
                  <a:cubicBezTo>
                    <a:pt x="156702" y="476"/>
                    <a:pt x="150736" y="1"/>
                    <a:pt x="144772"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3"/>
            <p:cNvSpPr/>
            <p:nvPr/>
          </p:nvSpPr>
          <p:spPr>
            <a:xfrm flipH="1" rot="10800000">
              <a:off x="4312517" y="-1778160"/>
              <a:ext cx="4960169" cy="2176352"/>
            </a:xfrm>
            <a:custGeom>
              <a:rect b="b" l="l" r="r" t="t"/>
              <a:pathLst>
                <a:path extrusionOk="0" h="54385" w="123950">
                  <a:moveTo>
                    <a:pt x="25687" y="0"/>
                  </a:moveTo>
                  <a:cubicBezTo>
                    <a:pt x="25613" y="0"/>
                    <a:pt x="25540" y="0"/>
                    <a:pt x="25467" y="0"/>
                  </a:cubicBezTo>
                  <a:cubicBezTo>
                    <a:pt x="22189" y="8"/>
                    <a:pt x="18895" y="286"/>
                    <a:pt x="15653" y="893"/>
                  </a:cubicBezTo>
                  <a:cubicBezTo>
                    <a:pt x="12106" y="1558"/>
                    <a:pt x="8455" y="2579"/>
                    <a:pt x="5276" y="4757"/>
                  </a:cubicBezTo>
                  <a:cubicBezTo>
                    <a:pt x="2358" y="6754"/>
                    <a:pt x="1" y="10011"/>
                    <a:pt x="133" y="14446"/>
                  </a:cubicBezTo>
                  <a:cubicBezTo>
                    <a:pt x="289" y="19675"/>
                    <a:pt x="3866" y="23250"/>
                    <a:pt x="7286" y="25363"/>
                  </a:cubicBezTo>
                  <a:cubicBezTo>
                    <a:pt x="11223" y="27796"/>
                    <a:pt x="15408" y="28684"/>
                    <a:pt x="19651" y="28684"/>
                  </a:cubicBezTo>
                  <a:cubicBezTo>
                    <a:pt x="25154" y="28684"/>
                    <a:pt x="30756" y="27191"/>
                    <a:pt x="36046" y="25632"/>
                  </a:cubicBezTo>
                  <a:cubicBezTo>
                    <a:pt x="41465" y="24035"/>
                    <a:pt x="46862" y="22167"/>
                    <a:pt x="52380" y="21177"/>
                  </a:cubicBezTo>
                  <a:cubicBezTo>
                    <a:pt x="56587" y="20424"/>
                    <a:pt x="60828" y="20023"/>
                    <a:pt x="65073" y="20023"/>
                  </a:cubicBezTo>
                  <a:cubicBezTo>
                    <a:pt x="66363" y="20023"/>
                    <a:pt x="67654" y="20060"/>
                    <a:pt x="68944" y="20135"/>
                  </a:cubicBezTo>
                  <a:cubicBezTo>
                    <a:pt x="79965" y="20783"/>
                    <a:pt x="90870" y="24103"/>
                    <a:pt x="100937" y="29809"/>
                  </a:cubicBezTo>
                  <a:cubicBezTo>
                    <a:pt x="105755" y="32540"/>
                    <a:pt x="110519" y="35684"/>
                    <a:pt x="114557" y="40038"/>
                  </a:cubicBezTo>
                  <a:cubicBezTo>
                    <a:pt x="118056" y="43811"/>
                    <a:pt x="120978" y="48359"/>
                    <a:pt x="123419" y="53277"/>
                  </a:cubicBezTo>
                  <a:cubicBezTo>
                    <a:pt x="123600" y="53644"/>
                    <a:pt x="123773" y="54016"/>
                    <a:pt x="123950" y="54384"/>
                  </a:cubicBezTo>
                  <a:lnTo>
                    <a:pt x="123950" y="30590"/>
                  </a:lnTo>
                  <a:cubicBezTo>
                    <a:pt x="115011" y="23740"/>
                    <a:pt x="104675" y="20070"/>
                    <a:pt x="94699" y="16430"/>
                  </a:cubicBezTo>
                  <a:cubicBezTo>
                    <a:pt x="83278" y="12265"/>
                    <a:pt x="71945" y="7950"/>
                    <a:pt x="60279" y="4996"/>
                  </a:cubicBezTo>
                  <a:cubicBezTo>
                    <a:pt x="48938" y="2125"/>
                    <a:pt x="37275" y="0"/>
                    <a:pt x="25687"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3"/>
            <p:cNvSpPr/>
            <p:nvPr/>
          </p:nvSpPr>
          <p:spPr>
            <a:xfrm flipH="1" rot="10800000">
              <a:off x="-89101" y="-2355943"/>
              <a:ext cx="4579363" cy="1972262"/>
            </a:xfrm>
            <a:custGeom>
              <a:rect b="b" l="l" r="r" t="t"/>
              <a:pathLst>
                <a:path extrusionOk="0" h="49285" w="114434">
                  <a:moveTo>
                    <a:pt x="97111" y="0"/>
                  </a:moveTo>
                  <a:cubicBezTo>
                    <a:pt x="92375" y="0"/>
                    <a:pt x="88229" y="4066"/>
                    <a:pt x="85079" y="8725"/>
                  </a:cubicBezTo>
                  <a:cubicBezTo>
                    <a:pt x="81036" y="14698"/>
                    <a:pt x="78056" y="22263"/>
                    <a:pt x="72346" y="26006"/>
                  </a:cubicBezTo>
                  <a:cubicBezTo>
                    <a:pt x="69011" y="28192"/>
                    <a:pt x="65286" y="29191"/>
                    <a:pt x="61597" y="29874"/>
                  </a:cubicBezTo>
                  <a:cubicBezTo>
                    <a:pt x="57172" y="30696"/>
                    <a:pt x="52733" y="31343"/>
                    <a:pt x="48270" y="31736"/>
                  </a:cubicBezTo>
                  <a:cubicBezTo>
                    <a:pt x="43819" y="32127"/>
                    <a:pt x="39334" y="32342"/>
                    <a:pt x="34849" y="32342"/>
                  </a:cubicBezTo>
                  <a:cubicBezTo>
                    <a:pt x="29827" y="32342"/>
                    <a:pt x="24804" y="32073"/>
                    <a:pt x="19828" y="31484"/>
                  </a:cubicBezTo>
                  <a:cubicBezTo>
                    <a:pt x="13156" y="30694"/>
                    <a:pt x="6527" y="29288"/>
                    <a:pt x="0" y="27342"/>
                  </a:cubicBezTo>
                  <a:lnTo>
                    <a:pt x="0" y="45284"/>
                  </a:lnTo>
                  <a:cubicBezTo>
                    <a:pt x="0" y="47494"/>
                    <a:pt x="1415" y="49285"/>
                    <a:pt x="3161" y="49285"/>
                  </a:cubicBezTo>
                  <a:lnTo>
                    <a:pt x="54554" y="49285"/>
                  </a:lnTo>
                  <a:cubicBezTo>
                    <a:pt x="57524" y="43691"/>
                    <a:pt x="61460" y="38933"/>
                    <a:pt x="66165" y="35699"/>
                  </a:cubicBezTo>
                  <a:cubicBezTo>
                    <a:pt x="74007" y="30307"/>
                    <a:pt x="82814" y="29860"/>
                    <a:pt x="91444" y="28199"/>
                  </a:cubicBezTo>
                  <a:cubicBezTo>
                    <a:pt x="94850" y="27544"/>
                    <a:pt x="98284" y="26656"/>
                    <a:pt x="101576" y="25345"/>
                  </a:cubicBezTo>
                  <a:cubicBezTo>
                    <a:pt x="104402" y="24220"/>
                    <a:pt x="107468" y="22637"/>
                    <a:pt x="109397" y="19658"/>
                  </a:cubicBezTo>
                  <a:cubicBezTo>
                    <a:pt x="114434" y="11884"/>
                    <a:pt x="106261" y="3395"/>
                    <a:pt x="100927" y="890"/>
                  </a:cubicBezTo>
                  <a:cubicBezTo>
                    <a:pt x="99620" y="276"/>
                    <a:pt x="98345" y="0"/>
                    <a:pt x="97111"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3"/>
            <p:cNvSpPr/>
            <p:nvPr/>
          </p:nvSpPr>
          <p:spPr>
            <a:xfrm flipH="1" rot="10800000">
              <a:off x="2774626" y="-2355960"/>
              <a:ext cx="4319449" cy="712432"/>
            </a:xfrm>
            <a:custGeom>
              <a:rect b="b" l="l" r="r" t="t"/>
              <a:pathLst>
                <a:path extrusionOk="0" h="17803" w="107939">
                  <a:moveTo>
                    <a:pt x="27543" y="0"/>
                  </a:moveTo>
                  <a:cubicBezTo>
                    <a:pt x="27240" y="0"/>
                    <a:pt x="26937" y="6"/>
                    <a:pt x="26634" y="18"/>
                  </a:cubicBezTo>
                  <a:cubicBezTo>
                    <a:pt x="24027" y="121"/>
                    <a:pt x="21392" y="745"/>
                    <a:pt x="19094" y="2364"/>
                  </a:cubicBezTo>
                  <a:cubicBezTo>
                    <a:pt x="18481" y="2797"/>
                    <a:pt x="16577" y="4050"/>
                    <a:pt x="17537" y="5118"/>
                  </a:cubicBezTo>
                  <a:cubicBezTo>
                    <a:pt x="18117" y="5762"/>
                    <a:pt x="19161" y="5928"/>
                    <a:pt x="19890" y="6091"/>
                  </a:cubicBezTo>
                  <a:cubicBezTo>
                    <a:pt x="23855" y="6979"/>
                    <a:pt x="27949" y="6569"/>
                    <a:pt x="31949" y="6998"/>
                  </a:cubicBezTo>
                  <a:cubicBezTo>
                    <a:pt x="35180" y="7344"/>
                    <a:pt x="39652" y="7834"/>
                    <a:pt x="41798" y="11379"/>
                  </a:cubicBezTo>
                  <a:cubicBezTo>
                    <a:pt x="41873" y="11504"/>
                    <a:pt x="41874" y="11697"/>
                    <a:pt x="41748" y="11777"/>
                  </a:cubicBezTo>
                  <a:cubicBezTo>
                    <a:pt x="40684" y="12461"/>
                    <a:pt x="39488" y="12703"/>
                    <a:pt x="38262" y="12703"/>
                  </a:cubicBezTo>
                  <a:cubicBezTo>
                    <a:pt x="36542" y="12703"/>
                    <a:pt x="34763" y="12227"/>
                    <a:pt x="33207" y="11823"/>
                  </a:cubicBezTo>
                  <a:cubicBezTo>
                    <a:pt x="31601" y="11407"/>
                    <a:pt x="30013" y="10894"/>
                    <a:pt x="28412" y="10466"/>
                  </a:cubicBezTo>
                  <a:cubicBezTo>
                    <a:pt x="26593" y="9980"/>
                    <a:pt x="24742" y="9711"/>
                    <a:pt x="22919" y="9248"/>
                  </a:cubicBezTo>
                  <a:cubicBezTo>
                    <a:pt x="18811" y="8207"/>
                    <a:pt x="14751" y="6811"/>
                    <a:pt x="10581" y="6185"/>
                  </a:cubicBezTo>
                  <a:cubicBezTo>
                    <a:pt x="9499" y="6023"/>
                    <a:pt x="8286" y="5852"/>
                    <a:pt x="7075" y="5852"/>
                  </a:cubicBezTo>
                  <a:cubicBezTo>
                    <a:pt x="5505" y="5852"/>
                    <a:pt x="3938" y="6139"/>
                    <a:pt x="2667" y="7101"/>
                  </a:cubicBezTo>
                  <a:cubicBezTo>
                    <a:pt x="702" y="8588"/>
                    <a:pt x="1" y="12230"/>
                    <a:pt x="827" y="14868"/>
                  </a:cubicBezTo>
                  <a:cubicBezTo>
                    <a:pt x="1191" y="16035"/>
                    <a:pt x="1835" y="16995"/>
                    <a:pt x="2588" y="17803"/>
                  </a:cubicBezTo>
                  <a:lnTo>
                    <a:pt x="107349" y="17803"/>
                  </a:lnTo>
                  <a:cubicBezTo>
                    <a:pt x="107939" y="14229"/>
                    <a:pt x="104542" y="9947"/>
                    <a:pt x="102361" y="8404"/>
                  </a:cubicBezTo>
                  <a:cubicBezTo>
                    <a:pt x="99751" y="6560"/>
                    <a:pt x="96718" y="5974"/>
                    <a:pt x="93716" y="5974"/>
                  </a:cubicBezTo>
                  <a:cubicBezTo>
                    <a:pt x="92496" y="5974"/>
                    <a:pt x="91282" y="6070"/>
                    <a:pt x="90103" y="6219"/>
                  </a:cubicBezTo>
                  <a:cubicBezTo>
                    <a:pt x="87978" y="6486"/>
                    <a:pt x="85895" y="7048"/>
                    <a:pt x="83786" y="7444"/>
                  </a:cubicBezTo>
                  <a:cubicBezTo>
                    <a:pt x="81051" y="7961"/>
                    <a:pt x="78295" y="8278"/>
                    <a:pt x="75534" y="8442"/>
                  </a:cubicBezTo>
                  <a:cubicBezTo>
                    <a:pt x="74026" y="8532"/>
                    <a:pt x="72516" y="8576"/>
                    <a:pt x="71005" y="8576"/>
                  </a:cubicBezTo>
                  <a:cubicBezTo>
                    <a:pt x="66567" y="8576"/>
                    <a:pt x="62125" y="8194"/>
                    <a:pt x="57730" y="7447"/>
                  </a:cubicBezTo>
                  <a:cubicBezTo>
                    <a:pt x="52546" y="6565"/>
                    <a:pt x="47524" y="4962"/>
                    <a:pt x="42478" y="3264"/>
                  </a:cubicBezTo>
                  <a:cubicBezTo>
                    <a:pt x="37619" y="1632"/>
                    <a:pt x="32605" y="0"/>
                    <a:pt x="27543"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3"/>
            <p:cNvSpPr/>
            <p:nvPr/>
          </p:nvSpPr>
          <p:spPr>
            <a:xfrm flipH="1" rot="10800000">
              <a:off x="8048796" y="-2356200"/>
              <a:ext cx="658408" cy="716833"/>
            </a:xfrm>
            <a:custGeom>
              <a:rect b="b" l="l" r="r" t="t"/>
              <a:pathLst>
                <a:path extrusionOk="0" h="17913" w="16453">
                  <a:moveTo>
                    <a:pt x="3031" y="0"/>
                  </a:moveTo>
                  <a:cubicBezTo>
                    <a:pt x="3004" y="0"/>
                    <a:pt x="2977" y="1"/>
                    <a:pt x="2950" y="2"/>
                  </a:cubicBezTo>
                  <a:cubicBezTo>
                    <a:pt x="1" y="132"/>
                    <a:pt x="2474" y="3624"/>
                    <a:pt x="3374" y="4819"/>
                  </a:cubicBezTo>
                  <a:cubicBezTo>
                    <a:pt x="5353" y="7446"/>
                    <a:pt x="8065" y="13097"/>
                    <a:pt x="8485" y="17912"/>
                  </a:cubicBezTo>
                  <a:lnTo>
                    <a:pt x="16452" y="17912"/>
                  </a:lnTo>
                  <a:cubicBezTo>
                    <a:pt x="15488" y="16742"/>
                    <a:pt x="14559" y="15523"/>
                    <a:pt x="13682" y="14232"/>
                  </a:cubicBezTo>
                  <a:cubicBezTo>
                    <a:pt x="11356" y="10805"/>
                    <a:pt x="9597" y="6836"/>
                    <a:pt x="7171" y="3507"/>
                  </a:cubicBezTo>
                  <a:cubicBezTo>
                    <a:pt x="6176" y="2144"/>
                    <a:pt x="4651" y="0"/>
                    <a:pt x="3031"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3"/>
            <p:cNvSpPr/>
            <p:nvPr/>
          </p:nvSpPr>
          <p:spPr>
            <a:xfrm flipH="1" rot="10800000">
              <a:off x="4946282" y="-2356029"/>
              <a:ext cx="4326332" cy="1547277"/>
            </a:xfrm>
            <a:custGeom>
              <a:rect b="b" l="l" r="r" t="t"/>
              <a:pathLst>
                <a:path extrusionOk="0" h="38665" w="108111">
                  <a:moveTo>
                    <a:pt x="45814" y="1"/>
                  </a:moveTo>
                  <a:cubicBezTo>
                    <a:pt x="35137" y="1"/>
                    <a:pt x="24388" y="2076"/>
                    <a:pt x="14090" y="5571"/>
                  </a:cubicBezTo>
                  <a:cubicBezTo>
                    <a:pt x="10624" y="6748"/>
                    <a:pt x="7061" y="8059"/>
                    <a:pt x="3946" y="10366"/>
                  </a:cubicBezTo>
                  <a:cubicBezTo>
                    <a:pt x="2615" y="11352"/>
                    <a:pt x="1078" y="12695"/>
                    <a:pt x="565" y="14641"/>
                  </a:cubicBezTo>
                  <a:cubicBezTo>
                    <a:pt x="1" y="16782"/>
                    <a:pt x="1151" y="18845"/>
                    <a:pt x="2414" y="20142"/>
                  </a:cubicBezTo>
                  <a:cubicBezTo>
                    <a:pt x="4524" y="22313"/>
                    <a:pt x="7328" y="22930"/>
                    <a:pt x="10110" y="22930"/>
                  </a:cubicBezTo>
                  <a:cubicBezTo>
                    <a:pt x="11691" y="22930"/>
                    <a:pt x="13266" y="22730"/>
                    <a:pt x="14702" y="22504"/>
                  </a:cubicBezTo>
                  <a:cubicBezTo>
                    <a:pt x="19304" y="21780"/>
                    <a:pt x="23791" y="20252"/>
                    <a:pt x="28307" y="18979"/>
                  </a:cubicBezTo>
                  <a:cubicBezTo>
                    <a:pt x="31469" y="18088"/>
                    <a:pt x="34583" y="17727"/>
                    <a:pt x="37812" y="17553"/>
                  </a:cubicBezTo>
                  <a:cubicBezTo>
                    <a:pt x="39567" y="17460"/>
                    <a:pt x="41324" y="17409"/>
                    <a:pt x="43081" y="17409"/>
                  </a:cubicBezTo>
                  <a:cubicBezTo>
                    <a:pt x="45289" y="17409"/>
                    <a:pt x="47497" y="17490"/>
                    <a:pt x="49701" y="17670"/>
                  </a:cubicBezTo>
                  <a:cubicBezTo>
                    <a:pt x="53900" y="18013"/>
                    <a:pt x="58120" y="18692"/>
                    <a:pt x="62182" y="20121"/>
                  </a:cubicBezTo>
                  <a:cubicBezTo>
                    <a:pt x="65643" y="21338"/>
                    <a:pt x="69140" y="23140"/>
                    <a:pt x="71836" y="26229"/>
                  </a:cubicBezTo>
                  <a:cubicBezTo>
                    <a:pt x="74556" y="29344"/>
                    <a:pt x="76197" y="34210"/>
                    <a:pt x="75759" y="38664"/>
                  </a:cubicBezTo>
                  <a:lnTo>
                    <a:pt x="85535" y="38664"/>
                  </a:lnTo>
                  <a:cubicBezTo>
                    <a:pt x="85296" y="35981"/>
                    <a:pt x="84353" y="33119"/>
                    <a:pt x="83500" y="31067"/>
                  </a:cubicBezTo>
                  <a:cubicBezTo>
                    <a:pt x="82723" y="29197"/>
                    <a:pt x="81831" y="27538"/>
                    <a:pt x="80681" y="26012"/>
                  </a:cubicBezTo>
                  <a:cubicBezTo>
                    <a:pt x="79935" y="25023"/>
                    <a:pt x="78306" y="23246"/>
                    <a:pt x="78633" y="21650"/>
                  </a:cubicBezTo>
                  <a:cubicBezTo>
                    <a:pt x="78840" y="20643"/>
                    <a:pt x="79649" y="20281"/>
                    <a:pt x="80449" y="20281"/>
                  </a:cubicBezTo>
                  <a:cubicBezTo>
                    <a:pt x="80893" y="20281"/>
                    <a:pt x="81334" y="20392"/>
                    <a:pt x="81670" y="20567"/>
                  </a:cubicBezTo>
                  <a:cubicBezTo>
                    <a:pt x="83214" y="21372"/>
                    <a:pt x="84460" y="23111"/>
                    <a:pt x="85532" y="24674"/>
                  </a:cubicBezTo>
                  <a:cubicBezTo>
                    <a:pt x="88081" y="28395"/>
                    <a:pt x="90008" y="32694"/>
                    <a:pt x="92680" y="36288"/>
                  </a:cubicBezTo>
                  <a:cubicBezTo>
                    <a:pt x="93289" y="37105"/>
                    <a:pt x="93919" y="37895"/>
                    <a:pt x="94562" y="38663"/>
                  </a:cubicBezTo>
                  <a:lnTo>
                    <a:pt x="104952" y="38663"/>
                  </a:lnTo>
                  <a:cubicBezTo>
                    <a:pt x="106677" y="38663"/>
                    <a:pt x="108077" y="36912"/>
                    <a:pt x="108110" y="34738"/>
                  </a:cubicBezTo>
                  <a:cubicBezTo>
                    <a:pt x="104684" y="32047"/>
                    <a:pt x="101346" y="29175"/>
                    <a:pt x="98018" y="26250"/>
                  </a:cubicBezTo>
                  <a:cubicBezTo>
                    <a:pt x="92264" y="21194"/>
                    <a:pt x="86645" y="15791"/>
                    <a:pt x="80705" y="11085"/>
                  </a:cubicBezTo>
                  <a:cubicBezTo>
                    <a:pt x="70628" y="3099"/>
                    <a:pt x="58598" y="156"/>
                    <a:pt x="46845" y="7"/>
                  </a:cubicBezTo>
                  <a:cubicBezTo>
                    <a:pt x="46501" y="3"/>
                    <a:pt x="46158" y="1"/>
                    <a:pt x="45814"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3"/>
            <p:cNvSpPr/>
            <p:nvPr/>
          </p:nvSpPr>
          <p:spPr>
            <a:xfrm flipH="1" rot="10800000">
              <a:off x="5076700" y="4430817"/>
              <a:ext cx="4335896" cy="796099"/>
            </a:xfrm>
            <a:custGeom>
              <a:rect b="b" l="l" r="r" t="t"/>
              <a:pathLst>
                <a:path extrusionOk="0" h="27758" w="108350">
                  <a:moveTo>
                    <a:pt x="51648" y="1"/>
                  </a:moveTo>
                  <a:cubicBezTo>
                    <a:pt x="50846" y="407"/>
                    <a:pt x="50018" y="729"/>
                    <a:pt x="49203" y="1014"/>
                  </a:cubicBezTo>
                  <a:cubicBezTo>
                    <a:pt x="42065" y="3506"/>
                    <a:pt x="34586" y="3501"/>
                    <a:pt x="27241" y="3584"/>
                  </a:cubicBezTo>
                  <a:cubicBezTo>
                    <a:pt x="20757" y="3656"/>
                    <a:pt x="14163" y="3777"/>
                    <a:pt x="7797" y="5515"/>
                  </a:cubicBezTo>
                  <a:cubicBezTo>
                    <a:pt x="5715" y="6083"/>
                    <a:pt x="3438" y="6902"/>
                    <a:pt x="1858" y="8814"/>
                  </a:cubicBezTo>
                  <a:cubicBezTo>
                    <a:pt x="0" y="11058"/>
                    <a:pt x="83" y="14195"/>
                    <a:pt x="776" y="17107"/>
                  </a:cubicBezTo>
                  <a:cubicBezTo>
                    <a:pt x="2438" y="24097"/>
                    <a:pt x="7861" y="27758"/>
                    <a:pt x="13371" y="27758"/>
                  </a:cubicBezTo>
                  <a:cubicBezTo>
                    <a:pt x="13681" y="27758"/>
                    <a:pt x="13992" y="27746"/>
                    <a:pt x="14303" y="27723"/>
                  </a:cubicBezTo>
                  <a:cubicBezTo>
                    <a:pt x="20922" y="27226"/>
                    <a:pt x="26485" y="22282"/>
                    <a:pt x="32673" y="19847"/>
                  </a:cubicBezTo>
                  <a:cubicBezTo>
                    <a:pt x="36195" y="18461"/>
                    <a:pt x="39879" y="17578"/>
                    <a:pt x="43501" y="16728"/>
                  </a:cubicBezTo>
                  <a:cubicBezTo>
                    <a:pt x="47244" y="15849"/>
                    <a:pt x="51012" y="15131"/>
                    <a:pt x="54789" y="14515"/>
                  </a:cubicBezTo>
                  <a:cubicBezTo>
                    <a:pt x="62223" y="13302"/>
                    <a:pt x="69695" y="12486"/>
                    <a:pt x="77160" y="11610"/>
                  </a:cubicBezTo>
                  <a:cubicBezTo>
                    <a:pt x="86796" y="10479"/>
                    <a:pt x="96503" y="9420"/>
                    <a:pt x="106195" y="9420"/>
                  </a:cubicBezTo>
                  <a:cubicBezTo>
                    <a:pt x="106913" y="9420"/>
                    <a:pt x="107630" y="9426"/>
                    <a:pt x="108348" y="9438"/>
                  </a:cubicBezTo>
                  <a:lnTo>
                    <a:pt x="108348" y="4002"/>
                  </a:lnTo>
                  <a:cubicBezTo>
                    <a:pt x="108350" y="1793"/>
                    <a:pt x="106935" y="1"/>
                    <a:pt x="105190" y="1"/>
                  </a:cubicBezTo>
                  <a:lnTo>
                    <a:pt x="90762" y="1"/>
                  </a:lnTo>
                  <a:cubicBezTo>
                    <a:pt x="89703" y="1934"/>
                    <a:pt x="88395" y="3470"/>
                    <a:pt x="86599" y="4557"/>
                  </a:cubicBezTo>
                  <a:cubicBezTo>
                    <a:pt x="83877" y="6208"/>
                    <a:pt x="80880" y="7099"/>
                    <a:pt x="77918" y="7745"/>
                  </a:cubicBezTo>
                  <a:cubicBezTo>
                    <a:pt x="74349" y="8524"/>
                    <a:pt x="70756" y="9202"/>
                    <a:pt x="67162" y="9801"/>
                  </a:cubicBezTo>
                  <a:cubicBezTo>
                    <a:pt x="59627" y="11058"/>
                    <a:pt x="52047" y="11784"/>
                    <a:pt x="44534" y="13253"/>
                  </a:cubicBezTo>
                  <a:cubicBezTo>
                    <a:pt x="40916" y="13963"/>
                    <a:pt x="37300" y="14822"/>
                    <a:pt x="33793" y="16179"/>
                  </a:cubicBezTo>
                  <a:cubicBezTo>
                    <a:pt x="31120" y="17214"/>
                    <a:pt x="28648" y="18964"/>
                    <a:pt x="26050" y="20259"/>
                  </a:cubicBezTo>
                  <a:cubicBezTo>
                    <a:pt x="24092" y="21236"/>
                    <a:pt x="21957" y="22126"/>
                    <a:pt x="19819" y="22126"/>
                  </a:cubicBezTo>
                  <a:cubicBezTo>
                    <a:pt x="19398" y="22126"/>
                    <a:pt x="18976" y="22091"/>
                    <a:pt x="18556" y="22016"/>
                  </a:cubicBezTo>
                  <a:cubicBezTo>
                    <a:pt x="16742" y="21690"/>
                    <a:pt x="14667" y="20360"/>
                    <a:pt x="13727" y="18271"/>
                  </a:cubicBezTo>
                  <a:cubicBezTo>
                    <a:pt x="12111" y="14673"/>
                    <a:pt x="16343" y="12032"/>
                    <a:pt x="18335" y="10924"/>
                  </a:cubicBezTo>
                  <a:cubicBezTo>
                    <a:pt x="29038" y="4972"/>
                    <a:pt x="41116" y="7214"/>
                    <a:pt x="52462" y="6363"/>
                  </a:cubicBezTo>
                  <a:cubicBezTo>
                    <a:pt x="56489" y="6062"/>
                    <a:pt x="60477" y="5377"/>
                    <a:pt x="64377" y="4066"/>
                  </a:cubicBezTo>
                  <a:cubicBezTo>
                    <a:pt x="66858" y="3233"/>
                    <a:pt x="69388" y="2647"/>
                    <a:pt x="71900" y="1973"/>
                  </a:cubicBezTo>
                  <a:cubicBezTo>
                    <a:pt x="74066" y="1391"/>
                    <a:pt x="76235" y="775"/>
                    <a:pt x="78366"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3"/>
            <p:cNvSpPr/>
            <p:nvPr/>
          </p:nvSpPr>
          <p:spPr>
            <a:xfrm flipH="1" rot="10800000">
              <a:off x="-97224" y="3973736"/>
              <a:ext cx="3996027" cy="864218"/>
            </a:xfrm>
            <a:custGeom>
              <a:rect b="b" l="l" r="r" t="t"/>
              <a:pathLst>
                <a:path extrusionOk="0" h="21596" w="99857">
                  <a:moveTo>
                    <a:pt x="65198" y="399"/>
                  </a:moveTo>
                  <a:cubicBezTo>
                    <a:pt x="72321" y="399"/>
                    <a:pt x="79621" y="1791"/>
                    <a:pt x="86922" y="4550"/>
                  </a:cubicBezTo>
                  <a:cubicBezTo>
                    <a:pt x="89575" y="5554"/>
                    <a:pt x="92653" y="6864"/>
                    <a:pt x="95348" y="8979"/>
                  </a:cubicBezTo>
                  <a:cubicBezTo>
                    <a:pt x="98235" y="11247"/>
                    <a:pt x="99428" y="13677"/>
                    <a:pt x="98898" y="16206"/>
                  </a:cubicBezTo>
                  <a:cubicBezTo>
                    <a:pt x="98311" y="18994"/>
                    <a:pt x="95759" y="19972"/>
                    <a:pt x="93599" y="20511"/>
                  </a:cubicBezTo>
                  <a:cubicBezTo>
                    <a:pt x="91491" y="21039"/>
                    <a:pt x="89309" y="21193"/>
                    <a:pt x="87246" y="21193"/>
                  </a:cubicBezTo>
                  <a:cubicBezTo>
                    <a:pt x="86217" y="21193"/>
                    <a:pt x="85218" y="21155"/>
                    <a:pt x="84273" y="21106"/>
                  </a:cubicBezTo>
                  <a:cubicBezTo>
                    <a:pt x="78503" y="20800"/>
                    <a:pt x="72921" y="19852"/>
                    <a:pt x="67683" y="18295"/>
                  </a:cubicBezTo>
                  <a:cubicBezTo>
                    <a:pt x="64541" y="17362"/>
                    <a:pt x="61400" y="16083"/>
                    <a:pt x="58362" y="14847"/>
                  </a:cubicBezTo>
                  <a:cubicBezTo>
                    <a:pt x="53266" y="12773"/>
                    <a:pt x="47995" y="10628"/>
                    <a:pt x="42530" y="10025"/>
                  </a:cubicBezTo>
                  <a:cubicBezTo>
                    <a:pt x="41682" y="9932"/>
                    <a:pt x="40859" y="9885"/>
                    <a:pt x="40058" y="9885"/>
                  </a:cubicBezTo>
                  <a:cubicBezTo>
                    <a:pt x="36646" y="9885"/>
                    <a:pt x="33636" y="10728"/>
                    <a:pt x="31087" y="12400"/>
                  </a:cubicBezTo>
                  <a:cubicBezTo>
                    <a:pt x="26728" y="15269"/>
                    <a:pt x="22197" y="17122"/>
                    <a:pt x="17235" y="18071"/>
                  </a:cubicBezTo>
                  <a:cubicBezTo>
                    <a:pt x="13172" y="18848"/>
                    <a:pt x="9086" y="19070"/>
                    <a:pt x="5424" y="19070"/>
                  </a:cubicBezTo>
                  <a:cubicBezTo>
                    <a:pt x="3631" y="19070"/>
                    <a:pt x="1941" y="19017"/>
                    <a:pt x="403" y="18949"/>
                  </a:cubicBezTo>
                  <a:lnTo>
                    <a:pt x="403" y="11532"/>
                  </a:lnTo>
                  <a:cubicBezTo>
                    <a:pt x="2361" y="12661"/>
                    <a:pt x="4594" y="13456"/>
                    <a:pt x="7045" y="13900"/>
                  </a:cubicBezTo>
                  <a:cubicBezTo>
                    <a:pt x="8672" y="14195"/>
                    <a:pt x="10356" y="14343"/>
                    <a:pt x="12121" y="14343"/>
                  </a:cubicBezTo>
                  <a:cubicBezTo>
                    <a:pt x="13968" y="14343"/>
                    <a:pt x="15904" y="14181"/>
                    <a:pt x="17957" y="13858"/>
                  </a:cubicBezTo>
                  <a:cubicBezTo>
                    <a:pt x="23076" y="13055"/>
                    <a:pt x="27790" y="10978"/>
                    <a:pt x="32121" y="8853"/>
                  </a:cubicBezTo>
                  <a:lnTo>
                    <a:pt x="32595" y="8620"/>
                  </a:lnTo>
                  <a:cubicBezTo>
                    <a:pt x="37243" y="6337"/>
                    <a:pt x="42049" y="3980"/>
                    <a:pt x="47066" y="2784"/>
                  </a:cubicBezTo>
                  <a:cubicBezTo>
                    <a:pt x="53031" y="1361"/>
                    <a:pt x="58397" y="590"/>
                    <a:pt x="63469" y="426"/>
                  </a:cubicBezTo>
                  <a:cubicBezTo>
                    <a:pt x="64044" y="408"/>
                    <a:pt x="64620" y="399"/>
                    <a:pt x="65198" y="399"/>
                  </a:cubicBezTo>
                  <a:close/>
                  <a:moveTo>
                    <a:pt x="65203" y="1"/>
                  </a:moveTo>
                  <a:cubicBezTo>
                    <a:pt x="64619" y="1"/>
                    <a:pt x="64036" y="10"/>
                    <a:pt x="63455" y="29"/>
                  </a:cubicBezTo>
                  <a:cubicBezTo>
                    <a:pt x="58355" y="192"/>
                    <a:pt x="52963" y="968"/>
                    <a:pt x="46970" y="2396"/>
                  </a:cubicBezTo>
                  <a:cubicBezTo>
                    <a:pt x="41911" y="3604"/>
                    <a:pt x="37084" y="5971"/>
                    <a:pt x="32416" y="8263"/>
                  </a:cubicBezTo>
                  <a:lnTo>
                    <a:pt x="31942" y="8496"/>
                  </a:lnTo>
                  <a:cubicBezTo>
                    <a:pt x="27640" y="10606"/>
                    <a:pt x="22957" y="12670"/>
                    <a:pt x="17892" y="13466"/>
                  </a:cubicBezTo>
                  <a:cubicBezTo>
                    <a:pt x="15860" y="13785"/>
                    <a:pt x="13946" y="13945"/>
                    <a:pt x="12120" y="13945"/>
                  </a:cubicBezTo>
                  <a:cubicBezTo>
                    <a:pt x="10379" y="13945"/>
                    <a:pt x="8719" y="13799"/>
                    <a:pt x="7116" y="13508"/>
                  </a:cubicBezTo>
                  <a:cubicBezTo>
                    <a:pt x="4584" y="13050"/>
                    <a:pt x="2294" y="12211"/>
                    <a:pt x="305" y="11012"/>
                  </a:cubicBezTo>
                  <a:lnTo>
                    <a:pt x="0" y="10828"/>
                  </a:lnTo>
                  <a:lnTo>
                    <a:pt x="0" y="19337"/>
                  </a:lnTo>
                  <a:lnTo>
                    <a:pt x="193" y="19345"/>
                  </a:lnTo>
                  <a:cubicBezTo>
                    <a:pt x="1788" y="19417"/>
                    <a:pt x="3552" y="19474"/>
                    <a:pt x="5427" y="19474"/>
                  </a:cubicBezTo>
                  <a:cubicBezTo>
                    <a:pt x="9110" y="19474"/>
                    <a:pt x="13220" y="19251"/>
                    <a:pt x="17311" y="18469"/>
                  </a:cubicBezTo>
                  <a:cubicBezTo>
                    <a:pt x="22324" y="17509"/>
                    <a:pt x="26904" y="15636"/>
                    <a:pt x="31309" y="12740"/>
                  </a:cubicBezTo>
                  <a:cubicBezTo>
                    <a:pt x="33791" y="11110"/>
                    <a:pt x="36725" y="10287"/>
                    <a:pt x="40058" y="10287"/>
                  </a:cubicBezTo>
                  <a:cubicBezTo>
                    <a:pt x="40845" y="10287"/>
                    <a:pt x="41654" y="10333"/>
                    <a:pt x="42485" y="10425"/>
                  </a:cubicBezTo>
                  <a:cubicBezTo>
                    <a:pt x="47895" y="11021"/>
                    <a:pt x="53139" y="13156"/>
                    <a:pt x="58211" y="15220"/>
                  </a:cubicBezTo>
                  <a:cubicBezTo>
                    <a:pt x="61257" y="16459"/>
                    <a:pt x="64408" y="17742"/>
                    <a:pt x="67568" y="18681"/>
                  </a:cubicBezTo>
                  <a:cubicBezTo>
                    <a:pt x="72838" y="20248"/>
                    <a:pt x="78452" y="21200"/>
                    <a:pt x="84253" y="21507"/>
                  </a:cubicBezTo>
                  <a:cubicBezTo>
                    <a:pt x="85207" y="21557"/>
                    <a:pt x="86216" y="21596"/>
                    <a:pt x="87255" y="21596"/>
                  </a:cubicBezTo>
                  <a:cubicBezTo>
                    <a:pt x="89341" y="21596"/>
                    <a:pt x="91554" y="21438"/>
                    <a:pt x="93697" y="20904"/>
                  </a:cubicBezTo>
                  <a:cubicBezTo>
                    <a:pt x="95795" y="20381"/>
                    <a:pt x="98654" y="19332"/>
                    <a:pt x="99293" y="16292"/>
                  </a:cubicBezTo>
                  <a:cubicBezTo>
                    <a:pt x="99857" y="13600"/>
                    <a:pt x="98614" y="11035"/>
                    <a:pt x="95596" y="8666"/>
                  </a:cubicBezTo>
                  <a:cubicBezTo>
                    <a:pt x="92859" y="6520"/>
                    <a:pt x="89747" y="5193"/>
                    <a:pt x="87062" y="4178"/>
                  </a:cubicBezTo>
                  <a:cubicBezTo>
                    <a:pt x="79719" y="1402"/>
                    <a:pt x="72371" y="1"/>
                    <a:pt x="652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 name="Google Shape;57;p3"/>
            <p:cNvGrpSpPr/>
            <p:nvPr/>
          </p:nvGrpSpPr>
          <p:grpSpPr>
            <a:xfrm>
              <a:off x="-97224" y="3233178"/>
              <a:ext cx="9377821" cy="2147740"/>
              <a:chOff x="-97224" y="3233178"/>
              <a:chExt cx="9377821" cy="2147740"/>
            </a:xfrm>
          </p:grpSpPr>
          <p:sp>
            <p:nvSpPr>
              <p:cNvPr id="58" name="Google Shape;58;p3"/>
              <p:cNvSpPr/>
              <p:nvPr/>
            </p:nvSpPr>
            <p:spPr>
              <a:xfrm flipH="1" rot="10800000">
                <a:off x="-89101" y="3233178"/>
                <a:ext cx="9361814" cy="2075187"/>
              </a:xfrm>
              <a:custGeom>
                <a:rect b="b" l="l" r="r" t="t"/>
                <a:pathLst>
                  <a:path extrusionOk="0" h="51857" w="233943">
                    <a:moveTo>
                      <a:pt x="114254" y="0"/>
                    </a:moveTo>
                    <a:cubicBezTo>
                      <a:pt x="113814" y="3337"/>
                      <a:pt x="107760" y="3970"/>
                      <a:pt x="105882" y="4185"/>
                    </a:cubicBezTo>
                    <a:cubicBezTo>
                      <a:pt x="103480" y="4463"/>
                      <a:pt x="101037" y="4580"/>
                      <a:pt x="98593" y="4580"/>
                    </a:cubicBezTo>
                    <a:cubicBezTo>
                      <a:pt x="96187" y="4580"/>
                      <a:pt x="93780" y="4466"/>
                      <a:pt x="91413" y="4277"/>
                    </a:cubicBezTo>
                    <a:cubicBezTo>
                      <a:pt x="83262" y="3622"/>
                      <a:pt x="75254" y="1586"/>
                      <a:pt x="67197" y="2"/>
                    </a:cubicBezTo>
                    <a:lnTo>
                      <a:pt x="3161" y="2"/>
                    </a:lnTo>
                    <a:cubicBezTo>
                      <a:pt x="1415" y="2"/>
                      <a:pt x="0" y="1794"/>
                      <a:pt x="0" y="4003"/>
                    </a:cubicBezTo>
                    <a:lnTo>
                      <a:pt x="0" y="12983"/>
                    </a:lnTo>
                    <a:cubicBezTo>
                      <a:pt x="752" y="13703"/>
                      <a:pt x="1532" y="14304"/>
                      <a:pt x="2202" y="14753"/>
                    </a:cubicBezTo>
                    <a:cubicBezTo>
                      <a:pt x="5867" y="17202"/>
                      <a:pt x="10108" y="17905"/>
                      <a:pt x="14266" y="17905"/>
                    </a:cubicBezTo>
                    <a:cubicBezTo>
                      <a:pt x="15542" y="17905"/>
                      <a:pt x="16811" y="17839"/>
                      <a:pt x="18052" y="17736"/>
                    </a:cubicBezTo>
                    <a:cubicBezTo>
                      <a:pt x="23329" y="17301"/>
                      <a:pt x="28524" y="16026"/>
                      <a:pt x="33704" y="14740"/>
                    </a:cubicBezTo>
                    <a:cubicBezTo>
                      <a:pt x="40948" y="12940"/>
                      <a:pt x="48135" y="10828"/>
                      <a:pt x="55442" y="9439"/>
                    </a:cubicBezTo>
                    <a:cubicBezTo>
                      <a:pt x="61321" y="8322"/>
                      <a:pt x="67233" y="7670"/>
                      <a:pt x="73167" y="7670"/>
                    </a:cubicBezTo>
                    <a:cubicBezTo>
                      <a:pt x="74688" y="7670"/>
                      <a:pt x="76210" y="7713"/>
                      <a:pt x="77734" y="7802"/>
                    </a:cubicBezTo>
                    <a:cubicBezTo>
                      <a:pt x="85106" y="8232"/>
                      <a:pt x="92423" y="9785"/>
                      <a:pt x="99530" y="12287"/>
                    </a:cubicBezTo>
                    <a:cubicBezTo>
                      <a:pt x="102317" y="13268"/>
                      <a:pt x="105115" y="14314"/>
                      <a:pt x="107858" y="15489"/>
                    </a:cubicBezTo>
                    <a:cubicBezTo>
                      <a:pt x="110332" y="16548"/>
                      <a:pt x="112809" y="17789"/>
                      <a:pt x="115004" y="19608"/>
                    </a:cubicBezTo>
                    <a:cubicBezTo>
                      <a:pt x="117824" y="21944"/>
                      <a:pt x="120303" y="25852"/>
                      <a:pt x="120226" y="30339"/>
                    </a:cubicBezTo>
                    <a:cubicBezTo>
                      <a:pt x="120101" y="37466"/>
                      <a:pt x="112935" y="40330"/>
                      <a:pt x="108516" y="41748"/>
                    </a:cubicBezTo>
                    <a:cubicBezTo>
                      <a:pt x="101630" y="43955"/>
                      <a:pt x="94414" y="44564"/>
                      <a:pt x="87337" y="44821"/>
                    </a:cubicBezTo>
                    <a:cubicBezTo>
                      <a:pt x="84855" y="44912"/>
                      <a:pt x="82371" y="44958"/>
                      <a:pt x="79887" y="44958"/>
                    </a:cubicBezTo>
                    <a:cubicBezTo>
                      <a:pt x="73140" y="44958"/>
                      <a:pt x="66393" y="44612"/>
                      <a:pt x="59673" y="43851"/>
                    </a:cubicBezTo>
                    <a:cubicBezTo>
                      <a:pt x="52128" y="42997"/>
                      <a:pt x="44620" y="41722"/>
                      <a:pt x="37128" y="40332"/>
                    </a:cubicBezTo>
                    <a:cubicBezTo>
                      <a:pt x="29596" y="38936"/>
                      <a:pt x="22076" y="37257"/>
                      <a:pt x="14513" y="36145"/>
                    </a:cubicBezTo>
                    <a:cubicBezTo>
                      <a:pt x="10469" y="35552"/>
                      <a:pt x="6279" y="35103"/>
                      <a:pt x="2100" y="35103"/>
                    </a:cubicBezTo>
                    <a:cubicBezTo>
                      <a:pt x="1400" y="35103"/>
                      <a:pt x="700" y="35116"/>
                      <a:pt x="0" y="35142"/>
                    </a:cubicBezTo>
                    <a:lnTo>
                      <a:pt x="0" y="41392"/>
                    </a:lnTo>
                    <a:cubicBezTo>
                      <a:pt x="3897" y="40406"/>
                      <a:pt x="7757" y="39113"/>
                      <a:pt x="11701" y="38520"/>
                    </a:cubicBezTo>
                    <a:cubicBezTo>
                      <a:pt x="12850" y="38347"/>
                      <a:pt x="14002" y="38268"/>
                      <a:pt x="15153" y="38268"/>
                    </a:cubicBezTo>
                    <a:cubicBezTo>
                      <a:pt x="18352" y="38268"/>
                      <a:pt x="21545" y="38880"/>
                      <a:pt x="24665" y="39789"/>
                    </a:cubicBezTo>
                    <a:cubicBezTo>
                      <a:pt x="29176" y="41103"/>
                      <a:pt x="33559" y="43015"/>
                      <a:pt x="37996" y="44675"/>
                    </a:cubicBezTo>
                    <a:cubicBezTo>
                      <a:pt x="42689" y="46433"/>
                      <a:pt x="47479" y="47692"/>
                      <a:pt x="52300" y="48740"/>
                    </a:cubicBezTo>
                    <a:cubicBezTo>
                      <a:pt x="61496" y="50745"/>
                      <a:pt x="70937" y="51857"/>
                      <a:pt x="80373" y="51857"/>
                    </a:cubicBezTo>
                    <a:cubicBezTo>
                      <a:pt x="91348" y="51857"/>
                      <a:pt x="102317" y="50352"/>
                      <a:pt x="112889" y="46997"/>
                    </a:cubicBezTo>
                    <a:cubicBezTo>
                      <a:pt x="122215" y="44038"/>
                      <a:pt x="130897" y="39216"/>
                      <a:pt x="139694" y="34414"/>
                    </a:cubicBezTo>
                    <a:cubicBezTo>
                      <a:pt x="143466" y="32352"/>
                      <a:pt x="147358" y="30634"/>
                      <a:pt x="151383" y="29556"/>
                    </a:cubicBezTo>
                    <a:cubicBezTo>
                      <a:pt x="155813" y="28370"/>
                      <a:pt x="160303" y="28105"/>
                      <a:pt x="164816" y="27914"/>
                    </a:cubicBezTo>
                    <a:cubicBezTo>
                      <a:pt x="167320" y="27807"/>
                      <a:pt x="169825" y="27756"/>
                      <a:pt x="172331" y="27756"/>
                    </a:cubicBezTo>
                    <a:cubicBezTo>
                      <a:pt x="189289" y="27756"/>
                      <a:pt x="206270" y="30094"/>
                      <a:pt x="222996" y="33398"/>
                    </a:cubicBezTo>
                    <a:cubicBezTo>
                      <a:pt x="226644" y="34116"/>
                      <a:pt x="230302" y="34924"/>
                      <a:pt x="233942" y="35864"/>
                    </a:cubicBezTo>
                    <a:lnTo>
                      <a:pt x="233942" y="9938"/>
                    </a:lnTo>
                    <a:cubicBezTo>
                      <a:pt x="233216" y="9925"/>
                      <a:pt x="232489" y="9919"/>
                      <a:pt x="231762" y="9919"/>
                    </a:cubicBezTo>
                    <a:cubicBezTo>
                      <a:pt x="219843" y="9919"/>
                      <a:pt x="207922" y="11530"/>
                      <a:pt x="196068" y="12904"/>
                    </a:cubicBezTo>
                    <a:cubicBezTo>
                      <a:pt x="188339" y="13801"/>
                      <a:pt x="180609" y="14806"/>
                      <a:pt x="172944" y="16393"/>
                    </a:cubicBezTo>
                    <a:cubicBezTo>
                      <a:pt x="169135" y="17181"/>
                      <a:pt x="165343" y="18112"/>
                      <a:pt x="161591" y="19260"/>
                    </a:cubicBezTo>
                    <a:cubicBezTo>
                      <a:pt x="158213" y="20291"/>
                      <a:pt x="155063" y="21813"/>
                      <a:pt x="151893" y="23606"/>
                    </a:cubicBezTo>
                    <a:cubicBezTo>
                      <a:pt x="147715" y="25970"/>
                      <a:pt x="143374" y="28204"/>
                      <a:pt x="138868" y="28204"/>
                    </a:cubicBezTo>
                    <a:cubicBezTo>
                      <a:pt x="137422" y="28204"/>
                      <a:pt x="135960" y="27974"/>
                      <a:pt x="134480" y="27445"/>
                    </a:cubicBezTo>
                    <a:cubicBezTo>
                      <a:pt x="129632" y="25711"/>
                      <a:pt x="125716" y="20547"/>
                      <a:pt x="125484" y="13951"/>
                    </a:cubicBezTo>
                    <a:cubicBezTo>
                      <a:pt x="125286" y="8300"/>
                      <a:pt x="129601" y="6027"/>
                      <a:pt x="133294" y="5020"/>
                    </a:cubicBezTo>
                    <a:cubicBezTo>
                      <a:pt x="139570" y="3307"/>
                      <a:pt x="146074" y="3151"/>
                      <a:pt x="152463" y="3078"/>
                    </a:cubicBezTo>
                    <a:cubicBezTo>
                      <a:pt x="160083" y="2991"/>
                      <a:pt x="167851" y="3042"/>
                      <a:pt x="175233" y="328"/>
                    </a:cubicBezTo>
                    <a:cubicBezTo>
                      <a:pt x="175511" y="226"/>
                      <a:pt x="175788" y="116"/>
                      <a:pt x="176066"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3"/>
              <p:cNvSpPr/>
              <p:nvPr/>
            </p:nvSpPr>
            <p:spPr>
              <a:xfrm flipH="1" rot="10800000">
                <a:off x="-97224" y="3290284"/>
                <a:ext cx="9377821" cy="2090634"/>
              </a:xfrm>
              <a:custGeom>
                <a:rect b="b" l="l" r="r" t="t"/>
                <a:pathLst>
                  <a:path extrusionOk="0" h="52243" w="234343">
                    <a:moveTo>
                      <a:pt x="67361" y="400"/>
                    </a:moveTo>
                    <a:cubicBezTo>
                      <a:pt x="69340" y="790"/>
                      <a:pt x="71349" y="1215"/>
                      <a:pt x="73292" y="1625"/>
                    </a:cubicBezTo>
                    <a:cubicBezTo>
                      <a:pt x="79265" y="2884"/>
                      <a:pt x="85439" y="4185"/>
                      <a:pt x="91598" y="4680"/>
                    </a:cubicBezTo>
                    <a:cubicBezTo>
                      <a:pt x="94144" y="4885"/>
                      <a:pt x="96537" y="4987"/>
                      <a:pt x="98805" y="4987"/>
                    </a:cubicBezTo>
                    <a:cubicBezTo>
                      <a:pt x="101387" y="4987"/>
                      <a:pt x="103808" y="4854"/>
                      <a:pt x="106108" y="4590"/>
                    </a:cubicBezTo>
                    <a:lnTo>
                      <a:pt x="106218" y="4577"/>
                    </a:lnTo>
                    <a:cubicBezTo>
                      <a:pt x="108158" y="4354"/>
                      <a:pt x="114000" y="3685"/>
                      <a:pt x="114628" y="406"/>
                    </a:cubicBezTo>
                    <a:lnTo>
                      <a:pt x="175193" y="406"/>
                    </a:lnTo>
                    <a:cubicBezTo>
                      <a:pt x="168249" y="2915"/>
                      <a:pt x="160889" y="2994"/>
                      <a:pt x="153768" y="3069"/>
                    </a:cubicBezTo>
                    <a:lnTo>
                      <a:pt x="152665" y="3082"/>
                    </a:lnTo>
                    <a:cubicBezTo>
                      <a:pt x="145764" y="3162"/>
                      <a:pt x="139551" y="3364"/>
                      <a:pt x="133446" y="5030"/>
                    </a:cubicBezTo>
                    <a:cubicBezTo>
                      <a:pt x="128003" y="6516"/>
                      <a:pt x="125326" y="9588"/>
                      <a:pt x="125487" y="14164"/>
                    </a:cubicBezTo>
                    <a:cubicBezTo>
                      <a:pt x="125709" y="20471"/>
                      <a:pt x="129379" y="25966"/>
                      <a:pt x="134618" y="27839"/>
                    </a:cubicBezTo>
                    <a:cubicBezTo>
                      <a:pt x="136131" y="28380"/>
                      <a:pt x="137619" y="28617"/>
                      <a:pt x="139091" y="28617"/>
                    </a:cubicBezTo>
                    <a:cubicBezTo>
                      <a:pt x="143547" y="28617"/>
                      <a:pt x="147847" y="26448"/>
                      <a:pt x="152196" y="23987"/>
                    </a:cubicBezTo>
                    <a:cubicBezTo>
                      <a:pt x="155813" y="21943"/>
                      <a:pt x="158880" y="20567"/>
                      <a:pt x="161854" y="19658"/>
                    </a:cubicBezTo>
                    <a:cubicBezTo>
                      <a:pt x="165379" y="18581"/>
                      <a:pt x="169085" y="17643"/>
                      <a:pt x="173189" y="16795"/>
                    </a:cubicBezTo>
                    <a:cubicBezTo>
                      <a:pt x="180974" y="15181"/>
                      <a:pt x="188894" y="14166"/>
                      <a:pt x="196294" y="13308"/>
                    </a:cubicBezTo>
                    <a:cubicBezTo>
                      <a:pt x="197767" y="13138"/>
                      <a:pt x="199245" y="12964"/>
                      <a:pt x="200722" y="12788"/>
                    </a:cubicBezTo>
                    <a:cubicBezTo>
                      <a:pt x="210970" y="11576"/>
                      <a:pt x="221543" y="10326"/>
                      <a:pt x="231999" y="10326"/>
                    </a:cubicBezTo>
                    <a:cubicBezTo>
                      <a:pt x="232648" y="10326"/>
                      <a:pt x="233296" y="10331"/>
                      <a:pt x="233944" y="10341"/>
                    </a:cubicBezTo>
                    <a:lnTo>
                      <a:pt x="233944" y="35809"/>
                    </a:lnTo>
                    <a:cubicBezTo>
                      <a:pt x="230629" y="34959"/>
                      <a:pt x="227123" y="34173"/>
                      <a:pt x="223236" y="33405"/>
                    </a:cubicBezTo>
                    <a:cubicBezTo>
                      <a:pt x="203906" y="29587"/>
                      <a:pt x="187591" y="27758"/>
                      <a:pt x="172597" y="27758"/>
                    </a:cubicBezTo>
                    <a:cubicBezTo>
                      <a:pt x="170032" y="27758"/>
                      <a:pt x="167505" y="27812"/>
                      <a:pt x="165009" y="27918"/>
                    </a:cubicBezTo>
                    <a:cubicBezTo>
                      <a:pt x="160422" y="28112"/>
                      <a:pt x="155941" y="28387"/>
                      <a:pt x="151533" y="29567"/>
                    </a:cubicBezTo>
                    <a:cubicBezTo>
                      <a:pt x="147826" y="30560"/>
                      <a:pt x="143986" y="32153"/>
                      <a:pt x="139798" y="34441"/>
                    </a:cubicBezTo>
                    <a:lnTo>
                      <a:pt x="138875" y="34945"/>
                    </a:lnTo>
                    <a:cubicBezTo>
                      <a:pt x="130584" y="39473"/>
                      <a:pt x="122011" y="44161"/>
                      <a:pt x="113029" y="47009"/>
                    </a:cubicBezTo>
                    <a:cubicBezTo>
                      <a:pt x="102889" y="50226"/>
                      <a:pt x="91919" y="51840"/>
                      <a:pt x="80509" y="51840"/>
                    </a:cubicBezTo>
                    <a:cubicBezTo>
                      <a:pt x="71401" y="51840"/>
                      <a:pt x="62013" y="50811"/>
                      <a:pt x="52541" y="48749"/>
                    </a:cubicBezTo>
                    <a:cubicBezTo>
                      <a:pt x="46930" y="47526"/>
                      <a:pt x="42394" y="46236"/>
                      <a:pt x="38264" y="44691"/>
                    </a:cubicBezTo>
                    <a:cubicBezTo>
                      <a:pt x="36953" y="44199"/>
                      <a:pt x="35624" y="43678"/>
                      <a:pt x="34338" y="43172"/>
                    </a:cubicBezTo>
                    <a:cubicBezTo>
                      <a:pt x="31276" y="41971"/>
                      <a:pt x="28107" y="40726"/>
                      <a:pt x="24921" y="39799"/>
                    </a:cubicBezTo>
                    <a:cubicBezTo>
                      <a:pt x="21414" y="38777"/>
                      <a:pt x="18247" y="38271"/>
                      <a:pt x="15326" y="38271"/>
                    </a:cubicBezTo>
                    <a:cubicBezTo>
                      <a:pt x="14137" y="38271"/>
                      <a:pt x="12987" y="38356"/>
                      <a:pt x="11874" y="38521"/>
                    </a:cubicBezTo>
                    <a:cubicBezTo>
                      <a:pt x="9119" y="38936"/>
                      <a:pt x="6366" y="39703"/>
                      <a:pt x="3703" y="40442"/>
                    </a:cubicBezTo>
                    <a:cubicBezTo>
                      <a:pt x="2622" y="40742"/>
                      <a:pt x="1508" y="41053"/>
                      <a:pt x="406" y="41335"/>
                    </a:cubicBezTo>
                    <a:lnTo>
                      <a:pt x="406" y="35538"/>
                    </a:lnTo>
                    <a:cubicBezTo>
                      <a:pt x="1027" y="35516"/>
                      <a:pt x="1658" y="35506"/>
                      <a:pt x="2301" y="35506"/>
                    </a:cubicBezTo>
                    <a:cubicBezTo>
                      <a:pt x="5902" y="35506"/>
                      <a:pt x="9901" y="35844"/>
                      <a:pt x="14687" y="36547"/>
                    </a:cubicBezTo>
                    <a:cubicBezTo>
                      <a:pt x="19745" y="37290"/>
                      <a:pt x="24868" y="38304"/>
                      <a:pt x="29822" y="39284"/>
                    </a:cubicBezTo>
                    <a:cubicBezTo>
                      <a:pt x="32271" y="39769"/>
                      <a:pt x="34802" y="40270"/>
                      <a:pt x="37296" y="40733"/>
                    </a:cubicBezTo>
                    <a:cubicBezTo>
                      <a:pt x="43914" y="41961"/>
                      <a:pt x="51770" y="43339"/>
                      <a:pt x="59854" y="44254"/>
                    </a:cubicBezTo>
                    <a:cubicBezTo>
                      <a:pt x="66359" y="44990"/>
                      <a:pt x="73165" y="45361"/>
                      <a:pt x="80163" y="45361"/>
                    </a:cubicBezTo>
                    <a:cubicBezTo>
                      <a:pt x="82603" y="45361"/>
                      <a:pt x="85067" y="45316"/>
                      <a:pt x="87550" y="45225"/>
                    </a:cubicBezTo>
                    <a:cubicBezTo>
                      <a:pt x="94026" y="44991"/>
                      <a:pt x="101613" y="44441"/>
                      <a:pt x="108780" y="42142"/>
                    </a:cubicBezTo>
                    <a:cubicBezTo>
                      <a:pt x="113810" y="40529"/>
                      <a:pt x="120508" y="37574"/>
                      <a:pt x="120629" y="30544"/>
                    </a:cubicBezTo>
                    <a:cubicBezTo>
                      <a:pt x="120696" y="26529"/>
                      <a:pt x="118718" y="22458"/>
                      <a:pt x="115334" y="19654"/>
                    </a:cubicBezTo>
                    <a:cubicBezTo>
                      <a:pt x="112985" y="17708"/>
                      <a:pt x="110379" y="16465"/>
                      <a:pt x="108140" y="15506"/>
                    </a:cubicBezTo>
                    <a:cubicBezTo>
                      <a:pt x="105719" y="14467"/>
                      <a:pt x="103070" y="13450"/>
                      <a:pt x="99798" y="12298"/>
                    </a:cubicBezTo>
                    <a:cubicBezTo>
                      <a:pt x="92520" y="9735"/>
                      <a:pt x="85169" y="8223"/>
                      <a:pt x="77949" y="7802"/>
                    </a:cubicBezTo>
                    <a:cubicBezTo>
                      <a:pt x="76425" y="7713"/>
                      <a:pt x="74890" y="7669"/>
                      <a:pt x="73339" y="7669"/>
                    </a:cubicBezTo>
                    <a:cubicBezTo>
                      <a:pt x="67706" y="7669"/>
                      <a:pt x="61863" y="8255"/>
                      <a:pt x="55605" y="9443"/>
                    </a:cubicBezTo>
                    <a:cubicBezTo>
                      <a:pt x="50502" y="10413"/>
                      <a:pt x="45374" y="11757"/>
                      <a:pt x="40416" y="13057"/>
                    </a:cubicBezTo>
                    <a:cubicBezTo>
                      <a:pt x="38267" y="13620"/>
                      <a:pt x="36046" y="14201"/>
                      <a:pt x="33857" y="14746"/>
                    </a:cubicBezTo>
                    <a:cubicBezTo>
                      <a:pt x="29050" y="15939"/>
                      <a:pt x="23603" y="17293"/>
                      <a:pt x="18238" y="17736"/>
                    </a:cubicBezTo>
                    <a:cubicBezTo>
                      <a:pt x="17038" y="17835"/>
                      <a:pt x="15751" y="17910"/>
                      <a:pt x="14415" y="17910"/>
                    </a:cubicBezTo>
                    <a:cubicBezTo>
                      <a:pt x="10534" y="17910"/>
                      <a:pt x="6246" y="17280"/>
                      <a:pt x="2517" y="14787"/>
                    </a:cubicBezTo>
                    <a:cubicBezTo>
                      <a:pt x="2004" y="14446"/>
                      <a:pt x="1229" y="13878"/>
                      <a:pt x="403" y="13098"/>
                    </a:cubicBezTo>
                    <a:lnTo>
                      <a:pt x="403" y="4204"/>
                    </a:lnTo>
                    <a:cubicBezTo>
                      <a:pt x="403" y="2108"/>
                      <a:pt x="1731" y="405"/>
                      <a:pt x="3364" y="405"/>
                    </a:cubicBezTo>
                    <a:lnTo>
                      <a:pt x="67361" y="400"/>
                    </a:lnTo>
                    <a:close/>
                    <a:moveTo>
                      <a:pt x="114278" y="0"/>
                    </a:moveTo>
                    <a:lnTo>
                      <a:pt x="114255" y="176"/>
                    </a:lnTo>
                    <a:cubicBezTo>
                      <a:pt x="113845" y="3294"/>
                      <a:pt x="108068" y="3957"/>
                      <a:pt x="106170" y="4175"/>
                    </a:cubicBezTo>
                    <a:lnTo>
                      <a:pt x="106061" y="4187"/>
                    </a:lnTo>
                    <a:cubicBezTo>
                      <a:pt x="103777" y="4451"/>
                      <a:pt x="101371" y="4582"/>
                      <a:pt x="98803" y="4582"/>
                    </a:cubicBezTo>
                    <a:cubicBezTo>
                      <a:pt x="96546" y="4582"/>
                      <a:pt x="94164" y="4481"/>
                      <a:pt x="91630" y="4277"/>
                    </a:cubicBezTo>
                    <a:cubicBezTo>
                      <a:pt x="85496" y="3785"/>
                      <a:pt x="79335" y="2485"/>
                      <a:pt x="73374" y="1229"/>
                    </a:cubicBezTo>
                    <a:cubicBezTo>
                      <a:pt x="71430" y="820"/>
                      <a:pt x="69420" y="395"/>
                      <a:pt x="67400" y="2"/>
                    </a:cubicBezTo>
                    <a:lnTo>
                      <a:pt x="3365" y="2"/>
                    </a:lnTo>
                    <a:cubicBezTo>
                      <a:pt x="1511" y="2"/>
                      <a:pt x="3" y="1889"/>
                      <a:pt x="3" y="4205"/>
                    </a:cubicBezTo>
                    <a:lnTo>
                      <a:pt x="3" y="13267"/>
                    </a:lnTo>
                    <a:lnTo>
                      <a:pt x="66" y="13327"/>
                    </a:lnTo>
                    <a:cubicBezTo>
                      <a:pt x="935" y="14157"/>
                      <a:pt x="1758" y="14760"/>
                      <a:pt x="2295" y="15120"/>
                    </a:cubicBezTo>
                    <a:cubicBezTo>
                      <a:pt x="6107" y="17668"/>
                      <a:pt x="10473" y="18312"/>
                      <a:pt x="14416" y="18312"/>
                    </a:cubicBezTo>
                    <a:cubicBezTo>
                      <a:pt x="15764" y="18312"/>
                      <a:pt x="17063" y="18236"/>
                      <a:pt x="18274" y="18136"/>
                    </a:cubicBezTo>
                    <a:cubicBezTo>
                      <a:pt x="23670" y="17692"/>
                      <a:pt x="29134" y="16335"/>
                      <a:pt x="33955" y="15136"/>
                    </a:cubicBezTo>
                    <a:cubicBezTo>
                      <a:pt x="36148" y="14591"/>
                      <a:pt x="38370" y="14008"/>
                      <a:pt x="40521" y="13444"/>
                    </a:cubicBezTo>
                    <a:cubicBezTo>
                      <a:pt x="45471" y="12145"/>
                      <a:pt x="50591" y="10802"/>
                      <a:pt x="55682" y="9836"/>
                    </a:cubicBezTo>
                    <a:cubicBezTo>
                      <a:pt x="61914" y="8652"/>
                      <a:pt x="67733" y="8068"/>
                      <a:pt x="73339" y="8068"/>
                    </a:cubicBezTo>
                    <a:cubicBezTo>
                      <a:pt x="74883" y="8068"/>
                      <a:pt x="76410" y="8112"/>
                      <a:pt x="77924" y="8200"/>
                    </a:cubicBezTo>
                    <a:cubicBezTo>
                      <a:pt x="85109" y="8620"/>
                      <a:pt x="92423" y="10126"/>
                      <a:pt x="99664" y="12674"/>
                    </a:cubicBezTo>
                    <a:cubicBezTo>
                      <a:pt x="102926" y="13823"/>
                      <a:pt x="105569" y="14839"/>
                      <a:pt x="107978" y="15872"/>
                    </a:cubicBezTo>
                    <a:cubicBezTo>
                      <a:pt x="110192" y="16820"/>
                      <a:pt x="112765" y="18046"/>
                      <a:pt x="115074" y="19959"/>
                    </a:cubicBezTo>
                    <a:cubicBezTo>
                      <a:pt x="118366" y="22686"/>
                      <a:pt x="120289" y="26638"/>
                      <a:pt x="120224" y="30531"/>
                    </a:cubicBezTo>
                    <a:cubicBezTo>
                      <a:pt x="120108" y="37304"/>
                      <a:pt x="113565" y="40179"/>
                      <a:pt x="108656" y="41753"/>
                    </a:cubicBezTo>
                    <a:cubicBezTo>
                      <a:pt x="101534" y="44037"/>
                      <a:pt x="93982" y="44584"/>
                      <a:pt x="87532" y="44818"/>
                    </a:cubicBezTo>
                    <a:cubicBezTo>
                      <a:pt x="85053" y="44908"/>
                      <a:pt x="82593" y="44953"/>
                      <a:pt x="80156" y="44953"/>
                    </a:cubicBezTo>
                    <a:cubicBezTo>
                      <a:pt x="73174" y="44953"/>
                      <a:pt x="66385" y="44584"/>
                      <a:pt x="59897" y="43849"/>
                    </a:cubicBezTo>
                    <a:cubicBezTo>
                      <a:pt x="51824" y="42936"/>
                      <a:pt x="43978" y="41560"/>
                      <a:pt x="37366" y="40335"/>
                    </a:cubicBezTo>
                    <a:cubicBezTo>
                      <a:pt x="34874" y="39874"/>
                      <a:pt x="32343" y="39371"/>
                      <a:pt x="29894" y="38889"/>
                    </a:cubicBezTo>
                    <a:cubicBezTo>
                      <a:pt x="24935" y="37906"/>
                      <a:pt x="19807" y="36891"/>
                      <a:pt x="14740" y="36147"/>
                    </a:cubicBezTo>
                    <a:cubicBezTo>
                      <a:pt x="9938" y="35440"/>
                      <a:pt x="5923" y="35101"/>
                      <a:pt x="2306" y="35101"/>
                    </a:cubicBezTo>
                    <a:cubicBezTo>
                      <a:pt x="1587" y="35101"/>
                      <a:pt x="884" y="35114"/>
                      <a:pt x="193" y="35141"/>
                    </a:cubicBezTo>
                    <a:lnTo>
                      <a:pt x="0" y="35148"/>
                    </a:lnTo>
                    <a:lnTo>
                      <a:pt x="0" y="41850"/>
                    </a:lnTo>
                    <a:lnTo>
                      <a:pt x="250" y="41789"/>
                    </a:lnTo>
                    <a:cubicBezTo>
                      <a:pt x="1438" y="41486"/>
                      <a:pt x="2642" y="41153"/>
                      <a:pt x="3807" y="40829"/>
                    </a:cubicBezTo>
                    <a:cubicBezTo>
                      <a:pt x="6459" y="40093"/>
                      <a:pt x="9201" y="39331"/>
                      <a:pt x="11931" y="38920"/>
                    </a:cubicBezTo>
                    <a:cubicBezTo>
                      <a:pt x="13025" y="38755"/>
                      <a:pt x="14155" y="38672"/>
                      <a:pt x="15326" y="38672"/>
                    </a:cubicBezTo>
                    <a:cubicBezTo>
                      <a:pt x="18207" y="38672"/>
                      <a:pt x="21339" y="39173"/>
                      <a:pt x="24808" y="40183"/>
                    </a:cubicBezTo>
                    <a:cubicBezTo>
                      <a:pt x="27977" y="41106"/>
                      <a:pt x="31136" y="42346"/>
                      <a:pt x="34192" y="43547"/>
                    </a:cubicBezTo>
                    <a:cubicBezTo>
                      <a:pt x="35480" y="44051"/>
                      <a:pt x="36810" y="44575"/>
                      <a:pt x="38124" y="45065"/>
                    </a:cubicBezTo>
                    <a:cubicBezTo>
                      <a:pt x="42272" y="46618"/>
                      <a:pt x="46826" y="47913"/>
                      <a:pt x="52458" y="49140"/>
                    </a:cubicBezTo>
                    <a:cubicBezTo>
                      <a:pt x="61960" y="51209"/>
                      <a:pt x="71376" y="52242"/>
                      <a:pt x="80515" y="52242"/>
                    </a:cubicBezTo>
                    <a:cubicBezTo>
                      <a:pt x="91963" y="52242"/>
                      <a:pt x="102972" y="50622"/>
                      <a:pt x="113151" y="47393"/>
                    </a:cubicBezTo>
                    <a:cubicBezTo>
                      <a:pt x="122171" y="44531"/>
                      <a:pt x="130760" y="39837"/>
                      <a:pt x="139068" y="35298"/>
                    </a:cubicBezTo>
                    <a:lnTo>
                      <a:pt x="139990" y="34794"/>
                    </a:lnTo>
                    <a:cubicBezTo>
                      <a:pt x="144149" y="32523"/>
                      <a:pt x="147959" y="30939"/>
                      <a:pt x="151635" y="29954"/>
                    </a:cubicBezTo>
                    <a:cubicBezTo>
                      <a:pt x="156001" y="28784"/>
                      <a:pt x="160459" y="28512"/>
                      <a:pt x="165023" y="28318"/>
                    </a:cubicBezTo>
                    <a:cubicBezTo>
                      <a:pt x="167510" y="28212"/>
                      <a:pt x="170027" y="28159"/>
                      <a:pt x="172583" y="28159"/>
                    </a:cubicBezTo>
                    <a:cubicBezTo>
                      <a:pt x="187551" y="28159"/>
                      <a:pt x="203846" y="29985"/>
                      <a:pt x="223155" y="33798"/>
                    </a:cubicBezTo>
                    <a:cubicBezTo>
                      <a:pt x="227133" y="34583"/>
                      <a:pt x="230708" y="35389"/>
                      <a:pt x="234091" y="36262"/>
                    </a:cubicBezTo>
                    <a:lnTo>
                      <a:pt x="234343" y="36327"/>
                    </a:lnTo>
                    <a:lnTo>
                      <a:pt x="234343" y="9942"/>
                    </a:lnTo>
                    <a:lnTo>
                      <a:pt x="234144" y="9938"/>
                    </a:lnTo>
                    <a:cubicBezTo>
                      <a:pt x="233436" y="9926"/>
                      <a:pt x="232728" y="9920"/>
                      <a:pt x="232019" y="9920"/>
                    </a:cubicBezTo>
                    <a:cubicBezTo>
                      <a:pt x="221533" y="9920"/>
                      <a:pt x="210937" y="11173"/>
                      <a:pt x="200668" y="12387"/>
                    </a:cubicBezTo>
                    <a:cubicBezTo>
                      <a:pt x="199192" y="12560"/>
                      <a:pt x="197716" y="12735"/>
                      <a:pt x="196241" y="12907"/>
                    </a:cubicBezTo>
                    <a:cubicBezTo>
                      <a:pt x="188833" y="13765"/>
                      <a:pt x="180900" y="14784"/>
                      <a:pt x="173099" y="16399"/>
                    </a:cubicBezTo>
                    <a:cubicBezTo>
                      <a:pt x="168984" y="17250"/>
                      <a:pt x="165266" y="18189"/>
                      <a:pt x="161730" y="19271"/>
                    </a:cubicBezTo>
                    <a:cubicBezTo>
                      <a:pt x="158729" y="20188"/>
                      <a:pt x="155634" y="21574"/>
                      <a:pt x="151992" y="23636"/>
                    </a:cubicBezTo>
                    <a:cubicBezTo>
                      <a:pt x="147694" y="26067"/>
                      <a:pt x="143448" y="28211"/>
                      <a:pt x="139076" y="28211"/>
                    </a:cubicBezTo>
                    <a:cubicBezTo>
                      <a:pt x="137648" y="28211"/>
                      <a:pt x="136206" y="27982"/>
                      <a:pt x="134745" y="27459"/>
                    </a:cubicBezTo>
                    <a:cubicBezTo>
                      <a:pt x="129659" y="25640"/>
                      <a:pt x="126097" y="20292"/>
                      <a:pt x="125882" y="14148"/>
                    </a:cubicBezTo>
                    <a:cubicBezTo>
                      <a:pt x="125729" y="9782"/>
                      <a:pt x="128305" y="6844"/>
                      <a:pt x="133544" y="5415"/>
                    </a:cubicBezTo>
                    <a:cubicBezTo>
                      <a:pt x="139606" y="3761"/>
                      <a:pt x="145790" y="3559"/>
                      <a:pt x="152664" y="3482"/>
                    </a:cubicBezTo>
                    <a:lnTo>
                      <a:pt x="153767" y="3469"/>
                    </a:lnTo>
                    <a:cubicBezTo>
                      <a:pt x="160981" y="3392"/>
                      <a:pt x="168439" y="3314"/>
                      <a:pt x="175499" y="719"/>
                    </a:cubicBezTo>
                    <a:cubicBezTo>
                      <a:pt x="175781" y="617"/>
                      <a:pt x="176061" y="506"/>
                      <a:pt x="176341" y="389"/>
                    </a:cubicBezTo>
                    <a:lnTo>
                      <a:pt x="17726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 name="Google Shape;60;p3"/>
            <p:cNvSpPr/>
            <p:nvPr/>
          </p:nvSpPr>
          <p:spPr>
            <a:xfrm flipH="1" rot="10800000">
              <a:off x="-97224" y="2054444"/>
              <a:ext cx="8367499" cy="1836163"/>
            </a:xfrm>
            <a:custGeom>
              <a:rect b="b" l="l" r="r" t="t"/>
              <a:pathLst>
                <a:path extrusionOk="0" h="45884" w="209096">
                  <a:moveTo>
                    <a:pt x="173615" y="405"/>
                  </a:moveTo>
                  <a:cubicBezTo>
                    <a:pt x="176375" y="405"/>
                    <a:pt x="179213" y="507"/>
                    <a:pt x="182050" y="829"/>
                  </a:cubicBezTo>
                  <a:cubicBezTo>
                    <a:pt x="188207" y="1528"/>
                    <a:pt x="194615" y="3672"/>
                    <a:pt x="201642" y="7381"/>
                  </a:cubicBezTo>
                  <a:lnTo>
                    <a:pt x="202000" y="7570"/>
                  </a:lnTo>
                  <a:cubicBezTo>
                    <a:pt x="204160" y="8703"/>
                    <a:pt x="207122" y="10258"/>
                    <a:pt x="208209" y="13014"/>
                  </a:cubicBezTo>
                  <a:cubicBezTo>
                    <a:pt x="208659" y="14157"/>
                    <a:pt x="208681" y="15157"/>
                    <a:pt x="208272" y="15990"/>
                  </a:cubicBezTo>
                  <a:cubicBezTo>
                    <a:pt x="207624" y="17309"/>
                    <a:pt x="205989" y="18018"/>
                    <a:pt x="204732" y="18381"/>
                  </a:cubicBezTo>
                  <a:cubicBezTo>
                    <a:pt x="201461" y="19325"/>
                    <a:pt x="198006" y="19797"/>
                    <a:pt x="194392" y="19797"/>
                  </a:cubicBezTo>
                  <a:cubicBezTo>
                    <a:pt x="190821" y="19797"/>
                    <a:pt x="187096" y="19336"/>
                    <a:pt x="183241" y="18415"/>
                  </a:cubicBezTo>
                  <a:cubicBezTo>
                    <a:pt x="179114" y="17429"/>
                    <a:pt x="174866" y="16057"/>
                    <a:pt x="170611" y="14337"/>
                  </a:cubicBezTo>
                  <a:cubicBezTo>
                    <a:pt x="166998" y="12878"/>
                    <a:pt x="163261" y="11368"/>
                    <a:pt x="159428" y="10535"/>
                  </a:cubicBezTo>
                  <a:cubicBezTo>
                    <a:pt x="157531" y="10122"/>
                    <a:pt x="155742" y="9916"/>
                    <a:pt x="154034" y="9916"/>
                  </a:cubicBezTo>
                  <a:cubicBezTo>
                    <a:pt x="152450" y="9916"/>
                    <a:pt x="150935" y="10094"/>
                    <a:pt x="149470" y="10449"/>
                  </a:cubicBezTo>
                  <a:cubicBezTo>
                    <a:pt x="145504" y="11411"/>
                    <a:pt x="142070" y="13874"/>
                    <a:pt x="138895" y="16316"/>
                  </a:cubicBezTo>
                  <a:cubicBezTo>
                    <a:pt x="136054" y="18501"/>
                    <a:pt x="133233" y="20858"/>
                    <a:pt x="130505" y="23139"/>
                  </a:cubicBezTo>
                  <a:cubicBezTo>
                    <a:pt x="126905" y="26149"/>
                    <a:pt x="123181" y="29264"/>
                    <a:pt x="119366" y="32010"/>
                  </a:cubicBezTo>
                  <a:cubicBezTo>
                    <a:pt x="107458" y="40580"/>
                    <a:pt x="92880" y="45107"/>
                    <a:pt x="76028" y="45462"/>
                  </a:cubicBezTo>
                  <a:cubicBezTo>
                    <a:pt x="75424" y="45475"/>
                    <a:pt x="74822" y="45482"/>
                    <a:pt x="74224" y="45482"/>
                  </a:cubicBezTo>
                  <a:cubicBezTo>
                    <a:pt x="58269" y="45482"/>
                    <a:pt x="44689" y="40929"/>
                    <a:pt x="33828" y="31942"/>
                  </a:cubicBezTo>
                  <a:cubicBezTo>
                    <a:pt x="27187" y="26448"/>
                    <a:pt x="20603" y="21405"/>
                    <a:pt x="13056" y="20088"/>
                  </a:cubicBezTo>
                  <a:cubicBezTo>
                    <a:pt x="11967" y="19897"/>
                    <a:pt x="10865" y="19801"/>
                    <a:pt x="9746" y="19801"/>
                  </a:cubicBezTo>
                  <a:cubicBezTo>
                    <a:pt x="6781" y="19801"/>
                    <a:pt x="3696" y="20474"/>
                    <a:pt x="406" y="21833"/>
                  </a:cubicBezTo>
                  <a:lnTo>
                    <a:pt x="406" y="14358"/>
                  </a:lnTo>
                  <a:cubicBezTo>
                    <a:pt x="1109" y="14230"/>
                    <a:pt x="1864" y="14110"/>
                    <a:pt x="2702" y="13993"/>
                  </a:cubicBezTo>
                  <a:cubicBezTo>
                    <a:pt x="5594" y="13588"/>
                    <a:pt x="8552" y="13414"/>
                    <a:pt x="11411" y="13245"/>
                  </a:cubicBezTo>
                  <a:lnTo>
                    <a:pt x="12958" y="13152"/>
                  </a:lnTo>
                  <a:cubicBezTo>
                    <a:pt x="15818" y="12978"/>
                    <a:pt x="18953" y="12785"/>
                    <a:pt x="22145" y="12785"/>
                  </a:cubicBezTo>
                  <a:cubicBezTo>
                    <a:pt x="23389" y="12785"/>
                    <a:pt x="24641" y="12814"/>
                    <a:pt x="25889" y="12885"/>
                  </a:cubicBezTo>
                  <a:cubicBezTo>
                    <a:pt x="29786" y="13104"/>
                    <a:pt x="33808" y="14150"/>
                    <a:pt x="38546" y="16169"/>
                  </a:cubicBezTo>
                  <a:cubicBezTo>
                    <a:pt x="52883" y="22283"/>
                    <a:pt x="69842" y="28659"/>
                    <a:pt x="86902" y="29591"/>
                  </a:cubicBezTo>
                  <a:cubicBezTo>
                    <a:pt x="88135" y="29659"/>
                    <a:pt x="89353" y="29692"/>
                    <a:pt x="90554" y="29692"/>
                  </a:cubicBezTo>
                  <a:cubicBezTo>
                    <a:pt x="97955" y="29692"/>
                    <a:pt x="104738" y="28414"/>
                    <a:pt x="110758" y="25880"/>
                  </a:cubicBezTo>
                  <a:cubicBezTo>
                    <a:pt x="117187" y="23174"/>
                    <a:pt x="123174" y="18993"/>
                    <a:pt x="128962" y="14950"/>
                  </a:cubicBezTo>
                  <a:cubicBezTo>
                    <a:pt x="130301" y="14015"/>
                    <a:pt x="131684" y="13050"/>
                    <a:pt x="133052" y="12117"/>
                  </a:cubicBezTo>
                  <a:cubicBezTo>
                    <a:pt x="136569" y="9716"/>
                    <a:pt x="140379" y="7249"/>
                    <a:pt x="144384" y="5460"/>
                  </a:cubicBezTo>
                  <a:cubicBezTo>
                    <a:pt x="148006" y="3842"/>
                    <a:pt x="151905" y="2608"/>
                    <a:pt x="155970" y="1792"/>
                  </a:cubicBezTo>
                  <a:cubicBezTo>
                    <a:pt x="159701" y="1042"/>
                    <a:pt x="163680" y="640"/>
                    <a:pt x="168868" y="486"/>
                  </a:cubicBezTo>
                  <a:cubicBezTo>
                    <a:pt x="170413" y="440"/>
                    <a:pt x="172001" y="405"/>
                    <a:pt x="173615" y="405"/>
                  </a:cubicBezTo>
                  <a:close/>
                  <a:moveTo>
                    <a:pt x="173609" y="0"/>
                  </a:moveTo>
                  <a:cubicBezTo>
                    <a:pt x="171993" y="0"/>
                    <a:pt x="170405" y="35"/>
                    <a:pt x="168858" y="80"/>
                  </a:cubicBezTo>
                  <a:cubicBezTo>
                    <a:pt x="163644" y="234"/>
                    <a:pt x="159645" y="639"/>
                    <a:pt x="155891" y="1393"/>
                  </a:cubicBezTo>
                  <a:cubicBezTo>
                    <a:pt x="151795" y="2216"/>
                    <a:pt x="147870" y="3459"/>
                    <a:pt x="144219" y="5088"/>
                  </a:cubicBezTo>
                  <a:cubicBezTo>
                    <a:pt x="140186" y="6888"/>
                    <a:pt x="136359" y="9369"/>
                    <a:pt x="132824" y="11781"/>
                  </a:cubicBezTo>
                  <a:cubicBezTo>
                    <a:pt x="131454" y="12715"/>
                    <a:pt x="130070" y="13683"/>
                    <a:pt x="128732" y="14617"/>
                  </a:cubicBezTo>
                  <a:cubicBezTo>
                    <a:pt x="122961" y="18648"/>
                    <a:pt x="116993" y="22817"/>
                    <a:pt x="110602" y="25506"/>
                  </a:cubicBezTo>
                  <a:cubicBezTo>
                    <a:pt x="104631" y="28019"/>
                    <a:pt x="97899" y="29287"/>
                    <a:pt x="90554" y="29287"/>
                  </a:cubicBezTo>
                  <a:cubicBezTo>
                    <a:pt x="89360" y="29287"/>
                    <a:pt x="88149" y="29254"/>
                    <a:pt x="86923" y="29187"/>
                  </a:cubicBezTo>
                  <a:cubicBezTo>
                    <a:pt x="69926" y="28261"/>
                    <a:pt x="53010" y="21898"/>
                    <a:pt x="38703" y="15797"/>
                  </a:cubicBezTo>
                  <a:cubicBezTo>
                    <a:pt x="33922" y="13758"/>
                    <a:pt x="29857" y="12704"/>
                    <a:pt x="25911" y="12481"/>
                  </a:cubicBezTo>
                  <a:cubicBezTo>
                    <a:pt x="24653" y="12410"/>
                    <a:pt x="23392" y="12381"/>
                    <a:pt x="22140" y="12381"/>
                  </a:cubicBezTo>
                  <a:cubicBezTo>
                    <a:pt x="18938" y="12381"/>
                    <a:pt x="15797" y="12572"/>
                    <a:pt x="12931" y="12748"/>
                  </a:cubicBezTo>
                  <a:lnTo>
                    <a:pt x="11384" y="12841"/>
                  </a:lnTo>
                  <a:cubicBezTo>
                    <a:pt x="8518" y="13010"/>
                    <a:pt x="5551" y="13184"/>
                    <a:pt x="2644" y="13591"/>
                  </a:cubicBezTo>
                  <a:cubicBezTo>
                    <a:pt x="1731" y="13718"/>
                    <a:pt x="921" y="13848"/>
                    <a:pt x="165" y="13990"/>
                  </a:cubicBezTo>
                  <a:lnTo>
                    <a:pt x="0" y="14020"/>
                  </a:lnTo>
                  <a:lnTo>
                    <a:pt x="0" y="22434"/>
                  </a:lnTo>
                  <a:lnTo>
                    <a:pt x="280" y="22317"/>
                  </a:lnTo>
                  <a:cubicBezTo>
                    <a:pt x="3624" y="20902"/>
                    <a:pt x="6748" y="20202"/>
                    <a:pt x="9745" y="20202"/>
                  </a:cubicBezTo>
                  <a:cubicBezTo>
                    <a:pt x="10841" y="20202"/>
                    <a:pt x="11920" y="20296"/>
                    <a:pt x="12987" y="20482"/>
                  </a:cubicBezTo>
                  <a:cubicBezTo>
                    <a:pt x="20436" y="21784"/>
                    <a:pt x="26975" y="26792"/>
                    <a:pt x="33571" y="32250"/>
                  </a:cubicBezTo>
                  <a:cubicBezTo>
                    <a:pt x="44508" y="41302"/>
                    <a:pt x="58178" y="45884"/>
                    <a:pt x="74230" y="45884"/>
                  </a:cubicBezTo>
                  <a:cubicBezTo>
                    <a:pt x="74828" y="45884"/>
                    <a:pt x="75434" y="45878"/>
                    <a:pt x="76041" y="45864"/>
                  </a:cubicBezTo>
                  <a:cubicBezTo>
                    <a:pt x="92973" y="45507"/>
                    <a:pt x="107630" y="40953"/>
                    <a:pt x="119603" y="32334"/>
                  </a:cubicBezTo>
                  <a:cubicBezTo>
                    <a:pt x="123430" y="29580"/>
                    <a:pt x="127160" y="26462"/>
                    <a:pt x="130767" y="23446"/>
                  </a:cubicBezTo>
                  <a:cubicBezTo>
                    <a:pt x="133490" y="21168"/>
                    <a:pt x="136306" y="18812"/>
                    <a:pt x="139143" y="16633"/>
                  </a:cubicBezTo>
                  <a:cubicBezTo>
                    <a:pt x="142286" y="14218"/>
                    <a:pt x="145678" y="11782"/>
                    <a:pt x="149569" y="10839"/>
                  </a:cubicBezTo>
                  <a:cubicBezTo>
                    <a:pt x="151002" y="10492"/>
                    <a:pt x="152486" y="10318"/>
                    <a:pt x="154040" y="10318"/>
                  </a:cubicBezTo>
                  <a:cubicBezTo>
                    <a:pt x="155718" y="10318"/>
                    <a:pt x="157477" y="10521"/>
                    <a:pt x="159345" y="10926"/>
                  </a:cubicBezTo>
                  <a:cubicBezTo>
                    <a:pt x="163146" y="11754"/>
                    <a:pt x="166866" y="13255"/>
                    <a:pt x="170463" y="14710"/>
                  </a:cubicBezTo>
                  <a:cubicBezTo>
                    <a:pt x="174735" y="16434"/>
                    <a:pt x="179004" y="17813"/>
                    <a:pt x="183149" y="18805"/>
                  </a:cubicBezTo>
                  <a:cubicBezTo>
                    <a:pt x="187035" y="19734"/>
                    <a:pt x="190791" y="20198"/>
                    <a:pt x="194393" y="20198"/>
                  </a:cubicBezTo>
                  <a:cubicBezTo>
                    <a:pt x="198045" y="20198"/>
                    <a:pt x="201538" y="19721"/>
                    <a:pt x="204846" y="18766"/>
                  </a:cubicBezTo>
                  <a:cubicBezTo>
                    <a:pt x="206788" y="18205"/>
                    <a:pt x="208062" y="17332"/>
                    <a:pt x="208634" y="16167"/>
                  </a:cubicBezTo>
                  <a:cubicBezTo>
                    <a:pt x="209095" y="15229"/>
                    <a:pt x="209080" y="14117"/>
                    <a:pt x="208584" y="12865"/>
                  </a:cubicBezTo>
                  <a:cubicBezTo>
                    <a:pt x="207441" y="9969"/>
                    <a:pt x="204404" y="8376"/>
                    <a:pt x="202188" y="7211"/>
                  </a:cubicBezTo>
                  <a:lnTo>
                    <a:pt x="201831" y="7024"/>
                  </a:lnTo>
                  <a:cubicBezTo>
                    <a:pt x="194760" y="3289"/>
                    <a:pt x="188306" y="1132"/>
                    <a:pt x="182098" y="427"/>
                  </a:cubicBezTo>
                  <a:cubicBezTo>
                    <a:pt x="179239" y="102"/>
                    <a:pt x="176384" y="0"/>
                    <a:pt x="17360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3"/>
            <p:cNvSpPr/>
            <p:nvPr/>
          </p:nvSpPr>
          <p:spPr>
            <a:xfrm flipH="1" rot="10800000">
              <a:off x="-97184" y="2454484"/>
              <a:ext cx="807313" cy="330705"/>
            </a:xfrm>
            <a:custGeom>
              <a:rect b="b" l="l" r="r" t="t"/>
              <a:pathLst>
                <a:path extrusionOk="0" h="8264" w="20174">
                  <a:moveTo>
                    <a:pt x="10888" y="404"/>
                  </a:moveTo>
                  <a:cubicBezTo>
                    <a:pt x="11749" y="404"/>
                    <a:pt x="12597" y="461"/>
                    <a:pt x="13422" y="602"/>
                  </a:cubicBezTo>
                  <a:cubicBezTo>
                    <a:pt x="15472" y="954"/>
                    <a:pt x="17153" y="1897"/>
                    <a:pt x="18413" y="3404"/>
                  </a:cubicBezTo>
                  <a:cubicBezTo>
                    <a:pt x="19054" y="4170"/>
                    <a:pt x="19787" y="5267"/>
                    <a:pt x="19634" y="6147"/>
                  </a:cubicBezTo>
                  <a:cubicBezTo>
                    <a:pt x="19567" y="6546"/>
                    <a:pt x="19324" y="6863"/>
                    <a:pt x="18894" y="7118"/>
                  </a:cubicBezTo>
                  <a:cubicBezTo>
                    <a:pt x="17704" y="7820"/>
                    <a:pt x="16206" y="7861"/>
                    <a:pt x="14950" y="7861"/>
                  </a:cubicBezTo>
                  <a:cubicBezTo>
                    <a:pt x="14860" y="7861"/>
                    <a:pt x="14771" y="7861"/>
                    <a:pt x="14684" y="7861"/>
                  </a:cubicBezTo>
                  <a:cubicBezTo>
                    <a:pt x="13289" y="7856"/>
                    <a:pt x="11866" y="7753"/>
                    <a:pt x="10488" y="7653"/>
                  </a:cubicBezTo>
                  <a:cubicBezTo>
                    <a:pt x="9887" y="7608"/>
                    <a:pt x="9287" y="7565"/>
                    <a:pt x="8687" y="7529"/>
                  </a:cubicBezTo>
                  <a:cubicBezTo>
                    <a:pt x="5827" y="7359"/>
                    <a:pt x="3245" y="7206"/>
                    <a:pt x="649" y="7206"/>
                  </a:cubicBezTo>
                  <a:cubicBezTo>
                    <a:pt x="568" y="7206"/>
                    <a:pt x="486" y="7206"/>
                    <a:pt x="405" y="7206"/>
                  </a:cubicBezTo>
                  <a:lnTo>
                    <a:pt x="405" y="1428"/>
                  </a:lnTo>
                  <a:cubicBezTo>
                    <a:pt x="2017" y="1368"/>
                    <a:pt x="3674" y="1139"/>
                    <a:pt x="5280" y="919"/>
                  </a:cubicBezTo>
                  <a:cubicBezTo>
                    <a:pt x="7141" y="665"/>
                    <a:pt x="9044" y="404"/>
                    <a:pt x="10888" y="404"/>
                  </a:cubicBezTo>
                  <a:close/>
                  <a:moveTo>
                    <a:pt x="10888" y="1"/>
                  </a:moveTo>
                  <a:cubicBezTo>
                    <a:pt x="9018" y="1"/>
                    <a:pt x="7099" y="265"/>
                    <a:pt x="5223" y="522"/>
                  </a:cubicBezTo>
                  <a:cubicBezTo>
                    <a:pt x="3564" y="751"/>
                    <a:pt x="1848" y="984"/>
                    <a:pt x="195" y="1034"/>
                  </a:cubicBezTo>
                  <a:lnTo>
                    <a:pt x="1" y="1039"/>
                  </a:lnTo>
                  <a:lnTo>
                    <a:pt x="1" y="7612"/>
                  </a:lnTo>
                  <a:lnTo>
                    <a:pt x="202" y="7612"/>
                  </a:lnTo>
                  <a:cubicBezTo>
                    <a:pt x="266" y="7612"/>
                    <a:pt x="330" y="7612"/>
                    <a:pt x="393" y="7612"/>
                  </a:cubicBezTo>
                  <a:cubicBezTo>
                    <a:pt x="3056" y="7612"/>
                    <a:pt x="5717" y="7756"/>
                    <a:pt x="8664" y="7932"/>
                  </a:cubicBezTo>
                  <a:cubicBezTo>
                    <a:pt x="9261" y="7968"/>
                    <a:pt x="9860" y="8012"/>
                    <a:pt x="10460" y="8055"/>
                  </a:cubicBezTo>
                  <a:cubicBezTo>
                    <a:pt x="11844" y="8155"/>
                    <a:pt x="13275" y="8259"/>
                    <a:pt x="14682" y="8264"/>
                  </a:cubicBezTo>
                  <a:lnTo>
                    <a:pt x="14998" y="8264"/>
                  </a:lnTo>
                  <a:cubicBezTo>
                    <a:pt x="16295" y="8264"/>
                    <a:pt x="17831" y="8211"/>
                    <a:pt x="19096" y="7463"/>
                  </a:cubicBezTo>
                  <a:cubicBezTo>
                    <a:pt x="19626" y="7152"/>
                    <a:pt x="19940" y="6730"/>
                    <a:pt x="20030" y="6216"/>
                  </a:cubicBezTo>
                  <a:cubicBezTo>
                    <a:pt x="20173" y="5387"/>
                    <a:pt x="19732" y="4354"/>
                    <a:pt x="18720" y="3145"/>
                  </a:cubicBezTo>
                  <a:cubicBezTo>
                    <a:pt x="17395" y="1562"/>
                    <a:pt x="15637" y="574"/>
                    <a:pt x="13488" y="205"/>
                  </a:cubicBezTo>
                  <a:cubicBezTo>
                    <a:pt x="12639" y="59"/>
                    <a:pt x="11769" y="1"/>
                    <a:pt x="108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3"/>
            <p:cNvSpPr/>
            <p:nvPr/>
          </p:nvSpPr>
          <p:spPr>
            <a:xfrm flipH="1" rot="10800000">
              <a:off x="-97104" y="1094974"/>
              <a:ext cx="9377861" cy="2035410"/>
            </a:xfrm>
            <a:custGeom>
              <a:rect b="b" l="l" r="r" t="t"/>
              <a:pathLst>
                <a:path extrusionOk="0" h="50863" w="234344">
                  <a:moveTo>
                    <a:pt x="233940" y="621"/>
                  </a:moveTo>
                  <a:lnTo>
                    <a:pt x="233940" y="12077"/>
                  </a:lnTo>
                  <a:cubicBezTo>
                    <a:pt x="232371" y="13846"/>
                    <a:pt x="230619" y="15358"/>
                    <a:pt x="228734" y="16565"/>
                  </a:cubicBezTo>
                  <a:cubicBezTo>
                    <a:pt x="224484" y="19289"/>
                    <a:pt x="219376" y="20857"/>
                    <a:pt x="213122" y="21360"/>
                  </a:cubicBezTo>
                  <a:cubicBezTo>
                    <a:pt x="211653" y="21479"/>
                    <a:pt x="210146" y="21539"/>
                    <a:pt x="208580" y="21539"/>
                  </a:cubicBezTo>
                  <a:cubicBezTo>
                    <a:pt x="205000" y="21539"/>
                    <a:pt x="201109" y="21226"/>
                    <a:pt x="196647" y="20590"/>
                  </a:cubicBezTo>
                  <a:lnTo>
                    <a:pt x="196529" y="20574"/>
                  </a:lnTo>
                  <a:cubicBezTo>
                    <a:pt x="194477" y="20283"/>
                    <a:pt x="192356" y="19981"/>
                    <a:pt x="190306" y="19457"/>
                  </a:cubicBezTo>
                  <a:cubicBezTo>
                    <a:pt x="188131" y="18901"/>
                    <a:pt x="186302" y="18457"/>
                    <a:pt x="184446" y="18095"/>
                  </a:cubicBezTo>
                  <a:cubicBezTo>
                    <a:pt x="182413" y="17700"/>
                    <a:pt x="180221" y="17338"/>
                    <a:pt x="178016" y="17338"/>
                  </a:cubicBezTo>
                  <a:cubicBezTo>
                    <a:pt x="177942" y="17338"/>
                    <a:pt x="177867" y="17339"/>
                    <a:pt x="177792" y="17340"/>
                  </a:cubicBezTo>
                  <a:cubicBezTo>
                    <a:pt x="176496" y="17354"/>
                    <a:pt x="174542" y="17378"/>
                    <a:pt x="173323" y="18637"/>
                  </a:cubicBezTo>
                  <a:cubicBezTo>
                    <a:pt x="172261" y="19733"/>
                    <a:pt x="172397" y="21555"/>
                    <a:pt x="173080" y="22788"/>
                  </a:cubicBezTo>
                  <a:cubicBezTo>
                    <a:pt x="174004" y="24459"/>
                    <a:pt x="175665" y="25395"/>
                    <a:pt x="177319" y="26158"/>
                  </a:cubicBezTo>
                  <a:cubicBezTo>
                    <a:pt x="180088" y="27433"/>
                    <a:pt x="183032" y="28076"/>
                    <a:pt x="185878" y="28699"/>
                  </a:cubicBezTo>
                  <a:cubicBezTo>
                    <a:pt x="186544" y="28844"/>
                    <a:pt x="187205" y="28990"/>
                    <a:pt x="187866" y="29142"/>
                  </a:cubicBezTo>
                  <a:cubicBezTo>
                    <a:pt x="191326" y="29942"/>
                    <a:pt x="194903" y="30405"/>
                    <a:pt x="198362" y="30852"/>
                  </a:cubicBezTo>
                  <a:lnTo>
                    <a:pt x="199879" y="31048"/>
                  </a:lnTo>
                  <a:cubicBezTo>
                    <a:pt x="203501" y="31524"/>
                    <a:pt x="207493" y="31975"/>
                    <a:pt x="212443" y="32469"/>
                  </a:cubicBezTo>
                  <a:cubicBezTo>
                    <a:pt x="216296" y="32854"/>
                    <a:pt x="220110" y="33192"/>
                    <a:pt x="223683" y="33505"/>
                  </a:cubicBezTo>
                  <a:cubicBezTo>
                    <a:pt x="226437" y="33747"/>
                    <a:pt x="229366" y="34040"/>
                    <a:pt x="232268" y="34727"/>
                  </a:cubicBezTo>
                  <a:cubicBezTo>
                    <a:pt x="232812" y="34856"/>
                    <a:pt x="233374" y="35011"/>
                    <a:pt x="233940" y="35186"/>
                  </a:cubicBezTo>
                  <a:lnTo>
                    <a:pt x="233940" y="50330"/>
                  </a:lnTo>
                  <a:cubicBezTo>
                    <a:pt x="227593" y="48509"/>
                    <a:pt x="220754" y="46238"/>
                    <a:pt x="213042" y="43386"/>
                  </a:cubicBezTo>
                  <a:cubicBezTo>
                    <a:pt x="208088" y="41555"/>
                    <a:pt x="202988" y="39512"/>
                    <a:pt x="197884" y="37317"/>
                  </a:cubicBezTo>
                  <a:cubicBezTo>
                    <a:pt x="195613" y="36339"/>
                    <a:pt x="193318" y="35281"/>
                    <a:pt x="191099" y="34257"/>
                  </a:cubicBezTo>
                  <a:cubicBezTo>
                    <a:pt x="188401" y="33014"/>
                    <a:pt x="185611" y="31726"/>
                    <a:pt x="182833" y="30573"/>
                  </a:cubicBezTo>
                  <a:cubicBezTo>
                    <a:pt x="172649" y="26340"/>
                    <a:pt x="162754" y="24195"/>
                    <a:pt x="153409" y="24195"/>
                  </a:cubicBezTo>
                  <a:cubicBezTo>
                    <a:pt x="153178" y="24195"/>
                    <a:pt x="152948" y="24197"/>
                    <a:pt x="152719" y="24198"/>
                  </a:cubicBezTo>
                  <a:cubicBezTo>
                    <a:pt x="142080" y="24319"/>
                    <a:pt x="132064" y="27884"/>
                    <a:pt x="122824" y="31721"/>
                  </a:cubicBezTo>
                  <a:cubicBezTo>
                    <a:pt x="112729" y="35913"/>
                    <a:pt x="102805" y="39822"/>
                    <a:pt x="92400" y="41608"/>
                  </a:cubicBezTo>
                  <a:cubicBezTo>
                    <a:pt x="82867" y="43244"/>
                    <a:pt x="72721" y="44299"/>
                    <a:pt x="61383" y="44830"/>
                  </a:cubicBezTo>
                  <a:cubicBezTo>
                    <a:pt x="58519" y="44965"/>
                    <a:pt x="55783" y="45032"/>
                    <a:pt x="53152" y="45032"/>
                  </a:cubicBezTo>
                  <a:cubicBezTo>
                    <a:pt x="45012" y="45032"/>
                    <a:pt x="37887" y="44383"/>
                    <a:pt x="31169" y="43050"/>
                  </a:cubicBezTo>
                  <a:cubicBezTo>
                    <a:pt x="24718" y="41770"/>
                    <a:pt x="18066" y="39641"/>
                    <a:pt x="11397" y="36720"/>
                  </a:cubicBezTo>
                  <a:cubicBezTo>
                    <a:pt x="7680" y="35093"/>
                    <a:pt x="3780" y="33224"/>
                    <a:pt x="405" y="30582"/>
                  </a:cubicBezTo>
                  <a:lnTo>
                    <a:pt x="405" y="21725"/>
                  </a:lnTo>
                  <a:cubicBezTo>
                    <a:pt x="5173" y="23118"/>
                    <a:pt x="10001" y="24631"/>
                    <a:pt x="14673" y="26094"/>
                  </a:cubicBezTo>
                  <a:cubicBezTo>
                    <a:pt x="18472" y="27283"/>
                    <a:pt x="22397" y="28512"/>
                    <a:pt x="26269" y="29670"/>
                  </a:cubicBezTo>
                  <a:cubicBezTo>
                    <a:pt x="42759" y="34607"/>
                    <a:pt x="58954" y="38982"/>
                    <a:pt x="74991" y="38982"/>
                  </a:cubicBezTo>
                  <a:cubicBezTo>
                    <a:pt x="78823" y="38982"/>
                    <a:pt x="82649" y="38732"/>
                    <a:pt x="86466" y="38179"/>
                  </a:cubicBezTo>
                  <a:cubicBezTo>
                    <a:pt x="95509" y="36872"/>
                    <a:pt x="104228" y="33938"/>
                    <a:pt x="112383" y="29455"/>
                  </a:cubicBezTo>
                  <a:cubicBezTo>
                    <a:pt x="116730" y="27066"/>
                    <a:pt x="120985" y="24195"/>
                    <a:pt x="125029" y="20922"/>
                  </a:cubicBezTo>
                  <a:cubicBezTo>
                    <a:pt x="126767" y="19511"/>
                    <a:pt x="128488" y="17994"/>
                    <a:pt x="130152" y="16524"/>
                  </a:cubicBezTo>
                  <a:cubicBezTo>
                    <a:pt x="131788" y="15078"/>
                    <a:pt x="133483" y="13582"/>
                    <a:pt x="135190" y="12196"/>
                  </a:cubicBezTo>
                  <a:cubicBezTo>
                    <a:pt x="137654" y="10200"/>
                    <a:pt x="140969" y="7788"/>
                    <a:pt x="144768" y="6873"/>
                  </a:cubicBezTo>
                  <a:cubicBezTo>
                    <a:pt x="145990" y="6580"/>
                    <a:pt x="147258" y="6432"/>
                    <a:pt x="148594" y="6432"/>
                  </a:cubicBezTo>
                  <a:cubicBezTo>
                    <a:pt x="151134" y="6432"/>
                    <a:pt x="153922" y="6966"/>
                    <a:pt x="157120" y="8052"/>
                  </a:cubicBezTo>
                  <a:cubicBezTo>
                    <a:pt x="165254" y="10813"/>
                    <a:pt x="174727" y="13878"/>
                    <a:pt x="184226" y="15304"/>
                  </a:cubicBezTo>
                  <a:cubicBezTo>
                    <a:pt x="187914" y="15858"/>
                    <a:pt x="191419" y="16136"/>
                    <a:pt x="194766" y="16136"/>
                  </a:cubicBezTo>
                  <a:cubicBezTo>
                    <a:pt x="200932" y="16136"/>
                    <a:pt x="206557" y="15192"/>
                    <a:pt x="211781" y="13295"/>
                  </a:cubicBezTo>
                  <a:cubicBezTo>
                    <a:pt x="216509" y="11579"/>
                    <a:pt x="220789" y="8892"/>
                    <a:pt x="224351" y="6492"/>
                  </a:cubicBezTo>
                  <a:cubicBezTo>
                    <a:pt x="224766" y="6212"/>
                    <a:pt x="225182" y="5928"/>
                    <a:pt x="225598" y="5645"/>
                  </a:cubicBezTo>
                  <a:cubicBezTo>
                    <a:pt x="228277" y="3826"/>
                    <a:pt x="231045" y="1944"/>
                    <a:pt x="233940" y="621"/>
                  </a:cubicBezTo>
                  <a:close/>
                  <a:moveTo>
                    <a:pt x="234344" y="1"/>
                  </a:moveTo>
                  <a:lnTo>
                    <a:pt x="234062" y="127"/>
                  </a:lnTo>
                  <a:cubicBezTo>
                    <a:pt x="231032" y="1470"/>
                    <a:pt x="228156" y="3423"/>
                    <a:pt x="225375" y="5313"/>
                  </a:cubicBezTo>
                  <a:cubicBezTo>
                    <a:pt x="224959" y="5595"/>
                    <a:pt x="224545" y="5878"/>
                    <a:pt x="224128" y="6158"/>
                  </a:cubicBezTo>
                  <a:cubicBezTo>
                    <a:pt x="220589" y="8544"/>
                    <a:pt x="216336" y="11214"/>
                    <a:pt x="211647" y="12916"/>
                  </a:cubicBezTo>
                  <a:cubicBezTo>
                    <a:pt x="206466" y="14796"/>
                    <a:pt x="200885" y="15732"/>
                    <a:pt x="194765" y="15732"/>
                  </a:cubicBezTo>
                  <a:cubicBezTo>
                    <a:pt x="191440" y="15732"/>
                    <a:pt x="187955" y="15456"/>
                    <a:pt x="184289" y="14905"/>
                  </a:cubicBezTo>
                  <a:cubicBezTo>
                    <a:pt x="174822" y="13485"/>
                    <a:pt x="165370" y="10424"/>
                    <a:pt x="157251" y="7671"/>
                  </a:cubicBezTo>
                  <a:cubicBezTo>
                    <a:pt x="154011" y="6571"/>
                    <a:pt x="151182" y="6028"/>
                    <a:pt x="148600" y="6028"/>
                  </a:cubicBezTo>
                  <a:cubicBezTo>
                    <a:pt x="147230" y="6028"/>
                    <a:pt x="145930" y="6181"/>
                    <a:pt x="144675" y="6483"/>
                  </a:cubicBezTo>
                  <a:cubicBezTo>
                    <a:pt x="140797" y="7416"/>
                    <a:pt x="137434" y="9860"/>
                    <a:pt x="134939" y="11886"/>
                  </a:cubicBezTo>
                  <a:cubicBezTo>
                    <a:pt x="133224" y="13277"/>
                    <a:pt x="131528" y="14775"/>
                    <a:pt x="129887" y="16224"/>
                  </a:cubicBezTo>
                  <a:cubicBezTo>
                    <a:pt x="128225" y="17690"/>
                    <a:pt x="126509" y="19207"/>
                    <a:pt x="124774" y="20610"/>
                  </a:cubicBezTo>
                  <a:cubicBezTo>
                    <a:pt x="120749" y="23869"/>
                    <a:pt x="116514" y="26727"/>
                    <a:pt x="112189" y="29105"/>
                  </a:cubicBezTo>
                  <a:cubicBezTo>
                    <a:pt x="104076" y="33564"/>
                    <a:pt x="95402" y="36484"/>
                    <a:pt x="86407" y="37785"/>
                  </a:cubicBezTo>
                  <a:cubicBezTo>
                    <a:pt x="82611" y="38334"/>
                    <a:pt x="78806" y="38583"/>
                    <a:pt x="74991" y="38583"/>
                  </a:cubicBezTo>
                  <a:cubicBezTo>
                    <a:pt x="59005" y="38583"/>
                    <a:pt x="42843" y="34216"/>
                    <a:pt x="26384" y="29289"/>
                  </a:cubicBezTo>
                  <a:cubicBezTo>
                    <a:pt x="22516" y="28130"/>
                    <a:pt x="18589" y="26901"/>
                    <a:pt x="14793" y="25711"/>
                  </a:cubicBezTo>
                  <a:cubicBezTo>
                    <a:pt x="10035" y="24222"/>
                    <a:pt x="5116" y="22681"/>
                    <a:pt x="257" y="21265"/>
                  </a:cubicBezTo>
                  <a:lnTo>
                    <a:pt x="0" y="21189"/>
                  </a:lnTo>
                  <a:lnTo>
                    <a:pt x="0" y="30778"/>
                  </a:lnTo>
                  <a:lnTo>
                    <a:pt x="77" y="30839"/>
                  </a:lnTo>
                  <a:cubicBezTo>
                    <a:pt x="3505" y="33541"/>
                    <a:pt x="7466" y="35440"/>
                    <a:pt x="11235" y="37090"/>
                  </a:cubicBezTo>
                  <a:cubicBezTo>
                    <a:pt x="17931" y="40022"/>
                    <a:pt x="24610" y="42161"/>
                    <a:pt x="31090" y="43447"/>
                  </a:cubicBezTo>
                  <a:cubicBezTo>
                    <a:pt x="37834" y="44786"/>
                    <a:pt x="44983" y="45437"/>
                    <a:pt x="53148" y="45437"/>
                  </a:cubicBezTo>
                  <a:cubicBezTo>
                    <a:pt x="55786" y="45437"/>
                    <a:pt x="58530" y="45369"/>
                    <a:pt x="61401" y="45235"/>
                  </a:cubicBezTo>
                  <a:cubicBezTo>
                    <a:pt x="72756" y="44700"/>
                    <a:pt x="82917" y="43644"/>
                    <a:pt x="92467" y="42007"/>
                  </a:cubicBezTo>
                  <a:cubicBezTo>
                    <a:pt x="102913" y="40214"/>
                    <a:pt x="112861" y="36296"/>
                    <a:pt x="122978" y="32095"/>
                  </a:cubicBezTo>
                  <a:cubicBezTo>
                    <a:pt x="132181" y="28274"/>
                    <a:pt x="142153" y="24722"/>
                    <a:pt x="152725" y="24602"/>
                  </a:cubicBezTo>
                  <a:cubicBezTo>
                    <a:pt x="152952" y="24600"/>
                    <a:pt x="153179" y="24598"/>
                    <a:pt x="153407" y="24598"/>
                  </a:cubicBezTo>
                  <a:cubicBezTo>
                    <a:pt x="162694" y="24598"/>
                    <a:pt x="172541" y="26730"/>
                    <a:pt x="182679" y="30945"/>
                  </a:cubicBezTo>
                  <a:cubicBezTo>
                    <a:pt x="185447" y="32095"/>
                    <a:pt x="188234" y="33381"/>
                    <a:pt x="190930" y="34624"/>
                  </a:cubicBezTo>
                  <a:cubicBezTo>
                    <a:pt x="193152" y="35649"/>
                    <a:pt x="195448" y="36707"/>
                    <a:pt x="197726" y="37686"/>
                  </a:cubicBezTo>
                  <a:cubicBezTo>
                    <a:pt x="202837" y="39885"/>
                    <a:pt x="207942" y="41928"/>
                    <a:pt x="212901" y="43763"/>
                  </a:cubicBezTo>
                  <a:cubicBezTo>
                    <a:pt x="220729" y="46656"/>
                    <a:pt x="227658" y="48955"/>
                    <a:pt x="234085" y="50788"/>
                  </a:cubicBezTo>
                  <a:lnTo>
                    <a:pt x="234341" y="50863"/>
                  </a:lnTo>
                  <a:lnTo>
                    <a:pt x="234344" y="50863"/>
                  </a:lnTo>
                  <a:lnTo>
                    <a:pt x="234344" y="34896"/>
                  </a:lnTo>
                  <a:lnTo>
                    <a:pt x="234204" y="34850"/>
                  </a:lnTo>
                  <a:cubicBezTo>
                    <a:pt x="233582" y="34654"/>
                    <a:pt x="232962" y="34481"/>
                    <a:pt x="232362" y="34340"/>
                  </a:cubicBezTo>
                  <a:cubicBezTo>
                    <a:pt x="229433" y="33647"/>
                    <a:pt x="226488" y="33352"/>
                    <a:pt x="223721" y="33110"/>
                  </a:cubicBezTo>
                  <a:cubicBezTo>
                    <a:pt x="220148" y="32797"/>
                    <a:pt x="216338" y="32457"/>
                    <a:pt x="212486" y="32074"/>
                  </a:cubicBezTo>
                  <a:cubicBezTo>
                    <a:pt x="207542" y="31581"/>
                    <a:pt x="203553" y="31128"/>
                    <a:pt x="199935" y="30653"/>
                  </a:cubicBezTo>
                  <a:lnTo>
                    <a:pt x="198416" y="30455"/>
                  </a:lnTo>
                  <a:cubicBezTo>
                    <a:pt x="194968" y="30009"/>
                    <a:pt x="191400" y="29547"/>
                    <a:pt x="187960" y="28753"/>
                  </a:cubicBezTo>
                  <a:cubicBezTo>
                    <a:pt x="187298" y="28602"/>
                    <a:pt x="186634" y="28454"/>
                    <a:pt x="185969" y="28310"/>
                  </a:cubicBezTo>
                  <a:cubicBezTo>
                    <a:pt x="183145" y="27690"/>
                    <a:pt x="180223" y="27051"/>
                    <a:pt x="177494" y="25795"/>
                  </a:cubicBezTo>
                  <a:cubicBezTo>
                    <a:pt x="176009" y="25111"/>
                    <a:pt x="174350" y="24245"/>
                    <a:pt x="173437" y="22596"/>
                  </a:cubicBezTo>
                  <a:cubicBezTo>
                    <a:pt x="172829" y="21493"/>
                    <a:pt x="172693" y="19876"/>
                    <a:pt x="173617" y="18921"/>
                  </a:cubicBezTo>
                  <a:cubicBezTo>
                    <a:pt x="174717" y="17783"/>
                    <a:pt x="176574" y="17760"/>
                    <a:pt x="177801" y="17745"/>
                  </a:cubicBezTo>
                  <a:cubicBezTo>
                    <a:pt x="177883" y="17744"/>
                    <a:pt x="177965" y="17744"/>
                    <a:pt x="178047" y="17744"/>
                  </a:cubicBezTo>
                  <a:cubicBezTo>
                    <a:pt x="180223" y="17744"/>
                    <a:pt x="182367" y="18103"/>
                    <a:pt x="184375" y="18494"/>
                  </a:cubicBezTo>
                  <a:cubicBezTo>
                    <a:pt x="186221" y="18853"/>
                    <a:pt x="188043" y="19296"/>
                    <a:pt x="190212" y="19850"/>
                  </a:cubicBezTo>
                  <a:cubicBezTo>
                    <a:pt x="192283" y="20380"/>
                    <a:pt x="194415" y="20683"/>
                    <a:pt x="196477" y="20976"/>
                  </a:cubicBezTo>
                  <a:lnTo>
                    <a:pt x="196594" y="20993"/>
                  </a:lnTo>
                  <a:cubicBezTo>
                    <a:pt x="201071" y="21630"/>
                    <a:pt x="204978" y="21943"/>
                    <a:pt x="208576" y="21943"/>
                  </a:cubicBezTo>
                  <a:cubicBezTo>
                    <a:pt x="210156" y="21943"/>
                    <a:pt x="211676" y="21883"/>
                    <a:pt x="213159" y="21763"/>
                  </a:cubicBezTo>
                  <a:cubicBezTo>
                    <a:pt x="219481" y="21255"/>
                    <a:pt x="224648" y="19666"/>
                    <a:pt x="228956" y="16905"/>
                  </a:cubicBezTo>
                  <a:cubicBezTo>
                    <a:pt x="230892" y="15665"/>
                    <a:pt x="232689" y="14110"/>
                    <a:pt x="234294" y="12287"/>
                  </a:cubicBezTo>
                  <a:lnTo>
                    <a:pt x="234344" y="12230"/>
                  </a:lnTo>
                  <a:lnTo>
                    <a:pt x="2343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3"/>
            <p:cNvSpPr/>
            <p:nvPr/>
          </p:nvSpPr>
          <p:spPr>
            <a:xfrm flipH="1" rot="10800000">
              <a:off x="-97264" y="678532"/>
              <a:ext cx="5171942" cy="1031731"/>
            </a:xfrm>
            <a:custGeom>
              <a:rect b="b" l="l" r="r" t="t"/>
              <a:pathLst>
                <a:path extrusionOk="0" h="25782" w="129242">
                  <a:moveTo>
                    <a:pt x="125667" y="404"/>
                  </a:moveTo>
                  <a:cubicBezTo>
                    <a:pt x="125949" y="404"/>
                    <a:pt x="126232" y="415"/>
                    <a:pt x="126514" y="437"/>
                  </a:cubicBezTo>
                  <a:cubicBezTo>
                    <a:pt x="127419" y="510"/>
                    <a:pt x="128375" y="690"/>
                    <a:pt x="128733" y="1442"/>
                  </a:cubicBezTo>
                  <a:cubicBezTo>
                    <a:pt x="127667" y="1898"/>
                    <a:pt x="126604" y="2366"/>
                    <a:pt x="125540" y="2833"/>
                  </a:cubicBezTo>
                  <a:cubicBezTo>
                    <a:pt x="121951" y="4414"/>
                    <a:pt x="118237" y="6047"/>
                    <a:pt x="114473" y="7141"/>
                  </a:cubicBezTo>
                  <a:cubicBezTo>
                    <a:pt x="113881" y="7314"/>
                    <a:pt x="113286" y="7483"/>
                    <a:pt x="112693" y="7649"/>
                  </a:cubicBezTo>
                  <a:cubicBezTo>
                    <a:pt x="110914" y="8149"/>
                    <a:pt x="109073" y="8666"/>
                    <a:pt x="107278" y="9330"/>
                  </a:cubicBezTo>
                  <a:cubicBezTo>
                    <a:pt x="105183" y="10108"/>
                    <a:pt x="102936" y="11055"/>
                    <a:pt x="100411" y="12228"/>
                  </a:cubicBezTo>
                  <a:cubicBezTo>
                    <a:pt x="97928" y="13381"/>
                    <a:pt x="95424" y="14634"/>
                    <a:pt x="93002" y="15844"/>
                  </a:cubicBezTo>
                  <a:cubicBezTo>
                    <a:pt x="86663" y="19013"/>
                    <a:pt x="80109" y="22288"/>
                    <a:pt x="73322" y="24097"/>
                  </a:cubicBezTo>
                  <a:cubicBezTo>
                    <a:pt x="70106" y="24955"/>
                    <a:pt x="66829" y="25381"/>
                    <a:pt x="63411" y="25381"/>
                  </a:cubicBezTo>
                  <a:cubicBezTo>
                    <a:pt x="61691" y="25381"/>
                    <a:pt x="59935" y="25273"/>
                    <a:pt x="58132" y="25057"/>
                  </a:cubicBezTo>
                  <a:cubicBezTo>
                    <a:pt x="54870" y="24667"/>
                    <a:pt x="51578" y="24000"/>
                    <a:pt x="48394" y="23351"/>
                  </a:cubicBezTo>
                  <a:cubicBezTo>
                    <a:pt x="46720" y="23010"/>
                    <a:pt x="44988" y="22658"/>
                    <a:pt x="43281" y="22351"/>
                  </a:cubicBezTo>
                  <a:cubicBezTo>
                    <a:pt x="38827" y="21551"/>
                    <a:pt x="34306" y="21314"/>
                    <a:pt x="29931" y="21085"/>
                  </a:cubicBezTo>
                  <a:lnTo>
                    <a:pt x="28914" y="21031"/>
                  </a:lnTo>
                  <a:cubicBezTo>
                    <a:pt x="25978" y="20874"/>
                    <a:pt x="23609" y="20501"/>
                    <a:pt x="21462" y="19855"/>
                  </a:cubicBezTo>
                  <a:cubicBezTo>
                    <a:pt x="19489" y="19259"/>
                    <a:pt x="17512" y="18432"/>
                    <a:pt x="15599" y="17635"/>
                  </a:cubicBezTo>
                  <a:cubicBezTo>
                    <a:pt x="15171" y="17457"/>
                    <a:pt x="14747" y="17279"/>
                    <a:pt x="14321" y="17105"/>
                  </a:cubicBezTo>
                  <a:cubicBezTo>
                    <a:pt x="12341" y="16286"/>
                    <a:pt x="10328" y="15433"/>
                    <a:pt x="8383" y="14606"/>
                  </a:cubicBezTo>
                  <a:cubicBezTo>
                    <a:pt x="5772" y="13497"/>
                    <a:pt x="3075" y="12349"/>
                    <a:pt x="404" y="11276"/>
                  </a:cubicBezTo>
                  <a:lnTo>
                    <a:pt x="403" y="11276"/>
                  </a:lnTo>
                  <a:lnTo>
                    <a:pt x="403" y="5584"/>
                  </a:lnTo>
                  <a:cubicBezTo>
                    <a:pt x="967" y="5874"/>
                    <a:pt x="1566" y="6170"/>
                    <a:pt x="2220" y="6484"/>
                  </a:cubicBezTo>
                  <a:cubicBezTo>
                    <a:pt x="2905" y="6811"/>
                    <a:pt x="3592" y="7131"/>
                    <a:pt x="4281" y="7450"/>
                  </a:cubicBezTo>
                  <a:cubicBezTo>
                    <a:pt x="6227" y="8357"/>
                    <a:pt x="8240" y="9293"/>
                    <a:pt x="10153" y="10412"/>
                  </a:cubicBezTo>
                  <a:cubicBezTo>
                    <a:pt x="12434" y="11746"/>
                    <a:pt x="14871" y="13148"/>
                    <a:pt x="17395" y="14337"/>
                  </a:cubicBezTo>
                  <a:cubicBezTo>
                    <a:pt x="25707" y="18255"/>
                    <a:pt x="35202" y="20169"/>
                    <a:pt x="46355" y="20169"/>
                  </a:cubicBezTo>
                  <a:cubicBezTo>
                    <a:pt x="47079" y="20169"/>
                    <a:pt x="47811" y="20161"/>
                    <a:pt x="48549" y="20145"/>
                  </a:cubicBezTo>
                  <a:cubicBezTo>
                    <a:pt x="59131" y="19914"/>
                    <a:pt x="70411" y="17805"/>
                    <a:pt x="84049" y="13504"/>
                  </a:cubicBezTo>
                  <a:cubicBezTo>
                    <a:pt x="89815" y="11685"/>
                    <a:pt x="95612" y="9562"/>
                    <a:pt x="101217" y="7507"/>
                  </a:cubicBezTo>
                  <a:cubicBezTo>
                    <a:pt x="104315" y="6374"/>
                    <a:pt x="107517" y="5200"/>
                    <a:pt x="110679" y="4091"/>
                  </a:cubicBezTo>
                  <a:cubicBezTo>
                    <a:pt x="114143" y="2876"/>
                    <a:pt x="117874" y="1648"/>
                    <a:pt x="121675" y="895"/>
                  </a:cubicBezTo>
                  <a:cubicBezTo>
                    <a:pt x="122896" y="652"/>
                    <a:pt x="124279" y="404"/>
                    <a:pt x="125667" y="404"/>
                  </a:cubicBezTo>
                  <a:close/>
                  <a:moveTo>
                    <a:pt x="125672" y="1"/>
                  </a:moveTo>
                  <a:cubicBezTo>
                    <a:pt x="124248" y="1"/>
                    <a:pt x="122839" y="252"/>
                    <a:pt x="121598" y="497"/>
                  </a:cubicBezTo>
                  <a:cubicBezTo>
                    <a:pt x="117773" y="1256"/>
                    <a:pt x="114025" y="2491"/>
                    <a:pt x="110546" y="3711"/>
                  </a:cubicBezTo>
                  <a:cubicBezTo>
                    <a:pt x="107384" y="4820"/>
                    <a:pt x="104179" y="5993"/>
                    <a:pt x="101080" y="7129"/>
                  </a:cubicBezTo>
                  <a:cubicBezTo>
                    <a:pt x="95477" y="9180"/>
                    <a:pt x="89685" y="11305"/>
                    <a:pt x="83929" y="13120"/>
                  </a:cubicBezTo>
                  <a:cubicBezTo>
                    <a:pt x="70328" y="17407"/>
                    <a:pt x="59084" y="19512"/>
                    <a:pt x="48540" y="19742"/>
                  </a:cubicBezTo>
                  <a:cubicBezTo>
                    <a:pt x="47811" y="19758"/>
                    <a:pt x="47089" y="19766"/>
                    <a:pt x="46374" y="19766"/>
                  </a:cubicBezTo>
                  <a:cubicBezTo>
                    <a:pt x="35268" y="19766"/>
                    <a:pt x="25827" y="17865"/>
                    <a:pt x="17567" y="13971"/>
                  </a:cubicBezTo>
                  <a:cubicBezTo>
                    <a:pt x="15057" y="12788"/>
                    <a:pt x="12628" y="11391"/>
                    <a:pt x="10355" y="10062"/>
                  </a:cubicBezTo>
                  <a:cubicBezTo>
                    <a:pt x="8426" y="8935"/>
                    <a:pt x="6404" y="7993"/>
                    <a:pt x="4448" y="7084"/>
                  </a:cubicBezTo>
                  <a:cubicBezTo>
                    <a:pt x="3762" y="6767"/>
                    <a:pt x="3076" y="6447"/>
                    <a:pt x="2395" y="6120"/>
                  </a:cubicBezTo>
                  <a:cubicBezTo>
                    <a:pt x="1626" y="5754"/>
                    <a:pt x="940" y="5411"/>
                    <a:pt x="294" y="5075"/>
                  </a:cubicBezTo>
                  <a:lnTo>
                    <a:pt x="0" y="4921"/>
                  </a:lnTo>
                  <a:lnTo>
                    <a:pt x="0" y="11545"/>
                  </a:lnTo>
                  <a:lnTo>
                    <a:pt x="126" y="11595"/>
                  </a:lnTo>
                  <a:cubicBezTo>
                    <a:pt x="2833" y="12684"/>
                    <a:pt x="5574" y="13848"/>
                    <a:pt x="8224" y="14973"/>
                  </a:cubicBezTo>
                  <a:cubicBezTo>
                    <a:pt x="10170" y="15801"/>
                    <a:pt x="12184" y="16656"/>
                    <a:pt x="14167" y="17473"/>
                  </a:cubicBezTo>
                  <a:cubicBezTo>
                    <a:pt x="14591" y="17649"/>
                    <a:pt x="15016" y="17828"/>
                    <a:pt x="15441" y="18003"/>
                  </a:cubicBezTo>
                  <a:cubicBezTo>
                    <a:pt x="17363" y="18808"/>
                    <a:pt x="19349" y="19638"/>
                    <a:pt x="21344" y="20238"/>
                  </a:cubicBezTo>
                  <a:cubicBezTo>
                    <a:pt x="23523" y="20895"/>
                    <a:pt x="25922" y="21274"/>
                    <a:pt x="28892" y="21431"/>
                  </a:cubicBezTo>
                  <a:lnTo>
                    <a:pt x="29910" y="21485"/>
                  </a:lnTo>
                  <a:cubicBezTo>
                    <a:pt x="34272" y="21714"/>
                    <a:pt x="38783" y="21950"/>
                    <a:pt x="43209" y="22746"/>
                  </a:cubicBezTo>
                  <a:cubicBezTo>
                    <a:pt x="44912" y="23053"/>
                    <a:pt x="46641" y="23406"/>
                    <a:pt x="48313" y="23744"/>
                  </a:cubicBezTo>
                  <a:cubicBezTo>
                    <a:pt x="51505" y="24393"/>
                    <a:pt x="54806" y="25065"/>
                    <a:pt x="58085" y="25456"/>
                  </a:cubicBezTo>
                  <a:cubicBezTo>
                    <a:pt x="59905" y="25673"/>
                    <a:pt x="61677" y="25782"/>
                    <a:pt x="63414" y="25782"/>
                  </a:cubicBezTo>
                  <a:cubicBezTo>
                    <a:pt x="66866" y="25782"/>
                    <a:pt x="70177" y="25352"/>
                    <a:pt x="73425" y="24486"/>
                  </a:cubicBezTo>
                  <a:cubicBezTo>
                    <a:pt x="80253" y="22666"/>
                    <a:pt x="86826" y="19379"/>
                    <a:pt x="93183" y="16202"/>
                  </a:cubicBezTo>
                  <a:cubicBezTo>
                    <a:pt x="95603" y="14991"/>
                    <a:pt x="98105" y="13741"/>
                    <a:pt x="100582" y="12591"/>
                  </a:cubicBezTo>
                  <a:cubicBezTo>
                    <a:pt x="103097" y="11422"/>
                    <a:pt x="105333" y="10479"/>
                    <a:pt x="107419" y="9706"/>
                  </a:cubicBezTo>
                  <a:cubicBezTo>
                    <a:pt x="109198" y="9046"/>
                    <a:pt x="111031" y="8532"/>
                    <a:pt x="112803" y="8033"/>
                  </a:cubicBezTo>
                  <a:cubicBezTo>
                    <a:pt x="113399" y="7867"/>
                    <a:pt x="113993" y="7699"/>
                    <a:pt x="114588" y="7526"/>
                  </a:cubicBezTo>
                  <a:cubicBezTo>
                    <a:pt x="118376" y="6424"/>
                    <a:pt x="122102" y="4784"/>
                    <a:pt x="125704" y="3199"/>
                  </a:cubicBezTo>
                  <a:cubicBezTo>
                    <a:pt x="126826" y="2705"/>
                    <a:pt x="127947" y="2212"/>
                    <a:pt x="129073" y="1733"/>
                  </a:cubicBezTo>
                  <a:lnTo>
                    <a:pt x="129242" y="1662"/>
                  </a:lnTo>
                  <a:lnTo>
                    <a:pt x="129185" y="1488"/>
                  </a:lnTo>
                  <a:cubicBezTo>
                    <a:pt x="128775" y="216"/>
                    <a:pt x="127216" y="89"/>
                    <a:pt x="126549" y="34"/>
                  </a:cubicBezTo>
                  <a:cubicBezTo>
                    <a:pt x="126257" y="11"/>
                    <a:pt x="125964" y="1"/>
                    <a:pt x="1256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3"/>
            <p:cNvSpPr/>
            <p:nvPr/>
          </p:nvSpPr>
          <p:spPr>
            <a:xfrm flipH="1" rot="10800000">
              <a:off x="-97184" y="-848500"/>
              <a:ext cx="9378021" cy="2233737"/>
            </a:xfrm>
            <a:custGeom>
              <a:rect b="b" l="l" r="r" t="t"/>
              <a:pathLst>
                <a:path extrusionOk="0" h="55819" w="234348">
                  <a:moveTo>
                    <a:pt x="144981" y="403"/>
                  </a:moveTo>
                  <a:cubicBezTo>
                    <a:pt x="150962" y="403"/>
                    <a:pt x="156924" y="882"/>
                    <a:pt x="162787" y="1836"/>
                  </a:cubicBezTo>
                  <a:cubicBezTo>
                    <a:pt x="170740" y="3127"/>
                    <a:pt x="179016" y="5583"/>
                    <a:pt x="189615" y="9797"/>
                  </a:cubicBezTo>
                  <a:cubicBezTo>
                    <a:pt x="198427" y="13299"/>
                    <a:pt x="207411" y="17431"/>
                    <a:pt x="216323" y="22082"/>
                  </a:cubicBezTo>
                  <a:lnTo>
                    <a:pt x="218254" y="23088"/>
                  </a:lnTo>
                  <a:cubicBezTo>
                    <a:pt x="223483" y="25804"/>
                    <a:pt x="228885" y="28612"/>
                    <a:pt x="233942" y="32005"/>
                  </a:cubicBezTo>
                  <a:lnTo>
                    <a:pt x="233942" y="40242"/>
                  </a:lnTo>
                  <a:cubicBezTo>
                    <a:pt x="230357" y="38005"/>
                    <a:pt x="227378" y="36353"/>
                    <a:pt x="224590" y="35054"/>
                  </a:cubicBezTo>
                  <a:cubicBezTo>
                    <a:pt x="215470" y="30808"/>
                    <a:pt x="205746" y="28155"/>
                    <a:pt x="196343" y="25590"/>
                  </a:cubicBezTo>
                  <a:cubicBezTo>
                    <a:pt x="195383" y="25330"/>
                    <a:pt x="194423" y="25067"/>
                    <a:pt x="193466" y="24804"/>
                  </a:cubicBezTo>
                  <a:cubicBezTo>
                    <a:pt x="172307" y="18995"/>
                    <a:pt x="155262" y="16255"/>
                    <a:pt x="139723" y="16255"/>
                  </a:cubicBezTo>
                  <a:cubicBezTo>
                    <a:pt x="136241" y="16255"/>
                    <a:pt x="132834" y="16392"/>
                    <a:pt x="129473" y="16664"/>
                  </a:cubicBezTo>
                  <a:cubicBezTo>
                    <a:pt x="117659" y="17617"/>
                    <a:pt x="108992" y="19950"/>
                    <a:pt x="101363" y="24225"/>
                  </a:cubicBezTo>
                  <a:cubicBezTo>
                    <a:pt x="95848" y="27316"/>
                    <a:pt x="90586" y="31262"/>
                    <a:pt x="85495" y="35080"/>
                  </a:cubicBezTo>
                  <a:cubicBezTo>
                    <a:pt x="82539" y="37296"/>
                    <a:pt x="79484" y="39588"/>
                    <a:pt x="76413" y="41684"/>
                  </a:cubicBezTo>
                  <a:cubicBezTo>
                    <a:pt x="71394" y="45113"/>
                    <a:pt x="67146" y="47471"/>
                    <a:pt x="63039" y="49108"/>
                  </a:cubicBezTo>
                  <a:cubicBezTo>
                    <a:pt x="58787" y="50804"/>
                    <a:pt x="54022" y="52109"/>
                    <a:pt x="48045" y="53216"/>
                  </a:cubicBezTo>
                  <a:cubicBezTo>
                    <a:pt x="40031" y="54703"/>
                    <a:pt x="31384" y="55416"/>
                    <a:pt x="21189" y="55416"/>
                  </a:cubicBezTo>
                  <a:cubicBezTo>
                    <a:pt x="19290" y="55416"/>
                    <a:pt x="17337" y="55391"/>
                    <a:pt x="15325" y="55342"/>
                  </a:cubicBezTo>
                  <a:cubicBezTo>
                    <a:pt x="9761" y="55207"/>
                    <a:pt x="4879" y="54966"/>
                    <a:pt x="402" y="54612"/>
                  </a:cubicBezTo>
                  <a:lnTo>
                    <a:pt x="407" y="54612"/>
                  </a:lnTo>
                  <a:lnTo>
                    <a:pt x="407" y="49284"/>
                  </a:lnTo>
                  <a:cubicBezTo>
                    <a:pt x="817" y="49421"/>
                    <a:pt x="1230" y="49561"/>
                    <a:pt x="1643" y="49700"/>
                  </a:cubicBezTo>
                  <a:cubicBezTo>
                    <a:pt x="4359" y="50619"/>
                    <a:pt x="7168" y="51566"/>
                    <a:pt x="9980" y="52235"/>
                  </a:cubicBezTo>
                  <a:cubicBezTo>
                    <a:pt x="12206" y="52763"/>
                    <a:pt x="14788" y="53377"/>
                    <a:pt x="17344" y="53377"/>
                  </a:cubicBezTo>
                  <a:cubicBezTo>
                    <a:pt x="18683" y="53377"/>
                    <a:pt x="20014" y="53208"/>
                    <a:pt x="21283" y="52772"/>
                  </a:cubicBezTo>
                  <a:cubicBezTo>
                    <a:pt x="22931" y="52205"/>
                    <a:pt x="23878" y="51164"/>
                    <a:pt x="24025" y="49761"/>
                  </a:cubicBezTo>
                  <a:cubicBezTo>
                    <a:pt x="24231" y="47784"/>
                    <a:pt x="23055" y="45926"/>
                    <a:pt x="21802" y="44960"/>
                  </a:cubicBezTo>
                  <a:cubicBezTo>
                    <a:pt x="20124" y="43670"/>
                    <a:pt x="18067" y="43236"/>
                    <a:pt x="16094" y="42961"/>
                  </a:cubicBezTo>
                  <a:cubicBezTo>
                    <a:pt x="13968" y="42663"/>
                    <a:pt x="11797" y="42629"/>
                    <a:pt x="9701" y="42596"/>
                  </a:cubicBezTo>
                  <a:lnTo>
                    <a:pt x="9254" y="42589"/>
                  </a:lnTo>
                  <a:cubicBezTo>
                    <a:pt x="6994" y="42550"/>
                    <a:pt x="4310" y="42346"/>
                    <a:pt x="1553" y="41105"/>
                  </a:cubicBezTo>
                  <a:cubicBezTo>
                    <a:pt x="1170" y="40933"/>
                    <a:pt x="784" y="40741"/>
                    <a:pt x="402" y="40534"/>
                  </a:cubicBezTo>
                  <a:lnTo>
                    <a:pt x="402" y="31531"/>
                  </a:lnTo>
                  <a:cubicBezTo>
                    <a:pt x="6844" y="32915"/>
                    <a:pt x="13326" y="34726"/>
                    <a:pt x="19599" y="36477"/>
                  </a:cubicBezTo>
                  <a:cubicBezTo>
                    <a:pt x="22674" y="37335"/>
                    <a:pt x="25850" y="38224"/>
                    <a:pt x="28985" y="39049"/>
                  </a:cubicBezTo>
                  <a:cubicBezTo>
                    <a:pt x="36397" y="41005"/>
                    <a:pt x="46195" y="43249"/>
                    <a:pt x="56268" y="43249"/>
                  </a:cubicBezTo>
                  <a:lnTo>
                    <a:pt x="56298" y="43249"/>
                  </a:lnTo>
                  <a:cubicBezTo>
                    <a:pt x="60549" y="43247"/>
                    <a:pt x="65413" y="43043"/>
                    <a:pt x="69372" y="40633"/>
                  </a:cubicBezTo>
                  <a:cubicBezTo>
                    <a:pt x="71055" y="39609"/>
                    <a:pt x="72214" y="38269"/>
                    <a:pt x="72821" y="36652"/>
                  </a:cubicBezTo>
                  <a:cubicBezTo>
                    <a:pt x="73454" y="34967"/>
                    <a:pt x="73654" y="32595"/>
                    <a:pt x="72675" y="31095"/>
                  </a:cubicBezTo>
                  <a:cubicBezTo>
                    <a:pt x="71475" y="29255"/>
                    <a:pt x="69235" y="29002"/>
                    <a:pt x="67193" y="29002"/>
                  </a:cubicBezTo>
                  <a:lnTo>
                    <a:pt x="67163" y="29002"/>
                  </a:lnTo>
                  <a:cubicBezTo>
                    <a:pt x="64338" y="29005"/>
                    <a:pt x="61485" y="29632"/>
                    <a:pt x="59033" y="30219"/>
                  </a:cubicBezTo>
                  <a:cubicBezTo>
                    <a:pt x="58197" y="30419"/>
                    <a:pt x="57351" y="30648"/>
                    <a:pt x="56532" y="30868"/>
                  </a:cubicBezTo>
                  <a:cubicBezTo>
                    <a:pt x="55224" y="31222"/>
                    <a:pt x="53869" y="31587"/>
                    <a:pt x="52529" y="31845"/>
                  </a:cubicBezTo>
                  <a:cubicBezTo>
                    <a:pt x="48490" y="32626"/>
                    <a:pt x="44235" y="33024"/>
                    <a:pt x="39894" y="33024"/>
                  </a:cubicBezTo>
                  <a:cubicBezTo>
                    <a:pt x="39863" y="33024"/>
                    <a:pt x="39832" y="33024"/>
                    <a:pt x="39801" y="33024"/>
                  </a:cubicBezTo>
                  <a:cubicBezTo>
                    <a:pt x="26833" y="33011"/>
                    <a:pt x="13576" y="29869"/>
                    <a:pt x="402" y="23687"/>
                  </a:cubicBezTo>
                  <a:lnTo>
                    <a:pt x="402" y="6011"/>
                  </a:lnTo>
                  <a:cubicBezTo>
                    <a:pt x="1635" y="6344"/>
                    <a:pt x="2827" y="6712"/>
                    <a:pt x="3952" y="7104"/>
                  </a:cubicBezTo>
                  <a:cubicBezTo>
                    <a:pt x="7474" y="8330"/>
                    <a:pt x="10930" y="10023"/>
                    <a:pt x="14269" y="11659"/>
                  </a:cubicBezTo>
                  <a:cubicBezTo>
                    <a:pt x="15159" y="12095"/>
                    <a:pt x="16051" y="12530"/>
                    <a:pt x="16944" y="12959"/>
                  </a:cubicBezTo>
                  <a:cubicBezTo>
                    <a:pt x="21849" y="15315"/>
                    <a:pt x="26184" y="17153"/>
                    <a:pt x="30193" y="18579"/>
                  </a:cubicBezTo>
                  <a:cubicBezTo>
                    <a:pt x="37329" y="21116"/>
                    <a:pt x="44835" y="22386"/>
                    <a:pt x="52799" y="22386"/>
                  </a:cubicBezTo>
                  <a:cubicBezTo>
                    <a:pt x="62775" y="22386"/>
                    <a:pt x="73472" y="20393"/>
                    <a:pt x="85065" y="16400"/>
                  </a:cubicBezTo>
                  <a:cubicBezTo>
                    <a:pt x="89374" y="14915"/>
                    <a:pt x="93852" y="13162"/>
                    <a:pt x="98753" y="11037"/>
                  </a:cubicBezTo>
                  <a:cubicBezTo>
                    <a:pt x="99763" y="10600"/>
                    <a:pt x="100773" y="10151"/>
                    <a:pt x="101781" y="9706"/>
                  </a:cubicBezTo>
                  <a:cubicBezTo>
                    <a:pt x="104805" y="8364"/>
                    <a:pt x="107933" y="6975"/>
                    <a:pt x="111082" y="5882"/>
                  </a:cubicBezTo>
                  <a:cubicBezTo>
                    <a:pt x="119135" y="3086"/>
                    <a:pt x="127851" y="1338"/>
                    <a:pt x="136984" y="688"/>
                  </a:cubicBezTo>
                  <a:cubicBezTo>
                    <a:pt x="139649" y="498"/>
                    <a:pt x="142317" y="403"/>
                    <a:pt x="144981" y="403"/>
                  </a:cubicBezTo>
                  <a:close/>
                  <a:moveTo>
                    <a:pt x="144959" y="1"/>
                  </a:moveTo>
                  <a:cubicBezTo>
                    <a:pt x="142293" y="1"/>
                    <a:pt x="139623" y="96"/>
                    <a:pt x="136956" y="285"/>
                  </a:cubicBezTo>
                  <a:cubicBezTo>
                    <a:pt x="127785" y="938"/>
                    <a:pt x="119037" y="2693"/>
                    <a:pt x="110949" y="5501"/>
                  </a:cubicBezTo>
                  <a:cubicBezTo>
                    <a:pt x="107786" y="6599"/>
                    <a:pt x="104650" y="7991"/>
                    <a:pt x="101618" y="9337"/>
                  </a:cubicBezTo>
                  <a:cubicBezTo>
                    <a:pt x="100610" y="9784"/>
                    <a:pt x="99605" y="10230"/>
                    <a:pt x="98594" y="10669"/>
                  </a:cubicBezTo>
                  <a:cubicBezTo>
                    <a:pt x="93702" y="12788"/>
                    <a:pt x="89236" y="14538"/>
                    <a:pt x="84935" y="16020"/>
                  </a:cubicBezTo>
                  <a:cubicBezTo>
                    <a:pt x="73384" y="19997"/>
                    <a:pt x="62731" y="21983"/>
                    <a:pt x="52798" y="21983"/>
                  </a:cubicBezTo>
                  <a:cubicBezTo>
                    <a:pt x="44880" y="21983"/>
                    <a:pt x="37420" y="20721"/>
                    <a:pt x="30329" y="18200"/>
                  </a:cubicBezTo>
                  <a:cubicBezTo>
                    <a:pt x="26334" y="16780"/>
                    <a:pt x="22012" y="14948"/>
                    <a:pt x="17118" y="12599"/>
                  </a:cubicBezTo>
                  <a:cubicBezTo>
                    <a:pt x="16225" y="12172"/>
                    <a:pt x="15335" y="11736"/>
                    <a:pt x="14448" y="11300"/>
                  </a:cubicBezTo>
                  <a:cubicBezTo>
                    <a:pt x="11097" y="9658"/>
                    <a:pt x="7631" y="7961"/>
                    <a:pt x="4086" y="6726"/>
                  </a:cubicBezTo>
                  <a:cubicBezTo>
                    <a:pt x="2874" y="6305"/>
                    <a:pt x="1587" y="5911"/>
                    <a:pt x="257" y="5556"/>
                  </a:cubicBezTo>
                  <a:lnTo>
                    <a:pt x="2" y="5489"/>
                  </a:lnTo>
                  <a:lnTo>
                    <a:pt x="2" y="23947"/>
                  </a:lnTo>
                  <a:lnTo>
                    <a:pt x="118" y="24001"/>
                  </a:lnTo>
                  <a:cubicBezTo>
                    <a:pt x="13383" y="30245"/>
                    <a:pt x="26736" y="33418"/>
                    <a:pt x="39802" y="33430"/>
                  </a:cubicBezTo>
                  <a:cubicBezTo>
                    <a:pt x="39862" y="33430"/>
                    <a:pt x="39922" y="33430"/>
                    <a:pt x="39983" y="33430"/>
                  </a:cubicBezTo>
                  <a:cubicBezTo>
                    <a:pt x="44319" y="33430"/>
                    <a:pt x="48571" y="33023"/>
                    <a:pt x="52607" y="32244"/>
                  </a:cubicBezTo>
                  <a:cubicBezTo>
                    <a:pt x="53961" y="31982"/>
                    <a:pt x="55324" y="31615"/>
                    <a:pt x="56640" y="31261"/>
                  </a:cubicBezTo>
                  <a:cubicBezTo>
                    <a:pt x="57454" y="31041"/>
                    <a:pt x="58297" y="30815"/>
                    <a:pt x="59127" y="30616"/>
                  </a:cubicBezTo>
                  <a:cubicBezTo>
                    <a:pt x="61559" y="30033"/>
                    <a:pt x="64382" y="29412"/>
                    <a:pt x="67164" y="29409"/>
                  </a:cubicBezTo>
                  <a:cubicBezTo>
                    <a:pt x="67187" y="29409"/>
                    <a:pt x="67210" y="29409"/>
                    <a:pt x="67233" y="29409"/>
                  </a:cubicBezTo>
                  <a:cubicBezTo>
                    <a:pt x="69147" y="29409"/>
                    <a:pt x="71252" y="29651"/>
                    <a:pt x="72340" y="31318"/>
                  </a:cubicBezTo>
                  <a:cubicBezTo>
                    <a:pt x="73241" y="32701"/>
                    <a:pt x="73043" y="34924"/>
                    <a:pt x="72447" y="36513"/>
                  </a:cubicBezTo>
                  <a:cubicBezTo>
                    <a:pt x="71871" y="38046"/>
                    <a:pt x="70768" y="39317"/>
                    <a:pt x="69163" y="40292"/>
                  </a:cubicBezTo>
                  <a:cubicBezTo>
                    <a:pt x="65293" y="42649"/>
                    <a:pt x="60492" y="42849"/>
                    <a:pt x="56298" y="42850"/>
                  </a:cubicBezTo>
                  <a:lnTo>
                    <a:pt x="56268" y="42850"/>
                  </a:lnTo>
                  <a:cubicBezTo>
                    <a:pt x="46241" y="42850"/>
                    <a:pt x="36475" y="40614"/>
                    <a:pt x="29086" y="38666"/>
                  </a:cubicBezTo>
                  <a:cubicBezTo>
                    <a:pt x="25956" y="37839"/>
                    <a:pt x="22778" y="36952"/>
                    <a:pt x="19706" y="36095"/>
                  </a:cubicBezTo>
                  <a:cubicBezTo>
                    <a:pt x="13350" y="34319"/>
                    <a:pt x="6776" y="32482"/>
                    <a:pt x="244" y="31089"/>
                  </a:cubicBezTo>
                  <a:lnTo>
                    <a:pt x="1" y="31038"/>
                  </a:lnTo>
                  <a:lnTo>
                    <a:pt x="1" y="40777"/>
                  </a:lnTo>
                  <a:lnTo>
                    <a:pt x="105" y="40834"/>
                  </a:lnTo>
                  <a:cubicBezTo>
                    <a:pt x="528" y="41068"/>
                    <a:pt x="960" y="41284"/>
                    <a:pt x="1387" y="41477"/>
                  </a:cubicBezTo>
                  <a:cubicBezTo>
                    <a:pt x="4210" y="42747"/>
                    <a:pt x="6945" y="42957"/>
                    <a:pt x="9247" y="42996"/>
                  </a:cubicBezTo>
                  <a:lnTo>
                    <a:pt x="9694" y="43003"/>
                  </a:lnTo>
                  <a:cubicBezTo>
                    <a:pt x="11777" y="43036"/>
                    <a:pt x="13933" y="43072"/>
                    <a:pt x="16035" y="43364"/>
                  </a:cubicBezTo>
                  <a:cubicBezTo>
                    <a:pt x="17956" y="43633"/>
                    <a:pt x="19953" y="44050"/>
                    <a:pt x="21555" y="45283"/>
                  </a:cubicBezTo>
                  <a:cubicBezTo>
                    <a:pt x="22721" y="46179"/>
                    <a:pt x="23812" y="47901"/>
                    <a:pt x="23624" y="49723"/>
                  </a:cubicBezTo>
                  <a:cubicBezTo>
                    <a:pt x="23492" y="50977"/>
                    <a:pt x="22661" y="51876"/>
                    <a:pt x="21149" y="52395"/>
                  </a:cubicBezTo>
                  <a:cubicBezTo>
                    <a:pt x="19929" y="52815"/>
                    <a:pt x="18642" y="52977"/>
                    <a:pt x="17343" y="52977"/>
                  </a:cubicBezTo>
                  <a:cubicBezTo>
                    <a:pt x="14829" y="52977"/>
                    <a:pt x="12272" y="52369"/>
                    <a:pt x="10068" y="51847"/>
                  </a:cubicBezTo>
                  <a:cubicBezTo>
                    <a:pt x="7275" y="51184"/>
                    <a:pt x="4475" y="50237"/>
                    <a:pt x="1767" y="49323"/>
                  </a:cubicBezTo>
                  <a:cubicBezTo>
                    <a:pt x="1267" y="49155"/>
                    <a:pt x="767" y="48985"/>
                    <a:pt x="265" y="48818"/>
                  </a:cubicBezTo>
                  <a:lnTo>
                    <a:pt x="1" y="48728"/>
                  </a:lnTo>
                  <a:lnTo>
                    <a:pt x="1" y="54985"/>
                  </a:lnTo>
                  <a:lnTo>
                    <a:pt x="187" y="54999"/>
                  </a:lnTo>
                  <a:cubicBezTo>
                    <a:pt x="4720" y="55364"/>
                    <a:pt x="9668" y="55608"/>
                    <a:pt x="15316" y="55745"/>
                  </a:cubicBezTo>
                  <a:cubicBezTo>
                    <a:pt x="17327" y="55794"/>
                    <a:pt x="19280" y="55818"/>
                    <a:pt x="21180" y="55818"/>
                  </a:cubicBezTo>
                  <a:cubicBezTo>
                    <a:pt x="31405" y="55818"/>
                    <a:pt x="40078" y="55104"/>
                    <a:pt x="48122" y="53615"/>
                  </a:cubicBezTo>
                  <a:cubicBezTo>
                    <a:pt x="54125" y="52502"/>
                    <a:pt x="58913" y="51189"/>
                    <a:pt x="63191" y="49484"/>
                  </a:cubicBezTo>
                  <a:cubicBezTo>
                    <a:pt x="67326" y="47835"/>
                    <a:pt x="71599" y="45463"/>
                    <a:pt x="76643" y="42018"/>
                  </a:cubicBezTo>
                  <a:cubicBezTo>
                    <a:pt x="79721" y="39917"/>
                    <a:pt x="82780" y="37621"/>
                    <a:pt x="85739" y="35403"/>
                  </a:cubicBezTo>
                  <a:cubicBezTo>
                    <a:pt x="90819" y="31594"/>
                    <a:pt x="96072" y="27654"/>
                    <a:pt x="101563" y="24578"/>
                  </a:cubicBezTo>
                  <a:cubicBezTo>
                    <a:pt x="109139" y="20330"/>
                    <a:pt x="117758" y="18014"/>
                    <a:pt x="129508" y="17065"/>
                  </a:cubicBezTo>
                  <a:cubicBezTo>
                    <a:pt x="132858" y="16795"/>
                    <a:pt x="136254" y="16658"/>
                    <a:pt x="139725" y="16658"/>
                  </a:cubicBezTo>
                  <a:cubicBezTo>
                    <a:pt x="155229" y="16658"/>
                    <a:pt x="172239" y="19393"/>
                    <a:pt x="193363" y="25194"/>
                  </a:cubicBezTo>
                  <a:cubicBezTo>
                    <a:pt x="194320" y="25456"/>
                    <a:pt x="195279" y="25717"/>
                    <a:pt x="196240" y="25980"/>
                  </a:cubicBezTo>
                  <a:cubicBezTo>
                    <a:pt x="205628" y="28540"/>
                    <a:pt x="215334" y="31188"/>
                    <a:pt x="224421" y="35420"/>
                  </a:cubicBezTo>
                  <a:cubicBezTo>
                    <a:pt x="227275" y="36749"/>
                    <a:pt x="230329" y="38452"/>
                    <a:pt x="234037" y="40778"/>
                  </a:cubicBezTo>
                  <a:lnTo>
                    <a:pt x="234347" y="40971"/>
                  </a:lnTo>
                  <a:lnTo>
                    <a:pt x="234347" y="31794"/>
                  </a:lnTo>
                  <a:lnTo>
                    <a:pt x="234257" y="31734"/>
                  </a:lnTo>
                  <a:cubicBezTo>
                    <a:pt x="229156" y="28302"/>
                    <a:pt x="223710" y="25471"/>
                    <a:pt x="218442" y="22732"/>
                  </a:cubicBezTo>
                  <a:lnTo>
                    <a:pt x="216510" y="21728"/>
                  </a:lnTo>
                  <a:cubicBezTo>
                    <a:pt x="207587" y="17070"/>
                    <a:pt x="198587" y="12930"/>
                    <a:pt x="189764" y="9423"/>
                  </a:cubicBezTo>
                  <a:cubicBezTo>
                    <a:pt x="179135" y="5199"/>
                    <a:pt x="170836" y="2739"/>
                    <a:pt x="162852" y="1440"/>
                  </a:cubicBezTo>
                  <a:cubicBezTo>
                    <a:pt x="156959" y="482"/>
                    <a:pt x="150969" y="1"/>
                    <a:pt x="144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3"/>
            <p:cNvSpPr/>
            <p:nvPr/>
          </p:nvSpPr>
          <p:spPr>
            <a:xfrm flipH="1" rot="10800000">
              <a:off x="4303273" y="-1749146"/>
              <a:ext cx="4977457" cy="2219891"/>
            </a:xfrm>
            <a:custGeom>
              <a:rect b="b" l="l" r="r" t="t"/>
              <a:pathLst>
                <a:path extrusionOk="0" h="55473" w="124382">
                  <a:moveTo>
                    <a:pt x="25918" y="402"/>
                  </a:moveTo>
                  <a:cubicBezTo>
                    <a:pt x="36041" y="402"/>
                    <a:pt x="47026" y="1991"/>
                    <a:pt x="60462" y="5393"/>
                  </a:cubicBezTo>
                  <a:cubicBezTo>
                    <a:pt x="70856" y="8024"/>
                    <a:pt x="81175" y="11807"/>
                    <a:pt x="91155" y="15464"/>
                  </a:cubicBezTo>
                  <a:cubicBezTo>
                    <a:pt x="92391" y="15917"/>
                    <a:pt x="93627" y="16369"/>
                    <a:pt x="94863" y="16822"/>
                  </a:cubicBezTo>
                  <a:lnTo>
                    <a:pt x="95647" y="17108"/>
                  </a:lnTo>
                  <a:cubicBezTo>
                    <a:pt x="105319" y="20631"/>
                    <a:pt x="115319" y="24277"/>
                    <a:pt x="123981" y="30890"/>
                  </a:cubicBezTo>
                  <a:lnTo>
                    <a:pt x="123981" y="53695"/>
                  </a:lnTo>
                  <a:cubicBezTo>
                    <a:pt x="123931" y="53594"/>
                    <a:pt x="123881" y="53490"/>
                    <a:pt x="123831" y="53388"/>
                  </a:cubicBezTo>
                  <a:cubicBezTo>
                    <a:pt x="121216" y="48116"/>
                    <a:pt x="118223" y="43645"/>
                    <a:pt x="114937" y="40100"/>
                  </a:cubicBezTo>
                  <a:cubicBezTo>
                    <a:pt x="110571" y="35392"/>
                    <a:pt x="105339" y="32142"/>
                    <a:pt x="101268" y="29834"/>
                  </a:cubicBezTo>
                  <a:cubicBezTo>
                    <a:pt x="91058" y="24049"/>
                    <a:pt x="80265" y="20787"/>
                    <a:pt x="69187" y="20137"/>
                  </a:cubicBezTo>
                  <a:cubicBezTo>
                    <a:pt x="67907" y="20061"/>
                    <a:pt x="66618" y="20024"/>
                    <a:pt x="65319" y="20024"/>
                  </a:cubicBezTo>
                  <a:cubicBezTo>
                    <a:pt x="61141" y="20024"/>
                    <a:pt x="56870" y="20411"/>
                    <a:pt x="52577" y="21181"/>
                  </a:cubicBezTo>
                  <a:cubicBezTo>
                    <a:pt x="48332" y="21940"/>
                    <a:pt x="44099" y="23239"/>
                    <a:pt x="40004" y="24495"/>
                  </a:cubicBezTo>
                  <a:cubicBezTo>
                    <a:pt x="38744" y="24880"/>
                    <a:pt x="37484" y="25268"/>
                    <a:pt x="36221" y="25639"/>
                  </a:cubicBezTo>
                  <a:cubicBezTo>
                    <a:pt x="30814" y="27232"/>
                    <a:pt x="25249" y="28662"/>
                    <a:pt x="19858" y="28662"/>
                  </a:cubicBezTo>
                  <a:cubicBezTo>
                    <a:pt x="15618" y="28662"/>
                    <a:pt x="11486" y="27778"/>
                    <a:pt x="7624" y="25392"/>
                  </a:cubicBezTo>
                  <a:cubicBezTo>
                    <a:pt x="1653" y="21703"/>
                    <a:pt x="639" y="17073"/>
                    <a:pt x="567" y="14640"/>
                  </a:cubicBezTo>
                  <a:cubicBezTo>
                    <a:pt x="413" y="9480"/>
                    <a:pt x="3668" y="6464"/>
                    <a:pt x="5623" y="5124"/>
                  </a:cubicBezTo>
                  <a:cubicBezTo>
                    <a:pt x="9015" y="2801"/>
                    <a:pt x="12910" y="1856"/>
                    <a:pt x="15924" y="1292"/>
                  </a:cubicBezTo>
                  <a:cubicBezTo>
                    <a:pt x="19039" y="709"/>
                    <a:pt x="22328" y="409"/>
                    <a:pt x="25700" y="402"/>
                  </a:cubicBezTo>
                  <a:close/>
                  <a:moveTo>
                    <a:pt x="25696" y="0"/>
                  </a:moveTo>
                  <a:cubicBezTo>
                    <a:pt x="22298" y="9"/>
                    <a:pt x="18984" y="309"/>
                    <a:pt x="15846" y="896"/>
                  </a:cubicBezTo>
                  <a:cubicBezTo>
                    <a:pt x="12791" y="1468"/>
                    <a:pt x="8843" y="2428"/>
                    <a:pt x="5390" y="4792"/>
                  </a:cubicBezTo>
                  <a:cubicBezTo>
                    <a:pt x="3368" y="6176"/>
                    <a:pt x="0" y="9300"/>
                    <a:pt x="160" y="14653"/>
                  </a:cubicBezTo>
                  <a:cubicBezTo>
                    <a:pt x="236" y="17166"/>
                    <a:pt x="1277" y="21947"/>
                    <a:pt x="7409" y="25735"/>
                  </a:cubicBezTo>
                  <a:cubicBezTo>
                    <a:pt x="11344" y="28167"/>
                    <a:pt x="15543" y="29067"/>
                    <a:pt x="19845" y="29067"/>
                  </a:cubicBezTo>
                  <a:cubicBezTo>
                    <a:pt x="25284" y="29067"/>
                    <a:pt x="30887" y="27628"/>
                    <a:pt x="36329" y="26025"/>
                  </a:cubicBezTo>
                  <a:cubicBezTo>
                    <a:pt x="37594" y="25653"/>
                    <a:pt x="38857" y="25265"/>
                    <a:pt x="40120" y="24877"/>
                  </a:cubicBezTo>
                  <a:cubicBezTo>
                    <a:pt x="44202" y="23626"/>
                    <a:pt x="48423" y="22331"/>
                    <a:pt x="52645" y="21575"/>
                  </a:cubicBezTo>
                  <a:cubicBezTo>
                    <a:pt x="56919" y="20811"/>
                    <a:pt x="61167" y="20426"/>
                    <a:pt x="65320" y="20426"/>
                  </a:cubicBezTo>
                  <a:cubicBezTo>
                    <a:pt x="66611" y="20426"/>
                    <a:pt x="67892" y="20464"/>
                    <a:pt x="69163" y="20538"/>
                  </a:cubicBezTo>
                  <a:cubicBezTo>
                    <a:pt x="80177" y="21183"/>
                    <a:pt x="90911" y="24429"/>
                    <a:pt x="101068" y="30184"/>
                  </a:cubicBezTo>
                  <a:cubicBezTo>
                    <a:pt x="105113" y="32476"/>
                    <a:pt x="110313" y="35707"/>
                    <a:pt x="114641" y="40373"/>
                  </a:cubicBezTo>
                  <a:cubicBezTo>
                    <a:pt x="117901" y="43892"/>
                    <a:pt x="120872" y="48330"/>
                    <a:pt x="123468" y="53567"/>
                  </a:cubicBezTo>
                  <a:cubicBezTo>
                    <a:pt x="123595" y="53824"/>
                    <a:pt x="123718" y="54084"/>
                    <a:pt x="123842" y="54344"/>
                  </a:cubicBezTo>
                  <a:lnTo>
                    <a:pt x="124380" y="55470"/>
                  </a:lnTo>
                  <a:lnTo>
                    <a:pt x="124380" y="30691"/>
                  </a:lnTo>
                  <a:lnTo>
                    <a:pt x="124301" y="30630"/>
                  </a:lnTo>
                  <a:cubicBezTo>
                    <a:pt x="115571" y="23942"/>
                    <a:pt x="105512" y="20275"/>
                    <a:pt x="95782" y="16727"/>
                  </a:cubicBezTo>
                  <a:lnTo>
                    <a:pt x="94996" y="16442"/>
                  </a:lnTo>
                  <a:cubicBezTo>
                    <a:pt x="93760" y="15992"/>
                    <a:pt x="92525" y="15539"/>
                    <a:pt x="91289" y="15087"/>
                  </a:cubicBezTo>
                  <a:cubicBezTo>
                    <a:pt x="81300" y="11425"/>
                    <a:pt x="70971" y="7640"/>
                    <a:pt x="60557" y="5003"/>
                  </a:cubicBezTo>
                  <a:cubicBezTo>
                    <a:pt x="47087" y="1592"/>
                    <a:pt x="36071" y="0"/>
                    <a:pt x="25913" y="0"/>
                  </a:cubicBezTo>
                  <a:close/>
                  <a:moveTo>
                    <a:pt x="124380" y="55470"/>
                  </a:moveTo>
                  <a:lnTo>
                    <a:pt x="124380" y="55473"/>
                  </a:lnTo>
                  <a:lnTo>
                    <a:pt x="124381" y="55473"/>
                  </a:lnTo>
                  <a:lnTo>
                    <a:pt x="124380" y="5547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3"/>
            <p:cNvSpPr/>
            <p:nvPr/>
          </p:nvSpPr>
          <p:spPr>
            <a:xfrm flipH="1" rot="10800000">
              <a:off x="-97184" y="-2299797"/>
              <a:ext cx="4473596" cy="1988630"/>
            </a:xfrm>
            <a:custGeom>
              <a:rect b="b" l="l" r="r" t="t"/>
              <a:pathLst>
                <a:path extrusionOk="0" h="49694" w="111791">
                  <a:moveTo>
                    <a:pt x="97341" y="420"/>
                  </a:moveTo>
                  <a:cubicBezTo>
                    <a:pt x="98733" y="420"/>
                    <a:pt x="99979" y="773"/>
                    <a:pt x="101045" y="1273"/>
                  </a:cubicBezTo>
                  <a:cubicBezTo>
                    <a:pt x="104764" y="3021"/>
                    <a:pt x="109232" y="7243"/>
                    <a:pt x="110572" y="11931"/>
                  </a:cubicBezTo>
                  <a:cubicBezTo>
                    <a:pt x="111369" y="14719"/>
                    <a:pt x="110985" y="17351"/>
                    <a:pt x="109429" y="19750"/>
                  </a:cubicBezTo>
                  <a:cubicBezTo>
                    <a:pt x="107469" y="22776"/>
                    <a:pt x="104270" y="24339"/>
                    <a:pt x="101702" y="25361"/>
                  </a:cubicBezTo>
                  <a:cubicBezTo>
                    <a:pt x="98754" y="26534"/>
                    <a:pt x="95452" y="27464"/>
                    <a:pt x="91607" y="28204"/>
                  </a:cubicBezTo>
                  <a:cubicBezTo>
                    <a:pt x="89921" y="28528"/>
                    <a:pt x="88200" y="28811"/>
                    <a:pt x="86532" y="29084"/>
                  </a:cubicBezTo>
                  <a:cubicBezTo>
                    <a:pt x="79681" y="30207"/>
                    <a:pt x="72597" y="31372"/>
                    <a:pt x="66253" y="35734"/>
                  </a:cubicBezTo>
                  <a:cubicBezTo>
                    <a:pt x="61721" y="38849"/>
                    <a:pt x="57707" y="43535"/>
                    <a:pt x="54638" y="49289"/>
                  </a:cubicBezTo>
                  <a:lnTo>
                    <a:pt x="3363" y="49289"/>
                  </a:lnTo>
                  <a:cubicBezTo>
                    <a:pt x="1730" y="49289"/>
                    <a:pt x="402" y="47585"/>
                    <a:pt x="402" y="45488"/>
                  </a:cubicBezTo>
                  <a:lnTo>
                    <a:pt x="402" y="27817"/>
                  </a:lnTo>
                  <a:cubicBezTo>
                    <a:pt x="6956" y="29756"/>
                    <a:pt x="13549" y="31125"/>
                    <a:pt x="20006" y="31888"/>
                  </a:cubicBezTo>
                  <a:cubicBezTo>
                    <a:pt x="24832" y="32458"/>
                    <a:pt x="29867" y="32744"/>
                    <a:pt x="35067" y="32744"/>
                  </a:cubicBezTo>
                  <a:cubicBezTo>
                    <a:pt x="39433" y="32744"/>
                    <a:pt x="43915" y="32543"/>
                    <a:pt x="48490" y="32140"/>
                  </a:cubicBezTo>
                  <a:cubicBezTo>
                    <a:pt x="52725" y="31766"/>
                    <a:pt x="57090" y="31156"/>
                    <a:pt x="61838" y="30276"/>
                  </a:cubicBezTo>
                  <a:cubicBezTo>
                    <a:pt x="65200" y="29650"/>
                    <a:pt x="69115" y="28700"/>
                    <a:pt x="72658" y="26377"/>
                  </a:cubicBezTo>
                  <a:cubicBezTo>
                    <a:pt x="76773" y="23677"/>
                    <a:pt x="79509" y="18971"/>
                    <a:pt x="82157" y="14419"/>
                  </a:cubicBezTo>
                  <a:cubicBezTo>
                    <a:pt x="83207" y="12610"/>
                    <a:pt x="84295" y="10742"/>
                    <a:pt x="85446" y="9038"/>
                  </a:cubicBezTo>
                  <a:cubicBezTo>
                    <a:pt x="89943" y="2389"/>
                    <a:pt x="94052" y="420"/>
                    <a:pt x="97341" y="420"/>
                  </a:cubicBezTo>
                  <a:close/>
                  <a:moveTo>
                    <a:pt x="97320" y="1"/>
                  </a:moveTo>
                  <a:cubicBezTo>
                    <a:pt x="92272" y="1"/>
                    <a:pt x="88015" y="4523"/>
                    <a:pt x="85113" y="8813"/>
                  </a:cubicBezTo>
                  <a:cubicBezTo>
                    <a:pt x="83953" y="10529"/>
                    <a:pt x="82863" y="12404"/>
                    <a:pt x="81808" y="14217"/>
                  </a:cubicBezTo>
                  <a:cubicBezTo>
                    <a:pt x="79187" y="18729"/>
                    <a:pt x="76473" y="23393"/>
                    <a:pt x="72437" y="26041"/>
                  </a:cubicBezTo>
                  <a:cubicBezTo>
                    <a:pt x="68955" y="28325"/>
                    <a:pt x="65088" y="29264"/>
                    <a:pt x="61763" y="29881"/>
                  </a:cubicBezTo>
                  <a:cubicBezTo>
                    <a:pt x="57027" y="30760"/>
                    <a:pt x="52675" y="31369"/>
                    <a:pt x="48454" y="31740"/>
                  </a:cubicBezTo>
                  <a:cubicBezTo>
                    <a:pt x="43892" y="32141"/>
                    <a:pt x="39422" y="32342"/>
                    <a:pt x="35069" y="32342"/>
                  </a:cubicBezTo>
                  <a:cubicBezTo>
                    <a:pt x="29883" y="32342"/>
                    <a:pt x="24864" y="32057"/>
                    <a:pt x="20053" y="31489"/>
                  </a:cubicBezTo>
                  <a:cubicBezTo>
                    <a:pt x="13535" y="30716"/>
                    <a:pt x="6875" y="29326"/>
                    <a:pt x="259" y="27354"/>
                  </a:cubicBezTo>
                  <a:lnTo>
                    <a:pt x="1" y="27277"/>
                  </a:lnTo>
                  <a:lnTo>
                    <a:pt x="1" y="45491"/>
                  </a:lnTo>
                  <a:cubicBezTo>
                    <a:pt x="1" y="47809"/>
                    <a:pt x="1508" y="49694"/>
                    <a:pt x="3363" y="49694"/>
                  </a:cubicBezTo>
                  <a:lnTo>
                    <a:pt x="54879" y="49694"/>
                  </a:lnTo>
                  <a:lnTo>
                    <a:pt x="54936" y="49585"/>
                  </a:lnTo>
                  <a:cubicBezTo>
                    <a:pt x="57983" y="43837"/>
                    <a:pt x="61975" y="39163"/>
                    <a:pt x="66481" y="36064"/>
                  </a:cubicBezTo>
                  <a:cubicBezTo>
                    <a:pt x="72751" y="31752"/>
                    <a:pt x="79791" y="30597"/>
                    <a:pt x="86599" y="29479"/>
                  </a:cubicBezTo>
                  <a:cubicBezTo>
                    <a:pt x="88267" y="29206"/>
                    <a:pt x="89993" y="28921"/>
                    <a:pt x="91683" y="28597"/>
                  </a:cubicBezTo>
                  <a:cubicBezTo>
                    <a:pt x="95554" y="27852"/>
                    <a:pt x="98882" y="26914"/>
                    <a:pt x="101852" y="25732"/>
                  </a:cubicBezTo>
                  <a:cubicBezTo>
                    <a:pt x="104477" y="24689"/>
                    <a:pt x="107747" y="23089"/>
                    <a:pt x="109769" y="19968"/>
                  </a:cubicBezTo>
                  <a:cubicBezTo>
                    <a:pt x="111389" y="17466"/>
                    <a:pt x="111791" y="14724"/>
                    <a:pt x="110961" y="11820"/>
                  </a:cubicBezTo>
                  <a:cubicBezTo>
                    <a:pt x="109585" y="7016"/>
                    <a:pt x="105018" y="2695"/>
                    <a:pt x="101216" y="909"/>
                  </a:cubicBezTo>
                  <a:cubicBezTo>
                    <a:pt x="99874" y="279"/>
                    <a:pt x="98573" y="1"/>
                    <a:pt x="973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3"/>
            <p:cNvSpPr/>
            <p:nvPr/>
          </p:nvSpPr>
          <p:spPr>
            <a:xfrm flipH="1" rot="10800000">
              <a:off x="2768223" y="-2299814"/>
              <a:ext cx="4335456" cy="728679"/>
            </a:xfrm>
            <a:custGeom>
              <a:rect b="b" l="l" r="r" t="t"/>
              <a:pathLst>
                <a:path extrusionOk="0" h="18209" w="108339">
                  <a:moveTo>
                    <a:pt x="27698" y="402"/>
                  </a:moveTo>
                  <a:cubicBezTo>
                    <a:pt x="32888" y="402"/>
                    <a:pt x="38022" y="2124"/>
                    <a:pt x="42576" y="3656"/>
                  </a:cubicBezTo>
                  <a:cubicBezTo>
                    <a:pt x="47416" y="5283"/>
                    <a:pt x="52582" y="6948"/>
                    <a:pt x="57857" y="7844"/>
                  </a:cubicBezTo>
                  <a:cubicBezTo>
                    <a:pt x="62292" y="8597"/>
                    <a:pt x="66755" y="8977"/>
                    <a:pt x="71177" y="8977"/>
                  </a:cubicBezTo>
                  <a:cubicBezTo>
                    <a:pt x="72693" y="8977"/>
                    <a:pt x="74204" y="8932"/>
                    <a:pt x="75707" y="8843"/>
                  </a:cubicBezTo>
                  <a:cubicBezTo>
                    <a:pt x="78578" y="8671"/>
                    <a:pt x="81363" y="8335"/>
                    <a:pt x="83983" y="7841"/>
                  </a:cubicBezTo>
                  <a:cubicBezTo>
                    <a:pt x="84740" y="7698"/>
                    <a:pt x="85506" y="7531"/>
                    <a:pt x="86246" y="7371"/>
                  </a:cubicBezTo>
                  <a:cubicBezTo>
                    <a:pt x="87567" y="7085"/>
                    <a:pt x="88932" y="6788"/>
                    <a:pt x="90288" y="6616"/>
                  </a:cubicBezTo>
                  <a:cubicBezTo>
                    <a:pt x="91569" y="6455"/>
                    <a:pt x="92767" y="6374"/>
                    <a:pt x="93889" y="6374"/>
                  </a:cubicBezTo>
                  <a:cubicBezTo>
                    <a:pt x="97369" y="6374"/>
                    <a:pt x="100126" y="7157"/>
                    <a:pt x="102405" y="8765"/>
                  </a:cubicBezTo>
                  <a:cubicBezTo>
                    <a:pt x="104715" y="10399"/>
                    <a:pt x="107752" y="14521"/>
                    <a:pt x="107336" y="17804"/>
                  </a:cubicBezTo>
                  <a:lnTo>
                    <a:pt x="2840" y="17804"/>
                  </a:lnTo>
                  <a:cubicBezTo>
                    <a:pt x="2038" y="16930"/>
                    <a:pt x="1495" y="16015"/>
                    <a:pt x="1180" y="15011"/>
                  </a:cubicBezTo>
                  <a:cubicBezTo>
                    <a:pt x="328" y="12292"/>
                    <a:pt x="1140" y="8835"/>
                    <a:pt x="2950" y="7464"/>
                  </a:cubicBezTo>
                  <a:cubicBezTo>
                    <a:pt x="4188" y="6527"/>
                    <a:pt x="5746" y="6255"/>
                    <a:pt x="7263" y="6255"/>
                  </a:cubicBezTo>
                  <a:cubicBezTo>
                    <a:pt x="8508" y="6255"/>
                    <a:pt x="9724" y="6438"/>
                    <a:pt x="10713" y="6586"/>
                  </a:cubicBezTo>
                  <a:cubicBezTo>
                    <a:pt x="13555" y="7015"/>
                    <a:pt x="16398" y="7815"/>
                    <a:pt x="19148" y="8591"/>
                  </a:cubicBezTo>
                  <a:cubicBezTo>
                    <a:pt x="20420" y="8950"/>
                    <a:pt x="21733" y="9320"/>
                    <a:pt x="23031" y="9648"/>
                  </a:cubicBezTo>
                  <a:cubicBezTo>
                    <a:pt x="23892" y="9867"/>
                    <a:pt x="24772" y="10044"/>
                    <a:pt x="25624" y="10217"/>
                  </a:cubicBezTo>
                  <a:cubicBezTo>
                    <a:pt x="26578" y="10410"/>
                    <a:pt x="27561" y="10610"/>
                    <a:pt x="28520" y="10866"/>
                  </a:cubicBezTo>
                  <a:cubicBezTo>
                    <a:pt x="29266" y="11066"/>
                    <a:pt x="30023" y="11287"/>
                    <a:pt x="30753" y="11502"/>
                  </a:cubicBezTo>
                  <a:cubicBezTo>
                    <a:pt x="31592" y="11746"/>
                    <a:pt x="32458" y="12000"/>
                    <a:pt x="33317" y="12223"/>
                  </a:cubicBezTo>
                  <a:lnTo>
                    <a:pt x="33467" y="12263"/>
                  </a:lnTo>
                  <a:cubicBezTo>
                    <a:pt x="34991" y="12659"/>
                    <a:pt x="36728" y="13111"/>
                    <a:pt x="38421" y="13111"/>
                  </a:cubicBezTo>
                  <a:cubicBezTo>
                    <a:pt x="39680" y="13111"/>
                    <a:pt x="40914" y="12861"/>
                    <a:pt x="42017" y="12152"/>
                  </a:cubicBezTo>
                  <a:cubicBezTo>
                    <a:pt x="42247" y="12003"/>
                    <a:pt x="42254" y="11687"/>
                    <a:pt x="42130" y="11480"/>
                  </a:cubicBezTo>
                  <a:cubicBezTo>
                    <a:pt x="39927" y="7838"/>
                    <a:pt x="35420" y="7355"/>
                    <a:pt x="32131" y="7002"/>
                  </a:cubicBezTo>
                  <a:cubicBezTo>
                    <a:pt x="30552" y="6834"/>
                    <a:pt x="28936" y="6794"/>
                    <a:pt x="27373" y="6755"/>
                  </a:cubicBezTo>
                  <a:cubicBezTo>
                    <a:pt x="24971" y="6694"/>
                    <a:pt x="22485" y="6634"/>
                    <a:pt x="20094" y="6098"/>
                  </a:cubicBezTo>
                  <a:lnTo>
                    <a:pt x="19861" y="6045"/>
                  </a:lnTo>
                  <a:cubicBezTo>
                    <a:pt x="19174" y="5899"/>
                    <a:pt x="18323" y="5715"/>
                    <a:pt x="17845" y="5185"/>
                  </a:cubicBezTo>
                  <a:cubicBezTo>
                    <a:pt x="17683" y="5000"/>
                    <a:pt x="17613" y="4809"/>
                    <a:pt x="17637" y="4599"/>
                  </a:cubicBezTo>
                  <a:cubicBezTo>
                    <a:pt x="17720" y="3886"/>
                    <a:pt x="18816" y="3119"/>
                    <a:pt x="19284" y="2791"/>
                  </a:cubicBezTo>
                  <a:lnTo>
                    <a:pt x="19370" y="2730"/>
                  </a:lnTo>
                  <a:cubicBezTo>
                    <a:pt x="21382" y="1313"/>
                    <a:pt x="23882" y="535"/>
                    <a:pt x="26803" y="420"/>
                  </a:cubicBezTo>
                  <a:cubicBezTo>
                    <a:pt x="27101" y="408"/>
                    <a:pt x="27399" y="402"/>
                    <a:pt x="27698" y="402"/>
                  </a:cubicBezTo>
                  <a:close/>
                  <a:moveTo>
                    <a:pt x="27716" y="0"/>
                  </a:moveTo>
                  <a:cubicBezTo>
                    <a:pt x="27408" y="0"/>
                    <a:pt x="27101" y="6"/>
                    <a:pt x="26793" y="18"/>
                  </a:cubicBezTo>
                  <a:cubicBezTo>
                    <a:pt x="23792" y="137"/>
                    <a:pt x="21220" y="940"/>
                    <a:pt x="19143" y="2401"/>
                  </a:cubicBezTo>
                  <a:lnTo>
                    <a:pt x="19057" y="2461"/>
                  </a:lnTo>
                  <a:cubicBezTo>
                    <a:pt x="18500" y="2850"/>
                    <a:pt x="17342" y="3659"/>
                    <a:pt x="17241" y="4552"/>
                  </a:cubicBezTo>
                  <a:cubicBezTo>
                    <a:pt x="17204" y="4879"/>
                    <a:pt x="17307" y="5183"/>
                    <a:pt x="17550" y="5452"/>
                  </a:cubicBezTo>
                  <a:cubicBezTo>
                    <a:pt x="18114" y="6081"/>
                    <a:pt x="19037" y="6279"/>
                    <a:pt x="19779" y="6438"/>
                  </a:cubicBezTo>
                  <a:lnTo>
                    <a:pt x="20009" y="6488"/>
                  </a:lnTo>
                  <a:cubicBezTo>
                    <a:pt x="22436" y="7034"/>
                    <a:pt x="24942" y="7095"/>
                    <a:pt x="27366" y="7155"/>
                  </a:cubicBezTo>
                  <a:cubicBezTo>
                    <a:pt x="28920" y="7194"/>
                    <a:pt x="30528" y="7234"/>
                    <a:pt x="32089" y="7401"/>
                  </a:cubicBezTo>
                  <a:cubicBezTo>
                    <a:pt x="35297" y="7744"/>
                    <a:pt x="39689" y="8215"/>
                    <a:pt x="41788" y="11686"/>
                  </a:cubicBezTo>
                  <a:cubicBezTo>
                    <a:pt x="41818" y="11736"/>
                    <a:pt x="41813" y="11800"/>
                    <a:pt x="41803" y="11810"/>
                  </a:cubicBezTo>
                  <a:cubicBezTo>
                    <a:pt x="40777" y="12469"/>
                    <a:pt x="39614" y="12703"/>
                    <a:pt x="38419" y="12703"/>
                  </a:cubicBezTo>
                  <a:cubicBezTo>
                    <a:pt x="36773" y="12703"/>
                    <a:pt x="35066" y="12260"/>
                    <a:pt x="33571" y="11872"/>
                  </a:cubicBezTo>
                  <a:lnTo>
                    <a:pt x="33421" y="11832"/>
                  </a:lnTo>
                  <a:cubicBezTo>
                    <a:pt x="32568" y="11613"/>
                    <a:pt x="31706" y="11359"/>
                    <a:pt x="30871" y="11114"/>
                  </a:cubicBezTo>
                  <a:cubicBezTo>
                    <a:pt x="30136" y="10900"/>
                    <a:pt x="29377" y="10677"/>
                    <a:pt x="28627" y="10477"/>
                  </a:cubicBezTo>
                  <a:cubicBezTo>
                    <a:pt x="27659" y="10217"/>
                    <a:pt x="26667" y="10017"/>
                    <a:pt x="25708" y="9823"/>
                  </a:cubicBezTo>
                  <a:cubicBezTo>
                    <a:pt x="24862" y="9650"/>
                    <a:pt x="23985" y="9473"/>
                    <a:pt x="23133" y="9257"/>
                  </a:cubicBezTo>
                  <a:cubicBezTo>
                    <a:pt x="21840" y="8930"/>
                    <a:pt x="20529" y="8560"/>
                    <a:pt x="19261" y="8202"/>
                  </a:cubicBezTo>
                  <a:cubicBezTo>
                    <a:pt x="16498" y="7424"/>
                    <a:pt x="13642" y="6619"/>
                    <a:pt x="10776" y="6188"/>
                  </a:cubicBezTo>
                  <a:cubicBezTo>
                    <a:pt x="9769" y="6036"/>
                    <a:pt x="8534" y="5850"/>
                    <a:pt x="7263" y="5850"/>
                  </a:cubicBezTo>
                  <a:cubicBezTo>
                    <a:pt x="5677" y="5850"/>
                    <a:pt x="4036" y="6139"/>
                    <a:pt x="2711" y="7142"/>
                  </a:cubicBezTo>
                  <a:cubicBezTo>
                    <a:pt x="579" y="8757"/>
                    <a:pt x="1" y="12576"/>
                    <a:pt x="798" y="15131"/>
                  </a:cubicBezTo>
                  <a:cubicBezTo>
                    <a:pt x="1138" y="16218"/>
                    <a:pt x="1730" y="17203"/>
                    <a:pt x="2606" y="18144"/>
                  </a:cubicBezTo>
                  <a:lnTo>
                    <a:pt x="2666" y="18209"/>
                  </a:lnTo>
                  <a:lnTo>
                    <a:pt x="107680" y="18209"/>
                  </a:lnTo>
                  <a:lnTo>
                    <a:pt x="107713" y="18040"/>
                  </a:lnTo>
                  <a:cubicBezTo>
                    <a:pt x="108339" y="14231"/>
                    <a:pt x="104720" y="9907"/>
                    <a:pt x="102642" y="8438"/>
                  </a:cubicBezTo>
                  <a:cubicBezTo>
                    <a:pt x="100295" y="6780"/>
                    <a:pt x="97465" y="5972"/>
                    <a:pt x="93901" y="5972"/>
                  </a:cubicBezTo>
                  <a:cubicBezTo>
                    <a:pt x="92759" y="5972"/>
                    <a:pt x="91543" y="6055"/>
                    <a:pt x="90243" y="6219"/>
                  </a:cubicBezTo>
                  <a:cubicBezTo>
                    <a:pt x="88870" y="6392"/>
                    <a:pt x="87495" y="6691"/>
                    <a:pt x="86166" y="6979"/>
                  </a:cubicBezTo>
                  <a:cubicBezTo>
                    <a:pt x="85428" y="7141"/>
                    <a:pt x="84666" y="7307"/>
                    <a:pt x="83913" y="7448"/>
                  </a:cubicBezTo>
                  <a:cubicBezTo>
                    <a:pt x="81310" y="7937"/>
                    <a:pt x="78543" y="8272"/>
                    <a:pt x="75687" y="8443"/>
                  </a:cubicBezTo>
                  <a:cubicBezTo>
                    <a:pt x="74193" y="8531"/>
                    <a:pt x="72692" y="8575"/>
                    <a:pt x="71186" y="8575"/>
                  </a:cubicBezTo>
                  <a:cubicBezTo>
                    <a:pt x="66784" y="8575"/>
                    <a:pt x="62342" y="8199"/>
                    <a:pt x="57928" y="7448"/>
                  </a:cubicBezTo>
                  <a:cubicBezTo>
                    <a:pt x="52682" y="6556"/>
                    <a:pt x="47532" y="4898"/>
                    <a:pt x="42708" y="3276"/>
                  </a:cubicBezTo>
                  <a:cubicBezTo>
                    <a:pt x="38128" y="1734"/>
                    <a:pt x="32975" y="0"/>
                    <a:pt x="277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3"/>
            <p:cNvSpPr/>
            <p:nvPr/>
          </p:nvSpPr>
          <p:spPr>
            <a:xfrm flipH="1" rot="10800000">
              <a:off x="4932235" y="-2299843"/>
              <a:ext cx="4348422" cy="1563444"/>
            </a:xfrm>
            <a:custGeom>
              <a:rect b="b" l="l" r="r" t="t"/>
              <a:pathLst>
                <a:path extrusionOk="0" h="39069" w="108663">
                  <a:moveTo>
                    <a:pt x="46151" y="403"/>
                  </a:moveTo>
                  <a:cubicBezTo>
                    <a:pt x="46500" y="403"/>
                    <a:pt x="46847" y="405"/>
                    <a:pt x="47194" y="409"/>
                  </a:cubicBezTo>
                  <a:cubicBezTo>
                    <a:pt x="60555" y="576"/>
                    <a:pt x="71907" y="4288"/>
                    <a:pt x="80932" y="11441"/>
                  </a:cubicBezTo>
                  <a:cubicBezTo>
                    <a:pt x="84958" y="14633"/>
                    <a:pt x="88903" y="18201"/>
                    <a:pt x="92718" y="21653"/>
                  </a:cubicBezTo>
                  <a:cubicBezTo>
                    <a:pt x="94523" y="23286"/>
                    <a:pt x="96389" y="24974"/>
                    <a:pt x="98238" y="26600"/>
                  </a:cubicBezTo>
                  <a:cubicBezTo>
                    <a:pt x="101177" y="29181"/>
                    <a:pt x="104663" y="32202"/>
                    <a:pt x="108257" y="35034"/>
                  </a:cubicBezTo>
                  <a:cubicBezTo>
                    <a:pt x="108185" y="37046"/>
                    <a:pt x="106877" y="38663"/>
                    <a:pt x="105303" y="38663"/>
                  </a:cubicBezTo>
                  <a:lnTo>
                    <a:pt x="95006" y="38663"/>
                  </a:lnTo>
                  <a:cubicBezTo>
                    <a:pt x="94337" y="37862"/>
                    <a:pt x="93741" y="37110"/>
                    <a:pt x="93190" y="36368"/>
                  </a:cubicBezTo>
                  <a:cubicBezTo>
                    <a:pt x="91738" y="34415"/>
                    <a:pt x="90482" y="32209"/>
                    <a:pt x="89268" y="30076"/>
                  </a:cubicBezTo>
                  <a:cubicBezTo>
                    <a:pt x="88255" y="28296"/>
                    <a:pt x="87207" y="26455"/>
                    <a:pt x="86046" y="24761"/>
                  </a:cubicBezTo>
                  <a:cubicBezTo>
                    <a:pt x="84901" y="23090"/>
                    <a:pt x="83654" y="21394"/>
                    <a:pt x="82109" y="20589"/>
                  </a:cubicBezTo>
                  <a:cubicBezTo>
                    <a:pt x="81766" y="20411"/>
                    <a:pt x="81285" y="20282"/>
                    <a:pt x="80790" y="20282"/>
                  </a:cubicBezTo>
                  <a:cubicBezTo>
                    <a:pt x="80446" y="20282"/>
                    <a:pt x="80095" y="20344"/>
                    <a:pt x="79779" y="20494"/>
                  </a:cubicBezTo>
                  <a:cubicBezTo>
                    <a:pt x="79253" y="20744"/>
                    <a:pt x="78909" y="21200"/>
                    <a:pt x="78784" y="21809"/>
                  </a:cubicBezTo>
                  <a:cubicBezTo>
                    <a:pt x="78479" y="23295"/>
                    <a:pt x="79725" y="24879"/>
                    <a:pt x="80550" y="25925"/>
                  </a:cubicBezTo>
                  <a:cubicBezTo>
                    <a:pt x="80666" y="26074"/>
                    <a:pt x="80775" y="26210"/>
                    <a:pt x="80868" y="26335"/>
                  </a:cubicBezTo>
                  <a:cubicBezTo>
                    <a:pt x="81946" y="27764"/>
                    <a:pt x="82835" y="29354"/>
                    <a:pt x="83661" y="31345"/>
                  </a:cubicBezTo>
                  <a:cubicBezTo>
                    <a:pt x="84287" y="32848"/>
                    <a:pt x="85364" y="35767"/>
                    <a:pt x="85660" y="38663"/>
                  </a:cubicBezTo>
                  <a:lnTo>
                    <a:pt x="76327" y="38663"/>
                  </a:lnTo>
                  <a:cubicBezTo>
                    <a:pt x="76685" y="34328"/>
                    <a:pt x="75134" y="29497"/>
                    <a:pt x="72336" y="26295"/>
                  </a:cubicBezTo>
                  <a:cubicBezTo>
                    <a:pt x="70016" y="23636"/>
                    <a:pt x="66829" y="21619"/>
                    <a:pt x="62597" y="20130"/>
                  </a:cubicBezTo>
                  <a:cubicBezTo>
                    <a:pt x="58968" y="18853"/>
                    <a:pt x="54987" y="18071"/>
                    <a:pt x="50066" y="17668"/>
                  </a:cubicBezTo>
                  <a:cubicBezTo>
                    <a:pt x="47919" y="17494"/>
                    <a:pt x="45723" y="17407"/>
                    <a:pt x="43437" y="17407"/>
                  </a:cubicBezTo>
                  <a:cubicBezTo>
                    <a:pt x="41731" y="17407"/>
                    <a:pt x="39974" y="17455"/>
                    <a:pt x="38150" y="17552"/>
                  </a:cubicBezTo>
                  <a:cubicBezTo>
                    <a:pt x="34341" y="17757"/>
                    <a:pt x="31394" y="18197"/>
                    <a:pt x="28604" y="18985"/>
                  </a:cubicBezTo>
                  <a:cubicBezTo>
                    <a:pt x="27525" y="19288"/>
                    <a:pt x="26448" y="19608"/>
                    <a:pt x="25369" y="19927"/>
                  </a:cubicBezTo>
                  <a:cubicBezTo>
                    <a:pt x="21997" y="20924"/>
                    <a:pt x="18511" y="21956"/>
                    <a:pt x="15020" y="22506"/>
                  </a:cubicBezTo>
                  <a:cubicBezTo>
                    <a:pt x="13538" y="22740"/>
                    <a:pt x="11993" y="22922"/>
                    <a:pt x="10477" y="22922"/>
                  </a:cubicBezTo>
                  <a:cubicBezTo>
                    <a:pt x="7660" y="22922"/>
                    <a:pt x="4942" y="22294"/>
                    <a:pt x="2908" y="20201"/>
                  </a:cubicBezTo>
                  <a:cubicBezTo>
                    <a:pt x="2318" y="19594"/>
                    <a:pt x="445" y="17417"/>
                    <a:pt x="1110" y="14892"/>
                  </a:cubicBezTo>
                  <a:cubicBezTo>
                    <a:pt x="1609" y="13004"/>
                    <a:pt x="3139" y="11676"/>
                    <a:pt x="4417" y="10728"/>
                  </a:cubicBezTo>
                  <a:cubicBezTo>
                    <a:pt x="7502" y="8442"/>
                    <a:pt x="11094" y="7120"/>
                    <a:pt x="14506" y="5962"/>
                  </a:cubicBezTo>
                  <a:cubicBezTo>
                    <a:pt x="25380" y="2272"/>
                    <a:pt x="36012" y="403"/>
                    <a:pt x="46151" y="403"/>
                  </a:cubicBezTo>
                  <a:close/>
                  <a:moveTo>
                    <a:pt x="46184" y="0"/>
                  </a:moveTo>
                  <a:cubicBezTo>
                    <a:pt x="35995" y="0"/>
                    <a:pt x="25302" y="1873"/>
                    <a:pt x="14376" y="5582"/>
                  </a:cubicBezTo>
                  <a:cubicBezTo>
                    <a:pt x="10932" y="6749"/>
                    <a:pt x="7309" y="8083"/>
                    <a:pt x="4175" y="10405"/>
                  </a:cubicBezTo>
                  <a:cubicBezTo>
                    <a:pt x="2845" y="11391"/>
                    <a:pt x="1250" y="12780"/>
                    <a:pt x="720" y="14790"/>
                  </a:cubicBezTo>
                  <a:cubicBezTo>
                    <a:pt x="0" y="17521"/>
                    <a:pt x="1992" y="19837"/>
                    <a:pt x="2618" y="20484"/>
                  </a:cubicBezTo>
                  <a:cubicBezTo>
                    <a:pt x="4745" y="22672"/>
                    <a:pt x="7559" y="23326"/>
                    <a:pt x="10464" y="23326"/>
                  </a:cubicBezTo>
                  <a:cubicBezTo>
                    <a:pt x="12008" y="23326"/>
                    <a:pt x="13578" y="23141"/>
                    <a:pt x="15083" y="22903"/>
                  </a:cubicBezTo>
                  <a:cubicBezTo>
                    <a:pt x="18599" y="22350"/>
                    <a:pt x="22098" y="21314"/>
                    <a:pt x="25483" y="20314"/>
                  </a:cubicBezTo>
                  <a:cubicBezTo>
                    <a:pt x="26558" y="19996"/>
                    <a:pt x="27635" y="19678"/>
                    <a:pt x="28713" y="19374"/>
                  </a:cubicBezTo>
                  <a:cubicBezTo>
                    <a:pt x="31476" y="18595"/>
                    <a:pt x="34392" y="18158"/>
                    <a:pt x="38171" y="17957"/>
                  </a:cubicBezTo>
                  <a:cubicBezTo>
                    <a:pt x="39992" y="17859"/>
                    <a:pt x="41744" y="17811"/>
                    <a:pt x="43446" y="17811"/>
                  </a:cubicBezTo>
                  <a:cubicBezTo>
                    <a:pt x="45718" y="17811"/>
                    <a:pt x="47900" y="17898"/>
                    <a:pt x="50034" y="18072"/>
                  </a:cubicBezTo>
                  <a:cubicBezTo>
                    <a:pt x="54919" y="18471"/>
                    <a:pt x="58869" y="19245"/>
                    <a:pt x="62464" y="20513"/>
                  </a:cubicBezTo>
                  <a:cubicBezTo>
                    <a:pt x="66629" y="21980"/>
                    <a:pt x="69761" y="23959"/>
                    <a:pt x="72035" y="26564"/>
                  </a:cubicBezTo>
                  <a:cubicBezTo>
                    <a:pt x="74808" y="29740"/>
                    <a:pt x="76328" y="34562"/>
                    <a:pt x="75907" y="38847"/>
                  </a:cubicBezTo>
                  <a:lnTo>
                    <a:pt x="75885" y="39069"/>
                  </a:lnTo>
                  <a:lnTo>
                    <a:pt x="86103" y="39069"/>
                  </a:lnTo>
                  <a:lnTo>
                    <a:pt x="86083" y="38849"/>
                  </a:lnTo>
                  <a:cubicBezTo>
                    <a:pt x="85816" y="35827"/>
                    <a:pt x="84685" y="32755"/>
                    <a:pt x="84035" y="31193"/>
                  </a:cubicBezTo>
                  <a:cubicBezTo>
                    <a:pt x="83194" y="29170"/>
                    <a:pt x="82289" y="27550"/>
                    <a:pt x="81192" y="26094"/>
                  </a:cubicBezTo>
                  <a:cubicBezTo>
                    <a:pt x="81095" y="25968"/>
                    <a:pt x="80986" y="25829"/>
                    <a:pt x="80868" y="25679"/>
                  </a:cubicBezTo>
                  <a:cubicBezTo>
                    <a:pt x="80089" y="24692"/>
                    <a:pt x="78913" y="23196"/>
                    <a:pt x="79180" y="21893"/>
                  </a:cubicBezTo>
                  <a:cubicBezTo>
                    <a:pt x="79280" y="21406"/>
                    <a:pt x="79542" y="21057"/>
                    <a:pt x="79953" y="20860"/>
                  </a:cubicBezTo>
                  <a:cubicBezTo>
                    <a:pt x="80215" y="20736"/>
                    <a:pt x="80506" y="20684"/>
                    <a:pt x="80793" y="20684"/>
                  </a:cubicBezTo>
                  <a:cubicBezTo>
                    <a:pt x="81216" y="20684"/>
                    <a:pt x="81630" y="20796"/>
                    <a:pt x="81925" y="20950"/>
                  </a:cubicBezTo>
                  <a:cubicBezTo>
                    <a:pt x="83388" y="21710"/>
                    <a:pt x="84600" y="23365"/>
                    <a:pt x="85716" y="24991"/>
                  </a:cubicBezTo>
                  <a:cubicBezTo>
                    <a:pt x="86867" y="26672"/>
                    <a:pt x="87910" y="28506"/>
                    <a:pt x="88919" y="30277"/>
                  </a:cubicBezTo>
                  <a:cubicBezTo>
                    <a:pt x="90139" y="32421"/>
                    <a:pt x="91401" y="34638"/>
                    <a:pt x="92868" y="36611"/>
                  </a:cubicBezTo>
                  <a:cubicBezTo>
                    <a:pt x="93440" y="37380"/>
                    <a:pt x="94059" y="38160"/>
                    <a:pt x="94759" y="38996"/>
                  </a:cubicBezTo>
                  <a:lnTo>
                    <a:pt x="94819" y="39068"/>
                  </a:lnTo>
                  <a:lnTo>
                    <a:pt x="105303" y="39068"/>
                  </a:lnTo>
                  <a:cubicBezTo>
                    <a:pt x="107121" y="39068"/>
                    <a:pt x="108627" y="37217"/>
                    <a:pt x="108661" y="34947"/>
                  </a:cubicBezTo>
                  <a:lnTo>
                    <a:pt x="108663" y="34847"/>
                  </a:lnTo>
                  <a:lnTo>
                    <a:pt x="108584" y="34784"/>
                  </a:lnTo>
                  <a:cubicBezTo>
                    <a:pt x="104971" y="31939"/>
                    <a:pt x="101460" y="28897"/>
                    <a:pt x="98502" y="26300"/>
                  </a:cubicBezTo>
                  <a:cubicBezTo>
                    <a:pt x="96655" y="24675"/>
                    <a:pt x="94790" y="22989"/>
                    <a:pt x="92987" y="21357"/>
                  </a:cubicBezTo>
                  <a:cubicBezTo>
                    <a:pt x="89168" y="17899"/>
                    <a:pt x="85217" y="14326"/>
                    <a:pt x="81181" y="11127"/>
                  </a:cubicBezTo>
                  <a:cubicBezTo>
                    <a:pt x="72085" y="3918"/>
                    <a:pt x="60650" y="176"/>
                    <a:pt x="47197" y="6"/>
                  </a:cubicBezTo>
                  <a:cubicBezTo>
                    <a:pt x="46860" y="2"/>
                    <a:pt x="46522" y="0"/>
                    <a:pt x="461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3"/>
            <p:cNvSpPr/>
            <p:nvPr/>
          </p:nvSpPr>
          <p:spPr>
            <a:xfrm flipH="1" rot="10800000">
              <a:off x="5065015" y="4471289"/>
              <a:ext cx="4355665" cy="807744"/>
            </a:xfrm>
            <a:custGeom>
              <a:rect b="b" l="l" r="r" t="t"/>
              <a:pathLst>
                <a:path extrusionOk="0" h="28164" w="108844">
                  <a:moveTo>
                    <a:pt x="105484" y="409"/>
                  </a:moveTo>
                  <a:cubicBezTo>
                    <a:pt x="107116" y="409"/>
                    <a:pt x="108443" y="2114"/>
                    <a:pt x="108443" y="4208"/>
                  </a:cubicBezTo>
                  <a:lnTo>
                    <a:pt x="108443" y="9441"/>
                  </a:lnTo>
                  <a:cubicBezTo>
                    <a:pt x="107791" y="9431"/>
                    <a:pt x="107138" y="9426"/>
                    <a:pt x="106485" y="9426"/>
                  </a:cubicBezTo>
                  <a:cubicBezTo>
                    <a:pt x="96929" y="9426"/>
                    <a:pt x="87281" y="10461"/>
                    <a:pt x="77432" y="11618"/>
                  </a:cubicBezTo>
                  <a:lnTo>
                    <a:pt x="74438" y="11967"/>
                  </a:lnTo>
                  <a:cubicBezTo>
                    <a:pt x="68077" y="12707"/>
                    <a:pt x="61497" y="13471"/>
                    <a:pt x="55052" y="14524"/>
                  </a:cubicBezTo>
                  <a:cubicBezTo>
                    <a:pt x="50937" y="15196"/>
                    <a:pt x="47239" y="15919"/>
                    <a:pt x="43750" y="16739"/>
                  </a:cubicBezTo>
                  <a:cubicBezTo>
                    <a:pt x="39671" y="17698"/>
                    <a:pt x="36280" y="18535"/>
                    <a:pt x="32894" y="19868"/>
                  </a:cubicBezTo>
                  <a:cubicBezTo>
                    <a:pt x="30642" y="20754"/>
                    <a:pt x="28443" y="21986"/>
                    <a:pt x="26315" y="23179"/>
                  </a:cubicBezTo>
                  <a:cubicBezTo>
                    <a:pt x="22603" y="25262"/>
                    <a:pt x="18761" y="27414"/>
                    <a:pt x="14582" y="27728"/>
                  </a:cubicBezTo>
                  <a:cubicBezTo>
                    <a:pt x="14284" y="27750"/>
                    <a:pt x="13983" y="27761"/>
                    <a:pt x="13680" y="27761"/>
                  </a:cubicBezTo>
                  <a:cubicBezTo>
                    <a:pt x="8600" y="27761"/>
                    <a:pt x="3011" y="24606"/>
                    <a:pt x="1265" y="17265"/>
                  </a:cubicBezTo>
                  <a:cubicBezTo>
                    <a:pt x="424" y="13728"/>
                    <a:pt x="774" y="10998"/>
                    <a:pt x="2304" y="9148"/>
                  </a:cubicBezTo>
                  <a:cubicBezTo>
                    <a:pt x="3847" y="7282"/>
                    <a:pt x="6123" y="6467"/>
                    <a:pt x="8144" y="5916"/>
                  </a:cubicBezTo>
                  <a:cubicBezTo>
                    <a:pt x="14663" y="4135"/>
                    <a:pt x="21503" y="4060"/>
                    <a:pt x="27536" y="3991"/>
                  </a:cubicBezTo>
                  <a:lnTo>
                    <a:pt x="28284" y="3982"/>
                  </a:lnTo>
                  <a:cubicBezTo>
                    <a:pt x="35338" y="3908"/>
                    <a:pt x="42635" y="3830"/>
                    <a:pt x="49562" y="1411"/>
                  </a:cubicBezTo>
                  <a:cubicBezTo>
                    <a:pt x="50530" y="1072"/>
                    <a:pt x="51303" y="753"/>
                    <a:pt x="51989" y="409"/>
                  </a:cubicBezTo>
                  <a:lnTo>
                    <a:pt x="51989" y="410"/>
                  </a:lnTo>
                  <a:lnTo>
                    <a:pt x="77472" y="410"/>
                  </a:lnTo>
                  <a:cubicBezTo>
                    <a:pt x="75657" y="1022"/>
                    <a:pt x="73845" y="1526"/>
                    <a:pt x="72138" y="1986"/>
                  </a:cubicBezTo>
                  <a:cubicBezTo>
                    <a:pt x="71479" y="2162"/>
                    <a:pt x="70816" y="2334"/>
                    <a:pt x="70156" y="2505"/>
                  </a:cubicBezTo>
                  <a:cubicBezTo>
                    <a:pt x="68329" y="2977"/>
                    <a:pt x="66440" y="3467"/>
                    <a:pt x="64605" y="4082"/>
                  </a:cubicBezTo>
                  <a:cubicBezTo>
                    <a:pt x="61004" y="5291"/>
                    <a:pt x="57124" y="6040"/>
                    <a:pt x="52740" y="6369"/>
                  </a:cubicBezTo>
                  <a:cubicBezTo>
                    <a:pt x="49638" y="6602"/>
                    <a:pt x="46418" y="6602"/>
                    <a:pt x="43304" y="6603"/>
                  </a:cubicBezTo>
                  <a:cubicBezTo>
                    <a:pt x="34965" y="6606"/>
                    <a:pt x="26344" y="6609"/>
                    <a:pt x="18528" y="10955"/>
                  </a:cubicBezTo>
                  <a:cubicBezTo>
                    <a:pt x="14223" y="13350"/>
                    <a:pt x="12644" y="15910"/>
                    <a:pt x="13835" y="18561"/>
                  </a:cubicBezTo>
                  <a:cubicBezTo>
                    <a:pt x="14838" y="20791"/>
                    <a:pt x="17057" y="22107"/>
                    <a:pt x="18813" y="22421"/>
                  </a:cubicBezTo>
                  <a:cubicBezTo>
                    <a:pt x="19239" y="22498"/>
                    <a:pt x="19668" y="22533"/>
                    <a:pt x="20097" y="22533"/>
                  </a:cubicBezTo>
                  <a:cubicBezTo>
                    <a:pt x="22307" y="22533"/>
                    <a:pt x="24513" y="21604"/>
                    <a:pt x="26433" y="20647"/>
                  </a:cubicBezTo>
                  <a:cubicBezTo>
                    <a:pt x="27444" y="20142"/>
                    <a:pt x="28451" y="19561"/>
                    <a:pt x="29427" y="18998"/>
                  </a:cubicBezTo>
                  <a:cubicBezTo>
                    <a:pt x="30955" y="18116"/>
                    <a:pt x="32534" y="17203"/>
                    <a:pt x="34157" y="16576"/>
                  </a:cubicBezTo>
                  <a:cubicBezTo>
                    <a:pt x="37956" y="15106"/>
                    <a:pt x="41874" y="14247"/>
                    <a:pt x="44864" y="13661"/>
                  </a:cubicBezTo>
                  <a:cubicBezTo>
                    <a:pt x="49244" y="12804"/>
                    <a:pt x="53720" y="12190"/>
                    <a:pt x="58050" y="11597"/>
                  </a:cubicBezTo>
                  <a:cubicBezTo>
                    <a:pt x="61146" y="11172"/>
                    <a:pt x="64344" y="10734"/>
                    <a:pt x="67486" y="10209"/>
                  </a:cubicBezTo>
                  <a:cubicBezTo>
                    <a:pt x="71305" y="9572"/>
                    <a:pt x="74827" y="8898"/>
                    <a:pt x="78252" y="8150"/>
                  </a:cubicBezTo>
                  <a:cubicBezTo>
                    <a:pt x="80759" y="7602"/>
                    <a:pt x="84017" y="6743"/>
                    <a:pt x="86995" y="4937"/>
                  </a:cubicBezTo>
                  <a:cubicBezTo>
                    <a:pt x="88677" y="3915"/>
                    <a:pt x="90044" y="2435"/>
                    <a:pt x="91173" y="409"/>
                  </a:cubicBezTo>
                  <a:close/>
                  <a:moveTo>
                    <a:pt x="90934" y="0"/>
                  </a:moveTo>
                  <a:lnTo>
                    <a:pt x="90877" y="105"/>
                  </a:lnTo>
                  <a:cubicBezTo>
                    <a:pt x="89755" y="2148"/>
                    <a:pt x="88458" y="3572"/>
                    <a:pt x="86786" y="4587"/>
                  </a:cubicBezTo>
                  <a:cubicBezTo>
                    <a:pt x="83860" y="6361"/>
                    <a:pt x="80642" y="7209"/>
                    <a:pt x="78166" y="7749"/>
                  </a:cubicBezTo>
                  <a:cubicBezTo>
                    <a:pt x="74747" y="8496"/>
                    <a:pt x="71232" y="9168"/>
                    <a:pt x="67420" y="9804"/>
                  </a:cubicBezTo>
                  <a:cubicBezTo>
                    <a:pt x="64284" y="10326"/>
                    <a:pt x="61086" y="10767"/>
                    <a:pt x="57994" y="11189"/>
                  </a:cubicBezTo>
                  <a:cubicBezTo>
                    <a:pt x="53660" y="11784"/>
                    <a:pt x="49177" y="12398"/>
                    <a:pt x="44787" y="13257"/>
                  </a:cubicBezTo>
                  <a:cubicBezTo>
                    <a:pt x="41781" y="13846"/>
                    <a:pt x="37840" y="14712"/>
                    <a:pt x="34011" y="16192"/>
                  </a:cubicBezTo>
                  <a:cubicBezTo>
                    <a:pt x="32361" y="16832"/>
                    <a:pt x="30768" y="17751"/>
                    <a:pt x="29227" y="18641"/>
                  </a:cubicBezTo>
                  <a:cubicBezTo>
                    <a:pt x="28257" y="19199"/>
                    <a:pt x="27256" y="19778"/>
                    <a:pt x="26252" y="20278"/>
                  </a:cubicBezTo>
                  <a:cubicBezTo>
                    <a:pt x="24377" y="21213"/>
                    <a:pt x="22228" y="22123"/>
                    <a:pt x="20096" y="22123"/>
                  </a:cubicBezTo>
                  <a:cubicBezTo>
                    <a:pt x="19691" y="22123"/>
                    <a:pt x="19286" y="22090"/>
                    <a:pt x="18884" y="22019"/>
                  </a:cubicBezTo>
                  <a:cubicBezTo>
                    <a:pt x="17234" y="21723"/>
                    <a:pt x="15146" y="20485"/>
                    <a:pt x="14203" y="18389"/>
                  </a:cubicBezTo>
                  <a:cubicBezTo>
                    <a:pt x="13112" y="15962"/>
                    <a:pt x="14633" y="13577"/>
                    <a:pt x="18725" y="11302"/>
                  </a:cubicBezTo>
                  <a:cubicBezTo>
                    <a:pt x="26450" y="7006"/>
                    <a:pt x="35017" y="7004"/>
                    <a:pt x="43304" y="7002"/>
                  </a:cubicBezTo>
                  <a:cubicBezTo>
                    <a:pt x="46426" y="7002"/>
                    <a:pt x="49654" y="6999"/>
                    <a:pt x="52770" y="6766"/>
                  </a:cubicBezTo>
                  <a:cubicBezTo>
                    <a:pt x="57188" y="6433"/>
                    <a:pt x="61100" y="5680"/>
                    <a:pt x="64734" y="4460"/>
                  </a:cubicBezTo>
                  <a:cubicBezTo>
                    <a:pt x="66555" y="3847"/>
                    <a:pt x="68437" y="3359"/>
                    <a:pt x="70258" y="2889"/>
                  </a:cubicBezTo>
                  <a:cubicBezTo>
                    <a:pt x="70921" y="2718"/>
                    <a:pt x="71583" y="2546"/>
                    <a:pt x="72244" y="2369"/>
                  </a:cubicBezTo>
                  <a:cubicBezTo>
                    <a:pt x="74310" y="1815"/>
                    <a:pt x="76526" y="1191"/>
                    <a:pt x="78725" y="393"/>
                  </a:cubicBezTo>
                  <a:lnTo>
                    <a:pt x="79801" y="3"/>
                  </a:lnTo>
                  <a:lnTo>
                    <a:pt x="51891" y="3"/>
                  </a:lnTo>
                  <a:lnTo>
                    <a:pt x="51849" y="25"/>
                  </a:lnTo>
                  <a:cubicBezTo>
                    <a:pt x="51168" y="369"/>
                    <a:pt x="50398" y="688"/>
                    <a:pt x="49430" y="1026"/>
                  </a:cubicBezTo>
                  <a:cubicBezTo>
                    <a:pt x="42565" y="3424"/>
                    <a:pt x="35301" y="3502"/>
                    <a:pt x="28279" y="3577"/>
                  </a:cubicBezTo>
                  <a:lnTo>
                    <a:pt x="27530" y="3587"/>
                  </a:lnTo>
                  <a:cubicBezTo>
                    <a:pt x="21472" y="3654"/>
                    <a:pt x="14606" y="3731"/>
                    <a:pt x="8035" y="5524"/>
                  </a:cubicBezTo>
                  <a:cubicBezTo>
                    <a:pt x="5955" y="6091"/>
                    <a:pt x="3608" y="6937"/>
                    <a:pt x="1994" y="8889"/>
                  </a:cubicBezTo>
                  <a:cubicBezTo>
                    <a:pt x="378" y="10842"/>
                    <a:pt x="1" y="13691"/>
                    <a:pt x="872" y="17356"/>
                  </a:cubicBezTo>
                  <a:cubicBezTo>
                    <a:pt x="2415" y="23842"/>
                    <a:pt x="7591" y="28164"/>
                    <a:pt x="13647" y="28164"/>
                  </a:cubicBezTo>
                  <a:cubicBezTo>
                    <a:pt x="13966" y="28164"/>
                    <a:pt x="14287" y="28154"/>
                    <a:pt x="14609" y="28121"/>
                  </a:cubicBezTo>
                  <a:cubicBezTo>
                    <a:pt x="18878" y="27800"/>
                    <a:pt x="22758" y="25623"/>
                    <a:pt x="26511" y="23520"/>
                  </a:cubicBezTo>
                  <a:cubicBezTo>
                    <a:pt x="28626" y="22334"/>
                    <a:pt x="30812" y="21108"/>
                    <a:pt x="33038" y="20233"/>
                  </a:cubicBezTo>
                  <a:cubicBezTo>
                    <a:pt x="36400" y="18911"/>
                    <a:pt x="39775" y="18075"/>
                    <a:pt x="43838" y="17121"/>
                  </a:cubicBezTo>
                  <a:cubicBezTo>
                    <a:pt x="47319" y="16305"/>
                    <a:pt x="51008" y="15582"/>
                    <a:pt x="55113" y="14912"/>
                  </a:cubicBezTo>
                  <a:cubicBezTo>
                    <a:pt x="61550" y="13861"/>
                    <a:pt x="68126" y="13097"/>
                    <a:pt x="74484" y="12357"/>
                  </a:cubicBezTo>
                  <a:lnTo>
                    <a:pt x="77477" y="12010"/>
                  </a:lnTo>
                  <a:cubicBezTo>
                    <a:pt x="87323" y="10854"/>
                    <a:pt x="96973" y="9822"/>
                    <a:pt x="106514" y="9822"/>
                  </a:cubicBezTo>
                  <a:cubicBezTo>
                    <a:pt x="107222" y="9822"/>
                    <a:pt x="107930" y="9827"/>
                    <a:pt x="108637" y="9839"/>
                  </a:cubicBezTo>
                  <a:lnTo>
                    <a:pt x="108843" y="9842"/>
                  </a:lnTo>
                  <a:lnTo>
                    <a:pt x="108843" y="4203"/>
                  </a:lnTo>
                  <a:cubicBezTo>
                    <a:pt x="108843" y="1884"/>
                    <a:pt x="107336" y="0"/>
                    <a:pt x="1054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 name="Google Shape;70;p3"/>
          <p:cNvSpPr/>
          <p:nvPr/>
        </p:nvSpPr>
        <p:spPr>
          <a:xfrm>
            <a:off x="1418350" y="362750"/>
            <a:ext cx="6414000" cy="4594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3"/>
          <p:cNvSpPr/>
          <p:nvPr/>
        </p:nvSpPr>
        <p:spPr>
          <a:xfrm>
            <a:off x="1311650" y="271625"/>
            <a:ext cx="6414000" cy="45849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3"/>
          <p:cNvSpPr txBox="1"/>
          <p:nvPr>
            <p:ph type="title"/>
          </p:nvPr>
        </p:nvSpPr>
        <p:spPr>
          <a:xfrm>
            <a:off x="2391888" y="2228650"/>
            <a:ext cx="4360200" cy="21129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3600"/>
              <a:buNone/>
              <a:defRPr sz="72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73" name="Google Shape;73;p3"/>
          <p:cNvSpPr txBox="1"/>
          <p:nvPr>
            <p:ph hasCustomPrompt="1" idx="2" type="title"/>
          </p:nvPr>
        </p:nvSpPr>
        <p:spPr>
          <a:xfrm>
            <a:off x="3664200" y="872975"/>
            <a:ext cx="18156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b="1" sz="60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74" name="Google Shape;74;p3"/>
          <p:cNvSpPr txBox="1"/>
          <p:nvPr>
            <p:ph idx="1" type="subTitle"/>
          </p:nvPr>
        </p:nvSpPr>
        <p:spPr>
          <a:xfrm>
            <a:off x="2391913" y="4083900"/>
            <a:ext cx="4360200" cy="44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solidFill>
                  <a:schemeClr val="hlink"/>
                </a:solidFill>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lt1"/>
        </a:solidFill>
      </p:bgPr>
    </p:bg>
    <p:spTree>
      <p:nvGrpSpPr>
        <p:cNvPr id="75" name="Shape 75"/>
        <p:cNvGrpSpPr/>
        <p:nvPr/>
      </p:nvGrpSpPr>
      <p:grpSpPr>
        <a:xfrm>
          <a:off x="0" y="0"/>
          <a:ext cx="0" cy="0"/>
          <a:chOff x="0" y="0"/>
          <a:chExt cx="0" cy="0"/>
        </a:xfrm>
      </p:grpSpPr>
      <p:grpSp>
        <p:nvGrpSpPr>
          <p:cNvPr id="76" name="Google Shape;76;p4"/>
          <p:cNvGrpSpPr/>
          <p:nvPr/>
        </p:nvGrpSpPr>
        <p:grpSpPr>
          <a:xfrm>
            <a:off x="-249664" y="-2432400"/>
            <a:ext cx="9517944" cy="7737118"/>
            <a:chOff x="-249664" y="-2432400"/>
            <a:chExt cx="9517944" cy="7737118"/>
          </a:xfrm>
        </p:grpSpPr>
        <p:sp>
          <p:nvSpPr>
            <p:cNvPr id="77" name="Google Shape;77;p4"/>
            <p:cNvSpPr/>
            <p:nvPr/>
          </p:nvSpPr>
          <p:spPr>
            <a:xfrm flipH="1">
              <a:off x="5274613" y="-1817043"/>
              <a:ext cx="3985503" cy="848251"/>
            </a:xfrm>
            <a:custGeom>
              <a:rect b="b" l="l" r="r" t="t"/>
              <a:pathLst>
                <a:path extrusionOk="0" h="21197" w="99594">
                  <a:moveTo>
                    <a:pt x="65021" y="0"/>
                  </a:moveTo>
                  <a:cubicBezTo>
                    <a:pt x="64434" y="0"/>
                    <a:pt x="63848" y="10"/>
                    <a:pt x="63260" y="29"/>
                  </a:cubicBezTo>
                  <a:cubicBezTo>
                    <a:pt x="57732" y="207"/>
                    <a:pt x="52245" y="1096"/>
                    <a:pt x="46816" y="2389"/>
                  </a:cubicBezTo>
                  <a:cubicBezTo>
                    <a:pt x="41611" y="3631"/>
                    <a:pt x="36750" y="6060"/>
                    <a:pt x="31830" y="8475"/>
                  </a:cubicBezTo>
                  <a:cubicBezTo>
                    <a:pt x="27244" y="10725"/>
                    <a:pt x="22624" y="12692"/>
                    <a:pt x="17724" y="13463"/>
                  </a:cubicBezTo>
                  <a:cubicBezTo>
                    <a:pt x="15802" y="13765"/>
                    <a:pt x="13860" y="13942"/>
                    <a:pt x="11920" y="13942"/>
                  </a:cubicBezTo>
                  <a:cubicBezTo>
                    <a:pt x="10234" y="13942"/>
                    <a:pt x="8549" y="13808"/>
                    <a:pt x="6879" y="13505"/>
                  </a:cubicBezTo>
                  <a:cubicBezTo>
                    <a:pt x="4515" y="13077"/>
                    <a:pt x="2162" y="12285"/>
                    <a:pt x="0" y="10984"/>
                  </a:cubicBezTo>
                  <a:lnTo>
                    <a:pt x="0" y="18944"/>
                  </a:lnTo>
                  <a:cubicBezTo>
                    <a:pt x="1762" y="19024"/>
                    <a:pt x="3523" y="19075"/>
                    <a:pt x="5283" y="19075"/>
                  </a:cubicBezTo>
                  <a:cubicBezTo>
                    <a:pt x="9227" y="19075"/>
                    <a:pt x="13162" y="18820"/>
                    <a:pt x="17071" y="18072"/>
                  </a:cubicBezTo>
                  <a:cubicBezTo>
                    <a:pt x="21981" y="17133"/>
                    <a:pt x="26589" y="15270"/>
                    <a:pt x="30996" y="12374"/>
                  </a:cubicBezTo>
                  <a:cubicBezTo>
                    <a:pt x="33739" y="10570"/>
                    <a:pt x="36781" y="9886"/>
                    <a:pt x="39837" y="9886"/>
                  </a:cubicBezTo>
                  <a:cubicBezTo>
                    <a:pt x="40660" y="9886"/>
                    <a:pt x="41484" y="9936"/>
                    <a:pt x="42304" y="10026"/>
                  </a:cubicBezTo>
                  <a:cubicBezTo>
                    <a:pt x="50992" y="10985"/>
                    <a:pt x="59004" y="15789"/>
                    <a:pt x="67420" y="18291"/>
                  </a:cubicBezTo>
                  <a:cubicBezTo>
                    <a:pt x="72853" y="19907"/>
                    <a:pt x="78486" y="20812"/>
                    <a:pt x="84058" y="21107"/>
                  </a:cubicBezTo>
                  <a:cubicBezTo>
                    <a:pt x="85055" y="21160"/>
                    <a:pt x="86060" y="21196"/>
                    <a:pt x="87066" y="21196"/>
                  </a:cubicBezTo>
                  <a:cubicBezTo>
                    <a:pt x="89207" y="21196"/>
                    <a:pt x="91355" y="21031"/>
                    <a:pt x="93446" y="20508"/>
                  </a:cubicBezTo>
                  <a:cubicBezTo>
                    <a:pt x="95522" y="19989"/>
                    <a:pt x="98275" y="18989"/>
                    <a:pt x="98894" y="16049"/>
                  </a:cubicBezTo>
                  <a:cubicBezTo>
                    <a:pt x="99594" y="12721"/>
                    <a:pt x="97265" y="10188"/>
                    <a:pt x="95270" y="8623"/>
                  </a:cubicBezTo>
                  <a:cubicBezTo>
                    <a:pt x="92667" y="6581"/>
                    <a:pt x="89709" y="5268"/>
                    <a:pt x="86790" y="4165"/>
                  </a:cubicBezTo>
                  <a:cubicBezTo>
                    <a:pt x="79711" y="1489"/>
                    <a:pt x="72404" y="0"/>
                    <a:pt x="650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4"/>
            <p:cNvSpPr/>
            <p:nvPr/>
          </p:nvSpPr>
          <p:spPr>
            <a:xfrm flipH="1">
              <a:off x="873769" y="-869455"/>
              <a:ext cx="8386467" cy="1819876"/>
            </a:xfrm>
            <a:custGeom>
              <a:rect b="b" l="l" r="r" t="t"/>
              <a:pathLst>
                <a:path extrusionOk="0" h="45477" w="209570">
                  <a:moveTo>
                    <a:pt x="173399" y="0"/>
                  </a:moveTo>
                  <a:cubicBezTo>
                    <a:pt x="171819" y="0"/>
                    <a:pt x="170239" y="33"/>
                    <a:pt x="168661" y="80"/>
                  </a:cubicBezTo>
                  <a:cubicBezTo>
                    <a:pt x="164324" y="208"/>
                    <a:pt x="160018" y="528"/>
                    <a:pt x="155729" y="1390"/>
                  </a:cubicBezTo>
                  <a:cubicBezTo>
                    <a:pt x="151776" y="2184"/>
                    <a:pt x="147874" y="3386"/>
                    <a:pt x="144099" y="5071"/>
                  </a:cubicBezTo>
                  <a:cubicBezTo>
                    <a:pt x="140139" y="6838"/>
                    <a:pt x="136425" y="9227"/>
                    <a:pt x="132734" y="11745"/>
                  </a:cubicBezTo>
                  <a:cubicBezTo>
                    <a:pt x="125453" y="16714"/>
                    <a:pt x="118372" y="22168"/>
                    <a:pt x="110478" y="25489"/>
                  </a:cubicBezTo>
                  <a:cubicBezTo>
                    <a:pt x="104010" y="28211"/>
                    <a:pt x="97197" y="29287"/>
                    <a:pt x="90399" y="29287"/>
                  </a:cubicBezTo>
                  <a:cubicBezTo>
                    <a:pt x="89168" y="29287"/>
                    <a:pt x="87937" y="29252"/>
                    <a:pt x="86709" y="29185"/>
                  </a:cubicBezTo>
                  <a:cubicBezTo>
                    <a:pt x="70235" y="28285"/>
                    <a:pt x="53959" y="22404"/>
                    <a:pt x="38422" y="15780"/>
                  </a:cubicBezTo>
                  <a:cubicBezTo>
                    <a:pt x="34245" y="13999"/>
                    <a:pt x="30113" y="12729"/>
                    <a:pt x="25697" y="12479"/>
                  </a:cubicBezTo>
                  <a:cubicBezTo>
                    <a:pt x="24449" y="12409"/>
                    <a:pt x="23202" y="12379"/>
                    <a:pt x="21954" y="12379"/>
                  </a:cubicBezTo>
                  <a:cubicBezTo>
                    <a:pt x="18881" y="12379"/>
                    <a:pt x="15809" y="12558"/>
                    <a:pt x="12741" y="12746"/>
                  </a:cubicBezTo>
                  <a:cubicBezTo>
                    <a:pt x="9315" y="12958"/>
                    <a:pt x="5883" y="13109"/>
                    <a:pt x="2471" y="13588"/>
                  </a:cubicBezTo>
                  <a:cubicBezTo>
                    <a:pt x="1651" y="13702"/>
                    <a:pt x="825" y="13831"/>
                    <a:pt x="0" y="13986"/>
                  </a:cubicBezTo>
                  <a:lnTo>
                    <a:pt x="0" y="21931"/>
                  </a:lnTo>
                  <a:cubicBezTo>
                    <a:pt x="3093" y="20622"/>
                    <a:pt x="6277" y="19799"/>
                    <a:pt x="9551" y="19799"/>
                  </a:cubicBezTo>
                  <a:cubicBezTo>
                    <a:pt x="10632" y="19799"/>
                    <a:pt x="11722" y="19889"/>
                    <a:pt x="12823" y="20080"/>
                  </a:cubicBezTo>
                  <a:cubicBezTo>
                    <a:pt x="20488" y="21419"/>
                    <a:pt x="27144" y="26632"/>
                    <a:pt x="33499" y="31891"/>
                  </a:cubicBezTo>
                  <a:cubicBezTo>
                    <a:pt x="45486" y="41811"/>
                    <a:pt x="59912" y="45476"/>
                    <a:pt x="74081" y="45476"/>
                  </a:cubicBezTo>
                  <a:cubicBezTo>
                    <a:pt x="74665" y="45476"/>
                    <a:pt x="75248" y="45470"/>
                    <a:pt x="75831" y="45458"/>
                  </a:cubicBezTo>
                  <a:cubicBezTo>
                    <a:pt x="90804" y="45142"/>
                    <a:pt x="106177" y="41401"/>
                    <a:pt x="119282" y="31968"/>
                  </a:cubicBezTo>
                  <a:cubicBezTo>
                    <a:pt x="125990" y="27139"/>
                    <a:pt x="132221" y="21338"/>
                    <a:pt x="138817" y="16271"/>
                  </a:cubicBezTo>
                  <a:cubicBezTo>
                    <a:pt x="142143" y="13714"/>
                    <a:pt x="145448" y="11379"/>
                    <a:pt x="149316" y="10440"/>
                  </a:cubicBezTo>
                  <a:cubicBezTo>
                    <a:pt x="150812" y="10078"/>
                    <a:pt x="152323" y="9917"/>
                    <a:pt x="153836" y="9917"/>
                  </a:cubicBezTo>
                  <a:cubicBezTo>
                    <a:pt x="155625" y="9917"/>
                    <a:pt x="157416" y="10142"/>
                    <a:pt x="159185" y="10527"/>
                  </a:cubicBezTo>
                  <a:cubicBezTo>
                    <a:pt x="162983" y="11352"/>
                    <a:pt x="166672" y="12839"/>
                    <a:pt x="170334" y="14321"/>
                  </a:cubicBezTo>
                  <a:cubicBezTo>
                    <a:pt x="174482" y="15997"/>
                    <a:pt x="178713" y="17383"/>
                    <a:pt x="182992" y="18407"/>
                  </a:cubicBezTo>
                  <a:cubicBezTo>
                    <a:pt x="186653" y="19282"/>
                    <a:pt x="190426" y="19787"/>
                    <a:pt x="194193" y="19787"/>
                  </a:cubicBezTo>
                  <a:cubicBezTo>
                    <a:pt x="197694" y="19787"/>
                    <a:pt x="201190" y="19351"/>
                    <a:pt x="204587" y="18369"/>
                  </a:cubicBezTo>
                  <a:cubicBezTo>
                    <a:pt x="206831" y="17721"/>
                    <a:pt x="209570" y="16218"/>
                    <a:pt x="208195" y="12736"/>
                  </a:cubicBezTo>
                  <a:cubicBezTo>
                    <a:pt x="207019" y="9759"/>
                    <a:pt x="203809" y="8201"/>
                    <a:pt x="201535" y="7001"/>
                  </a:cubicBezTo>
                  <a:cubicBezTo>
                    <a:pt x="195238" y="3676"/>
                    <a:pt x="188684" y="1200"/>
                    <a:pt x="181872" y="426"/>
                  </a:cubicBezTo>
                  <a:cubicBezTo>
                    <a:pt x="179055" y="106"/>
                    <a:pt x="176227" y="0"/>
                    <a:pt x="173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4"/>
            <p:cNvSpPr/>
            <p:nvPr/>
          </p:nvSpPr>
          <p:spPr>
            <a:xfrm flipH="1">
              <a:off x="8440438" y="235723"/>
              <a:ext cx="819678" cy="314658"/>
            </a:xfrm>
            <a:custGeom>
              <a:rect b="b" l="l" r="r" t="t"/>
              <a:pathLst>
                <a:path extrusionOk="0" h="7863" w="20483">
                  <a:moveTo>
                    <a:pt x="10679" y="1"/>
                  </a:moveTo>
                  <a:cubicBezTo>
                    <a:pt x="7200" y="1"/>
                    <a:pt x="3530" y="930"/>
                    <a:pt x="0" y="1036"/>
                  </a:cubicBezTo>
                  <a:lnTo>
                    <a:pt x="0" y="7210"/>
                  </a:lnTo>
                  <a:cubicBezTo>
                    <a:pt x="73" y="7210"/>
                    <a:pt x="146" y="7210"/>
                    <a:pt x="218" y="7210"/>
                  </a:cubicBezTo>
                  <a:cubicBezTo>
                    <a:pt x="2966" y="7210"/>
                    <a:pt x="5723" y="7366"/>
                    <a:pt x="8473" y="7532"/>
                  </a:cubicBezTo>
                  <a:cubicBezTo>
                    <a:pt x="10471" y="7652"/>
                    <a:pt x="12481" y="7858"/>
                    <a:pt x="14482" y="7862"/>
                  </a:cubicBezTo>
                  <a:cubicBezTo>
                    <a:pt x="14579" y="7862"/>
                    <a:pt x="14677" y="7863"/>
                    <a:pt x="14776" y="7863"/>
                  </a:cubicBezTo>
                  <a:cubicBezTo>
                    <a:pt x="16107" y="7863"/>
                    <a:pt x="17589" y="7805"/>
                    <a:pt x="18794" y="7093"/>
                  </a:cubicBezTo>
                  <a:cubicBezTo>
                    <a:pt x="20483" y="6096"/>
                    <a:pt x="19330" y="4228"/>
                    <a:pt x="18366" y="3075"/>
                  </a:cubicBezTo>
                  <a:cubicBezTo>
                    <a:pt x="16959" y="1395"/>
                    <a:pt x="15150" y="529"/>
                    <a:pt x="13253" y="203"/>
                  </a:cubicBezTo>
                  <a:cubicBezTo>
                    <a:pt x="12410" y="59"/>
                    <a:pt x="11551" y="1"/>
                    <a:pt x="106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4"/>
            <p:cNvSpPr/>
            <p:nvPr/>
          </p:nvSpPr>
          <p:spPr>
            <a:xfrm flipH="1">
              <a:off x="-101578" y="-105111"/>
              <a:ext cx="9361694" cy="2012360"/>
            </a:xfrm>
            <a:custGeom>
              <a:rect b="b" l="l" r="r" t="t"/>
              <a:pathLst>
                <a:path extrusionOk="0" h="50287" w="233940">
                  <a:moveTo>
                    <a:pt x="233940" y="0"/>
                  </a:moveTo>
                  <a:cubicBezTo>
                    <a:pt x="230479" y="1532"/>
                    <a:pt x="227264" y="3838"/>
                    <a:pt x="224035" y="6016"/>
                  </a:cubicBezTo>
                  <a:cubicBezTo>
                    <a:pt x="219999" y="8735"/>
                    <a:pt x="215918" y="11195"/>
                    <a:pt x="211510" y="12795"/>
                  </a:cubicBezTo>
                  <a:cubicBezTo>
                    <a:pt x="205977" y="14804"/>
                    <a:pt x="200252" y="15619"/>
                    <a:pt x="194517" y="15619"/>
                  </a:cubicBezTo>
                  <a:cubicBezTo>
                    <a:pt x="191019" y="15619"/>
                    <a:pt x="187518" y="15316"/>
                    <a:pt x="184053" y="14796"/>
                  </a:cubicBezTo>
                  <a:cubicBezTo>
                    <a:pt x="174879" y="13417"/>
                    <a:pt x="165892" y="10575"/>
                    <a:pt x="156983" y="7553"/>
                  </a:cubicBezTo>
                  <a:cubicBezTo>
                    <a:pt x="154186" y="6603"/>
                    <a:pt x="151295" y="5923"/>
                    <a:pt x="148402" y="5923"/>
                  </a:cubicBezTo>
                  <a:cubicBezTo>
                    <a:pt x="147105" y="5923"/>
                    <a:pt x="145807" y="6060"/>
                    <a:pt x="144518" y="6370"/>
                  </a:cubicBezTo>
                  <a:cubicBezTo>
                    <a:pt x="141010" y="7213"/>
                    <a:pt x="137841" y="9316"/>
                    <a:pt x="134862" y="11732"/>
                  </a:cubicBezTo>
                  <a:cubicBezTo>
                    <a:pt x="131415" y="14529"/>
                    <a:pt x="128149" y="17665"/>
                    <a:pt x="124700" y="20457"/>
                  </a:cubicBezTo>
                  <a:cubicBezTo>
                    <a:pt x="120681" y="23709"/>
                    <a:pt x="116461" y="26565"/>
                    <a:pt x="112085" y="28971"/>
                  </a:cubicBezTo>
                  <a:cubicBezTo>
                    <a:pt x="103869" y="33488"/>
                    <a:pt x="95132" y="36387"/>
                    <a:pt x="86236" y="37674"/>
                  </a:cubicBezTo>
                  <a:cubicBezTo>
                    <a:pt x="82434" y="38224"/>
                    <a:pt x="78620" y="38471"/>
                    <a:pt x="74803" y="38471"/>
                  </a:cubicBezTo>
                  <a:cubicBezTo>
                    <a:pt x="58405" y="38471"/>
                    <a:pt x="41951" y="33908"/>
                    <a:pt x="26125" y="29171"/>
                  </a:cubicBezTo>
                  <a:cubicBezTo>
                    <a:pt x="17408" y="26561"/>
                    <a:pt x="8732" y="23693"/>
                    <a:pt x="0" y="21148"/>
                  </a:cubicBezTo>
                  <a:lnTo>
                    <a:pt x="0" y="30371"/>
                  </a:lnTo>
                  <a:cubicBezTo>
                    <a:pt x="3472" y="33108"/>
                    <a:pt x="7489" y="35009"/>
                    <a:pt x="11115" y="36595"/>
                  </a:cubicBezTo>
                  <a:cubicBezTo>
                    <a:pt x="17532" y="39404"/>
                    <a:pt x="24220" y="41608"/>
                    <a:pt x="30929" y="42938"/>
                  </a:cubicBezTo>
                  <a:cubicBezTo>
                    <a:pt x="38228" y="44386"/>
                    <a:pt x="45630" y="44923"/>
                    <a:pt x="53022" y="44923"/>
                  </a:cubicBezTo>
                  <a:cubicBezTo>
                    <a:pt x="55748" y="44923"/>
                    <a:pt x="58473" y="44850"/>
                    <a:pt x="61191" y="44723"/>
                  </a:cubicBezTo>
                  <a:cubicBezTo>
                    <a:pt x="71533" y="44237"/>
                    <a:pt x="81978" y="43258"/>
                    <a:pt x="92233" y="41498"/>
                  </a:cubicBezTo>
                  <a:cubicBezTo>
                    <a:pt x="102742" y="39694"/>
                    <a:pt x="112661" y="35767"/>
                    <a:pt x="122701" y="31597"/>
                  </a:cubicBezTo>
                  <a:cubicBezTo>
                    <a:pt x="132437" y="27557"/>
                    <a:pt x="142206" y="24207"/>
                    <a:pt x="152521" y="24092"/>
                  </a:cubicBezTo>
                  <a:cubicBezTo>
                    <a:pt x="152754" y="24089"/>
                    <a:pt x="152988" y="24088"/>
                    <a:pt x="153222" y="24088"/>
                  </a:cubicBezTo>
                  <a:cubicBezTo>
                    <a:pt x="163194" y="24088"/>
                    <a:pt x="173100" y="26520"/>
                    <a:pt x="182555" y="30450"/>
                  </a:cubicBezTo>
                  <a:cubicBezTo>
                    <a:pt x="187610" y="32550"/>
                    <a:pt x="192565" y="35025"/>
                    <a:pt x="197604" y="37193"/>
                  </a:cubicBezTo>
                  <a:cubicBezTo>
                    <a:pt x="202625" y="39352"/>
                    <a:pt x="207681" y="41382"/>
                    <a:pt x="212770" y="43265"/>
                  </a:cubicBezTo>
                  <a:cubicBezTo>
                    <a:pt x="219747" y="45846"/>
                    <a:pt x="226825" y="48256"/>
                    <a:pt x="233940" y="50286"/>
                  </a:cubicBezTo>
                  <a:lnTo>
                    <a:pt x="233940" y="34729"/>
                  </a:lnTo>
                  <a:cubicBezTo>
                    <a:pt x="233339" y="34539"/>
                    <a:pt x="232731" y="34368"/>
                    <a:pt x="232112" y="34224"/>
                  </a:cubicBezTo>
                  <a:cubicBezTo>
                    <a:pt x="229270" y="33551"/>
                    <a:pt x="226381" y="33250"/>
                    <a:pt x="223499" y="32996"/>
                  </a:cubicBezTo>
                  <a:cubicBezTo>
                    <a:pt x="219753" y="32668"/>
                    <a:pt x="216005" y="32333"/>
                    <a:pt x="212261" y="31960"/>
                  </a:cubicBezTo>
                  <a:cubicBezTo>
                    <a:pt x="208072" y="31543"/>
                    <a:pt x="203886" y="31089"/>
                    <a:pt x="199705" y="30539"/>
                  </a:cubicBezTo>
                  <a:cubicBezTo>
                    <a:pt x="195713" y="30014"/>
                    <a:pt x="191661" y="29550"/>
                    <a:pt x="187710" y="28635"/>
                  </a:cubicBezTo>
                  <a:cubicBezTo>
                    <a:pt x="184185" y="27821"/>
                    <a:pt x="180587" y="27222"/>
                    <a:pt x="177204" y="25665"/>
                  </a:cubicBezTo>
                  <a:cubicBezTo>
                    <a:pt x="175719" y="24980"/>
                    <a:pt x="173996" y="24080"/>
                    <a:pt x="173054" y="22380"/>
                  </a:cubicBezTo>
                  <a:cubicBezTo>
                    <a:pt x="172381" y="21164"/>
                    <a:pt x="172300" y="19467"/>
                    <a:pt x="173266" y="18466"/>
                  </a:cubicBezTo>
                  <a:cubicBezTo>
                    <a:pt x="174400" y="17293"/>
                    <a:pt x="176205" y="17248"/>
                    <a:pt x="177591" y="17230"/>
                  </a:cubicBezTo>
                  <a:cubicBezTo>
                    <a:pt x="177667" y="17230"/>
                    <a:pt x="177743" y="17229"/>
                    <a:pt x="177820" y="17229"/>
                  </a:cubicBezTo>
                  <a:cubicBezTo>
                    <a:pt x="179957" y="17229"/>
                    <a:pt x="182098" y="17572"/>
                    <a:pt x="184206" y="17983"/>
                  </a:cubicBezTo>
                  <a:cubicBezTo>
                    <a:pt x="186167" y="18365"/>
                    <a:pt x="188113" y="18845"/>
                    <a:pt x="190056" y="19342"/>
                  </a:cubicBezTo>
                  <a:cubicBezTo>
                    <a:pt x="192155" y="19880"/>
                    <a:pt x="194290" y="20178"/>
                    <a:pt x="196416" y="20482"/>
                  </a:cubicBezTo>
                  <a:cubicBezTo>
                    <a:pt x="200378" y="21047"/>
                    <a:pt x="204372" y="21430"/>
                    <a:pt x="208364" y="21430"/>
                  </a:cubicBezTo>
                  <a:cubicBezTo>
                    <a:pt x="209889" y="21430"/>
                    <a:pt x="211413" y="21374"/>
                    <a:pt x="212936" y="21251"/>
                  </a:cubicBezTo>
                  <a:cubicBezTo>
                    <a:pt x="218320" y="20818"/>
                    <a:pt x="223791" y="19532"/>
                    <a:pt x="228641" y="16425"/>
                  </a:cubicBezTo>
                  <a:cubicBezTo>
                    <a:pt x="230586" y="15179"/>
                    <a:pt x="232358" y="13636"/>
                    <a:pt x="233940" y="11842"/>
                  </a:cubicBezTo>
                  <a:lnTo>
                    <a:pt x="2339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4"/>
            <p:cNvSpPr/>
            <p:nvPr/>
          </p:nvSpPr>
          <p:spPr>
            <a:xfrm flipH="1">
              <a:off x="4106062" y="1310728"/>
              <a:ext cx="5153814" cy="1015564"/>
            </a:xfrm>
            <a:custGeom>
              <a:rect b="b" l="l" r="r" t="t"/>
              <a:pathLst>
                <a:path extrusionOk="0" h="25378" w="128789">
                  <a:moveTo>
                    <a:pt x="125460" y="1"/>
                  </a:moveTo>
                  <a:cubicBezTo>
                    <a:pt x="124112" y="1"/>
                    <a:pt x="122755" y="233"/>
                    <a:pt x="121432" y="495"/>
                  </a:cubicBezTo>
                  <a:cubicBezTo>
                    <a:pt x="117708" y="1235"/>
                    <a:pt x="114038" y="2428"/>
                    <a:pt x="110408" y="3702"/>
                  </a:cubicBezTo>
                  <a:cubicBezTo>
                    <a:pt x="101528" y="6816"/>
                    <a:pt x="92732" y="10293"/>
                    <a:pt x="83787" y="13112"/>
                  </a:cubicBezTo>
                  <a:cubicBezTo>
                    <a:pt x="72182" y="16772"/>
                    <a:pt x="60329" y="19483"/>
                    <a:pt x="48340" y="19746"/>
                  </a:cubicBezTo>
                  <a:cubicBezTo>
                    <a:pt x="47589" y="19762"/>
                    <a:pt x="46838" y="19771"/>
                    <a:pt x="46087" y="19771"/>
                  </a:cubicBezTo>
                  <a:cubicBezTo>
                    <a:pt x="36277" y="19771"/>
                    <a:pt x="26528" y="18319"/>
                    <a:pt x="17277" y="13958"/>
                  </a:cubicBezTo>
                  <a:cubicBezTo>
                    <a:pt x="14817" y="12796"/>
                    <a:pt x="12434" y="11433"/>
                    <a:pt x="10052" y="10038"/>
                  </a:cubicBezTo>
                  <a:cubicBezTo>
                    <a:pt x="7467" y="8528"/>
                    <a:pt x="4765" y="7378"/>
                    <a:pt x="2106" y="6103"/>
                  </a:cubicBezTo>
                  <a:cubicBezTo>
                    <a:pt x="1402" y="5766"/>
                    <a:pt x="699" y="5418"/>
                    <a:pt x="0" y="5056"/>
                  </a:cubicBezTo>
                  <a:lnTo>
                    <a:pt x="0" y="11211"/>
                  </a:lnTo>
                  <a:cubicBezTo>
                    <a:pt x="4701" y="13100"/>
                    <a:pt x="9362" y="15161"/>
                    <a:pt x="14041" y="17090"/>
                  </a:cubicBezTo>
                  <a:cubicBezTo>
                    <a:pt x="16400" y="18063"/>
                    <a:pt x="18775" y="19117"/>
                    <a:pt x="21195" y="19846"/>
                  </a:cubicBezTo>
                  <a:cubicBezTo>
                    <a:pt x="23656" y="20587"/>
                    <a:pt x="26170" y="20896"/>
                    <a:pt x="28695" y="21030"/>
                  </a:cubicBezTo>
                  <a:cubicBezTo>
                    <a:pt x="33506" y="21285"/>
                    <a:pt x="38258" y="21488"/>
                    <a:pt x="43036" y="22348"/>
                  </a:cubicBezTo>
                  <a:cubicBezTo>
                    <a:pt x="47992" y="23241"/>
                    <a:pt x="52914" y="24461"/>
                    <a:pt x="57900" y="25055"/>
                  </a:cubicBezTo>
                  <a:cubicBezTo>
                    <a:pt x="59669" y="25266"/>
                    <a:pt x="61430" y="25377"/>
                    <a:pt x="63185" y="25377"/>
                  </a:cubicBezTo>
                  <a:cubicBezTo>
                    <a:pt x="66528" y="25377"/>
                    <a:pt x="69851" y="24974"/>
                    <a:pt x="73168" y="24091"/>
                  </a:cubicBezTo>
                  <a:cubicBezTo>
                    <a:pt x="82572" y="21585"/>
                    <a:pt x="91311" y="16379"/>
                    <a:pt x="100290" y="12209"/>
                  </a:cubicBezTo>
                  <a:cubicBezTo>
                    <a:pt x="102551" y="11159"/>
                    <a:pt x="104832" y="10174"/>
                    <a:pt x="107142" y="9317"/>
                  </a:cubicBezTo>
                  <a:cubicBezTo>
                    <a:pt x="109515" y="8437"/>
                    <a:pt x="111919" y="7831"/>
                    <a:pt x="114326" y="7132"/>
                  </a:cubicBezTo>
                  <a:cubicBezTo>
                    <a:pt x="119263" y="5699"/>
                    <a:pt x="123997" y="3389"/>
                    <a:pt x="128789" y="1350"/>
                  </a:cubicBezTo>
                  <a:cubicBezTo>
                    <a:pt x="128436" y="255"/>
                    <a:pt x="127130" y="101"/>
                    <a:pt x="126329" y="35"/>
                  </a:cubicBezTo>
                  <a:cubicBezTo>
                    <a:pt x="126040" y="12"/>
                    <a:pt x="125750" y="1"/>
                    <a:pt x="1254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4"/>
            <p:cNvSpPr/>
            <p:nvPr/>
          </p:nvSpPr>
          <p:spPr>
            <a:xfrm flipH="1">
              <a:off x="8310181" y="3276894"/>
              <a:ext cx="949935" cy="459281"/>
            </a:xfrm>
            <a:custGeom>
              <a:rect b="b" l="l" r="r" t="t"/>
              <a:pathLst>
                <a:path extrusionOk="0" h="11477" w="23738">
                  <a:moveTo>
                    <a:pt x="0" y="0"/>
                  </a:moveTo>
                  <a:lnTo>
                    <a:pt x="0" y="7277"/>
                  </a:lnTo>
                  <a:cubicBezTo>
                    <a:pt x="3475" y="8436"/>
                    <a:pt x="6937" y="9675"/>
                    <a:pt x="10474" y="10467"/>
                  </a:cubicBezTo>
                  <a:cubicBezTo>
                    <a:pt x="12599" y="10942"/>
                    <a:pt x="14945" y="11477"/>
                    <a:pt x="17230" y="11477"/>
                  </a:cubicBezTo>
                  <a:cubicBezTo>
                    <a:pt x="18607" y="11477"/>
                    <a:pt x="19963" y="11282"/>
                    <a:pt x="21233" y="10762"/>
                  </a:cubicBezTo>
                  <a:cubicBezTo>
                    <a:pt x="22964" y="10052"/>
                    <a:pt x="23737" y="8373"/>
                    <a:pt x="22783" y="6233"/>
                  </a:cubicBezTo>
                  <a:cubicBezTo>
                    <a:pt x="21854" y="4148"/>
                    <a:pt x="19780" y="3350"/>
                    <a:pt x="18049" y="2892"/>
                  </a:cubicBezTo>
                  <a:cubicBezTo>
                    <a:pt x="14044" y="1834"/>
                    <a:pt x="9964" y="2398"/>
                    <a:pt x="5923" y="1958"/>
                  </a:cubicBezTo>
                  <a:cubicBezTo>
                    <a:pt x="3848" y="1734"/>
                    <a:pt x="1868" y="103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4"/>
            <p:cNvSpPr/>
            <p:nvPr/>
          </p:nvSpPr>
          <p:spPr>
            <a:xfrm flipH="1">
              <a:off x="-101698" y="1635714"/>
              <a:ext cx="9361814" cy="2217890"/>
            </a:xfrm>
            <a:custGeom>
              <a:rect b="b" l="l" r="r" t="t"/>
              <a:pathLst>
                <a:path extrusionOk="0" h="55423" w="233943">
                  <a:moveTo>
                    <a:pt x="144772" y="1"/>
                  </a:moveTo>
                  <a:cubicBezTo>
                    <a:pt x="142102" y="1"/>
                    <a:pt x="139431" y="96"/>
                    <a:pt x="136766" y="286"/>
                  </a:cubicBezTo>
                  <a:cubicBezTo>
                    <a:pt x="128012" y="909"/>
                    <a:pt x="119276" y="2552"/>
                    <a:pt x="110812" y="5489"/>
                  </a:cubicBezTo>
                  <a:cubicBezTo>
                    <a:pt x="106624" y="6944"/>
                    <a:pt x="102575" y="8874"/>
                    <a:pt x="98468" y="10653"/>
                  </a:cubicBezTo>
                  <a:cubicBezTo>
                    <a:pt x="93953" y="12609"/>
                    <a:pt x="89399" y="14424"/>
                    <a:pt x="84794" y="16010"/>
                  </a:cubicBezTo>
                  <a:cubicBezTo>
                    <a:pt x="74251" y="19642"/>
                    <a:pt x="63428" y="21981"/>
                    <a:pt x="52620" y="21981"/>
                  </a:cubicBezTo>
                  <a:cubicBezTo>
                    <a:pt x="45059" y="21981"/>
                    <a:pt x="37505" y="20836"/>
                    <a:pt x="30059" y="18189"/>
                  </a:cubicBezTo>
                  <a:cubicBezTo>
                    <a:pt x="25579" y="16596"/>
                    <a:pt x="21178" y="14667"/>
                    <a:pt x="16828" y="12578"/>
                  </a:cubicBezTo>
                  <a:cubicBezTo>
                    <a:pt x="12514" y="10509"/>
                    <a:pt x="8272" y="8266"/>
                    <a:pt x="3815" y="6712"/>
                  </a:cubicBezTo>
                  <a:cubicBezTo>
                    <a:pt x="2549" y="6272"/>
                    <a:pt x="1276" y="5888"/>
                    <a:pt x="0" y="5548"/>
                  </a:cubicBezTo>
                  <a:lnTo>
                    <a:pt x="0" y="23614"/>
                  </a:lnTo>
                  <a:cubicBezTo>
                    <a:pt x="12657" y="29572"/>
                    <a:pt x="26166" y="33013"/>
                    <a:pt x="39600" y="33024"/>
                  </a:cubicBezTo>
                  <a:cubicBezTo>
                    <a:pt x="39625" y="33024"/>
                    <a:pt x="39649" y="33024"/>
                    <a:pt x="39674" y="33024"/>
                  </a:cubicBezTo>
                  <a:cubicBezTo>
                    <a:pt x="43920" y="33024"/>
                    <a:pt x="48167" y="32654"/>
                    <a:pt x="52367" y="31843"/>
                  </a:cubicBezTo>
                  <a:cubicBezTo>
                    <a:pt x="54553" y="31420"/>
                    <a:pt x="56709" y="30737"/>
                    <a:pt x="58881" y="30217"/>
                  </a:cubicBezTo>
                  <a:cubicBezTo>
                    <a:pt x="61539" y="29579"/>
                    <a:pt x="64252" y="29008"/>
                    <a:pt x="66965" y="29005"/>
                  </a:cubicBezTo>
                  <a:cubicBezTo>
                    <a:pt x="66982" y="29005"/>
                    <a:pt x="66999" y="29005"/>
                    <a:pt x="67017" y="29005"/>
                  </a:cubicBezTo>
                  <a:cubicBezTo>
                    <a:pt x="68762" y="29005"/>
                    <a:pt x="71102" y="29156"/>
                    <a:pt x="72309" y="31005"/>
                  </a:cubicBezTo>
                  <a:cubicBezTo>
                    <a:pt x="73261" y="32464"/>
                    <a:pt x="73035" y="34779"/>
                    <a:pt x="72433" y="36381"/>
                  </a:cubicBezTo>
                  <a:cubicBezTo>
                    <a:pt x="71760" y="38175"/>
                    <a:pt x="70452" y="39418"/>
                    <a:pt x="69067" y="40261"/>
                  </a:cubicBezTo>
                  <a:cubicBezTo>
                    <a:pt x="65139" y="42655"/>
                    <a:pt x="60371" y="42850"/>
                    <a:pt x="56096" y="42852"/>
                  </a:cubicBezTo>
                  <a:cubicBezTo>
                    <a:pt x="56089" y="42852"/>
                    <a:pt x="56082" y="42852"/>
                    <a:pt x="56075" y="42852"/>
                  </a:cubicBezTo>
                  <a:cubicBezTo>
                    <a:pt x="46902" y="42852"/>
                    <a:pt x="37792" y="41022"/>
                    <a:pt x="28834" y="38660"/>
                  </a:cubicBezTo>
                  <a:cubicBezTo>
                    <a:pt x="19225" y="36125"/>
                    <a:pt x="9684" y="33151"/>
                    <a:pt x="0" y="31087"/>
                  </a:cubicBezTo>
                  <a:lnTo>
                    <a:pt x="0" y="40459"/>
                  </a:lnTo>
                  <a:cubicBezTo>
                    <a:pt x="415" y="40687"/>
                    <a:pt x="838" y="40900"/>
                    <a:pt x="1269" y="41094"/>
                  </a:cubicBezTo>
                  <a:cubicBezTo>
                    <a:pt x="3834" y="42246"/>
                    <a:pt x="6360" y="42550"/>
                    <a:pt x="9049" y="42595"/>
                  </a:cubicBezTo>
                  <a:cubicBezTo>
                    <a:pt x="11321" y="42632"/>
                    <a:pt x="13601" y="42650"/>
                    <a:pt x="15862" y="42966"/>
                  </a:cubicBezTo>
                  <a:cubicBezTo>
                    <a:pt x="17766" y="43232"/>
                    <a:pt x="19811" y="43645"/>
                    <a:pt x="21476" y="44925"/>
                  </a:cubicBezTo>
                  <a:cubicBezTo>
                    <a:pt x="22689" y="45858"/>
                    <a:pt x="23822" y="47631"/>
                    <a:pt x="23620" y="49546"/>
                  </a:cubicBezTo>
                  <a:cubicBezTo>
                    <a:pt x="23450" y="51198"/>
                    <a:pt x="22153" y="51995"/>
                    <a:pt x="21013" y="52388"/>
                  </a:cubicBezTo>
                  <a:cubicBezTo>
                    <a:pt x="19769" y="52816"/>
                    <a:pt x="18468" y="52983"/>
                    <a:pt x="17149" y="52983"/>
                  </a:cubicBezTo>
                  <a:cubicBezTo>
                    <a:pt x="14678" y="52983"/>
                    <a:pt x="12147" y="52396"/>
                    <a:pt x="9822" y="51845"/>
                  </a:cubicBezTo>
                  <a:cubicBezTo>
                    <a:pt x="6510" y="51059"/>
                    <a:pt x="3259" y="49899"/>
                    <a:pt x="0" y="48810"/>
                  </a:cubicBezTo>
                  <a:lnTo>
                    <a:pt x="0" y="54602"/>
                  </a:lnTo>
                  <a:cubicBezTo>
                    <a:pt x="5036" y="55007"/>
                    <a:pt x="10079" y="55225"/>
                    <a:pt x="15119" y="55348"/>
                  </a:cubicBezTo>
                  <a:cubicBezTo>
                    <a:pt x="17082" y="55396"/>
                    <a:pt x="19048" y="55423"/>
                    <a:pt x="21015" y="55423"/>
                  </a:cubicBezTo>
                  <a:cubicBezTo>
                    <a:pt x="29997" y="55423"/>
                    <a:pt x="38994" y="54866"/>
                    <a:pt x="47880" y="53219"/>
                  </a:cubicBezTo>
                  <a:cubicBezTo>
                    <a:pt x="52943" y="52282"/>
                    <a:pt x="58028" y="51048"/>
                    <a:pt x="62912" y="49101"/>
                  </a:cubicBezTo>
                  <a:cubicBezTo>
                    <a:pt x="67581" y="47240"/>
                    <a:pt x="72025" y="44594"/>
                    <a:pt x="76326" y="41657"/>
                  </a:cubicBezTo>
                  <a:cubicBezTo>
                    <a:pt x="84683" y="35949"/>
                    <a:pt x="92557" y="29085"/>
                    <a:pt x="101261" y="24207"/>
                  </a:cubicBezTo>
                  <a:cubicBezTo>
                    <a:pt x="110109" y="19249"/>
                    <a:pt x="119692" y="17446"/>
                    <a:pt x="129288" y="16670"/>
                  </a:cubicBezTo>
                  <a:cubicBezTo>
                    <a:pt x="132649" y="16399"/>
                    <a:pt x="136013" y="16271"/>
                    <a:pt x="139377" y="16271"/>
                  </a:cubicBezTo>
                  <a:cubicBezTo>
                    <a:pt x="157478" y="16271"/>
                    <a:pt x="175585" y="19963"/>
                    <a:pt x="193212" y="24804"/>
                  </a:cubicBezTo>
                  <a:cubicBezTo>
                    <a:pt x="203630" y="27665"/>
                    <a:pt x="214279" y="30372"/>
                    <a:pt x="224304" y="35040"/>
                  </a:cubicBezTo>
                  <a:cubicBezTo>
                    <a:pt x="227597" y="36575"/>
                    <a:pt x="230795" y="38437"/>
                    <a:pt x="233942" y="40411"/>
                  </a:cubicBezTo>
                  <a:lnTo>
                    <a:pt x="233942" y="31703"/>
                  </a:lnTo>
                  <a:cubicBezTo>
                    <a:pt x="228231" y="27859"/>
                    <a:pt x="222155" y="24807"/>
                    <a:pt x="216214" y="21705"/>
                  </a:cubicBezTo>
                  <a:cubicBezTo>
                    <a:pt x="207456" y="17134"/>
                    <a:pt x="198525" y="13002"/>
                    <a:pt x="189487" y="9410"/>
                  </a:cubicBezTo>
                  <a:cubicBezTo>
                    <a:pt x="180687" y="5912"/>
                    <a:pt x="171778" y="2926"/>
                    <a:pt x="162615" y="1437"/>
                  </a:cubicBezTo>
                  <a:cubicBezTo>
                    <a:pt x="156702" y="476"/>
                    <a:pt x="150736" y="1"/>
                    <a:pt x="1447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4"/>
            <p:cNvSpPr/>
            <p:nvPr/>
          </p:nvSpPr>
          <p:spPr>
            <a:xfrm flipH="1">
              <a:off x="-101671" y="2550326"/>
              <a:ext cx="4960169" cy="2176352"/>
            </a:xfrm>
            <a:custGeom>
              <a:rect b="b" l="l" r="r" t="t"/>
              <a:pathLst>
                <a:path extrusionOk="0" h="54385" w="123950">
                  <a:moveTo>
                    <a:pt x="25687" y="0"/>
                  </a:moveTo>
                  <a:cubicBezTo>
                    <a:pt x="25613" y="0"/>
                    <a:pt x="25540" y="0"/>
                    <a:pt x="25467" y="0"/>
                  </a:cubicBezTo>
                  <a:cubicBezTo>
                    <a:pt x="22189" y="8"/>
                    <a:pt x="18895" y="286"/>
                    <a:pt x="15653" y="893"/>
                  </a:cubicBezTo>
                  <a:cubicBezTo>
                    <a:pt x="12106" y="1558"/>
                    <a:pt x="8455" y="2579"/>
                    <a:pt x="5276" y="4757"/>
                  </a:cubicBezTo>
                  <a:cubicBezTo>
                    <a:pt x="2358" y="6754"/>
                    <a:pt x="1" y="10011"/>
                    <a:pt x="133" y="14446"/>
                  </a:cubicBezTo>
                  <a:cubicBezTo>
                    <a:pt x="289" y="19675"/>
                    <a:pt x="3866" y="23250"/>
                    <a:pt x="7286" y="25363"/>
                  </a:cubicBezTo>
                  <a:cubicBezTo>
                    <a:pt x="11223" y="27796"/>
                    <a:pt x="15408" y="28684"/>
                    <a:pt x="19651" y="28684"/>
                  </a:cubicBezTo>
                  <a:cubicBezTo>
                    <a:pt x="25154" y="28684"/>
                    <a:pt x="30756" y="27191"/>
                    <a:pt x="36046" y="25632"/>
                  </a:cubicBezTo>
                  <a:cubicBezTo>
                    <a:pt x="41465" y="24035"/>
                    <a:pt x="46862" y="22167"/>
                    <a:pt x="52380" y="21177"/>
                  </a:cubicBezTo>
                  <a:cubicBezTo>
                    <a:pt x="56587" y="20424"/>
                    <a:pt x="60828" y="20023"/>
                    <a:pt x="65073" y="20023"/>
                  </a:cubicBezTo>
                  <a:cubicBezTo>
                    <a:pt x="66363" y="20023"/>
                    <a:pt x="67654" y="20060"/>
                    <a:pt x="68944" y="20135"/>
                  </a:cubicBezTo>
                  <a:cubicBezTo>
                    <a:pt x="79965" y="20783"/>
                    <a:pt x="90870" y="24103"/>
                    <a:pt x="100937" y="29809"/>
                  </a:cubicBezTo>
                  <a:cubicBezTo>
                    <a:pt x="105755" y="32540"/>
                    <a:pt x="110519" y="35684"/>
                    <a:pt x="114557" y="40038"/>
                  </a:cubicBezTo>
                  <a:cubicBezTo>
                    <a:pt x="118056" y="43811"/>
                    <a:pt x="120978" y="48359"/>
                    <a:pt x="123419" y="53277"/>
                  </a:cubicBezTo>
                  <a:cubicBezTo>
                    <a:pt x="123600" y="53644"/>
                    <a:pt x="123773" y="54016"/>
                    <a:pt x="123950" y="54384"/>
                  </a:cubicBezTo>
                  <a:lnTo>
                    <a:pt x="123950" y="30590"/>
                  </a:lnTo>
                  <a:cubicBezTo>
                    <a:pt x="115011" y="23740"/>
                    <a:pt x="104675" y="20070"/>
                    <a:pt x="94699" y="16430"/>
                  </a:cubicBezTo>
                  <a:cubicBezTo>
                    <a:pt x="83278" y="12265"/>
                    <a:pt x="71945" y="7950"/>
                    <a:pt x="60279" y="4996"/>
                  </a:cubicBezTo>
                  <a:cubicBezTo>
                    <a:pt x="48938" y="2125"/>
                    <a:pt x="37275" y="0"/>
                    <a:pt x="25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4"/>
            <p:cNvSpPr/>
            <p:nvPr/>
          </p:nvSpPr>
          <p:spPr>
            <a:xfrm flipH="1">
              <a:off x="4680754" y="3332199"/>
              <a:ext cx="4579363" cy="1972262"/>
            </a:xfrm>
            <a:custGeom>
              <a:rect b="b" l="l" r="r" t="t"/>
              <a:pathLst>
                <a:path extrusionOk="0" h="49285" w="114434">
                  <a:moveTo>
                    <a:pt x="97111" y="0"/>
                  </a:moveTo>
                  <a:cubicBezTo>
                    <a:pt x="92375" y="0"/>
                    <a:pt x="88229" y="4066"/>
                    <a:pt x="85079" y="8725"/>
                  </a:cubicBezTo>
                  <a:cubicBezTo>
                    <a:pt x="81036" y="14698"/>
                    <a:pt x="78056" y="22263"/>
                    <a:pt x="72346" y="26006"/>
                  </a:cubicBezTo>
                  <a:cubicBezTo>
                    <a:pt x="69011" y="28192"/>
                    <a:pt x="65286" y="29191"/>
                    <a:pt x="61597" y="29874"/>
                  </a:cubicBezTo>
                  <a:cubicBezTo>
                    <a:pt x="57172" y="30696"/>
                    <a:pt x="52733" y="31343"/>
                    <a:pt x="48270" y="31736"/>
                  </a:cubicBezTo>
                  <a:cubicBezTo>
                    <a:pt x="43819" y="32127"/>
                    <a:pt x="39334" y="32342"/>
                    <a:pt x="34849" y="32342"/>
                  </a:cubicBezTo>
                  <a:cubicBezTo>
                    <a:pt x="29827" y="32342"/>
                    <a:pt x="24804" y="32073"/>
                    <a:pt x="19828" y="31484"/>
                  </a:cubicBezTo>
                  <a:cubicBezTo>
                    <a:pt x="13156" y="30694"/>
                    <a:pt x="6527" y="29288"/>
                    <a:pt x="0" y="27342"/>
                  </a:cubicBezTo>
                  <a:lnTo>
                    <a:pt x="0" y="45284"/>
                  </a:lnTo>
                  <a:cubicBezTo>
                    <a:pt x="0" y="47494"/>
                    <a:pt x="1415" y="49285"/>
                    <a:pt x="3161" y="49285"/>
                  </a:cubicBezTo>
                  <a:lnTo>
                    <a:pt x="54554" y="49285"/>
                  </a:lnTo>
                  <a:cubicBezTo>
                    <a:pt x="57524" y="43691"/>
                    <a:pt x="61460" y="38933"/>
                    <a:pt x="66165" y="35699"/>
                  </a:cubicBezTo>
                  <a:cubicBezTo>
                    <a:pt x="74007" y="30307"/>
                    <a:pt x="82814" y="29860"/>
                    <a:pt x="91444" y="28199"/>
                  </a:cubicBezTo>
                  <a:cubicBezTo>
                    <a:pt x="94850" y="27544"/>
                    <a:pt x="98284" y="26656"/>
                    <a:pt x="101576" y="25345"/>
                  </a:cubicBezTo>
                  <a:cubicBezTo>
                    <a:pt x="104402" y="24220"/>
                    <a:pt x="107468" y="22637"/>
                    <a:pt x="109397" y="19658"/>
                  </a:cubicBezTo>
                  <a:cubicBezTo>
                    <a:pt x="114434" y="11884"/>
                    <a:pt x="106261" y="3395"/>
                    <a:pt x="100927" y="890"/>
                  </a:cubicBezTo>
                  <a:cubicBezTo>
                    <a:pt x="99620" y="276"/>
                    <a:pt x="98345" y="0"/>
                    <a:pt x="97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4"/>
            <p:cNvSpPr/>
            <p:nvPr/>
          </p:nvSpPr>
          <p:spPr>
            <a:xfrm flipH="1">
              <a:off x="2076941" y="4592047"/>
              <a:ext cx="4319449" cy="712432"/>
            </a:xfrm>
            <a:custGeom>
              <a:rect b="b" l="l" r="r" t="t"/>
              <a:pathLst>
                <a:path extrusionOk="0" h="17803" w="107939">
                  <a:moveTo>
                    <a:pt x="27543" y="0"/>
                  </a:moveTo>
                  <a:cubicBezTo>
                    <a:pt x="27240" y="0"/>
                    <a:pt x="26937" y="6"/>
                    <a:pt x="26634" y="18"/>
                  </a:cubicBezTo>
                  <a:cubicBezTo>
                    <a:pt x="24027" y="121"/>
                    <a:pt x="21392" y="745"/>
                    <a:pt x="19094" y="2364"/>
                  </a:cubicBezTo>
                  <a:cubicBezTo>
                    <a:pt x="18481" y="2797"/>
                    <a:pt x="16577" y="4050"/>
                    <a:pt x="17537" y="5118"/>
                  </a:cubicBezTo>
                  <a:cubicBezTo>
                    <a:pt x="18117" y="5762"/>
                    <a:pt x="19161" y="5928"/>
                    <a:pt x="19890" y="6091"/>
                  </a:cubicBezTo>
                  <a:cubicBezTo>
                    <a:pt x="23855" y="6979"/>
                    <a:pt x="27949" y="6569"/>
                    <a:pt x="31949" y="6998"/>
                  </a:cubicBezTo>
                  <a:cubicBezTo>
                    <a:pt x="35180" y="7344"/>
                    <a:pt x="39652" y="7834"/>
                    <a:pt x="41798" y="11379"/>
                  </a:cubicBezTo>
                  <a:cubicBezTo>
                    <a:pt x="41873" y="11504"/>
                    <a:pt x="41874" y="11697"/>
                    <a:pt x="41748" y="11777"/>
                  </a:cubicBezTo>
                  <a:cubicBezTo>
                    <a:pt x="40684" y="12461"/>
                    <a:pt x="39488" y="12703"/>
                    <a:pt x="38262" y="12703"/>
                  </a:cubicBezTo>
                  <a:cubicBezTo>
                    <a:pt x="36542" y="12703"/>
                    <a:pt x="34763" y="12227"/>
                    <a:pt x="33207" y="11823"/>
                  </a:cubicBezTo>
                  <a:cubicBezTo>
                    <a:pt x="31601" y="11407"/>
                    <a:pt x="30013" y="10894"/>
                    <a:pt x="28412" y="10466"/>
                  </a:cubicBezTo>
                  <a:cubicBezTo>
                    <a:pt x="26593" y="9980"/>
                    <a:pt x="24742" y="9711"/>
                    <a:pt x="22919" y="9248"/>
                  </a:cubicBezTo>
                  <a:cubicBezTo>
                    <a:pt x="18811" y="8207"/>
                    <a:pt x="14751" y="6811"/>
                    <a:pt x="10581" y="6185"/>
                  </a:cubicBezTo>
                  <a:cubicBezTo>
                    <a:pt x="9499" y="6023"/>
                    <a:pt x="8286" y="5852"/>
                    <a:pt x="7075" y="5852"/>
                  </a:cubicBezTo>
                  <a:cubicBezTo>
                    <a:pt x="5505" y="5852"/>
                    <a:pt x="3938" y="6139"/>
                    <a:pt x="2667" y="7101"/>
                  </a:cubicBezTo>
                  <a:cubicBezTo>
                    <a:pt x="702" y="8588"/>
                    <a:pt x="1" y="12230"/>
                    <a:pt x="827" y="14868"/>
                  </a:cubicBezTo>
                  <a:cubicBezTo>
                    <a:pt x="1191" y="16035"/>
                    <a:pt x="1835" y="16995"/>
                    <a:pt x="2588" y="17803"/>
                  </a:cubicBezTo>
                  <a:lnTo>
                    <a:pt x="107349" y="17803"/>
                  </a:lnTo>
                  <a:cubicBezTo>
                    <a:pt x="107939" y="14229"/>
                    <a:pt x="104542" y="9947"/>
                    <a:pt x="102361" y="8404"/>
                  </a:cubicBezTo>
                  <a:cubicBezTo>
                    <a:pt x="99751" y="6560"/>
                    <a:pt x="96718" y="5974"/>
                    <a:pt x="93716" y="5974"/>
                  </a:cubicBezTo>
                  <a:cubicBezTo>
                    <a:pt x="92496" y="5974"/>
                    <a:pt x="91282" y="6070"/>
                    <a:pt x="90103" y="6219"/>
                  </a:cubicBezTo>
                  <a:cubicBezTo>
                    <a:pt x="87978" y="6486"/>
                    <a:pt x="85895" y="7048"/>
                    <a:pt x="83786" y="7444"/>
                  </a:cubicBezTo>
                  <a:cubicBezTo>
                    <a:pt x="81051" y="7961"/>
                    <a:pt x="78295" y="8278"/>
                    <a:pt x="75534" y="8442"/>
                  </a:cubicBezTo>
                  <a:cubicBezTo>
                    <a:pt x="74026" y="8532"/>
                    <a:pt x="72516" y="8576"/>
                    <a:pt x="71005" y="8576"/>
                  </a:cubicBezTo>
                  <a:cubicBezTo>
                    <a:pt x="66567" y="8576"/>
                    <a:pt x="62125" y="8194"/>
                    <a:pt x="57730" y="7447"/>
                  </a:cubicBezTo>
                  <a:cubicBezTo>
                    <a:pt x="52546" y="6565"/>
                    <a:pt x="47524" y="4962"/>
                    <a:pt x="42478" y="3264"/>
                  </a:cubicBezTo>
                  <a:cubicBezTo>
                    <a:pt x="37619" y="1632"/>
                    <a:pt x="32605" y="0"/>
                    <a:pt x="275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4"/>
            <p:cNvSpPr/>
            <p:nvPr/>
          </p:nvSpPr>
          <p:spPr>
            <a:xfrm flipH="1">
              <a:off x="463812" y="4587885"/>
              <a:ext cx="658408" cy="716833"/>
            </a:xfrm>
            <a:custGeom>
              <a:rect b="b" l="l" r="r" t="t"/>
              <a:pathLst>
                <a:path extrusionOk="0" h="17913" w="16453">
                  <a:moveTo>
                    <a:pt x="3031" y="0"/>
                  </a:moveTo>
                  <a:cubicBezTo>
                    <a:pt x="3004" y="0"/>
                    <a:pt x="2977" y="1"/>
                    <a:pt x="2950" y="2"/>
                  </a:cubicBezTo>
                  <a:cubicBezTo>
                    <a:pt x="1" y="132"/>
                    <a:pt x="2474" y="3624"/>
                    <a:pt x="3374" y="4819"/>
                  </a:cubicBezTo>
                  <a:cubicBezTo>
                    <a:pt x="5353" y="7446"/>
                    <a:pt x="8065" y="13097"/>
                    <a:pt x="8485" y="17912"/>
                  </a:cubicBezTo>
                  <a:lnTo>
                    <a:pt x="16452" y="17912"/>
                  </a:lnTo>
                  <a:cubicBezTo>
                    <a:pt x="15488" y="16742"/>
                    <a:pt x="14559" y="15523"/>
                    <a:pt x="13682" y="14232"/>
                  </a:cubicBezTo>
                  <a:cubicBezTo>
                    <a:pt x="11356" y="10805"/>
                    <a:pt x="9597" y="6836"/>
                    <a:pt x="7171" y="3507"/>
                  </a:cubicBezTo>
                  <a:cubicBezTo>
                    <a:pt x="6176" y="2144"/>
                    <a:pt x="4651" y="0"/>
                    <a:pt x="30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4"/>
            <p:cNvSpPr/>
            <p:nvPr/>
          </p:nvSpPr>
          <p:spPr>
            <a:xfrm flipH="1">
              <a:off x="-101598" y="3757271"/>
              <a:ext cx="4326332" cy="1547277"/>
            </a:xfrm>
            <a:custGeom>
              <a:rect b="b" l="l" r="r" t="t"/>
              <a:pathLst>
                <a:path extrusionOk="0" h="38665" w="108111">
                  <a:moveTo>
                    <a:pt x="45814" y="1"/>
                  </a:moveTo>
                  <a:cubicBezTo>
                    <a:pt x="35137" y="1"/>
                    <a:pt x="24388" y="2076"/>
                    <a:pt x="14090" y="5571"/>
                  </a:cubicBezTo>
                  <a:cubicBezTo>
                    <a:pt x="10624" y="6748"/>
                    <a:pt x="7061" y="8059"/>
                    <a:pt x="3946" y="10366"/>
                  </a:cubicBezTo>
                  <a:cubicBezTo>
                    <a:pt x="2615" y="11352"/>
                    <a:pt x="1078" y="12695"/>
                    <a:pt x="565" y="14641"/>
                  </a:cubicBezTo>
                  <a:cubicBezTo>
                    <a:pt x="1" y="16782"/>
                    <a:pt x="1151" y="18845"/>
                    <a:pt x="2414" y="20142"/>
                  </a:cubicBezTo>
                  <a:cubicBezTo>
                    <a:pt x="4524" y="22313"/>
                    <a:pt x="7328" y="22930"/>
                    <a:pt x="10110" y="22930"/>
                  </a:cubicBezTo>
                  <a:cubicBezTo>
                    <a:pt x="11691" y="22930"/>
                    <a:pt x="13266" y="22730"/>
                    <a:pt x="14702" y="22504"/>
                  </a:cubicBezTo>
                  <a:cubicBezTo>
                    <a:pt x="19304" y="21780"/>
                    <a:pt x="23791" y="20252"/>
                    <a:pt x="28307" y="18979"/>
                  </a:cubicBezTo>
                  <a:cubicBezTo>
                    <a:pt x="31469" y="18088"/>
                    <a:pt x="34583" y="17727"/>
                    <a:pt x="37812" y="17553"/>
                  </a:cubicBezTo>
                  <a:cubicBezTo>
                    <a:pt x="39567" y="17460"/>
                    <a:pt x="41324" y="17409"/>
                    <a:pt x="43081" y="17409"/>
                  </a:cubicBezTo>
                  <a:cubicBezTo>
                    <a:pt x="45289" y="17409"/>
                    <a:pt x="47497" y="17490"/>
                    <a:pt x="49701" y="17670"/>
                  </a:cubicBezTo>
                  <a:cubicBezTo>
                    <a:pt x="53900" y="18013"/>
                    <a:pt x="58120" y="18692"/>
                    <a:pt x="62182" y="20121"/>
                  </a:cubicBezTo>
                  <a:cubicBezTo>
                    <a:pt x="65643" y="21338"/>
                    <a:pt x="69140" y="23140"/>
                    <a:pt x="71836" y="26229"/>
                  </a:cubicBezTo>
                  <a:cubicBezTo>
                    <a:pt x="74556" y="29344"/>
                    <a:pt x="76197" y="34210"/>
                    <a:pt x="75759" y="38664"/>
                  </a:cubicBezTo>
                  <a:lnTo>
                    <a:pt x="85535" y="38664"/>
                  </a:lnTo>
                  <a:cubicBezTo>
                    <a:pt x="85296" y="35981"/>
                    <a:pt x="84353" y="33119"/>
                    <a:pt x="83500" y="31067"/>
                  </a:cubicBezTo>
                  <a:cubicBezTo>
                    <a:pt x="82723" y="29197"/>
                    <a:pt x="81831" y="27538"/>
                    <a:pt x="80681" y="26012"/>
                  </a:cubicBezTo>
                  <a:cubicBezTo>
                    <a:pt x="79935" y="25023"/>
                    <a:pt x="78306" y="23246"/>
                    <a:pt x="78633" y="21650"/>
                  </a:cubicBezTo>
                  <a:cubicBezTo>
                    <a:pt x="78840" y="20643"/>
                    <a:pt x="79649" y="20281"/>
                    <a:pt x="80449" y="20281"/>
                  </a:cubicBezTo>
                  <a:cubicBezTo>
                    <a:pt x="80893" y="20281"/>
                    <a:pt x="81334" y="20392"/>
                    <a:pt x="81670" y="20567"/>
                  </a:cubicBezTo>
                  <a:cubicBezTo>
                    <a:pt x="83214" y="21372"/>
                    <a:pt x="84460" y="23111"/>
                    <a:pt x="85532" y="24674"/>
                  </a:cubicBezTo>
                  <a:cubicBezTo>
                    <a:pt x="88081" y="28395"/>
                    <a:pt x="90008" y="32694"/>
                    <a:pt x="92680" y="36288"/>
                  </a:cubicBezTo>
                  <a:cubicBezTo>
                    <a:pt x="93289" y="37105"/>
                    <a:pt x="93919" y="37895"/>
                    <a:pt x="94562" y="38663"/>
                  </a:cubicBezTo>
                  <a:lnTo>
                    <a:pt x="104952" y="38663"/>
                  </a:lnTo>
                  <a:cubicBezTo>
                    <a:pt x="106677" y="38663"/>
                    <a:pt x="108077" y="36912"/>
                    <a:pt x="108110" y="34738"/>
                  </a:cubicBezTo>
                  <a:cubicBezTo>
                    <a:pt x="104684" y="32047"/>
                    <a:pt x="101346" y="29175"/>
                    <a:pt x="98018" y="26250"/>
                  </a:cubicBezTo>
                  <a:cubicBezTo>
                    <a:pt x="92264" y="21194"/>
                    <a:pt x="86645" y="15791"/>
                    <a:pt x="80705" y="11085"/>
                  </a:cubicBezTo>
                  <a:cubicBezTo>
                    <a:pt x="70628" y="3099"/>
                    <a:pt x="58598" y="156"/>
                    <a:pt x="46845" y="7"/>
                  </a:cubicBezTo>
                  <a:cubicBezTo>
                    <a:pt x="46501" y="3"/>
                    <a:pt x="46158" y="1"/>
                    <a:pt x="458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4"/>
            <p:cNvSpPr/>
            <p:nvPr/>
          </p:nvSpPr>
          <p:spPr>
            <a:xfrm flipH="1">
              <a:off x="-241581" y="-2278398"/>
              <a:ext cx="4335896" cy="796099"/>
            </a:xfrm>
            <a:custGeom>
              <a:rect b="b" l="l" r="r" t="t"/>
              <a:pathLst>
                <a:path extrusionOk="0" h="27758" w="108350">
                  <a:moveTo>
                    <a:pt x="51648" y="1"/>
                  </a:moveTo>
                  <a:cubicBezTo>
                    <a:pt x="50846" y="407"/>
                    <a:pt x="50018" y="729"/>
                    <a:pt x="49203" y="1014"/>
                  </a:cubicBezTo>
                  <a:cubicBezTo>
                    <a:pt x="42065" y="3506"/>
                    <a:pt x="34586" y="3501"/>
                    <a:pt x="27241" y="3584"/>
                  </a:cubicBezTo>
                  <a:cubicBezTo>
                    <a:pt x="20757" y="3656"/>
                    <a:pt x="14163" y="3777"/>
                    <a:pt x="7797" y="5515"/>
                  </a:cubicBezTo>
                  <a:cubicBezTo>
                    <a:pt x="5715" y="6083"/>
                    <a:pt x="3438" y="6902"/>
                    <a:pt x="1858" y="8814"/>
                  </a:cubicBezTo>
                  <a:cubicBezTo>
                    <a:pt x="0" y="11058"/>
                    <a:pt x="83" y="14195"/>
                    <a:pt x="776" y="17107"/>
                  </a:cubicBezTo>
                  <a:cubicBezTo>
                    <a:pt x="2438" y="24097"/>
                    <a:pt x="7861" y="27758"/>
                    <a:pt x="13371" y="27758"/>
                  </a:cubicBezTo>
                  <a:cubicBezTo>
                    <a:pt x="13681" y="27758"/>
                    <a:pt x="13992" y="27746"/>
                    <a:pt x="14303" y="27723"/>
                  </a:cubicBezTo>
                  <a:cubicBezTo>
                    <a:pt x="20922" y="27226"/>
                    <a:pt x="26485" y="22282"/>
                    <a:pt x="32673" y="19847"/>
                  </a:cubicBezTo>
                  <a:cubicBezTo>
                    <a:pt x="36195" y="18461"/>
                    <a:pt x="39879" y="17578"/>
                    <a:pt x="43501" y="16728"/>
                  </a:cubicBezTo>
                  <a:cubicBezTo>
                    <a:pt x="47244" y="15849"/>
                    <a:pt x="51012" y="15131"/>
                    <a:pt x="54789" y="14515"/>
                  </a:cubicBezTo>
                  <a:cubicBezTo>
                    <a:pt x="62223" y="13302"/>
                    <a:pt x="69695" y="12486"/>
                    <a:pt x="77160" y="11610"/>
                  </a:cubicBezTo>
                  <a:cubicBezTo>
                    <a:pt x="86796" y="10479"/>
                    <a:pt x="96503" y="9420"/>
                    <a:pt x="106195" y="9420"/>
                  </a:cubicBezTo>
                  <a:cubicBezTo>
                    <a:pt x="106913" y="9420"/>
                    <a:pt x="107630" y="9426"/>
                    <a:pt x="108348" y="9438"/>
                  </a:cubicBezTo>
                  <a:lnTo>
                    <a:pt x="108348" y="4002"/>
                  </a:lnTo>
                  <a:cubicBezTo>
                    <a:pt x="108350" y="1793"/>
                    <a:pt x="106935" y="1"/>
                    <a:pt x="105190" y="1"/>
                  </a:cubicBezTo>
                  <a:lnTo>
                    <a:pt x="90762" y="1"/>
                  </a:lnTo>
                  <a:cubicBezTo>
                    <a:pt x="89703" y="1934"/>
                    <a:pt x="88395" y="3470"/>
                    <a:pt x="86599" y="4557"/>
                  </a:cubicBezTo>
                  <a:cubicBezTo>
                    <a:pt x="83877" y="6208"/>
                    <a:pt x="80880" y="7099"/>
                    <a:pt x="77918" y="7745"/>
                  </a:cubicBezTo>
                  <a:cubicBezTo>
                    <a:pt x="74349" y="8524"/>
                    <a:pt x="70756" y="9202"/>
                    <a:pt x="67162" y="9801"/>
                  </a:cubicBezTo>
                  <a:cubicBezTo>
                    <a:pt x="59627" y="11058"/>
                    <a:pt x="52047" y="11784"/>
                    <a:pt x="44534" y="13253"/>
                  </a:cubicBezTo>
                  <a:cubicBezTo>
                    <a:pt x="40916" y="13963"/>
                    <a:pt x="37300" y="14822"/>
                    <a:pt x="33793" y="16179"/>
                  </a:cubicBezTo>
                  <a:cubicBezTo>
                    <a:pt x="31120" y="17214"/>
                    <a:pt x="28648" y="18964"/>
                    <a:pt x="26050" y="20259"/>
                  </a:cubicBezTo>
                  <a:cubicBezTo>
                    <a:pt x="24092" y="21236"/>
                    <a:pt x="21957" y="22126"/>
                    <a:pt x="19819" y="22126"/>
                  </a:cubicBezTo>
                  <a:cubicBezTo>
                    <a:pt x="19398" y="22126"/>
                    <a:pt x="18976" y="22091"/>
                    <a:pt x="18556" y="22016"/>
                  </a:cubicBezTo>
                  <a:cubicBezTo>
                    <a:pt x="16742" y="21690"/>
                    <a:pt x="14667" y="20360"/>
                    <a:pt x="13727" y="18271"/>
                  </a:cubicBezTo>
                  <a:cubicBezTo>
                    <a:pt x="12111" y="14673"/>
                    <a:pt x="16343" y="12032"/>
                    <a:pt x="18335" y="10924"/>
                  </a:cubicBezTo>
                  <a:cubicBezTo>
                    <a:pt x="29038" y="4972"/>
                    <a:pt x="41116" y="7214"/>
                    <a:pt x="52462" y="6363"/>
                  </a:cubicBezTo>
                  <a:cubicBezTo>
                    <a:pt x="56489" y="6062"/>
                    <a:pt x="60477" y="5377"/>
                    <a:pt x="64377" y="4066"/>
                  </a:cubicBezTo>
                  <a:cubicBezTo>
                    <a:pt x="66858" y="3233"/>
                    <a:pt x="69388" y="2647"/>
                    <a:pt x="71900" y="1973"/>
                  </a:cubicBezTo>
                  <a:cubicBezTo>
                    <a:pt x="74066" y="1391"/>
                    <a:pt x="76235" y="775"/>
                    <a:pt x="783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4"/>
            <p:cNvSpPr/>
            <p:nvPr/>
          </p:nvSpPr>
          <p:spPr>
            <a:xfrm flipH="1">
              <a:off x="5272212" y="-1889435"/>
              <a:ext cx="3996027" cy="864218"/>
            </a:xfrm>
            <a:custGeom>
              <a:rect b="b" l="l" r="r" t="t"/>
              <a:pathLst>
                <a:path extrusionOk="0" h="21596" w="99857">
                  <a:moveTo>
                    <a:pt x="65198" y="399"/>
                  </a:moveTo>
                  <a:cubicBezTo>
                    <a:pt x="72321" y="399"/>
                    <a:pt x="79621" y="1791"/>
                    <a:pt x="86922" y="4550"/>
                  </a:cubicBezTo>
                  <a:cubicBezTo>
                    <a:pt x="89575" y="5554"/>
                    <a:pt x="92653" y="6864"/>
                    <a:pt x="95348" y="8979"/>
                  </a:cubicBezTo>
                  <a:cubicBezTo>
                    <a:pt x="98235" y="11247"/>
                    <a:pt x="99428" y="13677"/>
                    <a:pt x="98898" y="16206"/>
                  </a:cubicBezTo>
                  <a:cubicBezTo>
                    <a:pt x="98311" y="18994"/>
                    <a:pt x="95759" y="19972"/>
                    <a:pt x="93599" y="20511"/>
                  </a:cubicBezTo>
                  <a:cubicBezTo>
                    <a:pt x="91491" y="21039"/>
                    <a:pt x="89309" y="21193"/>
                    <a:pt x="87246" y="21193"/>
                  </a:cubicBezTo>
                  <a:cubicBezTo>
                    <a:pt x="86217" y="21193"/>
                    <a:pt x="85218" y="21155"/>
                    <a:pt x="84273" y="21106"/>
                  </a:cubicBezTo>
                  <a:cubicBezTo>
                    <a:pt x="78503" y="20800"/>
                    <a:pt x="72921" y="19852"/>
                    <a:pt x="67683" y="18295"/>
                  </a:cubicBezTo>
                  <a:cubicBezTo>
                    <a:pt x="64541" y="17362"/>
                    <a:pt x="61400" y="16083"/>
                    <a:pt x="58362" y="14847"/>
                  </a:cubicBezTo>
                  <a:cubicBezTo>
                    <a:pt x="53266" y="12773"/>
                    <a:pt x="47995" y="10628"/>
                    <a:pt x="42530" y="10025"/>
                  </a:cubicBezTo>
                  <a:cubicBezTo>
                    <a:pt x="41682" y="9932"/>
                    <a:pt x="40859" y="9885"/>
                    <a:pt x="40058" y="9885"/>
                  </a:cubicBezTo>
                  <a:cubicBezTo>
                    <a:pt x="36646" y="9885"/>
                    <a:pt x="33636" y="10728"/>
                    <a:pt x="31087" y="12400"/>
                  </a:cubicBezTo>
                  <a:cubicBezTo>
                    <a:pt x="26728" y="15269"/>
                    <a:pt x="22197" y="17122"/>
                    <a:pt x="17235" y="18071"/>
                  </a:cubicBezTo>
                  <a:cubicBezTo>
                    <a:pt x="13172" y="18848"/>
                    <a:pt x="9086" y="19070"/>
                    <a:pt x="5424" y="19070"/>
                  </a:cubicBezTo>
                  <a:cubicBezTo>
                    <a:pt x="3631" y="19070"/>
                    <a:pt x="1941" y="19017"/>
                    <a:pt x="403" y="18949"/>
                  </a:cubicBezTo>
                  <a:lnTo>
                    <a:pt x="403" y="11532"/>
                  </a:lnTo>
                  <a:cubicBezTo>
                    <a:pt x="2361" y="12661"/>
                    <a:pt x="4594" y="13456"/>
                    <a:pt x="7045" y="13900"/>
                  </a:cubicBezTo>
                  <a:cubicBezTo>
                    <a:pt x="8672" y="14195"/>
                    <a:pt x="10356" y="14343"/>
                    <a:pt x="12121" y="14343"/>
                  </a:cubicBezTo>
                  <a:cubicBezTo>
                    <a:pt x="13968" y="14343"/>
                    <a:pt x="15904" y="14181"/>
                    <a:pt x="17957" y="13858"/>
                  </a:cubicBezTo>
                  <a:cubicBezTo>
                    <a:pt x="23076" y="13055"/>
                    <a:pt x="27790" y="10978"/>
                    <a:pt x="32121" y="8853"/>
                  </a:cubicBezTo>
                  <a:lnTo>
                    <a:pt x="32595" y="8620"/>
                  </a:lnTo>
                  <a:cubicBezTo>
                    <a:pt x="37243" y="6337"/>
                    <a:pt x="42049" y="3980"/>
                    <a:pt x="47066" y="2784"/>
                  </a:cubicBezTo>
                  <a:cubicBezTo>
                    <a:pt x="53031" y="1361"/>
                    <a:pt x="58397" y="590"/>
                    <a:pt x="63469" y="426"/>
                  </a:cubicBezTo>
                  <a:cubicBezTo>
                    <a:pt x="64044" y="408"/>
                    <a:pt x="64620" y="399"/>
                    <a:pt x="65198" y="399"/>
                  </a:cubicBezTo>
                  <a:close/>
                  <a:moveTo>
                    <a:pt x="65203" y="1"/>
                  </a:moveTo>
                  <a:cubicBezTo>
                    <a:pt x="64619" y="1"/>
                    <a:pt x="64036" y="10"/>
                    <a:pt x="63455" y="29"/>
                  </a:cubicBezTo>
                  <a:cubicBezTo>
                    <a:pt x="58355" y="192"/>
                    <a:pt x="52963" y="968"/>
                    <a:pt x="46970" y="2396"/>
                  </a:cubicBezTo>
                  <a:cubicBezTo>
                    <a:pt x="41911" y="3604"/>
                    <a:pt x="37084" y="5971"/>
                    <a:pt x="32416" y="8263"/>
                  </a:cubicBezTo>
                  <a:lnTo>
                    <a:pt x="31942" y="8496"/>
                  </a:lnTo>
                  <a:cubicBezTo>
                    <a:pt x="27640" y="10606"/>
                    <a:pt x="22957" y="12670"/>
                    <a:pt x="17892" y="13466"/>
                  </a:cubicBezTo>
                  <a:cubicBezTo>
                    <a:pt x="15860" y="13785"/>
                    <a:pt x="13946" y="13945"/>
                    <a:pt x="12120" y="13945"/>
                  </a:cubicBezTo>
                  <a:cubicBezTo>
                    <a:pt x="10379" y="13945"/>
                    <a:pt x="8719" y="13799"/>
                    <a:pt x="7116" y="13508"/>
                  </a:cubicBezTo>
                  <a:cubicBezTo>
                    <a:pt x="4584" y="13050"/>
                    <a:pt x="2294" y="12211"/>
                    <a:pt x="305" y="11012"/>
                  </a:cubicBezTo>
                  <a:lnTo>
                    <a:pt x="0" y="10828"/>
                  </a:lnTo>
                  <a:lnTo>
                    <a:pt x="0" y="19337"/>
                  </a:lnTo>
                  <a:lnTo>
                    <a:pt x="193" y="19345"/>
                  </a:lnTo>
                  <a:cubicBezTo>
                    <a:pt x="1788" y="19417"/>
                    <a:pt x="3552" y="19474"/>
                    <a:pt x="5427" y="19474"/>
                  </a:cubicBezTo>
                  <a:cubicBezTo>
                    <a:pt x="9110" y="19474"/>
                    <a:pt x="13220" y="19251"/>
                    <a:pt x="17311" y="18469"/>
                  </a:cubicBezTo>
                  <a:cubicBezTo>
                    <a:pt x="22324" y="17509"/>
                    <a:pt x="26904" y="15636"/>
                    <a:pt x="31309" y="12740"/>
                  </a:cubicBezTo>
                  <a:cubicBezTo>
                    <a:pt x="33791" y="11110"/>
                    <a:pt x="36725" y="10287"/>
                    <a:pt x="40058" y="10287"/>
                  </a:cubicBezTo>
                  <a:cubicBezTo>
                    <a:pt x="40845" y="10287"/>
                    <a:pt x="41654" y="10333"/>
                    <a:pt x="42485" y="10425"/>
                  </a:cubicBezTo>
                  <a:cubicBezTo>
                    <a:pt x="47895" y="11021"/>
                    <a:pt x="53139" y="13156"/>
                    <a:pt x="58211" y="15220"/>
                  </a:cubicBezTo>
                  <a:cubicBezTo>
                    <a:pt x="61257" y="16459"/>
                    <a:pt x="64408" y="17742"/>
                    <a:pt x="67568" y="18681"/>
                  </a:cubicBezTo>
                  <a:cubicBezTo>
                    <a:pt x="72838" y="20248"/>
                    <a:pt x="78452" y="21200"/>
                    <a:pt x="84253" y="21507"/>
                  </a:cubicBezTo>
                  <a:cubicBezTo>
                    <a:pt x="85207" y="21557"/>
                    <a:pt x="86216" y="21596"/>
                    <a:pt x="87255" y="21596"/>
                  </a:cubicBezTo>
                  <a:cubicBezTo>
                    <a:pt x="89341" y="21596"/>
                    <a:pt x="91554" y="21438"/>
                    <a:pt x="93697" y="20904"/>
                  </a:cubicBezTo>
                  <a:cubicBezTo>
                    <a:pt x="95795" y="20381"/>
                    <a:pt x="98654" y="19332"/>
                    <a:pt x="99293" y="16292"/>
                  </a:cubicBezTo>
                  <a:cubicBezTo>
                    <a:pt x="99857" y="13600"/>
                    <a:pt x="98614" y="11035"/>
                    <a:pt x="95596" y="8666"/>
                  </a:cubicBezTo>
                  <a:cubicBezTo>
                    <a:pt x="92859" y="6520"/>
                    <a:pt x="89747" y="5193"/>
                    <a:pt x="87062" y="4178"/>
                  </a:cubicBezTo>
                  <a:cubicBezTo>
                    <a:pt x="79719" y="1402"/>
                    <a:pt x="72371" y="1"/>
                    <a:pt x="652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 name="Google Shape;91;p4"/>
            <p:cNvGrpSpPr/>
            <p:nvPr/>
          </p:nvGrpSpPr>
          <p:grpSpPr>
            <a:xfrm>
              <a:off x="-109581" y="-2432400"/>
              <a:ext cx="9377821" cy="2147740"/>
              <a:chOff x="-109581" y="-2432400"/>
              <a:chExt cx="9377821" cy="2147740"/>
            </a:xfrm>
          </p:grpSpPr>
          <p:sp>
            <p:nvSpPr>
              <p:cNvPr id="92" name="Google Shape;92;p4"/>
              <p:cNvSpPr/>
              <p:nvPr/>
            </p:nvSpPr>
            <p:spPr>
              <a:xfrm flipH="1">
                <a:off x="-101698" y="-2359847"/>
                <a:ext cx="9361814" cy="2075187"/>
              </a:xfrm>
              <a:custGeom>
                <a:rect b="b" l="l" r="r" t="t"/>
                <a:pathLst>
                  <a:path extrusionOk="0" h="51857" w="233943">
                    <a:moveTo>
                      <a:pt x="114254" y="0"/>
                    </a:moveTo>
                    <a:cubicBezTo>
                      <a:pt x="113814" y="3337"/>
                      <a:pt x="107760" y="3970"/>
                      <a:pt x="105882" y="4185"/>
                    </a:cubicBezTo>
                    <a:cubicBezTo>
                      <a:pt x="103480" y="4463"/>
                      <a:pt x="101037" y="4580"/>
                      <a:pt x="98593" y="4580"/>
                    </a:cubicBezTo>
                    <a:cubicBezTo>
                      <a:pt x="96187" y="4580"/>
                      <a:pt x="93780" y="4466"/>
                      <a:pt x="91413" y="4277"/>
                    </a:cubicBezTo>
                    <a:cubicBezTo>
                      <a:pt x="83262" y="3622"/>
                      <a:pt x="75254" y="1586"/>
                      <a:pt x="67197" y="2"/>
                    </a:cubicBezTo>
                    <a:lnTo>
                      <a:pt x="3161" y="2"/>
                    </a:lnTo>
                    <a:cubicBezTo>
                      <a:pt x="1415" y="2"/>
                      <a:pt x="0" y="1794"/>
                      <a:pt x="0" y="4003"/>
                    </a:cubicBezTo>
                    <a:lnTo>
                      <a:pt x="0" y="12983"/>
                    </a:lnTo>
                    <a:cubicBezTo>
                      <a:pt x="752" y="13703"/>
                      <a:pt x="1532" y="14304"/>
                      <a:pt x="2202" y="14753"/>
                    </a:cubicBezTo>
                    <a:cubicBezTo>
                      <a:pt x="5867" y="17202"/>
                      <a:pt x="10108" y="17905"/>
                      <a:pt x="14266" y="17905"/>
                    </a:cubicBezTo>
                    <a:cubicBezTo>
                      <a:pt x="15542" y="17905"/>
                      <a:pt x="16811" y="17839"/>
                      <a:pt x="18052" y="17736"/>
                    </a:cubicBezTo>
                    <a:cubicBezTo>
                      <a:pt x="23329" y="17301"/>
                      <a:pt x="28524" y="16026"/>
                      <a:pt x="33704" y="14740"/>
                    </a:cubicBezTo>
                    <a:cubicBezTo>
                      <a:pt x="40948" y="12940"/>
                      <a:pt x="48135" y="10828"/>
                      <a:pt x="55442" y="9439"/>
                    </a:cubicBezTo>
                    <a:cubicBezTo>
                      <a:pt x="61321" y="8322"/>
                      <a:pt x="67233" y="7670"/>
                      <a:pt x="73167" y="7670"/>
                    </a:cubicBezTo>
                    <a:cubicBezTo>
                      <a:pt x="74688" y="7670"/>
                      <a:pt x="76210" y="7713"/>
                      <a:pt x="77734" y="7802"/>
                    </a:cubicBezTo>
                    <a:cubicBezTo>
                      <a:pt x="85106" y="8232"/>
                      <a:pt x="92423" y="9785"/>
                      <a:pt x="99530" y="12287"/>
                    </a:cubicBezTo>
                    <a:cubicBezTo>
                      <a:pt x="102317" y="13268"/>
                      <a:pt x="105115" y="14314"/>
                      <a:pt x="107858" y="15489"/>
                    </a:cubicBezTo>
                    <a:cubicBezTo>
                      <a:pt x="110332" y="16548"/>
                      <a:pt x="112809" y="17789"/>
                      <a:pt x="115004" y="19608"/>
                    </a:cubicBezTo>
                    <a:cubicBezTo>
                      <a:pt x="117824" y="21944"/>
                      <a:pt x="120303" y="25852"/>
                      <a:pt x="120226" y="30339"/>
                    </a:cubicBezTo>
                    <a:cubicBezTo>
                      <a:pt x="120101" y="37466"/>
                      <a:pt x="112935" y="40330"/>
                      <a:pt x="108516" y="41748"/>
                    </a:cubicBezTo>
                    <a:cubicBezTo>
                      <a:pt x="101630" y="43955"/>
                      <a:pt x="94414" y="44564"/>
                      <a:pt x="87337" y="44821"/>
                    </a:cubicBezTo>
                    <a:cubicBezTo>
                      <a:pt x="84855" y="44912"/>
                      <a:pt x="82371" y="44958"/>
                      <a:pt x="79887" y="44958"/>
                    </a:cubicBezTo>
                    <a:cubicBezTo>
                      <a:pt x="73140" y="44958"/>
                      <a:pt x="66393" y="44612"/>
                      <a:pt x="59673" y="43851"/>
                    </a:cubicBezTo>
                    <a:cubicBezTo>
                      <a:pt x="52128" y="42997"/>
                      <a:pt x="44620" y="41722"/>
                      <a:pt x="37128" y="40332"/>
                    </a:cubicBezTo>
                    <a:cubicBezTo>
                      <a:pt x="29596" y="38936"/>
                      <a:pt x="22076" y="37257"/>
                      <a:pt x="14513" y="36145"/>
                    </a:cubicBezTo>
                    <a:cubicBezTo>
                      <a:pt x="10469" y="35552"/>
                      <a:pt x="6279" y="35103"/>
                      <a:pt x="2100" y="35103"/>
                    </a:cubicBezTo>
                    <a:cubicBezTo>
                      <a:pt x="1400" y="35103"/>
                      <a:pt x="700" y="35116"/>
                      <a:pt x="0" y="35142"/>
                    </a:cubicBezTo>
                    <a:lnTo>
                      <a:pt x="0" y="41392"/>
                    </a:lnTo>
                    <a:cubicBezTo>
                      <a:pt x="3897" y="40406"/>
                      <a:pt x="7757" y="39113"/>
                      <a:pt x="11701" y="38520"/>
                    </a:cubicBezTo>
                    <a:cubicBezTo>
                      <a:pt x="12850" y="38347"/>
                      <a:pt x="14002" y="38268"/>
                      <a:pt x="15153" y="38268"/>
                    </a:cubicBezTo>
                    <a:cubicBezTo>
                      <a:pt x="18352" y="38268"/>
                      <a:pt x="21545" y="38880"/>
                      <a:pt x="24665" y="39789"/>
                    </a:cubicBezTo>
                    <a:cubicBezTo>
                      <a:pt x="29176" y="41103"/>
                      <a:pt x="33559" y="43015"/>
                      <a:pt x="37996" y="44675"/>
                    </a:cubicBezTo>
                    <a:cubicBezTo>
                      <a:pt x="42689" y="46433"/>
                      <a:pt x="47479" y="47692"/>
                      <a:pt x="52300" y="48740"/>
                    </a:cubicBezTo>
                    <a:cubicBezTo>
                      <a:pt x="61496" y="50745"/>
                      <a:pt x="70937" y="51857"/>
                      <a:pt x="80373" y="51857"/>
                    </a:cubicBezTo>
                    <a:cubicBezTo>
                      <a:pt x="91348" y="51857"/>
                      <a:pt x="102317" y="50352"/>
                      <a:pt x="112889" y="46997"/>
                    </a:cubicBezTo>
                    <a:cubicBezTo>
                      <a:pt x="122215" y="44038"/>
                      <a:pt x="130897" y="39216"/>
                      <a:pt x="139694" y="34414"/>
                    </a:cubicBezTo>
                    <a:cubicBezTo>
                      <a:pt x="143466" y="32352"/>
                      <a:pt x="147358" y="30634"/>
                      <a:pt x="151383" y="29556"/>
                    </a:cubicBezTo>
                    <a:cubicBezTo>
                      <a:pt x="155813" y="28370"/>
                      <a:pt x="160303" y="28105"/>
                      <a:pt x="164816" y="27914"/>
                    </a:cubicBezTo>
                    <a:cubicBezTo>
                      <a:pt x="167320" y="27807"/>
                      <a:pt x="169825" y="27756"/>
                      <a:pt x="172331" y="27756"/>
                    </a:cubicBezTo>
                    <a:cubicBezTo>
                      <a:pt x="189289" y="27756"/>
                      <a:pt x="206270" y="30094"/>
                      <a:pt x="222996" y="33398"/>
                    </a:cubicBezTo>
                    <a:cubicBezTo>
                      <a:pt x="226644" y="34116"/>
                      <a:pt x="230302" y="34924"/>
                      <a:pt x="233942" y="35864"/>
                    </a:cubicBezTo>
                    <a:lnTo>
                      <a:pt x="233942" y="9938"/>
                    </a:lnTo>
                    <a:cubicBezTo>
                      <a:pt x="233216" y="9925"/>
                      <a:pt x="232489" y="9919"/>
                      <a:pt x="231762" y="9919"/>
                    </a:cubicBezTo>
                    <a:cubicBezTo>
                      <a:pt x="219843" y="9919"/>
                      <a:pt x="207922" y="11530"/>
                      <a:pt x="196068" y="12904"/>
                    </a:cubicBezTo>
                    <a:cubicBezTo>
                      <a:pt x="188339" y="13801"/>
                      <a:pt x="180609" y="14806"/>
                      <a:pt x="172944" y="16393"/>
                    </a:cubicBezTo>
                    <a:cubicBezTo>
                      <a:pt x="169135" y="17181"/>
                      <a:pt x="165343" y="18112"/>
                      <a:pt x="161591" y="19260"/>
                    </a:cubicBezTo>
                    <a:cubicBezTo>
                      <a:pt x="158213" y="20291"/>
                      <a:pt x="155063" y="21813"/>
                      <a:pt x="151893" y="23606"/>
                    </a:cubicBezTo>
                    <a:cubicBezTo>
                      <a:pt x="147715" y="25970"/>
                      <a:pt x="143374" y="28204"/>
                      <a:pt x="138868" y="28204"/>
                    </a:cubicBezTo>
                    <a:cubicBezTo>
                      <a:pt x="137422" y="28204"/>
                      <a:pt x="135960" y="27974"/>
                      <a:pt x="134480" y="27445"/>
                    </a:cubicBezTo>
                    <a:cubicBezTo>
                      <a:pt x="129632" y="25711"/>
                      <a:pt x="125716" y="20547"/>
                      <a:pt x="125484" y="13951"/>
                    </a:cubicBezTo>
                    <a:cubicBezTo>
                      <a:pt x="125286" y="8300"/>
                      <a:pt x="129601" y="6027"/>
                      <a:pt x="133294" y="5020"/>
                    </a:cubicBezTo>
                    <a:cubicBezTo>
                      <a:pt x="139570" y="3307"/>
                      <a:pt x="146074" y="3151"/>
                      <a:pt x="152463" y="3078"/>
                    </a:cubicBezTo>
                    <a:cubicBezTo>
                      <a:pt x="160083" y="2991"/>
                      <a:pt x="167851" y="3042"/>
                      <a:pt x="175233" y="328"/>
                    </a:cubicBezTo>
                    <a:cubicBezTo>
                      <a:pt x="175511" y="226"/>
                      <a:pt x="175788" y="116"/>
                      <a:pt x="176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4"/>
              <p:cNvSpPr/>
              <p:nvPr/>
            </p:nvSpPr>
            <p:spPr>
              <a:xfrm flipH="1">
                <a:off x="-109581" y="-2432400"/>
                <a:ext cx="9377821" cy="2090634"/>
              </a:xfrm>
              <a:custGeom>
                <a:rect b="b" l="l" r="r" t="t"/>
                <a:pathLst>
                  <a:path extrusionOk="0" h="52243" w="234343">
                    <a:moveTo>
                      <a:pt x="67361" y="400"/>
                    </a:moveTo>
                    <a:cubicBezTo>
                      <a:pt x="69340" y="790"/>
                      <a:pt x="71349" y="1215"/>
                      <a:pt x="73292" y="1625"/>
                    </a:cubicBezTo>
                    <a:cubicBezTo>
                      <a:pt x="79265" y="2884"/>
                      <a:pt x="85439" y="4185"/>
                      <a:pt x="91598" y="4680"/>
                    </a:cubicBezTo>
                    <a:cubicBezTo>
                      <a:pt x="94144" y="4885"/>
                      <a:pt x="96537" y="4987"/>
                      <a:pt x="98805" y="4987"/>
                    </a:cubicBezTo>
                    <a:cubicBezTo>
                      <a:pt x="101387" y="4987"/>
                      <a:pt x="103808" y="4854"/>
                      <a:pt x="106108" y="4590"/>
                    </a:cubicBezTo>
                    <a:lnTo>
                      <a:pt x="106218" y="4577"/>
                    </a:lnTo>
                    <a:cubicBezTo>
                      <a:pt x="108158" y="4354"/>
                      <a:pt x="114000" y="3685"/>
                      <a:pt x="114628" y="406"/>
                    </a:cubicBezTo>
                    <a:lnTo>
                      <a:pt x="175193" y="406"/>
                    </a:lnTo>
                    <a:cubicBezTo>
                      <a:pt x="168249" y="2915"/>
                      <a:pt x="160889" y="2994"/>
                      <a:pt x="153768" y="3069"/>
                    </a:cubicBezTo>
                    <a:lnTo>
                      <a:pt x="152665" y="3082"/>
                    </a:lnTo>
                    <a:cubicBezTo>
                      <a:pt x="145764" y="3162"/>
                      <a:pt x="139551" y="3364"/>
                      <a:pt x="133446" y="5030"/>
                    </a:cubicBezTo>
                    <a:cubicBezTo>
                      <a:pt x="128003" y="6516"/>
                      <a:pt x="125326" y="9588"/>
                      <a:pt x="125487" y="14164"/>
                    </a:cubicBezTo>
                    <a:cubicBezTo>
                      <a:pt x="125709" y="20471"/>
                      <a:pt x="129379" y="25966"/>
                      <a:pt x="134618" y="27839"/>
                    </a:cubicBezTo>
                    <a:cubicBezTo>
                      <a:pt x="136131" y="28380"/>
                      <a:pt x="137619" y="28617"/>
                      <a:pt x="139091" y="28617"/>
                    </a:cubicBezTo>
                    <a:cubicBezTo>
                      <a:pt x="143547" y="28617"/>
                      <a:pt x="147847" y="26448"/>
                      <a:pt x="152196" y="23987"/>
                    </a:cubicBezTo>
                    <a:cubicBezTo>
                      <a:pt x="155813" y="21943"/>
                      <a:pt x="158880" y="20567"/>
                      <a:pt x="161854" y="19658"/>
                    </a:cubicBezTo>
                    <a:cubicBezTo>
                      <a:pt x="165379" y="18581"/>
                      <a:pt x="169085" y="17643"/>
                      <a:pt x="173189" y="16795"/>
                    </a:cubicBezTo>
                    <a:cubicBezTo>
                      <a:pt x="180974" y="15181"/>
                      <a:pt x="188894" y="14166"/>
                      <a:pt x="196294" y="13308"/>
                    </a:cubicBezTo>
                    <a:cubicBezTo>
                      <a:pt x="197767" y="13138"/>
                      <a:pt x="199245" y="12964"/>
                      <a:pt x="200722" y="12788"/>
                    </a:cubicBezTo>
                    <a:cubicBezTo>
                      <a:pt x="210970" y="11576"/>
                      <a:pt x="221543" y="10326"/>
                      <a:pt x="231999" y="10326"/>
                    </a:cubicBezTo>
                    <a:cubicBezTo>
                      <a:pt x="232648" y="10326"/>
                      <a:pt x="233296" y="10331"/>
                      <a:pt x="233944" y="10341"/>
                    </a:cubicBezTo>
                    <a:lnTo>
                      <a:pt x="233944" y="35809"/>
                    </a:lnTo>
                    <a:cubicBezTo>
                      <a:pt x="230629" y="34959"/>
                      <a:pt x="227123" y="34173"/>
                      <a:pt x="223236" y="33405"/>
                    </a:cubicBezTo>
                    <a:cubicBezTo>
                      <a:pt x="203906" y="29587"/>
                      <a:pt x="187591" y="27758"/>
                      <a:pt x="172597" y="27758"/>
                    </a:cubicBezTo>
                    <a:cubicBezTo>
                      <a:pt x="170032" y="27758"/>
                      <a:pt x="167505" y="27812"/>
                      <a:pt x="165009" y="27918"/>
                    </a:cubicBezTo>
                    <a:cubicBezTo>
                      <a:pt x="160422" y="28112"/>
                      <a:pt x="155941" y="28387"/>
                      <a:pt x="151533" y="29567"/>
                    </a:cubicBezTo>
                    <a:cubicBezTo>
                      <a:pt x="147826" y="30560"/>
                      <a:pt x="143986" y="32153"/>
                      <a:pt x="139798" y="34441"/>
                    </a:cubicBezTo>
                    <a:lnTo>
                      <a:pt x="138875" y="34945"/>
                    </a:lnTo>
                    <a:cubicBezTo>
                      <a:pt x="130584" y="39473"/>
                      <a:pt x="122011" y="44161"/>
                      <a:pt x="113029" y="47009"/>
                    </a:cubicBezTo>
                    <a:cubicBezTo>
                      <a:pt x="102889" y="50226"/>
                      <a:pt x="91919" y="51840"/>
                      <a:pt x="80509" y="51840"/>
                    </a:cubicBezTo>
                    <a:cubicBezTo>
                      <a:pt x="71401" y="51840"/>
                      <a:pt x="62013" y="50811"/>
                      <a:pt x="52541" y="48749"/>
                    </a:cubicBezTo>
                    <a:cubicBezTo>
                      <a:pt x="46930" y="47526"/>
                      <a:pt x="42394" y="46236"/>
                      <a:pt x="38264" y="44691"/>
                    </a:cubicBezTo>
                    <a:cubicBezTo>
                      <a:pt x="36953" y="44199"/>
                      <a:pt x="35624" y="43678"/>
                      <a:pt x="34338" y="43172"/>
                    </a:cubicBezTo>
                    <a:cubicBezTo>
                      <a:pt x="31276" y="41971"/>
                      <a:pt x="28107" y="40726"/>
                      <a:pt x="24921" y="39799"/>
                    </a:cubicBezTo>
                    <a:cubicBezTo>
                      <a:pt x="21414" y="38777"/>
                      <a:pt x="18247" y="38271"/>
                      <a:pt x="15326" y="38271"/>
                    </a:cubicBezTo>
                    <a:cubicBezTo>
                      <a:pt x="14137" y="38271"/>
                      <a:pt x="12987" y="38356"/>
                      <a:pt x="11874" y="38521"/>
                    </a:cubicBezTo>
                    <a:cubicBezTo>
                      <a:pt x="9119" y="38936"/>
                      <a:pt x="6366" y="39703"/>
                      <a:pt x="3703" y="40442"/>
                    </a:cubicBezTo>
                    <a:cubicBezTo>
                      <a:pt x="2622" y="40742"/>
                      <a:pt x="1508" y="41053"/>
                      <a:pt x="406" y="41335"/>
                    </a:cubicBezTo>
                    <a:lnTo>
                      <a:pt x="406" y="35538"/>
                    </a:lnTo>
                    <a:cubicBezTo>
                      <a:pt x="1027" y="35516"/>
                      <a:pt x="1658" y="35506"/>
                      <a:pt x="2301" y="35506"/>
                    </a:cubicBezTo>
                    <a:cubicBezTo>
                      <a:pt x="5902" y="35506"/>
                      <a:pt x="9901" y="35844"/>
                      <a:pt x="14687" y="36547"/>
                    </a:cubicBezTo>
                    <a:cubicBezTo>
                      <a:pt x="19745" y="37290"/>
                      <a:pt x="24868" y="38304"/>
                      <a:pt x="29822" y="39284"/>
                    </a:cubicBezTo>
                    <a:cubicBezTo>
                      <a:pt x="32271" y="39769"/>
                      <a:pt x="34802" y="40270"/>
                      <a:pt x="37296" y="40733"/>
                    </a:cubicBezTo>
                    <a:cubicBezTo>
                      <a:pt x="43914" y="41961"/>
                      <a:pt x="51770" y="43339"/>
                      <a:pt x="59854" y="44254"/>
                    </a:cubicBezTo>
                    <a:cubicBezTo>
                      <a:pt x="66359" y="44990"/>
                      <a:pt x="73165" y="45361"/>
                      <a:pt x="80163" y="45361"/>
                    </a:cubicBezTo>
                    <a:cubicBezTo>
                      <a:pt x="82603" y="45361"/>
                      <a:pt x="85067" y="45316"/>
                      <a:pt x="87550" y="45225"/>
                    </a:cubicBezTo>
                    <a:cubicBezTo>
                      <a:pt x="94026" y="44991"/>
                      <a:pt x="101613" y="44441"/>
                      <a:pt x="108780" y="42142"/>
                    </a:cubicBezTo>
                    <a:cubicBezTo>
                      <a:pt x="113810" y="40529"/>
                      <a:pt x="120508" y="37574"/>
                      <a:pt x="120629" y="30544"/>
                    </a:cubicBezTo>
                    <a:cubicBezTo>
                      <a:pt x="120696" y="26529"/>
                      <a:pt x="118718" y="22458"/>
                      <a:pt x="115334" y="19654"/>
                    </a:cubicBezTo>
                    <a:cubicBezTo>
                      <a:pt x="112985" y="17708"/>
                      <a:pt x="110379" y="16465"/>
                      <a:pt x="108140" y="15506"/>
                    </a:cubicBezTo>
                    <a:cubicBezTo>
                      <a:pt x="105719" y="14467"/>
                      <a:pt x="103070" y="13450"/>
                      <a:pt x="99798" y="12298"/>
                    </a:cubicBezTo>
                    <a:cubicBezTo>
                      <a:pt x="92520" y="9735"/>
                      <a:pt x="85169" y="8223"/>
                      <a:pt x="77949" y="7802"/>
                    </a:cubicBezTo>
                    <a:cubicBezTo>
                      <a:pt x="76425" y="7713"/>
                      <a:pt x="74890" y="7669"/>
                      <a:pt x="73339" y="7669"/>
                    </a:cubicBezTo>
                    <a:cubicBezTo>
                      <a:pt x="67706" y="7669"/>
                      <a:pt x="61863" y="8255"/>
                      <a:pt x="55605" y="9443"/>
                    </a:cubicBezTo>
                    <a:cubicBezTo>
                      <a:pt x="50502" y="10413"/>
                      <a:pt x="45374" y="11757"/>
                      <a:pt x="40416" y="13057"/>
                    </a:cubicBezTo>
                    <a:cubicBezTo>
                      <a:pt x="38267" y="13620"/>
                      <a:pt x="36046" y="14201"/>
                      <a:pt x="33857" y="14746"/>
                    </a:cubicBezTo>
                    <a:cubicBezTo>
                      <a:pt x="29050" y="15939"/>
                      <a:pt x="23603" y="17293"/>
                      <a:pt x="18238" y="17736"/>
                    </a:cubicBezTo>
                    <a:cubicBezTo>
                      <a:pt x="17038" y="17835"/>
                      <a:pt x="15751" y="17910"/>
                      <a:pt x="14415" y="17910"/>
                    </a:cubicBezTo>
                    <a:cubicBezTo>
                      <a:pt x="10534" y="17910"/>
                      <a:pt x="6246" y="17280"/>
                      <a:pt x="2517" y="14787"/>
                    </a:cubicBezTo>
                    <a:cubicBezTo>
                      <a:pt x="2004" y="14446"/>
                      <a:pt x="1229" y="13878"/>
                      <a:pt x="403" y="13098"/>
                    </a:cubicBezTo>
                    <a:lnTo>
                      <a:pt x="403" y="4204"/>
                    </a:lnTo>
                    <a:cubicBezTo>
                      <a:pt x="403" y="2108"/>
                      <a:pt x="1731" y="405"/>
                      <a:pt x="3364" y="405"/>
                    </a:cubicBezTo>
                    <a:lnTo>
                      <a:pt x="67361" y="400"/>
                    </a:lnTo>
                    <a:close/>
                    <a:moveTo>
                      <a:pt x="114278" y="0"/>
                    </a:moveTo>
                    <a:lnTo>
                      <a:pt x="114255" y="176"/>
                    </a:lnTo>
                    <a:cubicBezTo>
                      <a:pt x="113845" y="3294"/>
                      <a:pt x="108068" y="3957"/>
                      <a:pt x="106170" y="4175"/>
                    </a:cubicBezTo>
                    <a:lnTo>
                      <a:pt x="106061" y="4187"/>
                    </a:lnTo>
                    <a:cubicBezTo>
                      <a:pt x="103777" y="4451"/>
                      <a:pt x="101371" y="4582"/>
                      <a:pt x="98803" y="4582"/>
                    </a:cubicBezTo>
                    <a:cubicBezTo>
                      <a:pt x="96546" y="4582"/>
                      <a:pt x="94164" y="4481"/>
                      <a:pt x="91630" y="4277"/>
                    </a:cubicBezTo>
                    <a:cubicBezTo>
                      <a:pt x="85496" y="3785"/>
                      <a:pt x="79335" y="2485"/>
                      <a:pt x="73374" y="1229"/>
                    </a:cubicBezTo>
                    <a:cubicBezTo>
                      <a:pt x="71430" y="820"/>
                      <a:pt x="69420" y="395"/>
                      <a:pt x="67400" y="2"/>
                    </a:cubicBezTo>
                    <a:lnTo>
                      <a:pt x="3365" y="2"/>
                    </a:lnTo>
                    <a:cubicBezTo>
                      <a:pt x="1511" y="2"/>
                      <a:pt x="3" y="1889"/>
                      <a:pt x="3" y="4205"/>
                    </a:cubicBezTo>
                    <a:lnTo>
                      <a:pt x="3" y="13267"/>
                    </a:lnTo>
                    <a:lnTo>
                      <a:pt x="66" y="13327"/>
                    </a:lnTo>
                    <a:cubicBezTo>
                      <a:pt x="935" y="14157"/>
                      <a:pt x="1758" y="14760"/>
                      <a:pt x="2295" y="15120"/>
                    </a:cubicBezTo>
                    <a:cubicBezTo>
                      <a:pt x="6107" y="17668"/>
                      <a:pt x="10473" y="18312"/>
                      <a:pt x="14416" y="18312"/>
                    </a:cubicBezTo>
                    <a:cubicBezTo>
                      <a:pt x="15764" y="18312"/>
                      <a:pt x="17063" y="18236"/>
                      <a:pt x="18274" y="18136"/>
                    </a:cubicBezTo>
                    <a:cubicBezTo>
                      <a:pt x="23670" y="17692"/>
                      <a:pt x="29134" y="16335"/>
                      <a:pt x="33955" y="15136"/>
                    </a:cubicBezTo>
                    <a:cubicBezTo>
                      <a:pt x="36148" y="14591"/>
                      <a:pt x="38370" y="14008"/>
                      <a:pt x="40521" y="13444"/>
                    </a:cubicBezTo>
                    <a:cubicBezTo>
                      <a:pt x="45471" y="12145"/>
                      <a:pt x="50591" y="10802"/>
                      <a:pt x="55682" y="9836"/>
                    </a:cubicBezTo>
                    <a:cubicBezTo>
                      <a:pt x="61914" y="8652"/>
                      <a:pt x="67733" y="8068"/>
                      <a:pt x="73339" y="8068"/>
                    </a:cubicBezTo>
                    <a:cubicBezTo>
                      <a:pt x="74883" y="8068"/>
                      <a:pt x="76410" y="8112"/>
                      <a:pt x="77924" y="8200"/>
                    </a:cubicBezTo>
                    <a:cubicBezTo>
                      <a:pt x="85109" y="8620"/>
                      <a:pt x="92423" y="10126"/>
                      <a:pt x="99664" y="12674"/>
                    </a:cubicBezTo>
                    <a:cubicBezTo>
                      <a:pt x="102926" y="13823"/>
                      <a:pt x="105569" y="14839"/>
                      <a:pt x="107978" y="15872"/>
                    </a:cubicBezTo>
                    <a:cubicBezTo>
                      <a:pt x="110192" y="16820"/>
                      <a:pt x="112765" y="18046"/>
                      <a:pt x="115074" y="19959"/>
                    </a:cubicBezTo>
                    <a:cubicBezTo>
                      <a:pt x="118366" y="22686"/>
                      <a:pt x="120289" y="26638"/>
                      <a:pt x="120224" y="30531"/>
                    </a:cubicBezTo>
                    <a:cubicBezTo>
                      <a:pt x="120108" y="37304"/>
                      <a:pt x="113565" y="40179"/>
                      <a:pt x="108656" y="41753"/>
                    </a:cubicBezTo>
                    <a:cubicBezTo>
                      <a:pt x="101534" y="44037"/>
                      <a:pt x="93982" y="44584"/>
                      <a:pt x="87532" y="44818"/>
                    </a:cubicBezTo>
                    <a:cubicBezTo>
                      <a:pt x="85053" y="44908"/>
                      <a:pt x="82593" y="44953"/>
                      <a:pt x="80156" y="44953"/>
                    </a:cubicBezTo>
                    <a:cubicBezTo>
                      <a:pt x="73174" y="44953"/>
                      <a:pt x="66385" y="44584"/>
                      <a:pt x="59897" y="43849"/>
                    </a:cubicBezTo>
                    <a:cubicBezTo>
                      <a:pt x="51824" y="42936"/>
                      <a:pt x="43978" y="41560"/>
                      <a:pt x="37366" y="40335"/>
                    </a:cubicBezTo>
                    <a:cubicBezTo>
                      <a:pt x="34874" y="39874"/>
                      <a:pt x="32343" y="39371"/>
                      <a:pt x="29894" y="38889"/>
                    </a:cubicBezTo>
                    <a:cubicBezTo>
                      <a:pt x="24935" y="37906"/>
                      <a:pt x="19807" y="36891"/>
                      <a:pt x="14740" y="36147"/>
                    </a:cubicBezTo>
                    <a:cubicBezTo>
                      <a:pt x="9938" y="35440"/>
                      <a:pt x="5923" y="35101"/>
                      <a:pt x="2306" y="35101"/>
                    </a:cubicBezTo>
                    <a:cubicBezTo>
                      <a:pt x="1587" y="35101"/>
                      <a:pt x="884" y="35114"/>
                      <a:pt x="193" y="35141"/>
                    </a:cubicBezTo>
                    <a:lnTo>
                      <a:pt x="0" y="35148"/>
                    </a:lnTo>
                    <a:lnTo>
                      <a:pt x="0" y="41850"/>
                    </a:lnTo>
                    <a:lnTo>
                      <a:pt x="250" y="41789"/>
                    </a:lnTo>
                    <a:cubicBezTo>
                      <a:pt x="1438" y="41486"/>
                      <a:pt x="2642" y="41153"/>
                      <a:pt x="3807" y="40829"/>
                    </a:cubicBezTo>
                    <a:cubicBezTo>
                      <a:pt x="6459" y="40093"/>
                      <a:pt x="9201" y="39331"/>
                      <a:pt x="11931" y="38920"/>
                    </a:cubicBezTo>
                    <a:cubicBezTo>
                      <a:pt x="13025" y="38755"/>
                      <a:pt x="14155" y="38672"/>
                      <a:pt x="15326" y="38672"/>
                    </a:cubicBezTo>
                    <a:cubicBezTo>
                      <a:pt x="18207" y="38672"/>
                      <a:pt x="21339" y="39173"/>
                      <a:pt x="24808" y="40183"/>
                    </a:cubicBezTo>
                    <a:cubicBezTo>
                      <a:pt x="27977" y="41106"/>
                      <a:pt x="31136" y="42346"/>
                      <a:pt x="34192" y="43547"/>
                    </a:cubicBezTo>
                    <a:cubicBezTo>
                      <a:pt x="35480" y="44051"/>
                      <a:pt x="36810" y="44575"/>
                      <a:pt x="38124" y="45065"/>
                    </a:cubicBezTo>
                    <a:cubicBezTo>
                      <a:pt x="42272" y="46618"/>
                      <a:pt x="46826" y="47913"/>
                      <a:pt x="52458" y="49140"/>
                    </a:cubicBezTo>
                    <a:cubicBezTo>
                      <a:pt x="61960" y="51209"/>
                      <a:pt x="71376" y="52242"/>
                      <a:pt x="80515" y="52242"/>
                    </a:cubicBezTo>
                    <a:cubicBezTo>
                      <a:pt x="91963" y="52242"/>
                      <a:pt x="102972" y="50622"/>
                      <a:pt x="113151" y="47393"/>
                    </a:cubicBezTo>
                    <a:cubicBezTo>
                      <a:pt x="122171" y="44531"/>
                      <a:pt x="130760" y="39837"/>
                      <a:pt x="139068" y="35298"/>
                    </a:cubicBezTo>
                    <a:lnTo>
                      <a:pt x="139990" y="34794"/>
                    </a:lnTo>
                    <a:cubicBezTo>
                      <a:pt x="144149" y="32523"/>
                      <a:pt x="147959" y="30939"/>
                      <a:pt x="151635" y="29954"/>
                    </a:cubicBezTo>
                    <a:cubicBezTo>
                      <a:pt x="156001" y="28784"/>
                      <a:pt x="160459" y="28512"/>
                      <a:pt x="165023" y="28318"/>
                    </a:cubicBezTo>
                    <a:cubicBezTo>
                      <a:pt x="167510" y="28212"/>
                      <a:pt x="170027" y="28159"/>
                      <a:pt x="172583" y="28159"/>
                    </a:cubicBezTo>
                    <a:cubicBezTo>
                      <a:pt x="187551" y="28159"/>
                      <a:pt x="203846" y="29985"/>
                      <a:pt x="223155" y="33798"/>
                    </a:cubicBezTo>
                    <a:cubicBezTo>
                      <a:pt x="227133" y="34583"/>
                      <a:pt x="230708" y="35389"/>
                      <a:pt x="234091" y="36262"/>
                    </a:cubicBezTo>
                    <a:lnTo>
                      <a:pt x="234343" y="36327"/>
                    </a:lnTo>
                    <a:lnTo>
                      <a:pt x="234343" y="9942"/>
                    </a:lnTo>
                    <a:lnTo>
                      <a:pt x="234144" y="9938"/>
                    </a:lnTo>
                    <a:cubicBezTo>
                      <a:pt x="233436" y="9926"/>
                      <a:pt x="232728" y="9920"/>
                      <a:pt x="232019" y="9920"/>
                    </a:cubicBezTo>
                    <a:cubicBezTo>
                      <a:pt x="221533" y="9920"/>
                      <a:pt x="210937" y="11173"/>
                      <a:pt x="200668" y="12387"/>
                    </a:cubicBezTo>
                    <a:cubicBezTo>
                      <a:pt x="199192" y="12560"/>
                      <a:pt x="197716" y="12735"/>
                      <a:pt x="196241" y="12907"/>
                    </a:cubicBezTo>
                    <a:cubicBezTo>
                      <a:pt x="188833" y="13765"/>
                      <a:pt x="180900" y="14784"/>
                      <a:pt x="173099" y="16399"/>
                    </a:cubicBezTo>
                    <a:cubicBezTo>
                      <a:pt x="168984" y="17250"/>
                      <a:pt x="165266" y="18189"/>
                      <a:pt x="161730" y="19271"/>
                    </a:cubicBezTo>
                    <a:cubicBezTo>
                      <a:pt x="158729" y="20188"/>
                      <a:pt x="155634" y="21574"/>
                      <a:pt x="151992" y="23636"/>
                    </a:cubicBezTo>
                    <a:cubicBezTo>
                      <a:pt x="147694" y="26067"/>
                      <a:pt x="143448" y="28211"/>
                      <a:pt x="139076" y="28211"/>
                    </a:cubicBezTo>
                    <a:cubicBezTo>
                      <a:pt x="137648" y="28211"/>
                      <a:pt x="136206" y="27982"/>
                      <a:pt x="134745" y="27459"/>
                    </a:cubicBezTo>
                    <a:cubicBezTo>
                      <a:pt x="129659" y="25640"/>
                      <a:pt x="126097" y="20292"/>
                      <a:pt x="125882" y="14148"/>
                    </a:cubicBezTo>
                    <a:cubicBezTo>
                      <a:pt x="125729" y="9782"/>
                      <a:pt x="128305" y="6844"/>
                      <a:pt x="133544" y="5415"/>
                    </a:cubicBezTo>
                    <a:cubicBezTo>
                      <a:pt x="139606" y="3761"/>
                      <a:pt x="145790" y="3559"/>
                      <a:pt x="152664" y="3482"/>
                    </a:cubicBezTo>
                    <a:lnTo>
                      <a:pt x="153767" y="3469"/>
                    </a:lnTo>
                    <a:cubicBezTo>
                      <a:pt x="160981" y="3392"/>
                      <a:pt x="168439" y="3314"/>
                      <a:pt x="175499" y="719"/>
                    </a:cubicBezTo>
                    <a:cubicBezTo>
                      <a:pt x="175781" y="617"/>
                      <a:pt x="176061" y="506"/>
                      <a:pt x="176341" y="389"/>
                    </a:cubicBezTo>
                    <a:lnTo>
                      <a:pt x="1772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 name="Google Shape;94;p4"/>
            <p:cNvSpPr/>
            <p:nvPr/>
          </p:nvSpPr>
          <p:spPr>
            <a:xfrm flipH="1">
              <a:off x="900741" y="-942088"/>
              <a:ext cx="8367499" cy="1836163"/>
            </a:xfrm>
            <a:custGeom>
              <a:rect b="b" l="l" r="r" t="t"/>
              <a:pathLst>
                <a:path extrusionOk="0" h="45884" w="209096">
                  <a:moveTo>
                    <a:pt x="173615" y="405"/>
                  </a:moveTo>
                  <a:cubicBezTo>
                    <a:pt x="176375" y="405"/>
                    <a:pt x="179213" y="507"/>
                    <a:pt x="182050" y="829"/>
                  </a:cubicBezTo>
                  <a:cubicBezTo>
                    <a:pt x="188207" y="1528"/>
                    <a:pt x="194615" y="3672"/>
                    <a:pt x="201642" y="7381"/>
                  </a:cubicBezTo>
                  <a:lnTo>
                    <a:pt x="202000" y="7570"/>
                  </a:lnTo>
                  <a:cubicBezTo>
                    <a:pt x="204160" y="8703"/>
                    <a:pt x="207122" y="10258"/>
                    <a:pt x="208209" y="13014"/>
                  </a:cubicBezTo>
                  <a:cubicBezTo>
                    <a:pt x="208659" y="14157"/>
                    <a:pt x="208681" y="15157"/>
                    <a:pt x="208272" y="15990"/>
                  </a:cubicBezTo>
                  <a:cubicBezTo>
                    <a:pt x="207624" y="17309"/>
                    <a:pt x="205989" y="18018"/>
                    <a:pt x="204732" y="18381"/>
                  </a:cubicBezTo>
                  <a:cubicBezTo>
                    <a:pt x="201461" y="19325"/>
                    <a:pt x="198006" y="19797"/>
                    <a:pt x="194392" y="19797"/>
                  </a:cubicBezTo>
                  <a:cubicBezTo>
                    <a:pt x="190821" y="19797"/>
                    <a:pt x="187096" y="19336"/>
                    <a:pt x="183241" y="18415"/>
                  </a:cubicBezTo>
                  <a:cubicBezTo>
                    <a:pt x="179114" y="17429"/>
                    <a:pt x="174866" y="16057"/>
                    <a:pt x="170611" y="14337"/>
                  </a:cubicBezTo>
                  <a:cubicBezTo>
                    <a:pt x="166998" y="12878"/>
                    <a:pt x="163261" y="11368"/>
                    <a:pt x="159428" y="10535"/>
                  </a:cubicBezTo>
                  <a:cubicBezTo>
                    <a:pt x="157531" y="10122"/>
                    <a:pt x="155742" y="9916"/>
                    <a:pt x="154034" y="9916"/>
                  </a:cubicBezTo>
                  <a:cubicBezTo>
                    <a:pt x="152450" y="9916"/>
                    <a:pt x="150935" y="10094"/>
                    <a:pt x="149470" y="10449"/>
                  </a:cubicBezTo>
                  <a:cubicBezTo>
                    <a:pt x="145504" y="11411"/>
                    <a:pt x="142070" y="13874"/>
                    <a:pt x="138895" y="16316"/>
                  </a:cubicBezTo>
                  <a:cubicBezTo>
                    <a:pt x="136054" y="18501"/>
                    <a:pt x="133233" y="20858"/>
                    <a:pt x="130505" y="23139"/>
                  </a:cubicBezTo>
                  <a:cubicBezTo>
                    <a:pt x="126905" y="26149"/>
                    <a:pt x="123181" y="29264"/>
                    <a:pt x="119366" y="32010"/>
                  </a:cubicBezTo>
                  <a:cubicBezTo>
                    <a:pt x="107458" y="40580"/>
                    <a:pt x="92880" y="45107"/>
                    <a:pt x="76028" y="45462"/>
                  </a:cubicBezTo>
                  <a:cubicBezTo>
                    <a:pt x="75424" y="45475"/>
                    <a:pt x="74822" y="45482"/>
                    <a:pt x="74224" y="45482"/>
                  </a:cubicBezTo>
                  <a:cubicBezTo>
                    <a:pt x="58269" y="45482"/>
                    <a:pt x="44689" y="40929"/>
                    <a:pt x="33828" y="31942"/>
                  </a:cubicBezTo>
                  <a:cubicBezTo>
                    <a:pt x="27187" y="26448"/>
                    <a:pt x="20603" y="21405"/>
                    <a:pt x="13056" y="20088"/>
                  </a:cubicBezTo>
                  <a:cubicBezTo>
                    <a:pt x="11967" y="19897"/>
                    <a:pt x="10865" y="19801"/>
                    <a:pt x="9746" y="19801"/>
                  </a:cubicBezTo>
                  <a:cubicBezTo>
                    <a:pt x="6781" y="19801"/>
                    <a:pt x="3696" y="20474"/>
                    <a:pt x="406" y="21833"/>
                  </a:cubicBezTo>
                  <a:lnTo>
                    <a:pt x="406" y="14358"/>
                  </a:lnTo>
                  <a:cubicBezTo>
                    <a:pt x="1109" y="14230"/>
                    <a:pt x="1864" y="14110"/>
                    <a:pt x="2702" y="13993"/>
                  </a:cubicBezTo>
                  <a:cubicBezTo>
                    <a:pt x="5594" y="13588"/>
                    <a:pt x="8552" y="13414"/>
                    <a:pt x="11411" y="13245"/>
                  </a:cubicBezTo>
                  <a:lnTo>
                    <a:pt x="12958" y="13152"/>
                  </a:lnTo>
                  <a:cubicBezTo>
                    <a:pt x="15818" y="12978"/>
                    <a:pt x="18953" y="12785"/>
                    <a:pt x="22145" y="12785"/>
                  </a:cubicBezTo>
                  <a:cubicBezTo>
                    <a:pt x="23389" y="12785"/>
                    <a:pt x="24641" y="12814"/>
                    <a:pt x="25889" y="12885"/>
                  </a:cubicBezTo>
                  <a:cubicBezTo>
                    <a:pt x="29786" y="13104"/>
                    <a:pt x="33808" y="14150"/>
                    <a:pt x="38546" y="16169"/>
                  </a:cubicBezTo>
                  <a:cubicBezTo>
                    <a:pt x="52883" y="22283"/>
                    <a:pt x="69842" y="28659"/>
                    <a:pt x="86902" y="29591"/>
                  </a:cubicBezTo>
                  <a:cubicBezTo>
                    <a:pt x="88135" y="29659"/>
                    <a:pt x="89353" y="29692"/>
                    <a:pt x="90554" y="29692"/>
                  </a:cubicBezTo>
                  <a:cubicBezTo>
                    <a:pt x="97955" y="29692"/>
                    <a:pt x="104738" y="28414"/>
                    <a:pt x="110758" y="25880"/>
                  </a:cubicBezTo>
                  <a:cubicBezTo>
                    <a:pt x="117187" y="23174"/>
                    <a:pt x="123174" y="18993"/>
                    <a:pt x="128962" y="14950"/>
                  </a:cubicBezTo>
                  <a:cubicBezTo>
                    <a:pt x="130301" y="14015"/>
                    <a:pt x="131684" y="13050"/>
                    <a:pt x="133052" y="12117"/>
                  </a:cubicBezTo>
                  <a:cubicBezTo>
                    <a:pt x="136569" y="9716"/>
                    <a:pt x="140379" y="7249"/>
                    <a:pt x="144384" y="5460"/>
                  </a:cubicBezTo>
                  <a:cubicBezTo>
                    <a:pt x="148006" y="3842"/>
                    <a:pt x="151905" y="2608"/>
                    <a:pt x="155970" y="1792"/>
                  </a:cubicBezTo>
                  <a:cubicBezTo>
                    <a:pt x="159701" y="1042"/>
                    <a:pt x="163680" y="640"/>
                    <a:pt x="168868" y="486"/>
                  </a:cubicBezTo>
                  <a:cubicBezTo>
                    <a:pt x="170413" y="440"/>
                    <a:pt x="172001" y="405"/>
                    <a:pt x="173615" y="405"/>
                  </a:cubicBezTo>
                  <a:close/>
                  <a:moveTo>
                    <a:pt x="173609" y="0"/>
                  </a:moveTo>
                  <a:cubicBezTo>
                    <a:pt x="171993" y="0"/>
                    <a:pt x="170405" y="35"/>
                    <a:pt x="168858" y="80"/>
                  </a:cubicBezTo>
                  <a:cubicBezTo>
                    <a:pt x="163644" y="234"/>
                    <a:pt x="159645" y="639"/>
                    <a:pt x="155891" y="1393"/>
                  </a:cubicBezTo>
                  <a:cubicBezTo>
                    <a:pt x="151795" y="2216"/>
                    <a:pt x="147870" y="3459"/>
                    <a:pt x="144219" y="5088"/>
                  </a:cubicBezTo>
                  <a:cubicBezTo>
                    <a:pt x="140186" y="6888"/>
                    <a:pt x="136359" y="9369"/>
                    <a:pt x="132824" y="11781"/>
                  </a:cubicBezTo>
                  <a:cubicBezTo>
                    <a:pt x="131454" y="12715"/>
                    <a:pt x="130070" y="13683"/>
                    <a:pt x="128732" y="14617"/>
                  </a:cubicBezTo>
                  <a:cubicBezTo>
                    <a:pt x="122961" y="18648"/>
                    <a:pt x="116993" y="22817"/>
                    <a:pt x="110602" y="25506"/>
                  </a:cubicBezTo>
                  <a:cubicBezTo>
                    <a:pt x="104631" y="28019"/>
                    <a:pt x="97899" y="29287"/>
                    <a:pt x="90554" y="29287"/>
                  </a:cubicBezTo>
                  <a:cubicBezTo>
                    <a:pt x="89360" y="29287"/>
                    <a:pt x="88149" y="29254"/>
                    <a:pt x="86923" y="29187"/>
                  </a:cubicBezTo>
                  <a:cubicBezTo>
                    <a:pt x="69926" y="28261"/>
                    <a:pt x="53010" y="21898"/>
                    <a:pt x="38703" y="15797"/>
                  </a:cubicBezTo>
                  <a:cubicBezTo>
                    <a:pt x="33922" y="13758"/>
                    <a:pt x="29857" y="12704"/>
                    <a:pt x="25911" y="12481"/>
                  </a:cubicBezTo>
                  <a:cubicBezTo>
                    <a:pt x="24653" y="12410"/>
                    <a:pt x="23392" y="12381"/>
                    <a:pt x="22140" y="12381"/>
                  </a:cubicBezTo>
                  <a:cubicBezTo>
                    <a:pt x="18938" y="12381"/>
                    <a:pt x="15797" y="12572"/>
                    <a:pt x="12931" y="12748"/>
                  </a:cubicBezTo>
                  <a:lnTo>
                    <a:pt x="11384" y="12841"/>
                  </a:lnTo>
                  <a:cubicBezTo>
                    <a:pt x="8518" y="13010"/>
                    <a:pt x="5551" y="13184"/>
                    <a:pt x="2644" y="13591"/>
                  </a:cubicBezTo>
                  <a:cubicBezTo>
                    <a:pt x="1731" y="13718"/>
                    <a:pt x="921" y="13848"/>
                    <a:pt x="165" y="13990"/>
                  </a:cubicBezTo>
                  <a:lnTo>
                    <a:pt x="0" y="14020"/>
                  </a:lnTo>
                  <a:lnTo>
                    <a:pt x="0" y="22434"/>
                  </a:lnTo>
                  <a:lnTo>
                    <a:pt x="280" y="22317"/>
                  </a:lnTo>
                  <a:cubicBezTo>
                    <a:pt x="3624" y="20902"/>
                    <a:pt x="6748" y="20202"/>
                    <a:pt x="9745" y="20202"/>
                  </a:cubicBezTo>
                  <a:cubicBezTo>
                    <a:pt x="10841" y="20202"/>
                    <a:pt x="11920" y="20296"/>
                    <a:pt x="12987" y="20482"/>
                  </a:cubicBezTo>
                  <a:cubicBezTo>
                    <a:pt x="20436" y="21784"/>
                    <a:pt x="26975" y="26792"/>
                    <a:pt x="33571" y="32250"/>
                  </a:cubicBezTo>
                  <a:cubicBezTo>
                    <a:pt x="44508" y="41302"/>
                    <a:pt x="58178" y="45884"/>
                    <a:pt x="74230" y="45884"/>
                  </a:cubicBezTo>
                  <a:cubicBezTo>
                    <a:pt x="74828" y="45884"/>
                    <a:pt x="75434" y="45878"/>
                    <a:pt x="76041" y="45864"/>
                  </a:cubicBezTo>
                  <a:cubicBezTo>
                    <a:pt x="92973" y="45507"/>
                    <a:pt x="107630" y="40953"/>
                    <a:pt x="119603" y="32334"/>
                  </a:cubicBezTo>
                  <a:cubicBezTo>
                    <a:pt x="123430" y="29580"/>
                    <a:pt x="127160" y="26462"/>
                    <a:pt x="130767" y="23446"/>
                  </a:cubicBezTo>
                  <a:cubicBezTo>
                    <a:pt x="133490" y="21168"/>
                    <a:pt x="136306" y="18812"/>
                    <a:pt x="139143" y="16633"/>
                  </a:cubicBezTo>
                  <a:cubicBezTo>
                    <a:pt x="142286" y="14218"/>
                    <a:pt x="145678" y="11782"/>
                    <a:pt x="149569" y="10839"/>
                  </a:cubicBezTo>
                  <a:cubicBezTo>
                    <a:pt x="151002" y="10492"/>
                    <a:pt x="152486" y="10318"/>
                    <a:pt x="154040" y="10318"/>
                  </a:cubicBezTo>
                  <a:cubicBezTo>
                    <a:pt x="155718" y="10318"/>
                    <a:pt x="157477" y="10521"/>
                    <a:pt x="159345" y="10926"/>
                  </a:cubicBezTo>
                  <a:cubicBezTo>
                    <a:pt x="163146" y="11754"/>
                    <a:pt x="166866" y="13255"/>
                    <a:pt x="170463" y="14710"/>
                  </a:cubicBezTo>
                  <a:cubicBezTo>
                    <a:pt x="174735" y="16434"/>
                    <a:pt x="179004" y="17813"/>
                    <a:pt x="183149" y="18805"/>
                  </a:cubicBezTo>
                  <a:cubicBezTo>
                    <a:pt x="187035" y="19734"/>
                    <a:pt x="190791" y="20198"/>
                    <a:pt x="194393" y="20198"/>
                  </a:cubicBezTo>
                  <a:cubicBezTo>
                    <a:pt x="198045" y="20198"/>
                    <a:pt x="201538" y="19721"/>
                    <a:pt x="204846" y="18766"/>
                  </a:cubicBezTo>
                  <a:cubicBezTo>
                    <a:pt x="206788" y="18205"/>
                    <a:pt x="208062" y="17332"/>
                    <a:pt x="208634" y="16167"/>
                  </a:cubicBezTo>
                  <a:cubicBezTo>
                    <a:pt x="209095" y="15229"/>
                    <a:pt x="209080" y="14117"/>
                    <a:pt x="208584" y="12865"/>
                  </a:cubicBezTo>
                  <a:cubicBezTo>
                    <a:pt x="207441" y="9969"/>
                    <a:pt x="204404" y="8376"/>
                    <a:pt x="202188" y="7211"/>
                  </a:cubicBezTo>
                  <a:lnTo>
                    <a:pt x="201831" y="7024"/>
                  </a:lnTo>
                  <a:cubicBezTo>
                    <a:pt x="194760" y="3289"/>
                    <a:pt x="188306" y="1132"/>
                    <a:pt x="182098" y="427"/>
                  </a:cubicBezTo>
                  <a:cubicBezTo>
                    <a:pt x="179239" y="102"/>
                    <a:pt x="176384" y="0"/>
                    <a:pt x="1736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4"/>
            <p:cNvSpPr/>
            <p:nvPr/>
          </p:nvSpPr>
          <p:spPr>
            <a:xfrm flipH="1">
              <a:off x="8460887" y="163330"/>
              <a:ext cx="807313" cy="330705"/>
            </a:xfrm>
            <a:custGeom>
              <a:rect b="b" l="l" r="r" t="t"/>
              <a:pathLst>
                <a:path extrusionOk="0" h="8264" w="20174">
                  <a:moveTo>
                    <a:pt x="10888" y="404"/>
                  </a:moveTo>
                  <a:cubicBezTo>
                    <a:pt x="11749" y="404"/>
                    <a:pt x="12597" y="461"/>
                    <a:pt x="13422" y="602"/>
                  </a:cubicBezTo>
                  <a:cubicBezTo>
                    <a:pt x="15472" y="954"/>
                    <a:pt x="17153" y="1897"/>
                    <a:pt x="18413" y="3404"/>
                  </a:cubicBezTo>
                  <a:cubicBezTo>
                    <a:pt x="19054" y="4170"/>
                    <a:pt x="19787" y="5267"/>
                    <a:pt x="19634" y="6147"/>
                  </a:cubicBezTo>
                  <a:cubicBezTo>
                    <a:pt x="19567" y="6546"/>
                    <a:pt x="19324" y="6863"/>
                    <a:pt x="18894" y="7118"/>
                  </a:cubicBezTo>
                  <a:cubicBezTo>
                    <a:pt x="17704" y="7820"/>
                    <a:pt x="16206" y="7861"/>
                    <a:pt x="14950" y="7861"/>
                  </a:cubicBezTo>
                  <a:cubicBezTo>
                    <a:pt x="14860" y="7861"/>
                    <a:pt x="14771" y="7861"/>
                    <a:pt x="14684" y="7861"/>
                  </a:cubicBezTo>
                  <a:cubicBezTo>
                    <a:pt x="13289" y="7856"/>
                    <a:pt x="11866" y="7753"/>
                    <a:pt x="10488" y="7653"/>
                  </a:cubicBezTo>
                  <a:cubicBezTo>
                    <a:pt x="9887" y="7608"/>
                    <a:pt x="9287" y="7565"/>
                    <a:pt x="8687" y="7529"/>
                  </a:cubicBezTo>
                  <a:cubicBezTo>
                    <a:pt x="5827" y="7359"/>
                    <a:pt x="3245" y="7206"/>
                    <a:pt x="649" y="7206"/>
                  </a:cubicBezTo>
                  <a:cubicBezTo>
                    <a:pt x="568" y="7206"/>
                    <a:pt x="486" y="7206"/>
                    <a:pt x="405" y="7206"/>
                  </a:cubicBezTo>
                  <a:lnTo>
                    <a:pt x="405" y="1428"/>
                  </a:lnTo>
                  <a:cubicBezTo>
                    <a:pt x="2017" y="1368"/>
                    <a:pt x="3674" y="1139"/>
                    <a:pt x="5280" y="919"/>
                  </a:cubicBezTo>
                  <a:cubicBezTo>
                    <a:pt x="7141" y="665"/>
                    <a:pt x="9044" y="404"/>
                    <a:pt x="10888" y="404"/>
                  </a:cubicBezTo>
                  <a:close/>
                  <a:moveTo>
                    <a:pt x="10888" y="1"/>
                  </a:moveTo>
                  <a:cubicBezTo>
                    <a:pt x="9018" y="1"/>
                    <a:pt x="7099" y="265"/>
                    <a:pt x="5223" y="522"/>
                  </a:cubicBezTo>
                  <a:cubicBezTo>
                    <a:pt x="3564" y="751"/>
                    <a:pt x="1848" y="984"/>
                    <a:pt x="195" y="1034"/>
                  </a:cubicBezTo>
                  <a:lnTo>
                    <a:pt x="1" y="1039"/>
                  </a:lnTo>
                  <a:lnTo>
                    <a:pt x="1" y="7612"/>
                  </a:lnTo>
                  <a:lnTo>
                    <a:pt x="202" y="7612"/>
                  </a:lnTo>
                  <a:cubicBezTo>
                    <a:pt x="266" y="7612"/>
                    <a:pt x="330" y="7612"/>
                    <a:pt x="393" y="7612"/>
                  </a:cubicBezTo>
                  <a:cubicBezTo>
                    <a:pt x="3056" y="7612"/>
                    <a:pt x="5717" y="7756"/>
                    <a:pt x="8664" y="7932"/>
                  </a:cubicBezTo>
                  <a:cubicBezTo>
                    <a:pt x="9261" y="7968"/>
                    <a:pt x="9860" y="8012"/>
                    <a:pt x="10460" y="8055"/>
                  </a:cubicBezTo>
                  <a:cubicBezTo>
                    <a:pt x="11844" y="8155"/>
                    <a:pt x="13275" y="8259"/>
                    <a:pt x="14682" y="8264"/>
                  </a:cubicBezTo>
                  <a:lnTo>
                    <a:pt x="14998" y="8264"/>
                  </a:lnTo>
                  <a:cubicBezTo>
                    <a:pt x="16295" y="8264"/>
                    <a:pt x="17831" y="8211"/>
                    <a:pt x="19096" y="7463"/>
                  </a:cubicBezTo>
                  <a:cubicBezTo>
                    <a:pt x="19626" y="7152"/>
                    <a:pt x="19940" y="6730"/>
                    <a:pt x="20030" y="6216"/>
                  </a:cubicBezTo>
                  <a:cubicBezTo>
                    <a:pt x="20173" y="5387"/>
                    <a:pt x="19732" y="4354"/>
                    <a:pt x="18720" y="3145"/>
                  </a:cubicBezTo>
                  <a:cubicBezTo>
                    <a:pt x="17395" y="1562"/>
                    <a:pt x="15637" y="574"/>
                    <a:pt x="13488" y="205"/>
                  </a:cubicBezTo>
                  <a:cubicBezTo>
                    <a:pt x="12639" y="59"/>
                    <a:pt x="11769" y="1"/>
                    <a:pt x="108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4"/>
            <p:cNvSpPr/>
            <p:nvPr/>
          </p:nvSpPr>
          <p:spPr>
            <a:xfrm flipH="1">
              <a:off x="-109741" y="-181865"/>
              <a:ext cx="9377861" cy="2035410"/>
            </a:xfrm>
            <a:custGeom>
              <a:rect b="b" l="l" r="r" t="t"/>
              <a:pathLst>
                <a:path extrusionOk="0" h="50863" w="234344">
                  <a:moveTo>
                    <a:pt x="233940" y="621"/>
                  </a:moveTo>
                  <a:lnTo>
                    <a:pt x="233940" y="12077"/>
                  </a:lnTo>
                  <a:cubicBezTo>
                    <a:pt x="232371" y="13846"/>
                    <a:pt x="230619" y="15358"/>
                    <a:pt x="228734" y="16565"/>
                  </a:cubicBezTo>
                  <a:cubicBezTo>
                    <a:pt x="224484" y="19289"/>
                    <a:pt x="219376" y="20857"/>
                    <a:pt x="213122" y="21360"/>
                  </a:cubicBezTo>
                  <a:cubicBezTo>
                    <a:pt x="211653" y="21479"/>
                    <a:pt x="210146" y="21539"/>
                    <a:pt x="208580" y="21539"/>
                  </a:cubicBezTo>
                  <a:cubicBezTo>
                    <a:pt x="205000" y="21539"/>
                    <a:pt x="201109" y="21226"/>
                    <a:pt x="196647" y="20590"/>
                  </a:cubicBezTo>
                  <a:lnTo>
                    <a:pt x="196529" y="20574"/>
                  </a:lnTo>
                  <a:cubicBezTo>
                    <a:pt x="194477" y="20283"/>
                    <a:pt x="192356" y="19981"/>
                    <a:pt x="190306" y="19457"/>
                  </a:cubicBezTo>
                  <a:cubicBezTo>
                    <a:pt x="188131" y="18901"/>
                    <a:pt x="186302" y="18457"/>
                    <a:pt x="184446" y="18095"/>
                  </a:cubicBezTo>
                  <a:cubicBezTo>
                    <a:pt x="182413" y="17700"/>
                    <a:pt x="180221" y="17338"/>
                    <a:pt x="178016" y="17338"/>
                  </a:cubicBezTo>
                  <a:cubicBezTo>
                    <a:pt x="177942" y="17338"/>
                    <a:pt x="177867" y="17339"/>
                    <a:pt x="177792" y="17340"/>
                  </a:cubicBezTo>
                  <a:cubicBezTo>
                    <a:pt x="176496" y="17354"/>
                    <a:pt x="174542" y="17378"/>
                    <a:pt x="173323" y="18637"/>
                  </a:cubicBezTo>
                  <a:cubicBezTo>
                    <a:pt x="172261" y="19733"/>
                    <a:pt x="172397" y="21555"/>
                    <a:pt x="173080" y="22788"/>
                  </a:cubicBezTo>
                  <a:cubicBezTo>
                    <a:pt x="174004" y="24459"/>
                    <a:pt x="175665" y="25395"/>
                    <a:pt x="177319" y="26158"/>
                  </a:cubicBezTo>
                  <a:cubicBezTo>
                    <a:pt x="180088" y="27433"/>
                    <a:pt x="183032" y="28076"/>
                    <a:pt x="185878" y="28699"/>
                  </a:cubicBezTo>
                  <a:cubicBezTo>
                    <a:pt x="186544" y="28844"/>
                    <a:pt x="187205" y="28990"/>
                    <a:pt x="187866" y="29142"/>
                  </a:cubicBezTo>
                  <a:cubicBezTo>
                    <a:pt x="191326" y="29942"/>
                    <a:pt x="194903" y="30405"/>
                    <a:pt x="198362" y="30852"/>
                  </a:cubicBezTo>
                  <a:lnTo>
                    <a:pt x="199879" y="31048"/>
                  </a:lnTo>
                  <a:cubicBezTo>
                    <a:pt x="203501" y="31524"/>
                    <a:pt x="207493" y="31975"/>
                    <a:pt x="212443" y="32469"/>
                  </a:cubicBezTo>
                  <a:cubicBezTo>
                    <a:pt x="216296" y="32854"/>
                    <a:pt x="220110" y="33192"/>
                    <a:pt x="223683" y="33505"/>
                  </a:cubicBezTo>
                  <a:cubicBezTo>
                    <a:pt x="226437" y="33747"/>
                    <a:pt x="229366" y="34040"/>
                    <a:pt x="232268" y="34727"/>
                  </a:cubicBezTo>
                  <a:cubicBezTo>
                    <a:pt x="232812" y="34856"/>
                    <a:pt x="233374" y="35011"/>
                    <a:pt x="233940" y="35186"/>
                  </a:cubicBezTo>
                  <a:lnTo>
                    <a:pt x="233940" y="50330"/>
                  </a:lnTo>
                  <a:cubicBezTo>
                    <a:pt x="227593" y="48509"/>
                    <a:pt x="220754" y="46238"/>
                    <a:pt x="213042" y="43386"/>
                  </a:cubicBezTo>
                  <a:cubicBezTo>
                    <a:pt x="208088" y="41555"/>
                    <a:pt x="202988" y="39512"/>
                    <a:pt x="197884" y="37317"/>
                  </a:cubicBezTo>
                  <a:cubicBezTo>
                    <a:pt x="195613" y="36339"/>
                    <a:pt x="193318" y="35281"/>
                    <a:pt x="191099" y="34257"/>
                  </a:cubicBezTo>
                  <a:cubicBezTo>
                    <a:pt x="188401" y="33014"/>
                    <a:pt x="185611" y="31726"/>
                    <a:pt x="182833" y="30573"/>
                  </a:cubicBezTo>
                  <a:cubicBezTo>
                    <a:pt x="172649" y="26340"/>
                    <a:pt x="162754" y="24195"/>
                    <a:pt x="153409" y="24195"/>
                  </a:cubicBezTo>
                  <a:cubicBezTo>
                    <a:pt x="153178" y="24195"/>
                    <a:pt x="152948" y="24197"/>
                    <a:pt x="152719" y="24198"/>
                  </a:cubicBezTo>
                  <a:cubicBezTo>
                    <a:pt x="142080" y="24319"/>
                    <a:pt x="132064" y="27884"/>
                    <a:pt x="122824" y="31721"/>
                  </a:cubicBezTo>
                  <a:cubicBezTo>
                    <a:pt x="112729" y="35913"/>
                    <a:pt x="102805" y="39822"/>
                    <a:pt x="92400" y="41608"/>
                  </a:cubicBezTo>
                  <a:cubicBezTo>
                    <a:pt x="82867" y="43244"/>
                    <a:pt x="72721" y="44299"/>
                    <a:pt x="61383" y="44830"/>
                  </a:cubicBezTo>
                  <a:cubicBezTo>
                    <a:pt x="58519" y="44965"/>
                    <a:pt x="55783" y="45032"/>
                    <a:pt x="53152" y="45032"/>
                  </a:cubicBezTo>
                  <a:cubicBezTo>
                    <a:pt x="45012" y="45032"/>
                    <a:pt x="37887" y="44383"/>
                    <a:pt x="31169" y="43050"/>
                  </a:cubicBezTo>
                  <a:cubicBezTo>
                    <a:pt x="24718" y="41770"/>
                    <a:pt x="18066" y="39641"/>
                    <a:pt x="11397" y="36720"/>
                  </a:cubicBezTo>
                  <a:cubicBezTo>
                    <a:pt x="7680" y="35093"/>
                    <a:pt x="3780" y="33224"/>
                    <a:pt x="405" y="30582"/>
                  </a:cubicBezTo>
                  <a:lnTo>
                    <a:pt x="405" y="21725"/>
                  </a:lnTo>
                  <a:cubicBezTo>
                    <a:pt x="5173" y="23118"/>
                    <a:pt x="10001" y="24631"/>
                    <a:pt x="14673" y="26094"/>
                  </a:cubicBezTo>
                  <a:cubicBezTo>
                    <a:pt x="18472" y="27283"/>
                    <a:pt x="22397" y="28512"/>
                    <a:pt x="26269" y="29670"/>
                  </a:cubicBezTo>
                  <a:cubicBezTo>
                    <a:pt x="42759" y="34607"/>
                    <a:pt x="58954" y="38982"/>
                    <a:pt x="74991" y="38982"/>
                  </a:cubicBezTo>
                  <a:cubicBezTo>
                    <a:pt x="78823" y="38982"/>
                    <a:pt x="82649" y="38732"/>
                    <a:pt x="86466" y="38179"/>
                  </a:cubicBezTo>
                  <a:cubicBezTo>
                    <a:pt x="95509" y="36872"/>
                    <a:pt x="104228" y="33938"/>
                    <a:pt x="112383" y="29455"/>
                  </a:cubicBezTo>
                  <a:cubicBezTo>
                    <a:pt x="116730" y="27066"/>
                    <a:pt x="120985" y="24195"/>
                    <a:pt x="125029" y="20922"/>
                  </a:cubicBezTo>
                  <a:cubicBezTo>
                    <a:pt x="126767" y="19511"/>
                    <a:pt x="128488" y="17994"/>
                    <a:pt x="130152" y="16524"/>
                  </a:cubicBezTo>
                  <a:cubicBezTo>
                    <a:pt x="131788" y="15078"/>
                    <a:pt x="133483" y="13582"/>
                    <a:pt x="135190" y="12196"/>
                  </a:cubicBezTo>
                  <a:cubicBezTo>
                    <a:pt x="137654" y="10200"/>
                    <a:pt x="140969" y="7788"/>
                    <a:pt x="144768" y="6873"/>
                  </a:cubicBezTo>
                  <a:cubicBezTo>
                    <a:pt x="145990" y="6580"/>
                    <a:pt x="147258" y="6432"/>
                    <a:pt x="148594" y="6432"/>
                  </a:cubicBezTo>
                  <a:cubicBezTo>
                    <a:pt x="151134" y="6432"/>
                    <a:pt x="153922" y="6966"/>
                    <a:pt x="157120" y="8052"/>
                  </a:cubicBezTo>
                  <a:cubicBezTo>
                    <a:pt x="165254" y="10813"/>
                    <a:pt x="174727" y="13878"/>
                    <a:pt x="184226" y="15304"/>
                  </a:cubicBezTo>
                  <a:cubicBezTo>
                    <a:pt x="187914" y="15858"/>
                    <a:pt x="191419" y="16136"/>
                    <a:pt x="194766" y="16136"/>
                  </a:cubicBezTo>
                  <a:cubicBezTo>
                    <a:pt x="200932" y="16136"/>
                    <a:pt x="206557" y="15192"/>
                    <a:pt x="211781" y="13295"/>
                  </a:cubicBezTo>
                  <a:cubicBezTo>
                    <a:pt x="216509" y="11579"/>
                    <a:pt x="220789" y="8892"/>
                    <a:pt x="224351" y="6492"/>
                  </a:cubicBezTo>
                  <a:cubicBezTo>
                    <a:pt x="224766" y="6212"/>
                    <a:pt x="225182" y="5928"/>
                    <a:pt x="225598" y="5645"/>
                  </a:cubicBezTo>
                  <a:cubicBezTo>
                    <a:pt x="228277" y="3826"/>
                    <a:pt x="231045" y="1944"/>
                    <a:pt x="233940" y="621"/>
                  </a:cubicBezTo>
                  <a:close/>
                  <a:moveTo>
                    <a:pt x="234344" y="1"/>
                  </a:moveTo>
                  <a:lnTo>
                    <a:pt x="234062" y="127"/>
                  </a:lnTo>
                  <a:cubicBezTo>
                    <a:pt x="231032" y="1470"/>
                    <a:pt x="228156" y="3423"/>
                    <a:pt x="225375" y="5313"/>
                  </a:cubicBezTo>
                  <a:cubicBezTo>
                    <a:pt x="224959" y="5595"/>
                    <a:pt x="224545" y="5878"/>
                    <a:pt x="224128" y="6158"/>
                  </a:cubicBezTo>
                  <a:cubicBezTo>
                    <a:pt x="220589" y="8544"/>
                    <a:pt x="216336" y="11214"/>
                    <a:pt x="211647" y="12916"/>
                  </a:cubicBezTo>
                  <a:cubicBezTo>
                    <a:pt x="206466" y="14796"/>
                    <a:pt x="200885" y="15732"/>
                    <a:pt x="194765" y="15732"/>
                  </a:cubicBezTo>
                  <a:cubicBezTo>
                    <a:pt x="191440" y="15732"/>
                    <a:pt x="187955" y="15456"/>
                    <a:pt x="184289" y="14905"/>
                  </a:cubicBezTo>
                  <a:cubicBezTo>
                    <a:pt x="174822" y="13485"/>
                    <a:pt x="165370" y="10424"/>
                    <a:pt x="157251" y="7671"/>
                  </a:cubicBezTo>
                  <a:cubicBezTo>
                    <a:pt x="154011" y="6571"/>
                    <a:pt x="151182" y="6028"/>
                    <a:pt x="148600" y="6028"/>
                  </a:cubicBezTo>
                  <a:cubicBezTo>
                    <a:pt x="147230" y="6028"/>
                    <a:pt x="145930" y="6181"/>
                    <a:pt x="144675" y="6483"/>
                  </a:cubicBezTo>
                  <a:cubicBezTo>
                    <a:pt x="140797" y="7416"/>
                    <a:pt x="137434" y="9860"/>
                    <a:pt x="134939" y="11886"/>
                  </a:cubicBezTo>
                  <a:cubicBezTo>
                    <a:pt x="133224" y="13277"/>
                    <a:pt x="131528" y="14775"/>
                    <a:pt x="129887" y="16224"/>
                  </a:cubicBezTo>
                  <a:cubicBezTo>
                    <a:pt x="128225" y="17690"/>
                    <a:pt x="126509" y="19207"/>
                    <a:pt x="124774" y="20610"/>
                  </a:cubicBezTo>
                  <a:cubicBezTo>
                    <a:pt x="120749" y="23869"/>
                    <a:pt x="116514" y="26727"/>
                    <a:pt x="112189" y="29105"/>
                  </a:cubicBezTo>
                  <a:cubicBezTo>
                    <a:pt x="104076" y="33564"/>
                    <a:pt x="95402" y="36484"/>
                    <a:pt x="86407" y="37785"/>
                  </a:cubicBezTo>
                  <a:cubicBezTo>
                    <a:pt x="82611" y="38334"/>
                    <a:pt x="78806" y="38583"/>
                    <a:pt x="74991" y="38583"/>
                  </a:cubicBezTo>
                  <a:cubicBezTo>
                    <a:pt x="59005" y="38583"/>
                    <a:pt x="42843" y="34216"/>
                    <a:pt x="26384" y="29289"/>
                  </a:cubicBezTo>
                  <a:cubicBezTo>
                    <a:pt x="22516" y="28130"/>
                    <a:pt x="18589" y="26901"/>
                    <a:pt x="14793" y="25711"/>
                  </a:cubicBezTo>
                  <a:cubicBezTo>
                    <a:pt x="10035" y="24222"/>
                    <a:pt x="5116" y="22681"/>
                    <a:pt x="257" y="21265"/>
                  </a:cubicBezTo>
                  <a:lnTo>
                    <a:pt x="0" y="21189"/>
                  </a:lnTo>
                  <a:lnTo>
                    <a:pt x="0" y="30778"/>
                  </a:lnTo>
                  <a:lnTo>
                    <a:pt x="77" y="30839"/>
                  </a:lnTo>
                  <a:cubicBezTo>
                    <a:pt x="3505" y="33541"/>
                    <a:pt x="7466" y="35440"/>
                    <a:pt x="11235" y="37090"/>
                  </a:cubicBezTo>
                  <a:cubicBezTo>
                    <a:pt x="17931" y="40022"/>
                    <a:pt x="24610" y="42161"/>
                    <a:pt x="31090" y="43447"/>
                  </a:cubicBezTo>
                  <a:cubicBezTo>
                    <a:pt x="37834" y="44786"/>
                    <a:pt x="44983" y="45437"/>
                    <a:pt x="53148" y="45437"/>
                  </a:cubicBezTo>
                  <a:cubicBezTo>
                    <a:pt x="55786" y="45437"/>
                    <a:pt x="58530" y="45369"/>
                    <a:pt x="61401" y="45235"/>
                  </a:cubicBezTo>
                  <a:cubicBezTo>
                    <a:pt x="72756" y="44700"/>
                    <a:pt x="82917" y="43644"/>
                    <a:pt x="92467" y="42007"/>
                  </a:cubicBezTo>
                  <a:cubicBezTo>
                    <a:pt x="102913" y="40214"/>
                    <a:pt x="112861" y="36296"/>
                    <a:pt x="122978" y="32095"/>
                  </a:cubicBezTo>
                  <a:cubicBezTo>
                    <a:pt x="132181" y="28274"/>
                    <a:pt x="142153" y="24722"/>
                    <a:pt x="152725" y="24602"/>
                  </a:cubicBezTo>
                  <a:cubicBezTo>
                    <a:pt x="152952" y="24600"/>
                    <a:pt x="153179" y="24598"/>
                    <a:pt x="153407" y="24598"/>
                  </a:cubicBezTo>
                  <a:cubicBezTo>
                    <a:pt x="162694" y="24598"/>
                    <a:pt x="172541" y="26730"/>
                    <a:pt x="182679" y="30945"/>
                  </a:cubicBezTo>
                  <a:cubicBezTo>
                    <a:pt x="185447" y="32095"/>
                    <a:pt x="188234" y="33381"/>
                    <a:pt x="190930" y="34624"/>
                  </a:cubicBezTo>
                  <a:cubicBezTo>
                    <a:pt x="193152" y="35649"/>
                    <a:pt x="195448" y="36707"/>
                    <a:pt x="197726" y="37686"/>
                  </a:cubicBezTo>
                  <a:cubicBezTo>
                    <a:pt x="202837" y="39885"/>
                    <a:pt x="207942" y="41928"/>
                    <a:pt x="212901" y="43763"/>
                  </a:cubicBezTo>
                  <a:cubicBezTo>
                    <a:pt x="220729" y="46656"/>
                    <a:pt x="227658" y="48955"/>
                    <a:pt x="234085" y="50788"/>
                  </a:cubicBezTo>
                  <a:lnTo>
                    <a:pt x="234341" y="50863"/>
                  </a:lnTo>
                  <a:lnTo>
                    <a:pt x="234344" y="50863"/>
                  </a:lnTo>
                  <a:lnTo>
                    <a:pt x="234344" y="34896"/>
                  </a:lnTo>
                  <a:lnTo>
                    <a:pt x="234204" y="34850"/>
                  </a:lnTo>
                  <a:cubicBezTo>
                    <a:pt x="233582" y="34654"/>
                    <a:pt x="232962" y="34481"/>
                    <a:pt x="232362" y="34340"/>
                  </a:cubicBezTo>
                  <a:cubicBezTo>
                    <a:pt x="229433" y="33647"/>
                    <a:pt x="226488" y="33352"/>
                    <a:pt x="223721" y="33110"/>
                  </a:cubicBezTo>
                  <a:cubicBezTo>
                    <a:pt x="220148" y="32797"/>
                    <a:pt x="216338" y="32457"/>
                    <a:pt x="212486" y="32074"/>
                  </a:cubicBezTo>
                  <a:cubicBezTo>
                    <a:pt x="207542" y="31581"/>
                    <a:pt x="203553" y="31128"/>
                    <a:pt x="199935" y="30653"/>
                  </a:cubicBezTo>
                  <a:lnTo>
                    <a:pt x="198416" y="30455"/>
                  </a:lnTo>
                  <a:cubicBezTo>
                    <a:pt x="194968" y="30009"/>
                    <a:pt x="191400" y="29547"/>
                    <a:pt x="187960" y="28753"/>
                  </a:cubicBezTo>
                  <a:cubicBezTo>
                    <a:pt x="187298" y="28602"/>
                    <a:pt x="186634" y="28454"/>
                    <a:pt x="185969" y="28310"/>
                  </a:cubicBezTo>
                  <a:cubicBezTo>
                    <a:pt x="183145" y="27690"/>
                    <a:pt x="180223" y="27051"/>
                    <a:pt x="177494" y="25795"/>
                  </a:cubicBezTo>
                  <a:cubicBezTo>
                    <a:pt x="176009" y="25111"/>
                    <a:pt x="174350" y="24245"/>
                    <a:pt x="173437" y="22596"/>
                  </a:cubicBezTo>
                  <a:cubicBezTo>
                    <a:pt x="172829" y="21493"/>
                    <a:pt x="172693" y="19876"/>
                    <a:pt x="173617" y="18921"/>
                  </a:cubicBezTo>
                  <a:cubicBezTo>
                    <a:pt x="174717" y="17783"/>
                    <a:pt x="176574" y="17760"/>
                    <a:pt x="177801" y="17745"/>
                  </a:cubicBezTo>
                  <a:cubicBezTo>
                    <a:pt x="177883" y="17744"/>
                    <a:pt x="177965" y="17744"/>
                    <a:pt x="178047" y="17744"/>
                  </a:cubicBezTo>
                  <a:cubicBezTo>
                    <a:pt x="180223" y="17744"/>
                    <a:pt x="182367" y="18103"/>
                    <a:pt x="184375" y="18494"/>
                  </a:cubicBezTo>
                  <a:cubicBezTo>
                    <a:pt x="186221" y="18853"/>
                    <a:pt x="188043" y="19296"/>
                    <a:pt x="190212" y="19850"/>
                  </a:cubicBezTo>
                  <a:cubicBezTo>
                    <a:pt x="192283" y="20380"/>
                    <a:pt x="194415" y="20683"/>
                    <a:pt x="196477" y="20976"/>
                  </a:cubicBezTo>
                  <a:lnTo>
                    <a:pt x="196594" y="20993"/>
                  </a:lnTo>
                  <a:cubicBezTo>
                    <a:pt x="201071" y="21630"/>
                    <a:pt x="204978" y="21943"/>
                    <a:pt x="208576" y="21943"/>
                  </a:cubicBezTo>
                  <a:cubicBezTo>
                    <a:pt x="210156" y="21943"/>
                    <a:pt x="211676" y="21883"/>
                    <a:pt x="213159" y="21763"/>
                  </a:cubicBezTo>
                  <a:cubicBezTo>
                    <a:pt x="219481" y="21255"/>
                    <a:pt x="224648" y="19666"/>
                    <a:pt x="228956" y="16905"/>
                  </a:cubicBezTo>
                  <a:cubicBezTo>
                    <a:pt x="230892" y="15665"/>
                    <a:pt x="232689" y="14110"/>
                    <a:pt x="234294" y="12287"/>
                  </a:cubicBezTo>
                  <a:lnTo>
                    <a:pt x="234344" y="12230"/>
                  </a:lnTo>
                  <a:lnTo>
                    <a:pt x="2343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4"/>
            <p:cNvSpPr/>
            <p:nvPr/>
          </p:nvSpPr>
          <p:spPr>
            <a:xfrm flipH="1">
              <a:off x="4096338" y="1238255"/>
              <a:ext cx="5171942" cy="1031731"/>
            </a:xfrm>
            <a:custGeom>
              <a:rect b="b" l="l" r="r" t="t"/>
              <a:pathLst>
                <a:path extrusionOk="0" h="25782" w="129242">
                  <a:moveTo>
                    <a:pt x="125667" y="404"/>
                  </a:moveTo>
                  <a:cubicBezTo>
                    <a:pt x="125949" y="404"/>
                    <a:pt x="126232" y="415"/>
                    <a:pt x="126514" y="437"/>
                  </a:cubicBezTo>
                  <a:cubicBezTo>
                    <a:pt x="127419" y="510"/>
                    <a:pt x="128375" y="690"/>
                    <a:pt x="128733" y="1442"/>
                  </a:cubicBezTo>
                  <a:cubicBezTo>
                    <a:pt x="127667" y="1898"/>
                    <a:pt x="126604" y="2366"/>
                    <a:pt x="125540" y="2833"/>
                  </a:cubicBezTo>
                  <a:cubicBezTo>
                    <a:pt x="121951" y="4414"/>
                    <a:pt x="118237" y="6047"/>
                    <a:pt x="114473" y="7141"/>
                  </a:cubicBezTo>
                  <a:cubicBezTo>
                    <a:pt x="113881" y="7314"/>
                    <a:pt x="113286" y="7483"/>
                    <a:pt x="112693" y="7649"/>
                  </a:cubicBezTo>
                  <a:cubicBezTo>
                    <a:pt x="110914" y="8149"/>
                    <a:pt x="109073" y="8666"/>
                    <a:pt x="107278" y="9330"/>
                  </a:cubicBezTo>
                  <a:cubicBezTo>
                    <a:pt x="105183" y="10108"/>
                    <a:pt x="102936" y="11055"/>
                    <a:pt x="100411" y="12228"/>
                  </a:cubicBezTo>
                  <a:cubicBezTo>
                    <a:pt x="97928" y="13381"/>
                    <a:pt x="95424" y="14634"/>
                    <a:pt x="93002" y="15844"/>
                  </a:cubicBezTo>
                  <a:cubicBezTo>
                    <a:pt x="86663" y="19013"/>
                    <a:pt x="80109" y="22288"/>
                    <a:pt x="73322" y="24097"/>
                  </a:cubicBezTo>
                  <a:cubicBezTo>
                    <a:pt x="70106" y="24955"/>
                    <a:pt x="66829" y="25381"/>
                    <a:pt x="63411" y="25381"/>
                  </a:cubicBezTo>
                  <a:cubicBezTo>
                    <a:pt x="61691" y="25381"/>
                    <a:pt x="59935" y="25273"/>
                    <a:pt x="58132" y="25057"/>
                  </a:cubicBezTo>
                  <a:cubicBezTo>
                    <a:pt x="54870" y="24667"/>
                    <a:pt x="51578" y="24000"/>
                    <a:pt x="48394" y="23351"/>
                  </a:cubicBezTo>
                  <a:cubicBezTo>
                    <a:pt x="46720" y="23010"/>
                    <a:pt x="44988" y="22658"/>
                    <a:pt x="43281" y="22351"/>
                  </a:cubicBezTo>
                  <a:cubicBezTo>
                    <a:pt x="38827" y="21551"/>
                    <a:pt x="34306" y="21314"/>
                    <a:pt x="29931" y="21085"/>
                  </a:cubicBezTo>
                  <a:lnTo>
                    <a:pt x="28914" y="21031"/>
                  </a:lnTo>
                  <a:cubicBezTo>
                    <a:pt x="25978" y="20874"/>
                    <a:pt x="23609" y="20501"/>
                    <a:pt x="21462" y="19855"/>
                  </a:cubicBezTo>
                  <a:cubicBezTo>
                    <a:pt x="19489" y="19259"/>
                    <a:pt x="17512" y="18432"/>
                    <a:pt x="15599" y="17635"/>
                  </a:cubicBezTo>
                  <a:cubicBezTo>
                    <a:pt x="15171" y="17457"/>
                    <a:pt x="14747" y="17279"/>
                    <a:pt x="14321" y="17105"/>
                  </a:cubicBezTo>
                  <a:cubicBezTo>
                    <a:pt x="12341" y="16286"/>
                    <a:pt x="10328" y="15433"/>
                    <a:pt x="8383" y="14606"/>
                  </a:cubicBezTo>
                  <a:cubicBezTo>
                    <a:pt x="5772" y="13497"/>
                    <a:pt x="3075" y="12349"/>
                    <a:pt x="404" y="11276"/>
                  </a:cubicBezTo>
                  <a:lnTo>
                    <a:pt x="403" y="11276"/>
                  </a:lnTo>
                  <a:lnTo>
                    <a:pt x="403" y="5584"/>
                  </a:lnTo>
                  <a:cubicBezTo>
                    <a:pt x="967" y="5874"/>
                    <a:pt x="1566" y="6170"/>
                    <a:pt x="2220" y="6484"/>
                  </a:cubicBezTo>
                  <a:cubicBezTo>
                    <a:pt x="2905" y="6811"/>
                    <a:pt x="3592" y="7131"/>
                    <a:pt x="4281" y="7450"/>
                  </a:cubicBezTo>
                  <a:cubicBezTo>
                    <a:pt x="6227" y="8357"/>
                    <a:pt x="8240" y="9293"/>
                    <a:pt x="10153" y="10412"/>
                  </a:cubicBezTo>
                  <a:cubicBezTo>
                    <a:pt x="12434" y="11746"/>
                    <a:pt x="14871" y="13148"/>
                    <a:pt x="17395" y="14337"/>
                  </a:cubicBezTo>
                  <a:cubicBezTo>
                    <a:pt x="25707" y="18255"/>
                    <a:pt x="35202" y="20169"/>
                    <a:pt x="46355" y="20169"/>
                  </a:cubicBezTo>
                  <a:cubicBezTo>
                    <a:pt x="47079" y="20169"/>
                    <a:pt x="47811" y="20161"/>
                    <a:pt x="48549" y="20145"/>
                  </a:cubicBezTo>
                  <a:cubicBezTo>
                    <a:pt x="59131" y="19914"/>
                    <a:pt x="70411" y="17805"/>
                    <a:pt x="84049" y="13504"/>
                  </a:cubicBezTo>
                  <a:cubicBezTo>
                    <a:pt x="89815" y="11685"/>
                    <a:pt x="95612" y="9562"/>
                    <a:pt x="101217" y="7507"/>
                  </a:cubicBezTo>
                  <a:cubicBezTo>
                    <a:pt x="104315" y="6374"/>
                    <a:pt x="107517" y="5200"/>
                    <a:pt x="110679" y="4091"/>
                  </a:cubicBezTo>
                  <a:cubicBezTo>
                    <a:pt x="114143" y="2876"/>
                    <a:pt x="117874" y="1648"/>
                    <a:pt x="121675" y="895"/>
                  </a:cubicBezTo>
                  <a:cubicBezTo>
                    <a:pt x="122896" y="652"/>
                    <a:pt x="124279" y="404"/>
                    <a:pt x="125667" y="404"/>
                  </a:cubicBezTo>
                  <a:close/>
                  <a:moveTo>
                    <a:pt x="125672" y="1"/>
                  </a:moveTo>
                  <a:cubicBezTo>
                    <a:pt x="124248" y="1"/>
                    <a:pt x="122839" y="252"/>
                    <a:pt x="121598" y="497"/>
                  </a:cubicBezTo>
                  <a:cubicBezTo>
                    <a:pt x="117773" y="1256"/>
                    <a:pt x="114025" y="2491"/>
                    <a:pt x="110546" y="3711"/>
                  </a:cubicBezTo>
                  <a:cubicBezTo>
                    <a:pt x="107384" y="4820"/>
                    <a:pt x="104179" y="5993"/>
                    <a:pt x="101080" y="7129"/>
                  </a:cubicBezTo>
                  <a:cubicBezTo>
                    <a:pt x="95477" y="9180"/>
                    <a:pt x="89685" y="11305"/>
                    <a:pt x="83929" y="13120"/>
                  </a:cubicBezTo>
                  <a:cubicBezTo>
                    <a:pt x="70328" y="17407"/>
                    <a:pt x="59084" y="19512"/>
                    <a:pt x="48540" y="19742"/>
                  </a:cubicBezTo>
                  <a:cubicBezTo>
                    <a:pt x="47811" y="19758"/>
                    <a:pt x="47089" y="19766"/>
                    <a:pt x="46374" y="19766"/>
                  </a:cubicBezTo>
                  <a:cubicBezTo>
                    <a:pt x="35268" y="19766"/>
                    <a:pt x="25827" y="17865"/>
                    <a:pt x="17567" y="13971"/>
                  </a:cubicBezTo>
                  <a:cubicBezTo>
                    <a:pt x="15057" y="12788"/>
                    <a:pt x="12628" y="11391"/>
                    <a:pt x="10355" y="10062"/>
                  </a:cubicBezTo>
                  <a:cubicBezTo>
                    <a:pt x="8426" y="8935"/>
                    <a:pt x="6404" y="7993"/>
                    <a:pt x="4448" y="7084"/>
                  </a:cubicBezTo>
                  <a:cubicBezTo>
                    <a:pt x="3762" y="6767"/>
                    <a:pt x="3076" y="6447"/>
                    <a:pt x="2395" y="6120"/>
                  </a:cubicBezTo>
                  <a:cubicBezTo>
                    <a:pt x="1626" y="5754"/>
                    <a:pt x="940" y="5411"/>
                    <a:pt x="294" y="5075"/>
                  </a:cubicBezTo>
                  <a:lnTo>
                    <a:pt x="0" y="4921"/>
                  </a:lnTo>
                  <a:lnTo>
                    <a:pt x="0" y="11545"/>
                  </a:lnTo>
                  <a:lnTo>
                    <a:pt x="126" y="11595"/>
                  </a:lnTo>
                  <a:cubicBezTo>
                    <a:pt x="2833" y="12684"/>
                    <a:pt x="5574" y="13848"/>
                    <a:pt x="8224" y="14973"/>
                  </a:cubicBezTo>
                  <a:cubicBezTo>
                    <a:pt x="10170" y="15801"/>
                    <a:pt x="12184" y="16656"/>
                    <a:pt x="14167" y="17473"/>
                  </a:cubicBezTo>
                  <a:cubicBezTo>
                    <a:pt x="14591" y="17649"/>
                    <a:pt x="15016" y="17828"/>
                    <a:pt x="15441" y="18003"/>
                  </a:cubicBezTo>
                  <a:cubicBezTo>
                    <a:pt x="17363" y="18808"/>
                    <a:pt x="19349" y="19638"/>
                    <a:pt x="21344" y="20238"/>
                  </a:cubicBezTo>
                  <a:cubicBezTo>
                    <a:pt x="23523" y="20895"/>
                    <a:pt x="25922" y="21274"/>
                    <a:pt x="28892" y="21431"/>
                  </a:cubicBezTo>
                  <a:lnTo>
                    <a:pt x="29910" y="21485"/>
                  </a:lnTo>
                  <a:cubicBezTo>
                    <a:pt x="34272" y="21714"/>
                    <a:pt x="38783" y="21950"/>
                    <a:pt x="43209" y="22746"/>
                  </a:cubicBezTo>
                  <a:cubicBezTo>
                    <a:pt x="44912" y="23053"/>
                    <a:pt x="46641" y="23406"/>
                    <a:pt x="48313" y="23744"/>
                  </a:cubicBezTo>
                  <a:cubicBezTo>
                    <a:pt x="51505" y="24393"/>
                    <a:pt x="54806" y="25065"/>
                    <a:pt x="58085" y="25456"/>
                  </a:cubicBezTo>
                  <a:cubicBezTo>
                    <a:pt x="59905" y="25673"/>
                    <a:pt x="61677" y="25782"/>
                    <a:pt x="63414" y="25782"/>
                  </a:cubicBezTo>
                  <a:cubicBezTo>
                    <a:pt x="66866" y="25782"/>
                    <a:pt x="70177" y="25352"/>
                    <a:pt x="73425" y="24486"/>
                  </a:cubicBezTo>
                  <a:cubicBezTo>
                    <a:pt x="80253" y="22666"/>
                    <a:pt x="86826" y="19379"/>
                    <a:pt x="93183" y="16202"/>
                  </a:cubicBezTo>
                  <a:cubicBezTo>
                    <a:pt x="95603" y="14991"/>
                    <a:pt x="98105" y="13741"/>
                    <a:pt x="100582" y="12591"/>
                  </a:cubicBezTo>
                  <a:cubicBezTo>
                    <a:pt x="103097" y="11422"/>
                    <a:pt x="105333" y="10479"/>
                    <a:pt x="107419" y="9706"/>
                  </a:cubicBezTo>
                  <a:cubicBezTo>
                    <a:pt x="109198" y="9046"/>
                    <a:pt x="111031" y="8532"/>
                    <a:pt x="112803" y="8033"/>
                  </a:cubicBezTo>
                  <a:cubicBezTo>
                    <a:pt x="113399" y="7867"/>
                    <a:pt x="113993" y="7699"/>
                    <a:pt x="114588" y="7526"/>
                  </a:cubicBezTo>
                  <a:cubicBezTo>
                    <a:pt x="118376" y="6424"/>
                    <a:pt x="122102" y="4784"/>
                    <a:pt x="125704" y="3199"/>
                  </a:cubicBezTo>
                  <a:cubicBezTo>
                    <a:pt x="126826" y="2705"/>
                    <a:pt x="127947" y="2212"/>
                    <a:pt x="129073" y="1733"/>
                  </a:cubicBezTo>
                  <a:lnTo>
                    <a:pt x="129242" y="1662"/>
                  </a:lnTo>
                  <a:lnTo>
                    <a:pt x="129185" y="1488"/>
                  </a:lnTo>
                  <a:cubicBezTo>
                    <a:pt x="128775" y="216"/>
                    <a:pt x="127216" y="89"/>
                    <a:pt x="126549" y="34"/>
                  </a:cubicBezTo>
                  <a:cubicBezTo>
                    <a:pt x="126257" y="11"/>
                    <a:pt x="125964" y="1"/>
                    <a:pt x="1256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4"/>
            <p:cNvSpPr/>
            <p:nvPr/>
          </p:nvSpPr>
          <p:spPr>
            <a:xfrm flipH="1">
              <a:off x="-109821" y="1563281"/>
              <a:ext cx="9378021" cy="2233737"/>
            </a:xfrm>
            <a:custGeom>
              <a:rect b="b" l="l" r="r" t="t"/>
              <a:pathLst>
                <a:path extrusionOk="0" h="55819" w="234348">
                  <a:moveTo>
                    <a:pt x="144981" y="403"/>
                  </a:moveTo>
                  <a:cubicBezTo>
                    <a:pt x="150962" y="403"/>
                    <a:pt x="156924" y="882"/>
                    <a:pt x="162787" y="1836"/>
                  </a:cubicBezTo>
                  <a:cubicBezTo>
                    <a:pt x="170740" y="3127"/>
                    <a:pt x="179016" y="5583"/>
                    <a:pt x="189615" y="9797"/>
                  </a:cubicBezTo>
                  <a:cubicBezTo>
                    <a:pt x="198427" y="13299"/>
                    <a:pt x="207411" y="17431"/>
                    <a:pt x="216323" y="22082"/>
                  </a:cubicBezTo>
                  <a:lnTo>
                    <a:pt x="218254" y="23088"/>
                  </a:lnTo>
                  <a:cubicBezTo>
                    <a:pt x="223483" y="25804"/>
                    <a:pt x="228885" y="28612"/>
                    <a:pt x="233942" y="32005"/>
                  </a:cubicBezTo>
                  <a:lnTo>
                    <a:pt x="233942" y="40242"/>
                  </a:lnTo>
                  <a:cubicBezTo>
                    <a:pt x="230357" y="38005"/>
                    <a:pt x="227378" y="36353"/>
                    <a:pt x="224590" y="35054"/>
                  </a:cubicBezTo>
                  <a:cubicBezTo>
                    <a:pt x="215470" y="30808"/>
                    <a:pt x="205746" y="28155"/>
                    <a:pt x="196343" y="25590"/>
                  </a:cubicBezTo>
                  <a:cubicBezTo>
                    <a:pt x="195383" y="25330"/>
                    <a:pt x="194423" y="25067"/>
                    <a:pt x="193466" y="24804"/>
                  </a:cubicBezTo>
                  <a:cubicBezTo>
                    <a:pt x="172307" y="18995"/>
                    <a:pt x="155262" y="16255"/>
                    <a:pt x="139723" y="16255"/>
                  </a:cubicBezTo>
                  <a:cubicBezTo>
                    <a:pt x="136241" y="16255"/>
                    <a:pt x="132834" y="16392"/>
                    <a:pt x="129473" y="16664"/>
                  </a:cubicBezTo>
                  <a:cubicBezTo>
                    <a:pt x="117659" y="17617"/>
                    <a:pt x="108992" y="19950"/>
                    <a:pt x="101363" y="24225"/>
                  </a:cubicBezTo>
                  <a:cubicBezTo>
                    <a:pt x="95848" y="27316"/>
                    <a:pt x="90586" y="31262"/>
                    <a:pt x="85495" y="35080"/>
                  </a:cubicBezTo>
                  <a:cubicBezTo>
                    <a:pt x="82539" y="37296"/>
                    <a:pt x="79484" y="39588"/>
                    <a:pt x="76413" y="41684"/>
                  </a:cubicBezTo>
                  <a:cubicBezTo>
                    <a:pt x="71394" y="45113"/>
                    <a:pt x="67146" y="47471"/>
                    <a:pt x="63039" y="49108"/>
                  </a:cubicBezTo>
                  <a:cubicBezTo>
                    <a:pt x="58787" y="50804"/>
                    <a:pt x="54022" y="52109"/>
                    <a:pt x="48045" y="53216"/>
                  </a:cubicBezTo>
                  <a:cubicBezTo>
                    <a:pt x="40031" y="54703"/>
                    <a:pt x="31384" y="55416"/>
                    <a:pt x="21189" y="55416"/>
                  </a:cubicBezTo>
                  <a:cubicBezTo>
                    <a:pt x="19290" y="55416"/>
                    <a:pt x="17337" y="55391"/>
                    <a:pt x="15325" y="55342"/>
                  </a:cubicBezTo>
                  <a:cubicBezTo>
                    <a:pt x="9761" y="55207"/>
                    <a:pt x="4879" y="54966"/>
                    <a:pt x="402" y="54612"/>
                  </a:cubicBezTo>
                  <a:lnTo>
                    <a:pt x="407" y="54612"/>
                  </a:lnTo>
                  <a:lnTo>
                    <a:pt x="407" y="49284"/>
                  </a:lnTo>
                  <a:cubicBezTo>
                    <a:pt x="817" y="49421"/>
                    <a:pt x="1230" y="49561"/>
                    <a:pt x="1643" y="49700"/>
                  </a:cubicBezTo>
                  <a:cubicBezTo>
                    <a:pt x="4359" y="50619"/>
                    <a:pt x="7168" y="51566"/>
                    <a:pt x="9980" y="52235"/>
                  </a:cubicBezTo>
                  <a:cubicBezTo>
                    <a:pt x="12206" y="52763"/>
                    <a:pt x="14788" y="53377"/>
                    <a:pt x="17344" y="53377"/>
                  </a:cubicBezTo>
                  <a:cubicBezTo>
                    <a:pt x="18683" y="53377"/>
                    <a:pt x="20014" y="53208"/>
                    <a:pt x="21283" y="52772"/>
                  </a:cubicBezTo>
                  <a:cubicBezTo>
                    <a:pt x="22931" y="52205"/>
                    <a:pt x="23878" y="51164"/>
                    <a:pt x="24025" y="49761"/>
                  </a:cubicBezTo>
                  <a:cubicBezTo>
                    <a:pt x="24231" y="47784"/>
                    <a:pt x="23055" y="45926"/>
                    <a:pt x="21802" y="44960"/>
                  </a:cubicBezTo>
                  <a:cubicBezTo>
                    <a:pt x="20124" y="43670"/>
                    <a:pt x="18067" y="43236"/>
                    <a:pt x="16094" y="42961"/>
                  </a:cubicBezTo>
                  <a:cubicBezTo>
                    <a:pt x="13968" y="42663"/>
                    <a:pt x="11797" y="42629"/>
                    <a:pt x="9701" y="42596"/>
                  </a:cubicBezTo>
                  <a:lnTo>
                    <a:pt x="9254" y="42589"/>
                  </a:lnTo>
                  <a:cubicBezTo>
                    <a:pt x="6994" y="42550"/>
                    <a:pt x="4310" y="42346"/>
                    <a:pt x="1553" y="41105"/>
                  </a:cubicBezTo>
                  <a:cubicBezTo>
                    <a:pt x="1170" y="40933"/>
                    <a:pt x="784" y="40741"/>
                    <a:pt x="402" y="40534"/>
                  </a:cubicBezTo>
                  <a:lnTo>
                    <a:pt x="402" y="31531"/>
                  </a:lnTo>
                  <a:cubicBezTo>
                    <a:pt x="6844" y="32915"/>
                    <a:pt x="13326" y="34726"/>
                    <a:pt x="19599" y="36477"/>
                  </a:cubicBezTo>
                  <a:cubicBezTo>
                    <a:pt x="22674" y="37335"/>
                    <a:pt x="25850" y="38224"/>
                    <a:pt x="28985" y="39049"/>
                  </a:cubicBezTo>
                  <a:cubicBezTo>
                    <a:pt x="36397" y="41005"/>
                    <a:pt x="46195" y="43249"/>
                    <a:pt x="56268" y="43249"/>
                  </a:cubicBezTo>
                  <a:lnTo>
                    <a:pt x="56298" y="43249"/>
                  </a:lnTo>
                  <a:cubicBezTo>
                    <a:pt x="60549" y="43247"/>
                    <a:pt x="65413" y="43043"/>
                    <a:pt x="69372" y="40633"/>
                  </a:cubicBezTo>
                  <a:cubicBezTo>
                    <a:pt x="71055" y="39609"/>
                    <a:pt x="72214" y="38269"/>
                    <a:pt x="72821" y="36652"/>
                  </a:cubicBezTo>
                  <a:cubicBezTo>
                    <a:pt x="73454" y="34967"/>
                    <a:pt x="73654" y="32595"/>
                    <a:pt x="72675" y="31095"/>
                  </a:cubicBezTo>
                  <a:cubicBezTo>
                    <a:pt x="71475" y="29255"/>
                    <a:pt x="69235" y="29002"/>
                    <a:pt x="67193" y="29002"/>
                  </a:cubicBezTo>
                  <a:lnTo>
                    <a:pt x="67163" y="29002"/>
                  </a:lnTo>
                  <a:cubicBezTo>
                    <a:pt x="64338" y="29005"/>
                    <a:pt x="61485" y="29632"/>
                    <a:pt x="59033" y="30219"/>
                  </a:cubicBezTo>
                  <a:cubicBezTo>
                    <a:pt x="58197" y="30419"/>
                    <a:pt x="57351" y="30648"/>
                    <a:pt x="56532" y="30868"/>
                  </a:cubicBezTo>
                  <a:cubicBezTo>
                    <a:pt x="55224" y="31222"/>
                    <a:pt x="53869" y="31587"/>
                    <a:pt x="52529" y="31845"/>
                  </a:cubicBezTo>
                  <a:cubicBezTo>
                    <a:pt x="48490" y="32626"/>
                    <a:pt x="44235" y="33024"/>
                    <a:pt x="39894" y="33024"/>
                  </a:cubicBezTo>
                  <a:cubicBezTo>
                    <a:pt x="39863" y="33024"/>
                    <a:pt x="39832" y="33024"/>
                    <a:pt x="39801" y="33024"/>
                  </a:cubicBezTo>
                  <a:cubicBezTo>
                    <a:pt x="26833" y="33011"/>
                    <a:pt x="13576" y="29869"/>
                    <a:pt x="402" y="23687"/>
                  </a:cubicBezTo>
                  <a:lnTo>
                    <a:pt x="402" y="6011"/>
                  </a:lnTo>
                  <a:cubicBezTo>
                    <a:pt x="1635" y="6344"/>
                    <a:pt x="2827" y="6712"/>
                    <a:pt x="3952" y="7104"/>
                  </a:cubicBezTo>
                  <a:cubicBezTo>
                    <a:pt x="7474" y="8330"/>
                    <a:pt x="10930" y="10023"/>
                    <a:pt x="14269" y="11659"/>
                  </a:cubicBezTo>
                  <a:cubicBezTo>
                    <a:pt x="15159" y="12095"/>
                    <a:pt x="16051" y="12530"/>
                    <a:pt x="16944" y="12959"/>
                  </a:cubicBezTo>
                  <a:cubicBezTo>
                    <a:pt x="21849" y="15315"/>
                    <a:pt x="26184" y="17153"/>
                    <a:pt x="30193" y="18579"/>
                  </a:cubicBezTo>
                  <a:cubicBezTo>
                    <a:pt x="37329" y="21116"/>
                    <a:pt x="44835" y="22386"/>
                    <a:pt x="52799" y="22386"/>
                  </a:cubicBezTo>
                  <a:cubicBezTo>
                    <a:pt x="62775" y="22386"/>
                    <a:pt x="73472" y="20393"/>
                    <a:pt x="85065" y="16400"/>
                  </a:cubicBezTo>
                  <a:cubicBezTo>
                    <a:pt x="89374" y="14915"/>
                    <a:pt x="93852" y="13162"/>
                    <a:pt x="98753" y="11037"/>
                  </a:cubicBezTo>
                  <a:cubicBezTo>
                    <a:pt x="99763" y="10600"/>
                    <a:pt x="100773" y="10151"/>
                    <a:pt x="101781" y="9706"/>
                  </a:cubicBezTo>
                  <a:cubicBezTo>
                    <a:pt x="104805" y="8364"/>
                    <a:pt x="107933" y="6975"/>
                    <a:pt x="111082" y="5882"/>
                  </a:cubicBezTo>
                  <a:cubicBezTo>
                    <a:pt x="119135" y="3086"/>
                    <a:pt x="127851" y="1338"/>
                    <a:pt x="136984" y="688"/>
                  </a:cubicBezTo>
                  <a:cubicBezTo>
                    <a:pt x="139649" y="498"/>
                    <a:pt x="142317" y="403"/>
                    <a:pt x="144981" y="403"/>
                  </a:cubicBezTo>
                  <a:close/>
                  <a:moveTo>
                    <a:pt x="144959" y="1"/>
                  </a:moveTo>
                  <a:cubicBezTo>
                    <a:pt x="142293" y="1"/>
                    <a:pt x="139623" y="96"/>
                    <a:pt x="136956" y="285"/>
                  </a:cubicBezTo>
                  <a:cubicBezTo>
                    <a:pt x="127785" y="938"/>
                    <a:pt x="119037" y="2693"/>
                    <a:pt x="110949" y="5501"/>
                  </a:cubicBezTo>
                  <a:cubicBezTo>
                    <a:pt x="107786" y="6599"/>
                    <a:pt x="104650" y="7991"/>
                    <a:pt x="101618" y="9337"/>
                  </a:cubicBezTo>
                  <a:cubicBezTo>
                    <a:pt x="100610" y="9784"/>
                    <a:pt x="99605" y="10230"/>
                    <a:pt x="98594" y="10669"/>
                  </a:cubicBezTo>
                  <a:cubicBezTo>
                    <a:pt x="93702" y="12788"/>
                    <a:pt x="89236" y="14538"/>
                    <a:pt x="84935" y="16020"/>
                  </a:cubicBezTo>
                  <a:cubicBezTo>
                    <a:pt x="73384" y="19997"/>
                    <a:pt x="62731" y="21983"/>
                    <a:pt x="52798" y="21983"/>
                  </a:cubicBezTo>
                  <a:cubicBezTo>
                    <a:pt x="44880" y="21983"/>
                    <a:pt x="37420" y="20721"/>
                    <a:pt x="30329" y="18200"/>
                  </a:cubicBezTo>
                  <a:cubicBezTo>
                    <a:pt x="26334" y="16780"/>
                    <a:pt x="22012" y="14948"/>
                    <a:pt x="17118" y="12599"/>
                  </a:cubicBezTo>
                  <a:cubicBezTo>
                    <a:pt x="16225" y="12172"/>
                    <a:pt x="15335" y="11736"/>
                    <a:pt x="14448" y="11300"/>
                  </a:cubicBezTo>
                  <a:cubicBezTo>
                    <a:pt x="11097" y="9658"/>
                    <a:pt x="7631" y="7961"/>
                    <a:pt x="4086" y="6726"/>
                  </a:cubicBezTo>
                  <a:cubicBezTo>
                    <a:pt x="2874" y="6305"/>
                    <a:pt x="1587" y="5911"/>
                    <a:pt x="257" y="5556"/>
                  </a:cubicBezTo>
                  <a:lnTo>
                    <a:pt x="2" y="5489"/>
                  </a:lnTo>
                  <a:lnTo>
                    <a:pt x="2" y="23947"/>
                  </a:lnTo>
                  <a:lnTo>
                    <a:pt x="118" y="24001"/>
                  </a:lnTo>
                  <a:cubicBezTo>
                    <a:pt x="13383" y="30245"/>
                    <a:pt x="26736" y="33418"/>
                    <a:pt x="39802" y="33430"/>
                  </a:cubicBezTo>
                  <a:cubicBezTo>
                    <a:pt x="39862" y="33430"/>
                    <a:pt x="39922" y="33430"/>
                    <a:pt x="39983" y="33430"/>
                  </a:cubicBezTo>
                  <a:cubicBezTo>
                    <a:pt x="44319" y="33430"/>
                    <a:pt x="48571" y="33023"/>
                    <a:pt x="52607" y="32244"/>
                  </a:cubicBezTo>
                  <a:cubicBezTo>
                    <a:pt x="53961" y="31982"/>
                    <a:pt x="55324" y="31615"/>
                    <a:pt x="56640" y="31261"/>
                  </a:cubicBezTo>
                  <a:cubicBezTo>
                    <a:pt x="57454" y="31041"/>
                    <a:pt x="58297" y="30815"/>
                    <a:pt x="59127" y="30616"/>
                  </a:cubicBezTo>
                  <a:cubicBezTo>
                    <a:pt x="61559" y="30033"/>
                    <a:pt x="64382" y="29412"/>
                    <a:pt x="67164" y="29409"/>
                  </a:cubicBezTo>
                  <a:cubicBezTo>
                    <a:pt x="67187" y="29409"/>
                    <a:pt x="67210" y="29409"/>
                    <a:pt x="67233" y="29409"/>
                  </a:cubicBezTo>
                  <a:cubicBezTo>
                    <a:pt x="69147" y="29409"/>
                    <a:pt x="71252" y="29651"/>
                    <a:pt x="72340" y="31318"/>
                  </a:cubicBezTo>
                  <a:cubicBezTo>
                    <a:pt x="73241" y="32701"/>
                    <a:pt x="73043" y="34924"/>
                    <a:pt x="72447" y="36513"/>
                  </a:cubicBezTo>
                  <a:cubicBezTo>
                    <a:pt x="71871" y="38046"/>
                    <a:pt x="70768" y="39317"/>
                    <a:pt x="69163" y="40292"/>
                  </a:cubicBezTo>
                  <a:cubicBezTo>
                    <a:pt x="65293" y="42649"/>
                    <a:pt x="60492" y="42849"/>
                    <a:pt x="56298" y="42850"/>
                  </a:cubicBezTo>
                  <a:lnTo>
                    <a:pt x="56268" y="42850"/>
                  </a:lnTo>
                  <a:cubicBezTo>
                    <a:pt x="46241" y="42850"/>
                    <a:pt x="36475" y="40614"/>
                    <a:pt x="29086" y="38666"/>
                  </a:cubicBezTo>
                  <a:cubicBezTo>
                    <a:pt x="25956" y="37839"/>
                    <a:pt x="22778" y="36952"/>
                    <a:pt x="19706" y="36095"/>
                  </a:cubicBezTo>
                  <a:cubicBezTo>
                    <a:pt x="13350" y="34319"/>
                    <a:pt x="6776" y="32482"/>
                    <a:pt x="244" y="31089"/>
                  </a:cubicBezTo>
                  <a:lnTo>
                    <a:pt x="1" y="31038"/>
                  </a:lnTo>
                  <a:lnTo>
                    <a:pt x="1" y="40777"/>
                  </a:lnTo>
                  <a:lnTo>
                    <a:pt x="105" y="40834"/>
                  </a:lnTo>
                  <a:cubicBezTo>
                    <a:pt x="528" y="41068"/>
                    <a:pt x="960" y="41284"/>
                    <a:pt x="1387" y="41477"/>
                  </a:cubicBezTo>
                  <a:cubicBezTo>
                    <a:pt x="4210" y="42747"/>
                    <a:pt x="6945" y="42957"/>
                    <a:pt x="9247" y="42996"/>
                  </a:cubicBezTo>
                  <a:lnTo>
                    <a:pt x="9694" y="43003"/>
                  </a:lnTo>
                  <a:cubicBezTo>
                    <a:pt x="11777" y="43036"/>
                    <a:pt x="13933" y="43072"/>
                    <a:pt x="16035" y="43364"/>
                  </a:cubicBezTo>
                  <a:cubicBezTo>
                    <a:pt x="17956" y="43633"/>
                    <a:pt x="19953" y="44050"/>
                    <a:pt x="21555" y="45283"/>
                  </a:cubicBezTo>
                  <a:cubicBezTo>
                    <a:pt x="22721" y="46179"/>
                    <a:pt x="23812" y="47901"/>
                    <a:pt x="23624" y="49723"/>
                  </a:cubicBezTo>
                  <a:cubicBezTo>
                    <a:pt x="23492" y="50977"/>
                    <a:pt x="22661" y="51876"/>
                    <a:pt x="21149" y="52395"/>
                  </a:cubicBezTo>
                  <a:cubicBezTo>
                    <a:pt x="19929" y="52815"/>
                    <a:pt x="18642" y="52977"/>
                    <a:pt x="17343" y="52977"/>
                  </a:cubicBezTo>
                  <a:cubicBezTo>
                    <a:pt x="14829" y="52977"/>
                    <a:pt x="12272" y="52369"/>
                    <a:pt x="10068" y="51847"/>
                  </a:cubicBezTo>
                  <a:cubicBezTo>
                    <a:pt x="7275" y="51184"/>
                    <a:pt x="4475" y="50237"/>
                    <a:pt x="1767" y="49323"/>
                  </a:cubicBezTo>
                  <a:cubicBezTo>
                    <a:pt x="1267" y="49155"/>
                    <a:pt x="767" y="48985"/>
                    <a:pt x="265" y="48818"/>
                  </a:cubicBezTo>
                  <a:lnTo>
                    <a:pt x="1" y="48728"/>
                  </a:lnTo>
                  <a:lnTo>
                    <a:pt x="1" y="54985"/>
                  </a:lnTo>
                  <a:lnTo>
                    <a:pt x="187" y="54999"/>
                  </a:lnTo>
                  <a:cubicBezTo>
                    <a:pt x="4720" y="55364"/>
                    <a:pt x="9668" y="55608"/>
                    <a:pt x="15316" y="55745"/>
                  </a:cubicBezTo>
                  <a:cubicBezTo>
                    <a:pt x="17327" y="55794"/>
                    <a:pt x="19280" y="55818"/>
                    <a:pt x="21180" y="55818"/>
                  </a:cubicBezTo>
                  <a:cubicBezTo>
                    <a:pt x="31405" y="55818"/>
                    <a:pt x="40078" y="55104"/>
                    <a:pt x="48122" y="53615"/>
                  </a:cubicBezTo>
                  <a:cubicBezTo>
                    <a:pt x="54125" y="52502"/>
                    <a:pt x="58913" y="51189"/>
                    <a:pt x="63191" y="49484"/>
                  </a:cubicBezTo>
                  <a:cubicBezTo>
                    <a:pt x="67326" y="47835"/>
                    <a:pt x="71599" y="45463"/>
                    <a:pt x="76643" y="42018"/>
                  </a:cubicBezTo>
                  <a:cubicBezTo>
                    <a:pt x="79721" y="39917"/>
                    <a:pt x="82780" y="37621"/>
                    <a:pt x="85739" y="35403"/>
                  </a:cubicBezTo>
                  <a:cubicBezTo>
                    <a:pt x="90819" y="31594"/>
                    <a:pt x="96072" y="27654"/>
                    <a:pt x="101563" y="24578"/>
                  </a:cubicBezTo>
                  <a:cubicBezTo>
                    <a:pt x="109139" y="20330"/>
                    <a:pt x="117758" y="18014"/>
                    <a:pt x="129508" y="17065"/>
                  </a:cubicBezTo>
                  <a:cubicBezTo>
                    <a:pt x="132858" y="16795"/>
                    <a:pt x="136254" y="16658"/>
                    <a:pt x="139725" y="16658"/>
                  </a:cubicBezTo>
                  <a:cubicBezTo>
                    <a:pt x="155229" y="16658"/>
                    <a:pt x="172239" y="19393"/>
                    <a:pt x="193363" y="25194"/>
                  </a:cubicBezTo>
                  <a:cubicBezTo>
                    <a:pt x="194320" y="25456"/>
                    <a:pt x="195279" y="25717"/>
                    <a:pt x="196240" y="25980"/>
                  </a:cubicBezTo>
                  <a:cubicBezTo>
                    <a:pt x="205628" y="28540"/>
                    <a:pt x="215334" y="31188"/>
                    <a:pt x="224421" y="35420"/>
                  </a:cubicBezTo>
                  <a:cubicBezTo>
                    <a:pt x="227275" y="36749"/>
                    <a:pt x="230329" y="38452"/>
                    <a:pt x="234037" y="40778"/>
                  </a:cubicBezTo>
                  <a:lnTo>
                    <a:pt x="234347" y="40971"/>
                  </a:lnTo>
                  <a:lnTo>
                    <a:pt x="234347" y="31794"/>
                  </a:lnTo>
                  <a:lnTo>
                    <a:pt x="234257" y="31734"/>
                  </a:lnTo>
                  <a:cubicBezTo>
                    <a:pt x="229156" y="28302"/>
                    <a:pt x="223710" y="25471"/>
                    <a:pt x="218442" y="22732"/>
                  </a:cubicBezTo>
                  <a:lnTo>
                    <a:pt x="216510" y="21728"/>
                  </a:lnTo>
                  <a:cubicBezTo>
                    <a:pt x="207587" y="17070"/>
                    <a:pt x="198587" y="12930"/>
                    <a:pt x="189764" y="9423"/>
                  </a:cubicBezTo>
                  <a:cubicBezTo>
                    <a:pt x="179135" y="5199"/>
                    <a:pt x="170836" y="2739"/>
                    <a:pt x="162852" y="1440"/>
                  </a:cubicBezTo>
                  <a:cubicBezTo>
                    <a:pt x="156959" y="482"/>
                    <a:pt x="150969" y="1"/>
                    <a:pt x="1449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4"/>
            <p:cNvSpPr/>
            <p:nvPr/>
          </p:nvSpPr>
          <p:spPr>
            <a:xfrm flipH="1">
              <a:off x="-109714" y="2477774"/>
              <a:ext cx="4977457" cy="2219891"/>
            </a:xfrm>
            <a:custGeom>
              <a:rect b="b" l="l" r="r" t="t"/>
              <a:pathLst>
                <a:path extrusionOk="0" h="55473" w="124382">
                  <a:moveTo>
                    <a:pt x="25918" y="402"/>
                  </a:moveTo>
                  <a:cubicBezTo>
                    <a:pt x="36041" y="402"/>
                    <a:pt x="47026" y="1991"/>
                    <a:pt x="60462" y="5393"/>
                  </a:cubicBezTo>
                  <a:cubicBezTo>
                    <a:pt x="70856" y="8024"/>
                    <a:pt x="81175" y="11807"/>
                    <a:pt x="91155" y="15464"/>
                  </a:cubicBezTo>
                  <a:cubicBezTo>
                    <a:pt x="92391" y="15917"/>
                    <a:pt x="93627" y="16369"/>
                    <a:pt x="94863" y="16822"/>
                  </a:cubicBezTo>
                  <a:lnTo>
                    <a:pt x="95647" y="17108"/>
                  </a:lnTo>
                  <a:cubicBezTo>
                    <a:pt x="105319" y="20631"/>
                    <a:pt x="115319" y="24277"/>
                    <a:pt x="123981" y="30890"/>
                  </a:cubicBezTo>
                  <a:lnTo>
                    <a:pt x="123981" y="53695"/>
                  </a:lnTo>
                  <a:cubicBezTo>
                    <a:pt x="123931" y="53594"/>
                    <a:pt x="123881" y="53490"/>
                    <a:pt x="123831" y="53388"/>
                  </a:cubicBezTo>
                  <a:cubicBezTo>
                    <a:pt x="121216" y="48116"/>
                    <a:pt x="118223" y="43645"/>
                    <a:pt x="114937" y="40100"/>
                  </a:cubicBezTo>
                  <a:cubicBezTo>
                    <a:pt x="110571" y="35392"/>
                    <a:pt x="105339" y="32142"/>
                    <a:pt x="101268" y="29834"/>
                  </a:cubicBezTo>
                  <a:cubicBezTo>
                    <a:pt x="91058" y="24049"/>
                    <a:pt x="80265" y="20787"/>
                    <a:pt x="69187" y="20137"/>
                  </a:cubicBezTo>
                  <a:cubicBezTo>
                    <a:pt x="67907" y="20061"/>
                    <a:pt x="66618" y="20024"/>
                    <a:pt x="65319" y="20024"/>
                  </a:cubicBezTo>
                  <a:cubicBezTo>
                    <a:pt x="61141" y="20024"/>
                    <a:pt x="56870" y="20411"/>
                    <a:pt x="52577" y="21181"/>
                  </a:cubicBezTo>
                  <a:cubicBezTo>
                    <a:pt x="48332" y="21940"/>
                    <a:pt x="44099" y="23239"/>
                    <a:pt x="40004" y="24495"/>
                  </a:cubicBezTo>
                  <a:cubicBezTo>
                    <a:pt x="38744" y="24880"/>
                    <a:pt x="37484" y="25268"/>
                    <a:pt x="36221" y="25639"/>
                  </a:cubicBezTo>
                  <a:cubicBezTo>
                    <a:pt x="30814" y="27232"/>
                    <a:pt x="25249" y="28662"/>
                    <a:pt x="19858" y="28662"/>
                  </a:cubicBezTo>
                  <a:cubicBezTo>
                    <a:pt x="15618" y="28662"/>
                    <a:pt x="11486" y="27778"/>
                    <a:pt x="7624" y="25392"/>
                  </a:cubicBezTo>
                  <a:cubicBezTo>
                    <a:pt x="1653" y="21703"/>
                    <a:pt x="639" y="17073"/>
                    <a:pt x="567" y="14640"/>
                  </a:cubicBezTo>
                  <a:cubicBezTo>
                    <a:pt x="413" y="9480"/>
                    <a:pt x="3668" y="6464"/>
                    <a:pt x="5623" y="5124"/>
                  </a:cubicBezTo>
                  <a:cubicBezTo>
                    <a:pt x="9015" y="2801"/>
                    <a:pt x="12910" y="1856"/>
                    <a:pt x="15924" y="1292"/>
                  </a:cubicBezTo>
                  <a:cubicBezTo>
                    <a:pt x="19039" y="709"/>
                    <a:pt x="22328" y="409"/>
                    <a:pt x="25700" y="402"/>
                  </a:cubicBezTo>
                  <a:close/>
                  <a:moveTo>
                    <a:pt x="25696" y="0"/>
                  </a:moveTo>
                  <a:cubicBezTo>
                    <a:pt x="22298" y="9"/>
                    <a:pt x="18984" y="309"/>
                    <a:pt x="15846" y="896"/>
                  </a:cubicBezTo>
                  <a:cubicBezTo>
                    <a:pt x="12791" y="1468"/>
                    <a:pt x="8843" y="2428"/>
                    <a:pt x="5390" y="4792"/>
                  </a:cubicBezTo>
                  <a:cubicBezTo>
                    <a:pt x="3368" y="6176"/>
                    <a:pt x="0" y="9300"/>
                    <a:pt x="160" y="14653"/>
                  </a:cubicBezTo>
                  <a:cubicBezTo>
                    <a:pt x="236" y="17166"/>
                    <a:pt x="1277" y="21947"/>
                    <a:pt x="7409" y="25735"/>
                  </a:cubicBezTo>
                  <a:cubicBezTo>
                    <a:pt x="11344" y="28167"/>
                    <a:pt x="15543" y="29067"/>
                    <a:pt x="19845" y="29067"/>
                  </a:cubicBezTo>
                  <a:cubicBezTo>
                    <a:pt x="25284" y="29067"/>
                    <a:pt x="30887" y="27628"/>
                    <a:pt x="36329" y="26025"/>
                  </a:cubicBezTo>
                  <a:cubicBezTo>
                    <a:pt x="37594" y="25653"/>
                    <a:pt x="38857" y="25265"/>
                    <a:pt x="40120" y="24877"/>
                  </a:cubicBezTo>
                  <a:cubicBezTo>
                    <a:pt x="44202" y="23626"/>
                    <a:pt x="48423" y="22331"/>
                    <a:pt x="52645" y="21575"/>
                  </a:cubicBezTo>
                  <a:cubicBezTo>
                    <a:pt x="56919" y="20811"/>
                    <a:pt x="61167" y="20426"/>
                    <a:pt x="65320" y="20426"/>
                  </a:cubicBezTo>
                  <a:cubicBezTo>
                    <a:pt x="66611" y="20426"/>
                    <a:pt x="67892" y="20464"/>
                    <a:pt x="69163" y="20538"/>
                  </a:cubicBezTo>
                  <a:cubicBezTo>
                    <a:pt x="80177" y="21183"/>
                    <a:pt x="90911" y="24429"/>
                    <a:pt x="101068" y="30184"/>
                  </a:cubicBezTo>
                  <a:cubicBezTo>
                    <a:pt x="105113" y="32476"/>
                    <a:pt x="110313" y="35707"/>
                    <a:pt x="114641" y="40373"/>
                  </a:cubicBezTo>
                  <a:cubicBezTo>
                    <a:pt x="117901" y="43892"/>
                    <a:pt x="120872" y="48330"/>
                    <a:pt x="123468" y="53567"/>
                  </a:cubicBezTo>
                  <a:cubicBezTo>
                    <a:pt x="123595" y="53824"/>
                    <a:pt x="123718" y="54084"/>
                    <a:pt x="123842" y="54344"/>
                  </a:cubicBezTo>
                  <a:lnTo>
                    <a:pt x="124380" y="55470"/>
                  </a:lnTo>
                  <a:lnTo>
                    <a:pt x="124380" y="30691"/>
                  </a:lnTo>
                  <a:lnTo>
                    <a:pt x="124301" y="30630"/>
                  </a:lnTo>
                  <a:cubicBezTo>
                    <a:pt x="115571" y="23942"/>
                    <a:pt x="105512" y="20275"/>
                    <a:pt x="95782" y="16727"/>
                  </a:cubicBezTo>
                  <a:lnTo>
                    <a:pt x="94996" y="16442"/>
                  </a:lnTo>
                  <a:cubicBezTo>
                    <a:pt x="93760" y="15992"/>
                    <a:pt x="92525" y="15539"/>
                    <a:pt x="91289" y="15087"/>
                  </a:cubicBezTo>
                  <a:cubicBezTo>
                    <a:pt x="81300" y="11425"/>
                    <a:pt x="70971" y="7640"/>
                    <a:pt x="60557" y="5003"/>
                  </a:cubicBezTo>
                  <a:cubicBezTo>
                    <a:pt x="47087" y="1592"/>
                    <a:pt x="36071" y="0"/>
                    <a:pt x="25913" y="0"/>
                  </a:cubicBezTo>
                  <a:close/>
                  <a:moveTo>
                    <a:pt x="124380" y="55470"/>
                  </a:moveTo>
                  <a:lnTo>
                    <a:pt x="124380" y="55473"/>
                  </a:lnTo>
                  <a:lnTo>
                    <a:pt x="124381" y="55473"/>
                  </a:lnTo>
                  <a:lnTo>
                    <a:pt x="124380" y="5547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4"/>
            <p:cNvSpPr/>
            <p:nvPr/>
          </p:nvSpPr>
          <p:spPr>
            <a:xfrm flipH="1">
              <a:off x="4794603" y="3259686"/>
              <a:ext cx="4473596" cy="1988630"/>
            </a:xfrm>
            <a:custGeom>
              <a:rect b="b" l="l" r="r" t="t"/>
              <a:pathLst>
                <a:path extrusionOk="0" h="49694" w="111791">
                  <a:moveTo>
                    <a:pt x="97341" y="420"/>
                  </a:moveTo>
                  <a:cubicBezTo>
                    <a:pt x="98733" y="420"/>
                    <a:pt x="99979" y="773"/>
                    <a:pt x="101045" y="1273"/>
                  </a:cubicBezTo>
                  <a:cubicBezTo>
                    <a:pt x="104764" y="3021"/>
                    <a:pt x="109232" y="7243"/>
                    <a:pt x="110572" y="11931"/>
                  </a:cubicBezTo>
                  <a:cubicBezTo>
                    <a:pt x="111369" y="14719"/>
                    <a:pt x="110985" y="17351"/>
                    <a:pt x="109429" y="19750"/>
                  </a:cubicBezTo>
                  <a:cubicBezTo>
                    <a:pt x="107469" y="22776"/>
                    <a:pt x="104270" y="24339"/>
                    <a:pt x="101702" y="25361"/>
                  </a:cubicBezTo>
                  <a:cubicBezTo>
                    <a:pt x="98754" y="26534"/>
                    <a:pt x="95452" y="27464"/>
                    <a:pt x="91607" y="28204"/>
                  </a:cubicBezTo>
                  <a:cubicBezTo>
                    <a:pt x="89921" y="28528"/>
                    <a:pt x="88200" y="28811"/>
                    <a:pt x="86532" y="29084"/>
                  </a:cubicBezTo>
                  <a:cubicBezTo>
                    <a:pt x="79681" y="30207"/>
                    <a:pt x="72597" y="31372"/>
                    <a:pt x="66253" y="35734"/>
                  </a:cubicBezTo>
                  <a:cubicBezTo>
                    <a:pt x="61721" y="38849"/>
                    <a:pt x="57707" y="43535"/>
                    <a:pt x="54638" y="49289"/>
                  </a:cubicBezTo>
                  <a:lnTo>
                    <a:pt x="3363" y="49289"/>
                  </a:lnTo>
                  <a:cubicBezTo>
                    <a:pt x="1730" y="49289"/>
                    <a:pt x="402" y="47585"/>
                    <a:pt x="402" y="45488"/>
                  </a:cubicBezTo>
                  <a:lnTo>
                    <a:pt x="402" y="27817"/>
                  </a:lnTo>
                  <a:cubicBezTo>
                    <a:pt x="6956" y="29756"/>
                    <a:pt x="13549" y="31125"/>
                    <a:pt x="20006" y="31888"/>
                  </a:cubicBezTo>
                  <a:cubicBezTo>
                    <a:pt x="24832" y="32458"/>
                    <a:pt x="29867" y="32744"/>
                    <a:pt x="35067" y="32744"/>
                  </a:cubicBezTo>
                  <a:cubicBezTo>
                    <a:pt x="39433" y="32744"/>
                    <a:pt x="43915" y="32543"/>
                    <a:pt x="48490" y="32140"/>
                  </a:cubicBezTo>
                  <a:cubicBezTo>
                    <a:pt x="52725" y="31766"/>
                    <a:pt x="57090" y="31156"/>
                    <a:pt x="61838" y="30276"/>
                  </a:cubicBezTo>
                  <a:cubicBezTo>
                    <a:pt x="65200" y="29650"/>
                    <a:pt x="69115" y="28700"/>
                    <a:pt x="72658" y="26377"/>
                  </a:cubicBezTo>
                  <a:cubicBezTo>
                    <a:pt x="76773" y="23677"/>
                    <a:pt x="79509" y="18971"/>
                    <a:pt x="82157" y="14419"/>
                  </a:cubicBezTo>
                  <a:cubicBezTo>
                    <a:pt x="83207" y="12610"/>
                    <a:pt x="84295" y="10742"/>
                    <a:pt x="85446" y="9038"/>
                  </a:cubicBezTo>
                  <a:cubicBezTo>
                    <a:pt x="89943" y="2389"/>
                    <a:pt x="94052" y="420"/>
                    <a:pt x="97341" y="420"/>
                  </a:cubicBezTo>
                  <a:close/>
                  <a:moveTo>
                    <a:pt x="97320" y="1"/>
                  </a:moveTo>
                  <a:cubicBezTo>
                    <a:pt x="92272" y="1"/>
                    <a:pt x="88015" y="4523"/>
                    <a:pt x="85113" y="8813"/>
                  </a:cubicBezTo>
                  <a:cubicBezTo>
                    <a:pt x="83953" y="10529"/>
                    <a:pt x="82863" y="12404"/>
                    <a:pt x="81808" y="14217"/>
                  </a:cubicBezTo>
                  <a:cubicBezTo>
                    <a:pt x="79187" y="18729"/>
                    <a:pt x="76473" y="23393"/>
                    <a:pt x="72437" y="26041"/>
                  </a:cubicBezTo>
                  <a:cubicBezTo>
                    <a:pt x="68955" y="28325"/>
                    <a:pt x="65088" y="29264"/>
                    <a:pt x="61763" y="29881"/>
                  </a:cubicBezTo>
                  <a:cubicBezTo>
                    <a:pt x="57027" y="30760"/>
                    <a:pt x="52675" y="31369"/>
                    <a:pt x="48454" y="31740"/>
                  </a:cubicBezTo>
                  <a:cubicBezTo>
                    <a:pt x="43892" y="32141"/>
                    <a:pt x="39422" y="32342"/>
                    <a:pt x="35069" y="32342"/>
                  </a:cubicBezTo>
                  <a:cubicBezTo>
                    <a:pt x="29883" y="32342"/>
                    <a:pt x="24864" y="32057"/>
                    <a:pt x="20053" y="31489"/>
                  </a:cubicBezTo>
                  <a:cubicBezTo>
                    <a:pt x="13535" y="30716"/>
                    <a:pt x="6875" y="29326"/>
                    <a:pt x="259" y="27354"/>
                  </a:cubicBezTo>
                  <a:lnTo>
                    <a:pt x="1" y="27277"/>
                  </a:lnTo>
                  <a:lnTo>
                    <a:pt x="1" y="45491"/>
                  </a:lnTo>
                  <a:cubicBezTo>
                    <a:pt x="1" y="47809"/>
                    <a:pt x="1508" y="49694"/>
                    <a:pt x="3363" y="49694"/>
                  </a:cubicBezTo>
                  <a:lnTo>
                    <a:pt x="54879" y="49694"/>
                  </a:lnTo>
                  <a:lnTo>
                    <a:pt x="54936" y="49585"/>
                  </a:lnTo>
                  <a:cubicBezTo>
                    <a:pt x="57983" y="43837"/>
                    <a:pt x="61975" y="39163"/>
                    <a:pt x="66481" y="36064"/>
                  </a:cubicBezTo>
                  <a:cubicBezTo>
                    <a:pt x="72751" y="31752"/>
                    <a:pt x="79791" y="30597"/>
                    <a:pt x="86599" y="29479"/>
                  </a:cubicBezTo>
                  <a:cubicBezTo>
                    <a:pt x="88267" y="29206"/>
                    <a:pt x="89993" y="28921"/>
                    <a:pt x="91683" y="28597"/>
                  </a:cubicBezTo>
                  <a:cubicBezTo>
                    <a:pt x="95554" y="27852"/>
                    <a:pt x="98882" y="26914"/>
                    <a:pt x="101852" y="25732"/>
                  </a:cubicBezTo>
                  <a:cubicBezTo>
                    <a:pt x="104477" y="24689"/>
                    <a:pt x="107747" y="23089"/>
                    <a:pt x="109769" y="19968"/>
                  </a:cubicBezTo>
                  <a:cubicBezTo>
                    <a:pt x="111389" y="17466"/>
                    <a:pt x="111791" y="14724"/>
                    <a:pt x="110961" y="11820"/>
                  </a:cubicBezTo>
                  <a:cubicBezTo>
                    <a:pt x="109585" y="7016"/>
                    <a:pt x="105018" y="2695"/>
                    <a:pt x="101216" y="909"/>
                  </a:cubicBezTo>
                  <a:cubicBezTo>
                    <a:pt x="99874" y="279"/>
                    <a:pt x="98573" y="1"/>
                    <a:pt x="973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4"/>
            <p:cNvSpPr/>
            <p:nvPr/>
          </p:nvSpPr>
          <p:spPr>
            <a:xfrm flipH="1">
              <a:off x="2067336" y="4519654"/>
              <a:ext cx="4335456" cy="728679"/>
            </a:xfrm>
            <a:custGeom>
              <a:rect b="b" l="l" r="r" t="t"/>
              <a:pathLst>
                <a:path extrusionOk="0" h="18209" w="108339">
                  <a:moveTo>
                    <a:pt x="27698" y="402"/>
                  </a:moveTo>
                  <a:cubicBezTo>
                    <a:pt x="32888" y="402"/>
                    <a:pt x="38022" y="2124"/>
                    <a:pt x="42576" y="3656"/>
                  </a:cubicBezTo>
                  <a:cubicBezTo>
                    <a:pt x="47416" y="5283"/>
                    <a:pt x="52582" y="6948"/>
                    <a:pt x="57857" y="7844"/>
                  </a:cubicBezTo>
                  <a:cubicBezTo>
                    <a:pt x="62292" y="8597"/>
                    <a:pt x="66755" y="8977"/>
                    <a:pt x="71177" y="8977"/>
                  </a:cubicBezTo>
                  <a:cubicBezTo>
                    <a:pt x="72693" y="8977"/>
                    <a:pt x="74204" y="8932"/>
                    <a:pt x="75707" y="8843"/>
                  </a:cubicBezTo>
                  <a:cubicBezTo>
                    <a:pt x="78578" y="8671"/>
                    <a:pt x="81363" y="8335"/>
                    <a:pt x="83983" y="7841"/>
                  </a:cubicBezTo>
                  <a:cubicBezTo>
                    <a:pt x="84740" y="7698"/>
                    <a:pt x="85506" y="7531"/>
                    <a:pt x="86246" y="7371"/>
                  </a:cubicBezTo>
                  <a:cubicBezTo>
                    <a:pt x="87567" y="7085"/>
                    <a:pt x="88932" y="6788"/>
                    <a:pt x="90288" y="6616"/>
                  </a:cubicBezTo>
                  <a:cubicBezTo>
                    <a:pt x="91569" y="6455"/>
                    <a:pt x="92767" y="6374"/>
                    <a:pt x="93889" y="6374"/>
                  </a:cubicBezTo>
                  <a:cubicBezTo>
                    <a:pt x="97369" y="6374"/>
                    <a:pt x="100126" y="7157"/>
                    <a:pt x="102405" y="8765"/>
                  </a:cubicBezTo>
                  <a:cubicBezTo>
                    <a:pt x="104715" y="10399"/>
                    <a:pt x="107752" y="14521"/>
                    <a:pt x="107336" y="17804"/>
                  </a:cubicBezTo>
                  <a:lnTo>
                    <a:pt x="2840" y="17804"/>
                  </a:lnTo>
                  <a:cubicBezTo>
                    <a:pt x="2038" y="16930"/>
                    <a:pt x="1495" y="16015"/>
                    <a:pt x="1180" y="15011"/>
                  </a:cubicBezTo>
                  <a:cubicBezTo>
                    <a:pt x="328" y="12292"/>
                    <a:pt x="1140" y="8835"/>
                    <a:pt x="2950" y="7464"/>
                  </a:cubicBezTo>
                  <a:cubicBezTo>
                    <a:pt x="4188" y="6527"/>
                    <a:pt x="5746" y="6255"/>
                    <a:pt x="7263" y="6255"/>
                  </a:cubicBezTo>
                  <a:cubicBezTo>
                    <a:pt x="8508" y="6255"/>
                    <a:pt x="9724" y="6438"/>
                    <a:pt x="10713" y="6586"/>
                  </a:cubicBezTo>
                  <a:cubicBezTo>
                    <a:pt x="13555" y="7015"/>
                    <a:pt x="16398" y="7815"/>
                    <a:pt x="19148" y="8591"/>
                  </a:cubicBezTo>
                  <a:cubicBezTo>
                    <a:pt x="20420" y="8950"/>
                    <a:pt x="21733" y="9320"/>
                    <a:pt x="23031" y="9648"/>
                  </a:cubicBezTo>
                  <a:cubicBezTo>
                    <a:pt x="23892" y="9867"/>
                    <a:pt x="24772" y="10044"/>
                    <a:pt x="25624" y="10217"/>
                  </a:cubicBezTo>
                  <a:cubicBezTo>
                    <a:pt x="26578" y="10410"/>
                    <a:pt x="27561" y="10610"/>
                    <a:pt x="28520" y="10866"/>
                  </a:cubicBezTo>
                  <a:cubicBezTo>
                    <a:pt x="29266" y="11066"/>
                    <a:pt x="30023" y="11287"/>
                    <a:pt x="30753" y="11502"/>
                  </a:cubicBezTo>
                  <a:cubicBezTo>
                    <a:pt x="31592" y="11746"/>
                    <a:pt x="32458" y="12000"/>
                    <a:pt x="33317" y="12223"/>
                  </a:cubicBezTo>
                  <a:lnTo>
                    <a:pt x="33467" y="12263"/>
                  </a:lnTo>
                  <a:cubicBezTo>
                    <a:pt x="34991" y="12659"/>
                    <a:pt x="36728" y="13111"/>
                    <a:pt x="38421" y="13111"/>
                  </a:cubicBezTo>
                  <a:cubicBezTo>
                    <a:pt x="39680" y="13111"/>
                    <a:pt x="40914" y="12861"/>
                    <a:pt x="42017" y="12152"/>
                  </a:cubicBezTo>
                  <a:cubicBezTo>
                    <a:pt x="42247" y="12003"/>
                    <a:pt x="42254" y="11687"/>
                    <a:pt x="42130" y="11480"/>
                  </a:cubicBezTo>
                  <a:cubicBezTo>
                    <a:pt x="39927" y="7838"/>
                    <a:pt x="35420" y="7355"/>
                    <a:pt x="32131" y="7002"/>
                  </a:cubicBezTo>
                  <a:cubicBezTo>
                    <a:pt x="30552" y="6834"/>
                    <a:pt x="28936" y="6794"/>
                    <a:pt x="27373" y="6755"/>
                  </a:cubicBezTo>
                  <a:cubicBezTo>
                    <a:pt x="24971" y="6694"/>
                    <a:pt x="22485" y="6634"/>
                    <a:pt x="20094" y="6098"/>
                  </a:cubicBezTo>
                  <a:lnTo>
                    <a:pt x="19861" y="6045"/>
                  </a:lnTo>
                  <a:cubicBezTo>
                    <a:pt x="19174" y="5899"/>
                    <a:pt x="18323" y="5715"/>
                    <a:pt x="17845" y="5185"/>
                  </a:cubicBezTo>
                  <a:cubicBezTo>
                    <a:pt x="17683" y="5000"/>
                    <a:pt x="17613" y="4809"/>
                    <a:pt x="17637" y="4599"/>
                  </a:cubicBezTo>
                  <a:cubicBezTo>
                    <a:pt x="17720" y="3886"/>
                    <a:pt x="18816" y="3119"/>
                    <a:pt x="19284" y="2791"/>
                  </a:cubicBezTo>
                  <a:lnTo>
                    <a:pt x="19370" y="2730"/>
                  </a:lnTo>
                  <a:cubicBezTo>
                    <a:pt x="21382" y="1313"/>
                    <a:pt x="23882" y="535"/>
                    <a:pt x="26803" y="420"/>
                  </a:cubicBezTo>
                  <a:cubicBezTo>
                    <a:pt x="27101" y="408"/>
                    <a:pt x="27399" y="402"/>
                    <a:pt x="27698" y="402"/>
                  </a:cubicBezTo>
                  <a:close/>
                  <a:moveTo>
                    <a:pt x="27716" y="0"/>
                  </a:moveTo>
                  <a:cubicBezTo>
                    <a:pt x="27408" y="0"/>
                    <a:pt x="27101" y="6"/>
                    <a:pt x="26793" y="18"/>
                  </a:cubicBezTo>
                  <a:cubicBezTo>
                    <a:pt x="23792" y="137"/>
                    <a:pt x="21220" y="940"/>
                    <a:pt x="19143" y="2401"/>
                  </a:cubicBezTo>
                  <a:lnTo>
                    <a:pt x="19057" y="2461"/>
                  </a:lnTo>
                  <a:cubicBezTo>
                    <a:pt x="18500" y="2850"/>
                    <a:pt x="17342" y="3659"/>
                    <a:pt x="17241" y="4552"/>
                  </a:cubicBezTo>
                  <a:cubicBezTo>
                    <a:pt x="17204" y="4879"/>
                    <a:pt x="17307" y="5183"/>
                    <a:pt x="17550" y="5452"/>
                  </a:cubicBezTo>
                  <a:cubicBezTo>
                    <a:pt x="18114" y="6081"/>
                    <a:pt x="19037" y="6279"/>
                    <a:pt x="19779" y="6438"/>
                  </a:cubicBezTo>
                  <a:lnTo>
                    <a:pt x="20009" y="6488"/>
                  </a:lnTo>
                  <a:cubicBezTo>
                    <a:pt x="22436" y="7034"/>
                    <a:pt x="24942" y="7095"/>
                    <a:pt x="27366" y="7155"/>
                  </a:cubicBezTo>
                  <a:cubicBezTo>
                    <a:pt x="28920" y="7194"/>
                    <a:pt x="30528" y="7234"/>
                    <a:pt x="32089" y="7401"/>
                  </a:cubicBezTo>
                  <a:cubicBezTo>
                    <a:pt x="35297" y="7744"/>
                    <a:pt x="39689" y="8215"/>
                    <a:pt x="41788" y="11686"/>
                  </a:cubicBezTo>
                  <a:cubicBezTo>
                    <a:pt x="41818" y="11736"/>
                    <a:pt x="41813" y="11800"/>
                    <a:pt x="41803" y="11810"/>
                  </a:cubicBezTo>
                  <a:cubicBezTo>
                    <a:pt x="40777" y="12469"/>
                    <a:pt x="39614" y="12703"/>
                    <a:pt x="38419" y="12703"/>
                  </a:cubicBezTo>
                  <a:cubicBezTo>
                    <a:pt x="36773" y="12703"/>
                    <a:pt x="35066" y="12260"/>
                    <a:pt x="33571" y="11872"/>
                  </a:cubicBezTo>
                  <a:lnTo>
                    <a:pt x="33421" y="11832"/>
                  </a:lnTo>
                  <a:cubicBezTo>
                    <a:pt x="32568" y="11613"/>
                    <a:pt x="31706" y="11359"/>
                    <a:pt x="30871" y="11114"/>
                  </a:cubicBezTo>
                  <a:cubicBezTo>
                    <a:pt x="30136" y="10900"/>
                    <a:pt x="29377" y="10677"/>
                    <a:pt x="28627" y="10477"/>
                  </a:cubicBezTo>
                  <a:cubicBezTo>
                    <a:pt x="27659" y="10217"/>
                    <a:pt x="26667" y="10017"/>
                    <a:pt x="25708" y="9823"/>
                  </a:cubicBezTo>
                  <a:cubicBezTo>
                    <a:pt x="24862" y="9650"/>
                    <a:pt x="23985" y="9473"/>
                    <a:pt x="23133" y="9257"/>
                  </a:cubicBezTo>
                  <a:cubicBezTo>
                    <a:pt x="21840" y="8930"/>
                    <a:pt x="20529" y="8560"/>
                    <a:pt x="19261" y="8202"/>
                  </a:cubicBezTo>
                  <a:cubicBezTo>
                    <a:pt x="16498" y="7424"/>
                    <a:pt x="13642" y="6619"/>
                    <a:pt x="10776" y="6188"/>
                  </a:cubicBezTo>
                  <a:cubicBezTo>
                    <a:pt x="9769" y="6036"/>
                    <a:pt x="8534" y="5850"/>
                    <a:pt x="7263" y="5850"/>
                  </a:cubicBezTo>
                  <a:cubicBezTo>
                    <a:pt x="5677" y="5850"/>
                    <a:pt x="4036" y="6139"/>
                    <a:pt x="2711" y="7142"/>
                  </a:cubicBezTo>
                  <a:cubicBezTo>
                    <a:pt x="579" y="8757"/>
                    <a:pt x="1" y="12576"/>
                    <a:pt x="798" y="15131"/>
                  </a:cubicBezTo>
                  <a:cubicBezTo>
                    <a:pt x="1138" y="16218"/>
                    <a:pt x="1730" y="17203"/>
                    <a:pt x="2606" y="18144"/>
                  </a:cubicBezTo>
                  <a:lnTo>
                    <a:pt x="2666" y="18209"/>
                  </a:lnTo>
                  <a:lnTo>
                    <a:pt x="107680" y="18209"/>
                  </a:lnTo>
                  <a:lnTo>
                    <a:pt x="107713" y="18040"/>
                  </a:lnTo>
                  <a:cubicBezTo>
                    <a:pt x="108339" y="14231"/>
                    <a:pt x="104720" y="9907"/>
                    <a:pt x="102642" y="8438"/>
                  </a:cubicBezTo>
                  <a:cubicBezTo>
                    <a:pt x="100295" y="6780"/>
                    <a:pt x="97465" y="5972"/>
                    <a:pt x="93901" y="5972"/>
                  </a:cubicBezTo>
                  <a:cubicBezTo>
                    <a:pt x="92759" y="5972"/>
                    <a:pt x="91543" y="6055"/>
                    <a:pt x="90243" y="6219"/>
                  </a:cubicBezTo>
                  <a:cubicBezTo>
                    <a:pt x="88870" y="6392"/>
                    <a:pt x="87495" y="6691"/>
                    <a:pt x="86166" y="6979"/>
                  </a:cubicBezTo>
                  <a:cubicBezTo>
                    <a:pt x="85428" y="7141"/>
                    <a:pt x="84666" y="7307"/>
                    <a:pt x="83913" y="7448"/>
                  </a:cubicBezTo>
                  <a:cubicBezTo>
                    <a:pt x="81310" y="7937"/>
                    <a:pt x="78543" y="8272"/>
                    <a:pt x="75687" y="8443"/>
                  </a:cubicBezTo>
                  <a:cubicBezTo>
                    <a:pt x="74193" y="8531"/>
                    <a:pt x="72692" y="8575"/>
                    <a:pt x="71186" y="8575"/>
                  </a:cubicBezTo>
                  <a:cubicBezTo>
                    <a:pt x="66784" y="8575"/>
                    <a:pt x="62342" y="8199"/>
                    <a:pt x="57928" y="7448"/>
                  </a:cubicBezTo>
                  <a:cubicBezTo>
                    <a:pt x="52682" y="6556"/>
                    <a:pt x="47532" y="4898"/>
                    <a:pt x="42708" y="3276"/>
                  </a:cubicBezTo>
                  <a:cubicBezTo>
                    <a:pt x="38128" y="1734"/>
                    <a:pt x="32975" y="0"/>
                    <a:pt x="277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4"/>
            <p:cNvSpPr/>
            <p:nvPr/>
          </p:nvSpPr>
          <p:spPr>
            <a:xfrm flipH="1">
              <a:off x="-109641" y="3684918"/>
              <a:ext cx="4348422" cy="1563444"/>
            </a:xfrm>
            <a:custGeom>
              <a:rect b="b" l="l" r="r" t="t"/>
              <a:pathLst>
                <a:path extrusionOk="0" h="39069" w="108663">
                  <a:moveTo>
                    <a:pt x="46151" y="403"/>
                  </a:moveTo>
                  <a:cubicBezTo>
                    <a:pt x="46500" y="403"/>
                    <a:pt x="46847" y="405"/>
                    <a:pt x="47194" y="409"/>
                  </a:cubicBezTo>
                  <a:cubicBezTo>
                    <a:pt x="60555" y="576"/>
                    <a:pt x="71907" y="4288"/>
                    <a:pt x="80932" y="11441"/>
                  </a:cubicBezTo>
                  <a:cubicBezTo>
                    <a:pt x="84958" y="14633"/>
                    <a:pt x="88903" y="18201"/>
                    <a:pt x="92718" y="21653"/>
                  </a:cubicBezTo>
                  <a:cubicBezTo>
                    <a:pt x="94523" y="23286"/>
                    <a:pt x="96389" y="24974"/>
                    <a:pt x="98238" y="26600"/>
                  </a:cubicBezTo>
                  <a:cubicBezTo>
                    <a:pt x="101177" y="29181"/>
                    <a:pt x="104663" y="32202"/>
                    <a:pt x="108257" y="35034"/>
                  </a:cubicBezTo>
                  <a:cubicBezTo>
                    <a:pt x="108185" y="37046"/>
                    <a:pt x="106877" y="38663"/>
                    <a:pt x="105303" y="38663"/>
                  </a:cubicBezTo>
                  <a:lnTo>
                    <a:pt x="95006" y="38663"/>
                  </a:lnTo>
                  <a:cubicBezTo>
                    <a:pt x="94337" y="37862"/>
                    <a:pt x="93741" y="37110"/>
                    <a:pt x="93190" y="36368"/>
                  </a:cubicBezTo>
                  <a:cubicBezTo>
                    <a:pt x="91738" y="34415"/>
                    <a:pt x="90482" y="32209"/>
                    <a:pt x="89268" y="30076"/>
                  </a:cubicBezTo>
                  <a:cubicBezTo>
                    <a:pt x="88255" y="28296"/>
                    <a:pt x="87207" y="26455"/>
                    <a:pt x="86046" y="24761"/>
                  </a:cubicBezTo>
                  <a:cubicBezTo>
                    <a:pt x="84901" y="23090"/>
                    <a:pt x="83654" y="21394"/>
                    <a:pt x="82109" y="20589"/>
                  </a:cubicBezTo>
                  <a:cubicBezTo>
                    <a:pt x="81766" y="20411"/>
                    <a:pt x="81285" y="20282"/>
                    <a:pt x="80790" y="20282"/>
                  </a:cubicBezTo>
                  <a:cubicBezTo>
                    <a:pt x="80446" y="20282"/>
                    <a:pt x="80095" y="20344"/>
                    <a:pt x="79779" y="20494"/>
                  </a:cubicBezTo>
                  <a:cubicBezTo>
                    <a:pt x="79253" y="20744"/>
                    <a:pt x="78909" y="21200"/>
                    <a:pt x="78784" y="21809"/>
                  </a:cubicBezTo>
                  <a:cubicBezTo>
                    <a:pt x="78479" y="23295"/>
                    <a:pt x="79725" y="24879"/>
                    <a:pt x="80550" y="25925"/>
                  </a:cubicBezTo>
                  <a:cubicBezTo>
                    <a:pt x="80666" y="26074"/>
                    <a:pt x="80775" y="26210"/>
                    <a:pt x="80868" y="26335"/>
                  </a:cubicBezTo>
                  <a:cubicBezTo>
                    <a:pt x="81946" y="27764"/>
                    <a:pt x="82835" y="29354"/>
                    <a:pt x="83661" y="31345"/>
                  </a:cubicBezTo>
                  <a:cubicBezTo>
                    <a:pt x="84287" y="32848"/>
                    <a:pt x="85364" y="35767"/>
                    <a:pt x="85660" y="38663"/>
                  </a:cubicBezTo>
                  <a:lnTo>
                    <a:pt x="76327" y="38663"/>
                  </a:lnTo>
                  <a:cubicBezTo>
                    <a:pt x="76685" y="34328"/>
                    <a:pt x="75134" y="29497"/>
                    <a:pt x="72336" y="26295"/>
                  </a:cubicBezTo>
                  <a:cubicBezTo>
                    <a:pt x="70016" y="23636"/>
                    <a:pt x="66829" y="21619"/>
                    <a:pt x="62597" y="20130"/>
                  </a:cubicBezTo>
                  <a:cubicBezTo>
                    <a:pt x="58968" y="18853"/>
                    <a:pt x="54987" y="18071"/>
                    <a:pt x="50066" y="17668"/>
                  </a:cubicBezTo>
                  <a:cubicBezTo>
                    <a:pt x="47919" y="17494"/>
                    <a:pt x="45723" y="17407"/>
                    <a:pt x="43437" y="17407"/>
                  </a:cubicBezTo>
                  <a:cubicBezTo>
                    <a:pt x="41731" y="17407"/>
                    <a:pt x="39974" y="17455"/>
                    <a:pt x="38150" y="17552"/>
                  </a:cubicBezTo>
                  <a:cubicBezTo>
                    <a:pt x="34341" y="17757"/>
                    <a:pt x="31394" y="18197"/>
                    <a:pt x="28604" y="18985"/>
                  </a:cubicBezTo>
                  <a:cubicBezTo>
                    <a:pt x="27525" y="19288"/>
                    <a:pt x="26448" y="19608"/>
                    <a:pt x="25369" y="19927"/>
                  </a:cubicBezTo>
                  <a:cubicBezTo>
                    <a:pt x="21997" y="20924"/>
                    <a:pt x="18511" y="21956"/>
                    <a:pt x="15020" y="22506"/>
                  </a:cubicBezTo>
                  <a:cubicBezTo>
                    <a:pt x="13538" y="22740"/>
                    <a:pt x="11993" y="22922"/>
                    <a:pt x="10477" y="22922"/>
                  </a:cubicBezTo>
                  <a:cubicBezTo>
                    <a:pt x="7660" y="22922"/>
                    <a:pt x="4942" y="22294"/>
                    <a:pt x="2908" y="20201"/>
                  </a:cubicBezTo>
                  <a:cubicBezTo>
                    <a:pt x="2318" y="19594"/>
                    <a:pt x="445" y="17417"/>
                    <a:pt x="1110" y="14892"/>
                  </a:cubicBezTo>
                  <a:cubicBezTo>
                    <a:pt x="1609" y="13004"/>
                    <a:pt x="3139" y="11676"/>
                    <a:pt x="4417" y="10728"/>
                  </a:cubicBezTo>
                  <a:cubicBezTo>
                    <a:pt x="7502" y="8442"/>
                    <a:pt x="11094" y="7120"/>
                    <a:pt x="14506" y="5962"/>
                  </a:cubicBezTo>
                  <a:cubicBezTo>
                    <a:pt x="25380" y="2272"/>
                    <a:pt x="36012" y="403"/>
                    <a:pt x="46151" y="403"/>
                  </a:cubicBezTo>
                  <a:close/>
                  <a:moveTo>
                    <a:pt x="46184" y="0"/>
                  </a:moveTo>
                  <a:cubicBezTo>
                    <a:pt x="35995" y="0"/>
                    <a:pt x="25302" y="1873"/>
                    <a:pt x="14376" y="5582"/>
                  </a:cubicBezTo>
                  <a:cubicBezTo>
                    <a:pt x="10932" y="6749"/>
                    <a:pt x="7309" y="8083"/>
                    <a:pt x="4175" y="10405"/>
                  </a:cubicBezTo>
                  <a:cubicBezTo>
                    <a:pt x="2845" y="11391"/>
                    <a:pt x="1250" y="12780"/>
                    <a:pt x="720" y="14790"/>
                  </a:cubicBezTo>
                  <a:cubicBezTo>
                    <a:pt x="0" y="17521"/>
                    <a:pt x="1992" y="19837"/>
                    <a:pt x="2618" y="20484"/>
                  </a:cubicBezTo>
                  <a:cubicBezTo>
                    <a:pt x="4745" y="22672"/>
                    <a:pt x="7559" y="23326"/>
                    <a:pt x="10464" y="23326"/>
                  </a:cubicBezTo>
                  <a:cubicBezTo>
                    <a:pt x="12008" y="23326"/>
                    <a:pt x="13578" y="23141"/>
                    <a:pt x="15083" y="22903"/>
                  </a:cubicBezTo>
                  <a:cubicBezTo>
                    <a:pt x="18599" y="22350"/>
                    <a:pt x="22098" y="21314"/>
                    <a:pt x="25483" y="20314"/>
                  </a:cubicBezTo>
                  <a:cubicBezTo>
                    <a:pt x="26558" y="19996"/>
                    <a:pt x="27635" y="19678"/>
                    <a:pt x="28713" y="19374"/>
                  </a:cubicBezTo>
                  <a:cubicBezTo>
                    <a:pt x="31476" y="18595"/>
                    <a:pt x="34392" y="18158"/>
                    <a:pt x="38171" y="17957"/>
                  </a:cubicBezTo>
                  <a:cubicBezTo>
                    <a:pt x="39992" y="17859"/>
                    <a:pt x="41744" y="17811"/>
                    <a:pt x="43446" y="17811"/>
                  </a:cubicBezTo>
                  <a:cubicBezTo>
                    <a:pt x="45718" y="17811"/>
                    <a:pt x="47900" y="17898"/>
                    <a:pt x="50034" y="18072"/>
                  </a:cubicBezTo>
                  <a:cubicBezTo>
                    <a:pt x="54919" y="18471"/>
                    <a:pt x="58869" y="19245"/>
                    <a:pt x="62464" y="20513"/>
                  </a:cubicBezTo>
                  <a:cubicBezTo>
                    <a:pt x="66629" y="21980"/>
                    <a:pt x="69761" y="23959"/>
                    <a:pt x="72035" y="26564"/>
                  </a:cubicBezTo>
                  <a:cubicBezTo>
                    <a:pt x="74808" y="29740"/>
                    <a:pt x="76328" y="34562"/>
                    <a:pt x="75907" y="38847"/>
                  </a:cubicBezTo>
                  <a:lnTo>
                    <a:pt x="75885" y="39069"/>
                  </a:lnTo>
                  <a:lnTo>
                    <a:pt x="86103" y="39069"/>
                  </a:lnTo>
                  <a:lnTo>
                    <a:pt x="86083" y="38849"/>
                  </a:lnTo>
                  <a:cubicBezTo>
                    <a:pt x="85816" y="35827"/>
                    <a:pt x="84685" y="32755"/>
                    <a:pt x="84035" y="31193"/>
                  </a:cubicBezTo>
                  <a:cubicBezTo>
                    <a:pt x="83194" y="29170"/>
                    <a:pt x="82289" y="27550"/>
                    <a:pt x="81192" y="26094"/>
                  </a:cubicBezTo>
                  <a:cubicBezTo>
                    <a:pt x="81095" y="25968"/>
                    <a:pt x="80986" y="25829"/>
                    <a:pt x="80868" y="25679"/>
                  </a:cubicBezTo>
                  <a:cubicBezTo>
                    <a:pt x="80089" y="24692"/>
                    <a:pt x="78913" y="23196"/>
                    <a:pt x="79180" y="21893"/>
                  </a:cubicBezTo>
                  <a:cubicBezTo>
                    <a:pt x="79280" y="21406"/>
                    <a:pt x="79542" y="21057"/>
                    <a:pt x="79953" y="20860"/>
                  </a:cubicBezTo>
                  <a:cubicBezTo>
                    <a:pt x="80215" y="20736"/>
                    <a:pt x="80506" y="20684"/>
                    <a:pt x="80793" y="20684"/>
                  </a:cubicBezTo>
                  <a:cubicBezTo>
                    <a:pt x="81216" y="20684"/>
                    <a:pt x="81630" y="20796"/>
                    <a:pt x="81925" y="20950"/>
                  </a:cubicBezTo>
                  <a:cubicBezTo>
                    <a:pt x="83388" y="21710"/>
                    <a:pt x="84600" y="23365"/>
                    <a:pt x="85716" y="24991"/>
                  </a:cubicBezTo>
                  <a:cubicBezTo>
                    <a:pt x="86867" y="26672"/>
                    <a:pt x="87910" y="28506"/>
                    <a:pt x="88919" y="30277"/>
                  </a:cubicBezTo>
                  <a:cubicBezTo>
                    <a:pt x="90139" y="32421"/>
                    <a:pt x="91401" y="34638"/>
                    <a:pt x="92868" y="36611"/>
                  </a:cubicBezTo>
                  <a:cubicBezTo>
                    <a:pt x="93440" y="37380"/>
                    <a:pt x="94059" y="38160"/>
                    <a:pt x="94759" y="38996"/>
                  </a:cubicBezTo>
                  <a:lnTo>
                    <a:pt x="94819" y="39068"/>
                  </a:lnTo>
                  <a:lnTo>
                    <a:pt x="105303" y="39068"/>
                  </a:lnTo>
                  <a:cubicBezTo>
                    <a:pt x="107121" y="39068"/>
                    <a:pt x="108627" y="37217"/>
                    <a:pt x="108661" y="34947"/>
                  </a:cubicBezTo>
                  <a:lnTo>
                    <a:pt x="108663" y="34847"/>
                  </a:lnTo>
                  <a:lnTo>
                    <a:pt x="108584" y="34784"/>
                  </a:lnTo>
                  <a:cubicBezTo>
                    <a:pt x="104971" y="31939"/>
                    <a:pt x="101460" y="28897"/>
                    <a:pt x="98502" y="26300"/>
                  </a:cubicBezTo>
                  <a:cubicBezTo>
                    <a:pt x="96655" y="24675"/>
                    <a:pt x="94790" y="22989"/>
                    <a:pt x="92987" y="21357"/>
                  </a:cubicBezTo>
                  <a:cubicBezTo>
                    <a:pt x="89168" y="17899"/>
                    <a:pt x="85217" y="14326"/>
                    <a:pt x="81181" y="11127"/>
                  </a:cubicBezTo>
                  <a:cubicBezTo>
                    <a:pt x="72085" y="3918"/>
                    <a:pt x="60650" y="176"/>
                    <a:pt x="47197" y="6"/>
                  </a:cubicBezTo>
                  <a:cubicBezTo>
                    <a:pt x="46860" y="2"/>
                    <a:pt x="46522" y="0"/>
                    <a:pt x="461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4"/>
            <p:cNvSpPr/>
            <p:nvPr/>
          </p:nvSpPr>
          <p:spPr>
            <a:xfrm flipH="1">
              <a:off x="-249664" y="-2330514"/>
              <a:ext cx="4355665" cy="807744"/>
            </a:xfrm>
            <a:custGeom>
              <a:rect b="b" l="l" r="r" t="t"/>
              <a:pathLst>
                <a:path extrusionOk="0" h="28164" w="108844">
                  <a:moveTo>
                    <a:pt x="105484" y="409"/>
                  </a:moveTo>
                  <a:cubicBezTo>
                    <a:pt x="107116" y="409"/>
                    <a:pt x="108443" y="2114"/>
                    <a:pt x="108443" y="4208"/>
                  </a:cubicBezTo>
                  <a:lnTo>
                    <a:pt x="108443" y="9441"/>
                  </a:lnTo>
                  <a:cubicBezTo>
                    <a:pt x="107791" y="9431"/>
                    <a:pt x="107138" y="9426"/>
                    <a:pt x="106485" y="9426"/>
                  </a:cubicBezTo>
                  <a:cubicBezTo>
                    <a:pt x="96929" y="9426"/>
                    <a:pt x="87281" y="10461"/>
                    <a:pt x="77432" y="11618"/>
                  </a:cubicBezTo>
                  <a:lnTo>
                    <a:pt x="74438" y="11967"/>
                  </a:lnTo>
                  <a:cubicBezTo>
                    <a:pt x="68077" y="12707"/>
                    <a:pt x="61497" y="13471"/>
                    <a:pt x="55052" y="14524"/>
                  </a:cubicBezTo>
                  <a:cubicBezTo>
                    <a:pt x="50937" y="15196"/>
                    <a:pt x="47239" y="15919"/>
                    <a:pt x="43750" y="16739"/>
                  </a:cubicBezTo>
                  <a:cubicBezTo>
                    <a:pt x="39671" y="17698"/>
                    <a:pt x="36280" y="18535"/>
                    <a:pt x="32894" y="19868"/>
                  </a:cubicBezTo>
                  <a:cubicBezTo>
                    <a:pt x="30642" y="20754"/>
                    <a:pt x="28443" y="21986"/>
                    <a:pt x="26315" y="23179"/>
                  </a:cubicBezTo>
                  <a:cubicBezTo>
                    <a:pt x="22603" y="25262"/>
                    <a:pt x="18761" y="27414"/>
                    <a:pt x="14582" y="27728"/>
                  </a:cubicBezTo>
                  <a:cubicBezTo>
                    <a:pt x="14284" y="27750"/>
                    <a:pt x="13983" y="27761"/>
                    <a:pt x="13680" y="27761"/>
                  </a:cubicBezTo>
                  <a:cubicBezTo>
                    <a:pt x="8600" y="27761"/>
                    <a:pt x="3011" y="24606"/>
                    <a:pt x="1265" y="17265"/>
                  </a:cubicBezTo>
                  <a:cubicBezTo>
                    <a:pt x="424" y="13728"/>
                    <a:pt x="774" y="10998"/>
                    <a:pt x="2304" y="9148"/>
                  </a:cubicBezTo>
                  <a:cubicBezTo>
                    <a:pt x="3847" y="7282"/>
                    <a:pt x="6123" y="6467"/>
                    <a:pt x="8144" y="5916"/>
                  </a:cubicBezTo>
                  <a:cubicBezTo>
                    <a:pt x="14663" y="4135"/>
                    <a:pt x="21503" y="4060"/>
                    <a:pt x="27536" y="3991"/>
                  </a:cubicBezTo>
                  <a:lnTo>
                    <a:pt x="28284" y="3982"/>
                  </a:lnTo>
                  <a:cubicBezTo>
                    <a:pt x="35338" y="3908"/>
                    <a:pt x="42635" y="3830"/>
                    <a:pt x="49562" y="1411"/>
                  </a:cubicBezTo>
                  <a:cubicBezTo>
                    <a:pt x="50530" y="1072"/>
                    <a:pt x="51303" y="753"/>
                    <a:pt x="51989" y="409"/>
                  </a:cubicBezTo>
                  <a:lnTo>
                    <a:pt x="51989" y="410"/>
                  </a:lnTo>
                  <a:lnTo>
                    <a:pt x="77472" y="410"/>
                  </a:lnTo>
                  <a:cubicBezTo>
                    <a:pt x="75657" y="1022"/>
                    <a:pt x="73845" y="1526"/>
                    <a:pt x="72138" y="1986"/>
                  </a:cubicBezTo>
                  <a:cubicBezTo>
                    <a:pt x="71479" y="2162"/>
                    <a:pt x="70816" y="2334"/>
                    <a:pt x="70156" y="2505"/>
                  </a:cubicBezTo>
                  <a:cubicBezTo>
                    <a:pt x="68329" y="2977"/>
                    <a:pt x="66440" y="3467"/>
                    <a:pt x="64605" y="4082"/>
                  </a:cubicBezTo>
                  <a:cubicBezTo>
                    <a:pt x="61004" y="5291"/>
                    <a:pt x="57124" y="6040"/>
                    <a:pt x="52740" y="6369"/>
                  </a:cubicBezTo>
                  <a:cubicBezTo>
                    <a:pt x="49638" y="6602"/>
                    <a:pt x="46418" y="6602"/>
                    <a:pt x="43304" y="6603"/>
                  </a:cubicBezTo>
                  <a:cubicBezTo>
                    <a:pt x="34965" y="6606"/>
                    <a:pt x="26344" y="6609"/>
                    <a:pt x="18528" y="10955"/>
                  </a:cubicBezTo>
                  <a:cubicBezTo>
                    <a:pt x="14223" y="13350"/>
                    <a:pt x="12644" y="15910"/>
                    <a:pt x="13835" y="18561"/>
                  </a:cubicBezTo>
                  <a:cubicBezTo>
                    <a:pt x="14838" y="20791"/>
                    <a:pt x="17057" y="22107"/>
                    <a:pt x="18813" y="22421"/>
                  </a:cubicBezTo>
                  <a:cubicBezTo>
                    <a:pt x="19239" y="22498"/>
                    <a:pt x="19668" y="22533"/>
                    <a:pt x="20097" y="22533"/>
                  </a:cubicBezTo>
                  <a:cubicBezTo>
                    <a:pt x="22307" y="22533"/>
                    <a:pt x="24513" y="21604"/>
                    <a:pt x="26433" y="20647"/>
                  </a:cubicBezTo>
                  <a:cubicBezTo>
                    <a:pt x="27444" y="20142"/>
                    <a:pt x="28451" y="19561"/>
                    <a:pt x="29427" y="18998"/>
                  </a:cubicBezTo>
                  <a:cubicBezTo>
                    <a:pt x="30955" y="18116"/>
                    <a:pt x="32534" y="17203"/>
                    <a:pt x="34157" y="16576"/>
                  </a:cubicBezTo>
                  <a:cubicBezTo>
                    <a:pt x="37956" y="15106"/>
                    <a:pt x="41874" y="14247"/>
                    <a:pt x="44864" y="13661"/>
                  </a:cubicBezTo>
                  <a:cubicBezTo>
                    <a:pt x="49244" y="12804"/>
                    <a:pt x="53720" y="12190"/>
                    <a:pt x="58050" y="11597"/>
                  </a:cubicBezTo>
                  <a:cubicBezTo>
                    <a:pt x="61146" y="11172"/>
                    <a:pt x="64344" y="10734"/>
                    <a:pt x="67486" y="10209"/>
                  </a:cubicBezTo>
                  <a:cubicBezTo>
                    <a:pt x="71305" y="9572"/>
                    <a:pt x="74827" y="8898"/>
                    <a:pt x="78252" y="8150"/>
                  </a:cubicBezTo>
                  <a:cubicBezTo>
                    <a:pt x="80759" y="7602"/>
                    <a:pt x="84017" y="6743"/>
                    <a:pt x="86995" y="4937"/>
                  </a:cubicBezTo>
                  <a:cubicBezTo>
                    <a:pt x="88677" y="3915"/>
                    <a:pt x="90044" y="2435"/>
                    <a:pt x="91173" y="409"/>
                  </a:cubicBezTo>
                  <a:close/>
                  <a:moveTo>
                    <a:pt x="90934" y="0"/>
                  </a:moveTo>
                  <a:lnTo>
                    <a:pt x="90877" y="105"/>
                  </a:lnTo>
                  <a:cubicBezTo>
                    <a:pt x="89755" y="2148"/>
                    <a:pt x="88458" y="3572"/>
                    <a:pt x="86786" y="4587"/>
                  </a:cubicBezTo>
                  <a:cubicBezTo>
                    <a:pt x="83860" y="6361"/>
                    <a:pt x="80642" y="7209"/>
                    <a:pt x="78166" y="7749"/>
                  </a:cubicBezTo>
                  <a:cubicBezTo>
                    <a:pt x="74747" y="8496"/>
                    <a:pt x="71232" y="9168"/>
                    <a:pt x="67420" y="9804"/>
                  </a:cubicBezTo>
                  <a:cubicBezTo>
                    <a:pt x="64284" y="10326"/>
                    <a:pt x="61086" y="10767"/>
                    <a:pt x="57994" y="11189"/>
                  </a:cubicBezTo>
                  <a:cubicBezTo>
                    <a:pt x="53660" y="11784"/>
                    <a:pt x="49177" y="12398"/>
                    <a:pt x="44787" y="13257"/>
                  </a:cubicBezTo>
                  <a:cubicBezTo>
                    <a:pt x="41781" y="13846"/>
                    <a:pt x="37840" y="14712"/>
                    <a:pt x="34011" y="16192"/>
                  </a:cubicBezTo>
                  <a:cubicBezTo>
                    <a:pt x="32361" y="16832"/>
                    <a:pt x="30768" y="17751"/>
                    <a:pt x="29227" y="18641"/>
                  </a:cubicBezTo>
                  <a:cubicBezTo>
                    <a:pt x="28257" y="19199"/>
                    <a:pt x="27256" y="19778"/>
                    <a:pt x="26252" y="20278"/>
                  </a:cubicBezTo>
                  <a:cubicBezTo>
                    <a:pt x="24377" y="21213"/>
                    <a:pt x="22228" y="22123"/>
                    <a:pt x="20096" y="22123"/>
                  </a:cubicBezTo>
                  <a:cubicBezTo>
                    <a:pt x="19691" y="22123"/>
                    <a:pt x="19286" y="22090"/>
                    <a:pt x="18884" y="22019"/>
                  </a:cubicBezTo>
                  <a:cubicBezTo>
                    <a:pt x="17234" y="21723"/>
                    <a:pt x="15146" y="20485"/>
                    <a:pt x="14203" y="18389"/>
                  </a:cubicBezTo>
                  <a:cubicBezTo>
                    <a:pt x="13112" y="15962"/>
                    <a:pt x="14633" y="13577"/>
                    <a:pt x="18725" y="11302"/>
                  </a:cubicBezTo>
                  <a:cubicBezTo>
                    <a:pt x="26450" y="7006"/>
                    <a:pt x="35017" y="7004"/>
                    <a:pt x="43304" y="7002"/>
                  </a:cubicBezTo>
                  <a:cubicBezTo>
                    <a:pt x="46426" y="7002"/>
                    <a:pt x="49654" y="6999"/>
                    <a:pt x="52770" y="6766"/>
                  </a:cubicBezTo>
                  <a:cubicBezTo>
                    <a:pt x="57188" y="6433"/>
                    <a:pt x="61100" y="5680"/>
                    <a:pt x="64734" y="4460"/>
                  </a:cubicBezTo>
                  <a:cubicBezTo>
                    <a:pt x="66555" y="3847"/>
                    <a:pt x="68437" y="3359"/>
                    <a:pt x="70258" y="2889"/>
                  </a:cubicBezTo>
                  <a:cubicBezTo>
                    <a:pt x="70921" y="2718"/>
                    <a:pt x="71583" y="2546"/>
                    <a:pt x="72244" y="2369"/>
                  </a:cubicBezTo>
                  <a:cubicBezTo>
                    <a:pt x="74310" y="1815"/>
                    <a:pt x="76526" y="1191"/>
                    <a:pt x="78725" y="393"/>
                  </a:cubicBezTo>
                  <a:lnTo>
                    <a:pt x="79801" y="3"/>
                  </a:lnTo>
                  <a:lnTo>
                    <a:pt x="51891" y="3"/>
                  </a:lnTo>
                  <a:lnTo>
                    <a:pt x="51849" y="25"/>
                  </a:lnTo>
                  <a:cubicBezTo>
                    <a:pt x="51168" y="369"/>
                    <a:pt x="50398" y="688"/>
                    <a:pt x="49430" y="1026"/>
                  </a:cubicBezTo>
                  <a:cubicBezTo>
                    <a:pt x="42565" y="3424"/>
                    <a:pt x="35301" y="3502"/>
                    <a:pt x="28279" y="3577"/>
                  </a:cubicBezTo>
                  <a:lnTo>
                    <a:pt x="27530" y="3587"/>
                  </a:lnTo>
                  <a:cubicBezTo>
                    <a:pt x="21472" y="3654"/>
                    <a:pt x="14606" y="3731"/>
                    <a:pt x="8035" y="5524"/>
                  </a:cubicBezTo>
                  <a:cubicBezTo>
                    <a:pt x="5955" y="6091"/>
                    <a:pt x="3608" y="6937"/>
                    <a:pt x="1994" y="8889"/>
                  </a:cubicBezTo>
                  <a:cubicBezTo>
                    <a:pt x="378" y="10842"/>
                    <a:pt x="1" y="13691"/>
                    <a:pt x="872" y="17356"/>
                  </a:cubicBezTo>
                  <a:cubicBezTo>
                    <a:pt x="2415" y="23842"/>
                    <a:pt x="7591" y="28164"/>
                    <a:pt x="13647" y="28164"/>
                  </a:cubicBezTo>
                  <a:cubicBezTo>
                    <a:pt x="13966" y="28164"/>
                    <a:pt x="14287" y="28154"/>
                    <a:pt x="14609" y="28121"/>
                  </a:cubicBezTo>
                  <a:cubicBezTo>
                    <a:pt x="18878" y="27800"/>
                    <a:pt x="22758" y="25623"/>
                    <a:pt x="26511" y="23520"/>
                  </a:cubicBezTo>
                  <a:cubicBezTo>
                    <a:pt x="28626" y="22334"/>
                    <a:pt x="30812" y="21108"/>
                    <a:pt x="33038" y="20233"/>
                  </a:cubicBezTo>
                  <a:cubicBezTo>
                    <a:pt x="36400" y="18911"/>
                    <a:pt x="39775" y="18075"/>
                    <a:pt x="43838" y="17121"/>
                  </a:cubicBezTo>
                  <a:cubicBezTo>
                    <a:pt x="47319" y="16305"/>
                    <a:pt x="51008" y="15582"/>
                    <a:pt x="55113" y="14912"/>
                  </a:cubicBezTo>
                  <a:cubicBezTo>
                    <a:pt x="61550" y="13861"/>
                    <a:pt x="68126" y="13097"/>
                    <a:pt x="74484" y="12357"/>
                  </a:cubicBezTo>
                  <a:lnTo>
                    <a:pt x="77477" y="12010"/>
                  </a:lnTo>
                  <a:cubicBezTo>
                    <a:pt x="87323" y="10854"/>
                    <a:pt x="96973" y="9822"/>
                    <a:pt x="106514" y="9822"/>
                  </a:cubicBezTo>
                  <a:cubicBezTo>
                    <a:pt x="107222" y="9822"/>
                    <a:pt x="107930" y="9827"/>
                    <a:pt x="108637" y="9839"/>
                  </a:cubicBezTo>
                  <a:lnTo>
                    <a:pt x="108843" y="9842"/>
                  </a:lnTo>
                  <a:lnTo>
                    <a:pt x="108843" y="4203"/>
                  </a:lnTo>
                  <a:cubicBezTo>
                    <a:pt x="108843" y="1884"/>
                    <a:pt x="107336" y="0"/>
                    <a:pt x="1054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 name="Google Shape;104;p4"/>
          <p:cNvSpPr/>
          <p:nvPr/>
        </p:nvSpPr>
        <p:spPr>
          <a:xfrm>
            <a:off x="408250" y="362757"/>
            <a:ext cx="8434200" cy="4594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4"/>
          <p:cNvSpPr/>
          <p:nvPr/>
        </p:nvSpPr>
        <p:spPr>
          <a:xfrm>
            <a:off x="301550" y="271625"/>
            <a:ext cx="8434200" cy="45849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4"/>
          <p:cNvSpPr txBox="1"/>
          <p:nvPr>
            <p:ph type="title"/>
          </p:nvPr>
        </p:nvSpPr>
        <p:spPr>
          <a:xfrm>
            <a:off x="720000" y="540000"/>
            <a:ext cx="7704000" cy="5643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3180000" dist="85725">
              <a:schemeClr val="accent5"/>
            </a:outerShdw>
          </a:effectLst>
        </p:spPr>
        <p:txBody>
          <a:bodyPr anchorCtr="0" anchor="ctr" bIns="91425" lIns="91425" spcFirstLastPara="1" rIns="91425" wrap="square" tIns="91425">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07" name="Google Shape;107;p4"/>
          <p:cNvSpPr txBox="1"/>
          <p:nvPr>
            <p:ph idx="1" type="body"/>
          </p:nvPr>
        </p:nvSpPr>
        <p:spPr>
          <a:xfrm>
            <a:off x="720000" y="1237083"/>
            <a:ext cx="7704000" cy="33663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Clr>
                <a:srgbClr val="434343"/>
              </a:buClr>
              <a:buSzPts val="1400"/>
              <a:buChar char="●"/>
              <a:defRPr sz="1400">
                <a:solidFill>
                  <a:srgbClr val="434343"/>
                </a:solidFill>
              </a:defRPr>
            </a:lvl1pPr>
            <a:lvl2pPr indent="-317500" lvl="1" marL="914400" rtl="0">
              <a:lnSpc>
                <a:spcPct val="115000"/>
              </a:lnSpc>
              <a:spcBef>
                <a:spcPts val="1600"/>
              </a:spcBef>
              <a:spcAft>
                <a:spcPts val="0"/>
              </a:spcAft>
              <a:buClr>
                <a:srgbClr val="434343"/>
              </a:buClr>
              <a:buSzPts val="1400"/>
              <a:buChar char="○"/>
              <a:defRPr>
                <a:solidFill>
                  <a:srgbClr val="434343"/>
                </a:solidFill>
              </a:defRPr>
            </a:lvl2pPr>
            <a:lvl3pPr indent="-317500" lvl="2" marL="1371600" rtl="0">
              <a:lnSpc>
                <a:spcPct val="115000"/>
              </a:lnSpc>
              <a:spcBef>
                <a:spcPts val="1600"/>
              </a:spcBef>
              <a:spcAft>
                <a:spcPts val="0"/>
              </a:spcAft>
              <a:buClr>
                <a:srgbClr val="434343"/>
              </a:buClr>
              <a:buSzPts val="1400"/>
              <a:buChar char="■"/>
              <a:defRPr>
                <a:solidFill>
                  <a:srgbClr val="434343"/>
                </a:solidFill>
              </a:defRPr>
            </a:lvl3pPr>
            <a:lvl4pPr indent="-317500" lvl="3" marL="1828800" rtl="0">
              <a:lnSpc>
                <a:spcPct val="115000"/>
              </a:lnSpc>
              <a:spcBef>
                <a:spcPts val="1600"/>
              </a:spcBef>
              <a:spcAft>
                <a:spcPts val="0"/>
              </a:spcAft>
              <a:buClr>
                <a:srgbClr val="434343"/>
              </a:buClr>
              <a:buSzPts val="1400"/>
              <a:buChar char="●"/>
              <a:defRPr>
                <a:solidFill>
                  <a:srgbClr val="434343"/>
                </a:solidFill>
              </a:defRPr>
            </a:lvl4pPr>
            <a:lvl5pPr indent="-317500" lvl="4" marL="2286000" rtl="0">
              <a:lnSpc>
                <a:spcPct val="115000"/>
              </a:lnSpc>
              <a:spcBef>
                <a:spcPts val="1600"/>
              </a:spcBef>
              <a:spcAft>
                <a:spcPts val="0"/>
              </a:spcAft>
              <a:buClr>
                <a:srgbClr val="434343"/>
              </a:buClr>
              <a:buSzPts val="1400"/>
              <a:buChar char="○"/>
              <a:defRPr>
                <a:solidFill>
                  <a:srgbClr val="434343"/>
                </a:solidFill>
              </a:defRPr>
            </a:lvl5pPr>
            <a:lvl6pPr indent="-317500" lvl="5" marL="2743200" rtl="0">
              <a:lnSpc>
                <a:spcPct val="115000"/>
              </a:lnSpc>
              <a:spcBef>
                <a:spcPts val="1600"/>
              </a:spcBef>
              <a:spcAft>
                <a:spcPts val="0"/>
              </a:spcAft>
              <a:buClr>
                <a:srgbClr val="434343"/>
              </a:buClr>
              <a:buSzPts val="1400"/>
              <a:buChar char="■"/>
              <a:defRPr>
                <a:solidFill>
                  <a:srgbClr val="434343"/>
                </a:solidFill>
              </a:defRPr>
            </a:lvl6pPr>
            <a:lvl7pPr indent="-317500" lvl="6" marL="3200400" rtl="0">
              <a:lnSpc>
                <a:spcPct val="115000"/>
              </a:lnSpc>
              <a:spcBef>
                <a:spcPts val="1600"/>
              </a:spcBef>
              <a:spcAft>
                <a:spcPts val="0"/>
              </a:spcAft>
              <a:buClr>
                <a:srgbClr val="434343"/>
              </a:buClr>
              <a:buSzPts val="1400"/>
              <a:buChar char="●"/>
              <a:defRPr>
                <a:solidFill>
                  <a:srgbClr val="434343"/>
                </a:solidFill>
              </a:defRPr>
            </a:lvl7pPr>
            <a:lvl8pPr indent="-317500" lvl="7" marL="3657600" rtl="0">
              <a:lnSpc>
                <a:spcPct val="115000"/>
              </a:lnSpc>
              <a:spcBef>
                <a:spcPts val="1600"/>
              </a:spcBef>
              <a:spcAft>
                <a:spcPts val="0"/>
              </a:spcAft>
              <a:buClr>
                <a:srgbClr val="434343"/>
              </a:buClr>
              <a:buSzPts val="1400"/>
              <a:buChar char="○"/>
              <a:defRPr>
                <a:solidFill>
                  <a:srgbClr val="434343"/>
                </a:solidFill>
              </a:defRPr>
            </a:lvl8pPr>
            <a:lvl9pPr indent="-317500" lvl="8" marL="4114800" rtl="0">
              <a:lnSpc>
                <a:spcPct val="115000"/>
              </a:lnSpc>
              <a:spcBef>
                <a:spcPts val="1600"/>
              </a:spcBef>
              <a:spcAft>
                <a:spcPts val="1600"/>
              </a:spcAft>
              <a:buClr>
                <a:srgbClr val="434343"/>
              </a:buClr>
              <a:buSzPts val="1400"/>
              <a:buChar char="■"/>
              <a:defRPr>
                <a:solidFill>
                  <a:srgbClr val="434343"/>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accent6"/>
        </a:solidFill>
      </p:bgPr>
    </p:bg>
    <p:spTree>
      <p:nvGrpSpPr>
        <p:cNvPr id="108" name="Shape 108"/>
        <p:cNvGrpSpPr/>
        <p:nvPr/>
      </p:nvGrpSpPr>
      <p:grpSpPr>
        <a:xfrm>
          <a:off x="0" y="0"/>
          <a:ext cx="0" cy="0"/>
          <a:chOff x="0" y="0"/>
          <a:chExt cx="0" cy="0"/>
        </a:xfrm>
      </p:grpSpPr>
      <p:grpSp>
        <p:nvGrpSpPr>
          <p:cNvPr id="109" name="Google Shape;109;p5"/>
          <p:cNvGrpSpPr/>
          <p:nvPr/>
        </p:nvGrpSpPr>
        <p:grpSpPr>
          <a:xfrm>
            <a:off x="-97264" y="-1670400"/>
            <a:ext cx="9517944" cy="7737118"/>
            <a:chOff x="-97264" y="-1670400"/>
            <a:chExt cx="9517944" cy="7737118"/>
          </a:xfrm>
        </p:grpSpPr>
        <p:sp>
          <p:nvSpPr>
            <p:cNvPr id="110" name="Google Shape;110;p5"/>
            <p:cNvSpPr/>
            <p:nvPr/>
          </p:nvSpPr>
          <p:spPr>
            <a:xfrm flipH="1" rot="10800000">
              <a:off x="-89101" y="4603110"/>
              <a:ext cx="3985503" cy="848251"/>
            </a:xfrm>
            <a:custGeom>
              <a:rect b="b" l="l" r="r" t="t"/>
              <a:pathLst>
                <a:path extrusionOk="0" h="21197" w="99594">
                  <a:moveTo>
                    <a:pt x="65021" y="0"/>
                  </a:moveTo>
                  <a:cubicBezTo>
                    <a:pt x="64434" y="0"/>
                    <a:pt x="63848" y="10"/>
                    <a:pt x="63260" y="29"/>
                  </a:cubicBezTo>
                  <a:cubicBezTo>
                    <a:pt x="57732" y="207"/>
                    <a:pt x="52245" y="1096"/>
                    <a:pt x="46816" y="2389"/>
                  </a:cubicBezTo>
                  <a:cubicBezTo>
                    <a:pt x="41611" y="3631"/>
                    <a:pt x="36750" y="6060"/>
                    <a:pt x="31830" y="8475"/>
                  </a:cubicBezTo>
                  <a:cubicBezTo>
                    <a:pt x="27244" y="10725"/>
                    <a:pt x="22624" y="12692"/>
                    <a:pt x="17724" y="13463"/>
                  </a:cubicBezTo>
                  <a:cubicBezTo>
                    <a:pt x="15802" y="13765"/>
                    <a:pt x="13860" y="13942"/>
                    <a:pt x="11920" y="13942"/>
                  </a:cubicBezTo>
                  <a:cubicBezTo>
                    <a:pt x="10234" y="13942"/>
                    <a:pt x="8549" y="13808"/>
                    <a:pt x="6879" y="13505"/>
                  </a:cubicBezTo>
                  <a:cubicBezTo>
                    <a:pt x="4515" y="13077"/>
                    <a:pt x="2162" y="12285"/>
                    <a:pt x="0" y="10984"/>
                  </a:cubicBezTo>
                  <a:lnTo>
                    <a:pt x="0" y="18944"/>
                  </a:lnTo>
                  <a:cubicBezTo>
                    <a:pt x="1762" y="19024"/>
                    <a:pt x="3523" y="19075"/>
                    <a:pt x="5283" y="19075"/>
                  </a:cubicBezTo>
                  <a:cubicBezTo>
                    <a:pt x="9227" y="19075"/>
                    <a:pt x="13162" y="18820"/>
                    <a:pt x="17071" y="18072"/>
                  </a:cubicBezTo>
                  <a:cubicBezTo>
                    <a:pt x="21981" y="17133"/>
                    <a:pt x="26589" y="15270"/>
                    <a:pt x="30996" y="12374"/>
                  </a:cubicBezTo>
                  <a:cubicBezTo>
                    <a:pt x="33739" y="10570"/>
                    <a:pt x="36781" y="9886"/>
                    <a:pt x="39837" y="9886"/>
                  </a:cubicBezTo>
                  <a:cubicBezTo>
                    <a:pt x="40660" y="9886"/>
                    <a:pt x="41484" y="9936"/>
                    <a:pt x="42304" y="10026"/>
                  </a:cubicBezTo>
                  <a:cubicBezTo>
                    <a:pt x="50992" y="10985"/>
                    <a:pt x="59004" y="15789"/>
                    <a:pt x="67420" y="18291"/>
                  </a:cubicBezTo>
                  <a:cubicBezTo>
                    <a:pt x="72853" y="19907"/>
                    <a:pt x="78486" y="20812"/>
                    <a:pt x="84058" y="21107"/>
                  </a:cubicBezTo>
                  <a:cubicBezTo>
                    <a:pt x="85055" y="21160"/>
                    <a:pt x="86060" y="21196"/>
                    <a:pt x="87066" y="21196"/>
                  </a:cubicBezTo>
                  <a:cubicBezTo>
                    <a:pt x="89207" y="21196"/>
                    <a:pt x="91355" y="21031"/>
                    <a:pt x="93446" y="20508"/>
                  </a:cubicBezTo>
                  <a:cubicBezTo>
                    <a:pt x="95522" y="19989"/>
                    <a:pt x="98275" y="18989"/>
                    <a:pt x="98894" y="16049"/>
                  </a:cubicBezTo>
                  <a:cubicBezTo>
                    <a:pt x="99594" y="12721"/>
                    <a:pt x="97265" y="10188"/>
                    <a:pt x="95270" y="8623"/>
                  </a:cubicBezTo>
                  <a:cubicBezTo>
                    <a:pt x="92667" y="6581"/>
                    <a:pt x="89709" y="5268"/>
                    <a:pt x="86790" y="4165"/>
                  </a:cubicBezTo>
                  <a:cubicBezTo>
                    <a:pt x="79711" y="1489"/>
                    <a:pt x="72404" y="0"/>
                    <a:pt x="6502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5"/>
            <p:cNvSpPr/>
            <p:nvPr/>
          </p:nvSpPr>
          <p:spPr>
            <a:xfrm flipH="1" rot="10800000">
              <a:off x="-89221" y="2683898"/>
              <a:ext cx="8386467" cy="1819876"/>
            </a:xfrm>
            <a:custGeom>
              <a:rect b="b" l="l" r="r" t="t"/>
              <a:pathLst>
                <a:path extrusionOk="0" h="45477" w="209570">
                  <a:moveTo>
                    <a:pt x="173399" y="0"/>
                  </a:moveTo>
                  <a:cubicBezTo>
                    <a:pt x="171819" y="0"/>
                    <a:pt x="170239" y="33"/>
                    <a:pt x="168661" y="80"/>
                  </a:cubicBezTo>
                  <a:cubicBezTo>
                    <a:pt x="164324" y="208"/>
                    <a:pt x="160018" y="528"/>
                    <a:pt x="155729" y="1390"/>
                  </a:cubicBezTo>
                  <a:cubicBezTo>
                    <a:pt x="151776" y="2184"/>
                    <a:pt x="147874" y="3386"/>
                    <a:pt x="144099" y="5071"/>
                  </a:cubicBezTo>
                  <a:cubicBezTo>
                    <a:pt x="140139" y="6838"/>
                    <a:pt x="136425" y="9227"/>
                    <a:pt x="132734" y="11745"/>
                  </a:cubicBezTo>
                  <a:cubicBezTo>
                    <a:pt x="125453" y="16714"/>
                    <a:pt x="118372" y="22168"/>
                    <a:pt x="110478" y="25489"/>
                  </a:cubicBezTo>
                  <a:cubicBezTo>
                    <a:pt x="104010" y="28211"/>
                    <a:pt x="97197" y="29287"/>
                    <a:pt x="90399" y="29287"/>
                  </a:cubicBezTo>
                  <a:cubicBezTo>
                    <a:pt x="89168" y="29287"/>
                    <a:pt x="87937" y="29252"/>
                    <a:pt x="86709" y="29185"/>
                  </a:cubicBezTo>
                  <a:cubicBezTo>
                    <a:pt x="70235" y="28285"/>
                    <a:pt x="53959" y="22404"/>
                    <a:pt x="38422" y="15780"/>
                  </a:cubicBezTo>
                  <a:cubicBezTo>
                    <a:pt x="34245" y="13999"/>
                    <a:pt x="30113" y="12729"/>
                    <a:pt x="25697" y="12479"/>
                  </a:cubicBezTo>
                  <a:cubicBezTo>
                    <a:pt x="24449" y="12409"/>
                    <a:pt x="23202" y="12379"/>
                    <a:pt x="21954" y="12379"/>
                  </a:cubicBezTo>
                  <a:cubicBezTo>
                    <a:pt x="18881" y="12379"/>
                    <a:pt x="15809" y="12558"/>
                    <a:pt x="12741" y="12746"/>
                  </a:cubicBezTo>
                  <a:cubicBezTo>
                    <a:pt x="9315" y="12958"/>
                    <a:pt x="5883" y="13109"/>
                    <a:pt x="2471" y="13588"/>
                  </a:cubicBezTo>
                  <a:cubicBezTo>
                    <a:pt x="1651" y="13702"/>
                    <a:pt x="825" y="13831"/>
                    <a:pt x="0" y="13986"/>
                  </a:cubicBezTo>
                  <a:lnTo>
                    <a:pt x="0" y="21931"/>
                  </a:lnTo>
                  <a:cubicBezTo>
                    <a:pt x="3093" y="20622"/>
                    <a:pt x="6277" y="19799"/>
                    <a:pt x="9551" y="19799"/>
                  </a:cubicBezTo>
                  <a:cubicBezTo>
                    <a:pt x="10632" y="19799"/>
                    <a:pt x="11722" y="19889"/>
                    <a:pt x="12823" y="20080"/>
                  </a:cubicBezTo>
                  <a:cubicBezTo>
                    <a:pt x="20488" y="21419"/>
                    <a:pt x="27144" y="26632"/>
                    <a:pt x="33499" y="31891"/>
                  </a:cubicBezTo>
                  <a:cubicBezTo>
                    <a:pt x="45486" y="41811"/>
                    <a:pt x="59912" y="45476"/>
                    <a:pt x="74081" y="45476"/>
                  </a:cubicBezTo>
                  <a:cubicBezTo>
                    <a:pt x="74665" y="45476"/>
                    <a:pt x="75248" y="45470"/>
                    <a:pt x="75831" y="45458"/>
                  </a:cubicBezTo>
                  <a:cubicBezTo>
                    <a:pt x="90804" y="45142"/>
                    <a:pt x="106177" y="41401"/>
                    <a:pt x="119282" y="31968"/>
                  </a:cubicBezTo>
                  <a:cubicBezTo>
                    <a:pt x="125990" y="27139"/>
                    <a:pt x="132221" y="21338"/>
                    <a:pt x="138817" y="16271"/>
                  </a:cubicBezTo>
                  <a:cubicBezTo>
                    <a:pt x="142143" y="13714"/>
                    <a:pt x="145448" y="11379"/>
                    <a:pt x="149316" y="10440"/>
                  </a:cubicBezTo>
                  <a:cubicBezTo>
                    <a:pt x="150812" y="10078"/>
                    <a:pt x="152323" y="9917"/>
                    <a:pt x="153836" y="9917"/>
                  </a:cubicBezTo>
                  <a:cubicBezTo>
                    <a:pt x="155625" y="9917"/>
                    <a:pt x="157416" y="10142"/>
                    <a:pt x="159185" y="10527"/>
                  </a:cubicBezTo>
                  <a:cubicBezTo>
                    <a:pt x="162983" y="11352"/>
                    <a:pt x="166672" y="12839"/>
                    <a:pt x="170334" y="14321"/>
                  </a:cubicBezTo>
                  <a:cubicBezTo>
                    <a:pt x="174482" y="15997"/>
                    <a:pt x="178713" y="17383"/>
                    <a:pt x="182992" y="18407"/>
                  </a:cubicBezTo>
                  <a:cubicBezTo>
                    <a:pt x="186653" y="19282"/>
                    <a:pt x="190426" y="19787"/>
                    <a:pt x="194193" y="19787"/>
                  </a:cubicBezTo>
                  <a:cubicBezTo>
                    <a:pt x="197694" y="19787"/>
                    <a:pt x="201190" y="19351"/>
                    <a:pt x="204587" y="18369"/>
                  </a:cubicBezTo>
                  <a:cubicBezTo>
                    <a:pt x="206831" y="17721"/>
                    <a:pt x="209570" y="16218"/>
                    <a:pt x="208195" y="12736"/>
                  </a:cubicBezTo>
                  <a:cubicBezTo>
                    <a:pt x="207019" y="9759"/>
                    <a:pt x="203809" y="8201"/>
                    <a:pt x="201535" y="7001"/>
                  </a:cubicBezTo>
                  <a:cubicBezTo>
                    <a:pt x="195238" y="3676"/>
                    <a:pt x="188684" y="1200"/>
                    <a:pt x="181872" y="426"/>
                  </a:cubicBezTo>
                  <a:cubicBezTo>
                    <a:pt x="179055" y="106"/>
                    <a:pt x="176227" y="0"/>
                    <a:pt x="173399"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5"/>
            <p:cNvSpPr/>
            <p:nvPr/>
          </p:nvSpPr>
          <p:spPr>
            <a:xfrm flipH="1" rot="10800000">
              <a:off x="-89101" y="3083938"/>
              <a:ext cx="819678" cy="314658"/>
            </a:xfrm>
            <a:custGeom>
              <a:rect b="b" l="l" r="r" t="t"/>
              <a:pathLst>
                <a:path extrusionOk="0" h="7863" w="20483">
                  <a:moveTo>
                    <a:pt x="10679" y="1"/>
                  </a:moveTo>
                  <a:cubicBezTo>
                    <a:pt x="7200" y="1"/>
                    <a:pt x="3530" y="930"/>
                    <a:pt x="0" y="1036"/>
                  </a:cubicBezTo>
                  <a:lnTo>
                    <a:pt x="0" y="7210"/>
                  </a:lnTo>
                  <a:cubicBezTo>
                    <a:pt x="73" y="7210"/>
                    <a:pt x="146" y="7210"/>
                    <a:pt x="218" y="7210"/>
                  </a:cubicBezTo>
                  <a:cubicBezTo>
                    <a:pt x="2966" y="7210"/>
                    <a:pt x="5723" y="7366"/>
                    <a:pt x="8473" y="7532"/>
                  </a:cubicBezTo>
                  <a:cubicBezTo>
                    <a:pt x="10471" y="7652"/>
                    <a:pt x="12481" y="7858"/>
                    <a:pt x="14482" y="7862"/>
                  </a:cubicBezTo>
                  <a:cubicBezTo>
                    <a:pt x="14579" y="7862"/>
                    <a:pt x="14677" y="7863"/>
                    <a:pt x="14776" y="7863"/>
                  </a:cubicBezTo>
                  <a:cubicBezTo>
                    <a:pt x="16107" y="7863"/>
                    <a:pt x="17589" y="7805"/>
                    <a:pt x="18794" y="7093"/>
                  </a:cubicBezTo>
                  <a:cubicBezTo>
                    <a:pt x="20483" y="6096"/>
                    <a:pt x="19330" y="4228"/>
                    <a:pt x="18366" y="3075"/>
                  </a:cubicBezTo>
                  <a:cubicBezTo>
                    <a:pt x="16959" y="1395"/>
                    <a:pt x="15150" y="529"/>
                    <a:pt x="13253" y="203"/>
                  </a:cubicBezTo>
                  <a:cubicBezTo>
                    <a:pt x="12410" y="59"/>
                    <a:pt x="11551" y="1"/>
                    <a:pt x="10679"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5"/>
            <p:cNvSpPr/>
            <p:nvPr/>
          </p:nvSpPr>
          <p:spPr>
            <a:xfrm flipH="1" rot="10800000">
              <a:off x="-89101" y="1727069"/>
              <a:ext cx="9361694" cy="2012360"/>
            </a:xfrm>
            <a:custGeom>
              <a:rect b="b" l="l" r="r" t="t"/>
              <a:pathLst>
                <a:path extrusionOk="0" h="50287" w="233940">
                  <a:moveTo>
                    <a:pt x="233940" y="0"/>
                  </a:moveTo>
                  <a:cubicBezTo>
                    <a:pt x="230479" y="1532"/>
                    <a:pt x="227264" y="3838"/>
                    <a:pt x="224035" y="6016"/>
                  </a:cubicBezTo>
                  <a:cubicBezTo>
                    <a:pt x="219999" y="8735"/>
                    <a:pt x="215918" y="11195"/>
                    <a:pt x="211510" y="12795"/>
                  </a:cubicBezTo>
                  <a:cubicBezTo>
                    <a:pt x="205977" y="14804"/>
                    <a:pt x="200252" y="15619"/>
                    <a:pt x="194517" y="15619"/>
                  </a:cubicBezTo>
                  <a:cubicBezTo>
                    <a:pt x="191019" y="15619"/>
                    <a:pt x="187518" y="15316"/>
                    <a:pt x="184053" y="14796"/>
                  </a:cubicBezTo>
                  <a:cubicBezTo>
                    <a:pt x="174879" y="13417"/>
                    <a:pt x="165892" y="10575"/>
                    <a:pt x="156983" y="7553"/>
                  </a:cubicBezTo>
                  <a:cubicBezTo>
                    <a:pt x="154186" y="6603"/>
                    <a:pt x="151295" y="5923"/>
                    <a:pt x="148402" y="5923"/>
                  </a:cubicBezTo>
                  <a:cubicBezTo>
                    <a:pt x="147105" y="5923"/>
                    <a:pt x="145807" y="6060"/>
                    <a:pt x="144518" y="6370"/>
                  </a:cubicBezTo>
                  <a:cubicBezTo>
                    <a:pt x="141010" y="7213"/>
                    <a:pt x="137841" y="9316"/>
                    <a:pt x="134862" y="11732"/>
                  </a:cubicBezTo>
                  <a:cubicBezTo>
                    <a:pt x="131415" y="14529"/>
                    <a:pt x="128149" y="17665"/>
                    <a:pt x="124700" y="20457"/>
                  </a:cubicBezTo>
                  <a:cubicBezTo>
                    <a:pt x="120681" y="23709"/>
                    <a:pt x="116461" y="26565"/>
                    <a:pt x="112085" y="28971"/>
                  </a:cubicBezTo>
                  <a:cubicBezTo>
                    <a:pt x="103869" y="33488"/>
                    <a:pt x="95132" y="36387"/>
                    <a:pt x="86236" y="37674"/>
                  </a:cubicBezTo>
                  <a:cubicBezTo>
                    <a:pt x="82434" y="38224"/>
                    <a:pt x="78620" y="38471"/>
                    <a:pt x="74803" y="38471"/>
                  </a:cubicBezTo>
                  <a:cubicBezTo>
                    <a:pt x="58405" y="38471"/>
                    <a:pt x="41951" y="33908"/>
                    <a:pt x="26125" y="29171"/>
                  </a:cubicBezTo>
                  <a:cubicBezTo>
                    <a:pt x="17408" y="26561"/>
                    <a:pt x="8732" y="23693"/>
                    <a:pt x="0" y="21148"/>
                  </a:cubicBezTo>
                  <a:lnTo>
                    <a:pt x="0" y="30371"/>
                  </a:lnTo>
                  <a:cubicBezTo>
                    <a:pt x="3472" y="33108"/>
                    <a:pt x="7489" y="35009"/>
                    <a:pt x="11115" y="36595"/>
                  </a:cubicBezTo>
                  <a:cubicBezTo>
                    <a:pt x="17532" y="39404"/>
                    <a:pt x="24220" y="41608"/>
                    <a:pt x="30929" y="42938"/>
                  </a:cubicBezTo>
                  <a:cubicBezTo>
                    <a:pt x="38228" y="44386"/>
                    <a:pt x="45630" y="44923"/>
                    <a:pt x="53022" y="44923"/>
                  </a:cubicBezTo>
                  <a:cubicBezTo>
                    <a:pt x="55748" y="44923"/>
                    <a:pt x="58473" y="44850"/>
                    <a:pt x="61191" y="44723"/>
                  </a:cubicBezTo>
                  <a:cubicBezTo>
                    <a:pt x="71533" y="44237"/>
                    <a:pt x="81978" y="43258"/>
                    <a:pt x="92233" y="41498"/>
                  </a:cubicBezTo>
                  <a:cubicBezTo>
                    <a:pt x="102742" y="39694"/>
                    <a:pt x="112661" y="35767"/>
                    <a:pt x="122701" y="31597"/>
                  </a:cubicBezTo>
                  <a:cubicBezTo>
                    <a:pt x="132437" y="27557"/>
                    <a:pt x="142206" y="24207"/>
                    <a:pt x="152521" y="24092"/>
                  </a:cubicBezTo>
                  <a:cubicBezTo>
                    <a:pt x="152754" y="24089"/>
                    <a:pt x="152988" y="24088"/>
                    <a:pt x="153222" y="24088"/>
                  </a:cubicBezTo>
                  <a:cubicBezTo>
                    <a:pt x="163194" y="24088"/>
                    <a:pt x="173100" y="26520"/>
                    <a:pt x="182555" y="30450"/>
                  </a:cubicBezTo>
                  <a:cubicBezTo>
                    <a:pt x="187610" y="32550"/>
                    <a:pt x="192565" y="35025"/>
                    <a:pt x="197604" y="37193"/>
                  </a:cubicBezTo>
                  <a:cubicBezTo>
                    <a:pt x="202625" y="39352"/>
                    <a:pt x="207681" y="41382"/>
                    <a:pt x="212770" y="43265"/>
                  </a:cubicBezTo>
                  <a:cubicBezTo>
                    <a:pt x="219747" y="45846"/>
                    <a:pt x="226825" y="48256"/>
                    <a:pt x="233940" y="50286"/>
                  </a:cubicBezTo>
                  <a:lnTo>
                    <a:pt x="233940" y="34729"/>
                  </a:lnTo>
                  <a:cubicBezTo>
                    <a:pt x="233339" y="34539"/>
                    <a:pt x="232731" y="34368"/>
                    <a:pt x="232112" y="34224"/>
                  </a:cubicBezTo>
                  <a:cubicBezTo>
                    <a:pt x="229270" y="33551"/>
                    <a:pt x="226381" y="33250"/>
                    <a:pt x="223499" y="32996"/>
                  </a:cubicBezTo>
                  <a:cubicBezTo>
                    <a:pt x="219753" y="32668"/>
                    <a:pt x="216005" y="32333"/>
                    <a:pt x="212261" y="31960"/>
                  </a:cubicBezTo>
                  <a:cubicBezTo>
                    <a:pt x="208072" y="31543"/>
                    <a:pt x="203886" y="31089"/>
                    <a:pt x="199705" y="30539"/>
                  </a:cubicBezTo>
                  <a:cubicBezTo>
                    <a:pt x="195713" y="30014"/>
                    <a:pt x="191661" y="29550"/>
                    <a:pt x="187710" y="28635"/>
                  </a:cubicBezTo>
                  <a:cubicBezTo>
                    <a:pt x="184185" y="27821"/>
                    <a:pt x="180587" y="27222"/>
                    <a:pt x="177204" y="25665"/>
                  </a:cubicBezTo>
                  <a:cubicBezTo>
                    <a:pt x="175719" y="24980"/>
                    <a:pt x="173996" y="24080"/>
                    <a:pt x="173054" y="22380"/>
                  </a:cubicBezTo>
                  <a:cubicBezTo>
                    <a:pt x="172381" y="21164"/>
                    <a:pt x="172300" y="19467"/>
                    <a:pt x="173266" y="18466"/>
                  </a:cubicBezTo>
                  <a:cubicBezTo>
                    <a:pt x="174400" y="17293"/>
                    <a:pt x="176205" y="17248"/>
                    <a:pt x="177591" y="17230"/>
                  </a:cubicBezTo>
                  <a:cubicBezTo>
                    <a:pt x="177667" y="17230"/>
                    <a:pt x="177743" y="17229"/>
                    <a:pt x="177820" y="17229"/>
                  </a:cubicBezTo>
                  <a:cubicBezTo>
                    <a:pt x="179957" y="17229"/>
                    <a:pt x="182098" y="17572"/>
                    <a:pt x="184206" y="17983"/>
                  </a:cubicBezTo>
                  <a:cubicBezTo>
                    <a:pt x="186167" y="18365"/>
                    <a:pt x="188113" y="18845"/>
                    <a:pt x="190056" y="19342"/>
                  </a:cubicBezTo>
                  <a:cubicBezTo>
                    <a:pt x="192155" y="19880"/>
                    <a:pt x="194290" y="20178"/>
                    <a:pt x="196416" y="20482"/>
                  </a:cubicBezTo>
                  <a:cubicBezTo>
                    <a:pt x="200378" y="21047"/>
                    <a:pt x="204372" y="21430"/>
                    <a:pt x="208364" y="21430"/>
                  </a:cubicBezTo>
                  <a:cubicBezTo>
                    <a:pt x="209889" y="21430"/>
                    <a:pt x="211413" y="21374"/>
                    <a:pt x="212936" y="21251"/>
                  </a:cubicBezTo>
                  <a:cubicBezTo>
                    <a:pt x="218320" y="20818"/>
                    <a:pt x="223791" y="19532"/>
                    <a:pt x="228641" y="16425"/>
                  </a:cubicBezTo>
                  <a:cubicBezTo>
                    <a:pt x="230586" y="15179"/>
                    <a:pt x="232358" y="13636"/>
                    <a:pt x="233940" y="11842"/>
                  </a:cubicBezTo>
                  <a:lnTo>
                    <a:pt x="233940" y="0"/>
                  </a:ln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5"/>
            <p:cNvSpPr/>
            <p:nvPr/>
          </p:nvSpPr>
          <p:spPr>
            <a:xfrm flipH="1" rot="10800000">
              <a:off x="-88861" y="1308027"/>
              <a:ext cx="5153814" cy="1015564"/>
            </a:xfrm>
            <a:custGeom>
              <a:rect b="b" l="l" r="r" t="t"/>
              <a:pathLst>
                <a:path extrusionOk="0" h="25378" w="128789">
                  <a:moveTo>
                    <a:pt x="125460" y="1"/>
                  </a:moveTo>
                  <a:cubicBezTo>
                    <a:pt x="124112" y="1"/>
                    <a:pt x="122755" y="233"/>
                    <a:pt x="121432" y="495"/>
                  </a:cubicBezTo>
                  <a:cubicBezTo>
                    <a:pt x="117708" y="1235"/>
                    <a:pt x="114038" y="2428"/>
                    <a:pt x="110408" y="3702"/>
                  </a:cubicBezTo>
                  <a:cubicBezTo>
                    <a:pt x="101528" y="6816"/>
                    <a:pt x="92732" y="10293"/>
                    <a:pt x="83787" y="13112"/>
                  </a:cubicBezTo>
                  <a:cubicBezTo>
                    <a:pt x="72182" y="16772"/>
                    <a:pt x="60329" y="19483"/>
                    <a:pt x="48340" y="19746"/>
                  </a:cubicBezTo>
                  <a:cubicBezTo>
                    <a:pt x="47589" y="19762"/>
                    <a:pt x="46838" y="19771"/>
                    <a:pt x="46087" y="19771"/>
                  </a:cubicBezTo>
                  <a:cubicBezTo>
                    <a:pt x="36277" y="19771"/>
                    <a:pt x="26528" y="18319"/>
                    <a:pt x="17277" y="13958"/>
                  </a:cubicBezTo>
                  <a:cubicBezTo>
                    <a:pt x="14817" y="12796"/>
                    <a:pt x="12434" y="11433"/>
                    <a:pt x="10052" y="10038"/>
                  </a:cubicBezTo>
                  <a:cubicBezTo>
                    <a:pt x="7467" y="8528"/>
                    <a:pt x="4765" y="7378"/>
                    <a:pt x="2106" y="6103"/>
                  </a:cubicBezTo>
                  <a:cubicBezTo>
                    <a:pt x="1402" y="5766"/>
                    <a:pt x="699" y="5418"/>
                    <a:pt x="0" y="5056"/>
                  </a:cubicBezTo>
                  <a:lnTo>
                    <a:pt x="0" y="11211"/>
                  </a:lnTo>
                  <a:cubicBezTo>
                    <a:pt x="4701" y="13100"/>
                    <a:pt x="9362" y="15161"/>
                    <a:pt x="14041" y="17090"/>
                  </a:cubicBezTo>
                  <a:cubicBezTo>
                    <a:pt x="16400" y="18063"/>
                    <a:pt x="18775" y="19117"/>
                    <a:pt x="21195" y="19846"/>
                  </a:cubicBezTo>
                  <a:cubicBezTo>
                    <a:pt x="23656" y="20587"/>
                    <a:pt x="26170" y="20896"/>
                    <a:pt x="28695" y="21030"/>
                  </a:cubicBezTo>
                  <a:cubicBezTo>
                    <a:pt x="33506" y="21285"/>
                    <a:pt x="38258" y="21488"/>
                    <a:pt x="43036" y="22348"/>
                  </a:cubicBezTo>
                  <a:cubicBezTo>
                    <a:pt x="47992" y="23241"/>
                    <a:pt x="52914" y="24461"/>
                    <a:pt x="57900" y="25055"/>
                  </a:cubicBezTo>
                  <a:cubicBezTo>
                    <a:pt x="59669" y="25266"/>
                    <a:pt x="61430" y="25377"/>
                    <a:pt x="63185" y="25377"/>
                  </a:cubicBezTo>
                  <a:cubicBezTo>
                    <a:pt x="66528" y="25377"/>
                    <a:pt x="69851" y="24974"/>
                    <a:pt x="73168" y="24091"/>
                  </a:cubicBezTo>
                  <a:cubicBezTo>
                    <a:pt x="82572" y="21585"/>
                    <a:pt x="91311" y="16379"/>
                    <a:pt x="100290" y="12209"/>
                  </a:cubicBezTo>
                  <a:cubicBezTo>
                    <a:pt x="102551" y="11159"/>
                    <a:pt x="104832" y="10174"/>
                    <a:pt x="107142" y="9317"/>
                  </a:cubicBezTo>
                  <a:cubicBezTo>
                    <a:pt x="109515" y="8437"/>
                    <a:pt x="111919" y="7831"/>
                    <a:pt x="114326" y="7132"/>
                  </a:cubicBezTo>
                  <a:cubicBezTo>
                    <a:pt x="119263" y="5699"/>
                    <a:pt x="123997" y="3389"/>
                    <a:pt x="128789" y="1350"/>
                  </a:cubicBezTo>
                  <a:cubicBezTo>
                    <a:pt x="128436" y="255"/>
                    <a:pt x="127130" y="101"/>
                    <a:pt x="126329" y="35"/>
                  </a:cubicBezTo>
                  <a:cubicBezTo>
                    <a:pt x="126040" y="12"/>
                    <a:pt x="125750" y="1"/>
                    <a:pt x="125460"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5"/>
            <p:cNvSpPr/>
            <p:nvPr/>
          </p:nvSpPr>
          <p:spPr>
            <a:xfrm flipH="1" rot="10800000">
              <a:off x="-89101" y="-101856"/>
              <a:ext cx="949935" cy="459281"/>
            </a:xfrm>
            <a:custGeom>
              <a:rect b="b" l="l" r="r" t="t"/>
              <a:pathLst>
                <a:path extrusionOk="0" h="11477" w="23738">
                  <a:moveTo>
                    <a:pt x="0" y="0"/>
                  </a:moveTo>
                  <a:lnTo>
                    <a:pt x="0" y="7277"/>
                  </a:lnTo>
                  <a:cubicBezTo>
                    <a:pt x="3475" y="8436"/>
                    <a:pt x="6937" y="9675"/>
                    <a:pt x="10474" y="10467"/>
                  </a:cubicBezTo>
                  <a:cubicBezTo>
                    <a:pt x="12599" y="10942"/>
                    <a:pt x="14945" y="11477"/>
                    <a:pt x="17230" y="11477"/>
                  </a:cubicBezTo>
                  <a:cubicBezTo>
                    <a:pt x="18607" y="11477"/>
                    <a:pt x="19963" y="11282"/>
                    <a:pt x="21233" y="10762"/>
                  </a:cubicBezTo>
                  <a:cubicBezTo>
                    <a:pt x="22964" y="10052"/>
                    <a:pt x="23737" y="8373"/>
                    <a:pt x="22783" y="6233"/>
                  </a:cubicBezTo>
                  <a:cubicBezTo>
                    <a:pt x="21854" y="4148"/>
                    <a:pt x="19780" y="3350"/>
                    <a:pt x="18049" y="2892"/>
                  </a:cubicBezTo>
                  <a:cubicBezTo>
                    <a:pt x="14044" y="1834"/>
                    <a:pt x="9964" y="2398"/>
                    <a:pt x="5923" y="1958"/>
                  </a:cubicBezTo>
                  <a:cubicBezTo>
                    <a:pt x="3848" y="1734"/>
                    <a:pt x="1868" y="1036"/>
                    <a:pt x="0"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5"/>
            <p:cNvSpPr/>
            <p:nvPr/>
          </p:nvSpPr>
          <p:spPr>
            <a:xfrm flipH="1" rot="10800000">
              <a:off x="-89101" y="-219285"/>
              <a:ext cx="9361814" cy="2217890"/>
            </a:xfrm>
            <a:custGeom>
              <a:rect b="b" l="l" r="r" t="t"/>
              <a:pathLst>
                <a:path extrusionOk="0" h="55423" w="233943">
                  <a:moveTo>
                    <a:pt x="144772" y="1"/>
                  </a:moveTo>
                  <a:cubicBezTo>
                    <a:pt x="142102" y="1"/>
                    <a:pt x="139431" y="96"/>
                    <a:pt x="136766" y="286"/>
                  </a:cubicBezTo>
                  <a:cubicBezTo>
                    <a:pt x="128012" y="909"/>
                    <a:pt x="119276" y="2552"/>
                    <a:pt x="110812" y="5489"/>
                  </a:cubicBezTo>
                  <a:cubicBezTo>
                    <a:pt x="106624" y="6944"/>
                    <a:pt x="102575" y="8874"/>
                    <a:pt x="98468" y="10653"/>
                  </a:cubicBezTo>
                  <a:cubicBezTo>
                    <a:pt x="93953" y="12609"/>
                    <a:pt x="89399" y="14424"/>
                    <a:pt x="84794" y="16010"/>
                  </a:cubicBezTo>
                  <a:cubicBezTo>
                    <a:pt x="74251" y="19642"/>
                    <a:pt x="63428" y="21981"/>
                    <a:pt x="52620" y="21981"/>
                  </a:cubicBezTo>
                  <a:cubicBezTo>
                    <a:pt x="45059" y="21981"/>
                    <a:pt x="37505" y="20836"/>
                    <a:pt x="30059" y="18189"/>
                  </a:cubicBezTo>
                  <a:cubicBezTo>
                    <a:pt x="25579" y="16596"/>
                    <a:pt x="21178" y="14667"/>
                    <a:pt x="16828" y="12578"/>
                  </a:cubicBezTo>
                  <a:cubicBezTo>
                    <a:pt x="12514" y="10509"/>
                    <a:pt x="8272" y="8266"/>
                    <a:pt x="3815" y="6712"/>
                  </a:cubicBezTo>
                  <a:cubicBezTo>
                    <a:pt x="2549" y="6272"/>
                    <a:pt x="1276" y="5888"/>
                    <a:pt x="0" y="5548"/>
                  </a:cubicBezTo>
                  <a:lnTo>
                    <a:pt x="0" y="23614"/>
                  </a:lnTo>
                  <a:cubicBezTo>
                    <a:pt x="12657" y="29572"/>
                    <a:pt x="26166" y="33013"/>
                    <a:pt x="39600" y="33024"/>
                  </a:cubicBezTo>
                  <a:cubicBezTo>
                    <a:pt x="39625" y="33024"/>
                    <a:pt x="39649" y="33024"/>
                    <a:pt x="39674" y="33024"/>
                  </a:cubicBezTo>
                  <a:cubicBezTo>
                    <a:pt x="43920" y="33024"/>
                    <a:pt x="48167" y="32654"/>
                    <a:pt x="52367" y="31843"/>
                  </a:cubicBezTo>
                  <a:cubicBezTo>
                    <a:pt x="54553" y="31420"/>
                    <a:pt x="56709" y="30737"/>
                    <a:pt x="58881" y="30217"/>
                  </a:cubicBezTo>
                  <a:cubicBezTo>
                    <a:pt x="61539" y="29579"/>
                    <a:pt x="64252" y="29008"/>
                    <a:pt x="66965" y="29005"/>
                  </a:cubicBezTo>
                  <a:cubicBezTo>
                    <a:pt x="66982" y="29005"/>
                    <a:pt x="66999" y="29005"/>
                    <a:pt x="67017" y="29005"/>
                  </a:cubicBezTo>
                  <a:cubicBezTo>
                    <a:pt x="68762" y="29005"/>
                    <a:pt x="71102" y="29156"/>
                    <a:pt x="72309" y="31005"/>
                  </a:cubicBezTo>
                  <a:cubicBezTo>
                    <a:pt x="73261" y="32464"/>
                    <a:pt x="73035" y="34779"/>
                    <a:pt x="72433" y="36381"/>
                  </a:cubicBezTo>
                  <a:cubicBezTo>
                    <a:pt x="71760" y="38175"/>
                    <a:pt x="70452" y="39418"/>
                    <a:pt x="69067" y="40261"/>
                  </a:cubicBezTo>
                  <a:cubicBezTo>
                    <a:pt x="65139" y="42655"/>
                    <a:pt x="60371" y="42850"/>
                    <a:pt x="56096" y="42852"/>
                  </a:cubicBezTo>
                  <a:cubicBezTo>
                    <a:pt x="56089" y="42852"/>
                    <a:pt x="56082" y="42852"/>
                    <a:pt x="56075" y="42852"/>
                  </a:cubicBezTo>
                  <a:cubicBezTo>
                    <a:pt x="46902" y="42852"/>
                    <a:pt x="37792" y="41022"/>
                    <a:pt x="28834" y="38660"/>
                  </a:cubicBezTo>
                  <a:cubicBezTo>
                    <a:pt x="19225" y="36125"/>
                    <a:pt x="9684" y="33151"/>
                    <a:pt x="0" y="31087"/>
                  </a:cubicBezTo>
                  <a:lnTo>
                    <a:pt x="0" y="40459"/>
                  </a:lnTo>
                  <a:cubicBezTo>
                    <a:pt x="415" y="40687"/>
                    <a:pt x="838" y="40900"/>
                    <a:pt x="1269" y="41094"/>
                  </a:cubicBezTo>
                  <a:cubicBezTo>
                    <a:pt x="3834" y="42246"/>
                    <a:pt x="6360" y="42550"/>
                    <a:pt x="9049" y="42595"/>
                  </a:cubicBezTo>
                  <a:cubicBezTo>
                    <a:pt x="11321" y="42632"/>
                    <a:pt x="13601" y="42650"/>
                    <a:pt x="15862" y="42966"/>
                  </a:cubicBezTo>
                  <a:cubicBezTo>
                    <a:pt x="17766" y="43232"/>
                    <a:pt x="19811" y="43645"/>
                    <a:pt x="21476" y="44925"/>
                  </a:cubicBezTo>
                  <a:cubicBezTo>
                    <a:pt x="22689" y="45858"/>
                    <a:pt x="23822" y="47631"/>
                    <a:pt x="23620" y="49546"/>
                  </a:cubicBezTo>
                  <a:cubicBezTo>
                    <a:pt x="23450" y="51198"/>
                    <a:pt x="22153" y="51995"/>
                    <a:pt x="21013" y="52388"/>
                  </a:cubicBezTo>
                  <a:cubicBezTo>
                    <a:pt x="19769" y="52816"/>
                    <a:pt x="18468" y="52983"/>
                    <a:pt x="17149" y="52983"/>
                  </a:cubicBezTo>
                  <a:cubicBezTo>
                    <a:pt x="14678" y="52983"/>
                    <a:pt x="12147" y="52396"/>
                    <a:pt x="9822" y="51845"/>
                  </a:cubicBezTo>
                  <a:cubicBezTo>
                    <a:pt x="6510" y="51059"/>
                    <a:pt x="3259" y="49899"/>
                    <a:pt x="0" y="48810"/>
                  </a:cubicBezTo>
                  <a:lnTo>
                    <a:pt x="0" y="54602"/>
                  </a:lnTo>
                  <a:cubicBezTo>
                    <a:pt x="5036" y="55007"/>
                    <a:pt x="10079" y="55225"/>
                    <a:pt x="15119" y="55348"/>
                  </a:cubicBezTo>
                  <a:cubicBezTo>
                    <a:pt x="17082" y="55396"/>
                    <a:pt x="19048" y="55423"/>
                    <a:pt x="21015" y="55423"/>
                  </a:cubicBezTo>
                  <a:cubicBezTo>
                    <a:pt x="29997" y="55423"/>
                    <a:pt x="38994" y="54866"/>
                    <a:pt x="47880" y="53219"/>
                  </a:cubicBezTo>
                  <a:cubicBezTo>
                    <a:pt x="52943" y="52282"/>
                    <a:pt x="58028" y="51048"/>
                    <a:pt x="62912" y="49101"/>
                  </a:cubicBezTo>
                  <a:cubicBezTo>
                    <a:pt x="67581" y="47240"/>
                    <a:pt x="72025" y="44594"/>
                    <a:pt x="76326" y="41657"/>
                  </a:cubicBezTo>
                  <a:cubicBezTo>
                    <a:pt x="84683" y="35949"/>
                    <a:pt x="92557" y="29085"/>
                    <a:pt x="101261" y="24207"/>
                  </a:cubicBezTo>
                  <a:cubicBezTo>
                    <a:pt x="110109" y="19249"/>
                    <a:pt x="119692" y="17446"/>
                    <a:pt x="129288" y="16670"/>
                  </a:cubicBezTo>
                  <a:cubicBezTo>
                    <a:pt x="132649" y="16399"/>
                    <a:pt x="136013" y="16271"/>
                    <a:pt x="139377" y="16271"/>
                  </a:cubicBezTo>
                  <a:cubicBezTo>
                    <a:pt x="157478" y="16271"/>
                    <a:pt x="175585" y="19963"/>
                    <a:pt x="193212" y="24804"/>
                  </a:cubicBezTo>
                  <a:cubicBezTo>
                    <a:pt x="203630" y="27665"/>
                    <a:pt x="214279" y="30372"/>
                    <a:pt x="224304" y="35040"/>
                  </a:cubicBezTo>
                  <a:cubicBezTo>
                    <a:pt x="227597" y="36575"/>
                    <a:pt x="230795" y="38437"/>
                    <a:pt x="233942" y="40411"/>
                  </a:cubicBezTo>
                  <a:lnTo>
                    <a:pt x="233942" y="31703"/>
                  </a:lnTo>
                  <a:cubicBezTo>
                    <a:pt x="228231" y="27859"/>
                    <a:pt x="222155" y="24807"/>
                    <a:pt x="216214" y="21705"/>
                  </a:cubicBezTo>
                  <a:cubicBezTo>
                    <a:pt x="207456" y="17134"/>
                    <a:pt x="198525" y="13002"/>
                    <a:pt x="189487" y="9410"/>
                  </a:cubicBezTo>
                  <a:cubicBezTo>
                    <a:pt x="180687" y="5912"/>
                    <a:pt x="171778" y="2926"/>
                    <a:pt x="162615" y="1437"/>
                  </a:cubicBezTo>
                  <a:cubicBezTo>
                    <a:pt x="156702" y="476"/>
                    <a:pt x="150736" y="1"/>
                    <a:pt x="144772"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5"/>
            <p:cNvSpPr/>
            <p:nvPr/>
          </p:nvSpPr>
          <p:spPr>
            <a:xfrm flipH="1" rot="10800000">
              <a:off x="4312517" y="-1092360"/>
              <a:ext cx="4960169" cy="2176352"/>
            </a:xfrm>
            <a:custGeom>
              <a:rect b="b" l="l" r="r" t="t"/>
              <a:pathLst>
                <a:path extrusionOk="0" h="54385" w="123950">
                  <a:moveTo>
                    <a:pt x="25687" y="0"/>
                  </a:moveTo>
                  <a:cubicBezTo>
                    <a:pt x="25613" y="0"/>
                    <a:pt x="25540" y="0"/>
                    <a:pt x="25467" y="0"/>
                  </a:cubicBezTo>
                  <a:cubicBezTo>
                    <a:pt x="22189" y="8"/>
                    <a:pt x="18895" y="286"/>
                    <a:pt x="15653" y="893"/>
                  </a:cubicBezTo>
                  <a:cubicBezTo>
                    <a:pt x="12106" y="1558"/>
                    <a:pt x="8455" y="2579"/>
                    <a:pt x="5276" y="4757"/>
                  </a:cubicBezTo>
                  <a:cubicBezTo>
                    <a:pt x="2358" y="6754"/>
                    <a:pt x="1" y="10011"/>
                    <a:pt x="133" y="14446"/>
                  </a:cubicBezTo>
                  <a:cubicBezTo>
                    <a:pt x="289" y="19675"/>
                    <a:pt x="3866" y="23250"/>
                    <a:pt x="7286" y="25363"/>
                  </a:cubicBezTo>
                  <a:cubicBezTo>
                    <a:pt x="11223" y="27796"/>
                    <a:pt x="15408" y="28684"/>
                    <a:pt x="19651" y="28684"/>
                  </a:cubicBezTo>
                  <a:cubicBezTo>
                    <a:pt x="25154" y="28684"/>
                    <a:pt x="30756" y="27191"/>
                    <a:pt x="36046" y="25632"/>
                  </a:cubicBezTo>
                  <a:cubicBezTo>
                    <a:pt x="41465" y="24035"/>
                    <a:pt x="46862" y="22167"/>
                    <a:pt x="52380" y="21177"/>
                  </a:cubicBezTo>
                  <a:cubicBezTo>
                    <a:pt x="56587" y="20424"/>
                    <a:pt x="60828" y="20023"/>
                    <a:pt x="65073" y="20023"/>
                  </a:cubicBezTo>
                  <a:cubicBezTo>
                    <a:pt x="66363" y="20023"/>
                    <a:pt x="67654" y="20060"/>
                    <a:pt x="68944" y="20135"/>
                  </a:cubicBezTo>
                  <a:cubicBezTo>
                    <a:pt x="79965" y="20783"/>
                    <a:pt x="90870" y="24103"/>
                    <a:pt x="100937" y="29809"/>
                  </a:cubicBezTo>
                  <a:cubicBezTo>
                    <a:pt x="105755" y="32540"/>
                    <a:pt x="110519" y="35684"/>
                    <a:pt x="114557" y="40038"/>
                  </a:cubicBezTo>
                  <a:cubicBezTo>
                    <a:pt x="118056" y="43811"/>
                    <a:pt x="120978" y="48359"/>
                    <a:pt x="123419" y="53277"/>
                  </a:cubicBezTo>
                  <a:cubicBezTo>
                    <a:pt x="123600" y="53644"/>
                    <a:pt x="123773" y="54016"/>
                    <a:pt x="123950" y="54384"/>
                  </a:cubicBezTo>
                  <a:lnTo>
                    <a:pt x="123950" y="30590"/>
                  </a:lnTo>
                  <a:cubicBezTo>
                    <a:pt x="115011" y="23740"/>
                    <a:pt x="104675" y="20070"/>
                    <a:pt x="94699" y="16430"/>
                  </a:cubicBezTo>
                  <a:cubicBezTo>
                    <a:pt x="83278" y="12265"/>
                    <a:pt x="71945" y="7950"/>
                    <a:pt x="60279" y="4996"/>
                  </a:cubicBezTo>
                  <a:cubicBezTo>
                    <a:pt x="48938" y="2125"/>
                    <a:pt x="37275" y="0"/>
                    <a:pt x="25687"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5"/>
            <p:cNvSpPr/>
            <p:nvPr/>
          </p:nvSpPr>
          <p:spPr>
            <a:xfrm flipH="1" rot="10800000">
              <a:off x="-89101" y="-1670143"/>
              <a:ext cx="4579363" cy="1972262"/>
            </a:xfrm>
            <a:custGeom>
              <a:rect b="b" l="l" r="r" t="t"/>
              <a:pathLst>
                <a:path extrusionOk="0" h="49285" w="114434">
                  <a:moveTo>
                    <a:pt x="97111" y="0"/>
                  </a:moveTo>
                  <a:cubicBezTo>
                    <a:pt x="92375" y="0"/>
                    <a:pt x="88229" y="4066"/>
                    <a:pt x="85079" y="8725"/>
                  </a:cubicBezTo>
                  <a:cubicBezTo>
                    <a:pt x="81036" y="14698"/>
                    <a:pt x="78056" y="22263"/>
                    <a:pt x="72346" y="26006"/>
                  </a:cubicBezTo>
                  <a:cubicBezTo>
                    <a:pt x="69011" y="28192"/>
                    <a:pt x="65286" y="29191"/>
                    <a:pt x="61597" y="29874"/>
                  </a:cubicBezTo>
                  <a:cubicBezTo>
                    <a:pt x="57172" y="30696"/>
                    <a:pt x="52733" y="31343"/>
                    <a:pt x="48270" y="31736"/>
                  </a:cubicBezTo>
                  <a:cubicBezTo>
                    <a:pt x="43819" y="32127"/>
                    <a:pt x="39334" y="32342"/>
                    <a:pt x="34849" y="32342"/>
                  </a:cubicBezTo>
                  <a:cubicBezTo>
                    <a:pt x="29827" y="32342"/>
                    <a:pt x="24804" y="32073"/>
                    <a:pt x="19828" y="31484"/>
                  </a:cubicBezTo>
                  <a:cubicBezTo>
                    <a:pt x="13156" y="30694"/>
                    <a:pt x="6527" y="29288"/>
                    <a:pt x="0" y="27342"/>
                  </a:cubicBezTo>
                  <a:lnTo>
                    <a:pt x="0" y="45284"/>
                  </a:lnTo>
                  <a:cubicBezTo>
                    <a:pt x="0" y="47494"/>
                    <a:pt x="1415" y="49285"/>
                    <a:pt x="3161" y="49285"/>
                  </a:cubicBezTo>
                  <a:lnTo>
                    <a:pt x="54554" y="49285"/>
                  </a:lnTo>
                  <a:cubicBezTo>
                    <a:pt x="57524" y="43691"/>
                    <a:pt x="61460" y="38933"/>
                    <a:pt x="66165" y="35699"/>
                  </a:cubicBezTo>
                  <a:cubicBezTo>
                    <a:pt x="74007" y="30307"/>
                    <a:pt x="82814" y="29860"/>
                    <a:pt x="91444" y="28199"/>
                  </a:cubicBezTo>
                  <a:cubicBezTo>
                    <a:pt x="94850" y="27544"/>
                    <a:pt x="98284" y="26656"/>
                    <a:pt x="101576" y="25345"/>
                  </a:cubicBezTo>
                  <a:cubicBezTo>
                    <a:pt x="104402" y="24220"/>
                    <a:pt x="107468" y="22637"/>
                    <a:pt x="109397" y="19658"/>
                  </a:cubicBezTo>
                  <a:cubicBezTo>
                    <a:pt x="114434" y="11884"/>
                    <a:pt x="106261" y="3395"/>
                    <a:pt x="100927" y="890"/>
                  </a:cubicBezTo>
                  <a:cubicBezTo>
                    <a:pt x="99620" y="276"/>
                    <a:pt x="98345" y="0"/>
                    <a:pt x="9711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5"/>
            <p:cNvSpPr/>
            <p:nvPr/>
          </p:nvSpPr>
          <p:spPr>
            <a:xfrm flipH="1" rot="10800000">
              <a:off x="2774626" y="-1670160"/>
              <a:ext cx="4319449" cy="712432"/>
            </a:xfrm>
            <a:custGeom>
              <a:rect b="b" l="l" r="r" t="t"/>
              <a:pathLst>
                <a:path extrusionOk="0" h="17803" w="107939">
                  <a:moveTo>
                    <a:pt x="27543" y="0"/>
                  </a:moveTo>
                  <a:cubicBezTo>
                    <a:pt x="27240" y="0"/>
                    <a:pt x="26937" y="6"/>
                    <a:pt x="26634" y="18"/>
                  </a:cubicBezTo>
                  <a:cubicBezTo>
                    <a:pt x="24027" y="121"/>
                    <a:pt x="21392" y="745"/>
                    <a:pt x="19094" y="2364"/>
                  </a:cubicBezTo>
                  <a:cubicBezTo>
                    <a:pt x="18481" y="2797"/>
                    <a:pt x="16577" y="4050"/>
                    <a:pt x="17537" y="5118"/>
                  </a:cubicBezTo>
                  <a:cubicBezTo>
                    <a:pt x="18117" y="5762"/>
                    <a:pt x="19161" y="5928"/>
                    <a:pt x="19890" y="6091"/>
                  </a:cubicBezTo>
                  <a:cubicBezTo>
                    <a:pt x="23855" y="6979"/>
                    <a:pt x="27949" y="6569"/>
                    <a:pt x="31949" y="6998"/>
                  </a:cubicBezTo>
                  <a:cubicBezTo>
                    <a:pt x="35180" y="7344"/>
                    <a:pt x="39652" y="7834"/>
                    <a:pt x="41798" y="11379"/>
                  </a:cubicBezTo>
                  <a:cubicBezTo>
                    <a:pt x="41873" y="11504"/>
                    <a:pt x="41874" y="11697"/>
                    <a:pt x="41748" y="11777"/>
                  </a:cubicBezTo>
                  <a:cubicBezTo>
                    <a:pt x="40684" y="12461"/>
                    <a:pt x="39488" y="12703"/>
                    <a:pt x="38262" y="12703"/>
                  </a:cubicBezTo>
                  <a:cubicBezTo>
                    <a:pt x="36542" y="12703"/>
                    <a:pt x="34763" y="12227"/>
                    <a:pt x="33207" y="11823"/>
                  </a:cubicBezTo>
                  <a:cubicBezTo>
                    <a:pt x="31601" y="11407"/>
                    <a:pt x="30013" y="10894"/>
                    <a:pt x="28412" y="10466"/>
                  </a:cubicBezTo>
                  <a:cubicBezTo>
                    <a:pt x="26593" y="9980"/>
                    <a:pt x="24742" y="9711"/>
                    <a:pt x="22919" y="9248"/>
                  </a:cubicBezTo>
                  <a:cubicBezTo>
                    <a:pt x="18811" y="8207"/>
                    <a:pt x="14751" y="6811"/>
                    <a:pt x="10581" y="6185"/>
                  </a:cubicBezTo>
                  <a:cubicBezTo>
                    <a:pt x="9499" y="6023"/>
                    <a:pt x="8286" y="5852"/>
                    <a:pt x="7075" y="5852"/>
                  </a:cubicBezTo>
                  <a:cubicBezTo>
                    <a:pt x="5505" y="5852"/>
                    <a:pt x="3938" y="6139"/>
                    <a:pt x="2667" y="7101"/>
                  </a:cubicBezTo>
                  <a:cubicBezTo>
                    <a:pt x="702" y="8588"/>
                    <a:pt x="1" y="12230"/>
                    <a:pt x="827" y="14868"/>
                  </a:cubicBezTo>
                  <a:cubicBezTo>
                    <a:pt x="1191" y="16035"/>
                    <a:pt x="1835" y="16995"/>
                    <a:pt x="2588" y="17803"/>
                  </a:cubicBezTo>
                  <a:lnTo>
                    <a:pt x="107349" y="17803"/>
                  </a:lnTo>
                  <a:cubicBezTo>
                    <a:pt x="107939" y="14229"/>
                    <a:pt x="104542" y="9947"/>
                    <a:pt x="102361" y="8404"/>
                  </a:cubicBezTo>
                  <a:cubicBezTo>
                    <a:pt x="99751" y="6560"/>
                    <a:pt x="96718" y="5974"/>
                    <a:pt x="93716" y="5974"/>
                  </a:cubicBezTo>
                  <a:cubicBezTo>
                    <a:pt x="92496" y="5974"/>
                    <a:pt x="91282" y="6070"/>
                    <a:pt x="90103" y="6219"/>
                  </a:cubicBezTo>
                  <a:cubicBezTo>
                    <a:pt x="87978" y="6486"/>
                    <a:pt x="85895" y="7048"/>
                    <a:pt x="83786" y="7444"/>
                  </a:cubicBezTo>
                  <a:cubicBezTo>
                    <a:pt x="81051" y="7961"/>
                    <a:pt x="78295" y="8278"/>
                    <a:pt x="75534" y="8442"/>
                  </a:cubicBezTo>
                  <a:cubicBezTo>
                    <a:pt x="74026" y="8532"/>
                    <a:pt x="72516" y="8576"/>
                    <a:pt x="71005" y="8576"/>
                  </a:cubicBezTo>
                  <a:cubicBezTo>
                    <a:pt x="66567" y="8576"/>
                    <a:pt x="62125" y="8194"/>
                    <a:pt x="57730" y="7447"/>
                  </a:cubicBezTo>
                  <a:cubicBezTo>
                    <a:pt x="52546" y="6565"/>
                    <a:pt x="47524" y="4962"/>
                    <a:pt x="42478" y="3264"/>
                  </a:cubicBezTo>
                  <a:cubicBezTo>
                    <a:pt x="37619" y="1632"/>
                    <a:pt x="32605" y="0"/>
                    <a:pt x="27543"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5"/>
            <p:cNvSpPr/>
            <p:nvPr/>
          </p:nvSpPr>
          <p:spPr>
            <a:xfrm flipH="1" rot="10800000">
              <a:off x="8048796" y="-1670400"/>
              <a:ext cx="658408" cy="716833"/>
            </a:xfrm>
            <a:custGeom>
              <a:rect b="b" l="l" r="r" t="t"/>
              <a:pathLst>
                <a:path extrusionOk="0" h="17913" w="16453">
                  <a:moveTo>
                    <a:pt x="3031" y="0"/>
                  </a:moveTo>
                  <a:cubicBezTo>
                    <a:pt x="3004" y="0"/>
                    <a:pt x="2977" y="1"/>
                    <a:pt x="2950" y="2"/>
                  </a:cubicBezTo>
                  <a:cubicBezTo>
                    <a:pt x="1" y="132"/>
                    <a:pt x="2474" y="3624"/>
                    <a:pt x="3374" y="4819"/>
                  </a:cubicBezTo>
                  <a:cubicBezTo>
                    <a:pt x="5353" y="7446"/>
                    <a:pt x="8065" y="13097"/>
                    <a:pt x="8485" y="17912"/>
                  </a:cubicBezTo>
                  <a:lnTo>
                    <a:pt x="16452" y="17912"/>
                  </a:lnTo>
                  <a:cubicBezTo>
                    <a:pt x="15488" y="16742"/>
                    <a:pt x="14559" y="15523"/>
                    <a:pt x="13682" y="14232"/>
                  </a:cubicBezTo>
                  <a:cubicBezTo>
                    <a:pt x="11356" y="10805"/>
                    <a:pt x="9597" y="6836"/>
                    <a:pt x="7171" y="3507"/>
                  </a:cubicBezTo>
                  <a:cubicBezTo>
                    <a:pt x="6176" y="2144"/>
                    <a:pt x="4651" y="0"/>
                    <a:pt x="303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5"/>
            <p:cNvSpPr/>
            <p:nvPr/>
          </p:nvSpPr>
          <p:spPr>
            <a:xfrm flipH="1" rot="10800000">
              <a:off x="4946282" y="-1670229"/>
              <a:ext cx="4326332" cy="1547277"/>
            </a:xfrm>
            <a:custGeom>
              <a:rect b="b" l="l" r="r" t="t"/>
              <a:pathLst>
                <a:path extrusionOk="0" h="38665" w="108111">
                  <a:moveTo>
                    <a:pt x="45814" y="1"/>
                  </a:moveTo>
                  <a:cubicBezTo>
                    <a:pt x="35137" y="1"/>
                    <a:pt x="24388" y="2076"/>
                    <a:pt x="14090" y="5571"/>
                  </a:cubicBezTo>
                  <a:cubicBezTo>
                    <a:pt x="10624" y="6748"/>
                    <a:pt x="7061" y="8059"/>
                    <a:pt x="3946" y="10366"/>
                  </a:cubicBezTo>
                  <a:cubicBezTo>
                    <a:pt x="2615" y="11352"/>
                    <a:pt x="1078" y="12695"/>
                    <a:pt x="565" y="14641"/>
                  </a:cubicBezTo>
                  <a:cubicBezTo>
                    <a:pt x="1" y="16782"/>
                    <a:pt x="1151" y="18845"/>
                    <a:pt x="2414" y="20142"/>
                  </a:cubicBezTo>
                  <a:cubicBezTo>
                    <a:pt x="4524" y="22313"/>
                    <a:pt x="7328" y="22930"/>
                    <a:pt x="10110" y="22930"/>
                  </a:cubicBezTo>
                  <a:cubicBezTo>
                    <a:pt x="11691" y="22930"/>
                    <a:pt x="13266" y="22730"/>
                    <a:pt x="14702" y="22504"/>
                  </a:cubicBezTo>
                  <a:cubicBezTo>
                    <a:pt x="19304" y="21780"/>
                    <a:pt x="23791" y="20252"/>
                    <a:pt x="28307" y="18979"/>
                  </a:cubicBezTo>
                  <a:cubicBezTo>
                    <a:pt x="31469" y="18088"/>
                    <a:pt x="34583" y="17727"/>
                    <a:pt x="37812" y="17553"/>
                  </a:cubicBezTo>
                  <a:cubicBezTo>
                    <a:pt x="39567" y="17460"/>
                    <a:pt x="41324" y="17409"/>
                    <a:pt x="43081" y="17409"/>
                  </a:cubicBezTo>
                  <a:cubicBezTo>
                    <a:pt x="45289" y="17409"/>
                    <a:pt x="47497" y="17490"/>
                    <a:pt x="49701" y="17670"/>
                  </a:cubicBezTo>
                  <a:cubicBezTo>
                    <a:pt x="53900" y="18013"/>
                    <a:pt x="58120" y="18692"/>
                    <a:pt x="62182" y="20121"/>
                  </a:cubicBezTo>
                  <a:cubicBezTo>
                    <a:pt x="65643" y="21338"/>
                    <a:pt x="69140" y="23140"/>
                    <a:pt x="71836" y="26229"/>
                  </a:cubicBezTo>
                  <a:cubicBezTo>
                    <a:pt x="74556" y="29344"/>
                    <a:pt x="76197" y="34210"/>
                    <a:pt x="75759" y="38664"/>
                  </a:cubicBezTo>
                  <a:lnTo>
                    <a:pt x="85535" y="38664"/>
                  </a:lnTo>
                  <a:cubicBezTo>
                    <a:pt x="85296" y="35981"/>
                    <a:pt x="84353" y="33119"/>
                    <a:pt x="83500" y="31067"/>
                  </a:cubicBezTo>
                  <a:cubicBezTo>
                    <a:pt x="82723" y="29197"/>
                    <a:pt x="81831" y="27538"/>
                    <a:pt x="80681" y="26012"/>
                  </a:cubicBezTo>
                  <a:cubicBezTo>
                    <a:pt x="79935" y="25023"/>
                    <a:pt x="78306" y="23246"/>
                    <a:pt x="78633" y="21650"/>
                  </a:cubicBezTo>
                  <a:cubicBezTo>
                    <a:pt x="78840" y="20643"/>
                    <a:pt x="79649" y="20281"/>
                    <a:pt x="80449" y="20281"/>
                  </a:cubicBezTo>
                  <a:cubicBezTo>
                    <a:pt x="80893" y="20281"/>
                    <a:pt x="81334" y="20392"/>
                    <a:pt x="81670" y="20567"/>
                  </a:cubicBezTo>
                  <a:cubicBezTo>
                    <a:pt x="83214" y="21372"/>
                    <a:pt x="84460" y="23111"/>
                    <a:pt x="85532" y="24674"/>
                  </a:cubicBezTo>
                  <a:cubicBezTo>
                    <a:pt x="88081" y="28395"/>
                    <a:pt x="90008" y="32694"/>
                    <a:pt x="92680" y="36288"/>
                  </a:cubicBezTo>
                  <a:cubicBezTo>
                    <a:pt x="93289" y="37105"/>
                    <a:pt x="93919" y="37895"/>
                    <a:pt x="94562" y="38663"/>
                  </a:cubicBezTo>
                  <a:lnTo>
                    <a:pt x="104952" y="38663"/>
                  </a:lnTo>
                  <a:cubicBezTo>
                    <a:pt x="106677" y="38663"/>
                    <a:pt x="108077" y="36912"/>
                    <a:pt x="108110" y="34738"/>
                  </a:cubicBezTo>
                  <a:cubicBezTo>
                    <a:pt x="104684" y="32047"/>
                    <a:pt x="101346" y="29175"/>
                    <a:pt x="98018" y="26250"/>
                  </a:cubicBezTo>
                  <a:cubicBezTo>
                    <a:pt x="92264" y="21194"/>
                    <a:pt x="86645" y="15791"/>
                    <a:pt x="80705" y="11085"/>
                  </a:cubicBezTo>
                  <a:cubicBezTo>
                    <a:pt x="70628" y="3099"/>
                    <a:pt x="58598" y="156"/>
                    <a:pt x="46845" y="7"/>
                  </a:cubicBezTo>
                  <a:cubicBezTo>
                    <a:pt x="46501" y="3"/>
                    <a:pt x="46158" y="1"/>
                    <a:pt x="45814"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5"/>
            <p:cNvSpPr/>
            <p:nvPr/>
          </p:nvSpPr>
          <p:spPr>
            <a:xfrm flipH="1" rot="10800000">
              <a:off x="5076700" y="5116617"/>
              <a:ext cx="4335896" cy="796099"/>
            </a:xfrm>
            <a:custGeom>
              <a:rect b="b" l="l" r="r" t="t"/>
              <a:pathLst>
                <a:path extrusionOk="0" h="27758" w="108350">
                  <a:moveTo>
                    <a:pt x="51648" y="1"/>
                  </a:moveTo>
                  <a:cubicBezTo>
                    <a:pt x="50846" y="407"/>
                    <a:pt x="50018" y="729"/>
                    <a:pt x="49203" y="1014"/>
                  </a:cubicBezTo>
                  <a:cubicBezTo>
                    <a:pt x="42065" y="3506"/>
                    <a:pt x="34586" y="3501"/>
                    <a:pt x="27241" y="3584"/>
                  </a:cubicBezTo>
                  <a:cubicBezTo>
                    <a:pt x="20757" y="3656"/>
                    <a:pt x="14163" y="3777"/>
                    <a:pt x="7797" y="5515"/>
                  </a:cubicBezTo>
                  <a:cubicBezTo>
                    <a:pt x="5715" y="6083"/>
                    <a:pt x="3438" y="6902"/>
                    <a:pt x="1858" y="8814"/>
                  </a:cubicBezTo>
                  <a:cubicBezTo>
                    <a:pt x="0" y="11058"/>
                    <a:pt x="83" y="14195"/>
                    <a:pt x="776" y="17107"/>
                  </a:cubicBezTo>
                  <a:cubicBezTo>
                    <a:pt x="2438" y="24097"/>
                    <a:pt x="7861" y="27758"/>
                    <a:pt x="13371" y="27758"/>
                  </a:cubicBezTo>
                  <a:cubicBezTo>
                    <a:pt x="13681" y="27758"/>
                    <a:pt x="13992" y="27746"/>
                    <a:pt x="14303" y="27723"/>
                  </a:cubicBezTo>
                  <a:cubicBezTo>
                    <a:pt x="20922" y="27226"/>
                    <a:pt x="26485" y="22282"/>
                    <a:pt x="32673" y="19847"/>
                  </a:cubicBezTo>
                  <a:cubicBezTo>
                    <a:pt x="36195" y="18461"/>
                    <a:pt x="39879" y="17578"/>
                    <a:pt x="43501" y="16728"/>
                  </a:cubicBezTo>
                  <a:cubicBezTo>
                    <a:pt x="47244" y="15849"/>
                    <a:pt x="51012" y="15131"/>
                    <a:pt x="54789" y="14515"/>
                  </a:cubicBezTo>
                  <a:cubicBezTo>
                    <a:pt x="62223" y="13302"/>
                    <a:pt x="69695" y="12486"/>
                    <a:pt x="77160" y="11610"/>
                  </a:cubicBezTo>
                  <a:cubicBezTo>
                    <a:pt x="86796" y="10479"/>
                    <a:pt x="96503" y="9420"/>
                    <a:pt x="106195" y="9420"/>
                  </a:cubicBezTo>
                  <a:cubicBezTo>
                    <a:pt x="106913" y="9420"/>
                    <a:pt x="107630" y="9426"/>
                    <a:pt x="108348" y="9438"/>
                  </a:cubicBezTo>
                  <a:lnTo>
                    <a:pt x="108348" y="4002"/>
                  </a:lnTo>
                  <a:cubicBezTo>
                    <a:pt x="108350" y="1793"/>
                    <a:pt x="106935" y="1"/>
                    <a:pt x="105190" y="1"/>
                  </a:cubicBezTo>
                  <a:lnTo>
                    <a:pt x="90762" y="1"/>
                  </a:lnTo>
                  <a:cubicBezTo>
                    <a:pt x="89703" y="1934"/>
                    <a:pt x="88395" y="3470"/>
                    <a:pt x="86599" y="4557"/>
                  </a:cubicBezTo>
                  <a:cubicBezTo>
                    <a:pt x="83877" y="6208"/>
                    <a:pt x="80880" y="7099"/>
                    <a:pt x="77918" y="7745"/>
                  </a:cubicBezTo>
                  <a:cubicBezTo>
                    <a:pt x="74349" y="8524"/>
                    <a:pt x="70756" y="9202"/>
                    <a:pt x="67162" y="9801"/>
                  </a:cubicBezTo>
                  <a:cubicBezTo>
                    <a:pt x="59627" y="11058"/>
                    <a:pt x="52047" y="11784"/>
                    <a:pt x="44534" y="13253"/>
                  </a:cubicBezTo>
                  <a:cubicBezTo>
                    <a:pt x="40916" y="13963"/>
                    <a:pt x="37300" y="14822"/>
                    <a:pt x="33793" y="16179"/>
                  </a:cubicBezTo>
                  <a:cubicBezTo>
                    <a:pt x="31120" y="17214"/>
                    <a:pt x="28648" y="18964"/>
                    <a:pt x="26050" y="20259"/>
                  </a:cubicBezTo>
                  <a:cubicBezTo>
                    <a:pt x="24092" y="21236"/>
                    <a:pt x="21957" y="22126"/>
                    <a:pt x="19819" y="22126"/>
                  </a:cubicBezTo>
                  <a:cubicBezTo>
                    <a:pt x="19398" y="22126"/>
                    <a:pt x="18976" y="22091"/>
                    <a:pt x="18556" y="22016"/>
                  </a:cubicBezTo>
                  <a:cubicBezTo>
                    <a:pt x="16742" y="21690"/>
                    <a:pt x="14667" y="20360"/>
                    <a:pt x="13727" y="18271"/>
                  </a:cubicBezTo>
                  <a:cubicBezTo>
                    <a:pt x="12111" y="14673"/>
                    <a:pt x="16343" y="12032"/>
                    <a:pt x="18335" y="10924"/>
                  </a:cubicBezTo>
                  <a:cubicBezTo>
                    <a:pt x="29038" y="4972"/>
                    <a:pt x="41116" y="7214"/>
                    <a:pt x="52462" y="6363"/>
                  </a:cubicBezTo>
                  <a:cubicBezTo>
                    <a:pt x="56489" y="6062"/>
                    <a:pt x="60477" y="5377"/>
                    <a:pt x="64377" y="4066"/>
                  </a:cubicBezTo>
                  <a:cubicBezTo>
                    <a:pt x="66858" y="3233"/>
                    <a:pt x="69388" y="2647"/>
                    <a:pt x="71900" y="1973"/>
                  </a:cubicBezTo>
                  <a:cubicBezTo>
                    <a:pt x="74066" y="1391"/>
                    <a:pt x="76235" y="775"/>
                    <a:pt x="78366"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5"/>
            <p:cNvSpPr/>
            <p:nvPr/>
          </p:nvSpPr>
          <p:spPr>
            <a:xfrm flipH="1" rot="10800000">
              <a:off x="-97224" y="4659536"/>
              <a:ext cx="3996027" cy="864218"/>
            </a:xfrm>
            <a:custGeom>
              <a:rect b="b" l="l" r="r" t="t"/>
              <a:pathLst>
                <a:path extrusionOk="0" h="21596" w="99857">
                  <a:moveTo>
                    <a:pt x="65198" y="399"/>
                  </a:moveTo>
                  <a:cubicBezTo>
                    <a:pt x="72321" y="399"/>
                    <a:pt x="79621" y="1791"/>
                    <a:pt x="86922" y="4550"/>
                  </a:cubicBezTo>
                  <a:cubicBezTo>
                    <a:pt x="89575" y="5554"/>
                    <a:pt x="92653" y="6864"/>
                    <a:pt x="95348" y="8979"/>
                  </a:cubicBezTo>
                  <a:cubicBezTo>
                    <a:pt x="98235" y="11247"/>
                    <a:pt x="99428" y="13677"/>
                    <a:pt x="98898" y="16206"/>
                  </a:cubicBezTo>
                  <a:cubicBezTo>
                    <a:pt x="98311" y="18994"/>
                    <a:pt x="95759" y="19972"/>
                    <a:pt x="93599" y="20511"/>
                  </a:cubicBezTo>
                  <a:cubicBezTo>
                    <a:pt x="91491" y="21039"/>
                    <a:pt x="89309" y="21193"/>
                    <a:pt x="87246" y="21193"/>
                  </a:cubicBezTo>
                  <a:cubicBezTo>
                    <a:pt x="86217" y="21193"/>
                    <a:pt x="85218" y="21155"/>
                    <a:pt x="84273" y="21106"/>
                  </a:cubicBezTo>
                  <a:cubicBezTo>
                    <a:pt x="78503" y="20800"/>
                    <a:pt x="72921" y="19852"/>
                    <a:pt x="67683" y="18295"/>
                  </a:cubicBezTo>
                  <a:cubicBezTo>
                    <a:pt x="64541" y="17362"/>
                    <a:pt x="61400" y="16083"/>
                    <a:pt x="58362" y="14847"/>
                  </a:cubicBezTo>
                  <a:cubicBezTo>
                    <a:pt x="53266" y="12773"/>
                    <a:pt x="47995" y="10628"/>
                    <a:pt x="42530" y="10025"/>
                  </a:cubicBezTo>
                  <a:cubicBezTo>
                    <a:pt x="41682" y="9932"/>
                    <a:pt x="40859" y="9885"/>
                    <a:pt x="40058" y="9885"/>
                  </a:cubicBezTo>
                  <a:cubicBezTo>
                    <a:pt x="36646" y="9885"/>
                    <a:pt x="33636" y="10728"/>
                    <a:pt x="31087" y="12400"/>
                  </a:cubicBezTo>
                  <a:cubicBezTo>
                    <a:pt x="26728" y="15269"/>
                    <a:pt x="22197" y="17122"/>
                    <a:pt x="17235" y="18071"/>
                  </a:cubicBezTo>
                  <a:cubicBezTo>
                    <a:pt x="13172" y="18848"/>
                    <a:pt x="9086" y="19070"/>
                    <a:pt x="5424" y="19070"/>
                  </a:cubicBezTo>
                  <a:cubicBezTo>
                    <a:pt x="3631" y="19070"/>
                    <a:pt x="1941" y="19017"/>
                    <a:pt x="403" y="18949"/>
                  </a:cubicBezTo>
                  <a:lnTo>
                    <a:pt x="403" y="11532"/>
                  </a:lnTo>
                  <a:cubicBezTo>
                    <a:pt x="2361" y="12661"/>
                    <a:pt x="4594" y="13456"/>
                    <a:pt x="7045" y="13900"/>
                  </a:cubicBezTo>
                  <a:cubicBezTo>
                    <a:pt x="8672" y="14195"/>
                    <a:pt x="10356" y="14343"/>
                    <a:pt x="12121" y="14343"/>
                  </a:cubicBezTo>
                  <a:cubicBezTo>
                    <a:pt x="13968" y="14343"/>
                    <a:pt x="15904" y="14181"/>
                    <a:pt x="17957" y="13858"/>
                  </a:cubicBezTo>
                  <a:cubicBezTo>
                    <a:pt x="23076" y="13055"/>
                    <a:pt x="27790" y="10978"/>
                    <a:pt x="32121" y="8853"/>
                  </a:cubicBezTo>
                  <a:lnTo>
                    <a:pt x="32595" y="8620"/>
                  </a:lnTo>
                  <a:cubicBezTo>
                    <a:pt x="37243" y="6337"/>
                    <a:pt x="42049" y="3980"/>
                    <a:pt x="47066" y="2784"/>
                  </a:cubicBezTo>
                  <a:cubicBezTo>
                    <a:pt x="53031" y="1361"/>
                    <a:pt x="58397" y="590"/>
                    <a:pt x="63469" y="426"/>
                  </a:cubicBezTo>
                  <a:cubicBezTo>
                    <a:pt x="64044" y="408"/>
                    <a:pt x="64620" y="399"/>
                    <a:pt x="65198" y="399"/>
                  </a:cubicBezTo>
                  <a:close/>
                  <a:moveTo>
                    <a:pt x="65203" y="1"/>
                  </a:moveTo>
                  <a:cubicBezTo>
                    <a:pt x="64619" y="1"/>
                    <a:pt x="64036" y="10"/>
                    <a:pt x="63455" y="29"/>
                  </a:cubicBezTo>
                  <a:cubicBezTo>
                    <a:pt x="58355" y="192"/>
                    <a:pt x="52963" y="968"/>
                    <a:pt x="46970" y="2396"/>
                  </a:cubicBezTo>
                  <a:cubicBezTo>
                    <a:pt x="41911" y="3604"/>
                    <a:pt x="37084" y="5971"/>
                    <a:pt x="32416" y="8263"/>
                  </a:cubicBezTo>
                  <a:lnTo>
                    <a:pt x="31942" y="8496"/>
                  </a:lnTo>
                  <a:cubicBezTo>
                    <a:pt x="27640" y="10606"/>
                    <a:pt x="22957" y="12670"/>
                    <a:pt x="17892" y="13466"/>
                  </a:cubicBezTo>
                  <a:cubicBezTo>
                    <a:pt x="15860" y="13785"/>
                    <a:pt x="13946" y="13945"/>
                    <a:pt x="12120" y="13945"/>
                  </a:cubicBezTo>
                  <a:cubicBezTo>
                    <a:pt x="10379" y="13945"/>
                    <a:pt x="8719" y="13799"/>
                    <a:pt x="7116" y="13508"/>
                  </a:cubicBezTo>
                  <a:cubicBezTo>
                    <a:pt x="4584" y="13050"/>
                    <a:pt x="2294" y="12211"/>
                    <a:pt x="305" y="11012"/>
                  </a:cubicBezTo>
                  <a:lnTo>
                    <a:pt x="0" y="10828"/>
                  </a:lnTo>
                  <a:lnTo>
                    <a:pt x="0" y="19337"/>
                  </a:lnTo>
                  <a:lnTo>
                    <a:pt x="193" y="19345"/>
                  </a:lnTo>
                  <a:cubicBezTo>
                    <a:pt x="1788" y="19417"/>
                    <a:pt x="3552" y="19474"/>
                    <a:pt x="5427" y="19474"/>
                  </a:cubicBezTo>
                  <a:cubicBezTo>
                    <a:pt x="9110" y="19474"/>
                    <a:pt x="13220" y="19251"/>
                    <a:pt x="17311" y="18469"/>
                  </a:cubicBezTo>
                  <a:cubicBezTo>
                    <a:pt x="22324" y="17509"/>
                    <a:pt x="26904" y="15636"/>
                    <a:pt x="31309" y="12740"/>
                  </a:cubicBezTo>
                  <a:cubicBezTo>
                    <a:pt x="33791" y="11110"/>
                    <a:pt x="36725" y="10287"/>
                    <a:pt x="40058" y="10287"/>
                  </a:cubicBezTo>
                  <a:cubicBezTo>
                    <a:pt x="40845" y="10287"/>
                    <a:pt x="41654" y="10333"/>
                    <a:pt x="42485" y="10425"/>
                  </a:cubicBezTo>
                  <a:cubicBezTo>
                    <a:pt x="47895" y="11021"/>
                    <a:pt x="53139" y="13156"/>
                    <a:pt x="58211" y="15220"/>
                  </a:cubicBezTo>
                  <a:cubicBezTo>
                    <a:pt x="61257" y="16459"/>
                    <a:pt x="64408" y="17742"/>
                    <a:pt x="67568" y="18681"/>
                  </a:cubicBezTo>
                  <a:cubicBezTo>
                    <a:pt x="72838" y="20248"/>
                    <a:pt x="78452" y="21200"/>
                    <a:pt x="84253" y="21507"/>
                  </a:cubicBezTo>
                  <a:cubicBezTo>
                    <a:pt x="85207" y="21557"/>
                    <a:pt x="86216" y="21596"/>
                    <a:pt x="87255" y="21596"/>
                  </a:cubicBezTo>
                  <a:cubicBezTo>
                    <a:pt x="89341" y="21596"/>
                    <a:pt x="91554" y="21438"/>
                    <a:pt x="93697" y="20904"/>
                  </a:cubicBezTo>
                  <a:cubicBezTo>
                    <a:pt x="95795" y="20381"/>
                    <a:pt x="98654" y="19332"/>
                    <a:pt x="99293" y="16292"/>
                  </a:cubicBezTo>
                  <a:cubicBezTo>
                    <a:pt x="99857" y="13600"/>
                    <a:pt x="98614" y="11035"/>
                    <a:pt x="95596" y="8666"/>
                  </a:cubicBezTo>
                  <a:cubicBezTo>
                    <a:pt x="92859" y="6520"/>
                    <a:pt x="89747" y="5193"/>
                    <a:pt x="87062" y="4178"/>
                  </a:cubicBezTo>
                  <a:cubicBezTo>
                    <a:pt x="79719" y="1402"/>
                    <a:pt x="72371" y="1"/>
                    <a:pt x="652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 name="Google Shape;124;p5"/>
            <p:cNvGrpSpPr/>
            <p:nvPr/>
          </p:nvGrpSpPr>
          <p:grpSpPr>
            <a:xfrm>
              <a:off x="-97224" y="3918978"/>
              <a:ext cx="9377821" cy="2147740"/>
              <a:chOff x="-97224" y="3918978"/>
              <a:chExt cx="9377821" cy="2147740"/>
            </a:xfrm>
          </p:grpSpPr>
          <p:sp>
            <p:nvSpPr>
              <p:cNvPr id="125" name="Google Shape;125;p5"/>
              <p:cNvSpPr/>
              <p:nvPr/>
            </p:nvSpPr>
            <p:spPr>
              <a:xfrm flipH="1" rot="10800000">
                <a:off x="-89101" y="3918978"/>
                <a:ext cx="9361814" cy="2075187"/>
              </a:xfrm>
              <a:custGeom>
                <a:rect b="b" l="l" r="r" t="t"/>
                <a:pathLst>
                  <a:path extrusionOk="0" h="51857" w="233943">
                    <a:moveTo>
                      <a:pt x="114254" y="0"/>
                    </a:moveTo>
                    <a:cubicBezTo>
                      <a:pt x="113814" y="3337"/>
                      <a:pt x="107760" y="3970"/>
                      <a:pt x="105882" y="4185"/>
                    </a:cubicBezTo>
                    <a:cubicBezTo>
                      <a:pt x="103480" y="4463"/>
                      <a:pt x="101037" y="4580"/>
                      <a:pt x="98593" y="4580"/>
                    </a:cubicBezTo>
                    <a:cubicBezTo>
                      <a:pt x="96187" y="4580"/>
                      <a:pt x="93780" y="4466"/>
                      <a:pt x="91413" y="4277"/>
                    </a:cubicBezTo>
                    <a:cubicBezTo>
                      <a:pt x="83262" y="3622"/>
                      <a:pt x="75254" y="1586"/>
                      <a:pt x="67197" y="2"/>
                    </a:cubicBezTo>
                    <a:lnTo>
                      <a:pt x="3161" y="2"/>
                    </a:lnTo>
                    <a:cubicBezTo>
                      <a:pt x="1415" y="2"/>
                      <a:pt x="0" y="1794"/>
                      <a:pt x="0" y="4003"/>
                    </a:cubicBezTo>
                    <a:lnTo>
                      <a:pt x="0" y="12983"/>
                    </a:lnTo>
                    <a:cubicBezTo>
                      <a:pt x="752" y="13703"/>
                      <a:pt x="1532" y="14304"/>
                      <a:pt x="2202" y="14753"/>
                    </a:cubicBezTo>
                    <a:cubicBezTo>
                      <a:pt x="5867" y="17202"/>
                      <a:pt x="10108" y="17905"/>
                      <a:pt x="14266" y="17905"/>
                    </a:cubicBezTo>
                    <a:cubicBezTo>
                      <a:pt x="15542" y="17905"/>
                      <a:pt x="16811" y="17839"/>
                      <a:pt x="18052" y="17736"/>
                    </a:cubicBezTo>
                    <a:cubicBezTo>
                      <a:pt x="23329" y="17301"/>
                      <a:pt x="28524" y="16026"/>
                      <a:pt x="33704" y="14740"/>
                    </a:cubicBezTo>
                    <a:cubicBezTo>
                      <a:pt x="40948" y="12940"/>
                      <a:pt x="48135" y="10828"/>
                      <a:pt x="55442" y="9439"/>
                    </a:cubicBezTo>
                    <a:cubicBezTo>
                      <a:pt x="61321" y="8322"/>
                      <a:pt x="67233" y="7670"/>
                      <a:pt x="73167" y="7670"/>
                    </a:cubicBezTo>
                    <a:cubicBezTo>
                      <a:pt x="74688" y="7670"/>
                      <a:pt x="76210" y="7713"/>
                      <a:pt x="77734" y="7802"/>
                    </a:cubicBezTo>
                    <a:cubicBezTo>
                      <a:pt x="85106" y="8232"/>
                      <a:pt x="92423" y="9785"/>
                      <a:pt x="99530" y="12287"/>
                    </a:cubicBezTo>
                    <a:cubicBezTo>
                      <a:pt x="102317" y="13268"/>
                      <a:pt x="105115" y="14314"/>
                      <a:pt x="107858" y="15489"/>
                    </a:cubicBezTo>
                    <a:cubicBezTo>
                      <a:pt x="110332" y="16548"/>
                      <a:pt x="112809" y="17789"/>
                      <a:pt x="115004" y="19608"/>
                    </a:cubicBezTo>
                    <a:cubicBezTo>
                      <a:pt x="117824" y="21944"/>
                      <a:pt x="120303" y="25852"/>
                      <a:pt x="120226" y="30339"/>
                    </a:cubicBezTo>
                    <a:cubicBezTo>
                      <a:pt x="120101" y="37466"/>
                      <a:pt x="112935" y="40330"/>
                      <a:pt x="108516" y="41748"/>
                    </a:cubicBezTo>
                    <a:cubicBezTo>
                      <a:pt x="101630" y="43955"/>
                      <a:pt x="94414" y="44564"/>
                      <a:pt x="87337" y="44821"/>
                    </a:cubicBezTo>
                    <a:cubicBezTo>
                      <a:pt x="84855" y="44912"/>
                      <a:pt x="82371" y="44958"/>
                      <a:pt x="79887" y="44958"/>
                    </a:cubicBezTo>
                    <a:cubicBezTo>
                      <a:pt x="73140" y="44958"/>
                      <a:pt x="66393" y="44612"/>
                      <a:pt x="59673" y="43851"/>
                    </a:cubicBezTo>
                    <a:cubicBezTo>
                      <a:pt x="52128" y="42997"/>
                      <a:pt x="44620" y="41722"/>
                      <a:pt x="37128" y="40332"/>
                    </a:cubicBezTo>
                    <a:cubicBezTo>
                      <a:pt x="29596" y="38936"/>
                      <a:pt x="22076" y="37257"/>
                      <a:pt x="14513" y="36145"/>
                    </a:cubicBezTo>
                    <a:cubicBezTo>
                      <a:pt x="10469" y="35552"/>
                      <a:pt x="6279" y="35103"/>
                      <a:pt x="2100" y="35103"/>
                    </a:cubicBezTo>
                    <a:cubicBezTo>
                      <a:pt x="1400" y="35103"/>
                      <a:pt x="700" y="35116"/>
                      <a:pt x="0" y="35142"/>
                    </a:cubicBezTo>
                    <a:lnTo>
                      <a:pt x="0" y="41392"/>
                    </a:lnTo>
                    <a:cubicBezTo>
                      <a:pt x="3897" y="40406"/>
                      <a:pt x="7757" y="39113"/>
                      <a:pt x="11701" y="38520"/>
                    </a:cubicBezTo>
                    <a:cubicBezTo>
                      <a:pt x="12850" y="38347"/>
                      <a:pt x="14002" y="38268"/>
                      <a:pt x="15153" y="38268"/>
                    </a:cubicBezTo>
                    <a:cubicBezTo>
                      <a:pt x="18352" y="38268"/>
                      <a:pt x="21545" y="38880"/>
                      <a:pt x="24665" y="39789"/>
                    </a:cubicBezTo>
                    <a:cubicBezTo>
                      <a:pt x="29176" y="41103"/>
                      <a:pt x="33559" y="43015"/>
                      <a:pt x="37996" y="44675"/>
                    </a:cubicBezTo>
                    <a:cubicBezTo>
                      <a:pt x="42689" y="46433"/>
                      <a:pt x="47479" y="47692"/>
                      <a:pt x="52300" y="48740"/>
                    </a:cubicBezTo>
                    <a:cubicBezTo>
                      <a:pt x="61496" y="50745"/>
                      <a:pt x="70937" y="51857"/>
                      <a:pt x="80373" y="51857"/>
                    </a:cubicBezTo>
                    <a:cubicBezTo>
                      <a:pt x="91348" y="51857"/>
                      <a:pt x="102317" y="50352"/>
                      <a:pt x="112889" y="46997"/>
                    </a:cubicBezTo>
                    <a:cubicBezTo>
                      <a:pt x="122215" y="44038"/>
                      <a:pt x="130897" y="39216"/>
                      <a:pt x="139694" y="34414"/>
                    </a:cubicBezTo>
                    <a:cubicBezTo>
                      <a:pt x="143466" y="32352"/>
                      <a:pt x="147358" y="30634"/>
                      <a:pt x="151383" y="29556"/>
                    </a:cubicBezTo>
                    <a:cubicBezTo>
                      <a:pt x="155813" y="28370"/>
                      <a:pt x="160303" y="28105"/>
                      <a:pt x="164816" y="27914"/>
                    </a:cubicBezTo>
                    <a:cubicBezTo>
                      <a:pt x="167320" y="27807"/>
                      <a:pt x="169825" y="27756"/>
                      <a:pt x="172331" y="27756"/>
                    </a:cubicBezTo>
                    <a:cubicBezTo>
                      <a:pt x="189289" y="27756"/>
                      <a:pt x="206270" y="30094"/>
                      <a:pt x="222996" y="33398"/>
                    </a:cubicBezTo>
                    <a:cubicBezTo>
                      <a:pt x="226644" y="34116"/>
                      <a:pt x="230302" y="34924"/>
                      <a:pt x="233942" y="35864"/>
                    </a:cubicBezTo>
                    <a:lnTo>
                      <a:pt x="233942" y="9938"/>
                    </a:lnTo>
                    <a:cubicBezTo>
                      <a:pt x="233216" y="9925"/>
                      <a:pt x="232489" y="9919"/>
                      <a:pt x="231762" y="9919"/>
                    </a:cubicBezTo>
                    <a:cubicBezTo>
                      <a:pt x="219843" y="9919"/>
                      <a:pt x="207922" y="11530"/>
                      <a:pt x="196068" y="12904"/>
                    </a:cubicBezTo>
                    <a:cubicBezTo>
                      <a:pt x="188339" y="13801"/>
                      <a:pt x="180609" y="14806"/>
                      <a:pt x="172944" y="16393"/>
                    </a:cubicBezTo>
                    <a:cubicBezTo>
                      <a:pt x="169135" y="17181"/>
                      <a:pt x="165343" y="18112"/>
                      <a:pt x="161591" y="19260"/>
                    </a:cubicBezTo>
                    <a:cubicBezTo>
                      <a:pt x="158213" y="20291"/>
                      <a:pt x="155063" y="21813"/>
                      <a:pt x="151893" y="23606"/>
                    </a:cubicBezTo>
                    <a:cubicBezTo>
                      <a:pt x="147715" y="25970"/>
                      <a:pt x="143374" y="28204"/>
                      <a:pt x="138868" y="28204"/>
                    </a:cubicBezTo>
                    <a:cubicBezTo>
                      <a:pt x="137422" y="28204"/>
                      <a:pt x="135960" y="27974"/>
                      <a:pt x="134480" y="27445"/>
                    </a:cubicBezTo>
                    <a:cubicBezTo>
                      <a:pt x="129632" y="25711"/>
                      <a:pt x="125716" y="20547"/>
                      <a:pt x="125484" y="13951"/>
                    </a:cubicBezTo>
                    <a:cubicBezTo>
                      <a:pt x="125286" y="8300"/>
                      <a:pt x="129601" y="6027"/>
                      <a:pt x="133294" y="5020"/>
                    </a:cubicBezTo>
                    <a:cubicBezTo>
                      <a:pt x="139570" y="3307"/>
                      <a:pt x="146074" y="3151"/>
                      <a:pt x="152463" y="3078"/>
                    </a:cubicBezTo>
                    <a:cubicBezTo>
                      <a:pt x="160083" y="2991"/>
                      <a:pt x="167851" y="3042"/>
                      <a:pt x="175233" y="328"/>
                    </a:cubicBezTo>
                    <a:cubicBezTo>
                      <a:pt x="175511" y="226"/>
                      <a:pt x="175788" y="116"/>
                      <a:pt x="176066"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5"/>
              <p:cNvSpPr/>
              <p:nvPr/>
            </p:nvSpPr>
            <p:spPr>
              <a:xfrm flipH="1" rot="10800000">
                <a:off x="-97224" y="3976084"/>
                <a:ext cx="9377821" cy="2090634"/>
              </a:xfrm>
              <a:custGeom>
                <a:rect b="b" l="l" r="r" t="t"/>
                <a:pathLst>
                  <a:path extrusionOk="0" h="52243" w="234343">
                    <a:moveTo>
                      <a:pt x="67361" y="400"/>
                    </a:moveTo>
                    <a:cubicBezTo>
                      <a:pt x="69340" y="790"/>
                      <a:pt x="71349" y="1215"/>
                      <a:pt x="73292" y="1625"/>
                    </a:cubicBezTo>
                    <a:cubicBezTo>
                      <a:pt x="79265" y="2884"/>
                      <a:pt x="85439" y="4185"/>
                      <a:pt x="91598" y="4680"/>
                    </a:cubicBezTo>
                    <a:cubicBezTo>
                      <a:pt x="94144" y="4885"/>
                      <a:pt x="96537" y="4987"/>
                      <a:pt x="98805" y="4987"/>
                    </a:cubicBezTo>
                    <a:cubicBezTo>
                      <a:pt x="101387" y="4987"/>
                      <a:pt x="103808" y="4854"/>
                      <a:pt x="106108" y="4590"/>
                    </a:cubicBezTo>
                    <a:lnTo>
                      <a:pt x="106218" y="4577"/>
                    </a:lnTo>
                    <a:cubicBezTo>
                      <a:pt x="108158" y="4354"/>
                      <a:pt x="114000" y="3685"/>
                      <a:pt x="114628" y="406"/>
                    </a:cubicBezTo>
                    <a:lnTo>
                      <a:pt x="175193" y="406"/>
                    </a:lnTo>
                    <a:cubicBezTo>
                      <a:pt x="168249" y="2915"/>
                      <a:pt x="160889" y="2994"/>
                      <a:pt x="153768" y="3069"/>
                    </a:cubicBezTo>
                    <a:lnTo>
                      <a:pt x="152665" y="3082"/>
                    </a:lnTo>
                    <a:cubicBezTo>
                      <a:pt x="145764" y="3162"/>
                      <a:pt x="139551" y="3364"/>
                      <a:pt x="133446" y="5030"/>
                    </a:cubicBezTo>
                    <a:cubicBezTo>
                      <a:pt x="128003" y="6516"/>
                      <a:pt x="125326" y="9588"/>
                      <a:pt x="125487" y="14164"/>
                    </a:cubicBezTo>
                    <a:cubicBezTo>
                      <a:pt x="125709" y="20471"/>
                      <a:pt x="129379" y="25966"/>
                      <a:pt x="134618" y="27839"/>
                    </a:cubicBezTo>
                    <a:cubicBezTo>
                      <a:pt x="136131" y="28380"/>
                      <a:pt x="137619" y="28617"/>
                      <a:pt x="139091" y="28617"/>
                    </a:cubicBezTo>
                    <a:cubicBezTo>
                      <a:pt x="143547" y="28617"/>
                      <a:pt x="147847" y="26448"/>
                      <a:pt x="152196" y="23987"/>
                    </a:cubicBezTo>
                    <a:cubicBezTo>
                      <a:pt x="155813" y="21943"/>
                      <a:pt x="158880" y="20567"/>
                      <a:pt x="161854" y="19658"/>
                    </a:cubicBezTo>
                    <a:cubicBezTo>
                      <a:pt x="165379" y="18581"/>
                      <a:pt x="169085" y="17643"/>
                      <a:pt x="173189" y="16795"/>
                    </a:cubicBezTo>
                    <a:cubicBezTo>
                      <a:pt x="180974" y="15181"/>
                      <a:pt x="188894" y="14166"/>
                      <a:pt x="196294" y="13308"/>
                    </a:cubicBezTo>
                    <a:cubicBezTo>
                      <a:pt x="197767" y="13138"/>
                      <a:pt x="199245" y="12964"/>
                      <a:pt x="200722" y="12788"/>
                    </a:cubicBezTo>
                    <a:cubicBezTo>
                      <a:pt x="210970" y="11576"/>
                      <a:pt x="221543" y="10326"/>
                      <a:pt x="231999" y="10326"/>
                    </a:cubicBezTo>
                    <a:cubicBezTo>
                      <a:pt x="232648" y="10326"/>
                      <a:pt x="233296" y="10331"/>
                      <a:pt x="233944" y="10341"/>
                    </a:cubicBezTo>
                    <a:lnTo>
                      <a:pt x="233944" y="35809"/>
                    </a:lnTo>
                    <a:cubicBezTo>
                      <a:pt x="230629" y="34959"/>
                      <a:pt x="227123" y="34173"/>
                      <a:pt x="223236" y="33405"/>
                    </a:cubicBezTo>
                    <a:cubicBezTo>
                      <a:pt x="203906" y="29587"/>
                      <a:pt x="187591" y="27758"/>
                      <a:pt x="172597" y="27758"/>
                    </a:cubicBezTo>
                    <a:cubicBezTo>
                      <a:pt x="170032" y="27758"/>
                      <a:pt x="167505" y="27812"/>
                      <a:pt x="165009" y="27918"/>
                    </a:cubicBezTo>
                    <a:cubicBezTo>
                      <a:pt x="160422" y="28112"/>
                      <a:pt x="155941" y="28387"/>
                      <a:pt x="151533" y="29567"/>
                    </a:cubicBezTo>
                    <a:cubicBezTo>
                      <a:pt x="147826" y="30560"/>
                      <a:pt x="143986" y="32153"/>
                      <a:pt x="139798" y="34441"/>
                    </a:cubicBezTo>
                    <a:lnTo>
                      <a:pt x="138875" y="34945"/>
                    </a:lnTo>
                    <a:cubicBezTo>
                      <a:pt x="130584" y="39473"/>
                      <a:pt x="122011" y="44161"/>
                      <a:pt x="113029" y="47009"/>
                    </a:cubicBezTo>
                    <a:cubicBezTo>
                      <a:pt x="102889" y="50226"/>
                      <a:pt x="91919" y="51840"/>
                      <a:pt x="80509" y="51840"/>
                    </a:cubicBezTo>
                    <a:cubicBezTo>
                      <a:pt x="71401" y="51840"/>
                      <a:pt x="62013" y="50811"/>
                      <a:pt x="52541" y="48749"/>
                    </a:cubicBezTo>
                    <a:cubicBezTo>
                      <a:pt x="46930" y="47526"/>
                      <a:pt x="42394" y="46236"/>
                      <a:pt x="38264" y="44691"/>
                    </a:cubicBezTo>
                    <a:cubicBezTo>
                      <a:pt x="36953" y="44199"/>
                      <a:pt x="35624" y="43678"/>
                      <a:pt x="34338" y="43172"/>
                    </a:cubicBezTo>
                    <a:cubicBezTo>
                      <a:pt x="31276" y="41971"/>
                      <a:pt x="28107" y="40726"/>
                      <a:pt x="24921" y="39799"/>
                    </a:cubicBezTo>
                    <a:cubicBezTo>
                      <a:pt x="21414" y="38777"/>
                      <a:pt x="18247" y="38271"/>
                      <a:pt x="15326" y="38271"/>
                    </a:cubicBezTo>
                    <a:cubicBezTo>
                      <a:pt x="14137" y="38271"/>
                      <a:pt x="12987" y="38356"/>
                      <a:pt x="11874" y="38521"/>
                    </a:cubicBezTo>
                    <a:cubicBezTo>
                      <a:pt x="9119" y="38936"/>
                      <a:pt x="6366" y="39703"/>
                      <a:pt x="3703" y="40442"/>
                    </a:cubicBezTo>
                    <a:cubicBezTo>
                      <a:pt x="2622" y="40742"/>
                      <a:pt x="1508" y="41053"/>
                      <a:pt x="406" y="41335"/>
                    </a:cubicBezTo>
                    <a:lnTo>
                      <a:pt x="406" y="35538"/>
                    </a:lnTo>
                    <a:cubicBezTo>
                      <a:pt x="1027" y="35516"/>
                      <a:pt x="1658" y="35506"/>
                      <a:pt x="2301" y="35506"/>
                    </a:cubicBezTo>
                    <a:cubicBezTo>
                      <a:pt x="5902" y="35506"/>
                      <a:pt x="9901" y="35844"/>
                      <a:pt x="14687" y="36547"/>
                    </a:cubicBezTo>
                    <a:cubicBezTo>
                      <a:pt x="19745" y="37290"/>
                      <a:pt x="24868" y="38304"/>
                      <a:pt x="29822" y="39284"/>
                    </a:cubicBezTo>
                    <a:cubicBezTo>
                      <a:pt x="32271" y="39769"/>
                      <a:pt x="34802" y="40270"/>
                      <a:pt x="37296" y="40733"/>
                    </a:cubicBezTo>
                    <a:cubicBezTo>
                      <a:pt x="43914" y="41961"/>
                      <a:pt x="51770" y="43339"/>
                      <a:pt x="59854" y="44254"/>
                    </a:cubicBezTo>
                    <a:cubicBezTo>
                      <a:pt x="66359" y="44990"/>
                      <a:pt x="73165" y="45361"/>
                      <a:pt x="80163" y="45361"/>
                    </a:cubicBezTo>
                    <a:cubicBezTo>
                      <a:pt x="82603" y="45361"/>
                      <a:pt x="85067" y="45316"/>
                      <a:pt x="87550" y="45225"/>
                    </a:cubicBezTo>
                    <a:cubicBezTo>
                      <a:pt x="94026" y="44991"/>
                      <a:pt x="101613" y="44441"/>
                      <a:pt x="108780" y="42142"/>
                    </a:cubicBezTo>
                    <a:cubicBezTo>
                      <a:pt x="113810" y="40529"/>
                      <a:pt x="120508" y="37574"/>
                      <a:pt x="120629" y="30544"/>
                    </a:cubicBezTo>
                    <a:cubicBezTo>
                      <a:pt x="120696" y="26529"/>
                      <a:pt x="118718" y="22458"/>
                      <a:pt x="115334" y="19654"/>
                    </a:cubicBezTo>
                    <a:cubicBezTo>
                      <a:pt x="112985" y="17708"/>
                      <a:pt x="110379" y="16465"/>
                      <a:pt x="108140" y="15506"/>
                    </a:cubicBezTo>
                    <a:cubicBezTo>
                      <a:pt x="105719" y="14467"/>
                      <a:pt x="103070" y="13450"/>
                      <a:pt x="99798" y="12298"/>
                    </a:cubicBezTo>
                    <a:cubicBezTo>
                      <a:pt x="92520" y="9735"/>
                      <a:pt x="85169" y="8223"/>
                      <a:pt x="77949" y="7802"/>
                    </a:cubicBezTo>
                    <a:cubicBezTo>
                      <a:pt x="76425" y="7713"/>
                      <a:pt x="74890" y="7669"/>
                      <a:pt x="73339" y="7669"/>
                    </a:cubicBezTo>
                    <a:cubicBezTo>
                      <a:pt x="67706" y="7669"/>
                      <a:pt x="61863" y="8255"/>
                      <a:pt x="55605" y="9443"/>
                    </a:cubicBezTo>
                    <a:cubicBezTo>
                      <a:pt x="50502" y="10413"/>
                      <a:pt x="45374" y="11757"/>
                      <a:pt x="40416" y="13057"/>
                    </a:cubicBezTo>
                    <a:cubicBezTo>
                      <a:pt x="38267" y="13620"/>
                      <a:pt x="36046" y="14201"/>
                      <a:pt x="33857" y="14746"/>
                    </a:cubicBezTo>
                    <a:cubicBezTo>
                      <a:pt x="29050" y="15939"/>
                      <a:pt x="23603" y="17293"/>
                      <a:pt x="18238" y="17736"/>
                    </a:cubicBezTo>
                    <a:cubicBezTo>
                      <a:pt x="17038" y="17835"/>
                      <a:pt x="15751" y="17910"/>
                      <a:pt x="14415" y="17910"/>
                    </a:cubicBezTo>
                    <a:cubicBezTo>
                      <a:pt x="10534" y="17910"/>
                      <a:pt x="6246" y="17280"/>
                      <a:pt x="2517" y="14787"/>
                    </a:cubicBezTo>
                    <a:cubicBezTo>
                      <a:pt x="2004" y="14446"/>
                      <a:pt x="1229" y="13878"/>
                      <a:pt x="403" y="13098"/>
                    </a:cubicBezTo>
                    <a:lnTo>
                      <a:pt x="403" y="4204"/>
                    </a:lnTo>
                    <a:cubicBezTo>
                      <a:pt x="403" y="2108"/>
                      <a:pt x="1731" y="405"/>
                      <a:pt x="3364" y="405"/>
                    </a:cubicBezTo>
                    <a:lnTo>
                      <a:pt x="67361" y="400"/>
                    </a:lnTo>
                    <a:close/>
                    <a:moveTo>
                      <a:pt x="114278" y="0"/>
                    </a:moveTo>
                    <a:lnTo>
                      <a:pt x="114255" y="176"/>
                    </a:lnTo>
                    <a:cubicBezTo>
                      <a:pt x="113845" y="3294"/>
                      <a:pt x="108068" y="3957"/>
                      <a:pt x="106170" y="4175"/>
                    </a:cubicBezTo>
                    <a:lnTo>
                      <a:pt x="106061" y="4187"/>
                    </a:lnTo>
                    <a:cubicBezTo>
                      <a:pt x="103777" y="4451"/>
                      <a:pt x="101371" y="4582"/>
                      <a:pt x="98803" y="4582"/>
                    </a:cubicBezTo>
                    <a:cubicBezTo>
                      <a:pt x="96546" y="4582"/>
                      <a:pt x="94164" y="4481"/>
                      <a:pt x="91630" y="4277"/>
                    </a:cubicBezTo>
                    <a:cubicBezTo>
                      <a:pt x="85496" y="3785"/>
                      <a:pt x="79335" y="2485"/>
                      <a:pt x="73374" y="1229"/>
                    </a:cubicBezTo>
                    <a:cubicBezTo>
                      <a:pt x="71430" y="820"/>
                      <a:pt x="69420" y="395"/>
                      <a:pt x="67400" y="2"/>
                    </a:cubicBezTo>
                    <a:lnTo>
                      <a:pt x="3365" y="2"/>
                    </a:lnTo>
                    <a:cubicBezTo>
                      <a:pt x="1511" y="2"/>
                      <a:pt x="3" y="1889"/>
                      <a:pt x="3" y="4205"/>
                    </a:cubicBezTo>
                    <a:lnTo>
                      <a:pt x="3" y="13267"/>
                    </a:lnTo>
                    <a:lnTo>
                      <a:pt x="66" y="13327"/>
                    </a:lnTo>
                    <a:cubicBezTo>
                      <a:pt x="935" y="14157"/>
                      <a:pt x="1758" y="14760"/>
                      <a:pt x="2295" y="15120"/>
                    </a:cubicBezTo>
                    <a:cubicBezTo>
                      <a:pt x="6107" y="17668"/>
                      <a:pt x="10473" y="18312"/>
                      <a:pt x="14416" y="18312"/>
                    </a:cubicBezTo>
                    <a:cubicBezTo>
                      <a:pt x="15764" y="18312"/>
                      <a:pt x="17063" y="18236"/>
                      <a:pt x="18274" y="18136"/>
                    </a:cubicBezTo>
                    <a:cubicBezTo>
                      <a:pt x="23670" y="17692"/>
                      <a:pt x="29134" y="16335"/>
                      <a:pt x="33955" y="15136"/>
                    </a:cubicBezTo>
                    <a:cubicBezTo>
                      <a:pt x="36148" y="14591"/>
                      <a:pt x="38370" y="14008"/>
                      <a:pt x="40521" y="13444"/>
                    </a:cubicBezTo>
                    <a:cubicBezTo>
                      <a:pt x="45471" y="12145"/>
                      <a:pt x="50591" y="10802"/>
                      <a:pt x="55682" y="9836"/>
                    </a:cubicBezTo>
                    <a:cubicBezTo>
                      <a:pt x="61914" y="8652"/>
                      <a:pt x="67733" y="8068"/>
                      <a:pt x="73339" y="8068"/>
                    </a:cubicBezTo>
                    <a:cubicBezTo>
                      <a:pt x="74883" y="8068"/>
                      <a:pt x="76410" y="8112"/>
                      <a:pt x="77924" y="8200"/>
                    </a:cubicBezTo>
                    <a:cubicBezTo>
                      <a:pt x="85109" y="8620"/>
                      <a:pt x="92423" y="10126"/>
                      <a:pt x="99664" y="12674"/>
                    </a:cubicBezTo>
                    <a:cubicBezTo>
                      <a:pt x="102926" y="13823"/>
                      <a:pt x="105569" y="14839"/>
                      <a:pt x="107978" y="15872"/>
                    </a:cubicBezTo>
                    <a:cubicBezTo>
                      <a:pt x="110192" y="16820"/>
                      <a:pt x="112765" y="18046"/>
                      <a:pt x="115074" y="19959"/>
                    </a:cubicBezTo>
                    <a:cubicBezTo>
                      <a:pt x="118366" y="22686"/>
                      <a:pt x="120289" y="26638"/>
                      <a:pt x="120224" y="30531"/>
                    </a:cubicBezTo>
                    <a:cubicBezTo>
                      <a:pt x="120108" y="37304"/>
                      <a:pt x="113565" y="40179"/>
                      <a:pt x="108656" y="41753"/>
                    </a:cubicBezTo>
                    <a:cubicBezTo>
                      <a:pt x="101534" y="44037"/>
                      <a:pt x="93982" y="44584"/>
                      <a:pt x="87532" y="44818"/>
                    </a:cubicBezTo>
                    <a:cubicBezTo>
                      <a:pt x="85053" y="44908"/>
                      <a:pt x="82593" y="44953"/>
                      <a:pt x="80156" y="44953"/>
                    </a:cubicBezTo>
                    <a:cubicBezTo>
                      <a:pt x="73174" y="44953"/>
                      <a:pt x="66385" y="44584"/>
                      <a:pt x="59897" y="43849"/>
                    </a:cubicBezTo>
                    <a:cubicBezTo>
                      <a:pt x="51824" y="42936"/>
                      <a:pt x="43978" y="41560"/>
                      <a:pt x="37366" y="40335"/>
                    </a:cubicBezTo>
                    <a:cubicBezTo>
                      <a:pt x="34874" y="39874"/>
                      <a:pt x="32343" y="39371"/>
                      <a:pt x="29894" y="38889"/>
                    </a:cubicBezTo>
                    <a:cubicBezTo>
                      <a:pt x="24935" y="37906"/>
                      <a:pt x="19807" y="36891"/>
                      <a:pt x="14740" y="36147"/>
                    </a:cubicBezTo>
                    <a:cubicBezTo>
                      <a:pt x="9938" y="35440"/>
                      <a:pt x="5923" y="35101"/>
                      <a:pt x="2306" y="35101"/>
                    </a:cubicBezTo>
                    <a:cubicBezTo>
                      <a:pt x="1587" y="35101"/>
                      <a:pt x="884" y="35114"/>
                      <a:pt x="193" y="35141"/>
                    </a:cubicBezTo>
                    <a:lnTo>
                      <a:pt x="0" y="35148"/>
                    </a:lnTo>
                    <a:lnTo>
                      <a:pt x="0" y="41850"/>
                    </a:lnTo>
                    <a:lnTo>
                      <a:pt x="250" y="41789"/>
                    </a:lnTo>
                    <a:cubicBezTo>
                      <a:pt x="1438" y="41486"/>
                      <a:pt x="2642" y="41153"/>
                      <a:pt x="3807" y="40829"/>
                    </a:cubicBezTo>
                    <a:cubicBezTo>
                      <a:pt x="6459" y="40093"/>
                      <a:pt x="9201" y="39331"/>
                      <a:pt x="11931" y="38920"/>
                    </a:cubicBezTo>
                    <a:cubicBezTo>
                      <a:pt x="13025" y="38755"/>
                      <a:pt x="14155" y="38672"/>
                      <a:pt x="15326" y="38672"/>
                    </a:cubicBezTo>
                    <a:cubicBezTo>
                      <a:pt x="18207" y="38672"/>
                      <a:pt x="21339" y="39173"/>
                      <a:pt x="24808" y="40183"/>
                    </a:cubicBezTo>
                    <a:cubicBezTo>
                      <a:pt x="27977" y="41106"/>
                      <a:pt x="31136" y="42346"/>
                      <a:pt x="34192" y="43547"/>
                    </a:cubicBezTo>
                    <a:cubicBezTo>
                      <a:pt x="35480" y="44051"/>
                      <a:pt x="36810" y="44575"/>
                      <a:pt x="38124" y="45065"/>
                    </a:cubicBezTo>
                    <a:cubicBezTo>
                      <a:pt x="42272" y="46618"/>
                      <a:pt x="46826" y="47913"/>
                      <a:pt x="52458" y="49140"/>
                    </a:cubicBezTo>
                    <a:cubicBezTo>
                      <a:pt x="61960" y="51209"/>
                      <a:pt x="71376" y="52242"/>
                      <a:pt x="80515" y="52242"/>
                    </a:cubicBezTo>
                    <a:cubicBezTo>
                      <a:pt x="91963" y="52242"/>
                      <a:pt x="102972" y="50622"/>
                      <a:pt x="113151" y="47393"/>
                    </a:cubicBezTo>
                    <a:cubicBezTo>
                      <a:pt x="122171" y="44531"/>
                      <a:pt x="130760" y="39837"/>
                      <a:pt x="139068" y="35298"/>
                    </a:cubicBezTo>
                    <a:lnTo>
                      <a:pt x="139990" y="34794"/>
                    </a:lnTo>
                    <a:cubicBezTo>
                      <a:pt x="144149" y="32523"/>
                      <a:pt x="147959" y="30939"/>
                      <a:pt x="151635" y="29954"/>
                    </a:cubicBezTo>
                    <a:cubicBezTo>
                      <a:pt x="156001" y="28784"/>
                      <a:pt x="160459" y="28512"/>
                      <a:pt x="165023" y="28318"/>
                    </a:cubicBezTo>
                    <a:cubicBezTo>
                      <a:pt x="167510" y="28212"/>
                      <a:pt x="170027" y="28159"/>
                      <a:pt x="172583" y="28159"/>
                    </a:cubicBezTo>
                    <a:cubicBezTo>
                      <a:pt x="187551" y="28159"/>
                      <a:pt x="203846" y="29985"/>
                      <a:pt x="223155" y="33798"/>
                    </a:cubicBezTo>
                    <a:cubicBezTo>
                      <a:pt x="227133" y="34583"/>
                      <a:pt x="230708" y="35389"/>
                      <a:pt x="234091" y="36262"/>
                    </a:cubicBezTo>
                    <a:lnTo>
                      <a:pt x="234343" y="36327"/>
                    </a:lnTo>
                    <a:lnTo>
                      <a:pt x="234343" y="9942"/>
                    </a:lnTo>
                    <a:lnTo>
                      <a:pt x="234144" y="9938"/>
                    </a:lnTo>
                    <a:cubicBezTo>
                      <a:pt x="233436" y="9926"/>
                      <a:pt x="232728" y="9920"/>
                      <a:pt x="232019" y="9920"/>
                    </a:cubicBezTo>
                    <a:cubicBezTo>
                      <a:pt x="221533" y="9920"/>
                      <a:pt x="210937" y="11173"/>
                      <a:pt x="200668" y="12387"/>
                    </a:cubicBezTo>
                    <a:cubicBezTo>
                      <a:pt x="199192" y="12560"/>
                      <a:pt x="197716" y="12735"/>
                      <a:pt x="196241" y="12907"/>
                    </a:cubicBezTo>
                    <a:cubicBezTo>
                      <a:pt x="188833" y="13765"/>
                      <a:pt x="180900" y="14784"/>
                      <a:pt x="173099" y="16399"/>
                    </a:cubicBezTo>
                    <a:cubicBezTo>
                      <a:pt x="168984" y="17250"/>
                      <a:pt x="165266" y="18189"/>
                      <a:pt x="161730" y="19271"/>
                    </a:cubicBezTo>
                    <a:cubicBezTo>
                      <a:pt x="158729" y="20188"/>
                      <a:pt x="155634" y="21574"/>
                      <a:pt x="151992" y="23636"/>
                    </a:cubicBezTo>
                    <a:cubicBezTo>
                      <a:pt x="147694" y="26067"/>
                      <a:pt x="143448" y="28211"/>
                      <a:pt x="139076" y="28211"/>
                    </a:cubicBezTo>
                    <a:cubicBezTo>
                      <a:pt x="137648" y="28211"/>
                      <a:pt x="136206" y="27982"/>
                      <a:pt x="134745" y="27459"/>
                    </a:cubicBezTo>
                    <a:cubicBezTo>
                      <a:pt x="129659" y="25640"/>
                      <a:pt x="126097" y="20292"/>
                      <a:pt x="125882" y="14148"/>
                    </a:cubicBezTo>
                    <a:cubicBezTo>
                      <a:pt x="125729" y="9782"/>
                      <a:pt x="128305" y="6844"/>
                      <a:pt x="133544" y="5415"/>
                    </a:cubicBezTo>
                    <a:cubicBezTo>
                      <a:pt x="139606" y="3761"/>
                      <a:pt x="145790" y="3559"/>
                      <a:pt x="152664" y="3482"/>
                    </a:cubicBezTo>
                    <a:lnTo>
                      <a:pt x="153767" y="3469"/>
                    </a:lnTo>
                    <a:cubicBezTo>
                      <a:pt x="160981" y="3392"/>
                      <a:pt x="168439" y="3314"/>
                      <a:pt x="175499" y="719"/>
                    </a:cubicBezTo>
                    <a:cubicBezTo>
                      <a:pt x="175781" y="617"/>
                      <a:pt x="176061" y="506"/>
                      <a:pt x="176341" y="389"/>
                    </a:cubicBezTo>
                    <a:lnTo>
                      <a:pt x="1772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 name="Google Shape;127;p5"/>
            <p:cNvSpPr/>
            <p:nvPr/>
          </p:nvSpPr>
          <p:spPr>
            <a:xfrm flipH="1" rot="10800000">
              <a:off x="-97224" y="2740244"/>
              <a:ext cx="8367499" cy="1836163"/>
            </a:xfrm>
            <a:custGeom>
              <a:rect b="b" l="l" r="r" t="t"/>
              <a:pathLst>
                <a:path extrusionOk="0" h="45884" w="209096">
                  <a:moveTo>
                    <a:pt x="173615" y="405"/>
                  </a:moveTo>
                  <a:cubicBezTo>
                    <a:pt x="176375" y="405"/>
                    <a:pt x="179213" y="507"/>
                    <a:pt x="182050" y="829"/>
                  </a:cubicBezTo>
                  <a:cubicBezTo>
                    <a:pt x="188207" y="1528"/>
                    <a:pt x="194615" y="3672"/>
                    <a:pt x="201642" y="7381"/>
                  </a:cubicBezTo>
                  <a:lnTo>
                    <a:pt x="202000" y="7570"/>
                  </a:lnTo>
                  <a:cubicBezTo>
                    <a:pt x="204160" y="8703"/>
                    <a:pt x="207122" y="10258"/>
                    <a:pt x="208209" y="13014"/>
                  </a:cubicBezTo>
                  <a:cubicBezTo>
                    <a:pt x="208659" y="14157"/>
                    <a:pt x="208681" y="15157"/>
                    <a:pt x="208272" y="15990"/>
                  </a:cubicBezTo>
                  <a:cubicBezTo>
                    <a:pt x="207624" y="17309"/>
                    <a:pt x="205989" y="18018"/>
                    <a:pt x="204732" y="18381"/>
                  </a:cubicBezTo>
                  <a:cubicBezTo>
                    <a:pt x="201461" y="19325"/>
                    <a:pt x="198006" y="19797"/>
                    <a:pt x="194392" y="19797"/>
                  </a:cubicBezTo>
                  <a:cubicBezTo>
                    <a:pt x="190821" y="19797"/>
                    <a:pt x="187096" y="19336"/>
                    <a:pt x="183241" y="18415"/>
                  </a:cubicBezTo>
                  <a:cubicBezTo>
                    <a:pt x="179114" y="17429"/>
                    <a:pt x="174866" y="16057"/>
                    <a:pt x="170611" y="14337"/>
                  </a:cubicBezTo>
                  <a:cubicBezTo>
                    <a:pt x="166998" y="12878"/>
                    <a:pt x="163261" y="11368"/>
                    <a:pt x="159428" y="10535"/>
                  </a:cubicBezTo>
                  <a:cubicBezTo>
                    <a:pt x="157531" y="10122"/>
                    <a:pt x="155742" y="9916"/>
                    <a:pt x="154034" y="9916"/>
                  </a:cubicBezTo>
                  <a:cubicBezTo>
                    <a:pt x="152450" y="9916"/>
                    <a:pt x="150935" y="10094"/>
                    <a:pt x="149470" y="10449"/>
                  </a:cubicBezTo>
                  <a:cubicBezTo>
                    <a:pt x="145504" y="11411"/>
                    <a:pt x="142070" y="13874"/>
                    <a:pt x="138895" y="16316"/>
                  </a:cubicBezTo>
                  <a:cubicBezTo>
                    <a:pt x="136054" y="18501"/>
                    <a:pt x="133233" y="20858"/>
                    <a:pt x="130505" y="23139"/>
                  </a:cubicBezTo>
                  <a:cubicBezTo>
                    <a:pt x="126905" y="26149"/>
                    <a:pt x="123181" y="29264"/>
                    <a:pt x="119366" y="32010"/>
                  </a:cubicBezTo>
                  <a:cubicBezTo>
                    <a:pt x="107458" y="40580"/>
                    <a:pt x="92880" y="45107"/>
                    <a:pt x="76028" y="45462"/>
                  </a:cubicBezTo>
                  <a:cubicBezTo>
                    <a:pt x="75424" y="45475"/>
                    <a:pt x="74822" y="45482"/>
                    <a:pt x="74224" y="45482"/>
                  </a:cubicBezTo>
                  <a:cubicBezTo>
                    <a:pt x="58269" y="45482"/>
                    <a:pt x="44689" y="40929"/>
                    <a:pt x="33828" y="31942"/>
                  </a:cubicBezTo>
                  <a:cubicBezTo>
                    <a:pt x="27187" y="26448"/>
                    <a:pt x="20603" y="21405"/>
                    <a:pt x="13056" y="20088"/>
                  </a:cubicBezTo>
                  <a:cubicBezTo>
                    <a:pt x="11967" y="19897"/>
                    <a:pt x="10865" y="19801"/>
                    <a:pt x="9746" y="19801"/>
                  </a:cubicBezTo>
                  <a:cubicBezTo>
                    <a:pt x="6781" y="19801"/>
                    <a:pt x="3696" y="20474"/>
                    <a:pt x="406" y="21833"/>
                  </a:cubicBezTo>
                  <a:lnTo>
                    <a:pt x="406" y="14358"/>
                  </a:lnTo>
                  <a:cubicBezTo>
                    <a:pt x="1109" y="14230"/>
                    <a:pt x="1864" y="14110"/>
                    <a:pt x="2702" y="13993"/>
                  </a:cubicBezTo>
                  <a:cubicBezTo>
                    <a:pt x="5594" y="13588"/>
                    <a:pt x="8552" y="13414"/>
                    <a:pt x="11411" y="13245"/>
                  </a:cubicBezTo>
                  <a:lnTo>
                    <a:pt x="12958" y="13152"/>
                  </a:lnTo>
                  <a:cubicBezTo>
                    <a:pt x="15818" y="12978"/>
                    <a:pt x="18953" y="12785"/>
                    <a:pt x="22145" y="12785"/>
                  </a:cubicBezTo>
                  <a:cubicBezTo>
                    <a:pt x="23389" y="12785"/>
                    <a:pt x="24641" y="12814"/>
                    <a:pt x="25889" y="12885"/>
                  </a:cubicBezTo>
                  <a:cubicBezTo>
                    <a:pt x="29786" y="13104"/>
                    <a:pt x="33808" y="14150"/>
                    <a:pt x="38546" y="16169"/>
                  </a:cubicBezTo>
                  <a:cubicBezTo>
                    <a:pt x="52883" y="22283"/>
                    <a:pt x="69842" y="28659"/>
                    <a:pt x="86902" y="29591"/>
                  </a:cubicBezTo>
                  <a:cubicBezTo>
                    <a:pt x="88135" y="29659"/>
                    <a:pt x="89353" y="29692"/>
                    <a:pt x="90554" y="29692"/>
                  </a:cubicBezTo>
                  <a:cubicBezTo>
                    <a:pt x="97955" y="29692"/>
                    <a:pt x="104738" y="28414"/>
                    <a:pt x="110758" y="25880"/>
                  </a:cubicBezTo>
                  <a:cubicBezTo>
                    <a:pt x="117187" y="23174"/>
                    <a:pt x="123174" y="18993"/>
                    <a:pt x="128962" y="14950"/>
                  </a:cubicBezTo>
                  <a:cubicBezTo>
                    <a:pt x="130301" y="14015"/>
                    <a:pt x="131684" y="13050"/>
                    <a:pt x="133052" y="12117"/>
                  </a:cubicBezTo>
                  <a:cubicBezTo>
                    <a:pt x="136569" y="9716"/>
                    <a:pt x="140379" y="7249"/>
                    <a:pt x="144384" y="5460"/>
                  </a:cubicBezTo>
                  <a:cubicBezTo>
                    <a:pt x="148006" y="3842"/>
                    <a:pt x="151905" y="2608"/>
                    <a:pt x="155970" y="1792"/>
                  </a:cubicBezTo>
                  <a:cubicBezTo>
                    <a:pt x="159701" y="1042"/>
                    <a:pt x="163680" y="640"/>
                    <a:pt x="168868" y="486"/>
                  </a:cubicBezTo>
                  <a:cubicBezTo>
                    <a:pt x="170413" y="440"/>
                    <a:pt x="172001" y="405"/>
                    <a:pt x="173615" y="405"/>
                  </a:cubicBezTo>
                  <a:close/>
                  <a:moveTo>
                    <a:pt x="173609" y="0"/>
                  </a:moveTo>
                  <a:cubicBezTo>
                    <a:pt x="171993" y="0"/>
                    <a:pt x="170405" y="35"/>
                    <a:pt x="168858" y="80"/>
                  </a:cubicBezTo>
                  <a:cubicBezTo>
                    <a:pt x="163644" y="234"/>
                    <a:pt x="159645" y="639"/>
                    <a:pt x="155891" y="1393"/>
                  </a:cubicBezTo>
                  <a:cubicBezTo>
                    <a:pt x="151795" y="2216"/>
                    <a:pt x="147870" y="3459"/>
                    <a:pt x="144219" y="5088"/>
                  </a:cubicBezTo>
                  <a:cubicBezTo>
                    <a:pt x="140186" y="6888"/>
                    <a:pt x="136359" y="9369"/>
                    <a:pt x="132824" y="11781"/>
                  </a:cubicBezTo>
                  <a:cubicBezTo>
                    <a:pt x="131454" y="12715"/>
                    <a:pt x="130070" y="13683"/>
                    <a:pt x="128732" y="14617"/>
                  </a:cubicBezTo>
                  <a:cubicBezTo>
                    <a:pt x="122961" y="18648"/>
                    <a:pt x="116993" y="22817"/>
                    <a:pt x="110602" y="25506"/>
                  </a:cubicBezTo>
                  <a:cubicBezTo>
                    <a:pt x="104631" y="28019"/>
                    <a:pt x="97899" y="29287"/>
                    <a:pt x="90554" y="29287"/>
                  </a:cubicBezTo>
                  <a:cubicBezTo>
                    <a:pt x="89360" y="29287"/>
                    <a:pt x="88149" y="29254"/>
                    <a:pt x="86923" y="29187"/>
                  </a:cubicBezTo>
                  <a:cubicBezTo>
                    <a:pt x="69926" y="28261"/>
                    <a:pt x="53010" y="21898"/>
                    <a:pt x="38703" y="15797"/>
                  </a:cubicBezTo>
                  <a:cubicBezTo>
                    <a:pt x="33922" y="13758"/>
                    <a:pt x="29857" y="12704"/>
                    <a:pt x="25911" y="12481"/>
                  </a:cubicBezTo>
                  <a:cubicBezTo>
                    <a:pt x="24653" y="12410"/>
                    <a:pt x="23392" y="12381"/>
                    <a:pt x="22140" y="12381"/>
                  </a:cubicBezTo>
                  <a:cubicBezTo>
                    <a:pt x="18938" y="12381"/>
                    <a:pt x="15797" y="12572"/>
                    <a:pt x="12931" y="12748"/>
                  </a:cubicBezTo>
                  <a:lnTo>
                    <a:pt x="11384" y="12841"/>
                  </a:lnTo>
                  <a:cubicBezTo>
                    <a:pt x="8518" y="13010"/>
                    <a:pt x="5551" y="13184"/>
                    <a:pt x="2644" y="13591"/>
                  </a:cubicBezTo>
                  <a:cubicBezTo>
                    <a:pt x="1731" y="13718"/>
                    <a:pt x="921" y="13848"/>
                    <a:pt x="165" y="13990"/>
                  </a:cubicBezTo>
                  <a:lnTo>
                    <a:pt x="0" y="14020"/>
                  </a:lnTo>
                  <a:lnTo>
                    <a:pt x="0" y="22434"/>
                  </a:lnTo>
                  <a:lnTo>
                    <a:pt x="280" y="22317"/>
                  </a:lnTo>
                  <a:cubicBezTo>
                    <a:pt x="3624" y="20902"/>
                    <a:pt x="6748" y="20202"/>
                    <a:pt x="9745" y="20202"/>
                  </a:cubicBezTo>
                  <a:cubicBezTo>
                    <a:pt x="10841" y="20202"/>
                    <a:pt x="11920" y="20296"/>
                    <a:pt x="12987" y="20482"/>
                  </a:cubicBezTo>
                  <a:cubicBezTo>
                    <a:pt x="20436" y="21784"/>
                    <a:pt x="26975" y="26792"/>
                    <a:pt x="33571" y="32250"/>
                  </a:cubicBezTo>
                  <a:cubicBezTo>
                    <a:pt x="44508" y="41302"/>
                    <a:pt x="58178" y="45884"/>
                    <a:pt x="74230" y="45884"/>
                  </a:cubicBezTo>
                  <a:cubicBezTo>
                    <a:pt x="74828" y="45884"/>
                    <a:pt x="75434" y="45878"/>
                    <a:pt x="76041" y="45864"/>
                  </a:cubicBezTo>
                  <a:cubicBezTo>
                    <a:pt x="92973" y="45507"/>
                    <a:pt x="107630" y="40953"/>
                    <a:pt x="119603" y="32334"/>
                  </a:cubicBezTo>
                  <a:cubicBezTo>
                    <a:pt x="123430" y="29580"/>
                    <a:pt x="127160" y="26462"/>
                    <a:pt x="130767" y="23446"/>
                  </a:cubicBezTo>
                  <a:cubicBezTo>
                    <a:pt x="133490" y="21168"/>
                    <a:pt x="136306" y="18812"/>
                    <a:pt x="139143" y="16633"/>
                  </a:cubicBezTo>
                  <a:cubicBezTo>
                    <a:pt x="142286" y="14218"/>
                    <a:pt x="145678" y="11782"/>
                    <a:pt x="149569" y="10839"/>
                  </a:cubicBezTo>
                  <a:cubicBezTo>
                    <a:pt x="151002" y="10492"/>
                    <a:pt x="152486" y="10318"/>
                    <a:pt x="154040" y="10318"/>
                  </a:cubicBezTo>
                  <a:cubicBezTo>
                    <a:pt x="155718" y="10318"/>
                    <a:pt x="157477" y="10521"/>
                    <a:pt x="159345" y="10926"/>
                  </a:cubicBezTo>
                  <a:cubicBezTo>
                    <a:pt x="163146" y="11754"/>
                    <a:pt x="166866" y="13255"/>
                    <a:pt x="170463" y="14710"/>
                  </a:cubicBezTo>
                  <a:cubicBezTo>
                    <a:pt x="174735" y="16434"/>
                    <a:pt x="179004" y="17813"/>
                    <a:pt x="183149" y="18805"/>
                  </a:cubicBezTo>
                  <a:cubicBezTo>
                    <a:pt x="187035" y="19734"/>
                    <a:pt x="190791" y="20198"/>
                    <a:pt x="194393" y="20198"/>
                  </a:cubicBezTo>
                  <a:cubicBezTo>
                    <a:pt x="198045" y="20198"/>
                    <a:pt x="201538" y="19721"/>
                    <a:pt x="204846" y="18766"/>
                  </a:cubicBezTo>
                  <a:cubicBezTo>
                    <a:pt x="206788" y="18205"/>
                    <a:pt x="208062" y="17332"/>
                    <a:pt x="208634" y="16167"/>
                  </a:cubicBezTo>
                  <a:cubicBezTo>
                    <a:pt x="209095" y="15229"/>
                    <a:pt x="209080" y="14117"/>
                    <a:pt x="208584" y="12865"/>
                  </a:cubicBezTo>
                  <a:cubicBezTo>
                    <a:pt x="207441" y="9969"/>
                    <a:pt x="204404" y="8376"/>
                    <a:pt x="202188" y="7211"/>
                  </a:cubicBezTo>
                  <a:lnTo>
                    <a:pt x="201831" y="7024"/>
                  </a:lnTo>
                  <a:cubicBezTo>
                    <a:pt x="194760" y="3289"/>
                    <a:pt x="188306" y="1132"/>
                    <a:pt x="182098" y="427"/>
                  </a:cubicBezTo>
                  <a:cubicBezTo>
                    <a:pt x="179239" y="102"/>
                    <a:pt x="176384" y="0"/>
                    <a:pt x="1736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5"/>
            <p:cNvSpPr/>
            <p:nvPr/>
          </p:nvSpPr>
          <p:spPr>
            <a:xfrm flipH="1" rot="10800000">
              <a:off x="-97184" y="3140284"/>
              <a:ext cx="807313" cy="330705"/>
            </a:xfrm>
            <a:custGeom>
              <a:rect b="b" l="l" r="r" t="t"/>
              <a:pathLst>
                <a:path extrusionOk="0" h="8264" w="20174">
                  <a:moveTo>
                    <a:pt x="10888" y="404"/>
                  </a:moveTo>
                  <a:cubicBezTo>
                    <a:pt x="11749" y="404"/>
                    <a:pt x="12597" y="461"/>
                    <a:pt x="13422" y="602"/>
                  </a:cubicBezTo>
                  <a:cubicBezTo>
                    <a:pt x="15472" y="954"/>
                    <a:pt x="17153" y="1897"/>
                    <a:pt x="18413" y="3404"/>
                  </a:cubicBezTo>
                  <a:cubicBezTo>
                    <a:pt x="19054" y="4170"/>
                    <a:pt x="19787" y="5267"/>
                    <a:pt x="19634" y="6147"/>
                  </a:cubicBezTo>
                  <a:cubicBezTo>
                    <a:pt x="19567" y="6546"/>
                    <a:pt x="19324" y="6863"/>
                    <a:pt x="18894" y="7118"/>
                  </a:cubicBezTo>
                  <a:cubicBezTo>
                    <a:pt x="17704" y="7820"/>
                    <a:pt x="16206" y="7861"/>
                    <a:pt x="14950" y="7861"/>
                  </a:cubicBezTo>
                  <a:cubicBezTo>
                    <a:pt x="14860" y="7861"/>
                    <a:pt x="14771" y="7861"/>
                    <a:pt x="14684" y="7861"/>
                  </a:cubicBezTo>
                  <a:cubicBezTo>
                    <a:pt x="13289" y="7856"/>
                    <a:pt x="11866" y="7753"/>
                    <a:pt x="10488" y="7653"/>
                  </a:cubicBezTo>
                  <a:cubicBezTo>
                    <a:pt x="9887" y="7608"/>
                    <a:pt x="9287" y="7565"/>
                    <a:pt x="8687" y="7529"/>
                  </a:cubicBezTo>
                  <a:cubicBezTo>
                    <a:pt x="5827" y="7359"/>
                    <a:pt x="3245" y="7206"/>
                    <a:pt x="649" y="7206"/>
                  </a:cubicBezTo>
                  <a:cubicBezTo>
                    <a:pt x="568" y="7206"/>
                    <a:pt x="486" y="7206"/>
                    <a:pt x="405" y="7206"/>
                  </a:cubicBezTo>
                  <a:lnTo>
                    <a:pt x="405" y="1428"/>
                  </a:lnTo>
                  <a:cubicBezTo>
                    <a:pt x="2017" y="1368"/>
                    <a:pt x="3674" y="1139"/>
                    <a:pt x="5280" y="919"/>
                  </a:cubicBezTo>
                  <a:cubicBezTo>
                    <a:pt x="7141" y="665"/>
                    <a:pt x="9044" y="404"/>
                    <a:pt x="10888" y="404"/>
                  </a:cubicBezTo>
                  <a:close/>
                  <a:moveTo>
                    <a:pt x="10888" y="1"/>
                  </a:moveTo>
                  <a:cubicBezTo>
                    <a:pt x="9018" y="1"/>
                    <a:pt x="7099" y="265"/>
                    <a:pt x="5223" y="522"/>
                  </a:cubicBezTo>
                  <a:cubicBezTo>
                    <a:pt x="3564" y="751"/>
                    <a:pt x="1848" y="984"/>
                    <a:pt x="195" y="1034"/>
                  </a:cubicBezTo>
                  <a:lnTo>
                    <a:pt x="1" y="1039"/>
                  </a:lnTo>
                  <a:lnTo>
                    <a:pt x="1" y="7612"/>
                  </a:lnTo>
                  <a:lnTo>
                    <a:pt x="202" y="7612"/>
                  </a:lnTo>
                  <a:cubicBezTo>
                    <a:pt x="266" y="7612"/>
                    <a:pt x="330" y="7612"/>
                    <a:pt x="393" y="7612"/>
                  </a:cubicBezTo>
                  <a:cubicBezTo>
                    <a:pt x="3056" y="7612"/>
                    <a:pt x="5717" y="7756"/>
                    <a:pt x="8664" y="7932"/>
                  </a:cubicBezTo>
                  <a:cubicBezTo>
                    <a:pt x="9261" y="7968"/>
                    <a:pt x="9860" y="8012"/>
                    <a:pt x="10460" y="8055"/>
                  </a:cubicBezTo>
                  <a:cubicBezTo>
                    <a:pt x="11844" y="8155"/>
                    <a:pt x="13275" y="8259"/>
                    <a:pt x="14682" y="8264"/>
                  </a:cubicBezTo>
                  <a:lnTo>
                    <a:pt x="14998" y="8264"/>
                  </a:lnTo>
                  <a:cubicBezTo>
                    <a:pt x="16295" y="8264"/>
                    <a:pt x="17831" y="8211"/>
                    <a:pt x="19096" y="7463"/>
                  </a:cubicBezTo>
                  <a:cubicBezTo>
                    <a:pt x="19626" y="7152"/>
                    <a:pt x="19940" y="6730"/>
                    <a:pt x="20030" y="6216"/>
                  </a:cubicBezTo>
                  <a:cubicBezTo>
                    <a:pt x="20173" y="5387"/>
                    <a:pt x="19732" y="4354"/>
                    <a:pt x="18720" y="3145"/>
                  </a:cubicBezTo>
                  <a:cubicBezTo>
                    <a:pt x="17395" y="1562"/>
                    <a:pt x="15637" y="574"/>
                    <a:pt x="13488" y="205"/>
                  </a:cubicBezTo>
                  <a:cubicBezTo>
                    <a:pt x="12639" y="59"/>
                    <a:pt x="11769" y="1"/>
                    <a:pt x="108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5"/>
            <p:cNvSpPr/>
            <p:nvPr/>
          </p:nvSpPr>
          <p:spPr>
            <a:xfrm flipH="1" rot="10800000">
              <a:off x="-97104" y="1780774"/>
              <a:ext cx="9377861" cy="2035410"/>
            </a:xfrm>
            <a:custGeom>
              <a:rect b="b" l="l" r="r" t="t"/>
              <a:pathLst>
                <a:path extrusionOk="0" h="50863" w="234344">
                  <a:moveTo>
                    <a:pt x="233940" y="621"/>
                  </a:moveTo>
                  <a:lnTo>
                    <a:pt x="233940" y="12077"/>
                  </a:lnTo>
                  <a:cubicBezTo>
                    <a:pt x="232371" y="13846"/>
                    <a:pt x="230619" y="15358"/>
                    <a:pt x="228734" y="16565"/>
                  </a:cubicBezTo>
                  <a:cubicBezTo>
                    <a:pt x="224484" y="19289"/>
                    <a:pt x="219376" y="20857"/>
                    <a:pt x="213122" y="21360"/>
                  </a:cubicBezTo>
                  <a:cubicBezTo>
                    <a:pt x="211653" y="21479"/>
                    <a:pt x="210146" y="21539"/>
                    <a:pt x="208580" y="21539"/>
                  </a:cubicBezTo>
                  <a:cubicBezTo>
                    <a:pt x="205000" y="21539"/>
                    <a:pt x="201109" y="21226"/>
                    <a:pt x="196647" y="20590"/>
                  </a:cubicBezTo>
                  <a:lnTo>
                    <a:pt x="196529" y="20574"/>
                  </a:lnTo>
                  <a:cubicBezTo>
                    <a:pt x="194477" y="20283"/>
                    <a:pt x="192356" y="19981"/>
                    <a:pt x="190306" y="19457"/>
                  </a:cubicBezTo>
                  <a:cubicBezTo>
                    <a:pt x="188131" y="18901"/>
                    <a:pt x="186302" y="18457"/>
                    <a:pt x="184446" y="18095"/>
                  </a:cubicBezTo>
                  <a:cubicBezTo>
                    <a:pt x="182413" y="17700"/>
                    <a:pt x="180221" y="17338"/>
                    <a:pt x="178016" y="17338"/>
                  </a:cubicBezTo>
                  <a:cubicBezTo>
                    <a:pt x="177942" y="17338"/>
                    <a:pt x="177867" y="17339"/>
                    <a:pt x="177792" y="17340"/>
                  </a:cubicBezTo>
                  <a:cubicBezTo>
                    <a:pt x="176496" y="17354"/>
                    <a:pt x="174542" y="17378"/>
                    <a:pt x="173323" y="18637"/>
                  </a:cubicBezTo>
                  <a:cubicBezTo>
                    <a:pt x="172261" y="19733"/>
                    <a:pt x="172397" y="21555"/>
                    <a:pt x="173080" y="22788"/>
                  </a:cubicBezTo>
                  <a:cubicBezTo>
                    <a:pt x="174004" y="24459"/>
                    <a:pt x="175665" y="25395"/>
                    <a:pt x="177319" y="26158"/>
                  </a:cubicBezTo>
                  <a:cubicBezTo>
                    <a:pt x="180088" y="27433"/>
                    <a:pt x="183032" y="28076"/>
                    <a:pt x="185878" y="28699"/>
                  </a:cubicBezTo>
                  <a:cubicBezTo>
                    <a:pt x="186544" y="28844"/>
                    <a:pt x="187205" y="28990"/>
                    <a:pt x="187866" y="29142"/>
                  </a:cubicBezTo>
                  <a:cubicBezTo>
                    <a:pt x="191326" y="29942"/>
                    <a:pt x="194903" y="30405"/>
                    <a:pt x="198362" y="30852"/>
                  </a:cubicBezTo>
                  <a:lnTo>
                    <a:pt x="199879" y="31048"/>
                  </a:lnTo>
                  <a:cubicBezTo>
                    <a:pt x="203501" y="31524"/>
                    <a:pt x="207493" y="31975"/>
                    <a:pt x="212443" y="32469"/>
                  </a:cubicBezTo>
                  <a:cubicBezTo>
                    <a:pt x="216296" y="32854"/>
                    <a:pt x="220110" y="33192"/>
                    <a:pt x="223683" y="33505"/>
                  </a:cubicBezTo>
                  <a:cubicBezTo>
                    <a:pt x="226437" y="33747"/>
                    <a:pt x="229366" y="34040"/>
                    <a:pt x="232268" y="34727"/>
                  </a:cubicBezTo>
                  <a:cubicBezTo>
                    <a:pt x="232812" y="34856"/>
                    <a:pt x="233374" y="35011"/>
                    <a:pt x="233940" y="35186"/>
                  </a:cubicBezTo>
                  <a:lnTo>
                    <a:pt x="233940" y="50330"/>
                  </a:lnTo>
                  <a:cubicBezTo>
                    <a:pt x="227593" y="48509"/>
                    <a:pt x="220754" y="46238"/>
                    <a:pt x="213042" y="43386"/>
                  </a:cubicBezTo>
                  <a:cubicBezTo>
                    <a:pt x="208088" y="41555"/>
                    <a:pt x="202988" y="39512"/>
                    <a:pt x="197884" y="37317"/>
                  </a:cubicBezTo>
                  <a:cubicBezTo>
                    <a:pt x="195613" y="36339"/>
                    <a:pt x="193318" y="35281"/>
                    <a:pt x="191099" y="34257"/>
                  </a:cubicBezTo>
                  <a:cubicBezTo>
                    <a:pt x="188401" y="33014"/>
                    <a:pt x="185611" y="31726"/>
                    <a:pt x="182833" y="30573"/>
                  </a:cubicBezTo>
                  <a:cubicBezTo>
                    <a:pt x="172649" y="26340"/>
                    <a:pt x="162754" y="24195"/>
                    <a:pt x="153409" y="24195"/>
                  </a:cubicBezTo>
                  <a:cubicBezTo>
                    <a:pt x="153178" y="24195"/>
                    <a:pt x="152948" y="24197"/>
                    <a:pt x="152719" y="24198"/>
                  </a:cubicBezTo>
                  <a:cubicBezTo>
                    <a:pt x="142080" y="24319"/>
                    <a:pt x="132064" y="27884"/>
                    <a:pt x="122824" y="31721"/>
                  </a:cubicBezTo>
                  <a:cubicBezTo>
                    <a:pt x="112729" y="35913"/>
                    <a:pt x="102805" y="39822"/>
                    <a:pt x="92400" y="41608"/>
                  </a:cubicBezTo>
                  <a:cubicBezTo>
                    <a:pt x="82867" y="43244"/>
                    <a:pt x="72721" y="44299"/>
                    <a:pt x="61383" y="44830"/>
                  </a:cubicBezTo>
                  <a:cubicBezTo>
                    <a:pt x="58519" y="44965"/>
                    <a:pt x="55783" y="45032"/>
                    <a:pt x="53152" y="45032"/>
                  </a:cubicBezTo>
                  <a:cubicBezTo>
                    <a:pt x="45012" y="45032"/>
                    <a:pt x="37887" y="44383"/>
                    <a:pt x="31169" y="43050"/>
                  </a:cubicBezTo>
                  <a:cubicBezTo>
                    <a:pt x="24718" y="41770"/>
                    <a:pt x="18066" y="39641"/>
                    <a:pt x="11397" y="36720"/>
                  </a:cubicBezTo>
                  <a:cubicBezTo>
                    <a:pt x="7680" y="35093"/>
                    <a:pt x="3780" y="33224"/>
                    <a:pt x="405" y="30582"/>
                  </a:cubicBezTo>
                  <a:lnTo>
                    <a:pt x="405" y="21725"/>
                  </a:lnTo>
                  <a:cubicBezTo>
                    <a:pt x="5173" y="23118"/>
                    <a:pt x="10001" y="24631"/>
                    <a:pt x="14673" y="26094"/>
                  </a:cubicBezTo>
                  <a:cubicBezTo>
                    <a:pt x="18472" y="27283"/>
                    <a:pt x="22397" y="28512"/>
                    <a:pt x="26269" y="29670"/>
                  </a:cubicBezTo>
                  <a:cubicBezTo>
                    <a:pt x="42759" y="34607"/>
                    <a:pt x="58954" y="38982"/>
                    <a:pt x="74991" y="38982"/>
                  </a:cubicBezTo>
                  <a:cubicBezTo>
                    <a:pt x="78823" y="38982"/>
                    <a:pt x="82649" y="38732"/>
                    <a:pt x="86466" y="38179"/>
                  </a:cubicBezTo>
                  <a:cubicBezTo>
                    <a:pt x="95509" y="36872"/>
                    <a:pt x="104228" y="33938"/>
                    <a:pt x="112383" y="29455"/>
                  </a:cubicBezTo>
                  <a:cubicBezTo>
                    <a:pt x="116730" y="27066"/>
                    <a:pt x="120985" y="24195"/>
                    <a:pt x="125029" y="20922"/>
                  </a:cubicBezTo>
                  <a:cubicBezTo>
                    <a:pt x="126767" y="19511"/>
                    <a:pt x="128488" y="17994"/>
                    <a:pt x="130152" y="16524"/>
                  </a:cubicBezTo>
                  <a:cubicBezTo>
                    <a:pt x="131788" y="15078"/>
                    <a:pt x="133483" y="13582"/>
                    <a:pt x="135190" y="12196"/>
                  </a:cubicBezTo>
                  <a:cubicBezTo>
                    <a:pt x="137654" y="10200"/>
                    <a:pt x="140969" y="7788"/>
                    <a:pt x="144768" y="6873"/>
                  </a:cubicBezTo>
                  <a:cubicBezTo>
                    <a:pt x="145990" y="6580"/>
                    <a:pt x="147258" y="6432"/>
                    <a:pt x="148594" y="6432"/>
                  </a:cubicBezTo>
                  <a:cubicBezTo>
                    <a:pt x="151134" y="6432"/>
                    <a:pt x="153922" y="6966"/>
                    <a:pt x="157120" y="8052"/>
                  </a:cubicBezTo>
                  <a:cubicBezTo>
                    <a:pt x="165254" y="10813"/>
                    <a:pt x="174727" y="13878"/>
                    <a:pt x="184226" y="15304"/>
                  </a:cubicBezTo>
                  <a:cubicBezTo>
                    <a:pt x="187914" y="15858"/>
                    <a:pt x="191419" y="16136"/>
                    <a:pt x="194766" y="16136"/>
                  </a:cubicBezTo>
                  <a:cubicBezTo>
                    <a:pt x="200932" y="16136"/>
                    <a:pt x="206557" y="15192"/>
                    <a:pt x="211781" y="13295"/>
                  </a:cubicBezTo>
                  <a:cubicBezTo>
                    <a:pt x="216509" y="11579"/>
                    <a:pt x="220789" y="8892"/>
                    <a:pt x="224351" y="6492"/>
                  </a:cubicBezTo>
                  <a:cubicBezTo>
                    <a:pt x="224766" y="6212"/>
                    <a:pt x="225182" y="5928"/>
                    <a:pt x="225598" y="5645"/>
                  </a:cubicBezTo>
                  <a:cubicBezTo>
                    <a:pt x="228277" y="3826"/>
                    <a:pt x="231045" y="1944"/>
                    <a:pt x="233940" y="621"/>
                  </a:cubicBezTo>
                  <a:close/>
                  <a:moveTo>
                    <a:pt x="234344" y="1"/>
                  </a:moveTo>
                  <a:lnTo>
                    <a:pt x="234062" y="127"/>
                  </a:lnTo>
                  <a:cubicBezTo>
                    <a:pt x="231032" y="1470"/>
                    <a:pt x="228156" y="3423"/>
                    <a:pt x="225375" y="5313"/>
                  </a:cubicBezTo>
                  <a:cubicBezTo>
                    <a:pt x="224959" y="5595"/>
                    <a:pt x="224545" y="5878"/>
                    <a:pt x="224128" y="6158"/>
                  </a:cubicBezTo>
                  <a:cubicBezTo>
                    <a:pt x="220589" y="8544"/>
                    <a:pt x="216336" y="11214"/>
                    <a:pt x="211647" y="12916"/>
                  </a:cubicBezTo>
                  <a:cubicBezTo>
                    <a:pt x="206466" y="14796"/>
                    <a:pt x="200885" y="15732"/>
                    <a:pt x="194765" y="15732"/>
                  </a:cubicBezTo>
                  <a:cubicBezTo>
                    <a:pt x="191440" y="15732"/>
                    <a:pt x="187955" y="15456"/>
                    <a:pt x="184289" y="14905"/>
                  </a:cubicBezTo>
                  <a:cubicBezTo>
                    <a:pt x="174822" y="13485"/>
                    <a:pt x="165370" y="10424"/>
                    <a:pt x="157251" y="7671"/>
                  </a:cubicBezTo>
                  <a:cubicBezTo>
                    <a:pt x="154011" y="6571"/>
                    <a:pt x="151182" y="6028"/>
                    <a:pt x="148600" y="6028"/>
                  </a:cubicBezTo>
                  <a:cubicBezTo>
                    <a:pt x="147230" y="6028"/>
                    <a:pt x="145930" y="6181"/>
                    <a:pt x="144675" y="6483"/>
                  </a:cubicBezTo>
                  <a:cubicBezTo>
                    <a:pt x="140797" y="7416"/>
                    <a:pt x="137434" y="9860"/>
                    <a:pt x="134939" y="11886"/>
                  </a:cubicBezTo>
                  <a:cubicBezTo>
                    <a:pt x="133224" y="13277"/>
                    <a:pt x="131528" y="14775"/>
                    <a:pt x="129887" y="16224"/>
                  </a:cubicBezTo>
                  <a:cubicBezTo>
                    <a:pt x="128225" y="17690"/>
                    <a:pt x="126509" y="19207"/>
                    <a:pt x="124774" y="20610"/>
                  </a:cubicBezTo>
                  <a:cubicBezTo>
                    <a:pt x="120749" y="23869"/>
                    <a:pt x="116514" y="26727"/>
                    <a:pt x="112189" y="29105"/>
                  </a:cubicBezTo>
                  <a:cubicBezTo>
                    <a:pt x="104076" y="33564"/>
                    <a:pt x="95402" y="36484"/>
                    <a:pt x="86407" y="37785"/>
                  </a:cubicBezTo>
                  <a:cubicBezTo>
                    <a:pt x="82611" y="38334"/>
                    <a:pt x="78806" y="38583"/>
                    <a:pt x="74991" y="38583"/>
                  </a:cubicBezTo>
                  <a:cubicBezTo>
                    <a:pt x="59005" y="38583"/>
                    <a:pt x="42843" y="34216"/>
                    <a:pt x="26384" y="29289"/>
                  </a:cubicBezTo>
                  <a:cubicBezTo>
                    <a:pt x="22516" y="28130"/>
                    <a:pt x="18589" y="26901"/>
                    <a:pt x="14793" y="25711"/>
                  </a:cubicBezTo>
                  <a:cubicBezTo>
                    <a:pt x="10035" y="24222"/>
                    <a:pt x="5116" y="22681"/>
                    <a:pt x="257" y="21265"/>
                  </a:cubicBezTo>
                  <a:lnTo>
                    <a:pt x="0" y="21189"/>
                  </a:lnTo>
                  <a:lnTo>
                    <a:pt x="0" y="30778"/>
                  </a:lnTo>
                  <a:lnTo>
                    <a:pt x="77" y="30839"/>
                  </a:lnTo>
                  <a:cubicBezTo>
                    <a:pt x="3505" y="33541"/>
                    <a:pt x="7466" y="35440"/>
                    <a:pt x="11235" y="37090"/>
                  </a:cubicBezTo>
                  <a:cubicBezTo>
                    <a:pt x="17931" y="40022"/>
                    <a:pt x="24610" y="42161"/>
                    <a:pt x="31090" y="43447"/>
                  </a:cubicBezTo>
                  <a:cubicBezTo>
                    <a:pt x="37834" y="44786"/>
                    <a:pt x="44983" y="45437"/>
                    <a:pt x="53148" y="45437"/>
                  </a:cubicBezTo>
                  <a:cubicBezTo>
                    <a:pt x="55786" y="45437"/>
                    <a:pt x="58530" y="45369"/>
                    <a:pt x="61401" y="45235"/>
                  </a:cubicBezTo>
                  <a:cubicBezTo>
                    <a:pt x="72756" y="44700"/>
                    <a:pt x="82917" y="43644"/>
                    <a:pt x="92467" y="42007"/>
                  </a:cubicBezTo>
                  <a:cubicBezTo>
                    <a:pt x="102913" y="40214"/>
                    <a:pt x="112861" y="36296"/>
                    <a:pt x="122978" y="32095"/>
                  </a:cubicBezTo>
                  <a:cubicBezTo>
                    <a:pt x="132181" y="28274"/>
                    <a:pt x="142153" y="24722"/>
                    <a:pt x="152725" y="24602"/>
                  </a:cubicBezTo>
                  <a:cubicBezTo>
                    <a:pt x="152952" y="24600"/>
                    <a:pt x="153179" y="24598"/>
                    <a:pt x="153407" y="24598"/>
                  </a:cubicBezTo>
                  <a:cubicBezTo>
                    <a:pt x="162694" y="24598"/>
                    <a:pt x="172541" y="26730"/>
                    <a:pt x="182679" y="30945"/>
                  </a:cubicBezTo>
                  <a:cubicBezTo>
                    <a:pt x="185447" y="32095"/>
                    <a:pt x="188234" y="33381"/>
                    <a:pt x="190930" y="34624"/>
                  </a:cubicBezTo>
                  <a:cubicBezTo>
                    <a:pt x="193152" y="35649"/>
                    <a:pt x="195448" y="36707"/>
                    <a:pt x="197726" y="37686"/>
                  </a:cubicBezTo>
                  <a:cubicBezTo>
                    <a:pt x="202837" y="39885"/>
                    <a:pt x="207942" y="41928"/>
                    <a:pt x="212901" y="43763"/>
                  </a:cubicBezTo>
                  <a:cubicBezTo>
                    <a:pt x="220729" y="46656"/>
                    <a:pt x="227658" y="48955"/>
                    <a:pt x="234085" y="50788"/>
                  </a:cubicBezTo>
                  <a:lnTo>
                    <a:pt x="234341" y="50863"/>
                  </a:lnTo>
                  <a:lnTo>
                    <a:pt x="234344" y="50863"/>
                  </a:lnTo>
                  <a:lnTo>
                    <a:pt x="234344" y="34896"/>
                  </a:lnTo>
                  <a:lnTo>
                    <a:pt x="234204" y="34850"/>
                  </a:lnTo>
                  <a:cubicBezTo>
                    <a:pt x="233582" y="34654"/>
                    <a:pt x="232962" y="34481"/>
                    <a:pt x="232362" y="34340"/>
                  </a:cubicBezTo>
                  <a:cubicBezTo>
                    <a:pt x="229433" y="33647"/>
                    <a:pt x="226488" y="33352"/>
                    <a:pt x="223721" y="33110"/>
                  </a:cubicBezTo>
                  <a:cubicBezTo>
                    <a:pt x="220148" y="32797"/>
                    <a:pt x="216338" y="32457"/>
                    <a:pt x="212486" y="32074"/>
                  </a:cubicBezTo>
                  <a:cubicBezTo>
                    <a:pt x="207542" y="31581"/>
                    <a:pt x="203553" y="31128"/>
                    <a:pt x="199935" y="30653"/>
                  </a:cubicBezTo>
                  <a:lnTo>
                    <a:pt x="198416" y="30455"/>
                  </a:lnTo>
                  <a:cubicBezTo>
                    <a:pt x="194968" y="30009"/>
                    <a:pt x="191400" y="29547"/>
                    <a:pt x="187960" y="28753"/>
                  </a:cubicBezTo>
                  <a:cubicBezTo>
                    <a:pt x="187298" y="28602"/>
                    <a:pt x="186634" y="28454"/>
                    <a:pt x="185969" y="28310"/>
                  </a:cubicBezTo>
                  <a:cubicBezTo>
                    <a:pt x="183145" y="27690"/>
                    <a:pt x="180223" y="27051"/>
                    <a:pt x="177494" y="25795"/>
                  </a:cubicBezTo>
                  <a:cubicBezTo>
                    <a:pt x="176009" y="25111"/>
                    <a:pt x="174350" y="24245"/>
                    <a:pt x="173437" y="22596"/>
                  </a:cubicBezTo>
                  <a:cubicBezTo>
                    <a:pt x="172829" y="21493"/>
                    <a:pt x="172693" y="19876"/>
                    <a:pt x="173617" y="18921"/>
                  </a:cubicBezTo>
                  <a:cubicBezTo>
                    <a:pt x="174717" y="17783"/>
                    <a:pt x="176574" y="17760"/>
                    <a:pt x="177801" y="17745"/>
                  </a:cubicBezTo>
                  <a:cubicBezTo>
                    <a:pt x="177883" y="17744"/>
                    <a:pt x="177965" y="17744"/>
                    <a:pt x="178047" y="17744"/>
                  </a:cubicBezTo>
                  <a:cubicBezTo>
                    <a:pt x="180223" y="17744"/>
                    <a:pt x="182367" y="18103"/>
                    <a:pt x="184375" y="18494"/>
                  </a:cubicBezTo>
                  <a:cubicBezTo>
                    <a:pt x="186221" y="18853"/>
                    <a:pt x="188043" y="19296"/>
                    <a:pt x="190212" y="19850"/>
                  </a:cubicBezTo>
                  <a:cubicBezTo>
                    <a:pt x="192283" y="20380"/>
                    <a:pt x="194415" y="20683"/>
                    <a:pt x="196477" y="20976"/>
                  </a:cubicBezTo>
                  <a:lnTo>
                    <a:pt x="196594" y="20993"/>
                  </a:lnTo>
                  <a:cubicBezTo>
                    <a:pt x="201071" y="21630"/>
                    <a:pt x="204978" y="21943"/>
                    <a:pt x="208576" y="21943"/>
                  </a:cubicBezTo>
                  <a:cubicBezTo>
                    <a:pt x="210156" y="21943"/>
                    <a:pt x="211676" y="21883"/>
                    <a:pt x="213159" y="21763"/>
                  </a:cubicBezTo>
                  <a:cubicBezTo>
                    <a:pt x="219481" y="21255"/>
                    <a:pt x="224648" y="19666"/>
                    <a:pt x="228956" y="16905"/>
                  </a:cubicBezTo>
                  <a:cubicBezTo>
                    <a:pt x="230892" y="15665"/>
                    <a:pt x="232689" y="14110"/>
                    <a:pt x="234294" y="12287"/>
                  </a:cubicBezTo>
                  <a:lnTo>
                    <a:pt x="234344" y="12230"/>
                  </a:lnTo>
                  <a:lnTo>
                    <a:pt x="23434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5"/>
            <p:cNvSpPr/>
            <p:nvPr/>
          </p:nvSpPr>
          <p:spPr>
            <a:xfrm flipH="1" rot="10800000">
              <a:off x="-97264" y="1364332"/>
              <a:ext cx="5171942" cy="1031731"/>
            </a:xfrm>
            <a:custGeom>
              <a:rect b="b" l="l" r="r" t="t"/>
              <a:pathLst>
                <a:path extrusionOk="0" h="25782" w="129242">
                  <a:moveTo>
                    <a:pt x="125667" y="404"/>
                  </a:moveTo>
                  <a:cubicBezTo>
                    <a:pt x="125949" y="404"/>
                    <a:pt x="126232" y="415"/>
                    <a:pt x="126514" y="437"/>
                  </a:cubicBezTo>
                  <a:cubicBezTo>
                    <a:pt x="127419" y="510"/>
                    <a:pt x="128375" y="690"/>
                    <a:pt x="128733" y="1442"/>
                  </a:cubicBezTo>
                  <a:cubicBezTo>
                    <a:pt x="127667" y="1898"/>
                    <a:pt x="126604" y="2366"/>
                    <a:pt x="125540" y="2833"/>
                  </a:cubicBezTo>
                  <a:cubicBezTo>
                    <a:pt x="121951" y="4414"/>
                    <a:pt x="118237" y="6047"/>
                    <a:pt x="114473" y="7141"/>
                  </a:cubicBezTo>
                  <a:cubicBezTo>
                    <a:pt x="113881" y="7314"/>
                    <a:pt x="113286" y="7483"/>
                    <a:pt x="112693" y="7649"/>
                  </a:cubicBezTo>
                  <a:cubicBezTo>
                    <a:pt x="110914" y="8149"/>
                    <a:pt x="109073" y="8666"/>
                    <a:pt x="107278" y="9330"/>
                  </a:cubicBezTo>
                  <a:cubicBezTo>
                    <a:pt x="105183" y="10108"/>
                    <a:pt x="102936" y="11055"/>
                    <a:pt x="100411" y="12228"/>
                  </a:cubicBezTo>
                  <a:cubicBezTo>
                    <a:pt x="97928" y="13381"/>
                    <a:pt x="95424" y="14634"/>
                    <a:pt x="93002" y="15844"/>
                  </a:cubicBezTo>
                  <a:cubicBezTo>
                    <a:pt x="86663" y="19013"/>
                    <a:pt x="80109" y="22288"/>
                    <a:pt x="73322" y="24097"/>
                  </a:cubicBezTo>
                  <a:cubicBezTo>
                    <a:pt x="70106" y="24955"/>
                    <a:pt x="66829" y="25381"/>
                    <a:pt x="63411" y="25381"/>
                  </a:cubicBezTo>
                  <a:cubicBezTo>
                    <a:pt x="61691" y="25381"/>
                    <a:pt x="59935" y="25273"/>
                    <a:pt x="58132" y="25057"/>
                  </a:cubicBezTo>
                  <a:cubicBezTo>
                    <a:pt x="54870" y="24667"/>
                    <a:pt x="51578" y="24000"/>
                    <a:pt x="48394" y="23351"/>
                  </a:cubicBezTo>
                  <a:cubicBezTo>
                    <a:pt x="46720" y="23010"/>
                    <a:pt x="44988" y="22658"/>
                    <a:pt x="43281" y="22351"/>
                  </a:cubicBezTo>
                  <a:cubicBezTo>
                    <a:pt x="38827" y="21551"/>
                    <a:pt x="34306" y="21314"/>
                    <a:pt x="29931" y="21085"/>
                  </a:cubicBezTo>
                  <a:lnTo>
                    <a:pt x="28914" y="21031"/>
                  </a:lnTo>
                  <a:cubicBezTo>
                    <a:pt x="25978" y="20874"/>
                    <a:pt x="23609" y="20501"/>
                    <a:pt x="21462" y="19855"/>
                  </a:cubicBezTo>
                  <a:cubicBezTo>
                    <a:pt x="19489" y="19259"/>
                    <a:pt x="17512" y="18432"/>
                    <a:pt x="15599" y="17635"/>
                  </a:cubicBezTo>
                  <a:cubicBezTo>
                    <a:pt x="15171" y="17457"/>
                    <a:pt x="14747" y="17279"/>
                    <a:pt x="14321" y="17105"/>
                  </a:cubicBezTo>
                  <a:cubicBezTo>
                    <a:pt x="12341" y="16286"/>
                    <a:pt x="10328" y="15433"/>
                    <a:pt x="8383" y="14606"/>
                  </a:cubicBezTo>
                  <a:cubicBezTo>
                    <a:pt x="5772" y="13497"/>
                    <a:pt x="3075" y="12349"/>
                    <a:pt x="404" y="11276"/>
                  </a:cubicBezTo>
                  <a:lnTo>
                    <a:pt x="403" y="11276"/>
                  </a:lnTo>
                  <a:lnTo>
                    <a:pt x="403" y="5584"/>
                  </a:lnTo>
                  <a:cubicBezTo>
                    <a:pt x="967" y="5874"/>
                    <a:pt x="1566" y="6170"/>
                    <a:pt x="2220" y="6484"/>
                  </a:cubicBezTo>
                  <a:cubicBezTo>
                    <a:pt x="2905" y="6811"/>
                    <a:pt x="3592" y="7131"/>
                    <a:pt x="4281" y="7450"/>
                  </a:cubicBezTo>
                  <a:cubicBezTo>
                    <a:pt x="6227" y="8357"/>
                    <a:pt x="8240" y="9293"/>
                    <a:pt x="10153" y="10412"/>
                  </a:cubicBezTo>
                  <a:cubicBezTo>
                    <a:pt x="12434" y="11746"/>
                    <a:pt x="14871" y="13148"/>
                    <a:pt x="17395" y="14337"/>
                  </a:cubicBezTo>
                  <a:cubicBezTo>
                    <a:pt x="25707" y="18255"/>
                    <a:pt x="35202" y="20169"/>
                    <a:pt x="46355" y="20169"/>
                  </a:cubicBezTo>
                  <a:cubicBezTo>
                    <a:pt x="47079" y="20169"/>
                    <a:pt x="47811" y="20161"/>
                    <a:pt x="48549" y="20145"/>
                  </a:cubicBezTo>
                  <a:cubicBezTo>
                    <a:pt x="59131" y="19914"/>
                    <a:pt x="70411" y="17805"/>
                    <a:pt x="84049" y="13504"/>
                  </a:cubicBezTo>
                  <a:cubicBezTo>
                    <a:pt x="89815" y="11685"/>
                    <a:pt x="95612" y="9562"/>
                    <a:pt x="101217" y="7507"/>
                  </a:cubicBezTo>
                  <a:cubicBezTo>
                    <a:pt x="104315" y="6374"/>
                    <a:pt x="107517" y="5200"/>
                    <a:pt x="110679" y="4091"/>
                  </a:cubicBezTo>
                  <a:cubicBezTo>
                    <a:pt x="114143" y="2876"/>
                    <a:pt x="117874" y="1648"/>
                    <a:pt x="121675" y="895"/>
                  </a:cubicBezTo>
                  <a:cubicBezTo>
                    <a:pt x="122896" y="652"/>
                    <a:pt x="124279" y="404"/>
                    <a:pt x="125667" y="404"/>
                  </a:cubicBezTo>
                  <a:close/>
                  <a:moveTo>
                    <a:pt x="125672" y="1"/>
                  </a:moveTo>
                  <a:cubicBezTo>
                    <a:pt x="124248" y="1"/>
                    <a:pt x="122839" y="252"/>
                    <a:pt x="121598" y="497"/>
                  </a:cubicBezTo>
                  <a:cubicBezTo>
                    <a:pt x="117773" y="1256"/>
                    <a:pt x="114025" y="2491"/>
                    <a:pt x="110546" y="3711"/>
                  </a:cubicBezTo>
                  <a:cubicBezTo>
                    <a:pt x="107384" y="4820"/>
                    <a:pt x="104179" y="5993"/>
                    <a:pt x="101080" y="7129"/>
                  </a:cubicBezTo>
                  <a:cubicBezTo>
                    <a:pt x="95477" y="9180"/>
                    <a:pt x="89685" y="11305"/>
                    <a:pt x="83929" y="13120"/>
                  </a:cubicBezTo>
                  <a:cubicBezTo>
                    <a:pt x="70328" y="17407"/>
                    <a:pt x="59084" y="19512"/>
                    <a:pt x="48540" y="19742"/>
                  </a:cubicBezTo>
                  <a:cubicBezTo>
                    <a:pt x="47811" y="19758"/>
                    <a:pt x="47089" y="19766"/>
                    <a:pt x="46374" y="19766"/>
                  </a:cubicBezTo>
                  <a:cubicBezTo>
                    <a:pt x="35268" y="19766"/>
                    <a:pt x="25827" y="17865"/>
                    <a:pt x="17567" y="13971"/>
                  </a:cubicBezTo>
                  <a:cubicBezTo>
                    <a:pt x="15057" y="12788"/>
                    <a:pt x="12628" y="11391"/>
                    <a:pt x="10355" y="10062"/>
                  </a:cubicBezTo>
                  <a:cubicBezTo>
                    <a:pt x="8426" y="8935"/>
                    <a:pt x="6404" y="7993"/>
                    <a:pt x="4448" y="7084"/>
                  </a:cubicBezTo>
                  <a:cubicBezTo>
                    <a:pt x="3762" y="6767"/>
                    <a:pt x="3076" y="6447"/>
                    <a:pt x="2395" y="6120"/>
                  </a:cubicBezTo>
                  <a:cubicBezTo>
                    <a:pt x="1626" y="5754"/>
                    <a:pt x="940" y="5411"/>
                    <a:pt x="294" y="5075"/>
                  </a:cubicBezTo>
                  <a:lnTo>
                    <a:pt x="0" y="4921"/>
                  </a:lnTo>
                  <a:lnTo>
                    <a:pt x="0" y="11545"/>
                  </a:lnTo>
                  <a:lnTo>
                    <a:pt x="126" y="11595"/>
                  </a:lnTo>
                  <a:cubicBezTo>
                    <a:pt x="2833" y="12684"/>
                    <a:pt x="5574" y="13848"/>
                    <a:pt x="8224" y="14973"/>
                  </a:cubicBezTo>
                  <a:cubicBezTo>
                    <a:pt x="10170" y="15801"/>
                    <a:pt x="12184" y="16656"/>
                    <a:pt x="14167" y="17473"/>
                  </a:cubicBezTo>
                  <a:cubicBezTo>
                    <a:pt x="14591" y="17649"/>
                    <a:pt x="15016" y="17828"/>
                    <a:pt x="15441" y="18003"/>
                  </a:cubicBezTo>
                  <a:cubicBezTo>
                    <a:pt x="17363" y="18808"/>
                    <a:pt x="19349" y="19638"/>
                    <a:pt x="21344" y="20238"/>
                  </a:cubicBezTo>
                  <a:cubicBezTo>
                    <a:pt x="23523" y="20895"/>
                    <a:pt x="25922" y="21274"/>
                    <a:pt x="28892" y="21431"/>
                  </a:cubicBezTo>
                  <a:lnTo>
                    <a:pt x="29910" y="21485"/>
                  </a:lnTo>
                  <a:cubicBezTo>
                    <a:pt x="34272" y="21714"/>
                    <a:pt x="38783" y="21950"/>
                    <a:pt x="43209" y="22746"/>
                  </a:cubicBezTo>
                  <a:cubicBezTo>
                    <a:pt x="44912" y="23053"/>
                    <a:pt x="46641" y="23406"/>
                    <a:pt x="48313" y="23744"/>
                  </a:cubicBezTo>
                  <a:cubicBezTo>
                    <a:pt x="51505" y="24393"/>
                    <a:pt x="54806" y="25065"/>
                    <a:pt x="58085" y="25456"/>
                  </a:cubicBezTo>
                  <a:cubicBezTo>
                    <a:pt x="59905" y="25673"/>
                    <a:pt x="61677" y="25782"/>
                    <a:pt x="63414" y="25782"/>
                  </a:cubicBezTo>
                  <a:cubicBezTo>
                    <a:pt x="66866" y="25782"/>
                    <a:pt x="70177" y="25352"/>
                    <a:pt x="73425" y="24486"/>
                  </a:cubicBezTo>
                  <a:cubicBezTo>
                    <a:pt x="80253" y="22666"/>
                    <a:pt x="86826" y="19379"/>
                    <a:pt x="93183" y="16202"/>
                  </a:cubicBezTo>
                  <a:cubicBezTo>
                    <a:pt x="95603" y="14991"/>
                    <a:pt x="98105" y="13741"/>
                    <a:pt x="100582" y="12591"/>
                  </a:cubicBezTo>
                  <a:cubicBezTo>
                    <a:pt x="103097" y="11422"/>
                    <a:pt x="105333" y="10479"/>
                    <a:pt x="107419" y="9706"/>
                  </a:cubicBezTo>
                  <a:cubicBezTo>
                    <a:pt x="109198" y="9046"/>
                    <a:pt x="111031" y="8532"/>
                    <a:pt x="112803" y="8033"/>
                  </a:cubicBezTo>
                  <a:cubicBezTo>
                    <a:pt x="113399" y="7867"/>
                    <a:pt x="113993" y="7699"/>
                    <a:pt x="114588" y="7526"/>
                  </a:cubicBezTo>
                  <a:cubicBezTo>
                    <a:pt x="118376" y="6424"/>
                    <a:pt x="122102" y="4784"/>
                    <a:pt x="125704" y="3199"/>
                  </a:cubicBezTo>
                  <a:cubicBezTo>
                    <a:pt x="126826" y="2705"/>
                    <a:pt x="127947" y="2212"/>
                    <a:pt x="129073" y="1733"/>
                  </a:cubicBezTo>
                  <a:lnTo>
                    <a:pt x="129242" y="1662"/>
                  </a:lnTo>
                  <a:lnTo>
                    <a:pt x="129185" y="1488"/>
                  </a:lnTo>
                  <a:cubicBezTo>
                    <a:pt x="128775" y="216"/>
                    <a:pt x="127216" y="89"/>
                    <a:pt x="126549" y="34"/>
                  </a:cubicBezTo>
                  <a:cubicBezTo>
                    <a:pt x="126257" y="11"/>
                    <a:pt x="125964" y="1"/>
                    <a:pt x="1256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5"/>
            <p:cNvSpPr/>
            <p:nvPr/>
          </p:nvSpPr>
          <p:spPr>
            <a:xfrm flipH="1" rot="10800000">
              <a:off x="-97184" y="-162700"/>
              <a:ext cx="9378021" cy="2233737"/>
            </a:xfrm>
            <a:custGeom>
              <a:rect b="b" l="l" r="r" t="t"/>
              <a:pathLst>
                <a:path extrusionOk="0" h="55819" w="234348">
                  <a:moveTo>
                    <a:pt x="144981" y="403"/>
                  </a:moveTo>
                  <a:cubicBezTo>
                    <a:pt x="150962" y="403"/>
                    <a:pt x="156924" y="882"/>
                    <a:pt x="162787" y="1836"/>
                  </a:cubicBezTo>
                  <a:cubicBezTo>
                    <a:pt x="170740" y="3127"/>
                    <a:pt x="179016" y="5583"/>
                    <a:pt x="189615" y="9797"/>
                  </a:cubicBezTo>
                  <a:cubicBezTo>
                    <a:pt x="198427" y="13299"/>
                    <a:pt x="207411" y="17431"/>
                    <a:pt x="216323" y="22082"/>
                  </a:cubicBezTo>
                  <a:lnTo>
                    <a:pt x="218254" y="23088"/>
                  </a:lnTo>
                  <a:cubicBezTo>
                    <a:pt x="223483" y="25804"/>
                    <a:pt x="228885" y="28612"/>
                    <a:pt x="233942" y="32005"/>
                  </a:cubicBezTo>
                  <a:lnTo>
                    <a:pt x="233942" y="40242"/>
                  </a:lnTo>
                  <a:cubicBezTo>
                    <a:pt x="230357" y="38005"/>
                    <a:pt x="227378" y="36353"/>
                    <a:pt x="224590" y="35054"/>
                  </a:cubicBezTo>
                  <a:cubicBezTo>
                    <a:pt x="215470" y="30808"/>
                    <a:pt x="205746" y="28155"/>
                    <a:pt x="196343" y="25590"/>
                  </a:cubicBezTo>
                  <a:cubicBezTo>
                    <a:pt x="195383" y="25330"/>
                    <a:pt x="194423" y="25067"/>
                    <a:pt x="193466" y="24804"/>
                  </a:cubicBezTo>
                  <a:cubicBezTo>
                    <a:pt x="172307" y="18995"/>
                    <a:pt x="155262" y="16255"/>
                    <a:pt x="139723" y="16255"/>
                  </a:cubicBezTo>
                  <a:cubicBezTo>
                    <a:pt x="136241" y="16255"/>
                    <a:pt x="132834" y="16392"/>
                    <a:pt x="129473" y="16664"/>
                  </a:cubicBezTo>
                  <a:cubicBezTo>
                    <a:pt x="117659" y="17617"/>
                    <a:pt x="108992" y="19950"/>
                    <a:pt x="101363" y="24225"/>
                  </a:cubicBezTo>
                  <a:cubicBezTo>
                    <a:pt x="95848" y="27316"/>
                    <a:pt x="90586" y="31262"/>
                    <a:pt x="85495" y="35080"/>
                  </a:cubicBezTo>
                  <a:cubicBezTo>
                    <a:pt x="82539" y="37296"/>
                    <a:pt x="79484" y="39588"/>
                    <a:pt x="76413" y="41684"/>
                  </a:cubicBezTo>
                  <a:cubicBezTo>
                    <a:pt x="71394" y="45113"/>
                    <a:pt x="67146" y="47471"/>
                    <a:pt x="63039" y="49108"/>
                  </a:cubicBezTo>
                  <a:cubicBezTo>
                    <a:pt x="58787" y="50804"/>
                    <a:pt x="54022" y="52109"/>
                    <a:pt x="48045" y="53216"/>
                  </a:cubicBezTo>
                  <a:cubicBezTo>
                    <a:pt x="40031" y="54703"/>
                    <a:pt x="31384" y="55416"/>
                    <a:pt x="21189" y="55416"/>
                  </a:cubicBezTo>
                  <a:cubicBezTo>
                    <a:pt x="19290" y="55416"/>
                    <a:pt x="17337" y="55391"/>
                    <a:pt x="15325" y="55342"/>
                  </a:cubicBezTo>
                  <a:cubicBezTo>
                    <a:pt x="9761" y="55207"/>
                    <a:pt x="4879" y="54966"/>
                    <a:pt x="402" y="54612"/>
                  </a:cubicBezTo>
                  <a:lnTo>
                    <a:pt x="407" y="54612"/>
                  </a:lnTo>
                  <a:lnTo>
                    <a:pt x="407" y="49284"/>
                  </a:lnTo>
                  <a:cubicBezTo>
                    <a:pt x="817" y="49421"/>
                    <a:pt x="1230" y="49561"/>
                    <a:pt x="1643" y="49700"/>
                  </a:cubicBezTo>
                  <a:cubicBezTo>
                    <a:pt x="4359" y="50619"/>
                    <a:pt x="7168" y="51566"/>
                    <a:pt x="9980" y="52235"/>
                  </a:cubicBezTo>
                  <a:cubicBezTo>
                    <a:pt x="12206" y="52763"/>
                    <a:pt x="14788" y="53377"/>
                    <a:pt x="17344" y="53377"/>
                  </a:cubicBezTo>
                  <a:cubicBezTo>
                    <a:pt x="18683" y="53377"/>
                    <a:pt x="20014" y="53208"/>
                    <a:pt x="21283" y="52772"/>
                  </a:cubicBezTo>
                  <a:cubicBezTo>
                    <a:pt x="22931" y="52205"/>
                    <a:pt x="23878" y="51164"/>
                    <a:pt x="24025" y="49761"/>
                  </a:cubicBezTo>
                  <a:cubicBezTo>
                    <a:pt x="24231" y="47784"/>
                    <a:pt x="23055" y="45926"/>
                    <a:pt x="21802" y="44960"/>
                  </a:cubicBezTo>
                  <a:cubicBezTo>
                    <a:pt x="20124" y="43670"/>
                    <a:pt x="18067" y="43236"/>
                    <a:pt x="16094" y="42961"/>
                  </a:cubicBezTo>
                  <a:cubicBezTo>
                    <a:pt x="13968" y="42663"/>
                    <a:pt x="11797" y="42629"/>
                    <a:pt x="9701" y="42596"/>
                  </a:cubicBezTo>
                  <a:lnTo>
                    <a:pt x="9254" y="42589"/>
                  </a:lnTo>
                  <a:cubicBezTo>
                    <a:pt x="6994" y="42550"/>
                    <a:pt x="4310" y="42346"/>
                    <a:pt x="1553" y="41105"/>
                  </a:cubicBezTo>
                  <a:cubicBezTo>
                    <a:pt x="1170" y="40933"/>
                    <a:pt x="784" y="40741"/>
                    <a:pt x="402" y="40534"/>
                  </a:cubicBezTo>
                  <a:lnTo>
                    <a:pt x="402" y="31531"/>
                  </a:lnTo>
                  <a:cubicBezTo>
                    <a:pt x="6844" y="32915"/>
                    <a:pt x="13326" y="34726"/>
                    <a:pt x="19599" y="36477"/>
                  </a:cubicBezTo>
                  <a:cubicBezTo>
                    <a:pt x="22674" y="37335"/>
                    <a:pt x="25850" y="38224"/>
                    <a:pt x="28985" y="39049"/>
                  </a:cubicBezTo>
                  <a:cubicBezTo>
                    <a:pt x="36397" y="41005"/>
                    <a:pt x="46195" y="43249"/>
                    <a:pt x="56268" y="43249"/>
                  </a:cubicBezTo>
                  <a:lnTo>
                    <a:pt x="56298" y="43249"/>
                  </a:lnTo>
                  <a:cubicBezTo>
                    <a:pt x="60549" y="43247"/>
                    <a:pt x="65413" y="43043"/>
                    <a:pt x="69372" y="40633"/>
                  </a:cubicBezTo>
                  <a:cubicBezTo>
                    <a:pt x="71055" y="39609"/>
                    <a:pt x="72214" y="38269"/>
                    <a:pt x="72821" y="36652"/>
                  </a:cubicBezTo>
                  <a:cubicBezTo>
                    <a:pt x="73454" y="34967"/>
                    <a:pt x="73654" y="32595"/>
                    <a:pt x="72675" y="31095"/>
                  </a:cubicBezTo>
                  <a:cubicBezTo>
                    <a:pt x="71475" y="29255"/>
                    <a:pt x="69235" y="29002"/>
                    <a:pt x="67193" y="29002"/>
                  </a:cubicBezTo>
                  <a:lnTo>
                    <a:pt x="67163" y="29002"/>
                  </a:lnTo>
                  <a:cubicBezTo>
                    <a:pt x="64338" y="29005"/>
                    <a:pt x="61485" y="29632"/>
                    <a:pt x="59033" y="30219"/>
                  </a:cubicBezTo>
                  <a:cubicBezTo>
                    <a:pt x="58197" y="30419"/>
                    <a:pt x="57351" y="30648"/>
                    <a:pt x="56532" y="30868"/>
                  </a:cubicBezTo>
                  <a:cubicBezTo>
                    <a:pt x="55224" y="31222"/>
                    <a:pt x="53869" y="31587"/>
                    <a:pt x="52529" y="31845"/>
                  </a:cubicBezTo>
                  <a:cubicBezTo>
                    <a:pt x="48490" y="32626"/>
                    <a:pt x="44235" y="33024"/>
                    <a:pt x="39894" y="33024"/>
                  </a:cubicBezTo>
                  <a:cubicBezTo>
                    <a:pt x="39863" y="33024"/>
                    <a:pt x="39832" y="33024"/>
                    <a:pt x="39801" y="33024"/>
                  </a:cubicBezTo>
                  <a:cubicBezTo>
                    <a:pt x="26833" y="33011"/>
                    <a:pt x="13576" y="29869"/>
                    <a:pt x="402" y="23687"/>
                  </a:cubicBezTo>
                  <a:lnTo>
                    <a:pt x="402" y="6011"/>
                  </a:lnTo>
                  <a:cubicBezTo>
                    <a:pt x="1635" y="6344"/>
                    <a:pt x="2827" y="6712"/>
                    <a:pt x="3952" y="7104"/>
                  </a:cubicBezTo>
                  <a:cubicBezTo>
                    <a:pt x="7474" y="8330"/>
                    <a:pt x="10930" y="10023"/>
                    <a:pt x="14269" y="11659"/>
                  </a:cubicBezTo>
                  <a:cubicBezTo>
                    <a:pt x="15159" y="12095"/>
                    <a:pt x="16051" y="12530"/>
                    <a:pt x="16944" y="12959"/>
                  </a:cubicBezTo>
                  <a:cubicBezTo>
                    <a:pt x="21849" y="15315"/>
                    <a:pt x="26184" y="17153"/>
                    <a:pt x="30193" y="18579"/>
                  </a:cubicBezTo>
                  <a:cubicBezTo>
                    <a:pt x="37329" y="21116"/>
                    <a:pt x="44835" y="22386"/>
                    <a:pt x="52799" y="22386"/>
                  </a:cubicBezTo>
                  <a:cubicBezTo>
                    <a:pt x="62775" y="22386"/>
                    <a:pt x="73472" y="20393"/>
                    <a:pt x="85065" y="16400"/>
                  </a:cubicBezTo>
                  <a:cubicBezTo>
                    <a:pt x="89374" y="14915"/>
                    <a:pt x="93852" y="13162"/>
                    <a:pt x="98753" y="11037"/>
                  </a:cubicBezTo>
                  <a:cubicBezTo>
                    <a:pt x="99763" y="10600"/>
                    <a:pt x="100773" y="10151"/>
                    <a:pt x="101781" y="9706"/>
                  </a:cubicBezTo>
                  <a:cubicBezTo>
                    <a:pt x="104805" y="8364"/>
                    <a:pt x="107933" y="6975"/>
                    <a:pt x="111082" y="5882"/>
                  </a:cubicBezTo>
                  <a:cubicBezTo>
                    <a:pt x="119135" y="3086"/>
                    <a:pt x="127851" y="1338"/>
                    <a:pt x="136984" y="688"/>
                  </a:cubicBezTo>
                  <a:cubicBezTo>
                    <a:pt x="139649" y="498"/>
                    <a:pt x="142317" y="403"/>
                    <a:pt x="144981" y="403"/>
                  </a:cubicBezTo>
                  <a:close/>
                  <a:moveTo>
                    <a:pt x="144959" y="1"/>
                  </a:moveTo>
                  <a:cubicBezTo>
                    <a:pt x="142293" y="1"/>
                    <a:pt x="139623" y="96"/>
                    <a:pt x="136956" y="285"/>
                  </a:cubicBezTo>
                  <a:cubicBezTo>
                    <a:pt x="127785" y="938"/>
                    <a:pt x="119037" y="2693"/>
                    <a:pt x="110949" y="5501"/>
                  </a:cubicBezTo>
                  <a:cubicBezTo>
                    <a:pt x="107786" y="6599"/>
                    <a:pt x="104650" y="7991"/>
                    <a:pt x="101618" y="9337"/>
                  </a:cubicBezTo>
                  <a:cubicBezTo>
                    <a:pt x="100610" y="9784"/>
                    <a:pt x="99605" y="10230"/>
                    <a:pt x="98594" y="10669"/>
                  </a:cubicBezTo>
                  <a:cubicBezTo>
                    <a:pt x="93702" y="12788"/>
                    <a:pt x="89236" y="14538"/>
                    <a:pt x="84935" y="16020"/>
                  </a:cubicBezTo>
                  <a:cubicBezTo>
                    <a:pt x="73384" y="19997"/>
                    <a:pt x="62731" y="21983"/>
                    <a:pt x="52798" y="21983"/>
                  </a:cubicBezTo>
                  <a:cubicBezTo>
                    <a:pt x="44880" y="21983"/>
                    <a:pt x="37420" y="20721"/>
                    <a:pt x="30329" y="18200"/>
                  </a:cubicBezTo>
                  <a:cubicBezTo>
                    <a:pt x="26334" y="16780"/>
                    <a:pt x="22012" y="14948"/>
                    <a:pt x="17118" y="12599"/>
                  </a:cubicBezTo>
                  <a:cubicBezTo>
                    <a:pt x="16225" y="12172"/>
                    <a:pt x="15335" y="11736"/>
                    <a:pt x="14448" y="11300"/>
                  </a:cubicBezTo>
                  <a:cubicBezTo>
                    <a:pt x="11097" y="9658"/>
                    <a:pt x="7631" y="7961"/>
                    <a:pt x="4086" y="6726"/>
                  </a:cubicBezTo>
                  <a:cubicBezTo>
                    <a:pt x="2874" y="6305"/>
                    <a:pt x="1587" y="5911"/>
                    <a:pt x="257" y="5556"/>
                  </a:cubicBezTo>
                  <a:lnTo>
                    <a:pt x="2" y="5489"/>
                  </a:lnTo>
                  <a:lnTo>
                    <a:pt x="2" y="23947"/>
                  </a:lnTo>
                  <a:lnTo>
                    <a:pt x="118" y="24001"/>
                  </a:lnTo>
                  <a:cubicBezTo>
                    <a:pt x="13383" y="30245"/>
                    <a:pt x="26736" y="33418"/>
                    <a:pt x="39802" y="33430"/>
                  </a:cubicBezTo>
                  <a:cubicBezTo>
                    <a:pt x="39862" y="33430"/>
                    <a:pt x="39922" y="33430"/>
                    <a:pt x="39983" y="33430"/>
                  </a:cubicBezTo>
                  <a:cubicBezTo>
                    <a:pt x="44319" y="33430"/>
                    <a:pt x="48571" y="33023"/>
                    <a:pt x="52607" y="32244"/>
                  </a:cubicBezTo>
                  <a:cubicBezTo>
                    <a:pt x="53961" y="31982"/>
                    <a:pt x="55324" y="31615"/>
                    <a:pt x="56640" y="31261"/>
                  </a:cubicBezTo>
                  <a:cubicBezTo>
                    <a:pt x="57454" y="31041"/>
                    <a:pt x="58297" y="30815"/>
                    <a:pt x="59127" y="30616"/>
                  </a:cubicBezTo>
                  <a:cubicBezTo>
                    <a:pt x="61559" y="30033"/>
                    <a:pt x="64382" y="29412"/>
                    <a:pt x="67164" y="29409"/>
                  </a:cubicBezTo>
                  <a:cubicBezTo>
                    <a:pt x="67187" y="29409"/>
                    <a:pt x="67210" y="29409"/>
                    <a:pt x="67233" y="29409"/>
                  </a:cubicBezTo>
                  <a:cubicBezTo>
                    <a:pt x="69147" y="29409"/>
                    <a:pt x="71252" y="29651"/>
                    <a:pt x="72340" y="31318"/>
                  </a:cubicBezTo>
                  <a:cubicBezTo>
                    <a:pt x="73241" y="32701"/>
                    <a:pt x="73043" y="34924"/>
                    <a:pt x="72447" y="36513"/>
                  </a:cubicBezTo>
                  <a:cubicBezTo>
                    <a:pt x="71871" y="38046"/>
                    <a:pt x="70768" y="39317"/>
                    <a:pt x="69163" y="40292"/>
                  </a:cubicBezTo>
                  <a:cubicBezTo>
                    <a:pt x="65293" y="42649"/>
                    <a:pt x="60492" y="42849"/>
                    <a:pt x="56298" y="42850"/>
                  </a:cubicBezTo>
                  <a:lnTo>
                    <a:pt x="56268" y="42850"/>
                  </a:lnTo>
                  <a:cubicBezTo>
                    <a:pt x="46241" y="42850"/>
                    <a:pt x="36475" y="40614"/>
                    <a:pt x="29086" y="38666"/>
                  </a:cubicBezTo>
                  <a:cubicBezTo>
                    <a:pt x="25956" y="37839"/>
                    <a:pt x="22778" y="36952"/>
                    <a:pt x="19706" y="36095"/>
                  </a:cubicBezTo>
                  <a:cubicBezTo>
                    <a:pt x="13350" y="34319"/>
                    <a:pt x="6776" y="32482"/>
                    <a:pt x="244" y="31089"/>
                  </a:cubicBezTo>
                  <a:lnTo>
                    <a:pt x="1" y="31038"/>
                  </a:lnTo>
                  <a:lnTo>
                    <a:pt x="1" y="40777"/>
                  </a:lnTo>
                  <a:lnTo>
                    <a:pt x="105" y="40834"/>
                  </a:lnTo>
                  <a:cubicBezTo>
                    <a:pt x="528" y="41068"/>
                    <a:pt x="960" y="41284"/>
                    <a:pt x="1387" y="41477"/>
                  </a:cubicBezTo>
                  <a:cubicBezTo>
                    <a:pt x="4210" y="42747"/>
                    <a:pt x="6945" y="42957"/>
                    <a:pt x="9247" y="42996"/>
                  </a:cubicBezTo>
                  <a:lnTo>
                    <a:pt x="9694" y="43003"/>
                  </a:lnTo>
                  <a:cubicBezTo>
                    <a:pt x="11777" y="43036"/>
                    <a:pt x="13933" y="43072"/>
                    <a:pt x="16035" y="43364"/>
                  </a:cubicBezTo>
                  <a:cubicBezTo>
                    <a:pt x="17956" y="43633"/>
                    <a:pt x="19953" y="44050"/>
                    <a:pt x="21555" y="45283"/>
                  </a:cubicBezTo>
                  <a:cubicBezTo>
                    <a:pt x="22721" y="46179"/>
                    <a:pt x="23812" y="47901"/>
                    <a:pt x="23624" y="49723"/>
                  </a:cubicBezTo>
                  <a:cubicBezTo>
                    <a:pt x="23492" y="50977"/>
                    <a:pt x="22661" y="51876"/>
                    <a:pt x="21149" y="52395"/>
                  </a:cubicBezTo>
                  <a:cubicBezTo>
                    <a:pt x="19929" y="52815"/>
                    <a:pt x="18642" y="52977"/>
                    <a:pt x="17343" y="52977"/>
                  </a:cubicBezTo>
                  <a:cubicBezTo>
                    <a:pt x="14829" y="52977"/>
                    <a:pt x="12272" y="52369"/>
                    <a:pt x="10068" y="51847"/>
                  </a:cubicBezTo>
                  <a:cubicBezTo>
                    <a:pt x="7275" y="51184"/>
                    <a:pt x="4475" y="50237"/>
                    <a:pt x="1767" y="49323"/>
                  </a:cubicBezTo>
                  <a:cubicBezTo>
                    <a:pt x="1267" y="49155"/>
                    <a:pt x="767" y="48985"/>
                    <a:pt x="265" y="48818"/>
                  </a:cubicBezTo>
                  <a:lnTo>
                    <a:pt x="1" y="48728"/>
                  </a:lnTo>
                  <a:lnTo>
                    <a:pt x="1" y="54985"/>
                  </a:lnTo>
                  <a:lnTo>
                    <a:pt x="187" y="54999"/>
                  </a:lnTo>
                  <a:cubicBezTo>
                    <a:pt x="4720" y="55364"/>
                    <a:pt x="9668" y="55608"/>
                    <a:pt x="15316" y="55745"/>
                  </a:cubicBezTo>
                  <a:cubicBezTo>
                    <a:pt x="17327" y="55794"/>
                    <a:pt x="19280" y="55818"/>
                    <a:pt x="21180" y="55818"/>
                  </a:cubicBezTo>
                  <a:cubicBezTo>
                    <a:pt x="31405" y="55818"/>
                    <a:pt x="40078" y="55104"/>
                    <a:pt x="48122" y="53615"/>
                  </a:cubicBezTo>
                  <a:cubicBezTo>
                    <a:pt x="54125" y="52502"/>
                    <a:pt x="58913" y="51189"/>
                    <a:pt x="63191" y="49484"/>
                  </a:cubicBezTo>
                  <a:cubicBezTo>
                    <a:pt x="67326" y="47835"/>
                    <a:pt x="71599" y="45463"/>
                    <a:pt x="76643" y="42018"/>
                  </a:cubicBezTo>
                  <a:cubicBezTo>
                    <a:pt x="79721" y="39917"/>
                    <a:pt x="82780" y="37621"/>
                    <a:pt x="85739" y="35403"/>
                  </a:cubicBezTo>
                  <a:cubicBezTo>
                    <a:pt x="90819" y="31594"/>
                    <a:pt x="96072" y="27654"/>
                    <a:pt x="101563" y="24578"/>
                  </a:cubicBezTo>
                  <a:cubicBezTo>
                    <a:pt x="109139" y="20330"/>
                    <a:pt x="117758" y="18014"/>
                    <a:pt x="129508" y="17065"/>
                  </a:cubicBezTo>
                  <a:cubicBezTo>
                    <a:pt x="132858" y="16795"/>
                    <a:pt x="136254" y="16658"/>
                    <a:pt x="139725" y="16658"/>
                  </a:cubicBezTo>
                  <a:cubicBezTo>
                    <a:pt x="155229" y="16658"/>
                    <a:pt x="172239" y="19393"/>
                    <a:pt x="193363" y="25194"/>
                  </a:cubicBezTo>
                  <a:cubicBezTo>
                    <a:pt x="194320" y="25456"/>
                    <a:pt x="195279" y="25717"/>
                    <a:pt x="196240" y="25980"/>
                  </a:cubicBezTo>
                  <a:cubicBezTo>
                    <a:pt x="205628" y="28540"/>
                    <a:pt x="215334" y="31188"/>
                    <a:pt x="224421" y="35420"/>
                  </a:cubicBezTo>
                  <a:cubicBezTo>
                    <a:pt x="227275" y="36749"/>
                    <a:pt x="230329" y="38452"/>
                    <a:pt x="234037" y="40778"/>
                  </a:cubicBezTo>
                  <a:lnTo>
                    <a:pt x="234347" y="40971"/>
                  </a:lnTo>
                  <a:lnTo>
                    <a:pt x="234347" y="31794"/>
                  </a:lnTo>
                  <a:lnTo>
                    <a:pt x="234257" y="31734"/>
                  </a:lnTo>
                  <a:cubicBezTo>
                    <a:pt x="229156" y="28302"/>
                    <a:pt x="223710" y="25471"/>
                    <a:pt x="218442" y="22732"/>
                  </a:cubicBezTo>
                  <a:lnTo>
                    <a:pt x="216510" y="21728"/>
                  </a:lnTo>
                  <a:cubicBezTo>
                    <a:pt x="207587" y="17070"/>
                    <a:pt x="198587" y="12930"/>
                    <a:pt x="189764" y="9423"/>
                  </a:cubicBezTo>
                  <a:cubicBezTo>
                    <a:pt x="179135" y="5199"/>
                    <a:pt x="170836" y="2739"/>
                    <a:pt x="162852" y="1440"/>
                  </a:cubicBezTo>
                  <a:cubicBezTo>
                    <a:pt x="156959" y="482"/>
                    <a:pt x="150969" y="1"/>
                    <a:pt x="1449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5"/>
            <p:cNvSpPr/>
            <p:nvPr/>
          </p:nvSpPr>
          <p:spPr>
            <a:xfrm flipH="1" rot="10800000">
              <a:off x="4303273" y="-1063346"/>
              <a:ext cx="4977457" cy="2219891"/>
            </a:xfrm>
            <a:custGeom>
              <a:rect b="b" l="l" r="r" t="t"/>
              <a:pathLst>
                <a:path extrusionOk="0" h="55473" w="124382">
                  <a:moveTo>
                    <a:pt x="25918" y="402"/>
                  </a:moveTo>
                  <a:cubicBezTo>
                    <a:pt x="36041" y="402"/>
                    <a:pt x="47026" y="1991"/>
                    <a:pt x="60462" y="5393"/>
                  </a:cubicBezTo>
                  <a:cubicBezTo>
                    <a:pt x="70856" y="8024"/>
                    <a:pt x="81175" y="11807"/>
                    <a:pt x="91155" y="15464"/>
                  </a:cubicBezTo>
                  <a:cubicBezTo>
                    <a:pt x="92391" y="15917"/>
                    <a:pt x="93627" y="16369"/>
                    <a:pt x="94863" y="16822"/>
                  </a:cubicBezTo>
                  <a:lnTo>
                    <a:pt x="95647" y="17108"/>
                  </a:lnTo>
                  <a:cubicBezTo>
                    <a:pt x="105319" y="20631"/>
                    <a:pt x="115319" y="24277"/>
                    <a:pt x="123981" y="30890"/>
                  </a:cubicBezTo>
                  <a:lnTo>
                    <a:pt x="123981" y="53695"/>
                  </a:lnTo>
                  <a:cubicBezTo>
                    <a:pt x="123931" y="53594"/>
                    <a:pt x="123881" y="53490"/>
                    <a:pt x="123831" y="53388"/>
                  </a:cubicBezTo>
                  <a:cubicBezTo>
                    <a:pt x="121216" y="48116"/>
                    <a:pt x="118223" y="43645"/>
                    <a:pt x="114937" y="40100"/>
                  </a:cubicBezTo>
                  <a:cubicBezTo>
                    <a:pt x="110571" y="35392"/>
                    <a:pt x="105339" y="32142"/>
                    <a:pt x="101268" y="29834"/>
                  </a:cubicBezTo>
                  <a:cubicBezTo>
                    <a:pt x="91058" y="24049"/>
                    <a:pt x="80265" y="20787"/>
                    <a:pt x="69187" y="20137"/>
                  </a:cubicBezTo>
                  <a:cubicBezTo>
                    <a:pt x="67907" y="20061"/>
                    <a:pt x="66618" y="20024"/>
                    <a:pt x="65319" y="20024"/>
                  </a:cubicBezTo>
                  <a:cubicBezTo>
                    <a:pt x="61141" y="20024"/>
                    <a:pt x="56870" y="20411"/>
                    <a:pt x="52577" y="21181"/>
                  </a:cubicBezTo>
                  <a:cubicBezTo>
                    <a:pt x="48332" y="21940"/>
                    <a:pt x="44099" y="23239"/>
                    <a:pt x="40004" y="24495"/>
                  </a:cubicBezTo>
                  <a:cubicBezTo>
                    <a:pt x="38744" y="24880"/>
                    <a:pt x="37484" y="25268"/>
                    <a:pt x="36221" y="25639"/>
                  </a:cubicBezTo>
                  <a:cubicBezTo>
                    <a:pt x="30814" y="27232"/>
                    <a:pt x="25249" y="28662"/>
                    <a:pt x="19858" y="28662"/>
                  </a:cubicBezTo>
                  <a:cubicBezTo>
                    <a:pt x="15618" y="28662"/>
                    <a:pt x="11486" y="27778"/>
                    <a:pt x="7624" y="25392"/>
                  </a:cubicBezTo>
                  <a:cubicBezTo>
                    <a:pt x="1653" y="21703"/>
                    <a:pt x="639" y="17073"/>
                    <a:pt x="567" y="14640"/>
                  </a:cubicBezTo>
                  <a:cubicBezTo>
                    <a:pt x="413" y="9480"/>
                    <a:pt x="3668" y="6464"/>
                    <a:pt x="5623" y="5124"/>
                  </a:cubicBezTo>
                  <a:cubicBezTo>
                    <a:pt x="9015" y="2801"/>
                    <a:pt x="12910" y="1856"/>
                    <a:pt x="15924" y="1292"/>
                  </a:cubicBezTo>
                  <a:cubicBezTo>
                    <a:pt x="19039" y="709"/>
                    <a:pt x="22328" y="409"/>
                    <a:pt x="25700" y="402"/>
                  </a:cubicBezTo>
                  <a:close/>
                  <a:moveTo>
                    <a:pt x="25696" y="0"/>
                  </a:moveTo>
                  <a:cubicBezTo>
                    <a:pt x="22298" y="9"/>
                    <a:pt x="18984" y="309"/>
                    <a:pt x="15846" y="896"/>
                  </a:cubicBezTo>
                  <a:cubicBezTo>
                    <a:pt x="12791" y="1468"/>
                    <a:pt x="8843" y="2428"/>
                    <a:pt x="5390" y="4792"/>
                  </a:cubicBezTo>
                  <a:cubicBezTo>
                    <a:pt x="3368" y="6176"/>
                    <a:pt x="0" y="9300"/>
                    <a:pt x="160" y="14653"/>
                  </a:cubicBezTo>
                  <a:cubicBezTo>
                    <a:pt x="236" y="17166"/>
                    <a:pt x="1277" y="21947"/>
                    <a:pt x="7409" y="25735"/>
                  </a:cubicBezTo>
                  <a:cubicBezTo>
                    <a:pt x="11344" y="28167"/>
                    <a:pt x="15543" y="29067"/>
                    <a:pt x="19845" y="29067"/>
                  </a:cubicBezTo>
                  <a:cubicBezTo>
                    <a:pt x="25284" y="29067"/>
                    <a:pt x="30887" y="27628"/>
                    <a:pt x="36329" y="26025"/>
                  </a:cubicBezTo>
                  <a:cubicBezTo>
                    <a:pt x="37594" y="25653"/>
                    <a:pt x="38857" y="25265"/>
                    <a:pt x="40120" y="24877"/>
                  </a:cubicBezTo>
                  <a:cubicBezTo>
                    <a:pt x="44202" y="23626"/>
                    <a:pt x="48423" y="22331"/>
                    <a:pt x="52645" y="21575"/>
                  </a:cubicBezTo>
                  <a:cubicBezTo>
                    <a:pt x="56919" y="20811"/>
                    <a:pt x="61167" y="20426"/>
                    <a:pt x="65320" y="20426"/>
                  </a:cubicBezTo>
                  <a:cubicBezTo>
                    <a:pt x="66611" y="20426"/>
                    <a:pt x="67892" y="20464"/>
                    <a:pt x="69163" y="20538"/>
                  </a:cubicBezTo>
                  <a:cubicBezTo>
                    <a:pt x="80177" y="21183"/>
                    <a:pt x="90911" y="24429"/>
                    <a:pt x="101068" y="30184"/>
                  </a:cubicBezTo>
                  <a:cubicBezTo>
                    <a:pt x="105113" y="32476"/>
                    <a:pt x="110313" y="35707"/>
                    <a:pt x="114641" y="40373"/>
                  </a:cubicBezTo>
                  <a:cubicBezTo>
                    <a:pt x="117901" y="43892"/>
                    <a:pt x="120872" y="48330"/>
                    <a:pt x="123468" y="53567"/>
                  </a:cubicBezTo>
                  <a:cubicBezTo>
                    <a:pt x="123595" y="53824"/>
                    <a:pt x="123718" y="54084"/>
                    <a:pt x="123842" y="54344"/>
                  </a:cubicBezTo>
                  <a:lnTo>
                    <a:pt x="124380" y="55470"/>
                  </a:lnTo>
                  <a:lnTo>
                    <a:pt x="124380" y="30691"/>
                  </a:lnTo>
                  <a:lnTo>
                    <a:pt x="124301" y="30630"/>
                  </a:lnTo>
                  <a:cubicBezTo>
                    <a:pt x="115571" y="23942"/>
                    <a:pt x="105512" y="20275"/>
                    <a:pt x="95782" y="16727"/>
                  </a:cubicBezTo>
                  <a:lnTo>
                    <a:pt x="94996" y="16442"/>
                  </a:lnTo>
                  <a:cubicBezTo>
                    <a:pt x="93760" y="15992"/>
                    <a:pt x="92525" y="15539"/>
                    <a:pt x="91289" y="15087"/>
                  </a:cubicBezTo>
                  <a:cubicBezTo>
                    <a:pt x="81300" y="11425"/>
                    <a:pt x="70971" y="7640"/>
                    <a:pt x="60557" y="5003"/>
                  </a:cubicBezTo>
                  <a:cubicBezTo>
                    <a:pt x="47087" y="1592"/>
                    <a:pt x="36071" y="0"/>
                    <a:pt x="25913" y="0"/>
                  </a:cubicBezTo>
                  <a:close/>
                  <a:moveTo>
                    <a:pt x="124380" y="55470"/>
                  </a:moveTo>
                  <a:lnTo>
                    <a:pt x="124380" y="55473"/>
                  </a:lnTo>
                  <a:lnTo>
                    <a:pt x="124381" y="55473"/>
                  </a:lnTo>
                  <a:lnTo>
                    <a:pt x="124380" y="5547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5"/>
            <p:cNvSpPr/>
            <p:nvPr/>
          </p:nvSpPr>
          <p:spPr>
            <a:xfrm flipH="1" rot="10800000">
              <a:off x="-97184" y="-1613997"/>
              <a:ext cx="4473596" cy="1988630"/>
            </a:xfrm>
            <a:custGeom>
              <a:rect b="b" l="l" r="r" t="t"/>
              <a:pathLst>
                <a:path extrusionOk="0" h="49694" w="111791">
                  <a:moveTo>
                    <a:pt x="97341" y="420"/>
                  </a:moveTo>
                  <a:cubicBezTo>
                    <a:pt x="98733" y="420"/>
                    <a:pt x="99979" y="773"/>
                    <a:pt x="101045" y="1273"/>
                  </a:cubicBezTo>
                  <a:cubicBezTo>
                    <a:pt x="104764" y="3021"/>
                    <a:pt x="109232" y="7243"/>
                    <a:pt x="110572" y="11931"/>
                  </a:cubicBezTo>
                  <a:cubicBezTo>
                    <a:pt x="111369" y="14719"/>
                    <a:pt x="110985" y="17351"/>
                    <a:pt x="109429" y="19750"/>
                  </a:cubicBezTo>
                  <a:cubicBezTo>
                    <a:pt x="107469" y="22776"/>
                    <a:pt x="104270" y="24339"/>
                    <a:pt x="101702" y="25361"/>
                  </a:cubicBezTo>
                  <a:cubicBezTo>
                    <a:pt x="98754" y="26534"/>
                    <a:pt x="95452" y="27464"/>
                    <a:pt x="91607" y="28204"/>
                  </a:cubicBezTo>
                  <a:cubicBezTo>
                    <a:pt x="89921" y="28528"/>
                    <a:pt x="88200" y="28811"/>
                    <a:pt x="86532" y="29084"/>
                  </a:cubicBezTo>
                  <a:cubicBezTo>
                    <a:pt x="79681" y="30207"/>
                    <a:pt x="72597" y="31372"/>
                    <a:pt x="66253" y="35734"/>
                  </a:cubicBezTo>
                  <a:cubicBezTo>
                    <a:pt x="61721" y="38849"/>
                    <a:pt x="57707" y="43535"/>
                    <a:pt x="54638" y="49289"/>
                  </a:cubicBezTo>
                  <a:lnTo>
                    <a:pt x="3363" y="49289"/>
                  </a:lnTo>
                  <a:cubicBezTo>
                    <a:pt x="1730" y="49289"/>
                    <a:pt x="402" y="47585"/>
                    <a:pt x="402" y="45488"/>
                  </a:cubicBezTo>
                  <a:lnTo>
                    <a:pt x="402" y="27817"/>
                  </a:lnTo>
                  <a:cubicBezTo>
                    <a:pt x="6956" y="29756"/>
                    <a:pt x="13549" y="31125"/>
                    <a:pt x="20006" y="31888"/>
                  </a:cubicBezTo>
                  <a:cubicBezTo>
                    <a:pt x="24832" y="32458"/>
                    <a:pt x="29867" y="32744"/>
                    <a:pt x="35067" y="32744"/>
                  </a:cubicBezTo>
                  <a:cubicBezTo>
                    <a:pt x="39433" y="32744"/>
                    <a:pt x="43915" y="32543"/>
                    <a:pt x="48490" y="32140"/>
                  </a:cubicBezTo>
                  <a:cubicBezTo>
                    <a:pt x="52725" y="31766"/>
                    <a:pt x="57090" y="31156"/>
                    <a:pt x="61838" y="30276"/>
                  </a:cubicBezTo>
                  <a:cubicBezTo>
                    <a:pt x="65200" y="29650"/>
                    <a:pt x="69115" y="28700"/>
                    <a:pt x="72658" y="26377"/>
                  </a:cubicBezTo>
                  <a:cubicBezTo>
                    <a:pt x="76773" y="23677"/>
                    <a:pt x="79509" y="18971"/>
                    <a:pt x="82157" y="14419"/>
                  </a:cubicBezTo>
                  <a:cubicBezTo>
                    <a:pt x="83207" y="12610"/>
                    <a:pt x="84295" y="10742"/>
                    <a:pt x="85446" y="9038"/>
                  </a:cubicBezTo>
                  <a:cubicBezTo>
                    <a:pt x="89943" y="2389"/>
                    <a:pt x="94052" y="420"/>
                    <a:pt x="97341" y="420"/>
                  </a:cubicBezTo>
                  <a:close/>
                  <a:moveTo>
                    <a:pt x="97320" y="1"/>
                  </a:moveTo>
                  <a:cubicBezTo>
                    <a:pt x="92272" y="1"/>
                    <a:pt x="88015" y="4523"/>
                    <a:pt x="85113" y="8813"/>
                  </a:cubicBezTo>
                  <a:cubicBezTo>
                    <a:pt x="83953" y="10529"/>
                    <a:pt x="82863" y="12404"/>
                    <a:pt x="81808" y="14217"/>
                  </a:cubicBezTo>
                  <a:cubicBezTo>
                    <a:pt x="79187" y="18729"/>
                    <a:pt x="76473" y="23393"/>
                    <a:pt x="72437" y="26041"/>
                  </a:cubicBezTo>
                  <a:cubicBezTo>
                    <a:pt x="68955" y="28325"/>
                    <a:pt x="65088" y="29264"/>
                    <a:pt x="61763" y="29881"/>
                  </a:cubicBezTo>
                  <a:cubicBezTo>
                    <a:pt x="57027" y="30760"/>
                    <a:pt x="52675" y="31369"/>
                    <a:pt x="48454" y="31740"/>
                  </a:cubicBezTo>
                  <a:cubicBezTo>
                    <a:pt x="43892" y="32141"/>
                    <a:pt x="39422" y="32342"/>
                    <a:pt x="35069" y="32342"/>
                  </a:cubicBezTo>
                  <a:cubicBezTo>
                    <a:pt x="29883" y="32342"/>
                    <a:pt x="24864" y="32057"/>
                    <a:pt x="20053" y="31489"/>
                  </a:cubicBezTo>
                  <a:cubicBezTo>
                    <a:pt x="13535" y="30716"/>
                    <a:pt x="6875" y="29326"/>
                    <a:pt x="259" y="27354"/>
                  </a:cubicBezTo>
                  <a:lnTo>
                    <a:pt x="1" y="27277"/>
                  </a:lnTo>
                  <a:lnTo>
                    <a:pt x="1" y="45491"/>
                  </a:lnTo>
                  <a:cubicBezTo>
                    <a:pt x="1" y="47809"/>
                    <a:pt x="1508" y="49694"/>
                    <a:pt x="3363" y="49694"/>
                  </a:cubicBezTo>
                  <a:lnTo>
                    <a:pt x="54879" y="49694"/>
                  </a:lnTo>
                  <a:lnTo>
                    <a:pt x="54936" y="49585"/>
                  </a:lnTo>
                  <a:cubicBezTo>
                    <a:pt x="57983" y="43837"/>
                    <a:pt x="61975" y="39163"/>
                    <a:pt x="66481" y="36064"/>
                  </a:cubicBezTo>
                  <a:cubicBezTo>
                    <a:pt x="72751" y="31752"/>
                    <a:pt x="79791" y="30597"/>
                    <a:pt x="86599" y="29479"/>
                  </a:cubicBezTo>
                  <a:cubicBezTo>
                    <a:pt x="88267" y="29206"/>
                    <a:pt x="89993" y="28921"/>
                    <a:pt x="91683" y="28597"/>
                  </a:cubicBezTo>
                  <a:cubicBezTo>
                    <a:pt x="95554" y="27852"/>
                    <a:pt x="98882" y="26914"/>
                    <a:pt x="101852" y="25732"/>
                  </a:cubicBezTo>
                  <a:cubicBezTo>
                    <a:pt x="104477" y="24689"/>
                    <a:pt x="107747" y="23089"/>
                    <a:pt x="109769" y="19968"/>
                  </a:cubicBezTo>
                  <a:cubicBezTo>
                    <a:pt x="111389" y="17466"/>
                    <a:pt x="111791" y="14724"/>
                    <a:pt x="110961" y="11820"/>
                  </a:cubicBezTo>
                  <a:cubicBezTo>
                    <a:pt x="109585" y="7016"/>
                    <a:pt x="105018" y="2695"/>
                    <a:pt x="101216" y="909"/>
                  </a:cubicBezTo>
                  <a:cubicBezTo>
                    <a:pt x="99874" y="279"/>
                    <a:pt x="98573" y="1"/>
                    <a:pt x="97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5"/>
            <p:cNvSpPr/>
            <p:nvPr/>
          </p:nvSpPr>
          <p:spPr>
            <a:xfrm flipH="1" rot="10800000">
              <a:off x="2768223" y="-1614014"/>
              <a:ext cx="4335456" cy="728679"/>
            </a:xfrm>
            <a:custGeom>
              <a:rect b="b" l="l" r="r" t="t"/>
              <a:pathLst>
                <a:path extrusionOk="0" h="18209" w="108339">
                  <a:moveTo>
                    <a:pt x="27698" y="402"/>
                  </a:moveTo>
                  <a:cubicBezTo>
                    <a:pt x="32888" y="402"/>
                    <a:pt x="38022" y="2124"/>
                    <a:pt x="42576" y="3656"/>
                  </a:cubicBezTo>
                  <a:cubicBezTo>
                    <a:pt x="47416" y="5283"/>
                    <a:pt x="52582" y="6948"/>
                    <a:pt x="57857" y="7844"/>
                  </a:cubicBezTo>
                  <a:cubicBezTo>
                    <a:pt x="62292" y="8597"/>
                    <a:pt x="66755" y="8977"/>
                    <a:pt x="71177" y="8977"/>
                  </a:cubicBezTo>
                  <a:cubicBezTo>
                    <a:pt x="72693" y="8977"/>
                    <a:pt x="74204" y="8932"/>
                    <a:pt x="75707" y="8843"/>
                  </a:cubicBezTo>
                  <a:cubicBezTo>
                    <a:pt x="78578" y="8671"/>
                    <a:pt x="81363" y="8335"/>
                    <a:pt x="83983" y="7841"/>
                  </a:cubicBezTo>
                  <a:cubicBezTo>
                    <a:pt x="84740" y="7698"/>
                    <a:pt x="85506" y="7531"/>
                    <a:pt x="86246" y="7371"/>
                  </a:cubicBezTo>
                  <a:cubicBezTo>
                    <a:pt x="87567" y="7085"/>
                    <a:pt x="88932" y="6788"/>
                    <a:pt x="90288" y="6616"/>
                  </a:cubicBezTo>
                  <a:cubicBezTo>
                    <a:pt x="91569" y="6455"/>
                    <a:pt x="92767" y="6374"/>
                    <a:pt x="93889" y="6374"/>
                  </a:cubicBezTo>
                  <a:cubicBezTo>
                    <a:pt x="97369" y="6374"/>
                    <a:pt x="100126" y="7157"/>
                    <a:pt x="102405" y="8765"/>
                  </a:cubicBezTo>
                  <a:cubicBezTo>
                    <a:pt x="104715" y="10399"/>
                    <a:pt x="107752" y="14521"/>
                    <a:pt x="107336" y="17804"/>
                  </a:cubicBezTo>
                  <a:lnTo>
                    <a:pt x="2840" y="17804"/>
                  </a:lnTo>
                  <a:cubicBezTo>
                    <a:pt x="2038" y="16930"/>
                    <a:pt x="1495" y="16015"/>
                    <a:pt x="1180" y="15011"/>
                  </a:cubicBezTo>
                  <a:cubicBezTo>
                    <a:pt x="328" y="12292"/>
                    <a:pt x="1140" y="8835"/>
                    <a:pt x="2950" y="7464"/>
                  </a:cubicBezTo>
                  <a:cubicBezTo>
                    <a:pt x="4188" y="6527"/>
                    <a:pt x="5746" y="6255"/>
                    <a:pt x="7263" y="6255"/>
                  </a:cubicBezTo>
                  <a:cubicBezTo>
                    <a:pt x="8508" y="6255"/>
                    <a:pt x="9724" y="6438"/>
                    <a:pt x="10713" y="6586"/>
                  </a:cubicBezTo>
                  <a:cubicBezTo>
                    <a:pt x="13555" y="7015"/>
                    <a:pt x="16398" y="7815"/>
                    <a:pt x="19148" y="8591"/>
                  </a:cubicBezTo>
                  <a:cubicBezTo>
                    <a:pt x="20420" y="8950"/>
                    <a:pt x="21733" y="9320"/>
                    <a:pt x="23031" y="9648"/>
                  </a:cubicBezTo>
                  <a:cubicBezTo>
                    <a:pt x="23892" y="9867"/>
                    <a:pt x="24772" y="10044"/>
                    <a:pt x="25624" y="10217"/>
                  </a:cubicBezTo>
                  <a:cubicBezTo>
                    <a:pt x="26578" y="10410"/>
                    <a:pt x="27561" y="10610"/>
                    <a:pt x="28520" y="10866"/>
                  </a:cubicBezTo>
                  <a:cubicBezTo>
                    <a:pt x="29266" y="11066"/>
                    <a:pt x="30023" y="11287"/>
                    <a:pt x="30753" y="11502"/>
                  </a:cubicBezTo>
                  <a:cubicBezTo>
                    <a:pt x="31592" y="11746"/>
                    <a:pt x="32458" y="12000"/>
                    <a:pt x="33317" y="12223"/>
                  </a:cubicBezTo>
                  <a:lnTo>
                    <a:pt x="33467" y="12263"/>
                  </a:lnTo>
                  <a:cubicBezTo>
                    <a:pt x="34991" y="12659"/>
                    <a:pt x="36728" y="13111"/>
                    <a:pt x="38421" y="13111"/>
                  </a:cubicBezTo>
                  <a:cubicBezTo>
                    <a:pt x="39680" y="13111"/>
                    <a:pt x="40914" y="12861"/>
                    <a:pt x="42017" y="12152"/>
                  </a:cubicBezTo>
                  <a:cubicBezTo>
                    <a:pt x="42247" y="12003"/>
                    <a:pt x="42254" y="11687"/>
                    <a:pt x="42130" y="11480"/>
                  </a:cubicBezTo>
                  <a:cubicBezTo>
                    <a:pt x="39927" y="7838"/>
                    <a:pt x="35420" y="7355"/>
                    <a:pt x="32131" y="7002"/>
                  </a:cubicBezTo>
                  <a:cubicBezTo>
                    <a:pt x="30552" y="6834"/>
                    <a:pt x="28936" y="6794"/>
                    <a:pt x="27373" y="6755"/>
                  </a:cubicBezTo>
                  <a:cubicBezTo>
                    <a:pt x="24971" y="6694"/>
                    <a:pt x="22485" y="6634"/>
                    <a:pt x="20094" y="6098"/>
                  </a:cubicBezTo>
                  <a:lnTo>
                    <a:pt x="19861" y="6045"/>
                  </a:lnTo>
                  <a:cubicBezTo>
                    <a:pt x="19174" y="5899"/>
                    <a:pt x="18323" y="5715"/>
                    <a:pt x="17845" y="5185"/>
                  </a:cubicBezTo>
                  <a:cubicBezTo>
                    <a:pt x="17683" y="5000"/>
                    <a:pt x="17613" y="4809"/>
                    <a:pt x="17637" y="4599"/>
                  </a:cubicBezTo>
                  <a:cubicBezTo>
                    <a:pt x="17720" y="3886"/>
                    <a:pt x="18816" y="3119"/>
                    <a:pt x="19284" y="2791"/>
                  </a:cubicBezTo>
                  <a:lnTo>
                    <a:pt x="19370" y="2730"/>
                  </a:lnTo>
                  <a:cubicBezTo>
                    <a:pt x="21382" y="1313"/>
                    <a:pt x="23882" y="535"/>
                    <a:pt x="26803" y="420"/>
                  </a:cubicBezTo>
                  <a:cubicBezTo>
                    <a:pt x="27101" y="408"/>
                    <a:pt x="27399" y="402"/>
                    <a:pt x="27698" y="402"/>
                  </a:cubicBezTo>
                  <a:close/>
                  <a:moveTo>
                    <a:pt x="27716" y="0"/>
                  </a:moveTo>
                  <a:cubicBezTo>
                    <a:pt x="27408" y="0"/>
                    <a:pt x="27101" y="6"/>
                    <a:pt x="26793" y="18"/>
                  </a:cubicBezTo>
                  <a:cubicBezTo>
                    <a:pt x="23792" y="137"/>
                    <a:pt x="21220" y="940"/>
                    <a:pt x="19143" y="2401"/>
                  </a:cubicBezTo>
                  <a:lnTo>
                    <a:pt x="19057" y="2461"/>
                  </a:lnTo>
                  <a:cubicBezTo>
                    <a:pt x="18500" y="2850"/>
                    <a:pt x="17342" y="3659"/>
                    <a:pt x="17241" y="4552"/>
                  </a:cubicBezTo>
                  <a:cubicBezTo>
                    <a:pt x="17204" y="4879"/>
                    <a:pt x="17307" y="5183"/>
                    <a:pt x="17550" y="5452"/>
                  </a:cubicBezTo>
                  <a:cubicBezTo>
                    <a:pt x="18114" y="6081"/>
                    <a:pt x="19037" y="6279"/>
                    <a:pt x="19779" y="6438"/>
                  </a:cubicBezTo>
                  <a:lnTo>
                    <a:pt x="20009" y="6488"/>
                  </a:lnTo>
                  <a:cubicBezTo>
                    <a:pt x="22436" y="7034"/>
                    <a:pt x="24942" y="7095"/>
                    <a:pt x="27366" y="7155"/>
                  </a:cubicBezTo>
                  <a:cubicBezTo>
                    <a:pt x="28920" y="7194"/>
                    <a:pt x="30528" y="7234"/>
                    <a:pt x="32089" y="7401"/>
                  </a:cubicBezTo>
                  <a:cubicBezTo>
                    <a:pt x="35297" y="7744"/>
                    <a:pt x="39689" y="8215"/>
                    <a:pt x="41788" y="11686"/>
                  </a:cubicBezTo>
                  <a:cubicBezTo>
                    <a:pt x="41818" y="11736"/>
                    <a:pt x="41813" y="11800"/>
                    <a:pt x="41803" y="11810"/>
                  </a:cubicBezTo>
                  <a:cubicBezTo>
                    <a:pt x="40777" y="12469"/>
                    <a:pt x="39614" y="12703"/>
                    <a:pt x="38419" y="12703"/>
                  </a:cubicBezTo>
                  <a:cubicBezTo>
                    <a:pt x="36773" y="12703"/>
                    <a:pt x="35066" y="12260"/>
                    <a:pt x="33571" y="11872"/>
                  </a:cubicBezTo>
                  <a:lnTo>
                    <a:pt x="33421" y="11832"/>
                  </a:lnTo>
                  <a:cubicBezTo>
                    <a:pt x="32568" y="11613"/>
                    <a:pt x="31706" y="11359"/>
                    <a:pt x="30871" y="11114"/>
                  </a:cubicBezTo>
                  <a:cubicBezTo>
                    <a:pt x="30136" y="10900"/>
                    <a:pt x="29377" y="10677"/>
                    <a:pt x="28627" y="10477"/>
                  </a:cubicBezTo>
                  <a:cubicBezTo>
                    <a:pt x="27659" y="10217"/>
                    <a:pt x="26667" y="10017"/>
                    <a:pt x="25708" y="9823"/>
                  </a:cubicBezTo>
                  <a:cubicBezTo>
                    <a:pt x="24862" y="9650"/>
                    <a:pt x="23985" y="9473"/>
                    <a:pt x="23133" y="9257"/>
                  </a:cubicBezTo>
                  <a:cubicBezTo>
                    <a:pt x="21840" y="8930"/>
                    <a:pt x="20529" y="8560"/>
                    <a:pt x="19261" y="8202"/>
                  </a:cubicBezTo>
                  <a:cubicBezTo>
                    <a:pt x="16498" y="7424"/>
                    <a:pt x="13642" y="6619"/>
                    <a:pt x="10776" y="6188"/>
                  </a:cubicBezTo>
                  <a:cubicBezTo>
                    <a:pt x="9769" y="6036"/>
                    <a:pt x="8534" y="5850"/>
                    <a:pt x="7263" y="5850"/>
                  </a:cubicBezTo>
                  <a:cubicBezTo>
                    <a:pt x="5677" y="5850"/>
                    <a:pt x="4036" y="6139"/>
                    <a:pt x="2711" y="7142"/>
                  </a:cubicBezTo>
                  <a:cubicBezTo>
                    <a:pt x="579" y="8757"/>
                    <a:pt x="1" y="12576"/>
                    <a:pt x="798" y="15131"/>
                  </a:cubicBezTo>
                  <a:cubicBezTo>
                    <a:pt x="1138" y="16218"/>
                    <a:pt x="1730" y="17203"/>
                    <a:pt x="2606" y="18144"/>
                  </a:cubicBezTo>
                  <a:lnTo>
                    <a:pt x="2666" y="18209"/>
                  </a:lnTo>
                  <a:lnTo>
                    <a:pt x="107680" y="18209"/>
                  </a:lnTo>
                  <a:lnTo>
                    <a:pt x="107713" y="18040"/>
                  </a:lnTo>
                  <a:cubicBezTo>
                    <a:pt x="108339" y="14231"/>
                    <a:pt x="104720" y="9907"/>
                    <a:pt x="102642" y="8438"/>
                  </a:cubicBezTo>
                  <a:cubicBezTo>
                    <a:pt x="100295" y="6780"/>
                    <a:pt x="97465" y="5972"/>
                    <a:pt x="93901" y="5972"/>
                  </a:cubicBezTo>
                  <a:cubicBezTo>
                    <a:pt x="92759" y="5972"/>
                    <a:pt x="91543" y="6055"/>
                    <a:pt x="90243" y="6219"/>
                  </a:cubicBezTo>
                  <a:cubicBezTo>
                    <a:pt x="88870" y="6392"/>
                    <a:pt x="87495" y="6691"/>
                    <a:pt x="86166" y="6979"/>
                  </a:cubicBezTo>
                  <a:cubicBezTo>
                    <a:pt x="85428" y="7141"/>
                    <a:pt x="84666" y="7307"/>
                    <a:pt x="83913" y="7448"/>
                  </a:cubicBezTo>
                  <a:cubicBezTo>
                    <a:pt x="81310" y="7937"/>
                    <a:pt x="78543" y="8272"/>
                    <a:pt x="75687" y="8443"/>
                  </a:cubicBezTo>
                  <a:cubicBezTo>
                    <a:pt x="74193" y="8531"/>
                    <a:pt x="72692" y="8575"/>
                    <a:pt x="71186" y="8575"/>
                  </a:cubicBezTo>
                  <a:cubicBezTo>
                    <a:pt x="66784" y="8575"/>
                    <a:pt x="62342" y="8199"/>
                    <a:pt x="57928" y="7448"/>
                  </a:cubicBezTo>
                  <a:cubicBezTo>
                    <a:pt x="52682" y="6556"/>
                    <a:pt x="47532" y="4898"/>
                    <a:pt x="42708" y="3276"/>
                  </a:cubicBezTo>
                  <a:cubicBezTo>
                    <a:pt x="38128" y="1734"/>
                    <a:pt x="32975" y="0"/>
                    <a:pt x="277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5"/>
            <p:cNvSpPr/>
            <p:nvPr/>
          </p:nvSpPr>
          <p:spPr>
            <a:xfrm flipH="1" rot="10800000">
              <a:off x="4932235" y="-1614043"/>
              <a:ext cx="4348422" cy="1563444"/>
            </a:xfrm>
            <a:custGeom>
              <a:rect b="b" l="l" r="r" t="t"/>
              <a:pathLst>
                <a:path extrusionOk="0" h="39069" w="108663">
                  <a:moveTo>
                    <a:pt x="46151" y="403"/>
                  </a:moveTo>
                  <a:cubicBezTo>
                    <a:pt x="46500" y="403"/>
                    <a:pt x="46847" y="405"/>
                    <a:pt x="47194" y="409"/>
                  </a:cubicBezTo>
                  <a:cubicBezTo>
                    <a:pt x="60555" y="576"/>
                    <a:pt x="71907" y="4288"/>
                    <a:pt x="80932" y="11441"/>
                  </a:cubicBezTo>
                  <a:cubicBezTo>
                    <a:pt x="84958" y="14633"/>
                    <a:pt x="88903" y="18201"/>
                    <a:pt x="92718" y="21653"/>
                  </a:cubicBezTo>
                  <a:cubicBezTo>
                    <a:pt x="94523" y="23286"/>
                    <a:pt x="96389" y="24974"/>
                    <a:pt x="98238" y="26600"/>
                  </a:cubicBezTo>
                  <a:cubicBezTo>
                    <a:pt x="101177" y="29181"/>
                    <a:pt x="104663" y="32202"/>
                    <a:pt x="108257" y="35034"/>
                  </a:cubicBezTo>
                  <a:cubicBezTo>
                    <a:pt x="108185" y="37046"/>
                    <a:pt x="106877" y="38663"/>
                    <a:pt x="105303" y="38663"/>
                  </a:cubicBezTo>
                  <a:lnTo>
                    <a:pt x="95006" y="38663"/>
                  </a:lnTo>
                  <a:cubicBezTo>
                    <a:pt x="94337" y="37862"/>
                    <a:pt x="93741" y="37110"/>
                    <a:pt x="93190" y="36368"/>
                  </a:cubicBezTo>
                  <a:cubicBezTo>
                    <a:pt x="91738" y="34415"/>
                    <a:pt x="90482" y="32209"/>
                    <a:pt x="89268" y="30076"/>
                  </a:cubicBezTo>
                  <a:cubicBezTo>
                    <a:pt x="88255" y="28296"/>
                    <a:pt x="87207" y="26455"/>
                    <a:pt x="86046" y="24761"/>
                  </a:cubicBezTo>
                  <a:cubicBezTo>
                    <a:pt x="84901" y="23090"/>
                    <a:pt x="83654" y="21394"/>
                    <a:pt x="82109" y="20589"/>
                  </a:cubicBezTo>
                  <a:cubicBezTo>
                    <a:pt x="81766" y="20411"/>
                    <a:pt x="81285" y="20282"/>
                    <a:pt x="80790" y="20282"/>
                  </a:cubicBezTo>
                  <a:cubicBezTo>
                    <a:pt x="80446" y="20282"/>
                    <a:pt x="80095" y="20344"/>
                    <a:pt x="79779" y="20494"/>
                  </a:cubicBezTo>
                  <a:cubicBezTo>
                    <a:pt x="79253" y="20744"/>
                    <a:pt x="78909" y="21200"/>
                    <a:pt x="78784" y="21809"/>
                  </a:cubicBezTo>
                  <a:cubicBezTo>
                    <a:pt x="78479" y="23295"/>
                    <a:pt x="79725" y="24879"/>
                    <a:pt x="80550" y="25925"/>
                  </a:cubicBezTo>
                  <a:cubicBezTo>
                    <a:pt x="80666" y="26074"/>
                    <a:pt x="80775" y="26210"/>
                    <a:pt x="80868" y="26335"/>
                  </a:cubicBezTo>
                  <a:cubicBezTo>
                    <a:pt x="81946" y="27764"/>
                    <a:pt x="82835" y="29354"/>
                    <a:pt x="83661" y="31345"/>
                  </a:cubicBezTo>
                  <a:cubicBezTo>
                    <a:pt x="84287" y="32848"/>
                    <a:pt x="85364" y="35767"/>
                    <a:pt x="85660" y="38663"/>
                  </a:cubicBezTo>
                  <a:lnTo>
                    <a:pt x="76327" y="38663"/>
                  </a:lnTo>
                  <a:cubicBezTo>
                    <a:pt x="76685" y="34328"/>
                    <a:pt x="75134" y="29497"/>
                    <a:pt x="72336" y="26295"/>
                  </a:cubicBezTo>
                  <a:cubicBezTo>
                    <a:pt x="70016" y="23636"/>
                    <a:pt x="66829" y="21619"/>
                    <a:pt x="62597" y="20130"/>
                  </a:cubicBezTo>
                  <a:cubicBezTo>
                    <a:pt x="58968" y="18853"/>
                    <a:pt x="54987" y="18071"/>
                    <a:pt x="50066" y="17668"/>
                  </a:cubicBezTo>
                  <a:cubicBezTo>
                    <a:pt x="47919" y="17494"/>
                    <a:pt x="45723" y="17407"/>
                    <a:pt x="43437" y="17407"/>
                  </a:cubicBezTo>
                  <a:cubicBezTo>
                    <a:pt x="41731" y="17407"/>
                    <a:pt x="39974" y="17455"/>
                    <a:pt x="38150" y="17552"/>
                  </a:cubicBezTo>
                  <a:cubicBezTo>
                    <a:pt x="34341" y="17757"/>
                    <a:pt x="31394" y="18197"/>
                    <a:pt x="28604" y="18985"/>
                  </a:cubicBezTo>
                  <a:cubicBezTo>
                    <a:pt x="27525" y="19288"/>
                    <a:pt x="26448" y="19608"/>
                    <a:pt x="25369" y="19927"/>
                  </a:cubicBezTo>
                  <a:cubicBezTo>
                    <a:pt x="21997" y="20924"/>
                    <a:pt x="18511" y="21956"/>
                    <a:pt x="15020" y="22506"/>
                  </a:cubicBezTo>
                  <a:cubicBezTo>
                    <a:pt x="13538" y="22740"/>
                    <a:pt x="11993" y="22922"/>
                    <a:pt x="10477" y="22922"/>
                  </a:cubicBezTo>
                  <a:cubicBezTo>
                    <a:pt x="7660" y="22922"/>
                    <a:pt x="4942" y="22294"/>
                    <a:pt x="2908" y="20201"/>
                  </a:cubicBezTo>
                  <a:cubicBezTo>
                    <a:pt x="2318" y="19594"/>
                    <a:pt x="445" y="17417"/>
                    <a:pt x="1110" y="14892"/>
                  </a:cubicBezTo>
                  <a:cubicBezTo>
                    <a:pt x="1609" y="13004"/>
                    <a:pt x="3139" y="11676"/>
                    <a:pt x="4417" y="10728"/>
                  </a:cubicBezTo>
                  <a:cubicBezTo>
                    <a:pt x="7502" y="8442"/>
                    <a:pt x="11094" y="7120"/>
                    <a:pt x="14506" y="5962"/>
                  </a:cubicBezTo>
                  <a:cubicBezTo>
                    <a:pt x="25380" y="2272"/>
                    <a:pt x="36012" y="403"/>
                    <a:pt x="46151" y="403"/>
                  </a:cubicBezTo>
                  <a:close/>
                  <a:moveTo>
                    <a:pt x="46184" y="0"/>
                  </a:moveTo>
                  <a:cubicBezTo>
                    <a:pt x="35995" y="0"/>
                    <a:pt x="25302" y="1873"/>
                    <a:pt x="14376" y="5582"/>
                  </a:cubicBezTo>
                  <a:cubicBezTo>
                    <a:pt x="10932" y="6749"/>
                    <a:pt x="7309" y="8083"/>
                    <a:pt x="4175" y="10405"/>
                  </a:cubicBezTo>
                  <a:cubicBezTo>
                    <a:pt x="2845" y="11391"/>
                    <a:pt x="1250" y="12780"/>
                    <a:pt x="720" y="14790"/>
                  </a:cubicBezTo>
                  <a:cubicBezTo>
                    <a:pt x="0" y="17521"/>
                    <a:pt x="1992" y="19837"/>
                    <a:pt x="2618" y="20484"/>
                  </a:cubicBezTo>
                  <a:cubicBezTo>
                    <a:pt x="4745" y="22672"/>
                    <a:pt x="7559" y="23326"/>
                    <a:pt x="10464" y="23326"/>
                  </a:cubicBezTo>
                  <a:cubicBezTo>
                    <a:pt x="12008" y="23326"/>
                    <a:pt x="13578" y="23141"/>
                    <a:pt x="15083" y="22903"/>
                  </a:cubicBezTo>
                  <a:cubicBezTo>
                    <a:pt x="18599" y="22350"/>
                    <a:pt x="22098" y="21314"/>
                    <a:pt x="25483" y="20314"/>
                  </a:cubicBezTo>
                  <a:cubicBezTo>
                    <a:pt x="26558" y="19996"/>
                    <a:pt x="27635" y="19678"/>
                    <a:pt x="28713" y="19374"/>
                  </a:cubicBezTo>
                  <a:cubicBezTo>
                    <a:pt x="31476" y="18595"/>
                    <a:pt x="34392" y="18158"/>
                    <a:pt x="38171" y="17957"/>
                  </a:cubicBezTo>
                  <a:cubicBezTo>
                    <a:pt x="39992" y="17859"/>
                    <a:pt x="41744" y="17811"/>
                    <a:pt x="43446" y="17811"/>
                  </a:cubicBezTo>
                  <a:cubicBezTo>
                    <a:pt x="45718" y="17811"/>
                    <a:pt x="47900" y="17898"/>
                    <a:pt x="50034" y="18072"/>
                  </a:cubicBezTo>
                  <a:cubicBezTo>
                    <a:pt x="54919" y="18471"/>
                    <a:pt x="58869" y="19245"/>
                    <a:pt x="62464" y="20513"/>
                  </a:cubicBezTo>
                  <a:cubicBezTo>
                    <a:pt x="66629" y="21980"/>
                    <a:pt x="69761" y="23959"/>
                    <a:pt x="72035" y="26564"/>
                  </a:cubicBezTo>
                  <a:cubicBezTo>
                    <a:pt x="74808" y="29740"/>
                    <a:pt x="76328" y="34562"/>
                    <a:pt x="75907" y="38847"/>
                  </a:cubicBezTo>
                  <a:lnTo>
                    <a:pt x="75885" y="39069"/>
                  </a:lnTo>
                  <a:lnTo>
                    <a:pt x="86103" y="39069"/>
                  </a:lnTo>
                  <a:lnTo>
                    <a:pt x="86083" y="38849"/>
                  </a:lnTo>
                  <a:cubicBezTo>
                    <a:pt x="85816" y="35827"/>
                    <a:pt x="84685" y="32755"/>
                    <a:pt x="84035" y="31193"/>
                  </a:cubicBezTo>
                  <a:cubicBezTo>
                    <a:pt x="83194" y="29170"/>
                    <a:pt x="82289" y="27550"/>
                    <a:pt x="81192" y="26094"/>
                  </a:cubicBezTo>
                  <a:cubicBezTo>
                    <a:pt x="81095" y="25968"/>
                    <a:pt x="80986" y="25829"/>
                    <a:pt x="80868" y="25679"/>
                  </a:cubicBezTo>
                  <a:cubicBezTo>
                    <a:pt x="80089" y="24692"/>
                    <a:pt x="78913" y="23196"/>
                    <a:pt x="79180" y="21893"/>
                  </a:cubicBezTo>
                  <a:cubicBezTo>
                    <a:pt x="79280" y="21406"/>
                    <a:pt x="79542" y="21057"/>
                    <a:pt x="79953" y="20860"/>
                  </a:cubicBezTo>
                  <a:cubicBezTo>
                    <a:pt x="80215" y="20736"/>
                    <a:pt x="80506" y="20684"/>
                    <a:pt x="80793" y="20684"/>
                  </a:cubicBezTo>
                  <a:cubicBezTo>
                    <a:pt x="81216" y="20684"/>
                    <a:pt x="81630" y="20796"/>
                    <a:pt x="81925" y="20950"/>
                  </a:cubicBezTo>
                  <a:cubicBezTo>
                    <a:pt x="83388" y="21710"/>
                    <a:pt x="84600" y="23365"/>
                    <a:pt x="85716" y="24991"/>
                  </a:cubicBezTo>
                  <a:cubicBezTo>
                    <a:pt x="86867" y="26672"/>
                    <a:pt x="87910" y="28506"/>
                    <a:pt x="88919" y="30277"/>
                  </a:cubicBezTo>
                  <a:cubicBezTo>
                    <a:pt x="90139" y="32421"/>
                    <a:pt x="91401" y="34638"/>
                    <a:pt x="92868" y="36611"/>
                  </a:cubicBezTo>
                  <a:cubicBezTo>
                    <a:pt x="93440" y="37380"/>
                    <a:pt x="94059" y="38160"/>
                    <a:pt x="94759" y="38996"/>
                  </a:cubicBezTo>
                  <a:lnTo>
                    <a:pt x="94819" y="39068"/>
                  </a:lnTo>
                  <a:lnTo>
                    <a:pt x="105303" y="39068"/>
                  </a:lnTo>
                  <a:cubicBezTo>
                    <a:pt x="107121" y="39068"/>
                    <a:pt x="108627" y="37217"/>
                    <a:pt x="108661" y="34947"/>
                  </a:cubicBezTo>
                  <a:lnTo>
                    <a:pt x="108663" y="34847"/>
                  </a:lnTo>
                  <a:lnTo>
                    <a:pt x="108584" y="34784"/>
                  </a:lnTo>
                  <a:cubicBezTo>
                    <a:pt x="104971" y="31939"/>
                    <a:pt x="101460" y="28897"/>
                    <a:pt x="98502" y="26300"/>
                  </a:cubicBezTo>
                  <a:cubicBezTo>
                    <a:pt x="96655" y="24675"/>
                    <a:pt x="94790" y="22989"/>
                    <a:pt x="92987" y="21357"/>
                  </a:cubicBezTo>
                  <a:cubicBezTo>
                    <a:pt x="89168" y="17899"/>
                    <a:pt x="85217" y="14326"/>
                    <a:pt x="81181" y="11127"/>
                  </a:cubicBezTo>
                  <a:cubicBezTo>
                    <a:pt x="72085" y="3918"/>
                    <a:pt x="60650" y="176"/>
                    <a:pt x="47197" y="6"/>
                  </a:cubicBezTo>
                  <a:cubicBezTo>
                    <a:pt x="46860" y="2"/>
                    <a:pt x="46522" y="0"/>
                    <a:pt x="46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5"/>
            <p:cNvSpPr/>
            <p:nvPr/>
          </p:nvSpPr>
          <p:spPr>
            <a:xfrm flipH="1" rot="10800000">
              <a:off x="5065015" y="5157089"/>
              <a:ext cx="4355665" cy="807744"/>
            </a:xfrm>
            <a:custGeom>
              <a:rect b="b" l="l" r="r" t="t"/>
              <a:pathLst>
                <a:path extrusionOk="0" h="28164" w="108844">
                  <a:moveTo>
                    <a:pt x="105484" y="409"/>
                  </a:moveTo>
                  <a:cubicBezTo>
                    <a:pt x="107116" y="409"/>
                    <a:pt x="108443" y="2114"/>
                    <a:pt x="108443" y="4208"/>
                  </a:cubicBezTo>
                  <a:lnTo>
                    <a:pt x="108443" y="9441"/>
                  </a:lnTo>
                  <a:cubicBezTo>
                    <a:pt x="107791" y="9431"/>
                    <a:pt x="107138" y="9426"/>
                    <a:pt x="106485" y="9426"/>
                  </a:cubicBezTo>
                  <a:cubicBezTo>
                    <a:pt x="96929" y="9426"/>
                    <a:pt x="87281" y="10461"/>
                    <a:pt x="77432" y="11618"/>
                  </a:cubicBezTo>
                  <a:lnTo>
                    <a:pt x="74438" y="11967"/>
                  </a:lnTo>
                  <a:cubicBezTo>
                    <a:pt x="68077" y="12707"/>
                    <a:pt x="61497" y="13471"/>
                    <a:pt x="55052" y="14524"/>
                  </a:cubicBezTo>
                  <a:cubicBezTo>
                    <a:pt x="50937" y="15196"/>
                    <a:pt x="47239" y="15919"/>
                    <a:pt x="43750" y="16739"/>
                  </a:cubicBezTo>
                  <a:cubicBezTo>
                    <a:pt x="39671" y="17698"/>
                    <a:pt x="36280" y="18535"/>
                    <a:pt x="32894" y="19868"/>
                  </a:cubicBezTo>
                  <a:cubicBezTo>
                    <a:pt x="30642" y="20754"/>
                    <a:pt x="28443" y="21986"/>
                    <a:pt x="26315" y="23179"/>
                  </a:cubicBezTo>
                  <a:cubicBezTo>
                    <a:pt x="22603" y="25262"/>
                    <a:pt x="18761" y="27414"/>
                    <a:pt x="14582" y="27728"/>
                  </a:cubicBezTo>
                  <a:cubicBezTo>
                    <a:pt x="14284" y="27750"/>
                    <a:pt x="13983" y="27761"/>
                    <a:pt x="13680" y="27761"/>
                  </a:cubicBezTo>
                  <a:cubicBezTo>
                    <a:pt x="8600" y="27761"/>
                    <a:pt x="3011" y="24606"/>
                    <a:pt x="1265" y="17265"/>
                  </a:cubicBezTo>
                  <a:cubicBezTo>
                    <a:pt x="424" y="13728"/>
                    <a:pt x="774" y="10998"/>
                    <a:pt x="2304" y="9148"/>
                  </a:cubicBezTo>
                  <a:cubicBezTo>
                    <a:pt x="3847" y="7282"/>
                    <a:pt x="6123" y="6467"/>
                    <a:pt x="8144" y="5916"/>
                  </a:cubicBezTo>
                  <a:cubicBezTo>
                    <a:pt x="14663" y="4135"/>
                    <a:pt x="21503" y="4060"/>
                    <a:pt x="27536" y="3991"/>
                  </a:cubicBezTo>
                  <a:lnTo>
                    <a:pt x="28284" y="3982"/>
                  </a:lnTo>
                  <a:cubicBezTo>
                    <a:pt x="35338" y="3908"/>
                    <a:pt x="42635" y="3830"/>
                    <a:pt x="49562" y="1411"/>
                  </a:cubicBezTo>
                  <a:cubicBezTo>
                    <a:pt x="50530" y="1072"/>
                    <a:pt x="51303" y="753"/>
                    <a:pt x="51989" y="409"/>
                  </a:cubicBezTo>
                  <a:lnTo>
                    <a:pt x="51989" y="410"/>
                  </a:lnTo>
                  <a:lnTo>
                    <a:pt x="77472" y="410"/>
                  </a:lnTo>
                  <a:cubicBezTo>
                    <a:pt x="75657" y="1022"/>
                    <a:pt x="73845" y="1526"/>
                    <a:pt x="72138" y="1986"/>
                  </a:cubicBezTo>
                  <a:cubicBezTo>
                    <a:pt x="71479" y="2162"/>
                    <a:pt x="70816" y="2334"/>
                    <a:pt x="70156" y="2505"/>
                  </a:cubicBezTo>
                  <a:cubicBezTo>
                    <a:pt x="68329" y="2977"/>
                    <a:pt x="66440" y="3467"/>
                    <a:pt x="64605" y="4082"/>
                  </a:cubicBezTo>
                  <a:cubicBezTo>
                    <a:pt x="61004" y="5291"/>
                    <a:pt x="57124" y="6040"/>
                    <a:pt x="52740" y="6369"/>
                  </a:cubicBezTo>
                  <a:cubicBezTo>
                    <a:pt x="49638" y="6602"/>
                    <a:pt x="46418" y="6602"/>
                    <a:pt x="43304" y="6603"/>
                  </a:cubicBezTo>
                  <a:cubicBezTo>
                    <a:pt x="34965" y="6606"/>
                    <a:pt x="26344" y="6609"/>
                    <a:pt x="18528" y="10955"/>
                  </a:cubicBezTo>
                  <a:cubicBezTo>
                    <a:pt x="14223" y="13350"/>
                    <a:pt x="12644" y="15910"/>
                    <a:pt x="13835" y="18561"/>
                  </a:cubicBezTo>
                  <a:cubicBezTo>
                    <a:pt x="14838" y="20791"/>
                    <a:pt x="17057" y="22107"/>
                    <a:pt x="18813" y="22421"/>
                  </a:cubicBezTo>
                  <a:cubicBezTo>
                    <a:pt x="19239" y="22498"/>
                    <a:pt x="19668" y="22533"/>
                    <a:pt x="20097" y="22533"/>
                  </a:cubicBezTo>
                  <a:cubicBezTo>
                    <a:pt x="22307" y="22533"/>
                    <a:pt x="24513" y="21604"/>
                    <a:pt x="26433" y="20647"/>
                  </a:cubicBezTo>
                  <a:cubicBezTo>
                    <a:pt x="27444" y="20142"/>
                    <a:pt x="28451" y="19561"/>
                    <a:pt x="29427" y="18998"/>
                  </a:cubicBezTo>
                  <a:cubicBezTo>
                    <a:pt x="30955" y="18116"/>
                    <a:pt x="32534" y="17203"/>
                    <a:pt x="34157" y="16576"/>
                  </a:cubicBezTo>
                  <a:cubicBezTo>
                    <a:pt x="37956" y="15106"/>
                    <a:pt x="41874" y="14247"/>
                    <a:pt x="44864" y="13661"/>
                  </a:cubicBezTo>
                  <a:cubicBezTo>
                    <a:pt x="49244" y="12804"/>
                    <a:pt x="53720" y="12190"/>
                    <a:pt x="58050" y="11597"/>
                  </a:cubicBezTo>
                  <a:cubicBezTo>
                    <a:pt x="61146" y="11172"/>
                    <a:pt x="64344" y="10734"/>
                    <a:pt x="67486" y="10209"/>
                  </a:cubicBezTo>
                  <a:cubicBezTo>
                    <a:pt x="71305" y="9572"/>
                    <a:pt x="74827" y="8898"/>
                    <a:pt x="78252" y="8150"/>
                  </a:cubicBezTo>
                  <a:cubicBezTo>
                    <a:pt x="80759" y="7602"/>
                    <a:pt x="84017" y="6743"/>
                    <a:pt x="86995" y="4937"/>
                  </a:cubicBezTo>
                  <a:cubicBezTo>
                    <a:pt x="88677" y="3915"/>
                    <a:pt x="90044" y="2435"/>
                    <a:pt x="91173" y="409"/>
                  </a:cubicBezTo>
                  <a:close/>
                  <a:moveTo>
                    <a:pt x="90934" y="0"/>
                  </a:moveTo>
                  <a:lnTo>
                    <a:pt x="90877" y="105"/>
                  </a:lnTo>
                  <a:cubicBezTo>
                    <a:pt x="89755" y="2148"/>
                    <a:pt x="88458" y="3572"/>
                    <a:pt x="86786" y="4587"/>
                  </a:cubicBezTo>
                  <a:cubicBezTo>
                    <a:pt x="83860" y="6361"/>
                    <a:pt x="80642" y="7209"/>
                    <a:pt x="78166" y="7749"/>
                  </a:cubicBezTo>
                  <a:cubicBezTo>
                    <a:pt x="74747" y="8496"/>
                    <a:pt x="71232" y="9168"/>
                    <a:pt x="67420" y="9804"/>
                  </a:cubicBezTo>
                  <a:cubicBezTo>
                    <a:pt x="64284" y="10326"/>
                    <a:pt x="61086" y="10767"/>
                    <a:pt x="57994" y="11189"/>
                  </a:cubicBezTo>
                  <a:cubicBezTo>
                    <a:pt x="53660" y="11784"/>
                    <a:pt x="49177" y="12398"/>
                    <a:pt x="44787" y="13257"/>
                  </a:cubicBezTo>
                  <a:cubicBezTo>
                    <a:pt x="41781" y="13846"/>
                    <a:pt x="37840" y="14712"/>
                    <a:pt x="34011" y="16192"/>
                  </a:cubicBezTo>
                  <a:cubicBezTo>
                    <a:pt x="32361" y="16832"/>
                    <a:pt x="30768" y="17751"/>
                    <a:pt x="29227" y="18641"/>
                  </a:cubicBezTo>
                  <a:cubicBezTo>
                    <a:pt x="28257" y="19199"/>
                    <a:pt x="27256" y="19778"/>
                    <a:pt x="26252" y="20278"/>
                  </a:cubicBezTo>
                  <a:cubicBezTo>
                    <a:pt x="24377" y="21213"/>
                    <a:pt x="22228" y="22123"/>
                    <a:pt x="20096" y="22123"/>
                  </a:cubicBezTo>
                  <a:cubicBezTo>
                    <a:pt x="19691" y="22123"/>
                    <a:pt x="19286" y="22090"/>
                    <a:pt x="18884" y="22019"/>
                  </a:cubicBezTo>
                  <a:cubicBezTo>
                    <a:pt x="17234" y="21723"/>
                    <a:pt x="15146" y="20485"/>
                    <a:pt x="14203" y="18389"/>
                  </a:cubicBezTo>
                  <a:cubicBezTo>
                    <a:pt x="13112" y="15962"/>
                    <a:pt x="14633" y="13577"/>
                    <a:pt x="18725" y="11302"/>
                  </a:cubicBezTo>
                  <a:cubicBezTo>
                    <a:pt x="26450" y="7006"/>
                    <a:pt x="35017" y="7004"/>
                    <a:pt x="43304" y="7002"/>
                  </a:cubicBezTo>
                  <a:cubicBezTo>
                    <a:pt x="46426" y="7002"/>
                    <a:pt x="49654" y="6999"/>
                    <a:pt x="52770" y="6766"/>
                  </a:cubicBezTo>
                  <a:cubicBezTo>
                    <a:pt x="57188" y="6433"/>
                    <a:pt x="61100" y="5680"/>
                    <a:pt x="64734" y="4460"/>
                  </a:cubicBezTo>
                  <a:cubicBezTo>
                    <a:pt x="66555" y="3847"/>
                    <a:pt x="68437" y="3359"/>
                    <a:pt x="70258" y="2889"/>
                  </a:cubicBezTo>
                  <a:cubicBezTo>
                    <a:pt x="70921" y="2718"/>
                    <a:pt x="71583" y="2546"/>
                    <a:pt x="72244" y="2369"/>
                  </a:cubicBezTo>
                  <a:cubicBezTo>
                    <a:pt x="74310" y="1815"/>
                    <a:pt x="76526" y="1191"/>
                    <a:pt x="78725" y="393"/>
                  </a:cubicBezTo>
                  <a:lnTo>
                    <a:pt x="79801" y="3"/>
                  </a:lnTo>
                  <a:lnTo>
                    <a:pt x="51891" y="3"/>
                  </a:lnTo>
                  <a:lnTo>
                    <a:pt x="51849" y="25"/>
                  </a:lnTo>
                  <a:cubicBezTo>
                    <a:pt x="51168" y="369"/>
                    <a:pt x="50398" y="688"/>
                    <a:pt x="49430" y="1026"/>
                  </a:cubicBezTo>
                  <a:cubicBezTo>
                    <a:pt x="42565" y="3424"/>
                    <a:pt x="35301" y="3502"/>
                    <a:pt x="28279" y="3577"/>
                  </a:cubicBezTo>
                  <a:lnTo>
                    <a:pt x="27530" y="3587"/>
                  </a:lnTo>
                  <a:cubicBezTo>
                    <a:pt x="21472" y="3654"/>
                    <a:pt x="14606" y="3731"/>
                    <a:pt x="8035" y="5524"/>
                  </a:cubicBezTo>
                  <a:cubicBezTo>
                    <a:pt x="5955" y="6091"/>
                    <a:pt x="3608" y="6937"/>
                    <a:pt x="1994" y="8889"/>
                  </a:cubicBezTo>
                  <a:cubicBezTo>
                    <a:pt x="378" y="10842"/>
                    <a:pt x="1" y="13691"/>
                    <a:pt x="872" y="17356"/>
                  </a:cubicBezTo>
                  <a:cubicBezTo>
                    <a:pt x="2415" y="23842"/>
                    <a:pt x="7591" y="28164"/>
                    <a:pt x="13647" y="28164"/>
                  </a:cubicBezTo>
                  <a:cubicBezTo>
                    <a:pt x="13966" y="28164"/>
                    <a:pt x="14287" y="28154"/>
                    <a:pt x="14609" y="28121"/>
                  </a:cubicBezTo>
                  <a:cubicBezTo>
                    <a:pt x="18878" y="27800"/>
                    <a:pt x="22758" y="25623"/>
                    <a:pt x="26511" y="23520"/>
                  </a:cubicBezTo>
                  <a:cubicBezTo>
                    <a:pt x="28626" y="22334"/>
                    <a:pt x="30812" y="21108"/>
                    <a:pt x="33038" y="20233"/>
                  </a:cubicBezTo>
                  <a:cubicBezTo>
                    <a:pt x="36400" y="18911"/>
                    <a:pt x="39775" y="18075"/>
                    <a:pt x="43838" y="17121"/>
                  </a:cubicBezTo>
                  <a:cubicBezTo>
                    <a:pt x="47319" y="16305"/>
                    <a:pt x="51008" y="15582"/>
                    <a:pt x="55113" y="14912"/>
                  </a:cubicBezTo>
                  <a:cubicBezTo>
                    <a:pt x="61550" y="13861"/>
                    <a:pt x="68126" y="13097"/>
                    <a:pt x="74484" y="12357"/>
                  </a:cubicBezTo>
                  <a:lnTo>
                    <a:pt x="77477" y="12010"/>
                  </a:lnTo>
                  <a:cubicBezTo>
                    <a:pt x="87323" y="10854"/>
                    <a:pt x="96973" y="9822"/>
                    <a:pt x="106514" y="9822"/>
                  </a:cubicBezTo>
                  <a:cubicBezTo>
                    <a:pt x="107222" y="9822"/>
                    <a:pt x="107930" y="9827"/>
                    <a:pt x="108637" y="9839"/>
                  </a:cubicBezTo>
                  <a:lnTo>
                    <a:pt x="108843" y="9842"/>
                  </a:lnTo>
                  <a:lnTo>
                    <a:pt x="108843" y="4203"/>
                  </a:lnTo>
                  <a:cubicBezTo>
                    <a:pt x="108843" y="1884"/>
                    <a:pt x="107336" y="0"/>
                    <a:pt x="1054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 name="Google Shape;137;p5"/>
          <p:cNvSpPr/>
          <p:nvPr/>
        </p:nvSpPr>
        <p:spPr>
          <a:xfrm>
            <a:off x="408250" y="362757"/>
            <a:ext cx="8434200" cy="4594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5"/>
          <p:cNvSpPr/>
          <p:nvPr/>
        </p:nvSpPr>
        <p:spPr>
          <a:xfrm>
            <a:off x="301550" y="271625"/>
            <a:ext cx="8434200" cy="45849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5"/>
          <p:cNvSpPr txBox="1"/>
          <p:nvPr>
            <p:ph idx="1" type="subTitle"/>
          </p:nvPr>
        </p:nvSpPr>
        <p:spPr>
          <a:xfrm>
            <a:off x="720000" y="1621625"/>
            <a:ext cx="2907600" cy="7134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1400"/>
              <a:buFont typeface="Bahiana"/>
              <a:buNone/>
              <a:defRPr sz="2400">
                <a:latin typeface="Bahiana"/>
                <a:ea typeface="Bahiana"/>
                <a:cs typeface="Bahiana"/>
                <a:sym typeface="Bahiana"/>
              </a:defRPr>
            </a:lvl1pPr>
            <a:lvl2pPr lvl="1" algn="ctr">
              <a:lnSpc>
                <a:spcPct val="100000"/>
              </a:lnSpc>
              <a:spcBef>
                <a:spcPts val="1600"/>
              </a:spcBef>
              <a:spcAft>
                <a:spcPts val="0"/>
              </a:spcAft>
              <a:buSzPts val="1400"/>
              <a:buFont typeface="Bahiana"/>
              <a:buNone/>
              <a:defRPr>
                <a:latin typeface="Bahiana"/>
                <a:ea typeface="Bahiana"/>
                <a:cs typeface="Bahiana"/>
                <a:sym typeface="Bahiana"/>
              </a:defRPr>
            </a:lvl2pPr>
            <a:lvl3pPr lvl="2" algn="ctr">
              <a:lnSpc>
                <a:spcPct val="100000"/>
              </a:lnSpc>
              <a:spcBef>
                <a:spcPts val="1600"/>
              </a:spcBef>
              <a:spcAft>
                <a:spcPts val="0"/>
              </a:spcAft>
              <a:buSzPts val="1400"/>
              <a:buFont typeface="Bahiana"/>
              <a:buNone/>
              <a:defRPr>
                <a:latin typeface="Bahiana"/>
                <a:ea typeface="Bahiana"/>
                <a:cs typeface="Bahiana"/>
                <a:sym typeface="Bahiana"/>
              </a:defRPr>
            </a:lvl3pPr>
            <a:lvl4pPr lvl="3" algn="ctr">
              <a:lnSpc>
                <a:spcPct val="100000"/>
              </a:lnSpc>
              <a:spcBef>
                <a:spcPts val="1600"/>
              </a:spcBef>
              <a:spcAft>
                <a:spcPts val="0"/>
              </a:spcAft>
              <a:buSzPts val="1400"/>
              <a:buFont typeface="Bahiana"/>
              <a:buNone/>
              <a:defRPr>
                <a:latin typeface="Bahiana"/>
                <a:ea typeface="Bahiana"/>
                <a:cs typeface="Bahiana"/>
                <a:sym typeface="Bahiana"/>
              </a:defRPr>
            </a:lvl4pPr>
            <a:lvl5pPr lvl="4" algn="ctr">
              <a:lnSpc>
                <a:spcPct val="100000"/>
              </a:lnSpc>
              <a:spcBef>
                <a:spcPts val="1600"/>
              </a:spcBef>
              <a:spcAft>
                <a:spcPts val="0"/>
              </a:spcAft>
              <a:buSzPts val="1400"/>
              <a:buFont typeface="Bahiana"/>
              <a:buNone/>
              <a:defRPr>
                <a:latin typeface="Bahiana"/>
                <a:ea typeface="Bahiana"/>
                <a:cs typeface="Bahiana"/>
                <a:sym typeface="Bahiana"/>
              </a:defRPr>
            </a:lvl5pPr>
            <a:lvl6pPr lvl="5" algn="ctr">
              <a:lnSpc>
                <a:spcPct val="100000"/>
              </a:lnSpc>
              <a:spcBef>
                <a:spcPts val="1600"/>
              </a:spcBef>
              <a:spcAft>
                <a:spcPts val="0"/>
              </a:spcAft>
              <a:buSzPts val="1400"/>
              <a:buFont typeface="Bahiana"/>
              <a:buNone/>
              <a:defRPr>
                <a:latin typeface="Bahiana"/>
                <a:ea typeface="Bahiana"/>
                <a:cs typeface="Bahiana"/>
                <a:sym typeface="Bahiana"/>
              </a:defRPr>
            </a:lvl6pPr>
            <a:lvl7pPr lvl="6" algn="ctr">
              <a:lnSpc>
                <a:spcPct val="100000"/>
              </a:lnSpc>
              <a:spcBef>
                <a:spcPts val="1600"/>
              </a:spcBef>
              <a:spcAft>
                <a:spcPts val="0"/>
              </a:spcAft>
              <a:buSzPts val="1400"/>
              <a:buFont typeface="Bahiana"/>
              <a:buNone/>
              <a:defRPr>
                <a:latin typeface="Bahiana"/>
                <a:ea typeface="Bahiana"/>
                <a:cs typeface="Bahiana"/>
                <a:sym typeface="Bahiana"/>
              </a:defRPr>
            </a:lvl7pPr>
            <a:lvl8pPr lvl="7" algn="ctr">
              <a:lnSpc>
                <a:spcPct val="100000"/>
              </a:lnSpc>
              <a:spcBef>
                <a:spcPts val="1600"/>
              </a:spcBef>
              <a:spcAft>
                <a:spcPts val="0"/>
              </a:spcAft>
              <a:buSzPts val="1400"/>
              <a:buFont typeface="Bahiana"/>
              <a:buNone/>
              <a:defRPr>
                <a:latin typeface="Bahiana"/>
                <a:ea typeface="Bahiana"/>
                <a:cs typeface="Bahiana"/>
                <a:sym typeface="Bahiana"/>
              </a:defRPr>
            </a:lvl8pPr>
            <a:lvl9pPr lvl="8" algn="ctr">
              <a:lnSpc>
                <a:spcPct val="100000"/>
              </a:lnSpc>
              <a:spcBef>
                <a:spcPts val="1600"/>
              </a:spcBef>
              <a:spcAft>
                <a:spcPts val="1600"/>
              </a:spcAft>
              <a:buSzPts val="1400"/>
              <a:buFont typeface="Bahiana"/>
              <a:buNone/>
              <a:defRPr>
                <a:latin typeface="Bahiana"/>
                <a:ea typeface="Bahiana"/>
                <a:cs typeface="Bahiana"/>
                <a:sym typeface="Bahiana"/>
              </a:defRPr>
            </a:lvl9pPr>
          </a:lstStyle>
          <a:p/>
        </p:txBody>
      </p:sp>
      <p:sp>
        <p:nvSpPr>
          <p:cNvPr id="140" name="Google Shape;140;p5"/>
          <p:cNvSpPr txBox="1"/>
          <p:nvPr>
            <p:ph idx="2" type="subTitle"/>
          </p:nvPr>
        </p:nvSpPr>
        <p:spPr>
          <a:xfrm>
            <a:off x="720000" y="3276075"/>
            <a:ext cx="2907600" cy="713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Font typeface="Bahiana"/>
              <a:buNone/>
              <a:defRPr sz="2400">
                <a:latin typeface="Bahiana"/>
                <a:ea typeface="Bahiana"/>
                <a:cs typeface="Bahiana"/>
                <a:sym typeface="Bahiana"/>
              </a:defRPr>
            </a:lvl1pPr>
            <a:lvl2pPr lvl="1" rtl="0" algn="ctr">
              <a:lnSpc>
                <a:spcPct val="100000"/>
              </a:lnSpc>
              <a:spcBef>
                <a:spcPts val="1600"/>
              </a:spcBef>
              <a:spcAft>
                <a:spcPts val="0"/>
              </a:spcAft>
              <a:buSzPts val="1400"/>
              <a:buFont typeface="Bahiana"/>
              <a:buNone/>
              <a:defRPr>
                <a:latin typeface="Bahiana"/>
                <a:ea typeface="Bahiana"/>
                <a:cs typeface="Bahiana"/>
                <a:sym typeface="Bahiana"/>
              </a:defRPr>
            </a:lvl2pPr>
            <a:lvl3pPr lvl="2" rtl="0" algn="ctr">
              <a:lnSpc>
                <a:spcPct val="100000"/>
              </a:lnSpc>
              <a:spcBef>
                <a:spcPts val="1600"/>
              </a:spcBef>
              <a:spcAft>
                <a:spcPts val="0"/>
              </a:spcAft>
              <a:buSzPts val="1400"/>
              <a:buFont typeface="Bahiana"/>
              <a:buNone/>
              <a:defRPr>
                <a:latin typeface="Bahiana"/>
                <a:ea typeface="Bahiana"/>
                <a:cs typeface="Bahiana"/>
                <a:sym typeface="Bahiana"/>
              </a:defRPr>
            </a:lvl3pPr>
            <a:lvl4pPr lvl="3" rtl="0" algn="ctr">
              <a:lnSpc>
                <a:spcPct val="100000"/>
              </a:lnSpc>
              <a:spcBef>
                <a:spcPts val="1600"/>
              </a:spcBef>
              <a:spcAft>
                <a:spcPts val="0"/>
              </a:spcAft>
              <a:buSzPts val="1400"/>
              <a:buFont typeface="Bahiana"/>
              <a:buNone/>
              <a:defRPr>
                <a:latin typeface="Bahiana"/>
                <a:ea typeface="Bahiana"/>
                <a:cs typeface="Bahiana"/>
                <a:sym typeface="Bahiana"/>
              </a:defRPr>
            </a:lvl4pPr>
            <a:lvl5pPr lvl="4" rtl="0" algn="ctr">
              <a:lnSpc>
                <a:spcPct val="100000"/>
              </a:lnSpc>
              <a:spcBef>
                <a:spcPts val="1600"/>
              </a:spcBef>
              <a:spcAft>
                <a:spcPts val="0"/>
              </a:spcAft>
              <a:buSzPts val="1400"/>
              <a:buFont typeface="Bahiana"/>
              <a:buNone/>
              <a:defRPr>
                <a:latin typeface="Bahiana"/>
                <a:ea typeface="Bahiana"/>
                <a:cs typeface="Bahiana"/>
                <a:sym typeface="Bahiana"/>
              </a:defRPr>
            </a:lvl5pPr>
            <a:lvl6pPr lvl="5" rtl="0" algn="ctr">
              <a:lnSpc>
                <a:spcPct val="100000"/>
              </a:lnSpc>
              <a:spcBef>
                <a:spcPts val="1600"/>
              </a:spcBef>
              <a:spcAft>
                <a:spcPts val="0"/>
              </a:spcAft>
              <a:buSzPts val="1400"/>
              <a:buFont typeface="Bahiana"/>
              <a:buNone/>
              <a:defRPr>
                <a:latin typeface="Bahiana"/>
                <a:ea typeface="Bahiana"/>
                <a:cs typeface="Bahiana"/>
                <a:sym typeface="Bahiana"/>
              </a:defRPr>
            </a:lvl6pPr>
            <a:lvl7pPr lvl="6" rtl="0" algn="ctr">
              <a:lnSpc>
                <a:spcPct val="100000"/>
              </a:lnSpc>
              <a:spcBef>
                <a:spcPts val="1600"/>
              </a:spcBef>
              <a:spcAft>
                <a:spcPts val="0"/>
              </a:spcAft>
              <a:buSzPts val="1400"/>
              <a:buFont typeface="Bahiana"/>
              <a:buNone/>
              <a:defRPr>
                <a:latin typeface="Bahiana"/>
                <a:ea typeface="Bahiana"/>
                <a:cs typeface="Bahiana"/>
                <a:sym typeface="Bahiana"/>
              </a:defRPr>
            </a:lvl7pPr>
            <a:lvl8pPr lvl="7" rtl="0" algn="ctr">
              <a:lnSpc>
                <a:spcPct val="100000"/>
              </a:lnSpc>
              <a:spcBef>
                <a:spcPts val="1600"/>
              </a:spcBef>
              <a:spcAft>
                <a:spcPts val="0"/>
              </a:spcAft>
              <a:buSzPts val="1400"/>
              <a:buFont typeface="Bahiana"/>
              <a:buNone/>
              <a:defRPr>
                <a:latin typeface="Bahiana"/>
                <a:ea typeface="Bahiana"/>
                <a:cs typeface="Bahiana"/>
                <a:sym typeface="Bahiana"/>
              </a:defRPr>
            </a:lvl8pPr>
            <a:lvl9pPr lvl="8" rtl="0" algn="ctr">
              <a:lnSpc>
                <a:spcPct val="100000"/>
              </a:lnSpc>
              <a:spcBef>
                <a:spcPts val="1600"/>
              </a:spcBef>
              <a:spcAft>
                <a:spcPts val="1600"/>
              </a:spcAft>
              <a:buSzPts val="1400"/>
              <a:buFont typeface="Bahiana"/>
              <a:buNone/>
              <a:defRPr>
                <a:latin typeface="Bahiana"/>
                <a:ea typeface="Bahiana"/>
                <a:cs typeface="Bahiana"/>
                <a:sym typeface="Bahiana"/>
              </a:defRPr>
            </a:lvl9pPr>
          </a:lstStyle>
          <a:p/>
        </p:txBody>
      </p:sp>
      <p:sp>
        <p:nvSpPr>
          <p:cNvPr id="141" name="Google Shape;141;p5"/>
          <p:cNvSpPr txBox="1"/>
          <p:nvPr>
            <p:ph idx="3" type="subTitle"/>
          </p:nvPr>
        </p:nvSpPr>
        <p:spPr>
          <a:xfrm>
            <a:off x="720000" y="2075761"/>
            <a:ext cx="2907600" cy="713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2" name="Google Shape;142;p5"/>
          <p:cNvSpPr txBox="1"/>
          <p:nvPr>
            <p:ph idx="4" type="subTitle"/>
          </p:nvPr>
        </p:nvSpPr>
        <p:spPr>
          <a:xfrm>
            <a:off x="720000" y="3730211"/>
            <a:ext cx="2907600" cy="713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3" name="Google Shape;143;p5"/>
          <p:cNvSpPr txBox="1"/>
          <p:nvPr>
            <p:ph idx="5" type="subTitle"/>
          </p:nvPr>
        </p:nvSpPr>
        <p:spPr>
          <a:xfrm>
            <a:off x="7084550" y="4208775"/>
            <a:ext cx="913800" cy="394800"/>
          </a:xfrm>
          <a:prstGeom prst="rect">
            <a:avLst/>
          </a:prstGeom>
          <a:ln cap="flat" cmpd="sng" w="9525">
            <a:solidFill>
              <a:srgbClr val="000000"/>
            </a:solidFill>
            <a:prstDash val="solid"/>
            <a:round/>
            <a:headEnd len="sm" w="sm" type="none"/>
            <a:tailEnd len="sm" w="sm" type="none"/>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4" name="Google Shape;144;p5"/>
          <p:cNvSpPr txBox="1"/>
          <p:nvPr>
            <p:ph type="title"/>
          </p:nvPr>
        </p:nvSpPr>
        <p:spPr>
          <a:xfrm>
            <a:off x="720000" y="540000"/>
            <a:ext cx="7704000" cy="5643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3180000" dist="85725">
              <a:schemeClr val="accent2"/>
            </a:outerShdw>
          </a:effectLst>
        </p:spPr>
        <p:txBody>
          <a:bodyPr anchorCtr="0" anchor="ctr" bIns="91425" lIns="91425" spcFirstLastPara="1" rIns="91425" wrap="square" tIns="91425">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accent6"/>
        </a:solidFill>
      </p:bgPr>
    </p:bg>
    <p:spTree>
      <p:nvGrpSpPr>
        <p:cNvPr id="145" name="Shape 145"/>
        <p:cNvGrpSpPr/>
        <p:nvPr/>
      </p:nvGrpSpPr>
      <p:grpSpPr>
        <a:xfrm>
          <a:off x="0" y="0"/>
          <a:ext cx="0" cy="0"/>
          <a:chOff x="0" y="0"/>
          <a:chExt cx="0" cy="0"/>
        </a:xfrm>
      </p:grpSpPr>
      <p:grpSp>
        <p:nvGrpSpPr>
          <p:cNvPr id="146" name="Google Shape;146;p6"/>
          <p:cNvGrpSpPr/>
          <p:nvPr/>
        </p:nvGrpSpPr>
        <p:grpSpPr>
          <a:xfrm>
            <a:off x="-325864" y="-222600"/>
            <a:ext cx="9517944" cy="7737118"/>
            <a:chOff x="-325864" y="-222600"/>
            <a:chExt cx="9517944" cy="7737118"/>
          </a:xfrm>
        </p:grpSpPr>
        <p:sp>
          <p:nvSpPr>
            <p:cNvPr id="147" name="Google Shape;147;p6"/>
            <p:cNvSpPr/>
            <p:nvPr/>
          </p:nvSpPr>
          <p:spPr>
            <a:xfrm flipH="1">
              <a:off x="5198413" y="392757"/>
              <a:ext cx="3985503" cy="848251"/>
            </a:xfrm>
            <a:custGeom>
              <a:rect b="b" l="l" r="r" t="t"/>
              <a:pathLst>
                <a:path extrusionOk="0" h="21197" w="99594">
                  <a:moveTo>
                    <a:pt x="65021" y="0"/>
                  </a:moveTo>
                  <a:cubicBezTo>
                    <a:pt x="64434" y="0"/>
                    <a:pt x="63848" y="10"/>
                    <a:pt x="63260" y="29"/>
                  </a:cubicBezTo>
                  <a:cubicBezTo>
                    <a:pt x="57732" y="207"/>
                    <a:pt x="52245" y="1096"/>
                    <a:pt x="46816" y="2389"/>
                  </a:cubicBezTo>
                  <a:cubicBezTo>
                    <a:pt x="41611" y="3631"/>
                    <a:pt x="36750" y="6060"/>
                    <a:pt x="31830" y="8475"/>
                  </a:cubicBezTo>
                  <a:cubicBezTo>
                    <a:pt x="27244" y="10725"/>
                    <a:pt x="22624" y="12692"/>
                    <a:pt x="17724" y="13463"/>
                  </a:cubicBezTo>
                  <a:cubicBezTo>
                    <a:pt x="15802" y="13765"/>
                    <a:pt x="13860" y="13942"/>
                    <a:pt x="11920" y="13942"/>
                  </a:cubicBezTo>
                  <a:cubicBezTo>
                    <a:pt x="10234" y="13942"/>
                    <a:pt x="8549" y="13808"/>
                    <a:pt x="6879" y="13505"/>
                  </a:cubicBezTo>
                  <a:cubicBezTo>
                    <a:pt x="4515" y="13077"/>
                    <a:pt x="2162" y="12285"/>
                    <a:pt x="0" y="10984"/>
                  </a:cubicBezTo>
                  <a:lnTo>
                    <a:pt x="0" y="18944"/>
                  </a:lnTo>
                  <a:cubicBezTo>
                    <a:pt x="1762" y="19024"/>
                    <a:pt x="3523" y="19075"/>
                    <a:pt x="5283" y="19075"/>
                  </a:cubicBezTo>
                  <a:cubicBezTo>
                    <a:pt x="9227" y="19075"/>
                    <a:pt x="13162" y="18820"/>
                    <a:pt x="17071" y="18072"/>
                  </a:cubicBezTo>
                  <a:cubicBezTo>
                    <a:pt x="21981" y="17133"/>
                    <a:pt x="26589" y="15270"/>
                    <a:pt x="30996" y="12374"/>
                  </a:cubicBezTo>
                  <a:cubicBezTo>
                    <a:pt x="33739" y="10570"/>
                    <a:pt x="36781" y="9886"/>
                    <a:pt x="39837" y="9886"/>
                  </a:cubicBezTo>
                  <a:cubicBezTo>
                    <a:pt x="40660" y="9886"/>
                    <a:pt x="41484" y="9936"/>
                    <a:pt x="42304" y="10026"/>
                  </a:cubicBezTo>
                  <a:cubicBezTo>
                    <a:pt x="50992" y="10985"/>
                    <a:pt x="59004" y="15789"/>
                    <a:pt x="67420" y="18291"/>
                  </a:cubicBezTo>
                  <a:cubicBezTo>
                    <a:pt x="72853" y="19907"/>
                    <a:pt x="78486" y="20812"/>
                    <a:pt x="84058" y="21107"/>
                  </a:cubicBezTo>
                  <a:cubicBezTo>
                    <a:pt x="85055" y="21160"/>
                    <a:pt x="86060" y="21196"/>
                    <a:pt x="87066" y="21196"/>
                  </a:cubicBezTo>
                  <a:cubicBezTo>
                    <a:pt x="89207" y="21196"/>
                    <a:pt x="91355" y="21031"/>
                    <a:pt x="93446" y="20508"/>
                  </a:cubicBezTo>
                  <a:cubicBezTo>
                    <a:pt x="95522" y="19989"/>
                    <a:pt x="98275" y="18989"/>
                    <a:pt x="98894" y="16049"/>
                  </a:cubicBezTo>
                  <a:cubicBezTo>
                    <a:pt x="99594" y="12721"/>
                    <a:pt x="97265" y="10188"/>
                    <a:pt x="95270" y="8623"/>
                  </a:cubicBezTo>
                  <a:cubicBezTo>
                    <a:pt x="92667" y="6581"/>
                    <a:pt x="89709" y="5268"/>
                    <a:pt x="86790" y="4165"/>
                  </a:cubicBezTo>
                  <a:cubicBezTo>
                    <a:pt x="79711" y="1489"/>
                    <a:pt x="72404" y="0"/>
                    <a:pt x="6502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6"/>
            <p:cNvSpPr/>
            <p:nvPr/>
          </p:nvSpPr>
          <p:spPr>
            <a:xfrm flipH="1">
              <a:off x="797569" y="1340345"/>
              <a:ext cx="8386467" cy="1819876"/>
            </a:xfrm>
            <a:custGeom>
              <a:rect b="b" l="l" r="r" t="t"/>
              <a:pathLst>
                <a:path extrusionOk="0" h="45477" w="209570">
                  <a:moveTo>
                    <a:pt x="173399" y="0"/>
                  </a:moveTo>
                  <a:cubicBezTo>
                    <a:pt x="171819" y="0"/>
                    <a:pt x="170239" y="33"/>
                    <a:pt x="168661" y="80"/>
                  </a:cubicBezTo>
                  <a:cubicBezTo>
                    <a:pt x="164324" y="208"/>
                    <a:pt x="160018" y="528"/>
                    <a:pt x="155729" y="1390"/>
                  </a:cubicBezTo>
                  <a:cubicBezTo>
                    <a:pt x="151776" y="2184"/>
                    <a:pt x="147874" y="3386"/>
                    <a:pt x="144099" y="5071"/>
                  </a:cubicBezTo>
                  <a:cubicBezTo>
                    <a:pt x="140139" y="6838"/>
                    <a:pt x="136425" y="9227"/>
                    <a:pt x="132734" y="11745"/>
                  </a:cubicBezTo>
                  <a:cubicBezTo>
                    <a:pt x="125453" y="16714"/>
                    <a:pt x="118372" y="22168"/>
                    <a:pt x="110478" y="25489"/>
                  </a:cubicBezTo>
                  <a:cubicBezTo>
                    <a:pt x="104010" y="28211"/>
                    <a:pt x="97197" y="29287"/>
                    <a:pt x="90399" y="29287"/>
                  </a:cubicBezTo>
                  <a:cubicBezTo>
                    <a:pt x="89168" y="29287"/>
                    <a:pt x="87937" y="29252"/>
                    <a:pt x="86709" y="29185"/>
                  </a:cubicBezTo>
                  <a:cubicBezTo>
                    <a:pt x="70235" y="28285"/>
                    <a:pt x="53959" y="22404"/>
                    <a:pt x="38422" y="15780"/>
                  </a:cubicBezTo>
                  <a:cubicBezTo>
                    <a:pt x="34245" y="13999"/>
                    <a:pt x="30113" y="12729"/>
                    <a:pt x="25697" y="12479"/>
                  </a:cubicBezTo>
                  <a:cubicBezTo>
                    <a:pt x="24449" y="12409"/>
                    <a:pt x="23202" y="12379"/>
                    <a:pt x="21954" y="12379"/>
                  </a:cubicBezTo>
                  <a:cubicBezTo>
                    <a:pt x="18881" y="12379"/>
                    <a:pt x="15809" y="12558"/>
                    <a:pt x="12741" y="12746"/>
                  </a:cubicBezTo>
                  <a:cubicBezTo>
                    <a:pt x="9315" y="12958"/>
                    <a:pt x="5883" y="13109"/>
                    <a:pt x="2471" y="13588"/>
                  </a:cubicBezTo>
                  <a:cubicBezTo>
                    <a:pt x="1651" y="13702"/>
                    <a:pt x="825" y="13831"/>
                    <a:pt x="0" y="13986"/>
                  </a:cubicBezTo>
                  <a:lnTo>
                    <a:pt x="0" y="21931"/>
                  </a:lnTo>
                  <a:cubicBezTo>
                    <a:pt x="3093" y="20622"/>
                    <a:pt x="6277" y="19799"/>
                    <a:pt x="9551" y="19799"/>
                  </a:cubicBezTo>
                  <a:cubicBezTo>
                    <a:pt x="10632" y="19799"/>
                    <a:pt x="11722" y="19889"/>
                    <a:pt x="12823" y="20080"/>
                  </a:cubicBezTo>
                  <a:cubicBezTo>
                    <a:pt x="20488" y="21419"/>
                    <a:pt x="27144" y="26632"/>
                    <a:pt x="33499" y="31891"/>
                  </a:cubicBezTo>
                  <a:cubicBezTo>
                    <a:pt x="45486" y="41811"/>
                    <a:pt x="59912" y="45476"/>
                    <a:pt x="74081" y="45476"/>
                  </a:cubicBezTo>
                  <a:cubicBezTo>
                    <a:pt x="74665" y="45476"/>
                    <a:pt x="75248" y="45470"/>
                    <a:pt x="75831" y="45458"/>
                  </a:cubicBezTo>
                  <a:cubicBezTo>
                    <a:pt x="90804" y="45142"/>
                    <a:pt x="106177" y="41401"/>
                    <a:pt x="119282" y="31968"/>
                  </a:cubicBezTo>
                  <a:cubicBezTo>
                    <a:pt x="125990" y="27139"/>
                    <a:pt x="132221" y="21338"/>
                    <a:pt x="138817" y="16271"/>
                  </a:cubicBezTo>
                  <a:cubicBezTo>
                    <a:pt x="142143" y="13714"/>
                    <a:pt x="145448" y="11379"/>
                    <a:pt x="149316" y="10440"/>
                  </a:cubicBezTo>
                  <a:cubicBezTo>
                    <a:pt x="150812" y="10078"/>
                    <a:pt x="152323" y="9917"/>
                    <a:pt x="153836" y="9917"/>
                  </a:cubicBezTo>
                  <a:cubicBezTo>
                    <a:pt x="155625" y="9917"/>
                    <a:pt x="157416" y="10142"/>
                    <a:pt x="159185" y="10527"/>
                  </a:cubicBezTo>
                  <a:cubicBezTo>
                    <a:pt x="162983" y="11352"/>
                    <a:pt x="166672" y="12839"/>
                    <a:pt x="170334" y="14321"/>
                  </a:cubicBezTo>
                  <a:cubicBezTo>
                    <a:pt x="174482" y="15997"/>
                    <a:pt x="178713" y="17383"/>
                    <a:pt x="182992" y="18407"/>
                  </a:cubicBezTo>
                  <a:cubicBezTo>
                    <a:pt x="186653" y="19282"/>
                    <a:pt x="190426" y="19787"/>
                    <a:pt x="194193" y="19787"/>
                  </a:cubicBezTo>
                  <a:cubicBezTo>
                    <a:pt x="197694" y="19787"/>
                    <a:pt x="201190" y="19351"/>
                    <a:pt x="204587" y="18369"/>
                  </a:cubicBezTo>
                  <a:cubicBezTo>
                    <a:pt x="206831" y="17721"/>
                    <a:pt x="209570" y="16218"/>
                    <a:pt x="208195" y="12736"/>
                  </a:cubicBezTo>
                  <a:cubicBezTo>
                    <a:pt x="207019" y="9759"/>
                    <a:pt x="203809" y="8201"/>
                    <a:pt x="201535" y="7001"/>
                  </a:cubicBezTo>
                  <a:cubicBezTo>
                    <a:pt x="195238" y="3676"/>
                    <a:pt x="188684" y="1200"/>
                    <a:pt x="181872" y="426"/>
                  </a:cubicBezTo>
                  <a:cubicBezTo>
                    <a:pt x="179055" y="106"/>
                    <a:pt x="176227" y="0"/>
                    <a:pt x="173399"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6"/>
            <p:cNvSpPr/>
            <p:nvPr/>
          </p:nvSpPr>
          <p:spPr>
            <a:xfrm flipH="1">
              <a:off x="8364238" y="2445523"/>
              <a:ext cx="819678" cy="314658"/>
            </a:xfrm>
            <a:custGeom>
              <a:rect b="b" l="l" r="r" t="t"/>
              <a:pathLst>
                <a:path extrusionOk="0" h="7863" w="20483">
                  <a:moveTo>
                    <a:pt x="10679" y="1"/>
                  </a:moveTo>
                  <a:cubicBezTo>
                    <a:pt x="7200" y="1"/>
                    <a:pt x="3530" y="930"/>
                    <a:pt x="0" y="1036"/>
                  </a:cubicBezTo>
                  <a:lnTo>
                    <a:pt x="0" y="7210"/>
                  </a:lnTo>
                  <a:cubicBezTo>
                    <a:pt x="73" y="7210"/>
                    <a:pt x="146" y="7210"/>
                    <a:pt x="218" y="7210"/>
                  </a:cubicBezTo>
                  <a:cubicBezTo>
                    <a:pt x="2966" y="7210"/>
                    <a:pt x="5723" y="7366"/>
                    <a:pt x="8473" y="7532"/>
                  </a:cubicBezTo>
                  <a:cubicBezTo>
                    <a:pt x="10471" y="7652"/>
                    <a:pt x="12481" y="7858"/>
                    <a:pt x="14482" y="7862"/>
                  </a:cubicBezTo>
                  <a:cubicBezTo>
                    <a:pt x="14579" y="7862"/>
                    <a:pt x="14677" y="7863"/>
                    <a:pt x="14776" y="7863"/>
                  </a:cubicBezTo>
                  <a:cubicBezTo>
                    <a:pt x="16107" y="7863"/>
                    <a:pt x="17589" y="7805"/>
                    <a:pt x="18794" y="7093"/>
                  </a:cubicBezTo>
                  <a:cubicBezTo>
                    <a:pt x="20483" y="6096"/>
                    <a:pt x="19330" y="4228"/>
                    <a:pt x="18366" y="3075"/>
                  </a:cubicBezTo>
                  <a:cubicBezTo>
                    <a:pt x="16959" y="1395"/>
                    <a:pt x="15150" y="529"/>
                    <a:pt x="13253" y="203"/>
                  </a:cubicBezTo>
                  <a:cubicBezTo>
                    <a:pt x="12410" y="59"/>
                    <a:pt x="11551" y="1"/>
                    <a:pt x="10679"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6"/>
            <p:cNvSpPr/>
            <p:nvPr/>
          </p:nvSpPr>
          <p:spPr>
            <a:xfrm flipH="1">
              <a:off x="-177778" y="2104689"/>
              <a:ext cx="9361694" cy="2012360"/>
            </a:xfrm>
            <a:custGeom>
              <a:rect b="b" l="l" r="r" t="t"/>
              <a:pathLst>
                <a:path extrusionOk="0" h="50287" w="233940">
                  <a:moveTo>
                    <a:pt x="233940" y="0"/>
                  </a:moveTo>
                  <a:cubicBezTo>
                    <a:pt x="230479" y="1532"/>
                    <a:pt x="227264" y="3838"/>
                    <a:pt x="224035" y="6016"/>
                  </a:cubicBezTo>
                  <a:cubicBezTo>
                    <a:pt x="219999" y="8735"/>
                    <a:pt x="215918" y="11195"/>
                    <a:pt x="211510" y="12795"/>
                  </a:cubicBezTo>
                  <a:cubicBezTo>
                    <a:pt x="205977" y="14804"/>
                    <a:pt x="200252" y="15619"/>
                    <a:pt x="194517" y="15619"/>
                  </a:cubicBezTo>
                  <a:cubicBezTo>
                    <a:pt x="191019" y="15619"/>
                    <a:pt x="187518" y="15316"/>
                    <a:pt x="184053" y="14796"/>
                  </a:cubicBezTo>
                  <a:cubicBezTo>
                    <a:pt x="174879" y="13417"/>
                    <a:pt x="165892" y="10575"/>
                    <a:pt x="156983" y="7553"/>
                  </a:cubicBezTo>
                  <a:cubicBezTo>
                    <a:pt x="154186" y="6603"/>
                    <a:pt x="151295" y="5923"/>
                    <a:pt x="148402" y="5923"/>
                  </a:cubicBezTo>
                  <a:cubicBezTo>
                    <a:pt x="147105" y="5923"/>
                    <a:pt x="145807" y="6060"/>
                    <a:pt x="144518" y="6370"/>
                  </a:cubicBezTo>
                  <a:cubicBezTo>
                    <a:pt x="141010" y="7213"/>
                    <a:pt x="137841" y="9316"/>
                    <a:pt x="134862" y="11732"/>
                  </a:cubicBezTo>
                  <a:cubicBezTo>
                    <a:pt x="131415" y="14529"/>
                    <a:pt x="128149" y="17665"/>
                    <a:pt x="124700" y="20457"/>
                  </a:cubicBezTo>
                  <a:cubicBezTo>
                    <a:pt x="120681" y="23709"/>
                    <a:pt x="116461" y="26565"/>
                    <a:pt x="112085" y="28971"/>
                  </a:cubicBezTo>
                  <a:cubicBezTo>
                    <a:pt x="103869" y="33488"/>
                    <a:pt x="95132" y="36387"/>
                    <a:pt x="86236" y="37674"/>
                  </a:cubicBezTo>
                  <a:cubicBezTo>
                    <a:pt x="82434" y="38224"/>
                    <a:pt x="78620" y="38471"/>
                    <a:pt x="74803" y="38471"/>
                  </a:cubicBezTo>
                  <a:cubicBezTo>
                    <a:pt x="58405" y="38471"/>
                    <a:pt x="41951" y="33908"/>
                    <a:pt x="26125" y="29171"/>
                  </a:cubicBezTo>
                  <a:cubicBezTo>
                    <a:pt x="17408" y="26561"/>
                    <a:pt x="8732" y="23693"/>
                    <a:pt x="0" y="21148"/>
                  </a:cubicBezTo>
                  <a:lnTo>
                    <a:pt x="0" y="30371"/>
                  </a:lnTo>
                  <a:cubicBezTo>
                    <a:pt x="3472" y="33108"/>
                    <a:pt x="7489" y="35009"/>
                    <a:pt x="11115" y="36595"/>
                  </a:cubicBezTo>
                  <a:cubicBezTo>
                    <a:pt x="17532" y="39404"/>
                    <a:pt x="24220" y="41608"/>
                    <a:pt x="30929" y="42938"/>
                  </a:cubicBezTo>
                  <a:cubicBezTo>
                    <a:pt x="38228" y="44386"/>
                    <a:pt x="45630" y="44923"/>
                    <a:pt x="53022" y="44923"/>
                  </a:cubicBezTo>
                  <a:cubicBezTo>
                    <a:pt x="55748" y="44923"/>
                    <a:pt x="58473" y="44850"/>
                    <a:pt x="61191" y="44723"/>
                  </a:cubicBezTo>
                  <a:cubicBezTo>
                    <a:pt x="71533" y="44237"/>
                    <a:pt x="81978" y="43258"/>
                    <a:pt x="92233" y="41498"/>
                  </a:cubicBezTo>
                  <a:cubicBezTo>
                    <a:pt x="102742" y="39694"/>
                    <a:pt x="112661" y="35767"/>
                    <a:pt x="122701" y="31597"/>
                  </a:cubicBezTo>
                  <a:cubicBezTo>
                    <a:pt x="132437" y="27557"/>
                    <a:pt x="142206" y="24207"/>
                    <a:pt x="152521" y="24092"/>
                  </a:cubicBezTo>
                  <a:cubicBezTo>
                    <a:pt x="152754" y="24089"/>
                    <a:pt x="152988" y="24088"/>
                    <a:pt x="153222" y="24088"/>
                  </a:cubicBezTo>
                  <a:cubicBezTo>
                    <a:pt x="163194" y="24088"/>
                    <a:pt x="173100" y="26520"/>
                    <a:pt x="182555" y="30450"/>
                  </a:cubicBezTo>
                  <a:cubicBezTo>
                    <a:pt x="187610" y="32550"/>
                    <a:pt x="192565" y="35025"/>
                    <a:pt x="197604" y="37193"/>
                  </a:cubicBezTo>
                  <a:cubicBezTo>
                    <a:pt x="202625" y="39352"/>
                    <a:pt x="207681" y="41382"/>
                    <a:pt x="212770" y="43265"/>
                  </a:cubicBezTo>
                  <a:cubicBezTo>
                    <a:pt x="219747" y="45846"/>
                    <a:pt x="226825" y="48256"/>
                    <a:pt x="233940" y="50286"/>
                  </a:cubicBezTo>
                  <a:lnTo>
                    <a:pt x="233940" y="34729"/>
                  </a:lnTo>
                  <a:cubicBezTo>
                    <a:pt x="233339" y="34539"/>
                    <a:pt x="232731" y="34368"/>
                    <a:pt x="232112" y="34224"/>
                  </a:cubicBezTo>
                  <a:cubicBezTo>
                    <a:pt x="229270" y="33551"/>
                    <a:pt x="226381" y="33250"/>
                    <a:pt x="223499" y="32996"/>
                  </a:cubicBezTo>
                  <a:cubicBezTo>
                    <a:pt x="219753" y="32668"/>
                    <a:pt x="216005" y="32333"/>
                    <a:pt x="212261" y="31960"/>
                  </a:cubicBezTo>
                  <a:cubicBezTo>
                    <a:pt x="208072" y="31543"/>
                    <a:pt x="203886" y="31089"/>
                    <a:pt x="199705" y="30539"/>
                  </a:cubicBezTo>
                  <a:cubicBezTo>
                    <a:pt x="195713" y="30014"/>
                    <a:pt x="191661" y="29550"/>
                    <a:pt x="187710" y="28635"/>
                  </a:cubicBezTo>
                  <a:cubicBezTo>
                    <a:pt x="184185" y="27821"/>
                    <a:pt x="180587" y="27222"/>
                    <a:pt x="177204" y="25665"/>
                  </a:cubicBezTo>
                  <a:cubicBezTo>
                    <a:pt x="175719" y="24980"/>
                    <a:pt x="173996" y="24080"/>
                    <a:pt x="173054" y="22380"/>
                  </a:cubicBezTo>
                  <a:cubicBezTo>
                    <a:pt x="172381" y="21164"/>
                    <a:pt x="172300" y="19467"/>
                    <a:pt x="173266" y="18466"/>
                  </a:cubicBezTo>
                  <a:cubicBezTo>
                    <a:pt x="174400" y="17293"/>
                    <a:pt x="176205" y="17248"/>
                    <a:pt x="177591" y="17230"/>
                  </a:cubicBezTo>
                  <a:cubicBezTo>
                    <a:pt x="177667" y="17230"/>
                    <a:pt x="177743" y="17229"/>
                    <a:pt x="177820" y="17229"/>
                  </a:cubicBezTo>
                  <a:cubicBezTo>
                    <a:pt x="179957" y="17229"/>
                    <a:pt x="182098" y="17572"/>
                    <a:pt x="184206" y="17983"/>
                  </a:cubicBezTo>
                  <a:cubicBezTo>
                    <a:pt x="186167" y="18365"/>
                    <a:pt x="188113" y="18845"/>
                    <a:pt x="190056" y="19342"/>
                  </a:cubicBezTo>
                  <a:cubicBezTo>
                    <a:pt x="192155" y="19880"/>
                    <a:pt x="194290" y="20178"/>
                    <a:pt x="196416" y="20482"/>
                  </a:cubicBezTo>
                  <a:cubicBezTo>
                    <a:pt x="200378" y="21047"/>
                    <a:pt x="204372" y="21430"/>
                    <a:pt x="208364" y="21430"/>
                  </a:cubicBezTo>
                  <a:cubicBezTo>
                    <a:pt x="209889" y="21430"/>
                    <a:pt x="211413" y="21374"/>
                    <a:pt x="212936" y="21251"/>
                  </a:cubicBezTo>
                  <a:cubicBezTo>
                    <a:pt x="218320" y="20818"/>
                    <a:pt x="223791" y="19532"/>
                    <a:pt x="228641" y="16425"/>
                  </a:cubicBezTo>
                  <a:cubicBezTo>
                    <a:pt x="230586" y="15179"/>
                    <a:pt x="232358" y="13636"/>
                    <a:pt x="233940" y="11842"/>
                  </a:cubicBezTo>
                  <a:lnTo>
                    <a:pt x="233940" y="0"/>
                  </a:ln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6"/>
            <p:cNvSpPr/>
            <p:nvPr/>
          </p:nvSpPr>
          <p:spPr>
            <a:xfrm flipH="1">
              <a:off x="4029862" y="3520528"/>
              <a:ext cx="5153814" cy="1015564"/>
            </a:xfrm>
            <a:custGeom>
              <a:rect b="b" l="l" r="r" t="t"/>
              <a:pathLst>
                <a:path extrusionOk="0" h="25378" w="128789">
                  <a:moveTo>
                    <a:pt x="125460" y="1"/>
                  </a:moveTo>
                  <a:cubicBezTo>
                    <a:pt x="124112" y="1"/>
                    <a:pt x="122755" y="233"/>
                    <a:pt x="121432" y="495"/>
                  </a:cubicBezTo>
                  <a:cubicBezTo>
                    <a:pt x="117708" y="1235"/>
                    <a:pt x="114038" y="2428"/>
                    <a:pt x="110408" y="3702"/>
                  </a:cubicBezTo>
                  <a:cubicBezTo>
                    <a:pt x="101528" y="6816"/>
                    <a:pt x="92732" y="10293"/>
                    <a:pt x="83787" y="13112"/>
                  </a:cubicBezTo>
                  <a:cubicBezTo>
                    <a:pt x="72182" y="16772"/>
                    <a:pt x="60329" y="19483"/>
                    <a:pt x="48340" y="19746"/>
                  </a:cubicBezTo>
                  <a:cubicBezTo>
                    <a:pt x="47589" y="19762"/>
                    <a:pt x="46838" y="19771"/>
                    <a:pt x="46087" y="19771"/>
                  </a:cubicBezTo>
                  <a:cubicBezTo>
                    <a:pt x="36277" y="19771"/>
                    <a:pt x="26528" y="18319"/>
                    <a:pt x="17277" y="13958"/>
                  </a:cubicBezTo>
                  <a:cubicBezTo>
                    <a:pt x="14817" y="12796"/>
                    <a:pt x="12434" y="11433"/>
                    <a:pt x="10052" y="10038"/>
                  </a:cubicBezTo>
                  <a:cubicBezTo>
                    <a:pt x="7467" y="8528"/>
                    <a:pt x="4765" y="7378"/>
                    <a:pt x="2106" y="6103"/>
                  </a:cubicBezTo>
                  <a:cubicBezTo>
                    <a:pt x="1402" y="5766"/>
                    <a:pt x="699" y="5418"/>
                    <a:pt x="0" y="5056"/>
                  </a:cubicBezTo>
                  <a:lnTo>
                    <a:pt x="0" y="11211"/>
                  </a:lnTo>
                  <a:cubicBezTo>
                    <a:pt x="4701" y="13100"/>
                    <a:pt x="9362" y="15161"/>
                    <a:pt x="14041" y="17090"/>
                  </a:cubicBezTo>
                  <a:cubicBezTo>
                    <a:pt x="16400" y="18063"/>
                    <a:pt x="18775" y="19117"/>
                    <a:pt x="21195" y="19846"/>
                  </a:cubicBezTo>
                  <a:cubicBezTo>
                    <a:pt x="23656" y="20587"/>
                    <a:pt x="26170" y="20896"/>
                    <a:pt x="28695" y="21030"/>
                  </a:cubicBezTo>
                  <a:cubicBezTo>
                    <a:pt x="33506" y="21285"/>
                    <a:pt x="38258" y="21488"/>
                    <a:pt x="43036" y="22348"/>
                  </a:cubicBezTo>
                  <a:cubicBezTo>
                    <a:pt x="47992" y="23241"/>
                    <a:pt x="52914" y="24461"/>
                    <a:pt x="57900" y="25055"/>
                  </a:cubicBezTo>
                  <a:cubicBezTo>
                    <a:pt x="59669" y="25266"/>
                    <a:pt x="61430" y="25377"/>
                    <a:pt x="63185" y="25377"/>
                  </a:cubicBezTo>
                  <a:cubicBezTo>
                    <a:pt x="66528" y="25377"/>
                    <a:pt x="69851" y="24974"/>
                    <a:pt x="73168" y="24091"/>
                  </a:cubicBezTo>
                  <a:cubicBezTo>
                    <a:pt x="82572" y="21585"/>
                    <a:pt x="91311" y="16379"/>
                    <a:pt x="100290" y="12209"/>
                  </a:cubicBezTo>
                  <a:cubicBezTo>
                    <a:pt x="102551" y="11159"/>
                    <a:pt x="104832" y="10174"/>
                    <a:pt x="107142" y="9317"/>
                  </a:cubicBezTo>
                  <a:cubicBezTo>
                    <a:pt x="109515" y="8437"/>
                    <a:pt x="111919" y="7831"/>
                    <a:pt x="114326" y="7132"/>
                  </a:cubicBezTo>
                  <a:cubicBezTo>
                    <a:pt x="119263" y="5699"/>
                    <a:pt x="123997" y="3389"/>
                    <a:pt x="128789" y="1350"/>
                  </a:cubicBezTo>
                  <a:cubicBezTo>
                    <a:pt x="128436" y="255"/>
                    <a:pt x="127130" y="101"/>
                    <a:pt x="126329" y="35"/>
                  </a:cubicBezTo>
                  <a:cubicBezTo>
                    <a:pt x="126040" y="12"/>
                    <a:pt x="125750" y="1"/>
                    <a:pt x="125460"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6"/>
            <p:cNvSpPr/>
            <p:nvPr/>
          </p:nvSpPr>
          <p:spPr>
            <a:xfrm flipH="1">
              <a:off x="8233981" y="5486694"/>
              <a:ext cx="949935" cy="459281"/>
            </a:xfrm>
            <a:custGeom>
              <a:rect b="b" l="l" r="r" t="t"/>
              <a:pathLst>
                <a:path extrusionOk="0" h="11477" w="23738">
                  <a:moveTo>
                    <a:pt x="0" y="0"/>
                  </a:moveTo>
                  <a:lnTo>
                    <a:pt x="0" y="7277"/>
                  </a:lnTo>
                  <a:cubicBezTo>
                    <a:pt x="3475" y="8436"/>
                    <a:pt x="6937" y="9675"/>
                    <a:pt x="10474" y="10467"/>
                  </a:cubicBezTo>
                  <a:cubicBezTo>
                    <a:pt x="12599" y="10942"/>
                    <a:pt x="14945" y="11477"/>
                    <a:pt x="17230" y="11477"/>
                  </a:cubicBezTo>
                  <a:cubicBezTo>
                    <a:pt x="18607" y="11477"/>
                    <a:pt x="19963" y="11282"/>
                    <a:pt x="21233" y="10762"/>
                  </a:cubicBezTo>
                  <a:cubicBezTo>
                    <a:pt x="22964" y="10052"/>
                    <a:pt x="23737" y="8373"/>
                    <a:pt x="22783" y="6233"/>
                  </a:cubicBezTo>
                  <a:cubicBezTo>
                    <a:pt x="21854" y="4148"/>
                    <a:pt x="19780" y="3350"/>
                    <a:pt x="18049" y="2892"/>
                  </a:cubicBezTo>
                  <a:cubicBezTo>
                    <a:pt x="14044" y="1834"/>
                    <a:pt x="9964" y="2398"/>
                    <a:pt x="5923" y="1958"/>
                  </a:cubicBezTo>
                  <a:cubicBezTo>
                    <a:pt x="3848" y="1734"/>
                    <a:pt x="1868" y="1036"/>
                    <a:pt x="0"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6"/>
            <p:cNvSpPr/>
            <p:nvPr/>
          </p:nvSpPr>
          <p:spPr>
            <a:xfrm flipH="1">
              <a:off x="-177898" y="3845514"/>
              <a:ext cx="9361814" cy="2217890"/>
            </a:xfrm>
            <a:custGeom>
              <a:rect b="b" l="l" r="r" t="t"/>
              <a:pathLst>
                <a:path extrusionOk="0" h="55423" w="233943">
                  <a:moveTo>
                    <a:pt x="144772" y="1"/>
                  </a:moveTo>
                  <a:cubicBezTo>
                    <a:pt x="142102" y="1"/>
                    <a:pt x="139431" y="96"/>
                    <a:pt x="136766" y="286"/>
                  </a:cubicBezTo>
                  <a:cubicBezTo>
                    <a:pt x="128012" y="909"/>
                    <a:pt x="119276" y="2552"/>
                    <a:pt x="110812" y="5489"/>
                  </a:cubicBezTo>
                  <a:cubicBezTo>
                    <a:pt x="106624" y="6944"/>
                    <a:pt x="102575" y="8874"/>
                    <a:pt x="98468" y="10653"/>
                  </a:cubicBezTo>
                  <a:cubicBezTo>
                    <a:pt x="93953" y="12609"/>
                    <a:pt x="89399" y="14424"/>
                    <a:pt x="84794" y="16010"/>
                  </a:cubicBezTo>
                  <a:cubicBezTo>
                    <a:pt x="74251" y="19642"/>
                    <a:pt x="63428" y="21981"/>
                    <a:pt x="52620" y="21981"/>
                  </a:cubicBezTo>
                  <a:cubicBezTo>
                    <a:pt x="45059" y="21981"/>
                    <a:pt x="37505" y="20836"/>
                    <a:pt x="30059" y="18189"/>
                  </a:cubicBezTo>
                  <a:cubicBezTo>
                    <a:pt x="25579" y="16596"/>
                    <a:pt x="21178" y="14667"/>
                    <a:pt x="16828" y="12578"/>
                  </a:cubicBezTo>
                  <a:cubicBezTo>
                    <a:pt x="12514" y="10509"/>
                    <a:pt x="8272" y="8266"/>
                    <a:pt x="3815" y="6712"/>
                  </a:cubicBezTo>
                  <a:cubicBezTo>
                    <a:pt x="2549" y="6272"/>
                    <a:pt x="1276" y="5888"/>
                    <a:pt x="0" y="5548"/>
                  </a:cubicBezTo>
                  <a:lnTo>
                    <a:pt x="0" y="23614"/>
                  </a:lnTo>
                  <a:cubicBezTo>
                    <a:pt x="12657" y="29572"/>
                    <a:pt x="26166" y="33013"/>
                    <a:pt x="39600" y="33024"/>
                  </a:cubicBezTo>
                  <a:cubicBezTo>
                    <a:pt x="39625" y="33024"/>
                    <a:pt x="39649" y="33024"/>
                    <a:pt x="39674" y="33024"/>
                  </a:cubicBezTo>
                  <a:cubicBezTo>
                    <a:pt x="43920" y="33024"/>
                    <a:pt x="48167" y="32654"/>
                    <a:pt x="52367" y="31843"/>
                  </a:cubicBezTo>
                  <a:cubicBezTo>
                    <a:pt x="54553" y="31420"/>
                    <a:pt x="56709" y="30737"/>
                    <a:pt x="58881" y="30217"/>
                  </a:cubicBezTo>
                  <a:cubicBezTo>
                    <a:pt x="61539" y="29579"/>
                    <a:pt x="64252" y="29008"/>
                    <a:pt x="66965" y="29005"/>
                  </a:cubicBezTo>
                  <a:cubicBezTo>
                    <a:pt x="66982" y="29005"/>
                    <a:pt x="66999" y="29005"/>
                    <a:pt x="67017" y="29005"/>
                  </a:cubicBezTo>
                  <a:cubicBezTo>
                    <a:pt x="68762" y="29005"/>
                    <a:pt x="71102" y="29156"/>
                    <a:pt x="72309" y="31005"/>
                  </a:cubicBezTo>
                  <a:cubicBezTo>
                    <a:pt x="73261" y="32464"/>
                    <a:pt x="73035" y="34779"/>
                    <a:pt x="72433" y="36381"/>
                  </a:cubicBezTo>
                  <a:cubicBezTo>
                    <a:pt x="71760" y="38175"/>
                    <a:pt x="70452" y="39418"/>
                    <a:pt x="69067" y="40261"/>
                  </a:cubicBezTo>
                  <a:cubicBezTo>
                    <a:pt x="65139" y="42655"/>
                    <a:pt x="60371" y="42850"/>
                    <a:pt x="56096" y="42852"/>
                  </a:cubicBezTo>
                  <a:cubicBezTo>
                    <a:pt x="56089" y="42852"/>
                    <a:pt x="56082" y="42852"/>
                    <a:pt x="56075" y="42852"/>
                  </a:cubicBezTo>
                  <a:cubicBezTo>
                    <a:pt x="46902" y="42852"/>
                    <a:pt x="37792" y="41022"/>
                    <a:pt x="28834" y="38660"/>
                  </a:cubicBezTo>
                  <a:cubicBezTo>
                    <a:pt x="19225" y="36125"/>
                    <a:pt x="9684" y="33151"/>
                    <a:pt x="0" y="31087"/>
                  </a:cubicBezTo>
                  <a:lnTo>
                    <a:pt x="0" y="40459"/>
                  </a:lnTo>
                  <a:cubicBezTo>
                    <a:pt x="415" y="40687"/>
                    <a:pt x="838" y="40900"/>
                    <a:pt x="1269" y="41094"/>
                  </a:cubicBezTo>
                  <a:cubicBezTo>
                    <a:pt x="3834" y="42246"/>
                    <a:pt x="6360" y="42550"/>
                    <a:pt x="9049" y="42595"/>
                  </a:cubicBezTo>
                  <a:cubicBezTo>
                    <a:pt x="11321" y="42632"/>
                    <a:pt x="13601" y="42650"/>
                    <a:pt x="15862" y="42966"/>
                  </a:cubicBezTo>
                  <a:cubicBezTo>
                    <a:pt x="17766" y="43232"/>
                    <a:pt x="19811" y="43645"/>
                    <a:pt x="21476" y="44925"/>
                  </a:cubicBezTo>
                  <a:cubicBezTo>
                    <a:pt x="22689" y="45858"/>
                    <a:pt x="23822" y="47631"/>
                    <a:pt x="23620" y="49546"/>
                  </a:cubicBezTo>
                  <a:cubicBezTo>
                    <a:pt x="23450" y="51198"/>
                    <a:pt x="22153" y="51995"/>
                    <a:pt x="21013" y="52388"/>
                  </a:cubicBezTo>
                  <a:cubicBezTo>
                    <a:pt x="19769" y="52816"/>
                    <a:pt x="18468" y="52983"/>
                    <a:pt x="17149" y="52983"/>
                  </a:cubicBezTo>
                  <a:cubicBezTo>
                    <a:pt x="14678" y="52983"/>
                    <a:pt x="12147" y="52396"/>
                    <a:pt x="9822" y="51845"/>
                  </a:cubicBezTo>
                  <a:cubicBezTo>
                    <a:pt x="6510" y="51059"/>
                    <a:pt x="3259" y="49899"/>
                    <a:pt x="0" y="48810"/>
                  </a:cubicBezTo>
                  <a:lnTo>
                    <a:pt x="0" y="54602"/>
                  </a:lnTo>
                  <a:cubicBezTo>
                    <a:pt x="5036" y="55007"/>
                    <a:pt x="10079" y="55225"/>
                    <a:pt x="15119" y="55348"/>
                  </a:cubicBezTo>
                  <a:cubicBezTo>
                    <a:pt x="17082" y="55396"/>
                    <a:pt x="19048" y="55423"/>
                    <a:pt x="21015" y="55423"/>
                  </a:cubicBezTo>
                  <a:cubicBezTo>
                    <a:pt x="29997" y="55423"/>
                    <a:pt x="38994" y="54866"/>
                    <a:pt x="47880" y="53219"/>
                  </a:cubicBezTo>
                  <a:cubicBezTo>
                    <a:pt x="52943" y="52282"/>
                    <a:pt x="58028" y="51048"/>
                    <a:pt x="62912" y="49101"/>
                  </a:cubicBezTo>
                  <a:cubicBezTo>
                    <a:pt x="67581" y="47240"/>
                    <a:pt x="72025" y="44594"/>
                    <a:pt x="76326" y="41657"/>
                  </a:cubicBezTo>
                  <a:cubicBezTo>
                    <a:pt x="84683" y="35949"/>
                    <a:pt x="92557" y="29085"/>
                    <a:pt x="101261" y="24207"/>
                  </a:cubicBezTo>
                  <a:cubicBezTo>
                    <a:pt x="110109" y="19249"/>
                    <a:pt x="119692" y="17446"/>
                    <a:pt x="129288" y="16670"/>
                  </a:cubicBezTo>
                  <a:cubicBezTo>
                    <a:pt x="132649" y="16399"/>
                    <a:pt x="136013" y="16271"/>
                    <a:pt x="139377" y="16271"/>
                  </a:cubicBezTo>
                  <a:cubicBezTo>
                    <a:pt x="157478" y="16271"/>
                    <a:pt x="175585" y="19963"/>
                    <a:pt x="193212" y="24804"/>
                  </a:cubicBezTo>
                  <a:cubicBezTo>
                    <a:pt x="203630" y="27665"/>
                    <a:pt x="214279" y="30372"/>
                    <a:pt x="224304" y="35040"/>
                  </a:cubicBezTo>
                  <a:cubicBezTo>
                    <a:pt x="227597" y="36575"/>
                    <a:pt x="230795" y="38437"/>
                    <a:pt x="233942" y="40411"/>
                  </a:cubicBezTo>
                  <a:lnTo>
                    <a:pt x="233942" y="31703"/>
                  </a:lnTo>
                  <a:cubicBezTo>
                    <a:pt x="228231" y="27859"/>
                    <a:pt x="222155" y="24807"/>
                    <a:pt x="216214" y="21705"/>
                  </a:cubicBezTo>
                  <a:cubicBezTo>
                    <a:pt x="207456" y="17134"/>
                    <a:pt x="198525" y="13002"/>
                    <a:pt x="189487" y="9410"/>
                  </a:cubicBezTo>
                  <a:cubicBezTo>
                    <a:pt x="180687" y="5912"/>
                    <a:pt x="171778" y="2926"/>
                    <a:pt x="162615" y="1437"/>
                  </a:cubicBezTo>
                  <a:cubicBezTo>
                    <a:pt x="156702" y="476"/>
                    <a:pt x="150736" y="1"/>
                    <a:pt x="144772"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6"/>
            <p:cNvSpPr/>
            <p:nvPr/>
          </p:nvSpPr>
          <p:spPr>
            <a:xfrm flipH="1">
              <a:off x="-177871" y="4760126"/>
              <a:ext cx="4960169" cy="2176352"/>
            </a:xfrm>
            <a:custGeom>
              <a:rect b="b" l="l" r="r" t="t"/>
              <a:pathLst>
                <a:path extrusionOk="0" h="54385" w="123950">
                  <a:moveTo>
                    <a:pt x="25687" y="0"/>
                  </a:moveTo>
                  <a:cubicBezTo>
                    <a:pt x="25613" y="0"/>
                    <a:pt x="25540" y="0"/>
                    <a:pt x="25467" y="0"/>
                  </a:cubicBezTo>
                  <a:cubicBezTo>
                    <a:pt x="22189" y="8"/>
                    <a:pt x="18895" y="286"/>
                    <a:pt x="15653" y="893"/>
                  </a:cubicBezTo>
                  <a:cubicBezTo>
                    <a:pt x="12106" y="1558"/>
                    <a:pt x="8455" y="2579"/>
                    <a:pt x="5276" y="4757"/>
                  </a:cubicBezTo>
                  <a:cubicBezTo>
                    <a:pt x="2358" y="6754"/>
                    <a:pt x="1" y="10011"/>
                    <a:pt x="133" y="14446"/>
                  </a:cubicBezTo>
                  <a:cubicBezTo>
                    <a:pt x="289" y="19675"/>
                    <a:pt x="3866" y="23250"/>
                    <a:pt x="7286" y="25363"/>
                  </a:cubicBezTo>
                  <a:cubicBezTo>
                    <a:pt x="11223" y="27796"/>
                    <a:pt x="15408" y="28684"/>
                    <a:pt x="19651" y="28684"/>
                  </a:cubicBezTo>
                  <a:cubicBezTo>
                    <a:pt x="25154" y="28684"/>
                    <a:pt x="30756" y="27191"/>
                    <a:pt x="36046" y="25632"/>
                  </a:cubicBezTo>
                  <a:cubicBezTo>
                    <a:pt x="41465" y="24035"/>
                    <a:pt x="46862" y="22167"/>
                    <a:pt x="52380" y="21177"/>
                  </a:cubicBezTo>
                  <a:cubicBezTo>
                    <a:pt x="56587" y="20424"/>
                    <a:pt x="60828" y="20023"/>
                    <a:pt x="65073" y="20023"/>
                  </a:cubicBezTo>
                  <a:cubicBezTo>
                    <a:pt x="66363" y="20023"/>
                    <a:pt x="67654" y="20060"/>
                    <a:pt x="68944" y="20135"/>
                  </a:cubicBezTo>
                  <a:cubicBezTo>
                    <a:pt x="79965" y="20783"/>
                    <a:pt x="90870" y="24103"/>
                    <a:pt x="100937" y="29809"/>
                  </a:cubicBezTo>
                  <a:cubicBezTo>
                    <a:pt x="105755" y="32540"/>
                    <a:pt x="110519" y="35684"/>
                    <a:pt x="114557" y="40038"/>
                  </a:cubicBezTo>
                  <a:cubicBezTo>
                    <a:pt x="118056" y="43811"/>
                    <a:pt x="120978" y="48359"/>
                    <a:pt x="123419" y="53277"/>
                  </a:cubicBezTo>
                  <a:cubicBezTo>
                    <a:pt x="123600" y="53644"/>
                    <a:pt x="123773" y="54016"/>
                    <a:pt x="123950" y="54384"/>
                  </a:cubicBezTo>
                  <a:lnTo>
                    <a:pt x="123950" y="30590"/>
                  </a:lnTo>
                  <a:cubicBezTo>
                    <a:pt x="115011" y="23740"/>
                    <a:pt x="104675" y="20070"/>
                    <a:pt x="94699" y="16430"/>
                  </a:cubicBezTo>
                  <a:cubicBezTo>
                    <a:pt x="83278" y="12265"/>
                    <a:pt x="71945" y="7950"/>
                    <a:pt x="60279" y="4996"/>
                  </a:cubicBezTo>
                  <a:cubicBezTo>
                    <a:pt x="48938" y="2125"/>
                    <a:pt x="37275" y="0"/>
                    <a:pt x="25687"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6"/>
            <p:cNvSpPr/>
            <p:nvPr/>
          </p:nvSpPr>
          <p:spPr>
            <a:xfrm flipH="1">
              <a:off x="4604554" y="5541999"/>
              <a:ext cx="4579363" cy="1972262"/>
            </a:xfrm>
            <a:custGeom>
              <a:rect b="b" l="l" r="r" t="t"/>
              <a:pathLst>
                <a:path extrusionOk="0" h="49285" w="114434">
                  <a:moveTo>
                    <a:pt x="97111" y="0"/>
                  </a:moveTo>
                  <a:cubicBezTo>
                    <a:pt x="92375" y="0"/>
                    <a:pt x="88229" y="4066"/>
                    <a:pt x="85079" y="8725"/>
                  </a:cubicBezTo>
                  <a:cubicBezTo>
                    <a:pt x="81036" y="14698"/>
                    <a:pt x="78056" y="22263"/>
                    <a:pt x="72346" y="26006"/>
                  </a:cubicBezTo>
                  <a:cubicBezTo>
                    <a:pt x="69011" y="28192"/>
                    <a:pt x="65286" y="29191"/>
                    <a:pt x="61597" y="29874"/>
                  </a:cubicBezTo>
                  <a:cubicBezTo>
                    <a:pt x="57172" y="30696"/>
                    <a:pt x="52733" y="31343"/>
                    <a:pt x="48270" y="31736"/>
                  </a:cubicBezTo>
                  <a:cubicBezTo>
                    <a:pt x="43819" y="32127"/>
                    <a:pt x="39334" y="32342"/>
                    <a:pt x="34849" y="32342"/>
                  </a:cubicBezTo>
                  <a:cubicBezTo>
                    <a:pt x="29827" y="32342"/>
                    <a:pt x="24804" y="32073"/>
                    <a:pt x="19828" y="31484"/>
                  </a:cubicBezTo>
                  <a:cubicBezTo>
                    <a:pt x="13156" y="30694"/>
                    <a:pt x="6527" y="29288"/>
                    <a:pt x="0" y="27342"/>
                  </a:cubicBezTo>
                  <a:lnTo>
                    <a:pt x="0" y="45284"/>
                  </a:lnTo>
                  <a:cubicBezTo>
                    <a:pt x="0" y="47494"/>
                    <a:pt x="1415" y="49285"/>
                    <a:pt x="3161" y="49285"/>
                  </a:cubicBezTo>
                  <a:lnTo>
                    <a:pt x="54554" y="49285"/>
                  </a:lnTo>
                  <a:cubicBezTo>
                    <a:pt x="57524" y="43691"/>
                    <a:pt x="61460" y="38933"/>
                    <a:pt x="66165" y="35699"/>
                  </a:cubicBezTo>
                  <a:cubicBezTo>
                    <a:pt x="74007" y="30307"/>
                    <a:pt x="82814" y="29860"/>
                    <a:pt x="91444" y="28199"/>
                  </a:cubicBezTo>
                  <a:cubicBezTo>
                    <a:pt x="94850" y="27544"/>
                    <a:pt x="98284" y="26656"/>
                    <a:pt x="101576" y="25345"/>
                  </a:cubicBezTo>
                  <a:cubicBezTo>
                    <a:pt x="104402" y="24220"/>
                    <a:pt x="107468" y="22637"/>
                    <a:pt x="109397" y="19658"/>
                  </a:cubicBezTo>
                  <a:cubicBezTo>
                    <a:pt x="114434" y="11884"/>
                    <a:pt x="106261" y="3395"/>
                    <a:pt x="100927" y="890"/>
                  </a:cubicBezTo>
                  <a:cubicBezTo>
                    <a:pt x="99620" y="276"/>
                    <a:pt x="98345" y="0"/>
                    <a:pt x="9711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6"/>
            <p:cNvSpPr/>
            <p:nvPr/>
          </p:nvSpPr>
          <p:spPr>
            <a:xfrm flipH="1">
              <a:off x="2000741" y="6801847"/>
              <a:ext cx="4319449" cy="712432"/>
            </a:xfrm>
            <a:custGeom>
              <a:rect b="b" l="l" r="r" t="t"/>
              <a:pathLst>
                <a:path extrusionOk="0" h="17803" w="107939">
                  <a:moveTo>
                    <a:pt x="27543" y="0"/>
                  </a:moveTo>
                  <a:cubicBezTo>
                    <a:pt x="27240" y="0"/>
                    <a:pt x="26937" y="6"/>
                    <a:pt x="26634" y="18"/>
                  </a:cubicBezTo>
                  <a:cubicBezTo>
                    <a:pt x="24027" y="121"/>
                    <a:pt x="21392" y="745"/>
                    <a:pt x="19094" y="2364"/>
                  </a:cubicBezTo>
                  <a:cubicBezTo>
                    <a:pt x="18481" y="2797"/>
                    <a:pt x="16577" y="4050"/>
                    <a:pt x="17537" y="5118"/>
                  </a:cubicBezTo>
                  <a:cubicBezTo>
                    <a:pt x="18117" y="5762"/>
                    <a:pt x="19161" y="5928"/>
                    <a:pt x="19890" y="6091"/>
                  </a:cubicBezTo>
                  <a:cubicBezTo>
                    <a:pt x="23855" y="6979"/>
                    <a:pt x="27949" y="6569"/>
                    <a:pt x="31949" y="6998"/>
                  </a:cubicBezTo>
                  <a:cubicBezTo>
                    <a:pt x="35180" y="7344"/>
                    <a:pt x="39652" y="7834"/>
                    <a:pt x="41798" y="11379"/>
                  </a:cubicBezTo>
                  <a:cubicBezTo>
                    <a:pt x="41873" y="11504"/>
                    <a:pt x="41874" y="11697"/>
                    <a:pt x="41748" y="11777"/>
                  </a:cubicBezTo>
                  <a:cubicBezTo>
                    <a:pt x="40684" y="12461"/>
                    <a:pt x="39488" y="12703"/>
                    <a:pt x="38262" y="12703"/>
                  </a:cubicBezTo>
                  <a:cubicBezTo>
                    <a:pt x="36542" y="12703"/>
                    <a:pt x="34763" y="12227"/>
                    <a:pt x="33207" y="11823"/>
                  </a:cubicBezTo>
                  <a:cubicBezTo>
                    <a:pt x="31601" y="11407"/>
                    <a:pt x="30013" y="10894"/>
                    <a:pt x="28412" y="10466"/>
                  </a:cubicBezTo>
                  <a:cubicBezTo>
                    <a:pt x="26593" y="9980"/>
                    <a:pt x="24742" y="9711"/>
                    <a:pt x="22919" y="9248"/>
                  </a:cubicBezTo>
                  <a:cubicBezTo>
                    <a:pt x="18811" y="8207"/>
                    <a:pt x="14751" y="6811"/>
                    <a:pt x="10581" y="6185"/>
                  </a:cubicBezTo>
                  <a:cubicBezTo>
                    <a:pt x="9499" y="6023"/>
                    <a:pt x="8286" y="5852"/>
                    <a:pt x="7075" y="5852"/>
                  </a:cubicBezTo>
                  <a:cubicBezTo>
                    <a:pt x="5505" y="5852"/>
                    <a:pt x="3938" y="6139"/>
                    <a:pt x="2667" y="7101"/>
                  </a:cubicBezTo>
                  <a:cubicBezTo>
                    <a:pt x="702" y="8588"/>
                    <a:pt x="1" y="12230"/>
                    <a:pt x="827" y="14868"/>
                  </a:cubicBezTo>
                  <a:cubicBezTo>
                    <a:pt x="1191" y="16035"/>
                    <a:pt x="1835" y="16995"/>
                    <a:pt x="2588" y="17803"/>
                  </a:cubicBezTo>
                  <a:lnTo>
                    <a:pt x="107349" y="17803"/>
                  </a:lnTo>
                  <a:cubicBezTo>
                    <a:pt x="107939" y="14229"/>
                    <a:pt x="104542" y="9947"/>
                    <a:pt x="102361" y="8404"/>
                  </a:cubicBezTo>
                  <a:cubicBezTo>
                    <a:pt x="99751" y="6560"/>
                    <a:pt x="96718" y="5974"/>
                    <a:pt x="93716" y="5974"/>
                  </a:cubicBezTo>
                  <a:cubicBezTo>
                    <a:pt x="92496" y="5974"/>
                    <a:pt x="91282" y="6070"/>
                    <a:pt x="90103" y="6219"/>
                  </a:cubicBezTo>
                  <a:cubicBezTo>
                    <a:pt x="87978" y="6486"/>
                    <a:pt x="85895" y="7048"/>
                    <a:pt x="83786" y="7444"/>
                  </a:cubicBezTo>
                  <a:cubicBezTo>
                    <a:pt x="81051" y="7961"/>
                    <a:pt x="78295" y="8278"/>
                    <a:pt x="75534" y="8442"/>
                  </a:cubicBezTo>
                  <a:cubicBezTo>
                    <a:pt x="74026" y="8532"/>
                    <a:pt x="72516" y="8576"/>
                    <a:pt x="71005" y="8576"/>
                  </a:cubicBezTo>
                  <a:cubicBezTo>
                    <a:pt x="66567" y="8576"/>
                    <a:pt x="62125" y="8194"/>
                    <a:pt x="57730" y="7447"/>
                  </a:cubicBezTo>
                  <a:cubicBezTo>
                    <a:pt x="52546" y="6565"/>
                    <a:pt x="47524" y="4962"/>
                    <a:pt x="42478" y="3264"/>
                  </a:cubicBezTo>
                  <a:cubicBezTo>
                    <a:pt x="37619" y="1632"/>
                    <a:pt x="32605" y="0"/>
                    <a:pt x="27543"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6"/>
            <p:cNvSpPr/>
            <p:nvPr/>
          </p:nvSpPr>
          <p:spPr>
            <a:xfrm flipH="1">
              <a:off x="387612" y="6797685"/>
              <a:ext cx="658408" cy="716833"/>
            </a:xfrm>
            <a:custGeom>
              <a:rect b="b" l="l" r="r" t="t"/>
              <a:pathLst>
                <a:path extrusionOk="0" h="17913" w="16453">
                  <a:moveTo>
                    <a:pt x="3031" y="0"/>
                  </a:moveTo>
                  <a:cubicBezTo>
                    <a:pt x="3004" y="0"/>
                    <a:pt x="2977" y="1"/>
                    <a:pt x="2950" y="2"/>
                  </a:cubicBezTo>
                  <a:cubicBezTo>
                    <a:pt x="1" y="132"/>
                    <a:pt x="2474" y="3624"/>
                    <a:pt x="3374" y="4819"/>
                  </a:cubicBezTo>
                  <a:cubicBezTo>
                    <a:pt x="5353" y="7446"/>
                    <a:pt x="8065" y="13097"/>
                    <a:pt x="8485" y="17912"/>
                  </a:cubicBezTo>
                  <a:lnTo>
                    <a:pt x="16452" y="17912"/>
                  </a:lnTo>
                  <a:cubicBezTo>
                    <a:pt x="15488" y="16742"/>
                    <a:pt x="14559" y="15523"/>
                    <a:pt x="13682" y="14232"/>
                  </a:cubicBezTo>
                  <a:cubicBezTo>
                    <a:pt x="11356" y="10805"/>
                    <a:pt x="9597" y="6836"/>
                    <a:pt x="7171" y="3507"/>
                  </a:cubicBezTo>
                  <a:cubicBezTo>
                    <a:pt x="6176" y="2144"/>
                    <a:pt x="4651" y="0"/>
                    <a:pt x="303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6"/>
            <p:cNvSpPr/>
            <p:nvPr/>
          </p:nvSpPr>
          <p:spPr>
            <a:xfrm flipH="1">
              <a:off x="-177798" y="5967071"/>
              <a:ext cx="4326332" cy="1547277"/>
            </a:xfrm>
            <a:custGeom>
              <a:rect b="b" l="l" r="r" t="t"/>
              <a:pathLst>
                <a:path extrusionOk="0" h="38665" w="108111">
                  <a:moveTo>
                    <a:pt x="45814" y="1"/>
                  </a:moveTo>
                  <a:cubicBezTo>
                    <a:pt x="35137" y="1"/>
                    <a:pt x="24388" y="2076"/>
                    <a:pt x="14090" y="5571"/>
                  </a:cubicBezTo>
                  <a:cubicBezTo>
                    <a:pt x="10624" y="6748"/>
                    <a:pt x="7061" y="8059"/>
                    <a:pt x="3946" y="10366"/>
                  </a:cubicBezTo>
                  <a:cubicBezTo>
                    <a:pt x="2615" y="11352"/>
                    <a:pt x="1078" y="12695"/>
                    <a:pt x="565" y="14641"/>
                  </a:cubicBezTo>
                  <a:cubicBezTo>
                    <a:pt x="1" y="16782"/>
                    <a:pt x="1151" y="18845"/>
                    <a:pt x="2414" y="20142"/>
                  </a:cubicBezTo>
                  <a:cubicBezTo>
                    <a:pt x="4524" y="22313"/>
                    <a:pt x="7328" y="22930"/>
                    <a:pt x="10110" y="22930"/>
                  </a:cubicBezTo>
                  <a:cubicBezTo>
                    <a:pt x="11691" y="22930"/>
                    <a:pt x="13266" y="22730"/>
                    <a:pt x="14702" y="22504"/>
                  </a:cubicBezTo>
                  <a:cubicBezTo>
                    <a:pt x="19304" y="21780"/>
                    <a:pt x="23791" y="20252"/>
                    <a:pt x="28307" y="18979"/>
                  </a:cubicBezTo>
                  <a:cubicBezTo>
                    <a:pt x="31469" y="18088"/>
                    <a:pt x="34583" y="17727"/>
                    <a:pt x="37812" y="17553"/>
                  </a:cubicBezTo>
                  <a:cubicBezTo>
                    <a:pt x="39567" y="17460"/>
                    <a:pt x="41324" y="17409"/>
                    <a:pt x="43081" y="17409"/>
                  </a:cubicBezTo>
                  <a:cubicBezTo>
                    <a:pt x="45289" y="17409"/>
                    <a:pt x="47497" y="17490"/>
                    <a:pt x="49701" y="17670"/>
                  </a:cubicBezTo>
                  <a:cubicBezTo>
                    <a:pt x="53900" y="18013"/>
                    <a:pt x="58120" y="18692"/>
                    <a:pt x="62182" y="20121"/>
                  </a:cubicBezTo>
                  <a:cubicBezTo>
                    <a:pt x="65643" y="21338"/>
                    <a:pt x="69140" y="23140"/>
                    <a:pt x="71836" y="26229"/>
                  </a:cubicBezTo>
                  <a:cubicBezTo>
                    <a:pt x="74556" y="29344"/>
                    <a:pt x="76197" y="34210"/>
                    <a:pt x="75759" y="38664"/>
                  </a:cubicBezTo>
                  <a:lnTo>
                    <a:pt x="85535" y="38664"/>
                  </a:lnTo>
                  <a:cubicBezTo>
                    <a:pt x="85296" y="35981"/>
                    <a:pt x="84353" y="33119"/>
                    <a:pt x="83500" y="31067"/>
                  </a:cubicBezTo>
                  <a:cubicBezTo>
                    <a:pt x="82723" y="29197"/>
                    <a:pt x="81831" y="27538"/>
                    <a:pt x="80681" y="26012"/>
                  </a:cubicBezTo>
                  <a:cubicBezTo>
                    <a:pt x="79935" y="25023"/>
                    <a:pt x="78306" y="23246"/>
                    <a:pt x="78633" y="21650"/>
                  </a:cubicBezTo>
                  <a:cubicBezTo>
                    <a:pt x="78840" y="20643"/>
                    <a:pt x="79649" y="20281"/>
                    <a:pt x="80449" y="20281"/>
                  </a:cubicBezTo>
                  <a:cubicBezTo>
                    <a:pt x="80893" y="20281"/>
                    <a:pt x="81334" y="20392"/>
                    <a:pt x="81670" y="20567"/>
                  </a:cubicBezTo>
                  <a:cubicBezTo>
                    <a:pt x="83214" y="21372"/>
                    <a:pt x="84460" y="23111"/>
                    <a:pt x="85532" y="24674"/>
                  </a:cubicBezTo>
                  <a:cubicBezTo>
                    <a:pt x="88081" y="28395"/>
                    <a:pt x="90008" y="32694"/>
                    <a:pt x="92680" y="36288"/>
                  </a:cubicBezTo>
                  <a:cubicBezTo>
                    <a:pt x="93289" y="37105"/>
                    <a:pt x="93919" y="37895"/>
                    <a:pt x="94562" y="38663"/>
                  </a:cubicBezTo>
                  <a:lnTo>
                    <a:pt x="104952" y="38663"/>
                  </a:lnTo>
                  <a:cubicBezTo>
                    <a:pt x="106677" y="38663"/>
                    <a:pt x="108077" y="36912"/>
                    <a:pt x="108110" y="34738"/>
                  </a:cubicBezTo>
                  <a:cubicBezTo>
                    <a:pt x="104684" y="32047"/>
                    <a:pt x="101346" y="29175"/>
                    <a:pt x="98018" y="26250"/>
                  </a:cubicBezTo>
                  <a:cubicBezTo>
                    <a:pt x="92264" y="21194"/>
                    <a:pt x="86645" y="15791"/>
                    <a:pt x="80705" y="11085"/>
                  </a:cubicBezTo>
                  <a:cubicBezTo>
                    <a:pt x="70628" y="3099"/>
                    <a:pt x="58598" y="156"/>
                    <a:pt x="46845" y="7"/>
                  </a:cubicBezTo>
                  <a:cubicBezTo>
                    <a:pt x="46501" y="3"/>
                    <a:pt x="46158" y="1"/>
                    <a:pt x="45814"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6"/>
            <p:cNvSpPr/>
            <p:nvPr/>
          </p:nvSpPr>
          <p:spPr>
            <a:xfrm flipH="1">
              <a:off x="-317781" y="-68598"/>
              <a:ext cx="4335896" cy="796099"/>
            </a:xfrm>
            <a:custGeom>
              <a:rect b="b" l="l" r="r" t="t"/>
              <a:pathLst>
                <a:path extrusionOk="0" h="27758" w="108350">
                  <a:moveTo>
                    <a:pt x="51648" y="1"/>
                  </a:moveTo>
                  <a:cubicBezTo>
                    <a:pt x="50846" y="407"/>
                    <a:pt x="50018" y="729"/>
                    <a:pt x="49203" y="1014"/>
                  </a:cubicBezTo>
                  <a:cubicBezTo>
                    <a:pt x="42065" y="3506"/>
                    <a:pt x="34586" y="3501"/>
                    <a:pt x="27241" y="3584"/>
                  </a:cubicBezTo>
                  <a:cubicBezTo>
                    <a:pt x="20757" y="3656"/>
                    <a:pt x="14163" y="3777"/>
                    <a:pt x="7797" y="5515"/>
                  </a:cubicBezTo>
                  <a:cubicBezTo>
                    <a:pt x="5715" y="6083"/>
                    <a:pt x="3438" y="6902"/>
                    <a:pt x="1858" y="8814"/>
                  </a:cubicBezTo>
                  <a:cubicBezTo>
                    <a:pt x="0" y="11058"/>
                    <a:pt x="83" y="14195"/>
                    <a:pt x="776" y="17107"/>
                  </a:cubicBezTo>
                  <a:cubicBezTo>
                    <a:pt x="2438" y="24097"/>
                    <a:pt x="7861" y="27758"/>
                    <a:pt x="13371" y="27758"/>
                  </a:cubicBezTo>
                  <a:cubicBezTo>
                    <a:pt x="13681" y="27758"/>
                    <a:pt x="13992" y="27746"/>
                    <a:pt x="14303" y="27723"/>
                  </a:cubicBezTo>
                  <a:cubicBezTo>
                    <a:pt x="20922" y="27226"/>
                    <a:pt x="26485" y="22282"/>
                    <a:pt x="32673" y="19847"/>
                  </a:cubicBezTo>
                  <a:cubicBezTo>
                    <a:pt x="36195" y="18461"/>
                    <a:pt x="39879" y="17578"/>
                    <a:pt x="43501" y="16728"/>
                  </a:cubicBezTo>
                  <a:cubicBezTo>
                    <a:pt x="47244" y="15849"/>
                    <a:pt x="51012" y="15131"/>
                    <a:pt x="54789" y="14515"/>
                  </a:cubicBezTo>
                  <a:cubicBezTo>
                    <a:pt x="62223" y="13302"/>
                    <a:pt x="69695" y="12486"/>
                    <a:pt x="77160" y="11610"/>
                  </a:cubicBezTo>
                  <a:cubicBezTo>
                    <a:pt x="86796" y="10479"/>
                    <a:pt x="96503" y="9420"/>
                    <a:pt x="106195" y="9420"/>
                  </a:cubicBezTo>
                  <a:cubicBezTo>
                    <a:pt x="106913" y="9420"/>
                    <a:pt x="107630" y="9426"/>
                    <a:pt x="108348" y="9438"/>
                  </a:cubicBezTo>
                  <a:lnTo>
                    <a:pt x="108348" y="4002"/>
                  </a:lnTo>
                  <a:cubicBezTo>
                    <a:pt x="108350" y="1793"/>
                    <a:pt x="106935" y="1"/>
                    <a:pt x="105190" y="1"/>
                  </a:cubicBezTo>
                  <a:lnTo>
                    <a:pt x="90762" y="1"/>
                  </a:lnTo>
                  <a:cubicBezTo>
                    <a:pt x="89703" y="1934"/>
                    <a:pt x="88395" y="3470"/>
                    <a:pt x="86599" y="4557"/>
                  </a:cubicBezTo>
                  <a:cubicBezTo>
                    <a:pt x="83877" y="6208"/>
                    <a:pt x="80880" y="7099"/>
                    <a:pt x="77918" y="7745"/>
                  </a:cubicBezTo>
                  <a:cubicBezTo>
                    <a:pt x="74349" y="8524"/>
                    <a:pt x="70756" y="9202"/>
                    <a:pt x="67162" y="9801"/>
                  </a:cubicBezTo>
                  <a:cubicBezTo>
                    <a:pt x="59627" y="11058"/>
                    <a:pt x="52047" y="11784"/>
                    <a:pt x="44534" y="13253"/>
                  </a:cubicBezTo>
                  <a:cubicBezTo>
                    <a:pt x="40916" y="13963"/>
                    <a:pt x="37300" y="14822"/>
                    <a:pt x="33793" y="16179"/>
                  </a:cubicBezTo>
                  <a:cubicBezTo>
                    <a:pt x="31120" y="17214"/>
                    <a:pt x="28648" y="18964"/>
                    <a:pt x="26050" y="20259"/>
                  </a:cubicBezTo>
                  <a:cubicBezTo>
                    <a:pt x="24092" y="21236"/>
                    <a:pt x="21957" y="22126"/>
                    <a:pt x="19819" y="22126"/>
                  </a:cubicBezTo>
                  <a:cubicBezTo>
                    <a:pt x="19398" y="22126"/>
                    <a:pt x="18976" y="22091"/>
                    <a:pt x="18556" y="22016"/>
                  </a:cubicBezTo>
                  <a:cubicBezTo>
                    <a:pt x="16742" y="21690"/>
                    <a:pt x="14667" y="20360"/>
                    <a:pt x="13727" y="18271"/>
                  </a:cubicBezTo>
                  <a:cubicBezTo>
                    <a:pt x="12111" y="14673"/>
                    <a:pt x="16343" y="12032"/>
                    <a:pt x="18335" y="10924"/>
                  </a:cubicBezTo>
                  <a:cubicBezTo>
                    <a:pt x="29038" y="4972"/>
                    <a:pt x="41116" y="7214"/>
                    <a:pt x="52462" y="6363"/>
                  </a:cubicBezTo>
                  <a:cubicBezTo>
                    <a:pt x="56489" y="6062"/>
                    <a:pt x="60477" y="5377"/>
                    <a:pt x="64377" y="4066"/>
                  </a:cubicBezTo>
                  <a:cubicBezTo>
                    <a:pt x="66858" y="3233"/>
                    <a:pt x="69388" y="2647"/>
                    <a:pt x="71900" y="1973"/>
                  </a:cubicBezTo>
                  <a:cubicBezTo>
                    <a:pt x="74066" y="1391"/>
                    <a:pt x="76235" y="775"/>
                    <a:pt x="78366"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6"/>
            <p:cNvSpPr/>
            <p:nvPr/>
          </p:nvSpPr>
          <p:spPr>
            <a:xfrm flipH="1">
              <a:off x="5196012" y="320365"/>
              <a:ext cx="3996027" cy="864218"/>
            </a:xfrm>
            <a:custGeom>
              <a:rect b="b" l="l" r="r" t="t"/>
              <a:pathLst>
                <a:path extrusionOk="0" h="21596" w="99857">
                  <a:moveTo>
                    <a:pt x="65198" y="399"/>
                  </a:moveTo>
                  <a:cubicBezTo>
                    <a:pt x="72321" y="399"/>
                    <a:pt x="79621" y="1791"/>
                    <a:pt x="86922" y="4550"/>
                  </a:cubicBezTo>
                  <a:cubicBezTo>
                    <a:pt x="89575" y="5554"/>
                    <a:pt x="92653" y="6864"/>
                    <a:pt x="95348" y="8979"/>
                  </a:cubicBezTo>
                  <a:cubicBezTo>
                    <a:pt x="98235" y="11247"/>
                    <a:pt x="99428" y="13677"/>
                    <a:pt x="98898" y="16206"/>
                  </a:cubicBezTo>
                  <a:cubicBezTo>
                    <a:pt x="98311" y="18994"/>
                    <a:pt x="95759" y="19972"/>
                    <a:pt x="93599" y="20511"/>
                  </a:cubicBezTo>
                  <a:cubicBezTo>
                    <a:pt x="91491" y="21039"/>
                    <a:pt x="89309" y="21193"/>
                    <a:pt x="87246" y="21193"/>
                  </a:cubicBezTo>
                  <a:cubicBezTo>
                    <a:pt x="86217" y="21193"/>
                    <a:pt x="85218" y="21155"/>
                    <a:pt x="84273" y="21106"/>
                  </a:cubicBezTo>
                  <a:cubicBezTo>
                    <a:pt x="78503" y="20800"/>
                    <a:pt x="72921" y="19852"/>
                    <a:pt x="67683" y="18295"/>
                  </a:cubicBezTo>
                  <a:cubicBezTo>
                    <a:pt x="64541" y="17362"/>
                    <a:pt x="61400" y="16083"/>
                    <a:pt x="58362" y="14847"/>
                  </a:cubicBezTo>
                  <a:cubicBezTo>
                    <a:pt x="53266" y="12773"/>
                    <a:pt x="47995" y="10628"/>
                    <a:pt x="42530" y="10025"/>
                  </a:cubicBezTo>
                  <a:cubicBezTo>
                    <a:pt x="41682" y="9932"/>
                    <a:pt x="40859" y="9885"/>
                    <a:pt x="40058" y="9885"/>
                  </a:cubicBezTo>
                  <a:cubicBezTo>
                    <a:pt x="36646" y="9885"/>
                    <a:pt x="33636" y="10728"/>
                    <a:pt x="31087" y="12400"/>
                  </a:cubicBezTo>
                  <a:cubicBezTo>
                    <a:pt x="26728" y="15269"/>
                    <a:pt x="22197" y="17122"/>
                    <a:pt x="17235" y="18071"/>
                  </a:cubicBezTo>
                  <a:cubicBezTo>
                    <a:pt x="13172" y="18848"/>
                    <a:pt x="9086" y="19070"/>
                    <a:pt x="5424" y="19070"/>
                  </a:cubicBezTo>
                  <a:cubicBezTo>
                    <a:pt x="3631" y="19070"/>
                    <a:pt x="1941" y="19017"/>
                    <a:pt x="403" y="18949"/>
                  </a:cubicBezTo>
                  <a:lnTo>
                    <a:pt x="403" y="11532"/>
                  </a:lnTo>
                  <a:cubicBezTo>
                    <a:pt x="2361" y="12661"/>
                    <a:pt x="4594" y="13456"/>
                    <a:pt x="7045" y="13900"/>
                  </a:cubicBezTo>
                  <a:cubicBezTo>
                    <a:pt x="8672" y="14195"/>
                    <a:pt x="10356" y="14343"/>
                    <a:pt x="12121" y="14343"/>
                  </a:cubicBezTo>
                  <a:cubicBezTo>
                    <a:pt x="13968" y="14343"/>
                    <a:pt x="15904" y="14181"/>
                    <a:pt x="17957" y="13858"/>
                  </a:cubicBezTo>
                  <a:cubicBezTo>
                    <a:pt x="23076" y="13055"/>
                    <a:pt x="27790" y="10978"/>
                    <a:pt x="32121" y="8853"/>
                  </a:cubicBezTo>
                  <a:lnTo>
                    <a:pt x="32595" y="8620"/>
                  </a:lnTo>
                  <a:cubicBezTo>
                    <a:pt x="37243" y="6337"/>
                    <a:pt x="42049" y="3980"/>
                    <a:pt x="47066" y="2784"/>
                  </a:cubicBezTo>
                  <a:cubicBezTo>
                    <a:pt x="53031" y="1361"/>
                    <a:pt x="58397" y="590"/>
                    <a:pt x="63469" y="426"/>
                  </a:cubicBezTo>
                  <a:cubicBezTo>
                    <a:pt x="64044" y="408"/>
                    <a:pt x="64620" y="399"/>
                    <a:pt x="65198" y="399"/>
                  </a:cubicBezTo>
                  <a:close/>
                  <a:moveTo>
                    <a:pt x="65203" y="1"/>
                  </a:moveTo>
                  <a:cubicBezTo>
                    <a:pt x="64619" y="1"/>
                    <a:pt x="64036" y="10"/>
                    <a:pt x="63455" y="29"/>
                  </a:cubicBezTo>
                  <a:cubicBezTo>
                    <a:pt x="58355" y="192"/>
                    <a:pt x="52963" y="968"/>
                    <a:pt x="46970" y="2396"/>
                  </a:cubicBezTo>
                  <a:cubicBezTo>
                    <a:pt x="41911" y="3604"/>
                    <a:pt x="37084" y="5971"/>
                    <a:pt x="32416" y="8263"/>
                  </a:cubicBezTo>
                  <a:lnTo>
                    <a:pt x="31942" y="8496"/>
                  </a:lnTo>
                  <a:cubicBezTo>
                    <a:pt x="27640" y="10606"/>
                    <a:pt x="22957" y="12670"/>
                    <a:pt x="17892" y="13466"/>
                  </a:cubicBezTo>
                  <a:cubicBezTo>
                    <a:pt x="15860" y="13785"/>
                    <a:pt x="13946" y="13945"/>
                    <a:pt x="12120" y="13945"/>
                  </a:cubicBezTo>
                  <a:cubicBezTo>
                    <a:pt x="10379" y="13945"/>
                    <a:pt x="8719" y="13799"/>
                    <a:pt x="7116" y="13508"/>
                  </a:cubicBezTo>
                  <a:cubicBezTo>
                    <a:pt x="4584" y="13050"/>
                    <a:pt x="2294" y="12211"/>
                    <a:pt x="305" y="11012"/>
                  </a:cubicBezTo>
                  <a:lnTo>
                    <a:pt x="0" y="10828"/>
                  </a:lnTo>
                  <a:lnTo>
                    <a:pt x="0" y="19337"/>
                  </a:lnTo>
                  <a:lnTo>
                    <a:pt x="193" y="19345"/>
                  </a:lnTo>
                  <a:cubicBezTo>
                    <a:pt x="1788" y="19417"/>
                    <a:pt x="3552" y="19474"/>
                    <a:pt x="5427" y="19474"/>
                  </a:cubicBezTo>
                  <a:cubicBezTo>
                    <a:pt x="9110" y="19474"/>
                    <a:pt x="13220" y="19251"/>
                    <a:pt x="17311" y="18469"/>
                  </a:cubicBezTo>
                  <a:cubicBezTo>
                    <a:pt x="22324" y="17509"/>
                    <a:pt x="26904" y="15636"/>
                    <a:pt x="31309" y="12740"/>
                  </a:cubicBezTo>
                  <a:cubicBezTo>
                    <a:pt x="33791" y="11110"/>
                    <a:pt x="36725" y="10287"/>
                    <a:pt x="40058" y="10287"/>
                  </a:cubicBezTo>
                  <a:cubicBezTo>
                    <a:pt x="40845" y="10287"/>
                    <a:pt x="41654" y="10333"/>
                    <a:pt x="42485" y="10425"/>
                  </a:cubicBezTo>
                  <a:cubicBezTo>
                    <a:pt x="47895" y="11021"/>
                    <a:pt x="53139" y="13156"/>
                    <a:pt x="58211" y="15220"/>
                  </a:cubicBezTo>
                  <a:cubicBezTo>
                    <a:pt x="61257" y="16459"/>
                    <a:pt x="64408" y="17742"/>
                    <a:pt x="67568" y="18681"/>
                  </a:cubicBezTo>
                  <a:cubicBezTo>
                    <a:pt x="72838" y="20248"/>
                    <a:pt x="78452" y="21200"/>
                    <a:pt x="84253" y="21507"/>
                  </a:cubicBezTo>
                  <a:cubicBezTo>
                    <a:pt x="85207" y="21557"/>
                    <a:pt x="86216" y="21596"/>
                    <a:pt x="87255" y="21596"/>
                  </a:cubicBezTo>
                  <a:cubicBezTo>
                    <a:pt x="89341" y="21596"/>
                    <a:pt x="91554" y="21438"/>
                    <a:pt x="93697" y="20904"/>
                  </a:cubicBezTo>
                  <a:cubicBezTo>
                    <a:pt x="95795" y="20381"/>
                    <a:pt x="98654" y="19332"/>
                    <a:pt x="99293" y="16292"/>
                  </a:cubicBezTo>
                  <a:cubicBezTo>
                    <a:pt x="99857" y="13600"/>
                    <a:pt x="98614" y="11035"/>
                    <a:pt x="95596" y="8666"/>
                  </a:cubicBezTo>
                  <a:cubicBezTo>
                    <a:pt x="92859" y="6520"/>
                    <a:pt x="89747" y="5193"/>
                    <a:pt x="87062" y="4178"/>
                  </a:cubicBezTo>
                  <a:cubicBezTo>
                    <a:pt x="79719" y="1402"/>
                    <a:pt x="72371" y="1"/>
                    <a:pt x="652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 name="Google Shape;161;p6"/>
            <p:cNvGrpSpPr/>
            <p:nvPr/>
          </p:nvGrpSpPr>
          <p:grpSpPr>
            <a:xfrm>
              <a:off x="-185781" y="-222600"/>
              <a:ext cx="9377821" cy="2147740"/>
              <a:chOff x="-185781" y="-222600"/>
              <a:chExt cx="9377821" cy="2147740"/>
            </a:xfrm>
          </p:grpSpPr>
          <p:sp>
            <p:nvSpPr>
              <p:cNvPr id="162" name="Google Shape;162;p6"/>
              <p:cNvSpPr/>
              <p:nvPr/>
            </p:nvSpPr>
            <p:spPr>
              <a:xfrm flipH="1">
                <a:off x="-177898" y="-150047"/>
                <a:ext cx="9361814" cy="2075187"/>
              </a:xfrm>
              <a:custGeom>
                <a:rect b="b" l="l" r="r" t="t"/>
                <a:pathLst>
                  <a:path extrusionOk="0" h="51857" w="233943">
                    <a:moveTo>
                      <a:pt x="114254" y="0"/>
                    </a:moveTo>
                    <a:cubicBezTo>
                      <a:pt x="113814" y="3337"/>
                      <a:pt x="107760" y="3970"/>
                      <a:pt x="105882" y="4185"/>
                    </a:cubicBezTo>
                    <a:cubicBezTo>
                      <a:pt x="103480" y="4463"/>
                      <a:pt x="101037" y="4580"/>
                      <a:pt x="98593" y="4580"/>
                    </a:cubicBezTo>
                    <a:cubicBezTo>
                      <a:pt x="96187" y="4580"/>
                      <a:pt x="93780" y="4466"/>
                      <a:pt x="91413" y="4277"/>
                    </a:cubicBezTo>
                    <a:cubicBezTo>
                      <a:pt x="83262" y="3622"/>
                      <a:pt x="75254" y="1586"/>
                      <a:pt x="67197" y="2"/>
                    </a:cubicBezTo>
                    <a:lnTo>
                      <a:pt x="3161" y="2"/>
                    </a:lnTo>
                    <a:cubicBezTo>
                      <a:pt x="1415" y="2"/>
                      <a:pt x="0" y="1794"/>
                      <a:pt x="0" y="4003"/>
                    </a:cubicBezTo>
                    <a:lnTo>
                      <a:pt x="0" y="12983"/>
                    </a:lnTo>
                    <a:cubicBezTo>
                      <a:pt x="752" y="13703"/>
                      <a:pt x="1532" y="14304"/>
                      <a:pt x="2202" y="14753"/>
                    </a:cubicBezTo>
                    <a:cubicBezTo>
                      <a:pt x="5867" y="17202"/>
                      <a:pt x="10108" y="17905"/>
                      <a:pt x="14266" y="17905"/>
                    </a:cubicBezTo>
                    <a:cubicBezTo>
                      <a:pt x="15542" y="17905"/>
                      <a:pt x="16811" y="17839"/>
                      <a:pt x="18052" y="17736"/>
                    </a:cubicBezTo>
                    <a:cubicBezTo>
                      <a:pt x="23329" y="17301"/>
                      <a:pt x="28524" y="16026"/>
                      <a:pt x="33704" y="14740"/>
                    </a:cubicBezTo>
                    <a:cubicBezTo>
                      <a:pt x="40948" y="12940"/>
                      <a:pt x="48135" y="10828"/>
                      <a:pt x="55442" y="9439"/>
                    </a:cubicBezTo>
                    <a:cubicBezTo>
                      <a:pt x="61321" y="8322"/>
                      <a:pt x="67233" y="7670"/>
                      <a:pt x="73167" y="7670"/>
                    </a:cubicBezTo>
                    <a:cubicBezTo>
                      <a:pt x="74688" y="7670"/>
                      <a:pt x="76210" y="7713"/>
                      <a:pt x="77734" y="7802"/>
                    </a:cubicBezTo>
                    <a:cubicBezTo>
                      <a:pt x="85106" y="8232"/>
                      <a:pt x="92423" y="9785"/>
                      <a:pt x="99530" y="12287"/>
                    </a:cubicBezTo>
                    <a:cubicBezTo>
                      <a:pt x="102317" y="13268"/>
                      <a:pt x="105115" y="14314"/>
                      <a:pt x="107858" y="15489"/>
                    </a:cubicBezTo>
                    <a:cubicBezTo>
                      <a:pt x="110332" y="16548"/>
                      <a:pt x="112809" y="17789"/>
                      <a:pt x="115004" y="19608"/>
                    </a:cubicBezTo>
                    <a:cubicBezTo>
                      <a:pt x="117824" y="21944"/>
                      <a:pt x="120303" y="25852"/>
                      <a:pt x="120226" y="30339"/>
                    </a:cubicBezTo>
                    <a:cubicBezTo>
                      <a:pt x="120101" y="37466"/>
                      <a:pt x="112935" y="40330"/>
                      <a:pt x="108516" y="41748"/>
                    </a:cubicBezTo>
                    <a:cubicBezTo>
                      <a:pt x="101630" y="43955"/>
                      <a:pt x="94414" y="44564"/>
                      <a:pt x="87337" y="44821"/>
                    </a:cubicBezTo>
                    <a:cubicBezTo>
                      <a:pt x="84855" y="44912"/>
                      <a:pt x="82371" y="44958"/>
                      <a:pt x="79887" y="44958"/>
                    </a:cubicBezTo>
                    <a:cubicBezTo>
                      <a:pt x="73140" y="44958"/>
                      <a:pt x="66393" y="44612"/>
                      <a:pt x="59673" y="43851"/>
                    </a:cubicBezTo>
                    <a:cubicBezTo>
                      <a:pt x="52128" y="42997"/>
                      <a:pt x="44620" y="41722"/>
                      <a:pt x="37128" y="40332"/>
                    </a:cubicBezTo>
                    <a:cubicBezTo>
                      <a:pt x="29596" y="38936"/>
                      <a:pt x="22076" y="37257"/>
                      <a:pt x="14513" y="36145"/>
                    </a:cubicBezTo>
                    <a:cubicBezTo>
                      <a:pt x="10469" y="35552"/>
                      <a:pt x="6279" y="35103"/>
                      <a:pt x="2100" y="35103"/>
                    </a:cubicBezTo>
                    <a:cubicBezTo>
                      <a:pt x="1400" y="35103"/>
                      <a:pt x="700" y="35116"/>
                      <a:pt x="0" y="35142"/>
                    </a:cubicBezTo>
                    <a:lnTo>
                      <a:pt x="0" y="41392"/>
                    </a:lnTo>
                    <a:cubicBezTo>
                      <a:pt x="3897" y="40406"/>
                      <a:pt x="7757" y="39113"/>
                      <a:pt x="11701" y="38520"/>
                    </a:cubicBezTo>
                    <a:cubicBezTo>
                      <a:pt x="12850" y="38347"/>
                      <a:pt x="14002" y="38268"/>
                      <a:pt x="15153" y="38268"/>
                    </a:cubicBezTo>
                    <a:cubicBezTo>
                      <a:pt x="18352" y="38268"/>
                      <a:pt x="21545" y="38880"/>
                      <a:pt x="24665" y="39789"/>
                    </a:cubicBezTo>
                    <a:cubicBezTo>
                      <a:pt x="29176" y="41103"/>
                      <a:pt x="33559" y="43015"/>
                      <a:pt x="37996" y="44675"/>
                    </a:cubicBezTo>
                    <a:cubicBezTo>
                      <a:pt x="42689" y="46433"/>
                      <a:pt x="47479" y="47692"/>
                      <a:pt x="52300" y="48740"/>
                    </a:cubicBezTo>
                    <a:cubicBezTo>
                      <a:pt x="61496" y="50745"/>
                      <a:pt x="70937" y="51857"/>
                      <a:pt x="80373" y="51857"/>
                    </a:cubicBezTo>
                    <a:cubicBezTo>
                      <a:pt x="91348" y="51857"/>
                      <a:pt x="102317" y="50352"/>
                      <a:pt x="112889" y="46997"/>
                    </a:cubicBezTo>
                    <a:cubicBezTo>
                      <a:pt x="122215" y="44038"/>
                      <a:pt x="130897" y="39216"/>
                      <a:pt x="139694" y="34414"/>
                    </a:cubicBezTo>
                    <a:cubicBezTo>
                      <a:pt x="143466" y="32352"/>
                      <a:pt x="147358" y="30634"/>
                      <a:pt x="151383" y="29556"/>
                    </a:cubicBezTo>
                    <a:cubicBezTo>
                      <a:pt x="155813" y="28370"/>
                      <a:pt x="160303" y="28105"/>
                      <a:pt x="164816" y="27914"/>
                    </a:cubicBezTo>
                    <a:cubicBezTo>
                      <a:pt x="167320" y="27807"/>
                      <a:pt x="169825" y="27756"/>
                      <a:pt x="172331" y="27756"/>
                    </a:cubicBezTo>
                    <a:cubicBezTo>
                      <a:pt x="189289" y="27756"/>
                      <a:pt x="206270" y="30094"/>
                      <a:pt x="222996" y="33398"/>
                    </a:cubicBezTo>
                    <a:cubicBezTo>
                      <a:pt x="226644" y="34116"/>
                      <a:pt x="230302" y="34924"/>
                      <a:pt x="233942" y="35864"/>
                    </a:cubicBezTo>
                    <a:lnTo>
                      <a:pt x="233942" y="9938"/>
                    </a:lnTo>
                    <a:cubicBezTo>
                      <a:pt x="233216" y="9925"/>
                      <a:pt x="232489" y="9919"/>
                      <a:pt x="231762" y="9919"/>
                    </a:cubicBezTo>
                    <a:cubicBezTo>
                      <a:pt x="219843" y="9919"/>
                      <a:pt x="207922" y="11530"/>
                      <a:pt x="196068" y="12904"/>
                    </a:cubicBezTo>
                    <a:cubicBezTo>
                      <a:pt x="188339" y="13801"/>
                      <a:pt x="180609" y="14806"/>
                      <a:pt x="172944" y="16393"/>
                    </a:cubicBezTo>
                    <a:cubicBezTo>
                      <a:pt x="169135" y="17181"/>
                      <a:pt x="165343" y="18112"/>
                      <a:pt x="161591" y="19260"/>
                    </a:cubicBezTo>
                    <a:cubicBezTo>
                      <a:pt x="158213" y="20291"/>
                      <a:pt x="155063" y="21813"/>
                      <a:pt x="151893" y="23606"/>
                    </a:cubicBezTo>
                    <a:cubicBezTo>
                      <a:pt x="147715" y="25970"/>
                      <a:pt x="143374" y="28204"/>
                      <a:pt x="138868" y="28204"/>
                    </a:cubicBezTo>
                    <a:cubicBezTo>
                      <a:pt x="137422" y="28204"/>
                      <a:pt x="135960" y="27974"/>
                      <a:pt x="134480" y="27445"/>
                    </a:cubicBezTo>
                    <a:cubicBezTo>
                      <a:pt x="129632" y="25711"/>
                      <a:pt x="125716" y="20547"/>
                      <a:pt x="125484" y="13951"/>
                    </a:cubicBezTo>
                    <a:cubicBezTo>
                      <a:pt x="125286" y="8300"/>
                      <a:pt x="129601" y="6027"/>
                      <a:pt x="133294" y="5020"/>
                    </a:cubicBezTo>
                    <a:cubicBezTo>
                      <a:pt x="139570" y="3307"/>
                      <a:pt x="146074" y="3151"/>
                      <a:pt x="152463" y="3078"/>
                    </a:cubicBezTo>
                    <a:cubicBezTo>
                      <a:pt x="160083" y="2991"/>
                      <a:pt x="167851" y="3042"/>
                      <a:pt x="175233" y="328"/>
                    </a:cubicBezTo>
                    <a:cubicBezTo>
                      <a:pt x="175511" y="226"/>
                      <a:pt x="175788" y="116"/>
                      <a:pt x="176066"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6"/>
              <p:cNvSpPr/>
              <p:nvPr/>
            </p:nvSpPr>
            <p:spPr>
              <a:xfrm flipH="1">
                <a:off x="-185781" y="-222600"/>
                <a:ext cx="9377821" cy="2090634"/>
              </a:xfrm>
              <a:custGeom>
                <a:rect b="b" l="l" r="r" t="t"/>
                <a:pathLst>
                  <a:path extrusionOk="0" h="52243" w="234343">
                    <a:moveTo>
                      <a:pt x="67361" y="400"/>
                    </a:moveTo>
                    <a:cubicBezTo>
                      <a:pt x="69340" y="790"/>
                      <a:pt x="71349" y="1215"/>
                      <a:pt x="73292" y="1625"/>
                    </a:cubicBezTo>
                    <a:cubicBezTo>
                      <a:pt x="79265" y="2884"/>
                      <a:pt x="85439" y="4185"/>
                      <a:pt x="91598" y="4680"/>
                    </a:cubicBezTo>
                    <a:cubicBezTo>
                      <a:pt x="94144" y="4885"/>
                      <a:pt x="96537" y="4987"/>
                      <a:pt x="98805" y="4987"/>
                    </a:cubicBezTo>
                    <a:cubicBezTo>
                      <a:pt x="101387" y="4987"/>
                      <a:pt x="103808" y="4854"/>
                      <a:pt x="106108" y="4590"/>
                    </a:cubicBezTo>
                    <a:lnTo>
                      <a:pt x="106218" y="4577"/>
                    </a:lnTo>
                    <a:cubicBezTo>
                      <a:pt x="108158" y="4354"/>
                      <a:pt x="114000" y="3685"/>
                      <a:pt x="114628" y="406"/>
                    </a:cubicBezTo>
                    <a:lnTo>
                      <a:pt x="175193" y="406"/>
                    </a:lnTo>
                    <a:cubicBezTo>
                      <a:pt x="168249" y="2915"/>
                      <a:pt x="160889" y="2994"/>
                      <a:pt x="153768" y="3069"/>
                    </a:cubicBezTo>
                    <a:lnTo>
                      <a:pt x="152665" y="3082"/>
                    </a:lnTo>
                    <a:cubicBezTo>
                      <a:pt x="145764" y="3162"/>
                      <a:pt x="139551" y="3364"/>
                      <a:pt x="133446" y="5030"/>
                    </a:cubicBezTo>
                    <a:cubicBezTo>
                      <a:pt x="128003" y="6516"/>
                      <a:pt x="125326" y="9588"/>
                      <a:pt x="125487" y="14164"/>
                    </a:cubicBezTo>
                    <a:cubicBezTo>
                      <a:pt x="125709" y="20471"/>
                      <a:pt x="129379" y="25966"/>
                      <a:pt x="134618" y="27839"/>
                    </a:cubicBezTo>
                    <a:cubicBezTo>
                      <a:pt x="136131" y="28380"/>
                      <a:pt x="137619" y="28617"/>
                      <a:pt x="139091" y="28617"/>
                    </a:cubicBezTo>
                    <a:cubicBezTo>
                      <a:pt x="143547" y="28617"/>
                      <a:pt x="147847" y="26448"/>
                      <a:pt x="152196" y="23987"/>
                    </a:cubicBezTo>
                    <a:cubicBezTo>
                      <a:pt x="155813" y="21943"/>
                      <a:pt x="158880" y="20567"/>
                      <a:pt x="161854" y="19658"/>
                    </a:cubicBezTo>
                    <a:cubicBezTo>
                      <a:pt x="165379" y="18581"/>
                      <a:pt x="169085" y="17643"/>
                      <a:pt x="173189" y="16795"/>
                    </a:cubicBezTo>
                    <a:cubicBezTo>
                      <a:pt x="180974" y="15181"/>
                      <a:pt x="188894" y="14166"/>
                      <a:pt x="196294" y="13308"/>
                    </a:cubicBezTo>
                    <a:cubicBezTo>
                      <a:pt x="197767" y="13138"/>
                      <a:pt x="199245" y="12964"/>
                      <a:pt x="200722" y="12788"/>
                    </a:cubicBezTo>
                    <a:cubicBezTo>
                      <a:pt x="210970" y="11576"/>
                      <a:pt x="221543" y="10326"/>
                      <a:pt x="231999" y="10326"/>
                    </a:cubicBezTo>
                    <a:cubicBezTo>
                      <a:pt x="232648" y="10326"/>
                      <a:pt x="233296" y="10331"/>
                      <a:pt x="233944" y="10341"/>
                    </a:cubicBezTo>
                    <a:lnTo>
                      <a:pt x="233944" y="35809"/>
                    </a:lnTo>
                    <a:cubicBezTo>
                      <a:pt x="230629" y="34959"/>
                      <a:pt x="227123" y="34173"/>
                      <a:pt x="223236" y="33405"/>
                    </a:cubicBezTo>
                    <a:cubicBezTo>
                      <a:pt x="203906" y="29587"/>
                      <a:pt x="187591" y="27758"/>
                      <a:pt x="172597" y="27758"/>
                    </a:cubicBezTo>
                    <a:cubicBezTo>
                      <a:pt x="170032" y="27758"/>
                      <a:pt x="167505" y="27812"/>
                      <a:pt x="165009" y="27918"/>
                    </a:cubicBezTo>
                    <a:cubicBezTo>
                      <a:pt x="160422" y="28112"/>
                      <a:pt x="155941" y="28387"/>
                      <a:pt x="151533" y="29567"/>
                    </a:cubicBezTo>
                    <a:cubicBezTo>
                      <a:pt x="147826" y="30560"/>
                      <a:pt x="143986" y="32153"/>
                      <a:pt x="139798" y="34441"/>
                    </a:cubicBezTo>
                    <a:lnTo>
                      <a:pt x="138875" y="34945"/>
                    </a:lnTo>
                    <a:cubicBezTo>
                      <a:pt x="130584" y="39473"/>
                      <a:pt x="122011" y="44161"/>
                      <a:pt x="113029" y="47009"/>
                    </a:cubicBezTo>
                    <a:cubicBezTo>
                      <a:pt x="102889" y="50226"/>
                      <a:pt x="91919" y="51840"/>
                      <a:pt x="80509" y="51840"/>
                    </a:cubicBezTo>
                    <a:cubicBezTo>
                      <a:pt x="71401" y="51840"/>
                      <a:pt x="62013" y="50811"/>
                      <a:pt x="52541" y="48749"/>
                    </a:cubicBezTo>
                    <a:cubicBezTo>
                      <a:pt x="46930" y="47526"/>
                      <a:pt x="42394" y="46236"/>
                      <a:pt x="38264" y="44691"/>
                    </a:cubicBezTo>
                    <a:cubicBezTo>
                      <a:pt x="36953" y="44199"/>
                      <a:pt x="35624" y="43678"/>
                      <a:pt x="34338" y="43172"/>
                    </a:cubicBezTo>
                    <a:cubicBezTo>
                      <a:pt x="31276" y="41971"/>
                      <a:pt x="28107" y="40726"/>
                      <a:pt x="24921" y="39799"/>
                    </a:cubicBezTo>
                    <a:cubicBezTo>
                      <a:pt x="21414" y="38777"/>
                      <a:pt x="18247" y="38271"/>
                      <a:pt x="15326" y="38271"/>
                    </a:cubicBezTo>
                    <a:cubicBezTo>
                      <a:pt x="14137" y="38271"/>
                      <a:pt x="12987" y="38356"/>
                      <a:pt x="11874" y="38521"/>
                    </a:cubicBezTo>
                    <a:cubicBezTo>
                      <a:pt x="9119" y="38936"/>
                      <a:pt x="6366" y="39703"/>
                      <a:pt x="3703" y="40442"/>
                    </a:cubicBezTo>
                    <a:cubicBezTo>
                      <a:pt x="2622" y="40742"/>
                      <a:pt x="1508" y="41053"/>
                      <a:pt x="406" y="41335"/>
                    </a:cubicBezTo>
                    <a:lnTo>
                      <a:pt x="406" y="35538"/>
                    </a:lnTo>
                    <a:cubicBezTo>
                      <a:pt x="1027" y="35516"/>
                      <a:pt x="1658" y="35506"/>
                      <a:pt x="2301" y="35506"/>
                    </a:cubicBezTo>
                    <a:cubicBezTo>
                      <a:pt x="5902" y="35506"/>
                      <a:pt x="9901" y="35844"/>
                      <a:pt x="14687" y="36547"/>
                    </a:cubicBezTo>
                    <a:cubicBezTo>
                      <a:pt x="19745" y="37290"/>
                      <a:pt x="24868" y="38304"/>
                      <a:pt x="29822" y="39284"/>
                    </a:cubicBezTo>
                    <a:cubicBezTo>
                      <a:pt x="32271" y="39769"/>
                      <a:pt x="34802" y="40270"/>
                      <a:pt x="37296" y="40733"/>
                    </a:cubicBezTo>
                    <a:cubicBezTo>
                      <a:pt x="43914" y="41961"/>
                      <a:pt x="51770" y="43339"/>
                      <a:pt x="59854" y="44254"/>
                    </a:cubicBezTo>
                    <a:cubicBezTo>
                      <a:pt x="66359" y="44990"/>
                      <a:pt x="73165" y="45361"/>
                      <a:pt x="80163" y="45361"/>
                    </a:cubicBezTo>
                    <a:cubicBezTo>
                      <a:pt x="82603" y="45361"/>
                      <a:pt x="85067" y="45316"/>
                      <a:pt x="87550" y="45225"/>
                    </a:cubicBezTo>
                    <a:cubicBezTo>
                      <a:pt x="94026" y="44991"/>
                      <a:pt x="101613" y="44441"/>
                      <a:pt x="108780" y="42142"/>
                    </a:cubicBezTo>
                    <a:cubicBezTo>
                      <a:pt x="113810" y="40529"/>
                      <a:pt x="120508" y="37574"/>
                      <a:pt x="120629" y="30544"/>
                    </a:cubicBezTo>
                    <a:cubicBezTo>
                      <a:pt x="120696" y="26529"/>
                      <a:pt x="118718" y="22458"/>
                      <a:pt x="115334" y="19654"/>
                    </a:cubicBezTo>
                    <a:cubicBezTo>
                      <a:pt x="112985" y="17708"/>
                      <a:pt x="110379" y="16465"/>
                      <a:pt x="108140" y="15506"/>
                    </a:cubicBezTo>
                    <a:cubicBezTo>
                      <a:pt x="105719" y="14467"/>
                      <a:pt x="103070" y="13450"/>
                      <a:pt x="99798" y="12298"/>
                    </a:cubicBezTo>
                    <a:cubicBezTo>
                      <a:pt x="92520" y="9735"/>
                      <a:pt x="85169" y="8223"/>
                      <a:pt x="77949" y="7802"/>
                    </a:cubicBezTo>
                    <a:cubicBezTo>
                      <a:pt x="76425" y="7713"/>
                      <a:pt x="74890" y="7669"/>
                      <a:pt x="73339" y="7669"/>
                    </a:cubicBezTo>
                    <a:cubicBezTo>
                      <a:pt x="67706" y="7669"/>
                      <a:pt x="61863" y="8255"/>
                      <a:pt x="55605" y="9443"/>
                    </a:cubicBezTo>
                    <a:cubicBezTo>
                      <a:pt x="50502" y="10413"/>
                      <a:pt x="45374" y="11757"/>
                      <a:pt x="40416" y="13057"/>
                    </a:cubicBezTo>
                    <a:cubicBezTo>
                      <a:pt x="38267" y="13620"/>
                      <a:pt x="36046" y="14201"/>
                      <a:pt x="33857" y="14746"/>
                    </a:cubicBezTo>
                    <a:cubicBezTo>
                      <a:pt x="29050" y="15939"/>
                      <a:pt x="23603" y="17293"/>
                      <a:pt x="18238" y="17736"/>
                    </a:cubicBezTo>
                    <a:cubicBezTo>
                      <a:pt x="17038" y="17835"/>
                      <a:pt x="15751" y="17910"/>
                      <a:pt x="14415" y="17910"/>
                    </a:cubicBezTo>
                    <a:cubicBezTo>
                      <a:pt x="10534" y="17910"/>
                      <a:pt x="6246" y="17280"/>
                      <a:pt x="2517" y="14787"/>
                    </a:cubicBezTo>
                    <a:cubicBezTo>
                      <a:pt x="2004" y="14446"/>
                      <a:pt x="1229" y="13878"/>
                      <a:pt x="403" y="13098"/>
                    </a:cubicBezTo>
                    <a:lnTo>
                      <a:pt x="403" y="4204"/>
                    </a:lnTo>
                    <a:cubicBezTo>
                      <a:pt x="403" y="2108"/>
                      <a:pt x="1731" y="405"/>
                      <a:pt x="3364" y="405"/>
                    </a:cubicBezTo>
                    <a:lnTo>
                      <a:pt x="67361" y="400"/>
                    </a:lnTo>
                    <a:close/>
                    <a:moveTo>
                      <a:pt x="114278" y="0"/>
                    </a:moveTo>
                    <a:lnTo>
                      <a:pt x="114255" y="176"/>
                    </a:lnTo>
                    <a:cubicBezTo>
                      <a:pt x="113845" y="3294"/>
                      <a:pt x="108068" y="3957"/>
                      <a:pt x="106170" y="4175"/>
                    </a:cubicBezTo>
                    <a:lnTo>
                      <a:pt x="106061" y="4187"/>
                    </a:lnTo>
                    <a:cubicBezTo>
                      <a:pt x="103777" y="4451"/>
                      <a:pt x="101371" y="4582"/>
                      <a:pt x="98803" y="4582"/>
                    </a:cubicBezTo>
                    <a:cubicBezTo>
                      <a:pt x="96546" y="4582"/>
                      <a:pt x="94164" y="4481"/>
                      <a:pt x="91630" y="4277"/>
                    </a:cubicBezTo>
                    <a:cubicBezTo>
                      <a:pt x="85496" y="3785"/>
                      <a:pt x="79335" y="2485"/>
                      <a:pt x="73374" y="1229"/>
                    </a:cubicBezTo>
                    <a:cubicBezTo>
                      <a:pt x="71430" y="820"/>
                      <a:pt x="69420" y="395"/>
                      <a:pt x="67400" y="2"/>
                    </a:cubicBezTo>
                    <a:lnTo>
                      <a:pt x="3365" y="2"/>
                    </a:lnTo>
                    <a:cubicBezTo>
                      <a:pt x="1511" y="2"/>
                      <a:pt x="3" y="1889"/>
                      <a:pt x="3" y="4205"/>
                    </a:cubicBezTo>
                    <a:lnTo>
                      <a:pt x="3" y="13267"/>
                    </a:lnTo>
                    <a:lnTo>
                      <a:pt x="66" y="13327"/>
                    </a:lnTo>
                    <a:cubicBezTo>
                      <a:pt x="935" y="14157"/>
                      <a:pt x="1758" y="14760"/>
                      <a:pt x="2295" y="15120"/>
                    </a:cubicBezTo>
                    <a:cubicBezTo>
                      <a:pt x="6107" y="17668"/>
                      <a:pt x="10473" y="18312"/>
                      <a:pt x="14416" y="18312"/>
                    </a:cubicBezTo>
                    <a:cubicBezTo>
                      <a:pt x="15764" y="18312"/>
                      <a:pt x="17063" y="18236"/>
                      <a:pt x="18274" y="18136"/>
                    </a:cubicBezTo>
                    <a:cubicBezTo>
                      <a:pt x="23670" y="17692"/>
                      <a:pt x="29134" y="16335"/>
                      <a:pt x="33955" y="15136"/>
                    </a:cubicBezTo>
                    <a:cubicBezTo>
                      <a:pt x="36148" y="14591"/>
                      <a:pt x="38370" y="14008"/>
                      <a:pt x="40521" y="13444"/>
                    </a:cubicBezTo>
                    <a:cubicBezTo>
                      <a:pt x="45471" y="12145"/>
                      <a:pt x="50591" y="10802"/>
                      <a:pt x="55682" y="9836"/>
                    </a:cubicBezTo>
                    <a:cubicBezTo>
                      <a:pt x="61914" y="8652"/>
                      <a:pt x="67733" y="8068"/>
                      <a:pt x="73339" y="8068"/>
                    </a:cubicBezTo>
                    <a:cubicBezTo>
                      <a:pt x="74883" y="8068"/>
                      <a:pt x="76410" y="8112"/>
                      <a:pt x="77924" y="8200"/>
                    </a:cubicBezTo>
                    <a:cubicBezTo>
                      <a:pt x="85109" y="8620"/>
                      <a:pt x="92423" y="10126"/>
                      <a:pt x="99664" y="12674"/>
                    </a:cubicBezTo>
                    <a:cubicBezTo>
                      <a:pt x="102926" y="13823"/>
                      <a:pt x="105569" y="14839"/>
                      <a:pt x="107978" y="15872"/>
                    </a:cubicBezTo>
                    <a:cubicBezTo>
                      <a:pt x="110192" y="16820"/>
                      <a:pt x="112765" y="18046"/>
                      <a:pt x="115074" y="19959"/>
                    </a:cubicBezTo>
                    <a:cubicBezTo>
                      <a:pt x="118366" y="22686"/>
                      <a:pt x="120289" y="26638"/>
                      <a:pt x="120224" y="30531"/>
                    </a:cubicBezTo>
                    <a:cubicBezTo>
                      <a:pt x="120108" y="37304"/>
                      <a:pt x="113565" y="40179"/>
                      <a:pt x="108656" y="41753"/>
                    </a:cubicBezTo>
                    <a:cubicBezTo>
                      <a:pt x="101534" y="44037"/>
                      <a:pt x="93982" y="44584"/>
                      <a:pt x="87532" y="44818"/>
                    </a:cubicBezTo>
                    <a:cubicBezTo>
                      <a:pt x="85053" y="44908"/>
                      <a:pt x="82593" y="44953"/>
                      <a:pt x="80156" y="44953"/>
                    </a:cubicBezTo>
                    <a:cubicBezTo>
                      <a:pt x="73174" y="44953"/>
                      <a:pt x="66385" y="44584"/>
                      <a:pt x="59897" y="43849"/>
                    </a:cubicBezTo>
                    <a:cubicBezTo>
                      <a:pt x="51824" y="42936"/>
                      <a:pt x="43978" y="41560"/>
                      <a:pt x="37366" y="40335"/>
                    </a:cubicBezTo>
                    <a:cubicBezTo>
                      <a:pt x="34874" y="39874"/>
                      <a:pt x="32343" y="39371"/>
                      <a:pt x="29894" y="38889"/>
                    </a:cubicBezTo>
                    <a:cubicBezTo>
                      <a:pt x="24935" y="37906"/>
                      <a:pt x="19807" y="36891"/>
                      <a:pt x="14740" y="36147"/>
                    </a:cubicBezTo>
                    <a:cubicBezTo>
                      <a:pt x="9938" y="35440"/>
                      <a:pt x="5923" y="35101"/>
                      <a:pt x="2306" y="35101"/>
                    </a:cubicBezTo>
                    <a:cubicBezTo>
                      <a:pt x="1587" y="35101"/>
                      <a:pt x="884" y="35114"/>
                      <a:pt x="193" y="35141"/>
                    </a:cubicBezTo>
                    <a:lnTo>
                      <a:pt x="0" y="35148"/>
                    </a:lnTo>
                    <a:lnTo>
                      <a:pt x="0" y="41850"/>
                    </a:lnTo>
                    <a:lnTo>
                      <a:pt x="250" y="41789"/>
                    </a:lnTo>
                    <a:cubicBezTo>
                      <a:pt x="1438" y="41486"/>
                      <a:pt x="2642" y="41153"/>
                      <a:pt x="3807" y="40829"/>
                    </a:cubicBezTo>
                    <a:cubicBezTo>
                      <a:pt x="6459" y="40093"/>
                      <a:pt x="9201" y="39331"/>
                      <a:pt x="11931" y="38920"/>
                    </a:cubicBezTo>
                    <a:cubicBezTo>
                      <a:pt x="13025" y="38755"/>
                      <a:pt x="14155" y="38672"/>
                      <a:pt x="15326" y="38672"/>
                    </a:cubicBezTo>
                    <a:cubicBezTo>
                      <a:pt x="18207" y="38672"/>
                      <a:pt x="21339" y="39173"/>
                      <a:pt x="24808" y="40183"/>
                    </a:cubicBezTo>
                    <a:cubicBezTo>
                      <a:pt x="27977" y="41106"/>
                      <a:pt x="31136" y="42346"/>
                      <a:pt x="34192" y="43547"/>
                    </a:cubicBezTo>
                    <a:cubicBezTo>
                      <a:pt x="35480" y="44051"/>
                      <a:pt x="36810" y="44575"/>
                      <a:pt x="38124" y="45065"/>
                    </a:cubicBezTo>
                    <a:cubicBezTo>
                      <a:pt x="42272" y="46618"/>
                      <a:pt x="46826" y="47913"/>
                      <a:pt x="52458" y="49140"/>
                    </a:cubicBezTo>
                    <a:cubicBezTo>
                      <a:pt x="61960" y="51209"/>
                      <a:pt x="71376" y="52242"/>
                      <a:pt x="80515" y="52242"/>
                    </a:cubicBezTo>
                    <a:cubicBezTo>
                      <a:pt x="91963" y="52242"/>
                      <a:pt x="102972" y="50622"/>
                      <a:pt x="113151" y="47393"/>
                    </a:cubicBezTo>
                    <a:cubicBezTo>
                      <a:pt x="122171" y="44531"/>
                      <a:pt x="130760" y="39837"/>
                      <a:pt x="139068" y="35298"/>
                    </a:cubicBezTo>
                    <a:lnTo>
                      <a:pt x="139990" y="34794"/>
                    </a:lnTo>
                    <a:cubicBezTo>
                      <a:pt x="144149" y="32523"/>
                      <a:pt x="147959" y="30939"/>
                      <a:pt x="151635" y="29954"/>
                    </a:cubicBezTo>
                    <a:cubicBezTo>
                      <a:pt x="156001" y="28784"/>
                      <a:pt x="160459" y="28512"/>
                      <a:pt x="165023" y="28318"/>
                    </a:cubicBezTo>
                    <a:cubicBezTo>
                      <a:pt x="167510" y="28212"/>
                      <a:pt x="170027" y="28159"/>
                      <a:pt x="172583" y="28159"/>
                    </a:cubicBezTo>
                    <a:cubicBezTo>
                      <a:pt x="187551" y="28159"/>
                      <a:pt x="203846" y="29985"/>
                      <a:pt x="223155" y="33798"/>
                    </a:cubicBezTo>
                    <a:cubicBezTo>
                      <a:pt x="227133" y="34583"/>
                      <a:pt x="230708" y="35389"/>
                      <a:pt x="234091" y="36262"/>
                    </a:cubicBezTo>
                    <a:lnTo>
                      <a:pt x="234343" y="36327"/>
                    </a:lnTo>
                    <a:lnTo>
                      <a:pt x="234343" y="9942"/>
                    </a:lnTo>
                    <a:lnTo>
                      <a:pt x="234144" y="9938"/>
                    </a:lnTo>
                    <a:cubicBezTo>
                      <a:pt x="233436" y="9926"/>
                      <a:pt x="232728" y="9920"/>
                      <a:pt x="232019" y="9920"/>
                    </a:cubicBezTo>
                    <a:cubicBezTo>
                      <a:pt x="221533" y="9920"/>
                      <a:pt x="210937" y="11173"/>
                      <a:pt x="200668" y="12387"/>
                    </a:cubicBezTo>
                    <a:cubicBezTo>
                      <a:pt x="199192" y="12560"/>
                      <a:pt x="197716" y="12735"/>
                      <a:pt x="196241" y="12907"/>
                    </a:cubicBezTo>
                    <a:cubicBezTo>
                      <a:pt x="188833" y="13765"/>
                      <a:pt x="180900" y="14784"/>
                      <a:pt x="173099" y="16399"/>
                    </a:cubicBezTo>
                    <a:cubicBezTo>
                      <a:pt x="168984" y="17250"/>
                      <a:pt x="165266" y="18189"/>
                      <a:pt x="161730" y="19271"/>
                    </a:cubicBezTo>
                    <a:cubicBezTo>
                      <a:pt x="158729" y="20188"/>
                      <a:pt x="155634" y="21574"/>
                      <a:pt x="151992" y="23636"/>
                    </a:cubicBezTo>
                    <a:cubicBezTo>
                      <a:pt x="147694" y="26067"/>
                      <a:pt x="143448" y="28211"/>
                      <a:pt x="139076" y="28211"/>
                    </a:cubicBezTo>
                    <a:cubicBezTo>
                      <a:pt x="137648" y="28211"/>
                      <a:pt x="136206" y="27982"/>
                      <a:pt x="134745" y="27459"/>
                    </a:cubicBezTo>
                    <a:cubicBezTo>
                      <a:pt x="129659" y="25640"/>
                      <a:pt x="126097" y="20292"/>
                      <a:pt x="125882" y="14148"/>
                    </a:cubicBezTo>
                    <a:cubicBezTo>
                      <a:pt x="125729" y="9782"/>
                      <a:pt x="128305" y="6844"/>
                      <a:pt x="133544" y="5415"/>
                    </a:cubicBezTo>
                    <a:cubicBezTo>
                      <a:pt x="139606" y="3761"/>
                      <a:pt x="145790" y="3559"/>
                      <a:pt x="152664" y="3482"/>
                    </a:cubicBezTo>
                    <a:lnTo>
                      <a:pt x="153767" y="3469"/>
                    </a:lnTo>
                    <a:cubicBezTo>
                      <a:pt x="160981" y="3392"/>
                      <a:pt x="168439" y="3314"/>
                      <a:pt x="175499" y="719"/>
                    </a:cubicBezTo>
                    <a:cubicBezTo>
                      <a:pt x="175781" y="617"/>
                      <a:pt x="176061" y="506"/>
                      <a:pt x="176341" y="389"/>
                    </a:cubicBezTo>
                    <a:lnTo>
                      <a:pt x="1772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 name="Google Shape;164;p6"/>
            <p:cNvSpPr/>
            <p:nvPr/>
          </p:nvSpPr>
          <p:spPr>
            <a:xfrm flipH="1">
              <a:off x="824541" y="1267712"/>
              <a:ext cx="8367499" cy="1836163"/>
            </a:xfrm>
            <a:custGeom>
              <a:rect b="b" l="l" r="r" t="t"/>
              <a:pathLst>
                <a:path extrusionOk="0" h="45884" w="209096">
                  <a:moveTo>
                    <a:pt x="173615" y="405"/>
                  </a:moveTo>
                  <a:cubicBezTo>
                    <a:pt x="176375" y="405"/>
                    <a:pt x="179213" y="507"/>
                    <a:pt x="182050" y="829"/>
                  </a:cubicBezTo>
                  <a:cubicBezTo>
                    <a:pt x="188207" y="1528"/>
                    <a:pt x="194615" y="3672"/>
                    <a:pt x="201642" y="7381"/>
                  </a:cubicBezTo>
                  <a:lnTo>
                    <a:pt x="202000" y="7570"/>
                  </a:lnTo>
                  <a:cubicBezTo>
                    <a:pt x="204160" y="8703"/>
                    <a:pt x="207122" y="10258"/>
                    <a:pt x="208209" y="13014"/>
                  </a:cubicBezTo>
                  <a:cubicBezTo>
                    <a:pt x="208659" y="14157"/>
                    <a:pt x="208681" y="15157"/>
                    <a:pt x="208272" y="15990"/>
                  </a:cubicBezTo>
                  <a:cubicBezTo>
                    <a:pt x="207624" y="17309"/>
                    <a:pt x="205989" y="18018"/>
                    <a:pt x="204732" y="18381"/>
                  </a:cubicBezTo>
                  <a:cubicBezTo>
                    <a:pt x="201461" y="19325"/>
                    <a:pt x="198006" y="19797"/>
                    <a:pt x="194392" y="19797"/>
                  </a:cubicBezTo>
                  <a:cubicBezTo>
                    <a:pt x="190821" y="19797"/>
                    <a:pt x="187096" y="19336"/>
                    <a:pt x="183241" y="18415"/>
                  </a:cubicBezTo>
                  <a:cubicBezTo>
                    <a:pt x="179114" y="17429"/>
                    <a:pt x="174866" y="16057"/>
                    <a:pt x="170611" y="14337"/>
                  </a:cubicBezTo>
                  <a:cubicBezTo>
                    <a:pt x="166998" y="12878"/>
                    <a:pt x="163261" y="11368"/>
                    <a:pt x="159428" y="10535"/>
                  </a:cubicBezTo>
                  <a:cubicBezTo>
                    <a:pt x="157531" y="10122"/>
                    <a:pt x="155742" y="9916"/>
                    <a:pt x="154034" y="9916"/>
                  </a:cubicBezTo>
                  <a:cubicBezTo>
                    <a:pt x="152450" y="9916"/>
                    <a:pt x="150935" y="10094"/>
                    <a:pt x="149470" y="10449"/>
                  </a:cubicBezTo>
                  <a:cubicBezTo>
                    <a:pt x="145504" y="11411"/>
                    <a:pt x="142070" y="13874"/>
                    <a:pt x="138895" y="16316"/>
                  </a:cubicBezTo>
                  <a:cubicBezTo>
                    <a:pt x="136054" y="18501"/>
                    <a:pt x="133233" y="20858"/>
                    <a:pt x="130505" y="23139"/>
                  </a:cubicBezTo>
                  <a:cubicBezTo>
                    <a:pt x="126905" y="26149"/>
                    <a:pt x="123181" y="29264"/>
                    <a:pt x="119366" y="32010"/>
                  </a:cubicBezTo>
                  <a:cubicBezTo>
                    <a:pt x="107458" y="40580"/>
                    <a:pt x="92880" y="45107"/>
                    <a:pt x="76028" y="45462"/>
                  </a:cubicBezTo>
                  <a:cubicBezTo>
                    <a:pt x="75424" y="45475"/>
                    <a:pt x="74822" y="45482"/>
                    <a:pt x="74224" y="45482"/>
                  </a:cubicBezTo>
                  <a:cubicBezTo>
                    <a:pt x="58269" y="45482"/>
                    <a:pt x="44689" y="40929"/>
                    <a:pt x="33828" y="31942"/>
                  </a:cubicBezTo>
                  <a:cubicBezTo>
                    <a:pt x="27187" y="26448"/>
                    <a:pt x="20603" y="21405"/>
                    <a:pt x="13056" y="20088"/>
                  </a:cubicBezTo>
                  <a:cubicBezTo>
                    <a:pt x="11967" y="19897"/>
                    <a:pt x="10865" y="19801"/>
                    <a:pt x="9746" y="19801"/>
                  </a:cubicBezTo>
                  <a:cubicBezTo>
                    <a:pt x="6781" y="19801"/>
                    <a:pt x="3696" y="20474"/>
                    <a:pt x="406" y="21833"/>
                  </a:cubicBezTo>
                  <a:lnTo>
                    <a:pt x="406" y="14358"/>
                  </a:lnTo>
                  <a:cubicBezTo>
                    <a:pt x="1109" y="14230"/>
                    <a:pt x="1864" y="14110"/>
                    <a:pt x="2702" y="13993"/>
                  </a:cubicBezTo>
                  <a:cubicBezTo>
                    <a:pt x="5594" y="13588"/>
                    <a:pt x="8552" y="13414"/>
                    <a:pt x="11411" y="13245"/>
                  </a:cubicBezTo>
                  <a:lnTo>
                    <a:pt x="12958" y="13152"/>
                  </a:lnTo>
                  <a:cubicBezTo>
                    <a:pt x="15818" y="12978"/>
                    <a:pt x="18953" y="12785"/>
                    <a:pt x="22145" y="12785"/>
                  </a:cubicBezTo>
                  <a:cubicBezTo>
                    <a:pt x="23389" y="12785"/>
                    <a:pt x="24641" y="12814"/>
                    <a:pt x="25889" y="12885"/>
                  </a:cubicBezTo>
                  <a:cubicBezTo>
                    <a:pt x="29786" y="13104"/>
                    <a:pt x="33808" y="14150"/>
                    <a:pt x="38546" y="16169"/>
                  </a:cubicBezTo>
                  <a:cubicBezTo>
                    <a:pt x="52883" y="22283"/>
                    <a:pt x="69842" y="28659"/>
                    <a:pt x="86902" y="29591"/>
                  </a:cubicBezTo>
                  <a:cubicBezTo>
                    <a:pt x="88135" y="29659"/>
                    <a:pt x="89353" y="29692"/>
                    <a:pt x="90554" y="29692"/>
                  </a:cubicBezTo>
                  <a:cubicBezTo>
                    <a:pt x="97955" y="29692"/>
                    <a:pt x="104738" y="28414"/>
                    <a:pt x="110758" y="25880"/>
                  </a:cubicBezTo>
                  <a:cubicBezTo>
                    <a:pt x="117187" y="23174"/>
                    <a:pt x="123174" y="18993"/>
                    <a:pt x="128962" y="14950"/>
                  </a:cubicBezTo>
                  <a:cubicBezTo>
                    <a:pt x="130301" y="14015"/>
                    <a:pt x="131684" y="13050"/>
                    <a:pt x="133052" y="12117"/>
                  </a:cubicBezTo>
                  <a:cubicBezTo>
                    <a:pt x="136569" y="9716"/>
                    <a:pt x="140379" y="7249"/>
                    <a:pt x="144384" y="5460"/>
                  </a:cubicBezTo>
                  <a:cubicBezTo>
                    <a:pt x="148006" y="3842"/>
                    <a:pt x="151905" y="2608"/>
                    <a:pt x="155970" y="1792"/>
                  </a:cubicBezTo>
                  <a:cubicBezTo>
                    <a:pt x="159701" y="1042"/>
                    <a:pt x="163680" y="640"/>
                    <a:pt x="168868" y="486"/>
                  </a:cubicBezTo>
                  <a:cubicBezTo>
                    <a:pt x="170413" y="440"/>
                    <a:pt x="172001" y="405"/>
                    <a:pt x="173615" y="405"/>
                  </a:cubicBezTo>
                  <a:close/>
                  <a:moveTo>
                    <a:pt x="173609" y="0"/>
                  </a:moveTo>
                  <a:cubicBezTo>
                    <a:pt x="171993" y="0"/>
                    <a:pt x="170405" y="35"/>
                    <a:pt x="168858" y="80"/>
                  </a:cubicBezTo>
                  <a:cubicBezTo>
                    <a:pt x="163644" y="234"/>
                    <a:pt x="159645" y="639"/>
                    <a:pt x="155891" y="1393"/>
                  </a:cubicBezTo>
                  <a:cubicBezTo>
                    <a:pt x="151795" y="2216"/>
                    <a:pt x="147870" y="3459"/>
                    <a:pt x="144219" y="5088"/>
                  </a:cubicBezTo>
                  <a:cubicBezTo>
                    <a:pt x="140186" y="6888"/>
                    <a:pt x="136359" y="9369"/>
                    <a:pt x="132824" y="11781"/>
                  </a:cubicBezTo>
                  <a:cubicBezTo>
                    <a:pt x="131454" y="12715"/>
                    <a:pt x="130070" y="13683"/>
                    <a:pt x="128732" y="14617"/>
                  </a:cubicBezTo>
                  <a:cubicBezTo>
                    <a:pt x="122961" y="18648"/>
                    <a:pt x="116993" y="22817"/>
                    <a:pt x="110602" y="25506"/>
                  </a:cubicBezTo>
                  <a:cubicBezTo>
                    <a:pt x="104631" y="28019"/>
                    <a:pt x="97899" y="29287"/>
                    <a:pt x="90554" y="29287"/>
                  </a:cubicBezTo>
                  <a:cubicBezTo>
                    <a:pt x="89360" y="29287"/>
                    <a:pt x="88149" y="29254"/>
                    <a:pt x="86923" y="29187"/>
                  </a:cubicBezTo>
                  <a:cubicBezTo>
                    <a:pt x="69926" y="28261"/>
                    <a:pt x="53010" y="21898"/>
                    <a:pt x="38703" y="15797"/>
                  </a:cubicBezTo>
                  <a:cubicBezTo>
                    <a:pt x="33922" y="13758"/>
                    <a:pt x="29857" y="12704"/>
                    <a:pt x="25911" y="12481"/>
                  </a:cubicBezTo>
                  <a:cubicBezTo>
                    <a:pt x="24653" y="12410"/>
                    <a:pt x="23392" y="12381"/>
                    <a:pt x="22140" y="12381"/>
                  </a:cubicBezTo>
                  <a:cubicBezTo>
                    <a:pt x="18938" y="12381"/>
                    <a:pt x="15797" y="12572"/>
                    <a:pt x="12931" y="12748"/>
                  </a:cubicBezTo>
                  <a:lnTo>
                    <a:pt x="11384" y="12841"/>
                  </a:lnTo>
                  <a:cubicBezTo>
                    <a:pt x="8518" y="13010"/>
                    <a:pt x="5551" y="13184"/>
                    <a:pt x="2644" y="13591"/>
                  </a:cubicBezTo>
                  <a:cubicBezTo>
                    <a:pt x="1731" y="13718"/>
                    <a:pt x="921" y="13848"/>
                    <a:pt x="165" y="13990"/>
                  </a:cubicBezTo>
                  <a:lnTo>
                    <a:pt x="0" y="14020"/>
                  </a:lnTo>
                  <a:lnTo>
                    <a:pt x="0" y="22434"/>
                  </a:lnTo>
                  <a:lnTo>
                    <a:pt x="280" y="22317"/>
                  </a:lnTo>
                  <a:cubicBezTo>
                    <a:pt x="3624" y="20902"/>
                    <a:pt x="6748" y="20202"/>
                    <a:pt x="9745" y="20202"/>
                  </a:cubicBezTo>
                  <a:cubicBezTo>
                    <a:pt x="10841" y="20202"/>
                    <a:pt x="11920" y="20296"/>
                    <a:pt x="12987" y="20482"/>
                  </a:cubicBezTo>
                  <a:cubicBezTo>
                    <a:pt x="20436" y="21784"/>
                    <a:pt x="26975" y="26792"/>
                    <a:pt x="33571" y="32250"/>
                  </a:cubicBezTo>
                  <a:cubicBezTo>
                    <a:pt x="44508" y="41302"/>
                    <a:pt x="58178" y="45884"/>
                    <a:pt x="74230" y="45884"/>
                  </a:cubicBezTo>
                  <a:cubicBezTo>
                    <a:pt x="74828" y="45884"/>
                    <a:pt x="75434" y="45878"/>
                    <a:pt x="76041" y="45864"/>
                  </a:cubicBezTo>
                  <a:cubicBezTo>
                    <a:pt x="92973" y="45507"/>
                    <a:pt x="107630" y="40953"/>
                    <a:pt x="119603" y="32334"/>
                  </a:cubicBezTo>
                  <a:cubicBezTo>
                    <a:pt x="123430" y="29580"/>
                    <a:pt x="127160" y="26462"/>
                    <a:pt x="130767" y="23446"/>
                  </a:cubicBezTo>
                  <a:cubicBezTo>
                    <a:pt x="133490" y="21168"/>
                    <a:pt x="136306" y="18812"/>
                    <a:pt x="139143" y="16633"/>
                  </a:cubicBezTo>
                  <a:cubicBezTo>
                    <a:pt x="142286" y="14218"/>
                    <a:pt x="145678" y="11782"/>
                    <a:pt x="149569" y="10839"/>
                  </a:cubicBezTo>
                  <a:cubicBezTo>
                    <a:pt x="151002" y="10492"/>
                    <a:pt x="152486" y="10318"/>
                    <a:pt x="154040" y="10318"/>
                  </a:cubicBezTo>
                  <a:cubicBezTo>
                    <a:pt x="155718" y="10318"/>
                    <a:pt x="157477" y="10521"/>
                    <a:pt x="159345" y="10926"/>
                  </a:cubicBezTo>
                  <a:cubicBezTo>
                    <a:pt x="163146" y="11754"/>
                    <a:pt x="166866" y="13255"/>
                    <a:pt x="170463" y="14710"/>
                  </a:cubicBezTo>
                  <a:cubicBezTo>
                    <a:pt x="174735" y="16434"/>
                    <a:pt x="179004" y="17813"/>
                    <a:pt x="183149" y="18805"/>
                  </a:cubicBezTo>
                  <a:cubicBezTo>
                    <a:pt x="187035" y="19734"/>
                    <a:pt x="190791" y="20198"/>
                    <a:pt x="194393" y="20198"/>
                  </a:cubicBezTo>
                  <a:cubicBezTo>
                    <a:pt x="198045" y="20198"/>
                    <a:pt x="201538" y="19721"/>
                    <a:pt x="204846" y="18766"/>
                  </a:cubicBezTo>
                  <a:cubicBezTo>
                    <a:pt x="206788" y="18205"/>
                    <a:pt x="208062" y="17332"/>
                    <a:pt x="208634" y="16167"/>
                  </a:cubicBezTo>
                  <a:cubicBezTo>
                    <a:pt x="209095" y="15229"/>
                    <a:pt x="209080" y="14117"/>
                    <a:pt x="208584" y="12865"/>
                  </a:cubicBezTo>
                  <a:cubicBezTo>
                    <a:pt x="207441" y="9969"/>
                    <a:pt x="204404" y="8376"/>
                    <a:pt x="202188" y="7211"/>
                  </a:cubicBezTo>
                  <a:lnTo>
                    <a:pt x="201831" y="7024"/>
                  </a:lnTo>
                  <a:cubicBezTo>
                    <a:pt x="194760" y="3289"/>
                    <a:pt x="188306" y="1132"/>
                    <a:pt x="182098" y="427"/>
                  </a:cubicBezTo>
                  <a:cubicBezTo>
                    <a:pt x="179239" y="102"/>
                    <a:pt x="176384" y="0"/>
                    <a:pt x="1736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6"/>
            <p:cNvSpPr/>
            <p:nvPr/>
          </p:nvSpPr>
          <p:spPr>
            <a:xfrm flipH="1">
              <a:off x="8384687" y="2373130"/>
              <a:ext cx="807313" cy="330705"/>
            </a:xfrm>
            <a:custGeom>
              <a:rect b="b" l="l" r="r" t="t"/>
              <a:pathLst>
                <a:path extrusionOk="0" h="8264" w="20174">
                  <a:moveTo>
                    <a:pt x="10888" y="404"/>
                  </a:moveTo>
                  <a:cubicBezTo>
                    <a:pt x="11749" y="404"/>
                    <a:pt x="12597" y="461"/>
                    <a:pt x="13422" y="602"/>
                  </a:cubicBezTo>
                  <a:cubicBezTo>
                    <a:pt x="15472" y="954"/>
                    <a:pt x="17153" y="1897"/>
                    <a:pt x="18413" y="3404"/>
                  </a:cubicBezTo>
                  <a:cubicBezTo>
                    <a:pt x="19054" y="4170"/>
                    <a:pt x="19787" y="5267"/>
                    <a:pt x="19634" y="6147"/>
                  </a:cubicBezTo>
                  <a:cubicBezTo>
                    <a:pt x="19567" y="6546"/>
                    <a:pt x="19324" y="6863"/>
                    <a:pt x="18894" y="7118"/>
                  </a:cubicBezTo>
                  <a:cubicBezTo>
                    <a:pt x="17704" y="7820"/>
                    <a:pt x="16206" y="7861"/>
                    <a:pt x="14950" y="7861"/>
                  </a:cubicBezTo>
                  <a:cubicBezTo>
                    <a:pt x="14860" y="7861"/>
                    <a:pt x="14771" y="7861"/>
                    <a:pt x="14684" y="7861"/>
                  </a:cubicBezTo>
                  <a:cubicBezTo>
                    <a:pt x="13289" y="7856"/>
                    <a:pt x="11866" y="7753"/>
                    <a:pt x="10488" y="7653"/>
                  </a:cubicBezTo>
                  <a:cubicBezTo>
                    <a:pt x="9887" y="7608"/>
                    <a:pt x="9287" y="7565"/>
                    <a:pt x="8687" y="7529"/>
                  </a:cubicBezTo>
                  <a:cubicBezTo>
                    <a:pt x="5827" y="7359"/>
                    <a:pt x="3245" y="7206"/>
                    <a:pt x="649" y="7206"/>
                  </a:cubicBezTo>
                  <a:cubicBezTo>
                    <a:pt x="568" y="7206"/>
                    <a:pt x="486" y="7206"/>
                    <a:pt x="405" y="7206"/>
                  </a:cubicBezTo>
                  <a:lnTo>
                    <a:pt x="405" y="1428"/>
                  </a:lnTo>
                  <a:cubicBezTo>
                    <a:pt x="2017" y="1368"/>
                    <a:pt x="3674" y="1139"/>
                    <a:pt x="5280" y="919"/>
                  </a:cubicBezTo>
                  <a:cubicBezTo>
                    <a:pt x="7141" y="665"/>
                    <a:pt x="9044" y="404"/>
                    <a:pt x="10888" y="404"/>
                  </a:cubicBezTo>
                  <a:close/>
                  <a:moveTo>
                    <a:pt x="10888" y="1"/>
                  </a:moveTo>
                  <a:cubicBezTo>
                    <a:pt x="9018" y="1"/>
                    <a:pt x="7099" y="265"/>
                    <a:pt x="5223" y="522"/>
                  </a:cubicBezTo>
                  <a:cubicBezTo>
                    <a:pt x="3564" y="751"/>
                    <a:pt x="1848" y="984"/>
                    <a:pt x="195" y="1034"/>
                  </a:cubicBezTo>
                  <a:lnTo>
                    <a:pt x="1" y="1039"/>
                  </a:lnTo>
                  <a:lnTo>
                    <a:pt x="1" y="7612"/>
                  </a:lnTo>
                  <a:lnTo>
                    <a:pt x="202" y="7612"/>
                  </a:lnTo>
                  <a:cubicBezTo>
                    <a:pt x="266" y="7612"/>
                    <a:pt x="330" y="7612"/>
                    <a:pt x="393" y="7612"/>
                  </a:cubicBezTo>
                  <a:cubicBezTo>
                    <a:pt x="3056" y="7612"/>
                    <a:pt x="5717" y="7756"/>
                    <a:pt x="8664" y="7932"/>
                  </a:cubicBezTo>
                  <a:cubicBezTo>
                    <a:pt x="9261" y="7968"/>
                    <a:pt x="9860" y="8012"/>
                    <a:pt x="10460" y="8055"/>
                  </a:cubicBezTo>
                  <a:cubicBezTo>
                    <a:pt x="11844" y="8155"/>
                    <a:pt x="13275" y="8259"/>
                    <a:pt x="14682" y="8264"/>
                  </a:cubicBezTo>
                  <a:lnTo>
                    <a:pt x="14998" y="8264"/>
                  </a:lnTo>
                  <a:cubicBezTo>
                    <a:pt x="16295" y="8264"/>
                    <a:pt x="17831" y="8211"/>
                    <a:pt x="19096" y="7463"/>
                  </a:cubicBezTo>
                  <a:cubicBezTo>
                    <a:pt x="19626" y="7152"/>
                    <a:pt x="19940" y="6730"/>
                    <a:pt x="20030" y="6216"/>
                  </a:cubicBezTo>
                  <a:cubicBezTo>
                    <a:pt x="20173" y="5387"/>
                    <a:pt x="19732" y="4354"/>
                    <a:pt x="18720" y="3145"/>
                  </a:cubicBezTo>
                  <a:cubicBezTo>
                    <a:pt x="17395" y="1562"/>
                    <a:pt x="15637" y="574"/>
                    <a:pt x="13488" y="205"/>
                  </a:cubicBezTo>
                  <a:cubicBezTo>
                    <a:pt x="12639" y="59"/>
                    <a:pt x="11769" y="1"/>
                    <a:pt x="108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6"/>
            <p:cNvSpPr/>
            <p:nvPr/>
          </p:nvSpPr>
          <p:spPr>
            <a:xfrm flipH="1">
              <a:off x="-185941" y="2027935"/>
              <a:ext cx="9377861" cy="2035410"/>
            </a:xfrm>
            <a:custGeom>
              <a:rect b="b" l="l" r="r" t="t"/>
              <a:pathLst>
                <a:path extrusionOk="0" h="50863" w="234344">
                  <a:moveTo>
                    <a:pt x="233940" y="621"/>
                  </a:moveTo>
                  <a:lnTo>
                    <a:pt x="233940" y="12077"/>
                  </a:lnTo>
                  <a:cubicBezTo>
                    <a:pt x="232371" y="13846"/>
                    <a:pt x="230619" y="15358"/>
                    <a:pt x="228734" y="16565"/>
                  </a:cubicBezTo>
                  <a:cubicBezTo>
                    <a:pt x="224484" y="19289"/>
                    <a:pt x="219376" y="20857"/>
                    <a:pt x="213122" y="21360"/>
                  </a:cubicBezTo>
                  <a:cubicBezTo>
                    <a:pt x="211653" y="21479"/>
                    <a:pt x="210146" y="21539"/>
                    <a:pt x="208580" y="21539"/>
                  </a:cubicBezTo>
                  <a:cubicBezTo>
                    <a:pt x="205000" y="21539"/>
                    <a:pt x="201109" y="21226"/>
                    <a:pt x="196647" y="20590"/>
                  </a:cubicBezTo>
                  <a:lnTo>
                    <a:pt x="196529" y="20574"/>
                  </a:lnTo>
                  <a:cubicBezTo>
                    <a:pt x="194477" y="20283"/>
                    <a:pt x="192356" y="19981"/>
                    <a:pt x="190306" y="19457"/>
                  </a:cubicBezTo>
                  <a:cubicBezTo>
                    <a:pt x="188131" y="18901"/>
                    <a:pt x="186302" y="18457"/>
                    <a:pt x="184446" y="18095"/>
                  </a:cubicBezTo>
                  <a:cubicBezTo>
                    <a:pt x="182413" y="17700"/>
                    <a:pt x="180221" y="17338"/>
                    <a:pt x="178016" y="17338"/>
                  </a:cubicBezTo>
                  <a:cubicBezTo>
                    <a:pt x="177942" y="17338"/>
                    <a:pt x="177867" y="17339"/>
                    <a:pt x="177792" y="17340"/>
                  </a:cubicBezTo>
                  <a:cubicBezTo>
                    <a:pt x="176496" y="17354"/>
                    <a:pt x="174542" y="17378"/>
                    <a:pt x="173323" y="18637"/>
                  </a:cubicBezTo>
                  <a:cubicBezTo>
                    <a:pt x="172261" y="19733"/>
                    <a:pt x="172397" y="21555"/>
                    <a:pt x="173080" y="22788"/>
                  </a:cubicBezTo>
                  <a:cubicBezTo>
                    <a:pt x="174004" y="24459"/>
                    <a:pt x="175665" y="25395"/>
                    <a:pt x="177319" y="26158"/>
                  </a:cubicBezTo>
                  <a:cubicBezTo>
                    <a:pt x="180088" y="27433"/>
                    <a:pt x="183032" y="28076"/>
                    <a:pt x="185878" y="28699"/>
                  </a:cubicBezTo>
                  <a:cubicBezTo>
                    <a:pt x="186544" y="28844"/>
                    <a:pt x="187205" y="28990"/>
                    <a:pt x="187866" y="29142"/>
                  </a:cubicBezTo>
                  <a:cubicBezTo>
                    <a:pt x="191326" y="29942"/>
                    <a:pt x="194903" y="30405"/>
                    <a:pt x="198362" y="30852"/>
                  </a:cubicBezTo>
                  <a:lnTo>
                    <a:pt x="199879" y="31048"/>
                  </a:lnTo>
                  <a:cubicBezTo>
                    <a:pt x="203501" y="31524"/>
                    <a:pt x="207493" y="31975"/>
                    <a:pt x="212443" y="32469"/>
                  </a:cubicBezTo>
                  <a:cubicBezTo>
                    <a:pt x="216296" y="32854"/>
                    <a:pt x="220110" y="33192"/>
                    <a:pt x="223683" y="33505"/>
                  </a:cubicBezTo>
                  <a:cubicBezTo>
                    <a:pt x="226437" y="33747"/>
                    <a:pt x="229366" y="34040"/>
                    <a:pt x="232268" y="34727"/>
                  </a:cubicBezTo>
                  <a:cubicBezTo>
                    <a:pt x="232812" y="34856"/>
                    <a:pt x="233374" y="35011"/>
                    <a:pt x="233940" y="35186"/>
                  </a:cubicBezTo>
                  <a:lnTo>
                    <a:pt x="233940" y="50330"/>
                  </a:lnTo>
                  <a:cubicBezTo>
                    <a:pt x="227593" y="48509"/>
                    <a:pt x="220754" y="46238"/>
                    <a:pt x="213042" y="43386"/>
                  </a:cubicBezTo>
                  <a:cubicBezTo>
                    <a:pt x="208088" y="41555"/>
                    <a:pt x="202988" y="39512"/>
                    <a:pt x="197884" y="37317"/>
                  </a:cubicBezTo>
                  <a:cubicBezTo>
                    <a:pt x="195613" y="36339"/>
                    <a:pt x="193318" y="35281"/>
                    <a:pt x="191099" y="34257"/>
                  </a:cubicBezTo>
                  <a:cubicBezTo>
                    <a:pt x="188401" y="33014"/>
                    <a:pt x="185611" y="31726"/>
                    <a:pt x="182833" y="30573"/>
                  </a:cubicBezTo>
                  <a:cubicBezTo>
                    <a:pt x="172649" y="26340"/>
                    <a:pt x="162754" y="24195"/>
                    <a:pt x="153409" y="24195"/>
                  </a:cubicBezTo>
                  <a:cubicBezTo>
                    <a:pt x="153178" y="24195"/>
                    <a:pt x="152948" y="24197"/>
                    <a:pt x="152719" y="24198"/>
                  </a:cubicBezTo>
                  <a:cubicBezTo>
                    <a:pt x="142080" y="24319"/>
                    <a:pt x="132064" y="27884"/>
                    <a:pt x="122824" y="31721"/>
                  </a:cubicBezTo>
                  <a:cubicBezTo>
                    <a:pt x="112729" y="35913"/>
                    <a:pt x="102805" y="39822"/>
                    <a:pt x="92400" y="41608"/>
                  </a:cubicBezTo>
                  <a:cubicBezTo>
                    <a:pt x="82867" y="43244"/>
                    <a:pt x="72721" y="44299"/>
                    <a:pt x="61383" y="44830"/>
                  </a:cubicBezTo>
                  <a:cubicBezTo>
                    <a:pt x="58519" y="44965"/>
                    <a:pt x="55783" y="45032"/>
                    <a:pt x="53152" y="45032"/>
                  </a:cubicBezTo>
                  <a:cubicBezTo>
                    <a:pt x="45012" y="45032"/>
                    <a:pt x="37887" y="44383"/>
                    <a:pt x="31169" y="43050"/>
                  </a:cubicBezTo>
                  <a:cubicBezTo>
                    <a:pt x="24718" y="41770"/>
                    <a:pt x="18066" y="39641"/>
                    <a:pt x="11397" y="36720"/>
                  </a:cubicBezTo>
                  <a:cubicBezTo>
                    <a:pt x="7680" y="35093"/>
                    <a:pt x="3780" y="33224"/>
                    <a:pt x="405" y="30582"/>
                  </a:cubicBezTo>
                  <a:lnTo>
                    <a:pt x="405" y="21725"/>
                  </a:lnTo>
                  <a:cubicBezTo>
                    <a:pt x="5173" y="23118"/>
                    <a:pt x="10001" y="24631"/>
                    <a:pt x="14673" y="26094"/>
                  </a:cubicBezTo>
                  <a:cubicBezTo>
                    <a:pt x="18472" y="27283"/>
                    <a:pt x="22397" y="28512"/>
                    <a:pt x="26269" y="29670"/>
                  </a:cubicBezTo>
                  <a:cubicBezTo>
                    <a:pt x="42759" y="34607"/>
                    <a:pt x="58954" y="38982"/>
                    <a:pt x="74991" y="38982"/>
                  </a:cubicBezTo>
                  <a:cubicBezTo>
                    <a:pt x="78823" y="38982"/>
                    <a:pt x="82649" y="38732"/>
                    <a:pt x="86466" y="38179"/>
                  </a:cubicBezTo>
                  <a:cubicBezTo>
                    <a:pt x="95509" y="36872"/>
                    <a:pt x="104228" y="33938"/>
                    <a:pt x="112383" y="29455"/>
                  </a:cubicBezTo>
                  <a:cubicBezTo>
                    <a:pt x="116730" y="27066"/>
                    <a:pt x="120985" y="24195"/>
                    <a:pt x="125029" y="20922"/>
                  </a:cubicBezTo>
                  <a:cubicBezTo>
                    <a:pt x="126767" y="19511"/>
                    <a:pt x="128488" y="17994"/>
                    <a:pt x="130152" y="16524"/>
                  </a:cubicBezTo>
                  <a:cubicBezTo>
                    <a:pt x="131788" y="15078"/>
                    <a:pt x="133483" y="13582"/>
                    <a:pt x="135190" y="12196"/>
                  </a:cubicBezTo>
                  <a:cubicBezTo>
                    <a:pt x="137654" y="10200"/>
                    <a:pt x="140969" y="7788"/>
                    <a:pt x="144768" y="6873"/>
                  </a:cubicBezTo>
                  <a:cubicBezTo>
                    <a:pt x="145990" y="6580"/>
                    <a:pt x="147258" y="6432"/>
                    <a:pt x="148594" y="6432"/>
                  </a:cubicBezTo>
                  <a:cubicBezTo>
                    <a:pt x="151134" y="6432"/>
                    <a:pt x="153922" y="6966"/>
                    <a:pt x="157120" y="8052"/>
                  </a:cubicBezTo>
                  <a:cubicBezTo>
                    <a:pt x="165254" y="10813"/>
                    <a:pt x="174727" y="13878"/>
                    <a:pt x="184226" y="15304"/>
                  </a:cubicBezTo>
                  <a:cubicBezTo>
                    <a:pt x="187914" y="15858"/>
                    <a:pt x="191419" y="16136"/>
                    <a:pt x="194766" y="16136"/>
                  </a:cubicBezTo>
                  <a:cubicBezTo>
                    <a:pt x="200932" y="16136"/>
                    <a:pt x="206557" y="15192"/>
                    <a:pt x="211781" y="13295"/>
                  </a:cubicBezTo>
                  <a:cubicBezTo>
                    <a:pt x="216509" y="11579"/>
                    <a:pt x="220789" y="8892"/>
                    <a:pt x="224351" y="6492"/>
                  </a:cubicBezTo>
                  <a:cubicBezTo>
                    <a:pt x="224766" y="6212"/>
                    <a:pt x="225182" y="5928"/>
                    <a:pt x="225598" y="5645"/>
                  </a:cubicBezTo>
                  <a:cubicBezTo>
                    <a:pt x="228277" y="3826"/>
                    <a:pt x="231045" y="1944"/>
                    <a:pt x="233940" y="621"/>
                  </a:cubicBezTo>
                  <a:close/>
                  <a:moveTo>
                    <a:pt x="234344" y="1"/>
                  </a:moveTo>
                  <a:lnTo>
                    <a:pt x="234062" y="127"/>
                  </a:lnTo>
                  <a:cubicBezTo>
                    <a:pt x="231032" y="1470"/>
                    <a:pt x="228156" y="3423"/>
                    <a:pt x="225375" y="5313"/>
                  </a:cubicBezTo>
                  <a:cubicBezTo>
                    <a:pt x="224959" y="5595"/>
                    <a:pt x="224545" y="5878"/>
                    <a:pt x="224128" y="6158"/>
                  </a:cubicBezTo>
                  <a:cubicBezTo>
                    <a:pt x="220589" y="8544"/>
                    <a:pt x="216336" y="11214"/>
                    <a:pt x="211647" y="12916"/>
                  </a:cubicBezTo>
                  <a:cubicBezTo>
                    <a:pt x="206466" y="14796"/>
                    <a:pt x="200885" y="15732"/>
                    <a:pt x="194765" y="15732"/>
                  </a:cubicBezTo>
                  <a:cubicBezTo>
                    <a:pt x="191440" y="15732"/>
                    <a:pt x="187955" y="15456"/>
                    <a:pt x="184289" y="14905"/>
                  </a:cubicBezTo>
                  <a:cubicBezTo>
                    <a:pt x="174822" y="13485"/>
                    <a:pt x="165370" y="10424"/>
                    <a:pt x="157251" y="7671"/>
                  </a:cubicBezTo>
                  <a:cubicBezTo>
                    <a:pt x="154011" y="6571"/>
                    <a:pt x="151182" y="6028"/>
                    <a:pt x="148600" y="6028"/>
                  </a:cubicBezTo>
                  <a:cubicBezTo>
                    <a:pt x="147230" y="6028"/>
                    <a:pt x="145930" y="6181"/>
                    <a:pt x="144675" y="6483"/>
                  </a:cubicBezTo>
                  <a:cubicBezTo>
                    <a:pt x="140797" y="7416"/>
                    <a:pt x="137434" y="9860"/>
                    <a:pt x="134939" y="11886"/>
                  </a:cubicBezTo>
                  <a:cubicBezTo>
                    <a:pt x="133224" y="13277"/>
                    <a:pt x="131528" y="14775"/>
                    <a:pt x="129887" y="16224"/>
                  </a:cubicBezTo>
                  <a:cubicBezTo>
                    <a:pt x="128225" y="17690"/>
                    <a:pt x="126509" y="19207"/>
                    <a:pt x="124774" y="20610"/>
                  </a:cubicBezTo>
                  <a:cubicBezTo>
                    <a:pt x="120749" y="23869"/>
                    <a:pt x="116514" y="26727"/>
                    <a:pt x="112189" y="29105"/>
                  </a:cubicBezTo>
                  <a:cubicBezTo>
                    <a:pt x="104076" y="33564"/>
                    <a:pt x="95402" y="36484"/>
                    <a:pt x="86407" y="37785"/>
                  </a:cubicBezTo>
                  <a:cubicBezTo>
                    <a:pt x="82611" y="38334"/>
                    <a:pt x="78806" y="38583"/>
                    <a:pt x="74991" y="38583"/>
                  </a:cubicBezTo>
                  <a:cubicBezTo>
                    <a:pt x="59005" y="38583"/>
                    <a:pt x="42843" y="34216"/>
                    <a:pt x="26384" y="29289"/>
                  </a:cubicBezTo>
                  <a:cubicBezTo>
                    <a:pt x="22516" y="28130"/>
                    <a:pt x="18589" y="26901"/>
                    <a:pt x="14793" y="25711"/>
                  </a:cubicBezTo>
                  <a:cubicBezTo>
                    <a:pt x="10035" y="24222"/>
                    <a:pt x="5116" y="22681"/>
                    <a:pt x="257" y="21265"/>
                  </a:cubicBezTo>
                  <a:lnTo>
                    <a:pt x="0" y="21189"/>
                  </a:lnTo>
                  <a:lnTo>
                    <a:pt x="0" y="30778"/>
                  </a:lnTo>
                  <a:lnTo>
                    <a:pt x="77" y="30839"/>
                  </a:lnTo>
                  <a:cubicBezTo>
                    <a:pt x="3505" y="33541"/>
                    <a:pt x="7466" y="35440"/>
                    <a:pt x="11235" y="37090"/>
                  </a:cubicBezTo>
                  <a:cubicBezTo>
                    <a:pt x="17931" y="40022"/>
                    <a:pt x="24610" y="42161"/>
                    <a:pt x="31090" y="43447"/>
                  </a:cubicBezTo>
                  <a:cubicBezTo>
                    <a:pt x="37834" y="44786"/>
                    <a:pt x="44983" y="45437"/>
                    <a:pt x="53148" y="45437"/>
                  </a:cubicBezTo>
                  <a:cubicBezTo>
                    <a:pt x="55786" y="45437"/>
                    <a:pt x="58530" y="45369"/>
                    <a:pt x="61401" y="45235"/>
                  </a:cubicBezTo>
                  <a:cubicBezTo>
                    <a:pt x="72756" y="44700"/>
                    <a:pt x="82917" y="43644"/>
                    <a:pt x="92467" y="42007"/>
                  </a:cubicBezTo>
                  <a:cubicBezTo>
                    <a:pt x="102913" y="40214"/>
                    <a:pt x="112861" y="36296"/>
                    <a:pt x="122978" y="32095"/>
                  </a:cubicBezTo>
                  <a:cubicBezTo>
                    <a:pt x="132181" y="28274"/>
                    <a:pt x="142153" y="24722"/>
                    <a:pt x="152725" y="24602"/>
                  </a:cubicBezTo>
                  <a:cubicBezTo>
                    <a:pt x="152952" y="24600"/>
                    <a:pt x="153179" y="24598"/>
                    <a:pt x="153407" y="24598"/>
                  </a:cubicBezTo>
                  <a:cubicBezTo>
                    <a:pt x="162694" y="24598"/>
                    <a:pt x="172541" y="26730"/>
                    <a:pt x="182679" y="30945"/>
                  </a:cubicBezTo>
                  <a:cubicBezTo>
                    <a:pt x="185447" y="32095"/>
                    <a:pt x="188234" y="33381"/>
                    <a:pt x="190930" y="34624"/>
                  </a:cubicBezTo>
                  <a:cubicBezTo>
                    <a:pt x="193152" y="35649"/>
                    <a:pt x="195448" y="36707"/>
                    <a:pt x="197726" y="37686"/>
                  </a:cubicBezTo>
                  <a:cubicBezTo>
                    <a:pt x="202837" y="39885"/>
                    <a:pt x="207942" y="41928"/>
                    <a:pt x="212901" y="43763"/>
                  </a:cubicBezTo>
                  <a:cubicBezTo>
                    <a:pt x="220729" y="46656"/>
                    <a:pt x="227658" y="48955"/>
                    <a:pt x="234085" y="50788"/>
                  </a:cubicBezTo>
                  <a:lnTo>
                    <a:pt x="234341" y="50863"/>
                  </a:lnTo>
                  <a:lnTo>
                    <a:pt x="234344" y="50863"/>
                  </a:lnTo>
                  <a:lnTo>
                    <a:pt x="234344" y="34896"/>
                  </a:lnTo>
                  <a:lnTo>
                    <a:pt x="234204" y="34850"/>
                  </a:lnTo>
                  <a:cubicBezTo>
                    <a:pt x="233582" y="34654"/>
                    <a:pt x="232962" y="34481"/>
                    <a:pt x="232362" y="34340"/>
                  </a:cubicBezTo>
                  <a:cubicBezTo>
                    <a:pt x="229433" y="33647"/>
                    <a:pt x="226488" y="33352"/>
                    <a:pt x="223721" y="33110"/>
                  </a:cubicBezTo>
                  <a:cubicBezTo>
                    <a:pt x="220148" y="32797"/>
                    <a:pt x="216338" y="32457"/>
                    <a:pt x="212486" y="32074"/>
                  </a:cubicBezTo>
                  <a:cubicBezTo>
                    <a:pt x="207542" y="31581"/>
                    <a:pt x="203553" y="31128"/>
                    <a:pt x="199935" y="30653"/>
                  </a:cubicBezTo>
                  <a:lnTo>
                    <a:pt x="198416" y="30455"/>
                  </a:lnTo>
                  <a:cubicBezTo>
                    <a:pt x="194968" y="30009"/>
                    <a:pt x="191400" y="29547"/>
                    <a:pt x="187960" y="28753"/>
                  </a:cubicBezTo>
                  <a:cubicBezTo>
                    <a:pt x="187298" y="28602"/>
                    <a:pt x="186634" y="28454"/>
                    <a:pt x="185969" y="28310"/>
                  </a:cubicBezTo>
                  <a:cubicBezTo>
                    <a:pt x="183145" y="27690"/>
                    <a:pt x="180223" y="27051"/>
                    <a:pt x="177494" y="25795"/>
                  </a:cubicBezTo>
                  <a:cubicBezTo>
                    <a:pt x="176009" y="25111"/>
                    <a:pt x="174350" y="24245"/>
                    <a:pt x="173437" y="22596"/>
                  </a:cubicBezTo>
                  <a:cubicBezTo>
                    <a:pt x="172829" y="21493"/>
                    <a:pt x="172693" y="19876"/>
                    <a:pt x="173617" y="18921"/>
                  </a:cubicBezTo>
                  <a:cubicBezTo>
                    <a:pt x="174717" y="17783"/>
                    <a:pt x="176574" y="17760"/>
                    <a:pt x="177801" y="17745"/>
                  </a:cubicBezTo>
                  <a:cubicBezTo>
                    <a:pt x="177883" y="17744"/>
                    <a:pt x="177965" y="17744"/>
                    <a:pt x="178047" y="17744"/>
                  </a:cubicBezTo>
                  <a:cubicBezTo>
                    <a:pt x="180223" y="17744"/>
                    <a:pt x="182367" y="18103"/>
                    <a:pt x="184375" y="18494"/>
                  </a:cubicBezTo>
                  <a:cubicBezTo>
                    <a:pt x="186221" y="18853"/>
                    <a:pt x="188043" y="19296"/>
                    <a:pt x="190212" y="19850"/>
                  </a:cubicBezTo>
                  <a:cubicBezTo>
                    <a:pt x="192283" y="20380"/>
                    <a:pt x="194415" y="20683"/>
                    <a:pt x="196477" y="20976"/>
                  </a:cubicBezTo>
                  <a:lnTo>
                    <a:pt x="196594" y="20993"/>
                  </a:lnTo>
                  <a:cubicBezTo>
                    <a:pt x="201071" y="21630"/>
                    <a:pt x="204978" y="21943"/>
                    <a:pt x="208576" y="21943"/>
                  </a:cubicBezTo>
                  <a:cubicBezTo>
                    <a:pt x="210156" y="21943"/>
                    <a:pt x="211676" y="21883"/>
                    <a:pt x="213159" y="21763"/>
                  </a:cubicBezTo>
                  <a:cubicBezTo>
                    <a:pt x="219481" y="21255"/>
                    <a:pt x="224648" y="19666"/>
                    <a:pt x="228956" y="16905"/>
                  </a:cubicBezTo>
                  <a:cubicBezTo>
                    <a:pt x="230892" y="15665"/>
                    <a:pt x="232689" y="14110"/>
                    <a:pt x="234294" y="12287"/>
                  </a:cubicBezTo>
                  <a:lnTo>
                    <a:pt x="234344" y="12230"/>
                  </a:lnTo>
                  <a:lnTo>
                    <a:pt x="23434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6"/>
            <p:cNvSpPr/>
            <p:nvPr/>
          </p:nvSpPr>
          <p:spPr>
            <a:xfrm flipH="1">
              <a:off x="4020138" y="3448055"/>
              <a:ext cx="5171942" cy="1031731"/>
            </a:xfrm>
            <a:custGeom>
              <a:rect b="b" l="l" r="r" t="t"/>
              <a:pathLst>
                <a:path extrusionOk="0" h="25782" w="129242">
                  <a:moveTo>
                    <a:pt x="125667" y="404"/>
                  </a:moveTo>
                  <a:cubicBezTo>
                    <a:pt x="125949" y="404"/>
                    <a:pt x="126232" y="415"/>
                    <a:pt x="126514" y="437"/>
                  </a:cubicBezTo>
                  <a:cubicBezTo>
                    <a:pt x="127419" y="510"/>
                    <a:pt x="128375" y="690"/>
                    <a:pt x="128733" y="1442"/>
                  </a:cubicBezTo>
                  <a:cubicBezTo>
                    <a:pt x="127667" y="1898"/>
                    <a:pt x="126604" y="2366"/>
                    <a:pt x="125540" y="2833"/>
                  </a:cubicBezTo>
                  <a:cubicBezTo>
                    <a:pt x="121951" y="4414"/>
                    <a:pt x="118237" y="6047"/>
                    <a:pt x="114473" y="7141"/>
                  </a:cubicBezTo>
                  <a:cubicBezTo>
                    <a:pt x="113881" y="7314"/>
                    <a:pt x="113286" y="7483"/>
                    <a:pt x="112693" y="7649"/>
                  </a:cubicBezTo>
                  <a:cubicBezTo>
                    <a:pt x="110914" y="8149"/>
                    <a:pt x="109073" y="8666"/>
                    <a:pt x="107278" y="9330"/>
                  </a:cubicBezTo>
                  <a:cubicBezTo>
                    <a:pt x="105183" y="10108"/>
                    <a:pt x="102936" y="11055"/>
                    <a:pt x="100411" y="12228"/>
                  </a:cubicBezTo>
                  <a:cubicBezTo>
                    <a:pt x="97928" y="13381"/>
                    <a:pt x="95424" y="14634"/>
                    <a:pt x="93002" y="15844"/>
                  </a:cubicBezTo>
                  <a:cubicBezTo>
                    <a:pt x="86663" y="19013"/>
                    <a:pt x="80109" y="22288"/>
                    <a:pt x="73322" y="24097"/>
                  </a:cubicBezTo>
                  <a:cubicBezTo>
                    <a:pt x="70106" y="24955"/>
                    <a:pt x="66829" y="25381"/>
                    <a:pt x="63411" y="25381"/>
                  </a:cubicBezTo>
                  <a:cubicBezTo>
                    <a:pt x="61691" y="25381"/>
                    <a:pt x="59935" y="25273"/>
                    <a:pt x="58132" y="25057"/>
                  </a:cubicBezTo>
                  <a:cubicBezTo>
                    <a:pt x="54870" y="24667"/>
                    <a:pt x="51578" y="24000"/>
                    <a:pt x="48394" y="23351"/>
                  </a:cubicBezTo>
                  <a:cubicBezTo>
                    <a:pt x="46720" y="23010"/>
                    <a:pt x="44988" y="22658"/>
                    <a:pt x="43281" y="22351"/>
                  </a:cubicBezTo>
                  <a:cubicBezTo>
                    <a:pt x="38827" y="21551"/>
                    <a:pt x="34306" y="21314"/>
                    <a:pt x="29931" y="21085"/>
                  </a:cubicBezTo>
                  <a:lnTo>
                    <a:pt x="28914" y="21031"/>
                  </a:lnTo>
                  <a:cubicBezTo>
                    <a:pt x="25978" y="20874"/>
                    <a:pt x="23609" y="20501"/>
                    <a:pt x="21462" y="19855"/>
                  </a:cubicBezTo>
                  <a:cubicBezTo>
                    <a:pt x="19489" y="19259"/>
                    <a:pt x="17512" y="18432"/>
                    <a:pt x="15599" y="17635"/>
                  </a:cubicBezTo>
                  <a:cubicBezTo>
                    <a:pt x="15171" y="17457"/>
                    <a:pt x="14747" y="17279"/>
                    <a:pt x="14321" y="17105"/>
                  </a:cubicBezTo>
                  <a:cubicBezTo>
                    <a:pt x="12341" y="16286"/>
                    <a:pt x="10328" y="15433"/>
                    <a:pt x="8383" y="14606"/>
                  </a:cubicBezTo>
                  <a:cubicBezTo>
                    <a:pt x="5772" y="13497"/>
                    <a:pt x="3075" y="12349"/>
                    <a:pt x="404" y="11276"/>
                  </a:cubicBezTo>
                  <a:lnTo>
                    <a:pt x="403" y="11276"/>
                  </a:lnTo>
                  <a:lnTo>
                    <a:pt x="403" y="5584"/>
                  </a:lnTo>
                  <a:cubicBezTo>
                    <a:pt x="967" y="5874"/>
                    <a:pt x="1566" y="6170"/>
                    <a:pt x="2220" y="6484"/>
                  </a:cubicBezTo>
                  <a:cubicBezTo>
                    <a:pt x="2905" y="6811"/>
                    <a:pt x="3592" y="7131"/>
                    <a:pt x="4281" y="7450"/>
                  </a:cubicBezTo>
                  <a:cubicBezTo>
                    <a:pt x="6227" y="8357"/>
                    <a:pt x="8240" y="9293"/>
                    <a:pt x="10153" y="10412"/>
                  </a:cubicBezTo>
                  <a:cubicBezTo>
                    <a:pt x="12434" y="11746"/>
                    <a:pt x="14871" y="13148"/>
                    <a:pt x="17395" y="14337"/>
                  </a:cubicBezTo>
                  <a:cubicBezTo>
                    <a:pt x="25707" y="18255"/>
                    <a:pt x="35202" y="20169"/>
                    <a:pt x="46355" y="20169"/>
                  </a:cubicBezTo>
                  <a:cubicBezTo>
                    <a:pt x="47079" y="20169"/>
                    <a:pt x="47811" y="20161"/>
                    <a:pt x="48549" y="20145"/>
                  </a:cubicBezTo>
                  <a:cubicBezTo>
                    <a:pt x="59131" y="19914"/>
                    <a:pt x="70411" y="17805"/>
                    <a:pt x="84049" y="13504"/>
                  </a:cubicBezTo>
                  <a:cubicBezTo>
                    <a:pt x="89815" y="11685"/>
                    <a:pt x="95612" y="9562"/>
                    <a:pt x="101217" y="7507"/>
                  </a:cubicBezTo>
                  <a:cubicBezTo>
                    <a:pt x="104315" y="6374"/>
                    <a:pt x="107517" y="5200"/>
                    <a:pt x="110679" y="4091"/>
                  </a:cubicBezTo>
                  <a:cubicBezTo>
                    <a:pt x="114143" y="2876"/>
                    <a:pt x="117874" y="1648"/>
                    <a:pt x="121675" y="895"/>
                  </a:cubicBezTo>
                  <a:cubicBezTo>
                    <a:pt x="122896" y="652"/>
                    <a:pt x="124279" y="404"/>
                    <a:pt x="125667" y="404"/>
                  </a:cubicBezTo>
                  <a:close/>
                  <a:moveTo>
                    <a:pt x="125672" y="1"/>
                  </a:moveTo>
                  <a:cubicBezTo>
                    <a:pt x="124248" y="1"/>
                    <a:pt x="122839" y="252"/>
                    <a:pt x="121598" y="497"/>
                  </a:cubicBezTo>
                  <a:cubicBezTo>
                    <a:pt x="117773" y="1256"/>
                    <a:pt x="114025" y="2491"/>
                    <a:pt x="110546" y="3711"/>
                  </a:cubicBezTo>
                  <a:cubicBezTo>
                    <a:pt x="107384" y="4820"/>
                    <a:pt x="104179" y="5993"/>
                    <a:pt x="101080" y="7129"/>
                  </a:cubicBezTo>
                  <a:cubicBezTo>
                    <a:pt x="95477" y="9180"/>
                    <a:pt x="89685" y="11305"/>
                    <a:pt x="83929" y="13120"/>
                  </a:cubicBezTo>
                  <a:cubicBezTo>
                    <a:pt x="70328" y="17407"/>
                    <a:pt x="59084" y="19512"/>
                    <a:pt x="48540" y="19742"/>
                  </a:cubicBezTo>
                  <a:cubicBezTo>
                    <a:pt x="47811" y="19758"/>
                    <a:pt x="47089" y="19766"/>
                    <a:pt x="46374" y="19766"/>
                  </a:cubicBezTo>
                  <a:cubicBezTo>
                    <a:pt x="35268" y="19766"/>
                    <a:pt x="25827" y="17865"/>
                    <a:pt x="17567" y="13971"/>
                  </a:cubicBezTo>
                  <a:cubicBezTo>
                    <a:pt x="15057" y="12788"/>
                    <a:pt x="12628" y="11391"/>
                    <a:pt x="10355" y="10062"/>
                  </a:cubicBezTo>
                  <a:cubicBezTo>
                    <a:pt x="8426" y="8935"/>
                    <a:pt x="6404" y="7993"/>
                    <a:pt x="4448" y="7084"/>
                  </a:cubicBezTo>
                  <a:cubicBezTo>
                    <a:pt x="3762" y="6767"/>
                    <a:pt x="3076" y="6447"/>
                    <a:pt x="2395" y="6120"/>
                  </a:cubicBezTo>
                  <a:cubicBezTo>
                    <a:pt x="1626" y="5754"/>
                    <a:pt x="940" y="5411"/>
                    <a:pt x="294" y="5075"/>
                  </a:cubicBezTo>
                  <a:lnTo>
                    <a:pt x="0" y="4921"/>
                  </a:lnTo>
                  <a:lnTo>
                    <a:pt x="0" y="11545"/>
                  </a:lnTo>
                  <a:lnTo>
                    <a:pt x="126" y="11595"/>
                  </a:lnTo>
                  <a:cubicBezTo>
                    <a:pt x="2833" y="12684"/>
                    <a:pt x="5574" y="13848"/>
                    <a:pt x="8224" y="14973"/>
                  </a:cubicBezTo>
                  <a:cubicBezTo>
                    <a:pt x="10170" y="15801"/>
                    <a:pt x="12184" y="16656"/>
                    <a:pt x="14167" y="17473"/>
                  </a:cubicBezTo>
                  <a:cubicBezTo>
                    <a:pt x="14591" y="17649"/>
                    <a:pt x="15016" y="17828"/>
                    <a:pt x="15441" y="18003"/>
                  </a:cubicBezTo>
                  <a:cubicBezTo>
                    <a:pt x="17363" y="18808"/>
                    <a:pt x="19349" y="19638"/>
                    <a:pt x="21344" y="20238"/>
                  </a:cubicBezTo>
                  <a:cubicBezTo>
                    <a:pt x="23523" y="20895"/>
                    <a:pt x="25922" y="21274"/>
                    <a:pt x="28892" y="21431"/>
                  </a:cubicBezTo>
                  <a:lnTo>
                    <a:pt x="29910" y="21485"/>
                  </a:lnTo>
                  <a:cubicBezTo>
                    <a:pt x="34272" y="21714"/>
                    <a:pt x="38783" y="21950"/>
                    <a:pt x="43209" y="22746"/>
                  </a:cubicBezTo>
                  <a:cubicBezTo>
                    <a:pt x="44912" y="23053"/>
                    <a:pt x="46641" y="23406"/>
                    <a:pt x="48313" y="23744"/>
                  </a:cubicBezTo>
                  <a:cubicBezTo>
                    <a:pt x="51505" y="24393"/>
                    <a:pt x="54806" y="25065"/>
                    <a:pt x="58085" y="25456"/>
                  </a:cubicBezTo>
                  <a:cubicBezTo>
                    <a:pt x="59905" y="25673"/>
                    <a:pt x="61677" y="25782"/>
                    <a:pt x="63414" y="25782"/>
                  </a:cubicBezTo>
                  <a:cubicBezTo>
                    <a:pt x="66866" y="25782"/>
                    <a:pt x="70177" y="25352"/>
                    <a:pt x="73425" y="24486"/>
                  </a:cubicBezTo>
                  <a:cubicBezTo>
                    <a:pt x="80253" y="22666"/>
                    <a:pt x="86826" y="19379"/>
                    <a:pt x="93183" y="16202"/>
                  </a:cubicBezTo>
                  <a:cubicBezTo>
                    <a:pt x="95603" y="14991"/>
                    <a:pt x="98105" y="13741"/>
                    <a:pt x="100582" y="12591"/>
                  </a:cubicBezTo>
                  <a:cubicBezTo>
                    <a:pt x="103097" y="11422"/>
                    <a:pt x="105333" y="10479"/>
                    <a:pt x="107419" y="9706"/>
                  </a:cubicBezTo>
                  <a:cubicBezTo>
                    <a:pt x="109198" y="9046"/>
                    <a:pt x="111031" y="8532"/>
                    <a:pt x="112803" y="8033"/>
                  </a:cubicBezTo>
                  <a:cubicBezTo>
                    <a:pt x="113399" y="7867"/>
                    <a:pt x="113993" y="7699"/>
                    <a:pt x="114588" y="7526"/>
                  </a:cubicBezTo>
                  <a:cubicBezTo>
                    <a:pt x="118376" y="6424"/>
                    <a:pt x="122102" y="4784"/>
                    <a:pt x="125704" y="3199"/>
                  </a:cubicBezTo>
                  <a:cubicBezTo>
                    <a:pt x="126826" y="2705"/>
                    <a:pt x="127947" y="2212"/>
                    <a:pt x="129073" y="1733"/>
                  </a:cubicBezTo>
                  <a:lnTo>
                    <a:pt x="129242" y="1662"/>
                  </a:lnTo>
                  <a:lnTo>
                    <a:pt x="129185" y="1488"/>
                  </a:lnTo>
                  <a:cubicBezTo>
                    <a:pt x="128775" y="216"/>
                    <a:pt x="127216" y="89"/>
                    <a:pt x="126549" y="34"/>
                  </a:cubicBezTo>
                  <a:cubicBezTo>
                    <a:pt x="126257" y="11"/>
                    <a:pt x="125964" y="1"/>
                    <a:pt x="1256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6"/>
            <p:cNvSpPr/>
            <p:nvPr/>
          </p:nvSpPr>
          <p:spPr>
            <a:xfrm flipH="1">
              <a:off x="-186021" y="3773081"/>
              <a:ext cx="9378021" cy="2233737"/>
            </a:xfrm>
            <a:custGeom>
              <a:rect b="b" l="l" r="r" t="t"/>
              <a:pathLst>
                <a:path extrusionOk="0" h="55819" w="234348">
                  <a:moveTo>
                    <a:pt x="144981" y="403"/>
                  </a:moveTo>
                  <a:cubicBezTo>
                    <a:pt x="150962" y="403"/>
                    <a:pt x="156924" y="882"/>
                    <a:pt x="162787" y="1836"/>
                  </a:cubicBezTo>
                  <a:cubicBezTo>
                    <a:pt x="170740" y="3127"/>
                    <a:pt x="179016" y="5583"/>
                    <a:pt x="189615" y="9797"/>
                  </a:cubicBezTo>
                  <a:cubicBezTo>
                    <a:pt x="198427" y="13299"/>
                    <a:pt x="207411" y="17431"/>
                    <a:pt x="216323" y="22082"/>
                  </a:cubicBezTo>
                  <a:lnTo>
                    <a:pt x="218254" y="23088"/>
                  </a:lnTo>
                  <a:cubicBezTo>
                    <a:pt x="223483" y="25804"/>
                    <a:pt x="228885" y="28612"/>
                    <a:pt x="233942" y="32005"/>
                  </a:cubicBezTo>
                  <a:lnTo>
                    <a:pt x="233942" y="40242"/>
                  </a:lnTo>
                  <a:cubicBezTo>
                    <a:pt x="230357" y="38005"/>
                    <a:pt x="227378" y="36353"/>
                    <a:pt x="224590" y="35054"/>
                  </a:cubicBezTo>
                  <a:cubicBezTo>
                    <a:pt x="215470" y="30808"/>
                    <a:pt x="205746" y="28155"/>
                    <a:pt x="196343" y="25590"/>
                  </a:cubicBezTo>
                  <a:cubicBezTo>
                    <a:pt x="195383" y="25330"/>
                    <a:pt x="194423" y="25067"/>
                    <a:pt x="193466" y="24804"/>
                  </a:cubicBezTo>
                  <a:cubicBezTo>
                    <a:pt x="172307" y="18995"/>
                    <a:pt x="155262" y="16255"/>
                    <a:pt x="139723" y="16255"/>
                  </a:cubicBezTo>
                  <a:cubicBezTo>
                    <a:pt x="136241" y="16255"/>
                    <a:pt x="132834" y="16392"/>
                    <a:pt x="129473" y="16664"/>
                  </a:cubicBezTo>
                  <a:cubicBezTo>
                    <a:pt x="117659" y="17617"/>
                    <a:pt x="108992" y="19950"/>
                    <a:pt x="101363" y="24225"/>
                  </a:cubicBezTo>
                  <a:cubicBezTo>
                    <a:pt x="95848" y="27316"/>
                    <a:pt x="90586" y="31262"/>
                    <a:pt x="85495" y="35080"/>
                  </a:cubicBezTo>
                  <a:cubicBezTo>
                    <a:pt x="82539" y="37296"/>
                    <a:pt x="79484" y="39588"/>
                    <a:pt x="76413" y="41684"/>
                  </a:cubicBezTo>
                  <a:cubicBezTo>
                    <a:pt x="71394" y="45113"/>
                    <a:pt x="67146" y="47471"/>
                    <a:pt x="63039" y="49108"/>
                  </a:cubicBezTo>
                  <a:cubicBezTo>
                    <a:pt x="58787" y="50804"/>
                    <a:pt x="54022" y="52109"/>
                    <a:pt x="48045" y="53216"/>
                  </a:cubicBezTo>
                  <a:cubicBezTo>
                    <a:pt x="40031" y="54703"/>
                    <a:pt x="31384" y="55416"/>
                    <a:pt x="21189" y="55416"/>
                  </a:cubicBezTo>
                  <a:cubicBezTo>
                    <a:pt x="19290" y="55416"/>
                    <a:pt x="17337" y="55391"/>
                    <a:pt x="15325" y="55342"/>
                  </a:cubicBezTo>
                  <a:cubicBezTo>
                    <a:pt x="9761" y="55207"/>
                    <a:pt x="4879" y="54966"/>
                    <a:pt x="402" y="54612"/>
                  </a:cubicBezTo>
                  <a:lnTo>
                    <a:pt x="407" y="54612"/>
                  </a:lnTo>
                  <a:lnTo>
                    <a:pt x="407" y="49284"/>
                  </a:lnTo>
                  <a:cubicBezTo>
                    <a:pt x="817" y="49421"/>
                    <a:pt x="1230" y="49561"/>
                    <a:pt x="1643" y="49700"/>
                  </a:cubicBezTo>
                  <a:cubicBezTo>
                    <a:pt x="4359" y="50619"/>
                    <a:pt x="7168" y="51566"/>
                    <a:pt x="9980" y="52235"/>
                  </a:cubicBezTo>
                  <a:cubicBezTo>
                    <a:pt x="12206" y="52763"/>
                    <a:pt x="14788" y="53377"/>
                    <a:pt x="17344" y="53377"/>
                  </a:cubicBezTo>
                  <a:cubicBezTo>
                    <a:pt x="18683" y="53377"/>
                    <a:pt x="20014" y="53208"/>
                    <a:pt x="21283" y="52772"/>
                  </a:cubicBezTo>
                  <a:cubicBezTo>
                    <a:pt x="22931" y="52205"/>
                    <a:pt x="23878" y="51164"/>
                    <a:pt x="24025" y="49761"/>
                  </a:cubicBezTo>
                  <a:cubicBezTo>
                    <a:pt x="24231" y="47784"/>
                    <a:pt x="23055" y="45926"/>
                    <a:pt x="21802" y="44960"/>
                  </a:cubicBezTo>
                  <a:cubicBezTo>
                    <a:pt x="20124" y="43670"/>
                    <a:pt x="18067" y="43236"/>
                    <a:pt x="16094" y="42961"/>
                  </a:cubicBezTo>
                  <a:cubicBezTo>
                    <a:pt x="13968" y="42663"/>
                    <a:pt x="11797" y="42629"/>
                    <a:pt x="9701" y="42596"/>
                  </a:cubicBezTo>
                  <a:lnTo>
                    <a:pt x="9254" y="42589"/>
                  </a:lnTo>
                  <a:cubicBezTo>
                    <a:pt x="6994" y="42550"/>
                    <a:pt x="4310" y="42346"/>
                    <a:pt x="1553" y="41105"/>
                  </a:cubicBezTo>
                  <a:cubicBezTo>
                    <a:pt x="1170" y="40933"/>
                    <a:pt x="784" y="40741"/>
                    <a:pt x="402" y="40534"/>
                  </a:cubicBezTo>
                  <a:lnTo>
                    <a:pt x="402" y="31531"/>
                  </a:lnTo>
                  <a:cubicBezTo>
                    <a:pt x="6844" y="32915"/>
                    <a:pt x="13326" y="34726"/>
                    <a:pt x="19599" y="36477"/>
                  </a:cubicBezTo>
                  <a:cubicBezTo>
                    <a:pt x="22674" y="37335"/>
                    <a:pt x="25850" y="38224"/>
                    <a:pt x="28985" y="39049"/>
                  </a:cubicBezTo>
                  <a:cubicBezTo>
                    <a:pt x="36397" y="41005"/>
                    <a:pt x="46195" y="43249"/>
                    <a:pt x="56268" y="43249"/>
                  </a:cubicBezTo>
                  <a:lnTo>
                    <a:pt x="56298" y="43249"/>
                  </a:lnTo>
                  <a:cubicBezTo>
                    <a:pt x="60549" y="43247"/>
                    <a:pt x="65413" y="43043"/>
                    <a:pt x="69372" y="40633"/>
                  </a:cubicBezTo>
                  <a:cubicBezTo>
                    <a:pt x="71055" y="39609"/>
                    <a:pt x="72214" y="38269"/>
                    <a:pt x="72821" y="36652"/>
                  </a:cubicBezTo>
                  <a:cubicBezTo>
                    <a:pt x="73454" y="34967"/>
                    <a:pt x="73654" y="32595"/>
                    <a:pt x="72675" y="31095"/>
                  </a:cubicBezTo>
                  <a:cubicBezTo>
                    <a:pt x="71475" y="29255"/>
                    <a:pt x="69235" y="29002"/>
                    <a:pt x="67193" y="29002"/>
                  </a:cubicBezTo>
                  <a:lnTo>
                    <a:pt x="67163" y="29002"/>
                  </a:lnTo>
                  <a:cubicBezTo>
                    <a:pt x="64338" y="29005"/>
                    <a:pt x="61485" y="29632"/>
                    <a:pt x="59033" y="30219"/>
                  </a:cubicBezTo>
                  <a:cubicBezTo>
                    <a:pt x="58197" y="30419"/>
                    <a:pt x="57351" y="30648"/>
                    <a:pt x="56532" y="30868"/>
                  </a:cubicBezTo>
                  <a:cubicBezTo>
                    <a:pt x="55224" y="31222"/>
                    <a:pt x="53869" y="31587"/>
                    <a:pt x="52529" y="31845"/>
                  </a:cubicBezTo>
                  <a:cubicBezTo>
                    <a:pt x="48490" y="32626"/>
                    <a:pt x="44235" y="33024"/>
                    <a:pt x="39894" y="33024"/>
                  </a:cubicBezTo>
                  <a:cubicBezTo>
                    <a:pt x="39863" y="33024"/>
                    <a:pt x="39832" y="33024"/>
                    <a:pt x="39801" y="33024"/>
                  </a:cubicBezTo>
                  <a:cubicBezTo>
                    <a:pt x="26833" y="33011"/>
                    <a:pt x="13576" y="29869"/>
                    <a:pt x="402" y="23687"/>
                  </a:cubicBezTo>
                  <a:lnTo>
                    <a:pt x="402" y="6011"/>
                  </a:lnTo>
                  <a:cubicBezTo>
                    <a:pt x="1635" y="6344"/>
                    <a:pt x="2827" y="6712"/>
                    <a:pt x="3952" y="7104"/>
                  </a:cubicBezTo>
                  <a:cubicBezTo>
                    <a:pt x="7474" y="8330"/>
                    <a:pt x="10930" y="10023"/>
                    <a:pt x="14269" y="11659"/>
                  </a:cubicBezTo>
                  <a:cubicBezTo>
                    <a:pt x="15159" y="12095"/>
                    <a:pt x="16051" y="12530"/>
                    <a:pt x="16944" y="12959"/>
                  </a:cubicBezTo>
                  <a:cubicBezTo>
                    <a:pt x="21849" y="15315"/>
                    <a:pt x="26184" y="17153"/>
                    <a:pt x="30193" y="18579"/>
                  </a:cubicBezTo>
                  <a:cubicBezTo>
                    <a:pt x="37329" y="21116"/>
                    <a:pt x="44835" y="22386"/>
                    <a:pt x="52799" y="22386"/>
                  </a:cubicBezTo>
                  <a:cubicBezTo>
                    <a:pt x="62775" y="22386"/>
                    <a:pt x="73472" y="20393"/>
                    <a:pt x="85065" y="16400"/>
                  </a:cubicBezTo>
                  <a:cubicBezTo>
                    <a:pt x="89374" y="14915"/>
                    <a:pt x="93852" y="13162"/>
                    <a:pt x="98753" y="11037"/>
                  </a:cubicBezTo>
                  <a:cubicBezTo>
                    <a:pt x="99763" y="10600"/>
                    <a:pt x="100773" y="10151"/>
                    <a:pt x="101781" y="9706"/>
                  </a:cubicBezTo>
                  <a:cubicBezTo>
                    <a:pt x="104805" y="8364"/>
                    <a:pt x="107933" y="6975"/>
                    <a:pt x="111082" y="5882"/>
                  </a:cubicBezTo>
                  <a:cubicBezTo>
                    <a:pt x="119135" y="3086"/>
                    <a:pt x="127851" y="1338"/>
                    <a:pt x="136984" y="688"/>
                  </a:cubicBezTo>
                  <a:cubicBezTo>
                    <a:pt x="139649" y="498"/>
                    <a:pt x="142317" y="403"/>
                    <a:pt x="144981" y="403"/>
                  </a:cubicBezTo>
                  <a:close/>
                  <a:moveTo>
                    <a:pt x="144959" y="1"/>
                  </a:moveTo>
                  <a:cubicBezTo>
                    <a:pt x="142293" y="1"/>
                    <a:pt x="139623" y="96"/>
                    <a:pt x="136956" y="285"/>
                  </a:cubicBezTo>
                  <a:cubicBezTo>
                    <a:pt x="127785" y="938"/>
                    <a:pt x="119037" y="2693"/>
                    <a:pt x="110949" y="5501"/>
                  </a:cubicBezTo>
                  <a:cubicBezTo>
                    <a:pt x="107786" y="6599"/>
                    <a:pt x="104650" y="7991"/>
                    <a:pt x="101618" y="9337"/>
                  </a:cubicBezTo>
                  <a:cubicBezTo>
                    <a:pt x="100610" y="9784"/>
                    <a:pt x="99605" y="10230"/>
                    <a:pt x="98594" y="10669"/>
                  </a:cubicBezTo>
                  <a:cubicBezTo>
                    <a:pt x="93702" y="12788"/>
                    <a:pt x="89236" y="14538"/>
                    <a:pt x="84935" y="16020"/>
                  </a:cubicBezTo>
                  <a:cubicBezTo>
                    <a:pt x="73384" y="19997"/>
                    <a:pt x="62731" y="21983"/>
                    <a:pt x="52798" y="21983"/>
                  </a:cubicBezTo>
                  <a:cubicBezTo>
                    <a:pt x="44880" y="21983"/>
                    <a:pt x="37420" y="20721"/>
                    <a:pt x="30329" y="18200"/>
                  </a:cubicBezTo>
                  <a:cubicBezTo>
                    <a:pt x="26334" y="16780"/>
                    <a:pt x="22012" y="14948"/>
                    <a:pt x="17118" y="12599"/>
                  </a:cubicBezTo>
                  <a:cubicBezTo>
                    <a:pt x="16225" y="12172"/>
                    <a:pt x="15335" y="11736"/>
                    <a:pt x="14448" y="11300"/>
                  </a:cubicBezTo>
                  <a:cubicBezTo>
                    <a:pt x="11097" y="9658"/>
                    <a:pt x="7631" y="7961"/>
                    <a:pt x="4086" y="6726"/>
                  </a:cubicBezTo>
                  <a:cubicBezTo>
                    <a:pt x="2874" y="6305"/>
                    <a:pt x="1587" y="5911"/>
                    <a:pt x="257" y="5556"/>
                  </a:cubicBezTo>
                  <a:lnTo>
                    <a:pt x="2" y="5489"/>
                  </a:lnTo>
                  <a:lnTo>
                    <a:pt x="2" y="23947"/>
                  </a:lnTo>
                  <a:lnTo>
                    <a:pt x="118" y="24001"/>
                  </a:lnTo>
                  <a:cubicBezTo>
                    <a:pt x="13383" y="30245"/>
                    <a:pt x="26736" y="33418"/>
                    <a:pt x="39802" y="33430"/>
                  </a:cubicBezTo>
                  <a:cubicBezTo>
                    <a:pt x="39862" y="33430"/>
                    <a:pt x="39922" y="33430"/>
                    <a:pt x="39983" y="33430"/>
                  </a:cubicBezTo>
                  <a:cubicBezTo>
                    <a:pt x="44319" y="33430"/>
                    <a:pt x="48571" y="33023"/>
                    <a:pt x="52607" y="32244"/>
                  </a:cubicBezTo>
                  <a:cubicBezTo>
                    <a:pt x="53961" y="31982"/>
                    <a:pt x="55324" y="31615"/>
                    <a:pt x="56640" y="31261"/>
                  </a:cubicBezTo>
                  <a:cubicBezTo>
                    <a:pt x="57454" y="31041"/>
                    <a:pt x="58297" y="30815"/>
                    <a:pt x="59127" y="30616"/>
                  </a:cubicBezTo>
                  <a:cubicBezTo>
                    <a:pt x="61559" y="30033"/>
                    <a:pt x="64382" y="29412"/>
                    <a:pt x="67164" y="29409"/>
                  </a:cubicBezTo>
                  <a:cubicBezTo>
                    <a:pt x="67187" y="29409"/>
                    <a:pt x="67210" y="29409"/>
                    <a:pt x="67233" y="29409"/>
                  </a:cubicBezTo>
                  <a:cubicBezTo>
                    <a:pt x="69147" y="29409"/>
                    <a:pt x="71252" y="29651"/>
                    <a:pt x="72340" y="31318"/>
                  </a:cubicBezTo>
                  <a:cubicBezTo>
                    <a:pt x="73241" y="32701"/>
                    <a:pt x="73043" y="34924"/>
                    <a:pt x="72447" y="36513"/>
                  </a:cubicBezTo>
                  <a:cubicBezTo>
                    <a:pt x="71871" y="38046"/>
                    <a:pt x="70768" y="39317"/>
                    <a:pt x="69163" y="40292"/>
                  </a:cubicBezTo>
                  <a:cubicBezTo>
                    <a:pt x="65293" y="42649"/>
                    <a:pt x="60492" y="42849"/>
                    <a:pt x="56298" y="42850"/>
                  </a:cubicBezTo>
                  <a:lnTo>
                    <a:pt x="56268" y="42850"/>
                  </a:lnTo>
                  <a:cubicBezTo>
                    <a:pt x="46241" y="42850"/>
                    <a:pt x="36475" y="40614"/>
                    <a:pt x="29086" y="38666"/>
                  </a:cubicBezTo>
                  <a:cubicBezTo>
                    <a:pt x="25956" y="37839"/>
                    <a:pt x="22778" y="36952"/>
                    <a:pt x="19706" y="36095"/>
                  </a:cubicBezTo>
                  <a:cubicBezTo>
                    <a:pt x="13350" y="34319"/>
                    <a:pt x="6776" y="32482"/>
                    <a:pt x="244" y="31089"/>
                  </a:cubicBezTo>
                  <a:lnTo>
                    <a:pt x="1" y="31038"/>
                  </a:lnTo>
                  <a:lnTo>
                    <a:pt x="1" y="40777"/>
                  </a:lnTo>
                  <a:lnTo>
                    <a:pt x="105" y="40834"/>
                  </a:lnTo>
                  <a:cubicBezTo>
                    <a:pt x="528" y="41068"/>
                    <a:pt x="960" y="41284"/>
                    <a:pt x="1387" y="41477"/>
                  </a:cubicBezTo>
                  <a:cubicBezTo>
                    <a:pt x="4210" y="42747"/>
                    <a:pt x="6945" y="42957"/>
                    <a:pt x="9247" y="42996"/>
                  </a:cubicBezTo>
                  <a:lnTo>
                    <a:pt x="9694" y="43003"/>
                  </a:lnTo>
                  <a:cubicBezTo>
                    <a:pt x="11777" y="43036"/>
                    <a:pt x="13933" y="43072"/>
                    <a:pt x="16035" y="43364"/>
                  </a:cubicBezTo>
                  <a:cubicBezTo>
                    <a:pt x="17956" y="43633"/>
                    <a:pt x="19953" y="44050"/>
                    <a:pt x="21555" y="45283"/>
                  </a:cubicBezTo>
                  <a:cubicBezTo>
                    <a:pt x="22721" y="46179"/>
                    <a:pt x="23812" y="47901"/>
                    <a:pt x="23624" y="49723"/>
                  </a:cubicBezTo>
                  <a:cubicBezTo>
                    <a:pt x="23492" y="50977"/>
                    <a:pt x="22661" y="51876"/>
                    <a:pt x="21149" y="52395"/>
                  </a:cubicBezTo>
                  <a:cubicBezTo>
                    <a:pt x="19929" y="52815"/>
                    <a:pt x="18642" y="52977"/>
                    <a:pt x="17343" y="52977"/>
                  </a:cubicBezTo>
                  <a:cubicBezTo>
                    <a:pt x="14829" y="52977"/>
                    <a:pt x="12272" y="52369"/>
                    <a:pt x="10068" y="51847"/>
                  </a:cubicBezTo>
                  <a:cubicBezTo>
                    <a:pt x="7275" y="51184"/>
                    <a:pt x="4475" y="50237"/>
                    <a:pt x="1767" y="49323"/>
                  </a:cubicBezTo>
                  <a:cubicBezTo>
                    <a:pt x="1267" y="49155"/>
                    <a:pt x="767" y="48985"/>
                    <a:pt x="265" y="48818"/>
                  </a:cubicBezTo>
                  <a:lnTo>
                    <a:pt x="1" y="48728"/>
                  </a:lnTo>
                  <a:lnTo>
                    <a:pt x="1" y="54985"/>
                  </a:lnTo>
                  <a:lnTo>
                    <a:pt x="187" y="54999"/>
                  </a:lnTo>
                  <a:cubicBezTo>
                    <a:pt x="4720" y="55364"/>
                    <a:pt x="9668" y="55608"/>
                    <a:pt x="15316" y="55745"/>
                  </a:cubicBezTo>
                  <a:cubicBezTo>
                    <a:pt x="17327" y="55794"/>
                    <a:pt x="19280" y="55818"/>
                    <a:pt x="21180" y="55818"/>
                  </a:cubicBezTo>
                  <a:cubicBezTo>
                    <a:pt x="31405" y="55818"/>
                    <a:pt x="40078" y="55104"/>
                    <a:pt x="48122" y="53615"/>
                  </a:cubicBezTo>
                  <a:cubicBezTo>
                    <a:pt x="54125" y="52502"/>
                    <a:pt x="58913" y="51189"/>
                    <a:pt x="63191" y="49484"/>
                  </a:cubicBezTo>
                  <a:cubicBezTo>
                    <a:pt x="67326" y="47835"/>
                    <a:pt x="71599" y="45463"/>
                    <a:pt x="76643" y="42018"/>
                  </a:cubicBezTo>
                  <a:cubicBezTo>
                    <a:pt x="79721" y="39917"/>
                    <a:pt x="82780" y="37621"/>
                    <a:pt x="85739" y="35403"/>
                  </a:cubicBezTo>
                  <a:cubicBezTo>
                    <a:pt x="90819" y="31594"/>
                    <a:pt x="96072" y="27654"/>
                    <a:pt x="101563" y="24578"/>
                  </a:cubicBezTo>
                  <a:cubicBezTo>
                    <a:pt x="109139" y="20330"/>
                    <a:pt x="117758" y="18014"/>
                    <a:pt x="129508" y="17065"/>
                  </a:cubicBezTo>
                  <a:cubicBezTo>
                    <a:pt x="132858" y="16795"/>
                    <a:pt x="136254" y="16658"/>
                    <a:pt x="139725" y="16658"/>
                  </a:cubicBezTo>
                  <a:cubicBezTo>
                    <a:pt x="155229" y="16658"/>
                    <a:pt x="172239" y="19393"/>
                    <a:pt x="193363" y="25194"/>
                  </a:cubicBezTo>
                  <a:cubicBezTo>
                    <a:pt x="194320" y="25456"/>
                    <a:pt x="195279" y="25717"/>
                    <a:pt x="196240" y="25980"/>
                  </a:cubicBezTo>
                  <a:cubicBezTo>
                    <a:pt x="205628" y="28540"/>
                    <a:pt x="215334" y="31188"/>
                    <a:pt x="224421" y="35420"/>
                  </a:cubicBezTo>
                  <a:cubicBezTo>
                    <a:pt x="227275" y="36749"/>
                    <a:pt x="230329" y="38452"/>
                    <a:pt x="234037" y="40778"/>
                  </a:cubicBezTo>
                  <a:lnTo>
                    <a:pt x="234347" y="40971"/>
                  </a:lnTo>
                  <a:lnTo>
                    <a:pt x="234347" y="31794"/>
                  </a:lnTo>
                  <a:lnTo>
                    <a:pt x="234257" y="31734"/>
                  </a:lnTo>
                  <a:cubicBezTo>
                    <a:pt x="229156" y="28302"/>
                    <a:pt x="223710" y="25471"/>
                    <a:pt x="218442" y="22732"/>
                  </a:cubicBezTo>
                  <a:lnTo>
                    <a:pt x="216510" y="21728"/>
                  </a:lnTo>
                  <a:cubicBezTo>
                    <a:pt x="207587" y="17070"/>
                    <a:pt x="198587" y="12930"/>
                    <a:pt x="189764" y="9423"/>
                  </a:cubicBezTo>
                  <a:cubicBezTo>
                    <a:pt x="179135" y="5199"/>
                    <a:pt x="170836" y="2739"/>
                    <a:pt x="162852" y="1440"/>
                  </a:cubicBezTo>
                  <a:cubicBezTo>
                    <a:pt x="156959" y="482"/>
                    <a:pt x="150969" y="1"/>
                    <a:pt x="1449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6"/>
            <p:cNvSpPr/>
            <p:nvPr/>
          </p:nvSpPr>
          <p:spPr>
            <a:xfrm flipH="1">
              <a:off x="-185914" y="4687574"/>
              <a:ext cx="4977457" cy="2219891"/>
            </a:xfrm>
            <a:custGeom>
              <a:rect b="b" l="l" r="r" t="t"/>
              <a:pathLst>
                <a:path extrusionOk="0" h="55473" w="124382">
                  <a:moveTo>
                    <a:pt x="25918" y="402"/>
                  </a:moveTo>
                  <a:cubicBezTo>
                    <a:pt x="36041" y="402"/>
                    <a:pt x="47026" y="1991"/>
                    <a:pt x="60462" y="5393"/>
                  </a:cubicBezTo>
                  <a:cubicBezTo>
                    <a:pt x="70856" y="8024"/>
                    <a:pt x="81175" y="11807"/>
                    <a:pt x="91155" y="15464"/>
                  </a:cubicBezTo>
                  <a:cubicBezTo>
                    <a:pt x="92391" y="15917"/>
                    <a:pt x="93627" y="16369"/>
                    <a:pt x="94863" y="16822"/>
                  </a:cubicBezTo>
                  <a:lnTo>
                    <a:pt x="95647" y="17108"/>
                  </a:lnTo>
                  <a:cubicBezTo>
                    <a:pt x="105319" y="20631"/>
                    <a:pt x="115319" y="24277"/>
                    <a:pt x="123981" y="30890"/>
                  </a:cubicBezTo>
                  <a:lnTo>
                    <a:pt x="123981" y="53695"/>
                  </a:lnTo>
                  <a:cubicBezTo>
                    <a:pt x="123931" y="53594"/>
                    <a:pt x="123881" y="53490"/>
                    <a:pt x="123831" y="53388"/>
                  </a:cubicBezTo>
                  <a:cubicBezTo>
                    <a:pt x="121216" y="48116"/>
                    <a:pt x="118223" y="43645"/>
                    <a:pt x="114937" y="40100"/>
                  </a:cubicBezTo>
                  <a:cubicBezTo>
                    <a:pt x="110571" y="35392"/>
                    <a:pt x="105339" y="32142"/>
                    <a:pt x="101268" y="29834"/>
                  </a:cubicBezTo>
                  <a:cubicBezTo>
                    <a:pt x="91058" y="24049"/>
                    <a:pt x="80265" y="20787"/>
                    <a:pt x="69187" y="20137"/>
                  </a:cubicBezTo>
                  <a:cubicBezTo>
                    <a:pt x="67907" y="20061"/>
                    <a:pt x="66618" y="20024"/>
                    <a:pt x="65319" y="20024"/>
                  </a:cubicBezTo>
                  <a:cubicBezTo>
                    <a:pt x="61141" y="20024"/>
                    <a:pt x="56870" y="20411"/>
                    <a:pt x="52577" y="21181"/>
                  </a:cubicBezTo>
                  <a:cubicBezTo>
                    <a:pt x="48332" y="21940"/>
                    <a:pt x="44099" y="23239"/>
                    <a:pt x="40004" y="24495"/>
                  </a:cubicBezTo>
                  <a:cubicBezTo>
                    <a:pt x="38744" y="24880"/>
                    <a:pt x="37484" y="25268"/>
                    <a:pt x="36221" y="25639"/>
                  </a:cubicBezTo>
                  <a:cubicBezTo>
                    <a:pt x="30814" y="27232"/>
                    <a:pt x="25249" y="28662"/>
                    <a:pt x="19858" y="28662"/>
                  </a:cubicBezTo>
                  <a:cubicBezTo>
                    <a:pt x="15618" y="28662"/>
                    <a:pt x="11486" y="27778"/>
                    <a:pt x="7624" y="25392"/>
                  </a:cubicBezTo>
                  <a:cubicBezTo>
                    <a:pt x="1653" y="21703"/>
                    <a:pt x="639" y="17073"/>
                    <a:pt x="567" y="14640"/>
                  </a:cubicBezTo>
                  <a:cubicBezTo>
                    <a:pt x="413" y="9480"/>
                    <a:pt x="3668" y="6464"/>
                    <a:pt x="5623" y="5124"/>
                  </a:cubicBezTo>
                  <a:cubicBezTo>
                    <a:pt x="9015" y="2801"/>
                    <a:pt x="12910" y="1856"/>
                    <a:pt x="15924" y="1292"/>
                  </a:cubicBezTo>
                  <a:cubicBezTo>
                    <a:pt x="19039" y="709"/>
                    <a:pt x="22328" y="409"/>
                    <a:pt x="25700" y="402"/>
                  </a:cubicBezTo>
                  <a:close/>
                  <a:moveTo>
                    <a:pt x="25696" y="0"/>
                  </a:moveTo>
                  <a:cubicBezTo>
                    <a:pt x="22298" y="9"/>
                    <a:pt x="18984" y="309"/>
                    <a:pt x="15846" y="896"/>
                  </a:cubicBezTo>
                  <a:cubicBezTo>
                    <a:pt x="12791" y="1468"/>
                    <a:pt x="8843" y="2428"/>
                    <a:pt x="5390" y="4792"/>
                  </a:cubicBezTo>
                  <a:cubicBezTo>
                    <a:pt x="3368" y="6176"/>
                    <a:pt x="0" y="9300"/>
                    <a:pt x="160" y="14653"/>
                  </a:cubicBezTo>
                  <a:cubicBezTo>
                    <a:pt x="236" y="17166"/>
                    <a:pt x="1277" y="21947"/>
                    <a:pt x="7409" y="25735"/>
                  </a:cubicBezTo>
                  <a:cubicBezTo>
                    <a:pt x="11344" y="28167"/>
                    <a:pt x="15543" y="29067"/>
                    <a:pt x="19845" y="29067"/>
                  </a:cubicBezTo>
                  <a:cubicBezTo>
                    <a:pt x="25284" y="29067"/>
                    <a:pt x="30887" y="27628"/>
                    <a:pt x="36329" y="26025"/>
                  </a:cubicBezTo>
                  <a:cubicBezTo>
                    <a:pt x="37594" y="25653"/>
                    <a:pt x="38857" y="25265"/>
                    <a:pt x="40120" y="24877"/>
                  </a:cubicBezTo>
                  <a:cubicBezTo>
                    <a:pt x="44202" y="23626"/>
                    <a:pt x="48423" y="22331"/>
                    <a:pt x="52645" y="21575"/>
                  </a:cubicBezTo>
                  <a:cubicBezTo>
                    <a:pt x="56919" y="20811"/>
                    <a:pt x="61167" y="20426"/>
                    <a:pt x="65320" y="20426"/>
                  </a:cubicBezTo>
                  <a:cubicBezTo>
                    <a:pt x="66611" y="20426"/>
                    <a:pt x="67892" y="20464"/>
                    <a:pt x="69163" y="20538"/>
                  </a:cubicBezTo>
                  <a:cubicBezTo>
                    <a:pt x="80177" y="21183"/>
                    <a:pt x="90911" y="24429"/>
                    <a:pt x="101068" y="30184"/>
                  </a:cubicBezTo>
                  <a:cubicBezTo>
                    <a:pt x="105113" y="32476"/>
                    <a:pt x="110313" y="35707"/>
                    <a:pt x="114641" y="40373"/>
                  </a:cubicBezTo>
                  <a:cubicBezTo>
                    <a:pt x="117901" y="43892"/>
                    <a:pt x="120872" y="48330"/>
                    <a:pt x="123468" y="53567"/>
                  </a:cubicBezTo>
                  <a:cubicBezTo>
                    <a:pt x="123595" y="53824"/>
                    <a:pt x="123718" y="54084"/>
                    <a:pt x="123842" y="54344"/>
                  </a:cubicBezTo>
                  <a:lnTo>
                    <a:pt x="124380" y="55470"/>
                  </a:lnTo>
                  <a:lnTo>
                    <a:pt x="124380" y="30691"/>
                  </a:lnTo>
                  <a:lnTo>
                    <a:pt x="124301" y="30630"/>
                  </a:lnTo>
                  <a:cubicBezTo>
                    <a:pt x="115571" y="23942"/>
                    <a:pt x="105512" y="20275"/>
                    <a:pt x="95782" y="16727"/>
                  </a:cubicBezTo>
                  <a:lnTo>
                    <a:pt x="94996" y="16442"/>
                  </a:lnTo>
                  <a:cubicBezTo>
                    <a:pt x="93760" y="15992"/>
                    <a:pt x="92525" y="15539"/>
                    <a:pt x="91289" y="15087"/>
                  </a:cubicBezTo>
                  <a:cubicBezTo>
                    <a:pt x="81300" y="11425"/>
                    <a:pt x="70971" y="7640"/>
                    <a:pt x="60557" y="5003"/>
                  </a:cubicBezTo>
                  <a:cubicBezTo>
                    <a:pt x="47087" y="1592"/>
                    <a:pt x="36071" y="0"/>
                    <a:pt x="25913" y="0"/>
                  </a:cubicBezTo>
                  <a:close/>
                  <a:moveTo>
                    <a:pt x="124380" y="55470"/>
                  </a:moveTo>
                  <a:lnTo>
                    <a:pt x="124380" y="55473"/>
                  </a:lnTo>
                  <a:lnTo>
                    <a:pt x="124381" y="55473"/>
                  </a:lnTo>
                  <a:lnTo>
                    <a:pt x="124380" y="5547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6"/>
            <p:cNvSpPr/>
            <p:nvPr/>
          </p:nvSpPr>
          <p:spPr>
            <a:xfrm flipH="1">
              <a:off x="4718403" y="5469486"/>
              <a:ext cx="4473596" cy="1988630"/>
            </a:xfrm>
            <a:custGeom>
              <a:rect b="b" l="l" r="r" t="t"/>
              <a:pathLst>
                <a:path extrusionOk="0" h="49694" w="111791">
                  <a:moveTo>
                    <a:pt x="97341" y="420"/>
                  </a:moveTo>
                  <a:cubicBezTo>
                    <a:pt x="98733" y="420"/>
                    <a:pt x="99979" y="773"/>
                    <a:pt x="101045" y="1273"/>
                  </a:cubicBezTo>
                  <a:cubicBezTo>
                    <a:pt x="104764" y="3021"/>
                    <a:pt x="109232" y="7243"/>
                    <a:pt x="110572" y="11931"/>
                  </a:cubicBezTo>
                  <a:cubicBezTo>
                    <a:pt x="111369" y="14719"/>
                    <a:pt x="110985" y="17351"/>
                    <a:pt x="109429" y="19750"/>
                  </a:cubicBezTo>
                  <a:cubicBezTo>
                    <a:pt x="107469" y="22776"/>
                    <a:pt x="104270" y="24339"/>
                    <a:pt x="101702" y="25361"/>
                  </a:cubicBezTo>
                  <a:cubicBezTo>
                    <a:pt x="98754" y="26534"/>
                    <a:pt x="95452" y="27464"/>
                    <a:pt x="91607" y="28204"/>
                  </a:cubicBezTo>
                  <a:cubicBezTo>
                    <a:pt x="89921" y="28528"/>
                    <a:pt x="88200" y="28811"/>
                    <a:pt x="86532" y="29084"/>
                  </a:cubicBezTo>
                  <a:cubicBezTo>
                    <a:pt x="79681" y="30207"/>
                    <a:pt x="72597" y="31372"/>
                    <a:pt x="66253" y="35734"/>
                  </a:cubicBezTo>
                  <a:cubicBezTo>
                    <a:pt x="61721" y="38849"/>
                    <a:pt x="57707" y="43535"/>
                    <a:pt x="54638" y="49289"/>
                  </a:cubicBezTo>
                  <a:lnTo>
                    <a:pt x="3363" y="49289"/>
                  </a:lnTo>
                  <a:cubicBezTo>
                    <a:pt x="1730" y="49289"/>
                    <a:pt x="402" y="47585"/>
                    <a:pt x="402" y="45488"/>
                  </a:cubicBezTo>
                  <a:lnTo>
                    <a:pt x="402" y="27817"/>
                  </a:lnTo>
                  <a:cubicBezTo>
                    <a:pt x="6956" y="29756"/>
                    <a:pt x="13549" y="31125"/>
                    <a:pt x="20006" y="31888"/>
                  </a:cubicBezTo>
                  <a:cubicBezTo>
                    <a:pt x="24832" y="32458"/>
                    <a:pt x="29867" y="32744"/>
                    <a:pt x="35067" y="32744"/>
                  </a:cubicBezTo>
                  <a:cubicBezTo>
                    <a:pt x="39433" y="32744"/>
                    <a:pt x="43915" y="32543"/>
                    <a:pt x="48490" y="32140"/>
                  </a:cubicBezTo>
                  <a:cubicBezTo>
                    <a:pt x="52725" y="31766"/>
                    <a:pt x="57090" y="31156"/>
                    <a:pt x="61838" y="30276"/>
                  </a:cubicBezTo>
                  <a:cubicBezTo>
                    <a:pt x="65200" y="29650"/>
                    <a:pt x="69115" y="28700"/>
                    <a:pt x="72658" y="26377"/>
                  </a:cubicBezTo>
                  <a:cubicBezTo>
                    <a:pt x="76773" y="23677"/>
                    <a:pt x="79509" y="18971"/>
                    <a:pt x="82157" y="14419"/>
                  </a:cubicBezTo>
                  <a:cubicBezTo>
                    <a:pt x="83207" y="12610"/>
                    <a:pt x="84295" y="10742"/>
                    <a:pt x="85446" y="9038"/>
                  </a:cubicBezTo>
                  <a:cubicBezTo>
                    <a:pt x="89943" y="2389"/>
                    <a:pt x="94052" y="420"/>
                    <a:pt x="97341" y="420"/>
                  </a:cubicBezTo>
                  <a:close/>
                  <a:moveTo>
                    <a:pt x="97320" y="1"/>
                  </a:moveTo>
                  <a:cubicBezTo>
                    <a:pt x="92272" y="1"/>
                    <a:pt x="88015" y="4523"/>
                    <a:pt x="85113" y="8813"/>
                  </a:cubicBezTo>
                  <a:cubicBezTo>
                    <a:pt x="83953" y="10529"/>
                    <a:pt x="82863" y="12404"/>
                    <a:pt x="81808" y="14217"/>
                  </a:cubicBezTo>
                  <a:cubicBezTo>
                    <a:pt x="79187" y="18729"/>
                    <a:pt x="76473" y="23393"/>
                    <a:pt x="72437" y="26041"/>
                  </a:cubicBezTo>
                  <a:cubicBezTo>
                    <a:pt x="68955" y="28325"/>
                    <a:pt x="65088" y="29264"/>
                    <a:pt x="61763" y="29881"/>
                  </a:cubicBezTo>
                  <a:cubicBezTo>
                    <a:pt x="57027" y="30760"/>
                    <a:pt x="52675" y="31369"/>
                    <a:pt x="48454" y="31740"/>
                  </a:cubicBezTo>
                  <a:cubicBezTo>
                    <a:pt x="43892" y="32141"/>
                    <a:pt x="39422" y="32342"/>
                    <a:pt x="35069" y="32342"/>
                  </a:cubicBezTo>
                  <a:cubicBezTo>
                    <a:pt x="29883" y="32342"/>
                    <a:pt x="24864" y="32057"/>
                    <a:pt x="20053" y="31489"/>
                  </a:cubicBezTo>
                  <a:cubicBezTo>
                    <a:pt x="13535" y="30716"/>
                    <a:pt x="6875" y="29326"/>
                    <a:pt x="259" y="27354"/>
                  </a:cubicBezTo>
                  <a:lnTo>
                    <a:pt x="1" y="27277"/>
                  </a:lnTo>
                  <a:lnTo>
                    <a:pt x="1" y="45491"/>
                  </a:lnTo>
                  <a:cubicBezTo>
                    <a:pt x="1" y="47809"/>
                    <a:pt x="1508" y="49694"/>
                    <a:pt x="3363" y="49694"/>
                  </a:cubicBezTo>
                  <a:lnTo>
                    <a:pt x="54879" y="49694"/>
                  </a:lnTo>
                  <a:lnTo>
                    <a:pt x="54936" y="49585"/>
                  </a:lnTo>
                  <a:cubicBezTo>
                    <a:pt x="57983" y="43837"/>
                    <a:pt x="61975" y="39163"/>
                    <a:pt x="66481" y="36064"/>
                  </a:cubicBezTo>
                  <a:cubicBezTo>
                    <a:pt x="72751" y="31752"/>
                    <a:pt x="79791" y="30597"/>
                    <a:pt x="86599" y="29479"/>
                  </a:cubicBezTo>
                  <a:cubicBezTo>
                    <a:pt x="88267" y="29206"/>
                    <a:pt x="89993" y="28921"/>
                    <a:pt x="91683" y="28597"/>
                  </a:cubicBezTo>
                  <a:cubicBezTo>
                    <a:pt x="95554" y="27852"/>
                    <a:pt x="98882" y="26914"/>
                    <a:pt x="101852" y="25732"/>
                  </a:cubicBezTo>
                  <a:cubicBezTo>
                    <a:pt x="104477" y="24689"/>
                    <a:pt x="107747" y="23089"/>
                    <a:pt x="109769" y="19968"/>
                  </a:cubicBezTo>
                  <a:cubicBezTo>
                    <a:pt x="111389" y="17466"/>
                    <a:pt x="111791" y="14724"/>
                    <a:pt x="110961" y="11820"/>
                  </a:cubicBezTo>
                  <a:cubicBezTo>
                    <a:pt x="109585" y="7016"/>
                    <a:pt x="105018" y="2695"/>
                    <a:pt x="101216" y="909"/>
                  </a:cubicBezTo>
                  <a:cubicBezTo>
                    <a:pt x="99874" y="279"/>
                    <a:pt x="98573" y="1"/>
                    <a:pt x="97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6"/>
            <p:cNvSpPr/>
            <p:nvPr/>
          </p:nvSpPr>
          <p:spPr>
            <a:xfrm flipH="1">
              <a:off x="1991136" y="6729454"/>
              <a:ext cx="4335456" cy="728679"/>
            </a:xfrm>
            <a:custGeom>
              <a:rect b="b" l="l" r="r" t="t"/>
              <a:pathLst>
                <a:path extrusionOk="0" h="18209" w="108339">
                  <a:moveTo>
                    <a:pt x="27698" y="402"/>
                  </a:moveTo>
                  <a:cubicBezTo>
                    <a:pt x="32888" y="402"/>
                    <a:pt x="38022" y="2124"/>
                    <a:pt x="42576" y="3656"/>
                  </a:cubicBezTo>
                  <a:cubicBezTo>
                    <a:pt x="47416" y="5283"/>
                    <a:pt x="52582" y="6948"/>
                    <a:pt x="57857" y="7844"/>
                  </a:cubicBezTo>
                  <a:cubicBezTo>
                    <a:pt x="62292" y="8597"/>
                    <a:pt x="66755" y="8977"/>
                    <a:pt x="71177" y="8977"/>
                  </a:cubicBezTo>
                  <a:cubicBezTo>
                    <a:pt x="72693" y="8977"/>
                    <a:pt x="74204" y="8932"/>
                    <a:pt x="75707" y="8843"/>
                  </a:cubicBezTo>
                  <a:cubicBezTo>
                    <a:pt x="78578" y="8671"/>
                    <a:pt x="81363" y="8335"/>
                    <a:pt x="83983" y="7841"/>
                  </a:cubicBezTo>
                  <a:cubicBezTo>
                    <a:pt x="84740" y="7698"/>
                    <a:pt x="85506" y="7531"/>
                    <a:pt x="86246" y="7371"/>
                  </a:cubicBezTo>
                  <a:cubicBezTo>
                    <a:pt x="87567" y="7085"/>
                    <a:pt x="88932" y="6788"/>
                    <a:pt x="90288" y="6616"/>
                  </a:cubicBezTo>
                  <a:cubicBezTo>
                    <a:pt x="91569" y="6455"/>
                    <a:pt x="92767" y="6374"/>
                    <a:pt x="93889" y="6374"/>
                  </a:cubicBezTo>
                  <a:cubicBezTo>
                    <a:pt x="97369" y="6374"/>
                    <a:pt x="100126" y="7157"/>
                    <a:pt x="102405" y="8765"/>
                  </a:cubicBezTo>
                  <a:cubicBezTo>
                    <a:pt x="104715" y="10399"/>
                    <a:pt x="107752" y="14521"/>
                    <a:pt x="107336" y="17804"/>
                  </a:cubicBezTo>
                  <a:lnTo>
                    <a:pt x="2840" y="17804"/>
                  </a:lnTo>
                  <a:cubicBezTo>
                    <a:pt x="2038" y="16930"/>
                    <a:pt x="1495" y="16015"/>
                    <a:pt x="1180" y="15011"/>
                  </a:cubicBezTo>
                  <a:cubicBezTo>
                    <a:pt x="328" y="12292"/>
                    <a:pt x="1140" y="8835"/>
                    <a:pt x="2950" y="7464"/>
                  </a:cubicBezTo>
                  <a:cubicBezTo>
                    <a:pt x="4188" y="6527"/>
                    <a:pt x="5746" y="6255"/>
                    <a:pt x="7263" y="6255"/>
                  </a:cubicBezTo>
                  <a:cubicBezTo>
                    <a:pt x="8508" y="6255"/>
                    <a:pt x="9724" y="6438"/>
                    <a:pt x="10713" y="6586"/>
                  </a:cubicBezTo>
                  <a:cubicBezTo>
                    <a:pt x="13555" y="7015"/>
                    <a:pt x="16398" y="7815"/>
                    <a:pt x="19148" y="8591"/>
                  </a:cubicBezTo>
                  <a:cubicBezTo>
                    <a:pt x="20420" y="8950"/>
                    <a:pt x="21733" y="9320"/>
                    <a:pt x="23031" y="9648"/>
                  </a:cubicBezTo>
                  <a:cubicBezTo>
                    <a:pt x="23892" y="9867"/>
                    <a:pt x="24772" y="10044"/>
                    <a:pt x="25624" y="10217"/>
                  </a:cubicBezTo>
                  <a:cubicBezTo>
                    <a:pt x="26578" y="10410"/>
                    <a:pt x="27561" y="10610"/>
                    <a:pt x="28520" y="10866"/>
                  </a:cubicBezTo>
                  <a:cubicBezTo>
                    <a:pt x="29266" y="11066"/>
                    <a:pt x="30023" y="11287"/>
                    <a:pt x="30753" y="11502"/>
                  </a:cubicBezTo>
                  <a:cubicBezTo>
                    <a:pt x="31592" y="11746"/>
                    <a:pt x="32458" y="12000"/>
                    <a:pt x="33317" y="12223"/>
                  </a:cubicBezTo>
                  <a:lnTo>
                    <a:pt x="33467" y="12263"/>
                  </a:lnTo>
                  <a:cubicBezTo>
                    <a:pt x="34991" y="12659"/>
                    <a:pt x="36728" y="13111"/>
                    <a:pt x="38421" y="13111"/>
                  </a:cubicBezTo>
                  <a:cubicBezTo>
                    <a:pt x="39680" y="13111"/>
                    <a:pt x="40914" y="12861"/>
                    <a:pt x="42017" y="12152"/>
                  </a:cubicBezTo>
                  <a:cubicBezTo>
                    <a:pt x="42247" y="12003"/>
                    <a:pt x="42254" y="11687"/>
                    <a:pt x="42130" y="11480"/>
                  </a:cubicBezTo>
                  <a:cubicBezTo>
                    <a:pt x="39927" y="7838"/>
                    <a:pt x="35420" y="7355"/>
                    <a:pt x="32131" y="7002"/>
                  </a:cubicBezTo>
                  <a:cubicBezTo>
                    <a:pt x="30552" y="6834"/>
                    <a:pt x="28936" y="6794"/>
                    <a:pt x="27373" y="6755"/>
                  </a:cubicBezTo>
                  <a:cubicBezTo>
                    <a:pt x="24971" y="6694"/>
                    <a:pt x="22485" y="6634"/>
                    <a:pt x="20094" y="6098"/>
                  </a:cubicBezTo>
                  <a:lnTo>
                    <a:pt x="19861" y="6045"/>
                  </a:lnTo>
                  <a:cubicBezTo>
                    <a:pt x="19174" y="5899"/>
                    <a:pt x="18323" y="5715"/>
                    <a:pt x="17845" y="5185"/>
                  </a:cubicBezTo>
                  <a:cubicBezTo>
                    <a:pt x="17683" y="5000"/>
                    <a:pt x="17613" y="4809"/>
                    <a:pt x="17637" y="4599"/>
                  </a:cubicBezTo>
                  <a:cubicBezTo>
                    <a:pt x="17720" y="3886"/>
                    <a:pt x="18816" y="3119"/>
                    <a:pt x="19284" y="2791"/>
                  </a:cubicBezTo>
                  <a:lnTo>
                    <a:pt x="19370" y="2730"/>
                  </a:lnTo>
                  <a:cubicBezTo>
                    <a:pt x="21382" y="1313"/>
                    <a:pt x="23882" y="535"/>
                    <a:pt x="26803" y="420"/>
                  </a:cubicBezTo>
                  <a:cubicBezTo>
                    <a:pt x="27101" y="408"/>
                    <a:pt x="27399" y="402"/>
                    <a:pt x="27698" y="402"/>
                  </a:cubicBezTo>
                  <a:close/>
                  <a:moveTo>
                    <a:pt x="27716" y="0"/>
                  </a:moveTo>
                  <a:cubicBezTo>
                    <a:pt x="27408" y="0"/>
                    <a:pt x="27101" y="6"/>
                    <a:pt x="26793" y="18"/>
                  </a:cubicBezTo>
                  <a:cubicBezTo>
                    <a:pt x="23792" y="137"/>
                    <a:pt x="21220" y="940"/>
                    <a:pt x="19143" y="2401"/>
                  </a:cubicBezTo>
                  <a:lnTo>
                    <a:pt x="19057" y="2461"/>
                  </a:lnTo>
                  <a:cubicBezTo>
                    <a:pt x="18500" y="2850"/>
                    <a:pt x="17342" y="3659"/>
                    <a:pt x="17241" y="4552"/>
                  </a:cubicBezTo>
                  <a:cubicBezTo>
                    <a:pt x="17204" y="4879"/>
                    <a:pt x="17307" y="5183"/>
                    <a:pt x="17550" y="5452"/>
                  </a:cubicBezTo>
                  <a:cubicBezTo>
                    <a:pt x="18114" y="6081"/>
                    <a:pt x="19037" y="6279"/>
                    <a:pt x="19779" y="6438"/>
                  </a:cubicBezTo>
                  <a:lnTo>
                    <a:pt x="20009" y="6488"/>
                  </a:lnTo>
                  <a:cubicBezTo>
                    <a:pt x="22436" y="7034"/>
                    <a:pt x="24942" y="7095"/>
                    <a:pt x="27366" y="7155"/>
                  </a:cubicBezTo>
                  <a:cubicBezTo>
                    <a:pt x="28920" y="7194"/>
                    <a:pt x="30528" y="7234"/>
                    <a:pt x="32089" y="7401"/>
                  </a:cubicBezTo>
                  <a:cubicBezTo>
                    <a:pt x="35297" y="7744"/>
                    <a:pt x="39689" y="8215"/>
                    <a:pt x="41788" y="11686"/>
                  </a:cubicBezTo>
                  <a:cubicBezTo>
                    <a:pt x="41818" y="11736"/>
                    <a:pt x="41813" y="11800"/>
                    <a:pt x="41803" y="11810"/>
                  </a:cubicBezTo>
                  <a:cubicBezTo>
                    <a:pt x="40777" y="12469"/>
                    <a:pt x="39614" y="12703"/>
                    <a:pt x="38419" y="12703"/>
                  </a:cubicBezTo>
                  <a:cubicBezTo>
                    <a:pt x="36773" y="12703"/>
                    <a:pt x="35066" y="12260"/>
                    <a:pt x="33571" y="11872"/>
                  </a:cubicBezTo>
                  <a:lnTo>
                    <a:pt x="33421" y="11832"/>
                  </a:lnTo>
                  <a:cubicBezTo>
                    <a:pt x="32568" y="11613"/>
                    <a:pt x="31706" y="11359"/>
                    <a:pt x="30871" y="11114"/>
                  </a:cubicBezTo>
                  <a:cubicBezTo>
                    <a:pt x="30136" y="10900"/>
                    <a:pt x="29377" y="10677"/>
                    <a:pt x="28627" y="10477"/>
                  </a:cubicBezTo>
                  <a:cubicBezTo>
                    <a:pt x="27659" y="10217"/>
                    <a:pt x="26667" y="10017"/>
                    <a:pt x="25708" y="9823"/>
                  </a:cubicBezTo>
                  <a:cubicBezTo>
                    <a:pt x="24862" y="9650"/>
                    <a:pt x="23985" y="9473"/>
                    <a:pt x="23133" y="9257"/>
                  </a:cubicBezTo>
                  <a:cubicBezTo>
                    <a:pt x="21840" y="8930"/>
                    <a:pt x="20529" y="8560"/>
                    <a:pt x="19261" y="8202"/>
                  </a:cubicBezTo>
                  <a:cubicBezTo>
                    <a:pt x="16498" y="7424"/>
                    <a:pt x="13642" y="6619"/>
                    <a:pt x="10776" y="6188"/>
                  </a:cubicBezTo>
                  <a:cubicBezTo>
                    <a:pt x="9769" y="6036"/>
                    <a:pt x="8534" y="5850"/>
                    <a:pt x="7263" y="5850"/>
                  </a:cubicBezTo>
                  <a:cubicBezTo>
                    <a:pt x="5677" y="5850"/>
                    <a:pt x="4036" y="6139"/>
                    <a:pt x="2711" y="7142"/>
                  </a:cubicBezTo>
                  <a:cubicBezTo>
                    <a:pt x="579" y="8757"/>
                    <a:pt x="1" y="12576"/>
                    <a:pt x="798" y="15131"/>
                  </a:cubicBezTo>
                  <a:cubicBezTo>
                    <a:pt x="1138" y="16218"/>
                    <a:pt x="1730" y="17203"/>
                    <a:pt x="2606" y="18144"/>
                  </a:cubicBezTo>
                  <a:lnTo>
                    <a:pt x="2666" y="18209"/>
                  </a:lnTo>
                  <a:lnTo>
                    <a:pt x="107680" y="18209"/>
                  </a:lnTo>
                  <a:lnTo>
                    <a:pt x="107713" y="18040"/>
                  </a:lnTo>
                  <a:cubicBezTo>
                    <a:pt x="108339" y="14231"/>
                    <a:pt x="104720" y="9907"/>
                    <a:pt x="102642" y="8438"/>
                  </a:cubicBezTo>
                  <a:cubicBezTo>
                    <a:pt x="100295" y="6780"/>
                    <a:pt x="97465" y="5972"/>
                    <a:pt x="93901" y="5972"/>
                  </a:cubicBezTo>
                  <a:cubicBezTo>
                    <a:pt x="92759" y="5972"/>
                    <a:pt x="91543" y="6055"/>
                    <a:pt x="90243" y="6219"/>
                  </a:cubicBezTo>
                  <a:cubicBezTo>
                    <a:pt x="88870" y="6392"/>
                    <a:pt x="87495" y="6691"/>
                    <a:pt x="86166" y="6979"/>
                  </a:cubicBezTo>
                  <a:cubicBezTo>
                    <a:pt x="85428" y="7141"/>
                    <a:pt x="84666" y="7307"/>
                    <a:pt x="83913" y="7448"/>
                  </a:cubicBezTo>
                  <a:cubicBezTo>
                    <a:pt x="81310" y="7937"/>
                    <a:pt x="78543" y="8272"/>
                    <a:pt x="75687" y="8443"/>
                  </a:cubicBezTo>
                  <a:cubicBezTo>
                    <a:pt x="74193" y="8531"/>
                    <a:pt x="72692" y="8575"/>
                    <a:pt x="71186" y="8575"/>
                  </a:cubicBezTo>
                  <a:cubicBezTo>
                    <a:pt x="66784" y="8575"/>
                    <a:pt x="62342" y="8199"/>
                    <a:pt x="57928" y="7448"/>
                  </a:cubicBezTo>
                  <a:cubicBezTo>
                    <a:pt x="52682" y="6556"/>
                    <a:pt x="47532" y="4898"/>
                    <a:pt x="42708" y="3276"/>
                  </a:cubicBezTo>
                  <a:cubicBezTo>
                    <a:pt x="38128" y="1734"/>
                    <a:pt x="32975" y="0"/>
                    <a:pt x="277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6"/>
            <p:cNvSpPr/>
            <p:nvPr/>
          </p:nvSpPr>
          <p:spPr>
            <a:xfrm flipH="1">
              <a:off x="-185841" y="5894718"/>
              <a:ext cx="4348422" cy="1563444"/>
            </a:xfrm>
            <a:custGeom>
              <a:rect b="b" l="l" r="r" t="t"/>
              <a:pathLst>
                <a:path extrusionOk="0" h="39069" w="108663">
                  <a:moveTo>
                    <a:pt x="46151" y="403"/>
                  </a:moveTo>
                  <a:cubicBezTo>
                    <a:pt x="46500" y="403"/>
                    <a:pt x="46847" y="405"/>
                    <a:pt x="47194" y="409"/>
                  </a:cubicBezTo>
                  <a:cubicBezTo>
                    <a:pt x="60555" y="576"/>
                    <a:pt x="71907" y="4288"/>
                    <a:pt x="80932" y="11441"/>
                  </a:cubicBezTo>
                  <a:cubicBezTo>
                    <a:pt x="84958" y="14633"/>
                    <a:pt x="88903" y="18201"/>
                    <a:pt x="92718" y="21653"/>
                  </a:cubicBezTo>
                  <a:cubicBezTo>
                    <a:pt x="94523" y="23286"/>
                    <a:pt x="96389" y="24974"/>
                    <a:pt x="98238" y="26600"/>
                  </a:cubicBezTo>
                  <a:cubicBezTo>
                    <a:pt x="101177" y="29181"/>
                    <a:pt x="104663" y="32202"/>
                    <a:pt x="108257" y="35034"/>
                  </a:cubicBezTo>
                  <a:cubicBezTo>
                    <a:pt x="108185" y="37046"/>
                    <a:pt x="106877" y="38663"/>
                    <a:pt x="105303" y="38663"/>
                  </a:cubicBezTo>
                  <a:lnTo>
                    <a:pt x="95006" y="38663"/>
                  </a:lnTo>
                  <a:cubicBezTo>
                    <a:pt x="94337" y="37862"/>
                    <a:pt x="93741" y="37110"/>
                    <a:pt x="93190" y="36368"/>
                  </a:cubicBezTo>
                  <a:cubicBezTo>
                    <a:pt x="91738" y="34415"/>
                    <a:pt x="90482" y="32209"/>
                    <a:pt x="89268" y="30076"/>
                  </a:cubicBezTo>
                  <a:cubicBezTo>
                    <a:pt x="88255" y="28296"/>
                    <a:pt x="87207" y="26455"/>
                    <a:pt x="86046" y="24761"/>
                  </a:cubicBezTo>
                  <a:cubicBezTo>
                    <a:pt x="84901" y="23090"/>
                    <a:pt x="83654" y="21394"/>
                    <a:pt x="82109" y="20589"/>
                  </a:cubicBezTo>
                  <a:cubicBezTo>
                    <a:pt x="81766" y="20411"/>
                    <a:pt x="81285" y="20282"/>
                    <a:pt x="80790" y="20282"/>
                  </a:cubicBezTo>
                  <a:cubicBezTo>
                    <a:pt x="80446" y="20282"/>
                    <a:pt x="80095" y="20344"/>
                    <a:pt x="79779" y="20494"/>
                  </a:cubicBezTo>
                  <a:cubicBezTo>
                    <a:pt x="79253" y="20744"/>
                    <a:pt x="78909" y="21200"/>
                    <a:pt x="78784" y="21809"/>
                  </a:cubicBezTo>
                  <a:cubicBezTo>
                    <a:pt x="78479" y="23295"/>
                    <a:pt x="79725" y="24879"/>
                    <a:pt x="80550" y="25925"/>
                  </a:cubicBezTo>
                  <a:cubicBezTo>
                    <a:pt x="80666" y="26074"/>
                    <a:pt x="80775" y="26210"/>
                    <a:pt x="80868" y="26335"/>
                  </a:cubicBezTo>
                  <a:cubicBezTo>
                    <a:pt x="81946" y="27764"/>
                    <a:pt x="82835" y="29354"/>
                    <a:pt x="83661" y="31345"/>
                  </a:cubicBezTo>
                  <a:cubicBezTo>
                    <a:pt x="84287" y="32848"/>
                    <a:pt x="85364" y="35767"/>
                    <a:pt x="85660" y="38663"/>
                  </a:cubicBezTo>
                  <a:lnTo>
                    <a:pt x="76327" y="38663"/>
                  </a:lnTo>
                  <a:cubicBezTo>
                    <a:pt x="76685" y="34328"/>
                    <a:pt x="75134" y="29497"/>
                    <a:pt x="72336" y="26295"/>
                  </a:cubicBezTo>
                  <a:cubicBezTo>
                    <a:pt x="70016" y="23636"/>
                    <a:pt x="66829" y="21619"/>
                    <a:pt x="62597" y="20130"/>
                  </a:cubicBezTo>
                  <a:cubicBezTo>
                    <a:pt x="58968" y="18853"/>
                    <a:pt x="54987" y="18071"/>
                    <a:pt x="50066" y="17668"/>
                  </a:cubicBezTo>
                  <a:cubicBezTo>
                    <a:pt x="47919" y="17494"/>
                    <a:pt x="45723" y="17407"/>
                    <a:pt x="43437" y="17407"/>
                  </a:cubicBezTo>
                  <a:cubicBezTo>
                    <a:pt x="41731" y="17407"/>
                    <a:pt x="39974" y="17455"/>
                    <a:pt x="38150" y="17552"/>
                  </a:cubicBezTo>
                  <a:cubicBezTo>
                    <a:pt x="34341" y="17757"/>
                    <a:pt x="31394" y="18197"/>
                    <a:pt x="28604" y="18985"/>
                  </a:cubicBezTo>
                  <a:cubicBezTo>
                    <a:pt x="27525" y="19288"/>
                    <a:pt x="26448" y="19608"/>
                    <a:pt x="25369" y="19927"/>
                  </a:cubicBezTo>
                  <a:cubicBezTo>
                    <a:pt x="21997" y="20924"/>
                    <a:pt x="18511" y="21956"/>
                    <a:pt x="15020" y="22506"/>
                  </a:cubicBezTo>
                  <a:cubicBezTo>
                    <a:pt x="13538" y="22740"/>
                    <a:pt x="11993" y="22922"/>
                    <a:pt x="10477" y="22922"/>
                  </a:cubicBezTo>
                  <a:cubicBezTo>
                    <a:pt x="7660" y="22922"/>
                    <a:pt x="4942" y="22294"/>
                    <a:pt x="2908" y="20201"/>
                  </a:cubicBezTo>
                  <a:cubicBezTo>
                    <a:pt x="2318" y="19594"/>
                    <a:pt x="445" y="17417"/>
                    <a:pt x="1110" y="14892"/>
                  </a:cubicBezTo>
                  <a:cubicBezTo>
                    <a:pt x="1609" y="13004"/>
                    <a:pt x="3139" y="11676"/>
                    <a:pt x="4417" y="10728"/>
                  </a:cubicBezTo>
                  <a:cubicBezTo>
                    <a:pt x="7502" y="8442"/>
                    <a:pt x="11094" y="7120"/>
                    <a:pt x="14506" y="5962"/>
                  </a:cubicBezTo>
                  <a:cubicBezTo>
                    <a:pt x="25380" y="2272"/>
                    <a:pt x="36012" y="403"/>
                    <a:pt x="46151" y="403"/>
                  </a:cubicBezTo>
                  <a:close/>
                  <a:moveTo>
                    <a:pt x="46184" y="0"/>
                  </a:moveTo>
                  <a:cubicBezTo>
                    <a:pt x="35995" y="0"/>
                    <a:pt x="25302" y="1873"/>
                    <a:pt x="14376" y="5582"/>
                  </a:cubicBezTo>
                  <a:cubicBezTo>
                    <a:pt x="10932" y="6749"/>
                    <a:pt x="7309" y="8083"/>
                    <a:pt x="4175" y="10405"/>
                  </a:cubicBezTo>
                  <a:cubicBezTo>
                    <a:pt x="2845" y="11391"/>
                    <a:pt x="1250" y="12780"/>
                    <a:pt x="720" y="14790"/>
                  </a:cubicBezTo>
                  <a:cubicBezTo>
                    <a:pt x="0" y="17521"/>
                    <a:pt x="1992" y="19837"/>
                    <a:pt x="2618" y="20484"/>
                  </a:cubicBezTo>
                  <a:cubicBezTo>
                    <a:pt x="4745" y="22672"/>
                    <a:pt x="7559" y="23326"/>
                    <a:pt x="10464" y="23326"/>
                  </a:cubicBezTo>
                  <a:cubicBezTo>
                    <a:pt x="12008" y="23326"/>
                    <a:pt x="13578" y="23141"/>
                    <a:pt x="15083" y="22903"/>
                  </a:cubicBezTo>
                  <a:cubicBezTo>
                    <a:pt x="18599" y="22350"/>
                    <a:pt x="22098" y="21314"/>
                    <a:pt x="25483" y="20314"/>
                  </a:cubicBezTo>
                  <a:cubicBezTo>
                    <a:pt x="26558" y="19996"/>
                    <a:pt x="27635" y="19678"/>
                    <a:pt x="28713" y="19374"/>
                  </a:cubicBezTo>
                  <a:cubicBezTo>
                    <a:pt x="31476" y="18595"/>
                    <a:pt x="34392" y="18158"/>
                    <a:pt x="38171" y="17957"/>
                  </a:cubicBezTo>
                  <a:cubicBezTo>
                    <a:pt x="39992" y="17859"/>
                    <a:pt x="41744" y="17811"/>
                    <a:pt x="43446" y="17811"/>
                  </a:cubicBezTo>
                  <a:cubicBezTo>
                    <a:pt x="45718" y="17811"/>
                    <a:pt x="47900" y="17898"/>
                    <a:pt x="50034" y="18072"/>
                  </a:cubicBezTo>
                  <a:cubicBezTo>
                    <a:pt x="54919" y="18471"/>
                    <a:pt x="58869" y="19245"/>
                    <a:pt x="62464" y="20513"/>
                  </a:cubicBezTo>
                  <a:cubicBezTo>
                    <a:pt x="66629" y="21980"/>
                    <a:pt x="69761" y="23959"/>
                    <a:pt x="72035" y="26564"/>
                  </a:cubicBezTo>
                  <a:cubicBezTo>
                    <a:pt x="74808" y="29740"/>
                    <a:pt x="76328" y="34562"/>
                    <a:pt x="75907" y="38847"/>
                  </a:cubicBezTo>
                  <a:lnTo>
                    <a:pt x="75885" y="39069"/>
                  </a:lnTo>
                  <a:lnTo>
                    <a:pt x="86103" y="39069"/>
                  </a:lnTo>
                  <a:lnTo>
                    <a:pt x="86083" y="38849"/>
                  </a:lnTo>
                  <a:cubicBezTo>
                    <a:pt x="85816" y="35827"/>
                    <a:pt x="84685" y="32755"/>
                    <a:pt x="84035" y="31193"/>
                  </a:cubicBezTo>
                  <a:cubicBezTo>
                    <a:pt x="83194" y="29170"/>
                    <a:pt x="82289" y="27550"/>
                    <a:pt x="81192" y="26094"/>
                  </a:cubicBezTo>
                  <a:cubicBezTo>
                    <a:pt x="81095" y="25968"/>
                    <a:pt x="80986" y="25829"/>
                    <a:pt x="80868" y="25679"/>
                  </a:cubicBezTo>
                  <a:cubicBezTo>
                    <a:pt x="80089" y="24692"/>
                    <a:pt x="78913" y="23196"/>
                    <a:pt x="79180" y="21893"/>
                  </a:cubicBezTo>
                  <a:cubicBezTo>
                    <a:pt x="79280" y="21406"/>
                    <a:pt x="79542" y="21057"/>
                    <a:pt x="79953" y="20860"/>
                  </a:cubicBezTo>
                  <a:cubicBezTo>
                    <a:pt x="80215" y="20736"/>
                    <a:pt x="80506" y="20684"/>
                    <a:pt x="80793" y="20684"/>
                  </a:cubicBezTo>
                  <a:cubicBezTo>
                    <a:pt x="81216" y="20684"/>
                    <a:pt x="81630" y="20796"/>
                    <a:pt x="81925" y="20950"/>
                  </a:cubicBezTo>
                  <a:cubicBezTo>
                    <a:pt x="83388" y="21710"/>
                    <a:pt x="84600" y="23365"/>
                    <a:pt x="85716" y="24991"/>
                  </a:cubicBezTo>
                  <a:cubicBezTo>
                    <a:pt x="86867" y="26672"/>
                    <a:pt x="87910" y="28506"/>
                    <a:pt x="88919" y="30277"/>
                  </a:cubicBezTo>
                  <a:cubicBezTo>
                    <a:pt x="90139" y="32421"/>
                    <a:pt x="91401" y="34638"/>
                    <a:pt x="92868" y="36611"/>
                  </a:cubicBezTo>
                  <a:cubicBezTo>
                    <a:pt x="93440" y="37380"/>
                    <a:pt x="94059" y="38160"/>
                    <a:pt x="94759" y="38996"/>
                  </a:cubicBezTo>
                  <a:lnTo>
                    <a:pt x="94819" y="39068"/>
                  </a:lnTo>
                  <a:lnTo>
                    <a:pt x="105303" y="39068"/>
                  </a:lnTo>
                  <a:cubicBezTo>
                    <a:pt x="107121" y="39068"/>
                    <a:pt x="108627" y="37217"/>
                    <a:pt x="108661" y="34947"/>
                  </a:cubicBezTo>
                  <a:lnTo>
                    <a:pt x="108663" y="34847"/>
                  </a:lnTo>
                  <a:lnTo>
                    <a:pt x="108584" y="34784"/>
                  </a:lnTo>
                  <a:cubicBezTo>
                    <a:pt x="104971" y="31939"/>
                    <a:pt x="101460" y="28897"/>
                    <a:pt x="98502" y="26300"/>
                  </a:cubicBezTo>
                  <a:cubicBezTo>
                    <a:pt x="96655" y="24675"/>
                    <a:pt x="94790" y="22989"/>
                    <a:pt x="92987" y="21357"/>
                  </a:cubicBezTo>
                  <a:cubicBezTo>
                    <a:pt x="89168" y="17899"/>
                    <a:pt x="85217" y="14326"/>
                    <a:pt x="81181" y="11127"/>
                  </a:cubicBezTo>
                  <a:cubicBezTo>
                    <a:pt x="72085" y="3918"/>
                    <a:pt x="60650" y="176"/>
                    <a:pt x="47197" y="6"/>
                  </a:cubicBezTo>
                  <a:cubicBezTo>
                    <a:pt x="46860" y="2"/>
                    <a:pt x="46522" y="0"/>
                    <a:pt x="46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6"/>
            <p:cNvSpPr/>
            <p:nvPr/>
          </p:nvSpPr>
          <p:spPr>
            <a:xfrm flipH="1">
              <a:off x="-325864" y="-120714"/>
              <a:ext cx="4355665" cy="807744"/>
            </a:xfrm>
            <a:custGeom>
              <a:rect b="b" l="l" r="r" t="t"/>
              <a:pathLst>
                <a:path extrusionOk="0" h="28164" w="108844">
                  <a:moveTo>
                    <a:pt x="105484" y="409"/>
                  </a:moveTo>
                  <a:cubicBezTo>
                    <a:pt x="107116" y="409"/>
                    <a:pt x="108443" y="2114"/>
                    <a:pt x="108443" y="4208"/>
                  </a:cubicBezTo>
                  <a:lnTo>
                    <a:pt x="108443" y="9441"/>
                  </a:lnTo>
                  <a:cubicBezTo>
                    <a:pt x="107791" y="9431"/>
                    <a:pt x="107138" y="9426"/>
                    <a:pt x="106485" y="9426"/>
                  </a:cubicBezTo>
                  <a:cubicBezTo>
                    <a:pt x="96929" y="9426"/>
                    <a:pt x="87281" y="10461"/>
                    <a:pt x="77432" y="11618"/>
                  </a:cubicBezTo>
                  <a:lnTo>
                    <a:pt x="74438" y="11967"/>
                  </a:lnTo>
                  <a:cubicBezTo>
                    <a:pt x="68077" y="12707"/>
                    <a:pt x="61497" y="13471"/>
                    <a:pt x="55052" y="14524"/>
                  </a:cubicBezTo>
                  <a:cubicBezTo>
                    <a:pt x="50937" y="15196"/>
                    <a:pt x="47239" y="15919"/>
                    <a:pt x="43750" y="16739"/>
                  </a:cubicBezTo>
                  <a:cubicBezTo>
                    <a:pt x="39671" y="17698"/>
                    <a:pt x="36280" y="18535"/>
                    <a:pt x="32894" y="19868"/>
                  </a:cubicBezTo>
                  <a:cubicBezTo>
                    <a:pt x="30642" y="20754"/>
                    <a:pt x="28443" y="21986"/>
                    <a:pt x="26315" y="23179"/>
                  </a:cubicBezTo>
                  <a:cubicBezTo>
                    <a:pt x="22603" y="25262"/>
                    <a:pt x="18761" y="27414"/>
                    <a:pt x="14582" y="27728"/>
                  </a:cubicBezTo>
                  <a:cubicBezTo>
                    <a:pt x="14284" y="27750"/>
                    <a:pt x="13983" y="27761"/>
                    <a:pt x="13680" y="27761"/>
                  </a:cubicBezTo>
                  <a:cubicBezTo>
                    <a:pt x="8600" y="27761"/>
                    <a:pt x="3011" y="24606"/>
                    <a:pt x="1265" y="17265"/>
                  </a:cubicBezTo>
                  <a:cubicBezTo>
                    <a:pt x="424" y="13728"/>
                    <a:pt x="774" y="10998"/>
                    <a:pt x="2304" y="9148"/>
                  </a:cubicBezTo>
                  <a:cubicBezTo>
                    <a:pt x="3847" y="7282"/>
                    <a:pt x="6123" y="6467"/>
                    <a:pt x="8144" y="5916"/>
                  </a:cubicBezTo>
                  <a:cubicBezTo>
                    <a:pt x="14663" y="4135"/>
                    <a:pt x="21503" y="4060"/>
                    <a:pt x="27536" y="3991"/>
                  </a:cubicBezTo>
                  <a:lnTo>
                    <a:pt x="28284" y="3982"/>
                  </a:lnTo>
                  <a:cubicBezTo>
                    <a:pt x="35338" y="3908"/>
                    <a:pt x="42635" y="3830"/>
                    <a:pt x="49562" y="1411"/>
                  </a:cubicBezTo>
                  <a:cubicBezTo>
                    <a:pt x="50530" y="1072"/>
                    <a:pt x="51303" y="753"/>
                    <a:pt x="51989" y="409"/>
                  </a:cubicBezTo>
                  <a:lnTo>
                    <a:pt x="51989" y="410"/>
                  </a:lnTo>
                  <a:lnTo>
                    <a:pt x="77472" y="410"/>
                  </a:lnTo>
                  <a:cubicBezTo>
                    <a:pt x="75657" y="1022"/>
                    <a:pt x="73845" y="1526"/>
                    <a:pt x="72138" y="1986"/>
                  </a:cubicBezTo>
                  <a:cubicBezTo>
                    <a:pt x="71479" y="2162"/>
                    <a:pt x="70816" y="2334"/>
                    <a:pt x="70156" y="2505"/>
                  </a:cubicBezTo>
                  <a:cubicBezTo>
                    <a:pt x="68329" y="2977"/>
                    <a:pt x="66440" y="3467"/>
                    <a:pt x="64605" y="4082"/>
                  </a:cubicBezTo>
                  <a:cubicBezTo>
                    <a:pt x="61004" y="5291"/>
                    <a:pt x="57124" y="6040"/>
                    <a:pt x="52740" y="6369"/>
                  </a:cubicBezTo>
                  <a:cubicBezTo>
                    <a:pt x="49638" y="6602"/>
                    <a:pt x="46418" y="6602"/>
                    <a:pt x="43304" y="6603"/>
                  </a:cubicBezTo>
                  <a:cubicBezTo>
                    <a:pt x="34965" y="6606"/>
                    <a:pt x="26344" y="6609"/>
                    <a:pt x="18528" y="10955"/>
                  </a:cubicBezTo>
                  <a:cubicBezTo>
                    <a:pt x="14223" y="13350"/>
                    <a:pt x="12644" y="15910"/>
                    <a:pt x="13835" y="18561"/>
                  </a:cubicBezTo>
                  <a:cubicBezTo>
                    <a:pt x="14838" y="20791"/>
                    <a:pt x="17057" y="22107"/>
                    <a:pt x="18813" y="22421"/>
                  </a:cubicBezTo>
                  <a:cubicBezTo>
                    <a:pt x="19239" y="22498"/>
                    <a:pt x="19668" y="22533"/>
                    <a:pt x="20097" y="22533"/>
                  </a:cubicBezTo>
                  <a:cubicBezTo>
                    <a:pt x="22307" y="22533"/>
                    <a:pt x="24513" y="21604"/>
                    <a:pt x="26433" y="20647"/>
                  </a:cubicBezTo>
                  <a:cubicBezTo>
                    <a:pt x="27444" y="20142"/>
                    <a:pt x="28451" y="19561"/>
                    <a:pt x="29427" y="18998"/>
                  </a:cubicBezTo>
                  <a:cubicBezTo>
                    <a:pt x="30955" y="18116"/>
                    <a:pt x="32534" y="17203"/>
                    <a:pt x="34157" y="16576"/>
                  </a:cubicBezTo>
                  <a:cubicBezTo>
                    <a:pt x="37956" y="15106"/>
                    <a:pt x="41874" y="14247"/>
                    <a:pt x="44864" y="13661"/>
                  </a:cubicBezTo>
                  <a:cubicBezTo>
                    <a:pt x="49244" y="12804"/>
                    <a:pt x="53720" y="12190"/>
                    <a:pt x="58050" y="11597"/>
                  </a:cubicBezTo>
                  <a:cubicBezTo>
                    <a:pt x="61146" y="11172"/>
                    <a:pt x="64344" y="10734"/>
                    <a:pt x="67486" y="10209"/>
                  </a:cubicBezTo>
                  <a:cubicBezTo>
                    <a:pt x="71305" y="9572"/>
                    <a:pt x="74827" y="8898"/>
                    <a:pt x="78252" y="8150"/>
                  </a:cubicBezTo>
                  <a:cubicBezTo>
                    <a:pt x="80759" y="7602"/>
                    <a:pt x="84017" y="6743"/>
                    <a:pt x="86995" y="4937"/>
                  </a:cubicBezTo>
                  <a:cubicBezTo>
                    <a:pt x="88677" y="3915"/>
                    <a:pt x="90044" y="2435"/>
                    <a:pt x="91173" y="409"/>
                  </a:cubicBezTo>
                  <a:close/>
                  <a:moveTo>
                    <a:pt x="90934" y="0"/>
                  </a:moveTo>
                  <a:lnTo>
                    <a:pt x="90877" y="105"/>
                  </a:lnTo>
                  <a:cubicBezTo>
                    <a:pt x="89755" y="2148"/>
                    <a:pt x="88458" y="3572"/>
                    <a:pt x="86786" y="4587"/>
                  </a:cubicBezTo>
                  <a:cubicBezTo>
                    <a:pt x="83860" y="6361"/>
                    <a:pt x="80642" y="7209"/>
                    <a:pt x="78166" y="7749"/>
                  </a:cubicBezTo>
                  <a:cubicBezTo>
                    <a:pt x="74747" y="8496"/>
                    <a:pt x="71232" y="9168"/>
                    <a:pt x="67420" y="9804"/>
                  </a:cubicBezTo>
                  <a:cubicBezTo>
                    <a:pt x="64284" y="10326"/>
                    <a:pt x="61086" y="10767"/>
                    <a:pt x="57994" y="11189"/>
                  </a:cubicBezTo>
                  <a:cubicBezTo>
                    <a:pt x="53660" y="11784"/>
                    <a:pt x="49177" y="12398"/>
                    <a:pt x="44787" y="13257"/>
                  </a:cubicBezTo>
                  <a:cubicBezTo>
                    <a:pt x="41781" y="13846"/>
                    <a:pt x="37840" y="14712"/>
                    <a:pt x="34011" y="16192"/>
                  </a:cubicBezTo>
                  <a:cubicBezTo>
                    <a:pt x="32361" y="16832"/>
                    <a:pt x="30768" y="17751"/>
                    <a:pt x="29227" y="18641"/>
                  </a:cubicBezTo>
                  <a:cubicBezTo>
                    <a:pt x="28257" y="19199"/>
                    <a:pt x="27256" y="19778"/>
                    <a:pt x="26252" y="20278"/>
                  </a:cubicBezTo>
                  <a:cubicBezTo>
                    <a:pt x="24377" y="21213"/>
                    <a:pt x="22228" y="22123"/>
                    <a:pt x="20096" y="22123"/>
                  </a:cubicBezTo>
                  <a:cubicBezTo>
                    <a:pt x="19691" y="22123"/>
                    <a:pt x="19286" y="22090"/>
                    <a:pt x="18884" y="22019"/>
                  </a:cubicBezTo>
                  <a:cubicBezTo>
                    <a:pt x="17234" y="21723"/>
                    <a:pt x="15146" y="20485"/>
                    <a:pt x="14203" y="18389"/>
                  </a:cubicBezTo>
                  <a:cubicBezTo>
                    <a:pt x="13112" y="15962"/>
                    <a:pt x="14633" y="13577"/>
                    <a:pt x="18725" y="11302"/>
                  </a:cubicBezTo>
                  <a:cubicBezTo>
                    <a:pt x="26450" y="7006"/>
                    <a:pt x="35017" y="7004"/>
                    <a:pt x="43304" y="7002"/>
                  </a:cubicBezTo>
                  <a:cubicBezTo>
                    <a:pt x="46426" y="7002"/>
                    <a:pt x="49654" y="6999"/>
                    <a:pt x="52770" y="6766"/>
                  </a:cubicBezTo>
                  <a:cubicBezTo>
                    <a:pt x="57188" y="6433"/>
                    <a:pt x="61100" y="5680"/>
                    <a:pt x="64734" y="4460"/>
                  </a:cubicBezTo>
                  <a:cubicBezTo>
                    <a:pt x="66555" y="3847"/>
                    <a:pt x="68437" y="3359"/>
                    <a:pt x="70258" y="2889"/>
                  </a:cubicBezTo>
                  <a:cubicBezTo>
                    <a:pt x="70921" y="2718"/>
                    <a:pt x="71583" y="2546"/>
                    <a:pt x="72244" y="2369"/>
                  </a:cubicBezTo>
                  <a:cubicBezTo>
                    <a:pt x="74310" y="1815"/>
                    <a:pt x="76526" y="1191"/>
                    <a:pt x="78725" y="393"/>
                  </a:cubicBezTo>
                  <a:lnTo>
                    <a:pt x="79801" y="3"/>
                  </a:lnTo>
                  <a:lnTo>
                    <a:pt x="51891" y="3"/>
                  </a:lnTo>
                  <a:lnTo>
                    <a:pt x="51849" y="25"/>
                  </a:lnTo>
                  <a:cubicBezTo>
                    <a:pt x="51168" y="369"/>
                    <a:pt x="50398" y="688"/>
                    <a:pt x="49430" y="1026"/>
                  </a:cubicBezTo>
                  <a:cubicBezTo>
                    <a:pt x="42565" y="3424"/>
                    <a:pt x="35301" y="3502"/>
                    <a:pt x="28279" y="3577"/>
                  </a:cubicBezTo>
                  <a:lnTo>
                    <a:pt x="27530" y="3587"/>
                  </a:lnTo>
                  <a:cubicBezTo>
                    <a:pt x="21472" y="3654"/>
                    <a:pt x="14606" y="3731"/>
                    <a:pt x="8035" y="5524"/>
                  </a:cubicBezTo>
                  <a:cubicBezTo>
                    <a:pt x="5955" y="6091"/>
                    <a:pt x="3608" y="6937"/>
                    <a:pt x="1994" y="8889"/>
                  </a:cubicBezTo>
                  <a:cubicBezTo>
                    <a:pt x="378" y="10842"/>
                    <a:pt x="1" y="13691"/>
                    <a:pt x="872" y="17356"/>
                  </a:cubicBezTo>
                  <a:cubicBezTo>
                    <a:pt x="2415" y="23842"/>
                    <a:pt x="7591" y="28164"/>
                    <a:pt x="13647" y="28164"/>
                  </a:cubicBezTo>
                  <a:cubicBezTo>
                    <a:pt x="13966" y="28164"/>
                    <a:pt x="14287" y="28154"/>
                    <a:pt x="14609" y="28121"/>
                  </a:cubicBezTo>
                  <a:cubicBezTo>
                    <a:pt x="18878" y="27800"/>
                    <a:pt x="22758" y="25623"/>
                    <a:pt x="26511" y="23520"/>
                  </a:cubicBezTo>
                  <a:cubicBezTo>
                    <a:pt x="28626" y="22334"/>
                    <a:pt x="30812" y="21108"/>
                    <a:pt x="33038" y="20233"/>
                  </a:cubicBezTo>
                  <a:cubicBezTo>
                    <a:pt x="36400" y="18911"/>
                    <a:pt x="39775" y="18075"/>
                    <a:pt x="43838" y="17121"/>
                  </a:cubicBezTo>
                  <a:cubicBezTo>
                    <a:pt x="47319" y="16305"/>
                    <a:pt x="51008" y="15582"/>
                    <a:pt x="55113" y="14912"/>
                  </a:cubicBezTo>
                  <a:cubicBezTo>
                    <a:pt x="61550" y="13861"/>
                    <a:pt x="68126" y="13097"/>
                    <a:pt x="74484" y="12357"/>
                  </a:cubicBezTo>
                  <a:lnTo>
                    <a:pt x="77477" y="12010"/>
                  </a:lnTo>
                  <a:cubicBezTo>
                    <a:pt x="87323" y="10854"/>
                    <a:pt x="96973" y="9822"/>
                    <a:pt x="106514" y="9822"/>
                  </a:cubicBezTo>
                  <a:cubicBezTo>
                    <a:pt x="107222" y="9822"/>
                    <a:pt x="107930" y="9827"/>
                    <a:pt x="108637" y="9839"/>
                  </a:cubicBezTo>
                  <a:lnTo>
                    <a:pt x="108843" y="9842"/>
                  </a:lnTo>
                  <a:lnTo>
                    <a:pt x="108843" y="4203"/>
                  </a:lnTo>
                  <a:cubicBezTo>
                    <a:pt x="108843" y="1884"/>
                    <a:pt x="107336" y="0"/>
                    <a:pt x="1054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 name="Google Shape;174;p6"/>
          <p:cNvSpPr/>
          <p:nvPr/>
        </p:nvSpPr>
        <p:spPr>
          <a:xfrm>
            <a:off x="408250" y="362757"/>
            <a:ext cx="8434200" cy="4594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6"/>
          <p:cNvSpPr/>
          <p:nvPr/>
        </p:nvSpPr>
        <p:spPr>
          <a:xfrm>
            <a:off x="301550" y="271625"/>
            <a:ext cx="8434200" cy="45849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6"/>
          <p:cNvSpPr txBox="1"/>
          <p:nvPr>
            <p:ph type="title"/>
          </p:nvPr>
        </p:nvSpPr>
        <p:spPr>
          <a:xfrm>
            <a:off x="720000" y="540000"/>
            <a:ext cx="7704000" cy="5643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3180000" dist="85725">
              <a:schemeClr val="accent2"/>
            </a:outerShdw>
          </a:effectLst>
        </p:spPr>
        <p:txBody>
          <a:bodyPr anchorCtr="0" anchor="ctr" bIns="91425" lIns="91425" spcFirstLastPara="1" rIns="91425" wrap="square" tIns="91425">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77" name="Google Shape;177;p6"/>
          <p:cNvSpPr txBox="1"/>
          <p:nvPr>
            <p:ph idx="1" type="subTitle"/>
          </p:nvPr>
        </p:nvSpPr>
        <p:spPr>
          <a:xfrm>
            <a:off x="7084550" y="4208775"/>
            <a:ext cx="913800" cy="394800"/>
          </a:xfrm>
          <a:prstGeom prst="rect">
            <a:avLst/>
          </a:prstGeom>
          <a:ln cap="flat" cmpd="sng" w="9525">
            <a:solidFill>
              <a:srgbClr val="000000"/>
            </a:solidFill>
            <a:prstDash val="solid"/>
            <a:round/>
            <a:headEnd len="sm" w="sm" type="none"/>
            <a:tailEnd len="sm" w="sm" type="none"/>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accent6"/>
        </a:solidFill>
      </p:bgPr>
    </p:bg>
    <p:spTree>
      <p:nvGrpSpPr>
        <p:cNvPr id="178" name="Shape 178"/>
        <p:cNvGrpSpPr/>
        <p:nvPr/>
      </p:nvGrpSpPr>
      <p:grpSpPr>
        <a:xfrm>
          <a:off x="0" y="0"/>
          <a:ext cx="0" cy="0"/>
          <a:chOff x="0" y="0"/>
          <a:chExt cx="0" cy="0"/>
        </a:xfrm>
      </p:grpSpPr>
      <p:sp>
        <p:nvSpPr>
          <p:cNvPr id="179" name="Google Shape;179;p7"/>
          <p:cNvSpPr/>
          <p:nvPr/>
        </p:nvSpPr>
        <p:spPr>
          <a:xfrm flipH="1">
            <a:off x="5198413" y="392757"/>
            <a:ext cx="3985503" cy="848251"/>
          </a:xfrm>
          <a:custGeom>
            <a:rect b="b" l="l" r="r" t="t"/>
            <a:pathLst>
              <a:path extrusionOk="0" h="21197" w="99594">
                <a:moveTo>
                  <a:pt x="65021" y="0"/>
                </a:moveTo>
                <a:cubicBezTo>
                  <a:pt x="64434" y="0"/>
                  <a:pt x="63848" y="10"/>
                  <a:pt x="63260" y="29"/>
                </a:cubicBezTo>
                <a:cubicBezTo>
                  <a:pt x="57732" y="207"/>
                  <a:pt x="52245" y="1096"/>
                  <a:pt x="46816" y="2389"/>
                </a:cubicBezTo>
                <a:cubicBezTo>
                  <a:pt x="41611" y="3631"/>
                  <a:pt x="36750" y="6060"/>
                  <a:pt x="31830" y="8475"/>
                </a:cubicBezTo>
                <a:cubicBezTo>
                  <a:pt x="27244" y="10725"/>
                  <a:pt x="22624" y="12692"/>
                  <a:pt x="17724" y="13463"/>
                </a:cubicBezTo>
                <a:cubicBezTo>
                  <a:pt x="15802" y="13765"/>
                  <a:pt x="13860" y="13942"/>
                  <a:pt x="11920" y="13942"/>
                </a:cubicBezTo>
                <a:cubicBezTo>
                  <a:pt x="10234" y="13942"/>
                  <a:pt x="8549" y="13808"/>
                  <a:pt x="6879" y="13505"/>
                </a:cubicBezTo>
                <a:cubicBezTo>
                  <a:pt x="4515" y="13077"/>
                  <a:pt x="2162" y="12285"/>
                  <a:pt x="0" y="10984"/>
                </a:cubicBezTo>
                <a:lnTo>
                  <a:pt x="0" y="18944"/>
                </a:lnTo>
                <a:cubicBezTo>
                  <a:pt x="1762" y="19024"/>
                  <a:pt x="3523" y="19075"/>
                  <a:pt x="5283" y="19075"/>
                </a:cubicBezTo>
                <a:cubicBezTo>
                  <a:pt x="9227" y="19075"/>
                  <a:pt x="13162" y="18820"/>
                  <a:pt x="17071" y="18072"/>
                </a:cubicBezTo>
                <a:cubicBezTo>
                  <a:pt x="21981" y="17133"/>
                  <a:pt x="26589" y="15270"/>
                  <a:pt x="30996" y="12374"/>
                </a:cubicBezTo>
                <a:cubicBezTo>
                  <a:pt x="33739" y="10570"/>
                  <a:pt x="36781" y="9886"/>
                  <a:pt x="39837" y="9886"/>
                </a:cubicBezTo>
                <a:cubicBezTo>
                  <a:pt x="40660" y="9886"/>
                  <a:pt x="41484" y="9936"/>
                  <a:pt x="42304" y="10026"/>
                </a:cubicBezTo>
                <a:cubicBezTo>
                  <a:pt x="50992" y="10985"/>
                  <a:pt x="59004" y="15789"/>
                  <a:pt x="67420" y="18291"/>
                </a:cubicBezTo>
                <a:cubicBezTo>
                  <a:pt x="72853" y="19907"/>
                  <a:pt x="78486" y="20812"/>
                  <a:pt x="84058" y="21107"/>
                </a:cubicBezTo>
                <a:cubicBezTo>
                  <a:pt x="85055" y="21160"/>
                  <a:pt x="86060" y="21196"/>
                  <a:pt x="87066" y="21196"/>
                </a:cubicBezTo>
                <a:cubicBezTo>
                  <a:pt x="89207" y="21196"/>
                  <a:pt x="91355" y="21031"/>
                  <a:pt x="93446" y="20508"/>
                </a:cubicBezTo>
                <a:cubicBezTo>
                  <a:pt x="95522" y="19989"/>
                  <a:pt x="98275" y="18989"/>
                  <a:pt x="98894" y="16049"/>
                </a:cubicBezTo>
                <a:cubicBezTo>
                  <a:pt x="99594" y="12721"/>
                  <a:pt x="97265" y="10188"/>
                  <a:pt x="95270" y="8623"/>
                </a:cubicBezTo>
                <a:cubicBezTo>
                  <a:pt x="92667" y="6581"/>
                  <a:pt x="89709" y="5268"/>
                  <a:pt x="86790" y="4165"/>
                </a:cubicBezTo>
                <a:cubicBezTo>
                  <a:pt x="79711" y="1489"/>
                  <a:pt x="72404" y="0"/>
                  <a:pt x="6502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7"/>
          <p:cNvSpPr/>
          <p:nvPr/>
        </p:nvSpPr>
        <p:spPr>
          <a:xfrm flipH="1">
            <a:off x="797569" y="1340345"/>
            <a:ext cx="8386467" cy="1819876"/>
          </a:xfrm>
          <a:custGeom>
            <a:rect b="b" l="l" r="r" t="t"/>
            <a:pathLst>
              <a:path extrusionOk="0" h="45477" w="209570">
                <a:moveTo>
                  <a:pt x="173399" y="0"/>
                </a:moveTo>
                <a:cubicBezTo>
                  <a:pt x="171819" y="0"/>
                  <a:pt x="170239" y="33"/>
                  <a:pt x="168661" y="80"/>
                </a:cubicBezTo>
                <a:cubicBezTo>
                  <a:pt x="164324" y="208"/>
                  <a:pt x="160018" y="528"/>
                  <a:pt x="155729" y="1390"/>
                </a:cubicBezTo>
                <a:cubicBezTo>
                  <a:pt x="151776" y="2184"/>
                  <a:pt x="147874" y="3386"/>
                  <a:pt x="144099" y="5071"/>
                </a:cubicBezTo>
                <a:cubicBezTo>
                  <a:pt x="140139" y="6838"/>
                  <a:pt x="136425" y="9227"/>
                  <a:pt x="132734" y="11745"/>
                </a:cubicBezTo>
                <a:cubicBezTo>
                  <a:pt x="125453" y="16714"/>
                  <a:pt x="118372" y="22168"/>
                  <a:pt x="110478" y="25489"/>
                </a:cubicBezTo>
                <a:cubicBezTo>
                  <a:pt x="104010" y="28211"/>
                  <a:pt x="97197" y="29287"/>
                  <a:pt x="90399" y="29287"/>
                </a:cubicBezTo>
                <a:cubicBezTo>
                  <a:pt x="89168" y="29287"/>
                  <a:pt x="87937" y="29252"/>
                  <a:pt x="86709" y="29185"/>
                </a:cubicBezTo>
                <a:cubicBezTo>
                  <a:pt x="70235" y="28285"/>
                  <a:pt x="53959" y="22404"/>
                  <a:pt x="38422" y="15780"/>
                </a:cubicBezTo>
                <a:cubicBezTo>
                  <a:pt x="34245" y="13999"/>
                  <a:pt x="30113" y="12729"/>
                  <a:pt x="25697" y="12479"/>
                </a:cubicBezTo>
                <a:cubicBezTo>
                  <a:pt x="24449" y="12409"/>
                  <a:pt x="23202" y="12379"/>
                  <a:pt x="21954" y="12379"/>
                </a:cubicBezTo>
                <a:cubicBezTo>
                  <a:pt x="18881" y="12379"/>
                  <a:pt x="15809" y="12558"/>
                  <a:pt x="12741" y="12746"/>
                </a:cubicBezTo>
                <a:cubicBezTo>
                  <a:pt x="9315" y="12958"/>
                  <a:pt x="5883" y="13109"/>
                  <a:pt x="2471" y="13588"/>
                </a:cubicBezTo>
                <a:cubicBezTo>
                  <a:pt x="1651" y="13702"/>
                  <a:pt x="825" y="13831"/>
                  <a:pt x="0" y="13986"/>
                </a:cubicBezTo>
                <a:lnTo>
                  <a:pt x="0" y="21931"/>
                </a:lnTo>
                <a:cubicBezTo>
                  <a:pt x="3093" y="20622"/>
                  <a:pt x="6277" y="19799"/>
                  <a:pt x="9551" y="19799"/>
                </a:cubicBezTo>
                <a:cubicBezTo>
                  <a:pt x="10632" y="19799"/>
                  <a:pt x="11722" y="19889"/>
                  <a:pt x="12823" y="20080"/>
                </a:cubicBezTo>
                <a:cubicBezTo>
                  <a:pt x="20488" y="21419"/>
                  <a:pt x="27144" y="26632"/>
                  <a:pt x="33499" y="31891"/>
                </a:cubicBezTo>
                <a:cubicBezTo>
                  <a:pt x="45486" y="41811"/>
                  <a:pt x="59912" y="45476"/>
                  <a:pt x="74081" y="45476"/>
                </a:cubicBezTo>
                <a:cubicBezTo>
                  <a:pt x="74665" y="45476"/>
                  <a:pt x="75248" y="45470"/>
                  <a:pt x="75831" y="45458"/>
                </a:cubicBezTo>
                <a:cubicBezTo>
                  <a:pt x="90804" y="45142"/>
                  <a:pt x="106177" y="41401"/>
                  <a:pt x="119282" y="31968"/>
                </a:cubicBezTo>
                <a:cubicBezTo>
                  <a:pt x="125990" y="27139"/>
                  <a:pt x="132221" y="21338"/>
                  <a:pt x="138817" y="16271"/>
                </a:cubicBezTo>
                <a:cubicBezTo>
                  <a:pt x="142143" y="13714"/>
                  <a:pt x="145448" y="11379"/>
                  <a:pt x="149316" y="10440"/>
                </a:cubicBezTo>
                <a:cubicBezTo>
                  <a:pt x="150812" y="10078"/>
                  <a:pt x="152323" y="9917"/>
                  <a:pt x="153836" y="9917"/>
                </a:cubicBezTo>
                <a:cubicBezTo>
                  <a:pt x="155625" y="9917"/>
                  <a:pt x="157416" y="10142"/>
                  <a:pt x="159185" y="10527"/>
                </a:cubicBezTo>
                <a:cubicBezTo>
                  <a:pt x="162983" y="11352"/>
                  <a:pt x="166672" y="12839"/>
                  <a:pt x="170334" y="14321"/>
                </a:cubicBezTo>
                <a:cubicBezTo>
                  <a:pt x="174482" y="15997"/>
                  <a:pt x="178713" y="17383"/>
                  <a:pt x="182992" y="18407"/>
                </a:cubicBezTo>
                <a:cubicBezTo>
                  <a:pt x="186653" y="19282"/>
                  <a:pt x="190426" y="19787"/>
                  <a:pt x="194193" y="19787"/>
                </a:cubicBezTo>
                <a:cubicBezTo>
                  <a:pt x="197694" y="19787"/>
                  <a:pt x="201190" y="19351"/>
                  <a:pt x="204587" y="18369"/>
                </a:cubicBezTo>
                <a:cubicBezTo>
                  <a:pt x="206831" y="17721"/>
                  <a:pt x="209570" y="16218"/>
                  <a:pt x="208195" y="12736"/>
                </a:cubicBezTo>
                <a:cubicBezTo>
                  <a:pt x="207019" y="9759"/>
                  <a:pt x="203809" y="8201"/>
                  <a:pt x="201535" y="7001"/>
                </a:cubicBezTo>
                <a:cubicBezTo>
                  <a:pt x="195238" y="3676"/>
                  <a:pt x="188684" y="1200"/>
                  <a:pt x="181872" y="426"/>
                </a:cubicBezTo>
                <a:cubicBezTo>
                  <a:pt x="179055" y="106"/>
                  <a:pt x="176227" y="0"/>
                  <a:pt x="173399"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7"/>
          <p:cNvSpPr/>
          <p:nvPr/>
        </p:nvSpPr>
        <p:spPr>
          <a:xfrm flipH="1">
            <a:off x="8364238" y="2445523"/>
            <a:ext cx="819678" cy="314658"/>
          </a:xfrm>
          <a:custGeom>
            <a:rect b="b" l="l" r="r" t="t"/>
            <a:pathLst>
              <a:path extrusionOk="0" h="7863" w="20483">
                <a:moveTo>
                  <a:pt x="10679" y="1"/>
                </a:moveTo>
                <a:cubicBezTo>
                  <a:pt x="7200" y="1"/>
                  <a:pt x="3530" y="930"/>
                  <a:pt x="0" y="1036"/>
                </a:cubicBezTo>
                <a:lnTo>
                  <a:pt x="0" y="7210"/>
                </a:lnTo>
                <a:cubicBezTo>
                  <a:pt x="73" y="7210"/>
                  <a:pt x="146" y="7210"/>
                  <a:pt x="218" y="7210"/>
                </a:cubicBezTo>
                <a:cubicBezTo>
                  <a:pt x="2966" y="7210"/>
                  <a:pt x="5723" y="7366"/>
                  <a:pt x="8473" y="7532"/>
                </a:cubicBezTo>
                <a:cubicBezTo>
                  <a:pt x="10471" y="7652"/>
                  <a:pt x="12481" y="7858"/>
                  <a:pt x="14482" y="7862"/>
                </a:cubicBezTo>
                <a:cubicBezTo>
                  <a:pt x="14579" y="7862"/>
                  <a:pt x="14677" y="7863"/>
                  <a:pt x="14776" y="7863"/>
                </a:cubicBezTo>
                <a:cubicBezTo>
                  <a:pt x="16107" y="7863"/>
                  <a:pt x="17589" y="7805"/>
                  <a:pt x="18794" y="7093"/>
                </a:cubicBezTo>
                <a:cubicBezTo>
                  <a:pt x="20483" y="6096"/>
                  <a:pt x="19330" y="4228"/>
                  <a:pt x="18366" y="3075"/>
                </a:cubicBezTo>
                <a:cubicBezTo>
                  <a:pt x="16959" y="1395"/>
                  <a:pt x="15150" y="529"/>
                  <a:pt x="13253" y="203"/>
                </a:cubicBezTo>
                <a:cubicBezTo>
                  <a:pt x="12410" y="59"/>
                  <a:pt x="11551" y="1"/>
                  <a:pt x="10679"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7"/>
          <p:cNvSpPr/>
          <p:nvPr/>
        </p:nvSpPr>
        <p:spPr>
          <a:xfrm flipH="1">
            <a:off x="-177778" y="2104689"/>
            <a:ext cx="9361694" cy="2012360"/>
          </a:xfrm>
          <a:custGeom>
            <a:rect b="b" l="l" r="r" t="t"/>
            <a:pathLst>
              <a:path extrusionOk="0" h="50287" w="233940">
                <a:moveTo>
                  <a:pt x="233940" y="0"/>
                </a:moveTo>
                <a:cubicBezTo>
                  <a:pt x="230479" y="1532"/>
                  <a:pt x="227264" y="3838"/>
                  <a:pt x="224035" y="6016"/>
                </a:cubicBezTo>
                <a:cubicBezTo>
                  <a:pt x="219999" y="8735"/>
                  <a:pt x="215918" y="11195"/>
                  <a:pt x="211510" y="12795"/>
                </a:cubicBezTo>
                <a:cubicBezTo>
                  <a:pt x="205977" y="14804"/>
                  <a:pt x="200252" y="15619"/>
                  <a:pt x="194517" y="15619"/>
                </a:cubicBezTo>
                <a:cubicBezTo>
                  <a:pt x="191019" y="15619"/>
                  <a:pt x="187518" y="15316"/>
                  <a:pt x="184053" y="14796"/>
                </a:cubicBezTo>
                <a:cubicBezTo>
                  <a:pt x="174879" y="13417"/>
                  <a:pt x="165892" y="10575"/>
                  <a:pt x="156983" y="7553"/>
                </a:cubicBezTo>
                <a:cubicBezTo>
                  <a:pt x="154186" y="6603"/>
                  <a:pt x="151295" y="5923"/>
                  <a:pt x="148402" y="5923"/>
                </a:cubicBezTo>
                <a:cubicBezTo>
                  <a:pt x="147105" y="5923"/>
                  <a:pt x="145807" y="6060"/>
                  <a:pt x="144518" y="6370"/>
                </a:cubicBezTo>
                <a:cubicBezTo>
                  <a:pt x="141010" y="7213"/>
                  <a:pt x="137841" y="9316"/>
                  <a:pt x="134862" y="11732"/>
                </a:cubicBezTo>
                <a:cubicBezTo>
                  <a:pt x="131415" y="14529"/>
                  <a:pt x="128149" y="17665"/>
                  <a:pt x="124700" y="20457"/>
                </a:cubicBezTo>
                <a:cubicBezTo>
                  <a:pt x="120681" y="23709"/>
                  <a:pt x="116461" y="26565"/>
                  <a:pt x="112085" y="28971"/>
                </a:cubicBezTo>
                <a:cubicBezTo>
                  <a:pt x="103869" y="33488"/>
                  <a:pt x="95132" y="36387"/>
                  <a:pt x="86236" y="37674"/>
                </a:cubicBezTo>
                <a:cubicBezTo>
                  <a:pt x="82434" y="38224"/>
                  <a:pt x="78620" y="38471"/>
                  <a:pt x="74803" y="38471"/>
                </a:cubicBezTo>
                <a:cubicBezTo>
                  <a:pt x="58405" y="38471"/>
                  <a:pt x="41951" y="33908"/>
                  <a:pt x="26125" y="29171"/>
                </a:cubicBezTo>
                <a:cubicBezTo>
                  <a:pt x="17408" y="26561"/>
                  <a:pt x="8732" y="23693"/>
                  <a:pt x="0" y="21148"/>
                </a:cubicBezTo>
                <a:lnTo>
                  <a:pt x="0" y="30371"/>
                </a:lnTo>
                <a:cubicBezTo>
                  <a:pt x="3472" y="33108"/>
                  <a:pt x="7489" y="35009"/>
                  <a:pt x="11115" y="36595"/>
                </a:cubicBezTo>
                <a:cubicBezTo>
                  <a:pt x="17532" y="39404"/>
                  <a:pt x="24220" y="41608"/>
                  <a:pt x="30929" y="42938"/>
                </a:cubicBezTo>
                <a:cubicBezTo>
                  <a:pt x="38228" y="44386"/>
                  <a:pt x="45630" y="44923"/>
                  <a:pt x="53022" y="44923"/>
                </a:cubicBezTo>
                <a:cubicBezTo>
                  <a:pt x="55748" y="44923"/>
                  <a:pt x="58473" y="44850"/>
                  <a:pt x="61191" y="44723"/>
                </a:cubicBezTo>
                <a:cubicBezTo>
                  <a:pt x="71533" y="44237"/>
                  <a:pt x="81978" y="43258"/>
                  <a:pt x="92233" y="41498"/>
                </a:cubicBezTo>
                <a:cubicBezTo>
                  <a:pt x="102742" y="39694"/>
                  <a:pt x="112661" y="35767"/>
                  <a:pt x="122701" y="31597"/>
                </a:cubicBezTo>
                <a:cubicBezTo>
                  <a:pt x="132437" y="27557"/>
                  <a:pt x="142206" y="24207"/>
                  <a:pt x="152521" y="24092"/>
                </a:cubicBezTo>
                <a:cubicBezTo>
                  <a:pt x="152754" y="24089"/>
                  <a:pt x="152988" y="24088"/>
                  <a:pt x="153222" y="24088"/>
                </a:cubicBezTo>
                <a:cubicBezTo>
                  <a:pt x="163194" y="24088"/>
                  <a:pt x="173100" y="26520"/>
                  <a:pt x="182555" y="30450"/>
                </a:cubicBezTo>
                <a:cubicBezTo>
                  <a:pt x="187610" y="32550"/>
                  <a:pt x="192565" y="35025"/>
                  <a:pt x="197604" y="37193"/>
                </a:cubicBezTo>
                <a:cubicBezTo>
                  <a:pt x="202625" y="39352"/>
                  <a:pt x="207681" y="41382"/>
                  <a:pt x="212770" y="43265"/>
                </a:cubicBezTo>
                <a:cubicBezTo>
                  <a:pt x="219747" y="45846"/>
                  <a:pt x="226825" y="48256"/>
                  <a:pt x="233940" y="50286"/>
                </a:cubicBezTo>
                <a:lnTo>
                  <a:pt x="233940" y="34729"/>
                </a:lnTo>
                <a:cubicBezTo>
                  <a:pt x="233339" y="34539"/>
                  <a:pt x="232731" y="34368"/>
                  <a:pt x="232112" y="34224"/>
                </a:cubicBezTo>
                <a:cubicBezTo>
                  <a:pt x="229270" y="33551"/>
                  <a:pt x="226381" y="33250"/>
                  <a:pt x="223499" y="32996"/>
                </a:cubicBezTo>
                <a:cubicBezTo>
                  <a:pt x="219753" y="32668"/>
                  <a:pt x="216005" y="32333"/>
                  <a:pt x="212261" y="31960"/>
                </a:cubicBezTo>
                <a:cubicBezTo>
                  <a:pt x="208072" y="31543"/>
                  <a:pt x="203886" y="31089"/>
                  <a:pt x="199705" y="30539"/>
                </a:cubicBezTo>
                <a:cubicBezTo>
                  <a:pt x="195713" y="30014"/>
                  <a:pt x="191661" y="29550"/>
                  <a:pt x="187710" y="28635"/>
                </a:cubicBezTo>
                <a:cubicBezTo>
                  <a:pt x="184185" y="27821"/>
                  <a:pt x="180587" y="27222"/>
                  <a:pt x="177204" y="25665"/>
                </a:cubicBezTo>
                <a:cubicBezTo>
                  <a:pt x="175719" y="24980"/>
                  <a:pt x="173996" y="24080"/>
                  <a:pt x="173054" y="22380"/>
                </a:cubicBezTo>
                <a:cubicBezTo>
                  <a:pt x="172381" y="21164"/>
                  <a:pt x="172300" y="19467"/>
                  <a:pt x="173266" y="18466"/>
                </a:cubicBezTo>
                <a:cubicBezTo>
                  <a:pt x="174400" y="17293"/>
                  <a:pt x="176205" y="17248"/>
                  <a:pt x="177591" y="17230"/>
                </a:cubicBezTo>
                <a:cubicBezTo>
                  <a:pt x="177667" y="17230"/>
                  <a:pt x="177743" y="17229"/>
                  <a:pt x="177820" y="17229"/>
                </a:cubicBezTo>
                <a:cubicBezTo>
                  <a:pt x="179957" y="17229"/>
                  <a:pt x="182098" y="17572"/>
                  <a:pt x="184206" y="17983"/>
                </a:cubicBezTo>
                <a:cubicBezTo>
                  <a:pt x="186167" y="18365"/>
                  <a:pt x="188113" y="18845"/>
                  <a:pt x="190056" y="19342"/>
                </a:cubicBezTo>
                <a:cubicBezTo>
                  <a:pt x="192155" y="19880"/>
                  <a:pt x="194290" y="20178"/>
                  <a:pt x="196416" y="20482"/>
                </a:cubicBezTo>
                <a:cubicBezTo>
                  <a:pt x="200378" y="21047"/>
                  <a:pt x="204372" y="21430"/>
                  <a:pt x="208364" y="21430"/>
                </a:cubicBezTo>
                <a:cubicBezTo>
                  <a:pt x="209889" y="21430"/>
                  <a:pt x="211413" y="21374"/>
                  <a:pt x="212936" y="21251"/>
                </a:cubicBezTo>
                <a:cubicBezTo>
                  <a:pt x="218320" y="20818"/>
                  <a:pt x="223791" y="19532"/>
                  <a:pt x="228641" y="16425"/>
                </a:cubicBezTo>
                <a:cubicBezTo>
                  <a:pt x="230586" y="15179"/>
                  <a:pt x="232358" y="13636"/>
                  <a:pt x="233940" y="11842"/>
                </a:cubicBezTo>
                <a:lnTo>
                  <a:pt x="233940" y="0"/>
                </a:ln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7"/>
          <p:cNvSpPr/>
          <p:nvPr/>
        </p:nvSpPr>
        <p:spPr>
          <a:xfrm flipH="1">
            <a:off x="4029862" y="3520528"/>
            <a:ext cx="5153814" cy="1015564"/>
          </a:xfrm>
          <a:custGeom>
            <a:rect b="b" l="l" r="r" t="t"/>
            <a:pathLst>
              <a:path extrusionOk="0" h="25378" w="128789">
                <a:moveTo>
                  <a:pt x="125460" y="1"/>
                </a:moveTo>
                <a:cubicBezTo>
                  <a:pt x="124112" y="1"/>
                  <a:pt x="122755" y="233"/>
                  <a:pt x="121432" y="495"/>
                </a:cubicBezTo>
                <a:cubicBezTo>
                  <a:pt x="117708" y="1235"/>
                  <a:pt x="114038" y="2428"/>
                  <a:pt x="110408" y="3702"/>
                </a:cubicBezTo>
                <a:cubicBezTo>
                  <a:pt x="101528" y="6816"/>
                  <a:pt x="92732" y="10293"/>
                  <a:pt x="83787" y="13112"/>
                </a:cubicBezTo>
                <a:cubicBezTo>
                  <a:pt x="72182" y="16772"/>
                  <a:pt x="60329" y="19483"/>
                  <a:pt x="48340" y="19746"/>
                </a:cubicBezTo>
                <a:cubicBezTo>
                  <a:pt x="47589" y="19762"/>
                  <a:pt x="46838" y="19771"/>
                  <a:pt x="46087" y="19771"/>
                </a:cubicBezTo>
                <a:cubicBezTo>
                  <a:pt x="36277" y="19771"/>
                  <a:pt x="26528" y="18319"/>
                  <a:pt x="17277" y="13958"/>
                </a:cubicBezTo>
                <a:cubicBezTo>
                  <a:pt x="14817" y="12796"/>
                  <a:pt x="12434" y="11433"/>
                  <a:pt x="10052" y="10038"/>
                </a:cubicBezTo>
                <a:cubicBezTo>
                  <a:pt x="7467" y="8528"/>
                  <a:pt x="4765" y="7378"/>
                  <a:pt x="2106" y="6103"/>
                </a:cubicBezTo>
                <a:cubicBezTo>
                  <a:pt x="1402" y="5766"/>
                  <a:pt x="699" y="5418"/>
                  <a:pt x="0" y="5056"/>
                </a:cubicBezTo>
                <a:lnTo>
                  <a:pt x="0" y="11211"/>
                </a:lnTo>
                <a:cubicBezTo>
                  <a:pt x="4701" y="13100"/>
                  <a:pt x="9362" y="15161"/>
                  <a:pt x="14041" y="17090"/>
                </a:cubicBezTo>
                <a:cubicBezTo>
                  <a:pt x="16400" y="18063"/>
                  <a:pt x="18775" y="19117"/>
                  <a:pt x="21195" y="19846"/>
                </a:cubicBezTo>
                <a:cubicBezTo>
                  <a:pt x="23656" y="20587"/>
                  <a:pt x="26170" y="20896"/>
                  <a:pt x="28695" y="21030"/>
                </a:cubicBezTo>
                <a:cubicBezTo>
                  <a:pt x="33506" y="21285"/>
                  <a:pt x="38258" y="21488"/>
                  <a:pt x="43036" y="22348"/>
                </a:cubicBezTo>
                <a:cubicBezTo>
                  <a:pt x="47992" y="23241"/>
                  <a:pt x="52914" y="24461"/>
                  <a:pt x="57900" y="25055"/>
                </a:cubicBezTo>
                <a:cubicBezTo>
                  <a:pt x="59669" y="25266"/>
                  <a:pt x="61430" y="25377"/>
                  <a:pt x="63185" y="25377"/>
                </a:cubicBezTo>
                <a:cubicBezTo>
                  <a:pt x="66528" y="25377"/>
                  <a:pt x="69851" y="24974"/>
                  <a:pt x="73168" y="24091"/>
                </a:cubicBezTo>
                <a:cubicBezTo>
                  <a:pt x="82572" y="21585"/>
                  <a:pt x="91311" y="16379"/>
                  <a:pt x="100290" y="12209"/>
                </a:cubicBezTo>
                <a:cubicBezTo>
                  <a:pt x="102551" y="11159"/>
                  <a:pt x="104832" y="10174"/>
                  <a:pt x="107142" y="9317"/>
                </a:cubicBezTo>
                <a:cubicBezTo>
                  <a:pt x="109515" y="8437"/>
                  <a:pt x="111919" y="7831"/>
                  <a:pt x="114326" y="7132"/>
                </a:cubicBezTo>
                <a:cubicBezTo>
                  <a:pt x="119263" y="5699"/>
                  <a:pt x="123997" y="3389"/>
                  <a:pt x="128789" y="1350"/>
                </a:cubicBezTo>
                <a:cubicBezTo>
                  <a:pt x="128436" y="255"/>
                  <a:pt x="127130" y="101"/>
                  <a:pt x="126329" y="35"/>
                </a:cubicBezTo>
                <a:cubicBezTo>
                  <a:pt x="126040" y="12"/>
                  <a:pt x="125750" y="1"/>
                  <a:pt x="125460"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7"/>
          <p:cNvSpPr/>
          <p:nvPr/>
        </p:nvSpPr>
        <p:spPr>
          <a:xfrm flipH="1">
            <a:off x="8233981" y="5486694"/>
            <a:ext cx="949935" cy="459281"/>
          </a:xfrm>
          <a:custGeom>
            <a:rect b="b" l="l" r="r" t="t"/>
            <a:pathLst>
              <a:path extrusionOk="0" h="11477" w="23738">
                <a:moveTo>
                  <a:pt x="0" y="0"/>
                </a:moveTo>
                <a:lnTo>
                  <a:pt x="0" y="7277"/>
                </a:lnTo>
                <a:cubicBezTo>
                  <a:pt x="3475" y="8436"/>
                  <a:pt x="6937" y="9675"/>
                  <a:pt x="10474" y="10467"/>
                </a:cubicBezTo>
                <a:cubicBezTo>
                  <a:pt x="12599" y="10942"/>
                  <a:pt x="14945" y="11477"/>
                  <a:pt x="17230" y="11477"/>
                </a:cubicBezTo>
                <a:cubicBezTo>
                  <a:pt x="18607" y="11477"/>
                  <a:pt x="19963" y="11282"/>
                  <a:pt x="21233" y="10762"/>
                </a:cubicBezTo>
                <a:cubicBezTo>
                  <a:pt x="22964" y="10052"/>
                  <a:pt x="23737" y="8373"/>
                  <a:pt x="22783" y="6233"/>
                </a:cubicBezTo>
                <a:cubicBezTo>
                  <a:pt x="21854" y="4148"/>
                  <a:pt x="19780" y="3350"/>
                  <a:pt x="18049" y="2892"/>
                </a:cubicBezTo>
                <a:cubicBezTo>
                  <a:pt x="14044" y="1834"/>
                  <a:pt x="9964" y="2398"/>
                  <a:pt x="5923" y="1958"/>
                </a:cubicBezTo>
                <a:cubicBezTo>
                  <a:pt x="3848" y="1734"/>
                  <a:pt x="1868" y="1036"/>
                  <a:pt x="0"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7"/>
          <p:cNvSpPr/>
          <p:nvPr/>
        </p:nvSpPr>
        <p:spPr>
          <a:xfrm flipH="1">
            <a:off x="-177898" y="3845514"/>
            <a:ext cx="9361814" cy="2217890"/>
          </a:xfrm>
          <a:custGeom>
            <a:rect b="b" l="l" r="r" t="t"/>
            <a:pathLst>
              <a:path extrusionOk="0" h="55423" w="233943">
                <a:moveTo>
                  <a:pt x="144772" y="1"/>
                </a:moveTo>
                <a:cubicBezTo>
                  <a:pt x="142102" y="1"/>
                  <a:pt x="139431" y="96"/>
                  <a:pt x="136766" y="286"/>
                </a:cubicBezTo>
                <a:cubicBezTo>
                  <a:pt x="128012" y="909"/>
                  <a:pt x="119276" y="2552"/>
                  <a:pt x="110812" y="5489"/>
                </a:cubicBezTo>
                <a:cubicBezTo>
                  <a:pt x="106624" y="6944"/>
                  <a:pt x="102575" y="8874"/>
                  <a:pt x="98468" y="10653"/>
                </a:cubicBezTo>
                <a:cubicBezTo>
                  <a:pt x="93953" y="12609"/>
                  <a:pt x="89399" y="14424"/>
                  <a:pt x="84794" y="16010"/>
                </a:cubicBezTo>
                <a:cubicBezTo>
                  <a:pt x="74251" y="19642"/>
                  <a:pt x="63428" y="21981"/>
                  <a:pt x="52620" y="21981"/>
                </a:cubicBezTo>
                <a:cubicBezTo>
                  <a:pt x="45059" y="21981"/>
                  <a:pt x="37505" y="20836"/>
                  <a:pt x="30059" y="18189"/>
                </a:cubicBezTo>
                <a:cubicBezTo>
                  <a:pt x="25579" y="16596"/>
                  <a:pt x="21178" y="14667"/>
                  <a:pt x="16828" y="12578"/>
                </a:cubicBezTo>
                <a:cubicBezTo>
                  <a:pt x="12514" y="10509"/>
                  <a:pt x="8272" y="8266"/>
                  <a:pt x="3815" y="6712"/>
                </a:cubicBezTo>
                <a:cubicBezTo>
                  <a:pt x="2549" y="6272"/>
                  <a:pt x="1276" y="5888"/>
                  <a:pt x="0" y="5548"/>
                </a:cubicBezTo>
                <a:lnTo>
                  <a:pt x="0" y="23614"/>
                </a:lnTo>
                <a:cubicBezTo>
                  <a:pt x="12657" y="29572"/>
                  <a:pt x="26166" y="33013"/>
                  <a:pt x="39600" y="33024"/>
                </a:cubicBezTo>
                <a:cubicBezTo>
                  <a:pt x="39625" y="33024"/>
                  <a:pt x="39649" y="33024"/>
                  <a:pt x="39674" y="33024"/>
                </a:cubicBezTo>
                <a:cubicBezTo>
                  <a:pt x="43920" y="33024"/>
                  <a:pt x="48167" y="32654"/>
                  <a:pt x="52367" y="31843"/>
                </a:cubicBezTo>
                <a:cubicBezTo>
                  <a:pt x="54553" y="31420"/>
                  <a:pt x="56709" y="30737"/>
                  <a:pt x="58881" y="30217"/>
                </a:cubicBezTo>
                <a:cubicBezTo>
                  <a:pt x="61539" y="29579"/>
                  <a:pt x="64252" y="29008"/>
                  <a:pt x="66965" y="29005"/>
                </a:cubicBezTo>
                <a:cubicBezTo>
                  <a:pt x="66982" y="29005"/>
                  <a:pt x="66999" y="29005"/>
                  <a:pt x="67017" y="29005"/>
                </a:cubicBezTo>
                <a:cubicBezTo>
                  <a:pt x="68762" y="29005"/>
                  <a:pt x="71102" y="29156"/>
                  <a:pt x="72309" y="31005"/>
                </a:cubicBezTo>
                <a:cubicBezTo>
                  <a:pt x="73261" y="32464"/>
                  <a:pt x="73035" y="34779"/>
                  <a:pt x="72433" y="36381"/>
                </a:cubicBezTo>
                <a:cubicBezTo>
                  <a:pt x="71760" y="38175"/>
                  <a:pt x="70452" y="39418"/>
                  <a:pt x="69067" y="40261"/>
                </a:cubicBezTo>
                <a:cubicBezTo>
                  <a:pt x="65139" y="42655"/>
                  <a:pt x="60371" y="42850"/>
                  <a:pt x="56096" y="42852"/>
                </a:cubicBezTo>
                <a:cubicBezTo>
                  <a:pt x="56089" y="42852"/>
                  <a:pt x="56082" y="42852"/>
                  <a:pt x="56075" y="42852"/>
                </a:cubicBezTo>
                <a:cubicBezTo>
                  <a:pt x="46902" y="42852"/>
                  <a:pt x="37792" y="41022"/>
                  <a:pt x="28834" y="38660"/>
                </a:cubicBezTo>
                <a:cubicBezTo>
                  <a:pt x="19225" y="36125"/>
                  <a:pt x="9684" y="33151"/>
                  <a:pt x="0" y="31087"/>
                </a:cubicBezTo>
                <a:lnTo>
                  <a:pt x="0" y="40459"/>
                </a:lnTo>
                <a:cubicBezTo>
                  <a:pt x="415" y="40687"/>
                  <a:pt x="838" y="40900"/>
                  <a:pt x="1269" y="41094"/>
                </a:cubicBezTo>
                <a:cubicBezTo>
                  <a:pt x="3834" y="42246"/>
                  <a:pt x="6360" y="42550"/>
                  <a:pt x="9049" y="42595"/>
                </a:cubicBezTo>
                <a:cubicBezTo>
                  <a:pt x="11321" y="42632"/>
                  <a:pt x="13601" y="42650"/>
                  <a:pt x="15862" y="42966"/>
                </a:cubicBezTo>
                <a:cubicBezTo>
                  <a:pt x="17766" y="43232"/>
                  <a:pt x="19811" y="43645"/>
                  <a:pt x="21476" y="44925"/>
                </a:cubicBezTo>
                <a:cubicBezTo>
                  <a:pt x="22689" y="45858"/>
                  <a:pt x="23822" y="47631"/>
                  <a:pt x="23620" y="49546"/>
                </a:cubicBezTo>
                <a:cubicBezTo>
                  <a:pt x="23450" y="51198"/>
                  <a:pt x="22153" y="51995"/>
                  <a:pt x="21013" y="52388"/>
                </a:cubicBezTo>
                <a:cubicBezTo>
                  <a:pt x="19769" y="52816"/>
                  <a:pt x="18468" y="52983"/>
                  <a:pt x="17149" y="52983"/>
                </a:cubicBezTo>
                <a:cubicBezTo>
                  <a:pt x="14678" y="52983"/>
                  <a:pt x="12147" y="52396"/>
                  <a:pt x="9822" y="51845"/>
                </a:cubicBezTo>
                <a:cubicBezTo>
                  <a:pt x="6510" y="51059"/>
                  <a:pt x="3259" y="49899"/>
                  <a:pt x="0" y="48810"/>
                </a:cubicBezTo>
                <a:lnTo>
                  <a:pt x="0" y="54602"/>
                </a:lnTo>
                <a:cubicBezTo>
                  <a:pt x="5036" y="55007"/>
                  <a:pt x="10079" y="55225"/>
                  <a:pt x="15119" y="55348"/>
                </a:cubicBezTo>
                <a:cubicBezTo>
                  <a:pt x="17082" y="55396"/>
                  <a:pt x="19048" y="55423"/>
                  <a:pt x="21015" y="55423"/>
                </a:cubicBezTo>
                <a:cubicBezTo>
                  <a:pt x="29997" y="55423"/>
                  <a:pt x="38994" y="54866"/>
                  <a:pt x="47880" y="53219"/>
                </a:cubicBezTo>
                <a:cubicBezTo>
                  <a:pt x="52943" y="52282"/>
                  <a:pt x="58028" y="51048"/>
                  <a:pt x="62912" y="49101"/>
                </a:cubicBezTo>
                <a:cubicBezTo>
                  <a:pt x="67581" y="47240"/>
                  <a:pt x="72025" y="44594"/>
                  <a:pt x="76326" y="41657"/>
                </a:cubicBezTo>
                <a:cubicBezTo>
                  <a:pt x="84683" y="35949"/>
                  <a:pt x="92557" y="29085"/>
                  <a:pt x="101261" y="24207"/>
                </a:cubicBezTo>
                <a:cubicBezTo>
                  <a:pt x="110109" y="19249"/>
                  <a:pt x="119692" y="17446"/>
                  <a:pt x="129288" y="16670"/>
                </a:cubicBezTo>
                <a:cubicBezTo>
                  <a:pt x="132649" y="16399"/>
                  <a:pt x="136013" y="16271"/>
                  <a:pt x="139377" y="16271"/>
                </a:cubicBezTo>
                <a:cubicBezTo>
                  <a:pt x="157478" y="16271"/>
                  <a:pt x="175585" y="19963"/>
                  <a:pt x="193212" y="24804"/>
                </a:cubicBezTo>
                <a:cubicBezTo>
                  <a:pt x="203630" y="27665"/>
                  <a:pt x="214279" y="30372"/>
                  <a:pt x="224304" y="35040"/>
                </a:cubicBezTo>
                <a:cubicBezTo>
                  <a:pt x="227597" y="36575"/>
                  <a:pt x="230795" y="38437"/>
                  <a:pt x="233942" y="40411"/>
                </a:cubicBezTo>
                <a:lnTo>
                  <a:pt x="233942" y="31703"/>
                </a:lnTo>
                <a:cubicBezTo>
                  <a:pt x="228231" y="27859"/>
                  <a:pt x="222155" y="24807"/>
                  <a:pt x="216214" y="21705"/>
                </a:cubicBezTo>
                <a:cubicBezTo>
                  <a:pt x="207456" y="17134"/>
                  <a:pt x="198525" y="13002"/>
                  <a:pt x="189487" y="9410"/>
                </a:cubicBezTo>
                <a:cubicBezTo>
                  <a:pt x="180687" y="5912"/>
                  <a:pt x="171778" y="2926"/>
                  <a:pt x="162615" y="1437"/>
                </a:cubicBezTo>
                <a:cubicBezTo>
                  <a:pt x="156702" y="476"/>
                  <a:pt x="150736" y="1"/>
                  <a:pt x="144772"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7"/>
          <p:cNvSpPr/>
          <p:nvPr/>
        </p:nvSpPr>
        <p:spPr>
          <a:xfrm flipH="1">
            <a:off x="-177871" y="4760126"/>
            <a:ext cx="4960169" cy="2176352"/>
          </a:xfrm>
          <a:custGeom>
            <a:rect b="b" l="l" r="r" t="t"/>
            <a:pathLst>
              <a:path extrusionOk="0" h="54385" w="123950">
                <a:moveTo>
                  <a:pt x="25687" y="0"/>
                </a:moveTo>
                <a:cubicBezTo>
                  <a:pt x="25613" y="0"/>
                  <a:pt x="25540" y="0"/>
                  <a:pt x="25467" y="0"/>
                </a:cubicBezTo>
                <a:cubicBezTo>
                  <a:pt x="22189" y="8"/>
                  <a:pt x="18895" y="286"/>
                  <a:pt x="15653" y="893"/>
                </a:cubicBezTo>
                <a:cubicBezTo>
                  <a:pt x="12106" y="1558"/>
                  <a:pt x="8455" y="2579"/>
                  <a:pt x="5276" y="4757"/>
                </a:cubicBezTo>
                <a:cubicBezTo>
                  <a:pt x="2358" y="6754"/>
                  <a:pt x="1" y="10011"/>
                  <a:pt x="133" y="14446"/>
                </a:cubicBezTo>
                <a:cubicBezTo>
                  <a:pt x="289" y="19675"/>
                  <a:pt x="3866" y="23250"/>
                  <a:pt x="7286" y="25363"/>
                </a:cubicBezTo>
                <a:cubicBezTo>
                  <a:pt x="11223" y="27796"/>
                  <a:pt x="15408" y="28684"/>
                  <a:pt x="19651" y="28684"/>
                </a:cubicBezTo>
                <a:cubicBezTo>
                  <a:pt x="25154" y="28684"/>
                  <a:pt x="30756" y="27191"/>
                  <a:pt x="36046" y="25632"/>
                </a:cubicBezTo>
                <a:cubicBezTo>
                  <a:pt x="41465" y="24035"/>
                  <a:pt x="46862" y="22167"/>
                  <a:pt x="52380" y="21177"/>
                </a:cubicBezTo>
                <a:cubicBezTo>
                  <a:pt x="56587" y="20424"/>
                  <a:pt x="60828" y="20023"/>
                  <a:pt x="65073" y="20023"/>
                </a:cubicBezTo>
                <a:cubicBezTo>
                  <a:pt x="66363" y="20023"/>
                  <a:pt x="67654" y="20060"/>
                  <a:pt x="68944" y="20135"/>
                </a:cubicBezTo>
                <a:cubicBezTo>
                  <a:pt x="79965" y="20783"/>
                  <a:pt x="90870" y="24103"/>
                  <a:pt x="100937" y="29809"/>
                </a:cubicBezTo>
                <a:cubicBezTo>
                  <a:pt x="105755" y="32540"/>
                  <a:pt x="110519" y="35684"/>
                  <a:pt x="114557" y="40038"/>
                </a:cubicBezTo>
                <a:cubicBezTo>
                  <a:pt x="118056" y="43811"/>
                  <a:pt x="120978" y="48359"/>
                  <a:pt x="123419" y="53277"/>
                </a:cubicBezTo>
                <a:cubicBezTo>
                  <a:pt x="123600" y="53644"/>
                  <a:pt x="123773" y="54016"/>
                  <a:pt x="123950" y="54384"/>
                </a:cubicBezTo>
                <a:lnTo>
                  <a:pt x="123950" y="30590"/>
                </a:lnTo>
                <a:cubicBezTo>
                  <a:pt x="115011" y="23740"/>
                  <a:pt x="104675" y="20070"/>
                  <a:pt x="94699" y="16430"/>
                </a:cubicBezTo>
                <a:cubicBezTo>
                  <a:pt x="83278" y="12265"/>
                  <a:pt x="71945" y="7950"/>
                  <a:pt x="60279" y="4996"/>
                </a:cubicBezTo>
                <a:cubicBezTo>
                  <a:pt x="48938" y="2125"/>
                  <a:pt x="37275" y="0"/>
                  <a:pt x="25687"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7"/>
          <p:cNvSpPr/>
          <p:nvPr/>
        </p:nvSpPr>
        <p:spPr>
          <a:xfrm flipH="1">
            <a:off x="4604554" y="5541999"/>
            <a:ext cx="4579363" cy="1972262"/>
          </a:xfrm>
          <a:custGeom>
            <a:rect b="b" l="l" r="r" t="t"/>
            <a:pathLst>
              <a:path extrusionOk="0" h="49285" w="114434">
                <a:moveTo>
                  <a:pt x="97111" y="0"/>
                </a:moveTo>
                <a:cubicBezTo>
                  <a:pt x="92375" y="0"/>
                  <a:pt x="88229" y="4066"/>
                  <a:pt x="85079" y="8725"/>
                </a:cubicBezTo>
                <a:cubicBezTo>
                  <a:pt x="81036" y="14698"/>
                  <a:pt x="78056" y="22263"/>
                  <a:pt x="72346" y="26006"/>
                </a:cubicBezTo>
                <a:cubicBezTo>
                  <a:pt x="69011" y="28192"/>
                  <a:pt x="65286" y="29191"/>
                  <a:pt x="61597" y="29874"/>
                </a:cubicBezTo>
                <a:cubicBezTo>
                  <a:pt x="57172" y="30696"/>
                  <a:pt x="52733" y="31343"/>
                  <a:pt x="48270" y="31736"/>
                </a:cubicBezTo>
                <a:cubicBezTo>
                  <a:pt x="43819" y="32127"/>
                  <a:pt x="39334" y="32342"/>
                  <a:pt x="34849" y="32342"/>
                </a:cubicBezTo>
                <a:cubicBezTo>
                  <a:pt x="29827" y="32342"/>
                  <a:pt x="24804" y="32073"/>
                  <a:pt x="19828" y="31484"/>
                </a:cubicBezTo>
                <a:cubicBezTo>
                  <a:pt x="13156" y="30694"/>
                  <a:pt x="6527" y="29288"/>
                  <a:pt x="0" y="27342"/>
                </a:cubicBezTo>
                <a:lnTo>
                  <a:pt x="0" y="45284"/>
                </a:lnTo>
                <a:cubicBezTo>
                  <a:pt x="0" y="47494"/>
                  <a:pt x="1415" y="49285"/>
                  <a:pt x="3161" y="49285"/>
                </a:cubicBezTo>
                <a:lnTo>
                  <a:pt x="54554" y="49285"/>
                </a:lnTo>
                <a:cubicBezTo>
                  <a:pt x="57524" y="43691"/>
                  <a:pt x="61460" y="38933"/>
                  <a:pt x="66165" y="35699"/>
                </a:cubicBezTo>
                <a:cubicBezTo>
                  <a:pt x="74007" y="30307"/>
                  <a:pt x="82814" y="29860"/>
                  <a:pt x="91444" y="28199"/>
                </a:cubicBezTo>
                <a:cubicBezTo>
                  <a:pt x="94850" y="27544"/>
                  <a:pt x="98284" y="26656"/>
                  <a:pt x="101576" y="25345"/>
                </a:cubicBezTo>
                <a:cubicBezTo>
                  <a:pt x="104402" y="24220"/>
                  <a:pt x="107468" y="22637"/>
                  <a:pt x="109397" y="19658"/>
                </a:cubicBezTo>
                <a:cubicBezTo>
                  <a:pt x="114434" y="11884"/>
                  <a:pt x="106261" y="3395"/>
                  <a:pt x="100927" y="890"/>
                </a:cubicBezTo>
                <a:cubicBezTo>
                  <a:pt x="99620" y="276"/>
                  <a:pt x="98345" y="0"/>
                  <a:pt x="9711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7"/>
          <p:cNvSpPr/>
          <p:nvPr/>
        </p:nvSpPr>
        <p:spPr>
          <a:xfrm flipH="1">
            <a:off x="2000741" y="6801847"/>
            <a:ext cx="4319449" cy="712432"/>
          </a:xfrm>
          <a:custGeom>
            <a:rect b="b" l="l" r="r" t="t"/>
            <a:pathLst>
              <a:path extrusionOk="0" h="17803" w="107939">
                <a:moveTo>
                  <a:pt x="27543" y="0"/>
                </a:moveTo>
                <a:cubicBezTo>
                  <a:pt x="27240" y="0"/>
                  <a:pt x="26937" y="6"/>
                  <a:pt x="26634" y="18"/>
                </a:cubicBezTo>
                <a:cubicBezTo>
                  <a:pt x="24027" y="121"/>
                  <a:pt x="21392" y="745"/>
                  <a:pt x="19094" y="2364"/>
                </a:cubicBezTo>
                <a:cubicBezTo>
                  <a:pt x="18481" y="2797"/>
                  <a:pt x="16577" y="4050"/>
                  <a:pt x="17537" y="5118"/>
                </a:cubicBezTo>
                <a:cubicBezTo>
                  <a:pt x="18117" y="5762"/>
                  <a:pt x="19161" y="5928"/>
                  <a:pt x="19890" y="6091"/>
                </a:cubicBezTo>
                <a:cubicBezTo>
                  <a:pt x="23855" y="6979"/>
                  <a:pt x="27949" y="6569"/>
                  <a:pt x="31949" y="6998"/>
                </a:cubicBezTo>
                <a:cubicBezTo>
                  <a:pt x="35180" y="7344"/>
                  <a:pt x="39652" y="7834"/>
                  <a:pt x="41798" y="11379"/>
                </a:cubicBezTo>
                <a:cubicBezTo>
                  <a:pt x="41873" y="11504"/>
                  <a:pt x="41874" y="11697"/>
                  <a:pt x="41748" y="11777"/>
                </a:cubicBezTo>
                <a:cubicBezTo>
                  <a:pt x="40684" y="12461"/>
                  <a:pt x="39488" y="12703"/>
                  <a:pt x="38262" y="12703"/>
                </a:cubicBezTo>
                <a:cubicBezTo>
                  <a:pt x="36542" y="12703"/>
                  <a:pt x="34763" y="12227"/>
                  <a:pt x="33207" y="11823"/>
                </a:cubicBezTo>
                <a:cubicBezTo>
                  <a:pt x="31601" y="11407"/>
                  <a:pt x="30013" y="10894"/>
                  <a:pt x="28412" y="10466"/>
                </a:cubicBezTo>
                <a:cubicBezTo>
                  <a:pt x="26593" y="9980"/>
                  <a:pt x="24742" y="9711"/>
                  <a:pt x="22919" y="9248"/>
                </a:cubicBezTo>
                <a:cubicBezTo>
                  <a:pt x="18811" y="8207"/>
                  <a:pt x="14751" y="6811"/>
                  <a:pt x="10581" y="6185"/>
                </a:cubicBezTo>
                <a:cubicBezTo>
                  <a:pt x="9499" y="6023"/>
                  <a:pt x="8286" y="5852"/>
                  <a:pt x="7075" y="5852"/>
                </a:cubicBezTo>
                <a:cubicBezTo>
                  <a:pt x="5505" y="5852"/>
                  <a:pt x="3938" y="6139"/>
                  <a:pt x="2667" y="7101"/>
                </a:cubicBezTo>
                <a:cubicBezTo>
                  <a:pt x="702" y="8588"/>
                  <a:pt x="1" y="12230"/>
                  <a:pt x="827" y="14868"/>
                </a:cubicBezTo>
                <a:cubicBezTo>
                  <a:pt x="1191" y="16035"/>
                  <a:pt x="1835" y="16995"/>
                  <a:pt x="2588" y="17803"/>
                </a:cubicBezTo>
                <a:lnTo>
                  <a:pt x="107349" y="17803"/>
                </a:lnTo>
                <a:cubicBezTo>
                  <a:pt x="107939" y="14229"/>
                  <a:pt x="104542" y="9947"/>
                  <a:pt x="102361" y="8404"/>
                </a:cubicBezTo>
                <a:cubicBezTo>
                  <a:pt x="99751" y="6560"/>
                  <a:pt x="96718" y="5974"/>
                  <a:pt x="93716" y="5974"/>
                </a:cubicBezTo>
                <a:cubicBezTo>
                  <a:pt x="92496" y="5974"/>
                  <a:pt x="91282" y="6070"/>
                  <a:pt x="90103" y="6219"/>
                </a:cubicBezTo>
                <a:cubicBezTo>
                  <a:pt x="87978" y="6486"/>
                  <a:pt x="85895" y="7048"/>
                  <a:pt x="83786" y="7444"/>
                </a:cubicBezTo>
                <a:cubicBezTo>
                  <a:pt x="81051" y="7961"/>
                  <a:pt x="78295" y="8278"/>
                  <a:pt x="75534" y="8442"/>
                </a:cubicBezTo>
                <a:cubicBezTo>
                  <a:pt x="74026" y="8532"/>
                  <a:pt x="72516" y="8576"/>
                  <a:pt x="71005" y="8576"/>
                </a:cubicBezTo>
                <a:cubicBezTo>
                  <a:pt x="66567" y="8576"/>
                  <a:pt x="62125" y="8194"/>
                  <a:pt x="57730" y="7447"/>
                </a:cubicBezTo>
                <a:cubicBezTo>
                  <a:pt x="52546" y="6565"/>
                  <a:pt x="47524" y="4962"/>
                  <a:pt x="42478" y="3264"/>
                </a:cubicBezTo>
                <a:cubicBezTo>
                  <a:pt x="37619" y="1632"/>
                  <a:pt x="32605" y="0"/>
                  <a:pt x="27543"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7"/>
          <p:cNvSpPr/>
          <p:nvPr/>
        </p:nvSpPr>
        <p:spPr>
          <a:xfrm flipH="1">
            <a:off x="387612" y="6797685"/>
            <a:ext cx="658408" cy="716833"/>
          </a:xfrm>
          <a:custGeom>
            <a:rect b="b" l="l" r="r" t="t"/>
            <a:pathLst>
              <a:path extrusionOk="0" h="17913" w="16453">
                <a:moveTo>
                  <a:pt x="3031" y="0"/>
                </a:moveTo>
                <a:cubicBezTo>
                  <a:pt x="3004" y="0"/>
                  <a:pt x="2977" y="1"/>
                  <a:pt x="2950" y="2"/>
                </a:cubicBezTo>
                <a:cubicBezTo>
                  <a:pt x="1" y="132"/>
                  <a:pt x="2474" y="3624"/>
                  <a:pt x="3374" y="4819"/>
                </a:cubicBezTo>
                <a:cubicBezTo>
                  <a:pt x="5353" y="7446"/>
                  <a:pt x="8065" y="13097"/>
                  <a:pt x="8485" y="17912"/>
                </a:cubicBezTo>
                <a:lnTo>
                  <a:pt x="16452" y="17912"/>
                </a:lnTo>
                <a:cubicBezTo>
                  <a:pt x="15488" y="16742"/>
                  <a:pt x="14559" y="15523"/>
                  <a:pt x="13682" y="14232"/>
                </a:cubicBezTo>
                <a:cubicBezTo>
                  <a:pt x="11356" y="10805"/>
                  <a:pt x="9597" y="6836"/>
                  <a:pt x="7171" y="3507"/>
                </a:cubicBezTo>
                <a:cubicBezTo>
                  <a:pt x="6176" y="2144"/>
                  <a:pt x="4651" y="0"/>
                  <a:pt x="303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7"/>
          <p:cNvSpPr/>
          <p:nvPr/>
        </p:nvSpPr>
        <p:spPr>
          <a:xfrm flipH="1">
            <a:off x="-177798" y="5967071"/>
            <a:ext cx="4326332" cy="1547277"/>
          </a:xfrm>
          <a:custGeom>
            <a:rect b="b" l="l" r="r" t="t"/>
            <a:pathLst>
              <a:path extrusionOk="0" h="38665" w="108111">
                <a:moveTo>
                  <a:pt x="45814" y="1"/>
                </a:moveTo>
                <a:cubicBezTo>
                  <a:pt x="35137" y="1"/>
                  <a:pt x="24388" y="2076"/>
                  <a:pt x="14090" y="5571"/>
                </a:cubicBezTo>
                <a:cubicBezTo>
                  <a:pt x="10624" y="6748"/>
                  <a:pt x="7061" y="8059"/>
                  <a:pt x="3946" y="10366"/>
                </a:cubicBezTo>
                <a:cubicBezTo>
                  <a:pt x="2615" y="11352"/>
                  <a:pt x="1078" y="12695"/>
                  <a:pt x="565" y="14641"/>
                </a:cubicBezTo>
                <a:cubicBezTo>
                  <a:pt x="1" y="16782"/>
                  <a:pt x="1151" y="18845"/>
                  <a:pt x="2414" y="20142"/>
                </a:cubicBezTo>
                <a:cubicBezTo>
                  <a:pt x="4524" y="22313"/>
                  <a:pt x="7328" y="22930"/>
                  <a:pt x="10110" y="22930"/>
                </a:cubicBezTo>
                <a:cubicBezTo>
                  <a:pt x="11691" y="22930"/>
                  <a:pt x="13266" y="22730"/>
                  <a:pt x="14702" y="22504"/>
                </a:cubicBezTo>
                <a:cubicBezTo>
                  <a:pt x="19304" y="21780"/>
                  <a:pt x="23791" y="20252"/>
                  <a:pt x="28307" y="18979"/>
                </a:cubicBezTo>
                <a:cubicBezTo>
                  <a:pt x="31469" y="18088"/>
                  <a:pt x="34583" y="17727"/>
                  <a:pt x="37812" y="17553"/>
                </a:cubicBezTo>
                <a:cubicBezTo>
                  <a:pt x="39567" y="17460"/>
                  <a:pt x="41324" y="17409"/>
                  <a:pt x="43081" y="17409"/>
                </a:cubicBezTo>
                <a:cubicBezTo>
                  <a:pt x="45289" y="17409"/>
                  <a:pt x="47497" y="17490"/>
                  <a:pt x="49701" y="17670"/>
                </a:cubicBezTo>
                <a:cubicBezTo>
                  <a:pt x="53900" y="18013"/>
                  <a:pt x="58120" y="18692"/>
                  <a:pt x="62182" y="20121"/>
                </a:cubicBezTo>
                <a:cubicBezTo>
                  <a:pt x="65643" y="21338"/>
                  <a:pt x="69140" y="23140"/>
                  <a:pt x="71836" y="26229"/>
                </a:cubicBezTo>
                <a:cubicBezTo>
                  <a:pt x="74556" y="29344"/>
                  <a:pt x="76197" y="34210"/>
                  <a:pt x="75759" y="38664"/>
                </a:cubicBezTo>
                <a:lnTo>
                  <a:pt x="85535" y="38664"/>
                </a:lnTo>
                <a:cubicBezTo>
                  <a:pt x="85296" y="35981"/>
                  <a:pt x="84353" y="33119"/>
                  <a:pt x="83500" y="31067"/>
                </a:cubicBezTo>
                <a:cubicBezTo>
                  <a:pt x="82723" y="29197"/>
                  <a:pt x="81831" y="27538"/>
                  <a:pt x="80681" y="26012"/>
                </a:cubicBezTo>
                <a:cubicBezTo>
                  <a:pt x="79935" y="25023"/>
                  <a:pt x="78306" y="23246"/>
                  <a:pt x="78633" y="21650"/>
                </a:cubicBezTo>
                <a:cubicBezTo>
                  <a:pt x="78840" y="20643"/>
                  <a:pt x="79649" y="20281"/>
                  <a:pt x="80449" y="20281"/>
                </a:cubicBezTo>
                <a:cubicBezTo>
                  <a:pt x="80893" y="20281"/>
                  <a:pt x="81334" y="20392"/>
                  <a:pt x="81670" y="20567"/>
                </a:cubicBezTo>
                <a:cubicBezTo>
                  <a:pt x="83214" y="21372"/>
                  <a:pt x="84460" y="23111"/>
                  <a:pt x="85532" y="24674"/>
                </a:cubicBezTo>
                <a:cubicBezTo>
                  <a:pt x="88081" y="28395"/>
                  <a:pt x="90008" y="32694"/>
                  <a:pt x="92680" y="36288"/>
                </a:cubicBezTo>
                <a:cubicBezTo>
                  <a:pt x="93289" y="37105"/>
                  <a:pt x="93919" y="37895"/>
                  <a:pt x="94562" y="38663"/>
                </a:cubicBezTo>
                <a:lnTo>
                  <a:pt x="104952" y="38663"/>
                </a:lnTo>
                <a:cubicBezTo>
                  <a:pt x="106677" y="38663"/>
                  <a:pt x="108077" y="36912"/>
                  <a:pt x="108110" y="34738"/>
                </a:cubicBezTo>
                <a:cubicBezTo>
                  <a:pt x="104684" y="32047"/>
                  <a:pt x="101346" y="29175"/>
                  <a:pt x="98018" y="26250"/>
                </a:cubicBezTo>
                <a:cubicBezTo>
                  <a:pt x="92264" y="21194"/>
                  <a:pt x="86645" y="15791"/>
                  <a:pt x="80705" y="11085"/>
                </a:cubicBezTo>
                <a:cubicBezTo>
                  <a:pt x="70628" y="3099"/>
                  <a:pt x="58598" y="156"/>
                  <a:pt x="46845" y="7"/>
                </a:cubicBezTo>
                <a:cubicBezTo>
                  <a:pt x="46501" y="3"/>
                  <a:pt x="46158" y="1"/>
                  <a:pt x="45814"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7"/>
          <p:cNvSpPr/>
          <p:nvPr/>
        </p:nvSpPr>
        <p:spPr>
          <a:xfrm flipH="1">
            <a:off x="-317781" y="-68598"/>
            <a:ext cx="4335896" cy="796099"/>
          </a:xfrm>
          <a:custGeom>
            <a:rect b="b" l="l" r="r" t="t"/>
            <a:pathLst>
              <a:path extrusionOk="0" h="27758" w="108350">
                <a:moveTo>
                  <a:pt x="51648" y="1"/>
                </a:moveTo>
                <a:cubicBezTo>
                  <a:pt x="50846" y="407"/>
                  <a:pt x="50018" y="729"/>
                  <a:pt x="49203" y="1014"/>
                </a:cubicBezTo>
                <a:cubicBezTo>
                  <a:pt x="42065" y="3506"/>
                  <a:pt x="34586" y="3501"/>
                  <a:pt x="27241" y="3584"/>
                </a:cubicBezTo>
                <a:cubicBezTo>
                  <a:pt x="20757" y="3656"/>
                  <a:pt x="14163" y="3777"/>
                  <a:pt x="7797" y="5515"/>
                </a:cubicBezTo>
                <a:cubicBezTo>
                  <a:pt x="5715" y="6083"/>
                  <a:pt x="3438" y="6902"/>
                  <a:pt x="1858" y="8814"/>
                </a:cubicBezTo>
                <a:cubicBezTo>
                  <a:pt x="0" y="11058"/>
                  <a:pt x="83" y="14195"/>
                  <a:pt x="776" y="17107"/>
                </a:cubicBezTo>
                <a:cubicBezTo>
                  <a:pt x="2438" y="24097"/>
                  <a:pt x="7861" y="27758"/>
                  <a:pt x="13371" y="27758"/>
                </a:cubicBezTo>
                <a:cubicBezTo>
                  <a:pt x="13681" y="27758"/>
                  <a:pt x="13992" y="27746"/>
                  <a:pt x="14303" y="27723"/>
                </a:cubicBezTo>
                <a:cubicBezTo>
                  <a:pt x="20922" y="27226"/>
                  <a:pt x="26485" y="22282"/>
                  <a:pt x="32673" y="19847"/>
                </a:cubicBezTo>
                <a:cubicBezTo>
                  <a:pt x="36195" y="18461"/>
                  <a:pt x="39879" y="17578"/>
                  <a:pt x="43501" y="16728"/>
                </a:cubicBezTo>
                <a:cubicBezTo>
                  <a:pt x="47244" y="15849"/>
                  <a:pt x="51012" y="15131"/>
                  <a:pt x="54789" y="14515"/>
                </a:cubicBezTo>
                <a:cubicBezTo>
                  <a:pt x="62223" y="13302"/>
                  <a:pt x="69695" y="12486"/>
                  <a:pt x="77160" y="11610"/>
                </a:cubicBezTo>
                <a:cubicBezTo>
                  <a:pt x="86796" y="10479"/>
                  <a:pt x="96503" y="9420"/>
                  <a:pt x="106195" y="9420"/>
                </a:cubicBezTo>
                <a:cubicBezTo>
                  <a:pt x="106913" y="9420"/>
                  <a:pt x="107630" y="9426"/>
                  <a:pt x="108348" y="9438"/>
                </a:cubicBezTo>
                <a:lnTo>
                  <a:pt x="108348" y="4002"/>
                </a:lnTo>
                <a:cubicBezTo>
                  <a:pt x="108350" y="1793"/>
                  <a:pt x="106935" y="1"/>
                  <a:pt x="105190" y="1"/>
                </a:cubicBezTo>
                <a:lnTo>
                  <a:pt x="90762" y="1"/>
                </a:lnTo>
                <a:cubicBezTo>
                  <a:pt x="89703" y="1934"/>
                  <a:pt x="88395" y="3470"/>
                  <a:pt x="86599" y="4557"/>
                </a:cubicBezTo>
                <a:cubicBezTo>
                  <a:pt x="83877" y="6208"/>
                  <a:pt x="80880" y="7099"/>
                  <a:pt x="77918" y="7745"/>
                </a:cubicBezTo>
                <a:cubicBezTo>
                  <a:pt x="74349" y="8524"/>
                  <a:pt x="70756" y="9202"/>
                  <a:pt x="67162" y="9801"/>
                </a:cubicBezTo>
                <a:cubicBezTo>
                  <a:pt x="59627" y="11058"/>
                  <a:pt x="52047" y="11784"/>
                  <a:pt x="44534" y="13253"/>
                </a:cubicBezTo>
                <a:cubicBezTo>
                  <a:pt x="40916" y="13963"/>
                  <a:pt x="37300" y="14822"/>
                  <a:pt x="33793" y="16179"/>
                </a:cubicBezTo>
                <a:cubicBezTo>
                  <a:pt x="31120" y="17214"/>
                  <a:pt x="28648" y="18964"/>
                  <a:pt x="26050" y="20259"/>
                </a:cubicBezTo>
                <a:cubicBezTo>
                  <a:pt x="24092" y="21236"/>
                  <a:pt x="21957" y="22126"/>
                  <a:pt x="19819" y="22126"/>
                </a:cubicBezTo>
                <a:cubicBezTo>
                  <a:pt x="19398" y="22126"/>
                  <a:pt x="18976" y="22091"/>
                  <a:pt x="18556" y="22016"/>
                </a:cubicBezTo>
                <a:cubicBezTo>
                  <a:pt x="16742" y="21690"/>
                  <a:pt x="14667" y="20360"/>
                  <a:pt x="13727" y="18271"/>
                </a:cubicBezTo>
                <a:cubicBezTo>
                  <a:pt x="12111" y="14673"/>
                  <a:pt x="16343" y="12032"/>
                  <a:pt x="18335" y="10924"/>
                </a:cubicBezTo>
                <a:cubicBezTo>
                  <a:pt x="29038" y="4972"/>
                  <a:pt x="41116" y="7214"/>
                  <a:pt x="52462" y="6363"/>
                </a:cubicBezTo>
                <a:cubicBezTo>
                  <a:pt x="56489" y="6062"/>
                  <a:pt x="60477" y="5377"/>
                  <a:pt x="64377" y="4066"/>
                </a:cubicBezTo>
                <a:cubicBezTo>
                  <a:pt x="66858" y="3233"/>
                  <a:pt x="69388" y="2647"/>
                  <a:pt x="71900" y="1973"/>
                </a:cubicBezTo>
                <a:cubicBezTo>
                  <a:pt x="74066" y="1391"/>
                  <a:pt x="76235" y="775"/>
                  <a:pt x="78366"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7"/>
          <p:cNvSpPr/>
          <p:nvPr/>
        </p:nvSpPr>
        <p:spPr>
          <a:xfrm flipH="1">
            <a:off x="5196012" y="320365"/>
            <a:ext cx="3996027" cy="864218"/>
          </a:xfrm>
          <a:custGeom>
            <a:rect b="b" l="l" r="r" t="t"/>
            <a:pathLst>
              <a:path extrusionOk="0" h="21596" w="99857">
                <a:moveTo>
                  <a:pt x="65198" y="399"/>
                </a:moveTo>
                <a:cubicBezTo>
                  <a:pt x="72321" y="399"/>
                  <a:pt x="79621" y="1791"/>
                  <a:pt x="86922" y="4550"/>
                </a:cubicBezTo>
                <a:cubicBezTo>
                  <a:pt x="89575" y="5554"/>
                  <a:pt x="92653" y="6864"/>
                  <a:pt x="95348" y="8979"/>
                </a:cubicBezTo>
                <a:cubicBezTo>
                  <a:pt x="98235" y="11247"/>
                  <a:pt x="99428" y="13677"/>
                  <a:pt x="98898" y="16206"/>
                </a:cubicBezTo>
                <a:cubicBezTo>
                  <a:pt x="98311" y="18994"/>
                  <a:pt x="95759" y="19972"/>
                  <a:pt x="93599" y="20511"/>
                </a:cubicBezTo>
                <a:cubicBezTo>
                  <a:pt x="91491" y="21039"/>
                  <a:pt x="89309" y="21193"/>
                  <a:pt x="87246" y="21193"/>
                </a:cubicBezTo>
                <a:cubicBezTo>
                  <a:pt x="86217" y="21193"/>
                  <a:pt x="85218" y="21155"/>
                  <a:pt x="84273" y="21106"/>
                </a:cubicBezTo>
                <a:cubicBezTo>
                  <a:pt x="78503" y="20800"/>
                  <a:pt x="72921" y="19852"/>
                  <a:pt x="67683" y="18295"/>
                </a:cubicBezTo>
                <a:cubicBezTo>
                  <a:pt x="64541" y="17362"/>
                  <a:pt x="61400" y="16083"/>
                  <a:pt x="58362" y="14847"/>
                </a:cubicBezTo>
                <a:cubicBezTo>
                  <a:pt x="53266" y="12773"/>
                  <a:pt x="47995" y="10628"/>
                  <a:pt x="42530" y="10025"/>
                </a:cubicBezTo>
                <a:cubicBezTo>
                  <a:pt x="41682" y="9932"/>
                  <a:pt x="40859" y="9885"/>
                  <a:pt x="40058" y="9885"/>
                </a:cubicBezTo>
                <a:cubicBezTo>
                  <a:pt x="36646" y="9885"/>
                  <a:pt x="33636" y="10728"/>
                  <a:pt x="31087" y="12400"/>
                </a:cubicBezTo>
                <a:cubicBezTo>
                  <a:pt x="26728" y="15269"/>
                  <a:pt x="22197" y="17122"/>
                  <a:pt x="17235" y="18071"/>
                </a:cubicBezTo>
                <a:cubicBezTo>
                  <a:pt x="13172" y="18848"/>
                  <a:pt x="9086" y="19070"/>
                  <a:pt x="5424" y="19070"/>
                </a:cubicBezTo>
                <a:cubicBezTo>
                  <a:pt x="3631" y="19070"/>
                  <a:pt x="1941" y="19017"/>
                  <a:pt x="403" y="18949"/>
                </a:cubicBezTo>
                <a:lnTo>
                  <a:pt x="403" y="11532"/>
                </a:lnTo>
                <a:cubicBezTo>
                  <a:pt x="2361" y="12661"/>
                  <a:pt x="4594" y="13456"/>
                  <a:pt x="7045" y="13900"/>
                </a:cubicBezTo>
                <a:cubicBezTo>
                  <a:pt x="8672" y="14195"/>
                  <a:pt x="10356" y="14343"/>
                  <a:pt x="12121" y="14343"/>
                </a:cubicBezTo>
                <a:cubicBezTo>
                  <a:pt x="13968" y="14343"/>
                  <a:pt x="15904" y="14181"/>
                  <a:pt x="17957" y="13858"/>
                </a:cubicBezTo>
                <a:cubicBezTo>
                  <a:pt x="23076" y="13055"/>
                  <a:pt x="27790" y="10978"/>
                  <a:pt x="32121" y="8853"/>
                </a:cubicBezTo>
                <a:lnTo>
                  <a:pt x="32595" y="8620"/>
                </a:lnTo>
                <a:cubicBezTo>
                  <a:pt x="37243" y="6337"/>
                  <a:pt x="42049" y="3980"/>
                  <a:pt x="47066" y="2784"/>
                </a:cubicBezTo>
                <a:cubicBezTo>
                  <a:pt x="53031" y="1361"/>
                  <a:pt x="58397" y="590"/>
                  <a:pt x="63469" y="426"/>
                </a:cubicBezTo>
                <a:cubicBezTo>
                  <a:pt x="64044" y="408"/>
                  <a:pt x="64620" y="399"/>
                  <a:pt x="65198" y="399"/>
                </a:cubicBezTo>
                <a:close/>
                <a:moveTo>
                  <a:pt x="65203" y="1"/>
                </a:moveTo>
                <a:cubicBezTo>
                  <a:pt x="64619" y="1"/>
                  <a:pt x="64036" y="10"/>
                  <a:pt x="63455" y="29"/>
                </a:cubicBezTo>
                <a:cubicBezTo>
                  <a:pt x="58355" y="192"/>
                  <a:pt x="52963" y="968"/>
                  <a:pt x="46970" y="2396"/>
                </a:cubicBezTo>
                <a:cubicBezTo>
                  <a:pt x="41911" y="3604"/>
                  <a:pt x="37084" y="5971"/>
                  <a:pt x="32416" y="8263"/>
                </a:cubicBezTo>
                <a:lnTo>
                  <a:pt x="31942" y="8496"/>
                </a:lnTo>
                <a:cubicBezTo>
                  <a:pt x="27640" y="10606"/>
                  <a:pt x="22957" y="12670"/>
                  <a:pt x="17892" y="13466"/>
                </a:cubicBezTo>
                <a:cubicBezTo>
                  <a:pt x="15860" y="13785"/>
                  <a:pt x="13946" y="13945"/>
                  <a:pt x="12120" y="13945"/>
                </a:cubicBezTo>
                <a:cubicBezTo>
                  <a:pt x="10379" y="13945"/>
                  <a:pt x="8719" y="13799"/>
                  <a:pt x="7116" y="13508"/>
                </a:cubicBezTo>
                <a:cubicBezTo>
                  <a:pt x="4584" y="13050"/>
                  <a:pt x="2294" y="12211"/>
                  <a:pt x="305" y="11012"/>
                </a:cubicBezTo>
                <a:lnTo>
                  <a:pt x="0" y="10828"/>
                </a:lnTo>
                <a:lnTo>
                  <a:pt x="0" y="19337"/>
                </a:lnTo>
                <a:lnTo>
                  <a:pt x="193" y="19345"/>
                </a:lnTo>
                <a:cubicBezTo>
                  <a:pt x="1788" y="19417"/>
                  <a:pt x="3552" y="19474"/>
                  <a:pt x="5427" y="19474"/>
                </a:cubicBezTo>
                <a:cubicBezTo>
                  <a:pt x="9110" y="19474"/>
                  <a:pt x="13220" y="19251"/>
                  <a:pt x="17311" y="18469"/>
                </a:cubicBezTo>
                <a:cubicBezTo>
                  <a:pt x="22324" y="17509"/>
                  <a:pt x="26904" y="15636"/>
                  <a:pt x="31309" y="12740"/>
                </a:cubicBezTo>
                <a:cubicBezTo>
                  <a:pt x="33791" y="11110"/>
                  <a:pt x="36725" y="10287"/>
                  <a:pt x="40058" y="10287"/>
                </a:cubicBezTo>
                <a:cubicBezTo>
                  <a:pt x="40845" y="10287"/>
                  <a:pt x="41654" y="10333"/>
                  <a:pt x="42485" y="10425"/>
                </a:cubicBezTo>
                <a:cubicBezTo>
                  <a:pt x="47895" y="11021"/>
                  <a:pt x="53139" y="13156"/>
                  <a:pt x="58211" y="15220"/>
                </a:cubicBezTo>
                <a:cubicBezTo>
                  <a:pt x="61257" y="16459"/>
                  <a:pt x="64408" y="17742"/>
                  <a:pt x="67568" y="18681"/>
                </a:cubicBezTo>
                <a:cubicBezTo>
                  <a:pt x="72838" y="20248"/>
                  <a:pt x="78452" y="21200"/>
                  <a:pt x="84253" y="21507"/>
                </a:cubicBezTo>
                <a:cubicBezTo>
                  <a:pt x="85207" y="21557"/>
                  <a:pt x="86216" y="21596"/>
                  <a:pt x="87255" y="21596"/>
                </a:cubicBezTo>
                <a:cubicBezTo>
                  <a:pt x="89341" y="21596"/>
                  <a:pt x="91554" y="21438"/>
                  <a:pt x="93697" y="20904"/>
                </a:cubicBezTo>
                <a:cubicBezTo>
                  <a:pt x="95795" y="20381"/>
                  <a:pt x="98654" y="19332"/>
                  <a:pt x="99293" y="16292"/>
                </a:cubicBezTo>
                <a:cubicBezTo>
                  <a:pt x="99857" y="13600"/>
                  <a:pt x="98614" y="11035"/>
                  <a:pt x="95596" y="8666"/>
                </a:cubicBezTo>
                <a:cubicBezTo>
                  <a:pt x="92859" y="6520"/>
                  <a:pt x="89747" y="5193"/>
                  <a:pt x="87062" y="4178"/>
                </a:cubicBezTo>
                <a:cubicBezTo>
                  <a:pt x="79719" y="1402"/>
                  <a:pt x="72371" y="1"/>
                  <a:pt x="652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 name="Google Shape;193;p7"/>
          <p:cNvGrpSpPr/>
          <p:nvPr/>
        </p:nvGrpSpPr>
        <p:grpSpPr>
          <a:xfrm>
            <a:off x="-185781" y="-222600"/>
            <a:ext cx="9377821" cy="2147740"/>
            <a:chOff x="-185781" y="-222600"/>
            <a:chExt cx="9377821" cy="2147740"/>
          </a:xfrm>
        </p:grpSpPr>
        <p:sp>
          <p:nvSpPr>
            <p:cNvPr id="194" name="Google Shape;194;p7"/>
            <p:cNvSpPr/>
            <p:nvPr/>
          </p:nvSpPr>
          <p:spPr>
            <a:xfrm flipH="1">
              <a:off x="-177898" y="-150047"/>
              <a:ext cx="9361814" cy="2075187"/>
            </a:xfrm>
            <a:custGeom>
              <a:rect b="b" l="l" r="r" t="t"/>
              <a:pathLst>
                <a:path extrusionOk="0" h="51857" w="233943">
                  <a:moveTo>
                    <a:pt x="114254" y="0"/>
                  </a:moveTo>
                  <a:cubicBezTo>
                    <a:pt x="113814" y="3337"/>
                    <a:pt x="107760" y="3970"/>
                    <a:pt x="105882" y="4185"/>
                  </a:cubicBezTo>
                  <a:cubicBezTo>
                    <a:pt x="103480" y="4463"/>
                    <a:pt x="101037" y="4580"/>
                    <a:pt x="98593" y="4580"/>
                  </a:cubicBezTo>
                  <a:cubicBezTo>
                    <a:pt x="96187" y="4580"/>
                    <a:pt x="93780" y="4466"/>
                    <a:pt x="91413" y="4277"/>
                  </a:cubicBezTo>
                  <a:cubicBezTo>
                    <a:pt x="83262" y="3622"/>
                    <a:pt x="75254" y="1586"/>
                    <a:pt x="67197" y="2"/>
                  </a:cubicBezTo>
                  <a:lnTo>
                    <a:pt x="3161" y="2"/>
                  </a:lnTo>
                  <a:cubicBezTo>
                    <a:pt x="1415" y="2"/>
                    <a:pt x="0" y="1794"/>
                    <a:pt x="0" y="4003"/>
                  </a:cubicBezTo>
                  <a:lnTo>
                    <a:pt x="0" y="12983"/>
                  </a:lnTo>
                  <a:cubicBezTo>
                    <a:pt x="752" y="13703"/>
                    <a:pt x="1532" y="14304"/>
                    <a:pt x="2202" y="14753"/>
                  </a:cubicBezTo>
                  <a:cubicBezTo>
                    <a:pt x="5867" y="17202"/>
                    <a:pt x="10108" y="17905"/>
                    <a:pt x="14266" y="17905"/>
                  </a:cubicBezTo>
                  <a:cubicBezTo>
                    <a:pt x="15542" y="17905"/>
                    <a:pt x="16811" y="17839"/>
                    <a:pt x="18052" y="17736"/>
                  </a:cubicBezTo>
                  <a:cubicBezTo>
                    <a:pt x="23329" y="17301"/>
                    <a:pt x="28524" y="16026"/>
                    <a:pt x="33704" y="14740"/>
                  </a:cubicBezTo>
                  <a:cubicBezTo>
                    <a:pt x="40948" y="12940"/>
                    <a:pt x="48135" y="10828"/>
                    <a:pt x="55442" y="9439"/>
                  </a:cubicBezTo>
                  <a:cubicBezTo>
                    <a:pt x="61321" y="8322"/>
                    <a:pt x="67233" y="7670"/>
                    <a:pt x="73167" y="7670"/>
                  </a:cubicBezTo>
                  <a:cubicBezTo>
                    <a:pt x="74688" y="7670"/>
                    <a:pt x="76210" y="7713"/>
                    <a:pt x="77734" y="7802"/>
                  </a:cubicBezTo>
                  <a:cubicBezTo>
                    <a:pt x="85106" y="8232"/>
                    <a:pt x="92423" y="9785"/>
                    <a:pt x="99530" y="12287"/>
                  </a:cubicBezTo>
                  <a:cubicBezTo>
                    <a:pt x="102317" y="13268"/>
                    <a:pt x="105115" y="14314"/>
                    <a:pt x="107858" y="15489"/>
                  </a:cubicBezTo>
                  <a:cubicBezTo>
                    <a:pt x="110332" y="16548"/>
                    <a:pt x="112809" y="17789"/>
                    <a:pt x="115004" y="19608"/>
                  </a:cubicBezTo>
                  <a:cubicBezTo>
                    <a:pt x="117824" y="21944"/>
                    <a:pt x="120303" y="25852"/>
                    <a:pt x="120226" y="30339"/>
                  </a:cubicBezTo>
                  <a:cubicBezTo>
                    <a:pt x="120101" y="37466"/>
                    <a:pt x="112935" y="40330"/>
                    <a:pt x="108516" y="41748"/>
                  </a:cubicBezTo>
                  <a:cubicBezTo>
                    <a:pt x="101630" y="43955"/>
                    <a:pt x="94414" y="44564"/>
                    <a:pt x="87337" y="44821"/>
                  </a:cubicBezTo>
                  <a:cubicBezTo>
                    <a:pt x="84855" y="44912"/>
                    <a:pt x="82371" y="44958"/>
                    <a:pt x="79887" y="44958"/>
                  </a:cubicBezTo>
                  <a:cubicBezTo>
                    <a:pt x="73140" y="44958"/>
                    <a:pt x="66393" y="44612"/>
                    <a:pt x="59673" y="43851"/>
                  </a:cubicBezTo>
                  <a:cubicBezTo>
                    <a:pt x="52128" y="42997"/>
                    <a:pt x="44620" y="41722"/>
                    <a:pt x="37128" y="40332"/>
                  </a:cubicBezTo>
                  <a:cubicBezTo>
                    <a:pt x="29596" y="38936"/>
                    <a:pt x="22076" y="37257"/>
                    <a:pt x="14513" y="36145"/>
                  </a:cubicBezTo>
                  <a:cubicBezTo>
                    <a:pt x="10469" y="35552"/>
                    <a:pt x="6279" y="35103"/>
                    <a:pt x="2100" y="35103"/>
                  </a:cubicBezTo>
                  <a:cubicBezTo>
                    <a:pt x="1400" y="35103"/>
                    <a:pt x="700" y="35116"/>
                    <a:pt x="0" y="35142"/>
                  </a:cubicBezTo>
                  <a:lnTo>
                    <a:pt x="0" y="41392"/>
                  </a:lnTo>
                  <a:cubicBezTo>
                    <a:pt x="3897" y="40406"/>
                    <a:pt x="7757" y="39113"/>
                    <a:pt x="11701" y="38520"/>
                  </a:cubicBezTo>
                  <a:cubicBezTo>
                    <a:pt x="12850" y="38347"/>
                    <a:pt x="14002" y="38268"/>
                    <a:pt x="15153" y="38268"/>
                  </a:cubicBezTo>
                  <a:cubicBezTo>
                    <a:pt x="18352" y="38268"/>
                    <a:pt x="21545" y="38880"/>
                    <a:pt x="24665" y="39789"/>
                  </a:cubicBezTo>
                  <a:cubicBezTo>
                    <a:pt x="29176" y="41103"/>
                    <a:pt x="33559" y="43015"/>
                    <a:pt x="37996" y="44675"/>
                  </a:cubicBezTo>
                  <a:cubicBezTo>
                    <a:pt x="42689" y="46433"/>
                    <a:pt x="47479" y="47692"/>
                    <a:pt x="52300" y="48740"/>
                  </a:cubicBezTo>
                  <a:cubicBezTo>
                    <a:pt x="61496" y="50745"/>
                    <a:pt x="70937" y="51857"/>
                    <a:pt x="80373" y="51857"/>
                  </a:cubicBezTo>
                  <a:cubicBezTo>
                    <a:pt x="91348" y="51857"/>
                    <a:pt x="102317" y="50352"/>
                    <a:pt x="112889" y="46997"/>
                  </a:cubicBezTo>
                  <a:cubicBezTo>
                    <a:pt x="122215" y="44038"/>
                    <a:pt x="130897" y="39216"/>
                    <a:pt x="139694" y="34414"/>
                  </a:cubicBezTo>
                  <a:cubicBezTo>
                    <a:pt x="143466" y="32352"/>
                    <a:pt x="147358" y="30634"/>
                    <a:pt x="151383" y="29556"/>
                  </a:cubicBezTo>
                  <a:cubicBezTo>
                    <a:pt x="155813" y="28370"/>
                    <a:pt x="160303" y="28105"/>
                    <a:pt x="164816" y="27914"/>
                  </a:cubicBezTo>
                  <a:cubicBezTo>
                    <a:pt x="167320" y="27807"/>
                    <a:pt x="169825" y="27756"/>
                    <a:pt x="172331" y="27756"/>
                  </a:cubicBezTo>
                  <a:cubicBezTo>
                    <a:pt x="189289" y="27756"/>
                    <a:pt x="206270" y="30094"/>
                    <a:pt x="222996" y="33398"/>
                  </a:cubicBezTo>
                  <a:cubicBezTo>
                    <a:pt x="226644" y="34116"/>
                    <a:pt x="230302" y="34924"/>
                    <a:pt x="233942" y="35864"/>
                  </a:cubicBezTo>
                  <a:lnTo>
                    <a:pt x="233942" y="9938"/>
                  </a:lnTo>
                  <a:cubicBezTo>
                    <a:pt x="233216" y="9925"/>
                    <a:pt x="232489" y="9919"/>
                    <a:pt x="231762" y="9919"/>
                  </a:cubicBezTo>
                  <a:cubicBezTo>
                    <a:pt x="219843" y="9919"/>
                    <a:pt x="207922" y="11530"/>
                    <a:pt x="196068" y="12904"/>
                  </a:cubicBezTo>
                  <a:cubicBezTo>
                    <a:pt x="188339" y="13801"/>
                    <a:pt x="180609" y="14806"/>
                    <a:pt x="172944" y="16393"/>
                  </a:cubicBezTo>
                  <a:cubicBezTo>
                    <a:pt x="169135" y="17181"/>
                    <a:pt x="165343" y="18112"/>
                    <a:pt x="161591" y="19260"/>
                  </a:cubicBezTo>
                  <a:cubicBezTo>
                    <a:pt x="158213" y="20291"/>
                    <a:pt x="155063" y="21813"/>
                    <a:pt x="151893" y="23606"/>
                  </a:cubicBezTo>
                  <a:cubicBezTo>
                    <a:pt x="147715" y="25970"/>
                    <a:pt x="143374" y="28204"/>
                    <a:pt x="138868" y="28204"/>
                  </a:cubicBezTo>
                  <a:cubicBezTo>
                    <a:pt x="137422" y="28204"/>
                    <a:pt x="135960" y="27974"/>
                    <a:pt x="134480" y="27445"/>
                  </a:cubicBezTo>
                  <a:cubicBezTo>
                    <a:pt x="129632" y="25711"/>
                    <a:pt x="125716" y="20547"/>
                    <a:pt x="125484" y="13951"/>
                  </a:cubicBezTo>
                  <a:cubicBezTo>
                    <a:pt x="125286" y="8300"/>
                    <a:pt x="129601" y="6027"/>
                    <a:pt x="133294" y="5020"/>
                  </a:cubicBezTo>
                  <a:cubicBezTo>
                    <a:pt x="139570" y="3307"/>
                    <a:pt x="146074" y="3151"/>
                    <a:pt x="152463" y="3078"/>
                  </a:cubicBezTo>
                  <a:cubicBezTo>
                    <a:pt x="160083" y="2991"/>
                    <a:pt x="167851" y="3042"/>
                    <a:pt x="175233" y="328"/>
                  </a:cubicBezTo>
                  <a:cubicBezTo>
                    <a:pt x="175511" y="226"/>
                    <a:pt x="175788" y="116"/>
                    <a:pt x="176066"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7"/>
            <p:cNvSpPr/>
            <p:nvPr/>
          </p:nvSpPr>
          <p:spPr>
            <a:xfrm flipH="1">
              <a:off x="-185781" y="-222600"/>
              <a:ext cx="9377821" cy="2090634"/>
            </a:xfrm>
            <a:custGeom>
              <a:rect b="b" l="l" r="r" t="t"/>
              <a:pathLst>
                <a:path extrusionOk="0" h="52243" w="234343">
                  <a:moveTo>
                    <a:pt x="67361" y="400"/>
                  </a:moveTo>
                  <a:cubicBezTo>
                    <a:pt x="69340" y="790"/>
                    <a:pt x="71349" y="1215"/>
                    <a:pt x="73292" y="1625"/>
                  </a:cubicBezTo>
                  <a:cubicBezTo>
                    <a:pt x="79265" y="2884"/>
                    <a:pt x="85439" y="4185"/>
                    <a:pt x="91598" y="4680"/>
                  </a:cubicBezTo>
                  <a:cubicBezTo>
                    <a:pt x="94144" y="4885"/>
                    <a:pt x="96537" y="4987"/>
                    <a:pt x="98805" y="4987"/>
                  </a:cubicBezTo>
                  <a:cubicBezTo>
                    <a:pt x="101387" y="4987"/>
                    <a:pt x="103808" y="4854"/>
                    <a:pt x="106108" y="4590"/>
                  </a:cubicBezTo>
                  <a:lnTo>
                    <a:pt x="106218" y="4577"/>
                  </a:lnTo>
                  <a:cubicBezTo>
                    <a:pt x="108158" y="4354"/>
                    <a:pt x="114000" y="3685"/>
                    <a:pt x="114628" y="406"/>
                  </a:cubicBezTo>
                  <a:lnTo>
                    <a:pt x="175193" y="406"/>
                  </a:lnTo>
                  <a:cubicBezTo>
                    <a:pt x="168249" y="2915"/>
                    <a:pt x="160889" y="2994"/>
                    <a:pt x="153768" y="3069"/>
                  </a:cubicBezTo>
                  <a:lnTo>
                    <a:pt x="152665" y="3082"/>
                  </a:lnTo>
                  <a:cubicBezTo>
                    <a:pt x="145764" y="3162"/>
                    <a:pt x="139551" y="3364"/>
                    <a:pt x="133446" y="5030"/>
                  </a:cubicBezTo>
                  <a:cubicBezTo>
                    <a:pt x="128003" y="6516"/>
                    <a:pt x="125326" y="9588"/>
                    <a:pt x="125487" y="14164"/>
                  </a:cubicBezTo>
                  <a:cubicBezTo>
                    <a:pt x="125709" y="20471"/>
                    <a:pt x="129379" y="25966"/>
                    <a:pt x="134618" y="27839"/>
                  </a:cubicBezTo>
                  <a:cubicBezTo>
                    <a:pt x="136131" y="28380"/>
                    <a:pt x="137619" y="28617"/>
                    <a:pt x="139091" y="28617"/>
                  </a:cubicBezTo>
                  <a:cubicBezTo>
                    <a:pt x="143547" y="28617"/>
                    <a:pt x="147847" y="26448"/>
                    <a:pt x="152196" y="23987"/>
                  </a:cubicBezTo>
                  <a:cubicBezTo>
                    <a:pt x="155813" y="21943"/>
                    <a:pt x="158880" y="20567"/>
                    <a:pt x="161854" y="19658"/>
                  </a:cubicBezTo>
                  <a:cubicBezTo>
                    <a:pt x="165379" y="18581"/>
                    <a:pt x="169085" y="17643"/>
                    <a:pt x="173189" y="16795"/>
                  </a:cubicBezTo>
                  <a:cubicBezTo>
                    <a:pt x="180974" y="15181"/>
                    <a:pt x="188894" y="14166"/>
                    <a:pt x="196294" y="13308"/>
                  </a:cubicBezTo>
                  <a:cubicBezTo>
                    <a:pt x="197767" y="13138"/>
                    <a:pt x="199245" y="12964"/>
                    <a:pt x="200722" y="12788"/>
                  </a:cubicBezTo>
                  <a:cubicBezTo>
                    <a:pt x="210970" y="11576"/>
                    <a:pt x="221543" y="10326"/>
                    <a:pt x="231999" y="10326"/>
                  </a:cubicBezTo>
                  <a:cubicBezTo>
                    <a:pt x="232648" y="10326"/>
                    <a:pt x="233296" y="10331"/>
                    <a:pt x="233944" y="10341"/>
                  </a:cubicBezTo>
                  <a:lnTo>
                    <a:pt x="233944" y="35809"/>
                  </a:lnTo>
                  <a:cubicBezTo>
                    <a:pt x="230629" y="34959"/>
                    <a:pt x="227123" y="34173"/>
                    <a:pt x="223236" y="33405"/>
                  </a:cubicBezTo>
                  <a:cubicBezTo>
                    <a:pt x="203906" y="29587"/>
                    <a:pt x="187591" y="27758"/>
                    <a:pt x="172597" y="27758"/>
                  </a:cubicBezTo>
                  <a:cubicBezTo>
                    <a:pt x="170032" y="27758"/>
                    <a:pt x="167505" y="27812"/>
                    <a:pt x="165009" y="27918"/>
                  </a:cubicBezTo>
                  <a:cubicBezTo>
                    <a:pt x="160422" y="28112"/>
                    <a:pt x="155941" y="28387"/>
                    <a:pt x="151533" y="29567"/>
                  </a:cubicBezTo>
                  <a:cubicBezTo>
                    <a:pt x="147826" y="30560"/>
                    <a:pt x="143986" y="32153"/>
                    <a:pt x="139798" y="34441"/>
                  </a:cubicBezTo>
                  <a:lnTo>
                    <a:pt x="138875" y="34945"/>
                  </a:lnTo>
                  <a:cubicBezTo>
                    <a:pt x="130584" y="39473"/>
                    <a:pt x="122011" y="44161"/>
                    <a:pt x="113029" y="47009"/>
                  </a:cubicBezTo>
                  <a:cubicBezTo>
                    <a:pt x="102889" y="50226"/>
                    <a:pt x="91919" y="51840"/>
                    <a:pt x="80509" y="51840"/>
                  </a:cubicBezTo>
                  <a:cubicBezTo>
                    <a:pt x="71401" y="51840"/>
                    <a:pt x="62013" y="50811"/>
                    <a:pt x="52541" y="48749"/>
                  </a:cubicBezTo>
                  <a:cubicBezTo>
                    <a:pt x="46930" y="47526"/>
                    <a:pt x="42394" y="46236"/>
                    <a:pt x="38264" y="44691"/>
                  </a:cubicBezTo>
                  <a:cubicBezTo>
                    <a:pt x="36953" y="44199"/>
                    <a:pt x="35624" y="43678"/>
                    <a:pt x="34338" y="43172"/>
                  </a:cubicBezTo>
                  <a:cubicBezTo>
                    <a:pt x="31276" y="41971"/>
                    <a:pt x="28107" y="40726"/>
                    <a:pt x="24921" y="39799"/>
                  </a:cubicBezTo>
                  <a:cubicBezTo>
                    <a:pt x="21414" y="38777"/>
                    <a:pt x="18247" y="38271"/>
                    <a:pt x="15326" y="38271"/>
                  </a:cubicBezTo>
                  <a:cubicBezTo>
                    <a:pt x="14137" y="38271"/>
                    <a:pt x="12987" y="38356"/>
                    <a:pt x="11874" y="38521"/>
                  </a:cubicBezTo>
                  <a:cubicBezTo>
                    <a:pt x="9119" y="38936"/>
                    <a:pt x="6366" y="39703"/>
                    <a:pt x="3703" y="40442"/>
                  </a:cubicBezTo>
                  <a:cubicBezTo>
                    <a:pt x="2622" y="40742"/>
                    <a:pt x="1508" y="41053"/>
                    <a:pt x="406" y="41335"/>
                  </a:cubicBezTo>
                  <a:lnTo>
                    <a:pt x="406" y="35538"/>
                  </a:lnTo>
                  <a:cubicBezTo>
                    <a:pt x="1027" y="35516"/>
                    <a:pt x="1658" y="35506"/>
                    <a:pt x="2301" y="35506"/>
                  </a:cubicBezTo>
                  <a:cubicBezTo>
                    <a:pt x="5902" y="35506"/>
                    <a:pt x="9901" y="35844"/>
                    <a:pt x="14687" y="36547"/>
                  </a:cubicBezTo>
                  <a:cubicBezTo>
                    <a:pt x="19745" y="37290"/>
                    <a:pt x="24868" y="38304"/>
                    <a:pt x="29822" y="39284"/>
                  </a:cubicBezTo>
                  <a:cubicBezTo>
                    <a:pt x="32271" y="39769"/>
                    <a:pt x="34802" y="40270"/>
                    <a:pt x="37296" y="40733"/>
                  </a:cubicBezTo>
                  <a:cubicBezTo>
                    <a:pt x="43914" y="41961"/>
                    <a:pt x="51770" y="43339"/>
                    <a:pt x="59854" y="44254"/>
                  </a:cubicBezTo>
                  <a:cubicBezTo>
                    <a:pt x="66359" y="44990"/>
                    <a:pt x="73165" y="45361"/>
                    <a:pt x="80163" y="45361"/>
                  </a:cubicBezTo>
                  <a:cubicBezTo>
                    <a:pt x="82603" y="45361"/>
                    <a:pt x="85067" y="45316"/>
                    <a:pt x="87550" y="45225"/>
                  </a:cubicBezTo>
                  <a:cubicBezTo>
                    <a:pt x="94026" y="44991"/>
                    <a:pt x="101613" y="44441"/>
                    <a:pt x="108780" y="42142"/>
                  </a:cubicBezTo>
                  <a:cubicBezTo>
                    <a:pt x="113810" y="40529"/>
                    <a:pt x="120508" y="37574"/>
                    <a:pt x="120629" y="30544"/>
                  </a:cubicBezTo>
                  <a:cubicBezTo>
                    <a:pt x="120696" y="26529"/>
                    <a:pt x="118718" y="22458"/>
                    <a:pt x="115334" y="19654"/>
                  </a:cubicBezTo>
                  <a:cubicBezTo>
                    <a:pt x="112985" y="17708"/>
                    <a:pt x="110379" y="16465"/>
                    <a:pt x="108140" y="15506"/>
                  </a:cubicBezTo>
                  <a:cubicBezTo>
                    <a:pt x="105719" y="14467"/>
                    <a:pt x="103070" y="13450"/>
                    <a:pt x="99798" y="12298"/>
                  </a:cubicBezTo>
                  <a:cubicBezTo>
                    <a:pt x="92520" y="9735"/>
                    <a:pt x="85169" y="8223"/>
                    <a:pt x="77949" y="7802"/>
                  </a:cubicBezTo>
                  <a:cubicBezTo>
                    <a:pt x="76425" y="7713"/>
                    <a:pt x="74890" y="7669"/>
                    <a:pt x="73339" y="7669"/>
                  </a:cubicBezTo>
                  <a:cubicBezTo>
                    <a:pt x="67706" y="7669"/>
                    <a:pt x="61863" y="8255"/>
                    <a:pt x="55605" y="9443"/>
                  </a:cubicBezTo>
                  <a:cubicBezTo>
                    <a:pt x="50502" y="10413"/>
                    <a:pt x="45374" y="11757"/>
                    <a:pt x="40416" y="13057"/>
                  </a:cubicBezTo>
                  <a:cubicBezTo>
                    <a:pt x="38267" y="13620"/>
                    <a:pt x="36046" y="14201"/>
                    <a:pt x="33857" y="14746"/>
                  </a:cubicBezTo>
                  <a:cubicBezTo>
                    <a:pt x="29050" y="15939"/>
                    <a:pt x="23603" y="17293"/>
                    <a:pt x="18238" y="17736"/>
                  </a:cubicBezTo>
                  <a:cubicBezTo>
                    <a:pt x="17038" y="17835"/>
                    <a:pt x="15751" y="17910"/>
                    <a:pt x="14415" y="17910"/>
                  </a:cubicBezTo>
                  <a:cubicBezTo>
                    <a:pt x="10534" y="17910"/>
                    <a:pt x="6246" y="17280"/>
                    <a:pt x="2517" y="14787"/>
                  </a:cubicBezTo>
                  <a:cubicBezTo>
                    <a:pt x="2004" y="14446"/>
                    <a:pt x="1229" y="13878"/>
                    <a:pt x="403" y="13098"/>
                  </a:cubicBezTo>
                  <a:lnTo>
                    <a:pt x="403" y="4204"/>
                  </a:lnTo>
                  <a:cubicBezTo>
                    <a:pt x="403" y="2108"/>
                    <a:pt x="1731" y="405"/>
                    <a:pt x="3364" y="405"/>
                  </a:cubicBezTo>
                  <a:lnTo>
                    <a:pt x="67361" y="400"/>
                  </a:lnTo>
                  <a:close/>
                  <a:moveTo>
                    <a:pt x="114278" y="0"/>
                  </a:moveTo>
                  <a:lnTo>
                    <a:pt x="114255" y="176"/>
                  </a:lnTo>
                  <a:cubicBezTo>
                    <a:pt x="113845" y="3294"/>
                    <a:pt x="108068" y="3957"/>
                    <a:pt x="106170" y="4175"/>
                  </a:cubicBezTo>
                  <a:lnTo>
                    <a:pt x="106061" y="4187"/>
                  </a:lnTo>
                  <a:cubicBezTo>
                    <a:pt x="103777" y="4451"/>
                    <a:pt x="101371" y="4582"/>
                    <a:pt x="98803" y="4582"/>
                  </a:cubicBezTo>
                  <a:cubicBezTo>
                    <a:pt x="96546" y="4582"/>
                    <a:pt x="94164" y="4481"/>
                    <a:pt x="91630" y="4277"/>
                  </a:cubicBezTo>
                  <a:cubicBezTo>
                    <a:pt x="85496" y="3785"/>
                    <a:pt x="79335" y="2485"/>
                    <a:pt x="73374" y="1229"/>
                  </a:cubicBezTo>
                  <a:cubicBezTo>
                    <a:pt x="71430" y="820"/>
                    <a:pt x="69420" y="395"/>
                    <a:pt x="67400" y="2"/>
                  </a:cubicBezTo>
                  <a:lnTo>
                    <a:pt x="3365" y="2"/>
                  </a:lnTo>
                  <a:cubicBezTo>
                    <a:pt x="1511" y="2"/>
                    <a:pt x="3" y="1889"/>
                    <a:pt x="3" y="4205"/>
                  </a:cubicBezTo>
                  <a:lnTo>
                    <a:pt x="3" y="13267"/>
                  </a:lnTo>
                  <a:lnTo>
                    <a:pt x="66" y="13327"/>
                  </a:lnTo>
                  <a:cubicBezTo>
                    <a:pt x="935" y="14157"/>
                    <a:pt x="1758" y="14760"/>
                    <a:pt x="2295" y="15120"/>
                  </a:cubicBezTo>
                  <a:cubicBezTo>
                    <a:pt x="6107" y="17668"/>
                    <a:pt x="10473" y="18312"/>
                    <a:pt x="14416" y="18312"/>
                  </a:cubicBezTo>
                  <a:cubicBezTo>
                    <a:pt x="15764" y="18312"/>
                    <a:pt x="17063" y="18236"/>
                    <a:pt x="18274" y="18136"/>
                  </a:cubicBezTo>
                  <a:cubicBezTo>
                    <a:pt x="23670" y="17692"/>
                    <a:pt x="29134" y="16335"/>
                    <a:pt x="33955" y="15136"/>
                  </a:cubicBezTo>
                  <a:cubicBezTo>
                    <a:pt x="36148" y="14591"/>
                    <a:pt x="38370" y="14008"/>
                    <a:pt x="40521" y="13444"/>
                  </a:cubicBezTo>
                  <a:cubicBezTo>
                    <a:pt x="45471" y="12145"/>
                    <a:pt x="50591" y="10802"/>
                    <a:pt x="55682" y="9836"/>
                  </a:cubicBezTo>
                  <a:cubicBezTo>
                    <a:pt x="61914" y="8652"/>
                    <a:pt x="67733" y="8068"/>
                    <a:pt x="73339" y="8068"/>
                  </a:cubicBezTo>
                  <a:cubicBezTo>
                    <a:pt x="74883" y="8068"/>
                    <a:pt x="76410" y="8112"/>
                    <a:pt x="77924" y="8200"/>
                  </a:cubicBezTo>
                  <a:cubicBezTo>
                    <a:pt x="85109" y="8620"/>
                    <a:pt x="92423" y="10126"/>
                    <a:pt x="99664" y="12674"/>
                  </a:cubicBezTo>
                  <a:cubicBezTo>
                    <a:pt x="102926" y="13823"/>
                    <a:pt x="105569" y="14839"/>
                    <a:pt x="107978" y="15872"/>
                  </a:cubicBezTo>
                  <a:cubicBezTo>
                    <a:pt x="110192" y="16820"/>
                    <a:pt x="112765" y="18046"/>
                    <a:pt x="115074" y="19959"/>
                  </a:cubicBezTo>
                  <a:cubicBezTo>
                    <a:pt x="118366" y="22686"/>
                    <a:pt x="120289" y="26638"/>
                    <a:pt x="120224" y="30531"/>
                  </a:cubicBezTo>
                  <a:cubicBezTo>
                    <a:pt x="120108" y="37304"/>
                    <a:pt x="113565" y="40179"/>
                    <a:pt x="108656" y="41753"/>
                  </a:cubicBezTo>
                  <a:cubicBezTo>
                    <a:pt x="101534" y="44037"/>
                    <a:pt x="93982" y="44584"/>
                    <a:pt x="87532" y="44818"/>
                  </a:cubicBezTo>
                  <a:cubicBezTo>
                    <a:pt x="85053" y="44908"/>
                    <a:pt x="82593" y="44953"/>
                    <a:pt x="80156" y="44953"/>
                  </a:cubicBezTo>
                  <a:cubicBezTo>
                    <a:pt x="73174" y="44953"/>
                    <a:pt x="66385" y="44584"/>
                    <a:pt x="59897" y="43849"/>
                  </a:cubicBezTo>
                  <a:cubicBezTo>
                    <a:pt x="51824" y="42936"/>
                    <a:pt x="43978" y="41560"/>
                    <a:pt x="37366" y="40335"/>
                  </a:cubicBezTo>
                  <a:cubicBezTo>
                    <a:pt x="34874" y="39874"/>
                    <a:pt x="32343" y="39371"/>
                    <a:pt x="29894" y="38889"/>
                  </a:cubicBezTo>
                  <a:cubicBezTo>
                    <a:pt x="24935" y="37906"/>
                    <a:pt x="19807" y="36891"/>
                    <a:pt x="14740" y="36147"/>
                  </a:cubicBezTo>
                  <a:cubicBezTo>
                    <a:pt x="9938" y="35440"/>
                    <a:pt x="5923" y="35101"/>
                    <a:pt x="2306" y="35101"/>
                  </a:cubicBezTo>
                  <a:cubicBezTo>
                    <a:pt x="1587" y="35101"/>
                    <a:pt x="884" y="35114"/>
                    <a:pt x="193" y="35141"/>
                  </a:cubicBezTo>
                  <a:lnTo>
                    <a:pt x="0" y="35148"/>
                  </a:lnTo>
                  <a:lnTo>
                    <a:pt x="0" y="41850"/>
                  </a:lnTo>
                  <a:lnTo>
                    <a:pt x="250" y="41789"/>
                  </a:lnTo>
                  <a:cubicBezTo>
                    <a:pt x="1438" y="41486"/>
                    <a:pt x="2642" y="41153"/>
                    <a:pt x="3807" y="40829"/>
                  </a:cubicBezTo>
                  <a:cubicBezTo>
                    <a:pt x="6459" y="40093"/>
                    <a:pt x="9201" y="39331"/>
                    <a:pt x="11931" y="38920"/>
                  </a:cubicBezTo>
                  <a:cubicBezTo>
                    <a:pt x="13025" y="38755"/>
                    <a:pt x="14155" y="38672"/>
                    <a:pt x="15326" y="38672"/>
                  </a:cubicBezTo>
                  <a:cubicBezTo>
                    <a:pt x="18207" y="38672"/>
                    <a:pt x="21339" y="39173"/>
                    <a:pt x="24808" y="40183"/>
                  </a:cubicBezTo>
                  <a:cubicBezTo>
                    <a:pt x="27977" y="41106"/>
                    <a:pt x="31136" y="42346"/>
                    <a:pt x="34192" y="43547"/>
                  </a:cubicBezTo>
                  <a:cubicBezTo>
                    <a:pt x="35480" y="44051"/>
                    <a:pt x="36810" y="44575"/>
                    <a:pt x="38124" y="45065"/>
                  </a:cubicBezTo>
                  <a:cubicBezTo>
                    <a:pt x="42272" y="46618"/>
                    <a:pt x="46826" y="47913"/>
                    <a:pt x="52458" y="49140"/>
                  </a:cubicBezTo>
                  <a:cubicBezTo>
                    <a:pt x="61960" y="51209"/>
                    <a:pt x="71376" y="52242"/>
                    <a:pt x="80515" y="52242"/>
                  </a:cubicBezTo>
                  <a:cubicBezTo>
                    <a:pt x="91963" y="52242"/>
                    <a:pt x="102972" y="50622"/>
                    <a:pt x="113151" y="47393"/>
                  </a:cubicBezTo>
                  <a:cubicBezTo>
                    <a:pt x="122171" y="44531"/>
                    <a:pt x="130760" y="39837"/>
                    <a:pt x="139068" y="35298"/>
                  </a:cubicBezTo>
                  <a:lnTo>
                    <a:pt x="139990" y="34794"/>
                  </a:lnTo>
                  <a:cubicBezTo>
                    <a:pt x="144149" y="32523"/>
                    <a:pt x="147959" y="30939"/>
                    <a:pt x="151635" y="29954"/>
                  </a:cubicBezTo>
                  <a:cubicBezTo>
                    <a:pt x="156001" y="28784"/>
                    <a:pt x="160459" y="28512"/>
                    <a:pt x="165023" y="28318"/>
                  </a:cubicBezTo>
                  <a:cubicBezTo>
                    <a:pt x="167510" y="28212"/>
                    <a:pt x="170027" y="28159"/>
                    <a:pt x="172583" y="28159"/>
                  </a:cubicBezTo>
                  <a:cubicBezTo>
                    <a:pt x="187551" y="28159"/>
                    <a:pt x="203846" y="29985"/>
                    <a:pt x="223155" y="33798"/>
                  </a:cubicBezTo>
                  <a:cubicBezTo>
                    <a:pt x="227133" y="34583"/>
                    <a:pt x="230708" y="35389"/>
                    <a:pt x="234091" y="36262"/>
                  </a:cubicBezTo>
                  <a:lnTo>
                    <a:pt x="234343" y="36327"/>
                  </a:lnTo>
                  <a:lnTo>
                    <a:pt x="234343" y="9942"/>
                  </a:lnTo>
                  <a:lnTo>
                    <a:pt x="234144" y="9938"/>
                  </a:lnTo>
                  <a:cubicBezTo>
                    <a:pt x="233436" y="9926"/>
                    <a:pt x="232728" y="9920"/>
                    <a:pt x="232019" y="9920"/>
                  </a:cubicBezTo>
                  <a:cubicBezTo>
                    <a:pt x="221533" y="9920"/>
                    <a:pt x="210937" y="11173"/>
                    <a:pt x="200668" y="12387"/>
                  </a:cubicBezTo>
                  <a:cubicBezTo>
                    <a:pt x="199192" y="12560"/>
                    <a:pt x="197716" y="12735"/>
                    <a:pt x="196241" y="12907"/>
                  </a:cubicBezTo>
                  <a:cubicBezTo>
                    <a:pt x="188833" y="13765"/>
                    <a:pt x="180900" y="14784"/>
                    <a:pt x="173099" y="16399"/>
                  </a:cubicBezTo>
                  <a:cubicBezTo>
                    <a:pt x="168984" y="17250"/>
                    <a:pt x="165266" y="18189"/>
                    <a:pt x="161730" y="19271"/>
                  </a:cubicBezTo>
                  <a:cubicBezTo>
                    <a:pt x="158729" y="20188"/>
                    <a:pt x="155634" y="21574"/>
                    <a:pt x="151992" y="23636"/>
                  </a:cubicBezTo>
                  <a:cubicBezTo>
                    <a:pt x="147694" y="26067"/>
                    <a:pt x="143448" y="28211"/>
                    <a:pt x="139076" y="28211"/>
                  </a:cubicBezTo>
                  <a:cubicBezTo>
                    <a:pt x="137648" y="28211"/>
                    <a:pt x="136206" y="27982"/>
                    <a:pt x="134745" y="27459"/>
                  </a:cubicBezTo>
                  <a:cubicBezTo>
                    <a:pt x="129659" y="25640"/>
                    <a:pt x="126097" y="20292"/>
                    <a:pt x="125882" y="14148"/>
                  </a:cubicBezTo>
                  <a:cubicBezTo>
                    <a:pt x="125729" y="9782"/>
                    <a:pt x="128305" y="6844"/>
                    <a:pt x="133544" y="5415"/>
                  </a:cubicBezTo>
                  <a:cubicBezTo>
                    <a:pt x="139606" y="3761"/>
                    <a:pt x="145790" y="3559"/>
                    <a:pt x="152664" y="3482"/>
                  </a:cubicBezTo>
                  <a:lnTo>
                    <a:pt x="153767" y="3469"/>
                  </a:lnTo>
                  <a:cubicBezTo>
                    <a:pt x="160981" y="3392"/>
                    <a:pt x="168439" y="3314"/>
                    <a:pt x="175499" y="719"/>
                  </a:cubicBezTo>
                  <a:cubicBezTo>
                    <a:pt x="175781" y="617"/>
                    <a:pt x="176061" y="506"/>
                    <a:pt x="176341" y="389"/>
                  </a:cubicBezTo>
                  <a:lnTo>
                    <a:pt x="1772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 name="Google Shape;196;p7"/>
          <p:cNvSpPr/>
          <p:nvPr/>
        </p:nvSpPr>
        <p:spPr>
          <a:xfrm flipH="1">
            <a:off x="824541" y="1267712"/>
            <a:ext cx="8367499" cy="1836163"/>
          </a:xfrm>
          <a:custGeom>
            <a:rect b="b" l="l" r="r" t="t"/>
            <a:pathLst>
              <a:path extrusionOk="0" h="45884" w="209096">
                <a:moveTo>
                  <a:pt x="173615" y="405"/>
                </a:moveTo>
                <a:cubicBezTo>
                  <a:pt x="176375" y="405"/>
                  <a:pt x="179213" y="507"/>
                  <a:pt x="182050" y="829"/>
                </a:cubicBezTo>
                <a:cubicBezTo>
                  <a:pt x="188207" y="1528"/>
                  <a:pt x="194615" y="3672"/>
                  <a:pt x="201642" y="7381"/>
                </a:cubicBezTo>
                <a:lnTo>
                  <a:pt x="202000" y="7570"/>
                </a:lnTo>
                <a:cubicBezTo>
                  <a:pt x="204160" y="8703"/>
                  <a:pt x="207122" y="10258"/>
                  <a:pt x="208209" y="13014"/>
                </a:cubicBezTo>
                <a:cubicBezTo>
                  <a:pt x="208659" y="14157"/>
                  <a:pt x="208681" y="15157"/>
                  <a:pt x="208272" y="15990"/>
                </a:cubicBezTo>
                <a:cubicBezTo>
                  <a:pt x="207624" y="17309"/>
                  <a:pt x="205989" y="18018"/>
                  <a:pt x="204732" y="18381"/>
                </a:cubicBezTo>
                <a:cubicBezTo>
                  <a:pt x="201461" y="19325"/>
                  <a:pt x="198006" y="19797"/>
                  <a:pt x="194392" y="19797"/>
                </a:cubicBezTo>
                <a:cubicBezTo>
                  <a:pt x="190821" y="19797"/>
                  <a:pt x="187096" y="19336"/>
                  <a:pt x="183241" y="18415"/>
                </a:cubicBezTo>
                <a:cubicBezTo>
                  <a:pt x="179114" y="17429"/>
                  <a:pt x="174866" y="16057"/>
                  <a:pt x="170611" y="14337"/>
                </a:cubicBezTo>
                <a:cubicBezTo>
                  <a:pt x="166998" y="12878"/>
                  <a:pt x="163261" y="11368"/>
                  <a:pt x="159428" y="10535"/>
                </a:cubicBezTo>
                <a:cubicBezTo>
                  <a:pt x="157531" y="10122"/>
                  <a:pt x="155742" y="9916"/>
                  <a:pt x="154034" y="9916"/>
                </a:cubicBezTo>
                <a:cubicBezTo>
                  <a:pt x="152450" y="9916"/>
                  <a:pt x="150935" y="10094"/>
                  <a:pt x="149470" y="10449"/>
                </a:cubicBezTo>
                <a:cubicBezTo>
                  <a:pt x="145504" y="11411"/>
                  <a:pt x="142070" y="13874"/>
                  <a:pt x="138895" y="16316"/>
                </a:cubicBezTo>
                <a:cubicBezTo>
                  <a:pt x="136054" y="18501"/>
                  <a:pt x="133233" y="20858"/>
                  <a:pt x="130505" y="23139"/>
                </a:cubicBezTo>
                <a:cubicBezTo>
                  <a:pt x="126905" y="26149"/>
                  <a:pt x="123181" y="29264"/>
                  <a:pt x="119366" y="32010"/>
                </a:cubicBezTo>
                <a:cubicBezTo>
                  <a:pt x="107458" y="40580"/>
                  <a:pt x="92880" y="45107"/>
                  <a:pt x="76028" y="45462"/>
                </a:cubicBezTo>
                <a:cubicBezTo>
                  <a:pt x="75424" y="45475"/>
                  <a:pt x="74822" y="45482"/>
                  <a:pt x="74224" y="45482"/>
                </a:cubicBezTo>
                <a:cubicBezTo>
                  <a:pt x="58269" y="45482"/>
                  <a:pt x="44689" y="40929"/>
                  <a:pt x="33828" y="31942"/>
                </a:cubicBezTo>
                <a:cubicBezTo>
                  <a:pt x="27187" y="26448"/>
                  <a:pt x="20603" y="21405"/>
                  <a:pt x="13056" y="20088"/>
                </a:cubicBezTo>
                <a:cubicBezTo>
                  <a:pt x="11967" y="19897"/>
                  <a:pt x="10865" y="19801"/>
                  <a:pt x="9746" y="19801"/>
                </a:cubicBezTo>
                <a:cubicBezTo>
                  <a:pt x="6781" y="19801"/>
                  <a:pt x="3696" y="20474"/>
                  <a:pt x="406" y="21833"/>
                </a:cubicBezTo>
                <a:lnTo>
                  <a:pt x="406" y="14358"/>
                </a:lnTo>
                <a:cubicBezTo>
                  <a:pt x="1109" y="14230"/>
                  <a:pt x="1864" y="14110"/>
                  <a:pt x="2702" y="13993"/>
                </a:cubicBezTo>
                <a:cubicBezTo>
                  <a:pt x="5594" y="13588"/>
                  <a:pt x="8552" y="13414"/>
                  <a:pt x="11411" y="13245"/>
                </a:cubicBezTo>
                <a:lnTo>
                  <a:pt x="12958" y="13152"/>
                </a:lnTo>
                <a:cubicBezTo>
                  <a:pt x="15818" y="12978"/>
                  <a:pt x="18953" y="12785"/>
                  <a:pt x="22145" y="12785"/>
                </a:cubicBezTo>
                <a:cubicBezTo>
                  <a:pt x="23389" y="12785"/>
                  <a:pt x="24641" y="12814"/>
                  <a:pt x="25889" y="12885"/>
                </a:cubicBezTo>
                <a:cubicBezTo>
                  <a:pt x="29786" y="13104"/>
                  <a:pt x="33808" y="14150"/>
                  <a:pt x="38546" y="16169"/>
                </a:cubicBezTo>
                <a:cubicBezTo>
                  <a:pt x="52883" y="22283"/>
                  <a:pt x="69842" y="28659"/>
                  <a:pt x="86902" y="29591"/>
                </a:cubicBezTo>
                <a:cubicBezTo>
                  <a:pt x="88135" y="29659"/>
                  <a:pt x="89353" y="29692"/>
                  <a:pt x="90554" y="29692"/>
                </a:cubicBezTo>
                <a:cubicBezTo>
                  <a:pt x="97955" y="29692"/>
                  <a:pt x="104738" y="28414"/>
                  <a:pt x="110758" y="25880"/>
                </a:cubicBezTo>
                <a:cubicBezTo>
                  <a:pt x="117187" y="23174"/>
                  <a:pt x="123174" y="18993"/>
                  <a:pt x="128962" y="14950"/>
                </a:cubicBezTo>
                <a:cubicBezTo>
                  <a:pt x="130301" y="14015"/>
                  <a:pt x="131684" y="13050"/>
                  <a:pt x="133052" y="12117"/>
                </a:cubicBezTo>
                <a:cubicBezTo>
                  <a:pt x="136569" y="9716"/>
                  <a:pt x="140379" y="7249"/>
                  <a:pt x="144384" y="5460"/>
                </a:cubicBezTo>
                <a:cubicBezTo>
                  <a:pt x="148006" y="3842"/>
                  <a:pt x="151905" y="2608"/>
                  <a:pt x="155970" y="1792"/>
                </a:cubicBezTo>
                <a:cubicBezTo>
                  <a:pt x="159701" y="1042"/>
                  <a:pt x="163680" y="640"/>
                  <a:pt x="168868" y="486"/>
                </a:cubicBezTo>
                <a:cubicBezTo>
                  <a:pt x="170413" y="440"/>
                  <a:pt x="172001" y="405"/>
                  <a:pt x="173615" y="405"/>
                </a:cubicBezTo>
                <a:close/>
                <a:moveTo>
                  <a:pt x="173609" y="0"/>
                </a:moveTo>
                <a:cubicBezTo>
                  <a:pt x="171993" y="0"/>
                  <a:pt x="170405" y="35"/>
                  <a:pt x="168858" y="80"/>
                </a:cubicBezTo>
                <a:cubicBezTo>
                  <a:pt x="163644" y="234"/>
                  <a:pt x="159645" y="639"/>
                  <a:pt x="155891" y="1393"/>
                </a:cubicBezTo>
                <a:cubicBezTo>
                  <a:pt x="151795" y="2216"/>
                  <a:pt x="147870" y="3459"/>
                  <a:pt x="144219" y="5088"/>
                </a:cubicBezTo>
                <a:cubicBezTo>
                  <a:pt x="140186" y="6888"/>
                  <a:pt x="136359" y="9369"/>
                  <a:pt x="132824" y="11781"/>
                </a:cubicBezTo>
                <a:cubicBezTo>
                  <a:pt x="131454" y="12715"/>
                  <a:pt x="130070" y="13683"/>
                  <a:pt x="128732" y="14617"/>
                </a:cubicBezTo>
                <a:cubicBezTo>
                  <a:pt x="122961" y="18648"/>
                  <a:pt x="116993" y="22817"/>
                  <a:pt x="110602" y="25506"/>
                </a:cubicBezTo>
                <a:cubicBezTo>
                  <a:pt x="104631" y="28019"/>
                  <a:pt x="97899" y="29287"/>
                  <a:pt x="90554" y="29287"/>
                </a:cubicBezTo>
                <a:cubicBezTo>
                  <a:pt x="89360" y="29287"/>
                  <a:pt x="88149" y="29254"/>
                  <a:pt x="86923" y="29187"/>
                </a:cubicBezTo>
                <a:cubicBezTo>
                  <a:pt x="69926" y="28261"/>
                  <a:pt x="53010" y="21898"/>
                  <a:pt x="38703" y="15797"/>
                </a:cubicBezTo>
                <a:cubicBezTo>
                  <a:pt x="33922" y="13758"/>
                  <a:pt x="29857" y="12704"/>
                  <a:pt x="25911" y="12481"/>
                </a:cubicBezTo>
                <a:cubicBezTo>
                  <a:pt x="24653" y="12410"/>
                  <a:pt x="23392" y="12381"/>
                  <a:pt x="22140" y="12381"/>
                </a:cubicBezTo>
                <a:cubicBezTo>
                  <a:pt x="18938" y="12381"/>
                  <a:pt x="15797" y="12572"/>
                  <a:pt x="12931" y="12748"/>
                </a:cubicBezTo>
                <a:lnTo>
                  <a:pt x="11384" y="12841"/>
                </a:lnTo>
                <a:cubicBezTo>
                  <a:pt x="8518" y="13010"/>
                  <a:pt x="5551" y="13184"/>
                  <a:pt x="2644" y="13591"/>
                </a:cubicBezTo>
                <a:cubicBezTo>
                  <a:pt x="1731" y="13718"/>
                  <a:pt x="921" y="13848"/>
                  <a:pt x="165" y="13990"/>
                </a:cubicBezTo>
                <a:lnTo>
                  <a:pt x="0" y="14020"/>
                </a:lnTo>
                <a:lnTo>
                  <a:pt x="0" y="22434"/>
                </a:lnTo>
                <a:lnTo>
                  <a:pt x="280" y="22317"/>
                </a:lnTo>
                <a:cubicBezTo>
                  <a:pt x="3624" y="20902"/>
                  <a:pt x="6748" y="20202"/>
                  <a:pt x="9745" y="20202"/>
                </a:cubicBezTo>
                <a:cubicBezTo>
                  <a:pt x="10841" y="20202"/>
                  <a:pt x="11920" y="20296"/>
                  <a:pt x="12987" y="20482"/>
                </a:cubicBezTo>
                <a:cubicBezTo>
                  <a:pt x="20436" y="21784"/>
                  <a:pt x="26975" y="26792"/>
                  <a:pt x="33571" y="32250"/>
                </a:cubicBezTo>
                <a:cubicBezTo>
                  <a:pt x="44508" y="41302"/>
                  <a:pt x="58178" y="45884"/>
                  <a:pt x="74230" y="45884"/>
                </a:cubicBezTo>
                <a:cubicBezTo>
                  <a:pt x="74828" y="45884"/>
                  <a:pt x="75434" y="45878"/>
                  <a:pt x="76041" y="45864"/>
                </a:cubicBezTo>
                <a:cubicBezTo>
                  <a:pt x="92973" y="45507"/>
                  <a:pt x="107630" y="40953"/>
                  <a:pt x="119603" y="32334"/>
                </a:cubicBezTo>
                <a:cubicBezTo>
                  <a:pt x="123430" y="29580"/>
                  <a:pt x="127160" y="26462"/>
                  <a:pt x="130767" y="23446"/>
                </a:cubicBezTo>
                <a:cubicBezTo>
                  <a:pt x="133490" y="21168"/>
                  <a:pt x="136306" y="18812"/>
                  <a:pt x="139143" y="16633"/>
                </a:cubicBezTo>
                <a:cubicBezTo>
                  <a:pt x="142286" y="14218"/>
                  <a:pt x="145678" y="11782"/>
                  <a:pt x="149569" y="10839"/>
                </a:cubicBezTo>
                <a:cubicBezTo>
                  <a:pt x="151002" y="10492"/>
                  <a:pt x="152486" y="10318"/>
                  <a:pt x="154040" y="10318"/>
                </a:cubicBezTo>
                <a:cubicBezTo>
                  <a:pt x="155718" y="10318"/>
                  <a:pt x="157477" y="10521"/>
                  <a:pt x="159345" y="10926"/>
                </a:cubicBezTo>
                <a:cubicBezTo>
                  <a:pt x="163146" y="11754"/>
                  <a:pt x="166866" y="13255"/>
                  <a:pt x="170463" y="14710"/>
                </a:cubicBezTo>
                <a:cubicBezTo>
                  <a:pt x="174735" y="16434"/>
                  <a:pt x="179004" y="17813"/>
                  <a:pt x="183149" y="18805"/>
                </a:cubicBezTo>
                <a:cubicBezTo>
                  <a:pt x="187035" y="19734"/>
                  <a:pt x="190791" y="20198"/>
                  <a:pt x="194393" y="20198"/>
                </a:cubicBezTo>
                <a:cubicBezTo>
                  <a:pt x="198045" y="20198"/>
                  <a:pt x="201538" y="19721"/>
                  <a:pt x="204846" y="18766"/>
                </a:cubicBezTo>
                <a:cubicBezTo>
                  <a:pt x="206788" y="18205"/>
                  <a:pt x="208062" y="17332"/>
                  <a:pt x="208634" y="16167"/>
                </a:cubicBezTo>
                <a:cubicBezTo>
                  <a:pt x="209095" y="15229"/>
                  <a:pt x="209080" y="14117"/>
                  <a:pt x="208584" y="12865"/>
                </a:cubicBezTo>
                <a:cubicBezTo>
                  <a:pt x="207441" y="9969"/>
                  <a:pt x="204404" y="8376"/>
                  <a:pt x="202188" y="7211"/>
                </a:cubicBezTo>
                <a:lnTo>
                  <a:pt x="201831" y="7024"/>
                </a:lnTo>
                <a:cubicBezTo>
                  <a:pt x="194760" y="3289"/>
                  <a:pt x="188306" y="1132"/>
                  <a:pt x="182098" y="427"/>
                </a:cubicBezTo>
                <a:cubicBezTo>
                  <a:pt x="179239" y="102"/>
                  <a:pt x="176384" y="0"/>
                  <a:pt x="1736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7"/>
          <p:cNvSpPr/>
          <p:nvPr/>
        </p:nvSpPr>
        <p:spPr>
          <a:xfrm flipH="1">
            <a:off x="8384687" y="2373130"/>
            <a:ext cx="807313" cy="330705"/>
          </a:xfrm>
          <a:custGeom>
            <a:rect b="b" l="l" r="r" t="t"/>
            <a:pathLst>
              <a:path extrusionOk="0" h="8264" w="20174">
                <a:moveTo>
                  <a:pt x="10888" y="404"/>
                </a:moveTo>
                <a:cubicBezTo>
                  <a:pt x="11749" y="404"/>
                  <a:pt x="12597" y="461"/>
                  <a:pt x="13422" y="602"/>
                </a:cubicBezTo>
                <a:cubicBezTo>
                  <a:pt x="15472" y="954"/>
                  <a:pt x="17153" y="1897"/>
                  <a:pt x="18413" y="3404"/>
                </a:cubicBezTo>
                <a:cubicBezTo>
                  <a:pt x="19054" y="4170"/>
                  <a:pt x="19787" y="5267"/>
                  <a:pt x="19634" y="6147"/>
                </a:cubicBezTo>
                <a:cubicBezTo>
                  <a:pt x="19567" y="6546"/>
                  <a:pt x="19324" y="6863"/>
                  <a:pt x="18894" y="7118"/>
                </a:cubicBezTo>
                <a:cubicBezTo>
                  <a:pt x="17704" y="7820"/>
                  <a:pt x="16206" y="7861"/>
                  <a:pt x="14950" y="7861"/>
                </a:cubicBezTo>
                <a:cubicBezTo>
                  <a:pt x="14860" y="7861"/>
                  <a:pt x="14771" y="7861"/>
                  <a:pt x="14684" y="7861"/>
                </a:cubicBezTo>
                <a:cubicBezTo>
                  <a:pt x="13289" y="7856"/>
                  <a:pt x="11866" y="7753"/>
                  <a:pt x="10488" y="7653"/>
                </a:cubicBezTo>
                <a:cubicBezTo>
                  <a:pt x="9887" y="7608"/>
                  <a:pt x="9287" y="7565"/>
                  <a:pt x="8687" y="7529"/>
                </a:cubicBezTo>
                <a:cubicBezTo>
                  <a:pt x="5827" y="7359"/>
                  <a:pt x="3245" y="7206"/>
                  <a:pt x="649" y="7206"/>
                </a:cubicBezTo>
                <a:cubicBezTo>
                  <a:pt x="568" y="7206"/>
                  <a:pt x="486" y="7206"/>
                  <a:pt x="405" y="7206"/>
                </a:cubicBezTo>
                <a:lnTo>
                  <a:pt x="405" y="1428"/>
                </a:lnTo>
                <a:cubicBezTo>
                  <a:pt x="2017" y="1368"/>
                  <a:pt x="3674" y="1139"/>
                  <a:pt x="5280" y="919"/>
                </a:cubicBezTo>
                <a:cubicBezTo>
                  <a:pt x="7141" y="665"/>
                  <a:pt x="9044" y="404"/>
                  <a:pt x="10888" y="404"/>
                </a:cubicBezTo>
                <a:close/>
                <a:moveTo>
                  <a:pt x="10888" y="1"/>
                </a:moveTo>
                <a:cubicBezTo>
                  <a:pt x="9018" y="1"/>
                  <a:pt x="7099" y="265"/>
                  <a:pt x="5223" y="522"/>
                </a:cubicBezTo>
                <a:cubicBezTo>
                  <a:pt x="3564" y="751"/>
                  <a:pt x="1848" y="984"/>
                  <a:pt x="195" y="1034"/>
                </a:cubicBezTo>
                <a:lnTo>
                  <a:pt x="1" y="1039"/>
                </a:lnTo>
                <a:lnTo>
                  <a:pt x="1" y="7612"/>
                </a:lnTo>
                <a:lnTo>
                  <a:pt x="202" y="7612"/>
                </a:lnTo>
                <a:cubicBezTo>
                  <a:pt x="266" y="7612"/>
                  <a:pt x="330" y="7612"/>
                  <a:pt x="393" y="7612"/>
                </a:cubicBezTo>
                <a:cubicBezTo>
                  <a:pt x="3056" y="7612"/>
                  <a:pt x="5717" y="7756"/>
                  <a:pt x="8664" y="7932"/>
                </a:cubicBezTo>
                <a:cubicBezTo>
                  <a:pt x="9261" y="7968"/>
                  <a:pt x="9860" y="8012"/>
                  <a:pt x="10460" y="8055"/>
                </a:cubicBezTo>
                <a:cubicBezTo>
                  <a:pt x="11844" y="8155"/>
                  <a:pt x="13275" y="8259"/>
                  <a:pt x="14682" y="8264"/>
                </a:cubicBezTo>
                <a:lnTo>
                  <a:pt x="14998" y="8264"/>
                </a:lnTo>
                <a:cubicBezTo>
                  <a:pt x="16295" y="8264"/>
                  <a:pt x="17831" y="8211"/>
                  <a:pt x="19096" y="7463"/>
                </a:cubicBezTo>
                <a:cubicBezTo>
                  <a:pt x="19626" y="7152"/>
                  <a:pt x="19940" y="6730"/>
                  <a:pt x="20030" y="6216"/>
                </a:cubicBezTo>
                <a:cubicBezTo>
                  <a:pt x="20173" y="5387"/>
                  <a:pt x="19732" y="4354"/>
                  <a:pt x="18720" y="3145"/>
                </a:cubicBezTo>
                <a:cubicBezTo>
                  <a:pt x="17395" y="1562"/>
                  <a:pt x="15637" y="574"/>
                  <a:pt x="13488" y="205"/>
                </a:cubicBezTo>
                <a:cubicBezTo>
                  <a:pt x="12639" y="59"/>
                  <a:pt x="11769" y="1"/>
                  <a:pt x="108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7"/>
          <p:cNvSpPr/>
          <p:nvPr/>
        </p:nvSpPr>
        <p:spPr>
          <a:xfrm flipH="1">
            <a:off x="-185941" y="2027935"/>
            <a:ext cx="9377861" cy="2035410"/>
          </a:xfrm>
          <a:custGeom>
            <a:rect b="b" l="l" r="r" t="t"/>
            <a:pathLst>
              <a:path extrusionOk="0" h="50863" w="234344">
                <a:moveTo>
                  <a:pt x="233940" y="621"/>
                </a:moveTo>
                <a:lnTo>
                  <a:pt x="233940" y="12077"/>
                </a:lnTo>
                <a:cubicBezTo>
                  <a:pt x="232371" y="13846"/>
                  <a:pt x="230619" y="15358"/>
                  <a:pt x="228734" y="16565"/>
                </a:cubicBezTo>
                <a:cubicBezTo>
                  <a:pt x="224484" y="19289"/>
                  <a:pt x="219376" y="20857"/>
                  <a:pt x="213122" y="21360"/>
                </a:cubicBezTo>
                <a:cubicBezTo>
                  <a:pt x="211653" y="21479"/>
                  <a:pt x="210146" y="21539"/>
                  <a:pt x="208580" y="21539"/>
                </a:cubicBezTo>
                <a:cubicBezTo>
                  <a:pt x="205000" y="21539"/>
                  <a:pt x="201109" y="21226"/>
                  <a:pt x="196647" y="20590"/>
                </a:cubicBezTo>
                <a:lnTo>
                  <a:pt x="196529" y="20574"/>
                </a:lnTo>
                <a:cubicBezTo>
                  <a:pt x="194477" y="20283"/>
                  <a:pt x="192356" y="19981"/>
                  <a:pt x="190306" y="19457"/>
                </a:cubicBezTo>
                <a:cubicBezTo>
                  <a:pt x="188131" y="18901"/>
                  <a:pt x="186302" y="18457"/>
                  <a:pt x="184446" y="18095"/>
                </a:cubicBezTo>
                <a:cubicBezTo>
                  <a:pt x="182413" y="17700"/>
                  <a:pt x="180221" y="17338"/>
                  <a:pt x="178016" y="17338"/>
                </a:cubicBezTo>
                <a:cubicBezTo>
                  <a:pt x="177942" y="17338"/>
                  <a:pt x="177867" y="17339"/>
                  <a:pt x="177792" y="17340"/>
                </a:cubicBezTo>
                <a:cubicBezTo>
                  <a:pt x="176496" y="17354"/>
                  <a:pt x="174542" y="17378"/>
                  <a:pt x="173323" y="18637"/>
                </a:cubicBezTo>
                <a:cubicBezTo>
                  <a:pt x="172261" y="19733"/>
                  <a:pt x="172397" y="21555"/>
                  <a:pt x="173080" y="22788"/>
                </a:cubicBezTo>
                <a:cubicBezTo>
                  <a:pt x="174004" y="24459"/>
                  <a:pt x="175665" y="25395"/>
                  <a:pt x="177319" y="26158"/>
                </a:cubicBezTo>
                <a:cubicBezTo>
                  <a:pt x="180088" y="27433"/>
                  <a:pt x="183032" y="28076"/>
                  <a:pt x="185878" y="28699"/>
                </a:cubicBezTo>
                <a:cubicBezTo>
                  <a:pt x="186544" y="28844"/>
                  <a:pt x="187205" y="28990"/>
                  <a:pt x="187866" y="29142"/>
                </a:cubicBezTo>
                <a:cubicBezTo>
                  <a:pt x="191326" y="29942"/>
                  <a:pt x="194903" y="30405"/>
                  <a:pt x="198362" y="30852"/>
                </a:cubicBezTo>
                <a:lnTo>
                  <a:pt x="199879" y="31048"/>
                </a:lnTo>
                <a:cubicBezTo>
                  <a:pt x="203501" y="31524"/>
                  <a:pt x="207493" y="31975"/>
                  <a:pt x="212443" y="32469"/>
                </a:cubicBezTo>
                <a:cubicBezTo>
                  <a:pt x="216296" y="32854"/>
                  <a:pt x="220110" y="33192"/>
                  <a:pt x="223683" y="33505"/>
                </a:cubicBezTo>
                <a:cubicBezTo>
                  <a:pt x="226437" y="33747"/>
                  <a:pt x="229366" y="34040"/>
                  <a:pt x="232268" y="34727"/>
                </a:cubicBezTo>
                <a:cubicBezTo>
                  <a:pt x="232812" y="34856"/>
                  <a:pt x="233374" y="35011"/>
                  <a:pt x="233940" y="35186"/>
                </a:cubicBezTo>
                <a:lnTo>
                  <a:pt x="233940" y="50330"/>
                </a:lnTo>
                <a:cubicBezTo>
                  <a:pt x="227593" y="48509"/>
                  <a:pt x="220754" y="46238"/>
                  <a:pt x="213042" y="43386"/>
                </a:cubicBezTo>
                <a:cubicBezTo>
                  <a:pt x="208088" y="41555"/>
                  <a:pt x="202988" y="39512"/>
                  <a:pt x="197884" y="37317"/>
                </a:cubicBezTo>
                <a:cubicBezTo>
                  <a:pt x="195613" y="36339"/>
                  <a:pt x="193318" y="35281"/>
                  <a:pt x="191099" y="34257"/>
                </a:cubicBezTo>
                <a:cubicBezTo>
                  <a:pt x="188401" y="33014"/>
                  <a:pt x="185611" y="31726"/>
                  <a:pt x="182833" y="30573"/>
                </a:cubicBezTo>
                <a:cubicBezTo>
                  <a:pt x="172649" y="26340"/>
                  <a:pt x="162754" y="24195"/>
                  <a:pt x="153409" y="24195"/>
                </a:cubicBezTo>
                <a:cubicBezTo>
                  <a:pt x="153178" y="24195"/>
                  <a:pt x="152948" y="24197"/>
                  <a:pt x="152719" y="24198"/>
                </a:cubicBezTo>
                <a:cubicBezTo>
                  <a:pt x="142080" y="24319"/>
                  <a:pt x="132064" y="27884"/>
                  <a:pt x="122824" y="31721"/>
                </a:cubicBezTo>
                <a:cubicBezTo>
                  <a:pt x="112729" y="35913"/>
                  <a:pt x="102805" y="39822"/>
                  <a:pt x="92400" y="41608"/>
                </a:cubicBezTo>
                <a:cubicBezTo>
                  <a:pt x="82867" y="43244"/>
                  <a:pt x="72721" y="44299"/>
                  <a:pt x="61383" y="44830"/>
                </a:cubicBezTo>
                <a:cubicBezTo>
                  <a:pt x="58519" y="44965"/>
                  <a:pt x="55783" y="45032"/>
                  <a:pt x="53152" y="45032"/>
                </a:cubicBezTo>
                <a:cubicBezTo>
                  <a:pt x="45012" y="45032"/>
                  <a:pt x="37887" y="44383"/>
                  <a:pt x="31169" y="43050"/>
                </a:cubicBezTo>
                <a:cubicBezTo>
                  <a:pt x="24718" y="41770"/>
                  <a:pt x="18066" y="39641"/>
                  <a:pt x="11397" y="36720"/>
                </a:cubicBezTo>
                <a:cubicBezTo>
                  <a:pt x="7680" y="35093"/>
                  <a:pt x="3780" y="33224"/>
                  <a:pt x="405" y="30582"/>
                </a:cubicBezTo>
                <a:lnTo>
                  <a:pt x="405" y="21725"/>
                </a:lnTo>
                <a:cubicBezTo>
                  <a:pt x="5173" y="23118"/>
                  <a:pt x="10001" y="24631"/>
                  <a:pt x="14673" y="26094"/>
                </a:cubicBezTo>
                <a:cubicBezTo>
                  <a:pt x="18472" y="27283"/>
                  <a:pt x="22397" y="28512"/>
                  <a:pt x="26269" y="29670"/>
                </a:cubicBezTo>
                <a:cubicBezTo>
                  <a:pt x="42759" y="34607"/>
                  <a:pt x="58954" y="38982"/>
                  <a:pt x="74991" y="38982"/>
                </a:cubicBezTo>
                <a:cubicBezTo>
                  <a:pt x="78823" y="38982"/>
                  <a:pt x="82649" y="38732"/>
                  <a:pt x="86466" y="38179"/>
                </a:cubicBezTo>
                <a:cubicBezTo>
                  <a:pt x="95509" y="36872"/>
                  <a:pt x="104228" y="33938"/>
                  <a:pt x="112383" y="29455"/>
                </a:cubicBezTo>
                <a:cubicBezTo>
                  <a:pt x="116730" y="27066"/>
                  <a:pt x="120985" y="24195"/>
                  <a:pt x="125029" y="20922"/>
                </a:cubicBezTo>
                <a:cubicBezTo>
                  <a:pt x="126767" y="19511"/>
                  <a:pt x="128488" y="17994"/>
                  <a:pt x="130152" y="16524"/>
                </a:cubicBezTo>
                <a:cubicBezTo>
                  <a:pt x="131788" y="15078"/>
                  <a:pt x="133483" y="13582"/>
                  <a:pt x="135190" y="12196"/>
                </a:cubicBezTo>
                <a:cubicBezTo>
                  <a:pt x="137654" y="10200"/>
                  <a:pt x="140969" y="7788"/>
                  <a:pt x="144768" y="6873"/>
                </a:cubicBezTo>
                <a:cubicBezTo>
                  <a:pt x="145990" y="6580"/>
                  <a:pt x="147258" y="6432"/>
                  <a:pt x="148594" y="6432"/>
                </a:cubicBezTo>
                <a:cubicBezTo>
                  <a:pt x="151134" y="6432"/>
                  <a:pt x="153922" y="6966"/>
                  <a:pt x="157120" y="8052"/>
                </a:cubicBezTo>
                <a:cubicBezTo>
                  <a:pt x="165254" y="10813"/>
                  <a:pt x="174727" y="13878"/>
                  <a:pt x="184226" y="15304"/>
                </a:cubicBezTo>
                <a:cubicBezTo>
                  <a:pt x="187914" y="15858"/>
                  <a:pt x="191419" y="16136"/>
                  <a:pt x="194766" y="16136"/>
                </a:cubicBezTo>
                <a:cubicBezTo>
                  <a:pt x="200932" y="16136"/>
                  <a:pt x="206557" y="15192"/>
                  <a:pt x="211781" y="13295"/>
                </a:cubicBezTo>
                <a:cubicBezTo>
                  <a:pt x="216509" y="11579"/>
                  <a:pt x="220789" y="8892"/>
                  <a:pt x="224351" y="6492"/>
                </a:cubicBezTo>
                <a:cubicBezTo>
                  <a:pt x="224766" y="6212"/>
                  <a:pt x="225182" y="5928"/>
                  <a:pt x="225598" y="5645"/>
                </a:cubicBezTo>
                <a:cubicBezTo>
                  <a:pt x="228277" y="3826"/>
                  <a:pt x="231045" y="1944"/>
                  <a:pt x="233940" y="621"/>
                </a:cubicBezTo>
                <a:close/>
                <a:moveTo>
                  <a:pt x="234344" y="1"/>
                </a:moveTo>
                <a:lnTo>
                  <a:pt x="234062" y="127"/>
                </a:lnTo>
                <a:cubicBezTo>
                  <a:pt x="231032" y="1470"/>
                  <a:pt x="228156" y="3423"/>
                  <a:pt x="225375" y="5313"/>
                </a:cubicBezTo>
                <a:cubicBezTo>
                  <a:pt x="224959" y="5595"/>
                  <a:pt x="224545" y="5878"/>
                  <a:pt x="224128" y="6158"/>
                </a:cubicBezTo>
                <a:cubicBezTo>
                  <a:pt x="220589" y="8544"/>
                  <a:pt x="216336" y="11214"/>
                  <a:pt x="211647" y="12916"/>
                </a:cubicBezTo>
                <a:cubicBezTo>
                  <a:pt x="206466" y="14796"/>
                  <a:pt x="200885" y="15732"/>
                  <a:pt x="194765" y="15732"/>
                </a:cubicBezTo>
                <a:cubicBezTo>
                  <a:pt x="191440" y="15732"/>
                  <a:pt x="187955" y="15456"/>
                  <a:pt x="184289" y="14905"/>
                </a:cubicBezTo>
                <a:cubicBezTo>
                  <a:pt x="174822" y="13485"/>
                  <a:pt x="165370" y="10424"/>
                  <a:pt x="157251" y="7671"/>
                </a:cubicBezTo>
                <a:cubicBezTo>
                  <a:pt x="154011" y="6571"/>
                  <a:pt x="151182" y="6028"/>
                  <a:pt x="148600" y="6028"/>
                </a:cubicBezTo>
                <a:cubicBezTo>
                  <a:pt x="147230" y="6028"/>
                  <a:pt x="145930" y="6181"/>
                  <a:pt x="144675" y="6483"/>
                </a:cubicBezTo>
                <a:cubicBezTo>
                  <a:pt x="140797" y="7416"/>
                  <a:pt x="137434" y="9860"/>
                  <a:pt x="134939" y="11886"/>
                </a:cubicBezTo>
                <a:cubicBezTo>
                  <a:pt x="133224" y="13277"/>
                  <a:pt x="131528" y="14775"/>
                  <a:pt x="129887" y="16224"/>
                </a:cubicBezTo>
                <a:cubicBezTo>
                  <a:pt x="128225" y="17690"/>
                  <a:pt x="126509" y="19207"/>
                  <a:pt x="124774" y="20610"/>
                </a:cubicBezTo>
                <a:cubicBezTo>
                  <a:pt x="120749" y="23869"/>
                  <a:pt x="116514" y="26727"/>
                  <a:pt x="112189" y="29105"/>
                </a:cubicBezTo>
                <a:cubicBezTo>
                  <a:pt x="104076" y="33564"/>
                  <a:pt x="95402" y="36484"/>
                  <a:pt x="86407" y="37785"/>
                </a:cubicBezTo>
                <a:cubicBezTo>
                  <a:pt x="82611" y="38334"/>
                  <a:pt x="78806" y="38583"/>
                  <a:pt x="74991" y="38583"/>
                </a:cubicBezTo>
                <a:cubicBezTo>
                  <a:pt x="59005" y="38583"/>
                  <a:pt x="42843" y="34216"/>
                  <a:pt x="26384" y="29289"/>
                </a:cubicBezTo>
                <a:cubicBezTo>
                  <a:pt x="22516" y="28130"/>
                  <a:pt x="18589" y="26901"/>
                  <a:pt x="14793" y="25711"/>
                </a:cubicBezTo>
                <a:cubicBezTo>
                  <a:pt x="10035" y="24222"/>
                  <a:pt x="5116" y="22681"/>
                  <a:pt x="257" y="21265"/>
                </a:cubicBezTo>
                <a:lnTo>
                  <a:pt x="0" y="21189"/>
                </a:lnTo>
                <a:lnTo>
                  <a:pt x="0" y="30778"/>
                </a:lnTo>
                <a:lnTo>
                  <a:pt x="77" y="30839"/>
                </a:lnTo>
                <a:cubicBezTo>
                  <a:pt x="3505" y="33541"/>
                  <a:pt x="7466" y="35440"/>
                  <a:pt x="11235" y="37090"/>
                </a:cubicBezTo>
                <a:cubicBezTo>
                  <a:pt x="17931" y="40022"/>
                  <a:pt x="24610" y="42161"/>
                  <a:pt x="31090" y="43447"/>
                </a:cubicBezTo>
                <a:cubicBezTo>
                  <a:pt x="37834" y="44786"/>
                  <a:pt x="44983" y="45437"/>
                  <a:pt x="53148" y="45437"/>
                </a:cubicBezTo>
                <a:cubicBezTo>
                  <a:pt x="55786" y="45437"/>
                  <a:pt x="58530" y="45369"/>
                  <a:pt x="61401" y="45235"/>
                </a:cubicBezTo>
                <a:cubicBezTo>
                  <a:pt x="72756" y="44700"/>
                  <a:pt x="82917" y="43644"/>
                  <a:pt x="92467" y="42007"/>
                </a:cubicBezTo>
                <a:cubicBezTo>
                  <a:pt x="102913" y="40214"/>
                  <a:pt x="112861" y="36296"/>
                  <a:pt x="122978" y="32095"/>
                </a:cubicBezTo>
                <a:cubicBezTo>
                  <a:pt x="132181" y="28274"/>
                  <a:pt x="142153" y="24722"/>
                  <a:pt x="152725" y="24602"/>
                </a:cubicBezTo>
                <a:cubicBezTo>
                  <a:pt x="152952" y="24600"/>
                  <a:pt x="153179" y="24598"/>
                  <a:pt x="153407" y="24598"/>
                </a:cubicBezTo>
                <a:cubicBezTo>
                  <a:pt x="162694" y="24598"/>
                  <a:pt x="172541" y="26730"/>
                  <a:pt x="182679" y="30945"/>
                </a:cubicBezTo>
                <a:cubicBezTo>
                  <a:pt x="185447" y="32095"/>
                  <a:pt x="188234" y="33381"/>
                  <a:pt x="190930" y="34624"/>
                </a:cubicBezTo>
                <a:cubicBezTo>
                  <a:pt x="193152" y="35649"/>
                  <a:pt x="195448" y="36707"/>
                  <a:pt x="197726" y="37686"/>
                </a:cubicBezTo>
                <a:cubicBezTo>
                  <a:pt x="202837" y="39885"/>
                  <a:pt x="207942" y="41928"/>
                  <a:pt x="212901" y="43763"/>
                </a:cubicBezTo>
                <a:cubicBezTo>
                  <a:pt x="220729" y="46656"/>
                  <a:pt x="227658" y="48955"/>
                  <a:pt x="234085" y="50788"/>
                </a:cubicBezTo>
                <a:lnTo>
                  <a:pt x="234341" y="50863"/>
                </a:lnTo>
                <a:lnTo>
                  <a:pt x="234344" y="50863"/>
                </a:lnTo>
                <a:lnTo>
                  <a:pt x="234344" y="34896"/>
                </a:lnTo>
                <a:lnTo>
                  <a:pt x="234204" y="34850"/>
                </a:lnTo>
                <a:cubicBezTo>
                  <a:pt x="233582" y="34654"/>
                  <a:pt x="232962" y="34481"/>
                  <a:pt x="232362" y="34340"/>
                </a:cubicBezTo>
                <a:cubicBezTo>
                  <a:pt x="229433" y="33647"/>
                  <a:pt x="226488" y="33352"/>
                  <a:pt x="223721" y="33110"/>
                </a:cubicBezTo>
                <a:cubicBezTo>
                  <a:pt x="220148" y="32797"/>
                  <a:pt x="216338" y="32457"/>
                  <a:pt x="212486" y="32074"/>
                </a:cubicBezTo>
                <a:cubicBezTo>
                  <a:pt x="207542" y="31581"/>
                  <a:pt x="203553" y="31128"/>
                  <a:pt x="199935" y="30653"/>
                </a:cubicBezTo>
                <a:lnTo>
                  <a:pt x="198416" y="30455"/>
                </a:lnTo>
                <a:cubicBezTo>
                  <a:pt x="194968" y="30009"/>
                  <a:pt x="191400" y="29547"/>
                  <a:pt x="187960" y="28753"/>
                </a:cubicBezTo>
                <a:cubicBezTo>
                  <a:pt x="187298" y="28602"/>
                  <a:pt x="186634" y="28454"/>
                  <a:pt x="185969" y="28310"/>
                </a:cubicBezTo>
                <a:cubicBezTo>
                  <a:pt x="183145" y="27690"/>
                  <a:pt x="180223" y="27051"/>
                  <a:pt x="177494" y="25795"/>
                </a:cubicBezTo>
                <a:cubicBezTo>
                  <a:pt x="176009" y="25111"/>
                  <a:pt x="174350" y="24245"/>
                  <a:pt x="173437" y="22596"/>
                </a:cubicBezTo>
                <a:cubicBezTo>
                  <a:pt x="172829" y="21493"/>
                  <a:pt x="172693" y="19876"/>
                  <a:pt x="173617" y="18921"/>
                </a:cubicBezTo>
                <a:cubicBezTo>
                  <a:pt x="174717" y="17783"/>
                  <a:pt x="176574" y="17760"/>
                  <a:pt x="177801" y="17745"/>
                </a:cubicBezTo>
                <a:cubicBezTo>
                  <a:pt x="177883" y="17744"/>
                  <a:pt x="177965" y="17744"/>
                  <a:pt x="178047" y="17744"/>
                </a:cubicBezTo>
                <a:cubicBezTo>
                  <a:pt x="180223" y="17744"/>
                  <a:pt x="182367" y="18103"/>
                  <a:pt x="184375" y="18494"/>
                </a:cubicBezTo>
                <a:cubicBezTo>
                  <a:pt x="186221" y="18853"/>
                  <a:pt x="188043" y="19296"/>
                  <a:pt x="190212" y="19850"/>
                </a:cubicBezTo>
                <a:cubicBezTo>
                  <a:pt x="192283" y="20380"/>
                  <a:pt x="194415" y="20683"/>
                  <a:pt x="196477" y="20976"/>
                </a:cubicBezTo>
                <a:lnTo>
                  <a:pt x="196594" y="20993"/>
                </a:lnTo>
                <a:cubicBezTo>
                  <a:pt x="201071" y="21630"/>
                  <a:pt x="204978" y="21943"/>
                  <a:pt x="208576" y="21943"/>
                </a:cubicBezTo>
                <a:cubicBezTo>
                  <a:pt x="210156" y="21943"/>
                  <a:pt x="211676" y="21883"/>
                  <a:pt x="213159" y="21763"/>
                </a:cubicBezTo>
                <a:cubicBezTo>
                  <a:pt x="219481" y="21255"/>
                  <a:pt x="224648" y="19666"/>
                  <a:pt x="228956" y="16905"/>
                </a:cubicBezTo>
                <a:cubicBezTo>
                  <a:pt x="230892" y="15665"/>
                  <a:pt x="232689" y="14110"/>
                  <a:pt x="234294" y="12287"/>
                </a:cubicBezTo>
                <a:lnTo>
                  <a:pt x="234344" y="12230"/>
                </a:lnTo>
                <a:lnTo>
                  <a:pt x="23434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7"/>
          <p:cNvSpPr/>
          <p:nvPr/>
        </p:nvSpPr>
        <p:spPr>
          <a:xfrm flipH="1">
            <a:off x="4020138" y="3448055"/>
            <a:ext cx="5171942" cy="1031731"/>
          </a:xfrm>
          <a:custGeom>
            <a:rect b="b" l="l" r="r" t="t"/>
            <a:pathLst>
              <a:path extrusionOk="0" h="25782" w="129242">
                <a:moveTo>
                  <a:pt x="125667" y="404"/>
                </a:moveTo>
                <a:cubicBezTo>
                  <a:pt x="125949" y="404"/>
                  <a:pt x="126232" y="415"/>
                  <a:pt x="126514" y="437"/>
                </a:cubicBezTo>
                <a:cubicBezTo>
                  <a:pt x="127419" y="510"/>
                  <a:pt x="128375" y="690"/>
                  <a:pt x="128733" y="1442"/>
                </a:cubicBezTo>
                <a:cubicBezTo>
                  <a:pt x="127667" y="1898"/>
                  <a:pt x="126604" y="2366"/>
                  <a:pt x="125540" y="2833"/>
                </a:cubicBezTo>
                <a:cubicBezTo>
                  <a:pt x="121951" y="4414"/>
                  <a:pt x="118237" y="6047"/>
                  <a:pt x="114473" y="7141"/>
                </a:cubicBezTo>
                <a:cubicBezTo>
                  <a:pt x="113881" y="7314"/>
                  <a:pt x="113286" y="7483"/>
                  <a:pt x="112693" y="7649"/>
                </a:cubicBezTo>
                <a:cubicBezTo>
                  <a:pt x="110914" y="8149"/>
                  <a:pt x="109073" y="8666"/>
                  <a:pt x="107278" y="9330"/>
                </a:cubicBezTo>
                <a:cubicBezTo>
                  <a:pt x="105183" y="10108"/>
                  <a:pt x="102936" y="11055"/>
                  <a:pt x="100411" y="12228"/>
                </a:cubicBezTo>
                <a:cubicBezTo>
                  <a:pt x="97928" y="13381"/>
                  <a:pt x="95424" y="14634"/>
                  <a:pt x="93002" y="15844"/>
                </a:cubicBezTo>
                <a:cubicBezTo>
                  <a:pt x="86663" y="19013"/>
                  <a:pt x="80109" y="22288"/>
                  <a:pt x="73322" y="24097"/>
                </a:cubicBezTo>
                <a:cubicBezTo>
                  <a:pt x="70106" y="24955"/>
                  <a:pt x="66829" y="25381"/>
                  <a:pt x="63411" y="25381"/>
                </a:cubicBezTo>
                <a:cubicBezTo>
                  <a:pt x="61691" y="25381"/>
                  <a:pt x="59935" y="25273"/>
                  <a:pt x="58132" y="25057"/>
                </a:cubicBezTo>
                <a:cubicBezTo>
                  <a:pt x="54870" y="24667"/>
                  <a:pt x="51578" y="24000"/>
                  <a:pt x="48394" y="23351"/>
                </a:cubicBezTo>
                <a:cubicBezTo>
                  <a:pt x="46720" y="23010"/>
                  <a:pt x="44988" y="22658"/>
                  <a:pt x="43281" y="22351"/>
                </a:cubicBezTo>
                <a:cubicBezTo>
                  <a:pt x="38827" y="21551"/>
                  <a:pt x="34306" y="21314"/>
                  <a:pt x="29931" y="21085"/>
                </a:cubicBezTo>
                <a:lnTo>
                  <a:pt x="28914" y="21031"/>
                </a:lnTo>
                <a:cubicBezTo>
                  <a:pt x="25978" y="20874"/>
                  <a:pt x="23609" y="20501"/>
                  <a:pt x="21462" y="19855"/>
                </a:cubicBezTo>
                <a:cubicBezTo>
                  <a:pt x="19489" y="19259"/>
                  <a:pt x="17512" y="18432"/>
                  <a:pt x="15599" y="17635"/>
                </a:cubicBezTo>
                <a:cubicBezTo>
                  <a:pt x="15171" y="17457"/>
                  <a:pt x="14747" y="17279"/>
                  <a:pt x="14321" y="17105"/>
                </a:cubicBezTo>
                <a:cubicBezTo>
                  <a:pt x="12341" y="16286"/>
                  <a:pt x="10328" y="15433"/>
                  <a:pt x="8383" y="14606"/>
                </a:cubicBezTo>
                <a:cubicBezTo>
                  <a:pt x="5772" y="13497"/>
                  <a:pt x="3075" y="12349"/>
                  <a:pt x="404" y="11276"/>
                </a:cubicBezTo>
                <a:lnTo>
                  <a:pt x="403" y="11276"/>
                </a:lnTo>
                <a:lnTo>
                  <a:pt x="403" y="5584"/>
                </a:lnTo>
                <a:cubicBezTo>
                  <a:pt x="967" y="5874"/>
                  <a:pt x="1566" y="6170"/>
                  <a:pt x="2220" y="6484"/>
                </a:cubicBezTo>
                <a:cubicBezTo>
                  <a:pt x="2905" y="6811"/>
                  <a:pt x="3592" y="7131"/>
                  <a:pt x="4281" y="7450"/>
                </a:cubicBezTo>
                <a:cubicBezTo>
                  <a:pt x="6227" y="8357"/>
                  <a:pt x="8240" y="9293"/>
                  <a:pt x="10153" y="10412"/>
                </a:cubicBezTo>
                <a:cubicBezTo>
                  <a:pt x="12434" y="11746"/>
                  <a:pt x="14871" y="13148"/>
                  <a:pt x="17395" y="14337"/>
                </a:cubicBezTo>
                <a:cubicBezTo>
                  <a:pt x="25707" y="18255"/>
                  <a:pt x="35202" y="20169"/>
                  <a:pt x="46355" y="20169"/>
                </a:cubicBezTo>
                <a:cubicBezTo>
                  <a:pt x="47079" y="20169"/>
                  <a:pt x="47811" y="20161"/>
                  <a:pt x="48549" y="20145"/>
                </a:cubicBezTo>
                <a:cubicBezTo>
                  <a:pt x="59131" y="19914"/>
                  <a:pt x="70411" y="17805"/>
                  <a:pt x="84049" y="13504"/>
                </a:cubicBezTo>
                <a:cubicBezTo>
                  <a:pt x="89815" y="11685"/>
                  <a:pt x="95612" y="9562"/>
                  <a:pt x="101217" y="7507"/>
                </a:cubicBezTo>
                <a:cubicBezTo>
                  <a:pt x="104315" y="6374"/>
                  <a:pt x="107517" y="5200"/>
                  <a:pt x="110679" y="4091"/>
                </a:cubicBezTo>
                <a:cubicBezTo>
                  <a:pt x="114143" y="2876"/>
                  <a:pt x="117874" y="1648"/>
                  <a:pt x="121675" y="895"/>
                </a:cubicBezTo>
                <a:cubicBezTo>
                  <a:pt x="122896" y="652"/>
                  <a:pt x="124279" y="404"/>
                  <a:pt x="125667" y="404"/>
                </a:cubicBezTo>
                <a:close/>
                <a:moveTo>
                  <a:pt x="125672" y="1"/>
                </a:moveTo>
                <a:cubicBezTo>
                  <a:pt x="124248" y="1"/>
                  <a:pt x="122839" y="252"/>
                  <a:pt x="121598" y="497"/>
                </a:cubicBezTo>
                <a:cubicBezTo>
                  <a:pt x="117773" y="1256"/>
                  <a:pt x="114025" y="2491"/>
                  <a:pt x="110546" y="3711"/>
                </a:cubicBezTo>
                <a:cubicBezTo>
                  <a:pt x="107384" y="4820"/>
                  <a:pt x="104179" y="5993"/>
                  <a:pt x="101080" y="7129"/>
                </a:cubicBezTo>
                <a:cubicBezTo>
                  <a:pt x="95477" y="9180"/>
                  <a:pt x="89685" y="11305"/>
                  <a:pt x="83929" y="13120"/>
                </a:cubicBezTo>
                <a:cubicBezTo>
                  <a:pt x="70328" y="17407"/>
                  <a:pt x="59084" y="19512"/>
                  <a:pt x="48540" y="19742"/>
                </a:cubicBezTo>
                <a:cubicBezTo>
                  <a:pt x="47811" y="19758"/>
                  <a:pt x="47089" y="19766"/>
                  <a:pt x="46374" y="19766"/>
                </a:cubicBezTo>
                <a:cubicBezTo>
                  <a:pt x="35268" y="19766"/>
                  <a:pt x="25827" y="17865"/>
                  <a:pt x="17567" y="13971"/>
                </a:cubicBezTo>
                <a:cubicBezTo>
                  <a:pt x="15057" y="12788"/>
                  <a:pt x="12628" y="11391"/>
                  <a:pt x="10355" y="10062"/>
                </a:cubicBezTo>
                <a:cubicBezTo>
                  <a:pt x="8426" y="8935"/>
                  <a:pt x="6404" y="7993"/>
                  <a:pt x="4448" y="7084"/>
                </a:cubicBezTo>
                <a:cubicBezTo>
                  <a:pt x="3762" y="6767"/>
                  <a:pt x="3076" y="6447"/>
                  <a:pt x="2395" y="6120"/>
                </a:cubicBezTo>
                <a:cubicBezTo>
                  <a:pt x="1626" y="5754"/>
                  <a:pt x="940" y="5411"/>
                  <a:pt x="294" y="5075"/>
                </a:cubicBezTo>
                <a:lnTo>
                  <a:pt x="0" y="4921"/>
                </a:lnTo>
                <a:lnTo>
                  <a:pt x="0" y="11545"/>
                </a:lnTo>
                <a:lnTo>
                  <a:pt x="126" y="11595"/>
                </a:lnTo>
                <a:cubicBezTo>
                  <a:pt x="2833" y="12684"/>
                  <a:pt x="5574" y="13848"/>
                  <a:pt x="8224" y="14973"/>
                </a:cubicBezTo>
                <a:cubicBezTo>
                  <a:pt x="10170" y="15801"/>
                  <a:pt x="12184" y="16656"/>
                  <a:pt x="14167" y="17473"/>
                </a:cubicBezTo>
                <a:cubicBezTo>
                  <a:pt x="14591" y="17649"/>
                  <a:pt x="15016" y="17828"/>
                  <a:pt x="15441" y="18003"/>
                </a:cubicBezTo>
                <a:cubicBezTo>
                  <a:pt x="17363" y="18808"/>
                  <a:pt x="19349" y="19638"/>
                  <a:pt x="21344" y="20238"/>
                </a:cubicBezTo>
                <a:cubicBezTo>
                  <a:pt x="23523" y="20895"/>
                  <a:pt x="25922" y="21274"/>
                  <a:pt x="28892" y="21431"/>
                </a:cubicBezTo>
                <a:lnTo>
                  <a:pt x="29910" y="21485"/>
                </a:lnTo>
                <a:cubicBezTo>
                  <a:pt x="34272" y="21714"/>
                  <a:pt x="38783" y="21950"/>
                  <a:pt x="43209" y="22746"/>
                </a:cubicBezTo>
                <a:cubicBezTo>
                  <a:pt x="44912" y="23053"/>
                  <a:pt x="46641" y="23406"/>
                  <a:pt x="48313" y="23744"/>
                </a:cubicBezTo>
                <a:cubicBezTo>
                  <a:pt x="51505" y="24393"/>
                  <a:pt x="54806" y="25065"/>
                  <a:pt x="58085" y="25456"/>
                </a:cubicBezTo>
                <a:cubicBezTo>
                  <a:pt x="59905" y="25673"/>
                  <a:pt x="61677" y="25782"/>
                  <a:pt x="63414" y="25782"/>
                </a:cubicBezTo>
                <a:cubicBezTo>
                  <a:pt x="66866" y="25782"/>
                  <a:pt x="70177" y="25352"/>
                  <a:pt x="73425" y="24486"/>
                </a:cubicBezTo>
                <a:cubicBezTo>
                  <a:pt x="80253" y="22666"/>
                  <a:pt x="86826" y="19379"/>
                  <a:pt x="93183" y="16202"/>
                </a:cubicBezTo>
                <a:cubicBezTo>
                  <a:pt x="95603" y="14991"/>
                  <a:pt x="98105" y="13741"/>
                  <a:pt x="100582" y="12591"/>
                </a:cubicBezTo>
                <a:cubicBezTo>
                  <a:pt x="103097" y="11422"/>
                  <a:pt x="105333" y="10479"/>
                  <a:pt x="107419" y="9706"/>
                </a:cubicBezTo>
                <a:cubicBezTo>
                  <a:pt x="109198" y="9046"/>
                  <a:pt x="111031" y="8532"/>
                  <a:pt x="112803" y="8033"/>
                </a:cubicBezTo>
                <a:cubicBezTo>
                  <a:pt x="113399" y="7867"/>
                  <a:pt x="113993" y="7699"/>
                  <a:pt x="114588" y="7526"/>
                </a:cubicBezTo>
                <a:cubicBezTo>
                  <a:pt x="118376" y="6424"/>
                  <a:pt x="122102" y="4784"/>
                  <a:pt x="125704" y="3199"/>
                </a:cubicBezTo>
                <a:cubicBezTo>
                  <a:pt x="126826" y="2705"/>
                  <a:pt x="127947" y="2212"/>
                  <a:pt x="129073" y="1733"/>
                </a:cubicBezTo>
                <a:lnTo>
                  <a:pt x="129242" y="1662"/>
                </a:lnTo>
                <a:lnTo>
                  <a:pt x="129185" y="1488"/>
                </a:lnTo>
                <a:cubicBezTo>
                  <a:pt x="128775" y="216"/>
                  <a:pt x="127216" y="89"/>
                  <a:pt x="126549" y="34"/>
                </a:cubicBezTo>
                <a:cubicBezTo>
                  <a:pt x="126257" y="11"/>
                  <a:pt x="125964" y="1"/>
                  <a:pt x="1256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7"/>
          <p:cNvSpPr/>
          <p:nvPr/>
        </p:nvSpPr>
        <p:spPr>
          <a:xfrm flipH="1">
            <a:off x="-186021" y="3773081"/>
            <a:ext cx="9378021" cy="2233737"/>
          </a:xfrm>
          <a:custGeom>
            <a:rect b="b" l="l" r="r" t="t"/>
            <a:pathLst>
              <a:path extrusionOk="0" h="55819" w="234348">
                <a:moveTo>
                  <a:pt x="144981" y="403"/>
                </a:moveTo>
                <a:cubicBezTo>
                  <a:pt x="150962" y="403"/>
                  <a:pt x="156924" y="882"/>
                  <a:pt x="162787" y="1836"/>
                </a:cubicBezTo>
                <a:cubicBezTo>
                  <a:pt x="170740" y="3127"/>
                  <a:pt x="179016" y="5583"/>
                  <a:pt x="189615" y="9797"/>
                </a:cubicBezTo>
                <a:cubicBezTo>
                  <a:pt x="198427" y="13299"/>
                  <a:pt x="207411" y="17431"/>
                  <a:pt x="216323" y="22082"/>
                </a:cubicBezTo>
                <a:lnTo>
                  <a:pt x="218254" y="23088"/>
                </a:lnTo>
                <a:cubicBezTo>
                  <a:pt x="223483" y="25804"/>
                  <a:pt x="228885" y="28612"/>
                  <a:pt x="233942" y="32005"/>
                </a:cubicBezTo>
                <a:lnTo>
                  <a:pt x="233942" y="40242"/>
                </a:lnTo>
                <a:cubicBezTo>
                  <a:pt x="230357" y="38005"/>
                  <a:pt x="227378" y="36353"/>
                  <a:pt x="224590" y="35054"/>
                </a:cubicBezTo>
                <a:cubicBezTo>
                  <a:pt x="215470" y="30808"/>
                  <a:pt x="205746" y="28155"/>
                  <a:pt x="196343" y="25590"/>
                </a:cubicBezTo>
                <a:cubicBezTo>
                  <a:pt x="195383" y="25330"/>
                  <a:pt x="194423" y="25067"/>
                  <a:pt x="193466" y="24804"/>
                </a:cubicBezTo>
                <a:cubicBezTo>
                  <a:pt x="172307" y="18995"/>
                  <a:pt x="155262" y="16255"/>
                  <a:pt x="139723" y="16255"/>
                </a:cubicBezTo>
                <a:cubicBezTo>
                  <a:pt x="136241" y="16255"/>
                  <a:pt x="132834" y="16392"/>
                  <a:pt x="129473" y="16664"/>
                </a:cubicBezTo>
                <a:cubicBezTo>
                  <a:pt x="117659" y="17617"/>
                  <a:pt x="108992" y="19950"/>
                  <a:pt x="101363" y="24225"/>
                </a:cubicBezTo>
                <a:cubicBezTo>
                  <a:pt x="95848" y="27316"/>
                  <a:pt x="90586" y="31262"/>
                  <a:pt x="85495" y="35080"/>
                </a:cubicBezTo>
                <a:cubicBezTo>
                  <a:pt x="82539" y="37296"/>
                  <a:pt x="79484" y="39588"/>
                  <a:pt x="76413" y="41684"/>
                </a:cubicBezTo>
                <a:cubicBezTo>
                  <a:pt x="71394" y="45113"/>
                  <a:pt x="67146" y="47471"/>
                  <a:pt x="63039" y="49108"/>
                </a:cubicBezTo>
                <a:cubicBezTo>
                  <a:pt x="58787" y="50804"/>
                  <a:pt x="54022" y="52109"/>
                  <a:pt x="48045" y="53216"/>
                </a:cubicBezTo>
                <a:cubicBezTo>
                  <a:pt x="40031" y="54703"/>
                  <a:pt x="31384" y="55416"/>
                  <a:pt x="21189" y="55416"/>
                </a:cubicBezTo>
                <a:cubicBezTo>
                  <a:pt x="19290" y="55416"/>
                  <a:pt x="17337" y="55391"/>
                  <a:pt x="15325" y="55342"/>
                </a:cubicBezTo>
                <a:cubicBezTo>
                  <a:pt x="9761" y="55207"/>
                  <a:pt x="4879" y="54966"/>
                  <a:pt x="402" y="54612"/>
                </a:cubicBezTo>
                <a:lnTo>
                  <a:pt x="407" y="54612"/>
                </a:lnTo>
                <a:lnTo>
                  <a:pt x="407" y="49284"/>
                </a:lnTo>
                <a:cubicBezTo>
                  <a:pt x="817" y="49421"/>
                  <a:pt x="1230" y="49561"/>
                  <a:pt x="1643" y="49700"/>
                </a:cubicBezTo>
                <a:cubicBezTo>
                  <a:pt x="4359" y="50619"/>
                  <a:pt x="7168" y="51566"/>
                  <a:pt x="9980" y="52235"/>
                </a:cubicBezTo>
                <a:cubicBezTo>
                  <a:pt x="12206" y="52763"/>
                  <a:pt x="14788" y="53377"/>
                  <a:pt x="17344" y="53377"/>
                </a:cubicBezTo>
                <a:cubicBezTo>
                  <a:pt x="18683" y="53377"/>
                  <a:pt x="20014" y="53208"/>
                  <a:pt x="21283" y="52772"/>
                </a:cubicBezTo>
                <a:cubicBezTo>
                  <a:pt x="22931" y="52205"/>
                  <a:pt x="23878" y="51164"/>
                  <a:pt x="24025" y="49761"/>
                </a:cubicBezTo>
                <a:cubicBezTo>
                  <a:pt x="24231" y="47784"/>
                  <a:pt x="23055" y="45926"/>
                  <a:pt x="21802" y="44960"/>
                </a:cubicBezTo>
                <a:cubicBezTo>
                  <a:pt x="20124" y="43670"/>
                  <a:pt x="18067" y="43236"/>
                  <a:pt x="16094" y="42961"/>
                </a:cubicBezTo>
                <a:cubicBezTo>
                  <a:pt x="13968" y="42663"/>
                  <a:pt x="11797" y="42629"/>
                  <a:pt x="9701" y="42596"/>
                </a:cubicBezTo>
                <a:lnTo>
                  <a:pt x="9254" y="42589"/>
                </a:lnTo>
                <a:cubicBezTo>
                  <a:pt x="6994" y="42550"/>
                  <a:pt x="4310" y="42346"/>
                  <a:pt x="1553" y="41105"/>
                </a:cubicBezTo>
                <a:cubicBezTo>
                  <a:pt x="1170" y="40933"/>
                  <a:pt x="784" y="40741"/>
                  <a:pt x="402" y="40534"/>
                </a:cubicBezTo>
                <a:lnTo>
                  <a:pt x="402" y="31531"/>
                </a:lnTo>
                <a:cubicBezTo>
                  <a:pt x="6844" y="32915"/>
                  <a:pt x="13326" y="34726"/>
                  <a:pt x="19599" y="36477"/>
                </a:cubicBezTo>
                <a:cubicBezTo>
                  <a:pt x="22674" y="37335"/>
                  <a:pt x="25850" y="38224"/>
                  <a:pt x="28985" y="39049"/>
                </a:cubicBezTo>
                <a:cubicBezTo>
                  <a:pt x="36397" y="41005"/>
                  <a:pt x="46195" y="43249"/>
                  <a:pt x="56268" y="43249"/>
                </a:cubicBezTo>
                <a:lnTo>
                  <a:pt x="56298" y="43249"/>
                </a:lnTo>
                <a:cubicBezTo>
                  <a:pt x="60549" y="43247"/>
                  <a:pt x="65413" y="43043"/>
                  <a:pt x="69372" y="40633"/>
                </a:cubicBezTo>
                <a:cubicBezTo>
                  <a:pt x="71055" y="39609"/>
                  <a:pt x="72214" y="38269"/>
                  <a:pt x="72821" y="36652"/>
                </a:cubicBezTo>
                <a:cubicBezTo>
                  <a:pt x="73454" y="34967"/>
                  <a:pt x="73654" y="32595"/>
                  <a:pt x="72675" y="31095"/>
                </a:cubicBezTo>
                <a:cubicBezTo>
                  <a:pt x="71475" y="29255"/>
                  <a:pt x="69235" y="29002"/>
                  <a:pt x="67193" y="29002"/>
                </a:cubicBezTo>
                <a:lnTo>
                  <a:pt x="67163" y="29002"/>
                </a:lnTo>
                <a:cubicBezTo>
                  <a:pt x="64338" y="29005"/>
                  <a:pt x="61485" y="29632"/>
                  <a:pt x="59033" y="30219"/>
                </a:cubicBezTo>
                <a:cubicBezTo>
                  <a:pt x="58197" y="30419"/>
                  <a:pt x="57351" y="30648"/>
                  <a:pt x="56532" y="30868"/>
                </a:cubicBezTo>
                <a:cubicBezTo>
                  <a:pt x="55224" y="31222"/>
                  <a:pt x="53869" y="31587"/>
                  <a:pt x="52529" y="31845"/>
                </a:cubicBezTo>
                <a:cubicBezTo>
                  <a:pt x="48490" y="32626"/>
                  <a:pt x="44235" y="33024"/>
                  <a:pt x="39894" y="33024"/>
                </a:cubicBezTo>
                <a:cubicBezTo>
                  <a:pt x="39863" y="33024"/>
                  <a:pt x="39832" y="33024"/>
                  <a:pt x="39801" y="33024"/>
                </a:cubicBezTo>
                <a:cubicBezTo>
                  <a:pt x="26833" y="33011"/>
                  <a:pt x="13576" y="29869"/>
                  <a:pt x="402" y="23687"/>
                </a:cubicBezTo>
                <a:lnTo>
                  <a:pt x="402" y="6011"/>
                </a:lnTo>
                <a:cubicBezTo>
                  <a:pt x="1635" y="6344"/>
                  <a:pt x="2827" y="6712"/>
                  <a:pt x="3952" y="7104"/>
                </a:cubicBezTo>
                <a:cubicBezTo>
                  <a:pt x="7474" y="8330"/>
                  <a:pt x="10930" y="10023"/>
                  <a:pt x="14269" y="11659"/>
                </a:cubicBezTo>
                <a:cubicBezTo>
                  <a:pt x="15159" y="12095"/>
                  <a:pt x="16051" y="12530"/>
                  <a:pt x="16944" y="12959"/>
                </a:cubicBezTo>
                <a:cubicBezTo>
                  <a:pt x="21849" y="15315"/>
                  <a:pt x="26184" y="17153"/>
                  <a:pt x="30193" y="18579"/>
                </a:cubicBezTo>
                <a:cubicBezTo>
                  <a:pt x="37329" y="21116"/>
                  <a:pt x="44835" y="22386"/>
                  <a:pt x="52799" y="22386"/>
                </a:cubicBezTo>
                <a:cubicBezTo>
                  <a:pt x="62775" y="22386"/>
                  <a:pt x="73472" y="20393"/>
                  <a:pt x="85065" y="16400"/>
                </a:cubicBezTo>
                <a:cubicBezTo>
                  <a:pt x="89374" y="14915"/>
                  <a:pt x="93852" y="13162"/>
                  <a:pt x="98753" y="11037"/>
                </a:cubicBezTo>
                <a:cubicBezTo>
                  <a:pt x="99763" y="10600"/>
                  <a:pt x="100773" y="10151"/>
                  <a:pt x="101781" y="9706"/>
                </a:cubicBezTo>
                <a:cubicBezTo>
                  <a:pt x="104805" y="8364"/>
                  <a:pt x="107933" y="6975"/>
                  <a:pt x="111082" y="5882"/>
                </a:cubicBezTo>
                <a:cubicBezTo>
                  <a:pt x="119135" y="3086"/>
                  <a:pt x="127851" y="1338"/>
                  <a:pt x="136984" y="688"/>
                </a:cubicBezTo>
                <a:cubicBezTo>
                  <a:pt x="139649" y="498"/>
                  <a:pt x="142317" y="403"/>
                  <a:pt x="144981" y="403"/>
                </a:cubicBezTo>
                <a:close/>
                <a:moveTo>
                  <a:pt x="144959" y="1"/>
                </a:moveTo>
                <a:cubicBezTo>
                  <a:pt x="142293" y="1"/>
                  <a:pt x="139623" y="96"/>
                  <a:pt x="136956" y="285"/>
                </a:cubicBezTo>
                <a:cubicBezTo>
                  <a:pt x="127785" y="938"/>
                  <a:pt x="119037" y="2693"/>
                  <a:pt x="110949" y="5501"/>
                </a:cubicBezTo>
                <a:cubicBezTo>
                  <a:pt x="107786" y="6599"/>
                  <a:pt x="104650" y="7991"/>
                  <a:pt x="101618" y="9337"/>
                </a:cubicBezTo>
                <a:cubicBezTo>
                  <a:pt x="100610" y="9784"/>
                  <a:pt x="99605" y="10230"/>
                  <a:pt x="98594" y="10669"/>
                </a:cubicBezTo>
                <a:cubicBezTo>
                  <a:pt x="93702" y="12788"/>
                  <a:pt x="89236" y="14538"/>
                  <a:pt x="84935" y="16020"/>
                </a:cubicBezTo>
                <a:cubicBezTo>
                  <a:pt x="73384" y="19997"/>
                  <a:pt x="62731" y="21983"/>
                  <a:pt x="52798" y="21983"/>
                </a:cubicBezTo>
                <a:cubicBezTo>
                  <a:pt x="44880" y="21983"/>
                  <a:pt x="37420" y="20721"/>
                  <a:pt x="30329" y="18200"/>
                </a:cubicBezTo>
                <a:cubicBezTo>
                  <a:pt x="26334" y="16780"/>
                  <a:pt x="22012" y="14948"/>
                  <a:pt x="17118" y="12599"/>
                </a:cubicBezTo>
                <a:cubicBezTo>
                  <a:pt x="16225" y="12172"/>
                  <a:pt x="15335" y="11736"/>
                  <a:pt x="14448" y="11300"/>
                </a:cubicBezTo>
                <a:cubicBezTo>
                  <a:pt x="11097" y="9658"/>
                  <a:pt x="7631" y="7961"/>
                  <a:pt x="4086" y="6726"/>
                </a:cubicBezTo>
                <a:cubicBezTo>
                  <a:pt x="2874" y="6305"/>
                  <a:pt x="1587" y="5911"/>
                  <a:pt x="257" y="5556"/>
                </a:cubicBezTo>
                <a:lnTo>
                  <a:pt x="2" y="5489"/>
                </a:lnTo>
                <a:lnTo>
                  <a:pt x="2" y="23947"/>
                </a:lnTo>
                <a:lnTo>
                  <a:pt x="118" y="24001"/>
                </a:lnTo>
                <a:cubicBezTo>
                  <a:pt x="13383" y="30245"/>
                  <a:pt x="26736" y="33418"/>
                  <a:pt x="39802" y="33430"/>
                </a:cubicBezTo>
                <a:cubicBezTo>
                  <a:pt x="39862" y="33430"/>
                  <a:pt x="39922" y="33430"/>
                  <a:pt x="39983" y="33430"/>
                </a:cubicBezTo>
                <a:cubicBezTo>
                  <a:pt x="44319" y="33430"/>
                  <a:pt x="48571" y="33023"/>
                  <a:pt x="52607" y="32244"/>
                </a:cubicBezTo>
                <a:cubicBezTo>
                  <a:pt x="53961" y="31982"/>
                  <a:pt x="55324" y="31615"/>
                  <a:pt x="56640" y="31261"/>
                </a:cubicBezTo>
                <a:cubicBezTo>
                  <a:pt x="57454" y="31041"/>
                  <a:pt x="58297" y="30815"/>
                  <a:pt x="59127" y="30616"/>
                </a:cubicBezTo>
                <a:cubicBezTo>
                  <a:pt x="61559" y="30033"/>
                  <a:pt x="64382" y="29412"/>
                  <a:pt x="67164" y="29409"/>
                </a:cubicBezTo>
                <a:cubicBezTo>
                  <a:pt x="67187" y="29409"/>
                  <a:pt x="67210" y="29409"/>
                  <a:pt x="67233" y="29409"/>
                </a:cubicBezTo>
                <a:cubicBezTo>
                  <a:pt x="69147" y="29409"/>
                  <a:pt x="71252" y="29651"/>
                  <a:pt x="72340" y="31318"/>
                </a:cubicBezTo>
                <a:cubicBezTo>
                  <a:pt x="73241" y="32701"/>
                  <a:pt x="73043" y="34924"/>
                  <a:pt x="72447" y="36513"/>
                </a:cubicBezTo>
                <a:cubicBezTo>
                  <a:pt x="71871" y="38046"/>
                  <a:pt x="70768" y="39317"/>
                  <a:pt x="69163" y="40292"/>
                </a:cubicBezTo>
                <a:cubicBezTo>
                  <a:pt x="65293" y="42649"/>
                  <a:pt x="60492" y="42849"/>
                  <a:pt x="56298" y="42850"/>
                </a:cubicBezTo>
                <a:lnTo>
                  <a:pt x="56268" y="42850"/>
                </a:lnTo>
                <a:cubicBezTo>
                  <a:pt x="46241" y="42850"/>
                  <a:pt x="36475" y="40614"/>
                  <a:pt x="29086" y="38666"/>
                </a:cubicBezTo>
                <a:cubicBezTo>
                  <a:pt x="25956" y="37839"/>
                  <a:pt x="22778" y="36952"/>
                  <a:pt x="19706" y="36095"/>
                </a:cubicBezTo>
                <a:cubicBezTo>
                  <a:pt x="13350" y="34319"/>
                  <a:pt x="6776" y="32482"/>
                  <a:pt x="244" y="31089"/>
                </a:cubicBezTo>
                <a:lnTo>
                  <a:pt x="1" y="31038"/>
                </a:lnTo>
                <a:lnTo>
                  <a:pt x="1" y="40777"/>
                </a:lnTo>
                <a:lnTo>
                  <a:pt x="105" y="40834"/>
                </a:lnTo>
                <a:cubicBezTo>
                  <a:pt x="528" y="41068"/>
                  <a:pt x="960" y="41284"/>
                  <a:pt x="1387" y="41477"/>
                </a:cubicBezTo>
                <a:cubicBezTo>
                  <a:pt x="4210" y="42747"/>
                  <a:pt x="6945" y="42957"/>
                  <a:pt x="9247" y="42996"/>
                </a:cubicBezTo>
                <a:lnTo>
                  <a:pt x="9694" y="43003"/>
                </a:lnTo>
                <a:cubicBezTo>
                  <a:pt x="11777" y="43036"/>
                  <a:pt x="13933" y="43072"/>
                  <a:pt x="16035" y="43364"/>
                </a:cubicBezTo>
                <a:cubicBezTo>
                  <a:pt x="17956" y="43633"/>
                  <a:pt x="19953" y="44050"/>
                  <a:pt x="21555" y="45283"/>
                </a:cubicBezTo>
                <a:cubicBezTo>
                  <a:pt x="22721" y="46179"/>
                  <a:pt x="23812" y="47901"/>
                  <a:pt x="23624" y="49723"/>
                </a:cubicBezTo>
                <a:cubicBezTo>
                  <a:pt x="23492" y="50977"/>
                  <a:pt x="22661" y="51876"/>
                  <a:pt x="21149" y="52395"/>
                </a:cubicBezTo>
                <a:cubicBezTo>
                  <a:pt x="19929" y="52815"/>
                  <a:pt x="18642" y="52977"/>
                  <a:pt x="17343" y="52977"/>
                </a:cubicBezTo>
                <a:cubicBezTo>
                  <a:pt x="14829" y="52977"/>
                  <a:pt x="12272" y="52369"/>
                  <a:pt x="10068" y="51847"/>
                </a:cubicBezTo>
                <a:cubicBezTo>
                  <a:pt x="7275" y="51184"/>
                  <a:pt x="4475" y="50237"/>
                  <a:pt x="1767" y="49323"/>
                </a:cubicBezTo>
                <a:cubicBezTo>
                  <a:pt x="1267" y="49155"/>
                  <a:pt x="767" y="48985"/>
                  <a:pt x="265" y="48818"/>
                </a:cubicBezTo>
                <a:lnTo>
                  <a:pt x="1" y="48728"/>
                </a:lnTo>
                <a:lnTo>
                  <a:pt x="1" y="54985"/>
                </a:lnTo>
                <a:lnTo>
                  <a:pt x="187" y="54999"/>
                </a:lnTo>
                <a:cubicBezTo>
                  <a:pt x="4720" y="55364"/>
                  <a:pt x="9668" y="55608"/>
                  <a:pt x="15316" y="55745"/>
                </a:cubicBezTo>
                <a:cubicBezTo>
                  <a:pt x="17327" y="55794"/>
                  <a:pt x="19280" y="55818"/>
                  <a:pt x="21180" y="55818"/>
                </a:cubicBezTo>
                <a:cubicBezTo>
                  <a:pt x="31405" y="55818"/>
                  <a:pt x="40078" y="55104"/>
                  <a:pt x="48122" y="53615"/>
                </a:cubicBezTo>
                <a:cubicBezTo>
                  <a:pt x="54125" y="52502"/>
                  <a:pt x="58913" y="51189"/>
                  <a:pt x="63191" y="49484"/>
                </a:cubicBezTo>
                <a:cubicBezTo>
                  <a:pt x="67326" y="47835"/>
                  <a:pt x="71599" y="45463"/>
                  <a:pt x="76643" y="42018"/>
                </a:cubicBezTo>
                <a:cubicBezTo>
                  <a:pt x="79721" y="39917"/>
                  <a:pt x="82780" y="37621"/>
                  <a:pt x="85739" y="35403"/>
                </a:cubicBezTo>
                <a:cubicBezTo>
                  <a:pt x="90819" y="31594"/>
                  <a:pt x="96072" y="27654"/>
                  <a:pt x="101563" y="24578"/>
                </a:cubicBezTo>
                <a:cubicBezTo>
                  <a:pt x="109139" y="20330"/>
                  <a:pt x="117758" y="18014"/>
                  <a:pt x="129508" y="17065"/>
                </a:cubicBezTo>
                <a:cubicBezTo>
                  <a:pt x="132858" y="16795"/>
                  <a:pt x="136254" y="16658"/>
                  <a:pt x="139725" y="16658"/>
                </a:cubicBezTo>
                <a:cubicBezTo>
                  <a:pt x="155229" y="16658"/>
                  <a:pt x="172239" y="19393"/>
                  <a:pt x="193363" y="25194"/>
                </a:cubicBezTo>
                <a:cubicBezTo>
                  <a:pt x="194320" y="25456"/>
                  <a:pt x="195279" y="25717"/>
                  <a:pt x="196240" y="25980"/>
                </a:cubicBezTo>
                <a:cubicBezTo>
                  <a:pt x="205628" y="28540"/>
                  <a:pt x="215334" y="31188"/>
                  <a:pt x="224421" y="35420"/>
                </a:cubicBezTo>
                <a:cubicBezTo>
                  <a:pt x="227275" y="36749"/>
                  <a:pt x="230329" y="38452"/>
                  <a:pt x="234037" y="40778"/>
                </a:cubicBezTo>
                <a:lnTo>
                  <a:pt x="234347" y="40971"/>
                </a:lnTo>
                <a:lnTo>
                  <a:pt x="234347" y="31794"/>
                </a:lnTo>
                <a:lnTo>
                  <a:pt x="234257" y="31734"/>
                </a:lnTo>
                <a:cubicBezTo>
                  <a:pt x="229156" y="28302"/>
                  <a:pt x="223710" y="25471"/>
                  <a:pt x="218442" y="22732"/>
                </a:cubicBezTo>
                <a:lnTo>
                  <a:pt x="216510" y="21728"/>
                </a:lnTo>
                <a:cubicBezTo>
                  <a:pt x="207587" y="17070"/>
                  <a:pt x="198587" y="12930"/>
                  <a:pt x="189764" y="9423"/>
                </a:cubicBezTo>
                <a:cubicBezTo>
                  <a:pt x="179135" y="5199"/>
                  <a:pt x="170836" y="2739"/>
                  <a:pt x="162852" y="1440"/>
                </a:cubicBezTo>
                <a:cubicBezTo>
                  <a:pt x="156959" y="482"/>
                  <a:pt x="150969" y="1"/>
                  <a:pt x="1449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7"/>
          <p:cNvSpPr/>
          <p:nvPr/>
        </p:nvSpPr>
        <p:spPr>
          <a:xfrm flipH="1">
            <a:off x="-185914" y="4687574"/>
            <a:ext cx="4977457" cy="2219891"/>
          </a:xfrm>
          <a:custGeom>
            <a:rect b="b" l="l" r="r" t="t"/>
            <a:pathLst>
              <a:path extrusionOk="0" h="55473" w="124382">
                <a:moveTo>
                  <a:pt x="25918" y="402"/>
                </a:moveTo>
                <a:cubicBezTo>
                  <a:pt x="36041" y="402"/>
                  <a:pt x="47026" y="1991"/>
                  <a:pt x="60462" y="5393"/>
                </a:cubicBezTo>
                <a:cubicBezTo>
                  <a:pt x="70856" y="8024"/>
                  <a:pt x="81175" y="11807"/>
                  <a:pt x="91155" y="15464"/>
                </a:cubicBezTo>
                <a:cubicBezTo>
                  <a:pt x="92391" y="15917"/>
                  <a:pt x="93627" y="16369"/>
                  <a:pt x="94863" y="16822"/>
                </a:cubicBezTo>
                <a:lnTo>
                  <a:pt x="95647" y="17108"/>
                </a:lnTo>
                <a:cubicBezTo>
                  <a:pt x="105319" y="20631"/>
                  <a:pt x="115319" y="24277"/>
                  <a:pt x="123981" y="30890"/>
                </a:cubicBezTo>
                <a:lnTo>
                  <a:pt x="123981" y="53695"/>
                </a:lnTo>
                <a:cubicBezTo>
                  <a:pt x="123931" y="53594"/>
                  <a:pt x="123881" y="53490"/>
                  <a:pt x="123831" y="53388"/>
                </a:cubicBezTo>
                <a:cubicBezTo>
                  <a:pt x="121216" y="48116"/>
                  <a:pt x="118223" y="43645"/>
                  <a:pt x="114937" y="40100"/>
                </a:cubicBezTo>
                <a:cubicBezTo>
                  <a:pt x="110571" y="35392"/>
                  <a:pt x="105339" y="32142"/>
                  <a:pt x="101268" y="29834"/>
                </a:cubicBezTo>
                <a:cubicBezTo>
                  <a:pt x="91058" y="24049"/>
                  <a:pt x="80265" y="20787"/>
                  <a:pt x="69187" y="20137"/>
                </a:cubicBezTo>
                <a:cubicBezTo>
                  <a:pt x="67907" y="20061"/>
                  <a:pt x="66618" y="20024"/>
                  <a:pt x="65319" y="20024"/>
                </a:cubicBezTo>
                <a:cubicBezTo>
                  <a:pt x="61141" y="20024"/>
                  <a:pt x="56870" y="20411"/>
                  <a:pt x="52577" y="21181"/>
                </a:cubicBezTo>
                <a:cubicBezTo>
                  <a:pt x="48332" y="21940"/>
                  <a:pt x="44099" y="23239"/>
                  <a:pt x="40004" y="24495"/>
                </a:cubicBezTo>
                <a:cubicBezTo>
                  <a:pt x="38744" y="24880"/>
                  <a:pt x="37484" y="25268"/>
                  <a:pt x="36221" y="25639"/>
                </a:cubicBezTo>
                <a:cubicBezTo>
                  <a:pt x="30814" y="27232"/>
                  <a:pt x="25249" y="28662"/>
                  <a:pt x="19858" y="28662"/>
                </a:cubicBezTo>
                <a:cubicBezTo>
                  <a:pt x="15618" y="28662"/>
                  <a:pt x="11486" y="27778"/>
                  <a:pt x="7624" y="25392"/>
                </a:cubicBezTo>
                <a:cubicBezTo>
                  <a:pt x="1653" y="21703"/>
                  <a:pt x="639" y="17073"/>
                  <a:pt x="567" y="14640"/>
                </a:cubicBezTo>
                <a:cubicBezTo>
                  <a:pt x="413" y="9480"/>
                  <a:pt x="3668" y="6464"/>
                  <a:pt x="5623" y="5124"/>
                </a:cubicBezTo>
                <a:cubicBezTo>
                  <a:pt x="9015" y="2801"/>
                  <a:pt x="12910" y="1856"/>
                  <a:pt x="15924" y="1292"/>
                </a:cubicBezTo>
                <a:cubicBezTo>
                  <a:pt x="19039" y="709"/>
                  <a:pt x="22328" y="409"/>
                  <a:pt x="25700" y="402"/>
                </a:cubicBezTo>
                <a:close/>
                <a:moveTo>
                  <a:pt x="25696" y="0"/>
                </a:moveTo>
                <a:cubicBezTo>
                  <a:pt x="22298" y="9"/>
                  <a:pt x="18984" y="309"/>
                  <a:pt x="15846" y="896"/>
                </a:cubicBezTo>
                <a:cubicBezTo>
                  <a:pt x="12791" y="1468"/>
                  <a:pt x="8843" y="2428"/>
                  <a:pt x="5390" y="4792"/>
                </a:cubicBezTo>
                <a:cubicBezTo>
                  <a:pt x="3368" y="6176"/>
                  <a:pt x="0" y="9300"/>
                  <a:pt x="160" y="14653"/>
                </a:cubicBezTo>
                <a:cubicBezTo>
                  <a:pt x="236" y="17166"/>
                  <a:pt x="1277" y="21947"/>
                  <a:pt x="7409" y="25735"/>
                </a:cubicBezTo>
                <a:cubicBezTo>
                  <a:pt x="11344" y="28167"/>
                  <a:pt x="15543" y="29067"/>
                  <a:pt x="19845" y="29067"/>
                </a:cubicBezTo>
                <a:cubicBezTo>
                  <a:pt x="25284" y="29067"/>
                  <a:pt x="30887" y="27628"/>
                  <a:pt x="36329" y="26025"/>
                </a:cubicBezTo>
                <a:cubicBezTo>
                  <a:pt x="37594" y="25653"/>
                  <a:pt x="38857" y="25265"/>
                  <a:pt x="40120" y="24877"/>
                </a:cubicBezTo>
                <a:cubicBezTo>
                  <a:pt x="44202" y="23626"/>
                  <a:pt x="48423" y="22331"/>
                  <a:pt x="52645" y="21575"/>
                </a:cubicBezTo>
                <a:cubicBezTo>
                  <a:pt x="56919" y="20811"/>
                  <a:pt x="61167" y="20426"/>
                  <a:pt x="65320" y="20426"/>
                </a:cubicBezTo>
                <a:cubicBezTo>
                  <a:pt x="66611" y="20426"/>
                  <a:pt x="67892" y="20464"/>
                  <a:pt x="69163" y="20538"/>
                </a:cubicBezTo>
                <a:cubicBezTo>
                  <a:pt x="80177" y="21183"/>
                  <a:pt x="90911" y="24429"/>
                  <a:pt x="101068" y="30184"/>
                </a:cubicBezTo>
                <a:cubicBezTo>
                  <a:pt x="105113" y="32476"/>
                  <a:pt x="110313" y="35707"/>
                  <a:pt x="114641" y="40373"/>
                </a:cubicBezTo>
                <a:cubicBezTo>
                  <a:pt x="117901" y="43892"/>
                  <a:pt x="120872" y="48330"/>
                  <a:pt x="123468" y="53567"/>
                </a:cubicBezTo>
                <a:cubicBezTo>
                  <a:pt x="123595" y="53824"/>
                  <a:pt x="123718" y="54084"/>
                  <a:pt x="123842" y="54344"/>
                </a:cubicBezTo>
                <a:lnTo>
                  <a:pt x="124380" y="55470"/>
                </a:lnTo>
                <a:lnTo>
                  <a:pt x="124380" y="30691"/>
                </a:lnTo>
                <a:lnTo>
                  <a:pt x="124301" y="30630"/>
                </a:lnTo>
                <a:cubicBezTo>
                  <a:pt x="115571" y="23942"/>
                  <a:pt x="105512" y="20275"/>
                  <a:pt x="95782" y="16727"/>
                </a:cubicBezTo>
                <a:lnTo>
                  <a:pt x="94996" y="16442"/>
                </a:lnTo>
                <a:cubicBezTo>
                  <a:pt x="93760" y="15992"/>
                  <a:pt x="92525" y="15539"/>
                  <a:pt x="91289" y="15087"/>
                </a:cubicBezTo>
                <a:cubicBezTo>
                  <a:pt x="81300" y="11425"/>
                  <a:pt x="70971" y="7640"/>
                  <a:pt x="60557" y="5003"/>
                </a:cubicBezTo>
                <a:cubicBezTo>
                  <a:pt x="47087" y="1592"/>
                  <a:pt x="36071" y="0"/>
                  <a:pt x="25913" y="0"/>
                </a:cubicBezTo>
                <a:close/>
                <a:moveTo>
                  <a:pt x="124380" y="55470"/>
                </a:moveTo>
                <a:lnTo>
                  <a:pt x="124380" y="55473"/>
                </a:lnTo>
                <a:lnTo>
                  <a:pt x="124381" y="55473"/>
                </a:lnTo>
                <a:lnTo>
                  <a:pt x="124380" y="5547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7"/>
          <p:cNvSpPr/>
          <p:nvPr/>
        </p:nvSpPr>
        <p:spPr>
          <a:xfrm flipH="1">
            <a:off x="4718403" y="5469486"/>
            <a:ext cx="4473596" cy="1988630"/>
          </a:xfrm>
          <a:custGeom>
            <a:rect b="b" l="l" r="r" t="t"/>
            <a:pathLst>
              <a:path extrusionOk="0" h="49694" w="111791">
                <a:moveTo>
                  <a:pt x="97341" y="420"/>
                </a:moveTo>
                <a:cubicBezTo>
                  <a:pt x="98733" y="420"/>
                  <a:pt x="99979" y="773"/>
                  <a:pt x="101045" y="1273"/>
                </a:cubicBezTo>
                <a:cubicBezTo>
                  <a:pt x="104764" y="3021"/>
                  <a:pt x="109232" y="7243"/>
                  <a:pt x="110572" y="11931"/>
                </a:cubicBezTo>
                <a:cubicBezTo>
                  <a:pt x="111369" y="14719"/>
                  <a:pt x="110985" y="17351"/>
                  <a:pt x="109429" y="19750"/>
                </a:cubicBezTo>
                <a:cubicBezTo>
                  <a:pt x="107469" y="22776"/>
                  <a:pt x="104270" y="24339"/>
                  <a:pt x="101702" y="25361"/>
                </a:cubicBezTo>
                <a:cubicBezTo>
                  <a:pt x="98754" y="26534"/>
                  <a:pt x="95452" y="27464"/>
                  <a:pt x="91607" y="28204"/>
                </a:cubicBezTo>
                <a:cubicBezTo>
                  <a:pt x="89921" y="28528"/>
                  <a:pt x="88200" y="28811"/>
                  <a:pt x="86532" y="29084"/>
                </a:cubicBezTo>
                <a:cubicBezTo>
                  <a:pt x="79681" y="30207"/>
                  <a:pt x="72597" y="31372"/>
                  <a:pt x="66253" y="35734"/>
                </a:cubicBezTo>
                <a:cubicBezTo>
                  <a:pt x="61721" y="38849"/>
                  <a:pt x="57707" y="43535"/>
                  <a:pt x="54638" y="49289"/>
                </a:cubicBezTo>
                <a:lnTo>
                  <a:pt x="3363" y="49289"/>
                </a:lnTo>
                <a:cubicBezTo>
                  <a:pt x="1730" y="49289"/>
                  <a:pt x="402" y="47585"/>
                  <a:pt x="402" y="45488"/>
                </a:cubicBezTo>
                <a:lnTo>
                  <a:pt x="402" y="27817"/>
                </a:lnTo>
                <a:cubicBezTo>
                  <a:pt x="6956" y="29756"/>
                  <a:pt x="13549" y="31125"/>
                  <a:pt x="20006" y="31888"/>
                </a:cubicBezTo>
                <a:cubicBezTo>
                  <a:pt x="24832" y="32458"/>
                  <a:pt x="29867" y="32744"/>
                  <a:pt x="35067" y="32744"/>
                </a:cubicBezTo>
                <a:cubicBezTo>
                  <a:pt x="39433" y="32744"/>
                  <a:pt x="43915" y="32543"/>
                  <a:pt x="48490" y="32140"/>
                </a:cubicBezTo>
                <a:cubicBezTo>
                  <a:pt x="52725" y="31766"/>
                  <a:pt x="57090" y="31156"/>
                  <a:pt x="61838" y="30276"/>
                </a:cubicBezTo>
                <a:cubicBezTo>
                  <a:pt x="65200" y="29650"/>
                  <a:pt x="69115" y="28700"/>
                  <a:pt x="72658" y="26377"/>
                </a:cubicBezTo>
                <a:cubicBezTo>
                  <a:pt x="76773" y="23677"/>
                  <a:pt x="79509" y="18971"/>
                  <a:pt x="82157" y="14419"/>
                </a:cubicBezTo>
                <a:cubicBezTo>
                  <a:pt x="83207" y="12610"/>
                  <a:pt x="84295" y="10742"/>
                  <a:pt x="85446" y="9038"/>
                </a:cubicBezTo>
                <a:cubicBezTo>
                  <a:pt x="89943" y="2389"/>
                  <a:pt x="94052" y="420"/>
                  <a:pt x="97341" y="420"/>
                </a:cubicBezTo>
                <a:close/>
                <a:moveTo>
                  <a:pt x="97320" y="1"/>
                </a:moveTo>
                <a:cubicBezTo>
                  <a:pt x="92272" y="1"/>
                  <a:pt x="88015" y="4523"/>
                  <a:pt x="85113" y="8813"/>
                </a:cubicBezTo>
                <a:cubicBezTo>
                  <a:pt x="83953" y="10529"/>
                  <a:pt x="82863" y="12404"/>
                  <a:pt x="81808" y="14217"/>
                </a:cubicBezTo>
                <a:cubicBezTo>
                  <a:pt x="79187" y="18729"/>
                  <a:pt x="76473" y="23393"/>
                  <a:pt x="72437" y="26041"/>
                </a:cubicBezTo>
                <a:cubicBezTo>
                  <a:pt x="68955" y="28325"/>
                  <a:pt x="65088" y="29264"/>
                  <a:pt x="61763" y="29881"/>
                </a:cubicBezTo>
                <a:cubicBezTo>
                  <a:pt x="57027" y="30760"/>
                  <a:pt x="52675" y="31369"/>
                  <a:pt x="48454" y="31740"/>
                </a:cubicBezTo>
                <a:cubicBezTo>
                  <a:pt x="43892" y="32141"/>
                  <a:pt x="39422" y="32342"/>
                  <a:pt x="35069" y="32342"/>
                </a:cubicBezTo>
                <a:cubicBezTo>
                  <a:pt x="29883" y="32342"/>
                  <a:pt x="24864" y="32057"/>
                  <a:pt x="20053" y="31489"/>
                </a:cubicBezTo>
                <a:cubicBezTo>
                  <a:pt x="13535" y="30716"/>
                  <a:pt x="6875" y="29326"/>
                  <a:pt x="259" y="27354"/>
                </a:cubicBezTo>
                <a:lnTo>
                  <a:pt x="1" y="27277"/>
                </a:lnTo>
                <a:lnTo>
                  <a:pt x="1" y="45491"/>
                </a:lnTo>
                <a:cubicBezTo>
                  <a:pt x="1" y="47809"/>
                  <a:pt x="1508" y="49694"/>
                  <a:pt x="3363" y="49694"/>
                </a:cubicBezTo>
                <a:lnTo>
                  <a:pt x="54879" y="49694"/>
                </a:lnTo>
                <a:lnTo>
                  <a:pt x="54936" y="49585"/>
                </a:lnTo>
                <a:cubicBezTo>
                  <a:pt x="57983" y="43837"/>
                  <a:pt x="61975" y="39163"/>
                  <a:pt x="66481" y="36064"/>
                </a:cubicBezTo>
                <a:cubicBezTo>
                  <a:pt x="72751" y="31752"/>
                  <a:pt x="79791" y="30597"/>
                  <a:pt x="86599" y="29479"/>
                </a:cubicBezTo>
                <a:cubicBezTo>
                  <a:pt x="88267" y="29206"/>
                  <a:pt x="89993" y="28921"/>
                  <a:pt x="91683" y="28597"/>
                </a:cubicBezTo>
                <a:cubicBezTo>
                  <a:pt x="95554" y="27852"/>
                  <a:pt x="98882" y="26914"/>
                  <a:pt x="101852" y="25732"/>
                </a:cubicBezTo>
                <a:cubicBezTo>
                  <a:pt x="104477" y="24689"/>
                  <a:pt x="107747" y="23089"/>
                  <a:pt x="109769" y="19968"/>
                </a:cubicBezTo>
                <a:cubicBezTo>
                  <a:pt x="111389" y="17466"/>
                  <a:pt x="111791" y="14724"/>
                  <a:pt x="110961" y="11820"/>
                </a:cubicBezTo>
                <a:cubicBezTo>
                  <a:pt x="109585" y="7016"/>
                  <a:pt x="105018" y="2695"/>
                  <a:pt x="101216" y="909"/>
                </a:cubicBezTo>
                <a:cubicBezTo>
                  <a:pt x="99874" y="279"/>
                  <a:pt x="98573" y="1"/>
                  <a:pt x="97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7"/>
          <p:cNvSpPr/>
          <p:nvPr/>
        </p:nvSpPr>
        <p:spPr>
          <a:xfrm flipH="1">
            <a:off x="1991136" y="6729454"/>
            <a:ext cx="4335456" cy="728679"/>
          </a:xfrm>
          <a:custGeom>
            <a:rect b="b" l="l" r="r" t="t"/>
            <a:pathLst>
              <a:path extrusionOk="0" h="18209" w="108339">
                <a:moveTo>
                  <a:pt x="27698" y="402"/>
                </a:moveTo>
                <a:cubicBezTo>
                  <a:pt x="32888" y="402"/>
                  <a:pt x="38022" y="2124"/>
                  <a:pt x="42576" y="3656"/>
                </a:cubicBezTo>
                <a:cubicBezTo>
                  <a:pt x="47416" y="5283"/>
                  <a:pt x="52582" y="6948"/>
                  <a:pt x="57857" y="7844"/>
                </a:cubicBezTo>
                <a:cubicBezTo>
                  <a:pt x="62292" y="8597"/>
                  <a:pt x="66755" y="8977"/>
                  <a:pt x="71177" y="8977"/>
                </a:cubicBezTo>
                <a:cubicBezTo>
                  <a:pt x="72693" y="8977"/>
                  <a:pt x="74204" y="8932"/>
                  <a:pt x="75707" y="8843"/>
                </a:cubicBezTo>
                <a:cubicBezTo>
                  <a:pt x="78578" y="8671"/>
                  <a:pt x="81363" y="8335"/>
                  <a:pt x="83983" y="7841"/>
                </a:cubicBezTo>
                <a:cubicBezTo>
                  <a:pt x="84740" y="7698"/>
                  <a:pt x="85506" y="7531"/>
                  <a:pt x="86246" y="7371"/>
                </a:cubicBezTo>
                <a:cubicBezTo>
                  <a:pt x="87567" y="7085"/>
                  <a:pt x="88932" y="6788"/>
                  <a:pt x="90288" y="6616"/>
                </a:cubicBezTo>
                <a:cubicBezTo>
                  <a:pt x="91569" y="6455"/>
                  <a:pt x="92767" y="6374"/>
                  <a:pt x="93889" y="6374"/>
                </a:cubicBezTo>
                <a:cubicBezTo>
                  <a:pt x="97369" y="6374"/>
                  <a:pt x="100126" y="7157"/>
                  <a:pt x="102405" y="8765"/>
                </a:cubicBezTo>
                <a:cubicBezTo>
                  <a:pt x="104715" y="10399"/>
                  <a:pt x="107752" y="14521"/>
                  <a:pt x="107336" y="17804"/>
                </a:cubicBezTo>
                <a:lnTo>
                  <a:pt x="2840" y="17804"/>
                </a:lnTo>
                <a:cubicBezTo>
                  <a:pt x="2038" y="16930"/>
                  <a:pt x="1495" y="16015"/>
                  <a:pt x="1180" y="15011"/>
                </a:cubicBezTo>
                <a:cubicBezTo>
                  <a:pt x="328" y="12292"/>
                  <a:pt x="1140" y="8835"/>
                  <a:pt x="2950" y="7464"/>
                </a:cubicBezTo>
                <a:cubicBezTo>
                  <a:pt x="4188" y="6527"/>
                  <a:pt x="5746" y="6255"/>
                  <a:pt x="7263" y="6255"/>
                </a:cubicBezTo>
                <a:cubicBezTo>
                  <a:pt x="8508" y="6255"/>
                  <a:pt x="9724" y="6438"/>
                  <a:pt x="10713" y="6586"/>
                </a:cubicBezTo>
                <a:cubicBezTo>
                  <a:pt x="13555" y="7015"/>
                  <a:pt x="16398" y="7815"/>
                  <a:pt x="19148" y="8591"/>
                </a:cubicBezTo>
                <a:cubicBezTo>
                  <a:pt x="20420" y="8950"/>
                  <a:pt x="21733" y="9320"/>
                  <a:pt x="23031" y="9648"/>
                </a:cubicBezTo>
                <a:cubicBezTo>
                  <a:pt x="23892" y="9867"/>
                  <a:pt x="24772" y="10044"/>
                  <a:pt x="25624" y="10217"/>
                </a:cubicBezTo>
                <a:cubicBezTo>
                  <a:pt x="26578" y="10410"/>
                  <a:pt x="27561" y="10610"/>
                  <a:pt x="28520" y="10866"/>
                </a:cubicBezTo>
                <a:cubicBezTo>
                  <a:pt x="29266" y="11066"/>
                  <a:pt x="30023" y="11287"/>
                  <a:pt x="30753" y="11502"/>
                </a:cubicBezTo>
                <a:cubicBezTo>
                  <a:pt x="31592" y="11746"/>
                  <a:pt x="32458" y="12000"/>
                  <a:pt x="33317" y="12223"/>
                </a:cubicBezTo>
                <a:lnTo>
                  <a:pt x="33467" y="12263"/>
                </a:lnTo>
                <a:cubicBezTo>
                  <a:pt x="34991" y="12659"/>
                  <a:pt x="36728" y="13111"/>
                  <a:pt x="38421" y="13111"/>
                </a:cubicBezTo>
                <a:cubicBezTo>
                  <a:pt x="39680" y="13111"/>
                  <a:pt x="40914" y="12861"/>
                  <a:pt x="42017" y="12152"/>
                </a:cubicBezTo>
                <a:cubicBezTo>
                  <a:pt x="42247" y="12003"/>
                  <a:pt x="42254" y="11687"/>
                  <a:pt x="42130" y="11480"/>
                </a:cubicBezTo>
                <a:cubicBezTo>
                  <a:pt x="39927" y="7838"/>
                  <a:pt x="35420" y="7355"/>
                  <a:pt x="32131" y="7002"/>
                </a:cubicBezTo>
                <a:cubicBezTo>
                  <a:pt x="30552" y="6834"/>
                  <a:pt x="28936" y="6794"/>
                  <a:pt x="27373" y="6755"/>
                </a:cubicBezTo>
                <a:cubicBezTo>
                  <a:pt x="24971" y="6694"/>
                  <a:pt x="22485" y="6634"/>
                  <a:pt x="20094" y="6098"/>
                </a:cubicBezTo>
                <a:lnTo>
                  <a:pt x="19861" y="6045"/>
                </a:lnTo>
                <a:cubicBezTo>
                  <a:pt x="19174" y="5899"/>
                  <a:pt x="18323" y="5715"/>
                  <a:pt x="17845" y="5185"/>
                </a:cubicBezTo>
                <a:cubicBezTo>
                  <a:pt x="17683" y="5000"/>
                  <a:pt x="17613" y="4809"/>
                  <a:pt x="17637" y="4599"/>
                </a:cubicBezTo>
                <a:cubicBezTo>
                  <a:pt x="17720" y="3886"/>
                  <a:pt x="18816" y="3119"/>
                  <a:pt x="19284" y="2791"/>
                </a:cubicBezTo>
                <a:lnTo>
                  <a:pt x="19370" y="2730"/>
                </a:lnTo>
                <a:cubicBezTo>
                  <a:pt x="21382" y="1313"/>
                  <a:pt x="23882" y="535"/>
                  <a:pt x="26803" y="420"/>
                </a:cubicBezTo>
                <a:cubicBezTo>
                  <a:pt x="27101" y="408"/>
                  <a:pt x="27399" y="402"/>
                  <a:pt x="27698" y="402"/>
                </a:cubicBezTo>
                <a:close/>
                <a:moveTo>
                  <a:pt x="27716" y="0"/>
                </a:moveTo>
                <a:cubicBezTo>
                  <a:pt x="27408" y="0"/>
                  <a:pt x="27101" y="6"/>
                  <a:pt x="26793" y="18"/>
                </a:cubicBezTo>
                <a:cubicBezTo>
                  <a:pt x="23792" y="137"/>
                  <a:pt x="21220" y="940"/>
                  <a:pt x="19143" y="2401"/>
                </a:cubicBezTo>
                <a:lnTo>
                  <a:pt x="19057" y="2461"/>
                </a:lnTo>
                <a:cubicBezTo>
                  <a:pt x="18500" y="2850"/>
                  <a:pt x="17342" y="3659"/>
                  <a:pt x="17241" y="4552"/>
                </a:cubicBezTo>
                <a:cubicBezTo>
                  <a:pt x="17204" y="4879"/>
                  <a:pt x="17307" y="5183"/>
                  <a:pt x="17550" y="5452"/>
                </a:cubicBezTo>
                <a:cubicBezTo>
                  <a:pt x="18114" y="6081"/>
                  <a:pt x="19037" y="6279"/>
                  <a:pt x="19779" y="6438"/>
                </a:cubicBezTo>
                <a:lnTo>
                  <a:pt x="20009" y="6488"/>
                </a:lnTo>
                <a:cubicBezTo>
                  <a:pt x="22436" y="7034"/>
                  <a:pt x="24942" y="7095"/>
                  <a:pt x="27366" y="7155"/>
                </a:cubicBezTo>
                <a:cubicBezTo>
                  <a:pt x="28920" y="7194"/>
                  <a:pt x="30528" y="7234"/>
                  <a:pt x="32089" y="7401"/>
                </a:cubicBezTo>
                <a:cubicBezTo>
                  <a:pt x="35297" y="7744"/>
                  <a:pt x="39689" y="8215"/>
                  <a:pt x="41788" y="11686"/>
                </a:cubicBezTo>
                <a:cubicBezTo>
                  <a:pt x="41818" y="11736"/>
                  <a:pt x="41813" y="11800"/>
                  <a:pt x="41803" y="11810"/>
                </a:cubicBezTo>
                <a:cubicBezTo>
                  <a:pt x="40777" y="12469"/>
                  <a:pt x="39614" y="12703"/>
                  <a:pt x="38419" y="12703"/>
                </a:cubicBezTo>
                <a:cubicBezTo>
                  <a:pt x="36773" y="12703"/>
                  <a:pt x="35066" y="12260"/>
                  <a:pt x="33571" y="11872"/>
                </a:cubicBezTo>
                <a:lnTo>
                  <a:pt x="33421" y="11832"/>
                </a:lnTo>
                <a:cubicBezTo>
                  <a:pt x="32568" y="11613"/>
                  <a:pt x="31706" y="11359"/>
                  <a:pt x="30871" y="11114"/>
                </a:cubicBezTo>
                <a:cubicBezTo>
                  <a:pt x="30136" y="10900"/>
                  <a:pt x="29377" y="10677"/>
                  <a:pt x="28627" y="10477"/>
                </a:cubicBezTo>
                <a:cubicBezTo>
                  <a:pt x="27659" y="10217"/>
                  <a:pt x="26667" y="10017"/>
                  <a:pt x="25708" y="9823"/>
                </a:cubicBezTo>
                <a:cubicBezTo>
                  <a:pt x="24862" y="9650"/>
                  <a:pt x="23985" y="9473"/>
                  <a:pt x="23133" y="9257"/>
                </a:cubicBezTo>
                <a:cubicBezTo>
                  <a:pt x="21840" y="8930"/>
                  <a:pt x="20529" y="8560"/>
                  <a:pt x="19261" y="8202"/>
                </a:cubicBezTo>
                <a:cubicBezTo>
                  <a:pt x="16498" y="7424"/>
                  <a:pt x="13642" y="6619"/>
                  <a:pt x="10776" y="6188"/>
                </a:cubicBezTo>
                <a:cubicBezTo>
                  <a:pt x="9769" y="6036"/>
                  <a:pt x="8534" y="5850"/>
                  <a:pt x="7263" y="5850"/>
                </a:cubicBezTo>
                <a:cubicBezTo>
                  <a:pt x="5677" y="5850"/>
                  <a:pt x="4036" y="6139"/>
                  <a:pt x="2711" y="7142"/>
                </a:cubicBezTo>
                <a:cubicBezTo>
                  <a:pt x="579" y="8757"/>
                  <a:pt x="1" y="12576"/>
                  <a:pt x="798" y="15131"/>
                </a:cubicBezTo>
                <a:cubicBezTo>
                  <a:pt x="1138" y="16218"/>
                  <a:pt x="1730" y="17203"/>
                  <a:pt x="2606" y="18144"/>
                </a:cubicBezTo>
                <a:lnTo>
                  <a:pt x="2666" y="18209"/>
                </a:lnTo>
                <a:lnTo>
                  <a:pt x="107680" y="18209"/>
                </a:lnTo>
                <a:lnTo>
                  <a:pt x="107713" y="18040"/>
                </a:lnTo>
                <a:cubicBezTo>
                  <a:pt x="108339" y="14231"/>
                  <a:pt x="104720" y="9907"/>
                  <a:pt x="102642" y="8438"/>
                </a:cubicBezTo>
                <a:cubicBezTo>
                  <a:pt x="100295" y="6780"/>
                  <a:pt x="97465" y="5972"/>
                  <a:pt x="93901" y="5972"/>
                </a:cubicBezTo>
                <a:cubicBezTo>
                  <a:pt x="92759" y="5972"/>
                  <a:pt x="91543" y="6055"/>
                  <a:pt x="90243" y="6219"/>
                </a:cubicBezTo>
                <a:cubicBezTo>
                  <a:pt x="88870" y="6392"/>
                  <a:pt x="87495" y="6691"/>
                  <a:pt x="86166" y="6979"/>
                </a:cubicBezTo>
                <a:cubicBezTo>
                  <a:pt x="85428" y="7141"/>
                  <a:pt x="84666" y="7307"/>
                  <a:pt x="83913" y="7448"/>
                </a:cubicBezTo>
                <a:cubicBezTo>
                  <a:pt x="81310" y="7937"/>
                  <a:pt x="78543" y="8272"/>
                  <a:pt x="75687" y="8443"/>
                </a:cubicBezTo>
                <a:cubicBezTo>
                  <a:pt x="74193" y="8531"/>
                  <a:pt x="72692" y="8575"/>
                  <a:pt x="71186" y="8575"/>
                </a:cubicBezTo>
                <a:cubicBezTo>
                  <a:pt x="66784" y="8575"/>
                  <a:pt x="62342" y="8199"/>
                  <a:pt x="57928" y="7448"/>
                </a:cubicBezTo>
                <a:cubicBezTo>
                  <a:pt x="52682" y="6556"/>
                  <a:pt x="47532" y="4898"/>
                  <a:pt x="42708" y="3276"/>
                </a:cubicBezTo>
                <a:cubicBezTo>
                  <a:pt x="38128" y="1734"/>
                  <a:pt x="32975" y="0"/>
                  <a:pt x="277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7"/>
          <p:cNvSpPr/>
          <p:nvPr/>
        </p:nvSpPr>
        <p:spPr>
          <a:xfrm flipH="1">
            <a:off x="-185841" y="5894718"/>
            <a:ext cx="4348422" cy="1563444"/>
          </a:xfrm>
          <a:custGeom>
            <a:rect b="b" l="l" r="r" t="t"/>
            <a:pathLst>
              <a:path extrusionOk="0" h="39069" w="108663">
                <a:moveTo>
                  <a:pt x="46151" y="403"/>
                </a:moveTo>
                <a:cubicBezTo>
                  <a:pt x="46500" y="403"/>
                  <a:pt x="46847" y="405"/>
                  <a:pt x="47194" y="409"/>
                </a:cubicBezTo>
                <a:cubicBezTo>
                  <a:pt x="60555" y="576"/>
                  <a:pt x="71907" y="4288"/>
                  <a:pt x="80932" y="11441"/>
                </a:cubicBezTo>
                <a:cubicBezTo>
                  <a:pt x="84958" y="14633"/>
                  <a:pt x="88903" y="18201"/>
                  <a:pt x="92718" y="21653"/>
                </a:cubicBezTo>
                <a:cubicBezTo>
                  <a:pt x="94523" y="23286"/>
                  <a:pt x="96389" y="24974"/>
                  <a:pt x="98238" y="26600"/>
                </a:cubicBezTo>
                <a:cubicBezTo>
                  <a:pt x="101177" y="29181"/>
                  <a:pt x="104663" y="32202"/>
                  <a:pt x="108257" y="35034"/>
                </a:cubicBezTo>
                <a:cubicBezTo>
                  <a:pt x="108185" y="37046"/>
                  <a:pt x="106877" y="38663"/>
                  <a:pt x="105303" y="38663"/>
                </a:cubicBezTo>
                <a:lnTo>
                  <a:pt x="95006" y="38663"/>
                </a:lnTo>
                <a:cubicBezTo>
                  <a:pt x="94337" y="37862"/>
                  <a:pt x="93741" y="37110"/>
                  <a:pt x="93190" y="36368"/>
                </a:cubicBezTo>
                <a:cubicBezTo>
                  <a:pt x="91738" y="34415"/>
                  <a:pt x="90482" y="32209"/>
                  <a:pt x="89268" y="30076"/>
                </a:cubicBezTo>
                <a:cubicBezTo>
                  <a:pt x="88255" y="28296"/>
                  <a:pt x="87207" y="26455"/>
                  <a:pt x="86046" y="24761"/>
                </a:cubicBezTo>
                <a:cubicBezTo>
                  <a:pt x="84901" y="23090"/>
                  <a:pt x="83654" y="21394"/>
                  <a:pt x="82109" y="20589"/>
                </a:cubicBezTo>
                <a:cubicBezTo>
                  <a:pt x="81766" y="20411"/>
                  <a:pt x="81285" y="20282"/>
                  <a:pt x="80790" y="20282"/>
                </a:cubicBezTo>
                <a:cubicBezTo>
                  <a:pt x="80446" y="20282"/>
                  <a:pt x="80095" y="20344"/>
                  <a:pt x="79779" y="20494"/>
                </a:cubicBezTo>
                <a:cubicBezTo>
                  <a:pt x="79253" y="20744"/>
                  <a:pt x="78909" y="21200"/>
                  <a:pt x="78784" y="21809"/>
                </a:cubicBezTo>
                <a:cubicBezTo>
                  <a:pt x="78479" y="23295"/>
                  <a:pt x="79725" y="24879"/>
                  <a:pt x="80550" y="25925"/>
                </a:cubicBezTo>
                <a:cubicBezTo>
                  <a:pt x="80666" y="26074"/>
                  <a:pt x="80775" y="26210"/>
                  <a:pt x="80868" y="26335"/>
                </a:cubicBezTo>
                <a:cubicBezTo>
                  <a:pt x="81946" y="27764"/>
                  <a:pt x="82835" y="29354"/>
                  <a:pt x="83661" y="31345"/>
                </a:cubicBezTo>
                <a:cubicBezTo>
                  <a:pt x="84287" y="32848"/>
                  <a:pt x="85364" y="35767"/>
                  <a:pt x="85660" y="38663"/>
                </a:cubicBezTo>
                <a:lnTo>
                  <a:pt x="76327" y="38663"/>
                </a:lnTo>
                <a:cubicBezTo>
                  <a:pt x="76685" y="34328"/>
                  <a:pt x="75134" y="29497"/>
                  <a:pt x="72336" y="26295"/>
                </a:cubicBezTo>
                <a:cubicBezTo>
                  <a:pt x="70016" y="23636"/>
                  <a:pt x="66829" y="21619"/>
                  <a:pt x="62597" y="20130"/>
                </a:cubicBezTo>
                <a:cubicBezTo>
                  <a:pt x="58968" y="18853"/>
                  <a:pt x="54987" y="18071"/>
                  <a:pt x="50066" y="17668"/>
                </a:cubicBezTo>
                <a:cubicBezTo>
                  <a:pt x="47919" y="17494"/>
                  <a:pt x="45723" y="17407"/>
                  <a:pt x="43437" y="17407"/>
                </a:cubicBezTo>
                <a:cubicBezTo>
                  <a:pt x="41731" y="17407"/>
                  <a:pt x="39974" y="17455"/>
                  <a:pt x="38150" y="17552"/>
                </a:cubicBezTo>
                <a:cubicBezTo>
                  <a:pt x="34341" y="17757"/>
                  <a:pt x="31394" y="18197"/>
                  <a:pt x="28604" y="18985"/>
                </a:cubicBezTo>
                <a:cubicBezTo>
                  <a:pt x="27525" y="19288"/>
                  <a:pt x="26448" y="19608"/>
                  <a:pt x="25369" y="19927"/>
                </a:cubicBezTo>
                <a:cubicBezTo>
                  <a:pt x="21997" y="20924"/>
                  <a:pt x="18511" y="21956"/>
                  <a:pt x="15020" y="22506"/>
                </a:cubicBezTo>
                <a:cubicBezTo>
                  <a:pt x="13538" y="22740"/>
                  <a:pt x="11993" y="22922"/>
                  <a:pt x="10477" y="22922"/>
                </a:cubicBezTo>
                <a:cubicBezTo>
                  <a:pt x="7660" y="22922"/>
                  <a:pt x="4942" y="22294"/>
                  <a:pt x="2908" y="20201"/>
                </a:cubicBezTo>
                <a:cubicBezTo>
                  <a:pt x="2318" y="19594"/>
                  <a:pt x="445" y="17417"/>
                  <a:pt x="1110" y="14892"/>
                </a:cubicBezTo>
                <a:cubicBezTo>
                  <a:pt x="1609" y="13004"/>
                  <a:pt x="3139" y="11676"/>
                  <a:pt x="4417" y="10728"/>
                </a:cubicBezTo>
                <a:cubicBezTo>
                  <a:pt x="7502" y="8442"/>
                  <a:pt x="11094" y="7120"/>
                  <a:pt x="14506" y="5962"/>
                </a:cubicBezTo>
                <a:cubicBezTo>
                  <a:pt x="25380" y="2272"/>
                  <a:pt x="36012" y="403"/>
                  <a:pt x="46151" y="403"/>
                </a:cubicBezTo>
                <a:close/>
                <a:moveTo>
                  <a:pt x="46184" y="0"/>
                </a:moveTo>
                <a:cubicBezTo>
                  <a:pt x="35995" y="0"/>
                  <a:pt x="25302" y="1873"/>
                  <a:pt x="14376" y="5582"/>
                </a:cubicBezTo>
                <a:cubicBezTo>
                  <a:pt x="10932" y="6749"/>
                  <a:pt x="7309" y="8083"/>
                  <a:pt x="4175" y="10405"/>
                </a:cubicBezTo>
                <a:cubicBezTo>
                  <a:pt x="2845" y="11391"/>
                  <a:pt x="1250" y="12780"/>
                  <a:pt x="720" y="14790"/>
                </a:cubicBezTo>
                <a:cubicBezTo>
                  <a:pt x="0" y="17521"/>
                  <a:pt x="1992" y="19837"/>
                  <a:pt x="2618" y="20484"/>
                </a:cubicBezTo>
                <a:cubicBezTo>
                  <a:pt x="4745" y="22672"/>
                  <a:pt x="7559" y="23326"/>
                  <a:pt x="10464" y="23326"/>
                </a:cubicBezTo>
                <a:cubicBezTo>
                  <a:pt x="12008" y="23326"/>
                  <a:pt x="13578" y="23141"/>
                  <a:pt x="15083" y="22903"/>
                </a:cubicBezTo>
                <a:cubicBezTo>
                  <a:pt x="18599" y="22350"/>
                  <a:pt x="22098" y="21314"/>
                  <a:pt x="25483" y="20314"/>
                </a:cubicBezTo>
                <a:cubicBezTo>
                  <a:pt x="26558" y="19996"/>
                  <a:pt x="27635" y="19678"/>
                  <a:pt x="28713" y="19374"/>
                </a:cubicBezTo>
                <a:cubicBezTo>
                  <a:pt x="31476" y="18595"/>
                  <a:pt x="34392" y="18158"/>
                  <a:pt x="38171" y="17957"/>
                </a:cubicBezTo>
                <a:cubicBezTo>
                  <a:pt x="39992" y="17859"/>
                  <a:pt x="41744" y="17811"/>
                  <a:pt x="43446" y="17811"/>
                </a:cubicBezTo>
                <a:cubicBezTo>
                  <a:pt x="45718" y="17811"/>
                  <a:pt x="47900" y="17898"/>
                  <a:pt x="50034" y="18072"/>
                </a:cubicBezTo>
                <a:cubicBezTo>
                  <a:pt x="54919" y="18471"/>
                  <a:pt x="58869" y="19245"/>
                  <a:pt x="62464" y="20513"/>
                </a:cubicBezTo>
                <a:cubicBezTo>
                  <a:pt x="66629" y="21980"/>
                  <a:pt x="69761" y="23959"/>
                  <a:pt x="72035" y="26564"/>
                </a:cubicBezTo>
                <a:cubicBezTo>
                  <a:pt x="74808" y="29740"/>
                  <a:pt x="76328" y="34562"/>
                  <a:pt x="75907" y="38847"/>
                </a:cubicBezTo>
                <a:lnTo>
                  <a:pt x="75885" y="39069"/>
                </a:lnTo>
                <a:lnTo>
                  <a:pt x="86103" y="39069"/>
                </a:lnTo>
                <a:lnTo>
                  <a:pt x="86083" y="38849"/>
                </a:lnTo>
                <a:cubicBezTo>
                  <a:pt x="85816" y="35827"/>
                  <a:pt x="84685" y="32755"/>
                  <a:pt x="84035" y="31193"/>
                </a:cubicBezTo>
                <a:cubicBezTo>
                  <a:pt x="83194" y="29170"/>
                  <a:pt x="82289" y="27550"/>
                  <a:pt x="81192" y="26094"/>
                </a:cubicBezTo>
                <a:cubicBezTo>
                  <a:pt x="81095" y="25968"/>
                  <a:pt x="80986" y="25829"/>
                  <a:pt x="80868" y="25679"/>
                </a:cubicBezTo>
                <a:cubicBezTo>
                  <a:pt x="80089" y="24692"/>
                  <a:pt x="78913" y="23196"/>
                  <a:pt x="79180" y="21893"/>
                </a:cubicBezTo>
                <a:cubicBezTo>
                  <a:pt x="79280" y="21406"/>
                  <a:pt x="79542" y="21057"/>
                  <a:pt x="79953" y="20860"/>
                </a:cubicBezTo>
                <a:cubicBezTo>
                  <a:pt x="80215" y="20736"/>
                  <a:pt x="80506" y="20684"/>
                  <a:pt x="80793" y="20684"/>
                </a:cubicBezTo>
                <a:cubicBezTo>
                  <a:pt x="81216" y="20684"/>
                  <a:pt x="81630" y="20796"/>
                  <a:pt x="81925" y="20950"/>
                </a:cubicBezTo>
                <a:cubicBezTo>
                  <a:pt x="83388" y="21710"/>
                  <a:pt x="84600" y="23365"/>
                  <a:pt x="85716" y="24991"/>
                </a:cubicBezTo>
                <a:cubicBezTo>
                  <a:pt x="86867" y="26672"/>
                  <a:pt x="87910" y="28506"/>
                  <a:pt x="88919" y="30277"/>
                </a:cubicBezTo>
                <a:cubicBezTo>
                  <a:pt x="90139" y="32421"/>
                  <a:pt x="91401" y="34638"/>
                  <a:pt x="92868" y="36611"/>
                </a:cubicBezTo>
                <a:cubicBezTo>
                  <a:pt x="93440" y="37380"/>
                  <a:pt x="94059" y="38160"/>
                  <a:pt x="94759" y="38996"/>
                </a:cubicBezTo>
                <a:lnTo>
                  <a:pt x="94819" y="39068"/>
                </a:lnTo>
                <a:lnTo>
                  <a:pt x="105303" y="39068"/>
                </a:lnTo>
                <a:cubicBezTo>
                  <a:pt x="107121" y="39068"/>
                  <a:pt x="108627" y="37217"/>
                  <a:pt x="108661" y="34947"/>
                </a:cubicBezTo>
                <a:lnTo>
                  <a:pt x="108663" y="34847"/>
                </a:lnTo>
                <a:lnTo>
                  <a:pt x="108584" y="34784"/>
                </a:lnTo>
                <a:cubicBezTo>
                  <a:pt x="104971" y="31939"/>
                  <a:pt x="101460" y="28897"/>
                  <a:pt x="98502" y="26300"/>
                </a:cubicBezTo>
                <a:cubicBezTo>
                  <a:pt x="96655" y="24675"/>
                  <a:pt x="94790" y="22989"/>
                  <a:pt x="92987" y="21357"/>
                </a:cubicBezTo>
                <a:cubicBezTo>
                  <a:pt x="89168" y="17899"/>
                  <a:pt x="85217" y="14326"/>
                  <a:pt x="81181" y="11127"/>
                </a:cubicBezTo>
                <a:cubicBezTo>
                  <a:pt x="72085" y="3918"/>
                  <a:pt x="60650" y="176"/>
                  <a:pt x="47197" y="6"/>
                </a:cubicBezTo>
                <a:cubicBezTo>
                  <a:pt x="46860" y="2"/>
                  <a:pt x="46522" y="0"/>
                  <a:pt x="46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7"/>
          <p:cNvSpPr/>
          <p:nvPr/>
        </p:nvSpPr>
        <p:spPr>
          <a:xfrm flipH="1">
            <a:off x="-325864" y="-120714"/>
            <a:ext cx="4355665" cy="807744"/>
          </a:xfrm>
          <a:custGeom>
            <a:rect b="b" l="l" r="r" t="t"/>
            <a:pathLst>
              <a:path extrusionOk="0" h="28164" w="108844">
                <a:moveTo>
                  <a:pt x="105484" y="409"/>
                </a:moveTo>
                <a:cubicBezTo>
                  <a:pt x="107116" y="409"/>
                  <a:pt x="108443" y="2114"/>
                  <a:pt x="108443" y="4208"/>
                </a:cubicBezTo>
                <a:lnTo>
                  <a:pt x="108443" y="9441"/>
                </a:lnTo>
                <a:cubicBezTo>
                  <a:pt x="107791" y="9431"/>
                  <a:pt x="107138" y="9426"/>
                  <a:pt x="106485" y="9426"/>
                </a:cubicBezTo>
                <a:cubicBezTo>
                  <a:pt x="96929" y="9426"/>
                  <a:pt x="87281" y="10461"/>
                  <a:pt x="77432" y="11618"/>
                </a:cubicBezTo>
                <a:lnTo>
                  <a:pt x="74438" y="11967"/>
                </a:lnTo>
                <a:cubicBezTo>
                  <a:pt x="68077" y="12707"/>
                  <a:pt x="61497" y="13471"/>
                  <a:pt x="55052" y="14524"/>
                </a:cubicBezTo>
                <a:cubicBezTo>
                  <a:pt x="50937" y="15196"/>
                  <a:pt x="47239" y="15919"/>
                  <a:pt x="43750" y="16739"/>
                </a:cubicBezTo>
                <a:cubicBezTo>
                  <a:pt x="39671" y="17698"/>
                  <a:pt x="36280" y="18535"/>
                  <a:pt x="32894" y="19868"/>
                </a:cubicBezTo>
                <a:cubicBezTo>
                  <a:pt x="30642" y="20754"/>
                  <a:pt x="28443" y="21986"/>
                  <a:pt x="26315" y="23179"/>
                </a:cubicBezTo>
                <a:cubicBezTo>
                  <a:pt x="22603" y="25262"/>
                  <a:pt x="18761" y="27414"/>
                  <a:pt x="14582" y="27728"/>
                </a:cubicBezTo>
                <a:cubicBezTo>
                  <a:pt x="14284" y="27750"/>
                  <a:pt x="13983" y="27761"/>
                  <a:pt x="13680" y="27761"/>
                </a:cubicBezTo>
                <a:cubicBezTo>
                  <a:pt x="8600" y="27761"/>
                  <a:pt x="3011" y="24606"/>
                  <a:pt x="1265" y="17265"/>
                </a:cubicBezTo>
                <a:cubicBezTo>
                  <a:pt x="424" y="13728"/>
                  <a:pt x="774" y="10998"/>
                  <a:pt x="2304" y="9148"/>
                </a:cubicBezTo>
                <a:cubicBezTo>
                  <a:pt x="3847" y="7282"/>
                  <a:pt x="6123" y="6467"/>
                  <a:pt x="8144" y="5916"/>
                </a:cubicBezTo>
                <a:cubicBezTo>
                  <a:pt x="14663" y="4135"/>
                  <a:pt x="21503" y="4060"/>
                  <a:pt x="27536" y="3991"/>
                </a:cubicBezTo>
                <a:lnTo>
                  <a:pt x="28284" y="3982"/>
                </a:lnTo>
                <a:cubicBezTo>
                  <a:pt x="35338" y="3908"/>
                  <a:pt x="42635" y="3830"/>
                  <a:pt x="49562" y="1411"/>
                </a:cubicBezTo>
                <a:cubicBezTo>
                  <a:pt x="50530" y="1072"/>
                  <a:pt x="51303" y="753"/>
                  <a:pt x="51989" y="409"/>
                </a:cubicBezTo>
                <a:lnTo>
                  <a:pt x="51989" y="410"/>
                </a:lnTo>
                <a:lnTo>
                  <a:pt x="77472" y="410"/>
                </a:lnTo>
                <a:cubicBezTo>
                  <a:pt x="75657" y="1022"/>
                  <a:pt x="73845" y="1526"/>
                  <a:pt x="72138" y="1986"/>
                </a:cubicBezTo>
                <a:cubicBezTo>
                  <a:pt x="71479" y="2162"/>
                  <a:pt x="70816" y="2334"/>
                  <a:pt x="70156" y="2505"/>
                </a:cubicBezTo>
                <a:cubicBezTo>
                  <a:pt x="68329" y="2977"/>
                  <a:pt x="66440" y="3467"/>
                  <a:pt x="64605" y="4082"/>
                </a:cubicBezTo>
                <a:cubicBezTo>
                  <a:pt x="61004" y="5291"/>
                  <a:pt x="57124" y="6040"/>
                  <a:pt x="52740" y="6369"/>
                </a:cubicBezTo>
                <a:cubicBezTo>
                  <a:pt x="49638" y="6602"/>
                  <a:pt x="46418" y="6602"/>
                  <a:pt x="43304" y="6603"/>
                </a:cubicBezTo>
                <a:cubicBezTo>
                  <a:pt x="34965" y="6606"/>
                  <a:pt x="26344" y="6609"/>
                  <a:pt x="18528" y="10955"/>
                </a:cubicBezTo>
                <a:cubicBezTo>
                  <a:pt x="14223" y="13350"/>
                  <a:pt x="12644" y="15910"/>
                  <a:pt x="13835" y="18561"/>
                </a:cubicBezTo>
                <a:cubicBezTo>
                  <a:pt x="14838" y="20791"/>
                  <a:pt x="17057" y="22107"/>
                  <a:pt x="18813" y="22421"/>
                </a:cubicBezTo>
                <a:cubicBezTo>
                  <a:pt x="19239" y="22498"/>
                  <a:pt x="19668" y="22533"/>
                  <a:pt x="20097" y="22533"/>
                </a:cubicBezTo>
                <a:cubicBezTo>
                  <a:pt x="22307" y="22533"/>
                  <a:pt x="24513" y="21604"/>
                  <a:pt x="26433" y="20647"/>
                </a:cubicBezTo>
                <a:cubicBezTo>
                  <a:pt x="27444" y="20142"/>
                  <a:pt x="28451" y="19561"/>
                  <a:pt x="29427" y="18998"/>
                </a:cubicBezTo>
                <a:cubicBezTo>
                  <a:pt x="30955" y="18116"/>
                  <a:pt x="32534" y="17203"/>
                  <a:pt x="34157" y="16576"/>
                </a:cubicBezTo>
                <a:cubicBezTo>
                  <a:pt x="37956" y="15106"/>
                  <a:pt x="41874" y="14247"/>
                  <a:pt x="44864" y="13661"/>
                </a:cubicBezTo>
                <a:cubicBezTo>
                  <a:pt x="49244" y="12804"/>
                  <a:pt x="53720" y="12190"/>
                  <a:pt x="58050" y="11597"/>
                </a:cubicBezTo>
                <a:cubicBezTo>
                  <a:pt x="61146" y="11172"/>
                  <a:pt x="64344" y="10734"/>
                  <a:pt x="67486" y="10209"/>
                </a:cubicBezTo>
                <a:cubicBezTo>
                  <a:pt x="71305" y="9572"/>
                  <a:pt x="74827" y="8898"/>
                  <a:pt x="78252" y="8150"/>
                </a:cubicBezTo>
                <a:cubicBezTo>
                  <a:pt x="80759" y="7602"/>
                  <a:pt x="84017" y="6743"/>
                  <a:pt x="86995" y="4937"/>
                </a:cubicBezTo>
                <a:cubicBezTo>
                  <a:pt x="88677" y="3915"/>
                  <a:pt x="90044" y="2435"/>
                  <a:pt x="91173" y="409"/>
                </a:cubicBezTo>
                <a:close/>
                <a:moveTo>
                  <a:pt x="90934" y="0"/>
                </a:moveTo>
                <a:lnTo>
                  <a:pt x="90877" y="105"/>
                </a:lnTo>
                <a:cubicBezTo>
                  <a:pt x="89755" y="2148"/>
                  <a:pt x="88458" y="3572"/>
                  <a:pt x="86786" y="4587"/>
                </a:cubicBezTo>
                <a:cubicBezTo>
                  <a:pt x="83860" y="6361"/>
                  <a:pt x="80642" y="7209"/>
                  <a:pt x="78166" y="7749"/>
                </a:cubicBezTo>
                <a:cubicBezTo>
                  <a:pt x="74747" y="8496"/>
                  <a:pt x="71232" y="9168"/>
                  <a:pt x="67420" y="9804"/>
                </a:cubicBezTo>
                <a:cubicBezTo>
                  <a:pt x="64284" y="10326"/>
                  <a:pt x="61086" y="10767"/>
                  <a:pt x="57994" y="11189"/>
                </a:cubicBezTo>
                <a:cubicBezTo>
                  <a:pt x="53660" y="11784"/>
                  <a:pt x="49177" y="12398"/>
                  <a:pt x="44787" y="13257"/>
                </a:cubicBezTo>
                <a:cubicBezTo>
                  <a:pt x="41781" y="13846"/>
                  <a:pt x="37840" y="14712"/>
                  <a:pt x="34011" y="16192"/>
                </a:cubicBezTo>
                <a:cubicBezTo>
                  <a:pt x="32361" y="16832"/>
                  <a:pt x="30768" y="17751"/>
                  <a:pt x="29227" y="18641"/>
                </a:cubicBezTo>
                <a:cubicBezTo>
                  <a:pt x="28257" y="19199"/>
                  <a:pt x="27256" y="19778"/>
                  <a:pt x="26252" y="20278"/>
                </a:cubicBezTo>
                <a:cubicBezTo>
                  <a:pt x="24377" y="21213"/>
                  <a:pt x="22228" y="22123"/>
                  <a:pt x="20096" y="22123"/>
                </a:cubicBezTo>
                <a:cubicBezTo>
                  <a:pt x="19691" y="22123"/>
                  <a:pt x="19286" y="22090"/>
                  <a:pt x="18884" y="22019"/>
                </a:cubicBezTo>
                <a:cubicBezTo>
                  <a:pt x="17234" y="21723"/>
                  <a:pt x="15146" y="20485"/>
                  <a:pt x="14203" y="18389"/>
                </a:cubicBezTo>
                <a:cubicBezTo>
                  <a:pt x="13112" y="15962"/>
                  <a:pt x="14633" y="13577"/>
                  <a:pt x="18725" y="11302"/>
                </a:cubicBezTo>
                <a:cubicBezTo>
                  <a:pt x="26450" y="7006"/>
                  <a:pt x="35017" y="7004"/>
                  <a:pt x="43304" y="7002"/>
                </a:cubicBezTo>
                <a:cubicBezTo>
                  <a:pt x="46426" y="7002"/>
                  <a:pt x="49654" y="6999"/>
                  <a:pt x="52770" y="6766"/>
                </a:cubicBezTo>
                <a:cubicBezTo>
                  <a:pt x="57188" y="6433"/>
                  <a:pt x="61100" y="5680"/>
                  <a:pt x="64734" y="4460"/>
                </a:cubicBezTo>
                <a:cubicBezTo>
                  <a:pt x="66555" y="3847"/>
                  <a:pt x="68437" y="3359"/>
                  <a:pt x="70258" y="2889"/>
                </a:cubicBezTo>
                <a:cubicBezTo>
                  <a:pt x="70921" y="2718"/>
                  <a:pt x="71583" y="2546"/>
                  <a:pt x="72244" y="2369"/>
                </a:cubicBezTo>
                <a:cubicBezTo>
                  <a:pt x="74310" y="1815"/>
                  <a:pt x="76526" y="1191"/>
                  <a:pt x="78725" y="393"/>
                </a:cubicBezTo>
                <a:lnTo>
                  <a:pt x="79801" y="3"/>
                </a:lnTo>
                <a:lnTo>
                  <a:pt x="51891" y="3"/>
                </a:lnTo>
                <a:lnTo>
                  <a:pt x="51849" y="25"/>
                </a:lnTo>
                <a:cubicBezTo>
                  <a:pt x="51168" y="369"/>
                  <a:pt x="50398" y="688"/>
                  <a:pt x="49430" y="1026"/>
                </a:cubicBezTo>
                <a:cubicBezTo>
                  <a:pt x="42565" y="3424"/>
                  <a:pt x="35301" y="3502"/>
                  <a:pt x="28279" y="3577"/>
                </a:cubicBezTo>
                <a:lnTo>
                  <a:pt x="27530" y="3587"/>
                </a:lnTo>
                <a:cubicBezTo>
                  <a:pt x="21472" y="3654"/>
                  <a:pt x="14606" y="3731"/>
                  <a:pt x="8035" y="5524"/>
                </a:cubicBezTo>
                <a:cubicBezTo>
                  <a:pt x="5955" y="6091"/>
                  <a:pt x="3608" y="6937"/>
                  <a:pt x="1994" y="8889"/>
                </a:cubicBezTo>
                <a:cubicBezTo>
                  <a:pt x="378" y="10842"/>
                  <a:pt x="1" y="13691"/>
                  <a:pt x="872" y="17356"/>
                </a:cubicBezTo>
                <a:cubicBezTo>
                  <a:pt x="2415" y="23842"/>
                  <a:pt x="7591" y="28164"/>
                  <a:pt x="13647" y="28164"/>
                </a:cubicBezTo>
                <a:cubicBezTo>
                  <a:pt x="13966" y="28164"/>
                  <a:pt x="14287" y="28154"/>
                  <a:pt x="14609" y="28121"/>
                </a:cubicBezTo>
                <a:cubicBezTo>
                  <a:pt x="18878" y="27800"/>
                  <a:pt x="22758" y="25623"/>
                  <a:pt x="26511" y="23520"/>
                </a:cubicBezTo>
                <a:cubicBezTo>
                  <a:pt x="28626" y="22334"/>
                  <a:pt x="30812" y="21108"/>
                  <a:pt x="33038" y="20233"/>
                </a:cubicBezTo>
                <a:cubicBezTo>
                  <a:pt x="36400" y="18911"/>
                  <a:pt x="39775" y="18075"/>
                  <a:pt x="43838" y="17121"/>
                </a:cubicBezTo>
                <a:cubicBezTo>
                  <a:pt x="47319" y="16305"/>
                  <a:pt x="51008" y="15582"/>
                  <a:pt x="55113" y="14912"/>
                </a:cubicBezTo>
                <a:cubicBezTo>
                  <a:pt x="61550" y="13861"/>
                  <a:pt x="68126" y="13097"/>
                  <a:pt x="74484" y="12357"/>
                </a:cubicBezTo>
                <a:lnTo>
                  <a:pt x="77477" y="12010"/>
                </a:lnTo>
                <a:cubicBezTo>
                  <a:pt x="87323" y="10854"/>
                  <a:pt x="96973" y="9822"/>
                  <a:pt x="106514" y="9822"/>
                </a:cubicBezTo>
                <a:cubicBezTo>
                  <a:pt x="107222" y="9822"/>
                  <a:pt x="107930" y="9827"/>
                  <a:pt x="108637" y="9839"/>
                </a:cubicBezTo>
                <a:lnTo>
                  <a:pt x="108843" y="9842"/>
                </a:lnTo>
                <a:lnTo>
                  <a:pt x="108843" y="4203"/>
                </a:lnTo>
                <a:cubicBezTo>
                  <a:pt x="108843" y="1884"/>
                  <a:pt x="107336" y="0"/>
                  <a:pt x="1054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7"/>
          <p:cNvSpPr/>
          <p:nvPr/>
        </p:nvSpPr>
        <p:spPr>
          <a:xfrm>
            <a:off x="408250" y="362757"/>
            <a:ext cx="8434200" cy="4594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7"/>
          <p:cNvSpPr/>
          <p:nvPr/>
        </p:nvSpPr>
        <p:spPr>
          <a:xfrm>
            <a:off x="301550" y="271625"/>
            <a:ext cx="8434200" cy="45849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7"/>
          <p:cNvSpPr txBox="1"/>
          <p:nvPr>
            <p:ph idx="1" type="subTitle"/>
          </p:nvPr>
        </p:nvSpPr>
        <p:spPr>
          <a:xfrm>
            <a:off x="7084550" y="4208775"/>
            <a:ext cx="913800" cy="394800"/>
          </a:xfrm>
          <a:prstGeom prst="rect">
            <a:avLst/>
          </a:prstGeom>
          <a:ln cap="flat" cmpd="sng" w="9525">
            <a:solidFill>
              <a:srgbClr val="000000"/>
            </a:solidFill>
            <a:prstDash val="solid"/>
            <a:round/>
            <a:headEnd len="sm" w="sm" type="none"/>
            <a:tailEnd len="sm" w="sm" type="none"/>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09" name="Google Shape;209;p7"/>
          <p:cNvSpPr txBox="1"/>
          <p:nvPr>
            <p:ph idx="2" type="subTitle"/>
          </p:nvPr>
        </p:nvSpPr>
        <p:spPr>
          <a:xfrm>
            <a:off x="3665875" y="2171225"/>
            <a:ext cx="3073500" cy="1611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10" name="Google Shape;210;p7"/>
          <p:cNvSpPr txBox="1"/>
          <p:nvPr>
            <p:ph type="title"/>
          </p:nvPr>
        </p:nvSpPr>
        <p:spPr>
          <a:xfrm>
            <a:off x="720000" y="540000"/>
            <a:ext cx="7704000" cy="5643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3180000" dist="85725">
              <a:schemeClr val="accent4"/>
            </a:outerShdw>
          </a:effectLst>
        </p:spPr>
        <p:txBody>
          <a:bodyPr anchorCtr="0" anchor="ctr" bIns="91425" lIns="91425" spcFirstLastPara="1" rIns="91425" wrap="square" tIns="91425">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accent1"/>
        </a:solidFill>
      </p:bgPr>
    </p:bg>
    <p:spTree>
      <p:nvGrpSpPr>
        <p:cNvPr id="211" name="Shape 211"/>
        <p:cNvGrpSpPr/>
        <p:nvPr/>
      </p:nvGrpSpPr>
      <p:grpSpPr>
        <a:xfrm>
          <a:off x="0" y="0"/>
          <a:ext cx="0" cy="0"/>
          <a:chOff x="0" y="0"/>
          <a:chExt cx="0" cy="0"/>
        </a:xfrm>
      </p:grpSpPr>
      <p:grpSp>
        <p:nvGrpSpPr>
          <p:cNvPr id="212" name="Google Shape;212;p8"/>
          <p:cNvGrpSpPr/>
          <p:nvPr/>
        </p:nvGrpSpPr>
        <p:grpSpPr>
          <a:xfrm>
            <a:off x="-97264" y="-2508600"/>
            <a:ext cx="9517944" cy="7737118"/>
            <a:chOff x="-97264" y="-2508600"/>
            <a:chExt cx="9517944" cy="7737118"/>
          </a:xfrm>
        </p:grpSpPr>
        <p:sp>
          <p:nvSpPr>
            <p:cNvPr id="213" name="Google Shape;213;p8"/>
            <p:cNvSpPr/>
            <p:nvPr/>
          </p:nvSpPr>
          <p:spPr>
            <a:xfrm>
              <a:off x="-89101" y="-1893243"/>
              <a:ext cx="3985503" cy="848251"/>
            </a:xfrm>
            <a:custGeom>
              <a:rect b="b" l="l" r="r" t="t"/>
              <a:pathLst>
                <a:path extrusionOk="0" h="21197" w="99594">
                  <a:moveTo>
                    <a:pt x="65021" y="0"/>
                  </a:moveTo>
                  <a:cubicBezTo>
                    <a:pt x="64434" y="0"/>
                    <a:pt x="63848" y="10"/>
                    <a:pt x="63260" y="29"/>
                  </a:cubicBezTo>
                  <a:cubicBezTo>
                    <a:pt x="57732" y="207"/>
                    <a:pt x="52245" y="1096"/>
                    <a:pt x="46816" y="2389"/>
                  </a:cubicBezTo>
                  <a:cubicBezTo>
                    <a:pt x="41611" y="3631"/>
                    <a:pt x="36750" y="6060"/>
                    <a:pt x="31830" y="8475"/>
                  </a:cubicBezTo>
                  <a:cubicBezTo>
                    <a:pt x="27244" y="10725"/>
                    <a:pt x="22624" y="12692"/>
                    <a:pt x="17724" y="13463"/>
                  </a:cubicBezTo>
                  <a:cubicBezTo>
                    <a:pt x="15802" y="13765"/>
                    <a:pt x="13860" y="13942"/>
                    <a:pt x="11920" y="13942"/>
                  </a:cubicBezTo>
                  <a:cubicBezTo>
                    <a:pt x="10234" y="13942"/>
                    <a:pt x="8549" y="13808"/>
                    <a:pt x="6879" y="13505"/>
                  </a:cubicBezTo>
                  <a:cubicBezTo>
                    <a:pt x="4515" y="13077"/>
                    <a:pt x="2162" y="12285"/>
                    <a:pt x="0" y="10984"/>
                  </a:cubicBezTo>
                  <a:lnTo>
                    <a:pt x="0" y="18944"/>
                  </a:lnTo>
                  <a:cubicBezTo>
                    <a:pt x="1762" y="19024"/>
                    <a:pt x="3523" y="19075"/>
                    <a:pt x="5283" y="19075"/>
                  </a:cubicBezTo>
                  <a:cubicBezTo>
                    <a:pt x="9227" y="19075"/>
                    <a:pt x="13162" y="18820"/>
                    <a:pt x="17071" y="18072"/>
                  </a:cubicBezTo>
                  <a:cubicBezTo>
                    <a:pt x="21981" y="17133"/>
                    <a:pt x="26589" y="15270"/>
                    <a:pt x="30996" y="12374"/>
                  </a:cubicBezTo>
                  <a:cubicBezTo>
                    <a:pt x="33739" y="10570"/>
                    <a:pt x="36781" y="9886"/>
                    <a:pt x="39837" y="9886"/>
                  </a:cubicBezTo>
                  <a:cubicBezTo>
                    <a:pt x="40660" y="9886"/>
                    <a:pt x="41484" y="9936"/>
                    <a:pt x="42304" y="10026"/>
                  </a:cubicBezTo>
                  <a:cubicBezTo>
                    <a:pt x="50992" y="10985"/>
                    <a:pt x="59004" y="15789"/>
                    <a:pt x="67420" y="18291"/>
                  </a:cubicBezTo>
                  <a:cubicBezTo>
                    <a:pt x="72853" y="19907"/>
                    <a:pt x="78486" y="20812"/>
                    <a:pt x="84058" y="21107"/>
                  </a:cubicBezTo>
                  <a:cubicBezTo>
                    <a:pt x="85055" y="21160"/>
                    <a:pt x="86060" y="21196"/>
                    <a:pt x="87066" y="21196"/>
                  </a:cubicBezTo>
                  <a:cubicBezTo>
                    <a:pt x="89207" y="21196"/>
                    <a:pt x="91355" y="21031"/>
                    <a:pt x="93446" y="20508"/>
                  </a:cubicBezTo>
                  <a:cubicBezTo>
                    <a:pt x="95522" y="19989"/>
                    <a:pt x="98275" y="18989"/>
                    <a:pt x="98894" y="16049"/>
                  </a:cubicBezTo>
                  <a:cubicBezTo>
                    <a:pt x="99594" y="12721"/>
                    <a:pt x="97265" y="10188"/>
                    <a:pt x="95270" y="8623"/>
                  </a:cubicBezTo>
                  <a:cubicBezTo>
                    <a:pt x="92667" y="6581"/>
                    <a:pt x="89709" y="5268"/>
                    <a:pt x="86790" y="4165"/>
                  </a:cubicBezTo>
                  <a:cubicBezTo>
                    <a:pt x="79711" y="1489"/>
                    <a:pt x="72404" y="0"/>
                    <a:pt x="65021"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8"/>
            <p:cNvSpPr/>
            <p:nvPr/>
          </p:nvSpPr>
          <p:spPr>
            <a:xfrm>
              <a:off x="-89221" y="-945655"/>
              <a:ext cx="8386467" cy="1819876"/>
            </a:xfrm>
            <a:custGeom>
              <a:rect b="b" l="l" r="r" t="t"/>
              <a:pathLst>
                <a:path extrusionOk="0" h="45477" w="209570">
                  <a:moveTo>
                    <a:pt x="173399" y="0"/>
                  </a:moveTo>
                  <a:cubicBezTo>
                    <a:pt x="171819" y="0"/>
                    <a:pt x="170239" y="33"/>
                    <a:pt x="168661" y="80"/>
                  </a:cubicBezTo>
                  <a:cubicBezTo>
                    <a:pt x="164324" y="208"/>
                    <a:pt x="160018" y="528"/>
                    <a:pt x="155729" y="1390"/>
                  </a:cubicBezTo>
                  <a:cubicBezTo>
                    <a:pt x="151776" y="2184"/>
                    <a:pt x="147874" y="3386"/>
                    <a:pt x="144099" y="5071"/>
                  </a:cubicBezTo>
                  <a:cubicBezTo>
                    <a:pt x="140139" y="6838"/>
                    <a:pt x="136425" y="9227"/>
                    <a:pt x="132734" y="11745"/>
                  </a:cubicBezTo>
                  <a:cubicBezTo>
                    <a:pt x="125453" y="16714"/>
                    <a:pt x="118372" y="22168"/>
                    <a:pt x="110478" y="25489"/>
                  </a:cubicBezTo>
                  <a:cubicBezTo>
                    <a:pt x="104010" y="28211"/>
                    <a:pt x="97197" y="29287"/>
                    <a:pt x="90399" y="29287"/>
                  </a:cubicBezTo>
                  <a:cubicBezTo>
                    <a:pt x="89168" y="29287"/>
                    <a:pt x="87937" y="29252"/>
                    <a:pt x="86709" y="29185"/>
                  </a:cubicBezTo>
                  <a:cubicBezTo>
                    <a:pt x="70235" y="28285"/>
                    <a:pt x="53959" y="22404"/>
                    <a:pt x="38422" y="15780"/>
                  </a:cubicBezTo>
                  <a:cubicBezTo>
                    <a:pt x="34245" y="13999"/>
                    <a:pt x="30113" y="12729"/>
                    <a:pt x="25697" y="12479"/>
                  </a:cubicBezTo>
                  <a:cubicBezTo>
                    <a:pt x="24449" y="12409"/>
                    <a:pt x="23202" y="12379"/>
                    <a:pt x="21954" y="12379"/>
                  </a:cubicBezTo>
                  <a:cubicBezTo>
                    <a:pt x="18881" y="12379"/>
                    <a:pt x="15809" y="12558"/>
                    <a:pt x="12741" y="12746"/>
                  </a:cubicBezTo>
                  <a:cubicBezTo>
                    <a:pt x="9315" y="12958"/>
                    <a:pt x="5883" y="13109"/>
                    <a:pt x="2471" y="13588"/>
                  </a:cubicBezTo>
                  <a:cubicBezTo>
                    <a:pt x="1651" y="13702"/>
                    <a:pt x="825" y="13831"/>
                    <a:pt x="0" y="13986"/>
                  </a:cubicBezTo>
                  <a:lnTo>
                    <a:pt x="0" y="21931"/>
                  </a:lnTo>
                  <a:cubicBezTo>
                    <a:pt x="3093" y="20622"/>
                    <a:pt x="6277" y="19799"/>
                    <a:pt x="9551" y="19799"/>
                  </a:cubicBezTo>
                  <a:cubicBezTo>
                    <a:pt x="10632" y="19799"/>
                    <a:pt x="11722" y="19889"/>
                    <a:pt x="12823" y="20080"/>
                  </a:cubicBezTo>
                  <a:cubicBezTo>
                    <a:pt x="20488" y="21419"/>
                    <a:pt x="27144" y="26632"/>
                    <a:pt x="33499" y="31891"/>
                  </a:cubicBezTo>
                  <a:cubicBezTo>
                    <a:pt x="45486" y="41811"/>
                    <a:pt x="59912" y="45476"/>
                    <a:pt x="74081" y="45476"/>
                  </a:cubicBezTo>
                  <a:cubicBezTo>
                    <a:pt x="74665" y="45476"/>
                    <a:pt x="75248" y="45470"/>
                    <a:pt x="75831" y="45458"/>
                  </a:cubicBezTo>
                  <a:cubicBezTo>
                    <a:pt x="90804" y="45142"/>
                    <a:pt x="106177" y="41401"/>
                    <a:pt x="119282" y="31968"/>
                  </a:cubicBezTo>
                  <a:cubicBezTo>
                    <a:pt x="125990" y="27139"/>
                    <a:pt x="132221" y="21338"/>
                    <a:pt x="138817" y="16271"/>
                  </a:cubicBezTo>
                  <a:cubicBezTo>
                    <a:pt x="142143" y="13714"/>
                    <a:pt x="145448" y="11379"/>
                    <a:pt x="149316" y="10440"/>
                  </a:cubicBezTo>
                  <a:cubicBezTo>
                    <a:pt x="150812" y="10078"/>
                    <a:pt x="152323" y="9917"/>
                    <a:pt x="153836" y="9917"/>
                  </a:cubicBezTo>
                  <a:cubicBezTo>
                    <a:pt x="155625" y="9917"/>
                    <a:pt x="157416" y="10142"/>
                    <a:pt x="159185" y="10527"/>
                  </a:cubicBezTo>
                  <a:cubicBezTo>
                    <a:pt x="162983" y="11352"/>
                    <a:pt x="166672" y="12839"/>
                    <a:pt x="170334" y="14321"/>
                  </a:cubicBezTo>
                  <a:cubicBezTo>
                    <a:pt x="174482" y="15997"/>
                    <a:pt x="178713" y="17383"/>
                    <a:pt x="182992" y="18407"/>
                  </a:cubicBezTo>
                  <a:cubicBezTo>
                    <a:pt x="186653" y="19282"/>
                    <a:pt x="190426" y="19787"/>
                    <a:pt x="194193" y="19787"/>
                  </a:cubicBezTo>
                  <a:cubicBezTo>
                    <a:pt x="197694" y="19787"/>
                    <a:pt x="201190" y="19351"/>
                    <a:pt x="204587" y="18369"/>
                  </a:cubicBezTo>
                  <a:cubicBezTo>
                    <a:pt x="206831" y="17721"/>
                    <a:pt x="209570" y="16218"/>
                    <a:pt x="208195" y="12736"/>
                  </a:cubicBezTo>
                  <a:cubicBezTo>
                    <a:pt x="207019" y="9759"/>
                    <a:pt x="203809" y="8201"/>
                    <a:pt x="201535" y="7001"/>
                  </a:cubicBezTo>
                  <a:cubicBezTo>
                    <a:pt x="195238" y="3676"/>
                    <a:pt x="188684" y="1200"/>
                    <a:pt x="181872" y="426"/>
                  </a:cubicBezTo>
                  <a:cubicBezTo>
                    <a:pt x="179055" y="106"/>
                    <a:pt x="176227" y="0"/>
                    <a:pt x="173399"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8"/>
            <p:cNvSpPr/>
            <p:nvPr/>
          </p:nvSpPr>
          <p:spPr>
            <a:xfrm>
              <a:off x="-89101" y="159523"/>
              <a:ext cx="819678" cy="314658"/>
            </a:xfrm>
            <a:custGeom>
              <a:rect b="b" l="l" r="r" t="t"/>
              <a:pathLst>
                <a:path extrusionOk="0" h="7863" w="20483">
                  <a:moveTo>
                    <a:pt x="10679" y="1"/>
                  </a:moveTo>
                  <a:cubicBezTo>
                    <a:pt x="7200" y="1"/>
                    <a:pt x="3530" y="930"/>
                    <a:pt x="0" y="1036"/>
                  </a:cubicBezTo>
                  <a:lnTo>
                    <a:pt x="0" y="7210"/>
                  </a:lnTo>
                  <a:cubicBezTo>
                    <a:pt x="73" y="7210"/>
                    <a:pt x="146" y="7210"/>
                    <a:pt x="218" y="7210"/>
                  </a:cubicBezTo>
                  <a:cubicBezTo>
                    <a:pt x="2966" y="7210"/>
                    <a:pt x="5723" y="7366"/>
                    <a:pt x="8473" y="7532"/>
                  </a:cubicBezTo>
                  <a:cubicBezTo>
                    <a:pt x="10471" y="7652"/>
                    <a:pt x="12481" y="7858"/>
                    <a:pt x="14482" y="7862"/>
                  </a:cubicBezTo>
                  <a:cubicBezTo>
                    <a:pt x="14579" y="7862"/>
                    <a:pt x="14677" y="7863"/>
                    <a:pt x="14776" y="7863"/>
                  </a:cubicBezTo>
                  <a:cubicBezTo>
                    <a:pt x="16107" y="7863"/>
                    <a:pt x="17589" y="7805"/>
                    <a:pt x="18794" y="7093"/>
                  </a:cubicBezTo>
                  <a:cubicBezTo>
                    <a:pt x="20483" y="6096"/>
                    <a:pt x="19330" y="4228"/>
                    <a:pt x="18366" y="3075"/>
                  </a:cubicBezTo>
                  <a:cubicBezTo>
                    <a:pt x="16959" y="1395"/>
                    <a:pt x="15150" y="529"/>
                    <a:pt x="13253" y="203"/>
                  </a:cubicBezTo>
                  <a:cubicBezTo>
                    <a:pt x="12410" y="59"/>
                    <a:pt x="11551" y="1"/>
                    <a:pt x="10679" y="1"/>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8"/>
            <p:cNvSpPr/>
            <p:nvPr/>
          </p:nvSpPr>
          <p:spPr>
            <a:xfrm>
              <a:off x="-89101" y="-181311"/>
              <a:ext cx="9361694" cy="2012360"/>
            </a:xfrm>
            <a:custGeom>
              <a:rect b="b" l="l" r="r" t="t"/>
              <a:pathLst>
                <a:path extrusionOk="0" h="50287" w="233940">
                  <a:moveTo>
                    <a:pt x="233940" y="0"/>
                  </a:moveTo>
                  <a:cubicBezTo>
                    <a:pt x="230479" y="1532"/>
                    <a:pt x="227264" y="3838"/>
                    <a:pt x="224035" y="6016"/>
                  </a:cubicBezTo>
                  <a:cubicBezTo>
                    <a:pt x="219999" y="8735"/>
                    <a:pt x="215918" y="11195"/>
                    <a:pt x="211510" y="12795"/>
                  </a:cubicBezTo>
                  <a:cubicBezTo>
                    <a:pt x="205977" y="14804"/>
                    <a:pt x="200252" y="15619"/>
                    <a:pt x="194517" y="15619"/>
                  </a:cubicBezTo>
                  <a:cubicBezTo>
                    <a:pt x="191019" y="15619"/>
                    <a:pt x="187518" y="15316"/>
                    <a:pt x="184053" y="14796"/>
                  </a:cubicBezTo>
                  <a:cubicBezTo>
                    <a:pt x="174879" y="13417"/>
                    <a:pt x="165892" y="10575"/>
                    <a:pt x="156983" y="7553"/>
                  </a:cubicBezTo>
                  <a:cubicBezTo>
                    <a:pt x="154186" y="6603"/>
                    <a:pt x="151295" y="5923"/>
                    <a:pt x="148402" y="5923"/>
                  </a:cubicBezTo>
                  <a:cubicBezTo>
                    <a:pt x="147105" y="5923"/>
                    <a:pt x="145807" y="6060"/>
                    <a:pt x="144518" y="6370"/>
                  </a:cubicBezTo>
                  <a:cubicBezTo>
                    <a:pt x="141010" y="7213"/>
                    <a:pt x="137841" y="9316"/>
                    <a:pt x="134862" y="11732"/>
                  </a:cubicBezTo>
                  <a:cubicBezTo>
                    <a:pt x="131415" y="14529"/>
                    <a:pt x="128149" y="17665"/>
                    <a:pt x="124700" y="20457"/>
                  </a:cubicBezTo>
                  <a:cubicBezTo>
                    <a:pt x="120681" y="23709"/>
                    <a:pt x="116461" y="26565"/>
                    <a:pt x="112085" y="28971"/>
                  </a:cubicBezTo>
                  <a:cubicBezTo>
                    <a:pt x="103869" y="33488"/>
                    <a:pt x="95132" y="36387"/>
                    <a:pt x="86236" y="37674"/>
                  </a:cubicBezTo>
                  <a:cubicBezTo>
                    <a:pt x="82434" y="38224"/>
                    <a:pt x="78620" y="38471"/>
                    <a:pt x="74803" y="38471"/>
                  </a:cubicBezTo>
                  <a:cubicBezTo>
                    <a:pt x="58405" y="38471"/>
                    <a:pt x="41951" y="33908"/>
                    <a:pt x="26125" y="29171"/>
                  </a:cubicBezTo>
                  <a:cubicBezTo>
                    <a:pt x="17408" y="26561"/>
                    <a:pt x="8732" y="23693"/>
                    <a:pt x="0" y="21148"/>
                  </a:cubicBezTo>
                  <a:lnTo>
                    <a:pt x="0" y="30371"/>
                  </a:lnTo>
                  <a:cubicBezTo>
                    <a:pt x="3472" y="33108"/>
                    <a:pt x="7489" y="35009"/>
                    <a:pt x="11115" y="36595"/>
                  </a:cubicBezTo>
                  <a:cubicBezTo>
                    <a:pt x="17532" y="39404"/>
                    <a:pt x="24220" y="41608"/>
                    <a:pt x="30929" y="42938"/>
                  </a:cubicBezTo>
                  <a:cubicBezTo>
                    <a:pt x="38228" y="44386"/>
                    <a:pt x="45630" y="44923"/>
                    <a:pt x="53022" y="44923"/>
                  </a:cubicBezTo>
                  <a:cubicBezTo>
                    <a:pt x="55748" y="44923"/>
                    <a:pt x="58473" y="44850"/>
                    <a:pt x="61191" y="44723"/>
                  </a:cubicBezTo>
                  <a:cubicBezTo>
                    <a:pt x="71533" y="44237"/>
                    <a:pt x="81978" y="43258"/>
                    <a:pt x="92233" y="41498"/>
                  </a:cubicBezTo>
                  <a:cubicBezTo>
                    <a:pt x="102742" y="39694"/>
                    <a:pt x="112661" y="35767"/>
                    <a:pt x="122701" y="31597"/>
                  </a:cubicBezTo>
                  <a:cubicBezTo>
                    <a:pt x="132437" y="27557"/>
                    <a:pt x="142206" y="24207"/>
                    <a:pt x="152521" y="24092"/>
                  </a:cubicBezTo>
                  <a:cubicBezTo>
                    <a:pt x="152754" y="24089"/>
                    <a:pt x="152988" y="24088"/>
                    <a:pt x="153222" y="24088"/>
                  </a:cubicBezTo>
                  <a:cubicBezTo>
                    <a:pt x="163194" y="24088"/>
                    <a:pt x="173100" y="26520"/>
                    <a:pt x="182555" y="30450"/>
                  </a:cubicBezTo>
                  <a:cubicBezTo>
                    <a:pt x="187610" y="32550"/>
                    <a:pt x="192565" y="35025"/>
                    <a:pt x="197604" y="37193"/>
                  </a:cubicBezTo>
                  <a:cubicBezTo>
                    <a:pt x="202625" y="39352"/>
                    <a:pt x="207681" y="41382"/>
                    <a:pt x="212770" y="43265"/>
                  </a:cubicBezTo>
                  <a:cubicBezTo>
                    <a:pt x="219747" y="45846"/>
                    <a:pt x="226825" y="48256"/>
                    <a:pt x="233940" y="50286"/>
                  </a:cubicBezTo>
                  <a:lnTo>
                    <a:pt x="233940" y="34729"/>
                  </a:lnTo>
                  <a:cubicBezTo>
                    <a:pt x="233339" y="34539"/>
                    <a:pt x="232731" y="34368"/>
                    <a:pt x="232112" y="34224"/>
                  </a:cubicBezTo>
                  <a:cubicBezTo>
                    <a:pt x="229270" y="33551"/>
                    <a:pt x="226381" y="33250"/>
                    <a:pt x="223499" y="32996"/>
                  </a:cubicBezTo>
                  <a:cubicBezTo>
                    <a:pt x="219753" y="32668"/>
                    <a:pt x="216005" y="32333"/>
                    <a:pt x="212261" y="31960"/>
                  </a:cubicBezTo>
                  <a:cubicBezTo>
                    <a:pt x="208072" y="31543"/>
                    <a:pt x="203886" y="31089"/>
                    <a:pt x="199705" y="30539"/>
                  </a:cubicBezTo>
                  <a:cubicBezTo>
                    <a:pt x="195713" y="30014"/>
                    <a:pt x="191661" y="29550"/>
                    <a:pt x="187710" y="28635"/>
                  </a:cubicBezTo>
                  <a:cubicBezTo>
                    <a:pt x="184185" y="27821"/>
                    <a:pt x="180587" y="27222"/>
                    <a:pt x="177204" y="25665"/>
                  </a:cubicBezTo>
                  <a:cubicBezTo>
                    <a:pt x="175719" y="24980"/>
                    <a:pt x="173996" y="24080"/>
                    <a:pt x="173054" y="22380"/>
                  </a:cubicBezTo>
                  <a:cubicBezTo>
                    <a:pt x="172381" y="21164"/>
                    <a:pt x="172300" y="19467"/>
                    <a:pt x="173266" y="18466"/>
                  </a:cubicBezTo>
                  <a:cubicBezTo>
                    <a:pt x="174400" y="17293"/>
                    <a:pt x="176205" y="17248"/>
                    <a:pt x="177591" y="17230"/>
                  </a:cubicBezTo>
                  <a:cubicBezTo>
                    <a:pt x="177667" y="17230"/>
                    <a:pt x="177743" y="17229"/>
                    <a:pt x="177820" y="17229"/>
                  </a:cubicBezTo>
                  <a:cubicBezTo>
                    <a:pt x="179957" y="17229"/>
                    <a:pt x="182098" y="17572"/>
                    <a:pt x="184206" y="17983"/>
                  </a:cubicBezTo>
                  <a:cubicBezTo>
                    <a:pt x="186167" y="18365"/>
                    <a:pt x="188113" y="18845"/>
                    <a:pt x="190056" y="19342"/>
                  </a:cubicBezTo>
                  <a:cubicBezTo>
                    <a:pt x="192155" y="19880"/>
                    <a:pt x="194290" y="20178"/>
                    <a:pt x="196416" y="20482"/>
                  </a:cubicBezTo>
                  <a:cubicBezTo>
                    <a:pt x="200378" y="21047"/>
                    <a:pt x="204372" y="21430"/>
                    <a:pt x="208364" y="21430"/>
                  </a:cubicBezTo>
                  <a:cubicBezTo>
                    <a:pt x="209889" y="21430"/>
                    <a:pt x="211413" y="21374"/>
                    <a:pt x="212936" y="21251"/>
                  </a:cubicBezTo>
                  <a:cubicBezTo>
                    <a:pt x="218320" y="20818"/>
                    <a:pt x="223791" y="19532"/>
                    <a:pt x="228641" y="16425"/>
                  </a:cubicBezTo>
                  <a:cubicBezTo>
                    <a:pt x="230586" y="15179"/>
                    <a:pt x="232358" y="13636"/>
                    <a:pt x="233940" y="11842"/>
                  </a:cubicBezTo>
                  <a:lnTo>
                    <a:pt x="233940" y="0"/>
                  </a:ln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8"/>
            <p:cNvSpPr/>
            <p:nvPr/>
          </p:nvSpPr>
          <p:spPr>
            <a:xfrm>
              <a:off x="-88861" y="1234528"/>
              <a:ext cx="5153814" cy="1015564"/>
            </a:xfrm>
            <a:custGeom>
              <a:rect b="b" l="l" r="r" t="t"/>
              <a:pathLst>
                <a:path extrusionOk="0" h="25378" w="128789">
                  <a:moveTo>
                    <a:pt x="125460" y="1"/>
                  </a:moveTo>
                  <a:cubicBezTo>
                    <a:pt x="124112" y="1"/>
                    <a:pt x="122755" y="233"/>
                    <a:pt x="121432" y="495"/>
                  </a:cubicBezTo>
                  <a:cubicBezTo>
                    <a:pt x="117708" y="1235"/>
                    <a:pt x="114038" y="2428"/>
                    <a:pt x="110408" y="3702"/>
                  </a:cubicBezTo>
                  <a:cubicBezTo>
                    <a:pt x="101528" y="6816"/>
                    <a:pt x="92732" y="10293"/>
                    <a:pt x="83787" y="13112"/>
                  </a:cubicBezTo>
                  <a:cubicBezTo>
                    <a:pt x="72182" y="16772"/>
                    <a:pt x="60329" y="19483"/>
                    <a:pt x="48340" y="19746"/>
                  </a:cubicBezTo>
                  <a:cubicBezTo>
                    <a:pt x="47589" y="19762"/>
                    <a:pt x="46838" y="19771"/>
                    <a:pt x="46087" y="19771"/>
                  </a:cubicBezTo>
                  <a:cubicBezTo>
                    <a:pt x="36277" y="19771"/>
                    <a:pt x="26528" y="18319"/>
                    <a:pt x="17277" y="13958"/>
                  </a:cubicBezTo>
                  <a:cubicBezTo>
                    <a:pt x="14817" y="12796"/>
                    <a:pt x="12434" y="11433"/>
                    <a:pt x="10052" y="10038"/>
                  </a:cubicBezTo>
                  <a:cubicBezTo>
                    <a:pt x="7467" y="8528"/>
                    <a:pt x="4765" y="7378"/>
                    <a:pt x="2106" y="6103"/>
                  </a:cubicBezTo>
                  <a:cubicBezTo>
                    <a:pt x="1402" y="5766"/>
                    <a:pt x="699" y="5418"/>
                    <a:pt x="0" y="5056"/>
                  </a:cubicBezTo>
                  <a:lnTo>
                    <a:pt x="0" y="11211"/>
                  </a:lnTo>
                  <a:cubicBezTo>
                    <a:pt x="4701" y="13100"/>
                    <a:pt x="9362" y="15161"/>
                    <a:pt x="14041" y="17090"/>
                  </a:cubicBezTo>
                  <a:cubicBezTo>
                    <a:pt x="16400" y="18063"/>
                    <a:pt x="18775" y="19117"/>
                    <a:pt x="21195" y="19846"/>
                  </a:cubicBezTo>
                  <a:cubicBezTo>
                    <a:pt x="23656" y="20587"/>
                    <a:pt x="26170" y="20896"/>
                    <a:pt x="28695" y="21030"/>
                  </a:cubicBezTo>
                  <a:cubicBezTo>
                    <a:pt x="33506" y="21285"/>
                    <a:pt x="38258" y="21488"/>
                    <a:pt x="43036" y="22348"/>
                  </a:cubicBezTo>
                  <a:cubicBezTo>
                    <a:pt x="47992" y="23241"/>
                    <a:pt x="52914" y="24461"/>
                    <a:pt x="57900" y="25055"/>
                  </a:cubicBezTo>
                  <a:cubicBezTo>
                    <a:pt x="59669" y="25266"/>
                    <a:pt x="61430" y="25377"/>
                    <a:pt x="63185" y="25377"/>
                  </a:cubicBezTo>
                  <a:cubicBezTo>
                    <a:pt x="66528" y="25377"/>
                    <a:pt x="69851" y="24974"/>
                    <a:pt x="73168" y="24091"/>
                  </a:cubicBezTo>
                  <a:cubicBezTo>
                    <a:pt x="82572" y="21585"/>
                    <a:pt x="91311" y="16379"/>
                    <a:pt x="100290" y="12209"/>
                  </a:cubicBezTo>
                  <a:cubicBezTo>
                    <a:pt x="102551" y="11159"/>
                    <a:pt x="104832" y="10174"/>
                    <a:pt x="107142" y="9317"/>
                  </a:cubicBezTo>
                  <a:cubicBezTo>
                    <a:pt x="109515" y="8437"/>
                    <a:pt x="111919" y="7831"/>
                    <a:pt x="114326" y="7132"/>
                  </a:cubicBezTo>
                  <a:cubicBezTo>
                    <a:pt x="119263" y="5699"/>
                    <a:pt x="123997" y="3389"/>
                    <a:pt x="128789" y="1350"/>
                  </a:cubicBezTo>
                  <a:cubicBezTo>
                    <a:pt x="128436" y="255"/>
                    <a:pt x="127130" y="101"/>
                    <a:pt x="126329" y="35"/>
                  </a:cubicBezTo>
                  <a:cubicBezTo>
                    <a:pt x="126040" y="12"/>
                    <a:pt x="125750" y="1"/>
                    <a:pt x="125460" y="1"/>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8"/>
            <p:cNvSpPr/>
            <p:nvPr/>
          </p:nvSpPr>
          <p:spPr>
            <a:xfrm>
              <a:off x="-89101" y="3200694"/>
              <a:ext cx="949935" cy="459281"/>
            </a:xfrm>
            <a:custGeom>
              <a:rect b="b" l="l" r="r" t="t"/>
              <a:pathLst>
                <a:path extrusionOk="0" h="11477" w="23738">
                  <a:moveTo>
                    <a:pt x="0" y="0"/>
                  </a:moveTo>
                  <a:lnTo>
                    <a:pt x="0" y="7277"/>
                  </a:lnTo>
                  <a:cubicBezTo>
                    <a:pt x="3475" y="8436"/>
                    <a:pt x="6937" y="9675"/>
                    <a:pt x="10474" y="10467"/>
                  </a:cubicBezTo>
                  <a:cubicBezTo>
                    <a:pt x="12599" y="10942"/>
                    <a:pt x="14945" y="11477"/>
                    <a:pt x="17230" y="11477"/>
                  </a:cubicBezTo>
                  <a:cubicBezTo>
                    <a:pt x="18607" y="11477"/>
                    <a:pt x="19963" y="11282"/>
                    <a:pt x="21233" y="10762"/>
                  </a:cubicBezTo>
                  <a:cubicBezTo>
                    <a:pt x="22964" y="10052"/>
                    <a:pt x="23737" y="8373"/>
                    <a:pt x="22783" y="6233"/>
                  </a:cubicBezTo>
                  <a:cubicBezTo>
                    <a:pt x="21854" y="4148"/>
                    <a:pt x="19780" y="3350"/>
                    <a:pt x="18049" y="2892"/>
                  </a:cubicBezTo>
                  <a:cubicBezTo>
                    <a:pt x="14044" y="1834"/>
                    <a:pt x="9964" y="2398"/>
                    <a:pt x="5923" y="1958"/>
                  </a:cubicBezTo>
                  <a:cubicBezTo>
                    <a:pt x="3848" y="1734"/>
                    <a:pt x="1868" y="1036"/>
                    <a:pt x="0"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8"/>
            <p:cNvSpPr/>
            <p:nvPr/>
          </p:nvSpPr>
          <p:spPr>
            <a:xfrm>
              <a:off x="-89101" y="1559514"/>
              <a:ext cx="9361814" cy="2217890"/>
            </a:xfrm>
            <a:custGeom>
              <a:rect b="b" l="l" r="r" t="t"/>
              <a:pathLst>
                <a:path extrusionOk="0" h="55423" w="233943">
                  <a:moveTo>
                    <a:pt x="144772" y="1"/>
                  </a:moveTo>
                  <a:cubicBezTo>
                    <a:pt x="142102" y="1"/>
                    <a:pt x="139431" y="96"/>
                    <a:pt x="136766" y="286"/>
                  </a:cubicBezTo>
                  <a:cubicBezTo>
                    <a:pt x="128012" y="909"/>
                    <a:pt x="119276" y="2552"/>
                    <a:pt x="110812" y="5489"/>
                  </a:cubicBezTo>
                  <a:cubicBezTo>
                    <a:pt x="106624" y="6944"/>
                    <a:pt x="102575" y="8874"/>
                    <a:pt x="98468" y="10653"/>
                  </a:cubicBezTo>
                  <a:cubicBezTo>
                    <a:pt x="93953" y="12609"/>
                    <a:pt x="89399" y="14424"/>
                    <a:pt x="84794" y="16010"/>
                  </a:cubicBezTo>
                  <a:cubicBezTo>
                    <a:pt x="74251" y="19642"/>
                    <a:pt x="63428" y="21981"/>
                    <a:pt x="52620" y="21981"/>
                  </a:cubicBezTo>
                  <a:cubicBezTo>
                    <a:pt x="45059" y="21981"/>
                    <a:pt x="37505" y="20836"/>
                    <a:pt x="30059" y="18189"/>
                  </a:cubicBezTo>
                  <a:cubicBezTo>
                    <a:pt x="25579" y="16596"/>
                    <a:pt x="21178" y="14667"/>
                    <a:pt x="16828" y="12578"/>
                  </a:cubicBezTo>
                  <a:cubicBezTo>
                    <a:pt x="12514" y="10509"/>
                    <a:pt x="8272" y="8266"/>
                    <a:pt x="3815" y="6712"/>
                  </a:cubicBezTo>
                  <a:cubicBezTo>
                    <a:pt x="2549" y="6272"/>
                    <a:pt x="1276" y="5888"/>
                    <a:pt x="0" y="5548"/>
                  </a:cubicBezTo>
                  <a:lnTo>
                    <a:pt x="0" y="23614"/>
                  </a:lnTo>
                  <a:cubicBezTo>
                    <a:pt x="12657" y="29572"/>
                    <a:pt x="26166" y="33013"/>
                    <a:pt x="39600" y="33024"/>
                  </a:cubicBezTo>
                  <a:cubicBezTo>
                    <a:pt x="39625" y="33024"/>
                    <a:pt x="39649" y="33024"/>
                    <a:pt x="39674" y="33024"/>
                  </a:cubicBezTo>
                  <a:cubicBezTo>
                    <a:pt x="43920" y="33024"/>
                    <a:pt x="48167" y="32654"/>
                    <a:pt x="52367" y="31843"/>
                  </a:cubicBezTo>
                  <a:cubicBezTo>
                    <a:pt x="54553" y="31420"/>
                    <a:pt x="56709" y="30737"/>
                    <a:pt x="58881" y="30217"/>
                  </a:cubicBezTo>
                  <a:cubicBezTo>
                    <a:pt x="61539" y="29579"/>
                    <a:pt x="64252" y="29008"/>
                    <a:pt x="66965" y="29005"/>
                  </a:cubicBezTo>
                  <a:cubicBezTo>
                    <a:pt x="66982" y="29005"/>
                    <a:pt x="66999" y="29005"/>
                    <a:pt x="67017" y="29005"/>
                  </a:cubicBezTo>
                  <a:cubicBezTo>
                    <a:pt x="68762" y="29005"/>
                    <a:pt x="71102" y="29156"/>
                    <a:pt x="72309" y="31005"/>
                  </a:cubicBezTo>
                  <a:cubicBezTo>
                    <a:pt x="73261" y="32464"/>
                    <a:pt x="73035" y="34779"/>
                    <a:pt x="72433" y="36381"/>
                  </a:cubicBezTo>
                  <a:cubicBezTo>
                    <a:pt x="71760" y="38175"/>
                    <a:pt x="70452" y="39418"/>
                    <a:pt x="69067" y="40261"/>
                  </a:cubicBezTo>
                  <a:cubicBezTo>
                    <a:pt x="65139" y="42655"/>
                    <a:pt x="60371" y="42850"/>
                    <a:pt x="56096" y="42852"/>
                  </a:cubicBezTo>
                  <a:cubicBezTo>
                    <a:pt x="56089" y="42852"/>
                    <a:pt x="56082" y="42852"/>
                    <a:pt x="56075" y="42852"/>
                  </a:cubicBezTo>
                  <a:cubicBezTo>
                    <a:pt x="46902" y="42852"/>
                    <a:pt x="37792" y="41022"/>
                    <a:pt x="28834" y="38660"/>
                  </a:cubicBezTo>
                  <a:cubicBezTo>
                    <a:pt x="19225" y="36125"/>
                    <a:pt x="9684" y="33151"/>
                    <a:pt x="0" y="31087"/>
                  </a:cubicBezTo>
                  <a:lnTo>
                    <a:pt x="0" y="40459"/>
                  </a:lnTo>
                  <a:cubicBezTo>
                    <a:pt x="415" y="40687"/>
                    <a:pt x="838" y="40900"/>
                    <a:pt x="1269" y="41094"/>
                  </a:cubicBezTo>
                  <a:cubicBezTo>
                    <a:pt x="3834" y="42246"/>
                    <a:pt x="6360" y="42550"/>
                    <a:pt x="9049" y="42595"/>
                  </a:cubicBezTo>
                  <a:cubicBezTo>
                    <a:pt x="11321" y="42632"/>
                    <a:pt x="13601" y="42650"/>
                    <a:pt x="15862" y="42966"/>
                  </a:cubicBezTo>
                  <a:cubicBezTo>
                    <a:pt x="17766" y="43232"/>
                    <a:pt x="19811" y="43645"/>
                    <a:pt x="21476" y="44925"/>
                  </a:cubicBezTo>
                  <a:cubicBezTo>
                    <a:pt x="22689" y="45858"/>
                    <a:pt x="23822" y="47631"/>
                    <a:pt x="23620" y="49546"/>
                  </a:cubicBezTo>
                  <a:cubicBezTo>
                    <a:pt x="23450" y="51198"/>
                    <a:pt x="22153" y="51995"/>
                    <a:pt x="21013" y="52388"/>
                  </a:cubicBezTo>
                  <a:cubicBezTo>
                    <a:pt x="19769" y="52816"/>
                    <a:pt x="18468" y="52983"/>
                    <a:pt x="17149" y="52983"/>
                  </a:cubicBezTo>
                  <a:cubicBezTo>
                    <a:pt x="14678" y="52983"/>
                    <a:pt x="12147" y="52396"/>
                    <a:pt x="9822" y="51845"/>
                  </a:cubicBezTo>
                  <a:cubicBezTo>
                    <a:pt x="6510" y="51059"/>
                    <a:pt x="3259" y="49899"/>
                    <a:pt x="0" y="48810"/>
                  </a:cubicBezTo>
                  <a:lnTo>
                    <a:pt x="0" y="54602"/>
                  </a:lnTo>
                  <a:cubicBezTo>
                    <a:pt x="5036" y="55007"/>
                    <a:pt x="10079" y="55225"/>
                    <a:pt x="15119" y="55348"/>
                  </a:cubicBezTo>
                  <a:cubicBezTo>
                    <a:pt x="17082" y="55396"/>
                    <a:pt x="19048" y="55423"/>
                    <a:pt x="21015" y="55423"/>
                  </a:cubicBezTo>
                  <a:cubicBezTo>
                    <a:pt x="29997" y="55423"/>
                    <a:pt x="38994" y="54866"/>
                    <a:pt x="47880" y="53219"/>
                  </a:cubicBezTo>
                  <a:cubicBezTo>
                    <a:pt x="52943" y="52282"/>
                    <a:pt x="58028" y="51048"/>
                    <a:pt x="62912" y="49101"/>
                  </a:cubicBezTo>
                  <a:cubicBezTo>
                    <a:pt x="67581" y="47240"/>
                    <a:pt x="72025" y="44594"/>
                    <a:pt x="76326" y="41657"/>
                  </a:cubicBezTo>
                  <a:cubicBezTo>
                    <a:pt x="84683" y="35949"/>
                    <a:pt x="92557" y="29085"/>
                    <a:pt x="101261" y="24207"/>
                  </a:cubicBezTo>
                  <a:cubicBezTo>
                    <a:pt x="110109" y="19249"/>
                    <a:pt x="119692" y="17446"/>
                    <a:pt x="129288" y="16670"/>
                  </a:cubicBezTo>
                  <a:cubicBezTo>
                    <a:pt x="132649" y="16399"/>
                    <a:pt x="136013" y="16271"/>
                    <a:pt x="139377" y="16271"/>
                  </a:cubicBezTo>
                  <a:cubicBezTo>
                    <a:pt x="157478" y="16271"/>
                    <a:pt x="175585" y="19963"/>
                    <a:pt x="193212" y="24804"/>
                  </a:cubicBezTo>
                  <a:cubicBezTo>
                    <a:pt x="203630" y="27665"/>
                    <a:pt x="214279" y="30372"/>
                    <a:pt x="224304" y="35040"/>
                  </a:cubicBezTo>
                  <a:cubicBezTo>
                    <a:pt x="227597" y="36575"/>
                    <a:pt x="230795" y="38437"/>
                    <a:pt x="233942" y="40411"/>
                  </a:cubicBezTo>
                  <a:lnTo>
                    <a:pt x="233942" y="31703"/>
                  </a:lnTo>
                  <a:cubicBezTo>
                    <a:pt x="228231" y="27859"/>
                    <a:pt x="222155" y="24807"/>
                    <a:pt x="216214" y="21705"/>
                  </a:cubicBezTo>
                  <a:cubicBezTo>
                    <a:pt x="207456" y="17134"/>
                    <a:pt x="198525" y="13002"/>
                    <a:pt x="189487" y="9410"/>
                  </a:cubicBezTo>
                  <a:cubicBezTo>
                    <a:pt x="180687" y="5912"/>
                    <a:pt x="171778" y="2926"/>
                    <a:pt x="162615" y="1437"/>
                  </a:cubicBezTo>
                  <a:cubicBezTo>
                    <a:pt x="156702" y="476"/>
                    <a:pt x="150736" y="1"/>
                    <a:pt x="144772" y="1"/>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8"/>
            <p:cNvSpPr/>
            <p:nvPr/>
          </p:nvSpPr>
          <p:spPr>
            <a:xfrm>
              <a:off x="4312517" y="2474126"/>
              <a:ext cx="4960169" cy="2176352"/>
            </a:xfrm>
            <a:custGeom>
              <a:rect b="b" l="l" r="r" t="t"/>
              <a:pathLst>
                <a:path extrusionOk="0" h="54385" w="123950">
                  <a:moveTo>
                    <a:pt x="25687" y="0"/>
                  </a:moveTo>
                  <a:cubicBezTo>
                    <a:pt x="25613" y="0"/>
                    <a:pt x="25540" y="0"/>
                    <a:pt x="25467" y="0"/>
                  </a:cubicBezTo>
                  <a:cubicBezTo>
                    <a:pt x="22189" y="8"/>
                    <a:pt x="18895" y="286"/>
                    <a:pt x="15653" y="893"/>
                  </a:cubicBezTo>
                  <a:cubicBezTo>
                    <a:pt x="12106" y="1558"/>
                    <a:pt x="8455" y="2579"/>
                    <a:pt x="5276" y="4757"/>
                  </a:cubicBezTo>
                  <a:cubicBezTo>
                    <a:pt x="2358" y="6754"/>
                    <a:pt x="1" y="10011"/>
                    <a:pt x="133" y="14446"/>
                  </a:cubicBezTo>
                  <a:cubicBezTo>
                    <a:pt x="289" y="19675"/>
                    <a:pt x="3866" y="23250"/>
                    <a:pt x="7286" y="25363"/>
                  </a:cubicBezTo>
                  <a:cubicBezTo>
                    <a:pt x="11223" y="27796"/>
                    <a:pt x="15408" y="28684"/>
                    <a:pt x="19651" y="28684"/>
                  </a:cubicBezTo>
                  <a:cubicBezTo>
                    <a:pt x="25154" y="28684"/>
                    <a:pt x="30756" y="27191"/>
                    <a:pt x="36046" y="25632"/>
                  </a:cubicBezTo>
                  <a:cubicBezTo>
                    <a:pt x="41465" y="24035"/>
                    <a:pt x="46862" y="22167"/>
                    <a:pt x="52380" y="21177"/>
                  </a:cubicBezTo>
                  <a:cubicBezTo>
                    <a:pt x="56587" y="20424"/>
                    <a:pt x="60828" y="20023"/>
                    <a:pt x="65073" y="20023"/>
                  </a:cubicBezTo>
                  <a:cubicBezTo>
                    <a:pt x="66363" y="20023"/>
                    <a:pt x="67654" y="20060"/>
                    <a:pt x="68944" y="20135"/>
                  </a:cubicBezTo>
                  <a:cubicBezTo>
                    <a:pt x="79965" y="20783"/>
                    <a:pt x="90870" y="24103"/>
                    <a:pt x="100937" y="29809"/>
                  </a:cubicBezTo>
                  <a:cubicBezTo>
                    <a:pt x="105755" y="32540"/>
                    <a:pt x="110519" y="35684"/>
                    <a:pt x="114557" y="40038"/>
                  </a:cubicBezTo>
                  <a:cubicBezTo>
                    <a:pt x="118056" y="43811"/>
                    <a:pt x="120978" y="48359"/>
                    <a:pt x="123419" y="53277"/>
                  </a:cubicBezTo>
                  <a:cubicBezTo>
                    <a:pt x="123600" y="53644"/>
                    <a:pt x="123773" y="54016"/>
                    <a:pt x="123950" y="54384"/>
                  </a:cubicBezTo>
                  <a:lnTo>
                    <a:pt x="123950" y="30590"/>
                  </a:lnTo>
                  <a:cubicBezTo>
                    <a:pt x="115011" y="23740"/>
                    <a:pt x="104675" y="20070"/>
                    <a:pt x="94699" y="16430"/>
                  </a:cubicBezTo>
                  <a:cubicBezTo>
                    <a:pt x="83278" y="12265"/>
                    <a:pt x="71945" y="7950"/>
                    <a:pt x="60279" y="4996"/>
                  </a:cubicBezTo>
                  <a:cubicBezTo>
                    <a:pt x="48938" y="2125"/>
                    <a:pt x="37275" y="0"/>
                    <a:pt x="25687"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8"/>
            <p:cNvSpPr/>
            <p:nvPr/>
          </p:nvSpPr>
          <p:spPr>
            <a:xfrm>
              <a:off x="-89101" y="3255999"/>
              <a:ext cx="4579363" cy="1972262"/>
            </a:xfrm>
            <a:custGeom>
              <a:rect b="b" l="l" r="r" t="t"/>
              <a:pathLst>
                <a:path extrusionOk="0" h="49285" w="114434">
                  <a:moveTo>
                    <a:pt x="97111" y="0"/>
                  </a:moveTo>
                  <a:cubicBezTo>
                    <a:pt x="92375" y="0"/>
                    <a:pt x="88229" y="4066"/>
                    <a:pt x="85079" y="8725"/>
                  </a:cubicBezTo>
                  <a:cubicBezTo>
                    <a:pt x="81036" y="14698"/>
                    <a:pt x="78056" y="22263"/>
                    <a:pt x="72346" y="26006"/>
                  </a:cubicBezTo>
                  <a:cubicBezTo>
                    <a:pt x="69011" y="28192"/>
                    <a:pt x="65286" y="29191"/>
                    <a:pt x="61597" y="29874"/>
                  </a:cubicBezTo>
                  <a:cubicBezTo>
                    <a:pt x="57172" y="30696"/>
                    <a:pt x="52733" y="31343"/>
                    <a:pt x="48270" y="31736"/>
                  </a:cubicBezTo>
                  <a:cubicBezTo>
                    <a:pt x="43819" y="32127"/>
                    <a:pt x="39334" y="32342"/>
                    <a:pt x="34849" y="32342"/>
                  </a:cubicBezTo>
                  <a:cubicBezTo>
                    <a:pt x="29827" y="32342"/>
                    <a:pt x="24804" y="32073"/>
                    <a:pt x="19828" y="31484"/>
                  </a:cubicBezTo>
                  <a:cubicBezTo>
                    <a:pt x="13156" y="30694"/>
                    <a:pt x="6527" y="29288"/>
                    <a:pt x="0" y="27342"/>
                  </a:cubicBezTo>
                  <a:lnTo>
                    <a:pt x="0" y="45284"/>
                  </a:lnTo>
                  <a:cubicBezTo>
                    <a:pt x="0" y="47494"/>
                    <a:pt x="1415" y="49285"/>
                    <a:pt x="3161" y="49285"/>
                  </a:cubicBezTo>
                  <a:lnTo>
                    <a:pt x="54554" y="49285"/>
                  </a:lnTo>
                  <a:cubicBezTo>
                    <a:pt x="57524" y="43691"/>
                    <a:pt x="61460" y="38933"/>
                    <a:pt x="66165" y="35699"/>
                  </a:cubicBezTo>
                  <a:cubicBezTo>
                    <a:pt x="74007" y="30307"/>
                    <a:pt x="82814" y="29860"/>
                    <a:pt x="91444" y="28199"/>
                  </a:cubicBezTo>
                  <a:cubicBezTo>
                    <a:pt x="94850" y="27544"/>
                    <a:pt x="98284" y="26656"/>
                    <a:pt x="101576" y="25345"/>
                  </a:cubicBezTo>
                  <a:cubicBezTo>
                    <a:pt x="104402" y="24220"/>
                    <a:pt x="107468" y="22637"/>
                    <a:pt x="109397" y="19658"/>
                  </a:cubicBezTo>
                  <a:cubicBezTo>
                    <a:pt x="114434" y="11884"/>
                    <a:pt x="106261" y="3395"/>
                    <a:pt x="100927" y="890"/>
                  </a:cubicBezTo>
                  <a:cubicBezTo>
                    <a:pt x="99620" y="276"/>
                    <a:pt x="98345" y="0"/>
                    <a:pt x="97111"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8"/>
            <p:cNvSpPr/>
            <p:nvPr/>
          </p:nvSpPr>
          <p:spPr>
            <a:xfrm>
              <a:off x="2774626" y="4515847"/>
              <a:ext cx="4319449" cy="712432"/>
            </a:xfrm>
            <a:custGeom>
              <a:rect b="b" l="l" r="r" t="t"/>
              <a:pathLst>
                <a:path extrusionOk="0" h="17803" w="107939">
                  <a:moveTo>
                    <a:pt x="27543" y="0"/>
                  </a:moveTo>
                  <a:cubicBezTo>
                    <a:pt x="27240" y="0"/>
                    <a:pt x="26937" y="6"/>
                    <a:pt x="26634" y="18"/>
                  </a:cubicBezTo>
                  <a:cubicBezTo>
                    <a:pt x="24027" y="121"/>
                    <a:pt x="21392" y="745"/>
                    <a:pt x="19094" y="2364"/>
                  </a:cubicBezTo>
                  <a:cubicBezTo>
                    <a:pt x="18481" y="2797"/>
                    <a:pt x="16577" y="4050"/>
                    <a:pt x="17537" y="5118"/>
                  </a:cubicBezTo>
                  <a:cubicBezTo>
                    <a:pt x="18117" y="5762"/>
                    <a:pt x="19161" y="5928"/>
                    <a:pt x="19890" y="6091"/>
                  </a:cubicBezTo>
                  <a:cubicBezTo>
                    <a:pt x="23855" y="6979"/>
                    <a:pt x="27949" y="6569"/>
                    <a:pt x="31949" y="6998"/>
                  </a:cubicBezTo>
                  <a:cubicBezTo>
                    <a:pt x="35180" y="7344"/>
                    <a:pt x="39652" y="7834"/>
                    <a:pt x="41798" y="11379"/>
                  </a:cubicBezTo>
                  <a:cubicBezTo>
                    <a:pt x="41873" y="11504"/>
                    <a:pt x="41874" y="11697"/>
                    <a:pt x="41748" y="11777"/>
                  </a:cubicBezTo>
                  <a:cubicBezTo>
                    <a:pt x="40684" y="12461"/>
                    <a:pt x="39488" y="12703"/>
                    <a:pt x="38262" y="12703"/>
                  </a:cubicBezTo>
                  <a:cubicBezTo>
                    <a:pt x="36542" y="12703"/>
                    <a:pt x="34763" y="12227"/>
                    <a:pt x="33207" y="11823"/>
                  </a:cubicBezTo>
                  <a:cubicBezTo>
                    <a:pt x="31601" y="11407"/>
                    <a:pt x="30013" y="10894"/>
                    <a:pt x="28412" y="10466"/>
                  </a:cubicBezTo>
                  <a:cubicBezTo>
                    <a:pt x="26593" y="9980"/>
                    <a:pt x="24742" y="9711"/>
                    <a:pt x="22919" y="9248"/>
                  </a:cubicBezTo>
                  <a:cubicBezTo>
                    <a:pt x="18811" y="8207"/>
                    <a:pt x="14751" y="6811"/>
                    <a:pt x="10581" y="6185"/>
                  </a:cubicBezTo>
                  <a:cubicBezTo>
                    <a:pt x="9499" y="6023"/>
                    <a:pt x="8286" y="5852"/>
                    <a:pt x="7075" y="5852"/>
                  </a:cubicBezTo>
                  <a:cubicBezTo>
                    <a:pt x="5505" y="5852"/>
                    <a:pt x="3938" y="6139"/>
                    <a:pt x="2667" y="7101"/>
                  </a:cubicBezTo>
                  <a:cubicBezTo>
                    <a:pt x="702" y="8588"/>
                    <a:pt x="1" y="12230"/>
                    <a:pt x="827" y="14868"/>
                  </a:cubicBezTo>
                  <a:cubicBezTo>
                    <a:pt x="1191" y="16035"/>
                    <a:pt x="1835" y="16995"/>
                    <a:pt x="2588" y="17803"/>
                  </a:cubicBezTo>
                  <a:lnTo>
                    <a:pt x="107349" y="17803"/>
                  </a:lnTo>
                  <a:cubicBezTo>
                    <a:pt x="107939" y="14229"/>
                    <a:pt x="104542" y="9947"/>
                    <a:pt x="102361" y="8404"/>
                  </a:cubicBezTo>
                  <a:cubicBezTo>
                    <a:pt x="99751" y="6560"/>
                    <a:pt x="96718" y="5974"/>
                    <a:pt x="93716" y="5974"/>
                  </a:cubicBezTo>
                  <a:cubicBezTo>
                    <a:pt x="92496" y="5974"/>
                    <a:pt x="91282" y="6070"/>
                    <a:pt x="90103" y="6219"/>
                  </a:cubicBezTo>
                  <a:cubicBezTo>
                    <a:pt x="87978" y="6486"/>
                    <a:pt x="85895" y="7048"/>
                    <a:pt x="83786" y="7444"/>
                  </a:cubicBezTo>
                  <a:cubicBezTo>
                    <a:pt x="81051" y="7961"/>
                    <a:pt x="78295" y="8278"/>
                    <a:pt x="75534" y="8442"/>
                  </a:cubicBezTo>
                  <a:cubicBezTo>
                    <a:pt x="74026" y="8532"/>
                    <a:pt x="72516" y="8576"/>
                    <a:pt x="71005" y="8576"/>
                  </a:cubicBezTo>
                  <a:cubicBezTo>
                    <a:pt x="66567" y="8576"/>
                    <a:pt x="62125" y="8194"/>
                    <a:pt x="57730" y="7447"/>
                  </a:cubicBezTo>
                  <a:cubicBezTo>
                    <a:pt x="52546" y="6565"/>
                    <a:pt x="47524" y="4962"/>
                    <a:pt x="42478" y="3264"/>
                  </a:cubicBezTo>
                  <a:cubicBezTo>
                    <a:pt x="37619" y="1632"/>
                    <a:pt x="32605" y="0"/>
                    <a:pt x="27543"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8"/>
            <p:cNvSpPr/>
            <p:nvPr/>
          </p:nvSpPr>
          <p:spPr>
            <a:xfrm>
              <a:off x="8048796" y="4511685"/>
              <a:ext cx="658408" cy="716833"/>
            </a:xfrm>
            <a:custGeom>
              <a:rect b="b" l="l" r="r" t="t"/>
              <a:pathLst>
                <a:path extrusionOk="0" h="17913" w="16453">
                  <a:moveTo>
                    <a:pt x="3031" y="0"/>
                  </a:moveTo>
                  <a:cubicBezTo>
                    <a:pt x="3004" y="0"/>
                    <a:pt x="2977" y="1"/>
                    <a:pt x="2950" y="2"/>
                  </a:cubicBezTo>
                  <a:cubicBezTo>
                    <a:pt x="1" y="132"/>
                    <a:pt x="2474" y="3624"/>
                    <a:pt x="3374" y="4819"/>
                  </a:cubicBezTo>
                  <a:cubicBezTo>
                    <a:pt x="5353" y="7446"/>
                    <a:pt x="8065" y="13097"/>
                    <a:pt x="8485" y="17912"/>
                  </a:cubicBezTo>
                  <a:lnTo>
                    <a:pt x="16452" y="17912"/>
                  </a:lnTo>
                  <a:cubicBezTo>
                    <a:pt x="15488" y="16742"/>
                    <a:pt x="14559" y="15523"/>
                    <a:pt x="13682" y="14232"/>
                  </a:cubicBezTo>
                  <a:cubicBezTo>
                    <a:pt x="11356" y="10805"/>
                    <a:pt x="9597" y="6836"/>
                    <a:pt x="7171" y="3507"/>
                  </a:cubicBezTo>
                  <a:cubicBezTo>
                    <a:pt x="6176" y="2144"/>
                    <a:pt x="4651" y="0"/>
                    <a:pt x="3031"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8"/>
            <p:cNvSpPr/>
            <p:nvPr/>
          </p:nvSpPr>
          <p:spPr>
            <a:xfrm>
              <a:off x="4946282" y="3681071"/>
              <a:ext cx="4326332" cy="1547277"/>
            </a:xfrm>
            <a:custGeom>
              <a:rect b="b" l="l" r="r" t="t"/>
              <a:pathLst>
                <a:path extrusionOk="0" h="38665" w="108111">
                  <a:moveTo>
                    <a:pt x="45814" y="1"/>
                  </a:moveTo>
                  <a:cubicBezTo>
                    <a:pt x="35137" y="1"/>
                    <a:pt x="24388" y="2076"/>
                    <a:pt x="14090" y="5571"/>
                  </a:cubicBezTo>
                  <a:cubicBezTo>
                    <a:pt x="10624" y="6748"/>
                    <a:pt x="7061" y="8059"/>
                    <a:pt x="3946" y="10366"/>
                  </a:cubicBezTo>
                  <a:cubicBezTo>
                    <a:pt x="2615" y="11352"/>
                    <a:pt x="1078" y="12695"/>
                    <a:pt x="565" y="14641"/>
                  </a:cubicBezTo>
                  <a:cubicBezTo>
                    <a:pt x="1" y="16782"/>
                    <a:pt x="1151" y="18845"/>
                    <a:pt x="2414" y="20142"/>
                  </a:cubicBezTo>
                  <a:cubicBezTo>
                    <a:pt x="4524" y="22313"/>
                    <a:pt x="7328" y="22930"/>
                    <a:pt x="10110" y="22930"/>
                  </a:cubicBezTo>
                  <a:cubicBezTo>
                    <a:pt x="11691" y="22930"/>
                    <a:pt x="13266" y="22730"/>
                    <a:pt x="14702" y="22504"/>
                  </a:cubicBezTo>
                  <a:cubicBezTo>
                    <a:pt x="19304" y="21780"/>
                    <a:pt x="23791" y="20252"/>
                    <a:pt x="28307" y="18979"/>
                  </a:cubicBezTo>
                  <a:cubicBezTo>
                    <a:pt x="31469" y="18088"/>
                    <a:pt x="34583" y="17727"/>
                    <a:pt x="37812" y="17553"/>
                  </a:cubicBezTo>
                  <a:cubicBezTo>
                    <a:pt x="39567" y="17460"/>
                    <a:pt x="41324" y="17409"/>
                    <a:pt x="43081" y="17409"/>
                  </a:cubicBezTo>
                  <a:cubicBezTo>
                    <a:pt x="45289" y="17409"/>
                    <a:pt x="47497" y="17490"/>
                    <a:pt x="49701" y="17670"/>
                  </a:cubicBezTo>
                  <a:cubicBezTo>
                    <a:pt x="53900" y="18013"/>
                    <a:pt x="58120" y="18692"/>
                    <a:pt x="62182" y="20121"/>
                  </a:cubicBezTo>
                  <a:cubicBezTo>
                    <a:pt x="65643" y="21338"/>
                    <a:pt x="69140" y="23140"/>
                    <a:pt x="71836" y="26229"/>
                  </a:cubicBezTo>
                  <a:cubicBezTo>
                    <a:pt x="74556" y="29344"/>
                    <a:pt x="76197" y="34210"/>
                    <a:pt x="75759" y="38664"/>
                  </a:cubicBezTo>
                  <a:lnTo>
                    <a:pt x="85535" y="38664"/>
                  </a:lnTo>
                  <a:cubicBezTo>
                    <a:pt x="85296" y="35981"/>
                    <a:pt x="84353" y="33119"/>
                    <a:pt x="83500" y="31067"/>
                  </a:cubicBezTo>
                  <a:cubicBezTo>
                    <a:pt x="82723" y="29197"/>
                    <a:pt x="81831" y="27538"/>
                    <a:pt x="80681" y="26012"/>
                  </a:cubicBezTo>
                  <a:cubicBezTo>
                    <a:pt x="79935" y="25023"/>
                    <a:pt x="78306" y="23246"/>
                    <a:pt x="78633" y="21650"/>
                  </a:cubicBezTo>
                  <a:cubicBezTo>
                    <a:pt x="78840" y="20643"/>
                    <a:pt x="79649" y="20281"/>
                    <a:pt x="80449" y="20281"/>
                  </a:cubicBezTo>
                  <a:cubicBezTo>
                    <a:pt x="80893" y="20281"/>
                    <a:pt x="81334" y="20392"/>
                    <a:pt x="81670" y="20567"/>
                  </a:cubicBezTo>
                  <a:cubicBezTo>
                    <a:pt x="83214" y="21372"/>
                    <a:pt x="84460" y="23111"/>
                    <a:pt x="85532" y="24674"/>
                  </a:cubicBezTo>
                  <a:cubicBezTo>
                    <a:pt x="88081" y="28395"/>
                    <a:pt x="90008" y="32694"/>
                    <a:pt x="92680" y="36288"/>
                  </a:cubicBezTo>
                  <a:cubicBezTo>
                    <a:pt x="93289" y="37105"/>
                    <a:pt x="93919" y="37895"/>
                    <a:pt x="94562" y="38663"/>
                  </a:cubicBezTo>
                  <a:lnTo>
                    <a:pt x="104952" y="38663"/>
                  </a:lnTo>
                  <a:cubicBezTo>
                    <a:pt x="106677" y="38663"/>
                    <a:pt x="108077" y="36912"/>
                    <a:pt x="108110" y="34738"/>
                  </a:cubicBezTo>
                  <a:cubicBezTo>
                    <a:pt x="104684" y="32047"/>
                    <a:pt x="101346" y="29175"/>
                    <a:pt x="98018" y="26250"/>
                  </a:cubicBezTo>
                  <a:cubicBezTo>
                    <a:pt x="92264" y="21194"/>
                    <a:pt x="86645" y="15791"/>
                    <a:pt x="80705" y="11085"/>
                  </a:cubicBezTo>
                  <a:cubicBezTo>
                    <a:pt x="70628" y="3099"/>
                    <a:pt x="58598" y="156"/>
                    <a:pt x="46845" y="7"/>
                  </a:cubicBezTo>
                  <a:cubicBezTo>
                    <a:pt x="46501" y="3"/>
                    <a:pt x="46158" y="1"/>
                    <a:pt x="45814" y="1"/>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8"/>
            <p:cNvSpPr/>
            <p:nvPr/>
          </p:nvSpPr>
          <p:spPr>
            <a:xfrm>
              <a:off x="5076700" y="-2354598"/>
              <a:ext cx="4335896" cy="796099"/>
            </a:xfrm>
            <a:custGeom>
              <a:rect b="b" l="l" r="r" t="t"/>
              <a:pathLst>
                <a:path extrusionOk="0" h="27758" w="108350">
                  <a:moveTo>
                    <a:pt x="51648" y="1"/>
                  </a:moveTo>
                  <a:cubicBezTo>
                    <a:pt x="50846" y="407"/>
                    <a:pt x="50018" y="729"/>
                    <a:pt x="49203" y="1014"/>
                  </a:cubicBezTo>
                  <a:cubicBezTo>
                    <a:pt x="42065" y="3506"/>
                    <a:pt x="34586" y="3501"/>
                    <a:pt x="27241" y="3584"/>
                  </a:cubicBezTo>
                  <a:cubicBezTo>
                    <a:pt x="20757" y="3656"/>
                    <a:pt x="14163" y="3777"/>
                    <a:pt x="7797" y="5515"/>
                  </a:cubicBezTo>
                  <a:cubicBezTo>
                    <a:pt x="5715" y="6083"/>
                    <a:pt x="3438" y="6902"/>
                    <a:pt x="1858" y="8814"/>
                  </a:cubicBezTo>
                  <a:cubicBezTo>
                    <a:pt x="0" y="11058"/>
                    <a:pt x="83" y="14195"/>
                    <a:pt x="776" y="17107"/>
                  </a:cubicBezTo>
                  <a:cubicBezTo>
                    <a:pt x="2438" y="24097"/>
                    <a:pt x="7861" y="27758"/>
                    <a:pt x="13371" y="27758"/>
                  </a:cubicBezTo>
                  <a:cubicBezTo>
                    <a:pt x="13681" y="27758"/>
                    <a:pt x="13992" y="27746"/>
                    <a:pt x="14303" y="27723"/>
                  </a:cubicBezTo>
                  <a:cubicBezTo>
                    <a:pt x="20922" y="27226"/>
                    <a:pt x="26485" y="22282"/>
                    <a:pt x="32673" y="19847"/>
                  </a:cubicBezTo>
                  <a:cubicBezTo>
                    <a:pt x="36195" y="18461"/>
                    <a:pt x="39879" y="17578"/>
                    <a:pt x="43501" y="16728"/>
                  </a:cubicBezTo>
                  <a:cubicBezTo>
                    <a:pt x="47244" y="15849"/>
                    <a:pt x="51012" y="15131"/>
                    <a:pt x="54789" y="14515"/>
                  </a:cubicBezTo>
                  <a:cubicBezTo>
                    <a:pt x="62223" y="13302"/>
                    <a:pt x="69695" y="12486"/>
                    <a:pt x="77160" y="11610"/>
                  </a:cubicBezTo>
                  <a:cubicBezTo>
                    <a:pt x="86796" y="10479"/>
                    <a:pt x="96503" y="9420"/>
                    <a:pt x="106195" y="9420"/>
                  </a:cubicBezTo>
                  <a:cubicBezTo>
                    <a:pt x="106913" y="9420"/>
                    <a:pt x="107630" y="9426"/>
                    <a:pt x="108348" y="9438"/>
                  </a:cubicBezTo>
                  <a:lnTo>
                    <a:pt x="108348" y="4002"/>
                  </a:lnTo>
                  <a:cubicBezTo>
                    <a:pt x="108350" y="1793"/>
                    <a:pt x="106935" y="1"/>
                    <a:pt x="105190" y="1"/>
                  </a:cubicBezTo>
                  <a:lnTo>
                    <a:pt x="90762" y="1"/>
                  </a:lnTo>
                  <a:cubicBezTo>
                    <a:pt x="89703" y="1934"/>
                    <a:pt x="88395" y="3470"/>
                    <a:pt x="86599" y="4557"/>
                  </a:cubicBezTo>
                  <a:cubicBezTo>
                    <a:pt x="83877" y="6208"/>
                    <a:pt x="80880" y="7099"/>
                    <a:pt x="77918" y="7745"/>
                  </a:cubicBezTo>
                  <a:cubicBezTo>
                    <a:pt x="74349" y="8524"/>
                    <a:pt x="70756" y="9202"/>
                    <a:pt x="67162" y="9801"/>
                  </a:cubicBezTo>
                  <a:cubicBezTo>
                    <a:pt x="59627" y="11058"/>
                    <a:pt x="52047" y="11784"/>
                    <a:pt x="44534" y="13253"/>
                  </a:cubicBezTo>
                  <a:cubicBezTo>
                    <a:pt x="40916" y="13963"/>
                    <a:pt x="37300" y="14822"/>
                    <a:pt x="33793" y="16179"/>
                  </a:cubicBezTo>
                  <a:cubicBezTo>
                    <a:pt x="31120" y="17214"/>
                    <a:pt x="28648" y="18964"/>
                    <a:pt x="26050" y="20259"/>
                  </a:cubicBezTo>
                  <a:cubicBezTo>
                    <a:pt x="24092" y="21236"/>
                    <a:pt x="21957" y="22126"/>
                    <a:pt x="19819" y="22126"/>
                  </a:cubicBezTo>
                  <a:cubicBezTo>
                    <a:pt x="19398" y="22126"/>
                    <a:pt x="18976" y="22091"/>
                    <a:pt x="18556" y="22016"/>
                  </a:cubicBezTo>
                  <a:cubicBezTo>
                    <a:pt x="16742" y="21690"/>
                    <a:pt x="14667" y="20360"/>
                    <a:pt x="13727" y="18271"/>
                  </a:cubicBezTo>
                  <a:cubicBezTo>
                    <a:pt x="12111" y="14673"/>
                    <a:pt x="16343" y="12032"/>
                    <a:pt x="18335" y="10924"/>
                  </a:cubicBezTo>
                  <a:cubicBezTo>
                    <a:pt x="29038" y="4972"/>
                    <a:pt x="41116" y="7214"/>
                    <a:pt x="52462" y="6363"/>
                  </a:cubicBezTo>
                  <a:cubicBezTo>
                    <a:pt x="56489" y="6062"/>
                    <a:pt x="60477" y="5377"/>
                    <a:pt x="64377" y="4066"/>
                  </a:cubicBezTo>
                  <a:cubicBezTo>
                    <a:pt x="66858" y="3233"/>
                    <a:pt x="69388" y="2647"/>
                    <a:pt x="71900" y="1973"/>
                  </a:cubicBezTo>
                  <a:cubicBezTo>
                    <a:pt x="74066" y="1391"/>
                    <a:pt x="76235" y="775"/>
                    <a:pt x="78366" y="1"/>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8"/>
            <p:cNvSpPr/>
            <p:nvPr/>
          </p:nvSpPr>
          <p:spPr>
            <a:xfrm>
              <a:off x="-97224" y="-1965635"/>
              <a:ext cx="3996027" cy="864218"/>
            </a:xfrm>
            <a:custGeom>
              <a:rect b="b" l="l" r="r" t="t"/>
              <a:pathLst>
                <a:path extrusionOk="0" h="21596" w="99857">
                  <a:moveTo>
                    <a:pt x="65198" y="399"/>
                  </a:moveTo>
                  <a:cubicBezTo>
                    <a:pt x="72321" y="399"/>
                    <a:pt x="79621" y="1791"/>
                    <a:pt x="86922" y="4550"/>
                  </a:cubicBezTo>
                  <a:cubicBezTo>
                    <a:pt x="89575" y="5554"/>
                    <a:pt x="92653" y="6864"/>
                    <a:pt x="95348" y="8979"/>
                  </a:cubicBezTo>
                  <a:cubicBezTo>
                    <a:pt x="98235" y="11247"/>
                    <a:pt x="99428" y="13677"/>
                    <a:pt x="98898" y="16206"/>
                  </a:cubicBezTo>
                  <a:cubicBezTo>
                    <a:pt x="98311" y="18994"/>
                    <a:pt x="95759" y="19972"/>
                    <a:pt x="93599" y="20511"/>
                  </a:cubicBezTo>
                  <a:cubicBezTo>
                    <a:pt x="91491" y="21039"/>
                    <a:pt x="89309" y="21193"/>
                    <a:pt x="87246" y="21193"/>
                  </a:cubicBezTo>
                  <a:cubicBezTo>
                    <a:pt x="86217" y="21193"/>
                    <a:pt x="85218" y="21155"/>
                    <a:pt x="84273" y="21106"/>
                  </a:cubicBezTo>
                  <a:cubicBezTo>
                    <a:pt x="78503" y="20800"/>
                    <a:pt x="72921" y="19852"/>
                    <a:pt x="67683" y="18295"/>
                  </a:cubicBezTo>
                  <a:cubicBezTo>
                    <a:pt x="64541" y="17362"/>
                    <a:pt x="61400" y="16083"/>
                    <a:pt x="58362" y="14847"/>
                  </a:cubicBezTo>
                  <a:cubicBezTo>
                    <a:pt x="53266" y="12773"/>
                    <a:pt x="47995" y="10628"/>
                    <a:pt x="42530" y="10025"/>
                  </a:cubicBezTo>
                  <a:cubicBezTo>
                    <a:pt x="41682" y="9932"/>
                    <a:pt x="40859" y="9885"/>
                    <a:pt x="40058" y="9885"/>
                  </a:cubicBezTo>
                  <a:cubicBezTo>
                    <a:pt x="36646" y="9885"/>
                    <a:pt x="33636" y="10728"/>
                    <a:pt x="31087" y="12400"/>
                  </a:cubicBezTo>
                  <a:cubicBezTo>
                    <a:pt x="26728" y="15269"/>
                    <a:pt x="22197" y="17122"/>
                    <a:pt x="17235" y="18071"/>
                  </a:cubicBezTo>
                  <a:cubicBezTo>
                    <a:pt x="13172" y="18848"/>
                    <a:pt x="9086" y="19070"/>
                    <a:pt x="5424" y="19070"/>
                  </a:cubicBezTo>
                  <a:cubicBezTo>
                    <a:pt x="3631" y="19070"/>
                    <a:pt x="1941" y="19017"/>
                    <a:pt x="403" y="18949"/>
                  </a:cubicBezTo>
                  <a:lnTo>
                    <a:pt x="403" y="11532"/>
                  </a:lnTo>
                  <a:cubicBezTo>
                    <a:pt x="2361" y="12661"/>
                    <a:pt x="4594" y="13456"/>
                    <a:pt x="7045" y="13900"/>
                  </a:cubicBezTo>
                  <a:cubicBezTo>
                    <a:pt x="8672" y="14195"/>
                    <a:pt x="10356" y="14343"/>
                    <a:pt x="12121" y="14343"/>
                  </a:cubicBezTo>
                  <a:cubicBezTo>
                    <a:pt x="13968" y="14343"/>
                    <a:pt x="15904" y="14181"/>
                    <a:pt x="17957" y="13858"/>
                  </a:cubicBezTo>
                  <a:cubicBezTo>
                    <a:pt x="23076" y="13055"/>
                    <a:pt x="27790" y="10978"/>
                    <a:pt x="32121" y="8853"/>
                  </a:cubicBezTo>
                  <a:lnTo>
                    <a:pt x="32595" y="8620"/>
                  </a:lnTo>
                  <a:cubicBezTo>
                    <a:pt x="37243" y="6337"/>
                    <a:pt x="42049" y="3980"/>
                    <a:pt x="47066" y="2784"/>
                  </a:cubicBezTo>
                  <a:cubicBezTo>
                    <a:pt x="53031" y="1361"/>
                    <a:pt x="58397" y="590"/>
                    <a:pt x="63469" y="426"/>
                  </a:cubicBezTo>
                  <a:cubicBezTo>
                    <a:pt x="64044" y="408"/>
                    <a:pt x="64620" y="399"/>
                    <a:pt x="65198" y="399"/>
                  </a:cubicBezTo>
                  <a:close/>
                  <a:moveTo>
                    <a:pt x="65203" y="1"/>
                  </a:moveTo>
                  <a:cubicBezTo>
                    <a:pt x="64619" y="1"/>
                    <a:pt x="64036" y="10"/>
                    <a:pt x="63455" y="29"/>
                  </a:cubicBezTo>
                  <a:cubicBezTo>
                    <a:pt x="58355" y="192"/>
                    <a:pt x="52963" y="968"/>
                    <a:pt x="46970" y="2396"/>
                  </a:cubicBezTo>
                  <a:cubicBezTo>
                    <a:pt x="41911" y="3604"/>
                    <a:pt x="37084" y="5971"/>
                    <a:pt x="32416" y="8263"/>
                  </a:cubicBezTo>
                  <a:lnTo>
                    <a:pt x="31942" y="8496"/>
                  </a:lnTo>
                  <a:cubicBezTo>
                    <a:pt x="27640" y="10606"/>
                    <a:pt x="22957" y="12670"/>
                    <a:pt x="17892" y="13466"/>
                  </a:cubicBezTo>
                  <a:cubicBezTo>
                    <a:pt x="15860" y="13785"/>
                    <a:pt x="13946" y="13945"/>
                    <a:pt x="12120" y="13945"/>
                  </a:cubicBezTo>
                  <a:cubicBezTo>
                    <a:pt x="10379" y="13945"/>
                    <a:pt x="8719" y="13799"/>
                    <a:pt x="7116" y="13508"/>
                  </a:cubicBezTo>
                  <a:cubicBezTo>
                    <a:pt x="4584" y="13050"/>
                    <a:pt x="2294" y="12211"/>
                    <a:pt x="305" y="11012"/>
                  </a:cubicBezTo>
                  <a:lnTo>
                    <a:pt x="0" y="10828"/>
                  </a:lnTo>
                  <a:lnTo>
                    <a:pt x="0" y="19337"/>
                  </a:lnTo>
                  <a:lnTo>
                    <a:pt x="193" y="19345"/>
                  </a:lnTo>
                  <a:cubicBezTo>
                    <a:pt x="1788" y="19417"/>
                    <a:pt x="3552" y="19474"/>
                    <a:pt x="5427" y="19474"/>
                  </a:cubicBezTo>
                  <a:cubicBezTo>
                    <a:pt x="9110" y="19474"/>
                    <a:pt x="13220" y="19251"/>
                    <a:pt x="17311" y="18469"/>
                  </a:cubicBezTo>
                  <a:cubicBezTo>
                    <a:pt x="22324" y="17509"/>
                    <a:pt x="26904" y="15636"/>
                    <a:pt x="31309" y="12740"/>
                  </a:cubicBezTo>
                  <a:cubicBezTo>
                    <a:pt x="33791" y="11110"/>
                    <a:pt x="36725" y="10287"/>
                    <a:pt x="40058" y="10287"/>
                  </a:cubicBezTo>
                  <a:cubicBezTo>
                    <a:pt x="40845" y="10287"/>
                    <a:pt x="41654" y="10333"/>
                    <a:pt x="42485" y="10425"/>
                  </a:cubicBezTo>
                  <a:cubicBezTo>
                    <a:pt x="47895" y="11021"/>
                    <a:pt x="53139" y="13156"/>
                    <a:pt x="58211" y="15220"/>
                  </a:cubicBezTo>
                  <a:cubicBezTo>
                    <a:pt x="61257" y="16459"/>
                    <a:pt x="64408" y="17742"/>
                    <a:pt x="67568" y="18681"/>
                  </a:cubicBezTo>
                  <a:cubicBezTo>
                    <a:pt x="72838" y="20248"/>
                    <a:pt x="78452" y="21200"/>
                    <a:pt x="84253" y="21507"/>
                  </a:cubicBezTo>
                  <a:cubicBezTo>
                    <a:pt x="85207" y="21557"/>
                    <a:pt x="86216" y="21596"/>
                    <a:pt x="87255" y="21596"/>
                  </a:cubicBezTo>
                  <a:cubicBezTo>
                    <a:pt x="89341" y="21596"/>
                    <a:pt x="91554" y="21438"/>
                    <a:pt x="93697" y="20904"/>
                  </a:cubicBezTo>
                  <a:cubicBezTo>
                    <a:pt x="95795" y="20381"/>
                    <a:pt x="98654" y="19332"/>
                    <a:pt x="99293" y="16292"/>
                  </a:cubicBezTo>
                  <a:cubicBezTo>
                    <a:pt x="99857" y="13600"/>
                    <a:pt x="98614" y="11035"/>
                    <a:pt x="95596" y="8666"/>
                  </a:cubicBezTo>
                  <a:cubicBezTo>
                    <a:pt x="92859" y="6520"/>
                    <a:pt x="89747" y="5193"/>
                    <a:pt x="87062" y="4178"/>
                  </a:cubicBezTo>
                  <a:cubicBezTo>
                    <a:pt x="79719" y="1402"/>
                    <a:pt x="72371" y="1"/>
                    <a:pt x="65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7" name="Google Shape;227;p8"/>
            <p:cNvGrpSpPr/>
            <p:nvPr/>
          </p:nvGrpSpPr>
          <p:grpSpPr>
            <a:xfrm>
              <a:off x="-97224" y="-2508600"/>
              <a:ext cx="9377821" cy="2147740"/>
              <a:chOff x="-97224" y="-2508600"/>
              <a:chExt cx="9377821" cy="2147740"/>
            </a:xfrm>
          </p:grpSpPr>
          <p:sp>
            <p:nvSpPr>
              <p:cNvPr id="228" name="Google Shape;228;p8"/>
              <p:cNvSpPr/>
              <p:nvPr/>
            </p:nvSpPr>
            <p:spPr>
              <a:xfrm>
                <a:off x="-89101" y="-2436047"/>
                <a:ext cx="9361814" cy="2075187"/>
              </a:xfrm>
              <a:custGeom>
                <a:rect b="b" l="l" r="r" t="t"/>
                <a:pathLst>
                  <a:path extrusionOk="0" h="51857" w="233943">
                    <a:moveTo>
                      <a:pt x="114254" y="0"/>
                    </a:moveTo>
                    <a:cubicBezTo>
                      <a:pt x="113814" y="3337"/>
                      <a:pt x="107760" y="3970"/>
                      <a:pt x="105882" y="4185"/>
                    </a:cubicBezTo>
                    <a:cubicBezTo>
                      <a:pt x="103480" y="4463"/>
                      <a:pt x="101037" y="4580"/>
                      <a:pt x="98593" y="4580"/>
                    </a:cubicBezTo>
                    <a:cubicBezTo>
                      <a:pt x="96187" y="4580"/>
                      <a:pt x="93780" y="4466"/>
                      <a:pt x="91413" y="4277"/>
                    </a:cubicBezTo>
                    <a:cubicBezTo>
                      <a:pt x="83262" y="3622"/>
                      <a:pt x="75254" y="1586"/>
                      <a:pt x="67197" y="2"/>
                    </a:cubicBezTo>
                    <a:lnTo>
                      <a:pt x="3161" y="2"/>
                    </a:lnTo>
                    <a:cubicBezTo>
                      <a:pt x="1415" y="2"/>
                      <a:pt x="0" y="1794"/>
                      <a:pt x="0" y="4003"/>
                    </a:cubicBezTo>
                    <a:lnTo>
                      <a:pt x="0" y="12983"/>
                    </a:lnTo>
                    <a:cubicBezTo>
                      <a:pt x="752" y="13703"/>
                      <a:pt x="1532" y="14304"/>
                      <a:pt x="2202" y="14753"/>
                    </a:cubicBezTo>
                    <a:cubicBezTo>
                      <a:pt x="5867" y="17202"/>
                      <a:pt x="10108" y="17905"/>
                      <a:pt x="14266" y="17905"/>
                    </a:cubicBezTo>
                    <a:cubicBezTo>
                      <a:pt x="15542" y="17905"/>
                      <a:pt x="16811" y="17839"/>
                      <a:pt x="18052" y="17736"/>
                    </a:cubicBezTo>
                    <a:cubicBezTo>
                      <a:pt x="23329" y="17301"/>
                      <a:pt x="28524" y="16026"/>
                      <a:pt x="33704" y="14740"/>
                    </a:cubicBezTo>
                    <a:cubicBezTo>
                      <a:pt x="40948" y="12940"/>
                      <a:pt x="48135" y="10828"/>
                      <a:pt x="55442" y="9439"/>
                    </a:cubicBezTo>
                    <a:cubicBezTo>
                      <a:pt x="61321" y="8322"/>
                      <a:pt x="67233" y="7670"/>
                      <a:pt x="73167" y="7670"/>
                    </a:cubicBezTo>
                    <a:cubicBezTo>
                      <a:pt x="74688" y="7670"/>
                      <a:pt x="76210" y="7713"/>
                      <a:pt x="77734" y="7802"/>
                    </a:cubicBezTo>
                    <a:cubicBezTo>
                      <a:pt x="85106" y="8232"/>
                      <a:pt x="92423" y="9785"/>
                      <a:pt x="99530" y="12287"/>
                    </a:cubicBezTo>
                    <a:cubicBezTo>
                      <a:pt x="102317" y="13268"/>
                      <a:pt x="105115" y="14314"/>
                      <a:pt x="107858" y="15489"/>
                    </a:cubicBezTo>
                    <a:cubicBezTo>
                      <a:pt x="110332" y="16548"/>
                      <a:pt x="112809" y="17789"/>
                      <a:pt x="115004" y="19608"/>
                    </a:cubicBezTo>
                    <a:cubicBezTo>
                      <a:pt x="117824" y="21944"/>
                      <a:pt x="120303" y="25852"/>
                      <a:pt x="120226" y="30339"/>
                    </a:cubicBezTo>
                    <a:cubicBezTo>
                      <a:pt x="120101" y="37466"/>
                      <a:pt x="112935" y="40330"/>
                      <a:pt x="108516" y="41748"/>
                    </a:cubicBezTo>
                    <a:cubicBezTo>
                      <a:pt x="101630" y="43955"/>
                      <a:pt x="94414" y="44564"/>
                      <a:pt x="87337" y="44821"/>
                    </a:cubicBezTo>
                    <a:cubicBezTo>
                      <a:pt x="84855" y="44912"/>
                      <a:pt x="82371" y="44958"/>
                      <a:pt x="79887" y="44958"/>
                    </a:cubicBezTo>
                    <a:cubicBezTo>
                      <a:pt x="73140" y="44958"/>
                      <a:pt x="66393" y="44612"/>
                      <a:pt x="59673" y="43851"/>
                    </a:cubicBezTo>
                    <a:cubicBezTo>
                      <a:pt x="52128" y="42997"/>
                      <a:pt x="44620" y="41722"/>
                      <a:pt x="37128" y="40332"/>
                    </a:cubicBezTo>
                    <a:cubicBezTo>
                      <a:pt x="29596" y="38936"/>
                      <a:pt x="22076" y="37257"/>
                      <a:pt x="14513" y="36145"/>
                    </a:cubicBezTo>
                    <a:cubicBezTo>
                      <a:pt x="10469" y="35552"/>
                      <a:pt x="6279" y="35103"/>
                      <a:pt x="2100" y="35103"/>
                    </a:cubicBezTo>
                    <a:cubicBezTo>
                      <a:pt x="1400" y="35103"/>
                      <a:pt x="700" y="35116"/>
                      <a:pt x="0" y="35142"/>
                    </a:cubicBezTo>
                    <a:lnTo>
                      <a:pt x="0" y="41392"/>
                    </a:lnTo>
                    <a:cubicBezTo>
                      <a:pt x="3897" y="40406"/>
                      <a:pt x="7757" y="39113"/>
                      <a:pt x="11701" y="38520"/>
                    </a:cubicBezTo>
                    <a:cubicBezTo>
                      <a:pt x="12850" y="38347"/>
                      <a:pt x="14002" y="38268"/>
                      <a:pt x="15153" y="38268"/>
                    </a:cubicBezTo>
                    <a:cubicBezTo>
                      <a:pt x="18352" y="38268"/>
                      <a:pt x="21545" y="38880"/>
                      <a:pt x="24665" y="39789"/>
                    </a:cubicBezTo>
                    <a:cubicBezTo>
                      <a:pt x="29176" y="41103"/>
                      <a:pt x="33559" y="43015"/>
                      <a:pt x="37996" y="44675"/>
                    </a:cubicBezTo>
                    <a:cubicBezTo>
                      <a:pt x="42689" y="46433"/>
                      <a:pt x="47479" y="47692"/>
                      <a:pt x="52300" y="48740"/>
                    </a:cubicBezTo>
                    <a:cubicBezTo>
                      <a:pt x="61496" y="50745"/>
                      <a:pt x="70937" y="51857"/>
                      <a:pt x="80373" y="51857"/>
                    </a:cubicBezTo>
                    <a:cubicBezTo>
                      <a:pt x="91348" y="51857"/>
                      <a:pt x="102317" y="50352"/>
                      <a:pt x="112889" y="46997"/>
                    </a:cubicBezTo>
                    <a:cubicBezTo>
                      <a:pt x="122215" y="44038"/>
                      <a:pt x="130897" y="39216"/>
                      <a:pt x="139694" y="34414"/>
                    </a:cubicBezTo>
                    <a:cubicBezTo>
                      <a:pt x="143466" y="32352"/>
                      <a:pt x="147358" y="30634"/>
                      <a:pt x="151383" y="29556"/>
                    </a:cubicBezTo>
                    <a:cubicBezTo>
                      <a:pt x="155813" y="28370"/>
                      <a:pt x="160303" y="28105"/>
                      <a:pt x="164816" y="27914"/>
                    </a:cubicBezTo>
                    <a:cubicBezTo>
                      <a:pt x="167320" y="27807"/>
                      <a:pt x="169825" y="27756"/>
                      <a:pt x="172331" y="27756"/>
                    </a:cubicBezTo>
                    <a:cubicBezTo>
                      <a:pt x="189289" y="27756"/>
                      <a:pt x="206270" y="30094"/>
                      <a:pt x="222996" y="33398"/>
                    </a:cubicBezTo>
                    <a:cubicBezTo>
                      <a:pt x="226644" y="34116"/>
                      <a:pt x="230302" y="34924"/>
                      <a:pt x="233942" y="35864"/>
                    </a:cubicBezTo>
                    <a:lnTo>
                      <a:pt x="233942" y="9938"/>
                    </a:lnTo>
                    <a:cubicBezTo>
                      <a:pt x="233216" y="9925"/>
                      <a:pt x="232489" y="9919"/>
                      <a:pt x="231762" y="9919"/>
                    </a:cubicBezTo>
                    <a:cubicBezTo>
                      <a:pt x="219843" y="9919"/>
                      <a:pt x="207922" y="11530"/>
                      <a:pt x="196068" y="12904"/>
                    </a:cubicBezTo>
                    <a:cubicBezTo>
                      <a:pt x="188339" y="13801"/>
                      <a:pt x="180609" y="14806"/>
                      <a:pt x="172944" y="16393"/>
                    </a:cubicBezTo>
                    <a:cubicBezTo>
                      <a:pt x="169135" y="17181"/>
                      <a:pt x="165343" y="18112"/>
                      <a:pt x="161591" y="19260"/>
                    </a:cubicBezTo>
                    <a:cubicBezTo>
                      <a:pt x="158213" y="20291"/>
                      <a:pt x="155063" y="21813"/>
                      <a:pt x="151893" y="23606"/>
                    </a:cubicBezTo>
                    <a:cubicBezTo>
                      <a:pt x="147715" y="25970"/>
                      <a:pt x="143374" y="28204"/>
                      <a:pt x="138868" y="28204"/>
                    </a:cubicBezTo>
                    <a:cubicBezTo>
                      <a:pt x="137422" y="28204"/>
                      <a:pt x="135960" y="27974"/>
                      <a:pt x="134480" y="27445"/>
                    </a:cubicBezTo>
                    <a:cubicBezTo>
                      <a:pt x="129632" y="25711"/>
                      <a:pt x="125716" y="20547"/>
                      <a:pt x="125484" y="13951"/>
                    </a:cubicBezTo>
                    <a:cubicBezTo>
                      <a:pt x="125286" y="8300"/>
                      <a:pt x="129601" y="6027"/>
                      <a:pt x="133294" y="5020"/>
                    </a:cubicBezTo>
                    <a:cubicBezTo>
                      <a:pt x="139570" y="3307"/>
                      <a:pt x="146074" y="3151"/>
                      <a:pt x="152463" y="3078"/>
                    </a:cubicBezTo>
                    <a:cubicBezTo>
                      <a:pt x="160083" y="2991"/>
                      <a:pt x="167851" y="3042"/>
                      <a:pt x="175233" y="328"/>
                    </a:cubicBezTo>
                    <a:cubicBezTo>
                      <a:pt x="175511" y="226"/>
                      <a:pt x="175788" y="116"/>
                      <a:pt x="1760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8"/>
              <p:cNvSpPr/>
              <p:nvPr/>
            </p:nvSpPr>
            <p:spPr>
              <a:xfrm>
                <a:off x="-97224" y="-2508600"/>
                <a:ext cx="9377821" cy="2090634"/>
              </a:xfrm>
              <a:custGeom>
                <a:rect b="b" l="l" r="r" t="t"/>
                <a:pathLst>
                  <a:path extrusionOk="0" h="52243" w="234343">
                    <a:moveTo>
                      <a:pt x="67361" y="400"/>
                    </a:moveTo>
                    <a:cubicBezTo>
                      <a:pt x="69340" y="790"/>
                      <a:pt x="71349" y="1215"/>
                      <a:pt x="73292" y="1625"/>
                    </a:cubicBezTo>
                    <a:cubicBezTo>
                      <a:pt x="79265" y="2884"/>
                      <a:pt x="85439" y="4185"/>
                      <a:pt x="91598" y="4680"/>
                    </a:cubicBezTo>
                    <a:cubicBezTo>
                      <a:pt x="94144" y="4885"/>
                      <a:pt x="96537" y="4987"/>
                      <a:pt x="98805" y="4987"/>
                    </a:cubicBezTo>
                    <a:cubicBezTo>
                      <a:pt x="101387" y="4987"/>
                      <a:pt x="103808" y="4854"/>
                      <a:pt x="106108" y="4590"/>
                    </a:cubicBezTo>
                    <a:lnTo>
                      <a:pt x="106218" y="4577"/>
                    </a:lnTo>
                    <a:cubicBezTo>
                      <a:pt x="108158" y="4354"/>
                      <a:pt x="114000" y="3685"/>
                      <a:pt x="114628" y="406"/>
                    </a:cubicBezTo>
                    <a:lnTo>
                      <a:pt x="175193" y="406"/>
                    </a:lnTo>
                    <a:cubicBezTo>
                      <a:pt x="168249" y="2915"/>
                      <a:pt x="160889" y="2994"/>
                      <a:pt x="153768" y="3069"/>
                    </a:cubicBezTo>
                    <a:lnTo>
                      <a:pt x="152665" y="3082"/>
                    </a:lnTo>
                    <a:cubicBezTo>
                      <a:pt x="145764" y="3162"/>
                      <a:pt x="139551" y="3364"/>
                      <a:pt x="133446" y="5030"/>
                    </a:cubicBezTo>
                    <a:cubicBezTo>
                      <a:pt x="128003" y="6516"/>
                      <a:pt x="125326" y="9588"/>
                      <a:pt x="125487" y="14164"/>
                    </a:cubicBezTo>
                    <a:cubicBezTo>
                      <a:pt x="125709" y="20471"/>
                      <a:pt x="129379" y="25966"/>
                      <a:pt x="134618" y="27839"/>
                    </a:cubicBezTo>
                    <a:cubicBezTo>
                      <a:pt x="136131" y="28380"/>
                      <a:pt x="137619" y="28617"/>
                      <a:pt x="139091" y="28617"/>
                    </a:cubicBezTo>
                    <a:cubicBezTo>
                      <a:pt x="143547" y="28617"/>
                      <a:pt x="147847" y="26448"/>
                      <a:pt x="152196" y="23987"/>
                    </a:cubicBezTo>
                    <a:cubicBezTo>
                      <a:pt x="155813" y="21943"/>
                      <a:pt x="158880" y="20567"/>
                      <a:pt x="161854" y="19658"/>
                    </a:cubicBezTo>
                    <a:cubicBezTo>
                      <a:pt x="165379" y="18581"/>
                      <a:pt x="169085" y="17643"/>
                      <a:pt x="173189" y="16795"/>
                    </a:cubicBezTo>
                    <a:cubicBezTo>
                      <a:pt x="180974" y="15181"/>
                      <a:pt x="188894" y="14166"/>
                      <a:pt x="196294" y="13308"/>
                    </a:cubicBezTo>
                    <a:cubicBezTo>
                      <a:pt x="197767" y="13138"/>
                      <a:pt x="199245" y="12964"/>
                      <a:pt x="200722" y="12788"/>
                    </a:cubicBezTo>
                    <a:cubicBezTo>
                      <a:pt x="210970" y="11576"/>
                      <a:pt x="221543" y="10326"/>
                      <a:pt x="231999" y="10326"/>
                    </a:cubicBezTo>
                    <a:cubicBezTo>
                      <a:pt x="232648" y="10326"/>
                      <a:pt x="233296" y="10331"/>
                      <a:pt x="233944" y="10341"/>
                    </a:cubicBezTo>
                    <a:lnTo>
                      <a:pt x="233944" y="35809"/>
                    </a:lnTo>
                    <a:cubicBezTo>
                      <a:pt x="230629" y="34959"/>
                      <a:pt x="227123" y="34173"/>
                      <a:pt x="223236" y="33405"/>
                    </a:cubicBezTo>
                    <a:cubicBezTo>
                      <a:pt x="203906" y="29587"/>
                      <a:pt x="187591" y="27758"/>
                      <a:pt x="172597" y="27758"/>
                    </a:cubicBezTo>
                    <a:cubicBezTo>
                      <a:pt x="170032" y="27758"/>
                      <a:pt x="167505" y="27812"/>
                      <a:pt x="165009" y="27918"/>
                    </a:cubicBezTo>
                    <a:cubicBezTo>
                      <a:pt x="160422" y="28112"/>
                      <a:pt x="155941" y="28387"/>
                      <a:pt x="151533" y="29567"/>
                    </a:cubicBezTo>
                    <a:cubicBezTo>
                      <a:pt x="147826" y="30560"/>
                      <a:pt x="143986" y="32153"/>
                      <a:pt x="139798" y="34441"/>
                    </a:cubicBezTo>
                    <a:lnTo>
                      <a:pt x="138875" y="34945"/>
                    </a:lnTo>
                    <a:cubicBezTo>
                      <a:pt x="130584" y="39473"/>
                      <a:pt x="122011" y="44161"/>
                      <a:pt x="113029" y="47009"/>
                    </a:cubicBezTo>
                    <a:cubicBezTo>
                      <a:pt x="102889" y="50226"/>
                      <a:pt x="91919" y="51840"/>
                      <a:pt x="80509" y="51840"/>
                    </a:cubicBezTo>
                    <a:cubicBezTo>
                      <a:pt x="71401" y="51840"/>
                      <a:pt x="62013" y="50811"/>
                      <a:pt x="52541" y="48749"/>
                    </a:cubicBezTo>
                    <a:cubicBezTo>
                      <a:pt x="46930" y="47526"/>
                      <a:pt x="42394" y="46236"/>
                      <a:pt x="38264" y="44691"/>
                    </a:cubicBezTo>
                    <a:cubicBezTo>
                      <a:pt x="36953" y="44199"/>
                      <a:pt x="35624" y="43678"/>
                      <a:pt x="34338" y="43172"/>
                    </a:cubicBezTo>
                    <a:cubicBezTo>
                      <a:pt x="31276" y="41971"/>
                      <a:pt x="28107" y="40726"/>
                      <a:pt x="24921" y="39799"/>
                    </a:cubicBezTo>
                    <a:cubicBezTo>
                      <a:pt x="21414" y="38777"/>
                      <a:pt x="18247" y="38271"/>
                      <a:pt x="15326" y="38271"/>
                    </a:cubicBezTo>
                    <a:cubicBezTo>
                      <a:pt x="14137" y="38271"/>
                      <a:pt x="12987" y="38356"/>
                      <a:pt x="11874" y="38521"/>
                    </a:cubicBezTo>
                    <a:cubicBezTo>
                      <a:pt x="9119" y="38936"/>
                      <a:pt x="6366" y="39703"/>
                      <a:pt x="3703" y="40442"/>
                    </a:cubicBezTo>
                    <a:cubicBezTo>
                      <a:pt x="2622" y="40742"/>
                      <a:pt x="1508" y="41053"/>
                      <a:pt x="406" y="41335"/>
                    </a:cubicBezTo>
                    <a:lnTo>
                      <a:pt x="406" y="35538"/>
                    </a:lnTo>
                    <a:cubicBezTo>
                      <a:pt x="1027" y="35516"/>
                      <a:pt x="1658" y="35506"/>
                      <a:pt x="2301" y="35506"/>
                    </a:cubicBezTo>
                    <a:cubicBezTo>
                      <a:pt x="5902" y="35506"/>
                      <a:pt x="9901" y="35844"/>
                      <a:pt x="14687" y="36547"/>
                    </a:cubicBezTo>
                    <a:cubicBezTo>
                      <a:pt x="19745" y="37290"/>
                      <a:pt x="24868" y="38304"/>
                      <a:pt x="29822" y="39284"/>
                    </a:cubicBezTo>
                    <a:cubicBezTo>
                      <a:pt x="32271" y="39769"/>
                      <a:pt x="34802" y="40270"/>
                      <a:pt x="37296" y="40733"/>
                    </a:cubicBezTo>
                    <a:cubicBezTo>
                      <a:pt x="43914" y="41961"/>
                      <a:pt x="51770" y="43339"/>
                      <a:pt x="59854" y="44254"/>
                    </a:cubicBezTo>
                    <a:cubicBezTo>
                      <a:pt x="66359" y="44990"/>
                      <a:pt x="73165" y="45361"/>
                      <a:pt x="80163" y="45361"/>
                    </a:cubicBezTo>
                    <a:cubicBezTo>
                      <a:pt x="82603" y="45361"/>
                      <a:pt x="85067" y="45316"/>
                      <a:pt x="87550" y="45225"/>
                    </a:cubicBezTo>
                    <a:cubicBezTo>
                      <a:pt x="94026" y="44991"/>
                      <a:pt x="101613" y="44441"/>
                      <a:pt x="108780" y="42142"/>
                    </a:cubicBezTo>
                    <a:cubicBezTo>
                      <a:pt x="113810" y="40529"/>
                      <a:pt x="120508" y="37574"/>
                      <a:pt x="120629" y="30544"/>
                    </a:cubicBezTo>
                    <a:cubicBezTo>
                      <a:pt x="120696" y="26529"/>
                      <a:pt x="118718" y="22458"/>
                      <a:pt x="115334" y="19654"/>
                    </a:cubicBezTo>
                    <a:cubicBezTo>
                      <a:pt x="112985" y="17708"/>
                      <a:pt x="110379" y="16465"/>
                      <a:pt x="108140" y="15506"/>
                    </a:cubicBezTo>
                    <a:cubicBezTo>
                      <a:pt x="105719" y="14467"/>
                      <a:pt x="103070" y="13450"/>
                      <a:pt x="99798" y="12298"/>
                    </a:cubicBezTo>
                    <a:cubicBezTo>
                      <a:pt x="92520" y="9735"/>
                      <a:pt x="85169" y="8223"/>
                      <a:pt x="77949" y="7802"/>
                    </a:cubicBezTo>
                    <a:cubicBezTo>
                      <a:pt x="76425" y="7713"/>
                      <a:pt x="74890" y="7669"/>
                      <a:pt x="73339" y="7669"/>
                    </a:cubicBezTo>
                    <a:cubicBezTo>
                      <a:pt x="67706" y="7669"/>
                      <a:pt x="61863" y="8255"/>
                      <a:pt x="55605" y="9443"/>
                    </a:cubicBezTo>
                    <a:cubicBezTo>
                      <a:pt x="50502" y="10413"/>
                      <a:pt x="45374" y="11757"/>
                      <a:pt x="40416" y="13057"/>
                    </a:cubicBezTo>
                    <a:cubicBezTo>
                      <a:pt x="38267" y="13620"/>
                      <a:pt x="36046" y="14201"/>
                      <a:pt x="33857" y="14746"/>
                    </a:cubicBezTo>
                    <a:cubicBezTo>
                      <a:pt x="29050" y="15939"/>
                      <a:pt x="23603" y="17293"/>
                      <a:pt x="18238" y="17736"/>
                    </a:cubicBezTo>
                    <a:cubicBezTo>
                      <a:pt x="17038" y="17835"/>
                      <a:pt x="15751" y="17910"/>
                      <a:pt x="14415" y="17910"/>
                    </a:cubicBezTo>
                    <a:cubicBezTo>
                      <a:pt x="10534" y="17910"/>
                      <a:pt x="6246" y="17280"/>
                      <a:pt x="2517" y="14787"/>
                    </a:cubicBezTo>
                    <a:cubicBezTo>
                      <a:pt x="2004" y="14446"/>
                      <a:pt x="1229" y="13878"/>
                      <a:pt x="403" y="13098"/>
                    </a:cubicBezTo>
                    <a:lnTo>
                      <a:pt x="403" y="4204"/>
                    </a:lnTo>
                    <a:cubicBezTo>
                      <a:pt x="403" y="2108"/>
                      <a:pt x="1731" y="405"/>
                      <a:pt x="3364" y="405"/>
                    </a:cubicBezTo>
                    <a:lnTo>
                      <a:pt x="67361" y="400"/>
                    </a:lnTo>
                    <a:close/>
                    <a:moveTo>
                      <a:pt x="114278" y="0"/>
                    </a:moveTo>
                    <a:lnTo>
                      <a:pt x="114255" y="176"/>
                    </a:lnTo>
                    <a:cubicBezTo>
                      <a:pt x="113845" y="3294"/>
                      <a:pt x="108068" y="3957"/>
                      <a:pt x="106170" y="4175"/>
                    </a:cubicBezTo>
                    <a:lnTo>
                      <a:pt x="106061" y="4187"/>
                    </a:lnTo>
                    <a:cubicBezTo>
                      <a:pt x="103777" y="4451"/>
                      <a:pt x="101371" y="4582"/>
                      <a:pt x="98803" y="4582"/>
                    </a:cubicBezTo>
                    <a:cubicBezTo>
                      <a:pt x="96546" y="4582"/>
                      <a:pt x="94164" y="4481"/>
                      <a:pt x="91630" y="4277"/>
                    </a:cubicBezTo>
                    <a:cubicBezTo>
                      <a:pt x="85496" y="3785"/>
                      <a:pt x="79335" y="2485"/>
                      <a:pt x="73374" y="1229"/>
                    </a:cubicBezTo>
                    <a:cubicBezTo>
                      <a:pt x="71430" y="820"/>
                      <a:pt x="69420" y="395"/>
                      <a:pt x="67400" y="2"/>
                    </a:cubicBezTo>
                    <a:lnTo>
                      <a:pt x="3365" y="2"/>
                    </a:lnTo>
                    <a:cubicBezTo>
                      <a:pt x="1511" y="2"/>
                      <a:pt x="3" y="1889"/>
                      <a:pt x="3" y="4205"/>
                    </a:cubicBezTo>
                    <a:lnTo>
                      <a:pt x="3" y="13267"/>
                    </a:lnTo>
                    <a:lnTo>
                      <a:pt x="66" y="13327"/>
                    </a:lnTo>
                    <a:cubicBezTo>
                      <a:pt x="935" y="14157"/>
                      <a:pt x="1758" y="14760"/>
                      <a:pt x="2295" y="15120"/>
                    </a:cubicBezTo>
                    <a:cubicBezTo>
                      <a:pt x="6107" y="17668"/>
                      <a:pt x="10473" y="18312"/>
                      <a:pt x="14416" y="18312"/>
                    </a:cubicBezTo>
                    <a:cubicBezTo>
                      <a:pt x="15764" y="18312"/>
                      <a:pt x="17063" y="18236"/>
                      <a:pt x="18274" y="18136"/>
                    </a:cubicBezTo>
                    <a:cubicBezTo>
                      <a:pt x="23670" y="17692"/>
                      <a:pt x="29134" y="16335"/>
                      <a:pt x="33955" y="15136"/>
                    </a:cubicBezTo>
                    <a:cubicBezTo>
                      <a:pt x="36148" y="14591"/>
                      <a:pt x="38370" y="14008"/>
                      <a:pt x="40521" y="13444"/>
                    </a:cubicBezTo>
                    <a:cubicBezTo>
                      <a:pt x="45471" y="12145"/>
                      <a:pt x="50591" y="10802"/>
                      <a:pt x="55682" y="9836"/>
                    </a:cubicBezTo>
                    <a:cubicBezTo>
                      <a:pt x="61914" y="8652"/>
                      <a:pt x="67733" y="8068"/>
                      <a:pt x="73339" y="8068"/>
                    </a:cubicBezTo>
                    <a:cubicBezTo>
                      <a:pt x="74883" y="8068"/>
                      <a:pt x="76410" y="8112"/>
                      <a:pt x="77924" y="8200"/>
                    </a:cubicBezTo>
                    <a:cubicBezTo>
                      <a:pt x="85109" y="8620"/>
                      <a:pt x="92423" y="10126"/>
                      <a:pt x="99664" y="12674"/>
                    </a:cubicBezTo>
                    <a:cubicBezTo>
                      <a:pt x="102926" y="13823"/>
                      <a:pt x="105569" y="14839"/>
                      <a:pt x="107978" y="15872"/>
                    </a:cubicBezTo>
                    <a:cubicBezTo>
                      <a:pt x="110192" y="16820"/>
                      <a:pt x="112765" y="18046"/>
                      <a:pt x="115074" y="19959"/>
                    </a:cubicBezTo>
                    <a:cubicBezTo>
                      <a:pt x="118366" y="22686"/>
                      <a:pt x="120289" y="26638"/>
                      <a:pt x="120224" y="30531"/>
                    </a:cubicBezTo>
                    <a:cubicBezTo>
                      <a:pt x="120108" y="37304"/>
                      <a:pt x="113565" y="40179"/>
                      <a:pt x="108656" y="41753"/>
                    </a:cubicBezTo>
                    <a:cubicBezTo>
                      <a:pt x="101534" y="44037"/>
                      <a:pt x="93982" y="44584"/>
                      <a:pt x="87532" y="44818"/>
                    </a:cubicBezTo>
                    <a:cubicBezTo>
                      <a:pt x="85053" y="44908"/>
                      <a:pt x="82593" y="44953"/>
                      <a:pt x="80156" y="44953"/>
                    </a:cubicBezTo>
                    <a:cubicBezTo>
                      <a:pt x="73174" y="44953"/>
                      <a:pt x="66385" y="44584"/>
                      <a:pt x="59897" y="43849"/>
                    </a:cubicBezTo>
                    <a:cubicBezTo>
                      <a:pt x="51824" y="42936"/>
                      <a:pt x="43978" y="41560"/>
                      <a:pt x="37366" y="40335"/>
                    </a:cubicBezTo>
                    <a:cubicBezTo>
                      <a:pt x="34874" y="39874"/>
                      <a:pt x="32343" y="39371"/>
                      <a:pt x="29894" y="38889"/>
                    </a:cubicBezTo>
                    <a:cubicBezTo>
                      <a:pt x="24935" y="37906"/>
                      <a:pt x="19807" y="36891"/>
                      <a:pt x="14740" y="36147"/>
                    </a:cubicBezTo>
                    <a:cubicBezTo>
                      <a:pt x="9938" y="35440"/>
                      <a:pt x="5923" y="35101"/>
                      <a:pt x="2306" y="35101"/>
                    </a:cubicBezTo>
                    <a:cubicBezTo>
                      <a:pt x="1587" y="35101"/>
                      <a:pt x="884" y="35114"/>
                      <a:pt x="193" y="35141"/>
                    </a:cubicBezTo>
                    <a:lnTo>
                      <a:pt x="0" y="35148"/>
                    </a:lnTo>
                    <a:lnTo>
                      <a:pt x="0" y="41850"/>
                    </a:lnTo>
                    <a:lnTo>
                      <a:pt x="250" y="41789"/>
                    </a:lnTo>
                    <a:cubicBezTo>
                      <a:pt x="1438" y="41486"/>
                      <a:pt x="2642" y="41153"/>
                      <a:pt x="3807" y="40829"/>
                    </a:cubicBezTo>
                    <a:cubicBezTo>
                      <a:pt x="6459" y="40093"/>
                      <a:pt x="9201" y="39331"/>
                      <a:pt x="11931" y="38920"/>
                    </a:cubicBezTo>
                    <a:cubicBezTo>
                      <a:pt x="13025" y="38755"/>
                      <a:pt x="14155" y="38672"/>
                      <a:pt x="15326" y="38672"/>
                    </a:cubicBezTo>
                    <a:cubicBezTo>
                      <a:pt x="18207" y="38672"/>
                      <a:pt x="21339" y="39173"/>
                      <a:pt x="24808" y="40183"/>
                    </a:cubicBezTo>
                    <a:cubicBezTo>
                      <a:pt x="27977" y="41106"/>
                      <a:pt x="31136" y="42346"/>
                      <a:pt x="34192" y="43547"/>
                    </a:cubicBezTo>
                    <a:cubicBezTo>
                      <a:pt x="35480" y="44051"/>
                      <a:pt x="36810" y="44575"/>
                      <a:pt x="38124" y="45065"/>
                    </a:cubicBezTo>
                    <a:cubicBezTo>
                      <a:pt x="42272" y="46618"/>
                      <a:pt x="46826" y="47913"/>
                      <a:pt x="52458" y="49140"/>
                    </a:cubicBezTo>
                    <a:cubicBezTo>
                      <a:pt x="61960" y="51209"/>
                      <a:pt x="71376" y="52242"/>
                      <a:pt x="80515" y="52242"/>
                    </a:cubicBezTo>
                    <a:cubicBezTo>
                      <a:pt x="91963" y="52242"/>
                      <a:pt x="102972" y="50622"/>
                      <a:pt x="113151" y="47393"/>
                    </a:cubicBezTo>
                    <a:cubicBezTo>
                      <a:pt x="122171" y="44531"/>
                      <a:pt x="130760" y="39837"/>
                      <a:pt x="139068" y="35298"/>
                    </a:cubicBezTo>
                    <a:lnTo>
                      <a:pt x="139990" y="34794"/>
                    </a:lnTo>
                    <a:cubicBezTo>
                      <a:pt x="144149" y="32523"/>
                      <a:pt x="147959" y="30939"/>
                      <a:pt x="151635" y="29954"/>
                    </a:cubicBezTo>
                    <a:cubicBezTo>
                      <a:pt x="156001" y="28784"/>
                      <a:pt x="160459" y="28512"/>
                      <a:pt x="165023" y="28318"/>
                    </a:cubicBezTo>
                    <a:cubicBezTo>
                      <a:pt x="167510" y="28212"/>
                      <a:pt x="170027" y="28159"/>
                      <a:pt x="172583" y="28159"/>
                    </a:cubicBezTo>
                    <a:cubicBezTo>
                      <a:pt x="187551" y="28159"/>
                      <a:pt x="203846" y="29985"/>
                      <a:pt x="223155" y="33798"/>
                    </a:cubicBezTo>
                    <a:cubicBezTo>
                      <a:pt x="227133" y="34583"/>
                      <a:pt x="230708" y="35389"/>
                      <a:pt x="234091" y="36262"/>
                    </a:cubicBezTo>
                    <a:lnTo>
                      <a:pt x="234343" y="36327"/>
                    </a:lnTo>
                    <a:lnTo>
                      <a:pt x="234343" y="9942"/>
                    </a:lnTo>
                    <a:lnTo>
                      <a:pt x="234144" y="9938"/>
                    </a:lnTo>
                    <a:cubicBezTo>
                      <a:pt x="233436" y="9926"/>
                      <a:pt x="232728" y="9920"/>
                      <a:pt x="232019" y="9920"/>
                    </a:cubicBezTo>
                    <a:cubicBezTo>
                      <a:pt x="221533" y="9920"/>
                      <a:pt x="210937" y="11173"/>
                      <a:pt x="200668" y="12387"/>
                    </a:cubicBezTo>
                    <a:cubicBezTo>
                      <a:pt x="199192" y="12560"/>
                      <a:pt x="197716" y="12735"/>
                      <a:pt x="196241" y="12907"/>
                    </a:cubicBezTo>
                    <a:cubicBezTo>
                      <a:pt x="188833" y="13765"/>
                      <a:pt x="180900" y="14784"/>
                      <a:pt x="173099" y="16399"/>
                    </a:cubicBezTo>
                    <a:cubicBezTo>
                      <a:pt x="168984" y="17250"/>
                      <a:pt x="165266" y="18189"/>
                      <a:pt x="161730" y="19271"/>
                    </a:cubicBezTo>
                    <a:cubicBezTo>
                      <a:pt x="158729" y="20188"/>
                      <a:pt x="155634" y="21574"/>
                      <a:pt x="151992" y="23636"/>
                    </a:cubicBezTo>
                    <a:cubicBezTo>
                      <a:pt x="147694" y="26067"/>
                      <a:pt x="143448" y="28211"/>
                      <a:pt x="139076" y="28211"/>
                    </a:cubicBezTo>
                    <a:cubicBezTo>
                      <a:pt x="137648" y="28211"/>
                      <a:pt x="136206" y="27982"/>
                      <a:pt x="134745" y="27459"/>
                    </a:cubicBezTo>
                    <a:cubicBezTo>
                      <a:pt x="129659" y="25640"/>
                      <a:pt x="126097" y="20292"/>
                      <a:pt x="125882" y="14148"/>
                    </a:cubicBezTo>
                    <a:cubicBezTo>
                      <a:pt x="125729" y="9782"/>
                      <a:pt x="128305" y="6844"/>
                      <a:pt x="133544" y="5415"/>
                    </a:cubicBezTo>
                    <a:cubicBezTo>
                      <a:pt x="139606" y="3761"/>
                      <a:pt x="145790" y="3559"/>
                      <a:pt x="152664" y="3482"/>
                    </a:cubicBezTo>
                    <a:lnTo>
                      <a:pt x="153767" y="3469"/>
                    </a:lnTo>
                    <a:cubicBezTo>
                      <a:pt x="160981" y="3392"/>
                      <a:pt x="168439" y="3314"/>
                      <a:pt x="175499" y="719"/>
                    </a:cubicBezTo>
                    <a:cubicBezTo>
                      <a:pt x="175781" y="617"/>
                      <a:pt x="176061" y="506"/>
                      <a:pt x="176341" y="389"/>
                    </a:cubicBezTo>
                    <a:lnTo>
                      <a:pt x="1772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 name="Google Shape;230;p8"/>
            <p:cNvSpPr/>
            <p:nvPr/>
          </p:nvSpPr>
          <p:spPr>
            <a:xfrm>
              <a:off x="-97224" y="-1018288"/>
              <a:ext cx="8367499" cy="1836163"/>
            </a:xfrm>
            <a:custGeom>
              <a:rect b="b" l="l" r="r" t="t"/>
              <a:pathLst>
                <a:path extrusionOk="0" h="45884" w="209096">
                  <a:moveTo>
                    <a:pt x="173615" y="405"/>
                  </a:moveTo>
                  <a:cubicBezTo>
                    <a:pt x="176375" y="405"/>
                    <a:pt x="179213" y="507"/>
                    <a:pt x="182050" y="829"/>
                  </a:cubicBezTo>
                  <a:cubicBezTo>
                    <a:pt x="188207" y="1528"/>
                    <a:pt x="194615" y="3672"/>
                    <a:pt x="201642" y="7381"/>
                  </a:cubicBezTo>
                  <a:lnTo>
                    <a:pt x="202000" y="7570"/>
                  </a:lnTo>
                  <a:cubicBezTo>
                    <a:pt x="204160" y="8703"/>
                    <a:pt x="207122" y="10258"/>
                    <a:pt x="208209" y="13014"/>
                  </a:cubicBezTo>
                  <a:cubicBezTo>
                    <a:pt x="208659" y="14157"/>
                    <a:pt x="208681" y="15157"/>
                    <a:pt x="208272" y="15990"/>
                  </a:cubicBezTo>
                  <a:cubicBezTo>
                    <a:pt x="207624" y="17309"/>
                    <a:pt x="205989" y="18018"/>
                    <a:pt x="204732" y="18381"/>
                  </a:cubicBezTo>
                  <a:cubicBezTo>
                    <a:pt x="201461" y="19325"/>
                    <a:pt x="198006" y="19797"/>
                    <a:pt x="194392" y="19797"/>
                  </a:cubicBezTo>
                  <a:cubicBezTo>
                    <a:pt x="190821" y="19797"/>
                    <a:pt x="187096" y="19336"/>
                    <a:pt x="183241" y="18415"/>
                  </a:cubicBezTo>
                  <a:cubicBezTo>
                    <a:pt x="179114" y="17429"/>
                    <a:pt x="174866" y="16057"/>
                    <a:pt x="170611" y="14337"/>
                  </a:cubicBezTo>
                  <a:cubicBezTo>
                    <a:pt x="166998" y="12878"/>
                    <a:pt x="163261" y="11368"/>
                    <a:pt x="159428" y="10535"/>
                  </a:cubicBezTo>
                  <a:cubicBezTo>
                    <a:pt x="157531" y="10122"/>
                    <a:pt x="155742" y="9916"/>
                    <a:pt x="154034" y="9916"/>
                  </a:cubicBezTo>
                  <a:cubicBezTo>
                    <a:pt x="152450" y="9916"/>
                    <a:pt x="150935" y="10094"/>
                    <a:pt x="149470" y="10449"/>
                  </a:cubicBezTo>
                  <a:cubicBezTo>
                    <a:pt x="145504" y="11411"/>
                    <a:pt x="142070" y="13874"/>
                    <a:pt x="138895" y="16316"/>
                  </a:cubicBezTo>
                  <a:cubicBezTo>
                    <a:pt x="136054" y="18501"/>
                    <a:pt x="133233" y="20858"/>
                    <a:pt x="130505" y="23139"/>
                  </a:cubicBezTo>
                  <a:cubicBezTo>
                    <a:pt x="126905" y="26149"/>
                    <a:pt x="123181" y="29264"/>
                    <a:pt x="119366" y="32010"/>
                  </a:cubicBezTo>
                  <a:cubicBezTo>
                    <a:pt x="107458" y="40580"/>
                    <a:pt x="92880" y="45107"/>
                    <a:pt x="76028" y="45462"/>
                  </a:cubicBezTo>
                  <a:cubicBezTo>
                    <a:pt x="75424" y="45475"/>
                    <a:pt x="74822" y="45482"/>
                    <a:pt x="74224" y="45482"/>
                  </a:cubicBezTo>
                  <a:cubicBezTo>
                    <a:pt x="58269" y="45482"/>
                    <a:pt x="44689" y="40929"/>
                    <a:pt x="33828" y="31942"/>
                  </a:cubicBezTo>
                  <a:cubicBezTo>
                    <a:pt x="27187" y="26448"/>
                    <a:pt x="20603" y="21405"/>
                    <a:pt x="13056" y="20088"/>
                  </a:cubicBezTo>
                  <a:cubicBezTo>
                    <a:pt x="11967" y="19897"/>
                    <a:pt x="10865" y="19801"/>
                    <a:pt x="9746" y="19801"/>
                  </a:cubicBezTo>
                  <a:cubicBezTo>
                    <a:pt x="6781" y="19801"/>
                    <a:pt x="3696" y="20474"/>
                    <a:pt x="406" y="21833"/>
                  </a:cubicBezTo>
                  <a:lnTo>
                    <a:pt x="406" y="14358"/>
                  </a:lnTo>
                  <a:cubicBezTo>
                    <a:pt x="1109" y="14230"/>
                    <a:pt x="1864" y="14110"/>
                    <a:pt x="2702" y="13993"/>
                  </a:cubicBezTo>
                  <a:cubicBezTo>
                    <a:pt x="5594" y="13588"/>
                    <a:pt x="8552" y="13414"/>
                    <a:pt x="11411" y="13245"/>
                  </a:cubicBezTo>
                  <a:lnTo>
                    <a:pt x="12958" y="13152"/>
                  </a:lnTo>
                  <a:cubicBezTo>
                    <a:pt x="15818" y="12978"/>
                    <a:pt x="18953" y="12785"/>
                    <a:pt x="22145" y="12785"/>
                  </a:cubicBezTo>
                  <a:cubicBezTo>
                    <a:pt x="23389" y="12785"/>
                    <a:pt x="24641" y="12814"/>
                    <a:pt x="25889" y="12885"/>
                  </a:cubicBezTo>
                  <a:cubicBezTo>
                    <a:pt x="29786" y="13104"/>
                    <a:pt x="33808" y="14150"/>
                    <a:pt x="38546" y="16169"/>
                  </a:cubicBezTo>
                  <a:cubicBezTo>
                    <a:pt x="52883" y="22283"/>
                    <a:pt x="69842" y="28659"/>
                    <a:pt x="86902" y="29591"/>
                  </a:cubicBezTo>
                  <a:cubicBezTo>
                    <a:pt x="88135" y="29659"/>
                    <a:pt x="89353" y="29692"/>
                    <a:pt x="90554" y="29692"/>
                  </a:cubicBezTo>
                  <a:cubicBezTo>
                    <a:pt x="97955" y="29692"/>
                    <a:pt x="104738" y="28414"/>
                    <a:pt x="110758" y="25880"/>
                  </a:cubicBezTo>
                  <a:cubicBezTo>
                    <a:pt x="117187" y="23174"/>
                    <a:pt x="123174" y="18993"/>
                    <a:pt x="128962" y="14950"/>
                  </a:cubicBezTo>
                  <a:cubicBezTo>
                    <a:pt x="130301" y="14015"/>
                    <a:pt x="131684" y="13050"/>
                    <a:pt x="133052" y="12117"/>
                  </a:cubicBezTo>
                  <a:cubicBezTo>
                    <a:pt x="136569" y="9716"/>
                    <a:pt x="140379" y="7249"/>
                    <a:pt x="144384" y="5460"/>
                  </a:cubicBezTo>
                  <a:cubicBezTo>
                    <a:pt x="148006" y="3842"/>
                    <a:pt x="151905" y="2608"/>
                    <a:pt x="155970" y="1792"/>
                  </a:cubicBezTo>
                  <a:cubicBezTo>
                    <a:pt x="159701" y="1042"/>
                    <a:pt x="163680" y="640"/>
                    <a:pt x="168868" y="486"/>
                  </a:cubicBezTo>
                  <a:cubicBezTo>
                    <a:pt x="170413" y="440"/>
                    <a:pt x="172001" y="405"/>
                    <a:pt x="173615" y="405"/>
                  </a:cubicBezTo>
                  <a:close/>
                  <a:moveTo>
                    <a:pt x="173609" y="0"/>
                  </a:moveTo>
                  <a:cubicBezTo>
                    <a:pt x="171993" y="0"/>
                    <a:pt x="170405" y="35"/>
                    <a:pt x="168858" y="80"/>
                  </a:cubicBezTo>
                  <a:cubicBezTo>
                    <a:pt x="163644" y="234"/>
                    <a:pt x="159645" y="639"/>
                    <a:pt x="155891" y="1393"/>
                  </a:cubicBezTo>
                  <a:cubicBezTo>
                    <a:pt x="151795" y="2216"/>
                    <a:pt x="147870" y="3459"/>
                    <a:pt x="144219" y="5088"/>
                  </a:cubicBezTo>
                  <a:cubicBezTo>
                    <a:pt x="140186" y="6888"/>
                    <a:pt x="136359" y="9369"/>
                    <a:pt x="132824" y="11781"/>
                  </a:cubicBezTo>
                  <a:cubicBezTo>
                    <a:pt x="131454" y="12715"/>
                    <a:pt x="130070" y="13683"/>
                    <a:pt x="128732" y="14617"/>
                  </a:cubicBezTo>
                  <a:cubicBezTo>
                    <a:pt x="122961" y="18648"/>
                    <a:pt x="116993" y="22817"/>
                    <a:pt x="110602" y="25506"/>
                  </a:cubicBezTo>
                  <a:cubicBezTo>
                    <a:pt x="104631" y="28019"/>
                    <a:pt x="97899" y="29287"/>
                    <a:pt x="90554" y="29287"/>
                  </a:cubicBezTo>
                  <a:cubicBezTo>
                    <a:pt x="89360" y="29287"/>
                    <a:pt x="88149" y="29254"/>
                    <a:pt x="86923" y="29187"/>
                  </a:cubicBezTo>
                  <a:cubicBezTo>
                    <a:pt x="69926" y="28261"/>
                    <a:pt x="53010" y="21898"/>
                    <a:pt x="38703" y="15797"/>
                  </a:cubicBezTo>
                  <a:cubicBezTo>
                    <a:pt x="33922" y="13758"/>
                    <a:pt x="29857" y="12704"/>
                    <a:pt x="25911" y="12481"/>
                  </a:cubicBezTo>
                  <a:cubicBezTo>
                    <a:pt x="24653" y="12410"/>
                    <a:pt x="23392" y="12381"/>
                    <a:pt x="22140" y="12381"/>
                  </a:cubicBezTo>
                  <a:cubicBezTo>
                    <a:pt x="18938" y="12381"/>
                    <a:pt x="15797" y="12572"/>
                    <a:pt x="12931" y="12748"/>
                  </a:cubicBezTo>
                  <a:lnTo>
                    <a:pt x="11384" y="12841"/>
                  </a:lnTo>
                  <a:cubicBezTo>
                    <a:pt x="8518" y="13010"/>
                    <a:pt x="5551" y="13184"/>
                    <a:pt x="2644" y="13591"/>
                  </a:cubicBezTo>
                  <a:cubicBezTo>
                    <a:pt x="1731" y="13718"/>
                    <a:pt x="921" y="13848"/>
                    <a:pt x="165" y="13990"/>
                  </a:cubicBezTo>
                  <a:lnTo>
                    <a:pt x="0" y="14020"/>
                  </a:lnTo>
                  <a:lnTo>
                    <a:pt x="0" y="22434"/>
                  </a:lnTo>
                  <a:lnTo>
                    <a:pt x="280" y="22317"/>
                  </a:lnTo>
                  <a:cubicBezTo>
                    <a:pt x="3624" y="20902"/>
                    <a:pt x="6748" y="20202"/>
                    <a:pt x="9745" y="20202"/>
                  </a:cubicBezTo>
                  <a:cubicBezTo>
                    <a:pt x="10841" y="20202"/>
                    <a:pt x="11920" y="20296"/>
                    <a:pt x="12987" y="20482"/>
                  </a:cubicBezTo>
                  <a:cubicBezTo>
                    <a:pt x="20436" y="21784"/>
                    <a:pt x="26975" y="26792"/>
                    <a:pt x="33571" y="32250"/>
                  </a:cubicBezTo>
                  <a:cubicBezTo>
                    <a:pt x="44508" y="41302"/>
                    <a:pt x="58178" y="45884"/>
                    <a:pt x="74230" y="45884"/>
                  </a:cubicBezTo>
                  <a:cubicBezTo>
                    <a:pt x="74828" y="45884"/>
                    <a:pt x="75434" y="45878"/>
                    <a:pt x="76041" y="45864"/>
                  </a:cubicBezTo>
                  <a:cubicBezTo>
                    <a:pt x="92973" y="45507"/>
                    <a:pt x="107630" y="40953"/>
                    <a:pt x="119603" y="32334"/>
                  </a:cubicBezTo>
                  <a:cubicBezTo>
                    <a:pt x="123430" y="29580"/>
                    <a:pt x="127160" y="26462"/>
                    <a:pt x="130767" y="23446"/>
                  </a:cubicBezTo>
                  <a:cubicBezTo>
                    <a:pt x="133490" y="21168"/>
                    <a:pt x="136306" y="18812"/>
                    <a:pt x="139143" y="16633"/>
                  </a:cubicBezTo>
                  <a:cubicBezTo>
                    <a:pt x="142286" y="14218"/>
                    <a:pt x="145678" y="11782"/>
                    <a:pt x="149569" y="10839"/>
                  </a:cubicBezTo>
                  <a:cubicBezTo>
                    <a:pt x="151002" y="10492"/>
                    <a:pt x="152486" y="10318"/>
                    <a:pt x="154040" y="10318"/>
                  </a:cubicBezTo>
                  <a:cubicBezTo>
                    <a:pt x="155718" y="10318"/>
                    <a:pt x="157477" y="10521"/>
                    <a:pt x="159345" y="10926"/>
                  </a:cubicBezTo>
                  <a:cubicBezTo>
                    <a:pt x="163146" y="11754"/>
                    <a:pt x="166866" y="13255"/>
                    <a:pt x="170463" y="14710"/>
                  </a:cubicBezTo>
                  <a:cubicBezTo>
                    <a:pt x="174735" y="16434"/>
                    <a:pt x="179004" y="17813"/>
                    <a:pt x="183149" y="18805"/>
                  </a:cubicBezTo>
                  <a:cubicBezTo>
                    <a:pt x="187035" y="19734"/>
                    <a:pt x="190791" y="20198"/>
                    <a:pt x="194393" y="20198"/>
                  </a:cubicBezTo>
                  <a:cubicBezTo>
                    <a:pt x="198045" y="20198"/>
                    <a:pt x="201538" y="19721"/>
                    <a:pt x="204846" y="18766"/>
                  </a:cubicBezTo>
                  <a:cubicBezTo>
                    <a:pt x="206788" y="18205"/>
                    <a:pt x="208062" y="17332"/>
                    <a:pt x="208634" y="16167"/>
                  </a:cubicBezTo>
                  <a:cubicBezTo>
                    <a:pt x="209095" y="15229"/>
                    <a:pt x="209080" y="14117"/>
                    <a:pt x="208584" y="12865"/>
                  </a:cubicBezTo>
                  <a:cubicBezTo>
                    <a:pt x="207441" y="9969"/>
                    <a:pt x="204404" y="8376"/>
                    <a:pt x="202188" y="7211"/>
                  </a:cubicBezTo>
                  <a:lnTo>
                    <a:pt x="201831" y="7024"/>
                  </a:lnTo>
                  <a:cubicBezTo>
                    <a:pt x="194760" y="3289"/>
                    <a:pt x="188306" y="1132"/>
                    <a:pt x="182098" y="427"/>
                  </a:cubicBezTo>
                  <a:cubicBezTo>
                    <a:pt x="179239" y="102"/>
                    <a:pt x="176384" y="0"/>
                    <a:pt x="1736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8"/>
            <p:cNvSpPr/>
            <p:nvPr/>
          </p:nvSpPr>
          <p:spPr>
            <a:xfrm>
              <a:off x="-97184" y="87130"/>
              <a:ext cx="807313" cy="330705"/>
            </a:xfrm>
            <a:custGeom>
              <a:rect b="b" l="l" r="r" t="t"/>
              <a:pathLst>
                <a:path extrusionOk="0" h="8264" w="20174">
                  <a:moveTo>
                    <a:pt x="10888" y="404"/>
                  </a:moveTo>
                  <a:cubicBezTo>
                    <a:pt x="11749" y="404"/>
                    <a:pt x="12597" y="461"/>
                    <a:pt x="13422" y="602"/>
                  </a:cubicBezTo>
                  <a:cubicBezTo>
                    <a:pt x="15472" y="954"/>
                    <a:pt x="17153" y="1897"/>
                    <a:pt x="18413" y="3404"/>
                  </a:cubicBezTo>
                  <a:cubicBezTo>
                    <a:pt x="19054" y="4170"/>
                    <a:pt x="19787" y="5267"/>
                    <a:pt x="19634" y="6147"/>
                  </a:cubicBezTo>
                  <a:cubicBezTo>
                    <a:pt x="19567" y="6546"/>
                    <a:pt x="19324" y="6863"/>
                    <a:pt x="18894" y="7118"/>
                  </a:cubicBezTo>
                  <a:cubicBezTo>
                    <a:pt x="17704" y="7820"/>
                    <a:pt x="16206" y="7861"/>
                    <a:pt x="14950" y="7861"/>
                  </a:cubicBezTo>
                  <a:cubicBezTo>
                    <a:pt x="14860" y="7861"/>
                    <a:pt x="14771" y="7861"/>
                    <a:pt x="14684" y="7861"/>
                  </a:cubicBezTo>
                  <a:cubicBezTo>
                    <a:pt x="13289" y="7856"/>
                    <a:pt x="11866" y="7753"/>
                    <a:pt x="10488" y="7653"/>
                  </a:cubicBezTo>
                  <a:cubicBezTo>
                    <a:pt x="9887" y="7608"/>
                    <a:pt x="9287" y="7565"/>
                    <a:pt x="8687" y="7529"/>
                  </a:cubicBezTo>
                  <a:cubicBezTo>
                    <a:pt x="5827" y="7359"/>
                    <a:pt x="3245" y="7206"/>
                    <a:pt x="649" y="7206"/>
                  </a:cubicBezTo>
                  <a:cubicBezTo>
                    <a:pt x="568" y="7206"/>
                    <a:pt x="486" y="7206"/>
                    <a:pt x="405" y="7206"/>
                  </a:cubicBezTo>
                  <a:lnTo>
                    <a:pt x="405" y="1428"/>
                  </a:lnTo>
                  <a:cubicBezTo>
                    <a:pt x="2017" y="1368"/>
                    <a:pt x="3674" y="1139"/>
                    <a:pt x="5280" y="919"/>
                  </a:cubicBezTo>
                  <a:cubicBezTo>
                    <a:pt x="7141" y="665"/>
                    <a:pt x="9044" y="404"/>
                    <a:pt x="10888" y="404"/>
                  </a:cubicBezTo>
                  <a:close/>
                  <a:moveTo>
                    <a:pt x="10888" y="1"/>
                  </a:moveTo>
                  <a:cubicBezTo>
                    <a:pt x="9018" y="1"/>
                    <a:pt x="7099" y="265"/>
                    <a:pt x="5223" y="522"/>
                  </a:cubicBezTo>
                  <a:cubicBezTo>
                    <a:pt x="3564" y="751"/>
                    <a:pt x="1848" y="984"/>
                    <a:pt x="195" y="1034"/>
                  </a:cubicBezTo>
                  <a:lnTo>
                    <a:pt x="1" y="1039"/>
                  </a:lnTo>
                  <a:lnTo>
                    <a:pt x="1" y="7612"/>
                  </a:lnTo>
                  <a:lnTo>
                    <a:pt x="202" y="7612"/>
                  </a:lnTo>
                  <a:cubicBezTo>
                    <a:pt x="266" y="7612"/>
                    <a:pt x="330" y="7612"/>
                    <a:pt x="393" y="7612"/>
                  </a:cubicBezTo>
                  <a:cubicBezTo>
                    <a:pt x="3056" y="7612"/>
                    <a:pt x="5717" y="7756"/>
                    <a:pt x="8664" y="7932"/>
                  </a:cubicBezTo>
                  <a:cubicBezTo>
                    <a:pt x="9261" y="7968"/>
                    <a:pt x="9860" y="8012"/>
                    <a:pt x="10460" y="8055"/>
                  </a:cubicBezTo>
                  <a:cubicBezTo>
                    <a:pt x="11844" y="8155"/>
                    <a:pt x="13275" y="8259"/>
                    <a:pt x="14682" y="8264"/>
                  </a:cubicBezTo>
                  <a:lnTo>
                    <a:pt x="14998" y="8264"/>
                  </a:lnTo>
                  <a:cubicBezTo>
                    <a:pt x="16295" y="8264"/>
                    <a:pt x="17831" y="8211"/>
                    <a:pt x="19096" y="7463"/>
                  </a:cubicBezTo>
                  <a:cubicBezTo>
                    <a:pt x="19626" y="7152"/>
                    <a:pt x="19940" y="6730"/>
                    <a:pt x="20030" y="6216"/>
                  </a:cubicBezTo>
                  <a:cubicBezTo>
                    <a:pt x="20173" y="5387"/>
                    <a:pt x="19732" y="4354"/>
                    <a:pt x="18720" y="3145"/>
                  </a:cubicBezTo>
                  <a:cubicBezTo>
                    <a:pt x="17395" y="1562"/>
                    <a:pt x="15637" y="574"/>
                    <a:pt x="13488" y="205"/>
                  </a:cubicBezTo>
                  <a:cubicBezTo>
                    <a:pt x="12639" y="59"/>
                    <a:pt x="11769" y="1"/>
                    <a:pt x="108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8"/>
            <p:cNvSpPr/>
            <p:nvPr/>
          </p:nvSpPr>
          <p:spPr>
            <a:xfrm>
              <a:off x="-97104" y="-258065"/>
              <a:ext cx="9377861" cy="2035410"/>
            </a:xfrm>
            <a:custGeom>
              <a:rect b="b" l="l" r="r" t="t"/>
              <a:pathLst>
                <a:path extrusionOk="0" h="50863" w="234344">
                  <a:moveTo>
                    <a:pt x="233940" y="621"/>
                  </a:moveTo>
                  <a:lnTo>
                    <a:pt x="233940" y="12077"/>
                  </a:lnTo>
                  <a:cubicBezTo>
                    <a:pt x="232371" y="13846"/>
                    <a:pt x="230619" y="15358"/>
                    <a:pt x="228734" y="16565"/>
                  </a:cubicBezTo>
                  <a:cubicBezTo>
                    <a:pt x="224484" y="19289"/>
                    <a:pt x="219376" y="20857"/>
                    <a:pt x="213122" y="21360"/>
                  </a:cubicBezTo>
                  <a:cubicBezTo>
                    <a:pt x="211653" y="21479"/>
                    <a:pt x="210146" y="21539"/>
                    <a:pt x="208580" y="21539"/>
                  </a:cubicBezTo>
                  <a:cubicBezTo>
                    <a:pt x="205000" y="21539"/>
                    <a:pt x="201109" y="21226"/>
                    <a:pt x="196647" y="20590"/>
                  </a:cubicBezTo>
                  <a:lnTo>
                    <a:pt x="196529" y="20574"/>
                  </a:lnTo>
                  <a:cubicBezTo>
                    <a:pt x="194477" y="20283"/>
                    <a:pt x="192356" y="19981"/>
                    <a:pt x="190306" y="19457"/>
                  </a:cubicBezTo>
                  <a:cubicBezTo>
                    <a:pt x="188131" y="18901"/>
                    <a:pt x="186302" y="18457"/>
                    <a:pt x="184446" y="18095"/>
                  </a:cubicBezTo>
                  <a:cubicBezTo>
                    <a:pt x="182413" y="17700"/>
                    <a:pt x="180221" y="17338"/>
                    <a:pt x="178016" y="17338"/>
                  </a:cubicBezTo>
                  <a:cubicBezTo>
                    <a:pt x="177942" y="17338"/>
                    <a:pt x="177867" y="17339"/>
                    <a:pt x="177792" y="17340"/>
                  </a:cubicBezTo>
                  <a:cubicBezTo>
                    <a:pt x="176496" y="17354"/>
                    <a:pt x="174542" y="17378"/>
                    <a:pt x="173323" y="18637"/>
                  </a:cubicBezTo>
                  <a:cubicBezTo>
                    <a:pt x="172261" y="19733"/>
                    <a:pt x="172397" y="21555"/>
                    <a:pt x="173080" y="22788"/>
                  </a:cubicBezTo>
                  <a:cubicBezTo>
                    <a:pt x="174004" y="24459"/>
                    <a:pt x="175665" y="25395"/>
                    <a:pt x="177319" y="26158"/>
                  </a:cubicBezTo>
                  <a:cubicBezTo>
                    <a:pt x="180088" y="27433"/>
                    <a:pt x="183032" y="28076"/>
                    <a:pt x="185878" y="28699"/>
                  </a:cubicBezTo>
                  <a:cubicBezTo>
                    <a:pt x="186544" y="28844"/>
                    <a:pt x="187205" y="28990"/>
                    <a:pt x="187866" y="29142"/>
                  </a:cubicBezTo>
                  <a:cubicBezTo>
                    <a:pt x="191326" y="29942"/>
                    <a:pt x="194903" y="30405"/>
                    <a:pt x="198362" y="30852"/>
                  </a:cubicBezTo>
                  <a:lnTo>
                    <a:pt x="199879" y="31048"/>
                  </a:lnTo>
                  <a:cubicBezTo>
                    <a:pt x="203501" y="31524"/>
                    <a:pt x="207493" y="31975"/>
                    <a:pt x="212443" y="32469"/>
                  </a:cubicBezTo>
                  <a:cubicBezTo>
                    <a:pt x="216296" y="32854"/>
                    <a:pt x="220110" y="33192"/>
                    <a:pt x="223683" y="33505"/>
                  </a:cubicBezTo>
                  <a:cubicBezTo>
                    <a:pt x="226437" y="33747"/>
                    <a:pt x="229366" y="34040"/>
                    <a:pt x="232268" y="34727"/>
                  </a:cubicBezTo>
                  <a:cubicBezTo>
                    <a:pt x="232812" y="34856"/>
                    <a:pt x="233374" y="35011"/>
                    <a:pt x="233940" y="35186"/>
                  </a:cubicBezTo>
                  <a:lnTo>
                    <a:pt x="233940" y="50330"/>
                  </a:lnTo>
                  <a:cubicBezTo>
                    <a:pt x="227593" y="48509"/>
                    <a:pt x="220754" y="46238"/>
                    <a:pt x="213042" y="43386"/>
                  </a:cubicBezTo>
                  <a:cubicBezTo>
                    <a:pt x="208088" y="41555"/>
                    <a:pt x="202988" y="39512"/>
                    <a:pt x="197884" y="37317"/>
                  </a:cubicBezTo>
                  <a:cubicBezTo>
                    <a:pt x="195613" y="36339"/>
                    <a:pt x="193318" y="35281"/>
                    <a:pt x="191099" y="34257"/>
                  </a:cubicBezTo>
                  <a:cubicBezTo>
                    <a:pt x="188401" y="33014"/>
                    <a:pt x="185611" y="31726"/>
                    <a:pt x="182833" y="30573"/>
                  </a:cubicBezTo>
                  <a:cubicBezTo>
                    <a:pt x="172649" y="26340"/>
                    <a:pt x="162754" y="24195"/>
                    <a:pt x="153409" y="24195"/>
                  </a:cubicBezTo>
                  <a:cubicBezTo>
                    <a:pt x="153178" y="24195"/>
                    <a:pt x="152948" y="24197"/>
                    <a:pt x="152719" y="24198"/>
                  </a:cubicBezTo>
                  <a:cubicBezTo>
                    <a:pt x="142080" y="24319"/>
                    <a:pt x="132064" y="27884"/>
                    <a:pt x="122824" y="31721"/>
                  </a:cubicBezTo>
                  <a:cubicBezTo>
                    <a:pt x="112729" y="35913"/>
                    <a:pt x="102805" y="39822"/>
                    <a:pt x="92400" y="41608"/>
                  </a:cubicBezTo>
                  <a:cubicBezTo>
                    <a:pt x="82867" y="43244"/>
                    <a:pt x="72721" y="44299"/>
                    <a:pt x="61383" y="44830"/>
                  </a:cubicBezTo>
                  <a:cubicBezTo>
                    <a:pt x="58519" y="44965"/>
                    <a:pt x="55783" y="45032"/>
                    <a:pt x="53152" y="45032"/>
                  </a:cubicBezTo>
                  <a:cubicBezTo>
                    <a:pt x="45012" y="45032"/>
                    <a:pt x="37887" y="44383"/>
                    <a:pt x="31169" y="43050"/>
                  </a:cubicBezTo>
                  <a:cubicBezTo>
                    <a:pt x="24718" y="41770"/>
                    <a:pt x="18066" y="39641"/>
                    <a:pt x="11397" y="36720"/>
                  </a:cubicBezTo>
                  <a:cubicBezTo>
                    <a:pt x="7680" y="35093"/>
                    <a:pt x="3780" y="33224"/>
                    <a:pt x="405" y="30582"/>
                  </a:cubicBezTo>
                  <a:lnTo>
                    <a:pt x="405" y="21725"/>
                  </a:lnTo>
                  <a:cubicBezTo>
                    <a:pt x="5173" y="23118"/>
                    <a:pt x="10001" y="24631"/>
                    <a:pt x="14673" y="26094"/>
                  </a:cubicBezTo>
                  <a:cubicBezTo>
                    <a:pt x="18472" y="27283"/>
                    <a:pt x="22397" y="28512"/>
                    <a:pt x="26269" y="29670"/>
                  </a:cubicBezTo>
                  <a:cubicBezTo>
                    <a:pt x="42759" y="34607"/>
                    <a:pt x="58954" y="38982"/>
                    <a:pt x="74991" y="38982"/>
                  </a:cubicBezTo>
                  <a:cubicBezTo>
                    <a:pt x="78823" y="38982"/>
                    <a:pt x="82649" y="38732"/>
                    <a:pt x="86466" y="38179"/>
                  </a:cubicBezTo>
                  <a:cubicBezTo>
                    <a:pt x="95509" y="36872"/>
                    <a:pt x="104228" y="33938"/>
                    <a:pt x="112383" y="29455"/>
                  </a:cubicBezTo>
                  <a:cubicBezTo>
                    <a:pt x="116730" y="27066"/>
                    <a:pt x="120985" y="24195"/>
                    <a:pt x="125029" y="20922"/>
                  </a:cubicBezTo>
                  <a:cubicBezTo>
                    <a:pt x="126767" y="19511"/>
                    <a:pt x="128488" y="17994"/>
                    <a:pt x="130152" y="16524"/>
                  </a:cubicBezTo>
                  <a:cubicBezTo>
                    <a:pt x="131788" y="15078"/>
                    <a:pt x="133483" y="13582"/>
                    <a:pt x="135190" y="12196"/>
                  </a:cubicBezTo>
                  <a:cubicBezTo>
                    <a:pt x="137654" y="10200"/>
                    <a:pt x="140969" y="7788"/>
                    <a:pt x="144768" y="6873"/>
                  </a:cubicBezTo>
                  <a:cubicBezTo>
                    <a:pt x="145990" y="6580"/>
                    <a:pt x="147258" y="6432"/>
                    <a:pt x="148594" y="6432"/>
                  </a:cubicBezTo>
                  <a:cubicBezTo>
                    <a:pt x="151134" y="6432"/>
                    <a:pt x="153922" y="6966"/>
                    <a:pt x="157120" y="8052"/>
                  </a:cubicBezTo>
                  <a:cubicBezTo>
                    <a:pt x="165254" y="10813"/>
                    <a:pt x="174727" y="13878"/>
                    <a:pt x="184226" y="15304"/>
                  </a:cubicBezTo>
                  <a:cubicBezTo>
                    <a:pt x="187914" y="15858"/>
                    <a:pt x="191419" y="16136"/>
                    <a:pt x="194766" y="16136"/>
                  </a:cubicBezTo>
                  <a:cubicBezTo>
                    <a:pt x="200932" y="16136"/>
                    <a:pt x="206557" y="15192"/>
                    <a:pt x="211781" y="13295"/>
                  </a:cubicBezTo>
                  <a:cubicBezTo>
                    <a:pt x="216509" y="11579"/>
                    <a:pt x="220789" y="8892"/>
                    <a:pt x="224351" y="6492"/>
                  </a:cubicBezTo>
                  <a:cubicBezTo>
                    <a:pt x="224766" y="6212"/>
                    <a:pt x="225182" y="5928"/>
                    <a:pt x="225598" y="5645"/>
                  </a:cubicBezTo>
                  <a:cubicBezTo>
                    <a:pt x="228277" y="3826"/>
                    <a:pt x="231045" y="1944"/>
                    <a:pt x="233940" y="621"/>
                  </a:cubicBezTo>
                  <a:close/>
                  <a:moveTo>
                    <a:pt x="234344" y="1"/>
                  </a:moveTo>
                  <a:lnTo>
                    <a:pt x="234062" y="127"/>
                  </a:lnTo>
                  <a:cubicBezTo>
                    <a:pt x="231032" y="1470"/>
                    <a:pt x="228156" y="3423"/>
                    <a:pt x="225375" y="5313"/>
                  </a:cubicBezTo>
                  <a:cubicBezTo>
                    <a:pt x="224959" y="5595"/>
                    <a:pt x="224545" y="5878"/>
                    <a:pt x="224128" y="6158"/>
                  </a:cubicBezTo>
                  <a:cubicBezTo>
                    <a:pt x="220589" y="8544"/>
                    <a:pt x="216336" y="11214"/>
                    <a:pt x="211647" y="12916"/>
                  </a:cubicBezTo>
                  <a:cubicBezTo>
                    <a:pt x="206466" y="14796"/>
                    <a:pt x="200885" y="15732"/>
                    <a:pt x="194765" y="15732"/>
                  </a:cubicBezTo>
                  <a:cubicBezTo>
                    <a:pt x="191440" y="15732"/>
                    <a:pt x="187955" y="15456"/>
                    <a:pt x="184289" y="14905"/>
                  </a:cubicBezTo>
                  <a:cubicBezTo>
                    <a:pt x="174822" y="13485"/>
                    <a:pt x="165370" y="10424"/>
                    <a:pt x="157251" y="7671"/>
                  </a:cubicBezTo>
                  <a:cubicBezTo>
                    <a:pt x="154011" y="6571"/>
                    <a:pt x="151182" y="6028"/>
                    <a:pt x="148600" y="6028"/>
                  </a:cubicBezTo>
                  <a:cubicBezTo>
                    <a:pt x="147230" y="6028"/>
                    <a:pt x="145930" y="6181"/>
                    <a:pt x="144675" y="6483"/>
                  </a:cubicBezTo>
                  <a:cubicBezTo>
                    <a:pt x="140797" y="7416"/>
                    <a:pt x="137434" y="9860"/>
                    <a:pt x="134939" y="11886"/>
                  </a:cubicBezTo>
                  <a:cubicBezTo>
                    <a:pt x="133224" y="13277"/>
                    <a:pt x="131528" y="14775"/>
                    <a:pt x="129887" y="16224"/>
                  </a:cubicBezTo>
                  <a:cubicBezTo>
                    <a:pt x="128225" y="17690"/>
                    <a:pt x="126509" y="19207"/>
                    <a:pt x="124774" y="20610"/>
                  </a:cubicBezTo>
                  <a:cubicBezTo>
                    <a:pt x="120749" y="23869"/>
                    <a:pt x="116514" y="26727"/>
                    <a:pt x="112189" y="29105"/>
                  </a:cubicBezTo>
                  <a:cubicBezTo>
                    <a:pt x="104076" y="33564"/>
                    <a:pt x="95402" y="36484"/>
                    <a:pt x="86407" y="37785"/>
                  </a:cubicBezTo>
                  <a:cubicBezTo>
                    <a:pt x="82611" y="38334"/>
                    <a:pt x="78806" y="38583"/>
                    <a:pt x="74991" y="38583"/>
                  </a:cubicBezTo>
                  <a:cubicBezTo>
                    <a:pt x="59005" y="38583"/>
                    <a:pt x="42843" y="34216"/>
                    <a:pt x="26384" y="29289"/>
                  </a:cubicBezTo>
                  <a:cubicBezTo>
                    <a:pt x="22516" y="28130"/>
                    <a:pt x="18589" y="26901"/>
                    <a:pt x="14793" y="25711"/>
                  </a:cubicBezTo>
                  <a:cubicBezTo>
                    <a:pt x="10035" y="24222"/>
                    <a:pt x="5116" y="22681"/>
                    <a:pt x="257" y="21265"/>
                  </a:cubicBezTo>
                  <a:lnTo>
                    <a:pt x="0" y="21189"/>
                  </a:lnTo>
                  <a:lnTo>
                    <a:pt x="0" y="30778"/>
                  </a:lnTo>
                  <a:lnTo>
                    <a:pt x="77" y="30839"/>
                  </a:lnTo>
                  <a:cubicBezTo>
                    <a:pt x="3505" y="33541"/>
                    <a:pt x="7466" y="35440"/>
                    <a:pt x="11235" y="37090"/>
                  </a:cubicBezTo>
                  <a:cubicBezTo>
                    <a:pt x="17931" y="40022"/>
                    <a:pt x="24610" y="42161"/>
                    <a:pt x="31090" y="43447"/>
                  </a:cubicBezTo>
                  <a:cubicBezTo>
                    <a:pt x="37834" y="44786"/>
                    <a:pt x="44983" y="45437"/>
                    <a:pt x="53148" y="45437"/>
                  </a:cubicBezTo>
                  <a:cubicBezTo>
                    <a:pt x="55786" y="45437"/>
                    <a:pt x="58530" y="45369"/>
                    <a:pt x="61401" y="45235"/>
                  </a:cubicBezTo>
                  <a:cubicBezTo>
                    <a:pt x="72756" y="44700"/>
                    <a:pt x="82917" y="43644"/>
                    <a:pt x="92467" y="42007"/>
                  </a:cubicBezTo>
                  <a:cubicBezTo>
                    <a:pt x="102913" y="40214"/>
                    <a:pt x="112861" y="36296"/>
                    <a:pt x="122978" y="32095"/>
                  </a:cubicBezTo>
                  <a:cubicBezTo>
                    <a:pt x="132181" y="28274"/>
                    <a:pt x="142153" y="24722"/>
                    <a:pt x="152725" y="24602"/>
                  </a:cubicBezTo>
                  <a:cubicBezTo>
                    <a:pt x="152952" y="24600"/>
                    <a:pt x="153179" y="24598"/>
                    <a:pt x="153407" y="24598"/>
                  </a:cubicBezTo>
                  <a:cubicBezTo>
                    <a:pt x="162694" y="24598"/>
                    <a:pt x="172541" y="26730"/>
                    <a:pt x="182679" y="30945"/>
                  </a:cubicBezTo>
                  <a:cubicBezTo>
                    <a:pt x="185447" y="32095"/>
                    <a:pt x="188234" y="33381"/>
                    <a:pt x="190930" y="34624"/>
                  </a:cubicBezTo>
                  <a:cubicBezTo>
                    <a:pt x="193152" y="35649"/>
                    <a:pt x="195448" y="36707"/>
                    <a:pt x="197726" y="37686"/>
                  </a:cubicBezTo>
                  <a:cubicBezTo>
                    <a:pt x="202837" y="39885"/>
                    <a:pt x="207942" y="41928"/>
                    <a:pt x="212901" y="43763"/>
                  </a:cubicBezTo>
                  <a:cubicBezTo>
                    <a:pt x="220729" y="46656"/>
                    <a:pt x="227658" y="48955"/>
                    <a:pt x="234085" y="50788"/>
                  </a:cubicBezTo>
                  <a:lnTo>
                    <a:pt x="234341" y="50863"/>
                  </a:lnTo>
                  <a:lnTo>
                    <a:pt x="234344" y="50863"/>
                  </a:lnTo>
                  <a:lnTo>
                    <a:pt x="234344" y="34896"/>
                  </a:lnTo>
                  <a:lnTo>
                    <a:pt x="234204" y="34850"/>
                  </a:lnTo>
                  <a:cubicBezTo>
                    <a:pt x="233582" y="34654"/>
                    <a:pt x="232962" y="34481"/>
                    <a:pt x="232362" y="34340"/>
                  </a:cubicBezTo>
                  <a:cubicBezTo>
                    <a:pt x="229433" y="33647"/>
                    <a:pt x="226488" y="33352"/>
                    <a:pt x="223721" y="33110"/>
                  </a:cubicBezTo>
                  <a:cubicBezTo>
                    <a:pt x="220148" y="32797"/>
                    <a:pt x="216338" y="32457"/>
                    <a:pt x="212486" y="32074"/>
                  </a:cubicBezTo>
                  <a:cubicBezTo>
                    <a:pt x="207542" y="31581"/>
                    <a:pt x="203553" y="31128"/>
                    <a:pt x="199935" y="30653"/>
                  </a:cubicBezTo>
                  <a:lnTo>
                    <a:pt x="198416" y="30455"/>
                  </a:lnTo>
                  <a:cubicBezTo>
                    <a:pt x="194968" y="30009"/>
                    <a:pt x="191400" y="29547"/>
                    <a:pt x="187960" y="28753"/>
                  </a:cubicBezTo>
                  <a:cubicBezTo>
                    <a:pt x="187298" y="28602"/>
                    <a:pt x="186634" y="28454"/>
                    <a:pt x="185969" y="28310"/>
                  </a:cubicBezTo>
                  <a:cubicBezTo>
                    <a:pt x="183145" y="27690"/>
                    <a:pt x="180223" y="27051"/>
                    <a:pt x="177494" y="25795"/>
                  </a:cubicBezTo>
                  <a:cubicBezTo>
                    <a:pt x="176009" y="25111"/>
                    <a:pt x="174350" y="24245"/>
                    <a:pt x="173437" y="22596"/>
                  </a:cubicBezTo>
                  <a:cubicBezTo>
                    <a:pt x="172829" y="21493"/>
                    <a:pt x="172693" y="19876"/>
                    <a:pt x="173617" y="18921"/>
                  </a:cubicBezTo>
                  <a:cubicBezTo>
                    <a:pt x="174717" y="17783"/>
                    <a:pt x="176574" y="17760"/>
                    <a:pt x="177801" y="17745"/>
                  </a:cubicBezTo>
                  <a:cubicBezTo>
                    <a:pt x="177883" y="17744"/>
                    <a:pt x="177965" y="17744"/>
                    <a:pt x="178047" y="17744"/>
                  </a:cubicBezTo>
                  <a:cubicBezTo>
                    <a:pt x="180223" y="17744"/>
                    <a:pt x="182367" y="18103"/>
                    <a:pt x="184375" y="18494"/>
                  </a:cubicBezTo>
                  <a:cubicBezTo>
                    <a:pt x="186221" y="18853"/>
                    <a:pt x="188043" y="19296"/>
                    <a:pt x="190212" y="19850"/>
                  </a:cubicBezTo>
                  <a:cubicBezTo>
                    <a:pt x="192283" y="20380"/>
                    <a:pt x="194415" y="20683"/>
                    <a:pt x="196477" y="20976"/>
                  </a:cubicBezTo>
                  <a:lnTo>
                    <a:pt x="196594" y="20993"/>
                  </a:lnTo>
                  <a:cubicBezTo>
                    <a:pt x="201071" y="21630"/>
                    <a:pt x="204978" y="21943"/>
                    <a:pt x="208576" y="21943"/>
                  </a:cubicBezTo>
                  <a:cubicBezTo>
                    <a:pt x="210156" y="21943"/>
                    <a:pt x="211676" y="21883"/>
                    <a:pt x="213159" y="21763"/>
                  </a:cubicBezTo>
                  <a:cubicBezTo>
                    <a:pt x="219481" y="21255"/>
                    <a:pt x="224648" y="19666"/>
                    <a:pt x="228956" y="16905"/>
                  </a:cubicBezTo>
                  <a:cubicBezTo>
                    <a:pt x="230892" y="15665"/>
                    <a:pt x="232689" y="14110"/>
                    <a:pt x="234294" y="12287"/>
                  </a:cubicBezTo>
                  <a:lnTo>
                    <a:pt x="234344" y="12230"/>
                  </a:lnTo>
                  <a:lnTo>
                    <a:pt x="23434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8"/>
            <p:cNvSpPr/>
            <p:nvPr/>
          </p:nvSpPr>
          <p:spPr>
            <a:xfrm>
              <a:off x="-97264" y="1162055"/>
              <a:ext cx="5171942" cy="1031731"/>
            </a:xfrm>
            <a:custGeom>
              <a:rect b="b" l="l" r="r" t="t"/>
              <a:pathLst>
                <a:path extrusionOk="0" h="25782" w="129242">
                  <a:moveTo>
                    <a:pt x="125667" y="404"/>
                  </a:moveTo>
                  <a:cubicBezTo>
                    <a:pt x="125949" y="404"/>
                    <a:pt x="126232" y="415"/>
                    <a:pt x="126514" y="437"/>
                  </a:cubicBezTo>
                  <a:cubicBezTo>
                    <a:pt x="127419" y="510"/>
                    <a:pt x="128375" y="690"/>
                    <a:pt x="128733" y="1442"/>
                  </a:cubicBezTo>
                  <a:cubicBezTo>
                    <a:pt x="127667" y="1898"/>
                    <a:pt x="126604" y="2366"/>
                    <a:pt x="125540" y="2833"/>
                  </a:cubicBezTo>
                  <a:cubicBezTo>
                    <a:pt x="121951" y="4414"/>
                    <a:pt x="118237" y="6047"/>
                    <a:pt x="114473" y="7141"/>
                  </a:cubicBezTo>
                  <a:cubicBezTo>
                    <a:pt x="113881" y="7314"/>
                    <a:pt x="113286" y="7483"/>
                    <a:pt x="112693" y="7649"/>
                  </a:cubicBezTo>
                  <a:cubicBezTo>
                    <a:pt x="110914" y="8149"/>
                    <a:pt x="109073" y="8666"/>
                    <a:pt x="107278" y="9330"/>
                  </a:cubicBezTo>
                  <a:cubicBezTo>
                    <a:pt x="105183" y="10108"/>
                    <a:pt x="102936" y="11055"/>
                    <a:pt x="100411" y="12228"/>
                  </a:cubicBezTo>
                  <a:cubicBezTo>
                    <a:pt x="97928" y="13381"/>
                    <a:pt x="95424" y="14634"/>
                    <a:pt x="93002" y="15844"/>
                  </a:cubicBezTo>
                  <a:cubicBezTo>
                    <a:pt x="86663" y="19013"/>
                    <a:pt x="80109" y="22288"/>
                    <a:pt x="73322" y="24097"/>
                  </a:cubicBezTo>
                  <a:cubicBezTo>
                    <a:pt x="70106" y="24955"/>
                    <a:pt x="66829" y="25381"/>
                    <a:pt x="63411" y="25381"/>
                  </a:cubicBezTo>
                  <a:cubicBezTo>
                    <a:pt x="61691" y="25381"/>
                    <a:pt x="59935" y="25273"/>
                    <a:pt x="58132" y="25057"/>
                  </a:cubicBezTo>
                  <a:cubicBezTo>
                    <a:pt x="54870" y="24667"/>
                    <a:pt x="51578" y="24000"/>
                    <a:pt x="48394" y="23351"/>
                  </a:cubicBezTo>
                  <a:cubicBezTo>
                    <a:pt x="46720" y="23010"/>
                    <a:pt x="44988" y="22658"/>
                    <a:pt x="43281" y="22351"/>
                  </a:cubicBezTo>
                  <a:cubicBezTo>
                    <a:pt x="38827" y="21551"/>
                    <a:pt x="34306" y="21314"/>
                    <a:pt x="29931" y="21085"/>
                  </a:cubicBezTo>
                  <a:lnTo>
                    <a:pt x="28914" y="21031"/>
                  </a:lnTo>
                  <a:cubicBezTo>
                    <a:pt x="25978" y="20874"/>
                    <a:pt x="23609" y="20501"/>
                    <a:pt x="21462" y="19855"/>
                  </a:cubicBezTo>
                  <a:cubicBezTo>
                    <a:pt x="19489" y="19259"/>
                    <a:pt x="17512" y="18432"/>
                    <a:pt x="15599" y="17635"/>
                  </a:cubicBezTo>
                  <a:cubicBezTo>
                    <a:pt x="15171" y="17457"/>
                    <a:pt x="14747" y="17279"/>
                    <a:pt x="14321" y="17105"/>
                  </a:cubicBezTo>
                  <a:cubicBezTo>
                    <a:pt x="12341" y="16286"/>
                    <a:pt x="10328" y="15433"/>
                    <a:pt x="8383" y="14606"/>
                  </a:cubicBezTo>
                  <a:cubicBezTo>
                    <a:pt x="5772" y="13497"/>
                    <a:pt x="3075" y="12349"/>
                    <a:pt x="404" y="11276"/>
                  </a:cubicBezTo>
                  <a:lnTo>
                    <a:pt x="403" y="11276"/>
                  </a:lnTo>
                  <a:lnTo>
                    <a:pt x="403" y="5584"/>
                  </a:lnTo>
                  <a:cubicBezTo>
                    <a:pt x="967" y="5874"/>
                    <a:pt x="1566" y="6170"/>
                    <a:pt x="2220" y="6484"/>
                  </a:cubicBezTo>
                  <a:cubicBezTo>
                    <a:pt x="2905" y="6811"/>
                    <a:pt x="3592" y="7131"/>
                    <a:pt x="4281" y="7450"/>
                  </a:cubicBezTo>
                  <a:cubicBezTo>
                    <a:pt x="6227" y="8357"/>
                    <a:pt x="8240" y="9293"/>
                    <a:pt x="10153" y="10412"/>
                  </a:cubicBezTo>
                  <a:cubicBezTo>
                    <a:pt x="12434" y="11746"/>
                    <a:pt x="14871" y="13148"/>
                    <a:pt x="17395" y="14337"/>
                  </a:cubicBezTo>
                  <a:cubicBezTo>
                    <a:pt x="25707" y="18255"/>
                    <a:pt x="35202" y="20169"/>
                    <a:pt x="46355" y="20169"/>
                  </a:cubicBezTo>
                  <a:cubicBezTo>
                    <a:pt x="47079" y="20169"/>
                    <a:pt x="47811" y="20161"/>
                    <a:pt x="48549" y="20145"/>
                  </a:cubicBezTo>
                  <a:cubicBezTo>
                    <a:pt x="59131" y="19914"/>
                    <a:pt x="70411" y="17805"/>
                    <a:pt x="84049" y="13504"/>
                  </a:cubicBezTo>
                  <a:cubicBezTo>
                    <a:pt x="89815" y="11685"/>
                    <a:pt x="95612" y="9562"/>
                    <a:pt x="101217" y="7507"/>
                  </a:cubicBezTo>
                  <a:cubicBezTo>
                    <a:pt x="104315" y="6374"/>
                    <a:pt x="107517" y="5200"/>
                    <a:pt x="110679" y="4091"/>
                  </a:cubicBezTo>
                  <a:cubicBezTo>
                    <a:pt x="114143" y="2876"/>
                    <a:pt x="117874" y="1648"/>
                    <a:pt x="121675" y="895"/>
                  </a:cubicBezTo>
                  <a:cubicBezTo>
                    <a:pt x="122896" y="652"/>
                    <a:pt x="124279" y="404"/>
                    <a:pt x="125667" y="404"/>
                  </a:cubicBezTo>
                  <a:close/>
                  <a:moveTo>
                    <a:pt x="125672" y="1"/>
                  </a:moveTo>
                  <a:cubicBezTo>
                    <a:pt x="124248" y="1"/>
                    <a:pt x="122839" y="252"/>
                    <a:pt x="121598" y="497"/>
                  </a:cubicBezTo>
                  <a:cubicBezTo>
                    <a:pt x="117773" y="1256"/>
                    <a:pt x="114025" y="2491"/>
                    <a:pt x="110546" y="3711"/>
                  </a:cubicBezTo>
                  <a:cubicBezTo>
                    <a:pt x="107384" y="4820"/>
                    <a:pt x="104179" y="5993"/>
                    <a:pt x="101080" y="7129"/>
                  </a:cubicBezTo>
                  <a:cubicBezTo>
                    <a:pt x="95477" y="9180"/>
                    <a:pt x="89685" y="11305"/>
                    <a:pt x="83929" y="13120"/>
                  </a:cubicBezTo>
                  <a:cubicBezTo>
                    <a:pt x="70328" y="17407"/>
                    <a:pt x="59084" y="19512"/>
                    <a:pt x="48540" y="19742"/>
                  </a:cubicBezTo>
                  <a:cubicBezTo>
                    <a:pt x="47811" y="19758"/>
                    <a:pt x="47089" y="19766"/>
                    <a:pt x="46374" y="19766"/>
                  </a:cubicBezTo>
                  <a:cubicBezTo>
                    <a:pt x="35268" y="19766"/>
                    <a:pt x="25827" y="17865"/>
                    <a:pt x="17567" y="13971"/>
                  </a:cubicBezTo>
                  <a:cubicBezTo>
                    <a:pt x="15057" y="12788"/>
                    <a:pt x="12628" y="11391"/>
                    <a:pt x="10355" y="10062"/>
                  </a:cubicBezTo>
                  <a:cubicBezTo>
                    <a:pt x="8426" y="8935"/>
                    <a:pt x="6404" y="7993"/>
                    <a:pt x="4448" y="7084"/>
                  </a:cubicBezTo>
                  <a:cubicBezTo>
                    <a:pt x="3762" y="6767"/>
                    <a:pt x="3076" y="6447"/>
                    <a:pt x="2395" y="6120"/>
                  </a:cubicBezTo>
                  <a:cubicBezTo>
                    <a:pt x="1626" y="5754"/>
                    <a:pt x="940" y="5411"/>
                    <a:pt x="294" y="5075"/>
                  </a:cubicBezTo>
                  <a:lnTo>
                    <a:pt x="0" y="4921"/>
                  </a:lnTo>
                  <a:lnTo>
                    <a:pt x="0" y="11545"/>
                  </a:lnTo>
                  <a:lnTo>
                    <a:pt x="126" y="11595"/>
                  </a:lnTo>
                  <a:cubicBezTo>
                    <a:pt x="2833" y="12684"/>
                    <a:pt x="5574" y="13848"/>
                    <a:pt x="8224" y="14973"/>
                  </a:cubicBezTo>
                  <a:cubicBezTo>
                    <a:pt x="10170" y="15801"/>
                    <a:pt x="12184" y="16656"/>
                    <a:pt x="14167" y="17473"/>
                  </a:cubicBezTo>
                  <a:cubicBezTo>
                    <a:pt x="14591" y="17649"/>
                    <a:pt x="15016" y="17828"/>
                    <a:pt x="15441" y="18003"/>
                  </a:cubicBezTo>
                  <a:cubicBezTo>
                    <a:pt x="17363" y="18808"/>
                    <a:pt x="19349" y="19638"/>
                    <a:pt x="21344" y="20238"/>
                  </a:cubicBezTo>
                  <a:cubicBezTo>
                    <a:pt x="23523" y="20895"/>
                    <a:pt x="25922" y="21274"/>
                    <a:pt x="28892" y="21431"/>
                  </a:cubicBezTo>
                  <a:lnTo>
                    <a:pt x="29910" y="21485"/>
                  </a:lnTo>
                  <a:cubicBezTo>
                    <a:pt x="34272" y="21714"/>
                    <a:pt x="38783" y="21950"/>
                    <a:pt x="43209" y="22746"/>
                  </a:cubicBezTo>
                  <a:cubicBezTo>
                    <a:pt x="44912" y="23053"/>
                    <a:pt x="46641" y="23406"/>
                    <a:pt x="48313" y="23744"/>
                  </a:cubicBezTo>
                  <a:cubicBezTo>
                    <a:pt x="51505" y="24393"/>
                    <a:pt x="54806" y="25065"/>
                    <a:pt x="58085" y="25456"/>
                  </a:cubicBezTo>
                  <a:cubicBezTo>
                    <a:pt x="59905" y="25673"/>
                    <a:pt x="61677" y="25782"/>
                    <a:pt x="63414" y="25782"/>
                  </a:cubicBezTo>
                  <a:cubicBezTo>
                    <a:pt x="66866" y="25782"/>
                    <a:pt x="70177" y="25352"/>
                    <a:pt x="73425" y="24486"/>
                  </a:cubicBezTo>
                  <a:cubicBezTo>
                    <a:pt x="80253" y="22666"/>
                    <a:pt x="86826" y="19379"/>
                    <a:pt x="93183" y="16202"/>
                  </a:cubicBezTo>
                  <a:cubicBezTo>
                    <a:pt x="95603" y="14991"/>
                    <a:pt x="98105" y="13741"/>
                    <a:pt x="100582" y="12591"/>
                  </a:cubicBezTo>
                  <a:cubicBezTo>
                    <a:pt x="103097" y="11422"/>
                    <a:pt x="105333" y="10479"/>
                    <a:pt x="107419" y="9706"/>
                  </a:cubicBezTo>
                  <a:cubicBezTo>
                    <a:pt x="109198" y="9046"/>
                    <a:pt x="111031" y="8532"/>
                    <a:pt x="112803" y="8033"/>
                  </a:cubicBezTo>
                  <a:cubicBezTo>
                    <a:pt x="113399" y="7867"/>
                    <a:pt x="113993" y="7699"/>
                    <a:pt x="114588" y="7526"/>
                  </a:cubicBezTo>
                  <a:cubicBezTo>
                    <a:pt x="118376" y="6424"/>
                    <a:pt x="122102" y="4784"/>
                    <a:pt x="125704" y="3199"/>
                  </a:cubicBezTo>
                  <a:cubicBezTo>
                    <a:pt x="126826" y="2705"/>
                    <a:pt x="127947" y="2212"/>
                    <a:pt x="129073" y="1733"/>
                  </a:cubicBezTo>
                  <a:lnTo>
                    <a:pt x="129242" y="1662"/>
                  </a:lnTo>
                  <a:lnTo>
                    <a:pt x="129185" y="1488"/>
                  </a:lnTo>
                  <a:cubicBezTo>
                    <a:pt x="128775" y="216"/>
                    <a:pt x="127216" y="89"/>
                    <a:pt x="126549" y="34"/>
                  </a:cubicBezTo>
                  <a:cubicBezTo>
                    <a:pt x="126257" y="11"/>
                    <a:pt x="125964" y="1"/>
                    <a:pt x="1256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8"/>
            <p:cNvSpPr/>
            <p:nvPr/>
          </p:nvSpPr>
          <p:spPr>
            <a:xfrm>
              <a:off x="-97184" y="1487081"/>
              <a:ext cx="9378021" cy="2233737"/>
            </a:xfrm>
            <a:custGeom>
              <a:rect b="b" l="l" r="r" t="t"/>
              <a:pathLst>
                <a:path extrusionOk="0" h="55819" w="234348">
                  <a:moveTo>
                    <a:pt x="144981" y="403"/>
                  </a:moveTo>
                  <a:cubicBezTo>
                    <a:pt x="150962" y="403"/>
                    <a:pt x="156924" y="882"/>
                    <a:pt x="162787" y="1836"/>
                  </a:cubicBezTo>
                  <a:cubicBezTo>
                    <a:pt x="170740" y="3127"/>
                    <a:pt x="179016" y="5583"/>
                    <a:pt x="189615" y="9797"/>
                  </a:cubicBezTo>
                  <a:cubicBezTo>
                    <a:pt x="198427" y="13299"/>
                    <a:pt x="207411" y="17431"/>
                    <a:pt x="216323" y="22082"/>
                  </a:cubicBezTo>
                  <a:lnTo>
                    <a:pt x="218254" y="23088"/>
                  </a:lnTo>
                  <a:cubicBezTo>
                    <a:pt x="223483" y="25804"/>
                    <a:pt x="228885" y="28612"/>
                    <a:pt x="233942" y="32005"/>
                  </a:cubicBezTo>
                  <a:lnTo>
                    <a:pt x="233942" y="40242"/>
                  </a:lnTo>
                  <a:cubicBezTo>
                    <a:pt x="230357" y="38005"/>
                    <a:pt x="227378" y="36353"/>
                    <a:pt x="224590" y="35054"/>
                  </a:cubicBezTo>
                  <a:cubicBezTo>
                    <a:pt x="215470" y="30808"/>
                    <a:pt x="205746" y="28155"/>
                    <a:pt x="196343" y="25590"/>
                  </a:cubicBezTo>
                  <a:cubicBezTo>
                    <a:pt x="195383" y="25330"/>
                    <a:pt x="194423" y="25067"/>
                    <a:pt x="193466" y="24804"/>
                  </a:cubicBezTo>
                  <a:cubicBezTo>
                    <a:pt x="172307" y="18995"/>
                    <a:pt x="155262" y="16255"/>
                    <a:pt x="139723" y="16255"/>
                  </a:cubicBezTo>
                  <a:cubicBezTo>
                    <a:pt x="136241" y="16255"/>
                    <a:pt x="132834" y="16392"/>
                    <a:pt x="129473" y="16664"/>
                  </a:cubicBezTo>
                  <a:cubicBezTo>
                    <a:pt x="117659" y="17617"/>
                    <a:pt x="108992" y="19950"/>
                    <a:pt x="101363" y="24225"/>
                  </a:cubicBezTo>
                  <a:cubicBezTo>
                    <a:pt x="95848" y="27316"/>
                    <a:pt x="90586" y="31262"/>
                    <a:pt x="85495" y="35080"/>
                  </a:cubicBezTo>
                  <a:cubicBezTo>
                    <a:pt x="82539" y="37296"/>
                    <a:pt x="79484" y="39588"/>
                    <a:pt x="76413" y="41684"/>
                  </a:cubicBezTo>
                  <a:cubicBezTo>
                    <a:pt x="71394" y="45113"/>
                    <a:pt x="67146" y="47471"/>
                    <a:pt x="63039" y="49108"/>
                  </a:cubicBezTo>
                  <a:cubicBezTo>
                    <a:pt x="58787" y="50804"/>
                    <a:pt x="54022" y="52109"/>
                    <a:pt x="48045" y="53216"/>
                  </a:cubicBezTo>
                  <a:cubicBezTo>
                    <a:pt x="40031" y="54703"/>
                    <a:pt x="31384" y="55416"/>
                    <a:pt x="21189" y="55416"/>
                  </a:cubicBezTo>
                  <a:cubicBezTo>
                    <a:pt x="19290" y="55416"/>
                    <a:pt x="17337" y="55391"/>
                    <a:pt x="15325" y="55342"/>
                  </a:cubicBezTo>
                  <a:cubicBezTo>
                    <a:pt x="9761" y="55207"/>
                    <a:pt x="4879" y="54966"/>
                    <a:pt x="402" y="54612"/>
                  </a:cubicBezTo>
                  <a:lnTo>
                    <a:pt x="407" y="54612"/>
                  </a:lnTo>
                  <a:lnTo>
                    <a:pt x="407" y="49284"/>
                  </a:lnTo>
                  <a:cubicBezTo>
                    <a:pt x="817" y="49421"/>
                    <a:pt x="1230" y="49561"/>
                    <a:pt x="1643" y="49700"/>
                  </a:cubicBezTo>
                  <a:cubicBezTo>
                    <a:pt x="4359" y="50619"/>
                    <a:pt x="7168" y="51566"/>
                    <a:pt x="9980" y="52235"/>
                  </a:cubicBezTo>
                  <a:cubicBezTo>
                    <a:pt x="12206" y="52763"/>
                    <a:pt x="14788" y="53377"/>
                    <a:pt x="17344" y="53377"/>
                  </a:cubicBezTo>
                  <a:cubicBezTo>
                    <a:pt x="18683" y="53377"/>
                    <a:pt x="20014" y="53208"/>
                    <a:pt x="21283" y="52772"/>
                  </a:cubicBezTo>
                  <a:cubicBezTo>
                    <a:pt x="22931" y="52205"/>
                    <a:pt x="23878" y="51164"/>
                    <a:pt x="24025" y="49761"/>
                  </a:cubicBezTo>
                  <a:cubicBezTo>
                    <a:pt x="24231" y="47784"/>
                    <a:pt x="23055" y="45926"/>
                    <a:pt x="21802" y="44960"/>
                  </a:cubicBezTo>
                  <a:cubicBezTo>
                    <a:pt x="20124" y="43670"/>
                    <a:pt x="18067" y="43236"/>
                    <a:pt x="16094" y="42961"/>
                  </a:cubicBezTo>
                  <a:cubicBezTo>
                    <a:pt x="13968" y="42663"/>
                    <a:pt x="11797" y="42629"/>
                    <a:pt x="9701" y="42596"/>
                  </a:cubicBezTo>
                  <a:lnTo>
                    <a:pt x="9254" y="42589"/>
                  </a:lnTo>
                  <a:cubicBezTo>
                    <a:pt x="6994" y="42550"/>
                    <a:pt x="4310" y="42346"/>
                    <a:pt x="1553" y="41105"/>
                  </a:cubicBezTo>
                  <a:cubicBezTo>
                    <a:pt x="1170" y="40933"/>
                    <a:pt x="784" y="40741"/>
                    <a:pt x="402" y="40534"/>
                  </a:cubicBezTo>
                  <a:lnTo>
                    <a:pt x="402" y="31531"/>
                  </a:lnTo>
                  <a:cubicBezTo>
                    <a:pt x="6844" y="32915"/>
                    <a:pt x="13326" y="34726"/>
                    <a:pt x="19599" y="36477"/>
                  </a:cubicBezTo>
                  <a:cubicBezTo>
                    <a:pt x="22674" y="37335"/>
                    <a:pt x="25850" y="38224"/>
                    <a:pt x="28985" y="39049"/>
                  </a:cubicBezTo>
                  <a:cubicBezTo>
                    <a:pt x="36397" y="41005"/>
                    <a:pt x="46195" y="43249"/>
                    <a:pt x="56268" y="43249"/>
                  </a:cubicBezTo>
                  <a:lnTo>
                    <a:pt x="56298" y="43249"/>
                  </a:lnTo>
                  <a:cubicBezTo>
                    <a:pt x="60549" y="43247"/>
                    <a:pt x="65413" y="43043"/>
                    <a:pt x="69372" y="40633"/>
                  </a:cubicBezTo>
                  <a:cubicBezTo>
                    <a:pt x="71055" y="39609"/>
                    <a:pt x="72214" y="38269"/>
                    <a:pt x="72821" y="36652"/>
                  </a:cubicBezTo>
                  <a:cubicBezTo>
                    <a:pt x="73454" y="34967"/>
                    <a:pt x="73654" y="32595"/>
                    <a:pt x="72675" y="31095"/>
                  </a:cubicBezTo>
                  <a:cubicBezTo>
                    <a:pt x="71475" y="29255"/>
                    <a:pt x="69235" y="29002"/>
                    <a:pt x="67193" y="29002"/>
                  </a:cubicBezTo>
                  <a:lnTo>
                    <a:pt x="67163" y="29002"/>
                  </a:lnTo>
                  <a:cubicBezTo>
                    <a:pt x="64338" y="29005"/>
                    <a:pt x="61485" y="29632"/>
                    <a:pt x="59033" y="30219"/>
                  </a:cubicBezTo>
                  <a:cubicBezTo>
                    <a:pt x="58197" y="30419"/>
                    <a:pt x="57351" y="30648"/>
                    <a:pt x="56532" y="30868"/>
                  </a:cubicBezTo>
                  <a:cubicBezTo>
                    <a:pt x="55224" y="31222"/>
                    <a:pt x="53869" y="31587"/>
                    <a:pt x="52529" y="31845"/>
                  </a:cubicBezTo>
                  <a:cubicBezTo>
                    <a:pt x="48490" y="32626"/>
                    <a:pt x="44235" y="33024"/>
                    <a:pt x="39894" y="33024"/>
                  </a:cubicBezTo>
                  <a:cubicBezTo>
                    <a:pt x="39863" y="33024"/>
                    <a:pt x="39832" y="33024"/>
                    <a:pt x="39801" y="33024"/>
                  </a:cubicBezTo>
                  <a:cubicBezTo>
                    <a:pt x="26833" y="33011"/>
                    <a:pt x="13576" y="29869"/>
                    <a:pt x="402" y="23687"/>
                  </a:cubicBezTo>
                  <a:lnTo>
                    <a:pt x="402" y="6011"/>
                  </a:lnTo>
                  <a:cubicBezTo>
                    <a:pt x="1635" y="6344"/>
                    <a:pt x="2827" y="6712"/>
                    <a:pt x="3952" y="7104"/>
                  </a:cubicBezTo>
                  <a:cubicBezTo>
                    <a:pt x="7474" y="8330"/>
                    <a:pt x="10930" y="10023"/>
                    <a:pt x="14269" y="11659"/>
                  </a:cubicBezTo>
                  <a:cubicBezTo>
                    <a:pt x="15159" y="12095"/>
                    <a:pt x="16051" y="12530"/>
                    <a:pt x="16944" y="12959"/>
                  </a:cubicBezTo>
                  <a:cubicBezTo>
                    <a:pt x="21849" y="15315"/>
                    <a:pt x="26184" y="17153"/>
                    <a:pt x="30193" y="18579"/>
                  </a:cubicBezTo>
                  <a:cubicBezTo>
                    <a:pt x="37329" y="21116"/>
                    <a:pt x="44835" y="22386"/>
                    <a:pt x="52799" y="22386"/>
                  </a:cubicBezTo>
                  <a:cubicBezTo>
                    <a:pt x="62775" y="22386"/>
                    <a:pt x="73472" y="20393"/>
                    <a:pt x="85065" y="16400"/>
                  </a:cubicBezTo>
                  <a:cubicBezTo>
                    <a:pt x="89374" y="14915"/>
                    <a:pt x="93852" y="13162"/>
                    <a:pt x="98753" y="11037"/>
                  </a:cubicBezTo>
                  <a:cubicBezTo>
                    <a:pt x="99763" y="10600"/>
                    <a:pt x="100773" y="10151"/>
                    <a:pt x="101781" y="9706"/>
                  </a:cubicBezTo>
                  <a:cubicBezTo>
                    <a:pt x="104805" y="8364"/>
                    <a:pt x="107933" y="6975"/>
                    <a:pt x="111082" y="5882"/>
                  </a:cubicBezTo>
                  <a:cubicBezTo>
                    <a:pt x="119135" y="3086"/>
                    <a:pt x="127851" y="1338"/>
                    <a:pt x="136984" y="688"/>
                  </a:cubicBezTo>
                  <a:cubicBezTo>
                    <a:pt x="139649" y="498"/>
                    <a:pt x="142317" y="403"/>
                    <a:pt x="144981" y="403"/>
                  </a:cubicBezTo>
                  <a:close/>
                  <a:moveTo>
                    <a:pt x="144959" y="1"/>
                  </a:moveTo>
                  <a:cubicBezTo>
                    <a:pt x="142293" y="1"/>
                    <a:pt x="139623" y="96"/>
                    <a:pt x="136956" y="285"/>
                  </a:cubicBezTo>
                  <a:cubicBezTo>
                    <a:pt x="127785" y="938"/>
                    <a:pt x="119037" y="2693"/>
                    <a:pt x="110949" y="5501"/>
                  </a:cubicBezTo>
                  <a:cubicBezTo>
                    <a:pt x="107786" y="6599"/>
                    <a:pt x="104650" y="7991"/>
                    <a:pt x="101618" y="9337"/>
                  </a:cubicBezTo>
                  <a:cubicBezTo>
                    <a:pt x="100610" y="9784"/>
                    <a:pt x="99605" y="10230"/>
                    <a:pt x="98594" y="10669"/>
                  </a:cubicBezTo>
                  <a:cubicBezTo>
                    <a:pt x="93702" y="12788"/>
                    <a:pt x="89236" y="14538"/>
                    <a:pt x="84935" y="16020"/>
                  </a:cubicBezTo>
                  <a:cubicBezTo>
                    <a:pt x="73384" y="19997"/>
                    <a:pt x="62731" y="21983"/>
                    <a:pt x="52798" y="21983"/>
                  </a:cubicBezTo>
                  <a:cubicBezTo>
                    <a:pt x="44880" y="21983"/>
                    <a:pt x="37420" y="20721"/>
                    <a:pt x="30329" y="18200"/>
                  </a:cubicBezTo>
                  <a:cubicBezTo>
                    <a:pt x="26334" y="16780"/>
                    <a:pt x="22012" y="14948"/>
                    <a:pt x="17118" y="12599"/>
                  </a:cubicBezTo>
                  <a:cubicBezTo>
                    <a:pt x="16225" y="12172"/>
                    <a:pt x="15335" y="11736"/>
                    <a:pt x="14448" y="11300"/>
                  </a:cubicBezTo>
                  <a:cubicBezTo>
                    <a:pt x="11097" y="9658"/>
                    <a:pt x="7631" y="7961"/>
                    <a:pt x="4086" y="6726"/>
                  </a:cubicBezTo>
                  <a:cubicBezTo>
                    <a:pt x="2874" y="6305"/>
                    <a:pt x="1587" y="5911"/>
                    <a:pt x="257" y="5556"/>
                  </a:cubicBezTo>
                  <a:lnTo>
                    <a:pt x="2" y="5489"/>
                  </a:lnTo>
                  <a:lnTo>
                    <a:pt x="2" y="23947"/>
                  </a:lnTo>
                  <a:lnTo>
                    <a:pt x="118" y="24001"/>
                  </a:lnTo>
                  <a:cubicBezTo>
                    <a:pt x="13383" y="30245"/>
                    <a:pt x="26736" y="33418"/>
                    <a:pt x="39802" y="33430"/>
                  </a:cubicBezTo>
                  <a:cubicBezTo>
                    <a:pt x="39862" y="33430"/>
                    <a:pt x="39922" y="33430"/>
                    <a:pt x="39983" y="33430"/>
                  </a:cubicBezTo>
                  <a:cubicBezTo>
                    <a:pt x="44319" y="33430"/>
                    <a:pt x="48571" y="33023"/>
                    <a:pt x="52607" y="32244"/>
                  </a:cubicBezTo>
                  <a:cubicBezTo>
                    <a:pt x="53961" y="31982"/>
                    <a:pt x="55324" y="31615"/>
                    <a:pt x="56640" y="31261"/>
                  </a:cubicBezTo>
                  <a:cubicBezTo>
                    <a:pt x="57454" y="31041"/>
                    <a:pt x="58297" y="30815"/>
                    <a:pt x="59127" y="30616"/>
                  </a:cubicBezTo>
                  <a:cubicBezTo>
                    <a:pt x="61559" y="30033"/>
                    <a:pt x="64382" y="29412"/>
                    <a:pt x="67164" y="29409"/>
                  </a:cubicBezTo>
                  <a:cubicBezTo>
                    <a:pt x="67187" y="29409"/>
                    <a:pt x="67210" y="29409"/>
                    <a:pt x="67233" y="29409"/>
                  </a:cubicBezTo>
                  <a:cubicBezTo>
                    <a:pt x="69147" y="29409"/>
                    <a:pt x="71252" y="29651"/>
                    <a:pt x="72340" y="31318"/>
                  </a:cubicBezTo>
                  <a:cubicBezTo>
                    <a:pt x="73241" y="32701"/>
                    <a:pt x="73043" y="34924"/>
                    <a:pt x="72447" y="36513"/>
                  </a:cubicBezTo>
                  <a:cubicBezTo>
                    <a:pt x="71871" y="38046"/>
                    <a:pt x="70768" y="39317"/>
                    <a:pt x="69163" y="40292"/>
                  </a:cubicBezTo>
                  <a:cubicBezTo>
                    <a:pt x="65293" y="42649"/>
                    <a:pt x="60492" y="42849"/>
                    <a:pt x="56298" y="42850"/>
                  </a:cubicBezTo>
                  <a:lnTo>
                    <a:pt x="56268" y="42850"/>
                  </a:lnTo>
                  <a:cubicBezTo>
                    <a:pt x="46241" y="42850"/>
                    <a:pt x="36475" y="40614"/>
                    <a:pt x="29086" y="38666"/>
                  </a:cubicBezTo>
                  <a:cubicBezTo>
                    <a:pt x="25956" y="37839"/>
                    <a:pt x="22778" y="36952"/>
                    <a:pt x="19706" y="36095"/>
                  </a:cubicBezTo>
                  <a:cubicBezTo>
                    <a:pt x="13350" y="34319"/>
                    <a:pt x="6776" y="32482"/>
                    <a:pt x="244" y="31089"/>
                  </a:cubicBezTo>
                  <a:lnTo>
                    <a:pt x="1" y="31038"/>
                  </a:lnTo>
                  <a:lnTo>
                    <a:pt x="1" y="40777"/>
                  </a:lnTo>
                  <a:lnTo>
                    <a:pt x="105" y="40834"/>
                  </a:lnTo>
                  <a:cubicBezTo>
                    <a:pt x="528" y="41068"/>
                    <a:pt x="960" y="41284"/>
                    <a:pt x="1387" y="41477"/>
                  </a:cubicBezTo>
                  <a:cubicBezTo>
                    <a:pt x="4210" y="42747"/>
                    <a:pt x="6945" y="42957"/>
                    <a:pt x="9247" y="42996"/>
                  </a:cubicBezTo>
                  <a:lnTo>
                    <a:pt x="9694" y="43003"/>
                  </a:lnTo>
                  <a:cubicBezTo>
                    <a:pt x="11777" y="43036"/>
                    <a:pt x="13933" y="43072"/>
                    <a:pt x="16035" y="43364"/>
                  </a:cubicBezTo>
                  <a:cubicBezTo>
                    <a:pt x="17956" y="43633"/>
                    <a:pt x="19953" y="44050"/>
                    <a:pt x="21555" y="45283"/>
                  </a:cubicBezTo>
                  <a:cubicBezTo>
                    <a:pt x="22721" y="46179"/>
                    <a:pt x="23812" y="47901"/>
                    <a:pt x="23624" y="49723"/>
                  </a:cubicBezTo>
                  <a:cubicBezTo>
                    <a:pt x="23492" y="50977"/>
                    <a:pt x="22661" y="51876"/>
                    <a:pt x="21149" y="52395"/>
                  </a:cubicBezTo>
                  <a:cubicBezTo>
                    <a:pt x="19929" y="52815"/>
                    <a:pt x="18642" y="52977"/>
                    <a:pt x="17343" y="52977"/>
                  </a:cubicBezTo>
                  <a:cubicBezTo>
                    <a:pt x="14829" y="52977"/>
                    <a:pt x="12272" y="52369"/>
                    <a:pt x="10068" y="51847"/>
                  </a:cubicBezTo>
                  <a:cubicBezTo>
                    <a:pt x="7275" y="51184"/>
                    <a:pt x="4475" y="50237"/>
                    <a:pt x="1767" y="49323"/>
                  </a:cubicBezTo>
                  <a:cubicBezTo>
                    <a:pt x="1267" y="49155"/>
                    <a:pt x="767" y="48985"/>
                    <a:pt x="265" y="48818"/>
                  </a:cubicBezTo>
                  <a:lnTo>
                    <a:pt x="1" y="48728"/>
                  </a:lnTo>
                  <a:lnTo>
                    <a:pt x="1" y="54985"/>
                  </a:lnTo>
                  <a:lnTo>
                    <a:pt x="187" y="54999"/>
                  </a:lnTo>
                  <a:cubicBezTo>
                    <a:pt x="4720" y="55364"/>
                    <a:pt x="9668" y="55608"/>
                    <a:pt x="15316" y="55745"/>
                  </a:cubicBezTo>
                  <a:cubicBezTo>
                    <a:pt x="17327" y="55794"/>
                    <a:pt x="19280" y="55818"/>
                    <a:pt x="21180" y="55818"/>
                  </a:cubicBezTo>
                  <a:cubicBezTo>
                    <a:pt x="31405" y="55818"/>
                    <a:pt x="40078" y="55104"/>
                    <a:pt x="48122" y="53615"/>
                  </a:cubicBezTo>
                  <a:cubicBezTo>
                    <a:pt x="54125" y="52502"/>
                    <a:pt x="58913" y="51189"/>
                    <a:pt x="63191" y="49484"/>
                  </a:cubicBezTo>
                  <a:cubicBezTo>
                    <a:pt x="67326" y="47835"/>
                    <a:pt x="71599" y="45463"/>
                    <a:pt x="76643" y="42018"/>
                  </a:cubicBezTo>
                  <a:cubicBezTo>
                    <a:pt x="79721" y="39917"/>
                    <a:pt x="82780" y="37621"/>
                    <a:pt x="85739" y="35403"/>
                  </a:cubicBezTo>
                  <a:cubicBezTo>
                    <a:pt x="90819" y="31594"/>
                    <a:pt x="96072" y="27654"/>
                    <a:pt x="101563" y="24578"/>
                  </a:cubicBezTo>
                  <a:cubicBezTo>
                    <a:pt x="109139" y="20330"/>
                    <a:pt x="117758" y="18014"/>
                    <a:pt x="129508" y="17065"/>
                  </a:cubicBezTo>
                  <a:cubicBezTo>
                    <a:pt x="132858" y="16795"/>
                    <a:pt x="136254" y="16658"/>
                    <a:pt x="139725" y="16658"/>
                  </a:cubicBezTo>
                  <a:cubicBezTo>
                    <a:pt x="155229" y="16658"/>
                    <a:pt x="172239" y="19393"/>
                    <a:pt x="193363" y="25194"/>
                  </a:cubicBezTo>
                  <a:cubicBezTo>
                    <a:pt x="194320" y="25456"/>
                    <a:pt x="195279" y="25717"/>
                    <a:pt x="196240" y="25980"/>
                  </a:cubicBezTo>
                  <a:cubicBezTo>
                    <a:pt x="205628" y="28540"/>
                    <a:pt x="215334" y="31188"/>
                    <a:pt x="224421" y="35420"/>
                  </a:cubicBezTo>
                  <a:cubicBezTo>
                    <a:pt x="227275" y="36749"/>
                    <a:pt x="230329" y="38452"/>
                    <a:pt x="234037" y="40778"/>
                  </a:cubicBezTo>
                  <a:lnTo>
                    <a:pt x="234347" y="40971"/>
                  </a:lnTo>
                  <a:lnTo>
                    <a:pt x="234347" y="31794"/>
                  </a:lnTo>
                  <a:lnTo>
                    <a:pt x="234257" y="31734"/>
                  </a:lnTo>
                  <a:cubicBezTo>
                    <a:pt x="229156" y="28302"/>
                    <a:pt x="223710" y="25471"/>
                    <a:pt x="218442" y="22732"/>
                  </a:cubicBezTo>
                  <a:lnTo>
                    <a:pt x="216510" y="21728"/>
                  </a:lnTo>
                  <a:cubicBezTo>
                    <a:pt x="207587" y="17070"/>
                    <a:pt x="198587" y="12930"/>
                    <a:pt x="189764" y="9423"/>
                  </a:cubicBezTo>
                  <a:cubicBezTo>
                    <a:pt x="179135" y="5199"/>
                    <a:pt x="170836" y="2739"/>
                    <a:pt x="162852" y="1440"/>
                  </a:cubicBezTo>
                  <a:cubicBezTo>
                    <a:pt x="156959" y="482"/>
                    <a:pt x="150969" y="1"/>
                    <a:pt x="144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8"/>
            <p:cNvSpPr/>
            <p:nvPr/>
          </p:nvSpPr>
          <p:spPr>
            <a:xfrm>
              <a:off x="4303273" y="2401574"/>
              <a:ext cx="4977457" cy="2219891"/>
            </a:xfrm>
            <a:custGeom>
              <a:rect b="b" l="l" r="r" t="t"/>
              <a:pathLst>
                <a:path extrusionOk="0" h="55473" w="124382">
                  <a:moveTo>
                    <a:pt x="25918" y="402"/>
                  </a:moveTo>
                  <a:cubicBezTo>
                    <a:pt x="36041" y="402"/>
                    <a:pt x="47026" y="1991"/>
                    <a:pt x="60462" y="5393"/>
                  </a:cubicBezTo>
                  <a:cubicBezTo>
                    <a:pt x="70856" y="8024"/>
                    <a:pt x="81175" y="11807"/>
                    <a:pt x="91155" y="15464"/>
                  </a:cubicBezTo>
                  <a:cubicBezTo>
                    <a:pt x="92391" y="15917"/>
                    <a:pt x="93627" y="16369"/>
                    <a:pt x="94863" y="16822"/>
                  </a:cubicBezTo>
                  <a:lnTo>
                    <a:pt x="95647" y="17108"/>
                  </a:lnTo>
                  <a:cubicBezTo>
                    <a:pt x="105319" y="20631"/>
                    <a:pt x="115319" y="24277"/>
                    <a:pt x="123981" y="30890"/>
                  </a:cubicBezTo>
                  <a:lnTo>
                    <a:pt x="123981" y="53695"/>
                  </a:lnTo>
                  <a:cubicBezTo>
                    <a:pt x="123931" y="53594"/>
                    <a:pt x="123881" y="53490"/>
                    <a:pt x="123831" y="53388"/>
                  </a:cubicBezTo>
                  <a:cubicBezTo>
                    <a:pt x="121216" y="48116"/>
                    <a:pt x="118223" y="43645"/>
                    <a:pt x="114937" y="40100"/>
                  </a:cubicBezTo>
                  <a:cubicBezTo>
                    <a:pt x="110571" y="35392"/>
                    <a:pt x="105339" y="32142"/>
                    <a:pt x="101268" y="29834"/>
                  </a:cubicBezTo>
                  <a:cubicBezTo>
                    <a:pt x="91058" y="24049"/>
                    <a:pt x="80265" y="20787"/>
                    <a:pt x="69187" y="20137"/>
                  </a:cubicBezTo>
                  <a:cubicBezTo>
                    <a:pt x="67907" y="20061"/>
                    <a:pt x="66618" y="20024"/>
                    <a:pt x="65319" y="20024"/>
                  </a:cubicBezTo>
                  <a:cubicBezTo>
                    <a:pt x="61141" y="20024"/>
                    <a:pt x="56870" y="20411"/>
                    <a:pt x="52577" y="21181"/>
                  </a:cubicBezTo>
                  <a:cubicBezTo>
                    <a:pt x="48332" y="21940"/>
                    <a:pt x="44099" y="23239"/>
                    <a:pt x="40004" y="24495"/>
                  </a:cubicBezTo>
                  <a:cubicBezTo>
                    <a:pt x="38744" y="24880"/>
                    <a:pt x="37484" y="25268"/>
                    <a:pt x="36221" y="25639"/>
                  </a:cubicBezTo>
                  <a:cubicBezTo>
                    <a:pt x="30814" y="27232"/>
                    <a:pt x="25249" y="28662"/>
                    <a:pt x="19858" y="28662"/>
                  </a:cubicBezTo>
                  <a:cubicBezTo>
                    <a:pt x="15618" y="28662"/>
                    <a:pt x="11486" y="27778"/>
                    <a:pt x="7624" y="25392"/>
                  </a:cubicBezTo>
                  <a:cubicBezTo>
                    <a:pt x="1653" y="21703"/>
                    <a:pt x="639" y="17073"/>
                    <a:pt x="567" y="14640"/>
                  </a:cubicBezTo>
                  <a:cubicBezTo>
                    <a:pt x="413" y="9480"/>
                    <a:pt x="3668" y="6464"/>
                    <a:pt x="5623" y="5124"/>
                  </a:cubicBezTo>
                  <a:cubicBezTo>
                    <a:pt x="9015" y="2801"/>
                    <a:pt x="12910" y="1856"/>
                    <a:pt x="15924" y="1292"/>
                  </a:cubicBezTo>
                  <a:cubicBezTo>
                    <a:pt x="19039" y="709"/>
                    <a:pt x="22328" y="409"/>
                    <a:pt x="25700" y="402"/>
                  </a:cubicBezTo>
                  <a:close/>
                  <a:moveTo>
                    <a:pt x="25696" y="0"/>
                  </a:moveTo>
                  <a:cubicBezTo>
                    <a:pt x="22298" y="9"/>
                    <a:pt x="18984" y="309"/>
                    <a:pt x="15846" y="896"/>
                  </a:cubicBezTo>
                  <a:cubicBezTo>
                    <a:pt x="12791" y="1468"/>
                    <a:pt x="8843" y="2428"/>
                    <a:pt x="5390" y="4792"/>
                  </a:cubicBezTo>
                  <a:cubicBezTo>
                    <a:pt x="3368" y="6176"/>
                    <a:pt x="0" y="9300"/>
                    <a:pt x="160" y="14653"/>
                  </a:cubicBezTo>
                  <a:cubicBezTo>
                    <a:pt x="236" y="17166"/>
                    <a:pt x="1277" y="21947"/>
                    <a:pt x="7409" y="25735"/>
                  </a:cubicBezTo>
                  <a:cubicBezTo>
                    <a:pt x="11344" y="28167"/>
                    <a:pt x="15543" y="29067"/>
                    <a:pt x="19845" y="29067"/>
                  </a:cubicBezTo>
                  <a:cubicBezTo>
                    <a:pt x="25284" y="29067"/>
                    <a:pt x="30887" y="27628"/>
                    <a:pt x="36329" y="26025"/>
                  </a:cubicBezTo>
                  <a:cubicBezTo>
                    <a:pt x="37594" y="25653"/>
                    <a:pt x="38857" y="25265"/>
                    <a:pt x="40120" y="24877"/>
                  </a:cubicBezTo>
                  <a:cubicBezTo>
                    <a:pt x="44202" y="23626"/>
                    <a:pt x="48423" y="22331"/>
                    <a:pt x="52645" y="21575"/>
                  </a:cubicBezTo>
                  <a:cubicBezTo>
                    <a:pt x="56919" y="20811"/>
                    <a:pt x="61167" y="20426"/>
                    <a:pt x="65320" y="20426"/>
                  </a:cubicBezTo>
                  <a:cubicBezTo>
                    <a:pt x="66611" y="20426"/>
                    <a:pt x="67892" y="20464"/>
                    <a:pt x="69163" y="20538"/>
                  </a:cubicBezTo>
                  <a:cubicBezTo>
                    <a:pt x="80177" y="21183"/>
                    <a:pt x="90911" y="24429"/>
                    <a:pt x="101068" y="30184"/>
                  </a:cubicBezTo>
                  <a:cubicBezTo>
                    <a:pt x="105113" y="32476"/>
                    <a:pt x="110313" y="35707"/>
                    <a:pt x="114641" y="40373"/>
                  </a:cubicBezTo>
                  <a:cubicBezTo>
                    <a:pt x="117901" y="43892"/>
                    <a:pt x="120872" y="48330"/>
                    <a:pt x="123468" y="53567"/>
                  </a:cubicBezTo>
                  <a:cubicBezTo>
                    <a:pt x="123595" y="53824"/>
                    <a:pt x="123718" y="54084"/>
                    <a:pt x="123842" y="54344"/>
                  </a:cubicBezTo>
                  <a:lnTo>
                    <a:pt x="124380" y="55470"/>
                  </a:lnTo>
                  <a:lnTo>
                    <a:pt x="124380" y="30691"/>
                  </a:lnTo>
                  <a:lnTo>
                    <a:pt x="124301" y="30630"/>
                  </a:lnTo>
                  <a:cubicBezTo>
                    <a:pt x="115571" y="23942"/>
                    <a:pt x="105512" y="20275"/>
                    <a:pt x="95782" y="16727"/>
                  </a:cubicBezTo>
                  <a:lnTo>
                    <a:pt x="94996" y="16442"/>
                  </a:lnTo>
                  <a:cubicBezTo>
                    <a:pt x="93760" y="15992"/>
                    <a:pt x="92525" y="15539"/>
                    <a:pt x="91289" y="15087"/>
                  </a:cubicBezTo>
                  <a:cubicBezTo>
                    <a:pt x="81300" y="11425"/>
                    <a:pt x="70971" y="7640"/>
                    <a:pt x="60557" y="5003"/>
                  </a:cubicBezTo>
                  <a:cubicBezTo>
                    <a:pt x="47087" y="1592"/>
                    <a:pt x="36071" y="0"/>
                    <a:pt x="25913" y="0"/>
                  </a:cubicBezTo>
                  <a:close/>
                  <a:moveTo>
                    <a:pt x="124380" y="55470"/>
                  </a:moveTo>
                  <a:lnTo>
                    <a:pt x="124380" y="55473"/>
                  </a:lnTo>
                  <a:lnTo>
                    <a:pt x="124381" y="55473"/>
                  </a:lnTo>
                  <a:lnTo>
                    <a:pt x="124380" y="5547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8"/>
            <p:cNvSpPr/>
            <p:nvPr/>
          </p:nvSpPr>
          <p:spPr>
            <a:xfrm>
              <a:off x="-97184" y="3183486"/>
              <a:ext cx="4473596" cy="1988630"/>
            </a:xfrm>
            <a:custGeom>
              <a:rect b="b" l="l" r="r" t="t"/>
              <a:pathLst>
                <a:path extrusionOk="0" h="49694" w="111791">
                  <a:moveTo>
                    <a:pt x="97341" y="420"/>
                  </a:moveTo>
                  <a:cubicBezTo>
                    <a:pt x="98733" y="420"/>
                    <a:pt x="99979" y="773"/>
                    <a:pt x="101045" y="1273"/>
                  </a:cubicBezTo>
                  <a:cubicBezTo>
                    <a:pt x="104764" y="3021"/>
                    <a:pt x="109232" y="7243"/>
                    <a:pt x="110572" y="11931"/>
                  </a:cubicBezTo>
                  <a:cubicBezTo>
                    <a:pt x="111369" y="14719"/>
                    <a:pt x="110985" y="17351"/>
                    <a:pt x="109429" y="19750"/>
                  </a:cubicBezTo>
                  <a:cubicBezTo>
                    <a:pt x="107469" y="22776"/>
                    <a:pt x="104270" y="24339"/>
                    <a:pt x="101702" y="25361"/>
                  </a:cubicBezTo>
                  <a:cubicBezTo>
                    <a:pt x="98754" y="26534"/>
                    <a:pt x="95452" y="27464"/>
                    <a:pt x="91607" y="28204"/>
                  </a:cubicBezTo>
                  <a:cubicBezTo>
                    <a:pt x="89921" y="28528"/>
                    <a:pt x="88200" y="28811"/>
                    <a:pt x="86532" y="29084"/>
                  </a:cubicBezTo>
                  <a:cubicBezTo>
                    <a:pt x="79681" y="30207"/>
                    <a:pt x="72597" y="31372"/>
                    <a:pt x="66253" y="35734"/>
                  </a:cubicBezTo>
                  <a:cubicBezTo>
                    <a:pt x="61721" y="38849"/>
                    <a:pt x="57707" y="43535"/>
                    <a:pt x="54638" y="49289"/>
                  </a:cubicBezTo>
                  <a:lnTo>
                    <a:pt x="3363" y="49289"/>
                  </a:lnTo>
                  <a:cubicBezTo>
                    <a:pt x="1730" y="49289"/>
                    <a:pt x="402" y="47585"/>
                    <a:pt x="402" y="45488"/>
                  </a:cubicBezTo>
                  <a:lnTo>
                    <a:pt x="402" y="27817"/>
                  </a:lnTo>
                  <a:cubicBezTo>
                    <a:pt x="6956" y="29756"/>
                    <a:pt x="13549" y="31125"/>
                    <a:pt x="20006" y="31888"/>
                  </a:cubicBezTo>
                  <a:cubicBezTo>
                    <a:pt x="24832" y="32458"/>
                    <a:pt x="29867" y="32744"/>
                    <a:pt x="35067" y="32744"/>
                  </a:cubicBezTo>
                  <a:cubicBezTo>
                    <a:pt x="39433" y="32744"/>
                    <a:pt x="43915" y="32543"/>
                    <a:pt x="48490" y="32140"/>
                  </a:cubicBezTo>
                  <a:cubicBezTo>
                    <a:pt x="52725" y="31766"/>
                    <a:pt x="57090" y="31156"/>
                    <a:pt x="61838" y="30276"/>
                  </a:cubicBezTo>
                  <a:cubicBezTo>
                    <a:pt x="65200" y="29650"/>
                    <a:pt x="69115" y="28700"/>
                    <a:pt x="72658" y="26377"/>
                  </a:cubicBezTo>
                  <a:cubicBezTo>
                    <a:pt x="76773" y="23677"/>
                    <a:pt x="79509" y="18971"/>
                    <a:pt x="82157" y="14419"/>
                  </a:cubicBezTo>
                  <a:cubicBezTo>
                    <a:pt x="83207" y="12610"/>
                    <a:pt x="84295" y="10742"/>
                    <a:pt x="85446" y="9038"/>
                  </a:cubicBezTo>
                  <a:cubicBezTo>
                    <a:pt x="89943" y="2389"/>
                    <a:pt x="94052" y="420"/>
                    <a:pt x="97341" y="420"/>
                  </a:cubicBezTo>
                  <a:close/>
                  <a:moveTo>
                    <a:pt x="97320" y="1"/>
                  </a:moveTo>
                  <a:cubicBezTo>
                    <a:pt x="92272" y="1"/>
                    <a:pt x="88015" y="4523"/>
                    <a:pt x="85113" y="8813"/>
                  </a:cubicBezTo>
                  <a:cubicBezTo>
                    <a:pt x="83953" y="10529"/>
                    <a:pt x="82863" y="12404"/>
                    <a:pt x="81808" y="14217"/>
                  </a:cubicBezTo>
                  <a:cubicBezTo>
                    <a:pt x="79187" y="18729"/>
                    <a:pt x="76473" y="23393"/>
                    <a:pt x="72437" y="26041"/>
                  </a:cubicBezTo>
                  <a:cubicBezTo>
                    <a:pt x="68955" y="28325"/>
                    <a:pt x="65088" y="29264"/>
                    <a:pt x="61763" y="29881"/>
                  </a:cubicBezTo>
                  <a:cubicBezTo>
                    <a:pt x="57027" y="30760"/>
                    <a:pt x="52675" y="31369"/>
                    <a:pt x="48454" y="31740"/>
                  </a:cubicBezTo>
                  <a:cubicBezTo>
                    <a:pt x="43892" y="32141"/>
                    <a:pt x="39422" y="32342"/>
                    <a:pt x="35069" y="32342"/>
                  </a:cubicBezTo>
                  <a:cubicBezTo>
                    <a:pt x="29883" y="32342"/>
                    <a:pt x="24864" y="32057"/>
                    <a:pt x="20053" y="31489"/>
                  </a:cubicBezTo>
                  <a:cubicBezTo>
                    <a:pt x="13535" y="30716"/>
                    <a:pt x="6875" y="29326"/>
                    <a:pt x="259" y="27354"/>
                  </a:cubicBezTo>
                  <a:lnTo>
                    <a:pt x="1" y="27277"/>
                  </a:lnTo>
                  <a:lnTo>
                    <a:pt x="1" y="45491"/>
                  </a:lnTo>
                  <a:cubicBezTo>
                    <a:pt x="1" y="47809"/>
                    <a:pt x="1508" y="49694"/>
                    <a:pt x="3363" y="49694"/>
                  </a:cubicBezTo>
                  <a:lnTo>
                    <a:pt x="54879" y="49694"/>
                  </a:lnTo>
                  <a:lnTo>
                    <a:pt x="54936" y="49585"/>
                  </a:lnTo>
                  <a:cubicBezTo>
                    <a:pt x="57983" y="43837"/>
                    <a:pt x="61975" y="39163"/>
                    <a:pt x="66481" y="36064"/>
                  </a:cubicBezTo>
                  <a:cubicBezTo>
                    <a:pt x="72751" y="31752"/>
                    <a:pt x="79791" y="30597"/>
                    <a:pt x="86599" y="29479"/>
                  </a:cubicBezTo>
                  <a:cubicBezTo>
                    <a:pt x="88267" y="29206"/>
                    <a:pt x="89993" y="28921"/>
                    <a:pt x="91683" y="28597"/>
                  </a:cubicBezTo>
                  <a:cubicBezTo>
                    <a:pt x="95554" y="27852"/>
                    <a:pt x="98882" y="26914"/>
                    <a:pt x="101852" y="25732"/>
                  </a:cubicBezTo>
                  <a:cubicBezTo>
                    <a:pt x="104477" y="24689"/>
                    <a:pt x="107747" y="23089"/>
                    <a:pt x="109769" y="19968"/>
                  </a:cubicBezTo>
                  <a:cubicBezTo>
                    <a:pt x="111389" y="17466"/>
                    <a:pt x="111791" y="14724"/>
                    <a:pt x="110961" y="11820"/>
                  </a:cubicBezTo>
                  <a:cubicBezTo>
                    <a:pt x="109585" y="7016"/>
                    <a:pt x="105018" y="2695"/>
                    <a:pt x="101216" y="909"/>
                  </a:cubicBezTo>
                  <a:cubicBezTo>
                    <a:pt x="99874" y="279"/>
                    <a:pt x="98573" y="1"/>
                    <a:pt x="973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8"/>
            <p:cNvSpPr/>
            <p:nvPr/>
          </p:nvSpPr>
          <p:spPr>
            <a:xfrm>
              <a:off x="2768223" y="4443454"/>
              <a:ext cx="4335456" cy="728679"/>
            </a:xfrm>
            <a:custGeom>
              <a:rect b="b" l="l" r="r" t="t"/>
              <a:pathLst>
                <a:path extrusionOk="0" h="18209" w="108339">
                  <a:moveTo>
                    <a:pt x="27698" y="402"/>
                  </a:moveTo>
                  <a:cubicBezTo>
                    <a:pt x="32888" y="402"/>
                    <a:pt x="38022" y="2124"/>
                    <a:pt x="42576" y="3656"/>
                  </a:cubicBezTo>
                  <a:cubicBezTo>
                    <a:pt x="47416" y="5283"/>
                    <a:pt x="52582" y="6948"/>
                    <a:pt x="57857" y="7844"/>
                  </a:cubicBezTo>
                  <a:cubicBezTo>
                    <a:pt x="62292" y="8597"/>
                    <a:pt x="66755" y="8977"/>
                    <a:pt x="71177" y="8977"/>
                  </a:cubicBezTo>
                  <a:cubicBezTo>
                    <a:pt x="72693" y="8977"/>
                    <a:pt x="74204" y="8932"/>
                    <a:pt x="75707" y="8843"/>
                  </a:cubicBezTo>
                  <a:cubicBezTo>
                    <a:pt x="78578" y="8671"/>
                    <a:pt x="81363" y="8335"/>
                    <a:pt x="83983" y="7841"/>
                  </a:cubicBezTo>
                  <a:cubicBezTo>
                    <a:pt x="84740" y="7698"/>
                    <a:pt x="85506" y="7531"/>
                    <a:pt x="86246" y="7371"/>
                  </a:cubicBezTo>
                  <a:cubicBezTo>
                    <a:pt x="87567" y="7085"/>
                    <a:pt x="88932" y="6788"/>
                    <a:pt x="90288" y="6616"/>
                  </a:cubicBezTo>
                  <a:cubicBezTo>
                    <a:pt x="91569" y="6455"/>
                    <a:pt x="92767" y="6374"/>
                    <a:pt x="93889" y="6374"/>
                  </a:cubicBezTo>
                  <a:cubicBezTo>
                    <a:pt x="97369" y="6374"/>
                    <a:pt x="100126" y="7157"/>
                    <a:pt x="102405" y="8765"/>
                  </a:cubicBezTo>
                  <a:cubicBezTo>
                    <a:pt x="104715" y="10399"/>
                    <a:pt x="107752" y="14521"/>
                    <a:pt x="107336" y="17804"/>
                  </a:cubicBezTo>
                  <a:lnTo>
                    <a:pt x="2840" y="17804"/>
                  </a:lnTo>
                  <a:cubicBezTo>
                    <a:pt x="2038" y="16930"/>
                    <a:pt x="1495" y="16015"/>
                    <a:pt x="1180" y="15011"/>
                  </a:cubicBezTo>
                  <a:cubicBezTo>
                    <a:pt x="328" y="12292"/>
                    <a:pt x="1140" y="8835"/>
                    <a:pt x="2950" y="7464"/>
                  </a:cubicBezTo>
                  <a:cubicBezTo>
                    <a:pt x="4188" y="6527"/>
                    <a:pt x="5746" y="6255"/>
                    <a:pt x="7263" y="6255"/>
                  </a:cubicBezTo>
                  <a:cubicBezTo>
                    <a:pt x="8508" y="6255"/>
                    <a:pt x="9724" y="6438"/>
                    <a:pt x="10713" y="6586"/>
                  </a:cubicBezTo>
                  <a:cubicBezTo>
                    <a:pt x="13555" y="7015"/>
                    <a:pt x="16398" y="7815"/>
                    <a:pt x="19148" y="8591"/>
                  </a:cubicBezTo>
                  <a:cubicBezTo>
                    <a:pt x="20420" y="8950"/>
                    <a:pt x="21733" y="9320"/>
                    <a:pt x="23031" y="9648"/>
                  </a:cubicBezTo>
                  <a:cubicBezTo>
                    <a:pt x="23892" y="9867"/>
                    <a:pt x="24772" y="10044"/>
                    <a:pt x="25624" y="10217"/>
                  </a:cubicBezTo>
                  <a:cubicBezTo>
                    <a:pt x="26578" y="10410"/>
                    <a:pt x="27561" y="10610"/>
                    <a:pt x="28520" y="10866"/>
                  </a:cubicBezTo>
                  <a:cubicBezTo>
                    <a:pt x="29266" y="11066"/>
                    <a:pt x="30023" y="11287"/>
                    <a:pt x="30753" y="11502"/>
                  </a:cubicBezTo>
                  <a:cubicBezTo>
                    <a:pt x="31592" y="11746"/>
                    <a:pt x="32458" y="12000"/>
                    <a:pt x="33317" y="12223"/>
                  </a:cubicBezTo>
                  <a:lnTo>
                    <a:pt x="33467" y="12263"/>
                  </a:lnTo>
                  <a:cubicBezTo>
                    <a:pt x="34991" y="12659"/>
                    <a:pt x="36728" y="13111"/>
                    <a:pt x="38421" y="13111"/>
                  </a:cubicBezTo>
                  <a:cubicBezTo>
                    <a:pt x="39680" y="13111"/>
                    <a:pt x="40914" y="12861"/>
                    <a:pt x="42017" y="12152"/>
                  </a:cubicBezTo>
                  <a:cubicBezTo>
                    <a:pt x="42247" y="12003"/>
                    <a:pt x="42254" y="11687"/>
                    <a:pt x="42130" y="11480"/>
                  </a:cubicBezTo>
                  <a:cubicBezTo>
                    <a:pt x="39927" y="7838"/>
                    <a:pt x="35420" y="7355"/>
                    <a:pt x="32131" y="7002"/>
                  </a:cubicBezTo>
                  <a:cubicBezTo>
                    <a:pt x="30552" y="6834"/>
                    <a:pt x="28936" y="6794"/>
                    <a:pt x="27373" y="6755"/>
                  </a:cubicBezTo>
                  <a:cubicBezTo>
                    <a:pt x="24971" y="6694"/>
                    <a:pt x="22485" y="6634"/>
                    <a:pt x="20094" y="6098"/>
                  </a:cubicBezTo>
                  <a:lnTo>
                    <a:pt x="19861" y="6045"/>
                  </a:lnTo>
                  <a:cubicBezTo>
                    <a:pt x="19174" y="5899"/>
                    <a:pt x="18323" y="5715"/>
                    <a:pt x="17845" y="5185"/>
                  </a:cubicBezTo>
                  <a:cubicBezTo>
                    <a:pt x="17683" y="5000"/>
                    <a:pt x="17613" y="4809"/>
                    <a:pt x="17637" y="4599"/>
                  </a:cubicBezTo>
                  <a:cubicBezTo>
                    <a:pt x="17720" y="3886"/>
                    <a:pt x="18816" y="3119"/>
                    <a:pt x="19284" y="2791"/>
                  </a:cubicBezTo>
                  <a:lnTo>
                    <a:pt x="19370" y="2730"/>
                  </a:lnTo>
                  <a:cubicBezTo>
                    <a:pt x="21382" y="1313"/>
                    <a:pt x="23882" y="535"/>
                    <a:pt x="26803" y="420"/>
                  </a:cubicBezTo>
                  <a:cubicBezTo>
                    <a:pt x="27101" y="408"/>
                    <a:pt x="27399" y="402"/>
                    <a:pt x="27698" y="402"/>
                  </a:cubicBezTo>
                  <a:close/>
                  <a:moveTo>
                    <a:pt x="27716" y="0"/>
                  </a:moveTo>
                  <a:cubicBezTo>
                    <a:pt x="27408" y="0"/>
                    <a:pt x="27101" y="6"/>
                    <a:pt x="26793" y="18"/>
                  </a:cubicBezTo>
                  <a:cubicBezTo>
                    <a:pt x="23792" y="137"/>
                    <a:pt x="21220" y="940"/>
                    <a:pt x="19143" y="2401"/>
                  </a:cubicBezTo>
                  <a:lnTo>
                    <a:pt x="19057" y="2461"/>
                  </a:lnTo>
                  <a:cubicBezTo>
                    <a:pt x="18500" y="2850"/>
                    <a:pt x="17342" y="3659"/>
                    <a:pt x="17241" y="4552"/>
                  </a:cubicBezTo>
                  <a:cubicBezTo>
                    <a:pt x="17204" y="4879"/>
                    <a:pt x="17307" y="5183"/>
                    <a:pt x="17550" y="5452"/>
                  </a:cubicBezTo>
                  <a:cubicBezTo>
                    <a:pt x="18114" y="6081"/>
                    <a:pt x="19037" y="6279"/>
                    <a:pt x="19779" y="6438"/>
                  </a:cubicBezTo>
                  <a:lnTo>
                    <a:pt x="20009" y="6488"/>
                  </a:lnTo>
                  <a:cubicBezTo>
                    <a:pt x="22436" y="7034"/>
                    <a:pt x="24942" y="7095"/>
                    <a:pt x="27366" y="7155"/>
                  </a:cubicBezTo>
                  <a:cubicBezTo>
                    <a:pt x="28920" y="7194"/>
                    <a:pt x="30528" y="7234"/>
                    <a:pt x="32089" y="7401"/>
                  </a:cubicBezTo>
                  <a:cubicBezTo>
                    <a:pt x="35297" y="7744"/>
                    <a:pt x="39689" y="8215"/>
                    <a:pt x="41788" y="11686"/>
                  </a:cubicBezTo>
                  <a:cubicBezTo>
                    <a:pt x="41818" y="11736"/>
                    <a:pt x="41813" y="11800"/>
                    <a:pt x="41803" y="11810"/>
                  </a:cubicBezTo>
                  <a:cubicBezTo>
                    <a:pt x="40777" y="12469"/>
                    <a:pt x="39614" y="12703"/>
                    <a:pt x="38419" y="12703"/>
                  </a:cubicBezTo>
                  <a:cubicBezTo>
                    <a:pt x="36773" y="12703"/>
                    <a:pt x="35066" y="12260"/>
                    <a:pt x="33571" y="11872"/>
                  </a:cubicBezTo>
                  <a:lnTo>
                    <a:pt x="33421" y="11832"/>
                  </a:lnTo>
                  <a:cubicBezTo>
                    <a:pt x="32568" y="11613"/>
                    <a:pt x="31706" y="11359"/>
                    <a:pt x="30871" y="11114"/>
                  </a:cubicBezTo>
                  <a:cubicBezTo>
                    <a:pt x="30136" y="10900"/>
                    <a:pt x="29377" y="10677"/>
                    <a:pt x="28627" y="10477"/>
                  </a:cubicBezTo>
                  <a:cubicBezTo>
                    <a:pt x="27659" y="10217"/>
                    <a:pt x="26667" y="10017"/>
                    <a:pt x="25708" y="9823"/>
                  </a:cubicBezTo>
                  <a:cubicBezTo>
                    <a:pt x="24862" y="9650"/>
                    <a:pt x="23985" y="9473"/>
                    <a:pt x="23133" y="9257"/>
                  </a:cubicBezTo>
                  <a:cubicBezTo>
                    <a:pt x="21840" y="8930"/>
                    <a:pt x="20529" y="8560"/>
                    <a:pt x="19261" y="8202"/>
                  </a:cubicBezTo>
                  <a:cubicBezTo>
                    <a:pt x="16498" y="7424"/>
                    <a:pt x="13642" y="6619"/>
                    <a:pt x="10776" y="6188"/>
                  </a:cubicBezTo>
                  <a:cubicBezTo>
                    <a:pt x="9769" y="6036"/>
                    <a:pt x="8534" y="5850"/>
                    <a:pt x="7263" y="5850"/>
                  </a:cubicBezTo>
                  <a:cubicBezTo>
                    <a:pt x="5677" y="5850"/>
                    <a:pt x="4036" y="6139"/>
                    <a:pt x="2711" y="7142"/>
                  </a:cubicBezTo>
                  <a:cubicBezTo>
                    <a:pt x="579" y="8757"/>
                    <a:pt x="1" y="12576"/>
                    <a:pt x="798" y="15131"/>
                  </a:cubicBezTo>
                  <a:cubicBezTo>
                    <a:pt x="1138" y="16218"/>
                    <a:pt x="1730" y="17203"/>
                    <a:pt x="2606" y="18144"/>
                  </a:cubicBezTo>
                  <a:lnTo>
                    <a:pt x="2666" y="18209"/>
                  </a:lnTo>
                  <a:lnTo>
                    <a:pt x="107680" y="18209"/>
                  </a:lnTo>
                  <a:lnTo>
                    <a:pt x="107713" y="18040"/>
                  </a:lnTo>
                  <a:cubicBezTo>
                    <a:pt x="108339" y="14231"/>
                    <a:pt x="104720" y="9907"/>
                    <a:pt x="102642" y="8438"/>
                  </a:cubicBezTo>
                  <a:cubicBezTo>
                    <a:pt x="100295" y="6780"/>
                    <a:pt x="97465" y="5972"/>
                    <a:pt x="93901" y="5972"/>
                  </a:cubicBezTo>
                  <a:cubicBezTo>
                    <a:pt x="92759" y="5972"/>
                    <a:pt x="91543" y="6055"/>
                    <a:pt x="90243" y="6219"/>
                  </a:cubicBezTo>
                  <a:cubicBezTo>
                    <a:pt x="88870" y="6392"/>
                    <a:pt x="87495" y="6691"/>
                    <a:pt x="86166" y="6979"/>
                  </a:cubicBezTo>
                  <a:cubicBezTo>
                    <a:pt x="85428" y="7141"/>
                    <a:pt x="84666" y="7307"/>
                    <a:pt x="83913" y="7448"/>
                  </a:cubicBezTo>
                  <a:cubicBezTo>
                    <a:pt x="81310" y="7937"/>
                    <a:pt x="78543" y="8272"/>
                    <a:pt x="75687" y="8443"/>
                  </a:cubicBezTo>
                  <a:cubicBezTo>
                    <a:pt x="74193" y="8531"/>
                    <a:pt x="72692" y="8575"/>
                    <a:pt x="71186" y="8575"/>
                  </a:cubicBezTo>
                  <a:cubicBezTo>
                    <a:pt x="66784" y="8575"/>
                    <a:pt x="62342" y="8199"/>
                    <a:pt x="57928" y="7448"/>
                  </a:cubicBezTo>
                  <a:cubicBezTo>
                    <a:pt x="52682" y="6556"/>
                    <a:pt x="47532" y="4898"/>
                    <a:pt x="42708" y="3276"/>
                  </a:cubicBezTo>
                  <a:cubicBezTo>
                    <a:pt x="38128" y="1734"/>
                    <a:pt x="32975" y="0"/>
                    <a:pt x="27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8"/>
            <p:cNvSpPr/>
            <p:nvPr/>
          </p:nvSpPr>
          <p:spPr>
            <a:xfrm>
              <a:off x="4932235" y="3608718"/>
              <a:ext cx="4348422" cy="1563444"/>
            </a:xfrm>
            <a:custGeom>
              <a:rect b="b" l="l" r="r" t="t"/>
              <a:pathLst>
                <a:path extrusionOk="0" h="39069" w="108663">
                  <a:moveTo>
                    <a:pt x="46151" y="403"/>
                  </a:moveTo>
                  <a:cubicBezTo>
                    <a:pt x="46500" y="403"/>
                    <a:pt x="46847" y="405"/>
                    <a:pt x="47194" y="409"/>
                  </a:cubicBezTo>
                  <a:cubicBezTo>
                    <a:pt x="60555" y="576"/>
                    <a:pt x="71907" y="4288"/>
                    <a:pt x="80932" y="11441"/>
                  </a:cubicBezTo>
                  <a:cubicBezTo>
                    <a:pt x="84958" y="14633"/>
                    <a:pt x="88903" y="18201"/>
                    <a:pt x="92718" y="21653"/>
                  </a:cubicBezTo>
                  <a:cubicBezTo>
                    <a:pt x="94523" y="23286"/>
                    <a:pt x="96389" y="24974"/>
                    <a:pt x="98238" y="26600"/>
                  </a:cubicBezTo>
                  <a:cubicBezTo>
                    <a:pt x="101177" y="29181"/>
                    <a:pt x="104663" y="32202"/>
                    <a:pt x="108257" y="35034"/>
                  </a:cubicBezTo>
                  <a:cubicBezTo>
                    <a:pt x="108185" y="37046"/>
                    <a:pt x="106877" y="38663"/>
                    <a:pt x="105303" y="38663"/>
                  </a:cubicBezTo>
                  <a:lnTo>
                    <a:pt x="95006" y="38663"/>
                  </a:lnTo>
                  <a:cubicBezTo>
                    <a:pt x="94337" y="37862"/>
                    <a:pt x="93741" y="37110"/>
                    <a:pt x="93190" y="36368"/>
                  </a:cubicBezTo>
                  <a:cubicBezTo>
                    <a:pt x="91738" y="34415"/>
                    <a:pt x="90482" y="32209"/>
                    <a:pt x="89268" y="30076"/>
                  </a:cubicBezTo>
                  <a:cubicBezTo>
                    <a:pt x="88255" y="28296"/>
                    <a:pt x="87207" y="26455"/>
                    <a:pt x="86046" y="24761"/>
                  </a:cubicBezTo>
                  <a:cubicBezTo>
                    <a:pt x="84901" y="23090"/>
                    <a:pt x="83654" y="21394"/>
                    <a:pt x="82109" y="20589"/>
                  </a:cubicBezTo>
                  <a:cubicBezTo>
                    <a:pt x="81766" y="20411"/>
                    <a:pt x="81285" y="20282"/>
                    <a:pt x="80790" y="20282"/>
                  </a:cubicBezTo>
                  <a:cubicBezTo>
                    <a:pt x="80446" y="20282"/>
                    <a:pt x="80095" y="20344"/>
                    <a:pt x="79779" y="20494"/>
                  </a:cubicBezTo>
                  <a:cubicBezTo>
                    <a:pt x="79253" y="20744"/>
                    <a:pt x="78909" y="21200"/>
                    <a:pt x="78784" y="21809"/>
                  </a:cubicBezTo>
                  <a:cubicBezTo>
                    <a:pt x="78479" y="23295"/>
                    <a:pt x="79725" y="24879"/>
                    <a:pt x="80550" y="25925"/>
                  </a:cubicBezTo>
                  <a:cubicBezTo>
                    <a:pt x="80666" y="26074"/>
                    <a:pt x="80775" y="26210"/>
                    <a:pt x="80868" y="26335"/>
                  </a:cubicBezTo>
                  <a:cubicBezTo>
                    <a:pt x="81946" y="27764"/>
                    <a:pt x="82835" y="29354"/>
                    <a:pt x="83661" y="31345"/>
                  </a:cubicBezTo>
                  <a:cubicBezTo>
                    <a:pt x="84287" y="32848"/>
                    <a:pt x="85364" y="35767"/>
                    <a:pt x="85660" y="38663"/>
                  </a:cubicBezTo>
                  <a:lnTo>
                    <a:pt x="76327" y="38663"/>
                  </a:lnTo>
                  <a:cubicBezTo>
                    <a:pt x="76685" y="34328"/>
                    <a:pt x="75134" y="29497"/>
                    <a:pt x="72336" y="26295"/>
                  </a:cubicBezTo>
                  <a:cubicBezTo>
                    <a:pt x="70016" y="23636"/>
                    <a:pt x="66829" y="21619"/>
                    <a:pt x="62597" y="20130"/>
                  </a:cubicBezTo>
                  <a:cubicBezTo>
                    <a:pt x="58968" y="18853"/>
                    <a:pt x="54987" y="18071"/>
                    <a:pt x="50066" y="17668"/>
                  </a:cubicBezTo>
                  <a:cubicBezTo>
                    <a:pt x="47919" y="17494"/>
                    <a:pt x="45723" y="17407"/>
                    <a:pt x="43437" y="17407"/>
                  </a:cubicBezTo>
                  <a:cubicBezTo>
                    <a:pt x="41731" y="17407"/>
                    <a:pt x="39974" y="17455"/>
                    <a:pt x="38150" y="17552"/>
                  </a:cubicBezTo>
                  <a:cubicBezTo>
                    <a:pt x="34341" y="17757"/>
                    <a:pt x="31394" y="18197"/>
                    <a:pt x="28604" y="18985"/>
                  </a:cubicBezTo>
                  <a:cubicBezTo>
                    <a:pt x="27525" y="19288"/>
                    <a:pt x="26448" y="19608"/>
                    <a:pt x="25369" y="19927"/>
                  </a:cubicBezTo>
                  <a:cubicBezTo>
                    <a:pt x="21997" y="20924"/>
                    <a:pt x="18511" y="21956"/>
                    <a:pt x="15020" y="22506"/>
                  </a:cubicBezTo>
                  <a:cubicBezTo>
                    <a:pt x="13538" y="22740"/>
                    <a:pt x="11993" y="22922"/>
                    <a:pt x="10477" y="22922"/>
                  </a:cubicBezTo>
                  <a:cubicBezTo>
                    <a:pt x="7660" y="22922"/>
                    <a:pt x="4942" y="22294"/>
                    <a:pt x="2908" y="20201"/>
                  </a:cubicBezTo>
                  <a:cubicBezTo>
                    <a:pt x="2318" y="19594"/>
                    <a:pt x="445" y="17417"/>
                    <a:pt x="1110" y="14892"/>
                  </a:cubicBezTo>
                  <a:cubicBezTo>
                    <a:pt x="1609" y="13004"/>
                    <a:pt x="3139" y="11676"/>
                    <a:pt x="4417" y="10728"/>
                  </a:cubicBezTo>
                  <a:cubicBezTo>
                    <a:pt x="7502" y="8442"/>
                    <a:pt x="11094" y="7120"/>
                    <a:pt x="14506" y="5962"/>
                  </a:cubicBezTo>
                  <a:cubicBezTo>
                    <a:pt x="25380" y="2272"/>
                    <a:pt x="36012" y="403"/>
                    <a:pt x="46151" y="403"/>
                  </a:cubicBezTo>
                  <a:close/>
                  <a:moveTo>
                    <a:pt x="46184" y="0"/>
                  </a:moveTo>
                  <a:cubicBezTo>
                    <a:pt x="35995" y="0"/>
                    <a:pt x="25302" y="1873"/>
                    <a:pt x="14376" y="5582"/>
                  </a:cubicBezTo>
                  <a:cubicBezTo>
                    <a:pt x="10932" y="6749"/>
                    <a:pt x="7309" y="8083"/>
                    <a:pt x="4175" y="10405"/>
                  </a:cubicBezTo>
                  <a:cubicBezTo>
                    <a:pt x="2845" y="11391"/>
                    <a:pt x="1250" y="12780"/>
                    <a:pt x="720" y="14790"/>
                  </a:cubicBezTo>
                  <a:cubicBezTo>
                    <a:pt x="0" y="17521"/>
                    <a:pt x="1992" y="19837"/>
                    <a:pt x="2618" y="20484"/>
                  </a:cubicBezTo>
                  <a:cubicBezTo>
                    <a:pt x="4745" y="22672"/>
                    <a:pt x="7559" y="23326"/>
                    <a:pt x="10464" y="23326"/>
                  </a:cubicBezTo>
                  <a:cubicBezTo>
                    <a:pt x="12008" y="23326"/>
                    <a:pt x="13578" y="23141"/>
                    <a:pt x="15083" y="22903"/>
                  </a:cubicBezTo>
                  <a:cubicBezTo>
                    <a:pt x="18599" y="22350"/>
                    <a:pt x="22098" y="21314"/>
                    <a:pt x="25483" y="20314"/>
                  </a:cubicBezTo>
                  <a:cubicBezTo>
                    <a:pt x="26558" y="19996"/>
                    <a:pt x="27635" y="19678"/>
                    <a:pt x="28713" y="19374"/>
                  </a:cubicBezTo>
                  <a:cubicBezTo>
                    <a:pt x="31476" y="18595"/>
                    <a:pt x="34392" y="18158"/>
                    <a:pt x="38171" y="17957"/>
                  </a:cubicBezTo>
                  <a:cubicBezTo>
                    <a:pt x="39992" y="17859"/>
                    <a:pt x="41744" y="17811"/>
                    <a:pt x="43446" y="17811"/>
                  </a:cubicBezTo>
                  <a:cubicBezTo>
                    <a:pt x="45718" y="17811"/>
                    <a:pt x="47900" y="17898"/>
                    <a:pt x="50034" y="18072"/>
                  </a:cubicBezTo>
                  <a:cubicBezTo>
                    <a:pt x="54919" y="18471"/>
                    <a:pt x="58869" y="19245"/>
                    <a:pt x="62464" y="20513"/>
                  </a:cubicBezTo>
                  <a:cubicBezTo>
                    <a:pt x="66629" y="21980"/>
                    <a:pt x="69761" y="23959"/>
                    <a:pt x="72035" y="26564"/>
                  </a:cubicBezTo>
                  <a:cubicBezTo>
                    <a:pt x="74808" y="29740"/>
                    <a:pt x="76328" y="34562"/>
                    <a:pt x="75907" y="38847"/>
                  </a:cubicBezTo>
                  <a:lnTo>
                    <a:pt x="75885" y="39069"/>
                  </a:lnTo>
                  <a:lnTo>
                    <a:pt x="86103" y="39069"/>
                  </a:lnTo>
                  <a:lnTo>
                    <a:pt x="86083" y="38849"/>
                  </a:lnTo>
                  <a:cubicBezTo>
                    <a:pt x="85816" y="35827"/>
                    <a:pt x="84685" y="32755"/>
                    <a:pt x="84035" y="31193"/>
                  </a:cubicBezTo>
                  <a:cubicBezTo>
                    <a:pt x="83194" y="29170"/>
                    <a:pt x="82289" y="27550"/>
                    <a:pt x="81192" y="26094"/>
                  </a:cubicBezTo>
                  <a:cubicBezTo>
                    <a:pt x="81095" y="25968"/>
                    <a:pt x="80986" y="25829"/>
                    <a:pt x="80868" y="25679"/>
                  </a:cubicBezTo>
                  <a:cubicBezTo>
                    <a:pt x="80089" y="24692"/>
                    <a:pt x="78913" y="23196"/>
                    <a:pt x="79180" y="21893"/>
                  </a:cubicBezTo>
                  <a:cubicBezTo>
                    <a:pt x="79280" y="21406"/>
                    <a:pt x="79542" y="21057"/>
                    <a:pt x="79953" y="20860"/>
                  </a:cubicBezTo>
                  <a:cubicBezTo>
                    <a:pt x="80215" y="20736"/>
                    <a:pt x="80506" y="20684"/>
                    <a:pt x="80793" y="20684"/>
                  </a:cubicBezTo>
                  <a:cubicBezTo>
                    <a:pt x="81216" y="20684"/>
                    <a:pt x="81630" y="20796"/>
                    <a:pt x="81925" y="20950"/>
                  </a:cubicBezTo>
                  <a:cubicBezTo>
                    <a:pt x="83388" y="21710"/>
                    <a:pt x="84600" y="23365"/>
                    <a:pt x="85716" y="24991"/>
                  </a:cubicBezTo>
                  <a:cubicBezTo>
                    <a:pt x="86867" y="26672"/>
                    <a:pt x="87910" y="28506"/>
                    <a:pt x="88919" y="30277"/>
                  </a:cubicBezTo>
                  <a:cubicBezTo>
                    <a:pt x="90139" y="32421"/>
                    <a:pt x="91401" y="34638"/>
                    <a:pt x="92868" y="36611"/>
                  </a:cubicBezTo>
                  <a:cubicBezTo>
                    <a:pt x="93440" y="37380"/>
                    <a:pt x="94059" y="38160"/>
                    <a:pt x="94759" y="38996"/>
                  </a:cubicBezTo>
                  <a:lnTo>
                    <a:pt x="94819" y="39068"/>
                  </a:lnTo>
                  <a:lnTo>
                    <a:pt x="105303" y="39068"/>
                  </a:lnTo>
                  <a:cubicBezTo>
                    <a:pt x="107121" y="39068"/>
                    <a:pt x="108627" y="37217"/>
                    <a:pt x="108661" y="34947"/>
                  </a:cubicBezTo>
                  <a:lnTo>
                    <a:pt x="108663" y="34847"/>
                  </a:lnTo>
                  <a:lnTo>
                    <a:pt x="108584" y="34784"/>
                  </a:lnTo>
                  <a:cubicBezTo>
                    <a:pt x="104971" y="31939"/>
                    <a:pt x="101460" y="28897"/>
                    <a:pt x="98502" y="26300"/>
                  </a:cubicBezTo>
                  <a:cubicBezTo>
                    <a:pt x="96655" y="24675"/>
                    <a:pt x="94790" y="22989"/>
                    <a:pt x="92987" y="21357"/>
                  </a:cubicBezTo>
                  <a:cubicBezTo>
                    <a:pt x="89168" y="17899"/>
                    <a:pt x="85217" y="14326"/>
                    <a:pt x="81181" y="11127"/>
                  </a:cubicBezTo>
                  <a:cubicBezTo>
                    <a:pt x="72085" y="3918"/>
                    <a:pt x="60650" y="176"/>
                    <a:pt x="47197" y="6"/>
                  </a:cubicBezTo>
                  <a:cubicBezTo>
                    <a:pt x="46860" y="2"/>
                    <a:pt x="46522" y="0"/>
                    <a:pt x="46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8"/>
            <p:cNvSpPr/>
            <p:nvPr/>
          </p:nvSpPr>
          <p:spPr>
            <a:xfrm>
              <a:off x="5065015" y="-2406714"/>
              <a:ext cx="4355665" cy="807744"/>
            </a:xfrm>
            <a:custGeom>
              <a:rect b="b" l="l" r="r" t="t"/>
              <a:pathLst>
                <a:path extrusionOk="0" h="28164" w="108844">
                  <a:moveTo>
                    <a:pt x="105484" y="409"/>
                  </a:moveTo>
                  <a:cubicBezTo>
                    <a:pt x="107116" y="409"/>
                    <a:pt x="108443" y="2114"/>
                    <a:pt x="108443" y="4208"/>
                  </a:cubicBezTo>
                  <a:lnTo>
                    <a:pt x="108443" y="9441"/>
                  </a:lnTo>
                  <a:cubicBezTo>
                    <a:pt x="107791" y="9431"/>
                    <a:pt x="107138" y="9426"/>
                    <a:pt x="106485" y="9426"/>
                  </a:cubicBezTo>
                  <a:cubicBezTo>
                    <a:pt x="96929" y="9426"/>
                    <a:pt x="87281" y="10461"/>
                    <a:pt x="77432" y="11618"/>
                  </a:cubicBezTo>
                  <a:lnTo>
                    <a:pt x="74438" y="11967"/>
                  </a:lnTo>
                  <a:cubicBezTo>
                    <a:pt x="68077" y="12707"/>
                    <a:pt x="61497" y="13471"/>
                    <a:pt x="55052" y="14524"/>
                  </a:cubicBezTo>
                  <a:cubicBezTo>
                    <a:pt x="50937" y="15196"/>
                    <a:pt x="47239" y="15919"/>
                    <a:pt x="43750" y="16739"/>
                  </a:cubicBezTo>
                  <a:cubicBezTo>
                    <a:pt x="39671" y="17698"/>
                    <a:pt x="36280" y="18535"/>
                    <a:pt x="32894" y="19868"/>
                  </a:cubicBezTo>
                  <a:cubicBezTo>
                    <a:pt x="30642" y="20754"/>
                    <a:pt x="28443" y="21986"/>
                    <a:pt x="26315" y="23179"/>
                  </a:cubicBezTo>
                  <a:cubicBezTo>
                    <a:pt x="22603" y="25262"/>
                    <a:pt x="18761" y="27414"/>
                    <a:pt x="14582" y="27728"/>
                  </a:cubicBezTo>
                  <a:cubicBezTo>
                    <a:pt x="14284" y="27750"/>
                    <a:pt x="13983" y="27761"/>
                    <a:pt x="13680" y="27761"/>
                  </a:cubicBezTo>
                  <a:cubicBezTo>
                    <a:pt x="8600" y="27761"/>
                    <a:pt x="3011" y="24606"/>
                    <a:pt x="1265" y="17265"/>
                  </a:cubicBezTo>
                  <a:cubicBezTo>
                    <a:pt x="424" y="13728"/>
                    <a:pt x="774" y="10998"/>
                    <a:pt x="2304" y="9148"/>
                  </a:cubicBezTo>
                  <a:cubicBezTo>
                    <a:pt x="3847" y="7282"/>
                    <a:pt x="6123" y="6467"/>
                    <a:pt x="8144" y="5916"/>
                  </a:cubicBezTo>
                  <a:cubicBezTo>
                    <a:pt x="14663" y="4135"/>
                    <a:pt x="21503" y="4060"/>
                    <a:pt x="27536" y="3991"/>
                  </a:cubicBezTo>
                  <a:lnTo>
                    <a:pt x="28284" y="3982"/>
                  </a:lnTo>
                  <a:cubicBezTo>
                    <a:pt x="35338" y="3908"/>
                    <a:pt x="42635" y="3830"/>
                    <a:pt x="49562" y="1411"/>
                  </a:cubicBezTo>
                  <a:cubicBezTo>
                    <a:pt x="50530" y="1072"/>
                    <a:pt x="51303" y="753"/>
                    <a:pt x="51989" y="409"/>
                  </a:cubicBezTo>
                  <a:lnTo>
                    <a:pt x="51989" y="410"/>
                  </a:lnTo>
                  <a:lnTo>
                    <a:pt x="77472" y="410"/>
                  </a:lnTo>
                  <a:cubicBezTo>
                    <a:pt x="75657" y="1022"/>
                    <a:pt x="73845" y="1526"/>
                    <a:pt x="72138" y="1986"/>
                  </a:cubicBezTo>
                  <a:cubicBezTo>
                    <a:pt x="71479" y="2162"/>
                    <a:pt x="70816" y="2334"/>
                    <a:pt x="70156" y="2505"/>
                  </a:cubicBezTo>
                  <a:cubicBezTo>
                    <a:pt x="68329" y="2977"/>
                    <a:pt x="66440" y="3467"/>
                    <a:pt x="64605" y="4082"/>
                  </a:cubicBezTo>
                  <a:cubicBezTo>
                    <a:pt x="61004" y="5291"/>
                    <a:pt x="57124" y="6040"/>
                    <a:pt x="52740" y="6369"/>
                  </a:cubicBezTo>
                  <a:cubicBezTo>
                    <a:pt x="49638" y="6602"/>
                    <a:pt x="46418" y="6602"/>
                    <a:pt x="43304" y="6603"/>
                  </a:cubicBezTo>
                  <a:cubicBezTo>
                    <a:pt x="34965" y="6606"/>
                    <a:pt x="26344" y="6609"/>
                    <a:pt x="18528" y="10955"/>
                  </a:cubicBezTo>
                  <a:cubicBezTo>
                    <a:pt x="14223" y="13350"/>
                    <a:pt x="12644" y="15910"/>
                    <a:pt x="13835" y="18561"/>
                  </a:cubicBezTo>
                  <a:cubicBezTo>
                    <a:pt x="14838" y="20791"/>
                    <a:pt x="17057" y="22107"/>
                    <a:pt x="18813" y="22421"/>
                  </a:cubicBezTo>
                  <a:cubicBezTo>
                    <a:pt x="19239" y="22498"/>
                    <a:pt x="19668" y="22533"/>
                    <a:pt x="20097" y="22533"/>
                  </a:cubicBezTo>
                  <a:cubicBezTo>
                    <a:pt x="22307" y="22533"/>
                    <a:pt x="24513" y="21604"/>
                    <a:pt x="26433" y="20647"/>
                  </a:cubicBezTo>
                  <a:cubicBezTo>
                    <a:pt x="27444" y="20142"/>
                    <a:pt x="28451" y="19561"/>
                    <a:pt x="29427" y="18998"/>
                  </a:cubicBezTo>
                  <a:cubicBezTo>
                    <a:pt x="30955" y="18116"/>
                    <a:pt x="32534" y="17203"/>
                    <a:pt x="34157" y="16576"/>
                  </a:cubicBezTo>
                  <a:cubicBezTo>
                    <a:pt x="37956" y="15106"/>
                    <a:pt x="41874" y="14247"/>
                    <a:pt x="44864" y="13661"/>
                  </a:cubicBezTo>
                  <a:cubicBezTo>
                    <a:pt x="49244" y="12804"/>
                    <a:pt x="53720" y="12190"/>
                    <a:pt x="58050" y="11597"/>
                  </a:cubicBezTo>
                  <a:cubicBezTo>
                    <a:pt x="61146" y="11172"/>
                    <a:pt x="64344" y="10734"/>
                    <a:pt x="67486" y="10209"/>
                  </a:cubicBezTo>
                  <a:cubicBezTo>
                    <a:pt x="71305" y="9572"/>
                    <a:pt x="74827" y="8898"/>
                    <a:pt x="78252" y="8150"/>
                  </a:cubicBezTo>
                  <a:cubicBezTo>
                    <a:pt x="80759" y="7602"/>
                    <a:pt x="84017" y="6743"/>
                    <a:pt x="86995" y="4937"/>
                  </a:cubicBezTo>
                  <a:cubicBezTo>
                    <a:pt x="88677" y="3915"/>
                    <a:pt x="90044" y="2435"/>
                    <a:pt x="91173" y="409"/>
                  </a:cubicBezTo>
                  <a:close/>
                  <a:moveTo>
                    <a:pt x="90934" y="0"/>
                  </a:moveTo>
                  <a:lnTo>
                    <a:pt x="90877" y="105"/>
                  </a:lnTo>
                  <a:cubicBezTo>
                    <a:pt x="89755" y="2148"/>
                    <a:pt x="88458" y="3572"/>
                    <a:pt x="86786" y="4587"/>
                  </a:cubicBezTo>
                  <a:cubicBezTo>
                    <a:pt x="83860" y="6361"/>
                    <a:pt x="80642" y="7209"/>
                    <a:pt x="78166" y="7749"/>
                  </a:cubicBezTo>
                  <a:cubicBezTo>
                    <a:pt x="74747" y="8496"/>
                    <a:pt x="71232" y="9168"/>
                    <a:pt x="67420" y="9804"/>
                  </a:cubicBezTo>
                  <a:cubicBezTo>
                    <a:pt x="64284" y="10326"/>
                    <a:pt x="61086" y="10767"/>
                    <a:pt x="57994" y="11189"/>
                  </a:cubicBezTo>
                  <a:cubicBezTo>
                    <a:pt x="53660" y="11784"/>
                    <a:pt x="49177" y="12398"/>
                    <a:pt x="44787" y="13257"/>
                  </a:cubicBezTo>
                  <a:cubicBezTo>
                    <a:pt x="41781" y="13846"/>
                    <a:pt x="37840" y="14712"/>
                    <a:pt x="34011" y="16192"/>
                  </a:cubicBezTo>
                  <a:cubicBezTo>
                    <a:pt x="32361" y="16832"/>
                    <a:pt x="30768" y="17751"/>
                    <a:pt x="29227" y="18641"/>
                  </a:cubicBezTo>
                  <a:cubicBezTo>
                    <a:pt x="28257" y="19199"/>
                    <a:pt x="27256" y="19778"/>
                    <a:pt x="26252" y="20278"/>
                  </a:cubicBezTo>
                  <a:cubicBezTo>
                    <a:pt x="24377" y="21213"/>
                    <a:pt x="22228" y="22123"/>
                    <a:pt x="20096" y="22123"/>
                  </a:cubicBezTo>
                  <a:cubicBezTo>
                    <a:pt x="19691" y="22123"/>
                    <a:pt x="19286" y="22090"/>
                    <a:pt x="18884" y="22019"/>
                  </a:cubicBezTo>
                  <a:cubicBezTo>
                    <a:pt x="17234" y="21723"/>
                    <a:pt x="15146" y="20485"/>
                    <a:pt x="14203" y="18389"/>
                  </a:cubicBezTo>
                  <a:cubicBezTo>
                    <a:pt x="13112" y="15962"/>
                    <a:pt x="14633" y="13577"/>
                    <a:pt x="18725" y="11302"/>
                  </a:cubicBezTo>
                  <a:cubicBezTo>
                    <a:pt x="26450" y="7006"/>
                    <a:pt x="35017" y="7004"/>
                    <a:pt x="43304" y="7002"/>
                  </a:cubicBezTo>
                  <a:cubicBezTo>
                    <a:pt x="46426" y="7002"/>
                    <a:pt x="49654" y="6999"/>
                    <a:pt x="52770" y="6766"/>
                  </a:cubicBezTo>
                  <a:cubicBezTo>
                    <a:pt x="57188" y="6433"/>
                    <a:pt x="61100" y="5680"/>
                    <a:pt x="64734" y="4460"/>
                  </a:cubicBezTo>
                  <a:cubicBezTo>
                    <a:pt x="66555" y="3847"/>
                    <a:pt x="68437" y="3359"/>
                    <a:pt x="70258" y="2889"/>
                  </a:cubicBezTo>
                  <a:cubicBezTo>
                    <a:pt x="70921" y="2718"/>
                    <a:pt x="71583" y="2546"/>
                    <a:pt x="72244" y="2369"/>
                  </a:cubicBezTo>
                  <a:cubicBezTo>
                    <a:pt x="74310" y="1815"/>
                    <a:pt x="76526" y="1191"/>
                    <a:pt x="78725" y="393"/>
                  </a:cubicBezTo>
                  <a:lnTo>
                    <a:pt x="79801" y="3"/>
                  </a:lnTo>
                  <a:lnTo>
                    <a:pt x="51891" y="3"/>
                  </a:lnTo>
                  <a:lnTo>
                    <a:pt x="51849" y="25"/>
                  </a:lnTo>
                  <a:cubicBezTo>
                    <a:pt x="51168" y="369"/>
                    <a:pt x="50398" y="688"/>
                    <a:pt x="49430" y="1026"/>
                  </a:cubicBezTo>
                  <a:cubicBezTo>
                    <a:pt x="42565" y="3424"/>
                    <a:pt x="35301" y="3502"/>
                    <a:pt x="28279" y="3577"/>
                  </a:cubicBezTo>
                  <a:lnTo>
                    <a:pt x="27530" y="3587"/>
                  </a:lnTo>
                  <a:cubicBezTo>
                    <a:pt x="21472" y="3654"/>
                    <a:pt x="14606" y="3731"/>
                    <a:pt x="8035" y="5524"/>
                  </a:cubicBezTo>
                  <a:cubicBezTo>
                    <a:pt x="5955" y="6091"/>
                    <a:pt x="3608" y="6937"/>
                    <a:pt x="1994" y="8889"/>
                  </a:cubicBezTo>
                  <a:cubicBezTo>
                    <a:pt x="378" y="10842"/>
                    <a:pt x="1" y="13691"/>
                    <a:pt x="872" y="17356"/>
                  </a:cubicBezTo>
                  <a:cubicBezTo>
                    <a:pt x="2415" y="23842"/>
                    <a:pt x="7591" y="28164"/>
                    <a:pt x="13647" y="28164"/>
                  </a:cubicBezTo>
                  <a:cubicBezTo>
                    <a:pt x="13966" y="28164"/>
                    <a:pt x="14287" y="28154"/>
                    <a:pt x="14609" y="28121"/>
                  </a:cubicBezTo>
                  <a:cubicBezTo>
                    <a:pt x="18878" y="27800"/>
                    <a:pt x="22758" y="25623"/>
                    <a:pt x="26511" y="23520"/>
                  </a:cubicBezTo>
                  <a:cubicBezTo>
                    <a:pt x="28626" y="22334"/>
                    <a:pt x="30812" y="21108"/>
                    <a:pt x="33038" y="20233"/>
                  </a:cubicBezTo>
                  <a:cubicBezTo>
                    <a:pt x="36400" y="18911"/>
                    <a:pt x="39775" y="18075"/>
                    <a:pt x="43838" y="17121"/>
                  </a:cubicBezTo>
                  <a:cubicBezTo>
                    <a:pt x="47319" y="16305"/>
                    <a:pt x="51008" y="15582"/>
                    <a:pt x="55113" y="14912"/>
                  </a:cubicBezTo>
                  <a:cubicBezTo>
                    <a:pt x="61550" y="13861"/>
                    <a:pt x="68126" y="13097"/>
                    <a:pt x="74484" y="12357"/>
                  </a:cubicBezTo>
                  <a:lnTo>
                    <a:pt x="77477" y="12010"/>
                  </a:lnTo>
                  <a:cubicBezTo>
                    <a:pt x="87323" y="10854"/>
                    <a:pt x="96973" y="9822"/>
                    <a:pt x="106514" y="9822"/>
                  </a:cubicBezTo>
                  <a:cubicBezTo>
                    <a:pt x="107222" y="9822"/>
                    <a:pt x="107930" y="9827"/>
                    <a:pt x="108637" y="9839"/>
                  </a:cubicBezTo>
                  <a:lnTo>
                    <a:pt x="108843" y="9842"/>
                  </a:lnTo>
                  <a:lnTo>
                    <a:pt x="108843" y="4203"/>
                  </a:lnTo>
                  <a:cubicBezTo>
                    <a:pt x="108843" y="1884"/>
                    <a:pt x="107336" y="0"/>
                    <a:pt x="1054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 name="Google Shape;240;p8"/>
          <p:cNvSpPr/>
          <p:nvPr/>
        </p:nvSpPr>
        <p:spPr>
          <a:xfrm>
            <a:off x="1826875" y="757050"/>
            <a:ext cx="5572200" cy="37056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8"/>
          <p:cNvSpPr/>
          <p:nvPr/>
        </p:nvSpPr>
        <p:spPr>
          <a:xfrm>
            <a:off x="1750675" y="680841"/>
            <a:ext cx="5572200" cy="37056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8"/>
          <p:cNvSpPr txBox="1"/>
          <p:nvPr>
            <p:ph type="title"/>
          </p:nvPr>
        </p:nvSpPr>
        <p:spPr>
          <a:xfrm>
            <a:off x="2737800" y="1307100"/>
            <a:ext cx="3668400" cy="25293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2820000" dist="104775">
              <a:schemeClr val="accent4"/>
            </a:outerShdw>
          </a:effectLst>
        </p:spPr>
        <p:txBody>
          <a:bodyPr anchorCtr="0" anchor="ctr" bIns="91425" lIns="91425" spcFirstLastPara="1" rIns="91425" wrap="square" tIns="91425">
            <a:noAutofit/>
          </a:bodyPr>
          <a:lstStyle>
            <a:lvl1pPr lvl="0" algn="ctr">
              <a:spcBef>
                <a:spcPts val="0"/>
              </a:spcBef>
              <a:spcAft>
                <a:spcPts val="0"/>
              </a:spcAft>
              <a:buSzPts val="4800"/>
              <a:buNone/>
              <a:defRPr sz="57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accent1"/>
        </a:solidFill>
      </p:bgPr>
    </p:bg>
    <p:spTree>
      <p:nvGrpSpPr>
        <p:cNvPr id="243" name="Shape 243"/>
        <p:cNvGrpSpPr/>
        <p:nvPr/>
      </p:nvGrpSpPr>
      <p:grpSpPr>
        <a:xfrm>
          <a:off x="0" y="0"/>
          <a:ext cx="0" cy="0"/>
          <a:chOff x="0" y="0"/>
          <a:chExt cx="0" cy="0"/>
        </a:xfrm>
      </p:grpSpPr>
      <p:grpSp>
        <p:nvGrpSpPr>
          <p:cNvPr id="244" name="Google Shape;244;p9"/>
          <p:cNvGrpSpPr/>
          <p:nvPr/>
        </p:nvGrpSpPr>
        <p:grpSpPr>
          <a:xfrm>
            <a:off x="-97264" y="-2508600"/>
            <a:ext cx="9517944" cy="7737118"/>
            <a:chOff x="-97264" y="-2508600"/>
            <a:chExt cx="9517944" cy="7737118"/>
          </a:xfrm>
        </p:grpSpPr>
        <p:sp>
          <p:nvSpPr>
            <p:cNvPr id="245" name="Google Shape;245;p9"/>
            <p:cNvSpPr/>
            <p:nvPr/>
          </p:nvSpPr>
          <p:spPr>
            <a:xfrm>
              <a:off x="-89101" y="-1893243"/>
              <a:ext cx="3985503" cy="848251"/>
            </a:xfrm>
            <a:custGeom>
              <a:rect b="b" l="l" r="r" t="t"/>
              <a:pathLst>
                <a:path extrusionOk="0" h="21197" w="99594">
                  <a:moveTo>
                    <a:pt x="65021" y="0"/>
                  </a:moveTo>
                  <a:cubicBezTo>
                    <a:pt x="64434" y="0"/>
                    <a:pt x="63848" y="10"/>
                    <a:pt x="63260" y="29"/>
                  </a:cubicBezTo>
                  <a:cubicBezTo>
                    <a:pt x="57732" y="207"/>
                    <a:pt x="52245" y="1096"/>
                    <a:pt x="46816" y="2389"/>
                  </a:cubicBezTo>
                  <a:cubicBezTo>
                    <a:pt x="41611" y="3631"/>
                    <a:pt x="36750" y="6060"/>
                    <a:pt x="31830" y="8475"/>
                  </a:cubicBezTo>
                  <a:cubicBezTo>
                    <a:pt x="27244" y="10725"/>
                    <a:pt x="22624" y="12692"/>
                    <a:pt x="17724" y="13463"/>
                  </a:cubicBezTo>
                  <a:cubicBezTo>
                    <a:pt x="15802" y="13765"/>
                    <a:pt x="13860" y="13942"/>
                    <a:pt x="11920" y="13942"/>
                  </a:cubicBezTo>
                  <a:cubicBezTo>
                    <a:pt x="10234" y="13942"/>
                    <a:pt x="8549" y="13808"/>
                    <a:pt x="6879" y="13505"/>
                  </a:cubicBezTo>
                  <a:cubicBezTo>
                    <a:pt x="4515" y="13077"/>
                    <a:pt x="2162" y="12285"/>
                    <a:pt x="0" y="10984"/>
                  </a:cubicBezTo>
                  <a:lnTo>
                    <a:pt x="0" y="18944"/>
                  </a:lnTo>
                  <a:cubicBezTo>
                    <a:pt x="1762" y="19024"/>
                    <a:pt x="3523" y="19075"/>
                    <a:pt x="5283" y="19075"/>
                  </a:cubicBezTo>
                  <a:cubicBezTo>
                    <a:pt x="9227" y="19075"/>
                    <a:pt x="13162" y="18820"/>
                    <a:pt x="17071" y="18072"/>
                  </a:cubicBezTo>
                  <a:cubicBezTo>
                    <a:pt x="21981" y="17133"/>
                    <a:pt x="26589" y="15270"/>
                    <a:pt x="30996" y="12374"/>
                  </a:cubicBezTo>
                  <a:cubicBezTo>
                    <a:pt x="33739" y="10570"/>
                    <a:pt x="36781" y="9886"/>
                    <a:pt x="39837" y="9886"/>
                  </a:cubicBezTo>
                  <a:cubicBezTo>
                    <a:pt x="40660" y="9886"/>
                    <a:pt x="41484" y="9936"/>
                    <a:pt x="42304" y="10026"/>
                  </a:cubicBezTo>
                  <a:cubicBezTo>
                    <a:pt x="50992" y="10985"/>
                    <a:pt x="59004" y="15789"/>
                    <a:pt x="67420" y="18291"/>
                  </a:cubicBezTo>
                  <a:cubicBezTo>
                    <a:pt x="72853" y="19907"/>
                    <a:pt x="78486" y="20812"/>
                    <a:pt x="84058" y="21107"/>
                  </a:cubicBezTo>
                  <a:cubicBezTo>
                    <a:pt x="85055" y="21160"/>
                    <a:pt x="86060" y="21196"/>
                    <a:pt x="87066" y="21196"/>
                  </a:cubicBezTo>
                  <a:cubicBezTo>
                    <a:pt x="89207" y="21196"/>
                    <a:pt x="91355" y="21031"/>
                    <a:pt x="93446" y="20508"/>
                  </a:cubicBezTo>
                  <a:cubicBezTo>
                    <a:pt x="95522" y="19989"/>
                    <a:pt x="98275" y="18989"/>
                    <a:pt x="98894" y="16049"/>
                  </a:cubicBezTo>
                  <a:cubicBezTo>
                    <a:pt x="99594" y="12721"/>
                    <a:pt x="97265" y="10188"/>
                    <a:pt x="95270" y="8623"/>
                  </a:cubicBezTo>
                  <a:cubicBezTo>
                    <a:pt x="92667" y="6581"/>
                    <a:pt x="89709" y="5268"/>
                    <a:pt x="86790" y="4165"/>
                  </a:cubicBezTo>
                  <a:cubicBezTo>
                    <a:pt x="79711" y="1489"/>
                    <a:pt x="72404" y="0"/>
                    <a:pt x="65021"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9"/>
            <p:cNvSpPr/>
            <p:nvPr/>
          </p:nvSpPr>
          <p:spPr>
            <a:xfrm>
              <a:off x="-89221" y="-945655"/>
              <a:ext cx="8386467" cy="1819876"/>
            </a:xfrm>
            <a:custGeom>
              <a:rect b="b" l="l" r="r" t="t"/>
              <a:pathLst>
                <a:path extrusionOk="0" h="45477" w="209570">
                  <a:moveTo>
                    <a:pt x="173399" y="0"/>
                  </a:moveTo>
                  <a:cubicBezTo>
                    <a:pt x="171819" y="0"/>
                    <a:pt x="170239" y="33"/>
                    <a:pt x="168661" y="80"/>
                  </a:cubicBezTo>
                  <a:cubicBezTo>
                    <a:pt x="164324" y="208"/>
                    <a:pt x="160018" y="528"/>
                    <a:pt x="155729" y="1390"/>
                  </a:cubicBezTo>
                  <a:cubicBezTo>
                    <a:pt x="151776" y="2184"/>
                    <a:pt x="147874" y="3386"/>
                    <a:pt x="144099" y="5071"/>
                  </a:cubicBezTo>
                  <a:cubicBezTo>
                    <a:pt x="140139" y="6838"/>
                    <a:pt x="136425" y="9227"/>
                    <a:pt x="132734" y="11745"/>
                  </a:cubicBezTo>
                  <a:cubicBezTo>
                    <a:pt x="125453" y="16714"/>
                    <a:pt x="118372" y="22168"/>
                    <a:pt x="110478" y="25489"/>
                  </a:cubicBezTo>
                  <a:cubicBezTo>
                    <a:pt x="104010" y="28211"/>
                    <a:pt x="97197" y="29287"/>
                    <a:pt x="90399" y="29287"/>
                  </a:cubicBezTo>
                  <a:cubicBezTo>
                    <a:pt x="89168" y="29287"/>
                    <a:pt x="87937" y="29252"/>
                    <a:pt x="86709" y="29185"/>
                  </a:cubicBezTo>
                  <a:cubicBezTo>
                    <a:pt x="70235" y="28285"/>
                    <a:pt x="53959" y="22404"/>
                    <a:pt x="38422" y="15780"/>
                  </a:cubicBezTo>
                  <a:cubicBezTo>
                    <a:pt x="34245" y="13999"/>
                    <a:pt x="30113" y="12729"/>
                    <a:pt x="25697" y="12479"/>
                  </a:cubicBezTo>
                  <a:cubicBezTo>
                    <a:pt x="24449" y="12409"/>
                    <a:pt x="23202" y="12379"/>
                    <a:pt x="21954" y="12379"/>
                  </a:cubicBezTo>
                  <a:cubicBezTo>
                    <a:pt x="18881" y="12379"/>
                    <a:pt x="15809" y="12558"/>
                    <a:pt x="12741" y="12746"/>
                  </a:cubicBezTo>
                  <a:cubicBezTo>
                    <a:pt x="9315" y="12958"/>
                    <a:pt x="5883" y="13109"/>
                    <a:pt x="2471" y="13588"/>
                  </a:cubicBezTo>
                  <a:cubicBezTo>
                    <a:pt x="1651" y="13702"/>
                    <a:pt x="825" y="13831"/>
                    <a:pt x="0" y="13986"/>
                  </a:cubicBezTo>
                  <a:lnTo>
                    <a:pt x="0" y="21931"/>
                  </a:lnTo>
                  <a:cubicBezTo>
                    <a:pt x="3093" y="20622"/>
                    <a:pt x="6277" y="19799"/>
                    <a:pt x="9551" y="19799"/>
                  </a:cubicBezTo>
                  <a:cubicBezTo>
                    <a:pt x="10632" y="19799"/>
                    <a:pt x="11722" y="19889"/>
                    <a:pt x="12823" y="20080"/>
                  </a:cubicBezTo>
                  <a:cubicBezTo>
                    <a:pt x="20488" y="21419"/>
                    <a:pt x="27144" y="26632"/>
                    <a:pt x="33499" y="31891"/>
                  </a:cubicBezTo>
                  <a:cubicBezTo>
                    <a:pt x="45486" y="41811"/>
                    <a:pt x="59912" y="45476"/>
                    <a:pt x="74081" y="45476"/>
                  </a:cubicBezTo>
                  <a:cubicBezTo>
                    <a:pt x="74665" y="45476"/>
                    <a:pt x="75248" y="45470"/>
                    <a:pt x="75831" y="45458"/>
                  </a:cubicBezTo>
                  <a:cubicBezTo>
                    <a:pt x="90804" y="45142"/>
                    <a:pt x="106177" y="41401"/>
                    <a:pt x="119282" y="31968"/>
                  </a:cubicBezTo>
                  <a:cubicBezTo>
                    <a:pt x="125990" y="27139"/>
                    <a:pt x="132221" y="21338"/>
                    <a:pt x="138817" y="16271"/>
                  </a:cubicBezTo>
                  <a:cubicBezTo>
                    <a:pt x="142143" y="13714"/>
                    <a:pt x="145448" y="11379"/>
                    <a:pt x="149316" y="10440"/>
                  </a:cubicBezTo>
                  <a:cubicBezTo>
                    <a:pt x="150812" y="10078"/>
                    <a:pt x="152323" y="9917"/>
                    <a:pt x="153836" y="9917"/>
                  </a:cubicBezTo>
                  <a:cubicBezTo>
                    <a:pt x="155625" y="9917"/>
                    <a:pt x="157416" y="10142"/>
                    <a:pt x="159185" y="10527"/>
                  </a:cubicBezTo>
                  <a:cubicBezTo>
                    <a:pt x="162983" y="11352"/>
                    <a:pt x="166672" y="12839"/>
                    <a:pt x="170334" y="14321"/>
                  </a:cubicBezTo>
                  <a:cubicBezTo>
                    <a:pt x="174482" y="15997"/>
                    <a:pt x="178713" y="17383"/>
                    <a:pt x="182992" y="18407"/>
                  </a:cubicBezTo>
                  <a:cubicBezTo>
                    <a:pt x="186653" y="19282"/>
                    <a:pt x="190426" y="19787"/>
                    <a:pt x="194193" y="19787"/>
                  </a:cubicBezTo>
                  <a:cubicBezTo>
                    <a:pt x="197694" y="19787"/>
                    <a:pt x="201190" y="19351"/>
                    <a:pt x="204587" y="18369"/>
                  </a:cubicBezTo>
                  <a:cubicBezTo>
                    <a:pt x="206831" y="17721"/>
                    <a:pt x="209570" y="16218"/>
                    <a:pt x="208195" y="12736"/>
                  </a:cubicBezTo>
                  <a:cubicBezTo>
                    <a:pt x="207019" y="9759"/>
                    <a:pt x="203809" y="8201"/>
                    <a:pt x="201535" y="7001"/>
                  </a:cubicBezTo>
                  <a:cubicBezTo>
                    <a:pt x="195238" y="3676"/>
                    <a:pt x="188684" y="1200"/>
                    <a:pt x="181872" y="426"/>
                  </a:cubicBezTo>
                  <a:cubicBezTo>
                    <a:pt x="179055" y="106"/>
                    <a:pt x="176227" y="0"/>
                    <a:pt x="173399"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9"/>
            <p:cNvSpPr/>
            <p:nvPr/>
          </p:nvSpPr>
          <p:spPr>
            <a:xfrm>
              <a:off x="-89101" y="159523"/>
              <a:ext cx="819678" cy="314658"/>
            </a:xfrm>
            <a:custGeom>
              <a:rect b="b" l="l" r="r" t="t"/>
              <a:pathLst>
                <a:path extrusionOk="0" h="7863" w="20483">
                  <a:moveTo>
                    <a:pt x="10679" y="1"/>
                  </a:moveTo>
                  <a:cubicBezTo>
                    <a:pt x="7200" y="1"/>
                    <a:pt x="3530" y="930"/>
                    <a:pt x="0" y="1036"/>
                  </a:cubicBezTo>
                  <a:lnTo>
                    <a:pt x="0" y="7210"/>
                  </a:lnTo>
                  <a:cubicBezTo>
                    <a:pt x="73" y="7210"/>
                    <a:pt x="146" y="7210"/>
                    <a:pt x="218" y="7210"/>
                  </a:cubicBezTo>
                  <a:cubicBezTo>
                    <a:pt x="2966" y="7210"/>
                    <a:pt x="5723" y="7366"/>
                    <a:pt x="8473" y="7532"/>
                  </a:cubicBezTo>
                  <a:cubicBezTo>
                    <a:pt x="10471" y="7652"/>
                    <a:pt x="12481" y="7858"/>
                    <a:pt x="14482" y="7862"/>
                  </a:cubicBezTo>
                  <a:cubicBezTo>
                    <a:pt x="14579" y="7862"/>
                    <a:pt x="14677" y="7863"/>
                    <a:pt x="14776" y="7863"/>
                  </a:cubicBezTo>
                  <a:cubicBezTo>
                    <a:pt x="16107" y="7863"/>
                    <a:pt x="17589" y="7805"/>
                    <a:pt x="18794" y="7093"/>
                  </a:cubicBezTo>
                  <a:cubicBezTo>
                    <a:pt x="20483" y="6096"/>
                    <a:pt x="19330" y="4228"/>
                    <a:pt x="18366" y="3075"/>
                  </a:cubicBezTo>
                  <a:cubicBezTo>
                    <a:pt x="16959" y="1395"/>
                    <a:pt x="15150" y="529"/>
                    <a:pt x="13253" y="203"/>
                  </a:cubicBezTo>
                  <a:cubicBezTo>
                    <a:pt x="12410" y="59"/>
                    <a:pt x="11551" y="1"/>
                    <a:pt x="10679" y="1"/>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9"/>
            <p:cNvSpPr/>
            <p:nvPr/>
          </p:nvSpPr>
          <p:spPr>
            <a:xfrm>
              <a:off x="-89101" y="-181311"/>
              <a:ext cx="9361694" cy="2012360"/>
            </a:xfrm>
            <a:custGeom>
              <a:rect b="b" l="l" r="r" t="t"/>
              <a:pathLst>
                <a:path extrusionOk="0" h="50287" w="233940">
                  <a:moveTo>
                    <a:pt x="233940" y="0"/>
                  </a:moveTo>
                  <a:cubicBezTo>
                    <a:pt x="230479" y="1532"/>
                    <a:pt x="227264" y="3838"/>
                    <a:pt x="224035" y="6016"/>
                  </a:cubicBezTo>
                  <a:cubicBezTo>
                    <a:pt x="219999" y="8735"/>
                    <a:pt x="215918" y="11195"/>
                    <a:pt x="211510" y="12795"/>
                  </a:cubicBezTo>
                  <a:cubicBezTo>
                    <a:pt x="205977" y="14804"/>
                    <a:pt x="200252" y="15619"/>
                    <a:pt x="194517" y="15619"/>
                  </a:cubicBezTo>
                  <a:cubicBezTo>
                    <a:pt x="191019" y="15619"/>
                    <a:pt x="187518" y="15316"/>
                    <a:pt x="184053" y="14796"/>
                  </a:cubicBezTo>
                  <a:cubicBezTo>
                    <a:pt x="174879" y="13417"/>
                    <a:pt x="165892" y="10575"/>
                    <a:pt x="156983" y="7553"/>
                  </a:cubicBezTo>
                  <a:cubicBezTo>
                    <a:pt x="154186" y="6603"/>
                    <a:pt x="151295" y="5923"/>
                    <a:pt x="148402" y="5923"/>
                  </a:cubicBezTo>
                  <a:cubicBezTo>
                    <a:pt x="147105" y="5923"/>
                    <a:pt x="145807" y="6060"/>
                    <a:pt x="144518" y="6370"/>
                  </a:cubicBezTo>
                  <a:cubicBezTo>
                    <a:pt x="141010" y="7213"/>
                    <a:pt x="137841" y="9316"/>
                    <a:pt x="134862" y="11732"/>
                  </a:cubicBezTo>
                  <a:cubicBezTo>
                    <a:pt x="131415" y="14529"/>
                    <a:pt x="128149" y="17665"/>
                    <a:pt x="124700" y="20457"/>
                  </a:cubicBezTo>
                  <a:cubicBezTo>
                    <a:pt x="120681" y="23709"/>
                    <a:pt x="116461" y="26565"/>
                    <a:pt x="112085" y="28971"/>
                  </a:cubicBezTo>
                  <a:cubicBezTo>
                    <a:pt x="103869" y="33488"/>
                    <a:pt x="95132" y="36387"/>
                    <a:pt x="86236" y="37674"/>
                  </a:cubicBezTo>
                  <a:cubicBezTo>
                    <a:pt x="82434" y="38224"/>
                    <a:pt x="78620" y="38471"/>
                    <a:pt x="74803" y="38471"/>
                  </a:cubicBezTo>
                  <a:cubicBezTo>
                    <a:pt x="58405" y="38471"/>
                    <a:pt x="41951" y="33908"/>
                    <a:pt x="26125" y="29171"/>
                  </a:cubicBezTo>
                  <a:cubicBezTo>
                    <a:pt x="17408" y="26561"/>
                    <a:pt x="8732" y="23693"/>
                    <a:pt x="0" y="21148"/>
                  </a:cubicBezTo>
                  <a:lnTo>
                    <a:pt x="0" y="30371"/>
                  </a:lnTo>
                  <a:cubicBezTo>
                    <a:pt x="3472" y="33108"/>
                    <a:pt x="7489" y="35009"/>
                    <a:pt x="11115" y="36595"/>
                  </a:cubicBezTo>
                  <a:cubicBezTo>
                    <a:pt x="17532" y="39404"/>
                    <a:pt x="24220" y="41608"/>
                    <a:pt x="30929" y="42938"/>
                  </a:cubicBezTo>
                  <a:cubicBezTo>
                    <a:pt x="38228" y="44386"/>
                    <a:pt x="45630" y="44923"/>
                    <a:pt x="53022" y="44923"/>
                  </a:cubicBezTo>
                  <a:cubicBezTo>
                    <a:pt x="55748" y="44923"/>
                    <a:pt x="58473" y="44850"/>
                    <a:pt x="61191" y="44723"/>
                  </a:cubicBezTo>
                  <a:cubicBezTo>
                    <a:pt x="71533" y="44237"/>
                    <a:pt x="81978" y="43258"/>
                    <a:pt x="92233" y="41498"/>
                  </a:cubicBezTo>
                  <a:cubicBezTo>
                    <a:pt x="102742" y="39694"/>
                    <a:pt x="112661" y="35767"/>
                    <a:pt x="122701" y="31597"/>
                  </a:cubicBezTo>
                  <a:cubicBezTo>
                    <a:pt x="132437" y="27557"/>
                    <a:pt x="142206" y="24207"/>
                    <a:pt x="152521" y="24092"/>
                  </a:cubicBezTo>
                  <a:cubicBezTo>
                    <a:pt x="152754" y="24089"/>
                    <a:pt x="152988" y="24088"/>
                    <a:pt x="153222" y="24088"/>
                  </a:cubicBezTo>
                  <a:cubicBezTo>
                    <a:pt x="163194" y="24088"/>
                    <a:pt x="173100" y="26520"/>
                    <a:pt x="182555" y="30450"/>
                  </a:cubicBezTo>
                  <a:cubicBezTo>
                    <a:pt x="187610" y="32550"/>
                    <a:pt x="192565" y="35025"/>
                    <a:pt x="197604" y="37193"/>
                  </a:cubicBezTo>
                  <a:cubicBezTo>
                    <a:pt x="202625" y="39352"/>
                    <a:pt x="207681" y="41382"/>
                    <a:pt x="212770" y="43265"/>
                  </a:cubicBezTo>
                  <a:cubicBezTo>
                    <a:pt x="219747" y="45846"/>
                    <a:pt x="226825" y="48256"/>
                    <a:pt x="233940" y="50286"/>
                  </a:cubicBezTo>
                  <a:lnTo>
                    <a:pt x="233940" y="34729"/>
                  </a:lnTo>
                  <a:cubicBezTo>
                    <a:pt x="233339" y="34539"/>
                    <a:pt x="232731" y="34368"/>
                    <a:pt x="232112" y="34224"/>
                  </a:cubicBezTo>
                  <a:cubicBezTo>
                    <a:pt x="229270" y="33551"/>
                    <a:pt x="226381" y="33250"/>
                    <a:pt x="223499" y="32996"/>
                  </a:cubicBezTo>
                  <a:cubicBezTo>
                    <a:pt x="219753" y="32668"/>
                    <a:pt x="216005" y="32333"/>
                    <a:pt x="212261" y="31960"/>
                  </a:cubicBezTo>
                  <a:cubicBezTo>
                    <a:pt x="208072" y="31543"/>
                    <a:pt x="203886" y="31089"/>
                    <a:pt x="199705" y="30539"/>
                  </a:cubicBezTo>
                  <a:cubicBezTo>
                    <a:pt x="195713" y="30014"/>
                    <a:pt x="191661" y="29550"/>
                    <a:pt x="187710" y="28635"/>
                  </a:cubicBezTo>
                  <a:cubicBezTo>
                    <a:pt x="184185" y="27821"/>
                    <a:pt x="180587" y="27222"/>
                    <a:pt x="177204" y="25665"/>
                  </a:cubicBezTo>
                  <a:cubicBezTo>
                    <a:pt x="175719" y="24980"/>
                    <a:pt x="173996" y="24080"/>
                    <a:pt x="173054" y="22380"/>
                  </a:cubicBezTo>
                  <a:cubicBezTo>
                    <a:pt x="172381" y="21164"/>
                    <a:pt x="172300" y="19467"/>
                    <a:pt x="173266" y="18466"/>
                  </a:cubicBezTo>
                  <a:cubicBezTo>
                    <a:pt x="174400" y="17293"/>
                    <a:pt x="176205" y="17248"/>
                    <a:pt x="177591" y="17230"/>
                  </a:cubicBezTo>
                  <a:cubicBezTo>
                    <a:pt x="177667" y="17230"/>
                    <a:pt x="177743" y="17229"/>
                    <a:pt x="177820" y="17229"/>
                  </a:cubicBezTo>
                  <a:cubicBezTo>
                    <a:pt x="179957" y="17229"/>
                    <a:pt x="182098" y="17572"/>
                    <a:pt x="184206" y="17983"/>
                  </a:cubicBezTo>
                  <a:cubicBezTo>
                    <a:pt x="186167" y="18365"/>
                    <a:pt x="188113" y="18845"/>
                    <a:pt x="190056" y="19342"/>
                  </a:cubicBezTo>
                  <a:cubicBezTo>
                    <a:pt x="192155" y="19880"/>
                    <a:pt x="194290" y="20178"/>
                    <a:pt x="196416" y="20482"/>
                  </a:cubicBezTo>
                  <a:cubicBezTo>
                    <a:pt x="200378" y="21047"/>
                    <a:pt x="204372" y="21430"/>
                    <a:pt x="208364" y="21430"/>
                  </a:cubicBezTo>
                  <a:cubicBezTo>
                    <a:pt x="209889" y="21430"/>
                    <a:pt x="211413" y="21374"/>
                    <a:pt x="212936" y="21251"/>
                  </a:cubicBezTo>
                  <a:cubicBezTo>
                    <a:pt x="218320" y="20818"/>
                    <a:pt x="223791" y="19532"/>
                    <a:pt x="228641" y="16425"/>
                  </a:cubicBezTo>
                  <a:cubicBezTo>
                    <a:pt x="230586" y="15179"/>
                    <a:pt x="232358" y="13636"/>
                    <a:pt x="233940" y="11842"/>
                  </a:cubicBezTo>
                  <a:lnTo>
                    <a:pt x="233940" y="0"/>
                  </a:ln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9"/>
            <p:cNvSpPr/>
            <p:nvPr/>
          </p:nvSpPr>
          <p:spPr>
            <a:xfrm>
              <a:off x="-88861" y="1234528"/>
              <a:ext cx="5153814" cy="1015564"/>
            </a:xfrm>
            <a:custGeom>
              <a:rect b="b" l="l" r="r" t="t"/>
              <a:pathLst>
                <a:path extrusionOk="0" h="25378" w="128789">
                  <a:moveTo>
                    <a:pt x="125460" y="1"/>
                  </a:moveTo>
                  <a:cubicBezTo>
                    <a:pt x="124112" y="1"/>
                    <a:pt x="122755" y="233"/>
                    <a:pt x="121432" y="495"/>
                  </a:cubicBezTo>
                  <a:cubicBezTo>
                    <a:pt x="117708" y="1235"/>
                    <a:pt x="114038" y="2428"/>
                    <a:pt x="110408" y="3702"/>
                  </a:cubicBezTo>
                  <a:cubicBezTo>
                    <a:pt x="101528" y="6816"/>
                    <a:pt x="92732" y="10293"/>
                    <a:pt x="83787" y="13112"/>
                  </a:cubicBezTo>
                  <a:cubicBezTo>
                    <a:pt x="72182" y="16772"/>
                    <a:pt x="60329" y="19483"/>
                    <a:pt x="48340" y="19746"/>
                  </a:cubicBezTo>
                  <a:cubicBezTo>
                    <a:pt x="47589" y="19762"/>
                    <a:pt x="46838" y="19771"/>
                    <a:pt x="46087" y="19771"/>
                  </a:cubicBezTo>
                  <a:cubicBezTo>
                    <a:pt x="36277" y="19771"/>
                    <a:pt x="26528" y="18319"/>
                    <a:pt x="17277" y="13958"/>
                  </a:cubicBezTo>
                  <a:cubicBezTo>
                    <a:pt x="14817" y="12796"/>
                    <a:pt x="12434" y="11433"/>
                    <a:pt x="10052" y="10038"/>
                  </a:cubicBezTo>
                  <a:cubicBezTo>
                    <a:pt x="7467" y="8528"/>
                    <a:pt x="4765" y="7378"/>
                    <a:pt x="2106" y="6103"/>
                  </a:cubicBezTo>
                  <a:cubicBezTo>
                    <a:pt x="1402" y="5766"/>
                    <a:pt x="699" y="5418"/>
                    <a:pt x="0" y="5056"/>
                  </a:cubicBezTo>
                  <a:lnTo>
                    <a:pt x="0" y="11211"/>
                  </a:lnTo>
                  <a:cubicBezTo>
                    <a:pt x="4701" y="13100"/>
                    <a:pt x="9362" y="15161"/>
                    <a:pt x="14041" y="17090"/>
                  </a:cubicBezTo>
                  <a:cubicBezTo>
                    <a:pt x="16400" y="18063"/>
                    <a:pt x="18775" y="19117"/>
                    <a:pt x="21195" y="19846"/>
                  </a:cubicBezTo>
                  <a:cubicBezTo>
                    <a:pt x="23656" y="20587"/>
                    <a:pt x="26170" y="20896"/>
                    <a:pt x="28695" y="21030"/>
                  </a:cubicBezTo>
                  <a:cubicBezTo>
                    <a:pt x="33506" y="21285"/>
                    <a:pt x="38258" y="21488"/>
                    <a:pt x="43036" y="22348"/>
                  </a:cubicBezTo>
                  <a:cubicBezTo>
                    <a:pt x="47992" y="23241"/>
                    <a:pt x="52914" y="24461"/>
                    <a:pt x="57900" y="25055"/>
                  </a:cubicBezTo>
                  <a:cubicBezTo>
                    <a:pt x="59669" y="25266"/>
                    <a:pt x="61430" y="25377"/>
                    <a:pt x="63185" y="25377"/>
                  </a:cubicBezTo>
                  <a:cubicBezTo>
                    <a:pt x="66528" y="25377"/>
                    <a:pt x="69851" y="24974"/>
                    <a:pt x="73168" y="24091"/>
                  </a:cubicBezTo>
                  <a:cubicBezTo>
                    <a:pt x="82572" y="21585"/>
                    <a:pt x="91311" y="16379"/>
                    <a:pt x="100290" y="12209"/>
                  </a:cubicBezTo>
                  <a:cubicBezTo>
                    <a:pt x="102551" y="11159"/>
                    <a:pt x="104832" y="10174"/>
                    <a:pt x="107142" y="9317"/>
                  </a:cubicBezTo>
                  <a:cubicBezTo>
                    <a:pt x="109515" y="8437"/>
                    <a:pt x="111919" y="7831"/>
                    <a:pt x="114326" y="7132"/>
                  </a:cubicBezTo>
                  <a:cubicBezTo>
                    <a:pt x="119263" y="5699"/>
                    <a:pt x="123997" y="3389"/>
                    <a:pt x="128789" y="1350"/>
                  </a:cubicBezTo>
                  <a:cubicBezTo>
                    <a:pt x="128436" y="255"/>
                    <a:pt x="127130" y="101"/>
                    <a:pt x="126329" y="35"/>
                  </a:cubicBezTo>
                  <a:cubicBezTo>
                    <a:pt x="126040" y="12"/>
                    <a:pt x="125750" y="1"/>
                    <a:pt x="125460" y="1"/>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9"/>
            <p:cNvSpPr/>
            <p:nvPr/>
          </p:nvSpPr>
          <p:spPr>
            <a:xfrm>
              <a:off x="-89101" y="3200694"/>
              <a:ext cx="949935" cy="459281"/>
            </a:xfrm>
            <a:custGeom>
              <a:rect b="b" l="l" r="r" t="t"/>
              <a:pathLst>
                <a:path extrusionOk="0" h="11477" w="23738">
                  <a:moveTo>
                    <a:pt x="0" y="0"/>
                  </a:moveTo>
                  <a:lnTo>
                    <a:pt x="0" y="7277"/>
                  </a:lnTo>
                  <a:cubicBezTo>
                    <a:pt x="3475" y="8436"/>
                    <a:pt x="6937" y="9675"/>
                    <a:pt x="10474" y="10467"/>
                  </a:cubicBezTo>
                  <a:cubicBezTo>
                    <a:pt x="12599" y="10942"/>
                    <a:pt x="14945" y="11477"/>
                    <a:pt x="17230" y="11477"/>
                  </a:cubicBezTo>
                  <a:cubicBezTo>
                    <a:pt x="18607" y="11477"/>
                    <a:pt x="19963" y="11282"/>
                    <a:pt x="21233" y="10762"/>
                  </a:cubicBezTo>
                  <a:cubicBezTo>
                    <a:pt x="22964" y="10052"/>
                    <a:pt x="23737" y="8373"/>
                    <a:pt x="22783" y="6233"/>
                  </a:cubicBezTo>
                  <a:cubicBezTo>
                    <a:pt x="21854" y="4148"/>
                    <a:pt x="19780" y="3350"/>
                    <a:pt x="18049" y="2892"/>
                  </a:cubicBezTo>
                  <a:cubicBezTo>
                    <a:pt x="14044" y="1834"/>
                    <a:pt x="9964" y="2398"/>
                    <a:pt x="5923" y="1958"/>
                  </a:cubicBezTo>
                  <a:cubicBezTo>
                    <a:pt x="3848" y="1734"/>
                    <a:pt x="1868" y="1036"/>
                    <a:pt x="0"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9"/>
            <p:cNvSpPr/>
            <p:nvPr/>
          </p:nvSpPr>
          <p:spPr>
            <a:xfrm>
              <a:off x="-89101" y="1559514"/>
              <a:ext cx="9361814" cy="2217890"/>
            </a:xfrm>
            <a:custGeom>
              <a:rect b="b" l="l" r="r" t="t"/>
              <a:pathLst>
                <a:path extrusionOk="0" h="55423" w="233943">
                  <a:moveTo>
                    <a:pt x="144772" y="1"/>
                  </a:moveTo>
                  <a:cubicBezTo>
                    <a:pt x="142102" y="1"/>
                    <a:pt x="139431" y="96"/>
                    <a:pt x="136766" y="286"/>
                  </a:cubicBezTo>
                  <a:cubicBezTo>
                    <a:pt x="128012" y="909"/>
                    <a:pt x="119276" y="2552"/>
                    <a:pt x="110812" y="5489"/>
                  </a:cubicBezTo>
                  <a:cubicBezTo>
                    <a:pt x="106624" y="6944"/>
                    <a:pt x="102575" y="8874"/>
                    <a:pt x="98468" y="10653"/>
                  </a:cubicBezTo>
                  <a:cubicBezTo>
                    <a:pt x="93953" y="12609"/>
                    <a:pt x="89399" y="14424"/>
                    <a:pt x="84794" y="16010"/>
                  </a:cubicBezTo>
                  <a:cubicBezTo>
                    <a:pt x="74251" y="19642"/>
                    <a:pt x="63428" y="21981"/>
                    <a:pt x="52620" y="21981"/>
                  </a:cubicBezTo>
                  <a:cubicBezTo>
                    <a:pt x="45059" y="21981"/>
                    <a:pt x="37505" y="20836"/>
                    <a:pt x="30059" y="18189"/>
                  </a:cubicBezTo>
                  <a:cubicBezTo>
                    <a:pt x="25579" y="16596"/>
                    <a:pt x="21178" y="14667"/>
                    <a:pt x="16828" y="12578"/>
                  </a:cubicBezTo>
                  <a:cubicBezTo>
                    <a:pt x="12514" y="10509"/>
                    <a:pt x="8272" y="8266"/>
                    <a:pt x="3815" y="6712"/>
                  </a:cubicBezTo>
                  <a:cubicBezTo>
                    <a:pt x="2549" y="6272"/>
                    <a:pt x="1276" y="5888"/>
                    <a:pt x="0" y="5548"/>
                  </a:cubicBezTo>
                  <a:lnTo>
                    <a:pt x="0" y="23614"/>
                  </a:lnTo>
                  <a:cubicBezTo>
                    <a:pt x="12657" y="29572"/>
                    <a:pt x="26166" y="33013"/>
                    <a:pt x="39600" y="33024"/>
                  </a:cubicBezTo>
                  <a:cubicBezTo>
                    <a:pt x="39625" y="33024"/>
                    <a:pt x="39649" y="33024"/>
                    <a:pt x="39674" y="33024"/>
                  </a:cubicBezTo>
                  <a:cubicBezTo>
                    <a:pt x="43920" y="33024"/>
                    <a:pt x="48167" y="32654"/>
                    <a:pt x="52367" y="31843"/>
                  </a:cubicBezTo>
                  <a:cubicBezTo>
                    <a:pt x="54553" y="31420"/>
                    <a:pt x="56709" y="30737"/>
                    <a:pt x="58881" y="30217"/>
                  </a:cubicBezTo>
                  <a:cubicBezTo>
                    <a:pt x="61539" y="29579"/>
                    <a:pt x="64252" y="29008"/>
                    <a:pt x="66965" y="29005"/>
                  </a:cubicBezTo>
                  <a:cubicBezTo>
                    <a:pt x="66982" y="29005"/>
                    <a:pt x="66999" y="29005"/>
                    <a:pt x="67017" y="29005"/>
                  </a:cubicBezTo>
                  <a:cubicBezTo>
                    <a:pt x="68762" y="29005"/>
                    <a:pt x="71102" y="29156"/>
                    <a:pt x="72309" y="31005"/>
                  </a:cubicBezTo>
                  <a:cubicBezTo>
                    <a:pt x="73261" y="32464"/>
                    <a:pt x="73035" y="34779"/>
                    <a:pt x="72433" y="36381"/>
                  </a:cubicBezTo>
                  <a:cubicBezTo>
                    <a:pt x="71760" y="38175"/>
                    <a:pt x="70452" y="39418"/>
                    <a:pt x="69067" y="40261"/>
                  </a:cubicBezTo>
                  <a:cubicBezTo>
                    <a:pt x="65139" y="42655"/>
                    <a:pt x="60371" y="42850"/>
                    <a:pt x="56096" y="42852"/>
                  </a:cubicBezTo>
                  <a:cubicBezTo>
                    <a:pt x="56089" y="42852"/>
                    <a:pt x="56082" y="42852"/>
                    <a:pt x="56075" y="42852"/>
                  </a:cubicBezTo>
                  <a:cubicBezTo>
                    <a:pt x="46902" y="42852"/>
                    <a:pt x="37792" y="41022"/>
                    <a:pt x="28834" y="38660"/>
                  </a:cubicBezTo>
                  <a:cubicBezTo>
                    <a:pt x="19225" y="36125"/>
                    <a:pt x="9684" y="33151"/>
                    <a:pt x="0" y="31087"/>
                  </a:cubicBezTo>
                  <a:lnTo>
                    <a:pt x="0" y="40459"/>
                  </a:lnTo>
                  <a:cubicBezTo>
                    <a:pt x="415" y="40687"/>
                    <a:pt x="838" y="40900"/>
                    <a:pt x="1269" y="41094"/>
                  </a:cubicBezTo>
                  <a:cubicBezTo>
                    <a:pt x="3834" y="42246"/>
                    <a:pt x="6360" y="42550"/>
                    <a:pt x="9049" y="42595"/>
                  </a:cubicBezTo>
                  <a:cubicBezTo>
                    <a:pt x="11321" y="42632"/>
                    <a:pt x="13601" y="42650"/>
                    <a:pt x="15862" y="42966"/>
                  </a:cubicBezTo>
                  <a:cubicBezTo>
                    <a:pt x="17766" y="43232"/>
                    <a:pt x="19811" y="43645"/>
                    <a:pt x="21476" y="44925"/>
                  </a:cubicBezTo>
                  <a:cubicBezTo>
                    <a:pt x="22689" y="45858"/>
                    <a:pt x="23822" y="47631"/>
                    <a:pt x="23620" y="49546"/>
                  </a:cubicBezTo>
                  <a:cubicBezTo>
                    <a:pt x="23450" y="51198"/>
                    <a:pt x="22153" y="51995"/>
                    <a:pt x="21013" y="52388"/>
                  </a:cubicBezTo>
                  <a:cubicBezTo>
                    <a:pt x="19769" y="52816"/>
                    <a:pt x="18468" y="52983"/>
                    <a:pt x="17149" y="52983"/>
                  </a:cubicBezTo>
                  <a:cubicBezTo>
                    <a:pt x="14678" y="52983"/>
                    <a:pt x="12147" y="52396"/>
                    <a:pt x="9822" y="51845"/>
                  </a:cubicBezTo>
                  <a:cubicBezTo>
                    <a:pt x="6510" y="51059"/>
                    <a:pt x="3259" y="49899"/>
                    <a:pt x="0" y="48810"/>
                  </a:cubicBezTo>
                  <a:lnTo>
                    <a:pt x="0" y="54602"/>
                  </a:lnTo>
                  <a:cubicBezTo>
                    <a:pt x="5036" y="55007"/>
                    <a:pt x="10079" y="55225"/>
                    <a:pt x="15119" y="55348"/>
                  </a:cubicBezTo>
                  <a:cubicBezTo>
                    <a:pt x="17082" y="55396"/>
                    <a:pt x="19048" y="55423"/>
                    <a:pt x="21015" y="55423"/>
                  </a:cubicBezTo>
                  <a:cubicBezTo>
                    <a:pt x="29997" y="55423"/>
                    <a:pt x="38994" y="54866"/>
                    <a:pt x="47880" y="53219"/>
                  </a:cubicBezTo>
                  <a:cubicBezTo>
                    <a:pt x="52943" y="52282"/>
                    <a:pt x="58028" y="51048"/>
                    <a:pt x="62912" y="49101"/>
                  </a:cubicBezTo>
                  <a:cubicBezTo>
                    <a:pt x="67581" y="47240"/>
                    <a:pt x="72025" y="44594"/>
                    <a:pt x="76326" y="41657"/>
                  </a:cubicBezTo>
                  <a:cubicBezTo>
                    <a:pt x="84683" y="35949"/>
                    <a:pt x="92557" y="29085"/>
                    <a:pt x="101261" y="24207"/>
                  </a:cubicBezTo>
                  <a:cubicBezTo>
                    <a:pt x="110109" y="19249"/>
                    <a:pt x="119692" y="17446"/>
                    <a:pt x="129288" y="16670"/>
                  </a:cubicBezTo>
                  <a:cubicBezTo>
                    <a:pt x="132649" y="16399"/>
                    <a:pt x="136013" y="16271"/>
                    <a:pt x="139377" y="16271"/>
                  </a:cubicBezTo>
                  <a:cubicBezTo>
                    <a:pt x="157478" y="16271"/>
                    <a:pt x="175585" y="19963"/>
                    <a:pt x="193212" y="24804"/>
                  </a:cubicBezTo>
                  <a:cubicBezTo>
                    <a:pt x="203630" y="27665"/>
                    <a:pt x="214279" y="30372"/>
                    <a:pt x="224304" y="35040"/>
                  </a:cubicBezTo>
                  <a:cubicBezTo>
                    <a:pt x="227597" y="36575"/>
                    <a:pt x="230795" y="38437"/>
                    <a:pt x="233942" y="40411"/>
                  </a:cubicBezTo>
                  <a:lnTo>
                    <a:pt x="233942" y="31703"/>
                  </a:lnTo>
                  <a:cubicBezTo>
                    <a:pt x="228231" y="27859"/>
                    <a:pt x="222155" y="24807"/>
                    <a:pt x="216214" y="21705"/>
                  </a:cubicBezTo>
                  <a:cubicBezTo>
                    <a:pt x="207456" y="17134"/>
                    <a:pt x="198525" y="13002"/>
                    <a:pt x="189487" y="9410"/>
                  </a:cubicBezTo>
                  <a:cubicBezTo>
                    <a:pt x="180687" y="5912"/>
                    <a:pt x="171778" y="2926"/>
                    <a:pt x="162615" y="1437"/>
                  </a:cubicBezTo>
                  <a:cubicBezTo>
                    <a:pt x="156702" y="476"/>
                    <a:pt x="150736" y="1"/>
                    <a:pt x="144772" y="1"/>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9"/>
            <p:cNvSpPr/>
            <p:nvPr/>
          </p:nvSpPr>
          <p:spPr>
            <a:xfrm>
              <a:off x="4312517" y="2474126"/>
              <a:ext cx="4960169" cy="2176352"/>
            </a:xfrm>
            <a:custGeom>
              <a:rect b="b" l="l" r="r" t="t"/>
              <a:pathLst>
                <a:path extrusionOk="0" h="54385" w="123950">
                  <a:moveTo>
                    <a:pt x="25687" y="0"/>
                  </a:moveTo>
                  <a:cubicBezTo>
                    <a:pt x="25613" y="0"/>
                    <a:pt x="25540" y="0"/>
                    <a:pt x="25467" y="0"/>
                  </a:cubicBezTo>
                  <a:cubicBezTo>
                    <a:pt x="22189" y="8"/>
                    <a:pt x="18895" y="286"/>
                    <a:pt x="15653" y="893"/>
                  </a:cubicBezTo>
                  <a:cubicBezTo>
                    <a:pt x="12106" y="1558"/>
                    <a:pt x="8455" y="2579"/>
                    <a:pt x="5276" y="4757"/>
                  </a:cubicBezTo>
                  <a:cubicBezTo>
                    <a:pt x="2358" y="6754"/>
                    <a:pt x="1" y="10011"/>
                    <a:pt x="133" y="14446"/>
                  </a:cubicBezTo>
                  <a:cubicBezTo>
                    <a:pt x="289" y="19675"/>
                    <a:pt x="3866" y="23250"/>
                    <a:pt x="7286" y="25363"/>
                  </a:cubicBezTo>
                  <a:cubicBezTo>
                    <a:pt x="11223" y="27796"/>
                    <a:pt x="15408" y="28684"/>
                    <a:pt x="19651" y="28684"/>
                  </a:cubicBezTo>
                  <a:cubicBezTo>
                    <a:pt x="25154" y="28684"/>
                    <a:pt x="30756" y="27191"/>
                    <a:pt x="36046" y="25632"/>
                  </a:cubicBezTo>
                  <a:cubicBezTo>
                    <a:pt x="41465" y="24035"/>
                    <a:pt x="46862" y="22167"/>
                    <a:pt x="52380" y="21177"/>
                  </a:cubicBezTo>
                  <a:cubicBezTo>
                    <a:pt x="56587" y="20424"/>
                    <a:pt x="60828" y="20023"/>
                    <a:pt x="65073" y="20023"/>
                  </a:cubicBezTo>
                  <a:cubicBezTo>
                    <a:pt x="66363" y="20023"/>
                    <a:pt x="67654" y="20060"/>
                    <a:pt x="68944" y="20135"/>
                  </a:cubicBezTo>
                  <a:cubicBezTo>
                    <a:pt x="79965" y="20783"/>
                    <a:pt x="90870" y="24103"/>
                    <a:pt x="100937" y="29809"/>
                  </a:cubicBezTo>
                  <a:cubicBezTo>
                    <a:pt x="105755" y="32540"/>
                    <a:pt x="110519" y="35684"/>
                    <a:pt x="114557" y="40038"/>
                  </a:cubicBezTo>
                  <a:cubicBezTo>
                    <a:pt x="118056" y="43811"/>
                    <a:pt x="120978" y="48359"/>
                    <a:pt x="123419" y="53277"/>
                  </a:cubicBezTo>
                  <a:cubicBezTo>
                    <a:pt x="123600" y="53644"/>
                    <a:pt x="123773" y="54016"/>
                    <a:pt x="123950" y="54384"/>
                  </a:cubicBezTo>
                  <a:lnTo>
                    <a:pt x="123950" y="30590"/>
                  </a:lnTo>
                  <a:cubicBezTo>
                    <a:pt x="115011" y="23740"/>
                    <a:pt x="104675" y="20070"/>
                    <a:pt x="94699" y="16430"/>
                  </a:cubicBezTo>
                  <a:cubicBezTo>
                    <a:pt x="83278" y="12265"/>
                    <a:pt x="71945" y="7950"/>
                    <a:pt x="60279" y="4996"/>
                  </a:cubicBezTo>
                  <a:cubicBezTo>
                    <a:pt x="48938" y="2125"/>
                    <a:pt x="37275" y="0"/>
                    <a:pt x="25687"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9"/>
            <p:cNvSpPr/>
            <p:nvPr/>
          </p:nvSpPr>
          <p:spPr>
            <a:xfrm>
              <a:off x="-89101" y="3255999"/>
              <a:ext cx="4579363" cy="1972262"/>
            </a:xfrm>
            <a:custGeom>
              <a:rect b="b" l="l" r="r" t="t"/>
              <a:pathLst>
                <a:path extrusionOk="0" h="49285" w="114434">
                  <a:moveTo>
                    <a:pt x="97111" y="0"/>
                  </a:moveTo>
                  <a:cubicBezTo>
                    <a:pt x="92375" y="0"/>
                    <a:pt x="88229" y="4066"/>
                    <a:pt x="85079" y="8725"/>
                  </a:cubicBezTo>
                  <a:cubicBezTo>
                    <a:pt x="81036" y="14698"/>
                    <a:pt x="78056" y="22263"/>
                    <a:pt x="72346" y="26006"/>
                  </a:cubicBezTo>
                  <a:cubicBezTo>
                    <a:pt x="69011" y="28192"/>
                    <a:pt x="65286" y="29191"/>
                    <a:pt x="61597" y="29874"/>
                  </a:cubicBezTo>
                  <a:cubicBezTo>
                    <a:pt x="57172" y="30696"/>
                    <a:pt x="52733" y="31343"/>
                    <a:pt x="48270" y="31736"/>
                  </a:cubicBezTo>
                  <a:cubicBezTo>
                    <a:pt x="43819" y="32127"/>
                    <a:pt x="39334" y="32342"/>
                    <a:pt x="34849" y="32342"/>
                  </a:cubicBezTo>
                  <a:cubicBezTo>
                    <a:pt x="29827" y="32342"/>
                    <a:pt x="24804" y="32073"/>
                    <a:pt x="19828" y="31484"/>
                  </a:cubicBezTo>
                  <a:cubicBezTo>
                    <a:pt x="13156" y="30694"/>
                    <a:pt x="6527" y="29288"/>
                    <a:pt x="0" y="27342"/>
                  </a:cubicBezTo>
                  <a:lnTo>
                    <a:pt x="0" y="45284"/>
                  </a:lnTo>
                  <a:cubicBezTo>
                    <a:pt x="0" y="47494"/>
                    <a:pt x="1415" y="49285"/>
                    <a:pt x="3161" y="49285"/>
                  </a:cubicBezTo>
                  <a:lnTo>
                    <a:pt x="54554" y="49285"/>
                  </a:lnTo>
                  <a:cubicBezTo>
                    <a:pt x="57524" y="43691"/>
                    <a:pt x="61460" y="38933"/>
                    <a:pt x="66165" y="35699"/>
                  </a:cubicBezTo>
                  <a:cubicBezTo>
                    <a:pt x="74007" y="30307"/>
                    <a:pt x="82814" y="29860"/>
                    <a:pt x="91444" y="28199"/>
                  </a:cubicBezTo>
                  <a:cubicBezTo>
                    <a:pt x="94850" y="27544"/>
                    <a:pt x="98284" y="26656"/>
                    <a:pt x="101576" y="25345"/>
                  </a:cubicBezTo>
                  <a:cubicBezTo>
                    <a:pt x="104402" y="24220"/>
                    <a:pt x="107468" y="22637"/>
                    <a:pt x="109397" y="19658"/>
                  </a:cubicBezTo>
                  <a:cubicBezTo>
                    <a:pt x="114434" y="11884"/>
                    <a:pt x="106261" y="3395"/>
                    <a:pt x="100927" y="890"/>
                  </a:cubicBezTo>
                  <a:cubicBezTo>
                    <a:pt x="99620" y="276"/>
                    <a:pt x="98345" y="0"/>
                    <a:pt x="97111"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9"/>
            <p:cNvSpPr/>
            <p:nvPr/>
          </p:nvSpPr>
          <p:spPr>
            <a:xfrm>
              <a:off x="2774626" y="4515847"/>
              <a:ext cx="4319449" cy="712432"/>
            </a:xfrm>
            <a:custGeom>
              <a:rect b="b" l="l" r="r" t="t"/>
              <a:pathLst>
                <a:path extrusionOk="0" h="17803" w="107939">
                  <a:moveTo>
                    <a:pt x="27543" y="0"/>
                  </a:moveTo>
                  <a:cubicBezTo>
                    <a:pt x="27240" y="0"/>
                    <a:pt x="26937" y="6"/>
                    <a:pt x="26634" y="18"/>
                  </a:cubicBezTo>
                  <a:cubicBezTo>
                    <a:pt x="24027" y="121"/>
                    <a:pt x="21392" y="745"/>
                    <a:pt x="19094" y="2364"/>
                  </a:cubicBezTo>
                  <a:cubicBezTo>
                    <a:pt x="18481" y="2797"/>
                    <a:pt x="16577" y="4050"/>
                    <a:pt x="17537" y="5118"/>
                  </a:cubicBezTo>
                  <a:cubicBezTo>
                    <a:pt x="18117" y="5762"/>
                    <a:pt x="19161" y="5928"/>
                    <a:pt x="19890" y="6091"/>
                  </a:cubicBezTo>
                  <a:cubicBezTo>
                    <a:pt x="23855" y="6979"/>
                    <a:pt x="27949" y="6569"/>
                    <a:pt x="31949" y="6998"/>
                  </a:cubicBezTo>
                  <a:cubicBezTo>
                    <a:pt x="35180" y="7344"/>
                    <a:pt x="39652" y="7834"/>
                    <a:pt x="41798" y="11379"/>
                  </a:cubicBezTo>
                  <a:cubicBezTo>
                    <a:pt x="41873" y="11504"/>
                    <a:pt x="41874" y="11697"/>
                    <a:pt x="41748" y="11777"/>
                  </a:cubicBezTo>
                  <a:cubicBezTo>
                    <a:pt x="40684" y="12461"/>
                    <a:pt x="39488" y="12703"/>
                    <a:pt x="38262" y="12703"/>
                  </a:cubicBezTo>
                  <a:cubicBezTo>
                    <a:pt x="36542" y="12703"/>
                    <a:pt x="34763" y="12227"/>
                    <a:pt x="33207" y="11823"/>
                  </a:cubicBezTo>
                  <a:cubicBezTo>
                    <a:pt x="31601" y="11407"/>
                    <a:pt x="30013" y="10894"/>
                    <a:pt x="28412" y="10466"/>
                  </a:cubicBezTo>
                  <a:cubicBezTo>
                    <a:pt x="26593" y="9980"/>
                    <a:pt x="24742" y="9711"/>
                    <a:pt x="22919" y="9248"/>
                  </a:cubicBezTo>
                  <a:cubicBezTo>
                    <a:pt x="18811" y="8207"/>
                    <a:pt x="14751" y="6811"/>
                    <a:pt x="10581" y="6185"/>
                  </a:cubicBezTo>
                  <a:cubicBezTo>
                    <a:pt x="9499" y="6023"/>
                    <a:pt x="8286" y="5852"/>
                    <a:pt x="7075" y="5852"/>
                  </a:cubicBezTo>
                  <a:cubicBezTo>
                    <a:pt x="5505" y="5852"/>
                    <a:pt x="3938" y="6139"/>
                    <a:pt x="2667" y="7101"/>
                  </a:cubicBezTo>
                  <a:cubicBezTo>
                    <a:pt x="702" y="8588"/>
                    <a:pt x="1" y="12230"/>
                    <a:pt x="827" y="14868"/>
                  </a:cubicBezTo>
                  <a:cubicBezTo>
                    <a:pt x="1191" y="16035"/>
                    <a:pt x="1835" y="16995"/>
                    <a:pt x="2588" y="17803"/>
                  </a:cubicBezTo>
                  <a:lnTo>
                    <a:pt x="107349" y="17803"/>
                  </a:lnTo>
                  <a:cubicBezTo>
                    <a:pt x="107939" y="14229"/>
                    <a:pt x="104542" y="9947"/>
                    <a:pt x="102361" y="8404"/>
                  </a:cubicBezTo>
                  <a:cubicBezTo>
                    <a:pt x="99751" y="6560"/>
                    <a:pt x="96718" y="5974"/>
                    <a:pt x="93716" y="5974"/>
                  </a:cubicBezTo>
                  <a:cubicBezTo>
                    <a:pt x="92496" y="5974"/>
                    <a:pt x="91282" y="6070"/>
                    <a:pt x="90103" y="6219"/>
                  </a:cubicBezTo>
                  <a:cubicBezTo>
                    <a:pt x="87978" y="6486"/>
                    <a:pt x="85895" y="7048"/>
                    <a:pt x="83786" y="7444"/>
                  </a:cubicBezTo>
                  <a:cubicBezTo>
                    <a:pt x="81051" y="7961"/>
                    <a:pt x="78295" y="8278"/>
                    <a:pt x="75534" y="8442"/>
                  </a:cubicBezTo>
                  <a:cubicBezTo>
                    <a:pt x="74026" y="8532"/>
                    <a:pt x="72516" y="8576"/>
                    <a:pt x="71005" y="8576"/>
                  </a:cubicBezTo>
                  <a:cubicBezTo>
                    <a:pt x="66567" y="8576"/>
                    <a:pt x="62125" y="8194"/>
                    <a:pt x="57730" y="7447"/>
                  </a:cubicBezTo>
                  <a:cubicBezTo>
                    <a:pt x="52546" y="6565"/>
                    <a:pt x="47524" y="4962"/>
                    <a:pt x="42478" y="3264"/>
                  </a:cubicBezTo>
                  <a:cubicBezTo>
                    <a:pt x="37619" y="1632"/>
                    <a:pt x="32605" y="0"/>
                    <a:pt x="27543"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9"/>
            <p:cNvSpPr/>
            <p:nvPr/>
          </p:nvSpPr>
          <p:spPr>
            <a:xfrm>
              <a:off x="8048796" y="4511685"/>
              <a:ext cx="658408" cy="716833"/>
            </a:xfrm>
            <a:custGeom>
              <a:rect b="b" l="l" r="r" t="t"/>
              <a:pathLst>
                <a:path extrusionOk="0" h="17913" w="16453">
                  <a:moveTo>
                    <a:pt x="3031" y="0"/>
                  </a:moveTo>
                  <a:cubicBezTo>
                    <a:pt x="3004" y="0"/>
                    <a:pt x="2977" y="1"/>
                    <a:pt x="2950" y="2"/>
                  </a:cubicBezTo>
                  <a:cubicBezTo>
                    <a:pt x="1" y="132"/>
                    <a:pt x="2474" y="3624"/>
                    <a:pt x="3374" y="4819"/>
                  </a:cubicBezTo>
                  <a:cubicBezTo>
                    <a:pt x="5353" y="7446"/>
                    <a:pt x="8065" y="13097"/>
                    <a:pt x="8485" y="17912"/>
                  </a:cubicBezTo>
                  <a:lnTo>
                    <a:pt x="16452" y="17912"/>
                  </a:lnTo>
                  <a:cubicBezTo>
                    <a:pt x="15488" y="16742"/>
                    <a:pt x="14559" y="15523"/>
                    <a:pt x="13682" y="14232"/>
                  </a:cubicBezTo>
                  <a:cubicBezTo>
                    <a:pt x="11356" y="10805"/>
                    <a:pt x="9597" y="6836"/>
                    <a:pt x="7171" y="3507"/>
                  </a:cubicBezTo>
                  <a:cubicBezTo>
                    <a:pt x="6176" y="2144"/>
                    <a:pt x="4651" y="0"/>
                    <a:pt x="3031"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9"/>
            <p:cNvSpPr/>
            <p:nvPr/>
          </p:nvSpPr>
          <p:spPr>
            <a:xfrm>
              <a:off x="4946282" y="3681071"/>
              <a:ext cx="4326332" cy="1547277"/>
            </a:xfrm>
            <a:custGeom>
              <a:rect b="b" l="l" r="r" t="t"/>
              <a:pathLst>
                <a:path extrusionOk="0" h="38665" w="108111">
                  <a:moveTo>
                    <a:pt x="45814" y="1"/>
                  </a:moveTo>
                  <a:cubicBezTo>
                    <a:pt x="35137" y="1"/>
                    <a:pt x="24388" y="2076"/>
                    <a:pt x="14090" y="5571"/>
                  </a:cubicBezTo>
                  <a:cubicBezTo>
                    <a:pt x="10624" y="6748"/>
                    <a:pt x="7061" y="8059"/>
                    <a:pt x="3946" y="10366"/>
                  </a:cubicBezTo>
                  <a:cubicBezTo>
                    <a:pt x="2615" y="11352"/>
                    <a:pt x="1078" y="12695"/>
                    <a:pt x="565" y="14641"/>
                  </a:cubicBezTo>
                  <a:cubicBezTo>
                    <a:pt x="1" y="16782"/>
                    <a:pt x="1151" y="18845"/>
                    <a:pt x="2414" y="20142"/>
                  </a:cubicBezTo>
                  <a:cubicBezTo>
                    <a:pt x="4524" y="22313"/>
                    <a:pt x="7328" y="22930"/>
                    <a:pt x="10110" y="22930"/>
                  </a:cubicBezTo>
                  <a:cubicBezTo>
                    <a:pt x="11691" y="22930"/>
                    <a:pt x="13266" y="22730"/>
                    <a:pt x="14702" y="22504"/>
                  </a:cubicBezTo>
                  <a:cubicBezTo>
                    <a:pt x="19304" y="21780"/>
                    <a:pt x="23791" y="20252"/>
                    <a:pt x="28307" y="18979"/>
                  </a:cubicBezTo>
                  <a:cubicBezTo>
                    <a:pt x="31469" y="18088"/>
                    <a:pt x="34583" y="17727"/>
                    <a:pt x="37812" y="17553"/>
                  </a:cubicBezTo>
                  <a:cubicBezTo>
                    <a:pt x="39567" y="17460"/>
                    <a:pt x="41324" y="17409"/>
                    <a:pt x="43081" y="17409"/>
                  </a:cubicBezTo>
                  <a:cubicBezTo>
                    <a:pt x="45289" y="17409"/>
                    <a:pt x="47497" y="17490"/>
                    <a:pt x="49701" y="17670"/>
                  </a:cubicBezTo>
                  <a:cubicBezTo>
                    <a:pt x="53900" y="18013"/>
                    <a:pt x="58120" y="18692"/>
                    <a:pt x="62182" y="20121"/>
                  </a:cubicBezTo>
                  <a:cubicBezTo>
                    <a:pt x="65643" y="21338"/>
                    <a:pt x="69140" y="23140"/>
                    <a:pt x="71836" y="26229"/>
                  </a:cubicBezTo>
                  <a:cubicBezTo>
                    <a:pt x="74556" y="29344"/>
                    <a:pt x="76197" y="34210"/>
                    <a:pt x="75759" y="38664"/>
                  </a:cubicBezTo>
                  <a:lnTo>
                    <a:pt x="85535" y="38664"/>
                  </a:lnTo>
                  <a:cubicBezTo>
                    <a:pt x="85296" y="35981"/>
                    <a:pt x="84353" y="33119"/>
                    <a:pt x="83500" y="31067"/>
                  </a:cubicBezTo>
                  <a:cubicBezTo>
                    <a:pt x="82723" y="29197"/>
                    <a:pt x="81831" y="27538"/>
                    <a:pt x="80681" y="26012"/>
                  </a:cubicBezTo>
                  <a:cubicBezTo>
                    <a:pt x="79935" y="25023"/>
                    <a:pt x="78306" y="23246"/>
                    <a:pt x="78633" y="21650"/>
                  </a:cubicBezTo>
                  <a:cubicBezTo>
                    <a:pt x="78840" y="20643"/>
                    <a:pt x="79649" y="20281"/>
                    <a:pt x="80449" y="20281"/>
                  </a:cubicBezTo>
                  <a:cubicBezTo>
                    <a:pt x="80893" y="20281"/>
                    <a:pt x="81334" y="20392"/>
                    <a:pt x="81670" y="20567"/>
                  </a:cubicBezTo>
                  <a:cubicBezTo>
                    <a:pt x="83214" y="21372"/>
                    <a:pt x="84460" y="23111"/>
                    <a:pt x="85532" y="24674"/>
                  </a:cubicBezTo>
                  <a:cubicBezTo>
                    <a:pt x="88081" y="28395"/>
                    <a:pt x="90008" y="32694"/>
                    <a:pt x="92680" y="36288"/>
                  </a:cubicBezTo>
                  <a:cubicBezTo>
                    <a:pt x="93289" y="37105"/>
                    <a:pt x="93919" y="37895"/>
                    <a:pt x="94562" y="38663"/>
                  </a:cubicBezTo>
                  <a:lnTo>
                    <a:pt x="104952" y="38663"/>
                  </a:lnTo>
                  <a:cubicBezTo>
                    <a:pt x="106677" y="38663"/>
                    <a:pt x="108077" y="36912"/>
                    <a:pt x="108110" y="34738"/>
                  </a:cubicBezTo>
                  <a:cubicBezTo>
                    <a:pt x="104684" y="32047"/>
                    <a:pt x="101346" y="29175"/>
                    <a:pt x="98018" y="26250"/>
                  </a:cubicBezTo>
                  <a:cubicBezTo>
                    <a:pt x="92264" y="21194"/>
                    <a:pt x="86645" y="15791"/>
                    <a:pt x="80705" y="11085"/>
                  </a:cubicBezTo>
                  <a:cubicBezTo>
                    <a:pt x="70628" y="3099"/>
                    <a:pt x="58598" y="156"/>
                    <a:pt x="46845" y="7"/>
                  </a:cubicBezTo>
                  <a:cubicBezTo>
                    <a:pt x="46501" y="3"/>
                    <a:pt x="46158" y="1"/>
                    <a:pt x="45814" y="1"/>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9"/>
            <p:cNvSpPr/>
            <p:nvPr/>
          </p:nvSpPr>
          <p:spPr>
            <a:xfrm>
              <a:off x="5076700" y="-2354598"/>
              <a:ext cx="4335896" cy="796099"/>
            </a:xfrm>
            <a:custGeom>
              <a:rect b="b" l="l" r="r" t="t"/>
              <a:pathLst>
                <a:path extrusionOk="0" h="27758" w="108350">
                  <a:moveTo>
                    <a:pt x="51648" y="1"/>
                  </a:moveTo>
                  <a:cubicBezTo>
                    <a:pt x="50846" y="407"/>
                    <a:pt x="50018" y="729"/>
                    <a:pt x="49203" y="1014"/>
                  </a:cubicBezTo>
                  <a:cubicBezTo>
                    <a:pt x="42065" y="3506"/>
                    <a:pt x="34586" y="3501"/>
                    <a:pt x="27241" y="3584"/>
                  </a:cubicBezTo>
                  <a:cubicBezTo>
                    <a:pt x="20757" y="3656"/>
                    <a:pt x="14163" y="3777"/>
                    <a:pt x="7797" y="5515"/>
                  </a:cubicBezTo>
                  <a:cubicBezTo>
                    <a:pt x="5715" y="6083"/>
                    <a:pt x="3438" y="6902"/>
                    <a:pt x="1858" y="8814"/>
                  </a:cubicBezTo>
                  <a:cubicBezTo>
                    <a:pt x="0" y="11058"/>
                    <a:pt x="83" y="14195"/>
                    <a:pt x="776" y="17107"/>
                  </a:cubicBezTo>
                  <a:cubicBezTo>
                    <a:pt x="2438" y="24097"/>
                    <a:pt x="7861" y="27758"/>
                    <a:pt x="13371" y="27758"/>
                  </a:cubicBezTo>
                  <a:cubicBezTo>
                    <a:pt x="13681" y="27758"/>
                    <a:pt x="13992" y="27746"/>
                    <a:pt x="14303" y="27723"/>
                  </a:cubicBezTo>
                  <a:cubicBezTo>
                    <a:pt x="20922" y="27226"/>
                    <a:pt x="26485" y="22282"/>
                    <a:pt x="32673" y="19847"/>
                  </a:cubicBezTo>
                  <a:cubicBezTo>
                    <a:pt x="36195" y="18461"/>
                    <a:pt x="39879" y="17578"/>
                    <a:pt x="43501" y="16728"/>
                  </a:cubicBezTo>
                  <a:cubicBezTo>
                    <a:pt x="47244" y="15849"/>
                    <a:pt x="51012" y="15131"/>
                    <a:pt x="54789" y="14515"/>
                  </a:cubicBezTo>
                  <a:cubicBezTo>
                    <a:pt x="62223" y="13302"/>
                    <a:pt x="69695" y="12486"/>
                    <a:pt x="77160" y="11610"/>
                  </a:cubicBezTo>
                  <a:cubicBezTo>
                    <a:pt x="86796" y="10479"/>
                    <a:pt x="96503" y="9420"/>
                    <a:pt x="106195" y="9420"/>
                  </a:cubicBezTo>
                  <a:cubicBezTo>
                    <a:pt x="106913" y="9420"/>
                    <a:pt x="107630" y="9426"/>
                    <a:pt x="108348" y="9438"/>
                  </a:cubicBezTo>
                  <a:lnTo>
                    <a:pt x="108348" y="4002"/>
                  </a:lnTo>
                  <a:cubicBezTo>
                    <a:pt x="108350" y="1793"/>
                    <a:pt x="106935" y="1"/>
                    <a:pt x="105190" y="1"/>
                  </a:cubicBezTo>
                  <a:lnTo>
                    <a:pt x="90762" y="1"/>
                  </a:lnTo>
                  <a:cubicBezTo>
                    <a:pt x="89703" y="1934"/>
                    <a:pt x="88395" y="3470"/>
                    <a:pt x="86599" y="4557"/>
                  </a:cubicBezTo>
                  <a:cubicBezTo>
                    <a:pt x="83877" y="6208"/>
                    <a:pt x="80880" y="7099"/>
                    <a:pt x="77918" y="7745"/>
                  </a:cubicBezTo>
                  <a:cubicBezTo>
                    <a:pt x="74349" y="8524"/>
                    <a:pt x="70756" y="9202"/>
                    <a:pt x="67162" y="9801"/>
                  </a:cubicBezTo>
                  <a:cubicBezTo>
                    <a:pt x="59627" y="11058"/>
                    <a:pt x="52047" y="11784"/>
                    <a:pt x="44534" y="13253"/>
                  </a:cubicBezTo>
                  <a:cubicBezTo>
                    <a:pt x="40916" y="13963"/>
                    <a:pt x="37300" y="14822"/>
                    <a:pt x="33793" y="16179"/>
                  </a:cubicBezTo>
                  <a:cubicBezTo>
                    <a:pt x="31120" y="17214"/>
                    <a:pt x="28648" y="18964"/>
                    <a:pt x="26050" y="20259"/>
                  </a:cubicBezTo>
                  <a:cubicBezTo>
                    <a:pt x="24092" y="21236"/>
                    <a:pt x="21957" y="22126"/>
                    <a:pt x="19819" y="22126"/>
                  </a:cubicBezTo>
                  <a:cubicBezTo>
                    <a:pt x="19398" y="22126"/>
                    <a:pt x="18976" y="22091"/>
                    <a:pt x="18556" y="22016"/>
                  </a:cubicBezTo>
                  <a:cubicBezTo>
                    <a:pt x="16742" y="21690"/>
                    <a:pt x="14667" y="20360"/>
                    <a:pt x="13727" y="18271"/>
                  </a:cubicBezTo>
                  <a:cubicBezTo>
                    <a:pt x="12111" y="14673"/>
                    <a:pt x="16343" y="12032"/>
                    <a:pt x="18335" y="10924"/>
                  </a:cubicBezTo>
                  <a:cubicBezTo>
                    <a:pt x="29038" y="4972"/>
                    <a:pt x="41116" y="7214"/>
                    <a:pt x="52462" y="6363"/>
                  </a:cubicBezTo>
                  <a:cubicBezTo>
                    <a:pt x="56489" y="6062"/>
                    <a:pt x="60477" y="5377"/>
                    <a:pt x="64377" y="4066"/>
                  </a:cubicBezTo>
                  <a:cubicBezTo>
                    <a:pt x="66858" y="3233"/>
                    <a:pt x="69388" y="2647"/>
                    <a:pt x="71900" y="1973"/>
                  </a:cubicBezTo>
                  <a:cubicBezTo>
                    <a:pt x="74066" y="1391"/>
                    <a:pt x="76235" y="775"/>
                    <a:pt x="78366" y="1"/>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9"/>
            <p:cNvSpPr/>
            <p:nvPr/>
          </p:nvSpPr>
          <p:spPr>
            <a:xfrm>
              <a:off x="-97224" y="-1965635"/>
              <a:ext cx="3996027" cy="864218"/>
            </a:xfrm>
            <a:custGeom>
              <a:rect b="b" l="l" r="r" t="t"/>
              <a:pathLst>
                <a:path extrusionOk="0" h="21596" w="99857">
                  <a:moveTo>
                    <a:pt x="65198" y="399"/>
                  </a:moveTo>
                  <a:cubicBezTo>
                    <a:pt x="72321" y="399"/>
                    <a:pt x="79621" y="1791"/>
                    <a:pt x="86922" y="4550"/>
                  </a:cubicBezTo>
                  <a:cubicBezTo>
                    <a:pt x="89575" y="5554"/>
                    <a:pt x="92653" y="6864"/>
                    <a:pt x="95348" y="8979"/>
                  </a:cubicBezTo>
                  <a:cubicBezTo>
                    <a:pt x="98235" y="11247"/>
                    <a:pt x="99428" y="13677"/>
                    <a:pt x="98898" y="16206"/>
                  </a:cubicBezTo>
                  <a:cubicBezTo>
                    <a:pt x="98311" y="18994"/>
                    <a:pt x="95759" y="19972"/>
                    <a:pt x="93599" y="20511"/>
                  </a:cubicBezTo>
                  <a:cubicBezTo>
                    <a:pt x="91491" y="21039"/>
                    <a:pt x="89309" y="21193"/>
                    <a:pt x="87246" y="21193"/>
                  </a:cubicBezTo>
                  <a:cubicBezTo>
                    <a:pt x="86217" y="21193"/>
                    <a:pt x="85218" y="21155"/>
                    <a:pt x="84273" y="21106"/>
                  </a:cubicBezTo>
                  <a:cubicBezTo>
                    <a:pt x="78503" y="20800"/>
                    <a:pt x="72921" y="19852"/>
                    <a:pt x="67683" y="18295"/>
                  </a:cubicBezTo>
                  <a:cubicBezTo>
                    <a:pt x="64541" y="17362"/>
                    <a:pt x="61400" y="16083"/>
                    <a:pt x="58362" y="14847"/>
                  </a:cubicBezTo>
                  <a:cubicBezTo>
                    <a:pt x="53266" y="12773"/>
                    <a:pt x="47995" y="10628"/>
                    <a:pt x="42530" y="10025"/>
                  </a:cubicBezTo>
                  <a:cubicBezTo>
                    <a:pt x="41682" y="9932"/>
                    <a:pt x="40859" y="9885"/>
                    <a:pt x="40058" y="9885"/>
                  </a:cubicBezTo>
                  <a:cubicBezTo>
                    <a:pt x="36646" y="9885"/>
                    <a:pt x="33636" y="10728"/>
                    <a:pt x="31087" y="12400"/>
                  </a:cubicBezTo>
                  <a:cubicBezTo>
                    <a:pt x="26728" y="15269"/>
                    <a:pt x="22197" y="17122"/>
                    <a:pt x="17235" y="18071"/>
                  </a:cubicBezTo>
                  <a:cubicBezTo>
                    <a:pt x="13172" y="18848"/>
                    <a:pt x="9086" y="19070"/>
                    <a:pt x="5424" y="19070"/>
                  </a:cubicBezTo>
                  <a:cubicBezTo>
                    <a:pt x="3631" y="19070"/>
                    <a:pt x="1941" y="19017"/>
                    <a:pt x="403" y="18949"/>
                  </a:cubicBezTo>
                  <a:lnTo>
                    <a:pt x="403" y="11532"/>
                  </a:lnTo>
                  <a:cubicBezTo>
                    <a:pt x="2361" y="12661"/>
                    <a:pt x="4594" y="13456"/>
                    <a:pt x="7045" y="13900"/>
                  </a:cubicBezTo>
                  <a:cubicBezTo>
                    <a:pt x="8672" y="14195"/>
                    <a:pt x="10356" y="14343"/>
                    <a:pt x="12121" y="14343"/>
                  </a:cubicBezTo>
                  <a:cubicBezTo>
                    <a:pt x="13968" y="14343"/>
                    <a:pt x="15904" y="14181"/>
                    <a:pt x="17957" y="13858"/>
                  </a:cubicBezTo>
                  <a:cubicBezTo>
                    <a:pt x="23076" y="13055"/>
                    <a:pt x="27790" y="10978"/>
                    <a:pt x="32121" y="8853"/>
                  </a:cubicBezTo>
                  <a:lnTo>
                    <a:pt x="32595" y="8620"/>
                  </a:lnTo>
                  <a:cubicBezTo>
                    <a:pt x="37243" y="6337"/>
                    <a:pt x="42049" y="3980"/>
                    <a:pt x="47066" y="2784"/>
                  </a:cubicBezTo>
                  <a:cubicBezTo>
                    <a:pt x="53031" y="1361"/>
                    <a:pt x="58397" y="590"/>
                    <a:pt x="63469" y="426"/>
                  </a:cubicBezTo>
                  <a:cubicBezTo>
                    <a:pt x="64044" y="408"/>
                    <a:pt x="64620" y="399"/>
                    <a:pt x="65198" y="399"/>
                  </a:cubicBezTo>
                  <a:close/>
                  <a:moveTo>
                    <a:pt x="65203" y="1"/>
                  </a:moveTo>
                  <a:cubicBezTo>
                    <a:pt x="64619" y="1"/>
                    <a:pt x="64036" y="10"/>
                    <a:pt x="63455" y="29"/>
                  </a:cubicBezTo>
                  <a:cubicBezTo>
                    <a:pt x="58355" y="192"/>
                    <a:pt x="52963" y="968"/>
                    <a:pt x="46970" y="2396"/>
                  </a:cubicBezTo>
                  <a:cubicBezTo>
                    <a:pt x="41911" y="3604"/>
                    <a:pt x="37084" y="5971"/>
                    <a:pt x="32416" y="8263"/>
                  </a:cubicBezTo>
                  <a:lnTo>
                    <a:pt x="31942" y="8496"/>
                  </a:lnTo>
                  <a:cubicBezTo>
                    <a:pt x="27640" y="10606"/>
                    <a:pt x="22957" y="12670"/>
                    <a:pt x="17892" y="13466"/>
                  </a:cubicBezTo>
                  <a:cubicBezTo>
                    <a:pt x="15860" y="13785"/>
                    <a:pt x="13946" y="13945"/>
                    <a:pt x="12120" y="13945"/>
                  </a:cubicBezTo>
                  <a:cubicBezTo>
                    <a:pt x="10379" y="13945"/>
                    <a:pt x="8719" y="13799"/>
                    <a:pt x="7116" y="13508"/>
                  </a:cubicBezTo>
                  <a:cubicBezTo>
                    <a:pt x="4584" y="13050"/>
                    <a:pt x="2294" y="12211"/>
                    <a:pt x="305" y="11012"/>
                  </a:cubicBezTo>
                  <a:lnTo>
                    <a:pt x="0" y="10828"/>
                  </a:lnTo>
                  <a:lnTo>
                    <a:pt x="0" y="19337"/>
                  </a:lnTo>
                  <a:lnTo>
                    <a:pt x="193" y="19345"/>
                  </a:lnTo>
                  <a:cubicBezTo>
                    <a:pt x="1788" y="19417"/>
                    <a:pt x="3552" y="19474"/>
                    <a:pt x="5427" y="19474"/>
                  </a:cubicBezTo>
                  <a:cubicBezTo>
                    <a:pt x="9110" y="19474"/>
                    <a:pt x="13220" y="19251"/>
                    <a:pt x="17311" y="18469"/>
                  </a:cubicBezTo>
                  <a:cubicBezTo>
                    <a:pt x="22324" y="17509"/>
                    <a:pt x="26904" y="15636"/>
                    <a:pt x="31309" y="12740"/>
                  </a:cubicBezTo>
                  <a:cubicBezTo>
                    <a:pt x="33791" y="11110"/>
                    <a:pt x="36725" y="10287"/>
                    <a:pt x="40058" y="10287"/>
                  </a:cubicBezTo>
                  <a:cubicBezTo>
                    <a:pt x="40845" y="10287"/>
                    <a:pt x="41654" y="10333"/>
                    <a:pt x="42485" y="10425"/>
                  </a:cubicBezTo>
                  <a:cubicBezTo>
                    <a:pt x="47895" y="11021"/>
                    <a:pt x="53139" y="13156"/>
                    <a:pt x="58211" y="15220"/>
                  </a:cubicBezTo>
                  <a:cubicBezTo>
                    <a:pt x="61257" y="16459"/>
                    <a:pt x="64408" y="17742"/>
                    <a:pt x="67568" y="18681"/>
                  </a:cubicBezTo>
                  <a:cubicBezTo>
                    <a:pt x="72838" y="20248"/>
                    <a:pt x="78452" y="21200"/>
                    <a:pt x="84253" y="21507"/>
                  </a:cubicBezTo>
                  <a:cubicBezTo>
                    <a:pt x="85207" y="21557"/>
                    <a:pt x="86216" y="21596"/>
                    <a:pt x="87255" y="21596"/>
                  </a:cubicBezTo>
                  <a:cubicBezTo>
                    <a:pt x="89341" y="21596"/>
                    <a:pt x="91554" y="21438"/>
                    <a:pt x="93697" y="20904"/>
                  </a:cubicBezTo>
                  <a:cubicBezTo>
                    <a:pt x="95795" y="20381"/>
                    <a:pt x="98654" y="19332"/>
                    <a:pt x="99293" y="16292"/>
                  </a:cubicBezTo>
                  <a:cubicBezTo>
                    <a:pt x="99857" y="13600"/>
                    <a:pt x="98614" y="11035"/>
                    <a:pt x="95596" y="8666"/>
                  </a:cubicBezTo>
                  <a:cubicBezTo>
                    <a:pt x="92859" y="6520"/>
                    <a:pt x="89747" y="5193"/>
                    <a:pt x="87062" y="4178"/>
                  </a:cubicBezTo>
                  <a:cubicBezTo>
                    <a:pt x="79719" y="1402"/>
                    <a:pt x="72371" y="1"/>
                    <a:pt x="65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9" name="Google Shape;259;p9"/>
            <p:cNvGrpSpPr/>
            <p:nvPr/>
          </p:nvGrpSpPr>
          <p:grpSpPr>
            <a:xfrm>
              <a:off x="-97224" y="-2508600"/>
              <a:ext cx="9377821" cy="2147740"/>
              <a:chOff x="-97224" y="-2508600"/>
              <a:chExt cx="9377821" cy="2147740"/>
            </a:xfrm>
          </p:grpSpPr>
          <p:sp>
            <p:nvSpPr>
              <p:cNvPr id="260" name="Google Shape;260;p9"/>
              <p:cNvSpPr/>
              <p:nvPr/>
            </p:nvSpPr>
            <p:spPr>
              <a:xfrm>
                <a:off x="-89101" y="-2436047"/>
                <a:ext cx="9361814" cy="2075187"/>
              </a:xfrm>
              <a:custGeom>
                <a:rect b="b" l="l" r="r" t="t"/>
                <a:pathLst>
                  <a:path extrusionOk="0" h="51857" w="233943">
                    <a:moveTo>
                      <a:pt x="114254" y="0"/>
                    </a:moveTo>
                    <a:cubicBezTo>
                      <a:pt x="113814" y="3337"/>
                      <a:pt x="107760" y="3970"/>
                      <a:pt x="105882" y="4185"/>
                    </a:cubicBezTo>
                    <a:cubicBezTo>
                      <a:pt x="103480" y="4463"/>
                      <a:pt x="101037" y="4580"/>
                      <a:pt x="98593" y="4580"/>
                    </a:cubicBezTo>
                    <a:cubicBezTo>
                      <a:pt x="96187" y="4580"/>
                      <a:pt x="93780" y="4466"/>
                      <a:pt x="91413" y="4277"/>
                    </a:cubicBezTo>
                    <a:cubicBezTo>
                      <a:pt x="83262" y="3622"/>
                      <a:pt x="75254" y="1586"/>
                      <a:pt x="67197" y="2"/>
                    </a:cubicBezTo>
                    <a:lnTo>
                      <a:pt x="3161" y="2"/>
                    </a:lnTo>
                    <a:cubicBezTo>
                      <a:pt x="1415" y="2"/>
                      <a:pt x="0" y="1794"/>
                      <a:pt x="0" y="4003"/>
                    </a:cubicBezTo>
                    <a:lnTo>
                      <a:pt x="0" y="12983"/>
                    </a:lnTo>
                    <a:cubicBezTo>
                      <a:pt x="752" y="13703"/>
                      <a:pt x="1532" y="14304"/>
                      <a:pt x="2202" y="14753"/>
                    </a:cubicBezTo>
                    <a:cubicBezTo>
                      <a:pt x="5867" y="17202"/>
                      <a:pt x="10108" y="17905"/>
                      <a:pt x="14266" y="17905"/>
                    </a:cubicBezTo>
                    <a:cubicBezTo>
                      <a:pt x="15542" y="17905"/>
                      <a:pt x="16811" y="17839"/>
                      <a:pt x="18052" y="17736"/>
                    </a:cubicBezTo>
                    <a:cubicBezTo>
                      <a:pt x="23329" y="17301"/>
                      <a:pt x="28524" y="16026"/>
                      <a:pt x="33704" y="14740"/>
                    </a:cubicBezTo>
                    <a:cubicBezTo>
                      <a:pt x="40948" y="12940"/>
                      <a:pt x="48135" y="10828"/>
                      <a:pt x="55442" y="9439"/>
                    </a:cubicBezTo>
                    <a:cubicBezTo>
                      <a:pt x="61321" y="8322"/>
                      <a:pt x="67233" y="7670"/>
                      <a:pt x="73167" y="7670"/>
                    </a:cubicBezTo>
                    <a:cubicBezTo>
                      <a:pt x="74688" y="7670"/>
                      <a:pt x="76210" y="7713"/>
                      <a:pt x="77734" y="7802"/>
                    </a:cubicBezTo>
                    <a:cubicBezTo>
                      <a:pt x="85106" y="8232"/>
                      <a:pt x="92423" y="9785"/>
                      <a:pt x="99530" y="12287"/>
                    </a:cubicBezTo>
                    <a:cubicBezTo>
                      <a:pt x="102317" y="13268"/>
                      <a:pt x="105115" y="14314"/>
                      <a:pt x="107858" y="15489"/>
                    </a:cubicBezTo>
                    <a:cubicBezTo>
                      <a:pt x="110332" y="16548"/>
                      <a:pt x="112809" y="17789"/>
                      <a:pt x="115004" y="19608"/>
                    </a:cubicBezTo>
                    <a:cubicBezTo>
                      <a:pt x="117824" y="21944"/>
                      <a:pt x="120303" y="25852"/>
                      <a:pt x="120226" y="30339"/>
                    </a:cubicBezTo>
                    <a:cubicBezTo>
                      <a:pt x="120101" y="37466"/>
                      <a:pt x="112935" y="40330"/>
                      <a:pt x="108516" y="41748"/>
                    </a:cubicBezTo>
                    <a:cubicBezTo>
                      <a:pt x="101630" y="43955"/>
                      <a:pt x="94414" y="44564"/>
                      <a:pt x="87337" y="44821"/>
                    </a:cubicBezTo>
                    <a:cubicBezTo>
                      <a:pt x="84855" y="44912"/>
                      <a:pt x="82371" y="44958"/>
                      <a:pt x="79887" y="44958"/>
                    </a:cubicBezTo>
                    <a:cubicBezTo>
                      <a:pt x="73140" y="44958"/>
                      <a:pt x="66393" y="44612"/>
                      <a:pt x="59673" y="43851"/>
                    </a:cubicBezTo>
                    <a:cubicBezTo>
                      <a:pt x="52128" y="42997"/>
                      <a:pt x="44620" y="41722"/>
                      <a:pt x="37128" y="40332"/>
                    </a:cubicBezTo>
                    <a:cubicBezTo>
                      <a:pt x="29596" y="38936"/>
                      <a:pt x="22076" y="37257"/>
                      <a:pt x="14513" y="36145"/>
                    </a:cubicBezTo>
                    <a:cubicBezTo>
                      <a:pt x="10469" y="35552"/>
                      <a:pt x="6279" y="35103"/>
                      <a:pt x="2100" y="35103"/>
                    </a:cubicBezTo>
                    <a:cubicBezTo>
                      <a:pt x="1400" y="35103"/>
                      <a:pt x="700" y="35116"/>
                      <a:pt x="0" y="35142"/>
                    </a:cubicBezTo>
                    <a:lnTo>
                      <a:pt x="0" y="41392"/>
                    </a:lnTo>
                    <a:cubicBezTo>
                      <a:pt x="3897" y="40406"/>
                      <a:pt x="7757" y="39113"/>
                      <a:pt x="11701" y="38520"/>
                    </a:cubicBezTo>
                    <a:cubicBezTo>
                      <a:pt x="12850" y="38347"/>
                      <a:pt x="14002" y="38268"/>
                      <a:pt x="15153" y="38268"/>
                    </a:cubicBezTo>
                    <a:cubicBezTo>
                      <a:pt x="18352" y="38268"/>
                      <a:pt x="21545" y="38880"/>
                      <a:pt x="24665" y="39789"/>
                    </a:cubicBezTo>
                    <a:cubicBezTo>
                      <a:pt x="29176" y="41103"/>
                      <a:pt x="33559" y="43015"/>
                      <a:pt x="37996" y="44675"/>
                    </a:cubicBezTo>
                    <a:cubicBezTo>
                      <a:pt x="42689" y="46433"/>
                      <a:pt x="47479" y="47692"/>
                      <a:pt x="52300" y="48740"/>
                    </a:cubicBezTo>
                    <a:cubicBezTo>
                      <a:pt x="61496" y="50745"/>
                      <a:pt x="70937" y="51857"/>
                      <a:pt x="80373" y="51857"/>
                    </a:cubicBezTo>
                    <a:cubicBezTo>
                      <a:pt x="91348" y="51857"/>
                      <a:pt x="102317" y="50352"/>
                      <a:pt x="112889" y="46997"/>
                    </a:cubicBezTo>
                    <a:cubicBezTo>
                      <a:pt x="122215" y="44038"/>
                      <a:pt x="130897" y="39216"/>
                      <a:pt x="139694" y="34414"/>
                    </a:cubicBezTo>
                    <a:cubicBezTo>
                      <a:pt x="143466" y="32352"/>
                      <a:pt x="147358" y="30634"/>
                      <a:pt x="151383" y="29556"/>
                    </a:cubicBezTo>
                    <a:cubicBezTo>
                      <a:pt x="155813" y="28370"/>
                      <a:pt x="160303" y="28105"/>
                      <a:pt x="164816" y="27914"/>
                    </a:cubicBezTo>
                    <a:cubicBezTo>
                      <a:pt x="167320" y="27807"/>
                      <a:pt x="169825" y="27756"/>
                      <a:pt x="172331" y="27756"/>
                    </a:cubicBezTo>
                    <a:cubicBezTo>
                      <a:pt x="189289" y="27756"/>
                      <a:pt x="206270" y="30094"/>
                      <a:pt x="222996" y="33398"/>
                    </a:cubicBezTo>
                    <a:cubicBezTo>
                      <a:pt x="226644" y="34116"/>
                      <a:pt x="230302" y="34924"/>
                      <a:pt x="233942" y="35864"/>
                    </a:cubicBezTo>
                    <a:lnTo>
                      <a:pt x="233942" y="9938"/>
                    </a:lnTo>
                    <a:cubicBezTo>
                      <a:pt x="233216" y="9925"/>
                      <a:pt x="232489" y="9919"/>
                      <a:pt x="231762" y="9919"/>
                    </a:cubicBezTo>
                    <a:cubicBezTo>
                      <a:pt x="219843" y="9919"/>
                      <a:pt x="207922" y="11530"/>
                      <a:pt x="196068" y="12904"/>
                    </a:cubicBezTo>
                    <a:cubicBezTo>
                      <a:pt x="188339" y="13801"/>
                      <a:pt x="180609" y="14806"/>
                      <a:pt x="172944" y="16393"/>
                    </a:cubicBezTo>
                    <a:cubicBezTo>
                      <a:pt x="169135" y="17181"/>
                      <a:pt x="165343" y="18112"/>
                      <a:pt x="161591" y="19260"/>
                    </a:cubicBezTo>
                    <a:cubicBezTo>
                      <a:pt x="158213" y="20291"/>
                      <a:pt x="155063" y="21813"/>
                      <a:pt x="151893" y="23606"/>
                    </a:cubicBezTo>
                    <a:cubicBezTo>
                      <a:pt x="147715" y="25970"/>
                      <a:pt x="143374" y="28204"/>
                      <a:pt x="138868" y="28204"/>
                    </a:cubicBezTo>
                    <a:cubicBezTo>
                      <a:pt x="137422" y="28204"/>
                      <a:pt x="135960" y="27974"/>
                      <a:pt x="134480" y="27445"/>
                    </a:cubicBezTo>
                    <a:cubicBezTo>
                      <a:pt x="129632" y="25711"/>
                      <a:pt x="125716" y="20547"/>
                      <a:pt x="125484" y="13951"/>
                    </a:cubicBezTo>
                    <a:cubicBezTo>
                      <a:pt x="125286" y="8300"/>
                      <a:pt x="129601" y="6027"/>
                      <a:pt x="133294" y="5020"/>
                    </a:cubicBezTo>
                    <a:cubicBezTo>
                      <a:pt x="139570" y="3307"/>
                      <a:pt x="146074" y="3151"/>
                      <a:pt x="152463" y="3078"/>
                    </a:cubicBezTo>
                    <a:cubicBezTo>
                      <a:pt x="160083" y="2991"/>
                      <a:pt x="167851" y="3042"/>
                      <a:pt x="175233" y="328"/>
                    </a:cubicBezTo>
                    <a:cubicBezTo>
                      <a:pt x="175511" y="226"/>
                      <a:pt x="175788" y="116"/>
                      <a:pt x="1760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9"/>
              <p:cNvSpPr/>
              <p:nvPr/>
            </p:nvSpPr>
            <p:spPr>
              <a:xfrm>
                <a:off x="-97224" y="-2508600"/>
                <a:ext cx="9377821" cy="2090634"/>
              </a:xfrm>
              <a:custGeom>
                <a:rect b="b" l="l" r="r" t="t"/>
                <a:pathLst>
                  <a:path extrusionOk="0" h="52243" w="234343">
                    <a:moveTo>
                      <a:pt x="67361" y="400"/>
                    </a:moveTo>
                    <a:cubicBezTo>
                      <a:pt x="69340" y="790"/>
                      <a:pt x="71349" y="1215"/>
                      <a:pt x="73292" y="1625"/>
                    </a:cubicBezTo>
                    <a:cubicBezTo>
                      <a:pt x="79265" y="2884"/>
                      <a:pt x="85439" y="4185"/>
                      <a:pt x="91598" y="4680"/>
                    </a:cubicBezTo>
                    <a:cubicBezTo>
                      <a:pt x="94144" y="4885"/>
                      <a:pt x="96537" y="4987"/>
                      <a:pt x="98805" y="4987"/>
                    </a:cubicBezTo>
                    <a:cubicBezTo>
                      <a:pt x="101387" y="4987"/>
                      <a:pt x="103808" y="4854"/>
                      <a:pt x="106108" y="4590"/>
                    </a:cubicBezTo>
                    <a:lnTo>
                      <a:pt x="106218" y="4577"/>
                    </a:lnTo>
                    <a:cubicBezTo>
                      <a:pt x="108158" y="4354"/>
                      <a:pt x="114000" y="3685"/>
                      <a:pt x="114628" y="406"/>
                    </a:cubicBezTo>
                    <a:lnTo>
                      <a:pt x="175193" y="406"/>
                    </a:lnTo>
                    <a:cubicBezTo>
                      <a:pt x="168249" y="2915"/>
                      <a:pt x="160889" y="2994"/>
                      <a:pt x="153768" y="3069"/>
                    </a:cubicBezTo>
                    <a:lnTo>
                      <a:pt x="152665" y="3082"/>
                    </a:lnTo>
                    <a:cubicBezTo>
                      <a:pt x="145764" y="3162"/>
                      <a:pt x="139551" y="3364"/>
                      <a:pt x="133446" y="5030"/>
                    </a:cubicBezTo>
                    <a:cubicBezTo>
                      <a:pt x="128003" y="6516"/>
                      <a:pt x="125326" y="9588"/>
                      <a:pt x="125487" y="14164"/>
                    </a:cubicBezTo>
                    <a:cubicBezTo>
                      <a:pt x="125709" y="20471"/>
                      <a:pt x="129379" y="25966"/>
                      <a:pt x="134618" y="27839"/>
                    </a:cubicBezTo>
                    <a:cubicBezTo>
                      <a:pt x="136131" y="28380"/>
                      <a:pt x="137619" y="28617"/>
                      <a:pt x="139091" y="28617"/>
                    </a:cubicBezTo>
                    <a:cubicBezTo>
                      <a:pt x="143547" y="28617"/>
                      <a:pt x="147847" y="26448"/>
                      <a:pt x="152196" y="23987"/>
                    </a:cubicBezTo>
                    <a:cubicBezTo>
                      <a:pt x="155813" y="21943"/>
                      <a:pt x="158880" y="20567"/>
                      <a:pt x="161854" y="19658"/>
                    </a:cubicBezTo>
                    <a:cubicBezTo>
                      <a:pt x="165379" y="18581"/>
                      <a:pt x="169085" y="17643"/>
                      <a:pt x="173189" y="16795"/>
                    </a:cubicBezTo>
                    <a:cubicBezTo>
                      <a:pt x="180974" y="15181"/>
                      <a:pt x="188894" y="14166"/>
                      <a:pt x="196294" y="13308"/>
                    </a:cubicBezTo>
                    <a:cubicBezTo>
                      <a:pt x="197767" y="13138"/>
                      <a:pt x="199245" y="12964"/>
                      <a:pt x="200722" y="12788"/>
                    </a:cubicBezTo>
                    <a:cubicBezTo>
                      <a:pt x="210970" y="11576"/>
                      <a:pt x="221543" y="10326"/>
                      <a:pt x="231999" y="10326"/>
                    </a:cubicBezTo>
                    <a:cubicBezTo>
                      <a:pt x="232648" y="10326"/>
                      <a:pt x="233296" y="10331"/>
                      <a:pt x="233944" y="10341"/>
                    </a:cubicBezTo>
                    <a:lnTo>
                      <a:pt x="233944" y="35809"/>
                    </a:lnTo>
                    <a:cubicBezTo>
                      <a:pt x="230629" y="34959"/>
                      <a:pt x="227123" y="34173"/>
                      <a:pt x="223236" y="33405"/>
                    </a:cubicBezTo>
                    <a:cubicBezTo>
                      <a:pt x="203906" y="29587"/>
                      <a:pt x="187591" y="27758"/>
                      <a:pt x="172597" y="27758"/>
                    </a:cubicBezTo>
                    <a:cubicBezTo>
                      <a:pt x="170032" y="27758"/>
                      <a:pt x="167505" y="27812"/>
                      <a:pt x="165009" y="27918"/>
                    </a:cubicBezTo>
                    <a:cubicBezTo>
                      <a:pt x="160422" y="28112"/>
                      <a:pt x="155941" y="28387"/>
                      <a:pt x="151533" y="29567"/>
                    </a:cubicBezTo>
                    <a:cubicBezTo>
                      <a:pt x="147826" y="30560"/>
                      <a:pt x="143986" y="32153"/>
                      <a:pt x="139798" y="34441"/>
                    </a:cubicBezTo>
                    <a:lnTo>
                      <a:pt x="138875" y="34945"/>
                    </a:lnTo>
                    <a:cubicBezTo>
                      <a:pt x="130584" y="39473"/>
                      <a:pt x="122011" y="44161"/>
                      <a:pt x="113029" y="47009"/>
                    </a:cubicBezTo>
                    <a:cubicBezTo>
                      <a:pt x="102889" y="50226"/>
                      <a:pt x="91919" y="51840"/>
                      <a:pt x="80509" y="51840"/>
                    </a:cubicBezTo>
                    <a:cubicBezTo>
                      <a:pt x="71401" y="51840"/>
                      <a:pt x="62013" y="50811"/>
                      <a:pt x="52541" y="48749"/>
                    </a:cubicBezTo>
                    <a:cubicBezTo>
                      <a:pt x="46930" y="47526"/>
                      <a:pt x="42394" y="46236"/>
                      <a:pt x="38264" y="44691"/>
                    </a:cubicBezTo>
                    <a:cubicBezTo>
                      <a:pt x="36953" y="44199"/>
                      <a:pt x="35624" y="43678"/>
                      <a:pt x="34338" y="43172"/>
                    </a:cubicBezTo>
                    <a:cubicBezTo>
                      <a:pt x="31276" y="41971"/>
                      <a:pt x="28107" y="40726"/>
                      <a:pt x="24921" y="39799"/>
                    </a:cubicBezTo>
                    <a:cubicBezTo>
                      <a:pt x="21414" y="38777"/>
                      <a:pt x="18247" y="38271"/>
                      <a:pt x="15326" y="38271"/>
                    </a:cubicBezTo>
                    <a:cubicBezTo>
                      <a:pt x="14137" y="38271"/>
                      <a:pt x="12987" y="38356"/>
                      <a:pt x="11874" y="38521"/>
                    </a:cubicBezTo>
                    <a:cubicBezTo>
                      <a:pt x="9119" y="38936"/>
                      <a:pt x="6366" y="39703"/>
                      <a:pt x="3703" y="40442"/>
                    </a:cubicBezTo>
                    <a:cubicBezTo>
                      <a:pt x="2622" y="40742"/>
                      <a:pt x="1508" y="41053"/>
                      <a:pt x="406" y="41335"/>
                    </a:cubicBezTo>
                    <a:lnTo>
                      <a:pt x="406" y="35538"/>
                    </a:lnTo>
                    <a:cubicBezTo>
                      <a:pt x="1027" y="35516"/>
                      <a:pt x="1658" y="35506"/>
                      <a:pt x="2301" y="35506"/>
                    </a:cubicBezTo>
                    <a:cubicBezTo>
                      <a:pt x="5902" y="35506"/>
                      <a:pt x="9901" y="35844"/>
                      <a:pt x="14687" y="36547"/>
                    </a:cubicBezTo>
                    <a:cubicBezTo>
                      <a:pt x="19745" y="37290"/>
                      <a:pt x="24868" y="38304"/>
                      <a:pt x="29822" y="39284"/>
                    </a:cubicBezTo>
                    <a:cubicBezTo>
                      <a:pt x="32271" y="39769"/>
                      <a:pt x="34802" y="40270"/>
                      <a:pt x="37296" y="40733"/>
                    </a:cubicBezTo>
                    <a:cubicBezTo>
                      <a:pt x="43914" y="41961"/>
                      <a:pt x="51770" y="43339"/>
                      <a:pt x="59854" y="44254"/>
                    </a:cubicBezTo>
                    <a:cubicBezTo>
                      <a:pt x="66359" y="44990"/>
                      <a:pt x="73165" y="45361"/>
                      <a:pt x="80163" y="45361"/>
                    </a:cubicBezTo>
                    <a:cubicBezTo>
                      <a:pt x="82603" y="45361"/>
                      <a:pt x="85067" y="45316"/>
                      <a:pt x="87550" y="45225"/>
                    </a:cubicBezTo>
                    <a:cubicBezTo>
                      <a:pt x="94026" y="44991"/>
                      <a:pt x="101613" y="44441"/>
                      <a:pt x="108780" y="42142"/>
                    </a:cubicBezTo>
                    <a:cubicBezTo>
                      <a:pt x="113810" y="40529"/>
                      <a:pt x="120508" y="37574"/>
                      <a:pt x="120629" y="30544"/>
                    </a:cubicBezTo>
                    <a:cubicBezTo>
                      <a:pt x="120696" y="26529"/>
                      <a:pt x="118718" y="22458"/>
                      <a:pt x="115334" y="19654"/>
                    </a:cubicBezTo>
                    <a:cubicBezTo>
                      <a:pt x="112985" y="17708"/>
                      <a:pt x="110379" y="16465"/>
                      <a:pt x="108140" y="15506"/>
                    </a:cubicBezTo>
                    <a:cubicBezTo>
                      <a:pt x="105719" y="14467"/>
                      <a:pt x="103070" y="13450"/>
                      <a:pt x="99798" y="12298"/>
                    </a:cubicBezTo>
                    <a:cubicBezTo>
                      <a:pt x="92520" y="9735"/>
                      <a:pt x="85169" y="8223"/>
                      <a:pt x="77949" y="7802"/>
                    </a:cubicBezTo>
                    <a:cubicBezTo>
                      <a:pt x="76425" y="7713"/>
                      <a:pt x="74890" y="7669"/>
                      <a:pt x="73339" y="7669"/>
                    </a:cubicBezTo>
                    <a:cubicBezTo>
                      <a:pt x="67706" y="7669"/>
                      <a:pt x="61863" y="8255"/>
                      <a:pt x="55605" y="9443"/>
                    </a:cubicBezTo>
                    <a:cubicBezTo>
                      <a:pt x="50502" y="10413"/>
                      <a:pt x="45374" y="11757"/>
                      <a:pt x="40416" y="13057"/>
                    </a:cubicBezTo>
                    <a:cubicBezTo>
                      <a:pt x="38267" y="13620"/>
                      <a:pt x="36046" y="14201"/>
                      <a:pt x="33857" y="14746"/>
                    </a:cubicBezTo>
                    <a:cubicBezTo>
                      <a:pt x="29050" y="15939"/>
                      <a:pt x="23603" y="17293"/>
                      <a:pt x="18238" y="17736"/>
                    </a:cubicBezTo>
                    <a:cubicBezTo>
                      <a:pt x="17038" y="17835"/>
                      <a:pt x="15751" y="17910"/>
                      <a:pt x="14415" y="17910"/>
                    </a:cubicBezTo>
                    <a:cubicBezTo>
                      <a:pt x="10534" y="17910"/>
                      <a:pt x="6246" y="17280"/>
                      <a:pt x="2517" y="14787"/>
                    </a:cubicBezTo>
                    <a:cubicBezTo>
                      <a:pt x="2004" y="14446"/>
                      <a:pt x="1229" y="13878"/>
                      <a:pt x="403" y="13098"/>
                    </a:cubicBezTo>
                    <a:lnTo>
                      <a:pt x="403" y="4204"/>
                    </a:lnTo>
                    <a:cubicBezTo>
                      <a:pt x="403" y="2108"/>
                      <a:pt x="1731" y="405"/>
                      <a:pt x="3364" y="405"/>
                    </a:cubicBezTo>
                    <a:lnTo>
                      <a:pt x="67361" y="400"/>
                    </a:lnTo>
                    <a:close/>
                    <a:moveTo>
                      <a:pt x="114278" y="0"/>
                    </a:moveTo>
                    <a:lnTo>
                      <a:pt x="114255" y="176"/>
                    </a:lnTo>
                    <a:cubicBezTo>
                      <a:pt x="113845" y="3294"/>
                      <a:pt x="108068" y="3957"/>
                      <a:pt x="106170" y="4175"/>
                    </a:cubicBezTo>
                    <a:lnTo>
                      <a:pt x="106061" y="4187"/>
                    </a:lnTo>
                    <a:cubicBezTo>
                      <a:pt x="103777" y="4451"/>
                      <a:pt x="101371" y="4582"/>
                      <a:pt x="98803" y="4582"/>
                    </a:cubicBezTo>
                    <a:cubicBezTo>
                      <a:pt x="96546" y="4582"/>
                      <a:pt x="94164" y="4481"/>
                      <a:pt x="91630" y="4277"/>
                    </a:cubicBezTo>
                    <a:cubicBezTo>
                      <a:pt x="85496" y="3785"/>
                      <a:pt x="79335" y="2485"/>
                      <a:pt x="73374" y="1229"/>
                    </a:cubicBezTo>
                    <a:cubicBezTo>
                      <a:pt x="71430" y="820"/>
                      <a:pt x="69420" y="395"/>
                      <a:pt x="67400" y="2"/>
                    </a:cubicBezTo>
                    <a:lnTo>
                      <a:pt x="3365" y="2"/>
                    </a:lnTo>
                    <a:cubicBezTo>
                      <a:pt x="1511" y="2"/>
                      <a:pt x="3" y="1889"/>
                      <a:pt x="3" y="4205"/>
                    </a:cubicBezTo>
                    <a:lnTo>
                      <a:pt x="3" y="13267"/>
                    </a:lnTo>
                    <a:lnTo>
                      <a:pt x="66" y="13327"/>
                    </a:lnTo>
                    <a:cubicBezTo>
                      <a:pt x="935" y="14157"/>
                      <a:pt x="1758" y="14760"/>
                      <a:pt x="2295" y="15120"/>
                    </a:cubicBezTo>
                    <a:cubicBezTo>
                      <a:pt x="6107" y="17668"/>
                      <a:pt x="10473" y="18312"/>
                      <a:pt x="14416" y="18312"/>
                    </a:cubicBezTo>
                    <a:cubicBezTo>
                      <a:pt x="15764" y="18312"/>
                      <a:pt x="17063" y="18236"/>
                      <a:pt x="18274" y="18136"/>
                    </a:cubicBezTo>
                    <a:cubicBezTo>
                      <a:pt x="23670" y="17692"/>
                      <a:pt x="29134" y="16335"/>
                      <a:pt x="33955" y="15136"/>
                    </a:cubicBezTo>
                    <a:cubicBezTo>
                      <a:pt x="36148" y="14591"/>
                      <a:pt x="38370" y="14008"/>
                      <a:pt x="40521" y="13444"/>
                    </a:cubicBezTo>
                    <a:cubicBezTo>
                      <a:pt x="45471" y="12145"/>
                      <a:pt x="50591" y="10802"/>
                      <a:pt x="55682" y="9836"/>
                    </a:cubicBezTo>
                    <a:cubicBezTo>
                      <a:pt x="61914" y="8652"/>
                      <a:pt x="67733" y="8068"/>
                      <a:pt x="73339" y="8068"/>
                    </a:cubicBezTo>
                    <a:cubicBezTo>
                      <a:pt x="74883" y="8068"/>
                      <a:pt x="76410" y="8112"/>
                      <a:pt x="77924" y="8200"/>
                    </a:cubicBezTo>
                    <a:cubicBezTo>
                      <a:pt x="85109" y="8620"/>
                      <a:pt x="92423" y="10126"/>
                      <a:pt x="99664" y="12674"/>
                    </a:cubicBezTo>
                    <a:cubicBezTo>
                      <a:pt x="102926" y="13823"/>
                      <a:pt x="105569" y="14839"/>
                      <a:pt x="107978" y="15872"/>
                    </a:cubicBezTo>
                    <a:cubicBezTo>
                      <a:pt x="110192" y="16820"/>
                      <a:pt x="112765" y="18046"/>
                      <a:pt x="115074" y="19959"/>
                    </a:cubicBezTo>
                    <a:cubicBezTo>
                      <a:pt x="118366" y="22686"/>
                      <a:pt x="120289" y="26638"/>
                      <a:pt x="120224" y="30531"/>
                    </a:cubicBezTo>
                    <a:cubicBezTo>
                      <a:pt x="120108" y="37304"/>
                      <a:pt x="113565" y="40179"/>
                      <a:pt x="108656" y="41753"/>
                    </a:cubicBezTo>
                    <a:cubicBezTo>
                      <a:pt x="101534" y="44037"/>
                      <a:pt x="93982" y="44584"/>
                      <a:pt x="87532" y="44818"/>
                    </a:cubicBezTo>
                    <a:cubicBezTo>
                      <a:pt x="85053" y="44908"/>
                      <a:pt x="82593" y="44953"/>
                      <a:pt x="80156" y="44953"/>
                    </a:cubicBezTo>
                    <a:cubicBezTo>
                      <a:pt x="73174" y="44953"/>
                      <a:pt x="66385" y="44584"/>
                      <a:pt x="59897" y="43849"/>
                    </a:cubicBezTo>
                    <a:cubicBezTo>
                      <a:pt x="51824" y="42936"/>
                      <a:pt x="43978" y="41560"/>
                      <a:pt x="37366" y="40335"/>
                    </a:cubicBezTo>
                    <a:cubicBezTo>
                      <a:pt x="34874" y="39874"/>
                      <a:pt x="32343" y="39371"/>
                      <a:pt x="29894" y="38889"/>
                    </a:cubicBezTo>
                    <a:cubicBezTo>
                      <a:pt x="24935" y="37906"/>
                      <a:pt x="19807" y="36891"/>
                      <a:pt x="14740" y="36147"/>
                    </a:cubicBezTo>
                    <a:cubicBezTo>
                      <a:pt x="9938" y="35440"/>
                      <a:pt x="5923" y="35101"/>
                      <a:pt x="2306" y="35101"/>
                    </a:cubicBezTo>
                    <a:cubicBezTo>
                      <a:pt x="1587" y="35101"/>
                      <a:pt x="884" y="35114"/>
                      <a:pt x="193" y="35141"/>
                    </a:cubicBezTo>
                    <a:lnTo>
                      <a:pt x="0" y="35148"/>
                    </a:lnTo>
                    <a:lnTo>
                      <a:pt x="0" y="41850"/>
                    </a:lnTo>
                    <a:lnTo>
                      <a:pt x="250" y="41789"/>
                    </a:lnTo>
                    <a:cubicBezTo>
                      <a:pt x="1438" y="41486"/>
                      <a:pt x="2642" y="41153"/>
                      <a:pt x="3807" y="40829"/>
                    </a:cubicBezTo>
                    <a:cubicBezTo>
                      <a:pt x="6459" y="40093"/>
                      <a:pt x="9201" y="39331"/>
                      <a:pt x="11931" y="38920"/>
                    </a:cubicBezTo>
                    <a:cubicBezTo>
                      <a:pt x="13025" y="38755"/>
                      <a:pt x="14155" y="38672"/>
                      <a:pt x="15326" y="38672"/>
                    </a:cubicBezTo>
                    <a:cubicBezTo>
                      <a:pt x="18207" y="38672"/>
                      <a:pt x="21339" y="39173"/>
                      <a:pt x="24808" y="40183"/>
                    </a:cubicBezTo>
                    <a:cubicBezTo>
                      <a:pt x="27977" y="41106"/>
                      <a:pt x="31136" y="42346"/>
                      <a:pt x="34192" y="43547"/>
                    </a:cubicBezTo>
                    <a:cubicBezTo>
                      <a:pt x="35480" y="44051"/>
                      <a:pt x="36810" y="44575"/>
                      <a:pt x="38124" y="45065"/>
                    </a:cubicBezTo>
                    <a:cubicBezTo>
                      <a:pt x="42272" y="46618"/>
                      <a:pt x="46826" y="47913"/>
                      <a:pt x="52458" y="49140"/>
                    </a:cubicBezTo>
                    <a:cubicBezTo>
                      <a:pt x="61960" y="51209"/>
                      <a:pt x="71376" y="52242"/>
                      <a:pt x="80515" y="52242"/>
                    </a:cubicBezTo>
                    <a:cubicBezTo>
                      <a:pt x="91963" y="52242"/>
                      <a:pt x="102972" y="50622"/>
                      <a:pt x="113151" y="47393"/>
                    </a:cubicBezTo>
                    <a:cubicBezTo>
                      <a:pt x="122171" y="44531"/>
                      <a:pt x="130760" y="39837"/>
                      <a:pt x="139068" y="35298"/>
                    </a:cubicBezTo>
                    <a:lnTo>
                      <a:pt x="139990" y="34794"/>
                    </a:lnTo>
                    <a:cubicBezTo>
                      <a:pt x="144149" y="32523"/>
                      <a:pt x="147959" y="30939"/>
                      <a:pt x="151635" y="29954"/>
                    </a:cubicBezTo>
                    <a:cubicBezTo>
                      <a:pt x="156001" y="28784"/>
                      <a:pt x="160459" y="28512"/>
                      <a:pt x="165023" y="28318"/>
                    </a:cubicBezTo>
                    <a:cubicBezTo>
                      <a:pt x="167510" y="28212"/>
                      <a:pt x="170027" y="28159"/>
                      <a:pt x="172583" y="28159"/>
                    </a:cubicBezTo>
                    <a:cubicBezTo>
                      <a:pt x="187551" y="28159"/>
                      <a:pt x="203846" y="29985"/>
                      <a:pt x="223155" y="33798"/>
                    </a:cubicBezTo>
                    <a:cubicBezTo>
                      <a:pt x="227133" y="34583"/>
                      <a:pt x="230708" y="35389"/>
                      <a:pt x="234091" y="36262"/>
                    </a:cubicBezTo>
                    <a:lnTo>
                      <a:pt x="234343" y="36327"/>
                    </a:lnTo>
                    <a:lnTo>
                      <a:pt x="234343" y="9942"/>
                    </a:lnTo>
                    <a:lnTo>
                      <a:pt x="234144" y="9938"/>
                    </a:lnTo>
                    <a:cubicBezTo>
                      <a:pt x="233436" y="9926"/>
                      <a:pt x="232728" y="9920"/>
                      <a:pt x="232019" y="9920"/>
                    </a:cubicBezTo>
                    <a:cubicBezTo>
                      <a:pt x="221533" y="9920"/>
                      <a:pt x="210937" y="11173"/>
                      <a:pt x="200668" y="12387"/>
                    </a:cubicBezTo>
                    <a:cubicBezTo>
                      <a:pt x="199192" y="12560"/>
                      <a:pt x="197716" y="12735"/>
                      <a:pt x="196241" y="12907"/>
                    </a:cubicBezTo>
                    <a:cubicBezTo>
                      <a:pt x="188833" y="13765"/>
                      <a:pt x="180900" y="14784"/>
                      <a:pt x="173099" y="16399"/>
                    </a:cubicBezTo>
                    <a:cubicBezTo>
                      <a:pt x="168984" y="17250"/>
                      <a:pt x="165266" y="18189"/>
                      <a:pt x="161730" y="19271"/>
                    </a:cubicBezTo>
                    <a:cubicBezTo>
                      <a:pt x="158729" y="20188"/>
                      <a:pt x="155634" y="21574"/>
                      <a:pt x="151992" y="23636"/>
                    </a:cubicBezTo>
                    <a:cubicBezTo>
                      <a:pt x="147694" y="26067"/>
                      <a:pt x="143448" y="28211"/>
                      <a:pt x="139076" y="28211"/>
                    </a:cubicBezTo>
                    <a:cubicBezTo>
                      <a:pt x="137648" y="28211"/>
                      <a:pt x="136206" y="27982"/>
                      <a:pt x="134745" y="27459"/>
                    </a:cubicBezTo>
                    <a:cubicBezTo>
                      <a:pt x="129659" y="25640"/>
                      <a:pt x="126097" y="20292"/>
                      <a:pt x="125882" y="14148"/>
                    </a:cubicBezTo>
                    <a:cubicBezTo>
                      <a:pt x="125729" y="9782"/>
                      <a:pt x="128305" y="6844"/>
                      <a:pt x="133544" y="5415"/>
                    </a:cubicBezTo>
                    <a:cubicBezTo>
                      <a:pt x="139606" y="3761"/>
                      <a:pt x="145790" y="3559"/>
                      <a:pt x="152664" y="3482"/>
                    </a:cubicBezTo>
                    <a:lnTo>
                      <a:pt x="153767" y="3469"/>
                    </a:lnTo>
                    <a:cubicBezTo>
                      <a:pt x="160981" y="3392"/>
                      <a:pt x="168439" y="3314"/>
                      <a:pt x="175499" y="719"/>
                    </a:cubicBezTo>
                    <a:cubicBezTo>
                      <a:pt x="175781" y="617"/>
                      <a:pt x="176061" y="506"/>
                      <a:pt x="176341" y="389"/>
                    </a:cubicBezTo>
                    <a:lnTo>
                      <a:pt x="1772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 name="Google Shape;262;p9"/>
            <p:cNvSpPr/>
            <p:nvPr/>
          </p:nvSpPr>
          <p:spPr>
            <a:xfrm>
              <a:off x="-97224" y="-1018288"/>
              <a:ext cx="8367499" cy="1836163"/>
            </a:xfrm>
            <a:custGeom>
              <a:rect b="b" l="l" r="r" t="t"/>
              <a:pathLst>
                <a:path extrusionOk="0" h="45884" w="209096">
                  <a:moveTo>
                    <a:pt x="173615" y="405"/>
                  </a:moveTo>
                  <a:cubicBezTo>
                    <a:pt x="176375" y="405"/>
                    <a:pt x="179213" y="507"/>
                    <a:pt x="182050" y="829"/>
                  </a:cubicBezTo>
                  <a:cubicBezTo>
                    <a:pt x="188207" y="1528"/>
                    <a:pt x="194615" y="3672"/>
                    <a:pt x="201642" y="7381"/>
                  </a:cubicBezTo>
                  <a:lnTo>
                    <a:pt x="202000" y="7570"/>
                  </a:lnTo>
                  <a:cubicBezTo>
                    <a:pt x="204160" y="8703"/>
                    <a:pt x="207122" y="10258"/>
                    <a:pt x="208209" y="13014"/>
                  </a:cubicBezTo>
                  <a:cubicBezTo>
                    <a:pt x="208659" y="14157"/>
                    <a:pt x="208681" y="15157"/>
                    <a:pt x="208272" y="15990"/>
                  </a:cubicBezTo>
                  <a:cubicBezTo>
                    <a:pt x="207624" y="17309"/>
                    <a:pt x="205989" y="18018"/>
                    <a:pt x="204732" y="18381"/>
                  </a:cubicBezTo>
                  <a:cubicBezTo>
                    <a:pt x="201461" y="19325"/>
                    <a:pt x="198006" y="19797"/>
                    <a:pt x="194392" y="19797"/>
                  </a:cubicBezTo>
                  <a:cubicBezTo>
                    <a:pt x="190821" y="19797"/>
                    <a:pt x="187096" y="19336"/>
                    <a:pt x="183241" y="18415"/>
                  </a:cubicBezTo>
                  <a:cubicBezTo>
                    <a:pt x="179114" y="17429"/>
                    <a:pt x="174866" y="16057"/>
                    <a:pt x="170611" y="14337"/>
                  </a:cubicBezTo>
                  <a:cubicBezTo>
                    <a:pt x="166998" y="12878"/>
                    <a:pt x="163261" y="11368"/>
                    <a:pt x="159428" y="10535"/>
                  </a:cubicBezTo>
                  <a:cubicBezTo>
                    <a:pt x="157531" y="10122"/>
                    <a:pt x="155742" y="9916"/>
                    <a:pt x="154034" y="9916"/>
                  </a:cubicBezTo>
                  <a:cubicBezTo>
                    <a:pt x="152450" y="9916"/>
                    <a:pt x="150935" y="10094"/>
                    <a:pt x="149470" y="10449"/>
                  </a:cubicBezTo>
                  <a:cubicBezTo>
                    <a:pt x="145504" y="11411"/>
                    <a:pt x="142070" y="13874"/>
                    <a:pt x="138895" y="16316"/>
                  </a:cubicBezTo>
                  <a:cubicBezTo>
                    <a:pt x="136054" y="18501"/>
                    <a:pt x="133233" y="20858"/>
                    <a:pt x="130505" y="23139"/>
                  </a:cubicBezTo>
                  <a:cubicBezTo>
                    <a:pt x="126905" y="26149"/>
                    <a:pt x="123181" y="29264"/>
                    <a:pt x="119366" y="32010"/>
                  </a:cubicBezTo>
                  <a:cubicBezTo>
                    <a:pt x="107458" y="40580"/>
                    <a:pt x="92880" y="45107"/>
                    <a:pt x="76028" y="45462"/>
                  </a:cubicBezTo>
                  <a:cubicBezTo>
                    <a:pt x="75424" y="45475"/>
                    <a:pt x="74822" y="45482"/>
                    <a:pt x="74224" y="45482"/>
                  </a:cubicBezTo>
                  <a:cubicBezTo>
                    <a:pt x="58269" y="45482"/>
                    <a:pt x="44689" y="40929"/>
                    <a:pt x="33828" y="31942"/>
                  </a:cubicBezTo>
                  <a:cubicBezTo>
                    <a:pt x="27187" y="26448"/>
                    <a:pt x="20603" y="21405"/>
                    <a:pt x="13056" y="20088"/>
                  </a:cubicBezTo>
                  <a:cubicBezTo>
                    <a:pt x="11967" y="19897"/>
                    <a:pt x="10865" y="19801"/>
                    <a:pt x="9746" y="19801"/>
                  </a:cubicBezTo>
                  <a:cubicBezTo>
                    <a:pt x="6781" y="19801"/>
                    <a:pt x="3696" y="20474"/>
                    <a:pt x="406" y="21833"/>
                  </a:cubicBezTo>
                  <a:lnTo>
                    <a:pt x="406" y="14358"/>
                  </a:lnTo>
                  <a:cubicBezTo>
                    <a:pt x="1109" y="14230"/>
                    <a:pt x="1864" y="14110"/>
                    <a:pt x="2702" y="13993"/>
                  </a:cubicBezTo>
                  <a:cubicBezTo>
                    <a:pt x="5594" y="13588"/>
                    <a:pt x="8552" y="13414"/>
                    <a:pt x="11411" y="13245"/>
                  </a:cubicBezTo>
                  <a:lnTo>
                    <a:pt x="12958" y="13152"/>
                  </a:lnTo>
                  <a:cubicBezTo>
                    <a:pt x="15818" y="12978"/>
                    <a:pt x="18953" y="12785"/>
                    <a:pt x="22145" y="12785"/>
                  </a:cubicBezTo>
                  <a:cubicBezTo>
                    <a:pt x="23389" y="12785"/>
                    <a:pt x="24641" y="12814"/>
                    <a:pt x="25889" y="12885"/>
                  </a:cubicBezTo>
                  <a:cubicBezTo>
                    <a:pt x="29786" y="13104"/>
                    <a:pt x="33808" y="14150"/>
                    <a:pt x="38546" y="16169"/>
                  </a:cubicBezTo>
                  <a:cubicBezTo>
                    <a:pt x="52883" y="22283"/>
                    <a:pt x="69842" y="28659"/>
                    <a:pt x="86902" y="29591"/>
                  </a:cubicBezTo>
                  <a:cubicBezTo>
                    <a:pt x="88135" y="29659"/>
                    <a:pt x="89353" y="29692"/>
                    <a:pt x="90554" y="29692"/>
                  </a:cubicBezTo>
                  <a:cubicBezTo>
                    <a:pt x="97955" y="29692"/>
                    <a:pt x="104738" y="28414"/>
                    <a:pt x="110758" y="25880"/>
                  </a:cubicBezTo>
                  <a:cubicBezTo>
                    <a:pt x="117187" y="23174"/>
                    <a:pt x="123174" y="18993"/>
                    <a:pt x="128962" y="14950"/>
                  </a:cubicBezTo>
                  <a:cubicBezTo>
                    <a:pt x="130301" y="14015"/>
                    <a:pt x="131684" y="13050"/>
                    <a:pt x="133052" y="12117"/>
                  </a:cubicBezTo>
                  <a:cubicBezTo>
                    <a:pt x="136569" y="9716"/>
                    <a:pt x="140379" y="7249"/>
                    <a:pt x="144384" y="5460"/>
                  </a:cubicBezTo>
                  <a:cubicBezTo>
                    <a:pt x="148006" y="3842"/>
                    <a:pt x="151905" y="2608"/>
                    <a:pt x="155970" y="1792"/>
                  </a:cubicBezTo>
                  <a:cubicBezTo>
                    <a:pt x="159701" y="1042"/>
                    <a:pt x="163680" y="640"/>
                    <a:pt x="168868" y="486"/>
                  </a:cubicBezTo>
                  <a:cubicBezTo>
                    <a:pt x="170413" y="440"/>
                    <a:pt x="172001" y="405"/>
                    <a:pt x="173615" y="405"/>
                  </a:cubicBezTo>
                  <a:close/>
                  <a:moveTo>
                    <a:pt x="173609" y="0"/>
                  </a:moveTo>
                  <a:cubicBezTo>
                    <a:pt x="171993" y="0"/>
                    <a:pt x="170405" y="35"/>
                    <a:pt x="168858" y="80"/>
                  </a:cubicBezTo>
                  <a:cubicBezTo>
                    <a:pt x="163644" y="234"/>
                    <a:pt x="159645" y="639"/>
                    <a:pt x="155891" y="1393"/>
                  </a:cubicBezTo>
                  <a:cubicBezTo>
                    <a:pt x="151795" y="2216"/>
                    <a:pt x="147870" y="3459"/>
                    <a:pt x="144219" y="5088"/>
                  </a:cubicBezTo>
                  <a:cubicBezTo>
                    <a:pt x="140186" y="6888"/>
                    <a:pt x="136359" y="9369"/>
                    <a:pt x="132824" y="11781"/>
                  </a:cubicBezTo>
                  <a:cubicBezTo>
                    <a:pt x="131454" y="12715"/>
                    <a:pt x="130070" y="13683"/>
                    <a:pt x="128732" y="14617"/>
                  </a:cubicBezTo>
                  <a:cubicBezTo>
                    <a:pt x="122961" y="18648"/>
                    <a:pt x="116993" y="22817"/>
                    <a:pt x="110602" y="25506"/>
                  </a:cubicBezTo>
                  <a:cubicBezTo>
                    <a:pt x="104631" y="28019"/>
                    <a:pt x="97899" y="29287"/>
                    <a:pt x="90554" y="29287"/>
                  </a:cubicBezTo>
                  <a:cubicBezTo>
                    <a:pt x="89360" y="29287"/>
                    <a:pt x="88149" y="29254"/>
                    <a:pt x="86923" y="29187"/>
                  </a:cubicBezTo>
                  <a:cubicBezTo>
                    <a:pt x="69926" y="28261"/>
                    <a:pt x="53010" y="21898"/>
                    <a:pt x="38703" y="15797"/>
                  </a:cubicBezTo>
                  <a:cubicBezTo>
                    <a:pt x="33922" y="13758"/>
                    <a:pt x="29857" y="12704"/>
                    <a:pt x="25911" y="12481"/>
                  </a:cubicBezTo>
                  <a:cubicBezTo>
                    <a:pt x="24653" y="12410"/>
                    <a:pt x="23392" y="12381"/>
                    <a:pt x="22140" y="12381"/>
                  </a:cubicBezTo>
                  <a:cubicBezTo>
                    <a:pt x="18938" y="12381"/>
                    <a:pt x="15797" y="12572"/>
                    <a:pt x="12931" y="12748"/>
                  </a:cubicBezTo>
                  <a:lnTo>
                    <a:pt x="11384" y="12841"/>
                  </a:lnTo>
                  <a:cubicBezTo>
                    <a:pt x="8518" y="13010"/>
                    <a:pt x="5551" y="13184"/>
                    <a:pt x="2644" y="13591"/>
                  </a:cubicBezTo>
                  <a:cubicBezTo>
                    <a:pt x="1731" y="13718"/>
                    <a:pt x="921" y="13848"/>
                    <a:pt x="165" y="13990"/>
                  </a:cubicBezTo>
                  <a:lnTo>
                    <a:pt x="0" y="14020"/>
                  </a:lnTo>
                  <a:lnTo>
                    <a:pt x="0" y="22434"/>
                  </a:lnTo>
                  <a:lnTo>
                    <a:pt x="280" y="22317"/>
                  </a:lnTo>
                  <a:cubicBezTo>
                    <a:pt x="3624" y="20902"/>
                    <a:pt x="6748" y="20202"/>
                    <a:pt x="9745" y="20202"/>
                  </a:cubicBezTo>
                  <a:cubicBezTo>
                    <a:pt x="10841" y="20202"/>
                    <a:pt x="11920" y="20296"/>
                    <a:pt x="12987" y="20482"/>
                  </a:cubicBezTo>
                  <a:cubicBezTo>
                    <a:pt x="20436" y="21784"/>
                    <a:pt x="26975" y="26792"/>
                    <a:pt x="33571" y="32250"/>
                  </a:cubicBezTo>
                  <a:cubicBezTo>
                    <a:pt x="44508" y="41302"/>
                    <a:pt x="58178" y="45884"/>
                    <a:pt x="74230" y="45884"/>
                  </a:cubicBezTo>
                  <a:cubicBezTo>
                    <a:pt x="74828" y="45884"/>
                    <a:pt x="75434" y="45878"/>
                    <a:pt x="76041" y="45864"/>
                  </a:cubicBezTo>
                  <a:cubicBezTo>
                    <a:pt x="92973" y="45507"/>
                    <a:pt x="107630" y="40953"/>
                    <a:pt x="119603" y="32334"/>
                  </a:cubicBezTo>
                  <a:cubicBezTo>
                    <a:pt x="123430" y="29580"/>
                    <a:pt x="127160" y="26462"/>
                    <a:pt x="130767" y="23446"/>
                  </a:cubicBezTo>
                  <a:cubicBezTo>
                    <a:pt x="133490" y="21168"/>
                    <a:pt x="136306" y="18812"/>
                    <a:pt x="139143" y="16633"/>
                  </a:cubicBezTo>
                  <a:cubicBezTo>
                    <a:pt x="142286" y="14218"/>
                    <a:pt x="145678" y="11782"/>
                    <a:pt x="149569" y="10839"/>
                  </a:cubicBezTo>
                  <a:cubicBezTo>
                    <a:pt x="151002" y="10492"/>
                    <a:pt x="152486" y="10318"/>
                    <a:pt x="154040" y="10318"/>
                  </a:cubicBezTo>
                  <a:cubicBezTo>
                    <a:pt x="155718" y="10318"/>
                    <a:pt x="157477" y="10521"/>
                    <a:pt x="159345" y="10926"/>
                  </a:cubicBezTo>
                  <a:cubicBezTo>
                    <a:pt x="163146" y="11754"/>
                    <a:pt x="166866" y="13255"/>
                    <a:pt x="170463" y="14710"/>
                  </a:cubicBezTo>
                  <a:cubicBezTo>
                    <a:pt x="174735" y="16434"/>
                    <a:pt x="179004" y="17813"/>
                    <a:pt x="183149" y="18805"/>
                  </a:cubicBezTo>
                  <a:cubicBezTo>
                    <a:pt x="187035" y="19734"/>
                    <a:pt x="190791" y="20198"/>
                    <a:pt x="194393" y="20198"/>
                  </a:cubicBezTo>
                  <a:cubicBezTo>
                    <a:pt x="198045" y="20198"/>
                    <a:pt x="201538" y="19721"/>
                    <a:pt x="204846" y="18766"/>
                  </a:cubicBezTo>
                  <a:cubicBezTo>
                    <a:pt x="206788" y="18205"/>
                    <a:pt x="208062" y="17332"/>
                    <a:pt x="208634" y="16167"/>
                  </a:cubicBezTo>
                  <a:cubicBezTo>
                    <a:pt x="209095" y="15229"/>
                    <a:pt x="209080" y="14117"/>
                    <a:pt x="208584" y="12865"/>
                  </a:cubicBezTo>
                  <a:cubicBezTo>
                    <a:pt x="207441" y="9969"/>
                    <a:pt x="204404" y="8376"/>
                    <a:pt x="202188" y="7211"/>
                  </a:cubicBezTo>
                  <a:lnTo>
                    <a:pt x="201831" y="7024"/>
                  </a:lnTo>
                  <a:cubicBezTo>
                    <a:pt x="194760" y="3289"/>
                    <a:pt x="188306" y="1132"/>
                    <a:pt x="182098" y="427"/>
                  </a:cubicBezTo>
                  <a:cubicBezTo>
                    <a:pt x="179239" y="102"/>
                    <a:pt x="176384" y="0"/>
                    <a:pt x="1736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9"/>
            <p:cNvSpPr/>
            <p:nvPr/>
          </p:nvSpPr>
          <p:spPr>
            <a:xfrm>
              <a:off x="-97184" y="87130"/>
              <a:ext cx="807313" cy="330705"/>
            </a:xfrm>
            <a:custGeom>
              <a:rect b="b" l="l" r="r" t="t"/>
              <a:pathLst>
                <a:path extrusionOk="0" h="8264" w="20174">
                  <a:moveTo>
                    <a:pt x="10888" y="404"/>
                  </a:moveTo>
                  <a:cubicBezTo>
                    <a:pt x="11749" y="404"/>
                    <a:pt x="12597" y="461"/>
                    <a:pt x="13422" y="602"/>
                  </a:cubicBezTo>
                  <a:cubicBezTo>
                    <a:pt x="15472" y="954"/>
                    <a:pt x="17153" y="1897"/>
                    <a:pt x="18413" y="3404"/>
                  </a:cubicBezTo>
                  <a:cubicBezTo>
                    <a:pt x="19054" y="4170"/>
                    <a:pt x="19787" y="5267"/>
                    <a:pt x="19634" y="6147"/>
                  </a:cubicBezTo>
                  <a:cubicBezTo>
                    <a:pt x="19567" y="6546"/>
                    <a:pt x="19324" y="6863"/>
                    <a:pt x="18894" y="7118"/>
                  </a:cubicBezTo>
                  <a:cubicBezTo>
                    <a:pt x="17704" y="7820"/>
                    <a:pt x="16206" y="7861"/>
                    <a:pt x="14950" y="7861"/>
                  </a:cubicBezTo>
                  <a:cubicBezTo>
                    <a:pt x="14860" y="7861"/>
                    <a:pt x="14771" y="7861"/>
                    <a:pt x="14684" y="7861"/>
                  </a:cubicBezTo>
                  <a:cubicBezTo>
                    <a:pt x="13289" y="7856"/>
                    <a:pt x="11866" y="7753"/>
                    <a:pt x="10488" y="7653"/>
                  </a:cubicBezTo>
                  <a:cubicBezTo>
                    <a:pt x="9887" y="7608"/>
                    <a:pt x="9287" y="7565"/>
                    <a:pt x="8687" y="7529"/>
                  </a:cubicBezTo>
                  <a:cubicBezTo>
                    <a:pt x="5827" y="7359"/>
                    <a:pt x="3245" y="7206"/>
                    <a:pt x="649" y="7206"/>
                  </a:cubicBezTo>
                  <a:cubicBezTo>
                    <a:pt x="568" y="7206"/>
                    <a:pt x="486" y="7206"/>
                    <a:pt x="405" y="7206"/>
                  </a:cubicBezTo>
                  <a:lnTo>
                    <a:pt x="405" y="1428"/>
                  </a:lnTo>
                  <a:cubicBezTo>
                    <a:pt x="2017" y="1368"/>
                    <a:pt x="3674" y="1139"/>
                    <a:pt x="5280" y="919"/>
                  </a:cubicBezTo>
                  <a:cubicBezTo>
                    <a:pt x="7141" y="665"/>
                    <a:pt x="9044" y="404"/>
                    <a:pt x="10888" y="404"/>
                  </a:cubicBezTo>
                  <a:close/>
                  <a:moveTo>
                    <a:pt x="10888" y="1"/>
                  </a:moveTo>
                  <a:cubicBezTo>
                    <a:pt x="9018" y="1"/>
                    <a:pt x="7099" y="265"/>
                    <a:pt x="5223" y="522"/>
                  </a:cubicBezTo>
                  <a:cubicBezTo>
                    <a:pt x="3564" y="751"/>
                    <a:pt x="1848" y="984"/>
                    <a:pt x="195" y="1034"/>
                  </a:cubicBezTo>
                  <a:lnTo>
                    <a:pt x="1" y="1039"/>
                  </a:lnTo>
                  <a:lnTo>
                    <a:pt x="1" y="7612"/>
                  </a:lnTo>
                  <a:lnTo>
                    <a:pt x="202" y="7612"/>
                  </a:lnTo>
                  <a:cubicBezTo>
                    <a:pt x="266" y="7612"/>
                    <a:pt x="330" y="7612"/>
                    <a:pt x="393" y="7612"/>
                  </a:cubicBezTo>
                  <a:cubicBezTo>
                    <a:pt x="3056" y="7612"/>
                    <a:pt x="5717" y="7756"/>
                    <a:pt x="8664" y="7932"/>
                  </a:cubicBezTo>
                  <a:cubicBezTo>
                    <a:pt x="9261" y="7968"/>
                    <a:pt x="9860" y="8012"/>
                    <a:pt x="10460" y="8055"/>
                  </a:cubicBezTo>
                  <a:cubicBezTo>
                    <a:pt x="11844" y="8155"/>
                    <a:pt x="13275" y="8259"/>
                    <a:pt x="14682" y="8264"/>
                  </a:cubicBezTo>
                  <a:lnTo>
                    <a:pt x="14998" y="8264"/>
                  </a:lnTo>
                  <a:cubicBezTo>
                    <a:pt x="16295" y="8264"/>
                    <a:pt x="17831" y="8211"/>
                    <a:pt x="19096" y="7463"/>
                  </a:cubicBezTo>
                  <a:cubicBezTo>
                    <a:pt x="19626" y="7152"/>
                    <a:pt x="19940" y="6730"/>
                    <a:pt x="20030" y="6216"/>
                  </a:cubicBezTo>
                  <a:cubicBezTo>
                    <a:pt x="20173" y="5387"/>
                    <a:pt x="19732" y="4354"/>
                    <a:pt x="18720" y="3145"/>
                  </a:cubicBezTo>
                  <a:cubicBezTo>
                    <a:pt x="17395" y="1562"/>
                    <a:pt x="15637" y="574"/>
                    <a:pt x="13488" y="205"/>
                  </a:cubicBezTo>
                  <a:cubicBezTo>
                    <a:pt x="12639" y="59"/>
                    <a:pt x="11769" y="1"/>
                    <a:pt x="108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9"/>
            <p:cNvSpPr/>
            <p:nvPr/>
          </p:nvSpPr>
          <p:spPr>
            <a:xfrm>
              <a:off x="-97104" y="-258065"/>
              <a:ext cx="9377861" cy="2035410"/>
            </a:xfrm>
            <a:custGeom>
              <a:rect b="b" l="l" r="r" t="t"/>
              <a:pathLst>
                <a:path extrusionOk="0" h="50863" w="234344">
                  <a:moveTo>
                    <a:pt x="233940" y="621"/>
                  </a:moveTo>
                  <a:lnTo>
                    <a:pt x="233940" y="12077"/>
                  </a:lnTo>
                  <a:cubicBezTo>
                    <a:pt x="232371" y="13846"/>
                    <a:pt x="230619" y="15358"/>
                    <a:pt x="228734" y="16565"/>
                  </a:cubicBezTo>
                  <a:cubicBezTo>
                    <a:pt x="224484" y="19289"/>
                    <a:pt x="219376" y="20857"/>
                    <a:pt x="213122" y="21360"/>
                  </a:cubicBezTo>
                  <a:cubicBezTo>
                    <a:pt x="211653" y="21479"/>
                    <a:pt x="210146" y="21539"/>
                    <a:pt x="208580" y="21539"/>
                  </a:cubicBezTo>
                  <a:cubicBezTo>
                    <a:pt x="205000" y="21539"/>
                    <a:pt x="201109" y="21226"/>
                    <a:pt x="196647" y="20590"/>
                  </a:cubicBezTo>
                  <a:lnTo>
                    <a:pt x="196529" y="20574"/>
                  </a:lnTo>
                  <a:cubicBezTo>
                    <a:pt x="194477" y="20283"/>
                    <a:pt x="192356" y="19981"/>
                    <a:pt x="190306" y="19457"/>
                  </a:cubicBezTo>
                  <a:cubicBezTo>
                    <a:pt x="188131" y="18901"/>
                    <a:pt x="186302" y="18457"/>
                    <a:pt x="184446" y="18095"/>
                  </a:cubicBezTo>
                  <a:cubicBezTo>
                    <a:pt x="182413" y="17700"/>
                    <a:pt x="180221" y="17338"/>
                    <a:pt x="178016" y="17338"/>
                  </a:cubicBezTo>
                  <a:cubicBezTo>
                    <a:pt x="177942" y="17338"/>
                    <a:pt x="177867" y="17339"/>
                    <a:pt x="177792" y="17340"/>
                  </a:cubicBezTo>
                  <a:cubicBezTo>
                    <a:pt x="176496" y="17354"/>
                    <a:pt x="174542" y="17378"/>
                    <a:pt x="173323" y="18637"/>
                  </a:cubicBezTo>
                  <a:cubicBezTo>
                    <a:pt x="172261" y="19733"/>
                    <a:pt x="172397" y="21555"/>
                    <a:pt x="173080" y="22788"/>
                  </a:cubicBezTo>
                  <a:cubicBezTo>
                    <a:pt x="174004" y="24459"/>
                    <a:pt x="175665" y="25395"/>
                    <a:pt x="177319" y="26158"/>
                  </a:cubicBezTo>
                  <a:cubicBezTo>
                    <a:pt x="180088" y="27433"/>
                    <a:pt x="183032" y="28076"/>
                    <a:pt x="185878" y="28699"/>
                  </a:cubicBezTo>
                  <a:cubicBezTo>
                    <a:pt x="186544" y="28844"/>
                    <a:pt x="187205" y="28990"/>
                    <a:pt x="187866" y="29142"/>
                  </a:cubicBezTo>
                  <a:cubicBezTo>
                    <a:pt x="191326" y="29942"/>
                    <a:pt x="194903" y="30405"/>
                    <a:pt x="198362" y="30852"/>
                  </a:cubicBezTo>
                  <a:lnTo>
                    <a:pt x="199879" y="31048"/>
                  </a:lnTo>
                  <a:cubicBezTo>
                    <a:pt x="203501" y="31524"/>
                    <a:pt x="207493" y="31975"/>
                    <a:pt x="212443" y="32469"/>
                  </a:cubicBezTo>
                  <a:cubicBezTo>
                    <a:pt x="216296" y="32854"/>
                    <a:pt x="220110" y="33192"/>
                    <a:pt x="223683" y="33505"/>
                  </a:cubicBezTo>
                  <a:cubicBezTo>
                    <a:pt x="226437" y="33747"/>
                    <a:pt x="229366" y="34040"/>
                    <a:pt x="232268" y="34727"/>
                  </a:cubicBezTo>
                  <a:cubicBezTo>
                    <a:pt x="232812" y="34856"/>
                    <a:pt x="233374" y="35011"/>
                    <a:pt x="233940" y="35186"/>
                  </a:cubicBezTo>
                  <a:lnTo>
                    <a:pt x="233940" y="50330"/>
                  </a:lnTo>
                  <a:cubicBezTo>
                    <a:pt x="227593" y="48509"/>
                    <a:pt x="220754" y="46238"/>
                    <a:pt x="213042" y="43386"/>
                  </a:cubicBezTo>
                  <a:cubicBezTo>
                    <a:pt x="208088" y="41555"/>
                    <a:pt x="202988" y="39512"/>
                    <a:pt x="197884" y="37317"/>
                  </a:cubicBezTo>
                  <a:cubicBezTo>
                    <a:pt x="195613" y="36339"/>
                    <a:pt x="193318" y="35281"/>
                    <a:pt x="191099" y="34257"/>
                  </a:cubicBezTo>
                  <a:cubicBezTo>
                    <a:pt x="188401" y="33014"/>
                    <a:pt x="185611" y="31726"/>
                    <a:pt x="182833" y="30573"/>
                  </a:cubicBezTo>
                  <a:cubicBezTo>
                    <a:pt x="172649" y="26340"/>
                    <a:pt x="162754" y="24195"/>
                    <a:pt x="153409" y="24195"/>
                  </a:cubicBezTo>
                  <a:cubicBezTo>
                    <a:pt x="153178" y="24195"/>
                    <a:pt x="152948" y="24197"/>
                    <a:pt x="152719" y="24198"/>
                  </a:cubicBezTo>
                  <a:cubicBezTo>
                    <a:pt x="142080" y="24319"/>
                    <a:pt x="132064" y="27884"/>
                    <a:pt x="122824" y="31721"/>
                  </a:cubicBezTo>
                  <a:cubicBezTo>
                    <a:pt x="112729" y="35913"/>
                    <a:pt x="102805" y="39822"/>
                    <a:pt x="92400" y="41608"/>
                  </a:cubicBezTo>
                  <a:cubicBezTo>
                    <a:pt x="82867" y="43244"/>
                    <a:pt x="72721" y="44299"/>
                    <a:pt x="61383" y="44830"/>
                  </a:cubicBezTo>
                  <a:cubicBezTo>
                    <a:pt x="58519" y="44965"/>
                    <a:pt x="55783" y="45032"/>
                    <a:pt x="53152" y="45032"/>
                  </a:cubicBezTo>
                  <a:cubicBezTo>
                    <a:pt x="45012" y="45032"/>
                    <a:pt x="37887" y="44383"/>
                    <a:pt x="31169" y="43050"/>
                  </a:cubicBezTo>
                  <a:cubicBezTo>
                    <a:pt x="24718" y="41770"/>
                    <a:pt x="18066" y="39641"/>
                    <a:pt x="11397" y="36720"/>
                  </a:cubicBezTo>
                  <a:cubicBezTo>
                    <a:pt x="7680" y="35093"/>
                    <a:pt x="3780" y="33224"/>
                    <a:pt x="405" y="30582"/>
                  </a:cubicBezTo>
                  <a:lnTo>
                    <a:pt x="405" y="21725"/>
                  </a:lnTo>
                  <a:cubicBezTo>
                    <a:pt x="5173" y="23118"/>
                    <a:pt x="10001" y="24631"/>
                    <a:pt x="14673" y="26094"/>
                  </a:cubicBezTo>
                  <a:cubicBezTo>
                    <a:pt x="18472" y="27283"/>
                    <a:pt x="22397" y="28512"/>
                    <a:pt x="26269" y="29670"/>
                  </a:cubicBezTo>
                  <a:cubicBezTo>
                    <a:pt x="42759" y="34607"/>
                    <a:pt x="58954" y="38982"/>
                    <a:pt x="74991" y="38982"/>
                  </a:cubicBezTo>
                  <a:cubicBezTo>
                    <a:pt x="78823" y="38982"/>
                    <a:pt x="82649" y="38732"/>
                    <a:pt x="86466" y="38179"/>
                  </a:cubicBezTo>
                  <a:cubicBezTo>
                    <a:pt x="95509" y="36872"/>
                    <a:pt x="104228" y="33938"/>
                    <a:pt x="112383" y="29455"/>
                  </a:cubicBezTo>
                  <a:cubicBezTo>
                    <a:pt x="116730" y="27066"/>
                    <a:pt x="120985" y="24195"/>
                    <a:pt x="125029" y="20922"/>
                  </a:cubicBezTo>
                  <a:cubicBezTo>
                    <a:pt x="126767" y="19511"/>
                    <a:pt x="128488" y="17994"/>
                    <a:pt x="130152" y="16524"/>
                  </a:cubicBezTo>
                  <a:cubicBezTo>
                    <a:pt x="131788" y="15078"/>
                    <a:pt x="133483" y="13582"/>
                    <a:pt x="135190" y="12196"/>
                  </a:cubicBezTo>
                  <a:cubicBezTo>
                    <a:pt x="137654" y="10200"/>
                    <a:pt x="140969" y="7788"/>
                    <a:pt x="144768" y="6873"/>
                  </a:cubicBezTo>
                  <a:cubicBezTo>
                    <a:pt x="145990" y="6580"/>
                    <a:pt x="147258" y="6432"/>
                    <a:pt x="148594" y="6432"/>
                  </a:cubicBezTo>
                  <a:cubicBezTo>
                    <a:pt x="151134" y="6432"/>
                    <a:pt x="153922" y="6966"/>
                    <a:pt x="157120" y="8052"/>
                  </a:cubicBezTo>
                  <a:cubicBezTo>
                    <a:pt x="165254" y="10813"/>
                    <a:pt x="174727" y="13878"/>
                    <a:pt x="184226" y="15304"/>
                  </a:cubicBezTo>
                  <a:cubicBezTo>
                    <a:pt x="187914" y="15858"/>
                    <a:pt x="191419" y="16136"/>
                    <a:pt x="194766" y="16136"/>
                  </a:cubicBezTo>
                  <a:cubicBezTo>
                    <a:pt x="200932" y="16136"/>
                    <a:pt x="206557" y="15192"/>
                    <a:pt x="211781" y="13295"/>
                  </a:cubicBezTo>
                  <a:cubicBezTo>
                    <a:pt x="216509" y="11579"/>
                    <a:pt x="220789" y="8892"/>
                    <a:pt x="224351" y="6492"/>
                  </a:cubicBezTo>
                  <a:cubicBezTo>
                    <a:pt x="224766" y="6212"/>
                    <a:pt x="225182" y="5928"/>
                    <a:pt x="225598" y="5645"/>
                  </a:cubicBezTo>
                  <a:cubicBezTo>
                    <a:pt x="228277" y="3826"/>
                    <a:pt x="231045" y="1944"/>
                    <a:pt x="233940" y="621"/>
                  </a:cubicBezTo>
                  <a:close/>
                  <a:moveTo>
                    <a:pt x="234344" y="1"/>
                  </a:moveTo>
                  <a:lnTo>
                    <a:pt x="234062" y="127"/>
                  </a:lnTo>
                  <a:cubicBezTo>
                    <a:pt x="231032" y="1470"/>
                    <a:pt x="228156" y="3423"/>
                    <a:pt x="225375" y="5313"/>
                  </a:cubicBezTo>
                  <a:cubicBezTo>
                    <a:pt x="224959" y="5595"/>
                    <a:pt x="224545" y="5878"/>
                    <a:pt x="224128" y="6158"/>
                  </a:cubicBezTo>
                  <a:cubicBezTo>
                    <a:pt x="220589" y="8544"/>
                    <a:pt x="216336" y="11214"/>
                    <a:pt x="211647" y="12916"/>
                  </a:cubicBezTo>
                  <a:cubicBezTo>
                    <a:pt x="206466" y="14796"/>
                    <a:pt x="200885" y="15732"/>
                    <a:pt x="194765" y="15732"/>
                  </a:cubicBezTo>
                  <a:cubicBezTo>
                    <a:pt x="191440" y="15732"/>
                    <a:pt x="187955" y="15456"/>
                    <a:pt x="184289" y="14905"/>
                  </a:cubicBezTo>
                  <a:cubicBezTo>
                    <a:pt x="174822" y="13485"/>
                    <a:pt x="165370" y="10424"/>
                    <a:pt x="157251" y="7671"/>
                  </a:cubicBezTo>
                  <a:cubicBezTo>
                    <a:pt x="154011" y="6571"/>
                    <a:pt x="151182" y="6028"/>
                    <a:pt x="148600" y="6028"/>
                  </a:cubicBezTo>
                  <a:cubicBezTo>
                    <a:pt x="147230" y="6028"/>
                    <a:pt x="145930" y="6181"/>
                    <a:pt x="144675" y="6483"/>
                  </a:cubicBezTo>
                  <a:cubicBezTo>
                    <a:pt x="140797" y="7416"/>
                    <a:pt x="137434" y="9860"/>
                    <a:pt x="134939" y="11886"/>
                  </a:cubicBezTo>
                  <a:cubicBezTo>
                    <a:pt x="133224" y="13277"/>
                    <a:pt x="131528" y="14775"/>
                    <a:pt x="129887" y="16224"/>
                  </a:cubicBezTo>
                  <a:cubicBezTo>
                    <a:pt x="128225" y="17690"/>
                    <a:pt x="126509" y="19207"/>
                    <a:pt x="124774" y="20610"/>
                  </a:cubicBezTo>
                  <a:cubicBezTo>
                    <a:pt x="120749" y="23869"/>
                    <a:pt x="116514" y="26727"/>
                    <a:pt x="112189" y="29105"/>
                  </a:cubicBezTo>
                  <a:cubicBezTo>
                    <a:pt x="104076" y="33564"/>
                    <a:pt x="95402" y="36484"/>
                    <a:pt x="86407" y="37785"/>
                  </a:cubicBezTo>
                  <a:cubicBezTo>
                    <a:pt x="82611" y="38334"/>
                    <a:pt x="78806" y="38583"/>
                    <a:pt x="74991" y="38583"/>
                  </a:cubicBezTo>
                  <a:cubicBezTo>
                    <a:pt x="59005" y="38583"/>
                    <a:pt x="42843" y="34216"/>
                    <a:pt x="26384" y="29289"/>
                  </a:cubicBezTo>
                  <a:cubicBezTo>
                    <a:pt x="22516" y="28130"/>
                    <a:pt x="18589" y="26901"/>
                    <a:pt x="14793" y="25711"/>
                  </a:cubicBezTo>
                  <a:cubicBezTo>
                    <a:pt x="10035" y="24222"/>
                    <a:pt x="5116" y="22681"/>
                    <a:pt x="257" y="21265"/>
                  </a:cubicBezTo>
                  <a:lnTo>
                    <a:pt x="0" y="21189"/>
                  </a:lnTo>
                  <a:lnTo>
                    <a:pt x="0" y="30778"/>
                  </a:lnTo>
                  <a:lnTo>
                    <a:pt x="77" y="30839"/>
                  </a:lnTo>
                  <a:cubicBezTo>
                    <a:pt x="3505" y="33541"/>
                    <a:pt x="7466" y="35440"/>
                    <a:pt x="11235" y="37090"/>
                  </a:cubicBezTo>
                  <a:cubicBezTo>
                    <a:pt x="17931" y="40022"/>
                    <a:pt x="24610" y="42161"/>
                    <a:pt x="31090" y="43447"/>
                  </a:cubicBezTo>
                  <a:cubicBezTo>
                    <a:pt x="37834" y="44786"/>
                    <a:pt x="44983" y="45437"/>
                    <a:pt x="53148" y="45437"/>
                  </a:cubicBezTo>
                  <a:cubicBezTo>
                    <a:pt x="55786" y="45437"/>
                    <a:pt x="58530" y="45369"/>
                    <a:pt x="61401" y="45235"/>
                  </a:cubicBezTo>
                  <a:cubicBezTo>
                    <a:pt x="72756" y="44700"/>
                    <a:pt x="82917" y="43644"/>
                    <a:pt x="92467" y="42007"/>
                  </a:cubicBezTo>
                  <a:cubicBezTo>
                    <a:pt x="102913" y="40214"/>
                    <a:pt x="112861" y="36296"/>
                    <a:pt x="122978" y="32095"/>
                  </a:cubicBezTo>
                  <a:cubicBezTo>
                    <a:pt x="132181" y="28274"/>
                    <a:pt x="142153" y="24722"/>
                    <a:pt x="152725" y="24602"/>
                  </a:cubicBezTo>
                  <a:cubicBezTo>
                    <a:pt x="152952" y="24600"/>
                    <a:pt x="153179" y="24598"/>
                    <a:pt x="153407" y="24598"/>
                  </a:cubicBezTo>
                  <a:cubicBezTo>
                    <a:pt x="162694" y="24598"/>
                    <a:pt x="172541" y="26730"/>
                    <a:pt x="182679" y="30945"/>
                  </a:cubicBezTo>
                  <a:cubicBezTo>
                    <a:pt x="185447" y="32095"/>
                    <a:pt x="188234" y="33381"/>
                    <a:pt x="190930" y="34624"/>
                  </a:cubicBezTo>
                  <a:cubicBezTo>
                    <a:pt x="193152" y="35649"/>
                    <a:pt x="195448" y="36707"/>
                    <a:pt x="197726" y="37686"/>
                  </a:cubicBezTo>
                  <a:cubicBezTo>
                    <a:pt x="202837" y="39885"/>
                    <a:pt x="207942" y="41928"/>
                    <a:pt x="212901" y="43763"/>
                  </a:cubicBezTo>
                  <a:cubicBezTo>
                    <a:pt x="220729" y="46656"/>
                    <a:pt x="227658" y="48955"/>
                    <a:pt x="234085" y="50788"/>
                  </a:cubicBezTo>
                  <a:lnTo>
                    <a:pt x="234341" y="50863"/>
                  </a:lnTo>
                  <a:lnTo>
                    <a:pt x="234344" y="50863"/>
                  </a:lnTo>
                  <a:lnTo>
                    <a:pt x="234344" y="34896"/>
                  </a:lnTo>
                  <a:lnTo>
                    <a:pt x="234204" y="34850"/>
                  </a:lnTo>
                  <a:cubicBezTo>
                    <a:pt x="233582" y="34654"/>
                    <a:pt x="232962" y="34481"/>
                    <a:pt x="232362" y="34340"/>
                  </a:cubicBezTo>
                  <a:cubicBezTo>
                    <a:pt x="229433" y="33647"/>
                    <a:pt x="226488" y="33352"/>
                    <a:pt x="223721" y="33110"/>
                  </a:cubicBezTo>
                  <a:cubicBezTo>
                    <a:pt x="220148" y="32797"/>
                    <a:pt x="216338" y="32457"/>
                    <a:pt x="212486" y="32074"/>
                  </a:cubicBezTo>
                  <a:cubicBezTo>
                    <a:pt x="207542" y="31581"/>
                    <a:pt x="203553" y="31128"/>
                    <a:pt x="199935" y="30653"/>
                  </a:cubicBezTo>
                  <a:lnTo>
                    <a:pt x="198416" y="30455"/>
                  </a:lnTo>
                  <a:cubicBezTo>
                    <a:pt x="194968" y="30009"/>
                    <a:pt x="191400" y="29547"/>
                    <a:pt x="187960" y="28753"/>
                  </a:cubicBezTo>
                  <a:cubicBezTo>
                    <a:pt x="187298" y="28602"/>
                    <a:pt x="186634" y="28454"/>
                    <a:pt x="185969" y="28310"/>
                  </a:cubicBezTo>
                  <a:cubicBezTo>
                    <a:pt x="183145" y="27690"/>
                    <a:pt x="180223" y="27051"/>
                    <a:pt x="177494" y="25795"/>
                  </a:cubicBezTo>
                  <a:cubicBezTo>
                    <a:pt x="176009" y="25111"/>
                    <a:pt x="174350" y="24245"/>
                    <a:pt x="173437" y="22596"/>
                  </a:cubicBezTo>
                  <a:cubicBezTo>
                    <a:pt x="172829" y="21493"/>
                    <a:pt x="172693" y="19876"/>
                    <a:pt x="173617" y="18921"/>
                  </a:cubicBezTo>
                  <a:cubicBezTo>
                    <a:pt x="174717" y="17783"/>
                    <a:pt x="176574" y="17760"/>
                    <a:pt x="177801" y="17745"/>
                  </a:cubicBezTo>
                  <a:cubicBezTo>
                    <a:pt x="177883" y="17744"/>
                    <a:pt x="177965" y="17744"/>
                    <a:pt x="178047" y="17744"/>
                  </a:cubicBezTo>
                  <a:cubicBezTo>
                    <a:pt x="180223" y="17744"/>
                    <a:pt x="182367" y="18103"/>
                    <a:pt x="184375" y="18494"/>
                  </a:cubicBezTo>
                  <a:cubicBezTo>
                    <a:pt x="186221" y="18853"/>
                    <a:pt x="188043" y="19296"/>
                    <a:pt x="190212" y="19850"/>
                  </a:cubicBezTo>
                  <a:cubicBezTo>
                    <a:pt x="192283" y="20380"/>
                    <a:pt x="194415" y="20683"/>
                    <a:pt x="196477" y="20976"/>
                  </a:cubicBezTo>
                  <a:lnTo>
                    <a:pt x="196594" y="20993"/>
                  </a:lnTo>
                  <a:cubicBezTo>
                    <a:pt x="201071" y="21630"/>
                    <a:pt x="204978" y="21943"/>
                    <a:pt x="208576" y="21943"/>
                  </a:cubicBezTo>
                  <a:cubicBezTo>
                    <a:pt x="210156" y="21943"/>
                    <a:pt x="211676" y="21883"/>
                    <a:pt x="213159" y="21763"/>
                  </a:cubicBezTo>
                  <a:cubicBezTo>
                    <a:pt x="219481" y="21255"/>
                    <a:pt x="224648" y="19666"/>
                    <a:pt x="228956" y="16905"/>
                  </a:cubicBezTo>
                  <a:cubicBezTo>
                    <a:pt x="230892" y="15665"/>
                    <a:pt x="232689" y="14110"/>
                    <a:pt x="234294" y="12287"/>
                  </a:cubicBezTo>
                  <a:lnTo>
                    <a:pt x="234344" y="12230"/>
                  </a:lnTo>
                  <a:lnTo>
                    <a:pt x="23434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9"/>
            <p:cNvSpPr/>
            <p:nvPr/>
          </p:nvSpPr>
          <p:spPr>
            <a:xfrm>
              <a:off x="-97264" y="1162055"/>
              <a:ext cx="5171942" cy="1031731"/>
            </a:xfrm>
            <a:custGeom>
              <a:rect b="b" l="l" r="r" t="t"/>
              <a:pathLst>
                <a:path extrusionOk="0" h="25782" w="129242">
                  <a:moveTo>
                    <a:pt x="125667" y="404"/>
                  </a:moveTo>
                  <a:cubicBezTo>
                    <a:pt x="125949" y="404"/>
                    <a:pt x="126232" y="415"/>
                    <a:pt x="126514" y="437"/>
                  </a:cubicBezTo>
                  <a:cubicBezTo>
                    <a:pt x="127419" y="510"/>
                    <a:pt x="128375" y="690"/>
                    <a:pt x="128733" y="1442"/>
                  </a:cubicBezTo>
                  <a:cubicBezTo>
                    <a:pt x="127667" y="1898"/>
                    <a:pt x="126604" y="2366"/>
                    <a:pt x="125540" y="2833"/>
                  </a:cubicBezTo>
                  <a:cubicBezTo>
                    <a:pt x="121951" y="4414"/>
                    <a:pt x="118237" y="6047"/>
                    <a:pt x="114473" y="7141"/>
                  </a:cubicBezTo>
                  <a:cubicBezTo>
                    <a:pt x="113881" y="7314"/>
                    <a:pt x="113286" y="7483"/>
                    <a:pt x="112693" y="7649"/>
                  </a:cubicBezTo>
                  <a:cubicBezTo>
                    <a:pt x="110914" y="8149"/>
                    <a:pt x="109073" y="8666"/>
                    <a:pt x="107278" y="9330"/>
                  </a:cubicBezTo>
                  <a:cubicBezTo>
                    <a:pt x="105183" y="10108"/>
                    <a:pt x="102936" y="11055"/>
                    <a:pt x="100411" y="12228"/>
                  </a:cubicBezTo>
                  <a:cubicBezTo>
                    <a:pt x="97928" y="13381"/>
                    <a:pt x="95424" y="14634"/>
                    <a:pt x="93002" y="15844"/>
                  </a:cubicBezTo>
                  <a:cubicBezTo>
                    <a:pt x="86663" y="19013"/>
                    <a:pt x="80109" y="22288"/>
                    <a:pt x="73322" y="24097"/>
                  </a:cubicBezTo>
                  <a:cubicBezTo>
                    <a:pt x="70106" y="24955"/>
                    <a:pt x="66829" y="25381"/>
                    <a:pt x="63411" y="25381"/>
                  </a:cubicBezTo>
                  <a:cubicBezTo>
                    <a:pt x="61691" y="25381"/>
                    <a:pt x="59935" y="25273"/>
                    <a:pt x="58132" y="25057"/>
                  </a:cubicBezTo>
                  <a:cubicBezTo>
                    <a:pt x="54870" y="24667"/>
                    <a:pt x="51578" y="24000"/>
                    <a:pt x="48394" y="23351"/>
                  </a:cubicBezTo>
                  <a:cubicBezTo>
                    <a:pt x="46720" y="23010"/>
                    <a:pt x="44988" y="22658"/>
                    <a:pt x="43281" y="22351"/>
                  </a:cubicBezTo>
                  <a:cubicBezTo>
                    <a:pt x="38827" y="21551"/>
                    <a:pt x="34306" y="21314"/>
                    <a:pt x="29931" y="21085"/>
                  </a:cubicBezTo>
                  <a:lnTo>
                    <a:pt x="28914" y="21031"/>
                  </a:lnTo>
                  <a:cubicBezTo>
                    <a:pt x="25978" y="20874"/>
                    <a:pt x="23609" y="20501"/>
                    <a:pt x="21462" y="19855"/>
                  </a:cubicBezTo>
                  <a:cubicBezTo>
                    <a:pt x="19489" y="19259"/>
                    <a:pt x="17512" y="18432"/>
                    <a:pt x="15599" y="17635"/>
                  </a:cubicBezTo>
                  <a:cubicBezTo>
                    <a:pt x="15171" y="17457"/>
                    <a:pt x="14747" y="17279"/>
                    <a:pt x="14321" y="17105"/>
                  </a:cubicBezTo>
                  <a:cubicBezTo>
                    <a:pt x="12341" y="16286"/>
                    <a:pt x="10328" y="15433"/>
                    <a:pt x="8383" y="14606"/>
                  </a:cubicBezTo>
                  <a:cubicBezTo>
                    <a:pt x="5772" y="13497"/>
                    <a:pt x="3075" y="12349"/>
                    <a:pt x="404" y="11276"/>
                  </a:cubicBezTo>
                  <a:lnTo>
                    <a:pt x="403" y="11276"/>
                  </a:lnTo>
                  <a:lnTo>
                    <a:pt x="403" y="5584"/>
                  </a:lnTo>
                  <a:cubicBezTo>
                    <a:pt x="967" y="5874"/>
                    <a:pt x="1566" y="6170"/>
                    <a:pt x="2220" y="6484"/>
                  </a:cubicBezTo>
                  <a:cubicBezTo>
                    <a:pt x="2905" y="6811"/>
                    <a:pt x="3592" y="7131"/>
                    <a:pt x="4281" y="7450"/>
                  </a:cubicBezTo>
                  <a:cubicBezTo>
                    <a:pt x="6227" y="8357"/>
                    <a:pt x="8240" y="9293"/>
                    <a:pt x="10153" y="10412"/>
                  </a:cubicBezTo>
                  <a:cubicBezTo>
                    <a:pt x="12434" y="11746"/>
                    <a:pt x="14871" y="13148"/>
                    <a:pt x="17395" y="14337"/>
                  </a:cubicBezTo>
                  <a:cubicBezTo>
                    <a:pt x="25707" y="18255"/>
                    <a:pt x="35202" y="20169"/>
                    <a:pt x="46355" y="20169"/>
                  </a:cubicBezTo>
                  <a:cubicBezTo>
                    <a:pt x="47079" y="20169"/>
                    <a:pt x="47811" y="20161"/>
                    <a:pt x="48549" y="20145"/>
                  </a:cubicBezTo>
                  <a:cubicBezTo>
                    <a:pt x="59131" y="19914"/>
                    <a:pt x="70411" y="17805"/>
                    <a:pt x="84049" y="13504"/>
                  </a:cubicBezTo>
                  <a:cubicBezTo>
                    <a:pt x="89815" y="11685"/>
                    <a:pt x="95612" y="9562"/>
                    <a:pt x="101217" y="7507"/>
                  </a:cubicBezTo>
                  <a:cubicBezTo>
                    <a:pt x="104315" y="6374"/>
                    <a:pt x="107517" y="5200"/>
                    <a:pt x="110679" y="4091"/>
                  </a:cubicBezTo>
                  <a:cubicBezTo>
                    <a:pt x="114143" y="2876"/>
                    <a:pt x="117874" y="1648"/>
                    <a:pt x="121675" y="895"/>
                  </a:cubicBezTo>
                  <a:cubicBezTo>
                    <a:pt x="122896" y="652"/>
                    <a:pt x="124279" y="404"/>
                    <a:pt x="125667" y="404"/>
                  </a:cubicBezTo>
                  <a:close/>
                  <a:moveTo>
                    <a:pt x="125672" y="1"/>
                  </a:moveTo>
                  <a:cubicBezTo>
                    <a:pt x="124248" y="1"/>
                    <a:pt x="122839" y="252"/>
                    <a:pt x="121598" y="497"/>
                  </a:cubicBezTo>
                  <a:cubicBezTo>
                    <a:pt x="117773" y="1256"/>
                    <a:pt x="114025" y="2491"/>
                    <a:pt x="110546" y="3711"/>
                  </a:cubicBezTo>
                  <a:cubicBezTo>
                    <a:pt x="107384" y="4820"/>
                    <a:pt x="104179" y="5993"/>
                    <a:pt x="101080" y="7129"/>
                  </a:cubicBezTo>
                  <a:cubicBezTo>
                    <a:pt x="95477" y="9180"/>
                    <a:pt x="89685" y="11305"/>
                    <a:pt x="83929" y="13120"/>
                  </a:cubicBezTo>
                  <a:cubicBezTo>
                    <a:pt x="70328" y="17407"/>
                    <a:pt x="59084" y="19512"/>
                    <a:pt x="48540" y="19742"/>
                  </a:cubicBezTo>
                  <a:cubicBezTo>
                    <a:pt x="47811" y="19758"/>
                    <a:pt x="47089" y="19766"/>
                    <a:pt x="46374" y="19766"/>
                  </a:cubicBezTo>
                  <a:cubicBezTo>
                    <a:pt x="35268" y="19766"/>
                    <a:pt x="25827" y="17865"/>
                    <a:pt x="17567" y="13971"/>
                  </a:cubicBezTo>
                  <a:cubicBezTo>
                    <a:pt x="15057" y="12788"/>
                    <a:pt x="12628" y="11391"/>
                    <a:pt x="10355" y="10062"/>
                  </a:cubicBezTo>
                  <a:cubicBezTo>
                    <a:pt x="8426" y="8935"/>
                    <a:pt x="6404" y="7993"/>
                    <a:pt x="4448" y="7084"/>
                  </a:cubicBezTo>
                  <a:cubicBezTo>
                    <a:pt x="3762" y="6767"/>
                    <a:pt x="3076" y="6447"/>
                    <a:pt x="2395" y="6120"/>
                  </a:cubicBezTo>
                  <a:cubicBezTo>
                    <a:pt x="1626" y="5754"/>
                    <a:pt x="940" y="5411"/>
                    <a:pt x="294" y="5075"/>
                  </a:cubicBezTo>
                  <a:lnTo>
                    <a:pt x="0" y="4921"/>
                  </a:lnTo>
                  <a:lnTo>
                    <a:pt x="0" y="11545"/>
                  </a:lnTo>
                  <a:lnTo>
                    <a:pt x="126" y="11595"/>
                  </a:lnTo>
                  <a:cubicBezTo>
                    <a:pt x="2833" y="12684"/>
                    <a:pt x="5574" y="13848"/>
                    <a:pt x="8224" y="14973"/>
                  </a:cubicBezTo>
                  <a:cubicBezTo>
                    <a:pt x="10170" y="15801"/>
                    <a:pt x="12184" y="16656"/>
                    <a:pt x="14167" y="17473"/>
                  </a:cubicBezTo>
                  <a:cubicBezTo>
                    <a:pt x="14591" y="17649"/>
                    <a:pt x="15016" y="17828"/>
                    <a:pt x="15441" y="18003"/>
                  </a:cubicBezTo>
                  <a:cubicBezTo>
                    <a:pt x="17363" y="18808"/>
                    <a:pt x="19349" y="19638"/>
                    <a:pt x="21344" y="20238"/>
                  </a:cubicBezTo>
                  <a:cubicBezTo>
                    <a:pt x="23523" y="20895"/>
                    <a:pt x="25922" y="21274"/>
                    <a:pt x="28892" y="21431"/>
                  </a:cubicBezTo>
                  <a:lnTo>
                    <a:pt x="29910" y="21485"/>
                  </a:lnTo>
                  <a:cubicBezTo>
                    <a:pt x="34272" y="21714"/>
                    <a:pt x="38783" y="21950"/>
                    <a:pt x="43209" y="22746"/>
                  </a:cubicBezTo>
                  <a:cubicBezTo>
                    <a:pt x="44912" y="23053"/>
                    <a:pt x="46641" y="23406"/>
                    <a:pt x="48313" y="23744"/>
                  </a:cubicBezTo>
                  <a:cubicBezTo>
                    <a:pt x="51505" y="24393"/>
                    <a:pt x="54806" y="25065"/>
                    <a:pt x="58085" y="25456"/>
                  </a:cubicBezTo>
                  <a:cubicBezTo>
                    <a:pt x="59905" y="25673"/>
                    <a:pt x="61677" y="25782"/>
                    <a:pt x="63414" y="25782"/>
                  </a:cubicBezTo>
                  <a:cubicBezTo>
                    <a:pt x="66866" y="25782"/>
                    <a:pt x="70177" y="25352"/>
                    <a:pt x="73425" y="24486"/>
                  </a:cubicBezTo>
                  <a:cubicBezTo>
                    <a:pt x="80253" y="22666"/>
                    <a:pt x="86826" y="19379"/>
                    <a:pt x="93183" y="16202"/>
                  </a:cubicBezTo>
                  <a:cubicBezTo>
                    <a:pt x="95603" y="14991"/>
                    <a:pt x="98105" y="13741"/>
                    <a:pt x="100582" y="12591"/>
                  </a:cubicBezTo>
                  <a:cubicBezTo>
                    <a:pt x="103097" y="11422"/>
                    <a:pt x="105333" y="10479"/>
                    <a:pt x="107419" y="9706"/>
                  </a:cubicBezTo>
                  <a:cubicBezTo>
                    <a:pt x="109198" y="9046"/>
                    <a:pt x="111031" y="8532"/>
                    <a:pt x="112803" y="8033"/>
                  </a:cubicBezTo>
                  <a:cubicBezTo>
                    <a:pt x="113399" y="7867"/>
                    <a:pt x="113993" y="7699"/>
                    <a:pt x="114588" y="7526"/>
                  </a:cubicBezTo>
                  <a:cubicBezTo>
                    <a:pt x="118376" y="6424"/>
                    <a:pt x="122102" y="4784"/>
                    <a:pt x="125704" y="3199"/>
                  </a:cubicBezTo>
                  <a:cubicBezTo>
                    <a:pt x="126826" y="2705"/>
                    <a:pt x="127947" y="2212"/>
                    <a:pt x="129073" y="1733"/>
                  </a:cubicBezTo>
                  <a:lnTo>
                    <a:pt x="129242" y="1662"/>
                  </a:lnTo>
                  <a:lnTo>
                    <a:pt x="129185" y="1488"/>
                  </a:lnTo>
                  <a:cubicBezTo>
                    <a:pt x="128775" y="216"/>
                    <a:pt x="127216" y="89"/>
                    <a:pt x="126549" y="34"/>
                  </a:cubicBezTo>
                  <a:cubicBezTo>
                    <a:pt x="126257" y="11"/>
                    <a:pt x="125964" y="1"/>
                    <a:pt x="1256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9"/>
            <p:cNvSpPr/>
            <p:nvPr/>
          </p:nvSpPr>
          <p:spPr>
            <a:xfrm>
              <a:off x="-97184" y="1487081"/>
              <a:ext cx="9378021" cy="2233737"/>
            </a:xfrm>
            <a:custGeom>
              <a:rect b="b" l="l" r="r" t="t"/>
              <a:pathLst>
                <a:path extrusionOk="0" h="55819" w="234348">
                  <a:moveTo>
                    <a:pt x="144981" y="403"/>
                  </a:moveTo>
                  <a:cubicBezTo>
                    <a:pt x="150962" y="403"/>
                    <a:pt x="156924" y="882"/>
                    <a:pt x="162787" y="1836"/>
                  </a:cubicBezTo>
                  <a:cubicBezTo>
                    <a:pt x="170740" y="3127"/>
                    <a:pt x="179016" y="5583"/>
                    <a:pt x="189615" y="9797"/>
                  </a:cubicBezTo>
                  <a:cubicBezTo>
                    <a:pt x="198427" y="13299"/>
                    <a:pt x="207411" y="17431"/>
                    <a:pt x="216323" y="22082"/>
                  </a:cubicBezTo>
                  <a:lnTo>
                    <a:pt x="218254" y="23088"/>
                  </a:lnTo>
                  <a:cubicBezTo>
                    <a:pt x="223483" y="25804"/>
                    <a:pt x="228885" y="28612"/>
                    <a:pt x="233942" y="32005"/>
                  </a:cubicBezTo>
                  <a:lnTo>
                    <a:pt x="233942" y="40242"/>
                  </a:lnTo>
                  <a:cubicBezTo>
                    <a:pt x="230357" y="38005"/>
                    <a:pt x="227378" y="36353"/>
                    <a:pt x="224590" y="35054"/>
                  </a:cubicBezTo>
                  <a:cubicBezTo>
                    <a:pt x="215470" y="30808"/>
                    <a:pt x="205746" y="28155"/>
                    <a:pt x="196343" y="25590"/>
                  </a:cubicBezTo>
                  <a:cubicBezTo>
                    <a:pt x="195383" y="25330"/>
                    <a:pt x="194423" y="25067"/>
                    <a:pt x="193466" y="24804"/>
                  </a:cubicBezTo>
                  <a:cubicBezTo>
                    <a:pt x="172307" y="18995"/>
                    <a:pt x="155262" y="16255"/>
                    <a:pt x="139723" y="16255"/>
                  </a:cubicBezTo>
                  <a:cubicBezTo>
                    <a:pt x="136241" y="16255"/>
                    <a:pt x="132834" y="16392"/>
                    <a:pt x="129473" y="16664"/>
                  </a:cubicBezTo>
                  <a:cubicBezTo>
                    <a:pt x="117659" y="17617"/>
                    <a:pt x="108992" y="19950"/>
                    <a:pt x="101363" y="24225"/>
                  </a:cubicBezTo>
                  <a:cubicBezTo>
                    <a:pt x="95848" y="27316"/>
                    <a:pt x="90586" y="31262"/>
                    <a:pt x="85495" y="35080"/>
                  </a:cubicBezTo>
                  <a:cubicBezTo>
                    <a:pt x="82539" y="37296"/>
                    <a:pt x="79484" y="39588"/>
                    <a:pt x="76413" y="41684"/>
                  </a:cubicBezTo>
                  <a:cubicBezTo>
                    <a:pt x="71394" y="45113"/>
                    <a:pt x="67146" y="47471"/>
                    <a:pt x="63039" y="49108"/>
                  </a:cubicBezTo>
                  <a:cubicBezTo>
                    <a:pt x="58787" y="50804"/>
                    <a:pt x="54022" y="52109"/>
                    <a:pt x="48045" y="53216"/>
                  </a:cubicBezTo>
                  <a:cubicBezTo>
                    <a:pt x="40031" y="54703"/>
                    <a:pt x="31384" y="55416"/>
                    <a:pt x="21189" y="55416"/>
                  </a:cubicBezTo>
                  <a:cubicBezTo>
                    <a:pt x="19290" y="55416"/>
                    <a:pt x="17337" y="55391"/>
                    <a:pt x="15325" y="55342"/>
                  </a:cubicBezTo>
                  <a:cubicBezTo>
                    <a:pt x="9761" y="55207"/>
                    <a:pt x="4879" y="54966"/>
                    <a:pt x="402" y="54612"/>
                  </a:cubicBezTo>
                  <a:lnTo>
                    <a:pt x="407" y="54612"/>
                  </a:lnTo>
                  <a:lnTo>
                    <a:pt x="407" y="49284"/>
                  </a:lnTo>
                  <a:cubicBezTo>
                    <a:pt x="817" y="49421"/>
                    <a:pt x="1230" y="49561"/>
                    <a:pt x="1643" y="49700"/>
                  </a:cubicBezTo>
                  <a:cubicBezTo>
                    <a:pt x="4359" y="50619"/>
                    <a:pt x="7168" y="51566"/>
                    <a:pt x="9980" y="52235"/>
                  </a:cubicBezTo>
                  <a:cubicBezTo>
                    <a:pt x="12206" y="52763"/>
                    <a:pt x="14788" y="53377"/>
                    <a:pt x="17344" y="53377"/>
                  </a:cubicBezTo>
                  <a:cubicBezTo>
                    <a:pt x="18683" y="53377"/>
                    <a:pt x="20014" y="53208"/>
                    <a:pt x="21283" y="52772"/>
                  </a:cubicBezTo>
                  <a:cubicBezTo>
                    <a:pt x="22931" y="52205"/>
                    <a:pt x="23878" y="51164"/>
                    <a:pt x="24025" y="49761"/>
                  </a:cubicBezTo>
                  <a:cubicBezTo>
                    <a:pt x="24231" y="47784"/>
                    <a:pt x="23055" y="45926"/>
                    <a:pt x="21802" y="44960"/>
                  </a:cubicBezTo>
                  <a:cubicBezTo>
                    <a:pt x="20124" y="43670"/>
                    <a:pt x="18067" y="43236"/>
                    <a:pt x="16094" y="42961"/>
                  </a:cubicBezTo>
                  <a:cubicBezTo>
                    <a:pt x="13968" y="42663"/>
                    <a:pt x="11797" y="42629"/>
                    <a:pt x="9701" y="42596"/>
                  </a:cubicBezTo>
                  <a:lnTo>
                    <a:pt x="9254" y="42589"/>
                  </a:lnTo>
                  <a:cubicBezTo>
                    <a:pt x="6994" y="42550"/>
                    <a:pt x="4310" y="42346"/>
                    <a:pt x="1553" y="41105"/>
                  </a:cubicBezTo>
                  <a:cubicBezTo>
                    <a:pt x="1170" y="40933"/>
                    <a:pt x="784" y="40741"/>
                    <a:pt x="402" y="40534"/>
                  </a:cubicBezTo>
                  <a:lnTo>
                    <a:pt x="402" y="31531"/>
                  </a:lnTo>
                  <a:cubicBezTo>
                    <a:pt x="6844" y="32915"/>
                    <a:pt x="13326" y="34726"/>
                    <a:pt x="19599" y="36477"/>
                  </a:cubicBezTo>
                  <a:cubicBezTo>
                    <a:pt x="22674" y="37335"/>
                    <a:pt x="25850" y="38224"/>
                    <a:pt x="28985" y="39049"/>
                  </a:cubicBezTo>
                  <a:cubicBezTo>
                    <a:pt x="36397" y="41005"/>
                    <a:pt x="46195" y="43249"/>
                    <a:pt x="56268" y="43249"/>
                  </a:cubicBezTo>
                  <a:lnTo>
                    <a:pt x="56298" y="43249"/>
                  </a:lnTo>
                  <a:cubicBezTo>
                    <a:pt x="60549" y="43247"/>
                    <a:pt x="65413" y="43043"/>
                    <a:pt x="69372" y="40633"/>
                  </a:cubicBezTo>
                  <a:cubicBezTo>
                    <a:pt x="71055" y="39609"/>
                    <a:pt x="72214" y="38269"/>
                    <a:pt x="72821" y="36652"/>
                  </a:cubicBezTo>
                  <a:cubicBezTo>
                    <a:pt x="73454" y="34967"/>
                    <a:pt x="73654" y="32595"/>
                    <a:pt x="72675" y="31095"/>
                  </a:cubicBezTo>
                  <a:cubicBezTo>
                    <a:pt x="71475" y="29255"/>
                    <a:pt x="69235" y="29002"/>
                    <a:pt x="67193" y="29002"/>
                  </a:cubicBezTo>
                  <a:lnTo>
                    <a:pt x="67163" y="29002"/>
                  </a:lnTo>
                  <a:cubicBezTo>
                    <a:pt x="64338" y="29005"/>
                    <a:pt x="61485" y="29632"/>
                    <a:pt x="59033" y="30219"/>
                  </a:cubicBezTo>
                  <a:cubicBezTo>
                    <a:pt x="58197" y="30419"/>
                    <a:pt x="57351" y="30648"/>
                    <a:pt x="56532" y="30868"/>
                  </a:cubicBezTo>
                  <a:cubicBezTo>
                    <a:pt x="55224" y="31222"/>
                    <a:pt x="53869" y="31587"/>
                    <a:pt x="52529" y="31845"/>
                  </a:cubicBezTo>
                  <a:cubicBezTo>
                    <a:pt x="48490" y="32626"/>
                    <a:pt x="44235" y="33024"/>
                    <a:pt x="39894" y="33024"/>
                  </a:cubicBezTo>
                  <a:cubicBezTo>
                    <a:pt x="39863" y="33024"/>
                    <a:pt x="39832" y="33024"/>
                    <a:pt x="39801" y="33024"/>
                  </a:cubicBezTo>
                  <a:cubicBezTo>
                    <a:pt x="26833" y="33011"/>
                    <a:pt x="13576" y="29869"/>
                    <a:pt x="402" y="23687"/>
                  </a:cubicBezTo>
                  <a:lnTo>
                    <a:pt x="402" y="6011"/>
                  </a:lnTo>
                  <a:cubicBezTo>
                    <a:pt x="1635" y="6344"/>
                    <a:pt x="2827" y="6712"/>
                    <a:pt x="3952" y="7104"/>
                  </a:cubicBezTo>
                  <a:cubicBezTo>
                    <a:pt x="7474" y="8330"/>
                    <a:pt x="10930" y="10023"/>
                    <a:pt x="14269" y="11659"/>
                  </a:cubicBezTo>
                  <a:cubicBezTo>
                    <a:pt x="15159" y="12095"/>
                    <a:pt x="16051" y="12530"/>
                    <a:pt x="16944" y="12959"/>
                  </a:cubicBezTo>
                  <a:cubicBezTo>
                    <a:pt x="21849" y="15315"/>
                    <a:pt x="26184" y="17153"/>
                    <a:pt x="30193" y="18579"/>
                  </a:cubicBezTo>
                  <a:cubicBezTo>
                    <a:pt x="37329" y="21116"/>
                    <a:pt x="44835" y="22386"/>
                    <a:pt x="52799" y="22386"/>
                  </a:cubicBezTo>
                  <a:cubicBezTo>
                    <a:pt x="62775" y="22386"/>
                    <a:pt x="73472" y="20393"/>
                    <a:pt x="85065" y="16400"/>
                  </a:cubicBezTo>
                  <a:cubicBezTo>
                    <a:pt x="89374" y="14915"/>
                    <a:pt x="93852" y="13162"/>
                    <a:pt x="98753" y="11037"/>
                  </a:cubicBezTo>
                  <a:cubicBezTo>
                    <a:pt x="99763" y="10600"/>
                    <a:pt x="100773" y="10151"/>
                    <a:pt x="101781" y="9706"/>
                  </a:cubicBezTo>
                  <a:cubicBezTo>
                    <a:pt x="104805" y="8364"/>
                    <a:pt x="107933" y="6975"/>
                    <a:pt x="111082" y="5882"/>
                  </a:cubicBezTo>
                  <a:cubicBezTo>
                    <a:pt x="119135" y="3086"/>
                    <a:pt x="127851" y="1338"/>
                    <a:pt x="136984" y="688"/>
                  </a:cubicBezTo>
                  <a:cubicBezTo>
                    <a:pt x="139649" y="498"/>
                    <a:pt x="142317" y="403"/>
                    <a:pt x="144981" y="403"/>
                  </a:cubicBezTo>
                  <a:close/>
                  <a:moveTo>
                    <a:pt x="144959" y="1"/>
                  </a:moveTo>
                  <a:cubicBezTo>
                    <a:pt x="142293" y="1"/>
                    <a:pt x="139623" y="96"/>
                    <a:pt x="136956" y="285"/>
                  </a:cubicBezTo>
                  <a:cubicBezTo>
                    <a:pt x="127785" y="938"/>
                    <a:pt x="119037" y="2693"/>
                    <a:pt x="110949" y="5501"/>
                  </a:cubicBezTo>
                  <a:cubicBezTo>
                    <a:pt x="107786" y="6599"/>
                    <a:pt x="104650" y="7991"/>
                    <a:pt x="101618" y="9337"/>
                  </a:cubicBezTo>
                  <a:cubicBezTo>
                    <a:pt x="100610" y="9784"/>
                    <a:pt x="99605" y="10230"/>
                    <a:pt x="98594" y="10669"/>
                  </a:cubicBezTo>
                  <a:cubicBezTo>
                    <a:pt x="93702" y="12788"/>
                    <a:pt x="89236" y="14538"/>
                    <a:pt x="84935" y="16020"/>
                  </a:cubicBezTo>
                  <a:cubicBezTo>
                    <a:pt x="73384" y="19997"/>
                    <a:pt x="62731" y="21983"/>
                    <a:pt x="52798" y="21983"/>
                  </a:cubicBezTo>
                  <a:cubicBezTo>
                    <a:pt x="44880" y="21983"/>
                    <a:pt x="37420" y="20721"/>
                    <a:pt x="30329" y="18200"/>
                  </a:cubicBezTo>
                  <a:cubicBezTo>
                    <a:pt x="26334" y="16780"/>
                    <a:pt x="22012" y="14948"/>
                    <a:pt x="17118" y="12599"/>
                  </a:cubicBezTo>
                  <a:cubicBezTo>
                    <a:pt x="16225" y="12172"/>
                    <a:pt x="15335" y="11736"/>
                    <a:pt x="14448" y="11300"/>
                  </a:cubicBezTo>
                  <a:cubicBezTo>
                    <a:pt x="11097" y="9658"/>
                    <a:pt x="7631" y="7961"/>
                    <a:pt x="4086" y="6726"/>
                  </a:cubicBezTo>
                  <a:cubicBezTo>
                    <a:pt x="2874" y="6305"/>
                    <a:pt x="1587" y="5911"/>
                    <a:pt x="257" y="5556"/>
                  </a:cubicBezTo>
                  <a:lnTo>
                    <a:pt x="2" y="5489"/>
                  </a:lnTo>
                  <a:lnTo>
                    <a:pt x="2" y="23947"/>
                  </a:lnTo>
                  <a:lnTo>
                    <a:pt x="118" y="24001"/>
                  </a:lnTo>
                  <a:cubicBezTo>
                    <a:pt x="13383" y="30245"/>
                    <a:pt x="26736" y="33418"/>
                    <a:pt x="39802" y="33430"/>
                  </a:cubicBezTo>
                  <a:cubicBezTo>
                    <a:pt x="39862" y="33430"/>
                    <a:pt x="39922" y="33430"/>
                    <a:pt x="39983" y="33430"/>
                  </a:cubicBezTo>
                  <a:cubicBezTo>
                    <a:pt x="44319" y="33430"/>
                    <a:pt x="48571" y="33023"/>
                    <a:pt x="52607" y="32244"/>
                  </a:cubicBezTo>
                  <a:cubicBezTo>
                    <a:pt x="53961" y="31982"/>
                    <a:pt x="55324" y="31615"/>
                    <a:pt x="56640" y="31261"/>
                  </a:cubicBezTo>
                  <a:cubicBezTo>
                    <a:pt x="57454" y="31041"/>
                    <a:pt x="58297" y="30815"/>
                    <a:pt x="59127" y="30616"/>
                  </a:cubicBezTo>
                  <a:cubicBezTo>
                    <a:pt x="61559" y="30033"/>
                    <a:pt x="64382" y="29412"/>
                    <a:pt x="67164" y="29409"/>
                  </a:cubicBezTo>
                  <a:cubicBezTo>
                    <a:pt x="67187" y="29409"/>
                    <a:pt x="67210" y="29409"/>
                    <a:pt x="67233" y="29409"/>
                  </a:cubicBezTo>
                  <a:cubicBezTo>
                    <a:pt x="69147" y="29409"/>
                    <a:pt x="71252" y="29651"/>
                    <a:pt x="72340" y="31318"/>
                  </a:cubicBezTo>
                  <a:cubicBezTo>
                    <a:pt x="73241" y="32701"/>
                    <a:pt x="73043" y="34924"/>
                    <a:pt x="72447" y="36513"/>
                  </a:cubicBezTo>
                  <a:cubicBezTo>
                    <a:pt x="71871" y="38046"/>
                    <a:pt x="70768" y="39317"/>
                    <a:pt x="69163" y="40292"/>
                  </a:cubicBezTo>
                  <a:cubicBezTo>
                    <a:pt x="65293" y="42649"/>
                    <a:pt x="60492" y="42849"/>
                    <a:pt x="56298" y="42850"/>
                  </a:cubicBezTo>
                  <a:lnTo>
                    <a:pt x="56268" y="42850"/>
                  </a:lnTo>
                  <a:cubicBezTo>
                    <a:pt x="46241" y="42850"/>
                    <a:pt x="36475" y="40614"/>
                    <a:pt x="29086" y="38666"/>
                  </a:cubicBezTo>
                  <a:cubicBezTo>
                    <a:pt x="25956" y="37839"/>
                    <a:pt x="22778" y="36952"/>
                    <a:pt x="19706" y="36095"/>
                  </a:cubicBezTo>
                  <a:cubicBezTo>
                    <a:pt x="13350" y="34319"/>
                    <a:pt x="6776" y="32482"/>
                    <a:pt x="244" y="31089"/>
                  </a:cubicBezTo>
                  <a:lnTo>
                    <a:pt x="1" y="31038"/>
                  </a:lnTo>
                  <a:lnTo>
                    <a:pt x="1" y="40777"/>
                  </a:lnTo>
                  <a:lnTo>
                    <a:pt x="105" y="40834"/>
                  </a:lnTo>
                  <a:cubicBezTo>
                    <a:pt x="528" y="41068"/>
                    <a:pt x="960" y="41284"/>
                    <a:pt x="1387" y="41477"/>
                  </a:cubicBezTo>
                  <a:cubicBezTo>
                    <a:pt x="4210" y="42747"/>
                    <a:pt x="6945" y="42957"/>
                    <a:pt x="9247" y="42996"/>
                  </a:cubicBezTo>
                  <a:lnTo>
                    <a:pt x="9694" y="43003"/>
                  </a:lnTo>
                  <a:cubicBezTo>
                    <a:pt x="11777" y="43036"/>
                    <a:pt x="13933" y="43072"/>
                    <a:pt x="16035" y="43364"/>
                  </a:cubicBezTo>
                  <a:cubicBezTo>
                    <a:pt x="17956" y="43633"/>
                    <a:pt x="19953" y="44050"/>
                    <a:pt x="21555" y="45283"/>
                  </a:cubicBezTo>
                  <a:cubicBezTo>
                    <a:pt x="22721" y="46179"/>
                    <a:pt x="23812" y="47901"/>
                    <a:pt x="23624" y="49723"/>
                  </a:cubicBezTo>
                  <a:cubicBezTo>
                    <a:pt x="23492" y="50977"/>
                    <a:pt x="22661" y="51876"/>
                    <a:pt x="21149" y="52395"/>
                  </a:cubicBezTo>
                  <a:cubicBezTo>
                    <a:pt x="19929" y="52815"/>
                    <a:pt x="18642" y="52977"/>
                    <a:pt x="17343" y="52977"/>
                  </a:cubicBezTo>
                  <a:cubicBezTo>
                    <a:pt x="14829" y="52977"/>
                    <a:pt x="12272" y="52369"/>
                    <a:pt x="10068" y="51847"/>
                  </a:cubicBezTo>
                  <a:cubicBezTo>
                    <a:pt x="7275" y="51184"/>
                    <a:pt x="4475" y="50237"/>
                    <a:pt x="1767" y="49323"/>
                  </a:cubicBezTo>
                  <a:cubicBezTo>
                    <a:pt x="1267" y="49155"/>
                    <a:pt x="767" y="48985"/>
                    <a:pt x="265" y="48818"/>
                  </a:cubicBezTo>
                  <a:lnTo>
                    <a:pt x="1" y="48728"/>
                  </a:lnTo>
                  <a:lnTo>
                    <a:pt x="1" y="54985"/>
                  </a:lnTo>
                  <a:lnTo>
                    <a:pt x="187" y="54999"/>
                  </a:lnTo>
                  <a:cubicBezTo>
                    <a:pt x="4720" y="55364"/>
                    <a:pt x="9668" y="55608"/>
                    <a:pt x="15316" y="55745"/>
                  </a:cubicBezTo>
                  <a:cubicBezTo>
                    <a:pt x="17327" y="55794"/>
                    <a:pt x="19280" y="55818"/>
                    <a:pt x="21180" y="55818"/>
                  </a:cubicBezTo>
                  <a:cubicBezTo>
                    <a:pt x="31405" y="55818"/>
                    <a:pt x="40078" y="55104"/>
                    <a:pt x="48122" y="53615"/>
                  </a:cubicBezTo>
                  <a:cubicBezTo>
                    <a:pt x="54125" y="52502"/>
                    <a:pt x="58913" y="51189"/>
                    <a:pt x="63191" y="49484"/>
                  </a:cubicBezTo>
                  <a:cubicBezTo>
                    <a:pt x="67326" y="47835"/>
                    <a:pt x="71599" y="45463"/>
                    <a:pt x="76643" y="42018"/>
                  </a:cubicBezTo>
                  <a:cubicBezTo>
                    <a:pt x="79721" y="39917"/>
                    <a:pt x="82780" y="37621"/>
                    <a:pt x="85739" y="35403"/>
                  </a:cubicBezTo>
                  <a:cubicBezTo>
                    <a:pt x="90819" y="31594"/>
                    <a:pt x="96072" y="27654"/>
                    <a:pt x="101563" y="24578"/>
                  </a:cubicBezTo>
                  <a:cubicBezTo>
                    <a:pt x="109139" y="20330"/>
                    <a:pt x="117758" y="18014"/>
                    <a:pt x="129508" y="17065"/>
                  </a:cubicBezTo>
                  <a:cubicBezTo>
                    <a:pt x="132858" y="16795"/>
                    <a:pt x="136254" y="16658"/>
                    <a:pt x="139725" y="16658"/>
                  </a:cubicBezTo>
                  <a:cubicBezTo>
                    <a:pt x="155229" y="16658"/>
                    <a:pt x="172239" y="19393"/>
                    <a:pt x="193363" y="25194"/>
                  </a:cubicBezTo>
                  <a:cubicBezTo>
                    <a:pt x="194320" y="25456"/>
                    <a:pt x="195279" y="25717"/>
                    <a:pt x="196240" y="25980"/>
                  </a:cubicBezTo>
                  <a:cubicBezTo>
                    <a:pt x="205628" y="28540"/>
                    <a:pt x="215334" y="31188"/>
                    <a:pt x="224421" y="35420"/>
                  </a:cubicBezTo>
                  <a:cubicBezTo>
                    <a:pt x="227275" y="36749"/>
                    <a:pt x="230329" y="38452"/>
                    <a:pt x="234037" y="40778"/>
                  </a:cubicBezTo>
                  <a:lnTo>
                    <a:pt x="234347" y="40971"/>
                  </a:lnTo>
                  <a:lnTo>
                    <a:pt x="234347" y="31794"/>
                  </a:lnTo>
                  <a:lnTo>
                    <a:pt x="234257" y="31734"/>
                  </a:lnTo>
                  <a:cubicBezTo>
                    <a:pt x="229156" y="28302"/>
                    <a:pt x="223710" y="25471"/>
                    <a:pt x="218442" y="22732"/>
                  </a:cubicBezTo>
                  <a:lnTo>
                    <a:pt x="216510" y="21728"/>
                  </a:lnTo>
                  <a:cubicBezTo>
                    <a:pt x="207587" y="17070"/>
                    <a:pt x="198587" y="12930"/>
                    <a:pt x="189764" y="9423"/>
                  </a:cubicBezTo>
                  <a:cubicBezTo>
                    <a:pt x="179135" y="5199"/>
                    <a:pt x="170836" y="2739"/>
                    <a:pt x="162852" y="1440"/>
                  </a:cubicBezTo>
                  <a:cubicBezTo>
                    <a:pt x="156959" y="482"/>
                    <a:pt x="150969" y="1"/>
                    <a:pt x="144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9"/>
            <p:cNvSpPr/>
            <p:nvPr/>
          </p:nvSpPr>
          <p:spPr>
            <a:xfrm>
              <a:off x="4303273" y="2401574"/>
              <a:ext cx="4977457" cy="2219891"/>
            </a:xfrm>
            <a:custGeom>
              <a:rect b="b" l="l" r="r" t="t"/>
              <a:pathLst>
                <a:path extrusionOk="0" h="55473" w="124382">
                  <a:moveTo>
                    <a:pt x="25918" y="402"/>
                  </a:moveTo>
                  <a:cubicBezTo>
                    <a:pt x="36041" y="402"/>
                    <a:pt x="47026" y="1991"/>
                    <a:pt x="60462" y="5393"/>
                  </a:cubicBezTo>
                  <a:cubicBezTo>
                    <a:pt x="70856" y="8024"/>
                    <a:pt x="81175" y="11807"/>
                    <a:pt x="91155" y="15464"/>
                  </a:cubicBezTo>
                  <a:cubicBezTo>
                    <a:pt x="92391" y="15917"/>
                    <a:pt x="93627" y="16369"/>
                    <a:pt x="94863" y="16822"/>
                  </a:cubicBezTo>
                  <a:lnTo>
                    <a:pt x="95647" y="17108"/>
                  </a:lnTo>
                  <a:cubicBezTo>
                    <a:pt x="105319" y="20631"/>
                    <a:pt x="115319" y="24277"/>
                    <a:pt x="123981" y="30890"/>
                  </a:cubicBezTo>
                  <a:lnTo>
                    <a:pt x="123981" y="53695"/>
                  </a:lnTo>
                  <a:cubicBezTo>
                    <a:pt x="123931" y="53594"/>
                    <a:pt x="123881" y="53490"/>
                    <a:pt x="123831" y="53388"/>
                  </a:cubicBezTo>
                  <a:cubicBezTo>
                    <a:pt x="121216" y="48116"/>
                    <a:pt x="118223" y="43645"/>
                    <a:pt x="114937" y="40100"/>
                  </a:cubicBezTo>
                  <a:cubicBezTo>
                    <a:pt x="110571" y="35392"/>
                    <a:pt x="105339" y="32142"/>
                    <a:pt x="101268" y="29834"/>
                  </a:cubicBezTo>
                  <a:cubicBezTo>
                    <a:pt x="91058" y="24049"/>
                    <a:pt x="80265" y="20787"/>
                    <a:pt x="69187" y="20137"/>
                  </a:cubicBezTo>
                  <a:cubicBezTo>
                    <a:pt x="67907" y="20061"/>
                    <a:pt x="66618" y="20024"/>
                    <a:pt x="65319" y="20024"/>
                  </a:cubicBezTo>
                  <a:cubicBezTo>
                    <a:pt x="61141" y="20024"/>
                    <a:pt x="56870" y="20411"/>
                    <a:pt x="52577" y="21181"/>
                  </a:cubicBezTo>
                  <a:cubicBezTo>
                    <a:pt x="48332" y="21940"/>
                    <a:pt x="44099" y="23239"/>
                    <a:pt x="40004" y="24495"/>
                  </a:cubicBezTo>
                  <a:cubicBezTo>
                    <a:pt x="38744" y="24880"/>
                    <a:pt x="37484" y="25268"/>
                    <a:pt x="36221" y="25639"/>
                  </a:cubicBezTo>
                  <a:cubicBezTo>
                    <a:pt x="30814" y="27232"/>
                    <a:pt x="25249" y="28662"/>
                    <a:pt x="19858" y="28662"/>
                  </a:cubicBezTo>
                  <a:cubicBezTo>
                    <a:pt x="15618" y="28662"/>
                    <a:pt x="11486" y="27778"/>
                    <a:pt x="7624" y="25392"/>
                  </a:cubicBezTo>
                  <a:cubicBezTo>
                    <a:pt x="1653" y="21703"/>
                    <a:pt x="639" y="17073"/>
                    <a:pt x="567" y="14640"/>
                  </a:cubicBezTo>
                  <a:cubicBezTo>
                    <a:pt x="413" y="9480"/>
                    <a:pt x="3668" y="6464"/>
                    <a:pt x="5623" y="5124"/>
                  </a:cubicBezTo>
                  <a:cubicBezTo>
                    <a:pt x="9015" y="2801"/>
                    <a:pt x="12910" y="1856"/>
                    <a:pt x="15924" y="1292"/>
                  </a:cubicBezTo>
                  <a:cubicBezTo>
                    <a:pt x="19039" y="709"/>
                    <a:pt x="22328" y="409"/>
                    <a:pt x="25700" y="402"/>
                  </a:cubicBezTo>
                  <a:close/>
                  <a:moveTo>
                    <a:pt x="25696" y="0"/>
                  </a:moveTo>
                  <a:cubicBezTo>
                    <a:pt x="22298" y="9"/>
                    <a:pt x="18984" y="309"/>
                    <a:pt x="15846" y="896"/>
                  </a:cubicBezTo>
                  <a:cubicBezTo>
                    <a:pt x="12791" y="1468"/>
                    <a:pt x="8843" y="2428"/>
                    <a:pt x="5390" y="4792"/>
                  </a:cubicBezTo>
                  <a:cubicBezTo>
                    <a:pt x="3368" y="6176"/>
                    <a:pt x="0" y="9300"/>
                    <a:pt x="160" y="14653"/>
                  </a:cubicBezTo>
                  <a:cubicBezTo>
                    <a:pt x="236" y="17166"/>
                    <a:pt x="1277" y="21947"/>
                    <a:pt x="7409" y="25735"/>
                  </a:cubicBezTo>
                  <a:cubicBezTo>
                    <a:pt x="11344" y="28167"/>
                    <a:pt x="15543" y="29067"/>
                    <a:pt x="19845" y="29067"/>
                  </a:cubicBezTo>
                  <a:cubicBezTo>
                    <a:pt x="25284" y="29067"/>
                    <a:pt x="30887" y="27628"/>
                    <a:pt x="36329" y="26025"/>
                  </a:cubicBezTo>
                  <a:cubicBezTo>
                    <a:pt x="37594" y="25653"/>
                    <a:pt x="38857" y="25265"/>
                    <a:pt x="40120" y="24877"/>
                  </a:cubicBezTo>
                  <a:cubicBezTo>
                    <a:pt x="44202" y="23626"/>
                    <a:pt x="48423" y="22331"/>
                    <a:pt x="52645" y="21575"/>
                  </a:cubicBezTo>
                  <a:cubicBezTo>
                    <a:pt x="56919" y="20811"/>
                    <a:pt x="61167" y="20426"/>
                    <a:pt x="65320" y="20426"/>
                  </a:cubicBezTo>
                  <a:cubicBezTo>
                    <a:pt x="66611" y="20426"/>
                    <a:pt x="67892" y="20464"/>
                    <a:pt x="69163" y="20538"/>
                  </a:cubicBezTo>
                  <a:cubicBezTo>
                    <a:pt x="80177" y="21183"/>
                    <a:pt x="90911" y="24429"/>
                    <a:pt x="101068" y="30184"/>
                  </a:cubicBezTo>
                  <a:cubicBezTo>
                    <a:pt x="105113" y="32476"/>
                    <a:pt x="110313" y="35707"/>
                    <a:pt x="114641" y="40373"/>
                  </a:cubicBezTo>
                  <a:cubicBezTo>
                    <a:pt x="117901" y="43892"/>
                    <a:pt x="120872" y="48330"/>
                    <a:pt x="123468" y="53567"/>
                  </a:cubicBezTo>
                  <a:cubicBezTo>
                    <a:pt x="123595" y="53824"/>
                    <a:pt x="123718" y="54084"/>
                    <a:pt x="123842" y="54344"/>
                  </a:cubicBezTo>
                  <a:lnTo>
                    <a:pt x="124380" y="55470"/>
                  </a:lnTo>
                  <a:lnTo>
                    <a:pt x="124380" y="30691"/>
                  </a:lnTo>
                  <a:lnTo>
                    <a:pt x="124301" y="30630"/>
                  </a:lnTo>
                  <a:cubicBezTo>
                    <a:pt x="115571" y="23942"/>
                    <a:pt x="105512" y="20275"/>
                    <a:pt x="95782" y="16727"/>
                  </a:cubicBezTo>
                  <a:lnTo>
                    <a:pt x="94996" y="16442"/>
                  </a:lnTo>
                  <a:cubicBezTo>
                    <a:pt x="93760" y="15992"/>
                    <a:pt x="92525" y="15539"/>
                    <a:pt x="91289" y="15087"/>
                  </a:cubicBezTo>
                  <a:cubicBezTo>
                    <a:pt x="81300" y="11425"/>
                    <a:pt x="70971" y="7640"/>
                    <a:pt x="60557" y="5003"/>
                  </a:cubicBezTo>
                  <a:cubicBezTo>
                    <a:pt x="47087" y="1592"/>
                    <a:pt x="36071" y="0"/>
                    <a:pt x="25913" y="0"/>
                  </a:cubicBezTo>
                  <a:close/>
                  <a:moveTo>
                    <a:pt x="124380" y="55470"/>
                  </a:moveTo>
                  <a:lnTo>
                    <a:pt x="124380" y="55473"/>
                  </a:lnTo>
                  <a:lnTo>
                    <a:pt x="124381" y="55473"/>
                  </a:lnTo>
                  <a:lnTo>
                    <a:pt x="124380" y="5547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9"/>
            <p:cNvSpPr/>
            <p:nvPr/>
          </p:nvSpPr>
          <p:spPr>
            <a:xfrm>
              <a:off x="-97184" y="3183486"/>
              <a:ext cx="4473596" cy="1988630"/>
            </a:xfrm>
            <a:custGeom>
              <a:rect b="b" l="l" r="r" t="t"/>
              <a:pathLst>
                <a:path extrusionOk="0" h="49694" w="111791">
                  <a:moveTo>
                    <a:pt x="97341" y="420"/>
                  </a:moveTo>
                  <a:cubicBezTo>
                    <a:pt x="98733" y="420"/>
                    <a:pt x="99979" y="773"/>
                    <a:pt x="101045" y="1273"/>
                  </a:cubicBezTo>
                  <a:cubicBezTo>
                    <a:pt x="104764" y="3021"/>
                    <a:pt x="109232" y="7243"/>
                    <a:pt x="110572" y="11931"/>
                  </a:cubicBezTo>
                  <a:cubicBezTo>
                    <a:pt x="111369" y="14719"/>
                    <a:pt x="110985" y="17351"/>
                    <a:pt x="109429" y="19750"/>
                  </a:cubicBezTo>
                  <a:cubicBezTo>
                    <a:pt x="107469" y="22776"/>
                    <a:pt x="104270" y="24339"/>
                    <a:pt x="101702" y="25361"/>
                  </a:cubicBezTo>
                  <a:cubicBezTo>
                    <a:pt x="98754" y="26534"/>
                    <a:pt x="95452" y="27464"/>
                    <a:pt x="91607" y="28204"/>
                  </a:cubicBezTo>
                  <a:cubicBezTo>
                    <a:pt x="89921" y="28528"/>
                    <a:pt x="88200" y="28811"/>
                    <a:pt x="86532" y="29084"/>
                  </a:cubicBezTo>
                  <a:cubicBezTo>
                    <a:pt x="79681" y="30207"/>
                    <a:pt x="72597" y="31372"/>
                    <a:pt x="66253" y="35734"/>
                  </a:cubicBezTo>
                  <a:cubicBezTo>
                    <a:pt x="61721" y="38849"/>
                    <a:pt x="57707" y="43535"/>
                    <a:pt x="54638" y="49289"/>
                  </a:cubicBezTo>
                  <a:lnTo>
                    <a:pt x="3363" y="49289"/>
                  </a:lnTo>
                  <a:cubicBezTo>
                    <a:pt x="1730" y="49289"/>
                    <a:pt x="402" y="47585"/>
                    <a:pt x="402" y="45488"/>
                  </a:cubicBezTo>
                  <a:lnTo>
                    <a:pt x="402" y="27817"/>
                  </a:lnTo>
                  <a:cubicBezTo>
                    <a:pt x="6956" y="29756"/>
                    <a:pt x="13549" y="31125"/>
                    <a:pt x="20006" y="31888"/>
                  </a:cubicBezTo>
                  <a:cubicBezTo>
                    <a:pt x="24832" y="32458"/>
                    <a:pt x="29867" y="32744"/>
                    <a:pt x="35067" y="32744"/>
                  </a:cubicBezTo>
                  <a:cubicBezTo>
                    <a:pt x="39433" y="32744"/>
                    <a:pt x="43915" y="32543"/>
                    <a:pt x="48490" y="32140"/>
                  </a:cubicBezTo>
                  <a:cubicBezTo>
                    <a:pt x="52725" y="31766"/>
                    <a:pt x="57090" y="31156"/>
                    <a:pt x="61838" y="30276"/>
                  </a:cubicBezTo>
                  <a:cubicBezTo>
                    <a:pt x="65200" y="29650"/>
                    <a:pt x="69115" y="28700"/>
                    <a:pt x="72658" y="26377"/>
                  </a:cubicBezTo>
                  <a:cubicBezTo>
                    <a:pt x="76773" y="23677"/>
                    <a:pt x="79509" y="18971"/>
                    <a:pt x="82157" y="14419"/>
                  </a:cubicBezTo>
                  <a:cubicBezTo>
                    <a:pt x="83207" y="12610"/>
                    <a:pt x="84295" y="10742"/>
                    <a:pt x="85446" y="9038"/>
                  </a:cubicBezTo>
                  <a:cubicBezTo>
                    <a:pt x="89943" y="2389"/>
                    <a:pt x="94052" y="420"/>
                    <a:pt x="97341" y="420"/>
                  </a:cubicBezTo>
                  <a:close/>
                  <a:moveTo>
                    <a:pt x="97320" y="1"/>
                  </a:moveTo>
                  <a:cubicBezTo>
                    <a:pt x="92272" y="1"/>
                    <a:pt x="88015" y="4523"/>
                    <a:pt x="85113" y="8813"/>
                  </a:cubicBezTo>
                  <a:cubicBezTo>
                    <a:pt x="83953" y="10529"/>
                    <a:pt x="82863" y="12404"/>
                    <a:pt x="81808" y="14217"/>
                  </a:cubicBezTo>
                  <a:cubicBezTo>
                    <a:pt x="79187" y="18729"/>
                    <a:pt x="76473" y="23393"/>
                    <a:pt x="72437" y="26041"/>
                  </a:cubicBezTo>
                  <a:cubicBezTo>
                    <a:pt x="68955" y="28325"/>
                    <a:pt x="65088" y="29264"/>
                    <a:pt x="61763" y="29881"/>
                  </a:cubicBezTo>
                  <a:cubicBezTo>
                    <a:pt x="57027" y="30760"/>
                    <a:pt x="52675" y="31369"/>
                    <a:pt x="48454" y="31740"/>
                  </a:cubicBezTo>
                  <a:cubicBezTo>
                    <a:pt x="43892" y="32141"/>
                    <a:pt x="39422" y="32342"/>
                    <a:pt x="35069" y="32342"/>
                  </a:cubicBezTo>
                  <a:cubicBezTo>
                    <a:pt x="29883" y="32342"/>
                    <a:pt x="24864" y="32057"/>
                    <a:pt x="20053" y="31489"/>
                  </a:cubicBezTo>
                  <a:cubicBezTo>
                    <a:pt x="13535" y="30716"/>
                    <a:pt x="6875" y="29326"/>
                    <a:pt x="259" y="27354"/>
                  </a:cubicBezTo>
                  <a:lnTo>
                    <a:pt x="1" y="27277"/>
                  </a:lnTo>
                  <a:lnTo>
                    <a:pt x="1" y="45491"/>
                  </a:lnTo>
                  <a:cubicBezTo>
                    <a:pt x="1" y="47809"/>
                    <a:pt x="1508" y="49694"/>
                    <a:pt x="3363" y="49694"/>
                  </a:cubicBezTo>
                  <a:lnTo>
                    <a:pt x="54879" y="49694"/>
                  </a:lnTo>
                  <a:lnTo>
                    <a:pt x="54936" y="49585"/>
                  </a:lnTo>
                  <a:cubicBezTo>
                    <a:pt x="57983" y="43837"/>
                    <a:pt x="61975" y="39163"/>
                    <a:pt x="66481" y="36064"/>
                  </a:cubicBezTo>
                  <a:cubicBezTo>
                    <a:pt x="72751" y="31752"/>
                    <a:pt x="79791" y="30597"/>
                    <a:pt x="86599" y="29479"/>
                  </a:cubicBezTo>
                  <a:cubicBezTo>
                    <a:pt x="88267" y="29206"/>
                    <a:pt x="89993" y="28921"/>
                    <a:pt x="91683" y="28597"/>
                  </a:cubicBezTo>
                  <a:cubicBezTo>
                    <a:pt x="95554" y="27852"/>
                    <a:pt x="98882" y="26914"/>
                    <a:pt x="101852" y="25732"/>
                  </a:cubicBezTo>
                  <a:cubicBezTo>
                    <a:pt x="104477" y="24689"/>
                    <a:pt x="107747" y="23089"/>
                    <a:pt x="109769" y="19968"/>
                  </a:cubicBezTo>
                  <a:cubicBezTo>
                    <a:pt x="111389" y="17466"/>
                    <a:pt x="111791" y="14724"/>
                    <a:pt x="110961" y="11820"/>
                  </a:cubicBezTo>
                  <a:cubicBezTo>
                    <a:pt x="109585" y="7016"/>
                    <a:pt x="105018" y="2695"/>
                    <a:pt x="101216" y="909"/>
                  </a:cubicBezTo>
                  <a:cubicBezTo>
                    <a:pt x="99874" y="279"/>
                    <a:pt x="98573" y="1"/>
                    <a:pt x="973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9"/>
            <p:cNvSpPr/>
            <p:nvPr/>
          </p:nvSpPr>
          <p:spPr>
            <a:xfrm>
              <a:off x="2768223" y="4443454"/>
              <a:ext cx="4335456" cy="728679"/>
            </a:xfrm>
            <a:custGeom>
              <a:rect b="b" l="l" r="r" t="t"/>
              <a:pathLst>
                <a:path extrusionOk="0" h="18209" w="108339">
                  <a:moveTo>
                    <a:pt x="27698" y="402"/>
                  </a:moveTo>
                  <a:cubicBezTo>
                    <a:pt x="32888" y="402"/>
                    <a:pt x="38022" y="2124"/>
                    <a:pt x="42576" y="3656"/>
                  </a:cubicBezTo>
                  <a:cubicBezTo>
                    <a:pt x="47416" y="5283"/>
                    <a:pt x="52582" y="6948"/>
                    <a:pt x="57857" y="7844"/>
                  </a:cubicBezTo>
                  <a:cubicBezTo>
                    <a:pt x="62292" y="8597"/>
                    <a:pt x="66755" y="8977"/>
                    <a:pt x="71177" y="8977"/>
                  </a:cubicBezTo>
                  <a:cubicBezTo>
                    <a:pt x="72693" y="8977"/>
                    <a:pt x="74204" y="8932"/>
                    <a:pt x="75707" y="8843"/>
                  </a:cubicBezTo>
                  <a:cubicBezTo>
                    <a:pt x="78578" y="8671"/>
                    <a:pt x="81363" y="8335"/>
                    <a:pt x="83983" y="7841"/>
                  </a:cubicBezTo>
                  <a:cubicBezTo>
                    <a:pt x="84740" y="7698"/>
                    <a:pt x="85506" y="7531"/>
                    <a:pt x="86246" y="7371"/>
                  </a:cubicBezTo>
                  <a:cubicBezTo>
                    <a:pt x="87567" y="7085"/>
                    <a:pt x="88932" y="6788"/>
                    <a:pt x="90288" y="6616"/>
                  </a:cubicBezTo>
                  <a:cubicBezTo>
                    <a:pt x="91569" y="6455"/>
                    <a:pt x="92767" y="6374"/>
                    <a:pt x="93889" y="6374"/>
                  </a:cubicBezTo>
                  <a:cubicBezTo>
                    <a:pt x="97369" y="6374"/>
                    <a:pt x="100126" y="7157"/>
                    <a:pt x="102405" y="8765"/>
                  </a:cubicBezTo>
                  <a:cubicBezTo>
                    <a:pt x="104715" y="10399"/>
                    <a:pt x="107752" y="14521"/>
                    <a:pt x="107336" y="17804"/>
                  </a:cubicBezTo>
                  <a:lnTo>
                    <a:pt x="2840" y="17804"/>
                  </a:lnTo>
                  <a:cubicBezTo>
                    <a:pt x="2038" y="16930"/>
                    <a:pt x="1495" y="16015"/>
                    <a:pt x="1180" y="15011"/>
                  </a:cubicBezTo>
                  <a:cubicBezTo>
                    <a:pt x="328" y="12292"/>
                    <a:pt x="1140" y="8835"/>
                    <a:pt x="2950" y="7464"/>
                  </a:cubicBezTo>
                  <a:cubicBezTo>
                    <a:pt x="4188" y="6527"/>
                    <a:pt x="5746" y="6255"/>
                    <a:pt x="7263" y="6255"/>
                  </a:cubicBezTo>
                  <a:cubicBezTo>
                    <a:pt x="8508" y="6255"/>
                    <a:pt x="9724" y="6438"/>
                    <a:pt x="10713" y="6586"/>
                  </a:cubicBezTo>
                  <a:cubicBezTo>
                    <a:pt x="13555" y="7015"/>
                    <a:pt x="16398" y="7815"/>
                    <a:pt x="19148" y="8591"/>
                  </a:cubicBezTo>
                  <a:cubicBezTo>
                    <a:pt x="20420" y="8950"/>
                    <a:pt x="21733" y="9320"/>
                    <a:pt x="23031" y="9648"/>
                  </a:cubicBezTo>
                  <a:cubicBezTo>
                    <a:pt x="23892" y="9867"/>
                    <a:pt x="24772" y="10044"/>
                    <a:pt x="25624" y="10217"/>
                  </a:cubicBezTo>
                  <a:cubicBezTo>
                    <a:pt x="26578" y="10410"/>
                    <a:pt x="27561" y="10610"/>
                    <a:pt x="28520" y="10866"/>
                  </a:cubicBezTo>
                  <a:cubicBezTo>
                    <a:pt x="29266" y="11066"/>
                    <a:pt x="30023" y="11287"/>
                    <a:pt x="30753" y="11502"/>
                  </a:cubicBezTo>
                  <a:cubicBezTo>
                    <a:pt x="31592" y="11746"/>
                    <a:pt x="32458" y="12000"/>
                    <a:pt x="33317" y="12223"/>
                  </a:cubicBezTo>
                  <a:lnTo>
                    <a:pt x="33467" y="12263"/>
                  </a:lnTo>
                  <a:cubicBezTo>
                    <a:pt x="34991" y="12659"/>
                    <a:pt x="36728" y="13111"/>
                    <a:pt x="38421" y="13111"/>
                  </a:cubicBezTo>
                  <a:cubicBezTo>
                    <a:pt x="39680" y="13111"/>
                    <a:pt x="40914" y="12861"/>
                    <a:pt x="42017" y="12152"/>
                  </a:cubicBezTo>
                  <a:cubicBezTo>
                    <a:pt x="42247" y="12003"/>
                    <a:pt x="42254" y="11687"/>
                    <a:pt x="42130" y="11480"/>
                  </a:cubicBezTo>
                  <a:cubicBezTo>
                    <a:pt x="39927" y="7838"/>
                    <a:pt x="35420" y="7355"/>
                    <a:pt x="32131" y="7002"/>
                  </a:cubicBezTo>
                  <a:cubicBezTo>
                    <a:pt x="30552" y="6834"/>
                    <a:pt x="28936" y="6794"/>
                    <a:pt x="27373" y="6755"/>
                  </a:cubicBezTo>
                  <a:cubicBezTo>
                    <a:pt x="24971" y="6694"/>
                    <a:pt x="22485" y="6634"/>
                    <a:pt x="20094" y="6098"/>
                  </a:cubicBezTo>
                  <a:lnTo>
                    <a:pt x="19861" y="6045"/>
                  </a:lnTo>
                  <a:cubicBezTo>
                    <a:pt x="19174" y="5899"/>
                    <a:pt x="18323" y="5715"/>
                    <a:pt x="17845" y="5185"/>
                  </a:cubicBezTo>
                  <a:cubicBezTo>
                    <a:pt x="17683" y="5000"/>
                    <a:pt x="17613" y="4809"/>
                    <a:pt x="17637" y="4599"/>
                  </a:cubicBezTo>
                  <a:cubicBezTo>
                    <a:pt x="17720" y="3886"/>
                    <a:pt x="18816" y="3119"/>
                    <a:pt x="19284" y="2791"/>
                  </a:cubicBezTo>
                  <a:lnTo>
                    <a:pt x="19370" y="2730"/>
                  </a:lnTo>
                  <a:cubicBezTo>
                    <a:pt x="21382" y="1313"/>
                    <a:pt x="23882" y="535"/>
                    <a:pt x="26803" y="420"/>
                  </a:cubicBezTo>
                  <a:cubicBezTo>
                    <a:pt x="27101" y="408"/>
                    <a:pt x="27399" y="402"/>
                    <a:pt x="27698" y="402"/>
                  </a:cubicBezTo>
                  <a:close/>
                  <a:moveTo>
                    <a:pt x="27716" y="0"/>
                  </a:moveTo>
                  <a:cubicBezTo>
                    <a:pt x="27408" y="0"/>
                    <a:pt x="27101" y="6"/>
                    <a:pt x="26793" y="18"/>
                  </a:cubicBezTo>
                  <a:cubicBezTo>
                    <a:pt x="23792" y="137"/>
                    <a:pt x="21220" y="940"/>
                    <a:pt x="19143" y="2401"/>
                  </a:cubicBezTo>
                  <a:lnTo>
                    <a:pt x="19057" y="2461"/>
                  </a:lnTo>
                  <a:cubicBezTo>
                    <a:pt x="18500" y="2850"/>
                    <a:pt x="17342" y="3659"/>
                    <a:pt x="17241" y="4552"/>
                  </a:cubicBezTo>
                  <a:cubicBezTo>
                    <a:pt x="17204" y="4879"/>
                    <a:pt x="17307" y="5183"/>
                    <a:pt x="17550" y="5452"/>
                  </a:cubicBezTo>
                  <a:cubicBezTo>
                    <a:pt x="18114" y="6081"/>
                    <a:pt x="19037" y="6279"/>
                    <a:pt x="19779" y="6438"/>
                  </a:cubicBezTo>
                  <a:lnTo>
                    <a:pt x="20009" y="6488"/>
                  </a:lnTo>
                  <a:cubicBezTo>
                    <a:pt x="22436" y="7034"/>
                    <a:pt x="24942" y="7095"/>
                    <a:pt x="27366" y="7155"/>
                  </a:cubicBezTo>
                  <a:cubicBezTo>
                    <a:pt x="28920" y="7194"/>
                    <a:pt x="30528" y="7234"/>
                    <a:pt x="32089" y="7401"/>
                  </a:cubicBezTo>
                  <a:cubicBezTo>
                    <a:pt x="35297" y="7744"/>
                    <a:pt x="39689" y="8215"/>
                    <a:pt x="41788" y="11686"/>
                  </a:cubicBezTo>
                  <a:cubicBezTo>
                    <a:pt x="41818" y="11736"/>
                    <a:pt x="41813" y="11800"/>
                    <a:pt x="41803" y="11810"/>
                  </a:cubicBezTo>
                  <a:cubicBezTo>
                    <a:pt x="40777" y="12469"/>
                    <a:pt x="39614" y="12703"/>
                    <a:pt x="38419" y="12703"/>
                  </a:cubicBezTo>
                  <a:cubicBezTo>
                    <a:pt x="36773" y="12703"/>
                    <a:pt x="35066" y="12260"/>
                    <a:pt x="33571" y="11872"/>
                  </a:cubicBezTo>
                  <a:lnTo>
                    <a:pt x="33421" y="11832"/>
                  </a:lnTo>
                  <a:cubicBezTo>
                    <a:pt x="32568" y="11613"/>
                    <a:pt x="31706" y="11359"/>
                    <a:pt x="30871" y="11114"/>
                  </a:cubicBezTo>
                  <a:cubicBezTo>
                    <a:pt x="30136" y="10900"/>
                    <a:pt x="29377" y="10677"/>
                    <a:pt x="28627" y="10477"/>
                  </a:cubicBezTo>
                  <a:cubicBezTo>
                    <a:pt x="27659" y="10217"/>
                    <a:pt x="26667" y="10017"/>
                    <a:pt x="25708" y="9823"/>
                  </a:cubicBezTo>
                  <a:cubicBezTo>
                    <a:pt x="24862" y="9650"/>
                    <a:pt x="23985" y="9473"/>
                    <a:pt x="23133" y="9257"/>
                  </a:cubicBezTo>
                  <a:cubicBezTo>
                    <a:pt x="21840" y="8930"/>
                    <a:pt x="20529" y="8560"/>
                    <a:pt x="19261" y="8202"/>
                  </a:cubicBezTo>
                  <a:cubicBezTo>
                    <a:pt x="16498" y="7424"/>
                    <a:pt x="13642" y="6619"/>
                    <a:pt x="10776" y="6188"/>
                  </a:cubicBezTo>
                  <a:cubicBezTo>
                    <a:pt x="9769" y="6036"/>
                    <a:pt x="8534" y="5850"/>
                    <a:pt x="7263" y="5850"/>
                  </a:cubicBezTo>
                  <a:cubicBezTo>
                    <a:pt x="5677" y="5850"/>
                    <a:pt x="4036" y="6139"/>
                    <a:pt x="2711" y="7142"/>
                  </a:cubicBezTo>
                  <a:cubicBezTo>
                    <a:pt x="579" y="8757"/>
                    <a:pt x="1" y="12576"/>
                    <a:pt x="798" y="15131"/>
                  </a:cubicBezTo>
                  <a:cubicBezTo>
                    <a:pt x="1138" y="16218"/>
                    <a:pt x="1730" y="17203"/>
                    <a:pt x="2606" y="18144"/>
                  </a:cubicBezTo>
                  <a:lnTo>
                    <a:pt x="2666" y="18209"/>
                  </a:lnTo>
                  <a:lnTo>
                    <a:pt x="107680" y="18209"/>
                  </a:lnTo>
                  <a:lnTo>
                    <a:pt x="107713" y="18040"/>
                  </a:lnTo>
                  <a:cubicBezTo>
                    <a:pt x="108339" y="14231"/>
                    <a:pt x="104720" y="9907"/>
                    <a:pt x="102642" y="8438"/>
                  </a:cubicBezTo>
                  <a:cubicBezTo>
                    <a:pt x="100295" y="6780"/>
                    <a:pt x="97465" y="5972"/>
                    <a:pt x="93901" y="5972"/>
                  </a:cubicBezTo>
                  <a:cubicBezTo>
                    <a:pt x="92759" y="5972"/>
                    <a:pt x="91543" y="6055"/>
                    <a:pt x="90243" y="6219"/>
                  </a:cubicBezTo>
                  <a:cubicBezTo>
                    <a:pt x="88870" y="6392"/>
                    <a:pt x="87495" y="6691"/>
                    <a:pt x="86166" y="6979"/>
                  </a:cubicBezTo>
                  <a:cubicBezTo>
                    <a:pt x="85428" y="7141"/>
                    <a:pt x="84666" y="7307"/>
                    <a:pt x="83913" y="7448"/>
                  </a:cubicBezTo>
                  <a:cubicBezTo>
                    <a:pt x="81310" y="7937"/>
                    <a:pt x="78543" y="8272"/>
                    <a:pt x="75687" y="8443"/>
                  </a:cubicBezTo>
                  <a:cubicBezTo>
                    <a:pt x="74193" y="8531"/>
                    <a:pt x="72692" y="8575"/>
                    <a:pt x="71186" y="8575"/>
                  </a:cubicBezTo>
                  <a:cubicBezTo>
                    <a:pt x="66784" y="8575"/>
                    <a:pt x="62342" y="8199"/>
                    <a:pt x="57928" y="7448"/>
                  </a:cubicBezTo>
                  <a:cubicBezTo>
                    <a:pt x="52682" y="6556"/>
                    <a:pt x="47532" y="4898"/>
                    <a:pt x="42708" y="3276"/>
                  </a:cubicBezTo>
                  <a:cubicBezTo>
                    <a:pt x="38128" y="1734"/>
                    <a:pt x="32975" y="0"/>
                    <a:pt x="27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9"/>
            <p:cNvSpPr/>
            <p:nvPr/>
          </p:nvSpPr>
          <p:spPr>
            <a:xfrm>
              <a:off x="4932235" y="3608718"/>
              <a:ext cx="4348422" cy="1563444"/>
            </a:xfrm>
            <a:custGeom>
              <a:rect b="b" l="l" r="r" t="t"/>
              <a:pathLst>
                <a:path extrusionOk="0" h="39069" w="108663">
                  <a:moveTo>
                    <a:pt x="46151" y="403"/>
                  </a:moveTo>
                  <a:cubicBezTo>
                    <a:pt x="46500" y="403"/>
                    <a:pt x="46847" y="405"/>
                    <a:pt x="47194" y="409"/>
                  </a:cubicBezTo>
                  <a:cubicBezTo>
                    <a:pt x="60555" y="576"/>
                    <a:pt x="71907" y="4288"/>
                    <a:pt x="80932" y="11441"/>
                  </a:cubicBezTo>
                  <a:cubicBezTo>
                    <a:pt x="84958" y="14633"/>
                    <a:pt x="88903" y="18201"/>
                    <a:pt x="92718" y="21653"/>
                  </a:cubicBezTo>
                  <a:cubicBezTo>
                    <a:pt x="94523" y="23286"/>
                    <a:pt x="96389" y="24974"/>
                    <a:pt x="98238" y="26600"/>
                  </a:cubicBezTo>
                  <a:cubicBezTo>
                    <a:pt x="101177" y="29181"/>
                    <a:pt x="104663" y="32202"/>
                    <a:pt x="108257" y="35034"/>
                  </a:cubicBezTo>
                  <a:cubicBezTo>
                    <a:pt x="108185" y="37046"/>
                    <a:pt x="106877" y="38663"/>
                    <a:pt x="105303" y="38663"/>
                  </a:cubicBezTo>
                  <a:lnTo>
                    <a:pt x="95006" y="38663"/>
                  </a:lnTo>
                  <a:cubicBezTo>
                    <a:pt x="94337" y="37862"/>
                    <a:pt x="93741" y="37110"/>
                    <a:pt x="93190" y="36368"/>
                  </a:cubicBezTo>
                  <a:cubicBezTo>
                    <a:pt x="91738" y="34415"/>
                    <a:pt x="90482" y="32209"/>
                    <a:pt x="89268" y="30076"/>
                  </a:cubicBezTo>
                  <a:cubicBezTo>
                    <a:pt x="88255" y="28296"/>
                    <a:pt x="87207" y="26455"/>
                    <a:pt x="86046" y="24761"/>
                  </a:cubicBezTo>
                  <a:cubicBezTo>
                    <a:pt x="84901" y="23090"/>
                    <a:pt x="83654" y="21394"/>
                    <a:pt x="82109" y="20589"/>
                  </a:cubicBezTo>
                  <a:cubicBezTo>
                    <a:pt x="81766" y="20411"/>
                    <a:pt x="81285" y="20282"/>
                    <a:pt x="80790" y="20282"/>
                  </a:cubicBezTo>
                  <a:cubicBezTo>
                    <a:pt x="80446" y="20282"/>
                    <a:pt x="80095" y="20344"/>
                    <a:pt x="79779" y="20494"/>
                  </a:cubicBezTo>
                  <a:cubicBezTo>
                    <a:pt x="79253" y="20744"/>
                    <a:pt x="78909" y="21200"/>
                    <a:pt x="78784" y="21809"/>
                  </a:cubicBezTo>
                  <a:cubicBezTo>
                    <a:pt x="78479" y="23295"/>
                    <a:pt x="79725" y="24879"/>
                    <a:pt x="80550" y="25925"/>
                  </a:cubicBezTo>
                  <a:cubicBezTo>
                    <a:pt x="80666" y="26074"/>
                    <a:pt x="80775" y="26210"/>
                    <a:pt x="80868" y="26335"/>
                  </a:cubicBezTo>
                  <a:cubicBezTo>
                    <a:pt x="81946" y="27764"/>
                    <a:pt x="82835" y="29354"/>
                    <a:pt x="83661" y="31345"/>
                  </a:cubicBezTo>
                  <a:cubicBezTo>
                    <a:pt x="84287" y="32848"/>
                    <a:pt x="85364" y="35767"/>
                    <a:pt x="85660" y="38663"/>
                  </a:cubicBezTo>
                  <a:lnTo>
                    <a:pt x="76327" y="38663"/>
                  </a:lnTo>
                  <a:cubicBezTo>
                    <a:pt x="76685" y="34328"/>
                    <a:pt x="75134" y="29497"/>
                    <a:pt x="72336" y="26295"/>
                  </a:cubicBezTo>
                  <a:cubicBezTo>
                    <a:pt x="70016" y="23636"/>
                    <a:pt x="66829" y="21619"/>
                    <a:pt x="62597" y="20130"/>
                  </a:cubicBezTo>
                  <a:cubicBezTo>
                    <a:pt x="58968" y="18853"/>
                    <a:pt x="54987" y="18071"/>
                    <a:pt x="50066" y="17668"/>
                  </a:cubicBezTo>
                  <a:cubicBezTo>
                    <a:pt x="47919" y="17494"/>
                    <a:pt x="45723" y="17407"/>
                    <a:pt x="43437" y="17407"/>
                  </a:cubicBezTo>
                  <a:cubicBezTo>
                    <a:pt x="41731" y="17407"/>
                    <a:pt x="39974" y="17455"/>
                    <a:pt x="38150" y="17552"/>
                  </a:cubicBezTo>
                  <a:cubicBezTo>
                    <a:pt x="34341" y="17757"/>
                    <a:pt x="31394" y="18197"/>
                    <a:pt x="28604" y="18985"/>
                  </a:cubicBezTo>
                  <a:cubicBezTo>
                    <a:pt x="27525" y="19288"/>
                    <a:pt x="26448" y="19608"/>
                    <a:pt x="25369" y="19927"/>
                  </a:cubicBezTo>
                  <a:cubicBezTo>
                    <a:pt x="21997" y="20924"/>
                    <a:pt x="18511" y="21956"/>
                    <a:pt x="15020" y="22506"/>
                  </a:cubicBezTo>
                  <a:cubicBezTo>
                    <a:pt x="13538" y="22740"/>
                    <a:pt x="11993" y="22922"/>
                    <a:pt x="10477" y="22922"/>
                  </a:cubicBezTo>
                  <a:cubicBezTo>
                    <a:pt x="7660" y="22922"/>
                    <a:pt x="4942" y="22294"/>
                    <a:pt x="2908" y="20201"/>
                  </a:cubicBezTo>
                  <a:cubicBezTo>
                    <a:pt x="2318" y="19594"/>
                    <a:pt x="445" y="17417"/>
                    <a:pt x="1110" y="14892"/>
                  </a:cubicBezTo>
                  <a:cubicBezTo>
                    <a:pt x="1609" y="13004"/>
                    <a:pt x="3139" y="11676"/>
                    <a:pt x="4417" y="10728"/>
                  </a:cubicBezTo>
                  <a:cubicBezTo>
                    <a:pt x="7502" y="8442"/>
                    <a:pt x="11094" y="7120"/>
                    <a:pt x="14506" y="5962"/>
                  </a:cubicBezTo>
                  <a:cubicBezTo>
                    <a:pt x="25380" y="2272"/>
                    <a:pt x="36012" y="403"/>
                    <a:pt x="46151" y="403"/>
                  </a:cubicBezTo>
                  <a:close/>
                  <a:moveTo>
                    <a:pt x="46184" y="0"/>
                  </a:moveTo>
                  <a:cubicBezTo>
                    <a:pt x="35995" y="0"/>
                    <a:pt x="25302" y="1873"/>
                    <a:pt x="14376" y="5582"/>
                  </a:cubicBezTo>
                  <a:cubicBezTo>
                    <a:pt x="10932" y="6749"/>
                    <a:pt x="7309" y="8083"/>
                    <a:pt x="4175" y="10405"/>
                  </a:cubicBezTo>
                  <a:cubicBezTo>
                    <a:pt x="2845" y="11391"/>
                    <a:pt x="1250" y="12780"/>
                    <a:pt x="720" y="14790"/>
                  </a:cubicBezTo>
                  <a:cubicBezTo>
                    <a:pt x="0" y="17521"/>
                    <a:pt x="1992" y="19837"/>
                    <a:pt x="2618" y="20484"/>
                  </a:cubicBezTo>
                  <a:cubicBezTo>
                    <a:pt x="4745" y="22672"/>
                    <a:pt x="7559" y="23326"/>
                    <a:pt x="10464" y="23326"/>
                  </a:cubicBezTo>
                  <a:cubicBezTo>
                    <a:pt x="12008" y="23326"/>
                    <a:pt x="13578" y="23141"/>
                    <a:pt x="15083" y="22903"/>
                  </a:cubicBezTo>
                  <a:cubicBezTo>
                    <a:pt x="18599" y="22350"/>
                    <a:pt x="22098" y="21314"/>
                    <a:pt x="25483" y="20314"/>
                  </a:cubicBezTo>
                  <a:cubicBezTo>
                    <a:pt x="26558" y="19996"/>
                    <a:pt x="27635" y="19678"/>
                    <a:pt x="28713" y="19374"/>
                  </a:cubicBezTo>
                  <a:cubicBezTo>
                    <a:pt x="31476" y="18595"/>
                    <a:pt x="34392" y="18158"/>
                    <a:pt x="38171" y="17957"/>
                  </a:cubicBezTo>
                  <a:cubicBezTo>
                    <a:pt x="39992" y="17859"/>
                    <a:pt x="41744" y="17811"/>
                    <a:pt x="43446" y="17811"/>
                  </a:cubicBezTo>
                  <a:cubicBezTo>
                    <a:pt x="45718" y="17811"/>
                    <a:pt x="47900" y="17898"/>
                    <a:pt x="50034" y="18072"/>
                  </a:cubicBezTo>
                  <a:cubicBezTo>
                    <a:pt x="54919" y="18471"/>
                    <a:pt x="58869" y="19245"/>
                    <a:pt x="62464" y="20513"/>
                  </a:cubicBezTo>
                  <a:cubicBezTo>
                    <a:pt x="66629" y="21980"/>
                    <a:pt x="69761" y="23959"/>
                    <a:pt x="72035" y="26564"/>
                  </a:cubicBezTo>
                  <a:cubicBezTo>
                    <a:pt x="74808" y="29740"/>
                    <a:pt x="76328" y="34562"/>
                    <a:pt x="75907" y="38847"/>
                  </a:cubicBezTo>
                  <a:lnTo>
                    <a:pt x="75885" y="39069"/>
                  </a:lnTo>
                  <a:lnTo>
                    <a:pt x="86103" y="39069"/>
                  </a:lnTo>
                  <a:lnTo>
                    <a:pt x="86083" y="38849"/>
                  </a:lnTo>
                  <a:cubicBezTo>
                    <a:pt x="85816" y="35827"/>
                    <a:pt x="84685" y="32755"/>
                    <a:pt x="84035" y="31193"/>
                  </a:cubicBezTo>
                  <a:cubicBezTo>
                    <a:pt x="83194" y="29170"/>
                    <a:pt x="82289" y="27550"/>
                    <a:pt x="81192" y="26094"/>
                  </a:cubicBezTo>
                  <a:cubicBezTo>
                    <a:pt x="81095" y="25968"/>
                    <a:pt x="80986" y="25829"/>
                    <a:pt x="80868" y="25679"/>
                  </a:cubicBezTo>
                  <a:cubicBezTo>
                    <a:pt x="80089" y="24692"/>
                    <a:pt x="78913" y="23196"/>
                    <a:pt x="79180" y="21893"/>
                  </a:cubicBezTo>
                  <a:cubicBezTo>
                    <a:pt x="79280" y="21406"/>
                    <a:pt x="79542" y="21057"/>
                    <a:pt x="79953" y="20860"/>
                  </a:cubicBezTo>
                  <a:cubicBezTo>
                    <a:pt x="80215" y="20736"/>
                    <a:pt x="80506" y="20684"/>
                    <a:pt x="80793" y="20684"/>
                  </a:cubicBezTo>
                  <a:cubicBezTo>
                    <a:pt x="81216" y="20684"/>
                    <a:pt x="81630" y="20796"/>
                    <a:pt x="81925" y="20950"/>
                  </a:cubicBezTo>
                  <a:cubicBezTo>
                    <a:pt x="83388" y="21710"/>
                    <a:pt x="84600" y="23365"/>
                    <a:pt x="85716" y="24991"/>
                  </a:cubicBezTo>
                  <a:cubicBezTo>
                    <a:pt x="86867" y="26672"/>
                    <a:pt x="87910" y="28506"/>
                    <a:pt x="88919" y="30277"/>
                  </a:cubicBezTo>
                  <a:cubicBezTo>
                    <a:pt x="90139" y="32421"/>
                    <a:pt x="91401" y="34638"/>
                    <a:pt x="92868" y="36611"/>
                  </a:cubicBezTo>
                  <a:cubicBezTo>
                    <a:pt x="93440" y="37380"/>
                    <a:pt x="94059" y="38160"/>
                    <a:pt x="94759" y="38996"/>
                  </a:cubicBezTo>
                  <a:lnTo>
                    <a:pt x="94819" y="39068"/>
                  </a:lnTo>
                  <a:lnTo>
                    <a:pt x="105303" y="39068"/>
                  </a:lnTo>
                  <a:cubicBezTo>
                    <a:pt x="107121" y="39068"/>
                    <a:pt x="108627" y="37217"/>
                    <a:pt x="108661" y="34947"/>
                  </a:cubicBezTo>
                  <a:lnTo>
                    <a:pt x="108663" y="34847"/>
                  </a:lnTo>
                  <a:lnTo>
                    <a:pt x="108584" y="34784"/>
                  </a:lnTo>
                  <a:cubicBezTo>
                    <a:pt x="104971" y="31939"/>
                    <a:pt x="101460" y="28897"/>
                    <a:pt x="98502" y="26300"/>
                  </a:cubicBezTo>
                  <a:cubicBezTo>
                    <a:pt x="96655" y="24675"/>
                    <a:pt x="94790" y="22989"/>
                    <a:pt x="92987" y="21357"/>
                  </a:cubicBezTo>
                  <a:cubicBezTo>
                    <a:pt x="89168" y="17899"/>
                    <a:pt x="85217" y="14326"/>
                    <a:pt x="81181" y="11127"/>
                  </a:cubicBezTo>
                  <a:cubicBezTo>
                    <a:pt x="72085" y="3918"/>
                    <a:pt x="60650" y="176"/>
                    <a:pt x="47197" y="6"/>
                  </a:cubicBezTo>
                  <a:cubicBezTo>
                    <a:pt x="46860" y="2"/>
                    <a:pt x="46522" y="0"/>
                    <a:pt x="46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9"/>
            <p:cNvSpPr/>
            <p:nvPr/>
          </p:nvSpPr>
          <p:spPr>
            <a:xfrm>
              <a:off x="5065015" y="-2406714"/>
              <a:ext cx="4355665" cy="807744"/>
            </a:xfrm>
            <a:custGeom>
              <a:rect b="b" l="l" r="r" t="t"/>
              <a:pathLst>
                <a:path extrusionOk="0" h="28164" w="108844">
                  <a:moveTo>
                    <a:pt x="105484" y="409"/>
                  </a:moveTo>
                  <a:cubicBezTo>
                    <a:pt x="107116" y="409"/>
                    <a:pt x="108443" y="2114"/>
                    <a:pt x="108443" y="4208"/>
                  </a:cubicBezTo>
                  <a:lnTo>
                    <a:pt x="108443" y="9441"/>
                  </a:lnTo>
                  <a:cubicBezTo>
                    <a:pt x="107791" y="9431"/>
                    <a:pt x="107138" y="9426"/>
                    <a:pt x="106485" y="9426"/>
                  </a:cubicBezTo>
                  <a:cubicBezTo>
                    <a:pt x="96929" y="9426"/>
                    <a:pt x="87281" y="10461"/>
                    <a:pt x="77432" y="11618"/>
                  </a:cubicBezTo>
                  <a:lnTo>
                    <a:pt x="74438" y="11967"/>
                  </a:lnTo>
                  <a:cubicBezTo>
                    <a:pt x="68077" y="12707"/>
                    <a:pt x="61497" y="13471"/>
                    <a:pt x="55052" y="14524"/>
                  </a:cubicBezTo>
                  <a:cubicBezTo>
                    <a:pt x="50937" y="15196"/>
                    <a:pt x="47239" y="15919"/>
                    <a:pt x="43750" y="16739"/>
                  </a:cubicBezTo>
                  <a:cubicBezTo>
                    <a:pt x="39671" y="17698"/>
                    <a:pt x="36280" y="18535"/>
                    <a:pt x="32894" y="19868"/>
                  </a:cubicBezTo>
                  <a:cubicBezTo>
                    <a:pt x="30642" y="20754"/>
                    <a:pt x="28443" y="21986"/>
                    <a:pt x="26315" y="23179"/>
                  </a:cubicBezTo>
                  <a:cubicBezTo>
                    <a:pt x="22603" y="25262"/>
                    <a:pt x="18761" y="27414"/>
                    <a:pt x="14582" y="27728"/>
                  </a:cubicBezTo>
                  <a:cubicBezTo>
                    <a:pt x="14284" y="27750"/>
                    <a:pt x="13983" y="27761"/>
                    <a:pt x="13680" y="27761"/>
                  </a:cubicBezTo>
                  <a:cubicBezTo>
                    <a:pt x="8600" y="27761"/>
                    <a:pt x="3011" y="24606"/>
                    <a:pt x="1265" y="17265"/>
                  </a:cubicBezTo>
                  <a:cubicBezTo>
                    <a:pt x="424" y="13728"/>
                    <a:pt x="774" y="10998"/>
                    <a:pt x="2304" y="9148"/>
                  </a:cubicBezTo>
                  <a:cubicBezTo>
                    <a:pt x="3847" y="7282"/>
                    <a:pt x="6123" y="6467"/>
                    <a:pt x="8144" y="5916"/>
                  </a:cubicBezTo>
                  <a:cubicBezTo>
                    <a:pt x="14663" y="4135"/>
                    <a:pt x="21503" y="4060"/>
                    <a:pt x="27536" y="3991"/>
                  </a:cubicBezTo>
                  <a:lnTo>
                    <a:pt x="28284" y="3982"/>
                  </a:lnTo>
                  <a:cubicBezTo>
                    <a:pt x="35338" y="3908"/>
                    <a:pt x="42635" y="3830"/>
                    <a:pt x="49562" y="1411"/>
                  </a:cubicBezTo>
                  <a:cubicBezTo>
                    <a:pt x="50530" y="1072"/>
                    <a:pt x="51303" y="753"/>
                    <a:pt x="51989" y="409"/>
                  </a:cubicBezTo>
                  <a:lnTo>
                    <a:pt x="51989" y="410"/>
                  </a:lnTo>
                  <a:lnTo>
                    <a:pt x="77472" y="410"/>
                  </a:lnTo>
                  <a:cubicBezTo>
                    <a:pt x="75657" y="1022"/>
                    <a:pt x="73845" y="1526"/>
                    <a:pt x="72138" y="1986"/>
                  </a:cubicBezTo>
                  <a:cubicBezTo>
                    <a:pt x="71479" y="2162"/>
                    <a:pt x="70816" y="2334"/>
                    <a:pt x="70156" y="2505"/>
                  </a:cubicBezTo>
                  <a:cubicBezTo>
                    <a:pt x="68329" y="2977"/>
                    <a:pt x="66440" y="3467"/>
                    <a:pt x="64605" y="4082"/>
                  </a:cubicBezTo>
                  <a:cubicBezTo>
                    <a:pt x="61004" y="5291"/>
                    <a:pt x="57124" y="6040"/>
                    <a:pt x="52740" y="6369"/>
                  </a:cubicBezTo>
                  <a:cubicBezTo>
                    <a:pt x="49638" y="6602"/>
                    <a:pt x="46418" y="6602"/>
                    <a:pt x="43304" y="6603"/>
                  </a:cubicBezTo>
                  <a:cubicBezTo>
                    <a:pt x="34965" y="6606"/>
                    <a:pt x="26344" y="6609"/>
                    <a:pt x="18528" y="10955"/>
                  </a:cubicBezTo>
                  <a:cubicBezTo>
                    <a:pt x="14223" y="13350"/>
                    <a:pt x="12644" y="15910"/>
                    <a:pt x="13835" y="18561"/>
                  </a:cubicBezTo>
                  <a:cubicBezTo>
                    <a:pt x="14838" y="20791"/>
                    <a:pt x="17057" y="22107"/>
                    <a:pt x="18813" y="22421"/>
                  </a:cubicBezTo>
                  <a:cubicBezTo>
                    <a:pt x="19239" y="22498"/>
                    <a:pt x="19668" y="22533"/>
                    <a:pt x="20097" y="22533"/>
                  </a:cubicBezTo>
                  <a:cubicBezTo>
                    <a:pt x="22307" y="22533"/>
                    <a:pt x="24513" y="21604"/>
                    <a:pt x="26433" y="20647"/>
                  </a:cubicBezTo>
                  <a:cubicBezTo>
                    <a:pt x="27444" y="20142"/>
                    <a:pt x="28451" y="19561"/>
                    <a:pt x="29427" y="18998"/>
                  </a:cubicBezTo>
                  <a:cubicBezTo>
                    <a:pt x="30955" y="18116"/>
                    <a:pt x="32534" y="17203"/>
                    <a:pt x="34157" y="16576"/>
                  </a:cubicBezTo>
                  <a:cubicBezTo>
                    <a:pt x="37956" y="15106"/>
                    <a:pt x="41874" y="14247"/>
                    <a:pt x="44864" y="13661"/>
                  </a:cubicBezTo>
                  <a:cubicBezTo>
                    <a:pt x="49244" y="12804"/>
                    <a:pt x="53720" y="12190"/>
                    <a:pt x="58050" y="11597"/>
                  </a:cubicBezTo>
                  <a:cubicBezTo>
                    <a:pt x="61146" y="11172"/>
                    <a:pt x="64344" y="10734"/>
                    <a:pt x="67486" y="10209"/>
                  </a:cubicBezTo>
                  <a:cubicBezTo>
                    <a:pt x="71305" y="9572"/>
                    <a:pt x="74827" y="8898"/>
                    <a:pt x="78252" y="8150"/>
                  </a:cubicBezTo>
                  <a:cubicBezTo>
                    <a:pt x="80759" y="7602"/>
                    <a:pt x="84017" y="6743"/>
                    <a:pt x="86995" y="4937"/>
                  </a:cubicBezTo>
                  <a:cubicBezTo>
                    <a:pt x="88677" y="3915"/>
                    <a:pt x="90044" y="2435"/>
                    <a:pt x="91173" y="409"/>
                  </a:cubicBezTo>
                  <a:close/>
                  <a:moveTo>
                    <a:pt x="90934" y="0"/>
                  </a:moveTo>
                  <a:lnTo>
                    <a:pt x="90877" y="105"/>
                  </a:lnTo>
                  <a:cubicBezTo>
                    <a:pt x="89755" y="2148"/>
                    <a:pt x="88458" y="3572"/>
                    <a:pt x="86786" y="4587"/>
                  </a:cubicBezTo>
                  <a:cubicBezTo>
                    <a:pt x="83860" y="6361"/>
                    <a:pt x="80642" y="7209"/>
                    <a:pt x="78166" y="7749"/>
                  </a:cubicBezTo>
                  <a:cubicBezTo>
                    <a:pt x="74747" y="8496"/>
                    <a:pt x="71232" y="9168"/>
                    <a:pt x="67420" y="9804"/>
                  </a:cubicBezTo>
                  <a:cubicBezTo>
                    <a:pt x="64284" y="10326"/>
                    <a:pt x="61086" y="10767"/>
                    <a:pt x="57994" y="11189"/>
                  </a:cubicBezTo>
                  <a:cubicBezTo>
                    <a:pt x="53660" y="11784"/>
                    <a:pt x="49177" y="12398"/>
                    <a:pt x="44787" y="13257"/>
                  </a:cubicBezTo>
                  <a:cubicBezTo>
                    <a:pt x="41781" y="13846"/>
                    <a:pt x="37840" y="14712"/>
                    <a:pt x="34011" y="16192"/>
                  </a:cubicBezTo>
                  <a:cubicBezTo>
                    <a:pt x="32361" y="16832"/>
                    <a:pt x="30768" y="17751"/>
                    <a:pt x="29227" y="18641"/>
                  </a:cubicBezTo>
                  <a:cubicBezTo>
                    <a:pt x="28257" y="19199"/>
                    <a:pt x="27256" y="19778"/>
                    <a:pt x="26252" y="20278"/>
                  </a:cubicBezTo>
                  <a:cubicBezTo>
                    <a:pt x="24377" y="21213"/>
                    <a:pt x="22228" y="22123"/>
                    <a:pt x="20096" y="22123"/>
                  </a:cubicBezTo>
                  <a:cubicBezTo>
                    <a:pt x="19691" y="22123"/>
                    <a:pt x="19286" y="22090"/>
                    <a:pt x="18884" y="22019"/>
                  </a:cubicBezTo>
                  <a:cubicBezTo>
                    <a:pt x="17234" y="21723"/>
                    <a:pt x="15146" y="20485"/>
                    <a:pt x="14203" y="18389"/>
                  </a:cubicBezTo>
                  <a:cubicBezTo>
                    <a:pt x="13112" y="15962"/>
                    <a:pt x="14633" y="13577"/>
                    <a:pt x="18725" y="11302"/>
                  </a:cubicBezTo>
                  <a:cubicBezTo>
                    <a:pt x="26450" y="7006"/>
                    <a:pt x="35017" y="7004"/>
                    <a:pt x="43304" y="7002"/>
                  </a:cubicBezTo>
                  <a:cubicBezTo>
                    <a:pt x="46426" y="7002"/>
                    <a:pt x="49654" y="6999"/>
                    <a:pt x="52770" y="6766"/>
                  </a:cubicBezTo>
                  <a:cubicBezTo>
                    <a:pt x="57188" y="6433"/>
                    <a:pt x="61100" y="5680"/>
                    <a:pt x="64734" y="4460"/>
                  </a:cubicBezTo>
                  <a:cubicBezTo>
                    <a:pt x="66555" y="3847"/>
                    <a:pt x="68437" y="3359"/>
                    <a:pt x="70258" y="2889"/>
                  </a:cubicBezTo>
                  <a:cubicBezTo>
                    <a:pt x="70921" y="2718"/>
                    <a:pt x="71583" y="2546"/>
                    <a:pt x="72244" y="2369"/>
                  </a:cubicBezTo>
                  <a:cubicBezTo>
                    <a:pt x="74310" y="1815"/>
                    <a:pt x="76526" y="1191"/>
                    <a:pt x="78725" y="393"/>
                  </a:cubicBezTo>
                  <a:lnTo>
                    <a:pt x="79801" y="3"/>
                  </a:lnTo>
                  <a:lnTo>
                    <a:pt x="51891" y="3"/>
                  </a:lnTo>
                  <a:lnTo>
                    <a:pt x="51849" y="25"/>
                  </a:lnTo>
                  <a:cubicBezTo>
                    <a:pt x="51168" y="369"/>
                    <a:pt x="50398" y="688"/>
                    <a:pt x="49430" y="1026"/>
                  </a:cubicBezTo>
                  <a:cubicBezTo>
                    <a:pt x="42565" y="3424"/>
                    <a:pt x="35301" y="3502"/>
                    <a:pt x="28279" y="3577"/>
                  </a:cubicBezTo>
                  <a:lnTo>
                    <a:pt x="27530" y="3587"/>
                  </a:lnTo>
                  <a:cubicBezTo>
                    <a:pt x="21472" y="3654"/>
                    <a:pt x="14606" y="3731"/>
                    <a:pt x="8035" y="5524"/>
                  </a:cubicBezTo>
                  <a:cubicBezTo>
                    <a:pt x="5955" y="6091"/>
                    <a:pt x="3608" y="6937"/>
                    <a:pt x="1994" y="8889"/>
                  </a:cubicBezTo>
                  <a:cubicBezTo>
                    <a:pt x="378" y="10842"/>
                    <a:pt x="1" y="13691"/>
                    <a:pt x="872" y="17356"/>
                  </a:cubicBezTo>
                  <a:cubicBezTo>
                    <a:pt x="2415" y="23842"/>
                    <a:pt x="7591" y="28164"/>
                    <a:pt x="13647" y="28164"/>
                  </a:cubicBezTo>
                  <a:cubicBezTo>
                    <a:pt x="13966" y="28164"/>
                    <a:pt x="14287" y="28154"/>
                    <a:pt x="14609" y="28121"/>
                  </a:cubicBezTo>
                  <a:cubicBezTo>
                    <a:pt x="18878" y="27800"/>
                    <a:pt x="22758" y="25623"/>
                    <a:pt x="26511" y="23520"/>
                  </a:cubicBezTo>
                  <a:cubicBezTo>
                    <a:pt x="28626" y="22334"/>
                    <a:pt x="30812" y="21108"/>
                    <a:pt x="33038" y="20233"/>
                  </a:cubicBezTo>
                  <a:cubicBezTo>
                    <a:pt x="36400" y="18911"/>
                    <a:pt x="39775" y="18075"/>
                    <a:pt x="43838" y="17121"/>
                  </a:cubicBezTo>
                  <a:cubicBezTo>
                    <a:pt x="47319" y="16305"/>
                    <a:pt x="51008" y="15582"/>
                    <a:pt x="55113" y="14912"/>
                  </a:cubicBezTo>
                  <a:cubicBezTo>
                    <a:pt x="61550" y="13861"/>
                    <a:pt x="68126" y="13097"/>
                    <a:pt x="74484" y="12357"/>
                  </a:cubicBezTo>
                  <a:lnTo>
                    <a:pt x="77477" y="12010"/>
                  </a:lnTo>
                  <a:cubicBezTo>
                    <a:pt x="87323" y="10854"/>
                    <a:pt x="96973" y="9822"/>
                    <a:pt x="106514" y="9822"/>
                  </a:cubicBezTo>
                  <a:cubicBezTo>
                    <a:pt x="107222" y="9822"/>
                    <a:pt x="107930" y="9827"/>
                    <a:pt x="108637" y="9839"/>
                  </a:cubicBezTo>
                  <a:lnTo>
                    <a:pt x="108843" y="9842"/>
                  </a:lnTo>
                  <a:lnTo>
                    <a:pt x="108843" y="4203"/>
                  </a:lnTo>
                  <a:cubicBezTo>
                    <a:pt x="108843" y="1884"/>
                    <a:pt x="107336" y="0"/>
                    <a:pt x="1054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2" name="Google Shape;272;p9"/>
          <p:cNvSpPr/>
          <p:nvPr/>
        </p:nvSpPr>
        <p:spPr>
          <a:xfrm>
            <a:off x="408250" y="362757"/>
            <a:ext cx="8434200" cy="4594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9"/>
          <p:cNvSpPr/>
          <p:nvPr/>
        </p:nvSpPr>
        <p:spPr>
          <a:xfrm>
            <a:off x="301550" y="271625"/>
            <a:ext cx="8434200" cy="45849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9"/>
          <p:cNvSpPr txBox="1"/>
          <p:nvPr>
            <p:ph idx="1" type="subTitle"/>
          </p:nvPr>
        </p:nvSpPr>
        <p:spPr>
          <a:xfrm>
            <a:off x="7084550" y="4208775"/>
            <a:ext cx="913800" cy="394800"/>
          </a:xfrm>
          <a:prstGeom prst="rect">
            <a:avLst/>
          </a:prstGeom>
          <a:ln cap="flat" cmpd="sng" w="9525">
            <a:solidFill>
              <a:srgbClr val="000000"/>
            </a:solidFill>
            <a:prstDash val="solid"/>
            <a:round/>
            <a:headEnd len="sm" w="sm" type="none"/>
            <a:tailEnd len="sm" w="sm" type="none"/>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75" name="Google Shape;275;p9"/>
          <p:cNvSpPr txBox="1"/>
          <p:nvPr>
            <p:ph type="title"/>
          </p:nvPr>
        </p:nvSpPr>
        <p:spPr>
          <a:xfrm>
            <a:off x="1861650" y="1146000"/>
            <a:ext cx="5420700" cy="2232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2500">
                <a:latin typeface="Didact Gothic"/>
                <a:ea typeface="Didact Gothic"/>
                <a:cs typeface="Didact Gothic"/>
                <a:sym typeface="Didact Gothic"/>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76" name="Google Shape;276;p9"/>
          <p:cNvSpPr txBox="1"/>
          <p:nvPr>
            <p:ph idx="2" type="subTitle"/>
          </p:nvPr>
        </p:nvSpPr>
        <p:spPr>
          <a:xfrm>
            <a:off x="2545650" y="3378900"/>
            <a:ext cx="4052700" cy="6186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3180000" dist="5715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solidFill>
                  <a:schemeClr val="hlink"/>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77" name="Shape 277"/>
        <p:cNvGrpSpPr/>
        <p:nvPr/>
      </p:nvGrpSpPr>
      <p:grpSpPr>
        <a:xfrm>
          <a:off x="0" y="0"/>
          <a:ext cx="0" cy="0"/>
          <a:chOff x="0" y="0"/>
          <a:chExt cx="0" cy="0"/>
        </a:xfrm>
      </p:grpSpPr>
      <p:sp>
        <p:nvSpPr>
          <p:cNvPr id="278" name="Google Shape;278;p10"/>
          <p:cNvSpPr txBox="1"/>
          <p:nvPr>
            <p:ph type="title"/>
          </p:nvPr>
        </p:nvSpPr>
        <p:spPr>
          <a:xfrm>
            <a:off x="720000" y="1122300"/>
            <a:ext cx="2278500" cy="2898900"/>
          </a:xfrm>
          <a:prstGeom prst="rect">
            <a:avLst/>
          </a:prstGeom>
        </p:spPr>
        <p:txBody>
          <a:bodyPr anchorCtr="0" anchor="ctr" bIns="91425" lIns="91425" spcFirstLastPara="1" rIns="91425" wrap="square" tIns="91425">
            <a:noAutofit/>
          </a:bodyPr>
          <a:lstStyle>
            <a:lvl1pPr lvl="0" rtl="0">
              <a:lnSpc>
                <a:spcPct val="80000"/>
              </a:lnSpc>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accent1"/>
        </a:solidFill>
      </p:bgPr>
    </p:bg>
    <p:spTree>
      <p:nvGrpSpPr>
        <p:cNvPr id="279" name="Shape 279"/>
        <p:cNvGrpSpPr/>
        <p:nvPr/>
      </p:nvGrpSpPr>
      <p:grpSpPr>
        <a:xfrm>
          <a:off x="0" y="0"/>
          <a:ext cx="0" cy="0"/>
          <a:chOff x="0" y="0"/>
          <a:chExt cx="0" cy="0"/>
        </a:xfrm>
      </p:grpSpPr>
      <p:grpSp>
        <p:nvGrpSpPr>
          <p:cNvPr id="280" name="Google Shape;280;p11"/>
          <p:cNvGrpSpPr/>
          <p:nvPr/>
        </p:nvGrpSpPr>
        <p:grpSpPr>
          <a:xfrm>
            <a:off x="-97264" y="-2508600"/>
            <a:ext cx="9517944" cy="7737118"/>
            <a:chOff x="-97264" y="-2508600"/>
            <a:chExt cx="9517944" cy="7737118"/>
          </a:xfrm>
        </p:grpSpPr>
        <p:sp>
          <p:nvSpPr>
            <p:cNvPr id="281" name="Google Shape;281;p11"/>
            <p:cNvSpPr/>
            <p:nvPr/>
          </p:nvSpPr>
          <p:spPr>
            <a:xfrm>
              <a:off x="-89101" y="-1893243"/>
              <a:ext cx="3985503" cy="848251"/>
            </a:xfrm>
            <a:custGeom>
              <a:rect b="b" l="l" r="r" t="t"/>
              <a:pathLst>
                <a:path extrusionOk="0" h="21197" w="99594">
                  <a:moveTo>
                    <a:pt x="65021" y="0"/>
                  </a:moveTo>
                  <a:cubicBezTo>
                    <a:pt x="64434" y="0"/>
                    <a:pt x="63848" y="10"/>
                    <a:pt x="63260" y="29"/>
                  </a:cubicBezTo>
                  <a:cubicBezTo>
                    <a:pt x="57732" y="207"/>
                    <a:pt x="52245" y="1096"/>
                    <a:pt x="46816" y="2389"/>
                  </a:cubicBezTo>
                  <a:cubicBezTo>
                    <a:pt x="41611" y="3631"/>
                    <a:pt x="36750" y="6060"/>
                    <a:pt x="31830" y="8475"/>
                  </a:cubicBezTo>
                  <a:cubicBezTo>
                    <a:pt x="27244" y="10725"/>
                    <a:pt x="22624" y="12692"/>
                    <a:pt x="17724" y="13463"/>
                  </a:cubicBezTo>
                  <a:cubicBezTo>
                    <a:pt x="15802" y="13765"/>
                    <a:pt x="13860" y="13942"/>
                    <a:pt x="11920" y="13942"/>
                  </a:cubicBezTo>
                  <a:cubicBezTo>
                    <a:pt x="10234" y="13942"/>
                    <a:pt x="8549" y="13808"/>
                    <a:pt x="6879" y="13505"/>
                  </a:cubicBezTo>
                  <a:cubicBezTo>
                    <a:pt x="4515" y="13077"/>
                    <a:pt x="2162" y="12285"/>
                    <a:pt x="0" y="10984"/>
                  </a:cubicBezTo>
                  <a:lnTo>
                    <a:pt x="0" y="18944"/>
                  </a:lnTo>
                  <a:cubicBezTo>
                    <a:pt x="1762" y="19024"/>
                    <a:pt x="3523" y="19075"/>
                    <a:pt x="5283" y="19075"/>
                  </a:cubicBezTo>
                  <a:cubicBezTo>
                    <a:pt x="9227" y="19075"/>
                    <a:pt x="13162" y="18820"/>
                    <a:pt x="17071" y="18072"/>
                  </a:cubicBezTo>
                  <a:cubicBezTo>
                    <a:pt x="21981" y="17133"/>
                    <a:pt x="26589" y="15270"/>
                    <a:pt x="30996" y="12374"/>
                  </a:cubicBezTo>
                  <a:cubicBezTo>
                    <a:pt x="33739" y="10570"/>
                    <a:pt x="36781" y="9886"/>
                    <a:pt x="39837" y="9886"/>
                  </a:cubicBezTo>
                  <a:cubicBezTo>
                    <a:pt x="40660" y="9886"/>
                    <a:pt x="41484" y="9936"/>
                    <a:pt x="42304" y="10026"/>
                  </a:cubicBezTo>
                  <a:cubicBezTo>
                    <a:pt x="50992" y="10985"/>
                    <a:pt x="59004" y="15789"/>
                    <a:pt x="67420" y="18291"/>
                  </a:cubicBezTo>
                  <a:cubicBezTo>
                    <a:pt x="72853" y="19907"/>
                    <a:pt x="78486" y="20812"/>
                    <a:pt x="84058" y="21107"/>
                  </a:cubicBezTo>
                  <a:cubicBezTo>
                    <a:pt x="85055" y="21160"/>
                    <a:pt x="86060" y="21196"/>
                    <a:pt x="87066" y="21196"/>
                  </a:cubicBezTo>
                  <a:cubicBezTo>
                    <a:pt x="89207" y="21196"/>
                    <a:pt x="91355" y="21031"/>
                    <a:pt x="93446" y="20508"/>
                  </a:cubicBezTo>
                  <a:cubicBezTo>
                    <a:pt x="95522" y="19989"/>
                    <a:pt x="98275" y="18989"/>
                    <a:pt x="98894" y="16049"/>
                  </a:cubicBezTo>
                  <a:cubicBezTo>
                    <a:pt x="99594" y="12721"/>
                    <a:pt x="97265" y="10188"/>
                    <a:pt x="95270" y="8623"/>
                  </a:cubicBezTo>
                  <a:cubicBezTo>
                    <a:pt x="92667" y="6581"/>
                    <a:pt x="89709" y="5268"/>
                    <a:pt x="86790" y="4165"/>
                  </a:cubicBezTo>
                  <a:cubicBezTo>
                    <a:pt x="79711" y="1489"/>
                    <a:pt x="72404" y="0"/>
                    <a:pt x="65021"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11"/>
            <p:cNvSpPr/>
            <p:nvPr/>
          </p:nvSpPr>
          <p:spPr>
            <a:xfrm>
              <a:off x="-89221" y="-945655"/>
              <a:ext cx="8386467" cy="1819876"/>
            </a:xfrm>
            <a:custGeom>
              <a:rect b="b" l="l" r="r" t="t"/>
              <a:pathLst>
                <a:path extrusionOk="0" h="45477" w="209570">
                  <a:moveTo>
                    <a:pt x="173399" y="0"/>
                  </a:moveTo>
                  <a:cubicBezTo>
                    <a:pt x="171819" y="0"/>
                    <a:pt x="170239" y="33"/>
                    <a:pt x="168661" y="80"/>
                  </a:cubicBezTo>
                  <a:cubicBezTo>
                    <a:pt x="164324" y="208"/>
                    <a:pt x="160018" y="528"/>
                    <a:pt x="155729" y="1390"/>
                  </a:cubicBezTo>
                  <a:cubicBezTo>
                    <a:pt x="151776" y="2184"/>
                    <a:pt x="147874" y="3386"/>
                    <a:pt x="144099" y="5071"/>
                  </a:cubicBezTo>
                  <a:cubicBezTo>
                    <a:pt x="140139" y="6838"/>
                    <a:pt x="136425" y="9227"/>
                    <a:pt x="132734" y="11745"/>
                  </a:cubicBezTo>
                  <a:cubicBezTo>
                    <a:pt x="125453" y="16714"/>
                    <a:pt x="118372" y="22168"/>
                    <a:pt x="110478" y="25489"/>
                  </a:cubicBezTo>
                  <a:cubicBezTo>
                    <a:pt x="104010" y="28211"/>
                    <a:pt x="97197" y="29287"/>
                    <a:pt x="90399" y="29287"/>
                  </a:cubicBezTo>
                  <a:cubicBezTo>
                    <a:pt x="89168" y="29287"/>
                    <a:pt x="87937" y="29252"/>
                    <a:pt x="86709" y="29185"/>
                  </a:cubicBezTo>
                  <a:cubicBezTo>
                    <a:pt x="70235" y="28285"/>
                    <a:pt x="53959" y="22404"/>
                    <a:pt x="38422" y="15780"/>
                  </a:cubicBezTo>
                  <a:cubicBezTo>
                    <a:pt x="34245" y="13999"/>
                    <a:pt x="30113" y="12729"/>
                    <a:pt x="25697" y="12479"/>
                  </a:cubicBezTo>
                  <a:cubicBezTo>
                    <a:pt x="24449" y="12409"/>
                    <a:pt x="23202" y="12379"/>
                    <a:pt x="21954" y="12379"/>
                  </a:cubicBezTo>
                  <a:cubicBezTo>
                    <a:pt x="18881" y="12379"/>
                    <a:pt x="15809" y="12558"/>
                    <a:pt x="12741" y="12746"/>
                  </a:cubicBezTo>
                  <a:cubicBezTo>
                    <a:pt x="9315" y="12958"/>
                    <a:pt x="5883" y="13109"/>
                    <a:pt x="2471" y="13588"/>
                  </a:cubicBezTo>
                  <a:cubicBezTo>
                    <a:pt x="1651" y="13702"/>
                    <a:pt x="825" y="13831"/>
                    <a:pt x="0" y="13986"/>
                  </a:cubicBezTo>
                  <a:lnTo>
                    <a:pt x="0" y="21931"/>
                  </a:lnTo>
                  <a:cubicBezTo>
                    <a:pt x="3093" y="20622"/>
                    <a:pt x="6277" y="19799"/>
                    <a:pt x="9551" y="19799"/>
                  </a:cubicBezTo>
                  <a:cubicBezTo>
                    <a:pt x="10632" y="19799"/>
                    <a:pt x="11722" y="19889"/>
                    <a:pt x="12823" y="20080"/>
                  </a:cubicBezTo>
                  <a:cubicBezTo>
                    <a:pt x="20488" y="21419"/>
                    <a:pt x="27144" y="26632"/>
                    <a:pt x="33499" y="31891"/>
                  </a:cubicBezTo>
                  <a:cubicBezTo>
                    <a:pt x="45486" y="41811"/>
                    <a:pt x="59912" y="45476"/>
                    <a:pt x="74081" y="45476"/>
                  </a:cubicBezTo>
                  <a:cubicBezTo>
                    <a:pt x="74665" y="45476"/>
                    <a:pt x="75248" y="45470"/>
                    <a:pt x="75831" y="45458"/>
                  </a:cubicBezTo>
                  <a:cubicBezTo>
                    <a:pt x="90804" y="45142"/>
                    <a:pt x="106177" y="41401"/>
                    <a:pt x="119282" y="31968"/>
                  </a:cubicBezTo>
                  <a:cubicBezTo>
                    <a:pt x="125990" y="27139"/>
                    <a:pt x="132221" y="21338"/>
                    <a:pt x="138817" y="16271"/>
                  </a:cubicBezTo>
                  <a:cubicBezTo>
                    <a:pt x="142143" y="13714"/>
                    <a:pt x="145448" y="11379"/>
                    <a:pt x="149316" y="10440"/>
                  </a:cubicBezTo>
                  <a:cubicBezTo>
                    <a:pt x="150812" y="10078"/>
                    <a:pt x="152323" y="9917"/>
                    <a:pt x="153836" y="9917"/>
                  </a:cubicBezTo>
                  <a:cubicBezTo>
                    <a:pt x="155625" y="9917"/>
                    <a:pt x="157416" y="10142"/>
                    <a:pt x="159185" y="10527"/>
                  </a:cubicBezTo>
                  <a:cubicBezTo>
                    <a:pt x="162983" y="11352"/>
                    <a:pt x="166672" y="12839"/>
                    <a:pt x="170334" y="14321"/>
                  </a:cubicBezTo>
                  <a:cubicBezTo>
                    <a:pt x="174482" y="15997"/>
                    <a:pt x="178713" y="17383"/>
                    <a:pt x="182992" y="18407"/>
                  </a:cubicBezTo>
                  <a:cubicBezTo>
                    <a:pt x="186653" y="19282"/>
                    <a:pt x="190426" y="19787"/>
                    <a:pt x="194193" y="19787"/>
                  </a:cubicBezTo>
                  <a:cubicBezTo>
                    <a:pt x="197694" y="19787"/>
                    <a:pt x="201190" y="19351"/>
                    <a:pt x="204587" y="18369"/>
                  </a:cubicBezTo>
                  <a:cubicBezTo>
                    <a:pt x="206831" y="17721"/>
                    <a:pt x="209570" y="16218"/>
                    <a:pt x="208195" y="12736"/>
                  </a:cubicBezTo>
                  <a:cubicBezTo>
                    <a:pt x="207019" y="9759"/>
                    <a:pt x="203809" y="8201"/>
                    <a:pt x="201535" y="7001"/>
                  </a:cubicBezTo>
                  <a:cubicBezTo>
                    <a:pt x="195238" y="3676"/>
                    <a:pt x="188684" y="1200"/>
                    <a:pt x="181872" y="426"/>
                  </a:cubicBezTo>
                  <a:cubicBezTo>
                    <a:pt x="179055" y="106"/>
                    <a:pt x="176227" y="0"/>
                    <a:pt x="173399"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11"/>
            <p:cNvSpPr/>
            <p:nvPr/>
          </p:nvSpPr>
          <p:spPr>
            <a:xfrm>
              <a:off x="-89101" y="159523"/>
              <a:ext cx="819678" cy="314658"/>
            </a:xfrm>
            <a:custGeom>
              <a:rect b="b" l="l" r="r" t="t"/>
              <a:pathLst>
                <a:path extrusionOk="0" h="7863" w="20483">
                  <a:moveTo>
                    <a:pt x="10679" y="1"/>
                  </a:moveTo>
                  <a:cubicBezTo>
                    <a:pt x="7200" y="1"/>
                    <a:pt x="3530" y="930"/>
                    <a:pt x="0" y="1036"/>
                  </a:cubicBezTo>
                  <a:lnTo>
                    <a:pt x="0" y="7210"/>
                  </a:lnTo>
                  <a:cubicBezTo>
                    <a:pt x="73" y="7210"/>
                    <a:pt x="146" y="7210"/>
                    <a:pt x="218" y="7210"/>
                  </a:cubicBezTo>
                  <a:cubicBezTo>
                    <a:pt x="2966" y="7210"/>
                    <a:pt x="5723" y="7366"/>
                    <a:pt x="8473" y="7532"/>
                  </a:cubicBezTo>
                  <a:cubicBezTo>
                    <a:pt x="10471" y="7652"/>
                    <a:pt x="12481" y="7858"/>
                    <a:pt x="14482" y="7862"/>
                  </a:cubicBezTo>
                  <a:cubicBezTo>
                    <a:pt x="14579" y="7862"/>
                    <a:pt x="14677" y="7863"/>
                    <a:pt x="14776" y="7863"/>
                  </a:cubicBezTo>
                  <a:cubicBezTo>
                    <a:pt x="16107" y="7863"/>
                    <a:pt x="17589" y="7805"/>
                    <a:pt x="18794" y="7093"/>
                  </a:cubicBezTo>
                  <a:cubicBezTo>
                    <a:pt x="20483" y="6096"/>
                    <a:pt x="19330" y="4228"/>
                    <a:pt x="18366" y="3075"/>
                  </a:cubicBezTo>
                  <a:cubicBezTo>
                    <a:pt x="16959" y="1395"/>
                    <a:pt x="15150" y="529"/>
                    <a:pt x="13253" y="203"/>
                  </a:cubicBezTo>
                  <a:cubicBezTo>
                    <a:pt x="12410" y="59"/>
                    <a:pt x="11551" y="1"/>
                    <a:pt x="10679" y="1"/>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11"/>
            <p:cNvSpPr/>
            <p:nvPr/>
          </p:nvSpPr>
          <p:spPr>
            <a:xfrm>
              <a:off x="-89101" y="-181311"/>
              <a:ext cx="9361694" cy="2012360"/>
            </a:xfrm>
            <a:custGeom>
              <a:rect b="b" l="l" r="r" t="t"/>
              <a:pathLst>
                <a:path extrusionOk="0" h="50287" w="233940">
                  <a:moveTo>
                    <a:pt x="233940" y="0"/>
                  </a:moveTo>
                  <a:cubicBezTo>
                    <a:pt x="230479" y="1532"/>
                    <a:pt x="227264" y="3838"/>
                    <a:pt x="224035" y="6016"/>
                  </a:cubicBezTo>
                  <a:cubicBezTo>
                    <a:pt x="219999" y="8735"/>
                    <a:pt x="215918" y="11195"/>
                    <a:pt x="211510" y="12795"/>
                  </a:cubicBezTo>
                  <a:cubicBezTo>
                    <a:pt x="205977" y="14804"/>
                    <a:pt x="200252" y="15619"/>
                    <a:pt x="194517" y="15619"/>
                  </a:cubicBezTo>
                  <a:cubicBezTo>
                    <a:pt x="191019" y="15619"/>
                    <a:pt x="187518" y="15316"/>
                    <a:pt x="184053" y="14796"/>
                  </a:cubicBezTo>
                  <a:cubicBezTo>
                    <a:pt x="174879" y="13417"/>
                    <a:pt x="165892" y="10575"/>
                    <a:pt x="156983" y="7553"/>
                  </a:cubicBezTo>
                  <a:cubicBezTo>
                    <a:pt x="154186" y="6603"/>
                    <a:pt x="151295" y="5923"/>
                    <a:pt x="148402" y="5923"/>
                  </a:cubicBezTo>
                  <a:cubicBezTo>
                    <a:pt x="147105" y="5923"/>
                    <a:pt x="145807" y="6060"/>
                    <a:pt x="144518" y="6370"/>
                  </a:cubicBezTo>
                  <a:cubicBezTo>
                    <a:pt x="141010" y="7213"/>
                    <a:pt x="137841" y="9316"/>
                    <a:pt x="134862" y="11732"/>
                  </a:cubicBezTo>
                  <a:cubicBezTo>
                    <a:pt x="131415" y="14529"/>
                    <a:pt x="128149" y="17665"/>
                    <a:pt x="124700" y="20457"/>
                  </a:cubicBezTo>
                  <a:cubicBezTo>
                    <a:pt x="120681" y="23709"/>
                    <a:pt x="116461" y="26565"/>
                    <a:pt x="112085" y="28971"/>
                  </a:cubicBezTo>
                  <a:cubicBezTo>
                    <a:pt x="103869" y="33488"/>
                    <a:pt x="95132" y="36387"/>
                    <a:pt x="86236" y="37674"/>
                  </a:cubicBezTo>
                  <a:cubicBezTo>
                    <a:pt x="82434" y="38224"/>
                    <a:pt x="78620" y="38471"/>
                    <a:pt x="74803" y="38471"/>
                  </a:cubicBezTo>
                  <a:cubicBezTo>
                    <a:pt x="58405" y="38471"/>
                    <a:pt x="41951" y="33908"/>
                    <a:pt x="26125" y="29171"/>
                  </a:cubicBezTo>
                  <a:cubicBezTo>
                    <a:pt x="17408" y="26561"/>
                    <a:pt x="8732" y="23693"/>
                    <a:pt x="0" y="21148"/>
                  </a:cubicBezTo>
                  <a:lnTo>
                    <a:pt x="0" y="30371"/>
                  </a:lnTo>
                  <a:cubicBezTo>
                    <a:pt x="3472" y="33108"/>
                    <a:pt x="7489" y="35009"/>
                    <a:pt x="11115" y="36595"/>
                  </a:cubicBezTo>
                  <a:cubicBezTo>
                    <a:pt x="17532" y="39404"/>
                    <a:pt x="24220" y="41608"/>
                    <a:pt x="30929" y="42938"/>
                  </a:cubicBezTo>
                  <a:cubicBezTo>
                    <a:pt x="38228" y="44386"/>
                    <a:pt x="45630" y="44923"/>
                    <a:pt x="53022" y="44923"/>
                  </a:cubicBezTo>
                  <a:cubicBezTo>
                    <a:pt x="55748" y="44923"/>
                    <a:pt x="58473" y="44850"/>
                    <a:pt x="61191" y="44723"/>
                  </a:cubicBezTo>
                  <a:cubicBezTo>
                    <a:pt x="71533" y="44237"/>
                    <a:pt x="81978" y="43258"/>
                    <a:pt x="92233" y="41498"/>
                  </a:cubicBezTo>
                  <a:cubicBezTo>
                    <a:pt x="102742" y="39694"/>
                    <a:pt x="112661" y="35767"/>
                    <a:pt x="122701" y="31597"/>
                  </a:cubicBezTo>
                  <a:cubicBezTo>
                    <a:pt x="132437" y="27557"/>
                    <a:pt x="142206" y="24207"/>
                    <a:pt x="152521" y="24092"/>
                  </a:cubicBezTo>
                  <a:cubicBezTo>
                    <a:pt x="152754" y="24089"/>
                    <a:pt x="152988" y="24088"/>
                    <a:pt x="153222" y="24088"/>
                  </a:cubicBezTo>
                  <a:cubicBezTo>
                    <a:pt x="163194" y="24088"/>
                    <a:pt x="173100" y="26520"/>
                    <a:pt x="182555" y="30450"/>
                  </a:cubicBezTo>
                  <a:cubicBezTo>
                    <a:pt x="187610" y="32550"/>
                    <a:pt x="192565" y="35025"/>
                    <a:pt x="197604" y="37193"/>
                  </a:cubicBezTo>
                  <a:cubicBezTo>
                    <a:pt x="202625" y="39352"/>
                    <a:pt x="207681" y="41382"/>
                    <a:pt x="212770" y="43265"/>
                  </a:cubicBezTo>
                  <a:cubicBezTo>
                    <a:pt x="219747" y="45846"/>
                    <a:pt x="226825" y="48256"/>
                    <a:pt x="233940" y="50286"/>
                  </a:cubicBezTo>
                  <a:lnTo>
                    <a:pt x="233940" y="34729"/>
                  </a:lnTo>
                  <a:cubicBezTo>
                    <a:pt x="233339" y="34539"/>
                    <a:pt x="232731" y="34368"/>
                    <a:pt x="232112" y="34224"/>
                  </a:cubicBezTo>
                  <a:cubicBezTo>
                    <a:pt x="229270" y="33551"/>
                    <a:pt x="226381" y="33250"/>
                    <a:pt x="223499" y="32996"/>
                  </a:cubicBezTo>
                  <a:cubicBezTo>
                    <a:pt x="219753" y="32668"/>
                    <a:pt x="216005" y="32333"/>
                    <a:pt x="212261" y="31960"/>
                  </a:cubicBezTo>
                  <a:cubicBezTo>
                    <a:pt x="208072" y="31543"/>
                    <a:pt x="203886" y="31089"/>
                    <a:pt x="199705" y="30539"/>
                  </a:cubicBezTo>
                  <a:cubicBezTo>
                    <a:pt x="195713" y="30014"/>
                    <a:pt x="191661" y="29550"/>
                    <a:pt x="187710" y="28635"/>
                  </a:cubicBezTo>
                  <a:cubicBezTo>
                    <a:pt x="184185" y="27821"/>
                    <a:pt x="180587" y="27222"/>
                    <a:pt x="177204" y="25665"/>
                  </a:cubicBezTo>
                  <a:cubicBezTo>
                    <a:pt x="175719" y="24980"/>
                    <a:pt x="173996" y="24080"/>
                    <a:pt x="173054" y="22380"/>
                  </a:cubicBezTo>
                  <a:cubicBezTo>
                    <a:pt x="172381" y="21164"/>
                    <a:pt x="172300" y="19467"/>
                    <a:pt x="173266" y="18466"/>
                  </a:cubicBezTo>
                  <a:cubicBezTo>
                    <a:pt x="174400" y="17293"/>
                    <a:pt x="176205" y="17248"/>
                    <a:pt x="177591" y="17230"/>
                  </a:cubicBezTo>
                  <a:cubicBezTo>
                    <a:pt x="177667" y="17230"/>
                    <a:pt x="177743" y="17229"/>
                    <a:pt x="177820" y="17229"/>
                  </a:cubicBezTo>
                  <a:cubicBezTo>
                    <a:pt x="179957" y="17229"/>
                    <a:pt x="182098" y="17572"/>
                    <a:pt x="184206" y="17983"/>
                  </a:cubicBezTo>
                  <a:cubicBezTo>
                    <a:pt x="186167" y="18365"/>
                    <a:pt x="188113" y="18845"/>
                    <a:pt x="190056" y="19342"/>
                  </a:cubicBezTo>
                  <a:cubicBezTo>
                    <a:pt x="192155" y="19880"/>
                    <a:pt x="194290" y="20178"/>
                    <a:pt x="196416" y="20482"/>
                  </a:cubicBezTo>
                  <a:cubicBezTo>
                    <a:pt x="200378" y="21047"/>
                    <a:pt x="204372" y="21430"/>
                    <a:pt x="208364" y="21430"/>
                  </a:cubicBezTo>
                  <a:cubicBezTo>
                    <a:pt x="209889" y="21430"/>
                    <a:pt x="211413" y="21374"/>
                    <a:pt x="212936" y="21251"/>
                  </a:cubicBezTo>
                  <a:cubicBezTo>
                    <a:pt x="218320" y="20818"/>
                    <a:pt x="223791" y="19532"/>
                    <a:pt x="228641" y="16425"/>
                  </a:cubicBezTo>
                  <a:cubicBezTo>
                    <a:pt x="230586" y="15179"/>
                    <a:pt x="232358" y="13636"/>
                    <a:pt x="233940" y="11842"/>
                  </a:cubicBezTo>
                  <a:lnTo>
                    <a:pt x="233940" y="0"/>
                  </a:ln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11"/>
            <p:cNvSpPr/>
            <p:nvPr/>
          </p:nvSpPr>
          <p:spPr>
            <a:xfrm>
              <a:off x="-88861" y="1234528"/>
              <a:ext cx="5153814" cy="1015564"/>
            </a:xfrm>
            <a:custGeom>
              <a:rect b="b" l="l" r="r" t="t"/>
              <a:pathLst>
                <a:path extrusionOk="0" h="25378" w="128789">
                  <a:moveTo>
                    <a:pt x="125460" y="1"/>
                  </a:moveTo>
                  <a:cubicBezTo>
                    <a:pt x="124112" y="1"/>
                    <a:pt x="122755" y="233"/>
                    <a:pt x="121432" y="495"/>
                  </a:cubicBezTo>
                  <a:cubicBezTo>
                    <a:pt x="117708" y="1235"/>
                    <a:pt x="114038" y="2428"/>
                    <a:pt x="110408" y="3702"/>
                  </a:cubicBezTo>
                  <a:cubicBezTo>
                    <a:pt x="101528" y="6816"/>
                    <a:pt x="92732" y="10293"/>
                    <a:pt x="83787" y="13112"/>
                  </a:cubicBezTo>
                  <a:cubicBezTo>
                    <a:pt x="72182" y="16772"/>
                    <a:pt x="60329" y="19483"/>
                    <a:pt x="48340" y="19746"/>
                  </a:cubicBezTo>
                  <a:cubicBezTo>
                    <a:pt x="47589" y="19762"/>
                    <a:pt x="46838" y="19771"/>
                    <a:pt x="46087" y="19771"/>
                  </a:cubicBezTo>
                  <a:cubicBezTo>
                    <a:pt x="36277" y="19771"/>
                    <a:pt x="26528" y="18319"/>
                    <a:pt x="17277" y="13958"/>
                  </a:cubicBezTo>
                  <a:cubicBezTo>
                    <a:pt x="14817" y="12796"/>
                    <a:pt x="12434" y="11433"/>
                    <a:pt x="10052" y="10038"/>
                  </a:cubicBezTo>
                  <a:cubicBezTo>
                    <a:pt x="7467" y="8528"/>
                    <a:pt x="4765" y="7378"/>
                    <a:pt x="2106" y="6103"/>
                  </a:cubicBezTo>
                  <a:cubicBezTo>
                    <a:pt x="1402" y="5766"/>
                    <a:pt x="699" y="5418"/>
                    <a:pt x="0" y="5056"/>
                  </a:cubicBezTo>
                  <a:lnTo>
                    <a:pt x="0" y="11211"/>
                  </a:lnTo>
                  <a:cubicBezTo>
                    <a:pt x="4701" y="13100"/>
                    <a:pt x="9362" y="15161"/>
                    <a:pt x="14041" y="17090"/>
                  </a:cubicBezTo>
                  <a:cubicBezTo>
                    <a:pt x="16400" y="18063"/>
                    <a:pt x="18775" y="19117"/>
                    <a:pt x="21195" y="19846"/>
                  </a:cubicBezTo>
                  <a:cubicBezTo>
                    <a:pt x="23656" y="20587"/>
                    <a:pt x="26170" y="20896"/>
                    <a:pt x="28695" y="21030"/>
                  </a:cubicBezTo>
                  <a:cubicBezTo>
                    <a:pt x="33506" y="21285"/>
                    <a:pt x="38258" y="21488"/>
                    <a:pt x="43036" y="22348"/>
                  </a:cubicBezTo>
                  <a:cubicBezTo>
                    <a:pt x="47992" y="23241"/>
                    <a:pt x="52914" y="24461"/>
                    <a:pt x="57900" y="25055"/>
                  </a:cubicBezTo>
                  <a:cubicBezTo>
                    <a:pt x="59669" y="25266"/>
                    <a:pt x="61430" y="25377"/>
                    <a:pt x="63185" y="25377"/>
                  </a:cubicBezTo>
                  <a:cubicBezTo>
                    <a:pt x="66528" y="25377"/>
                    <a:pt x="69851" y="24974"/>
                    <a:pt x="73168" y="24091"/>
                  </a:cubicBezTo>
                  <a:cubicBezTo>
                    <a:pt x="82572" y="21585"/>
                    <a:pt x="91311" y="16379"/>
                    <a:pt x="100290" y="12209"/>
                  </a:cubicBezTo>
                  <a:cubicBezTo>
                    <a:pt x="102551" y="11159"/>
                    <a:pt x="104832" y="10174"/>
                    <a:pt x="107142" y="9317"/>
                  </a:cubicBezTo>
                  <a:cubicBezTo>
                    <a:pt x="109515" y="8437"/>
                    <a:pt x="111919" y="7831"/>
                    <a:pt x="114326" y="7132"/>
                  </a:cubicBezTo>
                  <a:cubicBezTo>
                    <a:pt x="119263" y="5699"/>
                    <a:pt x="123997" y="3389"/>
                    <a:pt x="128789" y="1350"/>
                  </a:cubicBezTo>
                  <a:cubicBezTo>
                    <a:pt x="128436" y="255"/>
                    <a:pt x="127130" y="101"/>
                    <a:pt x="126329" y="35"/>
                  </a:cubicBezTo>
                  <a:cubicBezTo>
                    <a:pt x="126040" y="12"/>
                    <a:pt x="125750" y="1"/>
                    <a:pt x="125460" y="1"/>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11"/>
            <p:cNvSpPr/>
            <p:nvPr/>
          </p:nvSpPr>
          <p:spPr>
            <a:xfrm>
              <a:off x="-89101" y="3200694"/>
              <a:ext cx="949935" cy="459281"/>
            </a:xfrm>
            <a:custGeom>
              <a:rect b="b" l="l" r="r" t="t"/>
              <a:pathLst>
                <a:path extrusionOk="0" h="11477" w="23738">
                  <a:moveTo>
                    <a:pt x="0" y="0"/>
                  </a:moveTo>
                  <a:lnTo>
                    <a:pt x="0" y="7277"/>
                  </a:lnTo>
                  <a:cubicBezTo>
                    <a:pt x="3475" y="8436"/>
                    <a:pt x="6937" y="9675"/>
                    <a:pt x="10474" y="10467"/>
                  </a:cubicBezTo>
                  <a:cubicBezTo>
                    <a:pt x="12599" y="10942"/>
                    <a:pt x="14945" y="11477"/>
                    <a:pt x="17230" y="11477"/>
                  </a:cubicBezTo>
                  <a:cubicBezTo>
                    <a:pt x="18607" y="11477"/>
                    <a:pt x="19963" y="11282"/>
                    <a:pt x="21233" y="10762"/>
                  </a:cubicBezTo>
                  <a:cubicBezTo>
                    <a:pt x="22964" y="10052"/>
                    <a:pt x="23737" y="8373"/>
                    <a:pt x="22783" y="6233"/>
                  </a:cubicBezTo>
                  <a:cubicBezTo>
                    <a:pt x="21854" y="4148"/>
                    <a:pt x="19780" y="3350"/>
                    <a:pt x="18049" y="2892"/>
                  </a:cubicBezTo>
                  <a:cubicBezTo>
                    <a:pt x="14044" y="1834"/>
                    <a:pt x="9964" y="2398"/>
                    <a:pt x="5923" y="1958"/>
                  </a:cubicBezTo>
                  <a:cubicBezTo>
                    <a:pt x="3848" y="1734"/>
                    <a:pt x="1868" y="1036"/>
                    <a:pt x="0"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11"/>
            <p:cNvSpPr/>
            <p:nvPr/>
          </p:nvSpPr>
          <p:spPr>
            <a:xfrm>
              <a:off x="-89101" y="1559514"/>
              <a:ext cx="9361814" cy="2217890"/>
            </a:xfrm>
            <a:custGeom>
              <a:rect b="b" l="l" r="r" t="t"/>
              <a:pathLst>
                <a:path extrusionOk="0" h="55423" w="233943">
                  <a:moveTo>
                    <a:pt x="144772" y="1"/>
                  </a:moveTo>
                  <a:cubicBezTo>
                    <a:pt x="142102" y="1"/>
                    <a:pt x="139431" y="96"/>
                    <a:pt x="136766" y="286"/>
                  </a:cubicBezTo>
                  <a:cubicBezTo>
                    <a:pt x="128012" y="909"/>
                    <a:pt x="119276" y="2552"/>
                    <a:pt x="110812" y="5489"/>
                  </a:cubicBezTo>
                  <a:cubicBezTo>
                    <a:pt x="106624" y="6944"/>
                    <a:pt x="102575" y="8874"/>
                    <a:pt x="98468" y="10653"/>
                  </a:cubicBezTo>
                  <a:cubicBezTo>
                    <a:pt x="93953" y="12609"/>
                    <a:pt x="89399" y="14424"/>
                    <a:pt x="84794" y="16010"/>
                  </a:cubicBezTo>
                  <a:cubicBezTo>
                    <a:pt x="74251" y="19642"/>
                    <a:pt x="63428" y="21981"/>
                    <a:pt x="52620" y="21981"/>
                  </a:cubicBezTo>
                  <a:cubicBezTo>
                    <a:pt x="45059" y="21981"/>
                    <a:pt x="37505" y="20836"/>
                    <a:pt x="30059" y="18189"/>
                  </a:cubicBezTo>
                  <a:cubicBezTo>
                    <a:pt x="25579" y="16596"/>
                    <a:pt x="21178" y="14667"/>
                    <a:pt x="16828" y="12578"/>
                  </a:cubicBezTo>
                  <a:cubicBezTo>
                    <a:pt x="12514" y="10509"/>
                    <a:pt x="8272" y="8266"/>
                    <a:pt x="3815" y="6712"/>
                  </a:cubicBezTo>
                  <a:cubicBezTo>
                    <a:pt x="2549" y="6272"/>
                    <a:pt x="1276" y="5888"/>
                    <a:pt x="0" y="5548"/>
                  </a:cubicBezTo>
                  <a:lnTo>
                    <a:pt x="0" y="23614"/>
                  </a:lnTo>
                  <a:cubicBezTo>
                    <a:pt x="12657" y="29572"/>
                    <a:pt x="26166" y="33013"/>
                    <a:pt x="39600" y="33024"/>
                  </a:cubicBezTo>
                  <a:cubicBezTo>
                    <a:pt x="39625" y="33024"/>
                    <a:pt x="39649" y="33024"/>
                    <a:pt x="39674" y="33024"/>
                  </a:cubicBezTo>
                  <a:cubicBezTo>
                    <a:pt x="43920" y="33024"/>
                    <a:pt x="48167" y="32654"/>
                    <a:pt x="52367" y="31843"/>
                  </a:cubicBezTo>
                  <a:cubicBezTo>
                    <a:pt x="54553" y="31420"/>
                    <a:pt x="56709" y="30737"/>
                    <a:pt x="58881" y="30217"/>
                  </a:cubicBezTo>
                  <a:cubicBezTo>
                    <a:pt x="61539" y="29579"/>
                    <a:pt x="64252" y="29008"/>
                    <a:pt x="66965" y="29005"/>
                  </a:cubicBezTo>
                  <a:cubicBezTo>
                    <a:pt x="66982" y="29005"/>
                    <a:pt x="66999" y="29005"/>
                    <a:pt x="67017" y="29005"/>
                  </a:cubicBezTo>
                  <a:cubicBezTo>
                    <a:pt x="68762" y="29005"/>
                    <a:pt x="71102" y="29156"/>
                    <a:pt x="72309" y="31005"/>
                  </a:cubicBezTo>
                  <a:cubicBezTo>
                    <a:pt x="73261" y="32464"/>
                    <a:pt x="73035" y="34779"/>
                    <a:pt x="72433" y="36381"/>
                  </a:cubicBezTo>
                  <a:cubicBezTo>
                    <a:pt x="71760" y="38175"/>
                    <a:pt x="70452" y="39418"/>
                    <a:pt x="69067" y="40261"/>
                  </a:cubicBezTo>
                  <a:cubicBezTo>
                    <a:pt x="65139" y="42655"/>
                    <a:pt x="60371" y="42850"/>
                    <a:pt x="56096" y="42852"/>
                  </a:cubicBezTo>
                  <a:cubicBezTo>
                    <a:pt x="56089" y="42852"/>
                    <a:pt x="56082" y="42852"/>
                    <a:pt x="56075" y="42852"/>
                  </a:cubicBezTo>
                  <a:cubicBezTo>
                    <a:pt x="46902" y="42852"/>
                    <a:pt x="37792" y="41022"/>
                    <a:pt x="28834" y="38660"/>
                  </a:cubicBezTo>
                  <a:cubicBezTo>
                    <a:pt x="19225" y="36125"/>
                    <a:pt x="9684" y="33151"/>
                    <a:pt x="0" y="31087"/>
                  </a:cubicBezTo>
                  <a:lnTo>
                    <a:pt x="0" y="40459"/>
                  </a:lnTo>
                  <a:cubicBezTo>
                    <a:pt x="415" y="40687"/>
                    <a:pt x="838" y="40900"/>
                    <a:pt x="1269" y="41094"/>
                  </a:cubicBezTo>
                  <a:cubicBezTo>
                    <a:pt x="3834" y="42246"/>
                    <a:pt x="6360" y="42550"/>
                    <a:pt x="9049" y="42595"/>
                  </a:cubicBezTo>
                  <a:cubicBezTo>
                    <a:pt x="11321" y="42632"/>
                    <a:pt x="13601" y="42650"/>
                    <a:pt x="15862" y="42966"/>
                  </a:cubicBezTo>
                  <a:cubicBezTo>
                    <a:pt x="17766" y="43232"/>
                    <a:pt x="19811" y="43645"/>
                    <a:pt x="21476" y="44925"/>
                  </a:cubicBezTo>
                  <a:cubicBezTo>
                    <a:pt x="22689" y="45858"/>
                    <a:pt x="23822" y="47631"/>
                    <a:pt x="23620" y="49546"/>
                  </a:cubicBezTo>
                  <a:cubicBezTo>
                    <a:pt x="23450" y="51198"/>
                    <a:pt x="22153" y="51995"/>
                    <a:pt x="21013" y="52388"/>
                  </a:cubicBezTo>
                  <a:cubicBezTo>
                    <a:pt x="19769" y="52816"/>
                    <a:pt x="18468" y="52983"/>
                    <a:pt x="17149" y="52983"/>
                  </a:cubicBezTo>
                  <a:cubicBezTo>
                    <a:pt x="14678" y="52983"/>
                    <a:pt x="12147" y="52396"/>
                    <a:pt x="9822" y="51845"/>
                  </a:cubicBezTo>
                  <a:cubicBezTo>
                    <a:pt x="6510" y="51059"/>
                    <a:pt x="3259" y="49899"/>
                    <a:pt x="0" y="48810"/>
                  </a:cubicBezTo>
                  <a:lnTo>
                    <a:pt x="0" y="54602"/>
                  </a:lnTo>
                  <a:cubicBezTo>
                    <a:pt x="5036" y="55007"/>
                    <a:pt x="10079" y="55225"/>
                    <a:pt x="15119" y="55348"/>
                  </a:cubicBezTo>
                  <a:cubicBezTo>
                    <a:pt x="17082" y="55396"/>
                    <a:pt x="19048" y="55423"/>
                    <a:pt x="21015" y="55423"/>
                  </a:cubicBezTo>
                  <a:cubicBezTo>
                    <a:pt x="29997" y="55423"/>
                    <a:pt x="38994" y="54866"/>
                    <a:pt x="47880" y="53219"/>
                  </a:cubicBezTo>
                  <a:cubicBezTo>
                    <a:pt x="52943" y="52282"/>
                    <a:pt x="58028" y="51048"/>
                    <a:pt x="62912" y="49101"/>
                  </a:cubicBezTo>
                  <a:cubicBezTo>
                    <a:pt x="67581" y="47240"/>
                    <a:pt x="72025" y="44594"/>
                    <a:pt x="76326" y="41657"/>
                  </a:cubicBezTo>
                  <a:cubicBezTo>
                    <a:pt x="84683" y="35949"/>
                    <a:pt x="92557" y="29085"/>
                    <a:pt x="101261" y="24207"/>
                  </a:cubicBezTo>
                  <a:cubicBezTo>
                    <a:pt x="110109" y="19249"/>
                    <a:pt x="119692" y="17446"/>
                    <a:pt x="129288" y="16670"/>
                  </a:cubicBezTo>
                  <a:cubicBezTo>
                    <a:pt x="132649" y="16399"/>
                    <a:pt x="136013" y="16271"/>
                    <a:pt x="139377" y="16271"/>
                  </a:cubicBezTo>
                  <a:cubicBezTo>
                    <a:pt x="157478" y="16271"/>
                    <a:pt x="175585" y="19963"/>
                    <a:pt x="193212" y="24804"/>
                  </a:cubicBezTo>
                  <a:cubicBezTo>
                    <a:pt x="203630" y="27665"/>
                    <a:pt x="214279" y="30372"/>
                    <a:pt x="224304" y="35040"/>
                  </a:cubicBezTo>
                  <a:cubicBezTo>
                    <a:pt x="227597" y="36575"/>
                    <a:pt x="230795" y="38437"/>
                    <a:pt x="233942" y="40411"/>
                  </a:cubicBezTo>
                  <a:lnTo>
                    <a:pt x="233942" y="31703"/>
                  </a:lnTo>
                  <a:cubicBezTo>
                    <a:pt x="228231" y="27859"/>
                    <a:pt x="222155" y="24807"/>
                    <a:pt x="216214" y="21705"/>
                  </a:cubicBezTo>
                  <a:cubicBezTo>
                    <a:pt x="207456" y="17134"/>
                    <a:pt x="198525" y="13002"/>
                    <a:pt x="189487" y="9410"/>
                  </a:cubicBezTo>
                  <a:cubicBezTo>
                    <a:pt x="180687" y="5912"/>
                    <a:pt x="171778" y="2926"/>
                    <a:pt x="162615" y="1437"/>
                  </a:cubicBezTo>
                  <a:cubicBezTo>
                    <a:pt x="156702" y="476"/>
                    <a:pt x="150736" y="1"/>
                    <a:pt x="144772" y="1"/>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11"/>
            <p:cNvSpPr/>
            <p:nvPr/>
          </p:nvSpPr>
          <p:spPr>
            <a:xfrm>
              <a:off x="4312517" y="2474126"/>
              <a:ext cx="4960169" cy="2176352"/>
            </a:xfrm>
            <a:custGeom>
              <a:rect b="b" l="l" r="r" t="t"/>
              <a:pathLst>
                <a:path extrusionOk="0" h="54385" w="123950">
                  <a:moveTo>
                    <a:pt x="25687" y="0"/>
                  </a:moveTo>
                  <a:cubicBezTo>
                    <a:pt x="25613" y="0"/>
                    <a:pt x="25540" y="0"/>
                    <a:pt x="25467" y="0"/>
                  </a:cubicBezTo>
                  <a:cubicBezTo>
                    <a:pt x="22189" y="8"/>
                    <a:pt x="18895" y="286"/>
                    <a:pt x="15653" y="893"/>
                  </a:cubicBezTo>
                  <a:cubicBezTo>
                    <a:pt x="12106" y="1558"/>
                    <a:pt x="8455" y="2579"/>
                    <a:pt x="5276" y="4757"/>
                  </a:cubicBezTo>
                  <a:cubicBezTo>
                    <a:pt x="2358" y="6754"/>
                    <a:pt x="1" y="10011"/>
                    <a:pt x="133" y="14446"/>
                  </a:cubicBezTo>
                  <a:cubicBezTo>
                    <a:pt x="289" y="19675"/>
                    <a:pt x="3866" y="23250"/>
                    <a:pt x="7286" y="25363"/>
                  </a:cubicBezTo>
                  <a:cubicBezTo>
                    <a:pt x="11223" y="27796"/>
                    <a:pt x="15408" y="28684"/>
                    <a:pt x="19651" y="28684"/>
                  </a:cubicBezTo>
                  <a:cubicBezTo>
                    <a:pt x="25154" y="28684"/>
                    <a:pt x="30756" y="27191"/>
                    <a:pt x="36046" y="25632"/>
                  </a:cubicBezTo>
                  <a:cubicBezTo>
                    <a:pt x="41465" y="24035"/>
                    <a:pt x="46862" y="22167"/>
                    <a:pt x="52380" y="21177"/>
                  </a:cubicBezTo>
                  <a:cubicBezTo>
                    <a:pt x="56587" y="20424"/>
                    <a:pt x="60828" y="20023"/>
                    <a:pt x="65073" y="20023"/>
                  </a:cubicBezTo>
                  <a:cubicBezTo>
                    <a:pt x="66363" y="20023"/>
                    <a:pt x="67654" y="20060"/>
                    <a:pt x="68944" y="20135"/>
                  </a:cubicBezTo>
                  <a:cubicBezTo>
                    <a:pt x="79965" y="20783"/>
                    <a:pt x="90870" y="24103"/>
                    <a:pt x="100937" y="29809"/>
                  </a:cubicBezTo>
                  <a:cubicBezTo>
                    <a:pt x="105755" y="32540"/>
                    <a:pt x="110519" y="35684"/>
                    <a:pt x="114557" y="40038"/>
                  </a:cubicBezTo>
                  <a:cubicBezTo>
                    <a:pt x="118056" y="43811"/>
                    <a:pt x="120978" y="48359"/>
                    <a:pt x="123419" y="53277"/>
                  </a:cubicBezTo>
                  <a:cubicBezTo>
                    <a:pt x="123600" y="53644"/>
                    <a:pt x="123773" y="54016"/>
                    <a:pt x="123950" y="54384"/>
                  </a:cubicBezTo>
                  <a:lnTo>
                    <a:pt x="123950" y="30590"/>
                  </a:lnTo>
                  <a:cubicBezTo>
                    <a:pt x="115011" y="23740"/>
                    <a:pt x="104675" y="20070"/>
                    <a:pt x="94699" y="16430"/>
                  </a:cubicBezTo>
                  <a:cubicBezTo>
                    <a:pt x="83278" y="12265"/>
                    <a:pt x="71945" y="7950"/>
                    <a:pt x="60279" y="4996"/>
                  </a:cubicBezTo>
                  <a:cubicBezTo>
                    <a:pt x="48938" y="2125"/>
                    <a:pt x="37275" y="0"/>
                    <a:pt x="25687"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1"/>
            <p:cNvSpPr/>
            <p:nvPr/>
          </p:nvSpPr>
          <p:spPr>
            <a:xfrm>
              <a:off x="-89101" y="3255999"/>
              <a:ext cx="4579363" cy="1972262"/>
            </a:xfrm>
            <a:custGeom>
              <a:rect b="b" l="l" r="r" t="t"/>
              <a:pathLst>
                <a:path extrusionOk="0" h="49285" w="114434">
                  <a:moveTo>
                    <a:pt x="97111" y="0"/>
                  </a:moveTo>
                  <a:cubicBezTo>
                    <a:pt x="92375" y="0"/>
                    <a:pt x="88229" y="4066"/>
                    <a:pt x="85079" y="8725"/>
                  </a:cubicBezTo>
                  <a:cubicBezTo>
                    <a:pt x="81036" y="14698"/>
                    <a:pt x="78056" y="22263"/>
                    <a:pt x="72346" y="26006"/>
                  </a:cubicBezTo>
                  <a:cubicBezTo>
                    <a:pt x="69011" y="28192"/>
                    <a:pt x="65286" y="29191"/>
                    <a:pt x="61597" y="29874"/>
                  </a:cubicBezTo>
                  <a:cubicBezTo>
                    <a:pt x="57172" y="30696"/>
                    <a:pt x="52733" y="31343"/>
                    <a:pt x="48270" y="31736"/>
                  </a:cubicBezTo>
                  <a:cubicBezTo>
                    <a:pt x="43819" y="32127"/>
                    <a:pt x="39334" y="32342"/>
                    <a:pt x="34849" y="32342"/>
                  </a:cubicBezTo>
                  <a:cubicBezTo>
                    <a:pt x="29827" y="32342"/>
                    <a:pt x="24804" y="32073"/>
                    <a:pt x="19828" y="31484"/>
                  </a:cubicBezTo>
                  <a:cubicBezTo>
                    <a:pt x="13156" y="30694"/>
                    <a:pt x="6527" y="29288"/>
                    <a:pt x="0" y="27342"/>
                  </a:cubicBezTo>
                  <a:lnTo>
                    <a:pt x="0" y="45284"/>
                  </a:lnTo>
                  <a:cubicBezTo>
                    <a:pt x="0" y="47494"/>
                    <a:pt x="1415" y="49285"/>
                    <a:pt x="3161" y="49285"/>
                  </a:cubicBezTo>
                  <a:lnTo>
                    <a:pt x="54554" y="49285"/>
                  </a:lnTo>
                  <a:cubicBezTo>
                    <a:pt x="57524" y="43691"/>
                    <a:pt x="61460" y="38933"/>
                    <a:pt x="66165" y="35699"/>
                  </a:cubicBezTo>
                  <a:cubicBezTo>
                    <a:pt x="74007" y="30307"/>
                    <a:pt x="82814" y="29860"/>
                    <a:pt x="91444" y="28199"/>
                  </a:cubicBezTo>
                  <a:cubicBezTo>
                    <a:pt x="94850" y="27544"/>
                    <a:pt x="98284" y="26656"/>
                    <a:pt x="101576" y="25345"/>
                  </a:cubicBezTo>
                  <a:cubicBezTo>
                    <a:pt x="104402" y="24220"/>
                    <a:pt x="107468" y="22637"/>
                    <a:pt x="109397" y="19658"/>
                  </a:cubicBezTo>
                  <a:cubicBezTo>
                    <a:pt x="114434" y="11884"/>
                    <a:pt x="106261" y="3395"/>
                    <a:pt x="100927" y="890"/>
                  </a:cubicBezTo>
                  <a:cubicBezTo>
                    <a:pt x="99620" y="276"/>
                    <a:pt x="98345" y="0"/>
                    <a:pt x="97111"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1"/>
            <p:cNvSpPr/>
            <p:nvPr/>
          </p:nvSpPr>
          <p:spPr>
            <a:xfrm>
              <a:off x="2774626" y="4515847"/>
              <a:ext cx="4319449" cy="712432"/>
            </a:xfrm>
            <a:custGeom>
              <a:rect b="b" l="l" r="r" t="t"/>
              <a:pathLst>
                <a:path extrusionOk="0" h="17803" w="107939">
                  <a:moveTo>
                    <a:pt x="27543" y="0"/>
                  </a:moveTo>
                  <a:cubicBezTo>
                    <a:pt x="27240" y="0"/>
                    <a:pt x="26937" y="6"/>
                    <a:pt x="26634" y="18"/>
                  </a:cubicBezTo>
                  <a:cubicBezTo>
                    <a:pt x="24027" y="121"/>
                    <a:pt x="21392" y="745"/>
                    <a:pt x="19094" y="2364"/>
                  </a:cubicBezTo>
                  <a:cubicBezTo>
                    <a:pt x="18481" y="2797"/>
                    <a:pt x="16577" y="4050"/>
                    <a:pt x="17537" y="5118"/>
                  </a:cubicBezTo>
                  <a:cubicBezTo>
                    <a:pt x="18117" y="5762"/>
                    <a:pt x="19161" y="5928"/>
                    <a:pt x="19890" y="6091"/>
                  </a:cubicBezTo>
                  <a:cubicBezTo>
                    <a:pt x="23855" y="6979"/>
                    <a:pt x="27949" y="6569"/>
                    <a:pt x="31949" y="6998"/>
                  </a:cubicBezTo>
                  <a:cubicBezTo>
                    <a:pt x="35180" y="7344"/>
                    <a:pt x="39652" y="7834"/>
                    <a:pt x="41798" y="11379"/>
                  </a:cubicBezTo>
                  <a:cubicBezTo>
                    <a:pt x="41873" y="11504"/>
                    <a:pt x="41874" y="11697"/>
                    <a:pt x="41748" y="11777"/>
                  </a:cubicBezTo>
                  <a:cubicBezTo>
                    <a:pt x="40684" y="12461"/>
                    <a:pt x="39488" y="12703"/>
                    <a:pt x="38262" y="12703"/>
                  </a:cubicBezTo>
                  <a:cubicBezTo>
                    <a:pt x="36542" y="12703"/>
                    <a:pt x="34763" y="12227"/>
                    <a:pt x="33207" y="11823"/>
                  </a:cubicBezTo>
                  <a:cubicBezTo>
                    <a:pt x="31601" y="11407"/>
                    <a:pt x="30013" y="10894"/>
                    <a:pt x="28412" y="10466"/>
                  </a:cubicBezTo>
                  <a:cubicBezTo>
                    <a:pt x="26593" y="9980"/>
                    <a:pt x="24742" y="9711"/>
                    <a:pt x="22919" y="9248"/>
                  </a:cubicBezTo>
                  <a:cubicBezTo>
                    <a:pt x="18811" y="8207"/>
                    <a:pt x="14751" y="6811"/>
                    <a:pt x="10581" y="6185"/>
                  </a:cubicBezTo>
                  <a:cubicBezTo>
                    <a:pt x="9499" y="6023"/>
                    <a:pt x="8286" y="5852"/>
                    <a:pt x="7075" y="5852"/>
                  </a:cubicBezTo>
                  <a:cubicBezTo>
                    <a:pt x="5505" y="5852"/>
                    <a:pt x="3938" y="6139"/>
                    <a:pt x="2667" y="7101"/>
                  </a:cubicBezTo>
                  <a:cubicBezTo>
                    <a:pt x="702" y="8588"/>
                    <a:pt x="1" y="12230"/>
                    <a:pt x="827" y="14868"/>
                  </a:cubicBezTo>
                  <a:cubicBezTo>
                    <a:pt x="1191" y="16035"/>
                    <a:pt x="1835" y="16995"/>
                    <a:pt x="2588" y="17803"/>
                  </a:cubicBezTo>
                  <a:lnTo>
                    <a:pt x="107349" y="17803"/>
                  </a:lnTo>
                  <a:cubicBezTo>
                    <a:pt x="107939" y="14229"/>
                    <a:pt x="104542" y="9947"/>
                    <a:pt x="102361" y="8404"/>
                  </a:cubicBezTo>
                  <a:cubicBezTo>
                    <a:pt x="99751" y="6560"/>
                    <a:pt x="96718" y="5974"/>
                    <a:pt x="93716" y="5974"/>
                  </a:cubicBezTo>
                  <a:cubicBezTo>
                    <a:pt x="92496" y="5974"/>
                    <a:pt x="91282" y="6070"/>
                    <a:pt x="90103" y="6219"/>
                  </a:cubicBezTo>
                  <a:cubicBezTo>
                    <a:pt x="87978" y="6486"/>
                    <a:pt x="85895" y="7048"/>
                    <a:pt x="83786" y="7444"/>
                  </a:cubicBezTo>
                  <a:cubicBezTo>
                    <a:pt x="81051" y="7961"/>
                    <a:pt x="78295" y="8278"/>
                    <a:pt x="75534" y="8442"/>
                  </a:cubicBezTo>
                  <a:cubicBezTo>
                    <a:pt x="74026" y="8532"/>
                    <a:pt x="72516" y="8576"/>
                    <a:pt x="71005" y="8576"/>
                  </a:cubicBezTo>
                  <a:cubicBezTo>
                    <a:pt x="66567" y="8576"/>
                    <a:pt x="62125" y="8194"/>
                    <a:pt x="57730" y="7447"/>
                  </a:cubicBezTo>
                  <a:cubicBezTo>
                    <a:pt x="52546" y="6565"/>
                    <a:pt x="47524" y="4962"/>
                    <a:pt x="42478" y="3264"/>
                  </a:cubicBezTo>
                  <a:cubicBezTo>
                    <a:pt x="37619" y="1632"/>
                    <a:pt x="32605" y="0"/>
                    <a:pt x="27543"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1"/>
            <p:cNvSpPr/>
            <p:nvPr/>
          </p:nvSpPr>
          <p:spPr>
            <a:xfrm>
              <a:off x="8048796" y="4511685"/>
              <a:ext cx="658408" cy="716833"/>
            </a:xfrm>
            <a:custGeom>
              <a:rect b="b" l="l" r="r" t="t"/>
              <a:pathLst>
                <a:path extrusionOk="0" h="17913" w="16453">
                  <a:moveTo>
                    <a:pt x="3031" y="0"/>
                  </a:moveTo>
                  <a:cubicBezTo>
                    <a:pt x="3004" y="0"/>
                    <a:pt x="2977" y="1"/>
                    <a:pt x="2950" y="2"/>
                  </a:cubicBezTo>
                  <a:cubicBezTo>
                    <a:pt x="1" y="132"/>
                    <a:pt x="2474" y="3624"/>
                    <a:pt x="3374" y="4819"/>
                  </a:cubicBezTo>
                  <a:cubicBezTo>
                    <a:pt x="5353" y="7446"/>
                    <a:pt x="8065" y="13097"/>
                    <a:pt x="8485" y="17912"/>
                  </a:cubicBezTo>
                  <a:lnTo>
                    <a:pt x="16452" y="17912"/>
                  </a:lnTo>
                  <a:cubicBezTo>
                    <a:pt x="15488" y="16742"/>
                    <a:pt x="14559" y="15523"/>
                    <a:pt x="13682" y="14232"/>
                  </a:cubicBezTo>
                  <a:cubicBezTo>
                    <a:pt x="11356" y="10805"/>
                    <a:pt x="9597" y="6836"/>
                    <a:pt x="7171" y="3507"/>
                  </a:cubicBezTo>
                  <a:cubicBezTo>
                    <a:pt x="6176" y="2144"/>
                    <a:pt x="4651" y="0"/>
                    <a:pt x="3031"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11"/>
            <p:cNvSpPr/>
            <p:nvPr/>
          </p:nvSpPr>
          <p:spPr>
            <a:xfrm>
              <a:off x="4946282" y="3681071"/>
              <a:ext cx="4326332" cy="1547277"/>
            </a:xfrm>
            <a:custGeom>
              <a:rect b="b" l="l" r="r" t="t"/>
              <a:pathLst>
                <a:path extrusionOk="0" h="38665" w="108111">
                  <a:moveTo>
                    <a:pt x="45814" y="1"/>
                  </a:moveTo>
                  <a:cubicBezTo>
                    <a:pt x="35137" y="1"/>
                    <a:pt x="24388" y="2076"/>
                    <a:pt x="14090" y="5571"/>
                  </a:cubicBezTo>
                  <a:cubicBezTo>
                    <a:pt x="10624" y="6748"/>
                    <a:pt x="7061" y="8059"/>
                    <a:pt x="3946" y="10366"/>
                  </a:cubicBezTo>
                  <a:cubicBezTo>
                    <a:pt x="2615" y="11352"/>
                    <a:pt x="1078" y="12695"/>
                    <a:pt x="565" y="14641"/>
                  </a:cubicBezTo>
                  <a:cubicBezTo>
                    <a:pt x="1" y="16782"/>
                    <a:pt x="1151" y="18845"/>
                    <a:pt x="2414" y="20142"/>
                  </a:cubicBezTo>
                  <a:cubicBezTo>
                    <a:pt x="4524" y="22313"/>
                    <a:pt x="7328" y="22930"/>
                    <a:pt x="10110" y="22930"/>
                  </a:cubicBezTo>
                  <a:cubicBezTo>
                    <a:pt x="11691" y="22930"/>
                    <a:pt x="13266" y="22730"/>
                    <a:pt x="14702" y="22504"/>
                  </a:cubicBezTo>
                  <a:cubicBezTo>
                    <a:pt x="19304" y="21780"/>
                    <a:pt x="23791" y="20252"/>
                    <a:pt x="28307" y="18979"/>
                  </a:cubicBezTo>
                  <a:cubicBezTo>
                    <a:pt x="31469" y="18088"/>
                    <a:pt x="34583" y="17727"/>
                    <a:pt x="37812" y="17553"/>
                  </a:cubicBezTo>
                  <a:cubicBezTo>
                    <a:pt x="39567" y="17460"/>
                    <a:pt x="41324" y="17409"/>
                    <a:pt x="43081" y="17409"/>
                  </a:cubicBezTo>
                  <a:cubicBezTo>
                    <a:pt x="45289" y="17409"/>
                    <a:pt x="47497" y="17490"/>
                    <a:pt x="49701" y="17670"/>
                  </a:cubicBezTo>
                  <a:cubicBezTo>
                    <a:pt x="53900" y="18013"/>
                    <a:pt x="58120" y="18692"/>
                    <a:pt x="62182" y="20121"/>
                  </a:cubicBezTo>
                  <a:cubicBezTo>
                    <a:pt x="65643" y="21338"/>
                    <a:pt x="69140" y="23140"/>
                    <a:pt x="71836" y="26229"/>
                  </a:cubicBezTo>
                  <a:cubicBezTo>
                    <a:pt x="74556" y="29344"/>
                    <a:pt x="76197" y="34210"/>
                    <a:pt x="75759" y="38664"/>
                  </a:cubicBezTo>
                  <a:lnTo>
                    <a:pt x="85535" y="38664"/>
                  </a:lnTo>
                  <a:cubicBezTo>
                    <a:pt x="85296" y="35981"/>
                    <a:pt x="84353" y="33119"/>
                    <a:pt x="83500" y="31067"/>
                  </a:cubicBezTo>
                  <a:cubicBezTo>
                    <a:pt x="82723" y="29197"/>
                    <a:pt x="81831" y="27538"/>
                    <a:pt x="80681" y="26012"/>
                  </a:cubicBezTo>
                  <a:cubicBezTo>
                    <a:pt x="79935" y="25023"/>
                    <a:pt x="78306" y="23246"/>
                    <a:pt x="78633" y="21650"/>
                  </a:cubicBezTo>
                  <a:cubicBezTo>
                    <a:pt x="78840" y="20643"/>
                    <a:pt x="79649" y="20281"/>
                    <a:pt x="80449" y="20281"/>
                  </a:cubicBezTo>
                  <a:cubicBezTo>
                    <a:pt x="80893" y="20281"/>
                    <a:pt x="81334" y="20392"/>
                    <a:pt x="81670" y="20567"/>
                  </a:cubicBezTo>
                  <a:cubicBezTo>
                    <a:pt x="83214" y="21372"/>
                    <a:pt x="84460" y="23111"/>
                    <a:pt x="85532" y="24674"/>
                  </a:cubicBezTo>
                  <a:cubicBezTo>
                    <a:pt x="88081" y="28395"/>
                    <a:pt x="90008" y="32694"/>
                    <a:pt x="92680" y="36288"/>
                  </a:cubicBezTo>
                  <a:cubicBezTo>
                    <a:pt x="93289" y="37105"/>
                    <a:pt x="93919" y="37895"/>
                    <a:pt x="94562" y="38663"/>
                  </a:cubicBezTo>
                  <a:lnTo>
                    <a:pt x="104952" y="38663"/>
                  </a:lnTo>
                  <a:cubicBezTo>
                    <a:pt x="106677" y="38663"/>
                    <a:pt x="108077" y="36912"/>
                    <a:pt x="108110" y="34738"/>
                  </a:cubicBezTo>
                  <a:cubicBezTo>
                    <a:pt x="104684" y="32047"/>
                    <a:pt x="101346" y="29175"/>
                    <a:pt x="98018" y="26250"/>
                  </a:cubicBezTo>
                  <a:cubicBezTo>
                    <a:pt x="92264" y="21194"/>
                    <a:pt x="86645" y="15791"/>
                    <a:pt x="80705" y="11085"/>
                  </a:cubicBezTo>
                  <a:cubicBezTo>
                    <a:pt x="70628" y="3099"/>
                    <a:pt x="58598" y="156"/>
                    <a:pt x="46845" y="7"/>
                  </a:cubicBezTo>
                  <a:cubicBezTo>
                    <a:pt x="46501" y="3"/>
                    <a:pt x="46158" y="1"/>
                    <a:pt x="45814" y="1"/>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11"/>
            <p:cNvSpPr/>
            <p:nvPr/>
          </p:nvSpPr>
          <p:spPr>
            <a:xfrm>
              <a:off x="5076700" y="-2354598"/>
              <a:ext cx="4335896" cy="796099"/>
            </a:xfrm>
            <a:custGeom>
              <a:rect b="b" l="l" r="r" t="t"/>
              <a:pathLst>
                <a:path extrusionOk="0" h="27758" w="108350">
                  <a:moveTo>
                    <a:pt x="51648" y="1"/>
                  </a:moveTo>
                  <a:cubicBezTo>
                    <a:pt x="50846" y="407"/>
                    <a:pt x="50018" y="729"/>
                    <a:pt x="49203" y="1014"/>
                  </a:cubicBezTo>
                  <a:cubicBezTo>
                    <a:pt x="42065" y="3506"/>
                    <a:pt x="34586" y="3501"/>
                    <a:pt x="27241" y="3584"/>
                  </a:cubicBezTo>
                  <a:cubicBezTo>
                    <a:pt x="20757" y="3656"/>
                    <a:pt x="14163" y="3777"/>
                    <a:pt x="7797" y="5515"/>
                  </a:cubicBezTo>
                  <a:cubicBezTo>
                    <a:pt x="5715" y="6083"/>
                    <a:pt x="3438" y="6902"/>
                    <a:pt x="1858" y="8814"/>
                  </a:cubicBezTo>
                  <a:cubicBezTo>
                    <a:pt x="0" y="11058"/>
                    <a:pt x="83" y="14195"/>
                    <a:pt x="776" y="17107"/>
                  </a:cubicBezTo>
                  <a:cubicBezTo>
                    <a:pt x="2438" y="24097"/>
                    <a:pt x="7861" y="27758"/>
                    <a:pt x="13371" y="27758"/>
                  </a:cubicBezTo>
                  <a:cubicBezTo>
                    <a:pt x="13681" y="27758"/>
                    <a:pt x="13992" y="27746"/>
                    <a:pt x="14303" y="27723"/>
                  </a:cubicBezTo>
                  <a:cubicBezTo>
                    <a:pt x="20922" y="27226"/>
                    <a:pt x="26485" y="22282"/>
                    <a:pt x="32673" y="19847"/>
                  </a:cubicBezTo>
                  <a:cubicBezTo>
                    <a:pt x="36195" y="18461"/>
                    <a:pt x="39879" y="17578"/>
                    <a:pt x="43501" y="16728"/>
                  </a:cubicBezTo>
                  <a:cubicBezTo>
                    <a:pt x="47244" y="15849"/>
                    <a:pt x="51012" y="15131"/>
                    <a:pt x="54789" y="14515"/>
                  </a:cubicBezTo>
                  <a:cubicBezTo>
                    <a:pt x="62223" y="13302"/>
                    <a:pt x="69695" y="12486"/>
                    <a:pt x="77160" y="11610"/>
                  </a:cubicBezTo>
                  <a:cubicBezTo>
                    <a:pt x="86796" y="10479"/>
                    <a:pt x="96503" y="9420"/>
                    <a:pt x="106195" y="9420"/>
                  </a:cubicBezTo>
                  <a:cubicBezTo>
                    <a:pt x="106913" y="9420"/>
                    <a:pt x="107630" y="9426"/>
                    <a:pt x="108348" y="9438"/>
                  </a:cubicBezTo>
                  <a:lnTo>
                    <a:pt x="108348" y="4002"/>
                  </a:lnTo>
                  <a:cubicBezTo>
                    <a:pt x="108350" y="1793"/>
                    <a:pt x="106935" y="1"/>
                    <a:pt x="105190" y="1"/>
                  </a:cubicBezTo>
                  <a:lnTo>
                    <a:pt x="90762" y="1"/>
                  </a:lnTo>
                  <a:cubicBezTo>
                    <a:pt x="89703" y="1934"/>
                    <a:pt x="88395" y="3470"/>
                    <a:pt x="86599" y="4557"/>
                  </a:cubicBezTo>
                  <a:cubicBezTo>
                    <a:pt x="83877" y="6208"/>
                    <a:pt x="80880" y="7099"/>
                    <a:pt x="77918" y="7745"/>
                  </a:cubicBezTo>
                  <a:cubicBezTo>
                    <a:pt x="74349" y="8524"/>
                    <a:pt x="70756" y="9202"/>
                    <a:pt x="67162" y="9801"/>
                  </a:cubicBezTo>
                  <a:cubicBezTo>
                    <a:pt x="59627" y="11058"/>
                    <a:pt x="52047" y="11784"/>
                    <a:pt x="44534" y="13253"/>
                  </a:cubicBezTo>
                  <a:cubicBezTo>
                    <a:pt x="40916" y="13963"/>
                    <a:pt x="37300" y="14822"/>
                    <a:pt x="33793" y="16179"/>
                  </a:cubicBezTo>
                  <a:cubicBezTo>
                    <a:pt x="31120" y="17214"/>
                    <a:pt x="28648" y="18964"/>
                    <a:pt x="26050" y="20259"/>
                  </a:cubicBezTo>
                  <a:cubicBezTo>
                    <a:pt x="24092" y="21236"/>
                    <a:pt x="21957" y="22126"/>
                    <a:pt x="19819" y="22126"/>
                  </a:cubicBezTo>
                  <a:cubicBezTo>
                    <a:pt x="19398" y="22126"/>
                    <a:pt x="18976" y="22091"/>
                    <a:pt x="18556" y="22016"/>
                  </a:cubicBezTo>
                  <a:cubicBezTo>
                    <a:pt x="16742" y="21690"/>
                    <a:pt x="14667" y="20360"/>
                    <a:pt x="13727" y="18271"/>
                  </a:cubicBezTo>
                  <a:cubicBezTo>
                    <a:pt x="12111" y="14673"/>
                    <a:pt x="16343" y="12032"/>
                    <a:pt x="18335" y="10924"/>
                  </a:cubicBezTo>
                  <a:cubicBezTo>
                    <a:pt x="29038" y="4972"/>
                    <a:pt x="41116" y="7214"/>
                    <a:pt x="52462" y="6363"/>
                  </a:cubicBezTo>
                  <a:cubicBezTo>
                    <a:pt x="56489" y="6062"/>
                    <a:pt x="60477" y="5377"/>
                    <a:pt x="64377" y="4066"/>
                  </a:cubicBezTo>
                  <a:cubicBezTo>
                    <a:pt x="66858" y="3233"/>
                    <a:pt x="69388" y="2647"/>
                    <a:pt x="71900" y="1973"/>
                  </a:cubicBezTo>
                  <a:cubicBezTo>
                    <a:pt x="74066" y="1391"/>
                    <a:pt x="76235" y="775"/>
                    <a:pt x="78366" y="1"/>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11"/>
            <p:cNvSpPr/>
            <p:nvPr/>
          </p:nvSpPr>
          <p:spPr>
            <a:xfrm>
              <a:off x="-97224" y="-1965635"/>
              <a:ext cx="3996027" cy="864218"/>
            </a:xfrm>
            <a:custGeom>
              <a:rect b="b" l="l" r="r" t="t"/>
              <a:pathLst>
                <a:path extrusionOk="0" h="21596" w="99857">
                  <a:moveTo>
                    <a:pt x="65198" y="399"/>
                  </a:moveTo>
                  <a:cubicBezTo>
                    <a:pt x="72321" y="399"/>
                    <a:pt x="79621" y="1791"/>
                    <a:pt x="86922" y="4550"/>
                  </a:cubicBezTo>
                  <a:cubicBezTo>
                    <a:pt x="89575" y="5554"/>
                    <a:pt x="92653" y="6864"/>
                    <a:pt x="95348" y="8979"/>
                  </a:cubicBezTo>
                  <a:cubicBezTo>
                    <a:pt x="98235" y="11247"/>
                    <a:pt x="99428" y="13677"/>
                    <a:pt x="98898" y="16206"/>
                  </a:cubicBezTo>
                  <a:cubicBezTo>
                    <a:pt x="98311" y="18994"/>
                    <a:pt x="95759" y="19972"/>
                    <a:pt x="93599" y="20511"/>
                  </a:cubicBezTo>
                  <a:cubicBezTo>
                    <a:pt x="91491" y="21039"/>
                    <a:pt x="89309" y="21193"/>
                    <a:pt x="87246" y="21193"/>
                  </a:cubicBezTo>
                  <a:cubicBezTo>
                    <a:pt x="86217" y="21193"/>
                    <a:pt x="85218" y="21155"/>
                    <a:pt x="84273" y="21106"/>
                  </a:cubicBezTo>
                  <a:cubicBezTo>
                    <a:pt x="78503" y="20800"/>
                    <a:pt x="72921" y="19852"/>
                    <a:pt x="67683" y="18295"/>
                  </a:cubicBezTo>
                  <a:cubicBezTo>
                    <a:pt x="64541" y="17362"/>
                    <a:pt x="61400" y="16083"/>
                    <a:pt x="58362" y="14847"/>
                  </a:cubicBezTo>
                  <a:cubicBezTo>
                    <a:pt x="53266" y="12773"/>
                    <a:pt x="47995" y="10628"/>
                    <a:pt x="42530" y="10025"/>
                  </a:cubicBezTo>
                  <a:cubicBezTo>
                    <a:pt x="41682" y="9932"/>
                    <a:pt x="40859" y="9885"/>
                    <a:pt x="40058" y="9885"/>
                  </a:cubicBezTo>
                  <a:cubicBezTo>
                    <a:pt x="36646" y="9885"/>
                    <a:pt x="33636" y="10728"/>
                    <a:pt x="31087" y="12400"/>
                  </a:cubicBezTo>
                  <a:cubicBezTo>
                    <a:pt x="26728" y="15269"/>
                    <a:pt x="22197" y="17122"/>
                    <a:pt x="17235" y="18071"/>
                  </a:cubicBezTo>
                  <a:cubicBezTo>
                    <a:pt x="13172" y="18848"/>
                    <a:pt x="9086" y="19070"/>
                    <a:pt x="5424" y="19070"/>
                  </a:cubicBezTo>
                  <a:cubicBezTo>
                    <a:pt x="3631" y="19070"/>
                    <a:pt x="1941" y="19017"/>
                    <a:pt x="403" y="18949"/>
                  </a:cubicBezTo>
                  <a:lnTo>
                    <a:pt x="403" y="11532"/>
                  </a:lnTo>
                  <a:cubicBezTo>
                    <a:pt x="2361" y="12661"/>
                    <a:pt x="4594" y="13456"/>
                    <a:pt x="7045" y="13900"/>
                  </a:cubicBezTo>
                  <a:cubicBezTo>
                    <a:pt x="8672" y="14195"/>
                    <a:pt x="10356" y="14343"/>
                    <a:pt x="12121" y="14343"/>
                  </a:cubicBezTo>
                  <a:cubicBezTo>
                    <a:pt x="13968" y="14343"/>
                    <a:pt x="15904" y="14181"/>
                    <a:pt x="17957" y="13858"/>
                  </a:cubicBezTo>
                  <a:cubicBezTo>
                    <a:pt x="23076" y="13055"/>
                    <a:pt x="27790" y="10978"/>
                    <a:pt x="32121" y="8853"/>
                  </a:cubicBezTo>
                  <a:lnTo>
                    <a:pt x="32595" y="8620"/>
                  </a:lnTo>
                  <a:cubicBezTo>
                    <a:pt x="37243" y="6337"/>
                    <a:pt x="42049" y="3980"/>
                    <a:pt x="47066" y="2784"/>
                  </a:cubicBezTo>
                  <a:cubicBezTo>
                    <a:pt x="53031" y="1361"/>
                    <a:pt x="58397" y="590"/>
                    <a:pt x="63469" y="426"/>
                  </a:cubicBezTo>
                  <a:cubicBezTo>
                    <a:pt x="64044" y="408"/>
                    <a:pt x="64620" y="399"/>
                    <a:pt x="65198" y="399"/>
                  </a:cubicBezTo>
                  <a:close/>
                  <a:moveTo>
                    <a:pt x="65203" y="1"/>
                  </a:moveTo>
                  <a:cubicBezTo>
                    <a:pt x="64619" y="1"/>
                    <a:pt x="64036" y="10"/>
                    <a:pt x="63455" y="29"/>
                  </a:cubicBezTo>
                  <a:cubicBezTo>
                    <a:pt x="58355" y="192"/>
                    <a:pt x="52963" y="968"/>
                    <a:pt x="46970" y="2396"/>
                  </a:cubicBezTo>
                  <a:cubicBezTo>
                    <a:pt x="41911" y="3604"/>
                    <a:pt x="37084" y="5971"/>
                    <a:pt x="32416" y="8263"/>
                  </a:cubicBezTo>
                  <a:lnTo>
                    <a:pt x="31942" y="8496"/>
                  </a:lnTo>
                  <a:cubicBezTo>
                    <a:pt x="27640" y="10606"/>
                    <a:pt x="22957" y="12670"/>
                    <a:pt x="17892" y="13466"/>
                  </a:cubicBezTo>
                  <a:cubicBezTo>
                    <a:pt x="15860" y="13785"/>
                    <a:pt x="13946" y="13945"/>
                    <a:pt x="12120" y="13945"/>
                  </a:cubicBezTo>
                  <a:cubicBezTo>
                    <a:pt x="10379" y="13945"/>
                    <a:pt x="8719" y="13799"/>
                    <a:pt x="7116" y="13508"/>
                  </a:cubicBezTo>
                  <a:cubicBezTo>
                    <a:pt x="4584" y="13050"/>
                    <a:pt x="2294" y="12211"/>
                    <a:pt x="305" y="11012"/>
                  </a:cubicBezTo>
                  <a:lnTo>
                    <a:pt x="0" y="10828"/>
                  </a:lnTo>
                  <a:lnTo>
                    <a:pt x="0" y="19337"/>
                  </a:lnTo>
                  <a:lnTo>
                    <a:pt x="193" y="19345"/>
                  </a:lnTo>
                  <a:cubicBezTo>
                    <a:pt x="1788" y="19417"/>
                    <a:pt x="3552" y="19474"/>
                    <a:pt x="5427" y="19474"/>
                  </a:cubicBezTo>
                  <a:cubicBezTo>
                    <a:pt x="9110" y="19474"/>
                    <a:pt x="13220" y="19251"/>
                    <a:pt x="17311" y="18469"/>
                  </a:cubicBezTo>
                  <a:cubicBezTo>
                    <a:pt x="22324" y="17509"/>
                    <a:pt x="26904" y="15636"/>
                    <a:pt x="31309" y="12740"/>
                  </a:cubicBezTo>
                  <a:cubicBezTo>
                    <a:pt x="33791" y="11110"/>
                    <a:pt x="36725" y="10287"/>
                    <a:pt x="40058" y="10287"/>
                  </a:cubicBezTo>
                  <a:cubicBezTo>
                    <a:pt x="40845" y="10287"/>
                    <a:pt x="41654" y="10333"/>
                    <a:pt x="42485" y="10425"/>
                  </a:cubicBezTo>
                  <a:cubicBezTo>
                    <a:pt x="47895" y="11021"/>
                    <a:pt x="53139" y="13156"/>
                    <a:pt x="58211" y="15220"/>
                  </a:cubicBezTo>
                  <a:cubicBezTo>
                    <a:pt x="61257" y="16459"/>
                    <a:pt x="64408" y="17742"/>
                    <a:pt x="67568" y="18681"/>
                  </a:cubicBezTo>
                  <a:cubicBezTo>
                    <a:pt x="72838" y="20248"/>
                    <a:pt x="78452" y="21200"/>
                    <a:pt x="84253" y="21507"/>
                  </a:cubicBezTo>
                  <a:cubicBezTo>
                    <a:pt x="85207" y="21557"/>
                    <a:pt x="86216" y="21596"/>
                    <a:pt x="87255" y="21596"/>
                  </a:cubicBezTo>
                  <a:cubicBezTo>
                    <a:pt x="89341" y="21596"/>
                    <a:pt x="91554" y="21438"/>
                    <a:pt x="93697" y="20904"/>
                  </a:cubicBezTo>
                  <a:cubicBezTo>
                    <a:pt x="95795" y="20381"/>
                    <a:pt x="98654" y="19332"/>
                    <a:pt x="99293" y="16292"/>
                  </a:cubicBezTo>
                  <a:cubicBezTo>
                    <a:pt x="99857" y="13600"/>
                    <a:pt x="98614" y="11035"/>
                    <a:pt x="95596" y="8666"/>
                  </a:cubicBezTo>
                  <a:cubicBezTo>
                    <a:pt x="92859" y="6520"/>
                    <a:pt x="89747" y="5193"/>
                    <a:pt x="87062" y="4178"/>
                  </a:cubicBezTo>
                  <a:cubicBezTo>
                    <a:pt x="79719" y="1402"/>
                    <a:pt x="72371" y="1"/>
                    <a:pt x="65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5" name="Google Shape;295;p11"/>
            <p:cNvGrpSpPr/>
            <p:nvPr/>
          </p:nvGrpSpPr>
          <p:grpSpPr>
            <a:xfrm>
              <a:off x="-97224" y="-2508600"/>
              <a:ext cx="9377821" cy="2147740"/>
              <a:chOff x="-97224" y="-2508600"/>
              <a:chExt cx="9377821" cy="2147740"/>
            </a:xfrm>
          </p:grpSpPr>
          <p:sp>
            <p:nvSpPr>
              <p:cNvPr id="296" name="Google Shape;296;p11"/>
              <p:cNvSpPr/>
              <p:nvPr/>
            </p:nvSpPr>
            <p:spPr>
              <a:xfrm>
                <a:off x="-89101" y="-2436047"/>
                <a:ext cx="9361814" cy="2075187"/>
              </a:xfrm>
              <a:custGeom>
                <a:rect b="b" l="l" r="r" t="t"/>
                <a:pathLst>
                  <a:path extrusionOk="0" h="51857" w="233943">
                    <a:moveTo>
                      <a:pt x="114254" y="0"/>
                    </a:moveTo>
                    <a:cubicBezTo>
                      <a:pt x="113814" y="3337"/>
                      <a:pt x="107760" y="3970"/>
                      <a:pt x="105882" y="4185"/>
                    </a:cubicBezTo>
                    <a:cubicBezTo>
                      <a:pt x="103480" y="4463"/>
                      <a:pt x="101037" y="4580"/>
                      <a:pt x="98593" y="4580"/>
                    </a:cubicBezTo>
                    <a:cubicBezTo>
                      <a:pt x="96187" y="4580"/>
                      <a:pt x="93780" y="4466"/>
                      <a:pt x="91413" y="4277"/>
                    </a:cubicBezTo>
                    <a:cubicBezTo>
                      <a:pt x="83262" y="3622"/>
                      <a:pt x="75254" y="1586"/>
                      <a:pt x="67197" y="2"/>
                    </a:cubicBezTo>
                    <a:lnTo>
                      <a:pt x="3161" y="2"/>
                    </a:lnTo>
                    <a:cubicBezTo>
                      <a:pt x="1415" y="2"/>
                      <a:pt x="0" y="1794"/>
                      <a:pt x="0" y="4003"/>
                    </a:cubicBezTo>
                    <a:lnTo>
                      <a:pt x="0" y="12983"/>
                    </a:lnTo>
                    <a:cubicBezTo>
                      <a:pt x="752" y="13703"/>
                      <a:pt x="1532" y="14304"/>
                      <a:pt x="2202" y="14753"/>
                    </a:cubicBezTo>
                    <a:cubicBezTo>
                      <a:pt x="5867" y="17202"/>
                      <a:pt x="10108" y="17905"/>
                      <a:pt x="14266" y="17905"/>
                    </a:cubicBezTo>
                    <a:cubicBezTo>
                      <a:pt x="15542" y="17905"/>
                      <a:pt x="16811" y="17839"/>
                      <a:pt x="18052" y="17736"/>
                    </a:cubicBezTo>
                    <a:cubicBezTo>
                      <a:pt x="23329" y="17301"/>
                      <a:pt x="28524" y="16026"/>
                      <a:pt x="33704" y="14740"/>
                    </a:cubicBezTo>
                    <a:cubicBezTo>
                      <a:pt x="40948" y="12940"/>
                      <a:pt x="48135" y="10828"/>
                      <a:pt x="55442" y="9439"/>
                    </a:cubicBezTo>
                    <a:cubicBezTo>
                      <a:pt x="61321" y="8322"/>
                      <a:pt x="67233" y="7670"/>
                      <a:pt x="73167" y="7670"/>
                    </a:cubicBezTo>
                    <a:cubicBezTo>
                      <a:pt x="74688" y="7670"/>
                      <a:pt x="76210" y="7713"/>
                      <a:pt x="77734" y="7802"/>
                    </a:cubicBezTo>
                    <a:cubicBezTo>
                      <a:pt x="85106" y="8232"/>
                      <a:pt x="92423" y="9785"/>
                      <a:pt x="99530" y="12287"/>
                    </a:cubicBezTo>
                    <a:cubicBezTo>
                      <a:pt x="102317" y="13268"/>
                      <a:pt x="105115" y="14314"/>
                      <a:pt x="107858" y="15489"/>
                    </a:cubicBezTo>
                    <a:cubicBezTo>
                      <a:pt x="110332" y="16548"/>
                      <a:pt x="112809" y="17789"/>
                      <a:pt x="115004" y="19608"/>
                    </a:cubicBezTo>
                    <a:cubicBezTo>
                      <a:pt x="117824" y="21944"/>
                      <a:pt x="120303" y="25852"/>
                      <a:pt x="120226" y="30339"/>
                    </a:cubicBezTo>
                    <a:cubicBezTo>
                      <a:pt x="120101" y="37466"/>
                      <a:pt x="112935" y="40330"/>
                      <a:pt x="108516" y="41748"/>
                    </a:cubicBezTo>
                    <a:cubicBezTo>
                      <a:pt x="101630" y="43955"/>
                      <a:pt x="94414" y="44564"/>
                      <a:pt x="87337" y="44821"/>
                    </a:cubicBezTo>
                    <a:cubicBezTo>
                      <a:pt x="84855" y="44912"/>
                      <a:pt x="82371" y="44958"/>
                      <a:pt x="79887" y="44958"/>
                    </a:cubicBezTo>
                    <a:cubicBezTo>
                      <a:pt x="73140" y="44958"/>
                      <a:pt x="66393" y="44612"/>
                      <a:pt x="59673" y="43851"/>
                    </a:cubicBezTo>
                    <a:cubicBezTo>
                      <a:pt x="52128" y="42997"/>
                      <a:pt x="44620" y="41722"/>
                      <a:pt x="37128" y="40332"/>
                    </a:cubicBezTo>
                    <a:cubicBezTo>
                      <a:pt x="29596" y="38936"/>
                      <a:pt x="22076" y="37257"/>
                      <a:pt x="14513" y="36145"/>
                    </a:cubicBezTo>
                    <a:cubicBezTo>
                      <a:pt x="10469" y="35552"/>
                      <a:pt x="6279" y="35103"/>
                      <a:pt x="2100" y="35103"/>
                    </a:cubicBezTo>
                    <a:cubicBezTo>
                      <a:pt x="1400" y="35103"/>
                      <a:pt x="700" y="35116"/>
                      <a:pt x="0" y="35142"/>
                    </a:cubicBezTo>
                    <a:lnTo>
                      <a:pt x="0" y="41392"/>
                    </a:lnTo>
                    <a:cubicBezTo>
                      <a:pt x="3897" y="40406"/>
                      <a:pt x="7757" y="39113"/>
                      <a:pt x="11701" y="38520"/>
                    </a:cubicBezTo>
                    <a:cubicBezTo>
                      <a:pt x="12850" y="38347"/>
                      <a:pt x="14002" y="38268"/>
                      <a:pt x="15153" y="38268"/>
                    </a:cubicBezTo>
                    <a:cubicBezTo>
                      <a:pt x="18352" y="38268"/>
                      <a:pt x="21545" y="38880"/>
                      <a:pt x="24665" y="39789"/>
                    </a:cubicBezTo>
                    <a:cubicBezTo>
                      <a:pt x="29176" y="41103"/>
                      <a:pt x="33559" y="43015"/>
                      <a:pt x="37996" y="44675"/>
                    </a:cubicBezTo>
                    <a:cubicBezTo>
                      <a:pt x="42689" y="46433"/>
                      <a:pt x="47479" y="47692"/>
                      <a:pt x="52300" y="48740"/>
                    </a:cubicBezTo>
                    <a:cubicBezTo>
                      <a:pt x="61496" y="50745"/>
                      <a:pt x="70937" y="51857"/>
                      <a:pt x="80373" y="51857"/>
                    </a:cubicBezTo>
                    <a:cubicBezTo>
                      <a:pt x="91348" y="51857"/>
                      <a:pt x="102317" y="50352"/>
                      <a:pt x="112889" y="46997"/>
                    </a:cubicBezTo>
                    <a:cubicBezTo>
                      <a:pt x="122215" y="44038"/>
                      <a:pt x="130897" y="39216"/>
                      <a:pt x="139694" y="34414"/>
                    </a:cubicBezTo>
                    <a:cubicBezTo>
                      <a:pt x="143466" y="32352"/>
                      <a:pt x="147358" y="30634"/>
                      <a:pt x="151383" y="29556"/>
                    </a:cubicBezTo>
                    <a:cubicBezTo>
                      <a:pt x="155813" y="28370"/>
                      <a:pt x="160303" y="28105"/>
                      <a:pt x="164816" y="27914"/>
                    </a:cubicBezTo>
                    <a:cubicBezTo>
                      <a:pt x="167320" y="27807"/>
                      <a:pt x="169825" y="27756"/>
                      <a:pt x="172331" y="27756"/>
                    </a:cubicBezTo>
                    <a:cubicBezTo>
                      <a:pt x="189289" y="27756"/>
                      <a:pt x="206270" y="30094"/>
                      <a:pt x="222996" y="33398"/>
                    </a:cubicBezTo>
                    <a:cubicBezTo>
                      <a:pt x="226644" y="34116"/>
                      <a:pt x="230302" y="34924"/>
                      <a:pt x="233942" y="35864"/>
                    </a:cubicBezTo>
                    <a:lnTo>
                      <a:pt x="233942" y="9938"/>
                    </a:lnTo>
                    <a:cubicBezTo>
                      <a:pt x="233216" y="9925"/>
                      <a:pt x="232489" y="9919"/>
                      <a:pt x="231762" y="9919"/>
                    </a:cubicBezTo>
                    <a:cubicBezTo>
                      <a:pt x="219843" y="9919"/>
                      <a:pt x="207922" y="11530"/>
                      <a:pt x="196068" y="12904"/>
                    </a:cubicBezTo>
                    <a:cubicBezTo>
                      <a:pt x="188339" y="13801"/>
                      <a:pt x="180609" y="14806"/>
                      <a:pt x="172944" y="16393"/>
                    </a:cubicBezTo>
                    <a:cubicBezTo>
                      <a:pt x="169135" y="17181"/>
                      <a:pt x="165343" y="18112"/>
                      <a:pt x="161591" y="19260"/>
                    </a:cubicBezTo>
                    <a:cubicBezTo>
                      <a:pt x="158213" y="20291"/>
                      <a:pt x="155063" y="21813"/>
                      <a:pt x="151893" y="23606"/>
                    </a:cubicBezTo>
                    <a:cubicBezTo>
                      <a:pt x="147715" y="25970"/>
                      <a:pt x="143374" y="28204"/>
                      <a:pt x="138868" y="28204"/>
                    </a:cubicBezTo>
                    <a:cubicBezTo>
                      <a:pt x="137422" y="28204"/>
                      <a:pt x="135960" y="27974"/>
                      <a:pt x="134480" y="27445"/>
                    </a:cubicBezTo>
                    <a:cubicBezTo>
                      <a:pt x="129632" y="25711"/>
                      <a:pt x="125716" y="20547"/>
                      <a:pt x="125484" y="13951"/>
                    </a:cubicBezTo>
                    <a:cubicBezTo>
                      <a:pt x="125286" y="8300"/>
                      <a:pt x="129601" y="6027"/>
                      <a:pt x="133294" y="5020"/>
                    </a:cubicBezTo>
                    <a:cubicBezTo>
                      <a:pt x="139570" y="3307"/>
                      <a:pt x="146074" y="3151"/>
                      <a:pt x="152463" y="3078"/>
                    </a:cubicBezTo>
                    <a:cubicBezTo>
                      <a:pt x="160083" y="2991"/>
                      <a:pt x="167851" y="3042"/>
                      <a:pt x="175233" y="328"/>
                    </a:cubicBezTo>
                    <a:cubicBezTo>
                      <a:pt x="175511" y="226"/>
                      <a:pt x="175788" y="116"/>
                      <a:pt x="1760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11"/>
              <p:cNvSpPr/>
              <p:nvPr/>
            </p:nvSpPr>
            <p:spPr>
              <a:xfrm>
                <a:off x="-97224" y="-2508600"/>
                <a:ext cx="9377821" cy="2090634"/>
              </a:xfrm>
              <a:custGeom>
                <a:rect b="b" l="l" r="r" t="t"/>
                <a:pathLst>
                  <a:path extrusionOk="0" h="52243" w="234343">
                    <a:moveTo>
                      <a:pt x="67361" y="400"/>
                    </a:moveTo>
                    <a:cubicBezTo>
                      <a:pt x="69340" y="790"/>
                      <a:pt x="71349" y="1215"/>
                      <a:pt x="73292" y="1625"/>
                    </a:cubicBezTo>
                    <a:cubicBezTo>
                      <a:pt x="79265" y="2884"/>
                      <a:pt x="85439" y="4185"/>
                      <a:pt x="91598" y="4680"/>
                    </a:cubicBezTo>
                    <a:cubicBezTo>
                      <a:pt x="94144" y="4885"/>
                      <a:pt x="96537" y="4987"/>
                      <a:pt x="98805" y="4987"/>
                    </a:cubicBezTo>
                    <a:cubicBezTo>
                      <a:pt x="101387" y="4987"/>
                      <a:pt x="103808" y="4854"/>
                      <a:pt x="106108" y="4590"/>
                    </a:cubicBezTo>
                    <a:lnTo>
                      <a:pt x="106218" y="4577"/>
                    </a:lnTo>
                    <a:cubicBezTo>
                      <a:pt x="108158" y="4354"/>
                      <a:pt x="114000" y="3685"/>
                      <a:pt x="114628" y="406"/>
                    </a:cubicBezTo>
                    <a:lnTo>
                      <a:pt x="175193" y="406"/>
                    </a:lnTo>
                    <a:cubicBezTo>
                      <a:pt x="168249" y="2915"/>
                      <a:pt x="160889" y="2994"/>
                      <a:pt x="153768" y="3069"/>
                    </a:cubicBezTo>
                    <a:lnTo>
                      <a:pt x="152665" y="3082"/>
                    </a:lnTo>
                    <a:cubicBezTo>
                      <a:pt x="145764" y="3162"/>
                      <a:pt x="139551" y="3364"/>
                      <a:pt x="133446" y="5030"/>
                    </a:cubicBezTo>
                    <a:cubicBezTo>
                      <a:pt x="128003" y="6516"/>
                      <a:pt x="125326" y="9588"/>
                      <a:pt x="125487" y="14164"/>
                    </a:cubicBezTo>
                    <a:cubicBezTo>
                      <a:pt x="125709" y="20471"/>
                      <a:pt x="129379" y="25966"/>
                      <a:pt x="134618" y="27839"/>
                    </a:cubicBezTo>
                    <a:cubicBezTo>
                      <a:pt x="136131" y="28380"/>
                      <a:pt x="137619" y="28617"/>
                      <a:pt x="139091" y="28617"/>
                    </a:cubicBezTo>
                    <a:cubicBezTo>
                      <a:pt x="143547" y="28617"/>
                      <a:pt x="147847" y="26448"/>
                      <a:pt x="152196" y="23987"/>
                    </a:cubicBezTo>
                    <a:cubicBezTo>
                      <a:pt x="155813" y="21943"/>
                      <a:pt x="158880" y="20567"/>
                      <a:pt x="161854" y="19658"/>
                    </a:cubicBezTo>
                    <a:cubicBezTo>
                      <a:pt x="165379" y="18581"/>
                      <a:pt x="169085" y="17643"/>
                      <a:pt x="173189" y="16795"/>
                    </a:cubicBezTo>
                    <a:cubicBezTo>
                      <a:pt x="180974" y="15181"/>
                      <a:pt x="188894" y="14166"/>
                      <a:pt x="196294" y="13308"/>
                    </a:cubicBezTo>
                    <a:cubicBezTo>
                      <a:pt x="197767" y="13138"/>
                      <a:pt x="199245" y="12964"/>
                      <a:pt x="200722" y="12788"/>
                    </a:cubicBezTo>
                    <a:cubicBezTo>
                      <a:pt x="210970" y="11576"/>
                      <a:pt x="221543" y="10326"/>
                      <a:pt x="231999" y="10326"/>
                    </a:cubicBezTo>
                    <a:cubicBezTo>
                      <a:pt x="232648" y="10326"/>
                      <a:pt x="233296" y="10331"/>
                      <a:pt x="233944" y="10341"/>
                    </a:cubicBezTo>
                    <a:lnTo>
                      <a:pt x="233944" y="35809"/>
                    </a:lnTo>
                    <a:cubicBezTo>
                      <a:pt x="230629" y="34959"/>
                      <a:pt x="227123" y="34173"/>
                      <a:pt x="223236" y="33405"/>
                    </a:cubicBezTo>
                    <a:cubicBezTo>
                      <a:pt x="203906" y="29587"/>
                      <a:pt x="187591" y="27758"/>
                      <a:pt x="172597" y="27758"/>
                    </a:cubicBezTo>
                    <a:cubicBezTo>
                      <a:pt x="170032" y="27758"/>
                      <a:pt x="167505" y="27812"/>
                      <a:pt x="165009" y="27918"/>
                    </a:cubicBezTo>
                    <a:cubicBezTo>
                      <a:pt x="160422" y="28112"/>
                      <a:pt x="155941" y="28387"/>
                      <a:pt x="151533" y="29567"/>
                    </a:cubicBezTo>
                    <a:cubicBezTo>
                      <a:pt x="147826" y="30560"/>
                      <a:pt x="143986" y="32153"/>
                      <a:pt x="139798" y="34441"/>
                    </a:cubicBezTo>
                    <a:lnTo>
                      <a:pt x="138875" y="34945"/>
                    </a:lnTo>
                    <a:cubicBezTo>
                      <a:pt x="130584" y="39473"/>
                      <a:pt x="122011" y="44161"/>
                      <a:pt x="113029" y="47009"/>
                    </a:cubicBezTo>
                    <a:cubicBezTo>
                      <a:pt x="102889" y="50226"/>
                      <a:pt x="91919" y="51840"/>
                      <a:pt x="80509" y="51840"/>
                    </a:cubicBezTo>
                    <a:cubicBezTo>
                      <a:pt x="71401" y="51840"/>
                      <a:pt x="62013" y="50811"/>
                      <a:pt x="52541" y="48749"/>
                    </a:cubicBezTo>
                    <a:cubicBezTo>
                      <a:pt x="46930" y="47526"/>
                      <a:pt x="42394" y="46236"/>
                      <a:pt x="38264" y="44691"/>
                    </a:cubicBezTo>
                    <a:cubicBezTo>
                      <a:pt x="36953" y="44199"/>
                      <a:pt x="35624" y="43678"/>
                      <a:pt x="34338" y="43172"/>
                    </a:cubicBezTo>
                    <a:cubicBezTo>
                      <a:pt x="31276" y="41971"/>
                      <a:pt x="28107" y="40726"/>
                      <a:pt x="24921" y="39799"/>
                    </a:cubicBezTo>
                    <a:cubicBezTo>
                      <a:pt x="21414" y="38777"/>
                      <a:pt x="18247" y="38271"/>
                      <a:pt x="15326" y="38271"/>
                    </a:cubicBezTo>
                    <a:cubicBezTo>
                      <a:pt x="14137" y="38271"/>
                      <a:pt x="12987" y="38356"/>
                      <a:pt x="11874" y="38521"/>
                    </a:cubicBezTo>
                    <a:cubicBezTo>
                      <a:pt x="9119" y="38936"/>
                      <a:pt x="6366" y="39703"/>
                      <a:pt x="3703" y="40442"/>
                    </a:cubicBezTo>
                    <a:cubicBezTo>
                      <a:pt x="2622" y="40742"/>
                      <a:pt x="1508" y="41053"/>
                      <a:pt x="406" y="41335"/>
                    </a:cubicBezTo>
                    <a:lnTo>
                      <a:pt x="406" y="35538"/>
                    </a:lnTo>
                    <a:cubicBezTo>
                      <a:pt x="1027" y="35516"/>
                      <a:pt x="1658" y="35506"/>
                      <a:pt x="2301" y="35506"/>
                    </a:cubicBezTo>
                    <a:cubicBezTo>
                      <a:pt x="5902" y="35506"/>
                      <a:pt x="9901" y="35844"/>
                      <a:pt x="14687" y="36547"/>
                    </a:cubicBezTo>
                    <a:cubicBezTo>
                      <a:pt x="19745" y="37290"/>
                      <a:pt x="24868" y="38304"/>
                      <a:pt x="29822" y="39284"/>
                    </a:cubicBezTo>
                    <a:cubicBezTo>
                      <a:pt x="32271" y="39769"/>
                      <a:pt x="34802" y="40270"/>
                      <a:pt x="37296" y="40733"/>
                    </a:cubicBezTo>
                    <a:cubicBezTo>
                      <a:pt x="43914" y="41961"/>
                      <a:pt x="51770" y="43339"/>
                      <a:pt x="59854" y="44254"/>
                    </a:cubicBezTo>
                    <a:cubicBezTo>
                      <a:pt x="66359" y="44990"/>
                      <a:pt x="73165" y="45361"/>
                      <a:pt x="80163" y="45361"/>
                    </a:cubicBezTo>
                    <a:cubicBezTo>
                      <a:pt x="82603" y="45361"/>
                      <a:pt x="85067" y="45316"/>
                      <a:pt x="87550" y="45225"/>
                    </a:cubicBezTo>
                    <a:cubicBezTo>
                      <a:pt x="94026" y="44991"/>
                      <a:pt x="101613" y="44441"/>
                      <a:pt x="108780" y="42142"/>
                    </a:cubicBezTo>
                    <a:cubicBezTo>
                      <a:pt x="113810" y="40529"/>
                      <a:pt x="120508" y="37574"/>
                      <a:pt x="120629" y="30544"/>
                    </a:cubicBezTo>
                    <a:cubicBezTo>
                      <a:pt x="120696" y="26529"/>
                      <a:pt x="118718" y="22458"/>
                      <a:pt x="115334" y="19654"/>
                    </a:cubicBezTo>
                    <a:cubicBezTo>
                      <a:pt x="112985" y="17708"/>
                      <a:pt x="110379" y="16465"/>
                      <a:pt x="108140" y="15506"/>
                    </a:cubicBezTo>
                    <a:cubicBezTo>
                      <a:pt x="105719" y="14467"/>
                      <a:pt x="103070" y="13450"/>
                      <a:pt x="99798" y="12298"/>
                    </a:cubicBezTo>
                    <a:cubicBezTo>
                      <a:pt x="92520" y="9735"/>
                      <a:pt x="85169" y="8223"/>
                      <a:pt x="77949" y="7802"/>
                    </a:cubicBezTo>
                    <a:cubicBezTo>
                      <a:pt x="76425" y="7713"/>
                      <a:pt x="74890" y="7669"/>
                      <a:pt x="73339" y="7669"/>
                    </a:cubicBezTo>
                    <a:cubicBezTo>
                      <a:pt x="67706" y="7669"/>
                      <a:pt x="61863" y="8255"/>
                      <a:pt x="55605" y="9443"/>
                    </a:cubicBezTo>
                    <a:cubicBezTo>
                      <a:pt x="50502" y="10413"/>
                      <a:pt x="45374" y="11757"/>
                      <a:pt x="40416" y="13057"/>
                    </a:cubicBezTo>
                    <a:cubicBezTo>
                      <a:pt x="38267" y="13620"/>
                      <a:pt x="36046" y="14201"/>
                      <a:pt x="33857" y="14746"/>
                    </a:cubicBezTo>
                    <a:cubicBezTo>
                      <a:pt x="29050" y="15939"/>
                      <a:pt x="23603" y="17293"/>
                      <a:pt x="18238" y="17736"/>
                    </a:cubicBezTo>
                    <a:cubicBezTo>
                      <a:pt x="17038" y="17835"/>
                      <a:pt x="15751" y="17910"/>
                      <a:pt x="14415" y="17910"/>
                    </a:cubicBezTo>
                    <a:cubicBezTo>
                      <a:pt x="10534" y="17910"/>
                      <a:pt x="6246" y="17280"/>
                      <a:pt x="2517" y="14787"/>
                    </a:cubicBezTo>
                    <a:cubicBezTo>
                      <a:pt x="2004" y="14446"/>
                      <a:pt x="1229" y="13878"/>
                      <a:pt x="403" y="13098"/>
                    </a:cubicBezTo>
                    <a:lnTo>
                      <a:pt x="403" y="4204"/>
                    </a:lnTo>
                    <a:cubicBezTo>
                      <a:pt x="403" y="2108"/>
                      <a:pt x="1731" y="405"/>
                      <a:pt x="3364" y="405"/>
                    </a:cubicBezTo>
                    <a:lnTo>
                      <a:pt x="67361" y="400"/>
                    </a:lnTo>
                    <a:close/>
                    <a:moveTo>
                      <a:pt x="114278" y="0"/>
                    </a:moveTo>
                    <a:lnTo>
                      <a:pt x="114255" y="176"/>
                    </a:lnTo>
                    <a:cubicBezTo>
                      <a:pt x="113845" y="3294"/>
                      <a:pt x="108068" y="3957"/>
                      <a:pt x="106170" y="4175"/>
                    </a:cubicBezTo>
                    <a:lnTo>
                      <a:pt x="106061" y="4187"/>
                    </a:lnTo>
                    <a:cubicBezTo>
                      <a:pt x="103777" y="4451"/>
                      <a:pt x="101371" y="4582"/>
                      <a:pt x="98803" y="4582"/>
                    </a:cubicBezTo>
                    <a:cubicBezTo>
                      <a:pt x="96546" y="4582"/>
                      <a:pt x="94164" y="4481"/>
                      <a:pt x="91630" y="4277"/>
                    </a:cubicBezTo>
                    <a:cubicBezTo>
                      <a:pt x="85496" y="3785"/>
                      <a:pt x="79335" y="2485"/>
                      <a:pt x="73374" y="1229"/>
                    </a:cubicBezTo>
                    <a:cubicBezTo>
                      <a:pt x="71430" y="820"/>
                      <a:pt x="69420" y="395"/>
                      <a:pt x="67400" y="2"/>
                    </a:cubicBezTo>
                    <a:lnTo>
                      <a:pt x="3365" y="2"/>
                    </a:lnTo>
                    <a:cubicBezTo>
                      <a:pt x="1511" y="2"/>
                      <a:pt x="3" y="1889"/>
                      <a:pt x="3" y="4205"/>
                    </a:cubicBezTo>
                    <a:lnTo>
                      <a:pt x="3" y="13267"/>
                    </a:lnTo>
                    <a:lnTo>
                      <a:pt x="66" y="13327"/>
                    </a:lnTo>
                    <a:cubicBezTo>
                      <a:pt x="935" y="14157"/>
                      <a:pt x="1758" y="14760"/>
                      <a:pt x="2295" y="15120"/>
                    </a:cubicBezTo>
                    <a:cubicBezTo>
                      <a:pt x="6107" y="17668"/>
                      <a:pt x="10473" y="18312"/>
                      <a:pt x="14416" y="18312"/>
                    </a:cubicBezTo>
                    <a:cubicBezTo>
                      <a:pt x="15764" y="18312"/>
                      <a:pt x="17063" y="18236"/>
                      <a:pt x="18274" y="18136"/>
                    </a:cubicBezTo>
                    <a:cubicBezTo>
                      <a:pt x="23670" y="17692"/>
                      <a:pt x="29134" y="16335"/>
                      <a:pt x="33955" y="15136"/>
                    </a:cubicBezTo>
                    <a:cubicBezTo>
                      <a:pt x="36148" y="14591"/>
                      <a:pt x="38370" y="14008"/>
                      <a:pt x="40521" y="13444"/>
                    </a:cubicBezTo>
                    <a:cubicBezTo>
                      <a:pt x="45471" y="12145"/>
                      <a:pt x="50591" y="10802"/>
                      <a:pt x="55682" y="9836"/>
                    </a:cubicBezTo>
                    <a:cubicBezTo>
                      <a:pt x="61914" y="8652"/>
                      <a:pt x="67733" y="8068"/>
                      <a:pt x="73339" y="8068"/>
                    </a:cubicBezTo>
                    <a:cubicBezTo>
                      <a:pt x="74883" y="8068"/>
                      <a:pt x="76410" y="8112"/>
                      <a:pt x="77924" y="8200"/>
                    </a:cubicBezTo>
                    <a:cubicBezTo>
                      <a:pt x="85109" y="8620"/>
                      <a:pt x="92423" y="10126"/>
                      <a:pt x="99664" y="12674"/>
                    </a:cubicBezTo>
                    <a:cubicBezTo>
                      <a:pt x="102926" y="13823"/>
                      <a:pt x="105569" y="14839"/>
                      <a:pt x="107978" y="15872"/>
                    </a:cubicBezTo>
                    <a:cubicBezTo>
                      <a:pt x="110192" y="16820"/>
                      <a:pt x="112765" y="18046"/>
                      <a:pt x="115074" y="19959"/>
                    </a:cubicBezTo>
                    <a:cubicBezTo>
                      <a:pt x="118366" y="22686"/>
                      <a:pt x="120289" y="26638"/>
                      <a:pt x="120224" y="30531"/>
                    </a:cubicBezTo>
                    <a:cubicBezTo>
                      <a:pt x="120108" y="37304"/>
                      <a:pt x="113565" y="40179"/>
                      <a:pt x="108656" y="41753"/>
                    </a:cubicBezTo>
                    <a:cubicBezTo>
                      <a:pt x="101534" y="44037"/>
                      <a:pt x="93982" y="44584"/>
                      <a:pt x="87532" y="44818"/>
                    </a:cubicBezTo>
                    <a:cubicBezTo>
                      <a:pt x="85053" y="44908"/>
                      <a:pt x="82593" y="44953"/>
                      <a:pt x="80156" y="44953"/>
                    </a:cubicBezTo>
                    <a:cubicBezTo>
                      <a:pt x="73174" y="44953"/>
                      <a:pt x="66385" y="44584"/>
                      <a:pt x="59897" y="43849"/>
                    </a:cubicBezTo>
                    <a:cubicBezTo>
                      <a:pt x="51824" y="42936"/>
                      <a:pt x="43978" y="41560"/>
                      <a:pt x="37366" y="40335"/>
                    </a:cubicBezTo>
                    <a:cubicBezTo>
                      <a:pt x="34874" y="39874"/>
                      <a:pt x="32343" y="39371"/>
                      <a:pt x="29894" y="38889"/>
                    </a:cubicBezTo>
                    <a:cubicBezTo>
                      <a:pt x="24935" y="37906"/>
                      <a:pt x="19807" y="36891"/>
                      <a:pt x="14740" y="36147"/>
                    </a:cubicBezTo>
                    <a:cubicBezTo>
                      <a:pt x="9938" y="35440"/>
                      <a:pt x="5923" y="35101"/>
                      <a:pt x="2306" y="35101"/>
                    </a:cubicBezTo>
                    <a:cubicBezTo>
                      <a:pt x="1587" y="35101"/>
                      <a:pt x="884" y="35114"/>
                      <a:pt x="193" y="35141"/>
                    </a:cubicBezTo>
                    <a:lnTo>
                      <a:pt x="0" y="35148"/>
                    </a:lnTo>
                    <a:lnTo>
                      <a:pt x="0" y="41850"/>
                    </a:lnTo>
                    <a:lnTo>
                      <a:pt x="250" y="41789"/>
                    </a:lnTo>
                    <a:cubicBezTo>
                      <a:pt x="1438" y="41486"/>
                      <a:pt x="2642" y="41153"/>
                      <a:pt x="3807" y="40829"/>
                    </a:cubicBezTo>
                    <a:cubicBezTo>
                      <a:pt x="6459" y="40093"/>
                      <a:pt x="9201" y="39331"/>
                      <a:pt x="11931" y="38920"/>
                    </a:cubicBezTo>
                    <a:cubicBezTo>
                      <a:pt x="13025" y="38755"/>
                      <a:pt x="14155" y="38672"/>
                      <a:pt x="15326" y="38672"/>
                    </a:cubicBezTo>
                    <a:cubicBezTo>
                      <a:pt x="18207" y="38672"/>
                      <a:pt x="21339" y="39173"/>
                      <a:pt x="24808" y="40183"/>
                    </a:cubicBezTo>
                    <a:cubicBezTo>
                      <a:pt x="27977" y="41106"/>
                      <a:pt x="31136" y="42346"/>
                      <a:pt x="34192" y="43547"/>
                    </a:cubicBezTo>
                    <a:cubicBezTo>
                      <a:pt x="35480" y="44051"/>
                      <a:pt x="36810" y="44575"/>
                      <a:pt x="38124" y="45065"/>
                    </a:cubicBezTo>
                    <a:cubicBezTo>
                      <a:pt x="42272" y="46618"/>
                      <a:pt x="46826" y="47913"/>
                      <a:pt x="52458" y="49140"/>
                    </a:cubicBezTo>
                    <a:cubicBezTo>
                      <a:pt x="61960" y="51209"/>
                      <a:pt x="71376" y="52242"/>
                      <a:pt x="80515" y="52242"/>
                    </a:cubicBezTo>
                    <a:cubicBezTo>
                      <a:pt x="91963" y="52242"/>
                      <a:pt x="102972" y="50622"/>
                      <a:pt x="113151" y="47393"/>
                    </a:cubicBezTo>
                    <a:cubicBezTo>
                      <a:pt x="122171" y="44531"/>
                      <a:pt x="130760" y="39837"/>
                      <a:pt x="139068" y="35298"/>
                    </a:cubicBezTo>
                    <a:lnTo>
                      <a:pt x="139990" y="34794"/>
                    </a:lnTo>
                    <a:cubicBezTo>
                      <a:pt x="144149" y="32523"/>
                      <a:pt x="147959" y="30939"/>
                      <a:pt x="151635" y="29954"/>
                    </a:cubicBezTo>
                    <a:cubicBezTo>
                      <a:pt x="156001" y="28784"/>
                      <a:pt x="160459" y="28512"/>
                      <a:pt x="165023" y="28318"/>
                    </a:cubicBezTo>
                    <a:cubicBezTo>
                      <a:pt x="167510" y="28212"/>
                      <a:pt x="170027" y="28159"/>
                      <a:pt x="172583" y="28159"/>
                    </a:cubicBezTo>
                    <a:cubicBezTo>
                      <a:pt x="187551" y="28159"/>
                      <a:pt x="203846" y="29985"/>
                      <a:pt x="223155" y="33798"/>
                    </a:cubicBezTo>
                    <a:cubicBezTo>
                      <a:pt x="227133" y="34583"/>
                      <a:pt x="230708" y="35389"/>
                      <a:pt x="234091" y="36262"/>
                    </a:cubicBezTo>
                    <a:lnTo>
                      <a:pt x="234343" y="36327"/>
                    </a:lnTo>
                    <a:lnTo>
                      <a:pt x="234343" y="9942"/>
                    </a:lnTo>
                    <a:lnTo>
                      <a:pt x="234144" y="9938"/>
                    </a:lnTo>
                    <a:cubicBezTo>
                      <a:pt x="233436" y="9926"/>
                      <a:pt x="232728" y="9920"/>
                      <a:pt x="232019" y="9920"/>
                    </a:cubicBezTo>
                    <a:cubicBezTo>
                      <a:pt x="221533" y="9920"/>
                      <a:pt x="210937" y="11173"/>
                      <a:pt x="200668" y="12387"/>
                    </a:cubicBezTo>
                    <a:cubicBezTo>
                      <a:pt x="199192" y="12560"/>
                      <a:pt x="197716" y="12735"/>
                      <a:pt x="196241" y="12907"/>
                    </a:cubicBezTo>
                    <a:cubicBezTo>
                      <a:pt x="188833" y="13765"/>
                      <a:pt x="180900" y="14784"/>
                      <a:pt x="173099" y="16399"/>
                    </a:cubicBezTo>
                    <a:cubicBezTo>
                      <a:pt x="168984" y="17250"/>
                      <a:pt x="165266" y="18189"/>
                      <a:pt x="161730" y="19271"/>
                    </a:cubicBezTo>
                    <a:cubicBezTo>
                      <a:pt x="158729" y="20188"/>
                      <a:pt x="155634" y="21574"/>
                      <a:pt x="151992" y="23636"/>
                    </a:cubicBezTo>
                    <a:cubicBezTo>
                      <a:pt x="147694" y="26067"/>
                      <a:pt x="143448" y="28211"/>
                      <a:pt x="139076" y="28211"/>
                    </a:cubicBezTo>
                    <a:cubicBezTo>
                      <a:pt x="137648" y="28211"/>
                      <a:pt x="136206" y="27982"/>
                      <a:pt x="134745" y="27459"/>
                    </a:cubicBezTo>
                    <a:cubicBezTo>
                      <a:pt x="129659" y="25640"/>
                      <a:pt x="126097" y="20292"/>
                      <a:pt x="125882" y="14148"/>
                    </a:cubicBezTo>
                    <a:cubicBezTo>
                      <a:pt x="125729" y="9782"/>
                      <a:pt x="128305" y="6844"/>
                      <a:pt x="133544" y="5415"/>
                    </a:cubicBezTo>
                    <a:cubicBezTo>
                      <a:pt x="139606" y="3761"/>
                      <a:pt x="145790" y="3559"/>
                      <a:pt x="152664" y="3482"/>
                    </a:cubicBezTo>
                    <a:lnTo>
                      <a:pt x="153767" y="3469"/>
                    </a:lnTo>
                    <a:cubicBezTo>
                      <a:pt x="160981" y="3392"/>
                      <a:pt x="168439" y="3314"/>
                      <a:pt x="175499" y="719"/>
                    </a:cubicBezTo>
                    <a:cubicBezTo>
                      <a:pt x="175781" y="617"/>
                      <a:pt x="176061" y="506"/>
                      <a:pt x="176341" y="389"/>
                    </a:cubicBezTo>
                    <a:lnTo>
                      <a:pt x="1772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8" name="Google Shape;298;p11"/>
            <p:cNvSpPr/>
            <p:nvPr/>
          </p:nvSpPr>
          <p:spPr>
            <a:xfrm>
              <a:off x="-97224" y="-1018288"/>
              <a:ext cx="8367499" cy="1836163"/>
            </a:xfrm>
            <a:custGeom>
              <a:rect b="b" l="l" r="r" t="t"/>
              <a:pathLst>
                <a:path extrusionOk="0" h="45884" w="209096">
                  <a:moveTo>
                    <a:pt x="173615" y="405"/>
                  </a:moveTo>
                  <a:cubicBezTo>
                    <a:pt x="176375" y="405"/>
                    <a:pt x="179213" y="507"/>
                    <a:pt x="182050" y="829"/>
                  </a:cubicBezTo>
                  <a:cubicBezTo>
                    <a:pt x="188207" y="1528"/>
                    <a:pt x="194615" y="3672"/>
                    <a:pt x="201642" y="7381"/>
                  </a:cubicBezTo>
                  <a:lnTo>
                    <a:pt x="202000" y="7570"/>
                  </a:lnTo>
                  <a:cubicBezTo>
                    <a:pt x="204160" y="8703"/>
                    <a:pt x="207122" y="10258"/>
                    <a:pt x="208209" y="13014"/>
                  </a:cubicBezTo>
                  <a:cubicBezTo>
                    <a:pt x="208659" y="14157"/>
                    <a:pt x="208681" y="15157"/>
                    <a:pt x="208272" y="15990"/>
                  </a:cubicBezTo>
                  <a:cubicBezTo>
                    <a:pt x="207624" y="17309"/>
                    <a:pt x="205989" y="18018"/>
                    <a:pt x="204732" y="18381"/>
                  </a:cubicBezTo>
                  <a:cubicBezTo>
                    <a:pt x="201461" y="19325"/>
                    <a:pt x="198006" y="19797"/>
                    <a:pt x="194392" y="19797"/>
                  </a:cubicBezTo>
                  <a:cubicBezTo>
                    <a:pt x="190821" y="19797"/>
                    <a:pt x="187096" y="19336"/>
                    <a:pt x="183241" y="18415"/>
                  </a:cubicBezTo>
                  <a:cubicBezTo>
                    <a:pt x="179114" y="17429"/>
                    <a:pt x="174866" y="16057"/>
                    <a:pt x="170611" y="14337"/>
                  </a:cubicBezTo>
                  <a:cubicBezTo>
                    <a:pt x="166998" y="12878"/>
                    <a:pt x="163261" y="11368"/>
                    <a:pt x="159428" y="10535"/>
                  </a:cubicBezTo>
                  <a:cubicBezTo>
                    <a:pt x="157531" y="10122"/>
                    <a:pt x="155742" y="9916"/>
                    <a:pt x="154034" y="9916"/>
                  </a:cubicBezTo>
                  <a:cubicBezTo>
                    <a:pt x="152450" y="9916"/>
                    <a:pt x="150935" y="10094"/>
                    <a:pt x="149470" y="10449"/>
                  </a:cubicBezTo>
                  <a:cubicBezTo>
                    <a:pt x="145504" y="11411"/>
                    <a:pt x="142070" y="13874"/>
                    <a:pt x="138895" y="16316"/>
                  </a:cubicBezTo>
                  <a:cubicBezTo>
                    <a:pt x="136054" y="18501"/>
                    <a:pt x="133233" y="20858"/>
                    <a:pt x="130505" y="23139"/>
                  </a:cubicBezTo>
                  <a:cubicBezTo>
                    <a:pt x="126905" y="26149"/>
                    <a:pt x="123181" y="29264"/>
                    <a:pt x="119366" y="32010"/>
                  </a:cubicBezTo>
                  <a:cubicBezTo>
                    <a:pt x="107458" y="40580"/>
                    <a:pt x="92880" y="45107"/>
                    <a:pt x="76028" y="45462"/>
                  </a:cubicBezTo>
                  <a:cubicBezTo>
                    <a:pt x="75424" y="45475"/>
                    <a:pt x="74822" y="45482"/>
                    <a:pt x="74224" y="45482"/>
                  </a:cubicBezTo>
                  <a:cubicBezTo>
                    <a:pt x="58269" y="45482"/>
                    <a:pt x="44689" y="40929"/>
                    <a:pt x="33828" y="31942"/>
                  </a:cubicBezTo>
                  <a:cubicBezTo>
                    <a:pt x="27187" y="26448"/>
                    <a:pt x="20603" y="21405"/>
                    <a:pt x="13056" y="20088"/>
                  </a:cubicBezTo>
                  <a:cubicBezTo>
                    <a:pt x="11967" y="19897"/>
                    <a:pt x="10865" y="19801"/>
                    <a:pt x="9746" y="19801"/>
                  </a:cubicBezTo>
                  <a:cubicBezTo>
                    <a:pt x="6781" y="19801"/>
                    <a:pt x="3696" y="20474"/>
                    <a:pt x="406" y="21833"/>
                  </a:cubicBezTo>
                  <a:lnTo>
                    <a:pt x="406" y="14358"/>
                  </a:lnTo>
                  <a:cubicBezTo>
                    <a:pt x="1109" y="14230"/>
                    <a:pt x="1864" y="14110"/>
                    <a:pt x="2702" y="13993"/>
                  </a:cubicBezTo>
                  <a:cubicBezTo>
                    <a:pt x="5594" y="13588"/>
                    <a:pt x="8552" y="13414"/>
                    <a:pt x="11411" y="13245"/>
                  </a:cubicBezTo>
                  <a:lnTo>
                    <a:pt x="12958" y="13152"/>
                  </a:lnTo>
                  <a:cubicBezTo>
                    <a:pt x="15818" y="12978"/>
                    <a:pt x="18953" y="12785"/>
                    <a:pt x="22145" y="12785"/>
                  </a:cubicBezTo>
                  <a:cubicBezTo>
                    <a:pt x="23389" y="12785"/>
                    <a:pt x="24641" y="12814"/>
                    <a:pt x="25889" y="12885"/>
                  </a:cubicBezTo>
                  <a:cubicBezTo>
                    <a:pt x="29786" y="13104"/>
                    <a:pt x="33808" y="14150"/>
                    <a:pt x="38546" y="16169"/>
                  </a:cubicBezTo>
                  <a:cubicBezTo>
                    <a:pt x="52883" y="22283"/>
                    <a:pt x="69842" y="28659"/>
                    <a:pt x="86902" y="29591"/>
                  </a:cubicBezTo>
                  <a:cubicBezTo>
                    <a:pt x="88135" y="29659"/>
                    <a:pt x="89353" y="29692"/>
                    <a:pt x="90554" y="29692"/>
                  </a:cubicBezTo>
                  <a:cubicBezTo>
                    <a:pt x="97955" y="29692"/>
                    <a:pt x="104738" y="28414"/>
                    <a:pt x="110758" y="25880"/>
                  </a:cubicBezTo>
                  <a:cubicBezTo>
                    <a:pt x="117187" y="23174"/>
                    <a:pt x="123174" y="18993"/>
                    <a:pt x="128962" y="14950"/>
                  </a:cubicBezTo>
                  <a:cubicBezTo>
                    <a:pt x="130301" y="14015"/>
                    <a:pt x="131684" y="13050"/>
                    <a:pt x="133052" y="12117"/>
                  </a:cubicBezTo>
                  <a:cubicBezTo>
                    <a:pt x="136569" y="9716"/>
                    <a:pt x="140379" y="7249"/>
                    <a:pt x="144384" y="5460"/>
                  </a:cubicBezTo>
                  <a:cubicBezTo>
                    <a:pt x="148006" y="3842"/>
                    <a:pt x="151905" y="2608"/>
                    <a:pt x="155970" y="1792"/>
                  </a:cubicBezTo>
                  <a:cubicBezTo>
                    <a:pt x="159701" y="1042"/>
                    <a:pt x="163680" y="640"/>
                    <a:pt x="168868" y="486"/>
                  </a:cubicBezTo>
                  <a:cubicBezTo>
                    <a:pt x="170413" y="440"/>
                    <a:pt x="172001" y="405"/>
                    <a:pt x="173615" y="405"/>
                  </a:cubicBezTo>
                  <a:close/>
                  <a:moveTo>
                    <a:pt x="173609" y="0"/>
                  </a:moveTo>
                  <a:cubicBezTo>
                    <a:pt x="171993" y="0"/>
                    <a:pt x="170405" y="35"/>
                    <a:pt x="168858" y="80"/>
                  </a:cubicBezTo>
                  <a:cubicBezTo>
                    <a:pt x="163644" y="234"/>
                    <a:pt x="159645" y="639"/>
                    <a:pt x="155891" y="1393"/>
                  </a:cubicBezTo>
                  <a:cubicBezTo>
                    <a:pt x="151795" y="2216"/>
                    <a:pt x="147870" y="3459"/>
                    <a:pt x="144219" y="5088"/>
                  </a:cubicBezTo>
                  <a:cubicBezTo>
                    <a:pt x="140186" y="6888"/>
                    <a:pt x="136359" y="9369"/>
                    <a:pt x="132824" y="11781"/>
                  </a:cubicBezTo>
                  <a:cubicBezTo>
                    <a:pt x="131454" y="12715"/>
                    <a:pt x="130070" y="13683"/>
                    <a:pt x="128732" y="14617"/>
                  </a:cubicBezTo>
                  <a:cubicBezTo>
                    <a:pt x="122961" y="18648"/>
                    <a:pt x="116993" y="22817"/>
                    <a:pt x="110602" y="25506"/>
                  </a:cubicBezTo>
                  <a:cubicBezTo>
                    <a:pt x="104631" y="28019"/>
                    <a:pt x="97899" y="29287"/>
                    <a:pt x="90554" y="29287"/>
                  </a:cubicBezTo>
                  <a:cubicBezTo>
                    <a:pt x="89360" y="29287"/>
                    <a:pt x="88149" y="29254"/>
                    <a:pt x="86923" y="29187"/>
                  </a:cubicBezTo>
                  <a:cubicBezTo>
                    <a:pt x="69926" y="28261"/>
                    <a:pt x="53010" y="21898"/>
                    <a:pt x="38703" y="15797"/>
                  </a:cubicBezTo>
                  <a:cubicBezTo>
                    <a:pt x="33922" y="13758"/>
                    <a:pt x="29857" y="12704"/>
                    <a:pt x="25911" y="12481"/>
                  </a:cubicBezTo>
                  <a:cubicBezTo>
                    <a:pt x="24653" y="12410"/>
                    <a:pt x="23392" y="12381"/>
                    <a:pt x="22140" y="12381"/>
                  </a:cubicBezTo>
                  <a:cubicBezTo>
                    <a:pt x="18938" y="12381"/>
                    <a:pt x="15797" y="12572"/>
                    <a:pt x="12931" y="12748"/>
                  </a:cubicBezTo>
                  <a:lnTo>
                    <a:pt x="11384" y="12841"/>
                  </a:lnTo>
                  <a:cubicBezTo>
                    <a:pt x="8518" y="13010"/>
                    <a:pt x="5551" y="13184"/>
                    <a:pt x="2644" y="13591"/>
                  </a:cubicBezTo>
                  <a:cubicBezTo>
                    <a:pt x="1731" y="13718"/>
                    <a:pt x="921" y="13848"/>
                    <a:pt x="165" y="13990"/>
                  </a:cubicBezTo>
                  <a:lnTo>
                    <a:pt x="0" y="14020"/>
                  </a:lnTo>
                  <a:lnTo>
                    <a:pt x="0" y="22434"/>
                  </a:lnTo>
                  <a:lnTo>
                    <a:pt x="280" y="22317"/>
                  </a:lnTo>
                  <a:cubicBezTo>
                    <a:pt x="3624" y="20902"/>
                    <a:pt x="6748" y="20202"/>
                    <a:pt x="9745" y="20202"/>
                  </a:cubicBezTo>
                  <a:cubicBezTo>
                    <a:pt x="10841" y="20202"/>
                    <a:pt x="11920" y="20296"/>
                    <a:pt x="12987" y="20482"/>
                  </a:cubicBezTo>
                  <a:cubicBezTo>
                    <a:pt x="20436" y="21784"/>
                    <a:pt x="26975" y="26792"/>
                    <a:pt x="33571" y="32250"/>
                  </a:cubicBezTo>
                  <a:cubicBezTo>
                    <a:pt x="44508" y="41302"/>
                    <a:pt x="58178" y="45884"/>
                    <a:pt x="74230" y="45884"/>
                  </a:cubicBezTo>
                  <a:cubicBezTo>
                    <a:pt x="74828" y="45884"/>
                    <a:pt x="75434" y="45878"/>
                    <a:pt x="76041" y="45864"/>
                  </a:cubicBezTo>
                  <a:cubicBezTo>
                    <a:pt x="92973" y="45507"/>
                    <a:pt x="107630" y="40953"/>
                    <a:pt x="119603" y="32334"/>
                  </a:cubicBezTo>
                  <a:cubicBezTo>
                    <a:pt x="123430" y="29580"/>
                    <a:pt x="127160" y="26462"/>
                    <a:pt x="130767" y="23446"/>
                  </a:cubicBezTo>
                  <a:cubicBezTo>
                    <a:pt x="133490" y="21168"/>
                    <a:pt x="136306" y="18812"/>
                    <a:pt x="139143" y="16633"/>
                  </a:cubicBezTo>
                  <a:cubicBezTo>
                    <a:pt x="142286" y="14218"/>
                    <a:pt x="145678" y="11782"/>
                    <a:pt x="149569" y="10839"/>
                  </a:cubicBezTo>
                  <a:cubicBezTo>
                    <a:pt x="151002" y="10492"/>
                    <a:pt x="152486" y="10318"/>
                    <a:pt x="154040" y="10318"/>
                  </a:cubicBezTo>
                  <a:cubicBezTo>
                    <a:pt x="155718" y="10318"/>
                    <a:pt x="157477" y="10521"/>
                    <a:pt x="159345" y="10926"/>
                  </a:cubicBezTo>
                  <a:cubicBezTo>
                    <a:pt x="163146" y="11754"/>
                    <a:pt x="166866" y="13255"/>
                    <a:pt x="170463" y="14710"/>
                  </a:cubicBezTo>
                  <a:cubicBezTo>
                    <a:pt x="174735" y="16434"/>
                    <a:pt x="179004" y="17813"/>
                    <a:pt x="183149" y="18805"/>
                  </a:cubicBezTo>
                  <a:cubicBezTo>
                    <a:pt x="187035" y="19734"/>
                    <a:pt x="190791" y="20198"/>
                    <a:pt x="194393" y="20198"/>
                  </a:cubicBezTo>
                  <a:cubicBezTo>
                    <a:pt x="198045" y="20198"/>
                    <a:pt x="201538" y="19721"/>
                    <a:pt x="204846" y="18766"/>
                  </a:cubicBezTo>
                  <a:cubicBezTo>
                    <a:pt x="206788" y="18205"/>
                    <a:pt x="208062" y="17332"/>
                    <a:pt x="208634" y="16167"/>
                  </a:cubicBezTo>
                  <a:cubicBezTo>
                    <a:pt x="209095" y="15229"/>
                    <a:pt x="209080" y="14117"/>
                    <a:pt x="208584" y="12865"/>
                  </a:cubicBezTo>
                  <a:cubicBezTo>
                    <a:pt x="207441" y="9969"/>
                    <a:pt x="204404" y="8376"/>
                    <a:pt x="202188" y="7211"/>
                  </a:cubicBezTo>
                  <a:lnTo>
                    <a:pt x="201831" y="7024"/>
                  </a:lnTo>
                  <a:cubicBezTo>
                    <a:pt x="194760" y="3289"/>
                    <a:pt x="188306" y="1132"/>
                    <a:pt x="182098" y="427"/>
                  </a:cubicBezTo>
                  <a:cubicBezTo>
                    <a:pt x="179239" y="102"/>
                    <a:pt x="176384" y="0"/>
                    <a:pt x="1736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11"/>
            <p:cNvSpPr/>
            <p:nvPr/>
          </p:nvSpPr>
          <p:spPr>
            <a:xfrm>
              <a:off x="-97184" y="87130"/>
              <a:ext cx="807313" cy="330705"/>
            </a:xfrm>
            <a:custGeom>
              <a:rect b="b" l="l" r="r" t="t"/>
              <a:pathLst>
                <a:path extrusionOk="0" h="8264" w="20174">
                  <a:moveTo>
                    <a:pt x="10888" y="404"/>
                  </a:moveTo>
                  <a:cubicBezTo>
                    <a:pt x="11749" y="404"/>
                    <a:pt x="12597" y="461"/>
                    <a:pt x="13422" y="602"/>
                  </a:cubicBezTo>
                  <a:cubicBezTo>
                    <a:pt x="15472" y="954"/>
                    <a:pt x="17153" y="1897"/>
                    <a:pt x="18413" y="3404"/>
                  </a:cubicBezTo>
                  <a:cubicBezTo>
                    <a:pt x="19054" y="4170"/>
                    <a:pt x="19787" y="5267"/>
                    <a:pt x="19634" y="6147"/>
                  </a:cubicBezTo>
                  <a:cubicBezTo>
                    <a:pt x="19567" y="6546"/>
                    <a:pt x="19324" y="6863"/>
                    <a:pt x="18894" y="7118"/>
                  </a:cubicBezTo>
                  <a:cubicBezTo>
                    <a:pt x="17704" y="7820"/>
                    <a:pt x="16206" y="7861"/>
                    <a:pt x="14950" y="7861"/>
                  </a:cubicBezTo>
                  <a:cubicBezTo>
                    <a:pt x="14860" y="7861"/>
                    <a:pt x="14771" y="7861"/>
                    <a:pt x="14684" y="7861"/>
                  </a:cubicBezTo>
                  <a:cubicBezTo>
                    <a:pt x="13289" y="7856"/>
                    <a:pt x="11866" y="7753"/>
                    <a:pt x="10488" y="7653"/>
                  </a:cubicBezTo>
                  <a:cubicBezTo>
                    <a:pt x="9887" y="7608"/>
                    <a:pt x="9287" y="7565"/>
                    <a:pt x="8687" y="7529"/>
                  </a:cubicBezTo>
                  <a:cubicBezTo>
                    <a:pt x="5827" y="7359"/>
                    <a:pt x="3245" y="7206"/>
                    <a:pt x="649" y="7206"/>
                  </a:cubicBezTo>
                  <a:cubicBezTo>
                    <a:pt x="568" y="7206"/>
                    <a:pt x="486" y="7206"/>
                    <a:pt x="405" y="7206"/>
                  </a:cubicBezTo>
                  <a:lnTo>
                    <a:pt x="405" y="1428"/>
                  </a:lnTo>
                  <a:cubicBezTo>
                    <a:pt x="2017" y="1368"/>
                    <a:pt x="3674" y="1139"/>
                    <a:pt x="5280" y="919"/>
                  </a:cubicBezTo>
                  <a:cubicBezTo>
                    <a:pt x="7141" y="665"/>
                    <a:pt x="9044" y="404"/>
                    <a:pt x="10888" y="404"/>
                  </a:cubicBezTo>
                  <a:close/>
                  <a:moveTo>
                    <a:pt x="10888" y="1"/>
                  </a:moveTo>
                  <a:cubicBezTo>
                    <a:pt x="9018" y="1"/>
                    <a:pt x="7099" y="265"/>
                    <a:pt x="5223" y="522"/>
                  </a:cubicBezTo>
                  <a:cubicBezTo>
                    <a:pt x="3564" y="751"/>
                    <a:pt x="1848" y="984"/>
                    <a:pt x="195" y="1034"/>
                  </a:cubicBezTo>
                  <a:lnTo>
                    <a:pt x="1" y="1039"/>
                  </a:lnTo>
                  <a:lnTo>
                    <a:pt x="1" y="7612"/>
                  </a:lnTo>
                  <a:lnTo>
                    <a:pt x="202" y="7612"/>
                  </a:lnTo>
                  <a:cubicBezTo>
                    <a:pt x="266" y="7612"/>
                    <a:pt x="330" y="7612"/>
                    <a:pt x="393" y="7612"/>
                  </a:cubicBezTo>
                  <a:cubicBezTo>
                    <a:pt x="3056" y="7612"/>
                    <a:pt x="5717" y="7756"/>
                    <a:pt x="8664" y="7932"/>
                  </a:cubicBezTo>
                  <a:cubicBezTo>
                    <a:pt x="9261" y="7968"/>
                    <a:pt x="9860" y="8012"/>
                    <a:pt x="10460" y="8055"/>
                  </a:cubicBezTo>
                  <a:cubicBezTo>
                    <a:pt x="11844" y="8155"/>
                    <a:pt x="13275" y="8259"/>
                    <a:pt x="14682" y="8264"/>
                  </a:cubicBezTo>
                  <a:lnTo>
                    <a:pt x="14998" y="8264"/>
                  </a:lnTo>
                  <a:cubicBezTo>
                    <a:pt x="16295" y="8264"/>
                    <a:pt x="17831" y="8211"/>
                    <a:pt x="19096" y="7463"/>
                  </a:cubicBezTo>
                  <a:cubicBezTo>
                    <a:pt x="19626" y="7152"/>
                    <a:pt x="19940" y="6730"/>
                    <a:pt x="20030" y="6216"/>
                  </a:cubicBezTo>
                  <a:cubicBezTo>
                    <a:pt x="20173" y="5387"/>
                    <a:pt x="19732" y="4354"/>
                    <a:pt x="18720" y="3145"/>
                  </a:cubicBezTo>
                  <a:cubicBezTo>
                    <a:pt x="17395" y="1562"/>
                    <a:pt x="15637" y="574"/>
                    <a:pt x="13488" y="205"/>
                  </a:cubicBezTo>
                  <a:cubicBezTo>
                    <a:pt x="12639" y="59"/>
                    <a:pt x="11769" y="1"/>
                    <a:pt x="108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1"/>
            <p:cNvSpPr/>
            <p:nvPr/>
          </p:nvSpPr>
          <p:spPr>
            <a:xfrm>
              <a:off x="-97104" y="-258065"/>
              <a:ext cx="9377861" cy="2035410"/>
            </a:xfrm>
            <a:custGeom>
              <a:rect b="b" l="l" r="r" t="t"/>
              <a:pathLst>
                <a:path extrusionOk="0" h="50863" w="234344">
                  <a:moveTo>
                    <a:pt x="233940" y="621"/>
                  </a:moveTo>
                  <a:lnTo>
                    <a:pt x="233940" y="12077"/>
                  </a:lnTo>
                  <a:cubicBezTo>
                    <a:pt x="232371" y="13846"/>
                    <a:pt x="230619" y="15358"/>
                    <a:pt x="228734" y="16565"/>
                  </a:cubicBezTo>
                  <a:cubicBezTo>
                    <a:pt x="224484" y="19289"/>
                    <a:pt x="219376" y="20857"/>
                    <a:pt x="213122" y="21360"/>
                  </a:cubicBezTo>
                  <a:cubicBezTo>
                    <a:pt x="211653" y="21479"/>
                    <a:pt x="210146" y="21539"/>
                    <a:pt x="208580" y="21539"/>
                  </a:cubicBezTo>
                  <a:cubicBezTo>
                    <a:pt x="205000" y="21539"/>
                    <a:pt x="201109" y="21226"/>
                    <a:pt x="196647" y="20590"/>
                  </a:cubicBezTo>
                  <a:lnTo>
                    <a:pt x="196529" y="20574"/>
                  </a:lnTo>
                  <a:cubicBezTo>
                    <a:pt x="194477" y="20283"/>
                    <a:pt x="192356" y="19981"/>
                    <a:pt x="190306" y="19457"/>
                  </a:cubicBezTo>
                  <a:cubicBezTo>
                    <a:pt x="188131" y="18901"/>
                    <a:pt x="186302" y="18457"/>
                    <a:pt x="184446" y="18095"/>
                  </a:cubicBezTo>
                  <a:cubicBezTo>
                    <a:pt x="182413" y="17700"/>
                    <a:pt x="180221" y="17338"/>
                    <a:pt x="178016" y="17338"/>
                  </a:cubicBezTo>
                  <a:cubicBezTo>
                    <a:pt x="177942" y="17338"/>
                    <a:pt x="177867" y="17339"/>
                    <a:pt x="177792" y="17340"/>
                  </a:cubicBezTo>
                  <a:cubicBezTo>
                    <a:pt x="176496" y="17354"/>
                    <a:pt x="174542" y="17378"/>
                    <a:pt x="173323" y="18637"/>
                  </a:cubicBezTo>
                  <a:cubicBezTo>
                    <a:pt x="172261" y="19733"/>
                    <a:pt x="172397" y="21555"/>
                    <a:pt x="173080" y="22788"/>
                  </a:cubicBezTo>
                  <a:cubicBezTo>
                    <a:pt x="174004" y="24459"/>
                    <a:pt x="175665" y="25395"/>
                    <a:pt x="177319" y="26158"/>
                  </a:cubicBezTo>
                  <a:cubicBezTo>
                    <a:pt x="180088" y="27433"/>
                    <a:pt x="183032" y="28076"/>
                    <a:pt x="185878" y="28699"/>
                  </a:cubicBezTo>
                  <a:cubicBezTo>
                    <a:pt x="186544" y="28844"/>
                    <a:pt x="187205" y="28990"/>
                    <a:pt x="187866" y="29142"/>
                  </a:cubicBezTo>
                  <a:cubicBezTo>
                    <a:pt x="191326" y="29942"/>
                    <a:pt x="194903" y="30405"/>
                    <a:pt x="198362" y="30852"/>
                  </a:cubicBezTo>
                  <a:lnTo>
                    <a:pt x="199879" y="31048"/>
                  </a:lnTo>
                  <a:cubicBezTo>
                    <a:pt x="203501" y="31524"/>
                    <a:pt x="207493" y="31975"/>
                    <a:pt x="212443" y="32469"/>
                  </a:cubicBezTo>
                  <a:cubicBezTo>
                    <a:pt x="216296" y="32854"/>
                    <a:pt x="220110" y="33192"/>
                    <a:pt x="223683" y="33505"/>
                  </a:cubicBezTo>
                  <a:cubicBezTo>
                    <a:pt x="226437" y="33747"/>
                    <a:pt x="229366" y="34040"/>
                    <a:pt x="232268" y="34727"/>
                  </a:cubicBezTo>
                  <a:cubicBezTo>
                    <a:pt x="232812" y="34856"/>
                    <a:pt x="233374" y="35011"/>
                    <a:pt x="233940" y="35186"/>
                  </a:cubicBezTo>
                  <a:lnTo>
                    <a:pt x="233940" y="50330"/>
                  </a:lnTo>
                  <a:cubicBezTo>
                    <a:pt x="227593" y="48509"/>
                    <a:pt x="220754" y="46238"/>
                    <a:pt x="213042" y="43386"/>
                  </a:cubicBezTo>
                  <a:cubicBezTo>
                    <a:pt x="208088" y="41555"/>
                    <a:pt x="202988" y="39512"/>
                    <a:pt x="197884" y="37317"/>
                  </a:cubicBezTo>
                  <a:cubicBezTo>
                    <a:pt x="195613" y="36339"/>
                    <a:pt x="193318" y="35281"/>
                    <a:pt x="191099" y="34257"/>
                  </a:cubicBezTo>
                  <a:cubicBezTo>
                    <a:pt x="188401" y="33014"/>
                    <a:pt x="185611" y="31726"/>
                    <a:pt x="182833" y="30573"/>
                  </a:cubicBezTo>
                  <a:cubicBezTo>
                    <a:pt x="172649" y="26340"/>
                    <a:pt x="162754" y="24195"/>
                    <a:pt x="153409" y="24195"/>
                  </a:cubicBezTo>
                  <a:cubicBezTo>
                    <a:pt x="153178" y="24195"/>
                    <a:pt x="152948" y="24197"/>
                    <a:pt x="152719" y="24198"/>
                  </a:cubicBezTo>
                  <a:cubicBezTo>
                    <a:pt x="142080" y="24319"/>
                    <a:pt x="132064" y="27884"/>
                    <a:pt x="122824" y="31721"/>
                  </a:cubicBezTo>
                  <a:cubicBezTo>
                    <a:pt x="112729" y="35913"/>
                    <a:pt x="102805" y="39822"/>
                    <a:pt x="92400" y="41608"/>
                  </a:cubicBezTo>
                  <a:cubicBezTo>
                    <a:pt x="82867" y="43244"/>
                    <a:pt x="72721" y="44299"/>
                    <a:pt x="61383" y="44830"/>
                  </a:cubicBezTo>
                  <a:cubicBezTo>
                    <a:pt x="58519" y="44965"/>
                    <a:pt x="55783" y="45032"/>
                    <a:pt x="53152" y="45032"/>
                  </a:cubicBezTo>
                  <a:cubicBezTo>
                    <a:pt x="45012" y="45032"/>
                    <a:pt x="37887" y="44383"/>
                    <a:pt x="31169" y="43050"/>
                  </a:cubicBezTo>
                  <a:cubicBezTo>
                    <a:pt x="24718" y="41770"/>
                    <a:pt x="18066" y="39641"/>
                    <a:pt x="11397" y="36720"/>
                  </a:cubicBezTo>
                  <a:cubicBezTo>
                    <a:pt x="7680" y="35093"/>
                    <a:pt x="3780" y="33224"/>
                    <a:pt x="405" y="30582"/>
                  </a:cubicBezTo>
                  <a:lnTo>
                    <a:pt x="405" y="21725"/>
                  </a:lnTo>
                  <a:cubicBezTo>
                    <a:pt x="5173" y="23118"/>
                    <a:pt x="10001" y="24631"/>
                    <a:pt x="14673" y="26094"/>
                  </a:cubicBezTo>
                  <a:cubicBezTo>
                    <a:pt x="18472" y="27283"/>
                    <a:pt x="22397" y="28512"/>
                    <a:pt x="26269" y="29670"/>
                  </a:cubicBezTo>
                  <a:cubicBezTo>
                    <a:pt x="42759" y="34607"/>
                    <a:pt x="58954" y="38982"/>
                    <a:pt x="74991" y="38982"/>
                  </a:cubicBezTo>
                  <a:cubicBezTo>
                    <a:pt x="78823" y="38982"/>
                    <a:pt x="82649" y="38732"/>
                    <a:pt x="86466" y="38179"/>
                  </a:cubicBezTo>
                  <a:cubicBezTo>
                    <a:pt x="95509" y="36872"/>
                    <a:pt x="104228" y="33938"/>
                    <a:pt x="112383" y="29455"/>
                  </a:cubicBezTo>
                  <a:cubicBezTo>
                    <a:pt x="116730" y="27066"/>
                    <a:pt x="120985" y="24195"/>
                    <a:pt x="125029" y="20922"/>
                  </a:cubicBezTo>
                  <a:cubicBezTo>
                    <a:pt x="126767" y="19511"/>
                    <a:pt x="128488" y="17994"/>
                    <a:pt x="130152" y="16524"/>
                  </a:cubicBezTo>
                  <a:cubicBezTo>
                    <a:pt x="131788" y="15078"/>
                    <a:pt x="133483" y="13582"/>
                    <a:pt x="135190" y="12196"/>
                  </a:cubicBezTo>
                  <a:cubicBezTo>
                    <a:pt x="137654" y="10200"/>
                    <a:pt x="140969" y="7788"/>
                    <a:pt x="144768" y="6873"/>
                  </a:cubicBezTo>
                  <a:cubicBezTo>
                    <a:pt x="145990" y="6580"/>
                    <a:pt x="147258" y="6432"/>
                    <a:pt x="148594" y="6432"/>
                  </a:cubicBezTo>
                  <a:cubicBezTo>
                    <a:pt x="151134" y="6432"/>
                    <a:pt x="153922" y="6966"/>
                    <a:pt x="157120" y="8052"/>
                  </a:cubicBezTo>
                  <a:cubicBezTo>
                    <a:pt x="165254" y="10813"/>
                    <a:pt x="174727" y="13878"/>
                    <a:pt x="184226" y="15304"/>
                  </a:cubicBezTo>
                  <a:cubicBezTo>
                    <a:pt x="187914" y="15858"/>
                    <a:pt x="191419" y="16136"/>
                    <a:pt x="194766" y="16136"/>
                  </a:cubicBezTo>
                  <a:cubicBezTo>
                    <a:pt x="200932" y="16136"/>
                    <a:pt x="206557" y="15192"/>
                    <a:pt x="211781" y="13295"/>
                  </a:cubicBezTo>
                  <a:cubicBezTo>
                    <a:pt x="216509" y="11579"/>
                    <a:pt x="220789" y="8892"/>
                    <a:pt x="224351" y="6492"/>
                  </a:cubicBezTo>
                  <a:cubicBezTo>
                    <a:pt x="224766" y="6212"/>
                    <a:pt x="225182" y="5928"/>
                    <a:pt x="225598" y="5645"/>
                  </a:cubicBezTo>
                  <a:cubicBezTo>
                    <a:pt x="228277" y="3826"/>
                    <a:pt x="231045" y="1944"/>
                    <a:pt x="233940" y="621"/>
                  </a:cubicBezTo>
                  <a:close/>
                  <a:moveTo>
                    <a:pt x="234344" y="1"/>
                  </a:moveTo>
                  <a:lnTo>
                    <a:pt x="234062" y="127"/>
                  </a:lnTo>
                  <a:cubicBezTo>
                    <a:pt x="231032" y="1470"/>
                    <a:pt x="228156" y="3423"/>
                    <a:pt x="225375" y="5313"/>
                  </a:cubicBezTo>
                  <a:cubicBezTo>
                    <a:pt x="224959" y="5595"/>
                    <a:pt x="224545" y="5878"/>
                    <a:pt x="224128" y="6158"/>
                  </a:cubicBezTo>
                  <a:cubicBezTo>
                    <a:pt x="220589" y="8544"/>
                    <a:pt x="216336" y="11214"/>
                    <a:pt x="211647" y="12916"/>
                  </a:cubicBezTo>
                  <a:cubicBezTo>
                    <a:pt x="206466" y="14796"/>
                    <a:pt x="200885" y="15732"/>
                    <a:pt x="194765" y="15732"/>
                  </a:cubicBezTo>
                  <a:cubicBezTo>
                    <a:pt x="191440" y="15732"/>
                    <a:pt x="187955" y="15456"/>
                    <a:pt x="184289" y="14905"/>
                  </a:cubicBezTo>
                  <a:cubicBezTo>
                    <a:pt x="174822" y="13485"/>
                    <a:pt x="165370" y="10424"/>
                    <a:pt x="157251" y="7671"/>
                  </a:cubicBezTo>
                  <a:cubicBezTo>
                    <a:pt x="154011" y="6571"/>
                    <a:pt x="151182" y="6028"/>
                    <a:pt x="148600" y="6028"/>
                  </a:cubicBezTo>
                  <a:cubicBezTo>
                    <a:pt x="147230" y="6028"/>
                    <a:pt x="145930" y="6181"/>
                    <a:pt x="144675" y="6483"/>
                  </a:cubicBezTo>
                  <a:cubicBezTo>
                    <a:pt x="140797" y="7416"/>
                    <a:pt x="137434" y="9860"/>
                    <a:pt x="134939" y="11886"/>
                  </a:cubicBezTo>
                  <a:cubicBezTo>
                    <a:pt x="133224" y="13277"/>
                    <a:pt x="131528" y="14775"/>
                    <a:pt x="129887" y="16224"/>
                  </a:cubicBezTo>
                  <a:cubicBezTo>
                    <a:pt x="128225" y="17690"/>
                    <a:pt x="126509" y="19207"/>
                    <a:pt x="124774" y="20610"/>
                  </a:cubicBezTo>
                  <a:cubicBezTo>
                    <a:pt x="120749" y="23869"/>
                    <a:pt x="116514" y="26727"/>
                    <a:pt x="112189" y="29105"/>
                  </a:cubicBezTo>
                  <a:cubicBezTo>
                    <a:pt x="104076" y="33564"/>
                    <a:pt x="95402" y="36484"/>
                    <a:pt x="86407" y="37785"/>
                  </a:cubicBezTo>
                  <a:cubicBezTo>
                    <a:pt x="82611" y="38334"/>
                    <a:pt x="78806" y="38583"/>
                    <a:pt x="74991" y="38583"/>
                  </a:cubicBezTo>
                  <a:cubicBezTo>
                    <a:pt x="59005" y="38583"/>
                    <a:pt x="42843" y="34216"/>
                    <a:pt x="26384" y="29289"/>
                  </a:cubicBezTo>
                  <a:cubicBezTo>
                    <a:pt x="22516" y="28130"/>
                    <a:pt x="18589" y="26901"/>
                    <a:pt x="14793" y="25711"/>
                  </a:cubicBezTo>
                  <a:cubicBezTo>
                    <a:pt x="10035" y="24222"/>
                    <a:pt x="5116" y="22681"/>
                    <a:pt x="257" y="21265"/>
                  </a:cubicBezTo>
                  <a:lnTo>
                    <a:pt x="0" y="21189"/>
                  </a:lnTo>
                  <a:lnTo>
                    <a:pt x="0" y="30778"/>
                  </a:lnTo>
                  <a:lnTo>
                    <a:pt x="77" y="30839"/>
                  </a:lnTo>
                  <a:cubicBezTo>
                    <a:pt x="3505" y="33541"/>
                    <a:pt x="7466" y="35440"/>
                    <a:pt x="11235" y="37090"/>
                  </a:cubicBezTo>
                  <a:cubicBezTo>
                    <a:pt x="17931" y="40022"/>
                    <a:pt x="24610" y="42161"/>
                    <a:pt x="31090" y="43447"/>
                  </a:cubicBezTo>
                  <a:cubicBezTo>
                    <a:pt x="37834" y="44786"/>
                    <a:pt x="44983" y="45437"/>
                    <a:pt x="53148" y="45437"/>
                  </a:cubicBezTo>
                  <a:cubicBezTo>
                    <a:pt x="55786" y="45437"/>
                    <a:pt x="58530" y="45369"/>
                    <a:pt x="61401" y="45235"/>
                  </a:cubicBezTo>
                  <a:cubicBezTo>
                    <a:pt x="72756" y="44700"/>
                    <a:pt x="82917" y="43644"/>
                    <a:pt x="92467" y="42007"/>
                  </a:cubicBezTo>
                  <a:cubicBezTo>
                    <a:pt x="102913" y="40214"/>
                    <a:pt x="112861" y="36296"/>
                    <a:pt x="122978" y="32095"/>
                  </a:cubicBezTo>
                  <a:cubicBezTo>
                    <a:pt x="132181" y="28274"/>
                    <a:pt x="142153" y="24722"/>
                    <a:pt x="152725" y="24602"/>
                  </a:cubicBezTo>
                  <a:cubicBezTo>
                    <a:pt x="152952" y="24600"/>
                    <a:pt x="153179" y="24598"/>
                    <a:pt x="153407" y="24598"/>
                  </a:cubicBezTo>
                  <a:cubicBezTo>
                    <a:pt x="162694" y="24598"/>
                    <a:pt x="172541" y="26730"/>
                    <a:pt x="182679" y="30945"/>
                  </a:cubicBezTo>
                  <a:cubicBezTo>
                    <a:pt x="185447" y="32095"/>
                    <a:pt x="188234" y="33381"/>
                    <a:pt x="190930" y="34624"/>
                  </a:cubicBezTo>
                  <a:cubicBezTo>
                    <a:pt x="193152" y="35649"/>
                    <a:pt x="195448" y="36707"/>
                    <a:pt x="197726" y="37686"/>
                  </a:cubicBezTo>
                  <a:cubicBezTo>
                    <a:pt x="202837" y="39885"/>
                    <a:pt x="207942" y="41928"/>
                    <a:pt x="212901" y="43763"/>
                  </a:cubicBezTo>
                  <a:cubicBezTo>
                    <a:pt x="220729" y="46656"/>
                    <a:pt x="227658" y="48955"/>
                    <a:pt x="234085" y="50788"/>
                  </a:cubicBezTo>
                  <a:lnTo>
                    <a:pt x="234341" y="50863"/>
                  </a:lnTo>
                  <a:lnTo>
                    <a:pt x="234344" y="50863"/>
                  </a:lnTo>
                  <a:lnTo>
                    <a:pt x="234344" y="34896"/>
                  </a:lnTo>
                  <a:lnTo>
                    <a:pt x="234204" y="34850"/>
                  </a:lnTo>
                  <a:cubicBezTo>
                    <a:pt x="233582" y="34654"/>
                    <a:pt x="232962" y="34481"/>
                    <a:pt x="232362" y="34340"/>
                  </a:cubicBezTo>
                  <a:cubicBezTo>
                    <a:pt x="229433" y="33647"/>
                    <a:pt x="226488" y="33352"/>
                    <a:pt x="223721" y="33110"/>
                  </a:cubicBezTo>
                  <a:cubicBezTo>
                    <a:pt x="220148" y="32797"/>
                    <a:pt x="216338" y="32457"/>
                    <a:pt x="212486" y="32074"/>
                  </a:cubicBezTo>
                  <a:cubicBezTo>
                    <a:pt x="207542" y="31581"/>
                    <a:pt x="203553" y="31128"/>
                    <a:pt x="199935" y="30653"/>
                  </a:cubicBezTo>
                  <a:lnTo>
                    <a:pt x="198416" y="30455"/>
                  </a:lnTo>
                  <a:cubicBezTo>
                    <a:pt x="194968" y="30009"/>
                    <a:pt x="191400" y="29547"/>
                    <a:pt x="187960" y="28753"/>
                  </a:cubicBezTo>
                  <a:cubicBezTo>
                    <a:pt x="187298" y="28602"/>
                    <a:pt x="186634" y="28454"/>
                    <a:pt x="185969" y="28310"/>
                  </a:cubicBezTo>
                  <a:cubicBezTo>
                    <a:pt x="183145" y="27690"/>
                    <a:pt x="180223" y="27051"/>
                    <a:pt x="177494" y="25795"/>
                  </a:cubicBezTo>
                  <a:cubicBezTo>
                    <a:pt x="176009" y="25111"/>
                    <a:pt x="174350" y="24245"/>
                    <a:pt x="173437" y="22596"/>
                  </a:cubicBezTo>
                  <a:cubicBezTo>
                    <a:pt x="172829" y="21493"/>
                    <a:pt x="172693" y="19876"/>
                    <a:pt x="173617" y="18921"/>
                  </a:cubicBezTo>
                  <a:cubicBezTo>
                    <a:pt x="174717" y="17783"/>
                    <a:pt x="176574" y="17760"/>
                    <a:pt x="177801" y="17745"/>
                  </a:cubicBezTo>
                  <a:cubicBezTo>
                    <a:pt x="177883" y="17744"/>
                    <a:pt x="177965" y="17744"/>
                    <a:pt x="178047" y="17744"/>
                  </a:cubicBezTo>
                  <a:cubicBezTo>
                    <a:pt x="180223" y="17744"/>
                    <a:pt x="182367" y="18103"/>
                    <a:pt x="184375" y="18494"/>
                  </a:cubicBezTo>
                  <a:cubicBezTo>
                    <a:pt x="186221" y="18853"/>
                    <a:pt x="188043" y="19296"/>
                    <a:pt x="190212" y="19850"/>
                  </a:cubicBezTo>
                  <a:cubicBezTo>
                    <a:pt x="192283" y="20380"/>
                    <a:pt x="194415" y="20683"/>
                    <a:pt x="196477" y="20976"/>
                  </a:cubicBezTo>
                  <a:lnTo>
                    <a:pt x="196594" y="20993"/>
                  </a:lnTo>
                  <a:cubicBezTo>
                    <a:pt x="201071" y="21630"/>
                    <a:pt x="204978" y="21943"/>
                    <a:pt x="208576" y="21943"/>
                  </a:cubicBezTo>
                  <a:cubicBezTo>
                    <a:pt x="210156" y="21943"/>
                    <a:pt x="211676" y="21883"/>
                    <a:pt x="213159" y="21763"/>
                  </a:cubicBezTo>
                  <a:cubicBezTo>
                    <a:pt x="219481" y="21255"/>
                    <a:pt x="224648" y="19666"/>
                    <a:pt x="228956" y="16905"/>
                  </a:cubicBezTo>
                  <a:cubicBezTo>
                    <a:pt x="230892" y="15665"/>
                    <a:pt x="232689" y="14110"/>
                    <a:pt x="234294" y="12287"/>
                  </a:cubicBezTo>
                  <a:lnTo>
                    <a:pt x="234344" y="12230"/>
                  </a:lnTo>
                  <a:lnTo>
                    <a:pt x="23434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11"/>
            <p:cNvSpPr/>
            <p:nvPr/>
          </p:nvSpPr>
          <p:spPr>
            <a:xfrm>
              <a:off x="-97264" y="1162055"/>
              <a:ext cx="5171942" cy="1031731"/>
            </a:xfrm>
            <a:custGeom>
              <a:rect b="b" l="l" r="r" t="t"/>
              <a:pathLst>
                <a:path extrusionOk="0" h="25782" w="129242">
                  <a:moveTo>
                    <a:pt x="125667" y="404"/>
                  </a:moveTo>
                  <a:cubicBezTo>
                    <a:pt x="125949" y="404"/>
                    <a:pt x="126232" y="415"/>
                    <a:pt x="126514" y="437"/>
                  </a:cubicBezTo>
                  <a:cubicBezTo>
                    <a:pt x="127419" y="510"/>
                    <a:pt x="128375" y="690"/>
                    <a:pt x="128733" y="1442"/>
                  </a:cubicBezTo>
                  <a:cubicBezTo>
                    <a:pt x="127667" y="1898"/>
                    <a:pt x="126604" y="2366"/>
                    <a:pt x="125540" y="2833"/>
                  </a:cubicBezTo>
                  <a:cubicBezTo>
                    <a:pt x="121951" y="4414"/>
                    <a:pt x="118237" y="6047"/>
                    <a:pt x="114473" y="7141"/>
                  </a:cubicBezTo>
                  <a:cubicBezTo>
                    <a:pt x="113881" y="7314"/>
                    <a:pt x="113286" y="7483"/>
                    <a:pt x="112693" y="7649"/>
                  </a:cubicBezTo>
                  <a:cubicBezTo>
                    <a:pt x="110914" y="8149"/>
                    <a:pt x="109073" y="8666"/>
                    <a:pt x="107278" y="9330"/>
                  </a:cubicBezTo>
                  <a:cubicBezTo>
                    <a:pt x="105183" y="10108"/>
                    <a:pt x="102936" y="11055"/>
                    <a:pt x="100411" y="12228"/>
                  </a:cubicBezTo>
                  <a:cubicBezTo>
                    <a:pt x="97928" y="13381"/>
                    <a:pt x="95424" y="14634"/>
                    <a:pt x="93002" y="15844"/>
                  </a:cubicBezTo>
                  <a:cubicBezTo>
                    <a:pt x="86663" y="19013"/>
                    <a:pt x="80109" y="22288"/>
                    <a:pt x="73322" y="24097"/>
                  </a:cubicBezTo>
                  <a:cubicBezTo>
                    <a:pt x="70106" y="24955"/>
                    <a:pt x="66829" y="25381"/>
                    <a:pt x="63411" y="25381"/>
                  </a:cubicBezTo>
                  <a:cubicBezTo>
                    <a:pt x="61691" y="25381"/>
                    <a:pt x="59935" y="25273"/>
                    <a:pt x="58132" y="25057"/>
                  </a:cubicBezTo>
                  <a:cubicBezTo>
                    <a:pt x="54870" y="24667"/>
                    <a:pt x="51578" y="24000"/>
                    <a:pt x="48394" y="23351"/>
                  </a:cubicBezTo>
                  <a:cubicBezTo>
                    <a:pt x="46720" y="23010"/>
                    <a:pt x="44988" y="22658"/>
                    <a:pt x="43281" y="22351"/>
                  </a:cubicBezTo>
                  <a:cubicBezTo>
                    <a:pt x="38827" y="21551"/>
                    <a:pt x="34306" y="21314"/>
                    <a:pt x="29931" y="21085"/>
                  </a:cubicBezTo>
                  <a:lnTo>
                    <a:pt x="28914" y="21031"/>
                  </a:lnTo>
                  <a:cubicBezTo>
                    <a:pt x="25978" y="20874"/>
                    <a:pt x="23609" y="20501"/>
                    <a:pt x="21462" y="19855"/>
                  </a:cubicBezTo>
                  <a:cubicBezTo>
                    <a:pt x="19489" y="19259"/>
                    <a:pt x="17512" y="18432"/>
                    <a:pt x="15599" y="17635"/>
                  </a:cubicBezTo>
                  <a:cubicBezTo>
                    <a:pt x="15171" y="17457"/>
                    <a:pt x="14747" y="17279"/>
                    <a:pt x="14321" y="17105"/>
                  </a:cubicBezTo>
                  <a:cubicBezTo>
                    <a:pt x="12341" y="16286"/>
                    <a:pt x="10328" y="15433"/>
                    <a:pt x="8383" y="14606"/>
                  </a:cubicBezTo>
                  <a:cubicBezTo>
                    <a:pt x="5772" y="13497"/>
                    <a:pt x="3075" y="12349"/>
                    <a:pt x="404" y="11276"/>
                  </a:cubicBezTo>
                  <a:lnTo>
                    <a:pt x="403" y="11276"/>
                  </a:lnTo>
                  <a:lnTo>
                    <a:pt x="403" y="5584"/>
                  </a:lnTo>
                  <a:cubicBezTo>
                    <a:pt x="967" y="5874"/>
                    <a:pt x="1566" y="6170"/>
                    <a:pt x="2220" y="6484"/>
                  </a:cubicBezTo>
                  <a:cubicBezTo>
                    <a:pt x="2905" y="6811"/>
                    <a:pt x="3592" y="7131"/>
                    <a:pt x="4281" y="7450"/>
                  </a:cubicBezTo>
                  <a:cubicBezTo>
                    <a:pt x="6227" y="8357"/>
                    <a:pt x="8240" y="9293"/>
                    <a:pt x="10153" y="10412"/>
                  </a:cubicBezTo>
                  <a:cubicBezTo>
                    <a:pt x="12434" y="11746"/>
                    <a:pt x="14871" y="13148"/>
                    <a:pt x="17395" y="14337"/>
                  </a:cubicBezTo>
                  <a:cubicBezTo>
                    <a:pt x="25707" y="18255"/>
                    <a:pt x="35202" y="20169"/>
                    <a:pt x="46355" y="20169"/>
                  </a:cubicBezTo>
                  <a:cubicBezTo>
                    <a:pt x="47079" y="20169"/>
                    <a:pt x="47811" y="20161"/>
                    <a:pt x="48549" y="20145"/>
                  </a:cubicBezTo>
                  <a:cubicBezTo>
                    <a:pt x="59131" y="19914"/>
                    <a:pt x="70411" y="17805"/>
                    <a:pt x="84049" y="13504"/>
                  </a:cubicBezTo>
                  <a:cubicBezTo>
                    <a:pt x="89815" y="11685"/>
                    <a:pt x="95612" y="9562"/>
                    <a:pt x="101217" y="7507"/>
                  </a:cubicBezTo>
                  <a:cubicBezTo>
                    <a:pt x="104315" y="6374"/>
                    <a:pt x="107517" y="5200"/>
                    <a:pt x="110679" y="4091"/>
                  </a:cubicBezTo>
                  <a:cubicBezTo>
                    <a:pt x="114143" y="2876"/>
                    <a:pt x="117874" y="1648"/>
                    <a:pt x="121675" y="895"/>
                  </a:cubicBezTo>
                  <a:cubicBezTo>
                    <a:pt x="122896" y="652"/>
                    <a:pt x="124279" y="404"/>
                    <a:pt x="125667" y="404"/>
                  </a:cubicBezTo>
                  <a:close/>
                  <a:moveTo>
                    <a:pt x="125672" y="1"/>
                  </a:moveTo>
                  <a:cubicBezTo>
                    <a:pt x="124248" y="1"/>
                    <a:pt x="122839" y="252"/>
                    <a:pt x="121598" y="497"/>
                  </a:cubicBezTo>
                  <a:cubicBezTo>
                    <a:pt x="117773" y="1256"/>
                    <a:pt x="114025" y="2491"/>
                    <a:pt x="110546" y="3711"/>
                  </a:cubicBezTo>
                  <a:cubicBezTo>
                    <a:pt x="107384" y="4820"/>
                    <a:pt x="104179" y="5993"/>
                    <a:pt x="101080" y="7129"/>
                  </a:cubicBezTo>
                  <a:cubicBezTo>
                    <a:pt x="95477" y="9180"/>
                    <a:pt x="89685" y="11305"/>
                    <a:pt x="83929" y="13120"/>
                  </a:cubicBezTo>
                  <a:cubicBezTo>
                    <a:pt x="70328" y="17407"/>
                    <a:pt x="59084" y="19512"/>
                    <a:pt x="48540" y="19742"/>
                  </a:cubicBezTo>
                  <a:cubicBezTo>
                    <a:pt x="47811" y="19758"/>
                    <a:pt x="47089" y="19766"/>
                    <a:pt x="46374" y="19766"/>
                  </a:cubicBezTo>
                  <a:cubicBezTo>
                    <a:pt x="35268" y="19766"/>
                    <a:pt x="25827" y="17865"/>
                    <a:pt x="17567" y="13971"/>
                  </a:cubicBezTo>
                  <a:cubicBezTo>
                    <a:pt x="15057" y="12788"/>
                    <a:pt x="12628" y="11391"/>
                    <a:pt x="10355" y="10062"/>
                  </a:cubicBezTo>
                  <a:cubicBezTo>
                    <a:pt x="8426" y="8935"/>
                    <a:pt x="6404" y="7993"/>
                    <a:pt x="4448" y="7084"/>
                  </a:cubicBezTo>
                  <a:cubicBezTo>
                    <a:pt x="3762" y="6767"/>
                    <a:pt x="3076" y="6447"/>
                    <a:pt x="2395" y="6120"/>
                  </a:cubicBezTo>
                  <a:cubicBezTo>
                    <a:pt x="1626" y="5754"/>
                    <a:pt x="940" y="5411"/>
                    <a:pt x="294" y="5075"/>
                  </a:cubicBezTo>
                  <a:lnTo>
                    <a:pt x="0" y="4921"/>
                  </a:lnTo>
                  <a:lnTo>
                    <a:pt x="0" y="11545"/>
                  </a:lnTo>
                  <a:lnTo>
                    <a:pt x="126" y="11595"/>
                  </a:lnTo>
                  <a:cubicBezTo>
                    <a:pt x="2833" y="12684"/>
                    <a:pt x="5574" y="13848"/>
                    <a:pt x="8224" y="14973"/>
                  </a:cubicBezTo>
                  <a:cubicBezTo>
                    <a:pt x="10170" y="15801"/>
                    <a:pt x="12184" y="16656"/>
                    <a:pt x="14167" y="17473"/>
                  </a:cubicBezTo>
                  <a:cubicBezTo>
                    <a:pt x="14591" y="17649"/>
                    <a:pt x="15016" y="17828"/>
                    <a:pt x="15441" y="18003"/>
                  </a:cubicBezTo>
                  <a:cubicBezTo>
                    <a:pt x="17363" y="18808"/>
                    <a:pt x="19349" y="19638"/>
                    <a:pt x="21344" y="20238"/>
                  </a:cubicBezTo>
                  <a:cubicBezTo>
                    <a:pt x="23523" y="20895"/>
                    <a:pt x="25922" y="21274"/>
                    <a:pt x="28892" y="21431"/>
                  </a:cubicBezTo>
                  <a:lnTo>
                    <a:pt x="29910" y="21485"/>
                  </a:lnTo>
                  <a:cubicBezTo>
                    <a:pt x="34272" y="21714"/>
                    <a:pt x="38783" y="21950"/>
                    <a:pt x="43209" y="22746"/>
                  </a:cubicBezTo>
                  <a:cubicBezTo>
                    <a:pt x="44912" y="23053"/>
                    <a:pt x="46641" y="23406"/>
                    <a:pt x="48313" y="23744"/>
                  </a:cubicBezTo>
                  <a:cubicBezTo>
                    <a:pt x="51505" y="24393"/>
                    <a:pt x="54806" y="25065"/>
                    <a:pt x="58085" y="25456"/>
                  </a:cubicBezTo>
                  <a:cubicBezTo>
                    <a:pt x="59905" y="25673"/>
                    <a:pt x="61677" y="25782"/>
                    <a:pt x="63414" y="25782"/>
                  </a:cubicBezTo>
                  <a:cubicBezTo>
                    <a:pt x="66866" y="25782"/>
                    <a:pt x="70177" y="25352"/>
                    <a:pt x="73425" y="24486"/>
                  </a:cubicBezTo>
                  <a:cubicBezTo>
                    <a:pt x="80253" y="22666"/>
                    <a:pt x="86826" y="19379"/>
                    <a:pt x="93183" y="16202"/>
                  </a:cubicBezTo>
                  <a:cubicBezTo>
                    <a:pt x="95603" y="14991"/>
                    <a:pt x="98105" y="13741"/>
                    <a:pt x="100582" y="12591"/>
                  </a:cubicBezTo>
                  <a:cubicBezTo>
                    <a:pt x="103097" y="11422"/>
                    <a:pt x="105333" y="10479"/>
                    <a:pt x="107419" y="9706"/>
                  </a:cubicBezTo>
                  <a:cubicBezTo>
                    <a:pt x="109198" y="9046"/>
                    <a:pt x="111031" y="8532"/>
                    <a:pt x="112803" y="8033"/>
                  </a:cubicBezTo>
                  <a:cubicBezTo>
                    <a:pt x="113399" y="7867"/>
                    <a:pt x="113993" y="7699"/>
                    <a:pt x="114588" y="7526"/>
                  </a:cubicBezTo>
                  <a:cubicBezTo>
                    <a:pt x="118376" y="6424"/>
                    <a:pt x="122102" y="4784"/>
                    <a:pt x="125704" y="3199"/>
                  </a:cubicBezTo>
                  <a:cubicBezTo>
                    <a:pt x="126826" y="2705"/>
                    <a:pt x="127947" y="2212"/>
                    <a:pt x="129073" y="1733"/>
                  </a:cubicBezTo>
                  <a:lnTo>
                    <a:pt x="129242" y="1662"/>
                  </a:lnTo>
                  <a:lnTo>
                    <a:pt x="129185" y="1488"/>
                  </a:lnTo>
                  <a:cubicBezTo>
                    <a:pt x="128775" y="216"/>
                    <a:pt x="127216" y="89"/>
                    <a:pt x="126549" y="34"/>
                  </a:cubicBezTo>
                  <a:cubicBezTo>
                    <a:pt x="126257" y="11"/>
                    <a:pt x="125964" y="1"/>
                    <a:pt x="1256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11"/>
            <p:cNvSpPr/>
            <p:nvPr/>
          </p:nvSpPr>
          <p:spPr>
            <a:xfrm>
              <a:off x="-97184" y="1487081"/>
              <a:ext cx="9378021" cy="2233737"/>
            </a:xfrm>
            <a:custGeom>
              <a:rect b="b" l="l" r="r" t="t"/>
              <a:pathLst>
                <a:path extrusionOk="0" h="55819" w="234348">
                  <a:moveTo>
                    <a:pt x="144981" y="403"/>
                  </a:moveTo>
                  <a:cubicBezTo>
                    <a:pt x="150962" y="403"/>
                    <a:pt x="156924" y="882"/>
                    <a:pt x="162787" y="1836"/>
                  </a:cubicBezTo>
                  <a:cubicBezTo>
                    <a:pt x="170740" y="3127"/>
                    <a:pt x="179016" y="5583"/>
                    <a:pt x="189615" y="9797"/>
                  </a:cubicBezTo>
                  <a:cubicBezTo>
                    <a:pt x="198427" y="13299"/>
                    <a:pt x="207411" y="17431"/>
                    <a:pt x="216323" y="22082"/>
                  </a:cubicBezTo>
                  <a:lnTo>
                    <a:pt x="218254" y="23088"/>
                  </a:lnTo>
                  <a:cubicBezTo>
                    <a:pt x="223483" y="25804"/>
                    <a:pt x="228885" y="28612"/>
                    <a:pt x="233942" y="32005"/>
                  </a:cubicBezTo>
                  <a:lnTo>
                    <a:pt x="233942" y="40242"/>
                  </a:lnTo>
                  <a:cubicBezTo>
                    <a:pt x="230357" y="38005"/>
                    <a:pt x="227378" y="36353"/>
                    <a:pt x="224590" y="35054"/>
                  </a:cubicBezTo>
                  <a:cubicBezTo>
                    <a:pt x="215470" y="30808"/>
                    <a:pt x="205746" y="28155"/>
                    <a:pt x="196343" y="25590"/>
                  </a:cubicBezTo>
                  <a:cubicBezTo>
                    <a:pt x="195383" y="25330"/>
                    <a:pt x="194423" y="25067"/>
                    <a:pt x="193466" y="24804"/>
                  </a:cubicBezTo>
                  <a:cubicBezTo>
                    <a:pt x="172307" y="18995"/>
                    <a:pt x="155262" y="16255"/>
                    <a:pt x="139723" y="16255"/>
                  </a:cubicBezTo>
                  <a:cubicBezTo>
                    <a:pt x="136241" y="16255"/>
                    <a:pt x="132834" y="16392"/>
                    <a:pt x="129473" y="16664"/>
                  </a:cubicBezTo>
                  <a:cubicBezTo>
                    <a:pt x="117659" y="17617"/>
                    <a:pt x="108992" y="19950"/>
                    <a:pt x="101363" y="24225"/>
                  </a:cubicBezTo>
                  <a:cubicBezTo>
                    <a:pt x="95848" y="27316"/>
                    <a:pt x="90586" y="31262"/>
                    <a:pt x="85495" y="35080"/>
                  </a:cubicBezTo>
                  <a:cubicBezTo>
                    <a:pt x="82539" y="37296"/>
                    <a:pt x="79484" y="39588"/>
                    <a:pt x="76413" y="41684"/>
                  </a:cubicBezTo>
                  <a:cubicBezTo>
                    <a:pt x="71394" y="45113"/>
                    <a:pt x="67146" y="47471"/>
                    <a:pt x="63039" y="49108"/>
                  </a:cubicBezTo>
                  <a:cubicBezTo>
                    <a:pt x="58787" y="50804"/>
                    <a:pt x="54022" y="52109"/>
                    <a:pt x="48045" y="53216"/>
                  </a:cubicBezTo>
                  <a:cubicBezTo>
                    <a:pt x="40031" y="54703"/>
                    <a:pt x="31384" y="55416"/>
                    <a:pt x="21189" y="55416"/>
                  </a:cubicBezTo>
                  <a:cubicBezTo>
                    <a:pt x="19290" y="55416"/>
                    <a:pt x="17337" y="55391"/>
                    <a:pt x="15325" y="55342"/>
                  </a:cubicBezTo>
                  <a:cubicBezTo>
                    <a:pt x="9761" y="55207"/>
                    <a:pt x="4879" y="54966"/>
                    <a:pt x="402" y="54612"/>
                  </a:cubicBezTo>
                  <a:lnTo>
                    <a:pt x="407" y="54612"/>
                  </a:lnTo>
                  <a:lnTo>
                    <a:pt x="407" y="49284"/>
                  </a:lnTo>
                  <a:cubicBezTo>
                    <a:pt x="817" y="49421"/>
                    <a:pt x="1230" y="49561"/>
                    <a:pt x="1643" y="49700"/>
                  </a:cubicBezTo>
                  <a:cubicBezTo>
                    <a:pt x="4359" y="50619"/>
                    <a:pt x="7168" y="51566"/>
                    <a:pt x="9980" y="52235"/>
                  </a:cubicBezTo>
                  <a:cubicBezTo>
                    <a:pt x="12206" y="52763"/>
                    <a:pt x="14788" y="53377"/>
                    <a:pt x="17344" y="53377"/>
                  </a:cubicBezTo>
                  <a:cubicBezTo>
                    <a:pt x="18683" y="53377"/>
                    <a:pt x="20014" y="53208"/>
                    <a:pt x="21283" y="52772"/>
                  </a:cubicBezTo>
                  <a:cubicBezTo>
                    <a:pt x="22931" y="52205"/>
                    <a:pt x="23878" y="51164"/>
                    <a:pt x="24025" y="49761"/>
                  </a:cubicBezTo>
                  <a:cubicBezTo>
                    <a:pt x="24231" y="47784"/>
                    <a:pt x="23055" y="45926"/>
                    <a:pt x="21802" y="44960"/>
                  </a:cubicBezTo>
                  <a:cubicBezTo>
                    <a:pt x="20124" y="43670"/>
                    <a:pt x="18067" y="43236"/>
                    <a:pt x="16094" y="42961"/>
                  </a:cubicBezTo>
                  <a:cubicBezTo>
                    <a:pt x="13968" y="42663"/>
                    <a:pt x="11797" y="42629"/>
                    <a:pt x="9701" y="42596"/>
                  </a:cubicBezTo>
                  <a:lnTo>
                    <a:pt x="9254" y="42589"/>
                  </a:lnTo>
                  <a:cubicBezTo>
                    <a:pt x="6994" y="42550"/>
                    <a:pt x="4310" y="42346"/>
                    <a:pt x="1553" y="41105"/>
                  </a:cubicBezTo>
                  <a:cubicBezTo>
                    <a:pt x="1170" y="40933"/>
                    <a:pt x="784" y="40741"/>
                    <a:pt x="402" y="40534"/>
                  </a:cubicBezTo>
                  <a:lnTo>
                    <a:pt x="402" y="31531"/>
                  </a:lnTo>
                  <a:cubicBezTo>
                    <a:pt x="6844" y="32915"/>
                    <a:pt x="13326" y="34726"/>
                    <a:pt x="19599" y="36477"/>
                  </a:cubicBezTo>
                  <a:cubicBezTo>
                    <a:pt x="22674" y="37335"/>
                    <a:pt x="25850" y="38224"/>
                    <a:pt x="28985" y="39049"/>
                  </a:cubicBezTo>
                  <a:cubicBezTo>
                    <a:pt x="36397" y="41005"/>
                    <a:pt x="46195" y="43249"/>
                    <a:pt x="56268" y="43249"/>
                  </a:cubicBezTo>
                  <a:lnTo>
                    <a:pt x="56298" y="43249"/>
                  </a:lnTo>
                  <a:cubicBezTo>
                    <a:pt x="60549" y="43247"/>
                    <a:pt x="65413" y="43043"/>
                    <a:pt x="69372" y="40633"/>
                  </a:cubicBezTo>
                  <a:cubicBezTo>
                    <a:pt x="71055" y="39609"/>
                    <a:pt x="72214" y="38269"/>
                    <a:pt x="72821" y="36652"/>
                  </a:cubicBezTo>
                  <a:cubicBezTo>
                    <a:pt x="73454" y="34967"/>
                    <a:pt x="73654" y="32595"/>
                    <a:pt x="72675" y="31095"/>
                  </a:cubicBezTo>
                  <a:cubicBezTo>
                    <a:pt x="71475" y="29255"/>
                    <a:pt x="69235" y="29002"/>
                    <a:pt x="67193" y="29002"/>
                  </a:cubicBezTo>
                  <a:lnTo>
                    <a:pt x="67163" y="29002"/>
                  </a:lnTo>
                  <a:cubicBezTo>
                    <a:pt x="64338" y="29005"/>
                    <a:pt x="61485" y="29632"/>
                    <a:pt x="59033" y="30219"/>
                  </a:cubicBezTo>
                  <a:cubicBezTo>
                    <a:pt x="58197" y="30419"/>
                    <a:pt x="57351" y="30648"/>
                    <a:pt x="56532" y="30868"/>
                  </a:cubicBezTo>
                  <a:cubicBezTo>
                    <a:pt x="55224" y="31222"/>
                    <a:pt x="53869" y="31587"/>
                    <a:pt x="52529" y="31845"/>
                  </a:cubicBezTo>
                  <a:cubicBezTo>
                    <a:pt x="48490" y="32626"/>
                    <a:pt x="44235" y="33024"/>
                    <a:pt x="39894" y="33024"/>
                  </a:cubicBezTo>
                  <a:cubicBezTo>
                    <a:pt x="39863" y="33024"/>
                    <a:pt x="39832" y="33024"/>
                    <a:pt x="39801" y="33024"/>
                  </a:cubicBezTo>
                  <a:cubicBezTo>
                    <a:pt x="26833" y="33011"/>
                    <a:pt x="13576" y="29869"/>
                    <a:pt x="402" y="23687"/>
                  </a:cubicBezTo>
                  <a:lnTo>
                    <a:pt x="402" y="6011"/>
                  </a:lnTo>
                  <a:cubicBezTo>
                    <a:pt x="1635" y="6344"/>
                    <a:pt x="2827" y="6712"/>
                    <a:pt x="3952" y="7104"/>
                  </a:cubicBezTo>
                  <a:cubicBezTo>
                    <a:pt x="7474" y="8330"/>
                    <a:pt x="10930" y="10023"/>
                    <a:pt x="14269" y="11659"/>
                  </a:cubicBezTo>
                  <a:cubicBezTo>
                    <a:pt x="15159" y="12095"/>
                    <a:pt x="16051" y="12530"/>
                    <a:pt x="16944" y="12959"/>
                  </a:cubicBezTo>
                  <a:cubicBezTo>
                    <a:pt x="21849" y="15315"/>
                    <a:pt x="26184" y="17153"/>
                    <a:pt x="30193" y="18579"/>
                  </a:cubicBezTo>
                  <a:cubicBezTo>
                    <a:pt x="37329" y="21116"/>
                    <a:pt x="44835" y="22386"/>
                    <a:pt x="52799" y="22386"/>
                  </a:cubicBezTo>
                  <a:cubicBezTo>
                    <a:pt x="62775" y="22386"/>
                    <a:pt x="73472" y="20393"/>
                    <a:pt x="85065" y="16400"/>
                  </a:cubicBezTo>
                  <a:cubicBezTo>
                    <a:pt x="89374" y="14915"/>
                    <a:pt x="93852" y="13162"/>
                    <a:pt x="98753" y="11037"/>
                  </a:cubicBezTo>
                  <a:cubicBezTo>
                    <a:pt x="99763" y="10600"/>
                    <a:pt x="100773" y="10151"/>
                    <a:pt x="101781" y="9706"/>
                  </a:cubicBezTo>
                  <a:cubicBezTo>
                    <a:pt x="104805" y="8364"/>
                    <a:pt x="107933" y="6975"/>
                    <a:pt x="111082" y="5882"/>
                  </a:cubicBezTo>
                  <a:cubicBezTo>
                    <a:pt x="119135" y="3086"/>
                    <a:pt x="127851" y="1338"/>
                    <a:pt x="136984" y="688"/>
                  </a:cubicBezTo>
                  <a:cubicBezTo>
                    <a:pt x="139649" y="498"/>
                    <a:pt x="142317" y="403"/>
                    <a:pt x="144981" y="403"/>
                  </a:cubicBezTo>
                  <a:close/>
                  <a:moveTo>
                    <a:pt x="144959" y="1"/>
                  </a:moveTo>
                  <a:cubicBezTo>
                    <a:pt x="142293" y="1"/>
                    <a:pt x="139623" y="96"/>
                    <a:pt x="136956" y="285"/>
                  </a:cubicBezTo>
                  <a:cubicBezTo>
                    <a:pt x="127785" y="938"/>
                    <a:pt x="119037" y="2693"/>
                    <a:pt x="110949" y="5501"/>
                  </a:cubicBezTo>
                  <a:cubicBezTo>
                    <a:pt x="107786" y="6599"/>
                    <a:pt x="104650" y="7991"/>
                    <a:pt x="101618" y="9337"/>
                  </a:cubicBezTo>
                  <a:cubicBezTo>
                    <a:pt x="100610" y="9784"/>
                    <a:pt x="99605" y="10230"/>
                    <a:pt x="98594" y="10669"/>
                  </a:cubicBezTo>
                  <a:cubicBezTo>
                    <a:pt x="93702" y="12788"/>
                    <a:pt x="89236" y="14538"/>
                    <a:pt x="84935" y="16020"/>
                  </a:cubicBezTo>
                  <a:cubicBezTo>
                    <a:pt x="73384" y="19997"/>
                    <a:pt x="62731" y="21983"/>
                    <a:pt x="52798" y="21983"/>
                  </a:cubicBezTo>
                  <a:cubicBezTo>
                    <a:pt x="44880" y="21983"/>
                    <a:pt x="37420" y="20721"/>
                    <a:pt x="30329" y="18200"/>
                  </a:cubicBezTo>
                  <a:cubicBezTo>
                    <a:pt x="26334" y="16780"/>
                    <a:pt x="22012" y="14948"/>
                    <a:pt x="17118" y="12599"/>
                  </a:cubicBezTo>
                  <a:cubicBezTo>
                    <a:pt x="16225" y="12172"/>
                    <a:pt x="15335" y="11736"/>
                    <a:pt x="14448" y="11300"/>
                  </a:cubicBezTo>
                  <a:cubicBezTo>
                    <a:pt x="11097" y="9658"/>
                    <a:pt x="7631" y="7961"/>
                    <a:pt x="4086" y="6726"/>
                  </a:cubicBezTo>
                  <a:cubicBezTo>
                    <a:pt x="2874" y="6305"/>
                    <a:pt x="1587" y="5911"/>
                    <a:pt x="257" y="5556"/>
                  </a:cubicBezTo>
                  <a:lnTo>
                    <a:pt x="2" y="5489"/>
                  </a:lnTo>
                  <a:lnTo>
                    <a:pt x="2" y="23947"/>
                  </a:lnTo>
                  <a:lnTo>
                    <a:pt x="118" y="24001"/>
                  </a:lnTo>
                  <a:cubicBezTo>
                    <a:pt x="13383" y="30245"/>
                    <a:pt x="26736" y="33418"/>
                    <a:pt x="39802" y="33430"/>
                  </a:cubicBezTo>
                  <a:cubicBezTo>
                    <a:pt x="39862" y="33430"/>
                    <a:pt x="39922" y="33430"/>
                    <a:pt x="39983" y="33430"/>
                  </a:cubicBezTo>
                  <a:cubicBezTo>
                    <a:pt x="44319" y="33430"/>
                    <a:pt x="48571" y="33023"/>
                    <a:pt x="52607" y="32244"/>
                  </a:cubicBezTo>
                  <a:cubicBezTo>
                    <a:pt x="53961" y="31982"/>
                    <a:pt x="55324" y="31615"/>
                    <a:pt x="56640" y="31261"/>
                  </a:cubicBezTo>
                  <a:cubicBezTo>
                    <a:pt x="57454" y="31041"/>
                    <a:pt x="58297" y="30815"/>
                    <a:pt x="59127" y="30616"/>
                  </a:cubicBezTo>
                  <a:cubicBezTo>
                    <a:pt x="61559" y="30033"/>
                    <a:pt x="64382" y="29412"/>
                    <a:pt x="67164" y="29409"/>
                  </a:cubicBezTo>
                  <a:cubicBezTo>
                    <a:pt x="67187" y="29409"/>
                    <a:pt x="67210" y="29409"/>
                    <a:pt x="67233" y="29409"/>
                  </a:cubicBezTo>
                  <a:cubicBezTo>
                    <a:pt x="69147" y="29409"/>
                    <a:pt x="71252" y="29651"/>
                    <a:pt x="72340" y="31318"/>
                  </a:cubicBezTo>
                  <a:cubicBezTo>
                    <a:pt x="73241" y="32701"/>
                    <a:pt x="73043" y="34924"/>
                    <a:pt x="72447" y="36513"/>
                  </a:cubicBezTo>
                  <a:cubicBezTo>
                    <a:pt x="71871" y="38046"/>
                    <a:pt x="70768" y="39317"/>
                    <a:pt x="69163" y="40292"/>
                  </a:cubicBezTo>
                  <a:cubicBezTo>
                    <a:pt x="65293" y="42649"/>
                    <a:pt x="60492" y="42849"/>
                    <a:pt x="56298" y="42850"/>
                  </a:cubicBezTo>
                  <a:lnTo>
                    <a:pt x="56268" y="42850"/>
                  </a:lnTo>
                  <a:cubicBezTo>
                    <a:pt x="46241" y="42850"/>
                    <a:pt x="36475" y="40614"/>
                    <a:pt x="29086" y="38666"/>
                  </a:cubicBezTo>
                  <a:cubicBezTo>
                    <a:pt x="25956" y="37839"/>
                    <a:pt x="22778" y="36952"/>
                    <a:pt x="19706" y="36095"/>
                  </a:cubicBezTo>
                  <a:cubicBezTo>
                    <a:pt x="13350" y="34319"/>
                    <a:pt x="6776" y="32482"/>
                    <a:pt x="244" y="31089"/>
                  </a:cubicBezTo>
                  <a:lnTo>
                    <a:pt x="1" y="31038"/>
                  </a:lnTo>
                  <a:lnTo>
                    <a:pt x="1" y="40777"/>
                  </a:lnTo>
                  <a:lnTo>
                    <a:pt x="105" y="40834"/>
                  </a:lnTo>
                  <a:cubicBezTo>
                    <a:pt x="528" y="41068"/>
                    <a:pt x="960" y="41284"/>
                    <a:pt x="1387" y="41477"/>
                  </a:cubicBezTo>
                  <a:cubicBezTo>
                    <a:pt x="4210" y="42747"/>
                    <a:pt x="6945" y="42957"/>
                    <a:pt x="9247" y="42996"/>
                  </a:cubicBezTo>
                  <a:lnTo>
                    <a:pt x="9694" y="43003"/>
                  </a:lnTo>
                  <a:cubicBezTo>
                    <a:pt x="11777" y="43036"/>
                    <a:pt x="13933" y="43072"/>
                    <a:pt x="16035" y="43364"/>
                  </a:cubicBezTo>
                  <a:cubicBezTo>
                    <a:pt x="17956" y="43633"/>
                    <a:pt x="19953" y="44050"/>
                    <a:pt x="21555" y="45283"/>
                  </a:cubicBezTo>
                  <a:cubicBezTo>
                    <a:pt x="22721" y="46179"/>
                    <a:pt x="23812" y="47901"/>
                    <a:pt x="23624" y="49723"/>
                  </a:cubicBezTo>
                  <a:cubicBezTo>
                    <a:pt x="23492" y="50977"/>
                    <a:pt x="22661" y="51876"/>
                    <a:pt x="21149" y="52395"/>
                  </a:cubicBezTo>
                  <a:cubicBezTo>
                    <a:pt x="19929" y="52815"/>
                    <a:pt x="18642" y="52977"/>
                    <a:pt x="17343" y="52977"/>
                  </a:cubicBezTo>
                  <a:cubicBezTo>
                    <a:pt x="14829" y="52977"/>
                    <a:pt x="12272" y="52369"/>
                    <a:pt x="10068" y="51847"/>
                  </a:cubicBezTo>
                  <a:cubicBezTo>
                    <a:pt x="7275" y="51184"/>
                    <a:pt x="4475" y="50237"/>
                    <a:pt x="1767" y="49323"/>
                  </a:cubicBezTo>
                  <a:cubicBezTo>
                    <a:pt x="1267" y="49155"/>
                    <a:pt x="767" y="48985"/>
                    <a:pt x="265" y="48818"/>
                  </a:cubicBezTo>
                  <a:lnTo>
                    <a:pt x="1" y="48728"/>
                  </a:lnTo>
                  <a:lnTo>
                    <a:pt x="1" y="54985"/>
                  </a:lnTo>
                  <a:lnTo>
                    <a:pt x="187" y="54999"/>
                  </a:lnTo>
                  <a:cubicBezTo>
                    <a:pt x="4720" y="55364"/>
                    <a:pt x="9668" y="55608"/>
                    <a:pt x="15316" y="55745"/>
                  </a:cubicBezTo>
                  <a:cubicBezTo>
                    <a:pt x="17327" y="55794"/>
                    <a:pt x="19280" y="55818"/>
                    <a:pt x="21180" y="55818"/>
                  </a:cubicBezTo>
                  <a:cubicBezTo>
                    <a:pt x="31405" y="55818"/>
                    <a:pt x="40078" y="55104"/>
                    <a:pt x="48122" y="53615"/>
                  </a:cubicBezTo>
                  <a:cubicBezTo>
                    <a:pt x="54125" y="52502"/>
                    <a:pt x="58913" y="51189"/>
                    <a:pt x="63191" y="49484"/>
                  </a:cubicBezTo>
                  <a:cubicBezTo>
                    <a:pt x="67326" y="47835"/>
                    <a:pt x="71599" y="45463"/>
                    <a:pt x="76643" y="42018"/>
                  </a:cubicBezTo>
                  <a:cubicBezTo>
                    <a:pt x="79721" y="39917"/>
                    <a:pt x="82780" y="37621"/>
                    <a:pt x="85739" y="35403"/>
                  </a:cubicBezTo>
                  <a:cubicBezTo>
                    <a:pt x="90819" y="31594"/>
                    <a:pt x="96072" y="27654"/>
                    <a:pt x="101563" y="24578"/>
                  </a:cubicBezTo>
                  <a:cubicBezTo>
                    <a:pt x="109139" y="20330"/>
                    <a:pt x="117758" y="18014"/>
                    <a:pt x="129508" y="17065"/>
                  </a:cubicBezTo>
                  <a:cubicBezTo>
                    <a:pt x="132858" y="16795"/>
                    <a:pt x="136254" y="16658"/>
                    <a:pt x="139725" y="16658"/>
                  </a:cubicBezTo>
                  <a:cubicBezTo>
                    <a:pt x="155229" y="16658"/>
                    <a:pt x="172239" y="19393"/>
                    <a:pt x="193363" y="25194"/>
                  </a:cubicBezTo>
                  <a:cubicBezTo>
                    <a:pt x="194320" y="25456"/>
                    <a:pt x="195279" y="25717"/>
                    <a:pt x="196240" y="25980"/>
                  </a:cubicBezTo>
                  <a:cubicBezTo>
                    <a:pt x="205628" y="28540"/>
                    <a:pt x="215334" y="31188"/>
                    <a:pt x="224421" y="35420"/>
                  </a:cubicBezTo>
                  <a:cubicBezTo>
                    <a:pt x="227275" y="36749"/>
                    <a:pt x="230329" y="38452"/>
                    <a:pt x="234037" y="40778"/>
                  </a:cubicBezTo>
                  <a:lnTo>
                    <a:pt x="234347" y="40971"/>
                  </a:lnTo>
                  <a:lnTo>
                    <a:pt x="234347" y="31794"/>
                  </a:lnTo>
                  <a:lnTo>
                    <a:pt x="234257" y="31734"/>
                  </a:lnTo>
                  <a:cubicBezTo>
                    <a:pt x="229156" y="28302"/>
                    <a:pt x="223710" y="25471"/>
                    <a:pt x="218442" y="22732"/>
                  </a:cubicBezTo>
                  <a:lnTo>
                    <a:pt x="216510" y="21728"/>
                  </a:lnTo>
                  <a:cubicBezTo>
                    <a:pt x="207587" y="17070"/>
                    <a:pt x="198587" y="12930"/>
                    <a:pt x="189764" y="9423"/>
                  </a:cubicBezTo>
                  <a:cubicBezTo>
                    <a:pt x="179135" y="5199"/>
                    <a:pt x="170836" y="2739"/>
                    <a:pt x="162852" y="1440"/>
                  </a:cubicBezTo>
                  <a:cubicBezTo>
                    <a:pt x="156959" y="482"/>
                    <a:pt x="150969" y="1"/>
                    <a:pt x="144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11"/>
            <p:cNvSpPr/>
            <p:nvPr/>
          </p:nvSpPr>
          <p:spPr>
            <a:xfrm>
              <a:off x="4303273" y="2401574"/>
              <a:ext cx="4977457" cy="2219891"/>
            </a:xfrm>
            <a:custGeom>
              <a:rect b="b" l="l" r="r" t="t"/>
              <a:pathLst>
                <a:path extrusionOk="0" h="55473" w="124382">
                  <a:moveTo>
                    <a:pt x="25918" y="402"/>
                  </a:moveTo>
                  <a:cubicBezTo>
                    <a:pt x="36041" y="402"/>
                    <a:pt x="47026" y="1991"/>
                    <a:pt x="60462" y="5393"/>
                  </a:cubicBezTo>
                  <a:cubicBezTo>
                    <a:pt x="70856" y="8024"/>
                    <a:pt x="81175" y="11807"/>
                    <a:pt x="91155" y="15464"/>
                  </a:cubicBezTo>
                  <a:cubicBezTo>
                    <a:pt x="92391" y="15917"/>
                    <a:pt x="93627" y="16369"/>
                    <a:pt x="94863" y="16822"/>
                  </a:cubicBezTo>
                  <a:lnTo>
                    <a:pt x="95647" y="17108"/>
                  </a:lnTo>
                  <a:cubicBezTo>
                    <a:pt x="105319" y="20631"/>
                    <a:pt x="115319" y="24277"/>
                    <a:pt x="123981" y="30890"/>
                  </a:cubicBezTo>
                  <a:lnTo>
                    <a:pt x="123981" y="53695"/>
                  </a:lnTo>
                  <a:cubicBezTo>
                    <a:pt x="123931" y="53594"/>
                    <a:pt x="123881" y="53490"/>
                    <a:pt x="123831" y="53388"/>
                  </a:cubicBezTo>
                  <a:cubicBezTo>
                    <a:pt x="121216" y="48116"/>
                    <a:pt x="118223" y="43645"/>
                    <a:pt x="114937" y="40100"/>
                  </a:cubicBezTo>
                  <a:cubicBezTo>
                    <a:pt x="110571" y="35392"/>
                    <a:pt x="105339" y="32142"/>
                    <a:pt x="101268" y="29834"/>
                  </a:cubicBezTo>
                  <a:cubicBezTo>
                    <a:pt x="91058" y="24049"/>
                    <a:pt x="80265" y="20787"/>
                    <a:pt x="69187" y="20137"/>
                  </a:cubicBezTo>
                  <a:cubicBezTo>
                    <a:pt x="67907" y="20061"/>
                    <a:pt x="66618" y="20024"/>
                    <a:pt x="65319" y="20024"/>
                  </a:cubicBezTo>
                  <a:cubicBezTo>
                    <a:pt x="61141" y="20024"/>
                    <a:pt x="56870" y="20411"/>
                    <a:pt x="52577" y="21181"/>
                  </a:cubicBezTo>
                  <a:cubicBezTo>
                    <a:pt x="48332" y="21940"/>
                    <a:pt x="44099" y="23239"/>
                    <a:pt x="40004" y="24495"/>
                  </a:cubicBezTo>
                  <a:cubicBezTo>
                    <a:pt x="38744" y="24880"/>
                    <a:pt x="37484" y="25268"/>
                    <a:pt x="36221" y="25639"/>
                  </a:cubicBezTo>
                  <a:cubicBezTo>
                    <a:pt x="30814" y="27232"/>
                    <a:pt x="25249" y="28662"/>
                    <a:pt x="19858" y="28662"/>
                  </a:cubicBezTo>
                  <a:cubicBezTo>
                    <a:pt x="15618" y="28662"/>
                    <a:pt x="11486" y="27778"/>
                    <a:pt x="7624" y="25392"/>
                  </a:cubicBezTo>
                  <a:cubicBezTo>
                    <a:pt x="1653" y="21703"/>
                    <a:pt x="639" y="17073"/>
                    <a:pt x="567" y="14640"/>
                  </a:cubicBezTo>
                  <a:cubicBezTo>
                    <a:pt x="413" y="9480"/>
                    <a:pt x="3668" y="6464"/>
                    <a:pt x="5623" y="5124"/>
                  </a:cubicBezTo>
                  <a:cubicBezTo>
                    <a:pt x="9015" y="2801"/>
                    <a:pt x="12910" y="1856"/>
                    <a:pt x="15924" y="1292"/>
                  </a:cubicBezTo>
                  <a:cubicBezTo>
                    <a:pt x="19039" y="709"/>
                    <a:pt x="22328" y="409"/>
                    <a:pt x="25700" y="402"/>
                  </a:cubicBezTo>
                  <a:close/>
                  <a:moveTo>
                    <a:pt x="25696" y="0"/>
                  </a:moveTo>
                  <a:cubicBezTo>
                    <a:pt x="22298" y="9"/>
                    <a:pt x="18984" y="309"/>
                    <a:pt x="15846" y="896"/>
                  </a:cubicBezTo>
                  <a:cubicBezTo>
                    <a:pt x="12791" y="1468"/>
                    <a:pt x="8843" y="2428"/>
                    <a:pt x="5390" y="4792"/>
                  </a:cubicBezTo>
                  <a:cubicBezTo>
                    <a:pt x="3368" y="6176"/>
                    <a:pt x="0" y="9300"/>
                    <a:pt x="160" y="14653"/>
                  </a:cubicBezTo>
                  <a:cubicBezTo>
                    <a:pt x="236" y="17166"/>
                    <a:pt x="1277" y="21947"/>
                    <a:pt x="7409" y="25735"/>
                  </a:cubicBezTo>
                  <a:cubicBezTo>
                    <a:pt x="11344" y="28167"/>
                    <a:pt x="15543" y="29067"/>
                    <a:pt x="19845" y="29067"/>
                  </a:cubicBezTo>
                  <a:cubicBezTo>
                    <a:pt x="25284" y="29067"/>
                    <a:pt x="30887" y="27628"/>
                    <a:pt x="36329" y="26025"/>
                  </a:cubicBezTo>
                  <a:cubicBezTo>
                    <a:pt x="37594" y="25653"/>
                    <a:pt x="38857" y="25265"/>
                    <a:pt x="40120" y="24877"/>
                  </a:cubicBezTo>
                  <a:cubicBezTo>
                    <a:pt x="44202" y="23626"/>
                    <a:pt x="48423" y="22331"/>
                    <a:pt x="52645" y="21575"/>
                  </a:cubicBezTo>
                  <a:cubicBezTo>
                    <a:pt x="56919" y="20811"/>
                    <a:pt x="61167" y="20426"/>
                    <a:pt x="65320" y="20426"/>
                  </a:cubicBezTo>
                  <a:cubicBezTo>
                    <a:pt x="66611" y="20426"/>
                    <a:pt x="67892" y="20464"/>
                    <a:pt x="69163" y="20538"/>
                  </a:cubicBezTo>
                  <a:cubicBezTo>
                    <a:pt x="80177" y="21183"/>
                    <a:pt x="90911" y="24429"/>
                    <a:pt x="101068" y="30184"/>
                  </a:cubicBezTo>
                  <a:cubicBezTo>
                    <a:pt x="105113" y="32476"/>
                    <a:pt x="110313" y="35707"/>
                    <a:pt x="114641" y="40373"/>
                  </a:cubicBezTo>
                  <a:cubicBezTo>
                    <a:pt x="117901" y="43892"/>
                    <a:pt x="120872" y="48330"/>
                    <a:pt x="123468" y="53567"/>
                  </a:cubicBezTo>
                  <a:cubicBezTo>
                    <a:pt x="123595" y="53824"/>
                    <a:pt x="123718" y="54084"/>
                    <a:pt x="123842" y="54344"/>
                  </a:cubicBezTo>
                  <a:lnTo>
                    <a:pt x="124380" y="55470"/>
                  </a:lnTo>
                  <a:lnTo>
                    <a:pt x="124380" y="30691"/>
                  </a:lnTo>
                  <a:lnTo>
                    <a:pt x="124301" y="30630"/>
                  </a:lnTo>
                  <a:cubicBezTo>
                    <a:pt x="115571" y="23942"/>
                    <a:pt x="105512" y="20275"/>
                    <a:pt x="95782" y="16727"/>
                  </a:cubicBezTo>
                  <a:lnTo>
                    <a:pt x="94996" y="16442"/>
                  </a:lnTo>
                  <a:cubicBezTo>
                    <a:pt x="93760" y="15992"/>
                    <a:pt x="92525" y="15539"/>
                    <a:pt x="91289" y="15087"/>
                  </a:cubicBezTo>
                  <a:cubicBezTo>
                    <a:pt x="81300" y="11425"/>
                    <a:pt x="70971" y="7640"/>
                    <a:pt x="60557" y="5003"/>
                  </a:cubicBezTo>
                  <a:cubicBezTo>
                    <a:pt x="47087" y="1592"/>
                    <a:pt x="36071" y="0"/>
                    <a:pt x="25913" y="0"/>
                  </a:cubicBezTo>
                  <a:close/>
                  <a:moveTo>
                    <a:pt x="124380" y="55470"/>
                  </a:moveTo>
                  <a:lnTo>
                    <a:pt x="124380" y="55473"/>
                  </a:lnTo>
                  <a:lnTo>
                    <a:pt x="124381" y="55473"/>
                  </a:lnTo>
                  <a:lnTo>
                    <a:pt x="124380" y="5547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11"/>
            <p:cNvSpPr/>
            <p:nvPr/>
          </p:nvSpPr>
          <p:spPr>
            <a:xfrm>
              <a:off x="-97184" y="3183486"/>
              <a:ext cx="4473596" cy="1988630"/>
            </a:xfrm>
            <a:custGeom>
              <a:rect b="b" l="l" r="r" t="t"/>
              <a:pathLst>
                <a:path extrusionOk="0" h="49694" w="111791">
                  <a:moveTo>
                    <a:pt x="97341" y="420"/>
                  </a:moveTo>
                  <a:cubicBezTo>
                    <a:pt x="98733" y="420"/>
                    <a:pt x="99979" y="773"/>
                    <a:pt x="101045" y="1273"/>
                  </a:cubicBezTo>
                  <a:cubicBezTo>
                    <a:pt x="104764" y="3021"/>
                    <a:pt x="109232" y="7243"/>
                    <a:pt x="110572" y="11931"/>
                  </a:cubicBezTo>
                  <a:cubicBezTo>
                    <a:pt x="111369" y="14719"/>
                    <a:pt x="110985" y="17351"/>
                    <a:pt x="109429" y="19750"/>
                  </a:cubicBezTo>
                  <a:cubicBezTo>
                    <a:pt x="107469" y="22776"/>
                    <a:pt x="104270" y="24339"/>
                    <a:pt x="101702" y="25361"/>
                  </a:cubicBezTo>
                  <a:cubicBezTo>
                    <a:pt x="98754" y="26534"/>
                    <a:pt x="95452" y="27464"/>
                    <a:pt x="91607" y="28204"/>
                  </a:cubicBezTo>
                  <a:cubicBezTo>
                    <a:pt x="89921" y="28528"/>
                    <a:pt x="88200" y="28811"/>
                    <a:pt x="86532" y="29084"/>
                  </a:cubicBezTo>
                  <a:cubicBezTo>
                    <a:pt x="79681" y="30207"/>
                    <a:pt x="72597" y="31372"/>
                    <a:pt x="66253" y="35734"/>
                  </a:cubicBezTo>
                  <a:cubicBezTo>
                    <a:pt x="61721" y="38849"/>
                    <a:pt x="57707" y="43535"/>
                    <a:pt x="54638" y="49289"/>
                  </a:cubicBezTo>
                  <a:lnTo>
                    <a:pt x="3363" y="49289"/>
                  </a:lnTo>
                  <a:cubicBezTo>
                    <a:pt x="1730" y="49289"/>
                    <a:pt x="402" y="47585"/>
                    <a:pt x="402" y="45488"/>
                  </a:cubicBezTo>
                  <a:lnTo>
                    <a:pt x="402" y="27817"/>
                  </a:lnTo>
                  <a:cubicBezTo>
                    <a:pt x="6956" y="29756"/>
                    <a:pt x="13549" y="31125"/>
                    <a:pt x="20006" y="31888"/>
                  </a:cubicBezTo>
                  <a:cubicBezTo>
                    <a:pt x="24832" y="32458"/>
                    <a:pt x="29867" y="32744"/>
                    <a:pt x="35067" y="32744"/>
                  </a:cubicBezTo>
                  <a:cubicBezTo>
                    <a:pt x="39433" y="32744"/>
                    <a:pt x="43915" y="32543"/>
                    <a:pt x="48490" y="32140"/>
                  </a:cubicBezTo>
                  <a:cubicBezTo>
                    <a:pt x="52725" y="31766"/>
                    <a:pt x="57090" y="31156"/>
                    <a:pt x="61838" y="30276"/>
                  </a:cubicBezTo>
                  <a:cubicBezTo>
                    <a:pt x="65200" y="29650"/>
                    <a:pt x="69115" y="28700"/>
                    <a:pt x="72658" y="26377"/>
                  </a:cubicBezTo>
                  <a:cubicBezTo>
                    <a:pt x="76773" y="23677"/>
                    <a:pt x="79509" y="18971"/>
                    <a:pt x="82157" y="14419"/>
                  </a:cubicBezTo>
                  <a:cubicBezTo>
                    <a:pt x="83207" y="12610"/>
                    <a:pt x="84295" y="10742"/>
                    <a:pt x="85446" y="9038"/>
                  </a:cubicBezTo>
                  <a:cubicBezTo>
                    <a:pt x="89943" y="2389"/>
                    <a:pt x="94052" y="420"/>
                    <a:pt x="97341" y="420"/>
                  </a:cubicBezTo>
                  <a:close/>
                  <a:moveTo>
                    <a:pt x="97320" y="1"/>
                  </a:moveTo>
                  <a:cubicBezTo>
                    <a:pt x="92272" y="1"/>
                    <a:pt x="88015" y="4523"/>
                    <a:pt x="85113" y="8813"/>
                  </a:cubicBezTo>
                  <a:cubicBezTo>
                    <a:pt x="83953" y="10529"/>
                    <a:pt x="82863" y="12404"/>
                    <a:pt x="81808" y="14217"/>
                  </a:cubicBezTo>
                  <a:cubicBezTo>
                    <a:pt x="79187" y="18729"/>
                    <a:pt x="76473" y="23393"/>
                    <a:pt x="72437" y="26041"/>
                  </a:cubicBezTo>
                  <a:cubicBezTo>
                    <a:pt x="68955" y="28325"/>
                    <a:pt x="65088" y="29264"/>
                    <a:pt x="61763" y="29881"/>
                  </a:cubicBezTo>
                  <a:cubicBezTo>
                    <a:pt x="57027" y="30760"/>
                    <a:pt x="52675" y="31369"/>
                    <a:pt x="48454" y="31740"/>
                  </a:cubicBezTo>
                  <a:cubicBezTo>
                    <a:pt x="43892" y="32141"/>
                    <a:pt x="39422" y="32342"/>
                    <a:pt x="35069" y="32342"/>
                  </a:cubicBezTo>
                  <a:cubicBezTo>
                    <a:pt x="29883" y="32342"/>
                    <a:pt x="24864" y="32057"/>
                    <a:pt x="20053" y="31489"/>
                  </a:cubicBezTo>
                  <a:cubicBezTo>
                    <a:pt x="13535" y="30716"/>
                    <a:pt x="6875" y="29326"/>
                    <a:pt x="259" y="27354"/>
                  </a:cubicBezTo>
                  <a:lnTo>
                    <a:pt x="1" y="27277"/>
                  </a:lnTo>
                  <a:lnTo>
                    <a:pt x="1" y="45491"/>
                  </a:lnTo>
                  <a:cubicBezTo>
                    <a:pt x="1" y="47809"/>
                    <a:pt x="1508" y="49694"/>
                    <a:pt x="3363" y="49694"/>
                  </a:cubicBezTo>
                  <a:lnTo>
                    <a:pt x="54879" y="49694"/>
                  </a:lnTo>
                  <a:lnTo>
                    <a:pt x="54936" y="49585"/>
                  </a:lnTo>
                  <a:cubicBezTo>
                    <a:pt x="57983" y="43837"/>
                    <a:pt x="61975" y="39163"/>
                    <a:pt x="66481" y="36064"/>
                  </a:cubicBezTo>
                  <a:cubicBezTo>
                    <a:pt x="72751" y="31752"/>
                    <a:pt x="79791" y="30597"/>
                    <a:pt x="86599" y="29479"/>
                  </a:cubicBezTo>
                  <a:cubicBezTo>
                    <a:pt x="88267" y="29206"/>
                    <a:pt x="89993" y="28921"/>
                    <a:pt x="91683" y="28597"/>
                  </a:cubicBezTo>
                  <a:cubicBezTo>
                    <a:pt x="95554" y="27852"/>
                    <a:pt x="98882" y="26914"/>
                    <a:pt x="101852" y="25732"/>
                  </a:cubicBezTo>
                  <a:cubicBezTo>
                    <a:pt x="104477" y="24689"/>
                    <a:pt x="107747" y="23089"/>
                    <a:pt x="109769" y="19968"/>
                  </a:cubicBezTo>
                  <a:cubicBezTo>
                    <a:pt x="111389" y="17466"/>
                    <a:pt x="111791" y="14724"/>
                    <a:pt x="110961" y="11820"/>
                  </a:cubicBezTo>
                  <a:cubicBezTo>
                    <a:pt x="109585" y="7016"/>
                    <a:pt x="105018" y="2695"/>
                    <a:pt x="101216" y="909"/>
                  </a:cubicBezTo>
                  <a:cubicBezTo>
                    <a:pt x="99874" y="279"/>
                    <a:pt x="98573" y="1"/>
                    <a:pt x="973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1"/>
            <p:cNvSpPr/>
            <p:nvPr/>
          </p:nvSpPr>
          <p:spPr>
            <a:xfrm>
              <a:off x="2768223" y="4443454"/>
              <a:ext cx="4335456" cy="728679"/>
            </a:xfrm>
            <a:custGeom>
              <a:rect b="b" l="l" r="r" t="t"/>
              <a:pathLst>
                <a:path extrusionOk="0" h="18209" w="108339">
                  <a:moveTo>
                    <a:pt x="27698" y="402"/>
                  </a:moveTo>
                  <a:cubicBezTo>
                    <a:pt x="32888" y="402"/>
                    <a:pt x="38022" y="2124"/>
                    <a:pt x="42576" y="3656"/>
                  </a:cubicBezTo>
                  <a:cubicBezTo>
                    <a:pt x="47416" y="5283"/>
                    <a:pt x="52582" y="6948"/>
                    <a:pt x="57857" y="7844"/>
                  </a:cubicBezTo>
                  <a:cubicBezTo>
                    <a:pt x="62292" y="8597"/>
                    <a:pt x="66755" y="8977"/>
                    <a:pt x="71177" y="8977"/>
                  </a:cubicBezTo>
                  <a:cubicBezTo>
                    <a:pt x="72693" y="8977"/>
                    <a:pt x="74204" y="8932"/>
                    <a:pt x="75707" y="8843"/>
                  </a:cubicBezTo>
                  <a:cubicBezTo>
                    <a:pt x="78578" y="8671"/>
                    <a:pt x="81363" y="8335"/>
                    <a:pt x="83983" y="7841"/>
                  </a:cubicBezTo>
                  <a:cubicBezTo>
                    <a:pt x="84740" y="7698"/>
                    <a:pt x="85506" y="7531"/>
                    <a:pt x="86246" y="7371"/>
                  </a:cubicBezTo>
                  <a:cubicBezTo>
                    <a:pt x="87567" y="7085"/>
                    <a:pt x="88932" y="6788"/>
                    <a:pt x="90288" y="6616"/>
                  </a:cubicBezTo>
                  <a:cubicBezTo>
                    <a:pt x="91569" y="6455"/>
                    <a:pt x="92767" y="6374"/>
                    <a:pt x="93889" y="6374"/>
                  </a:cubicBezTo>
                  <a:cubicBezTo>
                    <a:pt x="97369" y="6374"/>
                    <a:pt x="100126" y="7157"/>
                    <a:pt x="102405" y="8765"/>
                  </a:cubicBezTo>
                  <a:cubicBezTo>
                    <a:pt x="104715" y="10399"/>
                    <a:pt x="107752" y="14521"/>
                    <a:pt x="107336" y="17804"/>
                  </a:cubicBezTo>
                  <a:lnTo>
                    <a:pt x="2840" y="17804"/>
                  </a:lnTo>
                  <a:cubicBezTo>
                    <a:pt x="2038" y="16930"/>
                    <a:pt x="1495" y="16015"/>
                    <a:pt x="1180" y="15011"/>
                  </a:cubicBezTo>
                  <a:cubicBezTo>
                    <a:pt x="328" y="12292"/>
                    <a:pt x="1140" y="8835"/>
                    <a:pt x="2950" y="7464"/>
                  </a:cubicBezTo>
                  <a:cubicBezTo>
                    <a:pt x="4188" y="6527"/>
                    <a:pt x="5746" y="6255"/>
                    <a:pt x="7263" y="6255"/>
                  </a:cubicBezTo>
                  <a:cubicBezTo>
                    <a:pt x="8508" y="6255"/>
                    <a:pt x="9724" y="6438"/>
                    <a:pt x="10713" y="6586"/>
                  </a:cubicBezTo>
                  <a:cubicBezTo>
                    <a:pt x="13555" y="7015"/>
                    <a:pt x="16398" y="7815"/>
                    <a:pt x="19148" y="8591"/>
                  </a:cubicBezTo>
                  <a:cubicBezTo>
                    <a:pt x="20420" y="8950"/>
                    <a:pt x="21733" y="9320"/>
                    <a:pt x="23031" y="9648"/>
                  </a:cubicBezTo>
                  <a:cubicBezTo>
                    <a:pt x="23892" y="9867"/>
                    <a:pt x="24772" y="10044"/>
                    <a:pt x="25624" y="10217"/>
                  </a:cubicBezTo>
                  <a:cubicBezTo>
                    <a:pt x="26578" y="10410"/>
                    <a:pt x="27561" y="10610"/>
                    <a:pt x="28520" y="10866"/>
                  </a:cubicBezTo>
                  <a:cubicBezTo>
                    <a:pt x="29266" y="11066"/>
                    <a:pt x="30023" y="11287"/>
                    <a:pt x="30753" y="11502"/>
                  </a:cubicBezTo>
                  <a:cubicBezTo>
                    <a:pt x="31592" y="11746"/>
                    <a:pt x="32458" y="12000"/>
                    <a:pt x="33317" y="12223"/>
                  </a:cubicBezTo>
                  <a:lnTo>
                    <a:pt x="33467" y="12263"/>
                  </a:lnTo>
                  <a:cubicBezTo>
                    <a:pt x="34991" y="12659"/>
                    <a:pt x="36728" y="13111"/>
                    <a:pt x="38421" y="13111"/>
                  </a:cubicBezTo>
                  <a:cubicBezTo>
                    <a:pt x="39680" y="13111"/>
                    <a:pt x="40914" y="12861"/>
                    <a:pt x="42017" y="12152"/>
                  </a:cubicBezTo>
                  <a:cubicBezTo>
                    <a:pt x="42247" y="12003"/>
                    <a:pt x="42254" y="11687"/>
                    <a:pt x="42130" y="11480"/>
                  </a:cubicBezTo>
                  <a:cubicBezTo>
                    <a:pt x="39927" y="7838"/>
                    <a:pt x="35420" y="7355"/>
                    <a:pt x="32131" y="7002"/>
                  </a:cubicBezTo>
                  <a:cubicBezTo>
                    <a:pt x="30552" y="6834"/>
                    <a:pt x="28936" y="6794"/>
                    <a:pt x="27373" y="6755"/>
                  </a:cubicBezTo>
                  <a:cubicBezTo>
                    <a:pt x="24971" y="6694"/>
                    <a:pt x="22485" y="6634"/>
                    <a:pt x="20094" y="6098"/>
                  </a:cubicBezTo>
                  <a:lnTo>
                    <a:pt x="19861" y="6045"/>
                  </a:lnTo>
                  <a:cubicBezTo>
                    <a:pt x="19174" y="5899"/>
                    <a:pt x="18323" y="5715"/>
                    <a:pt x="17845" y="5185"/>
                  </a:cubicBezTo>
                  <a:cubicBezTo>
                    <a:pt x="17683" y="5000"/>
                    <a:pt x="17613" y="4809"/>
                    <a:pt x="17637" y="4599"/>
                  </a:cubicBezTo>
                  <a:cubicBezTo>
                    <a:pt x="17720" y="3886"/>
                    <a:pt x="18816" y="3119"/>
                    <a:pt x="19284" y="2791"/>
                  </a:cubicBezTo>
                  <a:lnTo>
                    <a:pt x="19370" y="2730"/>
                  </a:lnTo>
                  <a:cubicBezTo>
                    <a:pt x="21382" y="1313"/>
                    <a:pt x="23882" y="535"/>
                    <a:pt x="26803" y="420"/>
                  </a:cubicBezTo>
                  <a:cubicBezTo>
                    <a:pt x="27101" y="408"/>
                    <a:pt x="27399" y="402"/>
                    <a:pt x="27698" y="402"/>
                  </a:cubicBezTo>
                  <a:close/>
                  <a:moveTo>
                    <a:pt x="27716" y="0"/>
                  </a:moveTo>
                  <a:cubicBezTo>
                    <a:pt x="27408" y="0"/>
                    <a:pt x="27101" y="6"/>
                    <a:pt x="26793" y="18"/>
                  </a:cubicBezTo>
                  <a:cubicBezTo>
                    <a:pt x="23792" y="137"/>
                    <a:pt x="21220" y="940"/>
                    <a:pt x="19143" y="2401"/>
                  </a:cubicBezTo>
                  <a:lnTo>
                    <a:pt x="19057" y="2461"/>
                  </a:lnTo>
                  <a:cubicBezTo>
                    <a:pt x="18500" y="2850"/>
                    <a:pt x="17342" y="3659"/>
                    <a:pt x="17241" y="4552"/>
                  </a:cubicBezTo>
                  <a:cubicBezTo>
                    <a:pt x="17204" y="4879"/>
                    <a:pt x="17307" y="5183"/>
                    <a:pt x="17550" y="5452"/>
                  </a:cubicBezTo>
                  <a:cubicBezTo>
                    <a:pt x="18114" y="6081"/>
                    <a:pt x="19037" y="6279"/>
                    <a:pt x="19779" y="6438"/>
                  </a:cubicBezTo>
                  <a:lnTo>
                    <a:pt x="20009" y="6488"/>
                  </a:lnTo>
                  <a:cubicBezTo>
                    <a:pt x="22436" y="7034"/>
                    <a:pt x="24942" y="7095"/>
                    <a:pt x="27366" y="7155"/>
                  </a:cubicBezTo>
                  <a:cubicBezTo>
                    <a:pt x="28920" y="7194"/>
                    <a:pt x="30528" y="7234"/>
                    <a:pt x="32089" y="7401"/>
                  </a:cubicBezTo>
                  <a:cubicBezTo>
                    <a:pt x="35297" y="7744"/>
                    <a:pt x="39689" y="8215"/>
                    <a:pt x="41788" y="11686"/>
                  </a:cubicBezTo>
                  <a:cubicBezTo>
                    <a:pt x="41818" y="11736"/>
                    <a:pt x="41813" y="11800"/>
                    <a:pt x="41803" y="11810"/>
                  </a:cubicBezTo>
                  <a:cubicBezTo>
                    <a:pt x="40777" y="12469"/>
                    <a:pt x="39614" y="12703"/>
                    <a:pt x="38419" y="12703"/>
                  </a:cubicBezTo>
                  <a:cubicBezTo>
                    <a:pt x="36773" y="12703"/>
                    <a:pt x="35066" y="12260"/>
                    <a:pt x="33571" y="11872"/>
                  </a:cubicBezTo>
                  <a:lnTo>
                    <a:pt x="33421" y="11832"/>
                  </a:lnTo>
                  <a:cubicBezTo>
                    <a:pt x="32568" y="11613"/>
                    <a:pt x="31706" y="11359"/>
                    <a:pt x="30871" y="11114"/>
                  </a:cubicBezTo>
                  <a:cubicBezTo>
                    <a:pt x="30136" y="10900"/>
                    <a:pt x="29377" y="10677"/>
                    <a:pt x="28627" y="10477"/>
                  </a:cubicBezTo>
                  <a:cubicBezTo>
                    <a:pt x="27659" y="10217"/>
                    <a:pt x="26667" y="10017"/>
                    <a:pt x="25708" y="9823"/>
                  </a:cubicBezTo>
                  <a:cubicBezTo>
                    <a:pt x="24862" y="9650"/>
                    <a:pt x="23985" y="9473"/>
                    <a:pt x="23133" y="9257"/>
                  </a:cubicBezTo>
                  <a:cubicBezTo>
                    <a:pt x="21840" y="8930"/>
                    <a:pt x="20529" y="8560"/>
                    <a:pt x="19261" y="8202"/>
                  </a:cubicBezTo>
                  <a:cubicBezTo>
                    <a:pt x="16498" y="7424"/>
                    <a:pt x="13642" y="6619"/>
                    <a:pt x="10776" y="6188"/>
                  </a:cubicBezTo>
                  <a:cubicBezTo>
                    <a:pt x="9769" y="6036"/>
                    <a:pt x="8534" y="5850"/>
                    <a:pt x="7263" y="5850"/>
                  </a:cubicBezTo>
                  <a:cubicBezTo>
                    <a:pt x="5677" y="5850"/>
                    <a:pt x="4036" y="6139"/>
                    <a:pt x="2711" y="7142"/>
                  </a:cubicBezTo>
                  <a:cubicBezTo>
                    <a:pt x="579" y="8757"/>
                    <a:pt x="1" y="12576"/>
                    <a:pt x="798" y="15131"/>
                  </a:cubicBezTo>
                  <a:cubicBezTo>
                    <a:pt x="1138" y="16218"/>
                    <a:pt x="1730" y="17203"/>
                    <a:pt x="2606" y="18144"/>
                  </a:cubicBezTo>
                  <a:lnTo>
                    <a:pt x="2666" y="18209"/>
                  </a:lnTo>
                  <a:lnTo>
                    <a:pt x="107680" y="18209"/>
                  </a:lnTo>
                  <a:lnTo>
                    <a:pt x="107713" y="18040"/>
                  </a:lnTo>
                  <a:cubicBezTo>
                    <a:pt x="108339" y="14231"/>
                    <a:pt x="104720" y="9907"/>
                    <a:pt x="102642" y="8438"/>
                  </a:cubicBezTo>
                  <a:cubicBezTo>
                    <a:pt x="100295" y="6780"/>
                    <a:pt x="97465" y="5972"/>
                    <a:pt x="93901" y="5972"/>
                  </a:cubicBezTo>
                  <a:cubicBezTo>
                    <a:pt x="92759" y="5972"/>
                    <a:pt x="91543" y="6055"/>
                    <a:pt x="90243" y="6219"/>
                  </a:cubicBezTo>
                  <a:cubicBezTo>
                    <a:pt x="88870" y="6392"/>
                    <a:pt x="87495" y="6691"/>
                    <a:pt x="86166" y="6979"/>
                  </a:cubicBezTo>
                  <a:cubicBezTo>
                    <a:pt x="85428" y="7141"/>
                    <a:pt x="84666" y="7307"/>
                    <a:pt x="83913" y="7448"/>
                  </a:cubicBezTo>
                  <a:cubicBezTo>
                    <a:pt x="81310" y="7937"/>
                    <a:pt x="78543" y="8272"/>
                    <a:pt x="75687" y="8443"/>
                  </a:cubicBezTo>
                  <a:cubicBezTo>
                    <a:pt x="74193" y="8531"/>
                    <a:pt x="72692" y="8575"/>
                    <a:pt x="71186" y="8575"/>
                  </a:cubicBezTo>
                  <a:cubicBezTo>
                    <a:pt x="66784" y="8575"/>
                    <a:pt x="62342" y="8199"/>
                    <a:pt x="57928" y="7448"/>
                  </a:cubicBezTo>
                  <a:cubicBezTo>
                    <a:pt x="52682" y="6556"/>
                    <a:pt x="47532" y="4898"/>
                    <a:pt x="42708" y="3276"/>
                  </a:cubicBezTo>
                  <a:cubicBezTo>
                    <a:pt x="38128" y="1734"/>
                    <a:pt x="32975" y="0"/>
                    <a:pt x="27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11"/>
            <p:cNvSpPr/>
            <p:nvPr/>
          </p:nvSpPr>
          <p:spPr>
            <a:xfrm>
              <a:off x="4932235" y="3608718"/>
              <a:ext cx="4348422" cy="1563444"/>
            </a:xfrm>
            <a:custGeom>
              <a:rect b="b" l="l" r="r" t="t"/>
              <a:pathLst>
                <a:path extrusionOk="0" h="39069" w="108663">
                  <a:moveTo>
                    <a:pt x="46151" y="403"/>
                  </a:moveTo>
                  <a:cubicBezTo>
                    <a:pt x="46500" y="403"/>
                    <a:pt x="46847" y="405"/>
                    <a:pt x="47194" y="409"/>
                  </a:cubicBezTo>
                  <a:cubicBezTo>
                    <a:pt x="60555" y="576"/>
                    <a:pt x="71907" y="4288"/>
                    <a:pt x="80932" y="11441"/>
                  </a:cubicBezTo>
                  <a:cubicBezTo>
                    <a:pt x="84958" y="14633"/>
                    <a:pt x="88903" y="18201"/>
                    <a:pt x="92718" y="21653"/>
                  </a:cubicBezTo>
                  <a:cubicBezTo>
                    <a:pt x="94523" y="23286"/>
                    <a:pt x="96389" y="24974"/>
                    <a:pt x="98238" y="26600"/>
                  </a:cubicBezTo>
                  <a:cubicBezTo>
                    <a:pt x="101177" y="29181"/>
                    <a:pt x="104663" y="32202"/>
                    <a:pt x="108257" y="35034"/>
                  </a:cubicBezTo>
                  <a:cubicBezTo>
                    <a:pt x="108185" y="37046"/>
                    <a:pt x="106877" y="38663"/>
                    <a:pt x="105303" y="38663"/>
                  </a:cubicBezTo>
                  <a:lnTo>
                    <a:pt x="95006" y="38663"/>
                  </a:lnTo>
                  <a:cubicBezTo>
                    <a:pt x="94337" y="37862"/>
                    <a:pt x="93741" y="37110"/>
                    <a:pt x="93190" y="36368"/>
                  </a:cubicBezTo>
                  <a:cubicBezTo>
                    <a:pt x="91738" y="34415"/>
                    <a:pt x="90482" y="32209"/>
                    <a:pt x="89268" y="30076"/>
                  </a:cubicBezTo>
                  <a:cubicBezTo>
                    <a:pt x="88255" y="28296"/>
                    <a:pt x="87207" y="26455"/>
                    <a:pt x="86046" y="24761"/>
                  </a:cubicBezTo>
                  <a:cubicBezTo>
                    <a:pt x="84901" y="23090"/>
                    <a:pt x="83654" y="21394"/>
                    <a:pt x="82109" y="20589"/>
                  </a:cubicBezTo>
                  <a:cubicBezTo>
                    <a:pt x="81766" y="20411"/>
                    <a:pt x="81285" y="20282"/>
                    <a:pt x="80790" y="20282"/>
                  </a:cubicBezTo>
                  <a:cubicBezTo>
                    <a:pt x="80446" y="20282"/>
                    <a:pt x="80095" y="20344"/>
                    <a:pt x="79779" y="20494"/>
                  </a:cubicBezTo>
                  <a:cubicBezTo>
                    <a:pt x="79253" y="20744"/>
                    <a:pt x="78909" y="21200"/>
                    <a:pt x="78784" y="21809"/>
                  </a:cubicBezTo>
                  <a:cubicBezTo>
                    <a:pt x="78479" y="23295"/>
                    <a:pt x="79725" y="24879"/>
                    <a:pt x="80550" y="25925"/>
                  </a:cubicBezTo>
                  <a:cubicBezTo>
                    <a:pt x="80666" y="26074"/>
                    <a:pt x="80775" y="26210"/>
                    <a:pt x="80868" y="26335"/>
                  </a:cubicBezTo>
                  <a:cubicBezTo>
                    <a:pt x="81946" y="27764"/>
                    <a:pt x="82835" y="29354"/>
                    <a:pt x="83661" y="31345"/>
                  </a:cubicBezTo>
                  <a:cubicBezTo>
                    <a:pt x="84287" y="32848"/>
                    <a:pt x="85364" y="35767"/>
                    <a:pt x="85660" y="38663"/>
                  </a:cubicBezTo>
                  <a:lnTo>
                    <a:pt x="76327" y="38663"/>
                  </a:lnTo>
                  <a:cubicBezTo>
                    <a:pt x="76685" y="34328"/>
                    <a:pt x="75134" y="29497"/>
                    <a:pt x="72336" y="26295"/>
                  </a:cubicBezTo>
                  <a:cubicBezTo>
                    <a:pt x="70016" y="23636"/>
                    <a:pt x="66829" y="21619"/>
                    <a:pt x="62597" y="20130"/>
                  </a:cubicBezTo>
                  <a:cubicBezTo>
                    <a:pt x="58968" y="18853"/>
                    <a:pt x="54987" y="18071"/>
                    <a:pt x="50066" y="17668"/>
                  </a:cubicBezTo>
                  <a:cubicBezTo>
                    <a:pt x="47919" y="17494"/>
                    <a:pt x="45723" y="17407"/>
                    <a:pt x="43437" y="17407"/>
                  </a:cubicBezTo>
                  <a:cubicBezTo>
                    <a:pt x="41731" y="17407"/>
                    <a:pt x="39974" y="17455"/>
                    <a:pt x="38150" y="17552"/>
                  </a:cubicBezTo>
                  <a:cubicBezTo>
                    <a:pt x="34341" y="17757"/>
                    <a:pt x="31394" y="18197"/>
                    <a:pt x="28604" y="18985"/>
                  </a:cubicBezTo>
                  <a:cubicBezTo>
                    <a:pt x="27525" y="19288"/>
                    <a:pt x="26448" y="19608"/>
                    <a:pt x="25369" y="19927"/>
                  </a:cubicBezTo>
                  <a:cubicBezTo>
                    <a:pt x="21997" y="20924"/>
                    <a:pt x="18511" y="21956"/>
                    <a:pt x="15020" y="22506"/>
                  </a:cubicBezTo>
                  <a:cubicBezTo>
                    <a:pt x="13538" y="22740"/>
                    <a:pt x="11993" y="22922"/>
                    <a:pt x="10477" y="22922"/>
                  </a:cubicBezTo>
                  <a:cubicBezTo>
                    <a:pt x="7660" y="22922"/>
                    <a:pt x="4942" y="22294"/>
                    <a:pt x="2908" y="20201"/>
                  </a:cubicBezTo>
                  <a:cubicBezTo>
                    <a:pt x="2318" y="19594"/>
                    <a:pt x="445" y="17417"/>
                    <a:pt x="1110" y="14892"/>
                  </a:cubicBezTo>
                  <a:cubicBezTo>
                    <a:pt x="1609" y="13004"/>
                    <a:pt x="3139" y="11676"/>
                    <a:pt x="4417" y="10728"/>
                  </a:cubicBezTo>
                  <a:cubicBezTo>
                    <a:pt x="7502" y="8442"/>
                    <a:pt x="11094" y="7120"/>
                    <a:pt x="14506" y="5962"/>
                  </a:cubicBezTo>
                  <a:cubicBezTo>
                    <a:pt x="25380" y="2272"/>
                    <a:pt x="36012" y="403"/>
                    <a:pt x="46151" y="403"/>
                  </a:cubicBezTo>
                  <a:close/>
                  <a:moveTo>
                    <a:pt x="46184" y="0"/>
                  </a:moveTo>
                  <a:cubicBezTo>
                    <a:pt x="35995" y="0"/>
                    <a:pt x="25302" y="1873"/>
                    <a:pt x="14376" y="5582"/>
                  </a:cubicBezTo>
                  <a:cubicBezTo>
                    <a:pt x="10932" y="6749"/>
                    <a:pt x="7309" y="8083"/>
                    <a:pt x="4175" y="10405"/>
                  </a:cubicBezTo>
                  <a:cubicBezTo>
                    <a:pt x="2845" y="11391"/>
                    <a:pt x="1250" y="12780"/>
                    <a:pt x="720" y="14790"/>
                  </a:cubicBezTo>
                  <a:cubicBezTo>
                    <a:pt x="0" y="17521"/>
                    <a:pt x="1992" y="19837"/>
                    <a:pt x="2618" y="20484"/>
                  </a:cubicBezTo>
                  <a:cubicBezTo>
                    <a:pt x="4745" y="22672"/>
                    <a:pt x="7559" y="23326"/>
                    <a:pt x="10464" y="23326"/>
                  </a:cubicBezTo>
                  <a:cubicBezTo>
                    <a:pt x="12008" y="23326"/>
                    <a:pt x="13578" y="23141"/>
                    <a:pt x="15083" y="22903"/>
                  </a:cubicBezTo>
                  <a:cubicBezTo>
                    <a:pt x="18599" y="22350"/>
                    <a:pt x="22098" y="21314"/>
                    <a:pt x="25483" y="20314"/>
                  </a:cubicBezTo>
                  <a:cubicBezTo>
                    <a:pt x="26558" y="19996"/>
                    <a:pt x="27635" y="19678"/>
                    <a:pt x="28713" y="19374"/>
                  </a:cubicBezTo>
                  <a:cubicBezTo>
                    <a:pt x="31476" y="18595"/>
                    <a:pt x="34392" y="18158"/>
                    <a:pt x="38171" y="17957"/>
                  </a:cubicBezTo>
                  <a:cubicBezTo>
                    <a:pt x="39992" y="17859"/>
                    <a:pt x="41744" y="17811"/>
                    <a:pt x="43446" y="17811"/>
                  </a:cubicBezTo>
                  <a:cubicBezTo>
                    <a:pt x="45718" y="17811"/>
                    <a:pt x="47900" y="17898"/>
                    <a:pt x="50034" y="18072"/>
                  </a:cubicBezTo>
                  <a:cubicBezTo>
                    <a:pt x="54919" y="18471"/>
                    <a:pt x="58869" y="19245"/>
                    <a:pt x="62464" y="20513"/>
                  </a:cubicBezTo>
                  <a:cubicBezTo>
                    <a:pt x="66629" y="21980"/>
                    <a:pt x="69761" y="23959"/>
                    <a:pt x="72035" y="26564"/>
                  </a:cubicBezTo>
                  <a:cubicBezTo>
                    <a:pt x="74808" y="29740"/>
                    <a:pt x="76328" y="34562"/>
                    <a:pt x="75907" y="38847"/>
                  </a:cubicBezTo>
                  <a:lnTo>
                    <a:pt x="75885" y="39069"/>
                  </a:lnTo>
                  <a:lnTo>
                    <a:pt x="86103" y="39069"/>
                  </a:lnTo>
                  <a:lnTo>
                    <a:pt x="86083" y="38849"/>
                  </a:lnTo>
                  <a:cubicBezTo>
                    <a:pt x="85816" y="35827"/>
                    <a:pt x="84685" y="32755"/>
                    <a:pt x="84035" y="31193"/>
                  </a:cubicBezTo>
                  <a:cubicBezTo>
                    <a:pt x="83194" y="29170"/>
                    <a:pt x="82289" y="27550"/>
                    <a:pt x="81192" y="26094"/>
                  </a:cubicBezTo>
                  <a:cubicBezTo>
                    <a:pt x="81095" y="25968"/>
                    <a:pt x="80986" y="25829"/>
                    <a:pt x="80868" y="25679"/>
                  </a:cubicBezTo>
                  <a:cubicBezTo>
                    <a:pt x="80089" y="24692"/>
                    <a:pt x="78913" y="23196"/>
                    <a:pt x="79180" y="21893"/>
                  </a:cubicBezTo>
                  <a:cubicBezTo>
                    <a:pt x="79280" y="21406"/>
                    <a:pt x="79542" y="21057"/>
                    <a:pt x="79953" y="20860"/>
                  </a:cubicBezTo>
                  <a:cubicBezTo>
                    <a:pt x="80215" y="20736"/>
                    <a:pt x="80506" y="20684"/>
                    <a:pt x="80793" y="20684"/>
                  </a:cubicBezTo>
                  <a:cubicBezTo>
                    <a:pt x="81216" y="20684"/>
                    <a:pt x="81630" y="20796"/>
                    <a:pt x="81925" y="20950"/>
                  </a:cubicBezTo>
                  <a:cubicBezTo>
                    <a:pt x="83388" y="21710"/>
                    <a:pt x="84600" y="23365"/>
                    <a:pt x="85716" y="24991"/>
                  </a:cubicBezTo>
                  <a:cubicBezTo>
                    <a:pt x="86867" y="26672"/>
                    <a:pt x="87910" y="28506"/>
                    <a:pt x="88919" y="30277"/>
                  </a:cubicBezTo>
                  <a:cubicBezTo>
                    <a:pt x="90139" y="32421"/>
                    <a:pt x="91401" y="34638"/>
                    <a:pt x="92868" y="36611"/>
                  </a:cubicBezTo>
                  <a:cubicBezTo>
                    <a:pt x="93440" y="37380"/>
                    <a:pt x="94059" y="38160"/>
                    <a:pt x="94759" y="38996"/>
                  </a:cubicBezTo>
                  <a:lnTo>
                    <a:pt x="94819" y="39068"/>
                  </a:lnTo>
                  <a:lnTo>
                    <a:pt x="105303" y="39068"/>
                  </a:lnTo>
                  <a:cubicBezTo>
                    <a:pt x="107121" y="39068"/>
                    <a:pt x="108627" y="37217"/>
                    <a:pt x="108661" y="34947"/>
                  </a:cubicBezTo>
                  <a:lnTo>
                    <a:pt x="108663" y="34847"/>
                  </a:lnTo>
                  <a:lnTo>
                    <a:pt x="108584" y="34784"/>
                  </a:lnTo>
                  <a:cubicBezTo>
                    <a:pt x="104971" y="31939"/>
                    <a:pt x="101460" y="28897"/>
                    <a:pt x="98502" y="26300"/>
                  </a:cubicBezTo>
                  <a:cubicBezTo>
                    <a:pt x="96655" y="24675"/>
                    <a:pt x="94790" y="22989"/>
                    <a:pt x="92987" y="21357"/>
                  </a:cubicBezTo>
                  <a:cubicBezTo>
                    <a:pt x="89168" y="17899"/>
                    <a:pt x="85217" y="14326"/>
                    <a:pt x="81181" y="11127"/>
                  </a:cubicBezTo>
                  <a:cubicBezTo>
                    <a:pt x="72085" y="3918"/>
                    <a:pt x="60650" y="176"/>
                    <a:pt x="47197" y="6"/>
                  </a:cubicBezTo>
                  <a:cubicBezTo>
                    <a:pt x="46860" y="2"/>
                    <a:pt x="46522" y="0"/>
                    <a:pt x="46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11"/>
            <p:cNvSpPr/>
            <p:nvPr/>
          </p:nvSpPr>
          <p:spPr>
            <a:xfrm>
              <a:off x="5065015" y="-2406714"/>
              <a:ext cx="4355665" cy="807744"/>
            </a:xfrm>
            <a:custGeom>
              <a:rect b="b" l="l" r="r" t="t"/>
              <a:pathLst>
                <a:path extrusionOk="0" h="28164" w="108844">
                  <a:moveTo>
                    <a:pt x="105484" y="409"/>
                  </a:moveTo>
                  <a:cubicBezTo>
                    <a:pt x="107116" y="409"/>
                    <a:pt x="108443" y="2114"/>
                    <a:pt x="108443" y="4208"/>
                  </a:cubicBezTo>
                  <a:lnTo>
                    <a:pt x="108443" y="9441"/>
                  </a:lnTo>
                  <a:cubicBezTo>
                    <a:pt x="107791" y="9431"/>
                    <a:pt x="107138" y="9426"/>
                    <a:pt x="106485" y="9426"/>
                  </a:cubicBezTo>
                  <a:cubicBezTo>
                    <a:pt x="96929" y="9426"/>
                    <a:pt x="87281" y="10461"/>
                    <a:pt x="77432" y="11618"/>
                  </a:cubicBezTo>
                  <a:lnTo>
                    <a:pt x="74438" y="11967"/>
                  </a:lnTo>
                  <a:cubicBezTo>
                    <a:pt x="68077" y="12707"/>
                    <a:pt x="61497" y="13471"/>
                    <a:pt x="55052" y="14524"/>
                  </a:cubicBezTo>
                  <a:cubicBezTo>
                    <a:pt x="50937" y="15196"/>
                    <a:pt x="47239" y="15919"/>
                    <a:pt x="43750" y="16739"/>
                  </a:cubicBezTo>
                  <a:cubicBezTo>
                    <a:pt x="39671" y="17698"/>
                    <a:pt x="36280" y="18535"/>
                    <a:pt x="32894" y="19868"/>
                  </a:cubicBezTo>
                  <a:cubicBezTo>
                    <a:pt x="30642" y="20754"/>
                    <a:pt x="28443" y="21986"/>
                    <a:pt x="26315" y="23179"/>
                  </a:cubicBezTo>
                  <a:cubicBezTo>
                    <a:pt x="22603" y="25262"/>
                    <a:pt x="18761" y="27414"/>
                    <a:pt x="14582" y="27728"/>
                  </a:cubicBezTo>
                  <a:cubicBezTo>
                    <a:pt x="14284" y="27750"/>
                    <a:pt x="13983" y="27761"/>
                    <a:pt x="13680" y="27761"/>
                  </a:cubicBezTo>
                  <a:cubicBezTo>
                    <a:pt x="8600" y="27761"/>
                    <a:pt x="3011" y="24606"/>
                    <a:pt x="1265" y="17265"/>
                  </a:cubicBezTo>
                  <a:cubicBezTo>
                    <a:pt x="424" y="13728"/>
                    <a:pt x="774" y="10998"/>
                    <a:pt x="2304" y="9148"/>
                  </a:cubicBezTo>
                  <a:cubicBezTo>
                    <a:pt x="3847" y="7282"/>
                    <a:pt x="6123" y="6467"/>
                    <a:pt x="8144" y="5916"/>
                  </a:cubicBezTo>
                  <a:cubicBezTo>
                    <a:pt x="14663" y="4135"/>
                    <a:pt x="21503" y="4060"/>
                    <a:pt x="27536" y="3991"/>
                  </a:cubicBezTo>
                  <a:lnTo>
                    <a:pt x="28284" y="3982"/>
                  </a:lnTo>
                  <a:cubicBezTo>
                    <a:pt x="35338" y="3908"/>
                    <a:pt x="42635" y="3830"/>
                    <a:pt x="49562" y="1411"/>
                  </a:cubicBezTo>
                  <a:cubicBezTo>
                    <a:pt x="50530" y="1072"/>
                    <a:pt x="51303" y="753"/>
                    <a:pt x="51989" y="409"/>
                  </a:cubicBezTo>
                  <a:lnTo>
                    <a:pt x="51989" y="410"/>
                  </a:lnTo>
                  <a:lnTo>
                    <a:pt x="77472" y="410"/>
                  </a:lnTo>
                  <a:cubicBezTo>
                    <a:pt x="75657" y="1022"/>
                    <a:pt x="73845" y="1526"/>
                    <a:pt x="72138" y="1986"/>
                  </a:cubicBezTo>
                  <a:cubicBezTo>
                    <a:pt x="71479" y="2162"/>
                    <a:pt x="70816" y="2334"/>
                    <a:pt x="70156" y="2505"/>
                  </a:cubicBezTo>
                  <a:cubicBezTo>
                    <a:pt x="68329" y="2977"/>
                    <a:pt x="66440" y="3467"/>
                    <a:pt x="64605" y="4082"/>
                  </a:cubicBezTo>
                  <a:cubicBezTo>
                    <a:pt x="61004" y="5291"/>
                    <a:pt x="57124" y="6040"/>
                    <a:pt x="52740" y="6369"/>
                  </a:cubicBezTo>
                  <a:cubicBezTo>
                    <a:pt x="49638" y="6602"/>
                    <a:pt x="46418" y="6602"/>
                    <a:pt x="43304" y="6603"/>
                  </a:cubicBezTo>
                  <a:cubicBezTo>
                    <a:pt x="34965" y="6606"/>
                    <a:pt x="26344" y="6609"/>
                    <a:pt x="18528" y="10955"/>
                  </a:cubicBezTo>
                  <a:cubicBezTo>
                    <a:pt x="14223" y="13350"/>
                    <a:pt x="12644" y="15910"/>
                    <a:pt x="13835" y="18561"/>
                  </a:cubicBezTo>
                  <a:cubicBezTo>
                    <a:pt x="14838" y="20791"/>
                    <a:pt x="17057" y="22107"/>
                    <a:pt x="18813" y="22421"/>
                  </a:cubicBezTo>
                  <a:cubicBezTo>
                    <a:pt x="19239" y="22498"/>
                    <a:pt x="19668" y="22533"/>
                    <a:pt x="20097" y="22533"/>
                  </a:cubicBezTo>
                  <a:cubicBezTo>
                    <a:pt x="22307" y="22533"/>
                    <a:pt x="24513" y="21604"/>
                    <a:pt x="26433" y="20647"/>
                  </a:cubicBezTo>
                  <a:cubicBezTo>
                    <a:pt x="27444" y="20142"/>
                    <a:pt x="28451" y="19561"/>
                    <a:pt x="29427" y="18998"/>
                  </a:cubicBezTo>
                  <a:cubicBezTo>
                    <a:pt x="30955" y="18116"/>
                    <a:pt x="32534" y="17203"/>
                    <a:pt x="34157" y="16576"/>
                  </a:cubicBezTo>
                  <a:cubicBezTo>
                    <a:pt x="37956" y="15106"/>
                    <a:pt x="41874" y="14247"/>
                    <a:pt x="44864" y="13661"/>
                  </a:cubicBezTo>
                  <a:cubicBezTo>
                    <a:pt x="49244" y="12804"/>
                    <a:pt x="53720" y="12190"/>
                    <a:pt x="58050" y="11597"/>
                  </a:cubicBezTo>
                  <a:cubicBezTo>
                    <a:pt x="61146" y="11172"/>
                    <a:pt x="64344" y="10734"/>
                    <a:pt x="67486" y="10209"/>
                  </a:cubicBezTo>
                  <a:cubicBezTo>
                    <a:pt x="71305" y="9572"/>
                    <a:pt x="74827" y="8898"/>
                    <a:pt x="78252" y="8150"/>
                  </a:cubicBezTo>
                  <a:cubicBezTo>
                    <a:pt x="80759" y="7602"/>
                    <a:pt x="84017" y="6743"/>
                    <a:pt x="86995" y="4937"/>
                  </a:cubicBezTo>
                  <a:cubicBezTo>
                    <a:pt x="88677" y="3915"/>
                    <a:pt x="90044" y="2435"/>
                    <a:pt x="91173" y="409"/>
                  </a:cubicBezTo>
                  <a:close/>
                  <a:moveTo>
                    <a:pt x="90934" y="0"/>
                  </a:moveTo>
                  <a:lnTo>
                    <a:pt x="90877" y="105"/>
                  </a:lnTo>
                  <a:cubicBezTo>
                    <a:pt x="89755" y="2148"/>
                    <a:pt x="88458" y="3572"/>
                    <a:pt x="86786" y="4587"/>
                  </a:cubicBezTo>
                  <a:cubicBezTo>
                    <a:pt x="83860" y="6361"/>
                    <a:pt x="80642" y="7209"/>
                    <a:pt x="78166" y="7749"/>
                  </a:cubicBezTo>
                  <a:cubicBezTo>
                    <a:pt x="74747" y="8496"/>
                    <a:pt x="71232" y="9168"/>
                    <a:pt x="67420" y="9804"/>
                  </a:cubicBezTo>
                  <a:cubicBezTo>
                    <a:pt x="64284" y="10326"/>
                    <a:pt x="61086" y="10767"/>
                    <a:pt x="57994" y="11189"/>
                  </a:cubicBezTo>
                  <a:cubicBezTo>
                    <a:pt x="53660" y="11784"/>
                    <a:pt x="49177" y="12398"/>
                    <a:pt x="44787" y="13257"/>
                  </a:cubicBezTo>
                  <a:cubicBezTo>
                    <a:pt x="41781" y="13846"/>
                    <a:pt x="37840" y="14712"/>
                    <a:pt x="34011" y="16192"/>
                  </a:cubicBezTo>
                  <a:cubicBezTo>
                    <a:pt x="32361" y="16832"/>
                    <a:pt x="30768" y="17751"/>
                    <a:pt x="29227" y="18641"/>
                  </a:cubicBezTo>
                  <a:cubicBezTo>
                    <a:pt x="28257" y="19199"/>
                    <a:pt x="27256" y="19778"/>
                    <a:pt x="26252" y="20278"/>
                  </a:cubicBezTo>
                  <a:cubicBezTo>
                    <a:pt x="24377" y="21213"/>
                    <a:pt x="22228" y="22123"/>
                    <a:pt x="20096" y="22123"/>
                  </a:cubicBezTo>
                  <a:cubicBezTo>
                    <a:pt x="19691" y="22123"/>
                    <a:pt x="19286" y="22090"/>
                    <a:pt x="18884" y="22019"/>
                  </a:cubicBezTo>
                  <a:cubicBezTo>
                    <a:pt x="17234" y="21723"/>
                    <a:pt x="15146" y="20485"/>
                    <a:pt x="14203" y="18389"/>
                  </a:cubicBezTo>
                  <a:cubicBezTo>
                    <a:pt x="13112" y="15962"/>
                    <a:pt x="14633" y="13577"/>
                    <a:pt x="18725" y="11302"/>
                  </a:cubicBezTo>
                  <a:cubicBezTo>
                    <a:pt x="26450" y="7006"/>
                    <a:pt x="35017" y="7004"/>
                    <a:pt x="43304" y="7002"/>
                  </a:cubicBezTo>
                  <a:cubicBezTo>
                    <a:pt x="46426" y="7002"/>
                    <a:pt x="49654" y="6999"/>
                    <a:pt x="52770" y="6766"/>
                  </a:cubicBezTo>
                  <a:cubicBezTo>
                    <a:pt x="57188" y="6433"/>
                    <a:pt x="61100" y="5680"/>
                    <a:pt x="64734" y="4460"/>
                  </a:cubicBezTo>
                  <a:cubicBezTo>
                    <a:pt x="66555" y="3847"/>
                    <a:pt x="68437" y="3359"/>
                    <a:pt x="70258" y="2889"/>
                  </a:cubicBezTo>
                  <a:cubicBezTo>
                    <a:pt x="70921" y="2718"/>
                    <a:pt x="71583" y="2546"/>
                    <a:pt x="72244" y="2369"/>
                  </a:cubicBezTo>
                  <a:cubicBezTo>
                    <a:pt x="74310" y="1815"/>
                    <a:pt x="76526" y="1191"/>
                    <a:pt x="78725" y="393"/>
                  </a:cubicBezTo>
                  <a:lnTo>
                    <a:pt x="79801" y="3"/>
                  </a:lnTo>
                  <a:lnTo>
                    <a:pt x="51891" y="3"/>
                  </a:lnTo>
                  <a:lnTo>
                    <a:pt x="51849" y="25"/>
                  </a:lnTo>
                  <a:cubicBezTo>
                    <a:pt x="51168" y="369"/>
                    <a:pt x="50398" y="688"/>
                    <a:pt x="49430" y="1026"/>
                  </a:cubicBezTo>
                  <a:cubicBezTo>
                    <a:pt x="42565" y="3424"/>
                    <a:pt x="35301" y="3502"/>
                    <a:pt x="28279" y="3577"/>
                  </a:cubicBezTo>
                  <a:lnTo>
                    <a:pt x="27530" y="3587"/>
                  </a:lnTo>
                  <a:cubicBezTo>
                    <a:pt x="21472" y="3654"/>
                    <a:pt x="14606" y="3731"/>
                    <a:pt x="8035" y="5524"/>
                  </a:cubicBezTo>
                  <a:cubicBezTo>
                    <a:pt x="5955" y="6091"/>
                    <a:pt x="3608" y="6937"/>
                    <a:pt x="1994" y="8889"/>
                  </a:cubicBezTo>
                  <a:cubicBezTo>
                    <a:pt x="378" y="10842"/>
                    <a:pt x="1" y="13691"/>
                    <a:pt x="872" y="17356"/>
                  </a:cubicBezTo>
                  <a:cubicBezTo>
                    <a:pt x="2415" y="23842"/>
                    <a:pt x="7591" y="28164"/>
                    <a:pt x="13647" y="28164"/>
                  </a:cubicBezTo>
                  <a:cubicBezTo>
                    <a:pt x="13966" y="28164"/>
                    <a:pt x="14287" y="28154"/>
                    <a:pt x="14609" y="28121"/>
                  </a:cubicBezTo>
                  <a:cubicBezTo>
                    <a:pt x="18878" y="27800"/>
                    <a:pt x="22758" y="25623"/>
                    <a:pt x="26511" y="23520"/>
                  </a:cubicBezTo>
                  <a:cubicBezTo>
                    <a:pt x="28626" y="22334"/>
                    <a:pt x="30812" y="21108"/>
                    <a:pt x="33038" y="20233"/>
                  </a:cubicBezTo>
                  <a:cubicBezTo>
                    <a:pt x="36400" y="18911"/>
                    <a:pt x="39775" y="18075"/>
                    <a:pt x="43838" y="17121"/>
                  </a:cubicBezTo>
                  <a:cubicBezTo>
                    <a:pt x="47319" y="16305"/>
                    <a:pt x="51008" y="15582"/>
                    <a:pt x="55113" y="14912"/>
                  </a:cubicBezTo>
                  <a:cubicBezTo>
                    <a:pt x="61550" y="13861"/>
                    <a:pt x="68126" y="13097"/>
                    <a:pt x="74484" y="12357"/>
                  </a:cubicBezTo>
                  <a:lnTo>
                    <a:pt x="77477" y="12010"/>
                  </a:lnTo>
                  <a:cubicBezTo>
                    <a:pt x="87323" y="10854"/>
                    <a:pt x="96973" y="9822"/>
                    <a:pt x="106514" y="9822"/>
                  </a:cubicBezTo>
                  <a:cubicBezTo>
                    <a:pt x="107222" y="9822"/>
                    <a:pt x="107930" y="9827"/>
                    <a:pt x="108637" y="9839"/>
                  </a:cubicBezTo>
                  <a:lnTo>
                    <a:pt x="108843" y="9842"/>
                  </a:lnTo>
                  <a:lnTo>
                    <a:pt x="108843" y="4203"/>
                  </a:lnTo>
                  <a:cubicBezTo>
                    <a:pt x="108843" y="1884"/>
                    <a:pt x="107336" y="0"/>
                    <a:pt x="1054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8" name="Google Shape;308;p11"/>
          <p:cNvSpPr/>
          <p:nvPr/>
        </p:nvSpPr>
        <p:spPr>
          <a:xfrm>
            <a:off x="408250" y="900639"/>
            <a:ext cx="8434200" cy="3330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11"/>
          <p:cNvSpPr/>
          <p:nvPr/>
        </p:nvSpPr>
        <p:spPr>
          <a:xfrm>
            <a:off x="301550" y="800063"/>
            <a:ext cx="8434200" cy="33309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11"/>
          <p:cNvSpPr txBox="1"/>
          <p:nvPr>
            <p:ph hasCustomPrompt="1" type="title"/>
          </p:nvPr>
        </p:nvSpPr>
        <p:spPr>
          <a:xfrm>
            <a:off x="1284000" y="1755725"/>
            <a:ext cx="6576000" cy="10512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3000000" dist="95250">
              <a:schemeClr val="accent6"/>
            </a:outerShdw>
          </a:effectLst>
        </p:spPr>
        <p:txBody>
          <a:bodyPr anchorCtr="0" anchor="b" bIns="91425" lIns="91425" spcFirstLastPara="1" rIns="91425" wrap="square" tIns="91425">
            <a:noAutofit/>
          </a:bodyPr>
          <a:lstStyle>
            <a:lvl1pPr lvl="0" algn="ctr">
              <a:spcBef>
                <a:spcPts val="0"/>
              </a:spcBef>
              <a:spcAft>
                <a:spcPts val="0"/>
              </a:spcAft>
              <a:buSzPts val="9600"/>
              <a:buNone/>
              <a:defRPr sz="54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311" name="Google Shape;311;p11"/>
          <p:cNvSpPr txBox="1"/>
          <p:nvPr>
            <p:ph idx="1" type="subTitle"/>
          </p:nvPr>
        </p:nvSpPr>
        <p:spPr>
          <a:xfrm>
            <a:off x="1284000" y="2959375"/>
            <a:ext cx="6576000" cy="428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160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312" name="Shape 312"/>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bg>
      <p:bgPr>
        <a:solidFill>
          <a:schemeClr val="accent4"/>
        </a:solidFill>
      </p:bgPr>
    </p:bg>
    <p:spTree>
      <p:nvGrpSpPr>
        <p:cNvPr id="313" name="Shape 313"/>
        <p:cNvGrpSpPr/>
        <p:nvPr/>
      </p:nvGrpSpPr>
      <p:grpSpPr>
        <a:xfrm>
          <a:off x="0" y="0"/>
          <a:ext cx="0" cy="0"/>
          <a:chOff x="0" y="0"/>
          <a:chExt cx="0" cy="0"/>
        </a:xfrm>
      </p:grpSpPr>
      <p:grpSp>
        <p:nvGrpSpPr>
          <p:cNvPr id="314" name="Google Shape;314;p13"/>
          <p:cNvGrpSpPr/>
          <p:nvPr/>
        </p:nvGrpSpPr>
        <p:grpSpPr>
          <a:xfrm>
            <a:off x="-97264" y="-2356200"/>
            <a:ext cx="9517944" cy="7737118"/>
            <a:chOff x="-97264" y="-2356200"/>
            <a:chExt cx="9517944" cy="7737118"/>
          </a:xfrm>
        </p:grpSpPr>
        <p:sp>
          <p:nvSpPr>
            <p:cNvPr id="315" name="Google Shape;315;p13"/>
            <p:cNvSpPr/>
            <p:nvPr/>
          </p:nvSpPr>
          <p:spPr>
            <a:xfrm flipH="1" rot="10800000">
              <a:off x="-89101" y="3917310"/>
              <a:ext cx="3985503" cy="848251"/>
            </a:xfrm>
            <a:custGeom>
              <a:rect b="b" l="l" r="r" t="t"/>
              <a:pathLst>
                <a:path extrusionOk="0" h="21197" w="99594">
                  <a:moveTo>
                    <a:pt x="65021" y="0"/>
                  </a:moveTo>
                  <a:cubicBezTo>
                    <a:pt x="64434" y="0"/>
                    <a:pt x="63848" y="10"/>
                    <a:pt x="63260" y="29"/>
                  </a:cubicBezTo>
                  <a:cubicBezTo>
                    <a:pt x="57732" y="207"/>
                    <a:pt x="52245" y="1096"/>
                    <a:pt x="46816" y="2389"/>
                  </a:cubicBezTo>
                  <a:cubicBezTo>
                    <a:pt x="41611" y="3631"/>
                    <a:pt x="36750" y="6060"/>
                    <a:pt x="31830" y="8475"/>
                  </a:cubicBezTo>
                  <a:cubicBezTo>
                    <a:pt x="27244" y="10725"/>
                    <a:pt x="22624" y="12692"/>
                    <a:pt x="17724" y="13463"/>
                  </a:cubicBezTo>
                  <a:cubicBezTo>
                    <a:pt x="15802" y="13765"/>
                    <a:pt x="13860" y="13942"/>
                    <a:pt x="11920" y="13942"/>
                  </a:cubicBezTo>
                  <a:cubicBezTo>
                    <a:pt x="10234" y="13942"/>
                    <a:pt x="8549" y="13808"/>
                    <a:pt x="6879" y="13505"/>
                  </a:cubicBezTo>
                  <a:cubicBezTo>
                    <a:pt x="4515" y="13077"/>
                    <a:pt x="2162" y="12285"/>
                    <a:pt x="0" y="10984"/>
                  </a:cubicBezTo>
                  <a:lnTo>
                    <a:pt x="0" y="18944"/>
                  </a:lnTo>
                  <a:cubicBezTo>
                    <a:pt x="1762" y="19024"/>
                    <a:pt x="3523" y="19075"/>
                    <a:pt x="5283" y="19075"/>
                  </a:cubicBezTo>
                  <a:cubicBezTo>
                    <a:pt x="9227" y="19075"/>
                    <a:pt x="13162" y="18820"/>
                    <a:pt x="17071" y="18072"/>
                  </a:cubicBezTo>
                  <a:cubicBezTo>
                    <a:pt x="21981" y="17133"/>
                    <a:pt x="26589" y="15270"/>
                    <a:pt x="30996" y="12374"/>
                  </a:cubicBezTo>
                  <a:cubicBezTo>
                    <a:pt x="33739" y="10570"/>
                    <a:pt x="36781" y="9886"/>
                    <a:pt x="39837" y="9886"/>
                  </a:cubicBezTo>
                  <a:cubicBezTo>
                    <a:pt x="40660" y="9886"/>
                    <a:pt x="41484" y="9936"/>
                    <a:pt x="42304" y="10026"/>
                  </a:cubicBezTo>
                  <a:cubicBezTo>
                    <a:pt x="50992" y="10985"/>
                    <a:pt x="59004" y="15789"/>
                    <a:pt x="67420" y="18291"/>
                  </a:cubicBezTo>
                  <a:cubicBezTo>
                    <a:pt x="72853" y="19907"/>
                    <a:pt x="78486" y="20812"/>
                    <a:pt x="84058" y="21107"/>
                  </a:cubicBezTo>
                  <a:cubicBezTo>
                    <a:pt x="85055" y="21160"/>
                    <a:pt x="86060" y="21196"/>
                    <a:pt x="87066" y="21196"/>
                  </a:cubicBezTo>
                  <a:cubicBezTo>
                    <a:pt x="89207" y="21196"/>
                    <a:pt x="91355" y="21031"/>
                    <a:pt x="93446" y="20508"/>
                  </a:cubicBezTo>
                  <a:cubicBezTo>
                    <a:pt x="95522" y="19989"/>
                    <a:pt x="98275" y="18989"/>
                    <a:pt x="98894" y="16049"/>
                  </a:cubicBezTo>
                  <a:cubicBezTo>
                    <a:pt x="99594" y="12721"/>
                    <a:pt x="97265" y="10188"/>
                    <a:pt x="95270" y="8623"/>
                  </a:cubicBezTo>
                  <a:cubicBezTo>
                    <a:pt x="92667" y="6581"/>
                    <a:pt x="89709" y="5268"/>
                    <a:pt x="86790" y="4165"/>
                  </a:cubicBezTo>
                  <a:cubicBezTo>
                    <a:pt x="79711" y="1489"/>
                    <a:pt x="72404" y="0"/>
                    <a:pt x="65021"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13"/>
            <p:cNvSpPr/>
            <p:nvPr/>
          </p:nvSpPr>
          <p:spPr>
            <a:xfrm flipH="1" rot="10800000">
              <a:off x="-89221" y="1998098"/>
              <a:ext cx="8386467" cy="1819876"/>
            </a:xfrm>
            <a:custGeom>
              <a:rect b="b" l="l" r="r" t="t"/>
              <a:pathLst>
                <a:path extrusionOk="0" h="45477" w="209570">
                  <a:moveTo>
                    <a:pt x="173399" y="0"/>
                  </a:moveTo>
                  <a:cubicBezTo>
                    <a:pt x="171819" y="0"/>
                    <a:pt x="170239" y="33"/>
                    <a:pt x="168661" y="80"/>
                  </a:cubicBezTo>
                  <a:cubicBezTo>
                    <a:pt x="164324" y="208"/>
                    <a:pt x="160018" y="528"/>
                    <a:pt x="155729" y="1390"/>
                  </a:cubicBezTo>
                  <a:cubicBezTo>
                    <a:pt x="151776" y="2184"/>
                    <a:pt x="147874" y="3386"/>
                    <a:pt x="144099" y="5071"/>
                  </a:cubicBezTo>
                  <a:cubicBezTo>
                    <a:pt x="140139" y="6838"/>
                    <a:pt x="136425" y="9227"/>
                    <a:pt x="132734" y="11745"/>
                  </a:cubicBezTo>
                  <a:cubicBezTo>
                    <a:pt x="125453" y="16714"/>
                    <a:pt x="118372" y="22168"/>
                    <a:pt x="110478" y="25489"/>
                  </a:cubicBezTo>
                  <a:cubicBezTo>
                    <a:pt x="104010" y="28211"/>
                    <a:pt x="97197" y="29287"/>
                    <a:pt x="90399" y="29287"/>
                  </a:cubicBezTo>
                  <a:cubicBezTo>
                    <a:pt x="89168" y="29287"/>
                    <a:pt x="87937" y="29252"/>
                    <a:pt x="86709" y="29185"/>
                  </a:cubicBezTo>
                  <a:cubicBezTo>
                    <a:pt x="70235" y="28285"/>
                    <a:pt x="53959" y="22404"/>
                    <a:pt x="38422" y="15780"/>
                  </a:cubicBezTo>
                  <a:cubicBezTo>
                    <a:pt x="34245" y="13999"/>
                    <a:pt x="30113" y="12729"/>
                    <a:pt x="25697" y="12479"/>
                  </a:cubicBezTo>
                  <a:cubicBezTo>
                    <a:pt x="24449" y="12409"/>
                    <a:pt x="23202" y="12379"/>
                    <a:pt x="21954" y="12379"/>
                  </a:cubicBezTo>
                  <a:cubicBezTo>
                    <a:pt x="18881" y="12379"/>
                    <a:pt x="15809" y="12558"/>
                    <a:pt x="12741" y="12746"/>
                  </a:cubicBezTo>
                  <a:cubicBezTo>
                    <a:pt x="9315" y="12958"/>
                    <a:pt x="5883" y="13109"/>
                    <a:pt x="2471" y="13588"/>
                  </a:cubicBezTo>
                  <a:cubicBezTo>
                    <a:pt x="1651" y="13702"/>
                    <a:pt x="825" y="13831"/>
                    <a:pt x="0" y="13986"/>
                  </a:cubicBezTo>
                  <a:lnTo>
                    <a:pt x="0" y="21931"/>
                  </a:lnTo>
                  <a:cubicBezTo>
                    <a:pt x="3093" y="20622"/>
                    <a:pt x="6277" y="19799"/>
                    <a:pt x="9551" y="19799"/>
                  </a:cubicBezTo>
                  <a:cubicBezTo>
                    <a:pt x="10632" y="19799"/>
                    <a:pt x="11722" y="19889"/>
                    <a:pt x="12823" y="20080"/>
                  </a:cubicBezTo>
                  <a:cubicBezTo>
                    <a:pt x="20488" y="21419"/>
                    <a:pt x="27144" y="26632"/>
                    <a:pt x="33499" y="31891"/>
                  </a:cubicBezTo>
                  <a:cubicBezTo>
                    <a:pt x="45486" y="41811"/>
                    <a:pt x="59912" y="45476"/>
                    <a:pt x="74081" y="45476"/>
                  </a:cubicBezTo>
                  <a:cubicBezTo>
                    <a:pt x="74665" y="45476"/>
                    <a:pt x="75248" y="45470"/>
                    <a:pt x="75831" y="45458"/>
                  </a:cubicBezTo>
                  <a:cubicBezTo>
                    <a:pt x="90804" y="45142"/>
                    <a:pt x="106177" y="41401"/>
                    <a:pt x="119282" y="31968"/>
                  </a:cubicBezTo>
                  <a:cubicBezTo>
                    <a:pt x="125990" y="27139"/>
                    <a:pt x="132221" y="21338"/>
                    <a:pt x="138817" y="16271"/>
                  </a:cubicBezTo>
                  <a:cubicBezTo>
                    <a:pt x="142143" y="13714"/>
                    <a:pt x="145448" y="11379"/>
                    <a:pt x="149316" y="10440"/>
                  </a:cubicBezTo>
                  <a:cubicBezTo>
                    <a:pt x="150812" y="10078"/>
                    <a:pt x="152323" y="9917"/>
                    <a:pt x="153836" y="9917"/>
                  </a:cubicBezTo>
                  <a:cubicBezTo>
                    <a:pt x="155625" y="9917"/>
                    <a:pt x="157416" y="10142"/>
                    <a:pt x="159185" y="10527"/>
                  </a:cubicBezTo>
                  <a:cubicBezTo>
                    <a:pt x="162983" y="11352"/>
                    <a:pt x="166672" y="12839"/>
                    <a:pt x="170334" y="14321"/>
                  </a:cubicBezTo>
                  <a:cubicBezTo>
                    <a:pt x="174482" y="15997"/>
                    <a:pt x="178713" y="17383"/>
                    <a:pt x="182992" y="18407"/>
                  </a:cubicBezTo>
                  <a:cubicBezTo>
                    <a:pt x="186653" y="19282"/>
                    <a:pt x="190426" y="19787"/>
                    <a:pt x="194193" y="19787"/>
                  </a:cubicBezTo>
                  <a:cubicBezTo>
                    <a:pt x="197694" y="19787"/>
                    <a:pt x="201190" y="19351"/>
                    <a:pt x="204587" y="18369"/>
                  </a:cubicBezTo>
                  <a:cubicBezTo>
                    <a:pt x="206831" y="17721"/>
                    <a:pt x="209570" y="16218"/>
                    <a:pt x="208195" y="12736"/>
                  </a:cubicBezTo>
                  <a:cubicBezTo>
                    <a:pt x="207019" y="9759"/>
                    <a:pt x="203809" y="8201"/>
                    <a:pt x="201535" y="7001"/>
                  </a:cubicBezTo>
                  <a:cubicBezTo>
                    <a:pt x="195238" y="3676"/>
                    <a:pt x="188684" y="1200"/>
                    <a:pt x="181872" y="426"/>
                  </a:cubicBezTo>
                  <a:cubicBezTo>
                    <a:pt x="179055" y="106"/>
                    <a:pt x="176227" y="0"/>
                    <a:pt x="173399"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13"/>
            <p:cNvSpPr/>
            <p:nvPr/>
          </p:nvSpPr>
          <p:spPr>
            <a:xfrm flipH="1" rot="10800000">
              <a:off x="-89101" y="2398138"/>
              <a:ext cx="819678" cy="314658"/>
            </a:xfrm>
            <a:custGeom>
              <a:rect b="b" l="l" r="r" t="t"/>
              <a:pathLst>
                <a:path extrusionOk="0" h="7863" w="20483">
                  <a:moveTo>
                    <a:pt x="10679" y="1"/>
                  </a:moveTo>
                  <a:cubicBezTo>
                    <a:pt x="7200" y="1"/>
                    <a:pt x="3530" y="930"/>
                    <a:pt x="0" y="1036"/>
                  </a:cubicBezTo>
                  <a:lnTo>
                    <a:pt x="0" y="7210"/>
                  </a:lnTo>
                  <a:cubicBezTo>
                    <a:pt x="73" y="7210"/>
                    <a:pt x="146" y="7210"/>
                    <a:pt x="218" y="7210"/>
                  </a:cubicBezTo>
                  <a:cubicBezTo>
                    <a:pt x="2966" y="7210"/>
                    <a:pt x="5723" y="7366"/>
                    <a:pt x="8473" y="7532"/>
                  </a:cubicBezTo>
                  <a:cubicBezTo>
                    <a:pt x="10471" y="7652"/>
                    <a:pt x="12481" y="7858"/>
                    <a:pt x="14482" y="7862"/>
                  </a:cubicBezTo>
                  <a:cubicBezTo>
                    <a:pt x="14579" y="7862"/>
                    <a:pt x="14677" y="7863"/>
                    <a:pt x="14776" y="7863"/>
                  </a:cubicBezTo>
                  <a:cubicBezTo>
                    <a:pt x="16107" y="7863"/>
                    <a:pt x="17589" y="7805"/>
                    <a:pt x="18794" y="7093"/>
                  </a:cubicBezTo>
                  <a:cubicBezTo>
                    <a:pt x="20483" y="6096"/>
                    <a:pt x="19330" y="4228"/>
                    <a:pt x="18366" y="3075"/>
                  </a:cubicBezTo>
                  <a:cubicBezTo>
                    <a:pt x="16959" y="1395"/>
                    <a:pt x="15150" y="529"/>
                    <a:pt x="13253" y="203"/>
                  </a:cubicBezTo>
                  <a:cubicBezTo>
                    <a:pt x="12410" y="59"/>
                    <a:pt x="11551" y="1"/>
                    <a:pt x="10679"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13"/>
            <p:cNvSpPr/>
            <p:nvPr/>
          </p:nvSpPr>
          <p:spPr>
            <a:xfrm flipH="1" rot="10800000">
              <a:off x="-89101" y="1041269"/>
              <a:ext cx="9361694" cy="2012360"/>
            </a:xfrm>
            <a:custGeom>
              <a:rect b="b" l="l" r="r" t="t"/>
              <a:pathLst>
                <a:path extrusionOk="0" h="50287" w="233940">
                  <a:moveTo>
                    <a:pt x="233940" y="0"/>
                  </a:moveTo>
                  <a:cubicBezTo>
                    <a:pt x="230479" y="1532"/>
                    <a:pt x="227264" y="3838"/>
                    <a:pt x="224035" y="6016"/>
                  </a:cubicBezTo>
                  <a:cubicBezTo>
                    <a:pt x="219999" y="8735"/>
                    <a:pt x="215918" y="11195"/>
                    <a:pt x="211510" y="12795"/>
                  </a:cubicBezTo>
                  <a:cubicBezTo>
                    <a:pt x="205977" y="14804"/>
                    <a:pt x="200252" y="15619"/>
                    <a:pt x="194517" y="15619"/>
                  </a:cubicBezTo>
                  <a:cubicBezTo>
                    <a:pt x="191019" y="15619"/>
                    <a:pt x="187518" y="15316"/>
                    <a:pt x="184053" y="14796"/>
                  </a:cubicBezTo>
                  <a:cubicBezTo>
                    <a:pt x="174879" y="13417"/>
                    <a:pt x="165892" y="10575"/>
                    <a:pt x="156983" y="7553"/>
                  </a:cubicBezTo>
                  <a:cubicBezTo>
                    <a:pt x="154186" y="6603"/>
                    <a:pt x="151295" y="5923"/>
                    <a:pt x="148402" y="5923"/>
                  </a:cubicBezTo>
                  <a:cubicBezTo>
                    <a:pt x="147105" y="5923"/>
                    <a:pt x="145807" y="6060"/>
                    <a:pt x="144518" y="6370"/>
                  </a:cubicBezTo>
                  <a:cubicBezTo>
                    <a:pt x="141010" y="7213"/>
                    <a:pt x="137841" y="9316"/>
                    <a:pt x="134862" y="11732"/>
                  </a:cubicBezTo>
                  <a:cubicBezTo>
                    <a:pt x="131415" y="14529"/>
                    <a:pt x="128149" y="17665"/>
                    <a:pt x="124700" y="20457"/>
                  </a:cubicBezTo>
                  <a:cubicBezTo>
                    <a:pt x="120681" y="23709"/>
                    <a:pt x="116461" y="26565"/>
                    <a:pt x="112085" y="28971"/>
                  </a:cubicBezTo>
                  <a:cubicBezTo>
                    <a:pt x="103869" y="33488"/>
                    <a:pt x="95132" y="36387"/>
                    <a:pt x="86236" y="37674"/>
                  </a:cubicBezTo>
                  <a:cubicBezTo>
                    <a:pt x="82434" y="38224"/>
                    <a:pt x="78620" y="38471"/>
                    <a:pt x="74803" y="38471"/>
                  </a:cubicBezTo>
                  <a:cubicBezTo>
                    <a:pt x="58405" y="38471"/>
                    <a:pt x="41951" y="33908"/>
                    <a:pt x="26125" y="29171"/>
                  </a:cubicBezTo>
                  <a:cubicBezTo>
                    <a:pt x="17408" y="26561"/>
                    <a:pt x="8732" y="23693"/>
                    <a:pt x="0" y="21148"/>
                  </a:cubicBezTo>
                  <a:lnTo>
                    <a:pt x="0" y="30371"/>
                  </a:lnTo>
                  <a:cubicBezTo>
                    <a:pt x="3472" y="33108"/>
                    <a:pt x="7489" y="35009"/>
                    <a:pt x="11115" y="36595"/>
                  </a:cubicBezTo>
                  <a:cubicBezTo>
                    <a:pt x="17532" y="39404"/>
                    <a:pt x="24220" y="41608"/>
                    <a:pt x="30929" y="42938"/>
                  </a:cubicBezTo>
                  <a:cubicBezTo>
                    <a:pt x="38228" y="44386"/>
                    <a:pt x="45630" y="44923"/>
                    <a:pt x="53022" y="44923"/>
                  </a:cubicBezTo>
                  <a:cubicBezTo>
                    <a:pt x="55748" y="44923"/>
                    <a:pt x="58473" y="44850"/>
                    <a:pt x="61191" y="44723"/>
                  </a:cubicBezTo>
                  <a:cubicBezTo>
                    <a:pt x="71533" y="44237"/>
                    <a:pt x="81978" y="43258"/>
                    <a:pt x="92233" y="41498"/>
                  </a:cubicBezTo>
                  <a:cubicBezTo>
                    <a:pt x="102742" y="39694"/>
                    <a:pt x="112661" y="35767"/>
                    <a:pt x="122701" y="31597"/>
                  </a:cubicBezTo>
                  <a:cubicBezTo>
                    <a:pt x="132437" y="27557"/>
                    <a:pt x="142206" y="24207"/>
                    <a:pt x="152521" y="24092"/>
                  </a:cubicBezTo>
                  <a:cubicBezTo>
                    <a:pt x="152754" y="24089"/>
                    <a:pt x="152988" y="24088"/>
                    <a:pt x="153222" y="24088"/>
                  </a:cubicBezTo>
                  <a:cubicBezTo>
                    <a:pt x="163194" y="24088"/>
                    <a:pt x="173100" y="26520"/>
                    <a:pt x="182555" y="30450"/>
                  </a:cubicBezTo>
                  <a:cubicBezTo>
                    <a:pt x="187610" y="32550"/>
                    <a:pt x="192565" y="35025"/>
                    <a:pt x="197604" y="37193"/>
                  </a:cubicBezTo>
                  <a:cubicBezTo>
                    <a:pt x="202625" y="39352"/>
                    <a:pt x="207681" y="41382"/>
                    <a:pt x="212770" y="43265"/>
                  </a:cubicBezTo>
                  <a:cubicBezTo>
                    <a:pt x="219747" y="45846"/>
                    <a:pt x="226825" y="48256"/>
                    <a:pt x="233940" y="50286"/>
                  </a:cubicBezTo>
                  <a:lnTo>
                    <a:pt x="233940" y="34729"/>
                  </a:lnTo>
                  <a:cubicBezTo>
                    <a:pt x="233339" y="34539"/>
                    <a:pt x="232731" y="34368"/>
                    <a:pt x="232112" y="34224"/>
                  </a:cubicBezTo>
                  <a:cubicBezTo>
                    <a:pt x="229270" y="33551"/>
                    <a:pt x="226381" y="33250"/>
                    <a:pt x="223499" y="32996"/>
                  </a:cubicBezTo>
                  <a:cubicBezTo>
                    <a:pt x="219753" y="32668"/>
                    <a:pt x="216005" y="32333"/>
                    <a:pt x="212261" y="31960"/>
                  </a:cubicBezTo>
                  <a:cubicBezTo>
                    <a:pt x="208072" y="31543"/>
                    <a:pt x="203886" y="31089"/>
                    <a:pt x="199705" y="30539"/>
                  </a:cubicBezTo>
                  <a:cubicBezTo>
                    <a:pt x="195713" y="30014"/>
                    <a:pt x="191661" y="29550"/>
                    <a:pt x="187710" y="28635"/>
                  </a:cubicBezTo>
                  <a:cubicBezTo>
                    <a:pt x="184185" y="27821"/>
                    <a:pt x="180587" y="27222"/>
                    <a:pt x="177204" y="25665"/>
                  </a:cubicBezTo>
                  <a:cubicBezTo>
                    <a:pt x="175719" y="24980"/>
                    <a:pt x="173996" y="24080"/>
                    <a:pt x="173054" y="22380"/>
                  </a:cubicBezTo>
                  <a:cubicBezTo>
                    <a:pt x="172381" y="21164"/>
                    <a:pt x="172300" y="19467"/>
                    <a:pt x="173266" y="18466"/>
                  </a:cubicBezTo>
                  <a:cubicBezTo>
                    <a:pt x="174400" y="17293"/>
                    <a:pt x="176205" y="17248"/>
                    <a:pt x="177591" y="17230"/>
                  </a:cubicBezTo>
                  <a:cubicBezTo>
                    <a:pt x="177667" y="17230"/>
                    <a:pt x="177743" y="17229"/>
                    <a:pt x="177820" y="17229"/>
                  </a:cubicBezTo>
                  <a:cubicBezTo>
                    <a:pt x="179957" y="17229"/>
                    <a:pt x="182098" y="17572"/>
                    <a:pt x="184206" y="17983"/>
                  </a:cubicBezTo>
                  <a:cubicBezTo>
                    <a:pt x="186167" y="18365"/>
                    <a:pt x="188113" y="18845"/>
                    <a:pt x="190056" y="19342"/>
                  </a:cubicBezTo>
                  <a:cubicBezTo>
                    <a:pt x="192155" y="19880"/>
                    <a:pt x="194290" y="20178"/>
                    <a:pt x="196416" y="20482"/>
                  </a:cubicBezTo>
                  <a:cubicBezTo>
                    <a:pt x="200378" y="21047"/>
                    <a:pt x="204372" y="21430"/>
                    <a:pt x="208364" y="21430"/>
                  </a:cubicBezTo>
                  <a:cubicBezTo>
                    <a:pt x="209889" y="21430"/>
                    <a:pt x="211413" y="21374"/>
                    <a:pt x="212936" y="21251"/>
                  </a:cubicBezTo>
                  <a:cubicBezTo>
                    <a:pt x="218320" y="20818"/>
                    <a:pt x="223791" y="19532"/>
                    <a:pt x="228641" y="16425"/>
                  </a:cubicBezTo>
                  <a:cubicBezTo>
                    <a:pt x="230586" y="15179"/>
                    <a:pt x="232358" y="13636"/>
                    <a:pt x="233940" y="11842"/>
                  </a:cubicBezTo>
                  <a:lnTo>
                    <a:pt x="233940" y="0"/>
                  </a:ln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3"/>
            <p:cNvSpPr/>
            <p:nvPr/>
          </p:nvSpPr>
          <p:spPr>
            <a:xfrm flipH="1" rot="10800000">
              <a:off x="-88861" y="622227"/>
              <a:ext cx="5153814" cy="1015564"/>
            </a:xfrm>
            <a:custGeom>
              <a:rect b="b" l="l" r="r" t="t"/>
              <a:pathLst>
                <a:path extrusionOk="0" h="25378" w="128789">
                  <a:moveTo>
                    <a:pt x="125460" y="1"/>
                  </a:moveTo>
                  <a:cubicBezTo>
                    <a:pt x="124112" y="1"/>
                    <a:pt x="122755" y="233"/>
                    <a:pt x="121432" y="495"/>
                  </a:cubicBezTo>
                  <a:cubicBezTo>
                    <a:pt x="117708" y="1235"/>
                    <a:pt x="114038" y="2428"/>
                    <a:pt x="110408" y="3702"/>
                  </a:cubicBezTo>
                  <a:cubicBezTo>
                    <a:pt x="101528" y="6816"/>
                    <a:pt x="92732" y="10293"/>
                    <a:pt x="83787" y="13112"/>
                  </a:cubicBezTo>
                  <a:cubicBezTo>
                    <a:pt x="72182" y="16772"/>
                    <a:pt x="60329" y="19483"/>
                    <a:pt x="48340" y="19746"/>
                  </a:cubicBezTo>
                  <a:cubicBezTo>
                    <a:pt x="47589" y="19762"/>
                    <a:pt x="46838" y="19771"/>
                    <a:pt x="46087" y="19771"/>
                  </a:cubicBezTo>
                  <a:cubicBezTo>
                    <a:pt x="36277" y="19771"/>
                    <a:pt x="26528" y="18319"/>
                    <a:pt x="17277" y="13958"/>
                  </a:cubicBezTo>
                  <a:cubicBezTo>
                    <a:pt x="14817" y="12796"/>
                    <a:pt x="12434" y="11433"/>
                    <a:pt x="10052" y="10038"/>
                  </a:cubicBezTo>
                  <a:cubicBezTo>
                    <a:pt x="7467" y="8528"/>
                    <a:pt x="4765" y="7378"/>
                    <a:pt x="2106" y="6103"/>
                  </a:cubicBezTo>
                  <a:cubicBezTo>
                    <a:pt x="1402" y="5766"/>
                    <a:pt x="699" y="5418"/>
                    <a:pt x="0" y="5056"/>
                  </a:cubicBezTo>
                  <a:lnTo>
                    <a:pt x="0" y="11211"/>
                  </a:lnTo>
                  <a:cubicBezTo>
                    <a:pt x="4701" y="13100"/>
                    <a:pt x="9362" y="15161"/>
                    <a:pt x="14041" y="17090"/>
                  </a:cubicBezTo>
                  <a:cubicBezTo>
                    <a:pt x="16400" y="18063"/>
                    <a:pt x="18775" y="19117"/>
                    <a:pt x="21195" y="19846"/>
                  </a:cubicBezTo>
                  <a:cubicBezTo>
                    <a:pt x="23656" y="20587"/>
                    <a:pt x="26170" y="20896"/>
                    <a:pt x="28695" y="21030"/>
                  </a:cubicBezTo>
                  <a:cubicBezTo>
                    <a:pt x="33506" y="21285"/>
                    <a:pt x="38258" y="21488"/>
                    <a:pt x="43036" y="22348"/>
                  </a:cubicBezTo>
                  <a:cubicBezTo>
                    <a:pt x="47992" y="23241"/>
                    <a:pt x="52914" y="24461"/>
                    <a:pt x="57900" y="25055"/>
                  </a:cubicBezTo>
                  <a:cubicBezTo>
                    <a:pt x="59669" y="25266"/>
                    <a:pt x="61430" y="25377"/>
                    <a:pt x="63185" y="25377"/>
                  </a:cubicBezTo>
                  <a:cubicBezTo>
                    <a:pt x="66528" y="25377"/>
                    <a:pt x="69851" y="24974"/>
                    <a:pt x="73168" y="24091"/>
                  </a:cubicBezTo>
                  <a:cubicBezTo>
                    <a:pt x="82572" y="21585"/>
                    <a:pt x="91311" y="16379"/>
                    <a:pt x="100290" y="12209"/>
                  </a:cubicBezTo>
                  <a:cubicBezTo>
                    <a:pt x="102551" y="11159"/>
                    <a:pt x="104832" y="10174"/>
                    <a:pt x="107142" y="9317"/>
                  </a:cubicBezTo>
                  <a:cubicBezTo>
                    <a:pt x="109515" y="8437"/>
                    <a:pt x="111919" y="7831"/>
                    <a:pt x="114326" y="7132"/>
                  </a:cubicBezTo>
                  <a:cubicBezTo>
                    <a:pt x="119263" y="5699"/>
                    <a:pt x="123997" y="3389"/>
                    <a:pt x="128789" y="1350"/>
                  </a:cubicBezTo>
                  <a:cubicBezTo>
                    <a:pt x="128436" y="255"/>
                    <a:pt x="127130" y="101"/>
                    <a:pt x="126329" y="35"/>
                  </a:cubicBezTo>
                  <a:cubicBezTo>
                    <a:pt x="126040" y="12"/>
                    <a:pt x="125750" y="1"/>
                    <a:pt x="125460"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13"/>
            <p:cNvSpPr/>
            <p:nvPr/>
          </p:nvSpPr>
          <p:spPr>
            <a:xfrm flipH="1" rot="10800000">
              <a:off x="-89101" y="-787656"/>
              <a:ext cx="949935" cy="459281"/>
            </a:xfrm>
            <a:custGeom>
              <a:rect b="b" l="l" r="r" t="t"/>
              <a:pathLst>
                <a:path extrusionOk="0" h="11477" w="23738">
                  <a:moveTo>
                    <a:pt x="0" y="0"/>
                  </a:moveTo>
                  <a:lnTo>
                    <a:pt x="0" y="7277"/>
                  </a:lnTo>
                  <a:cubicBezTo>
                    <a:pt x="3475" y="8436"/>
                    <a:pt x="6937" y="9675"/>
                    <a:pt x="10474" y="10467"/>
                  </a:cubicBezTo>
                  <a:cubicBezTo>
                    <a:pt x="12599" y="10942"/>
                    <a:pt x="14945" y="11477"/>
                    <a:pt x="17230" y="11477"/>
                  </a:cubicBezTo>
                  <a:cubicBezTo>
                    <a:pt x="18607" y="11477"/>
                    <a:pt x="19963" y="11282"/>
                    <a:pt x="21233" y="10762"/>
                  </a:cubicBezTo>
                  <a:cubicBezTo>
                    <a:pt x="22964" y="10052"/>
                    <a:pt x="23737" y="8373"/>
                    <a:pt x="22783" y="6233"/>
                  </a:cubicBezTo>
                  <a:cubicBezTo>
                    <a:pt x="21854" y="4148"/>
                    <a:pt x="19780" y="3350"/>
                    <a:pt x="18049" y="2892"/>
                  </a:cubicBezTo>
                  <a:cubicBezTo>
                    <a:pt x="14044" y="1834"/>
                    <a:pt x="9964" y="2398"/>
                    <a:pt x="5923" y="1958"/>
                  </a:cubicBezTo>
                  <a:cubicBezTo>
                    <a:pt x="3848" y="1734"/>
                    <a:pt x="1868" y="1036"/>
                    <a:pt x="0"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13"/>
            <p:cNvSpPr/>
            <p:nvPr/>
          </p:nvSpPr>
          <p:spPr>
            <a:xfrm flipH="1" rot="10800000">
              <a:off x="-89101" y="-905085"/>
              <a:ext cx="9361814" cy="2217890"/>
            </a:xfrm>
            <a:custGeom>
              <a:rect b="b" l="l" r="r" t="t"/>
              <a:pathLst>
                <a:path extrusionOk="0" h="55423" w="233943">
                  <a:moveTo>
                    <a:pt x="144772" y="1"/>
                  </a:moveTo>
                  <a:cubicBezTo>
                    <a:pt x="142102" y="1"/>
                    <a:pt x="139431" y="96"/>
                    <a:pt x="136766" y="286"/>
                  </a:cubicBezTo>
                  <a:cubicBezTo>
                    <a:pt x="128012" y="909"/>
                    <a:pt x="119276" y="2552"/>
                    <a:pt x="110812" y="5489"/>
                  </a:cubicBezTo>
                  <a:cubicBezTo>
                    <a:pt x="106624" y="6944"/>
                    <a:pt x="102575" y="8874"/>
                    <a:pt x="98468" y="10653"/>
                  </a:cubicBezTo>
                  <a:cubicBezTo>
                    <a:pt x="93953" y="12609"/>
                    <a:pt x="89399" y="14424"/>
                    <a:pt x="84794" y="16010"/>
                  </a:cubicBezTo>
                  <a:cubicBezTo>
                    <a:pt x="74251" y="19642"/>
                    <a:pt x="63428" y="21981"/>
                    <a:pt x="52620" y="21981"/>
                  </a:cubicBezTo>
                  <a:cubicBezTo>
                    <a:pt x="45059" y="21981"/>
                    <a:pt x="37505" y="20836"/>
                    <a:pt x="30059" y="18189"/>
                  </a:cubicBezTo>
                  <a:cubicBezTo>
                    <a:pt x="25579" y="16596"/>
                    <a:pt x="21178" y="14667"/>
                    <a:pt x="16828" y="12578"/>
                  </a:cubicBezTo>
                  <a:cubicBezTo>
                    <a:pt x="12514" y="10509"/>
                    <a:pt x="8272" y="8266"/>
                    <a:pt x="3815" y="6712"/>
                  </a:cubicBezTo>
                  <a:cubicBezTo>
                    <a:pt x="2549" y="6272"/>
                    <a:pt x="1276" y="5888"/>
                    <a:pt x="0" y="5548"/>
                  </a:cubicBezTo>
                  <a:lnTo>
                    <a:pt x="0" y="23614"/>
                  </a:lnTo>
                  <a:cubicBezTo>
                    <a:pt x="12657" y="29572"/>
                    <a:pt x="26166" y="33013"/>
                    <a:pt x="39600" y="33024"/>
                  </a:cubicBezTo>
                  <a:cubicBezTo>
                    <a:pt x="39625" y="33024"/>
                    <a:pt x="39649" y="33024"/>
                    <a:pt x="39674" y="33024"/>
                  </a:cubicBezTo>
                  <a:cubicBezTo>
                    <a:pt x="43920" y="33024"/>
                    <a:pt x="48167" y="32654"/>
                    <a:pt x="52367" y="31843"/>
                  </a:cubicBezTo>
                  <a:cubicBezTo>
                    <a:pt x="54553" y="31420"/>
                    <a:pt x="56709" y="30737"/>
                    <a:pt x="58881" y="30217"/>
                  </a:cubicBezTo>
                  <a:cubicBezTo>
                    <a:pt x="61539" y="29579"/>
                    <a:pt x="64252" y="29008"/>
                    <a:pt x="66965" y="29005"/>
                  </a:cubicBezTo>
                  <a:cubicBezTo>
                    <a:pt x="66982" y="29005"/>
                    <a:pt x="66999" y="29005"/>
                    <a:pt x="67017" y="29005"/>
                  </a:cubicBezTo>
                  <a:cubicBezTo>
                    <a:pt x="68762" y="29005"/>
                    <a:pt x="71102" y="29156"/>
                    <a:pt x="72309" y="31005"/>
                  </a:cubicBezTo>
                  <a:cubicBezTo>
                    <a:pt x="73261" y="32464"/>
                    <a:pt x="73035" y="34779"/>
                    <a:pt x="72433" y="36381"/>
                  </a:cubicBezTo>
                  <a:cubicBezTo>
                    <a:pt x="71760" y="38175"/>
                    <a:pt x="70452" y="39418"/>
                    <a:pt x="69067" y="40261"/>
                  </a:cubicBezTo>
                  <a:cubicBezTo>
                    <a:pt x="65139" y="42655"/>
                    <a:pt x="60371" y="42850"/>
                    <a:pt x="56096" y="42852"/>
                  </a:cubicBezTo>
                  <a:cubicBezTo>
                    <a:pt x="56089" y="42852"/>
                    <a:pt x="56082" y="42852"/>
                    <a:pt x="56075" y="42852"/>
                  </a:cubicBezTo>
                  <a:cubicBezTo>
                    <a:pt x="46902" y="42852"/>
                    <a:pt x="37792" y="41022"/>
                    <a:pt x="28834" y="38660"/>
                  </a:cubicBezTo>
                  <a:cubicBezTo>
                    <a:pt x="19225" y="36125"/>
                    <a:pt x="9684" y="33151"/>
                    <a:pt x="0" y="31087"/>
                  </a:cubicBezTo>
                  <a:lnTo>
                    <a:pt x="0" y="40459"/>
                  </a:lnTo>
                  <a:cubicBezTo>
                    <a:pt x="415" y="40687"/>
                    <a:pt x="838" y="40900"/>
                    <a:pt x="1269" y="41094"/>
                  </a:cubicBezTo>
                  <a:cubicBezTo>
                    <a:pt x="3834" y="42246"/>
                    <a:pt x="6360" y="42550"/>
                    <a:pt x="9049" y="42595"/>
                  </a:cubicBezTo>
                  <a:cubicBezTo>
                    <a:pt x="11321" y="42632"/>
                    <a:pt x="13601" y="42650"/>
                    <a:pt x="15862" y="42966"/>
                  </a:cubicBezTo>
                  <a:cubicBezTo>
                    <a:pt x="17766" y="43232"/>
                    <a:pt x="19811" y="43645"/>
                    <a:pt x="21476" y="44925"/>
                  </a:cubicBezTo>
                  <a:cubicBezTo>
                    <a:pt x="22689" y="45858"/>
                    <a:pt x="23822" y="47631"/>
                    <a:pt x="23620" y="49546"/>
                  </a:cubicBezTo>
                  <a:cubicBezTo>
                    <a:pt x="23450" y="51198"/>
                    <a:pt x="22153" y="51995"/>
                    <a:pt x="21013" y="52388"/>
                  </a:cubicBezTo>
                  <a:cubicBezTo>
                    <a:pt x="19769" y="52816"/>
                    <a:pt x="18468" y="52983"/>
                    <a:pt x="17149" y="52983"/>
                  </a:cubicBezTo>
                  <a:cubicBezTo>
                    <a:pt x="14678" y="52983"/>
                    <a:pt x="12147" y="52396"/>
                    <a:pt x="9822" y="51845"/>
                  </a:cubicBezTo>
                  <a:cubicBezTo>
                    <a:pt x="6510" y="51059"/>
                    <a:pt x="3259" y="49899"/>
                    <a:pt x="0" y="48810"/>
                  </a:cubicBezTo>
                  <a:lnTo>
                    <a:pt x="0" y="54602"/>
                  </a:lnTo>
                  <a:cubicBezTo>
                    <a:pt x="5036" y="55007"/>
                    <a:pt x="10079" y="55225"/>
                    <a:pt x="15119" y="55348"/>
                  </a:cubicBezTo>
                  <a:cubicBezTo>
                    <a:pt x="17082" y="55396"/>
                    <a:pt x="19048" y="55423"/>
                    <a:pt x="21015" y="55423"/>
                  </a:cubicBezTo>
                  <a:cubicBezTo>
                    <a:pt x="29997" y="55423"/>
                    <a:pt x="38994" y="54866"/>
                    <a:pt x="47880" y="53219"/>
                  </a:cubicBezTo>
                  <a:cubicBezTo>
                    <a:pt x="52943" y="52282"/>
                    <a:pt x="58028" y="51048"/>
                    <a:pt x="62912" y="49101"/>
                  </a:cubicBezTo>
                  <a:cubicBezTo>
                    <a:pt x="67581" y="47240"/>
                    <a:pt x="72025" y="44594"/>
                    <a:pt x="76326" y="41657"/>
                  </a:cubicBezTo>
                  <a:cubicBezTo>
                    <a:pt x="84683" y="35949"/>
                    <a:pt x="92557" y="29085"/>
                    <a:pt x="101261" y="24207"/>
                  </a:cubicBezTo>
                  <a:cubicBezTo>
                    <a:pt x="110109" y="19249"/>
                    <a:pt x="119692" y="17446"/>
                    <a:pt x="129288" y="16670"/>
                  </a:cubicBezTo>
                  <a:cubicBezTo>
                    <a:pt x="132649" y="16399"/>
                    <a:pt x="136013" y="16271"/>
                    <a:pt x="139377" y="16271"/>
                  </a:cubicBezTo>
                  <a:cubicBezTo>
                    <a:pt x="157478" y="16271"/>
                    <a:pt x="175585" y="19963"/>
                    <a:pt x="193212" y="24804"/>
                  </a:cubicBezTo>
                  <a:cubicBezTo>
                    <a:pt x="203630" y="27665"/>
                    <a:pt x="214279" y="30372"/>
                    <a:pt x="224304" y="35040"/>
                  </a:cubicBezTo>
                  <a:cubicBezTo>
                    <a:pt x="227597" y="36575"/>
                    <a:pt x="230795" y="38437"/>
                    <a:pt x="233942" y="40411"/>
                  </a:cubicBezTo>
                  <a:lnTo>
                    <a:pt x="233942" y="31703"/>
                  </a:lnTo>
                  <a:cubicBezTo>
                    <a:pt x="228231" y="27859"/>
                    <a:pt x="222155" y="24807"/>
                    <a:pt x="216214" y="21705"/>
                  </a:cubicBezTo>
                  <a:cubicBezTo>
                    <a:pt x="207456" y="17134"/>
                    <a:pt x="198525" y="13002"/>
                    <a:pt x="189487" y="9410"/>
                  </a:cubicBezTo>
                  <a:cubicBezTo>
                    <a:pt x="180687" y="5912"/>
                    <a:pt x="171778" y="2926"/>
                    <a:pt x="162615" y="1437"/>
                  </a:cubicBezTo>
                  <a:cubicBezTo>
                    <a:pt x="156702" y="476"/>
                    <a:pt x="150736" y="1"/>
                    <a:pt x="144772"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13"/>
            <p:cNvSpPr/>
            <p:nvPr/>
          </p:nvSpPr>
          <p:spPr>
            <a:xfrm flipH="1" rot="10800000">
              <a:off x="4312517" y="-1778160"/>
              <a:ext cx="4960169" cy="2176352"/>
            </a:xfrm>
            <a:custGeom>
              <a:rect b="b" l="l" r="r" t="t"/>
              <a:pathLst>
                <a:path extrusionOk="0" h="54385" w="123950">
                  <a:moveTo>
                    <a:pt x="25687" y="0"/>
                  </a:moveTo>
                  <a:cubicBezTo>
                    <a:pt x="25613" y="0"/>
                    <a:pt x="25540" y="0"/>
                    <a:pt x="25467" y="0"/>
                  </a:cubicBezTo>
                  <a:cubicBezTo>
                    <a:pt x="22189" y="8"/>
                    <a:pt x="18895" y="286"/>
                    <a:pt x="15653" y="893"/>
                  </a:cubicBezTo>
                  <a:cubicBezTo>
                    <a:pt x="12106" y="1558"/>
                    <a:pt x="8455" y="2579"/>
                    <a:pt x="5276" y="4757"/>
                  </a:cubicBezTo>
                  <a:cubicBezTo>
                    <a:pt x="2358" y="6754"/>
                    <a:pt x="1" y="10011"/>
                    <a:pt x="133" y="14446"/>
                  </a:cubicBezTo>
                  <a:cubicBezTo>
                    <a:pt x="289" y="19675"/>
                    <a:pt x="3866" y="23250"/>
                    <a:pt x="7286" y="25363"/>
                  </a:cubicBezTo>
                  <a:cubicBezTo>
                    <a:pt x="11223" y="27796"/>
                    <a:pt x="15408" y="28684"/>
                    <a:pt x="19651" y="28684"/>
                  </a:cubicBezTo>
                  <a:cubicBezTo>
                    <a:pt x="25154" y="28684"/>
                    <a:pt x="30756" y="27191"/>
                    <a:pt x="36046" y="25632"/>
                  </a:cubicBezTo>
                  <a:cubicBezTo>
                    <a:pt x="41465" y="24035"/>
                    <a:pt x="46862" y="22167"/>
                    <a:pt x="52380" y="21177"/>
                  </a:cubicBezTo>
                  <a:cubicBezTo>
                    <a:pt x="56587" y="20424"/>
                    <a:pt x="60828" y="20023"/>
                    <a:pt x="65073" y="20023"/>
                  </a:cubicBezTo>
                  <a:cubicBezTo>
                    <a:pt x="66363" y="20023"/>
                    <a:pt x="67654" y="20060"/>
                    <a:pt x="68944" y="20135"/>
                  </a:cubicBezTo>
                  <a:cubicBezTo>
                    <a:pt x="79965" y="20783"/>
                    <a:pt x="90870" y="24103"/>
                    <a:pt x="100937" y="29809"/>
                  </a:cubicBezTo>
                  <a:cubicBezTo>
                    <a:pt x="105755" y="32540"/>
                    <a:pt x="110519" y="35684"/>
                    <a:pt x="114557" y="40038"/>
                  </a:cubicBezTo>
                  <a:cubicBezTo>
                    <a:pt x="118056" y="43811"/>
                    <a:pt x="120978" y="48359"/>
                    <a:pt x="123419" y="53277"/>
                  </a:cubicBezTo>
                  <a:cubicBezTo>
                    <a:pt x="123600" y="53644"/>
                    <a:pt x="123773" y="54016"/>
                    <a:pt x="123950" y="54384"/>
                  </a:cubicBezTo>
                  <a:lnTo>
                    <a:pt x="123950" y="30590"/>
                  </a:lnTo>
                  <a:cubicBezTo>
                    <a:pt x="115011" y="23740"/>
                    <a:pt x="104675" y="20070"/>
                    <a:pt x="94699" y="16430"/>
                  </a:cubicBezTo>
                  <a:cubicBezTo>
                    <a:pt x="83278" y="12265"/>
                    <a:pt x="71945" y="7950"/>
                    <a:pt x="60279" y="4996"/>
                  </a:cubicBezTo>
                  <a:cubicBezTo>
                    <a:pt x="48938" y="2125"/>
                    <a:pt x="37275" y="0"/>
                    <a:pt x="25687"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13"/>
            <p:cNvSpPr/>
            <p:nvPr/>
          </p:nvSpPr>
          <p:spPr>
            <a:xfrm flipH="1" rot="10800000">
              <a:off x="-89101" y="-2355943"/>
              <a:ext cx="4579363" cy="1972262"/>
            </a:xfrm>
            <a:custGeom>
              <a:rect b="b" l="l" r="r" t="t"/>
              <a:pathLst>
                <a:path extrusionOk="0" h="49285" w="114434">
                  <a:moveTo>
                    <a:pt x="97111" y="0"/>
                  </a:moveTo>
                  <a:cubicBezTo>
                    <a:pt x="92375" y="0"/>
                    <a:pt x="88229" y="4066"/>
                    <a:pt x="85079" y="8725"/>
                  </a:cubicBezTo>
                  <a:cubicBezTo>
                    <a:pt x="81036" y="14698"/>
                    <a:pt x="78056" y="22263"/>
                    <a:pt x="72346" y="26006"/>
                  </a:cubicBezTo>
                  <a:cubicBezTo>
                    <a:pt x="69011" y="28192"/>
                    <a:pt x="65286" y="29191"/>
                    <a:pt x="61597" y="29874"/>
                  </a:cubicBezTo>
                  <a:cubicBezTo>
                    <a:pt x="57172" y="30696"/>
                    <a:pt x="52733" y="31343"/>
                    <a:pt x="48270" y="31736"/>
                  </a:cubicBezTo>
                  <a:cubicBezTo>
                    <a:pt x="43819" y="32127"/>
                    <a:pt x="39334" y="32342"/>
                    <a:pt x="34849" y="32342"/>
                  </a:cubicBezTo>
                  <a:cubicBezTo>
                    <a:pt x="29827" y="32342"/>
                    <a:pt x="24804" y="32073"/>
                    <a:pt x="19828" y="31484"/>
                  </a:cubicBezTo>
                  <a:cubicBezTo>
                    <a:pt x="13156" y="30694"/>
                    <a:pt x="6527" y="29288"/>
                    <a:pt x="0" y="27342"/>
                  </a:cubicBezTo>
                  <a:lnTo>
                    <a:pt x="0" y="45284"/>
                  </a:lnTo>
                  <a:cubicBezTo>
                    <a:pt x="0" y="47494"/>
                    <a:pt x="1415" y="49285"/>
                    <a:pt x="3161" y="49285"/>
                  </a:cubicBezTo>
                  <a:lnTo>
                    <a:pt x="54554" y="49285"/>
                  </a:lnTo>
                  <a:cubicBezTo>
                    <a:pt x="57524" y="43691"/>
                    <a:pt x="61460" y="38933"/>
                    <a:pt x="66165" y="35699"/>
                  </a:cubicBezTo>
                  <a:cubicBezTo>
                    <a:pt x="74007" y="30307"/>
                    <a:pt x="82814" y="29860"/>
                    <a:pt x="91444" y="28199"/>
                  </a:cubicBezTo>
                  <a:cubicBezTo>
                    <a:pt x="94850" y="27544"/>
                    <a:pt x="98284" y="26656"/>
                    <a:pt x="101576" y="25345"/>
                  </a:cubicBezTo>
                  <a:cubicBezTo>
                    <a:pt x="104402" y="24220"/>
                    <a:pt x="107468" y="22637"/>
                    <a:pt x="109397" y="19658"/>
                  </a:cubicBezTo>
                  <a:cubicBezTo>
                    <a:pt x="114434" y="11884"/>
                    <a:pt x="106261" y="3395"/>
                    <a:pt x="100927" y="890"/>
                  </a:cubicBezTo>
                  <a:cubicBezTo>
                    <a:pt x="99620" y="276"/>
                    <a:pt x="98345" y="0"/>
                    <a:pt x="97111"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3"/>
            <p:cNvSpPr/>
            <p:nvPr/>
          </p:nvSpPr>
          <p:spPr>
            <a:xfrm flipH="1" rot="10800000">
              <a:off x="2774626" y="-2355960"/>
              <a:ext cx="4319449" cy="712432"/>
            </a:xfrm>
            <a:custGeom>
              <a:rect b="b" l="l" r="r" t="t"/>
              <a:pathLst>
                <a:path extrusionOk="0" h="17803" w="107939">
                  <a:moveTo>
                    <a:pt x="27543" y="0"/>
                  </a:moveTo>
                  <a:cubicBezTo>
                    <a:pt x="27240" y="0"/>
                    <a:pt x="26937" y="6"/>
                    <a:pt x="26634" y="18"/>
                  </a:cubicBezTo>
                  <a:cubicBezTo>
                    <a:pt x="24027" y="121"/>
                    <a:pt x="21392" y="745"/>
                    <a:pt x="19094" y="2364"/>
                  </a:cubicBezTo>
                  <a:cubicBezTo>
                    <a:pt x="18481" y="2797"/>
                    <a:pt x="16577" y="4050"/>
                    <a:pt x="17537" y="5118"/>
                  </a:cubicBezTo>
                  <a:cubicBezTo>
                    <a:pt x="18117" y="5762"/>
                    <a:pt x="19161" y="5928"/>
                    <a:pt x="19890" y="6091"/>
                  </a:cubicBezTo>
                  <a:cubicBezTo>
                    <a:pt x="23855" y="6979"/>
                    <a:pt x="27949" y="6569"/>
                    <a:pt x="31949" y="6998"/>
                  </a:cubicBezTo>
                  <a:cubicBezTo>
                    <a:pt x="35180" y="7344"/>
                    <a:pt x="39652" y="7834"/>
                    <a:pt x="41798" y="11379"/>
                  </a:cubicBezTo>
                  <a:cubicBezTo>
                    <a:pt x="41873" y="11504"/>
                    <a:pt x="41874" y="11697"/>
                    <a:pt x="41748" y="11777"/>
                  </a:cubicBezTo>
                  <a:cubicBezTo>
                    <a:pt x="40684" y="12461"/>
                    <a:pt x="39488" y="12703"/>
                    <a:pt x="38262" y="12703"/>
                  </a:cubicBezTo>
                  <a:cubicBezTo>
                    <a:pt x="36542" y="12703"/>
                    <a:pt x="34763" y="12227"/>
                    <a:pt x="33207" y="11823"/>
                  </a:cubicBezTo>
                  <a:cubicBezTo>
                    <a:pt x="31601" y="11407"/>
                    <a:pt x="30013" y="10894"/>
                    <a:pt x="28412" y="10466"/>
                  </a:cubicBezTo>
                  <a:cubicBezTo>
                    <a:pt x="26593" y="9980"/>
                    <a:pt x="24742" y="9711"/>
                    <a:pt x="22919" y="9248"/>
                  </a:cubicBezTo>
                  <a:cubicBezTo>
                    <a:pt x="18811" y="8207"/>
                    <a:pt x="14751" y="6811"/>
                    <a:pt x="10581" y="6185"/>
                  </a:cubicBezTo>
                  <a:cubicBezTo>
                    <a:pt x="9499" y="6023"/>
                    <a:pt x="8286" y="5852"/>
                    <a:pt x="7075" y="5852"/>
                  </a:cubicBezTo>
                  <a:cubicBezTo>
                    <a:pt x="5505" y="5852"/>
                    <a:pt x="3938" y="6139"/>
                    <a:pt x="2667" y="7101"/>
                  </a:cubicBezTo>
                  <a:cubicBezTo>
                    <a:pt x="702" y="8588"/>
                    <a:pt x="1" y="12230"/>
                    <a:pt x="827" y="14868"/>
                  </a:cubicBezTo>
                  <a:cubicBezTo>
                    <a:pt x="1191" y="16035"/>
                    <a:pt x="1835" y="16995"/>
                    <a:pt x="2588" y="17803"/>
                  </a:cubicBezTo>
                  <a:lnTo>
                    <a:pt x="107349" y="17803"/>
                  </a:lnTo>
                  <a:cubicBezTo>
                    <a:pt x="107939" y="14229"/>
                    <a:pt x="104542" y="9947"/>
                    <a:pt x="102361" y="8404"/>
                  </a:cubicBezTo>
                  <a:cubicBezTo>
                    <a:pt x="99751" y="6560"/>
                    <a:pt x="96718" y="5974"/>
                    <a:pt x="93716" y="5974"/>
                  </a:cubicBezTo>
                  <a:cubicBezTo>
                    <a:pt x="92496" y="5974"/>
                    <a:pt x="91282" y="6070"/>
                    <a:pt x="90103" y="6219"/>
                  </a:cubicBezTo>
                  <a:cubicBezTo>
                    <a:pt x="87978" y="6486"/>
                    <a:pt x="85895" y="7048"/>
                    <a:pt x="83786" y="7444"/>
                  </a:cubicBezTo>
                  <a:cubicBezTo>
                    <a:pt x="81051" y="7961"/>
                    <a:pt x="78295" y="8278"/>
                    <a:pt x="75534" y="8442"/>
                  </a:cubicBezTo>
                  <a:cubicBezTo>
                    <a:pt x="74026" y="8532"/>
                    <a:pt x="72516" y="8576"/>
                    <a:pt x="71005" y="8576"/>
                  </a:cubicBezTo>
                  <a:cubicBezTo>
                    <a:pt x="66567" y="8576"/>
                    <a:pt x="62125" y="8194"/>
                    <a:pt x="57730" y="7447"/>
                  </a:cubicBezTo>
                  <a:cubicBezTo>
                    <a:pt x="52546" y="6565"/>
                    <a:pt x="47524" y="4962"/>
                    <a:pt x="42478" y="3264"/>
                  </a:cubicBezTo>
                  <a:cubicBezTo>
                    <a:pt x="37619" y="1632"/>
                    <a:pt x="32605" y="0"/>
                    <a:pt x="27543"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3"/>
            <p:cNvSpPr/>
            <p:nvPr/>
          </p:nvSpPr>
          <p:spPr>
            <a:xfrm flipH="1" rot="10800000">
              <a:off x="8048796" y="-2356200"/>
              <a:ext cx="658408" cy="716833"/>
            </a:xfrm>
            <a:custGeom>
              <a:rect b="b" l="l" r="r" t="t"/>
              <a:pathLst>
                <a:path extrusionOk="0" h="17913" w="16453">
                  <a:moveTo>
                    <a:pt x="3031" y="0"/>
                  </a:moveTo>
                  <a:cubicBezTo>
                    <a:pt x="3004" y="0"/>
                    <a:pt x="2977" y="1"/>
                    <a:pt x="2950" y="2"/>
                  </a:cubicBezTo>
                  <a:cubicBezTo>
                    <a:pt x="1" y="132"/>
                    <a:pt x="2474" y="3624"/>
                    <a:pt x="3374" y="4819"/>
                  </a:cubicBezTo>
                  <a:cubicBezTo>
                    <a:pt x="5353" y="7446"/>
                    <a:pt x="8065" y="13097"/>
                    <a:pt x="8485" y="17912"/>
                  </a:cubicBezTo>
                  <a:lnTo>
                    <a:pt x="16452" y="17912"/>
                  </a:lnTo>
                  <a:cubicBezTo>
                    <a:pt x="15488" y="16742"/>
                    <a:pt x="14559" y="15523"/>
                    <a:pt x="13682" y="14232"/>
                  </a:cubicBezTo>
                  <a:cubicBezTo>
                    <a:pt x="11356" y="10805"/>
                    <a:pt x="9597" y="6836"/>
                    <a:pt x="7171" y="3507"/>
                  </a:cubicBezTo>
                  <a:cubicBezTo>
                    <a:pt x="6176" y="2144"/>
                    <a:pt x="4651" y="0"/>
                    <a:pt x="3031"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13"/>
            <p:cNvSpPr/>
            <p:nvPr/>
          </p:nvSpPr>
          <p:spPr>
            <a:xfrm flipH="1" rot="10800000">
              <a:off x="4946282" y="-2356029"/>
              <a:ext cx="4326332" cy="1547277"/>
            </a:xfrm>
            <a:custGeom>
              <a:rect b="b" l="l" r="r" t="t"/>
              <a:pathLst>
                <a:path extrusionOk="0" h="38665" w="108111">
                  <a:moveTo>
                    <a:pt x="45814" y="1"/>
                  </a:moveTo>
                  <a:cubicBezTo>
                    <a:pt x="35137" y="1"/>
                    <a:pt x="24388" y="2076"/>
                    <a:pt x="14090" y="5571"/>
                  </a:cubicBezTo>
                  <a:cubicBezTo>
                    <a:pt x="10624" y="6748"/>
                    <a:pt x="7061" y="8059"/>
                    <a:pt x="3946" y="10366"/>
                  </a:cubicBezTo>
                  <a:cubicBezTo>
                    <a:pt x="2615" y="11352"/>
                    <a:pt x="1078" y="12695"/>
                    <a:pt x="565" y="14641"/>
                  </a:cubicBezTo>
                  <a:cubicBezTo>
                    <a:pt x="1" y="16782"/>
                    <a:pt x="1151" y="18845"/>
                    <a:pt x="2414" y="20142"/>
                  </a:cubicBezTo>
                  <a:cubicBezTo>
                    <a:pt x="4524" y="22313"/>
                    <a:pt x="7328" y="22930"/>
                    <a:pt x="10110" y="22930"/>
                  </a:cubicBezTo>
                  <a:cubicBezTo>
                    <a:pt x="11691" y="22930"/>
                    <a:pt x="13266" y="22730"/>
                    <a:pt x="14702" y="22504"/>
                  </a:cubicBezTo>
                  <a:cubicBezTo>
                    <a:pt x="19304" y="21780"/>
                    <a:pt x="23791" y="20252"/>
                    <a:pt x="28307" y="18979"/>
                  </a:cubicBezTo>
                  <a:cubicBezTo>
                    <a:pt x="31469" y="18088"/>
                    <a:pt x="34583" y="17727"/>
                    <a:pt x="37812" y="17553"/>
                  </a:cubicBezTo>
                  <a:cubicBezTo>
                    <a:pt x="39567" y="17460"/>
                    <a:pt x="41324" y="17409"/>
                    <a:pt x="43081" y="17409"/>
                  </a:cubicBezTo>
                  <a:cubicBezTo>
                    <a:pt x="45289" y="17409"/>
                    <a:pt x="47497" y="17490"/>
                    <a:pt x="49701" y="17670"/>
                  </a:cubicBezTo>
                  <a:cubicBezTo>
                    <a:pt x="53900" y="18013"/>
                    <a:pt x="58120" y="18692"/>
                    <a:pt x="62182" y="20121"/>
                  </a:cubicBezTo>
                  <a:cubicBezTo>
                    <a:pt x="65643" y="21338"/>
                    <a:pt x="69140" y="23140"/>
                    <a:pt x="71836" y="26229"/>
                  </a:cubicBezTo>
                  <a:cubicBezTo>
                    <a:pt x="74556" y="29344"/>
                    <a:pt x="76197" y="34210"/>
                    <a:pt x="75759" y="38664"/>
                  </a:cubicBezTo>
                  <a:lnTo>
                    <a:pt x="85535" y="38664"/>
                  </a:lnTo>
                  <a:cubicBezTo>
                    <a:pt x="85296" y="35981"/>
                    <a:pt x="84353" y="33119"/>
                    <a:pt x="83500" y="31067"/>
                  </a:cubicBezTo>
                  <a:cubicBezTo>
                    <a:pt x="82723" y="29197"/>
                    <a:pt x="81831" y="27538"/>
                    <a:pt x="80681" y="26012"/>
                  </a:cubicBezTo>
                  <a:cubicBezTo>
                    <a:pt x="79935" y="25023"/>
                    <a:pt x="78306" y="23246"/>
                    <a:pt x="78633" y="21650"/>
                  </a:cubicBezTo>
                  <a:cubicBezTo>
                    <a:pt x="78840" y="20643"/>
                    <a:pt x="79649" y="20281"/>
                    <a:pt x="80449" y="20281"/>
                  </a:cubicBezTo>
                  <a:cubicBezTo>
                    <a:pt x="80893" y="20281"/>
                    <a:pt x="81334" y="20392"/>
                    <a:pt x="81670" y="20567"/>
                  </a:cubicBezTo>
                  <a:cubicBezTo>
                    <a:pt x="83214" y="21372"/>
                    <a:pt x="84460" y="23111"/>
                    <a:pt x="85532" y="24674"/>
                  </a:cubicBezTo>
                  <a:cubicBezTo>
                    <a:pt x="88081" y="28395"/>
                    <a:pt x="90008" y="32694"/>
                    <a:pt x="92680" y="36288"/>
                  </a:cubicBezTo>
                  <a:cubicBezTo>
                    <a:pt x="93289" y="37105"/>
                    <a:pt x="93919" y="37895"/>
                    <a:pt x="94562" y="38663"/>
                  </a:cubicBezTo>
                  <a:lnTo>
                    <a:pt x="104952" y="38663"/>
                  </a:lnTo>
                  <a:cubicBezTo>
                    <a:pt x="106677" y="38663"/>
                    <a:pt x="108077" y="36912"/>
                    <a:pt x="108110" y="34738"/>
                  </a:cubicBezTo>
                  <a:cubicBezTo>
                    <a:pt x="104684" y="32047"/>
                    <a:pt x="101346" y="29175"/>
                    <a:pt x="98018" y="26250"/>
                  </a:cubicBezTo>
                  <a:cubicBezTo>
                    <a:pt x="92264" y="21194"/>
                    <a:pt x="86645" y="15791"/>
                    <a:pt x="80705" y="11085"/>
                  </a:cubicBezTo>
                  <a:cubicBezTo>
                    <a:pt x="70628" y="3099"/>
                    <a:pt x="58598" y="156"/>
                    <a:pt x="46845" y="7"/>
                  </a:cubicBezTo>
                  <a:cubicBezTo>
                    <a:pt x="46501" y="3"/>
                    <a:pt x="46158" y="1"/>
                    <a:pt x="45814"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13"/>
            <p:cNvSpPr/>
            <p:nvPr/>
          </p:nvSpPr>
          <p:spPr>
            <a:xfrm flipH="1" rot="10800000">
              <a:off x="5076700" y="4430817"/>
              <a:ext cx="4335896" cy="796099"/>
            </a:xfrm>
            <a:custGeom>
              <a:rect b="b" l="l" r="r" t="t"/>
              <a:pathLst>
                <a:path extrusionOk="0" h="27758" w="108350">
                  <a:moveTo>
                    <a:pt x="51648" y="1"/>
                  </a:moveTo>
                  <a:cubicBezTo>
                    <a:pt x="50846" y="407"/>
                    <a:pt x="50018" y="729"/>
                    <a:pt x="49203" y="1014"/>
                  </a:cubicBezTo>
                  <a:cubicBezTo>
                    <a:pt x="42065" y="3506"/>
                    <a:pt x="34586" y="3501"/>
                    <a:pt x="27241" y="3584"/>
                  </a:cubicBezTo>
                  <a:cubicBezTo>
                    <a:pt x="20757" y="3656"/>
                    <a:pt x="14163" y="3777"/>
                    <a:pt x="7797" y="5515"/>
                  </a:cubicBezTo>
                  <a:cubicBezTo>
                    <a:pt x="5715" y="6083"/>
                    <a:pt x="3438" y="6902"/>
                    <a:pt x="1858" y="8814"/>
                  </a:cubicBezTo>
                  <a:cubicBezTo>
                    <a:pt x="0" y="11058"/>
                    <a:pt x="83" y="14195"/>
                    <a:pt x="776" y="17107"/>
                  </a:cubicBezTo>
                  <a:cubicBezTo>
                    <a:pt x="2438" y="24097"/>
                    <a:pt x="7861" y="27758"/>
                    <a:pt x="13371" y="27758"/>
                  </a:cubicBezTo>
                  <a:cubicBezTo>
                    <a:pt x="13681" y="27758"/>
                    <a:pt x="13992" y="27746"/>
                    <a:pt x="14303" y="27723"/>
                  </a:cubicBezTo>
                  <a:cubicBezTo>
                    <a:pt x="20922" y="27226"/>
                    <a:pt x="26485" y="22282"/>
                    <a:pt x="32673" y="19847"/>
                  </a:cubicBezTo>
                  <a:cubicBezTo>
                    <a:pt x="36195" y="18461"/>
                    <a:pt x="39879" y="17578"/>
                    <a:pt x="43501" y="16728"/>
                  </a:cubicBezTo>
                  <a:cubicBezTo>
                    <a:pt x="47244" y="15849"/>
                    <a:pt x="51012" y="15131"/>
                    <a:pt x="54789" y="14515"/>
                  </a:cubicBezTo>
                  <a:cubicBezTo>
                    <a:pt x="62223" y="13302"/>
                    <a:pt x="69695" y="12486"/>
                    <a:pt x="77160" y="11610"/>
                  </a:cubicBezTo>
                  <a:cubicBezTo>
                    <a:pt x="86796" y="10479"/>
                    <a:pt x="96503" y="9420"/>
                    <a:pt x="106195" y="9420"/>
                  </a:cubicBezTo>
                  <a:cubicBezTo>
                    <a:pt x="106913" y="9420"/>
                    <a:pt x="107630" y="9426"/>
                    <a:pt x="108348" y="9438"/>
                  </a:cubicBezTo>
                  <a:lnTo>
                    <a:pt x="108348" y="4002"/>
                  </a:lnTo>
                  <a:cubicBezTo>
                    <a:pt x="108350" y="1793"/>
                    <a:pt x="106935" y="1"/>
                    <a:pt x="105190" y="1"/>
                  </a:cubicBezTo>
                  <a:lnTo>
                    <a:pt x="90762" y="1"/>
                  </a:lnTo>
                  <a:cubicBezTo>
                    <a:pt x="89703" y="1934"/>
                    <a:pt x="88395" y="3470"/>
                    <a:pt x="86599" y="4557"/>
                  </a:cubicBezTo>
                  <a:cubicBezTo>
                    <a:pt x="83877" y="6208"/>
                    <a:pt x="80880" y="7099"/>
                    <a:pt x="77918" y="7745"/>
                  </a:cubicBezTo>
                  <a:cubicBezTo>
                    <a:pt x="74349" y="8524"/>
                    <a:pt x="70756" y="9202"/>
                    <a:pt x="67162" y="9801"/>
                  </a:cubicBezTo>
                  <a:cubicBezTo>
                    <a:pt x="59627" y="11058"/>
                    <a:pt x="52047" y="11784"/>
                    <a:pt x="44534" y="13253"/>
                  </a:cubicBezTo>
                  <a:cubicBezTo>
                    <a:pt x="40916" y="13963"/>
                    <a:pt x="37300" y="14822"/>
                    <a:pt x="33793" y="16179"/>
                  </a:cubicBezTo>
                  <a:cubicBezTo>
                    <a:pt x="31120" y="17214"/>
                    <a:pt x="28648" y="18964"/>
                    <a:pt x="26050" y="20259"/>
                  </a:cubicBezTo>
                  <a:cubicBezTo>
                    <a:pt x="24092" y="21236"/>
                    <a:pt x="21957" y="22126"/>
                    <a:pt x="19819" y="22126"/>
                  </a:cubicBezTo>
                  <a:cubicBezTo>
                    <a:pt x="19398" y="22126"/>
                    <a:pt x="18976" y="22091"/>
                    <a:pt x="18556" y="22016"/>
                  </a:cubicBezTo>
                  <a:cubicBezTo>
                    <a:pt x="16742" y="21690"/>
                    <a:pt x="14667" y="20360"/>
                    <a:pt x="13727" y="18271"/>
                  </a:cubicBezTo>
                  <a:cubicBezTo>
                    <a:pt x="12111" y="14673"/>
                    <a:pt x="16343" y="12032"/>
                    <a:pt x="18335" y="10924"/>
                  </a:cubicBezTo>
                  <a:cubicBezTo>
                    <a:pt x="29038" y="4972"/>
                    <a:pt x="41116" y="7214"/>
                    <a:pt x="52462" y="6363"/>
                  </a:cubicBezTo>
                  <a:cubicBezTo>
                    <a:pt x="56489" y="6062"/>
                    <a:pt x="60477" y="5377"/>
                    <a:pt x="64377" y="4066"/>
                  </a:cubicBezTo>
                  <a:cubicBezTo>
                    <a:pt x="66858" y="3233"/>
                    <a:pt x="69388" y="2647"/>
                    <a:pt x="71900" y="1973"/>
                  </a:cubicBezTo>
                  <a:cubicBezTo>
                    <a:pt x="74066" y="1391"/>
                    <a:pt x="76235" y="775"/>
                    <a:pt x="78366"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13"/>
            <p:cNvSpPr/>
            <p:nvPr/>
          </p:nvSpPr>
          <p:spPr>
            <a:xfrm flipH="1" rot="10800000">
              <a:off x="-97224" y="3973736"/>
              <a:ext cx="3996027" cy="864218"/>
            </a:xfrm>
            <a:custGeom>
              <a:rect b="b" l="l" r="r" t="t"/>
              <a:pathLst>
                <a:path extrusionOk="0" h="21596" w="99857">
                  <a:moveTo>
                    <a:pt x="65198" y="399"/>
                  </a:moveTo>
                  <a:cubicBezTo>
                    <a:pt x="72321" y="399"/>
                    <a:pt x="79621" y="1791"/>
                    <a:pt x="86922" y="4550"/>
                  </a:cubicBezTo>
                  <a:cubicBezTo>
                    <a:pt x="89575" y="5554"/>
                    <a:pt x="92653" y="6864"/>
                    <a:pt x="95348" y="8979"/>
                  </a:cubicBezTo>
                  <a:cubicBezTo>
                    <a:pt x="98235" y="11247"/>
                    <a:pt x="99428" y="13677"/>
                    <a:pt x="98898" y="16206"/>
                  </a:cubicBezTo>
                  <a:cubicBezTo>
                    <a:pt x="98311" y="18994"/>
                    <a:pt x="95759" y="19972"/>
                    <a:pt x="93599" y="20511"/>
                  </a:cubicBezTo>
                  <a:cubicBezTo>
                    <a:pt x="91491" y="21039"/>
                    <a:pt x="89309" y="21193"/>
                    <a:pt x="87246" y="21193"/>
                  </a:cubicBezTo>
                  <a:cubicBezTo>
                    <a:pt x="86217" y="21193"/>
                    <a:pt x="85218" y="21155"/>
                    <a:pt x="84273" y="21106"/>
                  </a:cubicBezTo>
                  <a:cubicBezTo>
                    <a:pt x="78503" y="20800"/>
                    <a:pt x="72921" y="19852"/>
                    <a:pt x="67683" y="18295"/>
                  </a:cubicBezTo>
                  <a:cubicBezTo>
                    <a:pt x="64541" y="17362"/>
                    <a:pt x="61400" y="16083"/>
                    <a:pt x="58362" y="14847"/>
                  </a:cubicBezTo>
                  <a:cubicBezTo>
                    <a:pt x="53266" y="12773"/>
                    <a:pt x="47995" y="10628"/>
                    <a:pt x="42530" y="10025"/>
                  </a:cubicBezTo>
                  <a:cubicBezTo>
                    <a:pt x="41682" y="9932"/>
                    <a:pt x="40859" y="9885"/>
                    <a:pt x="40058" y="9885"/>
                  </a:cubicBezTo>
                  <a:cubicBezTo>
                    <a:pt x="36646" y="9885"/>
                    <a:pt x="33636" y="10728"/>
                    <a:pt x="31087" y="12400"/>
                  </a:cubicBezTo>
                  <a:cubicBezTo>
                    <a:pt x="26728" y="15269"/>
                    <a:pt x="22197" y="17122"/>
                    <a:pt x="17235" y="18071"/>
                  </a:cubicBezTo>
                  <a:cubicBezTo>
                    <a:pt x="13172" y="18848"/>
                    <a:pt x="9086" y="19070"/>
                    <a:pt x="5424" y="19070"/>
                  </a:cubicBezTo>
                  <a:cubicBezTo>
                    <a:pt x="3631" y="19070"/>
                    <a:pt x="1941" y="19017"/>
                    <a:pt x="403" y="18949"/>
                  </a:cubicBezTo>
                  <a:lnTo>
                    <a:pt x="403" y="11532"/>
                  </a:lnTo>
                  <a:cubicBezTo>
                    <a:pt x="2361" y="12661"/>
                    <a:pt x="4594" y="13456"/>
                    <a:pt x="7045" y="13900"/>
                  </a:cubicBezTo>
                  <a:cubicBezTo>
                    <a:pt x="8672" y="14195"/>
                    <a:pt x="10356" y="14343"/>
                    <a:pt x="12121" y="14343"/>
                  </a:cubicBezTo>
                  <a:cubicBezTo>
                    <a:pt x="13968" y="14343"/>
                    <a:pt x="15904" y="14181"/>
                    <a:pt x="17957" y="13858"/>
                  </a:cubicBezTo>
                  <a:cubicBezTo>
                    <a:pt x="23076" y="13055"/>
                    <a:pt x="27790" y="10978"/>
                    <a:pt x="32121" y="8853"/>
                  </a:cubicBezTo>
                  <a:lnTo>
                    <a:pt x="32595" y="8620"/>
                  </a:lnTo>
                  <a:cubicBezTo>
                    <a:pt x="37243" y="6337"/>
                    <a:pt x="42049" y="3980"/>
                    <a:pt x="47066" y="2784"/>
                  </a:cubicBezTo>
                  <a:cubicBezTo>
                    <a:pt x="53031" y="1361"/>
                    <a:pt x="58397" y="590"/>
                    <a:pt x="63469" y="426"/>
                  </a:cubicBezTo>
                  <a:cubicBezTo>
                    <a:pt x="64044" y="408"/>
                    <a:pt x="64620" y="399"/>
                    <a:pt x="65198" y="399"/>
                  </a:cubicBezTo>
                  <a:close/>
                  <a:moveTo>
                    <a:pt x="65203" y="1"/>
                  </a:moveTo>
                  <a:cubicBezTo>
                    <a:pt x="64619" y="1"/>
                    <a:pt x="64036" y="10"/>
                    <a:pt x="63455" y="29"/>
                  </a:cubicBezTo>
                  <a:cubicBezTo>
                    <a:pt x="58355" y="192"/>
                    <a:pt x="52963" y="968"/>
                    <a:pt x="46970" y="2396"/>
                  </a:cubicBezTo>
                  <a:cubicBezTo>
                    <a:pt x="41911" y="3604"/>
                    <a:pt x="37084" y="5971"/>
                    <a:pt x="32416" y="8263"/>
                  </a:cubicBezTo>
                  <a:lnTo>
                    <a:pt x="31942" y="8496"/>
                  </a:lnTo>
                  <a:cubicBezTo>
                    <a:pt x="27640" y="10606"/>
                    <a:pt x="22957" y="12670"/>
                    <a:pt x="17892" y="13466"/>
                  </a:cubicBezTo>
                  <a:cubicBezTo>
                    <a:pt x="15860" y="13785"/>
                    <a:pt x="13946" y="13945"/>
                    <a:pt x="12120" y="13945"/>
                  </a:cubicBezTo>
                  <a:cubicBezTo>
                    <a:pt x="10379" y="13945"/>
                    <a:pt x="8719" y="13799"/>
                    <a:pt x="7116" y="13508"/>
                  </a:cubicBezTo>
                  <a:cubicBezTo>
                    <a:pt x="4584" y="13050"/>
                    <a:pt x="2294" y="12211"/>
                    <a:pt x="305" y="11012"/>
                  </a:cubicBezTo>
                  <a:lnTo>
                    <a:pt x="0" y="10828"/>
                  </a:lnTo>
                  <a:lnTo>
                    <a:pt x="0" y="19337"/>
                  </a:lnTo>
                  <a:lnTo>
                    <a:pt x="193" y="19345"/>
                  </a:lnTo>
                  <a:cubicBezTo>
                    <a:pt x="1788" y="19417"/>
                    <a:pt x="3552" y="19474"/>
                    <a:pt x="5427" y="19474"/>
                  </a:cubicBezTo>
                  <a:cubicBezTo>
                    <a:pt x="9110" y="19474"/>
                    <a:pt x="13220" y="19251"/>
                    <a:pt x="17311" y="18469"/>
                  </a:cubicBezTo>
                  <a:cubicBezTo>
                    <a:pt x="22324" y="17509"/>
                    <a:pt x="26904" y="15636"/>
                    <a:pt x="31309" y="12740"/>
                  </a:cubicBezTo>
                  <a:cubicBezTo>
                    <a:pt x="33791" y="11110"/>
                    <a:pt x="36725" y="10287"/>
                    <a:pt x="40058" y="10287"/>
                  </a:cubicBezTo>
                  <a:cubicBezTo>
                    <a:pt x="40845" y="10287"/>
                    <a:pt x="41654" y="10333"/>
                    <a:pt x="42485" y="10425"/>
                  </a:cubicBezTo>
                  <a:cubicBezTo>
                    <a:pt x="47895" y="11021"/>
                    <a:pt x="53139" y="13156"/>
                    <a:pt x="58211" y="15220"/>
                  </a:cubicBezTo>
                  <a:cubicBezTo>
                    <a:pt x="61257" y="16459"/>
                    <a:pt x="64408" y="17742"/>
                    <a:pt x="67568" y="18681"/>
                  </a:cubicBezTo>
                  <a:cubicBezTo>
                    <a:pt x="72838" y="20248"/>
                    <a:pt x="78452" y="21200"/>
                    <a:pt x="84253" y="21507"/>
                  </a:cubicBezTo>
                  <a:cubicBezTo>
                    <a:pt x="85207" y="21557"/>
                    <a:pt x="86216" y="21596"/>
                    <a:pt x="87255" y="21596"/>
                  </a:cubicBezTo>
                  <a:cubicBezTo>
                    <a:pt x="89341" y="21596"/>
                    <a:pt x="91554" y="21438"/>
                    <a:pt x="93697" y="20904"/>
                  </a:cubicBezTo>
                  <a:cubicBezTo>
                    <a:pt x="95795" y="20381"/>
                    <a:pt x="98654" y="19332"/>
                    <a:pt x="99293" y="16292"/>
                  </a:cubicBezTo>
                  <a:cubicBezTo>
                    <a:pt x="99857" y="13600"/>
                    <a:pt x="98614" y="11035"/>
                    <a:pt x="95596" y="8666"/>
                  </a:cubicBezTo>
                  <a:cubicBezTo>
                    <a:pt x="92859" y="6520"/>
                    <a:pt x="89747" y="5193"/>
                    <a:pt x="87062" y="4178"/>
                  </a:cubicBezTo>
                  <a:cubicBezTo>
                    <a:pt x="79719" y="1402"/>
                    <a:pt x="72371" y="1"/>
                    <a:pt x="652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9" name="Google Shape;329;p13"/>
            <p:cNvGrpSpPr/>
            <p:nvPr/>
          </p:nvGrpSpPr>
          <p:grpSpPr>
            <a:xfrm>
              <a:off x="-97224" y="3233178"/>
              <a:ext cx="9377821" cy="2147740"/>
              <a:chOff x="-97224" y="3233178"/>
              <a:chExt cx="9377821" cy="2147740"/>
            </a:xfrm>
          </p:grpSpPr>
          <p:sp>
            <p:nvSpPr>
              <p:cNvPr id="330" name="Google Shape;330;p13"/>
              <p:cNvSpPr/>
              <p:nvPr/>
            </p:nvSpPr>
            <p:spPr>
              <a:xfrm flipH="1" rot="10800000">
                <a:off x="-89101" y="3233178"/>
                <a:ext cx="9361814" cy="2075187"/>
              </a:xfrm>
              <a:custGeom>
                <a:rect b="b" l="l" r="r" t="t"/>
                <a:pathLst>
                  <a:path extrusionOk="0" h="51857" w="233943">
                    <a:moveTo>
                      <a:pt x="114254" y="0"/>
                    </a:moveTo>
                    <a:cubicBezTo>
                      <a:pt x="113814" y="3337"/>
                      <a:pt x="107760" y="3970"/>
                      <a:pt x="105882" y="4185"/>
                    </a:cubicBezTo>
                    <a:cubicBezTo>
                      <a:pt x="103480" y="4463"/>
                      <a:pt x="101037" y="4580"/>
                      <a:pt x="98593" y="4580"/>
                    </a:cubicBezTo>
                    <a:cubicBezTo>
                      <a:pt x="96187" y="4580"/>
                      <a:pt x="93780" y="4466"/>
                      <a:pt x="91413" y="4277"/>
                    </a:cubicBezTo>
                    <a:cubicBezTo>
                      <a:pt x="83262" y="3622"/>
                      <a:pt x="75254" y="1586"/>
                      <a:pt x="67197" y="2"/>
                    </a:cubicBezTo>
                    <a:lnTo>
                      <a:pt x="3161" y="2"/>
                    </a:lnTo>
                    <a:cubicBezTo>
                      <a:pt x="1415" y="2"/>
                      <a:pt x="0" y="1794"/>
                      <a:pt x="0" y="4003"/>
                    </a:cubicBezTo>
                    <a:lnTo>
                      <a:pt x="0" y="12983"/>
                    </a:lnTo>
                    <a:cubicBezTo>
                      <a:pt x="752" y="13703"/>
                      <a:pt x="1532" y="14304"/>
                      <a:pt x="2202" y="14753"/>
                    </a:cubicBezTo>
                    <a:cubicBezTo>
                      <a:pt x="5867" y="17202"/>
                      <a:pt x="10108" y="17905"/>
                      <a:pt x="14266" y="17905"/>
                    </a:cubicBezTo>
                    <a:cubicBezTo>
                      <a:pt x="15542" y="17905"/>
                      <a:pt x="16811" y="17839"/>
                      <a:pt x="18052" y="17736"/>
                    </a:cubicBezTo>
                    <a:cubicBezTo>
                      <a:pt x="23329" y="17301"/>
                      <a:pt x="28524" y="16026"/>
                      <a:pt x="33704" y="14740"/>
                    </a:cubicBezTo>
                    <a:cubicBezTo>
                      <a:pt x="40948" y="12940"/>
                      <a:pt x="48135" y="10828"/>
                      <a:pt x="55442" y="9439"/>
                    </a:cubicBezTo>
                    <a:cubicBezTo>
                      <a:pt x="61321" y="8322"/>
                      <a:pt x="67233" y="7670"/>
                      <a:pt x="73167" y="7670"/>
                    </a:cubicBezTo>
                    <a:cubicBezTo>
                      <a:pt x="74688" y="7670"/>
                      <a:pt x="76210" y="7713"/>
                      <a:pt x="77734" y="7802"/>
                    </a:cubicBezTo>
                    <a:cubicBezTo>
                      <a:pt x="85106" y="8232"/>
                      <a:pt x="92423" y="9785"/>
                      <a:pt x="99530" y="12287"/>
                    </a:cubicBezTo>
                    <a:cubicBezTo>
                      <a:pt x="102317" y="13268"/>
                      <a:pt x="105115" y="14314"/>
                      <a:pt x="107858" y="15489"/>
                    </a:cubicBezTo>
                    <a:cubicBezTo>
                      <a:pt x="110332" y="16548"/>
                      <a:pt x="112809" y="17789"/>
                      <a:pt x="115004" y="19608"/>
                    </a:cubicBezTo>
                    <a:cubicBezTo>
                      <a:pt x="117824" y="21944"/>
                      <a:pt x="120303" y="25852"/>
                      <a:pt x="120226" y="30339"/>
                    </a:cubicBezTo>
                    <a:cubicBezTo>
                      <a:pt x="120101" y="37466"/>
                      <a:pt x="112935" y="40330"/>
                      <a:pt x="108516" y="41748"/>
                    </a:cubicBezTo>
                    <a:cubicBezTo>
                      <a:pt x="101630" y="43955"/>
                      <a:pt x="94414" y="44564"/>
                      <a:pt x="87337" y="44821"/>
                    </a:cubicBezTo>
                    <a:cubicBezTo>
                      <a:pt x="84855" y="44912"/>
                      <a:pt x="82371" y="44958"/>
                      <a:pt x="79887" y="44958"/>
                    </a:cubicBezTo>
                    <a:cubicBezTo>
                      <a:pt x="73140" y="44958"/>
                      <a:pt x="66393" y="44612"/>
                      <a:pt x="59673" y="43851"/>
                    </a:cubicBezTo>
                    <a:cubicBezTo>
                      <a:pt x="52128" y="42997"/>
                      <a:pt x="44620" y="41722"/>
                      <a:pt x="37128" y="40332"/>
                    </a:cubicBezTo>
                    <a:cubicBezTo>
                      <a:pt x="29596" y="38936"/>
                      <a:pt x="22076" y="37257"/>
                      <a:pt x="14513" y="36145"/>
                    </a:cubicBezTo>
                    <a:cubicBezTo>
                      <a:pt x="10469" y="35552"/>
                      <a:pt x="6279" y="35103"/>
                      <a:pt x="2100" y="35103"/>
                    </a:cubicBezTo>
                    <a:cubicBezTo>
                      <a:pt x="1400" y="35103"/>
                      <a:pt x="700" y="35116"/>
                      <a:pt x="0" y="35142"/>
                    </a:cubicBezTo>
                    <a:lnTo>
                      <a:pt x="0" y="41392"/>
                    </a:lnTo>
                    <a:cubicBezTo>
                      <a:pt x="3897" y="40406"/>
                      <a:pt x="7757" y="39113"/>
                      <a:pt x="11701" y="38520"/>
                    </a:cubicBezTo>
                    <a:cubicBezTo>
                      <a:pt x="12850" y="38347"/>
                      <a:pt x="14002" y="38268"/>
                      <a:pt x="15153" y="38268"/>
                    </a:cubicBezTo>
                    <a:cubicBezTo>
                      <a:pt x="18352" y="38268"/>
                      <a:pt x="21545" y="38880"/>
                      <a:pt x="24665" y="39789"/>
                    </a:cubicBezTo>
                    <a:cubicBezTo>
                      <a:pt x="29176" y="41103"/>
                      <a:pt x="33559" y="43015"/>
                      <a:pt x="37996" y="44675"/>
                    </a:cubicBezTo>
                    <a:cubicBezTo>
                      <a:pt x="42689" y="46433"/>
                      <a:pt x="47479" y="47692"/>
                      <a:pt x="52300" y="48740"/>
                    </a:cubicBezTo>
                    <a:cubicBezTo>
                      <a:pt x="61496" y="50745"/>
                      <a:pt x="70937" y="51857"/>
                      <a:pt x="80373" y="51857"/>
                    </a:cubicBezTo>
                    <a:cubicBezTo>
                      <a:pt x="91348" y="51857"/>
                      <a:pt x="102317" y="50352"/>
                      <a:pt x="112889" y="46997"/>
                    </a:cubicBezTo>
                    <a:cubicBezTo>
                      <a:pt x="122215" y="44038"/>
                      <a:pt x="130897" y="39216"/>
                      <a:pt x="139694" y="34414"/>
                    </a:cubicBezTo>
                    <a:cubicBezTo>
                      <a:pt x="143466" y="32352"/>
                      <a:pt x="147358" y="30634"/>
                      <a:pt x="151383" y="29556"/>
                    </a:cubicBezTo>
                    <a:cubicBezTo>
                      <a:pt x="155813" y="28370"/>
                      <a:pt x="160303" y="28105"/>
                      <a:pt x="164816" y="27914"/>
                    </a:cubicBezTo>
                    <a:cubicBezTo>
                      <a:pt x="167320" y="27807"/>
                      <a:pt x="169825" y="27756"/>
                      <a:pt x="172331" y="27756"/>
                    </a:cubicBezTo>
                    <a:cubicBezTo>
                      <a:pt x="189289" y="27756"/>
                      <a:pt x="206270" y="30094"/>
                      <a:pt x="222996" y="33398"/>
                    </a:cubicBezTo>
                    <a:cubicBezTo>
                      <a:pt x="226644" y="34116"/>
                      <a:pt x="230302" y="34924"/>
                      <a:pt x="233942" y="35864"/>
                    </a:cubicBezTo>
                    <a:lnTo>
                      <a:pt x="233942" y="9938"/>
                    </a:lnTo>
                    <a:cubicBezTo>
                      <a:pt x="233216" y="9925"/>
                      <a:pt x="232489" y="9919"/>
                      <a:pt x="231762" y="9919"/>
                    </a:cubicBezTo>
                    <a:cubicBezTo>
                      <a:pt x="219843" y="9919"/>
                      <a:pt x="207922" y="11530"/>
                      <a:pt x="196068" y="12904"/>
                    </a:cubicBezTo>
                    <a:cubicBezTo>
                      <a:pt x="188339" y="13801"/>
                      <a:pt x="180609" y="14806"/>
                      <a:pt x="172944" y="16393"/>
                    </a:cubicBezTo>
                    <a:cubicBezTo>
                      <a:pt x="169135" y="17181"/>
                      <a:pt x="165343" y="18112"/>
                      <a:pt x="161591" y="19260"/>
                    </a:cubicBezTo>
                    <a:cubicBezTo>
                      <a:pt x="158213" y="20291"/>
                      <a:pt x="155063" y="21813"/>
                      <a:pt x="151893" y="23606"/>
                    </a:cubicBezTo>
                    <a:cubicBezTo>
                      <a:pt x="147715" y="25970"/>
                      <a:pt x="143374" y="28204"/>
                      <a:pt x="138868" y="28204"/>
                    </a:cubicBezTo>
                    <a:cubicBezTo>
                      <a:pt x="137422" y="28204"/>
                      <a:pt x="135960" y="27974"/>
                      <a:pt x="134480" y="27445"/>
                    </a:cubicBezTo>
                    <a:cubicBezTo>
                      <a:pt x="129632" y="25711"/>
                      <a:pt x="125716" y="20547"/>
                      <a:pt x="125484" y="13951"/>
                    </a:cubicBezTo>
                    <a:cubicBezTo>
                      <a:pt x="125286" y="8300"/>
                      <a:pt x="129601" y="6027"/>
                      <a:pt x="133294" y="5020"/>
                    </a:cubicBezTo>
                    <a:cubicBezTo>
                      <a:pt x="139570" y="3307"/>
                      <a:pt x="146074" y="3151"/>
                      <a:pt x="152463" y="3078"/>
                    </a:cubicBezTo>
                    <a:cubicBezTo>
                      <a:pt x="160083" y="2991"/>
                      <a:pt x="167851" y="3042"/>
                      <a:pt x="175233" y="328"/>
                    </a:cubicBezTo>
                    <a:cubicBezTo>
                      <a:pt x="175511" y="226"/>
                      <a:pt x="175788" y="116"/>
                      <a:pt x="176066"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13"/>
              <p:cNvSpPr/>
              <p:nvPr/>
            </p:nvSpPr>
            <p:spPr>
              <a:xfrm flipH="1" rot="10800000">
                <a:off x="-97224" y="3290284"/>
                <a:ext cx="9377821" cy="2090634"/>
              </a:xfrm>
              <a:custGeom>
                <a:rect b="b" l="l" r="r" t="t"/>
                <a:pathLst>
                  <a:path extrusionOk="0" h="52243" w="234343">
                    <a:moveTo>
                      <a:pt x="67361" y="400"/>
                    </a:moveTo>
                    <a:cubicBezTo>
                      <a:pt x="69340" y="790"/>
                      <a:pt x="71349" y="1215"/>
                      <a:pt x="73292" y="1625"/>
                    </a:cubicBezTo>
                    <a:cubicBezTo>
                      <a:pt x="79265" y="2884"/>
                      <a:pt x="85439" y="4185"/>
                      <a:pt x="91598" y="4680"/>
                    </a:cubicBezTo>
                    <a:cubicBezTo>
                      <a:pt x="94144" y="4885"/>
                      <a:pt x="96537" y="4987"/>
                      <a:pt x="98805" y="4987"/>
                    </a:cubicBezTo>
                    <a:cubicBezTo>
                      <a:pt x="101387" y="4987"/>
                      <a:pt x="103808" y="4854"/>
                      <a:pt x="106108" y="4590"/>
                    </a:cubicBezTo>
                    <a:lnTo>
                      <a:pt x="106218" y="4577"/>
                    </a:lnTo>
                    <a:cubicBezTo>
                      <a:pt x="108158" y="4354"/>
                      <a:pt x="114000" y="3685"/>
                      <a:pt x="114628" y="406"/>
                    </a:cubicBezTo>
                    <a:lnTo>
                      <a:pt x="175193" y="406"/>
                    </a:lnTo>
                    <a:cubicBezTo>
                      <a:pt x="168249" y="2915"/>
                      <a:pt x="160889" y="2994"/>
                      <a:pt x="153768" y="3069"/>
                    </a:cubicBezTo>
                    <a:lnTo>
                      <a:pt x="152665" y="3082"/>
                    </a:lnTo>
                    <a:cubicBezTo>
                      <a:pt x="145764" y="3162"/>
                      <a:pt x="139551" y="3364"/>
                      <a:pt x="133446" y="5030"/>
                    </a:cubicBezTo>
                    <a:cubicBezTo>
                      <a:pt x="128003" y="6516"/>
                      <a:pt x="125326" y="9588"/>
                      <a:pt x="125487" y="14164"/>
                    </a:cubicBezTo>
                    <a:cubicBezTo>
                      <a:pt x="125709" y="20471"/>
                      <a:pt x="129379" y="25966"/>
                      <a:pt x="134618" y="27839"/>
                    </a:cubicBezTo>
                    <a:cubicBezTo>
                      <a:pt x="136131" y="28380"/>
                      <a:pt x="137619" y="28617"/>
                      <a:pt x="139091" y="28617"/>
                    </a:cubicBezTo>
                    <a:cubicBezTo>
                      <a:pt x="143547" y="28617"/>
                      <a:pt x="147847" y="26448"/>
                      <a:pt x="152196" y="23987"/>
                    </a:cubicBezTo>
                    <a:cubicBezTo>
                      <a:pt x="155813" y="21943"/>
                      <a:pt x="158880" y="20567"/>
                      <a:pt x="161854" y="19658"/>
                    </a:cubicBezTo>
                    <a:cubicBezTo>
                      <a:pt x="165379" y="18581"/>
                      <a:pt x="169085" y="17643"/>
                      <a:pt x="173189" y="16795"/>
                    </a:cubicBezTo>
                    <a:cubicBezTo>
                      <a:pt x="180974" y="15181"/>
                      <a:pt x="188894" y="14166"/>
                      <a:pt x="196294" y="13308"/>
                    </a:cubicBezTo>
                    <a:cubicBezTo>
                      <a:pt x="197767" y="13138"/>
                      <a:pt x="199245" y="12964"/>
                      <a:pt x="200722" y="12788"/>
                    </a:cubicBezTo>
                    <a:cubicBezTo>
                      <a:pt x="210970" y="11576"/>
                      <a:pt x="221543" y="10326"/>
                      <a:pt x="231999" y="10326"/>
                    </a:cubicBezTo>
                    <a:cubicBezTo>
                      <a:pt x="232648" y="10326"/>
                      <a:pt x="233296" y="10331"/>
                      <a:pt x="233944" y="10341"/>
                    </a:cubicBezTo>
                    <a:lnTo>
                      <a:pt x="233944" y="35809"/>
                    </a:lnTo>
                    <a:cubicBezTo>
                      <a:pt x="230629" y="34959"/>
                      <a:pt x="227123" y="34173"/>
                      <a:pt x="223236" y="33405"/>
                    </a:cubicBezTo>
                    <a:cubicBezTo>
                      <a:pt x="203906" y="29587"/>
                      <a:pt x="187591" y="27758"/>
                      <a:pt x="172597" y="27758"/>
                    </a:cubicBezTo>
                    <a:cubicBezTo>
                      <a:pt x="170032" y="27758"/>
                      <a:pt x="167505" y="27812"/>
                      <a:pt x="165009" y="27918"/>
                    </a:cubicBezTo>
                    <a:cubicBezTo>
                      <a:pt x="160422" y="28112"/>
                      <a:pt x="155941" y="28387"/>
                      <a:pt x="151533" y="29567"/>
                    </a:cubicBezTo>
                    <a:cubicBezTo>
                      <a:pt x="147826" y="30560"/>
                      <a:pt x="143986" y="32153"/>
                      <a:pt x="139798" y="34441"/>
                    </a:cubicBezTo>
                    <a:lnTo>
                      <a:pt x="138875" y="34945"/>
                    </a:lnTo>
                    <a:cubicBezTo>
                      <a:pt x="130584" y="39473"/>
                      <a:pt x="122011" y="44161"/>
                      <a:pt x="113029" y="47009"/>
                    </a:cubicBezTo>
                    <a:cubicBezTo>
                      <a:pt x="102889" y="50226"/>
                      <a:pt x="91919" y="51840"/>
                      <a:pt x="80509" y="51840"/>
                    </a:cubicBezTo>
                    <a:cubicBezTo>
                      <a:pt x="71401" y="51840"/>
                      <a:pt x="62013" y="50811"/>
                      <a:pt x="52541" y="48749"/>
                    </a:cubicBezTo>
                    <a:cubicBezTo>
                      <a:pt x="46930" y="47526"/>
                      <a:pt x="42394" y="46236"/>
                      <a:pt x="38264" y="44691"/>
                    </a:cubicBezTo>
                    <a:cubicBezTo>
                      <a:pt x="36953" y="44199"/>
                      <a:pt x="35624" y="43678"/>
                      <a:pt x="34338" y="43172"/>
                    </a:cubicBezTo>
                    <a:cubicBezTo>
                      <a:pt x="31276" y="41971"/>
                      <a:pt x="28107" y="40726"/>
                      <a:pt x="24921" y="39799"/>
                    </a:cubicBezTo>
                    <a:cubicBezTo>
                      <a:pt x="21414" y="38777"/>
                      <a:pt x="18247" y="38271"/>
                      <a:pt x="15326" y="38271"/>
                    </a:cubicBezTo>
                    <a:cubicBezTo>
                      <a:pt x="14137" y="38271"/>
                      <a:pt x="12987" y="38356"/>
                      <a:pt x="11874" y="38521"/>
                    </a:cubicBezTo>
                    <a:cubicBezTo>
                      <a:pt x="9119" y="38936"/>
                      <a:pt x="6366" y="39703"/>
                      <a:pt x="3703" y="40442"/>
                    </a:cubicBezTo>
                    <a:cubicBezTo>
                      <a:pt x="2622" y="40742"/>
                      <a:pt x="1508" y="41053"/>
                      <a:pt x="406" y="41335"/>
                    </a:cubicBezTo>
                    <a:lnTo>
                      <a:pt x="406" y="35538"/>
                    </a:lnTo>
                    <a:cubicBezTo>
                      <a:pt x="1027" y="35516"/>
                      <a:pt x="1658" y="35506"/>
                      <a:pt x="2301" y="35506"/>
                    </a:cubicBezTo>
                    <a:cubicBezTo>
                      <a:pt x="5902" y="35506"/>
                      <a:pt x="9901" y="35844"/>
                      <a:pt x="14687" y="36547"/>
                    </a:cubicBezTo>
                    <a:cubicBezTo>
                      <a:pt x="19745" y="37290"/>
                      <a:pt x="24868" y="38304"/>
                      <a:pt x="29822" y="39284"/>
                    </a:cubicBezTo>
                    <a:cubicBezTo>
                      <a:pt x="32271" y="39769"/>
                      <a:pt x="34802" y="40270"/>
                      <a:pt x="37296" y="40733"/>
                    </a:cubicBezTo>
                    <a:cubicBezTo>
                      <a:pt x="43914" y="41961"/>
                      <a:pt x="51770" y="43339"/>
                      <a:pt x="59854" y="44254"/>
                    </a:cubicBezTo>
                    <a:cubicBezTo>
                      <a:pt x="66359" y="44990"/>
                      <a:pt x="73165" y="45361"/>
                      <a:pt x="80163" y="45361"/>
                    </a:cubicBezTo>
                    <a:cubicBezTo>
                      <a:pt x="82603" y="45361"/>
                      <a:pt x="85067" y="45316"/>
                      <a:pt x="87550" y="45225"/>
                    </a:cubicBezTo>
                    <a:cubicBezTo>
                      <a:pt x="94026" y="44991"/>
                      <a:pt x="101613" y="44441"/>
                      <a:pt x="108780" y="42142"/>
                    </a:cubicBezTo>
                    <a:cubicBezTo>
                      <a:pt x="113810" y="40529"/>
                      <a:pt x="120508" y="37574"/>
                      <a:pt x="120629" y="30544"/>
                    </a:cubicBezTo>
                    <a:cubicBezTo>
                      <a:pt x="120696" y="26529"/>
                      <a:pt x="118718" y="22458"/>
                      <a:pt x="115334" y="19654"/>
                    </a:cubicBezTo>
                    <a:cubicBezTo>
                      <a:pt x="112985" y="17708"/>
                      <a:pt x="110379" y="16465"/>
                      <a:pt x="108140" y="15506"/>
                    </a:cubicBezTo>
                    <a:cubicBezTo>
                      <a:pt x="105719" y="14467"/>
                      <a:pt x="103070" y="13450"/>
                      <a:pt x="99798" y="12298"/>
                    </a:cubicBezTo>
                    <a:cubicBezTo>
                      <a:pt x="92520" y="9735"/>
                      <a:pt x="85169" y="8223"/>
                      <a:pt x="77949" y="7802"/>
                    </a:cubicBezTo>
                    <a:cubicBezTo>
                      <a:pt x="76425" y="7713"/>
                      <a:pt x="74890" y="7669"/>
                      <a:pt x="73339" y="7669"/>
                    </a:cubicBezTo>
                    <a:cubicBezTo>
                      <a:pt x="67706" y="7669"/>
                      <a:pt x="61863" y="8255"/>
                      <a:pt x="55605" y="9443"/>
                    </a:cubicBezTo>
                    <a:cubicBezTo>
                      <a:pt x="50502" y="10413"/>
                      <a:pt x="45374" y="11757"/>
                      <a:pt x="40416" y="13057"/>
                    </a:cubicBezTo>
                    <a:cubicBezTo>
                      <a:pt x="38267" y="13620"/>
                      <a:pt x="36046" y="14201"/>
                      <a:pt x="33857" y="14746"/>
                    </a:cubicBezTo>
                    <a:cubicBezTo>
                      <a:pt x="29050" y="15939"/>
                      <a:pt x="23603" y="17293"/>
                      <a:pt x="18238" y="17736"/>
                    </a:cubicBezTo>
                    <a:cubicBezTo>
                      <a:pt x="17038" y="17835"/>
                      <a:pt x="15751" y="17910"/>
                      <a:pt x="14415" y="17910"/>
                    </a:cubicBezTo>
                    <a:cubicBezTo>
                      <a:pt x="10534" y="17910"/>
                      <a:pt x="6246" y="17280"/>
                      <a:pt x="2517" y="14787"/>
                    </a:cubicBezTo>
                    <a:cubicBezTo>
                      <a:pt x="2004" y="14446"/>
                      <a:pt x="1229" y="13878"/>
                      <a:pt x="403" y="13098"/>
                    </a:cubicBezTo>
                    <a:lnTo>
                      <a:pt x="403" y="4204"/>
                    </a:lnTo>
                    <a:cubicBezTo>
                      <a:pt x="403" y="2108"/>
                      <a:pt x="1731" y="405"/>
                      <a:pt x="3364" y="405"/>
                    </a:cubicBezTo>
                    <a:lnTo>
                      <a:pt x="67361" y="400"/>
                    </a:lnTo>
                    <a:close/>
                    <a:moveTo>
                      <a:pt x="114278" y="0"/>
                    </a:moveTo>
                    <a:lnTo>
                      <a:pt x="114255" y="176"/>
                    </a:lnTo>
                    <a:cubicBezTo>
                      <a:pt x="113845" y="3294"/>
                      <a:pt x="108068" y="3957"/>
                      <a:pt x="106170" y="4175"/>
                    </a:cubicBezTo>
                    <a:lnTo>
                      <a:pt x="106061" y="4187"/>
                    </a:lnTo>
                    <a:cubicBezTo>
                      <a:pt x="103777" y="4451"/>
                      <a:pt x="101371" y="4582"/>
                      <a:pt x="98803" y="4582"/>
                    </a:cubicBezTo>
                    <a:cubicBezTo>
                      <a:pt x="96546" y="4582"/>
                      <a:pt x="94164" y="4481"/>
                      <a:pt x="91630" y="4277"/>
                    </a:cubicBezTo>
                    <a:cubicBezTo>
                      <a:pt x="85496" y="3785"/>
                      <a:pt x="79335" y="2485"/>
                      <a:pt x="73374" y="1229"/>
                    </a:cubicBezTo>
                    <a:cubicBezTo>
                      <a:pt x="71430" y="820"/>
                      <a:pt x="69420" y="395"/>
                      <a:pt x="67400" y="2"/>
                    </a:cubicBezTo>
                    <a:lnTo>
                      <a:pt x="3365" y="2"/>
                    </a:lnTo>
                    <a:cubicBezTo>
                      <a:pt x="1511" y="2"/>
                      <a:pt x="3" y="1889"/>
                      <a:pt x="3" y="4205"/>
                    </a:cubicBezTo>
                    <a:lnTo>
                      <a:pt x="3" y="13267"/>
                    </a:lnTo>
                    <a:lnTo>
                      <a:pt x="66" y="13327"/>
                    </a:lnTo>
                    <a:cubicBezTo>
                      <a:pt x="935" y="14157"/>
                      <a:pt x="1758" y="14760"/>
                      <a:pt x="2295" y="15120"/>
                    </a:cubicBezTo>
                    <a:cubicBezTo>
                      <a:pt x="6107" y="17668"/>
                      <a:pt x="10473" y="18312"/>
                      <a:pt x="14416" y="18312"/>
                    </a:cubicBezTo>
                    <a:cubicBezTo>
                      <a:pt x="15764" y="18312"/>
                      <a:pt x="17063" y="18236"/>
                      <a:pt x="18274" y="18136"/>
                    </a:cubicBezTo>
                    <a:cubicBezTo>
                      <a:pt x="23670" y="17692"/>
                      <a:pt x="29134" y="16335"/>
                      <a:pt x="33955" y="15136"/>
                    </a:cubicBezTo>
                    <a:cubicBezTo>
                      <a:pt x="36148" y="14591"/>
                      <a:pt x="38370" y="14008"/>
                      <a:pt x="40521" y="13444"/>
                    </a:cubicBezTo>
                    <a:cubicBezTo>
                      <a:pt x="45471" y="12145"/>
                      <a:pt x="50591" y="10802"/>
                      <a:pt x="55682" y="9836"/>
                    </a:cubicBezTo>
                    <a:cubicBezTo>
                      <a:pt x="61914" y="8652"/>
                      <a:pt x="67733" y="8068"/>
                      <a:pt x="73339" y="8068"/>
                    </a:cubicBezTo>
                    <a:cubicBezTo>
                      <a:pt x="74883" y="8068"/>
                      <a:pt x="76410" y="8112"/>
                      <a:pt x="77924" y="8200"/>
                    </a:cubicBezTo>
                    <a:cubicBezTo>
                      <a:pt x="85109" y="8620"/>
                      <a:pt x="92423" y="10126"/>
                      <a:pt x="99664" y="12674"/>
                    </a:cubicBezTo>
                    <a:cubicBezTo>
                      <a:pt x="102926" y="13823"/>
                      <a:pt x="105569" y="14839"/>
                      <a:pt x="107978" y="15872"/>
                    </a:cubicBezTo>
                    <a:cubicBezTo>
                      <a:pt x="110192" y="16820"/>
                      <a:pt x="112765" y="18046"/>
                      <a:pt x="115074" y="19959"/>
                    </a:cubicBezTo>
                    <a:cubicBezTo>
                      <a:pt x="118366" y="22686"/>
                      <a:pt x="120289" y="26638"/>
                      <a:pt x="120224" y="30531"/>
                    </a:cubicBezTo>
                    <a:cubicBezTo>
                      <a:pt x="120108" y="37304"/>
                      <a:pt x="113565" y="40179"/>
                      <a:pt x="108656" y="41753"/>
                    </a:cubicBezTo>
                    <a:cubicBezTo>
                      <a:pt x="101534" y="44037"/>
                      <a:pt x="93982" y="44584"/>
                      <a:pt x="87532" y="44818"/>
                    </a:cubicBezTo>
                    <a:cubicBezTo>
                      <a:pt x="85053" y="44908"/>
                      <a:pt x="82593" y="44953"/>
                      <a:pt x="80156" y="44953"/>
                    </a:cubicBezTo>
                    <a:cubicBezTo>
                      <a:pt x="73174" y="44953"/>
                      <a:pt x="66385" y="44584"/>
                      <a:pt x="59897" y="43849"/>
                    </a:cubicBezTo>
                    <a:cubicBezTo>
                      <a:pt x="51824" y="42936"/>
                      <a:pt x="43978" y="41560"/>
                      <a:pt x="37366" y="40335"/>
                    </a:cubicBezTo>
                    <a:cubicBezTo>
                      <a:pt x="34874" y="39874"/>
                      <a:pt x="32343" y="39371"/>
                      <a:pt x="29894" y="38889"/>
                    </a:cubicBezTo>
                    <a:cubicBezTo>
                      <a:pt x="24935" y="37906"/>
                      <a:pt x="19807" y="36891"/>
                      <a:pt x="14740" y="36147"/>
                    </a:cubicBezTo>
                    <a:cubicBezTo>
                      <a:pt x="9938" y="35440"/>
                      <a:pt x="5923" y="35101"/>
                      <a:pt x="2306" y="35101"/>
                    </a:cubicBezTo>
                    <a:cubicBezTo>
                      <a:pt x="1587" y="35101"/>
                      <a:pt x="884" y="35114"/>
                      <a:pt x="193" y="35141"/>
                    </a:cubicBezTo>
                    <a:lnTo>
                      <a:pt x="0" y="35148"/>
                    </a:lnTo>
                    <a:lnTo>
                      <a:pt x="0" y="41850"/>
                    </a:lnTo>
                    <a:lnTo>
                      <a:pt x="250" y="41789"/>
                    </a:lnTo>
                    <a:cubicBezTo>
                      <a:pt x="1438" y="41486"/>
                      <a:pt x="2642" y="41153"/>
                      <a:pt x="3807" y="40829"/>
                    </a:cubicBezTo>
                    <a:cubicBezTo>
                      <a:pt x="6459" y="40093"/>
                      <a:pt x="9201" y="39331"/>
                      <a:pt x="11931" y="38920"/>
                    </a:cubicBezTo>
                    <a:cubicBezTo>
                      <a:pt x="13025" y="38755"/>
                      <a:pt x="14155" y="38672"/>
                      <a:pt x="15326" y="38672"/>
                    </a:cubicBezTo>
                    <a:cubicBezTo>
                      <a:pt x="18207" y="38672"/>
                      <a:pt x="21339" y="39173"/>
                      <a:pt x="24808" y="40183"/>
                    </a:cubicBezTo>
                    <a:cubicBezTo>
                      <a:pt x="27977" y="41106"/>
                      <a:pt x="31136" y="42346"/>
                      <a:pt x="34192" y="43547"/>
                    </a:cubicBezTo>
                    <a:cubicBezTo>
                      <a:pt x="35480" y="44051"/>
                      <a:pt x="36810" y="44575"/>
                      <a:pt x="38124" y="45065"/>
                    </a:cubicBezTo>
                    <a:cubicBezTo>
                      <a:pt x="42272" y="46618"/>
                      <a:pt x="46826" y="47913"/>
                      <a:pt x="52458" y="49140"/>
                    </a:cubicBezTo>
                    <a:cubicBezTo>
                      <a:pt x="61960" y="51209"/>
                      <a:pt x="71376" y="52242"/>
                      <a:pt x="80515" y="52242"/>
                    </a:cubicBezTo>
                    <a:cubicBezTo>
                      <a:pt x="91963" y="52242"/>
                      <a:pt x="102972" y="50622"/>
                      <a:pt x="113151" y="47393"/>
                    </a:cubicBezTo>
                    <a:cubicBezTo>
                      <a:pt x="122171" y="44531"/>
                      <a:pt x="130760" y="39837"/>
                      <a:pt x="139068" y="35298"/>
                    </a:cubicBezTo>
                    <a:lnTo>
                      <a:pt x="139990" y="34794"/>
                    </a:lnTo>
                    <a:cubicBezTo>
                      <a:pt x="144149" y="32523"/>
                      <a:pt x="147959" y="30939"/>
                      <a:pt x="151635" y="29954"/>
                    </a:cubicBezTo>
                    <a:cubicBezTo>
                      <a:pt x="156001" y="28784"/>
                      <a:pt x="160459" y="28512"/>
                      <a:pt x="165023" y="28318"/>
                    </a:cubicBezTo>
                    <a:cubicBezTo>
                      <a:pt x="167510" y="28212"/>
                      <a:pt x="170027" y="28159"/>
                      <a:pt x="172583" y="28159"/>
                    </a:cubicBezTo>
                    <a:cubicBezTo>
                      <a:pt x="187551" y="28159"/>
                      <a:pt x="203846" y="29985"/>
                      <a:pt x="223155" y="33798"/>
                    </a:cubicBezTo>
                    <a:cubicBezTo>
                      <a:pt x="227133" y="34583"/>
                      <a:pt x="230708" y="35389"/>
                      <a:pt x="234091" y="36262"/>
                    </a:cubicBezTo>
                    <a:lnTo>
                      <a:pt x="234343" y="36327"/>
                    </a:lnTo>
                    <a:lnTo>
                      <a:pt x="234343" y="9942"/>
                    </a:lnTo>
                    <a:lnTo>
                      <a:pt x="234144" y="9938"/>
                    </a:lnTo>
                    <a:cubicBezTo>
                      <a:pt x="233436" y="9926"/>
                      <a:pt x="232728" y="9920"/>
                      <a:pt x="232019" y="9920"/>
                    </a:cubicBezTo>
                    <a:cubicBezTo>
                      <a:pt x="221533" y="9920"/>
                      <a:pt x="210937" y="11173"/>
                      <a:pt x="200668" y="12387"/>
                    </a:cubicBezTo>
                    <a:cubicBezTo>
                      <a:pt x="199192" y="12560"/>
                      <a:pt x="197716" y="12735"/>
                      <a:pt x="196241" y="12907"/>
                    </a:cubicBezTo>
                    <a:cubicBezTo>
                      <a:pt x="188833" y="13765"/>
                      <a:pt x="180900" y="14784"/>
                      <a:pt x="173099" y="16399"/>
                    </a:cubicBezTo>
                    <a:cubicBezTo>
                      <a:pt x="168984" y="17250"/>
                      <a:pt x="165266" y="18189"/>
                      <a:pt x="161730" y="19271"/>
                    </a:cubicBezTo>
                    <a:cubicBezTo>
                      <a:pt x="158729" y="20188"/>
                      <a:pt x="155634" y="21574"/>
                      <a:pt x="151992" y="23636"/>
                    </a:cubicBezTo>
                    <a:cubicBezTo>
                      <a:pt x="147694" y="26067"/>
                      <a:pt x="143448" y="28211"/>
                      <a:pt x="139076" y="28211"/>
                    </a:cubicBezTo>
                    <a:cubicBezTo>
                      <a:pt x="137648" y="28211"/>
                      <a:pt x="136206" y="27982"/>
                      <a:pt x="134745" y="27459"/>
                    </a:cubicBezTo>
                    <a:cubicBezTo>
                      <a:pt x="129659" y="25640"/>
                      <a:pt x="126097" y="20292"/>
                      <a:pt x="125882" y="14148"/>
                    </a:cubicBezTo>
                    <a:cubicBezTo>
                      <a:pt x="125729" y="9782"/>
                      <a:pt x="128305" y="6844"/>
                      <a:pt x="133544" y="5415"/>
                    </a:cubicBezTo>
                    <a:cubicBezTo>
                      <a:pt x="139606" y="3761"/>
                      <a:pt x="145790" y="3559"/>
                      <a:pt x="152664" y="3482"/>
                    </a:cubicBezTo>
                    <a:lnTo>
                      <a:pt x="153767" y="3469"/>
                    </a:lnTo>
                    <a:cubicBezTo>
                      <a:pt x="160981" y="3392"/>
                      <a:pt x="168439" y="3314"/>
                      <a:pt x="175499" y="719"/>
                    </a:cubicBezTo>
                    <a:cubicBezTo>
                      <a:pt x="175781" y="617"/>
                      <a:pt x="176061" y="506"/>
                      <a:pt x="176341" y="389"/>
                    </a:cubicBezTo>
                    <a:lnTo>
                      <a:pt x="17726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2" name="Google Shape;332;p13"/>
            <p:cNvSpPr/>
            <p:nvPr/>
          </p:nvSpPr>
          <p:spPr>
            <a:xfrm flipH="1" rot="10800000">
              <a:off x="-97224" y="2054444"/>
              <a:ext cx="8367499" cy="1836163"/>
            </a:xfrm>
            <a:custGeom>
              <a:rect b="b" l="l" r="r" t="t"/>
              <a:pathLst>
                <a:path extrusionOk="0" h="45884" w="209096">
                  <a:moveTo>
                    <a:pt x="173615" y="405"/>
                  </a:moveTo>
                  <a:cubicBezTo>
                    <a:pt x="176375" y="405"/>
                    <a:pt x="179213" y="507"/>
                    <a:pt x="182050" y="829"/>
                  </a:cubicBezTo>
                  <a:cubicBezTo>
                    <a:pt x="188207" y="1528"/>
                    <a:pt x="194615" y="3672"/>
                    <a:pt x="201642" y="7381"/>
                  </a:cubicBezTo>
                  <a:lnTo>
                    <a:pt x="202000" y="7570"/>
                  </a:lnTo>
                  <a:cubicBezTo>
                    <a:pt x="204160" y="8703"/>
                    <a:pt x="207122" y="10258"/>
                    <a:pt x="208209" y="13014"/>
                  </a:cubicBezTo>
                  <a:cubicBezTo>
                    <a:pt x="208659" y="14157"/>
                    <a:pt x="208681" y="15157"/>
                    <a:pt x="208272" y="15990"/>
                  </a:cubicBezTo>
                  <a:cubicBezTo>
                    <a:pt x="207624" y="17309"/>
                    <a:pt x="205989" y="18018"/>
                    <a:pt x="204732" y="18381"/>
                  </a:cubicBezTo>
                  <a:cubicBezTo>
                    <a:pt x="201461" y="19325"/>
                    <a:pt x="198006" y="19797"/>
                    <a:pt x="194392" y="19797"/>
                  </a:cubicBezTo>
                  <a:cubicBezTo>
                    <a:pt x="190821" y="19797"/>
                    <a:pt x="187096" y="19336"/>
                    <a:pt x="183241" y="18415"/>
                  </a:cubicBezTo>
                  <a:cubicBezTo>
                    <a:pt x="179114" y="17429"/>
                    <a:pt x="174866" y="16057"/>
                    <a:pt x="170611" y="14337"/>
                  </a:cubicBezTo>
                  <a:cubicBezTo>
                    <a:pt x="166998" y="12878"/>
                    <a:pt x="163261" y="11368"/>
                    <a:pt x="159428" y="10535"/>
                  </a:cubicBezTo>
                  <a:cubicBezTo>
                    <a:pt x="157531" y="10122"/>
                    <a:pt x="155742" y="9916"/>
                    <a:pt x="154034" y="9916"/>
                  </a:cubicBezTo>
                  <a:cubicBezTo>
                    <a:pt x="152450" y="9916"/>
                    <a:pt x="150935" y="10094"/>
                    <a:pt x="149470" y="10449"/>
                  </a:cubicBezTo>
                  <a:cubicBezTo>
                    <a:pt x="145504" y="11411"/>
                    <a:pt x="142070" y="13874"/>
                    <a:pt x="138895" y="16316"/>
                  </a:cubicBezTo>
                  <a:cubicBezTo>
                    <a:pt x="136054" y="18501"/>
                    <a:pt x="133233" y="20858"/>
                    <a:pt x="130505" y="23139"/>
                  </a:cubicBezTo>
                  <a:cubicBezTo>
                    <a:pt x="126905" y="26149"/>
                    <a:pt x="123181" y="29264"/>
                    <a:pt x="119366" y="32010"/>
                  </a:cubicBezTo>
                  <a:cubicBezTo>
                    <a:pt x="107458" y="40580"/>
                    <a:pt x="92880" y="45107"/>
                    <a:pt x="76028" y="45462"/>
                  </a:cubicBezTo>
                  <a:cubicBezTo>
                    <a:pt x="75424" y="45475"/>
                    <a:pt x="74822" y="45482"/>
                    <a:pt x="74224" y="45482"/>
                  </a:cubicBezTo>
                  <a:cubicBezTo>
                    <a:pt x="58269" y="45482"/>
                    <a:pt x="44689" y="40929"/>
                    <a:pt x="33828" y="31942"/>
                  </a:cubicBezTo>
                  <a:cubicBezTo>
                    <a:pt x="27187" y="26448"/>
                    <a:pt x="20603" y="21405"/>
                    <a:pt x="13056" y="20088"/>
                  </a:cubicBezTo>
                  <a:cubicBezTo>
                    <a:pt x="11967" y="19897"/>
                    <a:pt x="10865" y="19801"/>
                    <a:pt x="9746" y="19801"/>
                  </a:cubicBezTo>
                  <a:cubicBezTo>
                    <a:pt x="6781" y="19801"/>
                    <a:pt x="3696" y="20474"/>
                    <a:pt x="406" y="21833"/>
                  </a:cubicBezTo>
                  <a:lnTo>
                    <a:pt x="406" y="14358"/>
                  </a:lnTo>
                  <a:cubicBezTo>
                    <a:pt x="1109" y="14230"/>
                    <a:pt x="1864" y="14110"/>
                    <a:pt x="2702" y="13993"/>
                  </a:cubicBezTo>
                  <a:cubicBezTo>
                    <a:pt x="5594" y="13588"/>
                    <a:pt x="8552" y="13414"/>
                    <a:pt x="11411" y="13245"/>
                  </a:cubicBezTo>
                  <a:lnTo>
                    <a:pt x="12958" y="13152"/>
                  </a:lnTo>
                  <a:cubicBezTo>
                    <a:pt x="15818" y="12978"/>
                    <a:pt x="18953" y="12785"/>
                    <a:pt x="22145" y="12785"/>
                  </a:cubicBezTo>
                  <a:cubicBezTo>
                    <a:pt x="23389" y="12785"/>
                    <a:pt x="24641" y="12814"/>
                    <a:pt x="25889" y="12885"/>
                  </a:cubicBezTo>
                  <a:cubicBezTo>
                    <a:pt x="29786" y="13104"/>
                    <a:pt x="33808" y="14150"/>
                    <a:pt x="38546" y="16169"/>
                  </a:cubicBezTo>
                  <a:cubicBezTo>
                    <a:pt x="52883" y="22283"/>
                    <a:pt x="69842" y="28659"/>
                    <a:pt x="86902" y="29591"/>
                  </a:cubicBezTo>
                  <a:cubicBezTo>
                    <a:pt x="88135" y="29659"/>
                    <a:pt x="89353" y="29692"/>
                    <a:pt x="90554" y="29692"/>
                  </a:cubicBezTo>
                  <a:cubicBezTo>
                    <a:pt x="97955" y="29692"/>
                    <a:pt x="104738" y="28414"/>
                    <a:pt x="110758" y="25880"/>
                  </a:cubicBezTo>
                  <a:cubicBezTo>
                    <a:pt x="117187" y="23174"/>
                    <a:pt x="123174" y="18993"/>
                    <a:pt x="128962" y="14950"/>
                  </a:cubicBezTo>
                  <a:cubicBezTo>
                    <a:pt x="130301" y="14015"/>
                    <a:pt x="131684" y="13050"/>
                    <a:pt x="133052" y="12117"/>
                  </a:cubicBezTo>
                  <a:cubicBezTo>
                    <a:pt x="136569" y="9716"/>
                    <a:pt x="140379" y="7249"/>
                    <a:pt x="144384" y="5460"/>
                  </a:cubicBezTo>
                  <a:cubicBezTo>
                    <a:pt x="148006" y="3842"/>
                    <a:pt x="151905" y="2608"/>
                    <a:pt x="155970" y="1792"/>
                  </a:cubicBezTo>
                  <a:cubicBezTo>
                    <a:pt x="159701" y="1042"/>
                    <a:pt x="163680" y="640"/>
                    <a:pt x="168868" y="486"/>
                  </a:cubicBezTo>
                  <a:cubicBezTo>
                    <a:pt x="170413" y="440"/>
                    <a:pt x="172001" y="405"/>
                    <a:pt x="173615" y="405"/>
                  </a:cubicBezTo>
                  <a:close/>
                  <a:moveTo>
                    <a:pt x="173609" y="0"/>
                  </a:moveTo>
                  <a:cubicBezTo>
                    <a:pt x="171993" y="0"/>
                    <a:pt x="170405" y="35"/>
                    <a:pt x="168858" y="80"/>
                  </a:cubicBezTo>
                  <a:cubicBezTo>
                    <a:pt x="163644" y="234"/>
                    <a:pt x="159645" y="639"/>
                    <a:pt x="155891" y="1393"/>
                  </a:cubicBezTo>
                  <a:cubicBezTo>
                    <a:pt x="151795" y="2216"/>
                    <a:pt x="147870" y="3459"/>
                    <a:pt x="144219" y="5088"/>
                  </a:cubicBezTo>
                  <a:cubicBezTo>
                    <a:pt x="140186" y="6888"/>
                    <a:pt x="136359" y="9369"/>
                    <a:pt x="132824" y="11781"/>
                  </a:cubicBezTo>
                  <a:cubicBezTo>
                    <a:pt x="131454" y="12715"/>
                    <a:pt x="130070" y="13683"/>
                    <a:pt x="128732" y="14617"/>
                  </a:cubicBezTo>
                  <a:cubicBezTo>
                    <a:pt x="122961" y="18648"/>
                    <a:pt x="116993" y="22817"/>
                    <a:pt x="110602" y="25506"/>
                  </a:cubicBezTo>
                  <a:cubicBezTo>
                    <a:pt x="104631" y="28019"/>
                    <a:pt x="97899" y="29287"/>
                    <a:pt x="90554" y="29287"/>
                  </a:cubicBezTo>
                  <a:cubicBezTo>
                    <a:pt x="89360" y="29287"/>
                    <a:pt x="88149" y="29254"/>
                    <a:pt x="86923" y="29187"/>
                  </a:cubicBezTo>
                  <a:cubicBezTo>
                    <a:pt x="69926" y="28261"/>
                    <a:pt x="53010" y="21898"/>
                    <a:pt x="38703" y="15797"/>
                  </a:cubicBezTo>
                  <a:cubicBezTo>
                    <a:pt x="33922" y="13758"/>
                    <a:pt x="29857" y="12704"/>
                    <a:pt x="25911" y="12481"/>
                  </a:cubicBezTo>
                  <a:cubicBezTo>
                    <a:pt x="24653" y="12410"/>
                    <a:pt x="23392" y="12381"/>
                    <a:pt x="22140" y="12381"/>
                  </a:cubicBezTo>
                  <a:cubicBezTo>
                    <a:pt x="18938" y="12381"/>
                    <a:pt x="15797" y="12572"/>
                    <a:pt x="12931" y="12748"/>
                  </a:cubicBezTo>
                  <a:lnTo>
                    <a:pt x="11384" y="12841"/>
                  </a:lnTo>
                  <a:cubicBezTo>
                    <a:pt x="8518" y="13010"/>
                    <a:pt x="5551" y="13184"/>
                    <a:pt x="2644" y="13591"/>
                  </a:cubicBezTo>
                  <a:cubicBezTo>
                    <a:pt x="1731" y="13718"/>
                    <a:pt x="921" y="13848"/>
                    <a:pt x="165" y="13990"/>
                  </a:cubicBezTo>
                  <a:lnTo>
                    <a:pt x="0" y="14020"/>
                  </a:lnTo>
                  <a:lnTo>
                    <a:pt x="0" y="22434"/>
                  </a:lnTo>
                  <a:lnTo>
                    <a:pt x="280" y="22317"/>
                  </a:lnTo>
                  <a:cubicBezTo>
                    <a:pt x="3624" y="20902"/>
                    <a:pt x="6748" y="20202"/>
                    <a:pt x="9745" y="20202"/>
                  </a:cubicBezTo>
                  <a:cubicBezTo>
                    <a:pt x="10841" y="20202"/>
                    <a:pt x="11920" y="20296"/>
                    <a:pt x="12987" y="20482"/>
                  </a:cubicBezTo>
                  <a:cubicBezTo>
                    <a:pt x="20436" y="21784"/>
                    <a:pt x="26975" y="26792"/>
                    <a:pt x="33571" y="32250"/>
                  </a:cubicBezTo>
                  <a:cubicBezTo>
                    <a:pt x="44508" y="41302"/>
                    <a:pt x="58178" y="45884"/>
                    <a:pt x="74230" y="45884"/>
                  </a:cubicBezTo>
                  <a:cubicBezTo>
                    <a:pt x="74828" y="45884"/>
                    <a:pt x="75434" y="45878"/>
                    <a:pt x="76041" y="45864"/>
                  </a:cubicBezTo>
                  <a:cubicBezTo>
                    <a:pt x="92973" y="45507"/>
                    <a:pt x="107630" y="40953"/>
                    <a:pt x="119603" y="32334"/>
                  </a:cubicBezTo>
                  <a:cubicBezTo>
                    <a:pt x="123430" y="29580"/>
                    <a:pt x="127160" y="26462"/>
                    <a:pt x="130767" y="23446"/>
                  </a:cubicBezTo>
                  <a:cubicBezTo>
                    <a:pt x="133490" y="21168"/>
                    <a:pt x="136306" y="18812"/>
                    <a:pt x="139143" y="16633"/>
                  </a:cubicBezTo>
                  <a:cubicBezTo>
                    <a:pt x="142286" y="14218"/>
                    <a:pt x="145678" y="11782"/>
                    <a:pt x="149569" y="10839"/>
                  </a:cubicBezTo>
                  <a:cubicBezTo>
                    <a:pt x="151002" y="10492"/>
                    <a:pt x="152486" y="10318"/>
                    <a:pt x="154040" y="10318"/>
                  </a:cubicBezTo>
                  <a:cubicBezTo>
                    <a:pt x="155718" y="10318"/>
                    <a:pt x="157477" y="10521"/>
                    <a:pt x="159345" y="10926"/>
                  </a:cubicBezTo>
                  <a:cubicBezTo>
                    <a:pt x="163146" y="11754"/>
                    <a:pt x="166866" y="13255"/>
                    <a:pt x="170463" y="14710"/>
                  </a:cubicBezTo>
                  <a:cubicBezTo>
                    <a:pt x="174735" y="16434"/>
                    <a:pt x="179004" y="17813"/>
                    <a:pt x="183149" y="18805"/>
                  </a:cubicBezTo>
                  <a:cubicBezTo>
                    <a:pt x="187035" y="19734"/>
                    <a:pt x="190791" y="20198"/>
                    <a:pt x="194393" y="20198"/>
                  </a:cubicBezTo>
                  <a:cubicBezTo>
                    <a:pt x="198045" y="20198"/>
                    <a:pt x="201538" y="19721"/>
                    <a:pt x="204846" y="18766"/>
                  </a:cubicBezTo>
                  <a:cubicBezTo>
                    <a:pt x="206788" y="18205"/>
                    <a:pt x="208062" y="17332"/>
                    <a:pt x="208634" y="16167"/>
                  </a:cubicBezTo>
                  <a:cubicBezTo>
                    <a:pt x="209095" y="15229"/>
                    <a:pt x="209080" y="14117"/>
                    <a:pt x="208584" y="12865"/>
                  </a:cubicBezTo>
                  <a:cubicBezTo>
                    <a:pt x="207441" y="9969"/>
                    <a:pt x="204404" y="8376"/>
                    <a:pt x="202188" y="7211"/>
                  </a:cubicBezTo>
                  <a:lnTo>
                    <a:pt x="201831" y="7024"/>
                  </a:lnTo>
                  <a:cubicBezTo>
                    <a:pt x="194760" y="3289"/>
                    <a:pt x="188306" y="1132"/>
                    <a:pt x="182098" y="427"/>
                  </a:cubicBezTo>
                  <a:cubicBezTo>
                    <a:pt x="179239" y="102"/>
                    <a:pt x="176384" y="0"/>
                    <a:pt x="17360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13"/>
            <p:cNvSpPr/>
            <p:nvPr/>
          </p:nvSpPr>
          <p:spPr>
            <a:xfrm flipH="1" rot="10800000">
              <a:off x="-97184" y="2454484"/>
              <a:ext cx="807313" cy="330705"/>
            </a:xfrm>
            <a:custGeom>
              <a:rect b="b" l="l" r="r" t="t"/>
              <a:pathLst>
                <a:path extrusionOk="0" h="8264" w="20174">
                  <a:moveTo>
                    <a:pt x="10888" y="404"/>
                  </a:moveTo>
                  <a:cubicBezTo>
                    <a:pt x="11749" y="404"/>
                    <a:pt x="12597" y="461"/>
                    <a:pt x="13422" y="602"/>
                  </a:cubicBezTo>
                  <a:cubicBezTo>
                    <a:pt x="15472" y="954"/>
                    <a:pt x="17153" y="1897"/>
                    <a:pt x="18413" y="3404"/>
                  </a:cubicBezTo>
                  <a:cubicBezTo>
                    <a:pt x="19054" y="4170"/>
                    <a:pt x="19787" y="5267"/>
                    <a:pt x="19634" y="6147"/>
                  </a:cubicBezTo>
                  <a:cubicBezTo>
                    <a:pt x="19567" y="6546"/>
                    <a:pt x="19324" y="6863"/>
                    <a:pt x="18894" y="7118"/>
                  </a:cubicBezTo>
                  <a:cubicBezTo>
                    <a:pt x="17704" y="7820"/>
                    <a:pt x="16206" y="7861"/>
                    <a:pt x="14950" y="7861"/>
                  </a:cubicBezTo>
                  <a:cubicBezTo>
                    <a:pt x="14860" y="7861"/>
                    <a:pt x="14771" y="7861"/>
                    <a:pt x="14684" y="7861"/>
                  </a:cubicBezTo>
                  <a:cubicBezTo>
                    <a:pt x="13289" y="7856"/>
                    <a:pt x="11866" y="7753"/>
                    <a:pt x="10488" y="7653"/>
                  </a:cubicBezTo>
                  <a:cubicBezTo>
                    <a:pt x="9887" y="7608"/>
                    <a:pt x="9287" y="7565"/>
                    <a:pt x="8687" y="7529"/>
                  </a:cubicBezTo>
                  <a:cubicBezTo>
                    <a:pt x="5827" y="7359"/>
                    <a:pt x="3245" y="7206"/>
                    <a:pt x="649" y="7206"/>
                  </a:cubicBezTo>
                  <a:cubicBezTo>
                    <a:pt x="568" y="7206"/>
                    <a:pt x="486" y="7206"/>
                    <a:pt x="405" y="7206"/>
                  </a:cubicBezTo>
                  <a:lnTo>
                    <a:pt x="405" y="1428"/>
                  </a:lnTo>
                  <a:cubicBezTo>
                    <a:pt x="2017" y="1368"/>
                    <a:pt x="3674" y="1139"/>
                    <a:pt x="5280" y="919"/>
                  </a:cubicBezTo>
                  <a:cubicBezTo>
                    <a:pt x="7141" y="665"/>
                    <a:pt x="9044" y="404"/>
                    <a:pt x="10888" y="404"/>
                  </a:cubicBezTo>
                  <a:close/>
                  <a:moveTo>
                    <a:pt x="10888" y="1"/>
                  </a:moveTo>
                  <a:cubicBezTo>
                    <a:pt x="9018" y="1"/>
                    <a:pt x="7099" y="265"/>
                    <a:pt x="5223" y="522"/>
                  </a:cubicBezTo>
                  <a:cubicBezTo>
                    <a:pt x="3564" y="751"/>
                    <a:pt x="1848" y="984"/>
                    <a:pt x="195" y="1034"/>
                  </a:cubicBezTo>
                  <a:lnTo>
                    <a:pt x="1" y="1039"/>
                  </a:lnTo>
                  <a:lnTo>
                    <a:pt x="1" y="7612"/>
                  </a:lnTo>
                  <a:lnTo>
                    <a:pt x="202" y="7612"/>
                  </a:lnTo>
                  <a:cubicBezTo>
                    <a:pt x="266" y="7612"/>
                    <a:pt x="330" y="7612"/>
                    <a:pt x="393" y="7612"/>
                  </a:cubicBezTo>
                  <a:cubicBezTo>
                    <a:pt x="3056" y="7612"/>
                    <a:pt x="5717" y="7756"/>
                    <a:pt x="8664" y="7932"/>
                  </a:cubicBezTo>
                  <a:cubicBezTo>
                    <a:pt x="9261" y="7968"/>
                    <a:pt x="9860" y="8012"/>
                    <a:pt x="10460" y="8055"/>
                  </a:cubicBezTo>
                  <a:cubicBezTo>
                    <a:pt x="11844" y="8155"/>
                    <a:pt x="13275" y="8259"/>
                    <a:pt x="14682" y="8264"/>
                  </a:cubicBezTo>
                  <a:lnTo>
                    <a:pt x="14998" y="8264"/>
                  </a:lnTo>
                  <a:cubicBezTo>
                    <a:pt x="16295" y="8264"/>
                    <a:pt x="17831" y="8211"/>
                    <a:pt x="19096" y="7463"/>
                  </a:cubicBezTo>
                  <a:cubicBezTo>
                    <a:pt x="19626" y="7152"/>
                    <a:pt x="19940" y="6730"/>
                    <a:pt x="20030" y="6216"/>
                  </a:cubicBezTo>
                  <a:cubicBezTo>
                    <a:pt x="20173" y="5387"/>
                    <a:pt x="19732" y="4354"/>
                    <a:pt x="18720" y="3145"/>
                  </a:cubicBezTo>
                  <a:cubicBezTo>
                    <a:pt x="17395" y="1562"/>
                    <a:pt x="15637" y="574"/>
                    <a:pt x="13488" y="205"/>
                  </a:cubicBezTo>
                  <a:cubicBezTo>
                    <a:pt x="12639" y="59"/>
                    <a:pt x="11769" y="1"/>
                    <a:pt x="108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13"/>
            <p:cNvSpPr/>
            <p:nvPr/>
          </p:nvSpPr>
          <p:spPr>
            <a:xfrm flipH="1" rot="10800000">
              <a:off x="-97104" y="1094974"/>
              <a:ext cx="9377861" cy="2035410"/>
            </a:xfrm>
            <a:custGeom>
              <a:rect b="b" l="l" r="r" t="t"/>
              <a:pathLst>
                <a:path extrusionOk="0" h="50863" w="234344">
                  <a:moveTo>
                    <a:pt x="233940" y="621"/>
                  </a:moveTo>
                  <a:lnTo>
                    <a:pt x="233940" y="12077"/>
                  </a:lnTo>
                  <a:cubicBezTo>
                    <a:pt x="232371" y="13846"/>
                    <a:pt x="230619" y="15358"/>
                    <a:pt x="228734" y="16565"/>
                  </a:cubicBezTo>
                  <a:cubicBezTo>
                    <a:pt x="224484" y="19289"/>
                    <a:pt x="219376" y="20857"/>
                    <a:pt x="213122" y="21360"/>
                  </a:cubicBezTo>
                  <a:cubicBezTo>
                    <a:pt x="211653" y="21479"/>
                    <a:pt x="210146" y="21539"/>
                    <a:pt x="208580" y="21539"/>
                  </a:cubicBezTo>
                  <a:cubicBezTo>
                    <a:pt x="205000" y="21539"/>
                    <a:pt x="201109" y="21226"/>
                    <a:pt x="196647" y="20590"/>
                  </a:cubicBezTo>
                  <a:lnTo>
                    <a:pt x="196529" y="20574"/>
                  </a:lnTo>
                  <a:cubicBezTo>
                    <a:pt x="194477" y="20283"/>
                    <a:pt x="192356" y="19981"/>
                    <a:pt x="190306" y="19457"/>
                  </a:cubicBezTo>
                  <a:cubicBezTo>
                    <a:pt x="188131" y="18901"/>
                    <a:pt x="186302" y="18457"/>
                    <a:pt x="184446" y="18095"/>
                  </a:cubicBezTo>
                  <a:cubicBezTo>
                    <a:pt x="182413" y="17700"/>
                    <a:pt x="180221" y="17338"/>
                    <a:pt x="178016" y="17338"/>
                  </a:cubicBezTo>
                  <a:cubicBezTo>
                    <a:pt x="177942" y="17338"/>
                    <a:pt x="177867" y="17339"/>
                    <a:pt x="177792" y="17340"/>
                  </a:cubicBezTo>
                  <a:cubicBezTo>
                    <a:pt x="176496" y="17354"/>
                    <a:pt x="174542" y="17378"/>
                    <a:pt x="173323" y="18637"/>
                  </a:cubicBezTo>
                  <a:cubicBezTo>
                    <a:pt x="172261" y="19733"/>
                    <a:pt x="172397" y="21555"/>
                    <a:pt x="173080" y="22788"/>
                  </a:cubicBezTo>
                  <a:cubicBezTo>
                    <a:pt x="174004" y="24459"/>
                    <a:pt x="175665" y="25395"/>
                    <a:pt x="177319" y="26158"/>
                  </a:cubicBezTo>
                  <a:cubicBezTo>
                    <a:pt x="180088" y="27433"/>
                    <a:pt x="183032" y="28076"/>
                    <a:pt x="185878" y="28699"/>
                  </a:cubicBezTo>
                  <a:cubicBezTo>
                    <a:pt x="186544" y="28844"/>
                    <a:pt x="187205" y="28990"/>
                    <a:pt x="187866" y="29142"/>
                  </a:cubicBezTo>
                  <a:cubicBezTo>
                    <a:pt x="191326" y="29942"/>
                    <a:pt x="194903" y="30405"/>
                    <a:pt x="198362" y="30852"/>
                  </a:cubicBezTo>
                  <a:lnTo>
                    <a:pt x="199879" y="31048"/>
                  </a:lnTo>
                  <a:cubicBezTo>
                    <a:pt x="203501" y="31524"/>
                    <a:pt x="207493" y="31975"/>
                    <a:pt x="212443" y="32469"/>
                  </a:cubicBezTo>
                  <a:cubicBezTo>
                    <a:pt x="216296" y="32854"/>
                    <a:pt x="220110" y="33192"/>
                    <a:pt x="223683" y="33505"/>
                  </a:cubicBezTo>
                  <a:cubicBezTo>
                    <a:pt x="226437" y="33747"/>
                    <a:pt x="229366" y="34040"/>
                    <a:pt x="232268" y="34727"/>
                  </a:cubicBezTo>
                  <a:cubicBezTo>
                    <a:pt x="232812" y="34856"/>
                    <a:pt x="233374" y="35011"/>
                    <a:pt x="233940" y="35186"/>
                  </a:cubicBezTo>
                  <a:lnTo>
                    <a:pt x="233940" y="50330"/>
                  </a:lnTo>
                  <a:cubicBezTo>
                    <a:pt x="227593" y="48509"/>
                    <a:pt x="220754" y="46238"/>
                    <a:pt x="213042" y="43386"/>
                  </a:cubicBezTo>
                  <a:cubicBezTo>
                    <a:pt x="208088" y="41555"/>
                    <a:pt x="202988" y="39512"/>
                    <a:pt x="197884" y="37317"/>
                  </a:cubicBezTo>
                  <a:cubicBezTo>
                    <a:pt x="195613" y="36339"/>
                    <a:pt x="193318" y="35281"/>
                    <a:pt x="191099" y="34257"/>
                  </a:cubicBezTo>
                  <a:cubicBezTo>
                    <a:pt x="188401" y="33014"/>
                    <a:pt x="185611" y="31726"/>
                    <a:pt x="182833" y="30573"/>
                  </a:cubicBezTo>
                  <a:cubicBezTo>
                    <a:pt x="172649" y="26340"/>
                    <a:pt x="162754" y="24195"/>
                    <a:pt x="153409" y="24195"/>
                  </a:cubicBezTo>
                  <a:cubicBezTo>
                    <a:pt x="153178" y="24195"/>
                    <a:pt x="152948" y="24197"/>
                    <a:pt x="152719" y="24198"/>
                  </a:cubicBezTo>
                  <a:cubicBezTo>
                    <a:pt x="142080" y="24319"/>
                    <a:pt x="132064" y="27884"/>
                    <a:pt x="122824" y="31721"/>
                  </a:cubicBezTo>
                  <a:cubicBezTo>
                    <a:pt x="112729" y="35913"/>
                    <a:pt x="102805" y="39822"/>
                    <a:pt x="92400" y="41608"/>
                  </a:cubicBezTo>
                  <a:cubicBezTo>
                    <a:pt x="82867" y="43244"/>
                    <a:pt x="72721" y="44299"/>
                    <a:pt x="61383" y="44830"/>
                  </a:cubicBezTo>
                  <a:cubicBezTo>
                    <a:pt x="58519" y="44965"/>
                    <a:pt x="55783" y="45032"/>
                    <a:pt x="53152" y="45032"/>
                  </a:cubicBezTo>
                  <a:cubicBezTo>
                    <a:pt x="45012" y="45032"/>
                    <a:pt x="37887" y="44383"/>
                    <a:pt x="31169" y="43050"/>
                  </a:cubicBezTo>
                  <a:cubicBezTo>
                    <a:pt x="24718" y="41770"/>
                    <a:pt x="18066" y="39641"/>
                    <a:pt x="11397" y="36720"/>
                  </a:cubicBezTo>
                  <a:cubicBezTo>
                    <a:pt x="7680" y="35093"/>
                    <a:pt x="3780" y="33224"/>
                    <a:pt x="405" y="30582"/>
                  </a:cubicBezTo>
                  <a:lnTo>
                    <a:pt x="405" y="21725"/>
                  </a:lnTo>
                  <a:cubicBezTo>
                    <a:pt x="5173" y="23118"/>
                    <a:pt x="10001" y="24631"/>
                    <a:pt x="14673" y="26094"/>
                  </a:cubicBezTo>
                  <a:cubicBezTo>
                    <a:pt x="18472" y="27283"/>
                    <a:pt x="22397" y="28512"/>
                    <a:pt x="26269" y="29670"/>
                  </a:cubicBezTo>
                  <a:cubicBezTo>
                    <a:pt x="42759" y="34607"/>
                    <a:pt x="58954" y="38982"/>
                    <a:pt x="74991" y="38982"/>
                  </a:cubicBezTo>
                  <a:cubicBezTo>
                    <a:pt x="78823" y="38982"/>
                    <a:pt x="82649" y="38732"/>
                    <a:pt x="86466" y="38179"/>
                  </a:cubicBezTo>
                  <a:cubicBezTo>
                    <a:pt x="95509" y="36872"/>
                    <a:pt x="104228" y="33938"/>
                    <a:pt x="112383" y="29455"/>
                  </a:cubicBezTo>
                  <a:cubicBezTo>
                    <a:pt x="116730" y="27066"/>
                    <a:pt x="120985" y="24195"/>
                    <a:pt x="125029" y="20922"/>
                  </a:cubicBezTo>
                  <a:cubicBezTo>
                    <a:pt x="126767" y="19511"/>
                    <a:pt x="128488" y="17994"/>
                    <a:pt x="130152" y="16524"/>
                  </a:cubicBezTo>
                  <a:cubicBezTo>
                    <a:pt x="131788" y="15078"/>
                    <a:pt x="133483" y="13582"/>
                    <a:pt x="135190" y="12196"/>
                  </a:cubicBezTo>
                  <a:cubicBezTo>
                    <a:pt x="137654" y="10200"/>
                    <a:pt x="140969" y="7788"/>
                    <a:pt x="144768" y="6873"/>
                  </a:cubicBezTo>
                  <a:cubicBezTo>
                    <a:pt x="145990" y="6580"/>
                    <a:pt x="147258" y="6432"/>
                    <a:pt x="148594" y="6432"/>
                  </a:cubicBezTo>
                  <a:cubicBezTo>
                    <a:pt x="151134" y="6432"/>
                    <a:pt x="153922" y="6966"/>
                    <a:pt x="157120" y="8052"/>
                  </a:cubicBezTo>
                  <a:cubicBezTo>
                    <a:pt x="165254" y="10813"/>
                    <a:pt x="174727" y="13878"/>
                    <a:pt x="184226" y="15304"/>
                  </a:cubicBezTo>
                  <a:cubicBezTo>
                    <a:pt x="187914" y="15858"/>
                    <a:pt x="191419" y="16136"/>
                    <a:pt x="194766" y="16136"/>
                  </a:cubicBezTo>
                  <a:cubicBezTo>
                    <a:pt x="200932" y="16136"/>
                    <a:pt x="206557" y="15192"/>
                    <a:pt x="211781" y="13295"/>
                  </a:cubicBezTo>
                  <a:cubicBezTo>
                    <a:pt x="216509" y="11579"/>
                    <a:pt x="220789" y="8892"/>
                    <a:pt x="224351" y="6492"/>
                  </a:cubicBezTo>
                  <a:cubicBezTo>
                    <a:pt x="224766" y="6212"/>
                    <a:pt x="225182" y="5928"/>
                    <a:pt x="225598" y="5645"/>
                  </a:cubicBezTo>
                  <a:cubicBezTo>
                    <a:pt x="228277" y="3826"/>
                    <a:pt x="231045" y="1944"/>
                    <a:pt x="233940" y="621"/>
                  </a:cubicBezTo>
                  <a:close/>
                  <a:moveTo>
                    <a:pt x="234344" y="1"/>
                  </a:moveTo>
                  <a:lnTo>
                    <a:pt x="234062" y="127"/>
                  </a:lnTo>
                  <a:cubicBezTo>
                    <a:pt x="231032" y="1470"/>
                    <a:pt x="228156" y="3423"/>
                    <a:pt x="225375" y="5313"/>
                  </a:cubicBezTo>
                  <a:cubicBezTo>
                    <a:pt x="224959" y="5595"/>
                    <a:pt x="224545" y="5878"/>
                    <a:pt x="224128" y="6158"/>
                  </a:cubicBezTo>
                  <a:cubicBezTo>
                    <a:pt x="220589" y="8544"/>
                    <a:pt x="216336" y="11214"/>
                    <a:pt x="211647" y="12916"/>
                  </a:cubicBezTo>
                  <a:cubicBezTo>
                    <a:pt x="206466" y="14796"/>
                    <a:pt x="200885" y="15732"/>
                    <a:pt x="194765" y="15732"/>
                  </a:cubicBezTo>
                  <a:cubicBezTo>
                    <a:pt x="191440" y="15732"/>
                    <a:pt x="187955" y="15456"/>
                    <a:pt x="184289" y="14905"/>
                  </a:cubicBezTo>
                  <a:cubicBezTo>
                    <a:pt x="174822" y="13485"/>
                    <a:pt x="165370" y="10424"/>
                    <a:pt x="157251" y="7671"/>
                  </a:cubicBezTo>
                  <a:cubicBezTo>
                    <a:pt x="154011" y="6571"/>
                    <a:pt x="151182" y="6028"/>
                    <a:pt x="148600" y="6028"/>
                  </a:cubicBezTo>
                  <a:cubicBezTo>
                    <a:pt x="147230" y="6028"/>
                    <a:pt x="145930" y="6181"/>
                    <a:pt x="144675" y="6483"/>
                  </a:cubicBezTo>
                  <a:cubicBezTo>
                    <a:pt x="140797" y="7416"/>
                    <a:pt x="137434" y="9860"/>
                    <a:pt x="134939" y="11886"/>
                  </a:cubicBezTo>
                  <a:cubicBezTo>
                    <a:pt x="133224" y="13277"/>
                    <a:pt x="131528" y="14775"/>
                    <a:pt x="129887" y="16224"/>
                  </a:cubicBezTo>
                  <a:cubicBezTo>
                    <a:pt x="128225" y="17690"/>
                    <a:pt x="126509" y="19207"/>
                    <a:pt x="124774" y="20610"/>
                  </a:cubicBezTo>
                  <a:cubicBezTo>
                    <a:pt x="120749" y="23869"/>
                    <a:pt x="116514" y="26727"/>
                    <a:pt x="112189" y="29105"/>
                  </a:cubicBezTo>
                  <a:cubicBezTo>
                    <a:pt x="104076" y="33564"/>
                    <a:pt x="95402" y="36484"/>
                    <a:pt x="86407" y="37785"/>
                  </a:cubicBezTo>
                  <a:cubicBezTo>
                    <a:pt x="82611" y="38334"/>
                    <a:pt x="78806" y="38583"/>
                    <a:pt x="74991" y="38583"/>
                  </a:cubicBezTo>
                  <a:cubicBezTo>
                    <a:pt x="59005" y="38583"/>
                    <a:pt x="42843" y="34216"/>
                    <a:pt x="26384" y="29289"/>
                  </a:cubicBezTo>
                  <a:cubicBezTo>
                    <a:pt x="22516" y="28130"/>
                    <a:pt x="18589" y="26901"/>
                    <a:pt x="14793" y="25711"/>
                  </a:cubicBezTo>
                  <a:cubicBezTo>
                    <a:pt x="10035" y="24222"/>
                    <a:pt x="5116" y="22681"/>
                    <a:pt x="257" y="21265"/>
                  </a:cubicBezTo>
                  <a:lnTo>
                    <a:pt x="0" y="21189"/>
                  </a:lnTo>
                  <a:lnTo>
                    <a:pt x="0" y="30778"/>
                  </a:lnTo>
                  <a:lnTo>
                    <a:pt x="77" y="30839"/>
                  </a:lnTo>
                  <a:cubicBezTo>
                    <a:pt x="3505" y="33541"/>
                    <a:pt x="7466" y="35440"/>
                    <a:pt x="11235" y="37090"/>
                  </a:cubicBezTo>
                  <a:cubicBezTo>
                    <a:pt x="17931" y="40022"/>
                    <a:pt x="24610" y="42161"/>
                    <a:pt x="31090" y="43447"/>
                  </a:cubicBezTo>
                  <a:cubicBezTo>
                    <a:pt x="37834" y="44786"/>
                    <a:pt x="44983" y="45437"/>
                    <a:pt x="53148" y="45437"/>
                  </a:cubicBezTo>
                  <a:cubicBezTo>
                    <a:pt x="55786" y="45437"/>
                    <a:pt x="58530" y="45369"/>
                    <a:pt x="61401" y="45235"/>
                  </a:cubicBezTo>
                  <a:cubicBezTo>
                    <a:pt x="72756" y="44700"/>
                    <a:pt x="82917" y="43644"/>
                    <a:pt x="92467" y="42007"/>
                  </a:cubicBezTo>
                  <a:cubicBezTo>
                    <a:pt x="102913" y="40214"/>
                    <a:pt x="112861" y="36296"/>
                    <a:pt x="122978" y="32095"/>
                  </a:cubicBezTo>
                  <a:cubicBezTo>
                    <a:pt x="132181" y="28274"/>
                    <a:pt x="142153" y="24722"/>
                    <a:pt x="152725" y="24602"/>
                  </a:cubicBezTo>
                  <a:cubicBezTo>
                    <a:pt x="152952" y="24600"/>
                    <a:pt x="153179" y="24598"/>
                    <a:pt x="153407" y="24598"/>
                  </a:cubicBezTo>
                  <a:cubicBezTo>
                    <a:pt x="162694" y="24598"/>
                    <a:pt x="172541" y="26730"/>
                    <a:pt x="182679" y="30945"/>
                  </a:cubicBezTo>
                  <a:cubicBezTo>
                    <a:pt x="185447" y="32095"/>
                    <a:pt x="188234" y="33381"/>
                    <a:pt x="190930" y="34624"/>
                  </a:cubicBezTo>
                  <a:cubicBezTo>
                    <a:pt x="193152" y="35649"/>
                    <a:pt x="195448" y="36707"/>
                    <a:pt x="197726" y="37686"/>
                  </a:cubicBezTo>
                  <a:cubicBezTo>
                    <a:pt x="202837" y="39885"/>
                    <a:pt x="207942" y="41928"/>
                    <a:pt x="212901" y="43763"/>
                  </a:cubicBezTo>
                  <a:cubicBezTo>
                    <a:pt x="220729" y="46656"/>
                    <a:pt x="227658" y="48955"/>
                    <a:pt x="234085" y="50788"/>
                  </a:cubicBezTo>
                  <a:lnTo>
                    <a:pt x="234341" y="50863"/>
                  </a:lnTo>
                  <a:lnTo>
                    <a:pt x="234344" y="50863"/>
                  </a:lnTo>
                  <a:lnTo>
                    <a:pt x="234344" y="34896"/>
                  </a:lnTo>
                  <a:lnTo>
                    <a:pt x="234204" y="34850"/>
                  </a:lnTo>
                  <a:cubicBezTo>
                    <a:pt x="233582" y="34654"/>
                    <a:pt x="232962" y="34481"/>
                    <a:pt x="232362" y="34340"/>
                  </a:cubicBezTo>
                  <a:cubicBezTo>
                    <a:pt x="229433" y="33647"/>
                    <a:pt x="226488" y="33352"/>
                    <a:pt x="223721" y="33110"/>
                  </a:cubicBezTo>
                  <a:cubicBezTo>
                    <a:pt x="220148" y="32797"/>
                    <a:pt x="216338" y="32457"/>
                    <a:pt x="212486" y="32074"/>
                  </a:cubicBezTo>
                  <a:cubicBezTo>
                    <a:pt x="207542" y="31581"/>
                    <a:pt x="203553" y="31128"/>
                    <a:pt x="199935" y="30653"/>
                  </a:cubicBezTo>
                  <a:lnTo>
                    <a:pt x="198416" y="30455"/>
                  </a:lnTo>
                  <a:cubicBezTo>
                    <a:pt x="194968" y="30009"/>
                    <a:pt x="191400" y="29547"/>
                    <a:pt x="187960" y="28753"/>
                  </a:cubicBezTo>
                  <a:cubicBezTo>
                    <a:pt x="187298" y="28602"/>
                    <a:pt x="186634" y="28454"/>
                    <a:pt x="185969" y="28310"/>
                  </a:cubicBezTo>
                  <a:cubicBezTo>
                    <a:pt x="183145" y="27690"/>
                    <a:pt x="180223" y="27051"/>
                    <a:pt x="177494" y="25795"/>
                  </a:cubicBezTo>
                  <a:cubicBezTo>
                    <a:pt x="176009" y="25111"/>
                    <a:pt x="174350" y="24245"/>
                    <a:pt x="173437" y="22596"/>
                  </a:cubicBezTo>
                  <a:cubicBezTo>
                    <a:pt x="172829" y="21493"/>
                    <a:pt x="172693" y="19876"/>
                    <a:pt x="173617" y="18921"/>
                  </a:cubicBezTo>
                  <a:cubicBezTo>
                    <a:pt x="174717" y="17783"/>
                    <a:pt x="176574" y="17760"/>
                    <a:pt x="177801" y="17745"/>
                  </a:cubicBezTo>
                  <a:cubicBezTo>
                    <a:pt x="177883" y="17744"/>
                    <a:pt x="177965" y="17744"/>
                    <a:pt x="178047" y="17744"/>
                  </a:cubicBezTo>
                  <a:cubicBezTo>
                    <a:pt x="180223" y="17744"/>
                    <a:pt x="182367" y="18103"/>
                    <a:pt x="184375" y="18494"/>
                  </a:cubicBezTo>
                  <a:cubicBezTo>
                    <a:pt x="186221" y="18853"/>
                    <a:pt x="188043" y="19296"/>
                    <a:pt x="190212" y="19850"/>
                  </a:cubicBezTo>
                  <a:cubicBezTo>
                    <a:pt x="192283" y="20380"/>
                    <a:pt x="194415" y="20683"/>
                    <a:pt x="196477" y="20976"/>
                  </a:cubicBezTo>
                  <a:lnTo>
                    <a:pt x="196594" y="20993"/>
                  </a:lnTo>
                  <a:cubicBezTo>
                    <a:pt x="201071" y="21630"/>
                    <a:pt x="204978" y="21943"/>
                    <a:pt x="208576" y="21943"/>
                  </a:cubicBezTo>
                  <a:cubicBezTo>
                    <a:pt x="210156" y="21943"/>
                    <a:pt x="211676" y="21883"/>
                    <a:pt x="213159" y="21763"/>
                  </a:cubicBezTo>
                  <a:cubicBezTo>
                    <a:pt x="219481" y="21255"/>
                    <a:pt x="224648" y="19666"/>
                    <a:pt x="228956" y="16905"/>
                  </a:cubicBezTo>
                  <a:cubicBezTo>
                    <a:pt x="230892" y="15665"/>
                    <a:pt x="232689" y="14110"/>
                    <a:pt x="234294" y="12287"/>
                  </a:cubicBezTo>
                  <a:lnTo>
                    <a:pt x="234344" y="12230"/>
                  </a:lnTo>
                  <a:lnTo>
                    <a:pt x="2343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13"/>
            <p:cNvSpPr/>
            <p:nvPr/>
          </p:nvSpPr>
          <p:spPr>
            <a:xfrm flipH="1" rot="10800000">
              <a:off x="-97264" y="678532"/>
              <a:ext cx="5171942" cy="1031731"/>
            </a:xfrm>
            <a:custGeom>
              <a:rect b="b" l="l" r="r" t="t"/>
              <a:pathLst>
                <a:path extrusionOk="0" h="25782" w="129242">
                  <a:moveTo>
                    <a:pt x="125667" y="404"/>
                  </a:moveTo>
                  <a:cubicBezTo>
                    <a:pt x="125949" y="404"/>
                    <a:pt x="126232" y="415"/>
                    <a:pt x="126514" y="437"/>
                  </a:cubicBezTo>
                  <a:cubicBezTo>
                    <a:pt x="127419" y="510"/>
                    <a:pt x="128375" y="690"/>
                    <a:pt x="128733" y="1442"/>
                  </a:cubicBezTo>
                  <a:cubicBezTo>
                    <a:pt x="127667" y="1898"/>
                    <a:pt x="126604" y="2366"/>
                    <a:pt x="125540" y="2833"/>
                  </a:cubicBezTo>
                  <a:cubicBezTo>
                    <a:pt x="121951" y="4414"/>
                    <a:pt x="118237" y="6047"/>
                    <a:pt x="114473" y="7141"/>
                  </a:cubicBezTo>
                  <a:cubicBezTo>
                    <a:pt x="113881" y="7314"/>
                    <a:pt x="113286" y="7483"/>
                    <a:pt x="112693" y="7649"/>
                  </a:cubicBezTo>
                  <a:cubicBezTo>
                    <a:pt x="110914" y="8149"/>
                    <a:pt x="109073" y="8666"/>
                    <a:pt x="107278" y="9330"/>
                  </a:cubicBezTo>
                  <a:cubicBezTo>
                    <a:pt x="105183" y="10108"/>
                    <a:pt x="102936" y="11055"/>
                    <a:pt x="100411" y="12228"/>
                  </a:cubicBezTo>
                  <a:cubicBezTo>
                    <a:pt x="97928" y="13381"/>
                    <a:pt x="95424" y="14634"/>
                    <a:pt x="93002" y="15844"/>
                  </a:cubicBezTo>
                  <a:cubicBezTo>
                    <a:pt x="86663" y="19013"/>
                    <a:pt x="80109" y="22288"/>
                    <a:pt x="73322" y="24097"/>
                  </a:cubicBezTo>
                  <a:cubicBezTo>
                    <a:pt x="70106" y="24955"/>
                    <a:pt x="66829" y="25381"/>
                    <a:pt x="63411" y="25381"/>
                  </a:cubicBezTo>
                  <a:cubicBezTo>
                    <a:pt x="61691" y="25381"/>
                    <a:pt x="59935" y="25273"/>
                    <a:pt x="58132" y="25057"/>
                  </a:cubicBezTo>
                  <a:cubicBezTo>
                    <a:pt x="54870" y="24667"/>
                    <a:pt x="51578" y="24000"/>
                    <a:pt x="48394" y="23351"/>
                  </a:cubicBezTo>
                  <a:cubicBezTo>
                    <a:pt x="46720" y="23010"/>
                    <a:pt x="44988" y="22658"/>
                    <a:pt x="43281" y="22351"/>
                  </a:cubicBezTo>
                  <a:cubicBezTo>
                    <a:pt x="38827" y="21551"/>
                    <a:pt x="34306" y="21314"/>
                    <a:pt x="29931" y="21085"/>
                  </a:cubicBezTo>
                  <a:lnTo>
                    <a:pt x="28914" y="21031"/>
                  </a:lnTo>
                  <a:cubicBezTo>
                    <a:pt x="25978" y="20874"/>
                    <a:pt x="23609" y="20501"/>
                    <a:pt x="21462" y="19855"/>
                  </a:cubicBezTo>
                  <a:cubicBezTo>
                    <a:pt x="19489" y="19259"/>
                    <a:pt x="17512" y="18432"/>
                    <a:pt x="15599" y="17635"/>
                  </a:cubicBezTo>
                  <a:cubicBezTo>
                    <a:pt x="15171" y="17457"/>
                    <a:pt x="14747" y="17279"/>
                    <a:pt x="14321" y="17105"/>
                  </a:cubicBezTo>
                  <a:cubicBezTo>
                    <a:pt x="12341" y="16286"/>
                    <a:pt x="10328" y="15433"/>
                    <a:pt x="8383" y="14606"/>
                  </a:cubicBezTo>
                  <a:cubicBezTo>
                    <a:pt x="5772" y="13497"/>
                    <a:pt x="3075" y="12349"/>
                    <a:pt x="404" y="11276"/>
                  </a:cubicBezTo>
                  <a:lnTo>
                    <a:pt x="403" y="11276"/>
                  </a:lnTo>
                  <a:lnTo>
                    <a:pt x="403" y="5584"/>
                  </a:lnTo>
                  <a:cubicBezTo>
                    <a:pt x="967" y="5874"/>
                    <a:pt x="1566" y="6170"/>
                    <a:pt x="2220" y="6484"/>
                  </a:cubicBezTo>
                  <a:cubicBezTo>
                    <a:pt x="2905" y="6811"/>
                    <a:pt x="3592" y="7131"/>
                    <a:pt x="4281" y="7450"/>
                  </a:cubicBezTo>
                  <a:cubicBezTo>
                    <a:pt x="6227" y="8357"/>
                    <a:pt x="8240" y="9293"/>
                    <a:pt x="10153" y="10412"/>
                  </a:cubicBezTo>
                  <a:cubicBezTo>
                    <a:pt x="12434" y="11746"/>
                    <a:pt x="14871" y="13148"/>
                    <a:pt x="17395" y="14337"/>
                  </a:cubicBezTo>
                  <a:cubicBezTo>
                    <a:pt x="25707" y="18255"/>
                    <a:pt x="35202" y="20169"/>
                    <a:pt x="46355" y="20169"/>
                  </a:cubicBezTo>
                  <a:cubicBezTo>
                    <a:pt x="47079" y="20169"/>
                    <a:pt x="47811" y="20161"/>
                    <a:pt x="48549" y="20145"/>
                  </a:cubicBezTo>
                  <a:cubicBezTo>
                    <a:pt x="59131" y="19914"/>
                    <a:pt x="70411" y="17805"/>
                    <a:pt x="84049" y="13504"/>
                  </a:cubicBezTo>
                  <a:cubicBezTo>
                    <a:pt x="89815" y="11685"/>
                    <a:pt x="95612" y="9562"/>
                    <a:pt x="101217" y="7507"/>
                  </a:cubicBezTo>
                  <a:cubicBezTo>
                    <a:pt x="104315" y="6374"/>
                    <a:pt x="107517" y="5200"/>
                    <a:pt x="110679" y="4091"/>
                  </a:cubicBezTo>
                  <a:cubicBezTo>
                    <a:pt x="114143" y="2876"/>
                    <a:pt x="117874" y="1648"/>
                    <a:pt x="121675" y="895"/>
                  </a:cubicBezTo>
                  <a:cubicBezTo>
                    <a:pt x="122896" y="652"/>
                    <a:pt x="124279" y="404"/>
                    <a:pt x="125667" y="404"/>
                  </a:cubicBezTo>
                  <a:close/>
                  <a:moveTo>
                    <a:pt x="125672" y="1"/>
                  </a:moveTo>
                  <a:cubicBezTo>
                    <a:pt x="124248" y="1"/>
                    <a:pt x="122839" y="252"/>
                    <a:pt x="121598" y="497"/>
                  </a:cubicBezTo>
                  <a:cubicBezTo>
                    <a:pt x="117773" y="1256"/>
                    <a:pt x="114025" y="2491"/>
                    <a:pt x="110546" y="3711"/>
                  </a:cubicBezTo>
                  <a:cubicBezTo>
                    <a:pt x="107384" y="4820"/>
                    <a:pt x="104179" y="5993"/>
                    <a:pt x="101080" y="7129"/>
                  </a:cubicBezTo>
                  <a:cubicBezTo>
                    <a:pt x="95477" y="9180"/>
                    <a:pt x="89685" y="11305"/>
                    <a:pt x="83929" y="13120"/>
                  </a:cubicBezTo>
                  <a:cubicBezTo>
                    <a:pt x="70328" y="17407"/>
                    <a:pt x="59084" y="19512"/>
                    <a:pt x="48540" y="19742"/>
                  </a:cubicBezTo>
                  <a:cubicBezTo>
                    <a:pt x="47811" y="19758"/>
                    <a:pt x="47089" y="19766"/>
                    <a:pt x="46374" y="19766"/>
                  </a:cubicBezTo>
                  <a:cubicBezTo>
                    <a:pt x="35268" y="19766"/>
                    <a:pt x="25827" y="17865"/>
                    <a:pt x="17567" y="13971"/>
                  </a:cubicBezTo>
                  <a:cubicBezTo>
                    <a:pt x="15057" y="12788"/>
                    <a:pt x="12628" y="11391"/>
                    <a:pt x="10355" y="10062"/>
                  </a:cubicBezTo>
                  <a:cubicBezTo>
                    <a:pt x="8426" y="8935"/>
                    <a:pt x="6404" y="7993"/>
                    <a:pt x="4448" y="7084"/>
                  </a:cubicBezTo>
                  <a:cubicBezTo>
                    <a:pt x="3762" y="6767"/>
                    <a:pt x="3076" y="6447"/>
                    <a:pt x="2395" y="6120"/>
                  </a:cubicBezTo>
                  <a:cubicBezTo>
                    <a:pt x="1626" y="5754"/>
                    <a:pt x="940" y="5411"/>
                    <a:pt x="294" y="5075"/>
                  </a:cubicBezTo>
                  <a:lnTo>
                    <a:pt x="0" y="4921"/>
                  </a:lnTo>
                  <a:lnTo>
                    <a:pt x="0" y="11545"/>
                  </a:lnTo>
                  <a:lnTo>
                    <a:pt x="126" y="11595"/>
                  </a:lnTo>
                  <a:cubicBezTo>
                    <a:pt x="2833" y="12684"/>
                    <a:pt x="5574" y="13848"/>
                    <a:pt x="8224" y="14973"/>
                  </a:cubicBezTo>
                  <a:cubicBezTo>
                    <a:pt x="10170" y="15801"/>
                    <a:pt x="12184" y="16656"/>
                    <a:pt x="14167" y="17473"/>
                  </a:cubicBezTo>
                  <a:cubicBezTo>
                    <a:pt x="14591" y="17649"/>
                    <a:pt x="15016" y="17828"/>
                    <a:pt x="15441" y="18003"/>
                  </a:cubicBezTo>
                  <a:cubicBezTo>
                    <a:pt x="17363" y="18808"/>
                    <a:pt x="19349" y="19638"/>
                    <a:pt x="21344" y="20238"/>
                  </a:cubicBezTo>
                  <a:cubicBezTo>
                    <a:pt x="23523" y="20895"/>
                    <a:pt x="25922" y="21274"/>
                    <a:pt x="28892" y="21431"/>
                  </a:cubicBezTo>
                  <a:lnTo>
                    <a:pt x="29910" y="21485"/>
                  </a:lnTo>
                  <a:cubicBezTo>
                    <a:pt x="34272" y="21714"/>
                    <a:pt x="38783" y="21950"/>
                    <a:pt x="43209" y="22746"/>
                  </a:cubicBezTo>
                  <a:cubicBezTo>
                    <a:pt x="44912" y="23053"/>
                    <a:pt x="46641" y="23406"/>
                    <a:pt x="48313" y="23744"/>
                  </a:cubicBezTo>
                  <a:cubicBezTo>
                    <a:pt x="51505" y="24393"/>
                    <a:pt x="54806" y="25065"/>
                    <a:pt x="58085" y="25456"/>
                  </a:cubicBezTo>
                  <a:cubicBezTo>
                    <a:pt x="59905" y="25673"/>
                    <a:pt x="61677" y="25782"/>
                    <a:pt x="63414" y="25782"/>
                  </a:cubicBezTo>
                  <a:cubicBezTo>
                    <a:pt x="66866" y="25782"/>
                    <a:pt x="70177" y="25352"/>
                    <a:pt x="73425" y="24486"/>
                  </a:cubicBezTo>
                  <a:cubicBezTo>
                    <a:pt x="80253" y="22666"/>
                    <a:pt x="86826" y="19379"/>
                    <a:pt x="93183" y="16202"/>
                  </a:cubicBezTo>
                  <a:cubicBezTo>
                    <a:pt x="95603" y="14991"/>
                    <a:pt x="98105" y="13741"/>
                    <a:pt x="100582" y="12591"/>
                  </a:cubicBezTo>
                  <a:cubicBezTo>
                    <a:pt x="103097" y="11422"/>
                    <a:pt x="105333" y="10479"/>
                    <a:pt x="107419" y="9706"/>
                  </a:cubicBezTo>
                  <a:cubicBezTo>
                    <a:pt x="109198" y="9046"/>
                    <a:pt x="111031" y="8532"/>
                    <a:pt x="112803" y="8033"/>
                  </a:cubicBezTo>
                  <a:cubicBezTo>
                    <a:pt x="113399" y="7867"/>
                    <a:pt x="113993" y="7699"/>
                    <a:pt x="114588" y="7526"/>
                  </a:cubicBezTo>
                  <a:cubicBezTo>
                    <a:pt x="118376" y="6424"/>
                    <a:pt x="122102" y="4784"/>
                    <a:pt x="125704" y="3199"/>
                  </a:cubicBezTo>
                  <a:cubicBezTo>
                    <a:pt x="126826" y="2705"/>
                    <a:pt x="127947" y="2212"/>
                    <a:pt x="129073" y="1733"/>
                  </a:cubicBezTo>
                  <a:lnTo>
                    <a:pt x="129242" y="1662"/>
                  </a:lnTo>
                  <a:lnTo>
                    <a:pt x="129185" y="1488"/>
                  </a:lnTo>
                  <a:cubicBezTo>
                    <a:pt x="128775" y="216"/>
                    <a:pt x="127216" y="89"/>
                    <a:pt x="126549" y="34"/>
                  </a:cubicBezTo>
                  <a:cubicBezTo>
                    <a:pt x="126257" y="11"/>
                    <a:pt x="125964" y="1"/>
                    <a:pt x="1256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13"/>
            <p:cNvSpPr/>
            <p:nvPr/>
          </p:nvSpPr>
          <p:spPr>
            <a:xfrm flipH="1" rot="10800000">
              <a:off x="-97184" y="-848500"/>
              <a:ext cx="9378021" cy="2233737"/>
            </a:xfrm>
            <a:custGeom>
              <a:rect b="b" l="l" r="r" t="t"/>
              <a:pathLst>
                <a:path extrusionOk="0" h="55819" w="234348">
                  <a:moveTo>
                    <a:pt x="144981" y="403"/>
                  </a:moveTo>
                  <a:cubicBezTo>
                    <a:pt x="150962" y="403"/>
                    <a:pt x="156924" y="882"/>
                    <a:pt x="162787" y="1836"/>
                  </a:cubicBezTo>
                  <a:cubicBezTo>
                    <a:pt x="170740" y="3127"/>
                    <a:pt x="179016" y="5583"/>
                    <a:pt x="189615" y="9797"/>
                  </a:cubicBezTo>
                  <a:cubicBezTo>
                    <a:pt x="198427" y="13299"/>
                    <a:pt x="207411" y="17431"/>
                    <a:pt x="216323" y="22082"/>
                  </a:cubicBezTo>
                  <a:lnTo>
                    <a:pt x="218254" y="23088"/>
                  </a:lnTo>
                  <a:cubicBezTo>
                    <a:pt x="223483" y="25804"/>
                    <a:pt x="228885" y="28612"/>
                    <a:pt x="233942" y="32005"/>
                  </a:cubicBezTo>
                  <a:lnTo>
                    <a:pt x="233942" y="40242"/>
                  </a:lnTo>
                  <a:cubicBezTo>
                    <a:pt x="230357" y="38005"/>
                    <a:pt x="227378" y="36353"/>
                    <a:pt x="224590" y="35054"/>
                  </a:cubicBezTo>
                  <a:cubicBezTo>
                    <a:pt x="215470" y="30808"/>
                    <a:pt x="205746" y="28155"/>
                    <a:pt x="196343" y="25590"/>
                  </a:cubicBezTo>
                  <a:cubicBezTo>
                    <a:pt x="195383" y="25330"/>
                    <a:pt x="194423" y="25067"/>
                    <a:pt x="193466" y="24804"/>
                  </a:cubicBezTo>
                  <a:cubicBezTo>
                    <a:pt x="172307" y="18995"/>
                    <a:pt x="155262" y="16255"/>
                    <a:pt x="139723" y="16255"/>
                  </a:cubicBezTo>
                  <a:cubicBezTo>
                    <a:pt x="136241" y="16255"/>
                    <a:pt x="132834" y="16392"/>
                    <a:pt x="129473" y="16664"/>
                  </a:cubicBezTo>
                  <a:cubicBezTo>
                    <a:pt x="117659" y="17617"/>
                    <a:pt x="108992" y="19950"/>
                    <a:pt x="101363" y="24225"/>
                  </a:cubicBezTo>
                  <a:cubicBezTo>
                    <a:pt x="95848" y="27316"/>
                    <a:pt x="90586" y="31262"/>
                    <a:pt x="85495" y="35080"/>
                  </a:cubicBezTo>
                  <a:cubicBezTo>
                    <a:pt x="82539" y="37296"/>
                    <a:pt x="79484" y="39588"/>
                    <a:pt x="76413" y="41684"/>
                  </a:cubicBezTo>
                  <a:cubicBezTo>
                    <a:pt x="71394" y="45113"/>
                    <a:pt x="67146" y="47471"/>
                    <a:pt x="63039" y="49108"/>
                  </a:cubicBezTo>
                  <a:cubicBezTo>
                    <a:pt x="58787" y="50804"/>
                    <a:pt x="54022" y="52109"/>
                    <a:pt x="48045" y="53216"/>
                  </a:cubicBezTo>
                  <a:cubicBezTo>
                    <a:pt x="40031" y="54703"/>
                    <a:pt x="31384" y="55416"/>
                    <a:pt x="21189" y="55416"/>
                  </a:cubicBezTo>
                  <a:cubicBezTo>
                    <a:pt x="19290" y="55416"/>
                    <a:pt x="17337" y="55391"/>
                    <a:pt x="15325" y="55342"/>
                  </a:cubicBezTo>
                  <a:cubicBezTo>
                    <a:pt x="9761" y="55207"/>
                    <a:pt x="4879" y="54966"/>
                    <a:pt x="402" y="54612"/>
                  </a:cubicBezTo>
                  <a:lnTo>
                    <a:pt x="407" y="54612"/>
                  </a:lnTo>
                  <a:lnTo>
                    <a:pt x="407" y="49284"/>
                  </a:lnTo>
                  <a:cubicBezTo>
                    <a:pt x="817" y="49421"/>
                    <a:pt x="1230" y="49561"/>
                    <a:pt x="1643" y="49700"/>
                  </a:cubicBezTo>
                  <a:cubicBezTo>
                    <a:pt x="4359" y="50619"/>
                    <a:pt x="7168" y="51566"/>
                    <a:pt x="9980" y="52235"/>
                  </a:cubicBezTo>
                  <a:cubicBezTo>
                    <a:pt x="12206" y="52763"/>
                    <a:pt x="14788" y="53377"/>
                    <a:pt x="17344" y="53377"/>
                  </a:cubicBezTo>
                  <a:cubicBezTo>
                    <a:pt x="18683" y="53377"/>
                    <a:pt x="20014" y="53208"/>
                    <a:pt x="21283" y="52772"/>
                  </a:cubicBezTo>
                  <a:cubicBezTo>
                    <a:pt x="22931" y="52205"/>
                    <a:pt x="23878" y="51164"/>
                    <a:pt x="24025" y="49761"/>
                  </a:cubicBezTo>
                  <a:cubicBezTo>
                    <a:pt x="24231" y="47784"/>
                    <a:pt x="23055" y="45926"/>
                    <a:pt x="21802" y="44960"/>
                  </a:cubicBezTo>
                  <a:cubicBezTo>
                    <a:pt x="20124" y="43670"/>
                    <a:pt x="18067" y="43236"/>
                    <a:pt x="16094" y="42961"/>
                  </a:cubicBezTo>
                  <a:cubicBezTo>
                    <a:pt x="13968" y="42663"/>
                    <a:pt x="11797" y="42629"/>
                    <a:pt x="9701" y="42596"/>
                  </a:cubicBezTo>
                  <a:lnTo>
                    <a:pt x="9254" y="42589"/>
                  </a:lnTo>
                  <a:cubicBezTo>
                    <a:pt x="6994" y="42550"/>
                    <a:pt x="4310" y="42346"/>
                    <a:pt x="1553" y="41105"/>
                  </a:cubicBezTo>
                  <a:cubicBezTo>
                    <a:pt x="1170" y="40933"/>
                    <a:pt x="784" y="40741"/>
                    <a:pt x="402" y="40534"/>
                  </a:cubicBezTo>
                  <a:lnTo>
                    <a:pt x="402" y="31531"/>
                  </a:lnTo>
                  <a:cubicBezTo>
                    <a:pt x="6844" y="32915"/>
                    <a:pt x="13326" y="34726"/>
                    <a:pt x="19599" y="36477"/>
                  </a:cubicBezTo>
                  <a:cubicBezTo>
                    <a:pt x="22674" y="37335"/>
                    <a:pt x="25850" y="38224"/>
                    <a:pt x="28985" y="39049"/>
                  </a:cubicBezTo>
                  <a:cubicBezTo>
                    <a:pt x="36397" y="41005"/>
                    <a:pt x="46195" y="43249"/>
                    <a:pt x="56268" y="43249"/>
                  </a:cubicBezTo>
                  <a:lnTo>
                    <a:pt x="56298" y="43249"/>
                  </a:lnTo>
                  <a:cubicBezTo>
                    <a:pt x="60549" y="43247"/>
                    <a:pt x="65413" y="43043"/>
                    <a:pt x="69372" y="40633"/>
                  </a:cubicBezTo>
                  <a:cubicBezTo>
                    <a:pt x="71055" y="39609"/>
                    <a:pt x="72214" y="38269"/>
                    <a:pt x="72821" y="36652"/>
                  </a:cubicBezTo>
                  <a:cubicBezTo>
                    <a:pt x="73454" y="34967"/>
                    <a:pt x="73654" y="32595"/>
                    <a:pt x="72675" y="31095"/>
                  </a:cubicBezTo>
                  <a:cubicBezTo>
                    <a:pt x="71475" y="29255"/>
                    <a:pt x="69235" y="29002"/>
                    <a:pt x="67193" y="29002"/>
                  </a:cubicBezTo>
                  <a:lnTo>
                    <a:pt x="67163" y="29002"/>
                  </a:lnTo>
                  <a:cubicBezTo>
                    <a:pt x="64338" y="29005"/>
                    <a:pt x="61485" y="29632"/>
                    <a:pt x="59033" y="30219"/>
                  </a:cubicBezTo>
                  <a:cubicBezTo>
                    <a:pt x="58197" y="30419"/>
                    <a:pt x="57351" y="30648"/>
                    <a:pt x="56532" y="30868"/>
                  </a:cubicBezTo>
                  <a:cubicBezTo>
                    <a:pt x="55224" y="31222"/>
                    <a:pt x="53869" y="31587"/>
                    <a:pt x="52529" y="31845"/>
                  </a:cubicBezTo>
                  <a:cubicBezTo>
                    <a:pt x="48490" y="32626"/>
                    <a:pt x="44235" y="33024"/>
                    <a:pt x="39894" y="33024"/>
                  </a:cubicBezTo>
                  <a:cubicBezTo>
                    <a:pt x="39863" y="33024"/>
                    <a:pt x="39832" y="33024"/>
                    <a:pt x="39801" y="33024"/>
                  </a:cubicBezTo>
                  <a:cubicBezTo>
                    <a:pt x="26833" y="33011"/>
                    <a:pt x="13576" y="29869"/>
                    <a:pt x="402" y="23687"/>
                  </a:cubicBezTo>
                  <a:lnTo>
                    <a:pt x="402" y="6011"/>
                  </a:lnTo>
                  <a:cubicBezTo>
                    <a:pt x="1635" y="6344"/>
                    <a:pt x="2827" y="6712"/>
                    <a:pt x="3952" y="7104"/>
                  </a:cubicBezTo>
                  <a:cubicBezTo>
                    <a:pt x="7474" y="8330"/>
                    <a:pt x="10930" y="10023"/>
                    <a:pt x="14269" y="11659"/>
                  </a:cubicBezTo>
                  <a:cubicBezTo>
                    <a:pt x="15159" y="12095"/>
                    <a:pt x="16051" y="12530"/>
                    <a:pt x="16944" y="12959"/>
                  </a:cubicBezTo>
                  <a:cubicBezTo>
                    <a:pt x="21849" y="15315"/>
                    <a:pt x="26184" y="17153"/>
                    <a:pt x="30193" y="18579"/>
                  </a:cubicBezTo>
                  <a:cubicBezTo>
                    <a:pt x="37329" y="21116"/>
                    <a:pt x="44835" y="22386"/>
                    <a:pt x="52799" y="22386"/>
                  </a:cubicBezTo>
                  <a:cubicBezTo>
                    <a:pt x="62775" y="22386"/>
                    <a:pt x="73472" y="20393"/>
                    <a:pt x="85065" y="16400"/>
                  </a:cubicBezTo>
                  <a:cubicBezTo>
                    <a:pt x="89374" y="14915"/>
                    <a:pt x="93852" y="13162"/>
                    <a:pt x="98753" y="11037"/>
                  </a:cubicBezTo>
                  <a:cubicBezTo>
                    <a:pt x="99763" y="10600"/>
                    <a:pt x="100773" y="10151"/>
                    <a:pt x="101781" y="9706"/>
                  </a:cubicBezTo>
                  <a:cubicBezTo>
                    <a:pt x="104805" y="8364"/>
                    <a:pt x="107933" y="6975"/>
                    <a:pt x="111082" y="5882"/>
                  </a:cubicBezTo>
                  <a:cubicBezTo>
                    <a:pt x="119135" y="3086"/>
                    <a:pt x="127851" y="1338"/>
                    <a:pt x="136984" y="688"/>
                  </a:cubicBezTo>
                  <a:cubicBezTo>
                    <a:pt x="139649" y="498"/>
                    <a:pt x="142317" y="403"/>
                    <a:pt x="144981" y="403"/>
                  </a:cubicBezTo>
                  <a:close/>
                  <a:moveTo>
                    <a:pt x="144959" y="1"/>
                  </a:moveTo>
                  <a:cubicBezTo>
                    <a:pt x="142293" y="1"/>
                    <a:pt x="139623" y="96"/>
                    <a:pt x="136956" y="285"/>
                  </a:cubicBezTo>
                  <a:cubicBezTo>
                    <a:pt x="127785" y="938"/>
                    <a:pt x="119037" y="2693"/>
                    <a:pt x="110949" y="5501"/>
                  </a:cubicBezTo>
                  <a:cubicBezTo>
                    <a:pt x="107786" y="6599"/>
                    <a:pt x="104650" y="7991"/>
                    <a:pt x="101618" y="9337"/>
                  </a:cubicBezTo>
                  <a:cubicBezTo>
                    <a:pt x="100610" y="9784"/>
                    <a:pt x="99605" y="10230"/>
                    <a:pt x="98594" y="10669"/>
                  </a:cubicBezTo>
                  <a:cubicBezTo>
                    <a:pt x="93702" y="12788"/>
                    <a:pt x="89236" y="14538"/>
                    <a:pt x="84935" y="16020"/>
                  </a:cubicBezTo>
                  <a:cubicBezTo>
                    <a:pt x="73384" y="19997"/>
                    <a:pt x="62731" y="21983"/>
                    <a:pt x="52798" y="21983"/>
                  </a:cubicBezTo>
                  <a:cubicBezTo>
                    <a:pt x="44880" y="21983"/>
                    <a:pt x="37420" y="20721"/>
                    <a:pt x="30329" y="18200"/>
                  </a:cubicBezTo>
                  <a:cubicBezTo>
                    <a:pt x="26334" y="16780"/>
                    <a:pt x="22012" y="14948"/>
                    <a:pt x="17118" y="12599"/>
                  </a:cubicBezTo>
                  <a:cubicBezTo>
                    <a:pt x="16225" y="12172"/>
                    <a:pt x="15335" y="11736"/>
                    <a:pt x="14448" y="11300"/>
                  </a:cubicBezTo>
                  <a:cubicBezTo>
                    <a:pt x="11097" y="9658"/>
                    <a:pt x="7631" y="7961"/>
                    <a:pt x="4086" y="6726"/>
                  </a:cubicBezTo>
                  <a:cubicBezTo>
                    <a:pt x="2874" y="6305"/>
                    <a:pt x="1587" y="5911"/>
                    <a:pt x="257" y="5556"/>
                  </a:cubicBezTo>
                  <a:lnTo>
                    <a:pt x="2" y="5489"/>
                  </a:lnTo>
                  <a:lnTo>
                    <a:pt x="2" y="23947"/>
                  </a:lnTo>
                  <a:lnTo>
                    <a:pt x="118" y="24001"/>
                  </a:lnTo>
                  <a:cubicBezTo>
                    <a:pt x="13383" y="30245"/>
                    <a:pt x="26736" y="33418"/>
                    <a:pt x="39802" y="33430"/>
                  </a:cubicBezTo>
                  <a:cubicBezTo>
                    <a:pt x="39862" y="33430"/>
                    <a:pt x="39922" y="33430"/>
                    <a:pt x="39983" y="33430"/>
                  </a:cubicBezTo>
                  <a:cubicBezTo>
                    <a:pt x="44319" y="33430"/>
                    <a:pt x="48571" y="33023"/>
                    <a:pt x="52607" y="32244"/>
                  </a:cubicBezTo>
                  <a:cubicBezTo>
                    <a:pt x="53961" y="31982"/>
                    <a:pt x="55324" y="31615"/>
                    <a:pt x="56640" y="31261"/>
                  </a:cubicBezTo>
                  <a:cubicBezTo>
                    <a:pt x="57454" y="31041"/>
                    <a:pt x="58297" y="30815"/>
                    <a:pt x="59127" y="30616"/>
                  </a:cubicBezTo>
                  <a:cubicBezTo>
                    <a:pt x="61559" y="30033"/>
                    <a:pt x="64382" y="29412"/>
                    <a:pt x="67164" y="29409"/>
                  </a:cubicBezTo>
                  <a:cubicBezTo>
                    <a:pt x="67187" y="29409"/>
                    <a:pt x="67210" y="29409"/>
                    <a:pt x="67233" y="29409"/>
                  </a:cubicBezTo>
                  <a:cubicBezTo>
                    <a:pt x="69147" y="29409"/>
                    <a:pt x="71252" y="29651"/>
                    <a:pt x="72340" y="31318"/>
                  </a:cubicBezTo>
                  <a:cubicBezTo>
                    <a:pt x="73241" y="32701"/>
                    <a:pt x="73043" y="34924"/>
                    <a:pt x="72447" y="36513"/>
                  </a:cubicBezTo>
                  <a:cubicBezTo>
                    <a:pt x="71871" y="38046"/>
                    <a:pt x="70768" y="39317"/>
                    <a:pt x="69163" y="40292"/>
                  </a:cubicBezTo>
                  <a:cubicBezTo>
                    <a:pt x="65293" y="42649"/>
                    <a:pt x="60492" y="42849"/>
                    <a:pt x="56298" y="42850"/>
                  </a:cubicBezTo>
                  <a:lnTo>
                    <a:pt x="56268" y="42850"/>
                  </a:lnTo>
                  <a:cubicBezTo>
                    <a:pt x="46241" y="42850"/>
                    <a:pt x="36475" y="40614"/>
                    <a:pt x="29086" y="38666"/>
                  </a:cubicBezTo>
                  <a:cubicBezTo>
                    <a:pt x="25956" y="37839"/>
                    <a:pt x="22778" y="36952"/>
                    <a:pt x="19706" y="36095"/>
                  </a:cubicBezTo>
                  <a:cubicBezTo>
                    <a:pt x="13350" y="34319"/>
                    <a:pt x="6776" y="32482"/>
                    <a:pt x="244" y="31089"/>
                  </a:cubicBezTo>
                  <a:lnTo>
                    <a:pt x="1" y="31038"/>
                  </a:lnTo>
                  <a:lnTo>
                    <a:pt x="1" y="40777"/>
                  </a:lnTo>
                  <a:lnTo>
                    <a:pt x="105" y="40834"/>
                  </a:lnTo>
                  <a:cubicBezTo>
                    <a:pt x="528" y="41068"/>
                    <a:pt x="960" y="41284"/>
                    <a:pt x="1387" y="41477"/>
                  </a:cubicBezTo>
                  <a:cubicBezTo>
                    <a:pt x="4210" y="42747"/>
                    <a:pt x="6945" y="42957"/>
                    <a:pt x="9247" y="42996"/>
                  </a:cubicBezTo>
                  <a:lnTo>
                    <a:pt x="9694" y="43003"/>
                  </a:lnTo>
                  <a:cubicBezTo>
                    <a:pt x="11777" y="43036"/>
                    <a:pt x="13933" y="43072"/>
                    <a:pt x="16035" y="43364"/>
                  </a:cubicBezTo>
                  <a:cubicBezTo>
                    <a:pt x="17956" y="43633"/>
                    <a:pt x="19953" y="44050"/>
                    <a:pt x="21555" y="45283"/>
                  </a:cubicBezTo>
                  <a:cubicBezTo>
                    <a:pt x="22721" y="46179"/>
                    <a:pt x="23812" y="47901"/>
                    <a:pt x="23624" y="49723"/>
                  </a:cubicBezTo>
                  <a:cubicBezTo>
                    <a:pt x="23492" y="50977"/>
                    <a:pt x="22661" y="51876"/>
                    <a:pt x="21149" y="52395"/>
                  </a:cubicBezTo>
                  <a:cubicBezTo>
                    <a:pt x="19929" y="52815"/>
                    <a:pt x="18642" y="52977"/>
                    <a:pt x="17343" y="52977"/>
                  </a:cubicBezTo>
                  <a:cubicBezTo>
                    <a:pt x="14829" y="52977"/>
                    <a:pt x="12272" y="52369"/>
                    <a:pt x="10068" y="51847"/>
                  </a:cubicBezTo>
                  <a:cubicBezTo>
                    <a:pt x="7275" y="51184"/>
                    <a:pt x="4475" y="50237"/>
                    <a:pt x="1767" y="49323"/>
                  </a:cubicBezTo>
                  <a:cubicBezTo>
                    <a:pt x="1267" y="49155"/>
                    <a:pt x="767" y="48985"/>
                    <a:pt x="265" y="48818"/>
                  </a:cubicBezTo>
                  <a:lnTo>
                    <a:pt x="1" y="48728"/>
                  </a:lnTo>
                  <a:lnTo>
                    <a:pt x="1" y="54985"/>
                  </a:lnTo>
                  <a:lnTo>
                    <a:pt x="187" y="54999"/>
                  </a:lnTo>
                  <a:cubicBezTo>
                    <a:pt x="4720" y="55364"/>
                    <a:pt x="9668" y="55608"/>
                    <a:pt x="15316" y="55745"/>
                  </a:cubicBezTo>
                  <a:cubicBezTo>
                    <a:pt x="17327" y="55794"/>
                    <a:pt x="19280" y="55818"/>
                    <a:pt x="21180" y="55818"/>
                  </a:cubicBezTo>
                  <a:cubicBezTo>
                    <a:pt x="31405" y="55818"/>
                    <a:pt x="40078" y="55104"/>
                    <a:pt x="48122" y="53615"/>
                  </a:cubicBezTo>
                  <a:cubicBezTo>
                    <a:pt x="54125" y="52502"/>
                    <a:pt x="58913" y="51189"/>
                    <a:pt x="63191" y="49484"/>
                  </a:cubicBezTo>
                  <a:cubicBezTo>
                    <a:pt x="67326" y="47835"/>
                    <a:pt x="71599" y="45463"/>
                    <a:pt x="76643" y="42018"/>
                  </a:cubicBezTo>
                  <a:cubicBezTo>
                    <a:pt x="79721" y="39917"/>
                    <a:pt x="82780" y="37621"/>
                    <a:pt x="85739" y="35403"/>
                  </a:cubicBezTo>
                  <a:cubicBezTo>
                    <a:pt x="90819" y="31594"/>
                    <a:pt x="96072" y="27654"/>
                    <a:pt x="101563" y="24578"/>
                  </a:cubicBezTo>
                  <a:cubicBezTo>
                    <a:pt x="109139" y="20330"/>
                    <a:pt x="117758" y="18014"/>
                    <a:pt x="129508" y="17065"/>
                  </a:cubicBezTo>
                  <a:cubicBezTo>
                    <a:pt x="132858" y="16795"/>
                    <a:pt x="136254" y="16658"/>
                    <a:pt x="139725" y="16658"/>
                  </a:cubicBezTo>
                  <a:cubicBezTo>
                    <a:pt x="155229" y="16658"/>
                    <a:pt x="172239" y="19393"/>
                    <a:pt x="193363" y="25194"/>
                  </a:cubicBezTo>
                  <a:cubicBezTo>
                    <a:pt x="194320" y="25456"/>
                    <a:pt x="195279" y="25717"/>
                    <a:pt x="196240" y="25980"/>
                  </a:cubicBezTo>
                  <a:cubicBezTo>
                    <a:pt x="205628" y="28540"/>
                    <a:pt x="215334" y="31188"/>
                    <a:pt x="224421" y="35420"/>
                  </a:cubicBezTo>
                  <a:cubicBezTo>
                    <a:pt x="227275" y="36749"/>
                    <a:pt x="230329" y="38452"/>
                    <a:pt x="234037" y="40778"/>
                  </a:cubicBezTo>
                  <a:lnTo>
                    <a:pt x="234347" y="40971"/>
                  </a:lnTo>
                  <a:lnTo>
                    <a:pt x="234347" y="31794"/>
                  </a:lnTo>
                  <a:lnTo>
                    <a:pt x="234257" y="31734"/>
                  </a:lnTo>
                  <a:cubicBezTo>
                    <a:pt x="229156" y="28302"/>
                    <a:pt x="223710" y="25471"/>
                    <a:pt x="218442" y="22732"/>
                  </a:cubicBezTo>
                  <a:lnTo>
                    <a:pt x="216510" y="21728"/>
                  </a:lnTo>
                  <a:cubicBezTo>
                    <a:pt x="207587" y="17070"/>
                    <a:pt x="198587" y="12930"/>
                    <a:pt x="189764" y="9423"/>
                  </a:cubicBezTo>
                  <a:cubicBezTo>
                    <a:pt x="179135" y="5199"/>
                    <a:pt x="170836" y="2739"/>
                    <a:pt x="162852" y="1440"/>
                  </a:cubicBezTo>
                  <a:cubicBezTo>
                    <a:pt x="156959" y="482"/>
                    <a:pt x="150969" y="1"/>
                    <a:pt x="144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13"/>
            <p:cNvSpPr/>
            <p:nvPr/>
          </p:nvSpPr>
          <p:spPr>
            <a:xfrm flipH="1" rot="10800000">
              <a:off x="4303273" y="-1749146"/>
              <a:ext cx="4977457" cy="2219891"/>
            </a:xfrm>
            <a:custGeom>
              <a:rect b="b" l="l" r="r" t="t"/>
              <a:pathLst>
                <a:path extrusionOk="0" h="55473" w="124382">
                  <a:moveTo>
                    <a:pt x="25918" y="402"/>
                  </a:moveTo>
                  <a:cubicBezTo>
                    <a:pt x="36041" y="402"/>
                    <a:pt x="47026" y="1991"/>
                    <a:pt x="60462" y="5393"/>
                  </a:cubicBezTo>
                  <a:cubicBezTo>
                    <a:pt x="70856" y="8024"/>
                    <a:pt x="81175" y="11807"/>
                    <a:pt x="91155" y="15464"/>
                  </a:cubicBezTo>
                  <a:cubicBezTo>
                    <a:pt x="92391" y="15917"/>
                    <a:pt x="93627" y="16369"/>
                    <a:pt x="94863" y="16822"/>
                  </a:cubicBezTo>
                  <a:lnTo>
                    <a:pt x="95647" y="17108"/>
                  </a:lnTo>
                  <a:cubicBezTo>
                    <a:pt x="105319" y="20631"/>
                    <a:pt x="115319" y="24277"/>
                    <a:pt x="123981" y="30890"/>
                  </a:cubicBezTo>
                  <a:lnTo>
                    <a:pt x="123981" y="53695"/>
                  </a:lnTo>
                  <a:cubicBezTo>
                    <a:pt x="123931" y="53594"/>
                    <a:pt x="123881" y="53490"/>
                    <a:pt x="123831" y="53388"/>
                  </a:cubicBezTo>
                  <a:cubicBezTo>
                    <a:pt x="121216" y="48116"/>
                    <a:pt x="118223" y="43645"/>
                    <a:pt x="114937" y="40100"/>
                  </a:cubicBezTo>
                  <a:cubicBezTo>
                    <a:pt x="110571" y="35392"/>
                    <a:pt x="105339" y="32142"/>
                    <a:pt x="101268" y="29834"/>
                  </a:cubicBezTo>
                  <a:cubicBezTo>
                    <a:pt x="91058" y="24049"/>
                    <a:pt x="80265" y="20787"/>
                    <a:pt x="69187" y="20137"/>
                  </a:cubicBezTo>
                  <a:cubicBezTo>
                    <a:pt x="67907" y="20061"/>
                    <a:pt x="66618" y="20024"/>
                    <a:pt x="65319" y="20024"/>
                  </a:cubicBezTo>
                  <a:cubicBezTo>
                    <a:pt x="61141" y="20024"/>
                    <a:pt x="56870" y="20411"/>
                    <a:pt x="52577" y="21181"/>
                  </a:cubicBezTo>
                  <a:cubicBezTo>
                    <a:pt x="48332" y="21940"/>
                    <a:pt x="44099" y="23239"/>
                    <a:pt x="40004" y="24495"/>
                  </a:cubicBezTo>
                  <a:cubicBezTo>
                    <a:pt x="38744" y="24880"/>
                    <a:pt x="37484" y="25268"/>
                    <a:pt x="36221" y="25639"/>
                  </a:cubicBezTo>
                  <a:cubicBezTo>
                    <a:pt x="30814" y="27232"/>
                    <a:pt x="25249" y="28662"/>
                    <a:pt x="19858" y="28662"/>
                  </a:cubicBezTo>
                  <a:cubicBezTo>
                    <a:pt x="15618" y="28662"/>
                    <a:pt x="11486" y="27778"/>
                    <a:pt x="7624" y="25392"/>
                  </a:cubicBezTo>
                  <a:cubicBezTo>
                    <a:pt x="1653" y="21703"/>
                    <a:pt x="639" y="17073"/>
                    <a:pt x="567" y="14640"/>
                  </a:cubicBezTo>
                  <a:cubicBezTo>
                    <a:pt x="413" y="9480"/>
                    <a:pt x="3668" y="6464"/>
                    <a:pt x="5623" y="5124"/>
                  </a:cubicBezTo>
                  <a:cubicBezTo>
                    <a:pt x="9015" y="2801"/>
                    <a:pt x="12910" y="1856"/>
                    <a:pt x="15924" y="1292"/>
                  </a:cubicBezTo>
                  <a:cubicBezTo>
                    <a:pt x="19039" y="709"/>
                    <a:pt x="22328" y="409"/>
                    <a:pt x="25700" y="402"/>
                  </a:cubicBezTo>
                  <a:close/>
                  <a:moveTo>
                    <a:pt x="25696" y="0"/>
                  </a:moveTo>
                  <a:cubicBezTo>
                    <a:pt x="22298" y="9"/>
                    <a:pt x="18984" y="309"/>
                    <a:pt x="15846" y="896"/>
                  </a:cubicBezTo>
                  <a:cubicBezTo>
                    <a:pt x="12791" y="1468"/>
                    <a:pt x="8843" y="2428"/>
                    <a:pt x="5390" y="4792"/>
                  </a:cubicBezTo>
                  <a:cubicBezTo>
                    <a:pt x="3368" y="6176"/>
                    <a:pt x="0" y="9300"/>
                    <a:pt x="160" y="14653"/>
                  </a:cubicBezTo>
                  <a:cubicBezTo>
                    <a:pt x="236" y="17166"/>
                    <a:pt x="1277" y="21947"/>
                    <a:pt x="7409" y="25735"/>
                  </a:cubicBezTo>
                  <a:cubicBezTo>
                    <a:pt x="11344" y="28167"/>
                    <a:pt x="15543" y="29067"/>
                    <a:pt x="19845" y="29067"/>
                  </a:cubicBezTo>
                  <a:cubicBezTo>
                    <a:pt x="25284" y="29067"/>
                    <a:pt x="30887" y="27628"/>
                    <a:pt x="36329" y="26025"/>
                  </a:cubicBezTo>
                  <a:cubicBezTo>
                    <a:pt x="37594" y="25653"/>
                    <a:pt x="38857" y="25265"/>
                    <a:pt x="40120" y="24877"/>
                  </a:cubicBezTo>
                  <a:cubicBezTo>
                    <a:pt x="44202" y="23626"/>
                    <a:pt x="48423" y="22331"/>
                    <a:pt x="52645" y="21575"/>
                  </a:cubicBezTo>
                  <a:cubicBezTo>
                    <a:pt x="56919" y="20811"/>
                    <a:pt x="61167" y="20426"/>
                    <a:pt x="65320" y="20426"/>
                  </a:cubicBezTo>
                  <a:cubicBezTo>
                    <a:pt x="66611" y="20426"/>
                    <a:pt x="67892" y="20464"/>
                    <a:pt x="69163" y="20538"/>
                  </a:cubicBezTo>
                  <a:cubicBezTo>
                    <a:pt x="80177" y="21183"/>
                    <a:pt x="90911" y="24429"/>
                    <a:pt x="101068" y="30184"/>
                  </a:cubicBezTo>
                  <a:cubicBezTo>
                    <a:pt x="105113" y="32476"/>
                    <a:pt x="110313" y="35707"/>
                    <a:pt x="114641" y="40373"/>
                  </a:cubicBezTo>
                  <a:cubicBezTo>
                    <a:pt x="117901" y="43892"/>
                    <a:pt x="120872" y="48330"/>
                    <a:pt x="123468" y="53567"/>
                  </a:cubicBezTo>
                  <a:cubicBezTo>
                    <a:pt x="123595" y="53824"/>
                    <a:pt x="123718" y="54084"/>
                    <a:pt x="123842" y="54344"/>
                  </a:cubicBezTo>
                  <a:lnTo>
                    <a:pt x="124380" y="55470"/>
                  </a:lnTo>
                  <a:lnTo>
                    <a:pt x="124380" y="30691"/>
                  </a:lnTo>
                  <a:lnTo>
                    <a:pt x="124301" y="30630"/>
                  </a:lnTo>
                  <a:cubicBezTo>
                    <a:pt x="115571" y="23942"/>
                    <a:pt x="105512" y="20275"/>
                    <a:pt x="95782" y="16727"/>
                  </a:cubicBezTo>
                  <a:lnTo>
                    <a:pt x="94996" y="16442"/>
                  </a:lnTo>
                  <a:cubicBezTo>
                    <a:pt x="93760" y="15992"/>
                    <a:pt x="92525" y="15539"/>
                    <a:pt x="91289" y="15087"/>
                  </a:cubicBezTo>
                  <a:cubicBezTo>
                    <a:pt x="81300" y="11425"/>
                    <a:pt x="70971" y="7640"/>
                    <a:pt x="60557" y="5003"/>
                  </a:cubicBezTo>
                  <a:cubicBezTo>
                    <a:pt x="47087" y="1592"/>
                    <a:pt x="36071" y="0"/>
                    <a:pt x="25913" y="0"/>
                  </a:cubicBezTo>
                  <a:close/>
                  <a:moveTo>
                    <a:pt x="124380" y="55470"/>
                  </a:moveTo>
                  <a:lnTo>
                    <a:pt x="124380" y="55473"/>
                  </a:lnTo>
                  <a:lnTo>
                    <a:pt x="124381" y="55473"/>
                  </a:lnTo>
                  <a:lnTo>
                    <a:pt x="124380" y="5547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13"/>
            <p:cNvSpPr/>
            <p:nvPr/>
          </p:nvSpPr>
          <p:spPr>
            <a:xfrm flipH="1" rot="10800000">
              <a:off x="-97184" y="-2299797"/>
              <a:ext cx="4473596" cy="1988630"/>
            </a:xfrm>
            <a:custGeom>
              <a:rect b="b" l="l" r="r" t="t"/>
              <a:pathLst>
                <a:path extrusionOk="0" h="49694" w="111791">
                  <a:moveTo>
                    <a:pt x="97341" y="420"/>
                  </a:moveTo>
                  <a:cubicBezTo>
                    <a:pt x="98733" y="420"/>
                    <a:pt x="99979" y="773"/>
                    <a:pt x="101045" y="1273"/>
                  </a:cubicBezTo>
                  <a:cubicBezTo>
                    <a:pt x="104764" y="3021"/>
                    <a:pt x="109232" y="7243"/>
                    <a:pt x="110572" y="11931"/>
                  </a:cubicBezTo>
                  <a:cubicBezTo>
                    <a:pt x="111369" y="14719"/>
                    <a:pt x="110985" y="17351"/>
                    <a:pt x="109429" y="19750"/>
                  </a:cubicBezTo>
                  <a:cubicBezTo>
                    <a:pt x="107469" y="22776"/>
                    <a:pt x="104270" y="24339"/>
                    <a:pt x="101702" y="25361"/>
                  </a:cubicBezTo>
                  <a:cubicBezTo>
                    <a:pt x="98754" y="26534"/>
                    <a:pt x="95452" y="27464"/>
                    <a:pt x="91607" y="28204"/>
                  </a:cubicBezTo>
                  <a:cubicBezTo>
                    <a:pt x="89921" y="28528"/>
                    <a:pt x="88200" y="28811"/>
                    <a:pt x="86532" y="29084"/>
                  </a:cubicBezTo>
                  <a:cubicBezTo>
                    <a:pt x="79681" y="30207"/>
                    <a:pt x="72597" y="31372"/>
                    <a:pt x="66253" y="35734"/>
                  </a:cubicBezTo>
                  <a:cubicBezTo>
                    <a:pt x="61721" y="38849"/>
                    <a:pt x="57707" y="43535"/>
                    <a:pt x="54638" y="49289"/>
                  </a:cubicBezTo>
                  <a:lnTo>
                    <a:pt x="3363" y="49289"/>
                  </a:lnTo>
                  <a:cubicBezTo>
                    <a:pt x="1730" y="49289"/>
                    <a:pt x="402" y="47585"/>
                    <a:pt x="402" y="45488"/>
                  </a:cubicBezTo>
                  <a:lnTo>
                    <a:pt x="402" y="27817"/>
                  </a:lnTo>
                  <a:cubicBezTo>
                    <a:pt x="6956" y="29756"/>
                    <a:pt x="13549" y="31125"/>
                    <a:pt x="20006" y="31888"/>
                  </a:cubicBezTo>
                  <a:cubicBezTo>
                    <a:pt x="24832" y="32458"/>
                    <a:pt x="29867" y="32744"/>
                    <a:pt x="35067" y="32744"/>
                  </a:cubicBezTo>
                  <a:cubicBezTo>
                    <a:pt x="39433" y="32744"/>
                    <a:pt x="43915" y="32543"/>
                    <a:pt x="48490" y="32140"/>
                  </a:cubicBezTo>
                  <a:cubicBezTo>
                    <a:pt x="52725" y="31766"/>
                    <a:pt x="57090" y="31156"/>
                    <a:pt x="61838" y="30276"/>
                  </a:cubicBezTo>
                  <a:cubicBezTo>
                    <a:pt x="65200" y="29650"/>
                    <a:pt x="69115" y="28700"/>
                    <a:pt x="72658" y="26377"/>
                  </a:cubicBezTo>
                  <a:cubicBezTo>
                    <a:pt x="76773" y="23677"/>
                    <a:pt x="79509" y="18971"/>
                    <a:pt x="82157" y="14419"/>
                  </a:cubicBezTo>
                  <a:cubicBezTo>
                    <a:pt x="83207" y="12610"/>
                    <a:pt x="84295" y="10742"/>
                    <a:pt x="85446" y="9038"/>
                  </a:cubicBezTo>
                  <a:cubicBezTo>
                    <a:pt x="89943" y="2389"/>
                    <a:pt x="94052" y="420"/>
                    <a:pt x="97341" y="420"/>
                  </a:cubicBezTo>
                  <a:close/>
                  <a:moveTo>
                    <a:pt x="97320" y="1"/>
                  </a:moveTo>
                  <a:cubicBezTo>
                    <a:pt x="92272" y="1"/>
                    <a:pt x="88015" y="4523"/>
                    <a:pt x="85113" y="8813"/>
                  </a:cubicBezTo>
                  <a:cubicBezTo>
                    <a:pt x="83953" y="10529"/>
                    <a:pt x="82863" y="12404"/>
                    <a:pt x="81808" y="14217"/>
                  </a:cubicBezTo>
                  <a:cubicBezTo>
                    <a:pt x="79187" y="18729"/>
                    <a:pt x="76473" y="23393"/>
                    <a:pt x="72437" y="26041"/>
                  </a:cubicBezTo>
                  <a:cubicBezTo>
                    <a:pt x="68955" y="28325"/>
                    <a:pt x="65088" y="29264"/>
                    <a:pt x="61763" y="29881"/>
                  </a:cubicBezTo>
                  <a:cubicBezTo>
                    <a:pt x="57027" y="30760"/>
                    <a:pt x="52675" y="31369"/>
                    <a:pt x="48454" y="31740"/>
                  </a:cubicBezTo>
                  <a:cubicBezTo>
                    <a:pt x="43892" y="32141"/>
                    <a:pt x="39422" y="32342"/>
                    <a:pt x="35069" y="32342"/>
                  </a:cubicBezTo>
                  <a:cubicBezTo>
                    <a:pt x="29883" y="32342"/>
                    <a:pt x="24864" y="32057"/>
                    <a:pt x="20053" y="31489"/>
                  </a:cubicBezTo>
                  <a:cubicBezTo>
                    <a:pt x="13535" y="30716"/>
                    <a:pt x="6875" y="29326"/>
                    <a:pt x="259" y="27354"/>
                  </a:cubicBezTo>
                  <a:lnTo>
                    <a:pt x="1" y="27277"/>
                  </a:lnTo>
                  <a:lnTo>
                    <a:pt x="1" y="45491"/>
                  </a:lnTo>
                  <a:cubicBezTo>
                    <a:pt x="1" y="47809"/>
                    <a:pt x="1508" y="49694"/>
                    <a:pt x="3363" y="49694"/>
                  </a:cubicBezTo>
                  <a:lnTo>
                    <a:pt x="54879" y="49694"/>
                  </a:lnTo>
                  <a:lnTo>
                    <a:pt x="54936" y="49585"/>
                  </a:lnTo>
                  <a:cubicBezTo>
                    <a:pt x="57983" y="43837"/>
                    <a:pt x="61975" y="39163"/>
                    <a:pt x="66481" y="36064"/>
                  </a:cubicBezTo>
                  <a:cubicBezTo>
                    <a:pt x="72751" y="31752"/>
                    <a:pt x="79791" y="30597"/>
                    <a:pt x="86599" y="29479"/>
                  </a:cubicBezTo>
                  <a:cubicBezTo>
                    <a:pt x="88267" y="29206"/>
                    <a:pt x="89993" y="28921"/>
                    <a:pt x="91683" y="28597"/>
                  </a:cubicBezTo>
                  <a:cubicBezTo>
                    <a:pt x="95554" y="27852"/>
                    <a:pt x="98882" y="26914"/>
                    <a:pt x="101852" y="25732"/>
                  </a:cubicBezTo>
                  <a:cubicBezTo>
                    <a:pt x="104477" y="24689"/>
                    <a:pt x="107747" y="23089"/>
                    <a:pt x="109769" y="19968"/>
                  </a:cubicBezTo>
                  <a:cubicBezTo>
                    <a:pt x="111389" y="17466"/>
                    <a:pt x="111791" y="14724"/>
                    <a:pt x="110961" y="11820"/>
                  </a:cubicBezTo>
                  <a:cubicBezTo>
                    <a:pt x="109585" y="7016"/>
                    <a:pt x="105018" y="2695"/>
                    <a:pt x="101216" y="909"/>
                  </a:cubicBezTo>
                  <a:cubicBezTo>
                    <a:pt x="99874" y="279"/>
                    <a:pt x="98573" y="1"/>
                    <a:pt x="973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13"/>
            <p:cNvSpPr/>
            <p:nvPr/>
          </p:nvSpPr>
          <p:spPr>
            <a:xfrm flipH="1" rot="10800000">
              <a:off x="2768223" y="-2299814"/>
              <a:ext cx="4335456" cy="728679"/>
            </a:xfrm>
            <a:custGeom>
              <a:rect b="b" l="l" r="r" t="t"/>
              <a:pathLst>
                <a:path extrusionOk="0" h="18209" w="108339">
                  <a:moveTo>
                    <a:pt x="27698" y="402"/>
                  </a:moveTo>
                  <a:cubicBezTo>
                    <a:pt x="32888" y="402"/>
                    <a:pt x="38022" y="2124"/>
                    <a:pt x="42576" y="3656"/>
                  </a:cubicBezTo>
                  <a:cubicBezTo>
                    <a:pt x="47416" y="5283"/>
                    <a:pt x="52582" y="6948"/>
                    <a:pt x="57857" y="7844"/>
                  </a:cubicBezTo>
                  <a:cubicBezTo>
                    <a:pt x="62292" y="8597"/>
                    <a:pt x="66755" y="8977"/>
                    <a:pt x="71177" y="8977"/>
                  </a:cubicBezTo>
                  <a:cubicBezTo>
                    <a:pt x="72693" y="8977"/>
                    <a:pt x="74204" y="8932"/>
                    <a:pt x="75707" y="8843"/>
                  </a:cubicBezTo>
                  <a:cubicBezTo>
                    <a:pt x="78578" y="8671"/>
                    <a:pt x="81363" y="8335"/>
                    <a:pt x="83983" y="7841"/>
                  </a:cubicBezTo>
                  <a:cubicBezTo>
                    <a:pt x="84740" y="7698"/>
                    <a:pt x="85506" y="7531"/>
                    <a:pt x="86246" y="7371"/>
                  </a:cubicBezTo>
                  <a:cubicBezTo>
                    <a:pt x="87567" y="7085"/>
                    <a:pt x="88932" y="6788"/>
                    <a:pt x="90288" y="6616"/>
                  </a:cubicBezTo>
                  <a:cubicBezTo>
                    <a:pt x="91569" y="6455"/>
                    <a:pt x="92767" y="6374"/>
                    <a:pt x="93889" y="6374"/>
                  </a:cubicBezTo>
                  <a:cubicBezTo>
                    <a:pt x="97369" y="6374"/>
                    <a:pt x="100126" y="7157"/>
                    <a:pt x="102405" y="8765"/>
                  </a:cubicBezTo>
                  <a:cubicBezTo>
                    <a:pt x="104715" y="10399"/>
                    <a:pt x="107752" y="14521"/>
                    <a:pt x="107336" y="17804"/>
                  </a:cubicBezTo>
                  <a:lnTo>
                    <a:pt x="2840" y="17804"/>
                  </a:lnTo>
                  <a:cubicBezTo>
                    <a:pt x="2038" y="16930"/>
                    <a:pt x="1495" y="16015"/>
                    <a:pt x="1180" y="15011"/>
                  </a:cubicBezTo>
                  <a:cubicBezTo>
                    <a:pt x="328" y="12292"/>
                    <a:pt x="1140" y="8835"/>
                    <a:pt x="2950" y="7464"/>
                  </a:cubicBezTo>
                  <a:cubicBezTo>
                    <a:pt x="4188" y="6527"/>
                    <a:pt x="5746" y="6255"/>
                    <a:pt x="7263" y="6255"/>
                  </a:cubicBezTo>
                  <a:cubicBezTo>
                    <a:pt x="8508" y="6255"/>
                    <a:pt x="9724" y="6438"/>
                    <a:pt x="10713" y="6586"/>
                  </a:cubicBezTo>
                  <a:cubicBezTo>
                    <a:pt x="13555" y="7015"/>
                    <a:pt x="16398" y="7815"/>
                    <a:pt x="19148" y="8591"/>
                  </a:cubicBezTo>
                  <a:cubicBezTo>
                    <a:pt x="20420" y="8950"/>
                    <a:pt x="21733" y="9320"/>
                    <a:pt x="23031" y="9648"/>
                  </a:cubicBezTo>
                  <a:cubicBezTo>
                    <a:pt x="23892" y="9867"/>
                    <a:pt x="24772" y="10044"/>
                    <a:pt x="25624" y="10217"/>
                  </a:cubicBezTo>
                  <a:cubicBezTo>
                    <a:pt x="26578" y="10410"/>
                    <a:pt x="27561" y="10610"/>
                    <a:pt x="28520" y="10866"/>
                  </a:cubicBezTo>
                  <a:cubicBezTo>
                    <a:pt x="29266" y="11066"/>
                    <a:pt x="30023" y="11287"/>
                    <a:pt x="30753" y="11502"/>
                  </a:cubicBezTo>
                  <a:cubicBezTo>
                    <a:pt x="31592" y="11746"/>
                    <a:pt x="32458" y="12000"/>
                    <a:pt x="33317" y="12223"/>
                  </a:cubicBezTo>
                  <a:lnTo>
                    <a:pt x="33467" y="12263"/>
                  </a:lnTo>
                  <a:cubicBezTo>
                    <a:pt x="34991" y="12659"/>
                    <a:pt x="36728" y="13111"/>
                    <a:pt x="38421" y="13111"/>
                  </a:cubicBezTo>
                  <a:cubicBezTo>
                    <a:pt x="39680" y="13111"/>
                    <a:pt x="40914" y="12861"/>
                    <a:pt x="42017" y="12152"/>
                  </a:cubicBezTo>
                  <a:cubicBezTo>
                    <a:pt x="42247" y="12003"/>
                    <a:pt x="42254" y="11687"/>
                    <a:pt x="42130" y="11480"/>
                  </a:cubicBezTo>
                  <a:cubicBezTo>
                    <a:pt x="39927" y="7838"/>
                    <a:pt x="35420" y="7355"/>
                    <a:pt x="32131" y="7002"/>
                  </a:cubicBezTo>
                  <a:cubicBezTo>
                    <a:pt x="30552" y="6834"/>
                    <a:pt x="28936" y="6794"/>
                    <a:pt x="27373" y="6755"/>
                  </a:cubicBezTo>
                  <a:cubicBezTo>
                    <a:pt x="24971" y="6694"/>
                    <a:pt x="22485" y="6634"/>
                    <a:pt x="20094" y="6098"/>
                  </a:cubicBezTo>
                  <a:lnTo>
                    <a:pt x="19861" y="6045"/>
                  </a:lnTo>
                  <a:cubicBezTo>
                    <a:pt x="19174" y="5899"/>
                    <a:pt x="18323" y="5715"/>
                    <a:pt x="17845" y="5185"/>
                  </a:cubicBezTo>
                  <a:cubicBezTo>
                    <a:pt x="17683" y="5000"/>
                    <a:pt x="17613" y="4809"/>
                    <a:pt x="17637" y="4599"/>
                  </a:cubicBezTo>
                  <a:cubicBezTo>
                    <a:pt x="17720" y="3886"/>
                    <a:pt x="18816" y="3119"/>
                    <a:pt x="19284" y="2791"/>
                  </a:cubicBezTo>
                  <a:lnTo>
                    <a:pt x="19370" y="2730"/>
                  </a:lnTo>
                  <a:cubicBezTo>
                    <a:pt x="21382" y="1313"/>
                    <a:pt x="23882" y="535"/>
                    <a:pt x="26803" y="420"/>
                  </a:cubicBezTo>
                  <a:cubicBezTo>
                    <a:pt x="27101" y="408"/>
                    <a:pt x="27399" y="402"/>
                    <a:pt x="27698" y="402"/>
                  </a:cubicBezTo>
                  <a:close/>
                  <a:moveTo>
                    <a:pt x="27716" y="0"/>
                  </a:moveTo>
                  <a:cubicBezTo>
                    <a:pt x="27408" y="0"/>
                    <a:pt x="27101" y="6"/>
                    <a:pt x="26793" y="18"/>
                  </a:cubicBezTo>
                  <a:cubicBezTo>
                    <a:pt x="23792" y="137"/>
                    <a:pt x="21220" y="940"/>
                    <a:pt x="19143" y="2401"/>
                  </a:cubicBezTo>
                  <a:lnTo>
                    <a:pt x="19057" y="2461"/>
                  </a:lnTo>
                  <a:cubicBezTo>
                    <a:pt x="18500" y="2850"/>
                    <a:pt x="17342" y="3659"/>
                    <a:pt x="17241" y="4552"/>
                  </a:cubicBezTo>
                  <a:cubicBezTo>
                    <a:pt x="17204" y="4879"/>
                    <a:pt x="17307" y="5183"/>
                    <a:pt x="17550" y="5452"/>
                  </a:cubicBezTo>
                  <a:cubicBezTo>
                    <a:pt x="18114" y="6081"/>
                    <a:pt x="19037" y="6279"/>
                    <a:pt x="19779" y="6438"/>
                  </a:cubicBezTo>
                  <a:lnTo>
                    <a:pt x="20009" y="6488"/>
                  </a:lnTo>
                  <a:cubicBezTo>
                    <a:pt x="22436" y="7034"/>
                    <a:pt x="24942" y="7095"/>
                    <a:pt x="27366" y="7155"/>
                  </a:cubicBezTo>
                  <a:cubicBezTo>
                    <a:pt x="28920" y="7194"/>
                    <a:pt x="30528" y="7234"/>
                    <a:pt x="32089" y="7401"/>
                  </a:cubicBezTo>
                  <a:cubicBezTo>
                    <a:pt x="35297" y="7744"/>
                    <a:pt x="39689" y="8215"/>
                    <a:pt x="41788" y="11686"/>
                  </a:cubicBezTo>
                  <a:cubicBezTo>
                    <a:pt x="41818" y="11736"/>
                    <a:pt x="41813" y="11800"/>
                    <a:pt x="41803" y="11810"/>
                  </a:cubicBezTo>
                  <a:cubicBezTo>
                    <a:pt x="40777" y="12469"/>
                    <a:pt x="39614" y="12703"/>
                    <a:pt x="38419" y="12703"/>
                  </a:cubicBezTo>
                  <a:cubicBezTo>
                    <a:pt x="36773" y="12703"/>
                    <a:pt x="35066" y="12260"/>
                    <a:pt x="33571" y="11872"/>
                  </a:cubicBezTo>
                  <a:lnTo>
                    <a:pt x="33421" y="11832"/>
                  </a:lnTo>
                  <a:cubicBezTo>
                    <a:pt x="32568" y="11613"/>
                    <a:pt x="31706" y="11359"/>
                    <a:pt x="30871" y="11114"/>
                  </a:cubicBezTo>
                  <a:cubicBezTo>
                    <a:pt x="30136" y="10900"/>
                    <a:pt x="29377" y="10677"/>
                    <a:pt x="28627" y="10477"/>
                  </a:cubicBezTo>
                  <a:cubicBezTo>
                    <a:pt x="27659" y="10217"/>
                    <a:pt x="26667" y="10017"/>
                    <a:pt x="25708" y="9823"/>
                  </a:cubicBezTo>
                  <a:cubicBezTo>
                    <a:pt x="24862" y="9650"/>
                    <a:pt x="23985" y="9473"/>
                    <a:pt x="23133" y="9257"/>
                  </a:cubicBezTo>
                  <a:cubicBezTo>
                    <a:pt x="21840" y="8930"/>
                    <a:pt x="20529" y="8560"/>
                    <a:pt x="19261" y="8202"/>
                  </a:cubicBezTo>
                  <a:cubicBezTo>
                    <a:pt x="16498" y="7424"/>
                    <a:pt x="13642" y="6619"/>
                    <a:pt x="10776" y="6188"/>
                  </a:cubicBezTo>
                  <a:cubicBezTo>
                    <a:pt x="9769" y="6036"/>
                    <a:pt x="8534" y="5850"/>
                    <a:pt x="7263" y="5850"/>
                  </a:cubicBezTo>
                  <a:cubicBezTo>
                    <a:pt x="5677" y="5850"/>
                    <a:pt x="4036" y="6139"/>
                    <a:pt x="2711" y="7142"/>
                  </a:cubicBezTo>
                  <a:cubicBezTo>
                    <a:pt x="579" y="8757"/>
                    <a:pt x="1" y="12576"/>
                    <a:pt x="798" y="15131"/>
                  </a:cubicBezTo>
                  <a:cubicBezTo>
                    <a:pt x="1138" y="16218"/>
                    <a:pt x="1730" y="17203"/>
                    <a:pt x="2606" y="18144"/>
                  </a:cubicBezTo>
                  <a:lnTo>
                    <a:pt x="2666" y="18209"/>
                  </a:lnTo>
                  <a:lnTo>
                    <a:pt x="107680" y="18209"/>
                  </a:lnTo>
                  <a:lnTo>
                    <a:pt x="107713" y="18040"/>
                  </a:lnTo>
                  <a:cubicBezTo>
                    <a:pt x="108339" y="14231"/>
                    <a:pt x="104720" y="9907"/>
                    <a:pt x="102642" y="8438"/>
                  </a:cubicBezTo>
                  <a:cubicBezTo>
                    <a:pt x="100295" y="6780"/>
                    <a:pt x="97465" y="5972"/>
                    <a:pt x="93901" y="5972"/>
                  </a:cubicBezTo>
                  <a:cubicBezTo>
                    <a:pt x="92759" y="5972"/>
                    <a:pt x="91543" y="6055"/>
                    <a:pt x="90243" y="6219"/>
                  </a:cubicBezTo>
                  <a:cubicBezTo>
                    <a:pt x="88870" y="6392"/>
                    <a:pt x="87495" y="6691"/>
                    <a:pt x="86166" y="6979"/>
                  </a:cubicBezTo>
                  <a:cubicBezTo>
                    <a:pt x="85428" y="7141"/>
                    <a:pt x="84666" y="7307"/>
                    <a:pt x="83913" y="7448"/>
                  </a:cubicBezTo>
                  <a:cubicBezTo>
                    <a:pt x="81310" y="7937"/>
                    <a:pt x="78543" y="8272"/>
                    <a:pt x="75687" y="8443"/>
                  </a:cubicBezTo>
                  <a:cubicBezTo>
                    <a:pt x="74193" y="8531"/>
                    <a:pt x="72692" y="8575"/>
                    <a:pt x="71186" y="8575"/>
                  </a:cubicBezTo>
                  <a:cubicBezTo>
                    <a:pt x="66784" y="8575"/>
                    <a:pt x="62342" y="8199"/>
                    <a:pt x="57928" y="7448"/>
                  </a:cubicBezTo>
                  <a:cubicBezTo>
                    <a:pt x="52682" y="6556"/>
                    <a:pt x="47532" y="4898"/>
                    <a:pt x="42708" y="3276"/>
                  </a:cubicBezTo>
                  <a:cubicBezTo>
                    <a:pt x="38128" y="1734"/>
                    <a:pt x="32975" y="0"/>
                    <a:pt x="277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13"/>
            <p:cNvSpPr/>
            <p:nvPr/>
          </p:nvSpPr>
          <p:spPr>
            <a:xfrm flipH="1" rot="10800000">
              <a:off x="4932235" y="-2299843"/>
              <a:ext cx="4348422" cy="1563444"/>
            </a:xfrm>
            <a:custGeom>
              <a:rect b="b" l="l" r="r" t="t"/>
              <a:pathLst>
                <a:path extrusionOk="0" h="39069" w="108663">
                  <a:moveTo>
                    <a:pt x="46151" y="403"/>
                  </a:moveTo>
                  <a:cubicBezTo>
                    <a:pt x="46500" y="403"/>
                    <a:pt x="46847" y="405"/>
                    <a:pt x="47194" y="409"/>
                  </a:cubicBezTo>
                  <a:cubicBezTo>
                    <a:pt x="60555" y="576"/>
                    <a:pt x="71907" y="4288"/>
                    <a:pt x="80932" y="11441"/>
                  </a:cubicBezTo>
                  <a:cubicBezTo>
                    <a:pt x="84958" y="14633"/>
                    <a:pt x="88903" y="18201"/>
                    <a:pt x="92718" y="21653"/>
                  </a:cubicBezTo>
                  <a:cubicBezTo>
                    <a:pt x="94523" y="23286"/>
                    <a:pt x="96389" y="24974"/>
                    <a:pt x="98238" y="26600"/>
                  </a:cubicBezTo>
                  <a:cubicBezTo>
                    <a:pt x="101177" y="29181"/>
                    <a:pt x="104663" y="32202"/>
                    <a:pt x="108257" y="35034"/>
                  </a:cubicBezTo>
                  <a:cubicBezTo>
                    <a:pt x="108185" y="37046"/>
                    <a:pt x="106877" y="38663"/>
                    <a:pt x="105303" y="38663"/>
                  </a:cubicBezTo>
                  <a:lnTo>
                    <a:pt x="95006" y="38663"/>
                  </a:lnTo>
                  <a:cubicBezTo>
                    <a:pt x="94337" y="37862"/>
                    <a:pt x="93741" y="37110"/>
                    <a:pt x="93190" y="36368"/>
                  </a:cubicBezTo>
                  <a:cubicBezTo>
                    <a:pt x="91738" y="34415"/>
                    <a:pt x="90482" y="32209"/>
                    <a:pt x="89268" y="30076"/>
                  </a:cubicBezTo>
                  <a:cubicBezTo>
                    <a:pt x="88255" y="28296"/>
                    <a:pt x="87207" y="26455"/>
                    <a:pt x="86046" y="24761"/>
                  </a:cubicBezTo>
                  <a:cubicBezTo>
                    <a:pt x="84901" y="23090"/>
                    <a:pt x="83654" y="21394"/>
                    <a:pt x="82109" y="20589"/>
                  </a:cubicBezTo>
                  <a:cubicBezTo>
                    <a:pt x="81766" y="20411"/>
                    <a:pt x="81285" y="20282"/>
                    <a:pt x="80790" y="20282"/>
                  </a:cubicBezTo>
                  <a:cubicBezTo>
                    <a:pt x="80446" y="20282"/>
                    <a:pt x="80095" y="20344"/>
                    <a:pt x="79779" y="20494"/>
                  </a:cubicBezTo>
                  <a:cubicBezTo>
                    <a:pt x="79253" y="20744"/>
                    <a:pt x="78909" y="21200"/>
                    <a:pt x="78784" y="21809"/>
                  </a:cubicBezTo>
                  <a:cubicBezTo>
                    <a:pt x="78479" y="23295"/>
                    <a:pt x="79725" y="24879"/>
                    <a:pt x="80550" y="25925"/>
                  </a:cubicBezTo>
                  <a:cubicBezTo>
                    <a:pt x="80666" y="26074"/>
                    <a:pt x="80775" y="26210"/>
                    <a:pt x="80868" y="26335"/>
                  </a:cubicBezTo>
                  <a:cubicBezTo>
                    <a:pt x="81946" y="27764"/>
                    <a:pt x="82835" y="29354"/>
                    <a:pt x="83661" y="31345"/>
                  </a:cubicBezTo>
                  <a:cubicBezTo>
                    <a:pt x="84287" y="32848"/>
                    <a:pt x="85364" y="35767"/>
                    <a:pt x="85660" y="38663"/>
                  </a:cubicBezTo>
                  <a:lnTo>
                    <a:pt x="76327" y="38663"/>
                  </a:lnTo>
                  <a:cubicBezTo>
                    <a:pt x="76685" y="34328"/>
                    <a:pt x="75134" y="29497"/>
                    <a:pt x="72336" y="26295"/>
                  </a:cubicBezTo>
                  <a:cubicBezTo>
                    <a:pt x="70016" y="23636"/>
                    <a:pt x="66829" y="21619"/>
                    <a:pt x="62597" y="20130"/>
                  </a:cubicBezTo>
                  <a:cubicBezTo>
                    <a:pt x="58968" y="18853"/>
                    <a:pt x="54987" y="18071"/>
                    <a:pt x="50066" y="17668"/>
                  </a:cubicBezTo>
                  <a:cubicBezTo>
                    <a:pt x="47919" y="17494"/>
                    <a:pt x="45723" y="17407"/>
                    <a:pt x="43437" y="17407"/>
                  </a:cubicBezTo>
                  <a:cubicBezTo>
                    <a:pt x="41731" y="17407"/>
                    <a:pt x="39974" y="17455"/>
                    <a:pt x="38150" y="17552"/>
                  </a:cubicBezTo>
                  <a:cubicBezTo>
                    <a:pt x="34341" y="17757"/>
                    <a:pt x="31394" y="18197"/>
                    <a:pt x="28604" y="18985"/>
                  </a:cubicBezTo>
                  <a:cubicBezTo>
                    <a:pt x="27525" y="19288"/>
                    <a:pt x="26448" y="19608"/>
                    <a:pt x="25369" y="19927"/>
                  </a:cubicBezTo>
                  <a:cubicBezTo>
                    <a:pt x="21997" y="20924"/>
                    <a:pt x="18511" y="21956"/>
                    <a:pt x="15020" y="22506"/>
                  </a:cubicBezTo>
                  <a:cubicBezTo>
                    <a:pt x="13538" y="22740"/>
                    <a:pt x="11993" y="22922"/>
                    <a:pt x="10477" y="22922"/>
                  </a:cubicBezTo>
                  <a:cubicBezTo>
                    <a:pt x="7660" y="22922"/>
                    <a:pt x="4942" y="22294"/>
                    <a:pt x="2908" y="20201"/>
                  </a:cubicBezTo>
                  <a:cubicBezTo>
                    <a:pt x="2318" y="19594"/>
                    <a:pt x="445" y="17417"/>
                    <a:pt x="1110" y="14892"/>
                  </a:cubicBezTo>
                  <a:cubicBezTo>
                    <a:pt x="1609" y="13004"/>
                    <a:pt x="3139" y="11676"/>
                    <a:pt x="4417" y="10728"/>
                  </a:cubicBezTo>
                  <a:cubicBezTo>
                    <a:pt x="7502" y="8442"/>
                    <a:pt x="11094" y="7120"/>
                    <a:pt x="14506" y="5962"/>
                  </a:cubicBezTo>
                  <a:cubicBezTo>
                    <a:pt x="25380" y="2272"/>
                    <a:pt x="36012" y="403"/>
                    <a:pt x="46151" y="403"/>
                  </a:cubicBezTo>
                  <a:close/>
                  <a:moveTo>
                    <a:pt x="46184" y="0"/>
                  </a:moveTo>
                  <a:cubicBezTo>
                    <a:pt x="35995" y="0"/>
                    <a:pt x="25302" y="1873"/>
                    <a:pt x="14376" y="5582"/>
                  </a:cubicBezTo>
                  <a:cubicBezTo>
                    <a:pt x="10932" y="6749"/>
                    <a:pt x="7309" y="8083"/>
                    <a:pt x="4175" y="10405"/>
                  </a:cubicBezTo>
                  <a:cubicBezTo>
                    <a:pt x="2845" y="11391"/>
                    <a:pt x="1250" y="12780"/>
                    <a:pt x="720" y="14790"/>
                  </a:cubicBezTo>
                  <a:cubicBezTo>
                    <a:pt x="0" y="17521"/>
                    <a:pt x="1992" y="19837"/>
                    <a:pt x="2618" y="20484"/>
                  </a:cubicBezTo>
                  <a:cubicBezTo>
                    <a:pt x="4745" y="22672"/>
                    <a:pt x="7559" y="23326"/>
                    <a:pt x="10464" y="23326"/>
                  </a:cubicBezTo>
                  <a:cubicBezTo>
                    <a:pt x="12008" y="23326"/>
                    <a:pt x="13578" y="23141"/>
                    <a:pt x="15083" y="22903"/>
                  </a:cubicBezTo>
                  <a:cubicBezTo>
                    <a:pt x="18599" y="22350"/>
                    <a:pt x="22098" y="21314"/>
                    <a:pt x="25483" y="20314"/>
                  </a:cubicBezTo>
                  <a:cubicBezTo>
                    <a:pt x="26558" y="19996"/>
                    <a:pt x="27635" y="19678"/>
                    <a:pt x="28713" y="19374"/>
                  </a:cubicBezTo>
                  <a:cubicBezTo>
                    <a:pt x="31476" y="18595"/>
                    <a:pt x="34392" y="18158"/>
                    <a:pt x="38171" y="17957"/>
                  </a:cubicBezTo>
                  <a:cubicBezTo>
                    <a:pt x="39992" y="17859"/>
                    <a:pt x="41744" y="17811"/>
                    <a:pt x="43446" y="17811"/>
                  </a:cubicBezTo>
                  <a:cubicBezTo>
                    <a:pt x="45718" y="17811"/>
                    <a:pt x="47900" y="17898"/>
                    <a:pt x="50034" y="18072"/>
                  </a:cubicBezTo>
                  <a:cubicBezTo>
                    <a:pt x="54919" y="18471"/>
                    <a:pt x="58869" y="19245"/>
                    <a:pt x="62464" y="20513"/>
                  </a:cubicBezTo>
                  <a:cubicBezTo>
                    <a:pt x="66629" y="21980"/>
                    <a:pt x="69761" y="23959"/>
                    <a:pt x="72035" y="26564"/>
                  </a:cubicBezTo>
                  <a:cubicBezTo>
                    <a:pt x="74808" y="29740"/>
                    <a:pt x="76328" y="34562"/>
                    <a:pt x="75907" y="38847"/>
                  </a:cubicBezTo>
                  <a:lnTo>
                    <a:pt x="75885" y="39069"/>
                  </a:lnTo>
                  <a:lnTo>
                    <a:pt x="86103" y="39069"/>
                  </a:lnTo>
                  <a:lnTo>
                    <a:pt x="86083" y="38849"/>
                  </a:lnTo>
                  <a:cubicBezTo>
                    <a:pt x="85816" y="35827"/>
                    <a:pt x="84685" y="32755"/>
                    <a:pt x="84035" y="31193"/>
                  </a:cubicBezTo>
                  <a:cubicBezTo>
                    <a:pt x="83194" y="29170"/>
                    <a:pt x="82289" y="27550"/>
                    <a:pt x="81192" y="26094"/>
                  </a:cubicBezTo>
                  <a:cubicBezTo>
                    <a:pt x="81095" y="25968"/>
                    <a:pt x="80986" y="25829"/>
                    <a:pt x="80868" y="25679"/>
                  </a:cubicBezTo>
                  <a:cubicBezTo>
                    <a:pt x="80089" y="24692"/>
                    <a:pt x="78913" y="23196"/>
                    <a:pt x="79180" y="21893"/>
                  </a:cubicBezTo>
                  <a:cubicBezTo>
                    <a:pt x="79280" y="21406"/>
                    <a:pt x="79542" y="21057"/>
                    <a:pt x="79953" y="20860"/>
                  </a:cubicBezTo>
                  <a:cubicBezTo>
                    <a:pt x="80215" y="20736"/>
                    <a:pt x="80506" y="20684"/>
                    <a:pt x="80793" y="20684"/>
                  </a:cubicBezTo>
                  <a:cubicBezTo>
                    <a:pt x="81216" y="20684"/>
                    <a:pt x="81630" y="20796"/>
                    <a:pt x="81925" y="20950"/>
                  </a:cubicBezTo>
                  <a:cubicBezTo>
                    <a:pt x="83388" y="21710"/>
                    <a:pt x="84600" y="23365"/>
                    <a:pt x="85716" y="24991"/>
                  </a:cubicBezTo>
                  <a:cubicBezTo>
                    <a:pt x="86867" y="26672"/>
                    <a:pt x="87910" y="28506"/>
                    <a:pt x="88919" y="30277"/>
                  </a:cubicBezTo>
                  <a:cubicBezTo>
                    <a:pt x="90139" y="32421"/>
                    <a:pt x="91401" y="34638"/>
                    <a:pt x="92868" y="36611"/>
                  </a:cubicBezTo>
                  <a:cubicBezTo>
                    <a:pt x="93440" y="37380"/>
                    <a:pt x="94059" y="38160"/>
                    <a:pt x="94759" y="38996"/>
                  </a:cubicBezTo>
                  <a:lnTo>
                    <a:pt x="94819" y="39068"/>
                  </a:lnTo>
                  <a:lnTo>
                    <a:pt x="105303" y="39068"/>
                  </a:lnTo>
                  <a:cubicBezTo>
                    <a:pt x="107121" y="39068"/>
                    <a:pt x="108627" y="37217"/>
                    <a:pt x="108661" y="34947"/>
                  </a:cubicBezTo>
                  <a:lnTo>
                    <a:pt x="108663" y="34847"/>
                  </a:lnTo>
                  <a:lnTo>
                    <a:pt x="108584" y="34784"/>
                  </a:lnTo>
                  <a:cubicBezTo>
                    <a:pt x="104971" y="31939"/>
                    <a:pt x="101460" y="28897"/>
                    <a:pt x="98502" y="26300"/>
                  </a:cubicBezTo>
                  <a:cubicBezTo>
                    <a:pt x="96655" y="24675"/>
                    <a:pt x="94790" y="22989"/>
                    <a:pt x="92987" y="21357"/>
                  </a:cubicBezTo>
                  <a:cubicBezTo>
                    <a:pt x="89168" y="17899"/>
                    <a:pt x="85217" y="14326"/>
                    <a:pt x="81181" y="11127"/>
                  </a:cubicBezTo>
                  <a:cubicBezTo>
                    <a:pt x="72085" y="3918"/>
                    <a:pt x="60650" y="176"/>
                    <a:pt x="47197" y="6"/>
                  </a:cubicBezTo>
                  <a:cubicBezTo>
                    <a:pt x="46860" y="2"/>
                    <a:pt x="46522" y="0"/>
                    <a:pt x="461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13"/>
            <p:cNvSpPr/>
            <p:nvPr/>
          </p:nvSpPr>
          <p:spPr>
            <a:xfrm flipH="1" rot="10800000">
              <a:off x="5065015" y="4471289"/>
              <a:ext cx="4355665" cy="807744"/>
            </a:xfrm>
            <a:custGeom>
              <a:rect b="b" l="l" r="r" t="t"/>
              <a:pathLst>
                <a:path extrusionOk="0" h="28164" w="108844">
                  <a:moveTo>
                    <a:pt x="105484" y="409"/>
                  </a:moveTo>
                  <a:cubicBezTo>
                    <a:pt x="107116" y="409"/>
                    <a:pt x="108443" y="2114"/>
                    <a:pt x="108443" y="4208"/>
                  </a:cubicBezTo>
                  <a:lnTo>
                    <a:pt x="108443" y="9441"/>
                  </a:lnTo>
                  <a:cubicBezTo>
                    <a:pt x="107791" y="9431"/>
                    <a:pt x="107138" y="9426"/>
                    <a:pt x="106485" y="9426"/>
                  </a:cubicBezTo>
                  <a:cubicBezTo>
                    <a:pt x="96929" y="9426"/>
                    <a:pt x="87281" y="10461"/>
                    <a:pt x="77432" y="11618"/>
                  </a:cubicBezTo>
                  <a:lnTo>
                    <a:pt x="74438" y="11967"/>
                  </a:lnTo>
                  <a:cubicBezTo>
                    <a:pt x="68077" y="12707"/>
                    <a:pt x="61497" y="13471"/>
                    <a:pt x="55052" y="14524"/>
                  </a:cubicBezTo>
                  <a:cubicBezTo>
                    <a:pt x="50937" y="15196"/>
                    <a:pt x="47239" y="15919"/>
                    <a:pt x="43750" y="16739"/>
                  </a:cubicBezTo>
                  <a:cubicBezTo>
                    <a:pt x="39671" y="17698"/>
                    <a:pt x="36280" y="18535"/>
                    <a:pt x="32894" y="19868"/>
                  </a:cubicBezTo>
                  <a:cubicBezTo>
                    <a:pt x="30642" y="20754"/>
                    <a:pt x="28443" y="21986"/>
                    <a:pt x="26315" y="23179"/>
                  </a:cubicBezTo>
                  <a:cubicBezTo>
                    <a:pt x="22603" y="25262"/>
                    <a:pt x="18761" y="27414"/>
                    <a:pt x="14582" y="27728"/>
                  </a:cubicBezTo>
                  <a:cubicBezTo>
                    <a:pt x="14284" y="27750"/>
                    <a:pt x="13983" y="27761"/>
                    <a:pt x="13680" y="27761"/>
                  </a:cubicBezTo>
                  <a:cubicBezTo>
                    <a:pt x="8600" y="27761"/>
                    <a:pt x="3011" y="24606"/>
                    <a:pt x="1265" y="17265"/>
                  </a:cubicBezTo>
                  <a:cubicBezTo>
                    <a:pt x="424" y="13728"/>
                    <a:pt x="774" y="10998"/>
                    <a:pt x="2304" y="9148"/>
                  </a:cubicBezTo>
                  <a:cubicBezTo>
                    <a:pt x="3847" y="7282"/>
                    <a:pt x="6123" y="6467"/>
                    <a:pt x="8144" y="5916"/>
                  </a:cubicBezTo>
                  <a:cubicBezTo>
                    <a:pt x="14663" y="4135"/>
                    <a:pt x="21503" y="4060"/>
                    <a:pt x="27536" y="3991"/>
                  </a:cubicBezTo>
                  <a:lnTo>
                    <a:pt x="28284" y="3982"/>
                  </a:lnTo>
                  <a:cubicBezTo>
                    <a:pt x="35338" y="3908"/>
                    <a:pt x="42635" y="3830"/>
                    <a:pt x="49562" y="1411"/>
                  </a:cubicBezTo>
                  <a:cubicBezTo>
                    <a:pt x="50530" y="1072"/>
                    <a:pt x="51303" y="753"/>
                    <a:pt x="51989" y="409"/>
                  </a:cubicBezTo>
                  <a:lnTo>
                    <a:pt x="51989" y="410"/>
                  </a:lnTo>
                  <a:lnTo>
                    <a:pt x="77472" y="410"/>
                  </a:lnTo>
                  <a:cubicBezTo>
                    <a:pt x="75657" y="1022"/>
                    <a:pt x="73845" y="1526"/>
                    <a:pt x="72138" y="1986"/>
                  </a:cubicBezTo>
                  <a:cubicBezTo>
                    <a:pt x="71479" y="2162"/>
                    <a:pt x="70816" y="2334"/>
                    <a:pt x="70156" y="2505"/>
                  </a:cubicBezTo>
                  <a:cubicBezTo>
                    <a:pt x="68329" y="2977"/>
                    <a:pt x="66440" y="3467"/>
                    <a:pt x="64605" y="4082"/>
                  </a:cubicBezTo>
                  <a:cubicBezTo>
                    <a:pt x="61004" y="5291"/>
                    <a:pt x="57124" y="6040"/>
                    <a:pt x="52740" y="6369"/>
                  </a:cubicBezTo>
                  <a:cubicBezTo>
                    <a:pt x="49638" y="6602"/>
                    <a:pt x="46418" y="6602"/>
                    <a:pt x="43304" y="6603"/>
                  </a:cubicBezTo>
                  <a:cubicBezTo>
                    <a:pt x="34965" y="6606"/>
                    <a:pt x="26344" y="6609"/>
                    <a:pt x="18528" y="10955"/>
                  </a:cubicBezTo>
                  <a:cubicBezTo>
                    <a:pt x="14223" y="13350"/>
                    <a:pt x="12644" y="15910"/>
                    <a:pt x="13835" y="18561"/>
                  </a:cubicBezTo>
                  <a:cubicBezTo>
                    <a:pt x="14838" y="20791"/>
                    <a:pt x="17057" y="22107"/>
                    <a:pt x="18813" y="22421"/>
                  </a:cubicBezTo>
                  <a:cubicBezTo>
                    <a:pt x="19239" y="22498"/>
                    <a:pt x="19668" y="22533"/>
                    <a:pt x="20097" y="22533"/>
                  </a:cubicBezTo>
                  <a:cubicBezTo>
                    <a:pt x="22307" y="22533"/>
                    <a:pt x="24513" y="21604"/>
                    <a:pt x="26433" y="20647"/>
                  </a:cubicBezTo>
                  <a:cubicBezTo>
                    <a:pt x="27444" y="20142"/>
                    <a:pt x="28451" y="19561"/>
                    <a:pt x="29427" y="18998"/>
                  </a:cubicBezTo>
                  <a:cubicBezTo>
                    <a:pt x="30955" y="18116"/>
                    <a:pt x="32534" y="17203"/>
                    <a:pt x="34157" y="16576"/>
                  </a:cubicBezTo>
                  <a:cubicBezTo>
                    <a:pt x="37956" y="15106"/>
                    <a:pt x="41874" y="14247"/>
                    <a:pt x="44864" y="13661"/>
                  </a:cubicBezTo>
                  <a:cubicBezTo>
                    <a:pt x="49244" y="12804"/>
                    <a:pt x="53720" y="12190"/>
                    <a:pt x="58050" y="11597"/>
                  </a:cubicBezTo>
                  <a:cubicBezTo>
                    <a:pt x="61146" y="11172"/>
                    <a:pt x="64344" y="10734"/>
                    <a:pt x="67486" y="10209"/>
                  </a:cubicBezTo>
                  <a:cubicBezTo>
                    <a:pt x="71305" y="9572"/>
                    <a:pt x="74827" y="8898"/>
                    <a:pt x="78252" y="8150"/>
                  </a:cubicBezTo>
                  <a:cubicBezTo>
                    <a:pt x="80759" y="7602"/>
                    <a:pt x="84017" y="6743"/>
                    <a:pt x="86995" y="4937"/>
                  </a:cubicBezTo>
                  <a:cubicBezTo>
                    <a:pt x="88677" y="3915"/>
                    <a:pt x="90044" y="2435"/>
                    <a:pt x="91173" y="409"/>
                  </a:cubicBezTo>
                  <a:close/>
                  <a:moveTo>
                    <a:pt x="90934" y="0"/>
                  </a:moveTo>
                  <a:lnTo>
                    <a:pt x="90877" y="105"/>
                  </a:lnTo>
                  <a:cubicBezTo>
                    <a:pt x="89755" y="2148"/>
                    <a:pt x="88458" y="3572"/>
                    <a:pt x="86786" y="4587"/>
                  </a:cubicBezTo>
                  <a:cubicBezTo>
                    <a:pt x="83860" y="6361"/>
                    <a:pt x="80642" y="7209"/>
                    <a:pt x="78166" y="7749"/>
                  </a:cubicBezTo>
                  <a:cubicBezTo>
                    <a:pt x="74747" y="8496"/>
                    <a:pt x="71232" y="9168"/>
                    <a:pt x="67420" y="9804"/>
                  </a:cubicBezTo>
                  <a:cubicBezTo>
                    <a:pt x="64284" y="10326"/>
                    <a:pt x="61086" y="10767"/>
                    <a:pt x="57994" y="11189"/>
                  </a:cubicBezTo>
                  <a:cubicBezTo>
                    <a:pt x="53660" y="11784"/>
                    <a:pt x="49177" y="12398"/>
                    <a:pt x="44787" y="13257"/>
                  </a:cubicBezTo>
                  <a:cubicBezTo>
                    <a:pt x="41781" y="13846"/>
                    <a:pt x="37840" y="14712"/>
                    <a:pt x="34011" y="16192"/>
                  </a:cubicBezTo>
                  <a:cubicBezTo>
                    <a:pt x="32361" y="16832"/>
                    <a:pt x="30768" y="17751"/>
                    <a:pt x="29227" y="18641"/>
                  </a:cubicBezTo>
                  <a:cubicBezTo>
                    <a:pt x="28257" y="19199"/>
                    <a:pt x="27256" y="19778"/>
                    <a:pt x="26252" y="20278"/>
                  </a:cubicBezTo>
                  <a:cubicBezTo>
                    <a:pt x="24377" y="21213"/>
                    <a:pt x="22228" y="22123"/>
                    <a:pt x="20096" y="22123"/>
                  </a:cubicBezTo>
                  <a:cubicBezTo>
                    <a:pt x="19691" y="22123"/>
                    <a:pt x="19286" y="22090"/>
                    <a:pt x="18884" y="22019"/>
                  </a:cubicBezTo>
                  <a:cubicBezTo>
                    <a:pt x="17234" y="21723"/>
                    <a:pt x="15146" y="20485"/>
                    <a:pt x="14203" y="18389"/>
                  </a:cubicBezTo>
                  <a:cubicBezTo>
                    <a:pt x="13112" y="15962"/>
                    <a:pt x="14633" y="13577"/>
                    <a:pt x="18725" y="11302"/>
                  </a:cubicBezTo>
                  <a:cubicBezTo>
                    <a:pt x="26450" y="7006"/>
                    <a:pt x="35017" y="7004"/>
                    <a:pt x="43304" y="7002"/>
                  </a:cubicBezTo>
                  <a:cubicBezTo>
                    <a:pt x="46426" y="7002"/>
                    <a:pt x="49654" y="6999"/>
                    <a:pt x="52770" y="6766"/>
                  </a:cubicBezTo>
                  <a:cubicBezTo>
                    <a:pt x="57188" y="6433"/>
                    <a:pt x="61100" y="5680"/>
                    <a:pt x="64734" y="4460"/>
                  </a:cubicBezTo>
                  <a:cubicBezTo>
                    <a:pt x="66555" y="3847"/>
                    <a:pt x="68437" y="3359"/>
                    <a:pt x="70258" y="2889"/>
                  </a:cubicBezTo>
                  <a:cubicBezTo>
                    <a:pt x="70921" y="2718"/>
                    <a:pt x="71583" y="2546"/>
                    <a:pt x="72244" y="2369"/>
                  </a:cubicBezTo>
                  <a:cubicBezTo>
                    <a:pt x="74310" y="1815"/>
                    <a:pt x="76526" y="1191"/>
                    <a:pt x="78725" y="393"/>
                  </a:cubicBezTo>
                  <a:lnTo>
                    <a:pt x="79801" y="3"/>
                  </a:lnTo>
                  <a:lnTo>
                    <a:pt x="51891" y="3"/>
                  </a:lnTo>
                  <a:lnTo>
                    <a:pt x="51849" y="25"/>
                  </a:lnTo>
                  <a:cubicBezTo>
                    <a:pt x="51168" y="369"/>
                    <a:pt x="50398" y="688"/>
                    <a:pt x="49430" y="1026"/>
                  </a:cubicBezTo>
                  <a:cubicBezTo>
                    <a:pt x="42565" y="3424"/>
                    <a:pt x="35301" y="3502"/>
                    <a:pt x="28279" y="3577"/>
                  </a:cubicBezTo>
                  <a:lnTo>
                    <a:pt x="27530" y="3587"/>
                  </a:lnTo>
                  <a:cubicBezTo>
                    <a:pt x="21472" y="3654"/>
                    <a:pt x="14606" y="3731"/>
                    <a:pt x="8035" y="5524"/>
                  </a:cubicBezTo>
                  <a:cubicBezTo>
                    <a:pt x="5955" y="6091"/>
                    <a:pt x="3608" y="6937"/>
                    <a:pt x="1994" y="8889"/>
                  </a:cubicBezTo>
                  <a:cubicBezTo>
                    <a:pt x="378" y="10842"/>
                    <a:pt x="1" y="13691"/>
                    <a:pt x="872" y="17356"/>
                  </a:cubicBezTo>
                  <a:cubicBezTo>
                    <a:pt x="2415" y="23842"/>
                    <a:pt x="7591" y="28164"/>
                    <a:pt x="13647" y="28164"/>
                  </a:cubicBezTo>
                  <a:cubicBezTo>
                    <a:pt x="13966" y="28164"/>
                    <a:pt x="14287" y="28154"/>
                    <a:pt x="14609" y="28121"/>
                  </a:cubicBezTo>
                  <a:cubicBezTo>
                    <a:pt x="18878" y="27800"/>
                    <a:pt x="22758" y="25623"/>
                    <a:pt x="26511" y="23520"/>
                  </a:cubicBezTo>
                  <a:cubicBezTo>
                    <a:pt x="28626" y="22334"/>
                    <a:pt x="30812" y="21108"/>
                    <a:pt x="33038" y="20233"/>
                  </a:cubicBezTo>
                  <a:cubicBezTo>
                    <a:pt x="36400" y="18911"/>
                    <a:pt x="39775" y="18075"/>
                    <a:pt x="43838" y="17121"/>
                  </a:cubicBezTo>
                  <a:cubicBezTo>
                    <a:pt x="47319" y="16305"/>
                    <a:pt x="51008" y="15582"/>
                    <a:pt x="55113" y="14912"/>
                  </a:cubicBezTo>
                  <a:cubicBezTo>
                    <a:pt x="61550" y="13861"/>
                    <a:pt x="68126" y="13097"/>
                    <a:pt x="74484" y="12357"/>
                  </a:cubicBezTo>
                  <a:lnTo>
                    <a:pt x="77477" y="12010"/>
                  </a:lnTo>
                  <a:cubicBezTo>
                    <a:pt x="87323" y="10854"/>
                    <a:pt x="96973" y="9822"/>
                    <a:pt x="106514" y="9822"/>
                  </a:cubicBezTo>
                  <a:cubicBezTo>
                    <a:pt x="107222" y="9822"/>
                    <a:pt x="107930" y="9827"/>
                    <a:pt x="108637" y="9839"/>
                  </a:cubicBezTo>
                  <a:lnTo>
                    <a:pt x="108843" y="9842"/>
                  </a:lnTo>
                  <a:lnTo>
                    <a:pt x="108843" y="4203"/>
                  </a:lnTo>
                  <a:cubicBezTo>
                    <a:pt x="108843" y="1884"/>
                    <a:pt x="107336" y="0"/>
                    <a:pt x="1054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2" name="Google Shape;342;p13"/>
          <p:cNvSpPr/>
          <p:nvPr/>
        </p:nvSpPr>
        <p:spPr>
          <a:xfrm>
            <a:off x="1418350" y="362750"/>
            <a:ext cx="6414000" cy="4594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13"/>
          <p:cNvSpPr/>
          <p:nvPr/>
        </p:nvSpPr>
        <p:spPr>
          <a:xfrm>
            <a:off x="1311650" y="271625"/>
            <a:ext cx="6414000" cy="45849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13"/>
          <p:cNvSpPr txBox="1"/>
          <p:nvPr>
            <p:ph type="title"/>
          </p:nvPr>
        </p:nvSpPr>
        <p:spPr>
          <a:xfrm>
            <a:off x="3749076" y="1379525"/>
            <a:ext cx="3127500" cy="2112900"/>
          </a:xfrm>
          <a:prstGeom prst="rect">
            <a:avLst/>
          </a:prstGeom>
        </p:spPr>
        <p:txBody>
          <a:bodyPr anchorCtr="0" anchor="ctr" bIns="91425" lIns="91425" spcFirstLastPara="1" rIns="91425" wrap="square" tIns="91425">
            <a:noAutofit/>
          </a:bodyPr>
          <a:lstStyle>
            <a:lvl1pPr lvl="0" rtl="0">
              <a:lnSpc>
                <a:spcPct val="80000"/>
              </a:lnSpc>
              <a:spcBef>
                <a:spcPts val="0"/>
              </a:spcBef>
              <a:spcAft>
                <a:spcPts val="0"/>
              </a:spcAft>
              <a:buSzPts val="3600"/>
              <a:buNone/>
              <a:defRPr sz="72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345" name="Google Shape;345;p13"/>
          <p:cNvSpPr txBox="1"/>
          <p:nvPr>
            <p:ph hasCustomPrompt="1" idx="2" type="title"/>
          </p:nvPr>
        </p:nvSpPr>
        <p:spPr>
          <a:xfrm>
            <a:off x="2267413" y="1960075"/>
            <a:ext cx="10845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b="1" sz="60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346" name="Google Shape;346;p13"/>
          <p:cNvSpPr txBox="1"/>
          <p:nvPr>
            <p:ph idx="1" type="subTitle"/>
          </p:nvPr>
        </p:nvSpPr>
        <p:spPr>
          <a:xfrm>
            <a:off x="3749113" y="3310975"/>
            <a:ext cx="2379300" cy="60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solidFill>
                  <a:schemeClr val="hlink"/>
                </a:solidFill>
              </a:defRPr>
            </a:lvl1pPr>
            <a:lvl2pPr lvl="1" rtl="0">
              <a:lnSpc>
                <a:spcPct val="100000"/>
              </a:lnSpc>
              <a:spcBef>
                <a:spcPts val="160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SECTION_HEADER_1_1">
    <p:bg>
      <p:bgPr>
        <a:solidFill>
          <a:schemeClr val="accent4"/>
        </a:solidFill>
      </p:bgPr>
    </p:bg>
    <p:spTree>
      <p:nvGrpSpPr>
        <p:cNvPr id="347" name="Shape 347"/>
        <p:cNvGrpSpPr/>
        <p:nvPr/>
      </p:nvGrpSpPr>
      <p:grpSpPr>
        <a:xfrm>
          <a:off x="0" y="0"/>
          <a:ext cx="0" cy="0"/>
          <a:chOff x="0" y="0"/>
          <a:chExt cx="0" cy="0"/>
        </a:xfrm>
      </p:grpSpPr>
      <p:grpSp>
        <p:nvGrpSpPr>
          <p:cNvPr id="348" name="Google Shape;348;p14"/>
          <p:cNvGrpSpPr/>
          <p:nvPr/>
        </p:nvGrpSpPr>
        <p:grpSpPr>
          <a:xfrm>
            <a:off x="-97264" y="-2356200"/>
            <a:ext cx="9517944" cy="7737118"/>
            <a:chOff x="-97264" y="-2356200"/>
            <a:chExt cx="9517944" cy="7737118"/>
          </a:xfrm>
        </p:grpSpPr>
        <p:sp>
          <p:nvSpPr>
            <p:cNvPr id="349" name="Google Shape;349;p14"/>
            <p:cNvSpPr/>
            <p:nvPr/>
          </p:nvSpPr>
          <p:spPr>
            <a:xfrm flipH="1" rot="10800000">
              <a:off x="-89101" y="3917310"/>
              <a:ext cx="3985503" cy="848251"/>
            </a:xfrm>
            <a:custGeom>
              <a:rect b="b" l="l" r="r" t="t"/>
              <a:pathLst>
                <a:path extrusionOk="0" h="21197" w="99594">
                  <a:moveTo>
                    <a:pt x="65021" y="0"/>
                  </a:moveTo>
                  <a:cubicBezTo>
                    <a:pt x="64434" y="0"/>
                    <a:pt x="63848" y="10"/>
                    <a:pt x="63260" y="29"/>
                  </a:cubicBezTo>
                  <a:cubicBezTo>
                    <a:pt x="57732" y="207"/>
                    <a:pt x="52245" y="1096"/>
                    <a:pt x="46816" y="2389"/>
                  </a:cubicBezTo>
                  <a:cubicBezTo>
                    <a:pt x="41611" y="3631"/>
                    <a:pt x="36750" y="6060"/>
                    <a:pt x="31830" y="8475"/>
                  </a:cubicBezTo>
                  <a:cubicBezTo>
                    <a:pt x="27244" y="10725"/>
                    <a:pt x="22624" y="12692"/>
                    <a:pt x="17724" y="13463"/>
                  </a:cubicBezTo>
                  <a:cubicBezTo>
                    <a:pt x="15802" y="13765"/>
                    <a:pt x="13860" y="13942"/>
                    <a:pt x="11920" y="13942"/>
                  </a:cubicBezTo>
                  <a:cubicBezTo>
                    <a:pt x="10234" y="13942"/>
                    <a:pt x="8549" y="13808"/>
                    <a:pt x="6879" y="13505"/>
                  </a:cubicBezTo>
                  <a:cubicBezTo>
                    <a:pt x="4515" y="13077"/>
                    <a:pt x="2162" y="12285"/>
                    <a:pt x="0" y="10984"/>
                  </a:cubicBezTo>
                  <a:lnTo>
                    <a:pt x="0" y="18944"/>
                  </a:lnTo>
                  <a:cubicBezTo>
                    <a:pt x="1762" y="19024"/>
                    <a:pt x="3523" y="19075"/>
                    <a:pt x="5283" y="19075"/>
                  </a:cubicBezTo>
                  <a:cubicBezTo>
                    <a:pt x="9227" y="19075"/>
                    <a:pt x="13162" y="18820"/>
                    <a:pt x="17071" y="18072"/>
                  </a:cubicBezTo>
                  <a:cubicBezTo>
                    <a:pt x="21981" y="17133"/>
                    <a:pt x="26589" y="15270"/>
                    <a:pt x="30996" y="12374"/>
                  </a:cubicBezTo>
                  <a:cubicBezTo>
                    <a:pt x="33739" y="10570"/>
                    <a:pt x="36781" y="9886"/>
                    <a:pt x="39837" y="9886"/>
                  </a:cubicBezTo>
                  <a:cubicBezTo>
                    <a:pt x="40660" y="9886"/>
                    <a:pt x="41484" y="9936"/>
                    <a:pt x="42304" y="10026"/>
                  </a:cubicBezTo>
                  <a:cubicBezTo>
                    <a:pt x="50992" y="10985"/>
                    <a:pt x="59004" y="15789"/>
                    <a:pt x="67420" y="18291"/>
                  </a:cubicBezTo>
                  <a:cubicBezTo>
                    <a:pt x="72853" y="19907"/>
                    <a:pt x="78486" y="20812"/>
                    <a:pt x="84058" y="21107"/>
                  </a:cubicBezTo>
                  <a:cubicBezTo>
                    <a:pt x="85055" y="21160"/>
                    <a:pt x="86060" y="21196"/>
                    <a:pt x="87066" y="21196"/>
                  </a:cubicBezTo>
                  <a:cubicBezTo>
                    <a:pt x="89207" y="21196"/>
                    <a:pt x="91355" y="21031"/>
                    <a:pt x="93446" y="20508"/>
                  </a:cubicBezTo>
                  <a:cubicBezTo>
                    <a:pt x="95522" y="19989"/>
                    <a:pt x="98275" y="18989"/>
                    <a:pt x="98894" y="16049"/>
                  </a:cubicBezTo>
                  <a:cubicBezTo>
                    <a:pt x="99594" y="12721"/>
                    <a:pt x="97265" y="10188"/>
                    <a:pt x="95270" y="8623"/>
                  </a:cubicBezTo>
                  <a:cubicBezTo>
                    <a:pt x="92667" y="6581"/>
                    <a:pt x="89709" y="5268"/>
                    <a:pt x="86790" y="4165"/>
                  </a:cubicBezTo>
                  <a:cubicBezTo>
                    <a:pt x="79711" y="1489"/>
                    <a:pt x="72404" y="0"/>
                    <a:pt x="65021"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14"/>
            <p:cNvSpPr/>
            <p:nvPr/>
          </p:nvSpPr>
          <p:spPr>
            <a:xfrm flipH="1" rot="10800000">
              <a:off x="-89221" y="1998098"/>
              <a:ext cx="8386467" cy="1819876"/>
            </a:xfrm>
            <a:custGeom>
              <a:rect b="b" l="l" r="r" t="t"/>
              <a:pathLst>
                <a:path extrusionOk="0" h="45477" w="209570">
                  <a:moveTo>
                    <a:pt x="173399" y="0"/>
                  </a:moveTo>
                  <a:cubicBezTo>
                    <a:pt x="171819" y="0"/>
                    <a:pt x="170239" y="33"/>
                    <a:pt x="168661" y="80"/>
                  </a:cubicBezTo>
                  <a:cubicBezTo>
                    <a:pt x="164324" y="208"/>
                    <a:pt x="160018" y="528"/>
                    <a:pt x="155729" y="1390"/>
                  </a:cubicBezTo>
                  <a:cubicBezTo>
                    <a:pt x="151776" y="2184"/>
                    <a:pt x="147874" y="3386"/>
                    <a:pt x="144099" y="5071"/>
                  </a:cubicBezTo>
                  <a:cubicBezTo>
                    <a:pt x="140139" y="6838"/>
                    <a:pt x="136425" y="9227"/>
                    <a:pt x="132734" y="11745"/>
                  </a:cubicBezTo>
                  <a:cubicBezTo>
                    <a:pt x="125453" y="16714"/>
                    <a:pt x="118372" y="22168"/>
                    <a:pt x="110478" y="25489"/>
                  </a:cubicBezTo>
                  <a:cubicBezTo>
                    <a:pt x="104010" y="28211"/>
                    <a:pt x="97197" y="29287"/>
                    <a:pt x="90399" y="29287"/>
                  </a:cubicBezTo>
                  <a:cubicBezTo>
                    <a:pt x="89168" y="29287"/>
                    <a:pt x="87937" y="29252"/>
                    <a:pt x="86709" y="29185"/>
                  </a:cubicBezTo>
                  <a:cubicBezTo>
                    <a:pt x="70235" y="28285"/>
                    <a:pt x="53959" y="22404"/>
                    <a:pt x="38422" y="15780"/>
                  </a:cubicBezTo>
                  <a:cubicBezTo>
                    <a:pt x="34245" y="13999"/>
                    <a:pt x="30113" y="12729"/>
                    <a:pt x="25697" y="12479"/>
                  </a:cubicBezTo>
                  <a:cubicBezTo>
                    <a:pt x="24449" y="12409"/>
                    <a:pt x="23202" y="12379"/>
                    <a:pt x="21954" y="12379"/>
                  </a:cubicBezTo>
                  <a:cubicBezTo>
                    <a:pt x="18881" y="12379"/>
                    <a:pt x="15809" y="12558"/>
                    <a:pt x="12741" y="12746"/>
                  </a:cubicBezTo>
                  <a:cubicBezTo>
                    <a:pt x="9315" y="12958"/>
                    <a:pt x="5883" y="13109"/>
                    <a:pt x="2471" y="13588"/>
                  </a:cubicBezTo>
                  <a:cubicBezTo>
                    <a:pt x="1651" y="13702"/>
                    <a:pt x="825" y="13831"/>
                    <a:pt x="0" y="13986"/>
                  </a:cubicBezTo>
                  <a:lnTo>
                    <a:pt x="0" y="21931"/>
                  </a:lnTo>
                  <a:cubicBezTo>
                    <a:pt x="3093" y="20622"/>
                    <a:pt x="6277" y="19799"/>
                    <a:pt x="9551" y="19799"/>
                  </a:cubicBezTo>
                  <a:cubicBezTo>
                    <a:pt x="10632" y="19799"/>
                    <a:pt x="11722" y="19889"/>
                    <a:pt x="12823" y="20080"/>
                  </a:cubicBezTo>
                  <a:cubicBezTo>
                    <a:pt x="20488" y="21419"/>
                    <a:pt x="27144" y="26632"/>
                    <a:pt x="33499" y="31891"/>
                  </a:cubicBezTo>
                  <a:cubicBezTo>
                    <a:pt x="45486" y="41811"/>
                    <a:pt x="59912" y="45476"/>
                    <a:pt x="74081" y="45476"/>
                  </a:cubicBezTo>
                  <a:cubicBezTo>
                    <a:pt x="74665" y="45476"/>
                    <a:pt x="75248" y="45470"/>
                    <a:pt x="75831" y="45458"/>
                  </a:cubicBezTo>
                  <a:cubicBezTo>
                    <a:pt x="90804" y="45142"/>
                    <a:pt x="106177" y="41401"/>
                    <a:pt x="119282" y="31968"/>
                  </a:cubicBezTo>
                  <a:cubicBezTo>
                    <a:pt x="125990" y="27139"/>
                    <a:pt x="132221" y="21338"/>
                    <a:pt x="138817" y="16271"/>
                  </a:cubicBezTo>
                  <a:cubicBezTo>
                    <a:pt x="142143" y="13714"/>
                    <a:pt x="145448" y="11379"/>
                    <a:pt x="149316" y="10440"/>
                  </a:cubicBezTo>
                  <a:cubicBezTo>
                    <a:pt x="150812" y="10078"/>
                    <a:pt x="152323" y="9917"/>
                    <a:pt x="153836" y="9917"/>
                  </a:cubicBezTo>
                  <a:cubicBezTo>
                    <a:pt x="155625" y="9917"/>
                    <a:pt x="157416" y="10142"/>
                    <a:pt x="159185" y="10527"/>
                  </a:cubicBezTo>
                  <a:cubicBezTo>
                    <a:pt x="162983" y="11352"/>
                    <a:pt x="166672" y="12839"/>
                    <a:pt x="170334" y="14321"/>
                  </a:cubicBezTo>
                  <a:cubicBezTo>
                    <a:pt x="174482" y="15997"/>
                    <a:pt x="178713" y="17383"/>
                    <a:pt x="182992" y="18407"/>
                  </a:cubicBezTo>
                  <a:cubicBezTo>
                    <a:pt x="186653" y="19282"/>
                    <a:pt x="190426" y="19787"/>
                    <a:pt x="194193" y="19787"/>
                  </a:cubicBezTo>
                  <a:cubicBezTo>
                    <a:pt x="197694" y="19787"/>
                    <a:pt x="201190" y="19351"/>
                    <a:pt x="204587" y="18369"/>
                  </a:cubicBezTo>
                  <a:cubicBezTo>
                    <a:pt x="206831" y="17721"/>
                    <a:pt x="209570" y="16218"/>
                    <a:pt x="208195" y="12736"/>
                  </a:cubicBezTo>
                  <a:cubicBezTo>
                    <a:pt x="207019" y="9759"/>
                    <a:pt x="203809" y="8201"/>
                    <a:pt x="201535" y="7001"/>
                  </a:cubicBezTo>
                  <a:cubicBezTo>
                    <a:pt x="195238" y="3676"/>
                    <a:pt x="188684" y="1200"/>
                    <a:pt x="181872" y="426"/>
                  </a:cubicBezTo>
                  <a:cubicBezTo>
                    <a:pt x="179055" y="106"/>
                    <a:pt x="176227" y="0"/>
                    <a:pt x="173399"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14"/>
            <p:cNvSpPr/>
            <p:nvPr/>
          </p:nvSpPr>
          <p:spPr>
            <a:xfrm flipH="1" rot="10800000">
              <a:off x="-89101" y="2398138"/>
              <a:ext cx="819678" cy="314658"/>
            </a:xfrm>
            <a:custGeom>
              <a:rect b="b" l="l" r="r" t="t"/>
              <a:pathLst>
                <a:path extrusionOk="0" h="7863" w="20483">
                  <a:moveTo>
                    <a:pt x="10679" y="1"/>
                  </a:moveTo>
                  <a:cubicBezTo>
                    <a:pt x="7200" y="1"/>
                    <a:pt x="3530" y="930"/>
                    <a:pt x="0" y="1036"/>
                  </a:cubicBezTo>
                  <a:lnTo>
                    <a:pt x="0" y="7210"/>
                  </a:lnTo>
                  <a:cubicBezTo>
                    <a:pt x="73" y="7210"/>
                    <a:pt x="146" y="7210"/>
                    <a:pt x="218" y="7210"/>
                  </a:cubicBezTo>
                  <a:cubicBezTo>
                    <a:pt x="2966" y="7210"/>
                    <a:pt x="5723" y="7366"/>
                    <a:pt x="8473" y="7532"/>
                  </a:cubicBezTo>
                  <a:cubicBezTo>
                    <a:pt x="10471" y="7652"/>
                    <a:pt x="12481" y="7858"/>
                    <a:pt x="14482" y="7862"/>
                  </a:cubicBezTo>
                  <a:cubicBezTo>
                    <a:pt x="14579" y="7862"/>
                    <a:pt x="14677" y="7863"/>
                    <a:pt x="14776" y="7863"/>
                  </a:cubicBezTo>
                  <a:cubicBezTo>
                    <a:pt x="16107" y="7863"/>
                    <a:pt x="17589" y="7805"/>
                    <a:pt x="18794" y="7093"/>
                  </a:cubicBezTo>
                  <a:cubicBezTo>
                    <a:pt x="20483" y="6096"/>
                    <a:pt x="19330" y="4228"/>
                    <a:pt x="18366" y="3075"/>
                  </a:cubicBezTo>
                  <a:cubicBezTo>
                    <a:pt x="16959" y="1395"/>
                    <a:pt x="15150" y="529"/>
                    <a:pt x="13253" y="203"/>
                  </a:cubicBezTo>
                  <a:cubicBezTo>
                    <a:pt x="12410" y="59"/>
                    <a:pt x="11551" y="1"/>
                    <a:pt x="10679"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14"/>
            <p:cNvSpPr/>
            <p:nvPr/>
          </p:nvSpPr>
          <p:spPr>
            <a:xfrm flipH="1" rot="10800000">
              <a:off x="-89101" y="1041269"/>
              <a:ext cx="9361694" cy="2012360"/>
            </a:xfrm>
            <a:custGeom>
              <a:rect b="b" l="l" r="r" t="t"/>
              <a:pathLst>
                <a:path extrusionOk="0" h="50287" w="233940">
                  <a:moveTo>
                    <a:pt x="233940" y="0"/>
                  </a:moveTo>
                  <a:cubicBezTo>
                    <a:pt x="230479" y="1532"/>
                    <a:pt x="227264" y="3838"/>
                    <a:pt x="224035" y="6016"/>
                  </a:cubicBezTo>
                  <a:cubicBezTo>
                    <a:pt x="219999" y="8735"/>
                    <a:pt x="215918" y="11195"/>
                    <a:pt x="211510" y="12795"/>
                  </a:cubicBezTo>
                  <a:cubicBezTo>
                    <a:pt x="205977" y="14804"/>
                    <a:pt x="200252" y="15619"/>
                    <a:pt x="194517" y="15619"/>
                  </a:cubicBezTo>
                  <a:cubicBezTo>
                    <a:pt x="191019" y="15619"/>
                    <a:pt x="187518" y="15316"/>
                    <a:pt x="184053" y="14796"/>
                  </a:cubicBezTo>
                  <a:cubicBezTo>
                    <a:pt x="174879" y="13417"/>
                    <a:pt x="165892" y="10575"/>
                    <a:pt x="156983" y="7553"/>
                  </a:cubicBezTo>
                  <a:cubicBezTo>
                    <a:pt x="154186" y="6603"/>
                    <a:pt x="151295" y="5923"/>
                    <a:pt x="148402" y="5923"/>
                  </a:cubicBezTo>
                  <a:cubicBezTo>
                    <a:pt x="147105" y="5923"/>
                    <a:pt x="145807" y="6060"/>
                    <a:pt x="144518" y="6370"/>
                  </a:cubicBezTo>
                  <a:cubicBezTo>
                    <a:pt x="141010" y="7213"/>
                    <a:pt x="137841" y="9316"/>
                    <a:pt x="134862" y="11732"/>
                  </a:cubicBezTo>
                  <a:cubicBezTo>
                    <a:pt x="131415" y="14529"/>
                    <a:pt x="128149" y="17665"/>
                    <a:pt x="124700" y="20457"/>
                  </a:cubicBezTo>
                  <a:cubicBezTo>
                    <a:pt x="120681" y="23709"/>
                    <a:pt x="116461" y="26565"/>
                    <a:pt x="112085" y="28971"/>
                  </a:cubicBezTo>
                  <a:cubicBezTo>
                    <a:pt x="103869" y="33488"/>
                    <a:pt x="95132" y="36387"/>
                    <a:pt x="86236" y="37674"/>
                  </a:cubicBezTo>
                  <a:cubicBezTo>
                    <a:pt x="82434" y="38224"/>
                    <a:pt x="78620" y="38471"/>
                    <a:pt x="74803" y="38471"/>
                  </a:cubicBezTo>
                  <a:cubicBezTo>
                    <a:pt x="58405" y="38471"/>
                    <a:pt x="41951" y="33908"/>
                    <a:pt x="26125" y="29171"/>
                  </a:cubicBezTo>
                  <a:cubicBezTo>
                    <a:pt x="17408" y="26561"/>
                    <a:pt x="8732" y="23693"/>
                    <a:pt x="0" y="21148"/>
                  </a:cubicBezTo>
                  <a:lnTo>
                    <a:pt x="0" y="30371"/>
                  </a:lnTo>
                  <a:cubicBezTo>
                    <a:pt x="3472" y="33108"/>
                    <a:pt x="7489" y="35009"/>
                    <a:pt x="11115" y="36595"/>
                  </a:cubicBezTo>
                  <a:cubicBezTo>
                    <a:pt x="17532" y="39404"/>
                    <a:pt x="24220" y="41608"/>
                    <a:pt x="30929" y="42938"/>
                  </a:cubicBezTo>
                  <a:cubicBezTo>
                    <a:pt x="38228" y="44386"/>
                    <a:pt x="45630" y="44923"/>
                    <a:pt x="53022" y="44923"/>
                  </a:cubicBezTo>
                  <a:cubicBezTo>
                    <a:pt x="55748" y="44923"/>
                    <a:pt x="58473" y="44850"/>
                    <a:pt x="61191" y="44723"/>
                  </a:cubicBezTo>
                  <a:cubicBezTo>
                    <a:pt x="71533" y="44237"/>
                    <a:pt x="81978" y="43258"/>
                    <a:pt x="92233" y="41498"/>
                  </a:cubicBezTo>
                  <a:cubicBezTo>
                    <a:pt x="102742" y="39694"/>
                    <a:pt x="112661" y="35767"/>
                    <a:pt x="122701" y="31597"/>
                  </a:cubicBezTo>
                  <a:cubicBezTo>
                    <a:pt x="132437" y="27557"/>
                    <a:pt x="142206" y="24207"/>
                    <a:pt x="152521" y="24092"/>
                  </a:cubicBezTo>
                  <a:cubicBezTo>
                    <a:pt x="152754" y="24089"/>
                    <a:pt x="152988" y="24088"/>
                    <a:pt x="153222" y="24088"/>
                  </a:cubicBezTo>
                  <a:cubicBezTo>
                    <a:pt x="163194" y="24088"/>
                    <a:pt x="173100" y="26520"/>
                    <a:pt x="182555" y="30450"/>
                  </a:cubicBezTo>
                  <a:cubicBezTo>
                    <a:pt x="187610" y="32550"/>
                    <a:pt x="192565" y="35025"/>
                    <a:pt x="197604" y="37193"/>
                  </a:cubicBezTo>
                  <a:cubicBezTo>
                    <a:pt x="202625" y="39352"/>
                    <a:pt x="207681" y="41382"/>
                    <a:pt x="212770" y="43265"/>
                  </a:cubicBezTo>
                  <a:cubicBezTo>
                    <a:pt x="219747" y="45846"/>
                    <a:pt x="226825" y="48256"/>
                    <a:pt x="233940" y="50286"/>
                  </a:cubicBezTo>
                  <a:lnTo>
                    <a:pt x="233940" y="34729"/>
                  </a:lnTo>
                  <a:cubicBezTo>
                    <a:pt x="233339" y="34539"/>
                    <a:pt x="232731" y="34368"/>
                    <a:pt x="232112" y="34224"/>
                  </a:cubicBezTo>
                  <a:cubicBezTo>
                    <a:pt x="229270" y="33551"/>
                    <a:pt x="226381" y="33250"/>
                    <a:pt x="223499" y="32996"/>
                  </a:cubicBezTo>
                  <a:cubicBezTo>
                    <a:pt x="219753" y="32668"/>
                    <a:pt x="216005" y="32333"/>
                    <a:pt x="212261" y="31960"/>
                  </a:cubicBezTo>
                  <a:cubicBezTo>
                    <a:pt x="208072" y="31543"/>
                    <a:pt x="203886" y="31089"/>
                    <a:pt x="199705" y="30539"/>
                  </a:cubicBezTo>
                  <a:cubicBezTo>
                    <a:pt x="195713" y="30014"/>
                    <a:pt x="191661" y="29550"/>
                    <a:pt x="187710" y="28635"/>
                  </a:cubicBezTo>
                  <a:cubicBezTo>
                    <a:pt x="184185" y="27821"/>
                    <a:pt x="180587" y="27222"/>
                    <a:pt x="177204" y="25665"/>
                  </a:cubicBezTo>
                  <a:cubicBezTo>
                    <a:pt x="175719" y="24980"/>
                    <a:pt x="173996" y="24080"/>
                    <a:pt x="173054" y="22380"/>
                  </a:cubicBezTo>
                  <a:cubicBezTo>
                    <a:pt x="172381" y="21164"/>
                    <a:pt x="172300" y="19467"/>
                    <a:pt x="173266" y="18466"/>
                  </a:cubicBezTo>
                  <a:cubicBezTo>
                    <a:pt x="174400" y="17293"/>
                    <a:pt x="176205" y="17248"/>
                    <a:pt x="177591" y="17230"/>
                  </a:cubicBezTo>
                  <a:cubicBezTo>
                    <a:pt x="177667" y="17230"/>
                    <a:pt x="177743" y="17229"/>
                    <a:pt x="177820" y="17229"/>
                  </a:cubicBezTo>
                  <a:cubicBezTo>
                    <a:pt x="179957" y="17229"/>
                    <a:pt x="182098" y="17572"/>
                    <a:pt x="184206" y="17983"/>
                  </a:cubicBezTo>
                  <a:cubicBezTo>
                    <a:pt x="186167" y="18365"/>
                    <a:pt x="188113" y="18845"/>
                    <a:pt x="190056" y="19342"/>
                  </a:cubicBezTo>
                  <a:cubicBezTo>
                    <a:pt x="192155" y="19880"/>
                    <a:pt x="194290" y="20178"/>
                    <a:pt x="196416" y="20482"/>
                  </a:cubicBezTo>
                  <a:cubicBezTo>
                    <a:pt x="200378" y="21047"/>
                    <a:pt x="204372" y="21430"/>
                    <a:pt x="208364" y="21430"/>
                  </a:cubicBezTo>
                  <a:cubicBezTo>
                    <a:pt x="209889" y="21430"/>
                    <a:pt x="211413" y="21374"/>
                    <a:pt x="212936" y="21251"/>
                  </a:cubicBezTo>
                  <a:cubicBezTo>
                    <a:pt x="218320" y="20818"/>
                    <a:pt x="223791" y="19532"/>
                    <a:pt x="228641" y="16425"/>
                  </a:cubicBezTo>
                  <a:cubicBezTo>
                    <a:pt x="230586" y="15179"/>
                    <a:pt x="232358" y="13636"/>
                    <a:pt x="233940" y="11842"/>
                  </a:cubicBezTo>
                  <a:lnTo>
                    <a:pt x="233940" y="0"/>
                  </a:ln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14"/>
            <p:cNvSpPr/>
            <p:nvPr/>
          </p:nvSpPr>
          <p:spPr>
            <a:xfrm flipH="1" rot="10800000">
              <a:off x="-88861" y="622227"/>
              <a:ext cx="5153814" cy="1015564"/>
            </a:xfrm>
            <a:custGeom>
              <a:rect b="b" l="l" r="r" t="t"/>
              <a:pathLst>
                <a:path extrusionOk="0" h="25378" w="128789">
                  <a:moveTo>
                    <a:pt x="125460" y="1"/>
                  </a:moveTo>
                  <a:cubicBezTo>
                    <a:pt x="124112" y="1"/>
                    <a:pt x="122755" y="233"/>
                    <a:pt x="121432" y="495"/>
                  </a:cubicBezTo>
                  <a:cubicBezTo>
                    <a:pt x="117708" y="1235"/>
                    <a:pt x="114038" y="2428"/>
                    <a:pt x="110408" y="3702"/>
                  </a:cubicBezTo>
                  <a:cubicBezTo>
                    <a:pt x="101528" y="6816"/>
                    <a:pt x="92732" y="10293"/>
                    <a:pt x="83787" y="13112"/>
                  </a:cubicBezTo>
                  <a:cubicBezTo>
                    <a:pt x="72182" y="16772"/>
                    <a:pt x="60329" y="19483"/>
                    <a:pt x="48340" y="19746"/>
                  </a:cubicBezTo>
                  <a:cubicBezTo>
                    <a:pt x="47589" y="19762"/>
                    <a:pt x="46838" y="19771"/>
                    <a:pt x="46087" y="19771"/>
                  </a:cubicBezTo>
                  <a:cubicBezTo>
                    <a:pt x="36277" y="19771"/>
                    <a:pt x="26528" y="18319"/>
                    <a:pt x="17277" y="13958"/>
                  </a:cubicBezTo>
                  <a:cubicBezTo>
                    <a:pt x="14817" y="12796"/>
                    <a:pt x="12434" y="11433"/>
                    <a:pt x="10052" y="10038"/>
                  </a:cubicBezTo>
                  <a:cubicBezTo>
                    <a:pt x="7467" y="8528"/>
                    <a:pt x="4765" y="7378"/>
                    <a:pt x="2106" y="6103"/>
                  </a:cubicBezTo>
                  <a:cubicBezTo>
                    <a:pt x="1402" y="5766"/>
                    <a:pt x="699" y="5418"/>
                    <a:pt x="0" y="5056"/>
                  </a:cubicBezTo>
                  <a:lnTo>
                    <a:pt x="0" y="11211"/>
                  </a:lnTo>
                  <a:cubicBezTo>
                    <a:pt x="4701" y="13100"/>
                    <a:pt x="9362" y="15161"/>
                    <a:pt x="14041" y="17090"/>
                  </a:cubicBezTo>
                  <a:cubicBezTo>
                    <a:pt x="16400" y="18063"/>
                    <a:pt x="18775" y="19117"/>
                    <a:pt x="21195" y="19846"/>
                  </a:cubicBezTo>
                  <a:cubicBezTo>
                    <a:pt x="23656" y="20587"/>
                    <a:pt x="26170" y="20896"/>
                    <a:pt x="28695" y="21030"/>
                  </a:cubicBezTo>
                  <a:cubicBezTo>
                    <a:pt x="33506" y="21285"/>
                    <a:pt x="38258" y="21488"/>
                    <a:pt x="43036" y="22348"/>
                  </a:cubicBezTo>
                  <a:cubicBezTo>
                    <a:pt x="47992" y="23241"/>
                    <a:pt x="52914" y="24461"/>
                    <a:pt x="57900" y="25055"/>
                  </a:cubicBezTo>
                  <a:cubicBezTo>
                    <a:pt x="59669" y="25266"/>
                    <a:pt x="61430" y="25377"/>
                    <a:pt x="63185" y="25377"/>
                  </a:cubicBezTo>
                  <a:cubicBezTo>
                    <a:pt x="66528" y="25377"/>
                    <a:pt x="69851" y="24974"/>
                    <a:pt x="73168" y="24091"/>
                  </a:cubicBezTo>
                  <a:cubicBezTo>
                    <a:pt x="82572" y="21585"/>
                    <a:pt x="91311" y="16379"/>
                    <a:pt x="100290" y="12209"/>
                  </a:cubicBezTo>
                  <a:cubicBezTo>
                    <a:pt x="102551" y="11159"/>
                    <a:pt x="104832" y="10174"/>
                    <a:pt x="107142" y="9317"/>
                  </a:cubicBezTo>
                  <a:cubicBezTo>
                    <a:pt x="109515" y="8437"/>
                    <a:pt x="111919" y="7831"/>
                    <a:pt x="114326" y="7132"/>
                  </a:cubicBezTo>
                  <a:cubicBezTo>
                    <a:pt x="119263" y="5699"/>
                    <a:pt x="123997" y="3389"/>
                    <a:pt x="128789" y="1350"/>
                  </a:cubicBezTo>
                  <a:cubicBezTo>
                    <a:pt x="128436" y="255"/>
                    <a:pt x="127130" y="101"/>
                    <a:pt x="126329" y="35"/>
                  </a:cubicBezTo>
                  <a:cubicBezTo>
                    <a:pt x="126040" y="12"/>
                    <a:pt x="125750" y="1"/>
                    <a:pt x="125460"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14"/>
            <p:cNvSpPr/>
            <p:nvPr/>
          </p:nvSpPr>
          <p:spPr>
            <a:xfrm flipH="1" rot="10800000">
              <a:off x="-89101" y="-787656"/>
              <a:ext cx="949935" cy="459281"/>
            </a:xfrm>
            <a:custGeom>
              <a:rect b="b" l="l" r="r" t="t"/>
              <a:pathLst>
                <a:path extrusionOk="0" h="11477" w="23738">
                  <a:moveTo>
                    <a:pt x="0" y="0"/>
                  </a:moveTo>
                  <a:lnTo>
                    <a:pt x="0" y="7277"/>
                  </a:lnTo>
                  <a:cubicBezTo>
                    <a:pt x="3475" y="8436"/>
                    <a:pt x="6937" y="9675"/>
                    <a:pt x="10474" y="10467"/>
                  </a:cubicBezTo>
                  <a:cubicBezTo>
                    <a:pt x="12599" y="10942"/>
                    <a:pt x="14945" y="11477"/>
                    <a:pt x="17230" y="11477"/>
                  </a:cubicBezTo>
                  <a:cubicBezTo>
                    <a:pt x="18607" y="11477"/>
                    <a:pt x="19963" y="11282"/>
                    <a:pt x="21233" y="10762"/>
                  </a:cubicBezTo>
                  <a:cubicBezTo>
                    <a:pt x="22964" y="10052"/>
                    <a:pt x="23737" y="8373"/>
                    <a:pt x="22783" y="6233"/>
                  </a:cubicBezTo>
                  <a:cubicBezTo>
                    <a:pt x="21854" y="4148"/>
                    <a:pt x="19780" y="3350"/>
                    <a:pt x="18049" y="2892"/>
                  </a:cubicBezTo>
                  <a:cubicBezTo>
                    <a:pt x="14044" y="1834"/>
                    <a:pt x="9964" y="2398"/>
                    <a:pt x="5923" y="1958"/>
                  </a:cubicBezTo>
                  <a:cubicBezTo>
                    <a:pt x="3848" y="1734"/>
                    <a:pt x="1868" y="1036"/>
                    <a:pt x="0"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14"/>
            <p:cNvSpPr/>
            <p:nvPr/>
          </p:nvSpPr>
          <p:spPr>
            <a:xfrm flipH="1" rot="10800000">
              <a:off x="-89101" y="-905085"/>
              <a:ext cx="9361814" cy="2217890"/>
            </a:xfrm>
            <a:custGeom>
              <a:rect b="b" l="l" r="r" t="t"/>
              <a:pathLst>
                <a:path extrusionOk="0" h="55423" w="233943">
                  <a:moveTo>
                    <a:pt x="144772" y="1"/>
                  </a:moveTo>
                  <a:cubicBezTo>
                    <a:pt x="142102" y="1"/>
                    <a:pt x="139431" y="96"/>
                    <a:pt x="136766" y="286"/>
                  </a:cubicBezTo>
                  <a:cubicBezTo>
                    <a:pt x="128012" y="909"/>
                    <a:pt x="119276" y="2552"/>
                    <a:pt x="110812" y="5489"/>
                  </a:cubicBezTo>
                  <a:cubicBezTo>
                    <a:pt x="106624" y="6944"/>
                    <a:pt x="102575" y="8874"/>
                    <a:pt x="98468" y="10653"/>
                  </a:cubicBezTo>
                  <a:cubicBezTo>
                    <a:pt x="93953" y="12609"/>
                    <a:pt x="89399" y="14424"/>
                    <a:pt x="84794" y="16010"/>
                  </a:cubicBezTo>
                  <a:cubicBezTo>
                    <a:pt x="74251" y="19642"/>
                    <a:pt x="63428" y="21981"/>
                    <a:pt x="52620" y="21981"/>
                  </a:cubicBezTo>
                  <a:cubicBezTo>
                    <a:pt x="45059" y="21981"/>
                    <a:pt x="37505" y="20836"/>
                    <a:pt x="30059" y="18189"/>
                  </a:cubicBezTo>
                  <a:cubicBezTo>
                    <a:pt x="25579" y="16596"/>
                    <a:pt x="21178" y="14667"/>
                    <a:pt x="16828" y="12578"/>
                  </a:cubicBezTo>
                  <a:cubicBezTo>
                    <a:pt x="12514" y="10509"/>
                    <a:pt x="8272" y="8266"/>
                    <a:pt x="3815" y="6712"/>
                  </a:cubicBezTo>
                  <a:cubicBezTo>
                    <a:pt x="2549" y="6272"/>
                    <a:pt x="1276" y="5888"/>
                    <a:pt x="0" y="5548"/>
                  </a:cubicBezTo>
                  <a:lnTo>
                    <a:pt x="0" y="23614"/>
                  </a:lnTo>
                  <a:cubicBezTo>
                    <a:pt x="12657" y="29572"/>
                    <a:pt x="26166" y="33013"/>
                    <a:pt x="39600" y="33024"/>
                  </a:cubicBezTo>
                  <a:cubicBezTo>
                    <a:pt x="39625" y="33024"/>
                    <a:pt x="39649" y="33024"/>
                    <a:pt x="39674" y="33024"/>
                  </a:cubicBezTo>
                  <a:cubicBezTo>
                    <a:pt x="43920" y="33024"/>
                    <a:pt x="48167" y="32654"/>
                    <a:pt x="52367" y="31843"/>
                  </a:cubicBezTo>
                  <a:cubicBezTo>
                    <a:pt x="54553" y="31420"/>
                    <a:pt x="56709" y="30737"/>
                    <a:pt x="58881" y="30217"/>
                  </a:cubicBezTo>
                  <a:cubicBezTo>
                    <a:pt x="61539" y="29579"/>
                    <a:pt x="64252" y="29008"/>
                    <a:pt x="66965" y="29005"/>
                  </a:cubicBezTo>
                  <a:cubicBezTo>
                    <a:pt x="66982" y="29005"/>
                    <a:pt x="66999" y="29005"/>
                    <a:pt x="67017" y="29005"/>
                  </a:cubicBezTo>
                  <a:cubicBezTo>
                    <a:pt x="68762" y="29005"/>
                    <a:pt x="71102" y="29156"/>
                    <a:pt x="72309" y="31005"/>
                  </a:cubicBezTo>
                  <a:cubicBezTo>
                    <a:pt x="73261" y="32464"/>
                    <a:pt x="73035" y="34779"/>
                    <a:pt x="72433" y="36381"/>
                  </a:cubicBezTo>
                  <a:cubicBezTo>
                    <a:pt x="71760" y="38175"/>
                    <a:pt x="70452" y="39418"/>
                    <a:pt x="69067" y="40261"/>
                  </a:cubicBezTo>
                  <a:cubicBezTo>
                    <a:pt x="65139" y="42655"/>
                    <a:pt x="60371" y="42850"/>
                    <a:pt x="56096" y="42852"/>
                  </a:cubicBezTo>
                  <a:cubicBezTo>
                    <a:pt x="56089" y="42852"/>
                    <a:pt x="56082" y="42852"/>
                    <a:pt x="56075" y="42852"/>
                  </a:cubicBezTo>
                  <a:cubicBezTo>
                    <a:pt x="46902" y="42852"/>
                    <a:pt x="37792" y="41022"/>
                    <a:pt x="28834" y="38660"/>
                  </a:cubicBezTo>
                  <a:cubicBezTo>
                    <a:pt x="19225" y="36125"/>
                    <a:pt x="9684" y="33151"/>
                    <a:pt x="0" y="31087"/>
                  </a:cubicBezTo>
                  <a:lnTo>
                    <a:pt x="0" y="40459"/>
                  </a:lnTo>
                  <a:cubicBezTo>
                    <a:pt x="415" y="40687"/>
                    <a:pt x="838" y="40900"/>
                    <a:pt x="1269" y="41094"/>
                  </a:cubicBezTo>
                  <a:cubicBezTo>
                    <a:pt x="3834" y="42246"/>
                    <a:pt x="6360" y="42550"/>
                    <a:pt x="9049" y="42595"/>
                  </a:cubicBezTo>
                  <a:cubicBezTo>
                    <a:pt x="11321" y="42632"/>
                    <a:pt x="13601" y="42650"/>
                    <a:pt x="15862" y="42966"/>
                  </a:cubicBezTo>
                  <a:cubicBezTo>
                    <a:pt x="17766" y="43232"/>
                    <a:pt x="19811" y="43645"/>
                    <a:pt x="21476" y="44925"/>
                  </a:cubicBezTo>
                  <a:cubicBezTo>
                    <a:pt x="22689" y="45858"/>
                    <a:pt x="23822" y="47631"/>
                    <a:pt x="23620" y="49546"/>
                  </a:cubicBezTo>
                  <a:cubicBezTo>
                    <a:pt x="23450" y="51198"/>
                    <a:pt x="22153" y="51995"/>
                    <a:pt x="21013" y="52388"/>
                  </a:cubicBezTo>
                  <a:cubicBezTo>
                    <a:pt x="19769" y="52816"/>
                    <a:pt x="18468" y="52983"/>
                    <a:pt x="17149" y="52983"/>
                  </a:cubicBezTo>
                  <a:cubicBezTo>
                    <a:pt x="14678" y="52983"/>
                    <a:pt x="12147" y="52396"/>
                    <a:pt x="9822" y="51845"/>
                  </a:cubicBezTo>
                  <a:cubicBezTo>
                    <a:pt x="6510" y="51059"/>
                    <a:pt x="3259" y="49899"/>
                    <a:pt x="0" y="48810"/>
                  </a:cubicBezTo>
                  <a:lnTo>
                    <a:pt x="0" y="54602"/>
                  </a:lnTo>
                  <a:cubicBezTo>
                    <a:pt x="5036" y="55007"/>
                    <a:pt x="10079" y="55225"/>
                    <a:pt x="15119" y="55348"/>
                  </a:cubicBezTo>
                  <a:cubicBezTo>
                    <a:pt x="17082" y="55396"/>
                    <a:pt x="19048" y="55423"/>
                    <a:pt x="21015" y="55423"/>
                  </a:cubicBezTo>
                  <a:cubicBezTo>
                    <a:pt x="29997" y="55423"/>
                    <a:pt x="38994" y="54866"/>
                    <a:pt x="47880" y="53219"/>
                  </a:cubicBezTo>
                  <a:cubicBezTo>
                    <a:pt x="52943" y="52282"/>
                    <a:pt x="58028" y="51048"/>
                    <a:pt x="62912" y="49101"/>
                  </a:cubicBezTo>
                  <a:cubicBezTo>
                    <a:pt x="67581" y="47240"/>
                    <a:pt x="72025" y="44594"/>
                    <a:pt x="76326" y="41657"/>
                  </a:cubicBezTo>
                  <a:cubicBezTo>
                    <a:pt x="84683" y="35949"/>
                    <a:pt x="92557" y="29085"/>
                    <a:pt x="101261" y="24207"/>
                  </a:cubicBezTo>
                  <a:cubicBezTo>
                    <a:pt x="110109" y="19249"/>
                    <a:pt x="119692" y="17446"/>
                    <a:pt x="129288" y="16670"/>
                  </a:cubicBezTo>
                  <a:cubicBezTo>
                    <a:pt x="132649" y="16399"/>
                    <a:pt x="136013" y="16271"/>
                    <a:pt x="139377" y="16271"/>
                  </a:cubicBezTo>
                  <a:cubicBezTo>
                    <a:pt x="157478" y="16271"/>
                    <a:pt x="175585" y="19963"/>
                    <a:pt x="193212" y="24804"/>
                  </a:cubicBezTo>
                  <a:cubicBezTo>
                    <a:pt x="203630" y="27665"/>
                    <a:pt x="214279" y="30372"/>
                    <a:pt x="224304" y="35040"/>
                  </a:cubicBezTo>
                  <a:cubicBezTo>
                    <a:pt x="227597" y="36575"/>
                    <a:pt x="230795" y="38437"/>
                    <a:pt x="233942" y="40411"/>
                  </a:cubicBezTo>
                  <a:lnTo>
                    <a:pt x="233942" y="31703"/>
                  </a:lnTo>
                  <a:cubicBezTo>
                    <a:pt x="228231" y="27859"/>
                    <a:pt x="222155" y="24807"/>
                    <a:pt x="216214" y="21705"/>
                  </a:cubicBezTo>
                  <a:cubicBezTo>
                    <a:pt x="207456" y="17134"/>
                    <a:pt x="198525" y="13002"/>
                    <a:pt x="189487" y="9410"/>
                  </a:cubicBezTo>
                  <a:cubicBezTo>
                    <a:pt x="180687" y="5912"/>
                    <a:pt x="171778" y="2926"/>
                    <a:pt x="162615" y="1437"/>
                  </a:cubicBezTo>
                  <a:cubicBezTo>
                    <a:pt x="156702" y="476"/>
                    <a:pt x="150736" y="1"/>
                    <a:pt x="144772"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14"/>
            <p:cNvSpPr/>
            <p:nvPr/>
          </p:nvSpPr>
          <p:spPr>
            <a:xfrm flipH="1" rot="10800000">
              <a:off x="4312517" y="-1778160"/>
              <a:ext cx="4960169" cy="2176352"/>
            </a:xfrm>
            <a:custGeom>
              <a:rect b="b" l="l" r="r" t="t"/>
              <a:pathLst>
                <a:path extrusionOk="0" h="54385" w="123950">
                  <a:moveTo>
                    <a:pt x="25687" y="0"/>
                  </a:moveTo>
                  <a:cubicBezTo>
                    <a:pt x="25613" y="0"/>
                    <a:pt x="25540" y="0"/>
                    <a:pt x="25467" y="0"/>
                  </a:cubicBezTo>
                  <a:cubicBezTo>
                    <a:pt x="22189" y="8"/>
                    <a:pt x="18895" y="286"/>
                    <a:pt x="15653" y="893"/>
                  </a:cubicBezTo>
                  <a:cubicBezTo>
                    <a:pt x="12106" y="1558"/>
                    <a:pt x="8455" y="2579"/>
                    <a:pt x="5276" y="4757"/>
                  </a:cubicBezTo>
                  <a:cubicBezTo>
                    <a:pt x="2358" y="6754"/>
                    <a:pt x="1" y="10011"/>
                    <a:pt x="133" y="14446"/>
                  </a:cubicBezTo>
                  <a:cubicBezTo>
                    <a:pt x="289" y="19675"/>
                    <a:pt x="3866" y="23250"/>
                    <a:pt x="7286" y="25363"/>
                  </a:cubicBezTo>
                  <a:cubicBezTo>
                    <a:pt x="11223" y="27796"/>
                    <a:pt x="15408" y="28684"/>
                    <a:pt x="19651" y="28684"/>
                  </a:cubicBezTo>
                  <a:cubicBezTo>
                    <a:pt x="25154" y="28684"/>
                    <a:pt x="30756" y="27191"/>
                    <a:pt x="36046" y="25632"/>
                  </a:cubicBezTo>
                  <a:cubicBezTo>
                    <a:pt x="41465" y="24035"/>
                    <a:pt x="46862" y="22167"/>
                    <a:pt x="52380" y="21177"/>
                  </a:cubicBezTo>
                  <a:cubicBezTo>
                    <a:pt x="56587" y="20424"/>
                    <a:pt x="60828" y="20023"/>
                    <a:pt x="65073" y="20023"/>
                  </a:cubicBezTo>
                  <a:cubicBezTo>
                    <a:pt x="66363" y="20023"/>
                    <a:pt x="67654" y="20060"/>
                    <a:pt x="68944" y="20135"/>
                  </a:cubicBezTo>
                  <a:cubicBezTo>
                    <a:pt x="79965" y="20783"/>
                    <a:pt x="90870" y="24103"/>
                    <a:pt x="100937" y="29809"/>
                  </a:cubicBezTo>
                  <a:cubicBezTo>
                    <a:pt x="105755" y="32540"/>
                    <a:pt x="110519" y="35684"/>
                    <a:pt x="114557" y="40038"/>
                  </a:cubicBezTo>
                  <a:cubicBezTo>
                    <a:pt x="118056" y="43811"/>
                    <a:pt x="120978" y="48359"/>
                    <a:pt x="123419" y="53277"/>
                  </a:cubicBezTo>
                  <a:cubicBezTo>
                    <a:pt x="123600" y="53644"/>
                    <a:pt x="123773" y="54016"/>
                    <a:pt x="123950" y="54384"/>
                  </a:cubicBezTo>
                  <a:lnTo>
                    <a:pt x="123950" y="30590"/>
                  </a:lnTo>
                  <a:cubicBezTo>
                    <a:pt x="115011" y="23740"/>
                    <a:pt x="104675" y="20070"/>
                    <a:pt x="94699" y="16430"/>
                  </a:cubicBezTo>
                  <a:cubicBezTo>
                    <a:pt x="83278" y="12265"/>
                    <a:pt x="71945" y="7950"/>
                    <a:pt x="60279" y="4996"/>
                  </a:cubicBezTo>
                  <a:cubicBezTo>
                    <a:pt x="48938" y="2125"/>
                    <a:pt x="37275" y="0"/>
                    <a:pt x="25687"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14"/>
            <p:cNvSpPr/>
            <p:nvPr/>
          </p:nvSpPr>
          <p:spPr>
            <a:xfrm flipH="1" rot="10800000">
              <a:off x="-89101" y="-2355943"/>
              <a:ext cx="4579363" cy="1972262"/>
            </a:xfrm>
            <a:custGeom>
              <a:rect b="b" l="l" r="r" t="t"/>
              <a:pathLst>
                <a:path extrusionOk="0" h="49285" w="114434">
                  <a:moveTo>
                    <a:pt x="97111" y="0"/>
                  </a:moveTo>
                  <a:cubicBezTo>
                    <a:pt x="92375" y="0"/>
                    <a:pt x="88229" y="4066"/>
                    <a:pt x="85079" y="8725"/>
                  </a:cubicBezTo>
                  <a:cubicBezTo>
                    <a:pt x="81036" y="14698"/>
                    <a:pt x="78056" y="22263"/>
                    <a:pt x="72346" y="26006"/>
                  </a:cubicBezTo>
                  <a:cubicBezTo>
                    <a:pt x="69011" y="28192"/>
                    <a:pt x="65286" y="29191"/>
                    <a:pt x="61597" y="29874"/>
                  </a:cubicBezTo>
                  <a:cubicBezTo>
                    <a:pt x="57172" y="30696"/>
                    <a:pt x="52733" y="31343"/>
                    <a:pt x="48270" y="31736"/>
                  </a:cubicBezTo>
                  <a:cubicBezTo>
                    <a:pt x="43819" y="32127"/>
                    <a:pt x="39334" y="32342"/>
                    <a:pt x="34849" y="32342"/>
                  </a:cubicBezTo>
                  <a:cubicBezTo>
                    <a:pt x="29827" y="32342"/>
                    <a:pt x="24804" y="32073"/>
                    <a:pt x="19828" y="31484"/>
                  </a:cubicBezTo>
                  <a:cubicBezTo>
                    <a:pt x="13156" y="30694"/>
                    <a:pt x="6527" y="29288"/>
                    <a:pt x="0" y="27342"/>
                  </a:cubicBezTo>
                  <a:lnTo>
                    <a:pt x="0" y="45284"/>
                  </a:lnTo>
                  <a:cubicBezTo>
                    <a:pt x="0" y="47494"/>
                    <a:pt x="1415" y="49285"/>
                    <a:pt x="3161" y="49285"/>
                  </a:cubicBezTo>
                  <a:lnTo>
                    <a:pt x="54554" y="49285"/>
                  </a:lnTo>
                  <a:cubicBezTo>
                    <a:pt x="57524" y="43691"/>
                    <a:pt x="61460" y="38933"/>
                    <a:pt x="66165" y="35699"/>
                  </a:cubicBezTo>
                  <a:cubicBezTo>
                    <a:pt x="74007" y="30307"/>
                    <a:pt x="82814" y="29860"/>
                    <a:pt x="91444" y="28199"/>
                  </a:cubicBezTo>
                  <a:cubicBezTo>
                    <a:pt x="94850" y="27544"/>
                    <a:pt x="98284" y="26656"/>
                    <a:pt x="101576" y="25345"/>
                  </a:cubicBezTo>
                  <a:cubicBezTo>
                    <a:pt x="104402" y="24220"/>
                    <a:pt x="107468" y="22637"/>
                    <a:pt x="109397" y="19658"/>
                  </a:cubicBezTo>
                  <a:cubicBezTo>
                    <a:pt x="114434" y="11884"/>
                    <a:pt x="106261" y="3395"/>
                    <a:pt x="100927" y="890"/>
                  </a:cubicBezTo>
                  <a:cubicBezTo>
                    <a:pt x="99620" y="276"/>
                    <a:pt x="98345" y="0"/>
                    <a:pt x="97111"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14"/>
            <p:cNvSpPr/>
            <p:nvPr/>
          </p:nvSpPr>
          <p:spPr>
            <a:xfrm flipH="1" rot="10800000">
              <a:off x="2774626" y="-2355960"/>
              <a:ext cx="4319449" cy="712432"/>
            </a:xfrm>
            <a:custGeom>
              <a:rect b="b" l="l" r="r" t="t"/>
              <a:pathLst>
                <a:path extrusionOk="0" h="17803" w="107939">
                  <a:moveTo>
                    <a:pt x="27543" y="0"/>
                  </a:moveTo>
                  <a:cubicBezTo>
                    <a:pt x="27240" y="0"/>
                    <a:pt x="26937" y="6"/>
                    <a:pt x="26634" y="18"/>
                  </a:cubicBezTo>
                  <a:cubicBezTo>
                    <a:pt x="24027" y="121"/>
                    <a:pt x="21392" y="745"/>
                    <a:pt x="19094" y="2364"/>
                  </a:cubicBezTo>
                  <a:cubicBezTo>
                    <a:pt x="18481" y="2797"/>
                    <a:pt x="16577" y="4050"/>
                    <a:pt x="17537" y="5118"/>
                  </a:cubicBezTo>
                  <a:cubicBezTo>
                    <a:pt x="18117" y="5762"/>
                    <a:pt x="19161" y="5928"/>
                    <a:pt x="19890" y="6091"/>
                  </a:cubicBezTo>
                  <a:cubicBezTo>
                    <a:pt x="23855" y="6979"/>
                    <a:pt x="27949" y="6569"/>
                    <a:pt x="31949" y="6998"/>
                  </a:cubicBezTo>
                  <a:cubicBezTo>
                    <a:pt x="35180" y="7344"/>
                    <a:pt x="39652" y="7834"/>
                    <a:pt x="41798" y="11379"/>
                  </a:cubicBezTo>
                  <a:cubicBezTo>
                    <a:pt x="41873" y="11504"/>
                    <a:pt x="41874" y="11697"/>
                    <a:pt x="41748" y="11777"/>
                  </a:cubicBezTo>
                  <a:cubicBezTo>
                    <a:pt x="40684" y="12461"/>
                    <a:pt x="39488" y="12703"/>
                    <a:pt x="38262" y="12703"/>
                  </a:cubicBezTo>
                  <a:cubicBezTo>
                    <a:pt x="36542" y="12703"/>
                    <a:pt x="34763" y="12227"/>
                    <a:pt x="33207" y="11823"/>
                  </a:cubicBezTo>
                  <a:cubicBezTo>
                    <a:pt x="31601" y="11407"/>
                    <a:pt x="30013" y="10894"/>
                    <a:pt x="28412" y="10466"/>
                  </a:cubicBezTo>
                  <a:cubicBezTo>
                    <a:pt x="26593" y="9980"/>
                    <a:pt x="24742" y="9711"/>
                    <a:pt x="22919" y="9248"/>
                  </a:cubicBezTo>
                  <a:cubicBezTo>
                    <a:pt x="18811" y="8207"/>
                    <a:pt x="14751" y="6811"/>
                    <a:pt x="10581" y="6185"/>
                  </a:cubicBezTo>
                  <a:cubicBezTo>
                    <a:pt x="9499" y="6023"/>
                    <a:pt x="8286" y="5852"/>
                    <a:pt x="7075" y="5852"/>
                  </a:cubicBezTo>
                  <a:cubicBezTo>
                    <a:pt x="5505" y="5852"/>
                    <a:pt x="3938" y="6139"/>
                    <a:pt x="2667" y="7101"/>
                  </a:cubicBezTo>
                  <a:cubicBezTo>
                    <a:pt x="702" y="8588"/>
                    <a:pt x="1" y="12230"/>
                    <a:pt x="827" y="14868"/>
                  </a:cubicBezTo>
                  <a:cubicBezTo>
                    <a:pt x="1191" y="16035"/>
                    <a:pt x="1835" y="16995"/>
                    <a:pt x="2588" y="17803"/>
                  </a:cubicBezTo>
                  <a:lnTo>
                    <a:pt x="107349" y="17803"/>
                  </a:lnTo>
                  <a:cubicBezTo>
                    <a:pt x="107939" y="14229"/>
                    <a:pt x="104542" y="9947"/>
                    <a:pt x="102361" y="8404"/>
                  </a:cubicBezTo>
                  <a:cubicBezTo>
                    <a:pt x="99751" y="6560"/>
                    <a:pt x="96718" y="5974"/>
                    <a:pt x="93716" y="5974"/>
                  </a:cubicBezTo>
                  <a:cubicBezTo>
                    <a:pt x="92496" y="5974"/>
                    <a:pt x="91282" y="6070"/>
                    <a:pt x="90103" y="6219"/>
                  </a:cubicBezTo>
                  <a:cubicBezTo>
                    <a:pt x="87978" y="6486"/>
                    <a:pt x="85895" y="7048"/>
                    <a:pt x="83786" y="7444"/>
                  </a:cubicBezTo>
                  <a:cubicBezTo>
                    <a:pt x="81051" y="7961"/>
                    <a:pt x="78295" y="8278"/>
                    <a:pt x="75534" y="8442"/>
                  </a:cubicBezTo>
                  <a:cubicBezTo>
                    <a:pt x="74026" y="8532"/>
                    <a:pt x="72516" y="8576"/>
                    <a:pt x="71005" y="8576"/>
                  </a:cubicBezTo>
                  <a:cubicBezTo>
                    <a:pt x="66567" y="8576"/>
                    <a:pt x="62125" y="8194"/>
                    <a:pt x="57730" y="7447"/>
                  </a:cubicBezTo>
                  <a:cubicBezTo>
                    <a:pt x="52546" y="6565"/>
                    <a:pt x="47524" y="4962"/>
                    <a:pt x="42478" y="3264"/>
                  </a:cubicBezTo>
                  <a:cubicBezTo>
                    <a:pt x="37619" y="1632"/>
                    <a:pt x="32605" y="0"/>
                    <a:pt x="27543"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14"/>
            <p:cNvSpPr/>
            <p:nvPr/>
          </p:nvSpPr>
          <p:spPr>
            <a:xfrm flipH="1" rot="10800000">
              <a:off x="8048796" y="-2356200"/>
              <a:ext cx="658408" cy="716833"/>
            </a:xfrm>
            <a:custGeom>
              <a:rect b="b" l="l" r="r" t="t"/>
              <a:pathLst>
                <a:path extrusionOk="0" h="17913" w="16453">
                  <a:moveTo>
                    <a:pt x="3031" y="0"/>
                  </a:moveTo>
                  <a:cubicBezTo>
                    <a:pt x="3004" y="0"/>
                    <a:pt x="2977" y="1"/>
                    <a:pt x="2950" y="2"/>
                  </a:cubicBezTo>
                  <a:cubicBezTo>
                    <a:pt x="1" y="132"/>
                    <a:pt x="2474" y="3624"/>
                    <a:pt x="3374" y="4819"/>
                  </a:cubicBezTo>
                  <a:cubicBezTo>
                    <a:pt x="5353" y="7446"/>
                    <a:pt x="8065" y="13097"/>
                    <a:pt x="8485" y="17912"/>
                  </a:cubicBezTo>
                  <a:lnTo>
                    <a:pt x="16452" y="17912"/>
                  </a:lnTo>
                  <a:cubicBezTo>
                    <a:pt x="15488" y="16742"/>
                    <a:pt x="14559" y="15523"/>
                    <a:pt x="13682" y="14232"/>
                  </a:cubicBezTo>
                  <a:cubicBezTo>
                    <a:pt x="11356" y="10805"/>
                    <a:pt x="9597" y="6836"/>
                    <a:pt x="7171" y="3507"/>
                  </a:cubicBezTo>
                  <a:cubicBezTo>
                    <a:pt x="6176" y="2144"/>
                    <a:pt x="4651" y="0"/>
                    <a:pt x="3031"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14"/>
            <p:cNvSpPr/>
            <p:nvPr/>
          </p:nvSpPr>
          <p:spPr>
            <a:xfrm flipH="1" rot="10800000">
              <a:off x="4946282" y="-2356029"/>
              <a:ext cx="4326332" cy="1547277"/>
            </a:xfrm>
            <a:custGeom>
              <a:rect b="b" l="l" r="r" t="t"/>
              <a:pathLst>
                <a:path extrusionOk="0" h="38665" w="108111">
                  <a:moveTo>
                    <a:pt x="45814" y="1"/>
                  </a:moveTo>
                  <a:cubicBezTo>
                    <a:pt x="35137" y="1"/>
                    <a:pt x="24388" y="2076"/>
                    <a:pt x="14090" y="5571"/>
                  </a:cubicBezTo>
                  <a:cubicBezTo>
                    <a:pt x="10624" y="6748"/>
                    <a:pt x="7061" y="8059"/>
                    <a:pt x="3946" y="10366"/>
                  </a:cubicBezTo>
                  <a:cubicBezTo>
                    <a:pt x="2615" y="11352"/>
                    <a:pt x="1078" y="12695"/>
                    <a:pt x="565" y="14641"/>
                  </a:cubicBezTo>
                  <a:cubicBezTo>
                    <a:pt x="1" y="16782"/>
                    <a:pt x="1151" y="18845"/>
                    <a:pt x="2414" y="20142"/>
                  </a:cubicBezTo>
                  <a:cubicBezTo>
                    <a:pt x="4524" y="22313"/>
                    <a:pt x="7328" y="22930"/>
                    <a:pt x="10110" y="22930"/>
                  </a:cubicBezTo>
                  <a:cubicBezTo>
                    <a:pt x="11691" y="22930"/>
                    <a:pt x="13266" y="22730"/>
                    <a:pt x="14702" y="22504"/>
                  </a:cubicBezTo>
                  <a:cubicBezTo>
                    <a:pt x="19304" y="21780"/>
                    <a:pt x="23791" y="20252"/>
                    <a:pt x="28307" y="18979"/>
                  </a:cubicBezTo>
                  <a:cubicBezTo>
                    <a:pt x="31469" y="18088"/>
                    <a:pt x="34583" y="17727"/>
                    <a:pt x="37812" y="17553"/>
                  </a:cubicBezTo>
                  <a:cubicBezTo>
                    <a:pt x="39567" y="17460"/>
                    <a:pt x="41324" y="17409"/>
                    <a:pt x="43081" y="17409"/>
                  </a:cubicBezTo>
                  <a:cubicBezTo>
                    <a:pt x="45289" y="17409"/>
                    <a:pt x="47497" y="17490"/>
                    <a:pt x="49701" y="17670"/>
                  </a:cubicBezTo>
                  <a:cubicBezTo>
                    <a:pt x="53900" y="18013"/>
                    <a:pt x="58120" y="18692"/>
                    <a:pt x="62182" y="20121"/>
                  </a:cubicBezTo>
                  <a:cubicBezTo>
                    <a:pt x="65643" y="21338"/>
                    <a:pt x="69140" y="23140"/>
                    <a:pt x="71836" y="26229"/>
                  </a:cubicBezTo>
                  <a:cubicBezTo>
                    <a:pt x="74556" y="29344"/>
                    <a:pt x="76197" y="34210"/>
                    <a:pt x="75759" y="38664"/>
                  </a:cubicBezTo>
                  <a:lnTo>
                    <a:pt x="85535" y="38664"/>
                  </a:lnTo>
                  <a:cubicBezTo>
                    <a:pt x="85296" y="35981"/>
                    <a:pt x="84353" y="33119"/>
                    <a:pt x="83500" y="31067"/>
                  </a:cubicBezTo>
                  <a:cubicBezTo>
                    <a:pt x="82723" y="29197"/>
                    <a:pt x="81831" y="27538"/>
                    <a:pt x="80681" y="26012"/>
                  </a:cubicBezTo>
                  <a:cubicBezTo>
                    <a:pt x="79935" y="25023"/>
                    <a:pt x="78306" y="23246"/>
                    <a:pt x="78633" y="21650"/>
                  </a:cubicBezTo>
                  <a:cubicBezTo>
                    <a:pt x="78840" y="20643"/>
                    <a:pt x="79649" y="20281"/>
                    <a:pt x="80449" y="20281"/>
                  </a:cubicBezTo>
                  <a:cubicBezTo>
                    <a:pt x="80893" y="20281"/>
                    <a:pt x="81334" y="20392"/>
                    <a:pt x="81670" y="20567"/>
                  </a:cubicBezTo>
                  <a:cubicBezTo>
                    <a:pt x="83214" y="21372"/>
                    <a:pt x="84460" y="23111"/>
                    <a:pt x="85532" y="24674"/>
                  </a:cubicBezTo>
                  <a:cubicBezTo>
                    <a:pt x="88081" y="28395"/>
                    <a:pt x="90008" y="32694"/>
                    <a:pt x="92680" y="36288"/>
                  </a:cubicBezTo>
                  <a:cubicBezTo>
                    <a:pt x="93289" y="37105"/>
                    <a:pt x="93919" y="37895"/>
                    <a:pt x="94562" y="38663"/>
                  </a:cubicBezTo>
                  <a:lnTo>
                    <a:pt x="104952" y="38663"/>
                  </a:lnTo>
                  <a:cubicBezTo>
                    <a:pt x="106677" y="38663"/>
                    <a:pt x="108077" y="36912"/>
                    <a:pt x="108110" y="34738"/>
                  </a:cubicBezTo>
                  <a:cubicBezTo>
                    <a:pt x="104684" y="32047"/>
                    <a:pt x="101346" y="29175"/>
                    <a:pt x="98018" y="26250"/>
                  </a:cubicBezTo>
                  <a:cubicBezTo>
                    <a:pt x="92264" y="21194"/>
                    <a:pt x="86645" y="15791"/>
                    <a:pt x="80705" y="11085"/>
                  </a:cubicBezTo>
                  <a:cubicBezTo>
                    <a:pt x="70628" y="3099"/>
                    <a:pt x="58598" y="156"/>
                    <a:pt x="46845" y="7"/>
                  </a:cubicBezTo>
                  <a:cubicBezTo>
                    <a:pt x="46501" y="3"/>
                    <a:pt x="46158" y="1"/>
                    <a:pt x="45814"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14"/>
            <p:cNvSpPr/>
            <p:nvPr/>
          </p:nvSpPr>
          <p:spPr>
            <a:xfrm flipH="1" rot="10800000">
              <a:off x="5076700" y="4430817"/>
              <a:ext cx="4335896" cy="796099"/>
            </a:xfrm>
            <a:custGeom>
              <a:rect b="b" l="l" r="r" t="t"/>
              <a:pathLst>
                <a:path extrusionOk="0" h="27758" w="108350">
                  <a:moveTo>
                    <a:pt x="51648" y="1"/>
                  </a:moveTo>
                  <a:cubicBezTo>
                    <a:pt x="50846" y="407"/>
                    <a:pt x="50018" y="729"/>
                    <a:pt x="49203" y="1014"/>
                  </a:cubicBezTo>
                  <a:cubicBezTo>
                    <a:pt x="42065" y="3506"/>
                    <a:pt x="34586" y="3501"/>
                    <a:pt x="27241" y="3584"/>
                  </a:cubicBezTo>
                  <a:cubicBezTo>
                    <a:pt x="20757" y="3656"/>
                    <a:pt x="14163" y="3777"/>
                    <a:pt x="7797" y="5515"/>
                  </a:cubicBezTo>
                  <a:cubicBezTo>
                    <a:pt x="5715" y="6083"/>
                    <a:pt x="3438" y="6902"/>
                    <a:pt x="1858" y="8814"/>
                  </a:cubicBezTo>
                  <a:cubicBezTo>
                    <a:pt x="0" y="11058"/>
                    <a:pt x="83" y="14195"/>
                    <a:pt x="776" y="17107"/>
                  </a:cubicBezTo>
                  <a:cubicBezTo>
                    <a:pt x="2438" y="24097"/>
                    <a:pt x="7861" y="27758"/>
                    <a:pt x="13371" y="27758"/>
                  </a:cubicBezTo>
                  <a:cubicBezTo>
                    <a:pt x="13681" y="27758"/>
                    <a:pt x="13992" y="27746"/>
                    <a:pt x="14303" y="27723"/>
                  </a:cubicBezTo>
                  <a:cubicBezTo>
                    <a:pt x="20922" y="27226"/>
                    <a:pt x="26485" y="22282"/>
                    <a:pt x="32673" y="19847"/>
                  </a:cubicBezTo>
                  <a:cubicBezTo>
                    <a:pt x="36195" y="18461"/>
                    <a:pt x="39879" y="17578"/>
                    <a:pt x="43501" y="16728"/>
                  </a:cubicBezTo>
                  <a:cubicBezTo>
                    <a:pt x="47244" y="15849"/>
                    <a:pt x="51012" y="15131"/>
                    <a:pt x="54789" y="14515"/>
                  </a:cubicBezTo>
                  <a:cubicBezTo>
                    <a:pt x="62223" y="13302"/>
                    <a:pt x="69695" y="12486"/>
                    <a:pt x="77160" y="11610"/>
                  </a:cubicBezTo>
                  <a:cubicBezTo>
                    <a:pt x="86796" y="10479"/>
                    <a:pt x="96503" y="9420"/>
                    <a:pt x="106195" y="9420"/>
                  </a:cubicBezTo>
                  <a:cubicBezTo>
                    <a:pt x="106913" y="9420"/>
                    <a:pt x="107630" y="9426"/>
                    <a:pt x="108348" y="9438"/>
                  </a:cubicBezTo>
                  <a:lnTo>
                    <a:pt x="108348" y="4002"/>
                  </a:lnTo>
                  <a:cubicBezTo>
                    <a:pt x="108350" y="1793"/>
                    <a:pt x="106935" y="1"/>
                    <a:pt x="105190" y="1"/>
                  </a:cubicBezTo>
                  <a:lnTo>
                    <a:pt x="90762" y="1"/>
                  </a:lnTo>
                  <a:cubicBezTo>
                    <a:pt x="89703" y="1934"/>
                    <a:pt x="88395" y="3470"/>
                    <a:pt x="86599" y="4557"/>
                  </a:cubicBezTo>
                  <a:cubicBezTo>
                    <a:pt x="83877" y="6208"/>
                    <a:pt x="80880" y="7099"/>
                    <a:pt x="77918" y="7745"/>
                  </a:cubicBezTo>
                  <a:cubicBezTo>
                    <a:pt x="74349" y="8524"/>
                    <a:pt x="70756" y="9202"/>
                    <a:pt x="67162" y="9801"/>
                  </a:cubicBezTo>
                  <a:cubicBezTo>
                    <a:pt x="59627" y="11058"/>
                    <a:pt x="52047" y="11784"/>
                    <a:pt x="44534" y="13253"/>
                  </a:cubicBezTo>
                  <a:cubicBezTo>
                    <a:pt x="40916" y="13963"/>
                    <a:pt x="37300" y="14822"/>
                    <a:pt x="33793" y="16179"/>
                  </a:cubicBezTo>
                  <a:cubicBezTo>
                    <a:pt x="31120" y="17214"/>
                    <a:pt x="28648" y="18964"/>
                    <a:pt x="26050" y="20259"/>
                  </a:cubicBezTo>
                  <a:cubicBezTo>
                    <a:pt x="24092" y="21236"/>
                    <a:pt x="21957" y="22126"/>
                    <a:pt x="19819" y="22126"/>
                  </a:cubicBezTo>
                  <a:cubicBezTo>
                    <a:pt x="19398" y="22126"/>
                    <a:pt x="18976" y="22091"/>
                    <a:pt x="18556" y="22016"/>
                  </a:cubicBezTo>
                  <a:cubicBezTo>
                    <a:pt x="16742" y="21690"/>
                    <a:pt x="14667" y="20360"/>
                    <a:pt x="13727" y="18271"/>
                  </a:cubicBezTo>
                  <a:cubicBezTo>
                    <a:pt x="12111" y="14673"/>
                    <a:pt x="16343" y="12032"/>
                    <a:pt x="18335" y="10924"/>
                  </a:cubicBezTo>
                  <a:cubicBezTo>
                    <a:pt x="29038" y="4972"/>
                    <a:pt x="41116" y="7214"/>
                    <a:pt x="52462" y="6363"/>
                  </a:cubicBezTo>
                  <a:cubicBezTo>
                    <a:pt x="56489" y="6062"/>
                    <a:pt x="60477" y="5377"/>
                    <a:pt x="64377" y="4066"/>
                  </a:cubicBezTo>
                  <a:cubicBezTo>
                    <a:pt x="66858" y="3233"/>
                    <a:pt x="69388" y="2647"/>
                    <a:pt x="71900" y="1973"/>
                  </a:cubicBezTo>
                  <a:cubicBezTo>
                    <a:pt x="74066" y="1391"/>
                    <a:pt x="76235" y="775"/>
                    <a:pt x="78366"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14"/>
            <p:cNvSpPr/>
            <p:nvPr/>
          </p:nvSpPr>
          <p:spPr>
            <a:xfrm flipH="1" rot="10800000">
              <a:off x="-97224" y="3973736"/>
              <a:ext cx="3996027" cy="864218"/>
            </a:xfrm>
            <a:custGeom>
              <a:rect b="b" l="l" r="r" t="t"/>
              <a:pathLst>
                <a:path extrusionOk="0" h="21596" w="99857">
                  <a:moveTo>
                    <a:pt x="65198" y="399"/>
                  </a:moveTo>
                  <a:cubicBezTo>
                    <a:pt x="72321" y="399"/>
                    <a:pt x="79621" y="1791"/>
                    <a:pt x="86922" y="4550"/>
                  </a:cubicBezTo>
                  <a:cubicBezTo>
                    <a:pt x="89575" y="5554"/>
                    <a:pt x="92653" y="6864"/>
                    <a:pt x="95348" y="8979"/>
                  </a:cubicBezTo>
                  <a:cubicBezTo>
                    <a:pt x="98235" y="11247"/>
                    <a:pt x="99428" y="13677"/>
                    <a:pt x="98898" y="16206"/>
                  </a:cubicBezTo>
                  <a:cubicBezTo>
                    <a:pt x="98311" y="18994"/>
                    <a:pt x="95759" y="19972"/>
                    <a:pt x="93599" y="20511"/>
                  </a:cubicBezTo>
                  <a:cubicBezTo>
                    <a:pt x="91491" y="21039"/>
                    <a:pt x="89309" y="21193"/>
                    <a:pt x="87246" y="21193"/>
                  </a:cubicBezTo>
                  <a:cubicBezTo>
                    <a:pt x="86217" y="21193"/>
                    <a:pt x="85218" y="21155"/>
                    <a:pt x="84273" y="21106"/>
                  </a:cubicBezTo>
                  <a:cubicBezTo>
                    <a:pt x="78503" y="20800"/>
                    <a:pt x="72921" y="19852"/>
                    <a:pt x="67683" y="18295"/>
                  </a:cubicBezTo>
                  <a:cubicBezTo>
                    <a:pt x="64541" y="17362"/>
                    <a:pt x="61400" y="16083"/>
                    <a:pt x="58362" y="14847"/>
                  </a:cubicBezTo>
                  <a:cubicBezTo>
                    <a:pt x="53266" y="12773"/>
                    <a:pt x="47995" y="10628"/>
                    <a:pt x="42530" y="10025"/>
                  </a:cubicBezTo>
                  <a:cubicBezTo>
                    <a:pt x="41682" y="9932"/>
                    <a:pt x="40859" y="9885"/>
                    <a:pt x="40058" y="9885"/>
                  </a:cubicBezTo>
                  <a:cubicBezTo>
                    <a:pt x="36646" y="9885"/>
                    <a:pt x="33636" y="10728"/>
                    <a:pt x="31087" y="12400"/>
                  </a:cubicBezTo>
                  <a:cubicBezTo>
                    <a:pt x="26728" y="15269"/>
                    <a:pt x="22197" y="17122"/>
                    <a:pt x="17235" y="18071"/>
                  </a:cubicBezTo>
                  <a:cubicBezTo>
                    <a:pt x="13172" y="18848"/>
                    <a:pt x="9086" y="19070"/>
                    <a:pt x="5424" y="19070"/>
                  </a:cubicBezTo>
                  <a:cubicBezTo>
                    <a:pt x="3631" y="19070"/>
                    <a:pt x="1941" y="19017"/>
                    <a:pt x="403" y="18949"/>
                  </a:cubicBezTo>
                  <a:lnTo>
                    <a:pt x="403" y="11532"/>
                  </a:lnTo>
                  <a:cubicBezTo>
                    <a:pt x="2361" y="12661"/>
                    <a:pt x="4594" y="13456"/>
                    <a:pt x="7045" y="13900"/>
                  </a:cubicBezTo>
                  <a:cubicBezTo>
                    <a:pt x="8672" y="14195"/>
                    <a:pt x="10356" y="14343"/>
                    <a:pt x="12121" y="14343"/>
                  </a:cubicBezTo>
                  <a:cubicBezTo>
                    <a:pt x="13968" y="14343"/>
                    <a:pt x="15904" y="14181"/>
                    <a:pt x="17957" y="13858"/>
                  </a:cubicBezTo>
                  <a:cubicBezTo>
                    <a:pt x="23076" y="13055"/>
                    <a:pt x="27790" y="10978"/>
                    <a:pt x="32121" y="8853"/>
                  </a:cubicBezTo>
                  <a:lnTo>
                    <a:pt x="32595" y="8620"/>
                  </a:lnTo>
                  <a:cubicBezTo>
                    <a:pt x="37243" y="6337"/>
                    <a:pt x="42049" y="3980"/>
                    <a:pt x="47066" y="2784"/>
                  </a:cubicBezTo>
                  <a:cubicBezTo>
                    <a:pt x="53031" y="1361"/>
                    <a:pt x="58397" y="590"/>
                    <a:pt x="63469" y="426"/>
                  </a:cubicBezTo>
                  <a:cubicBezTo>
                    <a:pt x="64044" y="408"/>
                    <a:pt x="64620" y="399"/>
                    <a:pt x="65198" y="399"/>
                  </a:cubicBezTo>
                  <a:close/>
                  <a:moveTo>
                    <a:pt x="65203" y="1"/>
                  </a:moveTo>
                  <a:cubicBezTo>
                    <a:pt x="64619" y="1"/>
                    <a:pt x="64036" y="10"/>
                    <a:pt x="63455" y="29"/>
                  </a:cubicBezTo>
                  <a:cubicBezTo>
                    <a:pt x="58355" y="192"/>
                    <a:pt x="52963" y="968"/>
                    <a:pt x="46970" y="2396"/>
                  </a:cubicBezTo>
                  <a:cubicBezTo>
                    <a:pt x="41911" y="3604"/>
                    <a:pt x="37084" y="5971"/>
                    <a:pt x="32416" y="8263"/>
                  </a:cubicBezTo>
                  <a:lnTo>
                    <a:pt x="31942" y="8496"/>
                  </a:lnTo>
                  <a:cubicBezTo>
                    <a:pt x="27640" y="10606"/>
                    <a:pt x="22957" y="12670"/>
                    <a:pt x="17892" y="13466"/>
                  </a:cubicBezTo>
                  <a:cubicBezTo>
                    <a:pt x="15860" y="13785"/>
                    <a:pt x="13946" y="13945"/>
                    <a:pt x="12120" y="13945"/>
                  </a:cubicBezTo>
                  <a:cubicBezTo>
                    <a:pt x="10379" y="13945"/>
                    <a:pt x="8719" y="13799"/>
                    <a:pt x="7116" y="13508"/>
                  </a:cubicBezTo>
                  <a:cubicBezTo>
                    <a:pt x="4584" y="13050"/>
                    <a:pt x="2294" y="12211"/>
                    <a:pt x="305" y="11012"/>
                  </a:cubicBezTo>
                  <a:lnTo>
                    <a:pt x="0" y="10828"/>
                  </a:lnTo>
                  <a:lnTo>
                    <a:pt x="0" y="19337"/>
                  </a:lnTo>
                  <a:lnTo>
                    <a:pt x="193" y="19345"/>
                  </a:lnTo>
                  <a:cubicBezTo>
                    <a:pt x="1788" y="19417"/>
                    <a:pt x="3552" y="19474"/>
                    <a:pt x="5427" y="19474"/>
                  </a:cubicBezTo>
                  <a:cubicBezTo>
                    <a:pt x="9110" y="19474"/>
                    <a:pt x="13220" y="19251"/>
                    <a:pt x="17311" y="18469"/>
                  </a:cubicBezTo>
                  <a:cubicBezTo>
                    <a:pt x="22324" y="17509"/>
                    <a:pt x="26904" y="15636"/>
                    <a:pt x="31309" y="12740"/>
                  </a:cubicBezTo>
                  <a:cubicBezTo>
                    <a:pt x="33791" y="11110"/>
                    <a:pt x="36725" y="10287"/>
                    <a:pt x="40058" y="10287"/>
                  </a:cubicBezTo>
                  <a:cubicBezTo>
                    <a:pt x="40845" y="10287"/>
                    <a:pt x="41654" y="10333"/>
                    <a:pt x="42485" y="10425"/>
                  </a:cubicBezTo>
                  <a:cubicBezTo>
                    <a:pt x="47895" y="11021"/>
                    <a:pt x="53139" y="13156"/>
                    <a:pt x="58211" y="15220"/>
                  </a:cubicBezTo>
                  <a:cubicBezTo>
                    <a:pt x="61257" y="16459"/>
                    <a:pt x="64408" y="17742"/>
                    <a:pt x="67568" y="18681"/>
                  </a:cubicBezTo>
                  <a:cubicBezTo>
                    <a:pt x="72838" y="20248"/>
                    <a:pt x="78452" y="21200"/>
                    <a:pt x="84253" y="21507"/>
                  </a:cubicBezTo>
                  <a:cubicBezTo>
                    <a:pt x="85207" y="21557"/>
                    <a:pt x="86216" y="21596"/>
                    <a:pt x="87255" y="21596"/>
                  </a:cubicBezTo>
                  <a:cubicBezTo>
                    <a:pt x="89341" y="21596"/>
                    <a:pt x="91554" y="21438"/>
                    <a:pt x="93697" y="20904"/>
                  </a:cubicBezTo>
                  <a:cubicBezTo>
                    <a:pt x="95795" y="20381"/>
                    <a:pt x="98654" y="19332"/>
                    <a:pt x="99293" y="16292"/>
                  </a:cubicBezTo>
                  <a:cubicBezTo>
                    <a:pt x="99857" y="13600"/>
                    <a:pt x="98614" y="11035"/>
                    <a:pt x="95596" y="8666"/>
                  </a:cubicBezTo>
                  <a:cubicBezTo>
                    <a:pt x="92859" y="6520"/>
                    <a:pt x="89747" y="5193"/>
                    <a:pt x="87062" y="4178"/>
                  </a:cubicBezTo>
                  <a:cubicBezTo>
                    <a:pt x="79719" y="1402"/>
                    <a:pt x="72371" y="1"/>
                    <a:pt x="652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 name="Google Shape;363;p14"/>
            <p:cNvGrpSpPr/>
            <p:nvPr/>
          </p:nvGrpSpPr>
          <p:grpSpPr>
            <a:xfrm>
              <a:off x="-97224" y="3233178"/>
              <a:ext cx="9377821" cy="2147740"/>
              <a:chOff x="-97224" y="3233178"/>
              <a:chExt cx="9377821" cy="2147740"/>
            </a:xfrm>
          </p:grpSpPr>
          <p:sp>
            <p:nvSpPr>
              <p:cNvPr id="364" name="Google Shape;364;p14"/>
              <p:cNvSpPr/>
              <p:nvPr/>
            </p:nvSpPr>
            <p:spPr>
              <a:xfrm flipH="1" rot="10800000">
                <a:off x="-89101" y="3233178"/>
                <a:ext cx="9361814" cy="2075187"/>
              </a:xfrm>
              <a:custGeom>
                <a:rect b="b" l="l" r="r" t="t"/>
                <a:pathLst>
                  <a:path extrusionOk="0" h="51857" w="233943">
                    <a:moveTo>
                      <a:pt x="114254" y="0"/>
                    </a:moveTo>
                    <a:cubicBezTo>
                      <a:pt x="113814" y="3337"/>
                      <a:pt x="107760" y="3970"/>
                      <a:pt x="105882" y="4185"/>
                    </a:cubicBezTo>
                    <a:cubicBezTo>
                      <a:pt x="103480" y="4463"/>
                      <a:pt x="101037" y="4580"/>
                      <a:pt x="98593" y="4580"/>
                    </a:cubicBezTo>
                    <a:cubicBezTo>
                      <a:pt x="96187" y="4580"/>
                      <a:pt x="93780" y="4466"/>
                      <a:pt x="91413" y="4277"/>
                    </a:cubicBezTo>
                    <a:cubicBezTo>
                      <a:pt x="83262" y="3622"/>
                      <a:pt x="75254" y="1586"/>
                      <a:pt x="67197" y="2"/>
                    </a:cubicBezTo>
                    <a:lnTo>
                      <a:pt x="3161" y="2"/>
                    </a:lnTo>
                    <a:cubicBezTo>
                      <a:pt x="1415" y="2"/>
                      <a:pt x="0" y="1794"/>
                      <a:pt x="0" y="4003"/>
                    </a:cubicBezTo>
                    <a:lnTo>
                      <a:pt x="0" y="12983"/>
                    </a:lnTo>
                    <a:cubicBezTo>
                      <a:pt x="752" y="13703"/>
                      <a:pt x="1532" y="14304"/>
                      <a:pt x="2202" y="14753"/>
                    </a:cubicBezTo>
                    <a:cubicBezTo>
                      <a:pt x="5867" y="17202"/>
                      <a:pt x="10108" y="17905"/>
                      <a:pt x="14266" y="17905"/>
                    </a:cubicBezTo>
                    <a:cubicBezTo>
                      <a:pt x="15542" y="17905"/>
                      <a:pt x="16811" y="17839"/>
                      <a:pt x="18052" y="17736"/>
                    </a:cubicBezTo>
                    <a:cubicBezTo>
                      <a:pt x="23329" y="17301"/>
                      <a:pt x="28524" y="16026"/>
                      <a:pt x="33704" y="14740"/>
                    </a:cubicBezTo>
                    <a:cubicBezTo>
                      <a:pt x="40948" y="12940"/>
                      <a:pt x="48135" y="10828"/>
                      <a:pt x="55442" y="9439"/>
                    </a:cubicBezTo>
                    <a:cubicBezTo>
                      <a:pt x="61321" y="8322"/>
                      <a:pt x="67233" y="7670"/>
                      <a:pt x="73167" y="7670"/>
                    </a:cubicBezTo>
                    <a:cubicBezTo>
                      <a:pt x="74688" y="7670"/>
                      <a:pt x="76210" y="7713"/>
                      <a:pt x="77734" y="7802"/>
                    </a:cubicBezTo>
                    <a:cubicBezTo>
                      <a:pt x="85106" y="8232"/>
                      <a:pt x="92423" y="9785"/>
                      <a:pt x="99530" y="12287"/>
                    </a:cubicBezTo>
                    <a:cubicBezTo>
                      <a:pt x="102317" y="13268"/>
                      <a:pt x="105115" y="14314"/>
                      <a:pt x="107858" y="15489"/>
                    </a:cubicBezTo>
                    <a:cubicBezTo>
                      <a:pt x="110332" y="16548"/>
                      <a:pt x="112809" y="17789"/>
                      <a:pt x="115004" y="19608"/>
                    </a:cubicBezTo>
                    <a:cubicBezTo>
                      <a:pt x="117824" y="21944"/>
                      <a:pt x="120303" y="25852"/>
                      <a:pt x="120226" y="30339"/>
                    </a:cubicBezTo>
                    <a:cubicBezTo>
                      <a:pt x="120101" y="37466"/>
                      <a:pt x="112935" y="40330"/>
                      <a:pt x="108516" y="41748"/>
                    </a:cubicBezTo>
                    <a:cubicBezTo>
                      <a:pt x="101630" y="43955"/>
                      <a:pt x="94414" y="44564"/>
                      <a:pt x="87337" y="44821"/>
                    </a:cubicBezTo>
                    <a:cubicBezTo>
                      <a:pt x="84855" y="44912"/>
                      <a:pt x="82371" y="44958"/>
                      <a:pt x="79887" y="44958"/>
                    </a:cubicBezTo>
                    <a:cubicBezTo>
                      <a:pt x="73140" y="44958"/>
                      <a:pt x="66393" y="44612"/>
                      <a:pt x="59673" y="43851"/>
                    </a:cubicBezTo>
                    <a:cubicBezTo>
                      <a:pt x="52128" y="42997"/>
                      <a:pt x="44620" y="41722"/>
                      <a:pt x="37128" y="40332"/>
                    </a:cubicBezTo>
                    <a:cubicBezTo>
                      <a:pt x="29596" y="38936"/>
                      <a:pt x="22076" y="37257"/>
                      <a:pt x="14513" y="36145"/>
                    </a:cubicBezTo>
                    <a:cubicBezTo>
                      <a:pt x="10469" y="35552"/>
                      <a:pt x="6279" y="35103"/>
                      <a:pt x="2100" y="35103"/>
                    </a:cubicBezTo>
                    <a:cubicBezTo>
                      <a:pt x="1400" y="35103"/>
                      <a:pt x="700" y="35116"/>
                      <a:pt x="0" y="35142"/>
                    </a:cubicBezTo>
                    <a:lnTo>
                      <a:pt x="0" y="41392"/>
                    </a:lnTo>
                    <a:cubicBezTo>
                      <a:pt x="3897" y="40406"/>
                      <a:pt x="7757" y="39113"/>
                      <a:pt x="11701" y="38520"/>
                    </a:cubicBezTo>
                    <a:cubicBezTo>
                      <a:pt x="12850" y="38347"/>
                      <a:pt x="14002" y="38268"/>
                      <a:pt x="15153" y="38268"/>
                    </a:cubicBezTo>
                    <a:cubicBezTo>
                      <a:pt x="18352" y="38268"/>
                      <a:pt x="21545" y="38880"/>
                      <a:pt x="24665" y="39789"/>
                    </a:cubicBezTo>
                    <a:cubicBezTo>
                      <a:pt x="29176" y="41103"/>
                      <a:pt x="33559" y="43015"/>
                      <a:pt x="37996" y="44675"/>
                    </a:cubicBezTo>
                    <a:cubicBezTo>
                      <a:pt x="42689" y="46433"/>
                      <a:pt x="47479" y="47692"/>
                      <a:pt x="52300" y="48740"/>
                    </a:cubicBezTo>
                    <a:cubicBezTo>
                      <a:pt x="61496" y="50745"/>
                      <a:pt x="70937" y="51857"/>
                      <a:pt x="80373" y="51857"/>
                    </a:cubicBezTo>
                    <a:cubicBezTo>
                      <a:pt x="91348" y="51857"/>
                      <a:pt x="102317" y="50352"/>
                      <a:pt x="112889" y="46997"/>
                    </a:cubicBezTo>
                    <a:cubicBezTo>
                      <a:pt x="122215" y="44038"/>
                      <a:pt x="130897" y="39216"/>
                      <a:pt x="139694" y="34414"/>
                    </a:cubicBezTo>
                    <a:cubicBezTo>
                      <a:pt x="143466" y="32352"/>
                      <a:pt x="147358" y="30634"/>
                      <a:pt x="151383" y="29556"/>
                    </a:cubicBezTo>
                    <a:cubicBezTo>
                      <a:pt x="155813" y="28370"/>
                      <a:pt x="160303" y="28105"/>
                      <a:pt x="164816" y="27914"/>
                    </a:cubicBezTo>
                    <a:cubicBezTo>
                      <a:pt x="167320" y="27807"/>
                      <a:pt x="169825" y="27756"/>
                      <a:pt x="172331" y="27756"/>
                    </a:cubicBezTo>
                    <a:cubicBezTo>
                      <a:pt x="189289" y="27756"/>
                      <a:pt x="206270" y="30094"/>
                      <a:pt x="222996" y="33398"/>
                    </a:cubicBezTo>
                    <a:cubicBezTo>
                      <a:pt x="226644" y="34116"/>
                      <a:pt x="230302" y="34924"/>
                      <a:pt x="233942" y="35864"/>
                    </a:cubicBezTo>
                    <a:lnTo>
                      <a:pt x="233942" y="9938"/>
                    </a:lnTo>
                    <a:cubicBezTo>
                      <a:pt x="233216" y="9925"/>
                      <a:pt x="232489" y="9919"/>
                      <a:pt x="231762" y="9919"/>
                    </a:cubicBezTo>
                    <a:cubicBezTo>
                      <a:pt x="219843" y="9919"/>
                      <a:pt x="207922" y="11530"/>
                      <a:pt x="196068" y="12904"/>
                    </a:cubicBezTo>
                    <a:cubicBezTo>
                      <a:pt x="188339" y="13801"/>
                      <a:pt x="180609" y="14806"/>
                      <a:pt x="172944" y="16393"/>
                    </a:cubicBezTo>
                    <a:cubicBezTo>
                      <a:pt x="169135" y="17181"/>
                      <a:pt x="165343" y="18112"/>
                      <a:pt x="161591" y="19260"/>
                    </a:cubicBezTo>
                    <a:cubicBezTo>
                      <a:pt x="158213" y="20291"/>
                      <a:pt x="155063" y="21813"/>
                      <a:pt x="151893" y="23606"/>
                    </a:cubicBezTo>
                    <a:cubicBezTo>
                      <a:pt x="147715" y="25970"/>
                      <a:pt x="143374" y="28204"/>
                      <a:pt x="138868" y="28204"/>
                    </a:cubicBezTo>
                    <a:cubicBezTo>
                      <a:pt x="137422" y="28204"/>
                      <a:pt x="135960" y="27974"/>
                      <a:pt x="134480" y="27445"/>
                    </a:cubicBezTo>
                    <a:cubicBezTo>
                      <a:pt x="129632" y="25711"/>
                      <a:pt x="125716" y="20547"/>
                      <a:pt x="125484" y="13951"/>
                    </a:cubicBezTo>
                    <a:cubicBezTo>
                      <a:pt x="125286" y="8300"/>
                      <a:pt x="129601" y="6027"/>
                      <a:pt x="133294" y="5020"/>
                    </a:cubicBezTo>
                    <a:cubicBezTo>
                      <a:pt x="139570" y="3307"/>
                      <a:pt x="146074" y="3151"/>
                      <a:pt x="152463" y="3078"/>
                    </a:cubicBezTo>
                    <a:cubicBezTo>
                      <a:pt x="160083" y="2991"/>
                      <a:pt x="167851" y="3042"/>
                      <a:pt x="175233" y="328"/>
                    </a:cubicBezTo>
                    <a:cubicBezTo>
                      <a:pt x="175511" y="226"/>
                      <a:pt x="175788" y="116"/>
                      <a:pt x="176066"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14"/>
              <p:cNvSpPr/>
              <p:nvPr/>
            </p:nvSpPr>
            <p:spPr>
              <a:xfrm flipH="1" rot="10800000">
                <a:off x="-97224" y="3290284"/>
                <a:ext cx="9377821" cy="2090634"/>
              </a:xfrm>
              <a:custGeom>
                <a:rect b="b" l="l" r="r" t="t"/>
                <a:pathLst>
                  <a:path extrusionOk="0" h="52243" w="234343">
                    <a:moveTo>
                      <a:pt x="67361" y="400"/>
                    </a:moveTo>
                    <a:cubicBezTo>
                      <a:pt x="69340" y="790"/>
                      <a:pt x="71349" y="1215"/>
                      <a:pt x="73292" y="1625"/>
                    </a:cubicBezTo>
                    <a:cubicBezTo>
                      <a:pt x="79265" y="2884"/>
                      <a:pt x="85439" y="4185"/>
                      <a:pt x="91598" y="4680"/>
                    </a:cubicBezTo>
                    <a:cubicBezTo>
                      <a:pt x="94144" y="4885"/>
                      <a:pt x="96537" y="4987"/>
                      <a:pt x="98805" y="4987"/>
                    </a:cubicBezTo>
                    <a:cubicBezTo>
                      <a:pt x="101387" y="4987"/>
                      <a:pt x="103808" y="4854"/>
                      <a:pt x="106108" y="4590"/>
                    </a:cubicBezTo>
                    <a:lnTo>
                      <a:pt x="106218" y="4577"/>
                    </a:lnTo>
                    <a:cubicBezTo>
                      <a:pt x="108158" y="4354"/>
                      <a:pt x="114000" y="3685"/>
                      <a:pt x="114628" y="406"/>
                    </a:cubicBezTo>
                    <a:lnTo>
                      <a:pt x="175193" y="406"/>
                    </a:lnTo>
                    <a:cubicBezTo>
                      <a:pt x="168249" y="2915"/>
                      <a:pt x="160889" y="2994"/>
                      <a:pt x="153768" y="3069"/>
                    </a:cubicBezTo>
                    <a:lnTo>
                      <a:pt x="152665" y="3082"/>
                    </a:lnTo>
                    <a:cubicBezTo>
                      <a:pt x="145764" y="3162"/>
                      <a:pt x="139551" y="3364"/>
                      <a:pt x="133446" y="5030"/>
                    </a:cubicBezTo>
                    <a:cubicBezTo>
                      <a:pt x="128003" y="6516"/>
                      <a:pt x="125326" y="9588"/>
                      <a:pt x="125487" y="14164"/>
                    </a:cubicBezTo>
                    <a:cubicBezTo>
                      <a:pt x="125709" y="20471"/>
                      <a:pt x="129379" y="25966"/>
                      <a:pt x="134618" y="27839"/>
                    </a:cubicBezTo>
                    <a:cubicBezTo>
                      <a:pt x="136131" y="28380"/>
                      <a:pt x="137619" y="28617"/>
                      <a:pt x="139091" y="28617"/>
                    </a:cubicBezTo>
                    <a:cubicBezTo>
                      <a:pt x="143547" y="28617"/>
                      <a:pt x="147847" y="26448"/>
                      <a:pt x="152196" y="23987"/>
                    </a:cubicBezTo>
                    <a:cubicBezTo>
                      <a:pt x="155813" y="21943"/>
                      <a:pt x="158880" y="20567"/>
                      <a:pt x="161854" y="19658"/>
                    </a:cubicBezTo>
                    <a:cubicBezTo>
                      <a:pt x="165379" y="18581"/>
                      <a:pt x="169085" y="17643"/>
                      <a:pt x="173189" y="16795"/>
                    </a:cubicBezTo>
                    <a:cubicBezTo>
                      <a:pt x="180974" y="15181"/>
                      <a:pt x="188894" y="14166"/>
                      <a:pt x="196294" y="13308"/>
                    </a:cubicBezTo>
                    <a:cubicBezTo>
                      <a:pt x="197767" y="13138"/>
                      <a:pt x="199245" y="12964"/>
                      <a:pt x="200722" y="12788"/>
                    </a:cubicBezTo>
                    <a:cubicBezTo>
                      <a:pt x="210970" y="11576"/>
                      <a:pt x="221543" y="10326"/>
                      <a:pt x="231999" y="10326"/>
                    </a:cubicBezTo>
                    <a:cubicBezTo>
                      <a:pt x="232648" y="10326"/>
                      <a:pt x="233296" y="10331"/>
                      <a:pt x="233944" y="10341"/>
                    </a:cubicBezTo>
                    <a:lnTo>
                      <a:pt x="233944" y="35809"/>
                    </a:lnTo>
                    <a:cubicBezTo>
                      <a:pt x="230629" y="34959"/>
                      <a:pt x="227123" y="34173"/>
                      <a:pt x="223236" y="33405"/>
                    </a:cubicBezTo>
                    <a:cubicBezTo>
                      <a:pt x="203906" y="29587"/>
                      <a:pt x="187591" y="27758"/>
                      <a:pt x="172597" y="27758"/>
                    </a:cubicBezTo>
                    <a:cubicBezTo>
                      <a:pt x="170032" y="27758"/>
                      <a:pt x="167505" y="27812"/>
                      <a:pt x="165009" y="27918"/>
                    </a:cubicBezTo>
                    <a:cubicBezTo>
                      <a:pt x="160422" y="28112"/>
                      <a:pt x="155941" y="28387"/>
                      <a:pt x="151533" y="29567"/>
                    </a:cubicBezTo>
                    <a:cubicBezTo>
                      <a:pt x="147826" y="30560"/>
                      <a:pt x="143986" y="32153"/>
                      <a:pt x="139798" y="34441"/>
                    </a:cubicBezTo>
                    <a:lnTo>
                      <a:pt x="138875" y="34945"/>
                    </a:lnTo>
                    <a:cubicBezTo>
                      <a:pt x="130584" y="39473"/>
                      <a:pt x="122011" y="44161"/>
                      <a:pt x="113029" y="47009"/>
                    </a:cubicBezTo>
                    <a:cubicBezTo>
                      <a:pt x="102889" y="50226"/>
                      <a:pt x="91919" y="51840"/>
                      <a:pt x="80509" y="51840"/>
                    </a:cubicBezTo>
                    <a:cubicBezTo>
                      <a:pt x="71401" y="51840"/>
                      <a:pt x="62013" y="50811"/>
                      <a:pt x="52541" y="48749"/>
                    </a:cubicBezTo>
                    <a:cubicBezTo>
                      <a:pt x="46930" y="47526"/>
                      <a:pt x="42394" y="46236"/>
                      <a:pt x="38264" y="44691"/>
                    </a:cubicBezTo>
                    <a:cubicBezTo>
                      <a:pt x="36953" y="44199"/>
                      <a:pt x="35624" y="43678"/>
                      <a:pt x="34338" y="43172"/>
                    </a:cubicBezTo>
                    <a:cubicBezTo>
                      <a:pt x="31276" y="41971"/>
                      <a:pt x="28107" y="40726"/>
                      <a:pt x="24921" y="39799"/>
                    </a:cubicBezTo>
                    <a:cubicBezTo>
                      <a:pt x="21414" y="38777"/>
                      <a:pt x="18247" y="38271"/>
                      <a:pt x="15326" y="38271"/>
                    </a:cubicBezTo>
                    <a:cubicBezTo>
                      <a:pt x="14137" y="38271"/>
                      <a:pt x="12987" y="38356"/>
                      <a:pt x="11874" y="38521"/>
                    </a:cubicBezTo>
                    <a:cubicBezTo>
                      <a:pt x="9119" y="38936"/>
                      <a:pt x="6366" y="39703"/>
                      <a:pt x="3703" y="40442"/>
                    </a:cubicBezTo>
                    <a:cubicBezTo>
                      <a:pt x="2622" y="40742"/>
                      <a:pt x="1508" y="41053"/>
                      <a:pt x="406" y="41335"/>
                    </a:cubicBezTo>
                    <a:lnTo>
                      <a:pt x="406" y="35538"/>
                    </a:lnTo>
                    <a:cubicBezTo>
                      <a:pt x="1027" y="35516"/>
                      <a:pt x="1658" y="35506"/>
                      <a:pt x="2301" y="35506"/>
                    </a:cubicBezTo>
                    <a:cubicBezTo>
                      <a:pt x="5902" y="35506"/>
                      <a:pt x="9901" y="35844"/>
                      <a:pt x="14687" y="36547"/>
                    </a:cubicBezTo>
                    <a:cubicBezTo>
                      <a:pt x="19745" y="37290"/>
                      <a:pt x="24868" y="38304"/>
                      <a:pt x="29822" y="39284"/>
                    </a:cubicBezTo>
                    <a:cubicBezTo>
                      <a:pt x="32271" y="39769"/>
                      <a:pt x="34802" y="40270"/>
                      <a:pt x="37296" y="40733"/>
                    </a:cubicBezTo>
                    <a:cubicBezTo>
                      <a:pt x="43914" y="41961"/>
                      <a:pt x="51770" y="43339"/>
                      <a:pt x="59854" y="44254"/>
                    </a:cubicBezTo>
                    <a:cubicBezTo>
                      <a:pt x="66359" y="44990"/>
                      <a:pt x="73165" y="45361"/>
                      <a:pt x="80163" y="45361"/>
                    </a:cubicBezTo>
                    <a:cubicBezTo>
                      <a:pt x="82603" y="45361"/>
                      <a:pt x="85067" y="45316"/>
                      <a:pt x="87550" y="45225"/>
                    </a:cubicBezTo>
                    <a:cubicBezTo>
                      <a:pt x="94026" y="44991"/>
                      <a:pt x="101613" y="44441"/>
                      <a:pt x="108780" y="42142"/>
                    </a:cubicBezTo>
                    <a:cubicBezTo>
                      <a:pt x="113810" y="40529"/>
                      <a:pt x="120508" y="37574"/>
                      <a:pt x="120629" y="30544"/>
                    </a:cubicBezTo>
                    <a:cubicBezTo>
                      <a:pt x="120696" y="26529"/>
                      <a:pt x="118718" y="22458"/>
                      <a:pt x="115334" y="19654"/>
                    </a:cubicBezTo>
                    <a:cubicBezTo>
                      <a:pt x="112985" y="17708"/>
                      <a:pt x="110379" y="16465"/>
                      <a:pt x="108140" y="15506"/>
                    </a:cubicBezTo>
                    <a:cubicBezTo>
                      <a:pt x="105719" y="14467"/>
                      <a:pt x="103070" y="13450"/>
                      <a:pt x="99798" y="12298"/>
                    </a:cubicBezTo>
                    <a:cubicBezTo>
                      <a:pt x="92520" y="9735"/>
                      <a:pt x="85169" y="8223"/>
                      <a:pt x="77949" y="7802"/>
                    </a:cubicBezTo>
                    <a:cubicBezTo>
                      <a:pt x="76425" y="7713"/>
                      <a:pt x="74890" y="7669"/>
                      <a:pt x="73339" y="7669"/>
                    </a:cubicBezTo>
                    <a:cubicBezTo>
                      <a:pt x="67706" y="7669"/>
                      <a:pt x="61863" y="8255"/>
                      <a:pt x="55605" y="9443"/>
                    </a:cubicBezTo>
                    <a:cubicBezTo>
                      <a:pt x="50502" y="10413"/>
                      <a:pt x="45374" y="11757"/>
                      <a:pt x="40416" y="13057"/>
                    </a:cubicBezTo>
                    <a:cubicBezTo>
                      <a:pt x="38267" y="13620"/>
                      <a:pt x="36046" y="14201"/>
                      <a:pt x="33857" y="14746"/>
                    </a:cubicBezTo>
                    <a:cubicBezTo>
                      <a:pt x="29050" y="15939"/>
                      <a:pt x="23603" y="17293"/>
                      <a:pt x="18238" y="17736"/>
                    </a:cubicBezTo>
                    <a:cubicBezTo>
                      <a:pt x="17038" y="17835"/>
                      <a:pt x="15751" y="17910"/>
                      <a:pt x="14415" y="17910"/>
                    </a:cubicBezTo>
                    <a:cubicBezTo>
                      <a:pt x="10534" y="17910"/>
                      <a:pt x="6246" y="17280"/>
                      <a:pt x="2517" y="14787"/>
                    </a:cubicBezTo>
                    <a:cubicBezTo>
                      <a:pt x="2004" y="14446"/>
                      <a:pt x="1229" y="13878"/>
                      <a:pt x="403" y="13098"/>
                    </a:cubicBezTo>
                    <a:lnTo>
                      <a:pt x="403" y="4204"/>
                    </a:lnTo>
                    <a:cubicBezTo>
                      <a:pt x="403" y="2108"/>
                      <a:pt x="1731" y="405"/>
                      <a:pt x="3364" y="405"/>
                    </a:cubicBezTo>
                    <a:lnTo>
                      <a:pt x="67361" y="400"/>
                    </a:lnTo>
                    <a:close/>
                    <a:moveTo>
                      <a:pt x="114278" y="0"/>
                    </a:moveTo>
                    <a:lnTo>
                      <a:pt x="114255" y="176"/>
                    </a:lnTo>
                    <a:cubicBezTo>
                      <a:pt x="113845" y="3294"/>
                      <a:pt x="108068" y="3957"/>
                      <a:pt x="106170" y="4175"/>
                    </a:cubicBezTo>
                    <a:lnTo>
                      <a:pt x="106061" y="4187"/>
                    </a:lnTo>
                    <a:cubicBezTo>
                      <a:pt x="103777" y="4451"/>
                      <a:pt x="101371" y="4582"/>
                      <a:pt x="98803" y="4582"/>
                    </a:cubicBezTo>
                    <a:cubicBezTo>
                      <a:pt x="96546" y="4582"/>
                      <a:pt x="94164" y="4481"/>
                      <a:pt x="91630" y="4277"/>
                    </a:cubicBezTo>
                    <a:cubicBezTo>
                      <a:pt x="85496" y="3785"/>
                      <a:pt x="79335" y="2485"/>
                      <a:pt x="73374" y="1229"/>
                    </a:cubicBezTo>
                    <a:cubicBezTo>
                      <a:pt x="71430" y="820"/>
                      <a:pt x="69420" y="395"/>
                      <a:pt x="67400" y="2"/>
                    </a:cubicBezTo>
                    <a:lnTo>
                      <a:pt x="3365" y="2"/>
                    </a:lnTo>
                    <a:cubicBezTo>
                      <a:pt x="1511" y="2"/>
                      <a:pt x="3" y="1889"/>
                      <a:pt x="3" y="4205"/>
                    </a:cubicBezTo>
                    <a:lnTo>
                      <a:pt x="3" y="13267"/>
                    </a:lnTo>
                    <a:lnTo>
                      <a:pt x="66" y="13327"/>
                    </a:lnTo>
                    <a:cubicBezTo>
                      <a:pt x="935" y="14157"/>
                      <a:pt x="1758" y="14760"/>
                      <a:pt x="2295" y="15120"/>
                    </a:cubicBezTo>
                    <a:cubicBezTo>
                      <a:pt x="6107" y="17668"/>
                      <a:pt x="10473" y="18312"/>
                      <a:pt x="14416" y="18312"/>
                    </a:cubicBezTo>
                    <a:cubicBezTo>
                      <a:pt x="15764" y="18312"/>
                      <a:pt x="17063" y="18236"/>
                      <a:pt x="18274" y="18136"/>
                    </a:cubicBezTo>
                    <a:cubicBezTo>
                      <a:pt x="23670" y="17692"/>
                      <a:pt x="29134" y="16335"/>
                      <a:pt x="33955" y="15136"/>
                    </a:cubicBezTo>
                    <a:cubicBezTo>
                      <a:pt x="36148" y="14591"/>
                      <a:pt x="38370" y="14008"/>
                      <a:pt x="40521" y="13444"/>
                    </a:cubicBezTo>
                    <a:cubicBezTo>
                      <a:pt x="45471" y="12145"/>
                      <a:pt x="50591" y="10802"/>
                      <a:pt x="55682" y="9836"/>
                    </a:cubicBezTo>
                    <a:cubicBezTo>
                      <a:pt x="61914" y="8652"/>
                      <a:pt x="67733" y="8068"/>
                      <a:pt x="73339" y="8068"/>
                    </a:cubicBezTo>
                    <a:cubicBezTo>
                      <a:pt x="74883" y="8068"/>
                      <a:pt x="76410" y="8112"/>
                      <a:pt x="77924" y="8200"/>
                    </a:cubicBezTo>
                    <a:cubicBezTo>
                      <a:pt x="85109" y="8620"/>
                      <a:pt x="92423" y="10126"/>
                      <a:pt x="99664" y="12674"/>
                    </a:cubicBezTo>
                    <a:cubicBezTo>
                      <a:pt x="102926" y="13823"/>
                      <a:pt x="105569" y="14839"/>
                      <a:pt x="107978" y="15872"/>
                    </a:cubicBezTo>
                    <a:cubicBezTo>
                      <a:pt x="110192" y="16820"/>
                      <a:pt x="112765" y="18046"/>
                      <a:pt x="115074" y="19959"/>
                    </a:cubicBezTo>
                    <a:cubicBezTo>
                      <a:pt x="118366" y="22686"/>
                      <a:pt x="120289" y="26638"/>
                      <a:pt x="120224" y="30531"/>
                    </a:cubicBezTo>
                    <a:cubicBezTo>
                      <a:pt x="120108" y="37304"/>
                      <a:pt x="113565" y="40179"/>
                      <a:pt x="108656" y="41753"/>
                    </a:cubicBezTo>
                    <a:cubicBezTo>
                      <a:pt x="101534" y="44037"/>
                      <a:pt x="93982" y="44584"/>
                      <a:pt x="87532" y="44818"/>
                    </a:cubicBezTo>
                    <a:cubicBezTo>
                      <a:pt x="85053" y="44908"/>
                      <a:pt x="82593" y="44953"/>
                      <a:pt x="80156" y="44953"/>
                    </a:cubicBezTo>
                    <a:cubicBezTo>
                      <a:pt x="73174" y="44953"/>
                      <a:pt x="66385" y="44584"/>
                      <a:pt x="59897" y="43849"/>
                    </a:cubicBezTo>
                    <a:cubicBezTo>
                      <a:pt x="51824" y="42936"/>
                      <a:pt x="43978" y="41560"/>
                      <a:pt x="37366" y="40335"/>
                    </a:cubicBezTo>
                    <a:cubicBezTo>
                      <a:pt x="34874" y="39874"/>
                      <a:pt x="32343" y="39371"/>
                      <a:pt x="29894" y="38889"/>
                    </a:cubicBezTo>
                    <a:cubicBezTo>
                      <a:pt x="24935" y="37906"/>
                      <a:pt x="19807" y="36891"/>
                      <a:pt x="14740" y="36147"/>
                    </a:cubicBezTo>
                    <a:cubicBezTo>
                      <a:pt x="9938" y="35440"/>
                      <a:pt x="5923" y="35101"/>
                      <a:pt x="2306" y="35101"/>
                    </a:cubicBezTo>
                    <a:cubicBezTo>
                      <a:pt x="1587" y="35101"/>
                      <a:pt x="884" y="35114"/>
                      <a:pt x="193" y="35141"/>
                    </a:cubicBezTo>
                    <a:lnTo>
                      <a:pt x="0" y="35148"/>
                    </a:lnTo>
                    <a:lnTo>
                      <a:pt x="0" y="41850"/>
                    </a:lnTo>
                    <a:lnTo>
                      <a:pt x="250" y="41789"/>
                    </a:lnTo>
                    <a:cubicBezTo>
                      <a:pt x="1438" y="41486"/>
                      <a:pt x="2642" y="41153"/>
                      <a:pt x="3807" y="40829"/>
                    </a:cubicBezTo>
                    <a:cubicBezTo>
                      <a:pt x="6459" y="40093"/>
                      <a:pt x="9201" y="39331"/>
                      <a:pt x="11931" y="38920"/>
                    </a:cubicBezTo>
                    <a:cubicBezTo>
                      <a:pt x="13025" y="38755"/>
                      <a:pt x="14155" y="38672"/>
                      <a:pt x="15326" y="38672"/>
                    </a:cubicBezTo>
                    <a:cubicBezTo>
                      <a:pt x="18207" y="38672"/>
                      <a:pt x="21339" y="39173"/>
                      <a:pt x="24808" y="40183"/>
                    </a:cubicBezTo>
                    <a:cubicBezTo>
                      <a:pt x="27977" y="41106"/>
                      <a:pt x="31136" y="42346"/>
                      <a:pt x="34192" y="43547"/>
                    </a:cubicBezTo>
                    <a:cubicBezTo>
                      <a:pt x="35480" y="44051"/>
                      <a:pt x="36810" y="44575"/>
                      <a:pt x="38124" y="45065"/>
                    </a:cubicBezTo>
                    <a:cubicBezTo>
                      <a:pt x="42272" y="46618"/>
                      <a:pt x="46826" y="47913"/>
                      <a:pt x="52458" y="49140"/>
                    </a:cubicBezTo>
                    <a:cubicBezTo>
                      <a:pt x="61960" y="51209"/>
                      <a:pt x="71376" y="52242"/>
                      <a:pt x="80515" y="52242"/>
                    </a:cubicBezTo>
                    <a:cubicBezTo>
                      <a:pt x="91963" y="52242"/>
                      <a:pt x="102972" y="50622"/>
                      <a:pt x="113151" y="47393"/>
                    </a:cubicBezTo>
                    <a:cubicBezTo>
                      <a:pt x="122171" y="44531"/>
                      <a:pt x="130760" y="39837"/>
                      <a:pt x="139068" y="35298"/>
                    </a:cubicBezTo>
                    <a:lnTo>
                      <a:pt x="139990" y="34794"/>
                    </a:lnTo>
                    <a:cubicBezTo>
                      <a:pt x="144149" y="32523"/>
                      <a:pt x="147959" y="30939"/>
                      <a:pt x="151635" y="29954"/>
                    </a:cubicBezTo>
                    <a:cubicBezTo>
                      <a:pt x="156001" y="28784"/>
                      <a:pt x="160459" y="28512"/>
                      <a:pt x="165023" y="28318"/>
                    </a:cubicBezTo>
                    <a:cubicBezTo>
                      <a:pt x="167510" y="28212"/>
                      <a:pt x="170027" y="28159"/>
                      <a:pt x="172583" y="28159"/>
                    </a:cubicBezTo>
                    <a:cubicBezTo>
                      <a:pt x="187551" y="28159"/>
                      <a:pt x="203846" y="29985"/>
                      <a:pt x="223155" y="33798"/>
                    </a:cubicBezTo>
                    <a:cubicBezTo>
                      <a:pt x="227133" y="34583"/>
                      <a:pt x="230708" y="35389"/>
                      <a:pt x="234091" y="36262"/>
                    </a:cubicBezTo>
                    <a:lnTo>
                      <a:pt x="234343" y="36327"/>
                    </a:lnTo>
                    <a:lnTo>
                      <a:pt x="234343" y="9942"/>
                    </a:lnTo>
                    <a:lnTo>
                      <a:pt x="234144" y="9938"/>
                    </a:lnTo>
                    <a:cubicBezTo>
                      <a:pt x="233436" y="9926"/>
                      <a:pt x="232728" y="9920"/>
                      <a:pt x="232019" y="9920"/>
                    </a:cubicBezTo>
                    <a:cubicBezTo>
                      <a:pt x="221533" y="9920"/>
                      <a:pt x="210937" y="11173"/>
                      <a:pt x="200668" y="12387"/>
                    </a:cubicBezTo>
                    <a:cubicBezTo>
                      <a:pt x="199192" y="12560"/>
                      <a:pt x="197716" y="12735"/>
                      <a:pt x="196241" y="12907"/>
                    </a:cubicBezTo>
                    <a:cubicBezTo>
                      <a:pt x="188833" y="13765"/>
                      <a:pt x="180900" y="14784"/>
                      <a:pt x="173099" y="16399"/>
                    </a:cubicBezTo>
                    <a:cubicBezTo>
                      <a:pt x="168984" y="17250"/>
                      <a:pt x="165266" y="18189"/>
                      <a:pt x="161730" y="19271"/>
                    </a:cubicBezTo>
                    <a:cubicBezTo>
                      <a:pt x="158729" y="20188"/>
                      <a:pt x="155634" y="21574"/>
                      <a:pt x="151992" y="23636"/>
                    </a:cubicBezTo>
                    <a:cubicBezTo>
                      <a:pt x="147694" y="26067"/>
                      <a:pt x="143448" y="28211"/>
                      <a:pt x="139076" y="28211"/>
                    </a:cubicBezTo>
                    <a:cubicBezTo>
                      <a:pt x="137648" y="28211"/>
                      <a:pt x="136206" y="27982"/>
                      <a:pt x="134745" y="27459"/>
                    </a:cubicBezTo>
                    <a:cubicBezTo>
                      <a:pt x="129659" y="25640"/>
                      <a:pt x="126097" y="20292"/>
                      <a:pt x="125882" y="14148"/>
                    </a:cubicBezTo>
                    <a:cubicBezTo>
                      <a:pt x="125729" y="9782"/>
                      <a:pt x="128305" y="6844"/>
                      <a:pt x="133544" y="5415"/>
                    </a:cubicBezTo>
                    <a:cubicBezTo>
                      <a:pt x="139606" y="3761"/>
                      <a:pt x="145790" y="3559"/>
                      <a:pt x="152664" y="3482"/>
                    </a:cubicBezTo>
                    <a:lnTo>
                      <a:pt x="153767" y="3469"/>
                    </a:lnTo>
                    <a:cubicBezTo>
                      <a:pt x="160981" y="3392"/>
                      <a:pt x="168439" y="3314"/>
                      <a:pt x="175499" y="719"/>
                    </a:cubicBezTo>
                    <a:cubicBezTo>
                      <a:pt x="175781" y="617"/>
                      <a:pt x="176061" y="506"/>
                      <a:pt x="176341" y="389"/>
                    </a:cubicBezTo>
                    <a:lnTo>
                      <a:pt x="17726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6" name="Google Shape;366;p14"/>
            <p:cNvSpPr/>
            <p:nvPr/>
          </p:nvSpPr>
          <p:spPr>
            <a:xfrm flipH="1" rot="10800000">
              <a:off x="-97224" y="2054444"/>
              <a:ext cx="8367499" cy="1836163"/>
            </a:xfrm>
            <a:custGeom>
              <a:rect b="b" l="l" r="r" t="t"/>
              <a:pathLst>
                <a:path extrusionOk="0" h="45884" w="209096">
                  <a:moveTo>
                    <a:pt x="173615" y="405"/>
                  </a:moveTo>
                  <a:cubicBezTo>
                    <a:pt x="176375" y="405"/>
                    <a:pt x="179213" y="507"/>
                    <a:pt x="182050" y="829"/>
                  </a:cubicBezTo>
                  <a:cubicBezTo>
                    <a:pt x="188207" y="1528"/>
                    <a:pt x="194615" y="3672"/>
                    <a:pt x="201642" y="7381"/>
                  </a:cubicBezTo>
                  <a:lnTo>
                    <a:pt x="202000" y="7570"/>
                  </a:lnTo>
                  <a:cubicBezTo>
                    <a:pt x="204160" y="8703"/>
                    <a:pt x="207122" y="10258"/>
                    <a:pt x="208209" y="13014"/>
                  </a:cubicBezTo>
                  <a:cubicBezTo>
                    <a:pt x="208659" y="14157"/>
                    <a:pt x="208681" y="15157"/>
                    <a:pt x="208272" y="15990"/>
                  </a:cubicBezTo>
                  <a:cubicBezTo>
                    <a:pt x="207624" y="17309"/>
                    <a:pt x="205989" y="18018"/>
                    <a:pt x="204732" y="18381"/>
                  </a:cubicBezTo>
                  <a:cubicBezTo>
                    <a:pt x="201461" y="19325"/>
                    <a:pt x="198006" y="19797"/>
                    <a:pt x="194392" y="19797"/>
                  </a:cubicBezTo>
                  <a:cubicBezTo>
                    <a:pt x="190821" y="19797"/>
                    <a:pt x="187096" y="19336"/>
                    <a:pt x="183241" y="18415"/>
                  </a:cubicBezTo>
                  <a:cubicBezTo>
                    <a:pt x="179114" y="17429"/>
                    <a:pt x="174866" y="16057"/>
                    <a:pt x="170611" y="14337"/>
                  </a:cubicBezTo>
                  <a:cubicBezTo>
                    <a:pt x="166998" y="12878"/>
                    <a:pt x="163261" y="11368"/>
                    <a:pt x="159428" y="10535"/>
                  </a:cubicBezTo>
                  <a:cubicBezTo>
                    <a:pt x="157531" y="10122"/>
                    <a:pt x="155742" y="9916"/>
                    <a:pt x="154034" y="9916"/>
                  </a:cubicBezTo>
                  <a:cubicBezTo>
                    <a:pt x="152450" y="9916"/>
                    <a:pt x="150935" y="10094"/>
                    <a:pt x="149470" y="10449"/>
                  </a:cubicBezTo>
                  <a:cubicBezTo>
                    <a:pt x="145504" y="11411"/>
                    <a:pt x="142070" y="13874"/>
                    <a:pt x="138895" y="16316"/>
                  </a:cubicBezTo>
                  <a:cubicBezTo>
                    <a:pt x="136054" y="18501"/>
                    <a:pt x="133233" y="20858"/>
                    <a:pt x="130505" y="23139"/>
                  </a:cubicBezTo>
                  <a:cubicBezTo>
                    <a:pt x="126905" y="26149"/>
                    <a:pt x="123181" y="29264"/>
                    <a:pt x="119366" y="32010"/>
                  </a:cubicBezTo>
                  <a:cubicBezTo>
                    <a:pt x="107458" y="40580"/>
                    <a:pt x="92880" y="45107"/>
                    <a:pt x="76028" y="45462"/>
                  </a:cubicBezTo>
                  <a:cubicBezTo>
                    <a:pt x="75424" y="45475"/>
                    <a:pt x="74822" y="45482"/>
                    <a:pt x="74224" y="45482"/>
                  </a:cubicBezTo>
                  <a:cubicBezTo>
                    <a:pt x="58269" y="45482"/>
                    <a:pt x="44689" y="40929"/>
                    <a:pt x="33828" y="31942"/>
                  </a:cubicBezTo>
                  <a:cubicBezTo>
                    <a:pt x="27187" y="26448"/>
                    <a:pt x="20603" y="21405"/>
                    <a:pt x="13056" y="20088"/>
                  </a:cubicBezTo>
                  <a:cubicBezTo>
                    <a:pt x="11967" y="19897"/>
                    <a:pt x="10865" y="19801"/>
                    <a:pt x="9746" y="19801"/>
                  </a:cubicBezTo>
                  <a:cubicBezTo>
                    <a:pt x="6781" y="19801"/>
                    <a:pt x="3696" y="20474"/>
                    <a:pt x="406" y="21833"/>
                  </a:cubicBezTo>
                  <a:lnTo>
                    <a:pt x="406" y="14358"/>
                  </a:lnTo>
                  <a:cubicBezTo>
                    <a:pt x="1109" y="14230"/>
                    <a:pt x="1864" y="14110"/>
                    <a:pt x="2702" y="13993"/>
                  </a:cubicBezTo>
                  <a:cubicBezTo>
                    <a:pt x="5594" y="13588"/>
                    <a:pt x="8552" y="13414"/>
                    <a:pt x="11411" y="13245"/>
                  </a:cubicBezTo>
                  <a:lnTo>
                    <a:pt x="12958" y="13152"/>
                  </a:lnTo>
                  <a:cubicBezTo>
                    <a:pt x="15818" y="12978"/>
                    <a:pt x="18953" y="12785"/>
                    <a:pt x="22145" y="12785"/>
                  </a:cubicBezTo>
                  <a:cubicBezTo>
                    <a:pt x="23389" y="12785"/>
                    <a:pt x="24641" y="12814"/>
                    <a:pt x="25889" y="12885"/>
                  </a:cubicBezTo>
                  <a:cubicBezTo>
                    <a:pt x="29786" y="13104"/>
                    <a:pt x="33808" y="14150"/>
                    <a:pt x="38546" y="16169"/>
                  </a:cubicBezTo>
                  <a:cubicBezTo>
                    <a:pt x="52883" y="22283"/>
                    <a:pt x="69842" y="28659"/>
                    <a:pt x="86902" y="29591"/>
                  </a:cubicBezTo>
                  <a:cubicBezTo>
                    <a:pt x="88135" y="29659"/>
                    <a:pt x="89353" y="29692"/>
                    <a:pt x="90554" y="29692"/>
                  </a:cubicBezTo>
                  <a:cubicBezTo>
                    <a:pt x="97955" y="29692"/>
                    <a:pt x="104738" y="28414"/>
                    <a:pt x="110758" y="25880"/>
                  </a:cubicBezTo>
                  <a:cubicBezTo>
                    <a:pt x="117187" y="23174"/>
                    <a:pt x="123174" y="18993"/>
                    <a:pt x="128962" y="14950"/>
                  </a:cubicBezTo>
                  <a:cubicBezTo>
                    <a:pt x="130301" y="14015"/>
                    <a:pt x="131684" y="13050"/>
                    <a:pt x="133052" y="12117"/>
                  </a:cubicBezTo>
                  <a:cubicBezTo>
                    <a:pt x="136569" y="9716"/>
                    <a:pt x="140379" y="7249"/>
                    <a:pt x="144384" y="5460"/>
                  </a:cubicBezTo>
                  <a:cubicBezTo>
                    <a:pt x="148006" y="3842"/>
                    <a:pt x="151905" y="2608"/>
                    <a:pt x="155970" y="1792"/>
                  </a:cubicBezTo>
                  <a:cubicBezTo>
                    <a:pt x="159701" y="1042"/>
                    <a:pt x="163680" y="640"/>
                    <a:pt x="168868" y="486"/>
                  </a:cubicBezTo>
                  <a:cubicBezTo>
                    <a:pt x="170413" y="440"/>
                    <a:pt x="172001" y="405"/>
                    <a:pt x="173615" y="405"/>
                  </a:cubicBezTo>
                  <a:close/>
                  <a:moveTo>
                    <a:pt x="173609" y="0"/>
                  </a:moveTo>
                  <a:cubicBezTo>
                    <a:pt x="171993" y="0"/>
                    <a:pt x="170405" y="35"/>
                    <a:pt x="168858" y="80"/>
                  </a:cubicBezTo>
                  <a:cubicBezTo>
                    <a:pt x="163644" y="234"/>
                    <a:pt x="159645" y="639"/>
                    <a:pt x="155891" y="1393"/>
                  </a:cubicBezTo>
                  <a:cubicBezTo>
                    <a:pt x="151795" y="2216"/>
                    <a:pt x="147870" y="3459"/>
                    <a:pt x="144219" y="5088"/>
                  </a:cubicBezTo>
                  <a:cubicBezTo>
                    <a:pt x="140186" y="6888"/>
                    <a:pt x="136359" y="9369"/>
                    <a:pt x="132824" y="11781"/>
                  </a:cubicBezTo>
                  <a:cubicBezTo>
                    <a:pt x="131454" y="12715"/>
                    <a:pt x="130070" y="13683"/>
                    <a:pt x="128732" y="14617"/>
                  </a:cubicBezTo>
                  <a:cubicBezTo>
                    <a:pt x="122961" y="18648"/>
                    <a:pt x="116993" y="22817"/>
                    <a:pt x="110602" y="25506"/>
                  </a:cubicBezTo>
                  <a:cubicBezTo>
                    <a:pt x="104631" y="28019"/>
                    <a:pt x="97899" y="29287"/>
                    <a:pt x="90554" y="29287"/>
                  </a:cubicBezTo>
                  <a:cubicBezTo>
                    <a:pt x="89360" y="29287"/>
                    <a:pt x="88149" y="29254"/>
                    <a:pt x="86923" y="29187"/>
                  </a:cubicBezTo>
                  <a:cubicBezTo>
                    <a:pt x="69926" y="28261"/>
                    <a:pt x="53010" y="21898"/>
                    <a:pt x="38703" y="15797"/>
                  </a:cubicBezTo>
                  <a:cubicBezTo>
                    <a:pt x="33922" y="13758"/>
                    <a:pt x="29857" y="12704"/>
                    <a:pt x="25911" y="12481"/>
                  </a:cubicBezTo>
                  <a:cubicBezTo>
                    <a:pt x="24653" y="12410"/>
                    <a:pt x="23392" y="12381"/>
                    <a:pt x="22140" y="12381"/>
                  </a:cubicBezTo>
                  <a:cubicBezTo>
                    <a:pt x="18938" y="12381"/>
                    <a:pt x="15797" y="12572"/>
                    <a:pt x="12931" y="12748"/>
                  </a:cubicBezTo>
                  <a:lnTo>
                    <a:pt x="11384" y="12841"/>
                  </a:lnTo>
                  <a:cubicBezTo>
                    <a:pt x="8518" y="13010"/>
                    <a:pt x="5551" y="13184"/>
                    <a:pt x="2644" y="13591"/>
                  </a:cubicBezTo>
                  <a:cubicBezTo>
                    <a:pt x="1731" y="13718"/>
                    <a:pt x="921" y="13848"/>
                    <a:pt x="165" y="13990"/>
                  </a:cubicBezTo>
                  <a:lnTo>
                    <a:pt x="0" y="14020"/>
                  </a:lnTo>
                  <a:lnTo>
                    <a:pt x="0" y="22434"/>
                  </a:lnTo>
                  <a:lnTo>
                    <a:pt x="280" y="22317"/>
                  </a:lnTo>
                  <a:cubicBezTo>
                    <a:pt x="3624" y="20902"/>
                    <a:pt x="6748" y="20202"/>
                    <a:pt x="9745" y="20202"/>
                  </a:cubicBezTo>
                  <a:cubicBezTo>
                    <a:pt x="10841" y="20202"/>
                    <a:pt x="11920" y="20296"/>
                    <a:pt x="12987" y="20482"/>
                  </a:cubicBezTo>
                  <a:cubicBezTo>
                    <a:pt x="20436" y="21784"/>
                    <a:pt x="26975" y="26792"/>
                    <a:pt x="33571" y="32250"/>
                  </a:cubicBezTo>
                  <a:cubicBezTo>
                    <a:pt x="44508" y="41302"/>
                    <a:pt x="58178" y="45884"/>
                    <a:pt x="74230" y="45884"/>
                  </a:cubicBezTo>
                  <a:cubicBezTo>
                    <a:pt x="74828" y="45884"/>
                    <a:pt x="75434" y="45878"/>
                    <a:pt x="76041" y="45864"/>
                  </a:cubicBezTo>
                  <a:cubicBezTo>
                    <a:pt x="92973" y="45507"/>
                    <a:pt x="107630" y="40953"/>
                    <a:pt x="119603" y="32334"/>
                  </a:cubicBezTo>
                  <a:cubicBezTo>
                    <a:pt x="123430" y="29580"/>
                    <a:pt x="127160" y="26462"/>
                    <a:pt x="130767" y="23446"/>
                  </a:cubicBezTo>
                  <a:cubicBezTo>
                    <a:pt x="133490" y="21168"/>
                    <a:pt x="136306" y="18812"/>
                    <a:pt x="139143" y="16633"/>
                  </a:cubicBezTo>
                  <a:cubicBezTo>
                    <a:pt x="142286" y="14218"/>
                    <a:pt x="145678" y="11782"/>
                    <a:pt x="149569" y="10839"/>
                  </a:cubicBezTo>
                  <a:cubicBezTo>
                    <a:pt x="151002" y="10492"/>
                    <a:pt x="152486" y="10318"/>
                    <a:pt x="154040" y="10318"/>
                  </a:cubicBezTo>
                  <a:cubicBezTo>
                    <a:pt x="155718" y="10318"/>
                    <a:pt x="157477" y="10521"/>
                    <a:pt x="159345" y="10926"/>
                  </a:cubicBezTo>
                  <a:cubicBezTo>
                    <a:pt x="163146" y="11754"/>
                    <a:pt x="166866" y="13255"/>
                    <a:pt x="170463" y="14710"/>
                  </a:cubicBezTo>
                  <a:cubicBezTo>
                    <a:pt x="174735" y="16434"/>
                    <a:pt x="179004" y="17813"/>
                    <a:pt x="183149" y="18805"/>
                  </a:cubicBezTo>
                  <a:cubicBezTo>
                    <a:pt x="187035" y="19734"/>
                    <a:pt x="190791" y="20198"/>
                    <a:pt x="194393" y="20198"/>
                  </a:cubicBezTo>
                  <a:cubicBezTo>
                    <a:pt x="198045" y="20198"/>
                    <a:pt x="201538" y="19721"/>
                    <a:pt x="204846" y="18766"/>
                  </a:cubicBezTo>
                  <a:cubicBezTo>
                    <a:pt x="206788" y="18205"/>
                    <a:pt x="208062" y="17332"/>
                    <a:pt x="208634" y="16167"/>
                  </a:cubicBezTo>
                  <a:cubicBezTo>
                    <a:pt x="209095" y="15229"/>
                    <a:pt x="209080" y="14117"/>
                    <a:pt x="208584" y="12865"/>
                  </a:cubicBezTo>
                  <a:cubicBezTo>
                    <a:pt x="207441" y="9969"/>
                    <a:pt x="204404" y="8376"/>
                    <a:pt x="202188" y="7211"/>
                  </a:cubicBezTo>
                  <a:lnTo>
                    <a:pt x="201831" y="7024"/>
                  </a:lnTo>
                  <a:cubicBezTo>
                    <a:pt x="194760" y="3289"/>
                    <a:pt x="188306" y="1132"/>
                    <a:pt x="182098" y="427"/>
                  </a:cubicBezTo>
                  <a:cubicBezTo>
                    <a:pt x="179239" y="102"/>
                    <a:pt x="176384" y="0"/>
                    <a:pt x="17360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14"/>
            <p:cNvSpPr/>
            <p:nvPr/>
          </p:nvSpPr>
          <p:spPr>
            <a:xfrm flipH="1" rot="10800000">
              <a:off x="-97184" y="2454484"/>
              <a:ext cx="807313" cy="330705"/>
            </a:xfrm>
            <a:custGeom>
              <a:rect b="b" l="l" r="r" t="t"/>
              <a:pathLst>
                <a:path extrusionOk="0" h="8264" w="20174">
                  <a:moveTo>
                    <a:pt x="10888" y="404"/>
                  </a:moveTo>
                  <a:cubicBezTo>
                    <a:pt x="11749" y="404"/>
                    <a:pt x="12597" y="461"/>
                    <a:pt x="13422" y="602"/>
                  </a:cubicBezTo>
                  <a:cubicBezTo>
                    <a:pt x="15472" y="954"/>
                    <a:pt x="17153" y="1897"/>
                    <a:pt x="18413" y="3404"/>
                  </a:cubicBezTo>
                  <a:cubicBezTo>
                    <a:pt x="19054" y="4170"/>
                    <a:pt x="19787" y="5267"/>
                    <a:pt x="19634" y="6147"/>
                  </a:cubicBezTo>
                  <a:cubicBezTo>
                    <a:pt x="19567" y="6546"/>
                    <a:pt x="19324" y="6863"/>
                    <a:pt x="18894" y="7118"/>
                  </a:cubicBezTo>
                  <a:cubicBezTo>
                    <a:pt x="17704" y="7820"/>
                    <a:pt x="16206" y="7861"/>
                    <a:pt x="14950" y="7861"/>
                  </a:cubicBezTo>
                  <a:cubicBezTo>
                    <a:pt x="14860" y="7861"/>
                    <a:pt x="14771" y="7861"/>
                    <a:pt x="14684" y="7861"/>
                  </a:cubicBezTo>
                  <a:cubicBezTo>
                    <a:pt x="13289" y="7856"/>
                    <a:pt x="11866" y="7753"/>
                    <a:pt x="10488" y="7653"/>
                  </a:cubicBezTo>
                  <a:cubicBezTo>
                    <a:pt x="9887" y="7608"/>
                    <a:pt x="9287" y="7565"/>
                    <a:pt x="8687" y="7529"/>
                  </a:cubicBezTo>
                  <a:cubicBezTo>
                    <a:pt x="5827" y="7359"/>
                    <a:pt x="3245" y="7206"/>
                    <a:pt x="649" y="7206"/>
                  </a:cubicBezTo>
                  <a:cubicBezTo>
                    <a:pt x="568" y="7206"/>
                    <a:pt x="486" y="7206"/>
                    <a:pt x="405" y="7206"/>
                  </a:cubicBezTo>
                  <a:lnTo>
                    <a:pt x="405" y="1428"/>
                  </a:lnTo>
                  <a:cubicBezTo>
                    <a:pt x="2017" y="1368"/>
                    <a:pt x="3674" y="1139"/>
                    <a:pt x="5280" y="919"/>
                  </a:cubicBezTo>
                  <a:cubicBezTo>
                    <a:pt x="7141" y="665"/>
                    <a:pt x="9044" y="404"/>
                    <a:pt x="10888" y="404"/>
                  </a:cubicBezTo>
                  <a:close/>
                  <a:moveTo>
                    <a:pt x="10888" y="1"/>
                  </a:moveTo>
                  <a:cubicBezTo>
                    <a:pt x="9018" y="1"/>
                    <a:pt x="7099" y="265"/>
                    <a:pt x="5223" y="522"/>
                  </a:cubicBezTo>
                  <a:cubicBezTo>
                    <a:pt x="3564" y="751"/>
                    <a:pt x="1848" y="984"/>
                    <a:pt x="195" y="1034"/>
                  </a:cubicBezTo>
                  <a:lnTo>
                    <a:pt x="1" y="1039"/>
                  </a:lnTo>
                  <a:lnTo>
                    <a:pt x="1" y="7612"/>
                  </a:lnTo>
                  <a:lnTo>
                    <a:pt x="202" y="7612"/>
                  </a:lnTo>
                  <a:cubicBezTo>
                    <a:pt x="266" y="7612"/>
                    <a:pt x="330" y="7612"/>
                    <a:pt x="393" y="7612"/>
                  </a:cubicBezTo>
                  <a:cubicBezTo>
                    <a:pt x="3056" y="7612"/>
                    <a:pt x="5717" y="7756"/>
                    <a:pt x="8664" y="7932"/>
                  </a:cubicBezTo>
                  <a:cubicBezTo>
                    <a:pt x="9261" y="7968"/>
                    <a:pt x="9860" y="8012"/>
                    <a:pt x="10460" y="8055"/>
                  </a:cubicBezTo>
                  <a:cubicBezTo>
                    <a:pt x="11844" y="8155"/>
                    <a:pt x="13275" y="8259"/>
                    <a:pt x="14682" y="8264"/>
                  </a:cubicBezTo>
                  <a:lnTo>
                    <a:pt x="14998" y="8264"/>
                  </a:lnTo>
                  <a:cubicBezTo>
                    <a:pt x="16295" y="8264"/>
                    <a:pt x="17831" y="8211"/>
                    <a:pt x="19096" y="7463"/>
                  </a:cubicBezTo>
                  <a:cubicBezTo>
                    <a:pt x="19626" y="7152"/>
                    <a:pt x="19940" y="6730"/>
                    <a:pt x="20030" y="6216"/>
                  </a:cubicBezTo>
                  <a:cubicBezTo>
                    <a:pt x="20173" y="5387"/>
                    <a:pt x="19732" y="4354"/>
                    <a:pt x="18720" y="3145"/>
                  </a:cubicBezTo>
                  <a:cubicBezTo>
                    <a:pt x="17395" y="1562"/>
                    <a:pt x="15637" y="574"/>
                    <a:pt x="13488" y="205"/>
                  </a:cubicBezTo>
                  <a:cubicBezTo>
                    <a:pt x="12639" y="59"/>
                    <a:pt x="11769" y="1"/>
                    <a:pt x="108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14"/>
            <p:cNvSpPr/>
            <p:nvPr/>
          </p:nvSpPr>
          <p:spPr>
            <a:xfrm flipH="1" rot="10800000">
              <a:off x="-97104" y="1094974"/>
              <a:ext cx="9377861" cy="2035410"/>
            </a:xfrm>
            <a:custGeom>
              <a:rect b="b" l="l" r="r" t="t"/>
              <a:pathLst>
                <a:path extrusionOk="0" h="50863" w="234344">
                  <a:moveTo>
                    <a:pt x="233940" y="621"/>
                  </a:moveTo>
                  <a:lnTo>
                    <a:pt x="233940" y="12077"/>
                  </a:lnTo>
                  <a:cubicBezTo>
                    <a:pt x="232371" y="13846"/>
                    <a:pt x="230619" y="15358"/>
                    <a:pt x="228734" y="16565"/>
                  </a:cubicBezTo>
                  <a:cubicBezTo>
                    <a:pt x="224484" y="19289"/>
                    <a:pt x="219376" y="20857"/>
                    <a:pt x="213122" y="21360"/>
                  </a:cubicBezTo>
                  <a:cubicBezTo>
                    <a:pt x="211653" y="21479"/>
                    <a:pt x="210146" y="21539"/>
                    <a:pt x="208580" y="21539"/>
                  </a:cubicBezTo>
                  <a:cubicBezTo>
                    <a:pt x="205000" y="21539"/>
                    <a:pt x="201109" y="21226"/>
                    <a:pt x="196647" y="20590"/>
                  </a:cubicBezTo>
                  <a:lnTo>
                    <a:pt x="196529" y="20574"/>
                  </a:lnTo>
                  <a:cubicBezTo>
                    <a:pt x="194477" y="20283"/>
                    <a:pt x="192356" y="19981"/>
                    <a:pt x="190306" y="19457"/>
                  </a:cubicBezTo>
                  <a:cubicBezTo>
                    <a:pt x="188131" y="18901"/>
                    <a:pt x="186302" y="18457"/>
                    <a:pt x="184446" y="18095"/>
                  </a:cubicBezTo>
                  <a:cubicBezTo>
                    <a:pt x="182413" y="17700"/>
                    <a:pt x="180221" y="17338"/>
                    <a:pt x="178016" y="17338"/>
                  </a:cubicBezTo>
                  <a:cubicBezTo>
                    <a:pt x="177942" y="17338"/>
                    <a:pt x="177867" y="17339"/>
                    <a:pt x="177792" y="17340"/>
                  </a:cubicBezTo>
                  <a:cubicBezTo>
                    <a:pt x="176496" y="17354"/>
                    <a:pt x="174542" y="17378"/>
                    <a:pt x="173323" y="18637"/>
                  </a:cubicBezTo>
                  <a:cubicBezTo>
                    <a:pt x="172261" y="19733"/>
                    <a:pt x="172397" y="21555"/>
                    <a:pt x="173080" y="22788"/>
                  </a:cubicBezTo>
                  <a:cubicBezTo>
                    <a:pt x="174004" y="24459"/>
                    <a:pt x="175665" y="25395"/>
                    <a:pt x="177319" y="26158"/>
                  </a:cubicBezTo>
                  <a:cubicBezTo>
                    <a:pt x="180088" y="27433"/>
                    <a:pt x="183032" y="28076"/>
                    <a:pt x="185878" y="28699"/>
                  </a:cubicBezTo>
                  <a:cubicBezTo>
                    <a:pt x="186544" y="28844"/>
                    <a:pt x="187205" y="28990"/>
                    <a:pt x="187866" y="29142"/>
                  </a:cubicBezTo>
                  <a:cubicBezTo>
                    <a:pt x="191326" y="29942"/>
                    <a:pt x="194903" y="30405"/>
                    <a:pt x="198362" y="30852"/>
                  </a:cubicBezTo>
                  <a:lnTo>
                    <a:pt x="199879" y="31048"/>
                  </a:lnTo>
                  <a:cubicBezTo>
                    <a:pt x="203501" y="31524"/>
                    <a:pt x="207493" y="31975"/>
                    <a:pt x="212443" y="32469"/>
                  </a:cubicBezTo>
                  <a:cubicBezTo>
                    <a:pt x="216296" y="32854"/>
                    <a:pt x="220110" y="33192"/>
                    <a:pt x="223683" y="33505"/>
                  </a:cubicBezTo>
                  <a:cubicBezTo>
                    <a:pt x="226437" y="33747"/>
                    <a:pt x="229366" y="34040"/>
                    <a:pt x="232268" y="34727"/>
                  </a:cubicBezTo>
                  <a:cubicBezTo>
                    <a:pt x="232812" y="34856"/>
                    <a:pt x="233374" y="35011"/>
                    <a:pt x="233940" y="35186"/>
                  </a:cubicBezTo>
                  <a:lnTo>
                    <a:pt x="233940" y="50330"/>
                  </a:lnTo>
                  <a:cubicBezTo>
                    <a:pt x="227593" y="48509"/>
                    <a:pt x="220754" y="46238"/>
                    <a:pt x="213042" y="43386"/>
                  </a:cubicBezTo>
                  <a:cubicBezTo>
                    <a:pt x="208088" y="41555"/>
                    <a:pt x="202988" y="39512"/>
                    <a:pt x="197884" y="37317"/>
                  </a:cubicBezTo>
                  <a:cubicBezTo>
                    <a:pt x="195613" y="36339"/>
                    <a:pt x="193318" y="35281"/>
                    <a:pt x="191099" y="34257"/>
                  </a:cubicBezTo>
                  <a:cubicBezTo>
                    <a:pt x="188401" y="33014"/>
                    <a:pt x="185611" y="31726"/>
                    <a:pt x="182833" y="30573"/>
                  </a:cubicBezTo>
                  <a:cubicBezTo>
                    <a:pt x="172649" y="26340"/>
                    <a:pt x="162754" y="24195"/>
                    <a:pt x="153409" y="24195"/>
                  </a:cubicBezTo>
                  <a:cubicBezTo>
                    <a:pt x="153178" y="24195"/>
                    <a:pt x="152948" y="24197"/>
                    <a:pt x="152719" y="24198"/>
                  </a:cubicBezTo>
                  <a:cubicBezTo>
                    <a:pt x="142080" y="24319"/>
                    <a:pt x="132064" y="27884"/>
                    <a:pt x="122824" y="31721"/>
                  </a:cubicBezTo>
                  <a:cubicBezTo>
                    <a:pt x="112729" y="35913"/>
                    <a:pt x="102805" y="39822"/>
                    <a:pt x="92400" y="41608"/>
                  </a:cubicBezTo>
                  <a:cubicBezTo>
                    <a:pt x="82867" y="43244"/>
                    <a:pt x="72721" y="44299"/>
                    <a:pt x="61383" y="44830"/>
                  </a:cubicBezTo>
                  <a:cubicBezTo>
                    <a:pt x="58519" y="44965"/>
                    <a:pt x="55783" y="45032"/>
                    <a:pt x="53152" y="45032"/>
                  </a:cubicBezTo>
                  <a:cubicBezTo>
                    <a:pt x="45012" y="45032"/>
                    <a:pt x="37887" y="44383"/>
                    <a:pt x="31169" y="43050"/>
                  </a:cubicBezTo>
                  <a:cubicBezTo>
                    <a:pt x="24718" y="41770"/>
                    <a:pt x="18066" y="39641"/>
                    <a:pt x="11397" y="36720"/>
                  </a:cubicBezTo>
                  <a:cubicBezTo>
                    <a:pt x="7680" y="35093"/>
                    <a:pt x="3780" y="33224"/>
                    <a:pt x="405" y="30582"/>
                  </a:cubicBezTo>
                  <a:lnTo>
                    <a:pt x="405" y="21725"/>
                  </a:lnTo>
                  <a:cubicBezTo>
                    <a:pt x="5173" y="23118"/>
                    <a:pt x="10001" y="24631"/>
                    <a:pt x="14673" y="26094"/>
                  </a:cubicBezTo>
                  <a:cubicBezTo>
                    <a:pt x="18472" y="27283"/>
                    <a:pt x="22397" y="28512"/>
                    <a:pt x="26269" y="29670"/>
                  </a:cubicBezTo>
                  <a:cubicBezTo>
                    <a:pt x="42759" y="34607"/>
                    <a:pt x="58954" y="38982"/>
                    <a:pt x="74991" y="38982"/>
                  </a:cubicBezTo>
                  <a:cubicBezTo>
                    <a:pt x="78823" y="38982"/>
                    <a:pt x="82649" y="38732"/>
                    <a:pt x="86466" y="38179"/>
                  </a:cubicBezTo>
                  <a:cubicBezTo>
                    <a:pt x="95509" y="36872"/>
                    <a:pt x="104228" y="33938"/>
                    <a:pt x="112383" y="29455"/>
                  </a:cubicBezTo>
                  <a:cubicBezTo>
                    <a:pt x="116730" y="27066"/>
                    <a:pt x="120985" y="24195"/>
                    <a:pt x="125029" y="20922"/>
                  </a:cubicBezTo>
                  <a:cubicBezTo>
                    <a:pt x="126767" y="19511"/>
                    <a:pt x="128488" y="17994"/>
                    <a:pt x="130152" y="16524"/>
                  </a:cubicBezTo>
                  <a:cubicBezTo>
                    <a:pt x="131788" y="15078"/>
                    <a:pt x="133483" y="13582"/>
                    <a:pt x="135190" y="12196"/>
                  </a:cubicBezTo>
                  <a:cubicBezTo>
                    <a:pt x="137654" y="10200"/>
                    <a:pt x="140969" y="7788"/>
                    <a:pt x="144768" y="6873"/>
                  </a:cubicBezTo>
                  <a:cubicBezTo>
                    <a:pt x="145990" y="6580"/>
                    <a:pt x="147258" y="6432"/>
                    <a:pt x="148594" y="6432"/>
                  </a:cubicBezTo>
                  <a:cubicBezTo>
                    <a:pt x="151134" y="6432"/>
                    <a:pt x="153922" y="6966"/>
                    <a:pt x="157120" y="8052"/>
                  </a:cubicBezTo>
                  <a:cubicBezTo>
                    <a:pt x="165254" y="10813"/>
                    <a:pt x="174727" y="13878"/>
                    <a:pt x="184226" y="15304"/>
                  </a:cubicBezTo>
                  <a:cubicBezTo>
                    <a:pt x="187914" y="15858"/>
                    <a:pt x="191419" y="16136"/>
                    <a:pt x="194766" y="16136"/>
                  </a:cubicBezTo>
                  <a:cubicBezTo>
                    <a:pt x="200932" y="16136"/>
                    <a:pt x="206557" y="15192"/>
                    <a:pt x="211781" y="13295"/>
                  </a:cubicBezTo>
                  <a:cubicBezTo>
                    <a:pt x="216509" y="11579"/>
                    <a:pt x="220789" y="8892"/>
                    <a:pt x="224351" y="6492"/>
                  </a:cubicBezTo>
                  <a:cubicBezTo>
                    <a:pt x="224766" y="6212"/>
                    <a:pt x="225182" y="5928"/>
                    <a:pt x="225598" y="5645"/>
                  </a:cubicBezTo>
                  <a:cubicBezTo>
                    <a:pt x="228277" y="3826"/>
                    <a:pt x="231045" y="1944"/>
                    <a:pt x="233940" y="621"/>
                  </a:cubicBezTo>
                  <a:close/>
                  <a:moveTo>
                    <a:pt x="234344" y="1"/>
                  </a:moveTo>
                  <a:lnTo>
                    <a:pt x="234062" y="127"/>
                  </a:lnTo>
                  <a:cubicBezTo>
                    <a:pt x="231032" y="1470"/>
                    <a:pt x="228156" y="3423"/>
                    <a:pt x="225375" y="5313"/>
                  </a:cubicBezTo>
                  <a:cubicBezTo>
                    <a:pt x="224959" y="5595"/>
                    <a:pt x="224545" y="5878"/>
                    <a:pt x="224128" y="6158"/>
                  </a:cubicBezTo>
                  <a:cubicBezTo>
                    <a:pt x="220589" y="8544"/>
                    <a:pt x="216336" y="11214"/>
                    <a:pt x="211647" y="12916"/>
                  </a:cubicBezTo>
                  <a:cubicBezTo>
                    <a:pt x="206466" y="14796"/>
                    <a:pt x="200885" y="15732"/>
                    <a:pt x="194765" y="15732"/>
                  </a:cubicBezTo>
                  <a:cubicBezTo>
                    <a:pt x="191440" y="15732"/>
                    <a:pt x="187955" y="15456"/>
                    <a:pt x="184289" y="14905"/>
                  </a:cubicBezTo>
                  <a:cubicBezTo>
                    <a:pt x="174822" y="13485"/>
                    <a:pt x="165370" y="10424"/>
                    <a:pt x="157251" y="7671"/>
                  </a:cubicBezTo>
                  <a:cubicBezTo>
                    <a:pt x="154011" y="6571"/>
                    <a:pt x="151182" y="6028"/>
                    <a:pt x="148600" y="6028"/>
                  </a:cubicBezTo>
                  <a:cubicBezTo>
                    <a:pt x="147230" y="6028"/>
                    <a:pt x="145930" y="6181"/>
                    <a:pt x="144675" y="6483"/>
                  </a:cubicBezTo>
                  <a:cubicBezTo>
                    <a:pt x="140797" y="7416"/>
                    <a:pt x="137434" y="9860"/>
                    <a:pt x="134939" y="11886"/>
                  </a:cubicBezTo>
                  <a:cubicBezTo>
                    <a:pt x="133224" y="13277"/>
                    <a:pt x="131528" y="14775"/>
                    <a:pt x="129887" y="16224"/>
                  </a:cubicBezTo>
                  <a:cubicBezTo>
                    <a:pt x="128225" y="17690"/>
                    <a:pt x="126509" y="19207"/>
                    <a:pt x="124774" y="20610"/>
                  </a:cubicBezTo>
                  <a:cubicBezTo>
                    <a:pt x="120749" y="23869"/>
                    <a:pt x="116514" y="26727"/>
                    <a:pt x="112189" y="29105"/>
                  </a:cubicBezTo>
                  <a:cubicBezTo>
                    <a:pt x="104076" y="33564"/>
                    <a:pt x="95402" y="36484"/>
                    <a:pt x="86407" y="37785"/>
                  </a:cubicBezTo>
                  <a:cubicBezTo>
                    <a:pt x="82611" y="38334"/>
                    <a:pt x="78806" y="38583"/>
                    <a:pt x="74991" y="38583"/>
                  </a:cubicBezTo>
                  <a:cubicBezTo>
                    <a:pt x="59005" y="38583"/>
                    <a:pt x="42843" y="34216"/>
                    <a:pt x="26384" y="29289"/>
                  </a:cubicBezTo>
                  <a:cubicBezTo>
                    <a:pt x="22516" y="28130"/>
                    <a:pt x="18589" y="26901"/>
                    <a:pt x="14793" y="25711"/>
                  </a:cubicBezTo>
                  <a:cubicBezTo>
                    <a:pt x="10035" y="24222"/>
                    <a:pt x="5116" y="22681"/>
                    <a:pt x="257" y="21265"/>
                  </a:cubicBezTo>
                  <a:lnTo>
                    <a:pt x="0" y="21189"/>
                  </a:lnTo>
                  <a:lnTo>
                    <a:pt x="0" y="30778"/>
                  </a:lnTo>
                  <a:lnTo>
                    <a:pt x="77" y="30839"/>
                  </a:lnTo>
                  <a:cubicBezTo>
                    <a:pt x="3505" y="33541"/>
                    <a:pt x="7466" y="35440"/>
                    <a:pt x="11235" y="37090"/>
                  </a:cubicBezTo>
                  <a:cubicBezTo>
                    <a:pt x="17931" y="40022"/>
                    <a:pt x="24610" y="42161"/>
                    <a:pt x="31090" y="43447"/>
                  </a:cubicBezTo>
                  <a:cubicBezTo>
                    <a:pt x="37834" y="44786"/>
                    <a:pt x="44983" y="45437"/>
                    <a:pt x="53148" y="45437"/>
                  </a:cubicBezTo>
                  <a:cubicBezTo>
                    <a:pt x="55786" y="45437"/>
                    <a:pt x="58530" y="45369"/>
                    <a:pt x="61401" y="45235"/>
                  </a:cubicBezTo>
                  <a:cubicBezTo>
                    <a:pt x="72756" y="44700"/>
                    <a:pt x="82917" y="43644"/>
                    <a:pt x="92467" y="42007"/>
                  </a:cubicBezTo>
                  <a:cubicBezTo>
                    <a:pt x="102913" y="40214"/>
                    <a:pt x="112861" y="36296"/>
                    <a:pt x="122978" y="32095"/>
                  </a:cubicBezTo>
                  <a:cubicBezTo>
                    <a:pt x="132181" y="28274"/>
                    <a:pt x="142153" y="24722"/>
                    <a:pt x="152725" y="24602"/>
                  </a:cubicBezTo>
                  <a:cubicBezTo>
                    <a:pt x="152952" y="24600"/>
                    <a:pt x="153179" y="24598"/>
                    <a:pt x="153407" y="24598"/>
                  </a:cubicBezTo>
                  <a:cubicBezTo>
                    <a:pt x="162694" y="24598"/>
                    <a:pt x="172541" y="26730"/>
                    <a:pt x="182679" y="30945"/>
                  </a:cubicBezTo>
                  <a:cubicBezTo>
                    <a:pt x="185447" y="32095"/>
                    <a:pt x="188234" y="33381"/>
                    <a:pt x="190930" y="34624"/>
                  </a:cubicBezTo>
                  <a:cubicBezTo>
                    <a:pt x="193152" y="35649"/>
                    <a:pt x="195448" y="36707"/>
                    <a:pt x="197726" y="37686"/>
                  </a:cubicBezTo>
                  <a:cubicBezTo>
                    <a:pt x="202837" y="39885"/>
                    <a:pt x="207942" y="41928"/>
                    <a:pt x="212901" y="43763"/>
                  </a:cubicBezTo>
                  <a:cubicBezTo>
                    <a:pt x="220729" y="46656"/>
                    <a:pt x="227658" y="48955"/>
                    <a:pt x="234085" y="50788"/>
                  </a:cubicBezTo>
                  <a:lnTo>
                    <a:pt x="234341" y="50863"/>
                  </a:lnTo>
                  <a:lnTo>
                    <a:pt x="234344" y="50863"/>
                  </a:lnTo>
                  <a:lnTo>
                    <a:pt x="234344" y="34896"/>
                  </a:lnTo>
                  <a:lnTo>
                    <a:pt x="234204" y="34850"/>
                  </a:lnTo>
                  <a:cubicBezTo>
                    <a:pt x="233582" y="34654"/>
                    <a:pt x="232962" y="34481"/>
                    <a:pt x="232362" y="34340"/>
                  </a:cubicBezTo>
                  <a:cubicBezTo>
                    <a:pt x="229433" y="33647"/>
                    <a:pt x="226488" y="33352"/>
                    <a:pt x="223721" y="33110"/>
                  </a:cubicBezTo>
                  <a:cubicBezTo>
                    <a:pt x="220148" y="32797"/>
                    <a:pt x="216338" y="32457"/>
                    <a:pt x="212486" y="32074"/>
                  </a:cubicBezTo>
                  <a:cubicBezTo>
                    <a:pt x="207542" y="31581"/>
                    <a:pt x="203553" y="31128"/>
                    <a:pt x="199935" y="30653"/>
                  </a:cubicBezTo>
                  <a:lnTo>
                    <a:pt x="198416" y="30455"/>
                  </a:lnTo>
                  <a:cubicBezTo>
                    <a:pt x="194968" y="30009"/>
                    <a:pt x="191400" y="29547"/>
                    <a:pt x="187960" y="28753"/>
                  </a:cubicBezTo>
                  <a:cubicBezTo>
                    <a:pt x="187298" y="28602"/>
                    <a:pt x="186634" y="28454"/>
                    <a:pt x="185969" y="28310"/>
                  </a:cubicBezTo>
                  <a:cubicBezTo>
                    <a:pt x="183145" y="27690"/>
                    <a:pt x="180223" y="27051"/>
                    <a:pt x="177494" y="25795"/>
                  </a:cubicBezTo>
                  <a:cubicBezTo>
                    <a:pt x="176009" y="25111"/>
                    <a:pt x="174350" y="24245"/>
                    <a:pt x="173437" y="22596"/>
                  </a:cubicBezTo>
                  <a:cubicBezTo>
                    <a:pt x="172829" y="21493"/>
                    <a:pt x="172693" y="19876"/>
                    <a:pt x="173617" y="18921"/>
                  </a:cubicBezTo>
                  <a:cubicBezTo>
                    <a:pt x="174717" y="17783"/>
                    <a:pt x="176574" y="17760"/>
                    <a:pt x="177801" y="17745"/>
                  </a:cubicBezTo>
                  <a:cubicBezTo>
                    <a:pt x="177883" y="17744"/>
                    <a:pt x="177965" y="17744"/>
                    <a:pt x="178047" y="17744"/>
                  </a:cubicBezTo>
                  <a:cubicBezTo>
                    <a:pt x="180223" y="17744"/>
                    <a:pt x="182367" y="18103"/>
                    <a:pt x="184375" y="18494"/>
                  </a:cubicBezTo>
                  <a:cubicBezTo>
                    <a:pt x="186221" y="18853"/>
                    <a:pt x="188043" y="19296"/>
                    <a:pt x="190212" y="19850"/>
                  </a:cubicBezTo>
                  <a:cubicBezTo>
                    <a:pt x="192283" y="20380"/>
                    <a:pt x="194415" y="20683"/>
                    <a:pt x="196477" y="20976"/>
                  </a:cubicBezTo>
                  <a:lnTo>
                    <a:pt x="196594" y="20993"/>
                  </a:lnTo>
                  <a:cubicBezTo>
                    <a:pt x="201071" y="21630"/>
                    <a:pt x="204978" y="21943"/>
                    <a:pt x="208576" y="21943"/>
                  </a:cubicBezTo>
                  <a:cubicBezTo>
                    <a:pt x="210156" y="21943"/>
                    <a:pt x="211676" y="21883"/>
                    <a:pt x="213159" y="21763"/>
                  </a:cubicBezTo>
                  <a:cubicBezTo>
                    <a:pt x="219481" y="21255"/>
                    <a:pt x="224648" y="19666"/>
                    <a:pt x="228956" y="16905"/>
                  </a:cubicBezTo>
                  <a:cubicBezTo>
                    <a:pt x="230892" y="15665"/>
                    <a:pt x="232689" y="14110"/>
                    <a:pt x="234294" y="12287"/>
                  </a:cubicBezTo>
                  <a:lnTo>
                    <a:pt x="234344" y="12230"/>
                  </a:lnTo>
                  <a:lnTo>
                    <a:pt x="2343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14"/>
            <p:cNvSpPr/>
            <p:nvPr/>
          </p:nvSpPr>
          <p:spPr>
            <a:xfrm flipH="1" rot="10800000">
              <a:off x="-97264" y="678532"/>
              <a:ext cx="5171942" cy="1031731"/>
            </a:xfrm>
            <a:custGeom>
              <a:rect b="b" l="l" r="r" t="t"/>
              <a:pathLst>
                <a:path extrusionOk="0" h="25782" w="129242">
                  <a:moveTo>
                    <a:pt x="125667" y="404"/>
                  </a:moveTo>
                  <a:cubicBezTo>
                    <a:pt x="125949" y="404"/>
                    <a:pt x="126232" y="415"/>
                    <a:pt x="126514" y="437"/>
                  </a:cubicBezTo>
                  <a:cubicBezTo>
                    <a:pt x="127419" y="510"/>
                    <a:pt x="128375" y="690"/>
                    <a:pt x="128733" y="1442"/>
                  </a:cubicBezTo>
                  <a:cubicBezTo>
                    <a:pt x="127667" y="1898"/>
                    <a:pt x="126604" y="2366"/>
                    <a:pt x="125540" y="2833"/>
                  </a:cubicBezTo>
                  <a:cubicBezTo>
                    <a:pt x="121951" y="4414"/>
                    <a:pt x="118237" y="6047"/>
                    <a:pt x="114473" y="7141"/>
                  </a:cubicBezTo>
                  <a:cubicBezTo>
                    <a:pt x="113881" y="7314"/>
                    <a:pt x="113286" y="7483"/>
                    <a:pt x="112693" y="7649"/>
                  </a:cubicBezTo>
                  <a:cubicBezTo>
                    <a:pt x="110914" y="8149"/>
                    <a:pt x="109073" y="8666"/>
                    <a:pt x="107278" y="9330"/>
                  </a:cubicBezTo>
                  <a:cubicBezTo>
                    <a:pt x="105183" y="10108"/>
                    <a:pt x="102936" y="11055"/>
                    <a:pt x="100411" y="12228"/>
                  </a:cubicBezTo>
                  <a:cubicBezTo>
                    <a:pt x="97928" y="13381"/>
                    <a:pt x="95424" y="14634"/>
                    <a:pt x="93002" y="15844"/>
                  </a:cubicBezTo>
                  <a:cubicBezTo>
                    <a:pt x="86663" y="19013"/>
                    <a:pt x="80109" y="22288"/>
                    <a:pt x="73322" y="24097"/>
                  </a:cubicBezTo>
                  <a:cubicBezTo>
                    <a:pt x="70106" y="24955"/>
                    <a:pt x="66829" y="25381"/>
                    <a:pt x="63411" y="25381"/>
                  </a:cubicBezTo>
                  <a:cubicBezTo>
                    <a:pt x="61691" y="25381"/>
                    <a:pt x="59935" y="25273"/>
                    <a:pt x="58132" y="25057"/>
                  </a:cubicBezTo>
                  <a:cubicBezTo>
                    <a:pt x="54870" y="24667"/>
                    <a:pt x="51578" y="24000"/>
                    <a:pt x="48394" y="23351"/>
                  </a:cubicBezTo>
                  <a:cubicBezTo>
                    <a:pt x="46720" y="23010"/>
                    <a:pt x="44988" y="22658"/>
                    <a:pt x="43281" y="22351"/>
                  </a:cubicBezTo>
                  <a:cubicBezTo>
                    <a:pt x="38827" y="21551"/>
                    <a:pt x="34306" y="21314"/>
                    <a:pt x="29931" y="21085"/>
                  </a:cubicBezTo>
                  <a:lnTo>
                    <a:pt x="28914" y="21031"/>
                  </a:lnTo>
                  <a:cubicBezTo>
                    <a:pt x="25978" y="20874"/>
                    <a:pt x="23609" y="20501"/>
                    <a:pt x="21462" y="19855"/>
                  </a:cubicBezTo>
                  <a:cubicBezTo>
                    <a:pt x="19489" y="19259"/>
                    <a:pt x="17512" y="18432"/>
                    <a:pt x="15599" y="17635"/>
                  </a:cubicBezTo>
                  <a:cubicBezTo>
                    <a:pt x="15171" y="17457"/>
                    <a:pt x="14747" y="17279"/>
                    <a:pt x="14321" y="17105"/>
                  </a:cubicBezTo>
                  <a:cubicBezTo>
                    <a:pt x="12341" y="16286"/>
                    <a:pt x="10328" y="15433"/>
                    <a:pt x="8383" y="14606"/>
                  </a:cubicBezTo>
                  <a:cubicBezTo>
                    <a:pt x="5772" y="13497"/>
                    <a:pt x="3075" y="12349"/>
                    <a:pt x="404" y="11276"/>
                  </a:cubicBezTo>
                  <a:lnTo>
                    <a:pt x="403" y="11276"/>
                  </a:lnTo>
                  <a:lnTo>
                    <a:pt x="403" y="5584"/>
                  </a:lnTo>
                  <a:cubicBezTo>
                    <a:pt x="967" y="5874"/>
                    <a:pt x="1566" y="6170"/>
                    <a:pt x="2220" y="6484"/>
                  </a:cubicBezTo>
                  <a:cubicBezTo>
                    <a:pt x="2905" y="6811"/>
                    <a:pt x="3592" y="7131"/>
                    <a:pt x="4281" y="7450"/>
                  </a:cubicBezTo>
                  <a:cubicBezTo>
                    <a:pt x="6227" y="8357"/>
                    <a:pt x="8240" y="9293"/>
                    <a:pt x="10153" y="10412"/>
                  </a:cubicBezTo>
                  <a:cubicBezTo>
                    <a:pt x="12434" y="11746"/>
                    <a:pt x="14871" y="13148"/>
                    <a:pt x="17395" y="14337"/>
                  </a:cubicBezTo>
                  <a:cubicBezTo>
                    <a:pt x="25707" y="18255"/>
                    <a:pt x="35202" y="20169"/>
                    <a:pt x="46355" y="20169"/>
                  </a:cubicBezTo>
                  <a:cubicBezTo>
                    <a:pt x="47079" y="20169"/>
                    <a:pt x="47811" y="20161"/>
                    <a:pt x="48549" y="20145"/>
                  </a:cubicBezTo>
                  <a:cubicBezTo>
                    <a:pt x="59131" y="19914"/>
                    <a:pt x="70411" y="17805"/>
                    <a:pt x="84049" y="13504"/>
                  </a:cubicBezTo>
                  <a:cubicBezTo>
                    <a:pt x="89815" y="11685"/>
                    <a:pt x="95612" y="9562"/>
                    <a:pt x="101217" y="7507"/>
                  </a:cubicBezTo>
                  <a:cubicBezTo>
                    <a:pt x="104315" y="6374"/>
                    <a:pt x="107517" y="5200"/>
                    <a:pt x="110679" y="4091"/>
                  </a:cubicBezTo>
                  <a:cubicBezTo>
                    <a:pt x="114143" y="2876"/>
                    <a:pt x="117874" y="1648"/>
                    <a:pt x="121675" y="895"/>
                  </a:cubicBezTo>
                  <a:cubicBezTo>
                    <a:pt x="122896" y="652"/>
                    <a:pt x="124279" y="404"/>
                    <a:pt x="125667" y="404"/>
                  </a:cubicBezTo>
                  <a:close/>
                  <a:moveTo>
                    <a:pt x="125672" y="1"/>
                  </a:moveTo>
                  <a:cubicBezTo>
                    <a:pt x="124248" y="1"/>
                    <a:pt x="122839" y="252"/>
                    <a:pt x="121598" y="497"/>
                  </a:cubicBezTo>
                  <a:cubicBezTo>
                    <a:pt x="117773" y="1256"/>
                    <a:pt x="114025" y="2491"/>
                    <a:pt x="110546" y="3711"/>
                  </a:cubicBezTo>
                  <a:cubicBezTo>
                    <a:pt x="107384" y="4820"/>
                    <a:pt x="104179" y="5993"/>
                    <a:pt x="101080" y="7129"/>
                  </a:cubicBezTo>
                  <a:cubicBezTo>
                    <a:pt x="95477" y="9180"/>
                    <a:pt x="89685" y="11305"/>
                    <a:pt x="83929" y="13120"/>
                  </a:cubicBezTo>
                  <a:cubicBezTo>
                    <a:pt x="70328" y="17407"/>
                    <a:pt x="59084" y="19512"/>
                    <a:pt x="48540" y="19742"/>
                  </a:cubicBezTo>
                  <a:cubicBezTo>
                    <a:pt x="47811" y="19758"/>
                    <a:pt x="47089" y="19766"/>
                    <a:pt x="46374" y="19766"/>
                  </a:cubicBezTo>
                  <a:cubicBezTo>
                    <a:pt x="35268" y="19766"/>
                    <a:pt x="25827" y="17865"/>
                    <a:pt x="17567" y="13971"/>
                  </a:cubicBezTo>
                  <a:cubicBezTo>
                    <a:pt x="15057" y="12788"/>
                    <a:pt x="12628" y="11391"/>
                    <a:pt x="10355" y="10062"/>
                  </a:cubicBezTo>
                  <a:cubicBezTo>
                    <a:pt x="8426" y="8935"/>
                    <a:pt x="6404" y="7993"/>
                    <a:pt x="4448" y="7084"/>
                  </a:cubicBezTo>
                  <a:cubicBezTo>
                    <a:pt x="3762" y="6767"/>
                    <a:pt x="3076" y="6447"/>
                    <a:pt x="2395" y="6120"/>
                  </a:cubicBezTo>
                  <a:cubicBezTo>
                    <a:pt x="1626" y="5754"/>
                    <a:pt x="940" y="5411"/>
                    <a:pt x="294" y="5075"/>
                  </a:cubicBezTo>
                  <a:lnTo>
                    <a:pt x="0" y="4921"/>
                  </a:lnTo>
                  <a:lnTo>
                    <a:pt x="0" y="11545"/>
                  </a:lnTo>
                  <a:lnTo>
                    <a:pt x="126" y="11595"/>
                  </a:lnTo>
                  <a:cubicBezTo>
                    <a:pt x="2833" y="12684"/>
                    <a:pt x="5574" y="13848"/>
                    <a:pt x="8224" y="14973"/>
                  </a:cubicBezTo>
                  <a:cubicBezTo>
                    <a:pt x="10170" y="15801"/>
                    <a:pt x="12184" y="16656"/>
                    <a:pt x="14167" y="17473"/>
                  </a:cubicBezTo>
                  <a:cubicBezTo>
                    <a:pt x="14591" y="17649"/>
                    <a:pt x="15016" y="17828"/>
                    <a:pt x="15441" y="18003"/>
                  </a:cubicBezTo>
                  <a:cubicBezTo>
                    <a:pt x="17363" y="18808"/>
                    <a:pt x="19349" y="19638"/>
                    <a:pt x="21344" y="20238"/>
                  </a:cubicBezTo>
                  <a:cubicBezTo>
                    <a:pt x="23523" y="20895"/>
                    <a:pt x="25922" y="21274"/>
                    <a:pt x="28892" y="21431"/>
                  </a:cubicBezTo>
                  <a:lnTo>
                    <a:pt x="29910" y="21485"/>
                  </a:lnTo>
                  <a:cubicBezTo>
                    <a:pt x="34272" y="21714"/>
                    <a:pt x="38783" y="21950"/>
                    <a:pt x="43209" y="22746"/>
                  </a:cubicBezTo>
                  <a:cubicBezTo>
                    <a:pt x="44912" y="23053"/>
                    <a:pt x="46641" y="23406"/>
                    <a:pt x="48313" y="23744"/>
                  </a:cubicBezTo>
                  <a:cubicBezTo>
                    <a:pt x="51505" y="24393"/>
                    <a:pt x="54806" y="25065"/>
                    <a:pt x="58085" y="25456"/>
                  </a:cubicBezTo>
                  <a:cubicBezTo>
                    <a:pt x="59905" y="25673"/>
                    <a:pt x="61677" y="25782"/>
                    <a:pt x="63414" y="25782"/>
                  </a:cubicBezTo>
                  <a:cubicBezTo>
                    <a:pt x="66866" y="25782"/>
                    <a:pt x="70177" y="25352"/>
                    <a:pt x="73425" y="24486"/>
                  </a:cubicBezTo>
                  <a:cubicBezTo>
                    <a:pt x="80253" y="22666"/>
                    <a:pt x="86826" y="19379"/>
                    <a:pt x="93183" y="16202"/>
                  </a:cubicBezTo>
                  <a:cubicBezTo>
                    <a:pt x="95603" y="14991"/>
                    <a:pt x="98105" y="13741"/>
                    <a:pt x="100582" y="12591"/>
                  </a:cubicBezTo>
                  <a:cubicBezTo>
                    <a:pt x="103097" y="11422"/>
                    <a:pt x="105333" y="10479"/>
                    <a:pt x="107419" y="9706"/>
                  </a:cubicBezTo>
                  <a:cubicBezTo>
                    <a:pt x="109198" y="9046"/>
                    <a:pt x="111031" y="8532"/>
                    <a:pt x="112803" y="8033"/>
                  </a:cubicBezTo>
                  <a:cubicBezTo>
                    <a:pt x="113399" y="7867"/>
                    <a:pt x="113993" y="7699"/>
                    <a:pt x="114588" y="7526"/>
                  </a:cubicBezTo>
                  <a:cubicBezTo>
                    <a:pt x="118376" y="6424"/>
                    <a:pt x="122102" y="4784"/>
                    <a:pt x="125704" y="3199"/>
                  </a:cubicBezTo>
                  <a:cubicBezTo>
                    <a:pt x="126826" y="2705"/>
                    <a:pt x="127947" y="2212"/>
                    <a:pt x="129073" y="1733"/>
                  </a:cubicBezTo>
                  <a:lnTo>
                    <a:pt x="129242" y="1662"/>
                  </a:lnTo>
                  <a:lnTo>
                    <a:pt x="129185" y="1488"/>
                  </a:lnTo>
                  <a:cubicBezTo>
                    <a:pt x="128775" y="216"/>
                    <a:pt x="127216" y="89"/>
                    <a:pt x="126549" y="34"/>
                  </a:cubicBezTo>
                  <a:cubicBezTo>
                    <a:pt x="126257" y="11"/>
                    <a:pt x="125964" y="1"/>
                    <a:pt x="1256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14"/>
            <p:cNvSpPr/>
            <p:nvPr/>
          </p:nvSpPr>
          <p:spPr>
            <a:xfrm flipH="1" rot="10800000">
              <a:off x="-97184" y="-848500"/>
              <a:ext cx="9378021" cy="2233737"/>
            </a:xfrm>
            <a:custGeom>
              <a:rect b="b" l="l" r="r" t="t"/>
              <a:pathLst>
                <a:path extrusionOk="0" h="55819" w="234348">
                  <a:moveTo>
                    <a:pt x="144981" y="403"/>
                  </a:moveTo>
                  <a:cubicBezTo>
                    <a:pt x="150962" y="403"/>
                    <a:pt x="156924" y="882"/>
                    <a:pt x="162787" y="1836"/>
                  </a:cubicBezTo>
                  <a:cubicBezTo>
                    <a:pt x="170740" y="3127"/>
                    <a:pt x="179016" y="5583"/>
                    <a:pt x="189615" y="9797"/>
                  </a:cubicBezTo>
                  <a:cubicBezTo>
                    <a:pt x="198427" y="13299"/>
                    <a:pt x="207411" y="17431"/>
                    <a:pt x="216323" y="22082"/>
                  </a:cubicBezTo>
                  <a:lnTo>
                    <a:pt x="218254" y="23088"/>
                  </a:lnTo>
                  <a:cubicBezTo>
                    <a:pt x="223483" y="25804"/>
                    <a:pt x="228885" y="28612"/>
                    <a:pt x="233942" y="32005"/>
                  </a:cubicBezTo>
                  <a:lnTo>
                    <a:pt x="233942" y="40242"/>
                  </a:lnTo>
                  <a:cubicBezTo>
                    <a:pt x="230357" y="38005"/>
                    <a:pt x="227378" y="36353"/>
                    <a:pt x="224590" y="35054"/>
                  </a:cubicBezTo>
                  <a:cubicBezTo>
                    <a:pt x="215470" y="30808"/>
                    <a:pt x="205746" y="28155"/>
                    <a:pt x="196343" y="25590"/>
                  </a:cubicBezTo>
                  <a:cubicBezTo>
                    <a:pt x="195383" y="25330"/>
                    <a:pt x="194423" y="25067"/>
                    <a:pt x="193466" y="24804"/>
                  </a:cubicBezTo>
                  <a:cubicBezTo>
                    <a:pt x="172307" y="18995"/>
                    <a:pt x="155262" y="16255"/>
                    <a:pt x="139723" y="16255"/>
                  </a:cubicBezTo>
                  <a:cubicBezTo>
                    <a:pt x="136241" y="16255"/>
                    <a:pt x="132834" y="16392"/>
                    <a:pt x="129473" y="16664"/>
                  </a:cubicBezTo>
                  <a:cubicBezTo>
                    <a:pt x="117659" y="17617"/>
                    <a:pt x="108992" y="19950"/>
                    <a:pt x="101363" y="24225"/>
                  </a:cubicBezTo>
                  <a:cubicBezTo>
                    <a:pt x="95848" y="27316"/>
                    <a:pt x="90586" y="31262"/>
                    <a:pt x="85495" y="35080"/>
                  </a:cubicBezTo>
                  <a:cubicBezTo>
                    <a:pt x="82539" y="37296"/>
                    <a:pt x="79484" y="39588"/>
                    <a:pt x="76413" y="41684"/>
                  </a:cubicBezTo>
                  <a:cubicBezTo>
                    <a:pt x="71394" y="45113"/>
                    <a:pt x="67146" y="47471"/>
                    <a:pt x="63039" y="49108"/>
                  </a:cubicBezTo>
                  <a:cubicBezTo>
                    <a:pt x="58787" y="50804"/>
                    <a:pt x="54022" y="52109"/>
                    <a:pt x="48045" y="53216"/>
                  </a:cubicBezTo>
                  <a:cubicBezTo>
                    <a:pt x="40031" y="54703"/>
                    <a:pt x="31384" y="55416"/>
                    <a:pt x="21189" y="55416"/>
                  </a:cubicBezTo>
                  <a:cubicBezTo>
                    <a:pt x="19290" y="55416"/>
                    <a:pt x="17337" y="55391"/>
                    <a:pt x="15325" y="55342"/>
                  </a:cubicBezTo>
                  <a:cubicBezTo>
                    <a:pt x="9761" y="55207"/>
                    <a:pt x="4879" y="54966"/>
                    <a:pt x="402" y="54612"/>
                  </a:cubicBezTo>
                  <a:lnTo>
                    <a:pt x="407" y="54612"/>
                  </a:lnTo>
                  <a:lnTo>
                    <a:pt x="407" y="49284"/>
                  </a:lnTo>
                  <a:cubicBezTo>
                    <a:pt x="817" y="49421"/>
                    <a:pt x="1230" y="49561"/>
                    <a:pt x="1643" y="49700"/>
                  </a:cubicBezTo>
                  <a:cubicBezTo>
                    <a:pt x="4359" y="50619"/>
                    <a:pt x="7168" y="51566"/>
                    <a:pt x="9980" y="52235"/>
                  </a:cubicBezTo>
                  <a:cubicBezTo>
                    <a:pt x="12206" y="52763"/>
                    <a:pt x="14788" y="53377"/>
                    <a:pt x="17344" y="53377"/>
                  </a:cubicBezTo>
                  <a:cubicBezTo>
                    <a:pt x="18683" y="53377"/>
                    <a:pt x="20014" y="53208"/>
                    <a:pt x="21283" y="52772"/>
                  </a:cubicBezTo>
                  <a:cubicBezTo>
                    <a:pt x="22931" y="52205"/>
                    <a:pt x="23878" y="51164"/>
                    <a:pt x="24025" y="49761"/>
                  </a:cubicBezTo>
                  <a:cubicBezTo>
                    <a:pt x="24231" y="47784"/>
                    <a:pt x="23055" y="45926"/>
                    <a:pt x="21802" y="44960"/>
                  </a:cubicBezTo>
                  <a:cubicBezTo>
                    <a:pt x="20124" y="43670"/>
                    <a:pt x="18067" y="43236"/>
                    <a:pt x="16094" y="42961"/>
                  </a:cubicBezTo>
                  <a:cubicBezTo>
                    <a:pt x="13968" y="42663"/>
                    <a:pt x="11797" y="42629"/>
                    <a:pt x="9701" y="42596"/>
                  </a:cubicBezTo>
                  <a:lnTo>
                    <a:pt x="9254" y="42589"/>
                  </a:lnTo>
                  <a:cubicBezTo>
                    <a:pt x="6994" y="42550"/>
                    <a:pt x="4310" y="42346"/>
                    <a:pt x="1553" y="41105"/>
                  </a:cubicBezTo>
                  <a:cubicBezTo>
                    <a:pt x="1170" y="40933"/>
                    <a:pt x="784" y="40741"/>
                    <a:pt x="402" y="40534"/>
                  </a:cubicBezTo>
                  <a:lnTo>
                    <a:pt x="402" y="31531"/>
                  </a:lnTo>
                  <a:cubicBezTo>
                    <a:pt x="6844" y="32915"/>
                    <a:pt x="13326" y="34726"/>
                    <a:pt x="19599" y="36477"/>
                  </a:cubicBezTo>
                  <a:cubicBezTo>
                    <a:pt x="22674" y="37335"/>
                    <a:pt x="25850" y="38224"/>
                    <a:pt x="28985" y="39049"/>
                  </a:cubicBezTo>
                  <a:cubicBezTo>
                    <a:pt x="36397" y="41005"/>
                    <a:pt x="46195" y="43249"/>
                    <a:pt x="56268" y="43249"/>
                  </a:cubicBezTo>
                  <a:lnTo>
                    <a:pt x="56298" y="43249"/>
                  </a:lnTo>
                  <a:cubicBezTo>
                    <a:pt x="60549" y="43247"/>
                    <a:pt x="65413" y="43043"/>
                    <a:pt x="69372" y="40633"/>
                  </a:cubicBezTo>
                  <a:cubicBezTo>
                    <a:pt x="71055" y="39609"/>
                    <a:pt x="72214" y="38269"/>
                    <a:pt x="72821" y="36652"/>
                  </a:cubicBezTo>
                  <a:cubicBezTo>
                    <a:pt x="73454" y="34967"/>
                    <a:pt x="73654" y="32595"/>
                    <a:pt x="72675" y="31095"/>
                  </a:cubicBezTo>
                  <a:cubicBezTo>
                    <a:pt x="71475" y="29255"/>
                    <a:pt x="69235" y="29002"/>
                    <a:pt x="67193" y="29002"/>
                  </a:cubicBezTo>
                  <a:lnTo>
                    <a:pt x="67163" y="29002"/>
                  </a:lnTo>
                  <a:cubicBezTo>
                    <a:pt x="64338" y="29005"/>
                    <a:pt x="61485" y="29632"/>
                    <a:pt x="59033" y="30219"/>
                  </a:cubicBezTo>
                  <a:cubicBezTo>
                    <a:pt x="58197" y="30419"/>
                    <a:pt x="57351" y="30648"/>
                    <a:pt x="56532" y="30868"/>
                  </a:cubicBezTo>
                  <a:cubicBezTo>
                    <a:pt x="55224" y="31222"/>
                    <a:pt x="53869" y="31587"/>
                    <a:pt x="52529" y="31845"/>
                  </a:cubicBezTo>
                  <a:cubicBezTo>
                    <a:pt x="48490" y="32626"/>
                    <a:pt x="44235" y="33024"/>
                    <a:pt x="39894" y="33024"/>
                  </a:cubicBezTo>
                  <a:cubicBezTo>
                    <a:pt x="39863" y="33024"/>
                    <a:pt x="39832" y="33024"/>
                    <a:pt x="39801" y="33024"/>
                  </a:cubicBezTo>
                  <a:cubicBezTo>
                    <a:pt x="26833" y="33011"/>
                    <a:pt x="13576" y="29869"/>
                    <a:pt x="402" y="23687"/>
                  </a:cubicBezTo>
                  <a:lnTo>
                    <a:pt x="402" y="6011"/>
                  </a:lnTo>
                  <a:cubicBezTo>
                    <a:pt x="1635" y="6344"/>
                    <a:pt x="2827" y="6712"/>
                    <a:pt x="3952" y="7104"/>
                  </a:cubicBezTo>
                  <a:cubicBezTo>
                    <a:pt x="7474" y="8330"/>
                    <a:pt x="10930" y="10023"/>
                    <a:pt x="14269" y="11659"/>
                  </a:cubicBezTo>
                  <a:cubicBezTo>
                    <a:pt x="15159" y="12095"/>
                    <a:pt x="16051" y="12530"/>
                    <a:pt x="16944" y="12959"/>
                  </a:cubicBezTo>
                  <a:cubicBezTo>
                    <a:pt x="21849" y="15315"/>
                    <a:pt x="26184" y="17153"/>
                    <a:pt x="30193" y="18579"/>
                  </a:cubicBezTo>
                  <a:cubicBezTo>
                    <a:pt x="37329" y="21116"/>
                    <a:pt x="44835" y="22386"/>
                    <a:pt x="52799" y="22386"/>
                  </a:cubicBezTo>
                  <a:cubicBezTo>
                    <a:pt x="62775" y="22386"/>
                    <a:pt x="73472" y="20393"/>
                    <a:pt x="85065" y="16400"/>
                  </a:cubicBezTo>
                  <a:cubicBezTo>
                    <a:pt x="89374" y="14915"/>
                    <a:pt x="93852" y="13162"/>
                    <a:pt x="98753" y="11037"/>
                  </a:cubicBezTo>
                  <a:cubicBezTo>
                    <a:pt x="99763" y="10600"/>
                    <a:pt x="100773" y="10151"/>
                    <a:pt x="101781" y="9706"/>
                  </a:cubicBezTo>
                  <a:cubicBezTo>
                    <a:pt x="104805" y="8364"/>
                    <a:pt x="107933" y="6975"/>
                    <a:pt x="111082" y="5882"/>
                  </a:cubicBezTo>
                  <a:cubicBezTo>
                    <a:pt x="119135" y="3086"/>
                    <a:pt x="127851" y="1338"/>
                    <a:pt x="136984" y="688"/>
                  </a:cubicBezTo>
                  <a:cubicBezTo>
                    <a:pt x="139649" y="498"/>
                    <a:pt x="142317" y="403"/>
                    <a:pt x="144981" y="403"/>
                  </a:cubicBezTo>
                  <a:close/>
                  <a:moveTo>
                    <a:pt x="144959" y="1"/>
                  </a:moveTo>
                  <a:cubicBezTo>
                    <a:pt x="142293" y="1"/>
                    <a:pt x="139623" y="96"/>
                    <a:pt x="136956" y="285"/>
                  </a:cubicBezTo>
                  <a:cubicBezTo>
                    <a:pt x="127785" y="938"/>
                    <a:pt x="119037" y="2693"/>
                    <a:pt x="110949" y="5501"/>
                  </a:cubicBezTo>
                  <a:cubicBezTo>
                    <a:pt x="107786" y="6599"/>
                    <a:pt x="104650" y="7991"/>
                    <a:pt x="101618" y="9337"/>
                  </a:cubicBezTo>
                  <a:cubicBezTo>
                    <a:pt x="100610" y="9784"/>
                    <a:pt x="99605" y="10230"/>
                    <a:pt x="98594" y="10669"/>
                  </a:cubicBezTo>
                  <a:cubicBezTo>
                    <a:pt x="93702" y="12788"/>
                    <a:pt x="89236" y="14538"/>
                    <a:pt x="84935" y="16020"/>
                  </a:cubicBezTo>
                  <a:cubicBezTo>
                    <a:pt x="73384" y="19997"/>
                    <a:pt x="62731" y="21983"/>
                    <a:pt x="52798" y="21983"/>
                  </a:cubicBezTo>
                  <a:cubicBezTo>
                    <a:pt x="44880" y="21983"/>
                    <a:pt x="37420" y="20721"/>
                    <a:pt x="30329" y="18200"/>
                  </a:cubicBezTo>
                  <a:cubicBezTo>
                    <a:pt x="26334" y="16780"/>
                    <a:pt x="22012" y="14948"/>
                    <a:pt x="17118" y="12599"/>
                  </a:cubicBezTo>
                  <a:cubicBezTo>
                    <a:pt x="16225" y="12172"/>
                    <a:pt x="15335" y="11736"/>
                    <a:pt x="14448" y="11300"/>
                  </a:cubicBezTo>
                  <a:cubicBezTo>
                    <a:pt x="11097" y="9658"/>
                    <a:pt x="7631" y="7961"/>
                    <a:pt x="4086" y="6726"/>
                  </a:cubicBezTo>
                  <a:cubicBezTo>
                    <a:pt x="2874" y="6305"/>
                    <a:pt x="1587" y="5911"/>
                    <a:pt x="257" y="5556"/>
                  </a:cubicBezTo>
                  <a:lnTo>
                    <a:pt x="2" y="5489"/>
                  </a:lnTo>
                  <a:lnTo>
                    <a:pt x="2" y="23947"/>
                  </a:lnTo>
                  <a:lnTo>
                    <a:pt x="118" y="24001"/>
                  </a:lnTo>
                  <a:cubicBezTo>
                    <a:pt x="13383" y="30245"/>
                    <a:pt x="26736" y="33418"/>
                    <a:pt x="39802" y="33430"/>
                  </a:cubicBezTo>
                  <a:cubicBezTo>
                    <a:pt x="39862" y="33430"/>
                    <a:pt x="39922" y="33430"/>
                    <a:pt x="39983" y="33430"/>
                  </a:cubicBezTo>
                  <a:cubicBezTo>
                    <a:pt x="44319" y="33430"/>
                    <a:pt x="48571" y="33023"/>
                    <a:pt x="52607" y="32244"/>
                  </a:cubicBezTo>
                  <a:cubicBezTo>
                    <a:pt x="53961" y="31982"/>
                    <a:pt x="55324" y="31615"/>
                    <a:pt x="56640" y="31261"/>
                  </a:cubicBezTo>
                  <a:cubicBezTo>
                    <a:pt x="57454" y="31041"/>
                    <a:pt x="58297" y="30815"/>
                    <a:pt x="59127" y="30616"/>
                  </a:cubicBezTo>
                  <a:cubicBezTo>
                    <a:pt x="61559" y="30033"/>
                    <a:pt x="64382" y="29412"/>
                    <a:pt x="67164" y="29409"/>
                  </a:cubicBezTo>
                  <a:cubicBezTo>
                    <a:pt x="67187" y="29409"/>
                    <a:pt x="67210" y="29409"/>
                    <a:pt x="67233" y="29409"/>
                  </a:cubicBezTo>
                  <a:cubicBezTo>
                    <a:pt x="69147" y="29409"/>
                    <a:pt x="71252" y="29651"/>
                    <a:pt x="72340" y="31318"/>
                  </a:cubicBezTo>
                  <a:cubicBezTo>
                    <a:pt x="73241" y="32701"/>
                    <a:pt x="73043" y="34924"/>
                    <a:pt x="72447" y="36513"/>
                  </a:cubicBezTo>
                  <a:cubicBezTo>
                    <a:pt x="71871" y="38046"/>
                    <a:pt x="70768" y="39317"/>
                    <a:pt x="69163" y="40292"/>
                  </a:cubicBezTo>
                  <a:cubicBezTo>
                    <a:pt x="65293" y="42649"/>
                    <a:pt x="60492" y="42849"/>
                    <a:pt x="56298" y="42850"/>
                  </a:cubicBezTo>
                  <a:lnTo>
                    <a:pt x="56268" y="42850"/>
                  </a:lnTo>
                  <a:cubicBezTo>
                    <a:pt x="46241" y="42850"/>
                    <a:pt x="36475" y="40614"/>
                    <a:pt x="29086" y="38666"/>
                  </a:cubicBezTo>
                  <a:cubicBezTo>
                    <a:pt x="25956" y="37839"/>
                    <a:pt x="22778" y="36952"/>
                    <a:pt x="19706" y="36095"/>
                  </a:cubicBezTo>
                  <a:cubicBezTo>
                    <a:pt x="13350" y="34319"/>
                    <a:pt x="6776" y="32482"/>
                    <a:pt x="244" y="31089"/>
                  </a:cubicBezTo>
                  <a:lnTo>
                    <a:pt x="1" y="31038"/>
                  </a:lnTo>
                  <a:lnTo>
                    <a:pt x="1" y="40777"/>
                  </a:lnTo>
                  <a:lnTo>
                    <a:pt x="105" y="40834"/>
                  </a:lnTo>
                  <a:cubicBezTo>
                    <a:pt x="528" y="41068"/>
                    <a:pt x="960" y="41284"/>
                    <a:pt x="1387" y="41477"/>
                  </a:cubicBezTo>
                  <a:cubicBezTo>
                    <a:pt x="4210" y="42747"/>
                    <a:pt x="6945" y="42957"/>
                    <a:pt x="9247" y="42996"/>
                  </a:cubicBezTo>
                  <a:lnTo>
                    <a:pt x="9694" y="43003"/>
                  </a:lnTo>
                  <a:cubicBezTo>
                    <a:pt x="11777" y="43036"/>
                    <a:pt x="13933" y="43072"/>
                    <a:pt x="16035" y="43364"/>
                  </a:cubicBezTo>
                  <a:cubicBezTo>
                    <a:pt x="17956" y="43633"/>
                    <a:pt x="19953" y="44050"/>
                    <a:pt x="21555" y="45283"/>
                  </a:cubicBezTo>
                  <a:cubicBezTo>
                    <a:pt x="22721" y="46179"/>
                    <a:pt x="23812" y="47901"/>
                    <a:pt x="23624" y="49723"/>
                  </a:cubicBezTo>
                  <a:cubicBezTo>
                    <a:pt x="23492" y="50977"/>
                    <a:pt x="22661" y="51876"/>
                    <a:pt x="21149" y="52395"/>
                  </a:cubicBezTo>
                  <a:cubicBezTo>
                    <a:pt x="19929" y="52815"/>
                    <a:pt x="18642" y="52977"/>
                    <a:pt x="17343" y="52977"/>
                  </a:cubicBezTo>
                  <a:cubicBezTo>
                    <a:pt x="14829" y="52977"/>
                    <a:pt x="12272" y="52369"/>
                    <a:pt x="10068" y="51847"/>
                  </a:cubicBezTo>
                  <a:cubicBezTo>
                    <a:pt x="7275" y="51184"/>
                    <a:pt x="4475" y="50237"/>
                    <a:pt x="1767" y="49323"/>
                  </a:cubicBezTo>
                  <a:cubicBezTo>
                    <a:pt x="1267" y="49155"/>
                    <a:pt x="767" y="48985"/>
                    <a:pt x="265" y="48818"/>
                  </a:cubicBezTo>
                  <a:lnTo>
                    <a:pt x="1" y="48728"/>
                  </a:lnTo>
                  <a:lnTo>
                    <a:pt x="1" y="54985"/>
                  </a:lnTo>
                  <a:lnTo>
                    <a:pt x="187" y="54999"/>
                  </a:lnTo>
                  <a:cubicBezTo>
                    <a:pt x="4720" y="55364"/>
                    <a:pt x="9668" y="55608"/>
                    <a:pt x="15316" y="55745"/>
                  </a:cubicBezTo>
                  <a:cubicBezTo>
                    <a:pt x="17327" y="55794"/>
                    <a:pt x="19280" y="55818"/>
                    <a:pt x="21180" y="55818"/>
                  </a:cubicBezTo>
                  <a:cubicBezTo>
                    <a:pt x="31405" y="55818"/>
                    <a:pt x="40078" y="55104"/>
                    <a:pt x="48122" y="53615"/>
                  </a:cubicBezTo>
                  <a:cubicBezTo>
                    <a:pt x="54125" y="52502"/>
                    <a:pt x="58913" y="51189"/>
                    <a:pt x="63191" y="49484"/>
                  </a:cubicBezTo>
                  <a:cubicBezTo>
                    <a:pt x="67326" y="47835"/>
                    <a:pt x="71599" y="45463"/>
                    <a:pt x="76643" y="42018"/>
                  </a:cubicBezTo>
                  <a:cubicBezTo>
                    <a:pt x="79721" y="39917"/>
                    <a:pt x="82780" y="37621"/>
                    <a:pt x="85739" y="35403"/>
                  </a:cubicBezTo>
                  <a:cubicBezTo>
                    <a:pt x="90819" y="31594"/>
                    <a:pt x="96072" y="27654"/>
                    <a:pt x="101563" y="24578"/>
                  </a:cubicBezTo>
                  <a:cubicBezTo>
                    <a:pt x="109139" y="20330"/>
                    <a:pt x="117758" y="18014"/>
                    <a:pt x="129508" y="17065"/>
                  </a:cubicBezTo>
                  <a:cubicBezTo>
                    <a:pt x="132858" y="16795"/>
                    <a:pt x="136254" y="16658"/>
                    <a:pt x="139725" y="16658"/>
                  </a:cubicBezTo>
                  <a:cubicBezTo>
                    <a:pt x="155229" y="16658"/>
                    <a:pt x="172239" y="19393"/>
                    <a:pt x="193363" y="25194"/>
                  </a:cubicBezTo>
                  <a:cubicBezTo>
                    <a:pt x="194320" y="25456"/>
                    <a:pt x="195279" y="25717"/>
                    <a:pt x="196240" y="25980"/>
                  </a:cubicBezTo>
                  <a:cubicBezTo>
                    <a:pt x="205628" y="28540"/>
                    <a:pt x="215334" y="31188"/>
                    <a:pt x="224421" y="35420"/>
                  </a:cubicBezTo>
                  <a:cubicBezTo>
                    <a:pt x="227275" y="36749"/>
                    <a:pt x="230329" y="38452"/>
                    <a:pt x="234037" y="40778"/>
                  </a:cubicBezTo>
                  <a:lnTo>
                    <a:pt x="234347" y="40971"/>
                  </a:lnTo>
                  <a:lnTo>
                    <a:pt x="234347" y="31794"/>
                  </a:lnTo>
                  <a:lnTo>
                    <a:pt x="234257" y="31734"/>
                  </a:lnTo>
                  <a:cubicBezTo>
                    <a:pt x="229156" y="28302"/>
                    <a:pt x="223710" y="25471"/>
                    <a:pt x="218442" y="22732"/>
                  </a:cubicBezTo>
                  <a:lnTo>
                    <a:pt x="216510" y="21728"/>
                  </a:lnTo>
                  <a:cubicBezTo>
                    <a:pt x="207587" y="17070"/>
                    <a:pt x="198587" y="12930"/>
                    <a:pt x="189764" y="9423"/>
                  </a:cubicBezTo>
                  <a:cubicBezTo>
                    <a:pt x="179135" y="5199"/>
                    <a:pt x="170836" y="2739"/>
                    <a:pt x="162852" y="1440"/>
                  </a:cubicBezTo>
                  <a:cubicBezTo>
                    <a:pt x="156959" y="482"/>
                    <a:pt x="150969" y="1"/>
                    <a:pt x="144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14"/>
            <p:cNvSpPr/>
            <p:nvPr/>
          </p:nvSpPr>
          <p:spPr>
            <a:xfrm flipH="1" rot="10800000">
              <a:off x="4303273" y="-1749146"/>
              <a:ext cx="4977457" cy="2219891"/>
            </a:xfrm>
            <a:custGeom>
              <a:rect b="b" l="l" r="r" t="t"/>
              <a:pathLst>
                <a:path extrusionOk="0" h="55473" w="124382">
                  <a:moveTo>
                    <a:pt x="25918" y="402"/>
                  </a:moveTo>
                  <a:cubicBezTo>
                    <a:pt x="36041" y="402"/>
                    <a:pt x="47026" y="1991"/>
                    <a:pt x="60462" y="5393"/>
                  </a:cubicBezTo>
                  <a:cubicBezTo>
                    <a:pt x="70856" y="8024"/>
                    <a:pt x="81175" y="11807"/>
                    <a:pt x="91155" y="15464"/>
                  </a:cubicBezTo>
                  <a:cubicBezTo>
                    <a:pt x="92391" y="15917"/>
                    <a:pt x="93627" y="16369"/>
                    <a:pt x="94863" y="16822"/>
                  </a:cubicBezTo>
                  <a:lnTo>
                    <a:pt x="95647" y="17108"/>
                  </a:lnTo>
                  <a:cubicBezTo>
                    <a:pt x="105319" y="20631"/>
                    <a:pt x="115319" y="24277"/>
                    <a:pt x="123981" y="30890"/>
                  </a:cubicBezTo>
                  <a:lnTo>
                    <a:pt x="123981" y="53695"/>
                  </a:lnTo>
                  <a:cubicBezTo>
                    <a:pt x="123931" y="53594"/>
                    <a:pt x="123881" y="53490"/>
                    <a:pt x="123831" y="53388"/>
                  </a:cubicBezTo>
                  <a:cubicBezTo>
                    <a:pt x="121216" y="48116"/>
                    <a:pt x="118223" y="43645"/>
                    <a:pt x="114937" y="40100"/>
                  </a:cubicBezTo>
                  <a:cubicBezTo>
                    <a:pt x="110571" y="35392"/>
                    <a:pt x="105339" y="32142"/>
                    <a:pt x="101268" y="29834"/>
                  </a:cubicBezTo>
                  <a:cubicBezTo>
                    <a:pt x="91058" y="24049"/>
                    <a:pt x="80265" y="20787"/>
                    <a:pt x="69187" y="20137"/>
                  </a:cubicBezTo>
                  <a:cubicBezTo>
                    <a:pt x="67907" y="20061"/>
                    <a:pt x="66618" y="20024"/>
                    <a:pt x="65319" y="20024"/>
                  </a:cubicBezTo>
                  <a:cubicBezTo>
                    <a:pt x="61141" y="20024"/>
                    <a:pt x="56870" y="20411"/>
                    <a:pt x="52577" y="21181"/>
                  </a:cubicBezTo>
                  <a:cubicBezTo>
                    <a:pt x="48332" y="21940"/>
                    <a:pt x="44099" y="23239"/>
                    <a:pt x="40004" y="24495"/>
                  </a:cubicBezTo>
                  <a:cubicBezTo>
                    <a:pt x="38744" y="24880"/>
                    <a:pt x="37484" y="25268"/>
                    <a:pt x="36221" y="25639"/>
                  </a:cubicBezTo>
                  <a:cubicBezTo>
                    <a:pt x="30814" y="27232"/>
                    <a:pt x="25249" y="28662"/>
                    <a:pt x="19858" y="28662"/>
                  </a:cubicBezTo>
                  <a:cubicBezTo>
                    <a:pt x="15618" y="28662"/>
                    <a:pt x="11486" y="27778"/>
                    <a:pt x="7624" y="25392"/>
                  </a:cubicBezTo>
                  <a:cubicBezTo>
                    <a:pt x="1653" y="21703"/>
                    <a:pt x="639" y="17073"/>
                    <a:pt x="567" y="14640"/>
                  </a:cubicBezTo>
                  <a:cubicBezTo>
                    <a:pt x="413" y="9480"/>
                    <a:pt x="3668" y="6464"/>
                    <a:pt x="5623" y="5124"/>
                  </a:cubicBezTo>
                  <a:cubicBezTo>
                    <a:pt x="9015" y="2801"/>
                    <a:pt x="12910" y="1856"/>
                    <a:pt x="15924" y="1292"/>
                  </a:cubicBezTo>
                  <a:cubicBezTo>
                    <a:pt x="19039" y="709"/>
                    <a:pt x="22328" y="409"/>
                    <a:pt x="25700" y="402"/>
                  </a:cubicBezTo>
                  <a:close/>
                  <a:moveTo>
                    <a:pt x="25696" y="0"/>
                  </a:moveTo>
                  <a:cubicBezTo>
                    <a:pt x="22298" y="9"/>
                    <a:pt x="18984" y="309"/>
                    <a:pt x="15846" y="896"/>
                  </a:cubicBezTo>
                  <a:cubicBezTo>
                    <a:pt x="12791" y="1468"/>
                    <a:pt x="8843" y="2428"/>
                    <a:pt x="5390" y="4792"/>
                  </a:cubicBezTo>
                  <a:cubicBezTo>
                    <a:pt x="3368" y="6176"/>
                    <a:pt x="0" y="9300"/>
                    <a:pt x="160" y="14653"/>
                  </a:cubicBezTo>
                  <a:cubicBezTo>
                    <a:pt x="236" y="17166"/>
                    <a:pt x="1277" y="21947"/>
                    <a:pt x="7409" y="25735"/>
                  </a:cubicBezTo>
                  <a:cubicBezTo>
                    <a:pt x="11344" y="28167"/>
                    <a:pt x="15543" y="29067"/>
                    <a:pt x="19845" y="29067"/>
                  </a:cubicBezTo>
                  <a:cubicBezTo>
                    <a:pt x="25284" y="29067"/>
                    <a:pt x="30887" y="27628"/>
                    <a:pt x="36329" y="26025"/>
                  </a:cubicBezTo>
                  <a:cubicBezTo>
                    <a:pt x="37594" y="25653"/>
                    <a:pt x="38857" y="25265"/>
                    <a:pt x="40120" y="24877"/>
                  </a:cubicBezTo>
                  <a:cubicBezTo>
                    <a:pt x="44202" y="23626"/>
                    <a:pt x="48423" y="22331"/>
                    <a:pt x="52645" y="21575"/>
                  </a:cubicBezTo>
                  <a:cubicBezTo>
                    <a:pt x="56919" y="20811"/>
                    <a:pt x="61167" y="20426"/>
                    <a:pt x="65320" y="20426"/>
                  </a:cubicBezTo>
                  <a:cubicBezTo>
                    <a:pt x="66611" y="20426"/>
                    <a:pt x="67892" y="20464"/>
                    <a:pt x="69163" y="20538"/>
                  </a:cubicBezTo>
                  <a:cubicBezTo>
                    <a:pt x="80177" y="21183"/>
                    <a:pt x="90911" y="24429"/>
                    <a:pt x="101068" y="30184"/>
                  </a:cubicBezTo>
                  <a:cubicBezTo>
                    <a:pt x="105113" y="32476"/>
                    <a:pt x="110313" y="35707"/>
                    <a:pt x="114641" y="40373"/>
                  </a:cubicBezTo>
                  <a:cubicBezTo>
                    <a:pt x="117901" y="43892"/>
                    <a:pt x="120872" y="48330"/>
                    <a:pt x="123468" y="53567"/>
                  </a:cubicBezTo>
                  <a:cubicBezTo>
                    <a:pt x="123595" y="53824"/>
                    <a:pt x="123718" y="54084"/>
                    <a:pt x="123842" y="54344"/>
                  </a:cubicBezTo>
                  <a:lnTo>
                    <a:pt x="124380" y="55470"/>
                  </a:lnTo>
                  <a:lnTo>
                    <a:pt x="124380" y="30691"/>
                  </a:lnTo>
                  <a:lnTo>
                    <a:pt x="124301" y="30630"/>
                  </a:lnTo>
                  <a:cubicBezTo>
                    <a:pt x="115571" y="23942"/>
                    <a:pt x="105512" y="20275"/>
                    <a:pt x="95782" y="16727"/>
                  </a:cubicBezTo>
                  <a:lnTo>
                    <a:pt x="94996" y="16442"/>
                  </a:lnTo>
                  <a:cubicBezTo>
                    <a:pt x="93760" y="15992"/>
                    <a:pt x="92525" y="15539"/>
                    <a:pt x="91289" y="15087"/>
                  </a:cubicBezTo>
                  <a:cubicBezTo>
                    <a:pt x="81300" y="11425"/>
                    <a:pt x="70971" y="7640"/>
                    <a:pt x="60557" y="5003"/>
                  </a:cubicBezTo>
                  <a:cubicBezTo>
                    <a:pt x="47087" y="1592"/>
                    <a:pt x="36071" y="0"/>
                    <a:pt x="25913" y="0"/>
                  </a:cubicBezTo>
                  <a:close/>
                  <a:moveTo>
                    <a:pt x="124380" y="55470"/>
                  </a:moveTo>
                  <a:lnTo>
                    <a:pt x="124380" y="55473"/>
                  </a:lnTo>
                  <a:lnTo>
                    <a:pt x="124381" y="55473"/>
                  </a:lnTo>
                  <a:lnTo>
                    <a:pt x="124380" y="5547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14"/>
            <p:cNvSpPr/>
            <p:nvPr/>
          </p:nvSpPr>
          <p:spPr>
            <a:xfrm flipH="1" rot="10800000">
              <a:off x="-97184" y="-2299797"/>
              <a:ext cx="4473596" cy="1988630"/>
            </a:xfrm>
            <a:custGeom>
              <a:rect b="b" l="l" r="r" t="t"/>
              <a:pathLst>
                <a:path extrusionOk="0" h="49694" w="111791">
                  <a:moveTo>
                    <a:pt x="97341" y="420"/>
                  </a:moveTo>
                  <a:cubicBezTo>
                    <a:pt x="98733" y="420"/>
                    <a:pt x="99979" y="773"/>
                    <a:pt x="101045" y="1273"/>
                  </a:cubicBezTo>
                  <a:cubicBezTo>
                    <a:pt x="104764" y="3021"/>
                    <a:pt x="109232" y="7243"/>
                    <a:pt x="110572" y="11931"/>
                  </a:cubicBezTo>
                  <a:cubicBezTo>
                    <a:pt x="111369" y="14719"/>
                    <a:pt x="110985" y="17351"/>
                    <a:pt x="109429" y="19750"/>
                  </a:cubicBezTo>
                  <a:cubicBezTo>
                    <a:pt x="107469" y="22776"/>
                    <a:pt x="104270" y="24339"/>
                    <a:pt x="101702" y="25361"/>
                  </a:cubicBezTo>
                  <a:cubicBezTo>
                    <a:pt x="98754" y="26534"/>
                    <a:pt x="95452" y="27464"/>
                    <a:pt x="91607" y="28204"/>
                  </a:cubicBezTo>
                  <a:cubicBezTo>
                    <a:pt x="89921" y="28528"/>
                    <a:pt x="88200" y="28811"/>
                    <a:pt x="86532" y="29084"/>
                  </a:cubicBezTo>
                  <a:cubicBezTo>
                    <a:pt x="79681" y="30207"/>
                    <a:pt x="72597" y="31372"/>
                    <a:pt x="66253" y="35734"/>
                  </a:cubicBezTo>
                  <a:cubicBezTo>
                    <a:pt x="61721" y="38849"/>
                    <a:pt x="57707" y="43535"/>
                    <a:pt x="54638" y="49289"/>
                  </a:cubicBezTo>
                  <a:lnTo>
                    <a:pt x="3363" y="49289"/>
                  </a:lnTo>
                  <a:cubicBezTo>
                    <a:pt x="1730" y="49289"/>
                    <a:pt x="402" y="47585"/>
                    <a:pt x="402" y="45488"/>
                  </a:cubicBezTo>
                  <a:lnTo>
                    <a:pt x="402" y="27817"/>
                  </a:lnTo>
                  <a:cubicBezTo>
                    <a:pt x="6956" y="29756"/>
                    <a:pt x="13549" y="31125"/>
                    <a:pt x="20006" y="31888"/>
                  </a:cubicBezTo>
                  <a:cubicBezTo>
                    <a:pt x="24832" y="32458"/>
                    <a:pt x="29867" y="32744"/>
                    <a:pt x="35067" y="32744"/>
                  </a:cubicBezTo>
                  <a:cubicBezTo>
                    <a:pt x="39433" y="32744"/>
                    <a:pt x="43915" y="32543"/>
                    <a:pt x="48490" y="32140"/>
                  </a:cubicBezTo>
                  <a:cubicBezTo>
                    <a:pt x="52725" y="31766"/>
                    <a:pt x="57090" y="31156"/>
                    <a:pt x="61838" y="30276"/>
                  </a:cubicBezTo>
                  <a:cubicBezTo>
                    <a:pt x="65200" y="29650"/>
                    <a:pt x="69115" y="28700"/>
                    <a:pt x="72658" y="26377"/>
                  </a:cubicBezTo>
                  <a:cubicBezTo>
                    <a:pt x="76773" y="23677"/>
                    <a:pt x="79509" y="18971"/>
                    <a:pt x="82157" y="14419"/>
                  </a:cubicBezTo>
                  <a:cubicBezTo>
                    <a:pt x="83207" y="12610"/>
                    <a:pt x="84295" y="10742"/>
                    <a:pt x="85446" y="9038"/>
                  </a:cubicBezTo>
                  <a:cubicBezTo>
                    <a:pt x="89943" y="2389"/>
                    <a:pt x="94052" y="420"/>
                    <a:pt x="97341" y="420"/>
                  </a:cubicBezTo>
                  <a:close/>
                  <a:moveTo>
                    <a:pt x="97320" y="1"/>
                  </a:moveTo>
                  <a:cubicBezTo>
                    <a:pt x="92272" y="1"/>
                    <a:pt x="88015" y="4523"/>
                    <a:pt x="85113" y="8813"/>
                  </a:cubicBezTo>
                  <a:cubicBezTo>
                    <a:pt x="83953" y="10529"/>
                    <a:pt x="82863" y="12404"/>
                    <a:pt x="81808" y="14217"/>
                  </a:cubicBezTo>
                  <a:cubicBezTo>
                    <a:pt x="79187" y="18729"/>
                    <a:pt x="76473" y="23393"/>
                    <a:pt x="72437" y="26041"/>
                  </a:cubicBezTo>
                  <a:cubicBezTo>
                    <a:pt x="68955" y="28325"/>
                    <a:pt x="65088" y="29264"/>
                    <a:pt x="61763" y="29881"/>
                  </a:cubicBezTo>
                  <a:cubicBezTo>
                    <a:pt x="57027" y="30760"/>
                    <a:pt x="52675" y="31369"/>
                    <a:pt x="48454" y="31740"/>
                  </a:cubicBezTo>
                  <a:cubicBezTo>
                    <a:pt x="43892" y="32141"/>
                    <a:pt x="39422" y="32342"/>
                    <a:pt x="35069" y="32342"/>
                  </a:cubicBezTo>
                  <a:cubicBezTo>
                    <a:pt x="29883" y="32342"/>
                    <a:pt x="24864" y="32057"/>
                    <a:pt x="20053" y="31489"/>
                  </a:cubicBezTo>
                  <a:cubicBezTo>
                    <a:pt x="13535" y="30716"/>
                    <a:pt x="6875" y="29326"/>
                    <a:pt x="259" y="27354"/>
                  </a:cubicBezTo>
                  <a:lnTo>
                    <a:pt x="1" y="27277"/>
                  </a:lnTo>
                  <a:lnTo>
                    <a:pt x="1" y="45491"/>
                  </a:lnTo>
                  <a:cubicBezTo>
                    <a:pt x="1" y="47809"/>
                    <a:pt x="1508" y="49694"/>
                    <a:pt x="3363" y="49694"/>
                  </a:cubicBezTo>
                  <a:lnTo>
                    <a:pt x="54879" y="49694"/>
                  </a:lnTo>
                  <a:lnTo>
                    <a:pt x="54936" y="49585"/>
                  </a:lnTo>
                  <a:cubicBezTo>
                    <a:pt x="57983" y="43837"/>
                    <a:pt x="61975" y="39163"/>
                    <a:pt x="66481" y="36064"/>
                  </a:cubicBezTo>
                  <a:cubicBezTo>
                    <a:pt x="72751" y="31752"/>
                    <a:pt x="79791" y="30597"/>
                    <a:pt x="86599" y="29479"/>
                  </a:cubicBezTo>
                  <a:cubicBezTo>
                    <a:pt x="88267" y="29206"/>
                    <a:pt x="89993" y="28921"/>
                    <a:pt x="91683" y="28597"/>
                  </a:cubicBezTo>
                  <a:cubicBezTo>
                    <a:pt x="95554" y="27852"/>
                    <a:pt x="98882" y="26914"/>
                    <a:pt x="101852" y="25732"/>
                  </a:cubicBezTo>
                  <a:cubicBezTo>
                    <a:pt x="104477" y="24689"/>
                    <a:pt x="107747" y="23089"/>
                    <a:pt x="109769" y="19968"/>
                  </a:cubicBezTo>
                  <a:cubicBezTo>
                    <a:pt x="111389" y="17466"/>
                    <a:pt x="111791" y="14724"/>
                    <a:pt x="110961" y="11820"/>
                  </a:cubicBezTo>
                  <a:cubicBezTo>
                    <a:pt x="109585" y="7016"/>
                    <a:pt x="105018" y="2695"/>
                    <a:pt x="101216" y="909"/>
                  </a:cubicBezTo>
                  <a:cubicBezTo>
                    <a:pt x="99874" y="279"/>
                    <a:pt x="98573" y="1"/>
                    <a:pt x="973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14"/>
            <p:cNvSpPr/>
            <p:nvPr/>
          </p:nvSpPr>
          <p:spPr>
            <a:xfrm flipH="1" rot="10800000">
              <a:off x="2768223" y="-2299814"/>
              <a:ext cx="4335456" cy="728679"/>
            </a:xfrm>
            <a:custGeom>
              <a:rect b="b" l="l" r="r" t="t"/>
              <a:pathLst>
                <a:path extrusionOk="0" h="18209" w="108339">
                  <a:moveTo>
                    <a:pt x="27698" y="402"/>
                  </a:moveTo>
                  <a:cubicBezTo>
                    <a:pt x="32888" y="402"/>
                    <a:pt x="38022" y="2124"/>
                    <a:pt x="42576" y="3656"/>
                  </a:cubicBezTo>
                  <a:cubicBezTo>
                    <a:pt x="47416" y="5283"/>
                    <a:pt x="52582" y="6948"/>
                    <a:pt x="57857" y="7844"/>
                  </a:cubicBezTo>
                  <a:cubicBezTo>
                    <a:pt x="62292" y="8597"/>
                    <a:pt x="66755" y="8977"/>
                    <a:pt x="71177" y="8977"/>
                  </a:cubicBezTo>
                  <a:cubicBezTo>
                    <a:pt x="72693" y="8977"/>
                    <a:pt x="74204" y="8932"/>
                    <a:pt x="75707" y="8843"/>
                  </a:cubicBezTo>
                  <a:cubicBezTo>
                    <a:pt x="78578" y="8671"/>
                    <a:pt x="81363" y="8335"/>
                    <a:pt x="83983" y="7841"/>
                  </a:cubicBezTo>
                  <a:cubicBezTo>
                    <a:pt x="84740" y="7698"/>
                    <a:pt x="85506" y="7531"/>
                    <a:pt x="86246" y="7371"/>
                  </a:cubicBezTo>
                  <a:cubicBezTo>
                    <a:pt x="87567" y="7085"/>
                    <a:pt x="88932" y="6788"/>
                    <a:pt x="90288" y="6616"/>
                  </a:cubicBezTo>
                  <a:cubicBezTo>
                    <a:pt x="91569" y="6455"/>
                    <a:pt x="92767" y="6374"/>
                    <a:pt x="93889" y="6374"/>
                  </a:cubicBezTo>
                  <a:cubicBezTo>
                    <a:pt x="97369" y="6374"/>
                    <a:pt x="100126" y="7157"/>
                    <a:pt x="102405" y="8765"/>
                  </a:cubicBezTo>
                  <a:cubicBezTo>
                    <a:pt x="104715" y="10399"/>
                    <a:pt x="107752" y="14521"/>
                    <a:pt x="107336" y="17804"/>
                  </a:cubicBezTo>
                  <a:lnTo>
                    <a:pt x="2840" y="17804"/>
                  </a:lnTo>
                  <a:cubicBezTo>
                    <a:pt x="2038" y="16930"/>
                    <a:pt x="1495" y="16015"/>
                    <a:pt x="1180" y="15011"/>
                  </a:cubicBezTo>
                  <a:cubicBezTo>
                    <a:pt x="328" y="12292"/>
                    <a:pt x="1140" y="8835"/>
                    <a:pt x="2950" y="7464"/>
                  </a:cubicBezTo>
                  <a:cubicBezTo>
                    <a:pt x="4188" y="6527"/>
                    <a:pt x="5746" y="6255"/>
                    <a:pt x="7263" y="6255"/>
                  </a:cubicBezTo>
                  <a:cubicBezTo>
                    <a:pt x="8508" y="6255"/>
                    <a:pt x="9724" y="6438"/>
                    <a:pt x="10713" y="6586"/>
                  </a:cubicBezTo>
                  <a:cubicBezTo>
                    <a:pt x="13555" y="7015"/>
                    <a:pt x="16398" y="7815"/>
                    <a:pt x="19148" y="8591"/>
                  </a:cubicBezTo>
                  <a:cubicBezTo>
                    <a:pt x="20420" y="8950"/>
                    <a:pt x="21733" y="9320"/>
                    <a:pt x="23031" y="9648"/>
                  </a:cubicBezTo>
                  <a:cubicBezTo>
                    <a:pt x="23892" y="9867"/>
                    <a:pt x="24772" y="10044"/>
                    <a:pt x="25624" y="10217"/>
                  </a:cubicBezTo>
                  <a:cubicBezTo>
                    <a:pt x="26578" y="10410"/>
                    <a:pt x="27561" y="10610"/>
                    <a:pt x="28520" y="10866"/>
                  </a:cubicBezTo>
                  <a:cubicBezTo>
                    <a:pt x="29266" y="11066"/>
                    <a:pt x="30023" y="11287"/>
                    <a:pt x="30753" y="11502"/>
                  </a:cubicBezTo>
                  <a:cubicBezTo>
                    <a:pt x="31592" y="11746"/>
                    <a:pt x="32458" y="12000"/>
                    <a:pt x="33317" y="12223"/>
                  </a:cubicBezTo>
                  <a:lnTo>
                    <a:pt x="33467" y="12263"/>
                  </a:lnTo>
                  <a:cubicBezTo>
                    <a:pt x="34991" y="12659"/>
                    <a:pt x="36728" y="13111"/>
                    <a:pt x="38421" y="13111"/>
                  </a:cubicBezTo>
                  <a:cubicBezTo>
                    <a:pt x="39680" y="13111"/>
                    <a:pt x="40914" y="12861"/>
                    <a:pt x="42017" y="12152"/>
                  </a:cubicBezTo>
                  <a:cubicBezTo>
                    <a:pt x="42247" y="12003"/>
                    <a:pt x="42254" y="11687"/>
                    <a:pt x="42130" y="11480"/>
                  </a:cubicBezTo>
                  <a:cubicBezTo>
                    <a:pt x="39927" y="7838"/>
                    <a:pt x="35420" y="7355"/>
                    <a:pt x="32131" y="7002"/>
                  </a:cubicBezTo>
                  <a:cubicBezTo>
                    <a:pt x="30552" y="6834"/>
                    <a:pt x="28936" y="6794"/>
                    <a:pt x="27373" y="6755"/>
                  </a:cubicBezTo>
                  <a:cubicBezTo>
                    <a:pt x="24971" y="6694"/>
                    <a:pt x="22485" y="6634"/>
                    <a:pt x="20094" y="6098"/>
                  </a:cubicBezTo>
                  <a:lnTo>
                    <a:pt x="19861" y="6045"/>
                  </a:lnTo>
                  <a:cubicBezTo>
                    <a:pt x="19174" y="5899"/>
                    <a:pt x="18323" y="5715"/>
                    <a:pt x="17845" y="5185"/>
                  </a:cubicBezTo>
                  <a:cubicBezTo>
                    <a:pt x="17683" y="5000"/>
                    <a:pt x="17613" y="4809"/>
                    <a:pt x="17637" y="4599"/>
                  </a:cubicBezTo>
                  <a:cubicBezTo>
                    <a:pt x="17720" y="3886"/>
                    <a:pt x="18816" y="3119"/>
                    <a:pt x="19284" y="2791"/>
                  </a:cubicBezTo>
                  <a:lnTo>
                    <a:pt x="19370" y="2730"/>
                  </a:lnTo>
                  <a:cubicBezTo>
                    <a:pt x="21382" y="1313"/>
                    <a:pt x="23882" y="535"/>
                    <a:pt x="26803" y="420"/>
                  </a:cubicBezTo>
                  <a:cubicBezTo>
                    <a:pt x="27101" y="408"/>
                    <a:pt x="27399" y="402"/>
                    <a:pt x="27698" y="402"/>
                  </a:cubicBezTo>
                  <a:close/>
                  <a:moveTo>
                    <a:pt x="27716" y="0"/>
                  </a:moveTo>
                  <a:cubicBezTo>
                    <a:pt x="27408" y="0"/>
                    <a:pt x="27101" y="6"/>
                    <a:pt x="26793" y="18"/>
                  </a:cubicBezTo>
                  <a:cubicBezTo>
                    <a:pt x="23792" y="137"/>
                    <a:pt x="21220" y="940"/>
                    <a:pt x="19143" y="2401"/>
                  </a:cubicBezTo>
                  <a:lnTo>
                    <a:pt x="19057" y="2461"/>
                  </a:lnTo>
                  <a:cubicBezTo>
                    <a:pt x="18500" y="2850"/>
                    <a:pt x="17342" y="3659"/>
                    <a:pt x="17241" y="4552"/>
                  </a:cubicBezTo>
                  <a:cubicBezTo>
                    <a:pt x="17204" y="4879"/>
                    <a:pt x="17307" y="5183"/>
                    <a:pt x="17550" y="5452"/>
                  </a:cubicBezTo>
                  <a:cubicBezTo>
                    <a:pt x="18114" y="6081"/>
                    <a:pt x="19037" y="6279"/>
                    <a:pt x="19779" y="6438"/>
                  </a:cubicBezTo>
                  <a:lnTo>
                    <a:pt x="20009" y="6488"/>
                  </a:lnTo>
                  <a:cubicBezTo>
                    <a:pt x="22436" y="7034"/>
                    <a:pt x="24942" y="7095"/>
                    <a:pt x="27366" y="7155"/>
                  </a:cubicBezTo>
                  <a:cubicBezTo>
                    <a:pt x="28920" y="7194"/>
                    <a:pt x="30528" y="7234"/>
                    <a:pt x="32089" y="7401"/>
                  </a:cubicBezTo>
                  <a:cubicBezTo>
                    <a:pt x="35297" y="7744"/>
                    <a:pt x="39689" y="8215"/>
                    <a:pt x="41788" y="11686"/>
                  </a:cubicBezTo>
                  <a:cubicBezTo>
                    <a:pt x="41818" y="11736"/>
                    <a:pt x="41813" y="11800"/>
                    <a:pt x="41803" y="11810"/>
                  </a:cubicBezTo>
                  <a:cubicBezTo>
                    <a:pt x="40777" y="12469"/>
                    <a:pt x="39614" y="12703"/>
                    <a:pt x="38419" y="12703"/>
                  </a:cubicBezTo>
                  <a:cubicBezTo>
                    <a:pt x="36773" y="12703"/>
                    <a:pt x="35066" y="12260"/>
                    <a:pt x="33571" y="11872"/>
                  </a:cubicBezTo>
                  <a:lnTo>
                    <a:pt x="33421" y="11832"/>
                  </a:lnTo>
                  <a:cubicBezTo>
                    <a:pt x="32568" y="11613"/>
                    <a:pt x="31706" y="11359"/>
                    <a:pt x="30871" y="11114"/>
                  </a:cubicBezTo>
                  <a:cubicBezTo>
                    <a:pt x="30136" y="10900"/>
                    <a:pt x="29377" y="10677"/>
                    <a:pt x="28627" y="10477"/>
                  </a:cubicBezTo>
                  <a:cubicBezTo>
                    <a:pt x="27659" y="10217"/>
                    <a:pt x="26667" y="10017"/>
                    <a:pt x="25708" y="9823"/>
                  </a:cubicBezTo>
                  <a:cubicBezTo>
                    <a:pt x="24862" y="9650"/>
                    <a:pt x="23985" y="9473"/>
                    <a:pt x="23133" y="9257"/>
                  </a:cubicBezTo>
                  <a:cubicBezTo>
                    <a:pt x="21840" y="8930"/>
                    <a:pt x="20529" y="8560"/>
                    <a:pt x="19261" y="8202"/>
                  </a:cubicBezTo>
                  <a:cubicBezTo>
                    <a:pt x="16498" y="7424"/>
                    <a:pt x="13642" y="6619"/>
                    <a:pt x="10776" y="6188"/>
                  </a:cubicBezTo>
                  <a:cubicBezTo>
                    <a:pt x="9769" y="6036"/>
                    <a:pt x="8534" y="5850"/>
                    <a:pt x="7263" y="5850"/>
                  </a:cubicBezTo>
                  <a:cubicBezTo>
                    <a:pt x="5677" y="5850"/>
                    <a:pt x="4036" y="6139"/>
                    <a:pt x="2711" y="7142"/>
                  </a:cubicBezTo>
                  <a:cubicBezTo>
                    <a:pt x="579" y="8757"/>
                    <a:pt x="1" y="12576"/>
                    <a:pt x="798" y="15131"/>
                  </a:cubicBezTo>
                  <a:cubicBezTo>
                    <a:pt x="1138" y="16218"/>
                    <a:pt x="1730" y="17203"/>
                    <a:pt x="2606" y="18144"/>
                  </a:cubicBezTo>
                  <a:lnTo>
                    <a:pt x="2666" y="18209"/>
                  </a:lnTo>
                  <a:lnTo>
                    <a:pt x="107680" y="18209"/>
                  </a:lnTo>
                  <a:lnTo>
                    <a:pt x="107713" y="18040"/>
                  </a:lnTo>
                  <a:cubicBezTo>
                    <a:pt x="108339" y="14231"/>
                    <a:pt x="104720" y="9907"/>
                    <a:pt x="102642" y="8438"/>
                  </a:cubicBezTo>
                  <a:cubicBezTo>
                    <a:pt x="100295" y="6780"/>
                    <a:pt x="97465" y="5972"/>
                    <a:pt x="93901" y="5972"/>
                  </a:cubicBezTo>
                  <a:cubicBezTo>
                    <a:pt x="92759" y="5972"/>
                    <a:pt x="91543" y="6055"/>
                    <a:pt x="90243" y="6219"/>
                  </a:cubicBezTo>
                  <a:cubicBezTo>
                    <a:pt x="88870" y="6392"/>
                    <a:pt x="87495" y="6691"/>
                    <a:pt x="86166" y="6979"/>
                  </a:cubicBezTo>
                  <a:cubicBezTo>
                    <a:pt x="85428" y="7141"/>
                    <a:pt x="84666" y="7307"/>
                    <a:pt x="83913" y="7448"/>
                  </a:cubicBezTo>
                  <a:cubicBezTo>
                    <a:pt x="81310" y="7937"/>
                    <a:pt x="78543" y="8272"/>
                    <a:pt x="75687" y="8443"/>
                  </a:cubicBezTo>
                  <a:cubicBezTo>
                    <a:pt x="74193" y="8531"/>
                    <a:pt x="72692" y="8575"/>
                    <a:pt x="71186" y="8575"/>
                  </a:cubicBezTo>
                  <a:cubicBezTo>
                    <a:pt x="66784" y="8575"/>
                    <a:pt x="62342" y="8199"/>
                    <a:pt x="57928" y="7448"/>
                  </a:cubicBezTo>
                  <a:cubicBezTo>
                    <a:pt x="52682" y="6556"/>
                    <a:pt x="47532" y="4898"/>
                    <a:pt x="42708" y="3276"/>
                  </a:cubicBezTo>
                  <a:cubicBezTo>
                    <a:pt x="38128" y="1734"/>
                    <a:pt x="32975" y="0"/>
                    <a:pt x="277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14"/>
            <p:cNvSpPr/>
            <p:nvPr/>
          </p:nvSpPr>
          <p:spPr>
            <a:xfrm flipH="1" rot="10800000">
              <a:off x="4932235" y="-2299843"/>
              <a:ext cx="4348422" cy="1563444"/>
            </a:xfrm>
            <a:custGeom>
              <a:rect b="b" l="l" r="r" t="t"/>
              <a:pathLst>
                <a:path extrusionOk="0" h="39069" w="108663">
                  <a:moveTo>
                    <a:pt x="46151" y="403"/>
                  </a:moveTo>
                  <a:cubicBezTo>
                    <a:pt x="46500" y="403"/>
                    <a:pt x="46847" y="405"/>
                    <a:pt x="47194" y="409"/>
                  </a:cubicBezTo>
                  <a:cubicBezTo>
                    <a:pt x="60555" y="576"/>
                    <a:pt x="71907" y="4288"/>
                    <a:pt x="80932" y="11441"/>
                  </a:cubicBezTo>
                  <a:cubicBezTo>
                    <a:pt x="84958" y="14633"/>
                    <a:pt x="88903" y="18201"/>
                    <a:pt x="92718" y="21653"/>
                  </a:cubicBezTo>
                  <a:cubicBezTo>
                    <a:pt x="94523" y="23286"/>
                    <a:pt x="96389" y="24974"/>
                    <a:pt x="98238" y="26600"/>
                  </a:cubicBezTo>
                  <a:cubicBezTo>
                    <a:pt x="101177" y="29181"/>
                    <a:pt x="104663" y="32202"/>
                    <a:pt x="108257" y="35034"/>
                  </a:cubicBezTo>
                  <a:cubicBezTo>
                    <a:pt x="108185" y="37046"/>
                    <a:pt x="106877" y="38663"/>
                    <a:pt x="105303" y="38663"/>
                  </a:cubicBezTo>
                  <a:lnTo>
                    <a:pt x="95006" y="38663"/>
                  </a:lnTo>
                  <a:cubicBezTo>
                    <a:pt x="94337" y="37862"/>
                    <a:pt x="93741" y="37110"/>
                    <a:pt x="93190" y="36368"/>
                  </a:cubicBezTo>
                  <a:cubicBezTo>
                    <a:pt x="91738" y="34415"/>
                    <a:pt x="90482" y="32209"/>
                    <a:pt x="89268" y="30076"/>
                  </a:cubicBezTo>
                  <a:cubicBezTo>
                    <a:pt x="88255" y="28296"/>
                    <a:pt x="87207" y="26455"/>
                    <a:pt x="86046" y="24761"/>
                  </a:cubicBezTo>
                  <a:cubicBezTo>
                    <a:pt x="84901" y="23090"/>
                    <a:pt x="83654" y="21394"/>
                    <a:pt x="82109" y="20589"/>
                  </a:cubicBezTo>
                  <a:cubicBezTo>
                    <a:pt x="81766" y="20411"/>
                    <a:pt x="81285" y="20282"/>
                    <a:pt x="80790" y="20282"/>
                  </a:cubicBezTo>
                  <a:cubicBezTo>
                    <a:pt x="80446" y="20282"/>
                    <a:pt x="80095" y="20344"/>
                    <a:pt x="79779" y="20494"/>
                  </a:cubicBezTo>
                  <a:cubicBezTo>
                    <a:pt x="79253" y="20744"/>
                    <a:pt x="78909" y="21200"/>
                    <a:pt x="78784" y="21809"/>
                  </a:cubicBezTo>
                  <a:cubicBezTo>
                    <a:pt x="78479" y="23295"/>
                    <a:pt x="79725" y="24879"/>
                    <a:pt x="80550" y="25925"/>
                  </a:cubicBezTo>
                  <a:cubicBezTo>
                    <a:pt x="80666" y="26074"/>
                    <a:pt x="80775" y="26210"/>
                    <a:pt x="80868" y="26335"/>
                  </a:cubicBezTo>
                  <a:cubicBezTo>
                    <a:pt x="81946" y="27764"/>
                    <a:pt x="82835" y="29354"/>
                    <a:pt x="83661" y="31345"/>
                  </a:cubicBezTo>
                  <a:cubicBezTo>
                    <a:pt x="84287" y="32848"/>
                    <a:pt x="85364" y="35767"/>
                    <a:pt x="85660" y="38663"/>
                  </a:cubicBezTo>
                  <a:lnTo>
                    <a:pt x="76327" y="38663"/>
                  </a:lnTo>
                  <a:cubicBezTo>
                    <a:pt x="76685" y="34328"/>
                    <a:pt x="75134" y="29497"/>
                    <a:pt x="72336" y="26295"/>
                  </a:cubicBezTo>
                  <a:cubicBezTo>
                    <a:pt x="70016" y="23636"/>
                    <a:pt x="66829" y="21619"/>
                    <a:pt x="62597" y="20130"/>
                  </a:cubicBezTo>
                  <a:cubicBezTo>
                    <a:pt x="58968" y="18853"/>
                    <a:pt x="54987" y="18071"/>
                    <a:pt x="50066" y="17668"/>
                  </a:cubicBezTo>
                  <a:cubicBezTo>
                    <a:pt x="47919" y="17494"/>
                    <a:pt x="45723" y="17407"/>
                    <a:pt x="43437" y="17407"/>
                  </a:cubicBezTo>
                  <a:cubicBezTo>
                    <a:pt x="41731" y="17407"/>
                    <a:pt x="39974" y="17455"/>
                    <a:pt x="38150" y="17552"/>
                  </a:cubicBezTo>
                  <a:cubicBezTo>
                    <a:pt x="34341" y="17757"/>
                    <a:pt x="31394" y="18197"/>
                    <a:pt x="28604" y="18985"/>
                  </a:cubicBezTo>
                  <a:cubicBezTo>
                    <a:pt x="27525" y="19288"/>
                    <a:pt x="26448" y="19608"/>
                    <a:pt x="25369" y="19927"/>
                  </a:cubicBezTo>
                  <a:cubicBezTo>
                    <a:pt x="21997" y="20924"/>
                    <a:pt x="18511" y="21956"/>
                    <a:pt x="15020" y="22506"/>
                  </a:cubicBezTo>
                  <a:cubicBezTo>
                    <a:pt x="13538" y="22740"/>
                    <a:pt x="11993" y="22922"/>
                    <a:pt x="10477" y="22922"/>
                  </a:cubicBezTo>
                  <a:cubicBezTo>
                    <a:pt x="7660" y="22922"/>
                    <a:pt x="4942" y="22294"/>
                    <a:pt x="2908" y="20201"/>
                  </a:cubicBezTo>
                  <a:cubicBezTo>
                    <a:pt x="2318" y="19594"/>
                    <a:pt x="445" y="17417"/>
                    <a:pt x="1110" y="14892"/>
                  </a:cubicBezTo>
                  <a:cubicBezTo>
                    <a:pt x="1609" y="13004"/>
                    <a:pt x="3139" y="11676"/>
                    <a:pt x="4417" y="10728"/>
                  </a:cubicBezTo>
                  <a:cubicBezTo>
                    <a:pt x="7502" y="8442"/>
                    <a:pt x="11094" y="7120"/>
                    <a:pt x="14506" y="5962"/>
                  </a:cubicBezTo>
                  <a:cubicBezTo>
                    <a:pt x="25380" y="2272"/>
                    <a:pt x="36012" y="403"/>
                    <a:pt x="46151" y="403"/>
                  </a:cubicBezTo>
                  <a:close/>
                  <a:moveTo>
                    <a:pt x="46184" y="0"/>
                  </a:moveTo>
                  <a:cubicBezTo>
                    <a:pt x="35995" y="0"/>
                    <a:pt x="25302" y="1873"/>
                    <a:pt x="14376" y="5582"/>
                  </a:cubicBezTo>
                  <a:cubicBezTo>
                    <a:pt x="10932" y="6749"/>
                    <a:pt x="7309" y="8083"/>
                    <a:pt x="4175" y="10405"/>
                  </a:cubicBezTo>
                  <a:cubicBezTo>
                    <a:pt x="2845" y="11391"/>
                    <a:pt x="1250" y="12780"/>
                    <a:pt x="720" y="14790"/>
                  </a:cubicBezTo>
                  <a:cubicBezTo>
                    <a:pt x="0" y="17521"/>
                    <a:pt x="1992" y="19837"/>
                    <a:pt x="2618" y="20484"/>
                  </a:cubicBezTo>
                  <a:cubicBezTo>
                    <a:pt x="4745" y="22672"/>
                    <a:pt x="7559" y="23326"/>
                    <a:pt x="10464" y="23326"/>
                  </a:cubicBezTo>
                  <a:cubicBezTo>
                    <a:pt x="12008" y="23326"/>
                    <a:pt x="13578" y="23141"/>
                    <a:pt x="15083" y="22903"/>
                  </a:cubicBezTo>
                  <a:cubicBezTo>
                    <a:pt x="18599" y="22350"/>
                    <a:pt x="22098" y="21314"/>
                    <a:pt x="25483" y="20314"/>
                  </a:cubicBezTo>
                  <a:cubicBezTo>
                    <a:pt x="26558" y="19996"/>
                    <a:pt x="27635" y="19678"/>
                    <a:pt x="28713" y="19374"/>
                  </a:cubicBezTo>
                  <a:cubicBezTo>
                    <a:pt x="31476" y="18595"/>
                    <a:pt x="34392" y="18158"/>
                    <a:pt x="38171" y="17957"/>
                  </a:cubicBezTo>
                  <a:cubicBezTo>
                    <a:pt x="39992" y="17859"/>
                    <a:pt x="41744" y="17811"/>
                    <a:pt x="43446" y="17811"/>
                  </a:cubicBezTo>
                  <a:cubicBezTo>
                    <a:pt x="45718" y="17811"/>
                    <a:pt x="47900" y="17898"/>
                    <a:pt x="50034" y="18072"/>
                  </a:cubicBezTo>
                  <a:cubicBezTo>
                    <a:pt x="54919" y="18471"/>
                    <a:pt x="58869" y="19245"/>
                    <a:pt x="62464" y="20513"/>
                  </a:cubicBezTo>
                  <a:cubicBezTo>
                    <a:pt x="66629" y="21980"/>
                    <a:pt x="69761" y="23959"/>
                    <a:pt x="72035" y="26564"/>
                  </a:cubicBezTo>
                  <a:cubicBezTo>
                    <a:pt x="74808" y="29740"/>
                    <a:pt x="76328" y="34562"/>
                    <a:pt x="75907" y="38847"/>
                  </a:cubicBezTo>
                  <a:lnTo>
                    <a:pt x="75885" y="39069"/>
                  </a:lnTo>
                  <a:lnTo>
                    <a:pt x="86103" y="39069"/>
                  </a:lnTo>
                  <a:lnTo>
                    <a:pt x="86083" y="38849"/>
                  </a:lnTo>
                  <a:cubicBezTo>
                    <a:pt x="85816" y="35827"/>
                    <a:pt x="84685" y="32755"/>
                    <a:pt x="84035" y="31193"/>
                  </a:cubicBezTo>
                  <a:cubicBezTo>
                    <a:pt x="83194" y="29170"/>
                    <a:pt x="82289" y="27550"/>
                    <a:pt x="81192" y="26094"/>
                  </a:cubicBezTo>
                  <a:cubicBezTo>
                    <a:pt x="81095" y="25968"/>
                    <a:pt x="80986" y="25829"/>
                    <a:pt x="80868" y="25679"/>
                  </a:cubicBezTo>
                  <a:cubicBezTo>
                    <a:pt x="80089" y="24692"/>
                    <a:pt x="78913" y="23196"/>
                    <a:pt x="79180" y="21893"/>
                  </a:cubicBezTo>
                  <a:cubicBezTo>
                    <a:pt x="79280" y="21406"/>
                    <a:pt x="79542" y="21057"/>
                    <a:pt x="79953" y="20860"/>
                  </a:cubicBezTo>
                  <a:cubicBezTo>
                    <a:pt x="80215" y="20736"/>
                    <a:pt x="80506" y="20684"/>
                    <a:pt x="80793" y="20684"/>
                  </a:cubicBezTo>
                  <a:cubicBezTo>
                    <a:pt x="81216" y="20684"/>
                    <a:pt x="81630" y="20796"/>
                    <a:pt x="81925" y="20950"/>
                  </a:cubicBezTo>
                  <a:cubicBezTo>
                    <a:pt x="83388" y="21710"/>
                    <a:pt x="84600" y="23365"/>
                    <a:pt x="85716" y="24991"/>
                  </a:cubicBezTo>
                  <a:cubicBezTo>
                    <a:pt x="86867" y="26672"/>
                    <a:pt x="87910" y="28506"/>
                    <a:pt x="88919" y="30277"/>
                  </a:cubicBezTo>
                  <a:cubicBezTo>
                    <a:pt x="90139" y="32421"/>
                    <a:pt x="91401" y="34638"/>
                    <a:pt x="92868" y="36611"/>
                  </a:cubicBezTo>
                  <a:cubicBezTo>
                    <a:pt x="93440" y="37380"/>
                    <a:pt x="94059" y="38160"/>
                    <a:pt x="94759" y="38996"/>
                  </a:cubicBezTo>
                  <a:lnTo>
                    <a:pt x="94819" y="39068"/>
                  </a:lnTo>
                  <a:lnTo>
                    <a:pt x="105303" y="39068"/>
                  </a:lnTo>
                  <a:cubicBezTo>
                    <a:pt x="107121" y="39068"/>
                    <a:pt x="108627" y="37217"/>
                    <a:pt x="108661" y="34947"/>
                  </a:cubicBezTo>
                  <a:lnTo>
                    <a:pt x="108663" y="34847"/>
                  </a:lnTo>
                  <a:lnTo>
                    <a:pt x="108584" y="34784"/>
                  </a:lnTo>
                  <a:cubicBezTo>
                    <a:pt x="104971" y="31939"/>
                    <a:pt x="101460" y="28897"/>
                    <a:pt x="98502" y="26300"/>
                  </a:cubicBezTo>
                  <a:cubicBezTo>
                    <a:pt x="96655" y="24675"/>
                    <a:pt x="94790" y="22989"/>
                    <a:pt x="92987" y="21357"/>
                  </a:cubicBezTo>
                  <a:cubicBezTo>
                    <a:pt x="89168" y="17899"/>
                    <a:pt x="85217" y="14326"/>
                    <a:pt x="81181" y="11127"/>
                  </a:cubicBezTo>
                  <a:cubicBezTo>
                    <a:pt x="72085" y="3918"/>
                    <a:pt x="60650" y="176"/>
                    <a:pt x="47197" y="6"/>
                  </a:cubicBezTo>
                  <a:cubicBezTo>
                    <a:pt x="46860" y="2"/>
                    <a:pt x="46522" y="0"/>
                    <a:pt x="461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14"/>
            <p:cNvSpPr/>
            <p:nvPr/>
          </p:nvSpPr>
          <p:spPr>
            <a:xfrm flipH="1" rot="10800000">
              <a:off x="5065015" y="4471289"/>
              <a:ext cx="4355665" cy="807744"/>
            </a:xfrm>
            <a:custGeom>
              <a:rect b="b" l="l" r="r" t="t"/>
              <a:pathLst>
                <a:path extrusionOk="0" h="28164" w="108844">
                  <a:moveTo>
                    <a:pt x="105484" y="409"/>
                  </a:moveTo>
                  <a:cubicBezTo>
                    <a:pt x="107116" y="409"/>
                    <a:pt x="108443" y="2114"/>
                    <a:pt x="108443" y="4208"/>
                  </a:cubicBezTo>
                  <a:lnTo>
                    <a:pt x="108443" y="9441"/>
                  </a:lnTo>
                  <a:cubicBezTo>
                    <a:pt x="107791" y="9431"/>
                    <a:pt x="107138" y="9426"/>
                    <a:pt x="106485" y="9426"/>
                  </a:cubicBezTo>
                  <a:cubicBezTo>
                    <a:pt x="96929" y="9426"/>
                    <a:pt x="87281" y="10461"/>
                    <a:pt x="77432" y="11618"/>
                  </a:cubicBezTo>
                  <a:lnTo>
                    <a:pt x="74438" y="11967"/>
                  </a:lnTo>
                  <a:cubicBezTo>
                    <a:pt x="68077" y="12707"/>
                    <a:pt x="61497" y="13471"/>
                    <a:pt x="55052" y="14524"/>
                  </a:cubicBezTo>
                  <a:cubicBezTo>
                    <a:pt x="50937" y="15196"/>
                    <a:pt x="47239" y="15919"/>
                    <a:pt x="43750" y="16739"/>
                  </a:cubicBezTo>
                  <a:cubicBezTo>
                    <a:pt x="39671" y="17698"/>
                    <a:pt x="36280" y="18535"/>
                    <a:pt x="32894" y="19868"/>
                  </a:cubicBezTo>
                  <a:cubicBezTo>
                    <a:pt x="30642" y="20754"/>
                    <a:pt x="28443" y="21986"/>
                    <a:pt x="26315" y="23179"/>
                  </a:cubicBezTo>
                  <a:cubicBezTo>
                    <a:pt x="22603" y="25262"/>
                    <a:pt x="18761" y="27414"/>
                    <a:pt x="14582" y="27728"/>
                  </a:cubicBezTo>
                  <a:cubicBezTo>
                    <a:pt x="14284" y="27750"/>
                    <a:pt x="13983" y="27761"/>
                    <a:pt x="13680" y="27761"/>
                  </a:cubicBezTo>
                  <a:cubicBezTo>
                    <a:pt x="8600" y="27761"/>
                    <a:pt x="3011" y="24606"/>
                    <a:pt x="1265" y="17265"/>
                  </a:cubicBezTo>
                  <a:cubicBezTo>
                    <a:pt x="424" y="13728"/>
                    <a:pt x="774" y="10998"/>
                    <a:pt x="2304" y="9148"/>
                  </a:cubicBezTo>
                  <a:cubicBezTo>
                    <a:pt x="3847" y="7282"/>
                    <a:pt x="6123" y="6467"/>
                    <a:pt x="8144" y="5916"/>
                  </a:cubicBezTo>
                  <a:cubicBezTo>
                    <a:pt x="14663" y="4135"/>
                    <a:pt x="21503" y="4060"/>
                    <a:pt x="27536" y="3991"/>
                  </a:cubicBezTo>
                  <a:lnTo>
                    <a:pt x="28284" y="3982"/>
                  </a:lnTo>
                  <a:cubicBezTo>
                    <a:pt x="35338" y="3908"/>
                    <a:pt x="42635" y="3830"/>
                    <a:pt x="49562" y="1411"/>
                  </a:cubicBezTo>
                  <a:cubicBezTo>
                    <a:pt x="50530" y="1072"/>
                    <a:pt x="51303" y="753"/>
                    <a:pt x="51989" y="409"/>
                  </a:cubicBezTo>
                  <a:lnTo>
                    <a:pt x="51989" y="410"/>
                  </a:lnTo>
                  <a:lnTo>
                    <a:pt x="77472" y="410"/>
                  </a:lnTo>
                  <a:cubicBezTo>
                    <a:pt x="75657" y="1022"/>
                    <a:pt x="73845" y="1526"/>
                    <a:pt x="72138" y="1986"/>
                  </a:cubicBezTo>
                  <a:cubicBezTo>
                    <a:pt x="71479" y="2162"/>
                    <a:pt x="70816" y="2334"/>
                    <a:pt x="70156" y="2505"/>
                  </a:cubicBezTo>
                  <a:cubicBezTo>
                    <a:pt x="68329" y="2977"/>
                    <a:pt x="66440" y="3467"/>
                    <a:pt x="64605" y="4082"/>
                  </a:cubicBezTo>
                  <a:cubicBezTo>
                    <a:pt x="61004" y="5291"/>
                    <a:pt x="57124" y="6040"/>
                    <a:pt x="52740" y="6369"/>
                  </a:cubicBezTo>
                  <a:cubicBezTo>
                    <a:pt x="49638" y="6602"/>
                    <a:pt x="46418" y="6602"/>
                    <a:pt x="43304" y="6603"/>
                  </a:cubicBezTo>
                  <a:cubicBezTo>
                    <a:pt x="34965" y="6606"/>
                    <a:pt x="26344" y="6609"/>
                    <a:pt x="18528" y="10955"/>
                  </a:cubicBezTo>
                  <a:cubicBezTo>
                    <a:pt x="14223" y="13350"/>
                    <a:pt x="12644" y="15910"/>
                    <a:pt x="13835" y="18561"/>
                  </a:cubicBezTo>
                  <a:cubicBezTo>
                    <a:pt x="14838" y="20791"/>
                    <a:pt x="17057" y="22107"/>
                    <a:pt x="18813" y="22421"/>
                  </a:cubicBezTo>
                  <a:cubicBezTo>
                    <a:pt x="19239" y="22498"/>
                    <a:pt x="19668" y="22533"/>
                    <a:pt x="20097" y="22533"/>
                  </a:cubicBezTo>
                  <a:cubicBezTo>
                    <a:pt x="22307" y="22533"/>
                    <a:pt x="24513" y="21604"/>
                    <a:pt x="26433" y="20647"/>
                  </a:cubicBezTo>
                  <a:cubicBezTo>
                    <a:pt x="27444" y="20142"/>
                    <a:pt x="28451" y="19561"/>
                    <a:pt x="29427" y="18998"/>
                  </a:cubicBezTo>
                  <a:cubicBezTo>
                    <a:pt x="30955" y="18116"/>
                    <a:pt x="32534" y="17203"/>
                    <a:pt x="34157" y="16576"/>
                  </a:cubicBezTo>
                  <a:cubicBezTo>
                    <a:pt x="37956" y="15106"/>
                    <a:pt x="41874" y="14247"/>
                    <a:pt x="44864" y="13661"/>
                  </a:cubicBezTo>
                  <a:cubicBezTo>
                    <a:pt x="49244" y="12804"/>
                    <a:pt x="53720" y="12190"/>
                    <a:pt x="58050" y="11597"/>
                  </a:cubicBezTo>
                  <a:cubicBezTo>
                    <a:pt x="61146" y="11172"/>
                    <a:pt x="64344" y="10734"/>
                    <a:pt x="67486" y="10209"/>
                  </a:cubicBezTo>
                  <a:cubicBezTo>
                    <a:pt x="71305" y="9572"/>
                    <a:pt x="74827" y="8898"/>
                    <a:pt x="78252" y="8150"/>
                  </a:cubicBezTo>
                  <a:cubicBezTo>
                    <a:pt x="80759" y="7602"/>
                    <a:pt x="84017" y="6743"/>
                    <a:pt x="86995" y="4937"/>
                  </a:cubicBezTo>
                  <a:cubicBezTo>
                    <a:pt x="88677" y="3915"/>
                    <a:pt x="90044" y="2435"/>
                    <a:pt x="91173" y="409"/>
                  </a:cubicBezTo>
                  <a:close/>
                  <a:moveTo>
                    <a:pt x="90934" y="0"/>
                  </a:moveTo>
                  <a:lnTo>
                    <a:pt x="90877" y="105"/>
                  </a:lnTo>
                  <a:cubicBezTo>
                    <a:pt x="89755" y="2148"/>
                    <a:pt x="88458" y="3572"/>
                    <a:pt x="86786" y="4587"/>
                  </a:cubicBezTo>
                  <a:cubicBezTo>
                    <a:pt x="83860" y="6361"/>
                    <a:pt x="80642" y="7209"/>
                    <a:pt x="78166" y="7749"/>
                  </a:cubicBezTo>
                  <a:cubicBezTo>
                    <a:pt x="74747" y="8496"/>
                    <a:pt x="71232" y="9168"/>
                    <a:pt x="67420" y="9804"/>
                  </a:cubicBezTo>
                  <a:cubicBezTo>
                    <a:pt x="64284" y="10326"/>
                    <a:pt x="61086" y="10767"/>
                    <a:pt x="57994" y="11189"/>
                  </a:cubicBezTo>
                  <a:cubicBezTo>
                    <a:pt x="53660" y="11784"/>
                    <a:pt x="49177" y="12398"/>
                    <a:pt x="44787" y="13257"/>
                  </a:cubicBezTo>
                  <a:cubicBezTo>
                    <a:pt x="41781" y="13846"/>
                    <a:pt x="37840" y="14712"/>
                    <a:pt x="34011" y="16192"/>
                  </a:cubicBezTo>
                  <a:cubicBezTo>
                    <a:pt x="32361" y="16832"/>
                    <a:pt x="30768" y="17751"/>
                    <a:pt x="29227" y="18641"/>
                  </a:cubicBezTo>
                  <a:cubicBezTo>
                    <a:pt x="28257" y="19199"/>
                    <a:pt x="27256" y="19778"/>
                    <a:pt x="26252" y="20278"/>
                  </a:cubicBezTo>
                  <a:cubicBezTo>
                    <a:pt x="24377" y="21213"/>
                    <a:pt x="22228" y="22123"/>
                    <a:pt x="20096" y="22123"/>
                  </a:cubicBezTo>
                  <a:cubicBezTo>
                    <a:pt x="19691" y="22123"/>
                    <a:pt x="19286" y="22090"/>
                    <a:pt x="18884" y="22019"/>
                  </a:cubicBezTo>
                  <a:cubicBezTo>
                    <a:pt x="17234" y="21723"/>
                    <a:pt x="15146" y="20485"/>
                    <a:pt x="14203" y="18389"/>
                  </a:cubicBezTo>
                  <a:cubicBezTo>
                    <a:pt x="13112" y="15962"/>
                    <a:pt x="14633" y="13577"/>
                    <a:pt x="18725" y="11302"/>
                  </a:cubicBezTo>
                  <a:cubicBezTo>
                    <a:pt x="26450" y="7006"/>
                    <a:pt x="35017" y="7004"/>
                    <a:pt x="43304" y="7002"/>
                  </a:cubicBezTo>
                  <a:cubicBezTo>
                    <a:pt x="46426" y="7002"/>
                    <a:pt x="49654" y="6999"/>
                    <a:pt x="52770" y="6766"/>
                  </a:cubicBezTo>
                  <a:cubicBezTo>
                    <a:pt x="57188" y="6433"/>
                    <a:pt x="61100" y="5680"/>
                    <a:pt x="64734" y="4460"/>
                  </a:cubicBezTo>
                  <a:cubicBezTo>
                    <a:pt x="66555" y="3847"/>
                    <a:pt x="68437" y="3359"/>
                    <a:pt x="70258" y="2889"/>
                  </a:cubicBezTo>
                  <a:cubicBezTo>
                    <a:pt x="70921" y="2718"/>
                    <a:pt x="71583" y="2546"/>
                    <a:pt x="72244" y="2369"/>
                  </a:cubicBezTo>
                  <a:cubicBezTo>
                    <a:pt x="74310" y="1815"/>
                    <a:pt x="76526" y="1191"/>
                    <a:pt x="78725" y="393"/>
                  </a:cubicBezTo>
                  <a:lnTo>
                    <a:pt x="79801" y="3"/>
                  </a:lnTo>
                  <a:lnTo>
                    <a:pt x="51891" y="3"/>
                  </a:lnTo>
                  <a:lnTo>
                    <a:pt x="51849" y="25"/>
                  </a:lnTo>
                  <a:cubicBezTo>
                    <a:pt x="51168" y="369"/>
                    <a:pt x="50398" y="688"/>
                    <a:pt x="49430" y="1026"/>
                  </a:cubicBezTo>
                  <a:cubicBezTo>
                    <a:pt x="42565" y="3424"/>
                    <a:pt x="35301" y="3502"/>
                    <a:pt x="28279" y="3577"/>
                  </a:cubicBezTo>
                  <a:lnTo>
                    <a:pt x="27530" y="3587"/>
                  </a:lnTo>
                  <a:cubicBezTo>
                    <a:pt x="21472" y="3654"/>
                    <a:pt x="14606" y="3731"/>
                    <a:pt x="8035" y="5524"/>
                  </a:cubicBezTo>
                  <a:cubicBezTo>
                    <a:pt x="5955" y="6091"/>
                    <a:pt x="3608" y="6937"/>
                    <a:pt x="1994" y="8889"/>
                  </a:cubicBezTo>
                  <a:cubicBezTo>
                    <a:pt x="378" y="10842"/>
                    <a:pt x="1" y="13691"/>
                    <a:pt x="872" y="17356"/>
                  </a:cubicBezTo>
                  <a:cubicBezTo>
                    <a:pt x="2415" y="23842"/>
                    <a:pt x="7591" y="28164"/>
                    <a:pt x="13647" y="28164"/>
                  </a:cubicBezTo>
                  <a:cubicBezTo>
                    <a:pt x="13966" y="28164"/>
                    <a:pt x="14287" y="28154"/>
                    <a:pt x="14609" y="28121"/>
                  </a:cubicBezTo>
                  <a:cubicBezTo>
                    <a:pt x="18878" y="27800"/>
                    <a:pt x="22758" y="25623"/>
                    <a:pt x="26511" y="23520"/>
                  </a:cubicBezTo>
                  <a:cubicBezTo>
                    <a:pt x="28626" y="22334"/>
                    <a:pt x="30812" y="21108"/>
                    <a:pt x="33038" y="20233"/>
                  </a:cubicBezTo>
                  <a:cubicBezTo>
                    <a:pt x="36400" y="18911"/>
                    <a:pt x="39775" y="18075"/>
                    <a:pt x="43838" y="17121"/>
                  </a:cubicBezTo>
                  <a:cubicBezTo>
                    <a:pt x="47319" y="16305"/>
                    <a:pt x="51008" y="15582"/>
                    <a:pt x="55113" y="14912"/>
                  </a:cubicBezTo>
                  <a:cubicBezTo>
                    <a:pt x="61550" y="13861"/>
                    <a:pt x="68126" y="13097"/>
                    <a:pt x="74484" y="12357"/>
                  </a:cubicBezTo>
                  <a:lnTo>
                    <a:pt x="77477" y="12010"/>
                  </a:lnTo>
                  <a:cubicBezTo>
                    <a:pt x="87323" y="10854"/>
                    <a:pt x="96973" y="9822"/>
                    <a:pt x="106514" y="9822"/>
                  </a:cubicBezTo>
                  <a:cubicBezTo>
                    <a:pt x="107222" y="9822"/>
                    <a:pt x="107930" y="9827"/>
                    <a:pt x="108637" y="9839"/>
                  </a:cubicBezTo>
                  <a:lnTo>
                    <a:pt x="108843" y="9842"/>
                  </a:lnTo>
                  <a:lnTo>
                    <a:pt x="108843" y="4203"/>
                  </a:lnTo>
                  <a:cubicBezTo>
                    <a:pt x="108843" y="1884"/>
                    <a:pt x="107336" y="0"/>
                    <a:pt x="1054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6" name="Google Shape;376;p14"/>
          <p:cNvSpPr/>
          <p:nvPr/>
        </p:nvSpPr>
        <p:spPr>
          <a:xfrm>
            <a:off x="1418350" y="362750"/>
            <a:ext cx="6414000" cy="4594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14"/>
          <p:cNvSpPr/>
          <p:nvPr/>
        </p:nvSpPr>
        <p:spPr>
          <a:xfrm>
            <a:off x="1311650" y="271625"/>
            <a:ext cx="6414000" cy="45849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14"/>
          <p:cNvSpPr txBox="1"/>
          <p:nvPr>
            <p:ph type="title"/>
          </p:nvPr>
        </p:nvSpPr>
        <p:spPr>
          <a:xfrm>
            <a:off x="3120175" y="3027700"/>
            <a:ext cx="4476300" cy="1084500"/>
          </a:xfrm>
          <a:prstGeom prst="rect">
            <a:avLst/>
          </a:prstGeom>
        </p:spPr>
        <p:txBody>
          <a:bodyPr anchorCtr="0" anchor="ctr" bIns="91425" lIns="91425" spcFirstLastPara="1" rIns="91425" wrap="square" tIns="91425">
            <a:noAutofit/>
          </a:bodyPr>
          <a:lstStyle>
            <a:lvl1pPr lvl="0" rtl="0">
              <a:lnSpc>
                <a:spcPct val="80000"/>
              </a:lnSpc>
              <a:spcBef>
                <a:spcPts val="0"/>
              </a:spcBef>
              <a:spcAft>
                <a:spcPts val="0"/>
              </a:spcAft>
              <a:buSzPts val="3600"/>
              <a:buNone/>
              <a:defRPr sz="72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379" name="Google Shape;379;p14"/>
          <p:cNvSpPr txBox="1"/>
          <p:nvPr>
            <p:ph hasCustomPrompt="1" idx="2" type="title"/>
          </p:nvPr>
        </p:nvSpPr>
        <p:spPr>
          <a:xfrm>
            <a:off x="1638513" y="3394725"/>
            <a:ext cx="10845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b="1" sz="60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380" name="Google Shape;380;p14"/>
          <p:cNvSpPr txBox="1"/>
          <p:nvPr>
            <p:ph idx="1" type="subTitle"/>
          </p:nvPr>
        </p:nvSpPr>
        <p:spPr>
          <a:xfrm>
            <a:off x="3120213" y="3998100"/>
            <a:ext cx="2379300" cy="60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solidFill>
                  <a:schemeClr val="hlink"/>
                </a:solidFill>
              </a:defRPr>
            </a:lvl1pPr>
            <a:lvl2pPr lvl="1" rtl="0">
              <a:lnSpc>
                <a:spcPct val="100000"/>
              </a:lnSpc>
              <a:spcBef>
                <a:spcPts val="160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3">
  <p:cSld name="SECTION_HEADER_1_2">
    <p:bg>
      <p:bgPr>
        <a:solidFill>
          <a:schemeClr val="accent4"/>
        </a:solidFill>
      </p:bgPr>
    </p:bg>
    <p:spTree>
      <p:nvGrpSpPr>
        <p:cNvPr id="381" name="Shape 381"/>
        <p:cNvGrpSpPr/>
        <p:nvPr/>
      </p:nvGrpSpPr>
      <p:grpSpPr>
        <a:xfrm>
          <a:off x="0" y="0"/>
          <a:ext cx="0" cy="0"/>
          <a:chOff x="0" y="0"/>
          <a:chExt cx="0" cy="0"/>
        </a:xfrm>
      </p:grpSpPr>
      <p:sp>
        <p:nvSpPr>
          <p:cNvPr id="382" name="Google Shape;382;p15"/>
          <p:cNvSpPr/>
          <p:nvPr/>
        </p:nvSpPr>
        <p:spPr>
          <a:xfrm flipH="1" rot="10800000">
            <a:off x="-89101" y="3917310"/>
            <a:ext cx="3985503" cy="848251"/>
          </a:xfrm>
          <a:custGeom>
            <a:rect b="b" l="l" r="r" t="t"/>
            <a:pathLst>
              <a:path extrusionOk="0" h="21197" w="99594">
                <a:moveTo>
                  <a:pt x="65021" y="0"/>
                </a:moveTo>
                <a:cubicBezTo>
                  <a:pt x="64434" y="0"/>
                  <a:pt x="63848" y="10"/>
                  <a:pt x="63260" y="29"/>
                </a:cubicBezTo>
                <a:cubicBezTo>
                  <a:pt x="57732" y="207"/>
                  <a:pt x="52245" y="1096"/>
                  <a:pt x="46816" y="2389"/>
                </a:cubicBezTo>
                <a:cubicBezTo>
                  <a:pt x="41611" y="3631"/>
                  <a:pt x="36750" y="6060"/>
                  <a:pt x="31830" y="8475"/>
                </a:cubicBezTo>
                <a:cubicBezTo>
                  <a:pt x="27244" y="10725"/>
                  <a:pt x="22624" y="12692"/>
                  <a:pt x="17724" y="13463"/>
                </a:cubicBezTo>
                <a:cubicBezTo>
                  <a:pt x="15802" y="13765"/>
                  <a:pt x="13860" y="13942"/>
                  <a:pt x="11920" y="13942"/>
                </a:cubicBezTo>
                <a:cubicBezTo>
                  <a:pt x="10234" y="13942"/>
                  <a:pt x="8549" y="13808"/>
                  <a:pt x="6879" y="13505"/>
                </a:cubicBezTo>
                <a:cubicBezTo>
                  <a:pt x="4515" y="13077"/>
                  <a:pt x="2162" y="12285"/>
                  <a:pt x="0" y="10984"/>
                </a:cubicBezTo>
                <a:lnTo>
                  <a:pt x="0" y="18944"/>
                </a:lnTo>
                <a:cubicBezTo>
                  <a:pt x="1762" y="19024"/>
                  <a:pt x="3523" y="19075"/>
                  <a:pt x="5283" y="19075"/>
                </a:cubicBezTo>
                <a:cubicBezTo>
                  <a:pt x="9227" y="19075"/>
                  <a:pt x="13162" y="18820"/>
                  <a:pt x="17071" y="18072"/>
                </a:cubicBezTo>
                <a:cubicBezTo>
                  <a:pt x="21981" y="17133"/>
                  <a:pt x="26589" y="15270"/>
                  <a:pt x="30996" y="12374"/>
                </a:cubicBezTo>
                <a:cubicBezTo>
                  <a:pt x="33739" y="10570"/>
                  <a:pt x="36781" y="9886"/>
                  <a:pt x="39837" y="9886"/>
                </a:cubicBezTo>
                <a:cubicBezTo>
                  <a:pt x="40660" y="9886"/>
                  <a:pt x="41484" y="9936"/>
                  <a:pt x="42304" y="10026"/>
                </a:cubicBezTo>
                <a:cubicBezTo>
                  <a:pt x="50992" y="10985"/>
                  <a:pt x="59004" y="15789"/>
                  <a:pt x="67420" y="18291"/>
                </a:cubicBezTo>
                <a:cubicBezTo>
                  <a:pt x="72853" y="19907"/>
                  <a:pt x="78486" y="20812"/>
                  <a:pt x="84058" y="21107"/>
                </a:cubicBezTo>
                <a:cubicBezTo>
                  <a:pt x="85055" y="21160"/>
                  <a:pt x="86060" y="21196"/>
                  <a:pt x="87066" y="21196"/>
                </a:cubicBezTo>
                <a:cubicBezTo>
                  <a:pt x="89207" y="21196"/>
                  <a:pt x="91355" y="21031"/>
                  <a:pt x="93446" y="20508"/>
                </a:cubicBezTo>
                <a:cubicBezTo>
                  <a:pt x="95522" y="19989"/>
                  <a:pt x="98275" y="18989"/>
                  <a:pt x="98894" y="16049"/>
                </a:cubicBezTo>
                <a:cubicBezTo>
                  <a:pt x="99594" y="12721"/>
                  <a:pt x="97265" y="10188"/>
                  <a:pt x="95270" y="8623"/>
                </a:cubicBezTo>
                <a:cubicBezTo>
                  <a:pt x="92667" y="6581"/>
                  <a:pt x="89709" y="5268"/>
                  <a:pt x="86790" y="4165"/>
                </a:cubicBezTo>
                <a:cubicBezTo>
                  <a:pt x="79711" y="1489"/>
                  <a:pt x="72404" y="0"/>
                  <a:pt x="65021"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15"/>
          <p:cNvSpPr/>
          <p:nvPr/>
        </p:nvSpPr>
        <p:spPr>
          <a:xfrm flipH="1" rot="10800000">
            <a:off x="-89221" y="1998098"/>
            <a:ext cx="8386467" cy="1819876"/>
          </a:xfrm>
          <a:custGeom>
            <a:rect b="b" l="l" r="r" t="t"/>
            <a:pathLst>
              <a:path extrusionOk="0" h="45477" w="209570">
                <a:moveTo>
                  <a:pt x="173399" y="0"/>
                </a:moveTo>
                <a:cubicBezTo>
                  <a:pt x="171819" y="0"/>
                  <a:pt x="170239" y="33"/>
                  <a:pt x="168661" y="80"/>
                </a:cubicBezTo>
                <a:cubicBezTo>
                  <a:pt x="164324" y="208"/>
                  <a:pt x="160018" y="528"/>
                  <a:pt x="155729" y="1390"/>
                </a:cubicBezTo>
                <a:cubicBezTo>
                  <a:pt x="151776" y="2184"/>
                  <a:pt x="147874" y="3386"/>
                  <a:pt x="144099" y="5071"/>
                </a:cubicBezTo>
                <a:cubicBezTo>
                  <a:pt x="140139" y="6838"/>
                  <a:pt x="136425" y="9227"/>
                  <a:pt x="132734" y="11745"/>
                </a:cubicBezTo>
                <a:cubicBezTo>
                  <a:pt x="125453" y="16714"/>
                  <a:pt x="118372" y="22168"/>
                  <a:pt x="110478" y="25489"/>
                </a:cubicBezTo>
                <a:cubicBezTo>
                  <a:pt x="104010" y="28211"/>
                  <a:pt x="97197" y="29287"/>
                  <a:pt x="90399" y="29287"/>
                </a:cubicBezTo>
                <a:cubicBezTo>
                  <a:pt x="89168" y="29287"/>
                  <a:pt x="87937" y="29252"/>
                  <a:pt x="86709" y="29185"/>
                </a:cubicBezTo>
                <a:cubicBezTo>
                  <a:pt x="70235" y="28285"/>
                  <a:pt x="53959" y="22404"/>
                  <a:pt x="38422" y="15780"/>
                </a:cubicBezTo>
                <a:cubicBezTo>
                  <a:pt x="34245" y="13999"/>
                  <a:pt x="30113" y="12729"/>
                  <a:pt x="25697" y="12479"/>
                </a:cubicBezTo>
                <a:cubicBezTo>
                  <a:pt x="24449" y="12409"/>
                  <a:pt x="23202" y="12379"/>
                  <a:pt x="21954" y="12379"/>
                </a:cubicBezTo>
                <a:cubicBezTo>
                  <a:pt x="18881" y="12379"/>
                  <a:pt x="15809" y="12558"/>
                  <a:pt x="12741" y="12746"/>
                </a:cubicBezTo>
                <a:cubicBezTo>
                  <a:pt x="9315" y="12958"/>
                  <a:pt x="5883" y="13109"/>
                  <a:pt x="2471" y="13588"/>
                </a:cubicBezTo>
                <a:cubicBezTo>
                  <a:pt x="1651" y="13702"/>
                  <a:pt x="825" y="13831"/>
                  <a:pt x="0" y="13986"/>
                </a:cubicBezTo>
                <a:lnTo>
                  <a:pt x="0" y="21931"/>
                </a:lnTo>
                <a:cubicBezTo>
                  <a:pt x="3093" y="20622"/>
                  <a:pt x="6277" y="19799"/>
                  <a:pt x="9551" y="19799"/>
                </a:cubicBezTo>
                <a:cubicBezTo>
                  <a:pt x="10632" y="19799"/>
                  <a:pt x="11722" y="19889"/>
                  <a:pt x="12823" y="20080"/>
                </a:cubicBezTo>
                <a:cubicBezTo>
                  <a:pt x="20488" y="21419"/>
                  <a:pt x="27144" y="26632"/>
                  <a:pt x="33499" y="31891"/>
                </a:cubicBezTo>
                <a:cubicBezTo>
                  <a:pt x="45486" y="41811"/>
                  <a:pt x="59912" y="45476"/>
                  <a:pt x="74081" y="45476"/>
                </a:cubicBezTo>
                <a:cubicBezTo>
                  <a:pt x="74665" y="45476"/>
                  <a:pt x="75248" y="45470"/>
                  <a:pt x="75831" y="45458"/>
                </a:cubicBezTo>
                <a:cubicBezTo>
                  <a:pt x="90804" y="45142"/>
                  <a:pt x="106177" y="41401"/>
                  <a:pt x="119282" y="31968"/>
                </a:cubicBezTo>
                <a:cubicBezTo>
                  <a:pt x="125990" y="27139"/>
                  <a:pt x="132221" y="21338"/>
                  <a:pt x="138817" y="16271"/>
                </a:cubicBezTo>
                <a:cubicBezTo>
                  <a:pt x="142143" y="13714"/>
                  <a:pt x="145448" y="11379"/>
                  <a:pt x="149316" y="10440"/>
                </a:cubicBezTo>
                <a:cubicBezTo>
                  <a:pt x="150812" y="10078"/>
                  <a:pt x="152323" y="9917"/>
                  <a:pt x="153836" y="9917"/>
                </a:cubicBezTo>
                <a:cubicBezTo>
                  <a:pt x="155625" y="9917"/>
                  <a:pt x="157416" y="10142"/>
                  <a:pt x="159185" y="10527"/>
                </a:cubicBezTo>
                <a:cubicBezTo>
                  <a:pt x="162983" y="11352"/>
                  <a:pt x="166672" y="12839"/>
                  <a:pt x="170334" y="14321"/>
                </a:cubicBezTo>
                <a:cubicBezTo>
                  <a:pt x="174482" y="15997"/>
                  <a:pt x="178713" y="17383"/>
                  <a:pt x="182992" y="18407"/>
                </a:cubicBezTo>
                <a:cubicBezTo>
                  <a:pt x="186653" y="19282"/>
                  <a:pt x="190426" y="19787"/>
                  <a:pt x="194193" y="19787"/>
                </a:cubicBezTo>
                <a:cubicBezTo>
                  <a:pt x="197694" y="19787"/>
                  <a:pt x="201190" y="19351"/>
                  <a:pt x="204587" y="18369"/>
                </a:cubicBezTo>
                <a:cubicBezTo>
                  <a:pt x="206831" y="17721"/>
                  <a:pt x="209570" y="16218"/>
                  <a:pt x="208195" y="12736"/>
                </a:cubicBezTo>
                <a:cubicBezTo>
                  <a:pt x="207019" y="9759"/>
                  <a:pt x="203809" y="8201"/>
                  <a:pt x="201535" y="7001"/>
                </a:cubicBezTo>
                <a:cubicBezTo>
                  <a:pt x="195238" y="3676"/>
                  <a:pt x="188684" y="1200"/>
                  <a:pt x="181872" y="426"/>
                </a:cubicBezTo>
                <a:cubicBezTo>
                  <a:pt x="179055" y="106"/>
                  <a:pt x="176227" y="0"/>
                  <a:pt x="173399"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15"/>
          <p:cNvSpPr/>
          <p:nvPr/>
        </p:nvSpPr>
        <p:spPr>
          <a:xfrm flipH="1" rot="10800000">
            <a:off x="-89101" y="2398138"/>
            <a:ext cx="819678" cy="314658"/>
          </a:xfrm>
          <a:custGeom>
            <a:rect b="b" l="l" r="r" t="t"/>
            <a:pathLst>
              <a:path extrusionOk="0" h="7863" w="20483">
                <a:moveTo>
                  <a:pt x="10679" y="1"/>
                </a:moveTo>
                <a:cubicBezTo>
                  <a:pt x="7200" y="1"/>
                  <a:pt x="3530" y="930"/>
                  <a:pt x="0" y="1036"/>
                </a:cubicBezTo>
                <a:lnTo>
                  <a:pt x="0" y="7210"/>
                </a:lnTo>
                <a:cubicBezTo>
                  <a:pt x="73" y="7210"/>
                  <a:pt x="146" y="7210"/>
                  <a:pt x="218" y="7210"/>
                </a:cubicBezTo>
                <a:cubicBezTo>
                  <a:pt x="2966" y="7210"/>
                  <a:pt x="5723" y="7366"/>
                  <a:pt x="8473" y="7532"/>
                </a:cubicBezTo>
                <a:cubicBezTo>
                  <a:pt x="10471" y="7652"/>
                  <a:pt x="12481" y="7858"/>
                  <a:pt x="14482" y="7862"/>
                </a:cubicBezTo>
                <a:cubicBezTo>
                  <a:pt x="14579" y="7862"/>
                  <a:pt x="14677" y="7863"/>
                  <a:pt x="14776" y="7863"/>
                </a:cubicBezTo>
                <a:cubicBezTo>
                  <a:pt x="16107" y="7863"/>
                  <a:pt x="17589" y="7805"/>
                  <a:pt x="18794" y="7093"/>
                </a:cubicBezTo>
                <a:cubicBezTo>
                  <a:pt x="20483" y="6096"/>
                  <a:pt x="19330" y="4228"/>
                  <a:pt x="18366" y="3075"/>
                </a:cubicBezTo>
                <a:cubicBezTo>
                  <a:pt x="16959" y="1395"/>
                  <a:pt x="15150" y="529"/>
                  <a:pt x="13253" y="203"/>
                </a:cubicBezTo>
                <a:cubicBezTo>
                  <a:pt x="12410" y="59"/>
                  <a:pt x="11551" y="1"/>
                  <a:pt x="10679"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15"/>
          <p:cNvSpPr/>
          <p:nvPr/>
        </p:nvSpPr>
        <p:spPr>
          <a:xfrm flipH="1" rot="10800000">
            <a:off x="-89101" y="1041269"/>
            <a:ext cx="9361694" cy="2012360"/>
          </a:xfrm>
          <a:custGeom>
            <a:rect b="b" l="l" r="r" t="t"/>
            <a:pathLst>
              <a:path extrusionOk="0" h="50287" w="233940">
                <a:moveTo>
                  <a:pt x="233940" y="0"/>
                </a:moveTo>
                <a:cubicBezTo>
                  <a:pt x="230479" y="1532"/>
                  <a:pt x="227264" y="3838"/>
                  <a:pt x="224035" y="6016"/>
                </a:cubicBezTo>
                <a:cubicBezTo>
                  <a:pt x="219999" y="8735"/>
                  <a:pt x="215918" y="11195"/>
                  <a:pt x="211510" y="12795"/>
                </a:cubicBezTo>
                <a:cubicBezTo>
                  <a:pt x="205977" y="14804"/>
                  <a:pt x="200252" y="15619"/>
                  <a:pt x="194517" y="15619"/>
                </a:cubicBezTo>
                <a:cubicBezTo>
                  <a:pt x="191019" y="15619"/>
                  <a:pt x="187518" y="15316"/>
                  <a:pt x="184053" y="14796"/>
                </a:cubicBezTo>
                <a:cubicBezTo>
                  <a:pt x="174879" y="13417"/>
                  <a:pt x="165892" y="10575"/>
                  <a:pt x="156983" y="7553"/>
                </a:cubicBezTo>
                <a:cubicBezTo>
                  <a:pt x="154186" y="6603"/>
                  <a:pt x="151295" y="5923"/>
                  <a:pt x="148402" y="5923"/>
                </a:cubicBezTo>
                <a:cubicBezTo>
                  <a:pt x="147105" y="5923"/>
                  <a:pt x="145807" y="6060"/>
                  <a:pt x="144518" y="6370"/>
                </a:cubicBezTo>
                <a:cubicBezTo>
                  <a:pt x="141010" y="7213"/>
                  <a:pt x="137841" y="9316"/>
                  <a:pt x="134862" y="11732"/>
                </a:cubicBezTo>
                <a:cubicBezTo>
                  <a:pt x="131415" y="14529"/>
                  <a:pt x="128149" y="17665"/>
                  <a:pt x="124700" y="20457"/>
                </a:cubicBezTo>
                <a:cubicBezTo>
                  <a:pt x="120681" y="23709"/>
                  <a:pt x="116461" y="26565"/>
                  <a:pt x="112085" y="28971"/>
                </a:cubicBezTo>
                <a:cubicBezTo>
                  <a:pt x="103869" y="33488"/>
                  <a:pt x="95132" y="36387"/>
                  <a:pt x="86236" y="37674"/>
                </a:cubicBezTo>
                <a:cubicBezTo>
                  <a:pt x="82434" y="38224"/>
                  <a:pt x="78620" y="38471"/>
                  <a:pt x="74803" y="38471"/>
                </a:cubicBezTo>
                <a:cubicBezTo>
                  <a:pt x="58405" y="38471"/>
                  <a:pt x="41951" y="33908"/>
                  <a:pt x="26125" y="29171"/>
                </a:cubicBezTo>
                <a:cubicBezTo>
                  <a:pt x="17408" y="26561"/>
                  <a:pt x="8732" y="23693"/>
                  <a:pt x="0" y="21148"/>
                </a:cubicBezTo>
                <a:lnTo>
                  <a:pt x="0" y="30371"/>
                </a:lnTo>
                <a:cubicBezTo>
                  <a:pt x="3472" y="33108"/>
                  <a:pt x="7489" y="35009"/>
                  <a:pt x="11115" y="36595"/>
                </a:cubicBezTo>
                <a:cubicBezTo>
                  <a:pt x="17532" y="39404"/>
                  <a:pt x="24220" y="41608"/>
                  <a:pt x="30929" y="42938"/>
                </a:cubicBezTo>
                <a:cubicBezTo>
                  <a:pt x="38228" y="44386"/>
                  <a:pt x="45630" y="44923"/>
                  <a:pt x="53022" y="44923"/>
                </a:cubicBezTo>
                <a:cubicBezTo>
                  <a:pt x="55748" y="44923"/>
                  <a:pt x="58473" y="44850"/>
                  <a:pt x="61191" y="44723"/>
                </a:cubicBezTo>
                <a:cubicBezTo>
                  <a:pt x="71533" y="44237"/>
                  <a:pt x="81978" y="43258"/>
                  <a:pt x="92233" y="41498"/>
                </a:cubicBezTo>
                <a:cubicBezTo>
                  <a:pt x="102742" y="39694"/>
                  <a:pt x="112661" y="35767"/>
                  <a:pt x="122701" y="31597"/>
                </a:cubicBezTo>
                <a:cubicBezTo>
                  <a:pt x="132437" y="27557"/>
                  <a:pt x="142206" y="24207"/>
                  <a:pt x="152521" y="24092"/>
                </a:cubicBezTo>
                <a:cubicBezTo>
                  <a:pt x="152754" y="24089"/>
                  <a:pt x="152988" y="24088"/>
                  <a:pt x="153222" y="24088"/>
                </a:cubicBezTo>
                <a:cubicBezTo>
                  <a:pt x="163194" y="24088"/>
                  <a:pt x="173100" y="26520"/>
                  <a:pt x="182555" y="30450"/>
                </a:cubicBezTo>
                <a:cubicBezTo>
                  <a:pt x="187610" y="32550"/>
                  <a:pt x="192565" y="35025"/>
                  <a:pt x="197604" y="37193"/>
                </a:cubicBezTo>
                <a:cubicBezTo>
                  <a:pt x="202625" y="39352"/>
                  <a:pt x="207681" y="41382"/>
                  <a:pt x="212770" y="43265"/>
                </a:cubicBezTo>
                <a:cubicBezTo>
                  <a:pt x="219747" y="45846"/>
                  <a:pt x="226825" y="48256"/>
                  <a:pt x="233940" y="50286"/>
                </a:cubicBezTo>
                <a:lnTo>
                  <a:pt x="233940" y="34729"/>
                </a:lnTo>
                <a:cubicBezTo>
                  <a:pt x="233339" y="34539"/>
                  <a:pt x="232731" y="34368"/>
                  <a:pt x="232112" y="34224"/>
                </a:cubicBezTo>
                <a:cubicBezTo>
                  <a:pt x="229270" y="33551"/>
                  <a:pt x="226381" y="33250"/>
                  <a:pt x="223499" y="32996"/>
                </a:cubicBezTo>
                <a:cubicBezTo>
                  <a:pt x="219753" y="32668"/>
                  <a:pt x="216005" y="32333"/>
                  <a:pt x="212261" y="31960"/>
                </a:cubicBezTo>
                <a:cubicBezTo>
                  <a:pt x="208072" y="31543"/>
                  <a:pt x="203886" y="31089"/>
                  <a:pt x="199705" y="30539"/>
                </a:cubicBezTo>
                <a:cubicBezTo>
                  <a:pt x="195713" y="30014"/>
                  <a:pt x="191661" y="29550"/>
                  <a:pt x="187710" y="28635"/>
                </a:cubicBezTo>
                <a:cubicBezTo>
                  <a:pt x="184185" y="27821"/>
                  <a:pt x="180587" y="27222"/>
                  <a:pt x="177204" y="25665"/>
                </a:cubicBezTo>
                <a:cubicBezTo>
                  <a:pt x="175719" y="24980"/>
                  <a:pt x="173996" y="24080"/>
                  <a:pt x="173054" y="22380"/>
                </a:cubicBezTo>
                <a:cubicBezTo>
                  <a:pt x="172381" y="21164"/>
                  <a:pt x="172300" y="19467"/>
                  <a:pt x="173266" y="18466"/>
                </a:cubicBezTo>
                <a:cubicBezTo>
                  <a:pt x="174400" y="17293"/>
                  <a:pt x="176205" y="17248"/>
                  <a:pt x="177591" y="17230"/>
                </a:cubicBezTo>
                <a:cubicBezTo>
                  <a:pt x="177667" y="17230"/>
                  <a:pt x="177743" y="17229"/>
                  <a:pt x="177820" y="17229"/>
                </a:cubicBezTo>
                <a:cubicBezTo>
                  <a:pt x="179957" y="17229"/>
                  <a:pt x="182098" y="17572"/>
                  <a:pt x="184206" y="17983"/>
                </a:cubicBezTo>
                <a:cubicBezTo>
                  <a:pt x="186167" y="18365"/>
                  <a:pt x="188113" y="18845"/>
                  <a:pt x="190056" y="19342"/>
                </a:cubicBezTo>
                <a:cubicBezTo>
                  <a:pt x="192155" y="19880"/>
                  <a:pt x="194290" y="20178"/>
                  <a:pt x="196416" y="20482"/>
                </a:cubicBezTo>
                <a:cubicBezTo>
                  <a:pt x="200378" y="21047"/>
                  <a:pt x="204372" y="21430"/>
                  <a:pt x="208364" y="21430"/>
                </a:cubicBezTo>
                <a:cubicBezTo>
                  <a:pt x="209889" y="21430"/>
                  <a:pt x="211413" y="21374"/>
                  <a:pt x="212936" y="21251"/>
                </a:cubicBezTo>
                <a:cubicBezTo>
                  <a:pt x="218320" y="20818"/>
                  <a:pt x="223791" y="19532"/>
                  <a:pt x="228641" y="16425"/>
                </a:cubicBezTo>
                <a:cubicBezTo>
                  <a:pt x="230586" y="15179"/>
                  <a:pt x="232358" y="13636"/>
                  <a:pt x="233940" y="11842"/>
                </a:cubicBezTo>
                <a:lnTo>
                  <a:pt x="233940" y="0"/>
                </a:ln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15"/>
          <p:cNvSpPr/>
          <p:nvPr/>
        </p:nvSpPr>
        <p:spPr>
          <a:xfrm flipH="1" rot="10800000">
            <a:off x="-88861" y="622227"/>
            <a:ext cx="5153814" cy="1015564"/>
          </a:xfrm>
          <a:custGeom>
            <a:rect b="b" l="l" r="r" t="t"/>
            <a:pathLst>
              <a:path extrusionOk="0" h="25378" w="128789">
                <a:moveTo>
                  <a:pt x="125460" y="1"/>
                </a:moveTo>
                <a:cubicBezTo>
                  <a:pt x="124112" y="1"/>
                  <a:pt x="122755" y="233"/>
                  <a:pt x="121432" y="495"/>
                </a:cubicBezTo>
                <a:cubicBezTo>
                  <a:pt x="117708" y="1235"/>
                  <a:pt x="114038" y="2428"/>
                  <a:pt x="110408" y="3702"/>
                </a:cubicBezTo>
                <a:cubicBezTo>
                  <a:pt x="101528" y="6816"/>
                  <a:pt x="92732" y="10293"/>
                  <a:pt x="83787" y="13112"/>
                </a:cubicBezTo>
                <a:cubicBezTo>
                  <a:pt x="72182" y="16772"/>
                  <a:pt x="60329" y="19483"/>
                  <a:pt x="48340" y="19746"/>
                </a:cubicBezTo>
                <a:cubicBezTo>
                  <a:pt x="47589" y="19762"/>
                  <a:pt x="46838" y="19771"/>
                  <a:pt x="46087" y="19771"/>
                </a:cubicBezTo>
                <a:cubicBezTo>
                  <a:pt x="36277" y="19771"/>
                  <a:pt x="26528" y="18319"/>
                  <a:pt x="17277" y="13958"/>
                </a:cubicBezTo>
                <a:cubicBezTo>
                  <a:pt x="14817" y="12796"/>
                  <a:pt x="12434" y="11433"/>
                  <a:pt x="10052" y="10038"/>
                </a:cubicBezTo>
                <a:cubicBezTo>
                  <a:pt x="7467" y="8528"/>
                  <a:pt x="4765" y="7378"/>
                  <a:pt x="2106" y="6103"/>
                </a:cubicBezTo>
                <a:cubicBezTo>
                  <a:pt x="1402" y="5766"/>
                  <a:pt x="699" y="5418"/>
                  <a:pt x="0" y="5056"/>
                </a:cubicBezTo>
                <a:lnTo>
                  <a:pt x="0" y="11211"/>
                </a:lnTo>
                <a:cubicBezTo>
                  <a:pt x="4701" y="13100"/>
                  <a:pt x="9362" y="15161"/>
                  <a:pt x="14041" y="17090"/>
                </a:cubicBezTo>
                <a:cubicBezTo>
                  <a:pt x="16400" y="18063"/>
                  <a:pt x="18775" y="19117"/>
                  <a:pt x="21195" y="19846"/>
                </a:cubicBezTo>
                <a:cubicBezTo>
                  <a:pt x="23656" y="20587"/>
                  <a:pt x="26170" y="20896"/>
                  <a:pt x="28695" y="21030"/>
                </a:cubicBezTo>
                <a:cubicBezTo>
                  <a:pt x="33506" y="21285"/>
                  <a:pt x="38258" y="21488"/>
                  <a:pt x="43036" y="22348"/>
                </a:cubicBezTo>
                <a:cubicBezTo>
                  <a:pt x="47992" y="23241"/>
                  <a:pt x="52914" y="24461"/>
                  <a:pt x="57900" y="25055"/>
                </a:cubicBezTo>
                <a:cubicBezTo>
                  <a:pt x="59669" y="25266"/>
                  <a:pt x="61430" y="25377"/>
                  <a:pt x="63185" y="25377"/>
                </a:cubicBezTo>
                <a:cubicBezTo>
                  <a:pt x="66528" y="25377"/>
                  <a:pt x="69851" y="24974"/>
                  <a:pt x="73168" y="24091"/>
                </a:cubicBezTo>
                <a:cubicBezTo>
                  <a:pt x="82572" y="21585"/>
                  <a:pt x="91311" y="16379"/>
                  <a:pt x="100290" y="12209"/>
                </a:cubicBezTo>
                <a:cubicBezTo>
                  <a:pt x="102551" y="11159"/>
                  <a:pt x="104832" y="10174"/>
                  <a:pt x="107142" y="9317"/>
                </a:cubicBezTo>
                <a:cubicBezTo>
                  <a:pt x="109515" y="8437"/>
                  <a:pt x="111919" y="7831"/>
                  <a:pt x="114326" y="7132"/>
                </a:cubicBezTo>
                <a:cubicBezTo>
                  <a:pt x="119263" y="5699"/>
                  <a:pt x="123997" y="3389"/>
                  <a:pt x="128789" y="1350"/>
                </a:cubicBezTo>
                <a:cubicBezTo>
                  <a:pt x="128436" y="255"/>
                  <a:pt x="127130" y="101"/>
                  <a:pt x="126329" y="35"/>
                </a:cubicBezTo>
                <a:cubicBezTo>
                  <a:pt x="126040" y="12"/>
                  <a:pt x="125750" y="1"/>
                  <a:pt x="125460"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15"/>
          <p:cNvSpPr/>
          <p:nvPr/>
        </p:nvSpPr>
        <p:spPr>
          <a:xfrm flipH="1" rot="10800000">
            <a:off x="-89101" y="-787656"/>
            <a:ext cx="949935" cy="459281"/>
          </a:xfrm>
          <a:custGeom>
            <a:rect b="b" l="l" r="r" t="t"/>
            <a:pathLst>
              <a:path extrusionOk="0" h="11477" w="23738">
                <a:moveTo>
                  <a:pt x="0" y="0"/>
                </a:moveTo>
                <a:lnTo>
                  <a:pt x="0" y="7277"/>
                </a:lnTo>
                <a:cubicBezTo>
                  <a:pt x="3475" y="8436"/>
                  <a:pt x="6937" y="9675"/>
                  <a:pt x="10474" y="10467"/>
                </a:cubicBezTo>
                <a:cubicBezTo>
                  <a:pt x="12599" y="10942"/>
                  <a:pt x="14945" y="11477"/>
                  <a:pt x="17230" y="11477"/>
                </a:cubicBezTo>
                <a:cubicBezTo>
                  <a:pt x="18607" y="11477"/>
                  <a:pt x="19963" y="11282"/>
                  <a:pt x="21233" y="10762"/>
                </a:cubicBezTo>
                <a:cubicBezTo>
                  <a:pt x="22964" y="10052"/>
                  <a:pt x="23737" y="8373"/>
                  <a:pt x="22783" y="6233"/>
                </a:cubicBezTo>
                <a:cubicBezTo>
                  <a:pt x="21854" y="4148"/>
                  <a:pt x="19780" y="3350"/>
                  <a:pt x="18049" y="2892"/>
                </a:cubicBezTo>
                <a:cubicBezTo>
                  <a:pt x="14044" y="1834"/>
                  <a:pt x="9964" y="2398"/>
                  <a:pt x="5923" y="1958"/>
                </a:cubicBezTo>
                <a:cubicBezTo>
                  <a:pt x="3848" y="1734"/>
                  <a:pt x="1868" y="1036"/>
                  <a:pt x="0"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15"/>
          <p:cNvSpPr/>
          <p:nvPr/>
        </p:nvSpPr>
        <p:spPr>
          <a:xfrm flipH="1" rot="10800000">
            <a:off x="-89101" y="-905085"/>
            <a:ext cx="9361814" cy="2217890"/>
          </a:xfrm>
          <a:custGeom>
            <a:rect b="b" l="l" r="r" t="t"/>
            <a:pathLst>
              <a:path extrusionOk="0" h="55423" w="233943">
                <a:moveTo>
                  <a:pt x="144772" y="1"/>
                </a:moveTo>
                <a:cubicBezTo>
                  <a:pt x="142102" y="1"/>
                  <a:pt x="139431" y="96"/>
                  <a:pt x="136766" y="286"/>
                </a:cubicBezTo>
                <a:cubicBezTo>
                  <a:pt x="128012" y="909"/>
                  <a:pt x="119276" y="2552"/>
                  <a:pt x="110812" y="5489"/>
                </a:cubicBezTo>
                <a:cubicBezTo>
                  <a:pt x="106624" y="6944"/>
                  <a:pt x="102575" y="8874"/>
                  <a:pt x="98468" y="10653"/>
                </a:cubicBezTo>
                <a:cubicBezTo>
                  <a:pt x="93953" y="12609"/>
                  <a:pt x="89399" y="14424"/>
                  <a:pt x="84794" y="16010"/>
                </a:cubicBezTo>
                <a:cubicBezTo>
                  <a:pt x="74251" y="19642"/>
                  <a:pt x="63428" y="21981"/>
                  <a:pt x="52620" y="21981"/>
                </a:cubicBezTo>
                <a:cubicBezTo>
                  <a:pt x="45059" y="21981"/>
                  <a:pt x="37505" y="20836"/>
                  <a:pt x="30059" y="18189"/>
                </a:cubicBezTo>
                <a:cubicBezTo>
                  <a:pt x="25579" y="16596"/>
                  <a:pt x="21178" y="14667"/>
                  <a:pt x="16828" y="12578"/>
                </a:cubicBezTo>
                <a:cubicBezTo>
                  <a:pt x="12514" y="10509"/>
                  <a:pt x="8272" y="8266"/>
                  <a:pt x="3815" y="6712"/>
                </a:cubicBezTo>
                <a:cubicBezTo>
                  <a:pt x="2549" y="6272"/>
                  <a:pt x="1276" y="5888"/>
                  <a:pt x="0" y="5548"/>
                </a:cubicBezTo>
                <a:lnTo>
                  <a:pt x="0" y="23614"/>
                </a:lnTo>
                <a:cubicBezTo>
                  <a:pt x="12657" y="29572"/>
                  <a:pt x="26166" y="33013"/>
                  <a:pt x="39600" y="33024"/>
                </a:cubicBezTo>
                <a:cubicBezTo>
                  <a:pt x="39625" y="33024"/>
                  <a:pt x="39649" y="33024"/>
                  <a:pt x="39674" y="33024"/>
                </a:cubicBezTo>
                <a:cubicBezTo>
                  <a:pt x="43920" y="33024"/>
                  <a:pt x="48167" y="32654"/>
                  <a:pt x="52367" y="31843"/>
                </a:cubicBezTo>
                <a:cubicBezTo>
                  <a:pt x="54553" y="31420"/>
                  <a:pt x="56709" y="30737"/>
                  <a:pt x="58881" y="30217"/>
                </a:cubicBezTo>
                <a:cubicBezTo>
                  <a:pt x="61539" y="29579"/>
                  <a:pt x="64252" y="29008"/>
                  <a:pt x="66965" y="29005"/>
                </a:cubicBezTo>
                <a:cubicBezTo>
                  <a:pt x="66982" y="29005"/>
                  <a:pt x="66999" y="29005"/>
                  <a:pt x="67017" y="29005"/>
                </a:cubicBezTo>
                <a:cubicBezTo>
                  <a:pt x="68762" y="29005"/>
                  <a:pt x="71102" y="29156"/>
                  <a:pt x="72309" y="31005"/>
                </a:cubicBezTo>
                <a:cubicBezTo>
                  <a:pt x="73261" y="32464"/>
                  <a:pt x="73035" y="34779"/>
                  <a:pt x="72433" y="36381"/>
                </a:cubicBezTo>
                <a:cubicBezTo>
                  <a:pt x="71760" y="38175"/>
                  <a:pt x="70452" y="39418"/>
                  <a:pt x="69067" y="40261"/>
                </a:cubicBezTo>
                <a:cubicBezTo>
                  <a:pt x="65139" y="42655"/>
                  <a:pt x="60371" y="42850"/>
                  <a:pt x="56096" y="42852"/>
                </a:cubicBezTo>
                <a:cubicBezTo>
                  <a:pt x="56089" y="42852"/>
                  <a:pt x="56082" y="42852"/>
                  <a:pt x="56075" y="42852"/>
                </a:cubicBezTo>
                <a:cubicBezTo>
                  <a:pt x="46902" y="42852"/>
                  <a:pt x="37792" y="41022"/>
                  <a:pt x="28834" y="38660"/>
                </a:cubicBezTo>
                <a:cubicBezTo>
                  <a:pt x="19225" y="36125"/>
                  <a:pt x="9684" y="33151"/>
                  <a:pt x="0" y="31087"/>
                </a:cubicBezTo>
                <a:lnTo>
                  <a:pt x="0" y="40459"/>
                </a:lnTo>
                <a:cubicBezTo>
                  <a:pt x="415" y="40687"/>
                  <a:pt x="838" y="40900"/>
                  <a:pt x="1269" y="41094"/>
                </a:cubicBezTo>
                <a:cubicBezTo>
                  <a:pt x="3834" y="42246"/>
                  <a:pt x="6360" y="42550"/>
                  <a:pt x="9049" y="42595"/>
                </a:cubicBezTo>
                <a:cubicBezTo>
                  <a:pt x="11321" y="42632"/>
                  <a:pt x="13601" y="42650"/>
                  <a:pt x="15862" y="42966"/>
                </a:cubicBezTo>
                <a:cubicBezTo>
                  <a:pt x="17766" y="43232"/>
                  <a:pt x="19811" y="43645"/>
                  <a:pt x="21476" y="44925"/>
                </a:cubicBezTo>
                <a:cubicBezTo>
                  <a:pt x="22689" y="45858"/>
                  <a:pt x="23822" y="47631"/>
                  <a:pt x="23620" y="49546"/>
                </a:cubicBezTo>
                <a:cubicBezTo>
                  <a:pt x="23450" y="51198"/>
                  <a:pt x="22153" y="51995"/>
                  <a:pt x="21013" y="52388"/>
                </a:cubicBezTo>
                <a:cubicBezTo>
                  <a:pt x="19769" y="52816"/>
                  <a:pt x="18468" y="52983"/>
                  <a:pt x="17149" y="52983"/>
                </a:cubicBezTo>
                <a:cubicBezTo>
                  <a:pt x="14678" y="52983"/>
                  <a:pt x="12147" y="52396"/>
                  <a:pt x="9822" y="51845"/>
                </a:cubicBezTo>
                <a:cubicBezTo>
                  <a:pt x="6510" y="51059"/>
                  <a:pt x="3259" y="49899"/>
                  <a:pt x="0" y="48810"/>
                </a:cubicBezTo>
                <a:lnTo>
                  <a:pt x="0" y="54602"/>
                </a:lnTo>
                <a:cubicBezTo>
                  <a:pt x="5036" y="55007"/>
                  <a:pt x="10079" y="55225"/>
                  <a:pt x="15119" y="55348"/>
                </a:cubicBezTo>
                <a:cubicBezTo>
                  <a:pt x="17082" y="55396"/>
                  <a:pt x="19048" y="55423"/>
                  <a:pt x="21015" y="55423"/>
                </a:cubicBezTo>
                <a:cubicBezTo>
                  <a:pt x="29997" y="55423"/>
                  <a:pt x="38994" y="54866"/>
                  <a:pt x="47880" y="53219"/>
                </a:cubicBezTo>
                <a:cubicBezTo>
                  <a:pt x="52943" y="52282"/>
                  <a:pt x="58028" y="51048"/>
                  <a:pt x="62912" y="49101"/>
                </a:cubicBezTo>
                <a:cubicBezTo>
                  <a:pt x="67581" y="47240"/>
                  <a:pt x="72025" y="44594"/>
                  <a:pt x="76326" y="41657"/>
                </a:cubicBezTo>
                <a:cubicBezTo>
                  <a:pt x="84683" y="35949"/>
                  <a:pt x="92557" y="29085"/>
                  <a:pt x="101261" y="24207"/>
                </a:cubicBezTo>
                <a:cubicBezTo>
                  <a:pt x="110109" y="19249"/>
                  <a:pt x="119692" y="17446"/>
                  <a:pt x="129288" y="16670"/>
                </a:cubicBezTo>
                <a:cubicBezTo>
                  <a:pt x="132649" y="16399"/>
                  <a:pt x="136013" y="16271"/>
                  <a:pt x="139377" y="16271"/>
                </a:cubicBezTo>
                <a:cubicBezTo>
                  <a:pt x="157478" y="16271"/>
                  <a:pt x="175585" y="19963"/>
                  <a:pt x="193212" y="24804"/>
                </a:cubicBezTo>
                <a:cubicBezTo>
                  <a:pt x="203630" y="27665"/>
                  <a:pt x="214279" y="30372"/>
                  <a:pt x="224304" y="35040"/>
                </a:cubicBezTo>
                <a:cubicBezTo>
                  <a:pt x="227597" y="36575"/>
                  <a:pt x="230795" y="38437"/>
                  <a:pt x="233942" y="40411"/>
                </a:cubicBezTo>
                <a:lnTo>
                  <a:pt x="233942" y="31703"/>
                </a:lnTo>
                <a:cubicBezTo>
                  <a:pt x="228231" y="27859"/>
                  <a:pt x="222155" y="24807"/>
                  <a:pt x="216214" y="21705"/>
                </a:cubicBezTo>
                <a:cubicBezTo>
                  <a:pt x="207456" y="17134"/>
                  <a:pt x="198525" y="13002"/>
                  <a:pt x="189487" y="9410"/>
                </a:cubicBezTo>
                <a:cubicBezTo>
                  <a:pt x="180687" y="5912"/>
                  <a:pt x="171778" y="2926"/>
                  <a:pt x="162615" y="1437"/>
                </a:cubicBezTo>
                <a:cubicBezTo>
                  <a:pt x="156702" y="476"/>
                  <a:pt x="150736" y="1"/>
                  <a:pt x="144772"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15"/>
          <p:cNvSpPr/>
          <p:nvPr/>
        </p:nvSpPr>
        <p:spPr>
          <a:xfrm flipH="1" rot="10800000">
            <a:off x="4312517" y="-1778160"/>
            <a:ext cx="4960169" cy="2176352"/>
          </a:xfrm>
          <a:custGeom>
            <a:rect b="b" l="l" r="r" t="t"/>
            <a:pathLst>
              <a:path extrusionOk="0" h="54385" w="123950">
                <a:moveTo>
                  <a:pt x="25687" y="0"/>
                </a:moveTo>
                <a:cubicBezTo>
                  <a:pt x="25613" y="0"/>
                  <a:pt x="25540" y="0"/>
                  <a:pt x="25467" y="0"/>
                </a:cubicBezTo>
                <a:cubicBezTo>
                  <a:pt x="22189" y="8"/>
                  <a:pt x="18895" y="286"/>
                  <a:pt x="15653" y="893"/>
                </a:cubicBezTo>
                <a:cubicBezTo>
                  <a:pt x="12106" y="1558"/>
                  <a:pt x="8455" y="2579"/>
                  <a:pt x="5276" y="4757"/>
                </a:cubicBezTo>
                <a:cubicBezTo>
                  <a:pt x="2358" y="6754"/>
                  <a:pt x="1" y="10011"/>
                  <a:pt x="133" y="14446"/>
                </a:cubicBezTo>
                <a:cubicBezTo>
                  <a:pt x="289" y="19675"/>
                  <a:pt x="3866" y="23250"/>
                  <a:pt x="7286" y="25363"/>
                </a:cubicBezTo>
                <a:cubicBezTo>
                  <a:pt x="11223" y="27796"/>
                  <a:pt x="15408" y="28684"/>
                  <a:pt x="19651" y="28684"/>
                </a:cubicBezTo>
                <a:cubicBezTo>
                  <a:pt x="25154" y="28684"/>
                  <a:pt x="30756" y="27191"/>
                  <a:pt x="36046" y="25632"/>
                </a:cubicBezTo>
                <a:cubicBezTo>
                  <a:pt x="41465" y="24035"/>
                  <a:pt x="46862" y="22167"/>
                  <a:pt x="52380" y="21177"/>
                </a:cubicBezTo>
                <a:cubicBezTo>
                  <a:pt x="56587" y="20424"/>
                  <a:pt x="60828" y="20023"/>
                  <a:pt x="65073" y="20023"/>
                </a:cubicBezTo>
                <a:cubicBezTo>
                  <a:pt x="66363" y="20023"/>
                  <a:pt x="67654" y="20060"/>
                  <a:pt x="68944" y="20135"/>
                </a:cubicBezTo>
                <a:cubicBezTo>
                  <a:pt x="79965" y="20783"/>
                  <a:pt x="90870" y="24103"/>
                  <a:pt x="100937" y="29809"/>
                </a:cubicBezTo>
                <a:cubicBezTo>
                  <a:pt x="105755" y="32540"/>
                  <a:pt x="110519" y="35684"/>
                  <a:pt x="114557" y="40038"/>
                </a:cubicBezTo>
                <a:cubicBezTo>
                  <a:pt x="118056" y="43811"/>
                  <a:pt x="120978" y="48359"/>
                  <a:pt x="123419" y="53277"/>
                </a:cubicBezTo>
                <a:cubicBezTo>
                  <a:pt x="123600" y="53644"/>
                  <a:pt x="123773" y="54016"/>
                  <a:pt x="123950" y="54384"/>
                </a:cubicBezTo>
                <a:lnTo>
                  <a:pt x="123950" y="30590"/>
                </a:lnTo>
                <a:cubicBezTo>
                  <a:pt x="115011" y="23740"/>
                  <a:pt x="104675" y="20070"/>
                  <a:pt x="94699" y="16430"/>
                </a:cubicBezTo>
                <a:cubicBezTo>
                  <a:pt x="83278" y="12265"/>
                  <a:pt x="71945" y="7950"/>
                  <a:pt x="60279" y="4996"/>
                </a:cubicBezTo>
                <a:cubicBezTo>
                  <a:pt x="48938" y="2125"/>
                  <a:pt x="37275" y="0"/>
                  <a:pt x="25687"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15"/>
          <p:cNvSpPr/>
          <p:nvPr/>
        </p:nvSpPr>
        <p:spPr>
          <a:xfrm flipH="1" rot="10800000">
            <a:off x="-89101" y="-2355943"/>
            <a:ext cx="4579363" cy="1972262"/>
          </a:xfrm>
          <a:custGeom>
            <a:rect b="b" l="l" r="r" t="t"/>
            <a:pathLst>
              <a:path extrusionOk="0" h="49285" w="114434">
                <a:moveTo>
                  <a:pt x="97111" y="0"/>
                </a:moveTo>
                <a:cubicBezTo>
                  <a:pt x="92375" y="0"/>
                  <a:pt x="88229" y="4066"/>
                  <a:pt x="85079" y="8725"/>
                </a:cubicBezTo>
                <a:cubicBezTo>
                  <a:pt x="81036" y="14698"/>
                  <a:pt x="78056" y="22263"/>
                  <a:pt x="72346" y="26006"/>
                </a:cubicBezTo>
                <a:cubicBezTo>
                  <a:pt x="69011" y="28192"/>
                  <a:pt x="65286" y="29191"/>
                  <a:pt x="61597" y="29874"/>
                </a:cubicBezTo>
                <a:cubicBezTo>
                  <a:pt x="57172" y="30696"/>
                  <a:pt x="52733" y="31343"/>
                  <a:pt x="48270" y="31736"/>
                </a:cubicBezTo>
                <a:cubicBezTo>
                  <a:pt x="43819" y="32127"/>
                  <a:pt x="39334" y="32342"/>
                  <a:pt x="34849" y="32342"/>
                </a:cubicBezTo>
                <a:cubicBezTo>
                  <a:pt x="29827" y="32342"/>
                  <a:pt x="24804" y="32073"/>
                  <a:pt x="19828" y="31484"/>
                </a:cubicBezTo>
                <a:cubicBezTo>
                  <a:pt x="13156" y="30694"/>
                  <a:pt x="6527" y="29288"/>
                  <a:pt x="0" y="27342"/>
                </a:cubicBezTo>
                <a:lnTo>
                  <a:pt x="0" y="45284"/>
                </a:lnTo>
                <a:cubicBezTo>
                  <a:pt x="0" y="47494"/>
                  <a:pt x="1415" y="49285"/>
                  <a:pt x="3161" y="49285"/>
                </a:cubicBezTo>
                <a:lnTo>
                  <a:pt x="54554" y="49285"/>
                </a:lnTo>
                <a:cubicBezTo>
                  <a:pt x="57524" y="43691"/>
                  <a:pt x="61460" y="38933"/>
                  <a:pt x="66165" y="35699"/>
                </a:cubicBezTo>
                <a:cubicBezTo>
                  <a:pt x="74007" y="30307"/>
                  <a:pt x="82814" y="29860"/>
                  <a:pt x="91444" y="28199"/>
                </a:cubicBezTo>
                <a:cubicBezTo>
                  <a:pt x="94850" y="27544"/>
                  <a:pt x="98284" y="26656"/>
                  <a:pt x="101576" y="25345"/>
                </a:cubicBezTo>
                <a:cubicBezTo>
                  <a:pt x="104402" y="24220"/>
                  <a:pt x="107468" y="22637"/>
                  <a:pt x="109397" y="19658"/>
                </a:cubicBezTo>
                <a:cubicBezTo>
                  <a:pt x="114434" y="11884"/>
                  <a:pt x="106261" y="3395"/>
                  <a:pt x="100927" y="890"/>
                </a:cubicBezTo>
                <a:cubicBezTo>
                  <a:pt x="99620" y="276"/>
                  <a:pt x="98345" y="0"/>
                  <a:pt x="97111"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15"/>
          <p:cNvSpPr/>
          <p:nvPr/>
        </p:nvSpPr>
        <p:spPr>
          <a:xfrm flipH="1" rot="10800000">
            <a:off x="2774626" y="-2355960"/>
            <a:ext cx="4319449" cy="712432"/>
          </a:xfrm>
          <a:custGeom>
            <a:rect b="b" l="l" r="r" t="t"/>
            <a:pathLst>
              <a:path extrusionOk="0" h="17803" w="107939">
                <a:moveTo>
                  <a:pt x="27543" y="0"/>
                </a:moveTo>
                <a:cubicBezTo>
                  <a:pt x="27240" y="0"/>
                  <a:pt x="26937" y="6"/>
                  <a:pt x="26634" y="18"/>
                </a:cubicBezTo>
                <a:cubicBezTo>
                  <a:pt x="24027" y="121"/>
                  <a:pt x="21392" y="745"/>
                  <a:pt x="19094" y="2364"/>
                </a:cubicBezTo>
                <a:cubicBezTo>
                  <a:pt x="18481" y="2797"/>
                  <a:pt x="16577" y="4050"/>
                  <a:pt x="17537" y="5118"/>
                </a:cubicBezTo>
                <a:cubicBezTo>
                  <a:pt x="18117" y="5762"/>
                  <a:pt x="19161" y="5928"/>
                  <a:pt x="19890" y="6091"/>
                </a:cubicBezTo>
                <a:cubicBezTo>
                  <a:pt x="23855" y="6979"/>
                  <a:pt x="27949" y="6569"/>
                  <a:pt x="31949" y="6998"/>
                </a:cubicBezTo>
                <a:cubicBezTo>
                  <a:pt x="35180" y="7344"/>
                  <a:pt x="39652" y="7834"/>
                  <a:pt x="41798" y="11379"/>
                </a:cubicBezTo>
                <a:cubicBezTo>
                  <a:pt x="41873" y="11504"/>
                  <a:pt x="41874" y="11697"/>
                  <a:pt x="41748" y="11777"/>
                </a:cubicBezTo>
                <a:cubicBezTo>
                  <a:pt x="40684" y="12461"/>
                  <a:pt x="39488" y="12703"/>
                  <a:pt x="38262" y="12703"/>
                </a:cubicBezTo>
                <a:cubicBezTo>
                  <a:pt x="36542" y="12703"/>
                  <a:pt x="34763" y="12227"/>
                  <a:pt x="33207" y="11823"/>
                </a:cubicBezTo>
                <a:cubicBezTo>
                  <a:pt x="31601" y="11407"/>
                  <a:pt x="30013" y="10894"/>
                  <a:pt x="28412" y="10466"/>
                </a:cubicBezTo>
                <a:cubicBezTo>
                  <a:pt x="26593" y="9980"/>
                  <a:pt x="24742" y="9711"/>
                  <a:pt x="22919" y="9248"/>
                </a:cubicBezTo>
                <a:cubicBezTo>
                  <a:pt x="18811" y="8207"/>
                  <a:pt x="14751" y="6811"/>
                  <a:pt x="10581" y="6185"/>
                </a:cubicBezTo>
                <a:cubicBezTo>
                  <a:pt x="9499" y="6023"/>
                  <a:pt x="8286" y="5852"/>
                  <a:pt x="7075" y="5852"/>
                </a:cubicBezTo>
                <a:cubicBezTo>
                  <a:pt x="5505" y="5852"/>
                  <a:pt x="3938" y="6139"/>
                  <a:pt x="2667" y="7101"/>
                </a:cubicBezTo>
                <a:cubicBezTo>
                  <a:pt x="702" y="8588"/>
                  <a:pt x="1" y="12230"/>
                  <a:pt x="827" y="14868"/>
                </a:cubicBezTo>
                <a:cubicBezTo>
                  <a:pt x="1191" y="16035"/>
                  <a:pt x="1835" y="16995"/>
                  <a:pt x="2588" y="17803"/>
                </a:cubicBezTo>
                <a:lnTo>
                  <a:pt x="107349" y="17803"/>
                </a:lnTo>
                <a:cubicBezTo>
                  <a:pt x="107939" y="14229"/>
                  <a:pt x="104542" y="9947"/>
                  <a:pt x="102361" y="8404"/>
                </a:cubicBezTo>
                <a:cubicBezTo>
                  <a:pt x="99751" y="6560"/>
                  <a:pt x="96718" y="5974"/>
                  <a:pt x="93716" y="5974"/>
                </a:cubicBezTo>
                <a:cubicBezTo>
                  <a:pt x="92496" y="5974"/>
                  <a:pt x="91282" y="6070"/>
                  <a:pt x="90103" y="6219"/>
                </a:cubicBezTo>
                <a:cubicBezTo>
                  <a:pt x="87978" y="6486"/>
                  <a:pt x="85895" y="7048"/>
                  <a:pt x="83786" y="7444"/>
                </a:cubicBezTo>
                <a:cubicBezTo>
                  <a:pt x="81051" y="7961"/>
                  <a:pt x="78295" y="8278"/>
                  <a:pt x="75534" y="8442"/>
                </a:cubicBezTo>
                <a:cubicBezTo>
                  <a:pt x="74026" y="8532"/>
                  <a:pt x="72516" y="8576"/>
                  <a:pt x="71005" y="8576"/>
                </a:cubicBezTo>
                <a:cubicBezTo>
                  <a:pt x="66567" y="8576"/>
                  <a:pt x="62125" y="8194"/>
                  <a:pt x="57730" y="7447"/>
                </a:cubicBezTo>
                <a:cubicBezTo>
                  <a:pt x="52546" y="6565"/>
                  <a:pt x="47524" y="4962"/>
                  <a:pt x="42478" y="3264"/>
                </a:cubicBezTo>
                <a:cubicBezTo>
                  <a:pt x="37619" y="1632"/>
                  <a:pt x="32605" y="0"/>
                  <a:pt x="27543"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15"/>
          <p:cNvSpPr/>
          <p:nvPr/>
        </p:nvSpPr>
        <p:spPr>
          <a:xfrm flipH="1" rot="10800000">
            <a:off x="8048796" y="-2356200"/>
            <a:ext cx="658408" cy="716833"/>
          </a:xfrm>
          <a:custGeom>
            <a:rect b="b" l="l" r="r" t="t"/>
            <a:pathLst>
              <a:path extrusionOk="0" h="17913" w="16453">
                <a:moveTo>
                  <a:pt x="3031" y="0"/>
                </a:moveTo>
                <a:cubicBezTo>
                  <a:pt x="3004" y="0"/>
                  <a:pt x="2977" y="1"/>
                  <a:pt x="2950" y="2"/>
                </a:cubicBezTo>
                <a:cubicBezTo>
                  <a:pt x="1" y="132"/>
                  <a:pt x="2474" y="3624"/>
                  <a:pt x="3374" y="4819"/>
                </a:cubicBezTo>
                <a:cubicBezTo>
                  <a:pt x="5353" y="7446"/>
                  <a:pt x="8065" y="13097"/>
                  <a:pt x="8485" y="17912"/>
                </a:cubicBezTo>
                <a:lnTo>
                  <a:pt x="16452" y="17912"/>
                </a:lnTo>
                <a:cubicBezTo>
                  <a:pt x="15488" y="16742"/>
                  <a:pt x="14559" y="15523"/>
                  <a:pt x="13682" y="14232"/>
                </a:cubicBezTo>
                <a:cubicBezTo>
                  <a:pt x="11356" y="10805"/>
                  <a:pt x="9597" y="6836"/>
                  <a:pt x="7171" y="3507"/>
                </a:cubicBezTo>
                <a:cubicBezTo>
                  <a:pt x="6176" y="2144"/>
                  <a:pt x="4651" y="0"/>
                  <a:pt x="3031"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15"/>
          <p:cNvSpPr/>
          <p:nvPr/>
        </p:nvSpPr>
        <p:spPr>
          <a:xfrm flipH="1" rot="10800000">
            <a:off x="4946282" y="-2356029"/>
            <a:ext cx="4326332" cy="1547277"/>
          </a:xfrm>
          <a:custGeom>
            <a:rect b="b" l="l" r="r" t="t"/>
            <a:pathLst>
              <a:path extrusionOk="0" h="38665" w="108111">
                <a:moveTo>
                  <a:pt x="45814" y="1"/>
                </a:moveTo>
                <a:cubicBezTo>
                  <a:pt x="35137" y="1"/>
                  <a:pt x="24388" y="2076"/>
                  <a:pt x="14090" y="5571"/>
                </a:cubicBezTo>
                <a:cubicBezTo>
                  <a:pt x="10624" y="6748"/>
                  <a:pt x="7061" y="8059"/>
                  <a:pt x="3946" y="10366"/>
                </a:cubicBezTo>
                <a:cubicBezTo>
                  <a:pt x="2615" y="11352"/>
                  <a:pt x="1078" y="12695"/>
                  <a:pt x="565" y="14641"/>
                </a:cubicBezTo>
                <a:cubicBezTo>
                  <a:pt x="1" y="16782"/>
                  <a:pt x="1151" y="18845"/>
                  <a:pt x="2414" y="20142"/>
                </a:cubicBezTo>
                <a:cubicBezTo>
                  <a:pt x="4524" y="22313"/>
                  <a:pt x="7328" y="22930"/>
                  <a:pt x="10110" y="22930"/>
                </a:cubicBezTo>
                <a:cubicBezTo>
                  <a:pt x="11691" y="22930"/>
                  <a:pt x="13266" y="22730"/>
                  <a:pt x="14702" y="22504"/>
                </a:cubicBezTo>
                <a:cubicBezTo>
                  <a:pt x="19304" y="21780"/>
                  <a:pt x="23791" y="20252"/>
                  <a:pt x="28307" y="18979"/>
                </a:cubicBezTo>
                <a:cubicBezTo>
                  <a:pt x="31469" y="18088"/>
                  <a:pt x="34583" y="17727"/>
                  <a:pt x="37812" y="17553"/>
                </a:cubicBezTo>
                <a:cubicBezTo>
                  <a:pt x="39567" y="17460"/>
                  <a:pt x="41324" y="17409"/>
                  <a:pt x="43081" y="17409"/>
                </a:cubicBezTo>
                <a:cubicBezTo>
                  <a:pt x="45289" y="17409"/>
                  <a:pt x="47497" y="17490"/>
                  <a:pt x="49701" y="17670"/>
                </a:cubicBezTo>
                <a:cubicBezTo>
                  <a:pt x="53900" y="18013"/>
                  <a:pt x="58120" y="18692"/>
                  <a:pt x="62182" y="20121"/>
                </a:cubicBezTo>
                <a:cubicBezTo>
                  <a:pt x="65643" y="21338"/>
                  <a:pt x="69140" y="23140"/>
                  <a:pt x="71836" y="26229"/>
                </a:cubicBezTo>
                <a:cubicBezTo>
                  <a:pt x="74556" y="29344"/>
                  <a:pt x="76197" y="34210"/>
                  <a:pt x="75759" y="38664"/>
                </a:cubicBezTo>
                <a:lnTo>
                  <a:pt x="85535" y="38664"/>
                </a:lnTo>
                <a:cubicBezTo>
                  <a:pt x="85296" y="35981"/>
                  <a:pt x="84353" y="33119"/>
                  <a:pt x="83500" y="31067"/>
                </a:cubicBezTo>
                <a:cubicBezTo>
                  <a:pt x="82723" y="29197"/>
                  <a:pt x="81831" y="27538"/>
                  <a:pt x="80681" y="26012"/>
                </a:cubicBezTo>
                <a:cubicBezTo>
                  <a:pt x="79935" y="25023"/>
                  <a:pt x="78306" y="23246"/>
                  <a:pt x="78633" y="21650"/>
                </a:cubicBezTo>
                <a:cubicBezTo>
                  <a:pt x="78840" y="20643"/>
                  <a:pt x="79649" y="20281"/>
                  <a:pt x="80449" y="20281"/>
                </a:cubicBezTo>
                <a:cubicBezTo>
                  <a:pt x="80893" y="20281"/>
                  <a:pt x="81334" y="20392"/>
                  <a:pt x="81670" y="20567"/>
                </a:cubicBezTo>
                <a:cubicBezTo>
                  <a:pt x="83214" y="21372"/>
                  <a:pt x="84460" y="23111"/>
                  <a:pt x="85532" y="24674"/>
                </a:cubicBezTo>
                <a:cubicBezTo>
                  <a:pt x="88081" y="28395"/>
                  <a:pt x="90008" y="32694"/>
                  <a:pt x="92680" y="36288"/>
                </a:cubicBezTo>
                <a:cubicBezTo>
                  <a:pt x="93289" y="37105"/>
                  <a:pt x="93919" y="37895"/>
                  <a:pt x="94562" y="38663"/>
                </a:cubicBezTo>
                <a:lnTo>
                  <a:pt x="104952" y="38663"/>
                </a:lnTo>
                <a:cubicBezTo>
                  <a:pt x="106677" y="38663"/>
                  <a:pt x="108077" y="36912"/>
                  <a:pt x="108110" y="34738"/>
                </a:cubicBezTo>
                <a:cubicBezTo>
                  <a:pt x="104684" y="32047"/>
                  <a:pt x="101346" y="29175"/>
                  <a:pt x="98018" y="26250"/>
                </a:cubicBezTo>
                <a:cubicBezTo>
                  <a:pt x="92264" y="21194"/>
                  <a:pt x="86645" y="15791"/>
                  <a:pt x="80705" y="11085"/>
                </a:cubicBezTo>
                <a:cubicBezTo>
                  <a:pt x="70628" y="3099"/>
                  <a:pt x="58598" y="156"/>
                  <a:pt x="46845" y="7"/>
                </a:cubicBezTo>
                <a:cubicBezTo>
                  <a:pt x="46501" y="3"/>
                  <a:pt x="46158" y="1"/>
                  <a:pt x="45814"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15"/>
          <p:cNvSpPr/>
          <p:nvPr/>
        </p:nvSpPr>
        <p:spPr>
          <a:xfrm flipH="1" rot="10800000">
            <a:off x="5076700" y="4430817"/>
            <a:ext cx="4335896" cy="796099"/>
          </a:xfrm>
          <a:custGeom>
            <a:rect b="b" l="l" r="r" t="t"/>
            <a:pathLst>
              <a:path extrusionOk="0" h="27758" w="108350">
                <a:moveTo>
                  <a:pt x="51648" y="1"/>
                </a:moveTo>
                <a:cubicBezTo>
                  <a:pt x="50846" y="407"/>
                  <a:pt x="50018" y="729"/>
                  <a:pt x="49203" y="1014"/>
                </a:cubicBezTo>
                <a:cubicBezTo>
                  <a:pt x="42065" y="3506"/>
                  <a:pt x="34586" y="3501"/>
                  <a:pt x="27241" y="3584"/>
                </a:cubicBezTo>
                <a:cubicBezTo>
                  <a:pt x="20757" y="3656"/>
                  <a:pt x="14163" y="3777"/>
                  <a:pt x="7797" y="5515"/>
                </a:cubicBezTo>
                <a:cubicBezTo>
                  <a:pt x="5715" y="6083"/>
                  <a:pt x="3438" y="6902"/>
                  <a:pt x="1858" y="8814"/>
                </a:cubicBezTo>
                <a:cubicBezTo>
                  <a:pt x="0" y="11058"/>
                  <a:pt x="83" y="14195"/>
                  <a:pt x="776" y="17107"/>
                </a:cubicBezTo>
                <a:cubicBezTo>
                  <a:pt x="2438" y="24097"/>
                  <a:pt x="7861" y="27758"/>
                  <a:pt x="13371" y="27758"/>
                </a:cubicBezTo>
                <a:cubicBezTo>
                  <a:pt x="13681" y="27758"/>
                  <a:pt x="13992" y="27746"/>
                  <a:pt x="14303" y="27723"/>
                </a:cubicBezTo>
                <a:cubicBezTo>
                  <a:pt x="20922" y="27226"/>
                  <a:pt x="26485" y="22282"/>
                  <a:pt x="32673" y="19847"/>
                </a:cubicBezTo>
                <a:cubicBezTo>
                  <a:pt x="36195" y="18461"/>
                  <a:pt x="39879" y="17578"/>
                  <a:pt x="43501" y="16728"/>
                </a:cubicBezTo>
                <a:cubicBezTo>
                  <a:pt x="47244" y="15849"/>
                  <a:pt x="51012" y="15131"/>
                  <a:pt x="54789" y="14515"/>
                </a:cubicBezTo>
                <a:cubicBezTo>
                  <a:pt x="62223" y="13302"/>
                  <a:pt x="69695" y="12486"/>
                  <a:pt x="77160" y="11610"/>
                </a:cubicBezTo>
                <a:cubicBezTo>
                  <a:pt x="86796" y="10479"/>
                  <a:pt x="96503" y="9420"/>
                  <a:pt x="106195" y="9420"/>
                </a:cubicBezTo>
                <a:cubicBezTo>
                  <a:pt x="106913" y="9420"/>
                  <a:pt x="107630" y="9426"/>
                  <a:pt x="108348" y="9438"/>
                </a:cubicBezTo>
                <a:lnTo>
                  <a:pt x="108348" y="4002"/>
                </a:lnTo>
                <a:cubicBezTo>
                  <a:pt x="108350" y="1793"/>
                  <a:pt x="106935" y="1"/>
                  <a:pt x="105190" y="1"/>
                </a:cubicBezTo>
                <a:lnTo>
                  <a:pt x="90762" y="1"/>
                </a:lnTo>
                <a:cubicBezTo>
                  <a:pt x="89703" y="1934"/>
                  <a:pt x="88395" y="3470"/>
                  <a:pt x="86599" y="4557"/>
                </a:cubicBezTo>
                <a:cubicBezTo>
                  <a:pt x="83877" y="6208"/>
                  <a:pt x="80880" y="7099"/>
                  <a:pt x="77918" y="7745"/>
                </a:cubicBezTo>
                <a:cubicBezTo>
                  <a:pt x="74349" y="8524"/>
                  <a:pt x="70756" y="9202"/>
                  <a:pt x="67162" y="9801"/>
                </a:cubicBezTo>
                <a:cubicBezTo>
                  <a:pt x="59627" y="11058"/>
                  <a:pt x="52047" y="11784"/>
                  <a:pt x="44534" y="13253"/>
                </a:cubicBezTo>
                <a:cubicBezTo>
                  <a:pt x="40916" y="13963"/>
                  <a:pt x="37300" y="14822"/>
                  <a:pt x="33793" y="16179"/>
                </a:cubicBezTo>
                <a:cubicBezTo>
                  <a:pt x="31120" y="17214"/>
                  <a:pt x="28648" y="18964"/>
                  <a:pt x="26050" y="20259"/>
                </a:cubicBezTo>
                <a:cubicBezTo>
                  <a:pt x="24092" y="21236"/>
                  <a:pt x="21957" y="22126"/>
                  <a:pt x="19819" y="22126"/>
                </a:cubicBezTo>
                <a:cubicBezTo>
                  <a:pt x="19398" y="22126"/>
                  <a:pt x="18976" y="22091"/>
                  <a:pt x="18556" y="22016"/>
                </a:cubicBezTo>
                <a:cubicBezTo>
                  <a:pt x="16742" y="21690"/>
                  <a:pt x="14667" y="20360"/>
                  <a:pt x="13727" y="18271"/>
                </a:cubicBezTo>
                <a:cubicBezTo>
                  <a:pt x="12111" y="14673"/>
                  <a:pt x="16343" y="12032"/>
                  <a:pt x="18335" y="10924"/>
                </a:cubicBezTo>
                <a:cubicBezTo>
                  <a:pt x="29038" y="4972"/>
                  <a:pt x="41116" y="7214"/>
                  <a:pt x="52462" y="6363"/>
                </a:cubicBezTo>
                <a:cubicBezTo>
                  <a:pt x="56489" y="6062"/>
                  <a:pt x="60477" y="5377"/>
                  <a:pt x="64377" y="4066"/>
                </a:cubicBezTo>
                <a:cubicBezTo>
                  <a:pt x="66858" y="3233"/>
                  <a:pt x="69388" y="2647"/>
                  <a:pt x="71900" y="1973"/>
                </a:cubicBezTo>
                <a:cubicBezTo>
                  <a:pt x="74066" y="1391"/>
                  <a:pt x="76235" y="775"/>
                  <a:pt x="78366"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15"/>
          <p:cNvSpPr/>
          <p:nvPr/>
        </p:nvSpPr>
        <p:spPr>
          <a:xfrm flipH="1" rot="10800000">
            <a:off x="-97224" y="3973736"/>
            <a:ext cx="3996027" cy="864218"/>
          </a:xfrm>
          <a:custGeom>
            <a:rect b="b" l="l" r="r" t="t"/>
            <a:pathLst>
              <a:path extrusionOk="0" h="21596" w="99857">
                <a:moveTo>
                  <a:pt x="65198" y="399"/>
                </a:moveTo>
                <a:cubicBezTo>
                  <a:pt x="72321" y="399"/>
                  <a:pt x="79621" y="1791"/>
                  <a:pt x="86922" y="4550"/>
                </a:cubicBezTo>
                <a:cubicBezTo>
                  <a:pt x="89575" y="5554"/>
                  <a:pt x="92653" y="6864"/>
                  <a:pt x="95348" y="8979"/>
                </a:cubicBezTo>
                <a:cubicBezTo>
                  <a:pt x="98235" y="11247"/>
                  <a:pt x="99428" y="13677"/>
                  <a:pt x="98898" y="16206"/>
                </a:cubicBezTo>
                <a:cubicBezTo>
                  <a:pt x="98311" y="18994"/>
                  <a:pt x="95759" y="19972"/>
                  <a:pt x="93599" y="20511"/>
                </a:cubicBezTo>
                <a:cubicBezTo>
                  <a:pt x="91491" y="21039"/>
                  <a:pt x="89309" y="21193"/>
                  <a:pt x="87246" y="21193"/>
                </a:cubicBezTo>
                <a:cubicBezTo>
                  <a:pt x="86217" y="21193"/>
                  <a:pt x="85218" y="21155"/>
                  <a:pt x="84273" y="21106"/>
                </a:cubicBezTo>
                <a:cubicBezTo>
                  <a:pt x="78503" y="20800"/>
                  <a:pt x="72921" y="19852"/>
                  <a:pt x="67683" y="18295"/>
                </a:cubicBezTo>
                <a:cubicBezTo>
                  <a:pt x="64541" y="17362"/>
                  <a:pt x="61400" y="16083"/>
                  <a:pt x="58362" y="14847"/>
                </a:cubicBezTo>
                <a:cubicBezTo>
                  <a:pt x="53266" y="12773"/>
                  <a:pt x="47995" y="10628"/>
                  <a:pt x="42530" y="10025"/>
                </a:cubicBezTo>
                <a:cubicBezTo>
                  <a:pt x="41682" y="9932"/>
                  <a:pt x="40859" y="9885"/>
                  <a:pt x="40058" y="9885"/>
                </a:cubicBezTo>
                <a:cubicBezTo>
                  <a:pt x="36646" y="9885"/>
                  <a:pt x="33636" y="10728"/>
                  <a:pt x="31087" y="12400"/>
                </a:cubicBezTo>
                <a:cubicBezTo>
                  <a:pt x="26728" y="15269"/>
                  <a:pt x="22197" y="17122"/>
                  <a:pt x="17235" y="18071"/>
                </a:cubicBezTo>
                <a:cubicBezTo>
                  <a:pt x="13172" y="18848"/>
                  <a:pt x="9086" y="19070"/>
                  <a:pt x="5424" y="19070"/>
                </a:cubicBezTo>
                <a:cubicBezTo>
                  <a:pt x="3631" y="19070"/>
                  <a:pt x="1941" y="19017"/>
                  <a:pt x="403" y="18949"/>
                </a:cubicBezTo>
                <a:lnTo>
                  <a:pt x="403" y="11532"/>
                </a:lnTo>
                <a:cubicBezTo>
                  <a:pt x="2361" y="12661"/>
                  <a:pt x="4594" y="13456"/>
                  <a:pt x="7045" y="13900"/>
                </a:cubicBezTo>
                <a:cubicBezTo>
                  <a:pt x="8672" y="14195"/>
                  <a:pt x="10356" y="14343"/>
                  <a:pt x="12121" y="14343"/>
                </a:cubicBezTo>
                <a:cubicBezTo>
                  <a:pt x="13968" y="14343"/>
                  <a:pt x="15904" y="14181"/>
                  <a:pt x="17957" y="13858"/>
                </a:cubicBezTo>
                <a:cubicBezTo>
                  <a:pt x="23076" y="13055"/>
                  <a:pt x="27790" y="10978"/>
                  <a:pt x="32121" y="8853"/>
                </a:cubicBezTo>
                <a:lnTo>
                  <a:pt x="32595" y="8620"/>
                </a:lnTo>
                <a:cubicBezTo>
                  <a:pt x="37243" y="6337"/>
                  <a:pt x="42049" y="3980"/>
                  <a:pt x="47066" y="2784"/>
                </a:cubicBezTo>
                <a:cubicBezTo>
                  <a:pt x="53031" y="1361"/>
                  <a:pt x="58397" y="590"/>
                  <a:pt x="63469" y="426"/>
                </a:cubicBezTo>
                <a:cubicBezTo>
                  <a:pt x="64044" y="408"/>
                  <a:pt x="64620" y="399"/>
                  <a:pt x="65198" y="399"/>
                </a:cubicBezTo>
                <a:close/>
                <a:moveTo>
                  <a:pt x="65203" y="1"/>
                </a:moveTo>
                <a:cubicBezTo>
                  <a:pt x="64619" y="1"/>
                  <a:pt x="64036" y="10"/>
                  <a:pt x="63455" y="29"/>
                </a:cubicBezTo>
                <a:cubicBezTo>
                  <a:pt x="58355" y="192"/>
                  <a:pt x="52963" y="968"/>
                  <a:pt x="46970" y="2396"/>
                </a:cubicBezTo>
                <a:cubicBezTo>
                  <a:pt x="41911" y="3604"/>
                  <a:pt x="37084" y="5971"/>
                  <a:pt x="32416" y="8263"/>
                </a:cubicBezTo>
                <a:lnTo>
                  <a:pt x="31942" y="8496"/>
                </a:lnTo>
                <a:cubicBezTo>
                  <a:pt x="27640" y="10606"/>
                  <a:pt x="22957" y="12670"/>
                  <a:pt x="17892" y="13466"/>
                </a:cubicBezTo>
                <a:cubicBezTo>
                  <a:pt x="15860" y="13785"/>
                  <a:pt x="13946" y="13945"/>
                  <a:pt x="12120" y="13945"/>
                </a:cubicBezTo>
                <a:cubicBezTo>
                  <a:pt x="10379" y="13945"/>
                  <a:pt x="8719" y="13799"/>
                  <a:pt x="7116" y="13508"/>
                </a:cubicBezTo>
                <a:cubicBezTo>
                  <a:pt x="4584" y="13050"/>
                  <a:pt x="2294" y="12211"/>
                  <a:pt x="305" y="11012"/>
                </a:cubicBezTo>
                <a:lnTo>
                  <a:pt x="0" y="10828"/>
                </a:lnTo>
                <a:lnTo>
                  <a:pt x="0" y="19337"/>
                </a:lnTo>
                <a:lnTo>
                  <a:pt x="193" y="19345"/>
                </a:lnTo>
                <a:cubicBezTo>
                  <a:pt x="1788" y="19417"/>
                  <a:pt x="3552" y="19474"/>
                  <a:pt x="5427" y="19474"/>
                </a:cubicBezTo>
                <a:cubicBezTo>
                  <a:pt x="9110" y="19474"/>
                  <a:pt x="13220" y="19251"/>
                  <a:pt x="17311" y="18469"/>
                </a:cubicBezTo>
                <a:cubicBezTo>
                  <a:pt x="22324" y="17509"/>
                  <a:pt x="26904" y="15636"/>
                  <a:pt x="31309" y="12740"/>
                </a:cubicBezTo>
                <a:cubicBezTo>
                  <a:pt x="33791" y="11110"/>
                  <a:pt x="36725" y="10287"/>
                  <a:pt x="40058" y="10287"/>
                </a:cubicBezTo>
                <a:cubicBezTo>
                  <a:pt x="40845" y="10287"/>
                  <a:pt x="41654" y="10333"/>
                  <a:pt x="42485" y="10425"/>
                </a:cubicBezTo>
                <a:cubicBezTo>
                  <a:pt x="47895" y="11021"/>
                  <a:pt x="53139" y="13156"/>
                  <a:pt x="58211" y="15220"/>
                </a:cubicBezTo>
                <a:cubicBezTo>
                  <a:pt x="61257" y="16459"/>
                  <a:pt x="64408" y="17742"/>
                  <a:pt x="67568" y="18681"/>
                </a:cubicBezTo>
                <a:cubicBezTo>
                  <a:pt x="72838" y="20248"/>
                  <a:pt x="78452" y="21200"/>
                  <a:pt x="84253" y="21507"/>
                </a:cubicBezTo>
                <a:cubicBezTo>
                  <a:pt x="85207" y="21557"/>
                  <a:pt x="86216" y="21596"/>
                  <a:pt x="87255" y="21596"/>
                </a:cubicBezTo>
                <a:cubicBezTo>
                  <a:pt x="89341" y="21596"/>
                  <a:pt x="91554" y="21438"/>
                  <a:pt x="93697" y="20904"/>
                </a:cubicBezTo>
                <a:cubicBezTo>
                  <a:pt x="95795" y="20381"/>
                  <a:pt x="98654" y="19332"/>
                  <a:pt x="99293" y="16292"/>
                </a:cubicBezTo>
                <a:cubicBezTo>
                  <a:pt x="99857" y="13600"/>
                  <a:pt x="98614" y="11035"/>
                  <a:pt x="95596" y="8666"/>
                </a:cubicBezTo>
                <a:cubicBezTo>
                  <a:pt x="92859" y="6520"/>
                  <a:pt x="89747" y="5193"/>
                  <a:pt x="87062" y="4178"/>
                </a:cubicBezTo>
                <a:cubicBezTo>
                  <a:pt x="79719" y="1402"/>
                  <a:pt x="72371" y="1"/>
                  <a:pt x="652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6" name="Google Shape;396;p15"/>
          <p:cNvGrpSpPr/>
          <p:nvPr/>
        </p:nvGrpSpPr>
        <p:grpSpPr>
          <a:xfrm>
            <a:off x="-97224" y="3233178"/>
            <a:ext cx="9377821" cy="2147740"/>
            <a:chOff x="-97224" y="3233178"/>
            <a:chExt cx="9377821" cy="2147740"/>
          </a:xfrm>
        </p:grpSpPr>
        <p:sp>
          <p:nvSpPr>
            <p:cNvPr id="397" name="Google Shape;397;p15"/>
            <p:cNvSpPr/>
            <p:nvPr/>
          </p:nvSpPr>
          <p:spPr>
            <a:xfrm flipH="1" rot="10800000">
              <a:off x="-89101" y="3233178"/>
              <a:ext cx="9361814" cy="2075187"/>
            </a:xfrm>
            <a:custGeom>
              <a:rect b="b" l="l" r="r" t="t"/>
              <a:pathLst>
                <a:path extrusionOk="0" h="51857" w="233943">
                  <a:moveTo>
                    <a:pt x="114254" y="0"/>
                  </a:moveTo>
                  <a:cubicBezTo>
                    <a:pt x="113814" y="3337"/>
                    <a:pt x="107760" y="3970"/>
                    <a:pt x="105882" y="4185"/>
                  </a:cubicBezTo>
                  <a:cubicBezTo>
                    <a:pt x="103480" y="4463"/>
                    <a:pt x="101037" y="4580"/>
                    <a:pt x="98593" y="4580"/>
                  </a:cubicBezTo>
                  <a:cubicBezTo>
                    <a:pt x="96187" y="4580"/>
                    <a:pt x="93780" y="4466"/>
                    <a:pt x="91413" y="4277"/>
                  </a:cubicBezTo>
                  <a:cubicBezTo>
                    <a:pt x="83262" y="3622"/>
                    <a:pt x="75254" y="1586"/>
                    <a:pt x="67197" y="2"/>
                  </a:cubicBezTo>
                  <a:lnTo>
                    <a:pt x="3161" y="2"/>
                  </a:lnTo>
                  <a:cubicBezTo>
                    <a:pt x="1415" y="2"/>
                    <a:pt x="0" y="1794"/>
                    <a:pt x="0" y="4003"/>
                  </a:cubicBezTo>
                  <a:lnTo>
                    <a:pt x="0" y="12983"/>
                  </a:lnTo>
                  <a:cubicBezTo>
                    <a:pt x="752" y="13703"/>
                    <a:pt x="1532" y="14304"/>
                    <a:pt x="2202" y="14753"/>
                  </a:cubicBezTo>
                  <a:cubicBezTo>
                    <a:pt x="5867" y="17202"/>
                    <a:pt x="10108" y="17905"/>
                    <a:pt x="14266" y="17905"/>
                  </a:cubicBezTo>
                  <a:cubicBezTo>
                    <a:pt x="15542" y="17905"/>
                    <a:pt x="16811" y="17839"/>
                    <a:pt x="18052" y="17736"/>
                  </a:cubicBezTo>
                  <a:cubicBezTo>
                    <a:pt x="23329" y="17301"/>
                    <a:pt x="28524" y="16026"/>
                    <a:pt x="33704" y="14740"/>
                  </a:cubicBezTo>
                  <a:cubicBezTo>
                    <a:pt x="40948" y="12940"/>
                    <a:pt x="48135" y="10828"/>
                    <a:pt x="55442" y="9439"/>
                  </a:cubicBezTo>
                  <a:cubicBezTo>
                    <a:pt x="61321" y="8322"/>
                    <a:pt x="67233" y="7670"/>
                    <a:pt x="73167" y="7670"/>
                  </a:cubicBezTo>
                  <a:cubicBezTo>
                    <a:pt x="74688" y="7670"/>
                    <a:pt x="76210" y="7713"/>
                    <a:pt x="77734" y="7802"/>
                  </a:cubicBezTo>
                  <a:cubicBezTo>
                    <a:pt x="85106" y="8232"/>
                    <a:pt x="92423" y="9785"/>
                    <a:pt x="99530" y="12287"/>
                  </a:cubicBezTo>
                  <a:cubicBezTo>
                    <a:pt x="102317" y="13268"/>
                    <a:pt x="105115" y="14314"/>
                    <a:pt x="107858" y="15489"/>
                  </a:cubicBezTo>
                  <a:cubicBezTo>
                    <a:pt x="110332" y="16548"/>
                    <a:pt x="112809" y="17789"/>
                    <a:pt x="115004" y="19608"/>
                  </a:cubicBezTo>
                  <a:cubicBezTo>
                    <a:pt x="117824" y="21944"/>
                    <a:pt x="120303" y="25852"/>
                    <a:pt x="120226" y="30339"/>
                  </a:cubicBezTo>
                  <a:cubicBezTo>
                    <a:pt x="120101" y="37466"/>
                    <a:pt x="112935" y="40330"/>
                    <a:pt x="108516" y="41748"/>
                  </a:cubicBezTo>
                  <a:cubicBezTo>
                    <a:pt x="101630" y="43955"/>
                    <a:pt x="94414" y="44564"/>
                    <a:pt x="87337" y="44821"/>
                  </a:cubicBezTo>
                  <a:cubicBezTo>
                    <a:pt x="84855" y="44912"/>
                    <a:pt x="82371" y="44958"/>
                    <a:pt x="79887" y="44958"/>
                  </a:cubicBezTo>
                  <a:cubicBezTo>
                    <a:pt x="73140" y="44958"/>
                    <a:pt x="66393" y="44612"/>
                    <a:pt x="59673" y="43851"/>
                  </a:cubicBezTo>
                  <a:cubicBezTo>
                    <a:pt x="52128" y="42997"/>
                    <a:pt x="44620" y="41722"/>
                    <a:pt x="37128" y="40332"/>
                  </a:cubicBezTo>
                  <a:cubicBezTo>
                    <a:pt x="29596" y="38936"/>
                    <a:pt x="22076" y="37257"/>
                    <a:pt x="14513" y="36145"/>
                  </a:cubicBezTo>
                  <a:cubicBezTo>
                    <a:pt x="10469" y="35552"/>
                    <a:pt x="6279" y="35103"/>
                    <a:pt x="2100" y="35103"/>
                  </a:cubicBezTo>
                  <a:cubicBezTo>
                    <a:pt x="1400" y="35103"/>
                    <a:pt x="700" y="35116"/>
                    <a:pt x="0" y="35142"/>
                  </a:cubicBezTo>
                  <a:lnTo>
                    <a:pt x="0" y="41392"/>
                  </a:lnTo>
                  <a:cubicBezTo>
                    <a:pt x="3897" y="40406"/>
                    <a:pt x="7757" y="39113"/>
                    <a:pt x="11701" y="38520"/>
                  </a:cubicBezTo>
                  <a:cubicBezTo>
                    <a:pt x="12850" y="38347"/>
                    <a:pt x="14002" y="38268"/>
                    <a:pt x="15153" y="38268"/>
                  </a:cubicBezTo>
                  <a:cubicBezTo>
                    <a:pt x="18352" y="38268"/>
                    <a:pt x="21545" y="38880"/>
                    <a:pt x="24665" y="39789"/>
                  </a:cubicBezTo>
                  <a:cubicBezTo>
                    <a:pt x="29176" y="41103"/>
                    <a:pt x="33559" y="43015"/>
                    <a:pt x="37996" y="44675"/>
                  </a:cubicBezTo>
                  <a:cubicBezTo>
                    <a:pt x="42689" y="46433"/>
                    <a:pt x="47479" y="47692"/>
                    <a:pt x="52300" y="48740"/>
                  </a:cubicBezTo>
                  <a:cubicBezTo>
                    <a:pt x="61496" y="50745"/>
                    <a:pt x="70937" y="51857"/>
                    <a:pt x="80373" y="51857"/>
                  </a:cubicBezTo>
                  <a:cubicBezTo>
                    <a:pt x="91348" y="51857"/>
                    <a:pt x="102317" y="50352"/>
                    <a:pt x="112889" y="46997"/>
                  </a:cubicBezTo>
                  <a:cubicBezTo>
                    <a:pt x="122215" y="44038"/>
                    <a:pt x="130897" y="39216"/>
                    <a:pt x="139694" y="34414"/>
                  </a:cubicBezTo>
                  <a:cubicBezTo>
                    <a:pt x="143466" y="32352"/>
                    <a:pt x="147358" y="30634"/>
                    <a:pt x="151383" y="29556"/>
                  </a:cubicBezTo>
                  <a:cubicBezTo>
                    <a:pt x="155813" y="28370"/>
                    <a:pt x="160303" y="28105"/>
                    <a:pt x="164816" y="27914"/>
                  </a:cubicBezTo>
                  <a:cubicBezTo>
                    <a:pt x="167320" y="27807"/>
                    <a:pt x="169825" y="27756"/>
                    <a:pt x="172331" y="27756"/>
                  </a:cubicBezTo>
                  <a:cubicBezTo>
                    <a:pt x="189289" y="27756"/>
                    <a:pt x="206270" y="30094"/>
                    <a:pt x="222996" y="33398"/>
                  </a:cubicBezTo>
                  <a:cubicBezTo>
                    <a:pt x="226644" y="34116"/>
                    <a:pt x="230302" y="34924"/>
                    <a:pt x="233942" y="35864"/>
                  </a:cubicBezTo>
                  <a:lnTo>
                    <a:pt x="233942" y="9938"/>
                  </a:lnTo>
                  <a:cubicBezTo>
                    <a:pt x="233216" y="9925"/>
                    <a:pt x="232489" y="9919"/>
                    <a:pt x="231762" y="9919"/>
                  </a:cubicBezTo>
                  <a:cubicBezTo>
                    <a:pt x="219843" y="9919"/>
                    <a:pt x="207922" y="11530"/>
                    <a:pt x="196068" y="12904"/>
                  </a:cubicBezTo>
                  <a:cubicBezTo>
                    <a:pt x="188339" y="13801"/>
                    <a:pt x="180609" y="14806"/>
                    <a:pt x="172944" y="16393"/>
                  </a:cubicBezTo>
                  <a:cubicBezTo>
                    <a:pt x="169135" y="17181"/>
                    <a:pt x="165343" y="18112"/>
                    <a:pt x="161591" y="19260"/>
                  </a:cubicBezTo>
                  <a:cubicBezTo>
                    <a:pt x="158213" y="20291"/>
                    <a:pt x="155063" y="21813"/>
                    <a:pt x="151893" y="23606"/>
                  </a:cubicBezTo>
                  <a:cubicBezTo>
                    <a:pt x="147715" y="25970"/>
                    <a:pt x="143374" y="28204"/>
                    <a:pt x="138868" y="28204"/>
                  </a:cubicBezTo>
                  <a:cubicBezTo>
                    <a:pt x="137422" y="28204"/>
                    <a:pt x="135960" y="27974"/>
                    <a:pt x="134480" y="27445"/>
                  </a:cubicBezTo>
                  <a:cubicBezTo>
                    <a:pt x="129632" y="25711"/>
                    <a:pt x="125716" y="20547"/>
                    <a:pt x="125484" y="13951"/>
                  </a:cubicBezTo>
                  <a:cubicBezTo>
                    <a:pt x="125286" y="8300"/>
                    <a:pt x="129601" y="6027"/>
                    <a:pt x="133294" y="5020"/>
                  </a:cubicBezTo>
                  <a:cubicBezTo>
                    <a:pt x="139570" y="3307"/>
                    <a:pt x="146074" y="3151"/>
                    <a:pt x="152463" y="3078"/>
                  </a:cubicBezTo>
                  <a:cubicBezTo>
                    <a:pt x="160083" y="2991"/>
                    <a:pt x="167851" y="3042"/>
                    <a:pt x="175233" y="328"/>
                  </a:cubicBezTo>
                  <a:cubicBezTo>
                    <a:pt x="175511" y="226"/>
                    <a:pt x="175788" y="116"/>
                    <a:pt x="176066"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15"/>
            <p:cNvSpPr/>
            <p:nvPr/>
          </p:nvSpPr>
          <p:spPr>
            <a:xfrm flipH="1" rot="10800000">
              <a:off x="-97224" y="3290284"/>
              <a:ext cx="9377821" cy="2090634"/>
            </a:xfrm>
            <a:custGeom>
              <a:rect b="b" l="l" r="r" t="t"/>
              <a:pathLst>
                <a:path extrusionOk="0" h="52243" w="234343">
                  <a:moveTo>
                    <a:pt x="67361" y="400"/>
                  </a:moveTo>
                  <a:cubicBezTo>
                    <a:pt x="69340" y="790"/>
                    <a:pt x="71349" y="1215"/>
                    <a:pt x="73292" y="1625"/>
                  </a:cubicBezTo>
                  <a:cubicBezTo>
                    <a:pt x="79265" y="2884"/>
                    <a:pt x="85439" y="4185"/>
                    <a:pt x="91598" y="4680"/>
                  </a:cubicBezTo>
                  <a:cubicBezTo>
                    <a:pt x="94144" y="4885"/>
                    <a:pt x="96537" y="4987"/>
                    <a:pt x="98805" y="4987"/>
                  </a:cubicBezTo>
                  <a:cubicBezTo>
                    <a:pt x="101387" y="4987"/>
                    <a:pt x="103808" y="4854"/>
                    <a:pt x="106108" y="4590"/>
                  </a:cubicBezTo>
                  <a:lnTo>
                    <a:pt x="106218" y="4577"/>
                  </a:lnTo>
                  <a:cubicBezTo>
                    <a:pt x="108158" y="4354"/>
                    <a:pt x="114000" y="3685"/>
                    <a:pt x="114628" y="406"/>
                  </a:cubicBezTo>
                  <a:lnTo>
                    <a:pt x="175193" y="406"/>
                  </a:lnTo>
                  <a:cubicBezTo>
                    <a:pt x="168249" y="2915"/>
                    <a:pt x="160889" y="2994"/>
                    <a:pt x="153768" y="3069"/>
                  </a:cubicBezTo>
                  <a:lnTo>
                    <a:pt x="152665" y="3082"/>
                  </a:lnTo>
                  <a:cubicBezTo>
                    <a:pt x="145764" y="3162"/>
                    <a:pt x="139551" y="3364"/>
                    <a:pt x="133446" y="5030"/>
                  </a:cubicBezTo>
                  <a:cubicBezTo>
                    <a:pt x="128003" y="6516"/>
                    <a:pt x="125326" y="9588"/>
                    <a:pt x="125487" y="14164"/>
                  </a:cubicBezTo>
                  <a:cubicBezTo>
                    <a:pt x="125709" y="20471"/>
                    <a:pt x="129379" y="25966"/>
                    <a:pt x="134618" y="27839"/>
                  </a:cubicBezTo>
                  <a:cubicBezTo>
                    <a:pt x="136131" y="28380"/>
                    <a:pt x="137619" y="28617"/>
                    <a:pt x="139091" y="28617"/>
                  </a:cubicBezTo>
                  <a:cubicBezTo>
                    <a:pt x="143547" y="28617"/>
                    <a:pt x="147847" y="26448"/>
                    <a:pt x="152196" y="23987"/>
                  </a:cubicBezTo>
                  <a:cubicBezTo>
                    <a:pt x="155813" y="21943"/>
                    <a:pt x="158880" y="20567"/>
                    <a:pt x="161854" y="19658"/>
                  </a:cubicBezTo>
                  <a:cubicBezTo>
                    <a:pt x="165379" y="18581"/>
                    <a:pt x="169085" y="17643"/>
                    <a:pt x="173189" y="16795"/>
                  </a:cubicBezTo>
                  <a:cubicBezTo>
                    <a:pt x="180974" y="15181"/>
                    <a:pt x="188894" y="14166"/>
                    <a:pt x="196294" y="13308"/>
                  </a:cubicBezTo>
                  <a:cubicBezTo>
                    <a:pt x="197767" y="13138"/>
                    <a:pt x="199245" y="12964"/>
                    <a:pt x="200722" y="12788"/>
                  </a:cubicBezTo>
                  <a:cubicBezTo>
                    <a:pt x="210970" y="11576"/>
                    <a:pt x="221543" y="10326"/>
                    <a:pt x="231999" y="10326"/>
                  </a:cubicBezTo>
                  <a:cubicBezTo>
                    <a:pt x="232648" y="10326"/>
                    <a:pt x="233296" y="10331"/>
                    <a:pt x="233944" y="10341"/>
                  </a:cubicBezTo>
                  <a:lnTo>
                    <a:pt x="233944" y="35809"/>
                  </a:lnTo>
                  <a:cubicBezTo>
                    <a:pt x="230629" y="34959"/>
                    <a:pt x="227123" y="34173"/>
                    <a:pt x="223236" y="33405"/>
                  </a:cubicBezTo>
                  <a:cubicBezTo>
                    <a:pt x="203906" y="29587"/>
                    <a:pt x="187591" y="27758"/>
                    <a:pt x="172597" y="27758"/>
                  </a:cubicBezTo>
                  <a:cubicBezTo>
                    <a:pt x="170032" y="27758"/>
                    <a:pt x="167505" y="27812"/>
                    <a:pt x="165009" y="27918"/>
                  </a:cubicBezTo>
                  <a:cubicBezTo>
                    <a:pt x="160422" y="28112"/>
                    <a:pt x="155941" y="28387"/>
                    <a:pt x="151533" y="29567"/>
                  </a:cubicBezTo>
                  <a:cubicBezTo>
                    <a:pt x="147826" y="30560"/>
                    <a:pt x="143986" y="32153"/>
                    <a:pt x="139798" y="34441"/>
                  </a:cubicBezTo>
                  <a:lnTo>
                    <a:pt x="138875" y="34945"/>
                  </a:lnTo>
                  <a:cubicBezTo>
                    <a:pt x="130584" y="39473"/>
                    <a:pt x="122011" y="44161"/>
                    <a:pt x="113029" y="47009"/>
                  </a:cubicBezTo>
                  <a:cubicBezTo>
                    <a:pt x="102889" y="50226"/>
                    <a:pt x="91919" y="51840"/>
                    <a:pt x="80509" y="51840"/>
                  </a:cubicBezTo>
                  <a:cubicBezTo>
                    <a:pt x="71401" y="51840"/>
                    <a:pt x="62013" y="50811"/>
                    <a:pt x="52541" y="48749"/>
                  </a:cubicBezTo>
                  <a:cubicBezTo>
                    <a:pt x="46930" y="47526"/>
                    <a:pt x="42394" y="46236"/>
                    <a:pt x="38264" y="44691"/>
                  </a:cubicBezTo>
                  <a:cubicBezTo>
                    <a:pt x="36953" y="44199"/>
                    <a:pt x="35624" y="43678"/>
                    <a:pt x="34338" y="43172"/>
                  </a:cubicBezTo>
                  <a:cubicBezTo>
                    <a:pt x="31276" y="41971"/>
                    <a:pt x="28107" y="40726"/>
                    <a:pt x="24921" y="39799"/>
                  </a:cubicBezTo>
                  <a:cubicBezTo>
                    <a:pt x="21414" y="38777"/>
                    <a:pt x="18247" y="38271"/>
                    <a:pt x="15326" y="38271"/>
                  </a:cubicBezTo>
                  <a:cubicBezTo>
                    <a:pt x="14137" y="38271"/>
                    <a:pt x="12987" y="38356"/>
                    <a:pt x="11874" y="38521"/>
                  </a:cubicBezTo>
                  <a:cubicBezTo>
                    <a:pt x="9119" y="38936"/>
                    <a:pt x="6366" y="39703"/>
                    <a:pt x="3703" y="40442"/>
                  </a:cubicBezTo>
                  <a:cubicBezTo>
                    <a:pt x="2622" y="40742"/>
                    <a:pt x="1508" y="41053"/>
                    <a:pt x="406" y="41335"/>
                  </a:cubicBezTo>
                  <a:lnTo>
                    <a:pt x="406" y="35538"/>
                  </a:lnTo>
                  <a:cubicBezTo>
                    <a:pt x="1027" y="35516"/>
                    <a:pt x="1658" y="35506"/>
                    <a:pt x="2301" y="35506"/>
                  </a:cubicBezTo>
                  <a:cubicBezTo>
                    <a:pt x="5902" y="35506"/>
                    <a:pt x="9901" y="35844"/>
                    <a:pt x="14687" y="36547"/>
                  </a:cubicBezTo>
                  <a:cubicBezTo>
                    <a:pt x="19745" y="37290"/>
                    <a:pt x="24868" y="38304"/>
                    <a:pt x="29822" y="39284"/>
                  </a:cubicBezTo>
                  <a:cubicBezTo>
                    <a:pt x="32271" y="39769"/>
                    <a:pt x="34802" y="40270"/>
                    <a:pt x="37296" y="40733"/>
                  </a:cubicBezTo>
                  <a:cubicBezTo>
                    <a:pt x="43914" y="41961"/>
                    <a:pt x="51770" y="43339"/>
                    <a:pt x="59854" y="44254"/>
                  </a:cubicBezTo>
                  <a:cubicBezTo>
                    <a:pt x="66359" y="44990"/>
                    <a:pt x="73165" y="45361"/>
                    <a:pt x="80163" y="45361"/>
                  </a:cubicBezTo>
                  <a:cubicBezTo>
                    <a:pt x="82603" y="45361"/>
                    <a:pt x="85067" y="45316"/>
                    <a:pt x="87550" y="45225"/>
                  </a:cubicBezTo>
                  <a:cubicBezTo>
                    <a:pt x="94026" y="44991"/>
                    <a:pt x="101613" y="44441"/>
                    <a:pt x="108780" y="42142"/>
                  </a:cubicBezTo>
                  <a:cubicBezTo>
                    <a:pt x="113810" y="40529"/>
                    <a:pt x="120508" y="37574"/>
                    <a:pt x="120629" y="30544"/>
                  </a:cubicBezTo>
                  <a:cubicBezTo>
                    <a:pt x="120696" y="26529"/>
                    <a:pt x="118718" y="22458"/>
                    <a:pt x="115334" y="19654"/>
                  </a:cubicBezTo>
                  <a:cubicBezTo>
                    <a:pt x="112985" y="17708"/>
                    <a:pt x="110379" y="16465"/>
                    <a:pt x="108140" y="15506"/>
                  </a:cubicBezTo>
                  <a:cubicBezTo>
                    <a:pt x="105719" y="14467"/>
                    <a:pt x="103070" y="13450"/>
                    <a:pt x="99798" y="12298"/>
                  </a:cubicBezTo>
                  <a:cubicBezTo>
                    <a:pt x="92520" y="9735"/>
                    <a:pt x="85169" y="8223"/>
                    <a:pt x="77949" y="7802"/>
                  </a:cubicBezTo>
                  <a:cubicBezTo>
                    <a:pt x="76425" y="7713"/>
                    <a:pt x="74890" y="7669"/>
                    <a:pt x="73339" y="7669"/>
                  </a:cubicBezTo>
                  <a:cubicBezTo>
                    <a:pt x="67706" y="7669"/>
                    <a:pt x="61863" y="8255"/>
                    <a:pt x="55605" y="9443"/>
                  </a:cubicBezTo>
                  <a:cubicBezTo>
                    <a:pt x="50502" y="10413"/>
                    <a:pt x="45374" y="11757"/>
                    <a:pt x="40416" y="13057"/>
                  </a:cubicBezTo>
                  <a:cubicBezTo>
                    <a:pt x="38267" y="13620"/>
                    <a:pt x="36046" y="14201"/>
                    <a:pt x="33857" y="14746"/>
                  </a:cubicBezTo>
                  <a:cubicBezTo>
                    <a:pt x="29050" y="15939"/>
                    <a:pt x="23603" y="17293"/>
                    <a:pt x="18238" y="17736"/>
                  </a:cubicBezTo>
                  <a:cubicBezTo>
                    <a:pt x="17038" y="17835"/>
                    <a:pt x="15751" y="17910"/>
                    <a:pt x="14415" y="17910"/>
                  </a:cubicBezTo>
                  <a:cubicBezTo>
                    <a:pt x="10534" y="17910"/>
                    <a:pt x="6246" y="17280"/>
                    <a:pt x="2517" y="14787"/>
                  </a:cubicBezTo>
                  <a:cubicBezTo>
                    <a:pt x="2004" y="14446"/>
                    <a:pt x="1229" y="13878"/>
                    <a:pt x="403" y="13098"/>
                  </a:cubicBezTo>
                  <a:lnTo>
                    <a:pt x="403" y="4204"/>
                  </a:lnTo>
                  <a:cubicBezTo>
                    <a:pt x="403" y="2108"/>
                    <a:pt x="1731" y="405"/>
                    <a:pt x="3364" y="405"/>
                  </a:cubicBezTo>
                  <a:lnTo>
                    <a:pt x="67361" y="400"/>
                  </a:lnTo>
                  <a:close/>
                  <a:moveTo>
                    <a:pt x="114278" y="0"/>
                  </a:moveTo>
                  <a:lnTo>
                    <a:pt x="114255" y="176"/>
                  </a:lnTo>
                  <a:cubicBezTo>
                    <a:pt x="113845" y="3294"/>
                    <a:pt x="108068" y="3957"/>
                    <a:pt x="106170" y="4175"/>
                  </a:cubicBezTo>
                  <a:lnTo>
                    <a:pt x="106061" y="4187"/>
                  </a:lnTo>
                  <a:cubicBezTo>
                    <a:pt x="103777" y="4451"/>
                    <a:pt x="101371" y="4582"/>
                    <a:pt x="98803" y="4582"/>
                  </a:cubicBezTo>
                  <a:cubicBezTo>
                    <a:pt x="96546" y="4582"/>
                    <a:pt x="94164" y="4481"/>
                    <a:pt x="91630" y="4277"/>
                  </a:cubicBezTo>
                  <a:cubicBezTo>
                    <a:pt x="85496" y="3785"/>
                    <a:pt x="79335" y="2485"/>
                    <a:pt x="73374" y="1229"/>
                  </a:cubicBezTo>
                  <a:cubicBezTo>
                    <a:pt x="71430" y="820"/>
                    <a:pt x="69420" y="395"/>
                    <a:pt x="67400" y="2"/>
                  </a:cubicBezTo>
                  <a:lnTo>
                    <a:pt x="3365" y="2"/>
                  </a:lnTo>
                  <a:cubicBezTo>
                    <a:pt x="1511" y="2"/>
                    <a:pt x="3" y="1889"/>
                    <a:pt x="3" y="4205"/>
                  </a:cubicBezTo>
                  <a:lnTo>
                    <a:pt x="3" y="13267"/>
                  </a:lnTo>
                  <a:lnTo>
                    <a:pt x="66" y="13327"/>
                  </a:lnTo>
                  <a:cubicBezTo>
                    <a:pt x="935" y="14157"/>
                    <a:pt x="1758" y="14760"/>
                    <a:pt x="2295" y="15120"/>
                  </a:cubicBezTo>
                  <a:cubicBezTo>
                    <a:pt x="6107" y="17668"/>
                    <a:pt x="10473" y="18312"/>
                    <a:pt x="14416" y="18312"/>
                  </a:cubicBezTo>
                  <a:cubicBezTo>
                    <a:pt x="15764" y="18312"/>
                    <a:pt x="17063" y="18236"/>
                    <a:pt x="18274" y="18136"/>
                  </a:cubicBezTo>
                  <a:cubicBezTo>
                    <a:pt x="23670" y="17692"/>
                    <a:pt x="29134" y="16335"/>
                    <a:pt x="33955" y="15136"/>
                  </a:cubicBezTo>
                  <a:cubicBezTo>
                    <a:pt x="36148" y="14591"/>
                    <a:pt x="38370" y="14008"/>
                    <a:pt x="40521" y="13444"/>
                  </a:cubicBezTo>
                  <a:cubicBezTo>
                    <a:pt x="45471" y="12145"/>
                    <a:pt x="50591" y="10802"/>
                    <a:pt x="55682" y="9836"/>
                  </a:cubicBezTo>
                  <a:cubicBezTo>
                    <a:pt x="61914" y="8652"/>
                    <a:pt x="67733" y="8068"/>
                    <a:pt x="73339" y="8068"/>
                  </a:cubicBezTo>
                  <a:cubicBezTo>
                    <a:pt x="74883" y="8068"/>
                    <a:pt x="76410" y="8112"/>
                    <a:pt x="77924" y="8200"/>
                  </a:cubicBezTo>
                  <a:cubicBezTo>
                    <a:pt x="85109" y="8620"/>
                    <a:pt x="92423" y="10126"/>
                    <a:pt x="99664" y="12674"/>
                  </a:cubicBezTo>
                  <a:cubicBezTo>
                    <a:pt x="102926" y="13823"/>
                    <a:pt x="105569" y="14839"/>
                    <a:pt x="107978" y="15872"/>
                  </a:cubicBezTo>
                  <a:cubicBezTo>
                    <a:pt x="110192" y="16820"/>
                    <a:pt x="112765" y="18046"/>
                    <a:pt x="115074" y="19959"/>
                  </a:cubicBezTo>
                  <a:cubicBezTo>
                    <a:pt x="118366" y="22686"/>
                    <a:pt x="120289" y="26638"/>
                    <a:pt x="120224" y="30531"/>
                  </a:cubicBezTo>
                  <a:cubicBezTo>
                    <a:pt x="120108" y="37304"/>
                    <a:pt x="113565" y="40179"/>
                    <a:pt x="108656" y="41753"/>
                  </a:cubicBezTo>
                  <a:cubicBezTo>
                    <a:pt x="101534" y="44037"/>
                    <a:pt x="93982" y="44584"/>
                    <a:pt x="87532" y="44818"/>
                  </a:cubicBezTo>
                  <a:cubicBezTo>
                    <a:pt x="85053" y="44908"/>
                    <a:pt x="82593" y="44953"/>
                    <a:pt x="80156" y="44953"/>
                  </a:cubicBezTo>
                  <a:cubicBezTo>
                    <a:pt x="73174" y="44953"/>
                    <a:pt x="66385" y="44584"/>
                    <a:pt x="59897" y="43849"/>
                  </a:cubicBezTo>
                  <a:cubicBezTo>
                    <a:pt x="51824" y="42936"/>
                    <a:pt x="43978" y="41560"/>
                    <a:pt x="37366" y="40335"/>
                  </a:cubicBezTo>
                  <a:cubicBezTo>
                    <a:pt x="34874" y="39874"/>
                    <a:pt x="32343" y="39371"/>
                    <a:pt x="29894" y="38889"/>
                  </a:cubicBezTo>
                  <a:cubicBezTo>
                    <a:pt x="24935" y="37906"/>
                    <a:pt x="19807" y="36891"/>
                    <a:pt x="14740" y="36147"/>
                  </a:cubicBezTo>
                  <a:cubicBezTo>
                    <a:pt x="9938" y="35440"/>
                    <a:pt x="5923" y="35101"/>
                    <a:pt x="2306" y="35101"/>
                  </a:cubicBezTo>
                  <a:cubicBezTo>
                    <a:pt x="1587" y="35101"/>
                    <a:pt x="884" y="35114"/>
                    <a:pt x="193" y="35141"/>
                  </a:cubicBezTo>
                  <a:lnTo>
                    <a:pt x="0" y="35148"/>
                  </a:lnTo>
                  <a:lnTo>
                    <a:pt x="0" y="41850"/>
                  </a:lnTo>
                  <a:lnTo>
                    <a:pt x="250" y="41789"/>
                  </a:lnTo>
                  <a:cubicBezTo>
                    <a:pt x="1438" y="41486"/>
                    <a:pt x="2642" y="41153"/>
                    <a:pt x="3807" y="40829"/>
                  </a:cubicBezTo>
                  <a:cubicBezTo>
                    <a:pt x="6459" y="40093"/>
                    <a:pt x="9201" y="39331"/>
                    <a:pt x="11931" y="38920"/>
                  </a:cubicBezTo>
                  <a:cubicBezTo>
                    <a:pt x="13025" y="38755"/>
                    <a:pt x="14155" y="38672"/>
                    <a:pt x="15326" y="38672"/>
                  </a:cubicBezTo>
                  <a:cubicBezTo>
                    <a:pt x="18207" y="38672"/>
                    <a:pt x="21339" y="39173"/>
                    <a:pt x="24808" y="40183"/>
                  </a:cubicBezTo>
                  <a:cubicBezTo>
                    <a:pt x="27977" y="41106"/>
                    <a:pt x="31136" y="42346"/>
                    <a:pt x="34192" y="43547"/>
                  </a:cubicBezTo>
                  <a:cubicBezTo>
                    <a:pt x="35480" y="44051"/>
                    <a:pt x="36810" y="44575"/>
                    <a:pt x="38124" y="45065"/>
                  </a:cubicBezTo>
                  <a:cubicBezTo>
                    <a:pt x="42272" y="46618"/>
                    <a:pt x="46826" y="47913"/>
                    <a:pt x="52458" y="49140"/>
                  </a:cubicBezTo>
                  <a:cubicBezTo>
                    <a:pt x="61960" y="51209"/>
                    <a:pt x="71376" y="52242"/>
                    <a:pt x="80515" y="52242"/>
                  </a:cubicBezTo>
                  <a:cubicBezTo>
                    <a:pt x="91963" y="52242"/>
                    <a:pt x="102972" y="50622"/>
                    <a:pt x="113151" y="47393"/>
                  </a:cubicBezTo>
                  <a:cubicBezTo>
                    <a:pt x="122171" y="44531"/>
                    <a:pt x="130760" y="39837"/>
                    <a:pt x="139068" y="35298"/>
                  </a:cubicBezTo>
                  <a:lnTo>
                    <a:pt x="139990" y="34794"/>
                  </a:lnTo>
                  <a:cubicBezTo>
                    <a:pt x="144149" y="32523"/>
                    <a:pt x="147959" y="30939"/>
                    <a:pt x="151635" y="29954"/>
                  </a:cubicBezTo>
                  <a:cubicBezTo>
                    <a:pt x="156001" y="28784"/>
                    <a:pt x="160459" y="28512"/>
                    <a:pt x="165023" y="28318"/>
                  </a:cubicBezTo>
                  <a:cubicBezTo>
                    <a:pt x="167510" y="28212"/>
                    <a:pt x="170027" y="28159"/>
                    <a:pt x="172583" y="28159"/>
                  </a:cubicBezTo>
                  <a:cubicBezTo>
                    <a:pt x="187551" y="28159"/>
                    <a:pt x="203846" y="29985"/>
                    <a:pt x="223155" y="33798"/>
                  </a:cubicBezTo>
                  <a:cubicBezTo>
                    <a:pt x="227133" y="34583"/>
                    <a:pt x="230708" y="35389"/>
                    <a:pt x="234091" y="36262"/>
                  </a:cubicBezTo>
                  <a:lnTo>
                    <a:pt x="234343" y="36327"/>
                  </a:lnTo>
                  <a:lnTo>
                    <a:pt x="234343" y="9942"/>
                  </a:lnTo>
                  <a:lnTo>
                    <a:pt x="234144" y="9938"/>
                  </a:lnTo>
                  <a:cubicBezTo>
                    <a:pt x="233436" y="9926"/>
                    <a:pt x="232728" y="9920"/>
                    <a:pt x="232019" y="9920"/>
                  </a:cubicBezTo>
                  <a:cubicBezTo>
                    <a:pt x="221533" y="9920"/>
                    <a:pt x="210937" y="11173"/>
                    <a:pt x="200668" y="12387"/>
                  </a:cubicBezTo>
                  <a:cubicBezTo>
                    <a:pt x="199192" y="12560"/>
                    <a:pt x="197716" y="12735"/>
                    <a:pt x="196241" y="12907"/>
                  </a:cubicBezTo>
                  <a:cubicBezTo>
                    <a:pt x="188833" y="13765"/>
                    <a:pt x="180900" y="14784"/>
                    <a:pt x="173099" y="16399"/>
                  </a:cubicBezTo>
                  <a:cubicBezTo>
                    <a:pt x="168984" y="17250"/>
                    <a:pt x="165266" y="18189"/>
                    <a:pt x="161730" y="19271"/>
                  </a:cubicBezTo>
                  <a:cubicBezTo>
                    <a:pt x="158729" y="20188"/>
                    <a:pt x="155634" y="21574"/>
                    <a:pt x="151992" y="23636"/>
                  </a:cubicBezTo>
                  <a:cubicBezTo>
                    <a:pt x="147694" y="26067"/>
                    <a:pt x="143448" y="28211"/>
                    <a:pt x="139076" y="28211"/>
                  </a:cubicBezTo>
                  <a:cubicBezTo>
                    <a:pt x="137648" y="28211"/>
                    <a:pt x="136206" y="27982"/>
                    <a:pt x="134745" y="27459"/>
                  </a:cubicBezTo>
                  <a:cubicBezTo>
                    <a:pt x="129659" y="25640"/>
                    <a:pt x="126097" y="20292"/>
                    <a:pt x="125882" y="14148"/>
                  </a:cubicBezTo>
                  <a:cubicBezTo>
                    <a:pt x="125729" y="9782"/>
                    <a:pt x="128305" y="6844"/>
                    <a:pt x="133544" y="5415"/>
                  </a:cubicBezTo>
                  <a:cubicBezTo>
                    <a:pt x="139606" y="3761"/>
                    <a:pt x="145790" y="3559"/>
                    <a:pt x="152664" y="3482"/>
                  </a:cubicBezTo>
                  <a:lnTo>
                    <a:pt x="153767" y="3469"/>
                  </a:lnTo>
                  <a:cubicBezTo>
                    <a:pt x="160981" y="3392"/>
                    <a:pt x="168439" y="3314"/>
                    <a:pt x="175499" y="719"/>
                  </a:cubicBezTo>
                  <a:cubicBezTo>
                    <a:pt x="175781" y="617"/>
                    <a:pt x="176061" y="506"/>
                    <a:pt x="176341" y="389"/>
                  </a:cubicBezTo>
                  <a:lnTo>
                    <a:pt x="17726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9" name="Google Shape;399;p15"/>
          <p:cNvSpPr/>
          <p:nvPr/>
        </p:nvSpPr>
        <p:spPr>
          <a:xfrm flipH="1" rot="10800000">
            <a:off x="-97224" y="2054444"/>
            <a:ext cx="8367499" cy="1836163"/>
          </a:xfrm>
          <a:custGeom>
            <a:rect b="b" l="l" r="r" t="t"/>
            <a:pathLst>
              <a:path extrusionOk="0" h="45884" w="209096">
                <a:moveTo>
                  <a:pt x="173615" y="405"/>
                </a:moveTo>
                <a:cubicBezTo>
                  <a:pt x="176375" y="405"/>
                  <a:pt x="179213" y="507"/>
                  <a:pt x="182050" y="829"/>
                </a:cubicBezTo>
                <a:cubicBezTo>
                  <a:pt x="188207" y="1528"/>
                  <a:pt x="194615" y="3672"/>
                  <a:pt x="201642" y="7381"/>
                </a:cubicBezTo>
                <a:lnTo>
                  <a:pt x="202000" y="7570"/>
                </a:lnTo>
                <a:cubicBezTo>
                  <a:pt x="204160" y="8703"/>
                  <a:pt x="207122" y="10258"/>
                  <a:pt x="208209" y="13014"/>
                </a:cubicBezTo>
                <a:cubicBezTo>
                  <a:pt x="208659" y="14157"/>
                  <a:pt x="208681" y="15157"/>
                  <a:pt x="208272" y="15990"/>
                </a:cubicBezTo>
                <a:cubicBezTo>
                  <a:pt x="207624" y="17309"/>
                  <a:pt x="205989" y="18018"/>
                  <a:pt x="204732" y="18381"/>
                </a:cubicBezTo>
                <a:cubicBezTo>
                  <a:pt x="201461" y="19325"/>
                  <a:pt x="198006" y="19797"/>
                  <a:pt x="194392" y="19797"/>
                </a:cubicBezTo>
                <a:cubicBezTo>
                  <a:pt x="190821" y="19797"/>
                  <a:pt x="187096" y="19336"/>
                  <a:pt x="183241" y="18415"/>
                </a:cubicBezTo>
                <a:cubicBezTo>
                  <a:pt x="179114" y="17429"/>
                  <a:pt x="174866" y="16057"/>
                  <a:pt x="170611" y="14337"/>
                </a:cubicBezTo>
                <a:cubicBezTo>
                  <a:pt x="166998" y="12878"/>
                  <a:pt x="163261" y="11368"/>
                  <a:pt x="159428" y="10535"/>
                </a:cubicBezTo>
                <a:cubicBezTo>
                  <a:pt x="157531" y="10122"/>
                  <a:pt x="155742" y="9916"/>
                  <a:pt x="154034" y="9916"/>
                </a:cubicBezTo>
                <a:cubicBezTo>
                  <a:pt x="152450" y="9916"/>
                  <a:pt x="150935" y="10094"/>
                  <a:pt x="149470" y="10449"/>
                </a:cubicBezTo>
                <a:cubicBezTo>
                  <a:pt x="145504" y="11411"/>
                  <a:pt x="142070" y="13874"/>
                  <a:pt x="138895" y="16316"/>
                </a:cubicBezTo>
                <a:cubicBezTo>
                  <a:pt x="136054" y="18501"/>
                  <a:pt x="133233" y="20858"/>
                  <a:pt x="130505" y="23139"/>
                </a:cubicBezTo>
                <a:cubicBezTo>
                  <a:pt x="126905" y="26149"/>
                  <a:pt x="123181" y="29264"/>
                  <a:pt x="119366" y="32010"/>
                </a:cubicBezTo>
                <a:cubicBezTo>
                  <a:pt x="107458" y="40580"/>
                  <a:pt x="92880" y="45107"/>
                  <a:pt x="76028" y="45462"/>
                </a:cubicBezTo>
                <a:cubicBezTo>
                  <a:pt x="75424" y="45475"/>
                  <a:pt x="74822" y="45482"/>
                  <a:pt x="74224" y="45482"/>
                </a:cubicBezTo>
                <a:cubicBezTo>
                  <a:pt x="58269" y="45482"/>
                  <a:pt x="44689" y="40929"/>
                  <a:pt x="33828" y="31942"/>
                </a:cubicBezTo>
                <a:cubicBezTo>
                  <a:pt x="27187" y="26448"/>
                  <a:pt x="20603" y="21405"/>
                  <a:pt x="13056" y="20088"/>
                </a:cubicBezTo>
                <a:cubicBezTo>
                  <a:pt x="11967" y="19897"/>
                  <a:pt x="10865" y="19801"/>
                  <a:pt x="9746" y="19801"/>
                </a:cubicBezTo>
                <a:cubicBezTo>
                  <a:pt x="6781" y="19801"/>
                  <a:pt x="3696" y="20474"/>
                  <a:pt x="406" y="21833"/>
                </a:cubicBezTo>
                <a:lnTo>
                  <a:pt x="406" y="14358"/>
                </a:lnTo>
                <a:cubicBezTo>
                  <a:pt x="1109" y="14230"/>
                  <a:pt x="1864" y="14110"/>
                  <a:pt x="2702" y="13993"/>
                </a:cubicBezTo>
                <a:cubicBezTo>
                  <a:pt x="5594" y="13588"/>
                  <a:pt x="8552" y="13414"/>
                  <a:pt x="11411" y="13245"/>
                </a:cubicBezTo>
                <a:lnTo>
                  <a:pt x="12958" y="13152"/>
                </a:lnTo>
                <a:cubicBezTo>
                  <a:pt x="15818" y="12978"/>
                  <a:pt x="18953" y="12785"/>
                  <a:pt x="22145" y="12785"/>
                </a:cubicBezTo>
                <a:cubicBezTo>
                  <a:pt x="23389" y="12785"/>
                  <a:pt x="24641" y="12814"/>
                  <a:pt x="25889" y="12885"/>
                </a:cubicBezTo>
                <a:cubicBezTo>
                  <a:pt x="29786" y="13104"/>
                  <a:pt x="33808" y="14150"/>
                  <a:pt x="38546" y="16169"/>
                </a:cubicBezTo>
                <a:cubicBezTo>
                  <a:pt x="52883" y="22283"/>
                  <a:pt x="69842" y="28659"/>
                  <a:pt x="86902" y="29591"/>
                </a:cubicBezTo>
                <a:cubicBezTo>
                  <a:pt x="88135" y="29659"/>
                  <a:pt x="89353" y="29692"/>
                  <a:pt x="90554" y="29692"/>
                </a:cubicBezTo>
                <a:cubicBezTo>
                  <a:pt x="97955" y="29692"/>
                  <a:pt x="104738" y="28414"/>
                  <a:pt x="110758" y="25880"/>
                </a:cubicBezTo>
                <a:cubicBezTo>
                  <a:pt x="117187" y="23174"/>
                  <a:pt x="123174" y="18993"/>
                  <a:pt x="128962" y="14950"/>
                </a:cubicBezTo>
                <a:cubicBezTo>
                  <a:pt x="130301" y="14015"/>
                  <a:pt x="131684" y="13050"/>
                  <a:pt x="133052" y="12117"/>
                </a:cubicBezTo>
                <a:cubicBezTo>
                  <a:pt x="136569" y="9716"/>
                  <a:pt x="140379" y="7249"/>
                  <a:pt x="144384" y="5460"/>
                </a:cubicBezTo>
                <a:cubicBezTo>
                  <a:pt x="148006" y="3842"/>
                  <a:pt x="151905" y="2608"/>
                  <a:pt x="155970" y="1792"/>
                </a:cubicBezTo>
                <a:cubicBezTo>
                  <a:pt x="159701" y="1042"/>
                  <a:pt x="163680" y="640"/>
                  <a:pt x="168868" y="486"/>
                </a:cubicBezTo>
                <a:cubicBezTo>
                  <a:pt x="170413" y="440"/>
                  <a:pt x="172001" y="405"/>
                  <a:pt x="173615" y="405"/>
                </a:cubicBezTo>
                <a:close/>
                <a:moveTo>
                  <a:pt x="173609" y="0"/>
                </a:moveTo>
                <a:cubicBezTo>
                  <a:pt x="171993" y="0"/>
                  <a:pt x="170405" y="35"/>
                  <a:pt x="168858" y="80"/>
                </a:cubicBezTo>
                <a:cubicBezTo>
                  <a:pt x="163644" y="234"/>
                  <a:pt x="159645" y="639"/>
                  <a:pt x="155891" y="1393"/>
                </a:cubicBezTo>
                <a:cubicBezTo>
                  <a:pt x="151795" y="2216"/>
                  <a:pt x="147870" y="3459"/>
                  <a:pt x="144219" y="5088"/>
                </a:cubicBezTo>
                <a:cubicBezTo>
                  <a:pt x="140186" y="6888"/>
                  <a:pt x="136359" y="9369"/>
                  <a:pt x="132824" y="11781"/>
                </a:cubicBezTo>
                <a:cubicBezTo>
                  <a:pt x="131454" y="12715"/>
                  <a:pt x="130070" y="13683"/>
                  <a:pt x="128732" y="14617"/>
                </a:cubicBezTo>
                <a:cubicBezTo>
                  <a:pt x="122961" y="18648"/>
                  <a:pt x="116993" y="22817"/>
                  <a:pt x="110602" y="25506"/>
                </a:cubicBezTo>
                <a:cubicBezTo>
                  <a:pt x="104631" y="28019"/>
                  <a:pt x="97899" y="29287"/>
                  <a:pt x="90554" y="29287"/>
                </a:cubicBezTo>
                <a:cubicBezTo>
                  <a:pt x="89360" y="29287"/>
                  <a:pt x="88149" y="29254"/>
                  <a:pt x="86923" y="29187"/>
                </a:cubicBezTo>
                <a:cubicBezTo>
                  <a:pt x="69926" y="28261"/>
                  <a:pt x="53010" y="21898"/>
                  <a:pt x="38703" y="15797"/>
                </a:cubicBezTo>
                <a:cubicBezTo>
                  <a:pt x="33922" y="13758"/>
                  <a:pt x="29857" y="12704"/>
                  <a:pt x="25911" y="12481"/>
                </a:cubicBezTo>
                <a:cubicBezTo>
                  <a:pt x="24653" y="12410"/>
                  <a:pt x="23392" y="12381"/>
                  <a:pt x="22140" y="12381"/>
                </a:cubicBezTo>
                <a:cubicBezTo>
                  <a:pt x="18938" y="12381"/>
                  <a:pt x="15797" y="12572"/>
                  <a:pt x="12931" y="12748"/>
                </a:cubicBezTo>
                <a:lnTo>
                  <a:pt x="11384" y="12841"/>
                </a:lnTo>
                <a:cubicBezTo>
                  <a:pt x="8518" y="13010"/>
                  <a:pt x="5551" y="13184"/>
                  <a:pt x="2644" y="13591"/>
                </a:cubicBezTo>
                <a:cubicBezTo>
                  <a:pt x="1731" y="13718"/>
                  <a:pt x="921" y="13848"/>
                  <a:pt x="165" y="13990"/>
                </a:cubicBezTo>
                <a:lnTo>
                  <a:pt x="0" y="14020"/>
                </a:lnTo>
                <a:lnTo>
                  <a:pt x="0" y="22434"/>
                </a:lnTo>
                <a:lnTo>
                  <a:pt x="280" y="22317"/>
                </a:lnTo>
                <a:cubicBezTo>
                  <a:pt x="3624" y="20902"/>
                  <a:pt x="6748" y="20202"/>
                  <a:pt x="9745" y="20202"/>
                </a:cubicBezTo>
                <a:cubicBezTo>
                  <a:pt x="10841" y="20202"/>
                  <a:pt x="11920" y="20296"/>
                  <a:pt x="12987" y="20482"/>
                </a:cubicBezTo>
                <a:cubicBezTo>
                  <a:pt x="20436" y="21784"/>
                  <a:pt x="26975" y="26792"/>
                  <a:pt x="33571" y="32250"/>
                </a:cubicBezTo>
                <a:cubicBezTo>
                  <a:pt x="44508" y="41302"/>
                  <a:pt x="58178" y="45884"/>
                  <a:pt x="74230" y="45884"/>
                </a:cubicBezTo>
                <a:cubicBezTo>
                  <a:pt x="74828" y="45884"/>
                  <a:pt x="75434" y="45878"/>
                  <a:pt x="76041" y="45864"/>
                </a:cubicBezTo>
                <a:cubicBezTo>
                  <a:pt x="92973" y="45507"/>
                  <a:pt x="107630" y="40953"/>
                  <a:pt x="119603" y="32334"/>
                </a:cubicBezTo>
                <a:cubicBezTo>
                  <a:pt x="123430" y="29580"/>
                  <a:pt x="127160" y="26462"/>
                  <a:pt x="130767" y="23446"/>
                </a:cubicBezTo>
                <a:cubicBezTo>
                  <a:pt x="133490" y="21168"/>
                  <a:pt x="136306" y="18812"/>
                  <a:pt x="139143" y="16633"/>
                </a:cubicBezTo>
                <a:cubicBezTo>
                  <a:pt x="142286" y="14218"/>
                  <a:pt x="145678" y="11782"/>
                  <a:pt x="149569" y="10839"/>
                </a:cubicBezTo>
                <a:cubicBezTo>
                  <a:pt x="151002" y="10492"/>
                  <a:pt x="152486" y="10318"/>
                  <a:pt x="154040" y="10318"/>
                </a:cubicBezTo>
                <a:cubicBezTo>
                  <a:pt x="155718" y="10318"/>
                  <a:pt x="157477" y="10521"/>
                  <a:pt x="159345" y="10926"/>
                </a:cubicBezTo>
                <a:cubicBezTo>
                  <a:pt x="163146" y="11754"/>
                  <a:pt x="166866" y="13255"/>
                  <a:pt x="170463" y="14710"/>
                </a:cubicBezTo>
                <a:cubicBezTo>
                  <a:pt x="174735" y="16434"/>
                  <a:pt x="179004" y="17813"/>
                  <a:pt x="183149" y="18805"/>
                </a:cubicBezTo>
                <a:cubicBezTo>
                  <a:pt x="187035" y="19734"/>
                  <a:pt x="190791" y="20198"/>
                  <a:pt x="194393" y="20198"/>
                </a:cubicBezTo>
                <a:cubicBezTo>
                  <a:pt x="198045" y="20198"/>
                  <a:pt x="201538" y="19721"/>
                  <a:pt x="204846" y="18766"/>
                </a:cubicBezTo>
                <a:cubicBezTo>
                  <a:pt x="206788" y="18205"/>
                  <a:pt x="208062" y="17332"/>
                  <a:pt x="208634" y="16167"/>
                </a:cubicBezTo>
                <a:cubicBezTo>
                  <a:pt x="209095" y="15229"/>
                  <a:pt x="209080" y="14117"/>
                  <a:pt x="208584" y="12865"/>
                </a:cubicBezTo>
                <a:cubicBezTo>
                  <a:pt x="207441" y="9969"/>
                  <a:pt x="204404" y="8376"/>
                  <a:pt x="202188" y="7211"/>
                </a:cubicBezTo>
                <a:lnTo>
                  <a:pt x="201831" y="7024"/>
                </a:lnTo>
                <a:cubicBezTo>
                  <a:pt x="194760" y="3289"/>
                  <a:pt x="188306" y="1132"/>
                  <a:pt x="182098" y="427"/>
                </a:cubicBezTo>
                <a:cubicBezTo>
                  <a:pt x="179239" y="102"/>
                  <a:pt x="176384" y="0"/>
                  <a:pt x="17360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15"/>
          <p:cNvSpPr/>
          <p:nvPr/>
        </p:nvSpPr>
        <p:spPr>
          <a:xfrm flipH="1" rot="10800000">
            <a:off x="-97184" y="2454484"/>
            <a:ext cx="807313" cy="330705"/>
          </a:xfrm>
          <a:custGeom>
            <a:rect b="b" l="l" r="r" t="t"/>
            <a:pathLst>
              <a:path extrusionOk="0" h="8264" w="20174">
                <a:moveTo>
                  <a:pt x="10888" y="404"/>
                </a:moveTo>
                <a:cubicBezTo>
                  <a:pt x="11749" y="404"/>
                  <a:pt x="12597" y="461"/>
                  <a:pt x="13422" y="602"/>
                </a:cubicBezTo>
                <a:cubicBezTo>
                  <a:pt x="15472" y="954"/>
                  <a:pt x="17153" y="1897"/>
                  <a:pt x="18413" y="3404"/>
                </a:cubicBezTo>
                <a:cubicBezTo>
                  <a:pt x="19054" y="4170"/>
                  <a:pt x="19787" y="5267"/>
                  <a:pt x="19634" y="6147"/>
                </a:cubicBezTo>
                <a:cubicBezTo>
                  <a:pt x="19567" y="6546"/>
                  <a:pt x="19324" y="6863"/>
                  <a:pt x="18894" y="7118"/>
                </a:cubicBezTo>
                <a:cubicBezTo>
                  <a:pt x="17704" y="7820"/>
                  <a:pt x="16206" y="7861"/>
                  <a:pt x="14950" y="7861"/>
                </a:cubicBezTo>
                <a:cubicBezTo>
                  <a:pt x="14860" y="7861"/>
                  <a:pt x="14771" y="7861"/>
                  <a:pt x="14684" y="7861"/>
                </a:cubicBezTo>
                <a:cubicBezTo>
                  <a:pt x="13289" y="7856"/>
                  <a:pt x="11866" y="7753"/>
                  <a:pt x="10488" y="7653"/>
                </a:cubicBezTo>
                <a:cubicBezTo>
                  <a:pt x="9887" y="7608"/>
                  <a:pt x="9287" y="7565"/>
                  <a:pt x="8687" y="7529"/>
                </a:cubicBezTo>
                <a:cubicBezTo>
                  <a:pt x="5827" y="7359"/>
                  <a:pt x="3245" y="7206"/>
                  <a:pt x="649" y="7206"/>
                </a:cubicBezTo>
                <a:cubicBezTo>
                  <a:pt x="568" y="7206"/>
                  <a:pt x="486" y="7206"/>
                  <a:pt x="405" y="7206"/>
                </a:cubicBezTo>
                <a:lnTo>
                  <a:pt x="405" y="1428"/>
                </a:lnTo>
                <a:cubicBezTo>
                  <a:pt x="2017" y="1368"/>
                  <a:pt x="3674" y="1139"/>
                  <a:pt x="5280" y="919"/>
                </a:cubicBezTo>
                <a:cubicBezTo>
                  <a:pt x="7141" y="665"/>
                  <a:pt x="9044" y="404"/>
                  <a:pt x="10888" y="404"/>
                </a:cubicBezTo>
                <a:close/>
                <a:moveTo>
                  <a:pt x="10888" y="1"/>
                </a:moveTo>
                <a:cubicBezTo>
                  <a:pt x="9018" y="1"/>
                  <a:pt x="7099" y="265"/>
                  <a:pt x="5223" y="522"/>
                </a:cubicBezTo>
                <a:cubicBezTo>
                  <a:pt x="3564" y="751"/>
                  <a:pt x="1848" y="984"/>
                  <a:pt x="195" y="1034"/>
                </a:cubicBezTo>
                <a:lnTo>
                  <a:pt x="1" y="1039"/>
                </a:lnTo>
                <a:lnTo>
                  <a:pt x="1" y="7612"/>
                </a:lnTo>
                <a:lnTo>
                  <a:pt x="202" y="7612"/>
                </a:lnTo>
                <a:cubicBezTo>
                  <a:pt x="266" y="7612"/>
                  <a:pt x="330" y="7612"/>
                  <a:pt x="393" y="7612"/>
                </a:cubicBezTo>
                <a:cubicBezTo>
                  <a:pt x="3056" y="7612"/>
                  <a:pt x="5717" y="7756"/>
                  <a:pt x="8664" y="7932"/>
                </a:cubicBezTo>
                <a:cubicBezTo>
                  <a:pt x="9261" y="7968"/>
                  <a:pt x="9860" y="8012"/>
                  <a:pt x="10460" y="8055"/>
                </a:cubicBezTo>
                <a:cubicBezTo>
                  <a:pt x="11844" y="8155"/>
                  <a:pt x="13275" y="8259"/>
                  <a:pt x="14682" y="8264"/>
                </a:cubicBezTo>
                <a:lnTo>
                  <a:pt x="14998" y="8264"/>
                </a:lnTo>
                <a:cubicBezTo>
                  <a:pt x="16295" y="8264"/>
                  <a:pt x="17831" y="8211"/>
                  <a:pt x="19096" y="7463"/>
                </a:cubicBezTo>
                <a:cubicBezTo>
                  <a:pt x="19626" y="7152"/>
                  <a:pt x="19940" y="6730"/>
                  <a:pt x="20030" y="6216"/>
                </a:cubicBezTo>
                <a:cubicBezTo>
                  <a:pt x="20173" y="5387"/>
                  <a:pt x="19732" y="4354"/>
                  <a:pt x="18720" y="3145"/>
                </a:cubicBezTo>
                <a:cubicBezTo>
                  <a:pt x="17395" y="1562"/>
                  <a:pt x="15637" y="574"/>
                  <a:pt x="13488" y="205"/>
                </a:cubicBezTo>
                <a:cubicBezTo>
                  <a:pt x="12639" y="59"/>
                  <a:pt x="11769" y="1"/>
                  <a:pt x="108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15"/>
          <p:cNvSpPr/>
          <p:nvPr/>
        </p:nvSpPr>
        <p:spPr>
          <a:xfrm flipH="1" rot="10800000">
            <a:off x="-97104" y="1094974"/>
            <a:ext cx="9377861" cy="2035410"/>
          </a:xfrm>
          <a:custGeom>
            <a:rect b="b" l="l" r="r" t="t"/>
            <a:pathLst>
              <a:path extrusionOk="0" h="50863" w="234344">
                <a:moveTo>
                  <a:pt x="233940" y="621"/>
                </a:moveTo>
                <a:lnTo>
                  <a:pt x="233940" y="12077"/>
                </a:lnTo>
                <a:cubicBezTo>
                  <a:pt x="232371" y="13846"/>
                  <a:pt x="230619" y="15358"/>
                  <a:pt x="228734" y="16565"/>
                </a:cubicBezTo>
                <a:cubicBezTo>
                  <a:pt x="224484" y="19289"/>
                  <a:pt x="219376" y="20857"/>
                  <a:pt x="213122" y="21360"/>
                </a:cubicBezTo>
                <a:cubicBezTo>
                  <a:pt x="211653" y="21479"/>
                  <a:pt x="210146" y="21539"/>
                  <a:pt x="208580" y="21539"/>
                </a:cubicBezTo>
                <a:cubicBezTo>
                  <a:pt x="205000" y="21539"/>
                  <a:pt x="201109" y="21226"/>
                  <a:pt x="196647" y="20590"/>
                </a:cubicBezTo>
                <a:lnTo>
                  <a:pt x="196529" y="20574"/>
                </a:lnTo>
                <a:cubicBezTo>
                  <a:pt x="194477" y="20283"/>
                  <a:pt x="192356" y="19981"/>
                  <a:pt x="190306" y="19457"/>
                </a:cubicBezTo>
                <a:cubicBezTo>
                  <a:pt x="188131" y="18901"/>
                  <a:pt x="186302" y="18457"/>
                  <a:pt x="184446" y="18095"/>
                </a:cubicBezTo>
                <a:cubicBezTo>
                  <a:pt x="182413" y="17700"/>
                  <a:pt x="180221" y="17338"/>
                  <a:pt x="178016" y="17338"/>
                </a:cubicBezTo>
                <a:cubicBezTo>
                  <a:pt x="177942" y="17338"/>
                  <a:pt x="177867" y="17339"/>
                  <a:pt x="177792" y="17340"/>
                </a:cubicBezTo>
                <a:cubicBezTo>
                  <a:pt x="176496" y="17354"/>
                  <a:pt x="174542" y="17378"/>
                  <a:pt x="173323" y="18637"/>
                </a:cubicBezTo>
                <a:cubicBezTo>
                  <a:pt x="172261" y="19733"/>
                  <a:pt x="172397" y="21555"/>
                  <a:pt x="173080" y="22788"/>
                </a:cubicBezTo>
                <a:cubicBezTo>
                  <a:pt x="174004" y="24459"/>
                  <a:pt x="175665" y="25395"/>
                  <a:pt x="177319" y="26158"/>
                </a:cubicBezTo>
                <a:cubicBezTo>
                  <a:pt x="180088" y="27433"/>
                  <a:pt x="183032" y="28076"/>
                  <a:pt x="185878" y="28699"/>
                </a:cubicBezTo>
                <a:cubicBezTo>
                  <a:pt x="186544" y="28844"/>
                  <a:pt x="187205" y="28990"/>
                  <a:pt x="187866" y="29142"/>
                </a:cubicBezTo>
                <a:cubicBezTo>
                  <a:pt x="191326" y="29942"/>
                  <a:pt x="194903" y="30405"/>
                  <a:pt x="198362" y="30852"/>
                </a:cubicBezTo>
                <a:lnTo>
                  <a:pt x="199879" y="31048"/>
                </a:lnTo>
                <a:cubicBezTo>
                  <a:pt x="203501" y="31524"/>
                  <a:pt x="207493" y="31975"/>
                  <a:pt x="212443" y="32469"/>
                </a:cubicBezTo>
                <a:cubicBezTo>
                  <a:pt x="216296" y="32854"/>
                  <a:pt x="220110" y="33192"/>
                  <a:pt x="223683" y="33505"/>
                </a:cubicBezTo>
                <a:cubicBezTo>
                  <a:pt x="226437" y="33747"/>
                  <a:pt x="229366" y="34040"/>
                  <a:pt x="232268" y="34727"/>
                </a:cubicBezTo>
                <a:cubicBezTo>
                  <a:pt x="232812" y="34856"/>
                  <a:pt x="233374" y="35011"/>
                  <a:pt x="233940" y="35186"/>
                </a:cubicBezTo>
                <a:lnTo>
                  <a:pt x="233940" y="50330"/>
                </a:lnTo>
                <a:cubicBezTo>
                  <a:pt x="227593" y="48509"/>
                  <a:pt x="220754" y="46238"/>
                  <a:pt x="213042" y="43386"/>
                </a:cubicBezTo>
                <a:cubicBezTo>
                  <a:pt x="208088" y="41555"/>
                  <a:pt x="202988" y="39512"/>
                  <a:pt x="197884" y="37317"/>
                </a:cubicBezTo>
                <a:cubicBezTo>
                  <a:pt x="195613" y="36339"/>
                  <a:pt x="193318" y="35281"/>
                  <a:pt x="191099" y="34257"/>
                </a:cubicBezTo>
                <a:cubicBezTo>
                  <a:pt x="188401" y="33014"/>
                  <a:pt x="185611" y="31726"/>
                  <a:pt x="182833" y="30573"/>
                </a:cubicBezTo>
                <a:cubicBezTo>
                  <a:pt x="172649" y="26340"/>
                  <a:pt x="162754" y="24195"/>
                  <a:pt x="153409" y="24195"/>
                </a:cubicBezTo>
                <a:cubicBezTo>
                  <a:pt x="153178" y="24195"/>
                  <a:pt x="152948" y="24197"/>
                  <a:pt x="152719" y="24198"/>
                </a:cubicBezTo>
                <a:cubicBezTo>
                  <a:pt x="142080" y="24319"/>
                  <a:pt x="132064" y="27884"/>
                  <a:pt x="122824" y="31721"/>
                </a:cubicBezTo>
                <a:cubicBezTo>
                  <a:pt x="112729" y="35913"/>
                  <a:pt x="102805" y="39822"/>
                  <a:pt x="92400" y="41608"/>
                </a:cubicBezTo>
                <a:cubicBezTo>
                  <a:pt x="82867" y="43244"/>
                  <a:pt x="72721" y="44299"/>
                  <a:pt x="61383" y="44830"/>
                </a:cubicBezTo>
                <a:cubicBezTo>
                  <a:pt x="58519" y="44965"/>
                  <a:pt x="55783" y="45032"/>
                  <a:pt x="53152" y="45032"/>
                </a:cubicBezTo>
                <a:cubicBezTo>
                  <a:pt x="45012" y="45032"/>
                  <a:pt x="37887" y="44383"/>
                  <a:pt x="31169" y="43050"/>
                </a:cubicBezTo>
                <a:cubicBezTo>
                  <a:pt x="24718" y="41770"/>
                  <a:pt x="18066" y="39641"/>
                  <a:pt x="11397" y="36720"/>
                </a:cubicBezTo>
                <a:cubicBezTo>
                  <a:pt x="7680" y="35093"/>
                  <a:pt x="3780" y="33224"/>
                  <a:pt x="405" y="30582"/>
                </a:cubicBezTo>
                <a:lnTo>
                  <a:pt x="405" y="21725"/>
                </a:lnTo>
                <a:cubicBezTo>
                  <a:pt x="5173" y="23118"/>
                  <a:pt x="10001" y="24631"/>
                  <a:pt x="14673" y="26094"/>
                </a:cubicBezTo>
                <a:cubicBezTo>
                  <a:pt x="18472" y="27283"/>
                  <a:pt x="22397" y="28512"/>
                  <a:pt x="26269" y="29670"/>
                </a:cubicBezTo>
                <a:cubicBezTo>
                  <a:pt x="42759" y="34607"/>
                  <a:pt x="58954" y="38982"/>
                  <a:pt x="74991" y="38982"/>
                </a:cubicBezTo>
                <a:cubicBezTo>
                  <a:pt x="78823" y="38982"/>
                  <a:pt x="82649" y="38732"/>
                  <a:pt x="86466" y="38179"/>
                </a:cubicBezTo>
                <a:cubicBezTo>
                  <a:pt x="95509" y="36872"/>
                  <a:pt x="104228" y="33938"/>
                  <a:pt x="112383" y="29455"/>
                </a:cubicBezTo>
                <a:cubicBezTo>
                  <a:pt x="116730" y="27066"/>
                  <a:pt x="120985" y="24195"/>
                  <a:pt x="125029" y="20922"/>
                </a:cubicBezTo>
                <a:cubicBezTo>
                  <a:pt x="126767" y="19511"/>
                  <a:pt x="128488" y="17994"/>
                  <a:pt x="130152" y="16524"/>
                </a:cubicBezTo>
                <a:cubicBezTo>
                  <a:pt x="131788" y="15078"/>
                  <a:pt x="133483" y="13582"/>
                  <a:pt x="135190" y="12196"/>
                </a:cubicBezTo>
                <a:cubicBezTo>
                  <a:pt x="137654" y="10200"/>
                  <a:pt x="140969" y="7788"/>
                  <a:pt x="144768" y="6873"/>
                </a:cubicBezTo>
                <a:cubicBezTo>
                  <a:pt x="145990" y="6580"/>
                  <a:pt x="147258" y="6432"/>
                  <a:pt x="148594" y="6432"/>
                </a:cubicBezTo>
                <a:cubicBezTo>
                  <a:pt x="151134" y="6432"/>
                  <a:pt x="153922" y="6966"/>
                  <a:pt x="157120" y="8052"/>
                </a:cubicBezTo>
                <a:cubicBezTo>
                  <a:pt x="165254" y="10813"/>
                  <a:pt x="174727" y="13878"/>
                  <a:pt x="184226" y="15304"/>
                </a:cubicBezTo>
                <a:cubicBezTo>
                  <a:pt x="187914" y="15858"/>
                  <a:pt x="191419" y="16136"/>
                  <a:pt x="194766" y="16136"/>
                </a:cubicBezTo>
                <a:cubicBezTo>
                  <a:pt x="200932" y="16136"/>
                  <a:pt x="206557" y="15192"/>
                  <a:pt x="211781" y="13295"/>
                </a:cubicBezTo>
                <a:cubicBezTo>
                  <a:pt x="216509" y="11579"/>
                  <a:pt x="220789" y="8892"/>
                  <a:pt x="224351" y="6492"/>
                </a:cubicBezTo>
                <a:cubicBezTo>
                  <a:pt x="224766" y="6212"/>
                  <a:pt x="225182" y="5928"/>
                  <a:pt x="225598" y="5645"/>
                </a:cubicBezTo>
                <a:cubicBezTo>
                  <a:pt x="228277" y="3826"/>
                  <a:pt x="231045" y="1944"/>
                  <a:pt x="233940" y="621"/>
                </a:cubicBezTo>
                <a:close/>
                <a:moveTo>
                  <a:pt x="234344" y="1"/>
                </a:moveTo>
                <a:lnTo>
                  <a:pt x="234062" y="127"/>
                </a:lnTo>
                <a:cubicBezTo>
                  <a:pt x="231032" y="1470"/>
                  <a:pt x="228156" y="3423"/>
                  <a:pt x="225375" y="5313"/>
                </a:cubicBezTo>
                <a:cubicBezTo>
                  <a:pt x="224959" y="5595"/>
                  <a:pt x="224545" y="5878"/>
                  <a:pt x="224128" y="6158"/>
                </a:cubicBezTo>
                <a:cubicBezTo>
                  <a:pt x="220589" y="8544"/>
                  <a:pt x="216336" y="11214"/>
                  <a:pt x="211647" y="12916"/>
                </a:cubicBezTo>
                <a:cubicBezTo>
                  <a:pt x="206466" y="14796"/>
                  <a:pt x="200885" y="15732"/>
                  <a:pt x="194765" y="15732"/>
                </a:cubicBezTo>
                <a:cubicBezTo>
                  <a:pt x="191440" y="15732"/>
                  <a:pt x="187955" y="15456"/>
                  <a:pt x="184289" y="14905"/>
                </a:cubicBezTo>
                <a:cubicBezTo>
                  <a:pt x="174822" y="13485"/>
                  <a:pt x="165370" y="10424"/>
                  <a:pt x="157251" y="7671"/>
                </a:cubicBezTo>
                <a:cubicBezTo>
                  <a:pt x="154011" y="6571"/>
                  <a:pt x="151182" y="6028"/>
                  <a:pt x="148600" y="6028"/>
                </a:cubicBezTo>
                <a:cubicBezTo>
                  <a:pt x="147230" y="6028"/>
                  <a:pt x="145930" y="6181"/>
                  <a:pt x="144675" y="6483"/>
                </a:cubicBezTo>
                <a:cubicBezTo>
                  <a:pt x="140797" y="7416"/>
                  <a:pt x="137434" y="9860"/>
                  <a:pt x="134939" y="11886"/>
                </a:cubicBezTo>
                <a:cubicBezTo>
                  <a:pt x="133224" y="13277"/>
                  <a:pt x="131528" y="14775"/>
                  <a:pt x="129887" y="16224"/>
                </a:cubicBezTo>
                <a:cubicBezTo>
                  <a:pt x="128225" y="17690"/>
                  <a:pt x="126509" y="19207"/>
                  <a:pt x="124774" y="20610"/>
                </a:cubicBezTo>
                <a:cubicBezTo>
                  <a:pt x="120749" y="23869"/>
                  <a:pt x="116514" y="26727"/>
                  <a:pt x="112189" y="29105"/>
                </a:cubicBezTo>
                <a:cubicBezTo>
                  <a:pt x="104076" y="33564"/>
                  <a:pt x="95402" y="36484"/>
                  <a:pt x="86407" y="37785"/>
                </a:cubicBezTo>
                <a:cubicBezTo>
                  <a:pt x="82611" y="38334"/>
                  <a:pt x="78806" y="38583"/>
                  <a:pt x="74991" y="38583"/>
                </a:cubicBezTo>
                <a:cubicBezTo>
                  <a:pt x="59005" y="38583"/>
                  <a:pt x="42843" y="34216"/>
                  <a:pt x="26384" y="29289"/>
                </a:cubicBezTo>
                <a:cubicBezTo>
                  <a:pt x="22516" y="28130"/>
                  <a:pt x="18589" y="26901"/>
                  <a:pt x="14793" y="25711"/>
                </a:cubicBezTo>
                <a:cubicBezTo>
                  <a:pt x="10035" y="24222"/>
                  <a:pt x="5116" y="22681"/>
                  <a:pt x="257" y="21265"/>
                </a:cubicBezTo>
                <a:lnTo>
                  <a:pt x="0" y="21189"/>
                </a:lnTo>
                <a:lnTo>
                  <a:pt x="0" y="30778"/>
                </a:lnTo>
                <a:lnTo>
                  <a:pt x="77" y="30839"/>
                </a:lnTo>
                <a:cubicBezTo>
                  <a:pt x="3505" y="33541"/>
                  <a:pt x="7466" y="35440"/>
                  <a:pt x="11235" y="37090"/>
                </a:cubicBezTo>
                <a:cubicBezTo>
                  <a:pt x="17931" y="40022"/>
                  <a:pt x="24610" y="42161"/>
                  <a:pt x="31090" y="43447"/>
                </a:cubicBezTo>
                <a:cubicBezTo>
                  <a:pt x="37834" y="44786"/>
                  <a:pt x="44983" y="45437"/>
                  <a:pt x="53148" y="45437"/>
                </a:cubicBezTo>
                <a:cubicBezTo>
                  <a:pt x="55786" y="45437"/>
                  <a:pt x="58530" y="45369"/>
                  <a:pt x="61401" y="45235"/>
                </a:cubicBezTo>
                <a:cubicBezTo>
                  <a:pt x="72756" y="44700"/>
                  <a:pt x="82917" y="43644"/>
                  <a:pt x="92467" y="42007"/>
                </a:cubicBezTo>
                <a:cubicBezTo>
                  <a:pt x="102913" y="40214"/>
                  <a:pt x="112861" y="36296"/>
                  <a:pt x="122978" y="32095"/>
                </a:cubicBezTo>
                <a:cubicBezTo>
                  <a:pt x="132181" y="28274"/>
                  <a:pt x="142153" y="24722"/>
                  <a:pt x="152725" y="24602"/>
                </a:cubicBezTo>
                <a:cubicBezTo>
                  <a:pt x="152952" y="24600"/>
                  <a:pt x="153179" y="24598"/>
                  <a:pt x="153407" y="24598"/>
                </a:cubicBezTo>
                <a:cubicBezTo>
                  <a:pt x="162694" y="24598"/>
                  <a:pt x="172541" y="26730"/>
                  <a:pt x="182679" y="30945"/>
                </a:cubicBezTo>
                <a:cubicBezTo>
                  <a:pt x="185447" y="32095"/>
                  <a:pt x="188234" y="33381"/>
                  <a:pt x="190930" y="34624"/>
                </a:cubicBezTo>
                <a:cubicBezTo>
                  <a:pt x="193152" y="35649"/>
                  <a:pt x="195448" y="36707"/>
                  <a:pt x="197726" y="37686"/>
                </a:cubicBezTo>
                <a:cubicBezTo>
                  <a:pt x="202837" y="39885"/>
                  <a:pt x="207942" y="41928"/>
                  <a:pt x="212901" y="43763"/>
                </a:cubicBezTo>
                <a:cubicBezTo>
                  <a:pt x="220729" y="46656"/>
                  <a:pt x="227658" y="48955"/>
                  <a:pt x="234085" y="50788"/>
                </a:cubicBezTo>
                <a:lnTo>
                  <a:pt x="234341" y="50863"/>
                </a:lnTo>
                <a:lnTo>
                  <a:pt x="234344" y="50863"/>
                </a:lnTo>
                <a:lnTo>
                  <a:pt x="234344" y="34896"/>
                </a:lnTo>
                <a:lnTo>
                  <a:pt x="234204" y="34850"/>
                </a:lnTo>
                <a:cubicBezTo>
                  <a:pt x="233582" y="34654"/>
                  <a:pt x="232962" y="34481"/>
                  <a:pt x="232362" y="34340"/>
                </a:cubicBezTo>
                <a:cubicBezTo>
                  <a:pt x="229433" y="33647"/>
                  <a:pt x="226488" y="33352"/>
                  <a:pt x="223721" y="33110"/>
                </a:cubicBezTo>
                <a:cubicBezTo>
                  <a:pt x="220148" y="32797"/>
                  <a:pt x="216338" y="32457"/>
                  <a:pt x="212486" y="32074"/>
                </a:cubicBezTo>
                <a:cubicBezTo>
                  <a:pt x="207542" y="31581"/>
                  <a:pt x="203553" y="31128"/>
                  <a:pt x="199935" y="30653"/>
                </a:cubicBezTo>
                <a:lnTo>
                  <a:pt x="198416" y="30455"/>
                </a:lnTo>
                <a:cubicBezTo>
                  <a:pt x="194968" y="30009"/>
                  <a:pt x="191400" y="29547"/>
                  <a:pt x="187960" y="28753"/>
                </a:cubicBezTo>
                <a:cubicBezTo>
                  <a:pt x="187298" y="28602"/>
                  <a:pt x="186634" y="28454"/>
                  <a:pt x="185969" y="28310"/>
                </a:cubicBezTo>
                <a:cubicBezTo>
                  <a:pt x="183145" y="27690"/>
                  <a:pt x="180223" y="27051"/>
                  <a:pt x="177494" y="25795"/>
                </a:cubicBezTo>
                <a:cubicBezTo>
                  <a:pt x="176009" y="25111"/>
                  <a:pt x="174350" y="24245"/>
                  <a:pt x="173437" y="22596"/>
                </a:cubicBezTo>
                <a:cubicBezTo>
                  <a:pt x="172829" y="21493"/>
                  <a:pt x="172693" y="19876"/>
                  <a:pt x="173617" y="18921"/>
                </a:cubicBezTo>
                <a:cubicBezTo>
                  <a:pt x="174717" y="17783"/>
                  <a:pt x="176574" y="17760"/>
                  <a:pt x="177801" y="17745"/>
                </a:cubicBezTo>
                <a:cubicBezTo>
                  <a:pt x="177883" y="17744"/>
                  <a:pt x="177965" y="17744"/>
                  <a:pt x="178047" y="17744"/>
                </a:cubicBezTo>
                <a:cubicBezTo>
                  <a:pt x="180223" y="17744"/>
                  <a:pt x="182367" y="18103"/>
                  <a:pt x="184375" y="18494"/>
                </a:cubicBezTo>
                <a:cubicBezTo>
                  <a:pt x="186221" y="18853"/>
                  <a:pt x="188043" y="19296"/>
                  <a:pt x="190212" y="19850"/>
                </a:cubicBezTo>
                <a:cubicBezTo>
                  <a:pt x="192283" y="20380"/>
                  <a:pt x="194415" y="20683"/>
                  <a:pt x="196477" y="20976"/>
                </a:cubicBezTo>
                <a:lnTo>
                  <a:pt x="196594" y="20993"/>
                </a:lnTo>
                <a:cubicBezTo>
                  <a:pt x="201071" y="21630"/>
                  <a:pt x="204978" y="21943"/>
                  <a:pt x="208576" y="21943"/>
                </a:cubicBezTo>
                <a:cubicBezTo>
                  <a:pt x="210156" y="21943"/>
                  <a:pt x="211676" y="21883"/>
                  <a:pt x="213159" y="21763"/>
                </a:cubicBezTo>
                <a:cubicBezTo>
                  <a:pt x="219481" y="21255"/>
                  <a:pt x="224648" y="19666"/>
                  <a:pt x="228956" y="16905"/>
                </a:cubicBezTo>
                <a:cubicBezTo>
                  <a:pt x="230892" y="15665"/>
                  <a:pt x="232689" y="14110"/>
                  <a:pt x="234294" y="12287"/>
                </a:cubicBezTo>
                <a:lnTo>
                  <a:pt x="234344" y="12230"/>
                </a:lnTo>
                <a:lnTo>
                  <a:pt x="2343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15"/>
          <p:cNvSpPr/>
          <p:nvPr/>
        </p:nvSpPr>
        <p:spPr>
          <a:xfrm flipH="1" rot="10800000">
            <a:off x="-97264" y="678532"/>
            <a:ext cx="5171942" cy="1031731"/>
          </a:xfrm>
          <a:custGeom>
            <a:rect b="b" l="l" r="r" t="t"/>
            <a:pathLst>
              <a:path extrusionOk="0" h="25782" w="129242">
                <a:moveTo>
                  <a:pt x="125667" y="404"/>
                </a:moveTo>
                <a:cubicBezTo>
                  <a:pt x="125949" y="404"/>
                  <a:pt x="126232" y="415"/>
                  <a:pt x="126514" y="437"/>
                </a:cubicBezTo>
                <a:cubicBezTo>
                  <a:pt x="127419" y="510"/>
                  <a:pt x="128375" y="690"/>
                  <a:pt x="128733" y="1442"/>
                </a:cubicBezTo>
                <a:cubicBezTo>
                  <a:pt x="127667" y="1898"/>
                  <a:pt x="126604" y="2366"/>
                  <a:pt x="125540" y="2833"/>
                </a:cubicBezTo>
                <a:cubicBezTo>
                  <a:pt x="121951" y="4414"/>
                  <a:pt x="118237" y="6047"/>
                  <a:pt x="114473" y="7141"/>
                </a:cubicBezTo>
                <a:cubicBezTo>
                  <a:pt x="113881" y="7314"/>
                  <a:pt x="113286" y="7483"/>
                  <a:pt x="112693" y="7649"/>
                </a:cubicBezTo>
                <a:cubicBezTo>
                  <a:pt x="110914" y="8149"/>
                  <a:pt x="109073" y="8666"/>
                  <a:pt x="107278" y="9330"/>
                </a:cubicBezTo>
                <a:cubicBezTo>
                  <a:pt x="105183" y="10108"/>
                  <a:pt x="102936" y="11055"/>
                  <a:pt x="100411" y="12228"/>
                </a:cubicBezTo>
                <a:cubicBezTo>
                  <a:pt x="97928" y="13381"/>
                  <a:pt x="95424" y="14634"/>
                  <a:pt x="93002" y="15844"/>
                </a:cubicBezTo>
                <a:cubicBezTo>
                  <a:pt x="86663" y="19013"/>
                  <a:pt x="80109" y="22288"/>
                  <a:pt x="73322" y="24097"/>
                </a:cubicBezTo>
                <a:cubicBezTo>
                  <a:pt x="70106" y="24955"/>
                  <a:pt x="66829" y="25381"/>
                  <a:pt x="63411" y="25381"/>
                </a:cubicBezTo>
                <a:cubicBezTo>
                  <a:pt x="61691" y="25381"/>
                  <a:pt x="59935" y="25273"/>
                  <a:pt x="58132" y="25057"/>
                </a:cubicBezTo>
                <a:cubicBezTo>
                  <a:pt x="54870" y="24667"/>
                  <a:pt x="51578" y="24000"/>
                  <a:pt x="48394" y="23351"/>
                </a:cubicBezTo>
                <a:cubicBezTo>
                  <a:pt x="46720" y="23010"/>
                  <a:pt x="44988" y="22658"/>
                  <a:pt x="43281" y="22351"/>
                </a:cubicBezTo>
                <a:cubicBezTo>
                  <a:pt x="38827" y="21551"/>
                  <a:pt x="34306" y="21314"/>
                  <a:pt x="29931" y="21085"/>
                </a:cubicBezTo>
                <a:lnTo>
                  <a:pt x="28914" y="21031"/>
                </a:lnTo>
                <a:cubicBezTo>
                  <a:pt x="25978" y="20874"/>
                  <a:pt x="23609" y="20501"/>
                  <a:pt x="21462" y="19855"/>
                </a:cubicBezTo>
                <a:cubicBezTo>
                  <a:pt x="19489" y="19259"/>
                  <a:pt x="17512" y="18432"/>
                  <a:pt x="15599" y="17635"/>
                </a:cubicBezTo>
                <a:cubicBezTo>
                  <a:pt x="15171" y="17457"/>
                  <a:pt x="14747" y="17279"/>
                  <a:pt x="14321" y="17105"/>
                </a:cubicBezTo>
                <a:cubicBezTo>
                  <a:pt x="12341" y="16286"/>
                  <a:pt x="10328" y="15433"/>
                  <a:pt x="8383" y="14606"/>
                </a:cubicBezTo>
                <a:cubicBezTo>
                  <a:pt x="5772" y="13497"/>
                  <a:pt x="3075" y="12349"/>
                  <a:pt x="404" y="11276"/>
                </a:cubicBezTo>
                <a:lnTo>
                  <a:pt x="403" y="11276"/>
                </a:lnTo>
                <a:lnTo>
                  <a:pt x="403" y="5584"/>
                </a:lnTo>
                <a:cubicBezTo>
                  <a:pt x="967" y="5874"/>
                  <a:pt x="1566" y="6170"/>
                  <a:pt x="2220" y="6484"/>
                </a:cubicBezTo>
                <a:cubicBezTo>
                  <a:pt x="2905" y="6811"/>
                  <a:pt x="3592" y="7131"/>
                  <a:pt x="4281" y="7450"/>
                </a:cubicBezTo>
                <a:cubicBezTo>
                  <a:pt x="6227" y="8357"/>
                  <a:pt x="8240" y="9293"/>
                  <a:pt x="10153" y="10412"/>
                </a:cubicBezTo>
                <a:cubicBezTo>
                  <a:pt x="12434" y="11746"/>
                  <a:pt x="14871" y="13148"/>
                  <a:pt x="17395" y="14337"/>
                </a:cubicBezTo>
                <a:cubicBezTo>
                  <a:pt x="25707" y="18255"/>
                  <a:pt x="35202" y="20169"/>
                  <a:pt x="46355" y="20169"/>
                </a:cubicBezTo>
                <a:cubicBezTo>
                  <a:pt x="47079" y="20169"/>
                  <a:pt x="47811" y="20161"/>
                  <a:pt x="48549" y="20145"/>
                </a:cubicBezTo>
                <a:cubicBezTo>
                  <a:pt x="59131" y="19914"/>
                  <a:pt x="70411" y="17805"/>
                  <a:pt x="84049" y="13504"/>
                </a:cubicBezTo>
                <a:cubicBezTo>
                  <a:pt x="89815" y="11685"/>
                  <a:pt x="95612" y="9562"/>
                  <a:pt x="101217" y="7507"/>
                </a:cubicBezTo>
                <a:cubicBezTo>
                  <a:pt x="104315" y="6374"/>
                  <a:pt x="107517" y="5200"/>
                  <a:pt x="110679" y="4091"/>
                </a:cubicBezTo>
                <a:cubicBezTo>
                  <a:pt x="114143" y="2876"/>
                  <a:pt x="117874" y="1648"/>
                  <a:pt x="121675" y="895"/>
                </a:cubicBezTo>
                <a:cubicBezTo>
                  <a:pt x="122896" y="652"/>
                  <a:pt x="124279" y="404"/>
                  <a:pt x="125667" y="404"/>
                </a:cubicBezTo>
                <a:close/>
                <a:moveTo>
                  <a:pt x="125672" y="1"/>
                </a:moveTo>
                <a:cubicBezTo>
                  <a:pt x="124248" y="1"/>
                  <a:pt x="122839" y="252"/>
                  <a:pt x="121598" y="497"/>
                </a:cubicBezTo>
                <a:cubicBezTo>
                  <a:pt x="117773" y="1256"/>
                  <a:pt x="114025" y="2491"/>
                  <a:pt x="110546" y="3711"/>
                </a:cubicBezTo>
                <a:cubicBezTo>
                  <a:pt x="107384" y="4820"/>
                  <a:pt x="104179" y="5993"/>
                  <a:pt x="101080" y="7129"/>
                </a:cubicBezTo>
                <a:cubicBezTo>
                  <a:pt x="95477" y="9180"/>
                  <a:pt x="89685" y="11305"/>
                  <a:pt x="83929" y="13120"/>
                </a:cubicBezTo>
                <a:cubicBezTo>
                  <a:pt x="70328" y="17407"/>
                  <a:pt x="59084" y="19512"/>
                  <a:pt x="48540" y="19742"/>
                </a:cubicBezTo>
                <a:cubicBezTo>
                  <a:pt x="47811" y="19758"/>
                  <a:pt x="47089" y="19766"/>
                  <a:pt x="46374" y="19766"/>
                </a:cubicBezTo>
                <a:cubicBezTo>
                  <a:pt x="35268" y="19766"/>
                  <a:pt x="25827" y="17865"/>
                  <a:pt x="17567" y="13971"/>
                </a:cubicBezTo>
                <a:cubicBezTo>
                  <a:pt x="15057" y="12788"/>
                  <a:pt x="12628" y="11391"/>
                  <a:pt x="10355" y="10062"/>
                </a:cubicBezTo>
                <a:cubicBezTo>
                  <a:pt x="8426" y="8935"/>
                  <a:pt x="6404" y="7993"/>
                  <a:pt x="4448" y="7084"/>
                </a:cubicBezTo>
                <a:cubicBezTo>
                  <a:pt x="3762" y="6767"/>
                  <a:pt x="3076" y="6447"/>
                  <a:pt x="2395" y="6120"/>
                </a:cubicBezTo>
                <a:cubicBezTo>
                  <a:pt x="1626" y="5754"/>
                  <a:pt x="940" y="5411"/>
                  <a:pt x="294" y="5075"/>
                </a:cubicBezTo>
                <a:lnTo>
                  <a:pt x="0" y="4921"/>
                </a:lnTo>
                <a:lnTo>
                  <a:pt x="0" y="11545"/>
                </a:lnTo>
                <a:lnTo>
                  <a:pt x="126" y="11595"/>
                </a:lnTo>
                <a:cubicBezTo>
                  <a:pt x="2833" y="12684"/>
                  <a:pt x="5574" y="13848"/>
                  <a:pt x="8224" y="14973"/>
                </a:cubicBezTo>
                <a:cubicBezTo>
                  <a:pt x="10170" y="15801"/>
                  <a:pt x="12184" y="16656"/>
                  <a:pt x="14167" y="17473"/>
                </a:cubicBezTo>
                <a:cubicBezTo>
                  <a:pt x="14591" y="17649"/>
                  <a:pt x="15016" y="17828"/>
                  <a:pt x="15441" y="18003"/>
                </a:cubicBezTo>
                <a:cubicBezTo>
                  <a:pt x="17363" y="18808"/>
                  <a:pt x="19349" y="19638"/>
                  <a:pt x="21344" y="20238"/>
                </a:cubicBezTo>
                <a:cubicBezTo>
                  <a:pt x="23523" y="20895"/>
                  <a:pt x="25922" y="21274"/>
                  <a:pt x="28892" y="21431"/>
                </a:cubicBezTo>
                <a:lnTo>
                  <a:pt x="29910" y="21485"/>
                </a:lnTo>
                <a:cubicBezTo>
                  <a:pt x="34272" y="21714"/>
                  <a:pt x="38783" y="21950"/>
                  <a:pt x="43209" y="22746"/>
                </a:cubicBezTo>
                <a:cubicBezTo>
                  <a:pt x="44912" y="23053"/>
                  <a:pt x="46641" y="23406"/>
                  <a:pt x="48313" y="23744"/>
                </a:cubicBezTo>
                <a:cubicBezTo>
                  <a:pt x="51505" y="24393"/>
                  <a:pt x="54806" y="25065"/>
                  <a:pt x="58085" y="25456"/>
                </a:cubicBezTo>
                <a:cubicBezTo>
                  <a:pt x="59905" y="25673"/>
                  <a:pt x="61677" y="25782"/>
                  <a:pt x="63414" y="25782"/>
                </a:cubicBezTo>
                <a:cubicBezTo>
                  <a:pt x="66866" y="25782"/>
                  <a:pt x="70177" y="25352"/>
                  <a:pt x="73425" y="24486"/>
                </a:cubicBezTo>
                <a:cubicBezTo>
                  <a:pt x="80253" y="22666"/>
                  <a:pt x="86826" y="19379"/>
                  <a:pt x="93183" y="16202"/>
                </a:cubicBezTo>
                <a:cubicBezTo>
                  <a:pt x="95603" y="14991"/>
                  <a:pt x="98105" y="13741"/>
                  <a:pt x="100582" y="12591"/>
                </a:cubicBezTo>
                <a:cubicBezTo>
                  <a:pt x="103097" y="11422"/>
                  <a:pt x="105333" y="10479"/>
                  <a:pt x="107419" y="9706"/>
                </a:cubicBezTo>
                <a:cubicBezTo>
                  <a:pt x="109198" y="9046"/>
                  <a:pt x="111031" y="8532"/>
                  <a:pt x="112803" y="8033"/>
                </a:cubicBezTo>
                <a:cubicBezTo>
                  <a:pt x="113399" y="7867"/>
                  <a:pt x="113993" y="7699"/>
                  <a:pt x="114588" y="7526"/>
                </a:cubicBezTo>
                <a:cubicBezTo>
                  <a:pt x="118376" y="6424"/>
                  <a:pt x="122102" y="4784"/>
                  <a:pt x="125704" y="3199"/>
                </a:cubicBezTo>
                <a:cubicBezTo>
                  <a:pt x="126826" y="2705"/>
                  <a:pt x="127947" y="2212"/>
                  <a:pt x="129073" y="1733"/>
                </a:cubicBezTo>
                <a:lnTo>
                  <a:pt x="129242" y="1662"/>
                </a:lnTo>
                <a:lnTo>
                  <a:pt x="129185" y="1488"/>
                </a:lnTo>
                <a:cubicBezTo>
                  <a:pt x="128775" y="216"/>
                  <a:pt x="127216" y="89"/>
                  <a:pt x="126549" y="34"/>
                </a:cubicBezTo>
                <a:cubicBezTo>
                  <a:pt x="126257" y="11"/>
                  <a:pt x="125964" y="1"/>
                  <a:pt x="1256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15"/>
          <p:cNvSpPr/>
          <p:nvPr/>
        </p:nvSpPr>
        <p:spPr>
          <a:xfrm flipH="1" rot="10800000">
            <a:off x="-97184" y="-848500"/>
            <a:ext cx="9378021" cy="2233737"/>
          </a:xfrm>
          <a:custGeom>
            <a:rect b="b" l="l" r="r" t="t"/>
            <a:pathLst>
              <a:path extrusionOk="0" h="55819" w="234348">
                <a:moveTo>
                  <a:pt x="144981" y="403"/>
                </a:moveTo>
                <a:cubicBezTo>
                  <a:pt x="150962" y="403"/>
                  <a:pt x="156924" y="882"/>
                  <a:pt x="162787" y="1836"/>
                </a:cubicBezTo>
                <a:cubicBezTo>
                  <a:pt x="170740" y="3127"/>
                  <a:pt x="179016" y="5583"/>
                  <a:pt x="189615" y="9797"/>
                </a:cubicBezTo>
                <a:cubicBezTo>
                  <a:pt x="198427" y="13299"/>
                  <a:pt x="207411" y="17431"/>
                  <a:pt x="216323" y="22082"/>
                </a:cubicBezTo>
                <a:lnTo>
                  <a:pt x="218254" y="23088"/>
                </a:lnTo>
                <a:cubicBezTo>
                  <a:pt x="223483" y="25804"/>
                  <a:pt x="228885" y="28612"/>
                  <a:pt x="233942" y="32005"/>
                </a:cubicBezTo>
                <a:lnTo>
                  <a:pt x="233942" y="40242"/>
                </a:lnTo>
                <a:cubicBezTo>
                  <a:pt x="230357" y="38005"/>
                  <a:pt x="227378" y="36353"/>
                  <a:pt x="224590" y="35054"/>
                </a:cubicBezTo>
                <a:cubicBezTo>
                  <a:pt x="215470" y="30808"/>
                  <a:pt x="205746" y="28155"/>
                  <a:pt x="196343" y="25590"/>
                </a:cubicBezTo>
                <a:cubicBezTo>
                  <a:pt x="195383" y="25330"/>
                  <a:pt x="194423" y="25067"/>
                  <a:pt x="193466" y="24804"/>
                </a:cubicBezTo>
                <a:cubicBezTo>
                  <a:pt x="172307" y="18995"/>
                  <a:pt x="155262" y="16255"/>
                  <a:pt x="139723" y="16255"/>
                </a:cubicBezTo>
                <a:cubicBezTo>
                  <a:pt x="136241" y="16255"/>
                  <a:pt x="132834" y="16392"/>
                  <a:pt x="129473" y="16664"/>
                </a:cubicBezTo>
                <a:cubicBezTo>
                  <a:pt x="117659" y="17617"/>
                  <a:pt x="108992" y="19950"/>
                  <a:pt x="101363" y="24225"/>
                </a:cubicBezTo>
                <a:cubicBezTo>
                  <a:pt x="95848" y="27316"/>
                  <a:pt x="90586" y="31262"/>
                  <a:pt x="85495" y="35080"/>
                </a:cubicBezTo>
                <a:cubicBezTo>
                  <a:pt x="82539" y="37296"/>
                  <a:pt x="79484" y="39588"/>
                  <a:pt x="76413" y="41684"/>
                </a:cubicBezTo>
                <a:cubicBezTo>
                  <a:pt x="71394" y="45113"/>
                  <a:pt x="67146" y="47471"/>
                  <a:pt x="63039" y="49108"/>
                </a:cubicBezTo>
                <a:cubicBezTo>
                  <a:pt x="58787" y="50804"/>
                  <a:pt x="54022" y="52109"/>
                  <a:pt x="48045" y="53216"/>
                </a:cubicBezTo>
                <a:cubicBezTo>
                  <a:pt x="40031" y="54703"/>
                  <a:pt x="31384" y="55416"/>
                  <a:pt x="21189" y="55416"/>
                </a:cubicBezTo>
                <a:cubicBezTo>
                  <a:pt x="19290" y="55416"/>
                  <a:pt x="17337" y="55391"/>
                  <a:pt x="15325" y="55342"/>
                </a:cubicBezTo>
                <a:cubicBezTo>
                  <a:pt x="9761" y="55207"/>
                  <a:pt x="4879" y="54966"/>
                  <a:pt x="402" y="54612"/>
                </a:cubicBezTo>
                <a:lnTo>
                  <a:pt x="407" y="54612"/>
                </a:lnTo>
                <a:lnTo>
                  <a:pt x="407" y="49284"/>
                </a:lnTo>
                <a:cubicBezTo>
                  <a:pt x="817" y="49421"/>
                  <a:pt x="1230" y="49561"/>
                  <a:pt x="1643" y="49700"/>
                </a:cubicBezTo>
                <a:cubicBezTo>
                  <a:pt x="4359" y="50619"/>
                  <a:pt x="7168" y="51566"/>
                  <a:pt x="9980" y="52235"/>
                </a:cubicBezTo>
                <a:cubicBezTo>
                  <a:pt x="12206" y="52763"/>
                  <a:pt x="14788" y="53377"/>
                  <a:pt x="17344" y="53377"/>
                </a:cubicBezTo>
                <a:cubicBezTo>
                  <a:pt x="18683" y="53377"/>
                  <a:pt x="20014" y="53208"/>
                  <a:pt x="21283" y="52772"/>
                </a:cubicBezTo>
                <a:cubicBezTo>
                  <a:pt x="22931" y="52205"/>
                  <a:pt x="23878" y="51164"/>
                  <a:pt x="24025" y="49761"/>
                </a:cubicBezTo>
                <a:cubicBezTo>
                  <a:pt x="24231" y="47784"/>
                  <a:pt x="23055" y="45926"/>
                  <a:pt x="21802" y="44960"/>
                </a:cubicBezTo>
                <a:cubicBezTo>
                  <a:pt x="20124" y="43670"/>
                  <a:pt x="18067" y="43236"/>
                  <a:pt x="16094" y="42961"/>
                </a:cubicBezTo>
                <a:cubicBezTo>
                  <a:pt x="13968" y="42663"/>
                  <a:pt x="11797" y="42629"/>
                  <a:pt x="9701" y="42596"/>
                </a:cubicBezTo>
                <a:lnTo>
                  <a:pt x="9254" y="42589"/>
                </a:lnTo>
                <a:cubicBezTo>
                  <a:pt x="6994" y="42550"/>
                  <a:pt x="4310" y="42346"/>
                  <a:pt x="1553" y="41105"/>
                </a:cubicBezTo>
                <a:cubicBezTo>
                  <a:pt x="1170" y="40933"/>
                  <a:pt x="784" y="40741"/>
                  <a:pt x="402" y="40534"/>
                </a:cubicBezTo>
                <a:lnTo>
                  <a:pt x="402" y="31531"/>
                </a:lnTo>
                <a:cubicBezTo>
                  <a:pt x="6844" y="32915"/>
                  <a:pt x="13326" y="34726"/>
                  <a:pt x="19599" y="36477"/>
                </a:cubicBezTo>
                <a:cubicBezTo>
                  <a:pt x="22674" y="37335"/>
                  <a:pt x="25850" y="38224"/>
                  <a:pt x="28985" y="39049"/>
                </a:cubicBezTo>
                <a:cubicBezTo>
                  <a:pt x="36397" y="41005"/>
                  <a:pt x="46195" y="43249"/>
                  <a:pt x="56268" y="43249"/>
                </a:cubicBezTo>
                <a:lnTo>
                  <a:pt x="56298" y="43249"/>
                </a:lnTo>
                <a:cubicBezTo>
                  <a:pt x="60549" y="43247"/>
                  <a:pt x="65413" y="43043"/>
                  <a:pt x="69372" y="40633"/>
                </a:cubicBezTo>
                <a:cubicBezTo>
                  <a:pt x="71055" y="39609"/>
                  <a:pt x="72214" y="38269"/>
                  <a:pt x="72821" y="36652"/>
                </a:cubicBezTo>
                <a:cubicBezTo>
                  <a:pt x="73454" y="34967"/>
                  <a:pt x="73654" y="32595"/>
                  <a:pt x="72675" y="31095"/>
                </a:cubicBezTo>
                <a:cubicBezTo>
                  <a:pt x="71475" y="29255"/>
                  <a:pt x="69235" y="29002"/>
                  <a:pt x="67193" y="29002"/>
                </a:cubicBezTo>
                <a:lnTo>
                  <a:pt x="67163" y="29002"/>
                </a:lnTo>
                <a:cubicBezTo>
                  <a:pt x="64338" y="29005"/>
                  <a:pt x="61485" y="29632"/>
                  <a:pt x="59033" y="30219"/>
                </a:cubicBezTo>
                <a:cubicBezTo>
                  <a:pt x="58197" y="30419"/>
                  <a:pt x="57351" y="30648"/>
                  <a:pt x="56532" y="30868"/>
                </a:cubicBezTo>
                <a:cubicBezTo>
                  <a:pt x="55224" y="31222"/>
                  <a:pt x="53869" y="31587"/>
                  <a:pt x="52529" y="31845"/>
                </a:cubicBezTo>
                <a:cubicBezTo>
                  <a:pt x="48490" y="32626"/>
                  <a:pt x="44235" y="33024"/>
                  <a:pt x="39894" y="33024"/>
                </a:cubicBezTo>
                <a:cubicBezTo>
                  <a:pt x="39863" y="33024"/>
                  <a:pt x="39832" y="33024"/>
                  <a:pt x="39801" y="33024"/>
                </a:cubicBezTo>
                <a:cubicBezTo>
                  <a:pt x="26833" y="33011"/>
                  <a:pt x="13576" y="29869"/>
                  <a:pt x="402" y="23687"/>
                </a:cubicBezTo>
                <a:lnTo>
                  <a:pt x="402" y="6011"/>
                </a:lnTo>
                <a:cubicBezTo>
                  <a:pt x="1635" y="6344"/>
                  <a:pt x="2827" y="6712"/>
                  <a:pt x="3952" y="7104"/>
                </a:cubicBezTo>
                <a:cubicBezTo>
                  <a:pt x="7474" y="8330"/>
                  <a:pt x="10930" y="10023"/>
                  <a:pt x="14269" y="11659"/>
                </a:cubicBezTo>
                <a:cubicBezTo>
                  <a:pt x="15159" y="12095"/>
                  <a:pt x="16051" y="12530"/>
                  <a:pt x="16944" y="12959"/>
                </a:cubicBezTo>
                <a:cubicBezTo>
                  <a:pt x="21849" y="15315"/>
                  <a:pt x="26184" y="17153"/>
                  <a:pt x="30193" y="18579"/>
                </a:cubicBezTo>
                <a:cubicBezTo>
                  <a:pt x="37329" y="21116"/>
                  <a:pt x="44835" y="22386"/>
                  <a:pt x="52799" y="22386"/>
                </a:cubicBezTo>
                <a:cubicBezTo>
                  <a:pt x="62775" y="22386"/>
                  <a:pt x="73472" y="20393"/>
                  <a:pt x="85065" y="16400"/>
                </a:cubicBezTo>
                <a:cubicBezTo>
                  <a:pt x="89374" y="14915"/>
                  <a:pt x="93852" y="13162"/>
                  <a:pt x="98753" y="11037"/>
                </a:cubicBezTo>
                <a:cubicBezTo>
                  <a:pt x="99763" y="10600"/>
                  <a:pt x="100773" y="10151"/>
                  <a:pt x="101781" y="9706"/>
                </a:cubicBezTo>
                <a:cubicBezTo>
                  <a:pt x="104805" y="8364"/>
                  <a:pt x="107933" y="6975"/>
                  <a:pt x="111082" y="5882"/>
                </a:cubicBezTo>
                <a:cubicBezTo>
                  <a:pt x="119135" y="3086"/>
                  <a:pt x="127851" y="1338"/>
                  <a:pt x="136984" y="688"/>
                </a:cubicBezTo>
                <a:cubicBezTo>
                  <a:pt x="139649" y="498"/>
                  <a:pt x="142317" y="403"/>
                  <a:pt x="144981" y="403"/>
                </a:cubicBezTo>
                <a:close/>
                <a:moveTo>
                  <a:pt x="144959" y="1"/>
                </a:moveTo>
                <a:cubicBezTo>
                  <a:pt x="142293" y="1"/>
                  <a:pt x="139623" y="96"/>
                  <a:pt x="136956" y="285"/>
                </a:cubicBezTo>
                <a:cubicBezTo>
                  <a:pt x="127785" y="938"/>
                  <a:pt x="119037" y="2693"/>
                  <a:pt x="110949" y="5501"/>
                </a:cubicBezTo>
                <a:cubicBezTo>
                  <a:pt x="107786" y="6599"/>
                  <a:pt x="104650" y="7991"/>
                  <a:pt x="101618" y="9337"/>
                </a:cubicBezTo>
                <a:cubicBezTo>
                  <a:pt x="100610" y="9784"/>
                  <a:pt x="99605" y="10230"/>
                  <a:pt x="98594" y="10669"/>
                </a:cubicBezTo>
                <a:cubicBezTo>
                  <a:pt x="93702" y="12788"/>
                  <a:pt x="89236" y="14538"/>
                  <a:pt x="84935" y="16020"/>
                </a:cubicBezTo>
                <a:cubicBezTo>
                  <a:pt x="73384" y="19997"/>
                  <a:pt x="62731" y="21983"/>
                  <a:pt x="52798" y="21983"/>
                </a:cubicBezTo>
                <a:cubicBezTo>
                  <a:pt x="44880" y="21983"/>
                  <a:pt x="37420" y="20721"/>
                  <a:pt x="30329" y="18200"/>
                </a:cubicBezTo>
                <a:cubicBezTo>
                  <a:pt x="26334" y="16780"/>
                  <a:pt x="22012" y="14948"/>
                  <a:pt x="17118" y="12599"/>
                </a:cubicBezTo>
                <a:cubicBezTo>
                  <a:pt x="16225" y="12172"/>
                  <a:pt x="15335" y="11736"/>
                  <a:pt x="14448" y="11300"/>
                </a:cubicBezTo>
                <a:cubicBezTo>
                  <a:pt x="11097" y="9658"/>
                  <a:pt x="7631" y="7961"/>
                  <a:pt x="4086" y="6726"/>
                </a:cubicBezTo>
                <a:cubicBezTo>
                  <a:pt x="2874" y="6305"/>
                  <a:pt x="1587" y="5911"/>
                  <a:pt x="257" y="5556"/>
                </a:cubicBezTo>
                <a:lnTo>
                  <a:pt x="2" y="5489"/>
                </a:lnTo>
                <a:lnTo>
                  <a:pt x="2" y="23947"/>
                </a:lnTo>
                <a:lnTo>
                  <a:pt x="118" y="24001"/>
                </a:lnTo>
                <a:cubicBezTo>
                  <a:pt x="13383" y="30245"/>
                  <a:pt x="26736" y="33418"/>
                  <a:pt x="39802" y="33430"/>
                </a:cubicBezTo>
                <a:cubicBezTo>
                  <a:pt x="39862" y="33430"/>
                  <a:pt x="39922" y="33430"/>
                  <a:pt x="39983" y="33430"/>
                </a:cubicBezTo>
                <a:cubicBezTo>
                  <a:pt x="44319" y="33430"/>
                  <a:pt x="48571" y="33023"/>
                  <a:pt x="52607" y="32244"/>
                </a:cubicBezTo>
                <a:cubicBezTo>
                  <a:pt x="53961" y="31982"/>
                  <a:pt x="55324" y="31615"/>
                  <a:pt x="56640" y="31261"/>
                </a:cubicBezTo>
                <a:cubicBezTo>
                  <a:pt x="57454" y="31041"/>
                  <a:pt x="58297" y="30815"/>
                  <a:pt x="59127" y="30616"/>
                </a:cubicBezTo>
                <a:cubicBezTo>
                  <a:pt x="61559" y="30033"/>
                  <a:pt x="64382" y="29412"/>
                  <a:pt x="67164" y="29409"/>
                </a:cubicBezTo>
                <a:cubicBezTo>
                  <a:pt x="67187" y="29409"/>
                  <a:pt x="67210" y="29409"/>
                  <a:pt x="67233" y="29409"/>
                </a:cubicBezTo>
                <a:cubicBezTo>
                  <a:pt x="69147" y="29409"/>
                  <a:pt x="71252" y="29651"/>
                  <a:pt x="72340" y="31318"/>
                </a:cubicBezTo>
                <a:cubicBezTo>
                  <a:pt x="73241" y="32701"/>
                  <a:pt x="73043" y="34924"/>
                  <a:pt x="72447" y="36513"/>
                </a:cubicBezTo>
                <a:cubicBezTo>
                  <a:pt x="71871" y="38046"/>
                  <a:pt x="70768" y="39317"/>
                  <a:pt x="69163" y="40292"/>
                </a:cubicBezTo>
                <a:cubicBezTo>
                  <a:pt x="65293" y="42649"/>
                  <a:pt x="60492" y="42849"/>
                  <a:pt x="56298" y="42850"/>
                </a:cubicBezTo>
                <a:lnTo>
                  <a:pt x="56268" y="42850"/>
                </a:lnTo>
                <a:cubicBezTo>
                  <a:pt x="46241" y="42850"/>
                  <a:pt x="36475" y="40614"/>
                  <a:pt x="29086" y="38666"/>
                </a:cubicBezTo>
                <a:cubicBezTo>
                  <a:pt x="25956" y="37839"/>
                  <a:pt x="22778" y="36952"/>
                  <a:pt x="19706" y="36095"/>
                </a:cubicBezTo>
                <a:cubicBezTo>
                  <a:pt x="13350" y="34319"/>
                  <a:pt x="6776" y="32482"/>
                  <a:pt x="244" y="31089"/>
                </a:cubicBezTo>
                <a:lnTo>
                  <a:pt x="1" y="31038"/>
                </a:lnTo>
                <a:lnTo>
                  <a:pt x="1" y="40777"/>
                </a:lnTo>
                <a:lnTo>
                  <a:pt x="105" y="40834"/>
                </a:lnTo>
                <a:cubicBezTo>
                  <a:pt x="528" y="41068"/>
                  <a:pt x="960" y="41284"/>
                  <a:pt x="1387" y="41477"/>
                </a:cubicBezTo>
                <a:cubicBezTo>
                  <a:pt x="4210" y="42747"/>
                  <a:pt x="6945" y="42957"/>
                  <a:pt x="9247" y="42996"/>
                </a:cubicBezTo>
                <a:lnTo>
                  <a:pt x="9694" y="43003"/>
                </a:lnTo>
                <a:cubicBezTo>
                  <a:pt x="11777" y="43036"/>
                  <a:pt x="13933" y="43072"/>
                  <a:pt x="16035" y="43364"/>
                </a:cubicBezTo>
                <a:cubicBezTo>
                  <a:pt x="17956" y="43633"/>
                  <a:pt x="19953" y="44050"/>
                  <a:pt x="21555" y="45283"/>
                </a:cubicBezTo>
                <a:cubicBezTo>
                  <a:pt x="22721" y="46179"/>
                  <a:pt x="23812" y="47901"/>
                  <a:pt x="23624" y="49723"/>
                </a:cubicBezTo>
                <a:cubicBezTo>
                  <a:pt x="23492" y="50977"/>
                  <a:pt x="22661" y="51876"/>
                  <a:pt x="21149" y="52395"/>
                </a:cubicBezTo>
                <a:cubicBezTo>
                  <a:pt x="19929" y="52815"/>
                  <a:pt x="18642" y="52977"/>
                  <a:pt x="17343" y="52977"/>
                </a:cubicBezTo>
                <a:cubicBezTo>
                  <a:pt x="14829" y="52977"/>
                  <a:pt x="12272" y="52369"/>
                  <a:pt x="10068" y="51847"/>
                </a:cubicBezTo>
                <a:cubicBezTo>
                  <a:pt x="7275" y="51184"/>
                  <a:pt x="4475" y="50237"/>
                  <a:pt x="1767" y="49323"/>
                </a:cubicBezTo>
                <a:cubicBezTo>
                  <a:pt x="1267" y="49155"/>
                  <a:pt x="767" y="48985"/>
                  <a:pt x="265" y="48818"/>
                </a:cubicBezTo>
                <a:lnTo>
                  <a:pt x="1" y="48728"/>
                </a:lnTo>
                <a:lnTo>
                  <a:pt x="1" y="54985"/>
                </a:lnTo>
                <a:lnTo>
                  <a:pt x="187" y="54999"/>
                </a:lnTo>
                <a:cubicBezTo>
                  <a:pt x="4720" y="55364"/>
                  <a:pt x="9668" y="55608"/>
                  <a:pt x="15316" y="55745"/>
                </a:cubicBezTo>
                <a:cubicBezTo>
                  <a:pt x="17327" y="55794"/>
                  <a:pt x="19280" y="55818"/>
                  <a:pt x="21180" y="55818"/>
                </a:cubicBezTo>
                <a:cubicBezTo>
                  <a:pt x="31405" y="55818"/>
                  <a:pt x="40078" y="55104"/>
                  <a:pt x="48122" y="53615"/>
                </a:cubicBezTo>
                <a:cubicBezTo>
                  <a:pt x="54125" y="52502"/>
                  <a:pt x="58913" y="51189"/>
                  <a:pt x="63191" y="49484"/>
                </a:cubicBezTo>
                <a:cubicBezTo>
                  <a:pt x="67326" y="47835"/>
                  <a:pt x="71599" y="45463"/>
                  <a:pt x="76643" y="42018"/>
                </a:cubicBezTo>
                <a:cubicBezTo>
                  <a:pt x="79721" y="39917"/>
                  <a:pt x="82780" y="37621"/>
                  <a:pt x="85739" y="35403"/>
                </a:cubicBezTo>
                <a:cubicBezTo>
                  <a:pt x="90819" y="31594"/>
                  <a:pt x="96072" y="27654"/>
                  <a:pt x="101563" y="24578"/>
                </a:cubicBezTo>
                <a:cubicBezTo>
                  <a:pt x="109139" y="20330"/>
                  <a:pt x="117758" y="18014"/>
                  <a:pt x="129508" y="17065"/>
                </a:cubicBezTo>
                <a:cubicBezTo>
                  <a:pt x="132858" y="16795"/>
                  <a:pt x="136254" y="16658"/>
                  <a:pt x="139725" y="16658"/>
                </a:cubicBezTo>
                <a:cubicBezTo>
                  <a:pt x="155229" y="16658"/>
                  <a:pt x="172239" y="19393"/>
                  <a:pt x="193363" y="25194"/>
                </a:cubicBezTo>
                <a:cubicBezTo>
                  <a:pt x="194320" y="25456"/>
                  <a:pt x="195279" y="25717"/>
                  <a:pt x="196240" y="25980"/>
                </a:cubicBezTo>
                <a:cubicBezTo>
                  <a:pt x="205628" y="28540"/>
                  <a:pt x="215334" y="31188"/>
                  <a:pt x="224421" y="35420"/>
                </a:cubicBezTo>
                <a:cubicBezTo>
                  <a:pt x="227275" y="36749"/>
                  <a:pt x="230329" y="38452"/>
                  <a:pt x="234037" y="40778"/>
                </a:cubicBezTo>
                <a:lnTo>
                  <a:pt x="234347" y="40971"/>
                </a:lnTo>
                <a:lnTo>
                  <a:pt x="234347" y="31794"/>
                </a:lnTo>
                <a:lnTo>
                  <a:pt x="234257" y="31734"/>
                </a:lnTo>
                <a:cubicBezTo>
                  <a:pt x="229156" y="28302"/>
                  <a:pt x="223710" y="25471"/>
                  <a:pt x="218442" y="22732"/>
                </a:cubicBezTo>
                <a:lnTo>
                  <a:pt x="216510" y="21728"/>
                </a:lnTo>
                <a:cubicBezTo>
                  <a:pt x="207587" y="17070"/>
                  <a:pt x="198587" y="12930"/>
                  <a:pt x="189764" y="9423"/>
                </a:cubicBezTo>
                <a:cubicBezTo>
                  <a:pt x="179135" y="5199"/>
                  <a:pt x="170836" y="2739"/>
                  <a:pt x="162852" y="1440"/>
                </a:cubicBezTo>
                <a:cubicBezTo>
                  <a:pt x="156959" y="482"/>
                  <a:pt x="150969" y="1"/>
                  <a:pt x="144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15"/>
          <p:cNvSpPr/>
          <p:nvPr/>
        </p:nvSpPr>
        <p:spPr>
          <a:xfrm flipH="1" rot="10800000">
            <a:off x="4303273" y="-1749146"/>
            <a:ext cx="4977457" cy="2219891"/>
          </a:xfrm>
          <a:custGeom>
            <a:rect b="b" l="l" r="r" t="t"/>
            <a:pathLst>
              <a:path extrusionOk="0" h="55473" w="124382">
                <a:moveTo>
                  <a:pt x="25918" y="402"/>
                </a:moveTo>
                <a:cubicBezTo>
                  <a:pt x="36041" y="402"/>
                  <a:pt x="47026" y="1991"/>
                  <a:pt x="60462" y="5393"/>
                </a:cubicBezTo>
                <a:cubicBezTo>
                  <a:pt x="70856" y="8024"/>
                  <a:pt x="81175" y="11807"/>
                  <a:pt x="91155" y="15464"/>
                </a:cubicBezTo>
                <a:cubicBezTo>
                  <a:pt x="92391" y="15917"/>
                  <a:pt x="93627" y="16369"/>
                  <a:pt x="94863" y="16822"/>
                </a:cubicBezTo>
                <a:lnTo>
                  <a:pt x="95647" y="17108"/>
                </a:lnTo>
                <a:cubicBezTo>
                  <a:pt x="105319" y="20631"/>
                  <a:pt x="115319" y="24277"/>
                  <a:pt x="123981" y="30890"/>
                </a:cubicBezTo>
                <a:lnTo>
                  <a:pt x="123981" y="53695"/>
                </a:lnTo>
                <a:cubicBezTo>
                  <a:pt x="123931" y="53594"/>
                  <a:pt x="123881" y="53490"/>
                  <a:pt x="123831" y="53388"/>
                </a:cubicBezTo>
                <a:cubicBezTo>
                  <a:pt x="121216" y="48116"/>
                  <a:pt x="118223" y="43645"/>
                  <a:pt x="114937" y="40100"/>
                </a:cubicBezTo>
                <a:cubicBezTo>
                  <a:pt x="110571" y="35392"/>
                  <a:pt x="105339" y="32142"/>
                  <a:pt x="101268" y="29834"/>
                </a:cubicBezTo>
                <a:cubicBezTo>
                  <a:pt x="91058" y="24049"/>
                  <a:pt x="80265" y="20787"/>
                  <a:pt x="69187" y="20137"/>
                </a:cubicBezTo>
                <a:cubicBezTo>
                  <a:pt x="67907" y="20061"/>
                  <a:pt x="66618" y="20024"/>
                  <a:pt x="65319" y="20024"/>
                </a:cubicBezTo>
                <a:cubicBezTo>
                  <a:pt x="61141" y="20024"/>
                  <a:pt x="56870" y="20411"/>
                  <a:pt x="52577" y="21181"/>
                </a:cubicBezTo>
                <a:cubicBezTo>
                  <a:pt x="48332" y="21940"/>
                  <a:pt x="44099" y="23239"/>
                  <a:pt x="40004" y="24495"/>
                </a:cubicBezTo>
                <a:cubicBezTo>
                  <a:pt x="38744" y="24880"/>
                  <a:pt x="37484" y="25268"/>
                  <a:pt x="36221" y="25639"/>
                </a:cubicBezTo>
                <a:cubicBezTo>
                  <a:pt x="30814" y="27232"/>
                  <a:pt x="25249" y="28662"/>
                  <a:pt x="19858" y="28662"/>
                </a:cubicBezTo>
                <a:cubicBezTo>
                  <a:pt x="15618" y="28662"/>
                  <a:pt x="11486" y="27778"/>
                  <a:pt x="7624" y="25392"/>
                </a:cubicBezTo>
                <a:cubicBezTo>
                  <a:pt x="1653" y="21703"/>
                  <a:pt x="639" y="17073"/>
                  <a:pt x="567" y="14640"/>
                </a:cubicBezTo>
                <a:cubicBezTo>
                  <a:pt x="413" y="9480"/>
                  <a:pt x="3668" y="6464"/>
                  <a:pt x="5623" y="5124"/>
                </a:cubicBezTo>
                <a:cubicBezTo>
                  <a:pt x="9015" y="2801"/>
                  <a:pt x="12910" y="1856"/>
                  <a:pt x="15924" y="1292"/>
                </a:cubicBezTo>
                <a:cubicBezTo>
                  <a:pt x="19039" y="709"/>
                  <a:pt x="22328" y="409"/>
                  <a:pt x="25700" y="402"/>
                </a:cubicBezTo>
                <a:close/>
                <a:moveTo>
                  <a:pt x="25696" y="0"/>
                </a:moveTo>
                <a:cubicBezTo>
                  <a:pt x="22298" y="9"/>
                  <a:pt x="18984" y="309"/>
                  <a:pt x="15846" y="896"/>
                </a:cubicBezTo>
                <a:cubicBezTo>
                  <a:pt x="12791" y="1468"/>
                  <a:pt x="8843" y="2428"/>
                  <a:pt x="5390" y="4792"/>
                </a:cubicBezTo>
                <a:cubicBezTo>
                  <a:pt x="3368" y="6176"/>
                  <a:pt x="0" y="9300"/>
                  <a:pt x="160" y="14653"/>
                </a:cubicBezTo>
                <a:cubicBezTo>
                  <a:pt x="236" y="17166"/>
                  <a:pt x="1277" y="21947"/>
                  <a:pt x="7409" y="25735"/>
                </a:cubicBezTo>
                <a:cubicBezTo>
                  <a:pt x="11344" y="28167"/>
                  <a:pt x="15543" y="29067"/>
                  <a:pt x="19845" y="29067"/>
                </a:cubicBezTo>
                <a:cubicBezTo>
                  <a:pt x="25284" y="29067"/>
                  <a:pt x="30887" y="27628"/>
                  <a:pt x="36329" y="26025"/>
                </a:cubicBezTo>
                <a:cubicBezTo>
                  <a:pt x="37594" y="25653"/>
                  <a:pt x="38857" y="25265"/>
                  <a:pt x="40120" y="24877"/>
                </a:cubicBezTo>
                <a:cubicBezTo>
                  <a:pt x="44202" y="23626"/>
                  <a:pt x="48423" y="22331"/>
                  <a:pt x="52645" y="21575"/>
                </a:cubicBezTo>
                <a:cubicBezTo>
                  <a:pt x="56919" y="20811"/>
                  <a:pt x="61167" y="20426"/>
                  <a:pt x="65320" y="20426"/>
                </a:cubicBezTo>
                <a:cubicBezTo>
                  <a:pt x="66611" y="20426"/>
                  <a:pt x="67892" y="20464"/>
                  <a:pt x="69163" y="20538"/>
                </a:cubicBezTo>
                <a:cubicBezTo>
                  <a:pt x="80177" y="21183"/>
                  <a:pt x="90911" y="24429"/>
                  <a:pt x="101068" y="30184"/>
                </a:cubicBezTo>
                <a:cubicBezTo>
                  <a:pt x="105113" y="32476"/>
                  <a:pt x="110313" y="35707"/>
                  <a:pt x="114641" y="40373"/>
                </a:cubicBezTo>
                <a:cubicBezTo>
                  <a:pt x="117901" y="43892"/>
                  <a:pt x="120872" y="48330"/>
                  <a:pt x="123468" y="53567"/>
                </a:cubicBezTo>
                <a:cubicBezTo>
                  <a:pt x="123595" y="53824"/>
                  <a:pt x="123718" y="54084"/>
                  <a:pt x="123842" y="54344"/>
                </a:cubicBezTo>
                <a:lnTo>
                  <a:pt x="124380" y="55470"/>
                </a:lnTo>
                <a:lnTo>
                  <a:pt x="124380" y="30691"/>
                </a:lnTo>
                <a:lnTo>
                  <a:pt x="124301" y="30630"/>
                </a:lnTo>
                <a:cubicBezTo>
                  <a:pt x="115571" y="23942"/>
                  <a:pt x="105512" y="20275"/>
                  <a:pt x="95782" y="16727"/>
                </a:cubicBezTo>
                <a:lnTo>
                  <a:pt x="94996" y="16442"/>
                </a:lnTo>
                <a:cubicBezTo>
                  <a:pt x="93760" y="15992"/>
                  <a:pt x="92525" y="15539"/>
                  <a:pt x="91289" y="15087"/>
                </a:cubicBezTo>
                <a:cubicBezTo>
                  <a:pt x="81300" y="11425"/>
                  <a:pt x="70971" y="7640"/>
                  <a:pt x="60557" y="5003"/>
                </a:cubicBezTo>
                <a:cubicBezTo>
                  <a:pt x="47087" y="1592"/>
                  <a:pt x="36071" y="0"/>
                  <a:pt x="25913" y="0"/>
                </a:cubicBezTo>
                <a:close/>
                <a:moveTo>
                  <a:pt x="124380" y="55470"/>
                </a:moveTo>
                <a:lnTo>
                  <a:pt x="124380" y="55473"/>
                </a:lnTo>
                <a:lnTo>
                  <a:pt x="124381" y="55473"/>
                </a:lnTo>
                <a:lnTo>
                  <a:pt x="124380" y="5547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15"/>
          <p:cNvSpPr/>
          <p:nvPr/>
        </p:nvSpPr>
        <p:spPr>
          <a:xfrm flipH="1" rot="10800000">
            <a:off x="-97184" y="-2299797"/>
            <a:ext cx="4473596" cy="1988630"/>
          </a:xfrm>
          <a:custGeom>
            <a:rect b="b" l="l" r="r" t="t"/>
            <a:pathLst>
              <a:path extrusionOk="0" h="49694" w="111791">
                <a:moveTo>
                  <a:pt x="97341" y="420"/>
                </a:moveTo>
                <a:cubicBezTo>
                  <a:pt x="98733" y="420"/>
                  <a:pt x="99979" y="773"/>
                  <a:pt x="101045" y="1273"/>
                </a:cubicBezTo>
                <a:cubicBezTo>
                  <a:pt x="104764" y="3021"/>
                  <a:pt x="109232" y="7243"/>
                  <a:pt x="110572" y="11931"/>
                </a:cubicBezTo>
                <a:cubicBezTo>
                  <a:pt x="111369" y="14719"/>
                  <a:pt x="110985" y="17351"/>
                  <a:pt x="109429" y="19750"/>
                </a:cubicBezTo>
                <a:cubicBezTo>
                  <a:pt x="107469" y="22776"/>
                  <a:pt x="104270" y="24339"/>
                  <a:pt x="101702" y="25361"/>
                </a:cubicBezTo>
                <a:cubicBezTo>
                  <a:pt x="98754" y="26534"/>
                  <a:pt x="95452" y="27464"/>
                  <a:pt x="91607" y="28204"/>
                </a:cubicBezTo>
                <a:cubicBezTo>
                  <a:pt x="89921" y="28528"/>
                  <a:pt x="88200" y="28811"/>
                  <a:pt x="86532" y="29084"/>
                </a:cubicBezTo>
                <a:cubicBezTo>
                  <a:pt x="79681" y="30207"/>
                  <a:pt x="72597" y="31372"/>
                  <a:pt x="66253" y="35734"/>
                </a:cubicBezTo>
                <a:cubicBezTo>
                  <a:pt x="61721" y="38849"/>
                  <a:pt x="57707" y="43535"/>
                  <a:pt x="54638" y="49289"/>
                </a:cubicBezTo>
                <a:lnTo>
                  <a:pt x="3363" y="49289"/>
                </a:lnTo>
                <a:cubicBezTo>
                  <a:pt x="1730" y="49289"/>
                  <a:pt x="402" y="47585"/>
                  <a:pt x="402" y="45488"/>
                </a:cubicBezTo>
                <a:lnTo>
                  <a:pt x="402" y="27817"/>
                </a:lnTo>
                <a:cubicBezTo>
                  <a:pt x="6956" y="29756"/>
                  <a:pt x="13549" y="31125"/>
                  <a:pt x="20006" y="31888"/>
                </a:cubicBezTo>
                <a:cubicBezTo>
                  <a:pt x="24832" y="32458"/>
                  <a:pt x="29867" y="32744"/>
                  <a:pt x="35067" y="32744"/>
                </a:cubicBezTo>
                <a:cubicBezTo>
                  <a:pt x="39433" y="32744"/>
                  <a:pt x="43915" y="32543"/>
                  <a:pt x="48490" y="32140"/>
                </a:cubicBezTo>
                <a:cubicBezTo>
                  <a:pt x="52725" y="31766"/>
                  <a:pt x="57090" y="31156"/>
                  <a:pt x="61838" y="30276"/>
                </a:cubicBezTo>
                <a:cubicBezTo>
                  <a:pt x="65200" y="29650"/>
                  <a:pt x="69115" y="28700"/>
                  <a:pt x="72658" y="26377"/>
                </a:cubicBezTo>
                <a:cubicBezTo>
                  <a:pt x="76773" y="23677"/>
                  <a:pt x="79509" y="18971"/>
                  <a:pt x="82157" y="14419"/>
                </a:cubicBezTo>
                <a:cubicBezTo>
                  <a:pt x="83207" y="12610"/>
                  <a:pt x="84295" y="10742"/>
                  <a:pt x="85446" y="9038"/>
                </a:cubicBezTo>
                <a:cubicBezTo>
                  <a:pt x="89943" y="2389"/>
                  <a:pt x="94052" y="420"/>
                  <a:pt x="97341" y="420"/>
                </a:cubicBezTo>
                <a:close/>
                <a:moveTo>
                  <a:pt x="97320" y="1"/>
                </a:moveTo>
                <a:cubicBezTo>
                  <a:pt x="92272" y="1"/>
                  <a:pt x="88015" y="4523"/>
                  <a:pt x="85113" y="8813"/>
                </a:cubicBezTo>
                <a:cubicBezTo>
                  <a:pt x="83953" y="10529"/>
                  <a:pt x="82863" y="12404"/>
                  <a:pt x="81808" y="14217"/>
                </a:cubicBezTo>
                <a:cubicBezTo>
                  <a:pt x="79187" y="18729"/>
                  <a:pt x="76473" y="23393"/>
                  <a:pt x="72437" y="26041"/>
                </a:cubicBezTo>
                <a:cubicBezTo>
                  <a:pt x="68955" y="28325"/>
                  <a:pt x="65088" y="29264"/>
                  <a:pt x="61763" y="29881"/>
                </a:cubicBezTo>
                <a:cubicBezTo>
                  <a:pt x="57027" y="30760"/>
                  <a:pt x="52675" y="31369"/>
                  <a:pt x="48454" y="31740"/>
                </a:cubicBezTo>
                <a:cubicBezTo>
                  <a:pt x="43892" y="32141"/>
                  <a:pt x="39422" y="32342"/>
                  <a:pt x="35069" y="32342"/>
                </a:cubicBezTo>
                <a:cubicBezTo>
                  <a:pt x="29883" y="32342"/>
                  <a:pt x="24864" y="32057"/>
                  <a:pt x="20053" y="31489"/>
                </a:cubicBezTo>
                <a:cubicBezTo>
                  <a:pt x="13535" y="30716"/>
                  <a:pt x="6875" y="29326"/>
                  <a:pt x="259" y="27354"/>
                </a:cubicBezTo>
                <a:lnTo>
                  <a:pt x="1" y="27277"/>
                </a:lnTo>
                <a:lnTo>
                  <a:pt x="1" y="45491"/>
                </a:lnTo>
                <a:cubicBezTo>
                  <a:pt x="1" y="47809"/>
                  <a:pt x="1508" y="49694"/>
                  <a:pt x="3363" y="49694"/>
                </a:cubicBezTo>
                <a:lnTo>
                  <a:pt x="54879" y="49694"/>
                </a:lnTo>
                <a:lnTo>
                  <a:pt x="54936" y="49585"/>
                </a:lnTo>
                <a:cubicBezTo>
                  <a:pt x="57983" y="43837"/>
                  <a:pt x="61975" y="39163"/>
                  <a:pt x="66481" y="36064"/>
                </a:cubicBezTo>
                <a:cubicBezTo>
                  <a:pt x="72751" y="31752"/>
                  <a:pt x="79791" y="30597"/>
                  <a:pt x="86599" y="29479"/>
                </a:cubicBezTo>
                <a:cubicBezTo>
                  <a:pt x="88267" y="29206"/>
                  <a:pt x="89993" y="28921"/>
                  <a:pt x="91683" y="28597"/>
                </a:cubicBezTo>
                <a:cubicBezTo>
                  <a:pt x="95554" y="27852"/>
                  <a:pt x="98882" y="26914"/>
                  <a:pt x="101852" y="25732"/>
                </a:cubicBezTo>
                <a:cubicBezTo>
                  <a:pt x="104477" y="24689"/>
                  <a:pt x="107747" y="23089"/>
                  <a:pt x="109769" y="19968"/>
                </a:cubicBezTo>
                <a:cubicBezTo>
                  <a:pt x="111389" y="17466"/>
                  <a:pt x="111791" y="14724"/>
                  <a:pt x="110961" y="11820"/>
                </a:cubicBezTo>
                <a:cubicBezTo>
                  <a:pt x="109585" y="7016"/>
                  <a:pt x="105018" y="2695"/>
                  <a:pt x="101216" y="909"/>
                </a:cubicBezTo>
                <a:cubicBezTo>
                  <a:pt x="99874" y="279"/>
                  <a:pt x="98573" y="1"/>
                  <a:pt x="973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15"/>
          <p:cNvSpPr/>
          <p:nvPr/>
        </p:nvSpPr>
        <p:spPr>
          <a:xfrm flipH="1" rot="10800000">
            <a:off x="2768223" y="-2299814"/>
            <a:ext cx="4335456" cy="728679"/>
          </a:xfrm>
          <a:custGeom>
            <a:rect b="b" l="l" r="r" t="t"/>
            <a:pathLst>
              <a:path extrusionOk="0" h="18209" w="108339">
                <a:moveTo>
                  <a:pt x="27698" y="402"/>
                </a:moveTo>
                <a:cubicBezTo>
                  <a:pt x="32888" y="402"/>
                  <a:pt x="38022" y="2124"/>
                  <a:pt x="42576" y="3656"/>
                </a:cubicBezTo>
                <a:cubicBezTo>
                  <a:pt x="47416" y="5283"/>
                  <a:pt x="52582" y="6948"/>
                  <a:pt x="57857" y="7844"/>
                </a:cubicBezTo>
                <a:cubicBezTo>
                  <a:pt x="62292" y="8597"/>
                  <a:pt x="66755" y="8977"/>
                  <a:pt x="71177" y="8977"/>
                </a:cubicBezTo>
                <a:cubicBezTo>
                  <a:pt x="72693" y="8977"/>
                  <a:pt x="74204" y="8932"/>
                  <a:pt x="75707" y="8843"/>
                </a:cubicBezTo>
                <a:cubicBezTo>
                  <a:pt x="78578" y="8671"/>
                  <a:pt x="81363" y="8335"/>
                  <a:pt x="83983" y="7841"/>
                </a:cubicBezTo>
                <a:cubicBezTo>
                  <a:pt x="84740" y="7698"/>
                  <a:pt x="85506" y="7531"/>
                  <a:pt x="86246" y="7371"/>
                </a:cubicBezTo>
                <a:cubicBezTo>
                  <a:pt x="87567" y="7085"/>
                  <a:pt x="88932" y="6788"/>
                  <a:pt x="90288" y="6616"/>
                </a:cubicBezTo>
                <a:cubicBezTo>
                  <a:pt x="91569" y="6455"/>
                  <a:pt x="92767" y="6374"/>
                  <a:pt x="93889" y="6374"/>
                </a:cubicBezTo>
                <a:cubicBezTo>
                  <a:pt x="97369" y="6374"/>
                  <a:pt x="100126" y="7157"/>
                  <a:pt x="102405" y="8765"/>
                </a:cubicBezTo>
                <a:cubicBezTo>
                  <a:pt x="104715" y="10399"/>
                  <a:pt x="107752" y="14521"/>
                  <a:pt x="107336" y="17804"/>
                </a:cubicBezTo>
                <a:lnTo>
                  <a:pt x="2840" y="17804"/>
                </a:lnTo>
                <a:cubicBezTo>
                  <a:pt x="2038" y="16930"/>
                  <a:pt x="1495" y="16015"/>
                  <a:pt x="1180" y="15011"/>
                </a:cubicBezTo>
                <a:cubicBezTo>
                  <a:pt x="328" y="12292"/>
                  <a:pt x="1140" y="8835"/>
                  <a:pt x="2950" y="7464"/>
                </a:cubicBezTo>
                <a:cubicBezTo>
                  <a:pt x="4188" y="6527"/>
                  <a:pt x="5746" y="6255"/>
                  <a:pt x="7263" y="6255"/>
                </a:cubicBezTo>
                <a:cubicBezTo>
                  <a:pt x="8508" y="6255"/>
                  <a:pt x="9724" y="6438"/>
                  <a:pt x="10713" y="6586"/>
                </a:cubicBezTo>
                <a:cubicBezTo>
                  <a:pt x="13555" y="7015"/>
                  <a:pt x="16398" y="7815"/>
                  <a:pt x="19148" y="8591"/>
                </a:cubicBezTo>
                <a:cubicBezTo>
                  <a:pt x="20420" y="8950"/>
                  <a:pt x="21733" y="9320"/>
                  <a:pt x="23031" y="9648"/>
                </a:cubicBezTo>
                <a:cubicBezTo>
                  <a:pt x="23892" y="9867"/>
                  <a:pt x="24772" y="10044"/>
                  <a:pt x="25624" y="10217"/>
                </a:cubicBezTo>
                <a:cubicBezTo>
                  <a:pt x="26578" y="10410"/>
                  <a:pt x="27561" y="10610"/>
                  <a:pt x="28520" y="10866"/>
                </a:cubicBezTo>
                <a:cubicBezTo>
                  <a:pt x="29266" y="11066"/>
                  <a:pt x="30023" y="11287"/>
                  <a:pt x="30753" y="11502"/>
                </a:cubicBezTo>
                <a:cubicBezTo>
                  <a:pt x="31592" y="11746"/>
                  <a:pt x="32458" y="12000"/>
                  <a:pt x="33317" y="12223"/>
                </a:cubicBezTo>
                <a:lnTo>
                  <a:pt x="33467" y="12263"/>
                </a:lnTo>
                <a:cubicBezTo>
                  <a:pt x="34991" y="12659"/>
                  <a:pt x="36728" y="13111"/>
                  <a:pt x="38421" y="13111"/>
                </a:cubicBezTo>
                <a:cubicBezTo>
                  <a:pt x="39680" y="13111"/>
                  <a:pt x="40914" y="12861"/>
                  <a:pt x="42017" y="12152"/>
                </a:cubicBezTo>
                <a:cubicBezTo>
                  <a:pt x="42247" y="12003"/>
                  <a:pt x="42254" y="11687"/>
                  <a:pt x="42130" y="11480"/>
                </a:cubicBezTo>
                <a:cubicBezTo>
                  <a:pt x="39927" y="7838"/>
                  <a:pt x="35420" y="7355"/>
                  <a:pt x="32131" y="7002"/>
                </a:cubicBezTo>
                <a:cubicBezTo>
                  <a:pt x="30552" y="6834"/>
                  <a:pt x="28936" y="6794"/>
                  <a:pt x="27373" y="6755"/>
                </a:cubicBezTo>
                <a:cubicBezTo>
                  <a:pt x="24971" y="6694"/>
                  <a:pt x="22485" y="6634"/>
                  <a:pt x="20094" y="6098"/>
                </a:cubicBezTo>
                <a:lnTo>
                  <a:pt x="19861" y="6045"/>
                </a:lnTo>
                <a:cubicBezTo>
                  <a:pt x="19174" y="5899"/>
                  <a:pt x="18323" y="5715"/>
                  <a:pt x="17845" y="5185"/>
                </a:cubicBezTo>
                <a:cubicBezTo>
                  <a:pt x="17683" y="5000"/>
                  <a:pt x="17613" y="4809"/>
                  <a:pt x="17637" y="4599"/>
                </a:cubicBezTo>
                <a:cubicBezTo>
                  <a:pt x="17720" y="3886"/>
                  <a:pt x="18816" y="3119"/>
                  <a:pt x="19284" y="2791"/>
                </a:cubicBezTo>
                <a:lnTo>
                  <a:pt x="19370" y="2730"/>
                </a:lnTo>
                <a:cubicBezTo>
                  <a:pt x="21382" y="1313"/>
                  <a:pt x="23882" y="535"/>
                  <a:pt x="26803" y="420"/>
                </a:cubicBezTo>
                <a:cubicBezTo>
                  <a:pt x="27101" y="408"/>
                  <a:pt x="27399" y="402"/>
                  <a:pt x="27698" y="402"/>
                </a:cubicBezTo>
                <a:close/>
                <a:moveTo>
                  <a:pt x="27716" y="0"/>
                </a:moveTo>
                <a:cubicBezTo>
                  <a:pt x="27408" y="0"/>
                  <a:pt x="27101" y="6"/>
                  <a:pt x="26793" y="18"/>
                </a:cubicBezTo>
                <a:cubicBezTo>
                  <a:pt x="23792" y="137"/>
                  <a:pt x="21220" y="940"/>
                  <a:pt x="19143" y="2401"/>
                </a:cubicBezTo>
                <a:lnTo>
                  <a:pt x="19057" y="2461"/>
                </a:lnTo>
                <a:cubicBezTo>
                  <a:pt x="18500" y="2850"/>
                  <a:pt x="17342" y="3659"/>
                  <a:pt x="17241" y="4552"/>
                </a:cubicBezTo>
                <a:cubicBezTo>
                  <a:pt x="17204" y="4879"/>
                  <a:pt x="17307" y="5183"/>
                  <a:pt x="17550" y="5452"/>
                </a:cubicBezTo>
                <a:cubicBezTo>
                  <a:pt x="18114" y="6081"/>
                  <a:pt x="19037" y="6279"/>
                  <a:pt x="19779" y="6438"/>
                </a:cubicBezTo>
                <a:lnTo>
                  <a:pt x="20009" y="6488"/>
                </a:lnTo>
                <a:cubicBezTo>
                  <a:pt x="22436" y="7034"/>
                  <a:pt x="24942" y="7095"/>
                  <a:pt x="27366" y="7155"/>
                </a:cubicBezTo>
                <a:cubicBezTo>
                  <a:pt x="28920" y="7194"/>
                  <a:pt x="30528" y="7234"/>
                  <a:pt x="32089" y="7401"/>
                </a:cubicBezTo>
                <a:cubicBezTo>
                  <a:pt x="35297" y="7744"/>
                  <a:pt x="39689" y="8215"/>
                  <a:pt x="41788" y="11686"/>
                </a:cubicBezTo>
                <a:cubicBezTo>
                  <a:pt x="41818" y="11736"/>
                  <a:pt x="41813" y="11800"/>
                  <a:pt x="41803" y="11810"/>
                </a:cubicBezTo>
                <a:cubicBezTo>
                  <a:pt x="40777" y="12469"/>
                  <a:pt x="39614" y="12703"/>
                  <a:pt x="38419" y="12703"/>
                </a:cubicBezTo>
                <a:cubicBezTo>
                  <a:pt x="36773" y="12703"/>
                  <a:pt x="35066" y="12260"/>
                  <a:pt x="33571" y="11872"/>
                </a:cubicBezTo>
                <a:lnTo>
                  <a:pt x="33421" y="11832"/>
                </a:lnTo>
                <a:cubicBezTo>
                  <a:pt x="32568" y="11613"/>
                  <a:pt x="31706" y="11359"/>
                  <a:pt x="30871" y="11114"/>
                </a:cubicBezTo>
                <a:cubicBezTo>
                  <a:pt x="30136" y="10900"/>
                  <a:pt x="29377" y="10677"/>
                  <a:pt x="28627" y="10477"/>
                </a:cubicBezTo>
                <a:cubicBezTo>
                  <a:pt x="27659" y="10217"/>
                  <a:pt x="26667" y="10017"/>
                  <a:pt x="25708" y="9823"/>
                </a:cubicBezTo>
                <a:cubicBezTo>
                  <a:pt x="24862" y="9650"/>
                  <a:pt x="23985" y="9473"/>
                  <a:pt x="23133" y="9257"/>
                </a:cubicBezTo>
                <a:cubicBezTo>
                  <a:pt x="21840" y="8930"/>
                  <a:pt x="20529" y="8560"/>
                  <a:pt x="19261" y="8202"/>
                </a:cubicBezTo>
                <a:cubicBezTo>
                  <a:pt x="16498" y="7424"/>
                  <a:pt x="13642" y="6619"/>
                  <a:pt x="10776" y="6188"/>
                </a:cubicBezTo>
                <a:cubicBezTo>
                  <a:pt x="9769" y="6036"/>
                  <a:pt x="8534" y="5850"/>
                  <a:pt x="7263" y="5850"/>
                </a:cubicBezTo>
                <a:cubicBezTo>
                  <a:pt x="5677" y="5850"/>
                  <a:pt x="4036" y="6139"/>
                  <a:pt x="2711" y="7142"/>
                </a:cubicBezTo>
                <a:cubicBezTo>
                  <a:pt x="579" y="8757"/>
                  <a:pt x="1" y="12576"/>
                  <a:pt x="798" y="15131"/>
                </a:cubicBezTo>
                <a:cubicBezTo>
                  <a:pt x="1138" y="16218"/>
                  <a:pt x="1730" y="17203"/>
                  <a:pt x="2606" y="18144"/>
                </a:cubicBezTo>
                <a:lnTo>
                  <a:pt x="2666" y="18209"/>
                </a:lnTo>
                <a:lnTo>
                  <a:pt x="107680" y="18209"/>
                </a:lnTo>
                <a:lnTo>
                  <a:pt x="107713" y="18040"/>
                </a:lnTo>
                <a:cubicBezTo>
                  <a:pt x="108339" y="14231"/>
                  <a:pt x="104720" y="9907"/>
                  <a:pt x="102642" y="8438"/>
                </a:cubicBezTo>
                <a:cubicBezTo>
                  <a:pt x="100295" y="6780"/>
                  <a:pt x="97465" y="5972"/>
                  <a:pt x="93901" y="5972"/>
                </a:cubicBezTo>
                <a:cubicBezTo>
                  <a:pt x="92759" y="5972"/>
                  <a:pt x="91543" y="6055"/>
                  <a:pt x="90243" y="6219"/>
                </a:cubicBezTo>
                <a:cubicBezTo>
                  <a:pt x="88870" y="6392"/>
                  <a:pt x="87495" y="6691"/>
                  <a:pt x="86166" y="6979"/>
                </a:cubicBezTo>
                <a:cubicBezTo>
                  <a:pt x="85428" y="7141"/>
                  <a:pt x="84666" y="7307"/>
                  <a:pt x="83913" y="7448"/>
                </a:cubicBezTo>
                <a:cubicBezTo>
                  <a:pt x="81310" y="7937"/>
                  <a:pt x="78543" y="8272"/>
                  <a:pt x="75687" y="8443"/>
                </a:cubicBezTo>
                <a:cubicBezTo>
                  <a:pt x="74193" y="8531"/>
                  <a:pt x="72692" y="8575"/>
                  <a:pt x="71186" y="8575"/>
                </a:cubicBezTo>
                <a:cubicBezTo>
                  <a:pt x="66784" y="8575"/>
                  <a:pt x="62342" y="8199"/>
                  <a:pt x="57928" y="7448"/>
                </a:cubicBezTo>
                <a:cubicBezTo>
                  <a:pt x="52682" y="6556"/>
                  <a:pt x="47532" y="4898"/>
                  <a:pt x="42708" y="3276"/>
                </a:cubicBezTo>
                <a:cubicBezTo>
                  <a:pt x="38128" y="1734"/>
                  <a:pt x="32975" y="0"/>
                  <a:pt x="277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15"/>
          <p:cNvSpPr/>
          <p:nvPr/>
        </p:nvSpPr>
        <p:spPr>
          <a:xfrm flipH="1" rot="10800000">
            <a:off x="4932235" y="-2299843"/>
            <a:ext cx="4348422" cy="1563444"/>
          </a:xfrm>
          <a:custGeom>
            <a:rect b="b" l="l" r="r" t="t"/>
            <a:pathLst>
              <a:path extrusionOk="0" h="39069" w="108663">
                <a:moveTo>
                  <a:pt x="46151" y="403"/>
                </a:moveTo>
                <a:cubicBezTo>
                  <a:pt x="46500" y="403"/>
                  <a:pt x="46847" y="405"/>
                  <a:pt x="47194" y="409"/>
                </a:cubicBezTo>
                <a:cubicBezTo>
                  <a:pt x="60555" y="576"/>
                  <a:pt x="71907" y="4288"/>
                  <a:pt x="80932" y="11441"/>
                </a:cubicBezTo>
                <a:cubicBezTo>
                  <a:pt x="84958" y="14633"/>
                  <a:pt x="88903" y="18201"/>
                  <a:pt x="92718" y="21653"/>
                </a:cubicBezTo>
                <a:cubicBezTo>
                  <a:pt x="94523" y="23286"/>
                  <a:pt x="96389" y="24974"/>
                  <a:pt x="98238" y="26600"/>
                </a:cubicBezTo>
                <a:cubicBezTo>
                  <a:pt x="101177" y="29181"/>
                  <a:pt x="104663" y="32202"/>
                  <a:pt x="108257" y="35034"/>
                </a:cubicBezTo>
                <a:cubicBezTo>
                  <a:pt x="108185" y="37046"/>
                  <a:pt x="106877" y="38663"/>
                  <a:pt x="105303" y="38663"/>
                </a:cubicBezTo>
                <a:lnTo>
                  <a:pt x="95006" y="38663"/>
                </a:lnTo>
                <a:cubicBezTo>
                  <a:pt x="94337" y="37862"/>
                  <a:pt x="93741" y="37110"/>
                  <a:pt x="93190" y="36368"/>
                </a:cubicBezTo>
                <a:cubicBezTo>
                  <a:pt x="91738" y="34415"/>
                  <a:pt x="90482" y="32209"/>
                  <a:pt x="89268" y="30076"/>
                </a:cubicBezTo>
                <a:cubicBezTo>
                  <a:pt x="88255" y="28296"/>
                  <a:pt x="87207" y="26455"/>
                  <a:pt x="86046" y="24761"/>
                </a:cubicBezTo>
                <a:cubicBezTo>
                  <a:pt x="84901" y="23090"/>
                  <a:pt x="83654" y="21394"/>
                  <a:pt x="82109" y="20589"/>
                </a:cubicBezTo>
                <a:cubicBezTo>
                  <a:pt x="81766" y="20411"/>
                  <a:pt x="81285" y="20282"/>
                  <a:pt x="80790" y="20282"/>
                </a:cubicBezTo>
                <a:cubicBezTo>
                  <a:pt x="80446" y="20282"/>
                  <a:pt x="80095" y="20344"/>
                  <a:pt x="79779" y="20494"/>
                </a:cubicBezTo>
                <a:cubicBezTo>
                  <a:pt x="79253" y="20744"/>
                  <a:pt x="78909" y="21200"/>
                  <a:pt x="78784" y="21809"/>
                </a:cubicBezTo>
                <a:cubicBezTo>
                  <a:pt x="78479" y="23295"/>
                  <a:pt x="79725" y="24879"/>
                  <a:pt x="80550" y="25925"/>
                </a:cubicBezTo>
                <a:cubicBezTo>
                  <a:pt x="80666" y="26074"/>
                  <a:pt x="80775" y="26210"/>
                  <a:pt x="80868" y="26335"/>
                </a:cubicBezTo>
                <a:cubicBezTo>
                  <a:pt x="81946" y="27764"/>
                  <a:pt x="82835" y="29354"/>
                  <a:pt x="83661" y="31345"/>
                </a:cubicBezTo>
                <a:cubicBezTo>
                  <a:pt x="84287" y="32848"/>
                  <a:pt x="85364" y="35767"/>
                  <a:pt x="85660" y="38663"/>
                </a:cubicBezTo>
                <a:lnTo>
                  <a:pt x="76327" y="38663"/>
                </a:lnTo>
                <a:cubicBezTo>
                  <a:pt x="76685" y="34328"/>
                  <a:pt x="75134" y="29497"/>
                  <a:pt x="72336" y="26295"/>
                </a:cubicBezTo>
                <a:cubicBezTo>
                  <a:pt x="70016" y="23636"/>
                  <a:pt x="66829" y="21619"/>
                  <a:pt x="62597" y="20130"/>
                </a:cubicBezTo>
                <a:cubicBezTo>
                  <a:pt x="58968" y="18853"/>
                  <a:pt x="54987" y="18071"/>
                  <a:pt x="50066" y="17668"/>
                </a:cubicBezTo>
                <a:cubicBezTo>
                  <a:pt x="47919" y="17494"/>
                  <a:pt x="45723" y="17407"/>
                  <a:pt x="43437" y="17407"/>
                </a:cubicBezTo>
                <a:cubicBezTo>
                  <a:pt x="41731" y="17407"/>
                  <a:pt x="39974" y="17455"/>
                  <a:pt x="38150" y="17552"/>
                </a:cubicBezTo>
                <a:cubicBezTo>
                  <a:pt x="34341" y="17757"/>
                  <a:pt x="31394" y="18197"/>
                  <a:pt x="28604" y="18985"/>
                </a:cubicBezTo>
                <a:cubicBezTo>
                  <a:pt x="27525" y="19288"/>
                  <a:pt x="26448" y="19608"/>
                  <a:pt x="25369" y="19927"/>
                </a:cubicBezTo>
                <a:cubicBezTo>
                  <a:pt x="21997" y="20924"/>
                  <a:pt x="18511" y="21956"/>
                  <a:pt x="15020" y="22506"/>
                </a:cubicBezTo>
                <a:cubicBezTo>
                  <a:pt x="13538" y="22740"/>
                  <a:pt x="11993" y="22922"/>
                  <a:pt x="10477" y="22922"/>
                </a:cubicBezTo>
                <a:cubicBezTo>
                  <a:pt x="7660" y="22922"/>
                  <a:pt x="4942" y="22294"/>
                  <a:pt x="2908" y="20201"/>
                </a:cubicBezTo>
                <a:cubicBezTo>
                  <a:pt x="2318" y="19594"/>
                  <a:pt x="445" y="17417"/>
                  <a:pt x="1110" y="14892"/>
                </a:cubicBezTo>
                <a:cubicBezTo>
                  <a:pt x="1609" y="13004"/>
                  <a:pt x="3139" y="11676"/>
                  <a:pt x="4417" y="10728"/>
                </a:cubicBezTo>
                <a:cubicBezTo>
                  <a:pt x="7502" y="8442"/>
                  <a:pt x="11094" y="7120"/>
                  <a:pt x="14506" y="5962"/>
                </a:cubicBezTo>
                <a:cubicBezTo>
                  <a:pt x="25380" y="2272"/>
                  <a:pt x="36012" y="403"/>
                  <a:pt x="46151" y="403"/>
                </a:cubicBezTo>
                <a:close/>
                <a:moveTo>
                  <a:pt x="46184" y="0"/>
                </a:moveTo>
                <a:cubicBezTo>
                  <a:pt x="35995" y="0"/>
                  <a:pt x="25302" y="1873"/>
                  <a:pt x="14376" y="5582"/>
                </a:cubicBezTo>
                <a:cubicBezTo>
                  <a:pt x="10932" y="6749"/>
                  <a:pt x="7309" y="8083"/>
                  <a:pt x="4175" y="10405"/>
                </a:cubicBezTo>
                <a:cubicBezTo>
                  <a:pt x="2845" y="11391"/>
                  <a:pt x="1250" y="12780"/>
                  <a:pt x="720" y="14790"/>
                </a:cubicBezTo>
                <a:cubicBezTo>
                  <a:pt x="0" y="17521"/>
                  <a:pt x="1992" y="19837"/>
                  <a:pt x="2618" y="20484"/>
                </a:cubicBezTo>
                <a:cubicBezTo>
                  <a:pt x="4745" y="22672"/>
                  <a:pt x="7559" y="23326"/>
                  <a:pt x="10464" y="23326"/>
                </a:cubicBezTo>
                <a:cubicBezTo>
                  <a:pt x="12008" y="23326"/>
                  <a:pt x="13578" y="23141"/>
                  <a:pt x="15083" y="22903"/>
                </a:cubicBezTo>
                <a:cubicBezTo>
                  <a:pt x="18599" y="22350"/>
                  <a:pt x="22098" y="21314"/>
                  <a:pt x="25483" y="20314"/>
                </a:cubicBezTo>
                <a:cubicBezTo>
                  <a:pt x="26558" y="19996"/>
                  <a:pt x="27635" y="19678"/>
                  <a:pt x="28713" y="19374"/>
                </a:cubicBezTo>
                <a:cubicBezTo>
                  <a:pt x="31476" y="18595"/>
                  <a:pt x="34392" y="18158"/>
                  <a:pt x="38171" y="17957"/>
                </a:cubicBezTo>
                <a:cubicBezTo>
                  <a:pt x="39992" y="17859"/>
                  <a:pt x="41744" y="17811"/>
                  <a:pt x="43446" y="17811"/>
                </a:cubicBezTo>
                <a:cubicBezTo>
                  <a:pt x="45718" y="17811"/>
                  <a:pt x="47900" y="17898"/>
                  <a:pt x="50034" y="18072"/>
                </a:cubicBezTo>
                <a:cubicBezTo>
                  <a:pt x="54919" y="18471"/>
                  <a:pt x="58869" y="19245"/>
                  <a:pt x="62464" y="20513"/>
                </a:cubicBezTo>
                <a:cubicBezTo>
                  <a:pt x="66629" y="21980"/>
                  <a:pt x="69761" y="23959"/>
                  <a:pt x="72035" y="26564"/>
                </a:cubicBezTo>
                <a:cubicBezTo>
                  <a:pt x="74808" y="29740"/>
                  <a:pt x="76328" y="34562"/>
                  <a:pt x="75907" y="38847"/>
                </a:cubicBezTo>
                <a:lnTo>
                  <a:pt x="75885" y="39069"/>
                </a:lnTo>
                <a:lnTo>
                  <a:pt x="86103" y="39069"/>
                </a:lnTo>
                <a:lnTo>
                  <a:pt x="86083" y="38849"/>
                </a:lnTo>
                <a:cubicBezTo>
                  <a:pt x="85816" y="35827"/>
                  <a:pt x="84685" y="32755"/>
                  <a:pt x="84035" y="31193"/>
                </a:cubicBezTo>
                <a:cubicBezTo>
                  <a:pt x="83194" y="29170"/>
                  <a:pt x="82289" y="27550"/>
                  <a:pt x="81192" y="26094"/>
                </a:cubicBezTo>
                <a:cubicBezTo>
                  <a:pt x="81095" y="25968"/>
                  <a:pt x="80986" y="25829"/>
                  <a:pt x="80868" y="25679"/>
                </a:cubicBezTo>
                <a:cubicBezTo>
                  <a:pt x="80089" y="24692"/>
                  <a:pt x="78913" y="23196"/>
                  <a:pt x="79180" y="21893"/>
                </a:cubicBezTo>
                <a:cubicBezTo>
                  <a:pt x="79280" y="21406"/>
                  <a:pt x="79542" y="21057"/>
                  <a:pt x="79953" y="20860"/>
                </a:cubicBezTo>
                <a:cubicBezTo>
                  <a:pt x="80215" y="20736"/>
                  <a:pt x="80506" y="20684"/>
                  <a:pt x="80793" y="20684"/>
                </a:cubicBezTo>
                <a:cubicBezTo>
                  <a:pt x="81216" y="20684"/>
                  <a:pt x="81630" y="20796"/>
                  <a:pt x="81925" y="20950"/>
                </a:cubicBezTo>
                <a:cubicBezTo>
                  <a:pt x="83388" y="21710"/>
                  <a:pt x="84600" y="23365"/>
                  <a:pt x="85716" y="24991"/>
                </a:cubicBezTo>
                <a:cubicBezTo>
                  <a:pt x="86867" y="26672"/>
                  <a:pt x="87910" y="28506"/>
                  <a:pt x="88919" y="30277"/>
                </a:cubicBezTo>
                <a:cubicBezTo>
                  <a:pt x="90139" y="32421"/>
                  <a:pt x="91401" y="34638"/>
                  <a:pt x="92868" y="36611"/>
                </a:cubicBezTo>
                <a:cubicBezTo>
                  <a:pt x="93440" y="37380"/>
                  <a:pt x="94059" y="38160"/>
                  <a:pt x="94759" y="38996"/>
                </a:cubicBezTo>
                <a:lnTo>
                  <a:pt x="94819" y="39068"/>
                </a:lnTo>
                <a:lnTo>
                  <a:pt x="105303" y="39068"/>
                </a:lnTo>
                <a:cubicBezTo>
                  <a:pt x="107121" y="39068"/>
                  <a:pt x="108627" y="37217"/>
                  <a:pt x="108661" y="34947"/>
                </a:cubicBezTo>
                <a:lnTo>
                  <a:pt x="108663" y="34847"/>
                </a:lnTo>
                <a:lnTo>
                  <a:pt x="108584" y="34784"/>
                </a:lnTo>
                <a:cubicBezTo>
                  <a:pt x="104971" y="31939"/>
                  <a:pt x="101460" y="28897"/>
                  <a:pt x="98502" y="26300"/>
                </a:cubicBezTo>
                <a:cubicBezTo>
                  <a:pt x="96655" y="24675"/>
                  <a:pt x="94790" y="22989"/>
                  <a:pt x="92987" y="21357"/>
                </a:cubicBezTo>
                <a:cubicBezTo>
                  <a:pt x="89168" y="17899"/>
                  <a:pt x="85217" y="14326"/>
                  <a:pt x="81181" y="11127"/>
                </a:cubicBezTo>
                <a:cubicBezTo>
                  <a:pt x="72085" y="3918"/>
                  <a:pt x="60650" y="176"/>
                  <a:pt x="47197" y="6"/>
                </a:cubicBezTo>
                <a:cubicBezTo>
                  <a:pt x="46860" y="2"/>
                  <a:pt x="46522" y="0"/>
                  <a:pt x="461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15"/>
          <p:cNvSpPr/>
          <p:nvPr/>
        </p:nvSpPr>
        <p:spPr>
          <a:xfrm flipH="1" rot="10800000">
            <a:off x="5065015" y="4471289"/>
            <a:ext cx="4355665" cy="807744"/>
          </a:xfrm>
          <a:custGeom>
            <a:rect b="b" l="l" r="r" t="t"/>
            <a:pathLst>
              <a:path extrusionOk="0" h="28164" w="108844">
                <a:moveTo>
                  <a:pt x="105484" y="409"/>
                </a:moveTo>
                <a:cubicBezTo>
                  <a:pt x="107116" y="409"/>
                  <a:pt x="108443" y="2114"/>
                  <a:pt x="108443" y="4208"/>
                </a:cubicBezTo>
                <a:lnTo>
                  <a:pt x="108443" y="9441"/>
                </a:lnTo>
                <a:cubicBezTo>
                  <a:pt x="107791" y="9431"/>
                  <a:pt x="107138" y="9426"/>
                  <a:pt x="106485" y="9426"/>
                </a:cubicBezTo>
                <a:cubicBezTo>
                  <a:pt x="96929" y="9426"/>
                  <a:pt x="87281" y="10461"/>
                  <a:pt x="77432" y="11618"/>
                </a:cubicBezTo>
                <a:lnTo>
                  <a:pt x="74438" y="11967"/>
                </a:lnTo>
                <a:cubicBezTo>
                  <a:pt x="68077" y="12707"/>
                  <a:pt x="61497" y="13471"/>
                  <a:pt x="55052" y="14524"/>
                </a:cubicBezTo>
                <a:cubicBezTo>
                  <a:pt x="50937" y="15196"/>
                  <a:pt x="47239" y="15919"/>
                  <a:pt x="43750" y="16739"/>
                </a:cubicBezTo>
                <a:cubicBezTo>
                  <a:pt x="39671" y="17698"/>
                  <a:pt x="36280" y="18535"/>
                  <a:pt x="32894" y="19868"/>
                </a:cubicBezTo>
                <a:cubicBezTo>
                  <a:pt x="30642" y="20754"/>
                  <a:pt x="28443" y="21986"/>
                  <a:pt x="26315" y="23179"/>
                </a:cubicBezTo>
                <a:cubicBezTo>
                  <a:pt x="22603" y="25262"/>
                  <a:pt x="18761" y="27414"/>
                  <a:pt x="14582" y="27728"/>
                </a:cubicBezTo>
                <a:cubicBezTo>
                  <a:pt x="14284" y="27750"/>
                  <a:pt x="13983" y="27761"/>
                  <a:pt x="13680" y="27761"/>
                </a:cubicBezTo>
                <a:cubicBezTo>
                  <a:pt x="8600" y="27761"/>
                  <a:pt x="3011" y="24606"/>
                  <a:pt x="1265" y="17265"/>
                </a:cubicBezTo>
                <a:cubicBezTo>
                  <a:pt x="424" y="13728"/>
                  <a:pt x="774" y="10998"/>
                  <a:pt x="2304" y="9148"/>
                </a:cubicBezTo>
                <a:cubicBezTo>
                  <a:pt x="3847" y="7282"/>
                  <a:pt x="6123" y="6467"/>
                  <a:pt x="8144" y="5916"/>
                </a:cubicBezTo>
                <a:cubicBezTo>
                  <a:pt x="14663" y="4135"/>
                  <a:pt x="21503" y="4060"/>
                  <a:pt x="27536" y="3991"/>
                </a:cubicBezTo>
                <a:lnTo>
                  <a:pt x="28284" y="3982"/>
                </a:lnTo>
                <a:cubicBezTo>
                  <a:pt x="35338" y="3908"/>
                  <a:pt x="42635" y="3830"/>
                  <a:pt x="49562" y="1411"/>
                </a:cubicBezTo>
                <a:cubicBezTo>
                  <a:pt x="50530" y="1072"/>
                  <a:pt x="51303" y="753"/>
                  <a:pt x="51989" y="409"/>
                </a:cubicBezTo>
                <a:lnTo>
                  <a:pt x="51989" y="410"/>
                </a:lnTo>
                <a:lnTo>
                  <a:pt x="77472" y="410"/>
                </a:lnTo>
                <a:cubicBezTo>
                  <a:pt x="75657" y="1022"/>
                  <a:pt x="73845" y="1526"/>
                  <a:pt x="72138" y="1986"/>
                </a:cubicBezTo>
                <a:cubicBezTo>
                  <a:pt x="71479" y="2162"/>
                  <a:pt x="70816" y="2334"/>
                  <a:pt x="70156" y="2505"/>
                </a:cubicBezTo>
                <a:cubicBezTo>
                  <a:pt x="68329" y="2977"/>
                  <a:pt x="66440" y="3467"/>
                  <a:pt x="64605" y="4082"/>
                </a:cubicBezTo>
                <a:cubicBezTo>
                  <a:pt x="61004" y="5291"/>
                  <a:pt x="57124" y="6040"/>
                  <a:pt x="52740" y="6369"/>
                </a:cubicBezTo>
                <a:cubicBezTo>
                  <a:pt x="49638" y="6602"/>
                  <a:pt x="46418" y="6602"/>
                  <a:pt x="43304" y="6603"/>
                </a:cubicBezTo>
                <a:cubicBezTo>
                  <a:pt x="34965" y="6606"/>
                  <a:pt x="26344" y="6609"/>
                  <a:pt x="18528" y="10955"/>
                </a:cubicBezTo>
                <a:cubicBezTo>
                  <a:pt x="14223" y="13350"/>
                  <a:pt x="12644" y="15910"/>
                  <a:pt x="13835" y="18561"/>
                </a:cubicBezTo>
                <a:cubicBezTo>
                  <a:pt x="14838" y="20791"/>
                  <a:pt x="17057" y="22107"/>
                  <a:pt x="18813" y="22421"/>
                </a:cubicBezTo>
                <a:cubicBezTo>
                  <a:pt x="19239" y="22498"/>
                  <a:pt x="19668" y="22533"/>
                  <a:pt x="20097" y="22533"/>
                </a:cubicBezTo>
                <a:cubicBezTo>
                  <a:pt x="22307" y="22533"/>
                  <a:pt x="24513" y="21604"/>
                  <a:pt x="26433" y="20647"/>
                </a:cubicBezTo>
                <a:cubicBezTo>
                  <a:pt x="27444" y="20142"/>
                  <a:pt x="28451" y="19561"/>
                  <a:pt x="29427" y="18998"/>
                </a:cubicBezTo>
                <a:cubicBezTo>
                  <a:pt x="30955" y="18116"/>
                  <a:pt x="32534" y="17203"/>
                  <a:pt x="34157" y="16576"/>
                </a:cubicBezTo>
                <a:cubicBezTo>
                  <a:pt x="37956" y="15106"/>
                  <a:pt x="41874" y="14247"/>
                  <a:pt x="44864" y="13661"/>
                </a:cubicBezTo>
                <a:cubicBezTo>
                  <a:pt x="49244" y="12804"/>
                  <a:pt x="53720" y="12190"/>
                  <a:pt x="58050" y="11597"/>
                </a:cubicBezTo>
                <a:cubicBezTo>
                  <a:pt x="61146" y="11172"/>
                  <a:pt x="64344" y="10734"/>
                  <a:pt x="67486" y="10209"/>
                </a:cubicBezTo>
                <a:cubicBezTo>
                  <a:pt x="71305" y="9572"/>
                  <a:pt x="74827" y="8898"/>
                  <a:pt x="78252" y="8150"/>
                </a:cubicBezTo>
                <a:cubicBezTo>
                  <a:pt x="80759" y="7602"/>
                  <a:pt x="84017" y="6743"/>
                  <a:pt x="86995" y="4937"/>
                </a:cubicBezTo>
                <a:cubicBezTo>
                  <a:pt x="88677" y="3915"/>
                  <a:pt x="90044" y="2435"/>
                  <a:pt x="91173" y="409"/>
                </a:cubicBezTo>
                <a:close/>
                <a:moveTo>
                  <a:pt x="90934" y="0"/>
                </a:moveTo>
                <a:lnTo>
                  <a:pt x="90877" y="105"/>
                </a:lnTo>
                <a:cubicBezTo>
                  <a:pt x="89755" y="2148"/>
                  <a:pt x="88458" y="3572"/>
                  <a:pt x="86786" y="4587"/>
                </a:cubicBezTo>
                <a:cubicBezTo>
                  <a:pt x="83860" y="6361"/>
                  <a:pt x="80642" y="7209"/>
                  <a:pt x="78166" y="7749"/>
                </a:cubicBezTo>
                <a:cubicBezTo>
                  <a:pt x="74747" y="8496"/>
                  <a:pt x="71232" y="9168"/>
                  <a:pt x="67420" y="9804"/>
                </a:cubicBezTo>
                <a:cubicBezTo>
                  <a:pt x="64284" y="10326"/>
                  <a:pt x="61086" y="10767"/>
                  <a:pt x="57994" y="11189"/>
                </a:cubicBezTo>
                <a:cubicBezTo>
                  <a:pt x="53660" y="11784"/>
                  <a:pt x="49177" y="12398"/>
                  <a:pt x="44787" y="13257"/>
                </a:cubicBezTo>
                <a:cubicBezTo>
                  <a:pt x="41781" y="13846"/>
                  <a:pt x="37840" y="14712"/>
                  <a:pt x="34011" y="16192"/>
                </a:cubicBezTo>
                <a:cubicBezTo>
                  <a:pt x="32361" y="16832"/>
                  <a:pt x="30768" y="17751"/>
                  <a:pt x="29227" y="18641"/>
                </a:cubicBezTo>
                <a:cubicBezTo>
                  <a:pt x="28257" y="19199"/>
                  <a:pt x="27256" y="19778"/>
                  <a:pt x="26252" y="20278"/>
                </a:cubicBezTo>
                <a:cubicBezTo>
                  <a:pt x="24377" y="21213"/>
                  <a:pt x="22228" y="22123"/>
                  <a:pt x="20096" y="22123"/>
                </a:cubicBezTo>
                <a:cubicBezTo>
                  <a:pt x="19691" y="22123"/>
                  <a:pt x="19286" y="22090"/>
                  <a:pt x="18884" y="22019"/>
                </a:cubicBezTo>
                <a:cubicBezTo>
                  <a:pt x="17234" y="21723"/>
                  <a:pt x="15146" y="20485"/>
                  <a:pt x="14203" y="18389"/>
                </a:cubicBezTo>
                <a:cubicBezTo>
                  <a:pt x="13112" y="15962"/>
                  <a:pt x="14633" y="13577"/>
                  <a:pt x="18725" y="11302"/>
                </a:cubicBezTo>
                <a:cubicBezTo>
                  <a:pt x="26450" y="7006"/>
                  <a:pt x="35017" y="7004"/>
                  <a:pt x="43304" y="7002"/>
                </a:cubicBezTo>
                <a:cubicBezTo>
                  <a:pt x="46426" y="7002"/>
                  <a:pt x="49654" y="6999"/>
                  <a:pt x="52770" y="6766"/>
                </a:cubicBezTo>
                <a:cubicBezTo>
                  <a:pt x="57188" y="6433"/>
                  <a:pt x="61100" y="5680"/>
                  <a:pt x="64734" y="4460"/>
                </a:cubicBezTo>
                <a:cubicBezTo>
                  <a:pt x="66555" y="3847"/>
                  <a:pt x="68437" y="3359"/>
                  <a:pt x="70258" y="2889"/>
                </a:cubicBezTo>
                <a:cubicBezTo>
                  <a:pt x="70921" y="2718"/>
                  <a:pt x="71583" y="2546"/>
                  <a:pt x="72244" y="2369"/>
                </a:cubicBezTo>
                <a:cubicBezTo>
                  <a:pt x="74310" y="1815"/>
                  <a:pt x="76526" y="1191"/>
                  <a:pt x="78725" y="393"/>
                </a:cubicBezTo>
                <a:lnTo>
                  <a:pt x="79801" y="3"/>
                </a:lnTo>
                <a:lnTo>
                  <a:pt x="51891" y="3"/>
                </a:lnTo>
                <a:lnTo>
                  <a:pt x="51849" y="25"/>
                </a:lnTo>
                <a:cubicBezTo>
                  <a:pt x="51168" y="369"/>
                  <a:pt x="50398" y="688"/>
                  <a:pt x="49430" y="1026"/>
                </a:cubicBezTo>
                <a:cubicBezTo>
                  <a:pt x="42565" y="3424"/>
                  <a:pt x="35301" y="3502"/>
                  <a:pt x="28279" y="3577"/>
                </a:cubicBezTo>
                <a:lnTo>
                  <a:pt x="27530" y="3587"/>
                </a:lnTo>
                <a:cubicBezTo>
                  <a:pt x="21472" y="3654"/>
                  <a:pt x="14606" y="3731"/>
                  <a:pt x="8035" y="5524"/>
                </a:cubicBezTo>
                <a:cubicBezTo>
                  <a:pt x="5955" y="6091"/>
                  <a:pt x="3608" y="6937"/>
                  <a:pt x="1994" y="8889"/>
                </a:cubicBezTo>
                <a:cubicBezTo>
                  <a:pt x="378" y="10842"/>
                  <a:pt x="1" y="13691"/>
                  <a:pt x="872" y="17356"/>
                </a:cubicBezTo>
                <a:cubicBezTo>
                  <a:pt x="2415" y="23842"/>
                  <a:pt x="7591" y="28164"/>
                  <a:pt x="13647" y="28164"/>
                </a:cubicBezTo>
                <a:cubicBezTo>
                  <a:pt x="13966" y="28164"/>
                  <a:pt x="14287" y="28154"/>
                  <a:pt x="14609" y="28121"/>
                </a:cubicBezTo>
                <a:cubicBezTo>
                  <a:pt x="18878" y="27800"/>
                  <a:pt x="22758" y="25623"/>
                  <a:pt x="26511" y="23520"/>
                </a:cubicBezTo>
                <a:cubicBezTo>
                  <a:pt x="28626" y="22334"/>
                  <a:pt x="30812" y="21108"/>
                  <a:pt x="33038" y="20233"/>
                </a:cubicBezTo>
                <a:cubicBezTo>
                  <a:pt x="36400" y="18911"/>
                  <a:pt x="39775" y="18075"/>
                  <a:pt x="43838" y="17121"/>
                </a:cubicBezTo>
                <a:cubicBezTo>
                  <a:pt x="47319" y="16305"/>
                  <a:pt x="51008" y="15582"/>
                  <a:pt x="55113" y="14912"/>
                </a:cubicBezTo>
                <a:cubicBezTo>
                  <a:pt x="61550" y="13861"/>
                  <a:pt x="68126" y="13097"/>
                  <a:pt x="74484" y="12357"/>
                </a:cubicBezTo>
                <a:lnTo>
                  <a:pt x="77477" y="12010"/>
                </a:lnTo>
                <a:cubicBezTo>
                  <a:pt x="87323" y="10854"/>
                  <a:pt x="96973" y="9822"/>
                  <a:pt x="106514" y="9822"/>
                </a:cubicBezTo>
                <a:cubicBezTo>
                  <a:pt x="107222" y="9822"/>
                  <a:pt x="107930" y="9827"/>
                  <a:pt x="108637" y="9839"/>
                </a:cubicBezTo>
                <a:lnTo>
                  <a:pt x="108843" y="9842"/>
                </a:lnTo>
                <a:lnTo>
                  <a:pt x="108843" y="4203"/>
                </a:lnTo>
                <a:cubicBezTo>
                  <a:pt x="108843" y="1884"/>
                  <a:pt x="107336" y="0"/>
                  <a:pt x="1054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15"/>
          <p:cNvSpPr/>
          <p:nvPr/>
        </p:nvSpPr>
        <p:spPr>
          <a:xfrm>
            <a:off x="1418350" y="362750"/>
            <a:ext cx="6414000" cy="4594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15"/>
          <p:cNvSpPr/>
          <p:nvPr/>
        </p:nvSpPr>
        <p:spPr>
          <a:xfrm>
            <a:off x="1311650" y="271625"/>
            <a:ext cx="6414000" cy="45849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15"/>
          <p:cNvSpPr txBox="1"/>
          <p:nvPr>
            <p:ph type="title"/>
          </p:nvPr>
        </p:nvSpPr>
        <p:spPr>
          <a:xfrm>
            <a:off x="2547000" y="1379525"/>
            <a:ext cx="2568300" cy="2112900"/>
          </a:xfrm>
          <a:prstGeom prst="rect">
            <a:avLst/>
          </a:prstGeom>
        </p:spPr>
        <p:txBody>
          <a:bodyPr anchorCtr="0" anchor="ctr" bIns="91425" lIns="91425" spcFirstLastPara="1" rIns="91425" wrap="square" tIns="91425">
            <a:noAutofit/>
          </a:bodyPr>
          <a:lstStyle>
            <a:lvl1pPr lvl="0" rtl="0" algn="r">
              <a:lnSpc>
                <a:spcPct val="80000"/>
              </a:lnSpc>
              <a:spcBef>
                <a:spcPts val="0"/>
              </a:spcBef>
              <a:spcAft>
                <a:spcPts val="0"/>
              </a:spcAft>
              <a:buSzPts val="3600"/>
              <a:buNone/>
              <a:defRPr sz="7200"/>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p:txBody>
      </p:sp>
      <p:sp>
        <p:nvSpPr>
          <p:cNvPr id="412" name="Google Shape;412;p15"/>
          <p:cNvSpPr txBox="1"/>
          <p:nvPr>
            <p:ph idx="1" type="subTitle"/>
          </p:nvPr>
        </p:nvSpPr>
        <p:spPr>
          <a:xfrm>
            <a:off x="2736038" y="3310975"/>
            <a:ext cx="2379300" cy="605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solidFill>
                  <a:schemeClr val="hlink"/>
                </a:solidFill>
              </a:defRPr>
            </a:lvl1pPr>
            <a:lvl2pPr lvl="1" rtl="0" algn="r">
              <a:lnSpc>
                <a:spcPct val="100000"/>
              </a:lnSpc>
              <a:spcBef>
                <a:spcPts val="1600"/>
              </a:spcBef>
              <a:spcAft>
                <a:spcPts val="0"/>
              </a:spcAft>
              <a:buSzPts val="1400"/>
              <a:buNone/>
              <a:defRPr/>
            </a:lvl2pPr>
            <a:lvl3pPr lvl="2" rtl="0" algn="r">
              <a:lnSpc>
                <a:spcPct val="100000"/>
              </a:lnSpc>
              <a:spcBef>
                <a:spcPts val="1600"/>
              </a:spcBef>
              <a:spcAft>
                <a:spcPts val="0"/>
              </a:spcAft>
              <a:buSzPts val="1400"/>
              <a:buNone/>
              <a:defRPr/>
            </a:lvl3pPr>
            <a:lvl4pPr lvl="3" rtl="0" algn="r">
              <a:lnSpc>
                <a:spcPct val="100000"/>
              </a:lnSpc>
              <a:spcBef>
                <a:spcPts val="1600"/>
              </a:spcBef>
              <a:spcAft>
                <a:spcPts val="0"/>
              </a:spcAft>
              <a:buSzPts val="1400"/>
              <a:buNone/>
              <a:defRPr/>
            </a:lvl4pPr>
            <a:lvl5pPr lvl="4" rtl="0" algn="r">
              <a:lnSpc>
                <a:spcPct val="100000"/>
              </a:lnSpc>
              <a:spcBef>
                <a:spcPts val="1600"/>
              </a:spcBef>
              <a:spcAft>
                <a:spcPts val="0"/>
              </a:spcAft>
              <a:buSzPts val="1400"/>
              <a:buNone/>
              <a:defRPr/>
            </a:lvl5pPr>
            <a:lvl6pPr lvl="5" rtl="0" algn="r">
              <a:lnSpc>
                <a:spcPct val="100000"/>
              </a:lnSpc>
              <a:spcBef>
                <a:spcPts val="1600"/>
              </a:spcBef>
              <a:spcAft>
                <a:spcPts val="0"/>
              </a:spcAft>
              <a:buSzPts val="1400"/>
              <a:buNone/>
              <a:defRPr/>
            </a:lvl6pPr>
            <a:lvl7pPr lvl="6" rtl="0" algn="r">
              <a:lnSpc>
                <a:spcPct val="100000"/>
              </a:lnSpc>
              <a:spcBef>
                <a:spcPts val="1600"/>
              </a:spcBef>
              <a:spcAft>
                <a:spcPts val="0"/>
              </a:spcAft>
              <a:buSzPts val="1400"/>
              <a:buNone/>
              <a:defRPr/>
            </a:lvl7pPr>
            <a:lvl8pPr lvl="7" rtl="0" algn="r">
              <a:lnSpc>
                <a:spcPct val="100000"/>
              </a:lnSpc>
              <a:spcBef>
                <a:spcPts val="1600"/>
              </a:spcBef>
              <a:spcAft>
                <a:spcPts val="0"/>
              </a:spcAft>
              <a:buSzPts val="1400"/>
              <a:buNone/>
              <a:defRPr/>
            </a:lvl8pPr>
            <a:lvl9pPr lvl="8" rtl="0" algn="r">
              <a:lnSpc>
                <a:spcPct val="100000"/>
              </a:lnSpc>
              <a:spcBef>
                <a:spcPts val="1600"/>
              </a:spcBef>
              <a:spcAft>
                <a:spcPts val="1600"/>
              </a:spcAft>
              <a:buSzPts val="1400"/>
              <a:buNone/>
              <a:defRPr/>
            </a:lvl9pPr>
          </a:lstStyle>
          <a:p/>
        </p:txBody>
      </p:sp>
      <p:sp>
        <p:nvSpPr>
          <p:cNvPr id="413" name="Google Shape;413;p15"/>
          <p:cNvSpPr txBox="1"/>
          <p:nvPr>
            <p:ph hasCustomPrompt="1" idx="2" type="title"/>
          </p:nvPr>
        </p:nvSpPr>
        <p:spPr>
          <a:xfrm>
            <a:off x="5512488" y="1960075"/>
            <a:ext cx="10845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b="1" sz="60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solidFill>
          <a:schemeClr val="accent6"/>
        </a:solidFill>
      </p:bgPr>
    </p:bg>
    <p:spTree>
      <p:nvGrpSpPr>
        <p:cNvPr id="414" name="Shape 414"/>
        <p:cNvGrpSpPr/>
        <p:nvPr/>
      </p:nvGrpSpPr>
      <p:grpSpPr>
        <a:xfrm>
          <a:off x="0" y="0"/>
          <a:ext cx="0" cy="0"/>
          <a:chOff x="0" y="0"/>
          <a:chExt cx="0" cy="0"/>
        </a:xfrm>
      </p:grpSpPr>
      <p:grpSp>
        <p:nvGrpSpPr>
          <p:cNvPr id="415" name="Google Shape;415;p16"/>
          <p:cNvGrpSpPr/>
          <p:nvPr/>
        </p:nvGrpSpPr>
        <p:grpSpPr>
          <a:xfrm>
            <a:off x="-97264" y="-111212"/>
            <a:ext cx="9517944" cy="7737118"/>
            <a:chOff x="-97264" y="-111212"/>
            <a:chExt cx="9517944" cy="7737118"/>
          </a:xfrm>
        </p:grpSpPr>
        <p:sp>
          <p:nvSpPr>
            <p:cNvPr id="416" name="Google Shape;416;p16"/>
            <p:cNvSpPr/>
            <p:nvPr/>
          </p:nvSpPr>
          <p:spPr>
            <a:xfrm flipH="1" rot="10800000">
              <a:off x="-89101" y="6162298"/>
              <a:ext cx="3985503" cy="848251"/>
            </a:xfrm>
            <a:custGeom>
              <a:rect b="b" l="l" r="r" t="t"/>
              <a:pathLst>
                <a:path extrusionOk="0" h="21197" w="99594">
                  <a:moveTo>
                    <a:pt x="65021" y="0"/>
                  </a:moveTo>
                  <a:cubicBezTo>
                    <a:pt x="64434" y="0"/>
                    <a:pt x="63848" y="10"/>
                    <a:pt x="63260" y="29"/>
                  </a:cubicBezTo>
                  <a:cubicBezTo>
                    <a:pt x="57732" y="207"/>
                    <a:pt x="52245" y="1096"/>
                    <a:pt x="46816" y="2389"/>
                  </a:cubicBezTo>
                  <a:cubicBezTo>
                    <a:pt x="41611" y="3631"/>
                    <a:pt x="36750" y="6060"/>
                    <a:pt x="31830" y="8475"/>
                  </a:cubicBezTo>
                  <a:cubicBezTo>
                    <a:pt x="27244" y="10725"/>
                    <a:pt x="22624" y="12692"/>
                    <a:pt x="17724" y="13463"/>
                  </a:cubicBezTo>
                  <a:cubicBezTo>
                    <a:pt x="15802" y="13765"/>
                    <a:pt x="13860" y="13942"/>
                    <a:pt x="11920" y="13942"/>
                  </a:cubicBezTo>
                  <a:cubicBezTo>
                    <a:pt x="10234" y="13942"/>
                    <a:pt x="8549" y="13808"/>
                    <a:pt x="6879" y="13505"/>
                  </a:cubicBezTo>
                  <a:cubicBezTo>
                    <a:pt x="4515" y="13077"/>
                    <a:pt x="2162" y="12285"/>
                    <a:pt x="0" y="10984"/>
                  </a:cubicBezTo>
                  <a:lnTo>
                    <a:pt x="0" y="18944"/>
                  </a:lnTo>
                  <a:cubicBezTo>
                    <a:pt x="1762" y="19024"/>
                    <a:pt x="3523" y="19075"/>
                    <a:pt x="5283" y="19075"/>
                  </a:cubicBezTo>
                  <a:cubicBezTo>
                    <a:pt x="9227" y="19075"/>
                    <a:pt x="13162" y="18820"/>
                    <a:pt x="17071" y="18072"/>
                  </a:cubicBezTo>
                  <a:cubicBezTo>
                    <a:pt x="21981" y="17133"/>
                    <a:pt x="26589" y="15270"/>
                    <a:pt x="30996" y="12374"/>
                  </a:cubicBezTo>
                  <a:cubicBezTo>
                    <a:pt x="33739" y="10570"/>
                    <a:pt x="36781" y="9886"/>
                    <a:pt x="39837" y="9886"/>
                  </a:cubicBezTo>
                  <a:cubicBezTo>
                    <a:pt x="40660" y="9886"/>
                    <a:pt x="41484" y="9936"/>
                    <a:pt x="42304" y="10026"/>
                  </a:cubicBezTo>
                  <a:cubicBezTo>
                    <a:pt x="50992" y="10985"/>
                    <a:pt x="59004" y="15789"/>
                    <a:pt x="67420" y="18291"/>
                  </a:cubicBezTo>
                  <a:cubicBezTo>
                    <a:pt x="72853" y="19907"/>
                    <a:pt x="78486" y="20812"/>
                    <a:pt x="84058" y="21107"/>
                  </a:cubicBezTo>
                  <a:cubicBezTo>
                    <a:pt x="85055" y="21160"/>
                    <a:pt x="86060" y="21196"/>
                    <a:pt x="87066" y="21196"/>
                  </a:cubicBezTo>
                  <a:cubicBezTo>
                    <a:pt x="89207" y="21196"/>
                    <a:pt x="91355" y="21031"/>
                    <a:pt x="93446" y="20508"/>
                  </a:cubicBezTo>
                  <a:cubicBezTo>
                    <a:pt x="95522" y="19989"/>
                    <a:pt x="98275" y="18989"/>
                    <a:pt x="98894" y="16049"/>
                  </a:cubicBezTo>
                  <a:cubicBezTo>
                    <a:pt x="99594" y="12721"/>
                    <a:pt x="97265" y="10188"/>
                    <a:pt x="95270" y="8623"/>
                  </a:cubicBezTo>
                  <a:cubicBezTo>
                    <a:pt x="92667" y="6581"/>
                    <a:pt x="89709" y="5268"/>
                    <a:pt x="86790" y="4165"/>
                  </a:cubicBezTo>
                  <a:cubicBezTo>
                    <a:pt x="79711" y="1489"/>
                    <a:pt x="72404" y="0"/>
                    <a:pt x="6502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16"/>
            <p:cNvSpPr/>
            <p:nvPr/>
          </p:nvSpPr>
          <p:spPr>
            <a:xfrm flipH="1" rot="10800000">
              <a:off x="-89221" y="4243086"/>
              <a:ext cx="8386467" cy="1819876"/>
            </a:xfrm>
            <a:custGeom>
              <a:rect b="b" l="l" r="r" t="t"/>
              <a:pathLst>
                <a:path extrusionOk="0" h="45477" w="209570">
                  <a:moveTo>
                    <a:pt x="173399" y="0"/>
                  </a:moveTo>
                  <a:cubicBezTo>
                    <a:pt x="171819" y="0"/>
                    <a:pt x="170239" y="33"/>
                    <a:pt x="168661" y="80"/>
                  </a:cubicBezTo>
                  <a:cubicBezTo>
                    <a:pt x="164324" y="208"/>
                    <a:pt x="160018" y="528"/>
                    <a:pt x="155729" y="1390"/>
                  </a:cubicBezTo>
                  <a:cubicBezTo>
                    <a:pt x="151776" y="2184"/>
                    <a:pt x="147874" y="3386"/>
                    <a:pt x="144099" y="5071"/>
                  </a:cubicBezTo>
                  <a:cubicBezTo>
                    <a:pt x="140139" y="6838"/>
                    <a:pt x="136425" y="9227"/>
                    <a:pt x="132734" y="11745"/>
                  </a:cubicBezTo>
                  <a:cubicBezTo>
                    <a:pt x="125453" y="16714"/>
                    <a:pt x="118372" y="22168"/>
                    <a:pt x="110478" y="25489"/>
                  </a:cubicBezTo>
                  <a:cubicBezTo>
                    <a:pt x="104010" y="28211"/>
                    <a:pt x="97197" y="29287"/>
                    <a:pt x="90399" y="29287"/>
                  </a:cubicBezTo>
                  <a:cubicBezTo>
                    <a:pt x="89168" y="29287"/>
                    <a:pt x="87937" y="29252"/>
                    <a:pt x="86709" y="29185"/>
                  </a:cubicBezTo>
                  <a:cubicBezTo>
                    <a:pt x="70235" y="28285"/>
                    <a:pt x="53959" y="22404"/>
                    <a:pt x="38422" y="15780"/>
                  </a:cubicBezTo>
                  <a:cubicBezTo>
                    <a:pt x="34245" y="13999"/>
                    <a:pt x="30113" y="12729"/>
                    <a:pt x="25697" y="12479"/>
                  </a:cubicBezTo>
                  <a:cubicBezTo>
                    <a:pt x="24449" y="12409"/>
                    <a:pt x="23202" y="12379"/>
                    <a:pt x="21954" y="12379"/>
                  </a:cubicBezTo>
                  <a:cubicBezTo>
                    <a:pt x="18881" y="12379"/>
                    <a:pt x="15809" y="12558"/>
                    <a:pt x="12741" y="12746"/>
                  </a:cubicBezTo>
                  <a:cubicBezTo>
                    <a:pt x="9315" y="12958"/>
                    <a:pt x="5883" y="13109"/>
                    <a:pt x="2471" y="13588"/>
                  </a:cubicBezTo>
                  <a:cubicBezTo>
                    <a:pt x="1651" y="13702"/>
                    <a:pt x="825" y="13831"/>
                    <a:pt x="0" y="13986"/>
                  </a:cubicBezTo>
                  <a:lnTo>
                    <a:pt x="0" y="21931"/>
                  </a:lnTo>
                  <a:cubicBezTo>
                    <a:pt x="3093" y="20622"/>
                    <a:pt x="6277" y="19799"/>
                    <a:pt x="9551" y="19799"/>
                  </a:cubicBezTo>
                  <a:cubicBezTo>
                    <a:pt x="10632" y="19799"/>
                    <a:pt x="11722" y="19889"/>
                    <a:pt x="12823" y="20080"/>
                  </a:cubicBezTo>
                  <a:cubicBezTo>
                    <a:pt x="20488" y="21419"/>
                    <a:pt x="27144" y="26632"/>
                    <a:pt x="33499" y="31891"/>
                  </a:cubicBezTo>
                  <a:cubicBezTo>
                    <a:pt x="45486" y="41811"/>
                    <a:pt x="59912" y="45476"/>
                    <a:pt x="74081" y="45476"/>
                  </a:cubicBezTo>
                  <a:cubicBezTo>
                    <a:pt x="74665" y="45476"/>
                    <a:pt x="75248" y="45470"/>
                    <a:pt x="75831" y="45458"/>
                  </a:cubicBezTo>
                  <a:cubicBezTo>
                    <a:pt x="90804" y="45142"/>
                    <a:pt x="106177" y="41401"/>
                    <a:pt x="119282" y="31968"/>
                  </a:cubicBezTo>
                  <a:cubicBezTo>
                    <a:pt x="125990" y="27139"/>
                    <a:pt x="132221" y="21338"/>
                    <a:pt x="138817" y="16271"/>
                  </a:cubicBezTo>
                  <a:cubicBezTo>
                    <a:pt x="142143" y="13714"/>
                    <a:pt x="145448" y="11379"/>
                    <a:pt x="149316" y="10440"/>
                  </a:cubicBezTo>
                  <a:cubicBezTo>
                    <a:pt x="150812" y="10078"/>
                    <a:pt x="152323" y="9917"/>
                    <a:pt x="153836" y="9917"/>
                  </a:cubicBezTo>
                  <a:cubicBezTo>
                    <a:pt x="155625" y="9917"/>
                    <a:pt x="157416" y="10142"/>
                    <a:pt x="159185" y="10527"/>
                  </a:cubicBezTo>
                  <a:cubicBezTo>
                    <a:pt x="162983" y="11352"/>
                    <a:pt x="166672" y="12839"/>
                    <a:pt x="170334" y="14321"/>
                  </a:cubicBezTo>
                  <a:cubicBezTo>
                    <a:pt x="174482" y="15997"/>
                    <a:pt x="178713" y="17383"/>
                    <a:pt x="182992" y="18407"/>
                  </a:cubicBezTo>
                  <a:cubicBezTo>
                    <a:pt x="186653" y="19282"/>
                    <a:pt x="190426" y="19787"/>
                    <a:pt x="194193" y="19787"/>
                  </a:cubicBezTo>
                  <a:cubicBezTo>
                    <a:pt x="197694" y="19787"/>
                    <a:pt x="201190" y="19351"/>
                    <a:pt x="204587" y="18369"/>
                  </a:cubicBezTo>
                  <a:cubicBezTo>
                    <a:pt x="206831" y="17721"/>
                    <a:pt x="209570" y="16218"/>
                    <a:pt x="208195" y="12736"/>
                  </a:cubicBezTo>
                  <a:cubicBezTo>
                    <a:pt x="207019" y="9759"/>
                    <a:pt x="203809" y="8201"/>
                    <a:pt x="201535" y="7001"/>
                  </a:cubicBezTo>
                  <a:cubicBezTo>
                    <a:pt x="195238" y="3676"/>
                    <a:pt x="188684" y="1200"/>
                    <a:pt x="181872" y="426"/>
                  </a:cubicBezTo>
                  <a:cubicBezTo>
                    <a:pt x="179055" y="106"/>
                    <a:pt x="176227" y="0"/>
                    <a:pt x="173399"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16"/>
            <p:cNvSpPr/>
            <p:nvPr/>
          </p:nvSpPr>
          <p:spPr>
            <a:xfrm flipH="1" rot="10800000">
              <a:off x="-89101" y="4643126"/>
              <a:ext cx="819678" cy="314658"/>
            </a:xfrm>
            <a:custGeom>
              <a:rect b="b" l="l" r="r" t="t"/>
              <a:pathLst>
                <a:path extrusionOk="0" h="7863" w="20483">
                  <a:moveTo>
                    <a:pt x="10679" y="1"/>
                  </a:moveTo>
                  <a:cubicBezTo>
                    <a:pt x="7200" y="1"/>
                    <a:pt x="3530" y="930"/>
                    <a:pt x="0" y="1036"/>
                  </a:cubicBezTo>
                  <a:lnTo>
                    <a:pt x="0" y="7210"/>
                  </a:lnTo>
                  <a:cubicBezTo>
                    <a:pt x="73" y="7210"/>
                    <a:pt x="146" y="7210"/>
                    <a:pt x="218" y="7210"/>
                  </a:cubicBezTo>
                  <a:cubicBezTo>
                    <a:pt x="2966" y="7210"/>
                    <a:pt x="5723" y="7366"/>
                    <a:pt x="8473" y="7532"/>
                  </a:cubicBezTo>
                  <a:cubicBezTo>
                    <a:pt x="10471" y="7652"/>
                    <a:pt x="12481" y="7858"/>
                    <a:pt x="14482" y="7862"/>
                  </a:cubicBezTo>
                  <a:cubicBezTo>
                    <a:pt x="14579" y="7862"/>
                    <a:pt x="14677" y="7863"/>
                    <a:pt x="14776" y="7863"/>
                  </a:cubicBezTo>
                  <a:cubicBezTo>
                    <a:pt x="16107" y="7863"/>
                    <a:pt x="17589" y="7805"/>
                    <a:pt x="18794" y="7093"/>
                  </a:cubicBezTo>
                  <a:cubicBezTo>
                    <a:pt x="20483" y="6096"/>
                    <a:pt x="19330" y="4228"/>
                    <a:pt x="18366" y="3075"/>
                  </a:cubicBezTo>
                  <a:cubicBezTo>
                    <a:pt x="16959" y="1395"/>
                    <a:pt x="15150" y="529"/>
                    <a:pt x="13253" y="203"/>
                  </a:cubicBezTo>
                  <a:cubicBezTo>
                    <a:pt x="12410" y="59"/>
                    <a:pt x="11551" y="1"/>
                    <a:pt x="10679"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16"/>
            <p:cNvSpPr/>
            <p:nvPr/>
          </p:nvSpPr>
          <p:spPr>
            <a:xfrm flipH="1" rot="10800000">
              <a:off x="-89101" y="3286257"/>
              <a:ext cx="9361694" cy="2012360"/>
            </a:xfrm>
            <a:custGeom>
              <a:rect b="b" l="l" r="r" t="t"/>
              <a:pathLst>
                <a:path extrusionOk="0" h="50287" w="233940">
                  <a:moveTo>
                    <a:pt x="233940" y="0"/>
                  </a:moveTo>
                  <a:cubicBezTo>
                    <a:pt x="230479" y="1532"/>
                    <a:pt x="227264" y="3838"/>
                    <a:pt x="224035" y="6016"/>
                  </a:cubicBezTo>
                  <a:cubicBezTo>
                    <a:pt x="219999" y="8735"/>
                    <a:pt x="215918" y="11195"/>
                    <a:pt x="211510" y="12795"/>
                  </a:cubicBezTo>
                  <a:cubicBezTo>
                    <a:pt x="205977" y="14804"/>
                    <a:pt x="200252" y="15619"/>
                    <a:pt x="194517" y="15619"/>
                  </a:cubicBezTo>
                  <a:cubicBezTo>
                    <a:pt x="191019" y="15619"/>
                    <a:pt x="187518" y="15316"/>
                    <a:pt x="184053" y="14796"/>
                  </a:cubicBezTo>
                  <a:cubicBezTo>
                    <a:pt x="174879" y="13417"/>
                    <a:pt x="165892" y="10575"/>
                    <a:pt x="156983" y="7553"/>
                  </a:cubicBezTo>
                  <a:cubicBezTo>
                    <a:pt x="154186" y="6603"/>
                    <a:pt x="151295" y="5923"/>
                    <a:pt x="148402" y="5923"/>
                  </a:cubicBezTo>
                  <a:cubicBezTo>
                    <a:pt x="147105" y="5923"/>
                    <a:pt x="145807" y="6060"/>
                    <a:pt x="144518" y="6370"/>
                  </a:cubicBezTo>
                  <a:cubicBezTo>
                    <a:pt x="141010" y="7213"/>
                    <a:pt x="137841" y="9316"/>
                    <a:pt x="134862" y="11732"/>
                  </a:cubicBezTo>
                  <a:cubicBezTo>
                    <a:pt x="131415" y="14529"/>
                    <a:pt x="128149" y="17665"/>
                    <a:pt x="124700" y="20457"/>
                  </a:cubicBezTo>
                  <a:cubicBezTo>
                    <a:pt x="120681" y="23709"/>
                    <a:pt x="116461" y="26565"/>
                    <a:pt x="112085" y="28971"/>
                  </a:cubicBezTo>
                  <a:cubicBezTo>
                    <a:pt x="103869" y="33488"/>
                    <a:pt x="95132" y="36387"/>
                    <a:pt x="86236" y="37674"/>
                  </a:cubicBezTo>
                  <a:cubicBezTo>
                    <a:pt x="82434" y="38224"/>
                    <a:pt x="78620" y="38471"/>
                    <a:pt x="74803" y="38471"/>
                  </a:cubicBezTo>
                  <a:cubicBezTo>
                    <a:pt x="58405" y="38471"/>
                    <a:pt x="41951" y="33908"/>
                    <a:pt x="26125" y="29171"/>
                  </a:cubicBezTo>
                  <a:cubicBezTo>
                    <a:pt x="17408" y="26561"/>
                    <a:pt x="8732" y="23693"/>
                    <a:pt x="0" y="21148"/>
                  </a:cubicBezTo>
                  <a:lnTo>
                    <a:pt x="0" y="30371"/>
                  </a:lnTo>
                  <a:cubicBezTo>
                    <a:pt x="3472" y="33108"/>
                    <a:pt x="7489" y="35009"/>
                    <a:pt x="11115" y="36595"/>
                  </a:cubicBezTo>
                  <a:cubicBezTo>
                    <a:pt x="17532" y="39404"/>
                    <a:pt x="24220" y="41608"/>
                    <a:pt x="30929" y="42938"/>
                  </a:cubicBezTo>
                  <a:cubicBezTo>
                    <a:pt x="38228" y="44386"/>
                    <a:pt x="45630" y="44923"/>
                    <a:pt x="53022" y="44923"/>
                  </a:cubicBezTo>
                  <a:cubicBezTo>
                    <a:pt x="55748" y="44923"/>
                    <a:pt x="58473" y="44850"/>
                    <a:pt x="61191" y="44723"/>
                  </a:cubicBezTo>
                  <a:cubicBezTo>
                    <a:pt x="71533" y="44237"/>
                    <a:pt x="81978" y="43258"/>
                    <a:pt x="92233" y="41498"/>
                  </a:cubicBezTo>
                  <a:cubicBezTo>
                    <a:pt x="102742" y="39694"/>
                    <a:pt x="112661" y="35767"/>
                    <a:pt x="122701" y="31597"/>
                  </a:cubicBezTo>
                  <a:cubicBezTo>
                    <a:pt x="132437" y="27557"/>
                    <a:pt x="142206" y="24207"/>
                    <a:pt x="152521" y="24092"/>
                  </a:cubicBezTo>
                  <a:cubicBezTo>
                    <a:pt x="152754" y="24089"/>
                    <a:pt x="152988" y="24088"/>
                    <a:pt x="153222" y="24088"/>
                  </a:cubicBezTo>
                  <a:cubicBezTo>
                    <a:pt x="163194" y="24088"/>
                    <a:pt x="173100" y="26520"/>
                    <a:pt x="182555" y="30450"/>
                  </a:cubicBezTo>
                  <a:cubicBezTo>
                    <a:pt x="187610" y="32550"/>
                    <a:pt x="192565" y="35025"/>
                    <a:pt x="197604" y="37193"/>
                  </a:cubicBezTo>
                  <a:cubicBezTo>
                    <a:pt x="202625" y="39352"/>
                    <a:pt x="207681" y="41382"/>
                    <a:pt x="212770" y="43265"/>
                  </a:cubicBezTo>
                  <a:cubicBezTo>
                    <a:pt x="219747" y="45846"/>
                    <a:pt x="226825" y="48256"/>
                    <a:pt x="233940" y="50286"/>
                  </a:cubicBezTo>
                  <a:lnTo>
                    <a:pt x="233940" y="34729"/>
                  </a:lnTo>
                  <a:cubicBezTo>
                    <a:pt x="233339" y="34539"/>
                    <a:pt x="232731" y="34368"/>
                    <a:pt x="232112" y="34224"/>
                  </a:cubicBezTo>
                  <a:cubicBezTo>
                    <a:pt x="229270" y="33551"/>
                    <a:pt x="226381" y="33250"/>
                    <a:pt x="223499" y="32996"/>
                  </a:cubicBezTo>
                  <a:cubicBezTo>
                    <a:pt x="219753" y="32668"/>
                    <a:pt x="216005" y="32333"/>
                    <a:pt x="212261" y="31960"/>
                  </a:cubicBezTo>
                  <a:cubicBezTo>
                    <a:pt x="208072" y="31543"/>
                    <a:pt x="203886" y="31089"/>
                    <a:pt x="199705" y="30539"/>
                  </a:cubicBezTo>
                  <a:cubicBezTo>
                    <a:pt x="195713" y="30014"/>
                    <a:pt x="191661" y="29550"/>
                    <a:pt x="187710" y="28635"/>
                  </a:cubicBezTo>
                  <a:cubicBezTo>
                    <a:pt x="184185" y="27821"/>
                    <a:pt x="180587" y="27222"/>
                    <a:pt x="177204" y="25665"/>
                  </a:cubicBezTo>
                  <a:cubicBezTo>
                    <a:pt x="175719" y="24980"/>
                    <a:pt x="173996" y="24080"/>
                    <a:pt x="173054" y="22380"/>
                  </a:cubicBezTo>
                  <a:cubicBezTo>
                    <a:pt x="172381" y="21164"/>
                    <a:pt x="172300" y="19467"/>
                    <a:pt x="173266" y="18466"/>
                  </a:cubicBezTo>
                  <a:cubicBezTo>
                    <a:pt x="174400" y="17293"/>
                    <a:pt x="176205" y="17248"/>
                    <a:pt x="177591" y="17230"/>
                  </a:cubicBezTo>
                  <a:cubicBezTo>
                    <a:pt x="177667" y="17230"/>
                    <a:pt x="177743" y="17229"/>
                    <a:pt x="177820" y="17229"/>
                  </a:cubicBezTo>
                  <a:cubicBezTo>
                    <a:pt x="179957" y="17229"/>
                    <a:pt x="182098" y="17572"/>
                    <a:pt x="184206" y="17983"/>
                  </a:cubicBezTo>
                  <a:cubicBezTo>
                    <a:pt x="186167" y="18365"/>
                    <a:pt x="188113" y="18845"/>
                    <a:pt x="190056" y="19342"/>
                  </a:cubicBezTo>
                  <a:cubicBezTo>
                    <a:pt x="192155" y="19880"/>
                    <a:pt x="194290" y="20178"/>
                    <a:pt x="196416" y="20482"/>
                  </a:cubicBezTo>
                  <a:cubicBezTo>
                    <a:pt x="200378" y="21047"/>
                    <a:pt x="204372" y="21430"/>
                    <a:pt x="208364" y="21430"/>
                  </a:cubicBezTo>
                  <a:cubicBezTo>
                    <a:pt x="209889" y="21430"/>
                    <a:pt x="211413" y="21374"/>
                    <a:pt x="212936" y="21251"/>
                  </a:cubicBezTo>
                  <a:cubicBezTo>
                    <a:pt x="218320" y="20818"/>
                    <a:pt x="223791" y="19532"/>
                    <a:pt x="228641" y="16425"/>
                  </a:cubicBezTo>
                  <a:cubicBezTo>
                    <a:pt x="230586" y="15179"/>
                    <a:pt x="232358" y="13636"/>
                    <a:pt x="233940" y="11842"/>
                  </a:cubicBezTo>
                  <a:lnTo>
                    <a:pt x="233940" y="0"/>
                  </a:ln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16"/>
            <p:cNvSpPr/>
            <p:nvPr/>
          </p:nvSpPr>
          <p:spPr>
            <a:xfrm flipH="1" rot="10800000">
              <a:off x="-88861" y="2867214"/>
              <a:ext cx="5153814" cy="1015564"/>
            </a:xfrm>
            <a:custGeom>
              <a:rect b="b" l="l" r="r" t="t"/>
              <a:pathLst>
                <a:path extrusionOk="0" h="25378" w="128789">
                  <a:moveTo>
                    <a:pt x="125460" y="1"/>
                  </a:moveTo>
                  <a:cubicBezTo>
                    <a:pt x="124112" y="1"/>
                    <a:pt x="122755" y="233"/>
                    <a:pt x="121432" y="495"/>
                  </a:cubicBezTo>
                  <a:cubicBezTo>
                    <a:pt x="117708" y="1235"/>
                    <a:pt x="114038" y="2428"/>
                    <a:pt x="110408" y="3702"/>
                  </a:cubicBezTo>
                  <a:cubicBezTo>
                    <a:pt x="101528" y="6816"/>
                    <a:pt x="92732" y="10293"/>
                    <a:pt x="83787" y="13112"/>
                  </a:cubicBezTo>
                  <a:cubicBezTo>
                    <a:pt x="72182" y="16772"/>
                    <a:pt x="60329" y="19483"/>
                    <a:pt x="48340" y="19746"/>
                  </a:cubicBezTo>
                  <a:cubicBezTo>
                    <a:pt x="47589" y="19762"/>
                    <a:pt x="46838" y="19771"/>
                    <a:pt x="46087" y="19771"/>
                  </a:cubicBezTo>
                  <a:cubicBezTo>
                    <a:pt x="36277" y="19771"/>
                    <a:pt x="26528" y="18319"/>
                    <a:pt x="17277" y="13958"/>
                  </a:cubicBezTo>
                  <a:cubicBezTo>
                    <a:pt x="14817" y="12796"/>
                    <a:pt x="12434" y="11433"/>
                    <a:pt x="10052" y="10038"/>
                  </a:cubicBezTo>
                  <a:cubicBezTo>
                    <a:pt x="7467" y="8528"/>
                    <a:pt x="4765" y="7378"/>
                    <a:pt x="2106" y="6103"/>
                  </a:cubicBezTo>
                  <a:cubicBezTo>
                    <a:pt x="1402" y="5766"/>
                    <a:pt x="699" y="5418"/>
                    <a:pt x="0" y="5056"/>
                  </a:cubicBezTo>
                  <a:lnTo>
                    <a:pt x="0" y="11211"/>
                  </a:lnTo>
                  <a:cubicBezTo>
                    <a:pt x="4701" y="13100"/>
                    <a:pt x="9362" y="15161"/>
                    <a:pt x="14041" y="17090"/>
                  </a:cubicBezTo>
                  <a:cubicBezTo>
                    <a:pt x="16400" y="18063"/>
                    <a:pt x="18775" y="19117"/>
                    <a:pt x="21195" y="19846"/>
                  </a:cubicBezTo>
                  <a:cubicBezTo>
                    <a:pt x="23656" y="20587"/>
                    <a:pt x="26170" y="20896"/>
                    <a:pt x="28695" y="21030"/>
                  </a:cubicBezTo>
                  <a:cubicBezTo>
                    <a:pt x="33506" y="21285"/>
                    <a:pt x="38258" y="21488"/>
                    <a:pt x="43036" y="22348"/>
                  </a:cubicBezTo>
                  <a:cubicBezTo>
                    <a:pt x="47992" y="23241"/>
                    <a:pt x="52914" y="24461"/>
                    <a:pt x="57900" y="25055"/>
                  </a:cubicBezTo>
                  <a:cubicBezTo>
                    <a:pt x="59669" y="25266"/>
                    <a:pt x="61430" y="25377"/>
                    <a:pt x="63185" y="25377"/>
                  </a:cubicBezTo>
                  <a:cubicBezTo>
                    <a:pt x="66528" y="25377"/>
                    <a:pt x="69851" y="24974"/>
                    <a:pt x="73168" y="24091"/>
                  </a:cubicBezTo>
                  <a:cubicBezTo>
                    <a:pt x="82572" y="21585"/>
                    <a:pt x="91311" y="16379"/>
                    <a:pt x="100290" y="12209"/>
                  </a:cubicBezTo>
                  <a:cubicBezTo>
                    <a:pt x="102551" y="11159"/>
                    <a:pt x="104832" y="10174"/>
                    <a:pt x="107142" y="9317"/>
                  </a:cubicBezTo>
                  <a:cubicBezTo>
                    <a:pt x="109515" y="8437"/>
                    <a:pt x="111919" y="7831"/>
                    <a:pt x="114326" y="7132"/>
                  </a:cubicBezTo>
                  <a:cubicBezTo>
                    <a:pt x="119263" y="5699"/>
                    <a:pt x="123997" y="3389"/>
                    <a:pt x="128789" y="1350"/>
                  </a:cubicBezTo>
                  <a:cubicBezTo>
                    <a:pt x="128436" y="255"/>
                    <a:pt x="127130" y="101"/>
                    <a:pt x="126329" y="35"/>
                  </a:cubicBezTo>
                  <a:cubicBezTo>
                    <a:pt x="126040" y="12"/>
                    <a:pt x="125750" y="1"/>
                    <a:pt x="125460"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16"/>
            <p:cNvSpPr/>
            <p:nvPr/>
          </p:nvSpPr>
          <p:spPr>
            <a:xfrm flipH="1" rot="10800000">
              <a:off x="-89101" y="1457331"/>
              <a:ext cx="949935" cy="459281"/>
            </a:xfrm>
            <a:custGeom>
              <a:rect b="b" l="l" r="r" t="t"/>
              <a:pathLst>
                <a:path extrusionOk="0" h="11477" w="23738">
                  <a:moveTo>
                    <a:pt x="0" y="0"/>
                  </a:moveTo>
                  <a:lnTo>
                    <a:pt x="0" y="7277"/>
                  </a:lnTo>
                  <a:cubicBezTo>
                    <a:pt x="3475" y="8436"/>
                    <a:pt x="6937" y="9675"/>
                    <a:pt x="10474" y="10467"/>
                  </a:cubicBezTo>
                  <a:cubicBezTo>
                    <a:pt x="12599" y="10942"/>
                    <a:pt x="14945" y="11477"/>
                    <a:pt x="17230" y="11477"/>
                  </a:cubicBezTo>
                  <a:cubicBezTo>
                    <a:pt x="18607" y="11477"/>
                    <a:pt x="19963" y="11282"/>
                    <a:pt x="21233" y="10762"/>
                  </a:cubicBezTo>
                  <a:cubicBezTo>
                    <a:pt x="22964" y="10052"/>
                    <a:pt x="23737" y="8373"/>
                    <a:pt x="22783" y="6233"/>
                  </a:cubicBezTo>
                  <a:cubicBezTo>
                    <a:pt x="21854" y="4148"/>
                    <a:pt x="19780" y="3350"/>
                    <a:pt x="18049" y="2892"/>
                  </a:cubicBezTo>
                  <a:cubicBezTo>
                    <a:pt x="14044" y="1834"/>
                    <a:pt x="9964" y="2398"/>
                    <a:pt x="5923" y="1958"/>
                  </a:cubicBezTo>
                  <a:cubicBezTo>
                    <a:pt x="3848" y="1734"/>
                    <a:pt x="1868" y="1036"/>
                    <a:pt x="0"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16"/>
            <p:cNvSpPr/>
            <p:nvPr/>
          </p:nvSpPr>
          <p:spPr>
            <a:xfrm flipH="1" rot="10800000">
              <a:off x="-89101" y="1339902"/>
              <a:ext cx="9361814" cy="2217890"/>
            </a:xfrm>
            <a:custGeom>
              <a:rect b="b" l="l" r="r" t="t"/>
              <a:pathLst>
                <a:path extrusionOk="0" h="55423" w="233943">
                  <a:moveTo>
                    <a:pt x="144772" y="1"/>
                  </a:moveTo>
                  <a:cubicBezTo>
                    <a:pt x="142102" y="1"/>
                    <a:pt x="139431" y="96"/>
                    <a:pt x="136766" y="286"/>
                  </a:cubicBezTo>
                  <a:cubicBezTo>
                    <a:pt x="128012" y="909"/>
                    <a:pt x="119276" y="2552"/>
                    <a:pt x="110812" y="5489"/>
                  </a:cubicBezTo>
                  <a:cubicBezTo>
                    <a:pt x="106624" y="6944"/>
                    <a:pt x="102575" y="8874"/>
                    <a:pt x="98468" y="10653"/>
                  </a:cubicBezTo>
                  <a:cubicBezTo>
                    <a:pt x="93953" y="12609"/>
                    <a:pt x="89399" y="14424"/>
                    <a:pt x="84794" y="16010"/>
                  </a:cubicBezTo>
                  <a:cubicBezTo>
                    <a:pt x="74251" y="19642"/>
                    <a:pt x="63428" y="21981"/>
                    <a:pt x="52620" y="21981"/>
                  </a:cubicBezTo>
                  <a:cubicBezTo>
                    <a:pt x="45059" y="21981"/>
                    <a:pt x="37505" y="20836"/>
                    <a:pt x="30059" y="18189"/>
                  </a:cubicBezTo>
                  <a:cubicBezTo>
                    <a:pt x="25579" y="16596"/>
                    <a:pt x="21178" y="14667"/>
                    <a:pt x="16828" y="12578"/>
                  </a:cubicBezTo>
                  <a:cubicBezTo>
                    <a:pt x="12514" y="10509"/>
                    <a:pt x="8272" y="8266"/>
                    <a:pt x="3815" y="6712"/>
                  </a:cubicBezTo>
                  <a:cubicBezTo>
                    <a:pt x="2549" y="6272"/>
                    <a:pt x="1276" y="5888"/>
                    <a:pt x="0" y="5548"/>
                  </a:cubicBezTo>
                  <a:lnTo>
                    <a:pt x="0" y="23614"/>
                  </a:lnTo>
                  <a:cubicBezTo>
                    <a:pt x="12657" y="29572"/>
                    <a:pt x="26166" y="33013"/>
                    <a:pt x="39600" y="33024"/>
                  </a:cubicBezTo>
                  <a:cubicBezTo>
                    <a:pt x="39625" y="33024"/>
                    <a:pt x="39649" y="33024"/>
                    <a:pt x="39674" y="33024"/>
                  </a:cubicBezTo>
                  <a:cubicBezTo>
                    <a:pt x="43920" y="33024"/>
                    <a:pt x="48167" y="32654"/>
                    <a:pt x="52367" y="31843"/>
                  </a:cubicBezTo>
                  <a:cubicBezTo>
                    <a:pt x="54553" y="31420"/>
                    <a:pt x="56709" y="30737"/>
                    <a:pt x="58881" y="30217"/>
                  </a:cubicBezTo>
                  <a:cubicBezTo>
                    <a:pt x="61539" y="29579"/>
                    <a:pt x="64252" y="29008"/>
                    <a:pt x="66965" y="29005"/>
                  </a:cubicBezTo>
                  <a:cubicBezTo>
                    <a:pt x="66982" y="29005"/>
                    <a:pt x="66999" y="29005"/>
                    <a:pt x="67017" y="29005"/>
                  </a:cubicBezTo>
                  <a:cubicBezTo>
                    <a:pt x="68762" y="29005"/>
                    <a:pt x="71102" y="29156"/>
                    <a:pt x="72309" y="31005"/>
                  </a:cubicBezTo>
                  <a:cubicBezTo>
                    <a:pt x="73261" y="32464"/>
                    <a:pt x="73035" y="34779"/>
                    <a:pt x="72433" y="36381"/>
                  </a:cubicBezTo>
                  <a:cubicBezTo>
                    <a:pt x="71760" y="38175"/>
                    <a:pt x="70452" y="39418"/>
                    <a:pt x="69067" y="40261"/>
                  </a:cubicBezTo>
                  <a:cubicBezTo>
                    <a:pt x="65139" y="42655"/>
                    <a:pt x="60371" y="42850"/>
                    <a:pt x="56096" y="42852"/>
                  </a:cubicBezTo>
                  <a:cubicBezTo>
                    <a:pt x="56089" y="42852"/>
                    <a:pt x="56082" y="42852"/>
                    <a:pt x="56075" y="42852"/>
                  </a:cubicBezTo>
                  <a:cubicBezTo>
                    <a:pt x="46902" y="42852"/>
                    <a:pt x="37792" y="41022"/>
                    <a:pt x="28834" y="38660"/>
                  </a:cubicBezTo>
                  <a:cubicBezTo>
                    <a:pt x="19225" y="36125"/>
                    <a:pt x="9684" y="33151"/>
                    <a:pt x="0" y="31087"/>
                  </a:cubicBezTo>
                  <a:lnTo>
                    <a:pt x="0" y="40459"/>
                  </a:lnTo>
                  <a:cubicBezTo>
                    <a:pt x="415" y="40687"/>
                    <a:pt x="838" y="40900"/>
                    <a:pt x="1269" y="41094"/>
                  </a:cubicBezTo>
                  <a:cubicBezTo>
                    <a:pt x="3834" y="42246"/>
                    <a:pt x="6360" y="42550"/>
                    <a:pt x="9049" y="42595"/>
                  </a:cubicBezTo>
                  <a:cubicBezTo>
                    <a:pt x="11321" y="42632"/>
                    <a:pt x="13601" y="42650"/>
                    <a:pt x="15862" y="42966"/>
                  </a:cubicBezTo>
                  <a:cubicBezTo>
                    <a:pt x="17766" y="43232"/>
                    <a:pt x="19811" y="43645"/>
                    <a:pt x="21476" y="44925"/>
                  </a:cubicBezTo>
                  <a:cubicBezTo>
                    <a:pt x="22689" y="45858"/>
                    <a:pt x="23822" y="47631"/>
                    <a:pt x="23620" y="49546"/>
                  </a:cubicBezTo>
                  <a:cubicBezTo>
                    <a:pt x="23450" y="51198"/>
                    <a:pt x="22153" y="51995"/>
                    <a:pt x="21013" y="52388"/>
                  </a:cubicBezTo>
                  <a:cubicBezTo>
                    <a:pt x="19769" y="52816"/>
                    <a:pt x="18468" y="52983"/>
                    <a:pt x="17149" y="52983"/>
                  </a:cubicBezTo>
                  <a:cubicBezTo>
                    <a:pt x="14678" y="52983"/>
                    <a:pt x="12147" y="52396"/>
                    <a:pt x="9822" y="51845"/>
                  </a:cubicBezTo>
                  <a:cubicBezTo>
                    <a:pt x="6510" y="51059"/>
                    <a:pt x="3259" y="49899"/>
                    <a:pt x="0" y="48810"/>
                  </a:cubicBezTo>
                  <a:lnTo>
                    <a:pt x="0" y="54602"/>
                  </a:lnTo>
                  <a:cubicBezTo>
                    <a:pt x="5036" y="55007"/>
                    <a:pt x="10079" y="55225"/>
                    <a:pt x="15119" y="55348"/>
                  </a:cubicBezTo>
                  <a:cubicBezTo>
                    <a:pt x="17082" y="55396"/>
                    <a:pt x="19048" y="55423"/>
                    <a:pt x="21015" y="55423"/>
                  </a:cubicBezTo>
                  <a:cubicBezTo>
                    <a:pt x="29997" y="55423"/>
                    <a:pt x="38994" y="54866"/>
                    <a:pt x="47880" y="53219"/>
                  </a:cubicBezTo>
                  <a:cubicBezTo>
                    <a:pt x="52943" y="52282"/>
                    <a:pt x="58028" y="51048"/>
                    <a:pt x="62912" y="49101"/>
                  </a:cubicBezTo>
                  <a:cubicBezTo>
                    <a:pt x="67581" y="47240"/>
                    <a:pt x="72025" y="44594"/>
                    <a:pt x="76326" y="41657"/>
                  </a:cubicBezTo>
                  <a:cubicBezTo>
                    <a:pt x="84683" y="35949"/>
                    <a:pt x="92557" y="29085"/>
                    <a:pt x="101261" y="24207"/>
                  </a:cubicBezTo>
                  <a:cubicBezTo>
                    <a:pt x="110109" y="19249"/>
                    <a:pt x="119692" y="17446"/>
                    <a:pt x="129288" y="16670"/>
                  </a:cubicBezTo>
                  <a:cubicBezTo>
                    <a:pt x="132649" y="16399"/>
                    <a:pt x="136013" y="16271"/>
                    <a:pt x="139377" y="16271"/>
                  </a:cubicBezTo>
                  <a:cubicBezTo>
                    <a:pt x="157478" y="16271"/>
                    <a:pt x="175585" y="19963"/>
                    <a:pt x="193212" y="24804"/>
                  </a:cubicBezTo>
                  <a:cubicBezTo>
                    <a:pt x="203630" y="27665"/>
                    <a:pt x="214279" y="30372"/>
                    <a:pt x="224304" y="35040"/>
                  </a:cubicBezTo>
                  <a:cubicBezTo>
                    <a:pt x="227597" y="36575"/>
                    <a:pt x="230795" y="38437"/>
                    <a:pt x="233942" y="40411"/>
                  </a:cubicBezTo>
                  <a:lnTo>
                    <a:pt x="233942" y="31703"/>
                  </a:lnTo>
                  <a:cubicBezTo>
                    <a:pt x="228231" y="27859"/>
                    <a:pt x="222155" y="24807"/>
                    <a:pt x="216214" y="21705"/>
                  </a:cubicBezTo>
                  <a:cubicBezTo>
                    <a:pt x="207456" y="17134"/>
                    <a:pt x="198525" y="13002"/>
                    <a:pt x="189487" y="9410"/>
                  </a:cubicBezTo>
                  <a:cubicBezTo>
                    <a:pt x="180687" y="5912"/>
                    <a:pt x="171778" y="2926"/>
                    <a:pt x="162615" y="1437"/>
                  </a:cubicBezTo>
                  <a:cubicBezTo>
                    <a:pt x="156702" y="476"/>
                    <a:pt x="150736" y="1"/>
                    <a:pt x="144772"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16"/>
            <p:cNvSpPr/>
            <p:nvPr/>
          </p:nvSpPr>
          <p:spPr>
            <a:xfrm flipH="1" rot="10800000">
              <a:off x="4312517" y="466828"/>
              <a:ext cx="4960169" cy="2176352"/>
            </a:xfrm>
            <a:custGeom>
              <a:rect b="b" l="l" r="r" t="t"/>
              <a:pathLst>
                <a:path extrusionOk="0" h="54385" w="123950">
                  <a:moveTo>
                    <a:pt x="25687" y="0"/>
                  </a:moveTo>
                  <a:cubicBezTo>
                    <a:pt x="25613" y="0"/>
                    <a:pt x="25540" y="0"/>
                    <a:pt x="25467" y="0"/>
                  </a:cubicBezTo>
                  <a:cubicBezTo>
                    <a:pt x="22189" y="8"/>
                    <a:pt x="18895" y="286"/>
                    <a:pt x="15653" y="893"/>
                  </a:cubicBezTo>
                  <a:cubicBezTo>
                    <a:pt x="12106" y="1558"/>
                    <a:pt x="8455" y="2579"/>
                    <a:pt x="5276" y="4757"/>
                  </a:cubicBezTo>
                  <a:cubicBezTo>
                    <a:pt x="2358" y="6754"/>
                    <a:pt x="1" y="10011"/>
                    <a:pt x="133" y="14446"/>
                  </a:cubicBezTo>
                  <a:cubicBezTo>
                    <a:pt x="289" y="19675"/>
                    <a:pt x="3866" y="23250"/>
                    <a:pt x="7286" y="25363"/>
                  </a:cubicBezTo>
                  <a:cubicBezTo>
                    <a:pt x="11223" y="27796"/>
                    <a:pt x="15408" y="28684"/>
                    <a:pt x="19651" y="28684"/>
                  </a:cubicBezTo>
                  <a:cubicBezTo>
                    <a:pt x="25154" y="28684"/>
                    <a:pt x="30756" y="27191"/>
                    <a:pt x="36046" y="25632"/>
                  </a:cubicBezTo>
                  <a:cubicBezTo>
                    <a:pt x="41465" y="24035"/>
                    <a:pt x="46862" y="22167"/>
                    <a:pt x="52380" y="21177"/>
                  </a:cubicBezTo>
                  <a:cubicBezTo>
                    <a:pt x="56587" y="20424"/>
                    <a:pt x="60828" y="20023"/>
                    <a:pt x="65073" y="20023"/>
                  </a:cubicBezTo>
                  <a:cubicBezTo>
                    <a:pt x="66363" y="20023"/>
                    <a:pt x="67654" y="20060"/>
                    <a:pt x="68944" y="20135"/>
                  </a:cubicBezTo>
                  <a:cubicBezTo>
                    <a:pt x="79965" y="20783"/>
                    <a:pt x="90870" y="24103"/>
                    <a:pt x="100937" y="29809"/>
                  </a:cubicBezTo>
                  <a:cubicBezTo>
                    <a:pt x="105755" y="32540"/>
                    <a:pt x="110519" y="35684"/>
                    <a:pt x="114557" y="40038"/>
                  </a:cubicBezTo>
                  <a:cubicBezTo>
                    <a:pt x="118056" y="43811"/>
                    <a:pt x="120978" y="48359"/>
                    <a:pt x="123419" y="53277"/>
                  </a:cubicBezTo>
                  <a:cubicBezTo>
                    <a:pt x="123600" y="53644"/>
                    <a:pt x="123773" y="54016"/>
                    <a:pt x="123950" y="54384"/>
                  </a:cubicBezTo>
                  <a:lnTo>
                    <a:pt x="123950" y="30590"/>
                  </a:lnTo>
                  <a:cubicBezTo>
                    <a:pt x="115011" y="23740"/>
                    <a:pt x="104675" y="20070"/>
                    <a:pt x="94699" y="16430"/>
                  </a:cubicBezTo>
                  <a:cubicBezTo>
                    <a:pt x="83278" y="12265"/>
                    <a:pt x="71945" y="7950"/>
                    <a:pt x="60279" y="4996"/>
                  </a:cubicBezTo>
                  <a:cubicBezTo>
                    <a:pt x="48938" y="2125"/>
                    <a:pt x="37275" y="0"/>
                    <a:pt x="25687"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16"/>
            <p:cNvSpPr/>
            <p:nvPr/>
          </p:nvSpPr>
          <p:spPr>
            <a:xfrm flipH="1" rot="10800000">
              <a:off x="-89101" y="-110955"/>
              <a:ext cx="4579363" cy="1972262"/>
            </a:xfrm>
            <a:custGeom>
              <a:rect b="b" l="l" r="r" t="t"/>
              <a:pathLst>
                <a:path extrusionOk="0" h="49285" w="114434">
                  <a:moveTo>
                    <a:pt x="97111" y="0"/>
                  </a:moveTo>
                  <a:cubicBezTo>
                    <a:pt x="92375" y="0"/>
                    <a:pt x="88229" y="4066"/>
                    <a:pt x="85079" y="8725"/>
                  </a:cubicBezTo>
                  <a:cubicBezTo>
                    <a:pt x="81036" y="14698"/>
                    <a:pt x="78056" y="22263"/>
                    <a:pt x="72346" y="26006"/>
                  </a:cubicBezTo>
                  <a:cubicBezTo>
                    <a:pt x="69011" y="28192"/>
                    <a:pt x="65286" y="29191"/>
                    <a:pt x="61597" y="29874"/>
                  </a:cubicBezTo>
                  <a:cubicBezTo>
                    <a:pt x="57172" y="30696"/>
                    <a:pt x="52733" y="31343"/>
                    <a:pt x="48270" y="31736"/>
                  </a:cubicBezTo>
                  <a:cubicBezTo>
                    <a:pt x="43819" y="32127"/>
                    <a:pt x="39334" y="32342"/>
                    <a:pt x="34849" y="32342"/>
                  </a:cubicBezTo>
                  <a:cubicBezTo>
                    <a:pt x="29827" y="32342"/>
                    <a:pt x="24804" y="32073"/>
                    <a:pt x="19828" y="31484"/>
                  </a:cubicBezTo>
                  <a:cubicBezTo>
                    <a:pt x="13156" y="30694"/>
                    <a:pt x="6527" y="29288"/>
                    <a:pt x="0" y="27342"/>
                  </a:cubicBezTo>
                  <a:lnTo>
                    <a:pt x="0" y="45284"/>
                  </a:lnTo>
                  <a:cubicBezTo>
                    <a:pt x="0" y="47494"/>
                    <a:pt x="1415" y="49285"/>
                    <a:pt x="3161" y="49285"/>
                  </a:cubicBezTo>
                  <a:lnTo>
                    <a:pt x="54554" y="49285"/>
                  </a:lnTo>
                  <a:cubicBezTo>
                    <a:pt x="57524" y="43691"/>
                    <a:pt x="61460" y="38933"/>
                    <a:pt x="66165" y="35699"/>
                  </a:cubicBezTo>
                  <a:cubicBezTo>
                    <a:pt x="74007" y="30307"/>
                    <a:pt x="82814" y="29860"/>
                    <a:pt x="91444" y="28199"/>
                  </a:cubicBezTo>
                  <a:cubicBezTo>
                    <a:pt x="94850" y="27544"/>
                    <a:pt x="98284" y="26656"/>
                    <a:pt x="101576" y="25345"/>
                  </a:cubicBezTo>
                  <a:cubicBezTo>
                    <a:pt x="104402" y="24220"/>
                    <a:pt x="107468" y="22637"/>
                    <a:pt x="109397" y="19658"/>
                  </a:cubicBezTo>
                  <a:cubicBezTo>
                    <a:pt x="114434" y="11884"/>
                    <a:pt x="106261" y="3395"/>
                    <a:pt x="100927" y="890"/>
                  </a:cubicBezTo>
                  <a:cubicBezTo>
                    <a:pt x="99620" y="276"/>
                    <a:pt x="98345" y="0"/>
                    <a:pt x="9711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16"/>
            <p:cNvSpPr/>
            <p:nvPr/>
          </p:nvSpPr>
          <p:spPr>
            <a:xfrm flipH="1" rot="10800000">
              <a:off x="2774626" y="-110972"/>
              <a:ext cx="4319449" cy="712432"/>
            </a:xfrm>
            <a:custGeom>
              <a:rect b="b" l="l" r="r" t="t"/>
              <a:pathLst>
                <a:path extrusionOk="0" h="17803" w="107939">
                  <a:moveTo>
                    <a:pt x="27543" y="0"/>
                  </a:moveTo>
                  <a:cubicBezTo>
                    <a:pt x="27240" y="0"/>
                    <a:pt x="26937" y="6"/>
                    <a:pt x="26634" y="18"/>
                  </a:cubicBezTo>
                  <a:cubicBezTo>
                    <a:pt x="24027" y="121"/>
                    <a:pt x="21392" y="745"/>
                    <a:pt x="19094" y="2364"/>
                  </a:cubicBezTo>
                  <a:cubicBezTo>
                    <a:pt x="18481" y="2797"/>
                    <a:pt x="16577" y="4050"/>
                    <a:pt x="17537" y="5118"/>
                  </a:cubicBezTo>
                  <a:cubicBezTo>
                    <a:pt x="18117" y="5762"/>
                    <a:pt x="19161" y="5928"/>
                    <a:pt x="19890" y="6091"/>
                  </a:cubicBezTo>
                  <a:cubicBezTo>
                    <a:pt x="23855" y="6979"/>
                    <a:pt x="27949" y="6569"/>
                    <a:pt x="31949" y="6998"/>
                  </a:cubicBezTo>
                  <a:cubicBezTo>
                    <a:pt x="35180" y="7344"/>
                    <a:pt x="39652" y="7834"/>
                    <a:pt x="41798" y="11379"/>
                  </a:cubicBezTo>
                  <a:cubicBezTo>
                    <a:pt x="41873" y="11504"/>
                    <a:pt x="41874" y="11697"/>
                    <a:pt x="41748" y="11777"/>
                  </a:cubicBezTo>
                  <a:cubicBezTo>
                    <a:pt x="40684" y="12461"/>
                    <a:pt x="39488" y="12703"/>
                    <a:pt x="38262" y="12703"/>
                  </a:cubicBezTo>
                  <a:cubicBezTo>
                    <a:pt x="36542" y="12703"/>
                    <a:pt x="34763" y="12227"/>
                    <a:pt x="33207" y="11823"/>
                  </a:cubicBezTo>
                  <a:cubicBezTo>
                    <a:pt x="31601" y="11407"/>
                    <a:pt x="30013" y="10894"/>
                    <a:pt x="28412" y="10466"/>
                  </a:cubicBezTo>
                  <a:cubicBezTo>
                    <a:pt x="26593" y="9980"/>
                    <a:pt x="24742" y="9711"/>
                    <a:pt x="22919" y="9248"/>
                  </a:cubicBezTo>
                  <a:cubicBezTo>
                    <a:pt x="18811" y="8207"/>
                    <a:pt x="14751" y="6811"/>
                    <a:pt x="10581" y="6185"/>
                  </a:cubicBezTo>
                  <a:cubicBezTo>
                    <a:pt x="9499" y="6023"/>
                    <a:pt x="8286" y="5852"/>
                    <a:pt x="7075" y="5852"/>
                  </a:cubicBezTo>
                  <a:cubicBezTo>
                    <a:pt x="5505" y="5852"/>
                    <a:pt x="3938" y="6139"/>
                    <a:pt x="2667" y="7101"/>
                  </a:cubicBezTo>
                  <a:cubicBezTo>
                    <a:pt x="702" y="8588"/>
                    <a:pt x="1" y="12230"/>
                    <a:pt x="827" y="14868"/>
                  </a:cubicBezTo>
                  <a:cubicBezTo>
                    <a:pt x="1191" y="16035"/>
                    <a:pt x="1835" y="16995"/>
                    <a:pt x="2588" y="17803"/>
                  </a:cubicBezTo>
                  <a:lnTo>
                    <a:pt x="107349" y="17803"/>
                  </a:lnTo>
                  <a:cubicBezTo>
                    <a:pt x="107939" y="14229"/>
                    <a:pt x="104542" y="9947"/>
                    <a:pt x="102361" y="8404"/>
                  </a:cubicBezTo>
                  <a:cubicBezTo>
                    <a:pt x="99751" y="6560"/>
                    <a:pt x="96718" y="5974"/>
                    <a:pt x="93716" y="5974"/>
                  </a:cubicBezTo>
                  <a:cubicBezTo>
                    <a:pt x="92496" y="5974"/>
                    <a:pt x="91282" y="6070"/>
                    <a:pt x="90103" y="6219"/>
                  </a:cubicBezTo>
                  <a:cubicBezTo>
                    <a:pt x="87978" y="6486"/>
                    <a:pt x="85895" y="7048"/>
                    <a:pt x="83786" y="7444"/>
                  </a:cubicBezTo>
                  <a:cubicBezTo>
                    <a:pt x="81051" y="7961"/>
                    <a:pt x="78295" y="8278"/>
                    <a:pt x="75534" y="8442"/>
                  </a:cubicBezTo>
                  <a:cubicBezTo>
                    <a:pt x="74026" y="8532"/>
                    <a:pt x="72516" y="8576"/>
                    <a:pt x="71005" y="8576"/>
                  </a:cubicBezTo>
                  <a:cubicBezTo>
                    <a:pt x="66567" y="8576"/>
                    <a:pt x="62125" y="8194"/>
                    <a:pt x="57730" y="7447"/>
                  </a:cubicBezTo>
                  <a:cubicBezTo>
                    <a:pt x="52546" y="6565"/>
                    <a:pt x="47524" y="4962"/>
                    <a:pt x="42478" y="3264"/>
                  </a:cubicBezTo>
                  <a:cubicBezTo>
                    <a:pt x="37619" y="1632"/>
                    <a:pt x="32605" y="0"/>
                    <a:pt x="27543"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16"/>
            <p:cNvSpPr/>
            <p:nvPr/>
          </p:nvSpPr>
          <p:spPr>
            <a:xfrm flipH="1" rot="10800000">
              <a:off x="8048796" y="-111212"/>
              <a:ext cx="658408" cy="716833"/>
            </a:xfrm>
            <a:custGeom>
              <a:rect b="b" l="l" r="r" t="t"/>
              <a:pathLst>
                <a:path extrusionOk="0" h="17913" w="16453">
                  <a:moveTo>
                    <a:pt x="3031" y="0"/>
                  </a:moveTo>
                  <a:cubicBezTo>
                    <a:pt x="3004" y="0"/>
                    <a:pt x="2977" y="1"/>
                    <a:pt x="2950" y="2"/>
                  </a:cubicBezTo>
                  <a:cubicBezTo>
                    <a:pt x="1" y="132"/>
                    <a:pt x="2474" y="3624"/>
                    <a:pt x="3374" y="4819"/>
                  </a:cubicBezTo>
                  <a:cubicBezTo>
                    <a:pt x="5353" y="7446"/>
                    <a:pt x="8065" y="13097"/>
                    <a:pt x="8485" y="17912"/>
                  </a:cubicBezTo>
                  <a:lnTo>
                    <a:pt x="16452" y="17912"/>
                  </a:lnTo>
                  <a:cubicBezTo>
                    <a:pt x="15488" y="16742"/>
                    <a:pt x="14559" y="15523"/>
                    <a:pt x="13682" y="14232"/>
                  </a:cubicBezTo>
                  <a:cubicBezTo>
                    <a:pt x="11356" y="10805"/>
                    <a:pt x="9597" y="6836"/>
                    <a:pt x="7171" y="3507"/>
                  </a:cubicBezTo>
                  <a:cubicBezTo>
                    <a:pt x="6176" y="2144"/>
                    <a:pt x="4651" y="0"/>
                    <a:pt x="303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16"/>
            <p:cNvSpPr/>
            <p:nvPr/>
          </p:nvSpPr>
          <p:spPr>
            <a:xfrm flipH="1" rot="10800000">
              <a:off x="4946282" y="-111041"/>
              <a:ext cx="4326332" cy="1547277"/>
            </a:xfrm>
            <a:custGeom>
              <a:rect b="b" l="l" r="r" t="t"/>
              <a:pathLst>
                <a:path extrusionOk="0" h="38665" w="108111">
                  <a:moveTo>
                    <a:pt x="45814" y="1"/>
                  </a:moveTo>
                  <a:cubicBezTo>
                    <a:pt x="35137" y="1"/>
                    <a:pt x="24388" y="2076"/>
                    <a:pt x="14090" y="5571"/>
                  </a:cubicBezTo>
                  <a:cubicBezTo>
                    <a:pt x="10624" y="6748"/>
                    <a:pt x="7061" y="8059"/>
                    <a:pt x="3946" y="10366"/>
                  </a:cubicBezTo>
                  <a:cubicBezTo>
                    <a:pt x="2615" y="11352"/>
                    <a:pt x="1078" y="12695"/>
                    <a:pt x="565" y="14641"/>
                  </a:cubicBezTo>
                  <a:cubicBezTo>
                    <a:pt x="1" y="16782"/>
                    <a:pt x="1151" y="18845"/>
                    <a:pt x="2414" y="20142"/>
                  </a:cubicBezTo>
                  <a:cubicBezTo>
                    <a:pt x="4524" y="22313"/>
                    <a:pt x="7328" y="22930"/>
                    <a:pt x="10110" y="22930"/>
                  </a:cubicBezTo>
                  <a:cubicBezTo>
                    <a:pt x="11691" y="22930"/>
                    <a:pt x="13266" y="22730"/>
                    <a:pt x="14702" y="22504"/>
                  </a:cubicBezTo>
                  <a:cubicBezTo>
                    <a:pt x="19304" y="21780"/>
                    <a:pt x="23791" y="20252"/>
                    <a:pt x="28307" y="18979"/>
                  </a:cubicBezTo>
                  <a:cubicBezTo>
                    <a:pt x="31469" y="18088"/>
                    <a:pt x="34583" y="17727"/>
                    <a:pt x="37812" y="17553"/>
                  </a:cubicBezTo>
                  <a:cubicBezTo>
                    <a:pt x="39567" y="17460"/>
                    <a:pt x="41324" y="17409"/>
                    <a:pt x="43081" y="17409"/>
                  </a:cubicBezTo>
                  <a:cubicBezTo>
                    <a:pt x="45289" y="17409"/>
                    <a:pt x="47497" y="17490"/>
                    <a:pt x="49701" y="17670"/>
                  </a:cubicBezTo>
                  <a:cubicBezTo>
                    <a:pt x="53900" y="18013"/>
                    <a:pt x="58120" y="18692"/>
                    <a:pt x="62182" y="20121"/>
                  </a:cubicBezTo>
                  <a:cubicBezTo>
                    <a:pt x="65643" y="21338"/>
                    <a:pt x="69140" y="23140"/>
                    <a:pt x="71836" y="26229"/>
                  </a:cubicBezTo>
                  <a:cubicBezTo>
                    <a:pt x="74556" y="29344"/>
                    <a:pt x="76197" y="34210"/>
                    <a:pt x="75759" y="38664"/>
                  </a:cubicBezTo>
                  <a:lnTo>
                    <a:pt x="85535" y="38664"/>
                  </a:lnTo>
                  <a:cubicBezTo>
                    <a:pt x="85296" y="35981"/>
                    <a:pt x="84353" y="33119"/>
                    <a:pt x="83500" y="31067"/>
                  </a:cubicBezTo>
                  <a:cubicBezTo>
                    <a:pt x="82723" y="29197"/>
                    <a:pt x="81831" y="27538"/>
                    <a:pt x="80681" y="26012"/>
                  </a:cubicBezTo>
                  <a:cubicBezTo>
                    <a:pt x="79935" y="25023"/>
                    <a:pt x="78306" y="23246"/>
                    <a:pt x="78633" y="21650"/>
                  </a:cubicBezTo>
                  <a:cubicBezTo>
                    <a:pt x="78840" y="20643"/>
                    <a:pt x="79649" y="20281"/>
                    <a:pt x="80449" y="20281"/>
                  </a:cubicBezTo>
                  <a:cubicBezTo>
                    <a:pt x="80893" y="20281"/>
                    <a:pt x="81334" y="20392"/>
                    <a:pt x="81670" y="20567"/>
                  </a:cubicBezTo>
                  <a:cubicBezTo>
                    <a:pt x="83214" y="21372"/>
                    <a:pt x="84460" y="23111"/>
                    <a:pt x="85532" y="24674"/>
                  </a:cubicBezTo>
                  <a:cubicBezTo>
                    <a:pt x="88081" y="28395"/>
                    <a:pt x="90008" y="32694"/>
                    <a:pt x="92680" y="36288"/>
                  </a:cubicBezTo>
                  <a:cubicBezTo>
                    <a:pt x="93289" y="37105"/>
                    <a:pt x="93919" y="37895"/>
                    <a:pt x="94562" y="38663"/>
                  </a:cubicBezTo>
                  <a:lnTo>
                    <a:pt x="104952" y="38663"/>
                  </a:lnTo>
                  <a:cubicBezTo>
                    <a:pt x="106677" y="38663"/>
                    <a:pt x="108077" y="36912"/>
                    <a:pt x="108110" y="34738"/>
                  </a:cubicBezTo>
                  <a:cubicBezTo>
                    <a:pt x="104684" y="32047"/>
                    <a:pt x="101346" y="29175"/>
                    <a:pt x="98018" y="26250"/>
                  </a:cubicBezTo>
                  <a:cubicBezTo>
                    <a:pt x="92264" y="21194"/>
                    <a:pt x="86645" y="15791"/>
                    <a:pt x="80705" y="11085"/>
                  </a:cubicBezTo>
                  <a:cubicBezTo>
                    <a:pt x="70628" y="3099"/>
                    <a:pt x="58598" y="156"/>
                    <a:pt x="46845" y="7"/>
                  </a:cubicBezTo>
                  <a:cubicBezTo>
                    <a:pt x="46501" y="3"/>
                    <a:pt x="46158" y="1"/>
                    <a:pt x="45814"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16"/>
            <p:cNvSpPr/>
            <p:nvPr/>
          </p:nvSpPr>
          <p:spPr>
            <a:xfrm flipH="1" rot="10800000">
              <a:off x="5076700" y="6675805"/>
              <a:ext cx="4335896" cy="796099"/>
            </a:xfrm>
            <a:custGeom>
              <a:rect b="b" l="l" r="r" t="t"/>
              <a:pathLst>
                <a:path extrusionOk="0" h="27758" w="108350">
                  <a:moveTo>
                    <a:pt x="51648" y="1"/>
                  </a:moveTo>
                  <a:cubicBezTo>
                    <a:pt x="50846" y="407"/>
                    <a:pt x="50018" y="729"/>
                    <a:pt x="49203" y="1014"/>
                  </a:cubicBezTo>
                  <a:cubicBezTo>
                    <a:pt x="42065" y="3506"/>
                    <a:pt x="34586" y="3501"/>
                    <a:pt x="27241" y="3584"/>
                  </a:cubicBezTo>
                  <a:cubicBezTo>
                    <a:pt x="20757" y="3656"/>
                    <a:pt x="14163" y="3777"/>
                    <a:pt x="7797" y="5515"/>
                  </a:cubicBezTo>
                  <a:cubicBezTo>
                    <a:pt x="5715" y="6083"/>
                    <a:pt x="3438" y="6902"/>
                    <a:pt x="1858" y="8814"/>
                  </a:cubicBezTo>
                  <a:cubicBezTo>
                    <a:pt x="0" y="11058"/>
                    <a:pt x="83" y="14195"/>
                    <a:pt x="776" y="17107"/>
                  </a:cubicBezTo>
                  <a:cubicBezTo>
                    <a:pt x="2438" y="24097"/>
                    <a:pt x="7861" y="27758"/>
                    <a:pt x="13371" y="27758"/>
                  </a:cubicBezTo>
                  <a:cubicBezTo>
                    <a:pt x="13681" y="27758"/>
                    <a:pt x="13992" y="27746"/>
                    <a:pt x="14303" y="27723"/>
                  </a:cubicBezTo>
                  <a:cubicBezTo>
                    <a:pt x="20922" y="27226"/>
                    <a:pt x="26485" y="22282"/>
                    <a:pt x="32673" y="19847"/>
                  </a:cubicBezTo>
                  <a:cubicBezTo>
                    <a:pt x="36195" y="18461"/>
                    <a:pt x="39879" y="17578"/>
                    <a:pt x="43501" y="16728"/>
                  </a:cubicBezTo>
                  <a:cubicBezTo>
                    <a:pt x="47244" y="15849"/>
                    <a:pt x="51012" y="15131"/>
                    <a:pt x="54789" y="14515"/>
                  </a:cubicBezTo>
                  <a:cubicBezTo>
                    <a:pt x="62223" y="13302"/>
                    <a:pt x="69695" y="12486"/>
                    <a:pt x="77160" y="11610"/>
                  </a:cubicBezTo>
                  <a:cubicBezTo>
                    <a:pt x="86796" y="10479"/>
                    <a:pt x="96503" y="9420"/>
                    <a:pt x="106195" y="9420"/>
                  </a:cubicBezTo>
                  <a:cubicBezTo>
                    <a:pt x="106913" y="9420"/>
                    <a:pt x="107630" y="9426"/>
                    <a:pt x="108348" y="9438"/>
                  </a:cubicBezTo>
                  <a:lnTo>
                    <a:pt x="108348" y="4002"/>
                  </a:lnTo>
                  <a:cubicBezTo>
                    <a:pt x="108350" y="1793"/>
                    <a:pt x="106935" y="1"/>
                    <a:pt x="105190" y="1"/>
                  </a:cubicBezTo>
                  <a:lnTo>
                    <a:pt x="90762" y="1"/>
                  </a:lnTo>
                  <a:cubicBezTo>
                    <a:pt x="89703" y="1934"/>
                    <a:pt x="88395" y="3470"/>
                    <a:pt x="86599" y="4557"/>
                  </a:cubicBezTo>
                  <a:cubicBezTo>
                    <a:pt x="83877" y="6208"/>
                    <a:pt x="80880" y="7099"/>
                    <a:pt x="77918" y="7745"/>
                  </a:cubicBezTo>
                  <a:cubicBezTo>
                    <a:pt x="74349" y="8524"/>
                    <a:pt x="70756" y="9202"/>
                    <a:pt x="67162" y="9801"/>
                  </a:cubicBezTo>
                  <a:cubicBezTo>
                    <a:pt x="59627" y="11058"/>
                    <a:pt x="52047" y="11784"/>
                    <a:pt x="44534" y="13253"/>
                  </a:cubicBezTo>
                  <a:cubicBezTo>
                    <a:pt x="40916" y="13963"/>
                    <a:pt x="37300" y="14822"/>
                    <a:pt x="33793" y="16179"/>
                  </a:cubicBezTo>
                  <a:cubicBezTo>
                    <a:pt x="31120" y="17214"/>
                    <a:pt x="28648" y="18964"/>
                    <a:pt x="26050" y="20259"/>
                  </a:cubicBezTo>
                  <a:cubicBezTo>
                    <a:pt x="24092" y="21236"/>
                    <a:pt x="21957" y="22126"/>
                    <a:pt x="19819" y="22126"/>
                  </a:cubicBezTo>
                  <a:cubicBezTo>
                    <a:pt x="19398" y="22126"/>
                    <a:pt x="18976" y="22091"/>
                    <a:pt x="18556" y="22016"/>
                  </a:cubicBezTo>
                  <a:cubicBezTo>
                    <a:pt x="16742" y="21690"/>
                    <a:pt x="14667" y="20360"/>
                    <a:pt x="13727" y="18271"/>
                  </a:cubicBezTo>
                  <a:cubicBezTo>
                    <a:pt x="12111" y="14673"/>
                    <a:pt x="16343" y="12032"/>
                    <a:pt x="18335" y="10924"/>
                  </a:cubicBezTo>
                  <a:cubicBezTo>
                    <a:pt x="29038" y="4972"/>
                    <a:pt x="41116" y="7214"/>
                    <a:pt x="52462" y="6363"/>
                  </a:cubicBezTo>
                  <a:cubicBezTo>
                    <a:pt x="56489" y="6062"/>
                    <a:pt x="60477" y="5377"/>
                    <a:pt x="64377" y="4066"/>
                  </a:cubicBezTo>
                  <a:cubicBezTo>
                    <a:pt x="66858" y="3233"/>
                    <a:pt x="69388" y="2647"/>
                    <a:pt x="71900" y="1973"/>
                  </a:cubicBezTo>
                  <a:cubicBezTo>
                    <a:pt x="74066" y="1391"/>
                    <a:pt x="76235" y="775"/>
                    <a:pt x="78366"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16"/>
            <p:cNvSpPr/>
            <p:nvPr/>
          </p:nvSpPr>
          <p:spPr>
            <a:xfrm flipH="1" rot="10800000">
              <a:off x="-97224" y="6218723"/>
              <a:ext cx="3996027" cy="864218"/>
            </a:xfrm>
            <a:custGeom>
              <a:rect b="b" l="l" r="r" t="t"/>
              <a:pathLst>
                <a:path extrusionOk="0" h="21596" w="99857">
                  <a:moveTo>
                    <a:pt x="65198" y="399"/>
                  </a:moveTo>
                  <a:cubicBezTo>
                    <a:pt x="72321" y="399"/>
                    <a:pt x="79621" y="1791"/>
                    <a:pt x="86922" y="4550"/>
                  </a:cubicBezTo>
                  <a:cubicBezTo>
                    <a:pt x="89575" y="5554"/>
                    <a:pt x="92653" y="6864"/>
                    <a:pt x="95348" y="8979"/>
                  </a:cubicBezTo>
                  <a:cubicBezTo>
                    <a:pt x="98235" y="11247"/>
                    <a:pt x="99428" y="13677"/>
                    <a:pt x="98898" y="16206"/>
                  </a:cubicBezTo>
                  <a:cubicBezTo>
                    <a:pt x="98311" y="18994"/>
                    <a:pt x="95759" y="19972"/>
                    <a:pt x="93599" y="20511"/>
                  </a:cubicBezTo>
                  <a:cubicBezTo>
                    <a:pt x="91491" y="21039"/>
                    <a:pt x="89309" y="21193"/>
                    <a:pt x="87246" y="21193"/>
                  </a:cubicBezTo>
                  <a:cubicBezTo>
                    <a:pt x="86217" y="21193"/>
                    <a:pt x="85218" y="21155"/>
                    <a:pt x="84273" y="21106"/>
                  </a:cubicBezTo>
                  <a:cubicBezTo>
                    <a:pt x="78503" y="20800"/>
                    <a:pt x="72921" y="19852"/>
                    <a:pt x="67683" y="18295"/>
                  </a:cubicBezTo>
                  <a:cubicBezTo>
                    <a:pt x="64541" y="17362"/>
                    <a:pt x="61400" y="16083"/>
                    <a:pt x="58362" y="14847"/>
                  </a:cubicBezTo>
                  <a:cubicBezTo>
                    <a:pt x="53266" y="12773"/>
                    <a:pt x="47995" y="10628"/>
                    <a:pt x="42530" y="10025"/>
                  </a:cubicBezTo>
                  <a:cubicBezTo>
                    <a:pt x="41682" y="9932"/>
                    <a:pt x="40859" y="9885"/>
                    <a:pt x="40058" y="9885"/>
                  </a:cubicBezTo>
                  <a:cubicBezTo>
                    <a:pt x="36646" y="9885"/>
                    <a:pt x="33636" y="10728"/>
                    <a:pt x="31087" y="12400"/>
                  </a:cubicBezTo>
                  <a:cubicBezTo>
                    <a:pt x="26728" y="15269"/>
                    <a:pt x="22197" y="17122"/>
                    <a:pt x="17235" y="18071"/>
                  </a:cubicBezTo>
                  <a:cubicBezTo>
                    <a:pt x="13172" y="18848"/>
                    <a:pt x="9086" y="19070"/>
                    <a:pt x="5424" y="19070"/>
                  </a:cubicBezTo>
                  <a:cubicBezTo>
                    <a:pt x="3631" y="19070"/>
                    <a:pt x="1941" y="19017"/>
                    <a:pt x="403" y="18949"/>
                  </a:cubicBezTo>
                  <a:lnTo>
                    <a:pt x="403" y="11532"/>
                  </a:lnTo>
                  <a:cubicBezTo>
                    <a:pt x="2361" y="12661"/>
                    <a:pt x="4594" y="13456"/>
                    <a:pt x="7045" y="13900"/>
                  </a:cubicBezTo>
                  <a:cubicBezTo>
                    <a:pt x="8672" y="14195"/>
                    <a:pt x="10356" y="14343"/>
                    <a:pt x="12121" y="14343"/>
                  </a:cubicBezTo>
                  <a:cubicBezTo>
                    <a:pt x="13968" y="14343"/>
                    <a:pt x="15904" y="14181"/>
                    <a:pt x="17957" y="13858"/>
                  </a:cubicBezTo>
                  <a:cubicBezTo>
                    <a:pt x="23076" y="13055"/>
                    <a:pt x="27790" y="10978"/>
                    <a:pt x="32121" y="8853"/>
                  </a:cubicBezTo>
                  <a:lnTo>
                    <a:pt x="32595" y="8620"/>
                  </a:lnTo>
                  <a:cubicBezTo>
                    <a:pt x="37243" y="6337"/>
                    <a:pt x="42049" y="3980"/>
                    <a:pt x="47066" y="2784"/>
                  </a:cubicBezTo>
                  <a:cubicBezTo>
                    <a:pt x="53031" y="1361"/>
                    <a:pt x="58397" y="590"/>
                    <a:pt x="63469" y="426"/>
                  </a:cubicBezTo>
                  <a:cubicBezTo>
                    <a:pt x="64044" y="408"/>
                    <a:pt x="64620" y="399"/>
                    <a:pt x="65198" y="399"/>
                  </a:cubicBezTo>
                  <a:close/>
                  <a:moveTo>
                    <a:pt x="65203" y="1"/>
                  </a:moveTo>
                  <a:cubicBezTo>
                    <a:pt x="64619" y="1"/>
                    <a:pt x="64036" y="10"/>
                    <a:pt x="63455" y="29"/>
                  </a:cubicBezTo>
                  <a:cubicBezTo>
                    <a:pt x="58355" y="192"/>
                    <a:pt x="52963" y="968"/>
                    <a:pt x="46970" y="2396"/>
                  </a:cubicBezTo>
                  <a:cubicBezTo>
                    <a:pt x="41911" y="3604"/>
                    <a:pt x="37084" y="5971"/>
                    <a:pt x="32416" y="8263"/>
                  </a:cubicBezTo>
                  <a:lnTo>
                    <a:pt x="31942" y="8496"/>
                  </a:lnTo>
                  <a:cubicBezTo>
                    <a:pt x="27640" y="10606"/>
                    <a:pt x="22957" y="12670"/>
                    <a:pt x="17892" y="13466"/>
                  </a:cubicBezTo>
                  <a:cubicBezTo>
                    <a:pt x="15860" y="13785"/>
                    <a:pt x="13946" y="13945"/>
                    <a:pt x="12120" y="13945"/>
                  </a:cubicBezTo>
                  <a:cubicBezTo>
                    <a:pt x="10379" y="13945"/>
                    <a:pt x="8719" y="13799"/>
                    <a:pt x="7116" y="13508"/>
                  </a:cubicBezTo>
                  <a:cubicBezTo>
                    <a:pt x="4584" y="13050"/>
                    <a:pt x="2294" y="12211"/>
                    <a:pt x="305" y="11012"/>
                  </a:cubicBezTo>
                  <a:lnTo>
                    <a:pt x="0" y="10828"/>
                  </a:lnTo>
                  <a:lnTo>
                    <a:pt x="0" y="19337"/>
                  </a:lnTo>
                  <a:lnTo>
                    <a:pt x="193" y="19345"/>
                  </a:lnTo>
                  <a:cubicBezTo>
                    <a:pt x="1788" y="19417"/>
                    <a:pt x="3552" y="19474"/>
                    <a:pt x="5427" y="19474"/>
                  </a:cubicBezTo>
                  <a:cubicBezTo>
                    <a:pt x="9110" y="19474"/>
                    <a:pt x="13220" y="19251"/>
                    <a:pt x="17311" y="18469"/>
                  </a:cubicBezTo>
                  <a:cubicBezTo>
                    <a:pt x="22324" y="17509"/>
                    <a:pt x="26904" y="15636"/>
                    <a:pt x="31309" y="12740"/>
                  </a:cubicBezTo>
                  <a:cubicBezTo>
                    <a:pt x="33791" y="11110"/>
                    <a:pt x="36725" y="10287"/>
                    <a:pt x="40058" y="10287"/>
                  </a:cubicBezTo>
                  <a:cubicBezTo>
                    <a:pt x="40845" y="10287"/>
                    <a:pt x="41654" y="10333"/>
                    <a:pt x="42485" y="10425"/>
                  </a:cubicBezTo>
                  <a:cubicBezTo>
                    <a:pt x="47895" y="11021"/>
                    <a:pt x="53139" y="13156"/>
                    <a:pt x="58211" y="15220"/>
                  </a:cubicBezTo>
                  <a:cubicBezTo>
                    <a:pt x="61257" y="16459"/>
                    <a:pt x="64408" y="17742"/>
                    <a:pt x="67568" y="18681"/>
                  </a:cubicBezTo>
                  <a:cubicBezTo>
                    <a:pt x="72838" y="20248"/>
                    <a:pt x="78452" y="21200"/>
                    <a:pt x="84253" y="21507"/>
                  </a:cubicBezTo>
                  <a:cubicBezTo>
                    <a:pt x="85207" y="21557"/>
                    <a:pt x="86216" y="21596"/>
                    <a:pt x="87255" y="21596"/>
                  </a:cubicBezTo>
                  <a:cubicBezTo>
                    <a:pt x="89341" y="21596"/>
                    <a:pt x="91554" y="21438"/>
                    <a:pt x="93697" y="20904"/>
                  </a:cubicBezTo>
                  <a:cubicBezTo>
                    <a:pt x="95795" y="20381"/>
                    <a:pt x="98654" y="19332"/>
                    <a:pt x="99293" y="16292"/>
                  </a:cubicBezTo>
                  <a:cubicBezTo>
                    <a:pt x="99857" y="13600"/>
                    <a:pt x="98614" y="11035"/>
                    <a:pt x="95596" y="8666"/>
                  </a:cubicBezTo>
                  <a:cubicBezTo>
                    <a:pt x="92859" y="6520"/>
                    <a:pt x="89747" y="5193"/>
                    <a:pt x="87062" y="4178"/>
                  </a:cubicBezTo>
                  <a:cubicBezTo>
                    <a:pt x="79719" y="1402"/>
                    <a:pt x="72371" y="1"/>
                    <a:pt x="652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0" name="Google Shape;430;p16"/>
            <p:cNvGrpSpPr/>
            <p:nvPr/>
          </p:nvGrpSpPr>
          <p:grpSpPr>
            <a:xfrm>
              <a:off x="-97224" y="5478166"/>
              <a:ext cx="9377821" cy="2147740"/>
              <a:chOff x="-97224" y="3080778"/>
              <a:chExt cx="9377821" cy="2147740"/>
            </a:xfrm>
          </p:grpSpPr>
          <p:sp>
            <p:nvSpPr>
              <p:cNvPr id="431" name="Google Shape;431;p16"/>
              <p:cNvSpPr/>
              <p:nvPr/>
            </p:nvSpPr>
            <p:spPr>
              <a:xfrm flipH="1" rot="10800000">
                <a:off x="-89101" y="3080778"/>
                <a:ext cx="9361814" cy="2075187"/>
              </a:xfrm>
              <a:custGeom>
                <a:rect b="b" l="l" r="r" t="t"/>
                <a:pathLst>
                  <a:path extrusionOk="0" h="51857" w="233943">
                    <a:moveTo>
                      <a:pt x="114254" y="0"/>
                    </a:moveTo>
                    <a:cubicBezTo>
                      <a:pt x="113814" y="3337"/>
                      <a:pt x="107760" y="3970"/>
                      <a:pt x="105882" y="4185"/>
                    </a:cubicBezTo>
                    <a:cubicBezTo>
                      <a:pt x="103480" y="4463"/>
                      <a:pt x="101037" y="4580"/>
                      <a:pt x="98593" y="4580"/>
                    </a:cubicBezTo>
                    <a:cubicBezTo>
                      <a:pt x="96187" y="4580"/>
                      <a:pt x="93780" y="4466"/>
                      <a:pt x="91413" y="4277"/>
                    </a:cubicBezTo>
                    <a:cubicBezTo>
                      <a:pt x="83262" y="3622"/>
                      <a:pt x="75254" y="1586"/>
                      <a:pt x="67197" y="2"/>
                    </a:cubicBezTo>
                    <a:lnTo>
                      <a:pt x="3161" y="2"/>
                    </a:lnTo>
                    <a:cubicBezTo>
                      <a:pt x="1415" y="2"/>
                      <a:pt x="0" y="1794"/>
                      <a:pt x="0" y="4003"/>
                    </a:cubicBezTo>
                    <a:lnTo>
                      <a:pt x="0" y="12983"/>
                    </a:lnTo>
                    <a:cubicBezTo>
                      <a:pt x="752" y="13703"/>
                      <a:pt x="1532" y="14304"/>
                      <a:pt x="2202" y="14753"/>
                    </a:cubicBezTo>
                    <a:cubicBezTo>
                      <a:pt x="5867" y="17202"/>
                      <a:pt x="10108" y="17905"/>
                      <a:pt x="14266" y="17905"/>
                    </a:cubicBezTo>
                    <a:cubicBezTo>
                      <a:pt x="15542" y="17905"/>
                      <a:pt x="16811" y="17839"/>
                      <a:pt x="18052" y="17736"/>
                    </a:cubicBezTo>
                    <a:cubicBezTo>
                      <a:pt x="23329" y="17301"/>
                      <a:pt x="28524" y="16026"/>
                      <a:pt x="33704" y="14740"/>
                    </a:cubicBezTo>
                    <a:cubicBezTo>
                      <a:pt x="40948" y="12940"/>
                      <a:pt x="48135" y="10828"/>
                      <a:pt x="55442" y="9439"/>
                    </a:cubicBezTo>
                    <a:cubicBezTo>
                      <a:pt x="61321" y="8322"/>
                      <a:pt x="67233" y="7670"/>
                      <a:pt x="73167" y="7670"/>
                    </a:cubicBezTo>
                    <a:cubicBezTo>
                      <a:pt x="74688" y="7670"/>
                      <a:pt x="76210" y="7713"/>
                      <a:pt x="77734" y="7802"/>
                    </a:cubicBezTo>
                    <a:cubicBezTo>
                      <a:pt x="85106" y="8232"/>
                      <a:pt x="92423" y="9785"/>
                      <a:pt x="99530" y="12287"/>
                    </a:cubicBezTo>
                    <a:cubicBezTo>
                      <a:pt x="102317" y="13268"/>
                      <a:pt x="105115" y="14314"/>
                      <a:pt x="107858" y="15489"/>
                    </a:cubicBezTo>
                    <a:cubicBezTo>
                      <a:pt x="110332" y="16548"/>
                      <a:pt x="112809" y="17789"/>
                      <a:pt x="115004" y="19608"/>
                    </a:cubicBezTo>
                    <a:cubicBezTo>
                      <a:pt x="117824" y="21944"/>
                      <a:pt x="120303" y="25852"/>
                      <a:pt x="120226" y="30339"/>
                    </a:cubicBezTo>
                    <a:cubicBezTo>
                      <a:pt x="120101" y="37466"/>
                      <a:pt x="112935" y="40330"/>
                      <a:pt x="108516" y="41748"/>
                    </a:cubicBezTo>
                    <a:cubicBezTo>
                      <a:pt x="101630" y="43955"/>
                      <a:pt x="94414" y="44564"/>
                      <a:pt x="87337" y="44821"/>
                    </a:cubicBezTo>
                    <a:cubicBezTo>
                      <a:pt x="84855" y="44912"/>
                      <a:pt x="82371" y="44958"/>
                      <a:pt x="79887" y="44958"/>
                    </a:cubicBezTo>
                    <a:cubicBezTo>
                      <a:pt x="73140" y="44958"/>
                      <a:pt x="66393" y="44612"/>
                      <a:pt x="59673" y="43851"/>
                    </a:cubicBezTo>
                    <a:cubicBezTo>
                      <a:pt x="52128" y="42997"/>
                      <a:pt x="44620" y="41722"/>
                      <a:pt x="37128" y="40332"/>
                    </a:cubicBezTo>
                    <a:cubicBezTo>
                      <a:pt x="29596" y="38936"/>
                      <a:pt x="22076" y="37257"/>
                      <a:pt x="14513" y="36145"/>
                    </a:cubicBezTo>
                    <a:cubicBezTo>
                      <a:pt x="10469" y="35552"/>
                      <a:pt x="6279" y="35103"/>
                      <a:pt x="2100" y="35103"/>
                    </a:cubicBezTo>
                    <a:cubicBezTo>
                      <a:pt x="1400" y="35103"/>
                      <a:pt x="700" y="35116"/>
                      <a:pt x="0" y="35142"/>
                    </a:cubicBezTo>
                    <a:lnTo>
                      <a:pt x="0" y="41392"/>
                    </a:lnTo>
                    <a:cubicBezTo>
                      <a:pt x="3897" y="40406"/>
                      <a:pt x="7757" y="39113"/>
                      <a:pt x="11701" y="38520"/>
                    </a:cubicBezTo>
                    <a:cubicBezTo>
                      <a:pt x="12850" y="38347"/>
                      <a:pt x="14002" y="38268"/>
                      <a:pt x="15153" y="38268"/>
                    </a:cubicBezTo>
                    <a:cubicBezTo>
                      <a:pt x="18352" y="38268"/>
                      <a:pt x="21545" y="38880"/>
                      <a:pt x="24665" y="39789"/>
                    </a:cubicBezTo>
                    <a:cubicBezTo>
                      <a:pt x="29176" y="41103"/>
                      <a:pt x="33559" y="43015"/>
                      <a:pt x="37996" y="44675"/>
                    </a:cubicBezTo>
                    <a:cubicBezTo>
                      <a:pt x="42689" y="46433"/>
                      <a:pt x="47479" y="47692"/>
                      <a:pt x="52300" y="48740"/>
                    </a:cubicBezTo>
                    <a:cubicBezTo>
                      <a:pt x="61496" y="50745"/>
                      <a:pt x="70937" y="51857"/>
                      <a:pt x="80373" y="51857"/>
                    </a:cubicBezTo>
                    <a:cubicBezTo>
                      <a:pt x="91348" y="51857"/>
                      <a:pt x="102317" y="50352"/>
                      <a:pt x="112889" y="46997"/>
                    </a:cubicBezTo>
                    <a:cubicBezTo>
                      <a:pt x="122215" y="44038"/>
                      <a:pt x="130897" y="39216"/>
                      <a:pt x="139694" y="34414"/>
                    </a:cubicBezTo>
                    <a:cubicBezTo>
                      <a:pt x="143466" y="32352"/>
                      <a:pt x="147358" y="30634"/>
                      <a:pt x="151383" y="29556"/>
                    </a:cubicBezTo>
                    <a:cubicBezTo>
                      <a:pt x="155813" y="28370"/>
                      <a:pt x="160303" y="28105"/>
                      <a:pt x="164816" y="27914"/>
                    </a:cubicBezTo>
                    <a:cubicBezTo>
                      <a:pt x="167320" y="27807"/>
                      <a:pt x="169825" y="27756"/>
                      <a:pt x="172331" y="27756"/>
                    </a:cubicBezTo>
                    <a:cubicBezTo>
                      <a:pt x="189289" y="27756"/>
                      <a:pt x="206270" y="30094"/>
                      <a:pt x="222996" y="33398"/>
                    </a:cubicBezTo>
                    <a:cubicBezTo>
                      <a:pt x="226644" y="34116"/>
                      <a:pt x="230302" y="34924"/>
                      <a:pt x="233942" y="35864"/>
                    </a:cubicBezTo>
                    <a:lnTo>
                      <a:pt x="233942" y="9938"/>
                    </a:lnTo>
                    <a:cubicBezTo>
                      <a:pt x="233216" y="9925"/>
                      <a:pt x="232489" y="9919"/>
                      <a:pt x="231762" y="9919"/>
                    </a:cubicBezTo>
                    <a:cubicBezTo>
                      <a:pt x="219843" y="9919"/>
                      <a:pt x="207922" y="11530"/>
                      <a:pt x="196068" y="12904"/>
                    </a:cubicBezTo>
                    <a:cubicBezTo>
                      <a:pt x="188339" y="13801"/>
                      <a:pt x="180609" y="14806"/>
                      <a:pt x="172944" y="16393"/>
                    </a:cubicBezTo>
                    <a:cubicBezTo>
                      <a:pt x="169135" y="17181"/>
                      <a:pt x="165343" y="18112"/>
                      <a:pt x="161591" y="19260"/>
                    </a:cubicBezTo>
                    <a:cubicBezTo>
                      <a:pt x="158213" y="20291"/>
                      <a:pt x="155063" y="21813"/>
                      <a:pt x="151893" y="23606"/>
                    </a:cubicBezTo>
                    <a:cubicBezTo>
                      <a:pt x="147715" y="25970"/>
                      <a:pt x="143374" y="28204"/>
                      <a:pt x="138868" y="28204"/>
                    </a:cubicBezTo>
                    <a:cubicBezTo>
                      <a:pt x="137422" y="28204"/>
                      <a:pt x="135960" y="27974"/>
                      <a:pt x="134480" y="27445"/>
                    </a:cubicBezTo>
                    <a:cubicBezTo>
                      <a:pt x="129632" y="25711"/>
                      <a:pt x="125716" y="20547"/>
                      <a:pt x="125484" y="13951"/>
                    </a:cubicBezTo>
                    <a:cubicBezTo>
                      <a:pt x="125286" y="8300"/>
                      <a:pt x="129601" y="6027"/>
                      <a:pt x="133294" y="5020"/>
                    </a:cubicBezTo>
                    <a:cubicBezTo>
                      <a:pt x="139570" y="3307"/>
                      <a:pt x="146074" y="3151"/>
                      <a:pt x="152463" y="3078"/>
                    </a:cubicBezTo>
                    <a:cubicBezTo>
                      <a:pt x="160083" y="2991"/>
                      <a:pt x="167851" y="3042"/>
                      <a:pt x="175233" y="328"/>
                    </a:cubicBezTo>
                    <a:cubicBezTo>
                      <a:pt x="175511" y="226"/>
                      <a:pt x="175788" y="116"/>
                      <a:pt x="176066"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16"/>
              <p:cNvSpPr/>
              <p:nvPr/>
            </p:nvSpPr>
            <p:spPr>
              <a:xfrm flipH="1" rot="10800000">
                <a:off x="-97224" y="3137884"/>
                <a:ext cx="9377821" cy="2090634"/>
              </a:xfrm>
              <a:custGeom>
                <a:rect b="b" l="l" r="r" t="t"/>
                <a:pathLst>
                  <a:path extrusionOk="0" h="52243" w="234343">
                    <a:moveTo>
                      <a:pt x="67361" y="400"/>
                    </a:moveTo>
                    <a:cubicBezTo>
                      <a:pt x="69340" y="790"/>
                      <a:pt x="71349" y="1215"/>
                      <a:pt x="73292" y="1625"/>
                    </a:cubicBezTo>
                    <a:cubicBezTo>
                      <a:pt x="79265" y="2884"/>
                      <a:pt x="85439" y="4185"/>
                      <a:pt x="91598" y="4680"/>
                    </a:cubicBezTo>
                    <a:cubicBezTo>
                      <a:pt x="94144" y="4885"/>
                      <a:pt x="96537" y="4987"/>
                      <a:pt x="98805" y="4987"/>
                    </a:cubicBezTo>
                    <a:cubicBezTo>
                      <a:pt x="101387" y="4987"/>
                      <a:pt x="103808" y="4854"/>
                      <a:pt x="106108" y="4590"/>
                    </a:cubicBezTo>
                    <a:lnTo>
                      <a:pt x="106218" y="4577"/>
                    </a:lnTo>
                    <a:cubicBezTo>
                      <a:pt x="108158" y="4354"/>
                      <a:pt x="114000" y="3685"/>
                      <a:pt x="114628" y="406"/>
                    </a:cubicBezTo>
                    <a:lnTo>
                      <a:pt x="175193" y="406"/>
                    </a:lnTo>
                    <a:cubicBezTo>
                      <a:pt x="168249" y="2915"/>
                      <a:pt x="160889" y="2994"/>
                      <a:pt x="153768" y="3069"/>
                    </a:cubicBezTo>
                    <a:lnTo>
                      <a:pt x="152665" y="3082"/>
                    </a:lnTo>
                    <a:cubicBezTo>
                      <a:pt x="145764" y="3162"/>
                      <a:pt x="139551" y="3364"/>
                      <a:pt x="133446" y="5030"/>
                    </a:cubicBezTo>
                    <a:cubicBezTo>
                      <a:pt x="128003" y="6516"/>
                      <a:pt x="125326" y="9588"/>
                      <a:pt x="125487" y="14164"/>
                    </a:cubicBezTo>
                    <a:cubicBezTo>
                      <a:pt x="125709" y="20471"/>
                      <a:pt x="129379" y="25966"/>
                      <a:pt x="134618" y="27839"/>
                    </a:cubicBezTo>
                    <a:cubicBezTo>
                      <a:pt x="136131" y="28380"/>
                      <a:pt x="137619" y="28617"/>
                      <a:pt x="139091" y="28617"/>
                    </a:cubicBezTo>
                    <a:cubicBezTo>
                      <a:pt x="143547" y="28617"/>
                      <a:pt x="147847" y="26448"/>
                      <a:pt x="152196" y="23987"/>
                    </a:cubicBezTo>
                    <a:cubicBezTo>
                      <a:pt x="155813" y="21943"/>
                      <a:pt x="158880" y="20567"/>
                      <a:pt x="161854" y="19658"/>
                    </a:cubicBezTo>
                    <a:cubicBezTo>
                      <a:pt x="165379" y="18581"/>
                      <a:pt x="169085" y="17643"/>
                      <a:pt x="173189" y="16795"/>
                    </a:cubicBezTo>
                    <a:cubicBezTo>
                      <a:pt x="180974" y="15181"/>
                      <a:pt x="188894" y="14166"/>
                      <a:pt x="196294" y="13308"/>
                    </a:cubicBezTo>
                    <a:cubicBezTo>
                      <a:pt x="197767" y="13138"/>
                      <a:pt x="199245" y="12964"/>
                      <a:pt x="200722" y="12788"/>
                    </a:cubicBezTo>
                    <a:cubicBezTo>
                      <a:pt x="210970" y="11576"/>
                      <a:pt x="221543" y="10326"/>
                      <a:pt x="231999" y="10326"/>
                    </a:cubicBezTo>
                    <a:cubicBezTo>
                      <a:pt x="232648" y="10326"/>
                      <a:pt x="233296" y="10331"/>
                      <a:pt x="233944" y="10341"/>
                    </a:cubicBezTo>
                    <a:lnTo>
                      <a:pt x="233944" y="35809"/>
                    </a:lnTo>
                    <a:cubicBezTo>
                      <a:pt x="230629" y="34959"/>
                      <a:pt x="227123" y="34173"/>
                      <a:pt x="223236" y="33405"/>
                    </a:cubicBezTo>
                    <a:cubicBezTo>
                      <a:pt x="203906" y="29587"/>
                      <a:pt x="187591" y="27758"/>
                      <a:pt x="172597" y="27758"/>
                    </a:cubicBezTo>
                    <a:cubicBezTo>
                      <a:pt x="170032" y="27758"/>
                      <a:pt x="167505" y="27812"/>
                      <a:pt x="165009" y="27918"/>
                    </a:cubicBezTo>
                    <a:cubicBezTo>
                      <a:pt x="160422" y="28112"/>
                      <a:pt x="155941" y="28387"/>
                      <a:pt x="151533" y="29567"/>
                    </a:cubicBezTo>
                    <a:cubicBezTo>
                      <a:pt x="147826" y="30560"/>
                      <a:pt x="143986" y="32153"/>
                      <a:pt x="139798" y="34441"/>
                    </a:cubicBezTo>
                    <a:lnTo>
                      <a:pt x="138875" y="34945"/>
                    </a:lnTo>
                    <a:cubicBezTo>
                      <a:pt x="130584" y="39473"/>
                      <a:pt x="122011" y="44161"/>
                      <a:pt x="113029" y="47009"/>
                    </a:cubicBezTo>
                    <a:cubicBezTo>
                      <a:pt x="102889" y="50226"/>
                      <a:pt x="91919" y="51840"/>
                      <a:pt x="80509" y="51840"/>
                    </a:cubicBezTo>
                    <a:cubicBezTo>
                      <a:pt x="71401" y="51840"/>
                      <a:pt x="62013" y="50811"/>
                      <a:pt x="52541" y="48749"/>
                    </a:cubicBezTo>
                    <a:cubicBezTo>
                      <a:pt x="46930" y="47526"/>
                      <a:pt x="42394" y="46236"/>
                      <a:pt x="38264" y="44691"/>
                    </a:cubicBezTo>
                    <a:cubicBezTo>
                      <a:pt x="36953" y="44199"/>
                      <a:pt x="35624" y="43678"/>
                      <a:pt x="34338" y="43172"/>
                    </a:cubicBezTo>
                    <a:cubicBezTo>
                      <a:pt x="31276" y="41971"/>
                      <a:pt x="28107" y="40726"/>
                      <a:pt x="24921" y="39799"/>
                    </a:cubicBezTo>
                    <a:cubicBezTo>
                      <a:pt x="21414" y="38777"/>
                      <a:pt x="18247" y="38271"/>
                      <a:pt x="15326" y="38271"/>
                    </a:cubicBezTo>
                    <a:cubicBezTo>
                      <a:pt x="14137" y="38271"/>
                      <a:pt x="12987" y="38356"/>
                      <a:pt x="11874" y="38521"/>
                    </a:cubicBezTo>
                    <a:cubicBezTo>
                      <a:pt x="9119" y="38936"/>
                      <a:pt x="6366" y="39703"/>
                      <a:pt x="3703" y="40442"/>
                    </a:cubicBezTo>
                    <a:cubicBezTo>
                      <a:pt x="2622" y="40742"/>
                      <a:pt x="1508" y="41053"/>
                      <a:pt x="406" y="41335"/>
                    </a:cubicBezTo>
                    <a:lnTo>
                      <a:pt x="406" y="35538"/>
                    </a:lnTo>
                    <a:cubicBezTo>
                      <a:pt x="1027" y="35516"/>
                      <a:pt x="1658" y="35506"/>
                      <a:pt x="2301" y="35506"/>
                    </a:cubicBezTo>
                    <a:cubicBezTo>
                      <a:pt x="5902" y="35506"/>
                      <a:pt x="9901" y="35844"/>
                      <a:pt x="14687" y="36547"/>
                    </a:cubicBezTo>
                    <a:cubicBezTo>
                      <a:pt x="19745" y="37290"/>
                      <a:pt x="24868" y="38304"/>
                      <a:pt x="29822" y="39284"/>
                    </a:cubicBezTo>
                    <a:cubicBezTo>
                      <a:pt x="32271" y="39769"/>
                      <a:pt x="34802" y="40270"/>
                      <a:pt x="37296" y="40733"/>
                    </a:cubicBezTo>
                    <a:cubicBezTo>
                      <a:pt x="43914" y="41961"/>
                      <a:pt x="51770" y="43339"/>
                      <a:pt x="59854" y="44254"/>
                    </a:cubicBezTo>
                    <a:cubicBezTo>
                      <a:pt x="66359" y="44990"/>
                      <a:pt x="73165" y="45361"/>
                      <a:pt x="80163" y="45361"/>
                    </a:cubicBezTo>
                    <a:cubicBezTo>
                      <a:pt x="82603" y="45361"/>
                      <a:pt x="85067" y="45316"/>
                      <a:pt x="87550" y="45225"/>
                    </a:cubicBezTo>
                    <a:cubicBezTo>
                      <a:pt x="94026" y="44991"/>
                      <a:pt x="101613" y="44441"/>
                      <a:pt x="108780" y="42142"/>
                    </a:cubicBezTo>
                    <a:cubicBezTo>
                      <a:pt x="113810" y="40529"/>
                      <a:pt x="120508" y="37574"/>
                      <a:pt x="120629" y="30544"/>
                    </a:cubicBezTo>
                    <a:cubicBezTo>
                      <a:pt x="120696" y="26529"/>
                      <a:pt x="118718" y="22458"/>
                      <a:pt x="115334" y="19654"/>
                    </a:cubicBezTo>
                    <a:cubicBezTo>
                      <a:pt x="112985" y="17708"/>
                      <a:pt x="110379" y="16465"/>
                      <a:pt x="108140" y="15506"/>
                    </a:cubicBezTo>
                    <a:cubicBezTo>
                      <a:pt x="105719" y="14467"/>
                      <a:pt x="103070" y="13450"/>
                      <a:pt x="99798" y="12298"/>
                    </a:cubicBezTo>
                    <a:cubicBezTo>
                      <a:pt x="92520" y="9735"/>
                      <a:pt x="85169" y="8223"/>
                      <a:pt x="77949" y="7802"/>
                    </a:cubicBezTo>
                    <a:cubicBezTo>
                      <a:pt x="76425" y="7713"/>
                      <a:pt x="74890" y="7669"/>
                      <a:pt x="73339" y="7669"/>
                    </a:cubicBezTo>
                    <a:cubicBezTo>
                      <a:pt x="67706" y="7669"/>
                      <a:pt x="61863" y="8255"/>
                      <a:pt x="55605" y="9443"/>
                    </a:cubicBezTo>
                    <a:cubicBezTo>
                      <a:pt x="50502" y="10413"/>
                      <a:pt x="45374" y="11757"/>
                      <a:pt x="40416" y="13057"/>
                    </a:cubicBezTo>
                    <a:cubicBezTo>
                      <a:pt x="38267" y="13620"/>
                      <a:pt x="36046" y="14201"/>
                      <a:pt x="33857" y="14746"/>
                    </a:cubicBezTo>
                    <a:cubicBezTo>
                      <a:pt x="29050" y="15939"/>
                      <a:pt x="23603" y="17293"/>
                      <a:pt x="18238" y="17736"/>
                    </a:cubicBezTo>
                    <a:cubicBezTo>
                      <a:pt x="17038" y="17835"/>
                      <a:pt x="15751" y="17910"/>
                      <a:pt x="14415" y="17910"/>
                    </a:cubicBezTo>
                    <a:cubicBezTo>
                      <a:pt x="10534" y="17910"/>
                      <a:pt x="6246" y="17280"/>
                      <a:pt x="2517" y="14787"/>
                    </a:cubicBezTo>
                    <a:cubicBezTo>
                      <a:pt x="2004" y="14446"/>
                      <a:pt x="1229" y="13878"/>
                      <a:pt x="403" y="13098"/>
                    </a:cubicBezTo>
                    <a:lnTo>
                      <a:pt x="403" y="4204"/>
                    </a:lnTo>
                    <a:cubicBezTo>
                      <a:pt x="403" y="2108"/>
                      <a:pt x="1731" y="405"/>
                      <a:pt x="3364" y="405"/>
                    </a:cubicBezTo>
                    <a:lnTo>
                      <a:pt x="67361" y="400"/>
                    </a:lnTo>
                    <a:close/>
                    <a:moveTo>
                      <a:pt x="114278" y="0"/>
                    </a:moveTo>
                    <a:lnTo>
                      <a:pt x="114255" y="176"/>
                    </a:lnTo>
                    <a:cubicBezTo>
                      <a:pt x="113845" y="3294"/>
                      <a:pt x="108068" y="3957"/>
                      <a:pt x="106170" y="4175"/>
                    </a:cubicBezTo>
                    <a:lnTo>
                      <a:pt x="106061" y="4187"/>
                    </a:lnTo>
                    <a:cubicBezTo>
                      <a:pt x="103777" y="4451"/>
                      <a:pt x="101371" y="4582"/>
                      <a:pt x="98803" y="4582"/>
                    </a:cubicBezTo>
                    <a:cubicBezTo>
                      <a:pt x="96546" y="4582"/>
                      <a:pt x="94164" y="4481"/>
                      <a:pt x="91630" y="4277"/>
                    </a:cubicBezTo>
                    <a:cubicBezTo>
                      <a:pt x="85496" y="3785"/>
                      <a:pt x="79335" y="2485"/>
                      <a:pt x="73374" y="1229"/>
                    </a:cubicBezTo>
                    <a:cubicBezTo>
                      <a:pt x="71430" y="820"/>
                      <a:pt x="69420" y="395"/>
                      <a:pt x="67400" y="2"/>
                    </a:cubicBezTo>
                    <a:lnTo>
                      <a:pt x="3365" y="2"/>
                    </a:lnTo>
                    <a:cubicBezTo>
                      <a:pt x="1511" y="2"/>
                      <a:pt x="3" y="1889"/>
                      <a:pt x="3" y="4205"/>
                    </a:cubicBezTo>
                    <a:lnTo>
                      <a:pt x="3" y="13267"/>
                    </a:lnTo>
                    <a:lnTo>
                      <a:pt x="66" y="13327"/>
                    </a:lnTo>
                    <a:cubicBezTo>
                      <a:pt x="935" y="14157"/>
                      <a:pt x="1758" y="14760"/>
                      <a:pt x="2295" y="15120"/>
                    </a:cubicBezTo>
                    <a:cubicBezTo>
                      <a:pt x="6107" y="17668"/>
                      <a:pt x="10473" y="18312"/>
                      <a:pt x="14416" y="18312"/>
                    </a:cubicBezTo>
                    <a:cubicBezTo>
                      <a:pt x="15764" y="18312"/>
                      <a:pt x="17063" y="18236"/>
                      <a:pt x="18274" y="18136"/>
                    </a:cubicBezTo>
                    <a:cubicBezTo>
                      <a:pt x="23670" y="17692"/>
                      <a:pt x="29134" y="16335"/>
                      <a:pt x="33955" y="15136"/>
                    </a:cubicBezTo>
                    <a:cubicBezTo>
                      <a:pt x="36148" y="14591"/>
                      <a:pt x="38370" y="14008"/>
                      <a:pt x="40521" y="13444"/>
                    </a:cubicBezTo>
                    <a:cubicBezTo>
                      <a:pt x="45471" y="12145"/>
                      <a:pt x="50591" y="10802"/>
                      <a:pt x="55682" y="9836"/>
                    </a:cubicBezTo>
                    <a:cubicBezTo>
                      <a:pt x="61914" y="8652"/>
                      <a:pt x="67733" y="8068"/>
                      <a:pt x="73339" y="8068"/>
                    </a:cubicBezTo>
                    <a:cubicBezTo>
                      <a:pt x="74883" y="8068"/>
                      <a:pt x="76410" y="8112"/>
                      <a:pt x="77924" y="8200"/>
                    </a:cubicBezTo>
                    <a:cubicBezTo>
                      <a:pt x="85109" y="8620"/>
                      <a:pt x="92423" y="10126"/>
                      <a:pt x="99664" y="12674"/>
                    </a:cubicBezTo>
                    <a:cubicBezTo>
                      <a:pt x="102926" y="13823"/>
                      <a:pt x="105569" y="14839"/>
                      <a:pt x="107978" y="15872"/>
                    </a:cubicBezTo>
                    <a:cubicBezTo>
                      <a:pt x="110192" y="16820"/>
                      <a:pt x="112765" y="18046"/>
                      <a:pt x="115074" y="19959"/>
                    </a:cubicBezTo>
                    <a:cubicBezTo>
                      <a:pt x="118366" y="22686"/>
                      <a:pt x="120289" y="26638"/>
                      <a:pt x="120224" y="30531"/>
                    </a:cubicBezTo>
                    <a:cubicBezTo>
                      <a:pt x="120108" y="37304"/>
                      <a:pt x="113565" y="40179"/>
                      <a:pt x="108656" y="41753"/>
                    </a:cubicBezTo>
                    <a:cubicBezTo>
                      <a:pt x="101534" y="44037"/>
                      <a:pt x="93982" y="44584"/>
                      <a:pt x="87532" y="44818"/>
                    </a:cubicBezTo>
                    <a:cubicBezTo>
                      <a:pt x="85053" y="44908"/>
                      <a:pt x="82593" y="44953"/>
                      <a:pt x="80156" y="44953"/>
                    </a:cubicBezTo>
                    <a:cubicBezTo>
                      <a:pt x="73174" y="44953"/>
                      <a:pt x="66385" y="44584"/>
                      <a:pt x="59897" y="43849"/>
                    </a:cubicBezTo>
                    <a:cubicBezTo>
                      <a:pt x="51824" y="42936"/>
                      <a:pt x="43978" y="41560"/>
                      <a:pt x="37366" y="40335"/>
                    </a:cubicBezTo>
                    <a:cubicBezTo>
                      <a:pt x="34874" y="39874"/>
                      <a:pt x="32343" y="39371"/>
                      <a:pt x="29894" y="38889"/>
                    </a:cubicBezTo>
                    <a:cubicBezTo>
                      <a:pt x="24935" y="37906"/>
                      <a:pt x="19807" y="36891"/>
                      <a:pt x="14740" y="36147"/>
                    </a:cubicBezTo>
                    <a:cubicBezTo>
                      <a:pt x="9938" y="35440"/>
                      <a:pt x="5923" y="35101"/>
                      <a:pt x="2306" y="35101"/>
                    </a:cubicBezTo>
                    <a:cubicBezTo>
                      <a:pt x="1587" y="35101"/>
                      <a:pt x="884" y="35114"/>
                      <a:pt x="193" y="35141"/>
                    </a:cubicBezTo>
                    <a:lnTo>
                      <a:pt x="0" y="35148"/>
                    </a:lnTo>
                    <a:lnTo>
                      <a:pt x="0" y="41850"/>
                    </a:lnTo>
                    <a:lnTo>
                      <a:pt x="250" y="41789"/>
                    </a:lnTo>
                    <a:cubicBezTo>
                      <a:pt x="1438" y="41486"/>
                      <a:pt x="2642" y="41153"/>
                      <a:pt x="3807" y="40829"/>
                    </a:cubicBezTo>
                    <a:cubicBezTo>
                      <a:pt x="6459" y="40093"/>
                      <a:pt x="9201" y="39331"/>
                      <a:pt x="11931" y="38920"/>
                    </a:cubicBezTo>
                    <a:cubicBezTo>
                      <a:pt x="13025" y="38755"/>
                      <a:pt x="14155" y="38672"/>
                      <a:pt x="15326" y="38672"/>
                    </a:cubicBezTo>
                    <a:cubicBezTo>
                      <a:pt x="18207" y="38672"/>
                      <a:pt x="21339" y="39173"/>
                      <a:pt x="24808" y="40183"/>
                    </a:cubicBezTo>
                    <a:cubicBezTo>
                      <a:pt x="27977" y="41106"/>
                      <a:pt x="31136" y="42346"/>
                      <a:pt x="34192" y="43547"/>
                    </a:cubicBezTo>
                    <a:cubicBezTo>
                      <a:pt x="35480" y="44051"/>
                      <a:pt x="36810" y="44575"/>
                      <a:pt x="38124" y="45065"/>
                    </a:cubicBezTo>
                    <a:cubicBezTo>
                      <a:pt x="42272" y="46618"/>
                      <a:pt x="46826" y="47913"/>
                      <a:pt x="52458" y="49140"/>
                    </a:cubicBezTo>
                    <a:cubicBezTo>
                      <a:pt x="61960" y="51209"/>
                      <a:pt x="71376" y="52242"/>
                      <a:pt x="80515" y="52242"/>
                    </a:cubicBezTo>
                    <a:cubicBezTo>
                      <a:pt x="91963" y="52242"/>
                      <a:pt x="102972" y="50622"/>
                      <a:pt x="113151" y="47393"/>
                    </a:cubicBezTo>
                    <a:cubicBezTo>
                      <a:pt x="122171" y="44531"/>
                      <a:pt x="130760" y="39837"/>
                      <a:pt x="139068" y="35298"/>
                    </a:cubicBezTo>
                    <a:lnTo>
                      <a:pt x="139990" y="34794"/>
                    </a:lnTo>
                    <a:cubicBezTo>
                      <a:pt x="144149" y="32523"/>
                      <a:pt x="147959" y="30939"/>
                      <a:pt x="151635" y="29954"/>
                    </a:cubicBezTo>
                    <a:cubicBezTo>
                      <a:pt x="156001" y="28784"/>
                      <a:pt x="160459" y="28512"/>
                      <a:pt x="165023" y="28318"/>
                    </a:cubicBezTo>
                    <a:cubicBezTo>
                      <a:pt x="167510" y="28212"/>
                      <a:pt x="170027" y="28159"/>
                      <a:pt x="172583" y="28159"/>
                    </a:cubicBezTo>
                    <a:cubicBezTo>
                      <a:pt x="187551" y="28159"/>
                      <a:pt x="203846" y="29985"/>
                      <a:pt x="223155" y="33798"/>
                    </a:cubicBezTo>
                    <a:cubicBezTo>
                      <a:pt x="227133" y="34583"/>
                      <a:pt x="230708" y="35389"/>
                      <a:pt x="234091" y="36262"/>
                    </a:cubicBezTo>
                    <a:lnTo>
                      <a:pt x="234343" y="36327"/>
                    </a:lnTo>
                    <a:lnTo>
                      <a:pt x="234343" y="9942"/>
                    </a:lnTo>
                    <a:lnTo>
                      <a:pt x="234144" y="9938"/>
                    </a:lnTo>
                    <a:cubicBezTo>
                      <a:pt x="233436" y="9926"/>
                      <a:pt x="232728" y="9920"/>
                      <a:pt x="232019" y="9920"/>
                    </a:cubicBezTo>
                    <a:cubicBezTo>
                      <a:pt x="221533" y="9920"/>
                      <a:pt x="210937" y="11173"/>
                      <a:pt x="200668" y="12387"/>
                    </a:cubicBezTo>
                    <a:cubicBezTo>
                      <a:pt x="199192" y="12560"/>
                      <a:pt x="197716" y="12735"/>
                      <a:pt x="196241" y="12907"/>
                    </a:cubicBezTo>
                    <a:cubicBezTo>
                      <a:pt x="188833" y="13765"/>
                      <a:pt x="180900" y="14784"/>
                      <a:pt x="173099" y="16399"/>
                    </a:cubicBezTo>
                    <a:cubicBezTo>
                      <a:pt x="168984" y="17250"/>
                      <a:pt x="165266" y="18189"/>
                      <a:pt x="161730" y="19271"/>
                    </a:cubicBezTo>
                    <a:cubicBezTo>
                      <a:pt x="158729" y="20188"/>
                      <a:pt x="155634" y="21574"/>
                      <a:pt x="151992" y="23636"/>
                    </a:cubicBezTo>
                    <a:cubicBezTo>
                      <a:pt x="147694" y="26067"/>
                      <a:pt x="143448" y="28211"/>
                      <a:pt x="139076" y="28211"/>
                    </a:cubicBezTo>
                    <a:cubicBezTo>
                      <a:pt x="137648" y="28211"/>
                      <a:pt x="136206" y="27982"/>
                      <a:pt x="134745" y="27459"/>
                    </a:cubicBezTo>
                    <a:cubicBezTo>
                      <a:pt x="129659" y="25640"/>
                      <a:pt x="126097" y="20292"/>
                      <a:pt x="125882" y="14148"/>
                    </a:cubicBezTo>
                    <a:cubicBezTo>
                      <a:pt x="125729" y="9782"/>
                      <a:pt x="128305" y="6844"/>
                      <a:pt x="133544" y="5415"/>
                    </a:cubicBezTo>
                    <a:cubicBezTo>
                      <a:pt x="139606" y="3761"/>
                      <a:pt x="145790" y="3559"/>
                      <a:pt x="152664" y="3482"/>
                    </a:cubicBezTo>
                    <a:lnTo>
                      <a:pt x="153767" y="3469"/>
                    </a:lnTo>
                    <a:cubicBezTo>
                      <a:pt x="160981" y="3392"/>
                      <a:pt x="168439" y="3314"/>
                      <a:pt x="175499" y="719"/>
                    </a:cubicBezTo>
                    <a:cubicBezTo>
                      <a:pt x="175781" y="617"/>
                      <a:pt x="176061" y="506"/>
                      <a:pt x="176341" y="389"/>
                    </a:cubicBezTo>
                    <a:lnTo>
                      <a:pt x="1772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3" name="Google Shape;433;p16"/>
            <p:cNvSpPr/>
            <p:nvPr/>
          </p:nvSpPr>
          <p:spPr>
            <a:xfrm flipH="1" rot="10800000">
              <a:off x="-97224" y="4299431"/>
              <a:ext cx="8367499" cy="1836163"/>
            </a:xfrm>
            <a:custGeom>
              <a:rect b="b" l="l" r="r" t="t"/>
              <a:pathLst>
                <a:path extrusionOk="0" h="45884" w="209096">
                  <a:moveTo>
                    <a:pt x="173615" y="405"/>
                  </a:moveTo>
                  <a:cubicBezTo>
                    <a:pt x="176375" y="405"/>
                    <a:pt x="179213" y="507"/>
                    <a:pt x="182050" y="829"/>
                  </a:cubicBezTo>
                  <a:cubicBezTo>
                    <a:pt x="188207" y="1528"/>
                    <a:pt x="194615" y="3672"/>
                    <a:pt x="201642" y="7381"/>
                  </a:cubicBezTo>
                  <a:lnTo>
                    <a:pt x="202000" y="7570"/>
                  </a:lnTo>
                  <a:cubicBezTo>
                    <a:pt x="204160" y="8703"/>
                    <a:pt x="207122" y="10258"/>
                    <a:pt x="208209" y="13014"/>
                  </a:cubicBezTo>
                  <a:cubicBezTo>
                    <a:pt x="208659" y="14157"/>
                    <a:pt x="208681" y="15157"/>
                    <a:pt x="208272" y="15990"/>
                  </a:cubicBezTo>
                  <a:cubicBezTo>
                    <a:pt x="207624" y="17309"/>
                    <a:pt x="205989" y="18018"/>
                    <a:pt x="204732" y="18381"/>
                  </a:cubicBezTo>
                  <a:cubicBezTo>
                    <a:pt x="201461" y="19325"/>
                    <a:pt x="198006" y="19797"/>
                    <a:pt x="194392" y="19797"/>
                  </a:cubicBezTo>
                  <a:cubicBezTo>
                    <a:pt x="190821" y="19797"/>
                    <a:pt x="187096" y="19336"/>
                    <a:pt x="183241" y="18415"/>
                  </a:cubicBezTo>
                  <a:cubicBezTo>
                    <a:pt x="179114" y="17429"/>
                    <a:pt x="174866" y="16057"/>
                    <a:pt x="170611" y="14337"/>
                  </a:cubicBezTo>
                  <a:cubicBezTo>
                    <a:pt x="166998" y="12878"/>
                    <a:pt x="163261" y="11368"/>
                    <a:pt x="159428" y="10535"/>
                  </a:cubicBezTo>
                  <a:cubicBezTo>
                    <a:pt x="157531" y="10122"/>
                    <a:pt x="155742" y="9916"/>
                    <a:pt x="154034" y="9916"/>
                  </a:cubicBezTo>
                  <a:cubicBezTo>
                    <a:pt x="152450" y="9916"/>
                    <a:pt x="150935" y="10094"/>
                    <a:pt x="149470" y="10449"/>
                  </a:cubicBezTo>
                  <a:cubicBezTo>
                    <a:pt x="145504" y="11411"/>
                    <a:pt x="142070" y="13874"/>
                    <a:pt x="138895" y="16316"/>
                  </a:cubicBezTo>
                  <a:cubicBezTo>
                    <a:pt x="136054" y="18501"/>
                    <a:pt x="133233" y="20858"/>
                    <a:pt x="130505" y="23139"/>
                  </a:cubicBezTo>
                  <a:cubicBezTo>
                    <a:pt x="126905" y="26149"/>
                    <a:pt x="123181" y="29264"/>
                    <a:pt x="119366" y="32010"/>
                  </a:cubicBezTo>
                  <a:cubicBezTo>
                    <a:pt x="107458" y="40580"/>
                    <a:pt x="92880" y="45107"/>
                    <a:pt x="76028" y="45462"/>
                  </a:cubicBezTo>
                  <a:cubicBezTo>
                    <a:pt x="75424" y="45475"/>
                    <a:pt x="74822" y="45482"/>
                    <a:pt x="74224" y="45482"/>
                  </a:cubicBezTo>
                  <a:cubicBezTo>
                    <a:pt x="58269" y="45482"/>
                    <a:pt x="44689" y="40929"/>
                    <a:pt x="33828" y="31942"/>
                  </a:cubicBezTo>
                  <a:cubicBezTo>
                    <a:pt x="27187" y="26448"/>
                    <a:pt x="20603" y="21405"/>
                    <a:pt x="13056" y="20088"/>
                  </a:cubicBezTo>
                  <a:cubicBezTo>
                    <a:pt x="11967" y="19897"/>
                    <a:pt x="10865" y="19801"/>
                    <a:pt x="9746" y="19801"/>
                  </a:cubicBezTo>
                  <a:cubicBezTo>
                    <a:pt x="6781" y="19801"/>
                    <a:pt x="3696" y="20474"/>
                    <a:pt x="406" y="21833"/>
                  </a:cubicBezTo>
                  <a:lnTo>
                    <a:pt x="406" y="14358"/>
                  </a:lnTo>
                  <a:cubicBezTo>
                    <a:pt x="1109" y="14230"/>
                    <a:pt x="1864" y="14110"/>
                    <a:pt x="2702" y="13993"/>
                  </a:cubicBezTo>
                  <a:cubicBezTo>
                    <a:pt x="5594" y="13588"/>
                    <a:pt x="8552" y="13414"/>
                    <a:pt x="11411" y="13245"/>
                  </a:cubicBezTo>
                  <a:lnTo>
                    <a:pt x="12958" y="13152"/>
                  </a:lnTo>
                  <a:cubicBezTo>
                    <a:pt x="15818" y="12978"/>
                    <a:pt x="18953" y="12785"/>
                    <a:pt x="22145" y="12785"/>
                  </a:cubicBezTo>
                  <a:cubicBezTo>
                    <a:pt x="23389" y="12785"/>
                    <a:pt x="24641" y="12814"/>
                    <a:pt x="25889" y="12885"/>
                  </a:cubicBezTo>
                  <a:cubicBezTo>
                    <a:pt x="29786" y="13104"/>
                    <a:pt x="33808" y="14150"/>
                    <a:pt x="38546" y="16169"/>
                  </a:cubicBezTo>
                  <a:cubicBezTo>
                    <a:pt x="52883" y="22283"/>
                    <a:pt x="69842" y="28659"/>
                    <a:pt x="86902" y="29591"/>
                  </a:cubicBezTo>
                  <a:cubicBezTo>
                    <a:pt x="88135" y="29659"/>
                    <a:pt x="89353" y="29692"/>
                    <a:pt x="90554" y="29692"/>
                  </a:cubicBezTo>
                  <a:cubicBezTo>
                    <a:pt x="97955" y="29692"/>
                    <a:pt x="104738" y="28414"/>
                    <a:pt x="110758" y="25880"/>
                  </a:cubicBezTo>
                  <a:cubicBezTo>
                    <a:pt x="117187" y="23174"/>
                    <a:pt x="123174" y="18993"/>
                    <a:pt x="128962" y="14950"/>
                  </a:cubicBezTo>
                  <a:cubicBezTo>
                    <a:pt x="130301" y="14015"/>
                    <a:pt x="131684" y="13050"/>
                    <a:pt x="133052" y="12117"/>
                  </a:cubicBezTo>
                  <a:cubicBezTo>
                    <a:pt x="136569" y="9716"/>
                    <a:pt x="140379" y="7249"/>
                    <a:pt x="144384" y="5460"/>
                  </a:cubicBezTo>
                  <a:cubicBezTo>
                    <a:pt x="148006" y="3842"/>
                    <a:pt x="151905" y="2608"/>
                    <a:pt x="155970" y="1792"/>
                  </a:cubicBezTo>
                  <a:cubicBezTo>
                    <a:pt x="159701" y="1042"/>
                    <a:pt x="163680" y="640"/>
                    <a:pt x="168868" y="486"/>
                  </a:cubicBezTo>
                  <a:cubicBezTo>
                    <a:pt x="170413" y="440"/>
                    <a:pt x="172001" y="405"/>
                    <a:pt x="173615" y="405"/>
                  </a:cubicBezTo>
                  <a:close/>
                  <a:moveTo>
                    <a:pt x="173609" y="0"/>
                  </a:moveTo>
                  <a:cubicBezTo>
                    <a:pt x="171993" y="0"/>
                    <a:pt x="170405" y="35"/>
                    <a:pt x="168858" y="80"/>
                  </a:cubicBezTo>
                  <a:cubicBezTo>
                    <a:pt x="163644" y="234"/>
                    <a:pt x="159645" y="639"/>
                    <a:pt x="155891" y="1393"/>
                  </a:cubicBezTo>
                  <a:cubicBezTo>
                    <a:pt x="151795" y="2216"/>
                    <a:pt x="147870" y="3459"/>
                    <a:pt x="144219" y="5088"/>
                  </a:cubicBezTo>
                  <a:cubicBezTo>
                    <a:pt x="140186" y="6888"/>
                    <a:pt x="136359" y="9369"/>
                    <a:pt x="132824" y="11781"/>
                  </a:cubicBezTo>
                  <a:cubicBezTo>
                    <a:pt x="131454" y="12715"/>
                    <a:pt x="130070" y="13683"/>
                    <a:pt x="128732" y="14617"/>
                  </a:cubicBezTo>
                  <a:cubicBezTo>
                    <a:pt x="122961" y="18648"/>
                    <a:pt x="116993" y="22817"/>
                    <a:pt x="110602" y="25506"/>
                  </a:cubicBezTo>
                  <a:cubicBezTo>
                    <a:pt x="104631" y="28019"/>
                    <a:pt x="97899" y="29287"/>
                    <a:pt x="90554" y="29287"/>
                  </a:cubicBezTo>
                  <a:cubicBezTo>
                    <a:pt x="89360" y="29287"/>
                    <a:pt x="88149" y="29254"/>
                    <a:pt x="86923" y="29187"/>
                  </a:cubicBezTo>
                  <a:cubicBezTo>
                    <a:pt x="69926" y="28261"/>
                    <a:pt x="53010" y="21898"/>
                    <a:pt x="38703" y="15797"/>
                  </a:cubicBezTo>
                  <a:cubicBezTo>
                    <a:pt x="33922" y="13758"/>
                    <a:pt x="29857" y="12704"/>
                    <a:pt x="25911" y="12481"/>
                  </a:cubicBezTo>
                  <a:cubicBezTo>
                    <a:pt x="24653" y="12410"/>
                    <a:pt x="23392" y="12381"/>
                    <a:pt x="22140" y="12381"/>
                  </a:cubicBezTo>
                  <a:cubicBezTo>
                    <a:pt x="18938" y="12381"/>
                    <a:pt x="15797" y="12572"/>
                    <a:pt x="12931" y="12748"/>
                  </a:cubicBezTo>
                  <a:lnTo>
                    <a:pt x="11384" y="12841"/>
                  </a:lnTo>
                  <a:cubicBezTo>
                    <a:pt x="8518" y="13010"/>
                    <a:pt x="5551" y="13184"/>
                    <a:pt x="2644" y="13591"/>
                  </a:cubicBezTo>
                  <a:cubicBezTo>
                    <a:pt x="1731" y="13718"/>
                    <a:pt x="921" y="13848"/>
                    <a:pt x="165" y="13990"/>
                  </a:cubicBezTo>
                  <a:lnTo>
                    <a:pt x="0" y="14020"/>
                  </a:lnTo>
                  <a:lnTo>
                    <a:pt x="0" y="22434"/>
                  </a:lnTo>
                  <a:lnTo>
                    <a:pt x="280" y="22317"/>
                  </a:lnTo>
                  <a:cubicBezTo>
                    <a:pt x="3624" y="20902"/>
                    <a:pt x="6748" y="20202"/>
                    <a:pt x="9745" y="20202"/>
                  </a:cubicBezTo>
                  <a:cubicBezTo>
                    <a:pt x="10841" y="20202"/>
                    <a:pt x="11920" y="20296"/>
                    <a:pt x="12987" y="20482"/>
                  </a:cubicBezTo>
                  <a:cubicBezTo>
                    <a:pt x="20436" y="21784"/>
                    <a:pt x="26975" y="26792"/>
                    <a:pt x="33571" y="32250"/>
                  </a:cubicBezTo>
                  <a:cubicBezTo>
                    <a:pt x="44508" y="41302"/>
                    <a:pt x="58178" y="45884"/>
                    <a:pt x="74230" y="45884"/>
                  </a:cubicBezTo>
                  <a:cubicBezTo>
                    <a:pt x="74828" y="45884"/>
                    <a:pt x="75434" y="45878"/>
                    <a:pt x="76041" y="45864"/>
                  </a:cubicBezTo>
                  <a:cubicBezTo>
                    <a:pt x="92973" y="45507"/>
                    <a:pt x="107630" y="40953"/>
                    <a:pt x="119603" y="32334"/>
                  </a:cubicBezTo>
                  <a:cubicBezTo>
                    <a:pt x="123430" y="29580"/>
                    <a:pt x="127160" y="26462"/>
                    <a:pt x="130767" y="23446"/>
                  </a:cubicBezTo>
                  <a:cubicBezTo>
                    <a:pt x="133490" y="21168"/>
                    <a:pt x="136306" y="18812"/>
                    <a:pt x="139143" y="16633"/>
                  </a:cubicBezTo>
                  <a:cubicBezTo>
                    <a:pt x="142286" y="14218"/>
                    <a:pt x="145678" y="11782"/>
                    <a:pt x="149569" y="10839"/>
                  </a:cubicBezTo>
                  <a:cubicBezTo>
                    <a:pt x="151002" y="10492"/>
                    <a:pt x="152486" y="10318"/>
                    <a:pt x="154040" y="10318"/>
                  </a:cubicBezTo>
                  <a:cubicBezTo>
                    <a:pt x="155718" y="10318"/>
                    <a:pt x="157477" y="10521"/>
                    <a:pt x="159345" y="10926"/>
                  </a:cubicBezTo>
                  <a:cubicBezTo>
                    <a:pt x="163146" y="11754"/>
                    <a:pt x="166866" y="13255"/>
                    <a:pt x="170463" y="14710"/>
                  </a:cubicBezTo>
                  <a:cubicBezTo>
                    <a:pt x="174735" y="16434"/>
                    <a:pt x="179004" y="17813"/>
                    <a:pt x="183149" y="18805"/>
                  </a:cubicBezTo>
                  <a:cubicBezTo>
                    <a:pt x="187035" y="19734"/>
                    <a:pt x="190791" y="20198"/>
                    <a:pt x="194393" y="20198"/>
                  </a:cubicBezTo>
                  <a:cubicBezTo>
                    <a:pt x="198045" y="20198"/>
                    <a:pt x="201538" y="19721"/>
                    <a:pt x="204846" y="18766"/>
                  </a:cubicBezTo>
                  <a:cubicBezTo>
                    <a:pt x="206788" y="18205"/>
                    <a:pt x="208062" y="17332"/>
                    <a:pt x="208634" y="16167"/>
                  </a:cubicBezTo>
                  <a:cubicBezTo>
                    <a:pt x="209095" y="15229"/>
                    <a:pt x="209080" y="14117"/>
                    <a:pt x="208584" y="12865"/>
                  </a:cubicBezTo>
                  <a:cubicBezTo>
                    <a:pt x="207441" y="9969"/>
                    <a:pt x="204404" y="8376"/>
                    <a:pt x="202188" y="7211"/>
                  </a:cubicBezTo>
                  <a:lnTo>
                    <a:pt x="201831" y="7024"/>
                  </a:lnTo>
                  <a:cubicBezTo>
                    <a:pt x="194760" y="3289"/>
                    <a:pt x="188306" y="1132"/>
                    <a:pt x="182098" y="427"/>
                  </a:cubicBezTo>
                  <a:cubicBezTo>
                    <a:pt x="179239" y="102"/>
                    <a:pt x="176384" y="0"/>
                    <a:pt x="1736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16"/>
            <p:cNvSpPr/>
            <p:nvPr/>
          </p:nvSpPr>
          <p:spPr>
            <a:xfrm flipH="1" rot="10800000">
              <a:off x="-97184" y="4699471"/>
              <a:ext cx="807313" cy="330705"/>
            </a:xfrm>
            <a:custGeom>
              <a:rect b="b" l="l" r="r" t="t"/>
              <a:pathLst>
                <a:path extrusionOk="0" h="8264" w="20174">
                  <a:moveTo>
                    <a:pt x="10888" y="404"/>
                  </a:moveTo>
                  <a:cubicBezTo>
                    <a:pt x="11749" y="404"/>
                    <a:pt x="12597" y="461"/>
                    <a:pt x="13422" y="602"/>
                  </a:cubicBezTo>
                  <a:cubicBezTo>
                    <a:pt x="15472" y="954"/>
                    <a:pt x="17153" y="1897"/>
                    <a:pt x="18413" y="3404"/>
                  </a:cubicBezTo>
                  <a:cubicBezTo>
                    <a:pt x="19054" y="4170"/>
                    <a:pt x="19787" y="5267"/>
                    <a:pt x="19634" y="6147"/>
                  </a:cubicBezTo>
                  <a:cubicBezTo>
                    <a:pt x="19567" y="6546"/>
                    <a:pt x="19324" y="6863"/>
                    <a:pt x="18894" y="7118"/>
                  </a:cubicBezTo>
                  <a:cubicBezTo>
                    <a:pt x="17704" y="7820"/>
                    <a:pt x="16206" y="7861"/>
                    <a:pt x="14950" y="7861"/>
                  </a:cubicBezTo>
                  <a:cubicBezTo>
                    <a:pt x="14860" y="7861"/>
                    <a:pt x="14771" y="7861"/>
                    <a:pt x="14684" y="7861"/>
                  </a:cubicBezTo>
                  <a:cubicBezTo>
                    <a:pt x="13289" y="7856"/>
                    <a:pt x="11866" y="7753"/>
                    <a:pt x="10488" y="7653"/>
                  </a:cubicBezTo>
                  <a:cubicBezTo>
                    <a:pt x="9887" y="7608"/>
                    <a:pt x="9287" y="7565"/>
                    <a:pt x="8687" y="7529"/>
                  </a:cubicBezTo>
                  <a:cubicBezTo>
                    <a:pt x="5827" y="7359"/>
                    <a:pt x="3245" y="7206"/>
                    <a:pt x="649" y="7206"/>
                  </a:cubicBezTo>
                  <a:cubicBezTo>
                    <a:pt x="568" y="7206"/>
                    <a:pt x="486" y="7206"/>
                    <a:pt x="405" y="7206"/>
                  </a:cubicBezTo>
                  <a:lnTo>
                    <a:pt x="405" y="1428"/>
                  </a:lnTo>
                  <a:cubicBezTo>
                    <a:pt x="2017" y="1368"/>
                    <a:pt x="3674" y="1139"/>
                    <a:pt x="5280" y="919"/>
                  </a:cubicBezTo>
                  <a:cubicBezTo>
                    <a:pt x="7141" y="665"/>
                    <a:pt x="9044" y="404"/>
                    <a:pt x="10888" y="404"/>
                  </a:cubicBezTo>
                  <a:close/>
                  <a:moveTo>
                    <a:pt x="10888" y="1"/>
                  </a:moveTo>
                  <a:cubicBezTo>
                    <a:pt x="9018" y="1"/>
                    <a:pt x="7099" y="265"/>
                    <a:pt x="5223" y="522"/>
                  </a:cubicBezTo>
                  <a:cubicBezTo>
                    <a:pt x="3564" y="751"/>
                    <a:pt x="1848" y="984"/>
                    <a:pt x="195" y="1034"/>
                  </a:cubicBezTo>
                  <a:lnTo>
                    <a:pt x="1" y="1039"/>
                  </a:lnTo>
                  <a:lnTo>
                    <a:pt x="1" y="7612"/>
                  </a:lnTo>
                  <a:lnTo>
                    <a:pt x="202" y="7612"/>
                  </a:lnTo>
                  <a:cubicBezTo>
                    <a:pt x="266" y="7612"/>
                    <a:pt x="330" y="7612"/>
                    <a:pt x="393" y="7612"/>
                  </a:cubicBezTo>
                  <a:cubicBezTo>
                    <a:pt x="3056" y="7612"/>
                    <a:pt x="5717" y="7756"/>
                    <a:pt x="8664" y="7932"/>
                  </a:cubicBezTo>
                  <a:cubicBezTo>
                    <a:pt x="9261" y="7968"/>
                    <a:pt x="9860" y="8012"/>
                    <a:pt x="10460" y="8055"/>
                  </a:cubicBezTo>
                  <a:cubicBezTo>
                    <a:pt x="11844" y="8155"/>
                    <a:pt x="13275" y="8259"/>
                    <a:pt x="14682" y="8264"/>
                  </a:cubicBezTo>
                  <a:lnTo>
                    <a:pt x="14998" y="8264"/>
                  </a:lnTo>
                  <a:cubicBezTo>
                    <a:pt x="16295" y="8264"/>
                    <a:pt x="17831" y="8211"/>
                    <a:pt x="19096" y="7463"/>
                  </a:cubicBezTo>
                  <a:cubicBezTo>
                    <a:pt x="19626" y="7152"/>
                    <a:pt x="19940" y="6730"/>
                    <a:pt x="20030" y="6216"/>
                  </a:cubicBezTo>
                  <a:cubicBezTo>
                    <a:pt x="20173" y="5387"/>
                    <a:pt x="19732" y="4354"/>
                    <a:pt x="18720" y="3145"/>
                  </a:cubicBezTo>
                  <a:cubicBezTo>
                    <a:pt x="17395" y="1562"/>
                    <a:pt x="15637" y="574"/>
                    <a:pt x="13488" y="205"/>
                  </a:cubicBezTo>
                  <a:cubicBezTo>
                    <a:pt x="12639" y="59"/>
                    <a:pt x="11769" y="1"/>
                    <a:pt x="108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16"/>
            <p:cNvSpPr/>
            <p:nvPr/>
          </p:nvSpPr>
          <p:spPr>
            <a:xfrm flipH="1" rot="10800000">
              <a:off x="-97104" y="3339961"/>
              <a:ext cx="9377861" cy="2035410"/>
            </a:xfrm>
            <a:custGeom>
              <a:rect b="b" l="l" r="r" t="t"/>
              <a:pathLst>
                <a:path extrusionOk="0" h="50863" w="234344">
                  <a:moveTo>
                    <a:pt x="233940" y="621"/>
                  </a:moveTo>
                  <a:lnTo>
                    <a:pt x="233940" y="12077"/>
                  </a:lnTo>
                  <a:cubicBezTo>
                    <a:pt x="232371" y="13846"/>
                    <a:pt x="230619" y="15358"/>
                    <a:pt x="228734" y="16565"/>
                  </a:cubicBezTo>
                  <a:cubicBezTo>
                    <a:pt x="224484" y="19289"/>
                    <a:pt x="219376" y="20857"/>
                    <a:pt x="213122" y="21360"/>
                  </a:cubicBezTo>
                  <a:cubicBezTo>
                    <a:pt x="211653" y="21479"/>
                    <a:pt x="210146" y="21539"/>
                    <a:pt x="208580" y="21539"/>
                  </a:cubicBezTo>
                  <a:cubicBezTo>
                    <a:pt x="205000" y="21539"/>
                    <a:pt x="201109" y="21226"/>
                    <a:pt x="196647" y="20590"/>
                  </a:cubicBezTo>
                  <a:lnTo>
                    <a:pt x="196529" y="20574"/>
                  </a:lnTo>
                  <a:cubicBezTo>
                    <a:pt x="194477" y="20283"/>
                    <a:pt x="192356" y="19981"/>
                    <a:pt x="190306" y="19457"/>
                  </a:cubicBezTo>
                  <a:cubicBezTo>
                    <a:pt x="188131" y="18901"/>
                    <a:pt x="186302" y="18457"/>
                    <a:pt x="184446" y="18095"/>
                  </a:cubicBezTo>
                  <a:cubicBezTo>
                    <a:pt x="182413" y="17700"/>
                    <a:pt x="180221" y="17338"/>
                    <a:pt x="178016" y="17338"/>
                  </a:cubicBezTo>
                  <a:cubicBezTo>
                    <a:pt x="177942" y="17338"/>
                    <a:pt x="177867" y="17339"/>
                    <a:pt x="177792" y="17340"/>
                  </a:cubicBezTo>
                  <a:cubicBezTo>
                    <a:pt x="176496" y="17354"/>
                    <a:pt x="174542" y="17378"/>
                    <a:pt x="173323" y="18637"/>
                  </a:cubicBezTo>
                  <a:cubicBezTo>
                    <a:pt x="172261" y="19733"/>
                    <a:pt x="172397" y="21555"/>
                    <a:pt x="173080" y="22788"/>
                  </a:cubicBezTo>
                  <a:cubicBezTo>
                    <a:pt x="174004" y="24459"/>
                    <a:pt x="175665" y="25395"/>
                    <a:pt x="177319" y="26158"/>
                  </a:cubicBezTo>
                  <a:cubicBezTo>
                    <a:pt x="180088" y="27433"/>
                    <a:pt x="183032" y="28076"/>
                    <a:pt x="185878" y="28699"/>
                  </a:cubicBezTo>
                  <a:cubicBezTo>
                    <a:pt x="186544" y="28844"/>
                    <a:pt x="187205" y="28990"/>
                    <a:pt x="187866" y="29142"/>
                  </a:cubicBezTo>
                  <a:cubicBezTo>
                    <a:pt x="191326" y="29942"/>
                    <a:pt x="194903" y="30405"/>
                    <a:pt x="198362" y="30852"/>
                  </a:cubicBezTo>
                  <a:lnTo>
                    <a:pt x="199879" y="31048"/>
                  </a:lnTo>
                  <a:cubicBezTo>
                    <a:pt x="203501" y="31524"/>
                    <a:pt x="207493" y="31975"/>
                    <a:pt x="212443" y="32469"/>
                  </a:cubicBezTo>
                  <a:cubicBezTo>
                    <a:pt x="216296" y="32854"/>
                    <a:pt x="220110" y="33192"/>
                    <a:pt x="223683" y="33505"/>
                  </a:cubicBezTo>
                  <a:cubicBezTo>
                    <a:pt x="226437" y="33747"/>
                    <a:pt x="229366" y="34040"/>
                    <a:pt x="232268" y="34727"/>
                  </a:cubicBezTo>
                  <a:cubicBezTo>
                    <a:pt x="232812" y="34856"/>
                    <a:pt x="233374" y="35011"/>
                    <a:pt x="233940" y="35186"/>
                  </a:cubicBezTo>
                  <a:lnTo>
                    <a:pt x="233940" y="50330"/>
                  </a:lnTo>
                  <a:cubicBezTo>
                    <a:pt x="227593" y="48509"/>
                    <a:pt x="220754" y="46238"/>
                    <a:pt x="213042" y="43386"/>
                  </a:cubicBezTo>
                  <a:cubicBezTo>
                    <a:pt x="208088" y="41555"/>
                    <a:pt x="202988" y="39512"/>
                    <a:pt x="197884" y="37317"/>
                  </a:cubicBezTo>
                  <a:cubicBezTo>
                    <a:pt x="195613" y="36339"/>
                    <a:pt x="193318" y="35281"/>
                    <a:pt x="191099" y="34257"/>
                  </a:cubicBezTo>
                  <a:cubicBezTo>
                    <a:pt x="188401" y="33014"/>
                    <a:pt x="185611" y="31726"/>
                    <a:pt x="182833" y="30573"/>
                  </a:cubicBezTo>
                  <a:cubicBezTo>
                    <a:pt x="172649" y="26340"/>
                    <a:pt x="162754" y="24195"/>
                    <a:pt x="153409" y="24195"/>
                  </a:cubicBezTo>
                  <a:cubicBezTo>
                    <a:pt x="153178" y="24195"/>
                    <a:pt x="152948" y="24197"/>
                    <a:pt x="152719" y="24198"/>
                  </a:cubicBezTo>
                  <a:cubicBezTo>
                    <a:pt x="142080" y="24319"/>
                    <a:pt x="132064" y="27884"/>
                    <a:pt x="122824" y="31721"/>
                  </a:cubicBezTo>
                  <a:cubicBezTo>
                    <a:pt x="112729" y="35913"/>
                    <a:pt x="102805" y="39822"/>
                    <a:pt x="92400" y="41608"/>
                  </a:cubicBezTo>
                  <a:cubicBezTo>
                    <a:pt x="82867" y="43244"/>
                    <a:pt x="72721" y="44299"/>
                    <a:pt x="61383" y="44830"/>
                  </a:cubicBezTo>
                  <a:cubicBezTo>
                    <a:pt x="58519" y="44965"/>
                    <a:pt x="55783" y="45032"/>
                    <a:pt x="53152" y="45032"/>
                  </a:cubicBezTo>
                  <a:cubicBezTo>
                    <a:pt x="45012" y="45032"/>
                    <a:pt x="37887" y="44383"/>
                    <a:pt x="31169" y="43050"/>
                  </a:cubicBezTo>
                  <a:cubicBezTo>
                    <a:pt x="24718" y="41770"/>
                    <a:pt x="18066" y="39641"/>
                    <a:pt x="11397" y="36720"/>
                  </a:cubicBezTo>
                  <a:cubicBezTo>
                    <a:pt x="7680" y="35093"/>
                    <a:pt x="3780" y="33224"/>
                    <a:pt x="405" y="30582"/>
                  </a:cubicBezTo>
                  <a:lnTo>
                    <a:pt x="405" y="21725"/>
                  </a:lnTo>
                  <a:cubicBezTo>
                    <a:pt x="5173" y="23118"/>
                    <a:pt x="10001" y="24631"/>
                    <a:pt x="14673" y="26094"/>
                  </a:cubicBezTo>
                  <a:cubicBezTo>
                    <a:pt x="18472" y="27283"/>
                    <a:pt x="22397" y="28512"/>
                    <a:pt x="26269" y="29670"/>
                  </a:cubicBezTo>
                  <a:cubicBezTo>
                    <a:pt x="42759" y="34607"/>
                    <a:pt x="58954" y="38982"/>
                    <a:pt x="74991" y="38982"/>
                  </a:cubicBezTo>
                  <a:cubicBezTo>
                    <a:pt x="78823" y="38982"/>
                    <a:pt x="82649" y="38732"/>
                    <a:pt x="86466" y="38179"/>
                  </a:cubicBezTo>
                  <a:cubicBezTo>
                    <a:pt x="95509" y="36872"/>
                    <a:pt x="104228" y="33938"/>
                    <a:pt x="112383" y="29455"/>
                  </a:cubicBezTo>
                  <a:cubicBezTo>
                    <a:pt x="116730" y="27066"/>
                    <a:pt x="120985" y="24195"/>
                    <a:pt x="125029" y="20922"/>
                  </a:cubicBezTo>
                  <a:cubicBezTo>
                    <a:pt x="126767" y="19511"/>
                    <a:pt x="128488" y="17994"/>
                    <a:pt x="130152" y="16524"/>
                  </a:cubicBezTo>
                  <a:cubicBezTo>
                    <a:pt x="131788" y="15078"/>
                    <a:pt x="133483" y="13582"/>
                    <a:pt x="135190" y="12196"/>
                  </a:cubicBezTo>
                  <a:cubicBezTo>
                    <a:pt x="137654" y="10200"/>
                    <a:pt x="140969" y="7788"/>
                    <a:pt x="144768" y="6873"/>
                  </a:cubicBezTo>
                  <a:cubicBezTo>
                    <a:pt x="145990" y="6580"/>
                    <a:pt x="147258" y="6432"/>
                    <a:pt x="148594" y="6432"/>
                  </a:cubicBezTo>
                  <a:cubicBezTo>
                    <a:pt x="151134" y="6432"/>
                    <a:pt x="153922" y="6966"/>
                    <a:pt x="157120" y="8052"/>
                  </a:cubicBezTo>
                  <a:cubicBezTo>
                    <a:pt x="165254" y="10813"/>
                    <a:pt x="174727" y="13878"/>
                    <a:pt x="184226" y="15304"/>
                  </a:cubicBezTo>
                  <a:cubicBezTo>
                    <a:pt x="187914" y="15858"/>
                    <a:pt x="191419" y="16136"/>
                    <a:pt x="194766" y="16136"/>
                  </a:cubicBezTo>
                  <a:cubicBezTo>
                    <a:pt x="200932" y="16136"/>
                    <a:pt x="206557" y="15192"/>
                    <a:pt x="211781" y="13295"/>
                  </a:cubicBezTo>
                  <a:cubicBezTo>
                    <a:pt x="216509" y="11579"/>
                    <a:pt x="220789" y="8892"/>
                    <a:pt x="224351" y="6492"/>
                  </a:cubicBezTo>
                  <a:cubicBezTo>
                    <a:pt x="224766" y="6212"/>
                    <a:pt x="225182" y="5928"/>
                    <a:pt x="225598" y="5645"/>
                  </a:cubicBezTo>
                  <a:cubicBezTo>
                    <a:pt x="228277" y="3826"/>
                    <a:pt x="231045" y="1944"/>
                    <a:pt x="233940" y="621"/>
                  </a:cubicBezTo>
                  <a:close/>
                  <a:moveTo>
                    <a:pt x="234344" y="1"/>
                  </a:moveTo>
                  <a:lnTo>
                    <a:pt x="234062" y="127"/>
                  </a:lnTo>
                  <a:cubicBezTo>
                    <a:pt x="231032" y="1470"/>
                    <a:pt x="228156" y="3423"/>
                    <a:pt x="225375" y="5313"/>
                  </a:cubicBezTo>
                  <a:cubicBezTo>
                    <a:pt x="224959" y="5595"/>
                    <a:pt x="224545" y="5878"/>
                    <a:pt x="224128" y="6158"/>
                  </a:cubicBezTo>
                  <a:cubicBezTo>
                    <a:pt x="220589" y="8544"/>
                    <a:pt x="216336" y="11214"/>
                    <a:pt x="211647" y="12916"/>
                  </a:cubicBezTo>
                  <a:cubicBezTo>
                    <a:pt x="206466" y="14796"/>
                    <a:pt x="200885" y="15732"/>
                    <a:pt x="194765" y="15732"/>
                  </a:cubicBezTo>
                  <a:cubicBezTo>
                    <a:pt x="191440" y="15732"/>
                    <a:pt x="187955" y="15456"/>
                    <a:pt x="184289" y="14905"/>
                  </a:cubicBezTo>
                  <a:cubicBezTo>
                    <a:pt x="174822" y="13485"/>
                    <a:pt x="165370" y="10424"/>
                    <a:pt x="157251" y="7671"/>
                  </a:cubicBezTo>
                  <a:cubicBezTo>
                    <a:pt x="154011" y="6571"/>
                    <a:pt x="151182" y="6028"/>
                    <a:pt x="148600" y="6028"/>
                  </a:cubicBezTo>
                  <a:cubicBezTo>
                    <a:pt x="147230" y="6028"/>
                    <a:pt x="145930" y="6181"/>
                    <a:pt x="144675" y="6483"/>
                  </a:cubicBezTo>
                  <a:cubicBezTo>
                    <a:pt x="140797" y="7416"/>
                    <a:pt x="137434" y="9860"/>
                    <a:pt x="134939" y="11886"/>
                  </a:cubicBezTo>
                  <a:cubicBezTo>
                    <a:pt x="133224" y="13277"/>
                    <a:pt x="131528" y="14775"/>
                    <a:pt x="129887" y="16224"/>
                  </a:cubicBezTo>
                  <a:cubicBezTo>
                    <a:pt x="128225" y="17690"/>
                    <a:pt x="126509" y="19207"/>
                    <a:pt x="124774" y="20610"/>
                  </a:cubicBezTo>
                  <a:cubicBezTo>
                    <a:pt x="120749" y="23869"/>
                    <a:pt x="116514" y="26727"/>
                    <a:pt x="112189" y="29105"/>
                  </a:cubicBezTo>
                  <a:cubicBezTo>
                    <a:pt x="104076" y="33564"/>
                    <a:pt x="95402" y="36484"/>
                    <a:pt x="86407" y="37785"/>
                  </a:cubicBezTo>
                  <a:cubicBezTo>
                    <a:pt x="82611" y="38334"/>
                    <a:pt x="78806" y="38583"/>
                    <a:pt x="74991" y="38583"/>
                  </a:cubicBezTo>
                  <a:cubicBezTo>
                    <a:pt x="59005" y="38583"/>
                    <a:pt x="42843" y="34216"/>
                    <a:pt x="26384" y="29289"/>
                  </a:cubicBezTo>
                  <a:cubicBezTo>
                    <a:pt x="22516" y="28130"/>
                    <a:pt x="18589" y="26901"/>
                    <a:pt x="14793" y="25711"/>
                  </a:cubicBezTo>
                  <a:cubicBezTo>
                    <a:pt x="10035" y="24222"/>
                    <a:pt x="5116" y="22681"/>
                    <a:pt x="257" y="21265"/>
                  </a:cubicBezTo>
                  <a:lnTo>
                    <a:pt x="0" y="21189"/>
                  </a:lnTo>
                  <a:lnTo>
                    <a:pt x="0" y="30778"/>
                  </a:lnTo>
                  <a:lnTo>
                    <a:pt x="77" y="30839"/>
                  </a:lnTo>
                  <a:cubicBezTo>
                    <a:pt x="3505" y="33541"/>
                    <a:pt x="7466" y="35440"/>
                    <a:pt x="11235" y="37090"/>
                  </a:cubicBezTo>
                  <a:cubicBezTo>
                    <a:pt x="17931" y="40022"/>
                    <a:pt x="24610" y="42161"/>
                    <a:pt x="31090" y="43447"/>
                  </a:cubicBezTo>
                  <a:cubicBezTo>
                    <a:pt x="37834" y="44786"/>
                    <a:pt x="44983" y="45437"/>
                    <a:pt x="53148" y="45437"/>
                  </a:cubicBezTo>
                  <a:cubicBezTo>
                    <a:pt x="55786" y="45437"/>
                    <a:pt x="58530" y="45369"/>
                    <a:pt x="61401" y="45235"/>
                  </a:cubicBezTo>
                  <a:cubicBezTo>
                    <a:pt x="72756" y="44700"/>
                    <a:pt x="82917" y="43644"/>
                    <a:pt x="92467" y="42007"/>
                  </a:cubicBezTo>
                  <a:cubicBezTo>
                    <a:pt x="102913" y="40214"/>
                    <a:pt x="112861" y="36296"/>
                    <a:pt x="122978" y="32095"/>
                  </a:cubicBezTo>
                  <a:cubicBezTo>
                    <a:pt x="132181" y="28274"/>
                    <a:pt x="142153" y="24722"/>
                    <a:pt x="152725" y="24602"/>
                  </a:cubicBezTo>
                  <a:cubicBezTo>
                    <a:pt x="152952" y="24600"/>
                    <a:pt x="153179" y="24598"/>
                    <a:pt x="153407" y="24598"/>
                  </a:cubicBezTo>
                  <a:cubicBezTo>
                    <a:pt x="162694" y="24598"/>
                    <a:pt x="172541" y="26730"/>
                    <a:pt x="182679" y="30945"/>
                  </a:cubicBezTo>
                  <a:cubicBezTo>
                    <a:pt x="185447" y="32095"/>
                    <a:pt x="188234" y="33381"/>
                    <a:pt x="190930" y="34624"/>
                  </a:cubicBezTo>
                  <a:cubicBezTo>
                    <a:pt x="193152" y="35649"/>
                    <a:pt x="195448" y="36707"/>
                    <a:pt x="197726" y="37686"/>
                  </a:cubicBezTo>
                  <a:cubicBezTo>
                    <a:pt x="202837" y="39885"/>
                    <a:pt x="207942" y="41928"/>
                    <a:pt x="212901" y="43763"/>
                  </a:cubicBezTo>
                  <a:cubicBezTo>
                    <a:pt x="220729" y="46656"/>
                    <a:pt x="227658" y="48955"/>
                    <a:pt x="234085" y="50788"/>
                  </a:cubicBezTo>
                  <a:lnTo>
                    <a:pt x="234341" y="50863"/>
                  </a:lnTo>
                  <a:lnTo>
                    <a:pt x="234344" y="50863"/>
                  </a:lnTo>
                  <a:lnTo>
                    <a:pt x="234344" y="34896"/>
                  </a:lnTo>
                  <a:lnTo>
                    <a:pt x="234204" y="34850"/>
                  </a:lnTo>
                  <a:cubicBezTo>
                    <a:pt x="233582" y="34654"/>
                    <a:pt x="232962" y="34481"/>
                    <a:pt x="232362" y="34340"/>
                  </a:cubicBezTo>
                  <a:cubicBezTo>
                    <a:pt x="229433" y="33647"/>
                    <a:pt x="226488" y="33352"/>
                    <a:pt x="223721" y="33110"/>
                  </a:cubicBezTo>
                  <a:cubicBezTo>
                    <a:pt x="220148" y="32797"/>
                    <a:pt x="216338" y="32457"/>
                    <a:pt x="212486" y="32074"/>
                  </a:cubicBezTo>
                  <a:cubicBezTo>
                    <a:pt x="207542" y="31581"/>
                    <a:pt x="203553" y="31128"/>
                    <a:pt x="199935" y="30653"/>
                  </a:cubicBezTo>
                  <a:lnTo>
                    <a:pt x="198416" y="30455"/>
                  </a:lnTo>
                  <a:cubicBezTo>
                    <a:pt x="194968" y="30009"/>
                    <a:pt x="191400" y="29547"/>
                    <a:pt x="187960" y="28753"/>
                  </a:cubicBezTo>
                  <a:cubicBezTo>
                    <a:pt x="187298" y="28602"/>
                    <a:pt x="186634" y="28454"/>
                    <a:pt x="185969" y="28310"/>
                  </a:cubicBezTo>
                  <a:cubicBezTo>
                    <a:pt x="183145" y="27690"/>
                    <a:pt x="180223" y="27051"/>
                    <a:pt x="177494" y="25795"/>
                  </a:cubicBezTo>
                  <a:cubicBezTo>
                    <a:pt x="176009" y="25111"/>
                    <a:pt x="174350" y="24245"/>
                    <a:pt x="173437" y="22596"/>
                  </a:cubicBezTo>
                  <a:cubicBezTo>
                    <a:pt x="172829" y="21493"/>
                    <a:pt x="172693" y="19876"/>
                    <a:pt x="173617" y="18921"/>
                  </a:cubicBezTo>
                  <a:cubicBezTo>
                    <a:pt x="174717" y="17783"/>
                    <a:pt x="176574" y="17760"/>
                    <a:pt x="177801" y="17745"/>
                  </a:cubicBezTo>
                  <a:cubicBezTo>
                    <a:pt x="177883" y="17744"/>
                    <a:pt x="177965" y="17744"/>
                    <a:pt x="178047" y="17744"/>
                  </a:cubicBezTo>
                  <a:cubicBezTo>
                    <a:pt x="180223" y="17744"/>
                    <a:pt x="182367" y="18103"/>
                    <a:pt x="184375" y="18494"/>
                  </a:cubicBezTo>
                  <a:cubicBezTo>
                    <a:pt x="186221" y="18853"/>
                    <a:pt x="188043" y="19296"/>
                    <a:pt x="190212" y="19850"/>
                  </a:cubicBezTo>
                  <a:cubicBezTo>
                    <a:pt x="192283" y="20380"/>
                    <a:pt x="194415" y="20683"/>
                    <a:pt x="196477" y="20976"/>
                  </a:cubicBezTo>
                  <a:lnTo>
                    <a:pt x="196594" y="20993"/>
                  </a:lnTo>
                  <a:cubicBezTo>
                    <a:pt x="201071" y="21630"/>
                    <a:pt x="204978" y="21943"/>
                    <a:pt x="208576" y="21943"/>
                  </a:cubicBezTo>
                  <a:cubicBezTo>
                    <a:pt x="210156" y="21943"/>
                    <a:pt x="211676" y="21883"/>
                    <a:pt x="213159" y="21763"/>
                  </a:cubicBezTo>
                  <a:cubicBezTo>
                    <a:pt x="219481" y="21255"/>
                    <a:pt x="224648" y="19666"/>
                    <a:pt x="228956" y="16905"/>
                  </a:cubicBezTo>
                  <a:cubicBezTo>
                    <a:pt x="230892" y="15665"/>
                    <a:pt x="232689" y="14110"/>
                    <a:pt x="234294" y="12287"/>
                  </a:cubicBezTo>
                  <a:lnTo>
                    <a:pt x="234344" y="12230"/>
                  </a:lnTo>
                  <a:lnTo>
                    <a:pt x="23434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16"/>
            <p:cNvSpPr/>
            <p:nvPr/>
          </p:nvSpPr>
          <p:spPr>
            <a:xfrm flipH="1" rot="10800000">
              <a:off x="-97264" y="2923520"/>
              <a:ext cx="5171942" cy="1031731"/>
            </a:xfrm>
            <a:custGeom>
              <a:rect b="b" l="l" r="r" t="t"/>
              <a:pathLst>
                <a:path extrusionOk="0" h="25782" w="129242">
                  <a:moveTo>
                    <a:pt x="125667" y="404"/>
                  </a:moveTo>
                  <a:cubicBezTo>
                    <a:pt x="125949" y="404"/>
                    <a:pt x="126232" y="415"/>
                    <a:pt x="126514" y="437"/>
                  </a:cubicBezTo>
                  <a:cubicBezTo>
                    <a:pt x="127419" y="510"/>
                    <a:pt x="128375" y="690"/>
                    <a:pt x="128733" y="1442"/>
                  </a:cubicBezTo>
                  <a:cubicBezTo>
                    <a:pt x="127667" y="1898"/>
                    <a:pt x="126604" y="2366"/>
                    <a:pt x="125540" y="2833"/>
                  </a:cubicBezTo>
                  <a:cubicBezTo>
                    <a:pt x="121951" y="4414"/>
                    <a:pt x="118237" y="6047"/>
                    <a:pt x="114473" y="7141"/>
                  </a:cubicBezTo>
                  <a:cubicBezTo>
                    <a:pt x="113881" y="7314"/>
                    <a:pt x="113286" y="7483"/>
                    <a:pt x="112693" y="7649"/>
                  </a:cubicBezTo>
                  <a:cubicBezTo>
                    <a:pt x="110914" y="8149"/>
                    <a:pt x="109073" y="8666"/>
                    <a:pt x="107278" y="9330"/>
                  </a:cubicBezTo>
                  <a:cubicBezTo>
                    <a:pt x="105183" y="10108"/>
                    <a:pt x="102936" y="11055"/>
                    <a:pt x="100411" y="12228"/>
                  </a:cubicBezTo>
                  <a:cubicBezTo>
                    <a:pt x="97928" y="13381"/>
                    <a:pt x="95424" y="14634"/>
                    <a:pt x="93002" y="15844"/>
                  </a:cubicBezTo>
                  <a:cubicBezTo>
                    <a:pt x="86663" y="19013"/>
                    <a:pt x="80109" y="22288"/>
                    <a:pt x="73322" y="24097"/>
                  </a:cubicBezTo>
                  <a:cubicBezTo>
                    <a:pt x="70106" y="24955"/>
                    <a:pt x="66829" y="25381"/>
                    <a:pt x="63411" y="25381"/>
                  </a:cubicBezTo>
                  <a:cubicBezTo>
                    <a:pt x="61691" y="25381"/>
                    <a:pt x="59935" y="25273"/>
                    <a:pt x="58132" y="25057"/>
                  </a:cubicBezTo>
                  <a:cubicBezTo>
                    <a:pt x="54870" y="24667"/>
                    <a:pt x="51578" y="24000"/>
                    <a:pt x="48394" y="23351"/>
                  </a:cubicBezTo>
                  <a:cubicBezTo>
                    <a:pt x="46720" y="23010"/>
                    <a:pt x="44988" y="22658"/>
                    <a:pt x="43281" y="22351"/>
                  </a:cubicBezTo>
                  <a:cubicBezTo>
                    <a:pt x="38827" y="21551"/>
                    <a:pt x="34306" y="21314"/>
                    <a:pt x="29931" y="21085"/>
                  </a:cubicBezTo>
                  <a:lnTo>
                    <a:pt x="28914" y="21031"/>
                  </a:lnTo>
                  <a:cubicBezTo>
                    <a:pt x="25978" y="20874"/>
                    <a:pt x="23609" y="20501"/>
                    <a:pt x="21462" y="19855"/>
                  </a:cubicBezTo>
                  <a:cubicBezTo>
                    <a:pt x="19489" y="19259"/>
                    <a:pt x="17512" y="18432"/>
                    <a:pt x="15599" y="17635"/>
                  </a:cubicBezTo>
                  <a:cubicBezTo>
                    <a:pt x="15171" y="17457"/>
                    <a:pt x="14747" y="17279"/>
                    <a:pt x="14321" y="17105"/>
                  </a:cubicBezTo>
                  <a:cubicBezTo>
                    <a:pt x="12341" y="16286"/>
                    <a:pt x="10328" y="15433"/>
                    <a:pt x="8383" y="14606"/>
                  </a:cubicBezTo>
                  <a:cubicBezTo>
                    <a:pt x="5772" y="13497"/>
                    <a:pt x="3075" y="12349"/>
                    <a:pt x="404" y="11276"/>
                  </a:cubicBezTo>
                  <a:lnTo>
                    <a:pt x="403" y="11276"/>
                  </a:lnTo>
                  <a:lnTo>
                    <a:pt x="403" y="5584"/>
                  </a:lnTo>
                  <a:cubicBezTo>
                    <a:pt x="967" y="5874"/>
                    <a:pt x="1566" y="6170"/>
                    <a:pt x="2220" y="6484"/>
                  </a:cubicBezTo>
                  <a:cubicBezTo>
                    <a:pt x="2905" y="6811"/>
                    <a:pt x="3592" y="7131"/>
                    <a:pt x="4281" y="7450"/>
                  </a:cubicBezTo>
                  <a:cubicBezTo>
                    <a:pt x="6227" y="8357"/>
                    <a:pt x="8240" y="9293"/>
                    <a:pt x="10153" y="10412"/>
                  </a:cubicBezTo>
                  <a:cubicBezTo>
                    <a:pt x="12434" y="11746"/>
                    <a:pt x="14871" y="13148"/>
                    <a:pt x="17395" y="14337"/>
                  </a:cubicBezTo>
                  <a:cubicBezTo>
                    <a:pt x="25707" y="18255"/>
                    <a:pt x="35202" y="20169"/>
                    <a:pt x="46355" y="20169"/>
                  </a:cubicBezTo>
                  <a:cubicBezTo>
                    <a:pt x="47079" y="20169"/>
                    <a:pt x="47811" y="20161"/>
                    <a:pt x="48549" y="20145"/>
                  </a:cubicBezTo>
                  <a:cubicBezTo>
                    <a:pt x="59131" y="19914"/>
                    <a:pt x="70411" y="17805"/>
                    <a:pt x="84049" y="13504"/>
                  </a:cubicBezTo>
                  <a:cubicBezTo>
                    <a:pt x="89815" y="11685"/>
                    <a:pt x="95612" y="9562"/>
                    <a:pt x="101217" y="7507"/>
                  </a:cubicBezTo>
                  <a:cubicBezTo>
                    <a:pt x="104315" y="6374"/>
                    <a:pt x="107517" y="5200"/>
                    <a:pt x="110679" y="4091"/>
                  </a:cubicBezTo>
                  <a:cubicBezTo>
                    <a:pt x="114143" y="2876"/>
                    <a:pt x="117874" y="1648"/>
                    <a:pt x="121675" y="895"/>
                  </a:cubicBezTo>
                  <a:cubicBezTo>
                    <a:pt x="122896" y="652"/>
                    <a:pt x="124279" y="404"/>
                    <a:pt x="125667" y="404"/>
                  </a:cubicBezTo>
                  <a:close/>
                  <a:moveTo>
                    <a:pt x="125672" y="1"/>
                  </a:moveTo>
                  <a:cubicBezTo>
                    <a:pt x="124248" y="1"/>
                    <a:pt x="122839" y="252"/>
                    <a:pt x="121598" y="497"/>
                  </a:cubicBezTo>
                  <a:cubicBezTo>
                    <a:pt x="117773" y="1256"/>
                    <a:pt x="114025" y="2491"/>
                    <a:pt x="110546" y="3711"/>
                  </a:cubicBezTo>
                  <a:cubicBezTo>
                    <a:pt x="107384" y="4820"/>
                    <a:pt x="104179" y="5993"/>
                    <a:pt x="101080" y="7129"/>
                  </a:cubicBezTo>
                  <a:cubicBezTo>
                    <a:pt x="95477" y="9180"/>
                    <a:pt x="89685" y="11305"/>
                    <a:pt x="83929" y="13120"/>
                  </a:cubicBezTo>
                  <a:cubicBezTo>
                    <a:pt x="70328" y="17407"/>
                    <a:pt x="59084" y="19512"/>
                    <a:pt x="48540" y="19742"/>
                  </a:cubicBezTo>
                  <a:cubicBezTo>
                    <a:pt x="47811" y="19758"/>
                    <a:pt x="47089" y="19766"/>
                    <a:pt x="46374" y="19766"/>
                  </a:cubicBezTo>
                  <a:cubicBezTo>
                    <a:pt x="35268" y="19766"/>
                    <a:pt x="25827" y="17865"/>
                    <a:pt x="17567" y="13971"/>
                  </a:cubicBezTo>
                  <a:cubicBezTo>
                    <a:pt x="15057" y="12788"/>
                    <a:pt x="12628" y="11391"/>
                    <a:pt x="10355" y="10062"/>
                  </a:cubicBezTo>
                  <a:cubicBezTo>
                    <a:pt x="8426" y="8935"/>
                    <a:pt x="6404" y="7993"/>
                    <a:pt x="4448" y="7084"/>
                  </a:cubicBezTo>
                  <a:cubicBezTo>
                    <a:pt x="3762" y="6767"/>
                    <a:pt x="3076" y="6447"/>
                    <a:pt x="2395" y="6120"/>
                  </a:cubicBezTo>
                  <a:cubicBezTo>
                    <a:pt x="1626" y="5754"/>
                    <a:pt x="940" y="5411"/>
                    <a:pt x="294" y="5075"/>
                  </a:cubicBezTo>
                  <a:lnTo>
                    <a:pt x="0" y="4921"/>
                  </a:lnTo>
                  <a:lnTo>
                    <a:pt x="0" y="11545"/>
                  </a:lnTo>
                  <a:lnTo>
                    <a:pt x="126" y="11595"/>
                  </a:lnTo>
                  <a:cubicBezTo>
                    <a:pt x="2833" y="12684"/>
                    <a:pt x="5574" y="13848"/>
                    <a:pt x="8224" y="14973"/>
                  </a:cubicBezTo>
                  <a:cubicBezTo>
                    <a:pt x="10170" y="15801"/>
                    <a:pt x="12184" y="16656"/>
                    <a:pt x="14167" y="17473"/>
                  </a:cubicBezTo>
                  <a:cubicBezTo>
                    <a:pt x="14591" y="17649"/>
                    <a:pt x="15016" y="17828"/>
                    <a:pt x="15441" y="18003"/>
                  </a:cubicBezTo>
                  <a:cubicBezTo>
                    <a:pt x="17363" y="18808"/>
                    <a:pt x="19349" y="19638"/>
                    <a:pt x="21344" y="20238"/>
                  </a:cubicBezTo>
                  <a:cubicBezTo>
                    <a:pt x="23523" y="20895"/>
                    <a:pt x="25922" y="21274"/>
                    <a:pt x="28892" y="21431"/>
                  </a:cubicBezTo>
                  <a:lnTo>
                    <a:pt x="29910" y="21485"/>
                  </a:lnTo>
                  <a:cubicBezTo>
                    <a:pt x="34272" y="21714"/>
                    <a:pt x="38783" y="21950"/>
                    <a:pt x="43209" y="22746"/>
                  </a:cubicBezTo>
                  <a:cubicBezTo>
                    <a:pt x="44912" y="23053"/>
                    <a:pt x="46641" y="23406"/>
                    <a:pt x="48313" y="23744"/>
                  </a:cubicBezTo>
                  <a:cubicBezTo>
                    <a:pt x="51505" y="24393"/>
                    <a:pt x="54806" y="25065"/>
                    <a:pt x="58085" y="25456"/>
                  </a:cubicBezTo>
                  <a:cubicBezTo>
                    <a:pt x="59905" y="25673"/>
                    <a:pt x="61677" y="25782"/>
                    <a:pt x="63414" y="25782"/>
                  </a:cubicBezTo>
                  <a:cubicBezTo>
                    <a:pt x="66866" y="25782"/>
                    <a:pt x="70177" y="25352"/>
                    <a:pt x="73425" y="24486"/>
                  </a:cubicBezTo>
                  <a:cubicBezTo>
                    <a:pt x="80253" y="22666"/>
                    <a:pt x="86826" y="19379"/>
                    <a:pt x="93183" y="16202"/>
                  </a:cubicBezTo>
                  <a:cubicBezTo>
                    <a:pt x="95603" y="14991"/>
                    <a:pt x="98105" y="13741"/>
                    <a:pt x="100582" y="12591"/>
                  </a:cubicBezTo>
                  <a:cubicBezTo>
                    <a:pt x="103097" y="11422"/>
                    <a:pt x="105333" y="10479"/>
                    <a:pt x="107419" y="9706"/>
                  </a:cubicBezTo>
                  <a:cubicBezTo>
                    <a:pt x="109198" y="9046"/>
                    <a:pt x="111031" y="8532"/>
                    <a:pt x="112803" y="8033"/>
                  </a:cubicBezTo>
                  <a:cubicBezTo>
                    <a:pt x="113399" y="7867"/>
                    <a:pt x="113993" y="7699"/>
                    <a:pt x="114588" y="7526"/>
                  </a:cubicBezTo>
                  <a:cubicBezTo>
                    <a:pt x="118376" y="6424"/>
                    <a:pt x="122102" y="4784"/>
                    <a:pt x="125704" y="3199"/>
                  </a:cubicBezTo>
                  <a:cubicBezTo>
                    <a:pt x="126826" y="2705"/>
                    <a:pt x="127947" y="2212"/>
                    <a:pt x="129073" y="1733"/>
                  </a:cubicBezTo>
                  <a:lnTo>
                    <a:pt x="129242" y="1662"/>
                  </a:lnTo>
                  <a:lnTo>
                    <a:pt x="129185" y="1488"/>
                  </a:lnTo>
                  <a:cubicBezTo>
                    <a:pt x="128775" y="216"/>
                    <a:pt x="127216" y="89"/>
                    <a:pt x="126549" y="34"/>
                  </a:cubicBezTo>
                  <a:cubicBezTo>
                    <a:pt x="126257" y="11"/>
                    <a:pt x="125964" y="1"/>
                    <a:pt x="1256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16"/>
            <p:cNvSpPr/>
            <p:nvPr/>
          </p:nvSpPr>
          <p:spPr>
            <a:xfrm flipH="1" rot="10800000">
              <a:off x="-97184" y="1396488"/>
              <a:ext cx="9378021" cy="2233737"/>
            </a:xfrm>
            <a:custGeom>
              <a:rect b="b" l="l" r="r" t="t"/>
              <a:pathLst>
                <a:path extrusionOk="0" h="55819" w="234348">
                  <a:moveTo>
                    <a:pt x="144981" y="403"/>
                  </a:moveTo>
                  <a:cubicBezTo>
                    <a:pt x="150962" y="403"/>
                    <a:pt x="156924" y="882"/>
                    <a:pt x="162787" y="1836"/>
                  </a:cubicBezTo>
                  <a:cubicBezTo>
                    <a:pt x="170740" y="3127"/>
                    <a:pt x="179016" y="5583"/>
                    <a:pt x="189615" y="9797"/>
                  </a:cubicBezTo>
                  <a:cubicBezTo>
                    <a:pt x="198427" y="13299"/>
                    <a:pt x="207411" y="17431"/>
                    <a:pt x="216323" y="22082"/>
                  </a:cubicBezTo>
                  <a:lnTo>
                    <a:pt x="218254" y="23088"/>
                  </a:lnTo>
                  <a:cubicBezTo>
                    <a:pt x="223483" y="25804"/>
                    <a:pt x="228885" y="28612"/>
                    <a:pt x="233942" y="32005"/>
                  </a:cubicBezTo>
                  <a:lnTo>
                    <a:pt x="233942" y="40242"/>
                  </a:lnTo>
                  <a:cubicBezTo>
                    <a:pt x="230357" y="38005"/>
                    <a:pt x="227378" y="36353"/>
                    <a:pt x="224590" y="35054"/>
                  </a:cubicBezTo>
                  <a:cubicBezTo>
                    <a:pt x="215470" y="30808"/>
                    <a:pt x="205746" y="28155"/>
                    <a:pt x="196343" y="25590"/>
                  </a:cubicBezTo>
                  <a:cubicBezTo>
                    <a:pt x="195383" y="25330"/>
                    <a:pt x="194423" y="25067"/>
                    <a:pt x="193466" y="24804"/>
                  </a:cubicBezTo>
                  <a:cubicBezTo>
                    <a:pt x="172307" y="18995"/>
                    <a:pt x="155262" y="16255"/>
                    <a:pt x="139723" y="16255"/>
                  </a:cubicBezTo>
                  <a:cubicBezTo>
                    <a:pt x="136241" y="16255"/>
                    <a:pt x="132834" y="16392"/>
                    <a:pt x="129473" y="16664"/>
                  </a:cubicBezTo>
                  <a:cubicBezTo>
                    <a:pt x="117659" y="17617"/>
                    <a:pt x="108992" y="19950"/>
                    <a:pt x="101363" y="24225"/>
                  </a:cubicBezTo>
                  <a:cubicBezTo>
                    <a:pt x="95848" y="27316"/>
                    <a:pt x="90586" y="31262"/>
                    <a:pt x="85495" y="35080"/>
                  </a:cubicBezTo>
                  <a:cubicBezTo>
                    <a:pt x="82539" y="37296"/>
                    <a:pt x="79484" y="39588"/>
                    <a:pt x="76413" y="41684"/>
                  </a:cubicBezTo>
                  <a:cubicBezTo>
                    <a:pt x="71394" y="45113"/>
                    <a:pt x="67146" y="47471"/>
                    <a:pt x="63039" y="49108"/>
                  </a:cubicBezTo>
                  <a:cubicBezTo>
                    <a:pt x="58787" y="50804"/>
                    <a:pt x="54022" y="52109"/>
                    <a:pt x="48045" y="53216"/>
                  </a:cubicBezTo>
                  <a:cubicBezTo>
                    <a:pt x="40031" y="54703"/>
                    <a:pt x="31384" y="55416"/>
                    <a:pt x="21189" y="55416"/>
                  </a:cubicBezTo>
                  <a:cubicBezTo>
                    <a:pt x="19290" y="55416"/>
                    <a:pt x="17337" y="55391"/>
                    <a:pt x="15325" y="55342"/>
                  </a:cubicBezTo>
                  <a:cubicBezTo>
                    <a:pt x="9761" y="55207"/>
                    <a:pt x="4879" y="54966"/>
                    <a:pt x="402" y="54612"/>
                  </a:cubicBezTo>
                  <a:lnTo>
                    <a:pt x="407" y="54612"/>
                  </a:lnTo>
                  <a:lnTo>
                    <a:pt x="407" y="49284"/>
                  </a:lnTo>
                  <a:cubicBezTo>
                    <a:pt x="817" y="49421"/>
                    <a:pt x="1230" y="49561"/>
                    <a:pt x="1643" y="49700"/>
                  </a:cubicBezTo>
                  <a:cubicBezTo>
                    <a:pt x="4359" y="50619"/>
                    <a:pt x="7168" y="51566"/>
                    <a:pt x="9980" y="52235"/>
                  </a:cubicBezTo>
                  <a:cubicBezTo>
                    <a:pt x="12206" y="52763"/>
                    <a:pt x="14788" y="53377"/>
                    <a:pt x="17344" y="53377"/>
                  </a:cubicBezTo>
                  <a:cubicBezTo>
                    <a:pt x="18683" y="53377"/>
                    <a:pt x="20014" y="53208"/>
                    <a:pt x="21283" y="52772"/>
                  </a:cubicBezTo>
                  <a:cubicBezTo>
                    <a:pt x="22931" y="52205"/>
                    <a:pt x="23878" y="51164"/>
                    <a:pt x="24025" y="49761"/>
                  </a:cubicBezTo>
                  <a:cubicBezTo>
                    <a:pt x="24231" y="47784"/>
                    <a:pt x="23055" y="45926"/>
                    <a:pt x="21802" y="44960"/>
                  </a:cubicBezTo>
                  <a:cubicBezTo>
                    <a:pt x="20124" y="43670"/>
                    <a:pt x="18067" y="43236"/>
                    <a:pt x="16094" y="42961"/>
                  </a:cubicBezTo>
                  <a:cubicBezTo>
                    <a:pt x="13968" y="42663"/>
                    <a:pt x="11797" y="42629"/>
                    <a:pt x="9701" y="42596"/>
                  </a:cubicBezTo>
                  <a:lnTo>
                    <a:pt x="9254" y="42589"/>
                  </a:lnTo>
                  <a:cubicBezTo>
                    <a:pt x="6994" y="42550"/>
                    <a:pt x="4310" y="42346"/>
                    <a:pt x="1553" y="41105"/>
                  </a:cubicBezTo>
                  <a:cubicBezTo>
                    <a:pt x="1170" y="40933"/>
                    <a:pt x="784" y="40741"/>
                    <a:pt x="402" y="40534"/>
                  </a:cubicBezTo>
                  <a:lnTo>
                    <a:pt x="402" y="31531"/>
                  </a:lnTo>
                  <a:cubicBezTo>
                    <a:pt x="6844" y="32915"/>
                    <a:pt x="13326" y="34726"/>
                    <a:pt x="19599" y="36477"/>
                  </a:cubicBezTo>
                  <a:cubicBezTo>
                    <a:pt x="22674" y="37335"/>
                    <a:pt x="25850" y="38224"/>
                    <a:pt x="28985" y="39049"/>
                  </a:cubicBezTo>
                  <a:cubicBezTo>
                    <a:pt x="36397" y="41005"/>
                    <a:pt x="46195" y="43249"/>
                    <a:pt x="56268" y="43249"/>
                  </a:cubicBezTo>
                  <a:lnTo>
                    <a:pt x="56298" y="43249"/>
                  </a:lnTo>
                  <a:cubicBezTo>
                    <a:pt x="60549" y="43247"/>
                    <a:pt x="65413" y="43043"/>
                    <a:pt x="69372" y="40633"/>
                  </a:cubicBezTo>
                  <a:cubicBezTo>
                    <a:pt x="71055" y="39609"/>
                    <a:pt x="72214" y="38269"/>
                    <a:pt x="72821" y="36652"/>
                  </a:cubicBezTo>
                  <a:cubicBezTo>
                    <a:pt x="73454" y="34967"/>
                    <a:pt x="73654" y="32595"/>
                    <a:pt x="72675" y="31095"/>
                  </a:cubicBezTo>
                  <a:cubicBezTo>
                    <a:pt x="71475" y="29255"/>
                    <a:pt x="69235" y="29002"/>
                    <a:pt x="67193" y="29002"/>
                  </a:cubicBezTo>
                  <a:lnTo>
                    <a:pt x="67163" y="29002"/>
                  </a:lnTo>
                  <a:cubicBezTo>
                    <a:pt x="64338" y="29005"/>
                    <a:pt x="61485" y="29632"/>
                    <a:pt x="59033" y="30219"/>
                  </a:cubicBezTo>
                  <a:cubicBezTo>
                    <a:pt x="58197" y="30419"/>
                    <a:pt x="57351" y="30648"/>
                    <a:pt x="56532" y="30868"/>
                  </a:cubicBezTo>
                  <a:cubicBezTo>
                    <a:pt x="55224" y="31222"/>
                    <a:pt x="53869" y="31587"/>
                    <a:pt x="52529" y="31845"/>
                  </a:cubicBezTo>
                  <a:cubicBezTo>
                    <a:pt x="48490" y="32626"/>
                    <a:pt x="44235" y="33024"/>
                    <a:pt x="39894" y="33024"/>
                  </a:cubicBezTo>
                  <a:cubicBezTo>
                    <a:pt x="39863" y="33024"/>
                    <a:pt x="39832" y="33024"/>
                    <a:pt x="39801" y="33024"/>
                  </a:cubicBezTo>
                  <a:cubicBezTo>
                    <a:pt x="26833" y="33011"/>
                    <a:pt x="13576" y="29869"/>
                    <a:pt x="402" y="23687"/>
                  </a:cubicBezTo>
                  <a:lnTo>
                    <a:pt x="402" y="6011"/>
                  </a:lnTo>
                  <a:cubicBezTo>
                    <a:pt x="1635" y="6344"/>
                    <a:pt x="2827" y="6712"/>
                    <a:pt x="3952" y="7104"/>
                  </a:cubicBezTo>
                  <a:cubicBezTo>
                    <a:pt x="7474" y="8330"/>
                    <a:pt x="10930" y="10023"/>
                    <a:pt x="14269" y="11659"/>
                  </a:cubicBezTo>
                  <a:cubicBezTo>
                    <a:pt x="15159" y="12095"/>
                    <a:pt x="16051" y="12530"/>
                    <a:pt x="16944" y="12959"/>
                  </a:cubicBezTo>
                  <a:cubicBezTo>
                    <a:pt x="21849" y="15315"/>
                    <a:pt x="26184" y="17153"/>
                    <a:pt x="30193" y="18579"/>
                  </a:cubicBezTo>
                  <a:cubicBezTo>
                    <a:pt x="37329" y="21116"/>
                    <a:pt x="44835" y="22386"/>
                    <a:pt x="52799" y="22386"/>
                  </a:cubicBezTo>
                  <a:cubicBezTo>
                    <a:pt x="62775" y="22386"/>
                    <a:pt x="73472" y="20393"/>
                    <a:pt x="85065" y="16400"/>
                  </a:cubicBezTo>
                  <a:cubicBezTo>
                    <a:pt x="89374" y="14915"/>
                    <a:pt x="93852" y="13162"/>
                    <a:pt x="98753" y="11037"/>
                  </a:cubicBezTo>
                  <a:cubicBezTo>
                    <a:pt x="99763" y="10600"/>
                    <a:pt x="100773" y="10151"/>
                    <a:pt x="101781" y="9706"/>
                  </a:cubicBezTo>
                  <a:cubicBezTo>
                    <a:pt x="104805" y="8364"/>
                    <a:pt x="107933" y="6975"/>
                    <a:pt x="111082" y="5882"/>
                  </a:cubicBezTo>
                  <a:cubicBezTo>
                    <a:pt x="119135" y="3086"/>
                    <a:pt x="127851" y="1338"/>
                    <a:pt x="136984" y="688"/>
                  </a:cubicBezTo>
                  <a:cubicBezTo>
                    <a:pt x="139649" y="498"/>
                    <a:pt x="142317" y="403"/>
                    <a:pt x="144981" y="403"/>
                  </a:cubicBezTo>
                  <a:close/>
                  <a:moveTo>
                    <a:pt x="144959" y="1"/>
                  </a:moveTo>
                  <a:cubicBezTo>
                    <a:pt x="142293" y="1"/>
                    <a:pt x="139623" y="96"/>
                    <a:pt x="136956" y="285"/>
                  </a:cubicBezTo>
                  <a:cubicBezTo>
                    <a:pt x="127785" y="938"/>
                    <a:pt x="119037" y="2693"/>
                    <a:pt x="110949" y="5501"/>
                  </a:cubicBezTo>
                  <a:cubicBezTo>
                    <a:pt x="107786" y="6599"/>
                    <a:pt x="104650" y="7991"/>
                    <a:pt x="101618" y="9337"/>
                  </a:cubicBezTo>
                  <a:cubicBezTo>
                    <a:pt x="100610" y="9784"/>
                    <a:pt x="99605" y="10230"/>
                    <a:pt x="98594" y="10669"/>
                  </a:cubicBezTo>
                  <a:cubicBezTo>
                    <a:pt x="93702" y="12788"/>
                    <a:pt x="89236" y="14538"/>
                    <a:pt x="84935" y="16020"/>
                  </a:cubicBezTo>
                  <a:cubicBezTo>
                    <a:pt x="73384" y="19997"/>
                    <a:pt x="62731" y="21983"/>
                    <a:pt x="52798" y="21983"/>
                  </a:cubicBezTo>
                  <a:cubicBezTo>
                    <a:pt x="44880" y="21983"/>
                    <a:pt x="37420" y="20721"/>
                    <a:pt x="30329" y="18200"/>
                  </a:cubicBezTo>
                  <a:cubicBezTo>
                    <a:pt x="26334" y="16780"/>
                    <a:pt x="22012" y="14948"/>
                    <a:pt x="17118" y="12599"/>
                  </a:cubicBezTo>
                  <a:cubicBezTo>
                    <a:pt x="16225" y="12172"/>
                    <a:pt x="15335" y="11736"/>
                    <a:pt x="14448" y="11300"/>
                  </a:cubicBezTo>
                  <a:cubicBezTo>
                    <a:pt x="11097" y="9658"/>
                    <a:pt x="7631" y="7961"/>
                    <a:pt x="4086" y="6726"/>
                  </a:cubicBezTo>
                  <a:cubicBezTo>
                    <a:pt x="2874" y="6305"/>
                    <a:pt x="1587" y="5911"/>
                    <a:pt x="257" y="5556"/>
                  </a:cubicBezTo>
                  <a:lnTo>
                    <a:pt x="2" y="5489"/>
                  </a:lnTo>
                  <a:lnTo>
                    <a:pt x="2" y="23947"/>
                  </a:lnTo>
                  <a:lnTo>
                    <a:pt x="118" y="24001"/>
                  </a:lnTo>
                  <a:cubicBezTo>
                    <a:pt x="13383" y="30245"/>
                    <a:pt x="26736" y="33418"/>
                    <a:pt x="39802" y="33430"/>
                  </a:cubicBezTo>
                  <a:cubicBezTo>
                    <a:pt x="39862" y="33430"/>
                    <a:pt x="39922" y="33430"/>
                    <a:pt x="39983" y="33430"/>
                  </a:cubicBezTo>
                  <a:cubicBezTo>
                    <a:pt x="44319" y="33430"/>
                    <a:pt x="48571" y="33023"/>
                    <a:pt x="52607" y="32244"/>
                  </a:cubicBezTo>
                  <a:cubicBezTo>
                    <a:pt x="53961" y="31982"/>
                    <a:pt x="55324" y="31615"/>
                    <a:pt x="56640" y="31261"/>
                  </a:cubicBezTo>
                  <a:cubicBezTo>
                    <a:pt x="57454" y="31041"/>
                    <a:pt x="58297" y="30815"/>
                    <a:pt x="59127" y="30616"/>
                  </a:cubicBezTo>
                  <a:cubicBezTo>
                    <a:pt x="61559" y="30033"/>
                    <a:pt x="64382" y="29412"/>
                    <a:pt x="67164" y="29409"/>
                  </a:cubicBezTo>
                  <a:cubicBezTo>
                    <a:pt x="67187" y="29409"/>
                    <a:pt x="67210" y="29409"/>
                    <a:pt x="67233" y="29409"/>
                  </a:cubicBezTo>
                  <a:cubicBezTo>
                    <a:pt x="69147" y="29409"/>
                    <a:pt x="71252" y="29651"/>
                    <a:pt x="72340" y="31318"/>
                  </a:cubicBezTo>
                  <a:cubicBezTo>
                    <a:pt x="73241" y="32701"/>
                    <a:pt x="73043" y="34924"/>
                    <a:pt x="72447" y="36513"/>
                  </a:cubicBezTo>
                  <a:cubicBezTo>
                    <a:pt x="71871" y="38046"/>
                    <a:pt x="70768" y="39317"/>
                    <a:pt x="69163" y="40292"/>
                  </a:cubicBezTo>
                  <a:cubicBezTo>
                    <a:pt x="65293" y="42649"/>
                    <a:pt x="60492" y="42849"/>
                    <a:pt x="56298" y="42850"/>
                  </a:cubicBezTo>
                  <a:lnTo>
                    <a:pt x="56268" y="42850"/>
                  </a:lnTo>
                  <a:cubicBezTo>
                    <a:pt x="46241" y="42850"/>
                    <a:pt x="36475" y="40614"/>
                    <a:pt x="29086" y="38666"/>
                  </a:cubicBezTo>
                  <a:cubicBezTo>
                    <a:pt x="25956" y="37839"/>
                    <a:pt x="22778" y="36952"/>
                    <a:pt x="19706" y="36095"/>
                  </a:cubicBezTo>
                  <a:cubicBezTo>
                    <a:pt x="13350" y="34319"/>
                    <a:pt x="6776" y="32482"/>
                    <a:pt x="244" y="31089"/>
                  </a:cubicBezTo>
                  <a:lnTo>
                    <a:pt x="1" y="31038"/>
                  </a:lnTo>
                  <a:lnTo>
                    <a:pt x="1" y="40777"/>
                  </a:lnTo>
                  <a:lnTo>
                    <a:pt x="105" y="40834"/>
                  </a:lnTo>
                  <a:cubicBezTo>
                    <a:pt x="528" y="41068"/>
                    <a:pt x="960" y="41284"/>
                    <a:pt x="1387" y="41477"/>
                  </a:cubicBezTo>
                  <a:cubicBezTo>
                    <a:pt x="4210" y="42747"/>
                    <a:pt x="6945" y="42957"/>
                    <a:pt x="9247" y="42996"/>
                  </a:cubicBezTo>
                  <a:lnTo>
                    <a:pt x="9694" y="43003"/>
                  </a:lnTo>
                  <a:cubicBezTo>
                    <a:pt x="11777" y="43036"/>
                    <a:pt x="13933" y="43072"/>
                    <a:pt x="16035" y="43364"/>
                  </a:cubicBezTo>
                  <a:cubicBezTo>
                    <a:pt x="17956" y="43633"/>
                    <a:pt x="19953" y="44050"/>
                    <a:pt x="21555" y="45283"/>
                  </a:cubicBezTo>
                  <a:cubicBezTo>
                    <a:pt x="22721" y="46179"/>
                    <a:pt x="23812" y="47901"/>
                    <a:pt x="23624" y="49723"/>
                  </a:cubicBezTo>
                  <a:cubicBezTo>
                    <a:pt x="23492" y="50977"/>
                    <a:pt x="22661" y="51876"/>
                    <a:pt x="21149" y="52395"/>
                  </a:cubicBezTo>
                  <a:cubicBezTo>
                    <a:pt x="19929" y="52815"/>
                    <a:pt x="18642" y="52977"/>
                    <a:pt x="17343" y="52977"/>
                  </a:cubicBezTo>
                  <a:cubicBezTo>
                    <a:pt x="14829" y="52977"/>
                    <a:pt x="12272" y="52369"/>
                    <a:pt x="10068" y="51847"/>
                  </a:cubicBezTo>
                  <a:cubicBezTo>
                    <a:pt x="7275" y="51184"/>
                    <a:pt x="4475" y="50237"/>
                    <a:pt x="1767" y="49323"/>
                  </a:cubicBezTo>
                  <a:cubicBezTo>
                    <a:pt x="1267" y="49155"/>
                    <a:pt x="767" y="48985"/>
                    <a:pt x="265" y="48818"/>
                  </a:cubicBezTo>
                  <a:lnTo>
                    <a:pt x="1" y="48728"/>
                  </a:lnTo>
                  <a:lnTo>
                    <a:pt x="1" y="54985"/>
                  </a:lnTo>
                  <a:lnTo>
                    <a:pt x="187" y="54999"/>
                  </a:lnTo>
                  <a:cubicBezTo>
                    <a:pt x="4720" y="55364"/>
                    <a:pt x="9668" y="55608"/>
                    <a:pt x="15316" y="55745"/>
                  </a:cubicBezTo>
                  <a:cubicBezTo>
                    <a:pt x="17327" y="55794"/>
                    <a:pt x="19280" y="55818"/>
                    <a:pt x="21180" y="55818"/>
                  </a:cubicBezTo>
                  <a:cubicBezTo>
                    <a:pt x="31405" y="55818"/>
                    <a:pt x="40078" y="55104"/>
                    <a:pt x="48122" y="53615"/>
                  </a:cubicBezTo>
                  <a:cubicBezTo>
                    <a:pt x="54125" y="52502"/>
                    <a:pt x="58913" y="51189"/>
                    <a:pt x="63191" y="49484"/>
                  </a:cubicBezTo>
                  <a:cubicBezTo>
                    <a:pt x="67326" y="47835"/>
                    <a:pt x="71599" y="45463"/>
                    <a:pt x="76643" y="42018"/>
                  </a:cubicBezTo>
                  <a:cubicBezTo>
                    <a:pt x="79721" y="39917"/>
                    <a:pt x="82780" y="37621"/>
                    <a:pt x="85739" y="35403"/>
                  </a:cubicBezTo>
                  <a:cubicBezTo>
                    <a:pt x="90819" y="31594"/>
                    <a:pt x="96072" y="27654"/>
                    <a:pt x="101563" y="24578"/>
                  </a:cubicBezTo>
                  <a:cubicBezTo>
                    <a:pt x="109139" y="20330"/>
                    <a:pt x="117758" y="18014"/>
                    <a:pt x="129508" y="17065"/>
                  </a:cubicBezTo>
                  <a:cubicBezTo>
                    <a:pt x="132858" y="16795"/>
                    <a:pt x="136254" y="16658"/>
                    <a:pt x="139725" y="16658"/>
                  </a:cubicBezTo>
                  <a:cubicBezTo>
                    <a:pt x="155229" y="16658"/>
                    <a:pt x="172239" y="19393"/>
                    <a:pt x="193363" y="25194"/>
                  </a:cubicBezTo>
                  <a:cubicBezTo>
                    <a:pt x="194320" y="25456"/>
                    <a:pt x="195279" y="25717"/>
                    <a:pt x="196240" y="25980"/>
                  </a:cubicBezTo>
                  <a:cubicBezTo>
                    <a:pt x="205628" y="28540"/>
                    <a:pt x="215334" y="31188"/>
                    <a:pt x="224421" y="35420"/>
                  </a:cubicBezTo>
                  <a:cubicBezTo>
                    <a:pt x="227275" y="36749"/>
                    <a:pt x="230329" y="38452"/>
                    <a:pt x="234037" y="40778"/>
                  </a:cubicBezTo>
                  <a:lnTo>
                    <a:pt x="234347" y="40971"/>
                  </a:lnTo>
                  <a:lnTo>
                    <a:pt x="234347" y="31794"/>
                  </a:lnTo>
                  <a:lnTo>
                    <a:pt x="234257" y="31734"/>
                  </a:lnTo>
                  <a:cubicBezTo>
                    <a:pt x="229156" y="28302"/>
                    <a:pt x="223710" y="25471"/>
                    <a:pt x="218442" y="22732"/>
                  </a:cubicBezTo>
                  <a:lnTo>
                    <a:pt x="216510" y="21728"/>
                  </a:lnTo>
                  <a:cubicBezTo>
                    <a:pt x="207587" y="17070"/>
                    <a:pt x="198587" y="12930"/>
                    <a:pt x="189764" y="9423"/>
                  </a:cubicBezTo>
                  <a:cubicBezTo>
                    <a:pt x="179135" y="5199"/>
                    <a:pt x="170836" y="2739"/>
                    <a:pt x="162852" y="1440"/>
                  </a:cubicBezTo>
                  <a:cubicBezTo>
                    <a:pt x="156959" y="482"/>
                    <a:pt x="150969" y="1"/>
                    <a:pt x="1449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16"/>
            <p:cNvSpPr/>
            <p:nvPr/>
          </p:nvSpPr>
          <p:spPr>
            <a:xfrm flipH="1" rot="10800000">
              <a:off x="4303273" y="495842"/>
              <a:ext cx="4977457" cy="2219891"/>
            </a:xfrm>
            <a:custGeom>
              <a:rect b="b" l="l" r="r" t="t"/>
              <a:pathLst>
                <a:path extrusionOk="0" h="55473" w="124382">
                  <a:moveTo>
                    <a:pt x="25918" y="402"/>
                  </a:moveTo>
                  <a:cubicBezTo>
                    <a:pt x="36041" y="402"/>
                    <a:pt x="47026" y="1991"/>
                    <a:pt x="60462" y="5393"/>
                  </a:cubicBezTo>
                  <a:cubicBezTo>
                    <a:pt x="70856" y="8024"/>
                    <a:pt x="81175" y="11807"/>
                    <a:pt x="91155" y="15464"/>
                  </a:cubicBezTo>
                  <a:cubicBezTo>
                    <a:pt x="92391" y="15917"/>
                    <a:pt x="93627" y="16369"/>
                    <a:pt x="94863" y="16822"/>
                  </a:cubicBezTo>
                  <a:lnTo>
                    <a:pt x="95647" y="17108"/>
                  </a:lnTo>
                  <a:cubicBezTo>
                    <a:pt x="105319" y="20631"/>
                    <a:pt x="115319" y="24277"/>
                    <a:pt x="123981" y="30890"/>
                  </a:cubicBezTo>
                  <a:lnTo>
                    <a:pt x="123981" y="53695"/>
                  </a:lnTo>
                  <a:cubicBezTo>
                    <a:pt x="123931" y="53594"/>
                    <a:pt x="123881" y="53490"/>
                    <a:pt x="123831" y="53388"/>
                  </a:cubicBezTo>
                  <a:cubicBezTo>
                    <a:pt x="121216" y="48116"/>
                    <a:pt x="118223" y="43645"/>
                    <a:pt x="114937" y="40100"/>
                  </a:cubicBezTo>
                  <a:cubicBezTo>
                    <a:pt x="110571" y="35392"/>
                    <a:pt x="105339" y="32142"/>
                    <a:pt x="101268" y="29834"/>
                  </a:cubicBezTo>
                  <a:cubicBezTo>
                    <a:pt x="91058" y="24049"/>
                    <a:pt x="80265" y="20787"/>
                    <a:pt x="69187" y="20137"/>
                  </a:cubicBezTo>
                  <a:cubicBezTo>
                    <a:pt x="67907" y="20061"/>
                    <a:pt x="66618" y="20024"/>
                    <a:pt x="65319" y="20024"/>
                  </a:cubicBezTo>
                  <a:cubicBezTo>
                    <a:pt x="61141" y="20024"/>
                    <a:pt x="56870" y="20411"/>
                    <a:pt x="52577" y="21181"/>
                  </a:cubicBezTo>
                  <a:cubicBezTo>
                    <a:pt x="48332" y="21940"/>
                    <a:pt x="44099" y="23239"/>
                    <a:pt x="40004" y="24495"/>
                  </a:cubicBezTo>
                  <a:cubicBezTo>
                    <a:pt x="38744" y="24880"/>
                    <a:pt x="37484" y="25268"/>
                    <a:pt x="36221" y="25639"/>
                  </a:cubicBezTo>
                  <a:cubicBezTo>
                    <a:pt x="30814" y="27232"/>
                    <a:pt x="25249" y="28662"/>
                    <a:pt x="19858" y="28662"/>
                  </a:cubicBezTo>
                  <a:cubicBezTo>
                    <a:pt x="15618" y="28662"/>
                    <a:pt x="11486" y="27778"/>
                    <a:pt x="7624" y="25392"/>
                  </a:cubicBezTo>
                  <a:cubicBezTo>
                    <a:pt x="1653" y="21703"/>
                    <a:pt x="639" y="17073"/>
                    <a:pt x="567" y="14640"/>
                  </a:cubicBezTo>
                  <a:cubicBezTo>
                    <a:pt x="413" y="9480"/>
                    <a:pt x="3668" y="6464"/>
                    <a:pt x="5623" y="5124"/>
                  </a:cubicBezTo>
                  <a:cubicBezTo>
                    <a:pt x="9015" y="2801"/>
                    <a:pt x="12910" y="1856"/>
                    <a:pt x="15924" y="1292"/>
                  </a:cubicBezTo>
                  <a:cubicBezTo>
                    <a:pt x="19039" y="709"/>
                    <a:pt x="22328" y="409"/>
                    <a:pt x="25700" y="402"/>
                  </a:cubicBezTo>
                  <a:close/>
                  <a:moveTo>
                    <a:pt x="25696" y="0"/>
                  </a:moveTo>
                  <a:cubicBezTo>
                    <a:pt x="22298" y="9"/>
                    <a:pt x="18984" y="309"/>
                    <a:pt x="15846" y="896"/>
                  </a:cubicBezTo>
                  <a:cubicBezTo>
                    <a:pt x="12791" y="1468"/>
                    <a:pt x="8843" y="2428"/>
                    <a:pt x="5390" y="4792"/>
                  </a:cubicBezTo>
                  <a:cubicBezTo>
                    <a:pt x="3368" y="6176"/>
                    <a:pt x="0" y="9300"/>
                    <a:pt x="160" y="14653"/>
                  </a:cubicBezTo>
                  <a:cubicBezTo>
                    <a:pt x="236" y="17166"/>
                    <a:pt x="1277" y="21947"/>
                    <a:pt x="7409" y="25735"/>
                  </a:cubicBezTo>
                  <a:cubicBezTo>
                    <a:pt x="11344" y="28167"/>
                    <a:pt x="15543" y="29067"/>
                    <a:pt x="19845" y="29067"/>
                  </a:cubicBezTo>
                  <a:cubicBezTo>
                    <a:pt x="25284" y="29067"/>
                    <a:pt x="30887" y="27628"/>
                    <a:pt x="36329" y="26025"/>
                  </a:cubicBezTo>
                  <a:cubicBezTo>
                    <a:pt x="37594" y="25653"/>
                    <a:pt x="38857" y="25265"/>
                    <a:pt x="40120" y="24877"/>
                  </a:cubicBezTo>
                  <a:cubicBezTo>
                    <a:pt x="44202" y="23626"/>
                    <a:pt x="48423" y="22331"/>
                    <a:pt x="52645" y="21575"/>
                  </a:cubicBezTo>
                  <a:cubicBezTo>
                    <a:pt x="56919" y="20811"/>
                    <a:pt x="61167" y="20426"/>
                    <a:pt x="65320" y="20426"/>
                  </a:cubicBezTo>
                  <a:cubicBezTo>
                    <a:pt x="66611" y="20426"/>
                    <a:pt x="67892" y="20464"/>
                    <a:pt x="69163" y="20538"/>
                  </a:cubicBezTo>
                  <a:cubicBezTo>
                    <a:pt x="80177" y="21183"/>
                    <a:pt x="90911" y="24429"/>
                    <a:pt x="101068" y="30184"/>
                  </a:cubicBezTo>
                  <a:cubicBezTo>
                    <a:pt x="105113" y="32476"/>
                    <a:pt x="110313" y="35707"/>
                    <a:pt x="114641" y="40373"/>
                  </a:cubicBezTo>
                  <a:cubicBezTo>
                    <a:pt x="117901" y="43892"/>
                    <a:pt x="120872" y="48330"/>
                    <a:pt x="123468" y="53567"/>
                  </a:cubicBezTo>
                  <a:cubicBezTo>
                    <a:pt x="123595" y="53824"/>
                    <a:pt x="123718" y="54084"/>
                    <a:pt x="123842" y="54344"/>
                  </a:cubicBezTo>
                  <a:lnTo>
                    <a:pt x="124380" y="55470"/>
                  </a:lnTo>
                  <a:lnTo>
                    <a:pt x="124380" y="30691"/>
                  </a:lnTo>
                  <a:lnTo>
                    <a:pt x="124301" y="30630"/>
                  </a:lnTo>
                  <a:cubicBezTo>
                    <a:pt x="115571" y="23942"/>
                    <a:pt x="105512" y="20275"/>
                    <a:pt x="95782" y="16727"/>
                  </a:cubicBezTo>
                  <a:lnTo>
                    <a:pt x="94996" y="16442"/>
                  </a:lnTo>
                  <a:cubicBezTo>
                    <a:pt x="93760" y="15992"/>
                    <a:pt x="92525" y="15539"/>
                    <a:pt x="91289" y="15087"/>
                  </a:cubicBezTo>
                  <a:cubicBezTo>
                    <a:pt x="81300" y="11425"/>
                    <a:pt x="70971" y="7640"/>
                    <a:pt x="60557" y="5003"/>
                  </a:cubicBezTo>
                  <a:cubicBezTo>
                    <a:pt x="47087" y="1592"/>
                    <a:pt x="36071" y="0"/>
                    <a:pt x="25913" y="0"/>
                  </a:cubicBezTo>
                  <a:close/>
                  <a:moveTo>
                    <a:pt x="124380" y="55470"/>
                  </a:moveTo>
                  <a:lnTo>
                    <a:pt x="124380" y="55473"/>
                  </a:lnTo>
                  <a:lnTo>
                    <a:pt x="124381" y="55473"/>
                  </a:lnTo>
                  <a:lnTo>
                    <a:pt x="124380" y="5547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16"/>
            <p:cNvSpPr/>
            <p:nvPr/>
          </p:nvSpPr>
          <p:spPr>
            <a:xfrm flipH="1" rot="10800000">
              <a:off x="-97184" y="-54810"/>
              <a:ext cx="4473596" cy="1988630"/>
            </a:xfrm>
            <a:custGeom>
              <a:rect b="b" l="l" r="r" t="t"/>
              <a:pathLst>
                <a:path extrusionOk="0" h="49694" w="111791">
                  <a:moveTo>
                    <a:pt x="97341" y="420"/>
                  </a:moveTo>
                  <a:cubicBezTo>
                    <a:pt x="98733" y="420"/>
                    <a:pt x="99979" y="773"/>
                    <a:pt x="101045" y="1273"/>
                  </a:cubicBezTo>
                  <a:cubicBezTo>
                    <a:pt x="104764" y="3021"/>
                    <a:pt x="109232" y="7243"/>
                    <a:pt x="110572" y="11931"/>
                  </a:cubicBezTo>
                  <a:cubicBezTo>
                    <a:pt x="111369" y="14719"/>
                    <a:pt x="110985" y="17351"/>
                    <a:pt x="109429" y="19750"/>
                  </a:cubicBezTo>
                  <a:cubicBezTo>
                    <a:pt x="107469" y="22776"/>
                    <a:pt x="104270" y="24339"/>
                    <a:pt x="101702" y="25361"/>
                  </a:cubicBezTo>
                  <a:cubicBezTo>
                    <a:pt x="98754" y="26534"/>
                    <a:pt x="95452" y="27464"/>
                    <a:pt x="91607" y="28204"/>
                  </a:cubicBezTo>
                  <a:cubicBezTo>
                    <a:pt x="89921" y="28528"/>
                    <a:pt x="88200" y="28811"/>
                    <a:pt x="86532" y="29084"/>
                  </a:cubicBezTo>
                  <a:cubicBezTo>
                    <a:pt x="79681" y="30207"/>
                    <a:pt x="72597" y="31372"/>
                    <a:pt x="66253" y="35734"/>
                  </a:cubicBezTo>
                  <a:cubicBezTo>
                    <a:pt x="61721" y="38849"/>
                    <a:pt x="57707" y="43535"/>
                    <a:pt x="54638" y="49289"/>
                  </a:cubicBezTo>
                  <a:lnTo>
                    <a:pt x="3363" y="49289"/>
                  </a:lnTo>
                  <a:cubicBezTo>
                    <a:pt x="1730" y="49289"/>
                    <a:pt x="402" y="47585"/>
                    <a:pt x="402" y="45488"/>
                  </a:cubicBezTo>
                  <a:lnTo>
                    <a:pt x="402" y="27817"/>
                  </a:lnTo>
                  <a:cubicBezTo>
                    <a:pt x="6956" y="29756"/>
                    <a:pt x="13549" y="31125"/>
                    <a:pt x="20006" y="31888"/>
                  </a:cubicBezTo>
                  <a:cubicBezTo>
                    <a:pt x="24832" y="32458"/>
                    <a:pt x="29867" y="32744"/>
                    <a:pt x="35067" y="32744"/>
                  </a:cubicBezTo>
                  <a:cubicBezTo>
                    <a:pt x="39433" y="32744"/>
                    <a:pt x="43915" y="32543"/>
                    <a:pt x="48490" y="32140"/>
                  </a:cubicBezTo>
                  <a:cubicBezTo>
                    <a:pt x="52725" y="31766"/>
                    <a:pt x="57090" y="31156"/>
                    <a:pt x="61838" y="30276"/>
                  </a:cubicBezTo>
                  <a:cubicBezTo>
                    <a:pt x="65200" y="29650"/>
                    <a:pt x="69115" y="28700"/>
                    <a:pt x="72658" y="26377"/>
                  </a:cubicBezTo>
                  <a:cubicBezTo>
                    <a:pt x="76773" y="23677"/>
                    <a:pt x="79509" y="18971"/>
                    <a:pt x="82157" y="14419"/>
                  </a:cubicBezTo>
                  <a:cubicBezTo>
                    <a:pt x="83207" y="12610"/>
                    <a:pt x="84295" y="10742"/>
                    <a:pt x="85446" y="9038"/>
                  </a:cubicBezTo>
                  <a:cubicBezTo>
                    <a:pt x="89943" y="2389"/>
                    <a:pt x="94052" y="420"/>
                    <a:pt x="97341" y="420"/>
                  </a:cubicBezTo>
                  <a:close/>
                  <a:moveTo>
                    <a:pt x="97320" y="1"/>
                  </a:moveTo>
                  <a:cubicBezTo>
                    <a:pt x="92272" y="1"/>
                    <a:pt x="88015" y="4523"/>
                    <a:pt x="85113" y="8813"/>
                  </a:cubicBezTo>
                  <a:cubicBezTo>
                    <a:pt x="83953" y="10529"/>
                    <a:pt x="82863" y="12404"/>
                    <a:pt x="81808" y="14217"/>
                  </a:cubicBezTo>
                  <a:cubicBezTo>
                    <a:pt x="79187" y="18729"/>
                    <a:pt x="76473" y="23393"/>
                    <a:pt x="72437" y="26041"/>
                  </a:cubicBezTo>
                  <a:cubicBezTo>
                    <a:pt x="68955" y="28325"/>
                    <a:pt x="65088" y="29264"/>
                    <a:pt x="61763" y="29881"/>
                  </a:cubicBezTo>
                  <a:cubicBezTo>
                    <a:pt x="57027" y="30760"/>
                    <a:pt x="52675" y="31369"/>
                    <a:pt x="48454" y="31740"/>
                  </a:cubicBezTo>
                  <a:cubicBezTo>
                    <a:pt x="43892" y="32141"/>
                    <a:pt x="39422" y="32342"/>
                    <a:pt x="35069" y="32342"/>
                  </a:cubicBezTo>
                  <a:cubicBezTo>
                    <a:pt x="29883" y="32342"/>
                    <a:pt x="24864" y="32057"/>
                    <a:pt x="20053" y="31489"/>
                  </a:cubicBezTo>
                  <a:cubicBezTo>
                    <a:pt x="13535" y="30716"/>
                    <a:pt x="6875" y="29326"/>
                    <a:pt x="259" y="27354"/>
                  </a:cubicBezTo>
                  <a:lnTo>
                    <a:pt x="1" y="27277"/>
                  </a:lnTo>
                  <a:lnTo>
                    <a:pt x="1" y="45491"/>
                  </a:lnTo>
                  <a:cubicBezTo>
                    <a:pt x="1" y="47809"/>
                    <a:pt x="1508" y="49694"/>
                    <a:pt x="3363" y="49694"/>
                  </a:cubicBezTo>
                  <a:lnTo>
                    <a:pt x="54879" y="49694"/>
                  </a:lnTo>
                  <a:lnTo>
                    <a:pt x="54936" y="49585"/>
                  </a:lnTo>
                  <a:cubicBezTo>
                    <a:pt x="57983" y="43837"/>
                    <a:pt x="61975" y="39163"/>
                    <a:pt x="66481" y="36064"/>
                  </a:cubicBezTo>
                  <a:cubicBezTo>
                    <a:pt x="72751" y="31752"/>
                    <a:pt x="79791" y="30597"/>
                    <a:pt x="86599" y="29479"/>
                  </a:cubicBezTo>
                  <a:cubicBezTo>
                    <a:pt x="88267" y="29206"/>
                    <a:pt x="89993" y="28921"/>
                    <a:pt x="91683" y="28597"/>
                  </a:cubicBezTo>
                  <a:cubicBezTo>
                    <a:pt x="95554" y="27852"/>
                    <a:pt x="98882" y="26914"/>
                    <a:pt x="101852" y="25732"/>
                  </a:cubicBezTo>
                  <a:cubicBezTo>
                    <a:pt x="104477" y="24689"/>
                    <a:pt x="107747" y="23089"/>
                    <a:pt x="109769" y="19968"/>
                  </a:cubicBezTo>
                  <a:cubicBezTo>
                    <a:pt x="111389" y="17466"/>
                    <a:pt x="111791" y="14724"/>
                    <a:pt x="110961" y="11820"/>
                  </a:cubicBezTo>
                  <a:cubicBezTo>
                    <a:pt x="109585" y="7016"/>
                    <a:pt x="105018" y="2695"/>
                    <a:pt x="101216" y="909"/>
                  </a:cubicBezTo>
                  <a:cubicBezTo>
                    <a:pt x="99874" y="279"/>
                    <a:pt x="98573" y="1"/>
                    <a:pt x="97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16"/>
            <p:cNvSpPr/>
            <p:nvPr/>
          </p:nvSpPr>
          <p:spPr>
            <a:xfrm flipH="1" rot="10800000">
              <a:off x="2768223" y="-54827"/>
              <a:ext cx="4335456" cy="728679"/>
            </a:xfrm>
            <a:custGeom>
              <a:rect b="b" l="l" r="r" t="t"/>
              <a:pathLst>
                <a:path extrusionOk="0" h="18209" w="108339">
                  <a:moveTo>
                    <a:pt x="27698" y="402"/>
                  </a:moveTo>
                  <a:cubicBezTo>
                    <a:pt x="32888" y="402"/>
                    <a:pt x="38022" y="2124"/>
                    <a:pt x="42576" y="3656"/>
                  </a:cubicBezTo>
                  <a:cubicBezTo>
                    <a:pt x="47416" y="5283"/>
                    <a:pt x="52582" y="6948"/>
                    <a:pt x="57857" y="7844"/>
                  </a:cubicBezTo>
                  <a:cubicBezTo>
                    <a:pt x="62292" y="8597"/>
                    <a:pt x="66755" y="8977"/>
                    <a:pt x="71177" y="8977"/>
                  </a:cubicBezTo>
                  <a:cubicBezTo>
                    <a:pt x="72693" y="8977"/>
                    <a:pt x="74204" y="8932"/>
                    <a:pt x="75707" y="8843"/>
                  </a:cubicBezTo>
                  <a:cubicBezTo>
                    <a:pt x="78578" y="8671"/>
                    <a:pt x="81363" y="8335"/>
                    <a:pt x="83983" y="7841"/>
                  </a:cubicBezTo>
                  <a:cubicBezTo>
                    <a:pt x="84740" y="7698"/>
                    <a:pt x="85506" y="7531"/>
                    <a:pt x="86246" y="7371"/>
                  </a:cubicBezTo>
                  <a:cubicBezTo>
                    <a:pt x="87567" y="7085"/>
                    <a:pt x="88932" y="6788"/>
                    <a:pt x="90288" y="6616"/>
                  </a:cubicBezTo>
                  <a:cubicBezTo>
                    <a:pt x="91569" y="6455"/>
                    <a:pt x="92767" y="6374"/>
                    <a:pt x="93889" y="6374"/>
                  </a:cubicBezTo>
                  <a:cubicBezTo>
                    <a:pt x="97369" y="6374"/>
                    <a:pt x="100126" y="7157"/>
                    <a:pt x="102405" y="8765"/>
                  </a:cubicBezTo>
                  <a:cubicBezTo>
                    <a:pt x="104715" y="10399"/>
                    <a:pt x="107752" y="14521"/>
                    <a:pt x="107336" y="17804"/>
                  </a:cubicBezTo>
                  <a:lnTo>
                    <a:pt x="2840" y="17804"/>
                  </a:lnTo>
                  <a:cubicBezTo>
                    <a:pt x="2038" y="16930"/>
                    <a:pt x="1495" y="16015"/>
                    <a:pt x="1180" y="15011"/>
                  </a:cubicBezTo>
                  <a:cubicBezTo>
                    <a:pt x="328" y="12292"/>
                    <a:pt x="1140" y="8835"/>
                    <a:pt x="2950" y="7464"/>
                  </a:cubicBezTo>
                  <a:cubicBezTo>
                    <a:pt x="4188" y="6527"/>
                    <a:pt x="5746" y="6255"/>
                    <a:pt x="7263" y="6255"/>
                  </a:cubicBezTo>
                  <a:cubicBezTo>
                    <a:pt x="8508" y="6255"/>
                    <a:pt x="9724" y="6438"/>
                    <a:pt x="10713" y="6586"/>
                  </a:cubicBezTo>
                  <a:cubicBezTo>
                    <a:pt x="13555" y="7015"/>
                    <a:pt x="16398" y="7815"/>
                    <a:pt x="19148" y="8591"/>
                  </a:cubicBezTo>
                  <a:cubicBezTo>
                    <a:pt x="20420" y="8950"/>
                    <a:pt x="21733" y="9320"/>
                    <a:pt x="23031" y="9648"/>
                  </a:cubicBezTo>
                  <a:cubicBezTo>
                    <a:pt x="23892" y="9867"/>
                    <a:pt x="24772" y="10044"/>
                    <a:pt x="25624" y="10217"/>
                  </a:cubicBezTo>
                  <a:cubicBezTo>
                    <a:pt x="26578" y="10410"/>
                    <a:pt x="27561" y="10610"/>
                    <a:pt x="28520" y="10866"/>
                  </a:cubicBezTo>
                  <a:cubicBezTo>
                    <a:pt x="29266" y="11066"/>
                    <a:pt x="30023" y="11287"/>
                    <a:pt x="30753" y="11502"/>
                  </a:cubicBezTo>
                  <a:cubicBezTo>
                    <a:pt x="31592" y="11746"/>
                    <a:pt x="32458" y="12000"/>
                    <a:pt x="33317" y="12223"/>
                  </a:cubicBezTo>
                  <a:lnTo>
                    <a:pt x="33467" y="12263"/>
                  </a:lnTo>
                  <a:cubicBezTo>
                    <a:pt x="34991" y="12659"/>
                    <a:pt x="36728" y="13111"/>
                    <a:pt x="38421" y="13111"/>
                  </a:cubicBezTo>
                  <a:cubicBezTo>
                    <a:pt x="39680" y="13111"/>
                    <a:pt x="40914" y="12861"/>
                    <a:pt x="42017" y="12152"/>
                  </a:cubicBezTo>
                  <a:cubicBezTo>
                    <a:pt x="42247" y="12003"/>
                    <a:pt x="42254" y="11687"/>
                    <a:pt x="42130" y="11480"/>
                  </a:cubicBezTo>
                  <a:cubicBezTo>
                    <a:pt x="39927" y="7838"/>
                    <a:pt x="35420" y="7355"/>
                    <a:pt x="32131" y="7002"/>
                  </a:cubicBezTo>
                  <a:cubicBezTo>
                    <a:pt x="30552" y="6834"/>
                    <a:pt x="28936" y="6794"/>
                    <a:pt x="27373" y="6755"/>
                  </a:cubicBezTo>
                  <a:cubicBezTo>
                    <a:pt x="24971" y="6694"/>
                    <a:pt x="22485" y="6634"/>
                    <a:pt x="20094" y="6098"/>
                  </a:cubicBezTo>
                  <a:lnTo>
                    <a:pt x="19861" y="6045"/>
                  </a:lnTo>
                  <a:cubicBezTo>
                    <a:pt x="19174" y="5899"/>
                    <a:pt x="18323" y="5715"/>
                    <a:pt x="17845" y="5185"/>
                  </a:cubicBezTo>
                  <a:cubicBezTo>
                    <a:pt x="17683" y="5000"/>
                    <a:pt x="17613" y="4809"/>
                    <a:pt x="17637" y="4599"/>
                  </a:cubicBezTo>
                  <a:cubicBezTo>
                    <a:pt x="17720" y="3886"/>
                    <a:pt x="18816" y="3119"/>
                    <a:pt x="19284" y="2791"/>
                  </a:cubicBezTo>
                  <a:lnTo>
                    <a:pt x="19370" y="2730"/>
                  </a:lnTo>
                  <a:cubicBezTo>
                    <a:pt x="21382" y="1313"/>
                    <a:pt x="23882" y="535"/>
                    <a:pt x="26803" y="420"/>
                  </a:cubicBezTo>
                  <a:cubicBezTo>
                    <a:pt x="27101" y="408"/>
                    <a:pt x="27399" y="402"/>
                    <a:pt x="27698" y="402"/>
                  </a:cubicBezTo>
                  <a:close/>
                  <a:moveTo>
                    <a:pt x="27716" y="0"/>
                  </a:moveTo>
                  <a:cubicBezTo>
                    <a:pt x="27408" y="0"/>
                    <a:pt x="27101" y="6"/>
                    <a:pt x="26793" y="18"/>
                  </a:cubicBezTo>
                  <a:cubicBezTo>
                    <a:pt x="23792" y="137"/>
                    <a:pt x="21220" y="940"/>
                    <a:pt x="19143" y="2401"/>
                  </a:cubicBezTo>
                  <a:lnTo>
                    <a:pt x="19057" y="2461"/>
                  </a:lnTo>
                  <a:cubicBezTo>
                    <a:pt x="18500" y="2850"/>
                    <a:pt x="17342" y="3659"/>
                    <a:pt x="17241" y="4552"/>
                  </a:cubicBezTo>
                  <a:cubicBezTo>
                    <a:pt x="17204" y="4879"/>
                    <a:pt x="17307" y="5183"/>
                    <a:pt x="17550" y="5452"/>
                  </a:cubicBezTo>
                  <a:cubicBezTo>
                    <a:pt x="18114" y="6081"/>
                    <a:pt x="19037" y="6279"/>
                    <a:pt x="19779" y="6438"/>
                  </a:cubicBezTo>
                  <a:lnTo>
                    <a:pt x="20009" y="6488"/>
                  </a:lnTo>
                  <a:cubicBezTo>
                    <a:pt x="22436" y="7034"/>
                    <a:pt x="24942" y="7095"/>
                    <a:pt x="27366" y="7155"/>
                  </a:cubicBezTo>
                  <a:cubicBezTo>
                    <a:pt x="28920" y="7194"/>
                    <a:pt x="30528" y="7234"/>
                    <a:pt x="32089" y="7401"/>
                  </a:cubicBezTo>
                  <a:cubicBezTo>
                    <a:pt x="35297" y="7744"/>
                    <a:pt x="39689" y="8215"/>
                    <a:pt x="41788" y="11686"/>
                  </a:cubicBezTo>
                  <a:cubicBezTo>
                    <a:pt x="41818" y="11736"/>
                    <a:pt x="41813" y="11800"/>
                    <a:pt x="41803" y="11810"/>
                  </a:cubicBezTo>
                  <a:cubicBezTo>
                    <a:pt x="40777" y="12469"/>
                    <a:pt x="39614" y="12703"/>
                    <a:pt x="38419" y="12703"/>
                  </a:cubicBezTo>
                  <a:cubicBezTo>
                    <a:pt x="36773" y="12703"/>
                    <a:pt x="35066" y="12260"/>
                    <a:pt x="33571" y="11872"/>
                  </a:cubicBezTo>
                  <a:lnTo>
                    <a:pt x="33421" y="11832"/>
                  </a:lnTo>
                  <a:cubicBezTo>
                    <a:pt x="32568" y="11613"/>
                    <a:pt x="31706" y="11359"/>
                    <a:pt x="30871" y="11114"/>
                  </a:cubicBezTo>
                  <a:cubicBezTo>
                    <a:pt x="30136" y="10900"/>
                    <a:pt x="29377" y="10677"/>
                    <a:pt x="28627" y="10477"/>
                  </a:cubicBezTo>
                  <a:cubicBezTo>
                    <a:pt x="27659" y="10217"/>
                    <a:pt x="26667" y="10017"/>
                    <a:pt x="25708" y="9823"/>
                  </a:cubicBezTo>
                  <a:cubicBezTo>
                    <a:pt x="24862" y="9650"/>
                    <a:pt x="23985" y="9473"/>
                    <a:pt x="23133" y="9257"/>
                  </a:cubicBezTo>
                  <a:cubicBezTo>
                    <a:pt x="21840" y="8930"/>
                    <a:pt x="20529" y="8560"/>
                    <a:pt x="19261" y="8202"/>
                  </a:cubicBezTo>
                  <a:cubicBezTo>
                    <a:pt x="16498" y="7424"/>
                    <a:pt x="13642" y="6619"/>
                    <a:pt x="10776" y="6188"/>
                  </a:cubicBezTo>
                  <a:cubicBezTo>
                    <a:pt x="9769" y="6036"/>
                    <a:pt x="8534" y="5850"/>
                    <a:pt x="7263" y="5850"/>
                  </a:cubicBezTo>
                  <a:cubicBezTo>
                    <a:pt x="5677" y="5850"/>
                    <a:pt x="4036" y="6139"/>
                    <a:pt x="2711" y="7142"/>
                  </a:cubicBezTo>
                  <a:cubicBezTo>
                    <a:pt x="579" y="8757"/>
                    <a:pt x="1" y="12576"/>
                    <a:pt x="798" y="15131"/>
                  </a:cubicBezTo>
                  <a:cubicBezTo>
                    <a:pt x="1138" y="16218"/>
                    <a:pt x="1730" y="17203"/>
                    <a:pt x="2606" y="18144"/>
                  </a:cubicBezTo>
                  <a:lnTo>
                    <a:pt x="2666" y="18209"/>
                  </a:lnTo>
                  <a:lnTo>
                    <a:pt x="107680" y="18209"/>
                  </a:lnTo>
                  <a:lnTo>
                    <a:pt x="107713" y="18040"/>
                  </a:lnTo>
                  <a:cubicBezTo>
                    <a:pt x="108339" y="14231"/>
                    <a:pt x="104720" y="9907"/>
                    <a:pt x="102642" y="8438"/>
                  </a:cubicBezTo>
                  <a:cubicBezTo>
                    <a:pt x="100295" y="6780"/>
                    <a:pt x="97465" y="5972"/>
                    <a:pt x="93901" y="5972"/>
                  </a:cubicBezTo>
                  <a:cubicBezTo>
                    <a:pt x="92759" y="5972"/>
                    <a:pt x="91543" y="6055"/>
                    <a:pt x="90243" y="6219"/>
                  </a:cubicBezTo>
                  <a:cubicBezTo>
                    <a:pt x="88870" y="6392"/>
                    <a:pt x="87495" y="6691"/>
                    <a:pt x="86166" y="6979"/>
                  </a:cubicBezTo>
                  <a:cubicBezTo>
                    <a:pt x="85428" y="7141"/>
                    <a:pt x="84666" y="7307"/>
                    <a:pt x="83913" y="7448"/>
                  </a:cubicBezTo>
                  <a:cubicBezTo>
                    <a:pt x="81310" y="7937"/>
                    <a:pt x="78543" y="8272"/>
                    <a:pt x="75687" y="8443"/>
                  </a:cubicBezTo>
                  <a:cubicBezTo>
                    <a:pt x="74193" y="8531"/>
                    <a:pt x="72692" y="8575"/>
                    <a:pt x="71186" y="8575"/>
                  </a:cubicBezTo>
                  <a:cubicBezTo>
                    <a:pt x="66784" y="8575"/>
                    <a:pt x="62342" y="8199"/>
                    <a:pt x="57928" y="7448"/>
                  </a:cubicBezTo>
                  <a:cubicBezTo>
                    <a:pt x="52682" y="6556"/>
                    <a:pt x="47532" y="4898"/>
                    <a:pt x="42708" y="3276"/>
                  </a:cubicBezTo>
                  <a:cubicBezTo>
                    <a:pt x="38128" y="1734"/>
                    <a:pt x="32975" y="0"/>
                    <a:pt x="277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16"/>
            <p:cNvSpPr/>
            <p:nvPr/>
          </p:nvSpPr>
          <p:spPr>
            <a:xfrm flipH="1" rot="10800000">
              <a:off x="4932235" y="-54856"/>
              <a:ext cx="4348422" cy="1563444"/>
            </a:xfrm>
            <a:custGeom>
              <a:rect b="b" l="l" r="r" t="t"/>
              <a:pathLst>
                <a:path extrusionOk="0" h="39069" w="108663">
                  <a:moveTo>
                    <a:pt x="46151" y="403"/>
                  </a:moveTo>
                  <a:cubicBezTo>
                    <a:pt x="46500" y="403"/>
                    <a:pt x="46847" y="405"/>
                    <a:pt x="47194" y="409"/>
                  </a:cubicBezTo>
                  <a:cubicBezTo>
                    <a:pt x="60555" y="576"/>
                    <a:pt x="71907" y="4288"/>
                    <a:pt x="80932" y="11441"/>
                  </a:cubicBezTo>
                  <a:cubicBezTo>
                    <a:pt x="84958" y="14633"/>
                    <a:pt x="88903" y="18201"/>
                    <a:pt x="92718" y="21653"/>
                  </a:cubicBezTo>
                  <a:cubicBezTo>
                    <a:pt x="94523" y="23286"/>
                    <a:pt x="96389" y="24974"/>
                    <a:pt x="98238" y="26600"/>
                  </a:cubicBezTo>
                  <a:cubicBezTo>
                    <a:pt x="101177" y="29181"/>
                    <a:pt x="104663" y="32202"/>
                    <a:pt x="108257" y="35034"/>
                  </a:cubicBezTo>
                  <a:cubicBezTo>
                    <a:pt x="108185" y="37046"/>
                    <a:pt x="106877" y="38663"/>
                    <a:pt x="105303" y="38663"/>
                  </a:cubicBezTo>
                  <a:lnTo>
                    <a:pt x="95006" y="38663"/>
                  </a:lnTo>
                  <a:cubicBezTo>
                    <a:pt x="94337" y="37862"/>
                    <a:pt x="93741" y="37110"/>
                    <a:pt x="93190" y="36368"/>
                  </a:cubicBezTo>
                  <a:cubicBezTo>
                    <a:pt x="91738" y="34415"/>
                    <a:pt x="90482" y="32209"/>
                    <a:pt x="89268" y="30076"/>
                  </a:cubicBezTo>
                  <a:cubicBezTo>
                    <a:pt x="88255" y="28296"/>
                    <a:pt x="87207" y="26455"/>
                    <a:pt x="86046" y="24761"/>
                  </a:cubicBezTo>
                  <a:cubicBezTo>
                    <a:pt x="84901" y="23090"/>
                    <a:pt x="83654" y="21394"/>
                    <a:pt x="82109" y="20589"/>
                  </a:cubicBezTo>
                  <a:cubicBezTo>
                    <a:pt x="81766" y="20411"/>
                    <a:pt x="81285" y="20282"/>
                    <a:pt x="80790" y="20282"/>
                  </a:cubicBezTo>
                  <a:cubicBezTo>
                    <a:pt x="80446" y="20282"/>
                    <a:pt x="80095" y="20344"/>
                    <a:pt x="79779" y="20494"/>
                  </a:cubicBezTo>
                  <a:cubicBezTo>
                    <a:pt x="79253" y="20744"/>
                    <a:pt x="78909" y="21200"/>
                    <a:pt x="78784" y="21809"/>
                  </a:cubicBezTo>
                  <a:cubicBezTo>
                    <a:pt x="78479" y="23295"/>
                    <a:pt x="79725" y="24879"/>
                    <a:pt x="80550" y="25925"/>
                  </a:cubicBezTo>
                  <a:cubicBezTo>
                    <a:pt x="80666" y="26074"/>
                    <a:pt x="80775" y="26210"/>
                    <a:pt x="80868" y="26335"/>
                  </a:cubicBezTo>
                  <a:cubicBezTo>
                    <a:pt x="81946" y="27764"/>
                    <a:pt x="82835" y="29354"/>
                    <a:pt x="83661" y="31345"/>
                  </a:cubicBezTo>
                  <a:cubicBezTo>
                    <a:pt x="84287" y="32848"/>
                    <a:pt x="85364" y="35767"/>
                    <a:pt x="85660" y="38663"/>
                  </a:cubicBezTo>
                  <a:lnTo>
                    <a:pt x="76327" y="38663"/>
                  </a:lnTo>
                  <a:cubicBezTo>
                    <a:pt x="76685" y="34328"/>
                    <a:pt x="75134" y="29497"/>
                    <a:pt x="72336" y="26295"/>
                  </a:cubicBezTo>
                  <a:cubicBezTo>
                    <a:pt x="70016" y="23636"/>
                    <a:pt x="66829" y="21619"/>
                    <a:pt x="62597" y="20130"/>
                  </a:cubicBezTo>
                  <a:cubicBezTo>
                    <a:pt x="58968" y="18853"/>
                    <a:pt x="54987" y="18071"/>
                    <a:pt x="50066" y="17668"/>
                  </a:cubicBezTo>
                  <a:cubicBezTo>
                    <a:pt x="47919" y="17494"/>
                    <a:pt x="45723" y="17407"/>
                    <a:pt x="43437" y="17407"/>
                  </a:cubicBezTo>
                  <a:cubicBezTo>
                    <a:pt x="41731" y="17407"/>
                    <a:pt x="39974" y="17455"/>
                    <a:pt x="38150" y="17552"/>
                  </a:cubicBezTo>
                  <a:cubicBezTo>
                    <a:pt x="34341" y="17757"/>
                    <a:pt x="31394" y="18197"/>
                    <a:pt x="28604" y="18985"/>
                  </a:cubicBezTo>
                  <a:cubicBezTo>
                    <a:pt x="27525" y="19288"/>
                    <a:pt x="26448" y="19608"/>
                    <a:pt x="25369" y="19927"/>
                  </a:cubicBezTo>
                  <a:cubicBezTo>
                    <a:pt x="21997" y="20924"/>
                    <a:pt x="18511" y="21956"/>
                    <a:pt x="15020" y="22506"/>
                  </a:cubicBezTo>
                  <a:cubicBezTo>
                    <a:pt x="13538" y="22740"/>
                    <a:pt x="11993" y="22922"/>
                    <a:pt x="10477" y="22922"/>
                  </a:cubicBezTo>
                  <a:cubicBezTo>
                    <a:pt x="7660" y="22922"/>
                    <a:pt x="4942" y="22294"/>
                    <a:pt x="2908" y="20201"/>
                  </a:cubicBezTo>
                  <a:cubicBezTo>
                    <a:pt x="2318" y="19594"/>
                    <a:pt x="445" y="17417"/>
                    <a:pt x="1110" y="14892"/>
                  </a:cubicBezTo>
                  <a:cubicBezTo>
                    <a:pt x="1609" y="13004"/>
                    <a:pt x="3139" y="11676"/>
                    <a:pt x="4417" y="10728"/>
                  </a:cubicBezTo>
                  <a:cubicBezTo>
                    <a:pt x="7502" y="8442"/>
                    <a:pt x="11094" y="7120"/>
                    <a:pt x="14506" y="5962"/>
                  </a:cubicBezTo>
                  <a:cubicBezTo>
                    <a:pt x="25380" y="2272"/>
                    <a:pt x="36012" y="403"/>
                    <a:pt x="46151" y="403"/>
                  </a:cubicBezTo>
                  <a:close/>
                  <a:moveTo>
                    <a:pt x="46184" y="0"/>
                  </a:moveTo>
                  <a:cubicBezTo>
                    <a:pt x="35995" y="0"/>
                    <a:pt x="25302" y="1873"/>
                    <a:pt x="14376" y="5582"/>
                  </a:cubicBezTo>
                  <a:cubicBezTo>
                    <a:pt x="10932" y="6749"/>
                    <a:pt x="7309" y="8083"/>
                    <a:pt x="4175" y="10405"/>
                  </a:cubicBezTo>
                  <a:cubicBezTo>
                    <a:pt x="2845" y="11391"/>
                    <a:pt x="1250" y="12780"/>
                    <a:pt x="720" y="14790"/>
                  </a:cubicBezTo>
                  <a:cubicBezTo>
                    <a:pt x="0" y="17521"/>
                    <a:pt x="1992" y="19837"/>
                    <a:pt x="2618" y="20484"/>
                  </a:cubicBezTo>
                  <a:cubicBezTo>
                    <a:pt x="4745" y="22672"/>
                    <a:pt x="7559" y="23326"/>
                    <a:pt x="10464" y="23326"/>
                  </a:cubicBezTo>
                  <a:cubicBezTo>
                    <a:pt x="12008" y="23326"/>
                    <a:pt x="13578" y="23141"/>
                    <a:pt x="15083" y="22903"/>
                  </a:cubicBezTo>
                  <a:cubicBezTo>
                    <a:pt x="18599" y="22350"/>
                    <a:pt x="22098" y="21314"/>
                    <a:pt x="25483" y="20314"/>
                  </a:cubicBezTo>
                  <a:cubicBezTo>
                    <a:pt x="26558" y="19996"/>
                    <a:pt x="27635" y="19678"/>
                    <a:pt x="28713" y="19374"/>
                  </a:cubicBezTo>
                  <a:cubicBezTo>
                    <a:pt x="31476" y="18595"/>
                    <a:pt x="34392" y="18158"/>
                    <a:pt x="38171" y="17957"/>
                  </a:cubicBezTo>
                  <a:cubicBezTo>
                    <a:pt x="39992" y="17859"/>
                    <a:pt x="41744" y="17811"/>
                    <a:pt x="43446" y="17811"/>
                  </a:cubicBezTo>
                  <a:cubicBezTo>
                    <a:pt x="45718" y="17811"/>
                    <a:pt x="47900" y="17898"/>
                    <a:pt x="50034" y="18072"/>
                  </a:cubicBezTo>
                  <a:cubicBezTo>
                    <a:pt x="54919" y="18471"/>
                    <a:pt x="58869" y="19245"/>
                    <a:pt x="62464" y="20513"/>
                  </a:cubicBezTo>
                  <a:cubicBezTo>
                    <a:pt x="66629" y="21980"/>
                    <a:pt x="69761" y="23959"/>
                    <a:pt x="72035" y="26564"/>
                  </a:cubicBezTo>
                  <a:cubicBezTo>
                    <a:pt x="74808" y="29740"/>
                    <a:pt x="76328" y="34562"/>
                    <a:pt x="75907" y="38847"/>
                  </a:cubicBezTo>
                  <a:lnTo>
                    <a:pt x="75885" y="39069"/>
                  </a:lnTo>
                  <a:lnTo>
                    <a:pt x="86103" y="39069"/>
                  </a:lnTo>
                  <a:lnTo>
                    <a:pt x="86083" y="38849"/>
                  </a:lnTo>
                  <a:cubicBezTo>
                    <a:pt x="85816" y="35827"/>
                    <a:pt x="84685" y="32755"/>
                    <a:pt x="84035" y="31193"/>
                  </a:cubicBezTo>
                  <a:cubicBezTo>
                    <a:pt x="83194" y="29170"/>
                    <a:pt x="82289" y="27550"/>
                    <a:pt x="81192" y="26094"/>
                  </a:cubicBezTo>
                  <a:cubicBezTo>
                    <a:pt x="81095" y="25968"/>
                    <a:pt x="80986" y="25829"/>
                    <a:pt x="80868" y="25679"/>
                  </a:cubicBezTo>
                  <a:cubicBezTo>
                    <a:pt x="80089" y="24692"/>
                    <a:pt x="78913" y="23196"/>
                    <a:pt x="79180" y="21893"/>
                  </a:cubicBezTo>
                  <a:cubicBezTo>
                    <a:pt x="79280" y="21406"/>
                    <a:pt x="79542" y="21057"/>
                    <a:pt x="79953" y="20860"/>
                  </a:cubicBezTo>
                  <a:cubicBezTo>
                    <a:pt x="80215" y="20736"/>
                    <a:pt x="80506" y="20684"/>
                    <a:pt x="80793" y="20684"/>
                  </a:cubicBezTo>
                  <a:cubicBezTo>
                    <a:pt x="81216" y="20684"/>
                    <a:pt x="81630" y="20796"/>
                    <a:pt x="81925" y="20950"/>
                  </a:cubicBezTo>
                  <a:cubicBezTo>
                    <a:pt x="83388" y="21710"/>
                    <a:pt x="84600" y="23365"/>
                    <a:pt x="85716" y="24991"/>
                  </a:cubicBezTo>
                  <a:cubicBezTo>
                    <a:pt x="86867" y="26672"/>
                    <a:pt x="87910" y="28506"/>
                    <a:pt x="88919" y="30277"/>
                  </a:cubicBezTo>
                  <a:cubicBezTo>
                    <a:pt x="90139" y="32421"/>
                    <a:pt x="91401" y="34638"/>
                    <a:pt x="92868" y="36611"/>
                  </a:cubicBezTo>
                  <a:cubicBezTo>
                    <a:pt x="93440" y="37380"/>
                    <a:pt x="94059" y="38160"/>
                    <a:pt x="94759" y="38996"/>
                  </a:cubicBezTo>
                  <a:lnTo>
                    <a:pt x="94819" y="39068"/>
                  </a:lnTo>
                  <a:lnTo>
                    <a:pt x="105303" y="39068"/>
                  </a:lnTo>
                  <a:cubicBezTo>
                    <a:pt x="107121" y="39068"/>
                    <a:pt x="108627" y="37217"/>
                    <a:pt x="108661" y="34947"/>
                  </a:cubicBezTo>
                  <a:lnTo>
                    <a:pt x="108663" y="34847"/>
                  </a:lnTo>
                  <a:lnTo>
                    <a:pt x="108584" y="34784"/>
                  </a:lnTo>
                  <a:cubicBezTo>
                    <a:pt x="104971" y="31939"/>
                    <a:pt x="101460" y="28897"/>
                    <a:pt x="98502" y="26300"/>
                  </a:cubicBezTo>
                  <a:cubicBezTo>
                    <a:pt x="96655" y="24675"/>
                    <a:pt x="94790" y="22989"/>
                    <a:pt x="92987" y="21357"/>
                  </a:cubicBezTo>
                  <a:cubicBezTo>
                    <a:pt x="89168" y="17899"/>
                    <a:pt x="85217" y="14326"/>
                    <a:pt x="81181" y="11127"/>
                  </a:cubicBezTo>
                  <a:cubicBezTo>
                    <a:pt x="72085" y="3918"/>
                    <a:pt x="60650" y="176"/>
                    <a:pt x="47197" y="6"/>
                  </a:cubicBezTo>
                  <a:cubicBezTo>
                    <a:pt x="46860" y="2"/>
                    <a:pt x="46522" y="0"/>
                    <a:pt x="46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16"/>
            <p:cNvSpPr/>
            <p:nvPr/>
          </p:nvSpPr>
          <p:spPr>
            <a:xfrm flipH="1" rot="10800000">
              <a:off x="5065015" y="6716277"/>
              <a:ext cx="4355665" cy="807744"/>
            </a:xfrm>
            <a:custGeom>
              <a:rect b="b" l="l" r="r" t="t"/>
              <a:pathLst>
                <a:path extrusionOk="0" h="28164" w="108844">
                  <a:moveTo>
                    <a:pt x="105484" y="409"/>
                  </a:moveTo>
                  <a:cubicBezTo>
                    <a:pt x="107116" y="409"/>
                    <a:pt x="108443" y="2114"/>
                    <a:pt x="108443" y="4208"/>
                  </a:cubicBezTo>
                  <a:lnTo>
                    <a:pt x="108443" y="9441"/>
                  </a:lnTo>
                  <a:cubicBezTo>
                    <a:pt x="107791" y="9431"/>
                    <a:pt x="107138" y="9426"/>
                    <a:pt x="106485" y="9426"/>
                  </a:cubicBezTo>
                  <a:cubicBezTo>
                    <a:pt x="96929" y="9426"/>
                    <a:pt x="87281" y="10461"/>
                    <a:pt x="77432" y="11618"/>
                  </a:cubicBezTo>
                  <a:lnTo>
                    <a:pt x="74438" y="11967"/>
                  </a:lnTo>
                  <a:cubicBezTo>
                    <a:pt x="68077" y="12707"/>
                    <a:pt x="61497" y="13471"/>
                    <a:pt x="55052" y="14524"/>
                  </a:cubicBezTo>
                  <a:cubicBezTo>
                    <a:pt x="50937" y="15196"/>
                    <a:pt x="47239" y="15919"/>
                    <a:pt x="43750" y="16739"/>
                  </a:cubicBezTo>
                  <a:cubicBezTo>
                    <a:pt x="39671" y="17698"/>
                    <a:pt x="36280" y="18535"/>
                    <a:pt x="32894" y="19868"/>
                  </a:cubicBezTo>
                  <a:cubicBezTo>
                    <a:pt x="30642" y="20754"/>
                    <a:pt x="28443" y="21986"/>
                    <a:pt x="26315" y="23179"/>
                  </a:cubicBezTo>
                  <a:cubicBezTo>
                    <a:pt x="22603" y="25262"/>
                    <a:pt x="18761" y="27414"/>
                    <a:pt x="14582" y="27728"/>
                  </a:cubicBezTo>
                  <a:cubicBezTo>
                    <a:pt x="14284" y="27750"/>
                    <a:pt x="13983" y="27761"/>
                    <a:pt x="13680" y="27761"/>
                  </a:cubicBezTo>
                  <a:cubicBezTo>
                    <a:pt x="8600" y="27761"/>
                    <a:pt x="3011" y="24606"/>
                    <a:pt x="1265" y="17265"/>
                  </a:cubicBezTo>
                  <a:cubicBezTo>
                    <a:pt x="424" y="13728"/>
                    <a:pt x="774" y="10998"/>
                    <a:pt x="2304" y="9148"/>
                  </a:cubicBezTo>
                  <a:cubicBezTo>
                    <a:pt x="3847" y="7282"/>
                    <a:pt x="6123" y="6467"/>
                    <a:pt x="8144" y="5916"/>
                  </a:cubicBezTo>
                  <a:cubicBezTo>
                    <a:pt x="14663" y="4135"/>
                    <a:pt x="21503" y="4060"/>
                    <a:pt x="27536" y="3991"/>
                  </a:cubicBezTo>
                  <a:lnTo>
                    <a:pt x="28284" y="3982"/>
                  </a:lnTo>
                  <a:cubicBezTo>
                    <a:pt x="35338" y="3908"/>
                    <a:pt x="42635" y="3830"/>
                    <a:pt x="49562" y="1411"/>
                  </a:cubicBezTo>
                  <a:cubicBezTo>
                    <a:pt x="50530" y="1072"/>
                    <a:pt x="51303" y="753"/>
                    <a:pt x="51989" y="409"/>
                  </a:cubicBezTo>
                  <a:lnTo>
                    <a:pt x="51989" y="410"/>
                  </a:lnTo>
                  <a:lnTo>
                    <a:pt x="77472" y="410"/>
                  </a:lnTo>
                  <a:cubicBezTo>
                    <a:pt x="75657" y="1022"/>
                    <a:pt x="73845" y="1526"/>
                    <a:pt x="72138" y="1986"/>
                  </a:cubicBezTo>
                  <a:cubicBezTo>
                    <a:pt x="71479" y="2162"/>
                    <a:pt x="70816" y="2334"/>
                    <a:pt x="70156" y="2505"/>
                  </a:cubicBezTo>
                  <a:cubicBezTo>
                    <a:pt x="68329" y="2977"/>
                    <a:pt x="66440" y="3467"/>
                    <a:pt x="64605" y="4082"/>
                  </a:cubicBezTo>
                  <a:cubicBezTo>
                    <a:pt x="61004" y="5291"/>
                    <a:pt x="57124" y="6040"/>
                    <a:pt x="52740" y="6369"/>
                  </a:cubicBezTo>
                  <a:cubicBezTo>
                    <a:pt x="49638" y="6602"/>
                    <a:pt x="46418" y="6602"/>
                    <a:pt x="43304" y="6603"/>
                  </a:cubicBezTo>
                  <a:cubicBezTo>
                    <a:pt x="34965" y="6606"/>
                    <a:pt x="26344" y="6609"/>
                    <a:pt x="18528" y="10955"/>
                  </a:cubicBezTo>
                  <a:cubicBezTo>
                    <a:pt x="14223" y="13350"/>
                    <a:pt x="12644" y="15910"/>
                    <a:pt x="13835" y="18561"/>
                  </a:cubicBezTo>
                  <a:cubicBezTo>
                    <a:pt x="14838" y="20791"/>
                    <a:pt x="17057" y="22107"/>
                    <a:pt x="18813" y="22421"/>
                  </a:cubicBezTo>
                  <a:cubicBezTo>
                    <a:pt x="19239" y="22498"/>
                    <a:pt x="19668" y="22533"/>
                    <a:pt x="20097" y="22533"/>
                  </a:cubicBezTo>
                  <a:cubicBezTo>
                    <a:pt x="22307" y="22533"/>
                    <a:pt x="24513" y="21604"/>
                    <a:pt x="26433" y="20647"/>
                  </a:cubicBezTo>
                  <a:cubicBezTo>
                    <a:pt x="27444" y="20142"/>
                    <a:pt x="28451" y="19561"/>
                    <a:pt x="29427" y="18998"/>
                  </a:cubicBezTo>
                  <a:cubicBezTo>
                    <a:pt x="30955" y="18116"/>
                    <a:pt x="32534" y="17203"/>
                    <a:pt x="34157" y="16576"/>
                  </a:cubicBezTo>
                  <a:cubicBezTo>
                    <a:pt x="37956" y="15106"/>
                    <a:pt x="41874" y="14247"/>
                    <a:pt x="44864" y="13661"/>
                  </a:cubicBezTo>
                  <a:cubicBezTo>
                    <a:pt x="49244" y="12804"/>
                    <a:pt x="53720" y="12190"/>
                    <a:pt x="58050" y="11597"/>
                  </a:cubicBezTo>
                  <a:cubicBezTo>
                    <a:pt x="61146" y="11172"/>
                    <a:pt x="64344" y="10734"/>
                    <a:pt x="67486" y="10209"/>
                  </a:cubicBezTo>
                  <a:cubicBezTo>
                    <a:pt x="71305" y="9572"/>
                    <a:pt x="74827" y="8898"/>
                    <a:pt x="78252" y="8150"/>
                  </a:cubicBezTo>
                  <a:cubicBezTo>
                    <a:pt x="80759" y="7602"/>
                    <a:pt x="84017" y="6743"/>
                    <a:pt x="86995" y="4937"/>
                  </a:cubicBezTo>
                  <a:cubicBezTo>
                    <a:pt x="88677" y="3915"/>
                    <a:pt x="90044" y="2435"/>
                    <a:pt x="91173" y="409"/>
                  </a:cubicBezTo>
                  <a:close/>
                  <a:moveTo>
                    <a:pt x="90934" y="0"/>
                  </a:moveTo>
                  <a:lnTo>
                    <a:pt x="90877" y="105"/>
                  </a:lnTo>
                  <a:cubicBezTo>
                    <a:pt x="89755" y="2148"/>
                    <a:pt x="88458" y="3572"/>
                    <a:pt x="86786" y="4587"/>
                  </a:cubicBezTo>
                  <a:cubicBezTo>
                    <a:pt x="83860" y="6361"/>
                    <a:pt x="80642" y="7209"/>
                    <a:pt x="78166" y="7749"/>
                  </a:cubicBezTo>
                  <a:cubicBezTo>
                    <a:pt x="74747" y="8496"/>
                    <a:pt x="71232" y="9168"/>
                    <a:pt x="67420" y="9804"/>
                  </a:cubicBezTo>
                  <a:cubicBezTo>
                    <a:pt x="64284" y="10326"/>
                    <a:pt x="61086" y="10767"/>
                    <a:pt x="57994" y="11189"/>
                  </a:cubicBezTo>
                  <a:cubicBezTo>
                    <a:pt x="53660" y="11784"/>
                    <a:pt x="49177" y="12398"/>
                    <a:pt x="44787" y="13257"/>
                  </a:cubicBezTo>
                  <a:cubicBezTo>
                    <a:pt x="41781" y="13846"/>
                    <a:pt x="37840" y="14712"/>
                    <a:pt x="34011" y="16192"/>
                  </a:cubicBezTo>
                  <a:cubicBezTo>
                    <a:pt x="32361" y="16832"/>
                    <a:pt x="30768" y="17751"/>
                    <a:pt x="29227" y="18641"/>
                  </a:cubicBezTo>
                  <a:cubicBezTo>
                    <a:pt x="28257" y="19199"/>
                    <a:pt x="27256" y="19778"/>
                    <a:pt x="26252" y="20278"/>
                  </a:cubicBezTo>
                  <a:cubicBezTo>
                    <a:pt x="24377" y="21213"/>
                    <a:pt x="22228" y="22123"/>
                    <a:pt x="20096" y="22123"/>
                  </a:cubicBezTo>
                  <a:cubicBezTo>
                    <a:pt x="19691" y="22123"/>
                    <a:pt x="19286" y="22090"/>
                    <a:pt x="18884" y="22019"/>
                  </a:cubicBezTo>
                  <a:cubicBezTo>
                    <a:pt x="17234" y="21723"/>
                    <a:pt x="15146" y="20485"/>
                    <a:pt x="14203" y="18389"/>
                  </a:cubicBezTo>
                  <a:cubicBezTo>
                    <a:pt x="13112" y="15962"/>
                    <a:pt x="14633" y="13577"/>
                    <a:pt x="18725" y="11302"/>
                  </a:cubicBezTo>
                  <a:cubicBezTo>
                    <a:pt x="26450" y="7006"/>
                    <a:pt x="35017" y="7004"/>
                    <a:pt x="43304" y="7002"/>
                  </a:cubicBezTo>
                  <a:cubicBezTo>
                    <a:pt x="46426" y="7002"/>
                    <a:pt x="49654" y="6999"/>
                    <a:pt x="52770" y="6766"/>
                  </a:cubicBezTo>
                  <a:cubicBezTo>
                    <a:pt x="57188" y="6433"/>
                    <a:pt x="61100" y="5680"/>
                    <a:pt x="64734" y="4460"/>
                  </a:cubicBezTo>
                  <a:cubicBezTo>
                    <a:pt x="66555" y="3847"/>
                    <a:pt x="68437" y="3359"/>
                    <a:pt x="70258" y="2889"/>
                  </a:cubicBezTo>
                  <a:cubicBezTo>
                    <a:pt x="70921" y="2718"/>
                    <a:pt x="71583" y="2546"/>
                    <a:pt x="72244" y="2369"/>
                  </a:cubicBezTo>
                  <a:cubicBezTo>
                    <a:pt x="74310" y="1815"/>
                    <a:pt x="76526" y="1191"/>
                    <a:pt x="78725" y="393"/>
                  </a:cubicBezTo>
                  <a:lnTo>
                    <a:pt x="79801" y="3"/>
                  </a:lnTo>
                  <a:lnTo>
                    <a:pt x="51891" y="3"/>
                  </a:lnTo>
                  <a:lnTo>
                    <a:pt x="51849" y="25"/>
                  </a:lnTo>
                  <a:cubicBezTo>
                    <a:pt x="51168" y="369"/>
                    <a:pt x="50398" y="688"/>
                    <a:pt x="49430" y="1026"/>
                  </a:cubicBezTo>
                  <a:cubicBezTo>
                    <a:pt x="42565" y="3424"/>
                    <a:pt x="35301" y="3502"/>
                    <a:pt x="28279" y="3577"/>
                  </a:cubicBezTo>
                  <a:lnTo>
                    <a:pt x="27530" y="3587"/>
                  </a:lnTo>
                  <a:cubicBezTo>
                    <a:pt x="21472" y="3654"/>
                    <a:pt x="14606" y="3731"/>
                    <a:pt x="8035" y="5524"/>
                  </a:cubicBezTo>
                  <a:cubicBezTo>
                    <a:pt x="5955" y="6091"/>
                    <a:pt x="3608" y="6937"/>
                    <a:pt x="1994" y="8889"/>
                  </a:cubicBezTo>
                  <a:cubicBezTo>
                    <a:pt x="378" y="10842"/>
                    <a:pt x="1" y="13691"/>
                    <a:pt x="872" y="17356"/>
                  </a:cubicBezTo>
                  <a:cubicBezTo>
                    <a:pt x="2415" y="23842"/>
                    <a:pt x="7591" y="28164"/>
                    <a:pt x="13647" y="28164"/>
                  </a:cubicBezTo>
                  <a:cubicBezTo>
                    <a:pt x="13966" y="28164"/>
                    <a:pt x="14287" y="28154"/>
                    <a:pt x="14609" y="28121"/>
                  </a:cubicBezTo>
                  <a:cubicBezTo>
                    <a:pt x="18878" y="27800"/>
                    <a:pt x="22758" y="25623"/>
                    <a:pt x="26511" y="23520"/>
                  </a:cubicBezTo>
                  <a:cubicBezTo>
                    <a:pt x="28626" y="22334"/>
                    <a:pt x="30812" y="21108"/>
                    <a:pt x="33038" y="20233"/>
                  </a:cubicBezTo>
                  <a:cubicBezTo>
                    <a:pt x="36400" y="18911"/>
                    <a:pt x="39775" y="18075"/>
                    <a:pt x="43838" y="17121"/>
                  </a:cubicBezTo>
                  <a:cubicBezTo>
                    <a:pt x="47319" y="16305"/>
                    <a:pt x="51008" y="15582"/>
                    <a:pt x="55113" y="14912"/>
                  </a:cubicBezTo>
                  <a:cubicBezTo>
                    <a:pt x="61550" y="13861"/>
                    <a:pt x="68126" y="13097"/>
                    <a:pt x="74484" y="12357"/>
                  </a:cubicBezTo>
                  <a:lnTo>
                    <a:pt x="77477" y="12010"/>
                  </a:lnTo>
                  <a:cubicBezTo>
                    <a:pt x="87323" y="10854"/>
                    <a:pt x="96973" y="9822"/>
                    <a:pt x="106514" y="9822"/>
                  </a:cubicBezTo>
                  <a:cubicBezTo>
                    <a:pt x="107222" y="9822"/>
                    <a:pt x="107930" y="9827"/>
                    <a:pt x="108637" y="9839"/>
                  </a:cubicBezTo>
                  <a:lnTo>
                    <a:pt x="108843" y="9842"/>
                  </a:lnTo>
                  <a:lnTo>
                    <a:pt x="108843" y="4203"/>
                  </a:lnTo>
                  <a:cubicBezTo>
                    <a:pt x="108843" y="1884"/>
                    <a:pt x="107336" y="0"/>
                    <a:pt x="1054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3" name="Google Shape;443;p16"/>
          <p:cNvSpPr/>
          <p:nvPr/>
        </p:nvSpPr>
        <p:spPr>
          <a:xfrm>
            <a:off x="408250" y="362757"/>
            <a:ext cx="8434200" cy="4594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16"/>
          <p:cNvSpPr/>
          <p:nvPr/>
        </p:nvSpPr>
        <p:spPr>
          <a:xfrm>
            <a:off x="301550" y="271625"/>
            <a:ext cx="8434200" cy="45849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16"/>
          <p:cNvSpPr txBox="1"/>
          <p:nvPr>
            <p:ph type="title"/>
          </p:nvPr>
        </p:nvSpPr>
        <p:spPr>
          <a:xfrm>
            <a:off x="719988" y="1766225"/>
            <a:ext cx="2336400" cy="527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sz="24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446" name="Google Shape;446;p16"/>
          <p:cNvSpPr txBox="1"/>
          <p:nvPr>
            <p:ph hasCustomPrompt="1" idx="2" type="title"/>
          </p:nvPr>
        </p:nvSpPr>
        <p:spPr>
          <a:xfrm>
            <a:off x="3684413" y="1840075"/>
            <a:ext cx="637800" cy="918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4"/>
              </a:buClr>
              <a:buSzPts val="3000"/>
              <a:buNone/>
              <a:defRPr b="1" sz="3000">
                <a:solidFill>
                  <a:schemeClr val="accent4"/>
                </a:solidFill>
              </a:defRPr>
            </a:lvl1pPr>
            <a:lvl2pPr lvl="1" rtl="0">
              <a:spcBef>
                <a:spcPts val="0"/>
              </a:spcBef>
              <a:spcAft>
                <a:spcPts val="0"/>
              </a:spcAft>
              <a:buClr>
                <a:schemeClr val="accent4"/>
              </a:buClr>
              <a:buSzPts val="3000"/>
              <a:buNone/>
              <a:defRPr b="1" sz="3000">
                <a:solidFill>
                  <a:schemeClr val="accent4"/>
                </a:solidFill>
              </a:defRPr>
            </a:lvl2pPr>
            <a:lvl3pPr lvl="2" rtl="0">
              <a:spcBef>
                <a:spcPts val="0"/>
              </a:spcBef>
              <a:spcAft>
                <a:spcPts val="0"/>
              </a:spcAft>
              <a:buClr>
                <a:schemeClr val="accent4"/>
              </a:buClr>
              <a:buSzPts val="3000"/>
              <a:buNone/>
              <a:defRPr b="1" sz="3000">
                <a:solidFill>
                  <a:schemeClr val="accent4"/>
                </a:solidFill>
              </a:defRPr>
            </a:lvl3pPr>
            <a:lvl4pPr lvl="3" rtl="0">
              <a:spcBef>
                <a:spcPts val="0"/>
              </a:spcBef>
              <a:spcAft>
                <a:spcPts val="0"/>
              </a:spcAft>
              <a:buClr>
                <a:schemeClr val="accent4"/>
              </a:buClr>
              <a:buSzPts val="3000"/>
              <a:buNone/>
              <a:defRPr b="1" sz="3000">
                <a:solidFill>
                  <a:schemeClr val="accent4"/>
                </a:solidFill>
              </a:defRPr>
            </a:lvl4pPr>
            <a:lvl5pPr lvl="4" rtl="0">
              <a:spcBef>
                <a:spcPts val="0"/>
              </a:spcBef>
              <a:spcAft>
                <a:spcPts val="0"/>
              </a:spcAft>
              <a:buClr>
                <a:schemeClr val="accent4"/>
              </a:buClr>
              <a:buSzPts val="3000"/>
              <a:buNone/>
              <a:defRPr b="1" sz="3000">
                <a:solidFill>
                  <a:schemeClr val="accent4"/>
                </a:solidFill>
              </a:defRPr>
            </a:lvl5pPr>
            <a:lvl6pPr lvl="5" rtl="0">
              <a:spcBef>
                <a:spcPts val="0"/>
              </a:spcBef>
              <a:spcAft>
                <a:spcPts val="0"/>
              </a:spcAft>
              <a:buClr>
                <a:schemeClr val="accent4"/>
              </a:buClr>
              <a:buSzPts val="3000"/>
              <a:buNone/>
              <a:defRPr b="1" sz="3000">
                <a:solidFill>
                  <a:schemeClr val="accent4"/>
                </a:solidFill>
              </a:defRPr>
            </a:lvl6pPr>
            <a:lvl7pPr lvl="6" rtl="0">
              <a:spcBef>
                <a:spcPts val="0"/>
              </a:spcBef>
              <a:spcAft>
                <a:spcPts val="0"/>
              </a:spcAft>
              <a:buClr>
                <a:schemeClr val="accent4"/>
              </a:buClr>
              <a:buSzPts val="3000"/>
              <a:buNone/>
              <a:defRPr b="1" sz="3000">
                <a:solidFill>
                  <a:schemeClr val="accent4"/>
                </a:solidFill>
              </a:defRPr>
            </a:lvl7pPr>
            <a:lvl8pPr lvl="7" rtl="0">
              <a:spcBef>
                <a:spcPts val="0"/>
              </a:spcBef>
              <a:spcAft>
                <a:spcPts val="0"/>
              </a:spcAft>
              <a:buClr>
                <a:schemeClr val="accent4"/>
              </a:buClr>
              <a:buSzPts val="3000"/>
              <a:buNone/>
              <a:defRPr b="1" sz="3000">
                <a:solidFill>
                  <a:schemeClr val="accent4"/>
                </a:solidFill>
              </a:defRPr>
            </a:lvl8pPr>
            <a:lvl9pPr lvl="8" rtl="0">
              <a:spcBef>
                <a:spcPts val="0"/>
              </a:spcBef>
              <a:spcAft>
                <a:spcPts val="0"/>
              </a:spcAft>
              <a:buClr>
                <a:schemeClr val="accent4"/>
              </a:buClr>
              <a:buSzPts val="3000"/>
              <a:buNone/>
              <a:defRPr b="1" sz="3000">
                <a:solidFill>
                  <a:schemeClr val="accent4"/>
                </a:solidFill>
              </a:defRPr>
            </a:lvl9pPr>
          </a:lstStyle>
          <a:p>
            <a:r>
              <a:t>xx%</a:t>
            </a:r>
          </a:p>
        </p:txBody>
      </p:sp>
      <p:sp>
        <p:nvSpPr>
          <p:cNvPr id="447" name="Google Shape;447;p16"/>
          <p:cNvSpPr txBox="1"/>
          <p:nvPr>
            <p:ph idx="1" type="subTitle"/>
          </p:nvPr>
        </p:nvSpPr>
        <p:spPr>
          <a:xfrm>
            <a:off x="719988" y="2200350"/>
            <a:ext cx="2336400" cy="484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r">
              <a:lnSpc>
                <a:spcPct val="100000"/>
              </a:lnSpc>
              <a:spcBef>
                <a:spcPts val="1600"/>
              </a:spcBef>
              <a:spcAft>
                <a:spcPts val="0"/>
              </a:spcAft>
              <a:buSzPts val="1400"/>
              <a:buNone/>
              <a:defRPr/>
            </a:lvl2pPr>
            <a:lvl3pPr lvl="2" rtl="0" algn="r">
              <a:lnSpc>
                <a:spcPct val="100000"/>
              </a:lnSpc>
              <a:spcBef>
                <a:spcPts val="1600"/>
              </a:spcBef>
              <a:spcAft>
                <a:spcPts val="0"/>
              </a:spcAft>
              <a:buSzPts val="1400"/>
              <a:buNone/>
              <a:defRPr/>
            </a:lvl3pPr>
            <a:lvl4pPr lvl="3" rtl="0" algn="r">
              <a:lnSpc>
                <a:spcPct val="100000"/>
              </a:lnSpc>
              <a:spcBef>
                <a:spcPts val="1600"/>
              </a:spcBef>
              <a:spcAft>
                <a:spcPts val="0"/>
              </a:spcAft>
              <a:buSzPts val="1400"/>
              <a:buNone/>
              <a:defRPr/>
            </a:lvl4pPr>
            <a:lvl5pPr lvl="4" rtl="0" algn="r">
              <a:lnSpc>
                <a:spcPct val="100000"/>
              </a:lnSpc>
              <a:spcBef>
                <a:spcPts val="1600"/>
              </a:spcBef>
              <a:spcAft>
                <a:spcPts val="0"/>
              </a:spcAft>
              <a:buSzPts val="1400"/>
              <a:buNone/>
              <a:defRPr/>
            </a:lvl5pPr>
            <a:lvl6pPr lvl="5" rtl="0" algn="r">
              <a:lnSpc>
                <a:spcPct val="100000"/>
              </a:lnSpc>
              <a:spcBef>
                <a:spcPts val="1600"/>
              </a:spcBef>
              <a:spcAft>
                <a:spcPts val="0"/>
              </a:spcAft>
              <a:buSzPts val="1400"/>
              <a:buNone/>
              <a:defRPr/>
            </a:lvl6pPr>
            <a:lvl7pPr lvl="6" rtl="0" algn="r">
              <a:lnSpc>
                <a:spcPct val="100000"/>
              </a:lnSpc>
              <a:spcBef>
                <a:spcPts val="1600"/>
              </a:spcBef>
              <a:spcAft>
                <a:spcPts val="0"/>
              </a:spcAft>
              <a:buSzPts val="1400"/>
              <a:buNone/>
              <a:defRPr/>
            </a:lvl7pPr>
            <a:lvl8pPr lvl="7" rtl="0" algn="r">
              <a:lnSpc>
                <a:spcPct val="100000"/>
              </a:lnSpc>
              <a:spcBef>
                <a:spcPts val="1600"/>
              </a:spcBef>
              <a:spcAft>
                <a:spcPts val="0"/>
              </a:spcAft>
              <a:buSzPts val="1400"/>
              <a:buNone/>
              <a:defRPr/>
            </a:lvl8pPr>
            <a:lvl9pPr lvl="8" rtl="0" algn="r">
              <a:lnSpc>
                <a:spcPct val="100000"/>
              </a:lnSpc>
              <a:spcBef>
                <a:spcPts val="1600"/>
              </a:spcBef>
              <a:spcAft>
                <a:spcPts val="1600"/>
              </a:spcAft>
              <a:buSzPts val="1400"/>
              <a:buNone/>
              <a:defRPr/>
            </a:lvl9pPr>
          </a:lstStyle>
          <a:p/>
        </p:txBody>
      </p:sp>
      <p:sp>
        <p:nvSpPr>
          <p:cNvPr id="448" name="Google Shape;448;p16"/>
          <p:cNvSpPr txBox="1"/>
          <p:nvPr>
            <p:ph idx="3" type="title"/>
          </p:nvPr>
        </p:nvSpPr>
        <p:spPr>
          <a:xfrm>
            <a:off x="719988" y="3157025"/>
            <a:ext cx="2336400" cy="527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sz="24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449" name="Google Shape;449;p16"/>
          <p:cNvSpPr txBox="1"/>
          <p:nvPr>
            <p:ph hasCustomPrompt="1" idx="4" type="title"/>
          </p:nvPr>
        </p:nvSpPr>
        <p:spPr>
          <a:xfrm>
            <a:off x="3684413" y="3232225"/>
            <a:ext cx="637800" cy="918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4"/>
              </a:buClr>
              <a:buSzPts val="3000"/>
              <a:buNone/>
              <a:defRPr b="1" sz="3000">
                <a:solidFill>
                  <a:schemeClr val="accent4"/>
                </a:solidFill>
              </a:defRPr>
            </a:lvl1pPr>
            <a:lvl2pPr lvl="1" rtl="0">
              <a:spcBef>
                <a:spcPts val="0"/>
              </a:spcBef>
              <a:spcAft>
                <a:spcPts val="0"/>
              </a:spcAft>
              <a:buClr>
                <a:schemeClr val="accent4"/>
              </a:buClr>
              <a:buSzPts val="3000"/>
              <a:buNone/>
              <a:defRPr b="1" sz="3000">
                <a:solidFill>
                  <a:schemeClr val="accent4"/>
                </a:solidFill>
              </a:defRPr>
            </a:lvl2pPr>
            <a:lvl3pPr lvl="2" rtl="0">
              <a:spcBef>
                <a:spcPts val="0"/>
              </a:spcBef>
              <a:spcAft>
                <a:spcPts val="0"/>
              </a:spcAft>
              <a:buClr>
                <a:schemeClr val="accent4"/>
              </a:buClr>
              <a:buSzPts val="3000"/>
              <a:buNone/>
              <a:defRPr b="1" sz="3000">
                <a:solidFill>
                  <a:schemeClr val="accent4"/>
                </a:solidFill>
              </a:defRPr>
            </a:lvl3pPr>
            <a:lvl4pPr lvl="3" rtl="0">
              <a:spcBef>
                <a:spcPts val="0"/>
              </a:spcBef>
              <a:spcAft>
                <a:spcPts val="0"/>
              </a:spcAft>
              <a:buClr>
                <a:schemeClr val="accent4"/>
              </a:buClr>
              <a:buSzPts val="3000"/>
              <a:buNone/>
              <a:defRPr b="1" sz="3000">
                <a:solidFill>
                  <a:schemeClr val="accent4"/>
                </a:solidFill>
              </a:defRPr>
            </a:lvl4pPr>
            <a:lvl5pPr lvl="4" rtl="0">
              <a:spcBef>
                <a:spcPts val="0"/>
              </a:spcBef>
              <a:spcAft>
                <a:spcPts val="0"/>
              </a:spcAft>
              <a:buClr>
                <a:schemeClr val="accent4"/>
              </a:buClr>
              <a:buSzPts val="3000"/>
              <a:buNone/>
              <a:defRPr b="1" sz="3000">
                <a:solidFill>
                  <a:schemeClr val="accent4"/>
                </a:solidFill>
              </a:defRPr>
            </a:lvl5pPr>
            <a:lvl6pPr lvl="5" rtl="0">
              <a:spcBef>
                <a:spcPts val="0"/>
              </a:spcBef>
              <a:spcAft>
                <a:spcPts val="0"/>
              </a:spcAft>
              <a:buClr>
                <a:schemeClr val="accent4"/>
              </a:buClr>
              <a:buSzPts val="3000"/>
              <a:buNone/>
              <a:defRPr b="1" sz="3000">
                <a:solidFill>
                  <a:schemeClr val="accent4"/>
                </a:solidFill>
              </a:defRPr>
            </a:lvl6pPr>
            <a:lvl7pPr lvl="6" rtl="0">
              <a:spcBef>
                <a:spcPts val="0"/>
              </a:spcBef>
              <a:spcAft>
                <a:spcPts val="0"/>
              </a:spcAft>
              <a:buClr>
                <a:schemeClr val="accent4"/>
              </a:buClr>
              <a:buSzPts val="3000"/>
              <a:buNone/>
              <a:defRPr b="1" sz="3000">
                <a:solidFill>
                  <a:schemeClr val="accent4"/>
                </a:solidFill>
              </a:defRPr>
            </a:lvl7pPr>
            <a:lvl8pPr lvl="7" rtl="0">
              <a:spcBef>
                <a:spcPts val="0"/>
              </a:spcBef>
              <a:spcAft>
                <a:spcPts val="0"/>
              </a:spcAft>
              <a:buClr>
                <a:schemeClr val="accent4"/>
              </a:buClr>
              <a:buSzPts val="3000"/>
              <a:buNone/>
              <a:defRPr b="1" sz="3000">
                <a:solidFill>
                  <a:schemeClr val="accent4"/>
                </a:solidFill>
              </a:defRPr>
            </a:lvl8pPr>
            <a:lvl9pPr lvl="8" rtl="0">
              <a:spcBef>
                <a:spcPts val="0"/>
              </a:spcBef>
              <a:spcAft>
                <a:spcPts val="0"/>
              </a:spcAft>
              <a:buClr>
                <a:schemeClr val="accent4"/>
              </a:buClr>
              <a:buSzPts val="3000"/>
              <a:buNone/>
              <a:defRPr b="1" sz="3000">
                <a:solidFill>
                  <a:schemeClr val="accent4"/>
                </a:solidFill>
              </a:defRPr>
            </a:lvl9pPr>
          </a:lstStyle>
          <a:p>
            <a:r>
              <a:t>xx%</a:t>
            </a:r>
          </a:p>
        </p:txBody>
      </p:sp>
      <p:sp>
        <p:nvSpPr>
          <p:cNvPr id="450" name="Google Shape;450;p16"/>
          <p:cNvSpPr txBox="1"/>
          <p:nvPr>
            <p:ph idx="5" type="subTitle"/>
          </p:nvPr>
        </p:nvSpPr>
        <p:spPr>
          <a:xfrm>
            <a:off x="719988" y="3591150"/>
            <a:ext cx="2336400" cy="484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solidFill>
                  <a:schemeClr val="hlink"/>
                </a:solidFill>
              </a:defRPr>
            </a:lvl1pPr>
            <a:lvl2pPr lvl="1" rtl="0" algn="r">
              <a:lnSpc>
                <a:spcPct val="100000"/>
              </a:lnSpc>
              <a:spcBef>
                <a:spcPts val="1600"/>
              </a:spcBef>
              <a:spcAft>
                <a:spcPts val="0"/>
              </a:spcAft>
              <a:buSzPts val="1400"/>
              <a:buNone/>
              <a:defRPr/>
            </a:lvl2pPr>
            <a:lvl3pPr lvl="2" rtl="0" algn="r">
              <a:lnSpc>
                <a:spcPct val="100000"/>
              </a:lnSpc>
              <a:spcBef>
                <a:spcPts val="1600"/>
              </a:spcBef>
              <a:spcAft>
                <a:spcPts val="0"/>
              </a:spcAft>
              <a:buSzPts val="1400"/>
              <a:buNone/>
              <a:defRPr/>
            </a:lvl3pPr>
            <a:lvl4pPr lvl="3" rtl="0" algn="r">
              <a:lnSpc>
                <a:spcPct val="100000"/>
              </a:lnSpc>
              <a:spcBef>
                <a:spcPts val="1600"/>
              </a:spcBef>
              <a:spcAft>
                <a:spcPts val="0"/>
              </a:spcAft>
              <a:buSzPts val="1400"/>
              <a:buNone/>
              <a:defRPr/>
            </a:lvl4pPr>
            <a:lvl5pPr lvl="4" rtl="0" algn="r">
              <a:lnSpc>
                <a:spcPct val="100000"/>
              </a:lnSpc>
              <a:spcBef>
                <a:spcPts val="1600"/>
              </a:spcBef>
              <a:spcAft>
                <a:spcPts val="0"/>
              </a:spcAft>
              <a:buSzPts val="1400"/>
              <a:buNone/>
              <a:defRPr/>
            </a:lvl5pPr>
            <a:lvl6pPr lvl="5" rtl="0" algn="r">
              <a:lnSpc>
                <a:spcPct val="100000"/>
              </a:lnSpc>
              <a:spcBef>
                <a:spcPts val="1600"/>
              </a:spcBef>
              <a:spcAft>
                <a:spcPts val="0"/>
              </a:spcAft>
              <a:buSzPts val="1400"/>
              <a:buNone/>
              <a:defRPr/>
            </a:lvl6pPr>
            <a:lvl7pPr lvl="6" rtl="0" algn="r">
              <a:lnSpc>
                <a:spcPct val="100000"/>
              </a:lnSpc>
              <a:spcBef>
                <a:spcPts val="1600"/>
              </a:spcBef>
              <a:spcAft>
                <a:spcPts val="0"/>
              </a:spcAft>
              <a:buSzPts val="1400"/>
              <a:buNone/>
              <a:defRPr/>
            </a:lvl7pPr>
            <a:lvl8pPr lvl="7" rtl="0" algn="r">
              <a:lnSpc>
                <a:spcPct val="100000"/>
              </a:lnSpc>
              <a:spcBef>
                <a:spcPts val="1600"/>
              </a:spcBef>
              <a:spcAft>
                <a:spcPts val="0"/>
              </a:spcAft>
              <a:buSzPts val="1400"/>
              <a:buNone/>
              <a:defRPr/>
            </a:lvl8pPr>
            <a:lvl9pPr lvl="8" rtl="0" algn="r">
              <a:lnSpc>
                <a:spcPct val="100000"/>
              </a:lnSpc>
              <a:spcBef>
                <a:spcPts val="1600"/>
              </a:spcBef>
              <a:spcAft>
                <a:spcPts val="1600"/>
              </a:spcAft>
              <a:buSzPts val="1400"/>
              <a:buNone/>
              <a:defRPr/>
            </a:lvl9pPr>
          </a:lstStyle>
          <a:p/>
        </p:txBody>
      </p:sp>
      <p:sp>
        <p:nvSpPr>
          <p:cNvPr id="451" name="Google Shape;451;p16"/>
          <p:cNvSpPr txBox="1"/>
          <p:nvPr>
            <p:ph idx="6" type="title"/>
          </p:nvPr>
        </p:nvSpPr>
        <p:spPr>
          <a:xfrm>
            <a:off x="6087588" y="1766225"/>
            <a:ext cx="23364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52" name="Google Shape;452;p16"/>
          <p:cNvSpPr txBox="1"/>
          <p:nvPr>
            <p:ph hasCustomPrompt="1" idx="7" type="title"/>
          </p:nvPr>
        </p:nvSpPr>
        <p:spPr>
          <a:xfrm>
            <a:off x="4823438" y="1840075"/>
            <a:ext cx="637800" cy="918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4"/>
              </a:buClr>
              <a:buSzPts val="3000"/>
              <a:buNone/>
              <a:defRPr b="1" sz="3000">
                <a:solidFill>
                  <a:schemeClr val="accent4"/>
                </a:solidFill>
              </a:defRPr>
            </a:lvl1pPr>
            <a:lvl2pPr lvl="1" rtl="0">
              <a:spcBef>
                <a:spcPts val="0"/>
              </a:spcBef>
              <a:spcAft>
                <a:spcPts val="0"/>
              </a:spcAft>
              <a:buClr>
                <a:schemeClr val="accent4"/>
              </a:buClr>
              <a:buSzPts val="3000"/>
              <a:buNone/>
              <a:defRPr b="1" sz="3000">
                <a:solidFill>
                  <a:schemeClr val="accent4"/>
                </a:solidFill>
              </a:defRPr>
            </a:lvl2pPr>
            <a:lvl3pPr lvl="2" rtl="0">
              <a:spcBef>
                <a:spcPts val="0"/>
              </a:spcBef>
              <a:spcAft>
                <a:spcPts val="0"/>
              </a:spcAft>
              <a:buClr>
                <a:schemeClr val="accent4"/>
              </a:buClr>
              <a:buSzPts val="3000"/>
              <a:buNone/>
              <a:defRPr b="1" sz="3000">
                <a:solidFill>
                  <a:schemeClr val="accent4"/>
                </a:solidFill>
              </a:defRPr>
            </a:lvl3pPr>
            <a:lvl4pPr lvl="3" rtl="0">
              <a:spcBef>
                <a:spcPts val="0"/>
              </a:spcBef>
              <a:spcAft>
                <a:spcPts val="0"/>
              </a:spcAft>
              <a:buClr>
                <a:schemeClr val="accent4"/>
              </a:buClr>
              <a:buSzPts val="3000"/>
              <a:buNone/>
              <a:defRPr b="1" sz="3000">
                <a:solidFill>
                  <a:schemeClr val="accent4"/>
                </a:solidFill>
              </a:defRPr>
            </a:lvl4pPr>
            <a:lvl5pPr lvl="4" rtl="0">
              <a:spcBef>
                <a:spcPts val="0"/>
              </a:spcBef>
              <a:spcAft>
                <a:spcPts val="0"/>
              </a:spcAft>
              <a:buClr>
                <a:schemeClr val="accent4"/>
              </a:buClr>
              <a:buSzPts val="3000"/>
              <a:buNone/>
              <a:defRPr b="1" sz="3000">
                <a:solidFill>
                  <a:schemeClr val="accent4"/>
                </a:solidFill>
              </a:defRPr>
            </a:lvl5pPr>
            <a:lvl6pPr lvl="5" rtl="0">
              <a:spcBef>
                <a:spcPts val="0"/>
              </a:spcBef>
              <a:spcAft>
                <a:spcPts val="0"/>
              </a:spcAft>
              <a:buClr>
                <a:schemeClr val="accent4"/>
              </a:buClr>
              <a:buSzPts val="3000"/>
              <a:buNone/>
              <a:defRPr b="1" sz="3000">
                <a:solidFill>
                  <a:schemeClr val="accent4"/>
                </a:solidFill>
              </a:defRPr>
            </a:lvl6pPr>
            <a:lvl7pPr lvl="6" rtl="0">
              <a:spcBef>
                <a:spcPts val="0"/>
              </a:spcBef>
              <a:spcAft>
                <a:spcPts val="0"/>
              </a:spcAft>
              <a:buClr>
                <a:schemeClr val="accent4"/>
              </a:buClr>
              <a:buSzPts val="3000"/>
              <a:buNone/>
              <a:defRPr b="1" sz="3000">
                <a:solidFill>
                  <a:schemeClr val="accent4"/>
                </a:solidFill>
              </a:defRPr>
            </a:lvl7pPr>
            <a:lvl8pPr lvl="7" rtl="0">
              <a:spcBef>
                <a:spcPts val="0"/>
              </a:spcBef>
              <a:spcAft>
                <a:spcPts val="0"/>
              </a:spcAft>
              <a:buClr>
                <a:schemeClr val="accent4"/>
              </a:buClr>
              <a:buSzPts val="3000"/>
              <a:buNone/>
              <a:defRPr b="1" sz="3000">
                <a:solidFill>
                  <a:schemeClr val="accent4"/>
                </a:solidFill>
              </a:defRPr>
            </a:lvl8pPr>
            <a:lvl9pPr lvl="8" rtl="0">
              <a:spcBef>
                <a:spcPts val="0"/>
              </a:spcBef>
              <a:spcAft>
                <a:spcPts val="0"/>
              </a:spcAft>
              <a:buClr>
                <a:schemeClr val="accent4"/>
              </a:buClr>
              <a:buSzPts val="3000"/>
              <a:buNone/>
              <a:defRPr b="1" sz="3000">
                <a:solidFill>
                  <a:schemeClr val="accent4"/>
                </a:solidFill>
              </a:defRPr>
            </a:lvl9pPr>
          </a:lstStyle>
          <a:p>
            <a:r>
              <a:t>xx%</a:t>
            </a:r>
          </a:p>
        </p:txBody>
      </p:sp>
      <p:sp>
        <p:nvSpPr>
          <p:cNvPr id="453" name="Google Shape;453;p16"/>
          <p:cNvSpPr txBox="1"/>
          <p:nvPr>
            <p:ph idx="8" type="subTitle"/>
          </p:nvPr>
        </p:nvSpPr>
        <p:spPr>
          <a:xfrm>
            <a:off x="6087588" y="2200350"/>
            <a:ext cx="23364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hlink"/>
                </a:solidFill>
              </a:defRPr>
            </a:lvl1pPr>
            <a:lvl2pPr lvl="1" rtl="0">
              <a:lnSpc>
                <a:spcPct val="100000"/>
              </a:lnSpc>
              <a:spcBef>
                <a:spcPts val="160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454" name="Google Shape;454;p16"/>
          <p:cNvSpPr txBox="1"/>
          <p:nvPr>
            <p:ph idx="9" type="title"/>
          </p:nvPr>
        </p:nvSpPr>
        <p:spPr>
          <a:xfrm>
            <a:off x="6087588" y="3157025"/>
            <a:ext cx="23364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55" name="Google Shape;455;p16"/>
          <p:cNvSpPr txBox="1"/>
          <p:nvPr>
            <p:ph hasCustomPrompt="1" idx="13" type="title"/>
          </p:nvPr>
        </p:nvSpPr>
        <p:spPr>
          <a:xfrm>
            <a:off x="4823438" y="3232225"/>
            <a:ext cx="637800" cy="918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4"/>
              </a:buClr>
              <a:buSzPts val="3000"/>
              <a:buNone/>
              <a:defRPr b="1" sz="3000">
                <a:solidFill>
                  <a:schemeClr val="accent4"/>
                </a:solidFill>
              </a:defRPr>
            </a:lvl1pPr>
            <a:lvl2pPr lvl="1" rtl="0">
              <a:spcBef>
                <a:spcPts val="0"/>
              </a:spcBef>
              <a:spcAft>
                <a:spcPts val="0"/>
              </a:spcAft>
              <a:buClr>
                <a:schemeClr val="accent4"/>
              </a:buClr>
              <a:buSzPts val="3000"/>
              <a:buNone/>
              <a:defRPr b="1" sz="3000">
                <a:solidFill>
                  <a:schemeClr val="accent4"/>
                </a:solidFill>
              </a:defRPr>
            </a:lvl2pPr>
            <a:lvl3pPr lvl="2" rtl="0">
              <a:spcBef>
                <a:spcPts val="0"/>
              </a:spcBef>
              <a:spcAft>
                <a:spcPts val="0"/>
              </a:spcAft>
              <a:buClr>
                <a:schemeClr val="accent4"/>
              </a:buClr>
              <a:buSzPts val="3000"/>
              <a:buNone/>
              <a:defRPr b="1" sz="3000">
                <a:solidFill>
                  <a:schemeClr val="accent4"/>
                </a:solidFill>
              </a:defRPr>
            </a:lvl3pPr>
            <a:lvl4pPr lvl="3" rtl="0">
              <a:spcBef>
                <a:spcPts val="0"/>
              </a:spcBef>
              <a:spcAft>
                <a:spcPts val="0"/>
              </a:spcAft>
              <a:buClr>
                <a:schemeClr val="accent4"/>
              </a:buClr>
              <a:buSzPts val="3000"/>
              <a:buNone/>
              <a:defRPr b="1" sz="3000">
                <a:solidFill>
                  <a:schemeClr val="accent4"/>
                </a:solidFill>
              </a:defRPr>
            </a:lvl4pPr>
            <a:lvl5pPr lvl="4" rtl="0">
              <a:spcBef>
                <a:spcPts val="0"/>
              </a:spcBef>
              <a:spcAft>
                <a:spcPts val="0"/>
              </a:spcAft>
              <a:buClr>
                <a:schemeClr val="accent4"/>
              </a:buClr>
              <a:buSzPts val="3000"/>
              <a:buNone/>
              <a:defRPr b="1" sz="3000">
                <a:solidFill>
                  <a:schemeClr val="accent4"/>
                </a:solidFill>
              </a:defRPr>
            </a:lvl5pPr>
            <a:lvl6pPr lvl="5" rtl="0">
              <a:spcBef>
                <a:spcPts val="0"/>
              </a:spcBef>
              <a:spcAft>
                <a:spcPts val="0"/>
              </a:spcAft>
              <a:buClr>
                <a:schemeClr val="accent4"/>
              </a:buClr>
              <a:buSzPts val="3000"/>
              <a:buNone/>
              <a:defRPr b="1" sz="3000">
                <a:solidFill>
                  <a:schemeClr val="accent4"/>
                </a:solidFill>
              </a:defRPr>
            </a:lvl6pPr>
            <a:lvl7pPr lvl="6" rtl="0">
              <a:spcBef>
                <a:spcPts val="0"/>
              </a:spcBef>
              <a:spcAft>
                <a:spcPts val="0"/>
              </a:spcAft>
              <a:buClr>
                <a:schemeClr val="accent4"/>
              </a:buClr>
              <a:buSzPts val="3000"/>
              <a:buNone/>
              <a:defRPr b="1" sz="3000">
                <a:solidFill>
                  <a:schemeClr val="accent4"/>
                </a:solidFill>
              </a:defRPr>
            </a:lvl7pPr>
            <a:lvl8pPr lvl="7" rtl="0">
              <a:spcBef>
                <a:spcPts val="0"/>
              </a:spcBef>
              <a:spcAft>
                <a:spcPts val="0"/>
              </a:spcAft>
              <a:buClr>
                <a:schemeClr val="accent4"/>
              </a:buClr>
              <a:buSzPts val="3000"/>
              <a:buNone/>
              <a:defRPr b="1" sz="3000">
                <a:solidFill>
                  <a:schemeClr val="accent4"/>
                </a:solidFill>
              </a:defRPr>
            </a:lvl8pPr>
            <a:lvl9pPr lvl="8" rtl="0">
              <a:spcBef>
                <a:spcPts val="0"/>
              </a:spcBef>
              <a:spcAft>
                <a:spcPts val="0"/>
              </a:spcAft>
              <a:buClr>
                <a:schemeClr val="accent4"/>
              </a:buClr>
              <a:buSzPts val="3000"/>
              <a:buNone/>
              <a:defRPr b="1" sz="3000">
                <a:solidFill>
                  <a:schemeClr val="accent4"/>
                </a:solidFill>
              </a:defRPr>
            </a:lvl9pPr>
          </a:lstStyle>
          <a:p>
            <a:r>
              <a:t>xx%</a:t>
            </a:r>
          </a:p>
        </p:txBody>
      </p:sp>
      <p:sp>
        <p:nvSpPr>
          <p:cNvPr id="456" name="Google Shape;456;p16"/>
          <p:cNvSpPr txBox="1"/>
          <p:nvPr>
            <p:ph idx="14" type="subTitle"/>
          </p:nvPr>
        </p:nvSpPr>
        <p:spPr>
          <a:xfrm>
            <a:off x="6087588" y="3591150"/>
            <a:ext cx="23364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hlink"/>
                </a:solidFill>
              </a:defRPr>
            </a:lvl1pPr>
            <a:lvl2pPr lvl="1" rtl="0">
              <a:lnSpc>
                <a:spcPct val="100000"/>
              </a:lnSpc>
              <a:spcBef>
                <a:spcPts val="160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457" name="Google Shape;457;p16"/>
          <p:cNvSpPr txBox="1"/>
          <p:nvPr>
            <p:ph idx="15" type="title"/>
          </p:nvPr>
        </p:nvSpPr>
        <p:spPr>
          <a:xfrm>
            <a:off x="720000" y="540000"/>
            <a:ext cx="7704000" cy="5643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3180000" dist="85725">
              <a:schemeClr val="dk2">
                <a:alpha val="90000"/>
              </a:schemeClr>
            </a:outerShdw>
          </a:effectLst>
        </p:spPr>
        <p:txBody>
          <a:bodyPr anchorCtr="0" anchor="ctr" bIns="91425" lIns="91425" spcFirstLastPara="1" rIns="91425" wrap="square" tIns="91425">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accent1"/>
        </a:solidFill>
      </p:bgPr>
    </p:bg>
    <p:spTree>
      <p:nvGrpSpPr>
        <p:cNvPr id="458" name="Shape 458"/>
        <p:cNvGrpSpPr/>
        <p:nvPr/>
      </p:nvGrpSpPr>
      <p:grpSpPr>
        <a:xfrm>
          <a:off x="0" y="0"/>
          <a:ext cx="0" cy="0"/>
          <a:chOff x="0" y="0"/>
          <a:chExt cx="0" cy="0"/>
        </a:xfrm>
      </p:grpSpPr>
      <p:grpSp>
        <p:nvGrpSpPr>
          <p:cNvPr id="459" name="Google Shape;459;p17"/>
          <p:cNvGrpSpPr/>
          <p:nvPr/>
        </p:nvGrpSpPr>
        <p:grpSpPr>
          <a:xfrm>
            <a:off x="-97264" y="-2508600"/>
            <a:ext cx="9517944" cy="7737118"/>
            <a:chOff x="-97264" y="-2508600"/>
            <a:chExt cx="9517944" cy="7737118"/>
          </a:xfrm>
        </p:grpSpPr>
        <p:sp>
          <p:nvSpPr>
            <p:cNvPr id="460" name="Google Shape;460;p17"/>
            <p:cNvSpPr/>
            <p:nvPr/>
          </p:nvSpPr>
          <p:spPr>
            <a:xfrm>
              <a:off x="-89101" y="-1893243"/>
              <a:ext cx="3985503" cy="848251"/>
            </a:xfrm>
            <a:custGeom>
              <a:rect b="b" l="l" r="r" t="t"/>
              <a:pathLst>
                <a:path extrusionOk="0" h="21197" w="99594">
                  <a:moveTo>
                    <a:pt x="65021" y="0"/>
                  </a:moveTo>
                  <a:cubicBezTo>
                    <a:pt x="64434" y="0"/>
                    <a:pt x="63848" y="10"/>
                    <a:pt x="63260" y="29"/>
                  </a:cubicBezTo>
                  <a:cubicBezTo>
                    <a:pt x="57732" y="207"/>
                    <a:pt x="52245" y="1096"/>
                    <a:pt x="46816" y="2389"/>
                  </a:cubicBezTo>
                  <a:cubicBezTo>
                    <a:pt x="41611" y="3631"/>
                    <a:pt x="36750" y="6060"/>
                    <a:pt x="31830" y="8475"/>
                  </a:cubicBezTo>
                  <a:cubicBezTo>
                    <a:pt x="27244" y="10725"/>
                    <a:pt x="22624" y="12692"/>
                    <a:pt x="17724" y="13463"/>
                  </a:cubicBezTo>
                  <a:cubicBezTo>
                    <a:pt x="15802" y="13765"/>
                    <a:pt x="13860" y="13942"/>
                    <a:pt x="11920" y="13942"/>
                  </a:cubicBezTo>
                  <a:cubicBezTo>
                    <a:pt x="10234" y="13942"/>
                    <a:pt x="8549" y="13808"/>
                    <a:pt x="6879" y="13505"/>
                  </a:cubicBezTo>
                  <a:cubicBezTo>
                    <a:pt x="4515" y="13077"/>
                    <a:pt x="2162" y="12285"/>
                    <a:pt x="0" y="10984"/>
                  </a:cubicBezTo>
                  <a:lnTo>
                    <a:pt x="0" y="18944"/>
                  </a:lnTo>
                  <a:cubicBezTo>
                    <a:pt x="1762" y="19024"/>
                    <a:pt x="3523" y="19075"/>
                    <a:pt x="5283" y="19075"/>
                  </a:cubicBezTo>
                  <a:cubicBezTo>
                    <a:pt x="9227" y="19075"/>
                    <a:pt x="13162" y="18820"/>
                    <a:pt x="17071" y="18072"/>
                  </a:cubicBezTo>
                  <a:cubicBezTo>
                    <a:pt x="21981" y="17133"/>
                    <a:pt x="26589" y="15270"/>
                    <a:pt x="30996" y="12374"/>
                  </a:cubicBezTo>
                  <a:cubicBezTo>
                    <a:pt x="33739" y="10570"/>
                    <a:pt x="36781" y="9886"/>
                    <a:pt x="39837" y="9886"/>
                  </a:cubicBezTo>
                  <a:cubicBezTo>
                    <a:pt x="40660" y="9886"/>
                    <a:pt x="41484" y="9936"/>
                    <a:pt x="42304" y="10026"/>
                  </a:cubicBezTo>
                  <a:cubicBezTo>
                    <a:pt x="50992" y="10985"/>
                    <a:pt x="59004" y="15789"/>
                    <a:pt x="67420" y="18291"/>
                  </a:cubicBezTo>
                  <a:cubicBezTo>
                    <a:pt x="72853" y="19907"/>
                    <a:pt x="78486" y="20812"/>
                    <a:pt x="84058" y="21107"/>
                  </a:cubicBezTo>
                  <a:cubicBezTo>
                    <a:pt x="85055" y="21160"/>
                    <a:pt x="86060" y="21196"/>
                    <a:pt x="87066" y="21196"/>
                  </a:cubicBezTo>
                  <a:cubicBezTo>
                    <a:pt x="89207" y="21196"/>
                    <a:pt x="91355" y="21031"/>
                    <a:pt x="93446" y="20508"/>
                  </a:cubicBezTo>
                  <a:cubicBezTo>
                    <a:pt x="95522" y="19989"/>
                    <a:pt x="98275" y="18989"/>
                    <a:pt x="98894" y="16049"/>
                  </a:cubicBezTo>
                  <a:cubicBezTo>
                    <a:pt x="99594" y="12721"/>
                    <a:pt x="97265" y="10188"/>
                    <a:pt x="95270" y="8623"/>
                  </a:cubicBezTo>
                  <a:cubicBezTo>
                    <a:pt x="92667" y="6581"/>
                    <a:pt x="89709" y="5268"/>
                    <a:pt x="86790" y="4165"/>
                  </a:cubicBezTo>
                  <a:cubicBezTo>
                    <a:pt x="79711" y="1489"/>
                    <a:pt x="72404" y="0"/>
                    <a:pt x="65021"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17"/>
            <p:cNvSpPr/>
            <p:nvPr/>
          </p:nvSpPr>
          <p:spPr>
            <a:xfrm>
              <a:off x="-89221" y="-945655"/>
              <a:ext cx="8386467" cy="1819876"/>
            </a:xfrm>
            <a:custGeom>
              <a:rect b="b" l="l" r="r" t="t"/>
              <a:pathLst>
                <a:path extrusionOk="0" h="45477" w="209570">
                  <a:moveTo>
                    <a:pt x="173399" y="0"/>
                  </a:moveTo>
                  <a:cubicBezTo>
                    <a:pt x="171819" y="0"/>
                    <a:pt x="170239" y="33"/>
                    <a:pt x="168661" y="80"/>
                  </a:cubicBezTo>
                  <a:cubicBezTo>
                    <a:pt x="164324" y="208"/>
                    <a:pt x="160018" y="528"/>
                    <a:pt x="155729" y="1390"/>
                  </a:cubicBezTo>
                  <a:cubicBezTo>
                    <a:pt x="151776" y="2184"/>
                    <a:pt x="147874" y="3386"/>
                    <a:pt x="144099" y="5071"/>
                  </a:cubicBezTo>
                  <a:cubicBezTo>
                    <a:pt x="140139" y="6838"/>
                    <a:pt x="136425" y="9227"/>
                    <a:pt x="132734" y="11745"/>
                  </a:cubicBezTo>
                  <a:cubicBezTo>
                    <a:pt x="125453" y="16714"/>
                    <a:pt x="118372" y="22168"/>
                    <a:pt x="110478" y="25489"/>
                  </a:cubicBezTo>
                  <a:cubicBezTo>
                    <a:pt x="104010" y="28211"/>
                    <a:pt x="97197" y="29287"/>
                    <a:pt x="90399" y="29287"/>
                  </a:cubicBezTo>
                  <a:cubicBezTo>
                    <a:pt x="89168" y="29287"/>
                    <a:pt x="87937" y="29252"/>
                    <a:pt x="86709" y="29185"/>
                  </a:cubicBezTo>
                  <a:cubicBezTo>
                    <a:pt x="70235" y="28285"/>
                    <a:pt x="53959" y="22404"/>
                    <a:pt x="38422" y="15780"/>
                  </a:cubicBezTo>
                  <a:cubicBezTo>
                    <a:pt x="34245" y="13999"/>
                    <a:pt x="30113" y="12729"/>
                    <a:pt x="25697" y="12479"/>
                  </a:cubicBezTo>
                  <a:cubicBezTo>
                    <a:pt x="24449" y="12409"/>
                    <a:pt x="23202" y="12379"/>
                    <a:pt x="21954" y="12379"/>
                  </a:cubicBezTo>
                  <a:cubicBezTo>
                    <a:pt x="18881" y="12379"/>
                    <a:pt x="15809" y="12558"/>
                    <a:pt x="12741" y="12746"/>
                  </a:cubicBezTo>
                  <a:cubicBezTo>
                    <a:pt x="9315" y="12958"/>
                    <a:pt x="5883" y="13109"/>
                    <a:pt x="2471" y="13588"/>
                  </a:cubicBezTo>
                  <a:cubicBezTo>
                    <a:pt x="1651" y="13702"/>
                    <a:pt x="825" y="13831"/>
                    <a:pt x="0" y="13986"/>
                  </a:cubicBezTo>
                  <a:lnTo>
                    <a:pt x="0" y="21931"/>
                  </a:lnTo>
                  <a:cubicBezTo>
                    <a:pt x="3093" y="20622"/>
                    <a:pt x="6277" y="19799"/>
                    <a:pt x="9551" y="19799"/>
                  </a:cubicBezTo>
                  <a:cubicBezTo>
                    <a:pt x="10632" y="19799"/>
                    <a:pt x="11722" y="19889"/>
                    <a:pt x="12823" y="20080"/>
                  </a:cubicBezTo>
                  <a:cubicBezTo>
                    <a:pt x="20488" y="21419"/>
                    <a:pt x="27144" y="26632"/>
                    <a:pt x="33499" y="31891"/>
                  </a:cubicBezTo>
                  <a:cubicBezTo>
                    <a:pt x="45486" y="41811"/>
                    <a:pt x="59912" y="45476"/>
                    <a:pt x="74081" y="45476"/>
                  </a:cubicBezTo>
                  <a:cubicBezTo>
                    <a:pt x="74665" y="45476"/>
                    <a:pt x="75248" y="45470"/>
                    <a:pt x="75831" y="45458"/>
                  </a:cubicBezTo>
                  <a:cubicBezTo>
                    <a:pt x="90804" y="45142"/>
                    <a:pt x="106177" y="41401"/>
                    <a:pt x="119282" y="31968"/>
                  </a:cubicBezTo>
                  <a:cubicBezTo>
                    <a:pt x="125990" y="27139"/>
                    <a:pt x="132221" y="21338"/>
                    <a:pt x="138817" y="16271"/>
                  </a:cubicBezTo>
                  <a:cubicBezTo>
                    <a:pt x="142143" y="13714"/>
                    <a:pt x="145448" y="11379"/>
                    <a:pt x="149316" y="10440"/>
                  </a:cubicBezTo>
                  <a:cubicBezTo>
                    <a:pt x="150812" y="10078"/>
                    <a:pt x="152323" y="9917"/>
                    <a:pt x="153836" y="9917"/>
                  </a:cubicBezTo>
                  <a:cubicBezTo>
                    <a:pt x="155625" y="9917"/>
                    <a:pt x="157416" y="10142"/>
                    <a:pt x="159185" y="10527"/>
                  </a:cubicBezTo>
                  <a:cubicBezTo>
                    <a:pt x="162983" y="11352"/>
                    <a:pt x="166672" y="12839"/>
                    <a:pt x="170334" y="14321"/>
                  </a:cubicBezTo>
                  <a:cubicBezTo>
                    <a:pt x="174482" y="15997"/>
                    <a:pt x="178713" y="17383"/>
                    <a:pt x="182992" y="18407"/>
                  </a:cubicBezTo>
                  <a:cubicBezTo>
                    <a:pt x="186653" y="19282"/>
                    <a:pt x="190426" y="19787"/>
                    <a:pt x="194193" y="19787"/>
                  </a:cubicBezTo>
                  <a:cubicBezTo>
                    <a:pt x="197694" y="19787"/>
                    <a:pt x="201190" y="19351"/>
                    <a:pt x="204587" y="18369"/>
                  </a:cubicBezTo>
                  <a:cubicBezTo>
                    <a:pt x="206831" y="17721"/>
                    <a:pt x="209570" y="16218"/>
                    <a:pt x="208195" y="12736"/>
                  </a:cubicBezTo>
                  <a:cubicBezTo>
                    <a:pt x="207019" y="9759"/>
                    <a:pt x="203809" y="8201"/>
                    <a:pt x="201535" y="7001"/>
                  </a:cubicBezTo>
                  <a:cubicBezTo>
                    <a:pt x="195238" y="3676"/>
                    <a:pt x="188684" y="1200"/>
                    <a:pt x="181872" y="426"/>
                  </a:cubicBezTo>
                  <a:cubicBezTo>
                    <a:pt x="179055" y="106"/>
                    <a:pt x="176227" y="0"/>
                    <a:pt x="173399"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17"/>
            <p:cNvSpPr/>
            <p:nvPr/>
          </p:nvSpPr>
          <p:spPr>
            <a:xfrm>
              <a:off x="-89101" y="159523"/>
              <a:ext cx="819678" cy="314658"/>
            </a:xfrm>
            <a:custGeom>
              <a:rect b="b" l="l" r="r" t="t"/>
              <a:pathLst>
                <a:path extrusionOk="0" h="7863" w="20483">
                  <a:moveTo>
                    <a:pt x="10679" y="1"/>
                  </a:moveTo>
                  <a:cubicBezTo>
                    <a:pt x="7200" y="1"/>
                    <a:pt x="3530" y="930"/>
                    <a:pt x="0" y="1036"/>
                  </a:cubicBezTo>
                  <a:lnTo>
                    <a:pt x="0" y="7210"/>
                  </a:lnTo>
                  <a:cubicBezTo>
                    <a:pt x="73" y="7210"/>
                    <a:pt x="146" y="7210"/>
                    <a:pt x="218" y="7210"/>
                  </a:cubicBezTo>
                  <a:cubicBezTo>
                    <a:pt x="2966" y="7210"/>
                    <a:pt x="5723" y="7366"/>
                    <a:pt x="8473" y="7532"/>
                  </a:cubicBezTo>
                  <a:cubicBezTo>
                    <a:pt x="10471" y="7652"/>
                    <a:pt x="12481" y="7858"/>
                    <a:pt x="14482" y="7862"/>
                  </a:cubicBezTo>
                  <a:cubicBezTo>
                    <a:pt x="14579" y="7862"/>
                    <a:pt x="14677" y="7863"/>
                    <a:pt x="14776" y="7863"/>
                  </a:cubicBezTo>
                  <a:cubicBezTo>
                    <a:pt x="16107" y="7863"/>
                    <a:pt x="17589" y="7805"/>
                    <a:pt x="18794" y="7093"/>
                  </a:cubicBezTo>
                  <a:cubicBezTo>
                    <a:pt x="20483" y="6096"/>
                    <a:pt x="19330" y="4228"/>
                    <a:pt x="18366" y="3075"/>
                  </a:cubicBezTo>
                  <a:cubicBezTo>
                    <a:pt x="16959" y="1395"/>
                    <a:pt x="15150" y="529"/>
                    <a:pt x="13253" y="203"/>
                  </a:cubicBezTo>
                  <a:cubicBezTo>
                    <a:pt x="12410" y="59"/>
                    <a:pt x="11551" y="1"/>
                    <a:pt x="10679" y="1"/>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17"/>
            <p:cNvSpPr/>
            <p:nvPr/>
          </p:nvSpPr>
          <p:spPr>
            <a:xfrm>
              <a:off x="-89101" y="-181311"/>
              <a:ext cx="9361694" cy="2012360"/>
            </a:xfrm>
            <a:custGeom>
              <a:rect b="b" l="l" r="r" t="t"/>
              <a:pathLst>
                <a:path extrusionOk="0" h="50287" w="233940">
                  <a:moveTo>
                    <a:pt x="233940" y="0"/>
                  </a:moveTo>
                  <a:cubicBezTo>
                    <a:pt x="230479" y="1532"/>
                    <a:pt x="227264" y="3838"/>
                    <a:pt x="224035" y="6016"/>
                  </a:cubicBezTo>
                  <a:cubicBezTo>
                    <a:pt x="219999" y="8735"/>
                    <a:pt x="215918" y="11195"/>
                    <a:pt x="211510" y="12795"/>
                  </a:cubicBezTo>
                  <a:cubicBezTo>
                    <a:pt x="205977" y="14804"/>
                    <a:pt x="200252" y="15619"/>
                    <a:pt x="194517" y="15619"/>
                  </a:cubicBezTo>
                  <a:cubicBezTo>
                    <a:pt x="191019" y="15619"/>
                    <a:pt x="187518" y="15316"/>
                    <a:pt x="184053" y="14796"/>
                  </a:cubicBezTo>
                  <a:cubicBezTo>
                    <a:pt x="174879" y="13417"/>
                    <a:pt x="165892" y="10575"/>
                    <a:pt x="156983" y="7553"/>
                  </a:cubicBezTo>
                  <a:cubicBezTo>
                    <a:pt x="154186" y="6603"/>
                    <a:pt x="151295" y="5923"/>
                    <a:pt x="148402" y="5923"/>
                  </a:cubicBezTo>
                  <a:cubicBezTo>
                    <a:pt x="147105" y="5923"/>
                    <a:pt x="145807" y="6060"/>
                    <a:pt x="144518" y="6370"/>
                  </a:cubicBezTo>
                  <a:cubicBezTo>
                    <a:pt x="141010" y="7213"/>
                    <a:pt x="137841" y="9316"/>
                    <a:pt x="134862" y="11732"/>
                  </a:cubicBezTo>
                  <a:cubicBezTo>
                    <a:pt x="131415" y="14529"/>
                    <a:pt x="128149" y="17665"/>
                    <a:pt x="124700" y="20457"/>
                  </a:cubicBezTo>
                  <a:cubicBezTo>
                    <a:pt x="120681" y="23709"/>
                    <a:pt x="116461" y="26565"/>
                    <a:pt x="112085" y="28971"/>
                  </a:cubicBezTo>
                  <a:cubicBezTo>
                    <a:pt x="103869" y="33488"/>
                    <a:pt x="95132" y="36387"/>
                    <a:pt x="86236" y="37674"/>
                  </a:cubicBezTo>
                  <a:cubicBezTo>
                    <a:pt x="82434" y="38224"/>
                    <a:pt x="78620" y="38471"/>
                    <a:pt x="74803" y="38471"/>
                  </a:cubicBezTo>
                  <a:cubicBezTo>
                    <a:pt x="58405" y="38471"/>
                    <a:pt x="41951" y="33908"/>
                    <a:pt x="26125" y="29171"/>
                  </a:cubicBezTo>
                  <a:cubicBezTo>
                    <a:pt x="17408" y="26561"/>
                    <a:pt x="8732" y="23693"/>
                    <a:pt x="0" y="21148"/>
                  </a:cubicBezTo>
                  <a:lnTo>
                    <a:pt x="0" y="30371"/>
                  </a:lnTo>
                  <a:cubicBezTo>
                    <a:pt x="3472" y="33108"/>
                    <a:pt x="7489" y="35009"/>
                    <a:pt x="11115" y="36595"/>
                  </a:cubicBezTo>
                  <a:cubicBezTo>
                    <a:pt x="17532" y="39404"/>
                    <a:pt x="24220" y="41608"/>
                    <a:pt x="30929" y="42938"/>
                  </a:cubicBezTo>
                  <a:cubicBezTo>
                    <a:pt x="38228" y="44386"/>
                    <a:pt x="45630" y="44923"/>
                    <a:pt x="53022" y="44923"/>
                  </a:cubicBezTo>
                  <a:cubicBezTo>
                    <a:pt x="55748" y="44923"/>
                    <a:pt x="58473" y="44850"/>
                    <a:pt x="61191" y="44723"/>
                  </a:cubicBezTo>
                  <a:cubicBezTo>
                    <a:pt x="71533" y="44237"/>
                    <a:pt x="81978" y="43258"/>
                    <a:pt x="92233" y="41498"/>
                  </a:cubicBezTo>
                  <a:cubicBezTo>
                    <a:pt x="102742" y="39694"/>
                    <a:pt x="112661" y="35767"/>
                    <a:pt x="122701" y="31597"/>
                  </a:cubicBezTo>
                  <a:cubicBezTo>
                    <a:pt x="132437" y="27557"/>
                    <a:pt x="142206" y="24207"/>
                    <a:pt x="152521" y="24092"/>
                  </a:cubicBezTo>
                  <a:cubicBezTo>
                    <a:pt x="152754" y="24089"/>
                    <a:pt x="152988" y="24088"/>
                    <a:pt x="153222" y="24088"/>
                  </a:cubicBezTo>
                  <a:cubicBezTo>
                    <a:pt x="163194" y="24088"/>
                    <a:pt x="173100" y="26520"/>
                    <a:pt x="182555" y="30450"/>
                  </a:cubicBezTo>
                  <a:cubicBezTo>
                    <a:pt x="187610" y="32550"/>
                    <a:pt x="192565" y="35025"/>
                    <a:pt x="197604" y="37193"/>
                  </a:cubicBezTo>
                  <a:cubicBezTo>
                    <a:pt x="202625" y="39352"/>
                    <a:pt x="207681" y="41382"/>
                    <a:pt x="212770" y="43265"/>
                  </a:cubicBezTo>
                  <a:cubicBezTo>
                    <a:pt x="219747" y="45846"/>
                    <a:pt x="226825" y="48256"/>
                    <a:pt x="233940" y="50286"/>
                  </a:cubicBezTo>
                  <a:lnTo>
                    <a:pt x="233940" y="34729"/>
                  </a:lnTo>
                  <a:cubicBezTo>
                    <a:pt x="233339" y="34539"/>
                    <a:pt x="232731" y="34368"/>
                    <a:pt x="232112" y="34224"/>
                  </a:cubicBezTo>
                  <a:cubicBezTo>
                    <a:pt x="229270" y="33551"/>
                    <a:pt x="226381" y="33250"/>
                    <a:pt x="223499" y="32996"/>
                  </a:cubicBezTo>
                  <a:cubicBezTo>
                    <a:pt x="219753" y="32668"/>
                    <a:pt x="216005" y="32333"/>
                    <a:pt x="212261" y="31960"/>
                  </a:cubicBezTo>
                  <a:cubicBezTo>
                    <a:pt x="208072" y="31543"/>
                    <a:pt x="203886" y="31089"/>
                    <a:pt x="199705" y="30539"/>
                  </a:cubicBezTo>
                  <a:cubicBezTo>
                    <a:pt x="195713" y="30014"/>
                    <a:pt x="191661" y="29550"/>
                    <a:pt x="187710" y="28635"/>
                  </a:cubicBezTo>
                  <a:cubicBezTo>
                    <a:pt x="184185" y="27821"/>
                    <a:pt x="180587" y="27222"/>
                    <a:pt x="177204" y="25665"/>
                  </a:cubicBezTo>
                  <a:cubicBezTo>
                    <a:pt x="175719" y="24980"/>
                    <a:pt x="173996" y="24080"/>
                    <a:pt x="173054" y="22380"/>
                  </a:cubicBezTo>
                  <a:cubicBezTo>
                    <a:pt x="172381" y="21164"/>
                    <a:pt x="172300" y="19467"/>
                    <a:pt x="173266" y="18466"/>
                  </a:cubicBezTo>
                  <a:cubicBezTo>
                    <a:pt x="174400" y="17293"/>
                    <a:pt x="176205" y="17248"/>
                    <a:pt x="177591" y="17230"/>
                  </a:cubicBezTo>
                  <a:cubicBezTo>
                    <a:pt x="177667" y="17230"/>
                    <a:pt x="177743" y="17229"/>
                    <a:pt x="177820" y="17229"/>
                  </a:cubicBezTo>
                  <a:cubicBezTo>
                    <a:pt x="179957" y="17229"/>
                    <a:pt x="182098" y="17572"/>
                    <a:pt x="184206" y="17983"/>
                  </a:cubicBezTo>
                  <a:cubicBezTo>
                    <a:pt x="186167" y="18365"/>
                    <a:pt x="188113" y="18845"/>
                    <a:pt x="190056" y="19342"/>
                  </a:cubicBezTo>
                  <a:cubicBezTo>
                    <a:pt x="192155" y="19880"/>
                    <a:pt x="194290" y="20178"/>
                    <a:pt x="196416" y="20482"/>
                  </a:cubicBezTo>
                  <a:cubicBezTo>
                    <a:pt x="200378" y="21047"/>
                    <a:pt x="204372" y="21430"/>
                    <a:pt x="208364" y="21430"/>
                  </a:cubicBezTo>
                  <a:cubicBezTo>
                    <a:pt x="209889" y="21430"/>
                    <a:pt x="211413" y="21374"/>
                    <a:pt x="212936" y="21251"/>
                  </a:cubicBezTo>
                  <a:cubicBezTo>
                    <a:pt x="218320" y="20818"/>
                    <a:pt x="223791" y="19532"/>
                    <a:pt x="228641" y="16425"/>
                  </a:cubicBezTo>
                  <a:cubicBezTo>
                    <a:pt x="230586" y="15179"/>
                    <a:pt x="232358" y="13636"/>
                    <a:pt x="233940" y="11842"/>
                  </a:cubicBezTo>
                  <a:lnTo>
                    <a:pt x="233940" y="0"/>
                  </a:ln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17"/>
            <p:cNvSpPr/>
            <p:nvPr/>
          </p:nvSpPr>
          <p:spPr>
            <a:xfrm>
              <a:off x="-88861" y="1234528"/>
              <a:ext cx="5153814" cy="1015564"/>
            </a:xfrm>
            <a:custGeom>
              <a:rect b="b" l="l" r="r" t="t"/>
              <a:pathLst>
                <a:path extrusionOk="0" h="25378" w="128789">
                  <a:moveTo>
                    <a:pt x="125460" y="1"/>
                  </a:moveTo>
                  <a:cubicBezTo>
                    <a:pt x="124112" y="1"/>
                    <a:pt x="122755" y="233"/>
                    <a:pt x="121432" y="495"/>
                  </a:cubicBezTo>
                  <a:cubicBezTo>
                    <a:pt x="117708" y="1235"/>
                    <a:pt x="114038" y="2428"/>
                    <a:pt x="110408" y="3702"/>
                  </a:cubicBezTo>
                  <a:cubicBezTo>
                    <a:pt x="101528" y="6816"/>
                    <a:pt x="92732" y="10293"/>
                    <a:pt x="83787" y="13112"/>
                  </a:cubicBezTo>
                  <a:cubicBezTo>
                    <a:pt x="72182" y="16772"/>
                    <a:pt x="60329" y="19483"/>
                    <a:pt x="48340" y="19746"/>
                  </a:cubicBezTo>
                  <a:cubicBezTo>
                    <a:pt x="47589" y="19762"/>
                    <a:pt x="46838" y="19771"/>
                    <a:pt x="46087" y="19771"/>
                  </a:cubicBezTo>
                  <a:cubicBezTo>
                    <a:pt x="36277" y="19771"/>
                    <a:pt x="26528" y="18319"/>
                    <a:pt x="17277" y="13958"/>
                  </a:cubicBezTo>
                  <a:cubicBezTo>
                    <a:pt x="14817" y="12796"/>
                    <a:pt x="12434" y="11433"/>
                    <a:pt x="10052" y="10038"/>
                  </a:cubicBezTo>
                  <a:cubicBezTo>
                    <a:pt x="7467" y="8528"/>
                    <a:pt x="4765" y="7378"/>
                    <a:pt x="2106" y="6103"/>
                  </a:cubicBezTo>
                  <a:cubicBezTo>
                    <a:pt x="1402" y="5766"/>
                    <a:pt x="699" y="5418"/>
                    <a:pt x="0" y="5056"/>
                  </a:cubicBezTo>
                  <a:lnTo>
                    <a:pt x="0" y="11211"/>
                  </a:lnTo>
                  <a:cubicBezTo>
                    <a:pt x="4701" y="13100"/>
                    <a:pt x="9362" y="15161"/>
                    <a:pt x="14041" y="17090"/>
                  </a:cubicBezTo>
                  <a:cubicBezTo>
                    <a:pt x="16400" y="18063"/>
                    <a:pt x="18775" y="19117"/>
                    <a:pt x="21195" y="19846"/>
                  </a:cubicBezTo>
                  <a:cubicBezTo>
                    <a:pt x="23656" y="20587"/>
                    <a:pt x="26170" y="20896"/>
                    <a:pt x="28695" y="21030"/>
                  </a:cubicBezTo>
                  <a:cubicBezTo>
                    <a:pt x="33506" y="21285"/>
                    <a:pt x="38258" y="21488"/>
                    <a:pt x="43036" y="22348"/>
                  </a:cubicBezTo>
                  <a:cubicBezTo>
                    <a:pt x="47992" y="23241"/>
                    <a:pt x="52914" y="24461"/>
                    <a:pt x="57900" y="25055"/>
                  </a:cubicBezTo>
                  <a:cubicBezTo>
                    <a:pt x="59669" y="25266"/>
                    <a:pt x="61430" y="25377"/>
                    <a:pt x="63185" y="25377"/>
                  </a:cubicBezTo>
                  <a:cubicBezTo>
                    <a:pt x="66528" y="25377"/>
                    <a:pt x="69851" y="24974"/>
                    <a:pt x="73168" y="24091"/>
                  </a:cubicBezTo>
                  <a:cubicBezTo>
                    <a:pt x="82572" y="21585"/>
                    <a:pt x="91311" y="16379"/>
                    <a:pt x="100290" y="12209"/>
                  </a:cubicBezTo>
                  <a:cubicBezTo>
                    <a:pt x="102551" y="11159"/>
                    <a:pt x="104832" y="10174"/>
                    <a:pt x="107142" y="9317"/>
                  </a:cubicBezTo>
                  <a:cubicBezTo>
                    <a:pt x="109515" y="8437"/>
                    <a:pt x="111919" y="7831"/>
                    <a:pt x="114326" y="7132"/>
                  </a:cubicBezTo>
                  <a:cubicBezTo>
                    <a:pt x="119263" y="5699"/>
                    <a:pt x="123997" y="3389"/>
                    <a:pt x="128789" y="1350"/>
                  </a:cubicBezTo>
                  <a:cubicBezTo>
                    <a:pt x="128436" y="255"/>
                    <a:pt x="127130" y="101"/>
                    <a:pt x="126329" y="35"/>
                  </a:cubicBezTo>
                  <a:cubicBezTo>
                    <a:pt x="126040" y="12"/>
                    <a:pt x="125750" y="1"/>
                    <a:pt x="125460" y="1"/>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17"/>
            <p:cNvSpPr/>
            <p:nvPr/>
          </p:nvSpPr>
          <p:spPr>
            <a:xfrm>
              <a:off x="-89101" y="3200694"/>
              <a:ext cx="949935" cy="459281"/>
            </a:xfrm>
            <a:custGeom>
              <a:rect b="b" l="l" r="r" t="t"/>
              <a:pathLst>
                <a:path extrusionOk="0" h="11477" w="23738">
                  <a:moveTo>
                    <a:pt x="0" y="0"/>
                  </a:moveTo>
                  <a:lnTo>
                    <a:pt x="0" y="7277"/>
                  </a:lnTo>
                  <a:cubicBezTo>
                    <a:pt x="3475" y="8436"/>
                    <a:pt x="6937" y="9675"/>
                    <a:pt x="10474" y="10467"/>
                  </a:cubicBezTo>
                  <a:cubicBezTo>
                    <a:pt x="12599" y="10942"/>
                    <a:pt x="14945" y="11477"/>
                    <a:pt x="17230" y="11477"/>
                  </a:cubicBezTo>
                  <a:cubicBezTo>
                    <a:pt x="18607" y="11477"/>
                    <a:pt x="19963" y="11282"/>
                    <a:pt x="21233" y="10762"/>
                  </a:cubicBezTo>
                  <a:cubicBezTo>
                    <a:pt x="22964" y="10052"/>
                    <a:pt x="23737" y="8373"/>
                    <a:pt x="22783" y="6233"/>
                  </a:cubicBezTo>
                  <a:cubicBezTo>
                    <a:pt x="21854" y="4148"/>
                    <a:pt x="19780" y="3350"/>
                    <a:pt x="18049" y="2892"/>
                  </a:cubicBezTo>
                  <a:cubicBezTo>
                    <a:pt x="14044" y="1834"/>
                    <a:pt x="9964" y="2398"/>
                    <a:pt x="5923" y="1958"/>
                  </a:cubicBezTo>
                  <a:cubicBezTo>
                    <a:pt x="3848" y="1734"/>
                    <a:pt x="1868" y="1036"/>
                    <a:pt x="0"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17"/>
            <p:cNvSpPr/>
            <p:nvPr/>
          </p:nvSpPr>
          <p:spPr>
            <a:xfrm>
              <a:off x="-89101" y="1559514"/>
              <a:ext cx="9361814" cy="2217890"/>
            </a:xfrm>
            <a:custGeom>
              <a:rect b="b" l="l" r="r" t="t"/>
              <a:pathLst>
                <a:path extrusionOk="0" h="55423" w="233943">
                  <a:moveTo>
                    <a:pt x="144772" y="1"/>
                  </a:moveTo>
                  <a:cubicBezTo>
                    <a:pt x="142102" y="1"/>
                    <a:pt x="139431" y="96"/>
                    <a:pt x="136766" y="286"/>
                  </a:cubicBezTo>
                  <a:cubicBezTo>
                    <a:pt x="128012" y="909"/>
                    <a:pt x="119276" y="2552"/>
                    <a:pt x="110812" y="5489"/>
                  </a:cubicBezTo>
                  <a:cubicBezTo>
                    <a:pt x="106624" y="6944"/>
                    <a:pt x="102575" y="8874"/>
                    <a:pt x="98468" y="10653"/>
                  </a:cubicBezTo>
                  <a:cubicBezTo>
                    <a:pt x="93953" y="12609"/>
                    <a:pt x="89399" y="14424"/>
                    <a:pt x="84794" y="16010"/>
                  </a:cubicBezTo>
                  <a:cubicBezTo>
                    <a:pt x="74251" y="19642"/>
                    <a:pt x="63428" y="21981"/>
                    <a:pt x="52620" y="21981"/>
                  </a:cubicBezTo>
                  <a:cubicBezTo>
                    <a:pt x="45059" y="21981"/>
                    <a:pt x="37505" y="20836"/>
                    <a:pt x="30059" y="18189"/>
                  </a:cubicBezTo>
                  <a:cubicBezTo>
                    <a:pt x="25579" y="16596"/>
                    <a:pt x="21178" y="14667"/>
                    <a:pt x="16828" y="12578"/>
                  </a:cubicBezTo>
                  <a:cubicBezTo>
                    <a:pt x="12514" y="10509"/>
                    <a:pt x="8272" y="8266"/>
                    <a:pt x="3815" y="6712"/>
                  </a:cubicBezTo>
                  <a:cubicBezTo>
                    <a:pt x="2549" y="6272"/>
                    <a:pt x="1276" y="5888"/>
                    <a:pt x="0" y="5548"/>
                  </a:cubicBezTo>
                  <a:lnTo>
                    <a:pt x="0" y="23614"/>
                  </a:lnTo>
                  <a:cubicBezTo>
                    <a:pt x="12657" y="29572"/>
                    <a:pt x="26166" y="33013"/>
                    <a:pt x="39600" y="33024"/>
                  </a:cubicBezTo>
                  <a:cubicBezTo>
                    <a:pt x="39625" y="33024"/>
                    <a:pt x="39649" y="33024"/>
                    <a:pt x="39674" y="33024"/>
                  </a:cubicBezTo>
                  <a:cubicBezTo>
                    <a:pt x="43920" y="33024"/>
                    <a:pt x="48167" y="32654"/>
                    <a:pt x="52367" y="31843"/>
                  </a:cubicBezTo>
                  <a:cubicBezTo>
                    <a:pt x="54553" y="31420"/>
                    <a:pt x="56709" y="30737"/>
                    <a:pt x="58881" y="30217"/>
                  </a:cubicBezTo>
                  <a:cubicBezTo>
                    <a:pt x="61539" y="29579"/>
                    <a:pt x="64252" y="29008"/>
                    <a:pt x="66965" y="29005"/>
                  </a:cubicBezTo>
                  <a:cubicBezTo>
                    <a:pt x="66982" y="29005"/>
                    <a:pt x="66999" y="29005"/>
                    <a:pt x="67017" y="29005"/>
                  </a:cubicBezTo>
                  <a:cubicBezTo>
                    <a:pt x="68762" y="29005"/>
                    <a:pt x="71102" y="29156"/>
                    <a:pt x="72309" y="31005"/>
                  </a:cubicBezTo>
                  <a:cubicBezTo>
                    <a:pt x="73261" y="32464"/>
                    <a:pt x="73035" y="34779"/>
                    <a:pt x="72433" y="36381"/>
                  </a:cubicBezTo>
                  <a:cubicBezTo>
                    <a:pt x="71760" y="38175"/>
                    <a:pt x="70452" y="39418"/>
                    <a:pt x="69067" y="40261"/>
                  </a:cubicBezTo>
                  <a:cubicBezTo>
                    <a:pt x="65139" y="42655"/>
                    <a:pt x="60371" y="42850"/>
                    <a:pt x="56096" y="42852"/>
                  </a:cubicBezTo>
                  <a:cubicBezTo>
                    <a:pt x="56089" y="42852"/>
                    <a:pt x="56082" y="42852"/>
                    <a:pt x="56075" y="42852"/>
                  </a:cubicBezTo>
                  <a:cubicBezTo>
                    <a:pt x="46902" y="42852"/>
                    <a:pt x="37792" y="41022"/>
                    <a:pt x="28834" y="38660"/>
                  </a:cubicBezTo>
                  <a:cubicBezTo>
                    <a:pt x="19225" y="36125"/>
                    <a:pt x="9684" y="33151"/>
                    <a:pt x="0" y="31087"/>
                  </a:cubicBezTo>
                  <a:lnTo>
                    <a:pt x="0" y="40459"/>
                  </a:lnTo>
                  <a:cubicBezTo>
                    <a:pt x="415" y="40687"/>
                    <a:pt x="838" y="40900"/>
                    <a:pt x="1269" y="41094"/>
                  </a:cubicBezTo>
                  <a:cubicBezTo>
                    <a:pt x="3834" y="42246"/>
                    <a:pt x="6360" y="42550"/>
                    <a:pt x="9049" y="42595"/>
                  </a:cubicBezTo>
                  <a:cubicBezTo>
                    <a:pt x="11321" y="42632"/>
                    <a:pt x="13601" y="42650"/>
                    <a:pt x="15862" y="42966"/>
                  </a:cubicBezTo>
                  <a:cubicBezTo>
                    <a:pt x="17766" y="43232"/>
                    <a:pt x="19811" y="43645"/>
                    <a:pt x="21476" y="44925"/>
                  </a:cubicBezTo>
                  <a:cubicBezTo>
                    <a:pt x="22689" y="45858"/>
                    <a:pt x="23822" y="47631"/>
                    <a:pt x="23620" y="49546"/>
                  </a:cubicBezTo>
                  <a:cubicBezTo>
                    <a:pt x="23450" y="51198"/>
                    <a:pt x="22153" y="51995"/>
                    <a:pt x="21013" y="52388"/>
                  </a:cubicBezTo>
                  <a:cubicBezTo>
                    <a:pt x="19769" y="52816"/>
                    <a:pt x="18468" y="52983"/>
                    <a:pt x="17149" y="52983"/>
                  </a:cubicBezTo>
                  <a:cubicBezTo>
                    <a:pt x="14678" y="52983"/>
                    <a:pt x="12147" y="52396"/>
                    <a:pt x="9822" y="51845"/>
                  </a:cubicBezTo>
                  <a:cubicBezTo>
                    <a:pt x="6510" y="51059"/>
                    <a:pt x="3259" y="49899"/>
                    <a:pt x="0" y="48810"/>
                  </a:cubicBezTo>
                  <a:lnTo>
                    <a:pt x="0" y="54602"/>
                  </a:lnTo>
                  <a:cubicBezTo>
                    <a:pt x="5036" y="55007"/>
                    <a:pt x="10079" y="55225"/>
                    <a:pt x="15119" y="55348"/>
                  </a:cubicBezTo>
                  <a:cubicBezTo>
                    <a:pt x="17082" y="55396"/>
                    <a:pt x="19048" y="55423"/>
                    <a:pt x="21015" y="55423"/>
                  </a:cubicBezTo>
                  <a:cubicBezTo>
                    <a:pt x="29997" y="55423"/>
                    <a:pt x="38994" y="54866"/>
                    <a:pt x="47880" y="53219"/>
                  </a:cubicBezTo>
                  <a:cubicBezTo>
                    <a:pt x="52943" y="52282"/>
                    <a:pt x="58028" y="51048"/>
                    <a:pt x="62912" y="49101"/>
                  </a:cubicBezTo>
                  <a:cubicBezTo>
                    <a:pt x="67581" y="47240"/>
                    <a:pt x="72025" y="44594"/>
                    <a:pt x="76326" y="41657"/>
                  </a:cubicBezTo>
                  <a:cubicBezTo>
                    <a:pt x="84683" y="35949"/>
                    <a:pt x="92557" y="29085"/>
                    <a:pt x="101261" y="24207"/>
                  </a:cubicBezTo>
                  <a:cubicBezTo>
                    <a:pt x="110109" y="19249"/>
                    <a:pt x="119692" y="17446"/>
                    <a:pt x="129288" y="16670"/>
                  </a:cubicBezTo>
                  <a:cubicBezTo>
                    <a:pt x="132649" y="16399"/>
                    <a:pt x="136013" y="16271"/>
                    <a:pt x="139377" y="16271"/>
                  </a:cubicBezTo>
                  <a:cubicBezTo>
                    <a:pt x="157478" y="16271"/>
                    <a:pt x="175585" y="19963"/>
                    <a:pt x="193212" y="24804"/>
                  </a:cubicBezTo>
                  <a:cubicBezTo>
                    <a:pt x="203630" y="27665"/>
                    <a:pt x="214279" y="30372"/>
                    <a:pt x="224304" y="35040"/>
                  </a:cubicBezTo>
                  <a:cubicBezTo>
                    <a:pt x="227597" y="36575"/>
                    <a:pt x="230795" y="38437"/>
                    <a:pt x="233942" y="40411"/>
                  </a:cubicBezTo>
                  <a:lnTo>
                    <a:pt x="233942" y="31703"/>
                  </a:lnTo>
                  <a:cubicBezTo>
                    <a:pt x="228231" y="27859"/>
                    <a:pt x="222155" y="24807"/>
                    <a:pt x="216214" y="21705"/>
                  </a:cubicBezTo>
                  <a:cubicBezTo>
                    <a:pt x="207456" y="17134"/>
                    <a:pt x="198525" y="13002"/>
                    <a:pt x="189487" y="9410"/>
                  </a:cubicBezTo>
                  <a:cubicBezTo>
                    <a:pt x="180687" y="5912"/>
                    <a:pt x="171778" y="2926"/>
                    <a:pt x="162615" y="1437"/>
                  </a:cubicBezTo>
                  <a:cubicBezTo>
                    <a:pt x="156702" y="476"/>
                    <a:pt x="150736" y="1"/>
                    <a:pt x="144772" y="1"/>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17"/>
            <p:cNvSpPr/>
            <p:nvPr/>
          </p:nvSpPr>
          <p:spPr>
            <a:xfrm>
              <a:off x="4312517" y="2474126"/>
              <a:ext cx="4960169" cy="2176352"/>
            </a:xfrm>
            <a:custGeom>
              <a:rect b="b" l="l" r="r" t="t"/>
              <a:pathLst>
                <a:path extrusionOk="0" h="54385" w="123950">
                  <a:moveTo>
                    <a:pt x="25687" y="0"/>
                  </a:moveTo>
                  <a:cubicBezTo>
                    <a:pt x="25613" y="0"/>
                    <a:pt x="25540" y="0"/>
                    <a:pt x="25467" y="0"/>
                  </a:cubicBezTo>
                  <a:cubicBezTo>
                    <a:pt x="22189" y="8"/>
                    <a:pt x="18895" y="286"/>
                    <a:pt x="15653" y="893"/>
                  </a:cubicBezTo>
                  <a:cubicBezTo>
                    <a:pt x="12106" y="1558"/>
                    <a:pt x="8455" y="2579"/>
                    <a:pt x="5276" y="4757"/>
                  </a:cubicBezTo>
                  <a:cubicBezTo>
                    <a:pt x="2358" y="6754"/>
                    <a:pt x="1" y="10011"/>
                    <a:pt x="133" y="14446"/>
                  </a:cubicBezTo>
                  <a:cubicBezTo>
                    <a:pt x="289" y="19675"/>
                    <a:pt x="3866" y="23250"/>
                    <a:pt x="7286" y="25363"/>
                  </a:cubicBezTo>
                  <a:cubicBezTo>
                    <a:pt x="11223" y="27796"/>
                    <a:pt x="15408" y="28684"/>
                    <a:pt x="19651" y="28684"/>
                  </a:cubicBezTo>
                  <a:cubicBezTo>
                    <a:pt x="25154" y="28684"/>
                    <a:pt x="30756" y="27191"/>
                    <a:pt x="36046" y="25632"/>
                  </a:cubicBezTo>
                  <a:cubicBezTo>
                    <a:pt x="41465" y="24035"/>
                    <a:pt x="46862" y="22167"/>
                    <a:pt x="52380" y="21177"/>
                  </a:cubicBezTo>
                  <a:cubicBezTo>
                    <a:pt x="56587" y="20424"/>
                    <a:pt x="60828" y="20023"/>
                    <a:pt x="65073" y="20023"/>
                  </a:cubicBezTo>
                  <a:cubicBezTo>
                    <a:pt x="66363" y="20023"/>
                    <a:pt x="67654" y="20060"/>
                    <a:pt x="68944" y="20135"/>
                  </a:cubicBezTo>
                  <a:cubicBezTo>
                    <a:pt x="79965" y="20783"/>
                    <a:pt x="90870" y="24103"/>
                    <a:pt x="100937" y="29809"/>
                  </a:cubicBezTo>
                  <a:cubicBezTo>
                    <a:pt x="105755" y="32540"/>
                    <a:pt x="110519" y="35684"/>
                    <a:pt x="114557" y="40038"/>
                  </a:cubicBezTo>
                  <a:cubicBezTo>
                    <a:pt x="118056" y="43811"/>
                    <a:pt x="120978" y="48359"/>
                    <a:pt x="123419" y="53277"/>
                  </a:cubicBezTo>
                  <a:cubicBezTo>
                    <a:pt x="123600" y="53644"/>
                    <a:pt x="123773" y="54016"/>
                    <a:pt x="123950" y="54384"/>
                  </a:cubicBezTo>
                  <a:lnTo>
                    <a:pt x="123950" y="30590"/>
                  </a:lnTo>
                  <a:cubicBezTo>
                    <a:pt x="115011" y="23740"/>
                    <a:pt x="104675" y="20070"/>
                    <a:pt x="94699" y="16430"/>
                  </a:cubicBezTo>
                  <a:cubicBezTo>
                    <a:pt x="83278" y="12265"/>
                    <a:pt x="71945" y="7950"/>
                    <a:pt x="60279" y="4996"/>
                  </a:cubicBezTo>
                  <a:cubicBezTo>
                    <a:pt x="48938" y="2125"/>
                    <a:pt x="37275" y="0"/>
                    <a:pt x="25687"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17"/>
            <p:cNvSpPr/>
            <p:nvPr/>
          </p:nvSpPr>
          <p:spPr>
            <a:xfrm>
              <a:off x="-89101" y="3255999"/>
              <a:ext cx="4579363" cy="1972262"/>
            </a:xfrm>
            <a:custGeom>
              <a:rect b="b" l="l" r="r" t="t"/>
              <a:pathLst>
                <a:path extrusionOk="0" h="49285" w="114434">
                  <a:moveTo>
                    <a:pt x="97111" y="0"/>
                  </a:moveTo>
                  <a:cubicBezTo>
                    <a:pt x="92375" y="0"/>
                    <a:pt x="88229" y="4066"/>
                    <a:pt x="85079" y="8725"/>
                  </a:cubicBezTo>
                  <a:cubicBezTo>
                    <a:pt x="81036" y="14698"/>
                    <a:pt x="78056" y="22263"/>
                    <a:pt x="72346" y="26006"/>
                  </a:cubicBezTo>
                  <a:cubicBezTo>
                    <a:pt x="69011" y="28192"/>
                    <a:pt x="65286" y="29191"/>
                    <a:pt x="61597" y="29874"/>
                  </a:cubicBezTo>
                  <a:cubicBezTo>
                    <a:pt x="57172" y="30696"/>
                    <a:pt x="52733" y="31343"/>
                    <a:pt x="48270" y="31736"/>
                  </a:cubicBezTo>
                  <a:cubicBezTo>
                    <a:pt x="43819" y="32127"/>
                    <a:pt x="39334" y="32342"/>
                    <a:pt x="34849" y="32342"/>
                  </a:cubicBezTo>
                  <a:cubicBezTo>
                    <a:pt x="29827" y="32342"/>
                    <a:pt x="24804" y="32073"/>
                    <a:pt x="19828" y="31484"/>
                  </a:cubicBezTo>
                  <a:cubicBezTo>
                    <a:pt x="13156" y="30694"/>
                    <a:pt x="6527" y="29288"/>
                    <a:pt x="0" y="27342"/>
                  </a:cubicBezTo>
                  <a:lnTo>
                    <a:pt x="0" y="45284"/>
                  </a:lnTo>
                  <a:cubicBezTo>
                    <a:pt x="0" y="47494"/>
                    <a:pt x="1415" y="49285"/>
                    <a:pt x="3161" y="49285"/>
                  </a:cubicBezTo>
                  <a:lnTo>
                    <a:pt x="54554" y="49285"/>
                  </a:lnTo>
                  <a:cubicBezTo>
                    <a:pt x="57524" y="43691"/>
                    <a:pt x="61460" y="38933"/>
                    <a:pt x="66165" y="35699"/>
                  </a:cubicBezTo>
                  <a:cubicBezTo>
                    <a:pt x="74007" y="30307"/>
                    <a:pt x="82814" y="29860"/>
                    <a:pt x="91444" y="28199"/>
                  </a:cubicBezTo>
                  <a:cubicBezTo>
                    <a:pt x="94850" y="27544"/>
                    <a:pt x="98284" y="26656"/>
                    <a:pt x="101576" y="25345"/>
                  </a:cubicBezTo>
                  <a:cubicBezTo>
                    <a:pt x="104402" y="24220"/>
                    <a:pt x="107468" y="22637"/>
                    <a:pt x="109397" y="19658"/>
                  </a:cubicBezTo>
                  <a:cubicBezTo>
                    <a:pt x="114434" y="11884"/>
                    <a:pt x="106261" y="3395"/>
                    <a:pt x="100927" y="890"/>
                  </a:cubicBezTo>
                  <a:cubicBezTo>
                    <a:pt x="99620" y="276"/>
                    <a:pt x="98345" y="0"/>
                    <a:pt x="97111"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17"/>
            <p:cNvSpPr/>
            <p:nvPr/>
          </p:nvSpPr>
          <p:spPr>
            <a:xfrm>
              <a:off x="2774626" y="4515847"/>
              <a:ext cx="4319449" cy="712432"/>
            </a:xfrm>
            <a:custGeom>
              <a:rect b="b" l="l" r="r" t="t"/>
              <a:pathLst>
                <a:path extrusionOk="0" h="17803" w="107939">
                  <a:moveTo>
                    <a:pt x="27543" y="0"/>
                  </a:moveTo>
                  <a:cubicBezTo>
                    <a:pt x="27240" y="0"/>
                    <a:pt x="26937" y="6"/>
                    <a:pt x="26634" y="18"/>
                  </a:cubicBezTo>
                  <a:cubicBezTo>
                    <a:pt x="24027" y="121"/>
                    <a:pt x="21392" y="745"/>
                    <a:pt x="19094" y="2364"/>
                  </a:cubicBezTo>
                  <a:cubicBezTo>
                    <a:pt x="18481" y="2797"/>
                    <a:pt x="16577" y="4050"/>
                    <a:pt x="17537" y="5118"/>
                  </a:cubicBezTo>
                  <a:cubicBezTo>
                    <a:pt x="18117" y="5762"/>
                    <a:pt x="19161" y="5928"/>
                    <a:pt x="19890" y="6091"/>
                  </a:cubicBezTo>
                  <a:cubicBezTo>
                    <a:pt x="23855" y="6979"/>
                    <a:pt x="27949" y="6569"/>
                    <a:pt x="31949" y="6998"/>
                  </a:cubicBezTo>
                  <a:cubicBezTo>
                    <a:pt x="35180" y="7344"/>
                    <a:pt x="39652" y="7834"/>
                    <a:pt x="41798" y="11379"/>
                  </a:cubicBezTo>
                  <a:cubicBezTo>
                    <a:pt x="41873" y="11504"/>
                    <a:pt x="41874" y="11697"/>
                    <a:pt x="41748" y="11777"/>
                  </a:cubicBezTo>
                  <a:cubicBezTo>
                    <a:pt x="40684" y="12461"/>
                    <a:pt x="39488" y="12703"/>
                    <a:pt x="38262" y="12703"/>
                  </a:cubicBezTo>
                  <a:cubicBezTo>
                    <a:pt x="36542" y="12703"/>
                    <a:pt x="34763" y="12227"/>
                    <a:pt x="33207" y="11823"/>
                  </a:cubicBezTo>
                  <a:cubicBezTo>
                    <a:pt x="31601" y="11407"/>
                    <a:pt x="30013" y="10894"/>
                    <a:pt x="28412" y="10466"/>
                  </a:cubicBezTo>
                  <a:cubicBezTo>
                    <a:pt x="26593" y="9980"/>
                    <a:pt x="24742" y="9711"/>
                    <a:pt x="22919" y="9248"/>
                  </a:cubicBezTo>
                  <a:cubicBezTo>
                    <a:pt x="18811" y="8207"/>
                    <a:pt x="14751" y="6811"/>
                    <a:pt x="10581" y="6185"/>
                  </a:cubicBezTo>
                  <a:cubicBezTo>
                    <a:pt x="9499" y="6023"/>
                    <a:pt x="8286" y="5852"/>
                    <a:pt x="7075" y="5852"/>
                  </a:cubicBezTo>
                  <a:cubicBezTo>
                    <a:pt x="5505" y="5852"/>
                    <a:pt x="3938" y="6139"/>
                    <a:pt x="2667" y="7101"/>
                  </a:cubicBezTo>
                  <a:cubicBezTo>
                    <a:pt x="702" y="8588"/>
                    <a:pt x="1" y="12230"/>
                    <a:pt x="827" y="14868"/>
                  </a:cubicBezTo>
                  <a:cubicBezTo>
                    <a:pt x="1191" y="16035"/>
                    <a:pt x="1835" y="16995"/>
                    <a:pt x="2588" y="17803"/>
                  </a:cubicBezTo>
                  <a:lnTo>
                    <a:pt x="107349" y="17803"/>
                  </a:lnTo>
                  <a:cubicBezTo>
                    <a:pt x="107939" y="14229"/>
                    <a:pt x="104542" y="9947"/>
                    <a:pt x="102361" y="8404"/>
                  </a:cubicBezTo>
                  <a:cubicBezTo>
                    <a:pt x="99751" y="6560"/>
                    <a:pt x="96718" y="5974"/>
                    <a:pt x="93716" y="5974"/>
                  </a:cubicBezTo>
                  <a:cubicBezTo>
                    <a:pt x="92496" y="5974"/>
                    <a:pt x="91282" y="6070"/>
                    <a:pt x="90103" y="6219"/>
                  </a:cubicBezTo>
                  <a:cubicBezTo>
                    <a:pt x="87978" y="6486"/>
                    <a:pt x="85895" y="7048"/>
                    <a:pt x="83786" y="7444"/>
                  </a:cubicBezTo>
                  <a:cubicBezTo>
                    <a:pt x="81051" y="7961"/>
                    <a:pt x="78295" y="8278"/>
                    <a:pt x="75534" y="8442"/>
                  </a:cubicBezTo>
                  <a:cubicBezTo>
                    <a:pt x="74026" y="8532"/>
                    <a:pt x="72516" y="8576"/>
                    <a:pt x="71005" y="8576"/>
                  </a:cubicBezTo>
                  <a:cubicBezTo>
                    <a:pt x="66567" y="8576"/>
                    <a:pt x="62125" y="8194"/>
                    <a:pt x="57730" y="7447"/>
                  </a:cubicBezTo>
                  <a:cubicBezTo>
                    <a:pt x="52546" y="6565"/>
                    <a:pt x="47524" y="4962"/>
                    <a:pt x="42478" y="3264"/>
                  </a:cubicBezTo>
                  <a:cubicBezTo>
                    <a:pt x="37619" y="1632"/>
                    <a:pt x="32605" y="0"/>
                    <a:pt x="27543"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17"/>
            <p:cNvSpPr/>
            <p:nvPr/>
          </p:nvSpPr>
          <p:spPr>
            <a:xfrm>
              <a:off x="8048796" y="4511685"/>
              <a:ext cx="658408" cy="716833"/>
            </a:xfrm>
            <a:custGeom>
              <a:rect b="b" l="l" r="r" t="t"/>
              <a:pathLst>
                <a:path extrusionOk="0" h="17913" w="16453">
                  <a:moveTo>
                    <a:pt x="3031" y="0"/>
                  </a:moveTo>
                  <a:cubicBezTo>
                    <a:pt x="3004" y="0"/>
                    <a:pt x="2977" y="1"/>
                    <a:pt x="2950" y="2"/>
                  </a:cubicBezTo>
                  <a:cubicBezTo>
                    <a:pt x="1" y="132"/>
                    <a:pt x="2474" y="3624"/>
                    <a:pt x="3374" y="4819"/>
                  </a:cubicBezTo>
                  <a:cubicBezTo>
                    <a:pt x="5353" y="7446"/>
                    <a:pt x="8065" y="13097"/>
                    <a:pt x="8485" y="17912"/>
                  </a:cubicBezTo>
                  <a:lnTo>
                    <a:pt x="16452" y="17912"/>
                  </a:lnTo>
                  <a:cubicBezTo>
                    <a:pt x="15488" y="16742"/>
                    <a:pt x="14559" y="15523"/>
                    <a:pt x="13682" y="14232"/>
                  </a:cubicBezTo>
                  <a:cubicBezTo>
                    <a:pt x="11356" y="10805"/>
                    <a:pt x="9597" y="6836"/>
                    <a:pt x="7171" y="3507"/>
                  </a:cubicBezTo>
                  <a:cubicBezTo>
                    <a:pt x="6176" y="2144"/>
                    <a:pt x="4651" y="0"/>
                    <a:pt x="3031"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17"/>
            <p:cNvSpPr/>
            <p:nvPr/>
          </p:nvSpPr>
          <p:spPr>
            <a:xfrm>
              <a:off x="4946282" y="3681071"/>
              <a:ext cx="4326332" cy="1547277"/>
            </a:xfrm>
            <a:custGeom>
              <a:rect b="b" l="l" r="r" t="t"/>
              <a:pathLst>
                <a:path extrusionOk="0" h="38665" w="108111">
                  <a:moveTo>
                    <a:pt x="45814" y="1"/>
                  </a:moveTo>
                  <a:cubicBezTo>
                    <a:pt x="35137" y="1"/>
                    <a:pt x="24388" y="2076"/>
                    <a:pt x="14090" y="5571"/>
                  </a:cubicBezTo>
                  <a:cubicBezTo>
                    <a:pt x="10624" y="6748"/>
                    <a:pt x="7061" y="8059"/>
                    <a:pt x="3946" y="10366"/>
                  </a:cubicBezTo>
                  <a:cubicBezTo>
                    <a:pt x="2615" y="11352"/>
                    <a:pt x="1078" y="12695"/>
                    <a:pt x="565" y="14641"/>
                  </a:cubicBezTo>
                  <a:cubicBezTo>
                    <a:pt x="1" y="16782"/>
                    <a:pt x="1151" y="18845"/>
                    <a:pt x="2414" y="20142"/>
                  </a:cubicBezTo>
                  <a:cubicBezTo>
                    <a:pt x="4524" y="22313"/>
                    <a:pt x="7328" y="22930"/>
                    <a:pt x="10110" y="22930"/>
                  </a:cubicBezTo>
                  <a:cubicBezTo>
                    <a:pt x="11691" y="22930"/>
                    <a:pt x="13266" y="22730"/>
                    <a:pt x="14702" y="22504"/>
                  </a:cubicBezTo>
                  <a:cubicBezTo>
                    <a:pt x="19304" y="21780"/>
                    <a:pt x="23791" y="20252"/>
                    <a:pt x="28307" y="18979"/>
                  </a:cubicBezTo>
                  <a:cubicBezTo>
                    <a:pt x="31469" y="18088"/>
                    <a:pt x="34583" y="17727"/>
                    <a:pt x="37812" y="17553"/>
                  </a:cubicBezTo>
                  <a:cubicBezTo>
                    <a:pt x="39567" y="17460"/>
                    <a:pt x="41324" y="17409"/>
                    <a:pt x="43081" y="17409"/>
                  </a:cubicBezTo>
                  <a:cubicBezTo>
                    <a:pt x="45289" y="17409"/>
                    <a:pt x="47497" y="17490"/>
                    <a:pt x="49701" y="17670"/>
                  </a:cubicBezTo>
                  <a:cubicBezTo>
                    <a:pt x="53900" y="18013"/>
                    <a:pt x="58120" y="18692"/>
                    <a:pt x="62182" y="20121"/>
                  </a:cubicBezTo>
                  <a:cubicBezTo>
                    <a:pt x="65643" y="21338"/>
                    <a:pt x="69140" y="23140"/>
                    <a:pt x="71836" y="26229"/>
                  </a:cubicBezTo>
                  <a:cubicBezTo>
                    <a:pt x="74556" y="29344"/>
                    <a:pt x="76197" y="34210"/>
                    <a:pt x="75759" y="38664"/>
                  </a:cubicBezTo>
                  <a:lnTo>
                    <a:pt x="85535" y="38664"/>
                  </a:lnTo>
                  <a:cubicBezTo>
                    <a:pt x="85296" y="35981"/>
                    <a:pt x="84353" y="33119"/>
                    <a:pt x="83500" y="31067"/>
                  </a:cubicBezTo>
                  <a:cubicBezTo>
                    <a:pt x="82723" y="29197"/>
                    <a:pt x="81831" y="27538"/>
                    <a:pt x="80681" y="26012"/>
                  </a:cubicBezTo>
                  <a:cubicBezTo>
                    <a:pt x="79935" y="25023"/>
                    <a:pt x="78306" y="23246"/>
                    <a:pt x="78633" y="21650"/>
                  </a:cubicBezTo>
                  <a:cubicBezTo>
                    <a:pt x="78840" y="20643"/>
                    <a:pt x="79649" y="20281"/>
                    <a:pt x="80449" y="20281"/>
                  </a:cubicBezTo>
                  <a:cubicBezTo>
                    <a:pt x="80893" y="20281"/>
                    <a:pt x="81334" y="20392"/>
                    <a:pt x="81670" y="20567"/>
                  </a:cubicBezTo>
                  <a:cubicBezTo>
                    <a:pt x="83214" y="21372"/>
                    <a:pt x="84460" y="23111"/>
                    <a:pt x="85532" y="24674"/>
                  </a:cubicBezTo>
                  <a:cubicBezTo>
                    <a:pt x="88081" y="28395"/>
                    <a:pt x="90008" y="32694"/>
                    <a:pt x="92680" y="36288"/>
                  </a:cubicBezTo>
                  <a:cubicBezTo>
                    <a:pt x="93289" y="37105"/>
                    <a:pt x="93919" y="37895"/>
                    <a:pt x="94562" y="38663"/>
                  </a:cubicBezTo>
                  <a:lnTo>
                    <a:pt x="104952" y="38663"/>
                  </a:lnTo>
                  <a:cubicBezTo>
                    <a:pt x="106677" y="38663"/>
                    <a:pt x="108077" y="36912"/>
                    <a:pt x="108110" y="34738"/>
                  </a:cubicBezTo>
                  <a:cubicBezTo>
                    <a:pt x="104684" y="32047"/>
                    <a:pt x="101346" y="29175"/>
                    <a:pt x="98018" y="26250"/>
                  </a:cubicBezTo>
                  <a:cubicBezTo>
                    <a:pt x="92264" y="21194"/>
                    <a:pt x="86645" y="15791"/>
                    <a:pt x="80705" y="11085"/>
                  </a:cubicBezTo>
                  <a:cubicBezTo>
                    <a:pt x="70628" y="3099"/>
                    <a:pt x="58598" y="156"/>
                    <a:pt x="46845" y="7"/>
                  </a:cubicBezTo>
                  <a:cubicBezTo>
                    <a:pt x="46501" y="3"/>
                    <a:pt x="46158" y="1"/>
                    <a:pt x="45814" y="1"/>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17"/>
            <p:cNvSpPr/>
            <p:nvPr/>
          </p:nvSpPr>
          <p:spPr>
            <a:xfrm>
              <a:off x="5076700" y="-2354598"/>
              <a:ext cx="4335896" cy="796099"/>
            </a:xfrm>
            <a:custGeom>
              <a:rect b="b" l="l" r="r" t="t"/>
              <a:pathLst>
                <a:path extrusionOk="0" h="27758" w="108350">
                  <a:moveTo>
                    <a:pt x="51648" y="1"/>
                  </a:moveTo>
                  <a:cubicBezTo>
                    <a:pt x="50846" y="407"/>
                    <a:pt x="50018" y="729"/>
                    <a:pt x="49203" y="1014"/>
                  </a:cubicBezTo>
                  <a:cubicBezTo>
                    <a:pt x="42065" y="3506"/>
                    <a:pt x="34586" y="3501"/>
                    <a:pt x="27241" y="3584"/>
                  </a:cubicBezTo>
                  <a:cubicBezTo>
                    <a:pt x="20757" y="3656"/>
                    <a:pt x="14163" y="3777"/>
                    <a:pt x="7797" y="5515"/>
                  </a:cubicBezTo>
                  <a:cubicBezTo>
                    <a:pt x="5715" y="6083"/>
                    <a:pt x="3438" y="6902"/>
                    <a:pt x="1858" y="8814"/>
                  </a:cubicBezTo>
                  <a:cubicBezTo>
                    <a:pt x="0" y="11058"/>
                    <a:pt x="83" y="14195"/>
                    <a:pt x="776" y="17107"/>
                  </a:cubicBezTo>
                  <a:cubicBezTo>
                    <a:pt x="2438" y="24097"/>
                    <a:pt x="7861" y="27758"/>
                    <a:pt x="13371" y="27758"/>
                  </a:cubicBezTo>
                  <a:cubicBezTo>
                    <a:pt x="13681" y="27758"/>
                    <a:pt x="13992" y="27746"/>
                    <a:pt x="14303" y="27723"/>
                  </a:cubicBezTo>
                  <a:cubicBezTo>
                    <a:pt x="20922" y="27226"/>
                    <a:pt x="26485" y="22282"/>
                    <a:pt x="32673" y="19847"/>
                  </a:cubicBezTo>
                  <a:cubicBezTo>
                    <a:pt x="36195" y="18461"/>
                    <a:pt x="39879" y="17578"/>
                    <a:pt x="43501" y="16728"/>
                  </a:cubicBezTo>
                  <a:cubicBezTo>
                    <a:pt x="47244" y="15849"/>
                    <a:pt x="51012" y="15131"/>
                    <a:pt x="54789" y="14515"/>
                  </a:cubicBezTo>
                  <a:cubicBezTo>
                    <a:pt x="62223" y="13302"/>
                    <a:pt x="69695" y="12486"/>
                    <a:pt x="77160" y="11610"/>
                  </a:cubicBezTo>
                  <a:cubicBezTo>
                    <a:pt x="86796" y="10479"/>
                    <a:pt x="96503" y="9420"/>
                    <a:pt x="106195" y="9420"/>
                  </a:cubicBezTo>
                  <a:cubicBezTo>
                    <a:pt x="106913" y="9420"/>
                    <a:pt x="107630" y="9426"/>
                    <a:pt x="108348" y="9438"/>
                  </a:cubicBezTo>
                  <a:lnTo>
                    <a:pt x="108348" y="4002"/>
                  </a:lnTo>
                  <a:cubicBezTo>
                    <a:pt x="108350" y="1793"/>
                    <a:pt x="106935" y="1"/>
                    <a:pt x="105190" y="1"/>
                  </a:cubicBezTo>
                  <a:lnTo>
                    <a:pt x="90762" y="1"/>
                  </a:lnTo>
                  <a:cubicBezTo>
                    <a:pt x="89703" y="1934"/>
                    <a:pt x="88395" y="3470"/>
                    <a:pt x="86599" y="4557"/>
                  </a:cubicBezTo>
                  <a:cubicBezTo>
                    <a:pt x="83877" y="6208"/>
                    <a:pt x="80880" y="7099"/>
                    <a:pt x="77918" y="7745"/>
                  </a:cubicBezTo>
                  <a:cubicBezTo>
                    <a:pt x="74349" y="8524"/>
                    <a:pt x="70756" y="9202"/>
                    <a:pt x="67162" y="9801"/>
                  </a:cubicBezTo>
                  <a:cubicBezTo>
                    <a:pt x="59627" y="11058"/>
                    <a:pt x="52047" y="11784"/>
                    <a:pt x="44534" y="13253"/>
                  </a:cubicBezTo>
                  <a:cubicBezTo>
                    <a:pt x="40916" y="13963"/>
                    <a:pt x="37300" y="14822"/>
                    <a:pt x="33793" y="16179"/>
                  </a:cubicBezTo>
                  <a:cubicBezTo>
                    <a:pt x="31120" y="17214"/>
                    <a:pt x="28648" y="18964"/>
                    <a:pt x="26050" y="20259"/>
                  </a:cubicBezTo>
                  <a:cubicBezTo>
                    <a:pt x="24092" y="21236"/>
                    <a:pt x="21957" y="22126"/>
                    <a:pt x="19819" y="22126"/>
                  </a:cubicBezTo>
                  <a:cubicBezTo>
                    <a:pt x="19398" y="22126"/>
                    <a:pt x="18976" y="22091"/>
                    <a:pt x="18556" y="22016"/>
                  </a:cubicBezTo>
                  <a:cubicBezTo>
                    <a:pt x="16742" y="21690"/>
                    <a:pt x="14667" y="20360"/>
                    <a:pt x="13727" y="18271"/>
                  </a:cubicBezTo>
                  <a:cubicBezTo>
                    <a:pt x="12111" y="14673"/>
                    <a:pt x="16343" y="12032"/>
                    <a:pt x="18335" y="10924"/>
                  </a:cubicBezTo>
                  <a:cubicBezTo>
                    <a:pt x="29038" y="4972"/>
                    <a:pt x="41116" y="7214"/>
                    <a:pt x="52462" y="6363"/>
                  </a:cubicBezTo>
                  <a:cubicBezTo>
                    <a:pt x="56489" y="6062"/>
                    <a:pt x="60477" y="5377"/>
                    <a:pt x="64377" y="4066"/>
                  </a:cubicBezTo>
                  <a:cubicBezTo>
                    <a:pt x="66858" y="3233"/>
                    <a:pt x="69388" y="2647"/>
                    <a:pt x="71900" y="1973"/>
                  </a:cubicBezTo>
                  <a:cubicBezTo>
                    <a:pt x="74066" y="1391"/>
                    <a:pt x="76235" y="775"/>
                    <a:pt x="78366" y="1"/>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17"/>
            <p:cNvSpPr/>
            <p:nvPr/>
          </p:nvSpPr>
          <p:spPr>
            <a:xfrm>
              <a:off x="-97224" y="-1965635"/>
              <a:ext cx="3996027" cy="864218"/>
            </a:xfrm>
            <a:custGeom>
              <a:rect b="b" l="l" r="r" t="t"/>
              <a:pathLst>
                <a:path extrusionOk="0" h="21596" w="99857">
                  <a:moveTo>
                    <a:pt x="65198" y="399"/>
                  </a:moveTo>
                  <a:cubicBezTo>
                    <a:pt x="72321" y="399"/>
                    <a:pt x="79621" y="1791"/>
                    <a:pt x="86922" y="4550"/>
                  </a:cubicBezTo>
                  <a:cubicBezTo>
                    <a:pt x="89575" y="5554"/>
                    <a:pt x="92653" y="6864"/>
                    <a:pt x="95348" y="8979"/>
                  </a:cubicBezTo>
                  <a:cubicBezTo>
                    <a:pt x="98235" y="11247"/>
                    <a:pt x="99428" y="13677"/>
                    <a:pt x="98898" y="16206"/>
                  </a:cubicBezTo>
                  <a:cubicBezTo>
                    <a:pt x="98311" y="18994"/>
                    <a:pt x="95759" y="19972"/>
                    <a:pt x="93599" y="20511"/>
                  </a:cubicBezTo>
                  <a:cubicBezTo>
                    <a:pt x="91491" y="21039"/>
                    <a:pt x="89309" y="21193"/>
                    <a:pt x="87246" y="21193"/>
                  </a:cubicBezTo>
                  <a:cubicBezTo>
                    <a:pt x="86217" y="21193"/>
                    <a:pt x="85218" y="21155"/>
                    <a:pt x="84273" y="21106"/>
                  </a:cubicBezTo>
                  <a:cubicBezTo>
                    <a:pt x="78503" y="20800"/>
                    <a:pt x="72921" y="19852"/>
                    <a:pt x="67683" y="18295"/>
                  </a:cubicBezTo>
                  <a:cubicBezTo>
                    <a:pt x="64541" y="17362"/>
                    <a:pt x="61400" y="16083"/>
                    <a:pt x="58362" y="14847"/>
                  </a:cubicBezTo>
                  <a:cubicBezTo>
                    <a:pt x="53266" y="12773"/>
                    <a:pt x="47995" y="10628"/>
                    <a:pt x="42530" y="10025"/>
                  </a:cubicBezTo>
                  <a:cubicBezTo>
                    <a:pt x="41682" y="9932"/>
                    <a:pt x="40859" y="9885"/>
                    <a:pt x="40058" y="9885"/>
                  </a:cubicBezTo>
                  <a:cubicBezTo>
                    <a:pt x="36646" y="9885"/>
                    <a:pt x="33636" y="10728"/>
                    <a:pt x="31087" y="12400"/>
                  </a:cubicBezTo>
                  <a:cubicBezTo>
                    <a:pt x="26728" y="15269"/>
                    <a:pt x="22197" y="17122"/>
                    <a:pt x="17235" y="18071"/>
                  </a:cubicBezTo>
                  <a:cubicBezTo>
                    <a:pt x="13172" y="18848"/>
                    <a:pt x="9086" y="19070"/>
                    <a:pt x="5424" y="19070"/>
                  </a:cubicBezTo>
                  <a:cubicBezTo>
                    <a:pt x="3631" y="19070"/>
                    <a:pt x="1941" y="19017"/>
                    <a:pt x="403" y="18949"/>
                  </a:cubicBezTo>
                  <a:lnTo>
                    <a:pt x="403" y="11532"/>
                  </a:lnTo>
                  <a:cubicBezTo>
                    <a:pt x="2361" y="12661"/>
                    <a:pt x="4594" y="13456"/>
                    <a:pt x="7045" y="13900"/>
                  </a:cubicBezTo>
                  <a:cubicBezTo>
                    <a:pt x="8672" y="14195"/>
                    <a:pt x="10356" y="14343"/>
                    <a:pt x="12121" y="14343"/>
                  </a:cubicBezTo>
                  <a:cubicBezTo>
                    <a:pt x="13968" y="14343"/>
                    <a:pt x="15904" y="14181"/>
                    <a:pt x="17957" y="13858"/>
                  </a:cubicBezTo>
                  <a:cubicBezTo>
                    <a:pt x="23076" y="13055"/>
                    <a:pt x="27790" y="10978"/>
                    <a:pt x="32121" y="8853"/>
                  </a:cubicBezTo>
                  <a:lnTo>
                    <a:pt x="32595" y="8620"/>
                  </a:lnTo>
                  <a:cubicBezTo>
                    <a:pt x="37243" y="6337"/>
                    <a:pt x="42049" y="3980"/>
                    <a:pt x="47066" y="2784"/>
                  </a:cubicBezTo>
                  <a:cubicBezTo>
                    <a:pt x="53031" y="1361"/>
                    <a:pt x="58397" y="590"/>
                    <a:pt x="63469" y="426"/>
                  </a:cubicBezTo>
                  <a:cubicBezTo>
                    <a:pt x="64044" y="408"/>
                    <a:pt x="64620" y="399"/>
                    <a:pt x="65198" y="399"/>
                  </a:cubicBezTo>
                  <a:close/>
                  <a:moveTo>
                    <a:pt x="65203" y="1"/>
                  </a:moveTo>
                  <a:cubicBezTo>
                    <a:pt x="64619" y="1"/>
                    <a:pt x="64036" y="10"/>
                    <a:pt x="63455" y="29"/>
                  </a:cubicBezTo>
                  <a:cubicBezTo>
                    <a:pt x="58355" y="192"/>
                    <a:pt x="52963" y="968"/>
                    <a:pt x="46970" y="2396"/>
                  </a:cubicBezTo>
                  <a:cubicBezTo>
                    <a:pt x="41911" y="3604"/>
                    <a:pt x="37084" y="5971"/>
                    <a:pt x="32416" y="8263"/>
                  </a:cubicBezTo>
                  <a:lnTo>
                    <a:pt x="31942" y="8496"/>
                  </a:lnTo>
                  <a:cubicBezTo>
                    <a:pt x="27640" y="10606"/>
                    <a:pt x="22957" y="12670"/>
                    <a:pt x="17892" y="13466"/>
                  </a:cubicBezTo>
                  <a:cubicBezTo>
                    <a:pt x="15860" y="13785"/>
                    <a:pt x="13946" y="13945"/>
                    <a:pt x="12120" y="13945"/>
                  </a:cubicBezTo>
                  <a:cubicBezTo>
                    <a:pt x="10379" y="13945"/>
                    <a:pt x="8719" y="13799"/>
                    <a:pt x="7116" y="13508"/>
                  </a:cubicBezTo>
                  <a:cubicBezTo>
                    <a:pt x="4584" y="13050"/>
                    <a:pt x="2294" y="12211"/>
                    <a:pt x="305" y="11012"/>
                  </a:cubicBezTo>
                  <a:lnTo>
                    <a:pt x="0" y="10828"/>
                  </a:lnTo>
                  <a:lnTo>
                    <a:pt x="0" y="19337"/>
                  </a:lnTo>
                  <a:lnTo>
                    <a:pt x="193" y="19345"/>
                  </a:lnTo>
                  <a:cubicBezTo>
                    <a:pt x="1788" y="19417"/>
                    <a:pt x="3552" y="19474"/>
                    <a:pt x="5427" y="19474"/>
                  </a:cubicBezTo>
                  <a:cubicBezTo>
                    <a:pt x="9110" y="19474"/>
                    <a:pt x="13220" y="19251"/>
                    <a:pt x="17311" y="18469"/>
                  </a:cubicBezTo>
                  <a:cubicBezTo>
                    <a:pt x="22324" y="17509"/>
                    <a:pt x="26904" y="15636"/>
                    <a:pt x="31309" y="12740"/>
                  </a:cubicBezTo>
                  <a:cubicBezTo>
                    <a:pt x="33791" y="11110"/>
                    <a:pt x="36725" y="10287"/>
                    <a:pt x="40058" y="10287"/>
                  </a:cubicBezTo>
                  <a:cubicBezTo>
                    <a:pt x="40845" y="10287"/>
                    <a:pt x="41654" y="10333"/>
                    <a:pt x="42485" y="10425"/>
                  </a:cubicBezTo>
                  <a:cubicBezTo>
                    <a:pt x="47895" y="11021"/>
                    <a:pt x="53139" y="13156"/>
                    <a:pt x="58211" y="15220"/>
                  </a:cubicBezTo>
                  <a:cubicBezTo>
                    <a:pt x="61257" y="16459"/>
                    <a:pt x="64408" y="17742"/>
                    <a:pt x="67568" y="18681"/>
                  </a:cubicBezTo>
                  <a:cubicBezTo>
                    <a:pt x="72838" y="20248"/>
                    <a:pt x="78452" y="21200"/>
                    <a:pt x="84253" y="21507"/>
                  </a:cubicBezTo>
                  <a:cubicBezTo>
                    <a:pt x="85207" y="21557"/>
                    <a:pt x="86216" y="21596"/>
                    <a:pt x="87255" y="21596"/>
                  </a:cubicBezTo>
                  <a:cubicBezTo>
                    <a:pt x="89341" y="21596"/>
                    <a:pt x="91554" y="21438"/>
                    <a:pt x="93697" y="20904"/>
                  </a:cubicBezTo>
                  <a:cubicBezTo>
                    <a:pt x="95795" y="20381"/>
                    <a:pt x="98654" y="19332"/>
                    <a:pt x="99293" y="16292"/>
                  </a:cubicBezTo>
                  <a:cubicBezTo>
                    <a:pt x="99857" y="13600"/>
                    <a:pt x="98614" y="11035"/>
                    <a:pt x="95596" y="8666"/>
                  </a:cubicBezTo>
                  <a:cubicBezTo>
                    <a:pt x="92859" y="6520"/>
                    <a:pt x="89747" y="5193"/>
                    <a:pt x="87062" y="4178"/>
                  </a:cubicBezTo>
                  <a:cubicBezTo>
                    <a:pt x="79719" y="1402"/>
                    <a:pt x="72371" y="1"/>
                    <a:pt x="65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 name="Google Shape;474;p17"/>
            <p:cNvGrpSpPr/>
            <p:nvPr/>
          </p:nvGrpSpPr>
          <p:grpSpPr>
            <a:xfrm>
              <a:off x="-97224" y="-2508600"/>
              <a:ext cx="9377821" cy="2147740"/>
              <a:chOff x="-97224" y="-2508600"/>
              <a:chExt cx="9377821" cy="2147740"/>
            </a:xfrm>
          </p:grpSpPr>
          <p:sp>
            <p:nvSpPr>
              <p:cNvPr id="475" name="Google Shape;475;p17"/>
              <p:cNvSpPr/>
              <p:nvPr/>
            </p:nvSpPr>
            <p:spPr>
              <a:xfrm>
                <a:off x="-89101" y="-2436047"/>
                <a:ext cx="9361814" cy="2075187"/>
              </a:xfrm>
              <a:custGeom>
                <a:rect b="b" l="l" r="r" t="t"/>
                <a:pathLst>
                  <a:path extrusionOk="0" h="51857" w="233943">
                    <a:moveTo>
                      <a:pt x="114254" y="0"/>
                    </a:moveTo>
                    <a:cubicBezTo>
                      <a:pt x="113814" y="3337"/>
                      <a:pt x="107760" y="3970"/>
                      <a:pt x="105882" y="4185"/>
                    </a:cubicBezTo>
                    <a:cubicBezTo>
                      <a:pt x="103480" y="4463"/>
                      <a:pt x="101037" y="4580"/>
                      <a:pt x="98593" y="4580"/>
                    </a:cubicBezTo>
                    <a:cubicBezTo>
                      <a:pt x="96187" y="4580"/>
                      <a:pt x="93780" y="4466"/>
                      <a:pt x="91413" y="4277"/>
                    </a:cubicBezTo>
                    <a:cubicBezTo>
                      <a:pt x="83262" y="3622"/>
                      <a:pt x="75254" y="1586"/>
                      <a:pt x="67197" y="2"/>
                    </a:cubicBezTo>
                    <a:lnTo>
                      <a:pt x="3161" y="2"/>
                    </a:lnTo>
                    <a:cubicBezTo>
                      <a:pt x="1415" y="2"/>
                      <a:pt x="0" y="1794"/>
                      <a:pt x="0" y="4003"/>
                    </a:cubicBezTo>
                    <a:lnTo>
                      <a:pt x="0" y="12983"/>
                    </a:lnTo>
                    <a:cubicBezTo>
                      <a:pt x="752" y="13703"/>
                      <a:pt x="1532" y="14304"/>
                      <a:pt x="2202" y="14753"/>
                    </a:cubicBezTo>
                    <a:cubicBezTo>
                      <a:pt x="5867" y="17202"/>
                      <a:pt x="10108" y="17905"/>
                      <a:pt x="14266" y="17905"/>
                    </a:cubicBezTo>
                    <a:cubicBezTo>
                      <a:pt x="15542" y="17905"/>
                      <a:pt x="16811" y="17839"/>
                      <a:pt x="18052" y="17736"/>
                    </a:cubicBezTo>
                    <a:cubicBezTo>
                      <a:pt x="23329" y="17301"/>
                      <a:pt x="28524" y="16026"/>
                      <a:pt x="33704" y="14740"/>
                    </a:cubicBezTo>
                    <a:cubicBezTo>
                      <a:pt x="40948" y="12940"/>
                      <a:pt x="48135" y="10828"/>
                      <a:pt x="55442" y="9439"/>
                    </a:cubicBezTo>
                    <a:cubicBezTo>
                      <a:pt x="61321" y="8322"/>
                      <a:pt x="67233" y="7670"/>
                      <a:pt x="73167" y="7670"/>
                    </a:cubicBezTo>
                    <a:cubicBezTo>
                      <a:pt x="74688" y="7670"/>
                      <a:pt x="76210" y="7713"/>
                      <a:pt x="77734" y="7802"/>
                    </a:cubicBezTo>
                    <a:cubicBezTo>
                      <a:pt x="85106" y="8232"/>
                      <a:pt x="92423" y="9785"/>
                      <a:pt x="99530" y="12287"/>
                    </a:cubicBezTo>
                    <a:cubicBezTo>
                      <a:pt x="102317" y="13268"/>
                      <a:pt x="105115" y="14314"/>
                      <a:pt x="107858" y="15489"/>
                    </a:cubicBezTo>
                    <a:cubicBezTo>
                      <a:pt x="110332" y="16548"/>
                      <a:pt x="112809" y="17789"/>
                      <a:pt x="115004" y="19608"/>
                    </a:cubicBezTo>
                    <a:cubicBezTo>
                      <a:pt x="117824" y="21944"/>
                      <a:pt x="120303" y="25852"/>
                      <a:pt x="120226" y="30339"/>
                    </a:cubicBezTo>
                    <a:cubicBezTo>
                      <a:pt x="120101" y="37466"/>
                      <a:pt x="112935" y="40330"/>
                      <a:pt x="108516" y="41748"/>
                    </a:cubicBezTo>
                    <a:cubicBezTo>
                      <a:pt x="101630" y="43955"/>
                      <a:pt x="94414" y="44564"/>
                      <a:pt x="87337" y="44821"/>
                    </a:cubicBezTo>
                    <a:cubicBezTo>
                      <a:pt x="84855" y="44912"/>
                      <a:pt x="82371" y="44958"/>
                      <a:pt x="79887" y="44958"/>
                    </a:cubicBezTo>
                    <a:cubicBezTo>
                      <a:pt x="73140" y="44958"/>
                      <a:pt x="66393" y="44612"/>
                      <a:pt x="59673" y="43851"/>
                    </a:cubicBezTo>
                    <a:cubicBezTo>
                      <a:pt x="52128" y="42997"/>
                      <a:pt x="44620" y="41722"/>
                      <a:pt x="37128" y="40332"/>
                    </a:cubicBezTo>
                    <a:cubicBezTo>
                      <a:pt x="29596" y="38936"/>
                      <a:pt x="22076" y="37257"/>
                      <a:pt x="14513" y="36145"/>
                    </a:cubicBezTo>
                    <a:cubicBezTo>
                      <a:pt x="10469" y="35552"/>
                      <a:pt x="6279" y="35103"/>
                      <a:pt x="2100" y="35103"/>
                    </a:cubicBezTo>
                    <a:cubicBezTo>
                      <a:pt x="1400" y="35103"/>
                      <a:pt x="700" y="35116"/>
                      <a:pt x="0" y="35142"/>
                    </a:cubicBezTo>
                    <a:lnTo>
                      <a:pt x="0" y="41392"/>
                    </a:lnTo>
                    <a:cubicBezTo>
                      <a:pt x="3897" y="40406"/>
                      <a:pt x="7757" y="39113"/>
                      <a:pt x="11701" y="38520"/>
                    </a:cubicBezTo>
                    <a:cubicBezTo>
                      <a:pt x="12850" y="38347"/>
                      <a:pt x="14002" y="38268"/>
                      <a:pt x="15153" y="38268"/>
                    </a:cubicBezTo>
                    <a:cubicBezTo>
                      <a:pt x="18352" y="38268"/>
                      <a:pt x="21545" y="38880"/>
                      <a:pt x="24665" y="39789"/>
                    </a:cubicBezTo>
                    <a:cubicBezTo>
                      <a:pt x="29176" y="41103"/>
                      <a:pt x="33559" y="43015"/>
                      <a:pt x="37996" y="44675"/>
                    </a:cubicBezTo>
                    <a:cubicBezTo>
                      <a:pt x="42689" y="46433"/>
                      <a:pt x="47479" y="47692"/>
                      <a:pt x="52300" y="48740"/>
                    </a:cubicBezTo>
                    <a:cubicBezTo>
                      <a:pt x="61496" y="50745"/>
                      <a:pt x="70937" y="51857"/>
                      <a:pt x="80373" y="51857"/>
                    </a:cubicBezTo>
                    <a:cubicBezTo>
                      <a:pt x="91348" y="51857"/>
                      <a:pt x="102317" y="50352"/>
                      <a:pt x="112889" y="46997"/>
                    </a:cubicBezTo>
                    <a:cubicBezTo>
                      <a:pt x="122215" y="44038"/>
                      <a:pt x="130897" y="39216"/>
                      <a:pt x="139694" y="34414"/>
                    </a:cubicBezTo>
                    <a:cubicBezTo>
                      <a:pt x="143466" y="32352"/>
                      <a:pt x="147358" y="30634"/>
                      <a:pt x="151383" y="29556"/>
                    </a:cubicBezTo>
                    <a:cubicBezTo>
                      <a:pt x="155813" y="28370"/>
                      <a:pt x="160303" y="28105"/>
                      <a:pt x="164816" y="27914"/>
                    </a:cubicBezTo>
                    <a:cubicBezTo>
                      <a:pt x="167320" y="27807"/>
                      <a:pt x="169825" y="27756"/>
                      <a:pt x="172331" y="27756"/>
                    </a:cubicBezTo>
                    <a:cubicBezTo>
                      <a:pt x="189289" y="27756"/>
                      <a:pt x="206270" y="30094"/>
                      <a:pt x="222996" y="33398"/>
                    </a:cubicBezTo>
                    <a:cubicBezTo>
                      <a:pt x="226644" y="34116"/>
                      <a:pt x="230302" y="34924"/>
                      <a:pt x="233942" y="35864"/>
                    </a:cubicBezTo>
                    <a:lnTo>
                      <a:pt x="233942" y="9938"/>
                    </a:lnTo>
                    <a:cubicBezTo>
                      <a:pt x="233216" y="9925"/>
                      <a:pt x="232489" y="9919"/>
                      <a:pt x="231762" y="9919"/>
                    </a:cubicBezTo>
                    <a:cubicBezTo>
                      <a:pt x="219843" y="9919"/>
                      <a:pt x="207922" y="11530"/>
                      <a:pt x="196068" y="12904"/>
                    </a:cubicBezTo>
                    <a:cubicBezTo>
                      <a:pt x="188339" y="13801"/>
                      <a:pt x="180609" y="14806"/>
                      <a:pt x="172944" y="16393"/>
                    </a:cubicBezTo>
                    <a:cubicBezTo>
                      <a:pt x="169135" y="17181"/>
                      <a:pt x="165343" y="18112"/>
                      <a:pt x="161591" y="19260"/>
                    </a:cubicBezTo>
                    <a:cubicBezTo>
                      <a:pt x="158213" y="20291"/>
                      <a:pt x="155063" y="21813"/>
                      <a:pt x="151893" y="23606"/>
                    </a:cubicBezTo>
                    <a:cubicBezTo>
                      <a:pt x="147715" y="25970"/>
                      <a:pt x="143374" y="28204"/>
                      <a:pt x="138868" y="28204"/>
                    </a:cubicBezTo>
                    <a:cubicBezTo>
                      <a:pt x="137422" y="28204"/>
                      <a:pt x="135960" y="27974"/>
                      <a:pt x="134480" y="27445"/>
                    </a:cubicBezTo>
                    <a:cubicBezTo>
                      <a:pt x="129632" y="25711"/>
                      <a:pt x="125716" y="20547"/>
                      <a:pt x="125484" y="13951"/>
                    </a:cubicBezTo>
                    <a:cubicBezTo>
                      <a:pt x="125286" y="8300"/>
                      <a:pt x="129601" y="6027"/>
                      <a:pt x="133294" y="5020"/>
                    </a:cubicBezTo>
                    <a:cubicBezTo>
                      <a:pt x="139570" y="3307"/>
                      <a:pt x="146074" y="3151"/>
                      <a:pt x="152463" y="3078"/>
                    </a:cubicBezTo>
                    <a:cubicBezTo>
                      <a:pt x="160083" y="2991"/>
                      <a:pt x="167851" y="3042"/>
                      <a:pt x="175233" y="328"/>
                    </a:cubicBezTo>
                    <a:cubicBezTo>
                      <a:pt x="175511" y="226"/>
                      <a:pt x="175788" y="116"/>
                      <a:pt x="1760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17"/>
              <p:cNvSpPr/>
              <p:nvPr/>
            </p:nvSpPr>
            <p:spPr>
              <a:xfrm>
                <a:off x="-97224" y="-2508600"/>
                <a:ext cx="9377821" cy="2090634"/>
              </a:xfrm>
              <a:custGeom>
                <a:rect b="b" l="l" r="r" t="t"/>
                <a:pathLst>
                  <a:path extrusionOk="0" h="52243" w="234343">
                    <a:moveTo>
                      <a:pt x="67361" y="400"/>
                    </a:moveTo>
                    <a:cubicBezTo>
                      <a:pt x="69340" y="790"/>
                      <a:pt x="71349" y="1215"/>
                      <a:pt x="73292" y="1625"/>
                    </a:cubicBezTo>
                    <a:cubicBezTo>
                      <a:pt x="79265" y="2884"/>
                      <a:pt x="85439" y="4185"/>
                      <a:pt x="91598" y="4680"/>
                    </a:cubicBezTo>
                    <a:cubicBezTo>
                      <a:pt x="94144" y="4885"/>
                      <a:pt x="96537" y="4987"/>
                      <a:pt x="98805" y="4987"/>
                    </a:cubicBezTo>
                    <a:cubicBezTo>
                      <a:pt x="101387" y="4987"/>
                      <a:pt x="103808" y="4854"/>
                      <a:pt x="106108" y="4590"/>
                    </a:cubicBezTo>
                    <a:lnTo>
                      <a:pt x="106218" y="4577"/>
                    </a:lnTo>
                    <a:cubicBezTo>
                      <a:pt x="108158" y="4354"/>
                      <a:pt x="114000" y="3685"/>
                      <a:pt x="114628" y="406"/>
                    </a:cubicBezTo>
                    <a:lnTo>
                      <a:pt x="175193" y="406"/>
                    </a:lnTo>
                    <a:cubicBezTo>
                      <a:pt x="168249" y="2915"/>
                      <a:pt x="160889" y="2994"/>
                      <a:pt x="153768" y="3069"/>
                    </a:cubicBezTo>
                    <a:lnTo>
                      <a:pt x="152665" y="3082"/>
                    </a:lnTo>
                    <a:cubicBezTo>
                      <a:pt x="145764" y="3162"/>
                      <a:pt x="139551" y="3364"/>
                      <a:pt x="133446" y="5030"/>
                    </a:cubicBezTo>
                    <a:cubicBezTo>
                      <a:pt x="128003" y="6516"/>
                      <a:pt x="125326" y="9588"/>
                      <a:pt x="125487" y="14164"/>
                    </a:cubicBezTo>
                    <a:cubicBezTo>
                      <a:pt x="125709" y="20471"/>
                      <a:pt x="129379" y="25966"/>
                      <a:pt x="134618" y="27839"/>
                    </a:cubicBezTo>
                    <a:cubicBezTo>
                      <a:pt x="136131" y="28380"/>
                      <a:pt x="137619" y="28617"/>
                      <a:pt x="139091" y="28617"/>
                    </a:cubicBezTo>
                    <a:cubicBezTo>
                      <a:pt x="143547" y="28617"/>
                      <a:pt x="147847" y="26448"/>
                      <a:pt x="152196" y="23987"/>
                    </a:cubicBezTo>
                    <a:cubicBezTo>
                      <a:pt x="155813" y="21943"/>
                      <a:pt x="158880" y="20567"/>
                      <a:pt x="161854" y="19658"/>
                    </a:cubicBezTo>
                    <a:cubicBezTo>
                      <a:pt x="165379" y="18581"/>
                      <a:pt x="169085" y="17643"/>
                      <a:pt x="173189" y="16795"/>
                    </a:cubicBezTo>
                    <a:cubicBezTo>
                      <a:pt x="180974" y="15181"/>
                      <a:pt x="188894" y="14166"/>
                      <a:pt x="196294" y="13308"/>
                    </a:cubicBezTo>
                    <a:cubicBezTo>
                      <a:pt x="197767" y="13138"/>
                      <a:pt x="199245" y="12964"/>
                      <a:pt x="200722" y="12788"/>
                    </a:cubicBezTo>
                    <a:cubicBezTo>
                      <a:pt x="210970" y="11576"/>
                      <a:pt x="221543" y="10326"/>
                      <a:pt x="231999" y="10326"/>
                    </a:cubicBezTo>
                    <a:cubicBezTo>
                      <a:pt x="232648" y="10326"/>
                      <a:pt x="233296" y="10331"/>
                      <a:pt x="233944" y="10341"/>
                    </a:cubicBezTo>
                    <a:lnTo>
                      <a:pt x="233944" y="35809"/>
                    </a:lnTo>
                    <a:cubicBezTo>
                      <a:pt x="230629" y="34959"/>
                      <a:pt x="227123" y="34173"/>
                      <a:pt x="223236" y="33405"/>
                    </a:cubicBezTo>
                    <a:cubicBezTo>
                      <a:pt x="203906" y="29587"/>
                      <a:pt x="187591" y="27758"/>
                      <a:pt x="172597" y="27758"/>
                    </a:cubicBezTo>
                    <a:cubicBezTo>
                      <a:pt x="170032" y="27758"/>
                      <a:pt x="167505" y="27812"/>
                      <a:pt x="165009" y="27918"/>
                    </a:cubicBezTo>
                    <a:cubicBezTo>
                      <a:pt x="160422" y="28112"/>
                      <a:pt x="155941" y="28387"/>
                      <a:pt x="151533" y="29567"/>
                    </a:cubicBezTo>
                    <a:cubicBezTo>
                      <a:pt x="147826" y="30560"/>
                      <a:pt x="143986" y="32153"/>
                      <a:pt x="139798" y="34441"/>
                    </a:cubicBezTo>
                    <a:lnTo>
                      <a:pt x="138875" y="34945"/>
                    </a:lnTo>
                    <a:cubicBezTo>
                      <a:pt x="130584" y="39473"/>
                      <a:pt x="122011" y="44161"/>
                      <a:pt x="113029" y="47009"/>
                    </a:cubicBezTo>
                    <a:cubicBezTo>
                      <a:pt x="102889" y="50226"/>
                      <a:pt x="91919" y="51840"/>
                      <a:pt x="80509" y="51840"/>
                    </a:cubicBezTo>
                    <a:cubicBezTo>
                      <a:pt x="71401" y="51840"/>
                      <a:pt x="62013" y="50811"/>
                      <a:pt x="52541" y="48749"/>
                    </a:cubicBezTo>
                    <a:cubicBezTo>
                      <a:pt x="46930" y="47526"/>
                      <a:pt x="42394" y="46236"/>
                      <a:pt x="38264" y="44691"/>
                    </a:cubicBezTo>
                    <a:cubicBezTo>
                      <a:pt x="36953" y="44199"/>
                      <a:pt x="35624" y="43678"/>
                      <a:pt x="34338" y="43172"/>
                    </a:cubicBezTo>
                    <a:cubicBezTo>
                      <a:pt x="31276" y="41971"/>
                      <a:pt x="28107" y="40726"/>
                      <a:pt x="24921" y="39799"/>
                    </a:cubicBezTo>
                    <a:cubicBezTo>
                      <a:pt x="21414" y="38777"/>
                      <a:pt x="18247" y="38271"/>
                      <a:pt x="15326" y="38271"/>
                    </a:cubicBezTo>
                    <a:cubicBezTo>
                      <a:pt x="14137" y="38271"/>
                      <a:pt x="12987" y="38356"/>
                      <a:pt x="11874" y="38521"/>
                    </a:cubicBezTo>
                    <a:cubicBezTo>
                      <a:pt x="9119" y="38936"/>
                      <a:pt x="6366" y="39703"/>
                      <a:pt x="3703" y="40442"/>
                    </a:cubicBezTo>
                    <a:cubicBezTo>
                      <a:pt x="2622" y="40742"/>
                      <a:pt x="1508" y="41053"/>
                      <a:pt x="406" y="41335"/>
                    </a:cubicBezTo>
                    <a:lnTo>
                      <a:pt x="406" y="35538"/>
                    </a:lnTo>
                    <a:cubicBezTo>
                      <a:pt x="1027" y="35516"/>
                      <a:pt x="1658" y="35506"/>
                      <a:pt x="2301" y="35506"/>
                    </a:cubicBezTo>
                    <a:cubicBezTo>
                      <a:pt x="5902" y="35506"/>
                      <a:pt x="9901" y="35844"/>
                      <a:pt x="14687" y="36547"/>
                    </a:cubicBezTo>
                    <a:cubicBezTo>
                      <a:pt x="19745" y="37290"/>
                      <a:pt x="24868" y="38304"/>
                      <a:pt x="29822" y="39284"/>
                    </a:cubicBezTo>
                    <a:cubicBezTo>
                      <a:pt x="32271" y="39769"/>
                      <a:pt x="34802" y="40270"/>
                      <a:pt x="37296" y="40733"/>
                    </a:cubicBezTo>
                    <a:cubicBezTo>
                      <a:pt x="43914" y="41961"/>
                      <a:pt x="51770" y="43339"/>
                      <a:pt x="59854" y="44254"/>
                    </a:cubicBezTo>
                    <a:cubicBezTo>
                      <a:pt x="66359" y="44990"/>
                      <a:pt x="73165" y="45361"/>
                      <a:pt x="80163" y="45361"/>
                    </a:cubicBezTo>
                    <a:cubicBezTo>
                      <a:pt x="82603" y="45361"/>
                      <a:pt x="85067" y="45316"/>
                      <a:pt x="87550" y="45225"/>
                    </a:cubicBezTo>
                    <a:cubicBezTo>
                      <a:pt x="94026" y="44991"/>
                      <a:pt x="101613" y="44441"/>
                      <a:pt x="108780" y="42142"/>
                    </a:cubicBezTo>
                    <a:cubicBezTo>
                      <a:pt x="113810" y="40529"/>
                      <a:pt x="120508" y="37574"/>
                      <a:pt x="120629" y="30544"/>
                    </a:cubicBezTo>
                    <a:cubicBezTo>
                      <a:pt x="120696" y="26529"/>
                      <a:pt x="118718" y="22458"/>
                      <a:pt x="115334" y="19654"/>
                    </a:cubicBezTo>
                    <a:cubicBezTo>
                      <a:pt x="112985" y="17708"/>
                      <a:pt x="110379" y="16465"/>
                      <a:pt x="108140" y="15506"/>
                    </a:cubicBezTo>
                    <a:cubicBezTo>
                      <a:pt x="105719" y="14467"/>
                      <a:pt x="103070" y="13450"/>
                      <a:pt x="99798" y="12298"/>
                    </a:cubicBezTo>
                    <a:cubicBezTo>
                      <a:pt x="92520" y="9735"/>
                      <a:pt x="85169" y="8223"/>
                      <a:pt x="77949" y="7802"/>
                    </a:cubicBezTo>
                    <a:cubicBezTo>
                      <a:pt x="76425" y="7713"/>
                      <a:pt x="74890" y="7669"/>
                      <a:pt x="73339" y="7669"/>
                    </a:cubicBezTo>
                    <a:cubicBezTo>
                      <a:pt x="67706" y="7669"/>
                      <a:pt x="61863" y="8255"/>
                      <a:pt x="55605" y="9443"/>
                    </a:cubicBezTo>
                    <a:cubicBezTo>
                      <a:pt x="50502" y="10413"/>
                      <a:pt x="45374" y="11757"/>
                      <a:pt x="40416" y="13057"/>
                    </a:cubicBezTo>
                    <a:cubicBezTo>
                      <a:pt x="38267" y="13620"/>
                      <a:pt x="36046" y="14201"/>
                      <a:pt x="33857" y="14746"/>
                    </a:cubicBezTo>
                    <a:cubicBezTo>
                      <a:pt x="29050" y="15939"/>
                      <a:pt x="23603" y="17293"/>
                      <a:pt x="18238" y="17736"/>
                    </a:cubicBezTo>
                    <a:cubicBezTo>
                      <a:pt x="17038" y="17835"/>
                      <a:pt x="15751" y="17910"/>
                      <a:pt x="14415" y="17910"/>
                    </a:cubicBezTo>
                    <a:cubicBezTo>
                      <a:pt x="10534" y="17910"/>
                      <a:pt x="6246" y="17280"/>
                      <a:pt x="2517" y="14787"/>
                    </a:cubicBezTo>
                    <a:cubicBezTo>
                      <a:pt x="2004" y="14446"/>
                      <a:pt x="1229" y="13878"/>
                      <a:pt x="403" y="13098"/>
                    </a:cubicBezTo>
                    <a:lnTo>
                      <a:pt x="403" y="4204"/>
                    </a:lnTo>
                    <a:cubicBezTo>
                      <a:pt x="403" y="2108"/>
                      <a:pt x="1731" y="405"/>
                      <a:pt x="3364" y="405"/>
                    </a:cubicBezTo>
                    <a:lnTo>
                      <a:pt x="67361" y="400"/>
                    </a:lnTo>
                    <a:close/>
                    <a:moveTo>
                      <a:pt x="114278" y="0"/>
                    </a:moveTo>
                    <a:lnTo>
                      <a:pt x="114255" y="176"/>
                    </a:lnTo>
                    <a:cubicBezTo>
                      <a:pt x="113845" y="3294"/>
                      <a:pt x="108068" y="3957"/>
                      <a:pt x="106170" y="4175"/>
                    </a:cubicBezTo>
                    <a:lnTo>
                      <a:pt x="106061" y="4187"/>
                    </a:lnTo>
                    <a:cubicBezTo>
                      <a:pt x="103777" y="4451"/>
                      <a:pt x="101371" y="4582"/>
                      <a:pt x="98803" y="4582"/>
                    </a:cubicBezTo>
                    <a:cubicBezTo>
                      <a:pt x="96546" y="4582"/>
                      <a:pt x="94164" y="4481"/>
                      <a:pt x="91630" y="4277"/>
                    </a:cubicBezTo>
                    <a:cubicBezTo>
                      <a:pt x="85496" y="3785"/>
                      <a:pt x="79335" y="2485"/>
                      <a:pt x="73374" y="1229"/>
                    </a:cubicBezTo>
                    <a:cubicBezTo>
                      <a:pt x="71430" y="820"/>
                      <a:pt x="69420" y="395"/>
                      <a:pt x="67400" y="2"/>
                    </a:cubicBezTo>
                    <a:lnTo>
                      <a:pt x="3365" y="2"/>
                    </a:lnTo>
                    <a:cubicBezTo>
                      <a:pt x="1511" y="2"/>
                      <a:pt x="3" y="1889"/>
                      <a:pt x="3" y="4205"/>
                    </a:cubicBezTo>
                    <a:lnTo>
                      <a:pt x="3" y="13267"/>
                    </a:lnTo>
                    <a:lnTo>
                      <a:pt x="66" y="13327"/>
                    </a:lnTo>
                    <a:cubicBezTo>
                      <a:pt x="935" y="14157"/>
                      <a:pt x="1758" y="14760"/>
                      <a:pt x="2295" y="15120"/>
                    </a:cubicBezTo>
                    <a:cubicBezTo>
                      <a:pt x="6107" y="17668"/>
                      <a:pt x="10473" y="18312"/>
                      <a:pt x="14416" y="18312"/>
                    </a:cubicBezTo>
                    <a:cubicBezTo>
                      <a:pt x="15764" y="18312"/>
                      <a:pt x="17063" y="18236"/>
                      <a:pt x="18274" y="18136"/>
                    </a:cubicBezTo>
                    <a:cubicBezTo>
                      <a:pt x="23670" y="17692"/>
                      <a:pt x="29134" y="16335"/>
                      <a:pt x="33955" y="15136"/>
                    </a:cubicBezTo>
                    <a:cubicBezTo>
                      <a:pt x="36148" y="14591"/>
                      <a:pt x="38370" y="14008"/>
                      <a:pt x="40521" y="13444"/>
                    </a:cubicBezTo>
                    <a:cubicBezTo>
                      <a:pt x="45471" y="12145"/>
                      <a:pt x="50591" y="10802"/>
                      <a:pt x="55682" y="9836"/>
                    </a:cubicBezTo>
                    <a:cubicBezTo>
                      <a:pt x="61914" y="8652"/>
                      <a:pt x="67733" y="8068"/>
                      <a:pt x="73339" y="8068"/>
                    </a:cubicBezTo>
                    <a:cubicBezTo>
                      <a:pt x="74883" y="8068"/>
                      <a:pt x="76410" y="8112"/>
                      <a:pt x="77924" y="8200"/>
                    </a:cubicBezTo>
                    <a:cubicBezTo>
                      <a:pt x="85109" y="8620"/>
                      <a:pt x="92423" y="10126"/>
                      <a:pt x="99664" y="12674"/>
                    </a:cubicBezTo>
                    <a:cubicBezTo>
                      <a:pt x="102926" y="13823"/>
                      <a:pt x="105569" y="14839"/>
                      <a:pt x="107978" y="15872"/>
                    </a:cubicBezTo>
                    <a:cubicBezTo>
                      <a:pt x="110192" y="16820"/>
                      <a:pt x="112765" y="18046"/>
                      <a:pt x="115074" y="19959"/>
                    </a:cubicBezTo>
                    <a:cubicBezTo>
                      <a:pt x="118366" y="22686"/>
                      <a:pt x="120289" y="26638"/>
                      <a:pt x="120224" y="30531"/>
                    </a:cubicBezTo>
                    <a:cubicBezTo>
                      <a:pt x="120108" y="37304"/>
                      <a:pt x="113565" y="40179"/>
                      <a:pt x="108656" y="41753"/>
                    </a:cubicBezTo>
                    <a:cubicBezTo>
                      <a:pt x="101534" y="44037"/>
                      <a:pt x="93982" y="44584"/>
                      <a:pt x="87532" y="44818"/>
                    </a:cubicBezTo>
                    <a:cubicBezTo>
                      <a:pt x="85053" y="44908"/>
                      <a:pt x="82593" y="44953"/>
                      <a:pt x="80156" y="44953"/>
                    </a:cubicBezTo>
                    <a:cubicBezTo>
                      <a:pt x="73174" y="44953"/>
                      <a:pt x="66385" y="44584"/>
                      <a:pt x="59897" y="43849"/>
                    </a:cubicBezTo>
                    <a:cubicBezTo>
                      <a:pt x="51824" y="42936"/>
                      <a:pt x="43978" y="41560"/>
                      <a:pt x="37366" y="40335"/>
                    </a:cubicBezTo>
                    <a:cubicBezTo>
                      <a:pt x="34874" y="39874"/>
                      <a:pt x="32343" y="39371"/>
                      <a:pt x="29894" y="38889"/>
                    </a:cubicBezTo>
                    <a:cubicBezTo>
                      <a:pt x="24935" y="37906"/>
                      <a:pt x="19807" y="36891"/>
                      <a:pt x="14740" y="36147"/>
                    </a:cubicBezTo>
                    <a:cubicBezTo>
                      <a:pt x="9938" y="35440"/>
                      <a:pt x="5923" y="35101"/>
                      <a:pt x="2306" y="35101"/>
                    </a:cubicBezTo>
                    <a:cubicBezTo>
                      <a:pt x="1587" y="35101"/>
                      <a:pt x="884" y="35114"/>
                      <a:pt x="193" y="35141"/>
                    </a:cubicBezTo>
                    <a:lnTo>
                      <a:pt x="0" y="35148"/>
                    </a:lnTo>
                    <a:lnTo>
                      <a:pt x="0" y="41850"/>
                    </a:lnTo>
                    <a:lnTo>
                      <a:pt x="250" y="41789"/>
                    </a:lnTo>
                    <a:cubicBezTo>
                      <a:pt x="1438" y="41486"/>
                      <a:pt x="2642" y="41153"/>
                      <a:pt x="3807" y="40829"/>
                    </a:cubicBezTo>
                    <a:cubicBezTo>
                      <a:pt x="6459" y="40093"/>
                      <a:pt x="9201" y="39331"/>
                      <a:pt x="11931" y="38920"/>
                    </a:cubicBezTo>
                    <a:cubicBezTo>
                      <a:pt x="13025" y="38755"/>
                      <a:pt x="14155" y="38672"/>
                      <a:pt x="15326" y="38672"/>
                    </a:cubicBezTo>
                    <a:cubicBezTo>
                      <a:pt x="18207" y="38672"/>
                      <a:pt x="21339" y="39173"/>
                      <a:pt x="24808" y="40183"/>
                    </a:cubicBezTo>
                    <a:cubicBezTo>
                      <a:pt x="27977" y="41106"/>
                      <a:pt x="31136" y="42346"/>
                      <a:pt x="34192" y="43547"/>
                    </a:cubicBezTo>
                    <a:cubicBezTo>
                      <a:pt x="35480" y="44051"/>
                      <a:pt x="36810" y="44575"/>
                      <a:pt x="38124" y="45065"/>
                    </a:cubicBezTo>
                    <a:cubicBezTo>
                      <a:pt x="42272" y="46618"/>
                      <a:pt x="46826" y="47913"/>
                      <a:pt x="52458" y="49140"/>
                    </a:cubicBezTo>
                    <a:cubicBezTo>
                      <a:pt x="61960" y="51209"/>
                      <a:pt x="71376" y="52242"/>
                      <a:pt x="80515" y="52242"/>
                    </a:cubicBezTo>
                    <a:cubicBezTo>
                      <a:pt x="91963" y="52242"/>
                      <a:pt x="102972" y="50622"/>
                      <a:pt x="113151" y="47393"/>
                    </a:cubicBezTo>
                    <a:cubicBezTo>
                      <a:pt x="122171" y="44531"/>
                      <a:pt x="130760" y="39837"/>
                      <a:pt x="139068" y="35298"/>
                    </a:cubicBezTo>
                    <a:lnTo>
                      <a:pt x="139990" y="34794"/>
                    </a:lnTo>
                    <a:cubicBezTo>
                      <a:pt x="144149" y="32523"/>
                      <a:pt x="147959" y="30939"/>
                      <a:pt x="151635" y="29954"/>
                    </a:cubicBezTo>
                    <a:cubicBezTo>
                      <a:pt x="156001" y="28784"/>
                      <a:pt x="160459" y="28512"/>
                      <a:pt x="165023" y="28318"/>
                    </a:cubicBezTo>
                    <a:cubicBezTo>
                      <a:pt x="167510" y="28212"/>
                      <a:pt x="170027" y="28159"/>
                      <a:pt x="172583" y="28159"/>
                    </a:cubicBezTo>
                    <a:cubicBezTo>
                      <a:pt x="187551" y="28159"/>
                      <a:pt x="203846" y="29985"/>
                      <a:pt x="223155" y="33798"/>
                    </a:cubicBezTo>
                    <a:cubicBezTo>
                      <a:pt x="227133" y="34583"/>
                      <a:pt x="230708" y="35389"/>
                      <a:pt x="234091" y="36262"/>
                    </a:cubicBezTo>
                    <a:lnTo>
                      <a:pt x="234343" y="36327"/>
                    </a:lnTo>
                    <a:lnTo>
                      <a:pt x="234343" y="9942"/>
                    </a:lnTo>
                    <a:lnTo>
                      <a:pt x="234144" y="9938"/>
                    </a:lnTo>
                    <a:cubicBezTo>
                      <a:pt x="233436" y="9926"/>
                      <a:pt x="232728" y="9920"/>
                      <a:pt x="232019" y="9920"/>
                    </a:cubicBezTo>
                    <a:cubicBezTo>
                      <a:pt x="221533" y="9920"/>
                      <a:pt x="210937" y="11173"/>
                      <a:pt x="200668" y="12387"/>
                    </a:cubicBezTo>
                    <a:cubicBezTo>
                      <a:pt x="199192" y="12560"/>
                      <a:pt x="197716" y="12735"/>
                      <a:pt x="196241" y="12907"/>
                    </a:cubicBezTo>
                    <a:cubicBezTo>
                      <a:pt x="188833" y="13765"/>
                      <a:pt x="180900" y="14784"/>
                      <a:pt x="173099" y="16399"/>
                    </a:cubicBezTo>
                    <a:cubicBezTo>
                      <a:pt x="168984" y="17250"/>
                      <a:pt x="165266" y="18189"/>
                      <a:pt x="161730" y="19271"/>
                    </a:cubicBezTo>
                    <a:cubicBezTo>
                      <a:pt x="158729" y="20188"/>
                      <a:pt x="155634" y="21574"/>
                      <a:pt x="151992" y="23636"/>
                    </a:cubicBezTo>
                    <a:cubicBezTo>
                      <a:pt x="147694" y="26067"/>
                      <a:pt x="143448" y="28211"/>
                      <a:pt x="139076" y="28211"/>
                    </a:cubicBezTo>
                    <a:cubicBezTo>
                      <a:pt x="137648" y="28211"/>
                      <a:pt x="136206" y="27982"/>
                      <a:pt x="134745" y="27459"/>
                    </a:cubicBezTo>
                    <a:cubicBezTo>
                      <a:pt x="129659" y="25640"/>
                      <a:pt x="126097" y="20292"/>
                      <a:pt x="125882" y="14148"/>
                    </a:cubicBezTo>
                    <a:cubicBezTo>
                      <a:pt x="125729" y="9782"/>
                      <a:pt x="128305" y="6844"/>
                      <a:pt x="133544" y="5415"/>
                    </a:cubicBezTo>
                    <a:cubicBezTo>
                      <a:pt x="139606" y="3761"/>
                      <a:pt x="145790" y="3559"/>
                      <a:pt x="152664" y="3482"/>
                    </a:cubicBezTo>
                    <a:lnTo>
                      <a:pt x="153767" y="3469"/>
                    </a:lnTo>
                    <a:cubicBezTo>
                      <a:pt x="160981" y="3392"/>
                      <a:pt x="168439" y="3314"/>
                      <a:pt x="175499" y="719"/>
                    </a:cubicBezTo>
                    <a:cubicBezTo>
                      <a:pt x="175781" y="617"/>
                      <a:pt x="176061" y="506"/>
                      <a:pt x="176341" y="389"/>
                    </a:cubicBezTo>
                    <a:lnTo>
                      <a:pt x="1772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 name="Google Shape;477;p17"/>
            <p:cNvSpPr/>
            <p:nvPr/>
          </p:nvSpPr>
          <p:spPr>
            <a:xfrm>
              <a:off x="-97224" y="-1018288"/>
              <a:ext cx="8367499" cy="1836163"/>
            </a:xfrm>
            <a:custGeom>
              <a:rect b="b" l="l" r="r" t="t"/>
              <a:pathLst>
                <a:path extrusionOk="0" h="45884" w="209096">
                  <a:moveTo>
                    <a:pt x="173615" y="405"/>
                  </a:moveTo>
                  <a:cubicBezTo>
                    <a:pt x="176375" y="405"/>
                    <a:pt x="179213" y="507"/>
                    <a:pt x="182050" y="829"/>
                  </a:cubicBezTo>
                  <a:cubicBezTo>
                    <a:pt x="188207" y="1528"/>
                    <a:pt x="194615" y="3672"/>
                    <a:pt x="201642" y="7381"/>
                  </a:cubicBezTo>
                  <a:lnTo>
                    <a:pt x="202000" y="7570"/>
                  </a:lnTo>
                  <a:cubicBezTo>
                    <a:pt x="204160" y="8703"/>
                    <a:pt x="207122" y="10258"/>
                    <a:pt x="208209" y="13014"/>
                  </a:cubicBezTo>
                  <a:cubicBezTo>
                    <a:pt x="208659" y="14157"/>
                    <a:pt x="208681" y="15157"/>
                    <a:pt x="208272" y="15990"/>
                  </a:cubicBezTo>
                  <a:cubicBezTo>
                    <a:pt x="207624" y="17309"/>
                    <a:pt x="205989" y="18018"/>
                    <a:pt x="204732" y="18381"/>
                  </a:cubicBezTo>
                  <a:cubicBezTo>
                    <a:pt x="201461" y="19325"/>
                    <a:pt x="198006" y="19797"/>
                    <a:pt x="194392" y="19797"/>
                  </a:cubicBezTo>
                  <a:cubicBezTo>
                    <a:pt x="190821" y="19797"/>
                    <a:pt x="187096" y="19336"/>
                    <a:pt x="183241" y="18415"/>
                  </a:cubicBezTo>
                  <a:cubicBezTo>
                    <a:pt x="179114" y="17429"/>
                    <a:pt x="174866" y="16057"/>
                    <a:pt x="170611" y="14337"/>
                  </a:cubicBezTo>
                  <a:cubicBezTo>
                    <a:pt x="166998" y="12878"/>
                    <a:pt x="163261" y="11368"/>
                    <a:pt x="159428" y="10535"/>
                  </a:cubicBezTo>
                  <a:cubicBezTo>
                    <a:pt x="157531" y="10122"/>
                    <a:pt x="155742" y="9916"/>
                    <a:pt x="154034" y="9916"/>
                  </a:cubicBezTo>
                  <a:cubicBezTo>
                    <a:pt x="152450" y="9916"/>
                    <a:pt x="150935" y="10094"/>
                    <a:pt x="149470" y="10449"/>
                  </a:cubicBezTo>
                  <a:cubicBezTo>
                    <a:pt x="145504" y="11411"/>
                    <a:pt x="142070" y="13874"/>
                    <a:pt x="138895" y="16316"/>
                  </a:cubicBezTo>
                  <a:cubicBezTo>
                    <a:pt x="136054" y="18501"/>
                    <a:pt x="133233" y="20858"/>
                    <a:pt x="130505" y="23139"/>
                  </a:cubicBezTo>
                  <a:cubicBezTo>
                    <a:pt x="126905" y="26149"/>
                    <a:pt x="123181" y="29264"/>
                    <a:pt x="119366" y="32010"/>
                  </a:cubicBezTo>
                  <a:cubicBezTo>
                    <a:pt x="107458" y="40580"/>
                    <a:pt x="92880" y="45107"/>
                    <a:pt x="76028" y="45462"/>
                  </a:cubicBezTo>
                  <a:cubicBezTo>
                    <a:pt x="75424" y="45475"/>
                    <a:pt x="74822" y="45482"/>
                    <a:pt x="74224" y="45482"/>
                  </a:cubicBezTo>
                  <a:cubicBezTo>
                    <a:pt x="58269" y="45482"/>
                    <a:pt x="44689" y="40929"/>
                    <a:pt x="33828" y="31942"/>
                  </a:cubicBezTo>
                  <a:cubicBezTo>
                    <a:pt x="27187" y="26448"/>
                    <a:pt x="20603" y="21405"/>
                    <a:pt x="13056" y="20088"/>
                  </a:cubicBezTo>
                  <a:cubicBezTo>
                    <a:pt x="11967" y="19897"/>
                    <a:pt x="10865" y="19801"/>
                    <a:pt x="9746" y="19801"/>
                  </a:cubicBezTo>
                  <a:cubicBezTo>
                    <a:pt x="6781" y="19801"/>
                    <a:pt x="3696" y="20474"/>
                    <a:pt x="406" y="21833"/>
                  </a:cubicBezTo>
                  <a:lnTo>
                    <a:pt x="406" y="14358"/>
                  </a:lnTo>
                  <a:cubicBezTo>
                    <a:pt x="1109" y="14230"/>
                    <a:pt x="1864" y="14110"/>
                    <a:pt x="2702" y="13993"/>
                  </a:cubicBezTo>
                  <a:cubicBezTo>
                    <a:pt x="5594" y="13588"/>
                    <a:pt x="8552" y="13414"/>
                    <a:pt x="11411" y="13245"/>
                  </a:cubicBezTo>
                  <a:lnTo>
                    <a:pt x="12958" y="13152"/>
                  </a:lnTo>
                  <a:cubicBezTo>
                    <a:pt x="15818" y="12978"/>
                    <a:pt x="18953" y="12785"/>
                    <a:pt x="22145" y="12785"/>
                  </a:cubicBezTo>
                  <a:cubicBezTo>
                    <a:pt x="23389" y="12785"/>
                    <a:pt x="24641" y="12814"/>
                    <a:pt x="25889" y="12885"/>
                  </a:cubicBezTo>
                  <a:cubicBezTo>
                    <a:pt x="29786" y="13104"/>
                    <a:pt x="33808" y="14150"/>
                    <a:pt x="38546" y="16169"/>
                  </a:cubicBezTo>
                  <a:cubicBezTo>
                    <a:pt x="52883" y="22283"/>
                    <a:pt x="69842" y="28659"/>
                    <a:pt x="86902" y="29591"/>
                  </a:cubicBezTo>
                  <a:cubicBezTo>
                    <a:pt x="88135" y="29659"/>
                    <a:pt x="89353" y="29692"/>
                    <a:pt x="90554" y="29692"/>
                  </a:cubicBezTo>
                  <a:cubicBezTo>
                    <a:pt x="97955" y="29692"/>
                    <a:pt x="104738" y="28414"/>
                    <a:pt x="110758" y="25880"/>
                  </a:cubicBezTo>
                  <a:cubicBezTo>
                    <a:pt x="117187" y="23174"/>
                    <a:pt x="123174" y="18993"/>
                    <a:pt x="128962" y="14950"/>
                  </a:cubicBezTo>
                  <a:cubicBezTo>
                    <a:pt x="130301" y="14015"/>
                    <a:pt x="131684" y="13050"/>
                    <a:pt x="133052" y="12117"/>
                  </a:cubicBezTo>
                  <a:cubicBezTo>
                    <a:pt x="136569" y="9716"/>
                    <a:pt x="140379" y="7249"/>
                    <a:pt x="144384" y="5460"/>
                  </a:cubicBezTo>
                  <a:cubicBezTo>
                    <a:pt x="148006" y="3842"/>
                    <a:pt x="151905" y="2608"/>
                    <a:pt x="155970" y="1792"/>
                  </a:cubicBezTo>
                  <a:cubicBezTo>
                    <a:pt x="159701" y="1042"/>
                    <a:pt x="163680" y="640"/>
                    <a:pt x="168868" y="486"/>
                  </a:cubicBezTo>
                  <a:cubicBezTo>
                    <a:pt x="170413" y="440"/>
                    <a:pt x="172001" y="405"/>
                    <a:pt x="173615" y="405"/>
                  </a:cubicBezTo>
                  <a:close/>
                  <a:moveTo>
                    <a:pt x="173609" y="0"/>
                  </a:moveTo>
                  <a:cubicBezTo>
                    <a:pt x="171993" y="0"/>
                    <a:pt x="170405" y="35"/>
                    <a:pt x="168858" y="80"/>
                  </a:cubicBezTo>
                  <a:cubicBezTo>
                    <a:pt x="163644" y="234"/>
                    <a:pt x="159645" y="639"/>
                    <a:pt x="155891" y="1393"/>
                  </a:cubicBezTo>
                  <a:cubicBezTo>
                    <a:pt x="151795" y="2216"/>
                    <a:pt x="147870" y="3459"/>
                    <a:pt x="144219" y="5088"/>
                  </a:cubicBezTo>
                  <a:cubicBezTo>
                    <a:pt x="140186" y="6888"/>
                    <a:pt x="136359" y="9369"/>
                    <a:pt x="132824" y="11781"/>
                  </a:cubicBezTo>
                  <a:cubicBezTo>
                    <a:pt x="131454" y="12715"/>
                    <a:pt x="130070" y="13683"/>
                    <a:pt x="128732" y="14617"/>
                  </a:cubicBezTo>
                  <a:cubicBezTo>
                    <a:pt x="122961" y="18648"/>
                    <a:pt x="116993" y="22817"/>
                    <a:pt x="110602" y="25506"/>
                  </a:cubicBezTo>
                  <a:cubicBezTo>
                    <a:pt x="104631" y="28019"/>
                    <a:pt x="97899" y="29287"/>
                    <a:pt x="90554" y="29287"/>
                  </a:cubicBezTo>
                  <a:cubicBezTo>
                    <a:pt x="89360" y="29287"/>
                    <a:pt x="88149" y="29254"/>
                    <a:pt x="86923" y="29187"/>
                  </a:cubicBezTo>
                  <a:cubicBezTo>
                    <a:pt x="69926" y="28261"/>
                    <a:pt x="53010" y="21898"/>
                    <a:pt x="38703" y="15797"/>
                  </a:cubicBezTo>
                  <a:cubicBezTo>
                    <a:pt x="33922" y="13758"/>
                    <a:pt x="29857" y="12704"/>
                    <a:pt x="25911" y="12481"/>
                  </a:cubicBezTo>
                  <a:cubicBezTo>
                    <a:pt x="24653" y="12410"/>
                    <a:pt x="23392" y="12381"/>
                    <a:pt x="22140" y="12381"/>
                  </a:cubicBezTo>
                  <a:cubicBezTo>
                    <a:pt x="18938" y="12381"/>
                    <a:pt x="15797" y="12572"/>
                    <a:pt x="12931" y="12748"/>
                  </a:cubicBezTo>
                  <a:lnTo>
                    <a:pt x="11384" y="12841"/>
                  </a:lnTo>
                  <a:cubicBezTo>
                    <a:pt x="8518" y="13010"/>
                    <a:pt x="5551" y="13184"/>
                    <a:pt x="2644" y="13591"/>
                  </a:cubicBezTo>
                  <a:cubicBezTo>
                    <a:pt x="1731" y="13718"/>
                    <a:pt x="921" y="13848"/>
                    <a:pt x="165" y="13990"/>
                  </a:cubicBezTo>
                  <a:lnTo>
                    <a:pt x="0" y="14020"/>
                  </a:lnTo>
                  <a:lnTo>
                    <a:pt x="0" y="22434"/>
                  </a:lnTo>
                  <a:lnTo>
                    <a:pt x="280" y="22317"/>
                  </a:lnTo>
                  <a:cubicBezTo>
                    <a:pt x="3624" y="20902"/>
                    <a:pt x="6748" y="20202"/>
                    <a:pt x="9745" y="20202"/>
                  </a:cubicBezTo>
                  <a:cubicBezTo>
                    <a:pt x="10841" y="20202"/>
                    <a:pt x="11920" y="20296"/>
                    <a:pt x="12987" y="20482"/>
                  </a:cubicBezTo>
                  <a:cubicBezTo>
                    <a:pt x="20436" y="21784"/>
                    <a:pt x="26975" y="26792"/>
                    <a:pt x="33571" y="32250"/>
                  </a:cubicBezTo>
                  <a:cubicBezTo>
                    <a:pt x="44508" y="41302"/>
                    <a:pt x="58178" y="45884"/>
                    <a:pt x="74230" y="45884"/>
                  </a:cubicBezTo>
                  <a:cubicBezTo>
                    <a:pt x="74828" y="45884"/>
                    <a:pt x="75434" y="45878"/>
                    <a:pt x="76041" y="45864"/>
                  </a:cubicBezTo>
                  <a:cubicBezTo>
                    <a:pt x="92973" y="45507"/>
                    <a:pt x="107630" y="40953"/>
                    <a:pt x="119603" y="32334"/>
                  </a:cubicBezTo>
                  <a:cubicBezTo>
                    <a:pt x="123430" y="29580"/>
                    <a:pt x="127160" y="26462"/>
                    <a:pt x="130767" y="23446"/>
                  </a:cubicBezTo>
                  <a:cubicBezTo>
                    <a:pt x="133490" y="21168"/>
                    <a:pt x="136306" y="18812"/>
                    <a:pt x="139143" y="16633"/>
                  </a:cubicBezTo>
                  <a:cubicBezTo>
                    <a:pt x="142286" y="14218"/>
                    <a:pt x="145678" y="11782"/>
                    <a:pt x="149569" y="10839"/>
                  </a:cubicBezTo>
                  <a:cubicBezTo>
                    <a:pt x="151002" y="10492"/>
                    <a:pt x="152486" y="10318"/>
                    <a:pt x="154040" y="10318"/>
                  </a:cubicBezTo>
                  <a:cubicBezTo>
                    <a:pt x="155718" y="10318"/>
                    <a:pt x="157477" y="10521"/>
                    <a:pt x="159345" y="10926"/>
                  </a:cubicBezTo>
                  <a:cubicBezTo>
                    <a:pt x="163146" y="11754"/>
                    <a:pt x="166866" y="13255"/>
                    <a:pt x="170463" y="14710"/>
                  </a:cubicBezTo>
                  <a:cubicBezTo>
                    <a:pt x="174735" y="16434"/>
                    <a:pt x="179004" y="17813"/>
                    <a:pt x="183149" y="18805"/>
                  </a:cubicBezTo>
                  <a:cubicBezTo>
                    <a:pt x="187035" y="19734"/>
                    <a:pt x="190791" y="20198"/>
                    <a:pt x="194393" y="20198"/>
                  </a:cubicBezTo>
                  <a:cubicBezTo>
                    <a:pt x="198045" y="20198"/>
                    <a:pt x="201538" y="19721"/>
                    <a:pt x="204846" y="18766"/>
                  </a:cubicBezTo>
                  <a:cubicBezTo>
                    <a:pt x="206788" y="18205"/>
                    <a:pt x="208062" y="17332"/>
                    <a:pt x="208634" y="16167"/>
                  </a:cubicBezTo>
                  <a:cubicBezTo>
                    <a:pt x="209095" y="15229"/>
                    <a:pt x="209080" y="14117"/>
                    <a:pt x="208584" y="12865"/>
                  </a:cubicBezTo>
                  <a:cubicBezTo>
                    <a:pt x="207441" y="9969"/>
                    <a:pt x="204404" y="8376"/>
                    <a:pt x="202188" y="7211"/>
                  </a:cubicBezTo>
                  <a:lnTo>
                    <a:pt x="201831" y="7024"/>
                  </a:lnTo>
                  <a:cubicBezTo>
                    <a:pt x="194760" y="3289"/>
                    <a:pt x="188306" y="1132"/>
                    <a:pt x="182098" y="427"/>
                  </a:cubicBezTo>
                  <a:cubicBezTo>
                    <a:pt x="179239" y="102"/>
                    <a:pt x="176384" y="0"/>
                    <a:pt x="1736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17"/>
            <p:cNvSpPr/>
            <p:nvPr/>
          </p:nvSpPr>
          <p:spPr>
            <a:xfrm>
              <a:off x="-97184" y="87130"/>
              <a:ext cx="807313" cy="330705"/>
            </a:xfrm>
            <a:custGeom>
              <a:rect b="b" l="l" r="r" t="t"/>
              <a:pathLst>
                <a:path extrusionOk="0" h="8264" w="20174">
                  <a:moveTo>
                    <a:pt x="10888" y="404"/>
                  </a:moveTo>
                  <a:cubicBezTo>
                    <a:pt x="11749" y="404"/>
                    <a:pt x="12597" y="461"/>
                    <a:pt x="13422" y="602"/>
                  </a:cubicBezTo>
                  <a:cubicBezTo>
                    <a:pt x="15472" y="954"/>
                    <a:pt x="17153" y="1897"/>
                    <a:pt x="18413" y="3404"/>
                  </a:cubicBezTo>
                  <a:cubicBezTo>
                    <a:pt x="19054" y="4170"/>
                    <a:pt x="19787" y="5267"/>
                    <a:pt x="19634" y="6147"/>
                  </a:cubicBezTo>
                  <a:cubicBezTo>
                    <a:pt x="19567" y="6546"/>
                    <a:pt x="19324" y="6863"/>
                    <a:pt x="18894" y="7118"/>
                  </a:cubicBezTo>
                  <a:cubicBezTo>
                    <a:pt x="17704" y="7820"/>
                    <a:pt x="16206" y="7861"/>
                    <a:pt x="14950" y="7861"/>
                  </a:cubicBezTo>
                  <a:cubicBezTo>
                    <a:pt x="14860" y="7861"/>
                    <a:pt x="14771" y="7861"/>
                    <a:pt x="14684" y="7861"/>
                  </a:cubicBezTo>
                  <a:cubicBezTo>
                    <a:pt x="13289" y="7856"/>
                    <a:pt x="11866" y="7753"/>
                    <a:pt x="10488" y="7653"/>
                  </a:cubicBezTo>
                  <a:cubicBezTo>
                    <a:pt x="9887" y="7608"/>
                    <a:pt x="9287" y="7565"/>
                    <a:pt x="8687" y="7529"/>
                  </a:cubicBezTo>
                  <a:cubicBezTo>
                    <a:pt x="5827" y="7359"/>
                    <a:pt x="3245" y="7206"/>
                    <a:pt x="649" y="7206"/>
                  </a:cubicBezTo>
                  <a:cubicBezTo>
                    <a:pt x="568" y="7206"/>
                    <a:pt x="486" y="7206"/>
                    <a:pt x="405" y="7206"/>
                  </a:cubicBezTo>
                  <a:lnTo>
                    <a:pt x="405" y="1428"/>
                  </a:lnTo>
                  <a:cubicBezTo>
                    <a:pt x="2017" y="1368"/>
                    <a:pt x="3674" y="1139"/>
                    <a:pt x="5280" y="919"/>
                  </a:cubicBezTo>
                  <a:cubicBezTo>
                    <a:pt x="7141" y="665"/>
                    <a:pt x="9044" y="404"/>
                    <a:pt x="10888" y="404"/>
                  </a:cubicBezTo>
                  <a:close/>
                  <a:moveTo>
                    <a:pt x="10888" y="1"/>
                  </a:moveTo>
                  <a:cubicBezTo>
                    <a:pt x="9018" y="1"/>
                    <a:pt x="7099" y="265"/>
                    <a:pt x="5223" y="522"/>
                  </a:cubicBezTo>
                  <a:cubicBezTo>
                    <a:pt x="3564" y="751"/>
                    <a:pt x="1848" y="984"/>
                    <a:pt x="195" y="1034"/>
                  </a:cubicBezTo>
                  <a:lnTo>
                    <a:pt x="1" y="1039"/>
                  </a:lnTo>
                  <a:lnTo>
                    <a:pt x="1" y="7612"/>
                  </a:lnTo>
                  <a:lnTo>
                    <a:pt x="202" y="7612"/>
                  </a:lnTo>
                  <a:cubicBezTo>
                    <a:pt x="266" y="7612"/>
                    <a:pt x="330" y="7612"/>
                    <a:pt x="393" y="7612"/>
                  </a:cubicBezTo>
                  <a:cubicBezTo>
                    <a:pt x="3056" y="7612"/>
                    <a:pt x="5717" y="7756"/>
                    <a:pt x="8664" y="7932"/>
                  </a:cubicBezTo>
                  <a:cubicBezTo>
                    <a:pt x="9261" y="7968"/>
                    <a:pt x="9860" y="8012"/>
                    <a:pt x="10460" y="8055"/>
                  </a:cubicBezTo>
                  <a:cubicBezTo>
                    <a:pt x="11844" y="8155"/>
                    <a:pt x="13275" y="8259"/>
                    <a:pt x="14682" y="8264"/>
                  </a:cubicBezTo>
                  <a:lnTo>
                    <a:pt x="14998" y="8264"/>
                  </a:lnTo>
                  <a:cubicBezTo>
                    <a:pt x="16295" y="8264"/>
                    <a:pt x="17831" y="8211"/>
                    <a:pt x="19096" y="7463"/>
                  </a:cubicBezTo>
                  <a:cubicBezTo>
                    <a:pt x="19626" y="7152"/>
                    <a:pt x="19940" y="6730"/>
                    <a:pt x="20030" y="6216"/>
                  </a:cubicBezTo>
                  <a:cubicBezTo>
                    <a:pt x="20173" y="5387"/>
                    <a:pt x="19732" y="4354"/>
                    <a:pt x="18720" y="3145"/>
                  </a:cubicBezTo>
                  <a:cubicBezTo>
                    <a:pt x="17395" y="1562"/>
                    <a:pt x="15637" y="574"/>
                    <a:pt x="13488" y="205"/>
                  </a:cubicBezTo>
                  <a:cubicBezTo>
                    <a:pt x="12639" y="59"/>
                    <a:pt x="11769" y="1"/>
                    <a:pt x="108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17"/>
            <p:cNvSpPr/>
            <p:nvPr/>
          </p:nvSpPr>
          <p:spPr>
            <a:xfrm>
              <a:off x="-97104" y="-258065"/>
              <a:ext cx="9377861" cy="2035410"/>
            </a:xfrm>
            <a:custGeom>
              <a:rect b="b" l="l" r="r" t="t"/>
              <a:pathLst>
                <a:path extrusionOk="0" h="50863" w="234344">
                  <a:moveTo>
                    <a:pt x="233940" y="621"/>
                  </a:moveTo>
                  <a:lnTo>
                    <a:pt x="233940" y="12077"/>
                  </a:lnTo>
                  <a:cubicBezTo>
                    <a:pt x="232371" y="13846"/>
                    <a:pt x="230619" y="15358"/>
                    <a:pt x="228734" y="16565"/>
                  </a:cubicBezTo>
                  <a:cubicBezTo>
                    <a:pt x="224484" y="19289"/>
                    <a:pt x="219376" y="20857"/>
                    <a:pt x="213122" y="21360"/>
                  </a:cubicBezTo>
                  <a:cubicBezTo>
                    <a:pt x="211653" y="21479"/>
                    <a:pt x="210146" y="21539"/>
                    <a:pt x="208580" y="21539"/>
                  </a:cubicBezTo>
                  <a:cubicBezTo>
                    <a:pt x="205000" y="21539"/>
                    <a:pt x="201109" y="21226"/>
                    <a:pt x="196647" y="20590"/>
                  </a:cubicBezTo>
                  <a:lnTo>
                    <a:pt x="196529" y="20574"/>
                  </a:lnTo>
                  <a:cubicBezTo>
                    <a:pt x="194477" y="20283"/>
                    <a:pt x="192356" y="19981"/>
                    <a:pt x="190306" y="19457"/>
                  </a:cubicBezTo>
                  <a:cubicBezTo>
                    <a:pt x="188131" y="18901"/>
                    <a:pt x="186302" y="18457"/>
                    <a:pt x="184446" y="18095"/>
                  </a:cubicBezTo>
                  <a:cubicBezTo>
                    <a:pt x="182413" y="17700"/>
                    <a:pt x="180221" y="17338"/>
                    <a:pt x="178016" y="17338"/>
                  </a:cubicBezTo>
                  <a:cubicBezTo>
                    <a:pt x="177942" y="17338"/>
                    <a:pt x="177867" y="17339"/>
                    <a:pt x="177792" y="17340"/>
                  </a:cubicBezTo>
                  <a:cubicBezTo>
                    <a:pt x="176496" y="17354"/>
                    <a:pt x="174542" y="17378"/>
                    <a:pt x="173323" y="18637"/>
                  </a:cubicBezTo>
                  <a:cubicBezTo>
                    <a:pt x="172261" y="19733"/>
                    <a:pt x="172397" y="21555"/>
                    <a:pt x="173080" y="22788"/>
                  </a:cubicBezTo>
                  <a:cubicBezTo>
                    <a:pt x="174004" y="24459"/>
                    <a:pt x="175665" y="25395"/>
                    <a:pt x="177319" y="26158"/>
                  </a:cubicBezTo>
                  <a:cubicBezTo>
                    <a:pt x="180088" y="27433"/>
                    <a:pt x="183032" y="28076"/>
                    <a:pt x="185878" y="28699"/>
                  </a:cubicBezTo>
                  <a:cubicBezTo>
                    <a:pt x="186544" y="28844"/>
                    <a:pt x="187205" y="28990"/>
                    <a:pt x="187866" y="29142"/>
                  </a:cubicBezTo>
                  <a:cubicBezTo>
                    <a:pt x="191326" y="29942"/>
                    <a:pt x="194903" y="30405"/>
                    <a:pt x="198362" y="30852"/>
                  </a:cubicBezTo>
                  <a:lnTo>
                    <a:pt x="199879" y="31048"/>
                  </a:lnTo>
                  <a:cubicBezTo>
                    <a:pt x="203501" y="31524"/>
                    <a:pt x="207493" y="31975"/>
                    <a:pt x="212443" y="32469"/>
                  </a:cubicBezTo>
                  <a:cubicBezTo>
                    <a:pt x="216296" y="32854"/>
                    <a:pt x="220110" y="33192"/>
                    <a:pt x="223683" y="33505"/>
                  </a:cubicBezTo>
                  <a:cubicBezTo>
                    <a:pt x="226437" y="33747"/>
                    <a:pt x="229366" y="34040"/>
                    <a:pt x="232268" y="34727"/>
                  </a:cubicBezTo>
                  <a:cubicBezTo>
                    <a:pt x="232812" y="34856"/>
                    <a:pt x="233374" y="35011"/>
                    <a:pt x="233940" y="35186"/>
                  </a:cubicBezTo>
                  <a:lnTo>
                    <a:pt x="233940" y="50330"/>
                  </a:lnTo>
                  <a:cubicBezTo>
                    <a:pt x="227593" y="48509"/>
                    <a:pt x="220754" y="46238"/>
                    <a:pt x="213042" y="43386"/>
                  </a:cubicBezTo>
                  <a:cubicBezTo>
                    <a:pt x="208088" y="41555"/>
                    <a:pt x="202988" y="39512"/>
                    <a:pt x="197884" y="37317"/>
                  </a:cubicBezTo>
                  <a:cubicBezTo>
                    <a:pt x="195613" y="36339"/>
                    <a:pt x="193318" y="35281"/>
                    <a:pt x="191099" y="34257"/>
                  </a:cubicBezTo>
                  <a:cubicBezTo>
                    <a:pt x="188401" y="33014"/>
                    <a:pt x="185611" y="31726"/>
                    <a:pt x="182833" y="30573"/>
                  </a:cubicBezTo>
                  <a:cubicBezTo>
                    <a:pt x="172649" y="26340"/>
                    <a:pt x="162754" y="24195"/>
                    <a:pt x="153409" y="24195"/>
                  </a:cubicBezTo>
                  <a:cubicBezTo>
                    <a:pt x="153178" y="24195"/>
                    <a:pt x="152948" y="24197"/>
                    <a:pt x="152719" y="24198"/>
                  </a:cubicBezTo>
                  <a:cubicBezTo>
                    <a:pt x="142080" y="24319"/>
                    <a:pt x="132064" y="27884"/>
                    <a:pt x="122824" y="31721"/>
                  </a:cubicBezTo>
                  <a:cubicBezTo>
                    <a:pt x="112729" y="35913"/>
                    <a:pt x="102805" y="39822"/>
                    <a:pt x="92400" y="41608"/>
                  </a:cubicBezTo>
                  <a:cubicBezTo>
                    <a:pt x="82867" y="43244"/>
                    <a:pt x="72721" y="44299"/>
                    <a:pt x="61383" y="44830"/>
                  </a:cubicBezTo>
                  <a:cubicBezTo>
                    <a:pt x="58519" y="44965"/>
                    <a:pt x="55783" y="45032"/>
                    <a:pt x="53152" y="45032"/>
                  </a:cubicBezTo>
                  <a:cubicBezTo>
                    <a:pt x="45012" y="45032"/>
                    <a:pt x="37887" y="44383"/>
                    <a:pt x="31169" y="43050"/>
                  </a:cubicBezTo>
                  <a:cubicBezTo>
                    <a:pt x="24718" y="41770"/>
                    <a:pt x="18066" y="39641"/>
                    <a:pt x="11397" y="36720"/>
                  </a:cubicBezTo>
                  <a:cubicBezTo>
                    <a:pt x="7680" y="35093"/>
                    <a:pt x="3780" y="33224"/>
                    <a:pt x="405" y="30582"/>
                  </a:cubicBezTo>
                  <a:lnTo>
                    <a:pt x="405" y="21725"/>
                  </a:lnTo>
                  <a:cubicBezTo>
                    <a:pt x="5173" y="23118"/>
                    <a:pt x="10001" y="24631"/>
                    <a:pt x="14673" y="26094"/>
                  </a:cubicBezTo>
                  <a:cubicBezTo>
                    <a:pt x="18472" y="27283"/>
                    <a:pt x="22397" y="28512"/>
                    <a:pt x="26269" y="29670"/>
                  </a:cubicBezTo>
                  <a:cubicBezTo>
                    <a:pt x="42759" y="34607"/>
                    <a:pt x="58954" y="38982"/>
                    <a:pt x="74991" y="38982"/>
                  </a:cubicBezTo>
                  <a:cubicBezTo>
                    <a:pt x="78823" y="38982"/>
                    <a:pt x="82649" y="38732"/>
                    <a:pt x="86466" y="38179"/>
                  </a:cubicBezTo>
                  <a:cubicBezTo>
                    <a:pt x="95509" y="36872"/>
                    <a:pt x="104228" y="33938"/>
                    <a:pt x="112383" y="29455"/>
                  </a:cubicBezTo>
                  <a:cubicBezTo>
                    <a:pt x="116730" y="27066"/>
                    <a:pt x="120985" y="24195"/>
                    <a:pt x="125029" y="20922"/>
                  </a:cubicBezTo>
                  <a:cubicBezTo>
                    <a:pt x="126767" y="19511"/>
                    <a:pt x="128488" y="17994"/>
                    <a:pt x="130152" y="16524"/>
                  </a:cubicBezTo>
                  <a:cubicBezTo>
                    <a:pt x="131788" y="15078"/>
                    <a:pt x="133483" y="13582"/>
                    <a:pt x="135190" y="12196"/>
                  </a:cubicBezTo>
                  <a:cubicBezTo>
                    <a:pt x="137654" y="10200"/>
                    <a:pt x="140969" y="7788"/>
                    <a:pt x="144768" y="6873"/>
                  </a:cubicBezTo>
                  <a:cubicBezTo>
                    <a:pt x="145990" y="6580"/>
                    <a:pt x="147258" y="6432"/>
                    <a:pt x="148594" y="6432"/>
                  </a:cubicBezTo>
                  <a:cubicBezTo>
                    <a:pt x="151134" y="6432"/>
                    <a:pt x="153922" y="6966"/>
                    <a:pt x="157120" y="8052"/>
                  </a:cubicBezTo>
                  <a:cubicBezTo>
                    <a:pt x="165254" y="10813"/>
                    <a:pt x="174727" y="13878"/>
                    <a:pt x="184226" y="15304"/>
                  </a:cubicBezTo>
                  <a:cubicBezTo>
                    <a:pt x="187914" y="15858"/>
                    <a:pt x="191419" y="16136"/>
                    <a:pt x="194766" y="16136"/>
                  </a:cubicBezTo>
                  <a:cubicBezTo>
                    <a:pt x="200932" y="16136"/>
                    <a:pt x="206557" y="15192"/>
                    <a:pt x="211781" y="13295"/>
                  </a:cubicBezTo>
                  <a:cubicBezTo>
                    <a:pt x="216509" y="11579"/>
                    <a:pt x="220789" y="8892"/>
                    <a:pt x="224351" y="6492"/>
                  </a:cubicBezTo>
                  <a:cubicBezTo>
                    <a:pt x="224766" y="6212"/>
                    <a:pt x="225182" y="5928"/>
                    <a:pt x="225598" y="5645"/>
                  </a:cubicBezTo>
                  <a:cubicBezTo>
                    <a:pt x="228277" y="3826"/>
                    <a:pt x="231045" y="1944"/>
                    <a:pt x="233940" y="621"/>
                  </a:cubicBezTo>
                  <a:close/>
                  <a:moveTo>
                    <a:pt x="234344" y="1"/>
                  </a:moveTo>
                  <a:lnTo>
                    <a:pt x="234062" y="127"/>
                  </a:lnTo>
                  <a:cubicBezTo>
                    <a:pt x="231032" y="1470"/>
                    <a:pt x="228156" y="3423"/>
                    <a:pt x="225375" y="5313"/>
                  </a:cubicBezTo>
                  <a:cubicBezTo>
                    <a:pt x="224959" y="5595"/>
                    <a:pt x="224545" y="5878"/>
                    <a:pt x="224128" y="6158"/>
                  </a:cubicBezTo>
                  <a:cubicBezTo>
                    <a:pt x="220589" y="8544"/>
                    <a:pt x="216336" y="11214"/>
                    <a:pt x="211647" y="12916"/>
                  </a:cubicBezTo>
                  <a:cubicBezTo>
                    <a:pt x="206466" y="14796"/>
                    <a:pt x="200885" y="15732"/>
                    <a:pt x="194765" y="15732"/>
                  </a:cubicBezTo>
                  <a:cubicBezTo>
                    <a:pt x="191440" y="15732"/>
                    <a:pt x="187955" y="15456"/>
                    <a:pt x="184289" y="14905"/>
                  </a:cubicBezTo>
                  <a:cubicBezTo>
                    <a:pt x="174822" y="13485"/>
                    <a:pt x="165370" y="10424"/>
                    <a:pt x="157251" y="7671"/>
                  </a:cubicBezTo>
                  <a:cubicBezTo>
                    <a:pt x="154011" y="6571"/>
                    <a:pt x="151182" y="6028"/>
                    <a:pt x="148600" y="6028"/>
                  </a:cubicBezTo>
                  <a:cubicBezTo>
                    <a:pt x="147230" y="6028"/>
                    <a:pt x="145930" y="6181"/>
                    <a:pt x="144675" y="6483"/>
                  </a:cubicBezTo>
                  <a:cubicBezTo>
                    <a:pt x="140797" y="7416"/>
                    <a:pt x="137434" y="9860"/>
                    <a:pt x="134939" y="11886"/>
                  </a:cubicBezTo>
                  <a:cubicBezTo>
                    <a:pt x="133224" y="13277"/>
                    <a:pt x="131528" y="14775"/>
                    <a:pt x="129887" y="16224"/>
                  </a:cubicBezTo>
                  <a:cubicBezTo>
                    <a:pt x="128225" y="17690"/>
                    <a:pt x="126509" y="19207"/>
                    <a:pt x="124774" y="20610"/>
                  </a:cubicBezTo>
                  <a:cubicBezTo>
                    <a:pt x="120749" y="23869"/>
                    <a:pt x="116514" y="26727"/>
                    <a:pt x="112189" y="29105"/>
                  </a:cubicBezTo>
                  <a:cubicBezTo>
                    <a:pt x="104076" y="33564"/>
                    <a:pt x="95402" y="36484"/>
                    <a:pt x="86407" y="37785"/>
                  </a:cubicBezTo>
                  <a:cubicBezTo>
                    <a:pt x="82611" y="38334"/>
                    <a:pt x="78806" y="38583"/>
                    <a:pt x="74991" y="38583"/>
                  </a:cubicBezTo>
                  <a:cubicBezTo>
                    <a:pt x="59005" y="38583"/>
                    <a:pt x="42843" y="34216"/>
                    <a:pt x="26384" y="29289"/>
                  </a:cubicBezTo>
                  <a:cubicBezTo>
                    <a:pt x="22516" y="28130"/>
                    <a:pt x="18589" y="26901"/>
                    <a:pt x="14793" y="25711"/>
                  </a:cubicBezTo>
                  <a:cubicBezTo>
                    <a:pt x="10035" y="24222"/>
                    <a:pt x="5116" y="22681"/>
                    <a:pt x="257" y="21265"/>
                  </a:cubicBezTo>
                  <a:lnTo>
                    <a:pt x="0" y="21189"/>
                  </a:lnTo>
                  <a:lnTo>
                    <a:pt x="0" y="30778"/>
                  </a:lnTo>
                  <a:lnTo>
                    <a:pt x="77" y="30839"/>
                  </a:lnTo>
                  <a:cubicBezTo>
                    <a:pt x="3505" y="33541"/>
                    <a:pt x="7466" y="35440"/>
                    <a:pt x="11235" y="37090"/>
                  </a:cubicBezTo>
                  <a:cubicBezTo>
                    <a:pt x="17931" y="40022"/>
                    <a:pt x="24610" y="42161"/>
                    <a:pt x="31090" y="43447"/>
                  </a:cubicBezTo>
                  <a:cubicBezTo>
                    <a:pt x="37834" y="44786"/>
                    <a:pt x="44983" y="45437"/>
                    <a:pt x="53148" y="45437"/>
                  </a:cubicBezTo>
                  <a:cubicBezTo>
                    <a:pt x="55786" y="45437"/>
                    <a:pt x="58530" y="45369"/>
                    <a:pt x="61401" y="45235"/>
                  </a:cubicBezTo>
                  <a:cubicBezTo>
                    <a:pt x="72756" y="44700"/>
                    <a:pt x="82917" y="43644"/>
                    <a:pt x="92467" y="42007"/>
                  </a:cubicBezTo>
                  <a:cubicBezTo>
                    <a:pt x="102913" y="40214"/>
                    <a:pt x="112861" y="36296"/>
                    <a:pt x="122978" y="32095"/>
                  </a:cubicBezTo>
                  <a:cubicBezTo>
                    <a:pt x="132181" y="28274"/>
                    <a:pt x="142153" y="24722"/>
                    <a:pt x="152725" y="24602"/>
                  </a:cubicBezTo>
                  <a:cubicBezTo>
                    <a:pt x="152952" y="24600"/>
                    <a:pt x="153179" y="24598"/>
                    <a:pt x="153407" y="24598"/>
                  </a:cubicBezTo>
                  <a:cubicBezTo>
                    <a:pt x="162694" y="24598"/>
                    <a:pt x="172541" y="26730"/>
                    <a:pt x="182679" y="30945"/>
                  </a:cubicBezTo>
                  <a:cubicBezTo>
                    <a:pt x="185447" y="32095"/>
                    <a:pt x="188234" y="33381"/>
                    <a:pt x="190930" y="34624"/>
                  </a:cubicBezTo>
                  <a:cubicBezTo>
                    <a:pt x="193152" y="35649"/>
                    <a:pt x="195448" y="36707"/>
                    <a:pt x="197726" y="37686"/>
                  </a:cubicBezTo>
                  <a:cubicBezTo>
                    <a:pt x="202837" y="39885"/>
                    <a:pt x="207942" y="41928"/>
                    <a:pt x="212901" y="43763"/>
                  </a:cubicBezTo>
                  <a:cubicBezTo>
                    <a:pt x="220729" y="46656"/>
                    <a:pt x="227658" y="48955"/>
                    <a:pt x="234085" y="50788"/>
                  </a:cubicBezTo>
                  <a:lnTo>
                    <a:pt x="234341" y="50863"/>
                  </a:lnTo>
                  <a:lnTo>
                    <a:pt x="234344" y="50863"/>
                  </a:lnTo>
                  <a:lnTo>
                    <a:pt x="234344" y="34896"/>
                  </a:lnTo>
                  <a:lnTo>
                    <a:pt x="234204" y="34850"/>
                  </a:lnTo>
                  <a:cubicBezTo>
                    <a:pt x="233582" y="34654"/>
                    <a:pt x="232962" y="34481"/>
                    <a:pt x="232362" y="34340"/>
                  </a:cubicBezTo>
                  <a:cubicBezTo>
                    <a:pt x="229433" y="33647"/>
                    <a:pt x="226488" y="33352"/>
                    <a:pt x="223721" y="33110"/>
                  </a:cubicBezTo>
                  <a:cubicBezTo>
                    <a:pt x="220148" y="32797"/>
                    <a:pt x="216338" y="32457"/>
                    <a:pt x="212486" y="32074"/>
                  </a:cubicBezTo>
                  <a:cubicBezTo>
                    <a:pt x="207542" y="31581"/>
                    <a:pt x="203553" y="31128"/>
                    <a:pt x="199935" y="30653"/>
                  </a:cubicBezTo>
                  <a:lnTo>
                    <a:pt x="198416" y="30455"/>
                  </a:lnTo>
                  <a:cubicBezTo>
                    <a:pt x="194968" y="30009"/>
                    <a:pt x="191400" y="29547"/>
                    <a:pt x="187960" y="28753"/>
                  </a:cubicBezTo>
                  <a:cubicBezTo>
                    <a:pt x="187298" y="28602"/>
                    <a:pt x="186634" y="28454"/>
                    <a:pt x="185969" y="28310"/>
                  </a:cubicBezTo>
                  <a:cubicBezTo>
                    <a:pt x="183145" y="27690"/>
                    <a:pt x="180223" y="27051"/>
                    <a:pt x="177494" y="25795"/>
                  </a:cubicBezTo>
                  <a:cubicBezTo>
                    <a:pt x="176009" y="25111"/>
                    <a:pt x="174350" y="24245"/>
                    <a:pt x="173437" y="22596"/>
                  </a:cubicBezTo>
                  <a:cubicBezTo>
                    <a:pt x="172829" y="21493"/>
                    <a:pt x="172693" y="19876"/>
                    <a:pt x="173617" y="18921"/>
                  </a:cubicBezTo>
                  <a:cubicBezTo>
                    <a:pt x="174717" y="17783"/>
                    <a:pt x="176574" y="17760"/>
                    <a:pt x="177801" y="17745"/>
                  </a:cubicBezTo>
                  <a:cubicBezTo>
                    <a:pt x="177883" y="17744"/>
                    <a:pt x="177965" y="17744"/>
                    <a:pt x="178047" y="17744"/>
                  </a:cubicBezTo>
                  <a:cubicBezTo>
                    <a:pt x="180223" y="17744"/>
                    <a:pt x="182367" y="18103"/>
                    <a:pt x="184375" y="18494"/>
                  </a:cubicBezTo>
                  <a:cubicBezTo>
                    <a:pt x="186221" y="18853"/>
                    <a:pt x="188043" y="19296"/>
                    <a:pt x="190212" y="19850"/>
                  </a:cubicBezTo>
                  <a:cubicBezTo>
                    <a:pt x="192283" y="20380"/>
                    <a:pt x="194415" y="20683"/>
                    <a:pt x="196477" y="20976"/>
                  </a:cubicBezTo>
                  <a:lnTo>
                    <a:pt x="196594" y="20993"/>
                  </a:lnTo>
                  <a:cubicBezTo>
                    <a:pt x="201071" y="21630"/>
                    <a:pt x="204978" y="21943"/>
                    <a:pt x="208576" y="21943"/>
                  </a:cubicBezTo>
                  <a:cubicBezTo>
                    <a:pt x="210156" y="21943"/>
                    <a:pt x="211676" y="21883"/>
                    <a:pt x="213159" y="21763"/>
                  </a:cubicBezTo>
                  <a:cubicBezTo>
                    <a:pt x="219481" y="21255"/>
                    <a:pt x="224648" y="19666"/>
                    <a:pt x="228956" y="16905"/>
                  </a:cubicBezTo>
                  <a:cubicBezTo>
                    <a:pt x="230892" y="15665"/>
                    <a:pt x="232689" y="14110"/>
                    <a:pt x="234294" y="12287"/>
                  </a:cubicBezTo>
                  <a:lnTo>
                    <a:pt x="234344" y="12230"/>
                  </a:lnTo>
                  <a:lnTo>
                    <a:pt x="23434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17"/>
            <p:cNvSpPr/>
            <p:nvPr/>
          </p:nvSpPr>
          <p:spPr>
            <a:xfrm>
              <a:off x="-97264" y="1162055"/>
              <a:ext cx="5171942" cy="1031731"/>
            </a:xfrm>
            <a:custGeom>
              <a:rect b="b" l="l" r="r" t="t"/>
              <a:pathLst>
                <a:path extrusionOk="0" h="25782" w="129242">
                  <a:moveTo>
                    <a:pt x="125667" y="404"/>
                  </a:moveTo>
                  <a:cubicBezTo>
                    <a:pt x="125949" y="404"/>
                    <a:pt x="126232" y="415"/>
                    <a:pt x="126514" y="437"/>
                  </a:cubicBezTo>
                  <a:cubicBezTo>
                    <a:pt x="127419" y="510"/>
                    <a:pt x="128375" y="690"/>
                    <a:pt x="128733" y="1442"/>
                  </a:cubicBezTo>
                  <a:cubicBezTo>
                    <a:pt x="127667" y="1898"/>
                    <a:pt x="126604" y="2366"/>
                    <a:pt x="125540" y="2833"/>
                  </a:cubicBezTo>
                  <a:cubicBezTo>
                    <a:pt x="121951" y="4414"/>
                    <a:pt x="118237" y="6047"/>
                    <a:pt x="114473" y="7141"/>
                  </a:cubicBezTo>
                  <a:cubicBezTo>
                    <a:pt x="113881" y="7314"/>
                    <a:pt x="113286" y="7483"/>
                    <a:pt x="112693" y="7649"/>
                  </a:cubicBezTo>
                  <a:cubicBezTo>
                    <a:pt x="110914" y="8149"/>
                    <a:pt x="109073" y="8666"/>
                    <a:pt x="107278" y="9330"/>
                  </a:cubicBezTo>
                  <a:cubicBezTo>
                    <a:pt x="105183" y="10108"/>
                    <a:pt x="102936" y="11055"/>
                    <a:pt x="100411" y="12228"/>
                  </a:cubicBezTo>
                  <a:cubicBezTo>
                    <a:pt x="97928" y="13381"/>
                    <a:pt x="95424" y="14634"/>
                    <a:pt x="93002" y="15844"/>
                  </a:cubicBezTo>
                  <a:cubicBezTo>
                    <a:pt x="86663" y="19013"/>
                    <a:pt x="80109" y="22288"/>
                    <a:pt x="73322" y="24097"/>
                  </a:cubicBezTo>
                  <a:cubicBezTo>
                    <a:pt x="70106" y="24955"/>
                    <a:pt x="66829" y="25381"/>
                    <a:pt x="63411" y="25381"/>
                  </a:cubicBezTo>
                  <a:cubicBezTo>
                    <a:pt x="61691" y="25381"/>
                    <a:pt x="59935" y="25273"/>
                    <a:pt x="58132" y="25057"/>
                  </a:cubicBezTo>
                  <a:cubicBezTo>
                    <a:pt x="54870" y="24667"/>
                    <a:pt x="51578" y="24000"/>
                    <a:pt x="48394" y="23351"/>
                  </a:cubicBezTo>
                  <a:cubicBezTo>
                    <a:pt x="46720" y="23010"/>
                    <a:pt x="44988" y="22658"/>
                    <a:pt x="43281" y="22351"/>
                  </a:cubicBezTo>
                  <a:cubicBezTo>
                    <a:pt x="38827" y="21551"/>
                    <a:pt x="34306" y="21314"/>
                    <a:pt x="29931" y="21085"/>
                  </a:cubicBezTo>
                  <a:lnTo>
                    <a:pt x="28914" y="21031"/>
                  </a:lnTo>
                  <a:cubicBezTo>
                    <a:pt x="25978" y="20874"/>
                    <a:pt x="23609" y="20501"/>
                    <a:pt x="21462" y="19855"/>
                  </a:cubicBezTo>
                  <a:cubicBezTo>
                    <a:pt x="19489" y="19259"/>
                    <a:pt x="17512" y="18432"/>
                    <a:pt x="15599" y="17635"/>
                  </a:cubicBezTo>
                  <a:cubicBezTo>
                    <a:pt x="15171" y="17457"/>
                    <a:pt x="14747" y="17279"/>
                    <a:pt x="14321" y="17105"/>
                  </a:cubicBezTo>
                  <a:cubicBezTo>
                    <a:pt x="12341" y="16286"/>
                    <a:pt x="10328" y="15433"/>
                    <a:pt x="8383" y="14606"/>
                  </a:cubicBezTo>
                  <a:cubicBezTo>
                    <a:pt x="5772" y="13497"/>
                    <a:pt x="3075" y="12349"/>
                    <a:pt x="404" y="11276"/>
                  </a:cubicBezTo>
                  <a:lnTo>
                    <a:pt x="403" y="11276"/>
                  </a:lnTo>
                  <a:lnTo>
                    <a:pt x="403" y="5584"/>
                  </a:lnTo>
                  <a:cubicBezTo>
                    <a:pt x="967" y="5874"/>
                    <a:pt x="1566" y="6170"/>
                    <a:pt x="2220" y="6484"/>
                  </a:cubicBezTo>
                  <a:cubicBezTo>
                    <a:pt x="2905" y="6811"/>
                    <a:pt x="3592" y="7131"/>
                    <a:pt x="4281" y="7450"/>
                  </a:cubicBezTo>
                  <a:cubicBezTo>
                    <a:pt x="6227" y="8357"/>
                    <a:pt x="8240" y="9293"/>
                    <a:pt x="10153" y="10412"/>
                  </a:cubicBezTo>
                  <a:cubicBezTo>
                    <a:pt x="12434" y="11746"/>
                    <a:pt x="14871" y="13148"/>
                    <a:pt x="17395" y="14337"/>
                  </a:cubicBezTo>
                  <a:cubicBezTo>
                    <a:pt x="25707" y="18255"/>
                    <a:pt x="35202" y="20169"/>
                    <a:pt x="46355" y="20169"/>
                  </a:cubicBezTo>
                  <a:cubicBezTo>
                    <a:pt x="47079" y="20169"/>
                    <a:pt x="47811" y="20161"/>
                    <a:pt x="48549" y="20145"/>
                  </a:cubicBezTo>
                  <a:cubicBezTo>
                    <a:pt x="59131" y="19914"/>
                    <a:pt x="70411" y="17805"/>
                    <a:pt x="84049" y="13504"/>
                  </a:cubicBezTo>
                  <a:cubicBezTo>
                    <a:pt x="89815" y="11685"/>
                    <a:pt x="95612" y="9562"/>
                    <a:pt x="101217" y="7507"/>
                  </a:cubicBezTo>
                  <a:cubicBezTo>
                    <a:pt x="104315" y="6374"/>
                    <a:pt x="107517" y="5200"/>
                    <a:pt x="110679" y="4091"/>
                  </a:cubicBezTo>
                  <a:cubicBezTo>
                    <a:pt x="114143" y="2876"/>
                    <a:pt x="117874" y="1648"/>
                    <a:pt x="121675" y="895"/>
                  </a:cubicBezTo>
                  <a:cubicBezTo>
                    <a:pt x="122896" y="652"/>
                    <a:pt x="124279" y="404"/>
                    <a:pt x="125667" y="404"/>
                  </a:cubicBezTo>
                  <a:close/>
                  <a:moveTo>
                    <a:pt x="125672" y="1"/>
                  </a:moveTo>
                  <a:cubicBezTo>
                    <a:pt x="124248" y="1"/>
                    <a:pt x="122839" y="252"/>
                    <a:pt x="121598" y="497"/>
                  </a:cubicBezTo>
                  <a:cubicBezTo>
                    <a:pt x="117773" y="1256"/>
                    <a:pt x="114025" y="2491"/>
                    <a:pt x="110546" y="3711"/>
                  </a:cubicBezTo>
                  <a:cubicBezTo>
                    <a:pt x="107384" y="4820"/>
                    <a:pt x="104179" y="5993"/>
                    <a:pt x="101080" y="7129"/>
                  </a:cubicBezTo>
                  <a:cubicBezTo>
                    <a:pt x="95477" y="9180"/>
                    <a:pt x="89685" y="11305"/>
                    <a:pt x="83929" y="13120"/>
                  </a:cubicBezTo>
                  <a:cubicBezTo>
                    <a:pt x="70328" y="17407"/>
                    <a:pt x="59084" y="19512"/>
                    <a:pt x="48540" y="19742"/>
                  </a:cubicBezTo>
                  <a:cubicBezTo>
                    <a:pt x="47811" y="19758"/>
                    <a:pt x="47089" y="19766"/>
                    <a:pt x="46374" y="19766"/>
                  </a:cubicBezTo>
                  <a:cubicBezTo>
                    <a:pt x="35268" y="19766"/>
                    <a:pt x="25827" y="17865"/>
                    <a:pt x="17567" y="13971"/>
                  </a:cubicBezTo>
                  <a:cubicBezTo>
                    <a:pt x="15057" y="12788"/>
                    <a:pt x="12628" y="11391"/>
                    <a:pt x="10355" y="10062"/>
                  </a:cubicBezTo>
                  <a:cubicBezTo>
                    <a:pt x="8426" y="8935"/>
                    <a:pt x="6404" y="7993"/>
                    <a:pt x="4448" y="7084"/>
                  </a:cubicBezTo>
                  <a:cubicBezTo>
                    <a:pt x="3762" y="6767"/>
                    <a:pt x="3076" y="6447"/>
                    <a:pt x="2395" y="6120"/>
                  </a:cubicBezTo>
                  <a:cubicBezTo>
                    <a:pt x="1626" y="5754"/>
                    <a:pt x="940" y="5411"/>
                    <a:pt x="294" y="5075"/>
                  </a:cubicBezTo>
                  <a:lnTo>
                    <a:pt x="0" y="4921"/>
                  </a:lnTo>
                  <a:lnTo>
                    <a:pt x="0" y="11545"/>
                  </a:lnTo>
                  <a:lnTo>
                    <a:pt x="126" y="11595"/>
                  </a:lnTo>
                  <a:cubicBezTo>
                    <a:pt x="2833" y="12684"/>
                    <a:pt x="5574" y="13848"/>
                    <a:pt x="8224" y="14973"/>
                  </a:cubicBezTo>
                  <a:cubicBezTo>
                    <a:pt x="10170" y="15801"/>
                    <a:pt x="12184" y="16656"/>
                    <a:pt x="14167" y="17473"/>
                  </a:cubicBezTo>
                  <a:cubicBezTo>
                    <a:pt x="14591" y="17649"/>
                    <a:pt x="15016" y="17828"/>
                    <a:pt x="15441" y="18003"/>
                  </a:cubicBezTo>
                  <a:cubicBezTo>
                    <a:pt x="17363" y="18808"/>
                    <a:pt x="19349" y="19638"/>
                    <a:pt x="21344" y="20238"/>
                  </a:cubicBezTo>
                  <a:cubicBezTo>
                    <a:pt x="23523" y="20895"/>
                    <a:pt x="25922" y="21274"/>
                    <a:pt x="28892" y="21431"/>
                  </a:cubicBezTo>
                  <a:lnTo>
                    <a:pt x="29910" y="21485"/>
                  </a:lnTo>
                  <a:cubicBezTo>
                    <a:pt x="34272" y="21714"/>
                    <a:pt x="38783" y="21950"/>
                    <a:pt x="43209" y="22746"/>
                  </a:cubicBezTo>
                  <a:cubicBezTo>
                    <a:pt x="44912" y="23053"/>
                    <a:pt x="46641" y="23406"/>
                    <a:pt x="48313" y="23744"/>
                  </a:cubicBezTo>
                  <a:cubicBezTo>
                    <a:pt x="51505" y="24393"/>
                    <a:pt x="54806" y="25065"/>
                    <a:pt x="58085" y="25456"/>
                  </a:cubicBezTo>
                  <a:cubicBezTo>
                    <a:pt x="59905" y="25673"/>
                    <a:pt x="61677" y="25782"/>
                    <a:pt x="63414" y="25782"/>
                  </a:cubicBezTo>
                  <a:cubicBezTo>
                    <a:pt x="66866" y="25782"/>
                    <a:pt x="70177" y="25352"/>
                    <a:pt x="73425" y="24486"/>
                  </a:cubicBezTo>
                  <a:cubicBezTo>
                    <a:pt x="80253" y="22666"/>
                    <a:pt x="86826" y="19379"/>
                    <a:pt x="93183" y="16202"/>
                  </a:cubicBezTo>
                  <a:cubicBezTo>
                    <a:pt x="95603" y="14991"/>
                    <a:pt x="98105" y="13741"/>
                    <a:pt x="100582" y="12591"/>
                  </a:cubicBezTo>
                  <a:cubicBezTo>
                    <a:pt x="103097" y="11422"/>
                    <a:pt x="105333" y="10479"/>
                    <a:pt x="107419" y="9706"/>
                  </a:cubicBezTo>
                  <a:cubicBezTo>
                    <a:pt x="109198" y="9046"/>
                    <a:pt x="111031" y="8532"/>
                    <a:pt x="112803" y="8033"/>
                  </a:cubicBezTo>
                  <a:cubicBezTo>
                    <a:pt x="113399" y="7867"/>
                    <a:pt x="113993" y="7699"/>
                    <a:pt x="114588" y="7526"/>
                  </a:cubicBezTo>
                  <a:cubicBezTo>
                    <a:pt x="118376" y="6424"/>
                    <a:pt x="122102" y="4784"/>
                    <a:pt x="125704" y="3199"/>
                  </a:cubicBezTo>
                  <a:cubicBezTo>
                    <a:pt x="126826" y="2705"/>
                    <a:pt x="127947" y="2212"/>
                    <a:pt x="129073" y="1733"/>
                  </a:cubicBezTo>
                  <a:lnTo>
                    <a:pt x="129242" y="1662"/>
                  </a:lnTo>
                  <a:lnTo>
                    <a:pt x="129185" y="1488"/>
                  </a:lnTo>
                  <a:cubicBezTo>
                    <a:pt x="128775" y="216"/>
                    <a:pt x="127216" y="89"/>
                    <a:pt x="126549" y="34"/>
                  </a:cubicBezTo>
                  <a:cubicBezTo>
                    <a:pt x="126257" y="11"/>
                    <a:pt x="125964" y="1"/>
                    <a:pt x="1256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17"/>
            <p:cNvSpPr/>
            <p:nvPr/>
          </p:nvSpPr>
          <p:spPr>
            <a:xfrm>
              <a:off x="-97184" y="1487081"/>
              <a:ext cx="9378021" cy="2233737"/>
            </a:xfrm>
            <a:custGeom>
              <a:rect b="b" l="l" r="r" t="t"/>
              <a:pathLst>
                <a:path extrusionOk="0" h="55819" w="234348">
                  <a:moveTo>
                    <a:pt x="144981" y="403"/>
                  </a:moveTo>
                  <a:cubicBezTo>
                    <a:pt x="150962" y="403"/>
                    <a:pt x="156924" y="882"/>
                    <a:pt x="162787" y="1836"/>
                  </a:cubicBezTo>
                  <a:cubicBezTo>
                    <a:pt x="170740" y="3127"/>
                    <a:pt x="179016" y="5583"/>
                    <a:pt x="189615" y="9797"/>
                  </a:cubicBezTo>
                  <a:cubicBezTo>
                    <a:pt x="198427" y="13299"/>
                    <a:pt x="207411" y="17431"/>
                    <a:pt x="216323" y="22082"/>
                  </a:cubicBezTo>
                  <a:lnTo>
                    <a:pt x="218254" y="23088"/>
                  </a:lnTo>
                  <a:cubicBezTo>
                    <a:pt x="223483" y="25804"/>
                    <a:pt x="228885" y="28612"/>
                    <a:pt x="233942" y="32005"/>
                  </a:cubicBezTo>
                  <a:lnTo>
                    <a:pt x="233942" y="40242"/>
                  </a:lnTo>
                  <a:cubicBezTo>
                    <a:pt x="230357" y="38005"/>
                    <a:pt x="227378" y="36353"/>
                    <a:pt x="224590" y="35054"/>
                  </a:cubicBezTo>
                  <a:cubicBezTo>
                    <a:pt x="215470" y="30808"/>
                    <a:pt x="205746" y="28155"/>
                    <a:pt x="196343" y="25590"/>
                  </a:cubicBezTo>
                  <a:cubicBezTo>
                    <a:pt x="195383" y="25330"/>
                    <a:pt x="194423" y="25067"/>
                    <a:pt x="193466" y="24804"/>
                  </a:cubicBezTo>
                  <a:cubicBezTo>
                    <a:pt x="172307" y="18995"/>
                    <a:pt x="155262" y="16255"/>
                    <a:pt x="139723" y="16255"/>
                  </a:cubicBezTo>
                  <a:cubicBezTo>
                    <a:pt x="136241" y="16255"/>
                    <a:pt x="132834" y="16392"/>
                    <a:pt x="129473" y="16664"/>
                  </a:cubicBezTo>
                  <a:cubicBezTo>
                    <a:pt x="117659" y="17617"/>
                    <a:pt x="108992" y="19950"/>
                    <a:pt x="101363" y="24225"/>
                  </a:cubicBezTo>
                  <a:cubicBezTo>
                    <a:pt x="95848" y="27316"/>
                    <a:pt x="90586" y="31262"/>
                    <a:pt x="85495" y="35080"/>
                  </a:cubicBezTo>
                  <a:cubicBezTo>
                    <a:pt x="82539" y="37296"/>
                    <a:pt x="79484" y="39588"/>
                    <a:pt x="76413" y="41684"/>
                  </a:cubicBezTo>
                  <a:cubicBezTo>
                    <a:pt x="71394" y="45113"/>
                    <a:pt x="67146" y="47471"/>
                    <a:pt x="63039" y="49108"/>
                  </a:cubicBezTo>
                  <a:cubicBezTo>
                    <a:pt x="58787" y="50804"/>
                    <a:pt x="54022" y="52109"/>
                    <a:pt x="48045" y="53216"/>
                  </a:cubicBezTo>
                  <a:cubicBezTo>
                    <a:pt x="40031" y="54703"/>
                    <a:pt x="31384" y="55416"/>
                    <a:pt x="21189" y="55416"/>
                  </a:cubicBezTo>
                  <a:cubicBezTo>
                    <a:pt x="19290" y="55416"/>
                    <a:pt x="17337" y="55391"/>
                    <a:pt x="15325" y="55342"/>
                  </a:cubicBezTo>
                  <a:cubicBezTo>
                    <a:pt x="9761" y="55207"/>
                    <a:pt x="4879" y="54966"/>
                    <a:pt x="402" y="54612"/>
                  </a:cubicBezTo>
                  <a:lnTo>
                    <a:pt x="407" y="54612"/>
                  </a:lnTo>
                  <a:lnTo>
                    <a:pt x="407" y="49284"/>
                  </a:lnTo>
                  <a:cubicBezTo>
                    <a:pt x="817" y="49421"/>
                    <a:pt x="1230" y="49561"/>
                    <a:pt x="1643" y="49700"/>
                  </a:cubicBezTo>
                  <a:cubicBezTo>
                    <a:pt x="4359" y="50619"/>
                    <a:pt x="7168" y="51566"/>
                    <a:pt x="9980" y="52235"/>
                  </a:cubicBezTo>
                  <a:cubicBezTo>
                    <a:pt x="12206" y="52763"/>
                    <a:pt x="14788" y="53377"/>
                    <a:pt x="17344" y="53377"/>
                  </a:cubicBezTo>
                  <a:cubicBezTo>
                    <a:pt x="18683" y="53377"/>
                    <a:pt x="20014" y="53208"/>
                    <a:pt x="21283" y="52772"/>
                  </a:cubicBezTo>
                  <a:cubicBezTo>
                    <a:pt x="22931" y="52205"/>
                    <a:pt x="23878" y="51164"/>
                    <a:pt x="24025" y="49761"/>
                  </a:cubicBezTo>
                  <a:cubicBezTo>
                    <a:pt x="24231" y="47784"/>
                    <a:pt x="23055" y="45926"/>
                    <a:pt x="21802" y="44960"/>
                  </a:cubicBezTo>
                  <a:cubicBezTo>
                    <a:pt x="20124" y="43670"/>
                    <a:pt x="18067" y="43236"/>
                    <a:pt x="16094" y="42961"/>
                  </a:cubicBezTo>
                  <a:cubicBezTo>
                    <a:pt x="13968" y="42663"/>
                    <a:pt x="11797" y="42629"/>
                    <a:pt x="9701" y="42596"/>
                  </a:cubicBezTo>
                  <a:lnTo>
                    <a:pt x="9254" y="42589"/>
                  </a:lnTo>
                  <a:cubicBezTo>
                    <a:pt x="6994" y="42550"/>
                    <a:pt x="4310" y="42346"/>
                    <a:pt x="1553" y="41105"/>
                  </a:cubicBezTo>
                  <a:cubicBezTo>
                    <a:pt x="1170" y="40933"/>
                    <a:pt x="784" y="40741"/>
                    <a:pt x="402" y="40534"/>
                  </a:cubicBezTo>
                  <a:lnTo>
                    <a:pt x="402" y="31531"/>
                  </a:lnTo>
                  <a:cubicBezTo>
                    <a:pt x="6844" y="32915"/>
                    <a:pt x="13326" y="34726"/>
                    <a:pt x="19599" y="36477"/>
                  </a:cubicBezTo>
                  <a:cubicBezTo>
                    <a:pt x="22674" y="37335"/>
                    <a:pt x="25850" y="38224"/>
                    <a:pt x="28985" y="39049"/>
                  </a:cubicBezTo>
                  <a:cubicBezTo>
                    <a:pt x="36397" y="41005"/>
                    <a:pt x="46195" y="43249"/>
                    <a:pt x="56268" y="43249"/>
                  </a:cubicBezTo>
                  <a:lnTo>
                    <a:pt x="56298" y="43249"/>
                  </a:lnTo>
                  <a:cubicBezTo>
                    <a:pt x="60549" y="43247"/>
                    <a:pt x="65413" y="43043"/>
                    <a:pt x="69372" y="40633"/>
                  </a:cubicBezTo>
                  <a:cubicBezTo>
                    <a:pt x="71055" y="39609"/>
                    <a:pt x="72214" y="38269"/>
                    <a:pt x="72821" y="36652"/>
                  </a:cubicBezTo>
                  <a:cubicBezTo>
                    <a:pt x="73454" y="34967"/>
                    <a:pt x="73654" y="32595"/>
                    <a:pt x="72675" y="31095"/>
                  </a:cubicBezTo>
                  <a:cubicBezTo>
                    <a:pt x="71475" y="29255"/>
                    <a:pt x="69235" y="29002"/>
                    <a:pt x="67193" y="29002"/>
                  </a:cubicBezTo>
                  <a:lnTo>
                    <a:pt x="67163" y="29002"/>
                  </a:lnTo>
                  <a:cubicBezTo>
                    <a:pt x="64338" y="29005"/>
                    <a:pt x="61485" y="29632"/>
                    <a:pt x="59033" y="30219"/>
                  </a:cubicBezTo>
                  <a:cubicBezTo>
                    <a:pt x="58197" y="30419"/>
                    <a:pt x="57351" y="30648"/>
                    <a:pt x="56532" y="30868"/>
                  </a:cubicBezTo>
                  <a:cubicBezTo>
                    <a:pt x="55224" y="31222"/>
                    <a:pt x="53869" y="31587"/>
                    <a:pt x="52529" y="31845"/>
                  </a:cubicBezTo>
                  <a:cubicBezTo>
                    <a:pt x="48490" y="32626"/>
                    <a:pt x="44235" y="33024"/>
                    <a:pt x="39894" y="33024"/>
                  </a:cubicBezTo>
                  <a:cubicBezTo>
                    <a:pt x="39863" y="33024"/>
                    <a:pt x="39832" y="33024"/>
                    <a:pt x="39801" y="33024"/>
                  </a:cubicBezTo>
                  <a:cubicBezTo>
                    <a:pt x="26833" y="33011"/>
                    <a:pt x="13576" y="29869"/>
                    <a:pt x="402" y="23687"/>
                  </a:cubicBezTo>
                  <a:lnTo>
                    <a:pt x="402" y="6011"/>
                  </a:lnTo>
                  <a:cubicBezTo>
                    <a:pt x="1635" y="6344"/>
                    <a:pt x="2827" y="6712"/>
                    <a:pt x="3952" y="7104"/>
                  </a:cubicBezTo>
                  <a:cubicBezTo>
                    <a:pt x="7474" y="8330"/>
                    <a:pt x="10930" y="10023"/>
                    <a:pt x="14269" y="11659"/>
                  </a:cubicBezTo>
                  <a:cubicBezTo>
                    <a:pt x="15159" y="12095"/>
                    <a:pt x="16051" y="12530"/>
                    <a:pt x="16944" y="12959"/>
                  </a:cubicBezTo>
                  <a:cubicBezTo>
                    <a:pt x="21849" y="15315"/>
                    <a:pt x="26184" y="17153"/>
                    <a:pt x="30193" y="18579"/>
                  </a:cubicBezTo>
                  <a:cubicBezTo>
                    <a:pt x="37329" y="21116"/>
                    <a:pt x="44835" y="22386"/>
                    <a:pt x="52799" y="22386"/>
                  </a:cubicBezTo>
                  <a:cubicBezTo>
                    <a:pt x="62775" y="22386"/>
                    <a:pt x="73472" y="20393"/>
                    <a:pt x="85065" y="16400"/>
                  </a:cubicBezTo>
                  <a:cubicBezTo>
                    <a:pt x="89374" y="14915"/>
                    <a:pt x="93852" y="13162"/>
                    <a:pt x="98753" y="11037"/>
                  </a:cubicBezTo>
                  <a:cubicBezTo>
                    <a:pt x="99763" y="10600"/>
                    <a:pt x="100773" y="10151"/>
                    <a:pt x="101781" y="9706"/>
                  </a:cubicBezTo>
                  <a:cubicBezTo>
                    <a:pt x="104805" y="8364"/>
                    <a:pt x="107933" y="6975"/>
                    <a:pt x="111082" y="5882"/>
                  </a:cubicBezTo>
                  <a:cubicBezTo>
                    <a:pt x="119135" y="3086"/>
                    <a:pt x="127851" y="1338"/>
                    <a:pt x="136984" y="688"/>
                  </a:cubicBezTo>
                  <a:cubicBezTo>
                    <a:pt x="139649" y="498"/>
                    <a:pt x="142317" y="403"/>
                    <a:pt x="144981" y="403"/>
                  </a:cubicBezTo>
                  <a:close/>
                  <a:moveTo>
                    <a:pt x="144959" y="1"/>
                  </a:moveTo>
                  <a:cubicBezTo>
                    <a:pt x="142293" y="1"/>
                    <a:pt x="139623" y="96"/>
                    <a:pt x="136956" y="285"/>
                  </a:cubicBezTo>
                  <a:cubicBezTo>
                    <a:pt x="127785" y="938"/>
                    <a:pt x="119037" y="2693"/>
                    <a:pt x="110949" y="5501"/>
                  </a:cubicBezTo>
                  <a:cubicBezTo>
                    <a:pt x="107786" y="6599"/>
                    <a:pt x="104650" y="7991"/>
                    <a:pt x="101618" y="9337"/>
                  </a:cubicBezTo>
                  <a:cubicBezTo>
                    <a:pt x="100610" y="9784"/>
                    <a:pt x="99605" y="10230"/>
                    <a:pt x="98594" y="10669"/>
                  </a:cubicBezTo>
                  <a:cubicBezTo>
                    <a:pt x="93702" y="12788"/>
                    <a:pt x="89236" y="14538"/>
                    <a:pt x="84935" y="16020"/>
                  </a:cubicBezTo>
                  <a:cubicBezTo>
                    <a:pt x="73384" y="19997"/>
                    <a:pt x="62731" y="21983"/>
                    <a:pt x="52798" y="21983"/>
                  </a:cubicBezTo>
                  <a:cubicBezTo>
                    <a:pt x="44880" y="21983"/>
                    <a:pt x="37420" y="20721"/>
                    <a:pt x="30329" y="18200"/>
                  </a:cubicBezTo>
                  <a:cubicBezTo>
                    <a:pt x="26334" y="16780"/>
                    <a:pt x="22012" y="14948"/>
                    <a:pt x="17118" y="12599"/>
                  </a:cubicBezTo>
                  <a:cubicBezTo>
                    <a:pt x="16225" y="12172"/>
                    <a:pt x="15335" y="11736"/>
                    <a:pt x="14448" y="11300"/>
                  </a:cubicBezTo>
                  <a:cubicBezTo>
                    <a:pt x="11097" y="9658"/>
                    <a:pt x="7631" y="7961"/>
                    <a:pt x="4086" y="6726"/>
                  </a:cubicBezTo>
                  <a:cubicBezTo>
                    <a:pt x="2874" y="6305"/>
                    <a:pt x="1587" y="5911"/>
                    <a:pt x="257" y="5556"/>
                  </a:cubicBezTo>
                  <a:lnTo>
                    <a:pt x="2" y="5489"/>
                  </a:lnTo>
                  <a:lnTo>
                    <a:pt x="2" y="23947"/>
                  </a:lnTo>
                  <a:lnTo>
                    <a:pt x="118" y="24001"/>
                  </a:lnTo>
                  <a:cubicBezTo>
                    <a:pt x="13383" y="30245"/>
                    <a:pt x="26736" y="33418"/>
                    <a:pt x="39802" y="33430"/>
                  </a:cubicBezTo>
                  <a:cubicBezTo>
                    <a:pt x="39862" y="33430"/>
                    <a:pt x="39922" y="33430"/>
                    <a:pt x="39983" y="33430"/>
                  </a:cubicBezTo>
                  <a:cubicBezTo>
                    <a:pt x="44319" y="33430"/>
                    <a:pt x="48571" y="33023"/>
                    <a:pt x="52607" y="32244"/>
                  </a:cubicBezTo>
                  <a:cubicBezTo>
                    <a:pt x="53961" y="31982"/>
                    <a:pt x="55324" y="31615"/>
                    <a:pt x="56640" y="31261"/>
                  </a:cubicBezTo>
                  <a:cubicBezTo>
                    <a:pt x="57454" y="31041"/>
                    <a:pt x="58297" y="30815"/>
                    <a:pt x="59127" y="30616"/>
                  </a:cubicBezTo>
                  <a:cubicBezTo>
                    <a:pt x="61559" y="30033"/>
                    <a:pt x="64382" y="29412"/>
                    <a:pt x="67164" y="29409"/>
                  </a:cubicBezTo>
                  <a:cubicBezTo>
                    <a:pt x="67187" y="29409"/>
                    <a:pt x="67210" y="29409"/>
                    <a:pt x="67233" y="29409"/>
                  </a:cubicBezTo>
                  <a:cubicBezTo>
                    <a:pt x="69147" y="29409"/>
                    <a:pt x="71252" y="29651"/>
                    <a:pt x="72340" y="31318"/>
                  </a:cubicBezTo>
                  <a:cubicBezTo>
                    <a:pt x="73241" y="32701"/>
                    <a:pt x="73043" y="34924"/>
                    <a:pt x="72447" y="36513"/>
                  </a:cubicBezTo>
                  <a:cubicBezTo>
                    <a:pt x="71871" y="38046"/>
                    <a:pt x="70768" y="39317"/>
                    <a:pt x="69163" y="40292"/>
                  </a:cubicBezTo>
                  <a:cubicBezTo>
                    <a:pt x="65293" y="42649"/>
                    <a:pt x="60492" y="42849"/>
                    <a:pt x="56298" y="42850"/>
                  </a:cubicBezTo>
                  <a:lnTo>
                    <a:pt x="56268" y="42850"/>
                  </a:lnTo>
                  <a:cubicBezTo>
                    <a:pt x="46241" y="42850"/>
                    <a:pt x="36475" y="40614"/>
                    <a:pt x="29086" y="38666"/>
                  </a:cubicBezTo>
                  <a:cubicBezTo>
                    <a:pt x="25956" y="37839"/>
                    <a:pt x="22778" y="36952"/>
                    <a:pt x="19706" y="36095"/>
                  </a:cubicBezTo>
                  <a:cubicBezTo>
                    <a:pt x="13350" y="34319"/>
                    <a:pt x="6776" y="32482"/>
                    <a:pt x="244" y="31089"/>
                  </a:cubicBezTo>
                  <a:lnTo>
                    <a:pt x="1" y="31038"/>
                  </a:lnTo>
                  <a:lnTo>
                    <a:pt x="1" y="40777"/>
                  </a:lnTo>
                  <a:lnTo>
                    <a:pt x="105" y="40834"/>
                  </a:lnTo>
                  <a:cubicBezTo>
                    <a:pt x="528" y="41068"/>
                    <a:pt x="960" y="41284"/>
                    <a:pt x="1387" y="41477"/>
                  </a:cubicBezTo>
                  <a:cubicBezTo>
                    <a:pt x="4210" y="42747"/>
                    <a:pt x="6945" y="42957"/>
                    <a:pt x="9247" y="42996"/>
                  </a:cubicBezTo>
                  <a:lnTo>
                    <a:pt x="9694" y="43003"/>
                  </a:lnTo>
                  <a:cubicBezTo>
                    <a:pt x="11777" y="43036"/>
                    <a:pt x="13933" y="43072"/>
                    <a:pt x="16035" y="43364"/>
                  </a:cubicBezTo>
                  <a:cubicBezTo>
                    <a:pt x="17956" y="43633"/>
                    <a:pt x="19953" y="44050"/>
                    <a:pt x="21555" y="45283"/>
                  </a:cubicBezTo>
                  <a:cubicBezTo>
                    <a:pt x="22721" y="46179"/>
                    <a:pt x="23812" y="47901"/>
                    <a:pt x="23624" y="49723"/>
                  </a:cubicBezTo>
                  <a:cubicBezTo>
                    <a:pt x="23492" y="50977"/>
                    <a:pt x="22661" y="51876"/>
                    <a:pt x="21149" y="52395"/>
                  </a:cubicBezTo>
                  <a:cubicBezTo>
                    <a:pt x="19929" y="52815"/>
                    <a:pt x="18642" y="52977"/>
                    <a:pt x="17343" y="52977"/>
                  </a:cubicBezTo>
                  <a:cubicBezTo>
                    <a:pt x="14829" y="52977"/>
                    <a:pt x="12272" y="52369"/>
                    <a:pt x="10068" y="51847"/>
                  </a:cubicBezTo>
                  <a:cubicBezTo>
                    <a:pt x="7275" y="51184"/>
                    <a:pt x="4475" y="50237"/>
                    <a:pt x="1767" y="49323"/>
                  </a:cubicBezTo>
                  <a:cubicBezTo>
                    <a:pt x="1267" y="49155"/>
                    <a:pt x="767" y="48985"/>
                    <a:pt x="265" y="48818"/>
                  </a:cubicBezTo>
                  <a:lnTo>
                    <a:pt x="1" y="48728"/>
                  </a:lnTo>
                  <a:lnTo>
                    <a:pt x="1" y="54985"/>
                  </a:lnTo>
                  <a:lnTo>
                    <a:pt x="187" y="54999"/>
                  </a:lnTo>
                  <a:cubicBezTo>
                    <a:pt x="4720" y="55364"/>
                    <a:pt x="9668" y="55608"/>
                    <a:pt x="15316" y="55745"/>
                  </a:cubicBezTo>
                  <a:cubicBezTo>
                    <a:pt x="17327" y="55794"/>
                    <a:pt x="19280" y="55818"/>
                    <a:pt x="21180" y="55818"/>
                  </a:cubicBezTo>
                  <a:cubicBezTo>
                    <a:pt x="31405" y="55818"/>
                    <a:pt x="40078" y="55104"/>
                    <a:pt x="48122" y="53615"/>
                  </a:cubicBezTo>
                  <a:cubicBezTo>
                    <a:pt x="54125" y="52502"/>
                    <a:pt x="58913" y="51189"/>
                    <a:pt x="63191" y="49484"/>
                  </a:cubicBezTo>
                  <a:cubicBezTo>
                    <a:pt x="67326" y="47835"/>
                    <a:pt x="71599" y="45463"/>
                    <a:pt x="76643" y="42018"/>
                  </a:cubicBezTo>
                  <a:cubicBezTo>
                    <a:pt x="79721" y="39917"/>
                    <a:pt x="82780" y="37621"/>
                    <a:pt x="85739" y="35403"/>
                  </a:cubicBezTo>
                  <a:cubicBezTo>
                    <a:pt x="90819" y="31594"/>
                    <a:pt x="96072" y="27654"/>
                    <a:pt x="101563" y="24578"/>
                  </a:cubicBezTo>
                  <a:cubicBezTo>
                    <a:pt x="109139" y="20330"/>
                    <a:pt x="117758" y="18014"/>
                    <a:pt x="129508" y="17065"/>
                  </a:cubicBezTo>
                  <a:cubicBezTo>
                    <a:pt x="132858" y="16795"/>
                    <a:pt x="136254" y="16658"/>
                    <a:pt x="139725" y="16658"/>
                  </a:cubicBezTo>
                  <a:cubicBezTo>
                    <a:pt x="155229" y="16658"/>
                    <a:pt x="172239" y="19393"/>
                    <a:pt x="193363" y="25194"/>
                  </a:cubicBezTo>
                  <a:cubicBezTo>
                    <a:pt x="194320" y="25456"/>
                    <a:pt x="195279" y="25717"/>
                    <a:pt x="196240" y="25980"/>
                  </a:cubicBezTo>
                  <a:cubicBezTo>
                    <a:pt x="205628" y="28540"/>
                    <a:pt x="215334" y="31188"/>
                    <a:pt x="224421" y="35420"/>
                  </a:cubicBezTo>
                  <a:cubicBezTo>
                    <a:pt x="227275" y="36749"/>
                    <a:pt x="230329" y="38452"/>
                    <a:pt x="234037" y="40778"/>
                  </a:cubicBezTo>
                  <a:lnTo>
                    <a:pt x="234347" y="40971"/>
                  </a:lnTo>
                  <a:lnTo>
                    <a:pt x="234347" y="31794"/>
                  </a:lnTo>
                  <a:lnTo>
                    <a:pt x="234257" y="31734"/>
                  </a:lnTo>
                  <a:cubicBezTo>
                    <a:pt x="229156" y="28302"/>
                    <a:pt x="223710" y="25471"/>
                    <a:pt x="218442" y="22732"/>
                  </a:cubicBezTo>
                  <a:lnTo>
                    <a:pt x="216510" y="21728"/>
                  </a:lnTo>
                  <a:cubicBezTo>
                    <a:pt x="207587" y="17070"/>
                    <a:pt x="198587" y="12930"/>
                    <a:pt x="189764" y="9423"/>
                  </a:cubicBezTo>
                  <a:cubicBezTo>
                    <a:pt x="179135" y="5199"/>
                    <a:pt x="170836" y="2739"/>
                    <a:pt x="162852" y="1440"/>
                  </a:cubicBezTo>
                  <a:cubicBezTo>
                    <a:pt x="156959" y="482"/>
                    <a:pt x="150969" y="1"/>
                    <a:pt x="144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17"/>
            <p:cNvSpPr/>
            <p:nvPr/>
          </p:nvSpPr>
          <p:spPr>
            <a:xfrm>
              <a:off x="4303273" y="2401574"/>
              <a:ext cx="4977457" cy="2219891"/>
            </a:xfrm>
            <a:custGeom>
              <a:rect b="b" l="l" r="r" t="t"/>
              <a:pathLst>
                <a:path extrusionOk="0" h="55473" w="124382">
                  <a:moveTo>
                    <a:pt x="25918" y="402"/>
                  </a:moveTo>
                  <a:cubicBezTo>
                    <a:pt x="36041" y="402"/>
                    <a:pt x="47026" y="1991"/>
                    <a:pt x="60462" y="5393"/>
                  </a:cubicBezTo>
                  <a:cubicBezTo>
                    <a:pt x="70856" y="8024"/>
                    <a:pt x="81175" y="11807"/>
                    <a:pt x="91155" y="15464"/>
                  </a:cubicBezTo>
                  <a:cubicBezTo>
                    <a:pt x="92391" y="15917"/>
                    <a:pt x="93627" y="16369"/>
                    <a:pt x="94863" y="16822"/>
                  </a:cubicBezTo>
                  <a:lnTo>
                    <a:pt x="95647" y="17108"/>
                  </a:lnTo>
                  <a:cubicBezTo>
                    <a:pt x="105319" y="20631"/>
                    <a:pt x="115319" y="24277"/>
                    <a:pt x="123981" y="30890"/>
                  </a:cubicBezTo>
                  <a:lnTo>
                    <a:pt x="123981" y="53695"/>
                  </a:lnTo>
                  <a:cubicBezTo>
                    <a:pt x="123931" y="53594"/>
                    <a:pt x="123881" y="53490"/>
                    <a:pt x="123831" y="53388"/>
                  </a:cubicBezTo>
                  <a:cubicBezTo>
                    <a:pt x="121216" y="48116"/>
                    <a:pt x="118223" y="43645"/>
                    <a:pt x="114937" y="40100"/>
                  </a:cubicBezTo>
                  <a:cubicBezTo>
                    <a:pt x="110571" y="35392"/>
                    <a:pt x="105339" y="32142"/>
                    <a:pt x="101268" y="29834"/>
                  </a:cubicBezTo>
                  <a:cubicBezTo>
                    <a:pt x="91058" y="24049"/>
                    <a:pt x="80265" y="20787"/>
                    <a:pt x="69187" y="20137"/>
                  </a:cubicBezTo>
                  <a:cubicBezTo>
                    <a:pt x="67907" y="20061"/>
                    <a:pt x="66618" y="20024"/>
                    <a:pt x="65319" y="20024"/>
                  </a:cubicBezTo>
                  <a:cubicBezTo>
                    <a:pt x="61141" y="20024"/>
                    <a:pt x="56870" y="20411"/>
                    <a:pt x="52577" y="21181"/>
                  </a:cubicBezTo>
                  <a:cubicBezTo>
                    <a:pt x="48332" y="21940"/>
                    <a:pt x="44099" y="23239"/>
                    <a:pt x="40004" y="24495"/>
                  </a:cubicBezTo>
                  <a:cubicBezTo>
                    <a:pt x="38744" y="24880"/>
                    <a:pt x="37484" y="25268"/>
                    <a:pt x="36221" y="25639"/>
                  </a:cubicBezTo>
                  <a:cubicBezTo>
                    <a:pt x="30814" y="27232"/>
                    <a:pt x="25249" y="28662"/>
                    <a:pt x="19858" y="28662"/>
                  </a:cubicBezTo>
                  <a:cubicBezTo>
                    <a:pt x="15618" y="28662"/>
                    <a:pt x="11486" y="27778"/>
                    <a:pt x="7624" y="25392"/>
                  </a:cubicBezTo>
                  <a:cubicBezTo>
                    <a:pt x="1653" y="21703"/>
                    <a:pt x="639" y="17073"/>
                    <a:pt x="567" y="14640"/>
                  </a:cubicBezTo>
                  <a:cubicBezTo>
                    <a:pt x="413" y="9480"/>
                    <a:pt x="3668" y="6464"/>
                    <a:pt x="5623" y="5124"/>
                  </a:cubicBezTo>
                  <a:cubicBezTo>
                    <a:pt x="9015" y="2801"/>
                    <a:pt x="12910" y="1856"/>
                    <a:pt x="15924" y="1292"/>
                  </a:cubicBezTo>
                  <a:cubicBezTo>
                    <a:pt x="19039" y="709"/>
                    <a:pt x="22328" y="409"/>
                    <a:pt x="25700" y="402"/>
                  </a:cubicBezTo>
                  <a:close/>
                  <a:moveTo>
                    <a:pt x="25696" y="0"/>
                  </a:moveTo>
                  <a:cubicBezTo>
                    <a:pt x="22298" y="9"/>
                    <a:pt x="18984" y="309"/>
                    <a:pt x="15846" y="896"/>
                  </a:cubicBezTo>
                  <a:cubicBezTo>
                    <a:pt x="12791" y="1468"/>
                    <a:pt x="8843" y="2428"/>
                    <a:pt x="5390" y="4792"/>
                  </a:cubicBezTo>
                  <a:cubicBezTo>
                    <a:pt x="3368" y="6176"/>
                    <a:pt x="0" y="9300"/>
                    <a:pt x="160" y="14653"/>
                  </a:cubicBezTo>
                  <a:cubicBezTo>
                    <a:pt x="236" y="17166"/>
                    <a:pt x="1277" y="21947"/>
                    <a:pt x="7409" y="25735"/>
                  </a:cubicBezTo>
                  <a:cubicBezTo>
                    <a:pt x="11344" y="28167"/>
                    <a:pt x="15543" y="29067"/>
                    <a:pt x="19845" y="29067"/>
                  </a:cubicBezTo>
                  <a:cubicBezTo>
                    <a:pt x="25284" y="29067"/>
                    <a:pt x="30887" y="27628"/>
                    <a:pt x="36329" y="26025"/>
                  </a:cubicBezTo>
                  <a:cubicBezTo>
                    <a:pt x="37594" y="25653"/>
                    <a:pt x="38857" y="25265"/>
                    <a:pt x="40120" y="24877"/>
                  </a:cubicBezTo>
                  <a:cubicBezTo>
                    <a:pt x="44202" y="23626"/>
                    <a:pt x="48423" y="22331"/>
                    <a:pt x="52645" y="21575"/>
                  </a:cubicBezTo>
                  <a:cubicBezTo>
                    <a:pt x="56919" y="20811"/>
                    <a:pt x="61167" y="20426"/>
                    <a:pt x="65320" y="20426"/>
                  </a:cubicBezTo>
                  <a:cubicBezTo>
                    <a:pt x="66611" y="20426"/>
                    <a:pt x="67892" y="20464"/>
                    <a:pt x="69163" y="20538"/>
                  </a:cubicBezTo>
                  <a:cubicBezTo>
                    <a:pt x="80177" y="21183"/>
                    <a:pt x="90911" y="24429"/>
                    <a:pt x="101068" y="30184"/>
                  </a:cubicBezTo>
                  <a:cubicBezTo>
                    <a:pt x="105113" y="32476"/>
                    <a:pt x="110313" y="35707"/>
                    <a:pt x="114641" y="40373"/>
                  </a:cubicBezTo>
                  <a:cubicBezTo>
                    <a:pt x="117901" y="43892"/>
                    <a:pt x="120872" y="48330"/>
                    <a:pt x="123468" y="53567"/>
                  </a:cubicBezTo>
                  <a:cubicBezTo>
                    <a:pt x="123595" y="53824"/>
                    <a:pt x="123718" y="54084"/>
                    <a:pt x="123842" y="54344"/>
                  </a:cubicBezTo>
                  <a:lnTo>
                    <a:pt x="124380" y="55470"/>
                  </a:lnTo>
                  <a:lnTo>
                    <a:pt x="124380" y="30691"/>
                  </a:lnTo>
                  <a:lnTo>
                    <a:pt x="124301" y="30630"/>
                  </a:lnTo>
                  <a:cubicBezTo>
                    <a:pt x="115571" y="23942"/>
                    <a:pt x="105512" y="20275"/>
                    <a:pt x="95782" y="16727"/>
                  </a:cubicBezTo>
                  <a:lnTo>
                    <a:pt x="94996" y="16442"/>
                  </a:lnTo>
                  <a:cubicBezTo>
                    <a:pt x="93760" y="15992"/>
                    <a:pt x="92525" y="15539"/>
                    <a:pt x="91289" y="15087"/>
                  </a:cubicBezTo>
                  <a:cubicBezTo>
                    <a:pt x="81300" y="11425"/>
                    <a:pt x="70971" y="7640"/>
                    <a:pt x="60557" y="5003"/>
                  </a:cubicBezTo>
                  <a:cubicBezTo>
                    <a:pt x="47087" y="1592"/>
                    <a:pt x="36071" y="0"/>
                    <a:pt x="25913" y="0"/>
                  </a:cubicBezTo>
                  <a:close/>
                  <a:moveTo>
                    <a:pt x="124380" y="55470"/>
                  </a:moveTo>
                  <a:lnTo>
                    <a:pt x="124380" y="55473"/>
                  </a:lnTo>
                  <a:lnTo>
                    <a:pt x="124381" y="55473"/>
                  </a:lnTo>
                  <a:lnTo>
                    <a:pt x="124380" y="5547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17"/>
            <p:cNvSpPr/>
            <p:nvPr/>
          </p:nvSpPr>
          <p:spPr>
            <a:xfrm>
              <a:off x="-97184" y="3183486"/>
              <a:ext cx="4473596" cy="1988630"/>
            </a:xfrm>
            <a:custGeom>
              <a:rect b="b" l="l" r="r" t="t"/>
              <a:pathLst>
                <a:path extrusionOk="0" h="49694" w="111791">
                  <a:moveTo>
                    <a:pt x="97341" y="420"/>
                  </a:moveTo>
                  <a:cubicBezTo>
                    <a:pt x="98733" y="420"/>
                    <a:pt x="99979" y="773"/>
                    <a:pt x="101045" y="1273"/>
                  </a:cubicBezTo>
                  <a:cubicBezTo>
                    <a:pt x="104764" y="3021"/>
                    <a:pt x="109232" y="7243"/>
                    <a:pt x="110572" y="11931"/>
                  </a:cubicBezTo>
                  <a:cubicBezTo>
                    <a:pt x="111369" y="14719"/>
                    <a:pt x="110985" y="17351"/>
                    <a:pt x="109429" y="19750"/>
                  </a:cubicBezTo>
                  <a:cubicBezTo>
                    <a:pt x="107469" y="22776"/>
                    <a:pt x="104270" y="24339"/>
                    <a:pt x="101702" y="25361"/>
                  </a:cubicBezTo>
                  <a:cubicBezTo>
                    <a:pt x="98754" y="26534"/>
                    <a:pt x="95452" y="27464"/>
                    <a:pt x="91607" y="28204"/>
                  </a:cubicBezTo>
                  <a:cubicBezTo>
                    <a:pt x="89921" y="28528"/>
                    <a:pt x="88200" y="28811"/>
                    <a:pt x="86532" y="29084"/>
                  </a:cubicBezTo>
                  <a:cubicBezTo>
                    <a:pt x="79681" y="30207"/>
                    <a:pt x="72597" y="31372"/>
                    <a:pt x="66253" y="35734"/>
                  </a:cubicBezTo>
                  <a:cubicBezTo>
                    <a:pt x="61721" y="38849"/>
                    <a:pt x="57707" y="43535"/>
                    <a:pt x="54638" y="49289"/>
                  </a:cubicBezTo>
                  <a:lnTo>
                    <a:pt x="3363" y="49289"/>
                  </a:lnTo>
                  <a:cubicBezTo>
                    <a:pt x="1730" y="49289"/>
                    <a:pt x="402" y="47585"/>
                    <a:pt x="402" y="45488"/>
                  </a:cubicBezTo>
                  <a:lnTo>
                    <a:pt x="402" y="27817"/>
                  </a:lnTo>
                  <a:cubicBezTo>
                    <a:pt x="6956" y="29756"/>
                    <a:pt x="13549" y="31125"/>
                    <a:pt x="20006" y="31888"/>
                  </a:cubicBezTo>
                  <a:cubicBezTo>
                    <a:pt x="24832" y="32458"/>
                    <a:pt x="29867" y="32744"/>
                    <a:pt x="35067" y="32744"/>
                  </a:cubicBezTo>
                  <a:cubicBezTo>
                    <a:pt x="39433" y="32744"/>
                    <a:pt x="43915" y="32543"/>
                    <a:pt x="48490" y="32140"/>
                  </a:cubicBezTo>
                  <a:cubicBezTo>
                    <a:pt x="52725" y="31766"/>
                    <a:pt x="57090" y="31156"/>
                    <a:pt x="61838" y="30276"/>
                  </a:cubicBezTo>
                  <a:cubicBezTo>
                    <a:pt x="65200" y="29650"/>
                    <a:pt x="69115" y="28700"/>
                    <a:pt x="72658" y="26377"/>
                  </a:cubicBezTo>
                  <a:cubicBezTo>
                    <a:pt x="76773" y="23677"/>
                    <a:pt x="79509" y="18971"/>
                    <a:pt x="82157" y="14419"/>
                  </a:cubicBezTo>
                  <a:cubicBezTo>
                    <a:pt x="83207" y="12610"/>
                    <a:pt x="84295" y="10742"/>
                    <a:pt x="85446" y="9038"/>
                  </a:cubicBezTo>
                  <a:cubicBezTo>
                    <a:pt x="89943" y="2389"/>
                    <a:pt x="94052" y="420"/>
                    <a:pt x="97341" y="420"/>
                  </a:cubicBezTo>
                  <a:close/>
                  <a:moveTo>
                    <a:pt x="97320" y="1"/>
                  </a:moveTo>
                  <a:cubicBezTo>
                    <a:pt x="92272" y="1"/>
                    <a:pt x="88015" y="4523"/>
                    <a:pt x="85113" y="8813"/>
                  </a:cubicBezTo>
                  <a:cubicBezTo>
                    <a:pt x="83953" y="10529"/>
                    <a:pt x="82863" y="12404"/>
                    <a:pt x="81808" y="14217"/>
                  </a:cubicBezTo>
                  <a:cubicBezTo>
                    <a:pt x="79187" y="18729"/>
                    <a:pt x="76473" y="23393"/>
                    <a:pt x="72437" y="26041"/>
                  </a:cubicBezTo>
                  <a:cubicBezTo>
                    <a:pt x="68955" y="28325"/>
                    <a:pt x="65088" y="29264"/>
                    <a:pt x="61763" y="29881"/>
                  </a:cubicBezTo>
                  <a:cubicBezTo>
                    <a:pt x="57027" y="30760"/>
                    <a:pt x="52675" y="31369"/>
                    <a:pt x="48454" y="31740"/>
                  </a:cubicBezTo>
                  <a:cubicBezTo>
                    <a:pt x="43892" y="32141"/>
                    <a:pt x="39422" y="32342"/>
                    <a:pt x="35069" y="32342"/>
                  </a:cubicBezTo>
                  <a:cubicBezTo>
                    <a:pt x="29883" y="32342"/>
                    <a:pt x="24864" y="32057"/>
                    <a:pt x="20053" y="31489"/>
                  </a:cubicBezTo>
                  <a:cubicBezTo>
                    <a:pt x="13535" y="30716"/>
                    <a:pt x="6875" y="29326"/>
                    <a:pt x="259" y="27354"/>
                  </a:cubicBezTo>
                  <a:lnTo>
                    <a:pt x="1" y="27277"/>
                  </a:lnTo>
                  <a:lnTo>
                    <a:pt x="1" y="45491"/>
                  </a:lnTo>
                  <a:cubicBezTo>
                    <a:pt x="1" y="47809"/>
                    <a:pt x="1508" y="49694"/>
                    <a:pt x="3363" y="49694"/>
                  </a:cubicBezTo>
                  <a:lnTo>
                    <a:pt x="54879" y="49694"/>
                  </a:lnTo>
                  <a:lnTo>
                    <a:pt x="54936" y="49585"/>
                  </a:lnTo>
                  <a:cubicBezTo>
                    <a:pt x="57983" y="43837"/>
                    <a:pt x="61975" y="39163"/>
                    <a:pt x="66481" y="36064"/>
                  </a:cubicBezTo>
                  <a:cubicBezTo>
                    <a:pt x="72751" y="31752"/>
                    <a:pt x="79791" y="30597"/>
                    <a:pt x="86599" y="29479"/>
                  </a:cubicBezTo>
                  <a:cubicBezTo>
                    <a:pt x="88267" y="29206"/>
                    <a:pt x="89993" y="28921"/>
                    <a:pt x="91683" y="28597"/>
                  </a:cubicBezTo>
                  <a:cubicBezTo>
                    <a:pt x="95554" y="27852"/>
                    <a:pt x="98882" y="26914"/>
                    <a:pt x="101852" y="25732"/>
                  </a:cubicBezTo>
                  <a:cubicBezTo>
                    <a:pt x="104477" y="24689"/>
                    <a:pt x="107747" y="23089"/>
                    <a:pt x="109769" y="19968"/>
                  </a:cubicBezTo>
                  <a:cubicBezTo>
                    <a:pt x="111389" y="17466"/>
                    <a:pt x="111791" y="14724"/>
                    <a:pt x="110961" y="11820"/>
                  </a:cubicBezTo>
                  <a:cubicBezTo>
                    <a:pt x="109585" y="7016"/>
                    <a:pt x="105018" y="2695"/>
                    <a:pt x="101216" y="909"/>
                  </a:cubicBezTo>
                  <a:cubicBezTo>
                    <a:pt x="99874" y="279"/>
                    <a:pt x="98573" y="1"/>
                    <a:pt x="973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17"/>
            <p:cNvSpPr/>
            <p:nvPr/>
          </p:nvSpPr>
          <p:spPr>
            <a:xfrm>
              <a:off x="2768223" y="4443454"/>
              <a:ext cx="4335456" cy="728679"/>
            </a:xfrm>
            <a:custGeom>
              <a:rect b="b" l="l" r="r" t="t"/>
              <a:pathLst>
                <a:path extrusionOk="0" h="18209" w="108339">
                  <a:moveTo>
                    <a:pt x="27698" y="402"/>
                  </a:moveTo>
                  <a:cubicBezTo>
                    <a:pt x="32888" y="402"/>
                    <a:pt x="38022" y="2124"/>
                    <a:pt x="42576" y="3656"/>
                  </a:cubicBezTo>
                  <a:cubicBezTo>
                    <a:pt x="47416" y="5283"/>
                    <a:pt x="52582" y="6948"/>
                    <a:pt x="57857" y="7844"/>
                  </a:cubicBezTo>
                  <a:cubicBezTo>
                    <a:pt x="62292" y="8597"/>
                    <a:pt x="66755" y="8977"/>
                    <a:pt x="71177" y="8977"/>
                  </a:cubicBezTo>
                  <a:cubicBezTo>
                    <a:pt x="72693" y="8977"/>
                    <a:pt x="74204" y="8932"/>
                    <a:pt x="75707" y="8843"/>
                  </a:cubicBezTo>
                  <a:cubicBezTo>
                    <a:pt x="78578" y="8671"/>
                    <a:pt x="81363" y="8335"/>
                    <a:pt x="83983" y="7841"/>
                  </a:cubicBezTo>
                  <a:cubicBezTo>
                    <a:pt x="84740" y="7698"/>
                    <a:pt x="85506" y="7531"/>
                    <a:pt x="86246" y="7371"/>
                  </a:cubicBezTo>
                  <a:cubicBezTo>
                    <a:pt x="87567" y="7085"/>
                    <a:pt x="88932" y="6788"/>
                    <a:pt x="90288" y="6616"/>
                  </a:cubicBezTo>
                  <a:cubicBezTo>
                    <a:pt x="91569" y="6455"/>
                    <a:pt x="92767" y="6374"/>
                    <a:pt x="93889" y="6374"/>
                  </a:cubicBezTo>
                  <a:cubicBezTo>
                    <a:pt x="97369" y="6374"/>
                    <a:pt x="100126" y="7157"/>
                    <a:pt x="102405" y="8765"/>
                  </a:cubicBezTo>
                  <a:cubicBezTo>
                    <a:pt x="104715" y="10399"/>
                    <a:pt x="107752" y="14521"/>
                    <a:pt x="107336" y="17804"/>
                  </a:cubicBezTo>
                  <a:lnTo>
                    <a:pt x="2840" y="17804"/>
                  </a:lnTo>
                  <a:cubicBezTo>
                    <a:pt x="2038" y="16930"/>
                    <a:pt x="1495" y="16015"/>
                    <a:pt x="1180" y="15011"/>
                  </a:cubicBezTo>
                  <a:cubicBezTo>
                    <a:pt x="328" y="12292"/>
                    <a:pt x="1140" y="8835"/>
                    <a:pt x="2950" y="7464"/>
                  </a:cubicBezTo>
                  <a:cubicBezTo>
                    <a:pt x="4188" y="6527"/>
                    <a:pt x="5746" y="6255"/>
                    <a:pt x="7263" y="6255"/>
                  </a:cubicBezTo>
                  <a:cubicBezTo>
                    <a:pt x="8508" y="6255"/>
                    <a:pt x="9724" y="6438"/>
                    <a:pt x="10713" y="6586"/>
                  </a:cubicBezTo>
                  <a:cubicBezTo>
                    <a:pt x="13555" y="7015"/>
                    <a:pt x="16398" y="7815"/>
                    <a:pt x="19148" y="8591"/>
                  </a:cubicBezTo>
                  <a:cubicBezTo>
                    <a:pt x="20420" y="8950"/>
                    <a:pt x="21733" y="9320"/>
                    <a:pt x="23031" y="9648"/>
                  </a:cubicBezTo>
                  <a:cubicBezTo>
                    <a:pt x="23892" y="9867"/>
                    <a:pt x="24772" y="10044"/>
                    <a:pt x="25624" y="10217"/>
                  </a:cubicBezTo>
                  <a:cubicBezTo>
                    <a:pt x="26578" y="10410"/>
                    <a:pt x="27561" y="10610"/>
                    <a:pt x="28520" y="10866"/>
                  </a:cubicBezTo>
                  <a:cubicBezTo>
                    <a:pt x="29266" y="11066"/>
                    <a:pt x="30023" y="11287"/>
                    <a:pt x="30753" y="11502"/>
                  </a:cubicBezTo>
                  <a:cubicBezTo>
                    <a:pt x="31592" y="11746"/>
                    <a:pt x="32458" y="12000"/>
                    <a:pt x="33317" y="12223"/>
                  </a:cubicBezTo>
                  <a:lnTo>
                    <a:pt x="33467" y="12263"/>
                  </a:lnTo>
                  <a:cubicBezTo>
                    <a:pt x="34991" y="12659"/>
                    <a:pt x="36728" y="13111"/>
                    <a:pt x="38421" y="13111"/>
                  </a:cubicBezTo>
                  <a:cubicBezTo>
                    <a:pt x="39680" y="13111"/>
                    <a:pt x="40914" y="12861"/>
                    <a:pt x="42017" y="12152"/>
                  </a:cubicBezTo>
                  <a:cubicBezTo>
                    <a:pt x="42247" y="12003"/>
                    <a:pt x="42254" y="11687"/>
                    <a:pt x="42130" y="11480"/>
                  </a:cubicBezTo>
                  <a:cubicBezTo>
                    <a:pt x="39927" y="7838"/>
                    <a:pt x="35420" y="7355"/>
                    <a:pt x="32131" y="7002"/>
                  </a:cubicBezTo>
                  <a:cubicBezTo>
                    <a:pt x="30552" y="6834"/>
                    <a:pt x="28936" y="6794"/>
                    <a:pt x="27373" y="6755"/>
                  </a:cubicBezTo>
                  <a:cubicBezTo>
                    <a:pt x="24971" y="6694"/>
                    <a:pt x="22485" y="6634"/>
                    <a:pt x="20094" y="6098"/>
                  </a:cubicBezTo>
                  <a:lnTo>
                    <a:pt x="19861" y="6045"/>
                  </a:lnTo>
                  <a:cubicBezTo>
                    <a:pt x="19174" y="5899"/>
                    <a:pt x="18323" y="5715"/>
                    <a:pt x="17845" y="5185"/>
                  </a:cubicBezTo>
                  <a:cubicBezTo>
                    <a:pt x="17683" y="5000"/>
                    <a:pt x="17613" y="4809"/>
                    <a:pt x="17637" y="4599"/>
                  </a:cubicBezTo>
                  <a:cubicBezTo>
                    <a:pt x="17720" y="3886"/>
                    <a:pt x="18816" y="3119"/>
                    <a:pt x="19284" y="2791"/>
                  </a:cubicBezTo>
                  <a:lnTo>
                    <a:pt x="19370" y="2730"/>
                  </a:lnTo>
                  <a:cubicBezTo>
                    <a:pt x="21382" y="1313"/>
                    <a:pt x="23882" y="535"/>
                    <a:pt x="26803" y="420"/>
                  </a:cubicBezTo>
                  <a:cubicBezTo>
                    <a:pt x="27101" y="408"/>
                    <a:pt x="27399" y="402"/>
                    <a:pt x="27698" y="402"/>
                  </a:cubicBezTo>
                  <a:close/>
                  <a:moveTo>
                    <a:pt x="27716" y="0"/>
                  </a:moveTo>
                  <a:cubicBezTo>
                    <a:pt x="27408" y="0"/>
                    <a:pt x="27101" y="6"/>
                    <a:pt x="26793" y="18"/>
                  </a:cubicBezTo>
                  <a:cubicBezTo>
                    <a:pt x="23792" y="137"/>
                    <a:pt x="21220" y="940"/>
                    <a:pt x="19143" y="2401"/>
                  </a:cubicBezTo>
                  <a:lnTo>
                    <a:pt x="19057" y="2461"/>
                  </a:lnTo>
                  <a:cubicBezTo>
                    <a:pt x="18500" y="2850"/>
                    <a:pt x="17342" y="3659"/>
                    <a:pt x="17241" y="4552"/>
                  </a:cubicBezTo>
                  <a:cubicBezTo>
                    <a:pt x="17204" y="4879"/>
                    <a:pt x="17307" y="5183"/>
                    <a:pt x="17550" y="5452"/>
                  </a:cubicBezTo>
                  <a:cubicBezTo>
                    <a:pt x="18114" y="6081"/>
                    <a:pt x="19037" y="6279"/>
                    <a:pt x="19779" y="6438"/>
                  </a:cubicBezTo>
                  <a:lnTo>
                    <a:pt x="20009" y="6488"/>
                  </a:lnTo>
                  <a:cubicBezTo>
                    <a:pt x="22436" y="7034"/>
                    <a:pt x="24942" y="7095"/>
                    <a:pt x="27366" y="7155"/>
                  </a:cubicBezTo>
                  <a:cubicBezTo>
                    <a:pt x="28920" y="7194"/>
                    <a:pt x="30528" y="7234"/>
                    <a:pt x="32089" y="7401"/>
                  </a:cubicBezTo>
                  <a:cubicBezTo>
                    <a:pt x="35297" y="7744"/>
                    <a:pt x="39689" y="8215"/>
                    <a:pt x="41788" y="11686"/>
                  </a:cubicBezTo>
                  <a:cubicBezTo>
                    <a:pt x="41818" y="11736"/>
                    <a:pt x="41813" y="11800"/>
                    <a:pt x="41803" y="11810"/>
                  </a:cubicBezTo>
                  <a:cubicBezTo>
                    <a:pt x="40777" y="12469"/>
                    <a:pt x="39614" y="12703"/>
                    <a:pt x="38419" y="12703"/>
                  </a:cubicBezTo>
                  <a:cubicBezTo>
                    <a:pt x="36773" y="12703"/>
                    <a:pt x="35066" y="12260"/>
                    <a:pt x="33571" y="11872"/>
                  </a:cubicBezTo>
                  <a:lnTo>
                    <a:pt x="33421" y="11832"/>
                  </a:lnTo>
                  <a:cubicBezTo>
                    <a:pt x="32568" y="11613"/>
                    <a:pt x="31706" y="11359"/>
                    <a:pt x="30871" y="11114"/>
                  </a:cubicBezTo>
                  <a:cubicBezTo>
                    <a:pt x="30136" y="10900"/>
                    <a:pt x="29377" y="10677"/>
                    <a:pt x="28627" y="10477"/>
                  </a:cubicBezTo>
                  <a:cubicBezTo>
                    <a:pt x="27659" y="10217"/>
                    <a:pt x="26667" y="10017"/>
                    <a:pt x="25708" y="9823"/>
                  </a:cubicBezTo>
                  <a:cubicBezTo>
                    <a:pt x="24862" y="9650"/>
                    <a:pt x="23985" y="9473"/>
                    <a:pt x="23133" y="9257"/>
                  </a:cubicBezTo>
                  <a:cubicBezTo>
                    <a:pt x="21840" y="8930"/>
                    <a:pt x="20529" y="8560"/>
                    <a:pt x="19261" y="8202"/>
                  </a:cubicBezTo>
                  <a:cubicBezTo>
                    <a:pt x="16498" y="7424"/>
                    <a:pt x="13642" y="6619"/>
                    <a:pt x="10776" y="6188"/>
                  </a:cubicBezTo>
                  <a:cubicBezTo>
                    <a:pt x="9769" y="6036"/>
                    <a:pt x="8534" y="5850"/>
                    <a:pt x="7263" y="5850"/>
                  </a:cubicBezTo>
                  <a:cubicBezTo>
                    <a:pt x="5677" y="5850"/>
                    <a:pt x="4036" y="6139"/>
                    <a:pt x="2711" y="7142"/>
                  </a:cubicBezTo>
                  <a:cubicBezTo>
                    <a:pt x="579" y="8757"/>
                    <a:pt x="1" y="12576"/>
                    <a:pt x="798" y="15131"/>
                  </a:cubicBezTo>
                  <a:cubicBezTo>
                    <a:pt x="1138" y="16218"/>
                    <a:pt x="1730" y="17203"/>
                    <a:pt x="2606" y="18144"/>
                  </a:cubicBezTo>
                  <a:lnTo>
                    <a:pt x="2666" y="18209"/>
                  </a:lnTo>
                  <a:lnTo>
                    <a:pt x="107680" y="18209"/>
                  </a:lnTo>
                  <a:lnTo>
                    <a:pt x="107713" y="18040"/>
                  </a:lnTo>
                  <a:cubicBezTo>
                    <a:pt x="108339" y="14231"/>
                    <a:pt x="104720" y="9907"/>
                    <a:pt x="102642" y="8438"/>
                  </a:cubicBezTo>
                  <a:cubicBezTo>
                    <a:pt x="100295" y="6780"/>
                    <a:pt x="97465" y="5972"/>
                    <a:pt x="93901" y="5972"/>
                  </a:cubicBezTo>
                  <a:cubicBezTo>
                    <a:pt x="92759" y="5972"/>
                    <a:pt x="91543" y="6055"/>
                    <a:pt x="90243" y="6219"/>
                  </a:cubicBezTo>
                  <a:cubicBezTo>
                    <a:pt x="88870" y="6392"/>
                    <a:pt x="87495" y="6691"/>
                    <a:pt x="86166" y="6979"/>
                  </a:cubicBezTo>
                  <a:cubicBezTo>
                    <a:pt x="85428" y="7141"/>
                    <a:pt x="84666" y="7307"/>
                    <a:pt x="83913" y="7448"/>
                  </a:cubicBezTo>
                  <a:cubicBezTo>
                    <a:pt x="81310" y="7937"/>
                    <a:pt x="78543" y="8272"/>
                    <a:pt x="75687" y="8443"/>
                  </a:cubicBezTo>
                  <a:cubicBezTo>
                    <a:pt x="74193" y="8531"/>
                    <a:pt x="72692" y="8575"/>
                    <a:pt x="71186" y="8575"/>
                  </a:cubicBezTo>
                  <a:cubicBezTo>
                    <a:pt x="66784" y="8575"/>
                    <a:pt x="62342" y="8199"/>
                    <a:pt x="57928" y="7448"/>
                  </a:cubicBezTo>
                  <a:cubicBezTo>
                    <a:pt x="52682" y="6556"/>
                    <a:pt x="47532" y="4898"/>
                    <a:pt x="42708" y="3276"/>
                  </a:cubicBezTo>
                  <a:cubicBezTo>
                    <a:pt x="38128" y="1734"/>
                    <a:pt x="32975" y="0"/>
                    <a:pt x="27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17"/>
            <p:cNvSpPr/>
            <p:nvPr/>
          </p:nvSpPr>
          <p:spPr>
            <a:xfrm>
              <a:off x="4932235" y="3608718"/>
              <a:ext cx="4348422" cy="1563444"/>
            </a:xfrm>
            <a:custGeom>
              <a:rect b="b" l="l" r="r" t="t"/>
              <a:pathLst>
                <a:path extrusionOk="0" h="39069" w="108663">
                  <a:moveTo>
                    <a:pt x="46151" y="403"/>
                  </a:moveTo>
                  <a:cubicBezTo>
                    <a:pt x="46500" y="403"/>
                    <a:pt x="46847" y="405"/>
                    <a:pt x="47194" y="409"/>
                  </a:cubicBezTo>
                  <a:cubicBezTo>
                    <a:pt x="60555" y="576"/>
                    <a:pt x="71907" y="4288"/>
                    <a:pt x="80932" y="11441"/>
                  </a:cubicBezTo>
                  <a:cubicBezTo>
                    <a:pt x="84958" y="14633"/>
                    <a:pt x="88903" y="18201"/>
                    <a:pt x="92718" y="21653"/>
                  </a:cubicBezTo>
                  <a:cubicBezTo>
                    <a:pt x="94523" y="23286"/>
                    <a:pt x="96389" y="24974"/>
                    <a:pt x="98238" y="26600"/>
                  </a:cubicBezTo>
                  <a:cubicBezTo>
                    <a:pt x="101177" y="29181"/>
                    <a:pt x="104663" y="32202"/>
                    <a:pt x="108257" y="35034"/>
                  </a:cubicBezTo>
                  <a:cubicBezTo>
                    <a:pt x="108185" y="37046"/>
                    <a:pt x="106877" y="38663"/>
                    <a:pt x="105303" y="38663"/>
                  </a:cubicBezTo>
                  <a:lnTo>
                    <a:pt x="95006" y="38663"/>
                  </a:lnTo>
                  <a:cubicBezTo>
                    <a:pt x="94337" y="37862"/>
                    <a:pt x="93741" y="37110"/>
                    <a:pt x="93190" y="36368"/>
                  </a:cubicBezTo>
                  <a:cubicBezTo>
                    <a:pt x="91738" y="34415"/>
                    <a:pt x="90482" y="32209"/>
                    <a:pt x="89268" y="30076"/>
                  </a:cubicBezTo>
                  <a:cubicBezTo>
                    <a:pt x="88255" y="28296"/>
                    <a:pt x="87207" y="26455"/>
                    <a:pt x="86046" y="24761"/>
                  </a:cubicBezTo>
                  <a:cubicBezTo>
                    <a:pt x="84901" y="23090"/>
                    <a:pt x="83654" y="21394"/>
                    <a:pt x="82109" y="20589"/>
                  </a:cubicBezTo>
                  <a:cubicBezTo>
                    <a:pt x="81766" y="20411"/>
                    <a:pt x="81285" y="20282"/>
                    <a:pt x="80790" y="20282"/>
                  </a:cubicBezTo>
                  <a:cubicBezTo>
                    <a:pt x="80446" y="20282"/>
                    <a:pt x="80095" y="20344"/>
                    <a:pt x="79779" y="20494"/>
                  </a:cubicBezTo>
                  <a:cubicBezTo>
                    <a:pt x="79253" y="20744"/>
                    <a:pt x="78909" y="21200"/>
                    <a:pt x="78784" y="21809"/>
                  </a:cubicBezTo>
                  <a:cubicBezTo>
                    <a:pt x="78479" y="23295"/>
                    <a:pt x="79725" y="24879"/>
                    <a:pt x="80550" y="25925"/>
                  </a:cubicBezTo>
                  <a:cubicBezTo>
                    <a:pt x="80666" y="26074"/>
                    <a:pt x="80775" y="26210"/>
                    <a:pt x="80868" y="26335"/>
                  </a:cubicBezTo>
                  <a:cubicBezTo>
                    <a:pt x="81946" y="27764"/>
                    <a:pt x="82835" y="29354"/>
                    <a:pt x="83661" y="31345"/>
                  </a:cubicBezTo>
                  <a:cubicBezTo>
                    <a:pt x="84287" y="32848"/>
                    <a:pt x="85364" y="35767"/>
                    <a:pt x="85660" y="38663"/>
                  </a:cubicBezTo>
                  <a:lnTo>
                    <a:pt x="76327" y="38663"/>
                  </a:lnTo>
                  <a:cubicBezTo>
                    <a:pt x="76685" y="34328"/>
                    <a:pt x="75134" y="29497"/>
                    <a:pt x="72336" y="26295"/>
                  </a:cubicBezTo>
                  <a:cubicBezTo>
                    <a:pt x="70016" y="23636"/>
                    <a:pt x="66829" y="21619"/>
                    <a:pt x="62597" y="20130"/>
                  </a:cubicBezTo>
                  <a:cubicBezTo>
                    <a:pt x="58968" y="18853"/>
                    <a:pt x="54987" y="18071"/>
                    <a:pt x="50066" y="17668"/>
                  </a:cubicBezTo>
                  <a:cubicBezTo>
                    <a:pt x="47919" y="17494"/>
                    <a:pt x="45723" y="17407"/>
                    <a:pt x="43437" y="17407"/>
                  </a:cubicBezTo>
                  <a:cubicBezTo>
                    <a:pt x="41731" y="17407"/>
                    <a:pt x="39974" y="17455"/>
                    <a:pt x="38150" y="17552"/>
                  </a:cubicBezTo>
                  <a:cubicBezTo>
                    <a:pt x="34341" y="17757"/>
                    <a:pt x="31394" y="18197"/>
                    <a:pt x="28604" y="18985"/>
                  </a:cubicBezTo>
                  <a:cubicBezTo>
                    <a:pt x="27525" y="19288"/>
                    <a:pt x="26448" y="19608"/>
                    <a:pt x="25369" y="19927"/>
                  </a:cubicBezTo>
                  <a:cubicBezTo>
                    <a:pt x="21997" y="20924"/>
                    <a:pt x="18511" y="21956"/>
                    <a:pt x="15020" y="22506"/>
                  </a:cubicBezTo>
                  <a:cubicBezTo>
                    <a:pt x="13538" y="22740"/>
                    <a:pt x="11993" y="22922"/>
                    <a:pt x="10477" y="22922"/>
                  </a:cubicBezTo>
                  <a:cubicBezTo>
                    <a:pt x="7660" y="22922"/>
                    <a:pt x="4942" y="22294"/>
                    <a:pt x="2908" y="20201"/>
                  </a:cubicBezTo>
                  <a:cubicBezTo>
                    <a:pt x="2318" y="19594"/>
                    <a:pt x="445" y="17417"/>
                    <a:pt x="1110" y="14892"/>
                  </a:cubicBezTo>
                  <a:cubicBezTo>
                    <a:pt x="1609" y="13004"/>
                    <a:pt x="3139" y="11676"/>
                    <a:pt x="4417" y="10728"/>
                  </a:cubicBezTo>
                  <a:cubicBezTo>
                    <a:pt x="7502" y="8442"/>
                    <a:pt x="11094" y="7120"/>
                    <a:pt x="14506" y="5962"/>
                  </a:cubicBezTo>
                  <a:cubicBezTo>
                    <a:pt x="25380" y="2272"/>
                    <a:pt x="36012" y="403"/>
                    <a:pt x="46151" y="403"/>
                  </a:cubicBezTo>
                  <a:close/>
                  <a:moveTo>
                    <a:pt x="46184" y="0"/>
                  </a:moveTo>
                  <a:cubicBezTo>
                    <a:pt x="35995" y="0"/>
                    <a:pt x="25302" y="1873"/>
                    <a:pt x="14376" y="5582"/>
                  </a:cubicBezTo>
                  <a:cubicBezTo>
                    <a:pt x="10932" y="6749"/>
                    <a:pt x="7309" y="8083"/>
                    <a:pt x="4175" y="10405"/>
                  </a:cubicBezTo>
                  <a:cubicBezTo>
                    <a:pt x="2845" y="11391"/>
                    <a:pt x="1250" y="12780"/>
                    <a:pt x="720" y="14790"/>
                  </a:cubicBezTo>
                  <a:cubicBezTo>
                    <a:pt x="0" y="17521"/>
                    <a:pt x="1992" y="19837"/>
                    <a:pt x="2618" y="20484"/>
                  </a:cubicBezTo>
                  <a:cubicBezTo>
                    <a:pt x="4745" y="22672"/>
                    <a:pt x="7559" y="23326"/>
                    <a:pt x="10464" y="23326"/>
                  </a:cubicBezTo>
                  <a:cubicBezTo>
                    <a:pt x="12008" y="23326"/>
                    <a:pt x="13578" y="23141"/>
                    <a:pt x="15083" y="22903"/>
                  </a:cubicBezTo>
                  <a:cubicBezTo>
                    <a:pt x="18599" y="22350"/>
                    <a:pt x="22098" y="21314"/>
                    <a:pt x="25483" y="20314"/>
                  </a:cubicBezTo>
                  <a:cubicBezTo>
                    <a:pt x="26558" y="19996"/>
                    <a:pt x="27635" y="19678"/>
                    <a:pt x="28713" y="19374"/>
                  </a:cubicBezTo>
                  <a:cubicBezTo>
                    <a:pt x="31476" y="18595"/>
                    <a:pt x="34392" y="18158"/>
                    <a:pt x="38171" y="17957"/>
                  </a:cubicBezTo>
                  <a:cubicBezTo>
                    <a:pt x="39992" y="17859"/>
                    <a:pt x="41744" y="17811"/>
                    <a:pt x="43446" y="17811"/>
                  </a:cubicBezTo>
                  <a:cubicBezTo>
                    <a:pt x="45718" y="17811"/>
                    <a:pt x="47900" y="17898"/>
                    <a:pt x="50034" y="18072"/>
                  </a:cubicBezTo>
                  <a:cubicBezTo>
                    <a:pt x="54919" y="18471"/>
                    <a:pt x="58869" y="19245"/>
                    <a:pt x="62464" y="20513"/>
                  </a:cubicBezTo>
                  <a:cubicBezTo>
                    <a:pt x="66629" y="21980"/>
                    <a:pt x="69761" y="23959"/>
                    <a:pt x="72035" y="26564"/>
                  </a:cubicBezTo>
                  <a:cubicBezTo>
                    <a:pt x="74808" y="29740"/>
                    <a:pt x="76328" y="34562"/>
                    <a:pt x="75907" y="38847"/>
                  </a:cubicBezTo>
                  <a:lnTo>
                    <a:pt x="75885" y="39069"/>
                  </a:lnTo>
                  <a:lnTo>
                    <a:pt x="86103" y="39069"/>
                  </a:lnTo>
                  <a:lnTo>
                    <a:pt x="86083" y="38849"/>
                  </a:lnTo>
                  <a:cubicBezTo>
                    <a:pt x="85816" y="35827"/>
                    <a:pt x="84685" y="32755"/>
                    <a:pt x="84035" y="31193"/>
                  </a:cubicBezTo>
                  <a:cubicBezTo>
                    <a:pt x="83194" y="29170"/>
                    <a:pt x="82289" y="27550"/>
                    <a:pt x="81192" y="26094"/>
                  </a:cubicBezTo>
                  <a:cubicBezTo>
                    <a:pt x="81095" y="25968"/>
                    <a:pt x="80986" y="25829"/>
                    <a:pt x="80868" y="25679"/>
                  </a:cubicBezTo>
                  <a:cubicBezTo>
                    <a:pt x="80089" y="24692"/>
                    <a:pt x="78913" y="23196"/>
                    <a:pt x="79180" y="21893"/>
                  </a:cubicBezTo>
                  <a:cubicBezTo>
                    <a:pt x="79280" y="21406"/>
                    <a:pt x="79542" y="21057"/>
                    <a:pt x="79953" y="20860"/>
                  </a:cubicBezTo>
                  <a:cubicBezTo>
                    <a:pt x="80215" y="20736"/>
                    <a:pt x="80506" y="20684"/>
                    <a:pt x="80793" y="20684"/>
                  </a:cubicBezTo>
                  <a:cubicBezTo>
                    <a:pt x="81216" y="20684"/>
                    <a:pt x="81630" y="20796"/>
                    <a:pt x="81925" y="20950"/>
                  </a:cubicBezTo>
                  <a:cubicBezTo>
                    <a:pt x="83388" y="21710"/>
                    <a:pt x="84600" y="23365"/>
                    <a:pt x="85716" y="24991"/>
                  </a:cubicBezTo>
                  <a:cubicBezTo>
                    <a:pt x="86867" y="26672"/>
                    <a:pt x="87910" y="28506"/>
                    <a:pt x="88919" y="30277"/>
                  </a:cubicBezTo>
                  <a:cubicBezTo>
                    <a:pt x="90139" y="32421"/>
                    <a:pt x="91401" y="34638"/>
                    <a:pt x="92868" y="36611"/>
                  </a:cubicBezTo>
                  <a:cubicBezTo>
                    <a:pt x="93440" y="37380"/>
                    <a:pt x="94059" y="38160"/>
                    <a:pt x="94759" y="38996"/>
                  </a:cubicBezTo>
                  <a:lnTo>
                    <a:pt x="94819" y="39068"/>
                  </a:lnTo>
                  <a:lnTo>
                    <a:pt x="105303" y="39068"/>
                  </a:lnTo>
                  <a:cubicBezTo>
                    <a:pt x="107121" y="39068"/>
                    <a:pt x="108627" y="37217"/>
                    <a:pt x="108661" y="34947"/>
                  </a:cubicBezTo>
                  <a:lnTo>
                    <a:pt x="108663" y="34847"/>
                  </a:lnTo>
                  <a:lnTo>
                    <a:pt x="108584" y="34784"/>
                  </a:lnTo>
                  <a:cubicBezTo>
                    <a:pt x="104971" y="31939"/>
                    <a:pt x="101460" y="28897"/>
                    <a:pt x="98502" y="26300"/>
                  </a:cubicBezTo>
                  <a:cubicBezTo>
                    <a:pt x="96655" y="24675"/>
                    <a:pt x="94790" y="22989"/>
                    <a:pt x="92987" y="21357"/>
                  </a:cubicBezTo>
                  <a:cubicBezTo>
                    <a:pt x="89168" y="17899"/>
                    <a:pt x="85217" y="14326"/>
                    <a:pt x="81181" y="11127"/>
                  </a:cubicBezTo>
                  <a:cubicBezTo>
                    <a:pt x="72085" y="3918"/>
                    <a:pt x="60650" y="176"/>
                    <a:pt x="47197" y="6"/>
                  </a:cubicBezTo>
                  <a:cubicBezTo>
                    <a:pt x="46860" y="2"/>
                    <a:pt x="46522" y="0"/>
                    <a:pt x="46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17"/>
            <p:cNvSpPr/>
            <p:nvPr/>
          </p:nvSpPr>
          <p:spPr>
            <a:xfrm>
              <a:off x="5065015" y="-2406714"/>
              <a:ext cx="4355665" cy="807744"/>
            </a:xfrm>
            <a:custGeom>
              <a:rect b="b" l="l" r="r" t="t"/>
              <a:pathLst>
                <a:path extrusionOk="0" h="28164" w="108844">
                  <a:moveTo>
                    <a:pt x="105484" y="409"/>
                  </a:moveTo>
                  <a:cubicBezTo>
                    <a:pt x="107116" y="409"/>
                    <a:pt x="108443" y="2114"/>
                    <a:pt x="108443" y="4208"/>
                  </a:cubicBezTo>
                  <a:lnTo>
                    <a:pt x="108443" y="9441"/>
                  </a:lnTo>
                  <a:cubicBezTo>
                    <a:pt x="107791" y="9431"/>
                    <a:pt x="107138" y="9426"/>
                    <a:pt x="106485" y="9426"/>
                  </a:cubicBezTo>
                  <a:cubicBezTo>
                    <a:pt x="96929" y="9426"/>
                    <a:pt x="87281" y="10461"/>
                    <a:pt x="77432" y="11618"/>
                  </a:cubicBezTo>
                  <a:lnTo>
                    <a:pt x="74438" y="11967"/>
                  </a:lnTo>
                  <a:cubicBezTo>
                    <a:pt x="68077" y="12707"/>
                    <a:pt x="61497" y="13471"/>
                    <a:pt x="55052" y="14524"/>
                  </a:cubicBezTo>
                  <a:cubicBezTo>
                    <a:pt x="50937" y="15196"/>
                    <a:pt x="47239" y="15919"/>
                    <a:pt x="43750" y="16739"/>
                  </a:cubicBezTo>
                  <a:cubicBezTo>
                    <a:pt x="39671" y="17698"/>
                    <a:pt x="36280" y="18535"/>
                    <a:pt x="32894" y="19868"/>
                  </a:cubicBezTo>
                  <a:cubicBezTo>
                    <a:pt x="30642" y="20754"/>
                    <a:pt x="28443" y="21986"/>
                    <a:pt x="26315" y="23179"/>
                  </a:cubicBezTo>
                  <a:cubicBezTo>
                    <a:pt x="22603" y="25262"/>
                    <a:pt x="18761" y="27414"/>
                    <a:pt x="14582" y="27728"/>
                  </a:cubicBezTo>
                  <a:cubicBezTo>
                    <a:pt x="14284" y="27750"/>
                    <a:pt x="13983" y="27761"/>
                    <a:pt x="13680" y="27761"/>
                  </a:cubicBezTo>
                  <a:cubicBezTo>
                    <a:pt x="8600" y="27761"/>
                    <a:pt x="3011" y="24606"/>
                    <a:pt x="1265" y="17265"/>
                  </a:cubicBezTo>
                  <a:cubicBezTo>
                    <a:pt x="424" y="13728"/>
                    <a:pt x="774" y="10998"/>
                    <a:pt x="2304" y="9148"/>
                  </a:cubicBezTo>
                  <a:cubicBezTo>
                    <a:pt x="3847" y="7282"/>
                    <a:pt x="6123" y="6467"/>
                    <a:pt x="8144" y="5916"/>
                  </a:cubicBezTo>
                  <a:cubicBezTo>
                    <a:pt x="14663" y="4135"/>
                    <a:pt x="21503" y="4060"/>
                    <a:pt x="27536" y="3991"/>
                  </a:cubicBezTo>
                  <a:lnTo>
                    <a:pt x="28284" y="3982"/>
                  </a:lnTo>
                  <a:cubicBezTo>
                    <a:pt x="35338" y="3908"/>
                    <a:pt x="42635" y="3830"/>
                    <a:pt x="49562" y="1411"/>
                  </a:cubicBezTo>
                  <a:cubicBezTo>
                    <a:pt x="50530" y="1072"/>
                    <a:pt x="51303" y="753"/>
                    <a:pt x="51989" y="409"/>
                  </a:cubicBezTo>
                  <a:lnTo>
                    <a:pt x="51989" y="410"/>
                  </a:lnTo>
                  <a:lnTo>
                    <a:pt x="77472" y="410"/>
                  </a:lnTo>
                  <a:cubicBezTo>
                    <a:pt x="75657" y="1022"/>
                    <a:pt x="73845" y="1526"/>
                    <a:pt x="72138" y="1986"/>
                  </a:cubicBezTo>
                  <a:cubicBezTo>
                    <a:pt x="71479" y="2162"/>
                    <a:pt x="70816" y="2334"/>
                    <a:pt x="70156" y="2505"/>
                  </a:cubicBezTo>
                  <a:cubicBezTo>
                    <a:pt x="68329" y="2977"/>
                    <a:pt x="66440" y="3467"/>
                    <a:pt x="64605" y="4082"/>
                  </a:cubicBezTo>
                  <a:cubicBezTo>
                    <a:pt x="61004" y="5291"/>
                    <a:pt x="57124" y="6040"/>
                    <a:pt x="52740" y="6369"/>
                  </a:cubicBezTo>
                  <a:cubicBezTo>
                    <a:pt x="49638" y="6602"/>
                    <a:pt x="46418" y="6602"/>
                    <a:pt x="43304" y="6603"/>
                  </a:cubicBezTo>
                  <a:cubicBezTo>
                    <a:pt x="34965" y="6606"/>
                    <a:pt x="26344" y="6609"/>
                    <a:pt x="18528" y="10955"/>
                  </a:cubicBezTo>
                  <a:cubicBezTo>
                    <a:pt x="14223" y="13350"/>
                    <a:pt x="12644" y="15910"/>
                    <a:pt x="13835" y="18561"/>
                  </a:cubicBezTo>
                  <a:cubicBezTo>
                    <a:pt x="14838" y="20791"/>
                    <a:pt x="17057" y="22107"/>
                    <a:pt x="18813" y="22421"/>
                  </a:cubicBezTo>
                  <a:cubicBezTo>
                    <a:pt x="19239" y="22498"/>
                    <a:pt x="19668" y="22533"/>
                    <a:pt x="20097" y="22533"/>
                  </a:cubicBezTo>
                  <a:cubicBezTo>
                    <a:pt x="22307" y="22533"/>
                    <a:pt x="24513" y="21604"/>
                    <a:pt x="26433" y="20647"/>
                  </a:cubicBezTo>
                  <a:cubicBezTo>
                    <a:pt x="27444" y="20142"/>
                    <a:pt x="28451" y="19561"/>
                    <a:pt x="29427" y="18998"/>
                  </a:cubicBezTo>
                  <a:cubicBezTo>
                    <a:pt x="30955" y="18116"/>
                    <a:pt x="32534" y="17203"/>
                    <a:pt x="34157" y="16576"/>
                  </a:cubicBezTo>
                  <a:cubicBezTo>
                    <a:pt x="37956" y="15106"/>
                    <a:pt x="41874" y="14247"/>
                    <a:pt x="44864" y="13661"/>
                  </a:cubicBezTo>
                  <a:cubicBezTo>
                    <a:pt x="49244" y="12804"/>
                    <a:pt x="53720" y="12190"/>
                    <a:pt x="58050" y="11597"/>
                  </a:cubicBezTo>
                  <a:cubicBezTo>
                    <a:pt x="61146" y="11172"/>
                    <a:pt x="64344" y="10734"/>
                    <a:pt x="67486" y="10209"/>
                  </a:cubicBezTo>
                  <a:cubicBezTo>
                    <a:pt x="71305" y="9572"/>
                    <a:pt x="74827" y="8898"/>
                    <a:pt x="78252" y="8150"/>
                  </a:cubicBezTo>
                  <a:cubicBezTo>
                    <a:pt x="80759" y="7602"/>
                    <a:pt x="84017" y="6743"/>
                    <a:pt x="86995" y="4937"/>
                  </a:cubicBezTo>
                  <a:cubicBezTo>
                    <a:pt x="88677" y="3915"/>
                    <a:pt x="90044" y="2435"/>
                    <a:pt x="91173" y="409"/>
                  </a:cubicBezTo>
                  <a:close/>
                  <a:moveTo>
                    <a:pt x="90934" y="0"/>
                  </a:moveTo>
                  <a:lnTo>
                    <a:pt x="90877" y="105"/>
                  </a:lnTo>
                  <a:cubicBezTo>
                    <a:pt x="89755" y="2148"/>
                    <a:pt x="88458" y="3572"/>
                    <a:pt x="86786" y="4587"/>
                  </a:cubicBezTo>
                  <a:cubicBezTo>
                    <a:pt x="83860" y="6361"/>
                    <a:pt x="80642" y="7209"/>
                    <a:pt x="78166" y="7749"/>
                  </a:cubicBezTo>
                  <a:cubicBezTo>
                    <a:pt x="74747" y="8496"/>
                    <a:pt x="71232" y="9168"/>
                    <a:pt x="67420" y="9804"/>
                  </a:cubicBezTo>
                  <a:cubicBezTo>
                    <a:pt x="64284" y="10326"/>
                    <a:pt x="61086" y="10767"/>
                    <a:pt x="57994" y="11189"/>
                  </a:cubicBezTo>
                  <a:cubicBezTo>
                    <a:pt x="53660" y="11784"/>
                    <a:pt x="49177" y="12398"/>
                    <a:pt x="44787" y="13257"/>
                  </a:cubicBezTo>
                  <a:cubicBezTo>
                    <a:pt x="41781" y="13846"/>
                    <a:pt x="37840" y="14712"/>
                    <a:pt x="34011" y="16192"/>
                  </a:cubicBezTo>
                  <a:cubicBezTo>
                    <a:pt x="32361" y="16832"/>
                    <a:pt x="30768" y="17751"/>
                    <a:pt x="29227" y="18641"/>
                  </a:cubicBezTo>
                  <a:cubicBezTo>
                    <a:pt x="28257" y="19199"/>
                    <a:pt x="27256" y="19778"/>
                    <a:pt x="26252" y="20278"/>
                  </a:cubicBezTo>
                  <a:cubicBezTo>
                    <a:pt x="24377" y="21213"/>
                    <a:pt x="22228" y="22123"/>
                    <a:pt x="20096" y="22123"/>
                  </a:cubicBezTo>
                  <a:cubicBezTo>
                    <a:pt x="19691" y="22123"/>
                    <a:pt x="19286" y="22090"/>
                    <a:pt x="18884" y="22019"/>
                  </a:cubicBezTo>
                  <a:cubicBezTo>
                    <a:pt x="17234" y="21723"/>
                    <a:pt x="15146" y="20485"/>
                    <a:pt x="14203" y="18389"/>
                  </a:cubicBezTo>
                  <a:cubicBezTo>
                    <a:pt x="13112" y="15962"/>
                    <a:pt x="14633" y="13577"/>
                    <a:pt x="18725" y="11302"/>
                  </a:cubicBezTo>
                  <a:cubicBezTo>
                    <a:pt x="26450" y="7006"/>
                    <a:pt x="35017" y="7004"/>
                    <a:pt x="43304" y="7002"/>
                  </a:cubicBezTo>
                  <a:cubicBezTo>
                    <a:pt x="46426" y="7002"/>
                    <a:pt x="49654" y="6999"/>
                    <a:pt x="52770" y="6766"/>
                  </a:cubicBezTo>
                  <a:cubicBezTo>
                    <a:pt x="57188" y="6433"/>
                    <a:pt x="61100" y="5680"/>
                    <a:pt x="64734" y="4460"/>
                  </a:cubicBezTo>
                  <a:cubicBezTo>
                    <a:pt x="66555" y="3847"/>
                    <a:pt x="68437" y="3359"/>
                    <a:pt x="70258" y="2889"/>
                  </a:cubicBezTo>
                  <a:cubicBezTo>
                    <a:pt x="70921" y="2718"/>
                    <a:pt x="71583" y="2546"/>
                    <a:pt x="72244" y="2369"/>
                  </a:cubicBezTo>
                  <a:cubicBezTo>
                    <a:pt x="74310" y="1815"/>
                    <a:pt x="76526" y="1191"/>
                    <a:pt x="78725" y="393"/>
                  </a:cubicBezTo>
                  <a:lnTo>
                    <a:pt x="79801" y="3"/>
                  </a:lnTo>
                  <a:lnTo>
                    <a:pt x="51891" y="3"/>
                  </a:lnTo>
                  <a:lnTo>
                    <a:pt x="51849" y="25"/>
                  </a:lnTo>
                  <a:cubicBezTo>
                    <a:pt x="51168" y="369"/>
                    <a:pt x="50398" y="688"/>
                    <a:pt x="49430" y="1026"/>
                  </a:cubicBezTo>
                  <a:cubicBezTo>
                    <a:pt x="42565" y="3424"/>
                    <a:pt x="35301" y="3502"/>
                    <a:pt x="28279" y="3577"/>
                  </a:cubicBezTo>
                  <a:lnTo>
                    <a:pt x="27530" y="3587"/>
                  </a:lnTo>
                  <a:cubicBezTo>
                    <a:pt x="21472" y="3654"/>
                    <a:pt x="14606" y="3731"/>
                    <a:pt x="8035" y="5524"/>
                  </a:cubicBezTo>
                  <a:cubicBezTo>
                    <a:pt x="5955" y="6091"/>
                    <a:pt x="3608" y="6937"/>
                    <a:pt x="1994" y="8889"/>
                  </a:cubicBezTo>
                  <a:cubicBezTo>
                    <a:pt x="378" y="10842"/>
                    <a:pt x="1" y="13691"/>
                    <a:pt x="872" y="17356"/>
                  </a:cubicBezTo>
                  <a:cubicBezTo>
                    <a:pt x="2415" y="23842"/>
                    <a:pt x="7591" y="28164"/>
                    <a:pt x="13647" y="28164"/>
                  </a:cubicBezTo>
                  <a:cubicBezTo>
                    <a:pt x="13966" y="28164"/>
                    <a:pt x="14287" y="28154"/>
                    <a:pt x="14609" y="28121"/>
                  </a:cubicBezTo>
                  <a:cubicBezTo>
                    <a:pt x="18878" y="27800"/>
                    <a:pt x="22758" y="25623"/>
                    <a:pt x="26511" y="23520"/>
                  </a:cubicBezTo>
                  <a:cubicBezTo>
                    <a:pt x="28626" y="22334"/>
                    <a:pt x="30812" y="21108"/>
                    <a:pt x="33038" y="20233"/>
                  </a:cubicBezTo>
                  <a:cubicBezTo>
                    <a:pt x="36400" y="18911"/>
                    <a:pt x="39775" y="18075"/>
                    <a:pt x="43838" y="17121"/>
                  </a:cubicBezTo>
                  <a:cubicBezTo>
                    <a:pt x="47319" y="16305"/>
                    <a:pt x="51008" y="15582"/>
                    <a:pt x="55113" y="14912"/>
                  </a:cubicBezTo>
                  <a:cubicBezTo>
                    <a:pt x="61550" y="13861"/>
                    <a:pt x="68126" y="13097"/>
                    <a:pt x="74484" y="12357"/>
                  </a:cubicBezTo>
                  <a:lnTo>
                    <a:pt x="77477" y="12010"/>
                  </a:lnTo>
                  <a:cubicBezTo>
                    <a:pt x="87323" y="10854"/>
                    <a:pt x="96973" y="9822"/>
                    <a:pt x="106514" y="9822"/>
                  </a:cubicBezTo>
                  <a:cubicBezTo>
                    <a:pt x="107222" y="9822"/>
                    <a:pt x="107930" y="9827"/>
                    <a:pt x="108637" y="9839"/>
                  </a:cubicBezTo>
                  <a:lnTo>
                    <a:pt x="108843" y="9842"/>
                  </a:lnTo>
                  <a:lnTo>
                    <a:pt x="108843" y="4203"/>
                  </a:lnTo>
                  <a:cubicBezTo>
                    <a:pt x="108843" y="1884"/>
                    <a:pt x="107336" y="0"/>
                    <a:pt x="1054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 name="Google Shape;487;p17"/>
          <p:cNvSpPr/>
          <p:nvPr/>
        </p:nvSpPr>
        <p:spPr>
          <a:xfrm>
            <a:off x="408250" y="769287"/>
            <a:ext cx="5314800" cy="37056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17"/>
          <p:cNvSpPr/>
          <p:nvPr/>
        </p:nvSpPr>
        <p:spPr>
          <a:xfrm>
            <a:off x="301550" y="668612"/>
            <a:ext cx="5314800" cy="37056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17"/>
          <p:cNvSpPr txBox="1"/>
          <p:nvPr>
            <p:ph idx="1" type="subTitle"/>
          </p:nvPr>
        </p:nvSpPr>
        <p:spPr>
          <a:xfrm>
            <a:off x="778850" y="1264900"/>
            <a:ext cx="4360200" cy="1980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2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90" name="Google Shape;490;p17"/>
          <p:cNvSpPr txBox="1"/>
          <p:nvPr>
            <p:ph type="title"/>
          </p:nvPr>
        </p:nvSpPr>
        <p:spPr>
          <a:xfrm>
            <a:off x="778850" y="3236825"/>
            <a:ext cx="4360200" cy="5643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3180000" dist="85725">
              <a:schemeClr val="dk2"/>
            </a:outerShdw>
          </a:effectLst>
        </p:spPr>
        <p:txBody>
          <a:bodyPr anchorCtr="0" anchor="ctr" bIns="91425" lIns="91425" spcFirstLastPara="1" rIns="91425" wrap="square" tIns="91425">
            <a:noAutofit/>
          </a:bodyPr>
          <a:lstStyle>
            <a:lvl1pPr lvl="0" rtl="0" algn="ctr">
              <a:spcBef>
                <a:spcPts val="0"/>
              </a:spcBef>
              <a:spcAft>
                <a:spcPts val="0"/>
              </a:spcAft>
              <a:buSzPts val="1800"/>
              <a:buNone/>
              <a:defRPr sz="24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bg>
      <p:bgPr>
        <a:solidFill>
          <a:schemeClr val="lt1"/>
        </a:solidFill>
      </p:bgPr>
    </p:bg>
    <p:spTree>
      <p:nvGrpSpPr>
        <p:cNvPr id="491" name="Shape 491"/>
        <p:cNvGrpSpPr/>
        <p:nvPr/>
      </p:nvGrpSpPr>
      <p:grpSpPr>
        <a:xfrm>
          <a:off x="0" y="0"/>
          <a:ext cx="0" cy="0"/>
          <a:chOff x="0" y="0"/>
          <a:chExt cx="0" cy="0"/>
        </a:xfrm>
      </p:grpSpPr>
      <p:grpSp>
        <p:nvGrpSpPr>
          <p:cNvPr id="492" name="Google Shape;492;p18"/>
          <p:cNvGrpSpPr/>
          <p:nvPr/>
        </p:nvGrpSpPr>
        <p:grpSpPr>
          <a:xfrm>
            <a:off x="-249664" y="-2432400"/>
            <a:ext cx="9517944" cy="7737118"/>
            <a:chOff x="-249664" y="-2432400"/>
            <a:chExt cx="9517944" cy="7737118"/>
          </a:xfrm>
        </p:grpSpPr>
        <p:sp>
          <p:nvSpPr>
            <p:cNvPr id="493" name="Google Shape;493;p18"/>
            <p:cNvSpPr/>
            <p:nvPr/>
          </p:nvSpPr>
          <p:spPr>
            <a:xfrm>
              <a:off x="-241501" y="-1817043"/>
              <a:ext cx="3985503" cy="848251"/>
            </a:xfrm>
            <a:custGeom>
              <a:rect b="b" l="l" r="r" t="t"/>
              <a:pathLst>
                <a:path extrusionOk="0" h="21197" w="99594">
                  <a:moveTo>
                    <a:pt x="65021" y="0"/>
                  </a:moveTo>
                  <a:cubicBezTo>
                    <a:pt x="64434" y="0"/>
                    <a:pt x="63848" y="10"/>
                    <a:pt x="63260" y="29"/>
                  </a:cubicBezTo>
                  <a:cubicBezTo>
                    <a:pt x="57732" y="207"/>
                    <a:pt x="52245" y="1096"/>
                    <a:pt x="46816" y="2389"/>
                  </a:cubicBezTo>
                  <a:cubicBezTo>
                    <a:pt x="41611" y="3631"/>
                    <a:pt x="36750" y="6060"/>
                    <a:pt x="31830" y="8475"/>
                  </a:cubicBezTo>
                  <a:cubicBezTo>
                    <a:pt x="27244" y="10725"/>
                    <a:pt x="22624" y="12692"/>
                    <a:pt x="17724" y="13463"/>
                  </a:cubicBezTo>
                  <a:cubicBezTo>
                    <a:pt x="15802" y="13765"/>
                    <a:pt x="13860" y="13942"/>
                    <a:pt x="11920" y="13942"/>
                  </a:cubicBezTo>
                  <a:cubicBezTo>
                    <a:pt x="10234" y="13942"/>
                    <a:pt x="8549" y="13808"/>
                    <a:pt x="6879" y="13505"/>
                  </a:cubicBezTo>
                  <a:cubicBezTo>
                    <a:pt x="4515" y="13077"/>
                    <a:pt x="2162" y="12285"/>
                    <a:pt x="0" y="10984"/>
                  </a:cubicBezTo>
                  <a:lnTo>
                    <a:pt x="0" y="18944"/>
                  </a:lnTo>
                  <a:cubicBezTo>
                    <a:pt x="1762" y="19024"/>
                    <a:pt x="3523" y="19075"/>
                    <a:pt x="5283" y="19075"/>
                  </a:cubicBezTo>
                  <a:cubicBezTo>
                    <a:pt x="9227" y="19075"/>
                    <a:pt x="13162" y="18820"/>
                    <a:pt x="17071" y="18072"/>
                  </a:cubicBezTo>
                  <a:cubicBezTo>
                    <a:pt x="21981" y="17133"/>
                    <a:pt x="26589" y="15270"/>
                    <a:pt x="30996" y="12374"/>
                  </a:cubicBezTo>
                  <a:cubicBezTo>
                    <a:pt x="33739" y="10570"/>
                    <a:pt x="36781" y="9886"/>
                    <a:pt x="39837" y="9886"/>
                  </a:cubicBezTo>
                  <a:cubicBezTo>
                    <a:pt x="40660" y="9886"/>
                    <a:pt x="41484" y="9936"/>
                    <a:pt x="42304" y="10026"/>
                  </a:cubicBezTo>
                  <a:cubicBezTo>
                    <a:pt x="50992" y="10985"/>
                    <a:pt x="59004" y="15789"/>
                    <a:pt x="67420" y="18291"/>
                  </a:cubicBezTo>
                  <a:cubicBezTo>
                    <a:pt x="72853" y="19907"/>
                    <a:pt x="78486" y="20812"/>
                    <a:pt x="84058" y="21107"/>
                  </a:cubicBezTo>
                  <a:cubicBezTo>
                    <a:pt x="85055" y="21160"/>
                    <a:pt x="86060" y="21196"/>
                    <a:pt x="87066" y="21196"/>
                  </a:cubicBezTo>
                  <a:cubicBezTo>
                    <a:pt x="89207" y="21196"/>
                    <a:pt x="91355" y="21031"/>
                    <a:pt x="93446" y="20508"/>
                  </a:cubicBezTo>
                  <a:cubicBezTo>
                    <a:pt x="95522" y="19989"/>
                    <a:pt x="98275" y="18989"/>
                    <a:pt x="98894" y="16049"/>
                  </a:cubicBezTo>
                  <a:cubicBezTo>
                    <a:pt x="99594" y="12721"/>
                    <a:pt x="97265" y="10188"/>
                    <a:pt x="95270" y="8623"/>
                  </a:cubicBezTo>
                  <a:cubicBezTo>
                    <a:pt x="92667" y="6581"/>
                    <a:pt x="89709" y="5268"/>
                    <a:pt x="86790" y="4165"/>
                  </a:cubicBezTo>
                  <a:cubicBezTo>
                    <a:pt x="79711" y="1489"/>
                    <a:pt x="72404" y="0"/>
                    <a:pt x="650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18"/>
            <p:cNvSpPr/>
            <p:nvPr/>
          </p:nvSpPr>
          <p:spPr>
            <a:xfrm>
              <a:off x="-241621" y="-869455"/>
              <a:ext cx="8386467" cy="1819876"/>
            </a:xfrm>
            <a:custGeom>
              <a:rect b="b" l="l" r="r" t="t"/>
              <a:pathLst>
                <a:path extrusionOk="0" h="45477" w="209570">
                  <a:moveTo>
                    <a:pt x="173399" y="0"/>
                  </a:moveTo>
                  <a:cubicBezTo>
                    <a:pt x="171819" y="0"/>
                    <a:pt x="170239" y="33"/>
                    <a:pt x="168661" y="80"/>
                  </a:cubicBezTo>
                  <a:cubicBezTo>
                    <a:pt x="164324" y="208"/>
                    <a:pt x="160018" y="528"/>
                    <a:pt x="155729" y="1390"/>
                  </a:cubicBezTo>
                  <a:cubicBezTo>
                    <a:pt x="151776" y="2184"/>
                    <a:pt x="147874" y="3386"/>
                    <a:pt x="144099" y="5071"/>
                  </a:cubicBezTo>
                  <a:cubicBezTo>
                    <a:pt x="140139" y="6838"/>
                    <a:pt x="136425" y="9227"/>
                    <a:pt x="132734" y="11745"/>
                  </a:cubicBezTo>
                  <a:cubicBezTo>
                    <a:pt x="125453" y="16714"/>
                    <a:pt x="118372" y="22168"/>
                    <a:pt x="110478" y="25489"/>
                  </a:cubicBezTo>
                  <a:cubicBezTo>
                    <a:pt x="104010" y="28211"/>
                    <a:pt x="97197" y="29287"/>
                    <a:pt x="90399" y="29287"/>
                  </a:cubicBezTo>
                  <a:cubicBezTo>
                    <a:pt x="89168" y="29287"/>
                    <a:pt x="87937" y="29252"/>
                    <a:pt x="86709" y="29185"/>
                  </a:cubicBezTo>
                  <a:cubicBezTo>
                    <a:pt x="70235" y="28285"/>
                    <a:pt x="53959" y="22404"/>
                    <a:pt x="38422" y="15780"/>
                  </a:cubicBezTo>
                  <a:cubicBezTo>
                    <a:pt x="34245" y="13999"/>
                    <a:pt x="30113" y="12729"/>
                    <a:pt x="25697" y="12479"/>
                  </a:cubicBezTo>
                  <a:cubicBezTo>
                    <a:pt x="24449" y="12409"/>
                    <a:pt x="23202" y="12379"/>
                    <a:pt x="21954" y="12379"/>
                  </a:cubicBezTo>
                  <a:cubicBezTo>
                    <a:pt x="18881" y="12379"/>
                    <a:pt x="15809" y="12558"/>
                    <a:pt x="12741" y="12746"/>
                  </a:cubicBezTo>
                  <a:cubicBezTo>
                    <a:pt x="9315" y="12958"/>
                    <a:pt x="5883" y="13109"/>
                    <a:pt x="2471" y="13588"/>
                  </a:cubicBezTo>
                  <a:cubicBezTo>
                    <a:pt x="1651" y="13702"/>
                    <a:pt x="825" y="13831"/>
                    <a:pt x="0" y="13986"/>
                  </a:cubicBezTo>
                  <a:lnTo>
                    <a:pt x="0" y="21931"/>
                  </a:lnTo>
                  <a:cubicBezTo>
                    <a:pt x="3093" y="20622"/>
                    <a:pt x="6277" y="19799"/>
                    <a:pt x="9551" y="19799"/>
                  </a:cubicBezTo>
                  <a:cubicBezTo>
                    <a:pt x="10632" y="19799"/>
                    <a:pt x="11722" y="19889"/>
                    <a:pt x="12823" y="20080"/>
                  </a:cubicBezTo>
                  <a:cubicBezTo>
                    <a:pt x="20488" y="21419"/>
                    <a:pt x="27144" y="26632"/>
                    <a:pt x="33499" y="31891"/>
                  </a:cubicBezTo>
                  <a:cubicBezTo>
                    <a:pt x="45486" y="41811"/>
                    <a:pt x="59912" y="45476"/>
                    <a:pt x="74081" y="45476"/>
                  </a:cubicBezTo>
                  <a:cubicBezTo>
                    <a:pt x="74665" y="45476"/>
                    <a:pt x="75248" y="45470"/>
                    <a:pt x="75831" y="45458"/>
                  </a:cubicBezTo>
                  <a:cubicBezTo>
                    <a:pt x="90804" y="45142"/>
                    <a:pt x="106177" y="41401"/>
                    <a:pt x="119282" y="31968"/>
                  </a:cubicBezTo>
                  <a:cubicBezTo>
                    <a:pt x="125990" y="27139"/>
                    <a:pt x="132221" y="21338"/>
                    <a:pt x="138817" y="16271"/>
                  </a:cubicBezTo>
                  <a:cubicBezTo>
                    <a:pt x="142143" y="13714"/>
                    <a:pt x="145448" y="11379"/>
                    <a:pt x="149316" y="10440"/>
                  </a:cubicBezTo>
                  <a:cubicBezTo>
                    <a:pt x="150812" y="10078"/>
                    <a:pt x="152323" y="9917"/>
                    <a:pt x="153836" y="9917"/>
                  </a:cubicBezTo>
                  <a:cubicBezTo>
                    <a:pt x="155625" y="9917"/>
                    <a:pt x="157416" y="10142"/>
                    <a:pt x="159185" y="10527"/>
                  </a:cubicBezTo>
                  <a:cubicBezTo>
                    <a:pt x="162983" y="11352"/>
                    <a:pt x="166672" y="12839"/>
                    <a:pt x="170334" y="14321"/>
                  </a:cubicBezTo>
                  <a:cubicBezTo>
                    <a:pt x="174482" y="15997"/>
                    <a:pt x="178713" y="17383"/>
                    <a:pt x="182992" y="18407"/>
                  </a:cubicBezTo>
                  <a:cubicBezTo>
                    <a:pt x="186653" y="19282"/>
                    <a:pt x="190426" y="19787"/>
                    <a:pt x="194193" y="19787"/>
                  </a:cubicBezTo>
                  <a:cubicBezTo>
                    <a:pt x="197694" y="19787"/>
                    <a:pt x="201190" y="19351"/>
                    <a:pt x="204587" y="18369"/>
                  </a:cubicBezTo>
                  <a:cubicBezTo>
                    <a:pt x="206831" y="17721"/>
                    <a:pt x="209570" y="16218"/>
                    <a:pt x="208195" y="12736"/>
                  </a:cubicBezTo>
                  <a:cubicBezTo>
                    <a:pt x="207019" y="9759"/>
                    <a:pt x="203809" y="8201"/>
                    <a:pt x="201535" y="7001"/>
                  </a:cubicBezTo>
                  <a:cubicBezTo>
                    <a:pt x="195238" y="3676"/>
                    <a:pt x="188684" y="1200"/>
                    <a:pt x="181872" y="426"/>
                  </a:cubicBezTo>
                  <a:cubicBezTo>
                    <a:pt x="179055" y="106"/>
                    <a:pt x="176227" y="0"/>
                    <a:pt x="173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18"/>
            <p:cNvSpPr/>
            <p:nvPr/>
          </p:nvSpPr>
          <p:spPr>
            <a:xfrm>
              <a:off x="-241501" y="235723"/>
              <a:ext cx="819678" cy="314658"/>
            </a:xfrm>
            <a:custGeom>
              <a:rect b="b" l="l" r="r" t="t"/>
              <a:pathLst>
                <a:path extrusionOk="0" h="7863" w="20483">
                  <a:moveTo>
                    <a:pt x="10679" y="1"/>
                  </a:moveTo>
                  <a:cubicBezTo>
                    <a:pt x="7200" y="1"/>
                    <a:pt x="3530" y="930"/>
                    <a:pt x="0" y="1036"/>
                  </a:cubicBezTo>
                  <a:lnTo>
                    <a:pt x="0" y="7210"/>
                  </a:lnTo>
                  <a:cubicBezTo>
                    <a:pt x="73" y="7210"/>
                    <a:pt x="146" y="7210"/>
                    <a:pt x="218" y="7210"/>
                  </a:cubicBezTo>
                  <a:cubicBezTo>
                    <a:pt x="2966" y="7210"/>
                    <a:pt x="5723" y="7366"/>
                    <a:pt x="8473" y="7532"/>
                  </a:cubicBezTo>
                  <a:cubicBezTo>
                    <a:pt x="10471" y="7652"/>
                    <a:pt x="12481" y="7858"/>
                    <a:pt x="14482" y="7862"/>
                  </a:cubicBezTo>
                  <a:cubicBezTo>
                    <a:pt x="14579" y="7862"/>
                    <a:pt x="14677" y="7863"/>
                    <a:pt x="14776" y="7863"/>
                  </a:cubicBezTo>
                  <a:cubicBezTo>
                    <a:pt x="16107" y="7863"/>
                    <a:pt x="17589" y="7805"/>
                    <a:pt x="18794" y="7093"/>
                  </a:cubicBezTo>
                  <a:cubicBezTo>
                    <a:pt x="20483" y="6096"/>
                    <a:pt x="19330" y="4228"/>
                    <a:pt x="18366" y="3075"/>
                  </a:cubicBezTo>
                  <a:cubicBezTo>
                    <a:pt x="16959" y="1395"/>
                    <a:pt x="15150" y="529"/>
                    <a:pt x="13253" y="203"/>
                  </a:cubicBezTo>
                  <a:cubicBezTo>
                    <a:pt x="12410" y="59"/>
                    <a:pt x="11551" y="1"/>
                    <a:pt x="106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18"/>
            <p:cNvSpPr/>
            <p:nvPr/>
          </p:nvSpPr>
          <p:spPr>
            <a:xfrm>
              <a:off x="-241501" y="-105111"/>
              <a:ext cx="9361694" cy="2012360"/>
            </a:xfrm>
            <a:custGeom>
              <a:rect b="b" l="l" r="r" t="t"/>
              <a:pathLst>
                <a:path extrusionOk="0" h="50287" w="233940">
                  <a:moveTo>
                    <a:pt x="233940" y="0"/>
                  </a:moveTo>
                  <a:cubicBezTo>
                    <a:pt x="230479" y="1532"/>
                    <a:pt x="227264" y="3838"/>
                    <a:pt x="224035" y="6016"/>
                  </a:cubicBezTo>
                  <a:cubicBezTo>
                    <a:pt x="219999" y="8735"/>
                    <a:pt x="215918" y="11195"/>
                    <a:pt x="211510" y="12795"/>
                  </a:cubicBezTo>
                  <a:cubicBezTo>
                    <a:pt x="205977" y="14804"/>
                    <a:pt x="200252" y="15619"/>
                    <a:pt x="194517" y="15619"/>
                  </a:cubicBezTo>
                  <a:cubicBezTo>
                    <a:pt x="191019" y="15619"/>
                    <a:pt x="187518" y="15316"/>
                    <a:pt x="184053" y="14796"/>
                  </a:cubicBezTo>
                  <a:cubicBezTo>
                    <a:pt x="174879" y="13417"/>
                    <a:pt x="165892" y="10575"/>
                    <a:pt x="156983" y="7553"/>
                  </a:cubicBezTo>
                  <a:cubicBezTo>
                    <a:pt x="154186" y="6603"/>
                    <a:pt x="151295" y="5923"/>
                    <a:pt x="148402" y="5923"/>
                  </a:cubicBezTo>
                  <a:cubicBezTo>
                    <a:pt x="147105" y="5923"/>
                    <a:pt x="145807" y="6060"/>
                    <a:pt x="144518" y="6370"/>
                  </a:cubicBezTo>
                  <a:cubicBezTo>
                    <a:pt x="141010" y="7213"/>
                    <a:pt x="137841" y="9316"/>
                    <a:pt x="134862" y="11732"/>
                  </a:cubicBezTo>
                  <a:cubicBezTo>
                    <a:pt x="131415" y="14529"/>
                    <a:pt x="128149" y="17665"/>
                    <a:pt x="124700" y="20457"/>
                  </a:cubicBezTo>
                  <a:cubicBezTo>
                    <a:pt x="120681" y="23709"/>
                    <a:pt x="116461" y="26565"/>
                    <a:pt x="112085" y="28971"/>
                  </a:cubicBezTo>
                  <a:cubicBezTo>
                    <a:pt x="103869" y="33488"/>
                    <a:pt x="95132" y="36387"/>
                    <a:pt x="86236" y="37674"/>
                  </a:cubicBezTo>
                  <a:cubicBezTo>
                    <a:pt x="82434" y="38224"/>
                    <a:pt x="78620" y="38471"/>
                    <a:pt x="74803" y="38471"/>
                  </a:cubicBezTo>
                  <a:cubicBezTo>
                    <a:pt x="58405" y="38471"/>
                    <a:pt x="41951" y="33908"/>
                    <a:pt x="26125" y="29171"/>
                  </a:cubicBezTo>
                  <a:cubicBezTo>
                    <a:pt x="17408" y="26561"/>
                    <a:pt x="8732" y="23693"/>
                    <a:pt x="0" y="21148"/>
                  </a:cubicBezTo>
                  <a:lnTo>
                    <a:pt x="0" y="30371"/>
                  </a:lnTo>
                  <a:cubicBezTo>
                    <a:pt x="3472" y="33108"/>
                    <a:pt x="7489" y="35009"/>
                    <a:pt x="11115" y="36595"/>
                  </a:cubicBezTo>
                  <a:cubicBezTo>
                    <a:pt x="17532" y="39404"/>
                    <a:pt x="24220" y="41608"/>
                    <a:pt x="30929" y="42938"/>
                  </a:cubicBezTo>
                  <a:cubicBezTo>
                    <a:pt x="38228" y="44386"/>
                    <a:pt x="45630" y="44923"/>
                    <a:pt x="53022" y="44923"/>
                  </a:cubicBezTo>
                  <a:cubicBezTo>
                    <a:pt x="55748" y="44923"/>
                    <a:pt x="58473" y="44850"/>
                    <a:pt x="61191" y="44723"/>
                  </a:cubicBezTo>
                  <a:cubicBezTo>
                    <a:pt x="71533" y="44237"/>
                    <a:pt x="81978" y="43258"/>
                    <a:pt x="92233" y="41498"/>
                  </a:cubicBezTo>
                  <a:cubicBezTo>
                    <a:pt x="102742" y="39694"/>
                    <a:pt x="112661" y="35767"/>
                    <a:pt x="122701" y="31597"/>
                  </a:cubicBezTo>
                  <a:cubicBezTo>
                    <a:pt x="132437" y="27557"/>
                    <a:pt x="142206" y="24207"/>
                    <a:pt x="152521" y="24092"/>
                  </a:cubicBezTo>
                  <a:cubicBezTo>
                    <a:pt x="152754" y="24089"/>
                    <a:pt x="152988" y="24088"/>
                    <a:pt x="153222" y="24088"/>
                  </a:cubicBezTo>
                  <a:cubicBezTo>
                    <a:pt x="163194" y="24088"/>
                    <a:pt x="173100" y="26520"/>
                    <a:pt x="182555" y="30450"/>
                  </a:cubicBezTo>
                  <a:cubicBezTo>
                    <a:pt x="187610" y="32550"/>
                    <a:pt x="192565" y="35025"/>
                    <a:pt x="197604" y="37193"/>
                  </a:cubicBezTo>
                  <a:cubicBezTo>
                    <a:pt x="202625" y="39352"/>
                    <a:pt x="207681" y="41382"/>
                    <a:pt x="212770" y="43265"/>
                  </a:cubicBezTo>
                  <a:cubicBezTo>
                    <a:pt x="219747" y="45846"/>
                    <a:pt x="226825" y="48256"/>
                    <a:pt x="233940" y="50286"/>
                  </a:cubicBezTo>
                  <a:lnTo>
                    <a:pt x="233940" y="34729"/>
                  </a:lnTo>
                  <a:cubicBezTo>
                    <a:pt x="233339" y="34539"/>
                    <a:pt x="232731" y="34368"/>
                    <a:pt x="232112" y="34224"/>
                  </a:cubicBezTo>
                  <a:cubicBezTo>
                    <a:pt x="229270" y="33551"/>
                    <a:pt x="226381" y="33250"/>
                    <a:pt x="223499" y="32996"/>
                  </a:cubicBezTo>
                  <a:cubicBezTo>
                    <a:pt x="219753" y="32668"/>
                    <a:pt x="216005" y="32333"/>
                    <a:pt x="212261" y="31960"/>
                  </a:cubicBezTo>
                  <a:cubicBezTo>
                    <a:pt x="208072" y="31543"/>
                    <a:pt x="203886" y="31089"/>
                    <a:pt x="199705" y="30539"/>
                  </a:cubicBezTo>
                  <a:cubicBezTo>
                    <a:pt x="195713" y="30014"/>
                    <a:pt x="191661" y="29550"/>
                    <a:pt x="187710" y="28635"/>
                  </a:cubicBezTo>
                  <a:cubicBezTo>
                    <a:pt x="184185" y="27821"/>
                    <a:pt x="180587" y="27222"/>
                    <a:pt x="177204" y="25665"/>
                  </a:cubicBezTo>
                  <a:cubicBezTo>
                    <a:pt x="175719" y="24980"/>
                    <a:pt x="173996" y="24080"/>
                    <a:pt x="173054" y="22380"/>
                  </a:cubicBezTo>
                  <a:cubicBezTo>
                    <a:pt x="172381" y="21164"/>
                    <a:pt x="172300" y="19467"/>
                    <a:pt x="173266" y="18466"/>
                  </a:cubicBezTo>
                  <a:cubicBezTo>
                    <a:pt x="174400" y="17293"/>
                    <a:pt x="176205" y="17248"/>
                    <a:pt x="177591" y="17230"/>
                  </a:cubicBezTo>
                  <a:cubicBezTo>
                    <a:pt x="177667" y="17230"/>
                    <a:pt x="177743" y="17229"/>
                    <a:pt x="177820" y="17229"/>
                  </a:cubicBezTo>
                  <a:cubicBezTo>
                    <a:pt x="179957" y="17229"/>
                    <a:pt x="182098" y="17572"/>
                    <a:pt x="184206" y="17983"/>
                  </a:cubicBezTo>
                  <a:cubicBezTo>
                    <a:pt x="186167" y="18365"/>
                    <a:pt x="188113" y="18845"/>
                    <a:pt x="190056" y="19342"/>
                  </a:cubicBezTo>
                  <a:cubicBezTo>
                    <a:pt x="192155" y="19880"/>
                    <a:pt x="194290" y="20178"/>
                    <a:pt x="196416" y="20482"/>
                  </a:cubicBezTo>
                  <a:cubicBezTo>
                    <a:pt x="200378" y="21047"/>
                    <a:pt x="204372" y="21430"/>
                    <a:pt x="208364" y="21430"/>
                  </a:cubicBezTo>
                  <a:cubicBezTo>
                    <a:pt x="209889" y="21430"/>
                    <a:pt x="211413" y="21374"/>
                    <a:pt x="212936" y="21251"/>
                  </a:cubicBezTo>
                  <a:cubicBezTo>
                    <a:pt x="218320" y="20818"/>
                    <a:pt x="223791" y="19532"/>
                    <a:pt x="228641" y="16425"/>
                  </a:cubicBezTo>
                  <a:cubicBezTo>
                    <a:pt x="230586" y="15179"/>
                    <a:pt x="232358" y="13636"/>
                    <a:pt x="233940" y="11842"/>
                  </a:cubicBezTo>
                  <a:lnTo>
                    <a:pt x="2339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18"/>
            <p:cNvSpPr/>
            <p:nvPr/>
          </p:nvSpPr>
          <p:spPr>
            <a:xfrm>
              <a:off x="-241261" y="1310728"/>
              <a:ext cx="5153814" cy="1015564"/>
            </a:xfrm>
            <a:custGeom>
              <a:rect b="b" l="l" r="r" t="t"/>
              <a:pathLst>
                <a:path extrusionOk="0" h="25378" w="128789">
                  <a:moveTo>
                    <a:pt x="125460" y="1"/>
                  </a:moveTo>
                  <a:cubicBezTo>
                    <a:pt x="124112" y="1"/>
                    <a:pt x="122755" y="233"/>
                    <a:pt x="121432" y="495"/>
                  </a:cubicBezTo>
                  <a:cubicBezTo>
                    <a:pt x="117708" y="1235"/>
                    <a:pt x="114038" y="2428"/>
                    <a:pt x="110408" y="3702"/>
                  </a:cubicBezTo>
                  <a:cubicBezTo>
                    <a:pt x="101528" y="6816"/>
                    <a:pt x="92732" y="10293"/>
                    <a:pt x="83787" y="13112"/>
                  </a:cubicBezTo>
                  <a:cubicBezTo>
                    <a:pt x="72182" y="16772"/>
                    <a:pt x="60329" y="19483"/>
                    <a:pt x="48340" y="19746"/>
                  </a:cubicBezTo>
                  <a:cubicBezTo>
                    <a:pt x="47589" y="19762"/>
                    <a:pt x="46838" y="19771"/>
                    <a:pt x="46087" y="19771"/>
                  </a:cubicBezTo>
                  <a:cubicBezTo>
                    <a:pt x="36277" y="19771"/>
                    <a:pt x="26528" y="18319"/>
                    <a:pt x="17277" y="13958"/>
                  </a:cubicBezTo>
                  <a:cubicBezTo>
                    <a:pt x="14817" y="12796"/>
                    <a:pt x="12434" y="11433"/>
                    <a:pt x="10052" y="10038"/>
                  </a:cubicBezTo>
                  <a:cubicBezTo>
                    <a:pt x="7467" y="8528"/>
                    <a:pt x="4765" y="7378"/>
                    <a:pt x="2106" y="6103"/>
                  </a:cubicBezTo>
                  <a:cubicBezTo>
                    <a:pt x="1402" y="5766"/>
                    <a:pt x="699" y="5418"/>
                    <a:pt x="0" y="5056"/>
                  </a:cubicBezTo>
                  <a:lnTo>
                    <a:pt x="0" y="11211"/>
                  </a:lnTo>
                  <a:cubicBezTo>
                    <a:pt x="4701" y="13100"/>
                    <a:pt x="9362" y="15161"/>
                    <a:pt x="14041" y="17090"/>
                  </a:cubicBezTo>
                  <a:cubicBezTo>
                    <a:pt x="16400" y="18063"/>
                    <a:pt x="18775" y="19117"/>
                    <a:pt x="21195" y="19846"/>
                  </a:cubicBezTo>
                  <a:cubicBezTo>
                    <a:pt x="23656" y="20587"/>
                    <a:pt x="26170" y="20896"/>
                    <a:pt x="28695" y="21030"/>
                  </a:cubicBezTo>
                  <a:cubicBezTo>
                    <a:pt x="33506" y="21285"/>
                    <a:pt x="38258" y="21488"/>
                    <a:pt x="43036" y="22348"/>
                  </a:cubicBezTo>
                  <a:cubicBezTo>
                    <a:pt x="47992" y="23241"/>
                    <a:pt x="52914" y="24461"/>
                    <a:pt x="57900" y="25055"/>
                  </a:cubicBezTo>
                  <a:cubicBezTo>
                    <a:pt x="59669" y="25266"/>
                    <a:pt x="61430" y="25377"/>
                    <a:pt x="63185" y="25377"/>
                  </a:cubicBezTo>
                  <a:cubicBezTo>
                    <a:pt x="66528" y="25377"/>
                    <a:pt x="69851" y="24974"/>
                    <a:pt x="73168" y="24091"/>
                  </a:cubicBezTo>
                  <a:cubicBezTo>
                    <a:pt x="82572" y="21585"/>
                    <a:pt x="91311" y="16379"/>
                    <a:pt x="100290" y="12209"/>
                  </a:cubicBezTo>
                  <a:cubicBezTo>
                    <a:pt x="102551" y="11159"/>
                    <a:pt x="104832" y="10174"/>
                    <a:pt x="107142" y="9317"/>
                  </a:cubicBezTo>
                  <a:cubicBezTo>
                    <a:pt x="109515" y="8437"/>
                    <a:pt x="111919" y="7831"/>
                    <a:pt x="114326" y="7132"/>
                  </a:cubicBezTo>
                  <a:cubicBezTo>
                    <a:pt x="119263" y="5699"/>
                    <a:pt x="123997" y="3389"/>
                    <a:pt x="128789" y="1350"/>
                  </a:cubicBezTo>
                  <a:cubicBezTo>
                    <a:pt x="128436" y="255"/>
                    <a:pt x="127130" y="101"/>
                    <a:pt x="126329" y="35"/>
                  </a:cubicBezTo>
                  <a:cubicBezTo>
                    <a:pt x="126040" y="12"/>
                    <a:pt x="125750" y="1"/>
                    <a:pt x="1254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18"/>
            <p:cNvSpPr/>
            <p:nvPr/>
          </p:nvSpPr>
          <p:spPr>
            <a:xfrm>
              <a:off x="-241501" y="3276894"/>
              <a:ext cx="949935" cy="459281"/>
            </a:xfrm>
            <a:custGeom>
              <a:rect b="b" l="l" r="r" t="t"/>
              <a:pathLst>
                <a:path extrusionOk="0" h="11477" w="23738">
                  <a:moveTo>
                    <a:pt x="0" y="0"/>
                  </a:moveTo>
                  <a:lnTo>
                    <a:pt x="0" y="7277"/>
                  </a:lnTo>
                  <a:cubicBezTo>
                    <a:pt x="3475" y="8436"/>
                    <a:pt x="6937" y="9675"/>
                    <a:pt x="10474" y="10467"/>
                  </a:cubicBezTo>
                  <a:cubicBezTo>
                    <a:pt x="12599" y="10942"/>
                    <a:pt x="14945" y="11477"/>
                    <a:pt x="17230" y="11477"/>
                  </a:cubicBezTo>
                  <a:cubicBezTo>
                    <a:pt x="18607" y="11477"/>
                    <a:pt x="19963" y="11282"/>
                    <a:pt x="21233" y="10762"/>
                  </a:cubicBezTo>
                  <a:cubicBezTo>
                    <a:pt x="22964" y="10052"/>
                    <a:pt x="23737" y="8373"/>
                    <a:pt x="22783" y="6233"/>
                  </a:cubicBezTo>
                  <a:cubicBezTo>
                    <a:pt x="21854" y="4148"/>
                    <a:pt x="19780" y="3350"/>
                    <a:pt x="18049" y="2892"/>
                  </a:cubicBezTo>
                  <a:cubicBezTo>
                    <a:pt x="14044" y="1834"/>
                    <a:pt x="9964" y="2398"/>
                    <a:pt x="5923" y="1958"/>
                  </a:cubicBezTo>
                  <a:cubicBezTo>
                    <a:pt x="3848" y="1734"/>
                    <a:pt x="1868" y="103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18"/>
            <p:cNvSpPr/>
            <p:nvPr/>
          </p:nvSpPr>
          <p:spPr>
            <a:xfrm>
              <a:off x="-241501" y="1635714"/>
              <a:ext cx="9361814" cy="2217890"/>
            </a:xfrm>
            <a:custGeom>
              <a:rect b="b" l="l" r="r" t="t"/>
              <a:pathLst>
                <a:path extrusionOk="0" h="55423" w="233943">
                  <a:moveTo>
                    <a:pt x="144772" y="1"/>
                  </a:moveTo>
                  <a:cubicBezTo>
                    <a:pt x="142102" y="1"/>
                    <a:pt x="139431" y="96"/>
                    <a:pt x="136766" y="286"/>
                  </a:cubicBezTo>
                  <a:cubicBezTo>
                    <a:pt x="128012" y="909"/>
                    <a:pt x="119276" y="2552"/>
                    <a:pt x="110812" y="5489"/>
                  </a:cubicBezTo>
                  <a:cubicBezTo>
                    <a:pt x="106624" y="6944"/>
                    <a:pt x="102575" y="8874"/>
                    <a:pt x="98468" y="10653"/>
                  </a:cubicBezTo>
                  <a:cubicBezTo>
                    <a:pt x="93953" y="12609"/>
                    <a:pt x="89399" y="14424"/>
                    <a:pt x="84794" y="16010"/>
                  </a:cubicBezTo>
                  <a:cubicBezTo>
                    <a:pt x="74251" y="19642"/>
                    <a:pt x="63428" y="21981"/>
                    <a:pt x="52620" y="21981"/>
                  </a:cubicBezTo>
                  <a:cubicBezTo>
                    <a:pt x="45059" y="21981"/>
                    <a:pt x="37505" y="20836"/>
                    <a:pt x="30059" y="18189"/>
                  </a:cubicBezTo>
                  <a:cubicBezTo>
                    <a:pt x="25579" y="16596"/>
                    <a:pt x="21178" y="14667"/>
                    <a:pt x="16828" y="12578"/>
                  </a:cubicBezTo>
                  <a:cubicBezTo>
                    <a:pt x="12514" y="10509"/>
                    <a:pt x="8272" y="8266"/>
                    <a:pt x="3815" y="6712"/>
                  </a:cubicBezTo>
                  <a:cubicBezTo>
                    <a:pt x="2549" y="6272"/>
                    <a:pt x="1276" y="5888"/>
                    <a:pt x="0" y="5548"/>
                  </a:cubicBezTo>
                  <a:lnTo>
                    <a:pt x="0" y="23614"/>
                  </a:lnTo>
                  <a:cubicBezTo>
                    <a:pt x="12657" y="29572"/>
                    <a:pt x="26166" y="33013"/>
                    <a:pt x="39600" y="33024"/>
                  </a:cubicBezTo>
                  <a:cubicBezTo>
                    <a:pt x="39625" y="33024"/>
                    <a:pt x="39649" y="33024"/>
                    <a:pt x="39674" y="33024"/>
                  </a:cubicBezTo>
                  <a:cubicBezTo>
                    <a:pt x="43920" y="33024"/>
                    <a:pt x="48167" y="32654"/>
                    <a:pt x="52367" y="31843"/>
                  </a:cubicBezTo>
                  <a:cubicBezTo>
                    <a:pt x="54553" y="31420"/>
                    <a:pt x="56709" y="30737"/>
                    <a:pt x="58881" y="30217"/>
                  </a:cubicBezTo>
                  <a:cubicBezTo>
                    <a:pt x="61539" y="29579"/>
                    <a:pt x="64252" y="29008"/>
                    <a:pt x="66965" y="29005"/>
                  </a:cubicBezTo>
                  <a:cubicBezTo>
                    <a:pt x="66982" y="29005"/>
                    <a:pt x="66999" y="29005"/>
                    <a:pt x="67017" y="29005"/>
                  </a:cubicBezTo>
                  <a:cubicBezTo>
                    <a:pt x="68762" y="29005"/>
                    <a:pt x="71102" y="29156"/>
                    <a:pt x="72309" y="31005"/>
                  </a:cubicBezTo>
                  <a:cubicBezTo>
                    <a:pt x="73261" y="32464"/>
                    <a:pt x="73035" y="34779"/>
                    <a:pt x="72433" y="36381"/>
                  </a:cubicBezTo>
                  <a:cubicBezTo>
                    <a:pt x="71760" y="38175"/>
                    <a:pt x="70452" y="39418"/>
                    <a:pt x="69067" y="40261"/>
                  </a:cubicBezTo>
                  <a:cubicBezTo>
                    <a:pt x="65139" y="42655"/>
                    <a:pt x="60371" y="42850"/>
                    <a:pt x="56096" y="42852"/>
                  </a:cubicBezTo>
                  <a:cubicBezTo>
                    <a:pt x="56089" y="42852"/>
                    <a:pt x="56082" y="42852"/>
                    <a:pt x="56075" y="42852"/>
                  </a:cubicBezTo>
                  <a:cubicBezTo>
                    <a:pt x="46902" y="42852"/>
                    <a:pt x="37792" y="41022"/>
                    <a:pt x="28834" y="38660"/>
                  </a:cubicBezTo>
                  <a:cubicBezTo>
                    <a:pt x="19225" y="36125"/>
                    <a:pt x="9684" y="33151"/>
                    <a:pt x="0" y="31087"/>
                  </a:cubicBezTo>
                  <a:lnTo>
                    <a:pt x="0" y="40459"/>
                  </a:lnTo>
                  <a:cubicBezTo>
                    <a:pt x="415" y="40687"/>
                    <a:pt x="838" y="40900"/>
                    <a:pt x="1269" y="41094"/>
                  </a:cubicBezTo>
                  <a:cubicBezTo>
                    <a:pt x="3834" y="42246"/>
                    <a:pt x="6360" y="42550"/>
                    <a:pt x="9049" y="42595"/>
                  </a:cubicBezTo>
                  <a:cubicBezTo>
                    <a:pt x="11321" y="42632"/>
                    <a:pt x="13601" y="42650"/>
                    <a:pt x="15862" y="42966"/>
                  </a:cubicBezTo>
                  <a:cubicBezTo>
                    <a:pt x="17766" y="43232"/>
                    <a:pt x="19811" y="43645"/>
                    <a:pt x="21476" y="44925"/>
                  </a:cubicBezTo>
                  <a:cubicBezTo>
                    <a:pt x="22689" y="45858"/>
                    <a:pt x="23822" y="47631"/>
                    <a:pt x="23620" y="49546"/>
                  </a:cubicBezTo>
                  <a:cubicBezTo>
                    <a:pt x="23450" y="51198"/>
                    <a:pt x="22153" y="51995"/>
                    <a:pt x="21013" y="52388"/>
                  </a:cubicBezTo>
                  <a:cubicBezTo>
                    <a:pt x="19769" y="52816"/>
                    <a:pt x="18468" y="52983"/>
                    <a:pt x="17149" y="52983"/>
                  </a:cubicBezTo>
                  <a:cubicBezTo>
                    <a:pt x="14678" y="52983"/>
                    <a:pt x="12147" y="52396"/>
                    <a:pt x="9822" y="51845"/>
                  </a:cubicBezTo>
                  <a:cubicBezTo>
                    <a:pt x="6510" y="51059"/>
                    <a:pt x="3259" y="49899"/>
                    <a:pt x="0" y="48810"/>
                  </a:cubicBezTo>
                  <a:lnTo>
                    <a:pt x="0" y="54602"/>
                  </a:lnTo>
                  <a:cubicBezTo>
                    <a:pt x="5036" y="55007"/>
                    <a:pt x="10079" y="55225"/>
                    <a:pt x="15119" y="55348"/>
                  </a:cubicBezTo>
                  <a:cubicBezTo>
                    <a:pt x="17082" y="55396"/>
                    <a:pt x="19048" y="55423"/>
                    <a:pt x="21015" y="55423"/>
                  </a:cubicBezTo>
                  <a:cubicBezTo>
                    <a:pt x="29997" y="55423"/>
                    <a:pt x="38994" y="54866"/>
                    <a:pt x="47880" y="53219"/>
                  </a:cubicBezTo>
                  <a:cubicBezTo>
                    <a:pt x="52943" y="52282"/>
                    <a:pt x="58028" y="51048"/>
                    <a:pt x="62912" y="49101"/>
                  </a:cubicBezTo>
                  <a:cubicBezTo>
                    <a:pt x="67581" y="47240"/>
                    <a:pt x="72025" y="44594"/>
                    <a:pt x="76326" y="41657"/>
                  </a:cubicBezTo>
                  <a:cubicBezTo>
                    <a:pt x="84683" y="35949"/>
                    <a:pt x="92557" y="29085"/>
                    <a:pt x="101261" y="24207"/>
                  </a:cubicBezTo>
                  <a:cubicBezTo>
                    <a:pt x="110109" y="19249"/>
                    <a:pt x="119692" y="17446"/>
                    <a:pt x="129288" y="16670"/>
                  </a:cubicBezTo>
                  <a:cubicBezTo>
                    <a:pt x="132649" y="16399"/>
                    <a:pt x="136013" y="16271"/>
                    <a:pt x="139377" y="16271"/>
                  </a:cubicBezTo>
                  <a:cubicBezTo>
                    <a:pt x="157478" y="16271"/>
                    <a:pt x="175585" y="19963"/>
                    <a:pt x="193212" y="24804"/>
                  </a:cubicBezTo>
                  <a:cubicBezTo>
                    <a:pt x="203630" y="27665"/>
                    <a:pt x="214279" y="30372"/>
                    <a:pt x="224304" y="35040"/>
                  </a:cubicBezTo>
                  <a:cubicBezTo>
                    <a:pt x="227597" y="36575"/>
                    <a:pt x="230795" y="38437"/>
                    <a:pt x="233942" y="40411"/>
                  </a:cubicBezTo>
                  <a:lnTo>
                    <a:pt x="233942" y="31703"/>
                  </a:lnTo>
                  <a:cubicBezTo>
                    <a:pt x="228231" y="27859"/>
                    <a:pt x="222155" y="24807"/>
                    <a:pt x="216214" y="21705"/>
                  </a:cubicBezTo>
                  <a:cubicBezTo>
                    <a:pt x="207456" y="17134"/>
                    <a:pt x="198525" y="13002"/>
                    <a:pt x="189487" y="9410"/>
                  </a:cubicBezTo>
                  <a:cubicBezTo>
                    <a:pt x="180687" y="5912"/>
                    <a:pt x="171778" y="2926"/>
                    <a:pt x="162615" y="1437"/>
                  </a:cubicBezTo>
                  <a:cubicBezTo>
                    <a:pt x="156702" y="476"/>
                    <a:pt x="150736" y="1"/>
                    <a:pt x="1447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18"/>
            <p:cNvSpPr/>
            <p:nvPr/>
          </p:nvSpPr>
          <p:spPr>
            <a:xfrm>
              <a:off x="4160117" y="2550326"/>
              <a:ext cx="4960169" cy="2176352"/>
            </a:xfrm>
            <a:custGeom>
              <a:rect b="b" l="l" r="r" t="t"/>
              <a:pathLst>
                <a:path extrusionOk="0" h="54385" w="123950">
                  <a:moveTo>
                    <a:pt x="25687" y="0"/>
                  </a:moveTo>
                  <a:cubicBezTo>
                    <a:pt x="25613" y="0"/>
                    <a:pt x="25540" y="0"/>
                    <a:pt x="25467" y="0"/>
                  </a:cubicBezTo>
                  <a:cubicBezTo>
                    <a:pt x="22189" y="8"/>
                    <a:pt x="18895" y="286"/>
                    <a:pt x="15653" y="893"/>
                  </a:cubicBezTo>
                  <a:cubicBezTo>
                    <a:pt x="12106" y="1558"/>
                    <a:pt x="8455" y="2579"/>
                    <a:pt x="5276" y="4757"/>
                  </a:cubicBezTo>
                  <a:cubicBezTo>
                    <a:pt x="2358" y="6754"/>
                    <a:pt x="1" y="10011"/>
                    <a:pt x="133" y="14446"/>
                  </a:cubicBezTo>
                  <a:cubicBezTo>
                    <a:pt x="289" y="19675"/>
                    <a:pt x="3866" y="23250"/>
                    <a:pt x="7286" y="25363"/>
                  </a:cubicBezTo>
                  <a:cubicBezTo>
                    <a:pt x="11223" y="27796"/>
                    <a:pt x="15408" y="28684"/>
                    <a:pt x="19651" y="28684"/>
                  </a:cubicBezTo>
                  <a:cubicBezTo>
                    <a:pt x="25154" y="28684"/>
                    <a:pt x="30756" y="27191"/>
                    <a:pt x="36046" y="25632"/>
                  </a:cubicBezTo>
                  <a:cubicBezTo>
                    <a:pt x="41465" y="24035"/>
                    <a:pt x="46862" y="22167"/>
                    <a:pt x="52380" y="21177"/>
                  </a:cubicBezTo>
                  <a:cubicBezTo>
                    <a:pt x="56587" y="20424"/>
                    <a:pt x="60828" y="20023"/>
                    <a:pt x="65073" y="20023"/>
                  </a:cubicBezTo>
                  <a:cubicBezTo>
                    <a:pt x="66363" y="20023"/>
                    <a:pt x="67654" y="20060"/>
                    <a:pt x="68944" y="20135"/>
                  </a:cubicBezTo>
                  <a:cubicBezTo>
                    <a:pt x="79965" y="20783"/>
                    <a:pt x="90870" y="24103"/>
                    <a:pt x="100937" y="29809"/>
                  </a:cubicBezTo>
                  <a:cubicBezTo>
                    <a:pt x="105755" y="32540"/>
                    <a:pt x="110519" y="35684"/>
                    <a:pt x="114557" y="40038"/>
                  </a:cubicBezTo>
                  <a:cubicBezTo>
                    <a:pt x="118056" y="43811"/>
                    <a:pt x="120978" y="48359"/>
                    <a:pt x="123419" y="53277"/>
                  </a:cubicBezTo>
                  <a:cubicBezTo>
                    <a:pt x="123600" y="53644"/>
                    <a:pt x="123773" y="54016"/>
                    <a:pt x="123950" y="54384"/>
                  </a:cubicBezTo>
                  <a:lnTo>
                    <a:pt x="123950" y="30590"/>
                  </a:lnTo>
                  <a:cubicBezTo>
                    <a:pt x="115011" y="23740"/>
                    <a:pt x="104675" y="20070"/>
                    <a:pt x="94699" y="16430"/>
                  </a:cubicBezTo>
                  <a:cubicBezTo>
                    <a:pt x="83278" y="12265"/>
                    <a:pt x="71945" y="7950"/>
                    <a:pt x="60279" y="4996"/>
                  </a:cubicBezTo>
                  <a:cubicBezTo>
                    <a:pt x="48938" y="2125"/>
                    <a:pt x="37275" y="0"/>
                    <a:pt x="25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18"/>
            <p:cNvSpPr/>
            <p:nvPr/>
          </p:nvSpPr>
          <p:spPr>
            <a:xfrm>
              <a:off x="-241501" y="3332199"/>
              <a:ext cx="4579363" cy="1972262"/>
            </a:xfrm>
            <a:custGeom>
              <a:rect b="b" l="l" r="r" t="t"/>
              <a:pathLst>
                <a:path extrusionOk="0" h="49285" w="114434">
                  <a:moveTo>
                    <a:pt x="97111" y="0"/>
                  </a:moveTo>
                  <a:cubicBezTo>
                    <a:pt x="92375" y="0"/>
                    <a:pt x="88229" y="4066"/>
                    <a:pt x="85079" y="8725"/>
                  </a:cubicBezTo>
                  <a:cubicBezTo>
                    <a:pt x="81036" y="14698"/>
                    <a:pt x="78056" y="22263"/>
                    <a:pt x="72346" y="26006"/>
                  </a:cubicBezTo>
                  <a:cubicBezTo>
                    <a:pt x="69011" y="28192"/>
                    <a:pt x="65286" y="29191"/>
                    <a:pt x="61597" y="29874"/>
                  </a:cubicBezTo>
                  <a:cubicBezTo>
                    <a:pt x="57172" y="30696"/>
                    <a:pt x="52733" y="31343"/>
                    <a:pt x="48270" y="31736"/>
                  </a:cubicBezTo>
                  <a:cubicBezTo>
                    <a:pt x="43819" y="32127"/>
                    <a:pt x="39334" y="32342"/>
                    <a:pt x="34849" y="32342"/>
                  </a:cubicBezTo>
                  <a:cubicBezTo>
                    <a:pt x="29827" y="32342"/>
                    <a:pt x="24804" y="32073"/>
                    <a:pt x="19828" y="31484"/>
                  </a:cubicBezTo>
                  <a:cubicBezTo>
                    <a:pt x="13156" y="30694"/>
                    <a:pt x="6527" y="29288"/>
                    <a:pt x="0" y="27342"/>
                  </a:cubicBezTo>
                  <a:lnTo>
                    <a:pt x="0" y="45284"/>
                  </a:lnTo>
                  <a:cubicBezTo>
                    <a:pt x="0" y="47494"/>
                    <a:pt x="1415" y="49285"/>
                    <a:pt x="3161" y="49285"/>
                  </a:cubicBezTo>
                  <a:lnTo>
                    <a:pt x="54554" y="49285"/>
                  </a:lnTo>
                  <a:cubicBezTo>
                    <a:pt x="57524" y="43691"/>
                    <a:pt x="61460" y="38933"/>
                    <a:pt x="66165" y="35699"/>
                  </a:cubicBezTo>
                  <a:cubicBezTo>
                    <a:pt x="74007" y="30307"/>
                    <a:pt x="82814" y="29860"/>
                    <a:pt x="91444" y="28199"/>
                  </a:cubicBezTo>
                  <a:cubicBezTo>
                    <a:pt x="94850" y="27544"/>
                    <a:pt x="98284" y="26656"/>
                    <a:pt x="101576" y="25345"/>
                  </a:cubicBezTo>
                  <a:cubicBezTo>
                    <a:pt x="104402" y="24220"/>
                    <a:pt x="107468" y="22637"/>
                    <a:pt x="109397" y="19658"/>
                  </a:cubicBezTo>
                  <a:cubicBezTo>
                    <a:pt x="114434" y="11884"/>
                    <a:pt x="106261" y="3395"/>
                    <a:pt x="100927" y="890"/>
                  </a:cubicBezTo>
                  <a:cubicBezTo>
                    <a:pt x="99620" y="276"/>
                    <a:pt x="98345" y="0"/>
                    <a:pt x="97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18"/>
            <p:cNvSpPr/>
            <p:nvPr/>
          </p:nvSpPr>
          <p:spPr>
            <a:xfrm>
              <a:off x="2622226" y="4592047"/>
              <a:ext cx="4319449" cy="712432"/>
            </a:xfrm>
            <a:custGeom>
              <a:rect b="b" l="l" r="r" t="t"/>
              <a:pathLst>
                <a:path extrusionOk="0" h="17803" w="107939">
                  <a:moveTo>
                    <a:pt x="27543" y="0"/>
                  </a:moveTo>
                  <a:cubicBezTo>
                    <a:pt x="27240" y="0"/>
                    <a:pt x="26937" y="6"/>
                    <a:pt x="26634" y="18"/>
                  </a:cubicBezTo>
                  <a:cubicBezTo>
                    <a:pt x="24027" y="121"/>
                    <a:pt x="21392" y="745"/>
                    <a:pt x="19094" y="2364"/>
                  </a:cubicBezTo>
                  <a:cubicBezTo>
                    <a:pt x="18481" y="2797"/>
                    <a:pt x="16577" y="4050"/>
                    <a:pt x="17537" y="5118"/>
                  </a:cubicBezTo>
                  <a:cubicBezTo>
                    <a:pt x="18117" y="5762"/>
                    <a:pt x="19161" y="5928"/>
                    <a:pt x="19890" y="6091"/>
                  </a:cubicBezTo>
                  <a:cubicBezTo>
                    <a:pt x="23855" y="6979"/>
                    <a:pt x="27949" y="6569"/>
                    <a:pt x="31949" y="6998"/>
                  </a:cubicBezTo>
                  <a:cubicBezTo>
                    <a:pt x="35180" y="7344"/>
                    <a:pt x="39652" y="7834"/>
                    <a:pt x="41798" y="11379"/>
                  </a:cubicBezTo>
                  <a:cubicBezTo>
                    <a:pt x="41873" y="11504"/>
                    <a:pt x="41874" y="11697"/>
                    <a:pt x="41748" y="11777"/>
                  </a:cubicBezTo>
                  <a:cubicBezTo>
                    <a:pt x="40684" y="12461"/>
                    <a:pt x="39488" y="12703"/>
                    <a:pt x="38262" y="12703"/>
                  </a:cubicBezTo>
                  <a:cubicBezTo>
                    <a:pt x="36542" y="12703"/>
                    <a:pt x="34763" y="12227"/>
                    <a:pt x="33207" y="11823"/>
                  </a:cubicBezTo>
                  <a:cubicBezTo>
                    <a:pt x="31601" y="11407"/>
                    <a:pt x="30013" y="10894"/>
                    <a:pt x="28412" y="10466"/>
                  </a:cubicBezTo>
                  <a:cubicBezTo>
                    <a:pt x="26593" y="9980"/>
                    <a:pt x="24742" y="9711"/>
                    <a:pt x="22919" y="9248"/>
                  </a:cubicBezTo>
                  <a:cubicBezTo>
                    <a:pt x="18811" y="8207"/>
                    <a:pt x="14751" y="6811"/>
                    <a:pt x="10581" y="6185"/>
                  </a:cubicBezTo>
                  <a:cubicBezTo>
                    <a:pt x="9499" y="6023"/>
                    <a:pt x="8286" y="5852"/>
                    <a:pt x="7075" y="5852"/>
                  </a:cubicBezTo>
                  <a:cubicBezTo>
                    <a:pt x="5505" y="5852"/>
                    <a:pt x="3938" y="6139"/>
                    <a:pt x="2667" y="7101"/>
                  </a:cubicBezTo>
                  <a:cubicBezTo>
                    <a:pt x="702" y="8588"/>
                    <a:pt x="1" y="12230"/>
                    <a:pt x="827" y="14868"/>
                  </a:cubicBezTo>
                  <a:cubicBezTo>
                    <a:pt x="1191" y="16035"/>
                    <a:pt x="1835" y="16995"/>
                    <a:pt x="2588" y="17803"/>
                  </a:cubicBezTo>
                  <a:lnTo>
                    <a:pt x="107349" y="17803"/>
                  </a:lnTo>
                  <a:cubicBezTo>
                    <a:pt x="107939" y="14229"/>
                    <a:pt x="104542" y="9947"/>
                    <a:pt x="102361" y="8404"/>
                  </a:cubicBezTo>
                  <a:cubicBezTo>
                    <a:pt x="99751" y="6560"/>
                    <a:pt x="96718" y="5974"/>
                    <a:pt x="93716" y="5974"/>
                  </a:cubicBezTo>
                  <a:cubicBezTo>
                    <a:pt x="92496" y="5974"/>
                    <a:pt x="91282" y="6070"/>
                    <a:pt x="90103" y="6219"/>
                  </a:cubicBezTo>
                  <a:cubicBezTo>
                    <a:pt x="87978" y="6486"/>
                    <a:pt x="85895" y="7048"/>
                    <a:pt x="83786" y="7444"/>
                  </a:cubicBezTo>
                  <a:cubicBezTo>
                    <a:pt x="81051" y="7961"/>
                    <a:pt x="78295" y="8278"/>
                    <a:pt x="75534" y="8442"/>
                  </a:cubicBezTo>
                  <a:cubicBezTo>
                    <a:pt x="74026" y="8532"/>
                    <a:pt x="72516" y="8576"/>
                    <a:pt x="71005" y="8576"/>
                  </a:cubicBezTo>
                  <a:cubicBezTo>
                    <a:pt x="66567" y="8576"/>
                    <a:pt x="62125" y="8194"/>
                    <a:pt x="57730" y="7447"/>
                  </a:cubicBezTo>
                  <a:cubicBezTo>
                    <a:pt x="52546" y="6565"/>
                    <a:pt x="47524" y="4962"/>
                    <a:pt x="42478" y="3264"/>
                  </a:cubicBezTo>
                  <a:cubicBezTo>
                    <a:pt x="37619" y="1632"/>
                    <a:pt x="32605" y="0"/>
                    <a:pt x="275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18"/>
            <p:cNvSpPr/>
            <p:nvPr/>
          </p:nvSpPr>
          <p:spPr>
            <a:xfrm>
              <a:off x="7896396" y="4587885"/>
              <a:ext cx="658408" cy="716833"/>
            </a:xfrm>
            <a:custGeom>
              <a:rect b="b" l="l" r="r" t="t"/>
              <a:pathLst>
                <a:path extrusionOk="0" h="17913" w="16453">
                  <a:moveTo>
                    <a:pt x="3031" y="0"/>
                  </a:moveTo>
                  <a:cubicBezTo>
                    <a:pt x="3004" y="0"/>
                    <a:pt x="2977" y="1"/>
                    <a:pt x="2950" y="2"/>
                  </a:cubicBezTo>
                  <a:cubicBezTo>
                    <a:pt x="1" y="132"/>
                    <a:pt x="2474" y="3624"/>
                    <a:pt x="3374" y="4819"/>
                  </a:cubicBezTo>
                  <a:cubicBezTo>
                    <a:pt x="5353" y="7446"/>
                    <a:pt x="8065" y="13097"/>
                    <a:pt x="8485" y="17912"/>
                  </a:cubicBezTo>
                  <a:lnTo>
                    <a:pt x="16452" y="17912"/>
                  </a:lnTo>
                  <a:cubicBezTo>
                    <a:pt x="15488" y="16742"/>
                    <a:pt x="14559" y="15523"/>
                    <a:pt x="13682" y="14232"/>
                  </a:cubicBezTo>
                  <a:cubicBezTo>
                    <a:pt x="11356" y="10805"/>
                    <a:pt x="9597" y="6836"/>
                    <a:pt x="7171" y="3507"/>
                  </a:cubicBezTo>
                  <a:cubicBezTo>
                    <a:pt x="6176" y="2144"/>
                    <a:pt x="4651" y="0"/>
                    <a:pt x="30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18"/>
            <p:cNvSpPr/>
            <p:nvPr/>
          </p:nvSpPr>
          <p:spPr>
            <a:xfrm>
              <a:off x="4793882" y="3757271"/>
              <a:ext cx="4326332" cy="1547277"/>
            </a:xfrm>
            <a:custGeom>
              <a:rect b="b" l="l" r="r" t="t"/>
              <a:pathLst>
                <a:path extrusionOk="0" h="38665" w="108111">
                  <a:moveTo>
                    <a:pt x="45814" y="1"/>
                  </a:moveTo>
                  <a:cubicBezTo>
                    <a:pt x="35137" y="1"/>
                    <a:pt x="24388" y="2076"/>
                    <a:pt x="14090" y="5571"/>
                  </a:cubicBezTo>
                  <a:cubicBezTo>
                    <a:pt x="10624" y="6748"/>
                    <a:pt x="7061" y="8059"/>
                    <a:pt x="3946" y="10366"/>
                  </a:cubicBezTo>
                  <a:cubicBezTo>
                    <a:pt x="2615" y="11352"/>
                    <a:pt x="1078" y="12695"/>
                    <a:pt x="565" y="14641"/>
                  </a:cubicBezTo>
                  <a:cubicBezTo>
                    <a:pt x="1" y="16782"/>
                    <a:pt x="1151" y="18845"/>
                    <a:pt x="2414" y="20142"/>
                  </a:cubicBezTo>
                  <a:cubicBezTo>
                    <a:pt x="4524" y="22313"/>
                    <a:pt x="7328" y="22930"/>
                    <a:pt x="10110" y="22930"/>
                  </a:cubicBezTo>
                  <a:cubicBezTo>
                    <a:pt x="11691" y="22930"/>
                    <a:pt x="13266" y="22730"/>
                    <a:pt x="14702" y="22504"/>
                  </a:cubicBezTo>
                  <a:cubicBezTo>
                    <a:pt x="19304" y="21780"/>
                    <a:pt x="23791" y="20252"/>
                    <a:pt x="28307" y="18979"/>
                  </a:cubicBezTo>
                  <a:cubicBezTo>
                    <a:pt x="31469" y="18088"/>
                    <a:pt x="34583" y="17727"/>
                    <a:pt x="37812" y="17553"/>
                  </a:cubicBezTo>
                  <a:cubicBezTo>
                    <a:pt x="39567" y="17460"/>
                    <a:pt x="41324" y="17409"/>
                    <a:pt x="43081" y="17409"/>
                  </a:cubicBezTo>
                  <a:cubicBezTo>
                    <a:pt x="45289" y="17409"/>
                    <a:pt x="47497" y="17490"/>
                    <a:pt x="49701" y="17670"/>
                  </a:cubicBezTo>
                  <a:cubicBezTo>
                    <a:pt x="53900" y="18013"/>
                    <a:pt x="58120" y="18692"/>
                    <a:pt x="62182" y="20121"/>
                  </a:cubicBezTo>
                  <a:cubicBezTo>
                    <a:pt x="65643" y="21338"/>
                    <a:pt x="69140" y="23140"/>
                    <a:pt x="71836" y="26229"/>
                  </a:cubicBezTo>
                  <a:cubicBezTo>
                    <a:pt x="74556" y="29344"/>
                    <a:pt x="76197" y="34210"/>
                    <a:pt x="75759" y="38664"/>
                  </a:cubicBezTo>
                  <a:lnTo>
                    <a:pt x="85535" y="38664"/>
                  </a:lnTo>
                  <a:cubicBezTo>
                    <a:pt x="85296" y="35981"/>
                    <a:pt x="84353" y="33119"/>
                    <a:pt x="83500" y="31067"/>
                  </a:cubicBezTo>
                  <a:cubicBezTo>
                    <a:pt x="82723" y="29197"/>
                    <a:pt x="81831" y="27538"/>
                    <a:pt x="80681" y="26012"/>
                  </a:cubicBezTo>
                  <a:cubicBezTo>
                    <a:pt x="79935" y="25023"/>
                    <a:pt x="78306" y="23246"/>
                    <a:pt x="78633" y="21650"/>
                  </a:cubicBezTo>
                  <a:cubicBezTo>
                    <a:pt x="78840" y="20643"/>
                    <a:pt x="79649" y="20281"/>
                    <a:pt x="80449" y="20281"/>
                  </a:cubicBezTo>
                  <a:cubicBezTo>
                    <a:pt x="80893" y="20281"/>
                    <a:pt x="81334" y="20392"/>
                    <a:pt x="81670" y="20567"/>
                  </a:cubicBezTo>
                  <a:cubicBezTo>
                    <a:pt x="83214" y="21372"/>
                    <a:pt x="84460" y="23111"/>
                    <a:pt x="85532" y="24674"/>
                  </a:cubicBezTo>
                  <a:cubicBezTo>
                    <a:pt x="88081" y="28395"/>
                    <a:pt x="90008" y="32694"/>
                    <a:pt x="92680" y="36288"/>
                  </a:cubicBezTo>
                  <a:cubicBezTo>
                    <a:pt x="93289" y="37105"/>
                    <a:pt x="93919" y="37895"/>
                    <a:pt x="94562" y="38663"/>
                  </a:cubicBezTo>
                  <a:lnTo>
                    <a:pt x="104952" y="38663"/>
                  </a:lnTo>
                  <a:cubicBezTo>
                    <a:pt x="106677" y="38663"/>
                    <a:pt x="108077" y="36912"/>
                    <a:pt x="108110" y="34738"/>
                  </a:cubicBezTo>
                  <a:cubicBezTo>
                    <a:pt x="104684" y="32047"/>
                    <a:pt x="101346" y="29175"/>
                    <a:pt x="98018" y="26250"/>
                  </a:cubicBezTo>
                  <a:cubicBezTo>
                    <a:pt x="92264" y="21194"/>
                    <a:pt x="86645" y="15791"/>
                    <a:pt x="80705" y="11085"/>
                  </a:cubicBezTo>
                  <a:cubicBezTo>
                    <a:pt x="70628" y="3099"/>
                    <a:pt x="58598" y="156"/>
                    <a:pt x="46845" y="7"/>
                  </a:cubicBezTo>
                  <a:cubicBezTo>
                    <a:pt x="46501" y="3"/>
                    <a:pt x="46158" y="1"/>
                    <a:pt x="458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18"/>
            <p:cNvSpPr/>
            <p:nvPr/>
          </p:nvSpPr>
          <p:spPr>
            <a:xfrm>
              <a:off x="4924300" y="-2278398"/>
              <a:ext cx="4335896" cy="796099"/>
            </a:xfrm>
            <a:custGeom>
              <a:rect b="b" l="l" r="r" t="t"/>
              <a:pathLst>
                <a:path extrusionOk="0" h="27758" w="108350">
                  <a:moveTo>
                    <a:pt x="51648" y="1"/>
                  </a:moveTo>
                  <a:cubicBezTo>
                    <a:pt x="50846" y="407"/>
                    <a:pt x="50018" y="729"/>
                    <a:pt x="49203" y="1014"/>
                  </a:cubicBezTo>
                  <a:cubicBezTo>
                    <a:pt x="42065" y="3506"/>
                    <a:pt x="34586" y="3501"/>
                    <a:pt x="27241" y="3584"/>
                  </a:cubicBezTo>
                  <a:cubicBezTo>
                    <a:pt x="20757" y="3656"/>
                    <a:pt x="14163" y="3777"/>
                    <a:pt x="7797" y="5515"/>
                  </a:cubicBezTo>
                  <a:cubicBezTo>
                    <a:pt x="5715" y="6083"/>
                    <a:pt x="3438" y="6902"/>
                    <a:pt x="1858" y="8814"/>
                  </a:cubicBezTo>
                  <a:cubicBezTo>
                    <a:pt x="0" y="11058"/>
                    <a:pt x="83" y="14195"/>
                    <a:pt x="776" y="17107"/>
                  </a:cubicBezTo>
                  <a:cubicBezTo>
                    <a:pt x="2438" y="24097"/>
                    <a:pt x="7861" y="27758"/>
                    <a:pt x="13371" y="27758"/>
                  </a:cubicBezTo>
                  <a:cubicBezTo>
                    <a:pt x="13681" y="27758"/>
                    <a:pt x="13992" y="27746"/>
                    <a:pt x="14303" y="27723"/>
                  </a:cubicBezTo>
                  <a:cubicBezTo>
                    <a:pt x="20922" y="27226"/>
                    <a:pt x="26485" y="22282"/>
                    <a:pt x="32673" y="19847"/>
                  </a:cubicBezTo>
                  <a:cubicBezTo>
                    <a:pt x="36195" y="18461"/>
                    <a:pt x="39879" y="17578"/>
                    <a:pt x="43501" y="16728"/>
                  </a:cubicBezTo>
                  <a:cubicBezTo>
                    <a:pt x="47244" y="15849"/>
                    <a:pt x="51012" y="15131"/>
                    <a:pt x="54789" y="14515"/>
                  </a:cubicBezTo>
                  <a:cubicBezTo>
                    <a:pt x="62223" y="13302"/>
                    <a:pt x="69695" y="12486"/>
                    <a:pt x="77160" y="11610"/>
                  </a:cubicBezTo>
                  <a:cubicBezTo>
                    <a:pt x="86796" y="10479"/>
                    <a:pt x="96503" y="9420"/>
                    <a:pt x="106195" y="9420"/>
                  </a:cubicBezTo>
                  <a:cubicBezTo>
                    <a:pt x="106913" y="9420"/>
                    <a:pt x="107630" y="9426"/>
                    <a:pt x="108348" y="9438"/>
                  </a:cubicBezTo>
                  <a:lnTo>
                    <a:pt x="108348" y="4002"/>
                  </a:lnTo>
                  <a:cubicBezTo>
                    <a:pt x="108350" y="1793"/>
                    <a:pt x="106935" y="1"/>
                    <a:pt x="105190" y="1"/>
                  </a:cubicBezTo>
                  <a:lnTo>
                    <a:pt x="90762" y="1"/>
                  </a:lnTo>
                  <a:cubicBezTo>
                    <a:pt x="89703" y="1934"/>
                    <a:pt x="88395" y="3470"/>
                    <a:pt x="86599" y="4557"/>
                  </a:cubicBezTo>
                  <a:cubicBezTo>
                    <a:pt x="83877" y="6208"/>
                    <a:pt x="80880" y="7099"/>
                    <a:pt x="77918" y="7745"/>
                  </a:cubicBezTo>
                  <a:cubicBezTo>
                    <a:pt x="74349" y="8524"/>
                    <a:pt x="70756" y="9202"/>
                    <a:pt x="67162" y="9801"/>
                  </a:cubicBezTo>
                  <a:cubicBezTo>
                    <a:pt x="59627" y="11058"/>
                    <a:pt x="52047" y="11784"/>
                    <a:pt x="44534" y="13253"/>
                  </a:cubicBezTo>
                  <a:cubicBezTo>
                    <a:pt x="40916" y="13963"/>
                    <a:pt x="37300" y="14822"/>
                    <a:pt x="33793" y="16179"/>
                  </a:cubicBezTo>
                  <a:cubicBezTo>
                    <a:pt x="31120" y="17214"/>
                    <a:pt x="28648" y="18964"/>
                    <a:pt x="26050" y="20259"/>
                  </a:cubicBezTo>
                  <a:cubicBezTo>
                    <a:pt x="24092" y="21236"/>
                    <a:pt x="21957" y="22126"/>
                    <a:pt x="19819" y="22126"/>
                  </a:cubicBezTo>
                  <a:cubicBezTo>
                    <a:pt x="19398" y="22126"/>
                    <a:pt x="18976" y="22091"/>
                    <a:pt x="18556" y="22016"/>
                  </a:cubicBezTo>
                  <a:cubicBezTo>
                    <a:pt x="16742" y="21690"/>
                    <a:pt x="14667" y="20360"/>
                    <a:pt x="13727" y="18271"/>
                  </a:cubicBezTo>
                  <a:cubicBezTo>
                    <a:pt x="12111" y="14673"/>
                    <a:pt x="16343" y="12032"/>
                    <a:pt x="18335" y="10924"/>
                  </a:cubicBezTo>
                  <a:cubicBezTo>
                    <a:pt x="29038" y="4972"/>
                    <a:pt x="41116" y="7214"/>
                    <a:pt x="52462" y="6363"/>
                  </a:cubicBezTo>
                  <a:cubicBezTo>
                    <a:pt x="56489" y="6062"/>
                    <a:pt x="60477" y="5377"/>
                    <a:pt x="64377" y="4066"/>
                  </a:cubicBezTo>
                  <a:cubicBezTo>
                    <a:pt x="66858" y="3233"/>
                    <a:pt x="69388" y="2647"/>
                    <a:pt x="71900" y="1973"/>
                  </a:cubicBezTo>
                  <a:cubicBezTo>
                    <a:pt x="74066" y="1391"/>
                    <a:pt x="76235" y="775"/>
                    <a:pt x="783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18"/>
            <p:cNvSpPr/>
            <p:nvPr/>
          </p:nvSpPr>
          <p:spPr>
            <a:xfrm>
              <a:off x="-249624" y="-1889435"/>
              <a:ext cx="3996027" cy="864218"/>
            </a:xfrm>
            <a:custGeom>
              <a:rect b="b" l="l" r="r" t="t"/>
              <a:pathLst>
                <a:path extrusionOk="0" h="21596" w="99857">
                  <a:moveTo>
                    <a:pt x="65198" y="399"/>
                  </a:moveTo>
                  <a:cubicBezTo>
                    <a:pt x="72321" y="399"/>
                    <a:pt x="79621" y="1791"/>
                    <a:pt x="86922" y="4550"/>
                  </a:cubicBezTo>
                  <a:cubicBezTo>
                    <a:pt x="89575" y="5554"/>
                    <a:pt x="92653" y="6864"/>
                    <a:pt x="95348" y="8979"/>
                  </a:cubicBezTo>
                  <a:cubicBezTo>
                    <a:pt x="98235" y="11247"/>
                    <a:pt x="99428" y="13677"/>
                    <a:pt x="98898" y="16206"/>
                  </a:cubicBezTo>
                  <a:cubicBezTo>
                    <a:pt x="98311" y="18994"/>
                    <a:pt x="95759" y="19972"/>
                    <a:pt x="93599" y="20511"/>
                  </a:cubicBezTo>
                  <a:cubicBezTo>
                    <a:pt x="91491" y="21039"/>
                    <a:pt x="89309" y="21193"/>
                    <a:pt x="87246" y="21193"/>
                  </a:cubicBezTo>
                  <a:cubicBezTo>
                    <a:pt x="86217" y="21193"/>
                    <a:pt x="85218" y="21155"/>
                    <a:pt x="84273" y="21106"/>
                  </a:cubicBezTo>
                  <a:cubicBezTo>
                    <a:pt x="78503" y="20800"/>
                    <a:pt x="72921" y="19852"/>
                    <a:pt x="67683" y="18295"/>
                  </a:cubicBezTo>
                  <a:cubicBezTo>
                    <a:pt x="64541" y="17362"/>
                    <a:pt x="61400" y="16083"/>
                    <a:pt x="58362" y="14847"/>
                  </a:cubicBezTo>
                  <a:cubicBezTo>
                    <a:pt x="53266" y="12773"/>
                    <a:pt x="47995" y="10628"/>
                    <a:pt x="42530" y="10025"/>
                  </a:cubicBezTo>
                  <a:cubicBezTo>
                    <a:pt x="41682" y="9932"/>
                    <a:pt x="40859" y="9885"/>
                    <a:pt x="40058" y="9885"/>
                  </a:cubicBezTo>
                  <a:cubicBezTo>
                    <a:pt x="36646" y="9885"/>
                    <a:pt x="33636" y="10728"/>
                    <a:pt x="31087" y="12400"/>
                  </a:cubicBezTo>
                  <a:cubicBezTo>
                    <a:pt x="26728" y="15269"/>
                    <a:pt x="22197" y="17122"/>
                    <a:pt x="17235" y="18071"/>
                  </a:cubicBezTo>
                  <a:cubicBezTo>
                    <a:pt x="13172" y="18848"/>
                    <a:pt x="9086" y="19070"/>
                    <a:pt x="5424" y="19070"/>
                  </a:cubicBezTo>
                  <a:cubicBezTo>
                    <a:pt x="3631" y="19070"/>
                    <a:pt x="1941" y="19017"/>
                    <a:pt x="403" y="18949"/>
                  </a:cubicBezTo>
                  <a:lnTo>
                    <a:pt x="403" y="11532"/>
                  </a:lnTo>
                  <a:cubicBezTo>
                    <a:pt x="2361" y="12661"/>
                    <a:pt x="4594" y="13456"/>
                    <a:pt x="7045" y="13900"/>
                  </a:cubicBezTo>
                  <a:cubicBezTo>
                    <a:pt x="8672" y="14195"/>
                    <a:pt x="10356" y="14343"/>
                    <a:pt x="12121" y="14343"/>
                  </a:cubicBezTo>
                  <a:cubicBezTo>
                    <a:pt x="13968" y="14343"/>
                    <a:pt x="15904" y="14181"/>
                    <a:pt x="17957" y="13858"/>
                  </a:cubicBezTo>
                  <a:cubicBezTo>
                    <a:pt x="23076" y="13055"/>
                    <a:pt x="27790" y="10978"/>
                    <a:pt x="32121" y="8853"/>
                  </a:cubicBezTo>
                  <a:lnTo>
                    <a:pt x="32595" y="8620"/>
                  </a:lnTo>
                  <a:cubicBezTo>
                    <a:pt x="37243" y="6337"/>
                    <a:pt x="42049" y="3980"/>
                    <a:pt x="47066" y="2784"/>
                  </a:cubicBezTo>
                  <a:cubicBezTo>
                    <a:pt x="53031" y="1361"/>
                    <a:pt x="58397" y="590"/>
                    <a:pt x="63469" y="426"/>
                  </a:cubicBezTo>
                  <a:cubicBezTo>
                    <a:pt x="64044" y="408"/>
                    <a:pt x="64620" y="399"/>
                    <a:pt x="65198" y="399"/>
                  </a:cubicBezTo>
                  <a:close/>
                  <a:moveTo>
                    <a:pt x="65203" y="1"/>
                  </a:moveTo>
                  <a:cubicBezTo>
                    <a:pt x="64619" y="1"/>
                    <a:pt x="64036" y="10"/>
                    <a:pt x="63455" y="29"/>
                  </a:cubicBezTo>
                  <a:cubicBezTo>
                    <a:pt x="58355" y="192"/>
                    <a:pt x="52963" y="968"/>
                    <a:pt x="46970" y="2396"/>
                  </a:cubicBezTo>
                  <a:cubicBezTo>
                    <a:pt x="41911" y="3604"/>
                    <a:pt x="37084" y="5971"/>
                    <a:pt x="32416" y="8263"/>
                  </a:cubicBezTo>
                  <a:lnTo>
                    <a:pt x="31942" y="8496"/>
                  </a:lnTo>
                  <a:cubicBezTo>
                    <a:pt x="27640" y="10606"/>
                    <a:pt x="22957" y="12670"/>
                    <a:pt x="17892" y="13466"/>
                  </a:cubicBezTo>
                  <a:cubicBezTo>
                    <a:pt x="15860" y="13785"/>
                    <a:pt x="13946" y="13945"/>
                    <a:pt x="12120" y="13945"/>
                  </a:cubicBezTo>
                  <a:cubicBezTo>
                    <a:pt x="10379" y="13945"/>
                    <a:pt x="8719" y="13799"/>
                    <a:pt x="7116" y="13508"/>
                  </a:cubicBezTo>
                  <a:cubicBezTo>
                    <a:pt x="4584" y="13050"/>
                    <a:pt x="2294" y="12211"/>
                    <a:pt x="305" y="11012"/>
                  </a:cubicBezTo>
                  <a:lnTo>
                    <a:pt x="0" y="10828"/>
                  </a:lnTo>
                  <a:lnTo>
                    <a:pt x="0" y="19337"/>
                  </a:lnTo>
                  <a:lnTo>
                    <a:pt x="193" y="19345"/>
                  </a:lnTo>
                  <a:cubicBezTo>
                    <a:pt x="1788" y="19417"/>
                    <a:pt x="3552" y="19474"/>
                    <a:pt x="5427" y="19474"/>
                  </a:cubicBezTo>
                  <a:cubicBezTo>
                    <a:pt x="9110" y="19474"/>
                    <a:pt x="13220" y="19251"/>
                    <a:pt x="17311" y="18469"/>
                  </a:cubicBezTo>
                  <a:cubicBezTo>
                    <a:pt x="22324" y="17509"/>
                    <a:pt x="26904" y="15636"/>
                    <a:pt x="31309" y="12740"/>
                  </a:cubicBezTo>
                  <a:cubicBezTo>
                    <a:pt x="33791" y="11110"/>
                    <a:pt x="36725" y="10287"/>
                    <a:pt x="40058" y="10287"/>
                  </a:cubicBezTo>
                  <a:cubicBezTo>
                    <a:pt x="40845" y="10287"/>
                    <a:pt x="41654" y="10333"/>
                    <a:pt x="42485" y="10425"/>
                  </a:cubicBezTo>
                  <a:cubicBezTo>
                    <a:pt x="47895" y="11021"/>
                    <a:pt x="53139" y="13156"/>
                    <a:pt x="58211" y="15220"/>
                  </a:cubicBezTo>
                  <a:cubicBezTo>
                    <a:pt x="61257" y="16459"/>
                    <a:pt x="64408" y="17742"/>
                    <a:pt x="67568" y="18681"/>
                  </a:cubicBezTo>
                  <a:cubicBezTo>
                    <a:pt x="72838" y="20248"/>
                    <a:pt x="78452" y="21200"/>
                    <a:pt x="84253" y="21507"/>
                  </a:cubicBezTo>
                  <a:cubicBezTo>
                    <a:pt x="85207" y="21557"/>
                    <a:pt x="86216" y="21596"/>
                    <a:pt x="87255" y="21596"/>
                  </a:cubicBezTo>
                  <a:cubicBezTo>
                    <a:pt x="89341" y="21596"/>
                    <a:pt x="91554" y="21438"/>
                    <a:pt x="93697" y="20904"/>
                  </a:cubicBezTo>
                  <a:cubicBezTo>
                    <a:pt x="95795" y="20381"/>
                    <a:pt x="98654" y="19332"/>
                    <a:pt x="99293" y="16292"/>
                  </a:cubicBezTo>
                  <a:cubicBezTo>
                    <a:pt x="99857" y="13600"/>
                    <a:pt x="98614" y="11035"/>
                    <a:pt x="95596" y="8666"/>
                  </a:cubicBezTo>
                  <a:cubicBezTo>
                    <a:pt x="92859" y="6520"/>
                    <a:pt x="89747" y="5193"/>
                    <a:pt x="87062" y="4178"/>
                  </a:cubicBezTo>
                  <a:cubicBezTo>
                    <a:pt x="79719" y="1402"/>
                    <a:pt x="72371" y="1"/>
                    <a:pt x="652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 name="Google Shape;507;p18"/>
            <p:cNvGrpSpPr/>
            <p:nvPr/>
          </p:nvGrpSpPr>
          <p:grpSpPr>
            <a:xfrm>
              <a:off x="-249624" y="-2432400"/>
              <a:ext cx="9377821" cy="2147740"/>
              <a:chOff x="-249624" y="-2432400"/>
              <a:chExt cx="9377821" cy="2147740"/>
            </a:xfrm>
          </p:grpSpPr>
          <p:sp>
            <p:nvSpPr>
              <p:cNvPr id="508" name="Google Shape;508;p18"/>
              <p:cNvSpPr/>
              <p:nvPr/>
            </p:nvSpPr>
            <p:spPr>
              <a:xfrm>
                <a:off x="-241501" y="-2359847"/>
                <a:ext cx="9361814" cy="2075187"/>
              </a:xfrm>
              <a:custGeom>
                <a:rect b="b" l="l" r="r" t="t"/>
                <a:pathLst>
                  <a:path extrusionOk="0" h="51857" w="233943">
                    <a:moveTo>
                      <a:pt x="114254" y="0"/>
                    </a:moveTo>
                    <a:cubicBezTo>
                      <a:pt x="113814" y="3337"/>
                      <a:pt x="107760" y="3970"/>
                      <a:pt x="105882" y="4185"/>
                    </a:cubicBezTo>
                    <a:cubicBezTo>
                      <a:pt x="103480" y="4463"/>
                      <a:pt x="101037" y="4580"/>
                      <a:pt x="98593" y="4580"/>
                    </a:cubicBezTo>
                    <a:cubicBezTo>
                      <a:pt x="96187" y="4580"/>
                      <a:pt x="93780" y="4466"/>
                      <a:pt x="91413" y="4277"/>
                    </a:cubicBezTo>
                    <a:cubicBezTo>
                      <a:pt x="83262" y="3622"/>
                      <a:pt x="75254" y="1586"/>
                      <a:pt x="67197" y="2"/>
                    </a:cubicBezTo>
                    <a:lnTo>
                      <a:pt x="3161" y="2"/>
                    </a:lnTo>
                    <a:cubicBezTo>
                      <a:pt x="1415" y="2"/>
                      <a:pt x="0" y="1794"/>
                      <a:pt x="0" y="4003"/>
                    </a:cubicBezTo>
                    <a:lnTo>
                      <a:pt x="0" y="12983"/>
                    </a:lnTo>
                    <a:cubicBezTo>
                      <a:pt x="752" y="13703"/>
                      <a:pt x="1532" y="14304"/>
                      <a:pt x="2202" y="14753"/>
                    </a:cubicBezTo>
                    <a:cubicBezTo>
                      <a:pt x="5867" y="17202"/>
                      <a:pt x="10108" y="17905"/>
                      <a:pt x="14266" y="17905"/>
                    </a:cubicBezTo>
                    <a:cubicBezTo>
                      <a:pt x="15542" y="17905"/>
                      <a:pt x="16811" y="17839"/>
                      <a:pt x="18052" y="17736"/>
                    </a:cubicBezTo>
                    <a:cubicBezTo>
                      <a:pt x="23329" y="17301"/>
                      <a:pt x="28524" y="16026"/>
                      <a:pt x="33704" y="14740"/>
                    </a:cubicBezTo>
                    <a:cubicBezTo>
                      <a:pt x="40948" y="12940"/>
                      <a:pt x="48135" y="10828"/>
                      <a:pt x="55442" y="9439"/>
                    </a:cubicBezTo>
                    <a:cubicBezTo>
                      <a:pt x="61321" y="8322"/>
                      <a:pt x="67233" y="7670"/>
                      <a:pt x="73167" y="7670"/>
                    </a:cubicBezTo>
                    <a:cubicBezTo>
                      <a:pt x="74688" y="7670"/>
                      <a:pt x="76210" y="7713"/>
                      <a:pt x="77734" y="7802"/>
                    </a:cubicBezTo>
                    <a:cubicBezTo>
                      <a:pt x="85106" y="8232"/>
                      <a:pt x="92423" y="9785"/>
                      <a:pt x="99530" y="12287"/>
                    </a:cubicBezTo>
                    <a:cubicBezTo>
                      <a:pt x="102317" y="13268"/>
                      <a:pt x="105115" y="14314"/>
                      <a:pt x="107858" y="15489"/>
                    </a:cubicBezTo>
                    <a:cubicBezTo>
                      <a:pt x="110332" y="16548"/>
                      <a:pt x="112809" y="17789"/>
                      <a:pt x="115004" y="19608"/>
                    </a:cubicBezTo>
                    <a:cubicBezTo>
                      <a:pt x="117824" y="21944"/>
                      <a:pt x="120303" y="25852"/>
                      <a:pt x="120226" y="30339"/>
                    </a:cubicBezTo>
                    <a:cubicBezTo>
                      <a:pt x="120101" y="37466"/>
                      <a:pt x="112935" y="40330"/>
                      <a:pt x="108516" y="41748"/>
                    </a:cubicBezTo>
                    <a:cubicBezTo>
                      <a:pt x="101630" y="43955"/>
                      <a:pt x="94414" y="44564"/>
                      <a:pt x="87337" y="44821"/>
                    </a:cubicBezTo>
                    <a:cubicBezTo>
                      <a:pt x="84855" y="44912"/>
                      <a:pt x="82371" y="44958"/>
                      <a:pt x="79887" y="44958"/>
                    </a:cubicBezTo>
                    <a:cubicBezTo>
                      <a:pt x="73140" y="44958"/>
                      <a:pt x="66393" y="44612"/>
                      <a:pt x="59673" y="43851"/>
                    </a:cubicBezTo>
                    <a:cubicBezTo>
                      <a:pt x="52128" y="42997"/>
                      <a:pt x="44620" y="41722"/>
                      <a:pt x="37128" y="40332"/>
                    </a:cubicBezTo>
                    <a:cubicBezTo>
                      <a:pt x="29596" y="38936"/>
                      <a:pt x="22076" y="37257"/>
                      <a:pt x="14513" y="36145"/>
                    </a:cubicBezTo>
                    <a:cubicBezTo>
                      <a:pt x="10469" y="35552"/>
                      <a:pt x="6279" y="35103"/>
                      <a:pt x="2100" y="35103"/>
                    </a:cubicBezTo>
                    <a:cubicBezTo>
                      <a:pt x="1400" y="35103"/>
                      <a:pt x="700" y="35116"/>
                      <a:pt x="0" y="35142"/>
                    </a:cubicBezTo>
                    <a:lnTo>
                      <a:pt x="0" y="41392"/>
                    </a:lnTo>
                    <a:cubicBezTo>
                      <a:pt x="3897" y="40406"/>
                      <a:pt x="7757" y="39113"/>
                      <a:pt x="11701" y="38520"/>
                    </a:cubicBezTo>
                    <a:cubicBezTo>
                      <a:pt x="12850" y="38347"/>
                      <a:pt x="14002" y="38268"/>
                      <a:pt x="15153" y="38268"/>
                    </a:cubicBezTo>
                    <a:cubicBezTo>
                      <a:pt x="18352" y="38268"/>
                      <a:pt x="21545" y="38880"/>
                      <a:pt x="24665" y="39789"/>
                    </a:cubicBezTo>
                    <a:cubicBezTo>
                      <a:pt x="29176" y="41103"/>
                      <a:pt x="33559" y="43015"/>
                      <a:pt x="37996" y="44675"/>
                    </a:cubicBezTo>
                    <a:cubicBezTo>
                      <a:pt x="42689" y="46433"/>
                      <a:pt x="47479" y="47692"/>
                      <a:pt x="52300" y="48740"/>
                    </a:cubicBezTo>
                    <a:cubicBezTo>
                      <a:pt x="61496" y="50745"/>
                      <a:pt x="70937" y="51857"/>
                      <a:pt x="80373" y="51857"/>
                    </a:cubicBezTo>
                    <a:cubicBezTo>
                      <a:pt x="91348" y="51857"/>
                      <a:pt x="102317" y="50352"/>
                      <a:pt x="112889" y="46997"/>
                    </a:cubicBezTo>
                    <a:cubicBezTo>
                      <a:pt x="122215" y="44038"/>
                      <a:pt x="130897" y="39216"/>
                      <a:pt x="139694" y="34414"/>
                    </a:cubicBezTo>
                    <a:cubicBezTo>
                      <a:pt x="143466" y="32352"/>
                      <a:pt x="147358" y="30634"/>
                      <a:pt x="151383" y="29556"/>
                    </a:cubicBezTo>
                    <a:cubicBezTo>
                      <a:pt x="155813" y="28370"/>
                      <a:pt x="160303" y="28105"/>
                      <a:pt x="164816" y="27914"/>
                    </a:cubicBezTo>
                    <a:cubicBezTo>
                      <a:pt x="167320" y="27807"/>
                      <a:pt x="169825" y="27756"/>
                      <a:pt x="172331" y="27756"/>
                    </a:cubicBezTo>
                    <a:cubicBezTo>
                      <a:pt x="189289" y="27756"/>
                      <a:pt x="206270" y="30094"/>
                      <a:pt x="222996" y="33398"/>
                    </a:cubicBezTo>
                    <a:cubicBezTo>
                      <a:pt x="226644" y="34116"/>
                      <a:pt x="230302" y="34924"/>
                      <a:pt x="233942" y="35864"/>
                    </a:cubicBezTo>
                    <a:lnTo>
                      <a:pt x="233942" y="9938"/>
                    </a:lnTo>
                    <a:cubicBezTo>
                      <a:pt x="233216" y="9925"/>
                      <a:pt x="232489" y="9919"/>
                      <a:pt x="231762" y="9919"/>
                    </a:cubicBezTo>
                    <a:cubicBezTo>
                      <a:pt x="219843" y="9919"/>
                      <a:pt x="207922" y="11530"/>
                      <a:pt x="196068" y="12904"/>
                    </a:cubicBezTo>
                    <a:cubicBezTo>
                      <a:pt x="188339" y="13801"/>
                      <a:pt x="180609" y="14806"/>
                      <a:pt x="172944" y="16393"/>
                    </a:cubicBezTo>
                    <a:cubicBezTo>
                      <a:pt x="169135" y="17181"/>
                      <a:pt x="165343" y="18112"/>
                      <a:pt x="161591" y="19260"/>
                    </a:cubicBezTo>
                    <a:cubicBezTo>
                      <a:pt x="158213" y="20291"/>
                      <a:pt x="155063" y="21813"/>
                      <a:pt x="151893" y="23606"/>
                    </a:cubicBezTo>
                    <a:cubicBezTo>
                      <a:pt x="147715" y="25970"/>
                      <a:pt x="143374" y="28204"/>
                      <a:pt x="138868" y="28204"/>
                    </a:cubicBezTo>
                    <a:cubicBezTo>
                      <a:pt x="137422" y="28204"/>
                      <a:pt x="135960" y="27974"/>
                      <a:pt x="134480" y="27445"/>
                    </a:cubicBezTo>
                    <a:cubicBezTo>
                      <a:pt x="129632" y="25711"/>
                      <a:pt x="125716" y="20547"/>
                      <a:pt x="125484" y="13951"/>
                    </a:cubicBezTo>
                    <a:cubicBezTo>
                      <a:pt x="125286" y="8300"/>
                      <a:pt x="129601" y="6027"/>
                      <a:pt x="133294" y="5020"/>
                    </a:cubicBezTo>
                    <a:cubicBezTo>
                      <a:pt x="139570" y="3307"/>
                      <a:pt x="146074" y="3151"/>
                      <a:pt x="152463" y="3078"/>
                    </a:cubicBezTo>
                    <a:cubicBezTo>
                      <a:pt x="160083" y="2991"/>
                      <a:pt x="167851" y="3042"/>
                      <a:pt x="175233" y="328"/>
                    </a:cubicBezTo>
                    <a:cubicBezTo>
                      <a:pt x="175511" y="226"/>
                      <a:pt x="175788" y="116"/>
                      <a:pt x="176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18"/>
              <p:cNvSpPr/>
              <p:nvPr/>
            </p:nvSpPr>
            <p:spPr>
              <a:xfrm>
                <a:off x="-249624" y="-2432400"/>
                <a:ext cx="9377821" cy="2090634"/>
              </a:xfrm>
              <a:custGeom>
                <a:rect b="b" l="l" r="r" t="t"/>
                <a:pathLst>
                  <a:path extrusionOk="0" h="52243" w="234343">
                    <a:moveTo>
                      <a:pt x="67361" y="400"/>
                    </a:moveTo>
                    <a:cubicBezTo>
                      <a:pt x="69340" y="790"/>
                      <a:pt x="71349" y="1215"/>
                      <a:pt x="73292" y="1625"/>
                    </a:cubicBezTo>
                    <a:cubicBezTo>
                      <a:pt x="79265" y="2884"/>
                      <a:pt x="85439" y="4185"/>
                      <a:pt x="91598" y="4680"/>
                    </a:cubicBezTo>
                    <a:cubicBezTo>
                      <a:pt x="94144" y="4885"/>
                      <a:pt x="96537" y="4987"/>
                      <a:pt x="98805" y="4987"/>
                    </a:cubicBezTo>
                    <a:cubicBezTo>
                      <a:pt x="101387" y="4987"/>
                      <a:pt x="103808" y="4854"/>
                      <a:pt x="106108" y="4590"/>
                    </a:cubicBezTo>
                    <a:lnTo>
                      <a:pt x="106218" y="4577"/>
                    </a:lnTo>
                    <a:cubicBezTo>
                      <a:pt x="108158" y="4354"/>
                      <a:pt x="114000" y="3685"/>
                      <a:pt x="114628" y="406"/>
                    </a:cubicBezTo>
                    <a:lnTo>
                      <a:pt x="175193" y="406"/>
                    </a:lnTo>
                    <a:cubicBezTo>
                      <a:pt x="168249" y="2915"/>
                      <a:pt x="160889" y="2994"/>
                      <a:pt x="153768" y="3069"/>
                    </a:cubicBezTo>
                    <a:lnTo>
                      <a:pt x="152665" y="3082"/>
                    </a:lnTo>
                    <a:cubicBezTo>
                      <a:pt x="145764" y="3162"/>
                      <a:pt x="139551" y="3364"/>
                      <a:pt x="133446" y="5030"/>
                    </a:cubicBezTo>
                    <a:cubicBezTo>
                      <a:pt x="128003" y="6516"/>
                      <a:pt x="125326" y="9588"/>
                      <a:pt x="125487" y="14164"/>
                    </a:cubicBezTo>
                    <a:cubicBezTo>
                      <a:pt x="125709" y="20471"/>
                      <a:pt x="129379" y="25966"/>
                      <a:pt x="134618" y="27839"/>
                    </a:cubicBezTo>
                    <a:cubicBezTo>
                      <a:pt x="136131" y="28380"/>
                      <a:pt x="137619" y="28617"/>
                      <a:pt x="139091" y="28617"/>
                    </a:cubicBezTo>
                    <a:cubicBezTo>
                      <a:pt x="143547" y="28617"/>
                      <a:pt x="147847" y="26448"/>
                      <a:pt x="152196" y="23987"/>
                    </a:cubicBezTo>
                    <a:cubicBezTo>
                      <a:pt x="155813" y="21943"/>
                      <a:pt x="158880" y="20567"/>
                      <a:pt x="161854" y="19658"/>
                    </a:cubicBezTo>
                    <a:cubicBezTo>
                      <a:pt x="165379" y="18581"/>
                      <a:pt x="169085" y="17643"/>
                      <a:pt x="173189" y="16795"/>
                    </a:cubicBezTo>
                    <a:cubicBezTo>
                      <a:pt x="180974" y="15181"/>
                      <a:pt x="188894" y="14166"/>
                      <a:pt x="196294" y="13308"/>
                    </a:cubicBezTo>
                    <a:cubicBezTo>
                      <a:pt x="197767" y="13138"/>
                      <a:pt x="199245" y="12964"/>
                      <a:pt x="200722" y="12788"/>
                    </a:cubicBezTo>
                    <a:cubicBezTo>
                      <a:pt x="210970" y="11576"/>
                      <a:pt x="221543" y="10326"/>
                      <a:pt x="231999" y="10326"/>
                    </a:cubicBezTo>
                    <a:cubicBezTo>
                      <a:pt x="232648" y="10326"/>
                      <a:pt x="233296" y="10331"/>
                      <a:pt x="233944" y="10341"/>
                    </a:cubicBezTo>
                    <a:lnTo>
                      <a:pt x="233944" y="35809"/>
                    </a:lnTo>
                    <a:cubicBezTo>
                      <a:pt x="230629" y="34959"/>
                      <a:pt x="227123" y="34173"/>
                      <a:pt x="223236" y="33405"/>
                    </a:cubicBezTo>
                    <a:cubicBezTo>
                      <a:pt x="203906" y="29587"/>
                      <a:pt x="187591" y="27758"/>
                      <a:pt x="172597" y="27758"/>
                    </a:cubicBezTo>
                    <a:cubicBezTo>
                      <a:pt x="170032" y="27758"/>
                      <a:pt x="167505" y="27812"/>
                      <a:pt x="165009" y="27918"/>
                    </a:cubicBezTo>
                    <a:cubicBezTo>
                      <a:pt x="160422" y="28112"/>
                      <a:pt x="155941" y="28387"/>
                      <a:pt x="151533" y="29567"/>
                    </a:cubicBezTo>
                    <a:cubicBezTo>
                      <a:pt x="147826" y="30560"/>
                      <a:pt x="143986" y="32153"/>
                      <a:pt x="139798" y="34441"/>
                    </a:cubicBezTo>
                    <a:lnTo>
                      <a:pt x="138875" y="34945"/>
                    </a:lnTo>
                    <a:cubicBezTo>
                      <a:pt x="130584" y="39473"/>
                      <a:pt x="122011" y="44161"/>
                      <a:pt x="113029" y="47009"/>
                    </a:cubicBezTo>
                    <a:cubicBezTo>
                      <a:pt x="102889" y="50226"/>
                      <a:pt x="91919" y="51840"/>
                      <a:pt x="80509" y="51840"/>
                    </a:cubicBezTo>
                    <a:cubicBezTo>
                      <a:pt x="71401" y="51840"/>
                      <a:pt x="62013" y="50811"/>
                      <a:pt x="52541" y="48749"/>
                    </a:cubicBezTo>
                    <a:cubicBezTo>
                      <a:pt x="46930" y="47526"/>
                      <a:pt x="42394" y="46236"/>
                      <a:pt x="38264" y="44691"/>
                    </a:cubicBezTo>
                    <a:cubicBezTo>
                      <a:pt x="36953" y="44199"/>
                      <a:pt x="35624" y="43678"/>
                      <a:pt x="34338" y="43172"/>
                    </a:cubicBezTo>
                    <a:cubicBezTo>
                      <a:pt x="31276" y="41971"/>
                      <a:pt x="28107" y="40726"/>
                      <a:pt x="24921" y="39799"/>
                    </a:cubicBezTo>
                    <a:cubicBezTo>
                      <a:pt x="21414" y="38777"/>
                      <a:pt x="18247" y="38271"/>
                      <a:pt x="15326" y="38271"/>
                    </a:cubicBezTo>
                    <a:cubicBezTo>
                      <a:pt x="14137" y="38271"/>
                      <a:pt x="12987" y="38356"/>
                      <a:pt x="11874" y="38521"/>
                    </a:cubicBezTo>
                    <a:cubicBezTo>
                      <a:pt x="9119" y="38936"/>
                      <a:pt x="6366" y="39703"/>
                      <a:pt x="3703" y="40442"/>
                    </a:cubicBezTo>
                    <a:cubicBezTo>
                      <a:pt x="2622" y="40742"/>
                      <a:pt x="1508" y="41053"/>
                      <a:pt x="406" y="41335"/>
                    </a:cubicBezTo>
                    <a:lnTo>
                      <a:pt x="406" y="35538"/>
                    </a:lnTo>
                    <a:cubicBezTo>
                      <a:pt x="1027" y="35516"/>
                      <a:pt x="1658" y="35506"/>
                      <a:pt x="2301" y="35506"/>
                    </a:cubicBezTo>
                    <a:cubicBezTo>
                      <a:pt x="5902" y="35506"/>
                      <a:pt x="9901" y="35844"/>
                      <a:pt x="14687" y="36547"/>
                    </a:cubicBezTo>
                    <a:cubicBezTo>
                      <a:pt x="19745" y="37290"/>
                      <a:pt x="24868" y="38304"/>
                      <a:pt x="29822" y="39284"/>
                    </a:cubicBezTo>
                    <a:cubicBezTo>
                      <a:pt x="32271" y="39769"/>
                      <a:pt x="34802" y="40270"/>
                      <a:pt x="37296" y="40733"/>
                    </a:cubicBezTo>
                    <a:cubicBezTo>
                      <a:pt x="43914" y="41961"/>
                      <a:pt x="51770" y="43339"/>
                      <a:pt x="59854" y="44254"/>
                    </a:cubicBezTo>
                    <a:cubicBezTo>
                      <a:pt x="66359" y="44990"/>
                      <a:pt x="73165" y="45361"/>
                      <a:pt x="80163" y="45361"/>
                    </a:cubicBezTo>
                    <a:cubicBezTo>
                      <a:pt x="82603" y="45361"/>
                      <a:pt x="85067" y="45316"/>
                      <a:pt x="87550" y="45225"/>
                    </a:cubicBezTo>
                    <a:cubicBezTo>
                      <a:pt x="94026" y="44991"/>
                      <a:pt x="101613" y="44441"/>
                      <a:pt x="108780" y="42142"/>
                    </a:cubicBezTo>
                    <a:cubicBezTo>
                      <a:pt x="113810" y="40529"/>
                      <a:pt x="120508" y="37574"/>
                      <a:pt x="120629" y="30544"/>
                    </a:cubicBezTo>
                    <a:cubicBezTo>
                      <a:pt x="120696" y="26529"/>
                      <a:pt x="118718" y="22458"/>
                      <a:pt x="115334" y="19654"/>
                    </a:cubicBezTo>
                    <a:cubicBezTo>
                      <a:pt x="112985" y="17708"/>
                      <a:pt x="110379" y="16465"/>
                      <a:pt x="108140" y="15506"/>
                    </a:cubicBezTo>
                    <a:cubicBezTo>
                      <a:pt x="105719" y="14467"/>
                      <a:pt x="103070" y="13450"/>
                      <a:pt x="99798" y="12298"/>
                    </a:cubicBezTo>
                    <a:cubicBezTo>
                      <a:pt x="92520" y="9735"/>
                      <a:pt x="85169" y="8223"/>
                      <a:pt x="77949" y="7802"/>
                    </a:cubicBezTo>
                    <a:cubicBezTo>
                      <a:pt x="76425" y="7713"/>
                      <a:pt x="74890" y="7669"/>
                      <a:pt x="73339" y="7669"/>
                    </a:cubicBezTo>
                    <a:cubicBezTo>
                      <a:pt x="67706" y="7669"/>
                      <a:pt x="61863" y="8255"/>
                      <a:pt x="55605" y="9443"/>
                    </a:cubicBezTo>
                    <a:cubicBezTo>
                      <a:pt x="50502" y="10413"/>
                      <a:pt x="45374" y="11757"/>
                      <a:pt x="40416" y="13057"/>
                    </a:cubicBezTo>
                    <a:cubicBezTo>
                      <a:pt x="38267" y="13620"/>
                      <a:pt x="36046" y="14201"/>
                      <a:pt x="33857" y="14746"/>
                    </a:cubicBezTo>
                    <a:cubicBezTo>
                      <a:pt x="29050" y="15939"/>
                      <a:pt x="23603" y="17293"/>
                      <a:pt x="18238" y="17736"/>
                    </a:cubicBezTo>
                    <a:cubicBezTo>
                      <a:pt x="17038" y="17835"/>
                      <a:pt x="15751" y="17910"/>
                      <a:pt x="14415" y="17910"/>
                    </a:cubicBezTo>
                    <a:cubicBezTo>
                      <a:pt x="10534" y="17910"/>
                      <a:pt x="6246" y="17280"/>
                      <a:pt x="2517" y="14787"/>
                    </a:cubicBezTo>
                    <a:cubicBezTo>
                      <a:pt x="2004" y="14446"/>
                      <a:pt x="1229" y="13878"/>
                      <a:pt x="403" y="13098"/>
                    </a:cubicBezTo>
                    <a:lnTo>
                      <a:pt x="403" y="4204"/>
                    </a:lnTo>
                    <a:cubicBezTo>
                      <a:pt x="403" y="2108"/>
                      <a:pt x="1731" y="405"/>
                      <a:pt x="3364" y="405"/>
                    </a:cubicBezTo>
                    <a:lnTo>
                      <a:pt x="67361" y="400"/>
                    </a:lnTo>
                    <a:close/>
                    <a:moveTo>
                      <a:pt x="114278" y="0"/>
                    </a:moveTo>
                    <a:lnTo>
                      <a:pt x="114255" y="176"/>
                    </a:lnTo>
                    <a:cubicBezTo>
                      <a:pt x="113845" y="3294"/>
                      <a:pt x="108068" y="3957"/>
                      <a:pt x="106170" y="4175"/>
                    </a:cubicBezTo>
                    <a:lnTo>
                      <a:pt x="106061" y="4187"/>
                    </a:lnTo>
                    <a:cubicBezTo>
                      <a:pt x="103777" y="4451"/>
                      <a:pt x="101371" y="4582"/>
                      <a:pt x="98803" y="4582"/>
                    </a:cubicBezTo>
                    <a:cubicBezTo>
                      <a:pt x="96546" y="4582"/>
                      <a:pt x="94164" y="4481"/>
                      <a:pt x="91630" y="4277"/>
                    </a:cubicBezTo>
                    <a:cubicBezTo>
                      <a:pt x="85496" y="3785"/>
                      <a:pt x="79335" y="2485"/>
                      <a:pt x="73374" y="1229"/>
                    </a:cubicBezTo>
                    <a:cubicBezTo>
                      <a:pt x="71430" y="820"/>
                      <a:pt x="69420" y="395"/>
                      <a:pt x="67400" y="2"/>
                    </a:cubicBezTo>
                    <a:lnTo>
                      <a:pt x="3365" y="2"/>
                    </a:lnTo>
                    <a:cubicBezTo>
                      <a:pt x="1511" y="2"/>
                      <a:pt x="3" y="1889"/>
                      <a:pt x="3" y="4205"/>
                    </a:cubicBezTo>
                    <a:lnTo>
                      <a:pt x="3" y="13267"/>
                    </a:lnTo>
                    <a:lnTo>
                      <a:pt x="66" y="13327"/>
                    </a:lnTo>
                    <a:cubicBezTo>
                      <a:pt x="935" y="14157"/>
                      <a:pt x="1758" y="14760"/>
                      <a:pt x="2295" y="15120"/>
                    </a:cubicBezTo>
                    <a:cubicBezTo>
                      <a:pt x="6107" y="17668"/>
                      <a:pt x="10473" y="18312"/>
                      <a:pt x="14416" y="18312"/>
                    </a:cubicBezTo>
                    <a:cubicBezTo>
                      <a:pt x="15764" y="18312"/>
                      <a:pt x="17063" y="18236"/>
                      <a:pt x="18274" y="18136"/>
                    </a:cubicBezTo>
                    <a:cubicBezTo>
                      <a:pt x="23670" y="17692"/>
                      <a:pt x="29134" y="16335"/>
                      <a:pt x="33955" y="15136"/>
                    </a:cubicBezTo>
                    <a:cubicBezTo>
                      <a:pt x="36148" y="14591"/>
                      <a:pt x="38370" y="14008"/>
                      <a:pt x="40521" y="13444"/>
                    </a:cubicBezTo>
                    <a:cubicBezTo>
                      <a:pt x="45471" y="12145"/>
                      <a:pt x="50591" y="10802"/>
                      <a:pt x="55682" y="9836"/>
                    </a:cubicBezTo>
                    <a:cubicBezTo>
                      <a:pt x="61914" y="8652"/>
                      <a:pt x="67733" y="8068"/>
                      <a:pt x="73339" y="8068"/>
                    </a:cubicBezTo>
                    <a:cubicBezTo>
                      <a:pt x="74883" y="8068"/>
                      <a:pt x="76410" y="8112"/>
                      <a:pt x="77924" y="8200"/>
                    </a:cubicBezTo>
                    <a:cubicBezTo>
                      <a:pt x="85109" y="8620"/>
                      <a:pt x="92423" y="10126"/>
                      <a:pt x="99664" y="12674"/>
                    </a:cubicBezTo>
                    <a:cubicBezTo>
                      <a:pt x="102926" y="13823"/>
                      <a:pt x="105569" y="14839"/>
                      <a:pt x="107978" y="15872"/>
                    </a:cubicBezTo>
                    <a:cubicBezTo>
                      <a:pt x="110192" y="16820"/>
                      <a:pt x="112765" y="18046"/>
                      <a:pt x="115074" y="19959"/>
                    </a:cubicBezTo>
                    <a:cubicBezTo>
                      <a:pt x="118366" y="22686"/>
                      <a:pt x="120289" y="26638"/>
                      <a:pt x="120224" y="30531"/>
                    </a:cubicBezTo>
                    <a:cubicBezTo>
                      <a:pt x="120108" y="37304"/>
                      <a:pt x="113565" y="40179"/>
                      <a:pt x="108656" y="41753"/>
                    </a:cubicBezTo>
                    <a:cubicBezTo>
                      <a:pt x="101534" y="44037"/>
                      <a:pt x="93982" y="44584"/>
                      <a:pt x="87532" y="44818"/>
                    </a:cubicBezTo>
                    <a:cubicBezTo>
                      <a:pt x="85053" y="44908"/>
                      <a:pt x="82593" y="44953"/>
                      <a:pt x="80156" y="44953"/>
                    </a:cubicBezTo>
                    <a:cubicBezTo>
                      <a:pt x="73174" y="44953"/>
                      <a:pt x="66385" y="44584"/>
                      <a:pt x="59897" y="43849"/>
                    </a:cubicBezTo>
                    <a:cubicBezTo>
                      <a:pt x="51824" y="42936"/>
                      <a:pt x="43978" y="41560"/>
                      <a:pt x="37366" y="40335"/>
                    </a:cubicBezTo>
                    <a:cubicBezTo>
                      <a:pt x="34874" y="39874"/>
                      <a:pt x="32343" y="39371"/>
                      <a:pt x="29894" y="38889"/>
                    </a:cubicBezTo>
                    <a:cubicBezTo>
                      <a:pt x="24935" y="37906"/>
                      <a:pt x="19807" y="36891"/>
                      <a:pt x="14740" y="36147"/>
                    </a:cubicBezTo>
                    <a:cubicBezTo>
                      <a:pt x="9938" y="35440"/>
                      <a:pt x="5923" y="35101"/>
                      <a:pt x="2306" y="35101"/>
                    </a:cubicBezTo>
                    <a:cubicBezTo>
                      <a:pt x="1587" y="35101"/>
                      <a:pt x="884" y="35114"/>
                      <a:pt x="193" y="35141"/>
                    </a:cubicBezTo>
                    <a:lnTo>
                      <a:pt x="0" y="35148"/>
                    </a:lnTo>
                    <a:lnTo>
                      <a:pt x="0" y="41850"/>
                    </a:lnTo>
                    <a:lnTo>
                      <a:pt x="250" y="41789"/>
                    </a:lnTo>
                    <a:cubicBezTo>
                      <a:pt x="1438" y="41486"/>
                      <a:pt x="2642" y="41153"/>
                      <a:pt x="3807" y="40829"/>
                    </a:cubicBezTo>
                    <a:cubicBezTo>
                      <a:pt x="6459" y="40093"/>
                      <a:pt x="9201" y="39331"/>
                      <a:pt x="11931" y="38920"/>
                    </a:cubicBezTo>
                    <a:cubicBezTo>
                      <a:pt x="13025" y="38755"/>
                      <a:pt x="14155" y="38672"/>
                      <a:pt x="15326" y="38672"/>
                    </a:cubicBezTo>
                    <a:cubicBezTo>
                      <a:pt x="18207" y="38672"/>
                      <a:pt x="21339" y="39173"/>
                      <a:pt x="24808" y="40183"/>
                    </a:cubicBezTo>
                    <a:cubicBezTo>
                      <a:pt x="27977" y="41106"/>
                      <a:pt x="31136" y="42346"/>
                      <a:pt x="34192" y="43547"/>
                    </a:cubicBezTo>
                    <a:cubicBezTo>
                      <a:pt x="35480" y="44051"/>
                      <a:pt x="36810" y="44575"/>
                      <a:pt x="38124" y="45065"/>
                    </a:cubicBezTo>
                    <a:cubicBezTo>
                      <a:pt x="42272" y="46618"/>
                      <a:pt x="46826" y="47913"/>
                      <a:pt x="52458" y="49140"/>
                    </a:cubicBezTo>
                    <a:cubicBezTo>
                      <a:pt x="61960" y="51209"/>
                      <a:pt x="71376" y="52242"/>
                      <a:pt x="80515" y="52242"/>
                    </a:cubicBezTo>
                    <a:cubicBezTo>
                      <a:pt x="91963" y="52242"/>
                      <a:pt x="102972" y="50622"/>
                      <a:pt x="113151" y="47393"/>
                    </a:cubicBezTo>
                    <a:cubicBezTo>
                      <a:pt x="122171" y="44531"/>
                      <a:pt x="130760" y="39837"/>
                      <a:pt x="139068" y="35298"/>
                    </a:cubicBezTo>
                    <a:lnTo>
                      <a:pt x="139990" y="34794"/>
                    </a:lnTo>
                    <a:cubicBezTo>
                      <a:pt x="144149" y="32523"/>
                      <a:pt x="147959" y="30939"/>
                      <a:pt x="151635" y="29954"/>
                    </a:cubicBezTo>
                    <a:cubicBezTo>
                      <a:pt x="156001" y="28784"/>
                      <a:pt x="160459" y="28512"/>
                      <a:pt x="165023" y="28318"/>
                    </a:cubicBezTo>
                    <a:cubicBezTo>
                      <a:pt x="167510" y="28212"/>
                      <a:pt x="170027" y="28159"/>
                      <a:pt x="172583" y="28159"/>
                    </a:cubicBezTo>
                    <a:cubicBezTo>
                      <a:pt x="187551" y="28159"/>
                      <a:pt x="203846" y="29985"/>
                      <a:pt x="223155" y="33798"/>
                    </a:cubicBezTo>
                    <a:cubicBezTo>
                      <a:pt x="227133" y="34583"/>
                      <a:pt x="230708" y="35389"/>
                      <a:pt x="234091" y="36262"/>
                    </a:cubicBezTo>
                    <a:lnTo>
                      <a:pt x="234343" y="36327"/>
                    </a:lnTo>
                    <a:lnTo>
                      <a:pt x="234343" y="9942"/>
                    </a:lnTo>
                    <a:lnTo>
                      <a:pt x="234144" y="9938"/>
                    </a:lnTo>
                    <a:cubicBezTo>
                      <a:pt x="233436" y="9926"/>
                      <a:pt x="232728" y="9920"/>
                      <a:pt x="232019" y="9920"/>
                    </a:cubicBezTo>
                    <a:cubicBezTo>
                      <a:pt x="221533" y="9920"/>
                      <a:pt x="210937" y="11173"/>
                      <a:pt x="200668" y="12387"/>
                    </a:cubicBezTo>
                    <a:cubicBezTo>
                      <a:pt x="199192" y="12560"/>
                      <a:pt x="197716" y="12735"/>
                      <a:pt x="196241" y="12907"/>
                    </a:cubicBezTo>
                    <a:cubicBezTo>
                      <a:pt x="188833" y="13765"/>
                      <a:pt x="180900" y="14784"/>
                      <a:pt x="173099" y="16399"/>
                    </a:cubicBezTo>
                    <a:cubicBezTo>
                      <a:pt x="168984" y="17250"/>
                      <a:pt x="165266" y="18189"/>
                      <a:pt x="161730" y="19271"/>
                    </a:cubicBezTo>
                    <a:cubicBezTo>
                      <a:pt x="158729" y="20188"/>
                      <a:pt x="155634" y="21574"/>
                      <a:pt x="151992" y="23636"/>
                    </a:cubicBezTo>
                    <a:cubicBezTo>
                      <a:pt x="147694" y="26067"/>
                      <a:pt x="143448" y="28211"/>
                      <a:pt x="139076" y="28211"/>
                    </a:cubicBezTo>
                    <a:cubicBezTo>
                      <a:pt x="137648" y="28211"/>
                      <a:pt x="136206" y="27982"/>
                      <a:pt x="134745" y="27459"/>
                    </a:cubicBezTo>
                    <a:cubicBezTo>
                      <a:pt x="129659" y="25640"/>
                      <a:pt x="126097" y="20292"/>
                      <a:pt x="125882" y="14148"/>
                    </a:cubicBezTo>
                    <a:cubicBezTo>
                      <a:pt x="125729" y="9782"/>
                      <a:pt x="128305" y="6844"/>
                      <a:pt x="133544" y="5415"/>
                    </a:cubicBezTo>
                    <a:cubicBezTo>
                      <a:pt x="139606" y="3761"/>
                      <a:pt x="145790" y="3559"/>
                      <a:pt x="152664" y="3482"/>
                    </a:cubicBezTo>
                    <a:lnTo>
                      <a:pt x="153767" y="3469"/>
                    </a:lnTo>
                    <a:cubicBezTo>
                      <a:pt x="160981" y="3392"/>
                      <a:pt x="168439" y="3314"/>
                      <a:pt x="175499" y="719"/>
                    </a:cubicBezTo>
                    <a:cubicBezTo>
                      <a:pt x="175781" y="617"/>
                      <a:pt x="176061" y="506"/>
                      <a:pt x="176341" y="389"/>
                    </a:cubicBezTo>
                    <a:lnTo>
                      <a:pt x="1772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0" name="Google Shape;510;p18"/>
            <p:cNvSpPr/>
            <p:nvPr/>
          </p:nvSpPr>
          <p:spPr>
            <a:xfrm>
              <a:off x="-249624" y="-942088"/>
              <a:ext cx="8367499" cy="1836163"/>
            </a:xfrm>
            <a:custGeom>
              <a:rect b="b" l="l" r="r" t="t"/>
              <a:pathLst>
                <a:path extrusionOk="0" h="45884" w="209096">
                  <a:moveTo>
                    <a:pt x="173615" y="405"/>
                  </a:moveTo>
                  <a:cubicBezTo>
                    <a:pt x="176375" y="405"/>
                    <a:pt x="179213" y="507"/>
                    <a:pt x="182050" y="829"/>
                  </a:cubicBezTo>
                  <a:cubicBezTo>
                    <a:pt x="188207" y="1528"/>
                    <a:pt x="194615" y="3672"/>
                    <a:pt x="201642" y="7381"/>
                  </a:cubicBezTo>
                  <a:lnTo>
                    <a:pt x="202000" y="7570"/>
                  </a:lnTo>
                  <a:cubicBezTo>
                    <a:pt x="204160" y="8703"/>
                    <a:pt x="207122" y="10258"/>
                    <a:pt x="208209" y="13014"/>
                  </a:cubicBezTo>
                  <a:cubicBezTo>
                    <a:pt x="208659" y="14157"/>
                    <a:pt x="208681" y="15157"/>
                    <a:pt x="208272" y="15990"/>
                  </a:cubicBezTo>
                  <a:cubicBezTo>
                    <a:pt x="207624" y="17309"/>
                    <a:pt x="205989" y="18018"/>
                    <a:pt x="204732" y="18381"/>
                  </a:cubicBezTo>
                  <a:cubicBezTo>
                    <a:pt x="201461" y="19325"/>
                    <a:pt x="198006" y="19797"/>
                    <a:pt x="194392" y="19797"/>
                  </a:cubicBezTo>
                  <a:cubicBezTo>
                    <a:pt x="190821" y="19797"/>
                    <a:pt x="187096" y="19336"/>
                    <a:pt x="183241" y="18415"/>
                  </a:cubicBezTo>
                  <a:cubicBezTo>
                    <a:pt x="179114" y="17429"/>
                    <a:pt x="174866" y="16057"/>
                    <a:pt x="170611" y="14337"/>
                  </a:cubicBezTo>
                  <a:cubicBezTo>
                    <a:pt x="166998" y="12878"/>
                    <a:pt x="163261" y="11368"/>
                    <a:pt x="159428" y="10535"/>
                  </a:cubicBezTo>
                  <a:cubicBezTo>
                    <a:pt x="157531" y="10122"/>
                    <a:pt x="155742" y="9916"/>
                    <a:pt x="154034" y="9916"/>
                  </a:cubicBezTo>
                  <a:cubicBezTo>
                    <a:pt x="152450" y="9916"/>
                    <a:pt x="150935" y="10094"/>
                    <a:pt x="149470" y="10449"/>
                  </a:cubicBezTo>
                  <a:cubicBezTo>
                    <a:pt x="145504" y="11411"/>
                    <a:pt x="142070" y="13874"/>
                    <a:pt x="138895" y="16316"/>
                  </a:cubicBezTo>
                  <a:cubicBezTo>
                    <a:pt x="136054" y="18501"/>
                    <a:pt x="133233" y="20858"/>
                    <a:pt x="130505" y="23139"/>
                  </a:cubicBezTo>
                  <a:cubicBezTo>
                    <a:pt x="126905" y="26149"/>
                    <a:pt x="123181" y="29264"/>
                    <a:pt x="119366" y="32010"/>
                  </a:cubicBezTo>
                  <a:cubicBezTo>
                    <a:pt x="107458" y="40580"/>
                    <a:pt x="92880" y="45107"/>
                    <a:pt x="76028" y="45462"/>
                  </a:cubicBezTo>
                  <a:cubicBezTo>
                    <a:pt x="75424" y="45475"/>
                    <a:pt x="74822" y="45482"/>
                    <a:pt x="74224" y="45482"/>
                  </a:cubicBezTo>
                  <a:cubicBezTo>
                    <a:pt x="58269" y="45482"/>
                    <a:pt x="44689" y="40929"/>
                    <a:pt x="33828" y="31942"/>
                  </a:cubicBezTo>
                  <a:cubicBezTo>
                    <a:pt x="27187" y="26448"/>
                    <a:pt x="20603" y="21405"/>
                    <a:pt x="13056" y="20088"/>
                  </a:cubicBezTo>
                  <a:cubicBezTo>
                    <a:pt x="11967" y="19897"/>
                    <a:pt x="10865" y="19801"/>
                    <a:pt x="9746" y="19801"/>
                  </a:cubicBezTo>
                  <a:cubicBezTo>
                    <a:pt x="6781" y="19801"/>
                    <a:pt x="3696" y="20474"/>
                    <a:pt x="406" y="21833"/>
                  </a:cubicBezTo>
                  <a:lnTo>
                    <a:pt x="406" y="14358"/>
                  </a:lnTo>
                  <a:cubicBezTo>
                    <a:pt x="1109" y="14230"/>
                    <a:pt x="1864" y="14110"/>
                    <a:pt x="2702" y="13993"/>
                  </a:cubicBezTo>
                  <a:cubicBezTo>
                    <a:pt x="5594" y="13588"/>
                    <a:pt x="8552" y="13414"/>
                    <a:pt x="11411" y="13245"/>
                  </a:cubicBezTo>
                  <a:lnTo>
                    <a:pt x="12958" y="13152"/>
                  </a:lnTo>
                  <a:cubicBezTo>
                    <a:pt x="15818" y="12978"/>
                    <a:pt x="18953" y="12785"/>
                    <a:pt x="22145" y="12785"/>
                  </a:cubicBezTo>
                  <a:cubicBezTo>
                    <a:pt x="23389" y="12785"/>
                    <a:pt x="24641" y="12814"/>
                    <a:pt x="25889" y="12885"/>
                  </a:cubicBezTo>
                  <a:cubicBezTo>
                    <a:pt x="29786" y="13104"/>
                    <a:pt x="33808" y="14150"/>
                    <a:pt x="38546" y="16169"/>
                  </a:cubicBezTo>
                  <a:cubicBezTo>
                    <a:pt x="52883" y="22283"/>
                    <a:pt x="69842" y="28659"/>
                    <a:pt x="86902" y="29591"/>
                  </a:cubicBezTo>
                  <a:cubicBezTo>
                    <a:pt x="88135" y="29659"/>
                    <a:pt x="89353" y="29692"/>
                    <a:pt x="90554" y="29692"/>
                  </a:cubicBezTo>
                  <a:cubicBezTo>
                    <a:pt x="97955" y="29692"/>
                    <a:pt x="104738" y="28414"/>
                    <a:pt x="110758" y="25880"/>
                  </a:cubicBezTo>
                  <a:cubicBezTo>
                    <a:pt x="117187" y="23174"/>
                    <a:pt x="123174" y="18993"/>
                    <a:pt x="128962" y="14950"/>
                  </a:cubicBezTo>
                  <a:cubicBezTo>
                    <a:pt x="130301" y="14015"/>
                    <a:pt x="131684" y="13050"/>
                    <a:pt x="133052" y="12117"/>
                  </a:cubicBezTo>
                  <a:cubicBezTo>
                    <a:pt x="136569" y="9716"/>
                    <a:pt x="140379" y="7249"/>
                    <a:pt x="144384" y="5460"/>
                  </a:cubicBezTo>
                  <a:cubicBezTo>
                    <a:pt x="148006" y="3842"/>
                    <a:pt x="151905" y="2608"/>
                    <a:pt x="155970" y="1792"/>
                  </a:cubicBezTo>
                  <a:cubicBezTo>
                    <a:pt x="159701" y="1042"/>
                    <a:pt x="163680" y="640"/>
                    <a:pt x="168868" y="486"/>
                  </a:cubicBezTo>
                  <a:cubicBezTo>
                    <a:pt x="170413" y="440"/>
                    <a:pt x="172001" y="405"/>
                    <a:pt x="173615" y="405"/>
                  </a:cubicBezTo>
                  <a:close/>
                  <a:moveTo>
                    <a:pt x="173609" y="0"/>
                  </a:moveTo>
                  <a:cubicBezTo>
                    <a:pt x="171993" y="0"/>
                    <a:pt x="170405" y="35"/>
                    <a:pt x="168858" y="80"/>
                  </a:cubicBezTo>
                  <a:cubicBezTo>
                    <a:pt x="163644" y="234"/>
                    <a:pt x="159645" y="639"/>
                    <a:pt x="155891" y="1393"/>
                  </a:cubicBezTo>
                  <a:cubicBezTo>
                    <a:pt x="151795" y="2216"/>
                    <a:pt x="147870" y="3459"/>
                    <a:pt x="144219" y="5088"/>
                  </a:cubicBezTo>
                  <a:cubicBezTo>
                    <a:pt x="140186" y="6888"/>
                    <a:pt x="136359" y="9369"/>
                    <a:pt x="132824" y="11781"/>
                  </a:cubicBezTo>
                  <a:cubicBezTo>
                    <a:pt x="131454" y="12715"/>
                    <a:pt x="130070" y="13683"/>
                    <a:pt x="128732" y="14617"/>
                  </a:cubicBezTo>
                  <a:cubicBezTo>
                    <a:pt x="122961" y="18648"/>
                    <a:pt x="116993" y="22817"/>
                    <a:pt x="110602" y="25506"/>
                  </a:cubicBezTo>
                  <a:cubicBezTo>
                    <a:pt x="104631" y="28019"/>
                    <a:pt x="97899" y="29287"/>
                    <a:pt x="90554" y="29287"/>
                  </a:cubicBezTo>
                  <a:cubicBezTo>
                    <a:pt x="89360" y="29287"/>
                    <a:pt x="88149" y="29254"/>
                    <a:pt x="86923" y="29187"/>
                  </a:cubicBezTo>
                  <a:cubicBezTo>
                    <a:pt x="69926" y="28261"/>
                    <a:pt x="53010" y="21898"/>
                    <a:pt x="38703" y="15797"/>
                  </a:cubicBezTo>
                  <a:cubicBezTo>
                    <a:pt x="33922" y="13758"/>
                    <a:pt x="29857" y="12704"/>
                    <a:pt x="25911" y="12481"/>
                  </a:cubicBezTo>
                  <a:cubicBezTo>
                    <a:pt x="24653" y="12410"/>
                    <a:pt x="23392" y="12381"/>
                    <a:pt x="22140" y="12381"/>
                  </a:cubicBezTo>
                  <a:cubicBezTo>
                    <a:pt x="18938" y="12381"/>
                    <a:pt x="15797" y="12572"/>
                    <a:pt x="12931" y="12748"/>
                  </a:cubicBezTo>
                  <a:lnTo>
                    <a:pt x="11384" y="12841"/>
                  </a:lnTo>
                  <a:cubicBezTo>
                    <a:pt x="8518" y="13010"/>
                    <a:pt x="5551" y="13184"/>
                    <a:pt x="2644" y="13591"/>
                  </a:cubicBezTo>
                  <a:cubicBezTo>
                    <a:pt x="1731" y="13718"/>
                    <a:pt x="921" y="13848"/>
                    <a:pt x="165" y="13990"/>
                  </a:cubicBezTo>
                  <a:lnTo>
                    <a:pt x="0" y="14020"/>
                  </a:lnTo>
                  <a:lnTo>
                    <a:pt x="0" y="22434"/>
                  </a:lnTo>
                  <a:lnTo>
                    <a:pt x="280" y="22317"/>
                  </a:lnTo>
                  <a:cubicBezTo>
                    <a:pt x="3624" y="20902"/>
                    <a:pt x="6748" y="20202"/>
                    <a:pt x="9745" y="20202"/>
                  </a:cubicBezTo>
                  <a:cubicBezTo>
                    <a:pt x="10841" y="20202"/>
                    <a:pt x="11920" y="20296"/>
                    <a:pt x="12987" y="20482"/>
                  </a:cubicBezTo>
                  <a:cubicBezTo>
                    <a:pt x="20436" y="21784"/>
                    <a:pt x="26975" y="26792"/>
                    <a:pt x="33571" y="32250"/>
                  </a:cubicBezTo>
                  <a:cubicBezTo>
                    <a:pt x="44508" y="41302"/>
                    <a:pt x="58178" y="45884"/>
                    <a:pt x="74230" y="45884"/>
                  </a:cubicBezTo>
                  <a:cubicBezTo>
                    <a:pt x="74828" y="45884"/>
                    <a:pt x="75434" y="45878"/>
                    <a:pt x="76041" y="45864"/>
                  </a:cubicBezTo>
                  <a:cubicBezTo>
                    <a:pt x="92973" y="45507"/>
                    <a:pt x="107630" y="40953"/>
                    <a:pt x="119603" y="32334"/>
                  </a:cubicBezTo>
                  <a:cubicBezTo>
                    <a:pt x="123430" y="29580"/>
                    <a:pt x="127160" y="26462"/>
                    <a:pt x="130767" y="23446"/>
                  </a:cubicBezTo>
                  <a:cubicBezTo>
                    <a:pt x="133490" y="21168"/>
                    <a:pt x="136306" y="18812"/>
                    <a:pt x="139143" y="16633"/>
                  </a:cubicBezTo>
                  <a:cubicBezTo>
                    <a:pt x="142286" y="14218"/>
                    <a:pt x="145678" y="11782"/>
                    <a:pt x="149569" y="10839"/>
                  </a:cubicBezTo>
                  <a:cubicBezTo>
                    <a:pt x="151002" y="10492"/>
                    <a:pt x="152486" y="10318"/>
                    <a:pt x="154040" y="10318"/>
                  </a:cubicBezTo>
                  <a:cubicBezTo>
                    <a:pt x="155718" y="10318"/>
                    <a:pt x="157477" y="10521"/>
                    <a:pt x="159345" y="10926"/>
                  </a:cubicBezTo>
                  <a:cubicBezTo>
                    <a:pt x="163146" y="11754"/>
                    <a:pt x="166866" y="13255"/>
                    <a:pt x="170463" y="14710"/>
                  </a:cubicBezTo>
                  <a:cubicBezTo>
                    <a:pt x="174735" y="16434"/>
                    <a:pt x="179004" y="17813"/>
                    <a:pt x="183149" y="18805"/>
                  </a:cubicBezTo>
                  <a:cubicBezTo>
                    <a:pt x="187035" y="19734"/>
                    <a:pt x="190791" y="20198"/>
                    <a:pt x="194393" y="20198"/>
                  </a:cubicBezTo>
                  <a:cubicBezTo>
                    <a:pt x="198045" y="20198"/>
                    <a:pt x="201538" y="19721"/>
                    <a:pt x="204846" y="18766"/>
                  </a:cubicBezTo>
                  <a:cubicBezTo>
                    <a:pt x="206788" y="18205"/>
                    <a:pt x="208062" y="17332"/>
                    <a:pt x="208634" y="16167"/>
                  </a:cubicBezTo>
                  <a:cubicBezTo>
                    <a:pt x="209095" y="15229"/>
                    <a:pt x="209080" y="14117"/>
                    <a:pt x="208584" y="12865"/>
                  </a:cubicBezTo>
                  <a:cubicBezTo>
                    <a:pt x="207441" y="9969"/>
                    <a:pt x="204404" y="8376"/>
                    <a:pt x="202188" y="7211"/>
                  </a:cubicBezTo>
                  <a:lnTo>
                    <a:pt x="201831" y="7024"/>
                  </a:lnTo>
                  <a:cubicBezTo>
                    <a:pt x="194760" y="3289"/>
                    <a:pt x="188306" y="1132"/>
                    <a:pt x="182098" y="427"/>
                  </a:cubicBezTo>
                  <a:cubicBezTo>
                    <a:pt x="179239" y="102"/>
                    <a:pt x="176384" y="0"/>
                    <a:pt x="1736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18"/>
            <p:cNvSpPr/>
            <p:nvPr/>
          </p:nvSpPr>
          <p:spPr>
            <a:xfrm>
              <a:off x="-249584" y="163330"/>
              <a:ext cx="807313" cy="330705"/>
            </a:xfrm>
            <a:custGeom>
              <a:rect b="b" l="l" r="r" t="t"/>
              <a:pathLst>
                <a:path extrusionOk="0" h="8264" w="20174">
                  <a:moveTo>
                    <a:pt x="10888" y="404"/>
                  </a:moveTo>
                  <a:cubicBezTo>
                    <a:pt x="11749" y="404"/>
                    <a:pt x="12597" y="461"/>
                    <a:pt x="13422" y="602"/>
                  </a:cubicBezTo>
                  <a:cubicBezTo>
                    <a:pt x="15472" y="954"/>
                    <a:pt x="17153" y="1897"/>
                    <a:pt x="18413" y="3404"/>
                  </a:cubicBezTo>
                  <a:cubicBezTo>
                    <a:pt x="19054" y="4170"/>
                    <a:pt x="19787" y="5267"/>
                    <a:pt x="19634" y="6147"/>
                  </a:cubicBezTo>
                  <a:cubicBezTo>
                    <a:pt x="19567" y="6546"/>
                    <a:pt x="19324" y="6863"/>
                    <a:pt x="18894" y="7118"/>
                  </a:cubicBezTo>
                  <a:cubicBezTo>
                    <a:pt x="17704" y="7820"/>
                    <a:pt x="16206" y="7861"/>
                    <a:pt x="14950" y="7861"/>
                  </a:cubicBezTo>
                  <a:cubicBezTo>
                    <a:pt x="14860" y="7861"/>
                    <a:pt x="14771" y="7861"/>
                    <a:pt x="14684" y="7861"/>
                  </a:cubicBezTo>
                  <a:cubicBezTo>
                    <a:pt x="13289" y="7856"/>
                    <a:pt x="11866" y="7753"/>
                    <a:pt x="10488" y="7653"/>
                  </a:cubicBezTo>
                  <a:cubicBezTo>
                    <a:pt x="9887" y="7608"/>
                    <a:pt x="9287" y="7565"/>
                    <a:pt x="8687" y="7529"/>
                  </a:cubicBezTo>
                  <a:cubicBezTo>
                    <a:pt x="5827" y="7359"/>
                    <a:pt x="3245" y="7206"/>
                    <a:pt x="649" y="7206"/>
                  </a:cubicBezTo>
                  <a:cubicBezTo>
                    <a:pt x="568" y="7206"/>
                    <a:pt x="486" y="7206"/>
                    <a:pt x="405" y="7206"/>
                  </a:cubicBezTo>
                  <a:lnTo>
                    <a:pt x="405" y="1428"/>
                  </a:lnTo>
                  <a:cubicBezTo>
                    <a:pt x="2017" y="1368"/>
                    <a:pt x="3674" y="1139"/>
                    <a:pt x="5280" y="919"/>
                  </a:cubicBezTo>
                  <a:cubicBezTo>
                    <a:pt x="7141" y="665"/>
                    <a:pt x="9044" y="404"/>
                    <a:pt x="10888" y="404"/>
                  </a:cubicBezTo>
                  <a:close/>
                  <a:moveTo>
                    <a:pt x="10888" y="1"/>
                  </a:moveTo>
                  <a:cubicBezTo>
                    <a:pt x="9018" y="1"/>
                    <a:pt x="7099" y="265"/>
                    <a:pt x="5223" y="522"/>
                  </a:cubicBezTo>
                  <a:cubicBezTo>
                    <a:pt x="3564" y="751"/>
                    <a:pt x="1848" y="984"/>
                    <a:pt x="195" y="1034"/>
                  </a:cubicBezTo>
                  <a:lnTo>
                    <a:pt x="1" y="1039"/>
                  </a:lnTo>
                  <a:lnTo>
                    <a:pt x="1" y="7612"/>
                  </a:lnTo>
                  <a:lnTo>
                    <a:pt x="202" y="7612"/>
                  </a:lnTo>
                  <a:cubicBezTo>
                    <a:pt x="266" y="7612"/>
                    <a:pt x="330" y="7612"/>
                    <a:pt x="393" y="7612"/>
                  </a:cubicBezTo>
                  <a:cubicBezTo>
                    <a:pt x="3056" y="7612"/>
                    <a:pt x="5717" y="7756"/>
                    <a:pt x="8664" y="7932"/>
                  </a:cubicBezTo>
                  <a:cubicBezTo>
                    <a:pt x="9261" y="7968"/>
                    <a:pt x="9860" y="8012"/>
                    <a:pt x="10460" y="8055"/>
                  </a:cubicBezTo>
                  <a:cubicBezTo>
                    <a:pt x="11844" y="8155"/>
                    <a:pt x="13275" y="8259"/>
                    <a:pt x="14682" y="8264"/>
                  </a:cubicBezTo>
                  <a:lnTo>
                    <a:pt x="14998" y="8264"/>
                  </a:lnTo>
                  <a:cubicBezTo>
                    <a:pt x="16295" y="8264"/>
                    <a:pt x="17831" y="8211"/>
                    <a:pt x="19096" y="7463"/>
                  </a:cubicBezTo>
                  <a:cubicBezTo>
                    <a:pt x="19626" y="7152"/>
                    <a:pt x="19940" y="6730"/>
                    <a:pt x="20030" y="6216"/>
                  </a:cubicBezTo>
                  <a:cubicBezTo>
                    <a:pt x="20173" y="5387"/>
                    <a:pt x="19732" y="4354"/>
                    <a:pt x="18720" y="3145"/>
                  </a:cubicBezTo>
                  <a:cubicBezTo>
                    <a:pt x="17395" y="1562"/>
                    <a:pt x="15637" y="574"/>
                    <a:pt x="13488" y="205"/>
                  </a:cubicBezTo>
                  <a:cubicBezTo>
                    <a:pt x="12639" y="59"/>
                    <a:pt x="11769" y="1"/>
                    <a:pt x="108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18"/>
            <p:cNvSpPr/>
            <p:nvPr/>
          </p:nvSpPr>
          <p:spPr>
            <a:xfrm>
              <a:off x="-249504" y="-181865"/>
              <a:ext cx="9377861" cy="2035410"/>
            </a:xfrm>
            <a:custGeom>
              <a:rect b="b" l="l" r="r" t="t"/>
              <a:pathLst>
                <a:path extrusionOk="0" h="50863" w="234344">
                  <a:moveTo>
                    <a:pt x="233940" y="621"/>
                  </a:moveTo>
                  <a:lnTo>
                    <a:pt x="233940" y="12077"/>
                  </a:lnTo>
                  <a:cubicBezTo>
                    <a:pt x="232371" y="13846"/>
                    <a:pt x="230619" y="15358"/>
                    <a:pt x="228734" y="16565"/>
                  </a:cubicBezTo>
                  <a:cubicBezTo>
                    <a:pt x="224484" y="19289"/>
                    <a:pt x="219376" y="20857"/>
                    <a:pt x="213122" y="21360"/>
                  </a:cubicBezTo>
                  <a:cubicBezTo>
                    <a:pt x="211653" y="21479"/>
                    <a:pt x="210146" y="21539"/>
                    <a:pt x="208580" y="21539"/>
                  </a:cubicBezTo>
                  <a:cubicBezTo>
                    <a:pt x="205000" y="21539"/>
                    <a:pt x="201109" y="21226"/>
                    <a:pt x="196647" y="20590"/>
                  </a:cubicBezTo>
                  <a:lnTo>
                    <a:pt x="196529" y="20574"/>
                  </a:lnTo>
                  <a:cubicBezTo>
                    <a:pt x="194477" y="20283"/>
                    <a:pt x="192356" y="19981"/>
                    <a:pt x="190306" y="19457"/>
                  </a:cubicBezTo>
                  <a:cubicBezTo>
                    <a:pt x="188131" y="18901"/>
                    <a:pt x="186302" y="18457"/>
                    <a:pt x="184446" y="18095"/>
                  </a:cubicBezTo>
                  <a:cubicBezTo>
                    <a:pt x="182413" y="17700"/>
                    <a:pt x="180221" y="17338"/>
                    <a:pt x="178016" y="17338"/>
                  </a:cubicBezTo>
                  <a:cubicBezTo>
                    <a:pt x="177942" y="17338"/>
                    <a:pt x="177867" y="17339"/>
                    <a:pt x="177792" y="17340"/>
                  </a:cubicBezTo>
                  <a:cubicBezTo>
                    <a:pt x="176496" y="17354"/>
                    <a:pt x="174542" y="17378"/>
                    <a:pt x="173323" y="18637"/>
                  </a:cubicBezTo>
                  <a:cubicBezTo>
                    <a:pt x="172261" y="19733"/>
                    <a:pt x="172397" y="21555"/>
                    <a:pt x="173080" y="22788"/>
                  </a:cubicBezTo>
                  <a:cubicBezTo>
                    <a:pt x="174004" y="24459"/>
                    <a:pt x="175665" y="25395"/>
                    <a:pt x="177319" y="26158"/>
                  </a:cubicBezTo>
                  <a:cubicBezTo>
                    <a:pt x="180088" y="27433"/>
                    <a:pt x="183032" y="28076"/>
                    <a:pt x="185878" y="28699"/>
                  </a:cubicBezTo>
                  <a:cubicBezTo>
                    <a:pt x="186544" y="28844"/>
                    <a:pt x="187205" y="28990"/>
                    <a:pt x="187866" y="29142"/>
                  </a:cubicBezTo>
                  <a:cubicBezTo>
                    <a:pt x="191326" y="29942"/>
                    <a:pt x="194903" y="30405"/>
                    <a:pt x="198362" y="30852"/>
                  </a:cubicBezTo>
                  <a:lnTo>
                    <a:pt x="199879" y="31048"/>
                  </a:lnTo>
                  <a:cubicBezTo>
                    <a:pt x="203501" y="31524"/>
                    <a:pt x="207493" y="31975"/>
                    <a:pt x="212443" y="32469"/>
                  </a:cubicBezTo>
                  <a:cubicBezTo>
                    <a:pt x="216296" y="32854"/>
                    <a:pt x="220110" y="33192"/>
                    <a:pt x="223683" y="33505"/>
                  </a:cubicBezTo>
                  <a:cubicBezTo>
                    <a:pt x="226437" y="33747"/>
                    <a:pt x="229366" y="34040"/>
                    <a:pt x="232268" y="34727"/>
                  </a:cubicBezTo>
                  <a:cubicBezTo>
                    <a:pt x="232812" y="34856"/>
                    <a:pt x="233374" y="35011"/>
                    <a:pt x="233940" y="35186"/>
                  </a:cubicBezTo>
                  <a:lnTo>
                    <a:pt x="233940" y="50330"/>
                  </a:lnTo>
                  <a:cubicBezTo>
                    <a:pt x="227593" y="48509"/>
                    <a:pt x="220754" y="46238"/>
                    <a:pt x="213042" y="43386"/>
                  </a:cubicBezTo>
                  <a:cubicBezTo>
                    <a:pt x="208088" y="41555"/>
                    <a:pt x="202988" y="39512"/>
                    <a:pt x="197884" y="37317"/>
                  </a:cubicBezTo>
                  <a:cubicBezTo>
                    <a:pt x="195613" y="36339"/>
                    <a:pt x="193318" y="35281"/>
                    <a:pt x="191099" y="34257"/>
                  </a:cubicBezTo>
                  <a:cubicBezTo>
                    <a:pt x="188401" y="33014"/>
                    <a:pt x="185611" y="31726"/>
                    <a:pt x="182833" y="30573"/>
                  </a:cubicBezTo>
                  <a:cubicBezTo>
                    <a:pt x="172649" y="26340"/>
                    <a:pt x="162754" y="24195"/>
                    <a:pt x="153409" y="24195"/>
                  </a:cubicBezTo>
                  <a:cubicBezTo>
                    <a:pt x="153178" y="24195"/>
                    <a:pt x="152948" y="24197"/>
                    <a:pt x="152719" y="24198"/>
                  </a:cubicBezTo>
                  <a:cubicBezTo>
                    <a:pt x="142080" y="24319"/>
                    <a:pt x="132064" y="27884"/>
                    <a:pt x="122824" y="31721"/>
                  </a:cubicBezTo>
                  <a:cubicBezTo>
                    <a:pt x="112729" y="35913"/>
                    <a:pt x="102805" y="39822"/>
                    <a:pt x="92400" y="41608"/>
                  </a:cubicBezTo>
                  <a:cubicBezTo>
                    <a:pt x="82867" y="43244"/>
                    <a:pt x="72721" y="44299"/>
                    <a:pt x="61383" y="44830"/>
                  </a:cubicBezTo>
                  <a:cubicBezTo>
                    <a:pt x="58519" y="44965"/>
                    <a:pt x="55783" y="45032"/>
                    <a:pt x="53152" y="45032"/>
                  </a:cubicBezTo>
                  <a:cubicBezTo>
                    <a:pt x="45012" y="45032"/>
                    <a:pt x="37887" y="44383"/>
                    <a:pt x="31169" y="43050"/>
                  </a:cubicBezTo>
                  <a:cubicBezTo>
                    <a:pt x="24718" y="41770"/>
                    <a:pt x="18066" y="39641"/>
                    <a:pt x="11397" y="36720"/>
                  </a:cubicBezTo>
                  <a:cubicBezTo>
                    <a:pt x="7680" y="35093"/>
                    <a:pt x="3780" y="33224"/>
                    <a:pt x="405" y="30582"/>
                  </a:cubicBezTo>
                  <a:lnTo>
                    <a:pt x="405" y="21725"/>
                  </a:lnTo>
                  <a:cubicBezTo>
                    <a:pt x="5173" y="23118"/>
                    <a:pt x="10001" y="24631"/>
                    <a:pt x="14673" y="26094"/>
                  </a:cubicBezTo>
                  <a:cubicBezTo>
                    <a:pt x="18472" y="27283"/>
                    <a:pt x="22397" y="28512"/>
                    <a:pt x="26269" y="29670"/>
                  </a:cubicBezTo>
                  <a:cubicBezTo>
                    <a:pt x="42759" y="34607"/>
                    <a:pt x="58954" y="38982"/>
                    <a:pt x="74991" y="38982"/>
                  </a:cubicBezTo>
                  <a:cubicBezTo>
                    <a:pt x="78823" y="38982"/>
                    <a:pt x="82649" y="38732"/>
                    <a:pt x="86466" y="38179"/>
                  </a:cubicBezTo>
                  <a:cubicBezTo>
                    <a:pt x="95509" y="36872"/>
                    <a:pt x="104228" y="33938"/>
                    <a:pt x="112383" y="29455"/>
                  </a:cubicBezTo>
                  <a:cubicBezTo>
                    <a:pt x="116730" y="27066"/>
                    <a:pt x="120985" y="24195"/>
                    <a:pt x="125029" y="20922"/>
                  </a:cubicBezTo>
                  <a:cubicBezTo>
                    <a:pt x="126767" y="19511"/>
                    <a:pt x="128488" y="17994"/>
                    <a:pt x="130152" y="16524"/>
                  </a:cubicBezTo>
                  <a:cubicBezTo>
                    <a:pt x="131788" y="15078"/>
                    <a:pt x="133483" y="13582"/>
                    <a:pt x="135190" y="12196"/>
                  </a:cubicBezTo>
                  <a:cubicBezTo>
                    <a:pt x="137654" y="10200"/>
                    <a:pt x="140969" y="7788"/>
                    <a:pt x="144768" y="6873"/>
                  </a:cubicBezTo>
                  <a:cubicBezTo>
                    <a:pt x="145990" y="6580"/>
                    <a:pt x="147258" y="6432"/>
                    <a:pt x="148594" y="6432"/>
                  </a:cubicBezTo>
                  <a:cubicBezTo>
                    <a:pt x="151134" y="6432"/>
                    <a:pt x="153922" y="6966"/>
                    <a:pt x="157120" y="8052"/>
                  </a:cubicBezTo>
                  <a:cubicBezTo>
                    <a:pt x="165254" y="10813"/>
                    <a:pt x="174727" y="13878"/>
                    <a:pt x="184226" y="15304"/>
                  </a:cubicBezTo>
                  <a:cubicBezTo>
                    <a:pt x="187914" y="15858"/>
                    <a:pt x="191419" y="16136"/>
                    <a:pt x="194766" y="16136"/>
                  </a:cubicBezTo>
                  <a:cubicBezTo>
                    <a:pt x="200932" y="16136"/>
                    <a:pt x="206557" y="15192"/>
                    <a:pt x="211781" y="13295"/>
                  </a:cubicBezTo>
                  <a:cubicBezTo>
                    <a:pt x="216509" y="11579"/>
                    <a:pt x="220789" y="8892"/>
                    <a:pt x="224351" y="6492"/>
                  </a:cubicBezTo>
                  <a:cubicBezTo>
                    <a:pt x="224766" y="6212"/>
                    <a:pt x="225182" y="5928"/>
                    <a:pt x="225598" y="5645"/>
                  </a:cubicBezTo>
                  <a:cubicBezTo>
                    <a:pt x="228277" y="3826"/>
                    <a:pt x="231045" y="1944"/>
                    <a:pt x="233940" y="621"/>
                  </a:cubicBezTo>
                  <a:close/>
                  <a:moveTo>
                    <a:pt x="234344" y="1"/>
                  </a:moveTo>
                  <a:lnTo>
                    <a:pt x="234062" y="127"/>
                  </a:lnTo>
                  <a:cubicBezTo>
                    <a:pt x="231032" y="1470"/>
                    <a:pt x="228156" y="3423"/>
                    <a:pt x="225375" y="5313"/>
                  </a:cubicBezTo>
                  <a:cubicBezTo>
                    <a:pt x="224959" y="5595"/>
                    <a:pt x="224545" y="5878"/>
                    <a:pt x="224128" y="6158"/>
                  </a:cubicBezTo>
                  <a:cubicBezTo>
                    <a:pt x="220589" y="8544"/>
                    <a:pt x="216336" y="11214"/>
                    <a:pt x="211647" y="12916"/>
                  </a:cubicBezTo>
                  <a:cubicBezTo>
                    <a:pt x="206466" y="14796"/>
                    <a:pt x="200885" y="15732"/>
                    <a:pt x="194765" y="15732"/>
                  </a:cubicBezTo>
                  <a:cubicBezTo>
                    <a:pt x="191440" y="15732"/>
                    <a:pt x="187955" y="15456"/>
                    <a:pt x="184289" y="14905"/>
                  </a:cubicBezTo>
                  <a:cubicBezTo>
                    <a:pt x="174822" y="13485"/>
                    <a:pt x="165370" y="10424"/>
                    <a:pt x="157251" y="7671"/>
                  </a:cubicBezTo>
                  <a:cubicBezTo>
                    <a:pt x="154011" y="6571"/>
                    <a:pt x="151182" y="6028"/>
                    <a:pt x="148600" y="6028"/>
                  </a:cubicBezTo>
                  <a:cubicBezTo>
                    <a:pt x="147230" y="6028"/>
                    <a:pt x="145930" y="6181"/>
                    <a:pt x="144675" y="6483"/>
                  </a:cubicBezTo>
                  <a:cubicBezTo>
                    <a:pt x="140797" y="7416"/>
                    <a:pt x="137434" y="9860"/>
                    <a:pt x="134939" y="11886"/>
                  </a:cubicBezTo>
                  <a:cubicBezTo>
                    <a:pt x="133224" y="13277"/>
                    <a:pt x="131528" y="14775"/>
                    <a:pt x="129887" y="16224"/>
                  </a:cubicBezTo>
                  <a:cubicBezTo>
                    <a:pt x="128225" y="17690"/>
                    <a:pt x="126509" y="19207"/>
                    <a:pt x="124774" y="20610"/>
                  </a:cubicBezTo>
                  <a:cubicBezTo>
                    <a:pt x="120749" y="23869"/>
                    <a:pt x="116514" y="26727"/>
                    <a:pt x="112189" y="29105"/>
                  </a:cubicBezTo>
                  <a:cubicBezTo>
                    <a:pt x="104076" y="33564"/>
                    <a:pt x="95402" y="36484"/>
                    <a:pt x="86407" y="37785"/>
                  </a:cubicBezTo>
                  <a:cubicBezTo>
                    <a:pt x="82611" y="38334"/>
                    <a:pt x="78806" y="38583"/>
                    <a:pt x="74991" y="38583"/>
                  </a:cubicBezTo>
                  <a:cubicBezTo>
                    <a:pt x="59005" y="38583"/>
                    <a:pt x="42843" y="34216"/>
                    <a:pt x="26384" y="29289"/>
                  </a:cubicBezTo>
                  <a:cubicBezTo>
                    <a:pt x="22516" y="28130"/>
                    <a:pt x="18589" y="26901"/>
                    <a:pt x="14793" y="25711"/>
                  </a:cubicBezTo>
                  <a:cubicBezTo>
                    <a:pt x="10035" y="24222"/>
                    <a:pt x="5116" y="22681"/>
                    <a:pt x="257" y="21265"/>
                  </a:cubicBezTo>
                  <a:lnTo>
                    <a:pt x="0" y="21189"/>
                  </a:lnTo>
                  <a:lnTo>
                    <a:pt x="0" y="30778"/>
                  </a:lnTo>
                  <a:lnTo>
                    <a:pt x="77" y="30839"/>
                  </a:lnTo>
                  <a:cubicBezTo>
                    <a:pt x="3505" y="33541"/>
                    <a:pt x="7466" y="35440"/>
                    <a:pt x="11235" y="37090"/>
                  </a:cubicBezTo>
                  <a:cubicBezTo>
                    <a:pt x="17931" y="40022"/>
                    <a:pt x="24610" y="42161"/>
                    <a:pt x="31090" y="43447"/>
                  </a:cubicBezTo>
                  <a:cubicBezTo>
                    <a:pt x="37834" y="44786"/>
                    <a:pt x="44983" y="45437"/>
                    <a:pt x="53148" y="45437"/>
                  </a:cubicBezTo>
                  <a:cubicBezTo>
                    <a:pt x="55786" y="45437"/>
                    <a:pt x="58530" y="45369"/>
                    <a:pt x="61401" y="45235"/>
                  </a:cubicBezTo>
                  <a:cubicBezTo>
                    <a:pt x="72756" y="44700"/>
                    <a:pt x="82917" y="43644"/>
                    <a:pt x="92467" y="42007"/>
                  </a:cubicBezTo>
                  <a:cubicBezTo>
                    <a:pt x="102913" y="40214"/>
                    <a:pt x="112861" y="36296"/>
                    <a:pt x="122978" y="32095"/>
                  </a:cubicBezTo>
                  <a:cubicBezTo>
                    <a:pt x="132181" y="28274"/>
                    <a:pt x="142153" y="24722"/>
                    <a:pt x="152725" y="24602"/>
                  </a:cubicBezTo>
                  <a:cubicBezTo>
                    <a:pt x="152952" y="24600"/>
                    <a:pt x="153179" y="24598"/>
                    <a:pt x="153407" y="24598"/>
                  </a:cubicBezTo>
                  <a:cubicBezTo>
                    <a:pt x="162694" y="24598"/>
                    <a:pt x="172541" y="26730"/>
                    <a:pt x="182679" y="30945"/>
                  </a:cubicBezTo>
                  <a:cubicBezTo>
                    <a:pt x="185447" y="32095"/>
                    <a:pt x="188234" y="33381"/>
                    <a:pt x="190930" y="34624"/>
                  </a:cubicBezTo>
                  <a:cubicBezTo>
                    <a:pt x="193152" y="35649"/>
                    <a:pt x="195448" y="36707"/>
                    <a:pt x="197726" y="37686"/>
                  </a:cubicBezTo>
                  <a:cubicBezTo>
                    <a:pt x="202837" y="39885"/>
                    <a:pt x="207942" y="41928"/>
                    <a:pt x="212901" y="43763"/>
                  </a:cubicBezTo>
                  <a:cubicBezTo>
                    <a:pt x="220729" y="46656"/>
                    <a:pt x="227658" y="48955"/>
                    <a:pt x="234085" y="50788"/>
                  </a:cubicBezTo>
                  <a:lnTo>
                    <a:pt x="234341" y="50863"/>
                  </a:lnTo>
                  <a:lnTo>
                    <a:pt x="234344" y="50863"/>
                  </a:lnTo>
                  <a:lnTo>
                    <a:pt x="234344" y="34896"/>
                  </a:lnTo>
                  <a:lnTo>
                    <a:pt x="234204" y="34850"/>
                  </a:lnTo>
                  <a:cubicBezTo>
                    <a:pt x="233582" y="34654"/>
                    <a:pt x="232962" y="34481"/>
                    <a:pt x="232362" y="34340"/>
                  </a:cubicBezTo>
                  <a:cubicBezTo>
                    <a:pt x="229433" y="33647"/>
                    <a:pt x="226488" y="33352"/>
                    <a:pt x="223721" y="33110"/>
                  </a:cubicBezTo>
                  <a:cubicBezTo>
                    <a:pt x="220148" y="32797"/>
                    <a:pt x="216338" y="32457"/>
                    <a:pt x="212486" y="32074"/>
                  </a:cubicBezTo>
                  <a:cubicBezTo>
                    <a:pt x="207542" y="31581"/>
                    <a:pt x="203553" y="31128"/>
                    <a:pt x="199935" y="30653"/>
                  </a:cubicBezTo>
                  <a:lnTo>
                    <a:pt x="198416" y="30455"/>
                  </a:lnTo>
                  <a:cubicBezTo>
                    <a:pt x="194968" y="30009"/>
                    <a:pt x="191400" y="29547"/>
                    <a:pt x="187960" y="28753"/>
                  </a:cubicBezTo>
                  <a:cubicBezTo>
                    <a:pt x="187298" y="28602"/>
                    <a:pt x="186634" y="28454"/>
                    <a:pt x="185969" y="28310"/>
                  </a:cubicBezTo>
                  <a:cubicBezTo>
                    <a:pt x="183145" y="27690"/>
                    <a:pt x="180223" y="27051"/>
                    <a:pt x="177494" y="25795"/>
                  </a:cubicBezTo>
                  <a:cubicBezTo>
                    <a:pt x="176009" y="25111"/>
                    <a:pt x="174350" y="24245"/>
                    <a:pt x="173437" y="22596"/>
                  </a:cubicBezTo>
                  <a:cubicBezTo>
                    <a:pt x="172829" y="21493"/>
                    <a:pt x="172693" y="19876"/>
                    <a:pt x="173617" y="18921"/>
                  </a:cubicBezTo>
                  <a:cubicBezTo>
                    <a:pt x="174717" y="17783"/>
                    <a:pt x="176574" y="17760"/>
                    <a:pt x="177801" y="17745"/>
                  </a:cubicBezTo>
                  <a:cubicBezTo>
                    <a:pt x="177883" y="17744"/>
                    <a:pt x="177965" y="17744"/>
                    <a:pt x="178047" y="17744"/>
                  </a:cubicBezTo>
                  <a:cubicBezTo>
                    <a:pt x="180223" y="17744"/>
                    <a:pt x="182367" y="18103"/>
                    <a:pt x="184375" y="18494"/>
                  </a:cubicBezTo>
                  <a:cubicBezTo>
                    <a:pt x="186221" y="18853"/>
                    <a:pt x="188043" y="19296"/>
                    <a:pt x="190212" y="19850"/>
                  </a:cubicBezTo>
                  <a:cubicBezTo>
                    <a:pt x="192283" y="20380"/>
                    <a:pt x="194415" y="20683"/>
                    <a:pt x="196477" y="20976"/>
                  </a:cubicBezTo>
                  <a:lnTo>
                    <a:pt x="196594" y="20993"/>
                  </a:lnTo>
                  <a:cubicBezTo>
                    <a:pt x="201071" y="21630"/>
                    <a:pt x="204978" y="21943"/>
                    <a:pt x="208576" y="21943"/>
                  </a:cubicBezTo>
                  <a:cubicBezTo>
                    <a:pt x="210156" y="21943"/>
                    <a:pt x="211676" y="21883"/>
                    <a:pt x="213159" y="21763"/>
                  </a:cubicBezTo>
                  <a:cubicBezTo>
                    <a:pt x="219481" y="21255"/>
                    <a:pt x="224648" y="19666"/>
                    <a:pt x="228956" y="16905"/>
                  </a:cubicBezTo>
                  <a:cubicBezTo>
                    <a:pt x="230892" y="15665"/>
                    <a:pt x="232689" y="14110"/>
                    <a:pt x="234294" y="12287"/>
                  </a:cubicBezTo>
                  <a:lnTo>
                    <a:pt x="234344" y="12230"/>
                  </a:lnTo>
                  <a:lnTo>
                    <a:pt x="2343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18"/>
            <p:cNvSpPr/>
            <p:nvPr/>
          </p:nvSpPr>
          <p:spPr>
            <a:xfrm>
              <a:off x="-249664" y="1238255"/>
              <a:ext cx="5171942" cy="1031731"/>
            </a:xfrm>
            <a:custGeom>
              <a:rect b="b" l="l" r="r" t="t"/>
              <a:pathLst>
                <a:path extrusionOk="0" h="25782" w="129242">
                  <a:moveTo>
                    <a:pt x="125667" y="404"/>
                  </a:moveTo>
                  <a:cubicBezTo>
                    <a:pt x="125949" y="404"/>
                    <a:pt x="126232" y="415"/>
                    <a:pt x="126514" y="437"/>
                  </a:cubicBezTo>
                  <a:cubicBezTo>
                    <a:pt x="127419" y="510"/>
                    <a:pt x="128375" y="690"/>
                    <a:pt x="128733" y="1442"/>
                  </a:cubicBezTo>
                  <a:cubicBezTo>
                    <a:pt x="127667" y="1898"/>
                    <a:pt x="126604" y="2366"/>
                    <a:pt x="125540" y="2833"/>
                  </a:cubicBezTo>
                  <a:cubicBezTo>
                    <a:pt x="121951" y="4414"/>
                    <a:pt x="118237" y="6047"/>
                    <a:pt x="114473" y="7141"/>
                  </a:cubicBezTo>
                  <a:cubicBezTo>
                    <a:pt x="113881" y="7314"/>
                    <a:pt x="113286" y="7483"/>
                    <a:pt x="112693" y="7649"/>
                  </a:cubicBezTo>
                  <a:cubicBezTo>
                    <a:pt x="110914" y="8149"/>
                    <a:pt x="109073" y="8666"/>
                    <a:pt x="107278" y="9330"/>
                  </a:cubicBezTo>
                  <a:cubicBezTo>
                    <a:pt x="105183" y="10108"/>
                    <a:pt x="102936" y="11055"/>
                    <a:pt x="100411" y="12228"/>
                  </a:cubicBezTo>
                  <a:cubicBezTo>
                    <a:pt x="97928" y="13381"/>
                    <a:pt x="95424" y="14634"/>
                    <a:pt x="93002" y="15844"/>
                  </a:cubicBezTo>
                  <a:cubicBezTo>
                    <a:pt x="86663" y="19013"/>
                    <a:pt x="80109" y="22288"/>
                    <a:pt x="73322" y="24097"/>
                  </a:cubicBezTo>
                  <a:cubicBezTo>
                    <a:pt x="70106" y="24955"/>
                    <a:pt x="66829" y="25381"/>
                    <a:pt x="63411" y="25381"/>
                  </a:cubicBezTo>
                  <a:cubicBezTo>
                    <a:pt x="61691" y="25381"/>
                    <a:pt x="59935" y="25273"/>
                    <a:pt x="58132" y="25057"/>
                  </a:cubicBezTo>
                  <a:cubicBezTo>
                    <a:pt x="54870" y="24667"/>
                    <a:pt x="51578" y="24000"/>
                    <a:pt x="48394" y="23351"/>
                  </a:cubicBezTo>
                  <a:cubicBezTo>
                    <a:pt x="46720" y="23010"/>
                    <a:pt x="44988" y="22658"/>
                    <a:pt x="43281" y="22351"/>
                  </a:cubicBezTo>
                  <a:cubicBezTo>
                    <a:pt x="38827" y="21551"/>
                    <a:pt x="34306" y="21314"/>
                    <a:pt x="29931" y="21085"/>
                  </a:cubicBezTo>
                  <a:lnTo>
                    <a:pt x="28914" y="21031"/>
                  </a:lnTo>
                  <a:cubicBezTo>
                    <a:pt x="25978" y="20874"/>
                    <a:pt x="23609" y="20501"/>
                    <a:pt x="21462" y="19855"/>
                  </a:cubicBezTo>
                  <a:cubicBezTo>
                    <a:pt x="19489" y="19259"/>
                    <a:pt x="17512" y="18432"/>
                    <a:pt x="15599" y="17635"/>
                  </a:cubicBezTo>
                  <a:cubicBezTo>
                    <a:pt x="15171" y="17457"/>
                    <a:pt x="14747" y="17279"/>
                    <a:pt x="14321" y="17105"/>
                  </a:cubicBezTo>
                  <a:cubicBezTo>
                    <a:pt x="12341" y="16286"/>
                    <a:pt x="10328" y="15433"/>
                    <a:pt x="8383" y="14606"/>
                  </a:cubicBezTo>
                  <a:cubicBezTo>
                    <a:pt x="5772" y="13497"/>
                    <a:pt x="3075" y="12349"/>
                    <a:pt x="404" y="11276"/>
                  </a:cubicBezTo>
                  <a:lnTo>
                    <a:pt x="403" y="11276"/>
                  </a:lnTo>
                  <a:lnTo>
                    <a:pt x="403" y="5584"/>
                  </a:lnTo>
                  <a:cubicBezTo>
                    <a:pt x="967" y="5874"/>
                    <a:pt x="1566" y="6170"/>
                    <a:pt x="2220" y="6484"/>
                  </a:cubicBezTo>
                  <a:cubicBezTo>
                    <a:pt x="2905" y="6811"/>
                    <a:pt x="3592" y="7131"/>
                    <a:pt x="4281" y="7450"/>
                  </a:cubicBezTo>
                  <a:cubicBezTo>
                    <a:pt x="6227" y="8357"/>
                    <a:pt x="8240" y="9293"/>
                    <a:pt x="10153" y="10412"/>
                  </a:cubicBezTo>
                  <a:cubicBezTo>
                    <a:pt x="12434" y="11746"/>
                    <a:pt x="14871" y="13148"/>
                    <a:pt x="17395" y="14337"/>
                  </a:cubicBezTo>
                  <a:cubicBezTo>
                    <a:pt x="25707" y="18255"/>
                    <a:pt x="35202" y="20169"/>
                    <a:pt x="46355" y="20169"/>
                  </a:cubicBezTo>
                  <a:cubicBezTo>
                    <a:pt x="47079" y="20169"/>
                    <a:pt x="47811" y="20161"/>
                    <a:pt x="48549" y="20145"/>
                  </a:cubicBezTo>
                  <a:cubicBezTo>
                    <a:pt x="59131" y="19914"/>
                    <a:pt x="70411" y="17805"/>
                    <a:pt x="84049" y="13504"/>
                  </a:cubicBezTo>
                  <a:cubicBezTo>
                    <a:pt x="89815" y="11685"/>
                    <a:pt x="95612" y="9562"/>
                    <a:pt x="101217" y="7507"/>
                  </a:cubicBezTo>
                  <a:cubicBezTo>
                    <a:pt x="104315" y="6374"/>
                    <a:pt x="107517" y="5200"/>
                    <a:pt x="110679" y="4091"/>
                  </a:cubicBezTo>
                  <a:cubicBezTo>
                    <a:pt x="114143" y="2876"/>
                    <a:pt x="117874" y="1648"/>
                    <a:pt x="121675" y="895"/>
                  </a:cubicBezTo>
                  <a:cubicBezTo>
                    <a:pt x="122896" y="652"/>
                    <a:pt x="124279" y="404"/>
                    <a:pt x="125667" y="404"/>
                  </a:cubicBezTo>
                  <a:close/>
                  <a:moveTo>
                    <a:pt x="125672" y="1"/>
                  </a:moveTo>
                  <a:cubicBezTo>
                    <a:pt x="124248" y="1"/>
                    <a:pt x="122839" y="252"/>
                    <a:pt x="121598" y="497"/>
                  </a:cubicBezTo>
                  <a:cubicBezTo>
                    <a:pt x="117773" y="1256"/>
                    <a:pt x="114025" y="2491"/>
                    <a:pt x="110546" y="3711"/>
                  </a:cubicBezTo>
                  <a:cubicBezTo>
                    <a:pt x="107384" y="4820"/>
                    <a:pt x="104179" y="5993"/>
                    <a:pt x="101080" y="7129"/>
                  </a:cubicBezTo>
                  <a:cubicBezTo>
                    <a:pt x="95477" y="9180"/>
                    <a:pt x="89685" y="11305"/>
                    <a:pt x="83929" y="13120"/>
                  </a:cubicBezTo>
                  <a:cubicBezTo>
                    <a:pt x="70328" y="17407"/>
                    <a:pt x="59084" y="19512"/>
                    <a:pt x="48540" y="19742"/>
                  </a:cubicBezTo>
                  <a:cubicBezTo>
                    <a:pt x="47811" y="19758"/>
                    <a:pt x="47089" y="19766"/>
                    <a:pt x="46374" y="19766"/>
                  </a:cubicBezTo>
                  <a:cubicBezTo>
                    <a:pt x="35268" y="19766"/>
                    <a:pt x="25827" y="17865"/>
                    <a:pt x="17567" y="13971"/>
                  </a:cubicBezTo>
                  <a:cubicBezTo>
                    <a:pt x="15057" y="12788"/>
                    <a:pt x="12628" y="11391"/>
                    <a:pt x="10355" y="10062"/>
                  </a:cubicBezTo>
                  <a:cubicBezTo>
                    <a:pt x="8426" y="8935"/>
                    <a:pt x="6404" y="7993"/>
                    <a:pt x="4448" y="7084"/>
                  </a:cubicBezTo>
                  <a:cubicBezTo>
                    <a:pt x="3762" y="6767"/>
                    <a:pt x="3076" y="6447"/>
                    <a:pt x="2395" y="6120"/>
                  </a:cubicBezTo>
                  <a:cubicBezTo>
                    <a:pt x="1626" y="5754"/>
                    <a:pt x="940" y="5411"/>
                    <a:pt x="294" y="5075"/>
                  </a:cubicBezTo>
                  <a:lnTo>
                    <a:pt x="0" y="4921"/>
                  </a:lnTo>
                  <a:lnTo>
                    <a:pt x="0" y="11545"/>
                  </a:lnTo>
                  <a:lnTo>
                    <a:pt x="126" y="11595"/>
                  </a:lnTo>
                  <a:cubicBezTo>
                    <a:pt x="2833" y="12684"/>
                    <a:pt x="5574" y="13848"/>
                    <a:pt x="8224" y="14973"/>
                  </a:cubicBezTo>
                  <a:cubicBezTo>
                    <a:pt x="10170" y="15801"/>
                    <a:pt x="12184" y="16656"/>
                    <a:pt x="14167" y="17473"/>
                  </a:cubicBezTo>
                  <a:cubicBezTo>
                    <a:pt x="14591" y="17649"/>
                    <a:pt x="15016" y="17828"/>
                    <a:pt x="15441" y="18003"/>
                  </a:cubicBezTo>
                  <a:cubicBezTo>
                    <a:pt x="17363" y="18808"/>
                    <a:pt x="19349" y="19638"/>
                    <a:pt x="21344" y="20238"/>
                  </a:cubicBezTo>
                  <a:cubicBezTo>
                    <a:pt x="23523" y="20895"/>
                    <a:pt x="25922" y="21274"/>
                    <a:pt x="28892" y="21431"/>
                  </a:cubicBezTo>
                  <a:lnTo>
                    <a:pt x="29910" y="21485"/>
                  </a:lnTo>
                  <a:cubicBezTo>
                    <a:pt x="34272" y="21714"/>
                    <a:pt x="38783" y="21950"/>
                    <a:pt x="43209" y="22746"/>
                  </a:cubicBezTo>
                  <a:cubicBezTo>
                    <a:pt x="44912" y="23053"/>
                    <a:pt x="46641" y="23406"/>
                    <a:pt x="48313" y="23744"/>
                  </a:cubicBezTo>
                  <a:cubicBezTo>
                    <a:pt x="51505" y="24393"/>
                    <a:pt x="54806" y="25065"/>
                    <a:pt x="58085" y="25456"/>
                  </a:cubicBezTo>
                  <a:cubicBezTo>
                    <a:pt x="59905" y="25673"/>
                    <a:pt x="61677" y="25782"/>
                    <a:pt x="63414" y="25782"/>
                  </a:cubicBezTo>
                  <a:cubicBezTo>
                    <a:pt x="66866" y="25782"/>
                    <a:pt x="70177" y="25352"/>
                    <a:pt x="73425" y="24486"/>
                  </a:cubicBezTo>
                  <a:cubicBezTo>
                    <a:pt x="80253" y="22666"/>
                    <a:pt x="86826" y="19379"/>
                    <a:pt x="93183" y="16202"/>
                  </a:cubicBezTo>
                  <a:cubicBezTo>
                    <a:pt x="95603" y="14991"/>
                    <a:pt x="98105" y="13741"/>
                    <a:pt x="100582" y="12591"/>
                  </a:cubicBezTo>
                  <a:cubicBezTo>
                    <a:pt x="103097" y="11422"/>
                    <a:pt x="105333" y="10479"/>
                    <a:pt x="107419" y="9706"/>
                  </a:cubicBezTo>
                  <a:cubicBezTo>
                    <a:pt x="109198" y="9046"/>
                    <a:pt x="111031" y="8532"/>
                    <a:pt x="112803" y="8033"/>
                  </a:cubicBezTo>
                  <a:cubicBezTo>
                    <a:pt x="113399" y="7867"/>
                    <a:pt x="113993" y="7699"/>
                    <a:pt x="114588" y="7526"/>
                  </a:cubicBezTo>
                  <a:cubicBezTo>
                    <a:pt x="118376" y="6424"/>
                    <a:pt x="122102" y="4784"/>
                    <a:pt x="125704" y="3199"/>
                  </a:cubicBezTo>
                  <a:cubicBezTo>
                    <a:pt x="126826" y="2705"/>
                    <a:pt x="127947" y="2212"/>
                    <a:pt x="129073" y="1733"/>
                  </a:cubicBezTo>
                  <a:lnTo>
                    <a:pt x="129242" y="1662"/>
                  </a:lnTo>
                  <a:lnTo>
                    <a:pt x="129185" y="1488"/>
                  </a:lnTo>
                  <a:cubicBezTo>
                    <a:pt x="128775" y="216"/>
                    <a:pt x="127216" y="89"/>
                    <a:pt x="126549" y="34"/>
                  </a:cubicBezTo>
                  <a:cubicBezTo>
                    <a:pt x="126257" y="11"/>
                    <a:pt x="125964" y="1"/>
                    <a:pt x="1256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18"/>
            <p:cNvSpPr/>
            <p:nvPr/>
          </p:nvSpPr>
          <p:spPr>
            <a:xfrm>
              <a:off x="-249584" y="1563281"/>
              <a:ext cx="9378021" cy="2233737"/>
            </a:xfrm>
            <a:custGeom>
              <a:rect b="b" l="l" r="r" t="t"/>
              <a:pathLst>
                <a:path extrusionOk="0" h="55819" w="234348">
                  <a:moveTo>
                    <a:pt x="144981" y="403"/>
                  </a:moveTo>
                  <a:cubicBezTo>
                    <a:pt x="150962" y="403"/>
                    <a:pt x="156924" y="882"/>
                    <a:pt x="162787" y="1836"/>
                  </a:cubicBezTo>
                  <a:cubicBezTo>
                    <a:pt x="170740" y="3127"/>
                    <a:pt x="179016" y="5583"/>
                    <a:pt x="189615" y="9797"/>
                  </a:cubicBezTo>
                  <a:cubicBezTo>
                    <a:pt x="198427" y="13299"/>
                    <a:pt x="207411" y="17431"/>
                    <a:pt x="216323" y="22082"/>
                  </a:cubicBezTo>
                  <a:lnTo>
                    <a:pt x="218254" y="23088"/>
                  </a:lnTo>
                  <a:cubicBezTo>
                    <a:pt x="223483" y="25804"/>
                    <a:pt x="228885" y="28612"/>
                    <a:pt x="233942" y="32005"/>
                  </a:cubicBezTo>
                  <a:lnTo>
                    <a:pt x="233942" y="40242"/>
                  </a:lnTo>
                  <a:cubicBezTo>
                    <a:pt x="230357" y="38005"/>
                    <a:pt x="227378" y="36353"/>
                    <a:pt x="224590" y="35054"/>
                  </a:cubicBezTo>
                  <a:cubicBezTo>
                    <a:pt x="215470" y="30808"/>
                    <a:pt x="205746" y="28155"/>
                    <a:pt x="196343" y="25590"/>
                  </a:cubicBezTo>
                  <a:cubicBezTo>
                    <a:pt x="195383" y="25330"/>
                    <a:pt x="194423" y="25067"/>
                    <a:pt x="193466" y="24804"/>
                  </a:cubicBezTo>
                  <a:cubicBezTo>
                    <a:pt x="172307" y="18995"/>
                    <a:pt x="155262" y="16255"/>
                    <a:pt x="139723" y="16255"/>
                  </a:cubicBezTo>
                  <a:cubicBezTo>
                    <a:pt x="136241" y="16255"/>
                    <a:pt x="132834" y="16392"/>
                    <a:pt x="129473" y="16664"/>
                  </a:cubicBezTo>
                  <a:cubicBezTo>
                    <a:pt x="117659" y="17617"/>
                    <a:pt x="108992" y="19950"/>
                    <a:pt x="101363" y="24225"/>
                  </a:cubicBezTo>
                  <a:cubicBezTo>
                    <a:pt x="95848" y="27316"/>
                    <a:pt x="90586" y="31262"/>
                    <a:pt x="85495" y="35080"/>
                  </a:cubicBezTo>
                  <a:cubicBezTo>
                    <a:pt x="82539" y="37296"/>
                    <a:pt x="79484" y="39588"/>
                    <a:pt x="76413" y="41684"/>
                  </a:cubicBezTo>
                  <a:cubicBezTo>
                    <a:pt x="71394" y="45113"/>
                    <a:pt x="67146" y="47471"/>
                    <a:pt x="63039" y="49108"/>
                  </a:cubicBezTo>
                  <a:cubicBezTo>
                    <a:pt x="58787" y="50804"/>
                    <a:pt x="54022" y="52109"/>
                    <a:pt x="48045" y="53216"/>
                  </a:cubicBezTo>
                  <a:cubicBezTo>
                    <a:pt x="40031" y="54703"/>
                    <a:pt x="31384" y="55416"/>
                    <a:pt x="21189" y="55416"/>
                  </a:cubicBezTo>
                  <a:cubicBezTo>
                    <a:pt x="19290" y="55416"/>
                    <a:pt x="17337" y="55391"/>
                    <a:pt x="15325" y="55342"/>
                  </a:cubicBezTo>
                  <a:cubicBezTo>
                    <a:pt x="9761" y="55207"/>
                    <a:pt x="4879" y="54966"/>
                    <a:pt x="402" y="54612"/>
                  </a:cubicBezTo>
                  <a:lnTo>
                    <a:pt x="407" y="54612"/>
                  </a:lnTo>
                  <a:lnTo>
                    <a:pt x="407" y="49284"/>
                  </a:lnTo>
                  <a:cubicBezTo>
                    <a:pt x="817" y="49421"/>
                    <a:pt x="1230" y="49561"/>
                    <a:pt x="1643" y="49700"/>
                  </a:cubicBezTo>
                  <a:cubicBezTo>
                    <a:pt x="4359" y="50619"/>
                    <a:pt x="7168" y="51566"/>
                    <a:pt x="9980" y="52235"/>
                  </a:cubicBezTo>
                  <a:cubicBezTo>
                    <a:pt x="12206" y="52763"/>
                    <a:pt x="14788" y="53377"/>
                    <a:pt x="17344" y="53377"/>
                  </a:cubicBezTo>
                  <a:cubicBezTo>
                    <a:pt x="18683" y="53377"/>
                    <a:pt x="20014" y="53208"/>
                    <a:pt x="21283" y="52772"/>
                  </a:cubicBezTo>
                  <a:cubicBezTo>
                    <a:pt x="22931" y="52205"/>
                    <a:pt x="23878" y="51164"/>
                    <a:pt x="24025" y="49761"/>
                  </a:cubicBezTo>
                  <a:cubicBezTo>
                    <a:pt x="24231" y="47784"/>
                    <a:pt x="23055" y="45926"/>
                    <a:pt x="21802" y="44960"/>
                  </a:cubicBezTo>
                  <a:cubicBezTo>
                    <a:pt x="20124" y="43670"/>
                    <a:pt x="18067" y="43236"/>
                    <a:pt x="16094" y="42961"/>
                  </a:cubicBezTo>
                  <a:cubicBezTo>
                    <a:pt x="13968" y="42663"/>
                    <a:pt x="11797" y="42629"/>
                    <a:pt x="9701" y="42596"/>
                  </a:cubicBezTo>
                  <a:lnTo>
                    <a:pt x="9254" y="42589"/>
                  </a:lnTo>
                  <a:cubicBezTo>
                    <a:pt x="6994" y="42550"/>
                    <a:pt x="4310" y="42346"/>
                    <a:pt x="1553" y="41105"/>
                  </a:cubicBezTo>
                  <a:cubicBezTo>
                    <a:pt x="1170" y="40933"/>
                    <a:pt x="784" y="40741"/>
                    <a:pt x="402" y="40534"/>
                  </a:cubicBezTo>
                  <a:lnTo>
                    <a:pt x="402" y="31531"/>
                  </a:lnTo>
                  <a:cubicBezTo>
                    <a:pt x="6844" y="32915"/>
                    <a:pt x="13326" y="34726"/>
                    <a:pt x="19599" y="36477"/>
                  </a:cubicBezTo>
                  <a:cubicBezTo>
                    <a:pt x="22674" y="37335"/>
                    <a:pt x="25850" y="38224"/>
                    <a:pt x="28985" y="39049"/>
                  </a:cubicBezTo>
                  <a:cubicBezTo>
                    <a:pt x="36397" y="41005"/>
                    <a:pt x="46195" y="43249"/>
                    <a:pt x="56268" y="43249"/>
                  </a:cubicBezTo>
                  <a:lnTo>
                    <a:pt x="56298" y="43249"/>
                  </a:lnTo>
                  <a:cubicBezTo>
                    <a:pt x="60549" y="43247"/>
                    <a:pt x="65413" y="43043"/>
                    <a:pt x="69372" y="40633"/>
                  </a:cubicBezTo>
                  <a:cubicBezTo>
                    <a:pt x="71055" y="39609"/>
                    <a:pt x="72214" y="38269"/>
                    <a:pt x="72821" y="36652"/>
                  </a:cubicBezTo>
                  <a:cubicBezTo>
                    <a:pt x="73454" y="34967"/>
                    <a:pt x="73654" y="32595"/>
                    <a:pt x="72675" y="31095"/>
                  </a:cubicBezTo>
                  <a:cubicBezTo>
                    <a:pt x="71475" y="29255"/>
                    <a:pt x="69235" y="29002"/>
                    <a:pt x="67193" y="29002"/>
                  </a:cubicBezTo>
                  <a:lnTo>
                    <a:pt x="67163" y="29002"/>
                  </a:lnTo>
                  <a:cubicBezTo>
                    <a:pt x="64338" y="29005"/>
                    <a:pt x="61485" y="29632"/>
                    <a:pt x="59033" y="30219"/>
                  </a:cubicBezTo>
                  <a:cubicBezTo>
                    <a:pt x="58197" y="30419"/>
                    <a:pt x="57351" y="30648"/>
                    <a:pt x="56532" y="30868"/>
                  </a:cubicBezTo>
                  <a:cubicBezTo>
                    <a:pt x="55224" y="31222"/>
                    <a:pt x="53869" y="31587"/>
                    <a:pt x="52529" y="31845"/>
                  </a:cubicBezTo>
                  <a:cubicBezTo>
                    <a:pt x="48490" y="32626"/>
                    <a:pt x="44235" y="33024"/>
                    <a:pt x="39894" y="33024"/>
                  </a:cubicBezTo>
                  <a:cubicBezTo>
                    <a:pt x="39863" y="33024"/>
                    <a:pt x="39832" y="33024"/>
                    <a:pt x="39801" y="33024"/>
                  </a:cubicBezTo>
                  <a:cubicBezTo>
                    <a:pt x="26833" y="33011"/>
                    <a:pt x="13576" y="29869"/>
                    <a:pt x="402" y="23687"/>
                  </a:cubicBezTo>
                  <a:lnTo>
                    <a:pt x="402" y="6011"/>
                  </a:lnTo>
                  <a:cubicBezTo>
                    <a:pt x="1635" y="6344"/>
                    <a:pt x="2827" y="6712"/>
                    <a:pt x="3952" y="7104"/>
                  </a:cubicBezTo>
                  <a:cubicBezTo>
                    <a:pt x="7474" y="8330"/>
                    <a:pt x="10930" y="10023"/>
                    <a:pt x="14269" y="11659"/>
                  </a:cubicBezTo>
                  <a:cubicBezTo>
                    <a:pt x="15159" y="12095"/>
                    <a:pt x="16051" y="12530"/>
                    <a:pt x="16944" y="12959"/>
                  </a:cubicBezTo>
                  <a:cubicBezTo>
                    <a:pt x="21849" y="15315"/>
                    <a:pt x="26184" y="17153"/>
                    <a:pt x="30193" y="18579"/>
                  </a:cubicBezTo>
                  <a:cubicBezTo>
                    <a:pt x="37329" y="21116"/>
                    <a:pt x="44835" y="22386"/>
                    <a:pt x="52799" y="22386"/>
                  </a:cubicBezTo>
                  <a:cubicBezTo>
                    <a:pt x="62775" y="22386"/>
                    <a:pt x="73472" y="20393"/>
                    <a:pt x="85065" y="16400"/>
                  </a:cubicBezTo>
                  <a:cubicBezTo>
                    <a:pt x="89374" y="14915"/>
                    <a:pt x="93852" y="13162"/>
                    <a:pt x="98753" y="11037"/>
                  </a:cubicBezTo>
                  <a:cubicBezTo>
                    <a:pt x="99763" y="10600"/>
                    <a:pt x="100773" y="10151"/>
                    <a:pt x="101781" y="9706"/>
                  </a:cubicBezTo>
                  <a:cubicBezTo>
                    <a:pt x="104805" y="8364"/>
                    <a:pt x="107933" y="6975"/>
                    <a:pt x="111082" y="5882"/>
                  </a:cubicBezTo>
                  <a:cubicBezTo>
                    <a:pt x="119135" y="3086"/>
                    <a:pt x="127851" y="1338"/>
                    <a:pt x="136984" y="688"/>
                  </a:cubicBezTo>
                  <a:cubicBezTo>
                    <a:pt x="139649" y="498"/>
                    <a:pt x="142317" y="403"/>
                    <a:pt x="144981" y="403"/>
                  </a:cubicBezTo>
                  <a:close/>
                  <a:moveTo>
                    <a:pt x="144959" y="1"/>
                  </a:moveTo>
                  <a:cubicBezTo>
                    <a:pt x="142293" y="1"/>
                    <a:pt x="139623" y="96"/>
                    <a:pt x="136956" y="285"/>
                  </a:cubicBezTo>
                  <a:cubicBezTo>
                    <a:pt x="127785" y="938"/>
                    <a:pt x="119037" y="2693"/>
                    <a:pt x="110949" y="5501"/>
                  </a:cubicBezTo>
                  <a:cubicBezTo>
                    <a:pt x="107786" y="6599"/>
                    <a:pt x="104650" y="7991"/>
                    <a:pt x="101618" y="9337"/>
                  </a:cubicBezTo>
                  <a:cubicBezTo>
                    <a:pt x="100610" y="9784"/>
                    <a:pt x="99605" y="10230"/>
                    <a:pt x="98594" y="10669"/>
                  </a:cubicBezTo>
                  <a:cubicBezTo>
                    <a:pt x="93702" y="12788"/>
                    <a:pt x="89236" y="14538"/>
                    <a:pt x="84935" y="16020"/>
                  </a:cubicBezTo>
                  <a:cubicBezTo>
                    <a:pt x="73384" y="19997"/>
                    <a:pt x="62731" y="21983"/>
                    <a:pt x="52798" y="21983"/>
                  </a:cubicBezTo>
                  <a:cubicBezTo>
                    <a:pt x="44880" y="21983"/>
                    <a:pt x="37420" y="20721"/>
                    <a:pt x="30329" y="18200"/>
                  </a:cubicBezTo>
                  <a:cubicBezTo>
                    <a:pt x="26334" y="16780"/>
                    <a:pt x="22012" y="14948"/>
                    <a:pt x="17118" y="12599"/>
                  </a:cubicBezTo>
                  <a:cubicBezTo>
                    <a:pt x="16225" y="12172"/>
                    <a:pt x="15335" y="11736"/>
                    <a:pt x="14448" y="11300"/>
                  </a:cubicBezTo>
                  <a:cubicBezTo>
                    <a:pt x="11097" y="9658"/>
                    <a:pt x="7631" y="7961"/>
                    <a:pt x="4086" y="6726"/>
                  </a:cubicBezTo>
                  <a:cubicBezTo>
                    <a:pt x="2874" y="6305"/>
                    <a:pt x="1587" y="5911"/>
                    <a:pt x="257" y="5556"/>
                  </a:cubicBezTo>
                  <a:lnTo>
                    <a:pt x="2" y="5489"/>
                  </a:lnTo>
                  <a:lnTo>
                    <a:pt x="2" y="23947"/>
                  </a:lnTo>
                  <a:lnTo>
                    <a:pt x="118" y="24001"/>
                  </a:lnTo>
                  <a:cubicBezTo>
                    <a:pt x="13383" y="30245"/>
                    <a:pt x="26736" y="33418"/>
                    <a:pt x="39802" y="33430"/>
                  </a:cubicBezTo>
                  <a:cubicBezTo>
                    <a:pt x="39862" y="33430"/>
                    <a:pt x="39922" y="33430"/>
                    <a:pt x="39983" y="33430"/>
                  </a:cubicBezTo>
                  <a:cubicBezTo>
                    <a:pt x="44319" y="33430"/>
                    <a:pt x="48571" y="33023"/>
                    <a:pt x="52607" y="32244"/>
                  </a:cubicBezTo>
                  <a:cubicBezTo>
                    <a:pt x="53961" y="31982"/>
                    <a:pt x="55324" y="31615"/>
                    <a:pt x="56640" y="31261"/>
                  </a:cubicBezTo>
                  <a:cubicBezTo>
                    <a:pt x="57454" y="31041"/>
                    <a:pt x="58297" y="30815"/>
                    <a:pt x="59127" y="30616"/>
                  </a:cubicBezTo>
                  <a:cubicBezTo>
                    <a:pt x="61559" y="30033"/>
                    <a:pt x="64382" y="29412"/>
                    <a:pt x="67164" y="29409"/>
                  </a:cubicBezTo>
                  <a:cubicBezTo>
                    <a:pt x="67187" y="29409"/>
                    <a:pt x="67210" y="29409"/>
                    <a:pt x="67233" y="29409"/>
                  </a:cubicBezTo>
                  <a:cubicBezTo>
                    <a:pt x="69147" y="29409"/>
                    <a:pt x="71252" y="29651"/>
                    <a:pt x="72340" y="31318"/>
                  </a:cubicBezTo>
                  <a:cubicBezTo>
                    <a:pt x="73241" y="32701"/>
                    <a:pt x="73043" y="34924"/>
                    <a:pt x="72447" y="36513"/>
                  </a:cubicBezTo>
                  <a:cubicBezTo>
                    <a:pt x="71871" y="38046"/>
                    <a:pt x="70768" y="39317"/>
                    <a:pt x="69163" y="40292"/>
                  </a:cubicBezTo>
                  <a:cubicBezTo>
                    <a:pt x="65293" y="42649"/>
                    <a:pt x="60492" y="42849"/>
                    <a:pt x="56298" y="42850"/>
                  </a:cubicBezTo>
                  <a:lnTo>
                    <a:pt x="56268" y="42850"/>
                  </a:lnTo>
                  <a:cubicBezTo>
                    <a:pt x="46241" y="42850"/>
                    <a:pt x="36475" y="40614"/>
                    <a:pt x="29086" y="38666"/>
                  </a:cubicBezTo>
                  <a:cubicBezTo>
                    <a:pt x="25956" y="37839"/>
                    <a:pt x="22778" y="36952"/>
                    <a:pt x="19706" y="36095"/>
                  </a:cubicBezTo>
                  <a:cubicBezTo>
                    <a:pt x="13350" y="34319"/>
                    <a:pt x="6776" y="32482"/>
                    <a:pt x="244" y="31089"/>
                  </a:cubicBezTo>
                  <a:lnTo>
                    <a:pt x="1" y="31038"/>
                  </a:lnTo>
                  <a:lnTo>
                    <a:pt x="1" y="40777"/>
                  </a:lnTo>
                  <a:lnTo>
                    <a:pt x="105" y="40834"/>
                  </a:lnTo>
                  <a:cubicBezTo>
                    <a:pt x="528" y="41068"/>
                    <a:pt x="960" y="41284"/>
                    <a:pt x="1387" y="41477"/>
                  </a:cubicBezTo>
                  <a:cubicBezTo>
                    <a:pt x="4210" y="42747"/>
                    <a:pt x="6945" y="42957"/>
                    <a:pt x="9247" y="42996"/>
                  </a:cubicBezTo>
                  <a:lnTo>
                    <a:pt x="9694" y="43003"/>
                  </a:lnTo>
                  <a:cubicBezTo>
                    <a:pt x="11777" y="43036"/>
                    <a:pt x="13933" y="43072"/>
                    <a:pt x="16035" y="43364"/>
                  </a:cubicBezTo>
                  <a:cubicBezTo>
                    <a:pt x="17956" y="43633"/>
                    <a:pt x="19953" y="44050"/>
                    <a:pt x="21555" y="45283"/>
                  </a:cubicBezTo>
                  <a:cubicBezTo>
                    <a:pt x="22721" y="46179"/>
                    <a:pt x="23812" y="47901"/>
                    <a:pt x="23624" y="49723"/>
                  </a:cubicBezTo>
                  <a:cubicBezTo>
                    <a:pt x="23492" y="50977"/>
                    <a:pt x="22661" y="51876"/>
                    <a:pt x="21149" y="52395"/>
                  </a:cubicBezTo>
                  <a:cubicBezTo>
                    <a:pt x="19929" y="52815"/>
                    <a:pt x="18642" y="52977"/>
                    <a:pt x="17343" y="52977"/>
                  </a:cubicBezTo>
                  <a:cubicBezTo>
                    <a:pt x="14829" y="52977"/>
                    <a:pt x="12272" y="52369"/>
                    <a:pt x="10068" y="51847"/>
                  </a:cubicBezTo>
                  <a:cubicBezTo>
                    <a:pt x="7275" y="51184"/>
                    <a:pt x="4475" y="50237"/>
                    <a:pt x="1767" y="49323"/>
                  </a:cubicBezTo>
                  <a:cubicBezTo>
                    <a:pt x="1267" y="49155"/>
                    <a:pt x="767" y="48985"/>
                    <a:pt x="265" y="48818"/>
                  </a:cubicBezTo>
                  <a:lnTo>
                    <a:pt x="1" y="48728"/>
                  </a:lnTo>
                  <a:lnTo>
                    <a:pt x="1" y="54985"/>
                  </a:lnTo>
                  <a:lnTo>
                    <a:pt x="187" y="54999"/>
                  </a:lnTo>
                  <a:cubicBezTo>
                    <a:pt x="4720" y="55364"/>
                    <a:pt x="9668" y="55608"/>
                    <a:pt x="15316" y="55745"/>
                  </a:cubicBezTo>
                  <a:cubicBezTo>
                    <a:pt x="17327" y="55794"/>
                    <a:pt x="19280" y="55818"/>
                    <a:pt x="21180" y="55818"/>
                  </a:cubicBezTo>
                  <a:cubicBezTo>
                    <a:pt x="31405" y="55818"/>
                    <a:pt x="40078" y="55104"/>
                    <a:pt x="48122" y="53615"/>
                  </a:cubicBezTo>
                  <a:cubicBezTo>
                    <a:pt x="54125" y="52502"/>
                    <a:pt x="58913" y="51189"/>
                    <a:pt x="63191" y="49484"/>
                  </a:cubicBezTo>
                  <a:cubicBezTo>
                    <a:pt x="67326" y="47835"/>
                    <a:pt x="71599" y="45463"/>
                    <a:pt x="76643" y="42018"/>
                  </a:cubicBezTo>
                  <a:cubicBezTo>
                    <a:pt x="79721" y="39917"/>
                    <a:pt x="82780" y="37621"/>
                    <a:pt x="85739" y="35403"/>
                  </a:cubicBezTo>
                  <a:cubicBezTo>
                    <a:pt x="90819" y="31594"/>
                    <a:pt x="96072" y="27654"/>
                    <a:pt x="101563" y="24578"/>
                  </a:cubicBezTo>
                  <a:cubicBezTo>
                    <a:pt x="109139" y="20330"/>
                    <a:pt x="117758" y="18014"/>
                    <a:pt x="129508" y="17065"/>
                  </a:cubicBezTo>
                  <a:cubicBezTo>
                    <a:pt x="132858" y="16795"/>
                    <a:pt x="136254" y="16658"/>
                    <a:pt x="139725" y="16658"/>
                  </a:cubicBezTo>
                  <a:cubicBezTo>
                    <a:pt x="155229" y="16658"/>
                    <a:pt x="172239" y="19393"/>
                    <a:pt x="193363" y="25194"/>
                  </a:cubicBezTo>
                  <a:cubicBezTo>
                    <a:pt x="194320" y="25456"/>
                    <a:pt x="195279" y="25717"/>
                    <a:pt x="196240" y="25980"/>
                  </a:cubicBezTo>
                  <a:cubicBezTo>
                    <a:pt x="205628" y="28540"/>
                    <a:pt x="215334" y="31188"/>
                    <a:pt x="224421" y="35420"/>
                  </a:cubicBezTo>
                  <a:cubicBezTo>
                    <a:pt x="227275" y="36749"/>
                    <a:pt x="230329" y="38452"/>
                    <a:pt x="234037" y="40778"/>
                  </a:cubicBezTo>
                  <a:lnTo>
                    <a:pt x="234347" y="40971"/>
                  </a:lnTo>
                  <a:lnTo>
                    <a:pt x="234347" y="31794"/>
                  </a:lnTo>
                  <a:lnTo>
                    <a:pt x="234257" y="31734"/>
                  </a:lnTo>
                  <a:cubicBezTo>
                    <a:pt x="229156" y="28302"/>
                    <a:pt x="223710" y="25471"/>
                    <a:pt x="218442" y="22732"/>
                  </a:cubicBezTo>
                  <a:lnTo>
                    <a:pt x="216510" y="21728"/>
                  </a:lnTo>
                  <a:cubicBezTo>
                    <a:pt x="207587" y="17070"/>
                    <a:pt x="198587" y="12930"/>
                    <a:pt x="189764" y="9423"/>
                  </a:cubicBezTo>
                  <a:cubicBezTo>
                    <a:pt x="179135" y="5199"/>
                    <a:pt x="170836" y="2739"/>
                    <a:pt x="162852" y="1440"/>
                  </a:cubicBezTo>
                  <a:cubicBezTo>
                    <a:pt x="156959" y="482"/>
                    <a:pt x="150969" y="1"/>
                    <a:pt x="1449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18"/>
            <p:cNvSpPr/>
            <p:nvPr/>
          </p:nvSpPr>
          <p:spPr>
            <a:xfrm>
              <a:off x="4150873" y="2477774"/>
              <a:ext cx="4977457" cy="2219891"/>
            </a:xfrm>
            <a:custGeom>
              <a:rect b="b" l="l" r="r" t="t"/>
              <a:pathLst>
                <a:path extrusionOk="0" h="55473" w="124382">
                  <a:moveTo>
                    <a:pt x="25918" y="402"/>
                  </a:moveTo>
                  <a:cubicBezTo>
                    <a:pt x="36041" y="402"/>
                    <a:pt x="47026" y="1991"/>
                    <a:pt x="60462" y="5393"/>
                  </a:cubicBezTo>
                  <a:cubicBezTo>
                    <a:pt x="70856" y="8024"/>
                    <a:pt x="81175" y="11807"/>
                    <a:pt x="91155" y="15464"/>
                  </a:cubicBezTo>
                  <a:cubicBezTo>
                    <a:pt x="92391" y="15917"/>
                    <a:pt x="93627" y="16369"/>
                    <a:pt x="94863" y="16822"/>
                  </a:cubicBezTo>
                  <a:lnTo>
                    <a:pt x="95647" y="17108"/>
                  </a:lnTo>
                  <a:cubicBezTo>
                    <a:pt x="105319" y="20631"/>
                    <a:pt x="115319" y="24277"/>
                    <a:pt x="123981" y="30890"/>
                  </a:cubicBezTo>
                  <a:lnTo>
                    <a:pt x="123981" y="53695"/>
                  </a:lnTo>
                  <a:cubicBezTo>
                    <a:pt x="123931" y="53594"/>
                    <a:pt x="123881" y="53490"/>
                    <a:pt x="123831" y="53388"/>
                  </a:cubicBezTo>
                  <a:cubicBezTo>
                    <a:pt x="121216" y="48116"/>
                    <a:pt x="118223" y="43645"/>
                    <a:pt x="114937" y="40100"/>
                  </a:cubicBezTo>
                  <a:cubicBezTo>
                    <a:pt x="110571" y="35392"/>
                    <a:pt x="105339" y="32142"/>
                    <a:pt x="101268" y="29834"/>
                  </a:cubicBezTo>
                  <a:cubicBezTo>
                    <a:pt x="91058" y="24049"/>
                    <a:pt x="80265" y="20787"/>
                    <a:pt x="69187" y="20137"/>
                  </a:cubicBezTo>
                  <a:cubicBezTo>
                    <a:pt x="67907" y="20061"/>
                    <a:pt x="66618" y="20024"/>
                    <a:pt x="65319" y="20024"/>
                  </a:cubicBezTo>
                  <a:cubicBezTo>
                    <a:pt x="61141" y="20024"/>
                    <a:pt x="56870" y="20411"/>
                    <a:pt x="52577" y="21181"/>
                  </a:cubicBezTo>
                  <a:cubicBezTo>
                    <a:pt x="48332" y="21940"/>
                    <a:pt x="44099" y="23239"/>
                    <a:pt x="40004" y="24495"/>
                  </a:cubicBezTo>
                  <a:cubicBezTo>
                    <a:pt x="38744" y="24880"/>
                    <a:pt x="37484" y="25268"/>
                    <a:pt x="36221" y="25639"/>
                  </a:cubicBezTo>
                  <a:cubicBezTo>
                    <a:pt x="30814" y="27232"/>
                    <a:pt x="25249" y="28662"/>
                    <a:pt x="19858" y="28662"/>
                  </a:cubicBezTo>
                  <a:cubicBezTo>
                    <a:pt x="15618" y="28662"/>
                    <a:pt x="11486" y="27778"/>
                    <a:pt x="7624" y="25392"/>
                  </a:cubicBezTo>
                  <a:cubicBezTo>
                    <a:pt x="1653" y="21703"/>
                    <a:pt x="639" y="17073"/>
                    <a:pt x="567" y="14640"/>
                  </a:cubicBezTo>
                  <a:cubicBezTo>
                    <a:pt x="413" y="9480"/>
                    <a:pt x="3668" y="6464"/>
                    <a:pt x="5623" y="5124"/>
                  </a:cubicBezTo>
                  <a:cubicBezTo>
                    <a:pt x="9015" y="2801"/>
                    <a:pt x="12910" y="1856"/>
                    <a:pt x="15924" y="1292"/>
                  </a:cubicBezTo>
                  <a:cubicBezTo>
                    <a:pt x="19039" y="709"/>
                    <a:pt x="22328" y="409"/>
                    <a:pt x="25700" y="402"/>
                  </a:cubicBezTo>
                  <a:close/>
                  <a:moveTo>
                    <a:pt x="25696" y="0"/>
                  </a:moveTo>
                  <a:cubicBezTo>
                    <a:pt x="22298" y="9"/>
                    <a:pt x="18984" y="309"/>
                    <a:pt x="15846" y="896"/>
                  </a:cubicBezTo>
                  <a:cubicBezTo>
                    <a:pt x="12791" y="1468"/>
                    <a:pt x="8843" y="2428"/>
                    <a:pt x="5390" y="4792"/>
                  </a:cubicBezTo>
                  <a:cubicBezTo>
                    <a:pt x="3368" y="6176"/>
                    <a:pt x="0" y="9300"/>
                    <a:pt x="160" y="14653"/>
                  </a:cubicBezTo>
                  <a:cubicBezTo>
                    <a:pt x="236" y="17166"/>
                    <a:pt x="1277" y="21947"/>
                    <a:pt x="7409" y="25735"/>
                  </a:cubicBezTo>
                  <a:cubicBezTo>
                    <a:pt x="11344" y="28167"/>
                    <a:pt x="15543" y="29067"/>
                    <a:pt x="19845" y="29067"/>
                  </a:cubicBezTo>
                  <a:cubicBezTo>
                    <a:pt x="25284" y="29067"/>
                    <a:pt x="30887" y="27628"/>
                    <a:pt x="36329" y="26025"/>
                  </a:cubicBezTo>
                  <a:cubicBezTo>
                    <a:pt x="37594" y="25653"/>
                    <a:pt x="38857" y="25265"/>
                    <a:pt x="40120" y="24877"/>
                  </a:cubicBezTo>
                  <a:cubicBezTo>
                    <a:pt x="44202" y="23626"/>
                    <a:pt x="48423" y="22331"/>
                    <a:pt x="52645" y="21575"/>
                  </a:cubicBezTo>
                  <a:cubicBezTo>
                    <a:pt x="56919" y="20811"/>
                    <a:pt x="61167" y="20426"/>
                    <a:pt x="65320" y="20426"/>
                  </a:cubicBezTo>
                  <a:cubicBezTo>
                    <a:pt x="66611" y="20426"/>
                    <a:pt x="67892" y="20464"/>
                    <a:pt x="69163" y="20538"/>
                  </a:cubicBezTo>
                  <a:cubicBezTo>
                    <a:pt x="80177" y="21183"/>
                    <a:pt x="90911" y="24429"/>
                    <a:pt x="101068" y="30184"/>
                  </a:cubicBezTo>
                  <a:cubicBezTo>
                    <a:pt x="105113" y="32476"/>
                    <a:pt x="110313" y="35707"/>
                    <a:pt x="114641" y="40373"/>
                  </a:cubicBezTo>
                  <a:cubicBezTo>
                    <a:pt x="117901" y="43892"/>
                    <a:pt x="120872" y="48330"/>
                    <a:pt x="123468" y="53567"/>
                  </a:cubicBezTo>
                  <a:cubicBezTo>
                    <a:pt x="123595" y="53824"/>
                    <a:pt x="123718" y="54084"/>
                    <a:pt x="123842" y="54344"/>
                  </a:cubicBezTo>
                  <a:lnTo>
                    <a:pt x="124380" y="55470"/>
                  </a:lnTo>
                  <a:lnTo>
                    <a:pt x="124380" y="30691"/>
                  </a:lnTo>
                  <a:lnTo>
                    <a:pt x="124301" y="30630"/>
                  </a:lnTo>
                  <a:cubicBezTo>
                    <a:pt x="115571" y="23942"/>
                    <a:pt x="105512" y="20275"/>
                    <a:pt x="95782" y="16727"/>
                  </a:cubicBezTo>
                  <a:lnTo>
                    <a:pt x="94996" y="16442"/>
                  </a:lnTo>
                  <a:cubicBezTo>
                    <a:pt x="93760" y="15992"/>
                    <a:pt x="92525" y="15539"/>
                    <a:pt x="91289" y="15087"/>
                  </a:cubicBezTo>
                  <a:cubicBezTo>
                    <a:pt x="81300" y="11425"/>
                    <a:pt x="70971" y="7640"/>
                    <a:pt x="60557" y="5003"/>
                  </a:cubicBezTo>
                  <a:cubicBezTo>
                    <a:pt x="47087" y="1592"/>
                    <a:pt x="36071" y="0"/>
                    <a:pt x="25913" y="0"/>
                  </a:cubicBezTo>
                  <a:close/>
                  <a:moveTo>
                    <a:pt x="124380" y="55470"/>
                  </a:moveTo>
                  <a:lnTo>
                    <a:pt x="124380" y="55473"/>
                  </a:lnTo>
                  <a:lnTo>
                    <a:pt x="124381" y="55473"/>
                  </a:lnTo>
                  <a:lnTo>
                    <a:pt x="124380" y="5547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18"/>
            <p:cNvSpPr/>
            <p:nvPr/>
          </p:nvSpPr>
          <p:spPr>
            <a:xfrm>
              <a:off x="-249584" y="3259686"/>
              <a:ext cx="4473596" cy="1988630"/>
            </a:xfrm>
            <a:custGeom>
              <a:rect b="b" l="l" r="r" t="t"/>
              <a:pathLst>
                <a:path extrusionOk="0" h="49694" w="111791">
                  <a:moveTo>
                    <a:pt x="97341" y="420"/>
                  </a:moveTo>
                  <a:cubicBezTo>
                    <a:pt x="98733" y="420"/>
                    <a:pt x="99979" y="773"/>
                    <a:pt x="101045" y="1273"/>
                  </a:cubicBezTo>
                  <a:cubicBezTo>
                    <a:pt x="104764" y="3021"/>
                    <a:pt x="109232" y="7243"/>
                    <a:pt x="110572" y="11931"/>
                  </a:cubicBezTo>
                  <a:cubicBezTo>
                    <a:pt x="111369" y="14719"/>
                    <a:pt x="110985" y="17351"/>
                    <a:pt x="109429" y="19750"/>
                  </a:cubicBezTo>
                  <a:cubicBezTo>
                    <a:pt x="107469" y="22776"/>
                    <a:pt x="104270" y="24339"/>
                    <a:pt x="101702" y="25361"/>
                  </a:cubicBezTo>
                  <a:cubicBezTo>
                    <a:pt x="98754" y="26534"/>
                    <a:pt x="95452" y="27464"/>
                    <a:pt x="91607" y="28204"/>
                  </a:cubicBezTo>
                  <a:cubicBezTo>
                    <a:pt x="89921" y="28528"/>
                    <a:pt x="88200" y="28811"/>
                    <a:pt x="86532" y="29084"/>
                  </a:cubicBezTo>
                  <a:cubicBezTo>
                    <a:pt x="79681" y="30207"/>
                    <a:pt x="72597" y="31372"/>
                    <a:pt x="66253" y="35734"/>
                  </a:cubicBezTo>
                  <a:cubicBezTo>
                    <a:pt x="61721" y="38849"/>
                    <a:pt x="57707" y="43535"/>
                    <a:pt x="54638" y="49289"/>
                  </a:cubicBezTo>
                  <a:lnTo>
                    <a:pt x="3363" y="49289"/>
                  </a:lnTo>
                  <a:cubicBezTo>
                    <a:pt x="1730" y="49289"/>
                    <a:pt x="402" y="47585"/>
                    <a:pt x="402" y="45488"/>
                  </a:cubicBezTo>
                  <a:lnTo>
                    <a:pt x="402" y="27817"/>
                  </a:lnTo>
                  <a:cubicBezTo>
                    <a:pt x="6956" y="29756"/>
                    <a:pt x="13549" y="31125"/>
                    <a:pt x="20006" y="31888"/>
                  </a:cubicBezTo>
                  <a:cubicBezTo>
                    <a:pt x="24832" y="32458"/>
                    <a:pt x="29867" y="32744"/>
                    <a:pt x="35067" y="32744"/>
                  </a:cubicBezTo>
                  <a:cubicBezTo>
                    <a:pt x="39433" y="32744"/>
                    <a:pt x="43915" y="32543"/>
                    <a:pt x="48490" y="32140"/>
                  </a:cubicBezTo>
                  <a:cubicBezTo>
                    <a:pt x="52725" y="31766"/>
                    <a:pt x="57090" y="31156"/>
                    <a:pt x="61838" y="30276"/>
                  </a:cubicBezTo>
                  <a:cubicBezTo>
                    <a:pt x="65200" y="29650"/>
                    <a:pt x="69115" y="28700"/>
                    <a:pt x="72658" y="26377"/>
                  </a:cubicBezTo>
                  <a:cubicBezTo>
                    <a:pt x="76773" y="23677"/>
                    <a:pt x="79509" y="18971"/>
                    <a:pt x="82157" y="14419"/>
                  </a:cubicBezTo>
                  <a:cubicBezTo>
                    <a:pt x="83207" y="12610"/>
                    <a:pt x="84295" y="10742"/>
                    <a:pt x="85446" y="9038"/>
                  </a:cubicBezTo>
                  <a:cubicBezTo>
                    <a:pt x="89943" y="2389"/>
                    <a:pt x="94052" y="420"/>
                    <a:pt x="97341" y="420"/>
                  </a:cubicBezTo>
                  <a:close/>
                  <a:moveTo>
                    <a:pt x="97320" y="1"/>
                  </a:moveTo>
                  <a:cubicBezTo>
                    <a:pt x="92272" y="1"/>
                    <a:pt x="88015" y="4523"/>
                    <a:pt x="85113" y="8813"/>
                  </a:cubicBezTo>
                  <a:cubicBezTo>
                    <a:pt x="83953" y="10529"/>
                    <a:pt x="82863" y="12404"/>
                    <a:pt x="81808" y="14217"/>
                  </a:cubicBezTo>
                  <a:cubicBezTo>
                    <a:pt x="79187" y="18729"/>
                    <a:pt x="76473" y="23393"/>
                    <a:pt x="72437" y="26041"/>
                  </a:cubicBezTo>
                  <a:cubicBezTo>
                    <a:pt x="68955" y="28325"/>
                    <a:pt x="65088" y="29264"/>
                    <a:pt x="61763" y="29881"/>
                  </a:cubicBezTo>
                  <a:cubicBezTo>
                    <a:pt x="57027" y="30760"/>
                    <a:pt x="52675" y="31369"/>
                    <a:pt x="48454" y="31740"/>
                  </a:cubicBezTo>
                  <a:cubicBezTo>
                    <a:pt x="43892" y="32141"/>
                    <a:pt x="39422" y="32342"/>
                    <a:pt x="35069" y="32342"/>
                  </a:cubicBezTo>
                  <a:cubicBezTo>
                    <a:pt x="29883" y="32342"/>
                    <a:pt x="24864" y="32057"/>
                    <a:pt x="20053" y="31489"/>
                  </a:cubicBezTo>
                  <a:cubicBezTo>
                    <a:pt x="13535" y="30716"/>
                    <a:pt x="6875" y="29326"/>
                    <a:pt x="259" y="27354"/>
                  </a:cubicBezTo>
                  <a:lnTo>
                    <a:pt x="1" y="27277"/>
                  </a:lnTo>
                  <a:lnTo>
                    <a:pt x="1" y="45491"/>
                  </a:lnTo>
                  <a:cubicBezTo>
                    <a:pt x="1" y="47809"/>
                    <a:pt x="1508" y="49694"/>
                    <a:pt x="3363" y="49694"/>
                  </a:cubicBezTo>
                  <a:lnTo>
                    <a:pt x="54879" y="49694"/>
                  </a:lnTo>
                  <a:lnTo>
                    <a:pt x="54936" y="49585"/>
                  </a:lnTo>
                  <a:cubicBezTo>
                    <a:pt x="57983" y="43837"/>
                    <a:pt x="61975" y="39163"/>
                    <a:pt x="66481" y="36064"/>
                  </a:cubicBezTo>
                  <a:cubicBezTo>
                    <a:pt x="72751" y="31752"/>
                    <a:pt x="79791" y="30597"/>
                    <a:pt x="86599" y="29479"/>
                  </a:cubicBezTo>
                  <a:cubicBezTo>
                    <a:pt x="88267" y="29206"/>
                    <a:pt x="89993" y="28921"/>
                    <a:pt x="91683" y="28597"/>
                  </a:cubicBezTo>
                  <a:cubicBezTo>
                    <a:pt x="95554" y="27852"/>
                    <a:pt x="98882" y="26914"/>
                    <a:pt x="101852" y="25732"/>
                  </a:cubicBezTo>
                  <a:cubicBezTo>
                    <a:pt x="104477" y="24689"/>
                    <a:pt x="107747" y="23089"/>
                    <a:pt x="109769" y="19968"/>
                  </a:cubicBezTo>
                  <a:cubicBezTo>
                    <a:pt x="111389" y="17466"/>
                    <a:pt x="111791" y="14724"/>
                    <a:pt x="110961" y="11820"/>
                  </a:cubicBezTo>
                  <a:cubicBezTo>
                    <a:pt x="109585" y="7016"/>
                    <a:pt x="105018" y="2695"/>
                    <a:pt x="101216" y="909"/>
                  </a:cubicBezTo>
                  <a:cubicBezTo>
                    <a:pt x="99874" y="279"/>
                    <a:pt x="98573" y="1"/>
                    <a:pt x="973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18"/>
            <p:cNvSpPr/>
            <p:nvPr/>
          </p:nvSpPr>
          <p:spPr>
            <a:xfrm>
              <a:off x="2615823" y="4519654"/>
              <a:ext cx="4335456" cy="728679"/>
            </a:xfrm>
            <a:custGeom>
              <a:rect b="b" l="l" r="r" t="t"/>
              <a:pathLst>
                <a:path extrusionOk="0" h="18209" w="108339">
                  <a:moveTo>
                    <a:pt x="27698" y="402"/>
                  </a:moveTo>
                  <a:cubicBezTo>
                    <a:pt x="32888" y="402"/>
                    <a:pt x="38022" y="2124"/>
                    <a:pt x="42576" y="3656"/>
                  </a:cubicBezTo>
                  <a:cubicBezTo>
                    <a:pt x="47416" y="5283"/>
                    <a:pt x="52582" y="6948"/>
                    <a:pt x="57857" y="7844"/>
                  </a:cubicBezTo>
                  <a:cubicBezTo>
                    <a:pt x="62292" y="8597"/>
                    <a:pt x="66755" y="8977"/>
                    <a:pt x="71177" y="8977"/>
                  </a:cubicBezTo>
                  <a:cubicBezTo>
                    <a:pt x="72693" y="8977"/>
                    <a:pt x="74204" y="8932"/>
                    <a:pt x="75707" y="8843"/>
                  </a:cubicBezTo>
                  <a:cubicBezTo>
                    <a:pt x="78578" y="8671"/>
                    <a:pt x="81363" y="8335"/>
                    <a:pt x="83983" y="7841"/>
                  </a:cubicBezTo>
                  <a:cubicBezTo>
                    <a:pt x="84740" y="7698"/>
                    <a:pt x="85506" y="7531"/>
                    <a:pt x="86246" y="7371"/>
                  </a:cubicBezTo>
                  <a:cubicBezTo>
                    <a:pt x="87567" y="7085"/>
                    <a:pt x="88932" y="6788"/>
                    <a:pt x="90288" y="6616"/>
                  </a:cubicBezTo>
                  <a:cubicBezTo>
                    <a:pt x="91569" y="6455"/>
                    <a:pt x="92767" y="6374"/>
                    <a:pt x="93889" y="6374"/>
                  </a:cubicBezTo>
                  <a:cubicBezTo>
                    <a:pt x="97369" y="6374"/>
                    <a:pt x="100126" y="7157"/>
                    <a:pt x="102405" y="8765"/>
                  </a:cubicBezTo>
                  <a:cubicBezTo>
                    <a:pt x="104715" y="10399"/>
                    <a:pt x="107752" y="14521"/>
                    <a:pt x="107336" y="17804"/>
                  </a:cubicBezTo>
                  <a:lnTo>
                    <a:pt x="2840" y="17804"/>
                  </a:lnTo>
                  <a:cubicBezTo>
                    <a:pt x="2038" y="16930"/>
                    <a:pt x="1495" y="16015"/>
                    <a:pt x="1180" y="15011"/>
                  </a:cubicBezTo>
                  <a:cubicBezTo>
                    <a:pt x="328" y="12292"/>
                    <a:pt x="1140" y="8835"/>
                    <a:pt x="2950" y="7464"/>
                  </a:cubicBezTo>
                  <a:cubicBezTo>
                    <a:pt x="4188" y="6527"/>
                    <a:pt x="5746" y="6255"/>
                    <a:pt x="7263" y="6255"/>
                  </a:cubicBezTo>
                  <a:cubicBezTo>
                    <a:pt x="8508" y="6255"/>
                    <a:pt x="9724" y="6438"/>
                    <a:pt x="10713" y="6586"/>
                  </a:cubicBezTo>
                  <a:cubicBezTo>
                    <a:pt x="13555" y="7015"/>
                    <a:pt x="16398" y="7815"/>
                    <a:pt x="19148" y="8591"/>
                  </a:cubicBezTo>
                  <a:cubicBezTo>
                    <a:pt x="20420" y="8950"/>
                    <a:pt x="21733" y="9320"/>
                    <a:pt x="23031" y="9648"/>
                  </a:cubicBezTo>
                  <a:cubicBezTo>
                    <a:pt x="23892" y="9867"/>
                    <a:pt x="24772" y="10044"/>
                    <a:pt x="25624" y="10217"/>
                  </a:cubicBezTo>
                  <a:cubicBezTo>
                    <a:pt x="26578" y="10410"/>
                    <a:pt x="27561" y="10610"/>
                    <a:pt x="28520" y="10866"/>
                  </a:cubicBezTo>
                  <a:cubicBezTo>
                    <a:pt x="29266" y="11066"/>
                    <a:pt x="30023" y="11287"/>
                    <a:pt x="30753" y="11502"/>
                  </a:cubicBezTo>
                  <a:cubicBezTo>
                    <a:pt x="31592" y="11746"/>
                    <a:pt x="32458" y="12000"/>
                    <a:pt x="33317" y="12223"/>
                  </a:cubicBezTo>
                  <a:lnTo>
                    <a:pt x="33467" y="12263"/>
                  </a:lnTo>
                  <a:cubicBezTo>
                    <a:pt x="34991" y="12659"/>
                    <a:pt x="36728" y="13111"/>
                    <a:pt x="38421" y="13111"/>
                  </a:cubicBezTo>
                  <a:cubicBezTo>
                    <a:pt x="39680" y="13111"/>
                    <a:pt x="40914" y="12861"/>
                    <a:pt x="42017" y="12152"/>
                  </a:cubicBezTo>
                  <a:cubicBezTo>
                    <a:pt x="42247" y="12003"/>
                    <a:pt x="42254" y="11687"/>
                    <a:pt x="42130" y="11480"/>
                  </a:cubicBezTo>
                  <a:cubicBezTo>
                    <a:pt x="39927" y="7838"/>
                    <a:pt x="35420" y="7355"/>
                    <a:pt x="32131" y="7002"/>
                  </a:cubicBezTo>
                  <a:cubicBezTo>
                    <a:pt x="30552" y="6834"/>
                    <a:pt x="28936" y="6794"/>
                    <a:pt x="27373" y="6755"/>
                  </a:cubicBezTo>
                  <a:cubicBezTo>
                    <a:pt x="24971" y="6694"/>
                    <a:pt x="22485" y="6634"/>
                    <a:pt x="20094" y="6098"/>
                  </a:cubicBezTo>
                  <a:lnTo>
                    <a:pt x="19861" y="6045"/>
                  </a:lnTo>
                  <a:cubicBezTo>
                    <a:pt x="19174" y="5899"/>
                    <a:pt x="18323" y="5715"/>
                    <a:pt x="17845" y="5185"/>
                  </a:cubicBezTo>
                  <a:cubicBezTo>
                    <a:pt x="17683" y="5000"/>
                    <a:pt x="17613" y="4809"/>
                    <a:pt x="17637" y="4599"/>
                  </a:cubicBezTo>
                  <a:cubicBezTo>
                    <a:pt x="17720" y="3886"/>
                    <a:pt x="18816" y="3119"/>
                    <a:pt x="19284" y="2791"/>
                  </a:cubicBezTo>
                  <a:lnTo>
                    <a:pt x="19370" y="2730"/>
                  </a:lnTo>
                  <a:cubicBezTo>
                    <a:pt x="21382" y="1313"/>
                    <a:pt x="23882" y="535"/>
                    <a:pt x="26803" y="420"/>
                  </a:cubicBezTo>
                  <a:cubicBezTo>
                    <a:pt x="27101" y="408"/>
                    <a:pt x="27399" y="402"/>
                    <a:pt x="27698" y="402"/>
                  </a:cubicBezTo>
                  <a:close/>
                  <a:moveTo>
                    <a:pt x="27716" y="0"/>
                  </a:moveTo>
                  <a:cubicBezTo>
                    <a:pt x="27408" y="0"/>
                    <a:pt x="27101" y="6"/>
                    <a:pt x="26793" y="18"/>
                  </a:cubicBezTo>
                  <a:cubicBezTo>
                    <a:pt x="23792" y="137"/>
                    <a:pt x="21220" y="940"/>
                    <a:pt x="19143" y="2401"/>
                  </a:cubicBezTo>
                  <a:lnTo>
                    <a:pt x="19057" y="2461"/>
                  </a:lnTo>
                  <a:cubicBezTo>
                    <a:pt x="18500" y="2850"/>
                    <a:pt x="17342" y="3659"/>
                    <a:pt x="17241" y="4552"/>
                  </a:cubicBezTo>
                  <a:cubicBezTo>
                    <a:pt x="17204" y="4879"/>
                    <a:pt x="17307" y="5183"/>
                    <a:pt x="17550" y="5452"/>
                  </a:cubicBezTo>
                  <a:cubicBezTo>
                    <a:pt x="18114" y="6081"/>
                    <a:pt x="19037" y="6279"/>
                    <a:pt x="19779" y="6438"/>
                  </a:cubicBezTo>
                  <a:lnTo>
                    <a:pt x="20009" y="6488"/>
                  </a:lnTo>
                  <a:cubicBezTo>
                    <a:pt x="22436" y="7034"/>
                    <a:pt x="24942" y="7095"/>
                    <a:pt x="27366" y="7155"/>
                  </a:cubicBezTo>
                  <a:cubicBezTo>
                    <a:pt x="28920" y="7194"/>
                    <a:pt x="30528" y="7234"/>
                    <a:pt x="32089" y="7401"/>
                  </a:cubicBezTo>
                  <a:cubicBezTo>
                    <a:pt x="35297" y="7744"/>
                    <a:pt x="39689" y="8215"/>
                    <a:pt x="41788" y="11686"/>
                  </a:cubicBezTo>
                  <a:cubicBezTo>
                    <a:pt x="41818" y="11736"/>
                    <a:pt x="41813" y="11800"/>
                    <a:pt x="41803" y="11810"/>
                  </a:cubicBezTo>
                  <a:cubicBezTo>
                    <a:pt x="40777" y="12469"/>
                    <a:pt x="39614" y="12703"/>
                    <a:pt x="38419" y="12703"/>
                  </a:cubicBezTo>
                  <a:cubicBezTo>
                    <a:pt x="36773" y="12703"/>
                    <a:pt x="35066" y="12260"/>
                    <a:pt x="33571" y="11872"/>
                  </a:cubicBezTo>
                  <a:lnTo>
                    <a:pt x="33421" y="11832"/>
                  </a:lnTo>
                  <a:cubicBezTo>
                    <a:pt x="32568" y="11613"/>
                    <a:pt x="31706" y="11359"/>
                    <a:pt x="30871" y="11114"/>
                  </a:cubicBezTo>
                  <a:cubicBezTo>
                    <a:pt x="30136" y="10900"/>
                    <a:pt x="29377" y="10677"/>
                    <a:pt x="28627" y="10477"/>
                  </a:cubicBezTo>
                  <a:cubicBezTo>
                    <a:pt x="27659" y="10217"/>
                    <a:pt x="26667" y="10017"/>
                    <a:pt x="25708" y="9823"/>
                  </a:cubicBezTo>
                  <a:cubicBezTo>
                    <a:pt x="24862" y="9650"/>
                    <a:pt x="23985" y="9473"/>
                    <a:pt x="23133" y="9257"/>
                  </a:cubicBezTo>
                  <a:cubicBezTo>
                    <a:pt x="21840" y="8930"/>
                    <a:pt x="20529" y="8560"/>
                    <a:pt x="19261" y="8202"/>
                  </a:cubicBezTo>
                  <a:cubicBezTo>
                    <a:pt x="16498" y="7424"/>
                    <a:pt x="13642" y="6619"/>
                    <a:pt x="10776" y="6188"/>
                  </a:cubicBezTo>
                  <a:cubicBezTo>
                    <a:pt x="9769" y="6036"/>
                    <a:pt x="8534" y="5850"/>
                    <a:pt x="7263" y="5850"/>
                  </a:cubicBezTo>
                  <a:cubicBezTo>
                    <a:pt x="5677" y="5850"/>
                    <a:pt x="4036" y="6139"/>
                    <a:pt x="2711" y="7142"/>
                  </a:cubicBezTo>
                  <a:cubicBezTo>
                    <a:pt x="579" y="8757"/>
                    <a:pt x="1" y="12576"/>
                    <a:pt x="798" y="15131"/>
                  </a:cubicBezTo>
                  <a:cubicBezTo>
                    <a:pt x="1138" y="16218"/>
                    <a:pt x="1730" y="17203"/>
                    <a:pt x="2606" y="18144"/>
                  </a:cubicBezTo>
                  <a:lnTo>
                    <a:pt x="2666" y="18209"/>
                  </a:lnTo>
                  <a:lnTo>
                    <a:pt x="107680" y="18209"/>
                  </a:lnTo>
                  <a:lnTo>
                    <a:pt x="107713" y="18040"/>
                  </a:lnTo>
                  <a:cubicBezTo>
                    <a:pt x="108339" y="14231"/>
                    <a:pt x="104720" y="9907"/>
                    <a:pt x="102642" y="8438"/>
                  </a:cubicBezTo>
                  <a:cubicBezTo>
                    <a:pt x="100295" y="6780"/>
                    <a:pt x="97465" y="5972"/>
                    <a:pt x="93901" y="5972"/>
                  </a:cubicBezTo>
                  <a:cubicBezTo>
                    <a:pt x="92759" y="5972"/>
                    <a:pt x="91543" y="6055"/>
                    <a:pt x="90243" y="6219"/>
                  </a:cubicBezTo>
                  <a:cubicBezTo>
                    <a:pt x="88870" y="6392"/>
                    <a:pt x="87495" y="6691"/>
                    <a:pt x="86166" y="6979"/>
                  </a:cubicBezTo>
                  <a:cubicBezTo>
                    <a:pt x="85428" y="7141"/>
                    <a:pt x="84666" y="7307"/>
                    <a:pt x="83913" y="7448"/>
                  </a:cubicBezTo>
                  <a:cubicBezTo>
                    <a:pt x="81310" y="7937"/>
                    <a:pt x="78543" y="8272"/>
                    <a:pt x="75687" y="8443"/>
                  </a:cubicBezTo>
                  <a:cubicBezTo>
                    <a:pt x="74193" y="8531"/>
                    <a:pt x="72692" y="8575"/>
                    <a:pt x="71186" y="8575"/>
                  </a:cubicBezTo>
                  <a:cubicBezTo>
                    <a:pt x="66784" y="8575"/>
                    <a:pt x="62342" y="8199"/>
                    <a:pt x="57928" y="7448"/>
                  </a:cubicBezTo>
                  <a:cubicBezTo>
                    <a:pt x="52682" y="6556"/>
                    <a:pt x="47532" y="4898"/>
                    <a:pt x="42708" y="3276"/>
                  </a:cubicBezTo>
                  <a:cubicBezTo>
                    <a:pt x="38128" y="1734"/>
                    <a:pt x="32975" y="0"/>
                    <a:pt x="277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18"/>
            <p:cNvSpPr/>
            <p:nvPr/>
          </p:nvSpPr>
          <p:spPr>
            <a:xfrm>
              <a:off x="4779835" y="3684918"/>
              <a:ext cx="4348422" cy="1563444"/>
            </a:xfrm>
            <a:custGeom>
              <a:rect b="b" l="l" r="r" t="t"/>
              <a:pathLst>
                <a:path extrusionOk="0" h="39069" w="108663">
                  <a:moveTo>
                    <a:pt x="46151" y="403"/>
                  </a:moveTo>
                  <a:cubicBezTo>
                    <a:pt x="46500" y="403"/>
                    <a:pt x="46847" y="405"/>
                    <a:pt x="47194" y="409"/>
                  </a:cubicBezTo>
                  <a:cubicBezTo>
                    <a:pt x="60555" y="576"/>
                    <a:pt x="71907" y="4288"/>
                    <a:pt x="80932" y="11441"/>
                  </a:cubicBezTo>
                  <a:cubicBezTo>
                    <a:pt x="84958" y="14633"/>
                    <a:pt x="88903" y="18201"/>
                    <a:pt x="92718" y="21653"/>
                  </a:cubicBezTo>
                  <a:cubicBezTo>
                    <a:pt x="94523" y="23286"/>
                    <a:pt x="96389" y="24974"/>
                    <a:pt x="98238" y="26600"/>
                  </a:cubicBezTo>
                  <a:cubicBezTo>
                    <a:pt x="101177" y="29181"/>
                    <a:pt x="104663" y="32202"/>
                    <a:pt x="108257" y="35034"/>
                  </a:cubicBezTo>
                  <a:cubicBezTo>
                    <a:pt x="108185" y="37046"/>
                    <a:pt x="106877" y="38663"/>
                    <a:pt x="105303" y="38663"/>
                  </a:cubicBezTo>
                  <a:lnTo>
                    <a:pt x="95006" y="38663"/>
                  </a:lnTo>
                  <a:cubicBezTo>
                    <a:pt x="94337" y="37862"/>
                    <a:pt x="93741" y="37110"/>
                    <a:pt x="93190" y="36368"/>
                  </a:cubicBezTo>
                  <a:cubicBezTo>
                    <a:pt x="91738" y="34415"/>
                    <a:pt x="90482" y="32209"/>
                    <a:pt x="89268" y="30076"/>
                  </a:cubicBezTo>
                  <a:cubicBezTo>
                    <a:pt x="88255" y="28296"/>
                    <a:pt x="87207" y="26455"/>
                    <a:pt x="86046" y="24761"/>
                  </a:cubicBezTo>
                  <a:cubicBezTo>
                    <a:pt x="84901" y="23090"/>
                    <a:pt x="83654" y="21394"/>
                    <a:pt x="82109" y="20589"/>
                  </a:cubicBezTo>
                  <a:cubicBezTo>
                    <a:pt x="81766" y="20411"/>
                    <a:pt x="81285" y="20282"/>
                    <a:pt x="80790" y="20282"/>
                  </a:cubicBezTo>
                  <a:cubicBezTo>
                    <a:pt x="80446" y="20282"/>
                    <a:pt x="80095" y="20344"/>
                    <a:pt x="79779" y="20494"/>
                  </a:cubicBezTo>
                  <a:cubicBezTo>
                    <a:pt x="79253" y="20744"/>
                    <a:pt x="78909" y="21200"/>
                    <a:pt x="78784" y="21809"/>
                  </a:cubicBezTo>
                  <a:cubicBezTo>
                    <a:pt x="78479" y="23295"/>
                    <a:pt x="79725" y="24879"/>
                    <a:pt x="80550" y="25925"/>
                  </a:cubicBezTo>
                  <a:cubicBezTo>
                    <a:pt x="80666" y="26074"/>
                    <a:pt x="80775" y="26210"/>
                    <a:pt x="80868" y="26335"/>
                  </a:cubicBezTo>
                  <a:cubicBezTo>
                    <a:pt x="81946" y="27764"/>
                    <a:pt x="82835" y="29354"/>
                    <a:pt x="83661" y="31345"/>
                  </a:cubicBezTo>
                  <a:cubicBezTo>
                    <a:pt x="84287" y="32848"/>
                    <a:pt x="85364" y="35767"/>
                    <a:pt x="85660" y="38663"/>
                  </a:cubicBezTo>
                  <a:lnTo>
                    <a:pt x="76327" y="38663"/>
                  </a:lnTo>
                  <a:cubicBezTo>
                    <a:pt x="76685" y="34328"/>
                    <a:pt x="75134" y="29497"/>
                    <a:pt x="72336" y="26295"/>
                  </a:cubicBezTo>
                  <a:cubicBezTo>
                    <a:pt x="70016" y="23636"/>
                    <a:pt x="66829" y="21619"/>
                    <a:pt x="62597" y="20130"/>
                  </a:cubicBezTo>
                  <a:cubicBezTo>
                    <a:pt x="58968" y="18853"/>
                    <a:pt x="54987" y="18071"/>
                    <a:pt x="50066" y="17668"/>
                  </a:cubicBezTo>
                  <a:cubicBezTo>
                    <a:pt x="47919" y="17494"/>
                    <a:pt x="45723" y="17407"/>
                    <a:pt x="43437" y="17407"/>
                  </a:cubicBezTo>
                  <a:cubicBezTo>
                    <a:pt x="41731" y="17407"/>
                    <a:pt x="39974" y="17455"/>
                    <a:pt x="38150" y="17552"/>
                  </a:cubicBezTo>
                  <a:cubicBezTo>
                    <a:pt x="34341" y="17757"/>
                    <a:pt x="31394" y="18197"/>
                    <a:pt x="28604" y="18985"/>
                  </a:cubicBezTo>
                  <a:cubicBezTo>
                    <a:pt x="27525" y="19288"/>
                    <a:pt x="26448" y="19608"/>
                    <a:pt x="25369" y="19927"/>
                  </a:cubicBezTo>
                  <a:cubicBezTo>
                    <a:pt x="21997" y="20924"/>
                    <a:pt x="18511" y="21956"/>
                    <a:pt x="15020" y="22506"/>
                  </a:cubicBezTo>
                  <a:cubicBezTo>
                    <a:pt x="13538" y="22740"/>
                    <a:pt x="11993" y="22922"/>
                    <a:pt x="10477" y="22922"/>
                  </a:cubicBezTo>
                  <a:cubicBezTo>
                    <a:pt x="7660" y="22922"/>
                    <a:pt x="4942" y="22294"/>
                    <a:pt x="2908" y="20201"/>
                  </a:cubicBezTo>
                  <a:cubicBezTo>
                    <a:pt x="2318" y="19594"/>
                    <a:pt x="445" y="17417"/>
                    <a:pt x="1110" y="14892"/>
                  </a:cubicBezTo>
                  <a:cubicBezTo>
                    <a:pt x="1609" y="13004"/>
                    <a:pt x="3139" y="11676"/>
                    <a:pt x="4417" y="10728"/>
                  </a:cubicBezTo>
                  <a:cubicBezTo>
                    <a:pt x="7502" y="8442"/>
                    <a:pt x="11094" y="7120"/>
                    <a:pt x="14506" y="5962"/>
                  </a:cubicBezTo>
                  <a:cubicBezTo>
                    <a:pt x="25380" y="2272"/>
                    <a:pt x="36012" y="403"/>
                    <a:pt x="46151" y="403"/>
                  </a:cubicBezTo>
                  <a:close/>
                  <a:moveTo>
                    <a:pt x="46184" y="0"/>
                  </a:moveTo>
                  <a:cubicBezTo>
                    <a:pt x="35995" y="0"/>
                    <a:pt x="25302" y="1873"/>
                    <a:pt x="14376" y="5582"/>
                  </a:cubicBezTo>
                  <a:cubicBezTo>
                    <a:pt x="10932" y="6749"/>
                    <a:pt x="7309" y="8083"/>
                    <a:pt x="4175" y="10405"/>
                  </a:cubicBezTo>
                  <a:cubicBezTo>
                    <a:pt x="2845" y="11391"/>
                    <a:pt x="1250" y="12780"/>
                    <a:pt x="720" y="14790"/>
                  </a:cubicBezTo>
                  <a:cubicBezTo>
                    <a:pt x="0" y="17521"/>
                    <a:pt x="1992" y="19837"/>
                    <a:pt x="2618" y="20484"/>
                  </a:cubicBezTo>
                  <a:cubicBezTo>
                    <a:pt x="4745" y="22672"/>
                    <a:pt x="7559" y="23326"/>
                    <a:pt x="10464" y="23326"/>
                  </a:cubicBezTo>
                  <a:cubicBezTo>
                    <a:pt x="12008" y="23326"/>
                    <a:pt x="13578" y="23141"/>
                    <a:pt x="15083" y="22903"/>
                  </a:cubicBezTo>
                  <a:cubicBezTo>
                    <a:pt x="18599" y="22350"/>
                    <a:pt x="22098" y="21314"/>
                    <a:pt x="25483" y="20314"/>
                  </a:cubicBezTo>
                  <a:cubicBezTo>
                    <a:pt x="26558" y="19996"/>
                    <a:pt x="27635" y="19678"/>
                    <a:pt x="28713" y="19374"/>
                  </a:cubicBezTo>
                  <a:cubicBezTo>
                    <a:pt x="31476" y="18595"/>
                    <a:pt x="34392" y="18158"/>
                    <a:pt x="38171" y="17957"/>
                  </a:cubicBezTo>
                  <a:cubicBezTo>
                    <a:pt x="39992" y="17859"/>
                    <a:pt x="41744" y="17811"/>
                    <a:pt x="43446" y="17811"/>
                  </a:cubicBezTo>
                  <a:cubicBezTo>
                    <a:pt x="45718" y="17811"/>
                    <a:pt x="47900" y="17898"/>
                    <a:pt x="50034" y="18072"/>
                  </a:cubicBezTo>
                  <a:cubicBezTo>
                    <a:pt x="54919" y="18471"/>
                    <a:pt x="58869" y="19245"/>
                    <a:pt x="62464" y="20513"/>
                  </a:cubicBezTo>
                  <a:cubicBezTo>
                    <a:pt x="66629" y="21980"/>
                    <a:pt x="69761" y="23959"/>
                    <a:pt x="72035" y="26564"/>
                  </a:cubicBezTo>
                  <a:cubicBezTo>
                    <a:pt x="74808" y="29740"/>
                    <a:pt x="76328" y="34562"/>
                    <a:pt x="75907" y="38847"/>
                  </a:cubicBezTo>
                  <a:lnTo>
                    <a:pt x="75885" y="39069"/>
                  </a:lnTo>
                  <a:lnTo>
                    <a:pt x="86103" y="39069"/>
                  </a:lnTo>
                  <a:lnTo>
                    <a:pt x="86083" y="38849"/>
                  </a:lnTo>
                  <a:cubicBezTo>
                    <a:pt x="85816" y="35827"/>
                    <a:pt x="84685" y="32755"/>
                    <a:pt x="84035" y="31193"/>
                  </a:cubicBezTo>
                  <a:cubicBezTo>
                    <a:pt x="83194" y="29170"/>
                    <a:pt x="82289" y="27550"/>
                    <a:pt x="81192" y="26094"/>
                  </a:cubicBezTo>
                  <a:cubicBezTo>
                    <a:pt x="81095" y="25968"/>
                    <a:pt x="80986" y="25829"/>
                    <a:pt x="80868" y="25679"/>
                  </a:cubicBezTo>
                  <a:cubicBezTo>
                    <a:pt x="80089" y="24692"/>
                    <a:pt x="78913" y="23196"/>
                    <a:pt x="79180" y="21893"/>
                  </a:cubicBezTo>
                  <a:cubicBezTo>
                    <a:pt x="79280" y="21406"/>
                    <a:pt x="79542" y="21057"/>
                    <a:pt x="79953" y="20860"/>
                  </a:cubicBezTo>
                  <a:cubicBezTo>
                    <a:pt x="80215" y="20736"/>
                    <a:pt x="80506" y="20684"/>
                    <a:pt x="80793" y="20684"/>
                  </a:cubicBezTo>
                  <a:cubicBezTo>
                    <a:pt x="81216" y="20684"/>
                    <a:pt x="81630" y="20796"/>
                    <a:pt x="81925" y="20950"/>
                  </a:cubicBezTo>
                  <a:cubicBezTo>
                    <a:pt x="83388" y="21710"/>
                    <a:pt x="84600" y="23365"/>
                    <a:pt x="85716" y="24991"/>
                  </a:cubicBezTo>
                  <a:cubicBezTo>
                    <a:pt x="86867" y="26672"/>
                    <a:pt x="87910" y="28506"/>
                    <a:pt x="88919" y="30277"/>
                  </a:cubicBezTo>
                  <a:cubicBezTo>
                    <a:pt x="90139" y="32421"/>
                    <a:pt x="91401" y="34638"/>
                    <a:pt x="92868" y="36611"/>
                  </a:cubicBezTo>
                  <a:cubicBezTo>
                    <a:pt x="93440" y="37380"/>
                    <a:pt x="94059" y="38160"/>
                    <a:pt x="94759" y="38996"/>
                  </a:cubicBezTo>
                  <a:lnTo>
                    <a:pt x="94819" y="39068"/>
                  </a:lnTo>
                  <a:lnTo>
                    <a:pt x="105303" y="39068"/>
                  </a:lnTo>
                  <a:cubicBezTo>
                    <a:pt x="107121" y="39068"/>
                    <a:pt x="108627" y="37217"/>
                    <a:pt x="108661" y="34947"/>
                  </a:cubicBezTo>
                  <a:lnTo>
                    <a:pt x="108663" y="34847"/>
                  </a:lnTo>
                  <a:lnTo>
                    <a:pt x="108584" y="34784"/>
                  </a:lnTo>
                  <a:cubicBezTo>
                    <a:pt x="104971" y="31939"/>
                    <a:pt x="101460" y="28897"/>
                    <a:pt x="98502" y="26300"/>
                  </a:cubicBezTo>
                  <a:cubicBezTo>
                    <a:pt x="96655" y="24675"/>
                    <a:pt x="94790" y="22989"/>
                    <a:pt x="92987" y="21357"/>
                  </a:cubicBezTo>
                  <a:cubicBezTo>
                    <a:pt x="89168" y="17899"/>
                    <a:pt x="85217" y="14326"/>
                    <a:pt x="81181" y="11127"/>
                  </a:cubicBezTo>
                  <a:cubicBezTo>
                    <a:pt x="72085" y="3918"/>
                    <a:pt x="60650" y="176"/>
                    <a:pt x="47197" y="6"/>
                  </a:cubicBezTo>
                  <a:cubicBezTo>
                    <a:pt x="46860" y="2"/>
                    <a:pt x="46522" y="0"/>
                    <a:pt x="461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18"/>
            <p:cNvSpPr/>
            <p:nvPr/>
          </p:nvSpPr>
          <p:spPr>
            <a:xfrm>
              <a:off x="4912615" y="-2330514"/>
              <a:ext cx="4355665" cy="807744"/>
            </a:xfrm>
            <a:custGeom>
              <a:rect b="b" l="l" r="r" t="t"/>
              <a:pathLst>
                <a:path extrusionOk="0" h="28164" w="108844">
                  <a:moveTo>
                    <a:pt x="105484" y="409"/>
                  </a:moveTo>
                  <a:cubicBezTo>
                    <a:pt x="107116" y="409"/>
                    <a:pt x="108443" y="2114"/>
                    <a:pt x="108443" y="4208"/>
                  </a:cubicBezTo>
                  <a:lnTo>
                    <a:pt x="108443" y="9441"/>
                  </a:lnTo>
                  <a:cubicBezTo>
                    <a:pt x="107791" y="9431"/>
                    <a:pt x="107138" y="9426"/>
                    <a:pt x="106485" y="9426"/>
                  </a:cubicBezTo>
                  <a:cubicBezTo>
                    <a:pt x="96929" y="9426"/>
                    <a:pt x="87281" y="10461"/>
                    <a:pt x="77432" y="11618"/>
                  </a:cubicBezTo>
                  <a:lnTo>
                    <a:pt x="74438" y="11967"/>
                  </a:lnTo>
                  <a:cubicBezTo>
                    <a:pt x="68077" y="12707"/>
                    <a:pt x="61497" y="13471"/>
                    <a:pt x="55052" y="14524"/>
                  </a:cubicBezTo>
                  <a:cubicBezTo>
                    <a:pt x="50937" y="15196"/>
                    <a:pt x="47239" y="15919"/>
                    <a:pt x="43750" y="16739"/>
                  </a:cubicBezTo>
                  <a:cubicBezTo>
                    <a:pt x="39671" y="17698"/>
                    <a:pt x="36280" y="18535"/>
                    <a:pt x="32894" y="19868"/>
                  </a:cubicBezTo>
                  <a:cubicBezTo>
                    <a:pt x="30642" y="20754"/>
                    <a:pt x="28443" y="21986"/>
                    <a:pt x="26315" y="23179"/>
                  </a:cubicBezTo>
                  <a:cubicBezTo>
                    <a:pt x="22603" y="25262"/>
                    <a:pt x="18761" y="27414"/>
                    <a:pt x="14582" y="27728"/>
                  </a:cubicBezTo>
                  <a:cubicBezTo>
                    <a:pt x="14284" y="27750"/>
                    <a:pt x="13983" y="27761"/>
                    <a:pt x="13680" y="27761"/>
                  </a:cubicBezTo>
                  <a:cubicBezTo>
                    <a:pt x="8600" y="27761"/>
                    <a:pt x="3011" y="24606"/>
                    <a:pt x="1265" y="17265"/>
                  </a:cubicBezTo>
                  <a:cubicBezTo>
                    <a:pt x="424" y="13728"/>
                    <a:pt x="774" y="10998"/>
                    <a:pt x="2304" y="9148"/>
                  </a:cubicBezTo>
                  <a:cubicBezTo>
                    <a:pt x="3847" y="7282"/>
                    <a:pt x="6123" y="6467"/>
                    <a:pt x="8144" y="5916"/>
                  </a:cubicBezTo>
                  <a:cubicBezTo>
                    <a:pt x="14663" y="4135"/>
                    <a:pt x="21503" y="4060"/>
                    <a:pt x="27536" y="3991"/>
                  </a:cubicBezTo>
                  <a:lnTo>
                    <a:pt x="28284" y="3982"/>
                  </a:lnTo>
                  <a:cubicBezTo>
                    <a:pt x="35338" y="3908"/>
                    <a:pt x="42635" y="3830"/>
                    <a:pt x="49562" y="1411"/>
                  </a:cubicBezTo>
                  <a:cubicBezTo>
                    <a:pt x="50530" y="1072"/>
                    <a:pt x="51303" y="753"/>
                    <a:pt x="51989" y="409"/>
                  </a:cubicBezTo>
                  <a:lnTo>
                    <a:pt x="51989" y="410"/>
                  </a:lnTo>
                  <a:lnTo>
                    <a:pt x="77472" y="410"/>
                  </a:lnTo>
                  <a:cubicBezTo>
                    <a:pt x="75657" y="1022"/>
                    <a:pt x="73845" y="1526"/>
                    <a:pt x="72138" y="1986"/>
                  </a:cubicBezTo>
                  <a:cubicBezTo>
                    <a:pt x="71479" y="2162"/>
                    <a:pt x="70816" y="2334"/>
                    <a:pt x="70156" y="2505"/>
                  </a:cubicBezTo>
                  <a:cubicBezTo>
                    <a:pt x="68329" y="2977"/>
                    <a:pt x="66440" y="3467"/>
                    <a:pt x="64605" y="4082"/>
                  </a:cubicBezTo>
                  <a:cubicBezTo>
                    <a:pt x="61004" y="5291"/>
                    <a:pt x="57124" y="6040"/>
                    <a:pt x="52740" y="6369"/>
                  </a:cubicBezTo>
                  <a:cubicBezTo>
                    <a:pt x="49638" y="6602"/>
                    <a:pt x="46418" y="6602"/>
                    <a:pt x="43304" y="6603"/>
                  </a:cubicBezTo>
                  <a:cubicBezTo>
                    <a:pt x="34965" y="6606"/>
                    <a:pt x="26344" y="6609"/>
                    <a:pt x="18528" y="10955"/>
                  </a:cubicBezTo>
                  <a:cubicBezTo>
                    <a:pt x="14223" y="13350"/>
                    <a:pt x="12644" y="15910"/>
                    <a:pt x="13835" y="18561"/>
                  </a:cubicBezTo>
                  <a:cubicBezTo>
                    <a:pt x="14838" y="20791"/>
                    <a:pt x="17057" y="22107"/>
                    <a:pt x="18813" y="22421"/>
                  </a:cubicBezTo>
                  <a:cubicBezTo>
                    <a:pt x="19239" y="22498"/>
                    <a:pt x="19668" y="22533"/>
                    <a:pt x="20097" y="22533"/>
                  </a:cubicBezTo>
                  <a:cubicBezTo>
                    <a:pt x="22307" y="22533"/>
                    <a:pt x="24513" y="21604"/>
                    <a:pt x="26433" y="20647"/>
                  </a:cubicBezTo>
                  <a:cubicBezTo>
                    <a:pt x="27444" y="20142"/>
                    <a:pt x="28451" y="19561"/>
                    <a:pt x="29427" y="18998"/>
                  </a:cubicBezTo>
                  <a:cubicBezTo>
                    <a:pt x="30955" y="18116"/>
                    <a:pt x="32534" y="17203"/>
                    <a:pt x="34157" y="16576"/>
                  </a:cubicBezTo>
                  <a:cubicBezTo>
                    <a:pt x="37956" y="15106"/>
                    <a:pt x="41874" y="14247"/>
                    <a:pt x="44864" y="13661"/>
                  </a:cubicBezTo>
                  <a:cubicBezTo>
                    <a:pt x="49244" y="12804"/>
                    <a:pt x="53720" y="12190"/>
                    <a:pt x="58050" y="11597"/>
                  </a:cubicBezTo>
                  <a:cubicBezTo>
                    <a:pt x="61146" y="11172"/>
                    <a:pt x="64344" y="10734"/>
                    <a:pt x="67486" y="10209"/>
                  </a:cubicBezTo>
                  <a:cubicBezTo>
                    <a:pt x="71305" y="9572"/>
                    <a:pt x="74827" y="8898"/>
                    <a:pt x="78252" y="8150"/>
                  </a:cubicBezTo>
                  <a:cubicBezTo>
                    <a:pt x="80759" y="7602"/>
                    <a:pt x="84017" y="6743"/>
                    <a:pt x="86995" y="4937"/>
                  </a:cubicBezTo>
                  <a:cubicBezTo>
                    <a:pt x="88677" y="3915"/>
                    <a:pt x="90044" y="2435"/>
                    <a:pt x="91173" y="409"/>
                  </a:cubicBezTo>
                  <a:close/>
                  <a:moveTo>
                    <a:pt x="90934" y="0"/>
                  </a:moveTo>
                  <a:lnTo>
                    <a:pt x="90877" y="105"/>
                  </a:lnTo>
                  <a:cubicBezTo>
                    <a:pt x="89755" y="2148"/>
                    <a:pt x="88458" y="3572"/>
                    <a:pt x="86786" y="4587"/>
                  </a:cubicBezTo>
                  <a:cubicBezTo>
                    <a:pt x="83860" y="6361"/>
                    <a:pt x="80642" y="7209"/>
                    <a:pt x="78166" y="7749"/>
                  </a:cubicBezTo>
                  <a:cubicBezTo>
                    <a:pt x="74747" y="8496"/>
                    <a:pt x="71232" y="9168"/>
                    <a:pt x="67420" y="9804"/>
                  </a:cubicBezTo>
                  <a:cubicBezTo>
                    <a:pt x="64284" y="10326"/>
                    <a:pt x="61086" y="10767"/>
                    <a:pt x="57994" y="11189"/>
                  </a:cubicBezTo>
                  <a:cubicBezTo>
                    <a:pt x="53660" y="11784"/>
                    <a:pt x="49177" y="12398"/>
                    <a:pt x="44787" y="13257"/>
                  </a:cubicBezTo>
                  <a:cubicBezTo>
                    <a:pt x="41781" y="13846"/>
                    <a:pt x="37840" y="14712"/>
                    <a:pt x="34011" y="16192"/>
                  </a:cubicBezTo>
                  <a:cubicBezTo>
                    <a:pt x="32361" y="16832"/>
                    <a:pt x="30768" y="17751"/>
                    <a:pt x="29227" y="18641"/>
                  </a:cubicBezTo>
                  <a:cubicBezTo>
                    <a:pt x="28257" y="19199"/>
                    <a:pt x="27256" y="19778"/>
                    <a:pt x="26252" y="20278"/>
                  </a:cubicBezTo>
                  <a:cubicBezTo>
                    <a:pt x="24377" y="21213"/>
                    <a:pt x="22228" y="22123"/>
                    <a:pt x="20096" y="22123"/>
                  </a:cubicBezTo>
                  <a:cubicBezTo>
                    <a:pt x="19691" y="22123"/>
                    <a:pt x="19286" y="22090"/>
                    <a:pt x="18884" y="22019"/>
                  </a:cubicBezTo>
                  <a:cubicBezTo>
                    <a:pt x="17234" y="21723"/>
                    <a:pt x="15146" y="20485"/>
                    <a:pt x="14203" y="18389"/>
                  </a:cubicBezTo>
                  <a:cubicBezTo>
                    <a:pt x="13112" y="15962"/>
                    <a:pt x="14633" y="13577"/>
                    <a:pt x="18725" y="11302"/>
                  </a:cubicBezTo>
                  <a:cubicBezTo>
                    <a:pt x="26450" y="7006"/>
                    <a:pt x="35017" y="7004"/>
                    <a:pt x="43304" y="7002"/>
                  </a:cubicBezTo>
                  <a:cubicBezTo>
                    <a:pt x="46426" y="7002"/>
                    <a:pt x="49654" y="6999"/>
                    <a:pt x="52770" y="6766"/>
                  </a:cubicBezTo>
                  <a:cubicBezTo>
                    <a:pt x="57188" y="6433"/>
                    <a:pt x="61100" y="5680"/>
                    <a:pt x="64734" y="4460"/>
                  </a:cubicBezTo>
                  <a:cubicBezTo>
                    <a:pt x="66555" y="3847"/>
                    <a:pt x="68437" y="3359"/>
                    <a:pt x="70258" y="2889"/>
                  </a:cubicBezTo>
                  <a:cubicBezTo>
                    <a:pt x="70921" y="2718"/>
                    <a:pt x="71583" y="2546"/>
                    <a:pt x="72244" y="2369"/>
                  </a:cubicBezTo>
                  <a:cubicBezTo>
                    <a:pt x="74310" y="1815"/>
                    <a:pt x="76526" y="1191"/>
                    <a:pt x="78725" y="393"/>
                  </a:cubicBezTo>
                  <a:lnTo>
                    <a:pt x="79801" y="3"/>
                  </a:lnTo>
                  <a:lnTo>
                    <a:pt x="51891" y="3"/>
                  </a:lnTo>
                  <a:lnTo>
                    <a:pt x="51849" y="25"/>
                  </a:lnTo>
                  <a:cubicBezTo>
                    <a:pt x="51168" y="369"/>
                    <a:pt x="50398" y="688"/>
                    <a:pt x="49430" y="1026"/>
                  </a:cubicBezTo>
                  <a:cubicBezTo>
                    <a:pt x="42565" y="3424"/>
                    <a:pt x="35301" y="3502"/>
                    <a:pt x="28279" y="3577"/>
                  </a:cubicBezTo>
                  <a:lnTo>
                    <a:pt x="27530" y="3587"/>
                  </a:lnTo>
                  <a:cubicBezTo>
                    <a:pt x="21472" y="3654"/>
                    <a:pt x="14606" y="3731"/>
                    <a:pt x="8035" y="5524"/>
                  </a:cubicBezTo>
                  <a:cubicBezTo>
                    <a:pt x="5955" y="6091"/>
                    <a:pt x="3608" y="6937"/>
                    <a:pt x="1994" y="8889"/>
                  </a:cubicBezTo>
                  <a:cubicBezTo>
                    <a:pt x="378" y="10842"/>
                    <a:pt x="1" y="13691"/>
                    <a:pt x="872" y="17356"/>
                  </a:cubicBezTo>
                  <a:cubicBezTo>
                    <a:pt x="2415" y="23842"/>
                    <a:pt x="7591" y="28164"/>
                    <a:pt x="13647" y="28164"/>
                  </a:cubicBezTo>
                  <a:cubicBezTo>
                    <a:pt x="13966" y="28164"/>
                    <a:pt x="14287" y="28154"/>
                    <a:pt x="14609" y="28121"/>
                  </a:cubicBezTo>
                  <a:cubicBezTo>
                    <a:pt x="18878" y="27800"/>
                    <a:pt x="22758" y="25623"/>
                    <a:pt x="26511" y="23520"/>
                  </a:cubicBezTo>
                  <a:cubicBezTo>
                    <a:pt x="28626" y="22334"/>
                    <a:pt x="30812" y="21108"/>
                    <a:pt x="33038" y="20233"/>
                  </a:cubicBezTo>
                  <a:cubicBezTo>
                    <a:pt x="36400" y="18911"/>
                    <a:pt x="39775" y="18075"/>
                    <a:pt x="43838" y="17121"/>
                  </a:cubicBezTo>
                  <a:cubicBezTo>
                    <a:pt x="47319" y="16305"/>
                    <a:pt x="51008" y="15582"/>
                    <a:pt x="55113" y="14912"/>
                  </a:cubicBezTo>
                  <a:cubicBezTo>
                    <a:pt x="61550" y="13861"/>
                    <a:pt x="68126" y="13097"/>
                    <a:pt x="74484" y="12357"/>
                  </a:cubicBezTo>
                  <a:lnTo>
                    <a:pt x="77477" y="12010"/>
                  </a:lnTo>
                  <a:cubicBezTo>
                    <a:pt x="87323" y="10854"/>
                    <a:pt x="96973" y="9822"/>
                    <a:pt x="106514" y="9822"/>
                  </a:cubicBezTo>
                  <a:cubicBezTo>
                    <a:pt x="107222" y="9822"/>
                    <a:pt x="107930" y="9827"/>
                    <a:pt x="108637" y="9839"/>
                  </a:cubicBezTo>
                  <a:lnTo>
                    <a:pt x="108843" y="9842"/>
                  </a:lnTo>
                  <a:lnTo>
                    <a:pt x="108843" y="4203"/>
                  </a:lnTo>
                  <a:cubicBezTo>
                    <a:pt x="108843" y="1884"/>
                    <a:pt x="107336" y="0"/>
                    <a:pt x="1054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0" name="Google Shape;520;p18"/>
          <p:cNvSpPr/>
          <p:nvPr/>
        </p:nvSpPr>
        <p:spPr>
          <a:xfrm>
            <a:off x="408250" y="362757"/>
            <a:ext cx="8434200" cy="4594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18"/>
          <p:cNvSpPr/>
          <p:nvPr/>
        </p:nvSpPr>
        <p:spPr>
          <a:xfrm>
            <a:off x="301550" y="271625"/>
            <a:ext cx="8434200" cy="45849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18"/>
          <p:cNvSpPr txBox="1"/>
          <p:nvPr>
            <p:ph type="title"/>
          </p:nvPr>
        </p:nvSpPr>
        <p:spPr>
          <a:xfrm>
            <a:off x="720000" y="540000"/>
            <a:ext cx="7704000" cy="5643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3180000" dist="85725">
              <a:schemeClr val="accent2">
                <a:alpha val="90000"/>
              </a:schemeClr>
            </a:outerShdw>
          </a:effectLst>
        </p:spPr>
        <p:txBody>
          <a:bodyPr anchorCtr="0" anchor="ctr" bIns="91425" lIns="91425" spcFirstLastPara="1" rIns="91425" wrap="square" tIns="91425">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3">
    <p:bg>
      <p:bgPr>
        <a:solidFill>
          <a:schemeClr val="accent6"/>
        </a:solidFill>
      </p:bgPr>
    </p:bg>
    <p:spTree>
      <p:nvGrpSpPr>
        <p:cNvPr id="523" name="Shape 523"/>
        <p:cNvGrpSpPr/>
        <p:nvPr/>
      </p:nvGrpSpPr>
      <p:grpSpPr>
        <a:xfrm>
          <a:off x="0" y="0"/>
          <a:ext cx="0" cy="0"/>
          <a:chOff x="0" y="0"/>
          <a:chExt cx="0" cy="0"/>
        </a:xfrm>
      </p:grpSpPr>
      <p:grpSp>
        <p:nvGrpSpPr>
          <p:cNvPr id="524" name="Google Shape;524;p19"/>
          <p:cNvGrpSpPr/>
          <p:nvPr/>
        </p:nvGrpSpPr>
        <p:grpSpPr>
          <a:xfrm>
            <a:off x="-325864" y="-222600"/>
            <a:ext cx="9517944" cy="7737118"/>
            <a:chOff x="-325864" y="-222600"/>
            <a:chExt cx="9517944" cy="7737118"/>
          </a:xfrm>
        </p:grpSpPr>
        <p:sp>
          <p:nvSpPr>
            <p:cNvPr id="525" name="Google Shape;525;p19"/>
            <p:cNvSpPr/>
            <p:nvPr/>
          </p:nvSpPr>
          <p:spPr>
            <a:xfrm flipH="1">
              <a:off x="5198413" y="392757"/>
              <a:ext cx="3985503" cy="848251"/>
            </a:xfrm>
            <a:custGeom>
              <a:rect b="b" l="l" r="r" t="t"/>
              <a:pathLst>
                <a:path extrusionOk="0" h="21197" w="99594">
                  <a:moveTo>
                    <a:pt x="65021" y="0"/>
                  </a:moveTo>
                  <a:cubicBezTo>
                    <a:pt x="64434" y="0"/>
                    <a:pt x="63848" y="10"/>
                    <a:pt x="63260" y="29"/>
                  </a:cubicBezTo>
                  <a:cubicBezTo>
                    <a:pt x="57732" y="207"/>
                    <a:pt x="52245" y="1096"/>
                    <a:pt x="46816" y="2389"/>
                  </a:cubicBezTo>
                  <a:cubicBezTo>
                    <a:pt x="41611" y="3631"/>
                    <a:pt x="36750" y="6060"/>
                    <a:pt x="31830" y="8475"/>
                  </a:cubicBezTo>
                  <a:cubicBezTo>
                    <a:pt x="27244" y="10725"/>
                    <a:pt x="22624" y="12692"/>
                    <a:pt x="17724" y="13463"/>
                  </a:cubicBezTo>
                  <a:cubicBezTo>
                    <a:pt x="15802" y="13765"/>
                    <a:pt x="13860" y="13942"/>
                    <a:pt x="11920" y="13942"/>
                  </a:cubicBezTo>
                  <a:cubicBezTo>
                    <a:pt x="10234" y="13942"/>
                    <a:pt x="8549" y="13808"/>
                    <a:pt x="6879" y="13505"/>
                  </a:cubicBezTo>
                  <a:cubicBezTo>
                    <a:pt x="4515" y="13077"/>
                    <a:pt x="2162" y="12285"/>
                    <a:pt x="0" y="10984"/>
                  </a:cubicBezTo>
                  <a:lnTo>
                    <a:pt x="0" y="18944"/>
                  </a:lnTo>
                  <a:cubicBezTo>
                    <a:pt x="1762" y="19024"/>
                    <a:pt x="3523" y="19075"/>
                    <a:pt x="5283" y="19075"/>
                  </a:cubicBezTo>
                  <a:cubicBezTo>
                    <a:pt x="9227" y="19075"/>
                    <a:pt x="13162" y="18820"/>
                    <a:pt x="17071" y="18072"/>
                  </a:cubicBezTo>
                  <a:cubicBezTo>
                    <a:pt x="21981" y="17133"/>
                    <a:pt x="26589" y="15270"/>
                    <a:pt x="30996" y="12374"/>
                  </a:cubicBezTo>
                  <a:cubicBezTo>
                    <a:pt x="33739" y="10570"/>
                    <a:pt x="36781" y="9886"/>
                    <a:pt x="39837" y="9886"/>
                  </a:cubicBezTo>
                  <a:cubicBezTo>
                    <a:pt x="40660" y="9886"/>
                    <a:pt x="41484" y="9936"/>
                    <a:pt x="42304" y="10026"/>
                  </a:cubicBezTo>
                  <a:cubicBezTo>
                    <a:pt x="50992" y="10985"/>
                    <a:pt x="59004" y="15789"/>
                    <a:pt x="67420" y="18291"/>
                  </a:cubicBezTo>
                  <a:cubicBezTo>
                    <a:pt x="72853" y="19907"/>
                    <a:pt x="78486" y="20812"/>
                    <a:pt x="84058" y="21107"/>
                  </a:cubicBezTo>
                  <a:cubicBezTo>
                    <a:pt x="85055" y="21160"/>
                    <a:pt x="86060" y="21196"/>
                    <a:pt x="87066" y="21196"/>
                  </a:cubicBezTo>
                  <a:cubicBezTo>
                    <a:pt x="89207" y="21196"/>
                    <a:pt x="91355" y="21031"/>
                    <a:pt x="93446" y="20508"/>
                  </a:cubicBezTo>
                  <a:cubicBezTo>
                    <a:pt x="95522" y="19989"/>
                    <a:pt x="98275" y="18989"/>
                    <a:pt x="98894" y="16049"/>
                  </a:cubicBezTo>
                  <a:cubicBezTo>
                    <a:pt x="99594" y="12721"/>
                    <a:pt x="97265" y="10188"/>
                    <a:pt x="95270" y="8623"/>
                  </a:cubicBezTo>
                  <a:cubicBezTo>
                    <a:pt x="92667" y="6581"/>
                    <a:pt x="89709" y="5268"/>
                    <a:pt x="86790" y="4165"/>
                  </a:cubicBezTo>
                  <a:cubicBezTo>
                    <a:pt x="79711" y="1489"/>
                    <a:pt x="72404" y="0"/>
                    <a:pt x="6502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19"/>
            <p:cNvSpPr/>
            <p:nvPr/>
          </p:nvSpPr>
          <p:spPr>
            <a:xfrm flipH="1">
              <a:off x="797569" y="1340345"/>
              <a:ext cx="8386467" cy="1819876"/>
            </a:xfrm>
            <a:custGeom>
              <a:rect b="b" l="l" r="r" t="t"/>
              <a:pathLst>
                <a:path extrusionOk="0" h="45477" w="209570">
                  <a:moveTo>
                    <a:pt x="173399" y="0"/>
                  </a:moveTo>
                  <a:cubicBezTo>
                    <a:pt x="171819" y="0"/>
                    <a:pt x="170239" y="33"/>
                    <a:pt x="168661" y="80"/>
                  </a:cubicBezTo>
                  <a:cubicBezTo>
                    <a:pt x="164324" y="208"/>
                    <a:pt x="160018" y="528"/>
                    <a:pt x="155729" y="1390"/>
                  </a:cubicBezTo>
                  <a:cubicBezTo>
                    <a:pt x="151776" y="2184"/>
                    <a:pt x="147874" y="3386"/>
                    <a:pt x="144099" y="5071"/>
                  </a:cubicBezTo>
                  <a:cubicBezTo>
                    <a:pt x="140139" y="6838"/>
                    <a:pt x="136425" y="9227"/>
                    <a:pt x="132734" y="11745"/>
                  </a:cubicBezTo>
                  <a:cubicBezTo>
                    <a:pt x="125453" y="16714"/>
                    <a:pt x="118372" y="22168"/>
                    <a:pt x="110478" y="25489"/>
                  </a:cubicBezTo>
                  <a:cubicBezTo>
                    <a:pt x="104010" y="28211"/>
                    <a:pt x="97197" y="29287"/>
                    <a:pt x="90399" y="29287"/>
                  </a:cubicBezTo>
                  <a:cubicBezTo>
                    <a:pt x="89168" y="29287"/>
                    <a:pt x="87937" y="29252"/>
                    <a:pt x="86709" y="29185"/>
                  </a:cubicBezTo>
                  <a:cubicBezTo>
                    <a:pt x="70235" y="28285"/>
                    <a:pt x="53959" y="22404"/>
                    <a:pt x="38422" y="15780"/>
                  </a:cubicBezTo>
                  <a:cubicBezTo>
                    <a:pt x="34245" y="13999"/>
                    <a:pt x="30113" y="12729"/>
                    <a:pt x="25697" y="12479"/>
                  </a:cubicBezTo>
                  <a:cubicBezTo>
                    <a:pt x="24449" y="12409"/>
                    <a:pt x="23202" y="12379"/>
                    <a:pt x="21954" y="12379"/>
                  </a:cubicBezTo>
                  <a:cubicBezTo>
                    <a:pt x="18881" y="12379"/>
                    <a:pt x="15809" y="12558"/>
                    <a:pt x="12741" y="12746"/>
                  </a:cubicBezTo>
                  <a:cubicBezTo>
                    <a:pt x="9315" y="12958"/>
                    <a:pt x="5883" y="13109"/>
                    <a:pt x="2471" y="13588"/>
                  </a:cubicBezTo>
                  <a:cubicBezTo>
                    <a:pt x="1651" y="13702"/>
                    <a:pt x="825" y="13831"/>
                    <a:pt x="0" y="13986"/>
                  </a:cubicBezTo>
                  <a:lnTo>
                    <a:pt x="0" y="21931"/>
                  </a:lnTo>
                  <a:cubicBezTo>
                    <a:pt x="3093" y="20622"/>
                    <a:pt x="6277" y="19799"/>
                    <a:pt x="9551" y="19799"/>
                  </a:cubicBezTo>
                  <a:cubicBezTo>
                    <a:pt x="10632" y="19799"/>
                    <a:pt x="11722" y="19889"/>
                    <a:pt x="12823" y="20080"/>
                  </a:cubicBezTo>
                  <a:cubicBezTo>
                    <a:pt x="20488" y="21419"/>
                    <a:pt x="27144" y="26632"/>
                    <a:pt x="33499" y="31891"/>
                  </a:cubicBezTo>
                  <a:cubicBezTo>
                    <a:pt x="45486" y="41811"/>
                    <a:pt x="59912" y="45476"/>
                    <a:pt x="74081" y="45476"/>
                  </a:cubicBezTo>
                  <a:cubicBezTo>
                    <a:pt x="74665" y="45476"/>
                    <a:pt x="75248" y="45470"/>
                    <a:pt x="75831" y="45458"/>
                  </a:cubicBezTo>
                  <a:cubicBezTo>
                    <a:pt x="90804" y="45142"/>
                    <a:pt x="106177" y="41401"/>
                    <a:pt x="119282" y="31968"/>
                  </a:cubicBezTo>
                  <a:cubicBezTo>
                    <a:pt x="125990" y="27139"/>
                    <a:pt x="132221" y="21338"/>
                    <a:pt x="138817" y="16271"/>
                  </a:cubicBezTo>
                  <a:cubicBezTo>
                    <a:pt x="142143" y="13714"/>
                    <a:pt x="145448" y="11379"/>
                    <a:pt x="149316" y="10440"/>
                  </a:cubicBezTo>
                  <a:cubicBezTo>
                    <a:pt x="150812" y="10078"/>
                    <a:pt x="152323" y="9917"/>
                    <a:pt x="153836" y="9917"/>
                  </a:cubicBezTo>
                  <a:cubicBezTo>
                    <a:pt x="155625" y="9917"/>
                    <a:pt x="157416" y="10142"/>
                    <a:pt x="159185" y="10527"/>
                  </a:cubicBezTo>
                  <a:cubicBezTo>
                    <a:pt x="162983" y="11352"/>
                    <a:pt x="166672" y="12839"/>
                    <a:pt x="170334" y="14321"/>
                  </a:cubicBezTo>
                  <a:cubicBezTo>
                    <a:pt x="174482" y="15997"/>
                    <a:pt x="178713" y="17383"/>
                    <a:pt x="182992" y="18407"/>
                  </a:cubicBezTo>
                  <a:cubicBezTo>
                    <a:pt x="186653" y="19282"/>
                    <a:pt x="190426" y="19787"/>
                    <a:pt x="194193" y="19787"/>
                  </a:cubicBezTo>
                  <a:cubicBezTo>
                    <a:pt x="197694" y="19787"/>
                    <a:pt x="201190" y="19351"/>
                    <a:pt x="204587" y="18369"/>
                  </a:cubicBezTo>
                  <a:cubicBezTo>
                    <a:pt x="206831" y="17721"/>
                    <a:pt x="209570" y="16218"/>
                    <a:pt x="208195" y="12736"/>
                  </a:cubicBezTo>
                  <a:cubicBezTo>
                    <a:pt x="207019" y="9759"/>
                    <a:pt x="203809" y="8201"/>
                    <a:pt x="201535" y="7001"/>
                  </a:cubicBezTo>
                  <a:cubicBezTo>
                    <a:pt x="195238" y="3676"/>
                    <a:pt x="188684" y="1200"/>
                    <a:pt x="181872" y="426"/>
                  </a:cubicBezTo>
                  <a:cubicBezTo>
                    <a:pt x="179055" y="106"/>
                    <a:pt x="176227" y="0"/>
                    <a:pt x="173399"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19"/>
            <p:cNvSpPr/>
            <p:nvPr/>
          </p:nvSpPr>
          <p:spPr>
            <a:xfrm flipH="1">
              <a:off x="8364238" y="2445523"/>
              <a:ext cx="819678" cy="314658"/>
            </a:xfrm>
            <a:custGeom>
              <a:rect b="b" l="l" r="r" t="t"/>
              <a:pathLst>
                <a:path extrusionOk="0" h="7863" w="20483">
                  <a:moveTo>
                    <a:pt x="10679" y="1"/>
                  </a:moveTo>
                  <a:cubicBezTo>
                    <a:pt x="7200" y="1"/>
                    <a:pt x="3530" y="930"/>
                    <a:pt x="0" y="1036"/>
                  </a:cubicBezTo>
                  <a:lnTo>
                    <a:pt x="0" y="7210"/>
                  </a:lnTo>
                  <a:cubicBezTo>
                    <a:pt x="73" y="7210"/>
                    <a:pt x="146" y="7210"/>
                    <a:pt x="218" y="7210"/>
                  </a:cubicBezTo>
                  <a:cubicBezTo>
                    <a:pt x="2966" y="7210"/>
                    <a:pt x="5723" y="7366"/>
                    <a:pt x="8473" y="7532"/>
                  </a:cubicBezTo>
                  <a:cubicBezTo>
                    <a:pt x="10471" y="7652"/>
                    <a:pt x="12481" y="7858"/>
                    <a:pt x="14482" y="7862"/>
                  </a:cubicBezTo>
                  <a:cubicBezTo>
                    <a:pt x="14579" y="7862"/>
                    <a:pt x="14677" y="7863"/>
                    <a:pt x="14776" y="7863"/>
                  </a:cubicBezTo>
                  <a:cubicBezTo>
                    <a:pt x="16107" y="7863"/>
                    <a:pt x="17589" y="7805"/>
                    <a:pt x="18794" y="7093"/>
                  </a:cubicBezTo>
                  <a:cubicBezTo>
                    <a:pt x="20483" y="6096"/>
                    <a:pt x="19330" y="4228"/>
                    <a:pt x="18366" y="3075"/>
                  </a:cubicBezTo>
                  <a:cubicBezTo>
                    <a:pt x="16959" y="1395"/>
                    <a:pt x="15150" y="529"/>
                    <a:pt x="13253" y="203"/>
                  </a:cubicBezTo>
                  <a:cubicBezTo>
                    <a:pt x="12410" y="59"/>
                    <a:pt x="11551" y="1"/>
                    <a:pt x="10679"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19"/>
            <p:cNvSpPr/>
            <p:nvPr/>
          </p:nvSpPr>
          <p:spPr>
            <a:xfrm flipH="1">
              <a:off x="-177778" y="2104689"/>
              <a:ext cx="9361694" cy="2012360"/>
            </a:xfrm>
            <a:custGeom>
              <a:rect b="b" l="l" r="r" t="t"/>
              <a:pathLst>
                <a:path extrusionOk="0" h="50287" w="233940">
                  <a:moveTo>
                    <a:pt x="233940" y="0"/>
                  </a:moveTo>
                  <a:cubicBezTo>
                    <a:pt x="230479" y="1532"/>
                    <a:pt x="227264" y="3838"/>
                    <a:pt x="224035" y="6016"/>
                  </a:cubicBezTo>
                  <a:cubicBezTo>
                    <a:pt x="219999" y="8735"/>
                    <a:pt x="215918" y="11195"/>
                    <a:pt x="211510" y="12795"/>
                  </a:cubicBezTo>
                  <a:cubicBezTo>
                    <a:pt x="205977" y="14804"/>
                    <a:pt x="200252" y="15619"/>
                    <a:pt x="194517" y="15619"/>
                  </a:cubicBezTo>
                  <a:cubicBezTo>
                    <a:pt x="191019" y="15619"/>
                    <a:pt x="187518" y="15316"/>
                    <a:pt x="184053" y="14796"/>
                  </a:cubicBezTo>
                  <a:cubicBezTo>
                    <a:pt x="174879" y="13417"/>
                    <a:pt x="165892" y="10575"/>
                    <a:pt x="156983" y="7553"/>
                  </a:cubicBezTo>
                  <a:cubicBezTo>
                    <a:pt x="154186" y="6603"/>
                    <a:pt x="151295" y="5923"/>
                    <a:pt x="148402" y="5923"/>
                  </a:cubicBezTo>
                  <a:cubicBezTo>
                    <a:pt x="147105" y="5923"/>
                    <a:pt x="145807" y="6060"/>
                    <a:pt x="144518" y="6370"/>
                  </a:cubicBezTo>
                  <a:cubicBezTo>
                    <a:pt x="141010" y="7213"/>
                    <a:pt x="137841" y="9316"/>
                    <a:pt x="134862" y="11732"/>
                  </a:cubicBezTo>
                  <a:cubicBezTo>
                    <a:pt x="131415" y="14529"/>
                    <a:pt x="128149" y="17665"/>
                    <a:pt x="124700" y="20457"/>
                  </a:cubicBezTo>
                  <a:cubicBezTo>
                    <a:pt x="120681" y="23709"/>
                    <a:pt x="116461" y="26565"/>
                    <a:pt x="112085" y="28971"/>
                  </a:cubicBezTo>
                  <a:cubicBezTo>
                    <a:pt x="103869" y="33488"/>
                    <a:pt x="95132" y="36387"/>
                    <a:pt x="86236" y="37674"/>
                  </a:cubicBezTo>
                  <a:cubicBezTo>
                    <a:pt x="82434" y="38224"/>
                    <a:pt x="78620" y="38471"/>
                    <a:pt x="74803" y="38471"/>
                  </a:cubicBezTo>
                  <a:cubicBezTo>
                    <a:pt x="58405" y="38471"/>
                    <a:pt x="41951" y="33908"/>
                    <a:pt x="26125" y="29171"/>
                  </a:cubicBezTo>
                  <a:cubicBezTo>
                    <a:pt x="17408" y="26561"/>
                    <a:pt x="8732" y="23693"/>
                    <a:pt x="0" y="21148"/>
                  </a:cubicBezTo>
                  <a:lnTo>
                    <a:pt x="0" y="30371"/>
                  </a:lnTo>
                  <a:cubicBezTo>
                    <a:pt x="3472" y="33108"/>
                    <a:pt x="7489" y="35009"/>
                    <a:pt x="11115" y="36595"/>
                  </a:cubicBezTo>
                  <a:cubicBezTo>
                    <a:pt x="17532" y="39404"/>
                    <a:pt x="24220" y="41608"/>
                    <a:pt x="30929" y="42938"/>
                  </a:cubicBezTo>
                  <a:cubicBezTo>
                    <a:pt x="38228" y="44386"/>
                    <a:pt x="45630" y="44923"/>
                    <a:pt x="53022" y="44923"/>
                  </a:cubicBezTo>
                  <a:cubicBezTo>
                    <a:pt x="55748" y="44923"/>
                    <a:pt x="58473" y="44850"/>
                    <a:pt x="61191" y="44723"/>
                  </a:cubicBezTo>
                  <a:cubicBezTo>
                    <a:pt x="71533" y="44237"/>
                    <a:pt x="81978" y="43258"/>
                    <a:pt x="92233" y="41498"/>
                  </a:cubicBezTo>
                  <a:cubicBezTo>
                    <a:pt x="102742" y="39694"/>
                    <a:pt x="112661" y="35767"/>
                    <a:pt x="122701" y="31597"/>
                  </a:cubicBezTo>
                  <a:cubicBezTo>
                    <a:pt x="132437" y="27557"/>
                    <a:pt x="142206" y="24207"/>
                    <a:pt x="152521" y="24092"/>
                  </a:cubicBezTo>
                  <a:cubicBezTo>
                    <a:pt x="152754" y="24089"/>
                    <a:pt x="152988" y="24088"/>
                    <a:pt x="153222" y="24088"/>
                  </a:cubicBezTo>
                  <a:cubicBezTo>
                    <a:pt x="163194" y="24088"/>
                    <a:pt x="173100" y="26520"/>
                    <a:pt x="182555" y="30450"/>
                  </a:cubicBezTo>
                  <a:cubicBezTo>
                    <a:pt x="187610" y="32550"/>
                    <a:pt x="192565" y="35025"/>
                    <a:pt x="197604" y="37193"/>
                  </a:cubicBezTo>
                  <a:cubicBezTo>
                    <a:pt x="202625" y="39352"/>
                    <a:pt x="207681" y="41382"/>
                    <a:pt x="212770" y="43265"/>
                  </a:cubicBezTo>
                  <a:cubicBezTo>
                    <a:pt x="219747" y="45846"/>
                    <a:pt x="226825" y="48256"/>
                    <a:pt x="233940" y="50286"/>
                  </a:cubicBezTo>
                  <a:lnTo>
                    <a:pt x="233940" y="34729"/>
                  </a:lnTo>
                  <a:cubicBezTo>
                    <a:pt x="233339" y="34539"/>
                    <a:pt x="232731" y="34368"/>
                    <a:pt x="232112" y="34224"/>
                  </a:cubicBezTo>
                  <a:cubicBezTo>
                    <a:pt x="229270" y="33551"/>
                    <a:pt x="226381" y="33250"/>
                    <a:pt x="223499" y="32996"/>
                  </a:cubicBezTo>
                  <a:cubicBezTo>
                    <a:pt x="219753" y="32668"/>
                    <a:pt x="216005" y="32333"/>
                    <a:pt x="212261" y="31960"/>
                  </a:cubicBezTo>
                  <a:cubicBezTo>
                    <a:pt x="208072" y="31543"/>
                    <a:pt x="203886" y="31089"/>
                    <a:pt x="199705" y="30539"/>
                  </a:cubicBezTo>
                  <a:cubicBezTo>
                    <a:pt x="195713" y="30014"/>
                    <a:pt x="191661" y="29550"/>
                    <a:pt x="187710" y="28635"/>
                  </a:cubicBezTo>
                  <a:cubicBezTo>
                    <a:pt x="184185" y="27821"/>
                    <a:pt x="180587" y="27222"/>
                    <a:pt x="177204" y="25665"/>
                  </a:cubicBezTo>
                  <a:cubicBezTo>
                    <a:pt x="175719" y="24980"/>
                    <a:pt x="173996" y="24080"/>
                    <a:pt x="173054" y="22380"/>
                  </a:cubicBezTo>
                  <a:cubicBezTo>
                    <a:pt x="172381" y="21164"/>
                    <a:pt x="172300" y="19467"/>
                    <a:pt x="173266" y="18466"/>
                  </a:cubicBezTo>
                  <a:cubicBezTo>
                    <a:pt x="174400" y="17293"/>
                    <a:pt x="176205" y="17248"/>
                    <a:pt x="177591" y="17230"/>
                  </a:cubicBezTo>
                  <a:cubicBezTo>
                    <a:pt x="177667" y="17230"/>
                    <a:pt x="177743" y="17229"/>
                    <a:pt x="177820" y="17229"/>
                  </a:cubicBezTo>
                  <a:cubicBezTo>
                    <a:pt x="179957" y="17229"/>
                    <a:pt x="182098" y="17572"/>
                    <a:pt x="184206" y="17983"/>
                  </a:cubicBezTo>
                  <a:cubicBezTo>
                    <a:pt x="186167" y="18365"/>
                    <a:pt x="188113" y="18845"/>
                    <a:pt x="190056" y="19342"/>
                  </a:cubicBezTo>
                  <a:cubicBezTo>
                    <a:pt x="192155" y="19880"/>
                    <a:pt x="194290" y="20178"/>
                    <a:pt x="196416" y="20482"/>
                  </a:cubicBezTo>
                  <a:cubicBezTo>
                    <a:pt x="200378" y="21047"/>
                    <a:pt x="204372" y="21430"/>
                    <a:pt x="208364" y="21430"/>
                  </a:cubicBezTo>
                  <a:cubicBezTo>
                    <a:pt x="209889" y="21430"/>
                    <a:pt x="211413" y="21374"/>
                    <a:pt x="212936" y="21251"/>
                  </a:cubicBezTo>
                  <a:cubicBezTo>
                    <a:pt x="218320" y="20818"/>
                    <a:pt x="223791" y="19532"/>
                    <a:pt x="228641" y="16425"/>
                  </a:cubicBezTo>
                  <a:cubicBezTo>
                    <a:pt x="230586" y="15179"/>
                    <a:pt x="232358" y="13636"/>
                    <a:pt x="233940" y="11842"/>
                  </a:cubicBezTo>
                  <a:lnTo>
                    <a:pt x="233940" y="0"/>
                  </a:ln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19"/>
            <p:cNvSpPr/>
            <p:nvPr/>
          </p:nvSpPr>
          <p:spPr>
            <a:xfrm flipH="1">
              <a:off x="4029862" y="3520528"/>
              <a:ext cx="5153814" cy="1015564"/>
            </a:xfrm>
            <a:custGeom>
              <a:rect b="b" l="l" r="r" t="t"/>
              <a:pathLst>
                <a:path extrusionOk="0" h="25378" w="128789">
                  <a:moveTo>
                    <a:pt x="125460" y="1"/>
                  </a:moveTo>
                  <a:cubicBezTo>
                    <a:pt x="124112" y="1"/>
                    <a:pt x="122755" y="233"/>
                    <a:pt x="121432" y="495"/>
                  </a:cubicBezTo>
                  <a:cubicBezTo>
                    <a:pt x="117708" y="1235"/>
                    <a:pt x="114038" y="2428"/>
                    <a:pt x="110408" y="3702"/>
                  </a:cubicBezTo>
                  <a:cubicBezTo>
                    <a:pt x="101528" y="6816"/>
                    <a:pt x="92732" y="10293"/>
                    <a:pt x="83787" y="13112"/>
                  </a:cubicBezTo>
                  <a:cubicBezTo>
                    <a:pt x="72182" y="16772"/>
                    <a:pt x="60329" y="19483"/>
                    <a:pt x="48340" y="19746"/>
                  </a:cubicBezTo>
                  <a:cubicBezTo>
                    <a:pt x="47589" y="19762"/>
                    <a:pt x="46838" y="19771"/>
                    <a:pt x="46087" y="19771"/>
                  </a:cubicBezTo>
                  <a:cubicBezTo>
                    <a:pt x="36277" y="19771"/>
                    <a:pt x="26528" y="18319"/>
                    <a:pt x="17277" y="13958"/>
                  </a:cubicBezTo>
                  <a:cubicBezTo>
                    <a:pt x="14817" y="12796"/>
                    <a:pt x="12434" y="11433"/>
                    <a:pt x="10052" y="10038"/>
                  </a:cubicBezTo>
                  <a:cubicBezTo>
                    <a:pt x="7467" y="8528"/>
                    <a:pt x="4765" y="7378"/>
                    <a:pt x="2106" y="6103"/>
                  </a:cubicBezTo>
                  <a:cubicBezTo>
                    <a:pt x="1402" y="5766"/>
                    <a:pt x="699" y="5418"/>
                    <a:pt x="0" y="5056"/>
                  </a:cubicBezTo>
                  <a:lnTo>
                    <a:pt x="0" y="11211"/>
                  </a:lnTo>
                  <a:cubicBezTo>
                    <a:pt x="4701" y="13100"/>
                    <a:pt x="9362" y="15161"/>
                    <a:pt x="14041" y="17090"/>
                  </a:cubicBezTo>
                  <a:cubicBezTo>
                    <a:pt x="16400" y="18063"/>
                    <a:pt x="18775" y="19117"/>
                    <a:pt x="21195" y="19846"/>
                  </a:cubicBezTo>
                  <a:cubicBezTo>
                    <a:pt x="23656" y="20587"/>
                    <a:pt x="26170" y="20896"/>
                    <a:pt x="28695" y="21030"/>
                  </a:cubicBezTo>
                  <a:cubicBezTo>
                    <a:pt x="33506" y="21285"/>
                    <a:pt x="38258" y="21488"/>
                    <a:pt x="43036" y="22348"/>
                  </a:cubicBezTo>
                  <a:cubicBezTo>
                    <a:pt x="47992" y="23241"/>
                    <a:pt x="52914" y="24461"/>
                    <a:pt x="57900" y="25055"/>
                  </a:cubicBezTo>
                  <a:cubicBezTo>
                    <a:pt x="59669" y="25266"/>
                    <a:pt x="61430" y="25377"/>
                    <a:pt x="63185" y="25377"/>
                  </a:cubicBezTo>
                  <a:cubicBezTo>
                    <a:pt x="66528" y="25377"/>
                    <a:pt x="69851" y="24974"/>
                    <a:pt x="73168" y="24091"/>
                  </a:cubicBezTo>
                  <a:cubicBezTo>
                    <a:pt x="82572" y="21585"/>
                    <a:pt x="91311" y="16379"/>
                    <a:pt x="100290" y="12209"/>
                  </a:cubicBezTo>
                  <a:cubicBezTo>
                    <a:pt x="102551" y="11159"/>
                    <a:pt x="104832" y="10174"/>
                    <a:pt x="107142" y="9317"/>
                  </a:cubicBezTo>
                  <a:cubicBezTo>
                    <a:pt x="109515" y="8437"/>
                    <a:pt x="111919" y="7831"/>
                    <a:pt x="114326" y="7132"/>
                  </a:cubicBezTo>
                  <a:cubicBezTo>
                    <a:pt x="119263" y="5699"/>
                    <a:pt x="123997" y="3389"/>
                    <a:pt x="128789" y="1350"/>
                  </a:cubicBezTo>
                  <a:cubicBezTo>
                    <a:pt x="128436" y="255"/>
                    <a:pt x="127130" y="101"/>
                    <a:pt x="126329" y="35"/>
                  </a:cubicBezTo>
                  <a:cubicBezTo>
                    <a:pt x="126040" y="12"/>
                    <a:pt x="125750" y="1"/>
                    <a:pt x="125460"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19"/>
            <p:cNvSpPr/>
            <p:nvPr/>
          </p:nvSpPr>
          <p:spPr>
            <a:xfrm flipH="1">
              <a:off x="8233981" y="5486694"/>
              <a:ext cx="949935" cy="459281"/>
            </a:xfrm>
            <a:custGeom>
              <a:rect b="b" l="l" r="r" t="t"/>
              <a:pathLst>
                <a:path extrusionOk="0" h="11477" w="23738">
                  <a:moveTo>
                    <a:pt x="0" y="0"/>
                  </a:moveTo>
                  <a:lnTo>
                    <a:pt x="0" y="7277"/>
                  </a:lnTo>
                  <a:cubicBezTo>
                    <a:pt x="3475" y="8436"/>
                    <a:pt x="6937" y="9675"/>
                    <a:pt x="10474" y="10467"/>
                  </a:cubicBezTo>
                  <a:cubicBezTo>
                    <a:pt x="12599" y="10942"/>
                    <a:pt x="14945" y="11477"/>
                    <a:pt x="17230" y="11477"/>
                  </a:cubicBezTo>
                  <a:cubicBezTo>
                    <a:pt x="18607" y="11477"/>
                    <a:pt x="19963" y="11282"/>
                    <a:pt x="21233" y="10762"/>
                  </a:cubicBezTo>
                  <a:cubicBezTo>
                    <a:pt x="22964" y="10052"/>
                    <a:pt x="23737" y="8373"/>
                    <a:pt x="22783" y="6233"/>
                  </a:cubicBezTo>
                  <a:cubicBezTo>
                    <a:pt x="21854" y="4148"/>
                    <a:pt x="19780" y="3350"/>
                    <a:pt x="18049" y="2892"/>
                  </a:cubicBezTo>
                  <a:cubicBezTo>
                    <a:pt x="14044" y="1834"/>
                    <a:pt x="9964" y="2398"/>
                    <a:pt x="5923" y="1958"/>
                  </a:cubicBezTo>
                  <a:cubicBezTo>
                    <a:pt x="3848" y="1734"/>
                    <a:pt x="1868" y="1036"/>
                    <a:pt x="0"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19"/>
            <p:cNvSpPr/>
            <p:nvPr/>
          </p:nvSpPr>
          <p:spPr>
            <a:xfrm flipH="1">
              <a:off x="-177898" y="3845514"/>
              <a:ext cx="9361814" cy="2217890"/>
            </a:xfrm>
            <a:custGeom>
              <a:rect b="b" l="l" r="r" t="t"/>
              <a:pathLst>
                <a:path extrusionOk="0" h="55423" w="233943">
                  <a:moveTo>
                    <a:pt x="144772" y="1"/>
                  </a:moveTo>
                  <a:cubicBezTo>
                    <a:pt x="142102" y="1"/>
                    <a:pt x="139431" y="96"/>
                    <a:pt x="136766" y="286"/>
                  </a:cubicBezTo>
                  <a:cubicBezTo>
                    <a:pt x="128012" y="909"/>
                    <a:pt x="119276" y="2552"/>
                    <a:pt x="110812" y="5489"/>
                  </a:cubicBezTo>
                  <a:cubicBezTo>
                    <a:pt x="106624" y="6944"/>
                    <a:pt x="102575" y="8874"/>
                    <a:pt x="98468" y="10653"/>
                  </a:cubicBezTo>
                  <a:cubicBezTo>
                    <a:pt x="93953" y="12609"/>
                    <a:pt x="89399" y="14424"/>
                    <a:pt x="84794" y="16010"/>
                  </a:cubicBezTo>
                  <a:cubicBezTo>
                    <a:pt x="74251" y="19642"/>
                    <a:pt x="63428" y="21981"/>
                    <a:pt x="52620" y="21981"/>
                  </a:cubicBezTo>
                  <a:cubicBezTo>
                    <a:pt x="45059" y="21981"/>
                    <a:pt x="37505" y="20836"/>
                    <a:pt x="30059" y="18189"/>
                  </a:cubicBezTo>
                  <a:cubicBezTo>
                    <a:pt x="25579" y="16596"/>
                    <a:pt x="21178" y="14667"/>
                    <a:pt x="16828" y="12578"/>
                  </a:cubicBezTo>
                  <a:cubicBezTo>
                    <a:pt x="12514" y="10509"/>
                    <a:pt x="8272" y="8266"/>
                    <a:pt x="3815" y="6712"/>
                  </a:cubicBezTo>
                  <a:cubicBezTo>
                    <a:pt x="2549" y="6272"/>
                    <a:pt x="1276" y="5888"/>
                    <a:pt x="0" y="5548"/>
                  </a:cubicBezTo>
                  <a:lnTo>
                    <a:pt x="0" y="23614"/>
                  </a:lnTo>
                  <a:cubicBezTo>
                    <a:pt x="12657" y="29572"/>
                    <a:pt x="26166" y="33013"/>
                    <a:pt x="39600" y="33024"/>
                  </a:cubicBezTo>
                  <a:cubicBezTo>
                    <a:pt x="39625" y="33024"/>
                    <a:pt x="39649" y="33024"/>
                    <a:pt x="39674" y="33024"/>
                  </a:cubicBezTo>
                  <a:cubicBezTo>
                    <a:pt x="43920" y="33024"/>
                    <a:pt x="48167" y="32654"/>
                    <a:pt x="52367" y="31843"/>
                  </a:cubicBezTo>
                  <a:cubicBezTo>
                    <a:pt x="54553" y="31420"/>
                    <a:pt x="56709" y="30737"/>
                    <a:pt x="58881" y="30217"/>
                  </a:cubicBezTo>
                  <a:cubicBezTo>
                    <a:pt x="61539" y="29579"/>
                    <a:pt x="64252" y="29008"/>
                    <a:pt x="66965" y="29005"/>
                  </a:cubicBezTo>
                  <a:cubicBezTo>
                    <a:pt x="66982" y="29005"/>
                    <a:pt x="66999" y="29005"/>
                    <a:pt x="67017" y="29005"/>
                  </a:cubicBezTo>
                  <a:cubicBezTo>
                    <a:pt x="68762" y="29005"/>
                    <a:pt x="71102" y="29156"/>
                    <a:pt x="72309" y="31005"/>
                  </a:cubicBezTo>
                  <a:cubicBezTo>
                    <a:pt x="73261" y="32464"/>
                    <a:pt x="73035" y="34779"/>
                    <a:pt x="72433" y="36381"/>
                  </a:cubicBezTo>
                  <a:cubicBezTo>
                    <a:pt x="71760" y="38175"/>
                    <a:pt x="70452" y="39418"/>
                    <a:pt x="69067" y="40261"/>
                  </a:cubicBezTo>
                  <a:cubicBezTo>
                    <a:pt x="65139" y="42655"/>
                    <a:pt x="60371" y="42850"/>
                    <a:pt x="56096" y="42852"/>
                  </a:cubicBezTo>
                  <a:cubicBezTo>
                    <a:pt x="56089" y="42852"/>
                    <a:pt x="56082" y="42852"/>
                    <a:pt x="56075" y="42852"/>
                  </a:cubicBezTo>
                  <a:cubicBezTo>
                    <a:pt x="46902" y="42852"/>
                    <a:pt x="37792" y="41022"/>
                    <a:pt x="28834" y="38660"/>
                  </a:cubicBezTo>
                  <a:cubicBezTo>
                    <a:pt x="19225" y="36125"/>
                    <a:pt x="9684" y="33151"/>
                    <a:pt x="0" y="31087"/>
                  </a:cubicBezTo>
                  <a:lnTo>
                    <a:pt x="0" y="40459"/>
                  </a:lnTo>
                  <a:cubicBezTo>
                    <a:pt x="415" y="40687"/>
                    <a:pt x="838" y="40900"/>
                    <a:pt x="1269" y="41094"/>
                  </a:cubicBezTo>
                  <a:cubicBezTo>
                    <a:pt x="3834" y="42246"/>
                    <a:pt x="6360" y="42550"/>
                    <a:pt x="9049" y="42595"/>
                  </a:cubicBezTo>
                  <a:cubicBezTo>
                    <a:pt x="11321" y="42632"/>
                    <a:pt x="13601" y="42650"/>
                    <a:pt x="15862" y="42966"/>
                  </a:cubicBezTo>
                  <a:cubicBezTo>
                    <a:pt x="17766" y="43232"/>
                    <a:pt x="19811" y="43645"/>
                    <a:pt x="21476" y="44925"/>
                  </a:cubicBezTo>
                  <a:cubicBezTo>
                    <a:pt x="22689" y="45858"/>
                    <a:pt x="23822" y="47631"/>
                    <a:pt x="23620" y="49546"/>
                  </a:cubicBezTo>
                  <a:cubicBezTo>
                    <a:pt x="23450" y="51198"/>
                    <a:pt x="22153" y="51995"/>
                    <a:pt x="21013" y="52388"/>
                  </a:cubicBezTo>
                  <a:cubicBezTo>
                    <a:pt x="19769" y="52816"/>
                    <a:pt x="18468" y="52983"/>
                    <a:pt x="17149" y="52983"/>
                  </a:cubicBezTo>
                  <a:cubicBezTo>
                    <a:pt x="14678" y="52983"/>
                    <a:pt x="12147" y="52396"/>
                    <a:pt x="9822" y="51845"/>
                  </a:cubicBezTo>
                  <a:cubicBezTo>
                    <a:pt x="6510" y="51059"/>
                    <a:pt x="3259" y="49899"/>
                    <a:pt x="0" y="48810"/>
                  </a:cubicBezTo>
                  <a:lnTo>
                    <a:pt x="0" y="54602"/>
                  </a:lnTo>
                  <a:cubicBezTo>
                    <a:pt x="5036" y="55007"/>
                    <a:pt x="10079" y="55225"/>
                    <a:pt x="15119" y="55348"/>
                  </a:cubicBezTo>
                  <a:cubicBezTo>
                    <a:pt x="17082" y="55396"/>
                    <a:pt x="19048" y="55423"/>
                    <a:pt x="21015" y="55423"/>
                  </a:cubicBezTo>
                  <a:cubicBezTo>
                    <a:pt x="29997" y="55423"/>
                    <a:pt x="38994" y="54866"/>
                    <a:pt x="47880" y="53219"/>
                  </a:cubicBezTo>
                  <a:cubicBezTo>
                    <a:pt x="52943" y="52282"/>
                    <a:pt x="58028" y="51048"/>
                    <a:pt x="62912" y="49101"/>
                  </a:cubicBezTo>
                  <a:cubicBezTo>
                    <a:pt x="67581" y="47240"/>
                    <a:pt x="72025" y="44594"/>
                    <a:pt x="76326" y="41657"/>
                  </a:cubicBezTo>
                  <a:cubicBezTo>
                    <a:pt x="84683" y="35949"/>
                    <a:pt x="92557" y="29085"/>
                    <a:pt x="101261" y="24207"/>
                  </a:cubicBezTo>
                  <a:cubicBezTo>
                    <a:pt x="110109" y="19249"/>
                    <a:pt x="119692" y="17446"/>
                    <a:pt x="129288" y="16670"/>
                  </a:cubicBezTo>
                  <a:cubicBezTo>
                    <a:pt x="132649" y="16399"/>
                    <a:pt x="136013" y="16271"/>
                    <a:pt x="139377" y="16271"/>
                  </a:cubicBezTo>
                  <a:cubicBezTo>
                    <a:pt x="157478" y="16271"/>
                    <a:pt x="175585" y="19963"/>
                    <a:pt x="193212" y="24804"/>
                  </a:cubicBezTo>
                  <a:cubicBezTo>
                    <a:pt x="203630" y="27665"/>
                    <a:pt x="214279" y="30372"/>
                    <a:pt x="224304" y="35040"/>
                  </a:cubicBezTo>
                  <a:cubicBezTo>
                    <a:pt x="227597" y="36575"/>
                    <a:pt x="230795" y="38437"/>
                    <a:pt x="233942" y="40411"/>
                  </a:cubicBezTo>
                  <a:lnTo>
                    <a:pt x="233942" y="31703"/>
                  </a:lnTo>
                  <a:cubicBezTo>
                    <a:pt x="228231" y="27859"/>
                    <a:pt x="222155" y="24807"/>
                    <a:pt x="216214" y="21705"/>
                  </a:cubicBezTo>
                  <a:cubicBezTo>
                    <a:pt x="207456" y="17134"/>
                    <a:pt x="198525" y="13002"/>
                    <a:pt x="189487" y="9410"/>
                  </a:cubicBezTo>
                  <a:cubicBezTo>
                    <a:pt x="180687" y="5912"/>
                    <a:pt x="171778" y="2926"/>
                    <a:pt x="162615" y="1437"/>
                  </a:cubicBezTo>
                  <a:cubicBezTo>
                    <a:pt x="156702" y="476"/>
                    <a:pt x="150736" y="1"/>
                    <a:pt x="144772"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19"/>
            <p:cNvSpPr/>
            <p:nvPr/>
          </p:nvSpPr>
          <p:spPr>
            <a:xfrm flipH="1">
              <a:off x="-177871" y="4760126"/>
              <a:ext cx="4960169" cy="2176352"/>
            </a:xfrm>
            <a:custGeom>
              <a:rect b="b" l="l" r="r" t="t"/>
              <a:pathLst>
                <a:path extrusionOk="0" h="54385" w="123950">
                  <a:moveTo>
                    <a:pt x="25687" y="0"/>
                  </a:moveTo>
                  <a:cubicBezTo>
                    <a:pt x="25613" y="0"/>
                    <a:pt x="25540" y="0"/>
                    <a:pt x="25467" y="0"/>
                  </a:cubicBezTo>
                  <a:cubicBezTo>
                    <a:pt x="22189" y="8"/>
                    <a:pt x="18895" y="286"/>
                    <a:pt x="15653" y="893"/>
                  </a:cubicBezTo>
                  <a:cubicBezTo>
                    <a:pt x="12106" y="1558"/>
                    <a:pt x="8455" y="2579"/>
                    <a:pt x="5276" y="4757"/>
                  </a:cubicBezTo>
                  <a:cubicBezTo>
                    <a:pt x="2358" y="6754"/>
                    <a:pt x="1" y="10011"/>
                    <a:pt x="133" y="14446"/>
                  </a:cubicBezTo>
                  <a:cubicBezTo>
                    <a:pt x="289" y="19675"/>
                    <a:pt x="3866" y="23250"/>
                    <a:pt x="7286" y="25363"/>
                  </a:cubicBezTo>
                  <a:cubicBezTo>
                    <a:pt x="11223" y="27796"/>
                    <a:pt x="15408" y="28684"/>
                    <a:pt x="19651" y="28684"/>
                  </a:cubicBezTo>
                  <a:cubicBezTo>
                    <a:pt x="25154" y="28684"/>
                    <a:pt x="30756" y="27191"/>
                    <a:pt x="36046" y="25632"/>
                  </a:cubicBezTo>
                  <a:cubicBezTo>
                    <a:pt x="41465" y="24035"/>
                    <a:pt x="46862" y="22167"/>
                    <a:pt x="52380" y="21177"/>
                  </a:cubicBezTo>
                  <a:cubicBezTo>
                    <a:pt x="56587" y="20424"/>
                    <a:pt x="60828" y="20023"/>
                    <a:pt x="65073" y="20023"/>
                  </a:cubicBezTo>
                  <a:cubicBezTo>
                    <a:pt x="66363" y="20023"/>
                    <a:pt x="67654" y="20060"/>
                    <a:pt x="68944" y="20135"/>
                  </a:cubicBezTo>
                  <a:cubicBezTo>
                    <a:pt x="79965" y="20783"/>
                    <a:pt x="90870" y="24103"/>
                    <a:pt x="100937" y="29809"/>
                  </a:cubicBezTo>
                  <a:cubicBezTo>
                    <a:pt x="105755" y="32540"/>
                    <a:pt x="110519" y="35684"/>
                    <a:pt x="114557" y="40038"/>
                  </a:cubicBezTo>
                  <a:cubicBezTo>
                    <a:pt x="118056" y="43811"/>
                    <a:pt x="120978" y="48359"/>
                    <a:pt x="123419" y="53277"/>
                  </a:cubicBezTo>
                  <a:cubicBezTo>
                    <a:pt x="123600" y="53644"/>
                    <a:pt x="123773" y="54016"/>
                    <a:pt x="123950" y="54384"/>
                  </a:cubicBezTo>
                  <a:lnTo>
                    <a:pt x="123950" y="30590"/>
                  </a:lnTo>
                  <a:cubicBezTo>
                    <a:pt x="115011" y="23740"/>
                    <a:pt x="104675" y="20070"/>
                    <a:pt x="94699" y="16430"/>
                  </a:cubicBezTo>
                  <a:cubicBezTo>
                    <a:pt x="83278" y="12265"/>
                    <a:pt x="71945" y="7950"/>
                    <a:pt x="60279" y="4996"/>
                  </a:cubicBezTo>
                  <a:cubicBezTo>
                    <a:pt x="48938" y="2125"/>
                    <a:pt x="37275" y="0"/>
                    <a:pt x="25687"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19"/>
            <p:cNvSpPr/>
            <p:nvPr/>
          </p:nvSpPr>
          <p:spPr>
            <a:xfrm flipH="1">
              <a:off x="4604554" y="5541999"/>
              <a:ext cx="4579363" cy="1972262"/>
            </a:xfrm>
            <a:custGeom>
              <a:rect b="b" l="l" r="r" t="t"/>
              <a:pathLst>
                <a:path extrusionOk="0" h="49285" w="114434">
                  <a:moveTo>
                    <a:pt x="97111" y="0"/>
                  </a:moveTo>
                  <a:cubicBezTo>
                    <a:pt x="92375" y="0"/>
                    <a:pt x="88229" y="4066"/>
                    <a:pt x="85079" y="8725"/>
                  </a:cubicBezTo>
                  <a:cubicBezTo>
                    <a:pt x="81036" y="14698"/>
                    <a:pt x="78056" y="22263"/>
                    <a:pt x="72346" y="26006"/>
                  </a:cubicBezTo>
                  <a:cubicBezTo>
                    <a:pt x="69011" y="28192"/>
                    <a:pt x="65286" y="29191"/>
                    <a:pt x="61597" y="29874"/>
                  </a:cubicBezTo>
                  <a:cubicBezTo>
                    <a:pt x="57172" y="30696"/>
                    <a:pt x="52733" y="31343"/>
                    <a:pt x="48270" y="31736"/>
                  </a:cubicBezTo>
                  <a:cubicBezTo>
                    <a:pt x="43819" y="32127"/>
                    <a:pt x="39334" y="32342"/>
                    <a:pt x="34849" y="32342"/>
                  </a:cubicBezTo>
                  <a:cubicBezTo>
                    <a:pt x="29827" y="32342"/>
                    <a:pt x="24804" y="32073"/>
                    <a:pt x="19828" y="31484"/>
                  </a:cubicBezTo>
                  <a:cubicBezTo>
                    <a:pt x="13156" y="30694"/>
                    <a:pt x="6527" y="29288"/>
                    <a:pt x="0" y="27342"/>
                  </a:cubicBezTo>
                  <a:lnTo>
                    <a:pt x="0" y="45284"/>
                  </a:lnTo>
                  <a:cubicBezTo>
                    <a:pt x="0" y="47494"/>
                    <a:pt x="1415" y="49285"/>
                    <a:pt x="3161" y="49285"/>
                  </a:cubicBezTo>
                  <a:lnTo>
                    <a:pt x="54554" y="49285"/>
                  </a:lnTo>
                  <a:cubicBezTo>
                    <a:pt x="57524" y="43691"/>
                    <a:pt x="61460" y="38933"/>
                    <a:pt x="66165" y="35699"/>
                  </a:cubicBezTo>
                  <a:cubicBezTo>
                    <a:pt x="74007" y="30307"/>
                    <a:pt x="82814" y="29860"/>
                    <a:pt x="91444" y="28199"/>
                  </a:cubicBezTo>
                  <a:cubicBezTo>
                    <a:pt x="94850" y="27544"/>
                    <a:pt x="98284" y="26656"/>
                    <a:pt x="101576" y="25345"/>
                  </a:cubicBezTo>
                  <a:cubicBezTo>
                    <a:pt x="104402" y="24220"/>
                    <a:pt x="107468" y="22637"/>
                    <a:pt x="109397" y="19658"/>
                  </a:cubicBezTo>
                  <a:cubicBezTo>
                    <a:pt x="114434" y="11884"/>
                    <a:pt x="106261" y="3395"/>
                    <a:pt x="100927" y="890"/>
                  </a:cubicBezTo>
                  <a:cubicBezTo>
                    <a:pt x="99620" y="276"/>
                    <a:pt x="98345" y="0"/>
                    <a:pt x="9711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19"/>
            <p:cNvSpPr/>
            <p:nvPr/>
          </p:nvSpPr>
          <p:spPr>
            <a:xfrm flipH="1">
              <a:off x="2000741" y="6801847"/>
              <a:ext cx="4319449" cy="712432"/>
            </a:xfrm>
            <a:custGeom>
              <a:rect b="b" l="l" r="r" t="t"/>
              <a:pathLst>
                <a:path extrusionOk="0" h="17803" w="107939">
                  <a:moveTo>
                    <a:pt x="27543" y="0"/>
                  </a:moveTo>
                  <a:cubicBezTo>
                    <a:pt x="27240" y="0"/>
                    <a:pt x="26937" y="6"/>
                    <a:pt x="26634" y="18"/>
                  </a:cubicBezTo>
                  <a:cubicBezTo>
                    <a:pt x="24027" y="121"/>
                    <a:pt x="21392" y="745"/>
                    <a:pt x="19094" y="2364"/>
                  </a:cubicBezTo>
                  <a:cubicBezTo>
                    <a:pt x="18481" y="2797"/>
                    <a:pt x="16577" y="4050"/>
                    <a:pt x="17537" y="5118"/>
                  </a:cubicBezTo>
                  <a:cubicBezTo>
                    <a:pt x="18117" y="5762"/>
                    <a:pt x="19161" y="5928"/>
                    <a:pt x="19890" y="6091"/>
                  </a:cubicBezTo>
                  <a:cubicBezTo>
                    <a:pt x="23855" y="6979"/>
                    <a:pt x="27949" y="6569"/>
                    <a:pt x="31949" y="6998"/>
                  </a:cubicBezTo>
                  <a:cubicBezTo>
                    <a:pt x="35180" y="7344"/>
                    <a:pt x="39652" y="7834"/>
                    <a:pt x="41798" y="11379"/>
                  </a:cubicBezTo>
                  <a:cubicBezTo>
                    <a:pt x="41873" y="11504"/>
                    <a:pt x="41874" y="11697"/>
                    <a:pt x="41748" y="11777"/>
                  </a:cubicBezTo>
                  <a:cubicBezTo>
                    <a:pt x="40684" y="12461"/>
                    <a:pt x="39488" y="12703"/>
                    <a:pt x="38262" y="12703"/>
                  </a:cubicBezTo>
                  <a:cubicBezTo>
                    <a:pt x="36542" y="12703"/>
                    <a:pt x="34763" y="12227"/>
                    <a:pt x="33207" y="11823"/>
                  </a:cubicBezTo>
                  <a:cubicBezTo>
                    <a:pt x="31601" y="11407"/>
                    <a:pt x="30013" y="10894"/>
                    <a:pt x="28412" y="10466"/>
                  </a:cubicBezTo>
                  <a:cubicBezTo>
                    <a:pt x="26593" y="9980"/>
                    <a:pt x="24742" y="9711"/>
                    <a:pt x="22919" y="9248"/>
                  </a:cubicBezTo>
                  <a:cubicBezTo>
                    <a:pt x="18811" y="8207"/>
                    <a:pt x="14751" y="6811"/>
                    <a:pt x="10581" y="6185"/>
                  </a:cubicBezTo>
                  <a:cubicBezTo>
                    <a:pt x="9499" y="6023"/>
                    <a:pt x="8286" y="5852"/>
                    <a:pt x="7075" y="5852"/>
                  </a:cubicBezTo>
                  <a:cubicBezTo>
                    <a:pt x="5505" y="5852"/>
                    <a:pt x="3938" y="6139"/>
                    <a:pt x="2667" y="7101"/>
                  </a:cubicBezTo>
                  <a:cubicBezTo>
                    <a:pt x="702" y="8588"/>
                    <a:pt x="1" y="12230"/>
                    <a:pt x="827" y="14868"/>
                  </a:cubicBezTo>
                  <a:cubicBezTo>
                    <a:pt x="1191" y="16035"/>
                    <a:pt x="1835" y="16995"/>
                    <a:pt x="2588" y="17803"/>
                  </a:cubicBezTo>
                  <a:lnTo>
                    <a:pt x="107349" y="17803"/>
                  </a:lnTo>
                  <a:cubicBezTo>
                    <a:pt x="107939" y="14229"/>
                    <a:pt x="104542" y="9947"/>
                    <a:pt x="102361" y="8404"/>
                  </a:cubicBezTo>
                  <a:cubicBezTo>
                    <a:pt x="99751" y="6560"/>
                    <a:pt x="96718" y="5974"/>
                    <a:pt x="93716" y="5974"/>
                  </a:cubicBezTo>
                  <a:cubicBezTo>
                    <a:pt x="92496" y="5974"/>
                    <a:pt x="91282" y="6070"/>
                    <a:pt x="90103" y="6219"/>
                  </a:cubicBezTo>
                  <a:cubicBezTo>
                    <a:pt x="87978" y="6486"/>
                    <a:pt x="85895" y="7048"/>
                    <a:pt x="83786" y="7444"/>
                  </a:cubicBezTo>
                  <a:cubicBezTo>
                    <a:pt x="81051" y="7961"/>
                    <a:pt x="78295" y="8278"/>
                    <a:pt x="75534" y="8442"/>
                  </a:cubicBezTo>
                  <a:cubicBezTo>
                    <a:pt x="74026" y="8532"/>
                    <a:pt x="72516" y="8576"/>
                    <a:pt x="71005" y="8576"/>
                  </a:cubicBezTo>
                  <a:cubicBezTo>
                    <a:pt x="66567" y="8576"/>
                    <a:pt x="62125" y="8194"/>
                    <a:pt x="57730" y="7447"/>
                  </a:cubicBezTo>
                  <a:cubicBezTo>
                    <a:pt x="52546" y="6565"/>
                    <a:pt x="47524" y="4962"/>
                    <a:pt x="42478" y="3264"/>
                  </a:cubicBezTo>
                  <a:cubicBezTo>
                    <a:pt x="37619" y="1632"/>
                    <a:pt x="32605" y="0"/>
                    <a:pt x="27543"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19"/>
            <p:cNvSpPr/>
            <p:nvPr/>
          </p:nvSpPr>
          <p:spPr>
            <a:xfrm flipH="1">
              <a:off x="387612" y="6797685"/>
              <a:ext cx="658408" cy="716833"/>
            </a:xfrm>
            <a:custGeom>
              <a:rect b="b" l="l" r="r" t="t"/>
              <a:pathLst>
                <a:path extrusionOk="0" h="17913" w="16453">
                  <a:moveTo>
                    <a:pt x="3031" y="0"/>
                  </a:moveTo>
                  <a:cubicBezTo>
                    <a:pt x="3004" y="0"/>
                    <a:pt x="2977" y="1"/>
                    <a:pt x="2950" y="2"/>
                  </a:cubicBezTo>
                  <a:cubicBezTo>
                    <a:pt x="1" y="132"/>
                    <a:pt x="2474" y="3624"/>
                    <a:pt x="3374" y="4819"/>
                  </a:cubicBezTo>
                  <a:cubicBezTo>
                    <a:pt x="5353" y="7446"/>
                    <a:pt x="8065" y="13097"/>
                    <a:pt x="8485" y="17912"/>
                  </a:cubicBezTo>
                  <a:lnTo>
                    <a:pt x="16452" y="17912"/>
                  </a:lnTo>
                  <a:cubicBezTo>
                    <a:pt x="15488" y="16742"/>
                    <a:pt x="14559" y="15523"/>
                    <a:pt x="13682" y="14232"/>
                  </a:cubicBezTo>
                  <a:cubicBezTo>
                    <a:pt x="11356" y="10805"/>
                    <a:pt x="9597" y="6836"/>
                    <a:pt x="7171" y="3507"/>
                  </a:cubicBezTo>
                  <a:cubicBezTo>
                    <a:pt x="6176" y="2144"/>
                    <a:pt x="4651" y="0"/>
                    <a:pt x="303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19"/>
            <p:cNvSpPr/>
            <p:nvPr/>
          </p:nvSpPr>
          <p:spPr>
            <a:xfrm flipH="1">
              <a:off x="-177798" y="5967071"/>
              <a:ext cx="4326332" cy="1547277"/>
            </a:xfrm>
            <a:custGeom>
              <a:rect b="b" l="l" r="r" t="t"/>
              <a:pathLst>
                <a:path extrusionOk="0" h="38665" w="108111">
                  <a:moveTo>
                    <a:pt x="45814" y="1"/>
                  </a:moveTo>
                  <a:cubicBezTo>
                    <a:pt x="35137" y="1"/>
                    <a:pt x="24388" y="2076"/>
                    <a:pt x="14090" y="5571"/>
                  </a:cubicBezTo>
                  <a:cubicBezTo>
                    <a:pt x="10624" y="6748"/>
                    <a:pt x="7061" y="8059"/>
                    <a:pt x="3946" y="10366"/>
                  </a:cubicBezTo>
                  <a:cubicBezTo>
                    <a:pt x="2615" y="11352"/>
                    <a:pt x="1078" y="12695"/>
                    <a:pt x="565" y="14641"/>
                  </a:cubicBezTo>
                  <a:cubicBezTo>
                    <a:pt x="1" y="16782"/>
                    <a:pt x="1151" y="18845"/>
                    <a:pt x="2414" y="20142"/>
                  </a:cubicBezTo>
                  <a:cubicBezTo>
                    <a:pt x="4524" y="22313"/>
                    <a:pt x="7328" y="22930"/>
                    <a:pt x="10110" y="22930"/>
                  </a:cubicBezTo>
                  <a:cubicBezTo>
                    <a:pt x="11691" y="22930"/>
                    <a:pt x="13266" y="22730"/>
                    <a:pt x="14702" y="22504"/>
                  </a:cubicBezTo>
                  <a:cubicBezTo>
                    <a:pt x="19304" y="21780"/>
                    <a:pt x="23791" y="20252"/>
                    <a:pt x="28307" y="18979"/>
                  </a:cubicBezTo>
                  <a:cubicBezTo>
                    <a:pt x="31469" y="18088"/>
                    <a:pt x="34583" y="17727"/>
                    <a:pt x="37812" y="17553"/>
                  </a:cubicBezTo>
                  <a:cubicBezTo>
                    <a:pt x="39567" y="17460"/>
                    <a:pt x="41324" y="17409"/>
                    <a:pt x="43081" y="17409"/>
                  </a:cubicBezTo>
                  <a:cubicBezTo>
                    <a:pt x="45289" y="17409"/>
                    <a:pt x="47497" y="17490"/>
                    <a:pt x="49701" y="17670"/>
                  </a:cubicBezTo>
                  <a:cubicBezTo>
                    <a:pt x="53900" y="18013"/>
                    <a:pt x="58120" y="18692"/>
                    <a:pt x="62182" y="20121"/>
                  </a:cubicBezTo>
                  <a:cubicBezTo>
                    <a:pt x="65643" y="21338"/>
                    <a:pt x="69140" y="23140"/>
                    <a:pt x="71836" y="26229"/>
                  </a:cubicBezTo>
                  <a:cubicBezTo>
                    <a:pt x="74556" y="29344"/>
                    <a:pt x="76197" y="34210"/>
                    <a:pt x="75759" y="38664"/>
                  </a:cubicBezTo>
                  <a:lnTo>
                    <a:pt x="85535" y="38664"/>
                  </a:lnTo>
                  <a:cubicBezTo>
                    <a:pt x="85296" y="35981"/>
                    <a:pt x="84353" y="33119"/>
                    <a:pt x="83500" y="31067"/>
                  </a:cubicBezTo>
                  <a:cubicBezTo>
                    <a:pt x="82723" y="29197"/>
                    <a:pt x="81831" y="27538"/>
                    <a:pt x="80681" y="26012"/>
                  </a:cubicBezTo>
                  <a:cubicBezTo>
                    <a:pt x="79935" y="25023"/>
                    <a:pt x="78306" y="23246"/>
                    <a:pt x="78633" y="21650"/>
                  </a:cubicBezTo>
                  <a:cubicBezTo>
                    <a:pt x="78840" y="20643"/>
                    <a:pt x="79649" y="20281"/>
                    <a:pt x="80449" y="20281"/>
                  </a:cubicBezTo>
                  <a:cubicBezTo>
                    <a:pt x="80893" y="20281"/>
                    <a:pt x="81334" y="20392"/>
                    <a:pt x="81670" y="20567"/>
                  </a:cubicBezTo>
                  <a:cubicBezTo>
                    <a:pt x="83214" y="21372"/>
                    <a:pt x="84460" y="23111"/>
                    <a:pt x="85532" y="24674"/>
                  </a:cubicBezTo>
                  <a:cubicBezTo>
                    <a:pt x="88081" y="28395"/>
                    <a:pt x="90008" y="32694"/>
                    <a:pt x="92680" y="36288"/>
                  </a:cubicBezTo>
                  <a:cubicBezTo>
                    <a:pt x="93289" y="37105"/>
                    <a:pt x="93919" y="37895"/>
                    <a:pt x="94562" y="38663"/>
                  </a:cubicBezTo>
                  <a:lnTo>
                    <a:pt x="104952" y="38663"/>
                  </a:lnTo>
                  <a:cubicBezTo>
                    <a:pt x="106677" y="38663"/>
                    <a:pt x="108077" y="36912"/>
                    <a:pt x="108110" y="34738"/>
                  </a:cubicBezTo>
                  <a:cubicBezTo>
                    <a:pt x="104684" y="32047"/>
                    <a:pt x="101346" y="29175"/>
                    <a:pt x="98018" y="26250"/>
                  </a:cubicBezTo>
                  <a:cubicBezTo>
                    <a:pt x="92264" y="21194"/>
                    <a:pt x="86645" y="15791"/>
                    <a:pt x="80705" y="11085"/>
                  </a:cubicBezTo>
                  <a:cubicBezTo>
                    <a:pt x="70628" y="3099"/>
                    <a:pt x="58598" y="156"/>
                    <a:pt x="46845" y="7"/>
                  </a:cubicBezTo>
                  <a:cubicBezTo>
                    <a:pt x="46501" y="3"/>
                    <a:pt x="46158" y="1"/>
                    <a:pt x="45814"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19"/>
            <p:cNvSpPr/>
            <p:nvPr/>
          </p:nvSpPr>
          <p:spPr>
            <a:xfrm flipH="1">
              <a:off x="-317781" y="-68598"/>
              <a:ext cx="4335896" cy="796099"/>
            </a:xfrm>
            <a:custGeom>
              <a:rect b="b" l="l" r="r" t="t"/>
              <a:pathLst>
                <a:path extrusionOk="0" h="27758" w="108350">
                  <a:moveTo>
                    <a:pt x="51648" y="1"/>
                  </a:moveTo>
                  <a:cubicBezTo>
                    <a:pt x="50846" y="407"/>
                    <a:pt x="50018" y="729"/>
                    <a:pt x="49203" y="1014"/>
                  </a:cubicBezTo>
                  <a:cubicBezTo>
                    <a:pt x="42065" y="3506"/>
                    <a:pt x="34586" y="3501"/>
                    <a:pt x="27241" y="3584"/>
                  </a:cubicBezTo>
                  <a:cubicBezTo>
                    <a:pt x="20757" y="3656"/>
                    <a:pt x="14163" y="3777"/>
                    <a:pt x="7797" y="5515"/>
                  </a:cubicBezTo>
                  <a:cubicBezTo>
                    <a:pt x="5715" y="6083"/>
                    <a:pt x="3438" y="6902"/>
                    <a:pt x="1858" y="8814"/>
                  </a:cubicBezTo>
                  <a:cubicBezTo>
                    <a:pt x="0" y="11058"/>
                    <a:pt x="83" y="14195"/>
                    <a:pt x="776" y="17107"/>
                  </a:cubicBezTo>
                  <a:cubicBezTo>
                    <a:pt x="2438" y="24097"/>
                    <a:pt x="7861" y="27758"/>
                    <a:pt x="13371" y="27758"/>
                  </a:cubicBezTo>
                  <a:cubicBezTo>
                    <a:pt x="13681" y="27758"/>
                    <a:pt x="13992" y="27746"/>
                    <a:pt x="14303" y="27723"/>
                  </a:cubicBezTo>
                  <a:cubicBezTo>
                    <a:pt x="20922" y="27226"/>
                    <a:pt x="26485" y="22282"/>
                    <a:pt x="32673" y="19847"/>
                  </a:cubicBezTo>
                  <a:cubicBezTo>
                    <a:pt x="36195" y="18461"/>
                    <a:pt x="39879" y="17578"/>
                    <a:pt x="43501" y="16728"/>
                  </a:cubicBezTo>
                  <a:cubicBezTo>
                    <a:pt x="47244" y="15849"/>
                    <a:pt x="51012" y="15131"/>
                    <a:pt x="54789" y="14515"/>
                  </a:cubicBezTo>
                  <a:cubicBezTo>
                    <a:pt x="62223" y="13302"/>
                    <a:pt x="69695" y="12486"/>
                    <a:pt x="77160" y="11610"/>
                  </a:cubicBezTo>
                  <a:cubicBezTo>
                    <a:pt x="86796" y="10479"/>
                    <a:pt x="96503" y="9420"/>
                    <a:pt x="106195" y="9420"/>
                  </a:cubicBezTo>
                  <a:cubicBezTo>
                    <a:pt x="106913" y="9420"/>
                    <a:pt x="107630" y="9426"/>
                    <a:pt x="108348" y="9438"/>
                  </a:cubicBezTo>
                  <a:lnTo>
                    <a:pt x="108348" y="4002"/>
                  </a:lnTo>
                  <a:cubicBezTo>
                    <a:pt x="108350" y="1793"/>
                    <a:pt x="106935" y="1"/>
                    <a:pt x="105190" y="1"/>
                  </a:cubicBezTo>
                  <a:lnTo>
                    <a:pt x="90762" y="1"/>
                  </a:lnTo>
                  <a:cubicBezTo>
                    <a:pt x="89703" y="1934"/>
                    <a:pt x="88395" y="3470"/>
                    <a:pt x="86599" y="4557"/>
                  </a:cubicBezTo>
                  <a:cubicBezTo>
                    <a:pt x="83877" y="6208"/>
                    <a:pt x="80880" y="7099"/>
                    <a:pt x="77918" y="7745"/>
                  </a:cubicBezTo>
                  <a:cubicBezTo>
                    <a:pt x="74349" y="8524"/>
                    <a:pt x="70756" y="9202"/>
                    <a:pt x="67162" y="9801"/>
                  </a:cubicBezTo>
                  <a:cubicBezTo>
                    <a:pt x="59627" y="11058"/>
                    <a:pt x="52047" y="11784"/>
                    <a:pt x="44534" y="13253"/>
                  </a:cubicBezTo>
                  <a:cubicBezTo>
                    <a:pt x="40916" y="13963"/>
                    <a:pt x="37300" y="14822"/>
                    <a:pt x="33793" y="16179"/>
                  </a:cubicBezTo>
                  <a:cubicBezTo>
                    <a:pt x="31120" y="17214"/>
                    <a:pt x="28648" y="18964"/>
                    <a:pt x="26050" y="20259"/>
                  </a:cubicBezTo>
                  <a:cubicBezTo>
                    <a:pt x="24092" y="21236"/>
                    <a:pt x="21957" y="22126"/>
                    <a:pt x="19819" y="22126"/>
                  </a:cubicBezTo>
                  <a:cubicBezTo>
                    <a:pt x="19398" y="22126"/>
                    <a:pt x="18976" y="22091"/>
                    <a:pt x="18556" y="22016"/>
                  </a:cubicBezTo>
                  <a:cubicBezTo>
                    <a:pt x="16742" y="21690"/>
                    <a:pt x="14667" y="20360"/>
                    <a:pt x="13727" y="18271"/>
                  </a:cubicBezTo>
                  <a:cubicBezTo>
                    <a:pt x="12111" y="14673"/>
                    <a:pt x="16343" y="12032"/>
                    <a:pt x="18335" y="10924"/>
                  </a:cubicBezTo>
                  <a:cubicBezTo>
                    <a:pt x="29038" y="4972"/>
                    <a:pt x="41116" y="7214"/>
                    <a:pt x="52462" y="6363"/>
                  </a:cubicBezTo>
                  <a:cubicBezTo>
                    <a:pt x="56489" y="6062"/>
                    <a:pt x="60477" y="5377"/>
                    <a:pt x="64377" y="4066"/>
                  </a:cubicBezTo>
                  <a:cubicBezTo>
                    <a:pt x="66858" y="3233"/>
                    <a:pt x="69388" y="2647"/>
                    <a:pt x="71900" y="1973"/>
                  </a:cubicBezTo>
                  <a:cubicBezTo>
                    <a:pt x="74066" y="1391"/>
                    <a:pt x="76235" y="775"/>
                    <a:pt x="78366"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19"/>
            <p:cNvSpPr/>
            <p:nvPr/>
          </p:nvSpPr>
          <p:spPr>
            <a:xfrm flipH="1">
              <a:off x="5196012" y="320365"/>
              <a:ext cx="3996027" cy="864218"/>
            </a:xfrm>
            <a:custGeom>
              <a:rect b="b" l="l" r="r" t="t"/>
              <a:pathLst>
                <a:path extrusionOk="0" h="21596" w="99857">
                  <a:moveTo>
                    <a:pt x="65198" y="399"/>
                  </a:moveTo>
                  <a:cubicBezTo>
                    <a:pt x="72321" y="399"/>
                    <a:pt x="79621" y="1791"/>
                    <a:pt x="86922" y="4550"/>
                  </a:cubicBezTo>
                  <a:cubicBezTo>
                    <a:pt x="89575" y="5554"/>
                    <a:pt x="92653" y="6864"/>
                    <a:pt x="95348" y="8979"/>
                  </a:cubicBezTo>
                  <a:cubicBezTo>
                    <a:pt x="98235" y="11247"/>
                    <a:pt x="99428" y="13677"/>
                    <a:pt x="98898" y="16206"/>
                  </a:cubicBezTo>
                  <a:cubicBezTo>
                    <a:pt x="98311" y="18994"/>
                    <a:pt x="95759" y="19972"/>
                    <a:pt x="93599" y="20511"/>
                  </a:cubicBezTo>
                  <a:cubicBezTo>
                    <a:pt x="91491" y="21039"/>
                    <a:pt x="89309" y="21193"/>
                    <a:pt x="87246" y="21193"/>
                  </a:cubicBezTo>
                  <a:cubicBezTo>
                    <a:pt x="86217" y="21193"/>
                    <a:pt x="85218" y="21155"/>
                    <a:pt x="84273" y="21106"/>
                  </a:cubicBezTo>
                  <a:cubicBezTo>
                    <a:pt x="78503" y="20800"/>
                    <a:pt x="72921" y="19852"/>
                    <a:pt x="67683" y="18295"/>
                  </a:cubicBezTo>
                  <a:cubicBezTo>
                    <a:pt x="64541" y="17362"/>
                    <a:pt x="61400" y="16083"/>
                    <a:pt x="58362" y="14847"/>
                  </a:cubicBezTo>
                  <a:cubicBezTo>
                    <a:pt x="53266" y="12773"/>
                    <a:pt x="47995" y="10628"/>
                    <a:pt x="42530" y="10025"/>
                  </a:cubicBezTo>
                  <a:cubicBezTo>
                    <a:pt x="41682" y="9932"/>
                    <a:pt x="40859" y="9885"/>
                    <a:pt x="40058" y="9885"/>
                  </a:cubicBezTo>
                  <a:cubicBezTo>
                    <a:pt x="36646" y="9885"/>
                    <a:pt x="33636" y="10728"/>
                    <a:pt x="31087" y="12400"/>
                  </a:cubicBezTo>
                  <a:cubicBezTo>
                    <a:pt x="26728" y="15269"/>
                    <a:pt x="22197" y="17122"/>
                    <a:pt x="17235" y="18071"/>
                  </a:cubicBezTo>
                  <a:cubicBezTo>
                    <a:pt x="13172" y="18848"/>
                    <a:pt x="9086" y="19070"/>
                    <a:pt x="5424" y="19070"/>
                  </a:cubicBezTo>
                  <a:cubicBezTo>
                    <a:pt x="3631" y="19070"/>
                    <a:pt x="1941" y="19017"/>
                    <a:pt x="403" y="18949"/>
                  </a:cubicBezTo>
                  <a:lnTo>
                    <a:pt x="403" y="11532"/>
                  </a:lnTo>
                  <a:cubicBezTo>
                    <a:pt x="2361" y="12661"/>
                    <a:pt x="4594" y="13456"/>
                    <a:pt x="7045" y="13900"/>
                  </a:cubicBezTo>
                  <a:cubicBezTo>
                    <a:pt x="8672" y="14195"/>
                    <a:pt x="10356" y="14343"/>
                    <a:pt x="12121" y="14343"/>
                  </a:cubicBezTo>
                  <a:cubicBezTo>
                    <a:pt x="13968" y="14343"/>
                    <a:pt x="15904" y="14181"/>
                    <a:pt x="17957" y="13858"/>
                  </a:cubicBezTo>
                  <a:cubicBezTo>
                    <a:pt x="23076" y="13055"/>
                    <a:pt x="27790" y="10978"/>
                    <a:pt x="32121" y="8853"/>
                  </a:cubicBezTo>
                  <a:lnTo>
                    <a:pt x="32595" y="8620"/>
                  </a:lnTo>
                  <a:cubicBezTo>
                    <a:pt x="37243" y="6337"/>
                    <a:pt x="42049" y="3980"/>
                    <a:pt x="47066" y="2784"/>
                  </a:cubicBezTo>
                  <a:cubicBezTo>
                    <a:pt x="53031" y="1361"/>
                    <a:pt x="58397" y="590"/>
                    <a:pt x="63469" y="426"/>
                  </a:cubicBezTo>
                  <a:cubicBezTo>
                    <a:pt x="64044" y="408"/>
                    <a:pt x="64620" y="399"/>
                    <a:pt x="65198" y="399"/>
                  </a:cubicBezTo>
                  <a:close/>
                  <a:moveTo>
                    <a:pt x="65203" y="1"/>
                  </a:moveTo>
                  <a:cubicBezTo>
                    <a:pt x="64619" y="1"/>
                    <a:pt x="64036" y="10"/>
                    <a:pt x="63455" y="29"/>
                  </a:cubicBezTo>
                  <a:cubicBezTo>
                    <a:pt x="58355" y="192"/>
                    <a:pt x="52963" y="968"/>
                    <a:pt x="46970" y="2396"/>
                  </a:cubicBezTo>
                  <a:cubicBezTo>
                    <a:pt x="41911" y="3604"/>
                    <a:pt x="37084" y="5971"/>
                    <a:pt x="32416" y="8263"/>
                  </a:cubicBezTo>
                  <a:lnTo>
                    <a:pt x="31942" y="8496"/>
                  </a:lnTo>
                  <a:cubicBezTo>
                    <a:pt x="27640" y="10606"/>
                    <a:pt x="22957" y="12670"/>
                    <a:pt x="17892" y="13466"/>
                  </a:cubicBezTo>
                  <a:cubicBezTo>
                    <a:pt x="15860" y="13785"/>
                    <a:pt x="13946" y="13945"/>
                    <a:pt x="12120" y="13945"/>
                  </a:cubicBezTo>
                  <a:cubicBezTo>
                    <a:pt x="10379" y="13945"/>
                    <a:pt x="8719" y="13799"/>
                    <a:pt x="7116" y="13508"/>
                  </a:cubicBezTo>
                  <a:cubicBezTo>
                    <a:pt x="4584" y="13050"/>
                    <a:pt x="2294" y="12211"/>
                    <a:pt x="305" y="11012"/>
                  </a:cubicBezTo>
                  <a:lnTo>
                    <a:pt x="0" y="10828"/>
                  </a:lnTo>
                  <a:lnTo>
                    <a:pt x="0" y="19337"/>
                  </a:lnTo>
                  <a:lnTo>
                    <a:pt x="193" y="19345"/>
                  </a:lnTo>
                  <a:cubicBezTo>
                    <a:pt x="1788" y="19417"/>
                    <a:pt x="3552" y="19474"/>
                    <a:pt x="5427" y="19474"/>
                  </a:cubicBezTo>
                  <a:cubicBezTo>
                    <a:pt x="9110" y="19474"/>
                    <a:pt x="13220" y="19251"/>
                    <a:pt x="17311" y="18469"/>
                  </a:cubicBezTo>
                  <a:cubicBezTo>
                    <a:pt x="22324" y="17509"/>
                    <a:pt x="26904" y="15636"/>
                    <a:pt x="31309" y="12740"/>
                  </a:cubicBezTo>
                  <a:cubicBezTo>
                    <a:pt x="33791" y="11110"/>
                    <a:pt x="36725" y="10287"/>
                    <a:pt x="40058" y="10287"/>
                  </a:cubicBezTo>
                  <a:cubicBezTo>
                    <a:pt x="40845" y="10287"/>
                    <a:pt x="41654" y="10333"/>
                    <a:pt x="42485" y="10425"/>
                  </a:cubicBezTo>
                  <a:cubicBezTo>
                    <a:pt x="47895" y="11021"/>
                    <a:pt x="53139" y="13156"/>
                    <a:pt x="58211" y="15220"/>
                  </a:cubicBezTo>
                  <a:cubicBezTo>
                    <a:pt x="61257" y="16459"/>
                    <a:pt x="64408" y="17742"/>
                    <a:pt x="67568" y="18681"/>
                  </a:cubicBezTo>
                  <a:cubicBezTo>
                    <a:pt x="72838" y="20248"/>
                    <a:pt x="78452" y="21200"/>
                    <a:pt x="84253" y="21507"/>
                  </a:cubicBezTo>
                  <a:cubicBezTo>
                    <a:pt x="85207" y="21557"/>
                    <a:pt x="86216" y="21596"/>
                    <a:pt x="87255" y="21596"/>
                  </a:cubicBezTo>
                  <a:cubicBezTo>
                    <a:pt x="89341" y="21596"/>
                    <a:pt x="91554" y="21438"/>
                    <a:pt x="93697" y="20904"/>
                  </a:cubicBezTo>
                  <a:cubicBezTo>
                    <a:pt x="95795" y="20381"/>
                    <a:pt x="98654" y="19332"/>
                    <a:pt x="99293" y="16292"/>
                  </a:cubicBezTo>
                  <a:cubicBezTo>
                    <a:pt x="99857" y="13600"/>
                    <a:pt x="98614" y="11035"/>
                    <a:pt x="95596" y="8666"/>
                  </a:cubicBezTo>
                  <a:cubicBezTo>
                    <a:pt x="92859" y="6520"/>
                    <a:pt x="89747" y="5193"/>
                    <a:pt x="87062" y="4178"/>
                  </a:cubicBezTo>
                  <a:cubicBezTo>
                    <a:pt x="79719" y="1402"/>
                    <a:pt x="72371" y="1"/>
                    <a:pt x="652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 name="Google Shape;539;p19"/>
            <p:cNvGrpSpPr/>
            <p:nvPr/>
          </p:nvGrpSpPr>
          <p:grpSpPr>
            <a:xfrm>
              <a:off x="-185781" y="-222600"/>
              <a:ext cx="9377821" cy="2147740"/>
              <a:chOff x="-185781" y="-222600"/>
              <a:chExt cx="9377821" cy="2147740"/>
            </a:xfrm>
          </p:grpSpPr>
          <p:sp>
            <p:nvSpPr>
              <p:cNvPr id="540" name="Google Shape;540;p19"/>
              <p:cNvSpPr/>
              <p:nvPr/>
            </p:nvSpPr>
            <p:spPr>
              <a:xfrm flipH="1">
                <a:off x="-177898" y="-150047"/>
                <a:ext cx="9361814" cy="2075187"/>
              </a:xfrm>
              <a:custGeom>
                <a:rect b="b" l="l" r="r" t="t"/>
                <a:pathLst>
                  <a:path extrusionOk="0" h="51857" w="233943">
                    <a:moveTo>
                      <a:pt x="114254" y="0"/>
                    </a:moveTo>
                    <a:cubicBezTo>
                      <a:pt x="113814" y="3337"/>
                      <a:pt x="107760" y="3970"/>
                      <a:pt x="105882" y="4185"/>
                    </a:cubicBezTo>
                    <a:cubicBezTo>
                      <a:pt x="103480" y="4463"/>
                      <a:pt x="101037" y="4580"/>
                      <a:pt x="98593" y="4580"/>
                    </a:cubicBezTo>
                    <a:cubicBezTo>
                      <a:pt x="96187" y="4580"/>
                      <a:pt x="93780" y="4466"/>
                      <a:pt x="91413" y="4277"/>
                    </a:cubicBezTo>
                    <a:cubicBezTo>
                      <a:pt x="83262" y="3622"/>
                      <a:pt x="75254" y="1586"/>
                      <a:pt x="67197" y="2"/>
                    </a:cubicBezTo>
                    <a:lnTo>
                      <a:pt x="3161" y="2"/>
                    </a:lnTo>
                    <a:cubicBezTo>
                      <a:pt x="1415" y="2"/>
                      <a:pt x="0" y="1794"/>
                      <a:pt x="0" y="4003"/>
                    </a:cubicBezTo>
                    <a:lnTo>
                      <a:pt x="0" y="12983"/>
                    </a:lnTo>
                    <a:cubicBezTo>
                      <a:pt x="752" y="13703"/>
                      <a:pt x="1532" y="14304"/>
                      <a:pt x="2202" y="14753"/>
                    </a:cubicBezTo>
                    <a:cubicBezTo>
                      <a:pt x="5867" y="17202"/>
                      <a:pt x="10108" y="17905"/>
                      <a:pt x="14266" y="17905"/>
                    </a:cubicBezTo>
                    <a:cubicBezTo>
                      <a:pt x="15542" y="17905"/>
                      <a:pt x="16811" y="17839"/>
                      <a:pt x="18052" y="17736"/>
                    </a:cubicBezTo>
                    <a:cubicBezTo>
                      <a:pt x="23329" y="17301"/>
                      <a:pt x="28524" y="16026"/>
                      <a:pt x="33704" y="14740"/>
                    </a:cubicBezTo>
                    <a:cubicBezTo>
                      <a:pt x="40948" y="12940"/>
                      <a:pt x="48135" y="10828"/>
                      <a:pt x="55442" y="9439"/>
                    </a:cubicBezTo>
                    <a:cubicBezTo>
                      <a:pt x="61321" y="8322"/>
                      <a:pt x="67233" y="7670"/>
                      <a:pt x="73167" y="7670"/>
                    </a:cubicBezTo>
                    <a:cubicBezTo>
                      <a:pt x="74688" y="7670"/>
                      <a:pt x="76210" y="7713"/>
                      <a:pt x="77734" y="7802"/>
                    </a:cubicBezTo>
                    <a:cubicBezTo>
                      <a:pt x="85106" y="8232"/>
                      <a:pt x="92423" y="9785"/>
                      <a:pt x="99530" y="12287"/>
                    </a:cubicBezTo>
                    <a:cubicBezTo>
                      <a:pt x="102317" y="13268"/>
                      <a:pt x="105115" y="14314"/>
                      <a:pt x="107858" y="15489"/>
                    </a:cubicBezTo>
                    <a:cubicBezTo>
                      <a:pt x="110332" y="16548"/>
                      <a:pt x="112809" y="17789"/>
                      <a:pt x="115004" y="19608"/>
                    </a:cubicBezTo>
                    <a:cubicBezTo>
                      <a:pt x="117824" y="21944"/>
                      <a:pt x="120303" y="25852"/>
                      <a:pt x="120226" y="30339"/>
                    </a:cubicBezTo>
                    <a:cubicBezTo>
                      <a:pt x="120101" y="37466"/>
                      <a:pt x="112935" y="40330"/>
                      <a:pt x="108516" y="41748"/>
                    </a:cubicBezTo>
                    <a:cubicBezTo>
                      <a:pt x="101630" y="43955"/>
                      <a:pt x="94414" y="44564"/>
                      <a:pt x="87337" y="44821"/>
                    </a:cubicBezTo>
                    <a:cubicBezTo>
                      <a:pt x="84855" y="44912"/>
                      <a:pt x="82371" y="44958"/>
                      <a:pt x="79887" y="44958"/>
                    </a:cubicBezTo>
                    <a:cubicBezTo>
                      <a:pt x="73140" y="44958"/>
                      <a:pt x="66393" y="44612"/>
                      <a:pt x="59673" y="43851"/>
                    </a:cubicBezTo>
                    <a:cubicBezTo>
                      <a:pt x="52128" y="42997"/>
                      <a:pt x="44620" y="41722"/>
                      <a:pt x="37128" y="40332"/>
                    </a:cubicBezTo>
                    <a:cubicBezTo>
                      <a:pt x="29596" y="38936"/>
                      <a:pt x="22076" y="37257"/>
                      <a:pt x="14513" y="36145"/>
                    </a:cubicBezTo>
                    <a:cubicBezTo>
                      <a:pt x="10469" y="35552"/>
                      <a:pt x="6279" y="35103"/>
                      <a:pt x="2100" y="35103"/>
                    </a:cubicBezTo>
                    <a:cubicBezTo>
                      <a:pt x="1400" y="35103"/>
                      <a:pt x="700" y="35116"/>
                      <a:pt x="0" y="35142"/>
                    </a:cubicBezTo>
                    <a:lnTo>
                      <a:pt x="0" y="41392"/>
                    </a:lnTo>
                    <a:cubicBezTo>
                      <a:pt x="3897" y="40406"/>
                      <a:pt x="7757" y="39113"/>
                      <a:pt x="11701" y="38520"/>
                    </a:cubicBezTo>
                    <a:cubicBezTo>
                      <a:pt x="12850" y="38347"/>
                      <a:pt x="14002" y="38268"/>
                      <a:pt x="15153" y="38268"/>
                    </a:cubicBezTo>
                    <a:cubicBezTo>
                      <a:pt x="18352" y="38268"/>
                      <a:pt x="21545" y="38880"/>
                      <a:pt x="24665" y="39789"/>
                    </a:cubicBezTo>
                    <a:cubicBezTo>
                      <a:pt x="29176" y="41103"/>
                      <a:pt x="33559" y="43015"/>
                      <a:pt x="37996" y="44675"/>
                    </a:cubicBezTo>
                    <a:cubicBezTo>
                      <a:pt x="42689" y="46433"/>
                      <a:pt x="47479" y="47692"/>
                      <a:pt x="52300" y="48740"/>
                    </a:cubicBezTo>
                    <a:cubicBezTo>
                      <a:pt x="61496" y="50745"/>
                      <a:pt x="70937" y="51857"/>
                      <a:pt x="80373" y="51857"/>
                    </a:cubicBezTo>
                    <a:cubicBezTo>
                      <a:pt x="91348" y="51857"/>
                      <a:pt x="102317" y="50352"/>
                      <a:pt x="112889" y="46997"/>
                    </a:cubicBezTo>
                    <a:cubicBezTo>
                      <a:pt x="122215" y="44038"/>
                      <a:pt x="130897" y="39216"/>
                      <a:pt x="139694" y="34414"/>
                    </a:cubicBezTo>
                    <a:cubicBezTo>
                      <a:pt x="143466" y="32352"/>
                      <a:pt x="147358" y="30634"/>
                      <a:pt x="151383" y="29556"/>
                    </a:cubicBezTo>
                    <a:cubicBezTo>
                      <a:pt x="155813" y="28370"/>
                      <a:pt x="160303" y="28105"/>
                      <a:pt x="164816" y="27914"/>
                    </a:cubicBezTo>
                    <a:cubicBezTo>
                      <a:pt x="167320" y="27807"/>
                      <a:pt x="169825" y="27756"/>
                      <a:pt x="172331" y="27756"/>
                    </a:cubicBezTo>
                    <a:cubicBezTo>
                      <a:pt x="189289" y="27756"/>
                      <a:pt x="206270" y="30094"/>
                      <a:pt x="222996" y="33398"/>
                    </a:cubicBezTo>
                    <a:cubicBezTo>
                      <a:pt x="226644" y="34116"/>
                      <a:pt x="230302" y="34924"/>
                      <a:pt x="233942" y="35864"/>
                    </a:cubicBezTo>
                    <a:lnTo>
                      <a:pt x="233942" y="9938"/>
                    </a:lnTo>
                    <a:cubicBezTo>
                      <a:pt x="233216" y="9925"/>
                      <a:pt x="232489" y="9919"/>
                      <a:pt x="231762" y="9919"/>
                    </a:cubicBezTo>
                    <a:cubicBezTo>
                      <a:pt x="219843" y="9919"/>
                      <a:pt x="207922" y="11530"/>
                      <a:pt x="196068" y="12904"/>
                    </a:cubicBezTo>
                    <a:cubicBezTo>
                      <a:pt x="188339" y="13801"/>
                      <a:pt x="180609" y="14806"/>
                      <a:pt x="172944" y="16393"/>
                    </a:cubicBezTo>
                    <a:cubicBezTo>
                      <a:pt x="169135" y="17181"/>
                      <a:pt x="165343" y="18112"/>
                      <a:pt x="161591" y="19260"/>
                    </a:cubicBezTo>
                    <a:cubicBezTo>
                      <a:pt x="158213" y="20291"/>
                      <a:pt x="155063" y="21813"/>
                      <a:pt x="151893" y="23606"/>
                    </a:cubicBezTo>
                    <a:cubicBezTo>
                      <a:pt x="147715" y="25970"/>
                      <a:pt x="143374" y="28204"/>
                      <a:pt x="138868" y="28204"/>
                    </a:cubicBezTo>
                    <a:cubicBezTo>
                      <a:pt x="137422" y="28204"/>
                      <a:pt x="135960" y="27974"/>
                      <a:pt x="134480" y="27445"/>
                    </a:cubicBezTo>
                    <a:cubicBezTo>
                      <a:pt x="129632" y="25711"/>
                      <a:pt x="125716" y="20547"/>
                      <a:pt x="125484" y="13951"/>
                    </a:cubicBezTo>
                    <a:cubicBezTo>
                      <a:pt x="125286" y="8300"/>
                      <a:pt x="129601" y="6027"/>
                      <a:pt x="133294" y="5020"/>
                    </a:cubicBezTo>
                    <a:cubicBezTo>
                      <a:pt x="139570" y="3307"/>
                      <a:pt x="146074" y="3151"/>
                      <a:pt x="152463" y="3078"/>
                    </a:cubicBezTo>
                    <a:cubicBezTo>
                      <a:pt x="160083" y="2991"/>
                      <a:pt x="167851" y="3042"/>
                      <a:pt x="175233" y="328"/>
                    </a:cubicBezTo>
                    <a:cubicBezTo>
                      <a:pt x="175511" y="226"/>
                      <a:pt x="175788" y="116"/>
                      <a:pt x="176066"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19"/>
              <p:cNvSpPr/>
              <p:nvPr/>
            </p:nvSpPr>
            <p:spPr>
              <a:xfrm flipH="1">
                <a:off x="-185781" y="-222600"/>
                <a:ext cx="9377821" cy="2090634"/>
              </a:xfrm>
              <a:custGeom>
                <a:rect b="b" l="l" r="r" t="t"/>
                <a:pathLst>
                  <a:path extrusionOk="0" h="52243" w="234343">
                    <a:moveTo>
                      <a:pt x="67361" y="400"/>
                    </a:moveTo>
                    <a:cubicBezTo>
                      <a:pt x="69340" y="790"/>
                      <a:pt x="71349" y="1215"/>
                      <a:pt x="73292" y="1625"/>
                    </a:cubicBezTo>
                    <a:cubicBezTo>
                      <a:pt x="79265" y="2884"/>
                      <a:pt x="85439" y="4185"/>
                      <a:pt x="91598" y="4680"/>
                    </a:cubicBezTo>
                    <a:cubicBezTo>
                      <a:pt x="94144" y="4885"/>
                      <a:pt x="96537" y="4987"/>
                      <a:pt x="98805" y="4987"/>
                    </a:cubicBezTo>
                    <a:cubicBezTo>
                      <a:pt x="101387" y="4987"/>
                      <a:pt x="103808" y="4854"/>
                      <a:pt x="106108" y="4590"/>
                    </a:cubicBezTo>
                    <a:lnTo>
                      <a:pt x="106218" y="4577"/>
                    </a:lnTo>
                    <a:cubicBezTo>
                      <a:pt x="108158" y="4354"/>
                      <a:pt x="114000" y="3685"/>
                      <a:pt x="114628" y="406"/>
                    </a:cubicBezTo>
                    <a:lnTo>
                      <a:pt x="175193" y="406"/>
                    </a:lnTo>
                    <a:cubicBezTo>
                      <a:pt x="168249" y="2915"/>
                      <a:pt x="160889" y="2994"/>
                      <a:pt x="153768" y="3069"/>
                    </a:cubicBezTo>
                    <a:lnTo>
                      <a:pt x="152665" y="3082"/>
                    </a:lnTo>
                    <a:cubicBezTo>
                      <a:pt x="145764" y="3162"/>
                      <a:pt x="139551" y="3364"/>
                      <a:pt x="133446" y="5030"/>
                    </a:cubicBezTo>
                    <a:cubicBezTo>
                      <a:pt x="128003" y="6516"/>
                      <a:pt x="125326" y="9588"/>
                      <a:pt x="125487" y="14164"/>
                    </a:cubicBezTo>
                    <a:cubicBezTo>
                      <a:pt x="125709" y="20471"/>
                      <a:pt x="129379" y="25966"/>
                      <a:pt x="134618" y="27839"/>
                    </a:cubicBezTo>
                    <a:cubicBezTo>
                      <a:pt x="136131" y="28380"/>
                      <a:pt x="137619" y="28617"/>
                      <a:pt x="139091" y="28617"/>
                    </a:cubicBezTo>
                    <a:cubicBezTo>
                      <a:pt x="143547" y="28617"/>
                      <a:pt x="147847" y="26448"/>
                      <a:pt x="152196" y="23987"/>
                    </a:cubicBezTo>
                    <a:cubicBezTo>
                      <a:pt x="155813" y="21943"/>
                      <a:pt x="158880" y="20567"/>
                      <a:pt x="161854" y="19658"/>
                    </a:cubicBezTo>
                    <a:cubicBezTo>
                      <a:pt x="165379" y="18581"/>
                      <a:pt x="169085" y="17643"/>
                      <a:pt x="173189" y="16795"/>
                    </a:cubicBezTo>
                    <a:cubicBezTo>
                      <a:pt x="180974" y="15181"/>
                      <a:pt x="188894" y="14166"/>
                      <a:pt x="196294" y="13308"/>
                    </a:cubicBezTo>
                    <a:cubicBezTo>
                      <a:pt x="197767" y="13138"/>
                      <a:pt x="199245" y="12964"/>
                      <a:pt x="200722" y="12788"/>
                    </a:cubicBezTo>
                    <a:cubicBezTo>
                      <a:pt x="210970" y="11576"/>
                      <a:pt x="221543" y="10326"/>
                      <a:pt x="231999" y="10326"/>
                    </a:cubicBezTo>
                    <a:cubicBezTo>
                      <a:pt x="232648" y="10326"/>
                      <a:pt x="233296" y="10331"/>
                      <a:pt x="233944" y="10341"/>
                    </a:cubicBezTo>
                    <a:lnTo>
                      <a:pt x="233944" y="35809"/>
                    </a:lnTo>
                    <a:cubicBezTo>
                      <a:pt x="230629" y="34959"/>
                      <a:pt x="227123" y="34173"/>
                      <a:pt x="223236" y="33405"/>
                    </a:cubicBezTo>
                    <a:cubicBezTo>
                      <a:pt x="203906" y="29587"/>
                      <a:pt x="187591" y="27758"/>
                      <a:pt x="172597" y="27758"/>
                    </a:cubicBezTo>
                    <a:cubicBezTo>
                      <a:pt x="170032" y="27758"/>
                      <a:pt x="167505" y="27812"/>
                      <a:pt x="165009" y="27918"/>
                    </a:cubicBezTo>
                    <a:cubicBezTo>
                      <a:pt x="160422" y="28112"/>
                      <a:pt x="155941" y="28387"/>
                      <a:pt x="151533" y="29567"/>
                    </a:cubicBezTo>
                    <a:cubicBezTo>
                      <a:pt x="147826" y="30560"/>
                      <a:pt x="143986" y="32153"/>
                      <a:pt x="139798" y="34441"/>
                    </a:cubicBezTo>
                    <a:lnTo>
                      <a:pt x="138875" y="34945"/>
                    </a:lnTo>
                    <a:cubicBezTo>
                      <a:pt x="130584" y="39473"/>
                      <a:pt x="122011" y="44161"/>
                      <a:pt x="113029" y="47009"/>
                    </a:cubicBezTo>
                    <a:cubicBezTo>
                      <a:pt x="102889" y="50226"/>
                      <a:pt x="91919" y="51840"/>
                      <a:pt x="80509" y="51840"/>
                    </a:cubicBezTo>
                    <a:cubicBezTo>
                      <a:pt x="71401" y="51840"/>
                      <a:pt x="62013" y="50811"/>
                      <a:pt x="52541" y="48749"/>
                    </a:cubicBezTo>
                    <a:cubicBezTo>
                      <a:pt x="46930" y="47526"/>
                      <a:pt x="42394" y="46236"/>
                      <a:pt x="38264" y="44691"/>
                    </a:cubicBezTo>
                    <a:cubicBezTo>
                      <a:pt x="36953" y="44199"/>
                      <a:pt x="35624" y="43678"/>
                      <a:pt x="34338" y="43172"/>
                    </a:cubicBezTo>
                    <a:cubicBezTo>
                      <a:pt x="31276" y="41971"/>
                      <a:pt x="28107" y="40726"/>
                      <a:pt x="24921" y="39799"/>
                    </a:cubicBezTo>
                    <a:cubicBezTo>
                      <a:pt x="21414" y="38777"/>
                      <a:pt x="18247" y="38271"/>
                      <a:pt x="15326" y="38271"/>
                    </a:cubicBezTo>
                    <a:cubicBezTo>
                      <a:pt x="14137" y="38271"/>
                      <a:pt x="12987" y="38356"/>
                      <a:pt x="11874" y="38521"/>
                    </a:cubicBezTo>
                    <a:cubicBezTo>
                      <a:pt x="9119" y="38936"/>
                      <a:pt x="6366" y="39703"/>
                      <a:pt x="3703" y="40442"/>
                    </a:cubicBezTo>
                    <a:cubicBezTo>
                      <a:pt x="2622" y="40742"/>
                      <a:pt x="1508" y="41053"/>
                      <a:pt x="406" y="41335"/>
                    </a:cubicBezTo>
                    <a:lnTo>
                      <a:pt x="406" y="35538"/>
                    </a:lnTo>
                    <a:cubicBezTo>
                      <a:pt x="1027" y="35516"/>
                      <a:pt x="1658" y="35506"/>
                      <a:pt x="2301" y="35506"/>
                    </a:cubicBezTo>
                    <a:cubicBezTo>
                      <a:pt x="5902" y="35506"/>
                      <a:pt x="9901" y="35844"/>
                      <a:pt x="14687" y="36547"/>
                    </a:cubicBezTo>
                    <a:cubicBezTo>
                      <a:pt x="19745" y="37290"/>
                      <a:pt x="24868" y="38304"/>
                      <a:pt x="29822" y="39284"/>
                    </a:cubicBezTo>
                    <a:cubicBezTo>
                      <a:pt x="32271" y="39769"/>
                      <a:pt x="34802" y="40270"/>
                      <a:pt x="37296" y="40733"/>
                    </a:cubicBezTo>
                    <a:cubicBezTo>
                      <a:pt x="43914" y="41961"/>
                      <a:pt x="51770" y="43339"/>
                      <a:pt x="59854" y="44254"/>
                    </a:cubicBezTo>
                    <a:cubicBezTo>
                      <a:pt x="66359" y="44990"/>
                      <a:pt x="73165" y="45361"/>
                      <a:pt x="80163" y="45361"/>
                    </a:cubicBezTo>
                    <a:cubicBezTo>
                      <a:pt x="82603" y="45361"/>
                      <a:pt x="85067" y="45316"/>
                      <a:pt x="87550" y="45225"/>
                    </a:cubicBezTo>
                    <a:cubicBezTo>
                      <a:pt x="94026" y="44991"/>
                      <a:pt x="101613" y="44441"/>
                      <a:pt x="108780" y="42142"/>
                    </a:cubicBezTo>
                    <a:cubicBezTo>
                      <a:pt x="113810" y="40529"/>
                      <a:pt x="120508" y="37574"/>
                      <a:pt x="120629" y="30544"/>
                    </a:cubicBezTo>
                    <a:cubicBezTo>
                      <a:pt x="120696" y="26529"/>
                      <a:pt x="118718" y="22458"/>
                      <a:pt x="115334" y="19654"/>
                    </a:cubicBezTo>
                    <a:cubicBezTo>
                      <a:pt x="112985" y="17708"/>
                      <a:pt x="110379" y="16465"/>
                      <a:pt x="108140" y="15506"/>
                    </a:cubicBezTo>
                    <a:cubicBezTo>
                      <a:pt x="105719" y="14467"/>
                      <a:pt x="103070" y="13450"/>
                      <a:pt x="99798" y="12298"/>
                    </a:cubicBezTo>
                    <a:cubicBezTo>
                      <a:pt x="92520" y="9735"/>
                      <a:pt x="85169" y="8223"/>
                      <a:pt x="77949" y="7802"/>
                    </a:cubicBezTo>
                    <a:cubicBezTo>
                      <a:pt x="76425" y="7713"/>
                      <a:pt x="74890" y="7669"/>
                      <a:pt x="73339" y="7669"/>
                    </a:cubicBezTo>
                    <a:cubicBezTo>
                      <a:pt x="67706" y="7669"/>
                      <a:pt x="61863" y="8255"/>
                      <a:pt x="55605" y="9443"/>
                    </a:cubicBezTo>
                    <a:cubicBezTo>
                      <a:pt x="50502" y="10413"/>
                      <a:pt x="45374" y="11757"/>
                      <a:pt x="40416" y="13057"/>
                    </a:cubicBezTo>
                    <a:cubicBezTo>
                      <a:pt x="38267" y="13620"/>
                      <a:pt x="36046" y="14201"/>
                      <a:pt x="33857" y="14746"/>
                    </a:cubicBezTo>
                    <a:cubicBezTo>
                      <a:pt x="29050" y="15939"/>
                      <a:pt x="23603" y="17293"/>
                      <a:pt x="18238" y="17736"/>
                    </a:cubicBezTo>
                    <a:cubicBezTo>
                      <a:pt x="17038" y="17835"/>
                      <a:pt x="15751" y="17910"/>
                      <a:pt x="14415" y="17910"/>
                    </a:cubicBezTo>
                    <a:cubicBezTo>
                      <a:pt x="10534" y="17910"/>
                      <a:pt x="6246" y="17280"/>
                      <a:pt x="2517" y="14787"/>
                    </a:cubicBezTo>
                    <a:cubicBezTo>
                      <a:pt x="2004" y="14446"/>
                      <a:pt x="1229" y="13878"/>
                      <a:pt x="403" y="13098"/>
                    </a:cubicBezTo>
                    <a:lnTo>
                      <a:pt x="403" y="4204"/>
                    </a:lnTo>
                    <a:cubicBezTo>
                      <a:pt x="403" y="2108"/>
                      <a:pt x="1731" y="405"/>
                      <a:pt x="3364" y="405"/>
                    </a:cubicBezTo>
                    <a:lnTo>
                      <a:pt x="67361" y="400"/>
                    </a:lnTo>
                    <a:close/>
                    <a:moveTo>
                      <a:pt x="114278" y="0"/>
                    </a:moveTo>
                    <a:lnTo>
                      <a:pt x="114255" y="176"/>
                    </a:lnTo>
                    <a:cubicBezTo>
                      <a:pt x="113845" y="3294"/>
                      <a:pt x="108068" y="3957"/>
                      <a:pt x="106170" y="4175"/>
                    </a:cubicBezTo>
                    <a:lnTo>
                      <a:pt x="106061" y="4187"/>
                    </a:lnTo>
                    <a:cubicBezTo>
                      <a:pt x="103777" y="4451"/>
                      <a:pt x="101371" y="4582"/>
                      <a:pt x="98803" y="4582"/>
                    </a:cubicBezTo>
                    <a:cubicBezTo>
                      <a:pt x="96546" y="4582"/>
                      <a:pt x="94164" y="4481"/>
                      <a:pt x="91630" y="4277"/>
                    </a:cubicBezTo>
                    <a:cubicBezTo>
                      <a:pt x="85496" y="3785"/>
                      <a:pt x="79335" y="2485"/>
                      <a:pt x="73374" y="1229"/>
                    </a:cubicBezTo>
                    <a:cubicBezTo>
                      <a:pt x="71430" y="820"/>
                      <a:pt x="69420" y="395"/>
                      <a:pt x="67400" y="2"/>
                    </a:cubicBezTo>
                    <a:lnTo>
                      <a:pt x="3365" y="2"/>
                    </a:lnTo>
                    <a:cubicBezTo>
                      <a:pt x="1511" y="2"/>
                      <a:pt x="3" y="1889"/>
                      <a:pt x="3" y="4205"/>
                    </a:cubicBezTo>
                    <a:lnTo>
                      <a:pt x="3" y="13267"/>
                    </a:lnTo>
                    <a:lnTo>
                      <a:pt x="66" y="13327"/>
                    </a:lnTo>
                    <a:cubicBezTo>
                      <a:pt x="935" y="14157"/>
                      <a:pt x="1758" y="14760"/>
                      <a:pt x="2295" y="15120"/>
                    </a:cubicBezTo>
                    <a:cubicBezTo>
                      <a:pt x="6107" y="17668"/>
                      <a:pt x="10473" y="18312"/>
                      <a:pt x="14416" y="18312"/>
                    </a:cubicBezTo>
                    <a:cubicBezTo>
                      <a:pt x="15764" y="18312"/>
                      <a:pt x="17063" y="18236"/>
                      <a:pt x="18274" y="18136"/>
                    </a:cubicBezTo>
                    <a:cubicBezTo>
                      <a:pt x="23670" y="17692"/>
                      <a:pt x="29134" y="16335"/>
                      <a:pt x="33955" y="15136"/>
                    </a:cubicBezTo>
                    <a:cubicBezTo>
                      <a:pt x="36148" y="14591"/>
                      <a:pt x="38370" y="14008"/>
                      <a:pt x="40521" y="13444"/>
                    </a:cubicBezTo>
                    <a:cubicBezTo>
                      <a:pt x="45471" y="12145"/>
                      <a:pt x="50591" y="10802"/>
                      <a:pt x="55682" y="9836"/>
                    </a:cubicBezTo>
                    <a:cubicBezTo>
                      <a:pt x="61914" y="8652"/>
                      <a:pt x="67733" y="8068"/>
                      <a:pt x="73339" y="8068"/>
                    </a:cubicBezTo>
                    <a:cubicBezTo>
                      <a:pt x="74883" y="8068"/>
                      <a:pt x="76410" y="8112"/>
                      <a:pt x="77924" y="8200"/>
                    </a:cubicBezTo>
                    <a:cubicBezTo>
                      <a:pt x="85109" y="8620"/>
                      <a:pt x="92423" y="10126"/>
                      <a:pt x="99664" y="12674"/>
                    </a:cubicBezTo>
                    <a:cubicBezTo>
                      <a:pt x="102926" y="13823"/>
                      <a:pt x="105569" y="14839"/>
                      <a:pt x="107978" y="15872"/>
                    </a:cubicBezTo>
                    <a:cubicBezTo>
                      <a:pt x="110192" y="16820"/>
                      <a:pt x="112765" y="18046"/>
                      <a:pt x="115074" y="19959"/>
                    </a:cubicBezTo>
                    <a:cubicBezTo>
                      <a:pt x="118366" y="22686"/>
                      <a:pt x="120289" y="26638"/>
                      <a:pt x="120224" y="30531"/>
                    </a:cubicBezTo>
                    <a:cubicBezTo>
                      <a:pt x="120108" y="37304"/>
                      <a:pt x="113565" y="40179"/>
                      <a:pt x="108656" y="41753"/>
                    </a:cubicBezTo>
                    <a:cubicBezTo>
                      <a:pt x="101534" y="44037"/>
                      <a:pt x="93982" y="44584"/>
                      <a:pt x="87532" y="44818"/>
                    </a:cubicBezTo>
                    <a:cubicBezTo>
                      <a:pt x="85053" y="44908"/>
                      <a:pt x="82593" y="44953"/>
                      <a:pt x="80156" y="44953"/>
                    </a:cubicBezTo>
                    <a:cubicBezTo>
                      <a:pt x="73174" y="44953"/>
                      <a:pt x="66385" y="44584"/>
                      <a:pt x="59897" y="43849"/>
                    </a:cubicBezTo>
                    <a:cubicBezTo>
                      <a:pt x="51824" y="42936"/>
                      <a:pt x="43978" y="41560"/>
                      <a:pt x="37366" y="40335"/>
                    </a:cubicBezTo>
                    <a:cubicBezTo>
                      <a:pt x="34874" y="39874"/>
                      <a:pt x="32343" y="39371"/>
                      <a:pt x="29894" y="38889"/>
                    </a:cubicBezTo>
                    <a:cubicBezTo>
                      <a:pt x="24935" y="37906"/>
                      <a:pt x="19807" y="36891"/>
                      <a:pt x="14740" y="36147"/>
                    </a:cubicBezTo>
                    <a:cubicBezTo>
                      <a:pt x="9938" y="35440"/>
                      <a:pt x="5923" y="35101"/>
                      <a:pt x="2306" y="35101"/>
                    </a:cubicBezTo>
                    <a:cubicBezTo>
                      <a:pt x="1587" y="35101"/>
                      <a:pt x="884" y="35114"/>
                      <a:pt x="193" y="35141"/>
                    </a:cubicBezTo>
                    <a:lnTo>
                      <a:pt x="0" y="35148"/>
                    </a:lnTo>
                    <a:lnTo>
                      <a:pt x="0" y="41850"/>
                    </a:lnTo>
                    <a:lnTo>
                      <a:pt x="250" y="41789"/>
                    </a:lnTo>
                    <a:cubicBezTo>
                      <a:pt x="1438" y="41486"/>
                      <a:pt x="2642" y="41153"/>
                      <a:pt x="3807" y="40829"/>
                    </a:cubicBezTo>
                    <a:cubicBezTo>
                      <a:pt x="6459" y="40093"/>
                      <a:pt x="9201" y="39331"/>
                      <a:pt x="11931" y="38920"/>
                    </a:cubicBezTo>
                    <a:cubicBezTo>
                      <a:pt x="13025" y="38755"/>
                      <a:pt x="14155" y="38672"/>
                      <a:pt x="15326" y="38672"/>
                    </a:cubicBezTo>
                    <a:cubicBezTo>
                      <a:pt x="18207" y="38672"/>
                      <a:pt x="21339" y="39173"/>
                      <a:pt x="24808" y="40183"/>
                    </a:cubicBezTo>
                    <a:cubicBezTo>
                      <a:pt x="27977" y="41106"/>
                      <a:pt x="31136" y="42346"/>
                      <a:pt x="34192" y="43547"/>
                    </a:cubicBezTo>
                    <a:cubicBezTo>
                      <a:pt x="35480" y="44051"/>
                      <a:pt x="36810" y="44575"/>
                      <a:pt x="38124" y="45065"/>
                    </a:cubicBezTo>
                    <a:cubicBezTo>
                      <a:pt x="42272" y="46618"/>
                      <a:pt x="46826" y="47913"/>
                      <a:pt x="52458" y="49140"/>
                    </a:cubicBezTo>
                    <a:cubicBezTo>
                      <a:pt x="61960" y="51209"/>
                      <a:pt x="71376" y="52242"/>
                      <a:pt x="80515" y="52242"/>
                    </a:cubicBezTo>
                    <a:cubicBezTo>
                      <a:pt x="91963" y="52242"/>
                      <a:pt x="102972" y="50622"/>
                      <a:pt x="113151" y="47393"/>
                    </a:cubicBezTo>
                    <a:cubicBezTo>
                      <a:pt x="122171" y="44531"/>
                      <a:pt x="130760" y="39837"/>
                      <a:pt x="139068" y="35298"/>
                    </a:cubicBezTo>
                    <a:lnTo>
                      <a:pt x="139990" y="34794"/>
                    </a:lnTo>
                    <a:cubicBezTo>
                      <a:pt x="144149" y="32523"/>
                      <a:pt x="147959" y="30939"/>
                      <a:pt x="151635" y="29954"/>
                    </a:cubicBezTo>
                    <a:cubicBezTo>
                      <a:pt x="156001" y="28784"/>
                      <a:pt x="160459" y="28512"/>
                      <a:pt x="165023" y="28318"/>
                    </a:cubicBezTo>
                    <a:cubicBezTo>
                      <a:pt x="167510" y="28212"/>
                      <a:pt x="170027" y="28159"/>
                      <a:pt x="172583" y="28159"/>
                    </a:cubicBezTo>
                    <a:cubicBezTo>
                      <a:pt x="187551" y="28159"/>
                      <a:pt x="203846" y="29985"/>
                      <a:pt x="223155" y="33798"/>
                    </a:cubicBezTo>
                    <a:cubicBezTo>
                      <a:pt x="227133" y="34583"/>
                      <a:pt x="230708" y="35389"/>
                      <a:pt x="234091" y="36262"/>
                    </a:cubicBezTo>
                    <a:lnTo>
                      <a:pt x="234343" y="36327"/>
                    </a:lnTo>
                    <a:lnTo>
                      <a:pt x="234343" y="9942"/>
                    </a:lnTo>
                    <a:lnTo>
                      <a:pt x="234144" y="9938"/>
                    </a:lnTo>
                    <a:cubicBezTo>
                      <a:pt x="233436" y="9926"/>
                      <a:pt x="232728" y="9920"/>
                      <a:pt x="232019" y="9920"/>
                    </a:cubicBezTo>
                    <a:cubicBezTo>
                      <a:pt x="221533" y="9920"/>
                      <a:pt x="210937" y="11173"/>
                      <a:pt x="200668" y="12387"/>
                    </a:cubicBezTo>
                    <a:cubicBezTo>
                      <a:pt x="199192" y="12560"/>
                      <a:pt x="197716" y="12735"/>
                      <a:pt x="196241" y="12907"/>
                    </a:cubicBezTo>
                    <a:cubicBezTo>
                      <a:pt x="188833" y="13765"/>
                      <a:pt x="180900" y="14784"/>
                      <a:pt x="173099" y="16399"/>
                    </a:cubicBezTo>
                    <a:cubicBezTo>
                      <a:pt x="168984" y="17250"/>
                      <a:pt x="165266" y="18189"/>
                      <a:pt x="161730" y="19271"/>
                    </a:cubicBezTo>
                    <a:cubicBezTo>
                      <a:pt x="158729" y="20188"/>
                      <a:pt x="155634" y="21574"/>
                      <a:pt x="151992" y="23636"/>
                    </a:cubicBezTo>
                    <a:cubicBezTo>
                      <a:pt x="147694" y="26067"/>
                      <a:pt x="143448" y="28211"/>
                      <a:pt x="139076" y="28211"/>
                    </a:cubicBezTo>
                    <a:cubicBezTo>
                      <a:pt x="137648" y="28211"/>
                      <a:pt x="136206" y="27982"/>
                      <a:pt x="134745" y="27459"/>
                    </a:cubicBezTo>
                    <a:cubicBezTo>
                      <a:pt x="129659" y="25640"/>
                      <a:pt x="126097" y="20292"/>
                      <a:pt x="125882" y="14148"/>
                    </a:cubicBezTo>
                    <a:cubicBezTo>
                      <a:pt x="125729" y="9782"/>
                      <a:pt x="128305" y="6844"/>
                      <a:pt x="133544" y="5415"/>
                    </a:cubicBezTo>
                    <a:cubicBezTo>
                      <a:pt x="139606" y="3761"/>
                      <a:pt x="145790" y="3559"/>
                      <a:pt x="152664" y="3482"/>
                    </a:cubicBezTo>
                    <a:lnTo>
                      <a:pt x="153767" y="3469"/>
                    </a:lnTo>
                    <a:cubicBezTo>
                      <a:pt x="160981" y="3392"/>
                      <a:pt x="168439" y="3314"/>
                      <a:pt x="175499" y="719"/>
                    </a:cubicBezTo>
                    <a:cubicBezTo>
                      <a:pt x="175781" y="617"/>
                      <a:pt x="176061" y="506"/>
                      <a:pt x="176341" y="389"/>
                    </a:cubicBezTo>
                    <a:lnTo>
                      <a:pt x="1772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 name="Google Shape;542;p19"/>
            <p:cNvSpPr/>
            <p:nvPr/>
          </p:nvSpPr>
          <p:spPr>
            <a:xfrm flipH="1">
              <a:off x="824541" y="1267712"/>
              <a:ext cx="8367499" cy="1836163"/>
            </a:xfrm>
            <a:custGeom>
              <a:rect b="b" l="l" r="r" t="t"/>
              <a:pathLst>
                <a:path extrusionOk="0" h="45884" w="209096">
                  <a:moveTo>
                    <a:pt x="173615" y="405"/>
                  </a:moveTo>
                  <a:cubicBezTo>
                    <a:pt x="176375" y="405"/>
                    <a:pt x="179213" y="507"/>
                    <a:pt x="182050" y="829"/>
                  </a:cubicBezTo>
                  <a:cubicBezTo>
                    <a:pt x="188207" y="1528"/>
                    <a:pt x="194615" y="3672"/>
                    <a:pt x="201642" y="7381"/>
                  </a:cubicBezTo>
                  <a:lnTo>
                    <a:pt x="202000" y="7570"/>
                  </a:lnTo>
                  <a:cubicBezTo>
                    <a:pt x="204160" y="8703"/>
                    <a:pt x="207122" y="10258"/>
                    <a:pt x="208209" y="13014"/>
                  </a:cubicBezTo>
                  <a:cubicBezTo>
                    <a:pt x="208659" y="14157"/>
                    <a:pt x="208681" y="15157"/>
                    <a:pt x="208272" y="15990"/>
                  </a:cubicBezTo>
                  <a:cubicBezTo>
                    <a:pt x="207624" y="17309"/>
                    <a:pt x="205989" y="18018"/>
                    <a:pt x="204732" y="18381"/>
                  </a:cubicBezTo>
                  <a:cubicBezTo>
                    <a:pt x="201461" y="19325"/>
                    <a:pt x="198006" y="19797"/>
                    <a:pt x="194392" y="19797"/>
                  </a:cubicBezTo>
                  <a:cubicBezTo>
                    <a:pt x="190821" y="19797"/>
                    <a:pt x="187096" y="19336"/>
                    <a:pt x="183241" y="18415"/>
                  </a:cubicBezTo>
                  <a:cubicBezTo>
                    <a:pt x="179114" y="17429"/>
                    <a:pt x="174866" y="16057"/>
                    <a:pt x="170611" y="14337"/>
                  </a:cubicBezTo>
                  <a:cubicBezTo>
                    <a:pt x="166998" y="12878"/>
                    <a:pt x="163261" y="11368"/>
                    <a:pt x="159428" y="10535"/>
                  </a:cubicBezTo>
                  <a:cubicBezTo>
                    <a:pt x="157531" y="10122"/>
                    <a:pt x="155742" y="9916"/>
                    <a:pt x="154034" y="9916"/>
                  </a:cubicBezTo>
                  <a:cubicBezTo>
                    <a:pt x="152450" y="9916"/>
                    <a:pt x="150935" y="10094"/>
                    <a:pt x="149470" y="10449"/>
                  </a:cubicBezTo>
                  <a:cubicBezTo>
                    <a:pt x="145504" y="11411"/>
                    <a:pt x="142070" y="13874"/>
                    <a:pt x="138895" y="16316"/>
                  </a:cubicBezTo>
                  <a:cubicBezTo>
                    <a:pt x="136054" y="18501"/>
                    <a:pt x="133233" y="20858"/>
                    <a:pt x="130505" y="23139"/>
                  </a:cubicBezTo>
                  <a:cubicBezTo>
                    <a:pt x="126905" y="26149"/>
                    <a:pt x="123181" y="29264"/>
                    <a:pt x="119366" y="32010"/>
                  </a:cubicBezTo>
                  <a:cubicBezTo>
                    <a:pt x="107458" y="40580"/>
                    <a:pt x="92880" y="45107"/>
                    <a:pt x="76028" y="45462"/>
                  </a:cubicBezTo>
                  <a:cubicBezTo>
                    <a:pt x="75424" y="45475"/>
                    <a:pt x="74822" y="45482"/>
                    <a:pt x="74224" y="45482"/>
                  </a:cubicBezTo>
                  <a:cubicBezTo>
                    <a:pt x="58269" y="45482"/>
                    <a:pt x="44689" y="40929"/>
                    <a:pt x="33828" y="31942"/>
                  </a:cubicBezTo>
                  <a:cubicBezTo>
                    <a:pt x="27187" y="26448"/>
                    <a:pt x="20603" y="21405"/>
                    <a:pt x="13056" y="20088"/>
                  </a:cubicBezTo>
                  <a:cubicBezTo>
                    <a:pt x="11967" y="19897"/>
                    <a:pt x="10865" y="19801"/>
                    <a:pt x="9746" y="19801"/>
                  </a:cubicBezTo>
                  <a:cubicBezTo>
                    <a:pt x="6781" y="19801"/>
                    <a:pt x="3696" y="20474"/>
                    <a:pt x="406" y="21833"/>
                  </a:cubicBezTo>
                  <a:lnTo>
                    <a:pt x="406" y="14358"/>
                  </a:lnTo>
                  <a:cubicBezTo>
                    <a:pt x="1109" y="14230"/>
                    <a:pt x="1864" y="14110"/>
                    <a:pt x="2702" y="13993"/>
                  </a:cubicBezTo>
                  <a:cubicBezTo>
                    <a:pt x="5594" y="13588"/>
                    <a:pt x="8552" y="13414"/>
                    <a:pt x="11411" y="13245"/>
                  </a:cubicBezTo>
                  <a:lnTo>
                    <a:pt x="12958" y="13152"/>
                  </a:lnTo>
                  <a:cubicBezTo>
                    <a:pt x="15818" y="12978"/>
                    <a:pt x="18953" y="12785"/>
                    <a:pt x="22145" y="12785"/>
                  </a:cubicBezTo>
                  <a:cubicBezTo>
                    <a:pt x="23389" y="12785"/>
                    <a:pt x="24641" y="12814"/>
                    <a:pt x="25889" y="12885"/>
                  </a:cubicBezTo>
                  <a:cubicBezTo>
                    <a:pt x="29786" y="13104"/>
                    <a:pt x="33808" y="14150"/>
                    <a:pt x="38546" y="16169"/>
                  </a:cubicBezTo>
                  <a:cubicBezTo>
                    <a:pt x="52883" y="22283"/>
                    <a:pt x="69842" y="28659"/>
                    <a:pt x="86902" y="29591"/>
                  </a:cubicBezTo>
                  <a:cubicBezTo>
                    <a:pt x="88135" y="29659"/>
                    <a:pt x="89353" y="29692"/>
                    <a:pt x="90554" y="29692"/>
                  </a:cubicBezTo>
                  <a:cubicBezTo>
                    <a:pt x="97955" y="29692"/>
                    <a:pt x="104738" y="28414"/>
                    <a:pt x="110758" y="25880"/>
                  </a:cubicBezTo>
                  <a:cubicBezTo>
                    <a:pt x="117187" y="23174"/>
                    <a:pt x="123174" y="18993"/>
                    <a:pt x="128962" y="14950"/>
                  </a:cubicBezTo>
                  <a:cubicBezTo>
                    <a:pt x="130301" y="14015"/>
                    <a:pt x="131684" y="13050"/>
                    <a:pt x="133052" y="12117"/>
                  </a:cubicBezTo>
                  <a:cubicBezTo>
                    <a:pt x="136569" y="9716"/>
                    <a:pt x="140379" y="7249"/>
                    <a:pt x="144384" y="5460"/>
                  </a:cubicBezTo>
                  <a:cubicBezTo>
                    <a:pt x="148006" y="3842"/>
                    <a:pt x="151905" y="2608"/>
                    <a:pt x="155970" y="1792"/>
                  </a:cubicBezTo>
                  <a:cubicBezTo>
                    <a:pt x="159701" y="1042"/>
                    <a:pt x="163680" y="640"/>
                    <a:pt x="168868" y="486"/>
                  </a:cubicBezTo>
                  <a:cubicBezTo>
                    <a:pt x="170413" y="440"/>
                    <a:pt x="172001" y="405"/>
                    <a:pt x="173615" y="405"/>
                  </a:cubicBezTo>
                  <a:close/>
                  <a:moveTo>
                    <a:pt x="173609" y="0"/>
                  </a:moveTo>
                  <a:cubicBezTo>
                    <a:pt x="171993" y="0"/>
                    <a:pt x="170405" y="35"/>
                    <a:pt x="168858" y="80"/>
                  </a:cubicBezTo>
                  <a:cubicBezTo>
                    <a:pt x="163644" y="234"/>
                    <a:pt x="159645" y="639"/>
                    <a:pt x="155891" y="1393"/>
                  </a:cubicBezTo>
                  <a:cubicBezTo>
                    <a:pt x="151795" y="2216"/>
                    <a:pt x="147870" y="3459"/>
                    <a:pt x="144219" y="5088"/>
                  </a:cubicBezTo>
                  <a:cubicBezTo>
                    <a:pt x="140186" y="6888"/>
                    <a:pt x="136359" y="9369"/>
                    <a:pt x="132824" y="11781"/>
                  </a:cubicBezTo>
                  <a:cubicBezTo>
                    <a:pt x="131454" y="12715"/>
                    <a:pt x="130070" y="13683"/>
                    <a:pt x="128732" y="14617"/>
                  </a:cubicBezTo>
                  <a:cubicBezTo>
                    <a:pt x="122961" y="18648"/>
                    <a:pt x="116993" y="22817"/>
                    <a:pt x="110602" y="25506"/>
                  </a:cubicBezTo>
                  <a:cubicBezTo>
                    <a:pt x="104631" y="28019"/>
                    <a:pt x="97899" y="29287"/>
                    <a:pt x="90554" y="29287"/>
                  </a:cubicBezTo>
                  <a:cubicBezTo>
                    <a:pt x="89360" y="29287"/>
                    <a:pt x="88149" y="29254"/>
                    <a:pt x="86923" y="29187"/>
                  </a:cubicBezTo>
                  <a:cubicBezTo>
                    <a:pt x="69926" y="28261"/>
                    <a:pt x="53010" y="21898"/>
                    <a:pt x="38703" y="15797"/>
                  </a:cubicBezTo>
                  <a:cubicBezTo>
                    <a:pt x="33922" y="13758"/>
                    <a:pt x="29857" y="12704"/>
                    <a:pt x="25911" y="12481"/>
                  </a:cubicBezTo>
                  <a:cubicBezTo>
                    <a:pt x="24653" y="12410"/>
                    <a:pt x="23392" y="12381"/>
                    <a:pt x="22140" y="12381"/>
                  </a:cubicBezTo>
                  <a:cubicBezTo>
                    <a:pt x="18938" y="12381"/>
                    <a:pt x="15797" y="12572"/>
                    <a:pt x="12931" y="12748"/>
                  </a:cubicBezTo>
                  <a:lnTo>
                    <a:pt x="11384" y="12841"/>
                  </a:lnTo>
                  <a:cubicBezTo>
                    <a:pt x="8518" y="13010"/>
                    <a:pt x="5551" y="13184"/>
                    <a:pt x="2644" y="13591"/>
                  </a:cubicBezTo>
                  <a:cubicBezTo>
                    <a:pt x="1731" y="13718"/>
                    <a:pt x="921" y="13848"/>
                    <a:pt x="165" y="13990"/>
                  </a:cubicBezTo>
                  <a:lnTo>
                    <a:pt x="0" y="14020"/>
                  </a:lnTo>
                  <a:lnTo>
                    <a:pt x="0" y="22434"/>
                  </a:lnTo>
                  <a:lnTo>
                    <a:pt x="280" y="22317"/>
                  </a:lnTo>
                  <a:cubicBezTo>
                    <a:pt x="3624" y="20902"/>
                    <a:pt x="6748" y="20202"/>
                    <a:pt x="9745" y="20202"/>
                  </a:cubicBezTo>
                  <a:cubicBezTo>
                    <a:pt x="10841" y="20202"/>
                    <a:pt x="11920" y="20296"/>
                    <a:pt x="12987" y="20482"/>
                  </a:cubicBezTo>
                  <a:cubicBezTo>
                    <a:pt x="20436" y="21784"/>
                    <a:pt x="26975" y="26792"/>
                    <a:pt x="33571" y="32250"/>
                  </a:cubicBezTo>
                  <a:cubicBezTo>
                    <a:pt x="44508" y="41302"/>
                    <a:pt x="58178" y="45884"/>
                    <a:pt x="74230" y="45884"/>
                  </a:cubicBezTo>
                  <a:cubicBezTo>
                    <a:pt x="74828" y="45884"/>
                    <a:pt x="75434" y="45878"/>
                    <a:pt x="76041" y="45864"/>
                  </a:cubicBezTo>
                  <a:cubicBezTo>
                    <a:pt x="92973" y="45507"/>
                    <a:pt x="107630" y="40953"/>
                    <a:pt x="119603" y="32334"/>
                  </a:cubicBezTo>
                  <a:cubicBezTo>
                    <a:pt x="123430" y="29580"/>
                    <a:pt x="127160" y="26462"/>
                    <a:pt x="130767" y="23446"/>
                  </a:cubicBezTo>
                  <a:cubicBezTo>
                    <a:pt x="133490" y="21168"/>
                    <a:pt x="136306" y="18812"/>
                    <a:pt x="139143" y="16633"/>
                  </a:cubicBezTo>
                  <a:cubicBezTo>
                    <a:pt x="142286" y="14218"/>
                    <a:pt x="145678" y="11782"/>
                    <a:pt x="149569" y="10839"/>
                  </a:cubicBezTo>
                  <a:cubicBezTo>
                    <a:pt x="151002" y="10492"/>
                    <a:pt x="152486" y="10318"/>
                    <a:pt x="154040" y="10318"/>
                  </a:cubicBezTo>
                  <a:cubicBezTo>
                    <a:pt x="155718" y="10318"/>
                    <a:pt x="157477" y="10521"/>
                    <a:pt x="159345" y="10926"/>
                  </a:cubicBezTo>
                  <a:cubicBezTo>
                    <a:pt x="163146" y="11754"/>
                    <a:pt x="166866" y="13255"/>
                    <a:pt x="170463" y="14710"/>
                  </a:cubicBezTo>
                  <a:cubicBezTo>
                    <a:pt x="174735" y="16434"/>
                    <a:pt x="179004" y="17813"/>
                    <a:pt x="183149" y="18805"/>
                  </a:cubicBezTo>
                  <a:cubicBezTo>
                    <a:pt x="187035" y="19734"/>
                    <a:pt x="190791" y="20198"/>
                    <a:pt x="194393" y="20198"/>
                  </a:cubicBezTo>
                  <a:cubicBezTo>
                    <a:pt x="198045" y="20198"/>
                    <a:pt x="201538" y="19721"/>
                    <a:pt x="204846" y="18766"/>
                  </a:cubicBezTo>
                  <a:cubicBezTo>
                    <a:pt x="206788" y="18205"/>
                    <a:pt x="208062" y="17332"/>
                    <a:pt x="208634" y="16167"/>
                  </a:cubicBezTo>
                  <a:cubicBezTo>
                    <a:pt x="209095" y="15229"/>
                    <a:pt x="209080" y="14117"/>
                    <a:pt x="208584" y="12865"/>
                  </a:cubicBezTo>
                  <a:cubicBezTo>
                    <a:pt x="207441" y="9969"/>
                    <a:pt x="204404" y="8376"/>
                    <a:pt x="202188" y="7211"/>
                  </a:cubicBezTo>
                  <a:lnTo>
                    <a:pt x="201831" y="7024"/>
                  </a:lnTo>
                  <a:cubicBezTo>
                    <a:pt x="194760" y="3289"/>
                    <a:pt x="188306" y="1132"/>
                    <a:pt x="182098" y="427"/>
                  </a:cubicBezTo>
                  <a:cubicBezTo>
                    <a:pt x="179239" y="102"/>
                    <a:pt x="176384" y="0"/>
                    <a:pt x="1736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19"/>
            <p:cNvSpPr/>
            <p:nvPr/>
          </p:nvSpPr>
          <p:spPr>
            <a:xfrm flipH="1">
              <a:off x="8384687" y="2373130"/>
              <a:ext cx="807313" cy="330705"/>
            </a:xfrm>
            <a:custGeom>
              <a:rect b="b" l="l" r="r" t="t"/>
              <a:pathLst>
                <a:path extrusionOk="0" h="8264" w="20174">
                  <a:moveTo>
                    <a:pt x="10888" y="404"/>
                  </a:moveTo>
                  <a:cubicBezTo>
                    <a:pt x="11749" y="404"/>
                    <a:pt x="12597" y="461"/>
                    <a:pt x="13422" y="602"/>
                  </a:cubicBezTo>
                  <a:cubicBezTo>
                    <a:pt x="15472" y="954"/>
                    <a:pt x="17153" y="1897"/>
                    <a:pt x="18413" y="3404"/>
                  </a:cubicBezTo>
                  <a:cubicBezTo>
                    <a:pt x="19054" y="4170"/>
                    <a:pt x="19787" y="5267"/>
                    <a:pt x="19634" y="6147"/>
                  </a:cubicBezTo>
                  <a:cubicBezTo>
                    <a:pt x="19567" y="6546"/>
                    <a:pt x="19324" y="6863"/>
                    <a:pt x="18894" y="7118"/>
                  </a:cubicBezTo>
                  <a:cubicBezTo>
                    <a:pt x="17704" y="7820"/>
                    <a:pt x="16206" y="7861"/>
                    <a:pt x="14950" y="7861"/>
                  </a:cubicBezTo>
                  <a:cubicBezTo>
                    <a:pt x="14860" y="7861"/>
                    <a:pt x="14771" y="7861"/>
                    <a:pt x="14684" y="7861"/>
                  </a:cubicBezTo>
                  <a:cubicBezTo>
                    <a:pt x="13289" y="7856"/>
                    <a:pt x="11866" y="7753"/>
                    <a:pt x="10488" y="7653"/>
                  </a:cubicBezTo>
                  <a:cubicBezTo>
                    <a:pt x="9887" y="7608"/>
                    <a:pt x="9287" y="7565"/>
                    <a:pt x="8687" y="7529"/>
                  </a:cubicBezTo>
                  <a:cubicBezTo>
                    <a:pt x="5827" y="7359"/>
                    <a:pt x="3245" y="7206"/>
                    <a:pt x="649" y="7206"/>
                  </a:cubicBezTo>
                  <a:cubicBezTo>
                    <a:pt x="568" y="7206"/>
                    <a:pt x="486" y="7206"/>
                    <a:pt x="405" y="7206"/>
                  </a:cubicBezTo>
                  <a:lnTo>
                    <a:pt x="405" y="1428"/>
                  </a:lnTo>
                  <a:cubicBezTo>
                    <a:pt x="2017" y="1368"/>
                    <a:pt x="3674" y="1139"/>
                    <a:pt x="5280" y="919"/>
                  </a:cubicBezTo>
                  <a:cubicBezTo>
                    <a:pt x="7141" y="665"/>
                    <a:pt x="9044" y="404"/>
                    <a:pt x="10888" y="404"/>
                  </a:cubicBezTo>
                  <a:close/>
                  <a:moveTo>
                    <a:pt x="10888" y="1"/>
                  </a:moveTo>
                  <a:cubicBezTo>
                    <a:pt x="9018" y="1"/>
                    <a:pt x="7099" y="265"/>
                    <a:pt x="5223" y="522"/>
                  </a:cubicBezTo>
                  <a:cubicBezTo>
                    <a:pt x="3564" y="751"/>
                    <a:pt x="1848" y="984"/>
                    <a:pt x="195" y="1034"/>
                  </a:cubicBezTo>
                  <a:lnTo>
                    <a:pt x="1" y="1039"/>
                  </a:lnTo>
                  <a:lnTo>
                    <a:pt x="1" y="7612"/>
                  </a:lnTo>
                  <a:lnTo>
                    <a:pt x="202" y="7612"/>
                  </a:lnTo>
                  <a:cubicBezTo>
                    <a:pt x="266" y="7612"/>
                    <a:pt x="330" y="7612"/>
                    <a:pt x="393" y="7612"/>
                  </a:cubicBezTo>
                  <a:cubicBezTo>
                    <a:pt x="3056" y="7612"/>
                    <a:pt x="5717" y="7756"/>
                    <a:pt x="8664" y="7932"/>
                  </a:cubicBezTo>
                  <a:cubicBezTo>
                    <a:pt x="9261" y="7968"/>
                    <a:pt x="9860" y="8012"/>
                    <a:pt x="10460" y="8055"/>
                  </a:cubicBezTo>
                  <a:cubicBezTo>
                    <a:pt x="11844" y="8155"/>
                    <a:pt x="13275" y="8259"/>
                    <a:pt x="14682" y="8264"/>
                  </a:cubicBezTo>
                  <a:lnTo>
                    <a:pt x="14998" y="8264"/>
                  </a:lnTo>
                  <a:cubicBezTo>
                    <a:pt x="16295" y="8264"/>
                    <a:pt x="17831" y="8211"/>
                    <a:pt x="19096" y="7463"/>
                  </a:cubicBezTo>
                  <a:cubicBezTo>
                    <a:pt x="19626" y="7152"/>
                    <a:pt x="19940" y="6730"/>
                    <a:pt x="20030" y="6216"/>
                  </a:cubicBezTo>
                  <a:cubicBezTo>
                    <a:pt x="20173" y="5387"/>
                    <a:pt x="19732" y="4354"/>
                    <a:pt x="18720" y="3145"/>
                  </a:cubicBezTo>
                  <a:cubicBezTo>
                    <a:pt x="17395" y="1562"/>
                    <a:pt x="15637" y="574"/>
                    <a:pt x="13488" y="205"/>
                  </a:cubicBezTo>
                  <a:cubicBezTo>
                    <a:pt x="12639" y="59"/>
                    <a:pt x="11769" y="1"/>
                    <a:pt x="108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19"/>
            <p:cNvSpPr/>
            <p:nvPr/>
          </p:nvSpPr>
          <p:spPr>
            <a:xfrm flipH="1">
              <a:off x="-185941" y="2027935"/>
              <a:ext cx="9377861" cy="2035410"/>
            </a:xfrm>
            <a:custGeom>
              <a:rect b="b" l="l" r="r" t="t"/>
              <a:pathLst>
                <a:path extrusionOk="0" h="50863" w="234344">
                  <a:moveTo>
                    <a:pt x="233940" y="621"/>
                  </a:moveTo>
                  <a:lnTo>
                    <a:pt x="233940" y="12077"/>
                  </a:lnTo>
                  <a:cubicBezTo>
                    <a:pt x="232371" y="13846"/>
                    <a:pt x="230619" y="15358"/>
                    <a:pt x="228734" y="16565"/>
                  </a:cubicBezTo>
                  <a:cubicBezTo>
                    <a:pt x="224484" y="19289"/>
                    <a:pt x="219376" y="20857"/>
                    <a:pt x="213122" y="21360"/>
                  </a:cubicBezTo>
                  <a:cubicBezTo>
                    <a:pt x="211653" y="21479"/>
                    <a:pt x="210146" y="21539"/>
                    <a:pt x="208580" y="21539"/>
                  </a:cubicBezTo>
                  <a:cubicBezTo>
                    <a:pt x="205000" y="21539"/>
                    <a:pt x="201109" y="21226"/>
                    <a:pt x="196647" y="20590"/>
                  </a:cubicBezTo>
                  <a:lnTo>
                    <a:pt x="196529" y="20574"/>
                  </a:lnTo>
                  <a:cubicBezTo>
                    <a:pt x="194477" y="20283"/>
                    <a:pt x="192356" y="19981"/>
                    <a:pt x="190306" y="19457"/>
                  </a:cubicBezTo>
                  <a:cubicBezTo>
                    <a:pt x="188131" y="18901"/>
                    <a:pt x="186302" y="18457"/>
                    <a:pt x="184446" y="18095"/>
                  </a:cubicBezTo>
                  <a:cubicBezTo>
                    <a:pt x="182413" y="17700"/>
                    <a:pt x="180221" y="17338"/>
                    <a:pt x="178016" y="17338"/>
                  </a:cubicBezTo>
                  <a:cubicBezTo>
                    <a:pt x="177942" y="17338"/>
                    <a:pt x="177867" y="17339"/>
                    <a:pt x="177792" y="17340"/>
                  </a:cubicBezTo>
                  <a:cubicBezTo>
                    <a:pt x="176496" y="17354"/>
                    <a:pt x="174542" y="17378"/>
                    <a:pt x="173323" y="18637"/>
                  </a:cubicBezTo>
                  <a:cubicBezTo>
                    <a:pt x="172261" y="19733"/>
                    <a:pt x="172397" y="21555"/>
                    <a:pt x="173080" y="22788"/>
                  </a:cubicBezTo>
                  <a:cubicBezTo>
                    <a:pt x="174004" y="24459"/>
                    <a:pt x="175665" y="25395"/>
                    <a:pt x="177319" y="26158"/>
                  </a:cubicBezTo>
                  <a:cubicBezTo>
                    <a:pt x="180088" y="27433"/>
                    <a:pt x="183032" y="28076"/>
                    <a:pt x="185878" y="28699"/>
                  </a:cubicBezTo>
                  <a:cubicBezTo>
                    <a:pt x="186544" y="28844"/>
                    <a:pt x="187205" y="28990"/>
                    <a:pt x="187866" y="29142"/>
                  </a:cubicBezTo>
                  <a:cubicBezTo>
                    <a:pt x="191326" y="29942"/>
                    <a:pt x="194903" y="30405"/>
                    <a:pt x="198362" y="30852"/>
                  </a:cubicBezTo>
                  <a:lnTo>
                    <a:pt x="199879" y="31048"/>
                  </a:lnTo>
                  <a:cubicBezTo>
                    <a:pt x="203501" y="31524"/>
                    <a:pt x="207493" y="31975"/>
                    <a:pt x="212443" y="32469"/>
                  </a:cubicBezTo>
                  <a:cubicBezTo>
                    <a:pt x="216296" y="32854"/>
                    <a:pt x="220110" y="33192"/>
                    <a:pt x="223683" y="33505"/>
                  </a:cubicBezTo>
                  <a:cubicBezTo>
                    <a:pt x="226437" y="33747"/>
                    <a:pt x="229366" y="34040"/>
                    <a:pt x="232268" y="34727"/>
                  </a:cubicBezTo>
                  <a:cubicBezTo>
                    <a:pt x="232812" y="34856"/>
                    <a:pt x="233374" y="35011"/>
                    <a:pt x="233940" y="35186"/>
                  </a:cubicBezTo>
                  <a:lnTo>
                    <a:pt x="233940" y="50330"/>
                  </a:lnTo>
                  <a:cubicBezTo>
                    <a:pt x="227593" y="48509"/>
                    <a:pt x="220754" y="46238"/>
                    <a:pt x="213042" y="43386"/>
                  </a:cubicBezTo>
                  <a:cubicBezTo>
                    <a:pt x="208088" y="41555"/>
                    <a:pt x="202988" y="39512"/>
                    <a:pt x="197884" y="37317"/>
                  </a:cubicBezTo>
                  <a:cubicBezTo>
                    <a:pt x="195613" y="36339"/>
                    <a:pt x="193318" y="35281"/>
                    <a:pt x="191099" y="34257"/>
                  </a:cubicBezTo>
                  <a:cubicBezTo>
                    <a:pt x="188401" y="33014"/>
                    <a:pt x="185611" y="31726"/>
                    <a:pt x="182833" y="30573"/>
                  </a:cubicBezTo>
                  <a:cubicBezTo>
                    <a:pt x="172649" y="26340"/>
                    <a:pt x="162754" y="24195"/>
                    <a:pt x="153409" y="24195"/>
                  </a:cubicBezTo>
                  <a:cubicBezTo>
                    <a:pt x="153178" y="24195"/>
                    <a:pt x="152948" y="24197"/>
                    <a:pt x="152719" y="24198"/>
                  </a:cubicBezTo>
                  <a:cubicBezTo>
                    <a:pt x="142080" y="24319"/>
                    <a:pt x="132064" y="27884"/>
                    <a:pt x="122824" y="31721"/>
                  </a:cubicBezTo>
                  <a:cubicBezTo>
                    <a:pt x="112729" y="35913"/>
                    <a:pt x="102805" y="39822"/>
                    <a:pt x="92400" y="41608"/>
                  </a:cubicBezTo>
                  <a:cubicBezTo>
                    <a:pt x="82867" y="43244"/>
                    <a:pt x="72721" y="44299"/>
                    <a:pt x="61383" y="44830"/>
                  </a:cubicBezTo>
                  <a:cubicBezTo>
                    <a:pt x="58519" y="44965"/>
                    <a:pt x="55783" y="45032"/>
                    <a:pt x="53152" y="45032"/>
                  </a:cubicBezTo>
                  <a:cubicBezTo>
                    <a:pt x="45012" y="45032"/>
                    <a:pt x="37887" y="44383"/>
                    <a:pt x="31169" y="43050"/>
                  </a:cubicBezTo>
                  <a:cubicBezTo>
                    <a:pt x="24718" y="41770"/>
                    <a:pt x="18066" y="39641"/>
                    <a:pt x="11397" y="36720"/>
                  </a:cubicBezTo>
                  <a:cubicBezTo>
                    <a:pt x="7680" y="35093"/>
                    <a:pt x="3780" y="33224"/>
                    <a:pt x="405" y="30582"/>
                  </a:cubicBezTo>
                  <a:lnTo>
                    <a:pt x="405" y="21725"/>
                  </a:lnTo>
                  <a:cubicBezTo>
                    <a:pt x="5173" y="23118"/>
                    <a:pt x="10001" y="24631"/>
                    <a:pt x="14673" y="26094"/>
                  </a:cubicBezTo>
                  <a:cubicBezTo>
                    <a:pt x="18472" y="27283"/>
                    <a:pt x="22397" y="28512"/>
                    <a:pt x="26269" y="29670"/>
                  </a:cubicBezTo>
                  <a:cubicBezTo>
                    <a:pt x="42759" y="34607"/>
                    <a:pt x="58954" y="38982"/>
                    <a:pt x="74991" y="38982"/>
                  </a:cubicBezTo>
                  <a:cubicBezTo>
                    <a:pt x="78823" y="38982"/>
                    <a:pt x="82649" y="38732"/>
                    <a:pt x="86466" y="38179"/>
                  </a:cubicBezTo>
                  <a:cubicBezTo>
                    <a:pt x="95509" y="36872"/>
                    <a:pt x="104228" y="33938"/>
                    <a:pt x="112383" y="29455"/>
                  </a:cubicBezTo>
                  <a:cubicBezTo>
                    <a:pt x="116730" y="27066"/>
                    <a:pt x="120985" y="24195"/>
                    <a:pt x="125029" y="20922"/>
                  </a:cubicBezTo>
                  <a:cubicBezTo>
                    <a:pt x="126767" y="19511"/>
                    <a:pt x="128488" y="17994"/>
                    <a:pt x="130152" y="16524"/>
                  </a:cubicBezTo>
                  <a:cubicBezTo>
                    <a:pt x="131788" y="15078"/>
                    <a:pt x="133483" y="13582"/>
                    <a:pt x="135190" y="12196"/>
                  </a:cubicBezTo>
                  <a:cubicBezTo>
                    <a:pt x="137654" y="10200"/>
                    <a:pt x="140969" y="7788"/>
                    <a:pt x="144768" y="6873"/>
                  </a:cubicBezTo>
                  <a:cubicBezTo>
                    <a:pt x="145990" y="6580"/>
                    <a:pt x="147258" y="6432"/>
                    <a:pt x="148594" y="6432"/>
                  </a:cubicBezTo>
                  <a:cubicBezTo>
                    <a:pt x="151134" y="6432"/>
                    <a:pt x="153922" y="6966"/>
                    <a:pt x="157120" y="8052"/>
                  </a:cubicBezTo>
                  <a:cubicBezTo>
                    <a:pt x="165254" y="10813"/>
                    <a:pt x="174727" y="13878"/>
                    <a:pt x="184226" y="15304"/>
                  </a:cubicBezTo>
                  <a:cubicBezTo>
                    <a:pt x="187914" y="15858"/>
                    <a:pt x="191419" y="16136"/>
                    <a:pt x="194766" y="16136"/>
                  </a:cubicBezTo>
                  <a:cubicBezTo>
                    <a:pt x="200932" y="16136"/>
                    <a:pt x="206557" y="15192"/>
                    <a:pt x="211781" y="13295"/>
                  </a:cubicBezTo>
                  <a:cubicBezTo>
                    <a:pt x="216509" y="11579"/>
                    <a:pt x="220789" y="8892"/>
                    <a:pt x="224351" y="6492"/>
                  </a:cubicBezTo>
                  <a:cubicBezTo>
                    <a:pt x="224766" y="6212"/>
                    <a:pt x="225182" y="5928"/>
                    <a:pt x="225598" y="5645"/>
                  </a:cubicBezTo>
                  <a:cubicBezTo>
                    <a:pt x="228277" y="3826"/>
                    <a:pt x="231045" y="1944"/>
                    <a:pt x="233940" y="621"/>
                  </a:cubicBezTo>
                  <a:close/>
                  <a:moveTo>
                    <a:pt x="234344" y="1"/>
                  </a:moveTo>
                  <a:lnTo>
                    <a:pt x="234062" y="127"/>
                  </a:lnTo>
                  <a:cubicBezTo>
                    <a:pt x="231032" y="1470"/>
                    <a:pt x="228156" y="3423"/>
                    <a:pt x="225375" y="5313"/>
                  </a:cubicBezTo>
                  <a:cubicBezTo>
                    <a:pt x="224959" y="5595"/>
                    <a:pt x="224545" y="5878"/>
                    <a:pt x="224128" y="6158"/>
                  </a:cubicBezTo>
                  <a:cubicBezTo>
                    <a:pt x="220589" y="8544"/>
                    <a:pt x="216336" y="11214"/>
                    <a:pt x="211647" y="12916"/>
                  </a:cubicBezTo>
                  <a:cubicBezTo>
                    <a:pt x="206466" y="14796"/>
                    <a:pt x="200885" y="15732"/>
                    <a:pt x="194765" y="15732"/>
                  </a:cubicBezTo>
                  <a:cubicBezTo>
                    <a:pt x="191440" y="15732"/>
                    <a:pt x="187955" y="15456"/>
                    <a:pt x="184289" y="14905"/>
                  </a:cubicBezTo>
                  <a:cubicBezTo>
                    <a:pt x="174822" y="13485"/>
                    <a:pt x="165370" y="10424"/>
                    <a:pt x="157251" y="7671"/>
                  </a:cubicBezTo>
                  <a:cubicBezTo>
                    <a:pt x="154011" y="6571"/>
                    <a:pt x="151182" y="6028"/>
                    <a:pt x="148600" y="6028"/>
                  </a:cubicBezTo>
                  <a:cubicBezTo>
                    <a:pt x="147230" y="6028"/>
                    <a:pt x="145930" y="6181"/>
                    <a:pt x="144675" y="6483"/>
                  </a:cubicBezTo>
                  <a:cubicBezTo>
                    <a:pt x="140797" y="7416"/>
                    <a:pt x="137434" y="9860"/>
                    <a:pt x="134939" y="11886"/>
                  </a:cubicBezTo>
                  <a:cubicBezTo>
                    <a:pt x="133224" y="13277"/>
                    <a:pt x="131528" y="14775"/>
                    <a:pt x="129887" y="16224"/>
                  </a:cubicBezTo>
                  <a:cubicBezTo>
                    <a:pt x="128225" y="17690"/>
                    <a:pt x="126509" y="19207"/>
                    <a:pt x="124774" y="20610"/>
                  </a:cubicBezTo>
                  <a:cubicBezTo>
                    <a:pt x="120749" y="23869"/>
                    <a:pt x="116514" y="26727"/>
                    <a:pt x="112189" y="29105"/>
                  </a:cubicBezTo>
                  <a:cubicBezTo>
                    <a:pt x="104076" y="33564"/>
                    <a:pt x="95402" y="36484"/>
                    <a:pt x="86407" y="37785"/>
                  </a:cubicBezTo>
                  <a:cubicBezTo>
                    <a:pt x="82611" y="38334"/>
                    <a:pt x="78806" y="38583"/>
                    <a:pt x="74991" y="38583"/>
                  </a:cubicBezTo>
                  <a:cubicBezTo>
                    <a:pt x="59005" y="38583"/>
                    <a:pt x="42843" y="34216"/>
                    <a:pt x="26384" y="29289"/>
                  </a:cubicBezTo>
                  <a:cubicBezTo>
                    <a:pt x="22516" y="28130"/>
                    <a:pt x="18589" y="26901"/>
                    <a:pt x="14793" y="25711"/>
                  </a:cubicBezTo>
                  <a:cubicBezTo>
                    <a:pt x="10035" y="24222"/>
                    <a:pt x="5116" y="22681"/>
                    <a:pt x="257" y="21265"/>
                  </a:cubicBezTo>
                  <a:lnTo>
                    <a:pt x="0" y="21189"/>
                  </a:lnTo>
                  <a:lnTo>
                    <a:pt x="0" y="30778"/>
                  </a:lnTo>
                  <a:lnTo>
                    <a:pt x="77" y="30839"/>
                  </a:lnTo>
                  <a:cubicBezTo>
                    <a:pt x="3505" y="33541"/>
                    <a:pt x="7466" y="35440"/>
                    <a:pt x="11235" y="37090"/>
                  </a:cubicBezTo>
                  <a:cubicBezTo>
                    <a:pt x="17931" y="40022"/>
                    <a:pt x="24610" y="42161"/>
                    <a:pt x="31090" y="43447"/>
                  </a:cubicBezTo>
                  <a:cubicBezTo>
                    <a:pt x="37834" y="44786"/>
                    <a:pt x="44983" y="45437"/>
                    <a:pt x="53148" y="45437"/>
                  </a:cubicBezTo>
                  <a:cubicBezTo>
                    <a:pt x="55786" y="45437"/>
                    <a:pt x="58530" y="45369"/>
                    <a:pt x="61401" y="45235"/>
                  </a:cubicBezTo>
                  <a:cubicBezTo>
                    <a:pt x="72756" y="44700"/>
                    <a:pt x="82917" y="43644"/>
                    <a:pt x="92467" y="42007"/>
                  </a:cubicBezTo>
                  <a:cubicBezTo>
                    <a:pt x="102913" y="40214"/>
                    <a:pt x="112861" y="36296"/>
                    <a:pt x="122978" y="32095"/>
                  </a:cubicBezTo>
                  <a:cubicBezTo>
                    <a:pt x="132181" y="28274"/>
                    <a:pt x="142153" y="24722"/>
                    <a:pt x="152725" y="24602"/>
                  </a:cubicBezTo>
                  <a:cubicBezTo>
                    <a:pt x="152952" y="24600"/>
                    <a:pt x="153179" y="24598"/>
                    <a:pt x="153407" y="24598"/>
                  </a:cubicBezTo>
                  <a:cubicBezTo>
                    <a:pt x="162694" y="24598"/>
                    <a:pt x="172541" y="26730"/>
                    <a:pt x="182679" y="30945"/>
                  </a:cubicBezTo>
                  <a:cubicBezTo>
                    <a:pt x="185447" y="32095"/>
                    <a:pt x="188234" y="33381"/>
                    <a:pt x="190930" y="34624"/>
                  </a:cubicBezTo>
                  <a:cubicBezTo>
                    <a:pt x="193152" y="35649"/>
                    <a:pt x="195448" y="36707"/>
                    <a:pt x="197726" y="37686"/>
                  </a:cubicBezTo>
                  <a:cubicBezTo>
                    <a:pt x="202837" y="39885"/>
                    <a:pt x="207942" y="41928"/>
                    <a:pt x="212901" y="43763"/>
                  </a:cubicBezTo>
                  <a:cubicBezTo>
                    <a:pt x="220729" y="46656"/>
                    <a:pt x="227658" y="48955"/>
                    <a:pt x="234085" y="50788"/>
                  </a:cubicBezTo>
                  <a:lnTo>
                    <a:pt x="234341" y="50863"/>
                  </a:lnTo>
                  <a:lnTo>
                    <a:pt x="234344" y="50863"/>
                  </a:lnTo>
                  <a:lnTo>
                    <a:pt x="234344" y="34896"/>
                  </a:lnTo>
                  <a:lnTo>
                    <a:pt x="234204" y="34850"/>
                  </a:lnTo>
                  <a:cubicBezTo>
                    <a:pt x="233582" y="34654"/>
                    <a:pt x="232962" y="34481"/>
                    <a:pt x="232362" y="34340"/>
                  </a:cubicBezTo>
                  <a:cubicBezTo>
                    <a:pt x="229433" y="33647"/>
                    <a:pt x="226488" y="33352"/>
                    <a:pt x="223721" y="33110"/>
                  </a:cubicBezTo>
                  <a:cubicBezTo>
                    <a:pt x="220148" y="32797"/>
                    <a:pt x="216338" y="32457"/>
                    <a:pt x="212486" y="32074"/>
                  </a:cubicBezTo>
                  <a:cubicBezTo>
                    <a:pt x="207542" y="31581"/>
                    <a:pt x="203553" y="31128"/>
                    <a:pt x="199935" y="30653"/>
                  </a:cubicBezTo>
                  <a:lnTo>
                    <a:pt x="198416" y="30455"/>
                  </a:lnTo>
                  <a:cubicBezTo>
                    <a:pt x="194968" y="30009"/>
                    <a:pt x="191400" y="29547"/>
                    <a:pt x="187960" y="28753"/>
                  </a:cubicBezTo>
                  <a:cubicBezTo>
                    <a:pt x="187298" y="28602"/>
                    <a:pt x="186634" y="28454"/>
                    <a:pt x="185969" y="28310"/>
                  </a:cubicBezTo>
                  <a:cubicBezTo>
                    <a:pt x="183145" y="27690"/>
                    <a:pt x="180223" y="27051"/>
                    <a:pt x="177494" y="25795"/>
                  </a:cubicBezTo>
                  <a:cubicBezTo>
                    <a:pt x="176009" y="25111"/>
                    <a:pt x="174350" y="24245"/>
                    <a:pt x="173437" y="22596"/>
                  </a:cubicBezTo>
                  <a:cubicBezTo>
                    <a:pt x="172829" y="21493"/>
                    <a:pt x="172693" y="19876"/>
                    <a:pt x="173617" y="18921"/>
                  </a:cubicBezTo>
                  <a:cubicBezTo>
                    <a:pt x="174717" y="17783"/>
                    <a:pt x="176574" y="17760"/>
                    <a:pt x="177801" y="17745"/>
                  </a:cubicBezTo>
                  <a:cubicBezTo>
                    <a:pt x="177883" y="17744"/>
                    <a:pt x="177965" y="17744"/>
                    <a:pt x="178047" y="17744"/>
                  </a:cubicBezTo>
                  <a:cubicBezTo>
                    <a:pt x="180223" y="17744"/>
                    <a:pt x="182367" y="18103"/>
                    <a:pt x="184375" y="18494"/>
                  </a:cubicBezTo>
                  <a:cubicBezTo>
                    <a:pt x="186221" y="18853"/>
                    <a:pt x="188043" y="19296"/>
                    <a:pt x="190212" y="19850"/>
                  </a:cubicBezTo>
                  <a:cubicBezTo>
                    <a:pt x="192283" y="20380"/>
                    <a:pt x="194415" y="20683"/>
                    <a:pt x="196477" y="20976"/>
                  </a:cubicBezTo>
                  <a:lnTo>
                    <a:pt x="196594" y="20993"/>
                  </a:lnTo>
                  <a:cubicBezTo>
                    <a:pt x="201071" y="21630"/>
                    <a:pt x="204978" y="21943"/>
                    <a:pt x="208576" y="21943"/>
                  </a:cubicBezTo>
                  <a:cubicBezTo>
                    <a:pt x="210156" y="21943"/>
                    <a:pt x="211676" y="21883"/>
                    <a:pt x="213159" y="21763"/>
                  </a:cubicBezTo>
                  <a:cubicBezTo>
                    <a:pt x="219481" y="21255"/>
                    <a:pt x="224648" y="19666"/>
                    <a:pt x="228956" y="16905"/>
                  </a:cubicBezTo>
                  <a:cubicBezTo>
                    <a:pt x="230892" y="15665"/>
                    <a:pt x="232689" y="14110"/>
                    <a:pt x="234294" y="12287"/>
                  </a:cubicBezTo>
                  <a:lnTo>
                    <a:pt x="234344" y="12230"/>
                  </a:lnTo>
                  <a:lnTo>
                    <a:pt x="23434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19"/>
            <p:cNvSpPr/>
            <p:nvPr/>
          </p:nvSpPr>
          <p:spPr>
            <a:xfrm flipH="1">
              <a:off x="4020138" y="3448055"/>
              <a:ext cx="5171942" cy="1031731"/>
            </a:xfrm>
            <a:custGeom>
              <a:rect b="b" l="l" r="r" t="t"/>
              <a:pathLst>
                <a:path extrusionOk="0" h="25782" w="129242">
                  <a:moveTo>
                    <a:pt x="125667" y="404"/>
                  </a:moveTo>
                  <a:cubicBezTo>
                    <a:pt x="125949" y="404"/>
                    <a:pt x="126232" y="415"/>
                    <a:pt x="126514" y="437"/>
                  </a:cubicBezTo>
                  <a:cubicBezTo>
                    <a:pt x="127419" y="510"/>
                    <a:pt x="128375" y="690"/>
                    <a:pt x="128733" y="1442"/>
                  </a:cubicBezTo>
                  <a:cubicBezTo>
                    <a:pt x="127667" y="1898"/>
                    <a:pt x="126604" y="2366"/>
                    <a:pt x="125540" y="2833"/>
                  </a:cubicBezTo>
                  <a:cubicBezTo>
                    <a:pt x="121951" y="4414"/>
                    <a:pt x="118237" y="6047"/>
                    <a:pt x="114473" y="7141"/>
                  </a:cubicBezTo>
                  <a:cubicBezTo>
                    <a:pt x="113881" y="7314"/>
                    <a:pt x="113286" y="7483"/>
                    <a:pt x="112693" y="7649"/>
                  </a:cubicBezTo>
                  <a:cubicBezTo>
                    <a:pt x="110914" y="8149"/>
                    <a:pt x="109073" y="8666"/>
                    <a:pt x="107278" y="9330"/>
                  </a:cubicBezTo>
                  <a:cubicBezTo>
                    <a:pt x="105183" y="10108"/>
                    <a:pt x="102936" y="11055"/>
                    <a:pt x="100411" y="12228"/>
                  </a:cubicBezTo>
                  <a:cubicBezTo>
                    <a:pt x="97928" y="13381"/>
                    <a:pt x="95424" y="14634"/>
                    <a:pt x="93002" y="15844"/>
                  </a:cubicBezTo>
                  <a:cubicBezTo>
                    <a:pt x="86663" y="19013"/>
                    <a:pt x="80109" y="22288"/>
                    <a:pt x="73322" y="24097"/>
                  </a:cubicBezTo>
                  <a:cubicBezTo>
                    <a:pt x="70106" y="24955"/>
                    <a:pt x="66829" y="25381"/>
                    <a:pt x="63411" y="25381"/>
                  </a:cubicBezTo>
                  <a:cubicBezTo>
                    <a:pt x="61691" y="25381"/>
                    <a:pt x="59935" y="25273"/>
                    <a:pt x="58132" y="25057"/>
                  </a:cubicBezTo>
                  <a:cubicBezTo>
                    <a:pt x="54870" y="24667"/>
                    <a:pt x="51578" y="24000"/>
                    <a:pt x="48394" y="23351"/>
                  </a:cubicBezTo>
                  <a:cubicBezTo>
                    <a:pt x="46720" y="23010"/>
                    <a:pt x="44988" y="22658"/>
                    <a:pt x="43281" y="22351"/>
                  </a:cubicBezTo>
                  <a:cubicBezTo>
                    <a:pt x="38827" y="21551"/>
                    <a:pt x="34306" y="21314"/>
                    <a:pt x="29931" y="21085"/>
                  </a:cubicBezTo>
                  <a:lnTo>
                    <a:pt x="28914" y="21031"/>
                  </a:lnTo>
                  <a:cubicBezTo>
                    <a:pt x="25978" y="20874"/>
                    <a:pt x="23609" y="20501"/>
                    <a:pt x="21462" y="19855"/>
                  </a:cubicBezTo>
                  <a:cubicBezTo>
                    <a:pt x="19489" y="19259"/>
                    <a:pt x="17512" y="18432"/>
                    <a:pt x="15599" y="17635"/>
                  </a:cubicBezTo>
                  <a:cubicBezTo>
                    <a:pt x="15171" y="17457"/>
                    <a:pt x="14747" y="17279"/>
                    <a:pt x="14321" y="17105"/>
                  </a:cubicBezTo>
                  <a:cubicBezTo>
                    <a:pt x="12341" y="16286"/>
                    <a:pt x="10328" y="15433"/>
                    <a:pt x="8383" y="14606"/>
                  </a:cubicBezTo>
                  <a:cubicBezTo>
                    <a:pt x="5772" y="13497"/>
                    <a:pt x="3075" y="12349"/>
                    <a:pt x="404" y="11276"/>
                  </a:cubicBezTo>
                  <a:lnTo>
                    <a:pt x="403" y="11276"/>
                  </a:lnTo>
                  <a:lnTo>
                    <a:pt x="403" y="5584"/>
                  </a:lnTo>
                  <a:cubicBezTo>
                    <a:pt x="967" y="5874"/>
                    <a:pt x="1566" y="6170"/>
                    <a:pt x="2220" y="6484"/>
                  </a:cubicBezTo>
                  <a:cubicBezTo>
                    <a:pt x="2905" y="6811"/>
                    <a:pt x="3592" y="7131"/>
                    <a:pt x="4281" y="7450"/>
                  </a:cubicBezTo>
                  <a:cubicBezTo>
                    <a:pt x="6227" y="8357"/>
                    <a:pt x="8240" y="9293"/>
                    <a:pt x="10153" y="10412"/>
                  </a:cubicBezTo>
                  <a:cubicBezTo>
                    <a:pt x="12434" y="11746"/>
                    <a:pt x="14871" y="13148"/>
                    <a:pt x="17395" y="14337"/>
                  </a:cubicBezTo>
                  <a:cubicBezTo>
                    <a:pt x="25707" y="18255"/>
                    <a:pt x="35202" y="20169"/>
                    <a:pt x="46355" y="20169"/>
                  </a:cubicBezTo>
                  <a:cubicBezTo>
                    <a:pt x="47079" y="20169"/>
                    <a:pt x="47811" y="20161"/>
                    <a:pt x="48549" y="20145"/>
                  </a:cubicBezTo>
                  <a:cubicBezTo>
                    <a:pt x="59131" y="19914"/>
                    <a:pt x="70411" y="17805"/>
                    <a:pt x="84049" y="13504"/>
                  </a:cubicBezTo>
                  <a:cubicBezTo>
                    <a:pt x="89815" y="11685"/>
                    <a:pt x="95612" y="9562"/>
                    <a:pt x="101217" y="7507"/>
                  </a:cubicBezTo>
                  <a:cubicBezTo>
                    <a:pt x="104315" y="6374"/>
                    <a:pt x="107517" y="5200"/>
                    <a:pt x="110679" y="4091"/>
                  </a:cubicBezTo>
                  <a:cubicBezTo>
                    <a:pt x="114143" y="2876"/>
                    <a:pt x="117874" y="1648"/>
                    <a:pt x="121675" y="895"/>
                  </a:cubicBezTo>
                  <a:cubicBezTo>
                    <a:pt x="122896" y="652"/>
                    <a:pt x="124279" y="404"/>
                    <a:pt x="125667" y="404"/>
                  </a:cubicBezTo>
                  <a:close/>
                  <a:moveTo>
                    <a:pt x="125672" y="1"/>
                  </a:moveTo>
                  <a:cubicBezTo>
                    <a:pt x="124248" y="1"/>
                    <a:pt x="122839" y="252"/>
                    <a:pt x="121598" y="497"/>
                  </a:cubicBezTo>
                  <a:cubicBezTo>
                    <a:pt x="117773" y="1256"/>
                    <a:pt x="114025" y="2491"/>
                    <a:pt x="110546" y="3711"/>
                  </a:cubicBezTo>
                  <a:cubicBezTo>
                    <a:pt x="107384" y="4820"/>
                    <a:pt x="104179" y="5993"/>
                    <a:pt x="101080" y="7129"/>
                  </a:cubicBezTo>
                  <a:cubicBezTo>
                    <a:pt x="95477" y="9180"/>
                    <a:pt x="89685" y="11305"/>
                    <a:pt x="83929" y="13120"/>
                  </a:cubicBezTo>
                  <a:cubicBezTo>
                    <a:pt x="70328" y="17407"/>
                    <a:pt x="59084" y="19512"/>
                    <a:pt x="48540" y="19742"/>
                  </a:cubicBezTo>
                  <a:cubicBezTo>
                    <a:pt x="47811" y="19758"/>
                    <a:pt x="47089" y="19766"/>
                    <a:pt x="46374" y="19766"/>
                  </a:cubicBezTo>
                  <a:cubicBezTo>
                    <a:pt x="35268" y="19766"/>
                    <a:pt x="25827" y="17865"/>
                    <a:pt x="17567" y="13971"/>
                  </a:cubicBezTo>
                  <a:cubicBezTo>
                    <a:pt x="15057" y="12788"/>
                    <a:pt x="12628" y="11391"/>
                    <a:pt x="10355" y="10062"/>
                  </a:cubicBezTo>
                  <a:cubicBezTo>
                    <a:pt x="8426" y="8935"/>
                    <a:pt x="6404" y="7993"/>
                    <a:pt x="4448" y="7084"/>
                  </a:cubicBezTo>
                  <a:cubicBezTo>
                    <a:pt x="3762" y="6767"/>
                    <a:pt x="3076" y="6447"/>
                    <a:pt x="2395" y="6120"/>
                  </a:cubicBezTo>
                  <a:cubicBezTo>
                    <a:pt x="1626" y="5754"/>
                    <a:pt x="940" y="5411"/>
                    <a:pt x="294" y="5075"/>
                  </a:cubicBezTo>
                  <a:lnTo>
                    <a:pt x="0" y="4921"/>
                  </a:lnTo>
                  <a:lnTo>
                    <a:pt x="0" y="11545"/>
                  </a:lnTo>
                  <a:lnTo>
                    <a:pt x="126" y="11595"/>
                  </a:lnTo>
                  <a:cubicBezTo>
                    <a:pt x="2833" y="12684"/>
                    <a:pt x="5574" y="13848"/>
                    <a:pt x="8224" y="14973"/>
                  </a:cubicBezTo>
                  <a:cubicBezTo>
                    <a:pt x="10170" y="15801"/>
                    <a:pt x="12184" y="16656"/>
                    <a:pt x="14167" y="17473"/>
                  </a:cubicBezTo>
                  <a:cubicBezTo>
                    <a:pt x="14591" y="17649"/>
                    <a:pt x="15016" y="17828"/>
                    <a:pt x="15441" y="18003"/>
                  </a:cubicBezTo>
                  <a:cubicBezTo>
                    <a:pt x="17363" y="18808"/>
                    <a:pt x="19349" y="19638"/>
                    <a:pt x="21344" y="20238"/>
                  </a:cubicBezTo>
                  <a:cubicBezTo>
                    <a:pt x="23523" y="20895"/>
                    <a:pt x="25922" y="21274"/>
                    <a:pt x="28892" y="21431"/>
                  </a:cubicBezTo>
                  <a:lnTo>
                    <a:pt x="29910" y="21485"/>
                  </a:lnTo>
                  <a:cubicBezTo>
                    <a:pt x="34272" y="21714"/>
                    <a:pt x="38783" y="21950"/>
                    <a:pt x="43209" y="22746"/>
                  </a:cubicBezTo>
                  <a:cubicBezTo>
                    <a:pt x="44912" y="23053"/>
                    <a:pt x="46641" y="23406"/>
                    <a:pt x="48313" y="23744"/>
                  </a:cubicBezTo>
                  <a:cubicBezTo>
                    <a:pt x="51505" y="24393"/>
                    <a:pt x="54806" y="25065"/>
                    <a:pt x="58085" y="25456"/>
                  </a:cubicBezTo>
                  <a:cubicBezTo>
                    <a:pt x="59905" y="25673"/>
                    <a:pt x="61677" y="25782"/>
                    <a:pt x="63414" y="25782"/>
                  </a:cubicBezTo>
                  <a:cubicBezTo>
                    <a:pt x="66866" y="25782"/>
                    <a:pt x="70177" y="25352"/>
                    <a:pt x="73425" y="24486"/>
                  </a:cubicBezTo>
                  <a:cubicBezTo>
                    <a:pt x="80253" y="22666"/>
                    <a:pt x="86826" y="19379"/>
                    <a:pt x="93183" y="16202"/>
                  </a:cubicBezTo>
                  <a:cubicBezTo>
                    <a:pt x="95603" y="14991"/>
                    <a:pt x="98105" y="13741"/>
                    <a:pt x="100582" y="12591"/>
                  </a:cubicBezTo>
                  <a:cubicBezTo>
                    <a:pt x="103097" y="11422"/>
                    <a:pt x="105333" y="10479"/>
                    <a:pt x="107419" y="9706"/>
                  </a:cubicBezTo>
                  <a:cubicBezTo>
                    <a:pt x="109198" y="9046"/>
                    <a:pt x="111031" y="8532"/>
                    <a:pt x="112803" y="8033"/>
                  </a:cubicBezTo>
                  <a:cubicBezTo>
                    <a:pt x="113399" y="7867"/>
                    <a:pt x="113993" y="7699"/>
                    <a:pt x="114588" y="7526"/>
                  </a:cubicBezTo>
                  <a:cubicBezTo>
                    <a:pt x="118376" y="6424"/>
                    <a:pt x="122102" y="4784"/>
                    <a:pt x="125704" y="3199"/>
                  </a:cubicBezTo>
                  <a:cubicBezTo>
                    <a:pt x="126826" y="2705"/>
                    <a:pt x="127947" y="2212"/>
                    <a:pt x="129073" y="1733"/>
                  </a:cubicBezTo>
                  <a:lnTo>
                    <a:pt x="129242" y="1662"/>
                  </a:lnTo>
                  <a:lnTo>
                    <a:pt x="129185" y="1488"/>
                  </a:lnTo>
                  <a:cubicBezTo>
                    <a:pt x="128775" y="216"/>
                    <a:pt x="127216" y="89"/>
                    <a:pt x="126549" y="34"/>
                  </a:cubicBezTo>
                  <a:cubicBezTo>
                    <a:pt x="126257" y="11"/>
                    <a:pt x="125964" y="1"/>
                    <a:pt x="1256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19"/>
            <p:cNvSpPr/>
            <p:nvPr/>
          </p:nvSpPr>
          <p:spPr>
            <a:xfrm flipH="1">
              <a:off x="-186021" y="3773081"/>
              <a:ext cx="9378021" cy="2233737"/>
            </a:xfrm>
            <a:custGeom>
              <a:rect b="b" l="l" r="r" t="t"/>
              <a:pathLst>
                <a:path extrusionOk="0" h="55819" w="234348">
                  <a:moveTo>
                    <a:pt x="144981" y="403"/>
                  </a:moveTo>
                  <a:cubicBezTo>
                    <a:pt x="150962" y="403"/>
                    <a:pt x="156924" y="882"/>
                    <a:pt x="162787" y="1836"/>
                  </a:cubicBezTo>
                  <a:cubicBezTo>
                    <a:pt x="170740" y="3127"/>
                    <a:pt x="179016" y="5583"/>
                    <a:pt x="189615" y="9797"/>
                  </a:cubicBezTo>
                  <a:cubicBezTo>
                    <a:pt x="198427" y="13299"/>
                    <a:pt x="207411" y="17431"/>
                    <a:pt x="216323" y="22082"/>
                  </a:cubicBezTo>
                  <a:lnTo>
                    <a:pt x="218254" y="23088"/>
                  </a:lnTo>
                  <a:cubicBezTo>
                    <a:pt x="223483" y="25804"/>
                    <a:pt x="228885" y="28612"/>
                    <a:pt x="233942" y="32005"/>
                  </a:cubicBezTo>
                  <a:lnTo>
                    <a:pt x="233942" y="40242"/>
                  </a:lnTo>
                  <a:cubicBezTo>
                    <a:pt x="230357" y="38005"/>
                    <a:pt x="227378" y="36353"/>
                    <a:pt x="224590" y="35054"/>
                  </a:cubicBezTo>
                  <a:cubicBezTo>
                    <a:pt x="215470" y="30808"/>
                    <a:pt x="205746" y="28155"/>
                    <a:pt x="196343" y="25590"/>
                  </a:cubicBezTo>
                  <a:cubicBezTo>
                    <a:pt x="195383" y="25330"/>
                    <a:pt x="194423" y="25067"/>
                    <a:pt x="193466" y="24804"/>
                  </a:cubicBezTo>
                  <a:cubicBezTo>
                    <a:pt x="172307" y="18995"/>
                    <a:pt x="155262" y="16255"/>
                    <a:pt x="139723" y="16255"/>
                  </a:cubicBezTo>
                  <a:cubicBezTo>
                    <a:pt x="136241" y="16255"/>
                    <a:pt x="132834" y="16392"/>
                    <a:pt x="129473" y="16664"/>
                  </a:cubicBezTo>
                  <a:cubicBezTo>
                    <a:pt x="117659" y="17617"/>
                    <a:pt x="108992" y="19950"/>
                    <a:pt x="101363" y="24225"/>
                  </a:cubicBezTo>
                  <a:cubicBezTo>
                    <a:pt x="95848" y="27316"/>
                    <a:pt x="90586" y="31262"/>
                    <a:pt x="85495" y="35080"/>
                  </a:cubicBezTo>
                  <a:cubicBezTo>
                    <a:pt x="82539" y="37296"/>
                    <a:pt x="79484" y="39588"/>
                    <a:pt x="76413" y="41684"/>
                  </a:cubicBezTo>
                  <a:cubicBezTo>
                    <a:pt x="71394" y="45113"/>
                    <a:pt x="67146" y="47471"/>
                    <a:pt x="63039" y="49108"/>
                  </a:cubicBezTo>
                  <a:cubicBezTo>
                    <a:pt x="58787" y="50804"/>
                    <a:pt x="54022" y="52109"/>
                    <a:pt x="48045" y="53216"/>
                  </a:cubicBezTo>
                  <a:cubicBezTo>
                    <a:pt x="40031" y="54703"/>
                    <a:pt x="31384" y="55416"/>
                    <a:pt x="21189" y="55416"/>
                  </a:cubicBezTo>
                  <a:cubicBezTo>
                    <a:pt x="19290" y="55416"/>
                    <a:pt x="17337" y="55391"/>
                    <a:pt x="15325" y="55342"/>
                  </a:cubicBezTo>
                  <a:cubicBezTo>
                    <a:pt x="9761" y="55207"/>
                    <a:pt x="4879" y="54966"/>
                    <a:pt x="402" y="54612"/>
                  </a:cubicBezTo>
                  <a:lnTo>
                    <a:pt x="407" y="54612"/>
                  </a:lnTo>
                  <a:lnTo>
                    <a:pt x="407" y="49284"/>
                  </a:lnTo>
                  <a:cubicBezTo>
                    <a:pt x="817" y="49421"/>
                    <a:pt x="1230" y="49561"/>
                    <a:pt x="1643" y="49700"/>
                  </a:cubicBezTo>
                  <a:cubicBezTo>
                    <a:pt x="4359" y="50619"/>
                    <a:pt x="7168" y="51566"/>
                    <a:pt x="9980" y="52235"/>
                  </a:cubicBezTo>
                  <a:cubicBezTo>
                    <a:pt x="12206" y="52763"/>
                    <a:pt x="14788" y="53377"/>
                    <a:pt x="17344" y="53377"/>
                  </a:cubicBezTo>
                  <a:cubicBezTo>
                    <a:pt x="18683" y="53377"/>
                    <a:pt x="20014" y="53208"/>
                    <a:pt x="21283" y="52772"/>
                  </a:cubicBezTo>
                  <a:cubicBezTo>
                    <a:pt x="22931" y="52205"/>
                    <a:pt x="23878" y="51164"/>
                    <a:pt x="24025" y="49761"/>
                  </a:cubicBezTo>
                  <a:cubicBezTo>
                    <a:pt x="24231" y="47784"/>
                    <a:pt x="23055" y="45926"/>
                    <a:pt x="21802" y="44960"/>
                  </a:cubicBezTo>
                  <a:cubicBezTo>
                    <a:pt x="20124" y="43670"/>
                    <a:pt x="18067" y="43236"/>
                    <a:pt x="16094" y="42961"/>
                  </a:cubicBezTo>
                  <a:cubicBezTo>
                    <a:pt x="13968" y="42663"/>
                    <a:pt x="11797" y="42629"/>
                    <a:pt x="9701" y="42596"/>
                  </a:cubicBezTo>
                  <a:lnTo>
                    <a:pt x="9254" y="42589"/>
                  </a:lnTo>
                  <a:cubicBezTo>
                    <a:pt x="6994" y="42550"/>
                    <a:pt x="4310" y="42346"/>
                    <a:pt x="1553" y="41105"/>
                  </a:cubicBezTo>
                  <a:cubicBezTo>
                    <a:pt x="1170" y="40933"/>
                    <a:pt x="784" y="40741"/>
                    <a:pt x="402" y="40534"/>
                  </a:cubicBezTo>
                  <a:lnTo>
                    <a:pt x="402" y="31531"/>
                  </a:lnTo>
                  <a:cubicBezTo>
                    <a:pt x="6844" y="32915"/>
                    <a:pt x="13326" y="34726"/>
                    <a:pt x="19599" y="36477"/>
                  </a:cubicBezTo>
                  <a:cubicBezTo>
                    <a:pt x="22674" y="37335"/>
                    <a:pt x="25850" y="38224"/>
                    <a:pt x="28985" y="39049"/>
                  </a:cubicBezTo>
                  <a:cubicBezTo>
                    <a:pt x="36397" y="41005"/>
                    <a:pt x="46195" y="43249"/>
                    <a:pt x="56268" y="43249"/>
                  </a:cubicBezTo>
                  <a:lnTo>
                    <a:pt x="56298" y="43249"/>
                  </a:lnTo>
                  <a:cubicBezTo>
                    <a:pt x="60549" y="43247"/>
                    <a:pt x="65413" y="43043"/>
                    <a:pt x="69372" y="40633"/>
                  </a:cubicBezTo>
                  <a:cubicBezTo>
                    <a:pt x="71055" y="39609"/>
                    <a:pt x="72214" y="38269"/>
                    <a:pt x="72821" y="36652"/>
                  </a:cubicBezTo>
                  <a:cubicBezTo>
                    <a:pt x="73454" y="34967"/>
                    <a:pt x="73654" y="32595"/>
                    <a:pt x="72675" y="31095"/>
                  </a:cubicBezTo>
                  <a:cubicBezTo>
                    <a:pt x="71475" y="29255"/>
                    <a:pt x="69235" y="29002"/>
                    <a:pt x="67193" y="29002"/>
                  </a:cubicBezTo>
                  <a:lnTo>
                    <a:pt x="67163" y="29002"/>
                  </a:lnTo>
                  <a:cubicBezTo>
                    <a:pt x="64338" y="29005"/>
                    <a:pt x="61485" y="29632"/>
                    <a:pt x="59033" y="30219"/>
                  </a:cubicBezTo>
                  <a:cubicBezTo>
                    <a:pt x="58197" y="30419"/>
                    <a:pt x="57351" y="30648"/>
                    <a:pt x="56532" y="30868"/>
                  </a:cubicBezTo>
                  <a:cubicBezTo>
                    <a:pt x="55224" y="31222"/>
                    <a:pt x="53869" y="31587"/>
                    <a:pt x="52529" y="31845"/>
                  </a:cubicBezTo>
                  <a:cubicBezTo>
                    <a:pt x="48490" y="32626"/>
                    <a:pt x="44235" y="33024"/>
                    <a:pt x="39894" y="33024"/>
                  </a:cubicBezTo>
                  <a:cubicBezTo>
                    <a:pt x="39863" y="33024"/>
                    <a:pt x="39832" y="33024"/>
                    <a:pt x="39801" y="33024"/>
                  </a:cubicBezTo>
                  <a:cubicBezTo>
                    <a:pt x="26833" y="33011"/>
                    <a:pt x="13576" y="29869"/>
                    <a:pt x="402" y="23687"/>
                  </a:cubicBezTo>
                  <a:lnTo>
                    <a:pt x="402" y="6011"/>
                  </a:lnTo>
                  <a:cubicBezTo>
                    <a:pt x="1635" y="6344"/>
                    <a:pt x="2827" y="6712"/>
                    <a:pt x="3952" y="7104"/>
                  </a:cubicBezTo>
                  <a:cubicBezTo>
                    <a:pt x="7474" y="8330"/>
                    <a:pt x="10930" y="10023"/>
                    <a:pt x="14269" y="11659"/>
                  </a:cubicBezTo>
                  <a:cubicBezTo>
                    <a:pt x="15159" y="12095"/>
                    <a:pt x="16051" y="12530"/>
                    <a:pt x="16944" y="12959"/>
                  </a:cubicBezTo>
                  <a:cubicBezTo>
                    <a:pt x="21849" y="15315"/>
                    <a:pt x="26184" y="17153"/>
                    <a:pt x="30193" y="18579"/>
                  </a:cubicBezTo>
                  <a:cubicBezTo>
                    <a:pt x="37329" y="21116"/>
                    <a:pt x="44835" y="22386"/>
                    <a:pt x="52799" y="22386"/>
                  </a:cubicBezTo>
                  <a:cubicBezTo>
                    <a:pt x="62775" y="22386"/>
                    <a:pt x="73472" y="20393"/>
                    <a:pt x="85065" y="16400"/>
                  </a:cubicBezTo>
                  <a:cubicBezTo>
                    <a:pt x="89374" y="14915"/>
                    <a:pt x="93852" y="13162"/>
                    <a:pt x="98753" y="11037"/>
                  </a:cubicBezTo>
                  <a:cubicBezTo>
                    <a:pt x="99763" y="10600"/>
                    <a:pt x="100773" y="10151"/>
                    <a:pt x="101781" y="9706"/>
                  </a:cubicBezTo>
                  <a:cubicBezTo>
                    <a:pt x="104805" y="8364"/>
                    <a:pt x="107933" y="6975"/>
                    <a:pt x="111082" y="5882"/>
                  </a:cubicBezTo>
                  <a:cubicBezTo>
                    <a:pt x="119135" y="3086"/>
                    <a:pt x="127851" y="1338"/>
                    <a:pt x="136984" y="688"/>
                  </a:cubicBezTo>
                  <a:cubicBezTo>
                    <a:pt x="139649" y="498"/>
                    <a:pt x="142317" y="403"/>
                    <a:pt x="144981" y="403"/>
                  </a:cubicBezTo>
                  <a:close/>
                  <a:moveTo>
                    <a:pt x="144959" y="1"/>
                  </a:moveTo>
                  <a:cubicBezTo>
                    <a:pt x="142293" y="1"/>
                    <a:pt x="139623" y="96"/>
                    <a:pt x="136956" y="285"/>
                  </a:cubicBezTo>
                  <a:cubicBezTo>
                    <a:pt x="127785" y="938"/>
                    <a:pt x="119037" y="2693"/>
                    <a:pt x="110949" y="5501"/>
                  </a:cubicBezTo>
                  <a:cubicBezTo>
                    <a:pt x="107786" y="6599"/>
                    <a:pt x="104650" y="7991"/>
                    <a:pt x="101618" y="9337"/>
                  </a:cubicBezTo>
                  <a:cubicBezTo>
                    <a:pt x="100610" y="9784"/>
                    <a:pt x="99605" y="10230"/>
                    <a:pt x="98594" y="10669"/>
                  </a:cubicBezTo>
                  <a:cubicBezTo>
                    <a:pt x="93702" y="12788"/>
                    <a:pt x="89236" y="14538"/>
                    <a:pt x="84935" y="16020"/>
                  </a:cubicBezTo>
                  <a:cubicBezTo>
                    <a:pt x="73384" y="19997"/>
                    <a:pt x="62731" y="21983"/>
                    <a:pt x="52798" y="21983"/>
                  </a:cubicBezTo>
                  <a:cubicBezTo>
                    <a:pt x="44880" y="21983"/>
                    <a:pt x="37420" y="20721"/>
                    <a:pt x="30329" y="18200"/>
                  </a:cubicBezTo>
                  <a:cubicBezTo>
                    <a:pt x="26334" y="16780"/>
                    <a:pt x="22012" y="14948"/>
                    <a:pt x="17118" y="12599"/>
                  </a:cubicBezTo>
                  <a:cubicBezTo>
                    <a:pt x="16225" y="12172"/>
                    <a:pt x="15335" y="11736"/>
                    <a:pt x="14448" y="11300"/>
                  </a:cubicBezTo>
                  <a:cubicBezTo>
                    <a:pt x="11097" y="9658"/>
                    <a:pt x="7631" y="7961"/>
                    <a:pt x="4086" y="6726"/>
                  </a:cubicBezTo>
                  <a:cubicBezTo>
                    <a:pt x="2874" y="6305"/>
                    <a:pt x="1587" y="5911"/>
                    <a:pt x="257" y="5556"/>
                  </a:cubicBezTo>
                  <a:lnTo>
                    <a:pt x="2" y="5489"/>
                  </a:lnTo>
                  <a:lnTo>
                    <a:pt x="2" y="23947"/>
                  </a:lnTo>
                  <a:lnTo>
                    <a:pt x="118" y="24001"/>
                  </a:lnTo>
                  <a:cubicBezTo>
                    <a:pt x="13383" y="30245"/>
                    <a:pt x="26736" y="33418"/>
                    <a:pt x="39802" y="33430"/>
                  </a:cubicBezTo>
                  <a:cubicBezTo>
                    <a:pt x="39862" y="33430"/>
                    <a:pt x="39922" y="33430"/>
                    <a:pt x="39983" y="33430"/>
                  </a:cubicBezTo>
                  <a:cubicBezTo>
                    <a:pt x="44319" y="33430"/>
                    <a:pt x="48571" y="33023"/>
                    <a:pt x="52607" y="32244"/>
                  </a:cubicBezTo>
                  <a:cubicBezTo>
                    <a:pt x="53961" y="31982"/>
                    <a:pt x="55324" y="31615"/>
                    <a:pt x="56640" y="31261"/>
                  </a:cubicBezTo>
                  <a:cubicBezTo>
                    <a:pt x="57454" y="31041"/>
                    <a:pt x="58297" y="30815"/>
                    <a:pt x="59127" y="30616"/>
                  </a:cubicBezTo>
                  <a:cubicBezTo>
                    <a:pt x="61559" y="30033"/>
                    <a:pt x="64382" y="29412"/>
                    <a:pt x="67164" y="29409"/>
                  </a:cubicBezTo>
                  <a:cubicBezTo>
                    <a:pt x="67187" y="29409"/>
                    <a:pt x="67210" y="29409"/>
                    <a:pt x="67233" y="29409"/>
                  </a:cubicBezTo>
                  <a:cubicBezTo>
                    <a:pt x="69147" y="29409"/>
                    <a:pt x="71252" y="29651"/>
                    <a:pt x="72340" y="31318"/>
                  </a:cubicBezTo>
                  <a:cubicBezTo>
                    <a:pt x="73241" y="32701"/>
                    <a:pt x="73043" y="34924"/>
                    <a:pt x="72447" y="36513"/>
                  </a:cubicBezTo>
                  <a:cubicBezTo>
                    <a:pt x="71871" y="38046"/>
                    <a:pt x="70768" y="39317"/>
                    <a:pt x="69163" y="40292"/>
                  </a:cubicBezTo>
                  <a:cubicBezTo>
                    <a:pt x="65293" y="42649"/>
                    <a:pt x="60492" y="42849"/>
                    <a:pt x="56298" y="42850"/>
                  </a:cubicBezTo>
                  <a:lnTo>
                    <a:pt x="56268" y="42850"/>
                  </a:lnTo>
                  <a:cubicBezTo>
                    <a:pt x="46241" y="42850"/>
                    <a:pt x="36475" y="40614"/>
                    <a:pt x="29086" y="38666"/>
                  </a:cubicBezTo>
                  <a:cubicBezTo>
                    <a:pt x="25956" y="37839"/>
                    <a:pt x="22778" y="36952"/>
                    <a:pt x="19706" y="36095"/>
                  </a:cubicBezTo>
                  <a:cubicBezTo>
                    <a:pt x="13350" y="34319"/>
                    <a:pt x="6776" y="32482"/>
                    <a:pt x="244" y="31089"/>
                  </a:cubicBezTo>
                  <a:lnTo>
                    <a:pt x="1" y="31038"/>
                  </a:lnTo>
                  <a:lnTo>
                    <a:pt x="1" y="40777"/>
                  </a:lnTo>
                  <a:lnTo>
                    <a:pt x="105" y="40834"/>
                  </a:lnTo>
                  <a:cubicBezTo>
                    <a:pt x="528" y="41068"/>
                    <a:pt x="960" y="41284"/>
                    <a:pt x="1387" y="41477"/>
                  </a:cubicBezTo>
                  <a:cubicBezTo>
                    <a:pt x="4210" y="42747"/>
                    <a:pt x="6945" y="42957"/>
                    <a:pt x="9247" y="42996"/>
                  </a:cubicBezTo>
                  <a:lnTo>
                    <a:pt x="9694" y="43003"/>
                  </a:lnTo>
                  <a:cubicBezTo>
                    <a:pt x="11777" y="43036"/>
                    <a:pt x="13933" y="43072"/>
                    <a:pt x="16035" y="43364"/>
                  </a:cubicBezTo>
                  <a:cubicBezTo>
                    <a:pt x="17956" y="43633"/>
                    <a:pt x="19953" y="44050"/>
                    <a:pt x="21555" y="45283"/>
                  </a:cubicBezTo>
                  <a:cubicBezTo>
                    <a:pt x="22721" y="46179"/>
                    <a:pt x="23812" y="47901"/>
                    <a:pt x="23624" y="49723"/>
                  </a:cubicBezTo>
                  <a:cubicBezTo>
                    <a:pt x="23492" y="50977"/>
                    <a:pt x="22661" y="51876"/>
                    <a:pt x="21149" y="52395"/>
                  </a:cubicBezTo>
                  <a:cubicBezTo>
                    <a:pt x="19929" y="52815"/>
                    <a:pt x="18642" y="52977"/>
                    <a:pt x="17343" y="52977"/>
                  </a:cubicBezTo>
                  <a:cubicBezTo>
                    <a:pt x="14829" y="52977"/>
                    <a:pt x="12272" y="52369"/>
                    <a:pt x="10068" y="51847"/>
                  </a:cubicBezTo>
                  <a:cubicBezTo>
                    <a:pt x="7275" y="51184"/>
                    <a:pt x="4475" y="50237"/>
                    <a:pt x="1767" y="49323"/>
                  </a:cubicBezTo>
                  <a:cubicBezTo>
                    <a:pt x="1267" y="49155"/>
                    <a:pt x="767" y="48985"/>
                    <a:pt x="265" y="48818"/>
                  </a:cubicBezTo>
                  <a:lnTo>
                    <a:pt x="1" y="48728"/>
                  </a:lnTo>
                  <a:lnTo>
                    <a:pt x="1" y="54985"/>
                  </a:lnTo>
                  <a:lnTo>
                    <a:pt x="187" y="54999"/>
                  </a:lnTo>
                  <a:cubicBezTo>
                    <a:pt x="4720" y="55364"/>
                    <a:pt x="9668" y="55608"/>
                    <a:pt x="15316" y="55745"/>
                  </a:cubicBezTo>
                  <a:cubicBezTo>
                    <a:pt x="17327" y="55794"/>
                    <a:pt x="19280" y="55818"/>
                    <a:pt x="21180" y="55818"/>
                  </a:cubicBezTo>
                  <a:cubicBezTo>
                    <a:pt x="31405" y="55818"/>
                    <a:pt x="40078" y="55104"/>
                    <a:pt x="48122" y="53615"/>
                  </a:cubicBezTo>
                  <a:cubicBezTo>
                    <a:pt x="54125" y="52502"/>
                    <a:pt x="58913" y="51189"/>
                    <a:pt x="63191" y="49484"/>
                  </a:cubicBezTo>
                  <a:cubicBezTo>
                    <a:pt x="67326" y="47835"/>
                    <a:pt x="71599" y="45463"/>
                    <a:pt x="76643" y="42018"/>
                  </a:cubicBezTo>
                  <a:cubicBezTo>
                    <a:pt x="79721" y="39917"/>
                    <a:pt x="82780" y="37621"/>
                    <a:pt x="85739" y="35403"/>
                  </a:cubicBezTo>
                  <a:cubicBezTo>
                    <a:pt x="90819" y="31594"/>
                    <a:pt x="96072" y="27654"/>
                    <a:pt x="101563" y="24578"/>
                  </a:cubicBezTo>
                  <a:cubicBezTo>
                    <a:pt x="109139" y="20330"/>
                    <a:pt x="117758" y="18014"/>
                    <a:pt x="129508" y="17065"/>
                  </a:cubicBezTo>
                  <a:cubicBezTo>
                    <a:pt x="132858" y="16795"/>
                    <a:pt x="136254" y="16658"/>
                    <a:pt x="139725" y="16658"/>
                  </a:cubicBezTo>
                  <a:cubicBezTo>
                    <a:pt x="155229" y="16658"/>
                    <a:pt x="172239" y="19393"/>
                    <a:pt x="193363" y="25194"/>
                  </a:cubicBezTo>
                  <a:cubicBezTo>
                    <a:pt x="194320" y="25456"/>
                    <a:pt x="195279" y="25717"/>
                    <a:pt x="196240" y="25980"/>
                  </a:cubicBezTo>
                  <a:cubicBezTo>
                    <a:pt x="205628" y="28540"/>
                    <a:pt x="215334" y="31188"/>
                    <a:pt x="224421" y="35420"/>
                  </a:cubicBezTo>
                  <a:cubicBezTo>
                    <a:pt x="227275" y="36749"/>
                    <a:pt x="230329" y="38452"/>
                    <a:pt x="234037" y="40778"/>
                  </a:cubicBezTo>
                  <a:lnTo>
                    <a:pt x="234347" y="40971"/>
                  </a:lnTo>
                  <a:lnTo>
                    <a:pt x="234347" y="31794"/>
                  </a:lnTo>
                  <a:lnTo>
                    <a:pt x="234257" y="31734"/>
                  </a:lnTo>
                  <a:cubicBezTo>
                    <a:pt x="229156" y="28302"/>
                    <a:pt x="223710" y="25471"/>
                    <a:pt x="218442" y="22732"/>
                  </a:cubicBezTo>
                  <a:lnTo>
                    <a:pt x="216510" y="21728"/>
                  </a:lnTo>
                  <a:cubicBezTo>
                    <a:pt x="207587" y="17070"/>
                    <a:pt x="198587" y="12930"/>
                    <a:pt x="189764" y="9423"/>
                  </a:cubicBezTo>
                  <a:cubicBezTo>
                    <a:pt x="179135" y="5199"/>
                    <a:pt x="170836" y="2739"/>
                    <a:pt x="162852" y="1440"/>
                  </a:cubicBezTo>
                  <a:cubicBezTo>
                    <a:pt x="156959" y="482"/>
                    <a:pt x="150969" y="1"/>
                    <a:pt x="1449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19"/>
            <p:cNvSpPr/>
            <p:nvPr/>
          </p:nvSpPr>
          <p:spPr>
            <a:xfrm flipH="1">
              <a:off x="-185914" y="4687574"/>
              <a:ext cx="4977457" cy="2219891"/>
            </a:xfrm>
            <a:custGeom>
              <a:rect b="b" l="l" r="r" t="t"/>
              <a:pathLst>
                <a:path extrusionOk="0" h="55473" w="124382">
                  <a:moveTo>
                    <a:pt x="25918" y="402"/>
                  </a:moveTo>
                  <a:cubicBezTo>
                    <a:pt x="36041" y="402"/>
                    <a:pt x="47026" y="1991"/>
                    <a:pt x="60462" y="5393"/>
                  </a:cubicBezTo>
                  <a:cubicBezTo>
                    <a:pt x="70856" y="8024"/>
                    <a:pt x="81175" y="11807"/>
                    <a:pt x="91155" y="15464"/>
                  </a:cubicBezTo>
                  <a:cubicBezTo>
                    <a:pt x="92391" y="15917"/>
                    <a:pt x="93627" y="16369"/>
                    <a:pt x="94863" y="16822"/>
                  </a:cubicBezTo>
                  <a:lnTo>
                    <a:pt x="95647" y="17108"/>
                  </a:lnTo>
                  <a:cubicBezTo>
                    <a:pt x="105319" y="20631"/>
                    <a:pt x="115319" y="24277"/>
                    <a:pt x="123981" y="30890"/>
                  </a:cubicBezTo>
                  <a:lnTo>
                    <a:pt x="123981" y="53695"/>
                  </a:lnTo>
                  <a:cubicBezTo>
                    <a:pt x="123931" y="53594"/>
                    <a:pt x="123881" y="53490"/>
                    <a:pt x="123831" y="53388"/>
                  </a:cubicBezTo>
                  <a:cubicBezTo>
                    <a:pt x="121216" y="48116"/>
                    <a:pt x="118223" y="43645"/>
                    <a:pt x="114937" y="40100"/>
                  </a:cubicBezTo>
                  <a:cubicBezTo>
                    <a:pt x="110571" y="35392"/>
                    <a:pt x="105339" y="32142"/>
                    <a:pt x="101268" y="29834"/>
                  </a:cubicBezTo>
                  <a:cubicBezTo>
                    <a:pt x="91058" y="24049"/>
                    <a:pt x="80265" y="20787"/>
                    <a:pt x="69187" y="20137"/>
                  </a:cubicBezTo>
                  <a:cubicBezTo>
                    <a:pt x="67907" y="20061"/>
                    <a:pt x="66618" y="20024"/>
                    <a:pt x="65319" y="20024"/>
                  </a:cubicBezTo>
                  <a:cubicBezTo>
                    <a:pt x="61141" y="20024"/>
                    <a:pt x="56870" y="20411"/>
                    <a:pt x="52577" y="21181"/>
                  </a:cubicBezTo>
                  <a:cubicBezTo>
                    <a:pt x="48332" y="21940"/>
                    <a:pt x="44099" y="23239"/>
                    <a:pt x="40004" y="24495"/>
                  </a:cubicBezTo>
                  <a:cubicBezTo>
                    <a:pt x="38744" y="24880"/>
                    <a:pt x="37484" y="25268"/>
                    <a:pt x="36221" y="25639"/>
                  </a:cubicBezTo>
                  <a:cubicBezTo>
                    <a:pt x="30814" y="27232"/>
                    <a:pt x="25249" y="28662"/>
                    <a:pt x="19858" y="28662"/>
                  </a:cubicBezTo>
                  <a:cubicBezTo>
                    <a:pt x="15618" y="28662"/>
                    <a:pt x="11486" y="27778"/>
                    <a:pt x="7624" y="25392"/>
                  </a:cubicBezTo>
                  <a:cubicBezTo>
                    <a:pt x="1653" y="21703"/>
                    <a:pt x="639" y="17073"/>
                    <a:pt x="567" y="14640"/>
                  </a:cubicBezTo>
                  <a:cubicBezTo>
                    <a:pt x="413" y="9480"/>
                    <a:pt x="3668" y="6464"/>
                    <a:pt x="5623" y="5124"/>
                  </a:cubicBezTo>
                  <a:cubicBezTo>
                    <a:pt x="9015" y="2801"/>
                    <a:pt x="12910" y="1856"/>
                    <a:pt x="15924" y="1292"/>
                  </a:cubicBezTo>
                  <a:cubicBezTo>
                    <a:pt x="19039" y="709"/>
                    <a:pt x="22328" y="409"/>
                    <a:pt x="25700" y="402"/>
                  </a:cubicBezTo>
                  <a:close/>
                  <a:moveTo>
                    <a:pt x="25696" y="0"/>
                  </a:moveTo>
                  <a:cubicBezTo>
                    <a:pt x="22298" y="9"/>
                    <a:pt x="18984" y="309"/>
                    <a:pt x="15846" y="896"/>
                  </a:cubicBezTo>
                  <a:cubicBezTo>
                    <a:pt x="12791" y="1468"/>
                    <a:pt x="8843" y="2428"/>
                    <a:pt x="5390" y="4792"/>
                  </a:cubicBezTo>
                  <a:cubicBezTo>
                    <a:pt x="3368" y="6176"/>
                    <a:pt x="0" y="9300"/>
                    <a:pt x="160" y="14653"/>
                  </a:cubicBezTo>
                  <a:cubicBezTo>
                    <a:pt x="236" y="17166"/>
                    <a:pt x="1277" y="21947"/>
                    <a:pt x="7409" y="25735"/>
                  </a:cubicBezTo>
                  <a:cubicBezTo>
                    <a:pt x="11344" y="28167"/>
                    <a:pt x="15543" y="29067"/>
                    <a:pt x="19845" y="29067"/>
                  </a:cubicBezTo>
                  <a:cubicBezTo>
                    <a:pt x="25284" y="29067"/>
                    <a:pt x="30887" y="27628"/>
                    <a:pt x="36329" y="26025"/>
                  </a:cubicBezTo>
                  <a:cubicBezTo>
                    <a:pt x="37594" y="25653"/>
                    <a:pt x="38857" y="25265"/>
                    <a:pt x="40120" y="24877"/>
                  </a:cubicBezTo>
                  <a:cubicBezTo>
                    <a:pt x="44202" y="23626"/>
                    <a:pt x="48423" y="22331"/>
                    <a:pt x="52645" y="21575"/>
                  </a:cubicBezTo>
                  <a:cubicBezTo>
                    <a:pt x="56919" y="20811"/>
                    <a:pt x="61167" y="20426"/>
                    <a:pt x="65320" y="20426"/>
                  </a:cubicBezTo>
                  <a:cubicBezTo>
                    <a:pt x="66611" y="20426"/>
                    <a:pt x="67892" y="20464"/>
                    <a:pt x="69163" y="20538"/>
                  </a:cubicBezTo>
                  <a:cubicBezTo>
                    <a:pt x="80177" y="21183"/>
                    <a:pt x="90911" y="24429"/>
                    <a:pt x="101068" y="30184"/>
                  </a:cubicBezTo>
                  <a:cubicBezTo>
                    <a:pt x="105113" y="32476"/>
                    <a:pt x="110313" y="35707"/>
                    <a:pt x="114641" y="40373"/>
                  </a:cubicBezTo>
                  <a:cubicBezTo>
                    <a:pt x="117901" y="43892"/>
                    <a:pt x="120872" y="48330"/>
                    <a:pt x="123468" y="53567"/>
                  </a:cubicBezTo>
                  <a:cubicBezTo>
                    <a:pt x="123595" y="53824"/>
                    <a:pt x="123718" y="54084"/>
                    <a:pt x="123842" y="54344"/>
                  </a:cubicBezTo>
                  <a:lnTo>
                    <a:pt x="124380" y="55470"/>
                  </a:lnTo>
                  <a:lnTo>
                    <a:pt x="124380" y="30691"/>
                  </a:lnTo>
                  <a:lnTo>
                    <a:pt x="124301" y="30630"/>
                  </a:lnTo>
                  <a:cubicBezTo>
                    <a:pt x="115571" y="23942"/>
                    <a:pt x="105512" y="20275"/>
                    <a:pt x="95782" y="16727"/>
                  </a:cubicBezTo>
                  <a:lnTo>
                    <a:pt x="94996" y="16442"/>
                  </a:lnTo>
                  <a:cubicBezTo>
                    <a:pt x="93760" y="15992"/>
                    <a:pt x="92525" y="15539"/>
                    <a:pt x="91289" y="15087"/>
                  </a:cubicBezTo>
                  <a:cubicBezTo>
                    <a:pt x="81300" y="11425"/>
                    <a:pt x="70971" y="7640"/>
                    <a:pt x="60557" y="5003"/>
                  </a:cubicBezTo>
                  <a:cubicBezTo>
                    <a:pt x="47087" y="1592"/>
                    <a:pt x="36071" y="0"/>
                    <a:pt x="25913" y="0"/>
                  </a:cubicBezTo>
                  <a:close/>
                  <a:moveTo>
                    <a:pt x="124380" y="55470"/>
                  </a:moveTo>
                  <a:lnTo>
                    <a:pt x="124380" y="55473"/>
                  </a:lnTo>
                  <a:lnTo>
                    <a:pt x="124381" y="55473"/>
                  </a:lnTo>
                  <a:lnTo>
                    <a:pt x="124380" y="5547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19"/>
            <p:cNvSpPr/>
            <p:nvPr/>
          </p:nvSpPr>
          <p:spPr>
            <a:xfrm flipH="1">
              <a:off x="4718403" y="5469486"/>
              <a:ext cx="4473596" cy="1988630"/>
            </a:xfrm>
            <a:custGeom>
              <a:rect b="b" l="l" r="r" t="t"/>
              <a:pathLst>
                <a:path extrusionOk="0" h="49694" w="111791">
                  <a:moveTo>
                    <a:pt x="97341" y="420"/>
                  </a:moveTo>
                  <a:cubicBezTo>
                    <a:pt x="98733" y="420"/>
                    <a:pt x="99979" y="773"/>
                    <a:pt x="101045" y="1273"/>
                  </a:cubicBezTo>
                  <a:cubicBezTo>
                    <a:pt x="104764" y="3021"/>
                    <a:pt x="109232" y="7243"/>
                    <a:pt x="110572" y="11931"/>
                  </a:cubicBezTo>
                  <a:cubicBezTo>
                    <a:pt x="111369" y="14719"/>
                    <a:pt x="110985" y="17351"/>
                    <a:pt x="109429" y="19750"/>
                  </a:cubicBezTo>
                  <a:cubicBezTo>
                    <a:pt x="107469" y="22776"/>
                    <a:pt x="104270" y="24339"/>
                    <a:pt x="101702" y="25361"/>
                  </a:cubicBezTo>
                  <a:cubicBezTo>
                    <a:pt x="98754" y="26534"/>
                    <a:pt x="95452" y="27464"/>
                    <a:pt x="91607" y="28204"/>
                  </a:cubicBezTo>
                  <a:cubicBezTo>
                    <a:pt x="89921" y="28528"/>
                    <a:pt x="88200" y="28811"/>
                    <a:pt x="86532" y="29084"/>
                  </a:cubicBezTo>
                  <a:cubicBezTo>
                    <a:pt x="79681" y="30207"/>
                    <a:pt x="72597" y="31372"/>
                    <a:pt x="66253" y="35734"/>
                  </a:cubicBezTo>
                  <a:cubicBezTo>
                    <a:pt x="61721" y="38849"/>
                    <a:pt x="57707" y="43535"/>
                    <a:pt x="54638" y="49289"/>
                  </a:cubicBezTo>
                  <a:lnTo>
                    <a:pt x="3363" y="49289"/>
                  </a:lnTo>
                  <a:cubicBezTo>
                    <a:pt x="1730" y="49289"/>
                    <a:pt x="402" y="47585"/>
                    <a:pt x="402" y="45488"/>
                  </a:cubicBezTo>
                  <a:lnTo>
                    <a:pt x="402" y="27817"/>
                  </a:lnTo>
                  <a:cubicBezTo>
                    <a:pt x="6956" y="29756"/>
                    <a:pt x="13549" y="31125"/>
                    <a:pt x="20006" y="31888"/>
                  </a:cubicBezTo>
                  <a:cubicBezTo>
                    <a:pt x="24832" y="32458"/>
                    <a:pt x="29867" y="32744"/>
                    <a:pt x="35067" y="32744"/>
                  </a:cubicBezTo>
                  <a:cubicBezTo>
                    <a:pt x="39433" y="32744"/>
                    <a:pt x="43915" y="32543"/>
                    <a:pt x="48490" y="32140"/>
                  </a:cubicBezTo>
                  <a:cubicBezTo>
                    <a:pt x="52725" y="31766"/>
                    <a:pt x="57090" y="31156"/>
                    <a:pt x="61838" y="30276"/>
                  </a:cubicBezTo>
                  <a:cubicBezTo>
                    <a:pt x="65200" y="29650"/>
                    <a:pt x="69115" y="28700"/>
                    <a:pt x="72658" y="26377"/>
                  </a:cubicBezTo>
                  <a:cubicBezTo>
                    <a:pt x="76773" y="23677"/>
                    <a:pt x="79509" y="18971"/>
                    <a:pt x="82157" y="14419"/>
                  </a:cubicBezTo>
                  <a:cubicBezTo>
                    <a:pt x="83207" y="12610"/>
                    <a:pt x="84295" y="10742"/>
                    <a:pt x="85446" y="9038"/>
                  </a:cubicBezTo>
                  <a:cubicBezTo>
                    <a:pt x="89943" y="2389"/>
                    <a:pt x="94052" y="420"/>
                    <a:pt x="97341" y="420"/>
                  </a:cubicBezTo>
                  <a:close/>
                  <a:moveTo>
                    <a:pt x="97320" y="1"/>
                  </a:moveTo>
                  <a:cubicBezTo>
                    <a:pt x="92272" y="1"/>
                    <a:pt x="88015" y="4523"/>
                    <a:pt x="85113" y="8813"/>
                  </a:cubicBezTo>
                  <a:cubicBezTo>
                    <a:pt x="83953" y="10529"/>
                    <a:pt x="82863" y="12404"/>
                    <a:pt x="81808" y="14217"/>
                  </a:cubicBezTo>
                  <a:cubicBezTo>
                    <a:pt x="79187" y="18729"/>
                    <a:pt x="76473" y="23393"/>
                    <a:pt x="72437" y="26041"/>
                  </a:cubicBezTo>
                  <a:cubicBezTo>
                    <a:pt x="68955" y="28325"/>
                    <a:pt x="65088" y="29264"/>
                    <a:pt x="61763" y="29881"/>
                  </a:cubicBezTo>
                  <a:cubicBezTo>
                    <a:pt x="57027" y="30760"/>
                    <a:pt x="52675" y="31369"/>
                    <a:pt x="48454" y="31740"/>
                  </a:cubicBezTo>
                  <a:cubicBezTo>
                    <a:pt x="43892" y="32141"/>
                    <a:pt x="39422" y="32342"/>
                    <a:pt x="35069" y="32342"/>
                  </a:cubicBezTo>
                  <a:cubicBezTo>
                    <a:pt x="29883" y="32342"/>
                    <a:pt x="24864" y="32057"/>
                    <a:pt x="20053" y="31489"/>
                  </a:cubicBezTo>
                  <a:cubicBezTo>
                    <a:pt x="13535" y="30716"/>
                    <a:pt x="6875" y="29326"/>
                    <a:pt x="259" y="27354"/>
                  </a:cubicBezTo>
                  <a:lnTo>
                    <a:pt x="1" y="27277"/>
                  </a:lnTo>
                  <a:lnTo>
                    <a:pt x="1" y="45491"/>
                  </a:lnTo>
                  <a:cubicBezTo>
                    <a:pt x="1" y="47809"/>
                    <a:pt x="1508" y="49694"/>
                    <a:pt x="3363" y="49694"/>
                  </a:cubicBezTo>
                  <a:lnTo>
                    <a:pt x="54879" y="49694"/>
                  </a:lnTo>
                  <a:lnTo>
                    <a:pt x="54936" y="49585"/>
                  </a:lnTo>
                  <a:cubicBezTo>
                    <a:pt x="57983" y="43837"/>
                    <a:pt x="61975" y="39163"/>
                    <a:pt x="66481" y="36064"/>
                  </a:cubicBezTo>
                  <a:cubicBezTo>
                    <a:pt x="72751" y="31752"/>
                    <a:pt x="79791" y="30597"/>
                    <a:pt x="86599" y="29479"/>
                  </a:cubicBezTo>
                  <a:cubicBezTo>
                    <a:pt x="88267" y="29206"/>
                    <a:pt x="89993" y="28921"/>
                    <a:pt x="91683" y="28597"/>
                  </a:cubicBezTo>
                  <a:cubicBezTo>
                    <a:pt x="95554" y="27852"/>
                    <a:pt x="98882" y="26914"/>
                    <a:pt x="101852" y="25732"/>
                  </a:cubicBezTo>
                  <a:cubicBezTo>
                    <a:pt x="104477" y="24689"/>
                    <a:pt x="107747" y="23089"/>
                    <a:pt x="109769" y="19968"/>
                  </a:cubicBezTo>
                  <a:cubicBezTo>
                    <a:pt x="111389" y="17466"/>
                    <a:pt x="111791" y="14724"/>
                    <a:pt x="110961" y="11820"/>
                  </a:cubicBezTo>
                  <a:cubicBezTo>
                    <a:pt x="109585" y="7016"/>
                    <a:pt x="105018" y="2695"/>
                    <a:pt x="101216" y="909"/>
                  </a:cubicBezTo>
                  <a:cubicBezTo>
                    <a:pt x="99874" y="279"/>
                    <a:pt x="98573" y="1"/>
                    <a:pt x="97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19"/>
            <p:cNvSpPr/>
            <p:nvPr/>
          </p:nvSpPr>
          <p:spPr>
            <a:xfrm flipH="1">
              <a:off x="1991136" y="6729454"/>
              <a:ext cx="4335456" cy="728679"/>
            </a:xfrm>
            <a:custGeom>
              <a:rect b="b" l="l" r="r" t="t"/>
              <a:pathLst>
                <a:path extrusionOk="0" h="18209" w="108339">
                  <a:moveTo>
                    <a:pt x="27698" y="402"/>
                  </a:moveTo>
                  <a:cubicBezTo>
                    <a:pt x="32888" y="402"/>
                    <a:pt x="38022" y="2124"/>
                    <a:pt x="42576" y="3656"/>
                  </a:cubicBezTo>
                  <a:cubicBezTo>
                    <a:pt x="47416" y="5283"/>
                    <a:pt x="52582" y="6948"/>
                    <a:pt x="57857" y="7844"/>
                  </a:cubicBezTo>
                  <a:cubicBezTo>
                    <a:pt x="62292" y="8597"/>
                    <a:pt x="66755" y="8977"/>
                    <a:pt x="71177" y="8977"/>
                  </a:cubicBezTo>
                  <a:cubicBezTo>
                    <a:pt x="72693" y="8977"/>
                    <a:pt x="74204" y="8932"/>
                    <a:pt x="75707" y="8843"/>
                  </a:cubicBezTo>
                  <a:cubicBezTo>
                    <a:pt x="78578" y="8671"/>
                    <a:pt x="81363" y="8335"/>
                    <a:pt x="83983" y="7841"/>
                  </a:cubicBezTo>
                  <a:cubicBezTo>
                    <a:pt x="84740" y="7698"/>
                    <a:pt x="85506" y="7531"/>
                    <a:pt x="86246" y="7371"/>
                  </a:cubicBezTo>
                  <a:cubicBezTo>
                    <a:pt x="87567" y="7085"/>
                    <a:pt x="88932" y="6788"/>
                    <a:pt x="90288" y="6616"/>
                  </a:cubicBezTo>
                  <a:cubicBezTo>
                    <a:pt x="91569" y="6455"/>
                    <a:pt x="92767" y="6374"/>
                    <a:pt x="93889" y="6374"/>
                  </a:cubicBezTo>
                  <a:cubicBezTo>
                    <a:pt x="97369" y="6374"/>
                    <a:pt x="100126" y="7157"/>
                    <a:pt x="102405" y="8765"/>
                  </a:cubicBezTo>
                  <a:cubicBezTo>
                    <a:pt x="104715" y="10399"/>
                    <a:pt x="107752" y="14521"/>
                    <a:pt x="107336" y="17804"/>
                  </a:cubicBezTo>
                  <a:lnTo>
                    <a:pt x="2840" y="17804"/>
                  </a:lnTo>
                  <a:cubicBezTo>
                    <a:pt x="2038" y="16930"/>
                    <a:pt x="1495" y="16015"/>
                    <a:pt x="1180" y="15011"/>
                  </a:cubicBezTo>
                  <a:cubicBezTo>
                    <a:pt x="328" y="12292"/>
                    <a:pt x="1140" y="8835"/>
                    <a:pt x="2950" y="7464"/>
                  </a:cubicBezTo>
                  <a:cubicBezTo>
                    <a:pt x="4188" y="6527"/>
                    <a:pt x="5746" y="6255"/>
                    <a:pt x="7263" y="6255"/>
                  </a:cubicBezTo>
                  <a:cubicBezTo>
                    <a:pt x="8508" y="6255"/>
                    <a:pt x="9724" y="6438"/>
                    <a:pt x="10713" y="6586"/>
                  </a:cubicBezTo>
                  <a:cubicBezTo>
                    <a:pt x="13555" y="7015"/>
                    <a:pt x="16398" y="7815"/>
                    <a:pt x="19148" y="8591"/>
                  </a:cubicBezTo>
                  <a:cubicBezTo>
                    <a:pt x="20420" y="8950"/>
                    <a:pt x="21733" y="9320"/>
                    <a:pt x="23031" y="9648"/>
                  </a:cubicBezTo>
                  <a:cubicBezTo>
                    <a:pt x="23892" y="9867"/>
                    <a:pt x="24772" y="10044"/>
                    <a:pt x="25624" y="10217"/>
                  </a:cubicBezTo>
                  <a:cubicBezTo>
                    <a:pt x="26578" y="10410"/>
                    <a:pt x="27561" y="10610"/>
                    <a:pt x="28520" y="10866"/>
                  </a:cubicBezTo>
                  <a:cubicBezTo>
                    <a:pt x="29266" y="11066"/>
                    <a:pt x="30023" y="11287"/>
                    <a:pt x="30753" y="11502"/>
                  </a:cubicBezTo>
                  <a:cubicBezTo>
                    <a:pt x="31592" y="11746"/>
                    <a:pt x="32458" y="12000"/>
                    <a:pt x="33317" y="12223"/>
                  </a:cubicBezTo>
                  <a:lnTo>
                    <a:pt x="33467" y="12263"/>
                  </a:lnTo>
                  <a:cubicBezTo>
                    <a:pt x="34991" y="12659"/>
                    <a:pt x="36728" y="13111"/>
                    <a:pt x="38421" y="13111"/>
                  </a:cubicBezTo>
                  <a:cubicBezTo>
                    <a:pt x="39680" y="13111"/>
                    <a:pt x="40914" y="12861"/>
                    <a:pt x="42017" y="12152"/>
                  </a:cubicBezTo>
                  <a:cubicBezTo>
                    <a:pt x="42247" y="12003"/>
                    <a:pt x="42254" y="11687"/>
                    <a:pt x="42130" y="11480"/>
                  </a:cubicBezTo>
                  <a:cubicBezTo>
                    <a:pt x="39927" y="7838"/>
                    <a:pt x="35420" y="7355"/>
                    <a:pt x="32131" y="7002"/>
                  </a:cubicBezTo>
                  <a:cubicBezTo>
                    <a:pt x="30552" y="6834"/>
                    <a:pt x="28936" y="6794"/>
                    <a:pt x="27373" y="6755"/>
                  </a:cubicBezTo>
                  <a:cubicBezTo>
                    <a:pt x="24971" y="6694"/>
                    <a:pt x="22485" y="6634"/>
                    <a:pt x="20094" y="6098"/>
                  </a:cubicBezTo>
                  <a:lnTo>
                    <a:pt x="19861" y="6045"/>
                  </a:lnTo>
                  <a:cubicBezTo>
                    <a:pt x="19174" y="5899"/>
                    <a:pt x="18323" y="5715"/>
                    <a:pt x="17845" y="5185"/>
                  </a:cubicBezTo>
                  <a:cubicBezTo>
                    <a:pt x="17683" y="5000"/>
                    <a:pt x="17613" y="4809"/>
                    <a:pt x="17637" y="4599"/>
                  </a:cubicBezTo>
                  <a:cubicBezTo>
                    <a:pt x="17720" y="3886"/>
                    <a:pt x="18816" y="3119"/>
                    <a:pt x="19284" y="2791"/>
                  </a:cubicBezTo>
                  <a:lnTo>
                    <a:pt x="19370" y="2730"/>
                  </a:lnTo>
                  <a:cubicBezTo>
                    <a:pt x="21382" y="1313"/>
                    <a:pt x="23882" y="535"/>
                    <a:pt x="26803" y="420"/>
                  </a:cubicBezTo>
                  <a:cubicBezTo>
                    <a:pt x="27101" y="408"/>
                    <a:pt x="27399" y="402"/>
                    <a:pt x="27698" y="402"/>
                  </a:cubicBezTo>
                  <a:close/>
                  <a:moveTo>
                    <a:pt x="27716" y="0"/>
                  </a:moveTo>
                  <a:cubicBezTo>
                    <a:pt x="27408" y="0"/>
                    <a:pt x="27101" y="6"/>
                    <a:pt x="26793" y="18"/>
                  </a:cubicBezTo>
                  <a:cubicBezTo>
                    <a:pt x="23792" y="137"/>
                    <a:pt x="21220" y="940"/>
                    <a:pt x="19143" y="2401"/>
                  </a:cubicBezTo>
                  <a:lnTo>
                    <a:pt x="19057" y="2461"/>
                  </a:lnTo>
                  <a:cubicBezTo>
                    <a:pt x="18500" y="2850"/>
                    <a:pt x="17342" y="3659"/>
                    <a:pt x="17241" y="4552"/>
                  </a:cubicBezTo>
                  <a:cubicBezTo>
                    <a:pt x="17204" y="4879"/>
                    <a:pt x="17307" y="5183"/>
                    <a:pt x="17550" y="5452"/>
                  </a:cubicBezTo>
                  <a:cubicBezTo>
                    <a:pt x="18114" y="6081"/>
                    <a:pt x="19037" y="6279"/>
                    <a:pt x="19779" y="6438"/>
                  </a:cubicBezTo>
                  <a:lnTo>
                    <a:pt x="20009" y="6488"/>
                  </a:lnTo>
                  <a:cubicBezTo>
                    <a:pt x="22436" y="7034"/>
                    <a:pt x="24942" y="7095"/>
                    <a:pt x="27366" y="7155"/>
                  </a:cubicBezTo>
                  <a:cubicBezTo>
                    <a:pt x="28920" y="7194"/>
                    <a:pt x="30528" y="7234"/>
                    <a:pt x="32089" y="7401"/>
                  </a:cubicBezTo>
                  <a:cubicBezTo>
                    <a:pt x="35297" y="7744"/>
                    <a:pt x="39689" y="8215"/>
                    <a:pt x="41788" y="11686"/>
                  </a:cubicBezTo>
                  <a:cubicBezTo>
                    <a:pt x="41818" y="11736"/>
                    <a:pt x="41813" y="11800"/>
                    <a:pt x="41803" y="11810"/>
                  </a:cubicBezTo>
                  <a:cubicBezTo>
                    <a:pt x="40777" y="12469"/>
                    <a:pt x="39614" y="12703"/>
                    <a:pt x="38419" y="12703"/>
                  </a:cubicBezTo>
                  <a:cubicBezTo>
                    <a:pt x="36773" y="12703"/>
                    <a:pt x="35066" y="12260"/>
                    <a:pt x="33571" y="11872"/>
                  </a:cubicBezTo>
                  <a:lnTo>
                    <a:pt x="33421" y="11832"/>
                  </a:lnTo>
                  <a:cubicBezTo>
                    <a:pt x="32568" y="11613"/>
                    <a:pt x="31706" y="11359"/>
                    <a:pt x="30871" y="11114"/>
                  </a:cubicBezTo>
                  <a:cubicBezTo>
                    <a:pt x="30136" y="10900"/>
                    <a:pt x="29377" y="10677"/>
                    <a:pt x="28627" y="10477"/>
                  </a:cubicBezTo>
                  <a:cubicBezTo>
                    <a:pt x="27659" y="10217"/>
                    <a:pt x="26667" y="10017"/>
                    <a:pt x="25708" y="9823"/>
                  </a:cubicBezTo>
                  <a:cubicBezTo>
                    <a:pt x="24862" y="9650"/>
                    <a:pt x="23985" y="9473"/>
                    <a:pt x="23133" y="9257"/>
                  </a:cubicBezTo>
                  <a:cubicBezTo>
                    <a:pt x="21840" y="8930"/>
                    <a:pt x="20529" y="8560"/>
                    <a:pt x="19261" y="8202"/>
                  </a:cubicBezTo>
                  <a:cubicBezTo>
                    <a:pt x="16498" y="7424"/>
                    <a:pt x="13642" y="6619"/>
                    <a:pt x="10776" y="6188"/>
                  </a:cubicBezTo>
                  <a:cubicBezTo>
                    <a:pt x="9769" y="6036"/>
                    <a:pt x="8534" y="5850"/>
                    <a:pt x="7263" y="5850"/>
                  </a:cubicBezTo>
                  <a:cubicBezTo>
                    <a:pt x="5677" y="5850"/>
                    <a:pt x="4036" y="6139"/>
                    <a:pt x="2711" y="7142"/>
                  </a:cubicBezTo>
                  <a:cubicBezTo>
                    <a:pt x="579" y="8757"/>
                    <a:pt x="1" y="12576"/>
                    <a:pt x="798" y="15131"/>
                  </a:cubicBezTo>
                  <a:cubicBezTo>
                    <a:pt x="1138" y="16218"/>
                    <a:pt x="1730" y="17203"/>
                    <a:pt x="2606" y="18144"/>
                  </a:cubicBezTo>
                  <a:lnTo>
                    <a:pt x="2666" y="18209"/>
                  </a:lnTo>
                  <a:lnTo>
                    <a:pt x="107680" y="18209"/>
                  </a:lnTo>
                  <a:lnTo>
                    <a:pt x="107713" y="18040"/>
                  </a:lnTo>
                  <a:cubicBezTo>
                    <a:pt x="108339" y="14231"/>
                    <a:pt x="104720" y="9907"/>
                    <a:pt x="102642" y="8438"/>
                  </a:cubicBezTo>
                  <a:cubicBezTo>
                    <a:pt x="100295" y="6780"/>
                    <a:pt x="97465" y="5972"/>
                    <a:pt x="93901" y="5972"/>
                  </a:cubicBezTo>
                  <a:cubicBezTo>
                    <a:pt x="92759" y="5972"/>
                    <a:pt x="91543" y="6055"/>
                    <a:pt x="90243" y="6219"/>
                  </a:cubicBezTo>
                  <a:cubicBezTo>
                    <a:pt x="88870" y="6392"/>
                    <a:pt x="87495" y="6691"/>
                    <a:pt x="86166" y="6979"/>
                  </a:cubicBezTo>
                  <a:cubicBezTo>
                    <a:pt x="85428" y="7141"/>
                    <a:pt x="84666" y="7307"/>
                    <a:pt x="83913" y="7448"/>
                  </a:cubicBezTo>
                  <a:cubicBezTo>
                    <a:pt x="81310" y="7937"/>
                    <a:pt x="78543" y="8272"/>
                    <a:pt x="75687" y="8443"/>
                  </a:cubicBezTo>
                  <a:cubicBezTo>
                    <a:pt x="74193" y="8531"/>
                    <a:pt x="72692" y="8575"/>
                    <a:pt x="71186" y="8575"/>
                  </a:cubicBezTo>
                  <a:cubicBezTo>
                    <a:pt x="66784" y="8575"/>
                    <a:pt x="62342" y="8199"/>
                    <a:pt x="57928" y="7448"/>
                  </a:cubicBezTo>
                  <a:cubicBezTo>
                    <a:pt x="52682" y="6556"/>
                    <a:pt x="47532" y="4898"/>
                    <a:pt x="42708" y="3276"/>
                  </a:cubicBezTo>
                  <a:cubicBezTo>
                    <a:pt x="38128" y="1734"/>
                    <a:pt x="32975" y="0"/>
                    <a:pt x="277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19"/>
            <p:cNvSpPr/>
            <p:nvPr/>
          </p:nvSpPr>
          <p:spPr>
            <a:xfrm flipH="1">
              <a:off x="-185841" y="5894718"/>
              <a:ext cx="4348422" cy="1563444"/>
            </a:xfrm>
            <a:custGeom>
              <a:rect b="b" l="l" r="r" t="t"/>
              <a:pathLst>
                <a:path extrusionOk="0" h="39069" w="108663">
                  <a:moveTo>
                    <a:pt x="46151" y="403"/>
                  </a:moveTo>
                  <a:cubicBezTo>
                    <a:pt x="46500" y="403"/>
                    <a:pt x="46847" y="405"/>
                    <a:pt x="47194" y="409"/>
                  </a:cubicBezTo>
                  <a:cubicBezTo>
                    <a:pt x="60555" y="576"/>
                    <a:pt x="71907" y="4288"/>
                    <a:pt x="80932" y="11441"/>
                  </a:cubicBezTo>
                  <a:cubicBezTo>
                    <a:pt x="84958" y="14633"/>
                    <a:pt x="88903" y="18201"/>
                    <a:pt x="92718" y="21653"/>
                  </a:cubicBezTo>
                  <a:cubicBezTo>
                    <a:pt x="94523" y="23286"/>
                    <a:pt x="96389" y="24974"/>
                    <a:pt x="98238" y="26600"/>
                  </a:cubicBezTo>
                  <a:cubicBezTo>
                    <a:pt x="101177" y="29181"/>
                    <a:pt x="104663" y="32202"/>
                    <a:pt x="108257" y="35034"/>
                  </a:cubicBezTo>
                  <a:cubicBezTo>
                    <a:pt x="108185" y="37046"/>
                    <a:pt x="106877" y="38663"/>
                    <a:pt x="105303" y="38663"/>
                  </a:cubicBezTo>
                  <a:lnTo>
                    <a:pt x="95006" y="38663"/>
                  </a:lnTo>
                  <a:cubicBezTo>
                    <a:pt x="94337" y="37862"/>
                    <a:pt x="93741" y="37110"/>
                    <a:pt x="93190" y="36368"/>
                  </a:cubicBezTo>
                  <a:cubicBezTo>
                    <a:pt x="91738" y="34415"/>
                    <a:pt x="90482" y="32209"/>
                    <a:pt x="89268" y="30076"/>
                  </a:cubicBezTo>
                  <a:cubicBezTo>
                    <a:pt x="88255" y="28296"/>
                    <a:pt x="87207" y="26455"/>
                    <a:pt x="86046" y="24761"/>
                  </a:cubicBezTo>
                  <a:cubicBezTo>
                    <a:pt x="84901" y="23090"/>
                    <a:pt x="83654" y="21394"/>
                    <a:pt x="82109" y="20589"/>
                  </a:cubicBezTo>
                  <a:cubicBezTo>
                    <a:pt x="81766" y="20411"/>
                    <a:pt x="81285" y="20282"/>
                    <a:pt x="80790" y="20282"/>
                  </a:cubicBezTo>
                  <a:cubicBezTo>
                    <a:pt x="80446" y="20282"/>
                    <a:pt x="80095" y="20344"/>
                    <a:pt x="79779" y="20494"/>
                  </a:cubicBezTo>
                  <a:cubicBezTo>
                    <a:pt x="79253" y="20744"/>
                    <a:pt x="78909" y="21200"/>
                    <a:pt x="78784" y="21809"/>
                  </a:cubicBezTo>
                  <a:cubicBezTo>
                    <a:pt x="78479" y="23295"/>
                    <a:pt x="79725" y="24879"/>
                    <a:pt x="80550" y="25925"/>
                  </a:cubicBezTo>
                  <a:cubicBezTo>
                    <a:pt x="80666" y="26074"/>
                    <a:pt x="80775" y="26210"/>
                    <a:pt x="80868" y="26335"/>
                  </a:cubicBezTo>
                  <a:cubicBezTo>
                    <a:pt x="81946" y="27764"/>
                    <a:pt x="82835" y="29354"/>
                    <a:pt x="83661" y="31345"/>
                  </a:cubicBezTo>
                  <a:cubicBezTo>
                    <a:pt x="84287" y="32848"/>
                    <a:pt x="85364" y="35767"/>
                    <a:pt x="85660" y="38663"/>
                  </a:cubicBezTo>
                  <a:lnTo>
                    <a:pt x="76327" y="38663"/>
                  </a:lnTo>
                  <a:cubicBezTo>
                    <a:pt x="76685" y="34328"/>
                    <a:pt x="75134" y="29497"/>
                    <a:pt x="72336" y="26295"/>
                  </a:cubicBezTo>
                  <a:cubicBezTo>
                    <a:pt x="70016" y="23636"/>
                    <a:pt x="66829" y="21619"/>
                    <a:pt x="62597" y="20130"/>
                  </a:cubicBezTo>
                  <a:cubicBezTo>
                    <a:pt x="58968" y="18853"/>
                    <a:pt x="54987" y="18071"/>
                    <a:pt x="50066" y="17668"/>
                  </a:cubicBezTo>
                  <a:cubicBezTo>
                    <a:pt x="47919" y="17494"/>
                    <a:pt x="45723" y="17407"/>
                    <a:pt x="43437" y="17407"/>
                  </a:cubicBezTo>
                  <a:cubicBezTo>
                    <a:pt x="41731" y="17407"/>
                    <a:pt x="39974" y="17455"/>
                    <a:pt x="38150" y="17552"/>
                  </a:cubicBezTo>
                  <a:cubicBezTo>
                    <a:pt x="34341" y="17757"/>
                    <a:pt x="31394" y="18197"/>
                    <a:pt x="28604" y="18985"/>
                  </a:cubicBezTo>
                  <a:cubicBezTo>
                    <a:pt x="27525" y="19288"/>
                    <a:pt x="26448" y="19608"/>
                    <a:pt x="25369" y="19927"/>
                  </a:cubicBezTo>
                  <a:cubicBezTo>
                    <a:pt x="21997" y="20924"/>
                    <a:pt x="18511" y="21956"/>
                    <a:pt x="15020" y="22506"/>
                  </a:cubicBezTo>
                  <a:cubicBezTo>
                    <a:pt x="13538" y="22740"/>
                    <a:pt x="11993" y="22922"/>
                    <a:pt x="10477" y="22922"/>
                  </a:cubicBezTo>
                  <a:cubicBezTo>
                    <a:pt x="7660" y="22922"/>
                    <a:pt x="4942" y="22294"/>
                    <a:pt x="2908" y="20201"/>
                  </a:cubicBezTo>
                  <a:cubicBezTo>
                    <a:pt x="2318" y="19594"/>
                    <a:pt x="445" y="17417"/>
                    <a:pt x="1110" y="14892"/>
                  </a:cubicBezTo>
                  <a:cubicBezTo>
                    <a:pt x="1609" y="13004"/>
                    <a:pt x="3139" y="11676"/>
                    <a:pt x="4417" y="10728"/>
                  </a:cubicBezTo>
                  <a:cubicBezTo>
                    <a:pt x="7502" y="8442"/>
                    <a:pt x="11094" y="7120"/>
                    <a:pt x="14506" y="5962"/>
                  </a:cubicBezTo>
                  <a:cubicBezTo>
                    <a:pt x="25380" y="2272"/>
                    <a:pt x="36012" y="403"/>
                    <a:pt x="46151" y="403"/>
                  </a:cubicBezTo>
                  <a:close/>
                  <a:moveTo>
                    <a:pt x="46184" y="0"/>
                  </a:moveTo>
                  <a:cubicBezTo>
                    <a:pt x="35995" y="0"/>
                    <a:pt x="25302" y="1873"/>
                    <a:pt x="14376" y="5582"/>
                  </a:cubicBezTo>
                  <a:cubicBezTo>
                    <a:pt x="10932" y="6749"/>
                    <a:pt x="7309" y="8083"/>
                    <a:pt x="4175" y="10405"/>
                  </a:cubicBezTo>
                  <a:cubicBezTo>
                    <a:pt x="2845" y="11391"/>
                    <a:pt x="1250" y="12780"/>
                    <a:pt x="720" y="14790"/>
                  </a:cubicBezTo>
                  <a:cubicBezTo>
                    <a:pt x="0" y="17521"/>
                    <a:pt x="1992" y="19837"/>
                    <a:pt x="2618" y="20484"/>
                  </a:cubicBezTo>
                  <a:cubicBezTo>
                    <a:pt x="4745" y="22672"/>
                    <a:pt x="7559" y="23326"/>
                    <a:pt x="10464" y="23326"/>
                  </a:cubicBezTo>
                  <a:cubicBezTo>
                    <a:pt x="12008" y="23326"/>
                    <a:pt x="13578" y="23141"/>
                    <a:pt x="15083" y="22903"/>
                  </a:cubicBezTo>
                  <a:cubicBezTo>
                    <a:pt x="18599" y="22350"/>
                    <a:pt x="22098" y="21314"/>
                    <a:pt x="25483" y="20314"/>
                  </a:cubicBezTo>
                  <a:cubicBezTo>
                    <a:pt x="26558" y="19996"/>
                    <a:pt x="27635" y="19678"/>
                    <a:pt x="28713" y="19374"/>
                  </a:cubicBezTo>
                  <a:cubicBezTo>
                    <a:pt x="31476" y="18595"/>
                    <a:pt x="34392" y="18158"/>
                    <a:pt x="38171" y="17957"/>
                  </a:cubicBezTo>
                  <a:cubicBezTo>
                    <a:pt x="39992" y="17859"/>
                    <a:pt x="41744" y="17811"/>
                    <a:pt x="43446" y="17811"/>
                  </a:cubicBezTo>
                  <a:cubicBezTo>
                    <a:pt x="45718" y="17811"/>
                    <a:pt x="47900" y="17898"/>
                    <a:pt x="50034" y="18072"/>
                  </a:cubicBezTo>
                  <a:cubicBezTo>
                    <a:pt x="54919" y="18471"/>
                    <a:pt x="58869" y="19245"/>
                    <a:pt x="62464" y="20513"/>
                  </a:cubicBezTo>
                  <a:cubicBezTo>
                    <a:pt x="66629" y="21980"/>
                    <a:pt x="69761" y="23959"/>
                    <a:pt x="72035" y="26564"/>
                  </a:cubicBezTo>
                  <a:cubicBezTo>
                    <a:pt x="74808" y="29740"/>
                    <a:pt x="76328" y="34562"/>
                    <a:pt x="75907" y="38847"/>
                  </a:cubicBezTo>
                  <a:lnTo>
                    <a:pt x="75885" y="39069"/>
                  </a:lnTo>
                  <a:lnTo>
                    <a:pt x="86103" y="39069"/>
                  </a:lnTo>
                  <a:lnTo>
                    <a:pt x="86083" y="38849"/>
                  </a:lnTo>
                  <a:cubicBezTo>
                    <a:pt x="85816" y="35827"/>
                    <a:pt x="84685" y="32755"/>
                    <a:pt x="84035" y="31193"/>
                  </a:cubicBezTo>
                  <a:cubicBezTo>
                    <a:pt x="83194" y="29170"/>
                    <a:pt x="82289" y="27550"/>
                    <a:pt x="81192" y="26094"/>
                  </a:cubicBezTo>
                  <a:cubicBezTo>
                    <a:pt x="81095" y="25968"/>
                    <a:pt x="80986" y="25829"/>
                    <a:pt x="80868" y="25679"/>
                  </a:cubicBezTo>
                  <a:cubicBezTo>
                    <a:pt x="80089" y="24692"/>
                    <a:pt x="78913" y="23196"/>
                    <a:pt x="79180" y="21893"/>
                  </a:cubicBezTo>
                  <a:cubicBezTo>
                    <a:pt x="79280" y="21406"/>
                    <a:pt x="79542" y="21057"/>
                    <a:pt x="79953" y="20860"/>
                  </a:cubicBezTo>
                  <a:cubicBezTo>
                    <a:pt x="80215" y="20736"/>
                    <a:pt x="80506" y="20684"/>
                    <a:pt x="80793" y="20684"/>
                  </a:cubicBezTo>
                  <a:cubicBezTo>
                    <a:pt x="81216" y="20684"/>
                    <a:pt x="81630" y="20796"/>
                    <a:pt x="81925" y="20950"/>
                  </a:cubicBezTo>
                  <a:cubicBezTo>
                    <a:pt x="83388" y="21710"/>
                    <a:pt x="84600" y="23365"/>
                    <a:pt x="85716" y="24991"/>
                  </a:cubicBezTo>
                  <a:cubicBezTo>
                    <a:pt x="86867" y="26672"/>
                    <a:pt x="87910" y="28506"/>
                    <a:pt x="88919" y="30277"/>
                  </a:cubicBezTo>
                  <a:cubicBezTo>
                    <a:pt x="90139" y="32421"/>
                    <a:pt x="91401" y="34638"/>
                    <a:pt x="92868" y="36611"/>
                  </a:cubicBezTo>
                  <a:cubicBezTo>
                    <a:pt x="93440" y="37380"/>
                    <a:pt x="94059" y="38160"/>
                    <a:pt x="94759" y="38996"/>
                  </a:cubicBezTo>
                  <a:lnTo>
                    <a:pt x="94819" y="39068"/>
                  </a:lnTo>
                  <a:lnTo>
                    <a:pt x="105303" y="39068"/>
                  </a:lnTo>
                  <a:cubicBezTo>
                    <a:pt x="107121" y="39068"/>
                    <a:pt x="108627" y="37217"/>
                    <a:pt x="108661" y="34947"/>
                  </a:cubicBezTo>
                  <a:lnTo>
                    <a:pt x="108663" y="34847"/>
                  </a:lnTo>
                  <a:lnTo>
                    <a:pt x="108584" y="34784"/>
                  </a:lnTo>
                  <a:cubicBezTo>
                    <a:pt x="104971" y="31939"/>
                    <a:pt x="101460" y="28897"/>
                    <a:pt x="98502" y="26300"/>
                  </a:cubicBezTo>
                  <a:cubicBezTo>
                    <a:pt x="96655" y="24675"/>
                    <a:pt x="94790" y="22989"/>
                    <a:pt x="92987" y="21357"/>
                  </a:cubicBezTo>
                  <a:cubicBezTo>
                    <a:pt x="89168" y="17899"/>
                    <a:pt x="85217" y="14326"/>
                    <a:pt x="81181" y="11127"/>
                  </a:cubicBezTo>
                  <a:cubicBezTo>
                    <a:pt x="72085" y="3918"/>
                    <a:pt x="60650" y="176"/>
                    <a:pt x="47197" y="6"/>
                  </a:cubicBezTo>
                  <a:cubicBezTo>
                    <a:pt x="46860" y="2"/>
                    <a:pt x="46522" y="0"/>
                    <a:pt x="46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19"/>
            <p:cNvSpPr/>
            <p:nvPr/>
          </p:nvSpPr>
          <p:spPr>
            <a:xfrm flipH="1">
              <a:off x="-325864" y="-120714"/>
              <a:ext cx="4355665" cy="807744"/>
            </a:xfrm>
            <a:custGeom>
              <a:rect b="b" l="l" r="r" t="t"/>
              <a:pathLst>
                <a:path extrusionOk="0" h="28164" w="108844">
                  <a:moveTo>
                    <a:pt x="105484" y="409"/>
                  </a:moveTo>
                  <a:cubicBezTo>
                    <a:pt x="107116" y="409"/>
                    <a:pt x="108443" y="2114"/>
                    <a:pt x="108443" y="4208"/>
                  </a:cubicBezTo>
                  <a:lnTo>
                    <a:pt x="108443" y="9441"/>
                  </a:lnTo>
                  <a:cubicBezTo>
                    <a:pt x="107791" y="9431"/>
                    <a:pt x="107138" y="9426"/>
                    <a:pt x="106485" y="9426"/>
                  </a:cubicBezTo>
                  <a:cubicBezTo>
                    <a:pt x="96929" y="9426"/>
                    <a:pt x="87281" y="10461"/>
                    <a:pt x="77432" y="11618"/>
                  </a:cubicBezTo>
                  <a:lnTo>
                    <a:pt x="74438" y="11967"/>
                  </a:lnTo>
                  <a:cubicBezTo>
                    <a:pt x="68077" y="12707"/>
                    <a:pt x="61497" y="13471"/>
                    <a:pt x="55052" y="14524"/>
                  </a:cubicBezTo>
                  <a:cubicBezTo>
                    <a:pt x="50937" y="15196"/>
                    <a:pt x="47239" y="15919"/>
                    <a:pt x="43750" y="16739"/>
                  </a:cubicBezTo>
                  <a:cubicBezTo>
                    <a:pt x="39671" y="17698"/>
                    <a:pt x="36280" y="18535"/>
                    <a:pt x="32894" y="19868"/>
                  </a:cubicBezTo>
                  <a:cubicBezTo>
                    <a:pt x="30642" y="20754"/>
                    <a:pt x="28443" y="21986"/>
                    <a:pt x="26315" y="23179"/>
                  </a:cubicBezTo>
                  <a:cubicBezTo>
                    <a:pt x="22603" y="25262"/>
                    <a:pt x="18761" y="27414"/>
                    <a:pt x="14582" y="27728"/>
                  </a:cubicBezTo>
                  <a:cubicBezTo>
                    <a:pt x="14284" y="27750"/>
                    <a:pt x="13983" y="27761"/>
                    <a:pt x="13680" y="27761"/>
                  </a:cubicBezTo>
                  <a:cubicBezTo>
                    <a:pt x="8600" y="27761"/>
                    <a:pt x="3011" y="24606"/>
                    <a:pt x="1265" y="17265"/>
                  </a:cubicBezTo>
                  <a:cubicBezTo>
                    <a:pt x="424" y="13728"/>
                    <a:pt x="774" y="10998"/>
                    <a:pt x="2304" y="9148"/>
                  </a:cubicBezTo>
                  <a:cubicBezTo>
                    <a:pt x="3847" y="7282"/>
                    <a:pt x="6123" y="6467"/>
                    <a:pt x="8144" y="5916"/>
                  </a:cubicBezTo>
                  <a:cubicBezTo>
                    <a:pt x="14663" y="4135"/>
                    <a:pt x="21503" y="4060"/>
                    <a:pt x="27536" y="3991"/>
                  </a:cubicBezTo>
                  <a:lnTo>
                    <a:pt x="28284" y="3982"/>
                  </a:lnTo>
                  <a:cubicBezTo>
                    <a:pt x="35338" y="3908"/>
                    <a:pt x="42635" y="3830"/>
                    <a:pt x="49562" y="1411"/>
                  </a:cubicBezTo>
                  <a:cubicBezTo>
                    <a:pt x="50530" y="1072"/>
                    <a:pt x="51303" y="753"/>
                    <a:pt x="51989" y="409"/>
                  </a:cubicBezTo>
                  <a:lnTo>
                    <a:pt x="51989" y="410"/>
                  </a:lnTo>
                  <a:lnTo>
                    <a:pt x="77472" y="410"/>
                  </a:lnTo>
                  <a:cubicBezTo>
                    <a:pt x="75657" y="1022"/>
                    <a:pt x="73845" y="1526"/>
                    <a:pt x="72138" y="1986"/>
                  </a:cubicBezTo>
                  <a:cubicBezTo>
                    <a:pt x="71479" y="2162"/>
                    <a:pt x="70816" y="2334"/>
                    <a:pt x="70156" y="2505"/>
                  </a:cubicBezTo>
                  <a:cubicBezTo>
                    <a:pt x="68329" y="2977"/>
                    <a:pt x="66440" y="3467"/>
                    <a:pt x="64605" y="4082"/>
                  </a:cubicBezTo>
                  <a:cubicBezTo>
                    <a:pt x="61004" y="5291"/>
                    <a:pt x="57124" y="6040"/>
                    <a:pt x="52740" y="6369"/>
                  </a:cubicBezTo>
                  <a:cubicBezTo>
                    <a:pt x="49638" y="6602"/>
                    <a:pt x="46418" y="6602"/>
                    <a:pt x="43304" y="6603"/>
                  </a:cubicBezTo>
                  <a:cubicBezTo>
                    <a:pt x="34965" y="6606"/>
                    <a:pt x="26344" y="6609"/>
                    <a:pt x="18528" y="10955"/>
                  </a:cubicBezTo>
                  <a:cubicBezTo>
                    <a:pt x="14223" y="13350"/>
                    <a:pt x="12644" y="15910"/>
                    <a:pt x="13835" y="18561"/>
                  </a:cubicBezTo>
                  <a:cubicBezTo>
                    <a:pt x="14838" y="20791"/>
                    <a:pt x="17057" y="22107"/>
                    <a:pt x="18813" y="22421"/>
                  </a:cubicBezTo>
                  <a:cubicBezTo>
                    <a:pt x="19239" y="22498"/>
                    <a:pt x="19668" y="22533"/>
                    <a:pt x="20097" y="22533"/>
                  </a:cubicBezTo>
                  <a:cubicBezTo>
                    <a:pt x="22307" y="22533"/>
                    <a:pt x="24513" y="21604"/>
                    <a:pt x="26433" y="20647"/>
                  </a:cubicBezTo>
                  <a:cubicBezTo>
                    <a:pt x="27444" y="20142"/>
                    <a:pt x="28451" y="19561"/>
                    <a:pt x="29427" y="18998"/>
                  </a:cubicBezTo>
                  <a:cubicBezTo>
                    <a:pt x="30955" y="18116"/>
                    <a:pt x="32534" y="17203"/>
                    <a:pt x="34157" y="16576"/>
                  </a:cubicBezTo>
                  <a:cubicBezTo>
                    <a:pt x="37956" y="15106"/>
                    <a:pt x="41874" y="14247"/>
                    <a:pt x="44864" y="13661"/>
                  </a:cubicBezTo>
                  <a:cubicBezTo>
                    <a:pt x="49244" y="12804"/>
                    <a:pt x="53720" y="12190"/>
                    <a:pt x="58050" y="11597"/>
                  </a:cubicBezTo>
                  <a:cubicBezTo>
                    <a:pt x="61146" y="11172"/>
                    <a:pt x="64344" y="10734"/>
                    <a:pt x="67486" y="10209"/>
                  </a:cubicBezTo>
                  <a:cubicBezTo>
                    <a:pt x="71305" y="9572"/>
                    <a:pt x="74827" y="8898"/>
                    <a:pt x="78252" y="8150"/>
                  </a:cubicBezTo>
                  <a:cubicBezTo>
                    <a:pt x="80759" y="7602"/>
                    <a:pt x="84017" y="6743"/>
                    <a:pt x="86995" y="4937"/>
                  </a:cubicBezTo>
                  <a:cubicBezTo>
                    <a:pt x="88677" y="3915"/>
                    <a:pt x="90044" y="2435"/>
                    <a:pt x="91173" y="409"/>
                  </a:cubicBezTo>
                  <a:close/>
                  <a:moveTo>
                    <a:pt x="90934" y="0"/>
                  </a:moveTo>
                  <a:lnTo>
                    <a:pt x="90877" y="105"/>
                  </a:lnTo>
                  <a:cubicBezTo>
                    <a:pt x="89755" y="2148"/>
                    <a:pt x="88458" y="3572"/>
                    <a:pt x="86786" y="4587"/>
                  </a:cubicBezTo>
                  <a:cubicBezTo>
                    <a:pt x="83860" y="6361"/>
                    <a:pt x="80642" y="7209"/>
                    <a:pt x="78166" y="7749"/>
                  </a:cubicBezTo>
                  <a:cubicBezTo>
                    <a:pt x="74747" y="8496"/>
                    <a:pt x="71232" y="9168"/>
                    <a:pt x="67420" y="9804"/>
                  </a:cubicBezTo>
                  <a:cubicBezTo>
                    <a:pt x="64284" y="10326"/>
                    <a:pt x="61086" y="10767"/>
                    <a:pt x="57994" y="11189"/>
                  </a:cubicBezTo>
                  <a:cubicBezTo>
                    <a:pt x="53660" y="11784"/>
                    <a:pt x="49177" y="12398"/>
                    <a:pt x="44787" y="13257"/>
                  </a:cubicBezTo>
                  <a:cubicBezTo>
                    <a:pt x="41781" y="13846"/>
                    <a:pt x="37840" y="14712"/>
                    <a:pt x="34011" y="16192"/>
                  </a:cubicBezTo>
                  <a:cubicBezTo>
                    <a:pt x="32361" y="16832"/>
                    <a:pt x="30768" y="17751"/>
                    <a:pt x="29227" y="18641"/>
                  </a:cubicBezTo>
                  <a:cubicBezTo>
                    <a:pt x="28257" y="19199"/>
                    <a:pt x="27256" y="19778"/>
                    <a:pt x="26252" y="20278"/>
                  </a:cubicBezTo>
                  <a:cubicBezTo>
                    <a:pt x="24377" y="21213"/>
                    <a:pt x="22228" y="22123"/>
                    <a:pt x="20096" y="22123"/>
                  </a:cubicBezTo>
                  <a:cubicBezTo>
                    <a:pt x="19691" y="22123"/>
                    <a:pt x="19286" y="22090"/>
                    <a:pt x="18884" y="22019"/>
                  </a:cubicBezTo>
                  <a:cubicBezTo>
                    <a:pt x="17234" y="21723"/>
                    <a:pt x="15146" y="20485"/>
                    <a:pt x="14203" y="18389"/>
                  </a:cubicBezTo>
                  <a:cubicBezTo>
                    <a:pt x="13112" y="15962"/>
                    <a:pt x="14633" y="13577"/>
                    <a:pt x="18725" y="11302"/>
                  </a:cubicBezTo>
                  <a:cubicBezTo>
                    <a:pt x="26450" y="7006"/>
                    <a:pt x="35017" y="7004"/>
                    <a:pt x="43304" y="7002"/>
                  </a:cubicBezTo>
                  <a:cubicBezTo>
                    <a:pt x="46426" y="7002"/>
                    <a:pt x="49654" y="6999"/>
                    <a:pt x="52770" y="6766"/>
                  </a:cubicBezTo>
                  <a:cubicBezTo>
                    <a:pt x="57188" y="6433"/>
                    <a:pt x="61100" y="5680"/>
                    <a:pt x="64734" y="4460"/>
                  </a:cubicBezTo>
                  <a:cubicBezTo>
                    <a:pt x="66555" y="3847"/>
                    <a:pt x="68437" y="3359"/>
                    <a:pt x="70258" y="2889"/>
                  </a:cubicBezTo>
                  <a:cubicBezTo>
                    <a:pt x="70921" y="2718"/>
                    <a:pt x="71583" y="2546"/>
                    <a:pt x="72244" y="2369"/>
                  </a:cubicBezTo>
                  <a:cubicBezTo>
                    <a:pt x="74310" y="1815"/>
                    <a:pt x="76526" y="1191"/>
                    <a:pt x="78725" y="393"/>
                  </a:cubicBezTo>
                  <a:lnTo>
                    <a:pt x="79801" y="3"/>
                  </a:lnTo>
                  <a:lnTo>
                    <a:pt x="51891" y="3"/>
                  </a:lnTo>
                  <a:lnTo>
                    <a:pt x="51849" y="25"/>
                  </a:lnTo>
                  <a:cubicBezTo>
                    <a:pt x="51168" y="369"/>
                    <a:pt x="50398" y="688"/>
                    <a:pt x="49430" y="1026"/>
                  </a:cubicBezTo>
                  <a:cubicBezTo>
                    <a:pt x="42565" y="3424"/>
                    <a:pt x="35301" y="3502"/>
                    <a:pt x="28279" y="3577"/>
                  </a:cubicBezTo>
                  <a:lnTo>
                    <a:pt x="27530" y="3587"/>
                  </a:lnTo>
                  <a:cubicBezTo>
                    <a:pt x="21472" y="3654"/>
                    <a:pt x="14606" y="3731"/>
                    <a:pt x="8035" y="5524"/>
                  </a:cubicBezTo>
                  <a:cubicBezTo>
                    <a:pt x="5955" y="6091"/>
                    <a:pt x="3608" y="6937"/>
                    <a:pt x="1994" y="8889"/>
                  </a:cubicBezTo>
                  <a:cubicBezTo>
                    <a:pt x="378" y="10842"/>
                    <a:pt x="1" y="13691"/>
                    <a:pt x="872" y="17356"/>
                  </a:cubicBezTo>
                  <a:cubicBezTo>
                    <a:pt x="2415" y="23842"/>
                    <a:pt x="7591" y="28164"/>
                    <a:pt x="13647" y="28164"/>
                  </a:cubicBezTo>
                  <a:cubicBezTo>
                    <a:pt x="13966" y="28164"/>
                    <a:pt x="14287" y="28154"/>
                    <a:pt x="14609" y="28121"/>
                  </a:cubicBezTo>
                  <a:cubicBezTo>
                    <a:pt x="18878" y="27800"/>
                    <a:pt x="22758" y="25623"/>
                    <a:pt x="26511" y="23520"/>
                  </a:cubicBezTo>
                  <a:cubicBezTo>
                    <a:pt x="28626" y="22334"/>
                    <a:pt x="30812" y="21108"/>
                    <a:pt x="33038" y="20233"/>
                  </a:cubicBezTo>
                  <a:cubicBezTo>
                    <a:pt x="36400" y="18911"/>
                    <a:pt x="39775" y="18075"/>
                    <a:pt x="43838" y="17121"/>
                  </a:cubicBezTo>
                  <a:cubicBezTo>
                    <a:pt x="47319" y="16305"/>
                    <a:pt x="51008" y="15582"/>
                    <a:pt x="55113" y="14912"/>
                  </a:cubicBezTo>
                  <a:cubicBezTo>
                    <a:pt x="61550" y="13861"/>
                    <a:pt x="68126" y="13097"/>
                    <a:pt x="74484" y="12357"/>
                  </a:cubicBezTo>
                  <a:lnTo>
                    <a:pt x="77477" y="12010"/>
                  </a:lnTo>
                  <a:cubicBezTo>
                    <a:pt x="87323" y="10854"/>
                    <a:pt x="96973" y="9822"/>
                    <a:pt x="106514" y="9822"/>
                  </a:cubicBezTo>
                  <a:cubicBezTo>
                    <a:pt x="107222" y="9822"/>
                    <a:pt x="107930" y="9827"/>
                    <a:pt x="108637" y="9839"/>
                  </a:cubicBezTo>
                  <a:lnTo>
                    <a:pt x="108843" y="9842"/>
                  </a:lnTo>
                  <a:lnTo>
                    <a:pt x="108843" y="4203"/>
                  </a:lnTo>
                  <a:cubicBezTo>
                    <a:pt x="108843" y="1884"/>
                    <a:pt x="107336" y="0"/>
                    <a:pt x="1054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 name="Google Shape;552;p19"/>
          <p:cNvSpPr/>
          <p:nvPr/>
        </p:nvSpPr>
        <p:spPr>
          <a:xfrm>
            <a:off x="408250" y="362757"/>
            <a:ext cx="8434200" cy="4594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19"/>
          <p:cNvSpPr/>
          <p:nvPr/>
        </p:nvSpPr>
        <p:spPr>
          <a:xfrm>
            <a:off x="301550" y="271625"/>
            <a:ext cx="8434200" cy="45849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19"/>
          <p:cNvSpPr txBox="1"/>
          <p:nvPr>
            <p:ph type="title"/>
          </p:nvPr>
        </p:nvSpPr>
        <p:spPr>
          <a:xfrm>
            <a:off x="720000" y="540000"/>
            <a:ext cx="7704000" cy="5643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3180000" dist="85725">
              <a:schemeClr val="accent2"/>
            </a:outerShdw>
          </a:effectLst>
        </p:spPr>
        <p:txBody>
          <a:bodyPr anchorCtr="0" anchor="ctr" bIns="91425" lIns="91425" spcFirstLastPara="1" rIns="91425" wrap="square" tIns="91425">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TITLE_AND_BODY_1">
    <p:bg>
      <p:bgPr>
        <a:solidFill>
          <a:schemeClr val="accent6"/>
        </a:solidFill>
      </p:bgPr>
    </p:bg>
    <p:spTree>
      <p:nvGrpSpPr>
        <p:cNvPr id="555" name="Shape 555"/>
        <p:cNvGrpSpPr/>
        <p:nvPr/>
      </p:nvGrpSpPr>
      <p:grpSpPr>
        <a:xfrm>
          <a:off x="0" y="0"/>
          <a:ext cx="0" cy="0"/>
          <a:chOff x="0" y="0"/>
          <a:chExt cx="0" cy="0"/>
        </a:xfrm>
      </p:grpSpPr>
      <p:grpSp>
        <p:nvGrpSpPr>
          <p:cNvPr id="556" name="Google Shape;556;p20"/>
          <p:cNvGrpSpPr/>
          <p:nvPr/>
        </p:nvGrpSpPr>
        <p:grpSpPr>
          <a:xfrm>
            <a:off x="-97264" y="-1670400"/>
            <a:ext cx="9517944" cy="7737118"/>
            <a:chOff x="-97264" y="-1670400"/>
            <a:chExt cx="9517944" cy="7737118"/>
          </a:xfrm>
        </p:grpSpPr>
        <p:sp>
          <p:nvSpPr>
            <p:cNvPr id="557" name="Google Shape;557;p20"/>
            <p:cNvSpPr/>
            <p:nvPr/>
          </p:nvSpPr>
          <p:spPr>
            <a:xfrm flipH="1" rot="10800000">
              <a:off x="-89101" y="4603110"/>
              <a:ext cx="3985503" cy="848251"/>
            </a:xfrm>
            <a:custGeom>
              <a:rect b="b" l="l" r="r" t="t"/>
              <a:pathLst>
                <a:path extrusionOk="0" h="21197" w="99594">
                  <a:moveTo>
                    <a:pt x="65021" y="0"/>
                  </a:moveTo>
                  <a:cubicBezTo>
                    <a:pt x="64434" y="0"/>
                    <a:pt x="63848" y="10"/>
                    <a:pt x="63260" y="29"/>
                  </a:cubicBezTo>
                  <a:cubicBezTo>
                    <a:pt x="57732" y="207"/>
                    <a:pt x="52245" y="1096"/>
                    <a:pt x="46816" y="2389"/>
                  </a:cubicBezTo>
                  <a:cubicBezTo>
                    <a:pt x="41611" y="3631"/>
                    <a:pt x="36750" y="6060"/>
                    <a:pt x="31830" y="8475"/>
                  </a:cubicBezTo>
                  <a:cubicBezTo>
                    <a:pt x="27244" y="10725"/>
                    <a:pt x="22624" y="12692"/>
                    <a:pt x="17724" y="13463"/>
                  </a:cubicBezTo>
                  <a:cubicBezTo>
                    <a:pt x="15802" y="13765"/>
                    <a:pt x="13860" y="13942"/>
                    <a:pt x="11920" y="13942"/>
                  </a:cubicBezTo>
                  <a:cubicBezTo>
                    <a:pt x="10234" y="13942"/>
                    <a:pt x="8549" y="13808"/>
                    <a:pt x="6879" y="13505"/>
                  </a:cubicBezTo>
                  <a:cubicBezTo>
                    <a:pt x="4515" y="13077"/>
                    <a:pt x="2162" y="12285"/>
                    <a:pt x="0" y="10984"/>
                  </a:cubicBezTo>
                  <a:lnTo>
                    <a:pt x="0" y="18944"/>
                  </a:lnTo>
                  <a:cubicBezTo>
                    <a:pt x="1762" y="19024"/>
                    <a:pt x="3523" y="19075"/>
                    <a:pt x="5283" y="19075"/>
                  </a:cubicBezTo>
                  <a:cubicBezTo>
                    <a:pt x="9227" y="19075"/>
                    <a:pt x="13162" y="18820"/>
                    <a:pt x="17071" y="18072"/>
                  </a:cubicBezTo>
                  <a:cubicBezTo>
                    <a:pt x="21981" y="17133"/>
                    <a:pt x="26589" y="15270"/>
                    <a:pt x="30996" y="12374"/>
                  </a:cubicBezTo>
                  <a:cubicBezTo>
                    <a:pt x="33739" y="10570"/>
                    <a:pt x="36781" y="9886"/>
                    <a:pt x="39837" y="9886"/>
                  </a:cubicBezTo>
                  <a:cubicBezTo>
                    <a:pt x="40660" y="9886"/>
                    <a:pt x="41484" y="9936"/>
                    <a:pt x="42304" y="10026"/>
                  </a:cubicBezTo>
                  <a:cubicBezTo>
                    <a:pt x="50992" y="10985"/>
                    <a:pt x="59004" y="15789"/>
                    <a:pt x="67420" y="18291"/>
                  </a:cubicBezTo>
                  <a:cubicBezTo>
                    <a:pt x="72853" y="19907"/>
                    <a:pt x="78486" y="20812"/>
                    <a:pt x="84058" y="21107"/>
                  </a:cubicBezTo>
                  <a:cubicBezTo>
                    <a:pt x="85055" y="21160"/>
                    <a:pt x="86060" y="21196"/>
                    <a:pt x="87066" y="21196"/>
                  </a:cubicBezTo>
                  <a:cubicBezTo>
                    <a:pt x="89207" y="21196"/>
                    <a:pt x="91355" y="21031"/>
                    <a:pt x="93446" y="20508"/>
                  </a:cubicBezTo>
                  <a:cubicBezTo>
                    <a:pt x="95522" y="19989"/>
                    <a:pt x="98275" y="18989"/>
                    <a:pt x="98894" y="16049"/>
                  </a:cubicBezTo>
                  <a:cubicBezTo>
                    <a:pt x="99594" y="12721"/>
                    <a:pt x="97265" y="10188"/>
                    <a:pt x="95270" y="8623"/>
                  </a:cubicBezTo>
                  <a:cubicBezTo>
                    <a:pt x="92667" y="6581"/>
                    <a:pt x="89709" y="5268"/>
                    <a:pt x="86790" y="4165"/>
                  </a:cubicBezTo>
                  <a:cubicBezTo>
                    <a:pt x="79711" y="1489"/>
                    <a:pt x="72404" y="0"/>
                    <a:pt x="6502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0"/>
            <p:cNvSpPr/>
            <p:nvPr/>
          </p:nvSpPr>
          <p:spPr>
            <a:xfrm flipH="1" rot="10800000">
              <a:off x="-89221" y="2683898"/>
              <a:ext cx="8386467" cy="1819876"/>
            </a:xfrm>
            <a:custGeom>
              <a:rect b="b" l="l" r="r" t="t"/>
              <a:pathLst>
                <a:path extrusionOk="0" h="45477" w="209570">
                  <a:moveTo>
                    <a:pt x="173399" y="0"/>
                  </a:moveTo>
                  <a:cubicBezTo>
                    <a:pt x="171819" y="0"/>
                    <a:pt x="170239" y="33"/>
                    <a:pt x="168661" y="80"/>
                  </a:cubicBezTo>
                  <a:cubicBezTo>
                    <a:pt x="164324" y="208"/>
                    <a:pt x="160018" y="528"/>
                    <a:pt x="155729" y="1390"/>
                  </a:cubicBezTo>
                  <a:cubicBezTo>
                    <a:pt x="151776" y="2184"/>
                    <a:pt x="147874" y="3386"/>
                    <a:pt x="144099" y="5071"/>
                  </a:cubicBezTo>
                  <a:cubicBezTo>
                    <a:pt x="140139" y="6838"/>
                    <a:pt x="136425" y="9227"/>
                    <a:pt x="132734" y="11745"/>
                  </a:cubicBezTo>
                  <a:cubicBezTo>
                    <a:pt x="125453" y="16714"/>
                    <a:pt x="118372" y="22168"/>
                    <a:pt x="110478" y="25489"/>
                  </a:cubicBezTo>
                  <a:cubicBezTo>
                    <a:pt x="104010" y="28211"/>
                    <a:pt x="97197" y="29287"/>
                    <a:pt x="90399" y="29287"/>
                  </a:cubicBezTo>
                  <a:cubicBezTo>
                    <a:pt x="89168" y="29287"/>
                    <a:pt x="87937" y="29252"/>
                    <a:pt x="86709" y="29185"/>
                  </a:cubicBezTo>
                  <a:cubicBezTo>
                    <a:pt x="70235" y="28285"/>
                    <a:pt x="53959" y="22404"/>
                    <a:pt x="38422" y="15780"/>
                  </a:cubicBezTo>
                  <a:cubicBezTo>
                    <a:pt x="34245" y="13999"/>
                    <a:pt x="30113" y="12729"/>
                    <a:pt x="25697" y="12479"/>
                  </a:cubicBezTo>
                  <a:cubicBezTo>
                    <a:pt x="24449" y="12409"/>
                    <a:pt x="23202" y="12379"/>
                    <a:pt x="21954" y="12379"/>
                  </a:cubicBezTo>
                  <a:cubicBezTo>
                    <a:pt x="18881" y="12379"/>
                    <a:pt x="15809" y="12558"/>
                    <a:pt x="12741" y="12746"/>
                  </a:cubicBezTo>
                  <a:cubicBezTo>
                    <a:pt x="9315" y="12958"/>
                    <a:pt x="5883" y="13109"/>
                    <a:pt x="2471" y="13588"/>
                  </a:cubicBezTo>
                  <a:cubicBezTo>
                    <a:pt x="1651" y="13702"/>
                    <a:pt x="825" y="13831"/>
                    <a:pt x="0" y="13986"/>
                  </a:cubicBezTo>
                  <a:lnTo>
                    <a:pt x="0" y="21931"/>
                  </a:lnTo>
                  <a:cubicBezTo>
                    <a:pt x="3093" y="20622"/>
                    <a:pt x="6277" y="19799"/>
                    <a:pt x="9551" y="19799"/>
                  </a:cubicBezTo>
                  <a:cubicBezTo>
                    <a:pt x="10632" y="19799"/>
                    <a:pt x="11722" y="19889"/>
                    <a:pt x="12823" y="20080"/>
                  </a:cubicBezTo>
                  <a:cubicBezTo>
                    <a:pt x="20488" y="21419"/>
                    <a:pt x="27144" y="26632"/>
                    <a:pt x="33499" y="31891"/>
                  </a:cubicBezTo>
                  <a:cubicBezTo>
                    <a:pt x="45486" y="41811"/>
                    <a:pt x="59912" y="45476"/>
                    <a:pt x="74081" y="45476"/>
                  </a:cubicBezTo>
                  <a:cubicBezTo>
                    <a:pt x="74665" y="45476"/>
                    <a:pt x="75248" y="45470"/>
                    <a:pt x="75831" y="45458"/>
                  </a:cubicBezTo>
                  <a:cubicBezTo>
                    <a:pt x="90804" y="45142"/>
                    <a:pt x="106177" y="41401"/>
                    <a:pt x="119282" y="31968"/>
                  </a:cubicBezTo>
                  <a:cubicBezTo>
                    <a:pt x="125990" y="27139"/>
                    <a:pt x="132221" y="21338"/>
                    <a:pt x="138817" y="16271"/>
                  </a:cubicBezTo>
                  <a:cubicBezTo>
                    <a:pt x="142143" y="13714"/>
                    <a:pt x="145448" y="11379"/>
                    <a:pt x="149316" y="10440"/>
                  </a:cubicBezTo>
                  <a:cubicBezTo>
                    <a:pt x="150812" y="10078"/>
                    <a:pt x="152323" y="9917"/>
                    <a:pt x="153836" y="9917"/>
                  </a:cubicBezTo>
                  <a:cubicBezTo>
                    <a:pt x="155625" y="9917"/>
                    <a:pt x="157416" y="10142"/>
                    <a:pt x="159185" y="10527"/>
                  </a:cubicBezTo>
                  <a:cubicBezTo>
                    <a:pt x="162983" y="11352"/>
                    <a:pt x="166672" y="12839"/>
                    <a:pt x="170334" y="14321"/>
                  </a:cubicBezTo>
                  <a:cubicBezTo>
                    <a:pt x="174482" y="15997"/>
                    <a:pt x="178713" y="17383"/>
                    <a:pt x="182992" y="18407"/>
                  </a:cubicBezTo>
                  <a:cubicBezTo>
                    <a:pt x="186653" y="19282"/>
                    <a:pt x="190426" y="19787"/>
                    <a:pt x="194193" y="19787"/>
                  </a:cubicBezTo>
                  <a:cubicBezTo>
                    <a:pt x="197694" y="19787"/>
                    <a:pt x="201190" y="19351"/>
                    <a:pt x="204587" y="18369"/>
                  </a:cubicBezTo>
                  <a:cubicBezTo>
                    <a:pt x="206831" y="17721"/>
                    <a:pt x="209570" y="16218"/>
                    <a:pt x="208195" y="12736"/>
                  </a:cubicBezTo>
                  <a:cubicBezTo>
                    <a:pt x="207019" y="9759"/>
                    <a:pt x="203809" y="8201"/>
                    <a:pt x="201535" y="7001"/>
                  </a:cubicBezTo>
                  <a:cubicBezTo>
                    <a:pt x="195238" y="3676"/>
                    <a:pt x="188684" y="1200"/>
                    <a:pt x="181872" y="426"/>
                  </a:cubicBezTo>
                  <a:cubicBezTo>
                    <a:pt x="179055" y="106"/>
                    <a:pt x="176227" y="0"/>
                    <a:pt x="173399"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0"/>
            <p:cNvSpPr/>
            <p:nvPr/>
          </p:nvSpPr>
          <p:spPr>
            <a:xfrm flipH="1" rot="10800000">
              <a:off x="-89101" y="3083938"/>
              <a:ext cx="819678" cy="314658"/>
            </a:xfrm>
            <a:custGeom>
              <a:rect b="b" l="l" r="r" t="t"/>
              <a:pathLst>
                <a:path extrusionOk="0" h="7863" w="20483">
                  <a:moveTo>
                    <a:pt x="10679" y="1"/>
                  </a:moveTo>
                  <a:cubicBezTo>
                    <a:pt x="7200" y="1"/>
                    <a:pt x="3530" y="930"/>
                    <a:pt x="0" y="1036"/>
                  </a:cubicBezTo>
                  <a:lnTo>
                    <a:pt x="0" y="7210"/>
                  </a:lnTo>
                  <a:cubicBezTo>
                    <a:pt x="73" y="7210"/>
                    <a:pt x="146" y="7210"/>
                    <a:pt x="218" y="7210"/>
                  </a:cubicBezTo>
                  <a:cubicBezTo>
                    <a:pt x="2966" y="7210"/>
                    <a:pt x="5723" y="7366"/>
                    <a:pt x="8473" y="7532"/>
                  </a:cubicBezTo>
                  <a:cubicBezTo>
                    <a:pt x="10471" y="7652"/>
                    <a:pt x="12481" y="7858"/>
                    <a:pt x="14482" y="7862"/>
                  </a:cubicBezTo>
                  <a:cubicBezTo>
                    <a:pt x="14579" y="7862"/>
                    <a:pt x="14677" y="7863"/>
                    <a:pt x="14776" y="7863"/>
                  </a:cubicBezTo>
                  <a:cubicBezTo>
                    <a:pt x="16107" y="7863"/>
                    <a:pt x="17589" y="7805"/>
                    <a:pt x="18794" y="7093"/>
                  </a:cubicBezTo>
                  <a:cubicBezTo>
                    <a:pt x="20483" y="6096"/>
                    <a:pt x="19330" y="4228"/>
                    <a:pt x="18366" y="3075"/>
                  </a:cubicBezTo>
                  <a:cubicBezTo>
                    <a:pt x="16959" y="1395"/>
                    <a:pt x="15150" y="529"/>
                    <a:pt x="13253" y="203"/>
                  </a:cubicBezTo>
                  <a:cubicBezTo>
                    <a:pt x="12410" y="59"/>
                    <a:pt x="11551" y="1"/>
                    <a:pt x="10679"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0"/>
            <p:cNvSpPr/>
            <p:nvPr/>
          </p:nvSpPr>
          <p:spPr>
            <a:xfrm flipH="1" rot="10800000">
              <a:off x="-89101" y="1727069"/>
              <a:ext cx="9361694" cy="2012360"/>
            </a:xfrm>
            <a:custGeom>
              <a:rect b="b" l="l" r="r" t="t"/>
              <a:pathLst>
                <a:path extrusionOk="0" h="50287" w="233940">
                  <a:moveTo>
                    <a:pt x="233940" y="0"/>
                  </a:moveTo>
                  <a:cubicBezTo>
                    <a:pt x="230479" y="1532"/>
                    <a:pt x="227264" y="3838"/>
                    <a:pt x="224035" y="6016"/>
                  </a:cubicBezTo>
                  <a:cubicBezTo>
                    <a:pt x="219999" y="8735"/>
                    <a:pt x="215918" y="11195"/>
                    <a:pt x="211510" y="12795"/>
                  </a:cubicBezTo>
                  <a:cubicBezTo>
                    <a:pt x="205977" y="14804"/>
                    <a:pt x="200252" y="15619"/>
                    <a:pt x="194517" y="15619"/>
                  </a:cubicBezTo>
                  <a:cubicBezTo>
                    <a:pt x="191019" y="15619"/>
                    <a:pt x="187518" y="15316"/>
                    <a:pt x="184053" y="14796"/>
                  </a:cubicBezTo>
                  <a:cubicBezTo>
                    <a:pt x="174879" y="13417"/>
                    <a:pt x="165892" y="10575"/>
                    <a:pt x="156983" y="7553"/>
                  </a:cubicBezTo>
                  <a:cubicBezTo>
                    <a:pt x="154186" y="6603"/>
                    <a:pt x="151295" y="5923"/>
                    <a:pt x="148402" y="5923"/>
                  </a:cubicBezTo>
                  <a:cubicBezTo>
                    <a:pt x="147105" y="5923"/>
                    <a:pt x="145807" y="6060"/>
                    <a:pt x="144518" y="6370"/>
                  </a:cubicBezTo>
                  <a:cubicBezTo>
                    <a:pt x="141010" y="7213"/>
                    <a:pt x="137841" y="9316"/>
                    <a:pt x="134862" y="11732"/>
                  </a:cubicBezTo>
                  <a:cubicBezTo>
                    <a:pt x="131415" y="14529"/>
                    <a:pt x="128149" y="17665"/>
                    <a:pt x="124700" y="20457"/>
                  </a:cubicBezTo>
                  <a:cubicBezTo>
                    <a:pt x="120681" y="23709"/>
                    <a:pt x="116461" y="26565"/>
                    <a:pt x="112085" y="28971"/>
                  </a:cubicBezTo>
                  <a:cubicBezTo>
                    <a:pt x="103869" y="33488"/>
                    <a:pt x="95132" y="36387"/>
                    <a:pt x="86236" y="37674"/>
                  </a:cubicBezTo>
                  <a:cubicBezTo>
                    <a:pt x="82434" y="38224"/>
                    <a:pt x="78620" y="38471"/>
                    <a:pt x="74803" y="38471"/>
                  </a:cubicBezTo>
                  <a:cubicBezTo>
                    <a:pt x="58405" y="38471"/>
                    <a:pt x="41951" y="33908"/>
                    <a:pt x="26125" y="29171"/>
                  </a:cubicBezTo>
                  <a:cubicBezTo>
                    <a:pt x="17408" y="26561"/>
                    <a:pt x="8732" y="23693"/>
                    <a:pt x="0" y="21148"/>
                  </a:cubicBezTo>
                  <a:lnTo>
                    <a:pt x="0" y="30371"/>
                  </a:lnTo>
                  <a:cubicBezTo>
                    <a:pt x="3472" y="33108"/>
                    <a:pt x="7489" y="35009"/>
                    <a:pt x="11115" y="36595"/>
                  </a:cubicBezTo>
                  <a:cubicBezTo>
                    <a:pt x="17532" y="39404"/>
                    <a:pt x="24220" y="41608"/>
                    <a:pt x="30929" y="42938"/>
                  </a:cubicBezTo>
                  <a:cubicBezTo>
                    <a:pt x="38228" y="44386"/>
                    <a:pt x="45630" y="44923"/>
                    <a:pt x="53022" y="44923"/>
                  </a:cubicBezTo>
                  <a:cubicBezTo>
                    <a:pt x="55748" y="44923"/>
                    <a:pt x="58473" y="44850"/>
                    <a:pt x="61191" y="44723"/>
                  </a:cubicBezTo>
                  <a:cubicBezTo>
                    <a:pt x="71533" y="44237"/>
                    <a:pt x="81978" y="43258"/>
                    <a:pt x="92233" y="41498"/>
                  </a:cubicBezTo>
                  <a:cubicBezTo>
                    <a:pt x="102742" y="39694"/>
                    <a:pt x="112661" y="35767"/>
                    <a:pt x="122701" y="31597"/>
                  </a:cubicBezTo>
                  <a:cubicBezTo>
                    <a:pt x="132437" y="27557"/>
                    <a:pt x="142206" y="24207"/>
                    <a:pt x="152521" y="24092"/>
                  </a:cubicBezTo>
                  <a:cubicBezTo>
                    <a:pt x="152754" y="24089"/>
                    <a:pt x="152988" y="24088"/>
                    <a:pt x="153222" y="24088"/>
                  </a:cubicBezTo>
                  <a:cubicBezTo>
                    <a:pt x="163194" y="24088"/>
                    <a:pt x="173100" y="26520"/>
                    <a:pt x="182555" y="30450"/>
                  </a:cubicBezTo>
                  <a:cubicBezTo>
                    <a:pt x="187610" y="32550"/>
                    <a:pt x="192565" y="35025"/>
                    <a:pt x="197604" y="37193"/>
                  </a:cubicBezTo>
                  <a:cubicBezTo>
                    <a:pt x="202625" y="39352"/>
                    <a:pt x="207681" y="41382"/>
                    <a:pt x="212770" y="43265"/>
                  </a:cubicBezTo>
                  <a:cubicBezTo>
                    <a:pt x="219747" y="45846"/>
                    <a:pt x="226825" y="48256"/>
                    <a:pt x="233940" y="50286"/>
                  </a:cubicBezTo>
                  <a:lnTo>
                    <a:pt x="233940" y="34729"/>
                  </a:lnTo>
                  <a:cubicBezTo>
                    <a:pt x="233339" y="34539"/>
                    <a:pt x="232731" y="34368"/>
                    <a:pt x="232112" y="34224"/>
                  </a:cubicBezTo>
                  <a:cubicBezTo>
                    <a:pt x="229270" y="33551"/>
                    <a:pt x="226381" y="33250"/>
                    <a:pt x="223499" y="32996"/>
                  </a:cubicBezTo>
                  <a:cubicBezTo>
                    <a:pt x="219753" y="32668"/>
                    <a:pt x="216005" y="32333"/>
                    <a:pt x="212261" y="31960"/>
                  </a:cubicBezTo>
                  <a:cubicBezTo>
                    <a:pt x="208072" y="31543"/>
                    <a:pt x="203886" y="31089"/>
                    <a:pt x="199705" y="30539"/>
                  </a:cubicBezTo>
                  <a:cubicBezTo>
                    <a:pt x="195713" y="30014"/>
                    <a:pt x="191661" y="29550"/>
                    <a:pt x="187710" y="28635"/>
                  </a:cubicBezTo>
                  <a:cubicBezTo>
                    <a:pt x="184185" y="27821"/>
                    <a:pt x="180587" y="27222"/>
                    <a:pt x="177204" y="25665"/>
                  </a:cubicBezTo>
                  <a:cubicBezTo>
                    <a:pt x="175719" y="24980"/>
                    <a:pt x="173996" y="24080"/>
                    <a:pt x="173054" y="22380"/>
                  </a:cubicBezTo>
                  <a:cubicBezTo>
                    <a:pt x="172381" y="21164"/>
                    <a:pt x="172300" y="19467"/>
                    <a:pt x="173266" y="18466"/>
                  </a:cubicBezTo>
                  <a:cubicBezTo>
                    <a:pt x="174400" y="17293"/>
                    <a:pt x="176205" y="17248"/>
                    <a:pt x="177591" y="17230"/>
                  </a:cubicBezTo>
                  <a:cubicBezTo>
                    <a:pt x="177667" y="17230"/>
                    <a:pt x="177743" y="17229"/>
                    <a:pt x="177820" y="17229"/>
                  </a:cubicBezTo>
                  <a:cubicBezTo>
                    <a:pt x="179957" y="17229"/>
                    <a:pt x="182098" y="17572"/>
                    <a:pt x="184206" y="17983"/>
                  </a:cubicBezTo>
                  <a:cubicBezTo>
                    <a:pt x="186167" y="18365"/>
                    <a:pt x="188113" y="18845"/>
                    <a:pt x="190056" y="19342"/>
                  </a:cubicBezTo>
                  <a:cubicBezTo>
                    <a:pt x="192155" y="19880"/>
                    <a:pt x="194290" y="20178"/>
                    <a:pt x="196416" y="20482"/>
                  </a:cubicBezTo>
                  <a:cubicBezTo>
                    <a:pt x="200378" y="21047"/>
                    <a:pt x="204372" y="21430"/>
                    <a:pt x="208364" y="21430"/>
                  </a:cubicBezTo>
                  <a:cubicBezTo>
                    <a:pt x="209889" y="21430"/>
                    <a:pt x="211413" y="21374"/>
                    <a:pt x="212936" y="21251"/>
                  </a:cubicBezTo>
                  <a:cubicBezTo>
                    <a:pt x="218320" y="20818"/>
                    <a:pt x="223791" y="19532"/>
                    <a:pt x="228641" y="16425"/>
                  </a:cubicBezTo>
                  <a:cubicBezTo>
                    <a:pt x="230586" y="15179"/>
                    <a:pt x="232358" y="13636"/>
                    <a:pt x="233940" y="11842"/>
                  </a:cubicBezTo>
                  <a:lnTo>
                    <a:pt x="233940" y="0"/>
                  </a:ln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0"/>
            <p:cNvSpPr/>
            <p:nvPr/>
          </p:nvSpPr>
          <p:spPr>
            <a:xfrm flipH="1" rot="10800000">
              <a:off x="-88861" y="1308027"/>
              <a:ext cx="5153814" cy="1015564"/>
            </a:xfrm>
            <a:custGeom>
              <a:rect b="b" l="l" r="r" t="t"/>
              <a:pathLst>
                <a:path extrusionOk="0" h="25378" w="128789">
                  <a:moveTo>
                    <a:pt x="125460" y="1"/>
                  </a:moveTo>
                  <a:cubicBezTo>
                    <a:pt x="124112" y="1"/>
                    <a:pt x="122755" y="233"/>
                    <a:pt x="121432" y="495"/>
                  </a:cubicBezTo>
                  <a:cubicBezTo>
                    <a:pt x="117708" y="1235"/>
                    <a:pt x="114038" y="2428"/>
                    <a:pt x="110408" y="3702"/>
                  </a:cubicBezTo>
                  <a:cubicBezTo>
                    <a:pt x="101528" y="6816"/>
                    <a:pt x="92732" y="10293"/>
                    <a:pt x="83787" y="13112"/>
                  </a:cubicBezTo>
                  <a:cubicBezTo>
                    <a:pt x="72182" y="16772"/>
                    <a:pt x="60329" y="19483"/>
                    <a:pt x="48340" y="19746"/>
                  </a:cubicBezTo>
                  <a:cubicBezTo>
                    <a:pt x="47589" y="19762"/>
                    <a:pt x="46838" y="19771"/>
                    <a:pt x="46087" y="19771"/>
                  </a:cubicBezTo>
                  <a:cubicBezTo>
                    <a:pt x="36277" y="19771"/>
                    <a:pt x="26528" y="18319"/>
                    <a:pt x="17277" y="13958"/>
                  </a:cubicBezTo>
                  <a:cubicBezTo>
                    <a:pt x="14817" y="12796"/>
                    <a:pt x="12434" y="11433"/>
                    <a:pt x="10052" y="10038"/>
                  </a:cubicBezTo>
                  <a:cubicBezTo>
                    <a:pt x="7467" y="8528"/>
                    <a:pt x="4765" y="7378"/>
                    <a:pt x="2106" y="6103"/>
                  </a:cubicBezTo>
                  <a:cubicBezTo>
                    <a:pt x="1402" y="5766"/>
                    <a:pt x="699" y="5418"/>
                    <a:pt x="0" y="5056"/>
                  </a:cubicBezTo>
                  <a:lnTo>
                    <a:pt x="0" y="11211"/>
                  </a:lnTo>
                  <a:cubicBezTo>
                    <a:pt x="4701" y="13100"/>
                    <a:pt x="9362" y="15161"/>
                    <a:pt x="14041" y="17090"/>
                  </a:cubicBezTo>
                  <a:cubicBezTo>
                    <a:pt x="16400" y="18063"/>
                    <a:pt x="18775" y="19117"/>
                    <a:pt x="21195" y="19846"/>
                  </a:cubicBezTo>
                  <a:cubicBezTo>
                    <a:pt x="23656" y="20587"/>
                    <a:pt x="26170" y="20896"/>
                    <a:pt x="28695" y="21030"/>
                  </a:cubicBezTo>
                  <a:cubicBezTo>
                    <a:pt x="33506" y="21285"/>
                    <a:pt x="38258" y="21488"/>
                    <a:pt x="43036" y="22348"/>
                  </a:cubicBezTo>
                  <a:cubicBezTo>
                    <a:pt x="47992" y="23241"/>
                    <a:pt x="52914" y="24461"/>
                    <a:pt x="57900" y="25055"/>
                  </a:cubicBezTo>
                  <a:cubicBezTo>
                    <a:pt x="59669" y="25266"/>
                    <a:pt x="61430" y="25377"/>
                    <a:pt x="63185" y="25377"/>
                  </a:cubicBezTo>
                  <a:cubicBezTo>
                    <a:pt x="66528" y="25377"/>
                    <a:pt x="69851" y="24974"/>
                    <a:pt x="73168" y="24091"/>
                  </a:cubicBezTo>
                  <a:cubicBezTo>
                    <a:pt x="82572" y="21585"/>
                    <a:pt x="91311" y="16379"/>
                    <a:pt x="100290" y="12209"/>
                  </a:cubicBezTo>
                  <a:cubicBezTo>
                    <a:pt x="102551" y="11159"/>
                    <a:pt x="104832" y="10174"/>
                    <a:pt x="107142" y="9317"/>
                  </a:cubicBezTo>
                  <a:cubicBezTo>
                    <a:pt x="109515" y="8437"/>
                    <a:pt x="111919" y="7831"/>
                    <a:pt x="114326" y="7132"/>
                  </a:cubicBezTo>
                  <a:cubicBezTo>
                    <a:pt x="119263" y="5699"/>
                    <a:pt x="123997" y="3389"/>
                    <a:pt x="128789" y="1350"/>
                  </a:cubicBezTo>
                  <a:cubicBezTo>
                    <a:pt x="128436" y="255"/>
                    <a:pt x="127130" y="101"/>
                    <a:pt x="126329" y="35"/>
                  </a:cubicBezTo>
                  <a:cubicBezTo>
                    <a:pt x="126040" y="12"/>
                    <a:pt x="125750" y="1"/>
                    <a:pt x="125460"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0"/>
            <p:cNvSpPr/>
            <p:nvPr/>
          </p:nvSpPr>
          <p:spPr>
            <a:xfrm flipH="1" rot="10800000">
              <a:off x="-89101" y="-101856"/>
              <a:ext cx="949935" cy="459281"/>
            </a:xfrm>
            <a:custGeom>
              <a:rect b="b" l="l" r="r" t="t"/>
              <a:pathLst>
                <a:path extrusionOk="0" h="11477" w="23738">
                  <a:moveTo>
                    <a:pt x="0" y="0"/>
                  </a:moveTo>
                  <a:lnTo>
                    <a:pt x="0" y="7277"/>
                  </a:lnTo>
                  <a:cubicBezTo>
                    <a:pt x="3475" y="8436"/>
                    <a:pt x="6937" y="9675"/>
                    <a:pt x="10474" y="10467"/>
                  </a:cubicBezTo>
                  <a:cubicBezTo>
                    <a:pt x="12599" y="10942"/>
                    <a:pt x="14945" y="11477"/>
                    <a:pt x="17230" y="11477"/>
                  </a:cubicBezTo>
                  <a:cubicBezTo>
                    <a:pt x="18607" y="11477"/>
                    <a:pt x="19963" y="11282"/>
                    <a:pt x="21233" y="10762"/>
                  </a:cubicBezTo>
                  <a:cubicBezTo>
                    <a:pt x="22964" y="10052"/>
                    <a:pt x="23737" y="8373"/>
                    <a:pt x="22783" y="6233"/>
                  </a:cubicBezTo>
                  <a:cubicBezTo>
                    <a:pt x="21854" y="4148"/>
                    <a:pt x="19780" y="3350"/>
                    <a:pt x="18049" y="2892"/>
                  </a:cubicBezTo>
                  <a:cubicBezTo>
                    <a:pt x="14044" y="1834"/>
                    <a:pt x="9964" y="2398"/>
                    <a:pt x="5923" y="1958"/>
                  </a:cubicBezTo>
                  <a:cubicBezTo>
                    <a:pt x="3848" y="1734"/>
                    <a:pt x="1868" y="1036"/>
                    <a:pt x="0"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0"/>
            <p:cNvSpPr/>
            <p:nvPr/>
          </p:nvSpPr>
          <p:spPr>
            <a:xfrm flipH="1" rot="10800000">
              <a:off x="-89101" y="-219285"/>
              <a:ext cx="9361814" cy="2217890"/>
            </a:xfrm>
            <a:custGeom>
              <a:rect b="b" l="l" r="r" t="t"/>
              <a:pathLst>
                <a:path extrusionOk="0" h="55423" w="233943">
                  <a:moveTo>
                    <a:pt x="144772" y="1"/>
                  </a:moveTo>
                  <a:cubicBezTo>
                    <a:pt x="142102" y="1"/>
                    <a:pt x="139431" y="96"/>
                    <a:pt x="136766" y="286"/>
                  </a:cubicBezTo>
                  <a:cubicBezTo>
                    <a:pt x="128012" y="909"/>
                    <a:pt x="119276" y="2552"/>
                    <a:pt x="110812" y="5489"/>
                  </a:cubicBezTo>
                  <a:cubicBezTo>
                    <a:pt x="106624" y="6944"/>
                    <a:pt x="102575" y="8874"/>
                    <a:pt x="98468" y="10653"/>
                  </a:cubicBezTo>
                  <a:cubicBezTo>
                    <a:pt x="93953" y="12609"/>
                    <a:pt x="89399" y="14424"/>
                    <a:pt x="84794" y="16010"/>
                  </a:cubicBezTo>
                  <a:cubicBezTo>
                    <a:pt x="74251" y="19642"/>
                    <a:pt x="63428" y="21981"/>
                    <a:pt x="52620" y="21981"/>
                  </a:cubicBezTo>
                  <a:cubicBezTo>
                    <a:pt x="45059" y="21981"/>
                    <a:pt x="37505" y="20836"/>
                    <a:pt x="30059" y="18189"/>
                  </a:cubicBezTo>
                  <a:cubicBezTo>
                    <a:pt x="25579" y="16596"/>
                    <a:pt x="21178" y="14667"/>
                    <a:pt x="16828" y="12578"/>
                  </a:cubicBezTo>
                  <a:cubicBezTo>
                    <a:pt x="12514" y="10509"/>
                    <a:pt x="8272" y="8266"/>
                    <a:pt x="3815" y="6712"/>
                  </a:cubicBezTo>
                  <a:cubicBezTo>
                    <a:pt x="2549" y="6272"/>
                    <a:pt x="1276" y="5888"/>
                    <a:pt x="0" y="5548"/>
                  </a:cubicBezTo>
                  <a:lnTo>
                    <a:pt x="0" y="23614"/>
                  </a:lnTo>
                  <a:cubicBezTo>
                    <a:pt x="12657" y="29572"/>
                    <a:pt x="26166" y="33013"/>
                    <a:pt x="39600" y="33024"/>
                  </a:cubicBezTo>
                  <a:cubicBezTo>
                    <a:pt x="39625" y="33024"/>
                    <a:pt x="39649" y="33024"/>
                    <a:pt x="39674" y="33024"/>
                  </a:cubicBezTo>
                  <a:cubicBezTo>
                    <a:pt x="43920" y="33024"/>
                    <a:pt x="48167" y="32654"/>
                    <a:pt x="52367" y="31843"/>
                  </a:cubicBezTo>
                  <a:cubicBezTo>
                    <a:pt x="54553" y="31420"/>
                    <a:pt x="56709" y="30737"/>
                    <a:pt x="58881" y="30217"/>
                  </a:cubicBezTo>
                  <a:cubicBezTo>
                    <a:pt x="61539" y="29579"/>
                    <a:pt x="64252" y="29008"/>
                    <a:pt x="66965" y="29005"/>
                  </a:cubicBezTo>
                  <a:cubicBezTo>
                    <a:pt x="66982" y="29005"/>
                    <a:pt x="66999" y="29005"/>
                    <a:pt x="67017" y="29005"/>
                  </a:cubicBezTo>
                  <a:cubicBezTo>
                    <a:pt x="68762" y="29005"/>
                    <a:pt x="71102" y="29156"/>
                    <a:pt x="72309" y="31005"/>
                  </a:cubicBezTo>
                  <a:cubicBezTo>
                    <a:pt x="73261" y="32464"/>
                    <a:pt x="73035" y="34779"/>
                    <a:pt x="72433" y="36381"/>
                  </a:cubicBezTo>
                  <a:cubicBezTo>
                    <a:pt x="71760" y="38175"/>
                    <a:pt x="70452" y="39418"/>
                    <a:pt x="69067" y="40261"/>
                  </a:cubicBezTo>
                  <a:cubicBezTo>
                    <a:pt x="65139" y="42655"/>
                    <a:pt x="60371" y="42850"/>
                    <a:pt x="56096" y="42852"/>
                  </a:cubicBezTo>
                  <a:cubicBezTo>
                    <a:pt x="56089" y="42852"/>
                    <a:pt x="56082" y="42852"/>
                    <a:pt x="56075" y="42852"/>
                  </a:cubicBezTo>
                  <a:cubicBezTo>
                    <a:pt x="46902" y="42852"/>
                    <a:pt x="37792" y="41022"/>
                    <a:pt x="28834" y="38660"/>
                  </a:cubicBezTo>
                  <a:cubicBezTo>
                    <a:pt x="19225" y="36125"/>
                    <a:pt x="9684" y="33151"/>
                    <a:pt x="0" y="31087"/>
                  </a:cubicBezTo>
                  <a:lnTo>
                    <a:pt x="0" y="40459"/>
                  </a:lnTo>
                  <a:cubicBezTo>
                    <a:pt x="415" y="40687"/>
                    <a:pt x="838" y="40900"/>
                    <a:pt x="1269" y="41094"/>
                  </a:cubicBezTo>
                  <a:cubicBezTo>
                    <a:pt x="3834" y="42246"/>
                    <a:pt x="6360" y="42550"/>
                    <a:pt x="9049" y="42595"/>
                  </a:cubicBezTo>
                  <a:cubicBezTo>
                    <a:pt x="11321" y="42632"/>
                    <a:pt x="13601" y="42650"/>
                    <a:pt x="15862" y="42966"/>
                  </a:cubicBezTo>
                  <a:cubicBezTo>
                    <a:pt x="17766" y="43232"/>
                    <a:pt x="19811" y="43645"/>
                    <a:pt x="21476" y="44925"/>
                  </a:cubicBezTo>
                  <a:cubicBezTo>
                    <a:pt x="22689" y="45858"/>
                    <a:pt x="23822" y="47631"/>
                    <a:pt x="23620" y="49546"/>
                  </a:cubicBezTo>
                  <a:cubicBezTo>
                    <a:pt x="23450" y="51198"/>
                    <a:pt x="22153" y="51995"/>
                    <a:pt x="21013" y="52388"/>
                  </a:cubicBezTo>
                  <a:cubicBezTo>
                    <a:pt x="19769" y="52816"/>
                    <a:pt x="18468" y="52983"/>
                    <a:pt x="17149" y="52983"/>
                  </a:cubicBezTo>
                  <a:cubicBezTo>
                    <a:pt x="14678" y="52983"/>
                    <a:pt x="12147" y="52396"/>
                    <a:pt x="9822" y="51845"/>
                  </a:cubicBezTo>
                  <a:cubicBezTo>
                    <a:pt x="6510" y="51059"/>
                    <a:pt x="3259" y="49899"/>
                    <a:pt x="0" y="48810"/>
                  </a:cubicBezTo>
                  <a:lnTo>
                    <a:pt x="0" y="54602"/>
                  </a:lnTo>
                  <a:cubicBezTo>
                    <a:pt x="5036" y="55007"/>
                    <a:pt x="10079" y="55225"/>
                    <a:pt x="15119" y="55348"/>
                  </a:cubicBezTo>
                  <a:cubicBezTo>
                    <a:pt x="17082" y="55396"/>
                    <a:pt x="19048" y="55423"/>
                    <a:pt x="21015" y="55423"/>
                  </a:cubicBezTo>
                  <a:cubicBezTo>
                    <a:pt x="29997" y="55423"/>
                    <a:pt x="38994" y="54866"/>
                    <a:pt x="47880" y="53219"/>
                  </a:cubicBezTo>
                  <a:cubicBezTo>
                    <a:pt x="52943" y="52282"/>
                    <a:pt x="58028" y="51048"/>
                    <a:pt x="62912" y="49101"/>
                  </a:cubicBezTo>
                  <a:cubicBezTo>
                    <a:pt x="67581" y="47240"/>
                    <a:pt x="72025" y="44594"/>
                    <a:pt x="76326" y="41657"/>
                  </a:cubicBezTo>
                  <a:cubicBezTo>
                    <a:pt x="84683" y="35949"/>
                    <a:pt x="92557" y="29085"/>
                    <a:pt x="101261" y="24207"/>
                  </a:cubicBezTo>
                  <a:cubicBezTo>
                    <a:pt x="110109" y="19249"/>
                    <a:pt x="119692" y="17446"/>
                    <a:pt x="129288" y="16670"/>
                  </a:cubicBezTo>
                  <a:cubicBezTo>
                    <a:pt x="132649" y="16399"/>
                    <a:pt x="136013" y="16271"/>
                    <a:pt x="139377" y="16271"/>
                  </a:cubicBezTo>
                  <a:cubicBezTo>
                    <a:pt x="157478" y="16271"/>
                    <a:pt x="175585" y="19963"/>
                    <a:pt x="193212" y="24804"/>
                  </a:cubicBezTo>
                  <a:cubicBezTo>
                    <a:pt x="203630" y="27665"/>
                    <a:pt x="214279" y="30372"/>
                    <a:pt x="224304" y="35040"/>
                  </a:cubicBezTo>
                  <a:cubicBezTo>
                    <a:pt x="227597" y="36575"/>
                    <a:pt x="230795" y="38437"/>
                    <a:pt x="233942" y="40411"/>
                  </a:cubicBezTo>
                  <a:lnTo>
                    <a:pt x="233942" y="31703"/>
                  </a:lnTo>
                  <a:cubicBezTo>
                    <a:pt x="228231" y="27859"/>
                    <a:pt x="222155" y="24807"/>
                    <a:pt x="216214" y="21705"/>
                  </a:cubicBezTo>
                  <a:cubicBezTo>
                    <a:pt x="207456" y="17134"/>
                    <a:pt x="198525" y="13002"/>
                    <a:pt x="189487" y="9410"/>
                  </a:cubicBezTo>
                  <a:cubicBezTo>
                    <a:pt x="180687" y="5912"/>
                    <a:pt x="171778" y="2926"/>
                    <a:pt x="162615" y="1437"/>
                  </a:cubicBezTo>
                  <a:cubicBezTo>
                    <a:pt x="156702" y="476"/>
                    <a:pt x="150736" y="1"/>
                    <a:pt x="144772"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0"/>
            <p:cNvSpPr/>
            <p:nvPr/>
          </p:nvSpPr>
          <p:spPr>
            <a:xfrm flipH="1" rot="10800000">
              <a:off x="4312517" y="-1092360"/>
              <a:ext cx="4960169" cy="2176352"/>
            </a:xfrm>
            <a:custGeom>
              <a:rect b="b" l="l" r="r" t="t"/>
              <a:pathLst>
                <a:path extrusionOk="0" h="54385" w="123950">
                  <a:moveTo>
                    <a:pt x="25687" y="0"/>
                  </a:moveTo>
                  <a:cubicBezTo>
                    <a:pt x="25613" y="0"/>
                    <a:pt x="25540" y="0"/>
                    <a:pt x="25467" y="0"/>
                  </a:cubicBezTo>
                  <a:cubicBezTo>
                    <a:pt x="22189" y="8"/>
                    <a:pt x="18895" y="286"/>
                    <a:pt x="15653" y="893"/>
                  </a:cubicBezTo>
                  <a:cubicBezTo>
                    <a:pt x="12106" y="1558"/>
                    <a:pt x="8455" y="2579"/>
                    <a:pt x="5276" y="4757"/>
                  </a:cubicBezTo>
                  <a:cubicBezTo>
                    <a:pt x="2358" y="6754"/>
                    <a:pt x="1" y="10011"/>
                    <a:pt x="133" y="14446"/>
                  </a:cubicBezTo>
                  <a:cubicBezTo>
                    <a:pt x="289" y="19675"/>
                    <a:pt x="3866" y="23250"/>
                    <a:pt x="7286" y="25363"/>
                  </a:cubicBezTo>
                  <a:cubicBezTo>
                    <a:pt x="11223" y="27796"/>
                    <a:pt x="15408" y="28684"/>
                    <a:pt x="19651" y="28684"/>
                  </a:cubicBezTo>
                  <a:cubicBezTo>
                    <a:pt x="25154" y="28684"/>
                    <a:pt x="30756" y="27191"/>
                    <a:pt x="36046" y="25632"/>
                  </a:cubicBezTo>
                  <a:cubicBezTo>
                    <a:pt x="41465" y="24035"/>
                    <a:pt x="46862" y="22167"/>
                    <a:pt x="52380" y="21177"/>
                  </a:cubicBezTo>
                  <a:cubicBezTo>
                    <a:pt x="56587" y="20424"/>
                    <a:pt x="60828" y="20023"/>
                    <a:pt x="65073" y="20023"/>
                  </a:cubicBezTo>
                  <a:cubicBezTo>
                    <a:pt x="66363" y="20023"/>
                    <a:pt x="67654" y="20060"/>
                    <a:pt x="68944" y="20135"/>
                  </a:cubicBezTo>
                  <a:cubicBezTo>
                    <a:pt x="79965" y="20783"/>
                    <a:pt x="90870" y="24103"/>
                    <a:pt x="100937" y="29809"/>
                  </a:cubicBezTo>
                  <a:cubicBezTo>
                    <a:pt x="105755" y="32540"/>
                    <a:pt x="110519" y="35684"/>
                    <a:pt x="114557" y="40038"/>
                  </a:cubicBezTo>
                  <a:cubicBezTo>
                    <a:pt x="118056" y="43811"/>
                    <a:pt x="120978" y="48359"/>
                    <a:pt x="123419" y="53277"/>
                  </a:cubicBezTo>
                  <a:cubicBezTo>
                    <a:pt x="123600" y="53644"/>
                    <a:pt x="123773" y="54016"/>
                    <a:pt x="123950" y="54384"/>
                  </a:cubicBezTo>
                  <a:lnTo>
                    <a:pt x="123950" y="30590"/>
                  </a:lnTo>
                  <a:cubicBezTo>
                    <a:pt x="115011" y="23740"/>
                    <a:pt x="104675" y="20070"/>
                    <a:pt x="94699" y="16430"/>
                  </a:cubicBezTo>
                  <a:cubicBezTo>
                    <a:pt x="83278" y="12265"/>
                    <a:pt x="71945" y="7950"/>
                    <a:pt x="60279" y="4996"/>
                  </a:cubicBezTo>
                  <a:cubicBezTo>
                    <a:pt x="48938" y="2125"/>
                    <a:pt x="37275" y="0"/>
                    <a:pt x="25687"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0"/>
            <p:cNvSpPr/>
            <p:nvPr/>
          </p:nvSpPr>
          <p:spPr>
            <a:xfrm flipH="1" rot="10800000">
              <a:off x="-89101" y="-1670143"/>
              <a:ext cx="4579363" cy="1972262"/>
            </a:xfrm>
            <a:custGeom>
              <a:rect b="b" l="l" r="r" t="t"/>
              <a:pathLst>
                <a:path extrusionOk="0" h="49285" w="114434">
                  <a:moveTo>
                    <a:pt x="97111" y="0"/>
                  </a:moveTo>
                  <a:cubicBezTo>
                    <a:pt x="92375" y="0"/>
                    <a:pt x="88229" y="4066"/>
                    <a:pt x="85079" y="8725"/>
                  </a:cubicBezTo>
                  <a:cubicBezTo>
                    <a:pt x="81036" y="14698"/>
                    <a:pt x="78056" y="22263"/>
                    <a:pt x="72346" y="26006"/>
                  </a:cubicBezTo>
                  <a:cubicBezTo>
                    <a:pt x="69011" y="28192"/>
                    <a:pt x="65286" y="29191"/>
                    <a:pt x="61597" y="29874"/>
                  </a:cubicBezTo>
                  <a:cubicBezTo>
                    <a:pt x="57172" y="30696"/>
                    <a:pt x="52733" y="31343"/>
                    <a:pt x="48270" y="31736"/>
                  </a:cubicBezTo>
                  <a:cubicBezTo>
                    <a:pt x="43819" y="32127"/>
                    <a:pt x="39334" y="32342"/>
                    <a:pt x="34849" y="32342"/>
                  </a:cubicBezTo>
                  <a:cubicBezTo>
                    <a:pt x="29827" y="32342"/>
                    <a:pt x="24804" y="32073"/>
                    <a:pt x="19828" y="31484"/>
                  </a:cubicBezTo>
                  <a:cubicBezTo>
                    <a:pt x="13156" y="30694"/>
                    <a:pt x="6527" y="29288"/>
                    <a:pt x="0" y="27342"/>
                  </a:cubicBezTo>
                  <a:lnTo>
                    <a:pt x="0" y="45284"/>
                  </a:lnTo>
                  <a:cubicBezTo>
                    <a:pt x="0" y="47494"/>
                    <a:pt x="1415" y="49285"/>
                    <a:pt x="3161" y="49285"/>
                  </a:cubicBezTo>
                  <a:lnTo>
                    <a:pt x="54554" y="49285"/>
                  </a:lnTo>
                  <a:cubicBezTo>
                    <a:pt x="57524" y="43691"/>
                    <a:pt x="61460" y="38933"/>
                    <a:pt x="66165" y="35699"/>
                  </a:cubicBezTo>
                  <a:cubicBezTo>
                    <a:pt x="74007" y="30307"/>
                    <a:pt x="82814" y="29860"/>
                    <a:pt x="91444" y="28199"/>
                  </a:cubicBezTo>
                  <a:cubicBezTo>
                    <a:pt x="94850" y="27544"/>
                    <a:pt x="98284" y="26656"/>
                    <a:pt x="101576" y="25345"/>
                  </a:cubicBezTo>
                  <a:cubicBezTo>
                    <a:pt x="104402" y="24220"/>
                    <a:pt x="107468" y="22637"/>
                    <a:pt x="109397" y="19658"/>
                  </a:cubicBezTo>
                  <a:cubicBezTo>
                    <a:pt x="114434" y="11884"/>
                    <a:pt x="106261" y="3395"/>
                    <a:pt x="100927" y="890"/>
                  </a:cubicBezTo>
                  <a:cubicBezTo>
                    <a:pt x="99620" y="276"/>
                    <a:pt x="98345" y="0"/>
                    <a:pt x="9711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0"/>
            <p:cNvSpPr/>
            <p:nvPr/>
          </p:nvSpPr>
          <p:spPr>
            <a:xfrm flipH="1" rot="10800000">
              <a:off x="2774626" y="-1670160"/>
              <a:ext cx="4319449" cy="712432"/>
            </a:xfrm>
            <a:custGeom>
              <a:rect b="b" l="l" r="r" t="t"/>
              <a:pathLst>
                <a:path extrusionOk="0" h="17803" w="107939">
                  <a:moveTo>
                    <a:pt x="27543" y="0"/>
                  </a:moveTo>
                  <a:cubicBezTo>
                    <a:pt x="27240" y="0"/>
                    <a:pt x="26937" y="6"/>
                    <a:pt x="26634" y="18"/>
                  </a:cubicBezTo>
                  <a:cubicBezTo>
                    <a:pt x="24027" y="121"/>
                    <a:pt x="21392" y="745"/>
                    <a:pt x="19094" y="2364"/>
                  </a:cubicBezTo>
                  <a:cubicBezTo>
                    <a:pt x="18481" y="2797"/>
                    <a:pt x="16577" y="4050"/>
                    <a:pt x="17537" y="5118"/>
                  </a:cubicBezTo>
                  <a:cubicBezTo>
                    <a:pt x="18117" y="5762"/>
                    <a:pt x="19161" y="5928"/>
                    <a:pt x="19890" y="6091"/>
                  </a:cubicBezTo>
                  <a:cubicBezTo>
                    <a:pt x="23855" y="6979"/>
                    <a:pt x="27949" y="6569"/>
                    <a:pt x="31949" y="6998"/>
                  </a:cubicBezTo>
                  <a:cubicBezTo>
                    <a:pt x="35180" y="7344"/>
                    <a:pt x="39652" y="7834"/>
                    <a:pt x="41798" y="11379"/>
                  </a:cubicBezTo>
                  <a:cubicBezTo>
                    <a:pt x="41873" y="11504"/>
                    <a:pt x="41874" y="11697"/>
                    <a:pt x="41748" y="11777"/>
                  </a:cubicBezTo>
                  <a:cubicBezTo>
                    <a:pt x="40684" y="12461"/>
                    <a:pt x="39488" y="12703"/>
                    <a:pt x="38262" y="12703"/>
                  </a:cubicBezTo>
                  <a:cubicBezTo>
                    <a:pt x="36542" y="12703"/>
                    <a:pt x="34763" y="12227"/>
                    <a:pt x="33207" y="11823"/>
                  </a:cubicBezTo>
                  <a:cubicBezTo>
                    <a:pt x="31601" y="11407"/>
                    <a:pt x="30013" y="10894"/>
                    <a:pt x="28412" y="10466"/>
                  </a:cubicBezTo>
                  <a:cubicBezTo>
                    <a:pt x="26593" y="9980"/>
                    <a:pt x="24742" y="9711"/>
                    <a:pt x="22919" y="9248"/>
                  </a:cubicBezTo>
                  <a:cubicBezTo>
                    <a:pt x="18811" y="8207"/>
                    <a:pt x="14751" y="6811"/>
                    <a:pt x="10581" y="6185"/>
                  </a:cubicBezTo>
                  <a:cubicBezTo>
                    <a:pt x="9499" y="6023"/>
                    <a:pt x="8286" y="5852"/>
                    <a:pt x="7075" y="5852"/>
                  </a:cubicBezTo>
                  <a:cubicBezTo>
                    <a:pt x="5505" y="5852"/>
                    <a:pt x="3938" y="6139"/>
                    <a:pt x="2667" y="7101"/>
                  </a:cubicBezTo>
                  <a:cubicBezTo>
                    <a:pt x="702" y="8588"/>
                    <a:pt x="1" y="12230"/>
                    <a:pt x="827" y="14868"/>
                  </a:cubicBezTo>
                  <a:cubicBezTo>
                    <a:pt x="1191" y="16035"/>
                    <a:pt x="1835" y="16995"/>
                    <a:pt x="2588" y="17803"/>
                  </a:cubicBezTo>
                  <a:lnTo>
                    <a:pt x="107349" y="17803"/>
                  </a:lnTo>
                  <a:cubicBezTo>
                    <a:pt x="107939" y="14229"/>
                    <a:pt x="104542" y="9947"/>
                    <a:pt x="102361" y="8404"/>
                  </a:cubicBezTo>
                  <a:cubicBezTo>
                    <a:pt x="99751" y="6560"/>
                    <a:pt x="96718" y="5974"/>
                    <a:pt x="93716" y="5974"/>
                  </a:cubicBezTo>
                  <a:cubicBezTo>
                    <a:pt x="92496" y="5974"/>
                    <a:pt x="91282" y="6070"/>
                    <a:pt x="90103" y="6219"/>
                  </a:cubicBezTo>
                  <a:cubicBezTo>
                    <a:pt x="87978" y="6486"/>
                    <a:pt x="85895" y="7048"/>
                    <a:pt x="83786" y="7444"/>
                  </a:cubicBezTo>
                  <a:cubicBezTo>
                    <a:pt x="81051" y="7961"/>
                    <a:pt x="78295" y="8278"/>
                    <a:pt x="75534" y="8442"/>
                  </a:cubicBezTo>
                  <a:cubicBezTo>
                    <a:pt x="74026" y="8532"/>
                    <a:pt x="72516" y="8576"/>
                    <a:pt x="71005" y="8576"/>
                  </a:cubicBezTo>
                  <a:cubicBezTo>
                    <a:pt x="66567" y="8576"/>
                    <a:pt x="62125" y="8194"/>
                    <a:pt x="57730" y="7447"/>
                  </a:cubicBezTo>
                  <a:cubicBezTo>
                    <a:pt x="52546" y="6565"/>
                    <a:pt x="47524" y="4962"/>
                    <a:pt x="42478" y="3264"/>
                  </a:cubicBezTo>
                  <a:cubicBezTo>
                    <a:pt x="37619" y="1632"/>
                    <a:pt x="32605" y="0"/>
                    <a:pt x="27543"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0"/>
            <p:cNvSpPr/>
            <p:nvPr/>
          </p:nvSpPr>
          <p:spPr>
            <a:xfrm flipH="1" rot="10800000">
              <a:off x="8048796" y="-1670400"/>
              <a:ext cx="658408" cy="716833"/>
            </a:xfrm>
            <a:custGeom>
              <a:rect b="b" l="l" r="r" t="t"/>
              <a:pathLst>
                <a:path extrusionOk="0" h="17913" w="16453">
                  <a:moveTo>
                    <a:pt x="3031" y="0"/>
                  </a:moveTo>
                  <a:cubicBezTo>
                    <a:pt x="3004" y="0"/>
                    <a:pt x="2977" y="1"/>
                    <a:pt x="2950" y="2"/>
                  </a:cubicBezTo>
                  <a:cubicBezTo>
                    <a:pt x="1" y="132"/>
                    <a:pt x="2474" y="3624"/>
                    <a:pt x="3374" y="4819"/>
                  </a:cubicBezTo>
                  <a:cubicBezTo>
                    <a:pt x="5353" y="7446"/>
                    <a:pt x="8065" y="13097"/>
                    <a:pt x="8485" y="17912"/>
                  </a:cubicBezTo>
                  <a:lnTo>
                    <a:pt x="16452" y="17912"/>
                  </a:lnTo>
                  <a:cubicBezTo>
                    <a:pt x="15488" y="16742"/>
                    <a:pt x="14559" y="15523"/>
                    <a:pt x="13682" y="14232"/>
                  </a:cubicBezTo>
                  <a:cubicBezTo>
                    <a:pt x="11356" y="10805"/>
                    <a:pt x="9597" y="6836"/>
                    <a:pt x="7171" y="3507"/>
                  </a:cubicBezTo>
                  <a:cubicBezTo>
                    <a:pt x="6176" y="2144"/>
                    <a:pt x="4651" y="0"/>
                    <a:pt x="303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0"/>
            <p:cNvSpPr/>
            <p:nvPr/>
          </p:nvSpPr>
          <p:spPr>
            <a:xfrm flipH="1" rot="10800000">
              <a:off x="4946282" y="-1670229"/>
              <a:ext cx="4326332" cy="1547277"/>
            </a:xfrm>
            <a:custGeom>
              <a:rect b="b" l="l" r="r" t="t"/>
              <a:pathLst>
                <a:path extrusionOk="0" h="38665" w="108111">
                  <a:moveTo>
                    <a:pt x="45814" y="1"/>
                  </a:moveTo>
                  <a:cubicBezTo>
                    <a:pt x="35137" y="1"/>
                    <a:pt x="24388" y="2076"/>
                    <a:pt x="14090" y="5571"/>
                  </a:cubicBezTo>
                  <a:cubicBezTo>
                    <a:pt x="10624" y="6748"/>
                    <a:pt x="7061" y="8059"/>
                    <a:pt x="3946" y="10366"/>
                  </a:cubicBezTo>
                  <a:cubicBezTo>
                    <a:pt x="2615" y="11352"/>
                    <a:pt x="1078" y="12695"/>
                    <a:pt x="565" y="14641"/>
                  </a:cubicBezTo>
                  <a:cubicBezTo>
                    <a:pt x="1" y="16782"/>
                    <a:pt x="1151" y="18845"/>
                    <a:pt x="2414" y="20142"/>
                  </a:cubicBezTo>
                  <a:cubicBezTo>
                    <a:pt x="4524" y="22313"/>
                    <a:pt x="7328" y="22930"/>
                    <a:pt x="10110" y="22930"/>
                  </a:cubicBezTo>
                  <a:cubicBezTo>
                    <a:pt x="11691" y="22930"/>
                    <a:pt x="13266" y="22730"/>
                    <a:pt x="14702" y="22504"/>
                  </a:cubicBezTo>
                  <a:cubicBezTo>
                    <a:pt x="19304" y="21780"/>
                    <a:pt x="23791" y="20252"/>
                    <a:pt x="28307" y="18979"/>
                  </a:cubicBezTo>
                  <a:cubicBezTo>
                    <a:pt x="31469" y="18088"/>
                    <a:pt x="34583" y="17727"/>
                    <a:pt x="37812" y="17553"/>
                  </a:cubicBezTo>
                  <a:cubicBezTo>
                    <a:pt x="39567" y="17460"/>
                    <a:pt x="41324" y="17409"/>
                    <a:pt x="43081" y="17409"/>
                  </a:cubicBezTo>
                  <a:cubicBezTo>
                    <a:pt x="45289" y="17409"/>
                    <a:pt x="47497" y="17490"/>
                    <a:pt x="49701" y="17670"/>
                  </a:cubicBezTo>
                  <a:cubicBezTo>
                    <a:pt x="53900" y="18013"/>
                    <a:pt x="58120" y="18692"/>
                    <a:pt x="62182" y="20121"/>
                  </a:cubicBezTo>
                  <a:cubicBezTo>
                    <a:pt x="65643" y="21338"/>
                    <a:pt x="69140" y="23140"/>
                    <a:pt x="71836" y="26229"/>
                  </a:cubicBezTo>
                  <a:cubicBezTo>
                    <a:pt x="74556" y="29344"/>
                    <a:pt x="76197" y="34210"/>
                    <a:pt x="75759" y="38664"/>
                  </a:cubicBezTo>
                  <a:lnTo>
                    <a:pt x="85535" y="38664"/>
                  </a:lnTo>
                  <a:cubicBezTo>
                    <a:pt x="85296" y="35981"/>
                    <a:pt x="84353" y="33119"/>
                    <a:pt x="83500" y="31067"/>
                  </a:cubicBezTo>
                  <a:cubicBezTo>
                    <a:pt x="82723" y="29197"/>
                    <a:pt x="81831" y="27538"/>
                    <a:pt x="80681" y="26012"/>
                  </a:cubicBezTo>
                  <a:cubicBezTo>
                    <a:pt x="79935" y="25023"/>
                    <a:pt x="78306" y="23246"/>
                    <a:pt x="78633" y="21650"/>
                  </a:cubicBezTo>
                  <a:cubicBezTo>
                    <a:pt x="78840" y="20643"/>
                    <a:pt x="79649" y="20281"/>
                    <a:pt x="80449" y="20281"/>
                  </a:cubicBezTo>
                  <a:cubicBezTo>
                    <a:pt x="80893" y="20281"/>
                    <a:pt x="81334" y="20392"/>
                    <a:pt x="81670" y="20567"/>
                  </a:cubicBezTo>
                  <a:cubicBezTo>
                    <a:pt x="83214" y="21372"/>
                    <a:pt x="84460" y="23111"/>
                    <a:pt x="85532" y="24674"/>
                  </a:cubicBezTo>
                  <a:cubicBezTo>
                    <a:pt x="88081" y="28395"/>
                    <a:pt x="90008" y="32694"/>
                    <a:pt x="92680" y="36288"/>
                  </a:cubicBezTo>
                  <a:cubicBezTo>
                    <a:pt x="93289" y="37105"/>
                    <a:pt x="93919" y="37895"/>
                    <a:pt x="94562" y="38663"/>
                  </a:cubicBezTo>
                  <a:lnTo>
                    <a:pt x="104952" y="38663"/>
                  </a:lnTo>
                  <a:cubicBezTo>
                    <a:pt x="106677" y="38663"/>
                    <a:pt x="108077" y="36912"/>
                    <a:pt x="108110" y="34738"/>
                  </a:cubicBezTo>
                  <a:cubicBezTo>
                    <a:pt x="104684" y="32047"/>
                    <a:pt x="101346" y="29175"/>
                    <a:pt x="98018" y="26250"/>
                  </a:cubicBezTo>
                  <a:cubicBezTo>
                    <a:pt x="92264" y="21194"/>
                    <a:pt x="86645" y="15791"/>
                    <a:pt x="80705" y="11085"/>
                  </a:cubicBezTo>
                  <a:cubicBezTo>
                    <a:pt x="70628" y="3099"/>
                    <a:pt x="58598" y="156"/>
                    <a:pt x="46845" y="7"/>
                  </a:cubicBezTo>
                  <a:cubicBezTo>
                    <a:pt x="46501" y="3"/>
                    <a:pt x="46158" y="1"/>
                    <a:pt x="45814"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0"/>
            <p:cNvSpPr/>
            <p:nvPr/>
          </p:nvSpPr>
          <p:spPr>
            <a:xfrm flipH="1" rot="10800000">
              <a:off x="5076700" y="5116617"/>
              <a:ext cx="4335896" cy="796099"/>
            </a:xfrm>
            <a:custGeom>
              <a:rect b="b" l="l" r="r" t="t"/>
              <a:pathLst>
                <a:path extrusionOk="0" h="27758" w="108350">
                  <a:moveTo>
                    <a:pt x="51648" y="1"/>
                  </a:moveTo>
                  <a:cubicBezTo>
                    <a:pt x="50846" y="407"/>
                    <a:pt x="50018" y="729"/>
                    <a:pt x="49203" y="1014"/>
                  </a:cubicBezTo>
                  <a:cubicBezTo>
                    <a:pt x="42065" y="3506"/>
                    <a:pt x="34586" y="3501"/>
                    <a:pt x="27241" y="3584"/>
                  </a:cubicBezTo>
                  <a:cubicBezTo>
                    <a:pt x="20757" y="3656"/>
                    <a:pt x="14163" y="3777"/>
                    <a:pt x="7797" y="5515"/>
                  </a:cubicBezTo>
                  <a:cubicBezTo>
                    <a:pt x="5715" y="6083"/>
                    <a:pt x="3438" y="6902"/>
                    <a:pt x="1858" y="8814"/>
                  </a:cubicBezTo>
                  <a:cubicBezTo>
                    <a:pt x="0" y="11058"/>
                    <a:pt x="83" y="14195"/>
                    <a:pt x="776" y="17107"/>
                  </a:cubicBezTo>
                  <a:cubicBezTo>
                    <a:pt x="2438" y="24097"/>
                    <a:pt x="7861" y="27758"/>
                    <a:pt x="13371" y="27758"/>
                  </a:cubicBezTo>
                  <a:cubicBezTo>
                    <a:pt x="13681" y="27758"/>
                    <a:pt x="13992" y="27746"/>
                    <a:pt x="14303" y="27723"/>
                  </a:cubicBezTo>
                  <a:cubicBezTo>
                    <a:pt x="20922" y="27226"/>
                    <a:pt x="26485" y="22282"/>
                    <a:pt x="32673" y="19847"/>
                  </a:cubicBezTo>
                  <a:cubicBezTo>
                    <a:pt x="36195" y="18461"/>
                    <a:pt x="39879" y="17578"/>
                    <a:pt x="43501" y="16728"/>
                  </a:cubicBezTo>
                  <a:cubicBezTo>
                    <a:pt x="47244" y="15849"/>
                    <a:pt x="51012" y="15131"/>
                    <a:pt x="54789" y="14515"/>
                  </a:cubicBezTo>
                  <a:cubicBezTo>
                    <a:pt x="62223" y="13302"/>
                    <a:pt x="69695" y="12486"/>
                    <a:pt x="77160" y="11610"/>
                  </a:cubicBezTo>
                  <a:cubicBezTo>
                    <a:pt x="86796" y="10479"/>
                    <a:pt x="96503" y="9420"/>
                    <a:pt x="106195" y="9420"/>
                  </a:cubicBezTo>
                  <a:cubicBezTo>
                    <a:pt x="106913" y="9420"/>
                    <a:pt x="107630" y="9426"/>
                    <a:pt x="108348" y="9438"/>
                  </a:cubicBezTo>
                  <a:lnTo>
                    <a:pt x="108348" y="4002"/>
                  </a:lnTo>
                  <a:cubicBezTo>
                    <a:pt x="108350" y="1793"/>
                    <a:pt x="106935" y="1"/>
                    <a:pt x="105190" y="1"/>
                  </a:cubicBezTo>
                  <a:lnTo>
                    <a:pt x="90762" y="1"/>
                  </a:lnTo>
                  <a:cubicBezTo>
                    <a:pt x="89703" y="1934"/>
                    <a:pt x="88395" y="3470"/>
                    <a:pt x="86599" y="4557"/>
                  </a:cubicBezTo>
                  <a:cubicBezTo>
                    <a:pt x="83877" y="6208"/>
                    <a:pt x="80880" y="7099"/>
                    <a:pt x="77918" y="7745"/>
                  </a:cubicBezTo>
                  <a:cubicBezTo>
                    <a:pt x="74349" y="8524"/>
                    <a:pt x="70756" y="9202"/>
                    <a:pt x="67162" y="9801"/>
                  </a:cubicBezTo>
                  <a:cubicBezTo>
                    <a:pt x="59627" y="11058"/>
                    <a:pt x="52047" y="11784"/>
                    <a:pt x="44534" y="13253"/>
                  </a:cubicBezTo>
                  <a:cubicBezTo>
                    <a:pt x="40916" y="13963"/>
                    <a:pt x="37300" y="14822"/>
                    <a:pt x="33793" y="16179"/>
                  </a:cubicBezTo>
                  <a:cubicBezTo>
                    <a:pt x="31120" y="17214"/>
                    <a:pt x="28648" y="18964"/>
                    <a:pt x="26050" y="20259"/>
                  </a:cubicBezTo>
                  <a:cubicBezTo>
                    <a:pt x="24092" y="21236"/>
                    <a:pt x="21957" y="22126"/>
                    <a:pt x="19819" y="22126"/>
                  </a:cubicBezTo>
                  <a:cubicBezTo>
                    <a:pt x="19398" y="22126"/>
                    <a:pt x="18976" y="22091"/>
                    <a:pt x="18556" y="22016"/>
                  </a:cubicBezTo>
                  <a:cubicBezTo>
                    <a:pt x="16742" y="21690"/>
                    <a:pt x="14667" y="20360"/>
                    <a:pt x="13727" y="18271"/>
                  </a:cubicBezTo>
                  <a:cubicBezTo>
                    <a:pt x="12111" y="14673"/>
                    <a:pt x="16343" y="12032"/>
                    <a:pt x="18335" y="10924"/>
                  </a:cubicBezTo>
                  <a:cubicBezTo>
                    <a:pt x="29038" y="4972"/>
                    <a:pt x="41116" y="7214"/>
                    <a:pt x="52462" y="6363"/>
                  </a:cubicBezTo>
                  <a:cubicBezTo>
                    <a:pt x="56489" y="6062"/>
                    <a:pt x="60477" y="5377"/>
                    <a:pt x="64377" y="4066"/>
                  </a:cubicBezTo>
                  <a:cubicBezTo>
                    <a:pt x="66858" y="3233"/>
                    <a:pt x="69388" y="2647"/>
                    <a:pt x="71900" y="1973"/>
                  </a:cubicBezTo>
                  <a:cubicBezTo>
                    <a:pt x="74066" y="1391"/>
                    <a:pt x="76235" y="775"/>
                    <a:pt x="78366"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0"/>
            <p:cNvSpPr/>
            <p:nvPr/>
          </p:nvSpPr>
          <p:spPr>
            <a:xfrm flipH="1" rot="10800000">
              <a:off x="-97224" y="4659536"/>
              <a:ext cx="3996027" cy="864218"/>
            </a:xfrm>
            <a:custGeom>
              <a:rect b="b" l="l" r="r" t="t"/>
              <a:pathLst>
                <a:path extrusionOk="0" h="21596" w="99857">
                  <a:moveTo>
                    <a:pt x="65198" y="399"/>
                  </a:moveTo>
                  <a:cubicBezTo>
                    <a:pt x="72321" y="399"/>
                    <a:pt x="79621" y="1791"/>
                    <a:pt x="86922" y="4550"/>
                  </a:cubicBezTo>
                  <a:cubicBezTo>
                    <a:pt x="89575" y="5554"/>
                    <a:pt x="92653" y="6864"/>
                    <a:pt x="95348" y="8979"/>
                  </a:cubicBezTo>
                  <a:cubicBezTo>
                    <a:pt x="98235" y="11247"/>
                    <a:pt x="99428" y="13677"/>
                    <a:pt x="98898" y="16206"/>
                  </a:cubicBezTo>
                  <a:cubicBezTo>
                    <a:pt x="98311" y="18994"/>
                    <a:pt x="95759" y="19972"/>
                    <a:pt x="93599" y="20511"/>
                  </a:cubicBezTo>
                  <a:cubicBezTo>
                    <a:pt x="91491" y="21039"/>
                    <a:pt x="89309" y="21193"/>
                    <a:pt x="87246" y="21193"/>
                  </a:cubicBezTo>
                  <a:cubicBezTo>
                    <a:pt x="86217" y="21193"/>
                    <a:pt x="85218" y="21155"/>
                    <a:pt x="84273" y="21106"/>
                  </a:cubicBezTo>
                  <a:cubicBezTo>
                    <a:pt x="78503" y="20800"/>
                    <a:pt x="72921" y="19852"/>
                    <a:pt x="67683" y="18295"/>
                  </a:cubicBezTo>
                  <a:cubicBezTo>
                    <a:pt x="64541" y="17362"/>
                    <a:pt x="61400" y="16083"/>
                    <a:pt x="58362" y="14847"/>
                  </a:cubicBezTo>
                  <a:cubicBezTo>
                    <a:pt x="53266" y="12773"/>
                    <a:pt x="47995" y="10628"/>
                    <a:pt x="42530" y="10025"/>
                  </a:cubicBezTo>
                  <a:cubicBezTo>
                    <a:pt x="41682" y="9932"/>
                    <a:pt x="40859" y="9885"/>
                    <a:pt x="40058" y="9885"/>
                  </a:cubicBezTo>
                  <a:cubicBezTo>
                    <a:pt x="36646" y="9885"/>
                    <a:pt x="33636" y="10728"/>
                    <a:pt x="31087" y="12400"/>
                  </a:cubicBezTo>
                  <a:cubicBezTo>
                    <a:pt x="26728" y="15269"/>
                    <a:pt x="22197" y="17122"/>
                    <a:pt x="17235" y="18071"/>
                  </a:cubicBezTo>
                  <a:cubicBezTo>
                    <a:pt x="13172" y="18848"/>
                    <a:pt x="9086" y="19070"/>
                    <a:pt x="5424" y="19070"/>
                  </a:cubicBezTo>
                  <a:cubicBezTo>
                    <a:pt x="3631" y="19070"/>
                    <a:pt x="1941" y="19017"/>
                    <a:pt x="403" y="18949"/>
                  </a:cubicBezTo>
                  <a:lnTo>
                    <a:pt x="403" y="11532"/>
                  </a:lnTo>
                  <a:cubicBezTo>
                    <a:pt x="2361" y="12661"/>
                    <a:pt x="4594" y="13456"/>
                    <a:pt x="7045" y="13900"/>
                  </a:cubicBezTo>
                  <a:cubicBezTo>
                    <a:pt x="8672" y="14195"/>
                    <a:pt x="10356" y="14343"/>
                    <a:pt x="12121" y="14343"/>
                  </a:cubicBezTo>
                  <a:cubicBezTo>
                    <a:pt x="13968" y="14343"/>
                    <a:pt x="15904" y="14181"/>
                    <a:pt x="17957" y="13858"/>
                  </a:cubicBezTo>
                  <a:cubicBezTo>
                    <a:pt x="23076" y="13055"/>
                    <a:pt x="27790" y="10978"/>
                    <a:pt x="32121" y="8853"/>
                  </a:cubicBezTo>
                  <a:lnTo>
                    <a:pt x="32595" y="8620"/>
                  </a:lnTo>
                  <a:cubicBezTo>
                    <a:pt x="37243" y="6337"/>
                    <a:pt x="42049" y="3980"/>
                    <a:pt x="47066" y="2784"/>
                  </a:cubicBezTo>
                  <a:cubicBezTo>
                    <a:pt x="53031" y="1361"/>
                    <a:pt x="58397" y="590"/>
                    <a:pt x="63469" y="426"/>
                  </a:cubicBezTo>
                  <a:cubicBezTo>
                    <a:pt x="64044" y="408"/>
                    <a:pt x="64620" y="399"/>
                    <a:pt x="65198" y="399"/>
                  </a:cubicBezTo>
                  <a:close/>
                  <a:moveTo>
                    <a:pt x="65203" y="1"/>
                  </a:moveTo>
                  <a:cubicBezTo>
                    <a:pt x="64619" y="1"/>
                    <a:pt x="64036" y="10"/>
                    <a:pt x="63455" y="29"/>
                  </a:cubicBezTo>
                  <a:cubicBezTo>
                    <a:pt x="58355" y="192"/>
                    <a:pt x="52963" y="968"/>
                    <a:pt x="46970" y="2396"/>
                  </a:cubicBezTo>
                  <a:cubicBezTo>
                    <a:pt x="41911" y="3604"/>
                    <a:pt x="37084" y="5971"/>
                    <a:pt x="32416" y="8263"/>
                  </a:cubicBezTo>
                  <a:lnTo>
                    <a:pt x="31942" y="8496"/>
                  </a:lnTo>
                  <a:cubicBezTo>
                    <a:pt x="27640" y="10606"/>
                    <a:pt x="22957" y="12670"/>
                    <a:pt x="17892" y="13466"/>
                  </a:cubicBezTo>
                  <a:cubicBezTo>
                    <a:pt x="15860" y="13785"/>
                    <a:pt x="13946" y="13945"/>
                    <a:pt x="12120" y="13945"/>
                  </a:cubicBezTo>
                  <a:cubicBezTo>
                    <a:pt x="10379" y="13945"/>
                    <a:pt x="8719" y="13799"/>
                    <a:pt x="7116" y="13508"/>
                  </a:cubicBezTo>
                  <a:cubicBezTo>
                    <a:pt x="4584" y="13050"/>
                    <a:pt x="2294" y="12211"/>
                    <a:pt x="305" y="11012"/>
                  </a:cubicBezTo>
                  <a:lnTo>
                    <a:pt x="0" y="10828"/>
                  </a:lnTo>
                  <a:lnTo>
                    <a:pt x="0" y="19337"/>
                  </a:lnTo>
                  <a:lnTo>
                    <a:pt x="193" y="19345"/>
                  </a:lnTo>
                  <a:cubicBezTo>
                    <a:pt x="1788" y="19417"/>
                    <a:pt x="3552" y="19474"/>
                    <a:pt x="5427" y="19474"/>
                  </a:cubicBezTo>
                  <a:cubicBezTo>
                    <a:pt x="9110" y="19474"/>
                    <a:pt x="13220" y="19251"/>
                    <a:pt x="17311" y="18469"/>
                  </a:cubicBezTo>
                  <a:cubicBezTo>
                    <a:pt x="22324" y="17509"/>
                    <a:pt x="26904" y="15636"/>
                    <a:pt x="31309" y="12740"/>
                  </a:cubicBezTo>
                  <a:cubicBezTo>
                    <a:pt x="33791" y="11110"/>
                    <a:pt x="36725" y="10287"/>
                    <a:pt x="40058" y="10287"/>
                  </a:cubicBezTo>
                  <a:cubicBezTo>
                    <a:pt x="40845" y="10287"/>
                    <a:pt x="41654" y="10333"/>
                    <a:pt x="42485" y="10425"/>
                  </a:cubicBezTo>
                  <a:cubicBezTo>
                    <a:pt x="47895" y="11021"/>
                    <a:pt x="53139" y="13156"/>
                    <a:pt x="58211" y="15220"/>
                  </a:cubicBezTo>
                  <a:cubicBezTo>
                    <a:pt x="61257" y="16459"/>
                    <a:pt x="64408" y="17742"/>
                    <a:pt x="67568" y="18681"/>
                  </a:cubicBezTo>
                  <a:cubicBezTo>
                    <a:pt x="72838" y="20248"/>
                    <a:pt x="78452" y="21200"/>
                    <a:pt x="84253" y="21507"/>
                  </a:cubicBezTo>
                  <a:cubicBezTo>
                    <a:pt x="85207" y="21557"/>
                    <a:pt x="86216" y="21596"/>
                    <a:pt x="87255" y="21596"/>
                  </a:cubicBezTo>
                  <a:cubicBezTo>
                    <a:pt x="89341" y="21596"/>
                    <a:pt x="91554" y="21438"/>
                    <a:pt x="93697" y="20904"/>
                  </a:cubicBezTo>
                  <a:cubicBezTo>
                    <a:pt x="95795" y="20381"/>
                    <a:pt x="98654" y="19332"/>
                    <a:pt x="99293" y="16292"/>
                  </a:cubicBezTo>
                  <a:cubicBezTo>
                    <a:pt x="99857" y="13600"/>
                    <a:pt x="98614" y="11035"/>
                    <a:pt x="95596" y="8666"/>
                  </a:cubicBezTo>
                  <a:cubicBezTo>
                    <a:pt x="92859" y="6520"/>
                    <a:pt x="89747" y="5193"/>
                    <a:pt x="87062" y="4178"/>
                  </a:cubicBezTo>
                  <a:cubicBezTo>
                    <a:pt x="79719" y="1402"/>
                    <a:pt x="72371" y="1"/>
                    <a:pt x="652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1" name="Google Shape;571;p20"/>
            <p:cNvGrpSpPr/>
            <p:nvPr/>
          </p:nvGrpSpPr>
          <p:grpSpPr>
            <a:xfrm>
              <a:off x="-97224" y="3918978"/>
              <a:ext cx="9377821" cy="2147740"/>
              <a:chOff x="-97224" y="3918978"/>
              <a:chExt cx="9377821" cy="2147740"/>
            </a:xfrm>
          </p:grpSpPr>
          <p:sp>
            <p:nvSpPr>
              <p:cNvPr id="572" name="Google Shape;572;p20"/>
              <p:cNvSpPr/>
              <p:nvPr/>
            </p:nvSpPr>
            <p:spPr>
              <a:xfrm flipH="1" rot="10800000">
                <a:off x="-89101" y="3918978"/>
                <a:ext cx="9361814" cy="2075187"/>
              </a:xfrm>
              <a:custGeom>
                <a:rect b="b" l="l" r="r" t="t"/>
                <a:pathLst>
                  <a:path extrusionOk="0" h="51857" w="233943">
                    <a:moveTo>
                      <a:pt x="114254" y="0"/>
                    </a:moveTo>
                    <a:cubicBezTo>
                      <a:pt x="113814" y="3337"/>
                      <a:pt x="107760" y="3970"/>
                      <a:pt x="105882" y="4185"/>
                    </a:cubicBezTo>
                    <a:cubicBezTo>
                      <a:pt x="103480" y="4463"/>
                      <a:pt x="101037" y="4580"/>
                      <a:pt x="98593" y="4580"/>
                    </a:cubicBezTo>
                    <a:cubicBezTo>
                      <a:pt x="96187" y="4580"/>
                      <a:pt x="93780" y="4466"/>
                      <a:pt x="91413" y="4277"/>
                    </a:cubicBezTo>
                    <a:cubicBezTo>
                      <a:pt x="83262" y="3622"/>
                      <a:pt x="75254" y="1586"/>
                      <a:pt x="67197" y="2"/>
                    </a:cubicBezTo>
                    <a:lnTo>
                      <a:pt x="3161" y="2"/>
                    </a:lnTo>
                    <a:cubicBezTo>
                      <a:pt x="1415" y="2"/>
                      <a:pt x="0" y="1794"/>
                      <a:pt x="0" y="4003"/>
                    </a:cubicBezTo>
                    <a:lnTo>
                      <a:pt x="0" y="12983"/>
                    </a:lnTo>
                    <a:cubicBezTo>
                      <a:pt x="752" y="13703"/>
                      <a:pt x="1532" y="14304"/>
                      <a:pt x="2202" y="14753"/>
                    </a:cubicBezTo>
                    <a:cubicBezTo>
                      <a:pt x="5867" y="17202"/>
                      <a:pt x="10108" y="17905"/>
                      <a:pt x="14266" y="17905"/>
                    </a:cubicBezTo>
                    <a:cubicBezTo>
                      <a:pt x="15542" y="17905"/>
                      <a:pt x="16811" y="17839"/>
                      <a:pt x="18052" y="17736"/>
                    </a:cubicBezTo>
                    <a:cubicBezTo>
                      <a:pt x="23329" y="17301"/>
                      <a:pt x="28524" y="16026"/>
                      <a:pt x="33704" y="14740"/>
                    </a:cubicBezTo>
                    <a:cubicBezTo>
                      <a:pt x="40948" y="12940"/>
                      <a:pt x="48135" y="10828"/>
                      <a:pt x="55442" y="9439"/>
                    </a:cubicBezTo>
                    <a:cubicBezTo>
                      <a:pt x="61321" y="8322"/>
                      <a:pt x="67233" y="7670"/>
                      <a:pt x="73167" y="7670"/>
                    </a:cubicBezTo>
                    <a:cubicBezTo>
                      <a:pt x="74688" y="7670"/>
                      <a:pt x="76210" y="7713"/>
                      <a:pt x="77734" y="7802"/>
                    </a:cubicBezTo>
                    <a:cubicBezTo>
                      <a:pt x="85106" y="8232"/>
                      <a:pt x="92423" y="9785"/>
                      <a:pt x="99530" y="12287"/>
                    </a:cubicBezTo>
                    <a:cubicBezTo>
                      <a:pt x="102317" y="13268"/>
                      <a:pt x="105115" y="14314"/>
                      <a:pt x="107858" y="15489"/>
                    </a:cubicBezTo>
                    <a:cubicBezTo>
                      <a:pt x="110332" y="16548"/>
                      <a:pt x="112809" y="17789"/>
                      <a:pt x="115004" y="19608"/>
                    </a:cubicBezTo>
                    <a:cubicBezTo>
                      <a:pt x="117824" y="21944"/>
                      <a:pt x="120303" y="25852"/>
                      <a:pt x="120226" y="30339"/>
                    </a:cubicBezTo>
                    <a:cubicBezTo>
                      <a:pt x="120101" y="37466"/>
                      <a:pt x="112935" y="40330"/>
                      <a:pt x="108516" y="41748"/>
                    </a:cubicBezTo>
                    <a:cubicBezTo>
                      <a:pt x="101630" y="43955"/>
                      <a:pt x="94414" y="44564"/>
                      <a:pt x="87337" y="44821"/>
                    </a:cubicBezTo>
                    <a:cubicBezTo>
                      <a:pt x="84855" y="44912"/>
                      <a:pt x="82371" y="44958"/>
                      <a:pt x="79887" y="44958"/>
                    </a:cubicBezTo>
                    <a:cubicBezTo>
                      <a:pt x="73140" y="44958"/>
                      <a:pt x="66393" y="44612"/>
                      <a:pt x="59673" y="43851"/>
                    </a:cubicBezTo>
                    <a:cubicBezTo>
                      <a:pt x="52128" y="42997"/>
                      <a:pt x="44620" y="41722"/>
                      <a:pt x="37128" y="40332"/>
                    </a:cubicBezTo>
                    <a:cubicBezTo>
                      <a:pt x="29596" y="38936"/>
                      <a:pt x="22076" y="37257"/>
                      <a:pt x="14513" y="36145"/>
                    </a:cubicBezTo>
                    <a:cubicBezTo>
                      <a:pt x="10469" y="35552"/>
                      <a:pt x="6279" y="35103"/>
                      <a:pt x="2100" y="35103"/>
                    </a:cubicBezTo>
                    <a:cubicBezTo>
                      <a:pt x="1400" y="35103"/>
                      <a:pt x="700" y="35116"/>
                      <a:pt x="0" y="35142"/>
                    </a:cubicBezTo>
                    <a:lnTo>
                      <a:pt x="0" y="41392"/>
                    </a:lnTo>
                    <a:cubicBezTo>
                      <a:pt x="3897" y="40406"/>
                      <a:pt x="7757" y="39113"/>
                      <a:pt x="11701" y="38520"/>
                    </a:cubicBezTo>
                    <a:cubicBezTo>
                      <a:pt x="12850" y="38347"/>
                      <a:pt x="14002" y="38268"/>
                      <a:pt x="15153" y="38268"/>
                    </a:cubicBezTo>
                    <a:cubicBezTo>
                      <a:pt x="18352" y="38268"/>
                      <a:pt x="21545" y="38880"/>
                      <a:pt x="24665" y="39789"/>
                    </a:cubicBezTo>
                    <a:cubicBezTo>
                      <a:pt x="29176" y="41103"/>
                      <a:pt x="33559" y="43015"/>
                      <a:pt x="37996" y="44675"/>
                    </a:cubicBezTo>
                    <a:cubicBezTo>
                      <a:pt x="42689" y="46433"/>
                      <a:pt x="47479" y="47692"/>
                      <a:pt x="52300" y="48740"/>
                    </a:cubicBezTo>
                    <a:cubicBezTo>
                      <a:pt x="61496" y="50745"/>
                      <a:pt x="70937" y="51857"/>
                      <a:pt x="80373" y="51857"/>
                    </a:cubicBezTo>
                    <a:cubicBezTo>
                      <a:pt x="91348" y="51857"/>
                      <a:pt x="102317" y="50352"/>
                      <a:pt x="112889" y="46997"/>
                    </a:cubicBezTo>
                    <a:cubicBezTo>
                      <a:pt x="122215" y="44038"/>
                      <a:pt x="130897" y="39216"/>
                      <a:pt x="139694" y="34414"/>
                    </a:cubicBezTo>
                    <a:cubicBezTo>
                      <a:pt x="143466" y="32352"/>
                      <a:pt x="147358" y="30634"/>
                      <a:pt x="151383" y="29556"/>
                    </a:cubicBezTo>
                    <a:cubicBezTo>
                      <a:pt x="155813" y="28370"/>
                      <a:pt x="160303" y="28105"/>
                      <a:pt x="164816" y="27914"/>
                    </a:cubicBezTo>
                    <a:cubicBezTo>
                      <a:pt x="167320" y="27807"/>
                      <a:pt x="169825" y="27756"/>
                      <a:pt x="172331" y="27756"/>
                    </a:cubicBezTo>
                    <a:cubicBezTo>
                      <a:pt x="189289" y="27756"/>
                      <a:pt x="206270" y="30094"/>
                      <a:pt x="222996" y="33398"/>
                    </a:cubicBezTo>
                    <a:cubicBezTo>
                      <a:pt x="226644" y="34116"/>
                      <a:pt x="230302" y="34924"/>
                      <a:pt x="233942" y="35864"/>
                    </a:cubicBezTo>
                    <a:lnTo>
                      <a:pt x="233942" y="9938"/>
                    </a:lnTo>
                    <a:cubicBezTo>
                      <a:pt x="233216" y="9925"/>
                      <a:pt x="232489" y="9919"/>
                      <a:pt x="231762" y="9919"/>
                    </a:cubicBezTo>
                    <a:cubicBezTo>
                      <a:pt x="219843" y="9919"/>
                      <a:pt x="207922" y="11530"/>
                      <a:pt x="196068" y="12904"/>
                    </a:cubicBezTo>
                    <a:cubicBezTo>
                      <a:pt x="188339" y="13801"/>
                      <a:pt x="180609" y="14806"/>
                      <a:pt x="172944" y="16393"/>
                    </a:cubicBezTo>
                    <a:cubicBezTo>
                      <a:pt x="169135" y="17181"/>
                      <a:pt x="165343" y="18112"/>
                      <a:pt x="161591" y="19260"/>
                    </a:cubicBezTo>
                    <a:cubicBezTo>
                      <a:pt x="158213" y="20291"/>
                      <a:pt x="155063" y="21813"/>
                      <a:pt x="151893" y="23606"/>
                    </a:cubicBezTo>
                    <a:cubicBezTo>
                      <a:pt x="147715" y="25970"/>
                      <a:pt x="143374" y="28204"/>
                      <a:pt x="138868" y="28204"/>
                    </a:cubicBezTo>
                    <a:cubicBezTo>
                      <a:pt x="137422" y="28204"/>
                      <a:pt x="135960" y="27974"/>
                      <a:pt x="134480" y="27445"/>
                    </a:cubicBezTo>
                    <a:cubicBezTo>
                      <a:pt x="129632" y="25711"/>
                      <a:pt x="125716" y="20547"/>
                      <a:pt x="125484" y="13951"/>
                    </a:cubicBezTo>
                    <a:cubicBezTo>
                      <a:pt x="125286" y="8300"/>
                      <a:pt x="129601" y="6027"/>
                      <a:pt x="133294" y="5020"/>
                    </a:cubicBezTo>
                    <a:cubicBezTo>
                      <a:pt x="139570" y="3307"/>
                      <a:pt x="146074" y="3151"/>
                      <a:pt x="152463" y="3078"/>
                    </a:cubicBezTo>
                    <a:cubicBezTo>
                      <a:pt x="160083" y="2991"/>
                      <a:pt x="167851" y="3042"/>
                      <a:pt x="175233" y="328"/>
                    </a:cubicBezTo>
                    <a:cubicBezTo>
                      <a:pt x="175511" y="226"/>
                      <a:pt x="175788" y="116"/>
                      <a:pt x="176066"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0"/>
              <p:cNvSpPr/>
              <p:nvPr/>
            </p:nvSpPr>
            <p:spPr>
              <a:xfrm flipH="1" rot="10800000">
                <a:off x="-97224" y="3976084"/>
                <a:ext cx="9377821" cy="2090634"/>
              </a:xfrm>
              <a:custGeom>
                <a:rect b="b" l="l" r="r" t="t"/>
                <a:pathLst>
                  <a:path extrusionOk="0" h="52243" w="234343">
                    <a:moveTo>
                      <a:pt x="67361" y="400"/>
                    </a:moveTo>
                    <a:cubicBezTo>
                      <a:pt x="69340" y="790"/>
                      <a:pt x="71349" y="1215"/>
                      <a:pt x="73292" y="1625"/>
                    </a:cubicBezTo>
                    <a:cubicBezTo>
                      <a:pt x="79265" y="2884"/>
                      <a:pt x="85439" y="4185"/>
                      <a:pt x="91598" y="4680"/>
                    </a:cubicBezTo>
                    <a:cubicBezTo>
                      <a:pt x="94144" y="4885"/>
                      <a:pt x="96537" y="4987"/>
                      <a:pt x="98805" y="4987"/>
                    </a:cubicBezTo>
                    <a:cubicBezTo>
                      <a:pt x="101387" y="4987"/>
                      <a:pt x="103808" y="4854"/>
                      <a:pt x="106108" y="4590"/>
                    </a:cubicBezTo>
                    <a:lnTo>
                      <a:pt x="106218" y="4577"/>
                    </a:lnTo>
                    <a:cubicBezTo>
                      <a:pt x="108158" y="4354"/>
                      <a:pt x="114000" y="3685"/>
                      <a:pt x="114628" y="406"/>
                    </a:cubicBezTo>
                    <a:lnTo>
                      <a:pt x="175193" y="406"/>
                    </a:lnTo>
                    <a:cubicBezTo>
                      <a:pt x="168249" y="2915"/>
                      <a:pt x="160889" y="2994"/>
                      <a:pt x="153768" y="3069"/>
                    </a:cubicBezTo>
                    <a:lnTo>
                      <a:pt x="152665" y="3082"/>
                    </a:lnTo>
                    <a:cubicBezTo>
                      <a:pt x="145764" y="3162"/>
                      <a:pt x="139551" y="3364"/>
                      <a:pt x="133446" y="5030"/>
                    </a:cubicBezTo>
                    <a:cubicBezTo>
                      <a:pt x="128003" y="6516"/>
                      <a:pt x="125326" y="9588"/>
                      <a:pt x="125487" y="14164"/>
                    </a:cubicBezTo>
                    <a:cubicBezTo>
                      <a:pt x="125709" y="20471"/>
                      <a:pt x="129379" y="25966"/>
                      <a:pt x="134618" y="27839"/>
                    </a:cubicBezTo>
                    <a:cubicBezTo>
                      <a:pt x="136131" y="28380"/>
                      <a:pt x="137619" y="28617"/>
                      <a:pt x="139091" y="28617"/>
                    </a:cubicBezTo>
                    <a:cubicBezTo>
                      <a:pt x="143547" y="28617"/>
                      <a:pt x="147847" y="26448"/>
                      <a:pt x="152196" y="23987"/>
                    </a:cubicBezTo>
                    <a:cubicBezTo>
                      <a:pt x="155813" y="21943"/>
                      <a:pt x="158880" y="20567"/>
                      <a:pt x="161854" y="19658"/>
                    </a:cubicBezTo>
                    <a:cubicBezTo>
                      <a:pt x="165379" y="18581"/>
                      <a:pt x="169085" y="17643"/>
                      <a:pt x="173189" y="16795"/>
                    </a:cubicBezTo>
                    <a:cubicBezTo>
                      <a:pt x="180974" y="15181"/>
                      <a:pt x="188894" y="14166"/>
                      <a:pt x="196294" y="13308"/>
                    </a:cubicBezTo>
                    <a:cubicBezTo>
                      <a:pt x="197767" y="13138"/>
                      <a:pt x="199245" y="12964"/>
                      <a:pt x="200722" y="12788"/>
                    </a:cubicBezTo>
                    <a:cubicBezTo>
                      <a:pt x="210970" y="11576"/>
                      <a:pt x="221543" y="10326"/>
                      <a:pt x="231999" y="10326"/>
                    </a:cubicBezTo>
                    <a:cubicBezTo>
                      <a:pt x="232648" y="10326"/>
                      <a:pt x="233296" y="10331"/>
                      <a:pt x="233944" y="10341"/>
                    </a:cubicBezTo>
                    <a:lnTo>
                      <a:pt x="233944" y="35809"/>
                    </a:lnTo>
                    <a:cubicBezTo>
                      <a:pt x="230629" y="34959"/>
                      <a:pt x="227123" y="34173"/>
                      <a:pt x="223236" y="33405"/>
                    </a:cubicBezTo>
                    <a:cubicBezTo>
                      <a:pt x="203906" y="29587"/>
                      <a:pt x="187591" y="27758"/>
                      <a:pt x="172597" y="27758"/>
                    </a:cubicBezTo>
                    <a:cubicBezTo>
                      <a:pt x="170032" y="27758"/>
                      <a:pt x="167505" y="27812"/>
                      <a:pt x="165009" y="27918"/>
                    </a:cubicBezTo>
                    <a:cubicBezTo>
                      <a:pt x="160422" y="28112"/>
                      <a:pt x="155941" y="28387"/>
                      <a:pt x="151533" y="29567"/>
                    </a:cubicBezTo>
                    <a:cubicBezTo>
                      <a:pt x="147826" y="30560"/>
                      <a:pt x="143986" y="32153"/>
                      <a:pt x="139798" y="34441"/>
                    </a:cubicBezTo>
                    <a:lnTo>
                      <a:pt x="138875" y="34945"/>
                    </a:lnTo>
                    <a:cubicBezTo>
                      <a:pt x="130584" y="39473"/>
                      <a:pt x="122011" y="44161"/>
                      <a:pt x="113029" y="47009"/>
                    </a:cubicBezTo>
                    <a:cubicBezTo>
                      <a:pt x="102889" y="50226"/>
                      <a:pt x="91919" y="51840"/>
                      <a:pt x="80509" y="51840"/>
                    </a:cubicBezTo>
                    <a:cubicBezTo>
                      <a:pt x="71401" y="51840"/>
                      <a:pt x="62013" y="50811"/>
                      <a:pt x="52541" y="48749"/>
                    </a:cubicBezTo>
                    <a:cubicBezTo>
                      <a:pt x="46930" y="47526"/>
                      <a:pt x="42394" y="46236"/>
                      <a:pt x="38264" y="44691"/>
                    </a:cubicBezTo>
                    <a:cubicBezTo>
                      <a:pt x="36953" y="44199"/>
                      <a:pt x="35624" y="43678"/>
                      <a:pt x="34338" y="43172"/>
                    </a:cubicBezTo>
                    <a:cubicBezTo>
                      <a:pt x="31276" y="41971"/>
                      <a:pt x="28107" y="40726"/>
                      <a:pt x="24921" y="39799"/>
                    </a:cubicBezTo>
                    <a:cubicBezTo>
                      <a:pt x="21414" y="38777"/>
                      <a:pt x="18247" y="38271"/>
                      <a:pt x="15326" y="38271"/>
                    </a:cubicBezTo>
                    <a:cubicBezTo>
                      <a:pt x="14137" y="38271"/>
                      <a:pt x="12987" y="38356"/>
                      <a:pt x="11874" y="38521"/>
                    </a:cubicBezTo>
                    <a:cubicBezTo>
                      <a:pt x="9119" y="38936"/>
                      <a:pt x="6366" y="39703"/>
                      <a:pt x="3703" y="40442"/>
                    </a:cubicBezTo>
                    <a:cubicBezTo>
                      <a:pt x="2622" y="40742"/>
                      <a:pt x="1508" y="41053"/>
                      <a:pt x="406" y="41335"/>
                    </a:cubicBezTo>
                    <a:lnTo>
                      <a:pt x="406" y="35538"/>
                    </a:lnTo>
                    <a:cubicBezTo>
                      <a:pt x="1027" y="35516"/>
                      <a:pt x="1658" y="35506"/>
                      <a:pt x="2301" y="35506"/>
                    </a:cubicBezTo>
                    <a:cubicBezTo>
                      <a:pt x="5902" y="35506"/>
                      <a:pt x="9901" y="35844"/>
                      <a:pt x="14687" y="36547"/>
                    </a:cubicBezTo>
                    <a:cubicBezTo>
                      <a:pt x="19745" y="37290"/>
                      <a:pt x="24868" y="38304"/>
                      <a:pt x="29822" y="39284"/>
                    </a:cubicBezTo>
                    <a:cubicBezTo>
                      <a:pt x="32271" y="39769"/>
                      <a:pt x="34802" y="40270"/>
                      <a:pt x="37296" y="40733"/>
                    </a:cubicBezTo>
                    <a:cubicBezTo>
                      <a:pt x="43914" y="41961"/>
                      <a:pt x="51770" y="43339"/>
                      <a:pt x="59854" y="44254"/>
                    </a:cubicBezTo>
                    <a:cubicBezTo>
                      <a:pt x="66359" y="44990"/>
                      <a:pt x="73165" y="45361"/>
                      <a:pt x="80163" y="45361"/>
                    </a:cubicBezTo>
                    <a:cubicBezTo>
                      <a:pt x="82603" y="45361"/>
                      <a:pt x="85067" y="45316"/>
                      <a:pt x="87550" y="45225"/>
                    </a:cubicBezTo>
                    <a:cubicBezTo>
                      <a:pt x="94026" y="44991"/>
                      <a:pt x="101613" y="44441"/>
                      <a:pt x="108780" y="42142"/>
                    </a:cubicBezTo>
                    <a:cubicBezTo>
                      <a:pt x="113810" y="40529"/>
                      <a:pt x="120508" y="37574"/>
                      <a:pt x="120629" y="30544"/>
                    </a:cubicBezTo>
                    <a:cubicBezTo>
                      <a:pt x="120696" y="26529"/>
                      <a:pt x="118718" y="22458"/>
                      <a:pt x="115334" y="19654"/>
                    </a:cubicBezTo>
                    <a:cubicBezTo>
                      <a:pt x="112985" y="17708"/>
                      <a:pt x="110379" y="16465"/>
                      <a:pt x="108140" y="15506"/>
                    </a:cubicBezTo>
                    <a:cubicBezTo>
                      <a:pt x="105719" y="14467"/>
                      <a:pt x="103070" y="13450"/>
                      <a:pt x="99798" y="12298"/>
                    </a:cubicBezTo>
                    <a:cubicBezTo>
                      <a:pt x="92520" y="9735"/>
                      <a:pt x="85169" y="8223"/>
                      <a:pt x="77949" y="7802"/>
                    </a:cubicBezTo>
                    <a:cubicBezTo>
                      <a:pt x="76425" y="7713"/>
                      <a:pt x="74890" y="7669"/>
                      <a:pt x="73339" y="7669"/>
                    </a:cubicBezTo>
                    <a:cubicBezTo>
                      <a:pt x="67706" y="7669"/>
                      <a:pt x="61863" y="8255"/>
                      <a:pt x="55605" y="9443"/>
                    </a:cubicBezTo>
                    <a:cubicBezTo>
                      <a:pt x="50502" y="10413"/>
                      <a:pt x="45374" y="11757"/>
                      <a:pt x="40416" y="13057"/>
                    </a:cubicBezTo>
                    <a:cubicBezTo>
                      <a:pt x="38267" y="13620"/>
                      <a:pt x="36046" y="14201"/>
                      <a:pt x="33857" y="14746"/>
                    </a:cubicBezTo>
                    <a:cubicBezTo>
                      <a:pt x="29050" y="15939"/>
                      <a:pt x="23603" y="17293"/>
                      <a:pt x="18238" y="17736"/>
                    </a:cubicBezTo>
                    <a:cubicBezTo>
                      <a:pt x="17038" y="17835"/>
                      <a:pt x="15751" y="17910"/>
                      <a:pt x="14415" y="17910"/>
                    </a:cubicBezTo>
                    <a:cubicBezTo>
                      <a:pt x="10534" y="17910"/>
                      <a:pt x="6246" y="17280"/>
                      <a:pt x="2517" y="14787"/>
                    </a:cubicBezTo>
                    <a:cubicBezTo>
                      <a:pt x="2004" y="14446"/>
                      <a:pt x="1229" y="13878"/>
                      <a:pt x="403" y="13098"/>
                    </a:cubicBezTo>
                    <a:lnTo>
                      <a:pt x="403" y="4204"/>
                    </a:lnTo>
                    <a:cubicBezTo>
                      <a:pt x="403" y="2108"/>
                      <a:pt x="1731" y="405"/>
                      <a:pt x="3364" y="405"/>
                    </a:cubicBezTo>
                    <a:lnTo>
                      <a:pt x="67361" y="400"/>
                    </a:lnTo>
                    <a:close/>
                    <a:moveTo>
                      <a:pt x="114278" y="0"/>
                    </a:moveTo>
                    <a:lnTo>
                      <a:pt x="114255" y="176"/>
                    </a:lnTo>
                    <a:cubicBezTo>
                      <a:pt x="113845" y="3294"/>
                      <a:pt x="108068" y="3957"/>
                      <a:pt x="106170" y="4175"/>
                    </a:cubicBezTo>
                    <a:lnTo>
                      <a:pt x="106061" y="4187"/>
                    </a:lnTo>
                    <a:cubicBezTo>
                      <a:pt x="103777" y="4451"/>
                      <a:pt x="101371" y="4582"/>
                      <a:pt x="98803" y="4582"/>
                    </a:cubicBezTo>
                    <a:cubicBezTo>
                      <a:pt x="96546" y="4582"/>
                      <a:pt x="94164" y="4481"/>
                      <a:pt x="91630" y="4277"/>
                    </a:cubicBezTo>
                    <a:cubicBezTo>
                      <a:pt x="85496" y="3785"/>
                      <a:pt x="79335" y="2485"/>
                      <a:pt x="73374" y="1229"/>
                    </a:cubicBezTo>
                    <a:cubicBezTo>
                      <a:pt x="71430" y="820"/>
                      <a:pt x="69420" y="395"/>
                      <a:pt x="67400" y="2"/>
                    </a:cubicBezTo>
                    <a:lnTo>
                      <a:pt x="3365" y="2"/>
                    </a:lnTo>
                    <a:cubicBezTo>
                      <a:pt x="1511" y="2"/>
                      <a:pt x="3" y="1889"/>
                      <a:pt x="3" y="4205"/>
                    </a:cubicBezTo>
                    <a:lnTo>
                      <a:pt x="3" y="13267"/>
                    </a:lnTo>
                    <a:lnTo>
                      <a:pt x="66" y="13327"/>
                    </a:lnTo>
                    <a:cubicBezTo>
                      <a:pt x="935" y="14157"/>
                      <a:pt x="1758" y="14760"/>
                      <a:pt x="2295" y="15120"/>
                    </a:cubicBezTo>
                    <a:cubicBezTo>
                      <a:pt x="6107" y="17668"/>
                      <a:pt x="10473" y="18312"/>
                      <a:pt x="14416" y="18312"/>
                    </a:cubicBezTo>
                    <a:cubicBezTo>
                      <a:pt x="15764" y="18312"/>
                      <a:pt x="17063" y="18236"/>
                      <a:pt x="18274" y="18136"/>
                    </a:cubicBezTo>
                    <a:cubicBezTo>
                      <a:pt x="23670" y="17692"/>
                      <a:pt x="29134" y="16335"/>
                      <a:pt x="33955" y="15136"/>
                    </a:cubicBezTo>
                    <a:cubicBezTo>
                      <a:pt x="36148" y="14591"/>
                      <a:pt x="38370" y="14008"/>
                      <a:pt x="40521" y="13444"/>
                    </a:cubicBezTo>
                    <a:cubicBezTo>
                      <a:pt x="45471" y="12145"/>
                      <a:pt x="50591" y="10802"/>
                      <a:pt x="55682" y="9836"/>
                    </a:cubicBezTo>
                    <a:cubicBezTo>
                      <a:pt x="61914" y="8652"/>
                      <a:pt x="67733" y="8068"/>
                      <a:pt x="73339" y="8068"/>
                    </a:cubicBezTo>
                    <a:cubicBezTo>
                      <a:pt x="74883" y="8068"/>
                      <a:pt x="76410" y="8112"/>
                      <a:pt x="77924" y="8200"/>
                    </a:cubicBezTo>
                    <a:cubicBezTo>
                      <a:pt x="85109" y="8620"/>
                      <a:pt x="92423" y="10126"/>
                      <a:pt x="99664" y="12674"/>
                    </a:cubicBezTo>
                    <a:cubicBezTo>
                      <a:pt x="102926" y="13823"/>
                      <a:pt x="105569" y="14839"/>
                      <a:pt x="107978" y="15872"/>
                    </a:cubicBezTo>
                    <a:cubicBezTo>
                      <a:pt x="110192" y="16820"/>
                      <a:pt x="112765" y="18046"/>
                      <a:pt x="115074" y="19959"/>
                    </a:cubicBezTo>
                    <a:cubicBezTo>
                      <a:pt x="118366" y="22686"/>
                      <a:pt x="120289" y="26638"/>
                      <a:pt x="120224" y="30531"/>
                    </a:cubicBezTo>
                    <a:cubicBezTo>
                      <a:pt x="120108" y="37304"/>
                      <a:pt x="113565" y="40179"/>
                      <a:pt x="108656" y="41753"/>
                    </a:cubicBezTo>
                    <a:cubicBezTo>
                      <a:pt x="101534" y="44037"/>
                      <a:pt x="93982" y="44584"/>
                      <a:pt x="87532" y="44818"/>
                    </a:cubicBezTo>
                    <a:cubicBezTo>
                      <a:pt x="85053" y="44908"/>
                      <a:pt x="82593" y="44953"/>
                      <a:pt x="80156" y="44953"/>
                    </a:cubicBezTo>
                    <a:cubicBezTo>
                      <a:pt x="73174" y="44953"/>
                      <a:pt x="66385" y="44584"/>
                      <a:pt x="59897" y="43849"/>
                    </a:cubicBezTo>
                    <a:cubicBezTo>
                      <a:pt x="51824" y="42936"/>
                      <a:pt x="43978" y="41560"/>
                      <a:pt x="37366" y="40335"/>
                    </a:cubicBezTo>
                    <a:cubicBezTo>
                      <a:pt x="34874" y="39874"/>
                      <a:pt x="32343" y="39371"/>
                      <a:pt x="29894" y="38889"/>
                    </a:cubicBezTo>
                    <a:cubicBezTo>
                      <a:pt x="24935" y="37906"/>
                      <a:pt x="19807" y="36891"/>
                      <a:pt x="14740" y="36147"/>
                    </a:cubicBezTo>
                    <a:cubicBezTo>
                      <a:pt x="9938" y="35440"/>
                      <a:pt x="5923" y="35101"/>
                      <a:pt x="2306" y="35101"/>
                    </a:cubicBezTo>
                    <a:cubicBezTo>
                      <a:pt x="1587" y="35101"/>
                      <a:pt x="884" y="35114"/>
                      <a:pt x="193" y="35141"/>
                    </a:cubicBezTo>
                    <a:lnTo>
                      <a:pt x="0" y="35148"/>
                    </a:lnTo>
                    <a:lnTo>
                      <a:pt x="0" y="41850"/>
                    </a:lnTo>
                    <a:lnTo>
                      <a:pt x="250" y="41789"/>
                    </a:lnTo>
                    <a:cubicBezTo>
                      <a:pt x="1438" y="41486"/>
                      <a:pt x="2642" y="41153"/>
                      <a:pt x="3807" y="40829"/>
                    </a:cubicBezTo>
                    <a:cubicBezTo>
                      <a:pt x="6459" y="40093"/>
                      <a:pt x="9201" y="39331"/>
                      <a:pt x="11931" y="38920"/>
                    </a:cubicBezTo>
                    <a:cubicBezTo>
                      <a:pt x="13025" y="38755"/>
                      <a:pt x="14155" y="38672"/>
                      <a:pt x="15326" y="38672"/>
                    </a:cubicBezTo>
                    <a:cubicBezTo>
                      <a:pt x="18207" y="38672"/>
                      <a:pt x="21339" y="39173"/>
                      <a:pt x="24808" y="40183"/>
                    </a:cubicBezTo>
                    <a:cubicBezTo>
                      <a:pt x="27977" y="41106"/>
                      <a:pt x="31136" y="42346"/>
                      <a:pt x="34192" y="43547"/>
                    </a:cubicBezTo>
                    <a:cubicBezTo>
                      <a:pt x="35480" y="44051"/>
                      <a:pt x="36810" y="44575"/>
                      <a:pt x="38124" y="45065"/>
                    </a:cubicBezTo>
                    <a:cubicBezTo>
                      <a:pt x="42272" y="46618"/>
                      <a:pt x="46826" y="47913"/>
                      <a:pt x="52458" y="49140"/>
                    </a:cubicBezTo>
                    <a:cubicBezTo>
                      <a:pt x="61960" y="51209"/>
                      <a:pt x="71376" y="52242"/>
                      <a:pt x="80515" y="52242"/>
                    </a:cubicBezTo>
                    <a:cubicBezTo>
                      <a:pt x="91963" y="52242"/>
                      <a:pt x="102972" y="50622"/>
                      <a:pt x="113151" y="47393"/>
                    </a:cubicBezTo>
                    <a:cubicBezTo>
                      <a:pt x="122171" y="44531"/>
                      <a:pt x="130760" y="39837"/>
                      <a:pt x="139068" y="35298"/>
                    </a:cubicBezTo>
                    <a:lnTo>
                      <a:pt x="139990" y="34794"/>
                    </a:lnTo>
                    <a:cubicBezTo>
                      <a:pt x="144149" y="32523"/>
                      <a:pt x="147959" y="30939"/>
                      <a:pt x="151635" y="29954"/>
                    </a:cubicBezTo>
                    <a:cubicBezTo>
                      <a:pt x="156001" y="28784"/>
                      <a:pt x="160459" y="28512"/>
                      <a:pt x="165023" y="28318"/>
                    </a:cubicBezTo>
                    <a:cubicBezTo>
                      <a:pt x="167510" y="28212"/>
                      <a:pt x="170027" y="28159"/>
                      <a:pt x="172583" y="28159"/>
                    </a:cubicBezTo>
                    <a:cubicBezTo>
                      <a:pt x="187551" y="28159"/>
                      <a:pt x="203846" y="29985"/>
                      <a:pt x="223155" y="33798"/>
                    </a:cubicBezTo>
                    <a:cubicBezTo>
                      <a:pt x="227133" y="34583"/>
                      <a:pt x="230708" y="35389"/>
                      <a:pt x="234091" y="36262"/>
                    </a:cubicBezTo>
                    <a:lnTo>
                      <a:pt x="234343" y="36327"/>
                    </a:lnTo>
                    <a:lnTo>
                      <a:pt x="234343" y="9942"/>
                    </a:lnTo>
                    <a:lnTo>
                      <a:pt x="234144" y="9938"/>
                    </a:lnTo>
                    <a:cubicBezTo>
                      <a:pt x="233436" y="9926"/>
                      <a:pt x="232728" y="9920"/>
                      <a:pt x="232019" y="9920"/>
                    </a:cubicBezTo>
                    <a:cubicBezTo>
                      <a:pt x="221533" y="9920"/>
                      <a:pt x="210937" y="11173"/>
                      <a:pt x="200668" y="12387"/>
                    </a:cubicBezTo>
                    <a:cubicBezTo>
                      <a:pt x="199192" y="12560"/>
                      <a:pt x="197716" y="12735"/>
                      <a:pt x="196241" y="12907"/>
                    </a:cubicBezTo>
                    <a:cubicBezTo>
                      <a:pt x="188833" y="13765"/>
                      <a:pt x="180900" y="14784"/>
                      <a:pt x="173099" y="16399"/>
                    </a:cubicBezTo>
                    <a:cubicBezTo>
                      <a:pt x="168984" y="17250"/>
                      <a:pt x="165266" y="18189"/>
                      <a:pt x="161730" y="19271"/>
                    </a:cubicBezTo>
                    <a:cubicBezTo>
                      <a:pt x="158729" y="20188"/>
                      <a:pt x="155634" y="21574"/>
                      <a:pt x="151992" y="23636"/>
                    </a:cubicBezTo>
                    <a:cubicBezTo>
                      <a:pt x="147694" y="26067"/>
                      <a:pt x="143448" y="28211"/>
                      <a:pt x="139076" y="28211"/>
                    </a:cubicBezTo>
                    <a:cubicBezTo>
                      <a:pt x="137648" y="28211"/>
                      <a:pt x="136206" y="27982"/>
                      <a:pt x="134745" y="27459"/>
                    </a:cubicBezTo>
                    <a:cubicBezTo>
                      <a:pt x="129659" y="25640"/>
                      <a:pt x="126097" y="20292"/>
                      <a:pt x="125882" y="14148"/>
                    </a:cubicBezTo>
                    <a:cubicBezTo>
                      <a:pt x="125729" y="9782"/>
                      <a:pt x="128305" y="6844"/>
                      <a:pt x="133544" y="5415"/>
                    </a:cubicBezTo>
                    <a:cubicBezTo>
                      <a:pt x="139606" y="3761"/>
                      <a:pt x="145790" y="3559"/>
                      <a:pt x="152664" y="3482"/>
                    </a:cubicBezTo>
                    <a:lnTo>
                      <a:pt x="153767" y="3469"/>
                    </a:lnTo>
                    <a:cubicBezTo>
                      <a:pt x="160981" y="3392"/>
                      <a:pt x="168439" y="3314"/>
                      <a:pt x="175499" y="719"/>
                    </a:cubicBezTo>
                    <a:cubicBezTo>
                      <a:pt x="175781" y="617"/>
                      <a:pt x="176061" y="506"/>
                      <a:pt x="176341" y="389"/>
                    </a:cubicBezTo>
                    <a:lnTo>
                      <a:pt x="1772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 name="Google Shape;574;p20"/>
            <p:cNvSpPr/>
            <p:nvPr/>
          </p:nvSpPr>
          <p:spPr>
            <a:xfrm flipH="1" rot="10800000">
              <a:off x="-97224" y="2740244"/>
              <a:ext cx="8367499" cy="1836163"/>
            </a:xfrm>
            <a:custGeom>
              <a:rect b="b" l="l" r="r" t="t"/>
              <a:pathLst>
                <a:path extrusionOk="0" h="45884" w="209096">
                  <a:moveTo>
                    <a:pt x="173615" y="405"/>
                  </a:moveTo>
                  <a:cubicBezTo>
                    <a:pt x="176375" y="405"/>
                    <a:pt x="179213" y="507"/>
                    <a:pt x="182050" y="829"/>
                  </a:cubicBezTo>
                  <a:cubicBezTo>
                    <a:pt x="188207" y="1528"/>
                    <a:pt x="194615" y="3672"/>
                    <a:pt x="201642" y="7381"/>
                  </a:cubicBezTo>
                  <a:lnTo>
                    <a:pt x="202000" y="7570"/>
                  </a:lnTo>
                  <a:cubicBezTo>
                    <a:pt x="204160" y="8703"/>
                    <a:pt x="207122" y="10258"/>
                    <a:pt x="208209" y="13014"/>
                  </a:cubicBezTo>
                  <a:cubicBezTo>
                    <a:pt x="208659" y="14157"/>
                    <a:pt x="208681" y="15157"/>
                    <a:pt x="208272" y="15990"/>
                  </a:cubicBezTo>
                  <a:cubicBezTo>
                    <a:pt x="207624" y="17309"/>
                    <a:pt x="205989" y="18018"/>
                    <a:pt x="204732" y="18381"/>
                  </a:cubicBezTo>
                  <a:cubicBezTo>
                    <a:pt x="201461" y="19325"/>
                    <a:pt x="198006" y="19797"/>
                    <a:pt x="194392" y="19797"/>
                  </a:cubicBezTo>
                  <a:cubicBezTo>
                    <a:pt x="190821" y="19797"/>
                    <a:pt x="187096" y="19336"/>
                    <a:pt x="183241" y="18415"/>
                  </a:cubicBezTo>
                  <a:cubicBezTo>
                    <a:pt x="179114" y="17429"/>
                    <a:pt x="174866" y="16057"/>
                    <a:pt x="170611" y="14337"/>
                  </a:cubicBezTo>
                  <a:cubicBezTo>
                    <a:pt x="166998" y="12878"/>
                    <a:pt x="163261" y="11368"/>
                    <a:pt x="159428" y="10535"/>
                  </a:cubicBezTo>
                  <a:cubicBezTo>
                    <a:pt x="157531" y="10122"/>
                    <a:pt x="155742" y="9916"/>
                    <a:pt x="154034" y="9916"/>
                  </a:cubicBezTo>
                  <a:cubicBezTo>
                    <a:pt x="152450" y="9916"/>
                    <a:pt x="150935" y="10094"/>
                    <a:pt x="149470" y="10449"/>
                  </a:cubicBezTo>
                  <a:cubicBezTo>
                    <a:pt x="145504" y="11411"/>
                    <a:pt x="142070" y="13874"/>
                    <a:pt x="138895" y="16316"/>
                  </a:cubicBezTo>
                  <a:cubicBezTo>
                    <a:pt x="136054" y="18501"/>
                    <a:pt x="133233" y="20858"/>
                    <a:pt x="130505" y="23139"/>
                  </a:cubicBezTo>
                  <a:cubicBezTo>
                    <a:pt x="126905" y="26149"/>
                    <a:pt x="123181" y="29264"/>
                    <a:pt x="119366" y="32010"/>
                  </a:cubicBezTo>
                  <a:cubicBezTo>
                    <a:pt x="107458" y="40580"/>
                    <a:pt x="92880" y="45107"/>
                    <a:pt x="76028" y="45462"/>
                  </a:cubicBezTo>
                  <a:cubicBezTo>
                    <a:pt x="75424" y="45475"/>
                    <a:pt x="74822" y="45482"/>
                    <a:pt x="74224" y="45482"/>
                  </a:cubicBezTo>
                  <a:cubicBezTo>
                    <a:pt x="58269" y="45482"/>
                    <a:pt x="44689" y="40929"/>
                    <a:pt x="33828" y="31942"/>
                  </a:cubicBezTo>
                  <a:cubicBezTo>
                    <a:pt x="27187" y="26448"/>
                    <a:pt x="20603" y="21405"/>
                    <a:pt x="13056" y="20088"/>
                  </a:cubicBezTo>
                  <a:cubicBezTo>
                    <a:pt x="11967" y="19897"/>
                    <a:pt x="10865" y="19801"/>
                    <a:pt x="9746" y="19801"/>
                  </a:cubicBezTo>
                  <a:cubicBezTo>
                    <a:pt x="6781" y="19801"/>
                    <a:pt x="3696" y="20474"/>
                    <a:pt x="406" y="21833"/>
                  </a:cubicBezTo>
                  <a:lnTo>
                    <a:pt x="406" y="14358"/>
                  </a:lnTo>
                  <a:cubicBezTo>
                    <a:pt x="1109" y="14230"/>
                    <a:pt x="1864" y="14110"/>
                    <a:pt x="2702" y="13993"/>
                  </a:cubicBezTo>
                  <a:cubicBezTo>
                    <a:pt x="5594" y="13588"/>
                    <a:pt x="8552" y="13414"/>
                    <a:pt x="11411" y="13245"/>
                  </a:cubicBezTo>
                  <a:lnTo>
                    <a:pt x="12958" y="13152"/>
                  </a:lnTo>
                  <a:cubicBezTo>
                    <a:pt x="15818" y="12978"/>
                    <a:pt x="18953" y="12785"/>
                    <a:pt x="22145" y="12785"/>
                  </a:cubicBezTo>
                  <a:cubicBezTo>
                    <a:pt x="23389" y="12785"/>
                    <a:pt x="24641" y="12814"/>
                    <a:pt x="25889" y="12885"/>
                  </a:cubicBezTo>
                  <a:cubicBezTo>
                    <a:pt x="29786" y="13104"/>
                    <a:pt x="33808" y="14150"/>
                    <a:pt x="38546" y="16169"/>
                  </a:cubicBezTo>
                  <a:cubicBezTo>
                    <a:pt x="52883" y="22283"/>
                    <a:pt x="69842" y="28659"/>
                    <a:pt x="86902" y="29591"/>
                  </a:cubicBezTo>
                  <a:cubicBezTo>
                    <a:pt x="88135" y="29659"/>
                    <a:pt x="89353" y="29692"/>
                    <a:pt x="90554" y="29692"/>
                  </a:cubicBezTo>
                  <a:cubicBezTo>
                    <a:pt x="97955" y="29692"/>
                    <a:pt x="104738" y="28414"/>
                    <a:pt x="110758" y="25880"/>
                  </a:cubicBezTo>
                  <a:cubicBezTo>
                    <a:pt x="117187" y="23174"/>
                    <a:pt x="123174" y="18993"/>
                    <a:pt x="128962" y="14950"/>
                  </a:cubicBezTo>
                  <a:cubicBezTo>
                    <a:pt x="130301" y="14015"/>
                    <a:pt x="131684" y="13050"/>
                    <a:pt x="133052" y="12117"/>
                  </a:cubicBezTo>
                  <a:cubicBezTo>
                    <a:pt x="136569" y="9716"/>
                    <a:pt x="140379" y="7249"/>
                    <a:pt x="144384" y="5460"/>
                  </a:cubicBezTo>
                  <a:cubicBezTo>
                    <a:pt x="148006" y="3842"/>
                    <a:pt x="151905" y="2608"/>
                    <a:pt x="155970" y="1792"/>
                  </a:cubicBezTo>
                  <a:cubicBezTo>
                    <a:pt x="159701" y="1042"/>
                    <a:pt x="163680" y="640"/>
                    <a:pt x="168868" y="486"/>
                  </a:cubicBezTo>
                  <a:cubicBezTo>
                    <a:pt x="170413" y="440"/>
                    <a:pt x="172001" y="405"/>
                    <a:pt x="173615" y="405"/>
                  </a:cubicBezTo>
                  <a:close/>
                  <a:moveTo>
                    <a:pt x="173609" y="0"/>
                  </a:moveTo>
                  <a:cubicBezTo>
                    <a:pt x="171993" y="0"/>
                    <a:pt x="170405" y="35"/>
                    <a:pt x="168858" y="80"/>
                  </a:cubicBezTo>
                  <a:cubicBezTo>
                    <a:pt x="163644" y="234"/>
                    <a:pt x="159645" y="639"/>
                    <a:pt x="155891" y="1393"/>
                  </a:cubicBezTo>
                  <a:cubicBezTo>
                    <a:pt x="151795" y="2216"/>
                    <a:pt x="147870" y="3459"/>
                    <a:pt x="144219" y="5088"/>
                  </a:cubicBezTo>
                  <a:cubicBezTo>
                    <a:pt x="140186" y="6888"/>
                    <a:pt x="136359" y="9369"/>
                    <a:pt x="132824" y="11781"/>
                  </a:cubicBezTo>
                  <a:cubicBezTo>
                    <a:pt x="131454" y="12715"/>
                    <a:pt x="130070" y="13683"/>
                    <a:pt x="128732" y="14617"/>
                  </a:cubicBezTo>
                  <a:cubicBezTo>
                    <a:pt x="122961" y="18648"/>
                    <a:pt x="116993" y="22817"/>
                    <a:pt x="110602" y="25506"/>
                  </a:cubicBezTo>
                  <a:cubicBezTo>
                    <a:pt x="104631" y="28019"/>
                    <a:pt x="97899" y="29287"/>
                    <a:pt x="90554" y="29287"/>
                  </a:cubicBezTo>
                  <a:cubicBezTo>
                    <a:pt x="89360" y="29287"/>
                    <a:pt x="88149" y="29254"/>
                    <a:pt x="86923" y="29187"/>
                  </a:cubicBezTo>
                  <a:cubicBezTo>
                    <a:pt x="69926" y="28261"/>
                    <a:pt x="53010" y="21898"/>
                    <a:pt x="38703" y="15797"/>
                  </a:cubicBezTo>
                  <a:cubicBezTo>
                    <a:pt x="33922" y="13758"/>
                    <a:pt x="29857" y="12704"/>
                    <a:pt x="25911" y="12481"/>
                  </a:cubicBezTo>
                  <a:cubicBezTo>
                    <a:pt x="24653" y="12410"/>
                    <a:pt x="23392" y="12381"/>
                    <a:pt x="22140" y="12381"/>
                  </a:cubicBezTo>
                  <a:cubicBezTo>
                    <a:pt x="18938" y="12381"/>
                    <a:pt x="15797" y="12572"/>
                    <a:pt x="12931" y="12748"/>
                  </a:cubicBezTo>
                  <a:lnTo>
                    <a:pt x="11384" y="12841"/>
                  </a:lnTo>
                  <a:cubicBezTo>
                    <a:pt x="8518" y="13010"/>
                    <a:pt x="5551" y="13184"/>
                    <a:pt x="2644" y="13591"/>
                  </a:cubicBezTo>
                  <a:cubicBezTo>
                    <a:pt x="1731" y="13718"/>
                    <a:pt x="921" y="13848"/>
                    <a:pt x="165" y="13990"/>
                  </a:cubicBezTo>
                  <a:lnTo>
                    <a:pt x="0" y="14020"/>
                  </a:lnTo>
                  <a:lnTo>
                    <a:pt x="0" y="22434"/>
                  </a:lnTo>
                  <a:lnTo>
                    <a:pt x="280" y="22317"/>
                  </a:lnTo>
                  <a:cubicBezTo>
                    <a:pt x="3624" y="20902"/>
                    <a:pt x="6748" y="20202"/>
                    <a:pt x="9745" y="20202"/>
                  </a:cubicBezTo>
                  <a:cubicBezTo>
                    <a:pt x="10841" y="20202"/>
                    <a:pt x="11920" y="20296"/>
                    <a:pt x="12987" y="20482"/>
                  </a:cubicBezTo>
                  <a:cubicBezTo>
                    <a:pt x="20436" y="21784"/>
                    <a:pt x="26975" y="26792"/>
                    <a:pt x="33571" y="32250"/>
                  </a:cubicBezTo>
                  <a:cubicBezTo>
                    <a:pt x="44508" y="41302"/>
                    <a:pt x="58178" y="45884"/>
                    <a:pt x="74230" y="45884"/>
                  </a:cubicBezTo>
                  <a:cubicBezTo>
                    <a:pt x="74828" y="45884"/>
                    <a:pt x="75434" y="45878"/>
                    <a:pt x="76041" y="45864"/>
                  </a:cubicBezTo>
                  <a:cubicBezTo>
                    <a:pt x="92973" y="45507"/>
                    <a:pt x="107630" y="40953"/>
                    <a:pt x="119603" y="32334"/>
                  </a:cubicBezTo>
                  <a:cubicBezTo>
                    <a:pt x="123430" y="29580"/>
                    <a:pt x="127160" y="26462"/>
                    <a:pt x="130767" y="23446"/>
                  </a:cubicBezTo>
                  <a:cubicBezTo>
                    <a:pt x="133490" y="21168"/>
                    <a:pt x="136306" y="18812"/>
                    <a:pt x="139143" y="16633"/>
                  </a:cubicBezTo>
                  <a:cubicBezTo>
                    <a:pt x="142286" y="14218"/>
                    <a:pt x="145678" y="11782"/>
                    <a:pt x="149569" y="10839"/>
                  </a:cubicBezTo>
                  <a:cubicBezTo>
                    <a:pt x="151002" y="10492"/>
                    <a:pt x="152486" y="10318"/>
                    <a:pt x="154040" y="10318"/>
                  </a:cubicBezTo>
                  <a:cubicBezTo>
                    <a:pt x="155718" y="10318"/>
                    <a:pt x="157477" y="10521"/>
                    <a:pt x="159345" y="10926"/>
                  </a:cubicBezTo>
                  <a:cubicBezTo>
                    <a:pt x="163146" y="11754"/>
                    <a:pt x="166866" y="13255"/>
                    <a:pt x="170463" y="14710"/>
                  </a:cubicBezTo>
                  <a:cubicBezTo>
                    <a:pt x="174735" y="16434"/>
                    <a:pt x="179004" y="17813"/>
                    <a:pt x="183149" y="18805"/>
                  </a:cubicBezTo>
                  <a:cubicBezTo>
                    <a:pt x="187035" y="19734"/>
                    <a:pt x="190791" y="20198"/>
                    <a:pt x="194393" y="20198"/>
                  </a:cubicBezTo>
                  <a:cubicBezTo>
                    <a:pt x="198045" y="20198"/>
                    <a:pt x="201538" y="19721"/>
                    <a:pt x="204846" y="18766"/>
                  </a:cubicBezTo>
                  <a:cubicBezTo>
                    <a:pt x="206788" y="18205"/>
                    <a:pt x="208062" y="17332"/>
                    <a:pt x="208634" y="16167"/>
                  </a:cubicBezTo>
                  <a:cubicBezTo>
                    <a:pt x="209095" y="15229"/>
                    <a:pt x="209080" y="14117"/>
                    <a:pt x="208584" y="12865"/>
                  </a:cubicBezTo>
                  <a:cubicBezTo>
                    <a:pt x="207441" y="9969"/>
                    <a:pt x="204404" y="8376"/>
                    <a:pt x="202188" y="7211"/>
                  </a:cubicBezTo>
                  <a:lnTo>
                    <a:pt x="201831" y="7024"/>
                  </a:lnTo>
                  <a:cubicBezTo>
                    <a:pt x="194760" y="3289"/>
                    <a:pt x="188306" y="1132"/>
                    <a:pt x="182098" y="427"/>
                  </a:cubicBezTo>
                  <a:cubicBezTo>
                    <a:pt x="179239" y="102"/>
                    <a:pt x="176384" y="0"/>
                    <a:pt x="1736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0"/>
            <p:cNvSpPr/>
            <p:nvPr/>
          </p:nvSpPr>
          <p:spPr>
            <a:xfrm flipH="1" rot="10800000">
              <a:off x="-97184" y="3140284"/>
              <a:ext cx="807313" cy="330705"/>
            </a:xfrm>
            <a:custGeom>
              <a:rect b="b" l="l" r="r" t="t"/>
              <a:pathLst>
                <a:path extrusionOk="0" h="8264" w="20174">
                  <a:moveTo>
                    <a:pt x="10888" y="404"/>
                  </a:moveTo>
                  <a:cubicBezTo>
                    <a:pt x="11749" y="404"/>
                    <a:pt x="12597" y="461"/>
                    <a:pt x="13422" y="602"/>
                  </a:cubicBezTo>
                  <a:cubicBezTo>
                    <a:pt x="15472" y="954"/>
                    <a:pt x="17153" y="1897"/>
                    <a:pt x="18413" y="3404"/>
                  </a:cubicBezTo>
                  <a:cubicBezTo>
                    <a:pt x="19054" y="4170"/>
                    <a:pt x="19787" y="5267"/>
                    <a:pt x="19634" y="6147"/>
                  </a:cubicBezTo>
                  <a:cubicBezTo>
                    <a:pt x="19567" y="6546"/>
                    <a:pt x="19324" y="6863"/>
                    <a:pt x="18894" y="7118"/>
                  </a:cubicBezTo>
                  <a:cubicBezTo>
                    <a:pt x="17704" y="7820"/>
                    <a:pt x="16206" y="7861"/>
                    <a:pt x="14950" y="7861"/>
                  </a:cubicBezTo>
                  <a:cubicBezTo>
                    <a:pt x="14860" y="7861"/>
                    <a:pt x="14771" y="7861"/>
                    <a:pt x="14684" y="7861"/>
                  </a:cubicBezTo>
                  <a:cubicBezTo>
                    <a:pt x="13289" y="7856"/>
                    <a:pt x="11866" y="7753"/>
                    <a:pt x="10488" y="7653"/>
                  </a:cubicBezTo>
                  <a:cubicBezTo>
                    <a:pt x="9887" y="7608"/>
                    <a:pt x="9287" y="7565"/>
                    <a:pt x="8687" y="7529"/>
                  </a:cubicBezTo>
                  <a:cubicBezTo>
                    <a:pt x="5827" y="7359"/>
                    <a:pt x="3245" y="7206"/>
                    <a:pt x="649" y="7206"/>
                  </a:cubicBezTo>
                  <a:cubicBezTo>
                    <a:pt x="568" y="7206"/>
                    <a:pt x="486" y="7206"/>
                    <a:pt x="405" y="7206"/>
                  </a:cubicBezTo>
                  <a:lnTo>
                    <a:pt x="405" y="1428"/>
                  </a:lnTo>
                  <a:cubicBezTo>
                    <a:pt x="2017" y="1368"/>
                    <a:pt x="3674" y="1139"/>
                    <a:pt x="5280" y="919"/>
                  </a:cubicBezTo>
                  <a:cubicBezTo>
                    <a:pt x="7141" y="665"/>
                    <a:pt x="9044" y="404"/>
                    <a:pt x="10888" y="404"/>
                  </a:cubicBezTo>
                  <a:close/>
                  <a:moveTo>
                    <a:pt x="10888" y="1"/>
                  </a:moveTo>
                  <a:cubicBezTo>
                    <a:pt x="9018" y="1"/>
                    <a:pt x="7099" y="265"/>
                    <a:pt x="5223" y="522"/>
                  </a:cubicBezTo>
                  <a:cubicBezTo>
                    <a:pt x="3564" y="751"/>
                    <a:pt x="1848" y="984"/>
                    <a:pt x="195" y="1034"/>
                  </a:cubicBezTo>
                  <a:lnTo>
                    <a:pt x="1" y="1039"/>
                  </a:lnTo>
                  <a:lnTo>
                    <a:pt x="1" y="7612"/>
                  </a:lnTo>
                  <a:lnTo>
                    <a:pt x="202" y="7612"/>
                  </a:lnTo>
                  <a:cubicBezTo>
                    <a:pt x="266" y="7612"/>
                    <a:pt x="330" y="7612"/>
                    <a:pt x="393" y="7612"/>
                  </a:cubicBezTo>
                  <a:cubicBezTo>
                    <a:pt x="3056" y="7612"/>
                    <a:pt x="5717" y="7756"/>
                    <a:pt x="8664" y="7932"/>
                  </a:cubicBezTo>
                  <a:cubicBezTo>
                    <a:pt x="9261" y="7968"/>
                    <a:pt x="9860" y="8012"/>
                    <a:pt x="10460" y="8055"/>
                  </a:cubicBezTo>
                  <a:cubicBezTo>
                    <a:pt x="11844" y="8155"/>
                    <a:pt x="13275" y="8259"/>
                    <a:pt x="14682" y="8264"/>
                  </a:cubicBezTo>
                  <a:lnTo>
                    <a:pt x="14998" y="8264"/>
                  </a:lnTo>
                  <a:cubicBezTo>
                    <a:pt x="16295" y="8264"/>
                    <a:pt x="17831" y="8211"/>
                    <a:pt x="19096" y="7463"/>
                  </a:cubicBezTo>
                  <a:cubicBezTo>
                    <a:pt x="19626" y="7152"/>
                    <a:pt x="19940" y="6730"/>
                    <a:pt x="20030" y="6216"/>
                  </a:cubicBezTo>
                  <a:cubicBezTo>
                    <a:pt x="20173" y="5387"/>
                    <a:pt x="19732" y="4354"/>
                    <a:pt x="18720" y="3145"/>
                  </a:cubicBezTo>
                  <a:cubicBezTo>
                    <a:pt x="17395" y="1562"/>
                    <a:pt x="15637" y="574"/>
                    <a:pt x="13488" y="205"/>
                  </a:cubicBezTo>
                  <a:cubicBezTo>
                    <a:pt x="12639" y="59"/>
                    <a:pt x="11769" y="1"/>
                    <a:pt x="108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0"/>
            <p:cNvSpPr/>
            <p:nvPr/>
          </p:nvSpPr>
          <p:spPr>
            <a:xfrm flipH="1" rot="10800000">
              <a:off x="-97104" y="1780774"/>
              <a:ext cx="9377861" cy="2035410"/>
            </a:xfrm>
            <a:custGeom>
              <a:rect b="b" l="l" r="r" t="t"/>
              <a:pathLst>
                <a:path extrusionOk="0" h="50863" w="234344">
                  <a:moveTo>
                    <a:pt x="233940" y="621"/>
                  </a:moveTo>
                  <a:lnTo>
                    <a:pt x="233940" y="12077"/>
                  </a:lnTo>
                  <a:cubicBezTo>
                    <a:pt x="232371" y="13846"/>
                    <a:pt x="230619" y="15358"/>
                    <a:pt x="228734" y="16565"/>
                  </a:cubicBezTo>
                  <a:cubicBezTo>
                    <a:pt x="224484" y="19289"/>
                    <a:pt x="219376" y="20857"/>
                    <a:pt x="213122" y="21360"/>
                  </a:cubicBezTo>
                  <a:cubicBezTo>
                    <a:pt x="211653" y="21479"/>
                    <a:pt x="210146" y="21539"/>
                    <a:pt x="208580" y="21539"/>
                  </a:cubicBezTo>
                  <a:cubicBezTo>
                    <a:pt x="205000" y="21539"/>
                    <a:pt x="201109" y="21226"/>
                    <a:pt x="196647" y="20590"/>
                  </a:cubicBezTo>
                  <a:lnTo>
                    <a:pt x="196529" y="20574"/>
                  </a:lnTo>
                  <a:cubicBezTo>
                    <a:pt x="194477" y="20283"/>
                    <a:pt x="192356" y="19981"/>
                    <a:pt x="190306" y="19457"/>
                  </a:cubicBezTo>
                  <a:cubicBezTo>
                    <a:pt x="188131" y="18901"/>
                    <a:pt x="186302" y="18457"/>
                    <a:pt x="184446" y="18095"/>
                  </a:cubicBezTo>
                  <a:cubicBezTo>
                    <a:pt x="182413" y="17700"/>
                    <a:pt x="180221" y="17338"/>
                    <a:pt x="178016" y="17338"/>
                  </a:cubicBezTo>
                  <a:cubicBezTo>
                    <a:pt x="177942" y="17338"/>
                    <a:pt x="177867" y="17339"/>
                    <a:pt x="177792" y="17340"/>
                  </a:cubicBezTo>
                  <a:cubicBezTo>
                    <a:pt x="176496" y="17354"/>
                    <a:pt x="174542" y="17378"/>
                    <a:pt x="173323" y="18637"/>
                  </a:cubicBezTo>
                  <a:cubicBezTo>
                    <a:pt x="172261" y="19733"/>
                    <a:pt x="172397" y="21555"/>
                    <a:pt x="173080" y="22788"/>
                  </a:cubicBezTo>
                  <a:cubicBezTo>
                    <a:pt x="174004" y="24459"/>
                    <a:pt x="175665" y="25395"/>
                    <a:pt x="177319" y="26158"/>
                  </a:cubicBezTo>
                  <a:cubicBezTo>
                    <a:pt x="180088" y="27433"/>
                    <a:pt x="183032" y="28076"/>
                    <a:pt x="185878" y="28699"/>
                  </a:cubicBezTo>
                  <a:cubicBezTo>
                    <a:pt x="186544" y="28844"/>
                    <a:pt x="187205" y="28990"/>
                    <a:pt x="187866" y="29142"/>
                  </a:cubicBezTo>
                  <a:cubicBezTo>
                    <a:pt x="191326" y="29942"/>
                    <a:pt x="194903" y="30405"/>
                    <a:pt x="198362" y="30852"/>
                  </a:cubicBezTo>
                  <a:lnTo>
                    <a:pt x="199879" y="31048"/>
                  </a:lnTo>
                  <a:cubicBezTo>
                    <a:pt x="203501" y="31524"/>
                    <a:pt x="207493" y="31975"/>
                    <a:pt x="212443" y="32469"/>
                  </a:cubicBezTo>
                  <a:cubicBezTo>
                    <a:pt x="216296" y="32854"/>
                    <a:pt x="220110" y="33192"/>
                    <a:pt x="223683" y="33505"/>
                  </a:cubicBezTo>
                  <a:cubicBezTo>
                    <a:pt x="226437" y="33747"/>
                    <a:pt x="229366" y="34040"/>
                    <a:pt x="232268" y="34727"/>
                  </a:cubicBezTo>
                  <a:cubicBezTo>
                    <a:pt x="232812" y="34856"/>
                    <a:pt x="233374" y="35011"/>
                    <a:pt x="233940" y="35186"/>
                  </a:cubicBezTo>
                  <a:lnTo>
                    <a:pt x="233940" y="50330"/>
                  </a:lnTo>
                  <a:cubicBezTo>
                    <a:pt x="227593" y="48509"/>
                    <a:pt x="220754" y="46238"/>
                    <a:pt x="213042" y="43386"/>
                  </a:cubicBezTo>
                  <a:cubicBezTo>
                    <a:pt x="208088" y="41555"/>
                    <a:pt x="202988" y="39512"/>
                    <a:pt x="197884" y="37317"/>
                  </a:cubicBezTo>
                  <a:cubicBezTo>
                    <a:pt x="195613" y="36339"/>
                    <a:pt x="193318" y="35281"/>
                    <a:pt x="191099" y="34257"/>
                  </a:cubicBezTo>
                  <a:cubicBezTo>
                    <a:pt x="188401" y="33014"/>
                    <a:pt x="185611" y="31726"/>
                    <a:pt x="182833" y="30573"/>
                  </a:cubicBezTo>
                  <a:cubicBezTo>
                    <a:pt x="172649" y="26340"/>
                    <a:pt x="162754" y="24195"/>
                    <a:pt x="153409" y="24195"/>
                  </a:cubicBezTo>
                  <a:cubicBezTo>
                    <a:pt x="153178" y="24195"/>
                    <a:pt x="152948" y="24197"/>
                    <a:pt x="152719" y="24198"/>
                  </a:cubicBezTo>
                  <a:cubicBezTo>
                    <a:pt x="142080" y="24319"/>
                    <a:pt x="132064" y="27884"/>
                    <a:pt x="122824" y="31721"/>
                  </a:cubicBezTo>
                  <a:cubicBezTo>
                    <a:pt x="112729" y="35913"/>
                    <a:pt x="102805" y="39822"/>
                    <a:pt x="92400" y="41608"/>
                  </a:cubicBezTo>
                  <a:cubicBezTo>
                    <a:pt x="82867" y="43244"/>
                    <a:pt x="72721" y="44299"/>
                    <a:pt x="61383" y="44830"/>
                  </a:cubicBezTo>
                  <a:cubicBezTo>
                    <a:pt x="58519" y="44965"/>
                    <a:pt x="55783" y="45032"/>
                    <a:pt x="53152" y="45032"/>
                  </a:cubicBezTo>
                  <a:cubicBezTo>
                    <a:pt x="45012" y="45032"/>
                    <a:pt x="37887" y="44383"/>
                    <a:pt x="31169" y="43050"/>
                  </a:cubicBezTo>
                  <a:cubicBezTo>
                    <a:pt x="24718" y="41770"/>
                    <a:pt x="18066" y="39641"/>
                    <a:pt x="11397" y="36720"/>
                  </a:cubicBezTo>
                  <a:cubicBezTo>
                    <a:pt x="7680" y="35093"/>
                    <a:pt x="3780" y="33224"/>
                    <a:pt x="405" y="30582"/>
                  </a:cubicBezTo>
                  <a:lnTo>
                    <a:pt x="405" y="21725"/>
                  </a:lnTo>
                  <a:cubicBezTo>
                    <a:pt x="5173" y="23118"/>
                    <a:pt x="10001" y="24631"/>
                    <a:pt x="14673" y="26094"/>
                  </a:cubicBezTo>
                  <a:cubicBezTo>
                    <a:pt x="18472" y="27283"/>
                    <a:pt x="22397" y="28512"/>
                    <a:pt x="26269" y="29670"/>
                  </a:cubicBezTo>
                  <a:cubicBezTo>
                    <a:pt x="42759" y="34607"/>
                    <a:pt x="58954" y="38982"/>
                    <a:pt x="74991" y="38982"/>
                  </a:cubicBezTo>
                  <a:cubicBezTo>
                    <a:pt x="78823" y="38982"/>
                    <a:pt x="82649" y="38732"/>
                    <a:pt x="86466" y="38179"/>
                  </a:cubicBezTo>
                  <a:cubicBezTo>
                    <a:pt x="95509" y="36872"/>
                    <a:pt x="104228" y="33938"/>
                    <a:pt x="112383" y="29455"/>
                  </a:cubicBezTo>
                  <a:cubicBezTo>
                    <a:pt x="116730" y="27066"/>
                    <a:pt x="120985" y="24195"/>
                    <a:pt x="125029" y="20922"/>
                  </a:cubicBezTo>
                  <a:cubicBezTo>
                    <a:pt x="126767" y="19511"/>
                    <a:pt x="128488" y="17994"/>
                    <a:pt x="130152" y="16524"/>
                  </a:cubicBezTo>
                  <a:cubicBezTo>
                    <a:pt x="131788" y="15078"/>
                    <a:pt x="133483" y="13582"/>
                    <a:pt x="135190" y="12196"/>
                  </a:cubicBezTo>
                  <a:cubicBezTo>
                    <a:pt x="137654" y="10200"/>
                    <a:pt x="140969" y="7788"/>
                    <a:pt x="144768" y="6873"/>
                  </a:cubicBezTo>
                  <a:cubicBezTo>
                    <a:pt x="145990" y="6580"/>
                    <a:pt x="147258" y="6432"/>
                    <a:pt x="148594" y="6432"/>
                  </a:cubicBezTo>
                  <a:cubicBezTo>
                    <a:pt x="151134" y="6432"/>
                    <a:pt x="153922" y="6966"/>
                    <a:pt x="157120" y="8052"/>
                  </a:cubicBezTo>
                  <a:cubicBezTo>
                    <a:pt x="165254" y="10813"/>
                    <a:pt x="174727" y="13878"/>
                    <a:pt x="184226" y="15304"/>
                  </a:cubicBezTo>
                  <a:cubicBezTo>
                    <a:pt x="187914" y="15858"/>
                    <a:pt x="191419" y="16136"/>
                    <a:pt x="194766" y="16136"/>
                  </a:cubicBezTo>
                  <a:cubicBezTo>
                    <a:pt x="200932" y="16136"/>
                    <a:pt x="206557" y="15192"/>
                    <a:pt x="211781" y="13295"/>
                  </a:cubicBezTo>
                  <a:cubicBezTo>
                    <a:pt x="216509" y="11579"/>
                    <a:pt x="220789" y="8892"/>
                    <a:pt x="224351" y="6492"/>
                  </a:cubicBezTo>
                  <a:cubicBezTo>
                    <a:pt x="224766" y="6212"/>
                    <a:pt x="225182" y="5928"/>
                    <a:pt x="225598" y="5645"/>
                  </a:cubicBezTo>
                  <a:cubicBezTo>
                    <a:pt x="228277" y="3826"/>
                    <a:pt x="231045" y="1944"/>
                    <a:pt x="233940" y="621"/>
                  </a:cubicBezTo>
                  <a:close/>
                  <a:moveTo>
                    <a:pt x="234344" y="1"/>
                  </a:moveTo>
                  <a:lnTo>
                    <a:pt x="234062" y="127"/>
                  </a:lnTo>
                  <a:cubicBezTo>
                    <a:pt x="231032" y="1470"/>
                    <a:pt x="228156" y="3423"/>
                    <a:pt x="225375" y="5313"/>
                  </a:cubicBezTo>
                  <a:cubicBezTo>
                    <a:pt x="224959" y="5595"/>
                    <a:pt x="224545" y="5878"/>
                    <a:pt x="224128" y="6158"/>
                  </a:cubicBezTo>
                  <a:cubicBezTo>
                    <a:pt x="220589" y="8544"/>
                    <a:pt x="216336" y="11214"/>
                    <a:pt x="211647" y="12916"/>
                  </a:cubicBezTo>
                  <a:cubicBezTo>
                    <a:pt x="206466" y="14796"/>
                    <a:pt x="200885" y="15732"/>
                    <a:pt x="194765" y="15732"/>
                  </a:cubicBezTo>
                  <a:cubicBezTo>
                    <a:pt x="191440" y="15732"/>
                    <a:pt x="187955" y="15456"/>
                    <a:pt x="184289" y="14905"/>
                  </a:cubicBezTo>
                  <a:cubicBezTo>
                    <a:pt x="174822" y="13485"/>
                    <a:pt x="165370" y="10424"/>
                    <a:pt x="157251" y="7671"/>
                  </a:cubicBezTo>
                  <a:cubicBezTo>
                    <a:pt x="154011" y="6571"/>
                    <a:pt x="151182" y="6028"/>
                    <a:pt x="148600" y="6028"/>
                  </a:cubicBezTo>
                  <a:cubicBezTo>
                    <a:pt x="147230" y="6028"/>
                    <a:pt x="145930" y="6181"/>
                    <a:pt x="144675" y="6483"/>
                  </a:cubicBezTo>
                  <a:cubicBezTo>
                    <a:pt x="140797" y="7416"/>
                    <a:pt x="137434" y="9860"/>
                    <a:pt x="134939" y="11886"/>
                  </a:cubicBezTo>
                  <a:cubicBezTo>
                    <a:pt x="133224" y="13277"/>
                    <a:pt x="131528" y="14775"/>
                    <a:pt x="129887" y="16224"/>
                  </a:cubicBezTo>
                  <a:cubicBezTo>
                    <a:pt x="128225" y="17690"/>
                    <a:pt x="126509" y="19207"/>
                    <a:pt x="124774" y="20610"/>
                  </a:cubicBezTo>
                  <a:cubicBezTo>
                    <a:pt x="120749" y="23869"/>
                    <a:pt x="116514" y="26727"/>
                    <a:pt x="112189" y="29105"/>
                  </a:cubicBezTo>
                  <a:cubicBezTo>
                    <a:pt x="104076" y="33564"/>
                    <a:pt x="95402" y="36484"/>
                    <a:pt x="86407" y="37785"/>
                  </a:cubicBezTo>
                  <a:cubicBezTo>
                    <a:pt x="82611" y="38334"/>
                    <a:pt x="78806" y="38583"/>
                    <a:pt x="74991" y="38583"/>
                  </a:cubicBezTo>
                  <a:cubicBezTo>
                    <a:pt x="59005" y="38583"/>
                    <a:pt x="42843" y="34216"/>
                    <a:pt x="26384" y="29289"/>
                  </a:cubicBezTo>
                  <a:cubicBezTo>
                    <a:pt x="22516" y="28130"/>
                    <a:pt x="18589" y="26901"/>
                    <a:pt x="14793" y="25711"/>
                  </a:cubicBezTo>
                  <a:cubicBezTo>
                    <a:pt x="10035" y="24222"/>
                    <a:pt x="5116" y="22681"/>
                    <a:pt x="257" y="21265"/>
                  </a:cubicBezTo>
                  <a:lnTo>
                    <a:pt x="0" y="21189"/>
                  </a:lnTo>
                  <a:lnTo>
                    <a:pt x="0" y="30778"/>
                  </a:lnTo>
                  <a:lnTo>
                    <a:pt x="77" y="30839"/>
                  </a:lnTo>
                  <a:cubicBezTo>
                    <a:pt x="3505" y="33541"/>
                    <a:pt x="7466" y="35440"/>
                    <a:pt x="11235" y="37090"/>
                  </a:cubicBezTo>
                  <a:cubicBezTo>
                    <a:pt x="17931" y="40022"/>
                    <a:pt x="24610" y="42161"/>
                    <a:pt x="31090" y="43447"/>
                  </a:cubicBezTo>
                  <a:cubicBezTo>
                    <a:pt x="37834" y="44786"/>
                    <a:pt x="44983" y="45437"/>
                    <a:pt x="53148" y="45437"/>
                  </a:cubicBezTo>
                  <a:cubicBezTo>
                    <a:pt x="55786" y="45437"/>
                    <a:pt x="58530" y="45369"/>
                    <a:pt x="61401" y="45235"/>
                  </a:cubicBezTo>
                  <a:cubicBezTo>
                    <a:pt x="72756" y="44700"/>
                    <a:pt x="82917" y="43644"/>
                    <a:pt x="92467" y="42007"/>
                  </a:cubicBezTo>
                  <a:cubicBezTo>
                    <a:pt x="102913" y="40214"/>
                    <a:pt x="112861" y="36296"/>
                    <a:pt x="122978" y="32095"/>
                  </a:cubicBezTo>
                  <a:cubicBezTo>
                    <a:pt x="132181" y="28274"/>
                    <a:pt x="142153" y="24722"/>
                    <a:pt x="152725" y="24602"/>
                  </a:cubicBezTo>
                  <a:cubicBezTo>
                    <a:pt x="152952" y="24600"/>
                    <a:pt x="153179" y="24598"/>
                    <a:pt x="153407" y="24598"/>
                  </a:cubicBezTo>
                  <a:cubicBezTo>
                    <a:pt x="162694" y="24598"/>
                    <a:pt x="172541" y="26730"/>
                    <a:pt x="182679" y="30945"/>
                  </a:cubicBezTo>
                  <a:cubicBezTo>
                    <a:pt x="185447" y="32095"/>
                    <a:pt x="188234" y="33381"/>
                    <a:pt x="190930" y="34624"/>
                  </a:cubicBezTo>
                  <a:cubicBezTo>
                    <a:pt x="193152" y="35649"/>
                    <a:pt x="195448" y="36707"/>
                    <a:pt x="197726" y="37686"/>
                  </a:cubicBezTo>
                  <a:cubicBezTo>
                    <a:pt x="202837" y="39885"/>
                    <a:pt x="207942" y="41928"/>
                    <a:pt x="212901" y="43763"/>
                  </a:cubicBezTo>
                  <a:cubicBezTo>
                    <a:pt x="220729" y="46656"/>
                    <a:pt x="227658" y="48955"/>
                    <a:pt x="234085" y="50788"/>
                  </a:cubicBezTo>
                  <a:lnTo>
                    <a:pt x="234341" y="50863"/>
                  </a:lnTo>
                  <a:lnTo>
                    <a:pt x="234344" y="50863"/>
                  </a:lnTo>
                  <a:lnTo>
                    <a:pt x="234344" y="34896"/>
                  </a:lnTo>
                  <a:lnTo>
                    <a:pt x="234204" y="34850"/>
                  </a:lnTo>
                  <a:cubicBezTo>
                    <a:pt x="233582" y="34654"/>
                    <a:pt x="232962" y="34481"/>
                    <a:pt x="232362" y="34340"/>
                  </a:cubicBezTo>
                  <a:cubicBezTo>
                    <a:pt x="229433" y="33647"/>
                    <a:pt x="226488" y="33352"/>
                    <a:pt x="223721" y="33110"/>
                  </a:cubicBezTo>
                  <a:cubicBezTo>
                    <a:pt x="220148" y="32797"/>
                    <a:pt x="216338" y="32457"/>
                    <a:pt x="212486" y="32074"/>
                  </a:cubicBezTo>
                  <a:cubicBezTo>
                    <a:pt x="207542" y="31581"/>
                    <a:pt x="203553" y="31128"/>
                    <a:pt x="199935" y="30653"/>
                  </a:cubicBezTo>
                  <a:lnTo>
                    <a:pt x="198416" y="30455"/>
                  </a:lnTo>
                  <a:cubicBezTo>
                    <a:pt x="194968" y="30009"/>
                    <a:pt x="191400" y="29547"/>
                    <a:pt x="187960" y="28753"/>
                  </a:cubicBezTo>
                  <a:cubicBezTo>
                    <a:pt x="187298" y="28602"/>
                    <a:pt x="186634" y="28454"/>
                    <a:pt x="185969" y="28310"/>
                  </a:cubicBezTo>
                  <a:cubicBezTo>
                    <a:pt x="183145" y="27690"/>
                    <a:pt x="180223" y="27051"/>
                    <a:pt x="177494" y="25795"/>
                  </a:cubicBezTo>
                  <a:cubicBezTo>
                    <a:pt x="176009" y="25111"/>
                    <a:pt x="174350" y="24245"/>
                    <a:pt x="173437" y="22596"/>
                  </a:cubicBezTo>
                  <a:cubicBezTo>
                    <a:pt x="172829" y="21493"/>
                    <a:pt x="172693" y="19876"/>
                    <a:pt x="173617" y="18921"/>
                  </a:cubicBezTo>
                  <a:cubicBezTo>
                    <a:pt x="174717" y="17783"/>
                    <a:pt x="176574" y="17760"/>
                    <a:pt x="177801" y="17745"/>
                  </a:cubicBezTo>
                  <a:cubicBezTo>
                    <a:pt x="177883" y="17744"/>
                    <a:pt x="177965" y="17744"/>
                    <a:pt x="178047" y="17744"/>
                  </a:cubicBezTo>
                  <a:cubicBezTo>
                    <a:pt x="180223" y="17744"/>
                    <a:pt x="182367" y="18103"/>
                    <a:pt x="184375" y="18494"/>
                  </a:cubicBezTo>
                  <a:cubicBezTo>
                    <a:pt x="186221" y="18853"/>
                    <a:pt x="188043" y="19296"/>
                    <a:pt x="190212" y="19850"/>
                  </a:cubicBezTo>
                  <a:cubicBezTo>
                    <a:pt x="192283" y="20380"/>
                    <a:pt x="194415" y="20683"/>
                    <a:pt x="196477" y="20976"/>
                  </a:cubicBezTo>
                  <a:lnTo>
                    <a:pt x="196594" y="20993"/>
                  </a:lnTo>
                  <a:cubicBezTo>
                    <a:pt x="201071" y="21630"/>
                    <a:pt x="204978" y="21943"/>
                    <a:pt x="208576" y="21943"/>
                  </a:cubicBezTo>
                  <a:cubicBezTo>
                    <a:pt x="210156" y="21943"/>
                    <a:pt x="211676" y="21883"/>
                    <a:pt x="213159" y="21763"/>
                  </a:cubicBezTo>
                  <a:cubicBezTo>
                    <a:pt x="219481" y="21255"/>
                    <a:pt x="224648" y="19666"/>
                    <a:pt x="228956" y="16905"/>
                  </a:cubicBezTo>
                  <a:cubicBezTo>
                    <a:pt x="230892" y="15665"/>
                    <a:pt x="232689" y="14110"/>
                    <a:pt x="234294" y="12287"/>
                  </a:cubicBezTo>
                  <a:lnTo>
                    <a:pt x="234344" y="12230"/>
                  </a:lnTo>
                  <a:lnTo>
                    <a:pt x="23434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0"/>
            <p:cNvSpPr/>
            <p:nvPr/>
          </p:nvSpPr>
          <p:spPr>
            <a:xfrm flipH="1" rot="10800000">
              <a:off x="-97264" y="1364332"/>
              <a:ext cx="5171942" cy="1031731"/>
            </a:xfrm>
            <a:custGeom>
              <a:rect b="b" l="l" r="r" t="t"/>
              <a:pathLst>
                <a:path extrusionOk="0" h="25782" w="129242">
                  <a:moveTo>
                    <a:pt x="125667" y="404"/>
                  </a:moveTo>
                  <a:cubicBezTo>
                    <a:pt x="125949" y="404"/>
                    <a:pt x="126232" y="415"/>
                    <a:pt x="126514" y="437"/>
                  </a:cubicBezTo>
                  <a:cubicBezTo>
                    <a:pt x="127419" y="510"/>
                    <a:pt x="128375" y="690"/>
                    <a:pt x="128733" y="1442"/>
                  </a:cubicBezTo>
                  <a:cubicBezTo>
                    <a:pt x="127667" y="1898"/>
                    <a:pt x="126604" y="2366"/>
                    <a:pt x="125540" y="2833"/>
                  </a:cubicBezTo>
                  <a:cubicBezTo>
                    <a:pt x="121951" y="4414"/>
                    <a:pt x="118237" y="6047"/>
                    <a:pt x="114473" y="7141"/>
                  </a:cubicBezTo>
                  <a:cubicBezTo>
                    <a:pt x="113881" y="7314"/>
                    <a:pt x="113286" y="7483"/>
                    <a:pt x="112693" y="7649"/>
                  </a:cubicBezTo>
                  <a:cubicBezTo>
                    <a:pt x="110914" y="8149"/>
                    <a:pt x="109073" y="8666"/>
                    <a:pt x="107278" y="9330"/>
                  </a:cubicBezTo>
                  <a:cubicBezTo>
                    <a:pt x="105183" y="10108"/>
                    <a:pt x="102936" y="11055"/>
                    <a:pt x="100411" y="12228"/>
                  </a:cubicBezTo>
                  <a:cubicBezTo>
                    <a:pt x="97928" y="13381"/>
                    <a:pt x="95424" y="14634"/>
                    <a:pt x="93002" y="15844"/>
                  </a:cubicBezTo>
                  <a:cubicBezTo>
                    <a:pt x="86663" y="19013"/>
                    <a:pt x="80109" y="22288"/>
                    <a:pt x="73322" y="24097"/>
                  </a:cubicBezTo>
                  <a:cubicBezTo>
                    <a:pt x="70106" y="24955"/>
                    <a:pt x="66829" y="25381"/>
                    <a:pt x="63411" y="25381"/>
                  </a:cubicBezTo>
                  <a:cubicBezTo>
                    <a:pt x="61691" y="25381"/>
                    <a:pt x="59935" y="25273"/>
                    <a:pt x="58132" y="25057"/>
                  </a:cubicBezTo>
                  <a:cubicBezTo>
                    <a:pt x="54870" y="24667"/>
                    <a:pt x="51578" y="24000"/>
                    <a:pt x="48394" y="23351"/>
                  </a:cubicBezTo>
                  <a:cubicBezTo>
                    <a:pt x="46720" y="23010"/>
                    <a:pt x="44988" y="22658"/>
                    <a:pt x="43281" y="22351"/>
                  </a:cubicBezTo>
                  <a:cubicBezTo>
                    <a:pt x="38827" y="21551"/>
                    <a:pt x="34306" y="21314"/>
                    <a:pt x="29931" y="21085"/>
                  </a:cubicBezTo>
                  <a:lnTo>
                    <a:pt x="28914" y="21031"/>
                  </a:lnTo>
                  <a:cubicBezTo>
                    <a:pt x="25978" y="20874"/>
                    <a:pt x="23609" y="20501"/>
                    <a:pt x="21462" y="19855"/>
                  </a:cubicBezTo>
                  <a:cubicBezTo>
                    <a:pt x="19489" y="19259"/>
                    <a:pt x="17512" y="18432"/>
                    <a:pt x="15599" y="17635"/>
                  </a:cubicBezTo>
                  <a:cubicBezTo>
                    <a:pt x="15171" y="17457"/>
                    <a:pt x="14747" y="17279"/>
                    <a:pt x="14321" y="17105"/>
                  </a:cubicBezTo>
                  <a:cubicBezTo>
                    <a:pt x="12341" y="16286"/>
                    <a:pt x="10328" y="15433"/>
                    <a:pt x="8383" y="14606"/>
                  </a:cubicBezTo>
                  <a:cubicBezTo>
                    <a:pt x="5772" y="13497"/>
                    <a:pt x="3075" y="12349"/>
                    <a:pt x="404" y="11276"/>
                  </a:cubicBezTo>
                  <a:lnTo>
                    <a:pt x="403" y="11276"/>
                  </a:lnTo>
                  <a:lnTo>
                    <a:pt x="403" y="5584"/>
                  </a:lnTo>
                  <a:cubicBezTo>
                    <a:pt x="967" y="5874"/>
                    <a:pt x="1566" y="6170"/>
                    <a:pt x="2220" y="6484"/>
                  </a:cubicBezTo>
                  <a:cubicBezTo>
                    <a:pt x="2905" y="6811"/>
                    <a:pt x="3592" y="7131"/>
                    <a:pt x="4281" y="7450"/>
                  </a:cubicBezTo>
                  <a:cubicBezTo>
                    <a:pt x="6227" y="8357"/>
                    <a:pt x="8240" y="9293"/>
                    <a:pt x="10153" y="10412"/>
                  </a:cubicBezTo>
                  <a:cubicBezTo>
                    <a:pt x="12434" y="11746"/>
                    <a:pt x="14871" y="13148"/>
                    <a:pt x="17395" y="14337"/>
                  </a:cubicBezTo>
                  <a:cubicBezTo>
                    <a:pt x="25707" y="18255"/>
                    <a:pt x="35202" y="20169"/>
                    <a:pt x="46355" y="20169"/>
                  </a:cubicBezTo>
                  <a:cubicBezTo>
                    <a:pt x="47079" y="20169"/>
                    <a:pt x="47811" y="20161"/>
                    <a:pt x="48549" y="20145"/>
                  </a:cubicBezTo>
                  <a:cubicBezTo>
                    <a:pt x="59131" y="19914"/>
                    <a:pt x="70411" y="17805"/>
                    <a:pt x="84049" y="13504"/>
                  </a:cubicBezTo>
                  <a:cubicBezTo>
                    <a:pt x="89815" y="11685"/>
                    <a:pt x="95612" y="9562"/>
                    <a:pt x="101217" y="7507"/>
                  </a:cubicBezTo>
                  <a:cubicBezTo>
                    <a:pt x="104315" y="6374"/>
                    <a:pt x="107517" y="5200"/>
                    <a:pt x="110679" y="4091"/>
                  </a:cubicBezTo>
                  <a:cubicBezTo>
                    <a:pt x="114143" y="2876"/>
                    <a:pt x="117874" y="1648"/>
                    <a:pt x="121675" y="895"/>
                  </a:cubicBezTo>
                  <a:cubicBezTo>
                    <a:pt x="122896" y="652"/>
                    <a:pt x="124279" y="404"/>
                    <a:pt x="125667" y="404"/>
                  </a:cubicBezTo>
                  <a:close/>
                  <a:moveTo>
                    <a:pt x="125672" y="1"/>
                  </a:moveTo>
                  <a:cubicBezTo>
                    <a:pt x="124248" y="1"/>
                    <a:pt x="122839" y="252"/>
                    <a:pt x="121598" y="497"/>
                  </a:cubicBezTo>
                  <a:cubicBezTo>
                    <a:pt x="117773" y="1256"/>
                    <a:pt x="114025" y="2491"/>
                    <a:pt x="110546" y="3711"/>
                  </a:cubicBezTo>
                  <a:cubicBezTo>
                    <a:pt x="107384" y="4820"/>
                    <a:pt x="104179" y="5993"/>
                    <a:pt x="101080" y="7129"/>
                  </a:cubicBezTo>
                  <a:cubicBezTo>
                    <a:pt x="95477" y="9180"/>
                    <a:pt x="89685" y="11305"/>
                    <a:pt x="83929" y="13120"/>
                  </a:cubicBezTo>
                  <a:cubicBezTo>
                    <a:pt x="70328" y="17407"/>
                    <a:pt x="59084" y="19512"/>
                    <a:pt x="48540" y="19742"/>
                  </a:cubicBezTo>
                  <a:cubicBezTo>
                    <a:pt x="47811" y="19758"/>
                    <a:pt x="47089" y="19766"/>
                    <a:pt x="46374" y="19766"/>
                  </a:cubicBezTo>
                  <a:cubicBezTo>
                    <a:pt x="35268" y="19766"/>
                    <a:pt x="25827" y="17865"/>
                    <a:pt x="17567" y="13971"/>
                  </a:cubicBezTo>
                  <a:cubicBezTo>
                    <a:pt x="15057" y="12788"/>
                    <a:pt x="12628" y="11391"/>
                    <a:pt x="10355" y="10062"/>
                  </a:cubicBezTo>
                  <a:cubicBezTo>
                    <a:pt x="8426" y="8935"/>
                    <a:pt x="6404" y="7993"/>
                    <a:pt x="4448" y="7084"/>
                  </a:cubicBezTo>
                  <a:cubicBezTo>
                    <a:pt x="3762" y="6767"/>
                    <a:pt x="3076" y="6447"/>
                    <a:pt x="2395" y="6120"/>
                  </a:cubicBezTo>
                  <a:cubicBezTo>
                    <a:pt x="1626" y="5754"/>
                    <a:pt x="940" y="5411"/>
                    <a:pt x="294" y="5075"/>
                  </a:cubicBezTo>
                  <a:lnTo>
                    <a:pt x="0" y="4921"/>
                  </a:lnTo>
                  <a:lnTo>
                    <a:pt x="0" y="11545"/>
                  </a:lnTo>
                  <a:lnTo>
                    <a:pt x="126" y="11595"/>
                  </a:lnTo>
                  <a:cubicBezTo>
                    <a:pt x="2833" y="12684"/>
                    <a:pt x="5574" y="13848"/>
                    <a:pt x="8224" y="14973"/>
                  </a:cubicBezTo>
                  <a:cubicBezTo>
                    <a:pt x="10170" y="15801"/>
                    <a:pt x="12184" y="16656"/>
                    <a:pt x="14167" y="17473"/>
                  </a:cubicBezTo>
                  <a:cubicBezTo>
                    <a:pt x="14591" y="17649"/>
                    <a:pt x="15016" y="17828"/>
                    <a:pt x="15441" y="18003"/>
                  </a:cubicBezTo>
                  <a:cubicBezTo>
                    <a:pt x="17363" y="18808"/>
                    <a:pt x="19349" y="19638"/>
                    <a:pt x="21344" y="20238"/>
                  </a:cubicBezTo>
                  <a:cubicBezTo>
                    <a:pt x="23523" y="20895"/>
                    <a:pt x="25922" y="21274"/>
                    <a:pt x="28892" y="21431"/>
                  </a:cubicBezTo>
                  <a:lnTo>
                    <a:pt x="29910" y="21485"/>
                  </a:lnTo>
                  <a:cubicBezTo>
                    <a:pt x="34272" y="21714"/>
                    <a:pt x="38783" y="21950"/>
                    <a:pt x="43209" y="22746"/>
                  </a:cubicBezTo>
                  <a:cubicBezTo>
                    <a:pt x="44912" y="23053"/>
                    <a:pt x="46641" y="23406"/>
                    <a:pt x="48313" y="23744"/>
                  </a:cubicBezTo>
                  <a:cubicBezTo>
                    <a:pt x="51505" y="24393"/>
                    <a:pt x="54806" y="25065"/>
                    <a:pt x="58085" y="25456"/>
                  </a:cubicBezTo>
                  <a:cubicBezTo>
                    <a:pt x="59905" y="25673"/>
                    <a:pt x="61677" y="25782"/>
                    <a:pt x="63414" y="25782"/>
                  </a:cubicBezTo>
                  <a:cubicBezTo>
                    <a:pt x="66866" y="25782"/>
                    <a:pt x="70177" y="25352"/>
                    <a:pt x="73425" y="24486"/>
                  </a:cubicBezTo>
                  <a:cubicBezTo>
                    <a:pt x="80253" y="22666"/>
                    <a:pt x="86826" y="19379"/>
                    <a:pt x="93183" y="16202"/>
                  </a:cubicBezTo>
                  <a:cubicBezTo>
                    <a:pt x="95603" y="14991"/>
                    <a:pt x="98105" y="13741"/>
                    <a:pt x="100582" y="12591"/>
                  </a:cubicBezTo>
                  <a:cubicBezTo>
                    <a:pt x="103097" y="11422"/>
                    <a:pt x="105333" y="10479"/>
                    <a:pt x="107419" y="9706"/>
                  </a:cubicBezTo>
                  <a:cubicBezTo>
                    <a:pt x="109198" y="9046"/>
                    <a:pt x="111031" y="8532"/>
                    <a:pt x="112803" y="8033"/>
                  </a:cubicBezTo>
                  <a:cubicBezTo>
                    <a:pt x="113399" y="7867"/>
                    <a:pt x="113993" y="7699"/>
                    <a:pt x="114588" y="7526"/>
                  </a:cubicBezTo>
                  <a:cubicBezTo>
                    <a:pt x="118376" y="6424"/>
                    <a:pt x="122102" y="4784"/>
                    <a:pt x="125704" y="3199"/>
                  </a:cubicBezTo>
                  <a:cubicBezTo>
                    <a:pt x="126826" y="2705"/>
                    <a:pt x="127947" y="2212"/>
                    <a:pt x="129073" y="1733"/>
                  </a:cubicBezTo>
                  <a:lnTo>
                    <a:pt x="129242" y="1662"/>
                  </a:lnTo>
                  <a:lnTo>
                    <a:pt x="129185" y="1488"/>
                  </a:lnTo>
                  <a:cubicBezTo>
                    <a:pt x="128775" y="216"/>
                    <a:pt x="127216" y="89"/>
                    <a:pt x="126549" y="34"/>
                  </a:cubicBezTo>
                  <a:cubicBezTo>
                    <a:pt x="126257" y="11"/>
                    <a:pt x="125964" y="1"/>
                    <a:pt x="1256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0"/>
            <p:cNvSpPr/>
            <p:nvPr/>
          </p:nvSpPr>
          <p:spPr>
            <a:xfrm flipH="1" rot="10800000">
              <a:off x="-97184" y="-162700"/>
              <a:ext cx="9378021" cy="2233737"/>
            </a:xfrm>
            <a:custGeom>
              <a:rect b="b" l="l" r="r" t="t"/>
              <a:pathLst>
                <a:path extrusionOk="0" h="55819" w="234348">
                  <a:moveTo>
                    <a:pt x="144981" y="403"/>
                  </a:moveTo>
                  <a:cubicBezTo>
                    <a:pt x="150962" y="403"/>
                    <a:pt x="156924" y="882"/>
                    <a:pt x="162787" y="1836"/>
                  </a:cubicBezTo>
                  <a:cubicBezTo>
                    <a:pt x="170740" y="3127"/>
                    <a:pt x="179016" y="5583"/>
                    <a:pt x="189615" y="9797"/>
                  </a:cubicBezTo>
                  <a:cubicBezTo>
                    <a:pt x="198427" y="13299"/>
                    <a:pt x="207411" y="17431"/>
                    <a:pt x="216323" y="22082"/>
                  </a:cubicBezTo>
                  <a:lnTo>
                    <a:pt x="218254" y="23088"/>
                  </a:lnTo>
                  <a:cubicBezTo>
                    <a:pt x="223483" y="25804"/>
                    <a:pt x="228885" y="28612"/>
                    <a:pt x="233942" y="32005"/>
                  </a:cubicBezTo>
                  <a:lnTo>
                    <a:pt x="233942" y="40242"/>
                  </a:lnTo>
                  <a:cubicBezTo>
                    <a:pt x="230357" y="38005"/>
                    <a:pt x="227378" y="36353"/>
                    <a:pt x="224590" y="35054"/>
                  </a:cubicBezTo>
                  <a:cubicBezTo>
                    <a:pt x="215470" y="30808"/>
                    <a:pt x="205746" y="28155"/>
                    <a:pt x="196343" y="25590"/>
                  </a:cubicBezTo>
                  <a:cubicBezTo>
                    <a:pt x="195383" y="25330"/>
                    <a:pt x="194423" y="25067"/>
                    <a:pt x="193466" y="24804"/>
                  </a:cubicBezTo>
                  <a:cubicBezTo>
                    <a:pt x="172307" y="18995"/>
                    <a:pt x="155262" y="16255"/>
                    <a:pt x="139723" y="16255"/>
                  </a:cubicBezTo>
                  <a:cubicBezTo>
                    <a:pt x="136241" y="16255"/>
                    <a:pt x="132834" y="16392"/>
                    <a:pt x="129473" y="16664"/>
                  </a:cubicBezTo>
                  <a:cubicBezTo>
                    <a:pt x="117659" y="17617"/>
                    <a:pt x="108992" y="19950"/>
                    <a:pt x="101363" y="24225"/>
                  </a:cubicBezTo>
                  <a:cubicBezTo>
                    <a:pt x="95848" y="27316"/>
                    <a:pt x="90586" y="31262"/>
                    <a:pt x="85495" y="35080"/>
                  </a:cubicBezTo>
                  <a:cubicBezTo>
                    <a:pt x="82539" y="37296"/>
                    <a:pt x="79484" y="39588"/>
                    <a:pt x="76413" y="41684"/>
                  </a:cubicBezTo>
                  <a:cubicBezTo>
                    <a:pt x="71394" y="45113"/>
                    <a:pt x="67146" y="47471"/>
                    <a:pt x="63039" y="49108"/>
                  </a:cubicBezTo>
                  <a:cubicBezTo>
                    <a:pt x="58787" y="50804"/>
                    <a:pt x="54022" y="52109"/>
                    <a:pt x="48045" y="53216"/>
                  </a:cubicBezTo>
                  <a:cubicBezTo>
                    <a:pt x="40031" y="54703"/>
                    <a:pt x="31384" y="55416"/>
                    <a:pt x="21189" y="55416"/>
                  </a:cubicBezTo>
                  <a:cubicBezTo>
                    <a:pt x="19290" y="55416"/>
                    <a:pt x="17337" y="55391"/>
                    <a:pt x="15325" y="55342"/>
                  </a:cubicBezTo>
                  <a:cubicBezTo>
                    <a:pt x="9761" y="55207"/>
                    <a:pt x="4879" y="54966"/>
                    <a:pt x="402" y="54612"/>
                  </a:cubicBezTo>
                  <a:lnTo>
                    <a:pt x="407" y="54612"/>
                  </a:lnTo>
                  <a:lnTo>
                    <a:pt x="407" y="49284"/>
                  </a:lnTo>
                  <a:cubicBezTo>
                    <a:pt x="817" y="49421"/>
                    <a:pt x="1230" y="49561"/>
                    <a:pt x="1643" y="49700"/>
                  </a:cubicBezTo>
                  <a:cubicBezTo>
                    <a:pt x="4359" y="50619"/>
                    <a:pt x="7168" y="51566"/>
                    <a:pt x="9980" y="52235"/>
                  </a:cubicBezTo>
                  <a:cubicBezTo>
                    <a:pt x="12206" y="52763"/>
                    <a:pt x="14788" y="53377"/>
                    <a:pt x="17344" y="53377"/>
                  </a:cubicBezTo>
                  <a:cubicBezTo>
                    <a:pt x="18683" y="53377"/>
                    <a:pt x="20014" y="53208"/>
                    <a:pt x="21283" y="52772"/>
                  </a:cubicBezTo>
                  <a:cubicBezTo>
                    <a:pt x="22931" y="52205"/>
                    <a:pt x="23878" y="51164"/>
                    <a:pt x="24025" y="49761"/>
                  </a:cubicBezTo>
                  <a:cubicBezTo>
                    <a:pt x="24231" y="47784"/>
                    <a:pt x="23055" y="45926"/>
                    <a:pt x="21802" y="44960"/>
                  </a:cubicBezTo>
                  <a:cubicBezTo>
                    <a:pt x="20124" y="43670"/>
                    <a:pt x="18067" y="43236"/>
                    <a:pt x="16094" y="42961"/>
                  </a:cubicBezTo>
                  <a:cubicBezTo>
                    <a:pt x="13968" y="42663"/>
                    <a:pt x="11797" y="42629"/>
                    <a:pt x="9701" y="42596"/>
                  </a:cubicBezTo>
                  <a:lnTo>
                    <a:pt x="9254" y="42589"/>
                  </a:lnTo>
                  <a:cubicBezTo>
                    <a:pt x="6994" y="42550"/>
                    <a:pt x="4310" y="42346"/>
                    <a:pt x="1553" y="41105"/>
                  </a:cubicBezTo>
                  <a:cubicBezTo>
                    <a:pt x="1170" y="40933"/>
                    <a:pt x="784" y="40741"/>
                    <a:pt x="402" y="40534"/>
                  </a:cubicBezTo>
                  <a:lnTo>
                    <a:pt x="402" y="31531"/>
                  </a:lnTo>
                  <a:cubicBezTo>
                    <a:pt x="6844" y="32915"/>
                    <a:pt x="13326" y="34726"/>
                    <a:pt x="19599" y="36477"/>
                  </a:cubicBezTo>
                  <a:cubicBezTo>
                    <a:pt x="22674" y="37335"/>
                    <a:pt x="25850" y="38224"/>
                    <a:pt x="28985" y="39049"/>
                  </a:cubicBezTo>
                  <a:cubicBezTo>
                    <a:pt x="36397" y="41005"/>
                    <a:pt x="46195" y="43249"/>
                    <a:pt x="56268" y="43249"/>
                  </a:cubicBezTo>
                  <a:lnTo>
                    <a:pt x="56298" y="43249"/>
                  </a:lnTo>
                  <a:cubicBezTo>
                    <a:pt x="60549" y="43247"/>
                    <a:pt x="65413" y="43043"/>
                    <a:pt x="69372" y="40633"/>
                  </a:cubicBezTo>
                  <a:cubicBezTo>
                    <a:pt x="71055" y="39609"/>
                    <a:pt x="72214" y="38269"/>
                    <a:pt x="72821" y="36652"/>
                  </a:cubicBezTo>
                  <a:cubicBezTo>
                    <a:pt x="73454" y="34967"/>
                    <a:pt x="73654" y="32595"/>
                    <a:pt x="72675" y="31095"/>
                  </a:cubicBezTo>
                  <a:cubicBezTo>
                    <a:pt x="71475" y="29255"/>
                    <a:pt x="69235" y="29002"/>
                    <a:pt x="67193" y="29002"/>
                  </a:cubicBezTo>
                  <a:lnTo>
                    <a:pt x="67163" y="29002"/>
                  </a:lnTo>
                  <a:cubicBezTo>
                    <a:pt x="64338" y="29005"/>
                    <a:pt x="61485" y="29632"/>
                    <a:pt x="59033" y="30219"/>
                  </a:cubicBezTo>
                  <a:cubicBezTo>
                    <a:pt x="58197" y="30419"/>
                    <a:pt x="57351" y="30648"/>
                    <a:pt x="56532" y="30868"/>
                  </a:cubicBezTo>
                  <a:cubicBezTo>
                    <a:pt x="55224" y="31222"/>
                    <a:pt x="53869" y="31587"/>
                    <a:pt x="52529" y="31845"/>
                  </a:cubicBezTo>
                  <a:cubicBezTo>
                    <a:pt x="48490" y="32626"/>
                    <a:pt x="44235" y="33024"/>
                    <a:pt x="39894" y="33024"/>
                  </a:cubicBezTo>
                  <a:cubicBezTo>
                    <a:pt x="39863" y="33024"/>
                    <a:pt x="39832" y="33024"/>
                    <a:pt x="39801" y="33024"/>
                  </a:cubicBezTo>
                  <a:cubicBezTo>
                    <a:pt x="26833" y="33011"/>
                    <a:pt x="13576" y="29869"/>
                    <a:pt x="402" y="23687"/>
                  </a:cubicBezTo>
                  <a:lnTo>
                    <a:pt x="402" y="6011"/>
                  </a:lnTo>
                  <a:cubicBezTo>
                    <a:pt x="1635" y="6344"/>
                    <a:pt x="2827" y="6712"/>
                    <a:pt x="3952" y="7104"/>
                  </a:cubicBezTo>
                  <a:cubicBezTo>
                    <a:pt x="7474" y="8330"/>
                    <a:pt x="10930" y="10023"/>
                    <a:pt x="14269" y="11659"/>
                  </a:cubicBezTo>
                  <a:cubicBezTo>
                    <a:pt x="15159" y="12095"/>
                    <a:pt x="16051" y="12530"/>
                    <a:pt x="16944" y="12959"/>
                  </a:cubicBezTo>
                  <a:cubicBezTo>
                    <a:pt x="21849" y="15315"/>
                    <a:pt x="26184" y="17153"/>
                    <a:pt x="30193" y="18579"/>
                  </a:cubicBezTo>
                  <a:cubicBezTo>
                    <a:pt x="37329" y="21116"/>
                    <a:pt x="44835" y="22386"/>
                    <a:pt x="52799" y="22386"/>
                  </a:cubicBezTo>
                  <a:cubicBezTo>
                    <a:pt x="62775" y="22386"/>
                    <a:pt x="73472" y="20393"/>
                    <a:pt x="85065" y="16400"/>
                  </a:cubicBezTo>
                  <a:cubicBezTo>
                    <a:pt x="89374" y="14915"/>
                    <a:pt x="93852" y="13162"/>
                    <a:pt x="98753" y="11037"/>
                  </a:cubicBezTo>
                  <a:cubicBezTo>
                    <a:pt x="99763" y="10600"/>
                    <a:pt x="100773" y="10151"/>
                    <a:pt x="101781" y="9706"/>
                  </a:cubicBezTo>
                  <a:cubicBezTo>
                    <a:pt x="104805" y="8364"/>
                    <a:pt x="107933" y="6975"/>
                    <a:pt x="111082" y="5882"/>
                  </a:cubicBezTo>
                  <a:cubicBezTo>
                    <a:pt x="119135" y="3086"/>
                    <a:pt x="127851" y="1338"/>
                    <a:pt x="136984" y="688"/>
                  </a:cubicBezTo>
                  <a:cubicBezTo>
                    <a:pt x="139649" y="498"/>
                    <a:pt x="142317" y="403"/>
                    <a:pt x="144981" y="403"/>
                  </a:cubicBezTo>
                  <a:close/>
                  <a:moveTo>
                    <a:pt x="144959" y="1"/>
                  </a:moveTo>
                  <a:cubicBezTo>
                    <a:pt x="142293" y="1"/>
                    <a:pt x="139623" y="96"/>
                    <a:pt x="136956" y="285"/>
                  </a:cubicBezTo>
                  <a:cubicBezTo>
                    <a:pt x="127785" y="938"/>
                    <a:pt x="119037" y="2693"/>
                    <a:pt x="110949" y="5501"/>
                  </a:cubicBezTo>
                  <a:cubicBezTo>
                    <a:pt x="107786" y="6599"/>
                    <a:pt x="104650" y="7991"/>
                    <a:pt x="101618" y="9337"/>
                  </a:cubicBezTo>
                  <a:cubicBezTo>
                    <a:pt x="100610" y="9784"/>
                    <a:pt x="99605" y="10230"/>
                    <a:pt x="98594" y="10669"/>
                  </a:cubicBezTo>
                  <a:cubicBezTo>
                    <a:pt x="93702" y="12788"/>
                    <a:pt x="89236" y="14538"/>
                    <a:pt x="84935" y="16020"/>
                  </a:cubicBezTo>
                  <a:cubicBezTo>
                    <a:pt x="73384" y="19997"/>
                    <a:pt x="62731" y="21983"/>
                    <a:pt x="52798" y="21983"/>
                  </a:cubicBezTo>
                  <a:cubicBezTo>
                    <a:pt x="44880" y="21983"/>
                    <a:pt x="37420" y="20721"/>
                    <a:pt x="30329" y="18200"/>
                  </a:cubicBezTo>
                  <a:cubicBezTo>
                    <a:pt x="26334" y="16780"/>
                    <a:pt x="22012" y="14948"/>
                    <a:pt x="17118" y="12599"/>
                  </a:cubicBezTo>
                  <a:cubicBezTo>
                    <a:pt x="16225" y="12172"/>
                    <a:pt x="15335" y="11736"/>
                    <a:pt x="14448" y="11300"/>
                  </a:cubicBezTo>
                  <a:cubicBezTo>
                    <a:pt x="11097" y="9658"/>
                    <a:pt x="7631" y="7961"/>
                    <a:pt x="4086" y="6726"/>
                  </a:cubicBezTo>
                  <a:cubicBezTo>
                    <a:pt x="2874" y="6305"/>
                    <a:pt x="1587" y="5911"/>
                    <a:pt x="257" y="5556"/>
                  </a:cubicBezTo>
                  <a:lnTo>
                    <a:pt x="2" y="5489"/>
                  </a:lnTo>
                  <a:lnTo>
                    <a:pt x="2" y="23947"/>
                  </a:lnTo>
                  <a:lnTo>
                    <a:pt x="118" y="24001"/>
                  </a:lnTo>
                  <a:cubicBezTo>
                    <a:pt x="13383" y="30245"/>
                    <a:pt x="26736" y="33418"/>
                    <a:pt x="39802" y="33430"/>
                  </a:cubicBezTo>
                  <a:cubicBezTo>
                    <a:pt x="39862" y="33430"/>
                    <a:pt x="39922" y="33430"/>
                    <a:pt x="39983" y="33430"/>
                  </a:cubicBezTo>
                  <a:cubicBezTo>
                    <a:pt x="44319" y="33430"/>
                    <a:pt x="48571" y="33023"/>
                    <a:pt x="52607" y="32244"/>
                  </a:cubicBezTo>
                  <a:cubicBezTo>
                    <a:pt x="53961" y="31982"/>
                    <a:pt x="55324" y="31615"/>
                    <a:pt x="56640" y="31261"/>
                  </a:cubicBezTo>
                  <a:cubicBezTo>
                    <a:pt x="57454" y="31041"/>
                    <a:pt x="58297" y="30815"/>
                    <a:pt x="59127" y="30616"/>
                  </a:cubicBezTo>
                  <a:cubicBezTo>
                    <a:pt x="61559" y="30033"/>
                    <a:pt x="64382" y="29412"/>
                    <a:pt x="67164" y="29409"/>
                  </a:cubicBezTo>
                  <a:cubicBezTo>
                    <a:pt x="67187" y="29409"/>
                    <a:pt x="67210" y="29409"/>
                    <a:pt x="67233" y="29409"/>
                  </a:cubicBezTo>
                  <a:cubicBezTo>
                    <a:pt x="69147" y="29409"/>
                    <a:pt x="71252" y="29651"/>
                    <a:pt x="72340" y="31318"/>
                  </a:cubicBezTo>
                  <a:cubicBezTo>
                    <a:pt x="73241" y="32701"/>
                    <a:pt x="73043" y="34924"/>
                    <a:pt x="72447" y="36513"/>
                  </a:cubicBezTo>
                  <a:cubicBezTo>
                    <a:pt x="71871" y="38046"/>
                    <a:pt x="70768" y="39317"/>
                    <a:pt x="69163" y="40292"/>
                  </a:cubicBezTo>
                  <a:cubicBezTo>
                    <a:pt x="65293" y="42649"/>
                    <a:pt x="60492" y="42849"/>
                    <a:pt x="56298" y="42850"/>
                  </a:cubicBezTo>
                  <a:lnTo>
                    <a:pt x="56268" y="42850"/>
                  </a:lnTo>
                  <a:cubicBezTo>
                    <a:pt x="46241" y="42850"/>
                    <a:pt x="36475" y="40614"/>
                    <a:pt x="29086" y="38666"/>
                  </a:cubicBezTo>
                  <a:cubicBezTo>
                    <a:pt x="25956" y="37839"/>
                    <a:pt x="22778" y="36952"/>
                    <a:pt x="19706" y="36095"/>
                  </a:cubicBezTo>
                  <a:cubicBezTo>
                    <a:pt x="13350" y="34319"/>
                    <a:pt x="6776" y="32482"/>
                    <a:pt x="244" y="31089"/>
                  </a:cubicBezTo>
                  <a:lnTo>
                    <a:pt x="1" y="31038"/>
                  </a:lnTo>
                  <a:lnTo>
                    <a:pt x="1" y="40777"/>
                  </a:lnTo>
                  <a:lnTo>
                    <a:pt x="105" y="40834"/>
                  </a:lnTo>
                  <a:cubicBezTo>
                    <a:pt x="528" y="41068"/>
                    <a:pt x="960" y="41284"/>
                    <a:pt x="1387" y="41477"/>
                  </a:cubicBezTo>
                  <a:cubicBezTo>
                    <a:pt x="4210" y="42747"/>
                    <a:pt x="6945" y="42957"/>
                    <a:pt x="9247" y="42996"/>
                  </a:cubicBezTo>
                  <a:lnTo>
                    <a:pt x="9694" y="43003"/>
                  </a:lnTo>
                  <a:cubicBezTo>
                    <a:pt x="11777" y="43036"/>
                    <a:pt x="13933" y="43072"/>
                    <a:pt x="16035" y="43364"/>
                  </a:cubicBezTo>
                  <a:cubicBezTo>
                    <a:pt x="17956" y="43633"/>
                    <a:pt x="19953" y="44050"/>
                    <a:pt x="21555" y="45283"/>
                  </a:cubicBezTo>
                  <a:cubicBezTo>
                    <a:pt x="22721" y="46179"/>
                    <a:pt x="23812" y="47901"/>
                    <a:pt x="23624" y="49723"/>
                  </a:cubicBezTo>
                  <a:cubicBezTo>
                    <a:pt x="23492" y="50977"/>
                    <a:pt x="22661" y="51876"/>
                    <a:pt x="21149" y="52395"/>
                  </a:cubicBezTo>
                  <a:cubicBezTo>
                    <a:pt x="19929" y="52815"/>
                    <a:pt x="18642" y="52977"/>
                    <a:pt x="17343" y="52977"/>
                  </a:cubicBezTo>
                  <a:cubicBezTo>
                    <a:pt x="14829" y="52977"/>
                    <a:pt x="12272" y="52369"/>
                    <a:pt x="10068" y="51847"/>
                  </a:cubicBezTo>
                  <a:cubicBezTo>
                    <a:pt x="7275" y="51184"/>
                    <a:pt x="4475" y="50237"/>
                    <a:pt x="1767" y="49323"/>
                  </a:cubicBezTo>
                  <a:cubicBezTo>
                    <a:pt x="1267" y="49155"/>
                    <a:pt x="767" y="48985"/>
                    <a:pt x="265" y="48818"/>
                  </a:cubicBezTo>
                  <a:lnTo>
                    <a:pt x="1" y="48728"/>
                  </a:lnTo>
                  <a:lnTo>
                    <a:pt x="1" y="54985"/>
                  </a:lnTo>
                  <a:lnTo>
                    <a:pt x="187" y="54999"/>
                  </a:lnTo>
                  <a:cubicBezTo>
                    <a:pt x="4720" y="55364"/>
                    <a:pt x="9668" y="55608"/>
                    <a:pt x="15316" y="55745"/>
                  </a:cubicBezTo>
                  <a:cubicBezTo>
                    <a:pt x="17327" y="55794"/>
                    <a:pt x="19280" y="55818"/>
                    <a:pt x="21180" y="55818"/>
                  </a:cubicBezTo>
                  <a:cubicBezTo>
                    <a:pt x="31405" y="55818"/>
                    <a:pt x="40078" y="55104"/>
                    <a:pt x="48122" y="53615"/>
                  </a:cubicBezTo>
                  <a:cubicBezTo>
                    <a:pt x="54125" y="52502"/>
                    <a:pt x="58913" y="51189"/>
                    <a:pt x="63191" y="49484"/>
                  </a:cubicBezTo>
                  <a:cubicBezTo>
                    <a:pt x="67326" y="47835"/>
                    <a:pt x="71599" y="45463"/>
                    <a:pt x="76643" y="42018"/>
                  </a:cubicBezTo>
                  <a:cubicBezTo>
                    <a:pt x="79721" y="39917"/>
                    <a:pt x="82780" y="37621"/>
                    <a:pt x="85739" y="35403"/>
                  </a:cubicBezTo>
                  <a:cubicBezTo>
                    <a:pt x="90819" y="31594"/>
                    <a:pt x="96072" y="27654"/>
                    <a:pt x="101563" y="24578"/>
                  </a:cubicBezTo>
                  <a:cubicBezTo>
                    <a:pt x="109139" y="20330"/>
                    <a:pt x="117758" y="18014"/>
                    <a:pt x="129508" y="17065"/>
                  </a:cubicBezTo>
                  <a:cubicBezTo>
                    <a:pt x="132858" y="16795"/>
                    <a:pt x="136254" y="16658"/>
                    <a:pt x="139725" y="16658"/>
                  </a:cubicBezTo>
                  <a:cubicBezTo>
                    <a:pt x="155229" y="16658"/>
                    <a:pt x="172239" y="19393"/>
                    <a:pt x="193363" y="25194"/>
                  </a:cubicBezTo>
                  <a:cubicBezTo>
                    <a:pt x="194320" y="25456"/>
                    <a:pt x="195279" y="25717"/>
                    <a:pt x="196240" y="25980"/>
                  </a:cubicBezTo>
                  <a:cubicBezTo>
                    <a:pt x="205628" y="28540"/>
                    <a:pt x="215334" y="31188"/>
                    <a:pt x="224421" y="35420"/>
                  </a:cubicBezTo>
                  <a:cubicBezTo>
                    <a:pt x="227275" y="36749"/>
                    <a:pt x="230329" y="38452"/>
                    <a:pt x="234037" y="40778"/>
                  </a:cubicBezTo>
                  <a:lnTo>
                    <a:pt x="234347" y="40971"/>
                  </a:lnTo>
                  <a:lnTo>
                    <a:pt x="234347" y="31794"/>
                  </a:lnTo>
                  <a:lnTo>
                    <a:pt x="234257" y="31734"/>
                  </a:lnTo>
                  <a:cubicBezTo>
                    <a:pt x="229156" y="28302"/>
                    <a:pt x="223710" y="25471"/>
                    <a:pt x="218442" y="22732"/>
                  </a:cubicBezTo>
                  <a:lnTo>
                    <a:pt x="216510" y="21728"/>
                  </a:lnTo>
                  <a:cubicBezTo>
                    <a:pt x="207587" y="17070"/>
                    <a:pt x="198587" y="12930"/>
                    <a:pt x="189764" y="9423"/>
                  </a:cubicBezTo>
                  <a:cubicBezTo>
                    <a:pt x="179135" y="5199"/>
                    <a:pt x="170836" y="2739"/>
                    <a:pt x="162852" y="1440"/>
                  </a:cubicBezTo>
                  <a:cubicBezTo>
                    <a:pt x="156959" y="482"/>
                    <a:pt x="150969" y="1"/>
                    <a:pt x="1449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0"/>
            <p:cNvSpPr/>
            <p:nvPr/>
          </p:nvSpPr>
          <p:spPr>
            <a:xfrm flipH="1" rot="10800000">
              <a:off x="4303273" y="-1063346"/>
              <a:ext cx="4977457" cy="2219891"/>
            </a:xfrm>
            <a:custGeom>
              <a:rect b="b" l="l" r="r" t="t"/>
              <a:pathLst>
                <a:path extrusionOk="0" h="55473" w="124382">
                  <a:moveTo>
                    <a:pt x="25918" y="402"/>
                  </a:moveTo>
                  <a:cubicBezTo>
                    <a:pt x="36041" y="402"/>
                    <a:pt x="47026" y="1991"/>
                    <a:pt x="60462" y="5393"/>
                  </a:cubicBezTo>
                  <a:cubicBezTo>
                    <a:pt x="70856" y="8024"/>
                    <a:pt x="81175" y="11807"/>
                    <a:pt x="91155" y="15464"/>
                  </a:cubicBezTo>
                  <a:cubicBezTo>
                    <a:pt x="92391" y="15917"/>
                    <a:pt x="93627" y="16369"/>
                    <a:pt x="94863" y="16822"/>
                  </a:cubicBezTo>
                  <a:lnTo>
                    <a:pt x="95647" y="17108"/>
                  </a:lnTo>
                  <a:cubicBezTo>
                    <a:pt x="105319" y="20631"/>
                    <a:pt x="115319" y="24277"/>
                    <a:pt x="123981" y="30890"/>
                  </a:cubicBezTo>
                  <a:lnTo>
                    <a:pt x="123981" y="53695"/>
                  </a:lnTo>
                  <a:cubicBezTo>
                    <a:pt x="123931" y="53594"/>
                    <a:pt x="123881" y="53490"/>
                    <a:pt x="123831" y="53388"/>
                  </a:cubicBezTo>
                  <a:cubicBezTo>
                    <a:pt x="121216" y="48116"/>
                    <a:pt x="118223" y="43645"/>
                    <a:pt x="114937" y="40100"/>
                  </a:cubicBezTo>
                  <a:cubicBezTo>
                    <a:pt x="110571" y="35392"/>
                    <a:pt x="105339" y="32142"/>
                    <a:pt x="101268" y="29834"/>
                  </a:cubicBezTo>
                  <a:cubicBezTo>
                    <a:pt x="91058" y="24049"/>
                    <a:pt x="80265" y="20787"/>
                    <a:pt x="69187" y="20137"/>
                  </a:cubicBezTo>
                  <a:cubicBezTo>
                    <a:pt x="67907" y="20061"/>
                    <a:pt x="66618" y="20024"/>
                    <a:pt x="65319" y="20024"/>
                  </a:cubicBezTo>
                  <a:cubicBezTo>
                    <a:pt x="61141" y="20024"/>
                    <a:pt x="56870" y="20411"/>
                    <a:pt x="52577" y="21181"/>
                  </a:cubicBezTo>
                  <a:cubicBezTo>
                    <a:pt x="48332" y="21940"/>
                    <a:pt x="44099" y="23239"/>
                    <a:pt x="40004" y="24495"/>
                  </a:cubicBezTo>
                  <a:cubicBezTo>
                    <a:pt x="38744" y="24880"/>
                    <a:pt x="37484" y="25268"/>
                    <a:pt x="36221" y="25639"/>
                  </a:cubicBezTo>
                  <a:cubicBezTo>
                    <a:pt x="30814" y="27232"/>
                    <a:pt x="25249" y="28662"/>
                    <a:pt x="19858" y="28662"/>
                  </a:cubicBezTo>
                  <a:cubicBezTo>
                    <a:pt x="15618" y="28662"/>
                    <a:pt x="11486" y="27778"/>
                    <a:pt x="7624" y="25392"/>
                  </a:cubicBezTo>
                  <a:cubicBezTo>
                    <a:pt x="1653" y="21703"/>
                    <a:pt x="639" y="17073"/>
                    <a:pt x="567" y="14640"/>
                  </a:cubicBezTo>
                  <a:cubicBezTo>
                    <a:pt x="413" y="9480"/>
                    <a:pt x="3668" y="6464"/>
                    <a:pt x="5623" y="5124"/>
                  </a:cubicBezTo>
                  <a:cubicBezTo>
                    <a:pt x="9015" y="2801"/>
                    <a:pt x="12910" y="1856"/>
                    <a:pt x="15924" y="1292"/>
                  </a:cubicBezTo>
                  <a:cubicBezTo>
                    <a:pt x="19039" y="709"/>
                    <a:pt x="22328" y="409"/>
                    <a:pt x="25700" y="402"/>
                  </a:cubicBezTo>
                  <a:close/>
                  <a:moveTo>
                    <a:pt x="25696" y="0"/>
                  </a:moveTo>
                  <a:cubicBezTo>
                    <a:pt x="22298" y="9"/>
                    <a:pt x="18984" y="309"/>
                    <a:pt x="15846" y="896"/>
                  </a:cubicBezTo>
                  <a:cubicBezTo>
                    <a:pt x="12791" y="1468"/>
                    <a:pt x="8843" y="2428"/>
                    <a:pt x="5390" y="4792"/>
                  </a:cubicBezTo>
                  <a:cubicBezTo>
                    <a:pt x="3368" y="6176"/>
                    <a:pt x="0" y="9300"/>
                    <a:pt x="160" y="14653"/>
                  </a:cubicBezTo>
                  <a:cubicBezTo>
                    <a:pt x="236" y="17166"/>
                    <a:pt x="1277" y="21947"/>
                    <a:pt x="7409" y="25735"/>
                  </a:cubicBezTo>
                  <a:cubicBezTo>
                    <a:pt x="11344" y="28167"/>
                    <a:pt x="15543" y="29067"/>
                    <a:pt x="19845" y="29067"/>
                  </a:cubicBezTo>
                  <a:cubicBezTo>
                    <a:pt x="25284" y="29067"/>
                    <a:pt x="30887" y="27628"/>
                    <a:pt x="36329" y="26025"/>
                  </a:cubicBezTo>
                  <a:cubicBezTo>
                    <a:pt x="37594" y="25653"/>
                    <a:pt x="38857" y="25265"/>
                    <a:pt x="40120" y="24877"/>
                  </a:cubicBezTo>
                  <a:cubicBezTo>
                    <a:pt x="44202" y="23626"/>
                    <a:pt x="48423" y="22331"/>
                    <a:pt x="52645" y="21575"/>
                  </a:cubicBezTo>
                  <a:cubicBezTo>
                    <a:pt x="56919" y="20811"/>
                    <a:pt x="61167" y="20426"/>
                    <a:pt x="65320" y="20426"/>
                  </a:cubicBezTo>
                  <a:cubicBezTo>
                    <a:pt x="66611" y="20426"/>
                    <a:pt x="67892" y="20464"/>
                    <a:pt x="69163" y="20538"/>
                  </a:cubicBezTo>
                  <a:cubicBezTo>
                    <a:pt x="80177" y="21183"/>
                    <a:pt x="90911" y="24429"/>
                    <a:pt x="101068" y="30184"/>
                  </a:cubicBezTo>
                  <a:cubicBezTo>
                    <a:pt x="105113" y="32476"/>
                    <a:pt x="110313" y="35707"/>
                    <a:pt x="114641" y="40373"/>
                  </a:cubicBezTo>
                  <a:cubicBezTo>
                    <a:pt x="117901" y="43892"/>
                    <a:pt x="120872" y="48330"/>
                    <a:pt x="123468" y="53567"/>
                  </a:cubicBezTo>
                  <a:cubicBezTo>
                    <a:pt x="123595" y="53824"/>
                    <a:pt x="123718" y="54084"/>
                    <a:pt x="123842" y="54344"/>
                  </a:cubicBezTo>
                  <a:lnTo>
                    <a:pt x="124380" y="55470"/>
                  </a:lnTo>
                  <a:lnTo>
                    <a:pt x="124380" y="30691"/>
                  </a:lnTo>
                  <a:lnTo>
                    <a:pt x="124301" y="30630"/>
                  </a:lnTo>
                  <a:cubicBezTo>
                    <a:pt x="115571" y="23942"/>
                    <a:pt x="105512" y="20275"/>
                    <a:pt x="95782" y="16727"/>
                  </a:cubicBezTo>
                  <a:lnTo>
                    <a:pt x="94996" y="16442"/>
                  </a:lnTo>
                  <a:cubicBezTo>
                    <a:pt x="93760" y="15992"/>
                    <a:pt x="92525" y="15539"/>
                    <a:pt x="91289" y="15087"/>
                  </a:cubicBezTo>
                  <a:cubicBezTo>
                    <a:pt x="81300" y="11425"/>
                    <a:pt x="70971" y="7640"/>
                    <a:pt x="60557" y="5003"/>
                  </a:cubicBezTo>
                  <a:cubicBezTo>
                    <a:pt x="47087" y="1592"/>
                    <a:pt x="36071" y="0"/>
                    <a:pt x="25913" y="0"/>
                  </a:cubicBezTo>
                  <a:close/>
                  <a:moveTo>
                    <a:pt x="124380" y="55470"/>
                  </a:moveTo>
                  <a:lnTo>
                    <a:pt x="124380" y="55473"/>
                  </a:lnTo>
                  <a:lnTo>
                    <a:pt x="124381" y="55473"/>
                  </a:lnTo>
                  <a:lnTo>
                    <a:pt x="124380" y="5547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0"/>
            <p:cNvSpPr/>
            <p:nvPr/>
          </p:nvSpPr>
          <p:spPr>
            <a:xfrm flipH="1" rot="10800000">
              <a:off x="-97184" y="-1613997"/>
              <a:ext cx="4473596" cy="1988630"/>
            </a:xfrm>
            <a:custGeom>
              <a:rect b="b" l="l" r="r" t="t"/>
              <a:pathLst>
                <a:path extrusionOk="0" h="49694" w="111791">
                  <a:moveTo>
                    <a:pt x="97341" y="420"/>
                  </a:moveTo>
                  <a:cubicBezTo>
                    <a:pt x="98733" y="420"/>
                    <a:pt x="99979" y="773"/>
                    <a:pt x="101045" y="1273"/>
                  </a:cubicBezTo>
                  <a:cubicBezTo>
                    <a:pt x="104764" y="3021"/>
                    <a:pt x="109232" y="7243"/>
                    <a:pt x="110572" y="11931"/>
                  </a:cubicBezTo>
                  <a:cubicBezTo>
                    <a:pt x="111369" y="14719"/>
                    <a:pt x="110985" y="17351"/>
                    <a:pt x="109429" y="19750"/>
                  </a:cubicBezTo>
                  <a:cubicBezTo>
                    <a:pt x="107469" y="22776"/>
                    <a:pt x="104270" y="24339"/>
                    <a:pt x="101702" y="25361"/>
                  </a:cubicBezTo>
                  <a:cubicBezTo>
                    <a:pt x="98754" y="26534"/>
                    <a:pt x="95452" y="27464"/>
                    <a:pt x="91607" y="28204"/>
                  </a:cubicBezTo>
                  <a:cubicBezTo>
                    <a:pt x="89921" y="28528"/>
                    <a:pt x="88200" y="28811"/>
                    <a:pt x="86532" y="29084"/>
                  </a:cubicBezTo>
                  <a:cubicBezTo>
                    <a:pt x="79681" y="30207"/>
                    <a:pt x="72597" y="31372"/>
                    <a:pt x="66253" y="35734"/>
                  </a:cubicBezTo>
                  <a:cubicBezTo>
                    <a:pt x="61721" y="38849"/>
                    <a:pt x="57707" y="43535"/>
                    <a:pt x="54638" y="49289"/>
                  </a:cubicBezTo>
                  <a:lnTo>
                    <a:pt x="3363" y="49289"/>
                  </a:lnTo>
                  <a:cubicBezTo>
                    <a:pt x="1730" y="49289"/>
                    <a:pt x="402" y="47585"/>
                    <a:pt x="402" y="45488"/>
                  </a:cubicBezTo>
                  <a:lnTo>
                    <a:pt x="402" y="27817"/>
                  </a:lnTo>
                  <a:cubicBezTo>
                    <a:pt x="6956" y="29756"/>
                    <a:pt x="13549" y="31125"/>
                    <a:pt x="20006" y="31888"/>
                  </a:cubicBezTo>
                  <a:cubicBezTo>
                    <a:pt x="24832" y="32458"/>
                    <a:pt x="29867" y="32744"/>
                    <a:pt x="35067" y="32744"/>
                  </a:cubicBezTo>
                  <a:cubicBezTo>
                    <a:pt x="39433" y="32744"/>
                    <a:pt x="43915" y="32543"/>
                    <a:pt x="48490" y="32140"/>
                  </a:cubicBezTo>
                  <a:cubicBezTo>
                    <a:pt x="52725" y="31766"/>
                    <a:pt x="57090" y="31156"/>
                    <a:pt x="61838" y="30276"/>
                  </a:cubicBezTo>
                  <a:cubicBezTo>
                    <a:pt x="65200" y="29650"/>
                    <a:pt x="69115" y="28700"/>
                    <a:pt x="72658" y="26377"/>
                  </a:cubicBezTo>
                  <a:cubicBezTo>
                    <a:pt x="76773" y="23677"/>
                    <a:pt x="79509" y="18971"/>
                    <a:pt x="82157" y="14419"/>
                  </a:cubicBezTo>
                  <a:cubicBezTo>
                    <a:pt x="83207" y="12610"/>
                    <a:pt x="84295" y="10742"/>
                    <a:pt x="85446" y="9038"/>
                  </a:cubicBezTo>
                  <a:cubicBezTo>
                    <a:pt x="89943" y="2389"/>
                    <a:pt x="94052" y="420"/>
                    <a:pt x="97341" y="420"/>
                  </a:cubicBezTo>
                  <a:close/>
                  <a:moveTo>
                    <a:pt x="97320" y="1"/>
                  </a:moveTo>
                  <a:cubicBezTo>
                    <a:pt x="92272" y="1"/>
                    <a:pt x="88015" y="4523"/>
                    <a:pt x="85113" y="8813"/>
                  </a:cubicBezTo>
                  <a:cubicBezTo>
                    <a:pt x="83953" y="10529"/>
                    <a:pt x="82863" y="12404"/>
                    <a:pt x="81808" y="14217"/>
                  </a:cubicBezTo>
                  <a:cubicBezTo>
                    <a:pt x="79187" y="18729"/>
                    <a:pt x="76473" y="23393"/>
                    <a:pt x="72437" y="26041"/>
                  </a:cubicBezTo>
                  <a:cubicBezTo>
                    <a:pt x="68955" y="28325"/>
                    <a:pt x="65088" y="29264"/>
                    <a:pt x="61763" y="29881"/>
                  </a:cubicBezTo>
                  <a:cubicBezTo>
                    <a:pt x="57027" y="30760"/>
                    <a:pt x="52675" y="31369"/>
                    <a:pt x="48454" y="31740"/>
                  </a:cubicBezTo>
                  <a:cubicBezTo>
                    <a:pt x="43892" y="32141"/>
                    <a:pt x="39422" y="32342"/>
                    <a:pt x="35069" y="32342"/>
                  </a:cubicBezTo>
                  <a:cubicBezTo>
                    <a:pt x="29883" y="32342"/>
                    <a:pt x="24864" y="32057"/>
                    <a:pt x="20053" y="31489"/>
                  </a:cubicBezTo>
                  <a:cubicBezTo>
                    <a:pt x="13535" y="30716"/>
                    <a:pt x="6875" y="29326"/>
                    <a:pt x="259" y="27354"/>
                  </a:cubicBezTo>
                  <a:lnTo>
                    <a:pt x="1" y="27277"/>
                  </a:lnTo>
                  <a:lnTo>
                    <a:pt x="1" y="45491"/>
                  </a:lnTo>
                  <a:cubicBezTo>
                    <a:pt x="1" y="47809"/>
                    <a:pt x="1508" y="49694"/>
                    <a:pt x="3363" y="49694"/>
                  </a:cubicBezTo>
                  <a:lnTo>
                    <a:pt x="54879" y="49694"/>
                  </a:lnTo>
                  <a:lnTo>
                    <a:pt x="54936" y="49585"/>
                  </a:lnTo>
                  <a:cubicBezTo>
                    <a:pt x="57983" y="43837"/>
                    <a:pt x="61975" y="39163"/>
                    <a:pt x="66481" y="36064"/>
                  </a:cubicBezTo>
                  <a:cubicBezTo>
                    <a:pt x="72751" y="31752"/>
                    <a:pt x="79791" y="30597"/>
                    <a:pt x="86599" y="29479"/>
                  </a:cubicBezTo>
                  <a:cubicBezTo>
                    <a:pt x="88267" y="29206"/>
                    <a:pt x="89993" y="28921"/>
                    <a:pt x="91683" y="28597"/>
                  </a:cubicBezTo>
                  <a:cubicBezTo>
                    <a:pt x="95554" y="27852"/>
                    <a:pt x="98882" y="26914"/>
                    <a:pt x="101852" y="25732"/>
                  </a:cubicBezTo>
                  <a:cubicBezTo>
                    <a:pt x="104477" y="24689"/>
                    <a:pt x="107747" y="23089"/>
                    <a:pt x="109769" y="19968"/>
                  </a:cubicBezTo>
                  <a:cubicBezTo>
                    <a:pt x="111389" y="17466"/>
                    <a:pt x="111791" y="14724"/>
                    <a:pt x="110961" y="11820"/>
                  </a:cubicBezTo>
                  <a:cubicBezTo>
                    <a:pt x="109585" y="7016"/>
                    <a:pt x="105018" y="2695"/>
                    <a:pt x="101216" y="909"/>
                  </a:cubicBezTo>
                  <a:cubicBezTo>
                    <a:pt x="99874" y="279"/>
                    <a:pt x="98573" y="1"/>
                    <a:pt x="97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20"/>
            <p:cNvSpPr/>
            <p:nvPr/>
          </p:nvSpPr>
          <p:spPr>
            <a:xfrm flipH="1" rot="10800000">
              <a:off x="2768223" y="-1614014"/>
              <a:ext cx="4335456" cy="728679"/>
            </a:xfrm>
            <a:custGeom>
              <a:rect b="b" l="l" r="r" t="t"/>
              <a:pathLst>
                <a:path extrusionOk="0" h="18209" w="108339">
                  <a:moveTo>
                    <a:pt x="27698" y="402"/>
                  </a:moveTo>
                  <a:cubicBezTo>
                    <a:pt x="32888" y="402"/>
                    <a:pt x="38022" y="2124"/>
                    <a:pt x="42576" y="3656"/>
                  </a:cubicBezTo>
                  <a:cubicBezTo>
                    <a:pt x="47416" y="5283"/>
                    <a:pt x="52582" y="6948"/>
                    <a:pt x="57857" y="7844"/>
                  </a:cubicBezTo>
                  <a:cubicBezTo>
                    <a:pt x="62292" y="8597"/>
                    <a:pt x="66755" y="8977"/>
                    <a:pt x="71177" y="8977"/>
                  </a:cubicBezTo>
                  <a:cubicBezTo>
                    <a:pt x="72693" y="8977"/>
                    <a:pt x="74204" y="8932"/>
                    <a:pt x="75707" y="8843"/>
                  </a:cubicBezTo>
                  <a:cubicBezTo>
                    <a:pt x="78578" y="8671"/>
                    <a:pt x="81363" y="8335"/>
                    <a:pt x="83983" y="7841"/>
                  </a:cubicBezTo>
                  <a:cubicBezTo>
                    <a:pt x="84740" y="7698"/>
                    <a:pt x="85506" y="7531"/>
                    <a:pt x="86246" y="7371"/>
                  </a:cubicBezTo>
                  <a:cubicBezTo>
                    <a:pt x="87567" y="7085"/>
                    <a:pt x="88932" y="6788"/>
                    <a:pt x="90288" y="6616"/>
                  </a:cubicBezTo>
                  <a:cubicBezTo>
                    <a:pt x="91569" y="6455"/>
                    <a:pt x="92767" y="6374"/>
                    <a:pt x="93889" y="6374"/>
                  </a:cubicBezTo>
                  <a:cubicBezTo>
                    <a:pt x="97369" y="6374"/>
                    <a:pt x="100126" y="7157"/>
                    <a:pt x="102405" y="8765"/>
                  </a:cubicBezTo>
                  <a:cubicBezTo>
                    <a:pt x="104715" y="10399"/>
                    <a:pt x="107752" y="14521"/>
                    <a:pt x="107336" y="17804"/>
                  </a:cubicBezTo>
                  <a:lnTo>
                    <a:pt x="2840" y="17804"/>
                  </a:lnTo>
                  <a:cubicBezTo>
                    <a:pt x="2038" y="16930"/>
                    <a:pt x="1495" y="16015"/>
                    <a:pt x="1180" y="15011"/>
                  </a:cubicBezTo>
                  <a:cubicBezTo>
                    <a:pt x="328" y="12292"/>
                    <a:pt x="1140" y="8835"/>
                    <a:pt x="2950" y="7464"/>
                  </a:cubicBezTo>
                  <a:cubicBezTo>
                    <a:pt x="4188" y="6527"/>
                    <a:pt x="5746" y="6255"/>
                    <a:pt x="7263" y="6255"/>
                  </a:cubicBezTo>
                  <a:cubicBezTo>
                    <a:pt x="8508" y="6255"/>
                    <a:pt x="9724" y="6438"/>
                    <a:pt x="10713" y="6586"/>
                  </a:cubicBezTo>
                  <a:cubicBezTo>
                    <a:pt x="13555" y="7015"/>
                    <a:pt x="16398" y="7815"/>
                    <a:pt x="19148" y="8591"/>
                  </a:cubicBezTo>
                  <a:cubicBezTo>
                    <a:pt x="20420" y="8950"/>
                    <a:pt x="21733" y="9320"/>
                    <a:pt x="23031" y="9648"/>
                  </a:cubicBezTo>
                  <a:cubicBezTo>
                    <a:pt x="23892" y="9867"/>
                    <a:pt x="24772" y="10044"/>
                    <a:pt x="25624" y="10217"/>
                  </a:cubicBezTo>
                  <a:cubicBezTo>
                    <a:pt x="26578" y="10410"/>
                    <a:pt x="27561" y="10610"/>
                    <a:pt x="28520" y="10866"/>
                  </a:cubicBezTo>
                  <a:cubicBezTo>
                    <a:pt x="29266" y="11066"/>
                    <a:pt x="30023" y="11287"/>
                    <a:pt x="30753" y="11502"/>
                  </a:cubicBezTo>
                  <a:cubicBezTo>
                    <a:pt x="31592" y="11746"/>
                    <a:pt x="32458" y="12000"/>
                    <a:pt x="33317" y="12223"/>
                  </a:cubicBezTo>
                  <a:lnTo>
                    <a:pt x="33467" y="12263"/>
                  </a:lnTo>
                  <a:cubicBezTo>
                    <a:pt x="34991" y="12659"/>
                    <a:pt x="36728" y="13111"/>
                    <a:pt x="38421" y="13111"/>
                  </a:cubicBezTo>
                  <a:cubicBezTo>
                    <a:pt x="39680" y="13111"/>
                    <a:pt x="40914" y="12861"/>
                    <a:pt x="42017" y="12152"/>
                  </a:cubicBezTo>
                  <a:cubicBezTo>
                    <a:pt x="42247" y="12003"/>
                    <a:pt x="42254" y="11687"/>
                    <a:pt x="42130" y="11480"/>
                  </a:cubicBezTo>
                  <a:cubicBezTo>
                    <a:pt x="39927" y="7838"/>
                    <a:pt x="35420" y="7355"/>
                    <a:pt x="32131" y="7002"/>
                  </a:cubicBezTo>
                  <a:cubicBezTo>
                    <a:pt x="30552" y="6834"/>
                    <a:pt x="28936" y="6794"/>
                    <a:pt x="27373" y="6755"/>
                  </a:cubicBezTo>
                  <a:cubicBezTo>
                    <a:pt x="24971" y="6694"/>
                    <a:pt x="22485" y="6634"/>
                    <a:pt x="20094" y="6098"/>
                  </a:cubicBezTo>
                  <a:lnTo>
                    <a:pt x="19861" y="6045"/>
                  </a:lnTo>
                  <a:cubicBezTo>
                    <a:pt x="19174" y="5899"/>
                    <a:pt x="18323" y="5715"/>
                    <a:pt x="17845" y="5185"/>
                  </a:cubicBezTo>
                  <a:cubicBezTo>
                    <a:pt x="17683" y="5000"/>
                    <a:pt x="17613" y="4809"/>
                    <a:pt x="17637" y="4599"/>
                  </a:cubicBezTo>
                  <a:cubicBezTo>
                    <a:pt x="17720" y="3886"/>
                    <a:pt x="18816" y="3119"/>
                    <a:pt x="19284" y="2791"/>
                  </a:cubicBezTo>
                  <a:lnTo>
                    <a:pt x="19370" y="2730"/>
                  </a:lnTo>
                  <a:cubicBezTo>
                    <a:pt x="21382" y="1313"/>
                    <a:pt x="23882" y="535"/>
                    <a:pt x="26803" y="420"/>
                  </a:cubicBezTo>
                  <a:cubicBezTo>
                    <a:pt x="27101" y="408"/>
                    <a:pt x="27399" y="402"/>
                    <a:pt x="27698" y="402"/>
                  </a:cubicBezTo>
                  <a:close/>
                  <a:moveTo>
                    <a:pt x="27716" y="0"/>
                  </a:moveTo>
                  <a:cubicBezTo>
                    <a:pt x="27408" y="0"/>
                    <a:pt x="27101" y="6"/>
                    <a:pt x="26793" y="18"/>
                  </a:cubicBezTo>
                  <a:cubicBezTo>
                    <a:pt x="23792" y="137"/>
                    <a:pt x="21220" y="940"/>
                    <a:pt x="19143" y="2401"/>
                  </a:cubicBezTo>
                  <a:lnTo>
                    <a:pt x="19057" y="2461"/>
                  </a:lnTo>
                  <a:cubicBezTo>
                    <a:pt x="18500" y="2850"/>
                    <a:pt x="17342" y="3659"/>
                    <a:pt x="17241" y="4552"/>
                  </a:cubicBezTo>
                  <a:cubicBezTo>
                    <a:pt x="17204" y="4879"/>
                    <a:pt x="17307" y="5183"/>
                    <a:pt x="17550" y="5452"/>
                  </a:cubicBezTo>
                  <a:cubicBezTo>
                    <a:pt x="18114" y="6081"/>
                    <a:pt x="19037" y="6279"/>
                    <a:pt x="19779" y="6438"/>
                  </a:cubicBezTo>
                  <a:lnTo>
                    <a:pt x="20009" y="6488"/>
                  </a:lnTo>
                  <a:cubicBezTo>
                    <a:pt x="22436" y="7034"/>
                    <a:pt x="24942" y="7095"/>
                    <a:pt x="27366" y="7155"/>
                  </a:cubicBezTo>
                  <a:cubicBezTo>
                    <a:pt x="28920" y="7194"/>
                    <a:pt x="30528" y="7234"/>
                    <a:pt x="32089" y="7401"/>
                  </a:cubicBezTo>
                  <a:cubicBezTo>
                    <a:pt x="35297" y="7744"/>
                    <a:pt x="39689" y="8215"/>
                    <a:pt x="41788" y="11686"/>
                  </a:cubicBezTo>
                  <a:cubicBezTo>
                    <a:pt x="41818" y="11736"/>
                    <a:pt x="41813" y="11800"/>
                    <a:pt x="41803" y="11810"/>
                  </a:cubicBezTo>
                  <a:cubicBezTo>
                    <a:pt x="40777" y="12469"/>
                    <a:pt x="39614" y="12703"/>
                    <a:pt x="38419" y="12703"/>
                  </a:cubicBezTo>
                  <a:cubicBezTo>
                    <a:pt x="36773" y="12703"/>
                    <a:pt x="35066" y="12260"/>
                    <a:pt x="33571" y="11872"/>
                  </a:cubicBezTo>
                  <a:lnTo>
                    <a:pt x="33421" y="11832"/>
                  </a:lnTo>
                  <a:cubicBezTo>
                    <a:pt x="32568" y="11613"/>
                    <a:pt x="31706" y="11359"/>
                    <a:pt x="30871" y="11114"/>
                  </a:cubicBezTo>
                  <a:cubicBezTo>
                    <a:pt x="30136" y="10900"/>
                    <a:pt x="29377" y="10677"/>
                    <a:pt x="28627" y="10477"/>
                  </a:cubicBezTo>
                  <a:cubicBezTo>
                    <a:pt x="27659" y="10217"/>
                    <a:pt x="26667" y="10017"/>
                    <a:pt x="25708" y="9823"/>
                  </a:cubicBezTo>
                  <a:cubicBezTo>
                    <a:pt x="24862" y="9650"/>
                    <a:pt x="23985" y="9473"/>
                    <a:pt x="23133" y="9257"/>
                  </a:cubicBezTo>
                  <a:cubicBezTo>
                    <a:pt x="21840" y="8930"/>
                    <a:pt x="20529" y="8560"/>
                    <a:pt x="19261" y="8202"/>
                  </a:cubicBezTo>
                  <a:cubicBezTo>
                    <a:pt x="16498" y="7424"/>
                    <a:pt x="13642" y="6619"/>
                    <a:pt x="10776" y="6188"/>
                  </a:cubicBezTo>
                  <a:cubicBezTo>
                    <a:pt x="9769" y="6036"/>
                    <a:pt x="8534" y="5850"/>
                    <a:pt x="7263" y="5850"/>
                  </a:cubicBezTo>
                  <a:cubicBezTo>
                    <a:pt x="5677" y="5850"/>
                    <a:pt x="4036" y="6139"/>
                    <a:pt x="2711" y="7142"/>
                  </a:cubicBezTo>
                  <a:cubicBezTo>
                    <a:pt x="579" y="8757"/>
                    <a:pt x="1" y="12576"/>
                    <a:pt x="798" y="15131"/>
                  </a:cubicBezTo>
                  <a:cubicBezTo>
                    <a:pt x="1138" y="16218"/>
                    <a:pt x="1730" y="17203"/>
                    <a:pt x="2606" y="18144"/>
                  </a:cubicBezTo>
                  <a:lnTo>
                    <a:pt x="2666" y="18209"/>
                  </a:lnTo>
                  <a:lnTo>
                    <a:pt x="107680" y="18209"/>
                  </a:lnTo>
                  <a:lnTo>
                    <a:pt x="107713" y="18040"/>
                  </a:lnTo>
                  <a:cubicBezTo>
                    <a:pt x="108339" y="14231"/>
                    <a:pt x="104720" y="9907"/>
                    <a:pt x="102642" y="8438"/>
                  </a:cubicBezTo>
                  <a:cubicBezTo>
                    <a:pt x="100295" y="6780"/>
                    <a:pt x="97465" y="5972"/>
                    <a:pt x="93901" y="5972"/>
                  </a:cubicBezTo>
                  <a:cubicBezTo>
                    <a:pt x="92759" y="5972"/>
                    <a:pt x="91543" y="6055"/>
                    <a:pt x="90243" y="6219"/>
                  </a:cubicBezTo>
                  <a:cubicBezTo>
                    <a:pt x="88870" y="6392"/>
                    <a:pt x="87495" y="6691"/>
                    <a:pt x="86166" y="6979"/>
                  </a:cubicBezTo>
                  <a:cubicBezTo>
                    <a:pt x="85428" y="7141"/>
                    <a:pt x="84666" y="7307"/>
                    <a:pt x="83913" y="7448"/>
                  </a:cubicBezTo>
                  <a:cubicBezTo>
                    <a:pt x="81310" y="7937"/>
                    <a:pt x="78543" y="8272"/>
                    <a:pt x="75687" y="8443"/>
                  </a:cubicBezTo>
                  <a:cubicBezTo>
                    <a:pt x="74193" y="8531"/>
                    <a:pt x="72692" y="8575"/>
                    <a:pt x="71186" y="8575"/>
                  </a:cubicBezTo>
                  <a:cubicBezTo>
                    <a:pt x="66784" y="8575"/>
                    <a:pt x="62342" y="8199"/>
                    <a:pt x="57928" y="7448"/>
                  </a:cubicBezTo>
                  <a:cubicBezTo>
                    <a:pt x="52682" y="6556"/>
                    <a:pt x="47532" y="4898"/>
                    <a:pt x="42708" y="3276"/>
                  </a:cubicBezTo>
                  <a:cubicBezTo>
                    <a:pt x="38128" y="1734"/>
                    <a:pt x="32975" y="0"/>
                    <a:pt x="277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0"/>
            <p:cNvSpPr/>
            <p:nvPr/>
          </p:nvSpPr>
          <p:spPr>
            <a:xfrm flipH="1" rot="10800000">
              <a:off x="4932235" y="-1614043"/>
              <a:ext cx="4348422" cy="1563444"/>
            </a:xfrm>
            <a:custGeom>
              <a:rect b="b" l="l" r="r" t="t"/>
              <a:pathLst>
                <a:path extrusionOk="0" h="39069" w="108663">
                  <a:moveTo>
                    <a:pt x="46151" y="403"/>
                  </a:moveTo>
                  <a:cubicBezTo>
                    <a:pt x="46500" y="403"/>
                    <a:pt x="46847" y="405"/>
                    <a:pt x="47194" y="409"/>
                  </a:cubicBezTo>
                  <a:cubicBezTo>
                    <a:pt x="60555" y="576"/>
                    <a:pt x="71907" y="4288"/>
                    <a:pt x="80932" y="11441"/>
                  </a:cubicBezTo>
                  <a:cubicBezTo>
                    <a:pt x="84958" y="14633"/>
                    <a:pt x="88903" y="18201"/>
                    <a:pt x="92718" y="21653"/>
                  </a:cubicBezTo>
                  <a:cubicBezTo>
                    <a:pt x="94523" y="23286"/>
                    <a:pt x="96389" y="24974"/>
                    <a:pt x="98238" y="26600"/>
                  </a:cubicBezTo>
                  <a:cubicBezTo>
                    <a:pt x="101177" y="29181"/>
                    <a:pt x="104663" y="32202"/>
                    <a:pt x="108257" y="35034"/>
                  </a:cubicBezTo>
                  <a:cubicBezTo>
                    <a:pt x="108185" y="37046"/>
                    <a:pt x="106877" y="38663"/>
                    <a:pt x="105303" y="38663"/>
                  </a:cubicBezTo>
                  <a:lnTo>
                    <a:pt x="95006" y="38663"/>
                  </a:lnTo>
                  <a:cubicBezTo>
                    <a:pt x="94337" y="37862"/>
                    <a:pt x="93741" y="37110"/>
                    <a:pt x="93190" y="36368"/>
                  </a:cubicBezTo>
                  <a:cubicBezTo>
                    <a:pt x="91738" y="34415"/>
                    <a:pt x="90482" y="32209"/>
                    <a:pt x="89268" y="30076"/>
                  </a:cubicBezTo>
                  <a:cubicBezTo>
                    <a:pt x="88255" y="28296"/>
                    <a:pt x="87207" y="26455"/>
                    <a:pt x="86046" y="24761"/>
                  </a:cubicBezTo>
                  <a:cubicBezTo>
                    <a:pt x="84901" y="23090"/>
                    <a:pt x="83654" y="21394"/>
                    <a:pt x="82109" y="20589"/>
                  </a:cubicBezTo>
                  <a:cubicBezTo>
                    <a:pt x="81766" y="20411"/>
                    <a:pt x="81285" y="20282"/>
                    <a:pt x="80790" y="20282"/>
                  </a:cubicBezTo>
                  <a:cubicBezTo>
                    <a:pt x="80446" y="20282"/>
                    <a:pt x="80095" y="20344"/>
                    <a:pt x="79779" y="20494"/>
                  </a:cubicBezTo>
                  <a:cubicBezTo>
                    <a:pt x="79253" y="20744"/>
                    <a:pt x="78909" y="21200"/>
                    <a:pt x="78784" y="21809"/>
                  </a:cubicBezTo>
                  <a:cubicBezTo>
                    <a:pt x="78479" y="23295"/>
                    <a:pt x="79725" y="24879"/>
                    <a:pt x="80550" y="25925"/>
                  </a:cubicBezTo>
                  <a:cubicBezTo>
                    <a:pt x="80666" y="26074"/>
                    <a:pt x="80775" y="26210"/>
                    <a:pt x="80868" y="26335"/>
                  </a:cubicBezTo>
                  <a:cubicBezTo>
                    <a:pt x="81946" y="27764"/>
                    <a:pt x="82835" y="29354"/>
                    <a:pt x="83661" y="31345"/>
                  </a:cubicBezTo>
                  <a:cubicBezTo>
                    <a:pt x="84287" y="32848"/>
                    <a:pt x="85364" y="35767"/>
                    <a:pt x="85660" y="38663"/>
                  </a:cubicBezTo>
                  <a:lnTo>
                    <a:pt x="76327" y="38663"/>
                  </a:lnTo>
                  <a:cubicBezTo>
                    <a:pt x="76685" y="34328"/>
                    <a:pt x="75134" y="29497"/>
                    <a:pt x="72336" y="26295"/>
                  </a:cubicBezTo>
                  <a:cubicBezTo>
                    <a:pt x="70016" y="23636"/>
                    <a:pt x="66829" y="21619"/>
                    <a:pt x="62597" y="20130"/>
                  </a:cubicBezTo>
                  <a:cubicBezTo>
                    <a:pt x="58968" y="18853"/>
                    <a:pt x="54987" y="18071"/>
                    <a:pt x="50066" y="17668"/>
                  </a:cubicBezTo>
                  <a:cubicBezTo>
                    <a:pt x="47919" y="17494"/>
                    <a:pt x="45723" y="17407"/>
                    <a:pt x="43437" y="17407"/>
                  </a:cubicBezTo>
                  <a:cubicBezTo>
                    <a:pt x="41731" y="17407"/>
                    <a:pt x="39974" y="17455"/>
                    <a:pt x="38150" y="17552"/>
                  </a:cubicBezTo>
                  <a:cubicBezTo>
                    <a:pt x="34341" y="17757"/>
                    <a:pt x="31394" y="18197"/>
                    <a:pt x="28604" y="18985"/>
                  </a:cubicBezTo>
                  <a:cubicBezTo>
                    <a:pt x="27525" y="19288"/>
                    <a:pt x="26448" y="19608"/>
                    <a:pt x="25369" y="19927"/>
                  </a:cubicBezTo>
                  <a:cubicBezTo>
                    <a:pt x="21997" y="20924"/>
                    <a:pt x="18511" y="21956"/>
                    <a:pt x="15020" y="22506"/>
                  </a:cubicBezTo>
                  <a:cubicBezTo>
                    <a:pt x="13538" y="22740"/>
                    <a:pt x="11993" y="22922"/>
                    <a:pt x="10477" y="22922"/>
                  </a:cubicBezTo>
                  <a:cubicBezTo>
                    <a:pt x="7660" y="22922"/>
                    <a:pt x="4942" y="22294"/>
                    <a:pt x="2908" y="20201"/>
                  </a:cubicBezTo>
                  <a:cubicBezTo>
                    <a:pt x="2318" y="19594"/>
                    <a:pt x="445" y="17417"/>
                    <a:pt x="1110" y="14892"/>
                  </a:cubicBezTo>
                  <a:cubicBezTo>
                    <a:pt x="1609" y="13004"/>
                    <a:pt x="3139" y="11676"/>
                    <a:pt x="4417" y="10728"/>
                  </a:cubicBezTo>
                  <a:cubicBezTo>
                    <a:pt x="7502" y="8442"/>
                    <a:pt x="11094" y="7120"/>
                    <a:pt x="14506" y="5962"/>
                  </a:cubicBezTo>
                  <a:cubicBezTo>
                    <a:pt x="25380" y="2272"/>
                    <a:pt x="36012" y="403"/>
                    <a:pt x="46151" y="403"/>
                  </a:cubicBezTo>
                  <a:close/>
                  <a:moveTo>
                    <a:pt x="46184" y="0"/>
                  </a:moveTo>
                  <a:cubicBezTo>
                    <a:pt x="35995" y="0"/>
                    <a:pt x="25302" y="1873"/>
                    <a:pt x="14376" y="5582"/>
                  </a:cubicBezTo>
                  <a:cubicBezTo>
                    <a:pt x="10932" y="6749"/>
                    <a:pt x="7309" y="8083"/>
                    <a:pt x="4175" y="10405"/>
                  </a:cubicBezTo>
                  <a:cubicBezTo>
                    <a:pt x="2845" y="11391"/>
                    <a:pt x="1250" y="12780"/>
                    <a:pt x="720" y="14790"/>
                  </a:cubicBezTo>
                  <a:cubicBezTo>
                    <a:pt x="0" y="17521"/>
                    <a:pt x="1992" y="19837"/>
                    <a:pt x="2618" y="20484"/>
                  </a:cubicBezTo>
                  <a:cubicBezTo>
                    <a:pt x="4745" y="22672"/>
                    <a:pt x="7559" y="23326"/>
                    <a:pt x="10464" y="23326"/>
                  </a:cubicBezTo>
                  <a:cubicBezTo>
                    <a:pt x="12008" y="23326"/>
                    <a:pt x="13578" y="23141"/>
                    <a:pt x="15083" y="22903"/>
                  </a:cubicBezTo>
                  <a:cubicBezTo>
                    <a:pt x="18599" y="22350"/>
                    <a:pt x="22098" y="21314"/>
                    <a:pt x="25483" y="20314"/>
                  </a:cubicBezTo>
                  <a:cubicBezTo>
                    <a:pt x="26558" y="19996"/>
                    <a:pt x="27635" y="19678"/>
                    <a:pt x="28713" y="19374"/>
                  </a:cubicBezTo>
                  <a:cubicBezTo>
                    <a:pt x="31476" y="18595"/>
                    <a:pt x="34392" y="18158"/>
                    <a:pt x="38171" y="17957"/>
                  </a:cubicBezTo>
                  <a:cubicBezTo>
                    <a:pt x="39992" y="17859"/>
                    <a:pt x="41744" y="17811"/>
                    <a:pt x="43446" y="17811"/>
                  </a:cubicBezTo>
                  <a:cubicBezTo>
                    <a:pt x="45718" y="17811"/>
                    <a:pt x="47900" y="17898"/>
                    <a:pt x="50034" y="18072"/>
                  </a:cubicBezTo>
                  <a:cubicBezTo>
                    <a:pt x="54919" y="18471"/>
                    <a:pt x="58869" y="19245"/>
                    <a:pt x="62464" y="20513"/>
                  </a:cubicBezTo>
                  <a:cubicBezTo>
                    <a:pt x="66629" y="21980"/>
                    <a:pt x="69761" y="23959"/>
                    <a:pt x="72035" y="26564"/>
                  </a:cubicBezTo>
                  <a:cubicBezTo>
                    <a:pt x="74808" y="29740"/>
                    <a:pt x="76328" y="34562"/>
                    <a:pt x="75907" y="38847"/>
                  </a:cubicBezTo>
                  <a:lnTo>
                    <a:pt x="75885" y="39069"/>
                  </a:lnTo>
                  <a:lnTo>
                    <a:pt x="86103" y="39069"/>
                  </a:lnTo>
                  <a:lnTo>
                    <a:pt x="86083" y="38849"/>
                  </a:lnTo>
                  <a:cubicBezTo>
                    <a:pt x="85816" y="35827"/>
                    <a:pt x="84685" y="32755"/>
                    <a:pt x="84035" y="31193"/>
                  </a:cubicBezTo>
                  <a:cubicBezTo>
                    <a:pt x="83194" y="29170"/>
                    <a:pt x="82289" y="27550"/>
                    <a:pt x="81192" y="26094"/>
                  </a:cubicBezTo>
                  <a:cubicBezTo>
                    <a:pt x="81095" y="25968"/>
                    <a:pt x="80986" y="25829"/>
                    <a:pt x="80868" y="25679"/>
                  </a:cubicBezTo>
                  <a:cubicBezTo>
                    <a:pt x="80089" y="24692"/>
                    <a:pt x="78913" y="23196"/>
                    <a:pt x="79180" y="21893"/>
                  </a:cubicBezTo>
                  <a:cubicBezTo>
                    <a:pt x="79280" y="21406"/>
                    <a:pt x="79542" y="21057"/>
                    <a:pt x="79953" y="20860"/>
                  </a:cubicBezTo>
                  <a:cubicBezTo>
                    <a:pt x="80215" y="20736"/>
                    <a:pt x="80506" y="20684"/>
                    <a:pt x="80793" y="20684"/>
                  </a:cubicBezTo>
                  <a:cubicBezTo>
                    <a:pt x="81216" y="20684"/>
                    <a:pt x="81630" y="20796"/>
                    <a:pt x="81925" y="20950"/>
                  </a:cubicBezTo>
                  <a:cubicBezTo>
                    <a:pt x="83388" y="21710"/>
                    <a:pt x="84600" y="23365"/>
                    <a:pt x="85716" y="24991"/>
                  </a:cubicBezTo>
                  <a:cubicBezTo>
                    <a:pt x="86867" y="26672"/>
                    <a:pt x="87910" y="28506"/>
                    <a:pt x="88919" y="30277"/>
                  </a:cubicBezTo>
                  <a:cubicBezTo>
                    <a:pt x="90139" y="32421"/>
                    <a:pt x="91401" y="34638"/>
                    <a:pt x="92868" y="36611"/>
                  </a:cubicBezTo>
                  <a:cubicBezTo>
                    <a:pt x="93440" y="37380"/>
                    <a:pt x="94059" y="38160"/>
                    <a:pt x="94759" y="38996"/>
                  </a:cubicBezTo>
                  <a:lnTo>
                    <a:pt x="94819" y="39068"/>
                  </a:lnTo>
                  <a:lnTo>
                    <a:pt x="105303" y="39068"/>
                  </a:lnTo>
                  <a:cubicBezTo>
                    <a:pt x="107121" y="39068"/>
                    <a:pt x="108627" y="37217"/>
                    <a:pt x="108661" y="34947"/>
                  </a:cubicBezTo>
                  <a:lnTo>
                    <a:pt x="108663" y="34847"/>
                  </a:lnTo>
                  <a:lnTo>
                    <a:pt x="108584" y="34784"/>
                  </a:lnTo>
                  <a:cubicBezTo>
                    <a:pt x="104971" y="31939"/>
                    <a:pt x="101460" y="28897"/>
                    <a:pt x="98502" y="26300"/>
                  </a:cubicBezTo>
                  <a:cubicBezTo>
                    <a:pt x="96655" y="24675"/>
                    <a:pt x="94790" y="22989"/>
                    <a:pt x="92987" y="21357"/>
                  </a:cubicBezTo>
                  <a:cubicBezTo>
                    <a:pt x="89168" y="17899"/>
                    <a:pt x="85217" y="14326"/>
                    <a:pt x="81181" y="11127"/>
                  </a:cubicBezTo>
                  <a:cubicBezTo>
                    <a:pt x="72085" y="3918"/>
                    <a:pt x="60650" y="176"/>
                    <a:pt x="47197" y="6"/>
                  </a:cubicBezTo>
                  <a:cubicBezTo>
                    <a:pt x="46860" y="2"/>
                    <a:pt x="46522" y="0"/>
                    <a:pt x="46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0"/>
            <p:cNvSpPr/>
            <p:nvPr/>
          </p:nvSpPr>
          <p:spPr>
            <a:xfrm flipH="1" rot="10800000">
              <a:off x="5065015" y="5157089"/>
              <a:ext cx="4355665" cy="807744"/>
            </a:xfrm>
            <a:custGeom>
              <a:rect b="b" l="l" r="r" t="t"/>
              <a:pathLst>
                <a:path extrusionOk="0" h="28164" w="108844">
                  <a:moveTo>
                    <a:pt x="105484" y="409"/>
                  </a:moveTo>
                  <a:cubicBezTo>
                    <a:pt x="107116" y="409"/>
                    <a:pt x="108443" y="2114"/>
                    <a:pt x="108443" y="4208"/>
                  </a:cubicBezTo>
                  <a:lnTo>
                    <a:pt x="108443" y="9441"/>
                  </a:lnTo>
                  <a:cubicBezTo>
                    <a:pt x="107791" y="9431"/>
                    <a:pt x="107138" y="9426"/>
                    <a:pt x="106485" y="9426"/>
                  </a:cubicBezTo>
                  <a:cubicBezTo>
                    <a:pt x="96929" y="9426"/>
                    <a:pt x="87281" y="10461"/>
                    <a:pt x="77432" y="11618"/>
                  </a:cubicBezTo>
                  <a:lnTo>
                    <a:pt x="74438" y="11967"/>
                  </a:lnTo>
                  <a:cubicBezTo>
                    <a:pt x="68077" y="12707"/>
                    <a:pt x="61497" y="13471"/>
                    <a:pt x="55052" y="14524"/>
                  </a:cubicBezTo>
                  <a:cubicBezTo>
                    <a:pt x="50937" y="15196"/>
                    <a:pt x="47239" y="15919"/>
                    <a:pt x="43750" y="16739"/>
                  </a:cubicBezTo>
                  <a:cubicBezTo>
                    <a:pt x="39671" y="17698"/>
                    <a:pt x="36280" y="18535"/>
                    <a:pt x="32894" y="19868"/>
                  </a:cubicBezTo>
                  <a:cubicBezTo>
                    <a:pt x="30642" y="20754"/>
                    <a:pt x="28443" y="21986"/>
                    <a:pt x="26315" y="23179"/>
                  </a:cubicBezTo>
                  <a:cubicBezTo>
                    <a:pt x="22603" y="25262"/>
                    <a:pt x="18761" y="27414"/>
                    <a:pt x="14582" y="27728"/>
                  </a:cubicBezTo>
                  <a:cubicBezTo>
                    <a:pt x="14284" y="27750"/>
                    <a:pt x="13983" y="27761"/>
                    <a:pt x="13680" y="27761"/>
                  </a:cubicBezTo>
                  <a:cubicBezTo>
                    <a:pt x="8600" y="27761"/>
                    <a:pt x="3011" y="24606"/>
                    <a:pt x="1265" y="17265"/>
                  </a:cubicBezTo>
                  <a:cubicBezTo>
                    <a:pt x="424" y="13728"/>
                    <a:pt x="774" y="10998"/>
                    <a:pt x="2304" y="9148"/>
                  </a:cubicBezTo>
                  <a:cubicBezTo>
                    <a:pt x="3847" y="7282"/>
                    <a:pt x="6123" y="6467"/>
                    <a:pt x="8144" y="5916"/>
                  </a:cubicBezTo>
                  <a:cubicBezTo>
                    <a:pt x="14663" y="4135"/>
                    <a:pt x="21503" y="4060"/>
                    <a:pt x="27536" y="3991"/>
                  </a:cubicBezTo>
                  <a:lnTo>
                    <a:pt x="28284" y="3982"/>
                  </a:lnTo>
                  <a:cubicBezTo>
                    <a:pt x="35338" y="3908"/>
                    <a:pt x="42635" y="3830"/>
                    <a:pt x="49562" y="1411"/>
                  </a:cubicBezTo>
                  <a:cubicBezTo>
                    <a:pt x="50530" y="1072"/>
                    <a:pt x="51303" y="753"/>
                    <a:pt x="51989" y="409"/>
                  </a:cubicBezTo>
                  <a:lnTo>
                    <a:pt x="51989" y="410"/>
                  </a:lnTo>
                  <a:lnTo>
                    <a:pt x="77472" y="410"/>
                  </a:lnTo>
                  <a:cubicBezTo>
                    <a:pt x="75657" y="1022"/>
                    <a:pt x="73845" y="1526"/>
                    <a:pt x="72138" y="1986"/>
                  </a:cubicBezTo>
                  <a:cubicBezTo>
                    <a:pt x="71479" y="2162"/>
                    <a:pt x="70816" y="2334"/>
                    <a:pt x="70156" y="2505"/>
                  </a:cubicBezTo>
                  <a:cubicBezTo>
                    <a:pt x="68329" y="2977"/>
                    <a:pt x="66440" y="3467"/>
                    <a:pt x="64605" y="4082"/>
                  </a:cubicBezTo>
                  <a:cubicBezTo>
                    <a:pt x="61004" y="5291"/>
                    <a:pt x="57124" y="6040"/>
                    <a:pt x="52740" y="6369"/>
                  </a:cubicBezTo>
                  <a:cubicBezTo>
                    <a:pt x="49638" y="6602"/>
                    <a:pt x="46418" y="6602"/>
                    <a:pt x="43304" y="6603"/>
                  </a:cubicBezTo>
                  <a:cubicBezTo>
                    <a:pt x="34965" y="6606"/>
                    <a:pt x="26344" y="6609"/>
                    <a:pt x="18528" y="10955"/>
                  </a:cubicBezTo>
                  <a:cubicBezTo>
                    <a:pt x="14223" y="13350"/>
                    <a:pt x="12644" y="15910"/>
                    <a:pt x="13835" y="18561"/>
                  </a:cubicBezTo>
                  <a:cubicBezTo>
                    <a:pt x="14838" y="20791"/>
                    <a:pt x="17057" y="22107"/>
                    <a:pt x="18813" y="22421"/>
                  </a:cubicBezTo>
                  <a:cubicBezTo>
                    <a:pt x="19239" y="22498"/>
                    <a:pt x="19668" y="22533"/>
                    <a:pt x="20097" y="22533"/>
                  </a:cubicBezTo>
                  <a:cubicBezTo>
                    <a:pt x="22307" y="22533"/>
                    <a:pt x="24513" y="21604"/>
                    <a:pt x="26433" y="20647"/>
                  </a:cubicBezTo>
                  <a:cubicBezTo>
                    <a:pt x="27444" y="20142"/>
                    <a:pt x="28451" y="19561"/>
                    <a:pt x="29427" y="18998"/>
                  </a:cubicBezTo>
                  <a:cubicBezTo>
                    <a:pt x="30955" y="18116"/>
                    <a:pt x="32534" y="17203"/>
                    <a:pt x="34157" y="16576"/>
                  </a:cubicBezTo>
                  <a:cubicBezTo>
                    <a:pt x="37956" y="15106"/>
                    <a:pt x="41874" y="14247"/>
                    <a:pt x="44864" y="13661"/>
                  </a:cubicBezTo>
                  <a:cubicBezTo>
                    <a:pt x="49244" y="12804"/>
                    <a:pt x="53720" y="12190"/>
                    <a:pt x="58050" y="11597"/>
                  </a:cubicBezTo>
                  <a:cubicBezTo>
                    <a:pt x="61146" y="11172"/>
                    <a:pt x="64344" y="10734"/>
                    <a:pt x="67486" y="10209"/>
                  </a:cubicBezTo>
                  <a:cubicBezTo>
                    <a:pt x="71305" y="9572"/>
                    <a:pt x="74827" y="8898"/>
                    <a:pt x="78252" y="8150"/>
                  </a:cubicBezTo>
                  <a:cubicBezTo>
                    <a:pt x="80759" y="7602"/>
                    <a:pt x="84017" y="6743"/>
                    <a:pt x="86995" y="4937"/>
                  </a:cubicBezTo>
                  <a:cubicBezTo>
                    <a:pt x="88677" y="3915"/>
                    <a:pt x="90044" y="2435"/>
                    <a:pt x="91173" y="409"/>
                  </a:cubicBezTo>
                  <a:close/>
                  <a:moveTo>
                    <a:pt x="90934" y="0"/>
                  </a:moveTo>
                  <a:lnTo>
                    <a:pt x="90877" y="105"/>
                  </a:lnTo>
                  <a:cubicBezTo>
                    <a:pt x="89755" y="2148"/>
                    <a:pt x="88458" y="3572"/>
                    <a:pt x="86786" y="4587"/>
                  </a:cubicBezTo>
                  <a:cubicBezTo>
                    <a:pt x="83860" y="6361"/>
                    <a:pt x="80642" y="7209"/>
                    <a:pt x="78166" y="7749"/>
                  </a:cubicBezTo>
                  <a:cubicBezTo>
                    <a:pt x="74747" y="8496"/>
                    <a:pt x="71232" y="9168"/>
                    <a:pt x="67420" y="9804"/>
                  </a:cubicBezTo>
                  <a:cubicBezTo>
                    <a:pt x="64284" y="10326"/>
                    <a:pt x="61086" y="10767"/>
                    <a:pt x="57994" y="11189"/>
                  </a:cubicBezTo>
                  <a:cubicBezTo>
                    <a:pt x="53660" y="11784"/>
                    <a:pt x="49177" y="12398"/>
                    <a:pt x="44787" y="13257"/>
                  </a:cubicBezTo>
                  <a:cubicBezTo>
                    <a:pt x="41781" y="13846"/>
                    <a:pt x="37840" y="14712"/>
                    <a:pt x="34011" y="16192"/>
                  </a:cubicBezTo>
                  <a:cubicBezTo>
                    <a:pt x="32361" y="16832"/>
                    <a:pt x="30768" y="17751"/>
                    <a:pt x="29227" y="18641"/>
                  </a:cubicBezTo>
                  <a:cubicBezTo>
                    <a:pt x="28257" y="19199"/>
                    <a:pt x="27256" y="19778"/>
                    <a:pt x="26252" y="20278"/>
                  </a:cubicBezTo>
                  <a:cubicBezTo>
                    <a:pt x="24377" y="21213"/>
                    <a:pt x="22228" y="22123"/>
                    <a:pt x="20096" y="22123"/>
                  </a:cubicBezTo>
                  <a:cubicBezTo>
                    <a:pt x="19691" y="22123"/>
                    <a:pt x="19286" y="22090"/>
                    <a:pt x="18884" y="22019"/>
                  </a:cubicBezTo>
                  <a:cubicBezTo>
                    <a:pt x="17234" y="21723"/>
                    <a:pt x="15146" y="20485"/>
                    <a:pt x="14203" y="18389"/>
                  </a:cubicBezTo>
                  <a:cubicBezTo>
                    <a:pt x="13112" y="15962"/>
                    <a:pt x="14633" y="13577"/>
                    <a:pt x="18725" y="11302"/>
                  </a:cubicBezTo>
                  <a:cubicBezTo>
                    <a:pt x="26450" y="7006"/>
                    <a:pt x="35017" y="7004"/>
                    <a:pt x="43304" y="7002"/>
                  </a:cubicBezTo>
                  <a:cubicBezTo>
                    <a:pt x="46426" y="7002"/>
                    <a:pt x="49654" y="6999"/>
                    <a:pt x="52770" y="6766"/>
                  </a:cubicBezTo>
                  <a:cubicBezTo>
                    <a:pt x="57188" y="6433"/>
                    <a:pt x="61100" y="5680"/>
                    <a:pt x="64734" y="4460"/>
                  </a:cubicBezTo>
                  <a:cubicBezTo>
                    <a:pt x="66555" y="3847"/>
                    <a:pt x="68437" y="3359"/>
                    <a:pt x="70258" y="2889"/>
                  </a:cubicBezTo>
                  <a:cubicBezTo>
                    <a:pt x="70921" y="2718"/>
                    <a:pt x="71583" y="2546"/>
                    <a:pt x="72244" y="2369"/>
                  </a:cubicBezTo>
                  <a:cubicBezTo>
                    <a:pt x="74310" y="1815"/>
                    <a:pt x="76526" y="1191"/>
                    <a:pt x="78725" y="393"/>
                  </a:cubicBezTo>
                  <a:lnTo>
                    <a:pt x="79801" y="3"/>
                  </a:lnTo>
                  <a:lnTo>
                    <a:pt x="51891" y="3"/>
                  </a:lnTo>
                  <a:lnTo>
                    <a:pt x="51849" y="25"/>
                  </a:lnTo>
                  <a:cubicBezTo>
                    <a:pt x="51168" y="369"/>
                    <a:pt x="50398" y="688"/>
                    <a:pt x="49430" y="1026"/>
                  </a:cubicBezTo>
                  <a:cubicBezTo>
                    <a:pt x="42565" y="3424"/>
                    <a:pt x="35301" y="3502"/>
                    <a:pt x="28279" y="3577"/>
                  </a:cubicBezTo>
                  <a:lnTo>
                    <a:pt x="27530" y="3587"/>
                  </a:lnTo>
                  <a:cubicBezTo>
                    <a:pt x="21472" y="3654"/>
                    <a:pt x="14606" y="3731"/>
                    <a:pt x="8035" y="5524"/>
                  </a:cubicBezTo>
                  <a:cubicBezTo>
                    <a:pt x="5955" y="6091"/>
                    <a:pt x="3608" y="6937"/>
                    <a:pt x="1994" y="8889"/>
                  </a:cubicBezTo>
                  <a:cubicBezTo>
                    <a:pt x="378" y="10842"/>
                    <a:pt x="1" y="13691"/>
                    <a:pt x="872" y="17356"/>
                  </a:cubicBezTo>
                  <a:cubicBezTo>
                    <a:pt x="2415" y="23842"/>
                    <a:pt x="7591" y="28164"/>
                    <a:pt x="13647" y="28164"/>
                  </a:cubicBezTo>
                  <a:cubicBezTo>
                    <a:pt x="13966" y="28164"/>
                    <a:pt x="14287" y="28154"/>
                    <a:pt x="14609" y="28121"/>
                  </a:cubicBezTo>
                  <a:cubicBezTo>
                    <a:pt x="18878" y="27800"/>
                    <a:pt x="22758" y="25623"/>
                    <a:pt x="26511" y="23520"/>
                  </a:cubicBezTo>
                  <a:cubicBezTo>
                    <a:pt x="28626" y="22334"/>
                    <a:pt x="30812" y="21108"/>
                    <a:pt x="33038" y="20233"/>
                  </a:cubicBezTo>
                  <a:cubicBezTo>
                    <a:pt x="36400" y="18911"/>
                    <a:pt x="39775" y="18075"/>
                    <a:pt x="43838" y="17121"/>
                  </a:cubicBezTo>
                  <a:cubicBezTo>
                    <a:pt x="47319" y="16305"/>
                    <a:pt x="51008" y="15582"/>
                    <a:pt x="55113" y="14912"/>
                  </a:cubicBezTo>
                  <a:cubicBezTo>
                    <a:pt x="61550" y="13861"/>
                    <a:pt x="68126" y="13097"/>
                    <a:pt x="74484" y="12357"/>
                  </a:cubicBezTo>
                  <a:lnTo>
                    <a:pt x="77477" y="12010"/>
                  </a:lnTo>
                  <a:cubicBezTo>
                    <a:pt x="87323" y="10854"/>
                    <a:pt x="96973" y="9822"/>
                    <a:pt x="106514" y="9822"/>
                  </a:cubicBezTo>
                  <a:cubicBezTo>
                    <a:pt x="107222" y="9822"/>
                    <a:pt x="107930" y="9827"/>
                    <a:pt x="108637" y="9839"/>
                  </a:cubicBezTo>
                  <a:lnTo>
                    <a:pt x="108843" y="9842"/>
                  </a:lnTo>
                  <a:lnTo>
                    <a:pt x="108843" y="4203"/>
                  </a:lnTo>
                  <a:cubicBezTo>
                    <a:pt x="108843" y="1884"/>
                    <a:pt x="107336" y="0"/>
                    <a:pt x="1054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4" name="Google Shape;584;p20"/>
          <p:cNvSpPr/>
          <p:nvPr/>
        </p:nvSpPr>
        <p:spPr>
          <a:xfrm>
            <a:off x="408250" y="362757"/>
            <a:ext cx="8434200" cy="4594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0"/>
          <p:cNvSpPr/>
          <p:nvPr/>
        </p:nvSpPr>
        <p:spPr>
          <a:xfrm>
            <a:off x="301550" y="271625"/>
            <a:ext cx="8434200" cy="45849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0"/>
          <p:cNvSpPr txBox="1"/>
          <p:nvPr>
            <p:ph type="title"/>
          </p:nvPr>
        </p:nvSpPr>
        <p:spPr>
          <a:xfrm>
            <a:off x="720000" y="540000"/>
            <a:ext cx="7704000" cy="5643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3180000" dist="85725">
              <a:schemeClr val="accent4"/>
            </a:outerShdw>
          </a:effectLst>
        </p:spPr>
        <p:txBody>
          <a:bodyPr anchorCtr="0" anchor="ctr" bIns="91425" lIns="91425" spcFirstLastPara="1" rIns="91425" wrap="square" tIns="91425">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87" name="Google Shape;587;p20"/>
          <p:cNvSpPr txBox="1"/>
          <p:nvPr>
            <p:ph idx="1" type="body"/>
          </p:nvPr>
        </p:nvSpPr>
        <p:spPr>
          <a:xfrm>
            <a:off x="720000" y="1237083"/>
            <a:ext cx="7704000" cy="33663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Clr>
                <a:srgbClr val="434343"/>
              </a:buClr>
              <a:buSzPts val="1400"/>
              <a:buChar char="●"/>
              <a:defRPr sz="1400">
                <a:solidFill>
                  <a:srgbClr val="434343"/>
                </a:solidFill>
              </a:defRPr>
            </a:lvl1pPr>
            <a:lvl2pPr indent="-317500" lvl="1" marL="914400" rtl="0">
              <a:lnSpc>
                <a:spcPct val="115000"/>
              </a:lnSpc>
              <a:spcBef>
                <a:spcPts val="1600"/>
              </a:spcBef>
              <a:spcAft>
                <a:spcPts val="0"/>
              </a:spcAft>
              <a:buClr>
                <a:srgbClr val="434343"/>
              </a:buClr>
              <a:buSzPts val="1400"/>
              <a:buChar char="○"/>
              <a:defRPr>
                <a:solidFill>
                  <a:srgbClr val="434343"/>
                </a:solidFill>
              </a:defRPr>
            </a:lvl2pPr>
            <a:lvl3pPr indent="-317500" lvl="2" marL="1371600" rtl="0">
              <a:lnSpc>
                <a:spcPct val="115000"/>
              </a:lnSpc>
              <a:spcBef>
                <a:spcPts val="1600"/>
              </a:spcBef>
              <a:spcAft>
                <a:spcPts val="0"/>
              </a:spcAft>
              <a:buClr>
                <a:srgbClr val="434343"/>
              </a:buClr>
              <a:buSzPts val="1400"/>
              <a:buChar char="■"/>
              <a:defRPr>
                <a:solidFill>
                  <a:srgbClr val="434343"/>
                </a:solidFill>
              </a:defRPr>
            </a:lvl3pPr>
            <a:lvl4pPr indent="-317500" lvl="3" marL="1828800" rtl="0">
              <a:lnSpc>
                <a:spcPct val="115000"/>
              </a:lnSpc>
              <a:spcBef>
                <a:spcPts val="1600"/>
              </a:spcBef>
              <a:spcAft>
                <a:spcPts val="0"/>
              </a:spcAft>
              <a:buClr>
                <a:srgbClr val="434343"/>
              </a:buClr>
              <a:buSzPts val="1400"/>
              <a:buChar char="●"/>
              <a:defRPr>
                <a:solidFill>
                  <a:srgbClr val="434343"/>
                </a:solidFill>
              </a:defRPr>
            </a:lvl4pPr>
            <a:lvl5pPr indent="-317500" lvl="4" marL="2286000" rtl="0">
              <a:lnSpc>
                <a:spcPct val="115000"/>
              </a:lnSpc>
              <a:spcBef>
                <a:spcPts val="1600"/>
              </a:spcBef>
              <a:spcAft>
                <a:spcPts val="0"/>
              </a:spcAft>
              <a:buClr>
                <a:srgbClr val="434343"/>
              </a:buClr>
              <a:buSzPts val="1400"/>
              <a:buChar char="○"/>
              <a:defRPr>
                <a:solidFill>
                  <a:srgbClr val="434343"/>
                </a:solidFill>
              </a:defRPr>
            </a:lvl5pPr>
            <a:lvl6pPr indent="-317500" lvl="5" marL="2743200" rtl="0">
              <a:lnSpc>
                <a:spcPct val="115000"/>
              </a:lnSpc>
              <a:spcBef>
                <a:spcPts val="1600"/>
              </a:spcBef>
              <a:spcAft>
                <a:spcPts val="0"/>
              </a:spcAft>
              <a:buClr>
                <a:srgbClr val="434343"/>
              </a:buClr>
              <a:buSzPts val="1400"/>
              <a:buChar char="■"/>
              <a:defRPr>
                <a:solidFill>
                  <a:srgbClr val="434343"/>
                </a:solidFill>
              </a:defRPr>
            </a:lvl6pPr>
            <a:lvl7pPr indent="-317500" lvl="6" marL="3200400" rtl="0">
              <a:lnSpc>
                <a:spcPct val="115000"/>
              </a:lnSpc>
              <a:spcBef>
                <a:spcPts val="1600"/>
              </a:spcBef>
              <a:spcAft>
                <a:spcPts val="0"/>
              </a:spcAft>
              <a:buClr>
                <a:srgbClr val="434343"/>
              </a:buClr>
              <a:buSzPts val="1400"/>
              <a:buChar char="●"/>
              <a:defRPr>
                <a:solidFill>
                  <a:srgbClr val="434343"/>
                </a:solidFill>
              </a:defRPr>
            </a:lvl7pPr>
            <a:lvl8pPr indent="-317500" lvl="7" marL="3657600" rtl="0">
              <a:lnSpc>
                <a:spcPct val="115000"/>
              </a:lnSpc>
              <a:spcBef>
                <a:spcPts val="1600"/>
              </a:spcBef>
              <a:spcAft>
                <a:spcPts val="0"/>
              </a:spcAft>
              <a:buClr>
                <a:srgbClr val="434343"/>
              </a:buClr>
              <a:buSzPts val="1400"/>
              <a:buChar char="○"/>
              <a:defRPr>
                <a:solidFill>
                  <a:srgbClr val="434343"/>
                </a:solidFill>
              </a:defRPr>
            </a:lvl8pPr>
            <a:lvl9pPr indent="-317500" lvl="8" marL="4114800" rtl="0">
              <a:lnSpc>
                <a:spcPct val="115000"/>
              </a:lnSpc>
              <a:spcBef>
                <a:spcPts val="1600"/>
              </a:spcBef>
              <a:spcAft>
                <a:spcPts val="1600"/>
              </a:spcAft>
              <a:buClr>
                <a:srgbClr val="434343"/>
              </a:buClr>
              <a:buSzPts val="1400"/>
              <a:buChar char="■"/>
              <a:defRPr>
                <a:solidFill>
                  <a:srgbClr val="434343"/>
                </a:solidFill>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TITLE_ONLY_2">
    <p:bg>
      <p:bgPr>
        <a:solidFill>
          <a:schemeClr val="accent6"/>
        </a:solidFill>
      </p:bgPr>
    </p:bg>
    <p:spTree>
      <p:nvGrpSpPr>
        <p:cNvPr id="588" name="Shape 588"/>
        <p:cNvGrpSpPr/>
        <p:nvPr/>
      </p:nvGrpSpPr>
      <p:grpSpPr>
        <a:xfrm>
          <a:off x="0" y="0"/>
          <a:ext cx="0" cy="0"/>
          <a:chOff x="0" y="0"/>
          <a:chExt cx="0" cy="0"/>
        </a:xfrm>
      </p:grpSpPr>
      <p:grpSp>
        <p:nvGrpSpPr>
          <p:cNvPr id="589" name="Google Shape;589;p21"/>
          <p:cNvGrpSpPr/>
          <p:nvPr/>
        </p:nvGrpSpPr>
        <p:grpSpPr>
          <a:xfrm>
            <a:off x="-325864" y="-222600"/>
            <a:ext cx="9517944" cy="7737118"/>
            <a:chOff x="-325864" y="-222600"/>
            <a:chExt cx="9517944" cy="7737118"/>
          </a:xfrm>
        </p:grpSpPr>
        <p:sp>
          <p:nvSpPr>
            <p:cNvPr id="590" name="Google Shape;590;p21"/>
            <p:cNvSpPr/>
            <p:nvPr/>
          </p:nvSpPr>
          <p:spPr>
            <a:xfrm flipH="1">
              <a:off x="5198413" y="392757"/>
              <a:ext cx="3985503" cy="848251"/>
            </a:xfrm>
            <a:custGeom>
              <a:rect b="b" l="l" r="r" t="t"/>
              <a:pathLst>
                <a:path extrusionOk="0" h="21197" w="99594">
                  <a:moveTo>
                    <a:pt x="65021" y="0"/>
                  </a:moveTo>
                  <a:cubicBezTo>
                    <a:pt x="64434" y="0"/>
                    <a:pt x="63848" y="10"/>
                    <a:pt x="63260" y="29"/>
                  </a:cubicBezTo>
                  <a:cubicBezTo>
                    <a:pt x="57732" y="207"/>
                    <a:pt x="52245" y="1096"/>
                    <a:pt x="46816" y="2389"/>
                  </a:cubicBezTo>
                  <a:cubicBezTo>
                    <a:pt x="41611" y="3631"/>
                    <a:pt x="36750" y="6060"/>
                    <a:pt x="31830" y="8475"/>
                  </a:cubicBezTo>
                  <a:cubicBezTo>
                    <a:pt x="27244" y="10725"/>
                    <a:pt x="22624" y="12692"/>
                    <a:pt x="17724" y="13463"/>
                  </a:cubicBezTo>
                  <a:cubicBezTo>
                    <a:pt x="15802" y="13765"/>
                    <a:pt x="13860" y="13942"/>
                    <a:pt x="11920" y="13942"/>
                  </a:cubicBezTo>
                  <a:cubicBezTo>
                    <a:pt x="10234" y="13942"/>
                    <a:pt x="8549" y="13808"/>
                    <a:pt x="6879" y="13505"/>
                  </a:cubicBezTo>
                  <a:cubicBezTo>
                    <a:pt x="4515" y="13077"/>
                    <a:pt x="2162" y="12285"/>
                    <a:pt x="0" y="10984"/>
                  </a:cubicBezTo>
                  <a:lnTo>
                    <a:pt x="0" y="18944"/>
                  </a:lnTo>
                  <a:cubicBezTo>
                    <a:pt x="1762" y="19024"/>
                    <a:pt x="3523" y="19075"/>
                    <a:pt x="5283" y="19075"/>
                  </a:cubicBezTo>
                  <a:cubicBezTo>
                    <a:pt x="9227" y="19075"/>
                    <a:pt x="13162" y="18820"/>
                    <a:pt x="17071" y="18072"/>
                  </a:cubicBezTo>
                  <a:cubicBezTo>
                    <a:pt x="21981" y="17133"/>
                    <a:pt x="26589" y="15270"/>
                    <a:pt x="30996" y="12374"/>
                  </a:cubicBezTo>
                  <a:cubicBezTo>
                    <a:pt x="33739" y="10570"/>
                    <a:pt x="36781" y="9886"/>
                    <a:pt x="39837" y="9886"/>
                  </a:cubicBezTo>
                  <a:cubicBezTo>
                    <a:pt x="40660" y="9886"/>
                    <a:pt x="41484" y="9936"/>
                    <a:pt x="42304" y="10026"/>
                  </a:cubicBezTo>
                  <a:cubicBezTo>
                    <a:pt x="50992" y="10985"/>
                    <a:pt x="59004" y="15789"/>
                    <a:pt x="67420" y="18291"/>
                  </a:cubicBezTo>
                  <a:cubicBezTo>
                    <a:pt x="72853" y="19907"/>
                    <a:pt x="78486" y="20812"/>
                    <a:pt x="84058" y="21107"/>
                  </a:cubicBezTo>
                  <a:cubicBezTo>
                    <a:pt x="85055" y="21160"/>
                    <a:pt x="86060" y="21196"/>
                    <a:pt x="87066" y="21196"/>
                  </a:cubicBezTo>
                  <a:cubicBezTo>
                    <a:pt x="89207" y="21196"/>
                    <a:pt x="91355" y="21031"/>
                    <a:pt x="93446" y="20508"/>
                  </a:cubicBezTo>
                  <a:cubicBezTo>
                    <a:pt x="95522" y="19989"/>
                    <a:pt x="98275" y="18989"/>
                    <a:pt x="98894" y="16049"/>
                  </a:cubicBezTo>
                  <a:cubicBezTo>
                    <a:pt x="99594" y="12721"/>
                    <a:pt x="97265" y="10188"/>
                    <a:pt x="95270" y="8623"/>
                  </a:cubicBezTo>
                  <a:cubicBezTo>
                    <a:pt x="92667" y="6581"/>
                    <a:pt x="89709" y="5268"/>
                    <a:pt x="86790" y="4165"/>
                  </a:cubicBezTo>
                  <a:cubicBezTo>
                    <a:pt x="79711" y="1489"/>
                    <a:pt x="72404" y="0"/>
                    <a:pt x="6502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1"/>
            <p:cNvSpPr/>
            <p:nvPr/>
          </p:nvSpPr>
          <p:spPr>
            <a:xfrm flipH="1">
              <a:off x="797569" y="1340345"/>
              <a:ext cx="8386467" cy="1819876"/>
            </a:xfrm>
            <a:custGeom>
              <a:rect b="b" l="l" r="r" t="t"/>
              <a:pathLst>
                <a:path extrusionOk="0" h="45477" w="209570">
                  <a:moveTo>
                    <a:pt x="173399" y="0"/>
                  </a:moveTo>
                  <a:cubicBezTo>
                    <a:pt x="171819" y="0"/>
                    <a:pt x="170239" y="33"/>
                    <a:pt x="168661" y="80"/>
                  </a:cubicBezTo>
                  <a:cubicBezTo>
                    <a:pt x="164324" y="208"/>
                    <a:pt x="160018" y="528"/>
                    <a:pt x="155729" y="1390"/>
                  </a:cubicBezTo>
                  <a:cubicBezTo>
                    <a:pt x="151776" y="2184"/>
                    <a:pt x="147874" y="3386"/>
                    <a:pt x="144099" y="5071"/>
                  </a:cubicBezTo>
                  <a:cubicBezTo>
                    <a:pt x="140139" y="6838"/>
                    <a:pt x="136425" y="9227"/>
                    <a:pt x="132734" y="11745"/>
                  </a:cubicBezTo>
                  <a:cubicBezTo>
                    <a:pt x="125453" y="16714"/>
                    <a:pt x="118372" y="22168"/>
                    <a:pt x="110478" y="25489"/>
                  </a:cubicBezTo>
                  <a:cubicBezTo>
                    <a:pt x="104010" y="28211"/>
                    <a:pt x="97197" y="29287"/>
                    <a:pt x="90399" y="29287"/>
                  </a:cubicBezTo>
                  <a:cubicBezTo>
                    <a:pt x="89168" y="29287"/>
                    <a:pt x="87937" y="29252"/>
                    <a:pt x="86709" y="29185"/>
                  </a:cubicBezTo>
                  <a:cubicBezTo>
                    <a:pt x="70235" y="28285"/>
                    <a:pt x="53959" y="22404"/>
                    <a:pt x="38422" y="15780"/>
                  </a:cubicBezTo>
                  <a:cubicBezTo>
                    <a:pt x="34245" y="13999"/>
                    <a:pt x="30113" y="12729"/>
                    <a:pt x="25697" y="12479"/>
                  </a:cubicBezTo>
                  <a:cubicBezTo>
                    <a:pt x="24449" y="12409"/>
                    <a:pt x="23202" y="12379"/>
                    <a:pt x="21954" y="12379"/>
                  </a:cubicBezTo>
                  <a:cubicBezTo>
                    <a:pt x="18881" y="12379"/>
                    <a:pt x="15809" y="12558"/>
                    <a:pt x="12741" y="12746"/>
                  </a:cubicBezTo>
                  <a:cubicBezTo>
                    <a:pt x="9315" y="12958"/>
                    <a:pt x="5883" y="13109"/>
                    <a:pt x="2471" y="13588"/>
                  </a:cubicBezTo>
                  <a:cubicBezTo>
                    <a:pt x="1651" y="13702"/>
                    <a:pt x="825" y="13831"/>
                    <a:pt x="0" y="13986"/>
                  </a:cubicBezTo>
                  <a:lnTo>
                    <a:pt x="0" y="21931"/>
                  </a:lnTo>
                  <a:cubicBezTo>
                    <a:pt x="3093" y="20622"/>
                    <a:pt x="6277" y="19799"/>
                    <a:pt x="9551" y="19799"/>
                  </a:cubicBezTo>
                  <a:cubicBezTo>
                    <a:pt x="10632" y="19799"/>
                    <a:pt x="11722" y="19889"/>
                    <a:pt x="12823" y="20080"/>
                  </a:cubicBezTo>
                  <a:cubicBezTo>
                    <a:pt x="20488" y="21419"/>
                    <a:pt x="27144" y="26632"/>
                    <a:pt x="33499" y="31891"/>
                  </a:cubicBezTo>
                  <a:cubicBezTo>
                    <a:pt x="45486" y="41811"/>
                    <a:pt x="59912" y="45476"/>
                    <a:pt x="74081" y="45476"/>
                  </a:cubicBezTo>
                  <a:cubicBezTo>
                    <a:pt x="74665" y="45476"/>
                    <a:pt x="75248" y="45470"/>
                    <a:pt x="75831" y="45458"/>
                  </a:cubicBezTo>
                  <a:cubicBezTo>
                    <a:pt x="90804" y="45142"/>
                    <a:pt x="106177" y="41401"/>
                    <a:pt x="119282" y="31968"/>
                  </a:cubicBezTo>
                  <a:cubicBezTo>
                    <a:pt x="125990" y="27139"/>
                    <a:pt x="132221" y="21338"/>
                    <a:pt x="138817" y="16271"/>
                  </a:cubicBezTo>
                  <a:cubicBezTo>
                    <a:pt x="142143" y="13714"/>
                    <a:pt x="145448" y="11379"/>
                    <a:pt x="149316" y="10440"/>
                  </a:cubicBezTo>
                  <a:cubicBezTo>
                    <a:pt x="150812" y="10078"/>
                    <a:pt x="152323" y="9917"/>
                    <a:pt x="153836" y="9917"/>
                  </a:cubicBezTo>
                  <a:cubicBezTo>
                    <a:pt x="155625" y="9917"/>
                    <a:pt x="157416" y="10142"/>
                    <a:pt x="159185" y="10527"/>
                  </a:cubicBezTo>
                  <a:cubicBezTo>
                    <a:pt x="162983" y="11352"/>
                    <a:pt x="166672" y="12839"/>
                    <a:pt x="170334" y="14321"/>
                  </a:cubicBezTo>
                  <a:cubicBezTo>
                    <a:pt x="174482" y="15997"/>
                    <a:pt x="178713" y="17383"/>
                    <a:pt x="182992" y="18407"/>
                  </a:cubicBezTo>
                  <a:cubicBezTo>
                    <a:pt x="186653" y="19282"/>
                    <a:pt x="190426" y="19787"/>
                    <a:pt x="194193" y="19787"/>
                  </a:cubicBezTo>
                  <a:cubicBezTo>
                    <a:pt x="197694" y="19787"/>
                    <a:pt x="201190" y="19351"/>
                    <a:pt x="204587" y="18369"/>
                  </a:cubicBezTo>
                  <a:cubicBezTo>
                    <a:pt x="206831" y="17721"/>
                    <a:pt x="209570" y="16218"/>
                    <a:pt x="208195" y="12736"/>
                  </a:cubicBezTo>
                  <a:cubicBezTo>
                    <a:pt x="207019" y="9759"/>
                    <a:pt x="203809" y="8201"/>
                    <a:pt x="201535" y="7001"/>
                  </a:cubicBezTo>
                  <a:cubicBezTo>
                    <a:pt x="195238" y="3676"/>
                    <a:pt x="188684" y="1200"/>
                    <a:pt x="181872" y="426"/>
                  </a:cubicBezTo>
                  <a:cubicBezTo>
                    <a:pt x="179055" y="106"/>
                    <a:pt x="176227" y="0"/>
                    <a:pt x="173399"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1"/>
            <p:cNvSpPr/>
            <p:nvPr/>
          </p:nvSpPr>
          <p:spPr>
            <a:xfrm flipH="1">
              <a:off x="8364238" y="2445523"/>
              <a:ext cx="819678" cy="314658"/>
            </a:xfrm>
            <a:custGeom>
              <a:rect b="b" l="l" r="r" t="t"/>
              <a:pathLst>
                <a:path extrusionOk="0" h="7863" w="20483">
                  <a:moveTo>
                    <a:pt x="10679" y="1"/>
                  </a:moveTo>
                  <a:cubicBezTo>
                    <a:pt x="7200" y="1"/>
                    <a:pt x="3530" y="930"/>
                    <a:pt x="0" y="1036"/>
                  </a:cubicBezTo>
                  <a:lnTo>
                    <a:pt x="0" y="7210"/>
                  </a:lnTo>
                  <a:cubicBezTo>
                    <a:pt x="73" y="7210"/>
                    <a:pt x="146" y="7210"/>
                    <a:pt x="218" y="7210"/>
                  </a:cubicBezTo>
                  <a:cubicBezTo>
                    <a:pt x="2966" y="7210"/>
                    <a:pt x="5723" y="7366"/>
                    <a:pt x="8473" y="7532"/>
                  </a:cubicBezTo>
                  <a:cubicBezTo>
                    <a:pt x="10471" y="7652"/>
                    <a:pt x="12481" y="7858"/>
                    <a:pt x="14482" y="7862"/>
                  </a:cubicBezTo>
                  <a:cubicBezTo>
                    <a:pt x="14579" y="7862"/>
                    <a:pt x="14677" y="7863"/>
                    <a:pt x="14776" y="7863"/>
                  </a:cubicBezTo>
                  <a:cubicBezTo>
                    <a:pt x="16107" y="7863"/>
                    <a:pt x="17589" y="7805"/>
                    <a:pt x="18794" y="7093"/>
                  </a:cubicBezTo>
                  <a:cubicBezTo>
                    <a:pt x="20483" y="6096"/>
                    <a:pt x="19330" y="4228"/>
                    <a:pt x="18366" y="3075"/>
                  </a:cubicBezTo>
                  <a:cubicBezTo>
                    <a:pt x="16959" y="1395"/>
                    <a:pt x="15150" y="529"/>
                    <a:pt x="13253" y="203"/>
                  </a:cubicBezTo>
                  <a:cubicBezTo>
                    <a:pt x="12410" y="59"/>
                    <a:pt x="11551" y="1"/>
                    <a:pt x="10679"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1"/>
            <p:cNvSpPr/>
            <p:nvPr/>
          </p:nvSpPr>
          <p:spPr>
            <a:xfrm flipH="1">
              <a:off x="-177778" y="2104689"/>
              <a:ext cx="9361694" cy="2012360"/>
            </a:xfrm>
            <a:custGeom>
              <a:rect b="b" l="l" r="r" t="t"/>
              <a:pathLst>
                <a:path extrusionOk="0" h="50287" w="233940">
                  <a:moveTo>
                    <a:pt x="233940" y="0"/>
                  </a:moveTo>
                  <a:cubicBezTo>
                    <a:pt x="230479" y="1532"/>
                    <a:pt x="227264" y="3838"/>
                    <a:pt x="224035" y="6016"/>
                  </a:cubicBezTo>
                  <a:cubicBezTo>
                    <a:pt x="219999" y="8735"/>
                    <a:pt x="215918" y="11195"/>
                    <a:pt x="211510" y="12795"/>
                  </a:cubicBezTo>
                  <a:cubicBezTo>
                    <a:pt x="205977" y="14804"/>
                    <a:pt x="200252" y="15619"/>
                    <a:pt x="194517" y="15619"/>
                  </a:cubicBezTo>
                  <a:cubicBezTo>
                    <a:pt x="191019" y="15619"/>
                    <a:pt x="187518" y="15316"/>
                    <a:pt x="184053" y="14796"/>
                  </a:cubicBezTo>
                  <a:cubicBezTo>
                    <a:pt x="174879" y="13417"/>
                    <a:pt x="165892" y="10575"/>
                    <a:pt x="156983" y="7553"/>
                  </a:cubicBezTo>
                  <a:cubicBezTo>
                    <a:pt x="154186" y="6603"/>
                    <a:pt x="151295" y="5923"/>
                    <a:pt x="148402" y="5923"/>
                  </a:cubicBezTo>
                  <a:cubicBezTo>
                    <a:pt x="147105" y="5923"/>
                    <a:pt x="145807" y="6060"/>
                    <a:pt x="144518" y="6370"/>
                  </a:cubicBezTo>
                  <a:cubicBezTo>
                    <a:pt x="141010" y="7213"/>
                    <a:pt x="137841" y="9316"/>
                    <a:pt x="134862" y="11732"/>
                  </a:cubicBezTo>
                  <a:cubicBezTo>
                    <a:pt x="131415" y="14529"/>
                    <a:pt x="128149" y="17665"/>
                    <a:pt x="124700" y="20457"/>
                  </a:cubicBezTo>
                  <a:cubicBezTo>
                    <a:pt x="120681" y="23709"/>
                    <a:pt x="116461" y="26565"/>
                    <a:pt x="112085" y="28971"/>
                  </a:cubicBezTo>
                  <a:cubicBezTo>
                    <a:pt x="103869" y="33488"/>
                    <a:pt x="95132" y="36387"/>
                    <a:pt x="86236" y="37674"/>
                  </a:cubicBezTo>
                  <a:cubicBezTo>
                    <a:pt x="82434" y="38224"/>
                    <a:pt x="78620" y="38471"/>
                    <a:pt x="74803" y="38471"/>
                  </a:cubicBezTo>
                  <a:cubicBezTo>
                    <a:pt x="58405" y="38471"/>
                    <a:pt x="41951" y="33908"/>
                    <a:pt x="26125" y="29171"/>
                  </a:cubicBezTo>
                  <a:cubicBezTo>
                    <a:pt x="17408" y="26561"/>
                    <a:pt x="8732" y="23693"/>
                    <a:pt x="0" y="21148"/>
                  </a:cubicBezTo>
                  <a:lnTo>
                    <a:pt x="0" y="30371"/>
                  </a:lnTo>
                  <a:cubicBezTo>
                    <a:pt x="3472" y="33108"/>
                    <a:pt x="7489" y="35009"/>
                    <a:pt x="11115" y="36595"/>
                  </a:cubicBezTo>
                  <a:cubicBezTo>
                    <a:pt x="17532" y="39404"/>
                    <a:pt x="24220" y="41608"/>
                    <a:pt x="30929" y="42938"/>
                  </a:cubicBezTo>
                  <a:cubicBezTo>
                    <a:pt x="38228" y="44386"/>
                    <a:pt x="45630" y="44923"/>
                    <a:pt x="53022" y="44923"/>
                  </a:cubicBezTo>
                  <a:cubicBezTo>
                    <a:pt x="55748" y="44923"/>
                    <a:pt x="58473" y="44850"/>
                    <a:pt x="61191" y="44723"/>
                  </a:cubicBezTo>
                  <a:cubicBezTo>
                    <a:pt x="71533" y="44237"/>
                    <a:pt x="81978" y="43258"/>
                    <a:pt x="92233" y="41498"/>
                  </a:cubicBezTo>
                  <a:cubicBezTo>
                    <a:pt x="102742" y="39694"/>
                    <a:pt x="112661" y="35767"/>
                    <a:pt x="122701" y="31597"/>
                  </a:cubicBezTo>
                  <a:cubicBezTo>
                    <a:pt x="132437" y="27557"/>
                    <a:pt x="142206" y="24207"/>
                    <a:pt x="152521" y="24092"/>
                  </a:cubicBezTo>
                  <a:cubicBezTo>
                    <a:pt x="152754" y="24089"/>
                    <a:pt x="152988" y="24088"/>
                    <a:pt x="153222" y="24088"/>
                  </a:cubicBezTo>
                  <a:cubicBezTo>
                    <a:pt x="163194" y="24088"/>
                    <a:pt x="173100" y="26520"/>
                    <a:pt x="182555" y="30450"/>
                  </a:cubicBezTo>
                  <a:cubicBezTo>
                    <a:pt x="187610" y="32550"/>
                    <a:pt x="192565" y="35025"/>
                    <a:pt x="197604" y="37193"/>
                  </a:cubicBezTo>
                  <a:cubicBezTo>
                    <a:pt x="202625" y="39352"/>
                    <a:pt x="207681" y="41382"/>
                    <a:pt x="212770" y="43265"/>
                  </a:cubicBezTo>
                  <a:cubicBezTo>
                    <a:pt x="219747" y="45846"/>
                    <a:pt x="226825" y="48256"/>
                    <a:pt x="233940" y="50286"/>
                  </a:cubicBezTo>
                  <a:lnTo>
                    <a:pt x="233940" y="34729"/>
                  </a:lnTo>
                  <a:cubicBezTo>
                    <a:pt x="233339" y="34539"/>
                    <a:pt x="232731" y="34368"/>
                    <a:pt x="232112" y="34224"/>
                  </a:cubicBezTo>
                  <a:cubicBezTo>
                    <a:pt x="229270" y="33551"/>
                    <a:pt x="226381" y="33250"/>
                    <a:pt x="223499" y="32996"/>
                  </a:cubicBezTo>
                  <a:cubicBezTo>
                    <a:pt x="219753" y="32668"/>
                    <a:pt x="216005" y="32333"/>
                    <a:pt x="212261" y="31960"/>
                  </a:cubicBezTo>
                  <a:cubicBezTo>
                    <a:pt x="208072" y="31543"/>
                    <a:pt x="203886" y="31089"/>
                    <a:pt x="199705" y="30539"/>
                  </a:cubicBezTo>
                  <a:cubicBezTo>
                    <a:pt x="195713" y="30014"/>
                    <a:pt x="191661" y="29550"/>
                    <a:pt x="187710" y="28635"/>
                  </a:cubicBezTo>
                  <a:cubicBezTo>
                    <a:pt x="184185" y="27821"/>
                    <a:pt x="180587" y="27222"/>
                    <a:pt x="177204" y="25665"/>
                  </a:cubicBezTo>
                  <a:cubicBezTo>
                    <a:pt x="175719" y="24980"/>
                    <a:pt x="173996" y="24080"/>
                    <a:pt x="173054" y="22380"/>
                  </a:cubicBezTo>
                  <a:cubicBezTo>
                    <a:pt x="172381" y="21164"/>
                    <a:pt x="172300" y="19467"/>
                    <a:pt x="173266" y="18466"/>
                  </a:cubicBezTo>
                  <a:cubicBezTo>
                    <a:pt x="174400" y="17293"/>
                    <a:pt x="176205" y="17248"/>
                    <a:pt x="177591" y="17230"/>
                  </a:cubicBezTo>
                  <a:cubicBezTo>
                    <a:pt x="177667" y="17230"/>
                    <a:pt x="177743" y="17229"/>
                    <a:pt x="177820" y="17229"/>
                  </a:cubicBezTo>
                  <a:cubicBezTo>
                    <a:pt x="179957" y="17229"/>
                    <a:pt x="182098" y="17572"/>
                    <a:pt x="184206" y="17983"/>
                  </a:cubicBezTo>
                  <a:cubicBezTo>
                    <a:pt x="186167" y="18365"/>
                    <a:pt x="188113" y="18845"/>
                    <a:pt x="190056" y="19342"/>
                  </a:cubicBezTo>
                  <a:cubicBezTo>
                    <a:pt x="192155" y="19880"/>
                    <a:pt x="194290" y="20178"/>
                    <a:pt x="196416" y="20482"/>
                  </a:cubicBezTo>
                  <a:cubicBezTo>
                    <a:pt x="200378" y="21047"/>
                    <a:pt x="204372" y="21430"/>
                    <a:pt x="208364" y="21430"/>
                  </a:cubicBezTo>
                  <a:cubicBezTo>
                    <a:pt x="209889" y="21430"/>
                    <a:pt x="211413" y="21374"/>
                    <a:pt x="212936" y="21251"/>
                  </a:cubicBezTo>
                  <a:cubicBezTo>
                    <a:pt x="218320" y="20818"/>
                    <a:pt x="223791" y="19532"/>
                    <a:pt x="228641" y="16425"/>
                  </a:cubicBezTo>
                  <a:cubicBezTo>
                    <a:pt x="230586" y="15179"/>
                    <a:pt x="232358" y="13636"/>
                    <a:pt x="233940" y="11842"/>
                  </a:cubicBezTo>
                  <a:lnTo>
                    <a:pt x="233940" y="0"/>
                  </a:ln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1"/>
            <p:cNvSpPr/>
            <p:nvPr/>
          </p:nvSpPr>
          <p:spPr>
            <a:xfrm flipH="1">
              <a:off x="4029862" y="3520528"/>
              <a:ext cx="5153814" cy="1015564"/>
            </a:xfrm>
            <a:custGeom>
              <a:rect b="b" l="l" r="r" t="t"/>
              <a:pathLst>
                <a:path extrusionOk="0" h="25378" w="128789">
                  <a:moveTo>
                    <a:pt x="125460" y="1"/>
                  </a:moveTo>
                  <a:cubicBezTo>
                    <a:pt x="124112" y="1"/>
                    <a:pt x="122755" y="233"/>
                    <a:pt x="121432" y="495"/>
                  </a:cubicBezTo>
                  <a:cubicBezTo>
                    <a:pt x="117708" y="1235"/>
                    <a:pt x="114038" y="2428"/>
                    <a:pt x="110408" y="3702"/>
                  </a:cubicBezTo>
                  <a:cubicBezTo>
                    <a:pt x="101528" y="6816"/>
                    <a:pt x="92732" y="10293"/>
                    <a:pt x="83787" y="13112"/>
                  </a:cubicBezTo>
                  <a:cubicBezTo>
                    <a:pt x="72182" y="16772"/>
                    <a:pt x="60329" y="19483"/>
                    <a:pt x="48340" y="19746"/>
                  </a:cubicBezTo>
                  <a:cubicBezTo>
                    <a:pt x="47589" y="19762"/>
                    <a:pt x="46838" y="19771"/>
                    <a:pt x="46087" y="19771"/>
                  </a:cubicBezTo>
                  <a:cubicBezTo>
                    <a:pt x="36277" y="19771"/>
                    <a:pt x="26528" y="18319"/>
                    <a:pt x="17277" y="13958"/>
                  </a:cubicBezTo>
                  <a:cubicBezTo>
                    <a:pt x="14817" y="12796"/>
                    <a:pt x="12434" y="11433"/>
                    <a:pt x="10052" y="10038"/>
                  </a:cubicBezTo>
                  <a:cubicBezTo>
                    <a:pt x="7467" y="8528"/>
                    <a:pt x="4765" y="7378"/>
                    <a:pt x="2106" y="6103"/>
                  </a:cubicBezTo>
                  <a:cubicBezTo>
                    <a:pt x="1402" y="5766"/>
                    <a:pt x="699" y="5418"/>
                    <a:pt x="0" y="5056"/>
                  </a:cubicBezTo>
                  <a:lnTo>
                    <a:pt x="0" y="11211"/>
                  </a:lnTo>
                  <a:cubicBezTo>
                    <a:pt x="4701" y="13100"/>
                    <a:pt x="9362" y="15161"/>
                    <a:pt x="14041" y="17090"/>
                  </a:cubicBezTo>
                  <a:cubicBezTo>
                    <a:pt x="16400" y="18063"/>
                    <a:pt x="18775" y="19117"/>
                    <a:pt x="21195" y="19846"/>
                  </a:cubicBezTo>
                  <a:cubicBezTo>
                    <a:pt x="23656" y="20587"/>
                    <a:pt x="26170" y="20896"/>
                    <a:pt x="28695" y="21030"/>
                  </a:cubicBezTo>
                  <a:cubicBezTo>
                    <a:pt x="33506" y="21285"/>
                    <a:pt x="38258" y="21488"/>
                    <a:pt x="43036" y="22348"/>
                  </a:cubicBezTo>
                  <a:cubicBezTo>
                    <a:pt x="47992" y="23241"/>
                    <a:pt x="52914" y="24461"/>
                    <a:pt x="57900" y="25055"/>
                  </a:cubicBezTo>
                  <a:cubicBezTo>
                    <a:pt x="59669" y="25266"/>
                    <a:pt x="61430" y="25377"/>
                    <a:pt x="63185" y="25377"/>
                  </a:cubicBezTo>
                  <a:cubicBezTo>
                    <a:pt x="66528" y="25377"/>
                    <a:pt x="69851" y="24974"/>
                    <a:pt x="73168" y="24091"/>
                  </a:cubicBezTo>
                  <a:cubicBezTo>
                    <a:pt x="82572" y="21585"/>
                    <a:pt x="91311" y="16379"/>
                    <a:pt x="100290" y="12209"/>
                  </a:cubicBezTo>
                  <a:cubicBezTo>
                    <a:pt x="102551" y="11159"/>
                    <a:pt x="104832" y="10174"/>
                    <a:pt x="107142" y="9317"/>
                  </a:cubicBezTo>
                  <a:cubicBezTo>
                    <a:pt x="109515" y="8437"/>
                    <a:pt x="111919" y="7831"/>
                    <a:pt x="114326" y="7132"/>
                  </a:cubicBezTo>
                  <a:cubicBezTo>
                    <a:pt x="119263" y="5699"/>
                    <a:pt x="123997" y="3389"/>
                    <a:pt x="128789" y="1350"/>
                  </a:cubicBezTo>
                  <a:cubicBezTo>
                    <a:pt x="128436" y="255"/>
                    <a:pt x="127130" y="101"/>
                    <a:pt x="126329" y="35"/>
                  </a:cubicBezTo>
                  <a:cubicBezTo>
                    <a:pt x="126040" y="12"/>
                    <a:pt x="125750" y="1"/>
                    <a:pt x="125460"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1"/>
            <p:cNvSpPr/>
            <p:nvPr/>
          </p:nvSpPr>
          <p:spPr>
            <a:xfrm flipH="1">
              <a:off x="8233981" y="5486694"/>
              <a:ext cx="949935" cy="459281"/>
            </a:xfrm>
            <a:custGeom>
              <a:rect b="b" l="l" r="r" t="t"/>
              <a:pathLst>
                <a:path extrusionOk="0" h="11477" w="23738">
                  <a:moveTo>
                    <a:pt x="0" y="0"/>
                  </a:moveTo>
                  <a:lnTo>
                    <a:pt x="0" y="7277"/>
                  </a:lnTo>
                  <a:cubicBezTo>
                    <a:pt x="3475" y="8436"/>
                    <a:pt x="6937" y="9675"/>
                    <a:pt x="10474" y="10467"/>
                  </a:cubicBezTo>
                  <a:cubicBezTo>
                    <a:pt x="12599" y="10942"/>
                    <a:pt x="14945" y="11477"/>
                    <a:pt x="17230" y="11477"/>
                  </a:cubicBezTo>
                  <a:cubicBezTo>
                    <a:pt x="18607" y="11477"/>
                    <a:pt x="19963" y="11282"/>
                    <a:pt x="21233" y="10762"/>
                  </a:cubicBezTo>
                  <a:cubicBezTo>
                    <a:pt x="22964" y="10052"/>
                    <a:pt x="23737" y="8373"/>
                    <a:pt x="22783" y="6233"/>
                  </a:cubicBezTo>
                  <a:cubicBezTo>
                    <a:pt x="21854" y="4148"/>
                    <a:pt x="19780" y="3350"/>
                    <a:pt x="18049" y="2892"/>
                  </a:cubicBezTo>
                  <a:cubicBezTo>
                    <a:pt x="14044" y="1834"/>
                    <a:pt x="9964" y="2398"/>
                    <a:pt x="5923" y="1958"/>
                  </a:cubicBezTo>
                  <a:cubicBezTo>
                    <a:pt x="3848" y="1734"/>
                    <a:pt x="1868" y="1036"/>
                    <a:pt x="0"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21"/>
            <p:cNvSpPr/>
            <p:nvPr/>
          </p:nvSpPr>
          <p:spPr>
            <a:xfrm flipH="1">
              <a:off x="-177898" y="3845514"/>
              <a:ext cx="9361814" cy="2217890"/>
            </a:xfrm>
            <a:custGeom>
              <a:rect b="b" l="l" r="r" t="t"/>
              <a:pathLst>
                <a:path extrusionOk="0" h="55423" w="233943">
                  <a:moveTo>
                    <a:pt x="144772" y="1"/>
                  </a:moveTo>
                  <a:cubicBezTo>
                    <a:pt x="142102" y="1"/>
                    <a:pt x="139431" y="96"/>
                    <a:pt x="136766" y="286"/>
                  </a:cubicBezTo>
                  <a:cubicBezTo>
                    <a:pt x="128012" y="909"/>
                    <a:pt x="119276" y="2552"/>
                    <a:pt x="110812" y="5489"/>
                  </a:cubicBezTo>
                  <a:cubicBezTo>
                    <a:pt x="106624" y="6944"/>
                    <a:pt x="102575" y="8874"/>
                    <a:pt x="98468" y="10653"/>
                  </a:cubicBezTo>
                  <a:cubicBezTo>
                    <a:pt x="93953" y="12609"/>
                    <a:pt x="89399" y="14424"/>
                    <a:pt x="84794" y="16010"/>
                  </a:cubicBezTo>
                  <a:cubicBezTo>
                    <a:pt x="74251" y="19642"/>
                    <a:pt x="63428" y="21981"/>
                    <a:pt x="52620" y="21981"/>
                  </a:cubicBezTo>
                  <a:cubicBezTo>
                    <a:pt x="45059" y="21981"/>
                    <a:pt x="37505" y="20836"/>
                    <a:pt x="30059" y="18189"/>
                  </a:cubicBezTo>
                  <a:cubicBezTo>
                    <a:pt x="25579" y="16596"/>
                    <a:pt x="21178" y="14667"/>
                    <a:pt x="16828" y="12578"/>
                  </a:cubicBezTo>
                  <a:cubicBezTo>
                    <a:pt x="12514" y="10509"/>
                    <a:pt x="8272" y="8266"/>
                    <a:pt x="3815" y="6712"/>
                  </a:cubicBezTo>
                  <a:cubicBezTo>
                    <a:pt x="2549" y="6272"/>
                    <a:pt x="1276" y="5888"/>
                    <a:pt x="0" y="5548"/>
                  </a:cubicBezTo>
                  <a:lnTo>
                    <a:pt x="0" y="23614"/>
                  </a:lnTo>
                  <a:cubicBezTo>
                    <a:pt x="12657" y="29572"/>
                    <a:pt x="26166" y="33013"/>
                    <a:pt x="39600" y="33024"/>
                  </a:cubicBezTo>
                  <a:cubicBezTo>
                    <a:pt x="39625" y="33024"/>
                    <a:pt x="39649" y="33024"/>
                    <a:pt x="39674" y="33024"/>
                  </a:cubicBezTo>
                  <a:cubicBezTo>
                    <a:pt x="43920" y="33024"/>
                    <a:pt x="48167" y="32654"/>
                    <a:pt x="52367" y="31843"/>
                  </a:cubicBezTo>
                  <a:cubicBezTo>
                    <a:pt x="54553" y="31420"/>
                    <a:pt x="56709" y="30737"/>
                    <a:pt x="58881" y="30217"/>
                  </a:cubicBezTo>
                  <a:cubicBezTo>
                    <a:pt x="61539" y="29579"/>
                    <a:pt x="64252" y="29008"/>
                    <a:pt x="66965" y="29005"/>
                  </a:cubicBezTo>
                  <a:cubicBezTo>
                    <a:pt x="66982" y="29005"/>
                    <a:pt x="66999" y="29005"/>
                    <a:pt x="67017" y="29005"/>
                  </a:cubicBezTo>
                  <a:cubicBezTo>
                    <a:pt x="68762" y="29005"/>
                    <a:pt x="71102" y="29156"/>
                    <a:pt x="72309" y="31005"/>
                  </a:cubicBezTo>
                  <a:cubicBezTo>
                    <a:pt x="73261" y="32464"/>
                    <a:pt x="73035" y="34779"/>
                    <a:pt x="72433" y="36381"/>
                  </a:cubicBezTo>
                  <a:cubicBezTo>
                    <a:pt x="71760" y="38175"/>
                    <a:pt x="70452" y="39418"/>
                    <a:pt x="69067" y="40261"/>
                  </a:cubicBezTo>
                  <a:cubicBezTo>
                    <a:pt x="65139" y="42655"/>
                    <a:pt x="60371" y="42850"/>
                    <a:pt x="56096" y="42852"/>
                  </a:cubicBezTo>
                  <a:cubicBezTo>
                    <a:pt x="56089" y="42852"/>
                    <a:pt x="56082" y="42852"/>
                    <a:pt x="56075" y="42852"/>
                  </a:cubicBezTo>
                  <a:cubicBezTo>
                    <a:pt x="46902" y="42852"/>
                    <a:pt x="37792" y="41022"/>
                    <a:pt x="28834" y="38660"/>
                  </a:cubicBezTo>
                  <a:cubicBezTo>
                    <a:pt x="19225" y="36125"/>
                    <a:pt x="9684" y="33151"/>
                    <a:pt x="0" y="31087"/>
                  </a:cubicBezTo>
                  <a:lnTo>
                    <a:pt x="0" y="40459"/>
                  </a:lnTo>
                  <a:cubicBezTo>
                    <a:pt x="415" y="40687"/>
                    <a:pt x="838" y="40900"/>
                    <a:pt x="1269" y="41094"/>
                  </a:cubicBezTo>
                  <a:cubicBezTo>
                    <a:pt x="3834" y="42246"/>
                    <a:pt x="6360" y="42550"/>
                    <a:pt x="9049" y="42595"/>
                  </a:cubicBezTo>
                  <a:cubicBezTo>
                    <a:pt x="11321" y="42632"/>
                    <a:pt x="13601" y="42650"/>
                    <a:pt x="15862" y="42966"/>
                  </a:cubicBezTo>
                  <a:cubicBezTo>
                    <a:pt x="17766" y="43232"/>
                    <a:pt x="19811" y="43645"/>
                    <a:pt x="21476" y="44925"/>
                  </a:cubicBezTo>
                  <a:cubicBezTo>
                    <a:pt x="22689" y="45858"/>
                    <a:pt x="23822" y="47631"/>
                    <a:pt x="23620" y="49546"/>
                  </a:cubicBezTo>
                  <a:cubicBezTo>
                    <a:pt x="23450" y="51198"/>
                    <a:pt x="22153" y="51995"/>
                    <a:pt x="21013" y="52388"/>
                  </a:cubicBezTo>
                  <a:cubicBezTo>
                    <a:pt x="19769" y="52816"/>
                    <a:pt x="18468" y="52983"/>
                    <a:pt x="17149" y="52983"/>
                  </a:cubicBezTo>
                  <a:cubicBezTo>
                    <a:pt x="14678" y="52983"/>
                    <a:pt x="12147" y="52396"/>
                    <a:pt x="9822" y="51845"/>
                  </a:cubicBezTo>
                  <a:cubicBezTo>
                    <a:pt x="6510" y="51059"/>
                    <a:pt x="3259" y="49899"/>
                    <a:pt x="0" y="48810"/>
                  </a:cubicBezTo>
                  <a:lnTo>
                    <a:pt x="0" y="54602"/>
                  </a:lnTo>
                  <a:cubicBezTo>
                    <a:pt x="5036" y="55007"/>
                    <a:pt x="10079" y="55225"/>
                    <a:pt x="15119" y="55348"/>
                  </a:cubicBezTo>
                  <a:cubicBezTo>
                    <a:pt x="17082" y="55396"/>
                    <a:pt x="19048" y="55423"/>
                    <a:pt x="21015" y="55423"/>
                  </a:cubicBezTo>
                  <a:cubicBezTo>
                    <a:pt x="29997" y="55423"/>
                    <a:pt x="38994" y="54866"/>
                    <a:pt x="47880" y="53219"/>
                  </a:cubicBezTo>
                  <a:cubicBezTo>
                    <a:pt x="52943" y="52282"/>
                    <a:pt x="58028" y="51048"/>
                    <a:pt x="62912" y="49101"/>
                  </a:cubicBezTo>
                  <a:cubicBezTo>
                    <a:pt x="67581" y="47240"/>
                    <a:pt x="72025" y="44594"/>
                    <a:pt x="76326" y="41657"/>
                  </a:cubicBezTo>
                  <a:cubicBezTo>
                    <a:pt x="84683" y="35949"/>
                    <a:pt x="92557" y="29085"/>
                    <a:pt x="101261" y="24207"/>
                  </a:cubicBezTo>
                  <a:cubicBezTo>
                    <a:pt x="110109" y="19249"/>
                    <a:pt x="119692" y="17446"/>
                    <a:pt x="129288" y="16670"/>
                  </a:cubicBezTo>
                  <a:cubicBezTo>
                    <a:pt x="132649" y="16399"/>
                    <a:pt x="136013" y="16271"/>
                    <a:pt x="139377" y="16271"/>
                  </a:cubicBezTo>
                  <a:cubicBezTo>
                    <a:pt x="157478" y="16271"/>
                    <a:pt x="175585" y="19963"/>
                    <a:pt x="193212" y="24804"/>
                  </a:cubicBezTo>
                  <a:cubicBezTo>
                    <a:pt x="203630" y="27665"/>
                    <a:pt x="214279" y="30372"/>
                    <a:pt x="224304" y="35040"/>
                  </a:cubicBezTo>
                  <a:cubicBezTo>
                    <a:pt x="227597" y="36575"/>
                    <a:pt x="230795" y="38437"/>
                    <a:pt x="233942" y="40411"/>
                  </a:cubicBezTo>
                  <a:lnTo>
                    <a:pt x="233942" y="31703"/>
                  </a:lnTo>
                  <a:cubicBezTo>
                    <a:pt x="228231" y="27859"/>
                    <a:pt x="222155" y="24807"/>
                    <a:pt x="216214" y="21705"/>
                  </a:cubicBezTo>
                  <a:cubicBezTo>
                    <a:pt x="207456" y="17134"/>
                    <a:pt x="198525" y="13002"/>
                    <a:pt x="189487" y="9410"/>
                  </a:cubicBezTo>
                  <a:cubicBezTo>
                    <a:pt x="180687" y="5912"/>
                    <a:pt x="171778" y="2926"/>
                    <a:pt x="162615" y="1437"/>
                  </a:cubicBezTo>
                  <a:cubicBezTo>
                    <a:pt x="156702" y="476"/>
                    <a:pt x="150736" y="1"/>
                    <a:pt x="144772"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1"/>
            <p:cNvSpPr/>
            <p:nvPr/>
          </p:nvSpPr>
          <p:spPr>
            <a:xfrm flipH="1">
              <a:off x="-177871" y="4760126"/>
              <a:ext cx="4960169" cy="2176352"/>
            </a:xfrm>
            <a:custGeom>
              <a:rect b="b" l="l" r="r" t="t"/>
              <a:pathLst>
                <a:path extrusionOk="0" h="54385" w="123950">
                  <a:moveTo>
                    <a:pt x="25687" y="0"/>
                  </a:moveTo>
                  <a:cubicBezTo>
                    <a:pt x="25613" y="0"/>
                    <a:pt x="25540" y="0"/>
                    <a:pt x="25467" y="0"/>
                  </a:cubicBezTo>
                  <a:cubicBezTo>
                    <a:pt x="22189" y="8"/>
                    <a:pt x="18895" y="286"/>
                    <a:pt x="15653" y="893"/>
                  </a:cubicBezTo>
                  <a:cubicBezTo>
                    <a:pt x="12106" y="1558"/>
                    <a:pt x="8455" y="2579"/>
                    <a:pt x="5276" y="4757"/>
                  </a:cubicBezTo>
                  <a:cubicBezTo>
                    <a:pt x="2358" y="6754"/>
                    <a:pt x="1" y="10011"/>
                    <a:pt x="133" y="14446"/>
                  </a:cubicBezTo>
                  <a:cubicBezTo>
                    <a:pt x="289" y="19675"/>
                    <a:pt x="3866" y="23250"/>
                    <a:pt x="7286" y="25363"/>
                  </a:cubicBezTo>
                  <a:cubicBezTo>
                    <a:pt x="11223" y="27796"/>
                    <a:pt x="15408" y="28684"/>
                    <a:pt x="19651" y="28684"/>
                  </a:cubicBezTo>
                  <a:cubicBezTo>
                    <a:pt x="25154" y="28684"/>
                    <a:pt x="30756" y="27191"/>
                    <a:pt x="36046" y="25632"/>
                  </a:cubicBezTo>
                  <a:cubicBezTo>
                    <a:pt x="41465" y="24035"/>
                    <a:pt x="46862" y="22167"/>
                    <a:pt x="52380" y="21177"/>
                  </a:cubicBezTo>
                  <a:cubicBezTo>
                    <a:pt x="56587" y="20424"/>
                    <a:pt x="60828" y="20023"/>
                    <a:pt x="65073" y="20023"/>
                  </a:cubicBezTo>
                  <a:cubicBezTo>
                    <a:pt x="66363" y="20023"/>
                    <a:pt x="67654" y="20060"/>
                    <a:pt x="68944" y="20135"/>
                  </a:cubicBezTo>
                  <a:cubicBezTo>
                    <a:pt x="79965" y="20783"/>
                    <a:pt x="90870" y="24103"/>
                    <a:pt x="100937" y="29809"/>
                  </a:cubicBezTo>
                  <a:cubicBezTo>
                    <a:pt x="105755" y="32540"/>
                    <a:pt x="110519" y="35684"/>
                    <a:pt x="114557" y="40038"/>
                  </a:cubicBezTo>
                  <a:cubicBezTo>
                    <a:pt x="118056" y="43811"/>
                    <a:pt x="120978" y="48359"/>
                    <a:pt x="123419" y="53277"/>
                  </a:cubicBezTo>
                  <a:cubicBezTo>
                    <a:pt x="123600" y="53644"/>
                    <a:pt x="123773" y="54016"/>
                    <a:pt x="123950" y="54384"/>
                  </a:cubicBezTo>
                  <a:lnTo>
                    <a:pt x="123950" y="30590"/>
                  </a:lnTo>
                  <a:cubicBezTo>
                    <a:pt x="115011" y="23740"/>
                    <a:pt x="104675" y="20070"/>
                    <a:pt x="94699" y="16430"/>
                  </a:cubicBezTo>
                  <a:cubicBezTo>
                    <a:pt x="83278" y="12265"/>
                    <a:pt x="71945" y="7950"/>
                    <a:pt x="60279" y="4996"/>
                  </a:cubicBezTo>
                  <a:cubicBezTo>
                    <a:pt x="48938" y="2125"/>
                    <a:pt x="37275" y="0"/>
                    <a:pt x="25687"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1"/>
            <p:cNvSpPr/>
            <p:nvPr/>
          </p:nvSpPr>
          <p:spPr>
            <a:xfrm flipH="1">
              <a:off x="4604554" y="5541999"/>
              <a:ext cx="4579363" cy="1972262"/>
            </a:xfrm>
            <a:custGeom>
              <a:rect b="b" l="l" r="r" t="t"/>
              <a:pathLst>
                <a:path extrusionOk="0" h="49285" w="114434">
                  <a:moveTo>
                    <a:pt x="97111" y="0"/>
                  </a:moveTo>
                  <a:cubicBezTo>
                    <a:pt x="92375" y="0"/>
                    <a:pt x="88229" y="4066"/>
                    <a:pt x="85079" y="8725"/>
                  </a:cubicBezTo>
                  <a:cubicBezTo>
                    <a:pt x="81036" y="14698"/>
                    <a:pt x="78056" y="22263"/>
                    <a:pt x="72346" y="26006"/>
                  </a:cubicBezTo>
                  <a:cubicBezTo>
                    <a:pt x="69011" y="28192"/>
                    <a:pt x="65286" y="29191"/>
                    <a:pt x="61597" y="29874"/>
                  </a:cubicBezTo>
                  <a:cubicBezTo>
                    <a:pt x="57172" y="30696"/>
                    <a:pt x="52733" y="31343"/>
                    <a:pt x="48270" y="31736"/>
                  </a:cubicBezTo>
                  <a:cubicBezTo>
                    <a:pt x="43819" y="32127"/>
                    <a:pt x="39334" y="32342"/>
                    <a:pt x="34849" y="32342"/>
                  </a:cubicBezTo>
                  <a:cubicBezTo>
                    <a:pt x="29827" y="32342"/>
                    <a:pt x="24804" y="32073"/>
                    <a:pt x="19828" y="31484"/>
                  </a:cubicBezTo>
                  <a:cubicBezTo>
                    <a:pt x="13156" y="30694"/>
                    <a:pt x="6527" y="29288"/>
                    <a:pt x="0" y="27342"/>
                  </a:cubicBezTo>
                  <a:lnTo>
                    <a:pt x="0" y="45284"/>
                  </a:lnTo>
                  <a:cubicBezTo>
                    <a:pt x="0" y="47494"/>
                    <a:pt x="1415" y="49285"/>
                    <a:pt x="3161" y="49285"/>
                  </a:cubicBezTo>
                  <a:lnTo>
                    <a:pt x="54554" y="49285"/>
                  </a:lnTo>
                  <a:cubicBezTo>
                    <a:pt x="57524" y="43691"/>
                    <a:pt x="61460" y="38933"/>
                    <a:pt x="66165" y="35699"/>
                  </a:cubicBezTo>
                  <a:cubicBezTo>
                    <a:pt x="74007" y="30307"/>
                    <a:pt x="82814" y="29860"/>
                    <a:pt x="91444" y="28199"/>
                  </a:cubicBezTo>
                  <a:cubicBezTo>
                    <a:pt x="94850" y="27544"/>
                    <a:pt x="98284" y="26656"/>
                    <a:pt x="101576" y="25345"/>
                  </a:cubicBezTo>
                  <a:cubicBezTo>
                    <a:pt x="104402" y="24220"/>
                    <a:pt x="107468" y="22637"/>
                    <a:pt x="109397" y="19658"/>
                  </a:cubicBezTo>
                  <a:cubicBezTo>
                    <a:pt x="114434" y="11884"/>
                    <a:pt x="106261" y="3395"/>
                    <a:pt x="100927" y="890"/>
                  </a:cubicBezTo>
                  <a:cubicBezTo>
                    <a:pt x="99620" y="276"/>
                    <a:pt x="98345" y="0"/>
                    <a:pt x="9711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1"/>
            <p:cNvSpPr/>
            <p:nvPr/>
          </p:nvSpPr>
          <p:spPr>
            <a:xfrm flipH="1">
              <a:off x="2000741" y="6801847"/>
              <a:ext cx="4319449" cy="712432"/>
            </a:xfrm>
            <a:custGeom>
              <a:rect b="b" l="l" r="r" t="t"/>
              <a:pathLst>
                <a:path extrusionOk="0" h="17803" w="107939">
                  <a:moveTo>
                    <a:pt x="27543" y="0"/>
                  </a:moveTo>
                  <a:cubicBezTo>
                    <a:pt x="27240" y="0"/>
                    <a:pt x="26937" y="6"/>
                    <a:pt x="26634" y="18"/>
                  </a:cubicBezTo>
                  <a:cubicBezTo>
                    <a:pt x="24027" y="121"/>
                    <a:pt x="21392" y="745"/>
                    <a:pt x="19094" y="2364"/>
                  </a:cubicBezTo>
                  <a:cubicBezTo>
                    <a:pt x="18481" y="2797"/>
                    <a:pt x="16577" y="4050"/>
                    <a:pt x="17537" y="5118"/>
                  </a:cubicBezTo>
                  <a:cubicBezTo>
                    <a:pt x="18117" y="5762"/>
                    <a:pt x="19161" y="5928"/>
                    <a:pt x="19890" y="6091"/>
                  </a:cubicBezTo>
                  <a:cubicBezTo>
                    <a:pt x="23855" y="6979"/>
                    <a:pt x="27949" y="6569"/>
                    <a:pt x="31949" y="6998"/>
                  </a:cubicBezTo>
                  <a:cubicBezTo>
                    <a:pt x="35180" y="7344"/>
                    <a:pt x="39652" y="7834"/>
                    <a:pt x="41798" y="11379"/>
                  </a:cubicBezTo>
                  <a:cubicBezTo>
                    <a:pt x="41873" y="11504"/>
                    <a:pt x="41874" y="11697"/>
                    <a:pt x="41748" y="11777"/>
                  </a:cubicBezTo>
                  <a:cubicBezTo>
                    <a:pt x="40684" y="12461"/>
                    <a:pt x="39488" y="12703"/>
                    <a:pt x="38262" y="12703"/>
                  </a:cubicBezTo>
                  <a:cubicBezTo>
                    <a:pt x="36542" y="12703"/>
                    <a:pt x="34763" y="12227"/>
                    <a:pt x="33207" y="11823"/>
                  </a:cubicBezTo>
                  <a:cubicBezTo>
                    <a:pt x="31601" y="11407"/>
                    <a:pt x="30013" y="10894"/>
                    <a:pt x="28412" y="10466"/>
                  </a:cubicBezTo>
                  <a:cubicBezTo>
                    <a:pt x="26593" y="9980"/>
                    <a:pt x="24742" y="9711"/>
                    <a:pt x="22919" y="9248"/>
                  </a:cubicBezTo>
                  <a:cubicBezTo>
                    <a:pt x="18811" y="8207"/>
                    <a:pt x="14751" y="6811"/>
                    <a:pt x="10581" y="6185"/>
                  </a:cubicBezTo>
                  <a:cubicBezTo>
                    <a:pt x="9499" y="6023"/>
                    <a:pt x="8286" y="5852"/>
                    <a:pt x="7075" y="5852"/>
                  </a:cubicBezTo>
                  <a:cubicBezTo>
                    <a:pt x="5505" y="5852"/>
                    <a:pt x="3938" y="6139"/>
                    <a:pt x="2667" y="7101"/>
                  </a:cubicBezTo>
                  <a:cubicBezTo>
                    <a:pt x="702" y="8588"/>
                    <a:pt x="1" y="12230"/>
                    <a:pt x="827" y="14868"/>
                  </a:cubicBezTo>
                  <a:cubicBezTo>
                    <a:pt x="1191" y="16035"/>
                    <a:pt x="1835" y="16995"/>
                    <a:pt x="2588" y="17803"/>
                  </a:cubicBezTo>
                  <a:lnTo>
                    <a:pt x="107349" y="17803"/>
                  </a:lnTo>
                  <a:cubicBezTo>
                    <a:pt x="107939" y="14229"/>
                    <a:pt x="104542" y="9947"/>
                    <a:pt x="102361" y="8404"/>
                  </a:cubicBezTo>
                  <a:cubicBezTo>
                    <a:pt x="99751" y="6560"/>
                    <a:pt x="96718" y="5974"/>
                    <a:pt x="93716" y="5974"/>
                  </a:cubicBezTo>
                  <a:cubicBezTo>
                    <a:pt x="92496" y="5974"/>
                    <a:pt x="91282" y="6070"/>
                    <a:pt x="90103" y="6219"/>
                  </a:cubicBezTo>
                  <a:cubicBezTo>
                    <a:pt x="87978" y="6486"/>
                    <a:pt x="85895" y="7048"/>
                    <a:pt x="83786" y="7444"/>
                  </a:cubicBezTo>
                  <a:cubicBezTo>
                    <a:pt x="81051" y="7961"/>
                    <a:pt x="78295" y="8278"/>
                    <a:pt x="75534" y="8442"/>
                  </a:cubicBezTo>
                  <a:cubicBezTo>
                    <a:pt x="74026" y="8532"/>
                    <a:pt x="72516" y="8576"/>
                    <a:pt x="71005" y="8576"/>
                  </a:cubicBezTo>
                  <a:cubicBezTo>
                    <a:pt x="66567" y="8576"/>
                    <a:pt x="62125" y="8194"/>
                    <a:pt x="57730" y="7447"/>
                  </a:cubicBezTo>
                  <a:cubicBezTo>
                    <a:pt x="52546" y="6565"/>
                    <a:pt x="47524" y="4962"/>
                    <a:pt x="42478" y="3264"/>
                  </a:cubicBezTo>
                  <a:cubicBezTo>
                    <a:pt x="37619" y="1632"/>
                    <a:pt x="32605" y="0"/>
                    <a:pt x="27543"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1"/>
            <p:cNvSpPr/>
            <p:nvPr/>
          </p:nvSpPr>
          <p:spPr>
            <a:xfrm flipH="1">
              <a:off x="387612" y="6797685"/>
              <a:ext cx="658408" cy="716833"/>
            </a:xfrm>
            <a:custGeom>
              <a:rect b="b" l="l" r="r" t="t"/>
              <a:pathLst>
                <a:path extrusionOk="0" h="17913" w="16453">
                  <a:moveTo>
                    <a:pt x="3031" y="0"/>
                  </a:moveTo>
                  <a:cubicBezTo>
                    <a:pt x="3004" y="0"/>
                    <a:pt x="2977" y="1"/>
                    <a:pt x="2950" y="2"/>
                  </a:cubicBezTo>
                  <a:cubicBezTo>
                    <a:pt x="1" y="132"/>
                    <a:pt x="2474" y="3624"/>
                    <a:pt x="3374" y="4819"/>
                  </a:cubicBezTo>
                  <a:cubicBezTo>
                    <a:pt x="5353" y="7446"/>
                    <a:pt x="8065" y="13097"/>
                    <a:pt x="8485" y="17912"/>
                  </a:cubicBezTo>
                  <a:lnTo>
                    <a:pt x="16452" y="17912"/>
                  </a:lnTo>
                  <a:cubicBezTo>
                    <a:pt x="15488" y="16742"/>
                    <a:pt x="14559" y="15523"/>
                    <a:pt x="13682" y="14232"/>
                  </a:cubicBezTo>
                  <a:cubicBezTo>
                    <a:pt x="11356" y="10805"/>
                    <a:pt x="9597" y="6836"/>
                    <a:pt x="7171" y="3507"/>
                  </a:cubicBezTo>
                  <a:cubicBezTo>
                    <a:pt x="6176" y="2144"/>
                    <a:pt x="4651" y="0"/>
                    <a:pt x="303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1"/>
            <p:cNvSpPr/>
            <p:nvPr/>
          </p:nvSpPr>
          <p:spPr>
            <a:xfrm flipH="1">
              <a:off x="-177798" y="5967071"/>
              <a:ext cx="4326332" cy="1547277"/>
            </a:xfrm>
            <a:custGeom>
              <a:rect b="b" l="l" r="r" t="t"/>
              <a:pathLst>
                <a:path extrusionOk="0" h="38665" w="108111">
                  <a:moveTo>
                    <a:pt x="45814" y="1"/>
                  </a:moveTo>
                  <a:cubicBezTo>
                    <a:pt x="35137" y="1"/>
                    <a:pt x="24388" y="2076"/>
                    <a:pt x="14090" y="5571"/>
                  </a:cubicBezTo>
                  <a:cubicBezTo>
                    <a:pt x="10624" y="6748"/>
                    <a:pt x="7061" y="8059"/>
                    <a:pt x="3946" y="10366"/>
                  </a:cubicBezTo>
                  <a:cubicBezTo>
                    <a:pt x="2615" y="11352"/>
                    <a:pt x="1078" y="12695"/>
                    <a:pt x="565" y="14641"/>
                  </a:cubicBezTo>
                  <a:cubicBezTo>
                    <a:pt x="1" y="16782"/>
                    <a:pt x="1151" y="18845"/>
                    <a:pt x="2414" y="20142"/>
                  </a:cubicBezTo>
                  <a:cubicBezTo>
                    <a:pt x="4524" y="22313"/>
                    <a:pt x="7328" y="22930"/>
                    <a:pt x="10110" y="22930"/>
                  </a:cubicBezTo>
                  <a:cubicBezTo>
                    <a:pt x="11691" y="22930"/>
                    <a:pt x="13266" y="22730"/>
                    <a:pt x="14702" y="22504"/>
                  </a:cubicBezTo>
                  <a:cubicBezTo>
                    <a:pt x="19304" y="21780"/>
                    <a:pt x="23791" y="20252"/>
                    <a:pt x="28307" y="18979"/>
                  </a:cubicBezTo>
                  <a:cubicBezTo>
                    <a:pt x="31469" y="18088"/>
                    <a:pt x="34583" y="17727"/>
                    <a:pt x="37812" y="17553"/>
                  </a:cubicBezTo>
                  <a:cubicBezTo>
                    <a:pt x="39567" y="17460"/>
                    <a:pt x="41324" y="17409"/>
                    <a:pt x="43081" y="17409"/>
                  </a:cubicBezTo>
                  <a:cubicBezTo>
                    <a:pt x="45289" y="17409"/>
                    <a:pt x="47497" y="17490"/>
                    <a:pt x="49701" y="17670"/>
                  </a:cubicBezTo>
                  <a:cubicBezTo>
                    <a:pt x="53900" y="18013"/>
                    <a:pt x="58120" y="18692"/>
                    <a:pt x="62182" y="20121"/>
                  </a:cubicBezTo>
                  <a:cubicBezTo>
                    <a:pt x="65643" y="21338"/>
                    <a:pt x="69140" y="23140"/>
                    <a:pt x="71836" y="26229"/>
                  </a:cubicBezTo>
                  <a:cubicBezTo>
                    <a:pt x="74556" y="29344"/>
                    <a:pt x="76197" y="34210"/>
                    <a:pt x="75759" y="38664"/>
                  </a:cubicBezTo>
                  <a:lnTo>
                    <a:pt x="85535" y="38664"/>
                  </a:lnTo>
                  <a:cubicBezTo>
                    <a:pt x="85296" y="35981"/>
                    <a:pt x="84353" y="33119"/>
                    <a:pt x="83500" y="31067"/>
                  </a:cubicBezTo>
                  <a:cubicBezTo>
                    <a:pt x="82723" y="29197"/>
                    <a:pt x="81831" y="27538"/>
                    <a:pt x="80681" y="26012"/>
                  </a:cubicBezTo>
                  <a:cubicBezTo>
                    <a:pt x="79935" y="25023"/>
                    <a:pt x="78306" y="23246"/>
                    <a:pt x="78633" y="21650"/>
                  </a:cubicBezTo>
                  <a:cubicBezTo>
                    <a:pt x="78840" y="20643"/>
                    <a:pt x="79649" y="20281"/>
                    <a:pt x="80449" y="20281"/>
                  </a:cubicBezTo>
                  <a:cubicBezTo>
                    <a:pt x="80893" y="20281"/>
                    <a:pt x="81334" y="20392"/>
                    <a:pt x="81670" y="20567"/>
                  </a:cubicBezTo>
                  <a:cubicBezTo>
                    <a:pt x="83214" y="21372"/>
                    <a:pt x="84460" y="23111"/>
                    <a:pt x="85532" y="24674"/>
                  </a:cubicBezTo>
                  <a:cubicBezTo>
                    <a:pt x="88081" y="28395"/>
                    <a:pt x="90008" y="32694"/>
                    <a:pt x="92680" y="36288"/>
                  </a:cubicBezTo>
                  <a:cubicBezTo>
                    <a:pt x="93289" y="37105"/>
                    <a:pt x="93919" y="37895"/>
                    <a:pt x="94562" y="38663"/>
                  </a:cubicBezTo>
                  <a:lnTo>
                    <a:pt x="104952" y="38663"/>
                  </a:lnTo>
                  <a:cubicBezTo>
                    <a:pt x="106677" y="38663"/>
                    <a:pt x="108077" y="36912"/>
                    <a:pt x="108110" y="34738"/>
                  </a:cubicBezTo>
                  <a:cubicBezTo>
                    <a:pt x="104684" y="32047"/>
                    <a:pt x="101346" y="29175"/>
                    <a:pt x="98018" y="26250"/>
                  </a:cubicBezTo>
                  <a:cubicBezTo>
                    <a:pt x="92264" y="21194"/>
                    <a:pt x="86645" y="15791"/>
                    <a:pt x="80705" y="11085"/>
                  </a:cubicBezTo>
                  <a:cubicBezTo>
                    <a:pt x="70628" y="3099"/>
                    <a:pt x="58598" y="156"/>
                    <a:pt x="46845" y="7"/>
                  </a:cubicBezTo>
                  <a:cubicBezTo>
                    <a:pt x="46501" y="3"/>
                    <a:pt x="46158" y="1"/>
                    <a:pt x="45814"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1"/>
            <p:cNvSpPr/>
            <p:nvPr/>
          </p:nvSpPr>
          <p:spPr>
            <a:xfrm flipH="1">
              <a:off x="-317781" y="-68598"/>
              <a:ext cx="4335896" cy="796099"/>
            </a:xfrm>
            <a:custGeom>
              <a:rect b="b" l="l" r="r" t="t"/>
              <a:pathLst>
                <a:path extrusionOk="0" h="27758" w="108350">
                  <a:moveTo>
                    <a:pt x="51648" y="1"/>
                  </a:moveTo>
                  <a:cubicBezTo>
                    <a:pt x="50846" y="407"/>
                    <a:pt x="50018" y="729"/>
                    <a:pt x="49203" y="1014"/>
                  </a:cubicBezTo>
                  <a:cubicBezTo>
                    <a:pt x="42065" y="3506"/>
                    <a:pt x="34586" y="3501"/>
                    <a:pt x="27241" y="3584"/>
                  </a:cubicBezTo>
                  <a:cubicBezTo>
                    <a:pt x="20757" y="3656"/>
                    <a:pt x="14163" y="3777"/>
                    <a:pt x="7797" y="5515"/>
                  </a:cubicBezTo>
                  <a:cubicBezTo>
                    <a:pt x="5715" y="6083"/>
                    <a:pt x="3438" y="6902"/>
                    <a:pt x="1858" y="8814"/>
                  </a:cubicBezTo>
                  <a:cubicBezTo>
                    <a:pt x="0" y="11058"/>
                    <a:pt x="83" y="14195"/>
                    <a:pt x="776" y="17107"/>
                  </a:cubicBezTo>
                  <a:cubicBezTo>
                    <a:pt x="2438" y="24097"/>
                    <a:pt x="7861" y="27758"/>
                    <a:pt x="13371" y="27758"/>
                  </a:cubicBezTo>
                  <a:cubicBezTo>
                    <a:pt x="13681" y="27758"/>
                    <a:pt x="13992" y="27746"/>
                    <a:pt x="14303" y="27723"/>
                  </a:cubicBezTo>
                  <a:cubicBezTo>
                    <a:pt x="20922" y="27226"/>
                    <a:pt x="26485" y="22282"/>
                    <a:pt x="32673" y="19847"/>
                  </a:cubicBezTo>
                  <a:cubicBezTo>
                    <a:pt x="36195" y="18461"/>
                    <a:pt x="39879" y="17578"/>
                    <a:pt x="43501" y="16728"/>
                  </a:cubicBezTo>
                  <a:cubicBezTo>
                    <a:pt x="47244" y="15849"/>
                    <a:pt x="51012" y="15131"/>
                    <a:pt x="54789" y="14515"/>
                  </a:cubicBezTo>
                  <a:cubicBezTo>
                    <a:pt x="62223" y="13302"/>
                    <a:pt x="69695" y="12486"/>
                    <a:pt x="77160" y="11610"/>
                  </a:cubicBezTo>
                  <a:cubicBezTo>
                    <a:pt x="86796" y="10479"/>
                    <a:pt x="96503" y="9420"/>
                    <a:pt x="106195" y="9420"/>
                  </a:cubicBezTo>
                  <a:cubicBezTo>
                    <a:pt x="106913" y="9420"/>
                    <a:pt x="107630" y="9426"/>
                    <a:pt x="108348" y="9438"/>
                  </a:cubicBezTo>
                  <a:lnTo>
                    <a:pt x="108348" y="4002"/>
                  </a:lnTo>
                  <a:cubicBezTo>
                    <a:pt x="108350" y="1793"/>
                    <a:pt x="106935" y="1"/>
                    <a:pt x="105190" y="1"/>
                  </a:cubicBezTo>
                  <a:lnTo>
                    <a:pt x="90762" y="1"/>
                  </a:lnTo>
                  <a:cubicBezTo>
                    <a:pt x="89703" y="1934"/>
                    <a:pt x="88395" y="3470"/>
                    <a:pt x="86599" y="4557"/>
                  </a:cubicBezTo>
                  <a:cubicBezTo>
                    <a:pt x="83877" y="6208"/>
                    <a:pt x="80880" y="7099"/>
                    <a:pt x="77918" y="7745"/>
                  </a:cubicBezTo>
                  <a:cubicBezTo>
                    <a:pt x="74349" y="8524"/>
                    <a:pt x="70756" y="9202"/>
                    <a:pt x="67162" y="9801"/>
                  </a:cubicBezTo>
                  <a:cubicBezTo>
                    <a:pt x="59627" y="11058"/>
                    <a:pt x="52047" y="11784"/>
                    <a:pt x="44534" y="13253"/>
                  </a:cubicBezTo>
                  <a:cubicBezTo>
                    <a:pt x="40916" y="13963"/>
                    <a:pt x="37300" y="14822"/>
                    <a:pt x="33793" y="16179"/>
                  </a:cubicBezTo>
                  <a:cubicBezTo>
                    <a:pt x="31120" y="17214"/>
                    <a:pt x="28648" y="18964"/>
                    <a:pt x="26050" y="20259"/>
                  </a:cubicBezTo>
                  <a:cubicBezTo>
                    <a:pt x="24092" y="21236"/>
                    <a:pt x="21957" y="22126"/>
                    <a:pt x="19819" y="22126"/>
                  </a:cubicBezTo>
                  <a:cubicBezTo>
                    <a:pt x="19398" y="22126"/>
                    <a:pt x="18976" y="22091"/>
                    <a:pt x="18556" y="22016"/>
                  </a:cubicBezTo>
                  <a:cubicBezTo>
                    <a:pt x="16742" y="21690"/>
                    <a:pt x="14667" y="20360"/>
                    <a:pt x="13727" y="18271"/>
                  </a:cubicBezTo>
                  <a:cubicBezTo>
                    <a:pt x="12111" y="14673"/>
                    <a:pt x="16343" y="12032"/>
                    <a:pt x="18335" y="10924"/>
                  </a:cubicBezTo>
                  <a:cubicBezTo>
                    <a:pt x="29038" y="4972"/>
                    <a:pt x="41116" y="7214"/>
                    <a:pt x="52462" y="6363"/>
                  </a:cubicBezTo>
                  <a:cubicBezTo>
                    <a:pt x="56489" y="6062"/>
                    <a:pt x="60477" y="5377"/>
                    <a:pt x="64377" y="4066"/>
                  </a:cubicBezTo>
                  <a:cubicBezTo>
                    <a:pt x="66858" y="3233"/>
                    <a:pt x="69388" y="2647"/>
                    <a:pt x="71900" y="1973"/>
                  </a:cubicBezTo>
                  <a:cubicBezTo>
                    <a:pt x="74066" y="1391"/>
                    <a:pt x="76235" y="775"/>
                    <a:pt x="78366"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1"/>
            <p:cNvSpPr/>
            <p:nvPr/>
          </p:nvSpPr>
          <p:spPr>
            <a:xfrm flipH="1">
              <a:off x="5196012" y="320365"/>
              <a:ext cx="3996027" cy="864218"/>
            </a:xfrm>
            <a:custGeom>
              <a:rect b="b" l="l" r="r" t="t"/>
              <a:pathLst>
                <a:path extrusionOk="0" h="21596" w="99857">
                  <a:moveTo>
                    <a:pt x="65198" y="399"/>
                  </a:moveTo>
                  <a:cubicBezTo>
                    <a:pt x="72321" y="399"/>
                    <a:pt x="79621" y="1791"/>
                    <a:pt x="86922" y="4550"/>
                  </a:cubicBezTo>
                  <a:cubicBezTo>
                    <a:pt x="89575" y="5554"/>
                    <a:pt x="92653" y="6864"/>
                    <a:pt x="95348" y="8979"/>
                  </a:cubicBezTo>
                  <a:cubicBezTo>
                    <a:pt x="98235" y="11247"/>
                    <a:pt x="99428" y="13677"/>
                    <a:pt x="98898" y="16206"/>
                  </a:cubicBezTo>
                  <a:cubicBezTo>
                    <a:pt x="98311" y="18994"/>
                    <a:pt x="95759" y="19972"/>
                    <a:pt x="93599" y="20511"/>
                  </a:cubicBezTo>
                  <a:cubicBezTo>
                    <a:pt x="91491" y="21039"/>
                    <a:pt x="89309" y="21193"/>
                    <a:pt x="87246" y="21193"/>
                  </a:cubicBezTo>
                  <a:cubicBezTo>
                    <a:pt x="86217" y="21193"/>
                    <a:pt x="85218" y="21155"/>
                    <a:pt x="84273" y="21106"/>
                  </a:cubicBezTo>
                  <a:cubicBezTo>
                    <a:pt x="78503" y="20800"/>
                    <a:pt x="72921" y="19852"/>
                    <a:pt x="67683" y="18295"/>
                  </a:cubicBezTo>
                  <a:cubicBezTo>
                    <a:pt x="64541" y="17362"/>
                    <a:pt x="61400" y="16083"/>
                    <a:pt x="58362" y="14847"/>
                  </a:cubicBezTo>
                  <a:cubicBezTo>
                    <a:pt x="53266" y="12773"/>
                    <a:pt x="47995" y="10628"/>
                    <a:pt x="42530" y="10025"/>
                  </a:cubicBezTo>
                  <a:cubicBezTo>
                    <a:pt x="41682" y="9932"/>
                    <a:pt x="40859" y="9885"/>
                    <a:pt x="40058" y="9885"/>
                  </a:cubicBezTo>
                  <a:cubicBezTo>
                    <a:pt x="36646" y="9885"/>
                    <a:pt x="33636" y="10728"/>
                    <a:pt x="31087" y="12400"/>
                  </a:cubicBezTo>
                  <a:cubicBezTo>
                    <a:pt x="26728" y="15269"/>
                    <a:pt x="22197" y="17122"/>
                    <a:pt x="17235" y="18071"/>
                  </a:cubicBezTo>
                  <a:cubicBezTo>
                    <a:pt x="13172" y="18848"/>
                    <a:pt x="9086" y="19070"/>
                    <a:pt x="5424" y="19070"/>
                  </a:cubicBezTo>
                  <a:cubicBezTo>
                    <a:pt x="3631" y="19070"/>
                    <a:pt x="1941" y="19017"/>
                    <a:pt x="403" y="18949"/>
                  </a:cubicBezTo>
                  <a:lnTo>
                    <a:pt x="403" y="11532"/>
                  </a:lnTo>
                  <a:cubicBezTo>
                    <a:pt x="2361" y="12661"/>
                    <a:pt x="4594" y="13456"/>
                    <a:pt x="7045" y="13900"/>
                  </a:cubicBezTo>
                  <a:cubicBezTo>
                    <a:pt x="8672" y="14195"/>
                    <a:pt x="10356" y="14343"/>
                    <a:pt x="12121" y="14343"/>
                  </a:cubicBezTo>
                  <a:cubicBezTo>
                    <a:pt x="13968" y="14343"/>
                    <a:pt x="15904" y="14181"/>
                    <a:pt x="17957" y="13858"/>
                  </a:cubicBezTo>
                  <a:cubicBezTo>
                    <a:pt x="23076" y="13055"/>
                    <a:pt x="27790" y="10978"/>
                    <a:pt x="32121" y="8853"/>
                  </a:cubicBezTo>
                  <a:lnTo>
                    <a:pt x="32595" y="8620"/>
                  </a:lnTo>
                  <a:cubicBezTo>
                    <a:pt x="37243" y="6337"/>
                    <a:pt x="42049" y="3980"/>
                    <a:pt x="47066" y="2784"/>
                  </a:cubicBezTo>
                  <a:cubicBezTo>
                    <a:pt x="53031" y="1361"/>
                    <a:pt x="58397" y="590"/>
                    <a:pt x="63469" y="426"/>
                  </a:cubicBezTo>
                  <a:cubicBezTo>
                    <a:pt x="64044" y="408"/>
                    <a:pt x="64620" y="399"/>
                    <a:pt x="65198" y="399"/>
                  </a:cubicBezTo>
                  <a:close/>
                  <a:moveTo>
                    <a:pt x="65203" y="1"/>
                  </a:moveTo>
                  <a:cubicBezTo>
                    <a:pt x="64619" y="1"/>
                    <a:pt x="64036" y="10"/>
                    <a:pt x="63455" y="29"/>
                  </a:cubicBezTo>
                  <a:cubicBezTo>
                    <a:pt x="58355" y="192"/>
                    <a:pt x="52963" y="968"/>
                    <a:pt x="46970" y="2396"/>
                  </a:cubicBezTo>
                  <a:cubicBezTo>
                    <a:pt x="41911" y="3604"/>
                    <a:pt x="37084" y="5971"/>
                    <a:pt x="32416" y="8263"/>
                  </a:cubicBezTo>
                  <a:lnTo>
                    <a:pt x="31942" y="8496"/>
                  </a:lnTo>
                  <a:cubicBezTo>
                    <a:pt x="27640" y="10606"/>
                    <a:pt x="22957" y="12670"/>
                    <a:pt x="17892" y="13466"/>
                  </a:cubicBezTo>
                  <a:cubicBezTo>
                    <a:pt x="15860" y="13785"/>
                    <a:pt x="13946" y="13945"/>
                    <a:pt x="12120" y="13945"/>
                  </a:cubicBezTo>
                  <a:cubicBezTo>
                    <a:pt x="10379" y="13945"/>
                    <a:pt x="8719" y="13799"/>
                    <a:pt x="7116" y="13508"/>
                  </a:cubicBezTo>
                  <a:cubicBezTo>
                    <a:pt x="4584" y="13050"/>
                    <a:pt x="2294" y="12211"/>
                    <a:pt x="305" y="11012"/>
                  </a:cubicBezTo>
                  <a:lnTo>
                    <a:pt x="0" y="10828"/>
                  </a:lnTo>
                  <a:lnTo>
                    <a:pt x="0" y="19337"/>
                  </a:lnTo>
                  <a:lnTo>
                    <a:pt x="193" y="19345"/>
                  </a:lnTo>
                  <a:cubicBezTo>
                    <a:pt x="1788" y="19417"/>
                    <a:pt x="3552" y="19474"/>
                    <a:pt x="5427" y="19474"/>
                  </a:cubicBezTo>
                  <a:cubicBezTo>
                    <a:pt x="9110" y="19474"/>
                    <a:pt x="13220" y="19251"/>
                    <a:pt x="17311" y="18469"/>
                  </a:cubicBezTo>
                  <a:cubicBezTo>
                    <a:pt x="22324" y="17509"/>
                    <a:pt x="26904" y="15636"/>
                    <a:pt x="31309" y="12740"/>
                  </a:cubicBezTo>
                  <a:cubicBezTo>
                    <a:pt x="33791" y="11110"/>
                    <a:pt x="36725" y="10287"/>
                    <a:pt x="40058" y="10287"/>
                  </a:cubicBezTo>
                  <a:cubicBezTo>
                    <a:pt x="40845" y="10287"/>
                    <a:pt x="41654" y="10333"/>
                    <a:pt x="42485" y="10425"/>
                  </a:cubicBezTo>
                  <a:cubicBezTo>
                    <a:pt x="47895" y="11021"/>
                    <a:pt x="53139" y="13156"/>
                    <a:pt x="58211" y="15220"/>
                  </a:cubicBezTo>
                  <a:cubicBezTo>
                    <a:pt x="61257" y="16459"/>
                    <a:pt x="64408" y="17742"/>
                    <a:pt x="67568" y="18681"/>
                  </a:cubicBezTo>
                  <a:cubicBezTo>
                    <a:pt x="72838" y="20248"/>
                    <a:pt x="78452" y="21200"/>
                    <a:pt x="84253" y="21507"/>
                  </a:cubicBezTo>
                  <a:cubicBezTo>
                    <a:pt x="85207" y="21557"/>
                    <a:pt x="86216" y="21596"/>
                    <a:pt x="87255" y="21596"/>
                  </a:cubicBezTo>
                  <a:cubicBezTo>
                    <a:pt x="89341" y="21596"/>
                    <a:pt x="91554" y="21438"/>
                    <a:pt x="93697" y="20904"/>
                  </a:cubicBezTo>
                  <a:cubicBezTo>
                    <a:pt x="95795" y="20381"/>
                    <a:pt x="98654" y="19332"/>
                    <a:pt x="99293" y="16292"/>
                  </a:cubicBezTo>
                  <a:cubicBezTo>
                    <a:pt x="99857" y="13600"/>
                    <a:pt x="98614" y="11035"/>
                    <a:pt x="95596" y="8666"/>
                  </a:cubicBezTo>
                  <a:cubicBezTo>
                    <a:pt x="92859" y="6520"/>
                    <a:pt x="89747" y="5193"/>
                    <a:pt x="87062" y="4178"/>
                  </a:cubicBezTo>
                  <a:cubicBezTo>
                    <a:pt x="79719" y="1402"/>
                    <a:pt x="72371" y="1"/>
                    <a:pt x="652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4" name="Google Shape;604;p21"/>
            <p:cNvGrpSpPr/>
            <p:nvPr/>
          </p:nvGrpSpPr>
          <p:grpSpPr>
            <a:xfrm>
              <a:off x="-185781" y="-222600"/>
              <a:ext cx="9377821" cy="2147740"/>
              <a:chOff x="-185781" y="-222600"/>
              <a:chExt cx="9377821" cy="2147740"/>
            </a:xfrm>
          </p:grpSpPr>
          <p:sp>
            <p:nvSpPr>
              <p:cNvPr id="605" name="Google Shape;605;p21"/>
              <p:cNvSpPr/>
              <p:nvPr/>
            </p:nvSpPr>
            <p:spPr>
              <a:xfrm flipH="1">
                <a:off x="-177898" y="-150047"/>
                <a:ext cx="9361814" cy="2075187"/>
              </a:xfrm>
              <a:custGeom>
                <a:rect b="b" l="l" r="r" t="t"/>
                <a:pathLst>
                  <a:path extrusionOk="0" h="51857" w="233943">
                    <a:moveTo>
                      <a:pt x="114254" y="0"/>
                    </a:moveTo>
                    <a:cubicBezTo>
                      <a:pt x="113814" y="3337"/>
                      <a:pt x="107760" y="3970"/>
                      <a:pt x="105882" y="4185"/>
                    </a:cubicBezTo>
                    <a:cubicBezTo>
                      <a:pt x="103480" y="4463"/>
                      <a:pt x="101037" y="4580"/>
                      <a:pt x="98593" y="4580"/>
                    </a:cubicBezTo>
                    <a:cubicBezTo>
                      <a:pt x="96187" y="4580"/>
                      <a:pt x="93780" y="4466"/>
                      <a:pt x="91413" y="4277"/>
                    </a:cubicBezTo>
                    <a:cubicBezTo>
                      <a:pt x="83262" y="3622"/>
                      <a:pt x="75254" y="1586"/>
                      <a:pt x="67197" y="2"/>
                    </a:cubicBezTo>
                    <a:lnTo>
                      <a:pt x="3161" y="2"/>
                    </a:lnTo>
                    <a:cubicBezTo>
                      <a:pt x="1415" y="2"/>
                      <a:pt x="0" y="1794"/>
                      <a:pt x="0" y="4003"/>
                    </a:cubicBezTo>
                    <a:lnTo>
                      <a:pt x="0" y="12983"/>
                    </a:lnTo>
                    <a:cubicBezTo>
                      <a:pt x="752" y="13703"/>
                      <a:pt x="1532" y="14304"/>
                      <a:pt x="2202" y="14753"/>
                    </a:cubicBezTo>
                    <a:cubicBezTo>
                      <a:pt x="5867" y="17202"/>
                      <a:pt x="10108" y="17905"/>
                      <a:pt x="14266" y="17905"/>
                    </a:cubicBezTo>
                    <a:cubicBezTo>
                      <a:pt x="15542" y="17905"/>
                      <a:pt x="16811" y="17839"/>
                      <a:pt x="18052" y="17736"/>
                    </a:cubicBezTo>
                    <a:cubicBezTo>
                      <a:pt x="23329" y="17301"/>
                      <a:pt x="28524" y="16026"/>
                      <a:pt x="33704" y="14740"/>
                    </a:cubicBezTo>
                    <a:cubicBezTo>
                      <a:pt x="40948" y="12940"/>
                      <a:pt x="48135" y="10828"/>
                      <a:pt x="55442" y="9439"/>
                    </a:cubicBezTo>
                    <a:cubicBezTo>
                      <a:pt x="61321" y="8322"/>
                      <a:pt x="67233" y="7670"/>
                      <a:pt x="73167" y="7670"/>
                    </a:cubicBezTo>
                    <a:cubicBezTo>
                      <a:pt x="74688" y="7670"/>
                      <a:pt x="76210" y="7713"/>
                      <a:pt x="77734" y="7802"/>
                    </a:cubicBezTo>
                    <a:cubicBezTo>
                      <a:pt x="85106" y="8232"/>
                      <a:pt x="92423" y="9785"/>
                      <a:pt x="99530" y="12287"/>
                    </a:cubicBezTo>
                    <a:cubicBezTo>
                      <a:pt x="102317" y="13268"/>
                      <a:pt x="105115" y="14314"/>
                      <a:pt x="107858" y="15489"/>
                    </a:cubicBezTo>
                    <a:cubicBezTo>
                      <a:pt x="110332" y="16548"/>
                      <a:pt x="112809" y="17789"/>
                      <a:pt x="115004" y="19608"/>
                    </a:cubicBezTo>
                    <a:cubicBezTo>
                      <a:pt x="117824" y="21944"/>
                      <a:pt x="120303" y="25852"/>
                      <a:pt x="120226" y="30339"/>
                    </a:cubicBezTo>
                    <a:cubicBezTo>
                      <a:pt x="120101" y="37466"/>
                      <a:pt x="112935" y="40330"/>
                      <a:pt x="108516" y="41748"/>
                    </a:cubicBezTo>
                    <a:cubicBezTo>
                      <a:pt x="101630" y="43955"/>
                      <a:pt x="94414" y="44564"/>
                      <a:pt x="87337" y="44821"/>
                    </a:cubicBezTo>
                    <a:cubicBezTo>
                      <a:pt x="84855" y="44912"/>
                      <a:pt x="82371" y="44958"/>
                      <a:pt x="79887" y="44958"/>
                    </a:cubicBezTo>
                    <a:cubicBezTo>
                      <a:pt x="73140" y="44958"/>
                      <a:pt x="66393" y="44612"/>
                      <a:pt x="59673" y="43851"/>
                    </a:cubicBezTo>
                    <a:cubicBezTo>
                      <a:pt x="52128" y="42997"/>
                      <a:pt x="44620" y="41722"/>
                      <a:pt x="37128" y="40332"/>
                    </a:cubicBezTo>
                    <a:cubicBezTo>
                      <a:pt x="29596" y="38936"/>
                      <a:pt x="22076" y="37257"/>
                      <a:pt x="14513" y="36145"/>
                    </a:cubicBezTo>
                    <a:cubicBezTo>
                      <a:pt x="10469" y="35552"/>
                      <a:pt x="6279" y="35103"/>
                      <a:pt x="2100" y="35103"/>
                    </a:cubicBezTo>
                    <a:cubicBezTo>
                      <a:pt x="1400" y="35103"/>
                      <a:pt x="700" y="35116"/>
                      <a:pt x="0" y="35142"/>
                    </a:cubicBezTo>
                    <a:lnTo>
                      <a:pt x="0" y="41392"/>
                    </a:lnTo>
                    <a:cubicBezTo>
                      <a:pt x="3897" y="40406"/>
                      <a:pt x="7757" y="39113"/>
                      <a:pt x="11701" y="38520"/>
                    </a:cubicBezTo>
                    <a:cubicBezTo>
                      <a:pt x="12850" y="38347"/>
                      <a:pt x="14002" y="38268"/>
                      <a:pt x="15153" y="38268"/>
                    </a:cubicBezTo>
                    <a:cubicBezTo>
                      <a:pt x="18352" y="38268"/>
                      <a:pt x="21545" y="38880"/>
                      <a:pt x="24665" y="39789"/>
                    </a:cubicBezTo>
                    <a:cubicBezTo>
                      <a:pt x="29176" y="41103"/>
                      <a:pt x="33559" y="43015"/>
                      <a:pt x="37996" y="44675"/>
                    </a:cubicBezTo>
                    <a:cubicBezTo>
                      <a:pt x="42689" y="46433"/>
                      <a:pt x="47479" y="47692"/>
                      <a:pt x="52300" y="48740"/>
                    </a:cubicBezTo>
                    <a:cubicBezTo>
                      <a:pt x="61496" y="50745"/>
                      <a:pt x="70937" y="51857"/>
                      <a:pt x="80373" y="51857"/>
                    </a:cubicBezTo>
                    <a:cubicBezTo>
                      <a:pt x="91348" y="51857"/>
                      <a:pt x="102317" y="50352"/>
                      <a:pt x="112889" y="46997"/>
                    </a:cubicBezTo>
                    <a:cubicBezTo>
                      <a:pt x="122215" y="44038"/>
                      <a:pt x="130897" y="39216"/>
                      <a:pt x="139694" y="34414"/>
                    </a:cubicBezTo>
                    <a:cubicBezTo>
                      <a:pt x="143466" y="32352"/>
                      <a:pt x="147358" y="30634"/>
                      <a:pt x="151383" y="29556"/>
                    </a:cubicBezTo>
                    <a:cubicBezTo>
                      <a:pt x="155813" y="28370"/>
                      <a:pt x="160303" y="28105"/>
                      <a:pt x="164816" y="27914"/>
                    </a:cubicBezTo>
                    <a:cubicBezTo>
                      <a:pt x="167320" y="27807"/>
                      <a:pt x="169825" y="27756"/>
                      <a:pt x="172331" y="27756"/>
                    </a:cubicBezTo>
                    <a:cubicBezTo>
                      <a:pt x="189289" y="27756"/>
                      <a:pt x="206270" y="30094"/>
                      <a:pt x="222996" y="33398"/>
                    </a:cubicBezTo>
                    <a:cubicBezTo>
                      <a:pt x="226644" y="34116"/>
                      <a:pt x="230302" y="34924"/>
                      <a:pt x="233942" y="35864"/>
                    </a:cubicBezTo>
                    <a:lnTo>
                      <a:pt x="233942" y="9938"/>
                    </a:lnTo>
                    <a:cubicBezTo>
                      <a:pt x="233216" y="9925"/>
                      <a:pt x="232489" y="9919"/>
                      <a:pt x="231762" y="9919"/>
                    </a:cubicBezTo>
                    <a:cubicBezTo>
                      <a:pt x="219843" y="9919"/>
                      <a:pt x="207922" y="11530"/>
                      <a:pt x="196068" y="12904"/>
                    </a:cubicBezTo>
                    <a:cubicBezTo>
                      <a:pt x="188339" y="13801"/>
                      <a:pt x="180609" y="14806"/>
                      <a:pt x="172944" y="16393"/>
                    </a:cubicBezTo>
                    <a:cubicBezTo>
                      <a:pt x="169135" y="17181"/>
                      <a:pt x="165343" y="18112"/>
                      <a:pt x="161591" y="19260"/>
                    </a:cubicBezTo>
                    <a:cubicBezTo>
                      <a:pt x="158213" y="20291"/>
                      <a:pt x="155063" y="21813"/>
                      <a:pt x="151893" y="23606"/>
                    </a:cubicBezTo>
                    <a:cubicBezTo>
                      <a:pt x="147715" y="25970"/>
                      <a:pt x="143374" y="28204"/>
                      <a:pt x="138868" y="28204"/>
                    </a:cubicBezTo>
                    <a:cubicBezTo>
                      <a:pt x="137422" y="28204"/>
                      <a:pt x="135960" y="27974"/>
                      <a:pt x="134480" y="27445"/>
                    </a:cubicBezTo>
                    <a:cubicBezTo>
                      <a:pt x="129632" y="25711"/>
                      <a:pt x="125716" y="20547"/>
                      <a:pt x="125484" y="13951"/>
                    </a:cubicBezTo>
                    <a:cubicBezTo>
                      <a:pt x="125286" y="8300"/>
                      <a:pt x="129601" y="6027"/>
                      <a:pt x="133294" y="5020"/>
                    </a:cubicBezTo>
                    <a:cubicBezTo>
                      <a:pt x="139570" y="3307"/>
                      <a:pt x="146074" y="3151"/>
                      <a:pt x="152463" y="3078"/>
                    </a:cubicBezTo>
                    <a:cubicBezTo>
                      <a:pt x="160083" y="2991"/>
                      <a:pt x="167851" y="3042"/>
                      <a:pt x="175233" y="328"/>
                    </a:cubicBezTo>
                    <a:cubicBezTo>
                      <a:pt x="175511" y="226"/>
                      <a:pt x="175788" y="116"/>
                      <a:pt x="176066"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21"/>
              <p:cNvSpPr/>
              <p:nvPr/>
            </p:nvSpPr>
            <p:spPr>
              <a:xfrm flipH="1">
                <a:off x="-185781" y="-222600"/>
                <a:ext cx="9377821" cy="2090634"/>
              </a:xfrm>
              <a:custGeom>
                <a:rect b="b" l="l" r="r" t="t"/>
                <a:pathLst>
                  <a:path extrusionOk="0" h="52243" w="234343">
                    <a:moveTo>
                      <a:pt x="67361" y="400"/>
                    </a:moveTo>
                    <a:cubicBezTo>
                      <a:pt x="69340" y="790"/>
                      <a:pt x="71349" y="1215"/>
                      <a:pt x="73292" y="1625"/>
                    </a:cubicBezTo>
                    <a:cubicBezTo>
                      <a:pt x="79265" y="2884"/>
                      <a:pt x="85439" y="4185"/>
                      <a:pt x="91598" y="4680"/>
                    </a:cubicBezTo>
                    <a:cubicBezTo>
                      <a:pt x="94144" y="4885"/>
                      <a:pt x="96537" y="4987"/>
                      <a:pt x="98805" y="4987"/>
                    </a:cubicBezTo>
                    <a:cubicBezTo>
                      <a:pt x="101387" y="4987"/>
                      <a:pt x="103808" y="4854"/>
                      <a:pt x="106108" y="4590"/>
                    </a:cubicBezTo>
                    <a:lnTo>
                      <a:pt x="106218" y="4577"/>
                    </a:lnTo>
                    <a:cubicBezTo>
                      <a:pt x="108158" y="4354"/>
                      <a:pt x="114000" y="3685"/>
                      <a:pt x="114628" y="406"/>
                    </a:cubicBezTo>
                    <a:lnTo>
                      <a:pt x="175193" y="406"/>
                    </a:lnTo>
                    <a:cubicBezTo>
                      <a:pt x="168249" y="2915"/>
                      <a:pt x="160889" y="2994"/>
                      <a:pt x="153768" y="3069"/>
                    </a:cubicBezTo>
                    <a:lnTo>
                      <a:pt x="152665" y="3082"/>
                    </a:lnTo>
                    <a:cubicBezTo>
                      <a:pt x="145764" y="3162"/>
                      <a:pt x="139551" y="3364"/>
                      <a:pt x="133446" y="5030"/>
                    </a:cubicBezTo>
                    <a:cubicBezTo>
                      <a:pt x="128003" y="6516"/>
                      <a:pt x="125326" y="9588"/>
                      <a:pt x="125487" y="14164"/>
                    </a:cubicBezTo>
                    <a:cubicBezTo>
                      <a:pt x="125709" y="20471"/>
                      <a:pt x="129379" y="25966"/>
                      <a:pt x="134618" y="27839"/>
                    </a:cubicBezTo>
                    <a:cubicBezTo>
                      <a:pt x="136131" y="28380"/>
                      <a:pt x="137619" y="28617"/>
                      <a:pt x="139091" y="28617"/>
                    </a:cubicBezTo>
                    <a:cubicBezTo>
                      <a:pt x="143547" y="28617"/>
                      <a:pt x="147847" y="26448"/>
                      <a:pt x="152196" y="23987"/>
                    </a:cubicBezTo>
                    <a:cubicBezTo>
                      <a:pt x="155813" y="21943"/>
                      <a:pt x="158880" y="20567"/>
                      <a:pt x="161854" y="19658"/>
                    </a:cubicBezTo>
                    <a:cubicBezTo>
                      <a:pt x="165379" y="18581"/>
                      <a:pt x="169085" y="17643"/>
                      <a:pt x="173189" y="16795"/>
                    </a:cubicBezTo>
                    <a:cubicBezTo>
                      <a:pt x="180974" y="15181"/>
                      <a:pt x="188894" y="14166"/>
                      <a:pt x="196294" y="13308"/>
                    </a:cubicBezTo>
                    <a:cubicBezTo>
                      <a:pt x="197767" y="13138"/>
                      <a:pt x="199245" y="12964"/>
                      <a:pt x="200722" y="12788"/>
                    </a:cubicBezTo>
                    <a:cubicBezTo>
                      <a:pt x="210970" y="11576"/>
                      <a:pt x="221543" y="10326"/>
                      <a:pt x="231999" y="10326"/>
                    </a:cubicBezTo>
                    <a:cubicBezTo>
                      <a:pt x="232648" y="10326"/>
                      <a:pt x="233296" y="10331"/>
                      <a:pt x="233944" y="10341"/>
                    </a:cubicBezTo>
                    <a:lnTo>
                      <a:pt x="233944" y="35809"/>
                    </a:lnTo>
                    <a:cubicBezTo>
                      <a:pt x="230629" y="34959"/>
                      <a:pt x="227123" y="34173"/>
                      <a:pt x="223236" y="33405"/>
                    </a:cubicBezTo>
                    <a:cubicBezTo>
                      <a:pt x="203906" y="29587"/>
                      <a:pt x="187591" y="27758"/>
                      <a:pt x="172597" y="27758"/>
                    </a:cubicBezTo>
                    <a:cubicBezTo>
                      <a:pt x="170032" y="27758"/>
                      <a:pt x="167505" y="27812"/>
                      <a:pt x="165009" y="27918"/>
                    </a:cubicBezTo>
                    <a:cubicBezTo>
                      <a:pt x="160422" y="28112"/>
                      <a:pt x="155941" y="28387"/>
                      <a:pt x="151533" y="29567"/>
                    </a:cubicBezTo>
                    <a:cubicBezTo>
                      <a:pt x="147826" y="30560"/>
                      <a:pt x="143986" y="32153"/>
                      <a:pt x="139798" y="34441"/>
                    </a:cubicBezTo>
                    <a:lnTo>
                      <a:pt x="138875" y="34945"/>
                    </a:lnTo>
                    <a:cubicBezTo>
                      <a:pt x="130584" y="39473"/>
                      <a:pt x="122011" y="44161"/>
                      <a:pt x="113029" y="47009"/>
                    </a:cubicBezTo>
                    <a:cubicBezTo>
                      <a:pt x="102889" y="50226"/>
                      <a:pt x="91919" y="51840"/>
                      <a:pt x="80509" y="51840"/>
                    </a:cubicBezTo>
                    <a:cubicBezTo>
                      <a:pt x="71401" y="51840"/>
                      <a:pt x="62013" y="50811"/>
                      <a:pt x="52541" y="48749"/>
                    </a:cubicBezTo>
                    <a:cubicBezTo>
                      <a:pt x="46930" y="47526"/>
                      <a:pt x="42394" y="46236"/>
                      <a:pt x="38264" y="44691"/>
                    </a:cubicBezTo>
                    <a:cubicBezTo>
                      <a:pt x="36953" y="44199"/>
                      <a:pt x="35624" y="43678"/>
                      <a:pt x="34338" y="43172"/>
                    </a:cubicBezTo>
                    <a:cubicBezTo>
                      <a:pt x="31276" y="41971"/>
                      <a:pt x="28107" y="40726"/>
                      <a:pt x="24921" y="39799"/>
                    </a:cubicBezTo>
                    <a:cubicBezTo>
                      <a:pt x="21414" y="38777"/>
                      <a:pt x="18247" y="38271"/>
                      <a:pt x="15326" y="38271"/>
                    </a:cubicBezTo>
                    <a:cubicBezTo>
                      <a:pt x="14137" y="38271"/>
                      <a:pt x="12987" y="38356"/>
                      <a:pt x="11874" y="38521"/>
                    </a:cubicBezTo>
                    <a:cubicBezTo>
                      <a:pt x="9119" y="38936"/>
                      <a:pt x="6366" y="39703"/>
                      <a:pt x="3703" y="40442"/>
                    </a:cubicBezTo>
                    <a:cubicBezTo>
                      <a:pt x="2622" y="40742"/>
                      <a:pt x="1508" y="41053"/>
                      <a:pt x="406" y="41335"/>
                    </a:cubicBezTo>
                    <a:lnTo>
                      <a:pt x="406" y="35538"/>
                    </a:lnTo>
                    <a:cubicBezTo>
                      <a:pt x="1027" y="35516"/>
                      <a:pt x="1658" y="35506"/>
                      <a:pt x="2301" y="35506"/>
                    </a:cubicBezTo>
                    <a:cubicBezTo>
                      <a:pt x="5902" y="35506"/>
                      <a:pt x="9901" y="35844"/>
                      <a:pt x="14687" y="36547"/>
                    </a:cubicBezTo>
                    <a:cubicBezTo>
                      <a:pt x="19745" y="37290"/>
                      <a:pt x="24868" y="38304"/>
                      <a:pt x="29822" y="39284"/>
                    </a:cubicBezTo>
                    <a:cubicBezTo>
                      <a:pt x="32271" y="39769"/>
                      <a:pt x="34802" y="40270"/>
                      <a:pt x="37296" y="40733"/>
                    </a:cubicBezTo>
                    <a:cubicBezTo>
                      <a:pt x="43914" y="41961"/>
                      <a:pt x="51770" y="43339"/>
                      <a:pt x="59854" y="44254"/>
                    </a:cubicBezTo>
                    <a:cubicBezTo>
                      <a:pt x="66359" y="44990"/>
                      <a:pt x="73165" y="45361"/>
                      <a:pt x="80163" y="45361"/>
                    </a:cubicBezTo>
                    <a:cubicBezTo>
                      <a:pt x="82603" y="45361"/>
                      <a:pt x="85067" y="45316"/>
                      <a:pt x="87550" y="45225"/>
                    </a:cubicBezTo>
                    <a:cubicBezTo>
                      <a:pt x="94026" y="44991"/>
                      <a:pt x="101613" y="44441"/>
                      <a:pt x="108780" y="42142"/>
                    </a:cubicBezTo>
                    <a:cubicBezTo>
                      <a:pt x="113810" y="40529"/>
                      <a:pt x="120508" y="37574"/>
                      <a:pt x="120629" y="30544"/>
                    </a:cubicBezTo>
                    <a:cubicBezTo>
                      <a:pt x="120696" y="26529"/>
                      <a:pt x="118718" y="22458"/>
                      <a:pt x="115334" y="19654"/>
                    </a:cubicBezTo>
                    <a:cubicBezTo>
                      <a:pt x="112985" y="17708"/>
                      <a:pt x="110379" y="16465"/>
                      <a:pt x="108140" y="15506"/>
                    </a:cubicBezTo>
                    <a:cubicBezTo>
                      <a:pt x="105719" y="14467"/>
                      <a:pt x="103070" y="13450"/>
                      <a:pt x="99798" y="12298"/>
                    </a:cubicBezTo>
                    <a:cubicBezTo>
                      <a:pt x="92520" y="9735"/>
                      <a:pt x="85169" y="8223"/>
                      <a:pt x="77949" y="7802"/>
                    </a:cubicBezTo>
                    <a:cubicBezTo>
                      <a:pt x="76425" y="7713"/>
                      <a:pt x="74890" y="7669"/>
                      <a:pt x="73339" y="7669"/>
                    </a:cubicBezTo>
                    <a:cubicBezTo>
                      <a:pt x="67706" y="7669"/>
                      <a:pt x="61863" y="8255"/>
                      <a:pt x="55605" y="9443"/>
                    </a:cubicBezTo>
                    <a:cubicBezTo>
                      <a:pt x="50502" y="10413"/>
                      <a:pt x="45374" y="11757"/>
                      <a:pt x="40416" y="13057"/>
                    </a:cubicBezTo>
                    <a:cubicBezTo>
                      <a:pt x="38267" y="13620"/>
                      <a:pt x="36046" y="14201"/>
                      <a:pt x="33857" y="14746"/>
                    </a:cubicBezTo>
                    <a:cubicBezTo>
                      <a:pt x="29050" y="15939"/>
                      <a:pt x="23603" y="17293"/>
                      <a:pt x="18238" y="17736"/>
                    </a:cubicBezTo>
                    <a:cubicBezTo>
                      <a:pt x="17038" y="17835"/>
                      <a:pt x="15751" y="17910"/>
                      <a:pt x="14415" y="17910"/>
                    </a:cubicBezTo>
                    <a:cubicBezTo>
                      <a:pt x="10534" y="17910"/>
                      <a:pt x="6246" y="17280"/>
                      <a:pt x="2517" y="14787"/>
                    </a:cubicBezTo>
                    <a:cubicBezTo>
                      <a:pt x="2004" y="14446"/>
                      <a:pt x="1229" y="13878"/>
                      <a:pt x="403" y="13098"/>
                    </a:cubicBezTo>
                    <a:lnTo>
                      <a:pt x="403" y="4204"/>
                    </a:lnTo>
                    <a:cubicBezTo>
                      <a:pt x="403" y="2108"/>
                      <a:pt x="1731" y="405"/>
                      <a:pt x="3364" y="405"/>
                    </a:cubicBezTo>
                    <a:lnTo>
                      <a:pt x="67361" y="400"/>
                    </a:lnTo>
                    <a:close/>
                    <a:moveTo>
                      <a:pt x="114278" y="0"/>
                    </a:moveTo>
                    <a:lnTo>
                      <a:pt x="114255" y="176"/>
                    </a:lnTo>
                    <a:cubicBezTo>
                      <a:pt x="113845" y="3294"/>
                      <a:pt x="108068" y="3957"/>
                      <a:pt x="106170" y="4175"/>
                    </a:cubicBezTo>
                    <a:lnTo>
                      <a:pt x="106061" y="4187"/>
                    </a:lnTo>
                    <a:cubicBezTo>
                      <a:pt x="103777" y="4451"/>
                      <a:pt x="101371" y="4582"/>
                      <a:pt x="98803" y="4582"/>
                    </a:cubicBezTo>
                    <a:cubicBezTo>
                      <a:pt x="96546" y="4582"/>
                      <a:pt x="94164" y="4481"/>
                      <a:pt x="91630" y="4277"/>
                    </a:cubicBezTo>
                    <a:cubicBezTo>
                      <a:pt x="85496" y="3785"/>
                      <a:pt x="79335" y="2485"/>
                      <a:pt x="73374" y="1229"/>
                    </a:cubicBezTo>
                    <a:cubicBezTo>
                      <a:pt x="71430" y="820"/>
                      <a:pt x="69420" y="395"/>
                      <a:pt x="67400" y="2"/>
                    </a:cubicBezTo>
                    <a:lnTo>
                      <a:pt x="3365" y="2"/>
                    </a:lnTo>
                    <a:cubicBezTo>
                      <a:pt x="1511" y="2"/>
                      <a:pt x="3" y="1889"/>
                      <a:pt x="3" y="4205"/>
                    </a:cubicBezTo>
                    <a:lnTo>
                      <a:pt x="3" y="13267"/>
                    </a:lnTo>
                    <a:lnTo>
                      <a:pt x="66" y="13327"/>
                    </a:lnTo>
                    <a:cubicBezTo>
                      <a:pt x="935" y="14157"/>
                      <a:pt x="1758" y="14760"/>
                      <a:pt x="2295" y="15120"/>
                    </a:cubicBezTo>
                    <a:cubicBezTo>
                      <a:pt x="6107" y="17668"/>
                      <a:pt x="10473" y="18312"/>
                      <a:pt x="14416" y="18312"/>
                    </a:cubicBezTo>
                    <a:cubicBezTo>
                      <a:pt x="15764" y="18312"/>
                      <a:pt x="17063" y="18236"/>
                      <a:pt x="18274" y="18136"/>
                    </a:cubicBezTo>
                    <a:cubicBezTo>
                      <a:pt x="23670" y="17692"/>
                      <a:pt x="29134" y="16335"/>
                      <a:pt x="33955" y="15136"/>
                    </a:cubicBezTo>
                    <a:cubicBezTo>
                      <a:pt x="36148" y="14591"/>
                      <a:pt x="38370" y="14008"/>
                      <a:pt x="40521" y="13444"/>
                    </a:cubicBezTo>
                    <a:cubicBezTo>
                      <a:pt x="45471" y="12145"/>
                      <a:pt x="50591" y="10802"/>
                      <a:pt x="55682" y="9836"/>
                    </a:cubicBezTo>
                    <a:cubicBezTo>
                      <a:pt x="61914" y="8652"/>
                      <a:pt x="67733" y="8068"/>
                      <a:pt x="73339" y="8068"/>
                    </a:cubicBezTo>
                    <a:cubicBezTo>
                      <a:pt x="74883" y="8068"/>
                      <a:pt x="76410" y="8112"/>
                      <a:pt x="77924" y="8200"/>
                    </a:cubicBezTo>
                    <a:cubicBezTo>
                      <a:pt x="85109" y="8620"/>
                      <a:pt x="92423" y="10126"/>
                      <a:pt x="99664" y="12674"/>
                    </a:cubicBezTo>
                    <a:cubicBezTo>
                      <a:pt x="102926" y="13823"/>
                      <a:pt x="105569" y="14839"/>
                      <a:pt x="107978" y="15872"/>
                    </a:cubicBezTo>
                    <a:cubicBezTo>
                      <a:pt x="110192" y="16820"/>
                      <a:pt x="112765" y="18046"/>
                      <a:pt x="115074" y="19959"/>
                    </a:cubicBezTo>
                    <a:cubicBezTo>
                      <a:pt x="118366" y="22686"/>
                      <a:pt x="120289" y="26638"/>
                      <a:pt x="120224" y="30531"/>
                    </a:cubicBezTo>
                    <a:cubicBezTo>
                      <a:pt x="120108" y="37304"/>
                      <a:pt x="113565" y="40179"/>
                      <a:pt x="108656" y="41753"/>
                    </a:cubicBezTo>
                    <a:cubicBezTo>
                      <a:pt x="101534" y="44037"/>
                      <a:pt x="93982" y="44584"/>
                      <a:pt x="87532" y="44818"/>
                    </a:cubicBezTo>
                    <a:cubicBezTo>
                      <a:pt x="85053" y="44908"/>
                      <a:pt x="82593" y="44953"/>
                      <a:pt x="80156" y="44953"/>
                    </a:cubicBezTo>
                    <a:cubicBezTo>
                      <a:pt x="73174" y="44953"/>
                      <a:pt x="66385" y="44584"/>
                      <a:pt x="59897" y="43849"/>
                    </a:cubicBezTo>
                    <a:cubicBezTo>
                      <a:pt x="51824" y="42936"/>
                      <a:pt x="43978" y="41560"/>
                      <a:pt x="37366" y="40335"/>
                    </a:cubicBezTo>
                    <a:cubicBezTo>
                      <a:pt x="34874" y="39874"/>
                      <a:pt x="32343" y="39371"/>
                      <a:pt x="29894" y="38889"/>
                    </a:cubicBezTo>
                    <a:cubicBezTo>
                      <a:pt x="24935" y="37906"/>
                      <a:pt x="19807" y="36891"/>
                      <a:pt x="14740" y="36147"/>
                    </a:cubicBezTo>
                    <a:cubicBezTo>
                      <a:pt x="9938" y="35440"/>
                      <a:pt x="5923" y="35101"/>
                      <a:pt x="2306" y="35101"/>
                    </a:cubicBezTo>
                    <a:cubicBezTo>
                      <a:pt x="1587" y="35101"/>
                      <a:pt x="884" y="35114"/>
                      <a:pt x="193" y="35141"/>
                    </a:cubicBezTo>
                    <a:lnTo>
                      <a:pt x="0" y="35148"/>
                    </a:lnTo>
                    <a:lnTo>
                      <a:pt x="0" y="41850"/>
                    </a:lnTo>
                    <a:lnTo>
                      <a:pt x="250" y="41789"/>
                    </a:lnTo>
                    <a:cubicBezTo>
                      <a:pt x="1438" y="41486"/>
                      <a:pt x="2642" y="41153"/>
                      <a:pt x="3807" y="40829"/>
                    </a:cubicBezTo>
                    <a:cubicBezTo>
                      <a:pt x="6459" y="40093"/>
                      <a:pt x="9201" y="39331"/>
                      <a:pt x="11931" y="38920"/>
                    </a:cubicBezTo>
                    <a:cubicBezTo>
                      <a:pt x="13025" y="38755"/>
                      <a:pt x="14155" y="38672"/>
                      <a:pt x="15326" y="38672"/>
                    </a:cubicBezTo>
                    <a:cubicBezTo>
                      <a:pt x="18207" y="38672"/>
                      <a:pt x="21339" y="39173"/>
                      <a:pt x="24808" y="40183"/>
                    </a:cubicBezTo>
                    <a:cubicBezTo>
                      <a:pt x="27977" y="41106"/>
                      <a:pt x="31136" y="42346"/>
                      <a:pt x="34192" y="43547"/>
                    </a:cubicBezTo>
                    <a:cubicBezTo>
                      <a:pt x="35480" y="44051"/>
                      <a:pt x="36810" y="44575"/>
                      <a:pt x="38124" y="45065"/>
                    </a:cubicBezTo>
                    <a:cubicBezTo>
                      <a:pt x="42272" y="46618"/>
                      <a:pt x="46826" y="47913"/>
                      <a:pt x="52458" y="49140"/>
                    </a:cubicBezTo>
                    <a:cubicBezTo>
                      <a:pt x="61960" y="51209"/>
                      <a:pt x="71376" y="52242"/>
                      <a:pt x="80515" y="52242"/>
                    </a:cubicBezTo>
                    <a:cubicBezTo>
                      <a:pt x="91963" y="52242"/>
                      <a:pt x="102972" y="50622"/>
                      <a:pt x="113151" y="47393"/>
                    </a:cubicBezTo>
                    <a:cubicBezTo>
                      <a:pt x="122171" y="44531"/>
                      <a:pt x="130760" y="39837"/>
                      <a:pt x="139068" y="35298"/>
                    </a:cubicBezTo>
                    <a:lnTo>
                      <a:pt x="139990" y="34794"/>
                    </a:lnTo>
                    <a:cubicBezTo>
                      <a:pt x="144149" y="32523"/>
                      <a:pt x="147959" y="30939"/>
                      <a:pt x="151635" y="29954"/>
                    </a:cubicBezTo>
                    <a:cubicBezTo>
                      <a:pt x="156001" y="28784"/>
                      <a:pt x="160459" y="28512"/>
                      <a:pt x="165023" y="28318"/>
                    </a:cubicBezTo>
                    <a:cubicBezTo>
                      <a:pt x="167510" y="28212"/>
                      <a:pt x="170027" y="28159"/>
                      <a:pt x="172583" y="28159"/>
                    </a:cubicBezTo>
                    <a:cubicBezTo>
                      <a:pt x="187551" y="28159"/>
                      <a:pt x="203846" y="29985"/>
                      <a:pt x="223155" y="33798"/>
                    </a:cubicBezTo>
                    <a:cubicBezTo>
                      <a:pt x="227133" y="34583"/>
                      <a:pt x="230708" y="35389"/>
                      <a:pt x="234091" y="36262"/>
                    </a:cubicBezTo>
                    <a:lnTo>
                      <a:pt x="234343" y="36327"/>
                    </a:lnTo>
                    <a:lnTo>
                      <a:pt x="234343" y="9942"/>
                    </a:lnTo>
                    <a:lnTo>
                      <a:pt x="234144" y="9938"/>
                    </a:lnTo>
                    <a:cubicBezTo>
                      <a:pt x="233436" y="9926"/>
                      <a:pt x="232728" y="9920"/>
                      <a:pt x="232019" y="9920"/>
                    </a:cubicBezTo>
                    <a:cubicBezTo>
                      <a:pt x="221533" y="9920"/>
                      <a:pt x="210937" y="11173"/>
                      <a:pt x="200668" y="12387"/>
                    </a:cubicBezTo>
                    <a:cubicBezTo>
                      <a:pt x="199192" y="12560"/>
                      <a:pt x="197716" y="12735"/>
                      <a:pt x="196241" y="12907"/>
                    </a:cubicBezTo>
                    <a:cubicBezTo>
                      <a:pt x="188833" y="13765"/>
                      <a:pt x="180900" y="14784"/>
                      <a:pt x="173099" y="16399"/>
                    </a:cubicBezTo>
                    <a:cubicBezTo>
                      <a:pt x="168984" y="17250"/>
                      <a:pt x="165266" y="18189"/>
                      <a:pt x="161730" y="19271"/>
                    </a:cubicBezTo>
                    <a:cubicBezTo>
                      <a:pt x="158729" y="20188"/>
                      <a:pt x="155634" y="21574"/>
                      <a:pt x="151992" y="23636"/>
                    </a:cubicBezTo>
                    <a:cubicBezTo>
                      <a:pt x="147694" y="26067"/>
                      <a:pt x="143448" y="28211"/>
                      <a:pt x="139076" y="28211"/>
                    </a:cubicBezTo>
                    <a:cubicBezTo>
                      <a:pt x="137648" y="28211"/>
                      <a:pt x="136206" y="27982"/>
                      <a:pt x="134745" y="27459"/>
                    </a:cubicBezTo>
                    <a:cubicBezTo>
                      <a:pt x="129659" y="25640"/>
                      <a:pt x="126097" y="20292"/>
                      <a:pt x="125882" y="14148"/>
                    </a:cubicBezTo>
                    <a:cubicBezTo>
                      <a:pt x="125729" y="9782"/>
                      <a:pt x="128305" y="6844"/>
                      <a:pt x="133544" y="5415"/>
                    </a:cubicBezTo>
                    <a:cubicBezTo>
                      <a:pt x="139606" y="3761"/>
                      <a:pt x="145790" y="3559"/>
                      <a:pt x="152664" y="3482"/>
                    </a:cubicBezTo>
                    <a:lnTo>
                      <a:pt x="153767" y="3469"/>
                    </a:lnTo>
                    <a:cubicBezTo>
                      <a:pt x="160981" y="3392"/>
                      <a:pt x="168439" y="3314"/>
                      <a:pt x="175499" y="719"/>
                    </a:cubicBezTo>
                    <a:cubicBezTo>
                      <a:pt x="175781" y="617"/>
                      <a:pt x="176061" y="506"/>
                      <a:pt x="176341" y="389"/>
                    </a:cubicBezTo>
                    <a:lnTo>
                      <a:pt x="1772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7" name="Google Shape;607;p21"/>
            <p:cNvSpPr/>
            <p:nvPr/>
          </p:nvSpPr>
          <p:spPr>
            <a:xfrm flipH="1">
              <a:off x="824541" y="1267712"/>
              <a:ext cx="8367499" cy="1836163"/>
            </a:xfrm>
            <a:custGeom>
              <a:rect b="b" l="l" r="r" t="t"/>
              <a:pathLst>
                <a:path extrusionOk="0" h="45884" w="209096">
                  <a:moveTo>
                    <a:pt x="173615" y="405"/>
                  </a:moveTo>
                  <a:cubicBezTo>
                    <a:pt x="176375" y="405"/>
                    <a:pt x="179213" y="507"/>
                    <a:pt x="182050" y="829"/>
                  </a:cubicBezTo>
                  <a:cubicBezTo>
                    <a:pt x="188207" y="1528"/>
                    <a:pt x="194615" y="3672"/>
                    <a:pt x="201642" y="7381"/>
                  </a:cubicBezTo>
                  <a:lnTo>
                    <a:pt x="202000" y="7570"/>
                  </a:lnTo>
                  <a:cubicBezTo>
                    <a:pt x="204160" y="8703"/>
                    <a:pt x="207122" y="10258"/>
                    <a:pt x="208209" y="13014"/>
                  </a:cubicBezTo>
                  <a:cubicBezTo>
                    <a:pt x="208659" y="14157"/>
                    <a:pt x="208681" y="15157"/>
                    <a:pt x="208272" y="15990"/>
                  </a:cubicBezTo>
                  <a:cubicBezTo>
                    <a:pt x="207624" y="17309"/>
                    <a:pt x="205989" y="18018"/>
                    <a:pt x="204732" y="18381"/>
                  </a:cubicBezTo>
                  <a:cubicBezTo>
                    <a:pt x="201461" y="19325"/>
                    <a:pt x="198006" y="19797"/>
                    <a:pt x="194392" y="19797"/>
                  </a:cubicBezTo>
                  <a:cubicBezTo>
                    <a:pt x="190821" y="19797"/>
                    <a:pt x="187096" y="19336"/>
                    <a:pt x="183241" y="18415"/>
                  </a:cubicBezTo>
                  <a:cubicBezTo>
                    <a:pt x="179114" y="17429"/>
                    <a:pt x="174866" y="16057"/>
                    <a:pt x="170611" y="14337"/>
                  </a:cubicBezTo>
                  <a:cubicBezTo>
                    <a:pt x="166998" y="12878"/>
                    <a:pt x="163261" y="11368"/>
                    <a:pt x="159428" y="10535"/>
                  </a:cubicBezTo>
                  <a:cubicBezTo>
                    <a:pt x="157531" y="10122"/>
                    <a:pt x="155742" y="9916"/>
                    <a:pt x="154034" y="9916"/>
                  </a:cubicBezTo>
                  <a:cubicBezTo>
                    <a:pt x="152450" y="9916"/>
                    <a:pt x="150935" y="10094"/>
                    <a:pt x="149470" y="10449"/>
                  </a:cubicBezTo>
                  <a:cubicBezTo>
                    <a:pt x="145504" y="11411"/>
                    <a:pt x="142070" y="13874"/>
                    <a:pt x="138895" y="16316"/>
                  </a:cubicBezTo>
                  <a:cubicBezTo>
                    <a:pt x="136054" y="18501"/>
                    <a:pt x="133233" y="20858"/>
                    <a:pt x="130505" y="23139"/>
                  </a:cubicBezTo>
                  <a:cubicBezTo>
                    <a:pt x="126905" y="26149"/>
                    <a:pt x="123181" y="29264"/>
                    <a:pt x="119366" y="32010"/>
                  </a:cubicBezTo>
                  <a:cubicBezTo>
                    <a:pt x="107458" y="40580"/>
                    <a:pt x="92880" y="45107"/>
                    <a:pt x="76028" y="45462"/>
                  </a:cubicBezTo>
                  <a:cubicBezTo>
                    <a:pt x="75424" y="45475"/>
                    <a:pt x="74822" y="45482"/>
                    <a:pt x="74224" y="45482"/>
                  </a:cubicBezTo>
                  <a:cubicBezTo>
                    <a:pt x="58269" y="45482"/>
                    <a:pt x="44689" y="40929"/>
                    <a:pt x="33828" y="31942"/>
                  </a:cubicBezTo>
                  <a:cubicBezTo>
                    <a:pt x="27187" y="26448"/>
                    <a:pt x="20603" y="21405"/>
                    <a:pt x="13056" y="20088"/>
                  </a:cubicBezTo>
                  <a:cubicBezTo>
                    <a:pt x="11967" y="19897"/>
                    <a:pt x="10865" y="19801"/>
                    <a:pt x="9746" y="19801"/>
                  </a:cubicBezTo>
                  <a:cubicBezTo>
                    <a:pt x="6781" y="19801"/>
                    <a:pt x="3696" y="20474"/>
                    <a:pt x="406" y="21833"/>
                  </a:cubicBezTo>
                  <a:lnTo>
                    <a:pt x="406" y="14358"/>
                  </a:lnTo>
                  <a:cubicBezTo>
                    <a:pt x="1109" y="14230"/>
                    <a:pt x="1864" y="14110"/>
                    <a:pt x="2702" y="13993"/>
                  </a:cubicBezTo>
                  <a:cubicBezTo>
                    <a:pt x="5594" y="13588"/>
                    <a:pt x="8552" y="13414"/>
                    <a:pt x="11411" y="13245"/>
                  </a:cubicBezTo>
                  <a:lnTo>
                    <a:pt x="12958" y="13152"/>
                  </a:lnTo>
                  <a:cubicBezTo>
                    <a:pt x="15818" y="12978"/>
                    <a:pt x="18953" y="12785"/>
                    <a:pt x="22145" y="12785"/>
                  </a:cubicBezTo>
                  <a:cubicBezTo>
                    <a:pt x="23389" y="12785"/>
                    <a:pt x="24641" y="12814"/>
                    <a:pt x="25889" y="12885"/>
                  </a:cubicBezTo>
                  <a:cubicBezTo>
                    <a:pt x="29786" y="13104"/>
                    <a:pt x="33808" y="14150"/>
                    <a:pt x="38546" y="16169"/>
                  </a:cubicBezTo>
                  <a:cubicBezTo>
                    <a:pt x="52883" y="22283"/>
                    <a:pt x="69842" y="28659"/>
                    <a:pt x="86902" y="29591"/>
                  </a:cubicBezTo>
                  <a:cubicBezTo>
                    <a:pt x="88135" y="29659"/>
                    <a:pt x="89353" y="29692"/>
                    <a:pt x="90554" y="29692"/>
                  </a:cubicBezTo>
                  <a:cubicBezTo>
                    <a:pt x="97955" y="29692"/>
                    <a:pt x="104738" y="28414"/>
                    <a:pt x="110758" y="25880"/>
                  </a:cubicBezTo>
                  <a:cubicBezTo>
                    <a:pt x="117187" y="23174"/>
                    <a:pt x="123174" y="18993"/>
                    <a:pt x="128962" y="14950"/>
                  </a:cubicBezTo>
                  <a:cubicBezTo>
                    <a:pt x="130301" y="14015"/>
                    <a:pt x="131684" y="13050"/>
                    <a:pt x="133052" y="12117"/>
                  </a:cubicBezTo>
                  <a:cubicBezTo>
                    <a:pt x="136569" y="9716"/>
                    <a:pt x="140379" y="7249"/>
                    <a:pt x="144384" y="5460"/>
                  </a:cubicBezTo>
                  <a:cubicBezTo>
                    <a:pt x="148006" y="3842"/>
                    <a:pt x="151905" y="2608"/>
                    <a:pt x="155970" y="1792"/>
                  </a:cubicBezTo>
                  <a:cubicBezTo>
                    <a:pt x="159701" y="1042"/>
                    <a:pt x="163680" y="640"/>
                    <a:pt x="168868" y="486"/>
                  </a:cubicBezTo>
                  <a:cubicBezTo>
                    <a:pt x="170413" y="440"/>
                    <a:pt x="172001" y="405"/>
                    <a:pt x="173615" y="405"/>
                  </a:cubicBezTo>
                  <a:close/>
                  <a:moveTo>
                    <a:pt x="173609" y="0"/>
                  </a:moveTo>
                  <a:cubicBezTo>
                    <a:pt x="171993" y="0"/>
                    <a:pt x="170405" y="35"/>
                    <a:pt x="168858" y="80"/>
                  </a:cubicBezTo>
                  <a:cubicBezTo>
                    <a:pt x="163644" y="234"/>
                    <a:pt x="159645" y="639"/>
                    <a:pt x="155891" y="1393"/>
                  </a:cubicBezTo>
                  <a:cubicBezTo>
                    <a:pt x="151795" y="2216"/>
                    <a:pt x="147870" y="3459"/>
                    <a:pt x="144219" y="5088"/>
                  </a:cubicBezTo>
                  <a:cubicBezTo>
                    <a:pt x="140186" y="6888"/>
                    <a:pt x="136359" y="9369"/>
                    <a:pt x="132824" y="11781"/>
                  </a:cubicBezTo>
                  <a:cubicBezTo>
                    <a:pt x="131454" y="12715"/>
                    <a:pt x="130070" y="13683"/>
                    <a:pt x="128732" y="14617"/>
                  </a:cubicBezTo>
                  <a:cubicBezTo>
                    <a:pt x="122961" y="18648"/>
                    <a:pt x="116993" y="22817"/>
                    <a:pt x="110602" y="25506"/>
                  </a:cubicBezTo>
                  <a:cubicBezTo>
                    <a:pt x="104631" y="28019"/>
                    <a:pt x="97899" y="29287"/>
                    <a:pt x="90554" y="29287"/>
                  </a:cubicBezTo>
                  <a:cubicBezTo>
                    <a:pt x="89360" y="29287"/>
                    <a:pt x="88149" y="29254"/>
                    <a:pt x="86923" y="29187"/>
                  </a:cubicBezTo>
                  <a:cubicBezTo>
                    <a:pt x="69926" y="28261"/>
                    <a:pt x="53010" y="21898"/>
                    <a:pt x="38703" y="15797"/>
                  </a:cubicBezTo>
                  <a:cubicBezTo>
                    <a:pt x="33922" y="13758"/>
                    <a:pt x="29857" y="12704"/>
                    <a:pt x="25911" y="12481"/>
                  </a:cubicBezTo>
                  <a:cubicBezTo>
                    <a:pt x="24653" y="12410"/>
                    <a:pt x="23392" y="12381"/>
                    <a:pt x="22140" y="12381"/>
                  </a:cubicBezTo>
                  <a:cubicBezTo>
                    <a:pt x="18938" y="12381"/>
                    <a:pt x="15797" y="12572"/>
                    <a:pt x="12931" y="12748"/>
                  </a:cubicBezTo>
                  <a:lnTo>
                    <a:pt x="11384" y="12841"/>
                  </a:lnTo>
                  <a:cubicBezTo>
                    <a:pt x="8518" y="13010"/>
                    <a:pt x="5551" y="13184"/>
                    <a:pt x="2644" y="13591"/>
                  </a:cubicBezTo>
                  <a:cubicBezTo>
                    <a:pt x="1731" y="13718"/>
                    <a:pt x="921" y="13848"/>
                    <a:pt x="165" y="13990"/>
                  </a:cubicBezTo>
                  <a:lnTo>
                    <a:pt x="0" y="14020"/>
                  </a:lnTo>
                  <a:lnTo>
                    <a:pt x="0" y="22434"/>
                  </a:lnTo>
                  <a:lnTo>
                    <a:pt x="280" y="22317"/>
                  </a:lnTo>
                  <a:cubicBezTo>
                    <a:pt x="3624" y="20902"/>
                    <a:pt x="6748" y="20202"/>
                    <a:pt x="9745" y="20202"/>
                  </a:cubicBezTo>
                  <a:cubicBezTo>
                    <a:pt x="10841" y="20202"/>
                    <a:pt x="11920" y="20296"/>
                    <a:pt x="12987" y="20482"/>
                  </a:cubicBezTo>
                  <a:cubicBezTo>
                    <a:pt x="20436" y="21784"/>
                    <a:pt x="26975" y="26792"/>
                    <a:pt x="33571" y="32250"/>
                  </a:cubicBezTo>
                  <a:cubicBezTo>
                    <a:pt x="44508" y="41302"/>
                    <a:pt x="58178" y="45884"/>
                    <a:pt x="74230" y="45884"/>
                  </a:cubicBezTo>
                  <a:cubicBezTo>
                    <a:pt x="74828" y="45884"/>
                    <a:pt x="75434" y="45878"/>
                    <a:pt x="76041" y="45864"/>
                  </a:cubicBezTo>
                  <a:cubicBezTo>
                    <a:pt x="92973" y="45507"/>
                    <a:pt x="107630" y="40953"/>
                    <a:pt x="119603" y="32334"/>
                  </a:cubicBezTo>
                  <a:cubicBezTo>
                    <a:pt x="123430" y="29580"/>
                    <a:pt x="127160" y="26462"/>
                    <a:pt x="130767" y="23446"/>
                  </a:cubicBezTo>
                  <a:cubicBezTo>
                    <a:pt x="133490" y="21168"/>
                    <a:pt x="136306" y="18812"/>
                    <a:pt x="139143" y="16633"/>
                  </a:cubicBezTo>
                  <a:cubicBezTo>
                    <a:pt x="142286" y="14218"/>
                    <a:pt x="145678" y="11782"/>
                    <a:pt x="149569" y="10839"/>
                  </a:cubicBezTo>
                  <a:cubicBezTo>
                    <a:pt x="151002" y="10492"/>
                    <a:pt x="152486" y="10318"/>
                    <a:pt x="154040" y="10318"/>
                  </a:cubicBezTo>
                  <a:cubicBezTo>
                    <a:pt x="155718" y="10318"/>
                    <a:pt x="157477" y="10521"/>
                    <a:pt x="159345" y="10926"/>
                  </a:cubicBezTo>
                  <a:cubicBezTo>
                    <a:pt x="163146" y="11754"/>
                    <a:pt x="166866" y="13255"/>
                    <a:pt x="170463" y="14710"/>
                  </a:cubicBezTo>
                  <a:cubicBezTo>
                    <a:pt x="174735" y="16434"/>
                    <a:pt x="179004" y="17813"/>
                    <a:pt x="183149" y="18805"/>
                  </a:cubicBezTo>
                  <a:cubicBezTo>
                    <a:pt x="187035" y="19734"/>
                    <a:pt x="190791" y="20198"/>
                    <a:pt x="194393" y="20198"/>
                  </a:cubicBezTo>
                  <a:cubicBezTo>
                    <a:pt x="198045" y="20198"/>
                    <a:pt x="201538" y="19721"/>
                    <a:pt x="204846" y="18766"/>
                  </a:cubicBezTo>
                  <a:cubicBezTo>
                    <a:pt x="206788" y="18205"/>
                    <a:pt x="208062" y="17332"/>
                    <a:pt x="208634" y="16167"/>
                  </a:cubicBezTo>
                  <a:cubicBezTo>
                    <a:pt x="209095" y="15229"/>
                    <a:pt x="209080" y="14117"/>
                    <a:pt x="208584" y="12865"/>
                  </a:cubicBezTo>
                  <a:cubicBezTo>
                    <a:pt x="207441" y="9969"/>
                    <a:pt x="204404" y="8376"/>
                    <a:pt x="202188" y="7211"/>
                  </a:cubicBezTo>
                  <a:lnTo>
                    <a:pt x="201831" y="7024"/>
                  </a:lnTo>
                  <a:cubicBezTo>
                    <a:pt x="194760" y="3289"/>
                    <a:pt x="188306" y="1132"/>
                    <a:pt x="182098" y="427"/>
                  </a:cubicBezTo>
                  <a:cubicBezTo>
                    <a:pt x="179239" y="102"/>
                    <a:pt x="176384" y="0"/>
                    <a:pt x="1736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1"/>
            <p:cNvSpPr/>
            <p:nvPr/>
          </p:nvSpPr>
          <p:spPr>
            <a:xfrm flipH="1">
              <a:off x="8384687" y="2373130"/>
              <a:ext cx="807313" cy="330705"/>
            </a:xfrm>
            <a:custGeom>
              <a:rect b="b" l="l" r="r" t="t"/>
              <a:pathLst>
                <a:path extrusionOk="0" h="8264" w="20174">
                  <a:moveTo>
                    <a:pt x="10888" y="404"/>
                  </a:moveTo>
                  <a:cubicBezTo>
                    <a:pt x="11749" y="404"/>
                    <a:pt x="12597" y="461"/>
                    <a:pt x="13422" y="602"/>
                  </a:cubicBezTo>
                  <a:cubicBezTo>
                    <a:pt x="15472" y="954"/>
                    <a:pt x="17153" y="1897"/>
                    <a:pt x="18413" y="3404"/>
                  </a:cubicBezTo>
                  <a:cubicBezTo>
                    <a:pt x="19054" y="4170"/>
                    <a:pt x="19787" y="5267"/>
                    <a:pt x="19634" y="6147"/>
                  </a:cubicBezTo>
                  <a:cubicBezTo>
                    <a:pt x="19567" y="6546"/>
                    <a:pt x="19324" y="6863"/>
                    <a:pt x="18894" y="7118"/>
                  </a:cubicBezTo>
                  <a:cubicBezTo>
                    <a:pt x="17704" y="7820"/>
                    <a:pt x="16206" y="7861"/>
                    <a:pt x="14950" y="7861"/>
                  </a:cubicBezTo>
                  <a:cubicBezTo>
                    <a:pt x="14860" y="7861"/>
                    <a:pt x="14771" y="7861"/>
                    <a:pt x="14684" y="7861"/>
                  </a:cubicBezTo>
                  <a:cubicBezTo>
                    <a:pt x="13289" y="7856"/>
                    <a:pt x="11866" y="7753"/>
                    <a:pt x="10488" y="7653"/>
                  </a:cubicBezTo>
                  <a:cubicBezTo>
                    <a:pt x="9887" y="7608"/>
                    <a:pt x="9287" y="7565"/>
                    <a:pt x="8687" y="7529"/>
                  </a:cubicBezTo>
                  <a:cubicBezTo>
                    <a:pt x="5827" y="7359"/>
                    <a:pt x="3245" y="7206"/>
                    <a:pt x="649" y="7206"/>
                  </a:cubicBezTo>
                  <a:cubicBezTo>
                    <a:pt x="568" y="7206"/>
                    <a:pt x="486" y="7206"/>
                    <a:pt x="405" y="7206"/>
                  </a:cubicBezTo>
                  <a:lnTo>
                    <a:pt x="405" y="1428"/>
                  </a:lnTo>
                  <a:cubicBezTo>
                    <a:pt x="2017" y="1368"/>
                    <a:pt x="3674" y="1139"/>
                    <a:pt x="5280" y="919"/>
                  </a:cubicBezTo>
                  <a:cubicBezTo>
                    <a:pt x="7141" y="665"/>
                    <a:pt x="9044" y="404"/>
                    <a:pt x="10888" y="404"/>
                  </a:cubicBezTo>
                  <a:close/>
                  <a:moveTo>
                    <a:pt x="10888" y="1"/>
                  </a:moveTo>
                  <a:cubicBezTo>
                    <a:pt x="9018" y="1"/>
                    <a:pt x="7099" y="265"/>
                    <a:pt x="5223" y="522"/>
                  </a:cubicBezTo>
                  <a:cubicBezTo>
                    <a:pt x="3564" y="751"/>
                    <a:pt x="1848" y="984"/>
                    <a:pt x="195" y="1034"/>
                  </a:cubicBezTo>
                  <a:lnTo>
                    <a:pt x="1" y="1039"/>
                  </a:lnTo>
                  <a:lnTo>
                    <a:pt x="1" y="7612"/>
                  </a:lnTo>
                  <a:lnTo>
                    <a:pt x="202" y="7612"/>
                  </a:lnTo>
                  <a:cubicBezTo>
                    <a:pt x="266" y="7612"/>
                    <a:pt x="330" y="7612"/>
                    <a:pt x="393" y="7612"/>
                  </a:cubicBezTo>
                  <a:cubicBezTo>
                    <a:pt x="3056" y="7612"/>
                    <a:pt x="5717" y="7756"/>
                    <a:pt x="8664" y="7932"/>
                  </a:cubicBezTo>
                  <a:cubicBezTo>
                    <a:pt x="9261" y="7968"/>
                    <a:pt x="9860" y="8012"/>
                    <a:pt x="10460" y="8055"/>
                  </a:cubicBezTo>
                  <a:cubicBezTo>
                    <a:pt x="11844" y="8155"/>
                    <a:pt x="13275" y="8259"/>
                    <a:pt x="14682" y="8264"/>
                  </a:cubicBezTo>
                  <a:lnTo>
                    <a:pt x="14998" y="8264"/>
                  </a:lnTo>
                  <a:cubicBezTo>
                    <a:pt x="16295" y="8264"/>
                    <a:pt x="17831" y="8211"/>
                    <a:pt x="19096" y="7463"/>
                  </a:cubicBezTo>
                  <a:cubicBezTo>
                    <a:pt x="19626" y="7152"/>
                    <a:pt x="19940" y="6730"/>
                    <a:pt x="20030" y="6216"/>
                  </a:cubicBezTo>
                  <a:cubicBezTo>
                    <a:pt x="20173" y="5387"/>
                    <a:pt x="19732" y="4354"/>
                    <a:pt x="18720" y="3145"/>
                  </a:cubicBezTo>
                  <a:cubicBezTo>
                    <a:pt x="17395" y="1562"/>
                    <a:pt x="15637" y="574"/>
                    <a:pt x="13488" y="205"/>
                  </a:cubicBezTo>
                  <a:cubicBezTo>
                    <a:pt x="12639" y="59"/>
                    <a:pt x="11769" y="1"/>
                    <a:pt x="108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1"/>
            <p:cNvSpPr/>
            <p:nvPr/>
          </p:nvSpPr>
          <p:spPr>
            <a:xfrm flipH="1">
              <a:off x="-185941" y="2027935"/>
              <a:ext cx="9377861" cy="2035410"/>
            </a:xfrm>
            <a:custGeom>
              <a:rect b="b" l="l" r="r" t="t"/>
              <a:pathLst>
                <a:path extrusionOk="0" h="50863" w="234344">
                  <a:moveTo>
                    <a:pt x="233940" y="621"/>
                  </a:moveTo>
                  <a:lnTo>
                    <a:pt x="233940" y="12077"/>
                  </a:lnTo>
                  <a:cubicBezTo>
                    <a:pt x="232371" y="13846"/>
                    <a:pt x="230619" y="15358"/>
                    <a:pt x="228734" y="16565"/>
                  </a:cubicBezTo>
                  <a:cubicBezTo>
                    <a:pt x="224484" y="19289"/>
                    <a:pt x="219376" y="20857"/>
                    <a:pt x="213122" y="21360"/>
                  </a:cubicBezTo>
                  <a:cubicBezTo>
                    <a:pt x="211653" y="21479"/>
                    <a:pt x="210146" y="21539"/>
                    <a:pt x="208580" y="21539"/>
                  </a:cubicBezTo>
                  <a:cubicBezTo>
                    <a:pt x="205000" y="21539"/>
                    <a:pt x="201109" y="21226"/>
                    <a:pt x="196647" y="20590"/>
                  </a:cubicBezTo>
                  <a:lnTo>
                    <a:pt x="196529" y="20574"/>
                  </a:lnTo>
                  <a:cubicBezTo>
                    <a:pt x="194477" y="20283"/>
                    <a:pt x="192356" y="19981"/>
                    <a:pt x="190306" y="19457"/>
                  </a:cubicBezTo>
                  <a:cubicBezTo>
                    <a:pt x="188131" y="18901"/>
                    <a:pt x="186302" y="18457"/>
                    <a:pt x="184446" y="18095"/>
                  </a:cubicBezTo>
                  <a:cubicBezTo>
                    <a:pt x="182413" y="17700"/>
                    <a:pt x="180221" y="17338"/>
                    <a:pt x="178016" y="17338"/>
                  </a:cubicBezTo>
                  <a:cubicBezTo>
                    <a:pt x="177942" y="17338"/>
                    <a:pt x="177867" y="17339"/>
                    <a:pt x="177792" y="17340"/>
                  </a:cubicBezTo>
                  <a:cubicBezTo>
                    <a:pt x="176496" y="17354"/>
                    <a:pt x="174542" y="17378"/>
                    <a:pt x="173323" y="18637"/>
                  </a:cubicBezTo>
                  <a:cubicBezTo>
                    <a:pt x="172261" y="19733"/>
                    <a:pt x="172397" y="21555"/>
                    <a:pt x="173080" y="22788"/>
                  </a:cubicBezTo>
                  <a:cubicBezTo>
                    <a:pt x="174004" y="24459"/>
                    <a:pt x="175665" y="25395"/>
                    <a:pt x="177319" y="26158"/>
                  </a:cubicBezTo>
                  <a:cubicBezTo>
                    <a:pt x="180088" y="27433"/>
                    <a:pt x="183032" y="28076"/>
                    <a:pt x="185878" y="28699"/>
                  </a:cubicBezTo>
                  <a:cubicBezTo>
                    <a:pt x="186544" y="28844"/>
                    <a:pt x="187205" y="28990"/>
                    <a:pt x="187866" y="29142"/>
                  </a:cubicBezTo>
                  <a:cubicBezTo>
                    <a:pt x="191326" y="29942"/>
                    <a:pt x="194903" y="30405"/>
                    <a:pt x="198362" y="30852"/>
                  </a:cubicBezTo>
                  <a:lnTo>
                    <a:pt x="199879" y="31048"/>
                  </a:lnTo>
                  <a:cubicBezTo>
                    <a:pt x="203501" y="31524"/>
                    <a:pt x="207493" y="31975"/>
                    <a:pt x="212443" y="32469"/>
                  </a:cubicBezTo>
                  <a:cubicBezTo>
                    <a:pt x="216296" y="32854"/>
                    <a:pt x="220110" y="33192"/>
                    <a:pt x="223683" y="33505"/>
                  </a:cubicBezTo>
                  <a:cubicBezTo>
                    <a:pt x="226437" y="33747"/>
                    <a:pt x="229366" y="34040"/>
                    <a:pt x="232268" y="34727"/>
                  </a:cubicBezTo>
                  <a:cubicBezTo>
                    <a:pt x="232812" y="34856"/>
                    <a:pt x="233374" y="35011"/>
                    <a:pt x="233940" y="35186"/>
                  </a:cubicBezTo>
                  <a:lnTo>
                    <a:pt x="233940" y="50330"/>
                  </a:lnTo>
                  <a:cubicBezTo>
                    <a:pt x="227593" y="48509"/>
                    <a:pt x="220754" y="46238"/>
                    <a:pt x="213042" y="43386"/>
                  </a:cubicBezTo>
                  <a:cubicBezTo>
                    <a:pt x="208088" y="41555"/>
                    <a:pt x="202988" y="39512"/>
                    <a:pt x="197884" y="37317"/>
                  </a:cubicBezTo>
                  <a:cubicBezTo>
                    <a:pt x="195613" y="36339"/>
                    <a:pt x="193318" y="35281"/>
                    <a:pt x="191099" y="34257"/>
                  </a:cubicBezTo>
                  <a:cubicBezTo>
                    <a:pt x="188401" y="33014"/>
                    <a:pt x="185611" y="31726"/>
                    <a:pt x="182833" y="30573"/>
                  </a:cubicBezTo>
                  <a:cubicBezTo>
                    <a:pt x="172649" y="26340"/>
                    <a:pt x="162754" y="24195"/>
                    <a:pt x="153409" y="24195"/>
                  </a:cubicBezTo>
                  <a:cubicBezTo>
                    <a:pt x="153178" y="24195"/>
                    <a:pt x="152948" y="24197"/>
                    <a:pt x="152719" y="24198"/>
                  </a:cubicBezTo>
                  <a:cubicBezTo>
                    <a:pt x="142080" y="24319"/>
                    <a:pt x="132064" y="27884"/>
                    <a:pt x="122824" y="31721"/>
                  </a:cubicBezTo>
                  <a:cubicBezTo>
                    <a:pt x="112729" y="35913"/>
                    <a:pt x="102805" y="39822"/>
                    <a:pt x="92400" y="41608"/>
                  </a:cubicBezTo>
                  <a:cubicBezTo>
                    <a:pt x="82867" y="43244"/>
                    <a:pt x="72721" y="44299"/>
                    <a:pt x="61383" y="44830"/>
                  </a:cubicBezTo>
                  <a:cubicBezTo>
                    <a:pt x="58519" y="44965"/>
                    <a:pt x="55783" y="45032"/>
                    <a:pt x="53152" y="45032"/>
                  </a:cubicBezTo>
                  <a:cubicBezTo>
                    <a:pt x="45012" y="45032"/>
                    <a:pt x="37887" y="44383"/>
                    <a:pt x="31169" y="43050"/>
                  </a:cubicBezTo>
                  <a:cubicBezTo>
                    <a:pt x="24718" y="41770"/>
                    <a:pt x="18066" y="39641"/>
                    <a:pt x="11397" y="36720"/>
                  </a:cubicBezTo>
                  <a:cubicBezTo>
                    <a:pt x="7680" y="35093"/>
                    <a:pt x="3780" y="33224"/>
                    <a:pt x="405" y="30582"/>
                  </a:cubicBezTo>
                  <a:lnTo>
                    <a:pt x="405" y="21725"/>
                  </a:lnTo>
                  <a:cubicBezTo>
                    <a:pt x="5173" y="23118"/>
                    <a:pt x="10001" y="24631"/>
                    <a:pt x="14673" y="26094"/>
                  </a:cubicBezTo>
                  <a:cubicBezTo>
                    <a:pt x="18472" y="27283"/>
                    <a:pt x="22397" y="28512"/>
                    <a:pt x="26269" y="29670"/>
                  </a:cubicBezTo>
                  <a:cubicBezTo>
                    <a:pt x="42759" y="34607"/>
                    <a:pt x="58954" y="38982"/>
                    <a:pt x="74991" y="38982"/>
                  </a:cubicBezTo>
                  <a:cubicBezTo>
                    <a:pt x="78823" y="38982"/>
                    <a:pt x="82649" y="38732"/>
                    <a:pt x="86466" y="38179"/>
                  </a:cubicBezTo>
                  <a:cubicBezTo>
                    <a:pt x="95509" y="36872"/>
                    <a:pt x="104228" y="33938"/>
                    <a:pt x="112383" y="29455"/>
                  </a:cubicBezTo>
                  <a:cubicBezTo>
                    <a:pt x="116730" y="27066"/>
                    <a:pt x="120985" y="24195"/>
                    <a:pt x="125029" y="20922"/>
                  </a:cubicBezTo>
                  <a:cubicBezTo>
                    <a:pt x="126767" y="19511"/>
                    <a:pt x="128488" y="17994"/>
                    <a:pt x="130152" y="16524"/>
                  </a:cubicBezTo>
                  <a:cubicBezTo>
                    <a:pt x="131788" y="15078"/>
                    <a:pt x="133483" y="13582"/>
                    <a:pt x="135190" y="12196"/>
                  </a:cubicBezTo>
                  <a:cubicBezTo>
                    <a:pt x="137654" y="10200"/>
                    <a:pt x="140969" y="7788"/>
                    <a:pt x="144768" y="6873"/>
                  </a:cubicBezTo>
                  <a:cubicBezTo>
                    <a:pt x="145990" y="6580"/>
                    <a:pt x="147258" y="6432"/>
                    <a:pt x="148594" y="6432"/>
                  </a:cubicBezTo>
                  <a:cubicBezTo>
                    <a:pt x="151134" y="6432"/>
                    <a:pt x="153922" y="6966"/>
                    <a:pt x="157120" y="8052"/>
                  </a:cubicBezTo>
                  <a:cubicBezTo>
                    <a:pt x="165254" y="10813"/>
                    <a:pt x="174727" y="13878"/>
                    <a:pt x="184226" y="15304"/>
                  </a:cubicBezTo>
                  <a:cubicBezTo>
                    <a:pt x="187914" y="15858"/>
                    <a:pt x="191419" y="16136"/>
                    <a:pt x="194766" y="16136"/>
                  </a:cubicBezTo>
                  <a:cubicBezTo>
                    <a:pt x="200932" y="16136"/>
                    <a:pt x="206557" y="15192"/>
                    <a:pt x="211781" y="13295"/>
                  </a:cubicBezTo>
                  <a:cubicBezTo>
                    <a:pt x="216509" y="11579"/>
                    <a:pt x="220789" y="8892"/>
                    <a:pt x="224351" y="6492"/>
                  </a:cubicBezTo>
                  <a:cubicBezTo>
                    <a:pt x="224766" y="6212"/>
                    <a:pt x="225182" y="5928"/>
                    <a:pt x="225598" y="5645"/>
                  </a:cubicBezTo>
                  <a:cubicBezTo>
                    <a:pt x="228277" y="3826"/>
                    <a:pt x="231045" y="1944"/>
                    <a:pt x="233940" y="621"/>
                  </a:cubicBezTo>
                  <a:close/>
                  <a:moveTo>
                    <a:pt x="234344" y="1"/>
                  </a:moveTo>
                  <a:lnTo>
                    <a:pt x="234062" y="127"/>
                  </a:lnTo>
                  <a:cubicBezTo>
                    <a:pt x="231032" y="1470"/>
                    <a:pt x="228156" y="3423"/>
                    <a:pt x="225375" y="5313"/>
                  </a:cubicBezTo>
                  <a:cubicBezTo>
                    <a:pt x="224959" y="5595"/>
                    <a:pt x="224545" y="5878"/>
                    <a:pt x="224128" y="6158"/>
                  </a:cubicBezTo>
                  <a:cubicBezTo>
                    <a:pt x="220589" y="8544"/>
                    <a:pt x="216336" y="11214"/>
                    <a:pt x="211647" y="12916"/>
                  </a:cubicBezTo>
                  <a:cubicBezTo>
                    <a:pt x="206466" y="14796"/>
                    <a:pt x="200885" y="15732"/>
                    <a:pt x="194765" y="15732"/>
                  </a:cubicBezTo>
                  <a:cubicBezTo>
                    <a:pt x="191440" y="15732"/>
                    <a:pt x="187955" y="15456"/>
                    <a:pt x="184289" y="14905"/>
                  </a:cubicBezTo>
                  <a:cubicBezTo>
                    <a:pt x="174822" y="13485"/>
                    <a:pt x="165370" y="10424"/>
                    <a:pt x="157251" y="7671"/>
                  </a:cubicBezTo>
                  <a:cubicBezTo>
                    <a:pt x="154011" y="6571"/>
                    <a:pt x="151182" y="6028"/>
                    <a:pt x="148600" y="6028"/>
                  </a:cubicBezTo>
                  <a:cubicBezTo>
                    <a:pt x="147230" y="6028"/>
                    <a:pt x="145930" y="6181"/>
                    <a:pt x="144675" y="6483"/>
                  </a:cubicBezTo>
                  <a:cubicBezTo>
                    <a:pt x="140797" y="7416"/>
                    <a:pt x="137434" y="9860"/>
                    <a:pt x="134939" y="11886"/>
                  </a:cubicBezTo>
                  <a:cubicBezTo>
                    <a:pt x="133224" y="13277"/>
                    <a:pt x="131528" y="14775"/>
                    <a:pt x="129887" y="16224"/>
                  </a:cubicBezTo>
                  <a:cubicBezTo>
                    <a:pt x="128225" y="17690"/>
                    <a:pt x="126509" y="19207"/>
                    <a:pt x="124774" y="20610"/>
                  </a:cubicBezTo>
                  <a:cubicBezTo>
                    <a:pt x="120749" y="23869"/>
                    <a:pt x="116514" y="26727"/>
                    <a:pt x="112189" y="29105"/>
                  </a:cubicBezTo>
                  <a:cubicBezTo>
                    <a:pt x="104076" y="33564"/>
                    <a:pt x="95402" y="36484"/>
                    <a:pt x="86407" y="37785"/>
                  </a:cubicBezTo>
                  <a:cubicBezTo>
                    <a:pt x="82611" y="38334"/>
                    <a:pt x="78806" y="38583"/>
                    <a:pt x="74991" y="38583"/>
                  </a:cubicBezTo>
                  <a:cubicBezTo>
                    <a:pt x="59005" y="38583"/>
                    <a:pt x="42843" y="34216"/>
                    <a:pt x="26384" y="29289"/>
                  </a:cubicBezTo>
                  <a:cubicBezTo>
                    <a:pt x="22516" y="28130"/>
                    <a:pt x="18589" y="26901"/>
                    <a:pt x="14793" y="25711"/>
                  </a:cubicBezTo>
                  <a:cubicBezTo>
                    <a:pt x="10035" y="24222"/>
                    <a:pt x="5116" y="22681"/>
                    <a:pt x="257" y="21265"/>
                  </a:cubicBezTo>
                  <a:lnTo>
                    <a:pt x="0" y="21189"/>
                  </a:lnTo>
                  <a:lnTo>
                    <a:pt x="0" y="30778"/>
                  </a:lnTo>
                  <a:lnTo>
                    <a:pt x="77" y="30839"/>
                  </a:lnTo>
                  <a:cubicBezTo>
                    <a:pt x="3505" y="33541"/>
                    <a:pt x="7466" y="35440"/>
                    <a:pt x="11235" y="37090"/>
                  </a:cubicBezTo>
                  <a:cubicBezTo>
                    <a:pt x="17931" y="40022"/>
                    <a:pt x="24610" y="42161"/>
                    <a:pt x="31090" y="43447"/>
                  </a:cubicBezTo>
                  <a:cubicBezTo>
                    <a:pt x="37834" y="44786"/>
                    <a:pt x="44983" y="45437"/>
                    <a:pt x="53148" y="45437"/>
                  </a:cubicBezTo>
                  <a:cubicBezTo>
                    <a:pt x="55786" y="45437"/>
                    <a:pt x="58530" y="45369"/>
                    <a:pt x="61401" y="45235"/>
                  </a:cubicBezTo>
                  <a:cubicBezTo>
                    <a:pt x="72756" y="44700"/>
                    <a:pt x="82917" y="43644"/>
                    <a:pt x="92467" y="42007"/>
                  </a:cubicBezTo>
                  <a:cubicBezTo>
                    <a:pt x="102913" y="40214"/>
                    <a:pt x="112861" y="36296"/>
                    <a:pt x="122978" y="32095"/>
                  </a:cubicBezTo>
                  <a:cubicBezTo>
                    <a:pt x="132181" y="28274"/>
                    <a:pt x="142153" y="24722"/>
                    <a:pt x="152725" y="24602"/>
                  </a:cubicBezTo>
                  <a:cubicBezTo>
                    <a:pt x="152952" y="24600"/>
                    <a:pt x="153179" y="24598"/>
                    <a:pt x="153407" y="24598"/>
                  </a:cubicBezTo>
                  <a:cubicBezTo>
                    <a:pt x="162694" y="24598"/>
                    <a:pt x="172541" y="26730"/>
                    <a:pt x="182679" y="30945"/>
                  </a:cubicBezTo>
                  <a:cubicBezTo>
                    <a:pt x="185447" y="32095"/>
                    <a:pt x="188234" y="33381"/>
                    <a:pt x="190930" y="34624"/>
                  </a:cubicBezTo>
                  <a:cubicBezTo>
                    <a:pt x="193152" y="35649"/>
                    <a:pt x="195448" y="36707"/>
                    <a:pt x="197726" y="37686"/>
                  </a:cubicBezTo>
                  <a:cubicBezTo>
                    <a:pt x="202837" y="39885"/>
                    <a:pt x="207942" y="41928"/>
                    <a:pt x="212901" y="43763"/>
                  </a:cubicBezTo>
                  <a:cubicBezTo>
                    <a:pt x="220729" y="46656"/>
                    <a:pt x="227658" y="48955"/>
                    <a:pt x="234085" y="50788"/>
                  </a:cubicBezTo>
                  <a:lnTo>
                    <a:pt x="234341" y="50863"/>
                  </a:lnTo>
                  <a:lnTo>
                    <a:pt x="234344" y="50863"/>
                  </a:lnTo>
                  <a:lnTo>
                    <a:pt x="234344" y="34896"/>
                  </a:lnTo>
                  <a:lnTo>
                    <a:pt x="234204" y="34850"/>
                  </a:lnTo>
                  <a:cubicBezTo>
                    <a:pt x="233582" y="34654"/>
                    <a:pt x="232962" y="34481"/>
                    <a:pt x="232362" y="34340"/>
                  </a:cubicBezTo>
                  <a:cubicBezTo>
                    <a:pt x="229433" y="33647"/>
                    <a:pt x="226488" y="33352"/>
                    <a:pt x="223721" y="33110"/>
                  </a:cubicBezTo>
                  <a:cubicBezTo>
                    <a:pt x="220148" y="32797"/>
                    <a:pt x="216338" y="32457"/>
                    <a:pt x="212486" y="32074"/>
                  </a:cubicBezTo>
                  <a:cubicBezTo>
                    <a:pt x="207542" y="31581"/>
                    <a:pt x="203553" y="31128"/>
                    <a:pt x="199935" y="30653"/>
                  </a:cubicBezTo>
                  <a:lnTo>
                    <a:pt x="198416" y="30455"/>
                  </a:lnTo>
                  <a:cubicBezTo>
                    <a:pt x="194968" y="30009"/>
                    <a:pt x="191400" y="29547"/>
                    <a:pt x="187960" y="28753"/>
                  </a:cubicBezTo>
                  <a:cubicBezTo>
                    <a:pt x="187298" y="28602"/>
                    <a:pt x="186634" y="28454"/>
                    <a:pt x="185969" y="28310"/>
                  </a:cubicBezTo>
                  <a:cubicBezTo>
                    <a:pt x="183145" y="27690"/>
                    <a:pt x="180223" y="27051"/>
                    <a:pt x="177494" y="25795"/>
                  </a:cubicBezTo>
                  <a:cubicBezTo>
                    <a:pt x="176009" y="25111"/>
                    <a:pt x="174350" y="24245"/>
                    <a:pt x="173437" y="22596"/>
                  </a:cubicBezTo>
                  <a:cubicBezTo>
                    <a:pt x="172829" y="21493"/>
                    <a:pt x="172693" y="19876"/>
                    <a:pt x="173617" y="18921"/>
                  </a:cubicBezTo>
                  <a:cubicBezTo>
                    <a:pt x="174717" y="17783"/>
                    <a:pt x="176574" y="17760"/>
                    <a:pt x="177801" y="17745"/>
                  </a:cubicBezTo>
                  <a:cubicBezTo>
                    <a:pt x="177883" y="17744"/>
                    <a:pt x="177965" y="17744"/>
                    <a:pt x="178047" y="17744"/>
                  </a:cubicBezTo>
                  <a:cubicBezTo>
                    <a:pt x="180223" y="17744"/>
                    <a:pt x="182367" y="18103"/>
                    <a:pt x="184375" y="18494"/>
                  </a:cubicBezTo>
                  <a:cubicBezTo>
                    <a:pt x="186221" y="18853"/>
                    <a:pt x="188043" y="19296"/>
                    <a:pt x="190212" y="19850"/>
                  </a:cubicBezTo>
                  <a:cubicBezTo>
                    <a:pt x="192283" y="20380"/>
                    <a:pt x="194415" y="20683"/>
                    <a:pt x="196477" y="20976"/>
                  </a:cubicBezTo>
                  <a:lnTo>
                    <a:pt x="196594" y="20993"/>
                  </a:lnTo>
                  <a:cubicBezTo>
                    <a:pt x="201071" y="21630"/>
                    <a:pt x="204978" y="21943"/>
                    <a:pt x="208576" y="21943"/>
                  </a:cubicBezTo>
                  <a:cubicBezTo>
                    <a:pt x="210156" y="21943"/>
                    <a:pt x="211676" y="21883"/>
                    <a:pt x="213159" y="21763"/>
                  </a:cubicBezTo>
                  <a:cubicBezTo>
                    <a:pt x="219481" y="21255"/>
                    <a:pt x="224648" y="19666"/>
                    <a:pt x="228956" y="16905"/>
                  </a:cubicBezTo>
                  <a:cubicBezTo>
                    <a:pt x="230892" y="15665"/>
                    <a:pt x="232689" y="14110"/>
                    <a:pt x="234294" y="12287"/>
                  </a:cubicBezTo>
                  <a:lnTo>
                    <a:pt x="234344" y="12230"/>
                  </a:lnTo>
                  <a:lnTo>
                    <a:pt x="23434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1"/>
            <p:cNvSpPr/>
            <p:nvPr/>
          </p:nvSpPr>
          <p:spPr>
            <a:xfrm flipH="1">
              <a:off x="4020138" y="3448055"/>
              <a:ext cx="5171942" cy="1031731"/>
            </a:xfrm>
            <a:custGeom>
              <a:rect b="b" l="l" r="r" t="t"/>
              <a:pathLst>
                <a:path extrusionOk="0" h="25782" w="129242">
                  <a:moveTo>
                    <a:pt x="125667" y="404"/>
                  </a:moveTo>
                  <a:cubicBezTo>
                    <a:pt x="125949" y="404"/>
                    <a:pt x="126232" y="415"/>
                    <a:pt x="126514" y="437"/>
                  </a:cubicBezTo>
                  <a:cubicBezTo>
                    <a:pt x="127419" y="510"/>
                    <a:pt x="128375" y="690"/>
                    <a:pt x="128733" y="1442"/>
                  </a:cubicBezTo>
                  <a:cubicBezTo>
                    <a:pt x="127667" y="1898"/>
                    <a:pt x="126604" y="2366"/>
                    <a:pt x="125540" y="2833"/>
                  </a:cubicBezTo>
                  <a:cubicBezTo>
                    <a:pt x="121951" y="4414"/>
                    <a:pt x="118237" y="6047"/>
                    <a:pt x="114473" y="7141"/>
                  </a:cubicBezTo>
                  <a:cubicBezTo>
                    <a:pt x="113881" y="7314"/>
                    <a:pt x="113286" y="7483"/>
                    <a:pt x="112693" y="7649"/>
                  </a:cubicBezTo>
                  <a:cubicBezTo>
                    <a:pt x="110914" y="8149"/>
                    <a:pt x="109073" y="8666"/>
                    <a:pt x="107278" y="9330"/>
                  </a:cubicBezTo>
                  <a:cubicBezTo>
                    <a:pt x="105183" y="10108"/>
                    <a:pt x="102936" y="11055"/>
                    <a:pt x="100411" y="12228"/>
                  </a:cubicBezTo>
                  <a:cubicBezTo>
                    <a:pt x="97928" y="13381"/>
                    <a:pt x="95424" y="14634"/>
                    <a:pt x="93002" y="15844"/>
                  </a:cubicBezTo>
                  <a:cubicBezTo>
                    <a:pt x="86663" y="19013"/>
                    <a:pt x="80109" y="22288"/>
                    <a:pt x="73322" y="24097"/>
                  </a:cubicBezTo>
                  <a:cubicBezTo>
                    <a:pt x="70106" y="24955"/>
                    <a:pt x="66829" y="25381"/>
                    <a:pt x="63411" y="25381"/>
                  </a:cubicBezTo>
                  <a:cubicBezTo>
                    <a:pt x="61691" y="25381"/>
                    <a:pt x="59935" y="25273"/>
                    <a:pt x="58132" y="25057"/>
                  </a:cubicBezTo>
                  <a:cubicBezTo>
                    <a:pt x="54870" y="24667"/>
                    <a:pt x="51578" y="24000"/>
                    <a:pt x="48394" y="23351"/>
                  </a:cubicBezTo>
                  <a:cubicBezTo>
                    <a:pt x="46720" y="23010"/>
                    <a:pt x="44988" y="22658"/>
                    <a:pt x="43281" y="22351"/>
                  </a:cubicBezTo>
                  <a:cubicBezTo>
                    <a:pt x="38827" y="21551"/>
                    <a:pt x="34306" y="21314"/>
                    <a:pt x="29931" y="21085"/>
                  </a:cubicBezTo>
                  <a:lnTo>
                    <a:pt x="28914" y="21031"/>
                  </a:lnTo>
                  <a:cubicBezTo>
                    <a:pt x="25978" y="20874"/>
                    <a:pt x="23609" y="20501"/>
                    <a:pt x="21462" y="19855"/>
                  </a:cubicBezTo>
                  <a:cubicBezTo>
                    <a:pt x="19489" y="19259"/>
                    <a:pt x="17512" y="18432"/>
                    <a:pt x="15599" y="17635"/>
                  </a:cubicBezTo>
                  <a:cubicBezTo>
                    <a:pt x="15171" y="17457"/>
                    <a:pt x="14747" y="17279"/>
                    <a:pt x="14321" y="17105"/>
                  </a:cubicBezTo>
                  <a:cubicBezTo>
                    <a:pt x="12341" y="16286"/>
                    <a:pt x="10328" y="15433"/>
                    <a:pt x="8383" y="14606"/>
                  </a:cubicBezTo>
                  <a:cubicBezTo>
                    <a:pt x="5772" y="13497"/>
                    <a:pt x="3075" y="12349"/>
                    <a:pt x="404" y="11276"/>
                  </a:cubicBezTo>
                  <a:lnTo>
                    <a:pt x="403" y="11276"/>
                  </a:lnTo>
                  <a:lnTo>
                    <a:pt x="403" y="5584"/>
                  </a:lnTo>
                  <a:cubicBezTo>
                    <a:pt x="967" y="5874"/>
                    <a:pt x="1566" y="6170"/>
                    <a:pt x="2220" y="6484"/>
                  </a:cubicBezTo>
                  <a:cubicBezTo>
                    <a:pt x="2905" y="6811"/>
                    <a:pt x="3592" y="7131"/>
                    <a:pt x="4281" y="7450"/>
                  </a:cubicBezTo>
                  <a:cubicBezTo>
                    <a:pt x="6227" y="8357"/>
                    <a:pt x="8240" y="9293"/>
                    <a:pt x="10153" y="10412"/>
                  </a:cubicBezTo>
                  <a:cubicBezTo>
                    <a:pt x="12434" y="11746"/>
                    <a:pt x="14871" y="13148"/>
                    <a:pt x="17395" y="14337"/>
                  </a:cubicBezTo>
                  <a:cubicBezTo>
                    <a:pt x="25707" y="18255"/>
                    <a:pt x="35202" y="20169"/>
                    <a:pt x="46355" y="20169"/>
                  </a:cubicBezTo>
                  <a:cubicBezTo>
                    <a:pt x="47079" y="20169"/>
                    <a:pt x="47811" y="20161"/>
                    <a:pt x="48549" y="20145"/>
                  </a:cubicBezTo>
                  <a:cubicBezTo>
                    <a:pt x="59131" y="19914"/>
                    <a:pt x="70411" y="17805"/>
                    <a:pt x="84049" y="13504"/>
                  </a:cubicBezTo>
                  <a:cubicBezTo>
                    <a:pt x="89815" y="11685"/>
                    <a:pt x="95612" y="9562"/>
                    <a:pt x="101217" y="7507"/>
                  </a:cubicBezTo>
                  <a:cubicBezTo>
                    <a:pt x="104315" y="6374"/>
                    <a:pt x="107517" y="5200"/>
                    <a:pt x="110679" y="4091"/>
                  </a:cubicBezTo>
                  <a:cubicBezTo>
                    <a:pt x="114143" y="2876"/>
                    <a:pt x="117874" y="1648"/>
                    <a:pt x="121675" y="895"/>
                  </a:cubicBezTo>
                  <a:cubicBezTo>
                    <a:pt x="122896" y="652"/>
                    <a:pt x="124279" y="404"/>
                    <a:pt x="125667" y="404"/>
                  </a:cubicBezTo>
                  <a:close/>
                  <a:moveTo>
                    <a:pt x="125672" y="1"/>
                  </a:moveTo>
                  <a:cubicBezTo>
                    <a:pt x="124248" y="1"/>
                    <a:pt x="122839" y="252"/>
                    <a:pt x="121598" y="497"/>
                  </a:cubicBezTo>
                  <a:cubicBezTo>
                    <a:pt x="117773" y="1256"/>
                    <a:pt x="114025" y="2491"/>
                    <a:pt x="110546" y="3711"/>
                  </a:cubicBezTo>
                  <a:cubicBezTo>
                    <a:pt x="107384" y="4820"/>
                    <a:pt x="104179" y="5993"/>
                    <a:pt x="101080" y="7129"/>
                  </a:cubicBezTo>
                  <a:cubicBezTo>
                    <a:pt x="95477" y="9180"/>
                    <a:pt x="89685" y="11305"/>
                    <a:pt x="83929" y="13120"/>
                  </a:cubicBezTo>
                  <a:cubicBezTo>
                    <a:pt x="70328" y="17407"/>
                    <a:pt x="59084" y="19512"/>
                    <a:pt x="48540" y="19742"/>
                  </a:cubicBezTo>
                  <a:cubicBezTo>
                    <a:pt x="47811" y="19758"/>
                    <a:pt x="47089" y="19766"/>
                    <a:pt x="46374" y="19766"/>
                  </a:cubicBezTo>
                  <a:cubicBezTo>
                    <a:pt x="35268" y="19766"/>
                    <a:pt x="25827" y="17865"/>
                    <a:pt x="17567" y="13971"/>
                  </a:cubicBezTo>
                  <a:cubicBezTo>
                    <a:pt x="15057" y="12788"/>
                    <a:pt x="12628" y="11391"/>
                    <a:pt x="10355" y="10062"/>
                  </a:cubicBezTo>
                  <a:cubicBezTo>
                    <a:pt x="8426" y="8935"/>
                    <a:pt x="6404" y="7993"/>
                    <a:pt x="4448" y="7084"/>
                  </a:cubicBezTo>
                  <a:cubicBezTo>
                    <a:pt x="3762" y="6767"/>
                    <a:pt x="3076" y="6447"/>
                    <a:pt x="2395" y="6120"/>
                  </a:cubicBezTo>
                  <a:cubicBezTo>
                    <a:pt x="1626" y="5754"/>
                    <a:pt x="940" y="5411"/>
                    <a:pt x="294" y="5075"/>
                  </a:cubicBezTo>
                  <a:lnTo>
                    <a:pt x="0" y="4921"/>
                  </a:lnTo>
                  <a:lnTo>
                    <a:pt x="0" y="11545"/>
                  </a:lnTo>
                  <a:lnTo>
                    <a:pt x="126" y="11595"/>
                  </a:lnTo>
                  <a:cubicBezTo>
                    <a:pt x="2833" y="12684"/>
                    <a:pt x="5574" y="13848"/>
                    <a:pt x="8224" y="14973"/>
                  </a:cubicBezTo>
                  <a:cubicBezTo>
                    <a:pt x="10170" y="15801"/>
                    <a:pt x="12184" y="16656"/>
                    <a:pt x="14167" y="17473"/>
                  </a:cubicBezTo>
                  <a:cubicBezTo>
                    <a:pt x="14591" y="17649"/>
                    <a:pt x="15016" y="17828"/>
                    <a:pt x="15441" y="18003"/>
                  </a:cubicBezTo>
                  <a:cubicBezTo>
                    <a:pt x="17363" y="18808"/>
                    <a:pt x="19349" y="19638"/>
                    <a:pt x="21344" y="20238"/>
                  </a:cubicBezTo>
                  <a:cubicBezTo>
                    <a:pt x="23523" y="20895"/>
                    <a:pt x="25922" y="21274"/>
                    <a:pt x="28892" y="21431"/>
                  </a:cubicBezTo>
                  <a:lnTo>
                    <a:pt x="29910" y="21485"/>
                  </a:lnTo>
                  <a:cubicBezTo>
                    <a:pt x="34272" y="21714"/>
                    <a:pt x="38783" y="21950"/>
                    <a:pt x="43209" y="22746"/>
                  </a:cubicBezTo>
                  <a:cubicBezTo>
                    <a:pt x="44912" y="23053"/>
                    <a:pt x="46641" y="23406"/>
                    <a:pt x="48313" y="23744"/>
                  </a:cubicBezTo>
                  <a:cubicBezTo>
                    <a:pt x="51505" y="24393"/>
                    <a:pt x="54806" y="25065"/>
                    <a:pt x="58085" y="25456"/>
                  </a:cubicBezTo>
                  <a:cubicBezTo>
                    <a:pt x="59905" y="25673"/>
                    <a:pt x="61677" y="25782"/>
                    <a:pt x="63414" y="25782"/>
                  </a:cubicBezTo>
                  <a:cubicBezTo>
                    <a:pt x="66866" y="25782"/>
                    <a:pt x="70177" y="25352"/>
                    <a:pt x="73425" y="24486"/>
                  </a:cubicBezTo>
                  <a:cubicBezTo>
                    <a:pt x="80253" y="22666"/>
                    <a:pt x="86826" y="19379"/>
                    <a:pt x="93183" y="16202"/>
                  </a:cubicBezTo>
                  <a:cubicBezTo>
                    <a:pt x="95603" y="14991"/>
                    <a:pt x="98105" y="13741"/>
                    <a:pt x="100582" y="12591"/>
                  </a:cubicBezTo>
                  <a:cubicBezTo>
                    <a:pt x="103097" y="11422"/>
                    <a:pt x="105333" y="10479"/>
                    <a:pt x="107419" y="9706"/>
                  </a:cubicBezTo>
                  <a:cubicBezTo>
                    <a:pt x="109198" y="9046"/>
                    <a:pt x="111031" y="8532"/>
                    <a:pt x="112803" y="8033"/>
                  </a:cubicBezTo>
                  <a:cubicBezTo>
                    <a:pt x="113399" y="7867"/>
                    <a:pt x="113993" y="7699"/>
                    <a:pt x="114588" y="7526"/>
                  </a:cubicBezTo>
                  <a:cubicBezTo>
                    <a:pt x="118376" y="6424"/>
                    <a:pt x="122102" y="4784"/>
                    <a:pt x="125704" y="3199"/>
                  </a:cubicBezTo>
                  <a:cubicBezTo>
                    <a:pt x="126826" y="2705"/>
                    <a:pt x="127947" y="2212"/>
                    <a:pt x="129073" y="1733"/>
                  </a:cubicBezTo>
                  <a:lnTo>
                    <a:pt x="129242" y="1662"/>
                  </a:lnTo>
                  <a:lnTo>
                    <a:pt x="129185" y="1488"/>
                  </a:lnTo>
                  <a:cubicBezTo>
                    <a:pt x="128775" y="216"/>
                    <a:pt x="127216" y="89"/>
                    <a:pt x="126549" y="34"/>
                  </a:cubicBezTo>
                  <a:cubicBezTo>
                    <a:pt x="126257" y="11"/>
                    <a:pt x="125964" y="1"/>
                    <a:pt x="1256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1"/>
            <p:cNvSpPr/>
            <p:nvPr/>
          </p:nvSpPr>
          <p:spPr>
            <a:xfrm flipH="1">
              <a:off x="-186021" y="3773081"/>
              <a:ext cx="9378021" cy="2233737"/>
            </a:xfrm>
            <a:custGeom>
              <a:rect b="b" l="l" r="r" t="t"/>
              <a:pathLst>
                <a:path extrusionOk="0" h="55819" w="234348">
                  <a:moveTo>
                    <a:pt x="144981" y="403"/>
                  </a:moveTo>
                  <a:cubicBezTo>
                    <a:pt x="150962" y="403"/>
                    <a:pt x="156924" y="882"/>
                    <a:pt x="162787" y="1836"/>
                  </a:cubicBezTo>
                  <a:cubicBezTo>
                    <a:pt x="170740" y="3127"/>
                    <a:pt x="179016" y="5583"/>
                    <a:pt x="189615" y="9797"/>
                  </a:cubicBezTo>
                  <a:cubicBezTo>
                    <a:pt x="198427" y="13299"/>
                    <a:pt x="207411" y="17431"/>
                    <a:pt x="216323" y="22082"/>
                  </a:cubicBezTo>
                  <a:lnTo>
                    <a:pt x="218254" y="23088"/>
                  </a:lnTo>
                  <a:cubicBezTo>
                    <a:pt x="223483" y="25804"/>
                    <a:pt x="228885" y="28612"/>
                    <a:pt x="233942" y="32005"/>
                  </a:cubicBezTo>
                  <a:lnTo>
                    <a:pt x="233942" y="40242"/>
                  </a:lnTo>
                  <a:cubicBezTo>
                    <a:pt x="230357" y="38005"/>
                    <a:pt x="227378" y="36353"/>
                    <a:pt x="224590" y="35054"/>
                  </a:cubicBezTo>
                  <a:cubicBezTo>
                    <a:pt x="215470" y="30808"/>
                    <a:pt x="205746" y="28155"/>
                    <a:pt x="196343" y="25590"/>
                  </a:cubicBezTo>
                  <a:cubicBezTo>
                    <a:pt x="195383" y="25330"/>
                    <a:pt x="194423" y="25067"/>
                    <a:pt x="193466" y="24804"/>
                  </a:cubicBezTo>
                  <a:cubicBezTo>
                    <a:pt x="172307" y="18995"/>
                    <a:pt x="155262" y="16255"/>
                    <a:pt x="139723" y="16255"/>
                  </a:cubicBezTo>
                  <a:cubicBezTo>
                    <a:pt x="136241" y="16255"/>
                    <a:pt x="132834" y="16392"/>
                    <a:pt x="129473" y="16664"/>
                  </a:cubicBezTo>
                  <a:cubicBezTo>
                    <a:pt x="117659" y="17617"/>
                    <a:pt x="108992" y="19950"/>
                    <a:pt x="101363" y="24225"/>
                  </a:cubicBezTo>
                  <a:cubicBezTo>
                    <a:pt x="95848" y="27316"/>
                    <a:pt x="90586" y="31262"/>
                    <a:pt x="85495" y="35080"/>
                  </a:cubicBezTo>
                  <a:cubicBezTo>
                    <a:pt x="82539" y="37296"/>
                    <a:pt x="79484" y="39588"/>
                    <a:pt x="76413" y="41684"/>
                  </a:cubicBezTo>
                  <a:cubicBezTo>
                    <a:pt x="71394" y="45113"/>
                    <a:pt x="67146" y="47471"/>
                    <a:pt x="63039" y="49108"/>
                  </a:cubicBezTo>
                  <a:cubicBezTo>
                    <a:pt x="58787" y="50804"/>
                    <a:pt x="54022" y="52109"/>
                    <a:pt x="48045" y="53216"/>
                  </a:cubicBezTo>
                  <a:cubicBezTo>
                    <a:pt x="40031" y="54703"/>
                    <a:pt x="31384" y="55416"/>
                    <a:pt x="21189" y="55416"/>
                  </a:cubicBezTo>
                  <a:cubicBezTo>
                    <a:pt x="19290" y="55416"/>
                    <a:pt x="17337" y="55391"/>
                    <a:pt x="15325" y="55342"/>
                  </a:cubicBezTo>
                  <a:cubicBezTo>
                    <a:pt x="9761" y="55207"/>
                    <a:pt x="4879" y="54966"/>
                    <a:pt x="402" y="54612"/>
                  </a:cubicBezTo>
                  <a:lnTo>
                    <a:pt x="407" y="54612"/>
                  </a:lnTo>
                  <a:lnTo>
                    <a:pt x="407" y="49284"/>
                  </a:lnTo>
                  <a:cubicBezTo>
                    <a:pt x="817" y="49421"/>
                    <a:pt x="1230" y="49561"/>
                    <a:pt x="1643" y="49700"/>
                  </a:cubicBezTo>
                  <a:cubicBezTo>
                    <a:pt x="4359" y="50619"/>
                    <a:pt x="7168" y="51566"/>
                    <a:pt x="9980" y="52235"/>
                  </a:cubicBezTo>
                  <a:cubicBezTo>
                    <a:pt x="12206" y="52763"/>
                    <a:pt x="14788" y="53377"/>
                    <a:pt x="17344" y="53377"/>
                  </a:cubicBezTo>
                  <a:cubicBezTo>
                    <a:pt x="18683" y="53377"/>
                    <a:pt x="20014" y="53208"/>
                    <a:pt x="21283" y="52772"/>
                  </a:cubicBezTo>
                  <a:cubicBezTo>
                    <a:pt x="22931" y="52205"/>
                    <a:pt x="23878" y="51164"/>
                    <a:pt x="24025" y="49761"/>
                  </a:cubicBezTo>
                  <a:cubicBezTo>
                    <a:pt x="24231" y="47784"/>
                    <a:pt x="23055" y="45926"/>
                    <a:pt x="21802" y="44960"/>
                  </a:cubicBezTo>
                  <a:cubicBezTo>
                    <a:pt x="20124" y="43670"/>
                    <a:pt x="18067" y="43236"/>
                    <a:pt x="16094" y="42961"/>
                  </a:cubicBezTo>
                  <a:cubicBezTo>
                    <a:pt x="13968" y="42663"/>
                    <a:pt x="11797" y="42629"/>
                    <a:pt x="9701" y="42596"/>
                  </a:cubicBezTo>
                  <a:lnTo>
                    <a:pt x="9254" y="42589"/>
                  </a:lnTo>
                  <a:cubicBezTo>
                    <a:pt x="6994" y="42550"/>
                    <a:pt x="4310" y="42346"/>
                    <a:pt x="1553" y="41105"/>
                  </a:cubicBezTo>
                  <a:cubicBezTo>
                    <a:pt x="1170" y="40933"/>
                    <a:pt x="784" y="40741"/>
                    <a:pt x="402" y="40534"/>
                  </a:cubicBezTo>
                  <a:lnTo>
                    <a:pt x="402" y="31531"/>
                  </a:lnTo>
                  <a:cubicBezTo>
                    <a:pt x="6844" y="32915"/>
                    <a:pt x="13326" y="34726"/>
                    <a:pt x="19599" y="36477"/>
                  </a:cubicBezTo>
                  <a:cubicBezTo>
                    <a:pt x="22674" y="37335"/>
                    <a:pt x="25850" y="38224"/>
                    <a:pt x="28985" y="39049"/>
                  </a:cubicBezTo>
                  <a:cubicBezTo>
                    <a:pt x="36397" y="41005"/>
                    <a:pt x="46195" y="43249"/>
                    <a:pt x="56268" y="43249"/>
                  </a:cubicBezTo>
                  <a:lnTo>
                    <a:pt x="56298" y="43249"/>
                  </a:lnTo>
                  <a:cubicBezTo>
                    <a:pt x="60549" y="43247"/>
                    <a:pt x="65413" y="43043"/>
                    <a:pt x="69372" y="40633"/>
                  </a:cubicBezTo>
                  <a:cubicBezTo>
                    <a:pt x="71055" y="39609"/>
                    <a:pt x="72214" y="38269"/>
                    <a:pt x="72821" y="36652"/>
                  </a:cubicBezTo>
                  <a:cubicBezTo>
                    <a:pt x="73454" y="34967"/>
                    <a:pt x="73654" y="32595"/>
                    <a:pt x="72675" y="31095"/>
                  </a:cubicBezTo>
                  <a:cubicBezTo>
                    <a:pt x="71475" y="29255"/>
                    <a:pt x="69235" y="29002"/>
                    <a:pt x="67193" y="29002"/>
                  </a:cubicBezTo>
                  <a:lnTo>
                    <a:pt x="67163" y="29002"/>
                  </a:lnTo>
                  <a:cubicBezTo>
                    <a:pt x="64338" y="29005"/>
                    <a:pt x="61485" y="29632"/>
                    <a:pt x="59033" y="30219"/>
                  </a:cubicBezTo>
                  <a:cubicBezTo>
                    <a:pt x="58197" y="30419"/>
                    <a:pt x="57351" y="30648"/>
                    <a:pt x="56532" y="30868"/>
                  </a:cubicBezTo>
                  <a:cubicBezTo>
                    <a:pt x="55224" y="31222"/>
                    <a:pt x="53869" y="31587"/>
                    <a:pt x="52529" y="31845"/>
                  </a:cubicBezTo>
                  <a:cubicBezTo>
                    <a:pt x="48490" y="32626"/>
                    <a:pt x="44235" y="33024"/>
                    <a:pt x="39894" y="33024"/>
                  </a:cubicBezTo>
                  <a:cubicBezTo>
                    <a:pt x="39863" y="33024"/>
                    <a:pt x="39832" y="33024"/>
                    <a:pt x="39801" y="33024"/>
                  </a:cubicBezTo>
                  <a:cubicBezTo>
                    <a:pt x="26833" y="33011"/>
                    <a:pt x="13576" y="29869"/>
                    <a:pt x="402" y="23687"/>
                  </a:cubicBezTo>
                  <a:lnTo>
                    <a:pt x="402" y="6011"/>
                  </a:lnTo>
                  <a:cubicBezTo>
                    <a:pt x="1635" y="6344"/>
                    <a:pt x="2827" y="6712"/>
                    <a:pt x="3952" y="7104"/>
                  </a:cubicBezTo>
                  <a:cubicBezTo>
                    <a:pt x="7474" y="8330"/>
                    <a:pt x="10930" y="10023"/>
                    <a:pt x="14269" y="11659"/>
                  </a:cubicBezTo>
                  <a:cubicBezTo>
                    <a:pt x="15159" y="12095"/>
                    <a:pt x="16051" y="12530"/>
                    <a:pt x="16944" y="12959"/>
                  </a:cubicBezTo>
                  <a:cubicBezTo>
                    <a:pt x="21849" y="15315"/>
                    <a:pt x="26184" y="17153"/>
                    <a:pt x="30193" y="18579"/>
                  </a:cubicBezTo>
                  <a:cubicBezTo>
                    <a:pt x="37329" y="21116"/>
                    <a:pt x="44835" y="22386"/>
                    <a:pt x="52799" y="22386"/>
                  </a:cubicBezTo>
                  <a:cubicBezTo>
                    <a:pt x="62775" y="22386"/>
                    <a:pt x="73472" y="20393"/>
                    <a:pt x="85065" y="16400"/>
                  </a:cubicBezTo>
                  <a:cubicBezTo>
                    <a:pt x="89374" y="14915"/>
                    <a:pt x="93852" y="13162"/>
                    <a:pt x="98753" y="11037"/>
                  </a:cubicBezTo>
                  <a:cubicBezTo>
                    <a:pt x="99763" y="10600"/>
                    <a:pt x="100773" y="10151"/>
                    <a:pt x="101781" y="9706"/>
                  </a:cubicBezTo>
                  <a:cubicBezTo>
                    <a:pt x="104805" y="8364"/>
                    <a:pt x="107933" y="6975"/>
                    <a:pt x="111082" y="5882"/>
                  </a:cubicBezTo>
                  <a:cubicBezTo>
                    <a:pt x="119135" y="3086"/>
                    <a:pt x="127851" y="1338"/>
                    <a:pt x="136984" y="688"/>
                  </a:cubicBezTo>
                  <a:cubicBezTo>
                    <a:pt x="139649" y="498"/>
                    <a:pt x="142317" y="403"/>
                    <a:pt x="144981" y="403"/>
                  </a:cubicBezTo>
                  <a:close/>
                  <a:moveTo>
                    <a:pt x="144959" y="1"/>
                  </a:moveTo>
                  <a:cubicBezTo>
                    <a:pt x="142293" y="1"/>
                    <a:pt x="139623" y="96"/>
                    <a:pt x="136956" y="285"/>
                  </a:cubicBezTo>
                  <a:cubicBezTo>
                    <a:pt x="127785" y="938"/>
                    <a:pt x="119037" y="2693"/>
                    <a:pt x="110949" y="5501"/>
                  </a:cubicBezTo>
                  <a:cubicBezTo>
                    <a:pt x="107786" y="6599"/>
                    <a:pt x="104650" y="7991"/>
                    <a:pt x="101618" y="9337"/>
                  </a:cubicBezTo>
                  <a:cubicBezTo>
                    <a:pt x="100610" y="9784"/>
                    <a:pt x="99605" y="10230"/>
                    <a:pt x="98594" y="10669"/>
                  </a:cubicBezTo>
                  <a:cubicBezTo>
                    <a:pt x="93702" y="12788"/>
                    <a:pt x="89236" y="14538"/>
                    <a:pt x="84935" y="16020"/>
                  </a:cubicBezTo>
                  <a:cubicBezTo>
                    <a:pt x="73384" y="19997"/>
                    <a:pt x="62731" y="21983"/>
                    <a:pt x="52798" y="21983"/>
                  </a:cubicBezTo>
                  <a:cubicBezTo>
                    <a:pt x="44880" y="21983"/>
                    <a:pt x="37420" y="20721"/>
                    <a:pt x="30329" y="18200"/>
                  </a:cubicBezTo>
                  <a:cubicBezTo>
                    <a:pt x="26334" y="16780"/>
                    <a:pt x="22012" y="14948"/>
                    <a:pt x="17118" y="12599"/>
                  </a:cubicBezTo>
                  <a:cubicBezTo>
                    <a:pt x="16225" y="12172"/>
                    <a:pt x="15335" y="11736"/>
                    <a:pt x="14448" y="11300"/>
                  </a:cubicBezTo>
                  <a:cubicBezTo>
                    <a:pt x="11097" y="9658"/>
                    <a:pt x="7631" y="7961"/>
                    <a:pt x="4086" y="6726"/>
                  </a:cubicBezTo>
                  <a:cubicBezTo>
                    <a:pt x="2874" y="6305"/>
                    <a:pt x="1587" y="5911"/>
                    <a:pt x="257" y="5556"/>
                  </a:cubicBezTo>
                  <a:lnTo>
                    <a:pt x="2" y="5489"/>
                  </a:lnTo>
                  <a:lnTo>
                    <a:pt x="2" y="23947"/>
                  </a:lnTo>
                  <a:lnTo>
                    <a:pt x="118" y="24001"/>
                  </a:lnTo>
                  <a:cubicBezTo>
                    <a:pt x="13383" y="30245"/>
                    <a:pt x="26736" y="33418"/>
                    <a:pt x="39802" y="33430"/>
                  </a:cubicBezTo>
                  <a:cubicBezTo>
                    <a:pt x="39862" y="33430"/>
                    <a:pt x="39922" y="33430"/>
                    <a:pt x="39983" y="33430"/>
                  </a:cubicBezTo>
                  <a:cubicBezTo>
                    <a:pt x="44319" y="33430"/>
                    <a:pt x="48571" y="33023"/>
                    <a:pt x="52607" y="32244"/>
                  </a:cubicBezTo>
                  <a:cubicBezTo>
                    <a:pt x="53961" y="31982"/>
                    <a:pt x="55324" y="31615"/>
                    <a:pt x="56640" y="31261"/>
                  </a:cubicBezTo>
                  <a:cubicBezTo>
                    <a:pt x="57454" y="31041"/>
                    <a:pt x="58297" y="30815"/>
                    <a:pt x="59127" y="30616"/>
                  </a:cubicBezTo>
                  <a:cubicBezTo>
                    <a:pt x="61559" y="30033"/>
                    <a:pt x="64382" y="29412"/>
                    <a:pt x="67164" y="29409"/>
                  </a:cubicBezTo>
                  <a:cubicBezTo>
                    <a:pt x="67187" y="29409"/>
                    <a:pt x="67210" y="29409"/>
                    <a:pt x="67233" y="29409"/>
                  </a:cubicBezTo>
                  <a:cubicBezTo>
                    <a:pt x="69147" y="29409"/>
                    <a:pt x="71252" y="29651"/>
                    <a:pt x="72340" y="31318"/>
                  </a:cubicBezTo>
                  <a:cubicBezTo>
                    <a:pt x="73241" y="32701"/>
                    <a:pt x="73043" y="34924"/>
                    <a:pt x="72447" y="36513"/>
                  </a:cubicBezTo>
                  <a:cubicBezTo>
                    <a:pt x="71871" y="38046"/>
                    <a:pt x="70768" y="39317"/>
                    <a:pt x="69163" y="40292"/>
                  </a:cubicBezTo>
                  <a:cubicBezTo>
                    <a:pt x="65293" y="42649"/>
                    <a:pt x="60492" y="42849"/>
                    <a:pt x="56298" y="42850"/>
                  </a:cubicBezTo>
                  <a:lnTo>
                    <a:pt x="56268" y="42850"/>
                  </a:lnTo>
                  <a:cubicBezTo>
                    <a:pt x="46241" y="42850"/>
                    <a:pt x="36475" y="40614"/>
                    <a:pt x="29086" y="38666"/>
                  </a:cubicBezTo>
                  <a:cubicBezTo>
                    <a:pt x="25956" y="37839"/>
                    <a:pt x="22778" y="36952"/>
                    <a:pt x="19706" y="36095"/>
                  </a:cubicBezTo>
                  <a:cubicBezTo>
                    <a:pt x="13350" y="34319"/>
                    <a:pt x="6776" y="32482"/>
                    <a:pt x="244" y="31089"/>
                  </a:cubicBezTo>
                  <a:lnTo>
                    <a:pt x="1" y="31038"/>
                  </a:lnTo>
                  <a:lnTo>
                    <a:pt x="1" y="40777"/>
                  </a:lnTo>
                  <a:lnTo>
                    <a:pt x="105" y="40834"/>
                  </a:lnTo>
                  <a:cubicBezTo>
                    <a:pt x="528" y="41068"/>
                    <a:pt x="960" y="41284"/>
                    <a:pt x="1387" y="41477"/>
                  </a:cubicBezTo>
                  <a:cubicBezTo>
                    <a:pt x="4210" y="42747"/>
                    <a:pt x="6945" y="42957"/>
                    <a:pt x="9247" y="42996"/>
                  </a:cubicBezTo>
                  <a:lnTo>
                    <a:pt x="9694" y="43003"/>
                  </a:lnTo>
                  <a:cubicBezTo>
                    <a:pt x="11777" y="43036"/>
                    <a:pt x="13933" y="43072"/>
                    <a:pt x="16035" y="43364"/>
                  </a:cubicBezTo>
                  <a:cubicBezTo>
                    <a:pt x="17956" y="43633"/>
                    <a:pt x="19953" y="44050"/>
                    <a:pt x="21555" y="45283"/>
                  </a:cubicBezTo>
                  <a:cubicBezTo>
                    <a:pt x="22721" y="46179"/>
                    <a:pt x="23812" y="47901"/>
                    <a:pt x="23624" y="49723"/>
                  </a:cubicBezTo>
                  <a:cubicBezTo>
                    <a:pt x="23492" y="50977"/>
                    <a:pt x="22661" y="51876"/>
                    <a:pt x="21149" y="52395"/>
                  </a:cubicBezTo>
                  <a:cubicBezTo>
                    <a:pt x="19929" y="52815"/>
                    <a:pt x="18642" y="52977"/>
                    <a:pt x="17343" y="52977"/>
                  </a:cubicBezTo>
                  <a:cubicBezTo>
                    <a:pt x="14829" y="52977"/>
                    <a:pt x="12272" y="52369"/>
                    <a:pt x="10068" y="51847"/>
                  </a:cubicBezTo>
                  <a:cubicBezTo>
                    <a:pt x="7275" y="51184"/>
                    <a:pt x="4475" y="50237"/>
                    <a:pt x="1767" y="49323"/>
                  </a:cubicBezTo>
                  <a:cubicBezTo>
                    <a:pt x="1267" y="49155"/>
                    <a:pt x="767" y="48985"/>
                    <a:pt x="265" y="48818"/>
                  </a:cubicBezTo>
                  <a:lnTo>
                    <a:pt x="1" y="48728"/>
                  </a:lnTo>
                  <a:lnTo>
                    <a:pt x="1" y="54985"/>
                  </a:lnTo>
                  <a:lnTo>
                    <a:pt x="187" y="54999"/>
                  </a:lnTo>
                  <a:cubicBezTo>
                    <a:pt x="4720" y="55364"/>
                    <a:pt x="9668" y="55608"/>
                    <a:pt x="15316" y="55745"/>
                  </a:cubicBezTo>
                  <a:cubicBezTo>
                    <a:pt x="17327" y="55794"/>
                    <a:pt x="19280" y="55818"/>
                    <a:pt x="21180" y="55818"/>
                  </a:cubicBezTo>
                  <a:cubicBezTo>
                    <a:pt x="31405" y="55818"/>
                    <a:pt x="40078" y="55104"/>
                    <a:pt x="48122" y="53615"/>
                  </a:cubicBezTo>
                  <a:cubicBezTo>
                    <a:pt x="54125" y="52502"/>
                    <a:pt x="58913" y="51189"/>
                    <a:pt x="63191" y="49484"/>
                  </a:cubicBezTo>
                  <a:cubicBezTo>
                    <a:pt x="67326" y="47835"/>
                    <a:pt x="71599" y="45463"/>
                    <a:pt x="76643" y="42018"/>
                  </a:cubicBezTo>
                  <a:cubicBezTo>
                    <a:pt x="79721" y="39917"/>
                    <a:pt x="82780" y="37621"/>
                    <a:pt x="85739" y="35403"/>
                  </a:cubicBezTo>
                  <a:cubicBezTo>
                    <a:pt x="90819" y="31594"/>
                    <a:pt x="96072" y="27654"/>
                    <a:pt x="101563" y="24578"/>
                  </a:cubicBezTo>
                  <a:cubicBezTo>
                    <a:pt x="109139" y="20330"/>
                    <a:pt x="117758" y="18014"/>
                    <a:pt x="129508" y="17065"/>
                  </a:cubicBezTo>
                  <a:cubicBezTo>
                    <a:pt x="132858" y="16795"/>
                    <a:pt x="136254" y="16658"/>
                    <a:pt x="139725" y="16658"/>
                  </a:cubicBezTo>
                  <a:cubicBezTo>
                    <a:pt x="155229" y="16658"/>
                    <a:pt x="172239" y="19393"/>
                    <a:pt x="193363" y="25194"/>
                  </a:cubicBezTo>
                  <a:cubicBezTo>
                    <a:pt x="194320" y="25456"/>
                    <a:pt x="195279" y="25717"/>
                    <a:pt x="196240" y="25980"/>
                  </a:cubicBezTo>
                  <a:cubicBezTo>
                    <a:pt x="205628" y="28540"/>
                    <a:pt x="215334" y="31188"/>
                    <a:pt x="224421" y="35420"/>
                  </a:cubicBezTo>
                  <a:cubicBezTo>
                    <a:pt x="227275" y="36749"/>
                    <a:pt x="230329" y="38452"/>
                    <a:pt x="234037" y="40778"/>
                  </a:cubicBezTo>
                  <a:lnTo>
                    <a:pt x="234347" y="40971"/>
                  </a:lnTo>
                  <a:lnTo>
                    <a:pt x="234347" y="31794"/>
                  </a:lnTo>
                  <a:lnTo>
                    <a:pt x="234257" y="31734"/>
                  </a:lnTo>
                  <a:cubicBezTo>
                    <a:pt x="229156" y="28302"/>
                    <a:pt x="223710" y="25471"/>
                    <a:pt x="218442" y="22732"/>
                  </a:cubicBezTo>
                  <a:lnTo>
                    <a:pt x="216510" y="21728"/>
                  </a:lnTo>
                  <a:cubicBezTo>
                    <a:pt x="207587" y="17070"/>
                    <a:pt x="198587" y="12930"/>
                    <a:pt x="189764" y="9423"/>
                  </a:cubicBezTo>
                  <a:cubicBezTo>
                    <a:pt x="179135" y="5199"/>
                    <a:pt x="170836" y="2739"/>
                    <a:pt x="162852" y="1440"/>
                  </a:cubicBezTo>
                  <a:cubicBezTo>
                    <a:pt x="156959" y="482"/>
                    <a:pt x="150969" y="1"/>
                    <a:pt x="1449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1"/>
            <p:cNvSpPr/>
            <p:nvPr/>
          </p:nvSpPr>
          <p:spPr>
            <a:xfrm flipH="1">
              <a:off x="-185914" y="4687574"/>
              <a:ext cx="4977457" cy="2219891"/>
            </a:xfrm>
            <a:custGeom>
              <a:rect b="b" l="l" r="r" t="t"/>
              <a:pathLst>
                <a:path extrusionOk="0" h="55473" w="124382">
                  <a:moveTo>
                    <a:pt x="25918" y="402"/>
                  </a:moveTo>
                  <a:cubicBezTo>
                    <a:pt x="36041" y="402"/>
                    <a:pt x="47026" y="1991"/>
                    <a:pt x="60462" y="5393"/>
                  </a:cubicBezTo>
                  <a:cubicBezTo>
                    <a:pt x="70856" y="8024"/>
                    <a:pt x="81175" y="11807"/>
                    <a:pt x="91155" y="15464"/>
                  </a:cubicBezTo>
                  <a:cubicBezTo>
                    <a:pt x="92391" y="15917"/>
                    <a:pt x="93627" y="16369"/>
                    <a:pt x="94863" y="16822"/>
                  </a:cubicBezTo>
                  <a:lnTo>
                    <a:pt x="95647" y="17108"/>
                  </a:lnTo>
                  <a:cubicBezTo>
                    <a:pt x="105319" y="20631"/>
                    <a:pt x="115319" y="24277"/>
                    <a:pt x="123981" y="30890"/>
                  </a:cubicBezTo>
                  <a:lnTo>
                    <a:pt x="123981" y="53695"/>
                  </a:lnTo>
                  <a:cubicBezTo>
                    <a:pt x="123931" y="53594"/>
                    <a:pt x="123881" y="53490"/>
                    <a:pt x="123831" y="53388"/>
                  </a:cubicBezTo>
                  <a:cubicBezTo>
                    <a:pt x="121216" y="48116"/>
                    <a:pt x="118223" y="43645"/>
                    <a:pt x="114937" y="40100"/>
                  </a:cubicBezTo>
                  <a:cubicBezTo>
                    <a:pt x="110571" y="35392"/>
                    <a:pt x="105339" y="32142"/>
                    <a:pt x="101268" y="29834"/>
                  </a:cubicBezTo>
                  <a:cubicBezTo>
                    <a:pt x="91058" y="24049"/>
                    <a:pt x="80265" y="20787"/>
                    <a:pt x="69187" y="20137"/>
                  </a:cubicBezTo>
                  <a:cubicBezTo>
                    <a:pt x="67907" y="20061"/>
                    <a:pt x="66618" y="20024"/>
                    <a:pt x="65319" y="20024"/>
                  </a:cubicBezTo>
                  <a:cubicBezTo>
                    <a:pt x="61141" y="20024"/>
                    <a:pt x="56870" y="20411"/>
                    <a:pt x="52577" y="21181"/>
                  </a:cubicBezTo>
                  <a:cubicBezTo>
                    <a:pt x="48332" y="21940"/>
                    <a:pt x="44099" y="23239"/>
                    <a:pt x="40004" y="24495"/>
                  </a:cubicBezTo>
                  <a:cubicBezTo>
                    <a:pt x="38744" y="24880"/>
                    <a:pt x="37484" y="25268"/>
                    <a:pt x="36221" y="25639"/>
                  </a:cubicBezTo>
                  <a:cubicBezTo>
                    <a:pt x="30814" y="27232"/>
                    <a:pt x="25249" y="28662"/>
                    <a:pt x="19858" y="28662"/>
                  </a:cubicBezTo>
                  <a:cubicBezTo>
                    <a:pt x="15618" y="28662"/>
                    <a:pt x="11486" y="27778"/>
                    <a:pt x="7624" y="25392"/>
                  </a:cubicBezTo>
                  <a:cubicBezTo>
                    <a:pt x="1653" y="21703"/>
                    <a:pt x="639" y="17073"/>
                    <a:pt x="567" y="14640"/>
                  </a:cubicBezTo>
                  <a:cubicBezTo>
                    <a:pt x="413" y="9480"/>
                    <a:pt x="3668" y="6464"/>
                    <a:pt x="5623" y="5124"/>
                  </a:cubicBezTo>
                  <a:cubicBezTo>
                    <a:pt x="9015" y="2801"/>
                    <a:pt x="12910" y="1856"/>
                    <a:pt x="15924" y="1292"/>
                  </a:cubicBezTo>
                  <a:cubicBezTo>
                    <a:pt x="19039" y="709"/>
                    <a:pt x="22328" y="409"/>
                    <a:pt x="25700" y="402"/>
                  </a:cubicBezTo>
                  <a:close/>
                  <a:moveTo>
                    <a:pt x="25696" y="0"/>
                  </a:moveTo>
                  <a:cubicBezTo>
                    <a:pt x="22298" y="9"/>
                    <a:pt x="18984" y="309"/>
                    <a:pt x="15846" y="896"/>
                  </a:cubicBezTo>
                  <a:cubicBezTo>
                    <a:pt x="12791" y="1468"/>
                    <a:pt x="8843" y="2428"/>
                    <a:pt x="5390" y="4792"/>
                  </a:cubicBezTo>
                  <a:cubicBezTo>
                    <a:pt x="3368" y="6176"/>
                    <a:pt x="0" y="9300"/>
                    <a:pt x="160" y="14653"/>
                  </a:cubicBezTo>
                  <a:cubicBezTo>
                    <a:pt x="236" y="17166"/>
                    <a:pt x="1277" y="21947"/>
                    <a:pt x="7409" y="25735"/>
                  </a:cubicBezTo>
                  <a:cubicBezTo>
                    <a:pt x="11344" y="28167"/>
                    <a:pt x="15543" y="29067"/>
                    <a:pt x="19845" y="29067"/>
                  </a:cubicBezTo>
                  <a:cubicBezTo>
                    <a:pt x="25284" y="29067"/>
                    <a:pt x="30887" y="27628"/>
                    <a:pt x="36329" y="26025"/>
                  </a:cubicBezTo>
                  <a:cubicBezTo>
                    <a:pt x="37594" y="25653"/>
                    <a:pt x="38857" y="25265"/>
                    <a:pt x="40120" y="24877"/>
                  </a:cubicBezTo>
                  <a:cubicBezTo>
                    <a:pt x="44202" y="23626"/>
                    <a:pt x="48423" y="22331"/>
                    <a:pt x="52645" y="21575"/>
                  </a:cubicBezTo>
                  <a:cubicBezTo>
                    <a:pt x="56919" y="20811"/>
                    <a:pt x="61167" y="20426"/>
                    <a:pt x="65320" y="20426"/>
                  </a:cubicBezTo>
                  <a:cubicBezTo>
                    <a:pt x="66611" y="20426"/>
                    <a:pt x="67892" y="20464"/>
                    <a:pt x="69163" y="20538"/>
                  </a:cubicBezTo>
                  <a:cubicBezTo>
                    <a:pt x="80177" y="21183"/>
                    <a:pt x="90911" y="24429"/>
                    <a:pt x="101068" y="30184"/>
                  </a:cubicBezTo>
                  <a:cubicBezTo>
                    <a:pt x="105113" y="32476"/>
                    <a:pt x="110313" y="35707"/>
                    <a:pt x="114641" y="40373"/>
                  </a:cubicBezTo>
                  <a:cubicBezTo>
                    <a:pt x="117901" y="43892"/>
                    <a:pt x="120872" y="48330"/>
                    <a:pt x="123468" y="53567"/>
                  </a:cubicBezTo>
                  <a:cubicBezTo>
                    <a:pt x="123595" y="53824"/>
                    <a:pt x="123718" y="54084"/>
                    <a:pt x="123842" y="54344"/>
                  </a:cubicBezTo>
                  <a:lnTo>
                    <a:pt x="124380" y="55470"/>
                  </a:lnTo>
                  <a:lnTo>
                    <a:pt x="124380" y="30691"/>
                  </a:lnTo>
                  <a:lnTo>
                    <a:pt x="124301" y="30630"/>
                  </a:lnTo>
                  <a:cubicBezTo>
                    <a:pt x="115571" y="23942"/>
                    <a:pt x="105512" y="20275"/>
                    <a:pt x="95782" y="16727"/>
                  </a:cubicBezTo>
                  <a:lnTo>
                    <a:pt x="94996" y="16442"/>
                  </a:lnTo>
                  <a:cubicBezTo>
                    <a:pt x="93760" y="15992"/>
                    <a:pt x="92525" y="15539"/>
                    <a:pt x="91289" y="15087"/>
                  </a:cubicBezTo>
                  <a:cubicBezTo>
                    <a:pt x="81300" y="11425"/>
                    <a:pt x="70971" y="7640"/>
                    <a:pt x="60557" y="5003"/>
                  </a:cubicBezTo>
                  <a:cubicBezTo>
                    <a:pt x="47087" y="1592"/>
                    <a:pt x="36071" y="0"/>
                    <a:pt x="25913" y="0"/>
                  </a:cubicBezTo>
                  <a:close/>
                  <a:moveTo>
                    <a:pt x="124380" y="55470"/>
                  </a:moveTo>
                  <a:lnTo>
                    <a:pt x="124380" y="55473"/>
                  </a:lnTo>
                  <a:lnTo>
                    <a:pt x="124381" y="55473"/>
                  </a:lnTo>
                  <a:lnTo>
                    <a:pt x="124380" y="5547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1"/>
            <p:cNvSpPr/>
            <p:nvPr/>
          </p:nvSpPr>
          <p:spPr>
            <a:xfrm flipH="1">
              <a:off x="4718403" y="5469486"/>
              <a:ext cx="4473596" cy="1988630"/>
            </a:xfrm>
            <a:custGeom>
              <a:rect b="b" l="l" r="r" t="t"/>
              <a:pathLst>
                <a:path extrusionOk="0" h="49694" w="111791">
                  <a:moveTo>
                    <a:pt x="97341" y="420"/>
                  </a:moveTo>
                  <a:cubicBezTo>
                    <a:pt x="98733" y="420"/>
                    <a:pt x="99979" y="773"/>
                    <a:pt x="101045" y="1273"/>
                  </a:cubicBezTo>
                  <a:cubicBezTo>
                    <a:pt x="104764" y="3021"/>
                    <a:pt x="109232" y="7243"/>
                    <a:pt x="110572" y="11931"/>
                  </a:cubicBezTo>
                  <a:cubicBezTo>
                    <a:pt x="111369" y="14719"/>
                    <a:pt x="110985" y="17351"/>
                    <a:pt x="109429" y="19750"/>
                  </a:cubicBezTo>
                  <a:cubicBezTo>
                    <a:pt x="107469" y="22776"/>
                    <a:pt x="104270" y="24339"/>
                    <a:pt x="101702" y="25361"/>
                  </a:cubicBezTo>
                  <a:cubicBezTo>
                    <a:pt x="98754" y="26534"/>
                    <a:pt x="95452" y="27464"/>
                    <a:pt x="91607" y="28204"/>
                  </a:cubicBezTo>
                  <a:cubicBezTo>
                    <a:pt x="89921" y="28528"/>
                    <a:pt x="88200" y="28811"/>
                    <a:pt x="86532" y="29084"/>
                  </a:cubicBezTo>
                  <a:cubicBezTo>
                    <a:pt x="79681" y="30207"/>
                    <a:pt x="72597" y="31372"/>
                    <a:pt x="66253" y="35734"/>
                  </a:cubicBezTo>
                  <a:cubicBezTo>
                    <a:pt x="61721" y="38849"/>
                    <a:pt x="57707" y="43535"/>
                    <a:pt x="54638" y="49289"/>
                  </a:cubicBezTo>
                  <a:lnTo>
                    <a:pt x="3363" y="49289"/>
                  </a:lnTo>
                  <a:cubicBezTo>
                    <a:pt x="1730" y="49289"/>
                    <a:pt x="402" y="47585"/>
                    <a:pt x="402" y="45488"/>
                  </a:cubicBezTo>
                  <a:lnTo>
                    <a:pt x="402" y="27817"/>
                  </a:lnTo>
                  <a:cubicBezTo>
                    <a:pt x="6956" y="29756"/>
                    <a:pt x="13549" y="31125"/>
                    <a:pt x="20006" y="31888"/>
                  </a:cubicBezTo>
                  <a:cubicBezTo>
                    <a:pt x="24832" y="32458"/>
                    <a:pt x="29867" y="32744"/>
                    <a:pt x="35067" y="32744"/>
                  </a:cubicBezTo>
                  <a:cubicBezTo>
                    <a:pt x="39433" y="32744"/>
                    <a:pt x="43915" y="32543"/>
                    <a:pt x="48490" y="32140"/>
                  </a:cubicBezTo>
                  <a:cubicBezTo>
                    <a:pt x="52725" y="31766"/>
                    <a:pt x="57090" y="31156"/>
                    <a:pt x="61838" y="30276"/>
                  </a:cubicBezTo>
                  <a:cubicBezTo>
                    <a:pt x="65200" y="29650"/>
                    <a:pt x="69115" y="28700"/>
                    <a:pt x="72658" y="26377"/>
                  </a:cubicBezTo>
                  <a:cubicBezTo>
                    <a:pt x="76773" y="23677"/>
                    <a:pt x="79509" y="18971"/>
                    <a:pt x="82157" y="14419"/>
                  </a:cubicBezTo>
                  <a:cubicBezTo>
                    <a:pt x="83207" y="12610"/>
                    <a:pt x="84295" y="10742"/>
                    <a:pt x="85446" y="9038"/>
                  </a:cubicBezTo>
                  <a:cubicBezTo>
                    <a:pt x="89943" y="2389"/>
                    <a:pt x="94052" y="420"/>
                    <a:pt x="97341" y="420"/>
                  </a:cubicBezTo>
                  <a:close/>
                  <a:moveTo>
                    <a:pt x="97320" y="1"/>
                  </a:moveTo>
                  <a:cubicBezTo>
                    <a:pt x="92272" y="1"/>
                    <a:pt x="88015" y="4523"/>
                    <a:pt x="85113" y="8813"/>
                  </a:cubicBezTo>
                  <a:cubicBezTo>
                    <a:pt x="83953" y="10529"/>
                    <a:pt x="82863" y="12404"/>
                    <a:pt x="81808" y="14217"/>
                  </a:cubicBezTo>
                  <a:cubicBezTo>
                    <a:pt x="79187" y="18729"/>
                    <a:pt x="76473" y="23393"/>
                    <a:pt x="72437" y="26041"/>
                  </a:cubicBezTo>
                  <a:cubicBezTo>
                    <a:pt x="68955" y="28325"/>
                    <a:pt x="65088" y="29264"/>
                    <a:pt x="61763" y="29881"/>
                  </a:cubicBezTo>
                  <a:cubicBezTo>
                    <a:pt x="57027" y="30760"/>
                    <a:pt x="52675" y="31369"/>
                    <a:pt x="48454" y="31740"/>
                  </a:cubicBezTo>
                  <a:cubicBezTo>
                    <a:pt x="43892" y="32141"/>
                    <a:pt x="39422" y="32342"/>
                    <a:pt x="35069" y="32342"/>
                  </a:cubicBezTo>
                  <a:cubicBezTo>
                    <a:pt x="29883" y="32342"/>
                    <a:pt x="24864" y="32057"/>
                    <a:pt x="20053" y="31489"/>
                  </a:cubicBezTo>
                  <a:cubicBezTo>
                    <a:pt x="13535" y="30716"/>
                    <a:pt x="6875" y="29326"/>
                    <a:pt x="259" y="27354"/>
                  </a:cubicBezTo>
                  <a:lnTo>
                    <a:pt x="1" y="27277"/>
                  </a:lnTo>
                  <a:lnTo>
                    <a:pt x="1" y="45491"/>
                  </a:lnTo>
                  <a:cubicBezTo>
                    <a:pt x="1" y="47809"/>
                    <a:pt x="1508" y="49694"/>
                    <a:pt x="3363" y="49694"/>
                  </a:cubicBezTo>
                  <a:lnTo>
                    <a:pt x="54879" y="49694"/>
                  </a:lnTo>
                  <a:lnTo>
                    <a:pt x="54936" y="49585"/>
                  </a:lnTo>
                  <a:cubicBezTo>
                    <a:pt x="57983" y="43837"/>
                    <a:pt x="61975" y="39163"/>
                    <a:pt x="66481" y="36064"/>
                  </a:cubicBezTo>
                  <a:cubicBezTo>
                    <a:pt x="72751" y="31752"/>
                    <a:pt x="79791" y="30597"/>
                    <a:pt x="86599" y="29479"/>
                  </a:cubicBezTo>
                  <a:cubicBezTo>
                    <a:pt x="88267" y="29206"/>
                    <a:pt x="89993" y="28921"/>
                    <a:pt x="91683" y="28597"/>
                  </a:cubicBezTo>
                  <a:cubicBezTo>
                    <a:pt x="95554" y="27852"/>
                    <a:pt x="98882" y="26914"/>
                    <a:pt x="101852" y="25732"/>
                  </a:cubicBezTo>
                  <a:cubicBezTo>
                    <a:pt x="104477" y="24689"/>
                    <a:pt x="107747" y="23089"/>
                    <a:pt x="109769" y="19968"/>
                  </a:cubicBezTo>
                  <a:cubicBezTo>
                    <a:pt x="111389" y="17466"/>
                    <a:pt x="111791" y="14724"/>
                    <a:pt x="110961" y="11820"/>
                  </a:cubicBezTo>
                  <a:cubicBezTo>
                    <a:pt x="109585" y="7016"/>
                    <a:pt x="105018" y="2695"/>
                    <a:pt x="101216" y="909"/>
                  </a:cubicBezTo>
                  <a:cubicBezTo>
                    <a:pt x="99874" y="279"/>
                    <a:pt x="98573" y="1"/>
                    <a:pt x="97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1"/>
            <p:cNvSpPr/>
            <p:nvPr/>
          </p:nvSpPr>
          <p:spPr>
            <a:xfrm flipH="1">
              <a:off x="1991136" y="6729454"/>
              <a:ext cx="4335456" cy="728679"/>
            </a:xfrm>
            <a:custGeom>
              <a:rect b="b" l="l" r="r" t="t"/>
              <a:pathLst>
                <a:path extrusionOk="0" h="18209" w="108339">
                  <a:moveTo>
                    <a:pt x="27698" y="402"/>
                  </a:moveTo>
                  <a:cubicBezTo>
                    <a:pt x="32888" y="402"/>
                    <a:pt x="38022" y="2124"/>
                    <a:pt x="42576" y="3656"/>
                  </a:cubicBezTo>
                  <a:cubicBezTo>
                    <a:pt x="47416" y="5283"/>
                    <a:pt x="52582" y="6948"/>
                    <a:pt x="57857" y="7844"/>
                  </a:cubicBezTo>
                  <a:cubicBezTo>
                    <a:pt x="62292" y="8597"/>
                    <a:pt x="66755" y="8977"/>
                    <a:pt x="71177" y="8977"/>
                  </a:cubicBezTo>
                  <a:cubicBezTo>
                    <a:pt x="72693" y="8977"/>
                    <a:pt x="74204" y="8932"/>
                    <a:pt x="75707" y="8843"/>
                  </a:cubicBezTo>
                  <a:cubicBezTo>
                    <a:pt x="78578" y="8671"/>
                    <a:pt x="81363" y="8335"/>
                    <a:pt x="83983" y="7841"/>
                  </a:cubicBezTo>
                  <a:cubicBezTo>
                    <a:pt x="84740" y="7698"/>
                    <a:pt x="85506" y="7531"/>
                    <a:pt x="86246" y="7371"/>
                  </a:cubicBezTo>
                  <a:cubicBezTo>
                    <a:pt x="87567" y="7085"/>
                    <a:pt x="88932" y="6788"/>
                    <a:pt x="90288" y="6616"/>
                  </a:cubicBezTo>
                  <a:cubicBezTo>
                    <a:pt x="91569" y="6455"/>
                    <a:pt x="92767" y="6374"/>
                    <a:pt x="93889" y="6374"/>
                  </a:cubicBezTo>
                  <a:cubicBezTo>
                    <a:pt x="97369" y="6374"/>
                    <a:pt x="100126" y="7157"/>
                    <a:pt x="102405" y="8765"/>
                  </a:cubicBezTo>
                  <a:cubicBezTo>
                    <a:pt x="104715" y="10399"/>
                    <a:pt x="107752" y="14521"/>
                    <a:pt x="107336" y="17804"/>
                  </a:cubicBezTo>
                  <a:lnTo>
                    <a:pt x="2840" y="17804"/>
                  </a:lnTo>
                  <a:cubicBezTo>
                    <a:pt x="2038" y="16930"/>
                    <a:pt x="1495" y="16015"/>
                    <a:pt x="1180" y="15011"/>
                  </a:cubicBezTo>
                  <a:cubicBezTo>
                    <a:pt x="328" y="12292"/>
                    <a:pt x="1140" y="8835"/>
                    <a:pt x="2950" y="7464"/>
                  </a:cubicBezTo>
                  <a:cubicBezTo>
                    <a:pt x="4188" y="6527"/>
                    <a:pt x="5746" y="6255"/>
                    <a:pt x="7263" y="6255"/>
                  </a:cubicBezTo>
                  <a:cubicBezTo>
                    <a:pt x="8508" y="6255"/>
                    <a:pt x="9724" y="6438"/>
                    <a:pt x="10713" y="6586"/>
                  </a:cubicBezTo>
                  <a:cubicBezTo>
                    <a:pt x="13555" y="7015"/>
                    <a:pt x="16398" y="7815"/>
                    <a:pt x="19148" y="8591"/>
                  </a:cubicBezTo>
                  <a:cubicBezTo>
                    <a:pt x="20420" y="8950"/>
                    <a:pt x="21733" y="9320"/>
                    <a:pt x="23031" y="9648"/>
                  </a:cubicBezTo>
                  <a:cubicBezTo>
                    <a:pt x="23892" y="9867"/>
                    <a:pt x="24772" y="10044"/>
                    <a:pt x="25624" y="10217"/>
                  </a:cubicBezTo>
                  <a:cubicBezTo>
                    <a:pt x="26578" y="10410"/>
                    <a:pt x="27561" y="10610"/>
                    <a:pt x="28520" y="10866"/>
                  </a:cubicBezTo>
                  <a:cubicBezTo>
                    <a:pt x="29266" y="11066"/>
                    <a:pt x="30023" y="11287"/>
                    <a:pt x="30753" y="11502"/>
                  </a:cubicBezTo>
                  <a:cubicBezTo>
                    <a:pt x="31592" y="11746"/>
                    <a:pt x="32458" y="12000"/>
                    <a:pt x="33317" y="12223"/>
                  </a:cubicBezTo>
                  <a:lnTo>
                    <a:pt x="33467" y="12263"/>
                  </a:lnTo>
                  <a:cubicBezTo>
                    <a:pt x="34991" y="12659"/>
                    <a:pt x="36728" y="13111"/>
                    <a:pt x="38421" y="13111"/>
                  </a:cubicBezTo>
                  <a:cubicBezTo>
                    <a:pt x="39680" y="13111"/>
                    <a:pt x="40914" y="12861"/>
                    <a:pt x="42017" y="12152"/>
                  </a:cubicBezTo>
                  <a:cubicBezTo>
                    <a:pt x="42247" y="12003"/>
                    <a:pt x="42254" y="11687"/>
                    <a:pt x="42130" y="11480"/>
                  </a:cubicBezTo>
                  <a:cubicBezTo>
                    <a:pt x="39927" y="7838"/>
                    <a:pt x="35420" y="7355"/>
                    <a:pt x="32131" y="7002"/>
                  </a:cubicBezTo>
                  <a:cubicBezTo>
                    <a:pt x="30552" y="6834"/>
                    <a:pt x="28936" y="6794"/>
                    <a:pt x="27373" y="6755"/>
                  </a:cubicBezTo>
                  <a:cubicBezTo>
                    <a:pt x="24971" y="6694"/>
                    <a:pt x="22485" y="6634"/>
                    <a:pt x="20094" y="6098"/>
                  </a:cubicBezTo>
                  <a:lnTo>
                    <a:pt x="19861" y="6045"/>
                  </a:lnTo>
                  <a:cubicBezTo>
                    <a:pt x="19174" y="5899"/>
                    <a:pt x="18323" y="5715"/>
                    <a:pt x="17845" y="5185"/>
                  </a:cubicBezTo>
                  <a:cubicBezTo>
                    <a:pt x="17683" y="5000"/>
                    <a:pt x="17613" y="4809"/>
                    <a:pt x="17637" y="4599"/>
                  </a:cubicBezTo>
                  <a:cubicBezTo>
                    <a:pt x="17720" y="3886"/>
                    <a:pt x="18816" y="3119"/>
                    <a:pt x="19284" y="2791"/>
                  </a:cubicBezTo>
                  <a:lnTo>
                    <a:pt x="19370" y="2730"/>
                  </a:lnTo>
                  <a:cubicBezTo>
                    <a:pt x="21382" y="1313"/>
                    <a:pt x="23882" y="535"/>
                    <a:pt x="26803" y="420"/>
                  </a:cubicBezTo>
                  <a:cubicBezTo>
                    <a:pt x="27101" y="408"/>
                    <a:pt x="27399" y="402"/>
                    <a:pt x="27698" y="402"/>
                  </a:cubicBezTo>
                  <a:close/>
                  <a:moveTo>
                    <a:pt x="27716" y="0"/>
                  </a:moveTo>
                  <a:cubicBezTo>
                    <a:pt x="27408" y="0"/>
                    <a:pt x="27101" y="6"/>
                    <a:pt x="26793" y="18"/>
                  </a:cubicBezTo>
                  <a:cubicBezTo>
                    <a:pt x="23792" y="137"/>
                    <a:pt x="21220" y="940"/>
                    <a:pt x="19143" y="2401"/>
                  </a:cubicBezTo>
                  <a:lnTo>
                    <a:pt x="19057" y="2461"/>
                  </a:lnTo>
                  <a:cubicBezTo>
                    <a:pt x="18500" y="2850"/>
                    <a:pt x="17342" y="3659"/>
                    <a:pt x="17241" y="4552"/>
                  </a:cubicBezTo>
                  <a:cubicBezTo>
                    <a:pt x="17204" y="4879"/>
                    <a:pt x="17307" y="5183"/>
                    <a:pt x="17550" y="5452"/>
                  </a:cubicBezTo>
                  <a:cubicBezTo>
                    <a:pt x="18114" y="6081"/>
                    <a:pt x="19037" y="6279"/>
                    <a:pt x="19779" y="6438"/>
                  </a:cubicBezTo>
                  <a:lnTo>
                    <a:pt x="20009" y="6488"/>
                  </a:lnTo>
                  <a:cubicBezTo>
                    <a:pt x="22436" y="7034"/>
                    <a:pt x="24942" y="7095"/>
                    <a:pt x="27366" y="7155"/>
                  </a:cubicBezTo>
                  <a:cubicBezTo>
                    <a:pt x="28920" y="7194"/>
                    <a:pt x="30528" y="7234"/>
                    <a:pt x="32089" y="7401"/>
                  </a:cubicBezTo>
                  <a:cubicBezTo>
                    <a:pt x="35297" y="7744"/>
                    <a:pt x="39689" y="8215"/>
                    <a:pt x="41788" y="11686"/>
                  </a:cubicBezTo>
                  <a:cubicBezTo>
                    <a:pt x="41818" y="11736"/>
                    <a:pt x="41813" y="11800"/>
                    <a:pt x="41803" y="11810"/>
                  </a:cubicBezTo>
                  <a:cubicBezTo>
                    <a:pt x="40777" y="12469"/>
                    <a:pt x="39614" y="12703"/>
                    <a:pt x="38419" y="12703"/>
                  </a:cubicBezTo>
                  <a:cubicBezTo>
                    <a:pt x="36773" y="12703"/>
                    <a:pt x="35066" y="12260"/>
                    <a:pt x="33571" y="11872"/>
                  </a:cubicBezTo>
                  <a:lnTo>
                    <a:pt x="33421" y="11832"/>
                  </a:lnTo>
                  <a:cubicBezTo>
                    <a:pt x="32568" y="11613"/>
                    <a:pt x="31706" y="11359"/>
                    <a:pt x="30871" y="11114"/>
                  </a:cubicBezTo>
                  <a:cubicBezTo>
                    <a:pt x="30136" y="10900"/>
                    <a:pt x="29377" y="10677"/>
                    <a:pt x="28627" y="10477"/>
                  </a:cubicBezTo>
                  <a:cubicBezTo>
                    <a:pt x="27659" y="10217"/>
                    <a:pt x="26667" y="10017"/>
                    <a:pt x="25708" y="9823"/>
                  </a:cubicBezTo>
                  <a:cubicBezTo>
                    <a:pt x="24862" y="9650"/>
                    <a:pt x="23985" y="9473"/>
                    <a:pt x="23133" y="9257"/>
                  </a:cubicBezTo>
                  <a:cubicBezTo>
                    <a:pt x="21840" y="8930"/>
                    <a:pt x="20529" y="8560"/>
                    <a:pt x="19261" y="8202"/>
                  </a:cubicBezTo>
                  <a:cubicBezTo>
                    <a:pt x="16498" y="7424"/>
                    <a:pt x="13642" y="6619"/>
                    <a:pt x="10776" y="6188"/>
                  </a:cubicBezTo>
                  <a:cubicBezTo>
                    <a:pt x="9769" y="6036"/>
                    <a:pt x="8534" y="5850"/>
                    <a:pt x="7263" y="5850"/>
                  </a:cubicBezTo>
                  <a:cubicBezTo>
                    <a:pt x="5677" y="5850"/>
                    <a:pt x="4036" y="6139"/>
                    <a:pt x="2711" y="7142"/>
                  </a:cubicBezTo>
                  <a:cubicBezTo>
                    <a:pt x="579" y="8757"/>
                    <a:pt x="1" y="12576"/>
                    <a:pt x="798" y="15131"/>
                  </a:cubicBezTo>
                  <a:cubicBezTo>
                    <a:pt x="1138" y="16218"/>
                    <a:pt x="1730" y="17203"/>
                    <a:pt x="2606" y="18144"/>
                  </a:cubicBezTo>
                  <a:lnTo>
                    <a:pt x="2666" y="18209"/>
                  </a:lnTo>
                  <a:lnTo>
                    <a:pt x="107680" y="18209"/>
                  </a:lnTo>
                  <a:lnTo>
                    <a:pt x="107713" y="18040"/>
                  </a:lnTo>
                  <a:cubicBezTo>
                    <a:pt x="108339" y="14231"/>
                    <a:pt x="104720" y="9907"/>
                    <a:pt x="102642" y="8438"/>
                  </a:cubicBezTo>
                  <a:cubicBezTo>
                    <a:pt x="100295" y="6780"/>
                    <a:pt x="97465" y="5972"/>
                    <a:pt x="93901" y="5972"/>
                  </a:cubicBezTo>
                  <a:cubicBezTo>
                    <a:pt x="92759" y="5972"/>
                    <a:pt x="91543" y="6055"/>
                    <a:pt x="90243" y="6219"/>
                  </a:cubicBezTo>
                  <a:cubicBezTo>
                    <a:pt x="88870" y="6392"/>
                    <a:pt x="87495" y="6691"/>
                    <a:pt x="86166" y="6979"/>
                  </a:cubicBezTo>
                  <a:cubicBezTo>
                    <a:pt x="85428" y="7141"/>
                    <a:pt x="84666" y="7307"/>
                    <a:pt x="83913" y="7448"/>
                  </a:cubicBezTo>
                  <a:cubicBezTo>
                    <a:pt x="81310" y="7937"/>
                    <a:pt x="78543" y="8272"/>
                    <a:pt x="75687" y="8443"/>
                  </a:cubicBezTo>
                  <a:cubicBezTo>
                    <a:pt x="74193" y="8531"/>
                    <a:pt x="72692" y="8575"/>
                    <a:pt x="71186" y="8575"/>
                  </a:cubicBezTo>
                  <a:cubicBezTo>
                    <a:pt x="66784" y="8575"/>
                    <a:pt x="62342" y="8199"/>
                    <a:pt x="57928" y="7448"/>
                  </a:cubicBezTo>
                  <a:cubicBezTo>
                    <a:pt x="52682" y="6556"/>
                    <a:pt x="47532" y="4898"/>
                    <a:pt x="42708" y="3276"/>
                  </a:cubicBezTo>
                  <a:cubicBezTo>
                    <a:pt x="38128" y="1734"/>
                    <a:pt x="32975" y="0"/>
                    <a:pt x="277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1"/>
            <p:cNvSpPr/>
            <p:nvPr/>
          </p:nvSpPr>
          <p:spPr>
            <a:xfrm flipH="1">
              <a:off x="-185841" y="5894718"/>
              <a:ext cx="4348422" cy="1563444"/>
            </a:xfrm>
            <a:custGeom>
              <a:rect b="b" l="l" r="r" t="t"/>
              <a:pathLst>
                <a:path extrusionOk="0" h="39069" w="108663">
                  <a:moveTo>
                    <a:pt x="46151" y="403"/>
                  </a:moveTo>
                  <a:cubicBezTo>
                    <a:pt x="46500" y="403"/>
                    <a:pt x="46847" y="405"/>
                    <a:pt x="47194" y="409"/>
                  </a:cubicBezTo>
                  <a:cubicBezTo>
                    <a:pt x="60555" y="576"/>
                    <a:pt x="71907" y="4288"/>
                    <a:pt x="80932" y="11441"/>
                  </a:cubicBezTo>
                  <a:cubicBezTo>
                    <a:pt x="84958" y="14633"/>
                    <a:pt x="88903" y="18201"/>
                    <a:pt x="92718" y="21653"/>
                  </a:cubicBezTo>
                  <a:cubicBezTo>
                    <a:pt x="94523" y="23286"/>
                    <a:pt x="96389" y="24974"/>
                    <a:pt x="98238" y="26600"/>
                  </a:cubicBezTo>
                  <a:cubicBezTo>
                    <a:pt x="101177" y="29181"/>
                    <a:pt x="104663" y="32202"/>
                    <a:pt x="108257" y="35034"/>
                  </a:cubicBezTo>
                  <a:cubicBezTo>
                    <a:pt x="108185" y="37046"/>
                    <a:pt x="106877" y="38663"/>
                    <a:pt x="105303" y="38663"/>
                  </a:cubicBezTo>
                  <a:lnTo>
                    <a:pt x="95006" y="38663"/>
                  </a:lnTo>
                  <a:cubicBezTo>
                    <a:pt x="94337" y="37862"/>
                    <a:pt x="93741" y="37110"/>
                    <a:pt x="93190" y="36368"/>
                  </a:cubicBezTo>
                  <a:cubicBezTo>
                    <a:pt x="91738" y="34415"/>
                    <a:pt x="90482" y="32209"/>
                    <a:pt x="89268" y="30076"/>
                  </a:cubicBezTo>
                  <a:cubicBezTo>
                    <a:pt x="88255" y="28296"/>
                    <a:pt x="87207" y="26455"/>
                    <a:pt x="86046" y="24761"/>
                  </a:cubicBezTo>
                  <a:cubicBezTo>
                    <a:pt x="84901" y="23090"/>
                    <a:pt x="83654" y="21394"/>
                    <a:pt x="82109" y="20589"/>
                  </a:cubicBezTo>
                  <a:cubicBezTo>
                    <a:pt x="81766" y="20411"/>
                    <a:pt x="81285" y="20282"/>
                    <a:pt x="80790" y="20282"/>
                  </a:cubicBezTo>
                  <a:cubicBezTo>
                    <a:pt x="80446" y="20282"/>
                    <a:pt x="80095" y="20344"/>
                    <a:pt x="79779" y="20494"/>
                  </a:cubicBezTo>
                  <a:cubicBezTo>
                    <a:pt x="79253" y="20744"/>
                    <a:pt x="78909" y="21200"/>
                    <a:pt x="78784" y="21809"/>
                  </a:cubicBezTo>
                  <a:cubicBezTo>
                    <a:pt x="78479" y="23295"/>
                    <a:pt x="79725" y="24879"/>
                    <a:pt x="80550" y="25925"/>
                  </a:cubicBezTo>
                  <a:cubicBezTo>
                    <a:pt x="80666" y="26074"/>
                    <a:pt x="80775" y="26210"/>
                    <a:pt x="80868" y="26335"/>
                  </a:cubicBezTo>
                  <a:cubicBezTo>
                    <a:pt x="81946" y="27764"/>
                    <a:pt x="82835" y="29354"/>
                    <a:pt x="83661" y="31345"/>
                  </a:cubicBezTo>
                  <a:cubicBezTo>
                    <a:pt x="84287" y="32848"/>
                    <a:pt x="85364" y="35767"/>
                    <a:pt x="85660" y="38663"/>
                  </a:cubicBezTo>
                  <a:lnTo>
                    <a:pt x="76327" y="38663"/>
                  </a:lnTo>
                  <a:cubicBezTo>
                    <a:pt x="76685" y="34328"/>
                    <a:pt x="75134" y="29497"/>
                    <a:pt x="72336" y="26295"/>
                  </a:cubicBezTo>
                  <a:cubicBezTo>
                    <a:pt x="70016" y="23636"/>
                    <a:pt x="66829" y="21619"/>
                    <a:pt x="62597" y="20130"/>
                  </a:cubicBezTo>
                  <a:cubicBezTo>
                    <a:pt x="58968" y="18853"/>
                    <a:pt x="54987" y="18071"/>
                    <a:pt x="50066" y="17668"/>
                  </a:cubicBezTo>
                  <a:cubicBezTo>
                    <a:pt x="47919" y="17494"/>
                    <a:pt x="45723" y="17407"/>
                    <a:pt x="43437" y="17407"/>
                  </a:cubicBezTo>
                  <a:cubicBezTo>
                    <a:pt x="41731" y="17407"/>
                    <a:pt x="39974" y="17455"/>
                    <a:pt x="38150" y="17552"/>
                  </a:cubicBezTo>
                  <a:cubicBezTo>
                    <a:pt x="34341" y="17757"/>
                    <a:pt x="31394" y="18197"/>
                    <a:pt x="28604" y="18985"/>
                  </a:cubicBezTo>
                  <a:cubicBezTo>
                    <a:pt x="27525" y="19288"/>
                    <a:pt x="26448" y="19608"/>
                    <a:pt x="25369" y="19927"/>
                  </a:cubicBezTo>
                  <a:cubicBezTo>
                    <a:pt x="21997" y="20924"/>
                    <a:pt x="18511" y="21956"/>
                    <a:pt x="15020" y="22506"/>
                  </a:cubicBezTo>
                  <a:cubicBezTo>
                    <a:pt x="13538" y="22740"/>
                    <a:pt x="11993" y="22922"/>
                    <a:pt x="10477" y="22922"/>
                  </a:cubicBezTo>
                  <a:cubicBezTo>
                    <a:pt x="7660" y="22922"/>
                    <a:pt x="4942" y="22294"/>
                    <a:pt x="2908" y="20201"/>
                  </a:cubicBezTo>
                  <a:cubicBezTo>
                    <a:pt x="2318" y="19594"/>
                    <a:pt x="445" y="17417"/>
                    <a:pt x="1110" y="14892"/>
                  </a:cubicBezTo>
                  <a:cubicBezTo>
                    <a:pt x="1609" y="13004"/>
                    <a:pt x="3139" y="11676"/>
                    <a:pt x="4417" y="10728"/>
                  </a:cubicBezTo>
                  <a:cubicBezTo>
                    <a:pt x="7502" y="8442"/>
                    <a:pt x="11094" y="7120"/>
                    <a:pt x="14506" y="5962"/>
                  </a:cubicBezTo>
                  <a:cubicBezTo>
                    <a:pt x="25380" y="2272"/>
                    <a:pt x="36012" y="403"/>
                    <a:pt x="46151" y="403"/>
                  </a:cubicBezTo>
                  <a:close/>
                  <a:moveTo>
                    <a:pt x="46184" y="0"/>
                  </a:moveTo>
                  <a:cubicBezTo>
                    <a:pt x="35995" y="0"/>
                    <a:pt x="25302" y="1873"/>
                    <a:pt x="14376" y="5582"/>
                  </a:cubicBezTo>
                  <a:cubicBezTo>
                    <a:pt x="10932" y="6749"/>
                    <a:pt x="7309" y="8083"/>
                    <a:pt x="4175" y="10405"/>
                  </a:cubicBezTo>
                  <a:cubicBezTo>
                    <a:pt x="2845" y="11391"/>
                    <a:pt x="1250" y="12780"/>
                    <a:pt x="720" y="14790"/>
                  </a:cubicBezTo>
                  <a:cubicBezTo>
                    <a:pt x="0" y="17521"/>
                    <a:pt x="1992" y="19837"/>
                    <a:pt x="2618" y="20484"/>
                  </a:cubicBezTo>
                  <a:cubicBezTo>
                    <a:pt x="4745" y="22672"/>
                    <a:pt x="7559" y="23326"/>
                    <a:pt x="10464" y="23326"/>
                  </a:cubicBezTo>
                  <a:cubicBezTo>
                    <a:pt x="12008" y="23326"/>
                    <a:pt x="13578" y="23141"/>
                    <a:pt x="15083" y="22903"/>
                  </a:cubicBezTo>
                  <a:cubicBezTo>
                    <a:pt x="18599" y="22350"/>
                    <a:pt x="22098" y="21314"/>
                    <a:pt x="25483" y="20314"/>
                  </a:cubicBezTo>
                  <a:cubicBezTo>
                    <a:pt x="26558" y="19996"/>
                    <a:pt x="27635" y="19678"/>
                    <a:pt x="28713" y="19374"/>
                  </a:cubicBezTo>
                  <a:cubicBezTo>
                    <a:pt x="31476" y="18595"/>
                    <a:pt x="34392" y="18158"/>
                    <a:pt x="38171" y="17957"/>
                  </a:cubicBezTo>
                  <a:cubicBezTo>
                    <a:pt x="39992" y="17859"/>
                    <a:pt x="41744" y="17811"/>
                    <a:pt x="43446" y="17811"/>
                  </a:cubicBezTo>
                  <a:cubicBezTo>
                    <a:pt x="45718" y="17811"/>
                    <a:pt x="47900" y="17898"/>
                    <a:pt x="50034" y="18072"/>
                  </a:cubicBezTo>
                  <a:cubicBezTo>
                    <a:pt x="54919" y="18471"/>
                    <a:pt x="58869" y="19245"/>
                    <a:pt x="62464" y="20513"/>
                  </a:cubicBezTo>
                  <a:cubicBezTo>
                    <a:pt x="66629" y="21980"/>
                    <a:pt x="69761" y="23959"/>
                    <a:pt x="72035" y="26564"/>
                  </a:cubicBezTo>
                  <a:cubicBezTo>
                    <a:pt x="74808" y="29740"/>
                    <a:pt x="76328" y="34562"/>
                    <a:pt x="75907" y="38847"/>
                  </a:cubicBezTo>
                  <a:lnTo>
                    <a:pt x="75885" y="39069"/>
                  </a:lnTo>
                  <a:lnTo>
                    <a:pt x="86103" y="39069"/>
                  </a:lnTo>
                  <a:lnTo>
                    <a:pt x="86083" y="38849"/>
                  </a:lnTo>
                  <a:cubicBezTo>
                    <a:pt x="85816" y="35827"/>
                    <a:pt x="84685" y="32755"/>
                    <a:pt x="84035" y="31193"/>
                  </a:cubicBezTo>
                  <a:cubicBezTo>
                    <a:pt x="83194" y="29170"/>
                    <a:pt x="82289" y="27550"/>
                    <a:pt x="81192" y="26094"/>
                  </a:cubicBezTo>
                  <a:cubicBezTo>
                    <a:pt x="81095" y="25968"/>
                    <a:pt x="80986" y="25829"/>
                    <a:pt x="80868" y="25679"/>
                  </a:cubicBezTo>
                  <a:cubicBezTo>
                    <a:pt x="80089" y="24692"/>
                    <a:pt x="78913" y="23196"/>
                    <a:pt x="79180" y="21893"/>
                  </a:cubicBezTo>
                  <a:cubicBezTo>
                    <a:pt x="79280" y="21406"/>
                    <a:pt x="79542" y="21057"/>
                    <a:pt x="79953" y="20860"/>
                  </a:cubicBezTo>
                  <a:cubicBezTo>
                    <a:pt x="80215" y="20736"/>
                    <a:pt x="80506" y="20684"/>
                    <a:pt x="80793" y="20684"/>
                  </a:cubicBezTo>
                  <a:cubicBezTo>
                    <a:pt x="81216" y="20684"/>
                    <a:pt x="81630" y="20796"/>
                    <a:pt x="81925" y="20950"/>
                  </a:cubicBezTo>
                  <a:cubicBezTo>
                    <a:pt x="83388" y="21710"/>
                    <a:pt x="84600" y="23365"/>
                    <a:pt x="85716" y="24991"/>
                  </a:cubicBezTo>
                  <a:cubicBezTo>
                    <a:pt x="86867" y="26672"/>
                    <a:pt x="87910" y="28506"/>
                    <a:pt x="88919" y="30277"/>
                  </a:cubicBezTo>
                  <a:cubicBezTo>
                    <a:pt x="90139" y="32421"/>
                    <a:pt x="91401" y="34638"/>
                    <a:pt x="92868" y="36611"/>
                  </a:cubicBezTo>
                  <a:cubicBezTo>
                    <a:pt x="93440" y="37380"/>
                    <a:pt x="94059" y="38160"/>
                    <a:pt x="94759" y="38996"/>
                  </a:cubicBezTo>
                  <a:lnTo>
                    <a:pt x="94819" y="39068"/>
                  </a:lnTo>
                  <a:lnTo>
                    <a:pt x="105303" y="39068"/>
                  </a:lnTo>
                  <a:cubicBezTo>
                    <a:pt x="107121" y="39068"/>
                    <a:pt x="108627" y="37217"/>
                    <a:pt x="108661" y="34947"/>
                  </a:cubicBezTo>
                  <a:lnTo>
                    <a:pt x="108663" y="34847"/>
                  </a:lnTo>
                  <a:lnTo>
                    <a:pt x="108584" y="34784"/>
                  </a:lnTo>
                  <a:cubicBezTo>
                    <a:pt x="104971" y="31939"/>
                    <a:pt x="101460" y="28897"/>
                    <a:pt x="98502" y="26300"/>
                  </a:cubicBezTo>
                  <a:cubicBezTo>
                    <a:pt x="96655" y="24675"/>
                    <a:pt x="94790" y="22989"/>
                    <a:pt x="92987" y="21357"/>
                  </a:cubicBezTo>
                  <a:cubicBezTo>
                    <a:pt x="89168" y="17899"/>
                    <a:pt x="85217" y="14326"/>
                    <a:pt x="81181" y="11127"/>
                  </a:cubicBezTo>
                  <a:cubicBezTo>
                    <a:pt x="72085" y="3918"/>
                    <a:pt x="60650" y="176"/>
                    <a:pt x="47197" y="6"/>
                  </a:cubicBezTo>
                  <a:cubicBezTo>
                    <a:pt x="46860" y="2"/>
                    <a:pt x="46522" y="0"/>
                    <a:pt x="46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1"/>
            <p:cNvSpPr/>
            <p:nvPr/>
          </p:nvSpPr>
          <p:spPr>
            <a:xfrm flipH="1">
              <a:off x="-325864" y="-120714"/>
              <a:ext cx="4355665" cy="807744"/>
            </a:xfrm>
            <a:custGeom>
              <a:rect b="b" l="l" r="r" t="t"/>
              <a:pathLst>
                <a:path extrusionOk="0" h="28164" w="108844">
                  <a:moveTo>
                    <a:pt x="105484" y="409"/>
                  </a:moveTo>
                  <a:cubicBezTo>
                    <a:pt x="107116" y="409"/>
                    <a:pt x="108443" y="2114"/>
                    <a:pt x="108443" y="4208"/>
                  </a:cubicBezTo>
                  <a:lnTo>
                    <a:pt x="108443" y="9441"/>
                  </a:lnTo>
                  <a:cubicBezTo>
                    <a:pt x="107791" y="9431"/>
                    <a:pt x="107138" y="9426"/>
                    <a:pt x="106485" y="9426"/>
                  </a:cubicBezTo>
                  <a:cubicBezTo>
                    <a:pt x="96929" y="9426"/>
                    <a:pt x="87281" y="10461"/>
                    <a:pt x="77432" y="11618"/>
                  </a:cubicBezTo>
                  <a:lnTo>
                    <a:pt x="74438" y="11967"/>
                  </a:lnTo>
                  <a:cubicBezTo>
                    <a:pt x="68077" y="12707"/>
                    <a:pt x="61497" y="13471"/>
                    <a:pt x="55052" y="14524"/>
                  </a:cubicBezTo>
                  <a:cubicBezTo>
                    <a:pt x="50937" y="15196"/>
                    <a:pt x="47239" y="15919"/>
                    <a:pt x="43750" y="16739"/>
                  </a:cubicBezTo>
                  <a:cubicBezTo>
                    <a:pt x="39671" y="17698"/>
                    <a:pt x="36280" y="18535"/>
                    <a:pt x="32894" y="19868"/>
                  </a:cubicBezTo>
                  <a:cubicBezTo>
                    <a:pt x="30642" y="20754"/>
                    <a:pt x="28443" y="21986"/>
                    <a:pt x="26315" y="23179"/>
                  </a:cubicBezTo>
                  <a:cubicBezTo>
                    <a:pt x="22603" y="25262"/>
                    <a:pt x="18761" y="27414"/>
                    <a:pt x="14582" y="27728"/>
                  </a:cubicBezTo>
                  <a:cubicBezTo>
                    <a:pt x="14284" y="27750"/>
                    <a:pt x="13983" y="27761"/>
                    <a:pt x="13680" y="27761"/>
                  </a:cubicBezTo>
                  <a:cubicBezTo>
                    <a:pt x="8600" y="27761"/>
                    <a:pt x="3011" y="24606"/>
                    <a:pt x="1265" y="17265"/>
                  </a:cubicBezTo>
                  <a:cubicBezTo>
                    <a:pt x="424" y="13728"/>
                    <a:pt x="774" y="10998"/>
                    <a:pt x="2304" y="9148"/>
                  </a:cubicBezTo>
                  <a:cubicBezTo>
                    <a:pt x="3847" y="7282"/>
                    <a:pt x="6123" y="6467"/>
                    <a:pt x="8144" y="5916"/>
                  </a:cubicBezTo>
                  <a:cubicBezTo>
                    <a:pt x="14663" y="4135"/>
                    <a:pt x="21503" y="4060"/>
                    <a:pt x="27536" y="3991"/>
                  </a:cubicBezTo>
                  <a:lnTo>
                    <a:pt x="28284" y="3982"/>
                  </a:lnTo>
                  <a:cubicBezTo>
                    <a:pt x="35338" y="3908"/>
                    <a:pt x="42635" y="3830"/>
                    <a:pt x="49562" y="1411"/>
                  </a:cubicBezTo>
                  <a:cubicBezTo>
                    <a:pt x="50530" y="1072"/>
                    <a:pt x="51303" y="753"/>
                    <a:pt x="51989" y="409"/>
                  </a:cubicBezTo>
                  <a:lnTo>
                    <a:pt x="51989" y="410"/>
                  </a:lnTo>
                  <a:lnTo>
                    <a:pt x="77472" y="410"/>
                  </a:lnTo>
                  <a:cubicBezTo>
                    <a:pt x="75657" y="1022"/>
                    <a:pt x="73845" y="1526"/>
                    <a:pt x="72138" y="1986"/>
                  </a:cubicBezTo>
                  <a:cubicBezTo>
                    <a:pt x="71479" y="2162"/>
                    <a:pt x="70816" y="2334"/>
                    <a:pt x="70156" y="2505"/>
                  </a:cubicBezTo>
                  <a:cubicBezTo>
                    <a:pt x="68329" y="2977"/>
                    <a:pt x="66440" y="3467"/>
                    <a:pt x="64605" y="4082"/>
                  </a:cubicBezTo>
                  <a:cubicBezTo>
                    <a:pt x="61004" y="5291"/>
                    <a:pt x="57124" y="6040"/>
                    <a:pt x="52740" y="6369"/>
                  </a:cubicBezTo>
                  <a:cubicBezTo>
                    <a:pt x="49638" y="6602"/>
                    <a:pt x="46418" y="6602"/>
                    <a:pt x="43304" y="6603"/>
                  </a:cubicBezTo>
                  <a:cubicBezTo>
                    <a:pt x="34965" y="6606"/>
                    <a:pt x="26344" y="6609"/>
                    <a:pt x="18528" y="10955"/>
                  </a:cubicBezTo>
                  <a:cubicBezTo>
                    <a:pt x="14223" y="13350"/>
                    <a:pt x="12644" y="15910"/>
                    <a:pt x="13835" y="18561"/>
                  </a:cubicBezTo>
                  <a:cubicBezTo>
                    <a:pt x="14838" y="20791"/>
                    <a:pt x="17057" y="22107"/>
                    <a:pt x="18813" y="22421"/>
                  </a:cubicBezTo>
                  <a:cubicBezTo>
                    <a:pt x="19239" y="22498"/>
                    <a:pt x="19668" y="22533"/>
                    <a:pt x="20097" y="22533"/>
                  </a:cubicBezTo>
                  <a:cubicBezTo>
                    <a:pt x="22307" y="22533"/>
                    <a:pt x="24513" y="21604"/>
                    <a:pt x="26433" y="20647"/>
                  </a:cubicBezTo>
                  <a:cubicBezTo>
                    <a:pt x="27444" y="20142"/>
                    <a:pt x="28451" y="19561"/>
                    <a:pt x="29427" y="18998"/>
                  </a:cubicBezTo>
                  <a:cubicBezTo>
                    <a:pt x="30955" y="18116"/>
                    <a:pt x="32534" y="17203"/>
                    <a:pt x="34157" y="16576"/>
                  </a:cubicBezTo>
                  <a:cubicBezTo>
                    <a:pt x="37956" y="15106"/>
                    <a:pt x="41874" y="14247"/>
                    <a:pt x="44864" y="13661"/>
                  </a:cubicBezTo>
                  <a:cubicBezTo>
                    <a:pt x="49244" y="12804"/>
                    <a:pt x="53720" y="12190"/>
                    <a:pt x="58050" y="11597"/>
                  </a:cubicBezTo>
                  <a:cubicBezTo>
                    <a:pt x="61146" y="11172"/>
                    <a:pt x="64344" y="10734"/>
                    <a:pt x="67486" y="10209"/>
                  </a:cubicBezTo>
                  <a:cubicBezTo>
                    <a:pt x="71305" y="9572"/>
                    <a:pt x="74827" y="8898"/>
                    <a:pt x="78252" y="8150"/>
                  </a:cubicBezTo>
                  <a:cubicBezTo>
                    <a:pt x="80759" y="7602"/>
                    <a:pt x="84017" y="6743"/>
                    <a:pt x="86995" y="4937"/>
                  </a:cubicBezTo>
                  <a:cubicBezTo>
                    <a:pt x="88677" y="3915"/>
                    <a:pt x="90044" y="2435"/>
                    <a:pt x="91173" y="409"/>
                  </a:cubicBezTo>
                  <a:close/>
                  <a:moveTo>
                    <a:pt x="90934" y="0"/>
                  </a:moveTo>
                  <a:lnTo>
                    <a:pt x="90877" y="105"/>
                  </a:lnTo>
                  <a:cubicBezTo>
                    <a:pt x="89755" y="2148"/>
                    <a:pt x="88458" y="3572"/>
                    <a:pt x="86786" y="4587"/>
                  </a:cubicBezTo>
                  <a:cubicBezTo>
                    <a:pt x="83860" y="6361"/>
                    <a:pt x="80642" y="7209"/>
                    <a:pt x="78166" y="7749"/>
                  </a:cubicBezTo>
                  <a:cubicBezTo>
                    <a:pt x="74747" y="8496"/>
                    <a:pt x="71232" y="9168"/>
                    <a:pt x="67420" y="9804"/>
                  </a:cubicBezTo>
                  <a:cubicBezTo>
                    <a:pt x="64284" y="10326"/>
                    <a:pt x="61086" y="10767"/>
                    <a:pt x="57994" y="11189"/>
                  </a:cubicBezTo>
                  <a:cubicBezTo>
                    <a:pt x="53660" y="11784"/>
                    <a:pt x="49177" y="12398"/>
                    <a:pt x="44787" y="13257"/>
                  </a:cubicBezTo>
                  <a:cubicBezTo>
                    <a:pt x="41781" y="13846"/>
                    <a:pt x="37840" y="14712"/>
                    <a:pt x="34011" y="16192"/>
                  </a:cubicBezTo>
                  <a:cubicBezTo>
                    <a:pt x="32361" y="16832"/>
                    <a:pt x="30768" y="17751"/>
                    <a:pt x="29227" y="18641"/>
                  </a:cubicBezTo>
                  <a:cubicBezTo>
                    <a:pt x="28257" y="19199"/>
                    <a:pt x="27256" y="19778"/>
                    <a:pt x="26252" y="20278"/>
                  </a:cubicBezTo>
                  <a:cubicBezTo>
                    <a:pt x="24377" y="21213"/>
                    <a:pt x="22228" y="22123"/>
                    <a:pt x="20096" y="22123"/>
                  </a:cubicBezTo>
                  <a:cubicBezTo>
                    <a:pt x="19691" y="22123"/>
                    <a:pt x="19286" y="22090"/>
                    <a:pt x="18884" y="22019"/>
                  </a:cubicBezTo>
                  <a:cubicBezTo>
                    <a:pt x="17234" y="21723"/>
                    <a:pt x="15146" y="20485"/>
                    <a:pt x="14203" y="18389"/>
                  </a:cubicBezTo>
                  <a:cubicBezTo>
                    <a:pt x="13112" y="15962"/>
                    <a:pt x="14633" y="13577"/>
                    <a:pt x="18725" y="11302"/>
                  </a:cubicBezTo>
                  <a:cubicBezTo>
                    <a:pt x="26450" y="7006"/>
                    <a:pt x="35017" y="7004"/>
                    <a:pt x="43304" y="7002"/>
                  </a:cubicBezTo>
                  <a:cubicBezTo>
                    <a:pt x="46426" y="7002"/>
                    <a:pt x="49654" y="6999"/>
                    <a:pt x="52770" y="6766"/>
                  </a:cubicBezTo>
                  <a:cubicBezTo>
                    <a:pt x="57188" y="6433"/>
                    <a:pt x="61100" y="5680"/>
                    <a:pt x="64734" y="4460"/>
                  </a:cubicBezTo>
                  <a:cubicBezTo>
                    <a:pt x="66555" y="3847"/>
                    <a:pt x="68437" y="3359"/>
                    <a:pt x="70258" y="2889"/>
                  </a:cubicBezTo>
                  <a:cubicBezTo>
                    <a:pt x="70921" y="2718"/>
                    <a:pt x="71583" y="2546"/>
                    <a:pt x="72244" y="2369"/>
                  </a:cubicBezTo>
                  <a:cubicBezTo>
                    <a:pt x="74310" y="1815"/>
                    <a:pt x="76526" y="1191"/>
                    <a:pt x="78725" y="393"/>
                  </a:cubicBezTo>
                  <a:lnTo>
                    <a:pt x="79801" y="3"/>
                  </a:lnTo>
                  <a:lnTo>
                    <a:pt x="51891" y="3"/>
                  </a:lnTo>
                  <a:lnTo>
                    <a:pt x="51849" y="25"/>
                  </a:lnTo>
                  <a:cubicBezTo>
                    <a:pt x="51168" y="369"/>
                    <a:pt x="50398" y="688"/>
                    <a:pt x="49430" y="1026"/>
                  </a:cubicBezTo>
                  <a:cubicBezTo>
                    <a:pt x="42565" y="3424"/>
                    <a:pt x="35301" y="3502"/>
                    <a:pt x="28279" y="3577"/>
                  </a:cubicBezTo>
                  <a:lnTo>
                    <a:pt x="27530" y="3587"/>
                  </a:lnTo>
                  <a:cubicBezTo>
                    <a:pt x="21472" y="3654"/>
                    <a:pt x="14606" y="3731"/>
                    <a:pt x="8035" y="5524"/>
                  </a:cubicBezTo>
                  <a:cubicBezTo>
                    <a:pt x="5955" y="6091"/>
                    <a:pt x="3608" y="6937"/>
                    <a:pt x="1994" y="8889"/>
                  </a:cubicBezTo>
                  <a:cubicBezTo>
                    <a:pt x="378" y="10842"/>
                    <a:pt x="1" y="13691"/>
                    <a:pt x="872" y="17356"/>
                  </a:cubicBezTo>
                  <a:cubicBezTo>
                    <a:pt x="2415" y="23842"/>
                    <a:pt x="7591" y="28164"/>
                    <a:pt x="13647" y="28164"/>
                  </a:cubicBezTo>
                  <a:cubicBezTo>
                    <a:pt x="13966" y="28164"/>
                    <a:pt x="14287" y="28154"/>
                    <a:pt x="14609" y="28121"/>
                  </a:cubicBezTo>
                  <a:cubicBezTo>
                    <a:pt x="18878" y="27800"/>
                    <a:pt x="22758" y="25623"/>
                    <a:pt x="26511" y="23520"/>
                  </a:cubicBezTo>
                  <a:cubicBezTo>
                    <a:pt x="28626" y="22334"/>
                    <a:pt x="30812" y="21108"/>
                    <a:pt x="33038" y="20233"/>
                  </a:cubicBezTo>
                  <a:cubicBezTo>
                    <a:pt x="36400" y="18911"/>
                    <a:pt x="39775" y="18075"/>
                    <a:pt x="43838" y="17121"/>
                  </a:cubicBezTo>
                  <a:cubicBezTo>
                    <a:pt x="47319" y="16305"/>
                    <a:pt x="51008" y="15582"/>
                    <a:pt x="55113" y="14912"/>
                  </a:cubicBezTo>
                  <a:cubicBezTo>
                    <a:pt x="61550" y="13861"/>
                    <a:pt x="68126" y="13097"/>
                    <a:pt x="74484" y="12357"/>
                  </a:cubicBezTo>
                  <a:lnTo>
                    <a:pt x="77477" y="12010"/>
                  </a:lnTo>
                  <a:cubicBezTo>
                    <a:pt x="87323" y="10854"/>
                    <a:pt x="96973" y="9822"/>
                    <a:pt x="106514" y="9822"/>
                  </a:cubicBezTo>
                  <a:cubicBezTo>
                    <a:pt x="107222" y="9822"/>
                    <a:pt x="107930" y="9827"/>
                    <a:pt x="108637" y="9839"/>
                  </a:cubicBezTo>
                  <a:lnTo>
                    <a:pt x="108843" y="9842"/>
                  </a:lnTo>
                  <a:lnTo>
                    <a:pt x="108843" y="4203"/>
                  </a:lnTo>
                  <a:cubicBezTo>
                    <a:pt x="108843" y="1884"/>
                    <a:pt x="107336" y="0"/>
                    <a:pt x="1054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7" name="Google Shape;617;p21"/>
          <p:cNvSpPr/>
          <p:nvPr/>
        </p:nvSpPr>
        <p:spPr>
          <a:xfrm>
            <a:off x="408250" y="362757"/>
            <a:ext cx="8434200" cy="4594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1"/>
          <p:cNvSpPr/>
          <p:nvPr/>
        </p:nvSpPr>
        <p:spPr>
          <a:xfrm>
            <a:off x="301550" y="271625"/>
            <a:ext cx="8434200" cy="45849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21"/>
          <p:cNvSpPr txBox="1"/>
          <p:nvPr>
            <p:ph idx="1" type="subTitle"/>
          </p:nvPr>
        </p:nvSpPr>
        <p:spPr>
          <a:xfrm>
            <a:off x="720000" y="2324850"/>
            <a:ext cx="2841600" cy="1609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hlink"/>
                </a:solidFill>
              </a:defRPr>
            </a:lvl1pPr>
            <a:lvl2pPr lvl="1" rtl="0" algn="r">
              <a:lnSpc>
                <a:spcPct val="100000"/>
              </a:lnSpc>
              <a:spcBef>
                <a:spcPts val="1600"/>
              </a:spcBef>
              <a:spcAft>
                <a:spcPts val="0"/>
              </a:spcAft>
              <a:buSzPts val="1400"/>
              <a:buNone/>
              <a:defRPr/>
            </a:lvl2pPr>
            <a:lvl3pPr lvl="2" rtl="0" algn="r">
              <a:lnSpc>
                <a:spcPct val="100000"/>
              </a:lnSpc>
              <a:spcBef>
                <a:spcPts val="1600"/>
              </a:spcBef>
              <a:spcAft>
                <a:spcPts val="0"/>
              </a:spcAft>
              <a:buSzPts val="1400"/>
              <a:buNone/>
              <a:defRPr/>
            </a:lvl3pPr>
            <a:lvl4pPr lvl="3" rtl="0" algn="r">
              <a:lnSpc>
                <a:spcPct val="100000"/>
              </a:lnSpc>
              <a:spcBef>
                <a:spcPts val="1600"/>
              </a:spcBef>
              <a:spcAft>
                <a:spcPts val="0"/>
              </a:spcAft>
              <a:buSzPts val="1400"/>
              <a:buNone/>
              <a:defRPr/>
            </a:lvl4pPr>
            <a:lvl5pPr lvl="4" rtl="0" algn="r">
              <a:lnSpc>
                <a:spcPct val="100000"/>
              </a:lnSpc>
              <a:spcBef>
                <a:spcPts val="1600"/>
              </a:spcBef>
              <a:spcAft>
                <a:spcPts val="0"/>
              </a:spcAft>
              <a:buSzPts val="1400"/>
              <a:buNone/>
              <a:defRPr/>
            </a:lvl5pPr>
            <a:lvl6pPr lvl="5" rtl="0" algn="r">
              <a:lnSpc>
                <a:spcPct val="100000"/>
              </a:lnSpc>
              <a:spcBef>
                <a:spcPts val="1600"/>
              </a:spcBef>
              <a:spcAft>
                <a:spcPts val="0"/>
              </a:spcAft>
              <a:buSzPts val="1400"/>
              <a:buNone/>
              <a:defRPr/>
            </a:lvl6pPr>
            <a:lvl7pPr lvl="6" rtl="0" algn="r">
              <a:lnSpc>
                <a:spcPct val="100000"/>
              </a:lnSpc>
              <a:spcBef>
                <a:spcPts val="1600"/>
              </a:spcBef>
              <a:spcAft>
                <a:spcPts val="0"/>
              </a:spcAft>
              <a:buSzPts val="1400"/>
              <a:buNone/>
              <a:defRPr/>
            </a:lvl7pPr>
            <a:lvl8pPr lvl="7" rtl="0" algn="r">
              <a:lnSpc>
                <a:spcPct val="100000"/>
              </a:lnSpc>
              <a:spcBef>
                <a:spcPts val="1600"/>
              </a:spcBef>
              <a:spcAft>
                <a:spcPts val="0"/>
              </a:spcAft>
              <a:buSzPts val="1400"/>
              <a:buNone/>
              <a:defRPr/>
            </a:lvl8pPr>
            <a:lvl9pPr lvl="8" rtl="0" algn="r">
              <a:lnSpc>
                <a:spcPct val="100000"/>
              </a:lnSpc>
              <a:spcBef>
                <a:spcPts val="1600"/>
              </a:spcBef>
              <a:spcAft>
                <a:spcPts val="1600"/>
              </a:spcAft>
              <a:buSzPts val="1400"/>
              <a:buNone/>
              <a:defRPr/>
            </a:lvl9pPr>
          </a:lstStyle>
          <a:p/>
        </p:txBody>
      </p:sp>
      <p:sp>
        <p:nvSpPr>
          <p:cNvPr id="620" name="Google Shape;620;p21"/>
          <p:cNvSpPr txBox="1"/>
          <p:nvPr>
            <p:ph type="title"/>
          </p:nvPr>
        </p:nvSpPr>
        <p:spPr>
          <a:xfrm>
            <a:off x="720000" y="540000"/>
            <a:ext cx="7704000" cy="5643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3180000" dist="85725">
              <a:schemeClr val="accent4"/>
            </a:outerShdw>
          </a:effectLst>
        </p:spPr>
        <p:txBody>
          <a:bodyPr anchorCtr="0" anchor="ctr" bIns="91425" lIns="91425" spcFirstLastPara="1" rIns="91425" wrap="square" tIns="91425">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621" name="Google Shape;621;p21"/>
          <p:cNvSpPr txBox="1"/>
          <p:nvPr>
            <p:ph idx="2" type="subTitle"/>
          </p:nvPr>
        </p:nvSpPr>
        <p:spPr>
          <a:xfrm>
            <a:off x="7084550" y="4208775"/>
            <a:ext cx="913800" cy="394800"/>
          </a:xfrm>
          <a:prstGeom prst="rect">
            <a:avLst/>
          </a:prstGeom>
          <a:ln cap="flat" cmpd="sng" w="9525">
            <a:solidFill>
              <a:srgbClr val="000000"/>
            </a:solidFill>
            <a:prstDash val="solid"/>
            <a:round/>
            <a:headEnd len="sm" w="sm" type="none"/>
            <a:tailEnd len="sm" w="sm" type="none"/>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TITLE_ONLY_2_1">
    <p:bg>
      <p:bgPr>
        <a:solidFill>
          <a:schemeClr val="accent6"/>
        </a:solidFill>
      </p:bgPr>
    </p:bg>
    <p:spTree>
      <p:nvGrpSpPr>
        <p:cNvPr id="622" name="Shape 622"/>
        <p:cNvGrpSpPr/>
        <p:nvPr/>
      </p:nvGrpSpPr>
      <p:grpSpPr>
        <a:xfrm>
          <a:off x="0" y="0"/>
          <a:ext cx="0" cy="0"/>
          <a:chOff x="0" y="0"/>
          <a:chExt cx="0" cy="0"/>
        </a:xfrm>
      </p:grpSpPr>
      <p:grpSp>
        <p:nvGrpSpPr>
          <p:cNvPr id="623" name="Google Shape;623;p22"/>
          <p:cNvGrpSpPr/>
          <p:nvPr/>
        </p:nvGrpSpPr>
        <p:grpSpPr>
          <a:xfrm>
            <a:off x="-97264" y="-2432400"/>
            <a:ext cx="9517944" cy="7737118"/>
            <a:chOff x="-97264" y="-2432400"/>
            <a:chExt cx="9517944" cy="7737118"/>
          </a:xfrm>
        </p:grpSpPr>
        <p:sp>
          <p:nvSpPr>
            <p:cNvPr id="624" name="Google Shape;624;p22"/>
            <p:cNvSpPr/>
            <p:nvPr/>
          </p:nvSpPr>
          <p:spPr>
            <a:xfrm>
              <a:off x="-89101" y="-1817043"/>
              <a:ext cx="3985503" cy="848251"/>
            </a:xfrm>
            <a:custGeom>
              <a:rect b="b" l="l" r="r" t="t"/>
              <a:pathLst>
                <a:path extrusionOk="0" h="21197" w="99594">
                  <a:moveTo>
                    <a:pt x="65021" y="0"/>
                  </a:moveTo>
                  <a:cubicBezTo>
                    <a:pt x="64434" y="0"/>
                    <a:pt x="63848" y="10"/>
                    <a:pt x="63260" y="29"/>
                  </a:cubicBezTo>
                  <a:cubicBezTo>
                    <a:pt x="57732" y="207"/>
                    <a:pt x="52245" y="1096"/>
                    <a:pt x="46816" y="2389"/>
                  </a:cubicBezTo>
                  <a:cubicBezTo>
                    <a:pt x="41611" y="3631"/>
                    <a:pt x="36750" y="6060"/>
                    <a:pt x="31830" y="8475"/>
                  </a:cubicBezTo>
                  <a:cubicBezTo>
                    <a:pt x="27244" y="10725"/>
                    <a:pt x="22624" y="12692"/>
                    <a:pt x="17724" y="13463"/>
                  </a:cubicBezTo>
                  <a:cubicBezTo>
                    <a:pt x="15802" y="13765"/>
                    <a:pt x="13860" y="13942"/>
                    <a:pt x="11920" y="13942"/>
                  </a:cubicBezTo>
                  <a:cubicBezTo>
                    <a:pt x="10234" y="13942"/>
                    <a:pt x="8549" y="13808"/>
                    <a:pt x="6879" y="13505"/>
                  </a:cubicBezTo>
                  <a:cubicBezTo>
                    <a:pt x="4515" y="13077"/>
                    <a:pt x="2162" y="12285"/>
                    <a:pt x="0" y="10984"/>
                  </a:cubicBezTo>
                  <a:lnTo>
                    <a:pt x="0" y="18944"/>
                  </a:lnTo>
                  <a:cubicBezTo>
                    <a:pt x="1762" y="19024"/>
                    <a:pt x="3523" y="19075"/>
                    <a:pt x="5283" y="19075"/>
                  </a:cubicBezTo>
                  <a:cubicBezTo>
                    <a:pt x="9227" y="19075"/>
                    <a:pt x="13162" y="18820"/>
                    <a:pt x="17071" y="18072"/>
                  </a:cubicBezTo>
                  <a:cubicBezTo>
                    <a:pt x="21981" y="17133"/>
                    <a:pt x="26589" y="15270"/>
                    <a:pt x="30996" y="12374"/>
                  </a:cubicBezTo>
                  <a:cubicBezTo>
                    <a:pt x="33739" y="10570"/>
                    <a:pt x="36781" y="9886"/>
                    <a:pt x="39837" y="9886"/>
                  </a:cubicBezTo>
                  <a:cubicBezTo>
                    <a:pt x="40660" y="9886"/>
                    <a:pt x="41484" y="9936"/>
                    <a:pt x="42304" y="10026"/>
                  </a:cubicBezTo>
                  <a:cubicBezTo>
                    <a:pt x="50992" y="10985"/>
                    <a:pt x="59004" y="15789"/>
                    <a:pt x="67420" y="18291"/>
                  </a:cubicBezTo>
                  <a:cubicBezTo>
                    <a:pt x="72853" y="19907"/>
                    <a:pt x="78486" y="20812"/>
                    <a:pt x="84058" y="21107"/>
                  </a:cubicBezTo>
                  <a:cubicBezTo>
                    <a:pt x="85055" y="21160"/>
                    <a:pt x="86060" y="21196"/>
                    <a:pt x="87066" y="21196"/>
                  </a:cubicBezTo>
                  <a:cubicBezTo>
                    <a:pt x="89207" y="21196"/>
                    <a:pt x="91355" y="21031"/>
                    <a:pt x="93446" y="20508"/>
                  </a:cubicBezTo>
                  <a:cubicBezTo>
                    <a:pt x="95522" y="19989"/>
                    <a:pt x="98275" y="18989"/>
                    <a:pt x="98894" y="16049"/>
                  </a:cubicBezTo>
                  <a:cubicBezTo>
                    <a:pt x="99594" y="12721"/>
                    <a:pt x="97265" y="10188"/>
                    <a:pt x="95270" y="8623"/>
                  </a:cubicBezTo>
                  <a:cubicBezTo>
                    <a:pt x="92667" y="6581"/>
                    <a:pt x="89709" y="5268"/>
                    <a:pt x="86790" y="4165"/>
                  </a:cubicBezTo>
                  <a:cubicBezTo>
                    <a:pt x="79711" y="1489"/>
                    <a:pt x="72404" y="0"/>
                    <a:pt x="6502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2"/>
            <p:cNvSpPr/>
            <p:nvPr/>
          </p:nvSpPr>
          <p:spPr>
            <a:xfrm>
              <a:off x="-89221" y="-869455"/>
              <a:ext cx="8386467" cy="1819876"/>
            </a:xfrm>
            <a:custGeom>
              <a:rect b="b" l="l" r="r" t="t"/>
              <a:pathLst>
                <a:path extrusionOk="0" h="45477" w="209570">
                  <a:moveTo>
                    <a:pt x="173399" y="0"/>
                  </a:moveTo>
                  <a:cubicBezTo>
                    <a:pt x="171819" y="0"/>
                    <a:pt x="170239" y="33"/>
                    <a:pt x="168661" y="80"/>
                  </a:cubicBezTo>
                  <a:cubicBezTo>
                    <a:pt x="164324" y="208"/>
                    <a:pt x="160018" y="528"/>
                    <a:pt x="155729" y="1390"/>
                  </a:cubicBezTo>
                  <a:cubicBezTo>
                    <a:pt x="151776" y="2184"/>
                    <a:pt x="147874" y="3386"/>
                    <a:pt x="144099" y="5071"/>
                  </a:cubicBezTo>
                  <a:cubicBezTo>
                    <a:pt x="140139" y="6838"/>
                    <a:pt x="136425" y="9227"/>
                    <a:pt x="132734" y="11745"/>
                  </a:cubicBezTo>
                  <a:cubicBezTo>
                    <a:pt x="125453" y="16714"/>
                    <a:pt x="118372" y="22168"/>
                    <a:pt x="110478" y="25489"/>
                  </a:cubicBezTo>
                  <a:cubicBezTo>
                    <a:pt x="104010" y="28211"/>
                    <a:pt x="97197" y="29287"/>
                    <a:pt x="90399" y="29287"/>
                  </a:cubicBezTo>
                  <a:cubicBezTo>
                    <a:pt x="89168" y="29287"/>
                    <a:pt x="87937" y="29252"/>
                    <a:pt x="86709" y="29185"/>
                  </a:cubicBezTo>
                  <a:cubicBezTo>
                    <a:pt x="70235" y="28285"/>
                    <a:pt x="53959" y="22404"/>
                    <a:pt x="38422" y="15780"/>
                  </a:cubicBezTo>
                  <a:cubicBezTo>
                    <a:pt x="34245" y="13999"/>
                    <a:pt x="30113" y="12729"/>
                    <a:pt x="25697" y="12479"/>
                  </a:cubicBezTo>
                  <a:cubicBezTo>
                    <a:pt x="24449" y="12409"/>
                    <a:pt x="23202" y="12379"/>
                    <a:pt x="21954" y="12379"/>
                  </a:cubicBezTo>
                  <a:cubicBezTo>
                    <a:pt x="18881" y="12379"/>
                    <a:pt x="15809" y="12558"/>
                    <a:pt x="12741" y="12746"/>
                  </a:cubicBezTo>
                  <a:cubicBezTo>
                    <a:pt x="9315" y="12958"/>
                    <a:pt x="5883" y="13109"/>
                    <a:pt x="2471" y="13588"/>
                  </a:cubicBezTo>
                  <a:cubicBezTo>
                    <a:pt x="1651" y="13702"/>
                    <a:pt x="825" y="13831"/>
                    <a:pt x="0" y="13986"/>
                  </a:cubicBezTo>
                  <a:lnTo>
                    <a:pt x="0" y="21931"/>
                  </a:lnTo>
                  <a:cubicBezTo>
                    <a:pt x="3093" y="20622"/>
                    <a:pt x="6277" y="19799"/>
                    <a:pt x="9551" y="19799"/>
                  </a:cubicBezTo>
                  <a:cubicBezTo>
                    <a:pt x="10632" y="19799"/>
                    <a:pt x="11722" y="19889"/>
                    <a:pt x="12823" y="20080"/>
                  </a:cubicBezTo>
                  <a:cubicBezTo>
                    <a:pt x="20488" y="21419"/>
                    <a:pt x="27144" y="26632"/>
                    <a:pt x="33499" y="31891"/>
                  </a:cubicBezTo>
                  <a:cubicBezTo>
                    <a:pt x="45486" y="41811"/>
                    <a:pt x="59912" y="45476"/>
                    <a:pt x="74081" y="45476"/>
                  </a:cubicBezTo>
                  <a:cubicBezTo>
                    <a:pt x="74665" y="45476"/>
                    <a:pt x="75248" y="45470"/>
                    <a:pt x="75831" y="45458"/>
                  </a:cubicBezTo>
                  <a:cubicBezTo>
                    <a:pt x="90804" y="45142"/>
                    <a:pt x="106177" y="41401"/>
                    <a:pt x="119282" y="31968"/>
                  </a:cubicBezTo>
                  <a:cubicBezTo>
                    <a:pt x="125990" y="27139"/>
                    <a:pt x="132221" y="21338"/>
                    <a:pt x="138817" y="16271"/>
                  </a:cubicBezTo>
                  <a:cubicBezTo>
                    <a:pt x="142143" y="13714"/>
                    <a:pt x="145448" y="11379"/>
                    <a:pt x="149316" y="10440"/>
                  </a:cubicBezTo>
                  <a:cubicBezTo>
                    <a:pt x="150812" y="10078"/>
                    <a:pt x="152323" y="9917"/>
                    <a:pt x="153836" y="9917"/>
                  </a:cubicBezTo>
                  <a:cubicBezTo>
                    <a:pt x="155625" y="9917"/>
                    <a:pt x="157416" y="10142"/>
                    <a:pt x="159185" y="10527"/>
                  </a:cubicBezTo>
                  <a:cubicBezTo>
                    <a:pt x="162983" y="11352"/>
                    <a:pt x="166672" y="12839"/>
                    <a:pt x="170334" y="14321"/>
                  </a:cubicBezTo>
                  <a:cubicBezTo>
                    <a:pt x="174482" y="15997"/>
                    <a:pt x="178713" y="17383"/>
                    <a:pt x="182992" y="18407"/>
                  </a:cubicBezTo>
                  <a:cubicBezTo>
                    <a:pt x="186653" y="19282"/>
                    <a:pt x="190426" y="19787"/>
                    <a:pt x="194193" y="19787"/>
                  </a:cubicBezTo>
                  <a:cubicBezTo>
                    <a:pt x="197694" y="19787"/>
                    <a:pt x="201190" y="19351"/>
                    <a:pt x="204587" y="18369"/>
                  </a:cubicBezTo>
                  <a:cubicBezTo>
                    <a:pt x="206831" y="17721"/>
                    <a:pt x="209570" y="16218"/>
                    <a:pt x="208195" y="12736"/>
                  </a:cubicBezTo>
                  <a:cubicBezTo>
                    <a:pt x="207019" y="9759"/>
                    <a:pt x="203809" y="8201"/>
                    <a:pt x="201535" y="7001"/>
                  </a:cubicBezTo>
                  <a:cubicBezTo>
                    <a:pt x="195238" y="3676"/>
                    <a:pt x="188684" y="1200"/>
                    <a:pt x="181872" y="426"/>
                  </a:cubicBezTo>
                  <a:cubicBezTo>
                    <a:pt x="179055" y="106"/>
                    <a:pt x="176227" y="0"/>
                    <a:pt x="173399"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2"/>
            <p:cNvSpPr/>
            <p:nvPr/>
          </p:nvSpPr>
          <p:spPr>
            <a:xfrm>
              <a:off x="-89101" y="235723"/>
              <a:ext cx="819678" cy="314658"/>
            </a:xfrm>
            <a:custGeom>
              <a:rect b="b" l="l" r="r" t="t"/>
              <a:pathLst>
                <a:path extrusionOk="0" h="7863" w="20483">
                  <a:moveTo>
                    <a:pt x="10679" y="1"/>
                  </a:moveTo>
                  <a:cubicBezTo>
                    <a:pt x="7200" y="1"/>
                    <a:pt x="3530" y="930"/>
                    <a:pt x="0" y="1036"/>
                  </a:cubicBezTo>
                  <a:lnTo>
                    <a:pt x="0" y="7210"/>
                  </a:lnTo>
                  <a:cubicBezTo>
                    <a:pt x="73" y="7210"/>
                    <a:pt x="146" y="7210"/>
                    <a:pt x="218" y="7210"/>
                  </a:cubicBezTo>
                  <a:cubicBezTo>
                    <a:pt x="2966" y="7210"/>
                    <a:pt x="5723" y="7366"/>
                    <a:pt x="8473" y="7532"/>
                  </a:cubicBezTo>
                  <a:cubicBezTo>
                    <a:pt x="10471" y="7652"/>
                    <a:pt x="12481" y="7858"/>
                    <a:pt x="14482" y="7862"/>
                  </a:cubicBezTo>
                  <a:cubicBezTo>
                    <a:pt x="14579" y="7862"/>
                    <a:pt x="14677" y="7863"/>
                    <a:pt x="14776" y="7863"/>
                  </a:cubicBezTo>
                  <a:cubicBezTo>
                    <a:pt x="16107" y="7863"/>
                    <a:pt x="17589" y="7805"/>
                    <a:pt x="18794" y="7093"/>
                  </a:cubicBezTo>
                  <a:cubicBezTo>
                    <a:pt x="20483" y="6096"/>
                    <a:pt x="19330" y="4228"/>
                    <a:pt x="18366" y="3075"/>
                  </a:cubicBezTo>
                  <a:cubicBezTo>
                    <a:pt x="16959" y="1395"/>
                    <a:pt x="15150" y="529"/>
                    <a:pt x="13253" y="203"/>
                  </a:cubicBezTo>
                  <a:cubicBezTo>
                    <a:pt x="12410" y="59"/>
                    <a:pt x="11551" y="1"/>
                    <a:pt x="10679"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22"/>
            <p:cNvSpPr/>
            <p:nvPr/>
          </p:nvSpPr>
          <p:spPr>
            <a:xfrm>
              <a:off x="-89101" y="-105111"/>
              <a:ext cx="9361694" cy="2012360"/>
            </a:xfrm>
            <a:custGeom>
              <a:rect b="b" l="l" r="r" t="t"/>
              <a:pathLst>
                <a:path extrusionOk="0" h="50287" w="233940">
                  <a:moveTo>
                    <a:pt x="233940" y="0"/>
                  </a:moveTo>
                  <a:cubicBezTo>
                    <a:pt x="230479" y="1532"/>
                    <a:pt x="227264" y="3838"/>
                    <a:pt x="224035" y="6016"/>
                  </a:cubicBezTo>
                  <a:cubicBezTo>
                    <a:pt x="219999" y="8735"/>
                    <a:pt x="215918" y="11195"/>
                    <a:pt x="211510" y="12795"/>
                  </a:cubicBezTo>
                  <a:cubicBezTo>
                    <a:pt x="205977" y="14804"/>
                    <a:pt x="200252" y="15619"/>
                    <a:pt x="194517" y="15619"/>
                  </a:cubicBezTo>
                  <a:cubicBezTo>
                    <a:pt x="191019" y="15619"/>
                    <a:pt x="187518" y="15316"/>
                    <a:pt x="184053" y="14796"/>
                  </a:cubicBezTo>
                  <a:cubicBezTo>
                    <a:pt x="174879" y="13417"/>
                    <a:pt x="165892" y="10575"/>
                    <a:pt x="156983" y="7553"/>
                  </a:cubicBezTo>
                  <a:cubicBezTo>
                    <a:pt x="154186" y="6603"/>
                    <a:pt x="151295" y="5923"/>
                    <a:pt x="148402" y="5923"/>
                  </a:cubicBezTo>
                  <a:cubicBezTo>
                    <a:pt x="147105" y="5923"/>
                    <a:pt x="145807" y="6060"/>
                    <a:pt x="144518" y="6370"/>
                  </a:cubicBezTo>
                  <a:cubicBezTo>
                    <a:pt x="141010" y="7213"/>
                    <a:pt x="137841" y="9316"/>
                    <a:pt x="134862" y="11732"/>
                  </a:cubicBezTo>
                  <a:cubicBezTo>
                    <a:pt x="131415" y="14529"/>
                    <a:pt x="128149" y="17665"/>
                    <a:pt x="124700" y="20457"/>
                  </a:cubicBezTo>
                  <a:cubicBezTo>
                    <a:pt x="120681" y="23709"/>
                    <a:pt x="116461" y="26565"/>
                    <a:pt x="112085" y="28971"/>
                  </a:cubicBezTo>
                  <a:cubicBezTo>
                    <a:pt x="103869" y="33488"/>
                    <a:pt x="95132" y="36387"/>
                    <a:pt x="86236" y="37674"/>
                  </a:cubicBezTo>
                  <a:cubicBezTo>
                    <a:pt x="82434" y="38224"/>
                    <a:pt x="78620" y="38471"/>
                    <a:pt x="74803" y="38471"/>
                  </a:cubicBezTo>
                  <a:cubicBezTo>
                    <a:pt x="58405" y="38471"/>
                    <a:pt x="41951" y="33908"/>
                    <a:pt x="26125" y="29171"/>
                  </a:cubicBezTo>
                  <a:cubicBezTo>
                    <a:pt x="17408" y="26561"/>
                    <a:pt x="8732" y="23693"/>
                    <a:pt x="0" y="21148"/>
                  </a:cubicBezTo>
                  <a:lnTo>
                    <a:pt x="0" y="30371"/>
                  </a:lnTo>
                  <a:cubicBezTo>
                    <a:pt x="3472" y="33108"/>
                    <a:pt x="7489" y="35009"/>
                    <a:pt x="11115" y="36595"/>
                  </a:cubicBezTo>
                  <a:cubicBezTo>
                    <a:pt x="17532" y="39404"/>
                    <a:pt x="24220" y="41608"/>
                    <a:pt x="30929" y="42938"/>
                  </a:cubicBezTo>
                  <a:cubicBezTo>
                    <a:pt x="38228" y="44386"/>
                    <a:pt x="45630" y="44923"/>
                    <a:pt x="53022" y="44923"/>
                  </a:cubicBezTo>
                  <a:cubicBezTo>
                    <a:pt x="55748" y="44923"/>
                    <a:pt x="58473" y="44850"/>
                    <a:pt x="61191" y="44723"/>
                  </a:cubicBezTo>
                  <a:cubicBezTo>
                    <a:pt x="71533" y="44237"/>
                    <a:pt x="81978" y="43258"/>
                    <a:pt x="92233" y="41498"/>
                  </a:cubicBezTo>
                  <a:cubicBezTo>
                    <a:pt x="102742" y="39694"/>
                    <a:pt x="112661" y="35767"/>
                    <a:pt x="122701" y="31597"/>
                  </a:cubicBezTo>
                  <a:cubicBezTo>
                    <a:pt x="132437" y="27557"/>
                    <a:pt x="142206" y="24207"/>
                    <a:pt x="152521" y="24092"/>
                  </a:cubicBezTo>
                  <a:cubicBezTo>
                    <a:pt x="152754" y="24089"/>
                    <a:pt x="152988" y="24088"/>
                    <a:pt x="153222" y="24088"/>
                  </a:cubicBezTo>
                  <a:cubicBezTo>
                    <a:pt x="163194" y="24088"/>
                    <a:pt x="173100" y="26520"/>
                    <a:pt x="182555" y="30450"/>
                  </a:cubicBezTo>
                  <a:cubicBezTo>
                    <a:pt x="187610" y="32550"/>
                    <a:pt x="192565" y="35025"/>
                    <a:pt x="197604" y="37193"/>
                  </a:cubicBezTo>
                  <a:cubicBezTo>
                    <a:pt x="202625" y="39352"/>
                    <a:pt x="207681" y="41382"/>
                    <a:pt x="212770" y="43265"/>
                  </a:cubicBezTo>
                  <a:cubicBezTo>
                    <a:pt x="219747" y="45846"/>
                    <a:pt x="226825" y="48256"/>
                    <a:pt x="233940" y="50286"/>
                  </a:cubicBezTo>
                  <a:lnTo>
                    <a:pt x="233940" y="34729"/>
                  </a:lnTo>
                  <a:cubicBezTo>
                    <a:pt x="233339" y="34539"/>
                    <a:pt x="232731" y="34368"/>
                    <a:pt x="232112" y="34224"/>
                  </a:cubicBezTo>
                  <a:cubicBezTo>
                    <a:pt x="229270" y="33551"/>
                    <a:pt x="226381" y="33250"/>
                    <a:pt x="223499" y="32996"/>
                  </a:cubicBezTo>
                  <a:cubicBezTo>
                    <a:pt x="219753" y="32668"/>
                    <a:pt x="216005" y="32333"/>
                    <a:pt x="212261" y="31960"/>
                  </a:cubicBezTo>
                  <a:cubicBezTo>
                    <a:pt x="208072" y="31543"/>
                    <a:pt x="203886" y="31089"/>
                    <a:pt x="199705" y="30539"/>
                  </a:cubicBezTo>
                  <a:cubicBezTo>
                    <a:pt x="195713" y="30014"/>
                    <a:pt x="191661" y="29550"/>
                    <a:pt x="187710" y="28635"/>
                  </a:cubicBezTo>
                  <a:cubicBezTo>
                    <a:pt x="184185" y="27821"/>
                    <a:pt x="180587" y="27222"/>
                    <a:pt x="177204" y="25665"/>
                  </a:cubicBezTo>
                  <a:cubicBezTo>
                    <a:pt x="175719" y="24980"/>
                    <a:pt x="173996" y="24080"/>
                    <a:pt x="173054" y="22380"/>
                  </a:cubicBezTo>
                  <a:cubicBezTo>
                    <a:pt x="172381" y="21164"/>
                    <a:pt x="172300" y="19467"/>
                    <a:pt x="173266" y="18466"/>
                  </a:cubicBezTo>
                  <a:cubicBezTo>
                    <a:pt x="174400" y="17293"/>
                    <a:pt x="176205" y="17248"/>
                    <a:pt x="177591" y="17230"/>
                  </a:cubicBezTo>
                  <a:cubicBezTo>
                    <a:pt x="177667" y="17230"/>
                    <a:pt x="177743" y="17229"/>
                    <a:pt x="177820" y="17229"/>
                  </a:cubicBezTo>
                  <a:cubicBezTo>
                    <a:pt x="179957" y="17229"/>
                    <a:pt x="182098" y="17572"/>
                    <a:pt x="184206" y="17983"/>
                  </a:cubicBezTo>
                  <a:cubicBezTo>
                    <a:pt x="186167" y="18365"/>
                    <a:pt x="188113" y="18845"/>
                    <a:pt x="190056" y="19342"/>
                  </a:cubicBezTo>
                  <a:cubicBezTo>
                    <a:pt x="192155" y="19880"/>
                    <a:pt x="194290" y="20178"/>
                    <a:pt x="196416" y="20482"/>
                  </a:cubicBezTo>
                  <a:cubicBezTo>
                    <a:pt x="200378" y="21047"/>
                    <a:pt x="204372" y="21430"/>
                    <a:pt x="208364" y="21430"/>
                  </a:cubicBezTo>
                  <a:cubicBezTo>
                    <a:pt x="209889" y="21430"/>
                    <a:pt x="211413" y="21374"/>
                    <a:pt x="212936" y="21251"/>
                  </a:cubicBezTo>
                  <a:cubicBezTo>
                    <a:pt x="218320" y="20818"/>
                    <a:pt x="223791" y="19532"/>
                    <a:pt x="228641" y="16425"/>
                  </a:cubicBezTo>
                  <a:cubicBezTo>
                    <a:pt x="230586" y="15179"/>
                    <a:pt x="232358" y="13636"/>
                    <a:pt x="233940" y="11842"/>
                  </a:cubicBezTo>
                  <a:lnTo>
                    <a:pt x="233940" y="0"/>
                  </a:ln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22"/>
            <p:cNvSpPr/>
            <p:nvPr/>
          </p:nvSpPr>
          <p:spPr>
            <a:xfrm>
              <a:off x="-88861" y="1310728"/>
              <a:ext cx="5153814" cy="1015564"/>
            </a:xfrm>
            <a:custGeom>
              <a:rect b="b" l="l" r="r" t="t"/>
              <a:pathLst>
                <a:path extrusionOk="0" h="25378" w="128789">
                  <a:moveTo>
                    <a:pt x="125460" y="1"/>
                  </a:moveTo>
                  <a:cubicBezTo>
                    <a:pt x="124112" y="1"/>
                    <a:pt x="122755" y="233"/>
                    <a:pt x="121432" y="495"/>
                  </a:cubicBezTo>
                  <a:cubicBezTo>
                    <a:pt x="117708" y="1235"/>
                    <a:pt x="114038" y="2428"/>
                    <a:pt x="110408" y="3702"/>
                  </a:cubicBezTo>
                  <a:cubicBezTo>
                    <a:pt x="101528" y="6816"/>
                    <a:pt x="92732" y="10293"/>
                    <a:pt x="83787" y="13112"/>
                  </a:cubicBezTo>
                  <a:cubicBezTo>
                    <a:pt x="72182" y="16772"/>
                    <a:pt x="60329" y="19483"/>
                    <a:pt x="48340" y="19746"/>
                  </a:cubicBezTo>
                  <a:cubicBezTo>
                    <a:pt x="47589" y="19762"/>
                    <a:pt x="46838" y="19771"/>
                    <a:pt x="46087" y="19771"/>
                  </a:cubicBezTo>
                  <a:cubicBezTo>
                    <a:pt x="36277" y="19771"/>
                    <a:pt x="26528" y="18319"/>
                    <a:pt x="17277" y="13958"/>
                  </a:cubicBezTo>
                  <a:cubicBezTo>
                    <a:pt x="14817" y="12796"/>
                    <a:pt x="12434" y="11433"/>
                    <a:pt x="10052" y="10038"/>
                  </a:cubicBezTo>
                  <a:cubicBezTo>
                    <a:pt x="7467" y="8528"/>
                    <a:pt x="4765" y="7378"/>
                    <a:pt x="2106" y="6103"/>
                  </a:cubicBezTo>
                  <a:cubicBezTo>
                    <a:pt x="1402" y="5766"/>
                    <a:pt x="699" y="5418"/>
                    <a:pt x="0" y="5056"/>
                  </a:cubicBezTo>
                  <a:lnTo>
                    <a:pt x="0" y="11211"/>
                  </a:lnTo>
                  <a:cubicBezTo>
                    <a:pt x="4701" y="13100"/>
                    <a:pt x="9362" y="15161"/>
                    <a:pt x="14041" y="17090"/>
                  </a:cubicBezTo>
                  <a:cubicBezTo>
                    <a:pt x="16400" y="18063"/>
                    <a:pt x="18775" y="19117"/>
                    <a:pt x="21195" y="19846"/>
                  </a:cubicBezTo>
                  <a:cubicBezTo>
                    <a:pt x="23656" y="20587"/>
                    <a:pt x="26170" y="20896"/>
                    <a:pt x="28695" y="21030"/>
                  </a:cubicBezTo>
                  <a:cubicBezTo>
                    <a:pt x="33506" y="21285"/>
                    <a:pt x="38258" y="21488"/>
                    <a:pt x="43036" y="22348"/>
                  </a:cubicBezTo>
                  <a:cubicBezTo>
                    <a:pt x="47992" y="23241"/>
                    <a:pt x="52914" y="24461"/>
                    <a:pt x="57900" y="25055"/>
                  </a:cubicBezTo>
                  <a:cubicBezTo>
                    <a:pt x="59669" y="25266"/>
                    <a:pt x="61430" y="25377"/>
                    <a:pt x="63185" y="25377"/>
                  </a:cubicBezTo>
                  <a:cubicBezTo>
                    <a:pt x="66528" y="25377"/>
                    <a:pt x="69851" y="24974"/>
                    <a:pt x="73168" y="24091"/>
                  </a:cubicBezTo>
                  <a:cubicBezTo>
                    <a:pt x="82572" y="21585"/>
                    <a:pt x="91311" y="16379"/>
                    <a:pt x="100290" y="12209"/>
                  </a:cubicBezTo>
                  <a:cubicBezTo>
                    <a:pt x="102551" y="11159"/>
                    <a:pt x="104832" y="10174"/>
                    <a:pt x="107142" y="9317"/>
                  </a:cubicBezTo>
                  <a:cubicBezTo>
                    <a:pt x="109515" y="8437"/>
                    <a:pt x="111919" y="7831"/>
                    <a:pt x="114326" y="7132"/>
                  </a:cubicBezTo>
                  <a:cubicBezTo>
                    <a:pt x="119263" y="5699"/>
                    <a:pt x="123997" y="3389"/>
                    <a:pt x="128789" y="1350"/>
                  </a:cubicBezTo>
                  <a:cubicBezTo>
                    <a:pt x="128436" y="255"/>
                    <a:pt x="127130" y="101"/>
                    <a:pt x="126329" y="35"/>
                  </a:cubicBezTo>
                  <a:cubicBezTo>
                    <a:pt x="126040" y="12"/>
                    <a:pt x="125750" y="1"/>
                    <a:pt x="125460"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22"/>
            <p:cNvSpPr/>
            <p:nvPr/>
          </p:nvSpPr>
          <p:spPr>
            <a:xfrm>
              <a:off x="-89101" y="3276894"/>
              <a:ext cx="949935" cy="459281"/>
            </a:xfrm>
            <a:custGeom>
              <a:rect b="b" l="l" r="r" t="t"/>
              <a:pathLst>
                <a:path extrusionOk="0" h="11477" w="23738">
                  <a:moveTo>
                    <a:pt x="0" y="0"/>
                  </a:moveTo>
                  <a:lnTo>
                    <a:pt x="0" y="7277"/>
                  </a:lnTo>
                  <a:cubicBezTo>
                    <a:pt x="3475" y="8436"/>
                    <a:pt x="6937" y="9675"/>
                    <a:pt x="10474" y="10467"/>
                  </a:cubicBezTo>
                  <a:cubicBezTo>
                    <a:pt x="12599" y="10942"/>
                    <a:pt x="14945" y="11477"/>
                    <a:pt x="17230" y="11477"/>
                  </a:cubicBezTo>
                  <a:cubicBezTo>
                    <a:pt x="18607" y="11477"/>
                    <a:pt x="19963" y="11282"/>
                    <a:pt x="21233" y="10762"/>
                  </a:cubicBezTo>
                  <a:cubicBezTo>
                    <a:pt x="22964" y="10052"/>
                    <a:pt x="23737" y="8373"/>
                    <a:pt x="22783" y="6233"/>
                  </a:cubicBezTo>
                  <a:cubicBezTo>
                    <a:pt x="21854" y="4148"/>
                    <a:pt x="19780" y="3350"/>
                    <a:pt x="18049" y="2892"/>
                  </a:cubicBezTo>
                  <a:cubicBezTo>
                    <a:pt x="14044" y="1834"/>
                    <a:pt x="9964" y="2398"/>
                    <a:pt x="5923" y="1958"/>
                  </a:cubicBezTo>
                  <a:cubicBezTo>
                    <a:pt x="3848" y="1734"/>
                    <a:pt x="1868" y="1036"/>
                    <a:pt x="0"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2"/>
            <p:cNvSpPr/>
            <p:nvPr/>
          </p:nvSpPr>
          <p:spPr>
            <a:xfrm>
              <a:off x="-89101" y="1635714"/>
              <a:ext cx="9361814" cy="2217890"/>
            </a:xfrm>
            <a:custGeom>
              <a:rect b="b" l="l" r="r" t="t"/>
              <a:pathLst>
                <a:path extrusionOk="0" h="55423" w="233943">
                  <a:moveTo>
                    <a:pt x="144772" y="1"/>
                  </a:moveTo>
                  <a:cubicBezTo>
                    <a:pt x="142102" y="1"/>
                    <a:pt x="139431" y="96"/>
                    <a:pt x="136766" y="286"/>
                  </a:cubicBezTo>
                  <a:cubicBezTo>
                    <a:pt x="128012" y="909"/>
                    <a:pt x="119276" y="2552"/>
                    <a:pt x="110812" y="5489"/>
                  </a:cubicBezTo>
                  <a:cubicBezTo>
                    <a:pt x="106624" y="6944"/>
                    <a:pt x="102575" y="8874"/>
                    <a:pt x="98468" y="10653"/>
                  </a:cubicBezTo>
                  <a:cubicBezTo>
                    <a:pt x="93953" y="12609"/>
                    <a:pt x="89399" y="14424"/>
                    <a:pt x="84794" y="16010"/>
                  </a:cubicBezTo>
                  <a:cubicBezTo>
                    <a:pt x="74251" y="19642"/>
                    <a:pt x="63428" y="21981"/>
                    <a:pt x="52620" y="21981"/>
                  </a:cubicBezTo>
                  <a:cubicBezTo>
                    <a:pt x="45059" y="21981"/>
                    <a:pt x="37505" y="20836"/>
                    <a:pt x="30059" y="18189"/>
                  </a:cubicBezTo>
                  <a:cubicBezTo>
                    <a:pt x="25579" y="16596"/>
                    <a:pt x="21178" y="14667"/>
                    <a:pt x="16828" y="12578"/>
                  </a:cubicBezTo>
                  <a:cubicBezTo>
                    <a:pt x="12514" y="10509"/>
                    <a:pt x="8272" y="8266"/>
                    <a:pt x="3815" y="6712"/>
                  </a:cubicBezTo>
                  <a:cubicBezTo>
                    <a:pt x="2549" y="6272"/>
                    <a:pt x="1276" y="5888"/>
                    <a:pt x="0" y="5548"/>
                  </a:cubicBezTo>
                  <a:lnTo>
                    <a:pt x="0" y="23614"/>
                  </a:lnTo>
                  <a:cubicBezTo>
                    <a:pt x="12657" y="29572"/>
                    <a:pt x="26166" y="33013"/>
                    <a:pt x="39600" y="33024"/>
                  </a:cubicBezTo>
                  <a:cubicBezTo>
                    <a:pt x="39625" y="33024"/>
                    <a:pt x="39649" y="33024"/>
                    <a:pt x="39674" y="33024"/>
                  </a:cubicBezTo>
                  <a:cubicBezTo>
                    <a:pt x="43920" y="33024"/>
                    <a:pt x="48167" y="32654"/>
                    <a:pt x="52367" y="31843"/>
                  </a:cubicBezTo>
                  <a:cubicBezTo>
                    <a:pt x="54553" y="31420"/>
                    <a:pt x="56709" y="30737"/>
                    <a:pt x="58881" y="30217"/>
                  </a:cubicBezTo>
                  <a:cubicBezTo>
                    <a:pt x="61539" y="29579"/>
                    <a:pt x="64252" y="29008"/>
                    <a:pt x="66965" y="29005"/>
                  </a:cubicBezTo>
                  <a:cubicBezTo>
                    <a:pt x="66982" y="29005"/>
                    <a:pt x="66999" y="29005"/>
                    <a:pt x="67017" y="29005"/>
                  </a:cubicBezTo>
                  <a:cubicBezTo>
                    <a:pt x="68762" y="29005"/>
                    <a:pt x="71102" y="29156"/>
                    <a:pt x="72309" y="31005"/>
                  </a:cubicBezTo>
                  <a:cubicBezTo>
                    <a:pt x="73261" y="32464"/>
                    <a:pt x="73035" y="34779"/>
                    <a:pt x="72433" y="36381"/>
                  </a:cubicBezTo>
                  <a:cubicBezTo>
                    <a:pt x="71760" y="38175"/>
                    <a:pt x="70452" y="39418"/>
                    <a:pt x="69067" y="40261"/>
                  </a:cubicBezTo>
                  <a:cubicBezTo>
                    <a:pt x="65139" y="42655"/>
                    <a:pt x="60371" y="42850"/>
                    <a:pt x="56096" y="42852"/>
                  </a:cubicBezTo>
                  <a:cubicBezTo>
                    <a:pt x="56089" y="42852"/>
                    <a:pt x="56082" y="42852"/>
                    <a:pt x="56075" y="42852"/>
                  </a:cubicBezTo>
                  <a:cubicBezTo>
                    <a:pt x="46902" y="42852"/>
                    <a:pt x="37792" y="41022"/>
                    <a:pt x="28834" y="38660"/>
                  </a:cubicBezTo>
                  <a:cubicBezTo>
                    <a:pt x="19225" y="36125"/>
                    <a:pt x="9684" y="33151"/>
                    <a:pt x="0" y="31087"/>
                  </a:cubicBezTo>
                  <a:lnTo>
                    <a:pt x="0" y="40459"/>
                  </a:lnTo>
                  <a:cubicBezTo>
                    <a:pt x="415" y="40687"/>
                    <a:pt x="838" y="40900"/>
                    <a:pt x="1269" y="41094"/>
                  </a:cubicBezTo>
                  <a:cubicBezTo>
                    <a:pt x="3834" y="42246"/>
                    <a:pt x="6360" y="42550"/>
                    <a:pt x="9049" y="42595"/>
                  </a:cubicBezTo>
                  <a:cubicBezTo>
                    <a:pt x="11321" y="42632"/>
                    <a:pt x="13601" y="42650"/>
                    <a:pt x="15862" y="42966"/>
                  </a:cubicBezTo>
                  <a:cubicBezTo>
                    <a:pt x="17766" y="43232"/>
                    <a:pt x="19811" y="43645"/>
                    <a:pt x="21476" y="44925"/>
                  </a:cubicBezTo>
                  <a:cubicBezTo>
                    <a:pt x="22689" y="45858"/>
                    <a:pt x="23822" y="47631"/>
                    <a:pt x="23620" y="49546"/>
                  </a:cubicBezTo>
                  <a:cubicBezTo>
                    <a:pt x="23450" y="51198"/>
                    <a:pt x="22153" y="51995"/>
                    <a:pt x="21013" y="52388"/>
                  </a:cubicBezTo>
                  <a:cubicBezTo>
                    <a:pt x="19769" y="52816"/>
                    <a:pt x="18468" y="52983"/>
                    <a:pt x="17149" y="52983"/>
                  </a:cubicBezTo>
                  <a:cubicBezTo>
                    <a:pt x="14678" y="52983"/>
                    <a:pt x="12147" y="52396"/>
                    <a:pt x="9822" y="51845"/>
                  </a:cubicBezTo>
                  <a:cubicBezTo>
                    <a:pt x="6510" y="51059"/>
                    <a:pt x="3259" y="49899"/>
                    <a:pt x="0" y="48810"/>
                  </a:cubicBezTo>
                  <a:lnTo>
                    <a:pt x="0" y="54602"/>
                  </a:lnTo>
                  <a:cubicBezTo>
                    <a:pt x="5036" y="55007"/>
                    <a:pt x="10079" y="55225"/>
                    <a:pt x="15119" y="55348"/>
                  </a:cubicBezTo>
                  <a:cubicBezTo>
                    <a:pt x="17082" y="55396"/>
                    <a:pt x="19048" y="55423"/>
                    <a:pt x="21015" y="55423"/>
                  </a:cubicBezTo>
                  <a:cubicBezTo>
                    <a:pt x="29997" y="55423"/>
                    <a:pt x="38994" y="54866"/>
                    <a:pt x="47880" y="53219"/>
                  </a:cubicBezTo>
                  <a:cubicBezTo>
                    <a:pt x="52943" y="52282"/>
                    <a:pt x="58028" y="51048"/>
                    <a:pt x="62912" y="49101"/>
                  </a:cubicBezTo>
                  <a:cubicBezTo>
                    <a:pt x="67581" y="47240"/>
                    <a:pt x="72025" y="44594"/>
                    <a:pt x="76326" y="41657"/>
                  </a:cubicBezTo>
                  <a:cubicBezTo>
                    <a:pt x="84683" y="35949"/>
                    <a:pt x="92557" y="29085"/>
                    <a:pt x="101261" y="24207"/>
                  </a:cubicBezTo>
                  <a:cubicBezTo>
                    <a:pt x="110109" y="19249"/>
                    <a:pt x="119692" y="17446"/>
                    <a:pt x="129288" y="16670"/>
                  </a:cubicBezTo>
                  <a:cubicBezTo>
                    <a:pt x="132649" y="16399"/>
                    <a:pt x="136013" y="16271"/>
                    <a:pt x="139377" y="16271"/>
                  </a:cubicBezTo>
                  <a:cubicBezTo>
                    <a:pt x="157478" y="16271"/>
                    <a:pt x="175585" y="19963"/>
                    <a:pt x="193212" y="24804"/>
                  </a:cubicBezTo>
                  <a:cubicBezTo>
                    <a:pt x="203630" y="27665"/>
                    <a:pt x="214279" y="30372"/>
                    <a:pt x="224304" y="35040"/>
                  </a:cubicBezTo>
                  <a:cubicBezTo>
                    <a:pt x="227597" y="36575"/>
                    <a:pt x="230795" y="38437"/>
                    <a:pt x="233942" y="40411"/>
                  </a:cubicBezTo>
                  <a:lnTo>
                    <a:pt x="233942" y="31703"/>
                  </a:lnTo>
                  <a:cubicBezTo>
                    <a:pt x="228231" y="27859"/>
                    <a:pt x="222155" y="24807"/>
                    <a:pt x="216214" y="21705"/>
                  </a:cubicBezTo>
                  <a:cubicBezTo>
                    <a:pt x="207456" y="17134"/>
                    <a:pt x="198525" y="13002"/>
                    <a:pt x="189487" y="9410"/>
                  </a:cubicBezTo>
                  <a:cubicBezTo>
                    <a:pt x="180687" y="5912"/>
                    <a:pt x="171778" y="2926"/>
                    <a:pt x="162615" y="1437"/>
                  </a:cubicBezTo>
                  <a:cubicBezTo>
                    <a:pt x="156702" y="476"/>
                    <a:pt x="150736" y="1"/>
                    <a:pt x="144772"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2"/>
            <p:cNvSpPr/>
            <p:nvPr/>
          </p:nvSpPr>
          <p:spPr>
            <a:xfrm>
              <a:off x="4312517" y="2550326"/>
              <a:ext cx="4960169" cy="2176352"/>
            </a:xfrm>
            <a:custGeom>
              <a:rect b="b" l="l" r="r" t="t"/>
              <a:pathLst>
                <a:path extrusionOk="0" h="54385" w="123950">
                  <a:moveTo>
                    <a:pt x="25687" y="0"/>
                  </a:moveTo>
                  <a:cubicBezTo>
                    <a:pt x="25613" y="0"/>
                    <a:pt x="25540" y="0"/>
                    <a:pt x="25467" y="0"/>
                  </a:cubicBezTo>
                  <a:cubicBezTo>
                    <a:pt x="22189" y="8"/>
                    <a:pt x="18895" y="286"/>
                    <a:pt x="15653" y="893"/>
                  </a:cubicBezTo>
                  <a:cubicBezTo>
                    <a:pt x="12106" y="1558"/>
                    <a:pt x="8455" y="2579"/>
                    <a:pt x="5276" y="4757"/>
                  </a:cubicBezTo>
                  <a:cubicBezTo>
                    <a:pt x="2358" y="6754"/>
                    <a:pt x="1" y="10011"/>
                    <a:pt x="133" y="14446"/>
                  </a:cubicBezTo>
                  <a:cubicBezTo>
                    <a:pt x="289" y="19675"/>
                    <a:pt x="3866" y="23250"/>
                    <a:pt x="7286" y="25363"/>
                  </a:cubicBezTo>
                  <a:cubicBezTo>
                    <a:pt x="11223" y="27796"/>
                    <a:pt x="15408" y="28684"/>
                    <a:pt x="19651" y="28684"/>
                  </a:cubicBezTo>
                  <a:cubicBezTo>
                    <a:pt x="25154" y="28684"/>
                    <a:pt x="30756" y="27191"/>
                    <a:pt x="36046" y="25632"/>
                  </a:cubicBezTo>
                  <a:cubicBezTo>
                    <a:pt x="41465" y="24035"/>
                    <a:pt x="46862" y="22167"/>
                    <a:pt x="52380" y="21177"/>
                  </a:cubicBezTo>
                  <a:cubicBezTo>
                    <a:pt x="56587" y="20424"/>
                    <a:pt x="60828" y="20023"/>
                    <a:pt x="65073" y="20023"/>
                  </a:cubicBezTo>
                  <a:cubicBezTo>
                    <a:pt x="66363" y="20023"/>
                    <a:pt x="67654" y="20060"/>
                    <a:pt x="68944" y="20135"/>
                  </a:cubicBezTo>
                  <a:cubicBezTo>
                    <a:pt x="79965" y="20783"/>
                    <a:pt x="90870" y="24103"/>
                    <a:pt x="100937" y="29809"/>
                  </a:cubicBezTo>
                  <a:cubicBezTo>
                    <a:pt x="105755" y="32540"/>
                    <a:pt x="110519" y="35684"/>
                    <a:pt x="114557" y="40038"/>
                  </a:cubicBezTo>
                  <a:cubicBezTo>
                    <a:pt x="118056" y="43811"/>
                    <a:pt x="120978" y="48359"/>
                    <a:pt x="123419" y="53277"/>
                  </a:cubicBezTo>
                  <a:cubicBezTo>
                    <a:pt x="123600" y="53644"/>
                    <a:pt x="123773" y="54016"/>
                    <a:pt x="123950" y="54384"/>
                  </a:cubicBezTo>
                  <a:lnTo>
                    <a:pt x="123950" y="30590"/>
                  </a:lnTo>
                  <a:cubicBezTo>
                    <a:pt x="115011" y="23740"/>
                    <a:pt x="104675" y="20070"/>
                    <a:pt x="94699" y="16430"/>
                  </a:cubicBezTo>
                  <a:cubicBezTo>
                    <a:pt x="83278" y="12265"/>
                    <a:pt x="71945" y="7950"/>
                    <a:pt x="60279" y="4996"/>
                  </a:cubicBezTo>
                  <a:cubicBezTo>
                    <a:pt x="48938" y="2125"/>
                    <a:pt x="37275" y="0"/>
                    <a:pt x="25687"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2"/>
            <p:cNvSpPr/>
            <p:nvPr/>
          </p:nvSpPr>
          <p:spPr>
            <a:xfrm>
              <a:off x="-89101" y="3332199"/>
              <a:ext cx="4579363" cy="1972262"/>
            </a:xfrm>
            <a:custGeom>
              <a:rect b="b" l="l" r="r" t="t"/>
              <a:pathLst>
                <a:path extrusionOk="0" h="49285" w="114434">
                  <a:moveTo>
                    <a:pt x="97111" y="0"/>
                  </a:moveTo>
                  <a:cubicBezTo>
                    <a:pt x="92375" y="0"/>
                    <a:pt x="88229" y="4066"/>
                    <a:pt x="85079" y="8725"/>
                  </a:cubicBezTo>
                  <a:cubicBezTo>
                    <a:pt x="81036" y="14698"/>
                    <a:pt x="78056" y="22263"/>
                    <a:pt x="72346" y="26006"/>
                  </a:cubicBezTo>
                  <a:cubicBezTo>
                    <a:pt x="69011" y="28192"/>
                    <a:pt x="65286" y="29191"/>
                    <a:pt x="61597" y="29874"/>
                  </a:cubicBezTo>
                  <a:cubicBezTo>
                    <a:pt x="57172" y="30696"/>
                    <a:pt x="52733" y="31343"/>
                    <a:pt x="48270" y="31736"/>
                  </a:cubicBezTo>
                  <a:cubicBezTo>
                    <a:pt x="43819" y="32127"/>
                    <a:pt x="39334" y="32342"/>
                    <a:pt x="34849" y="32342"/>
                  </a:cubicBezTo>
                  <a:cubicBezTo>
                    <a:pt x="29827" y="32342"/>
                    <a:pt x="24804" y="32073"/>
                    <a:pt x="19828" y="31484"/>
                  </a:cubicBezTo>
                  <a:cubicBezTo>
                    <a:pt x="13156" y="30694"/>
                    <a:pt x="6527" y="29288"/>
                    <a:pt x="0" y="27342"/>
                  </a:cubicBezTo>
                  <a:lnTo>
                    <a:pt x="0" y="45284"/>
                  </a:lnTo>
                  <a:cubicBezTo>
                    <a:pt x="0" y="47494"/>
                    <a:pt x="1415" y="49285"/>
                    <a:pt x="3161" y="49285"/>
                  </a:cubicBezTo>
                  <a:lnTo>
                    <a:pt x="54554" y="49285"/>
                  </a:lnTo>
                  <a:cubicBezTo>
                    <a:pt x="57524" y="43691"/>
                    <a:pt x="61460" y="38933"/>
                    <a:pt x="66165" y="35699"/>
                  </a:cubicBezTo>
                  <a:cubicBezTo>
                    <a:pt x="74007" y="30307"/>
                    <a:pt x="82814" y="29860"/>
                    <a:pt x="91444" y="28199"/>
                  </a:cubicBezTo>
                  <a:cubicBezTo>
                    <a:pt x="94850" y="27544"/>
                    <a:pt x="98284" y="26656"/>
                    <a:pt x="101576" y="25345"/>
                  </a:cubicBezTo>
                  <a:cubicBezTo>
                    <a:pt x="104402" y="24220"/>
                    <a:pt x="107468" y="22637"/>
                    <a:pt x="109397" y="19658"/>
                  </a:cubicBezTo>
                  <a:cubicBezTo>
                    <a:pt x="114434" y="11884"/>
                    <a:pt x="106261" y="3395"/>
                    <a:pt x="100927" y="890"/>
                  </a:cubicBezTo>
                  <a:cubicBezTo>
                    <a:pt x="99620" y="276"/>
                    <a:pt x="98345" y="0"/>
                    <a:pt x="9711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2"/>
            <p:cNvSpPr/>
            <p:nvPr/>
          </p:nvSpPr>
          <p:spPr>
            <a:xfrm>
              <a:off x="2774626" y="4592047"/>
              <a:ext cx="4319449" cy="712432"/>
            </a:xfrm>
            <a:custGeom>
              <a:rect b="b" l="l" r="r" t="t"/>
              <a:pathLst>
                <a:path extrusionOk="0" h="17803" w="107939">
                  <a:moveTo>
                    <a:pt x="27543" y="0"/>
                  </a:moveTo>
                  <a:cubicBezTo>
                    <a:pt x="27240" y="0"/>
                    <a:pt x="26937" y="6"/>
                    <a:pt x="26634" y="18"/>
                  </a:cubicBezTo>
                  <a:cubicBezTo>
                    <a:pt x="24027" y="121"/>
                    <a:pt x="21392" y="745"/>
                    <a:pt x="19094" y="2364"/>
                  </a:cubicBezTo>
                  <a:cubicBezTo>
                    <a:pt x="18481" y="2797"/>
                    <a:pt x="16577" y="4050"/>
                    <a:pt x="17537" y="5118"/>
                  </a:cubicBezTo>
                  <a:cubicBezTo>
                    <a:pt x="18117" y="5762"/>
                    <a:pt x="19161" y="5928"/>
                    <a:pt x="19890" y="6091"/>
                  </a:cubicBezTo>
                  <a:cubicBezTo>
                    <a:pt x="23855" y="6979"/>
                    <a:pt x="27949" y="6569"/>
                    <a:pt x="31949" y="6998"/>
                  </a:cubicBezTo>
                  <a:cubicBezTo>
                    <a:pt x="35180" y="7344"/>
                    <a:pt x="39652" y="7834"/>
                    <a:pt x="41798" y="11379"/>
                  </a:cubicBezTo>
                  <a:cubicBezTo>
                    <a:pt x="41873" y="11504"/>
                    <a:pt x="41874" y="11697"/>
                    <a:pt x="41748" y="11777"/>
                  </a:cubicBezTo>
                  <a:cubicBezTo>
                    <a:pt x="40684" y="12461"/>
                    <a:pt x="39488" y="12703"/>
                    <a:pt x="38262" y="12703"/>
                  </a:cubicBezTo>
                  <a:cubicBezTo>
                    <a:pt x="36542" y="12703"/>
                    <a:pt x="34763" y="12227"/>
                    <a:pt x="33207" y="11823"/>
                  </a:cubicBezTo>
                  <a:cubicBezTo>
                    <a:pt x="31601" y="11407"/>
                    <a:pt x="30013" y="10894"/>
                    <a:pt x="28412" y="10466"/>
                  </a:cubicBezTo>
                  <a:cubicBezTo>
                    <a:pt x="26593" y="9980"/>
                    <a:pt x="24742" y="9711"/>
                    <a:pt x="22919" y="9248"/>
                  </a:cubicBezTo>
                  <a:cubicBezTo>
                    <a:pt x="18811" y="8207"/>
                    <a:pt x="14751" y="6811"/>
                    <a:pt x="10581" y="6185"/>
                  </a:cubicBezTo>
                  <a:cubicBezTo>
                    <a:pt x="9499" y="6023"/>
                    <a:pt x="8286" y="5852"/>
                    <a:pt x="7075" y="5852"/>
                  </a:cubicBezTo>
                  <a:cubicBezTo>
                    <a:pt x="5505" y="5852"/>
                    <a:pt x="3938" y="6139"/>
                    <a:pt x="2667" y="7101"/>
                  </a:cubicBezTo>
                  <a:cubicBezTo>
                    <a:pt x="702" y="8588"/>
                    <a:pt x="1" y="12230"/>
                    <a:pt x="827" y="14868"/>
                  </a:cubicBezTo>
                  <a:cubicBezTo>
                    <a:pt x="1191" y="16035"/>
                    <a:pt x="1835" y="16995"/>
                    <a:pt x="2588" y="17803"/>
                  </a:cubicBezTo>
                  <a:lnTo>
                    <a:pt x="107349" y="17803"/>
                  </a:lnTo>
                  <a:cubicBezTo>
                    <a:pt x="107939" y="14229"/>
                    <a:pt x="104542" y="9947"/>
                    <a:pt x="102361" y="8404"/>
                  </a:cubicBezTo>
                  <a:cubicBezTo>
                    <a:pt x="99751" y="6560"/>
                    <a:pt x="96718" y="5974"/>
                    <a:pt x="93716" y="5974"/>
                  </a:cubicBezTo>
                  <a:cubicBezTo>
                    <a:pt x="92496" y="5974"/>
                    <a:pt x="91282" y="6070"/>
                    <a:pt x="90103" y="6219"/>
                  </a:cubicBezTo>
                  <a:cubicBezTo>
                    <a:pt x="87978" y="6486"/>
                    <a:pt x="85895" y="7048"/>
                    <a:pt x="83786" y="7444"/>
                  </a:cubicBezTo>
                  <a:cubicBezTo>
                    <a:pt x="81051" y="7961"/>
                    <a:pt x="78295" y="8278"/>
                    <a:pt x="75534" y="8442"/>
                  </a:cubicBezTo>
                  <a:cubicBezTo>
                    <a:pt x="74026" y="8532"/>
                    <a:pt x="72516" y="8576"/>
                    <a:pt x="71005" y="8576"/>
                  </a:cubicBezTo>
                  <a:cubicBezTo>
                    <a:pt x="66567" y="8576"/>
                    <a:pt x="62125" y="8194"/>
                    <a:pt x="57730" y="7447"/>
                  </a:cubicBezTo>
                  <a:cubicBezTo>
                    <a:pt x="52546" y="6565"/>
                    <a:pt x="47524" y="4962"/>
                    <a:pt x="42478" y="3264"/>
                  </a:cubicBezTo>
                  <a:cubicBezTo>
                    <a:pt x="37619" y="1632"/>
                    <a:pt x="32605" y="0"/>
                    <a:pt x="27543"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2"/>
            <p:cNvSpPr/>
            <p:nvPr/>
          </p:nvSpPr>
          <p:spPr>
            <a:xfrm>
              <a:off x="8048796" y="4587885"/>
              <a:ext cx="658408" cy="716833"/>
            </a:xfrm>
            <a:custGeom>
              <a:rect b="b" l="l" r="r" t="t"/>
              <a:pathLst>
                <a:path extrusionOk="0" h="17913" w="16453">
                  <a:moveTo>
                    <a:pt x="3031" y="0"/>
                  </a:moveTo>
                  <a:cubicBezTo>
                    <a:pt x="3004" y="0"/>
                    <a:pt x="2977" y="1"/>
                    <a:pt x="2950" y="2"/>
                  </a:cubicBezTo>
                  <a:cubicBezTo>
                    <a:pt x="1" y="132"/>
                    <a:pt x="2474" y="3624"/>
                    <a:pt x="3374" y="4819"/>
                  </a:cubicBezTo>
                  <a:cubicBezTo>
                    <a:pt x="5353" y="7446"/>
                    <a:pt x="8065" y="13097"/>
                    <a:pt x="8485" y="17912"/>
                  </a:cubicBezTo>
                  <a:lnTo>
                    <a:pt x="16452" y="17912"/>
                  </a:lnTo>
                  <a:cubicBezTo>
                    <a:pt x="15488" y="16742"/>
                    <a:pt x="14559" y="15523"/>
                    <a:pt x="13682" y="14232"/>
                  </a:cubicBezTo>
                  <a:cubicBezTo>
                    <a:pt x="11356" y="10805"/>
                    <a:pt x="9597" y="6836"/>
                    <a:pt x="7171" y="3507"/>
                  </a:cubicBezTo>
                  <a:cubicBezTo>
                    <a:pt x="6176" y="2144"/>
                    <a:pt x="4651" y="0"/>
                    <a:pt x="303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2"/>
            <p:cNvSpPr/>
            <p:nvPr/>
          </p:nvSpPr>
          <p:spPr>
            <a:xfrm>
              <a:off x="4946282" y="3757271"/>
              <a:ext cx="4326332" cy="1547277"/>
            </a:xfrm>
            <a:custGeom>
              <a:rect b="b" l="l" r="r" t="t"/>
              <a:pathLst>
                <a:path extrusionOk="0" h="38665" w="108111">
                  <a:moveTo>
                    <a:pt x="45814" y="1"/>
                  </a:moveTo>
                  <a:cubicBezTo>
                    <a:pt x="35137" y="1"/>
                    <a:pt x="24388" y="2076"/>
                    <a:pt x="14090" y="5571"/>
                  </a:cubicBezTo>
                  <a:cubicBezTo>
                    <a:pt x="10624" y="6748"/>
                    <a:pt x="7061" y="8059"/>
                    <a:pt x="3946" y="10366"/>
                  </a:cubicBezTo>
                  <a:cubicBezTo>
                    <a:pt x="2615" y="11352"/>
                    <a:pt x="1078" y="12695"/>
                    <a:pt x="565" y="14641"/>
                  </a:cubicBezTo>
                  <a:cubicBezTo>
                    <a:pt x="1" y="16782"/>
                    <a:pt x="1151" y="18845"/>
                    <a:pt x="2414" y="20142"/>
                  </a:cubicBezTo>
                  <a:cubicBezTo>
                    <a:pt x="4524" y="22313"/>
                    <a:pt x="7328" y="22930"/>
                    <a:pt x="10110" y="22930"/>
                  </a:cubicBezTo>
                  <a:cubicBezTo>
                    <a:pt x="11691" y="22930"/>
                    <a:pt x="13266" y="22730"/>
                    <a:pt x="14702" y="22504"/>
                  </a:cubicBezTo>
                  <a:cubicBezTo>
                    <a:pt x="19304" y="21780"/>
                    <a:pt x="23791" y="20252"/>
                    <a:pt x="28307" y="18979"/>
                  </a:cubicBezTo>
                  <a:cubicBezTo>
                    <a:pt x="31469" y="18088"/>
                    <a:pt x="34583" y="17727"/>
                    <a:pt x="37812" y="17553"/>
                  </a:cubicBezTo>
                  <a:cubicBezTo>
                    <a:pt x="39567" y="17460"/>
                    <a:pt x="41324" y="17409"/>
                    <a:pt x="43081" y="17409"/>
                  </a:cubicBezTo>
                  <a:cubicBezTo>
                    <a:pt x="45289" y="17409"/>
                    <a:pt x="47497" y="17490"/>
                    <a:pt x="49701" y="17670"/>
                  </a:cubicBezTo>
                  <a:cubicBezTo>
                    <a:pt x="53900" y="18013"/>
                    <a:pt x="58120" y="18692"/>
                    <a:pt x="62182" y="20121"/>
                  </a:cubicBezTo>
                  <a:cubicBezTo>
                    <a:pt x="65643" y="21338"/>
                    <a:pt x="69140" y="23140"/>
                    <a:pt x="71836" y="26229"/>
                  </a:cubicBezTo>
                  <a:cubicBezTo>
                    <a:pt x="74556" y="29344"/>
                    <a:pt x="76197" y="34210"/>
                    <a:pt x="75759" y="38664"/>
                  </a:cubicBezTo>
                  <a:lnTo>
                    <a:pt x="85535" y="38664"/>
                  </a:lnTo>
                  <a:cubicBezTo>
                    <a:pt x="85296" y="35981"/>
                    <a:pt x="84353" y="33119"/>
                    <a:pt x="83500" y="31067"/>
                  </a:cubicBezTo>
                  <a:cubicBezTo>
                    <a:pt x="82723" y="29197"/>
                    <a:pt x="81831" y="27538"/>
                    <a:pt x="80681" y="26012"/>
                  </a:cubicBezTo>
                  <a:cubicBezTo>
                    <a:pt x="79935" y="25023"/>
                    <a:pt x="78306" y="23246"/>
                    <a:pt x="78633" y="21650"/>
                  </a:cubicBezTo>
                  <a:cubicBezTo>
                    <a:pt x="78840" y="20643"/>
                    <a:pt x="79649" y="20281"/>
                    <a:pt x="80449" y="20281"/>
                  </a:cubicBezTo>
                  <a:cubicBezTo>
                    <a:pt x="80893" y="20281"/>
                    <a:pt x="81334" y="20392"/>
                    <a:pt x="81670" y="20567"/>
                  </a:cubicBezTo>
                  <a:cubicBezTo>
                    <a:pt x="83214" y="21372"/>
                    <a:pt x="84460" y="23111"/>
                    <a:pt x="85532" y="24674"/>
                  </a:cubicBezTo>
                  <a:cubicBezTo>
                    <a:pt x="88081" y="28395"/>
                    <a:pt x="90008" y="32694"/>
                    <a:pt x="92680" y="36288"/>
                  </a:cubicBezTo>
                  <a:cubicBezTo>
                    <a:pt x="93289" y="37105"/>
                    <a:pt x="93919" y="37895"/>
                    <a:pt x="94562" y="38663"/>
                  </a:cubicBezTo>
                  <a:lnTo>
                    <a:pt x="104952" y="38663"/>
                  </a:lnTo>
                  <a:cubicBezTo>
                    <a:pt x="106677" y="38663"/>
                    <a:pt x="108077" y="36912"/>
                    <a:pt x="108110" y="34738"/>
                  </a:cubicBezTo>
                  <a:cubicBezTo>
                    <a:pt x="104684" y="32047"/>
                    <a:pt x="101346" y="29175"/>
                    <a:pt x="98018" y="26250"/>
                  </a:cubicBezTo>
                  <a:cubicBezTo>
                    <a:pt x="92264" y="21194"/>
                    <a:pt x="86645" y="15791"/>
                    <a:pt x="80705" y="11085"/>
                  </a:cubicBezTo>
                  <a:cubicBezTo>
                    <a:pt x="70628" y="3099"/>
                    <a:pt x="58598" y="156"/>
                    <a:pt x="46845" y="7"/>
                  </a:cubicBezTo>
                  <a:cubicBezTo>
                    <a:pt x="46501" y="3"/>
                    <a:pt x="46158" y="1"/>
                    <a:pt x="45814"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2"/>
            <p:cNvSpPr/>
            <p:nvPr/>
          </p:nvSpPr>
          <p:spPr>
            <a:xfrm>
              <a:off x="5076700" y="-2278398"/>
              <a:ext cx="4335896" cy="796099"/>
            </a:xfrm>
            <a:custGeom>
              <a:rect b="b" l="l" r="r" t="t"/>
              <a:pathLst>
                <a:path extrusionOk="0" h="27758" w="108350">
                  <a:moveTo>
                    <a:pt x="51648" y="1"/>
                  </a:moveTo>
                  <a:cubicBezTo>
                    <a:pt x="50846" y="407"/>
                    <a:pt x="50018" y="729"/>
                    <a:pt x="49203" y="1014"/>
                  </a:cubicBezTo>
                  <a:cubicBezTo>
                    <a:pt x="42065" y="3506"/>
                    <a:pt x="34586" y="3501"/>
                    <a:pt x="27241" y="3584"/>
                  </a:cubicBezTo>
                  <a:cubicBezTo>
                    <a:pt x="20757" y="3656"/>
                    <a:pt x="14163" y="3777"/>
                    <a:pt x="7797" y="5515"/>
                  </a:cubicBezTo>
                  <a:cubicBezTo>
                    <a:pt x="5715" y="6083"/>
                    <a:pt x="3438" y="6902"/>
                    <a:pt x="1858" y="8814"/>
                  </a:cubicBezTo>
                  <a:cubicBezTo>
                    <a:pt x="0" y="11058"/>
                    <a:pt x="83" y="14195"/>
                    <a:pt x="776" y="17107"/>
                  </a:cubicBezTo>
                  <a:cubicBezTo>
                    <a:pt x="2438" y="24097"/>
                    <a:pt x="7861" y="27758"/>
                    <a:pt x="13371" y="27758"/>
                  </a:cubicBezTo>
                  <a:cubicBezTo>
                    <a:pt x="13681" y="27758"/>
                    <a:pt x="13992" y="27746"/>
                    <a:pt x="14303" y="27723"/>
                  </a:cubicBezTo>
                  <a:cubicBezTo>
                    <a:pt x="20922" y="27226"/>
                    <a:pt x="26485" y="22282"/>
                    <a:pt x="32673" y="19847"/>
                  </a:cubicBezTo>
                  <a:cubicBezTo>
                    <a:pt x="36195" y="18461"/>
                    <a:pt x="39879" y="17578"/>
                    <a:pt x="43501" y="16728"/>
                  </a:cubicBezTo>
                  <a:cubicBezTo>
                    <a:pt x="47244" y="15849"/>
                    <a:pt x="51012" y="15131"/>
                    <a:pt x="54789" y="14515"/>
                  </a:cubicBezTo>
                  <a:cubicBezTo>
                    <a:pt x="62223" y="13302"/>
                    <a:pt x="69695" y="12486"/>
                    <a:pt x="77160" y="11610"/>
                  </a:cubicBezTo>
                  <a:cubicBezTo>
                    <a:pt x="86796" y="10479"/>
                    <a:pt x="96503" y="9420"/>
                    <a:pt x="106195" y="9420"/>
                  </a:cubicBezTo>
                  <a:cubicBezTo>
                    <a:pt x="106913" y="9420"/>
                    <a:pt x="107630" y="9426"/>
                    <a:pt x="108348" y="9438"/>
                  </a:cubicBezTo>
                  <a:lnTo>
                    <a:pt x="108348" y="4002"/>
                  </a:lnTo>
                  <a:cubicBezTo>
                    <a:pt x="108350" y="1793"/>
                    <a:pt x="106935" y="1"/>
                    <a:pt x="105190" y="1"/>
                  </a:cubicBezTo>
                  <a:lnTo>
                    <a:pt x="90762" y="1"/>
                  </a:lnTo>
                  <a:cubicBezTo>
                    <a:pt x="89703" y="1934"/>
                    <a:pt x="88395" y="3470"/>
                    <a:pt x="86599" y="4557"/>
                  </a:cubicBezTo>
                  <a:cubicBezTo>
                    <a:pt x="83877" y="6208"/>
                    <a:pt x="80880" y="7099"/>
                    <a:pt x="77918" y="7745"/>
                  </a:cubicBezTo>
                  <a:cubicBezTo>
                    <a:pt x="74349" y="8524"/>
                    <a:pt x="70756" y="9202"/>
                    <a:pt x="67162" y="9801"/>
                  </a:cubicBezTo>
                  <a:cubicBezTo>
                    <a:pt x="59627" y="11058"/>
                    <a:pt x="52047" y="11784"/>
                    <a:pt x="44534" y="13253"/>
                  </a:cubicBezTo>
                  <a:cubicBezTo>
                    <a:pt x="40916" y="13963"/>
                    <a:pt x="37300" y="14822"/>
                    <a:pt x="33793" y="16179"/>
                  </a:cubicBezTo>
                  <a:cubicBezTo>
                    <a:pt x="31120" y="17214"/>
                    <a:pt x="28648" y="18964"/>
                    <a:pt x="26050" y="20259"/>
                  </a:cubicBezTo>
                  <a:cubicBezTo>
                    <a:pt x="24092" y="21236"/>
                    <a:pt x="21957" y="22126"/>
                    <a:pt x="19819" y="22126"/>
                  </a:cubicBezTo>
                  <a:cubicBezTo>
                    <a:pt x="19398" y="22126"/>
                    <a:pt x="18976" y="22091"/>
                    <a:pt x="18556" y="22016"/>
                  </a:cubicBezTo>
                  <a:cubicBezTo>
                    <a:pt x="16742" y="21690"/>
                    <a:pt x="14667" y="20360"/>
                    <a:pt x="13727" y="18271"/>
                  </a:cubicBezTo>
                  <a:cubicBezTo>
                    <a:pt x="12111" y="14673"/>
                    <a:pt x="16343" y="12032"/>
                    <a:pt x="18335" y="10924"/>
                  </a:cubicBezTo>
                  <a:cubicBezTo>
                    <a:pt x="29038" y="4972"/>
                    <a:pt x="41116" y="7214"/>
                    <a:pt x="52462" y="6363"/>
                  </a:cubicBezTo>
                  <a:cubicBezTo>
                    <a:pt x="56489" y="6062"/>
                    <a:pt x="60477" y="5377"/>
                    <a:pt x="64377" y="4066"/>
                  </a:cubicBezTo>
                  <a:cubicBezTo>
                    <a:pt x="66858" y="3233"/>
                    <a:pt x="69388" y="2647"/>
                    <a:pt x="71900" y="1973"/>
                  </a:cubicBezTo>
                  <a:cubicBezTo>
                    <a:pt x="74066" y="1391"/>
                    <a:pt x="76235" y="775"/>
                    <a:pt x="78366"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2"/>
            <p:cNvSpPr/>
            <p:nvPr/>
          </p:nvSpPr>
          <p:spPr>
            <a:xfrm>
              <a:off x="-97224" y="-1889435"/>
              <a:ext cx="3996027" cy="864218"/>
            </a:xfrm>
            <a:custGeom>
              <a:rect b="b" l="l" r="r" t="t"/>
              <a:pathLst>
                <a:path extrusionOk="0" h="21596" w="99857">
                  <a:moveTo>
                    <a:pt x="65198" y="399"/>
                  </a:moveTo>
                  <a:cubicBezTo>
                    <a:pt x="72321" y="399"/>
                    <a:pt x="79621" y="1791"/>
                    <a:pt x="86922" y="4550"/>
                  </a:cubicBezTo>
                  <a:cubicBezTo>
                    <a:pt x="89575" y="5554"/>
                    <a:pt x="92653" y="6864"/>
                    <a:pt x="95348" y="8979"/>
                  </a:cubicBezTo>
                  <a:cubicBezTo>
                    <a:pt x="98235" y="11247"/>
                    <a:pt x="99428" y="13677"/>
                    <a:pt x="98898" y="16206"/>
                  </a:cubicBezTo>
                  <a:cubicBezTo>
                    <a:pt x="98311" y="18994"/>
                    <a:pt x="95759" y="19972"/>
                    <a:pt x="93599" y="20511"/>
                  </a:cubicBezTo>
                  <a:cubicBezTo>
                    <a:pt x="91491" y="21039"/>
                    <a:pt x="89309" y="21193"/>
                    <a:pt x="87246" y="21193"/>
                  </a:cubicBezTo>
                  <a:cubicBezTo>
                    <a:pt x="86217" y="21193"/>
                    <a:pt x="85218" y="21155"/>
                    <a:pt x="84273" y="21106"/>
                  </a:cubicBezTo>
                  <a:cubicBezTo>
                    <a:pt x="78503" y="20800"/>
                    <a:pt x="72921" y="19852"/>
                    <a:pt x="67683" y="18295"/>
                  </a:cubicBezTo>
                  <a:cubicBezTo>
                    <a:pt x="64541" y="17362"/>
                    <a:pt x="61400" y="16083"/>
                    <a:pt x="58362" y="14847"/>
                  </a:cubicBezTo>
                  <a:cubicBezTo>
                    <a:pt x="53266" y="12773"/>
                    <a:pt x="47995" y="10628"/>
                    <a:pt x="42530" y="10025"/>
                  </a:cubicBezTo>
                  <a:cubicBezTo>
                    <a:pt x="41682" y="9932"/>
                    <a:pt x="40859" y="9885"/>
                    <a:pt x="40058" y="9885"/>
                  </a:cubicBezTo>
                  <a:cubicBezTo>
                    <a:pt x="36646" y="9885"/>
                    <a:pt x="33636" y="10728"/>
                    <a:pt x="31087" y="12400"/>
                  </a:cubicBezTo>
                  <a:cubicBezTo>
                    <a:pt x="26728" y="15269"/>
                    <a:pt x="22197" y="17122"/>
                    <a:pt x="17235" y="18071"/>
                  </a:cubicBezTo>
                  <a:cubicBezTo>
                    <a:pt x="13172" y="18848"/>
                    <a:pt x="9086" y="19070"/>
                    <a:pt x="5424" y="19070"/>
                  </a:cubicBezTo>
                  <a:cubicBezTo>
                    <a:pt x="3631" y="19070"/>
                    <a:pt x="1941" y="19017"/>
                    <a:pt x="403" y="18949"/>
                  </a:cubicBezTo>
                  <a:lnTo>
                    <a:pt x="403" y="11532"/>
                  </a:lnTo>
                  <a:cubicBezTo>
                    <a:pt x="2361" y="12661"/>
                    <a:pt x="4594" y="13456"/>
                    <a:pt x="7045" y="13900"/>
                  </a:cubicBezTo>
                  <a:cubicBezTo>
                    <a:pt x="8672" y="14195"/>
                    <a:pt x="10356" y="14343"/>
                    <a:pt x="12121" y="14343"/>
                  </a:cubicBezTo>
                  <a:cubicBezTo>
                    <a:pt x="13968" y="14343"/>
                    <a:pt x="15904" y="14181"/>
                    <a:pt x="17957" y="13858"/>
                  </a:cubicBezTo>
                  <a:cubicBezTo>
                    <a:pt x="23076" y="13055"/>
                    <a:pt x="27790" y="10978"/>
                    <a:pt x="32121" y="8853"/>
                  </a:cubicBezTo>
                  <a:lnTo>
                    <a:pt x="32595" y="8620"/>
                  </a:lnTo>
                  <a:cubicBezTo>
                    <a:pt x="37243" y="6337"/>
                    <a:pt x="42049" y="3980"/>
                    <a:pt x="47066" y="2784"/>
                  </a:cubicBezTo>
                  <a:cubicBezTo>
                    <a:pt x="53031" y="1361"/>
                    <a:pt x="58397" y="590"/>
                    <a:pt x="63469" y="426"/>
                  </a:cubicBezTo>
                  <a:cubicBezTo>
                    <a:pt x="64044" y="408"/>
                    <a:pt x="64620" y="399"/>
                    <a:pt x="65198" y="399"/>
                  </a:cubicBezTo>
                  <a:close/>
                  <a:moveTo>
                    <a:pt x="65203" y="1"/>
                  </a:moveTo>
                  <a:cubicBezTo>
                    <a:pt x="64619" y="1"/>
                    <a:pt x="64036" y="10"/>
                    <a:pt x="63455" y="29"/>
                  </a:cubicBezTo>
                  <a:cubicBezTo>
                    <a:pt x="58355" y="192"/>
                    <a:pt x="52963" y="968"/>
                    <a:pt x="46970" y="2396"/>
                  </a:cubicBezTo>
                  <a:cubicBezTo>
                    <a:pt x="41911" y="3604"/>
                    <a:pt x="37084" y="5971"/>
                    <a:pt x="32416" y="8263"/>
                  </a:cubicBezTo>
                  <a:lnTo>
                    <a:pt x="31942" y="8496"/>
                  </a:lnTo>
                  <a:cubicBezTo>
                    <a:pt x="27640" y="10606"/>
                    <a:pt x="22957" y="12670"/>
                    <a:pt x="17892" y="13466"/>
                  </a:cubicBezTo>
                  <a:cubicBezTo>
                    <a:pt x="15860" y="13785"/>
                    <a:pt x="13946" y="13945"/>
                    <a:pt x="12120" y="13945"/>
                  </a:cubicBezTo>
                  <a:cubicBezTo>
                    <a:pt x="10379" y="13945"/>
                    <a:pt x="8719" y="13799"/>
                    <a:pt x="7116" y="13508"/>
                  </a:cubicBezTo>
                  <a:cubicBezTo>
                    <a:pt x="4584" y="13050"/>
                    <a:pt x="2294" y="12211"/>
                    <a:pt x="305" y="11012"/>
                  </a:cubicBezTo>
                  <a:lnTo>
                    <a:pt x="0" y="10828"/>
                  </a:lnTo>
                  <a:lnTo>
                    <a:pt x="0" y="19337"/>
                  </a:lnTo>
                  <a:lnTo>
                    <a:pt x="193" y="19345"/>
                  </a:lnTo>
                  <a:cubicBezTo>
                    <a:pt x="1788" y="19417"/>
                    <a:pt x="3552" y="19474"/>
                    <a:pt x="5427" y="19474"/>
                  </a:cubicBezTo>
                  <a:cubicBezTo>
                    <a:pt x="9110" y="19474"/>
                    <a:pt x="13220" y="19251"/>
                    <a:pt x="17311" y="18469"/>
                  </a:cubicBezTo>
                  <a:cubicBezTo>
                    <a:pt x="22324" y="17509"/>
                    <a:pt x="26904" y="15636"/>
                    <a:pt x="31309" y="12740"/>
                  </a:cubicBezTo>
                  <a:cubicBezTo>
                    <a:pt x="33791" y="11110"/>
                    <a:pt x="36725" y="10287"/>
                    <a:pt x="40058" y="10287"/>
                  </a:cubicBezTo>
                  <a:cubicBezTo>
                    <a:pt x="40845" y="10287"/>
                    <a:pt x="41654" y="10333"/>
                    <a:pt x="42485" y="10425"/>
                  </a:cubicBezTo>
                  <a:cubicBezTo>
                    <a:pt x="47895" y="11021"/>
                    <a:pt x="53139" y="13156"/>
                    <a:pt x="58211" y="15220"/>
                  </a:cubicBezTo>
                  <a:cubicBezTo>
                    <a:pt x="61257" y="16459"/>
                    <a:pt x="64408" y="17742"/>
                    <a:pt x="67568" y="18681"/>
                  </a:cubicBezTo>
                  <a:cubicBezTo>
                    <a:pt x="72838" y="20248"/>
                    <a:pt x="78452" y="21200"/>
                    <a:pt x="84253" y="21507"/>
                  </a:cubicBezTo>
                  <a:cubicBezTo>
                    <a:pt x="85207" y="21557"/>
                    <a:pt x="86216" y="21596"/>
                    <a:pt x="87255" y="21596"/>
                  </a:cubicBezTo>
                  <a:cubicBezTo>
                    <a:pt x="89341" y="21596"/>
                    <a:pt x="91554" y="21438"/>
                    <a:pt x="93697" y="20904"/>
                  </a:cubicBezTo>
                  <a:cubicBezTo>
                    <a:pt x="95795" y="20381"/>
                    <a:pt x="98654" y="19332"/>
                    <a:pt x="99293" y="16292"/>
                  </a:cubicBezTo>
                  <a:cubicBezTo>
                    <a:pt x="99857" y="13600"/>
                    <a:pt x="98614" y="11035"/>
                    <a:pt x="95596" y="8666"/>
                  </a:cubicBezTo>
                  <a:cubicBezTo>
                    <a:pt x="92859" y="6520"/>
                    <a:pt x="89747" y="5193"/>
                    <a:pt x="87062" y="4178"/>
                  </a:cubicBezTo>
                  <a:cubicBezTo>
                    <a:pt x="79719" y="1402"/>
                    <a:pt x="72371" y="1"/>
                    <a:pt x="652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8" name="Google Shape;638;p22"/>
            <p:cNvGrpSpPr/>
            <p:nvPr/>
          </p:nvGrpSpPr>
          <p:grpSpPr>
            <a:xfrm>
              <a:off x="-97224" y="-2432400"/>
              <a:ext cx="9377821" cy="2147740"/>
              <a:chOff x="-97224" y="-2432400"/>
              <a:chExt cx="9377821" cy="2147740"/>
            </a:xfrm>
          </p:grpSpPr>
          <p:sp>
            <p:nvSpPr>
              <p:cNvPr id="639" name="Google Shape;639;p22"/>
              <p:cNvSpPr/>
              <p:nvPr/>
            </p:nvSpPr>
            <p:spPr>
              <a:xfrm>
                <a:off x="-89101" y="-2359847"/>
                <a:ext cx="9361814" cy="2075187"/>
              </a:xfrm>
              <a:custGeom>
                <a:rect b="b" l="l" r="r" t="t"/>
                <a:pathLst>
                  <a:path extrusionOk="0" h="51857" w="233943">
                    <a:moveTo>
                      <a:pt x="114254" y="0"/>
                    </a:moveTo>
                    <a:cubicBezTo>
                      <a:pt x="113814" y="3337"/>
                      <a:pt x="107760" y="3970"/>
                      <a:pt x="105882" y="4185"/>
                    </a:cubicBezTo>
                    <a:cubicBezTo>
                      <a:pt x="103480" y="4463"/>
                      <a:pt x="101037" y="4580"/>
                      <a:pt x="98593" y="4580"/>
                    </a:cubicBezTo>
                    <a:cubicBezTo>
                      <a:pt x="96187" y="4580"/>
                      <a:pt x="93780" y="4466"/>
                      <a:pt x="91413" y="4277"/>
                    </a:cubicBezTo>
                    <a:cubicBezTo>
                      <a:pt x="83262" y="3622"/>
                      <a:pt x="75254" y="1586"/>
                      <a:pt x="67197" y="2"/>
                    </a:cubicBezTo>
                    <a:lnTo>
                      <a:pt x="3161" y="2"/>
                    </a:lnTo>
                    <a:cubicBezTo>
                      <a:pt x="1415" y="2"/>
                      <a:pt x="0" y="1794"/>
                      <a:pt x="0" y="4003"/>
                    </a:cubicBezTo>
                    <a:lnTo>
                      <a:pt x="0" y="12983"/>
                    </a:lnTo>
                    <a:cubicBezTo>
                      <a:pt x="752" y="13703"/>
                      <a:pt x="1532" y="14304"/>
                      <a:pt x="2202" y="14753"/>
                    </a:cubicBezTo>
                    <a:cubicBezTo>
                      <a:pt x="5867" y="17202"/>
                      <a:pt x="10108" y="17905"/>
                      <a:pt x="14266" y="17905"/>
                    </a:cubicBezTo>
                    <a:cubicBezTo>
                      <a:pt x="15542" y="17905"/>
                      <a:pt x="16811" y="17839"/>
                      <a:pt x="18052" y="17736"/>
                    </a:cubicBezTo>
                    <a:cubicBezTo>
                      <a:pt x="23329" y="17301"/>
                      <a:pt x="28524" y="16026"/>
                      <a:pt x="33704" y="14740"/>
                    </a:cubicBezTo>
                    <a:cubicBezTo>
                      <a:pt x="40948" y="12940"/>
                      <a:pt x="48135" y="10828"/>
                      <a:pt x="55442" y="9439"/>
                    </a:cubicBezTo>
                    <a:cubicBezTo>
                      <a:pt x="61321" y="8322"/>
                      <a:pt x="67233" y="7670"/>
                      <a:pt x="73167" y="7670"/>
                    </a:cubicBezTo>
                    <a:cubicBezTo>
                      <a:pt x="74688" y="7670"/>
                      <a:pt x="76210" y="7713"/>
                      <a:pt x="77734" y="7802"/>
                    </a:cubicBezTo>
                    <a:cubicBezTo>
                      <a:pt x="85106" y="8232"/>
                      <a:pt x="92423" y="9785"/>
                      <a:pt x="99530" y="12287"/>
                    </a:cubicBezTo>
                    <a:cubicBezTo>
                      <a:pt x="102317" y="13268"/>
                      <a:pt x="105115" y="14314"/>
                      <a:pt x="107858" y="15489"/>
                    </a:cubicBezTo>
                    <a:cubicBezTo>
                      <a:pt x="110332" y="16548"/>
                      <a:pt x="112809" y="17789"/>
                      <a:pt x="115004" y="19608"/>
                    </a:cubicBezTo>
                    <a:cubicBezTo>
                      <a:pt x="117824" y="21944"/>
                      <a:pt x="120303" y="25852"/>
                      <a:pt x="120226" y="30339"/>
                    </a:cubicBezTo>
                    <a:cubicBezTo>
                      <a:pt x="120101" y="37466"/>
                      <a:pt x="112935" y="40330"/>
                      <a:pt x="108516" y="41748"/>
                    </a:cubicBezTo>
                    <a:cubicBezTo>
                      <a:pt x="101630" y="43955"/>
                      <a:pt x="94414" y="44564"/>
                      <a:pt x="87337" y="44821"/>
                    </a:cubicBezTo>
                    <a:cubicBezTo>
                      <a:pt x="84855" y="44912"/>
                      <a:pt x="82371" y="44958"/>
                      <a:pt x="79887" y="44958"/>
                    </a:cubicBezTo>
                    <a:cubicBezTo>
                      <a:pt x="73140" y="44958"/>
                      <a:pt x="66393" y="44612"/>
                      <a:pt x="59673" y="43851"/>
                    </a:cubicBezTo>
                    <a:cubicBezTo>
                      <a:pt x="52128" y="42997"/>
                      <a:pt x="44620" y="41722"/>
                      <a:pt x="37128" y="40332"/>
                    </a:cubicBezTo>
                    <a:cubicBezTo>
                      <a:pt x="29596" y="38936"/>
                      <a:pt x="22076" y="37257"/>
                      <a:pt x="14513" y="36145"/>
                    </a:cubicBezTo>
                    <a:cubicBezTo>
                      <a:pt x="10469" y="35552"/>
                      <a:pt x="6279" y="35103"/>
                      <a:pt x="2100" y="35103"/>
                    </a:cubicBezTo>
                    <a:cubicBezTo>
                      <a:pt x="1400" y="35103"/>
                      <a:pt x="700" y="35116"/>
                      <a:pt x="0" y="35142"/>
                    </a:cubicBezTo>
                    <a:lnTo>
                      <a:pt x="0" y="41392"/>
                    </a:lnTo>
                    <a:cubicBezTo>
                      <a:pt x="3897" y="40406"/>
                      <a:pt x="7757" y="39113"/>
                      <a:pt x="11701" y="38520"/>
                    </a:cubicBezTo>
                    <a:cubicBezTo>
                      <a:pt x="12850" y="38347"/>
                      <a:pt x="14002" y="38268"/>
                      <a:pt x="15153" y="38268"/>
                    </a:cubicBezTo>
                    <a:cubicBezTo>
                      <a:pt x="18352" y="38268"/>
                      <a:pt x="21545" y="38880"/>
                      <a:pt x="24665" y="39789"/>
                    </a:cubicBezTo>
                    <a:cubicBezTo>
                      <a:pt x="29176" y="41103"/>
                      <a:pt x="33559" y="43015"/>
                      <a:pt x="37996" y="44675"/>
                    </a:cubicBezTo>
                    <a:cubicBezTo>
                      <a:pt x="42689" y="46433"/>
                      <a:pt x="47479" y="47692"/>
                      <a:pt x="52300" y="48740"/>
                    </a:cubicBezTo>
                    <a:cubicBezTo>
                      <a:pt x="61496" y="50745"/>
                      <a:pt x="70937" y="51857"/>
                      <a:pt x="80373" y="51857"/>
                    </a:cubicBezTo>
                    <a:cubicBezTo>
                      <a:pt x="91348" y="51857"/>
                      <a:pt x="102317" y="50352"/>
                      <a:pt x="112889" y="46997"/>
                    </a:cubicBezTo>
                    <a:cubicBezTo>
                      <a:pt x="122215" y="44038"/>
                      <a:pt x="130897" y="39216"/>
                      <a:pt x="139694" y="34414"/>
                    </a:cubicBezTo>
                    <a:cubicBezTo>
                      <a:pt x="143466" y="32352"/>
                      <a:pt x="147358" y="30634"/>
                      <a:pt x="151383" y="29556"/>
                    </a:cubicBezTo>
                    <a:cubicBezTo>
                      <a:pt x="155813" y="28370"/>
                      <a:pt x="160303" y="28105"/>
                      <a:pt x="164816" y="27914"/>
                    </a:cubicBezTo>
                    <a:cubicBezTo>
                      <a:pt x="167320" y="27807"/>
                      <a:pt x="169825" y="27756"/>
                      <a:pt x="172331" y="27756"/>
                    </a:cubicBezTo>
                    <a:cubicBezTo>
                      <a:pt x="189289" y="27756"/>
                      <a:pt x="206270" y="30094"/>
                      <a:pt x="222996" y="33398"/>
                    </a:cubicBezTo>
                    <a:cubicBezTo>
                      <a:pt x="226644" y="34116"/>
                      <a:pt x="230302" y="34924"/>
                      <a:pt x="233942" y="35864"/>
                    </a:cubicBezTo>
                    <a:lnTo>
                      <a:pt x="233942" y="9938"/>
                    </a:lnTo>
                    <a:cubicBezTo>
                      <a:pt x="233216" y="9925"/>
                      <a:pt x="232489" y="9919"/>
                      <a:pt x="231762" y="9919"/>
                    </a:cubicBezTo>
                    <a:cubicBezTo>
                      <a:pt x="219843" y="9919"/>
                      <a:pt x="207922" y="11530"/>
                      <a:pt x="196068" y="12904"/>
                    </a:cubicBezTo>
                    <a:cubicBezTo>
                      <a:pt x="188339" y="13801"/>
                      <a:pt x="180609" y="14806"/>
                      <a:pt x="172944" y="16393"/>
                    </a:cubicBezTo>
                    <a:cubicBezTo>
                      <a:pt x="169135" y="17181"/>
                      <a:pt x="165343" y="18112"/>
                      <a:pt x="161591" y="19260"/>
                    </a:cubicBezTo>
                    <a:cubicBezTo>
                      <a:pt x="158213" y="20291"/>
                      <a:pt x="155063" y="21813"/>
                      <a:pt x="151893" y="23606"/>
                    </a:cubicBezTo>
                    <a:cubicBezTo>
                      <a:pt x="147715" y="25970"/>
                      <a:pt x="143374" y="28204"/>
                      <a:pt x="138868" y="28204"/>
                    </a:cubicBezTo>
                    <a:cubicBezTo>
                      <a:pt x="137422" y="28204"/>
                      <a:pt x="135960" y="27974"/>
                      <a:pt x="134480" y="27445"/>
                    </a:cubicBezTo>
                    <a:cubicBezTo>
                      <a:pt x="129632" y="25711"/>
                      <a:pt x="125716" y="20547"/>
                      <a:pt x="125484" y="13951"/>
                    </a:cubicBezTo>
                    <a:cubicBezTo>
                      <a:pt x="125286" y="8300"/>
                      <a:pt x="129601" y="6027"/>
                      <a:pt x="133294" y="5020"/>
                    </a:cubicBezTo>
                    <a:cubicBezTo>
                      <a:pt x="139570" y="3307"/>
                      <a:pt x="146074" y="3151"/>
                      <a:pt x="152463" y="3078"/>
                    </a:cubicBezTo>
                    <a:cubicBezTo>
                      <a:pt x="160083" y="2991"/>
                      <a:pt x="167851" y="3042"/>
                      <a:pt x="175233" y="328"/>
                    </a:cubicBezTo>
                    <a:cubicBezTo>
                      <a:pt x="175511" y="226"/>
                      <a:pt x="175788" y="116"/>
                      <a:pt x="176066"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2"/>
              <p:cNvSpPr/>
              <p:nvPr/>
            </p:nvSpPr>
            <p:spPr>
              <a:xfrm>
                <a:off x="-97224" y="-2432400"/>
                <a:ext cx="9377821" cy="2090634"/>
              </a:xfrm>
              <a:custGeom>
                <a:rect b="b" l="l" r="r" t="t"/>
                <a:pathLst>
                  <a:path extrusionOk="0" h="52243" w="234343">
                    <a:moveTo>
                      <a:pt x="67361" y="400"/>
                    </a:moveTo>
                    <a:cubicBezTo>
                      <a:pt x="69340" y="790"/>
                      <a:pt x="71349" y="1215"/>
                      <a:pt x="73292" y="1625"/>
                    </a:cubicBezTo>
                    <a:cubicBezTo>
                      <a:pt x="79265" y="2884"/>
                      <a:pt x="85439" y="4185"/>
                      <a:pt x="91598" y="4680"/>
                    </a:cubicBezTo>
                    <a:cubicBezTo>
                      <a:pt x="94144" y="4885"/>
                      <a:pt x="96537" y="4987"/>
                      <a:pt x="98805" y="4987"/>
                    </a:cubicBezTo>
                    <a:cubicBezTo>
                      <a:pt x="101387" y="4987"/>
                      <a:pt x="103808" y="4854"/>
                      <a:pt x="106108" y="4590"/>
                    </a:cubicBezTo>
                    <a:lnTo>
                      <a:pt x="106218" y="4577"/>
                    </a:lnTo>
                    <a:cubicBezTo>
                      <a:pt x="108158" y="4354"/>
                      <a:pt x="114000" y="3685"/>
                      <a:pt x="114628" y="406"/>
                    </a:cubicBezTo>
                    <a:lnTo>
                      <a:pt x="175193" y="406"/>
                    </a:lnTo>
                    <a:cubicBezTo>
                      <a:pt x="168249" y="2915"/>
                      <a:pt x="160889" y="2994"/>
                      <a:pt x="153768" y="3069"/>
                    </a:cubicBezTo>
                    <a:lnTo>
                      <a:pt x="152665" y="3082"/>
                    </a:lnTo>
                    <a:cubicBezTo>
                      <a:pt x="145764" y="3162"/>
                      <a:pt x="139551" y="3364"/>
                      <a:pt x="133446" y="5030"/>
                    </a:cubicBezTo>
                    <a:cubicBezTo>
                      <a:pt x="128003" y="6516"/>
                      <a:pt x="125326" y="9588"/>
                      <a:pt x="125487" y="14164"/>
                    </a:cubicBezTo>
                    <a:cubicBezTo>
                      <a:pt x="125709" y="20471"/>
                      <a:pt x="129379" y="25966"/>
                      <a:pt x="134618" y="27839"/>
                    </a:cubicBezTo>
                    <a:cubicBezTo>
                      <a:pt x="136131" y="28380"/>
                      <a:pt x="137619" y="28617"/>
                      <a:pt x="139091" y="28617"/>
                    </a:cubicBezTo>
                    <a:cubicBezTo>
                      <a:pt x="143547" y="28617"/>
                      <a:pt x="147847" y="26448"/>
                      <a:pt x="152196" y="23987"/>
                    </a:cubicBezTo>
                    <a:cubicBezTo>
                      <a:pt x="155813" y="21943"/>
                      <a:pt x="158880" y="20567"/>
                      <a:pt x="161854" y="19658"/>
                    </a:cubicBezTo>
                    <a:cubicBezTo>
                      <a:pt x="165379" y="18581"/>
                      <a:pt x="169085" y="17643"/>
                      <a:pt x="173189" y="16795"/>
                    </a:cubicBezTo>
                    <a:cubicBezTo>
                      <a:pt x="180974" y="15181"/>
                      <a:pt x="188894" y="14166"/>
                      <a:pt x="196294" y="13308"/>
                    </a:cubicBezTo>
                    <a:cubicBezTo>
                      <a:pt x="197767" y="13138"/>
                      <a:pt x="199245" y="12964"/>
                      <a:pt x="200722" y="12788"/>
                    </a:cubicBezTo>
                    <a:cubicBezTo>
                      <a:pt x="210970" y="11576"/>
                      <a:pt x="221543" y="10326"/>
                      <a:pt x="231999" y="10326"/>
                    </a:cubicBezTo>
                    <a:cubicBezTo>
                      <a:pt x="232648" y="10326"/>
                      <a:pt x="233296" y="10331"/>
                      <a:pt x="233944" y="10341"/>
                    </a:cubicBezTo>
                    <a:lnTo>
                      <a:pt x="233944" y="35809"/>
                    </a:lnTo>
                    <a:cubicBezTo>
                      <a:pt x="230629" y="34959"/>
                      <a:pt x="227123" y="34173"/>
                      <a:pt x="223236" y="33405"/>
                    </a:cubicBezTo>
                    <a:cubicBezTo>
                      <a:pt x="203906" y="29587"/>
                      <a:pt x="187591" y="27758"/>
                      <a:pt x="172597" y="27758"/>
                    </a:cubicBezTo>
                    <a:cubicBezTo>
                      <a:pt x="170032" y="27758"/>
                      <a:pt x="167505" y="27812"/>
                      <a:pt x="165009" y="27918"/>
                    </a:cubicBezTo>
                    <a:cubicBezTo>
                      <a:pt x="160422" y="28112"/>
                      <a:pt x="155941" y="28387"/>
                      <a:pt x="151533" y="29567"/>
                    </a:cubicBezTo>
                    <a:cubicBezTo>
                      <a:pt x="147826" y="30560"/>
                      <a:pt x="143986" y="32153"/>
                      <a:pt x="139798" y="34441"/>
                    </a:cubicBezTo>
                    <a:lnTo>
                      <a:pt x="138875" y="34945"/>
                    </a:lnTo>
                    <a:cubicBezTo>
                      <a:pt x="130584" y="39473"/>
                      <a:pt x="122011" y="44161"/>
                      <a:pt x="113029" y="47009"/>
                    </a:cubicBezTo>
                    <a:cubicBezTo>
                      <a:pt x="102889" y="50226"/>
                      <a:pt x="91919" y="51840"/>
                      <a:pt x="80509" y="51840"/>
                    </a:cubicBezTo>
                    <a:cubicBezTo>
                      <a:pt x="71401" y="51840"/>
                      <a:pt x="62013" y="50811"/>
                      <a:pt x="52541" y="48749"/>
                    </a:cubicBezTo>
                    <a:cubicBezTo>
                      <a:pt x="46930" y="47526"/>
                      <a:pt x="42394" y="46236"/>
                      <a:pt x="38264" y="44691"/>
                    </a:cubicBezTo>
                    <a:cubicBezTo>
                      <a:pt x="36953" y="44199"/>
                      <a:pt x="35624" y="43678"/>
                      <a:pt x="34338" y="43172"/>
                    </a:cubicBezTo>
                    <a:cubicBezTo>
                      <a:pt x="31276" y="41971"/>
                      <a:pt x="28107" y="40726"/>
                      <a:pt x="24921" y="39799"/>
                    </a:cubicBezTo>
                    <a:cubicBezTo>
                      <a:pt x="21414" y="38777"/>
                      <a:pt x="18247" y="38271"/>
                      <a:pt x="15326" y="38271"/>
                    </a:cubicBezTo>
                    <a:cubicBezTo>
                      <a:pt x="14137" y="38271"/>
                      <a:pt x="12987" y="38356"/>
                      <a:pt x="11874" y="38521"/>
                    </a:cubicBezTo>
                    <a:cubicBezTo>
                      <a:pt x="9119" y="38936"/>
                      <a:pt x="6366" y="39703"/>
                      <a:pt x="3703" y="40442"/>
                    </a:cubicBezTo>
                    <a:cubicBezTo>
                      <a:pt x="2622" y="40742"/>
                      <a:pt x="1508" y="41053"/>
                      <a:pt x="406" y="41335"/>
                    </a:cubicBezTo>
                    <a:lnTo>
                      <a:pt x="406" y="35538"/>
                    </a:lnTo>
                    <a:cubicBezTo>
                      <a:pt x="1027" y="35516"/>
                      <a:pt x="1658" y="35506"/>
                      <a:pt x="2301" y="35506"/>
                    </a:cubicBezTo>
                    <a:cubicBezTo>
                      <a:pt x="5902" y="35506"/>
                      <a:pt x="9901" y="35844"/>
                      <a:pt x="14687" y="36547"/>
                    </a:cubicBezTo>
                    <a:cubicBezTo>
                      <a:pt x="19745" y="37290"/>
                      <a:pt x="24868" y="38304"/>
                      <a:pt x="29822" y="39284"/>
                    </a:cubicBezTo>
                    <a:cubicBezTo>
                      <a:pt x="32271" y="39769"/>
                      <a:pt x="34802" y="40270"/>
                      <a:pt x="37296" y="40733"/>
                    </a:cubicBezTo>
                    <a:cubicBezTo>
                      <a:pt x="43914" y="41961"/>
                      <a:pt x="51770" y="43339"/>
                      <a:pt x="59854" y="44254"/>
                    </a:cubicBezTo>
                    <a:cubicBezTo>
                      <a:pt x="66359" y="44990"/>
                      <a:pt x="73165" y="45361"/>
                      <a:pt x="80163" y="45361"/>
                    </a:cubicBezTo>
                    <a:cubicBezTo>
                      <a:pt x="82603" y="45361"/>
                      <a:pt x="85067" y="45316"/>
                      <a:pt x="87550" y="45225"/>
                    </a:cubicBezTo>
                    <a:cubicBezTo>
                      <a:pt x="94026" y="44991"/>
                      <a:pt x="101613" y="44441"/>
                      <a:pt x="108780" y="42142"/>
                    </a:cubicBezTo>
                    <a:cubicBezTo>
                      <a:pt x="113810" y="40529"/>
                      <a:pt x="120508" y="37574"/>
                      <a:pt x="120629" y="30544"/>
                    </a:cubicBezTo>
                    <a:cubicBezTo>
                      <a:pt x="120696" y="26529"/>
                      <a:pt x="118718" y="22458"/>
                      <a:pt x="115334" y="19654"/>
                    </a:cubicBezTo>
                    <a:cubicBezTo>
                      <a:pt x="112985" y="17708"/>
                      <a:pt x="110379" y="16465"/>
                      <a:pt x="108140" y="15506"/>
                    </a:cubicBezTo>
                    <a:cubicBezTo>
                      <a:pt x="105719" y="14467"/>
                      <a:pt x="103070" y="13450"/>
                      <a:pt x="99798" y="12298"/>
                    </a:cubicBezTo>
                    <a:cubicBezTo>
                      <a:pt x="92520" y="9735"/>
                      <a:pt x="85169" y="8223"/>
                      <a:pt x="77949" y="7802"/>
                    </a:cubicBezTo>
                    <a:cubicBezTo>
                      <a:pt x="76425" y="7713"/>
                      <a:pt x="74890" y="7669"/>
                      <a:pt x="73339" y="7669"/>
                    </a:cubicBezTo>
                    <a:cubicBezTo>
                      <a:pt x="67706" y="7669"/>
                      <a:pt x="61863" y="8255"/>
                      <a:pt x="55605" y="9443"/>
                    </a:cubicBezTo>
                    <a:cubicBezTo>
                      <a:pt x="50502" y="10413"/>
                      <a:pt x="45374" y="11757"/>
                      <a:pt x="40416" y="13057"/>
                    </a:cubicBezTo>
                    <a:cubicBezTo>
                      <a:pt x="38267" y="13620"/>
                      <a:pt x="36046" y="14201"/>
                      <a:pt x="33857" y="14746"/>
                    </a:cubicBezTo>
                    <a:cubicBezTo>
                      <a:pt x="29050" y="15939"/>
                      <a:pt x="23603" y="17293"/>
                      <a:pt x="18238" y="17736"/>
                    </a:cubicBezTo>
                    <a:cubicBezTo>
                      <a:pt x="17038" y="17835"/>
                      <a:pt x="15751" y="17910"/>
                      <a:pt x="14415" y="17910"/>
                    </a:cubicBezTo>
                    <a:cubicBezTo>
                      <a:pt x="10534" y="17910"/>
                      <a:pt x="6246" y="17280"/>
                      <a:pt x="2517" y="14787"/>
                    </a:cubicBezTo>
                    <a:cubicBezTo>
                      <a:pt x="2004" y="14446"/>
                      <a:pt x="1229" y="13878"/>
                      <a:pt x="403" y="13098"/>
                    </a:cubicBezTo>
                    <a:lnTo>
                      <a:pt x="403" y="4204"/>
                    </a:lnTo>
                    <a:cubicBezTo>
                      <a:pt x="403" y="2108"/>
                      <a:pt x="1731" y="405"/>
                      <a:pt x="3364" y="405"/>
                    </a:cubicBezTo>
                    <a:lnTo>
                      <a:pt x="67361" y="400"/>
                    </a:lnTo>
                    <a:close/>
                    <a:moveTo>
                      <a:pt x="114278" y="0"/>
                    </a:moveTo>
                    <a:lnTo>
                      <a:pt x="114255" y="176"/>
                    </a:lnTo>
                    <a:cubicBezTo>
                      <a:pt x="113845" y="3294"/>
                      <a:pt x="108068" y="3957"/>
                      <a:pt x="106170" y="4175"/>
                    </a:cubicBezTo>
                    <a:lnTo>
                      <a:pt x="106061" y="4187"/>
                    </a:lnTo>
                    <a:cubicBezTo>
                      <a:pt x="103777" y="4451"/>
                      <a:pt x="101371" y="4582"/>
                      <a:pt x="98803" y="4582"/>
                    </a:cubicBezTo>
                    <a:cubicBezTo>
                      <a:pt x="96546" y="4582"/>
                      <a:pt x="94164" y="4481"/>
                      <a:pt x="91630" y="4277"/>
                    </a:cubicBezTo>
                    <a:cubicBezTo>
                      <a:pt x="85496" y="3785"/>
                      <a:pt x="79335" y="2485"/>
                      <a:pt x="73374" y="1229"/>
                    </a:cubicBezTo>
                    <a:cubicBezTo>
                      <a:pt x="71430" y="820"/>
                      <a:pt x="69420" y="395"/>
                      <a:pt x="67400" y="2"/>
                    </a:cubicBezTo>
                    <a:lnTo>
                      <a:pt x="3365" y="2"/>
                    </a:lnTo>
                    <a:cubicBezTo>
                      <a:pt x="1511" y="2"/>
                      <a:pt x="3" y="1889"/>
                      <a:pt x="3" y="4205"/>
                    </a:cubicBezTo>
                    <a:lnTo>
                      <a:pt x="3" y="13267"/>
                    </a:lnTo>
                    <a:lnTo>
                      <a:pt x="66" y="13327"/>
                    </a:lnTo>
                    <a:cubicBezTo>
                      <a:pt x="935" y="14157"/>
                      <a:pt x="1758" y="14760"/>
                      <a:pt x="2295" y="15120"/>
                    </a:cubicBezTo>
                    <a:cubicBezTo>
                      <a:pt x="6107" y="17668"/>
                      <a:pt x="10473" y="18312"/>
                      <a:pt x="14416" y="18312"/>
                    </a:cubicBezTo>
                    <a:cubicBezTo>
                      <a:pt x="15764" y="18312"/>
                      <a:pt x="17063" y="18236"/>
                      <a:pt x="18274" y="18136"/>
                    </a:cubicBezTo>
                    <a:cubicBezTo>
                      <a:pt x="23670" y="17692"/>
                      <a:pt x="29134" y="16335"/>
                      <a:pt x="33955" y="15136"/>
                    </a:cubicBezTo>
                    <a:cubicBezTo>
                      <a:pt x="36148" y="14591"/>
                      <a:pt x="38370" y="14008"/>
                      <a:pt x="40521" y="13444"/>
                    </a:cubicBezTo>
                    <a:cubicBezTo>
                      <a:pt x="45471" y="12145"/>
                      <a:pt x="50591" y="10802"/>
                      <a:pt x="55682" y="9836"/>
                    </a:cubicBezTo>
                    <a:cubicBezTo>
                      <a:pt x="61914" y="8652"/>
                      <a:pt x="67733" y="8068"/>
                      <a:pt x="73339" y="8068"/>
                    </a:cubicBezTo>
                    <a:cubicBezTo>
                      <a:pt x="74883" y="8068"/>
                      <a:pt x="76410" y="8112"/>
                      <a:pt x="77924" y="8200"/>
                    </a:cubicBezTo>
                    <a:cubicBezTo>
                      <a:pt x="85109" y="8620"/>
                      <a:pt x="92423" y="10126"/>
                      <a:pt x="99664" y="12674"/>
                    </a:cubicBezTo>
                    <a:cubicBezTo>
                      <a:pt x="102926" y="13823"/>
                      <a:pt x="105569" y="14839"/>
                      <a:pt x="107978" y="15872"/>
                    </a:cubicBezTo>
                    <a:cubicBezTo>
                      <a:pt x="110192" y="16820"/>
                      <a:pt x="112765" y="18046"/>
                      <a:pt x="115074" y="19959"/>
                    </a:cubicBezTo>
                    <a:cubicBezTo>
                      <a:pt x="118366" y="22686"/>
                      <a:pt x="120289" y="26638"/>
                      <a:pt x="120224" y="30531"/>
                    </a:cubicBezTo>
                    <a:cubicBezTo>
                      <a:pt x="120108" y="37304"/>
                      <a:pt x="113565" y="40179"/>
                      <a:pt x="108656" y="41753"/>
                    </a:cubicBezTo>
                    <a:cubicBezTo>
                      <a:pt x="101534" y="44037"/>
                      <a:pt x="93982" y="44584"/>
                      <a:pt x="87532" y="44818"/>
                    </a:cubicBezTo>
                    <a:cubicBezTo>
                      <a:pt x="85053" y="44908"/>
                      <a:pt x="82593" y="44953"/>
                      <a:pt x="80156" y="44953"/>
                    </a:cubicBezTo>
                    <a:cubicBezTo>
                      <a:pt x="73174" y="44953"/>
                      <a:pt x="66385" y="44584"/>
                      <a:pt x="59897" y="43849"/>
                    </a:cubicBezTo>
                    <a:cubicBezTo>
                      <a:pt x="51824" y="42936"/>
                      <a:pt x="43978" y="41560"/>
                      <a:pt x="37366" y="40335"/>
                    </a:cubicBezTo>
                    <a:cubicBezTo>
                      <a:pt x="34874" y="39874"/>
                      <a:pt x="32343" y="39371"/>
                      <a:pt x="29894" y="38889"/>
                    </a:cubicBezTo>
                    <a:cubicBezTo>
                      <a:pt x="24935" y="37906"/>
                      <a:pt x="19807" y="36891"/>
                      <a:pt x="14740" y="36147"/>
                    </a:cubicBezTo>
                    <a:cubicBezTo>
                      <a:pt x="9938" y="35440"/>
                      <a:pt x="5923" y="35101"/>
                      <a:pt x="2306" y="35101"/>
                    </a:cubicBezTo>
                    <a:cubicBezTo>
                      <a:pt x="1587" y="35101"/>
                      <a:pt x="884" y="35114"/>
                      <a:pt x="193" y="35141"/>
                    </a:cubicBezTo>
                    <a:lnTo>
                      <a:pt x="0" y="35148"/>
                    </a:lnTo>
                    <a:lnTo>
                      <a:pt x="0" y="41850"/>
                    </a:lnTo>
                    <a:lnTo>
                      <a:pt x="250" y="41789"/>
                    </a:lnTo>
                    <a:cubicBezTo>
                      <a:pt x="1438" y="41486"/>
                      <a:pt x="2642" y="41153"/>
                      <a:pt x="3807" y="40829"/>
                    </a:cubicBezTo>
                    <a:cubicBezTo>
                      <a:pt x="6459" y="40093"/>
                      <a:pt x="9201" y="39331"/>
                      <a:pt x="11931" y="38920"/>
                    </a:cubicBezTo>
                    <a:cubicBezTo>
                      <a:pt x="13025" y="38755"/>
                      <a:pt x="14155" y="38672"/>
                      <a:pt x="15326" y="38672"/>
                    </a:cubicBezTo>
                    <a:cubicBezTo>
                      <a:pt x="18207" y="38672"/>
                      <a:pt x="21339" y="39173"/>
                      <a:pt x="24808" y="40183"/>
                    </a:cubicBezTo>
                    <a:cubicBezTo>
                      <a:pt x="27977" y="41106"/>
                      <a:pt x="31136" y="42346"/>
                      <a:pt x="34192" y="43547"/>
                    </a:cubicBezTo>
                    <a:cubicBezTo>
                      <a:pt x="35480" y="44051"/>
                      <a:pt x="36810" y="44575"/>
                      <a:pt x="38124" y="45065"/>
                    </a:cubicBezTo>
                    <a:cubicBezTo>
                      <a:pt x="42272" y="46618"/>
                      <a:pt x="46826" y="47913"/>
                      <a:pt x="52458" y="49140"/>
                    </a:cubicBezTo>
                    <a:cubicBezTo>
                      <a:pt x="61960" y="51209"/>
                      <a:pt x="71376" y="52242"/>
                      <a:pt x="80515" y="52242"/>
                    </a:cubicBezTo>
                    <a:cubicBezTo>
                      <a:pt x="91963" y="52242"/>
                      <a:pt x="102972" y="50622"/>
                      <a:pt x="113151" y="47393"/>
                    </a:cubicBezTo>
                    <a:cubicBezTo>
                      <a:pt x="122171" y="44531"/>
                      <a:pt x="130760" y="39837"/>
                      <a:pt x="139068" y="35298"/>
                    </a:cubicBezTo>
                    <a:lnTo>
                      <a:pt x="139990" y="34794"/>
                    </a:lnTo>
                    <a:cubicBezTo>
                      <a:pt x="144149" y="32523"/>
                      <a:pt x="147959" y="30939"/>
                      <a:pt x="151635" y="29954"/>
                    </a:cubicBezTo>
                    <a:cubicBezTo>
                      <a:pt x="156001" y="28784"/>
                      <a:pt x="160459" y="28512"/>
                      <a:pt x="165023" y="28318"/>
                    </a:cubicBezTo>
                    <a:cubicBezTo>
                      <a:pt x="167510" y="28212"/>
                      <a:pt x="170027" y="28159"/>
                      <a:pt x="172583" y="28159"/>
                    </a:cubicBezTo>
                    <a:cubicBezTo>
                      <a:pt x="187551" y="28159"/>
                      <a:pt x="203846" y="29985"/>
                      <a:pt x="223155" y="33798"/>
                    </a:cubicBezTo>
                    <a:cubicBezTo>
                      <a:pt x="227133" y="34583"/>
                      <a:pt x="230708" y="35389"/>
                      <a:pt x="234091" y="36262"/>
                    </a:cubicBezTo>
                    <a:lnTo>
                      <a:pt x="234343" y="36327"/>
                    </a:lnTo>
                    <a:lnTo>
                      <a:pt x="234343" y="9942"/>
                    </a:lnTo>
                    <a:lnTo>
                      <a:pt x="234144" y="9938"/>
                    </a:lnTo>
                    <a:cubicBezTo>
                      <a:pt x="233436" y="9926"/>
                      <a:pt x="232728" y="9920"/>
                      <a:pt x="232019" y="9920"/>
                    </a:cubicBezTo>
                    <a:cubicBezTo>
                      <a:pt x="221533" y="9920"/>
                      <a:pt x="210937" y="11173"/>
                      <a:pt x="200668" y="12387"/>
                    </a:cubicBezTo>
                    <a:cubicBezTo>
                      <a:pt x="199192" y="12560"/>
                      <a:pt x="197716" y="12735"/>
                      <a:pt x="196241" y="12907"/>
                    </a:cubicBezTo>
                    <a:cubicBezTo>
                      <a:pt x="188833" y="13765"/>
                      <a:pt x="180900" y="14784"/>
                      <a:pt x="173099" y="16399"/>
                    </a:cubicBezTo>
                    <a:cubicBezTo>
                      <a:pt x="168984" y="17250"/>
                      <a:pt x="165266" y="18189"/>
                      <a:pt x="161730" y="19271"/>
                    </a:cubicBezTo>
                    <a:cubicBezTo>
                      <a:pt x="158729" y="20188"/>
                      <a:pt x="155634" y="21574"/>
                      <a:pt x="151992" y="23636"/>
                    </a:cubicBezTo>
                    <a:cubicBezTo>
                      <a:pt x="147694" y="26067"/>
                      <a:pt x="143448" y="28211"/>
                      <a:pt x="139076" y="28211"/>
                    </a:cubicBezTo>
                    <a:cubicBezTo>
                      <a:pt x="137648" y="28211"/>
                      <a:pt x="136206" y="27982"/>
                      <a:pt x="134745" y="27459"/>
                    </a:cubicBezTo>
                    <a:cubicBezTo>
                      <a:pt x="129659" y="25640"/>
                      <a:pt x="126097" y="20292"/>
                      <a:pt x="125882" y="14148"/>
                    </a:cubicBezTo>
                    <a:cubicBezTo>
                      <a:pt x="125729" y="9782"/>
                      <a:pt x="128305" y="6844"/>
                      <a:pt x="133544" y="5415"/>
                    </a:cubicBezTo>
                    <a:cubicBezTo>
                      <a:pt x="139606" y="3761"/>
                      <a:pt x="145790" y="3559"/>
                      <a:pt x="152664" y="3482"/>
                    </a:cubicBezTo>
                    <a:lnTo>
                      <a:pt x="153767" y="3469"/>
                    </a:lnTo>
                    <a:cubicBezTo>
                      <a:pt x="160981" y="3392"/>
                      <a:pt x="168439" y="3314"/>
                      <a:pt x="175499" y="719"/>
                    </a:cubicBezTo>
                    <a:cubicBezTo>
                      <a:pt x="175781" y="617"/>
                      <a:pt x="176061" y="506"/>
                      <a:pt x="176341" y="389"/>
                    </a:cubicBezTo>
                    <a:lnTo>
                      <a:pt x="1772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1" name="Google Shape;641;p22"/>
            <p:cNvSpPr/>
            <p:nvPr/>
          </p:nvSpPr>
          <p:spPr>
            <a:xfrm>
              <a:off x="-97224" y="-942088"/>
              <a:ext cx="8367499" cy="1836163"/>
            </a:xfrm>
            <a:custGeom>
              <a:rect b="b" l="l" r="r" t="t"/>
              <a:pathLst>
                <a:path extrusionOk="0" h="45884" w="209096">
                  <a:moveTo>
                    <a:pt x="173615" y="405"/>
                  </a:moveTo>
                  <a:cubicBezTo>
                    <a:pt x="176375" y="405"/>
                    <a:pt x="179213" y="507"/>
                    <a:pt x="182050" y="829"/>
                  </a:cubicBezTo>
                  <a:cubicBezTo>
                    <a:pt x="188207" y="1528"/>
                    <a:pt x="194615" y="3672"/>
                    <a:pt x="201642" y="7381"/>
                  </a:cubicBezTo>
                  <a:lnTo>
                    <a:pt x="202000" y="7570"/>
                  </a:lnTo>
                  <a:cubicBezTo>
                    <a:pt x="204160" y="8703"/>
                    <a:pt x="207122" y="10258"/>
                    <a:pt x="208209" y="13014"/>
                  </a:cubicBezTo>
                  <a:cubicBezTo>
                    <a:pt x="208659" y="14157"/>
                    <a:pt x="208681" y="15157"/>
                    <a:pt x="208272" y="15990"/>
                  </a:cubicBezTo>
                  <a:cubicBezTo>
                    <a:pt x="207624" y="17309"/>
                    <a:pt x="205989" y="18018"/>
                    <a:pt x="204732" y="18381"/>
                  </a:cubicBezTo>
                  <a:cubicBezTo>
                    <a:pt x="201461" y="19325"/>
                    <a:pt x="198006" y="19797"/>
                    <a:pt x="194392" y="19797"/>
                  </a:cubicBezTo>
                  <a:cubicBezTo>
                    <a:pt x="190821" y="19797"/>
                    <a:pt x="187096" y="19336"/>
                    <a:pt x="183241" y="18415"/>
                  </a:cubicBezTo>
                  <a:cubicBezTo>
                    <a:pt x="179114" y="17429"/>
                    <a:pt x="174866" y="16057"/>
                    <a:pt x="170611" y="14337"/>
                  </a:cubicBezTo>
                  <a:cubicBezTo>
                    <a:pt x="166998" y="12878"/>
                    <a:pt x="163261" y="11368"/>
                    <a:pt x="159428" y="10535"/>
                  </a:cubicBezTo>
                  <a:cubicBezTo>
                    <a:pt x="157531" y="10122"/>
                    <a:pt x="155742" y="9916"/>
                    <a:pt x="154034" y="9916"/>
                  </a:cubicBezTo>
                  <a:cubicBezTo>
                    <a:pt x="152450" y="9916"/>
                    <a:pt x="150935" y="10094"/>
                    <a:pt x="149470" y="10449"/>
                  </a:cubicBezTo>
                  <a:cubicBezTo>
                    <a:pt x="145504" y="11411"/>
                    <a:pt x="142070" y="13874"/>
                    <a:pt x="138895" y="16316"/>
                  </a:cubicBezTo>
                  <a:cubicBezTo>
                    <a:pt x="136054" y="18501"/>
                    <a:pt x="133233" y="20858"/>
                    <a:pt x="130505" y="23139"/>
                  </a:cubicBezTo>
                  <a:cubicBezTo>
                    <a:pt x="126905" y="26149"/>
                    <a:pt x="123181" y="29264"/>
                    <a:pt x="119366" y="32010"/>
                  </a:cubicBezTo>
                  <a:cubicBezTo>
                    <a:pt x="107458" y="40580"/>
                    <a:pt x="92880" y="45107"/>
                    <a:pt x="76028" y="45462"/>
                  </a:cubicBezTo>
                  <a:cubicBezTo>
                    <a:pt x="75424" y="45475"/>
                    <a:pt x="74822" y="45482"/>
                    <a:pt x="74224" y="45482"/>
                  </a:cubicBezTo>
                  <a:cubicBezTo>
                    <a:pt x="58269" y="45482"/>
                    <a:pt x="44689" y="40929"/>
                    <a:pt x="33828" y="31942"/>
                  </a:cubicBezTo>
                  <a:cubicBezTo>
                    <a:pt x="27187" y="26448"/>
                    <a:pt x="20603" y="21405"/>
                    <a:pt x="13056" y="20088"/>
                  </a:cubicBezTo>
                  <a:cubicBezTo>
                    <a:pt x="11967" y="19897"/>
                    <a:pt x="10865" y="19801"/>
                    <a:pt x="9746" y="19801"/>
                  </a:cubicBezTo>
                  <a:cubicBezTo>
                    <a:pt x="6781" y="19801"/>
                    <a:pt x="3696" y="20474"/>
                    <a:pt x="406" y="21833"/>
                  </a:cubicBezTo>
                  <a:lnTo>
                    <a:pt x="406" y="14358"/>
                  </a:lnTo>
                  <a:cubicBezTo>
                    <a:pt x="1109" y="14230"/>
                    <a:pt x="1864" y="14110"/>
                    <a:pt x="2702" y="13993"/>
                  </a:cubicBezTo>
                  <a:cubicBezTo>
                    <a:pt x="5594" y="13588"/>
                    <a:pt x="8552" y="13414"/>
                    <a:pt x="11411" y="13245"/>
                  </a:cubicBezTo>
                  <a:lnTo>
                    <a:pt x="12958" y="13152"/>
                  </a:lnTo>
                  <a:cubicBezTo>
                    <a:pt x="15818" y="12978"/>
                    <a:pt x="18953" y="12785"/>
                    <a:pt x="22145" y="12785"/>
                  </a:cubicBezTo>
                  <a:cubicBezTo>
                    <a:pt x="23389" y="12785"/>
                    <a:pt x="24641" y="12814"/>
                    <a:pt x="25889" y="12885"/>
                  </a:cubicBezTo>
                  <a:cubicBezTo>
                    <a:pt x="29786" y="13104"/>
                    <a:pt x="33808" y="14150"/>
                    <a:pt x="38546" y="16169"/>
                  </a:cubicBezTo>
                  <a:cubicBezTo>
                    <a:pt x="52883" y="22283"/>
                    <a:pt x="69842" y="28659"/>
                    <a:pt x="86902" y="29591"/>
                  </a:cubicBezTo>
                  <a:cubicBezTo>
                    <a:pt x="88135" y="29659"/>
                    <a:pt x="89353" y="29692"/>
                    <a:pt x="90554" y="29692"/>
                  </a:cubicBezTo>
                  <a:cubicBezTo>
                    <a:pt x="97955" y="29692"/>
                    <a:pt x="104738" y="28414"/>
                    <a:pt x="110758" y="25880"/>
                  </a:cubicBezTo>
                  <a:cubicBezTo>
                    <a:pt x="117187" y="23174"/>
                    <a:pt x="123174" y="18993"/>
                    <a:pt x="128962" y="14950"/>
                  </a:cubicBezTo>
                  <a:cubicBezTo>
                    <a:pt x="130301" y="14015"/>
                    <a:pt x="131684" y="13050"/>
                    <a:pt x="133052" y="12117"/>
                  </a:cubicBezTo>
                  <a:cubicBezTo>
                    <a:pt x="136569" y="9716"/>
                    <a:pt x="140379" y="7249"/>
                    <a:pt x="144384" y="5460"/>
                  </a:cubicBezTo>
                  <a:cubicBezTo>
                    <a:pt x="148006" y="3842"/>
                    <a:pt x="151905" y="2608"/>
                    <a:pt x="155970" y="1792"/>
                  </a:cubicBezTo>
                  <a:cubicBezTo>
                    <a:pt x="159701" y="1042"/>
                    <a:pt x="163680" y="640"/>
                    <a:pt x="168868" y="486"/>
                  </a:cubicBezTo>
                  <a:cubicBezTo>
                    <a:pt x="170413" y="440"/>
                    <a:pt x="172001" y="405"/>
                    <a:pt x="173615" y="405"/>
                  </a:cubicBezTo>
                  <a:close/>
                  <a:moveTo>
                    <a:pt x="173609" y="0"/>
                  </a:moveTo>
                  <a:cubicBezTo>
                    <a:pt x="171993" y="0"/>
                    <a:pt x="170405" y="35"/>
                    <a:pt x="168858" y="80"/>
                  </a:cubicBezTo>
                  <a:cubicBezTo>
                    <a:pt x="163644" y="234"/>
                    <a:pt x="159645" y="639"/>
                    <a:pt x="155891" y="1393"/>
                  </a:cubicBezTo>
                  <a:cubicBezTo>
                    <a:pt x="151795" y="2216"/>
                    <a:pt x="147870" y="3459"/>
                    <a:pt x="144219" y="5088"/>
                  </a:cubicBezTo>
                  <a:cubicBezTo>
                    <a:pt x="140186" y="6888"/>
                    <a:pt x="136359" y="9369"/>
                    <a:pt x="132824" y="11781"/>
                  </a:cubicBezTo>
                  <a:cubicBezTo>
                    <a:pt x="131454" y="12715"/>
                    <a:pt x="130070" y="13683"/>
                    <a:pt x="128732" y="14617"/>
                  </a:cubicBezTo>
                  <a:cubicBezTo>
                    <a:pt x="122961" y="18648"/>
                    <a:pt x="116993" y="22817"/>
                    <a:pt x="110602" y="25506"/>
                  </a:cubicBezTo>
                  <a:cubicBezTo>
                    <a:pt x="104631" y="28019"/>
                    <a:pt x="97899" y="29287"/>
                    <a:pt x="90554" y="29287"/>
                  </a:cubicBezTo>
                  <a:cubicBezTo>
                    <a:pt x="89360" y="29287"/>
                    <a:pt x="88149" y="29254"/>
                    <a:pt x="86923" y="29187"/>
                  </a:cubicBezTo>
                  <a:cubicBezTo>
                    <a:pt x="69926" y="28261"/>
                    <a:pt x="53010" y="21898"/>
                    <a:pt x="38703" y="15797"/>
                  </a:cubicBezTo>
                  <a:cubicBezTo>
                    <a:pt x="33922" y="13758"/>
                    <a:pt x="29857" y="12704"/>
                    <a:pt x="25911" y="12481"/>
                  </a:cubicBezTo>
                  <a:cubicBezTo>
                    <a:pt x="24653" y="12410"/>
                    <a:pt x="23392" y="12381"/>
                    <a:pt x="22140" y="12381"/>
                  </a:cubicBezTo>
                  <a:cubicBezTo>
                    <a:pt x="18938" y="12381"/>
                    <a:pt x="15797" y="12572"/>
                    <a:pt x="12931" y="12748"/>
                  </a:cubicBezTo>
                  <a:lnTo>
                    <a:pt x="11384" y="12841"/>
                  </a:lnTo>
                  <a:cubicBezTo>
                    <a:pt x="8518" y="13010"/>
                    <a:pt x="5551" y="13184"/>
                    <a:pt x="2644" y="13591"/>
                  </a:cubicBezTo>
                  <a:cubicBezTo>
                    <a:pt x="1731" y="13718"/>
                    <a:pt x="921" y="13848"/>
                    <a:pt x="165" y="13990"/>
                  </a:cubicBezTo>
                  <a:lnTo>
                    <a:pt x="0" y="14020"/>
                  </a:lnTo>
                  <a:lnTo>
                    <a:pt x="0" y="22434"/>
                  </a:lnTo>
                  <a:lnTo>
                    <a:pt x="280" y="22317"/>
                  </a:lnTo>
                  <a:cubicBezTo>
                    <a:pt x="3624" y="20902"/>
                    <a:pt x="6748" y="20202"/>
                    <a:pt x="9745" y="20202"/>
                  </a:cubicBezTo>
                  <a:cubicBezTo>
                    <a:pt x="10841" y="20202"/>
                    <a:pt x="11920" y="20296"/>
                    <a:pt x="12987" y="20482"/>
                  </a:cubicBezTo>
                  <a:cubicBezTo>
                    <a:pt x="20436" y="21784"/>
                    <a:pt x="26975" y="26792"/>
                    <a:pt x="33571" y="32250"/>
                  </a:cubicBezTo>
                  <a:cubicBezTo>
                    <a:pt x="44508" y="41302"/>
                    <a:pt x="58178" y="45884"/>
                    <a:pt x="74230" y="45884"/>
                  </a:cubicBezTo>
                  <a:cubicBezTo>
                    <a:pt x="74828" y="45884"/>
                    <a:pt x="75434" y="45878"/>
                    <a:pt x="76041" y="45864"/>
                  </a:cubicBezTo>
                  <a:cubicBezTo>
                    <a:pt x="92973" y="45507"/>
                    <a:pt x="107630" y="40953"/>
                    <a:pt x="119603" y="32334"/>
                  </a:cubicBezTo>
                  <a:cubicBezTo>
                    <a:pt x="123430" y="29580"/>
                    <a:pt x="127160" y="26462"/>
                    <a:pt x="130767" y="23446"/>
                  </a:cubicBezTo>
                  <a:cubicBezTo>
                    <a:pt x="133490" y="21168"/>
                    <a:pt x="136306" y="18812"/>
                    <a:pt x="139143" y="16633"/>
                  </a:cubicBezTo>
                  <a:cubicBezTo>
                    <a:pt x="142286" y="14218"/>
                    <a:pt x="145678" y="11782"/>
                    <a:pt x="149569" y="10839"/>
                  </a:cubicBezTo>
                  <a:cubicBezTo>
                    <a:pt x="151002" y="10492"/>
                    <a:pt x="152486" y="10318"/>
                    <a:pt x="154040" y="10318"/>
                  </a:cubicBezTo>
                  <a:cubicBezTo>
                    <a:pt x="155718" y="10318"/>
                    <a:pt x="157477" y="10521"/>
                    <a:pt x="159345" y="10926"/>
                  </a:cubicBezTo>
                  <a:cubicBezTo>
                    <a:pt x="163146" y="11754"/>
                    <a:pt x="166866" y="13255"/>
                    <a:pt x="170463" y="14710"/>
                  </a:cubicBezTo>
                  <a:cubicBezTo>
                    <a:pt x="174735" y="16434"/>
                    <a:pt x="179004" y="17813"/>
                    <a:pt x="183149" y="18805"/>
                  </a:cubicBezTo>
                  <a:cubicBezTo>
                    <a:pt x="187035" y="19734"/>
                    <a:pt x="190791" y="20198"/>
                    <a:pt x="194393" y="20198"/>
                  </a:cubicBezTo>
                  <a:cubicBezTo>
                    <a:pt x="198045" y="20198"/>
                    <a:pt x="201538" y="19721"/>
                    <a:pt x="204846" y="18766"/>
                  </a:cubicBezTo>
                  <a:cubicBezTo>
                    <a:pt x="206788" y="18205"/>
                    <a:pt x="208062" y="17332"/>
                    <a:pt x="208634" y="16167"/>
                  </a:cubicBezTo>
                  <a:cubicBezTo>
                    <a:pt x="209095" y="15229"/>
                    <a:pt x="209080" y="14117"/>
                    <a:pt x="208584" y="12865"/>
                  </a:cubicBezTo>
                  <a:cubicBezTo>
                    <a:pt x="207441" y="9969"/>
                    <a:pt x="204404" y="8376"/>
                    <a:pt x="202188" y="7211"/>
                  </a:cubicBezTo>
                  <a:lnTo>
                    <a:pt x="201831" y="7024"/>
                  </a:lnTo>
                  <a:cubicBezTo>
                    <a:pt x="194760" y="3289"/>
                    <a:pt x="188306" y="1132"/>
                    <a:pt x="182098" y="427"/>
                  </a:cubicBezTo>
                  <a:cubicBezTo>
                    <a:pt x="179239" y="102"/>
                    <a:pt x="176384" y="0"/>
                    <a:pt x="1736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2"/>
            <p:cNvSpPr/>
            <p:nvPr/>
          </p:nvSpPr>
          <p:spPr>
            <a:xfrm>
              <a:off x="-97184" y="163330"/>
              <a:ext cx="807313" cy="330705"/>
            </a:xfrm>
            <a:custGeom>
              <a:rect b="b" l="l" r="r" t="t"/>
              <a:pathLst>
                <a:path extrusionOk="0" h="8264" w="20174">
                  <a:moveTo>
                    <a:pt x="10888" y="404"/>
                  </a:moveTo>
                  <a:cubicBezTo>
                    <a:pt x="11749" y="404"/>
                    <a:pt x="12597" y="461"/>
                    <a:pt x="13422" y="602"/>
                  </a:cubicBezTo>
                  <a:cubicBezTo>
                    <a:pt x="15472" y="954"/>
                    <a:pt x="17153" y="1897"/>
                    <a:pt x="18413" y="3404"/>
                  </a:cubicBezTo>
                  <a:cubicBezTo>
                    <a:pt x="19054" y="4170"/>
                    <a:pt x="19787" y="5267"/>
                    <a:pt x="19634" y="6147"/>
                  </a:cubicBezTo>
                  <a:cubicBezTo>
                    <a:pt x="19567" y="6546"/>
                    <a:pt x="19324" y="6863"/>
                    <a:pt x="18894" y="7118"/>
                  </a:cubicBezTo>
                  <a:cubicBezTo>
                    <a:pt x="17704" y="7820"/>
                    <a:pt x="16206" y="7861"/>
                    <a:pt x="14950" y="7861"/>
                  </a:cubicBezTo>
                  <a:cubicBezTo>
                    <a:pt x="14860" y="7861"/>
                    <a:pt x="14771" y="7861"/>
                    <a:pt x="14684" y="7861"/>
                  </a:cubicBezTo>
                  <a:cubicBezTo>
                    <a:pt x="13289" y="7856"/>
                    <a:pt x="11866" y="7753"/>
                    <a:pt x="10488" y="7653"/>
                  </a:cubicBezTo>
                  <a:cubicBezTo>
                    <a:pt x="9887" y="7608"/>
                    <a:pt x="9287" y="7565"/>
                    <a:pt x="8687" y="7529"/>
                  </a:cubicBezTo>
                  <a:cubicBezTo>
                    <a:pt x="5827" y="7359"/>
                    <a:pt x="3245" y="7206"/>
                    <a:pt x="649" y="7206"/>
                  </a:cubicBezTo>
                  <a:cubicBezTo>
                    <a:pt x="568" y="7206"/>
                    <a:pt x="486" y="7206"/>
                    <a:pt x="405" y="7206"/>
                  </a:cubicBezTo>
                  <a:lnTo>
                    <a:pt x="405" y="1428"/>
                  </a:lnTo>
                  <a:cubicBezTo>
                    <a:pt x="2017" y="1368"/>
                    <a:pt x="3674" y="1139"/>
                    <a:pt x="5280" y="919"/>
                  </a:cubicBezTo>
                  <a:cubicBezTo>
                    <a:pt x="7141" y="665"/>
                    <a:pt x="9044" y="404"/>
                    <a:pt x="10888" y="404"/>
                  </a:cubicBezTo>
                  <a:close/>
                  <a:moveTo>
                    <a:pt x="10888" y="1"/>
                  </a:moveTo>
                  <a:cubicBezTo>
                    <a:pt x="9018" y="1"/>
                    <a:pt x="7099" y="265"/>
                    <a:pt x="5223" y="522"/>
                  </a:cubicBezTo>
                  <a:cubicBezTo>
                    <a:pt x="3564" y="751"/>
                    <a:pt x="1848" y="984"/>
                    <a:pt x="195" y="1034"/>
                  </a:cubicBezTo>
                  <a:lnTo>
                    <a:pt x="1" y="1039"/>
                  </a:lnTo>
                  <a:lnTo>
                    <a:pt x="1" y="7612"/>
                  </a:lnTo>
                  <a:lnTo>
                    <a:pt x="202" y="7612"/>
                  </a:lnTo>
                  <a:cubicBezTo>
                    <a:pt x="266" y="7612"/>
                    <a:pt x="330" y="7612"/>
                    <a:pt x="393" y="7612"/>
                  </a:cubicBezTo>
                  <a:cubicBezTo>
                    <a:pt x="3056" y="7612"/>
                    <a:pt x="5717" y="7756"/>
                    <a:pt x="8664" y="7932"/>
                  </a:cubicBezTo>
                  <a:cubicBezTo>
                    <a:pt x="9261" y="7968"/>
                    <a:pt x="9860" y="8012"/>
                    <a:pt x="10460" y="8055"/>
                  </a:cubicBezTo>
                  <a:cubicBezTo>
                    <a:pt x="11844" y="8155"/>
                    <a:pt x="13275" y="8259"/>
                    <a:pt x="14682" y="8264"/>
                  </a:cubicBezTo>
                  <a:lnTo>
                    <a:pt x="14998" y="8264"/>
                  </a:lnTo>
                  <a:cubicBezTo>
                    <a:pt x="16295" y="8264"/>
                    <a:pt x="17831" y="8211"/>
                    <a:pt x="19096" y="7463"/>
                  </a:cubicBezTo>
                  <a:cubicBezTo>
                    <a:pt x="19626" y="7152"/>
                    <a:pt x="19940" y="6730"/>
                    <a:pt x="20030" y="6216"/>
                  </a:cubicBezTo>
                  <a:cubicBezTo>
                    <a:pt x="20173" y="5387"/>
                    <a:pt x="19732" y="4354"/>
                    <a:pt x="18720" y="3145"/>
                  </a:cubicBezTo>
                  <a:cubicBezTo>
                    <a:pt x="17395" y="1562"/>
                    <a:pt x="15637" y="574"/>
                    <a:pt x="13488" y="205"/>
                  </a:cubicBezTo>
                  <a:cubicBezTo>
                    <a:pt x="12639" y="59"/>
                    <a:pt x="11769" y="1"/>
                    <a:pt x="108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2"/>
            <p:cNvSpPr/>
            <p:nvPr/>
          </p:nvSpPr>
          <p:spPr>
            <a:xfrm>
              <a:off x="-97104" y="-181865"/>
              <a:ext cx="9377861" cy="2035410"/>
            </a:xfrm>
            <a:custGeom>
              <a:rect b="b" l="l" r="r" t="t"/>
              <a:pathLst>
                <a:path extrusionOk="0" h="50863" w="234344">
                  <a:moveTo>
                    <a:pt x="233940" y="621"/>
                  </a:moveTo>
                  <a:lnTo>
                    <a:pt x="233940" y="12077"/>
                  </a:lnTo>
                  <a:cubicBezTo>
                    <a:pt x="232371" y="13846"/>
                    <a:pt x="230619" y="15358"/>
                    <a:pt x="228734" y="16565"/>
                  </a:cubicBezTo>
                  <a:cubicBezTo>
                    <a:pt x="224484" y="19289"/>
                    <a:pt x="219376" y="20857"/>
                    <a:pt x="213122" y="21360"/>
                  </a:cubicBezTo>
                  <a:cubicBezTo>
                    <a:pt x="211653" y="21479"/>
                    <a:pt x="210146" y="21539"/>
                    <a:pt x="208580" y="21539"/>
                  </a:cubicBezTo>
                  <a:cubicBezTo>
                    <a:pt x="205000" y="21539"/>
                    <a:pt x="201109" y="21226"/>
                    <a:pt x="196647" y="20590"/>
                  </a:cubicBezTo>
                  <a:lnTo>
                    <a:pt x="196529" y="20574"/>
                  </a:lnTo>
                  <a:cubicBezTo>
                    <a:pt x="194477" y="20283"/>
                    <a:pt x="192356" y="19981"/>
                    <a:pt x="190306" y="19457"/>
                  </a:cubicBezTo>
                  <a:cubicBezTo>
                    <a:pt x="188131" y="18901"/>
                    <a:pt x="186302" y="18457"/>
                    <a:pt x="184446" y="18095"/>
                  </a:cubicBezTo>
                  <a:cubicBezTo>
                    <a:pt x="182413" y="17700"/>
                    <a:pt x="180221" y="17338"/>
                    <a:pt x="178016" y="17338"/>
                  </a:cubicBezTo>
                  <a:cubicBezTo>
                    <a:pt x="177942" y="17338"/>
                    <a:pt x="177867" y="17339"/>
                    <a:pt x="177792" y="17340"/>
                  </a:cubicBezTo>
                  <a:cubicBezTo>
                    <a:pt x="176496" y="17354"/>
                    <a:pt x="174542" y="17378"/>
                    <a:pt x="173323" y="18637"/>
                  </a:cubicBezTo>
                  <a:cubicBezTo>
                    <a:pt x="172261" y="19733"/>
                    <a:pt x="172397" y="21555"/>
                    <a:pt x="173080" y="22788"/>
                  </a:cubicBezTo>
                  <a:cubicBezTo>
                    <a:pt x="174004" y="24459"/>
                    <a:pt x="175665" y="25395"/>
                    <a:pt x="177319" y="26158"/>
                  </a:cubicBezTo>
                  <a:cubicBezTo>
                    <a:pt x="180088" y="27433"/>
                    <a:pt x="183032" y="28076"/>
                    <a:pt x="185878" y="28699"/>
                  </a:cubicBezTo>
                  <a:cubicBezTo>
                    <a:pt x="186544" y="28844"/>
                    <a:pt x="187205" y="28990"/>
                    <a:pt x="187866" y="29142"/>
                  </a:cubicBezTo>
                  <a:cubicBezTo>
                    <a:pt x="191326" y="29942"/>
                    <a:pt x="194903" y="30405"/>
                    <a:pt x="198362" y="30852"/>
                  </a:cubicBezTo>
                  <a:lnTo>
                    <a:pt x="199879" y="31048"/>
                  </a:lnTo>
                  <a:cubicBezTo>
                    <a:pt x="203501" y="31524"/>
                    <a:pt x="207493" y="31975"/>
                    <a:pt x="212443" y="32469"/>
                  </a:cubicBezTo>
                  <a:cubicBezTo>
                    <a:pt x="216296" y="32854"/>
                    <a:pt x="220110" y="33192"/>
                    <a:pt x="223683" y="33505"/>
                  </a:cubicBezTo>
                  <a:cubicBezTo>
                    <a:pt x="226437" y="33747"/>
                    <a:pt x="229366" y="34040"/>
                    <a:pt x="232268" y="34727"/>
                  </a:cubicBezTo>
                  <a:cubicBezTo>
                    <a:pt x="232812" y="34856"/>
                    <a:pt x="233374" y="35011"/>
                    <a:pt x="233940" y="35186"/>
                  </a:cubicBezTo>
                  <a:lnTo>
                    <a:pt x="233940" y="50330"/>
                  </a:lnTo>
                  <a:cubicBezTo>
                    <a:pt x="227593" y="48509"/>
                    <a:pt x="220754" y="46238"/>
                    <a:pt x="213042" y="43386"/>
                  </a:cubicBezTo>
                  <a:cubicBezTo>
                    <a:pt x="208088" y="41555"/>
                    <a:pt x="202988" y="39512"/>
                    <a:pt x="197884" y="37317"/>
                  </a:cubicBezTo>
                  <a:cubicBezTo>
                    <a:pt x="195613" y="36339"/>
                    <a:pt x="193318" y="35281"/>
                    <a:pt x="191099" y="34257"/>
                  </a:cubicBezTo>
                  <a:cubicBezTo>
                    <a:pt x="188401" y="33014"/>
                    <a:pt x="185611" y="31726"/>
                    <a:pt x="182833" y="30573"/>
                  </a:cubicBezTo>
                  <a:cubicBezTo>
                    <a:pt x="172649" y="26340"/>
                    <a:pt x="162754" y="24195"/>
                    <a:pt x="153409" y="24195"/>
                  </a:cubicBezTo>
                  <a:cubicBezTo>
                    <a:pt x="153178" y="24195"/>
                    <a:pt x="152948" y="24197"/>
                    <a:pt x="152719" y="24198"/>
                  </a:cubicBezTo>
                  <a:cubicBezTo>
                    <a:pt x="142080" y="24319"/>
                    <a:pt x="132064" y="27884"/>
                    <a:pt x="122824" y="31721"/>
                  </a:cubicBezTo>
                  <a:cubicBezTo>
                    <a:pt x="112729" y="35913"/>
                    <a:pt x="102805" y="39822"/>
                    <a:pt x="92400" y="41608"/>
                  </a:cubicBezTo>
                  <a:cubicBezTo>
                    <a:pt x="82867" y="43244"/>
                    <a:pt x="72721" y="44299"/>
                    <a:pt x="61383" y="44830"/>
                  </a:cubicBezTo>
                  <a:cubicBezTo>
                    <a:pt x="58519" y="44965"/>
                    <a:pt x="55783" y="45032"/>
                    <a:pt x="53152" y="45032"/>
                  </a:cubicBezTo>
                  <a:cubicBezTo>
                    <a:pt x="45012" y="45032"/>
                    <a:pt x="37887" y="44383"/>
                    <a:pt x="31169" y="43050"/>
                  </a:cubicBezTo>
                  <a:cubicBezTo>
                    <a:pt x="24718" y="41770"/>
                    <a:pt x="18066" y="39641"/>
                    <a:pt x="11397" y="36720"/>
                  </a:cubicBezTo>
                  <a:cubicBezTo>
                    <a:pt x="7680" y="35093"/>
                    <a:pt x="3780" y="33224"/>
                    <a:pt x="405" y="30582"/>
                  </a:cubicBezTo>
                  <a:lnTo>
                    <a:pt x="405" y="21725"/>
                  </a:lnTo>
                  <a:cubicBezTo>
                    <a:pt x="5173" y="23118"/>
                    <a:pt x="10001" y="24631"/>
                    <a:pt x="14673" y="26094"/>
                  </a:cubicBezTo>
                  <a:cubicBezTo>
                    <a:pt x="18472" y="27283"/>
                    <a:pt x="22397" y="28512"/>
                    <a:pt x="26269" y="29670"/>
                  </a:cubicBezTo>
                  <a:cubicBezTo>
                    <a:pt x="42759" y="34607"/>
                    <a:pt x="58954" y="38982"/>
                    <a:pt x="74991" y="38982"/>
                  </a:cubicBezTo>
                  <a:cubicBezTo>
                    <a:pt x="78823" y="38982"/>
                    <a:pt x="82649" y="38732"/>
                    <a:pt x="86466" y="38179"/>
                  </a:cubicBezTo>
                  <a:cubicBezTo>
                    <a:pt x="95509" y="36872"/>
                    <a:pt x="104228" y="33938"/>
                    <a:pt x="112383" y="29455"/>
                  </a:cubicBezTo>
                  <a:cubicBezTo>
                    <a:pt x="116730" y="27066"/>
                    <a:pt x="120985" y="24195"/>
                    <a:pt x="125029" y="20922"/>
                  </a:cubicBezTo>
                  <a:cubicBezTo>
                    <a:pt x="126767" y="19511"/>
                    <a:pt x="128488" y="17994"/>
                    <a:pt x="130152" y="16524"/>
                  </a:cubicBezTo>
                  <a:cubicBezTo>
                    <a:pt x="131788" y="15078"/>
                    <a:pt x="133483" y="13582"/>
                    <a:pt x="135190" y="12196"/>
                  </a:cubicBezTo>
                  <a:cubicBezTo>
                    <a:pt x="137654" y="10200"/>
                    <a:pt x="140969" y="7788"/>
                    <a:pt x="144768" y="6873"/>
                  </a:cubicBezTo>
                  <a:cubicBezTo>
                    <a:pt x="145990" y="6580"/>
                    <a:pt x="147258" y="6432"/>
                    <a:pt x="148594" y="6432"/>
                  </a:cubicBezTo>
                  <a:cubicBezTo>
                    <a:pt x="151134" y="6432"/>
                    <a:pt x="153922" y="6966"/>
                    <a:pt x="157120" y="8052"/>
                  </a:cubicBezTo>
                  <a:cubicBezTo>
                    <a:pt x="165254" y="10813"/>
                    <a:pt x="174727" y="13878"/>
                    <a:pt x="184226" y="15304"/>
                  </a:cubicBezTo>
                  <a:cubicBezTo>
                    <a:pt x="187914" y="15858"/>
                    <a:pt x="191419" y="16136"/>
                    <a:pt x="194766" y="16136"/>
                  </a:cubicBezTo>
                  <a:cubicBezTo>
                    <a:pt x="200932" y="16136"/>
                    <a:pt x="206557" y="15192"/>
                    <a:pt x="211781" y="13295"/>
                  </a:cubicBezTo>
                  <a:cubicBezTo>
                    <a:pt x="216509" y="11579"/>
                    <a:pt x="220789" y="8892"/>
                    <a:pt x="224351" y="6492"/>
                  </a:cubicBezTo>
                  <a:cubicBezTo>
                    <a:pt x="224766" y="6212"/>
                    <a:pt x="225182" y="5928"/>
                    <a:pt x="225598" y="5645"/>
                  </a:cubicBezTo>
                  <a:cubicBezTo>
                    <a:pt x="228277" y="3826"/>
                    <a:pt x="231045" y="1944"/>
                    <a:pt x="233940" y="621"/>
                  </a:cubicBezTo>
                  <a:close/>
                  <a:moveTo>
                    <a:pt x="234344" y="1"/>
                  </a:moveTo>
                  <a:lnTo>
                    <a:pt x="234062" y="127"/>
                  </a:lnTo>
                  <a:cubicBezTo>
                    <a:pt x="231032" y="1470"/>
                    <a:pt x="228156" y="3423"/>
                    <a:pt x="225375" y="5313"/>
                  </a:cubicBezTo>
                  <a:cubicBezTo>
                    <a:pt x="224959" y="5595"/>
                    <a:pt x="224545" y="5878"/>
                    <a:pt x="224128" y="6158"/>
                  </a:cubicBezTo>
                  <a:cubicBezTo>
                    <a:pt x="220589" y="8544"/>
                    <a:pt x="216336" y="11214"/>
                    <a:pt x="211647" y="12916"/>
                  </a:cubicBezTo>
                  <a:cubicBezTo>
                    <a:pt x="206466" y="14796"/>
                    <a:pt x="200885" y="15732"/>
                    <a:pt x="194765" y="15732"/>
                  </a:cubicBezTo>
                  <a:cubicBezTo>
                    <a:pt x="191440" y="15732"/>
                    <a:pt x="187955" y="15456"/>
                    <a:pt x="184289" y="14905"/>
                  </a:cubicBezTo>
                  <a:cubicBezTo>
                    <a:pt x="174822" y="13485"/>
                    <a:pt x="165370" y="10424"/>
                    <a:pt x="157251" y="7671"/>
                  </a:cubicBezTo>
                  <a:cubicBezTo>
                    <a:pt x="154011" y="6571"/>
                    <a:pt x="151182" y="6028"/>
                    <a:pt x="148600" y="6028"/>
                  </a:cubicBezTo>
                  <a:cubicBezTo>
                    <a:pt x="147230" y="6028"/>
                    <a:pt x="145930" y="6181"/>
                    <a:pt x="144675" y="6483"/>
                  </a:cubicBezTo>
                  <a:cubicBezTo>
                    <a:pt x="140797" y="7416"/>
                    <a:pt x="137434" y="9860"/>
                    <a:pt x="134939" y="11886"/>
                  </a:cubicBezTo>
                  <a:cubicBezTo>
                    <a:pt x="133224" y="13277"/>
                    <a:pt x="131528" y="14775"/>
                    <a:pt x="129887" y="16224"/>
                  </a:cubicBezTo>
                  <a:cubicBezTo>
                    <a:pt x="128225" y="17690"/>
                    <a:pt x="126509" y="19207"/>
                    <a:pt x="124774" y="20610"/>
                  </a:cubicBezTo>
                  <a:cubicBezTo>
                    <a:pt x="120749" y="23869"/>
                    <a:pt x="116514" y="26727"/>
                    <a:pt x="112189" y="29105"/>
                  </a:cubicBezTo>
                  <a:cubicBezTo>
                    <a:pt x="104076" y="33564"/>
                    <a:pt x="95402" y="36484"/>
                    <a:pt x="86407" y="37785"/>
                  </a:cubicBezTo>
                  <a:cubicBezTo>
                    <a:pt x="82611" y="38334"/>
                    <a:pt x="78806" y="38583"/>
                    <a:pt x="74991" y="38583"/>
                  </a:cubicBezTo>
                  <a:cubicBezTo>
                    <a:pt x="59005" y="38583"/>
                    <a:pt x="42843" y="34216"/>
                    <a:pt x="26384" y="29289"/>
                  </a:cubicBezTo>
                  <a:cubicBezTo>
                    <a:pt x="22516" y="28130"/>
                    <a:pt x="18589" y="26901"/>
                    <a:pt x="14793" y="25711"/>
                  </a:cubicBezTo>
                  <a:cubicBezTo>
                    <a:pt x="10035" y="24222"/>
                    <a:pt x="5116" y="22681"/>
                    <a:pt x="257" y="21265"/>
                  </a:cubicBezTo>
                  <a:lnTo>
                    <a:pt x="0" y="21189"/>
                  </a:lnTo>
                  <a:lnTo>
                    <a:pt x="0" y="30778"/>
                  </a:lnTo>
                  <a:lnTo>
                    <a:pt x="77" y="30839"/>
                  </a:lnTo>
                  <a:cubicBezTo>
                    <a:pt x="3505" y="33541"/>
                    <a:pt x="7466" y="35440"/>
                    <a:pt x="11235" y="37090"/>
                  </a:cubicBezTo>
                  <a:cubicBezTo>
                    <a:pt x="17931" y="40022"/>
                    <a:pt x="24610" y="42161"/>
                    <a:pt x="31090" y="43447"/>
                  </a:cubicBezTo>
                  <a:cubicBezTo>
                    <a:pt x="37834" y="44786"/>
                    <a:pt x="44983" y="45437"/>
                    <a:pt x="53148" y="45437"/>
                  </a:cubicBezTo>
                  <a:cubicBezTo>
                    <a:pt x="55786" y="45437"/>
                    <a:pt x="58530" y="45369"/>
                    <a:pt x="61401" y="45235"/>
                  </a:cubicBezTo>
                  <a:cubicBezTo>
                    <a:pt x="72756" y="44700"/>
                    <a:pt x="82917" y="43644"/>
                    <a:pt x="92467" y="42007"/>
                  </a:cubicBezTo>
                  <a:cubicBezTo>
                    <a:pt x="102913" y="40214"/>
                    <a:pt x="112861" y="36296"/>
                    <a:pt x="122978" y="32095"/>
                  </a:cubicBezTo>
                  <a:cubicBezTo>
                    <a:pt x="132181" y="28274"/>
                    <a:pt x="142153" y="24722"/>
                    <a:pt x="152725" y="24602"/>
                  </a:cubicBezTo>
                  <a:cubicBezTo>
                    <a:pt x="152952" y="24600"/>
                    <a:pt x="153179" y="24598"/>
                    <a:pt x="153407" y="24598"/>
                  </a:cubicBezTo>
                  <a:cubicBezTo>
                    <a:pt x="162694" y="24598"/>
                    <a:pt x="172541" y="26730"/>
                    <a:pt x="182679" y="30945"/>
                  </a:cubicBezTo>
                  <a:cubicBezTo>
                    <a:pt x="185447" y="32095"/>
                    <a:pt x="188234" y="33381"/>
                    <a:pt x="190930" y="34624"/>
                  </a:cubicBezTo>
                  <a:cubicBezTo>
                    <a:pt x="193152" y="35649"/>
                    <a:pt x="195448" y="36707"/>
                    <a:pt x="197726" y="37686"/>
                  </a:cubicBezTo>
                  <a:cubicBezTo>
                    <a:pt x="202837" y="39885"/>
                    <a:pt x="207942" y="41928"/>
                    <a:pt x="212901" y="43763"/>
                  </a:cubicBezTo>
                  <a:cubicBezTo>
                    <a:pt x="220729" y="46656"/>
                    <a:pt x="227658" y="48955"/>
                    <a:pt x="234085" y="50788"/>
                  </a:cubicBezTo>
                  <a:lnTo>
                    <a:pt x="234341" y="50863"/>
                  </a:lnTo>
                  <a:lnTo>
                    <a:pt x="234344" y="50863"/>
                  </a:lnTo>
                  <a:lnTo>
                    <a:pt x="234344" y="34896"/>
                  </a:lnTo>
                  <a:lnTo>
                    <a:pt x="234204" y="34850"/>
                  </a:lnTo>
                  <a:cubicBezTo>
                    <a:pt x="233582" y="34654"/>
                    <a:pt x="232962" y="34481"/>
                    <a:pt x="232362" y="34340"/>
                  </a:cubicBezTo>
                  <a:cubicBezTo>
                    <a:pt x="229433" y="33647"/>
                    <a:pt x="226488" y="33352"/>
                    <a:pt x="223721" y="33110"/>
                  </a:cubicBezTo>
                  <a:cubicBezTo>
                    <a:pt x="220148" y="32797"/>
                    <a:pt x="216338" y="32457"/>
                    <a:pt x="212486" y="32074"/>
                  </a:cubicBezTo>
                  <a:cubicBezTo>
                    <a:pt x="207542" y="31581"/>
                    <a:pt x="203553" y="31128"/>
                    <a:pt x="199935" y="30653"/>
                  </a:cubicBezTo>
                  <a:lnTo>
                    <a:pt x="198416" y="30455"/>
                  </a:lnTo>
                  <a:cubicBezTo>
                    <a:pt x="194968" y="30009"/>
                    <a:pt x="191400" y="29547"/>
                    <a:pt x="187960" y="28753"/>
                  </a:cubicBezTo>
                  <a:cubicBezTo>
                    <a:pt x="187298" y="28602"/>
                    <a:pt x="186634" y="28454"/>
                    <a:pt x="185969" y="28310"/>
                  </a:cubicBezTo>
                  <a:cubicBezTo>
                    <a:pt x="183145" y="27690"/>
                    <a:pt x="180223" y="27051"/>
                    <a:pt x="177494" y="25795"/>
                  </a:cubicBezTo>
                  <a:cubicBezTo>
                    <a:pt x="176009" y="25111"/>
                    <a:pt x="174350" y="24245"/>
                    <a:pt x="173437" y="22596"/>
                  </a:cubicBezTo>
                  <a:cubicBezTo>
                    <a:pt x="172829" y="21493"/>
                    <a:pt x="172693" y="19876"/>
                    <a:pt x="173617" y="18921"/>
                  </a:cubicBezTo>
                  <a:cubicBezTo>
                    <a:pt x="174717" y="17783"/>
                    <a:pt x="176574" y="17760"/>
                    <a:pt x="177801" y="17745"/>
                  </a:cubicBezTo>
                  <a:cubicBezTo>
                    <a:pt x="177883" y="17744"/>
                    <a:pt x="177965" y="17744"/>
                    <a:pt x="178047" y="17744"/>
                  </a:cubicBezTo>
                  <a:cubicBezTo>
                    <a:pt x="180223" y="17744"/>
                    <a:pt x="182367" y="18103"/>
                    <a:pt x="184375" y="18494"/>
                  </a:cubicBezTo>
                  <a:cubicBezTo>
                    <a:pt x="186221" y="18853"/>
                    <a:pt x="188043" y="19296"/>
                    <a:pt x="190212" y="19850"/>
                  </a:cubicBezTo>
                  <a:cubicBezTo>
                    <a:pt x="192283" y="20380"/>
                    <a:pt x="194415" y="20683"/>
                    <a:pt x="196477" y="20976"/>
                  </a:cubicBezTo>
                  <a:lnTo>
                    <a:pt x="196594" y="20993"/>
                  </a:lnTo>
                  <a:cubicBezTo>
                    <a:pt x="201071" y="21630"/>
                    <a:pt x="204978" y="21943"/>
                    <a:pt x="208576" y="21943"/>
                  </a:cubicBezTo>
                  <a:cubicBezTo>
                    <a:pt x="210156" y="21943"/>
                    <a:pt x="211676" y="21883"/>
                    <a:pt x="213159" y="21763"/>
                  </a:cubicBezTo>
                  <a:cubicBezTo>
                    <a:pt x="219481" y="21255"/>
                    <a:pt x="224648" y="19666"/>
                    <a:pt x="228956" y="16905"/>
                  </a:cubicBezTo>
                  <a:cubicBezTo>
                    <a:pt x="230892" y="15665"/>
                    <a:pt x="232689" y="14110"/>
                    <a:pt x="234294" y="12287"/>
                  </a:cubicBezTo>
                  <a:lnTo>
                    <a:pt x="234344" y="12230"/>
                  </a:lnTo>
                  <a:lnTo>
                    <a:pt x="23434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2"/>
            <p:cNvSpPr/>
            <p:nvPr/>
          </p:nvSpPr>
          <p:spPr>
            <a:xfrm>
              <a:off x="-97264" y="1238255"/>
              <a:ext cx="5171942" cy="1031731"/>
            </a:xfrm>
            <a:custGeom>
              <a:rect b="b" l="l" r="r" t="t"/>
              <a:pathLst>
                <a:path extrusionOk="0" h="25782" w="129242">
                  <a:moveTo>
                    <a:pt x="125667" y="404"/>
                  </a:moveTo>
                  <a:cubicBezTo>
                    <a:pt x="125949" y="404"/>
                    <a:pt x="126232" y="415"/>
                    <a:pt x="126514" y="437"/>
                  </a:cubicBezTo>
                  <a:cubicBezTo>
                    <a:pt x="127419" y="510"/>
                    <a:pt x="128375" y="690"/>
                    <a:pt x="128733" y="1442"/>
                  </a:cubicBezTo>
                  <a:cubicBezTo>
                    <a:pt x="127667" y="1898"/>
                    <a:pt x="126604" y="2366"/>
                    <a:pt x="125540" y="2833"/>
                  </a:cubicBezTo>
                  <a:cubicBezTo>
                    <a:pt x="121951" y="4414"/>
                    <a:pt x="118237" y="6047"/>
                    <a:pt x="114473" y="7141"/>
                  </a:cubicBezTo>
                  <a:cubicBezTo>
                    <a:pt x="113881" y="7314"/>
                    <a:pt x="113286" y="7483"/>
                    <a:pt x="112693" y="7649"/>
                  </a:cubicBezTo>
                  <a:cubicBezTo>
                    <a:pt x="110914" y="8149"/>
                    <a:pt x="109073" y="8666"/>
                    <a:pt x="107278" y="9330"/>
                  </a:cubicBezTo>
                  <a:cubicBezTo>
                    <a:pt x="105183" y="10108"/>
                    <a:pt x="102936" y="11055"/>
                    <a:pt x="100411" y="12228"/>
                  </a:cubicBezTo>
                  <a:cubicBezTo>
                    <a:pt x="97928" y="13381"/>
                    <a:pt x="95424" y="14634"/>
                    <a:pt x="93002" y="15844"/>
                  </a:cubicBezTo>
                  <a:cubicBezTo>
                    <a:pt x="86663" y="19013"/>
                    <a:pt x="80109" y="22288"/>
                    <a:pt x="73322" y="24097"/>
                  </a:cubicBezTo>
                  <a:cubicBezTo>
                    <a:pt x="70106" y="24955"/>
                    <a:pt x="66829" y="25381"/>
                    <a:pt x="63411" y="25381"/>
                  </a:cubicBezTo>
                  <a:cubicBezTo>
                    <a:pt x="61691" y="25381"/>
                    <a:pt x="59935" y="25273"/>
                    <a:pt x="58132" y="25057"/>
                  </a:cubicBezTo>
                  <a:cubicBezTo>
                    <a:pt x="54870" y="24667"/>
                    <a:pt x="51578" y="24000"/>
                    <a:pt x="48394" y="23351"/>
                  </a:cubicBezTo>
                  <a:cubicBezTo>
                    <a:pt x="46720" y="23010"/>
                    <a:pt x="44988" y="22658"/>
                    <a:pt x="43281" y="22351"/>
                  </a:cubicBezTo>
                  <a:cubicBezTo>
                    <a:pt x="38827" y="21551"/>
                    <a:pt x="34306" y="21314"/>
                    <a:pt x="29931" y="21085"/>
                  </a:cubicBezTo>
                  <a:lnTo>
                    <a:pt x="28914" y="21031"/>
                  </a:lnTo>
                  <a:cubicBezTo>
                    <a:pt x="25978" y="20874"/>
                    <a:pt x="23609" y="20501"/>
                    <a:pt x="21462" y="19855"/>
                  </a:cubicBezTo>
                  <a:cubicBezTo>
                    <a:pt x="19489" y="19259"/>
                    <a:pt x="17512" y="18432"/>
                    <a:pt x="15599" y="17635"/>
                  </a:cubicBezTo>
                  <a:cubicBezTo>
                    <a:pt x="15171" y="17457"/>
                    <a:pt x="14747" y="17279"/>
                    <a:pt x="14321" y="17105"/>
                  </a:cubicBezTo>
                  <a:cubicBezTo>
                    <a:pt x="12341" y="16286"/>
                    <a:pt x="10328" y="15433"/>
                    <a:pt x="8383" y="14606"/>
                  </a:cubicBezTo>
                  <a:cubicBezTo>
                    <a:pt x="5772" y="13497"/>
                    <a:pt x="3075" y="12349"/>
                    <a:pt x="404" y="11276"/>
                  </a:cubicBezTo>
                  <a:lnTo>
                    <a:pt x="403" y="11276"/>
                  </a:lnTo>
                  <a:lnTo>
                    <a:pt x="403" y="5584"/>
                  </a:lnTo>
                  <a:cubicBezTo>
                    <a:pt x="967" y="5874"/>
                    <a:pt x="1566" y="6170"/>
                    <a:pt x="2220" y="6484"/>
                  </a:cubicBezTo>
                  <a:cubicBezTo>
                    <a:pt x="2905" y="6811"/>
                    <a:pt x="3592" y="7131"/>
                    <a:pt x="4281" y="7450"/>
                  </a:cubicBezTo>
                  <a:cubicBezTo>
                    <a:pt x="6227" y="8357"/>
                    <a:pt x="8240" y="9293"/>
                    <a:pt x="10153" y="10412"/>
                  </a:cubicBezTo>
                  <a:cubicBezTo>
                    <a:pt x="12434" y="11746"/>
                    <a:pt x="14871" y="13148"/>
                    <a:pt x="17395" y="14337"/>
                  </a:cubicBezTo>
                  <a:cubicBezTo>
                    <a:pt x="25707" y="18255"/>
                    <a:pt x="35202" y="20169"/>
                    <a:pt x="46355" y="20169"/>
                  </a:cubicBezTo>
                  <a:cubicBezTo>
                    <a:pt x="47079" y="20169"/>
                    <a:pt x="47811" y="20161"/>
                    <a:pt x="48549" y="20145"/>
                  </a:cubicBezTo>
                  <a:cubicBezTo>
                    <a:pt x="59131" y="19914"/>
                    <a:pt x="70411" y="17805"/>
                    <a:pt x="84049" y="13504"/>
                  </a:cubicBezTo>
                  <a:cubicBezTo>
                    <a:pt x="89815" y="11685"/>
                    <a:pt x="95612" y="9562"/>
                    <a:pt x="101217" y="7507"/>
                  </a:cubicBezTo>
                  <a:cubicBezTo>
                    <a:pt x="104315" y="6374"/>
                    <a:pt x="107517" y="5200"/>
                    <a:pt x="110679" y="4091"/>
                  </a:cubicBezTo>
                  <a:cubicBezTo>
                    <a:pt x="114143" y="2876"/>
                    <a:pt x="117874" y="1648"/>
                    <a:pt x="121675" y="895"/>
                  </a:cubicBezTo>
                  <a:cubicBezTo>
                    <a:pt x="122896" y="652"/>
                    <a:pt x="124279" y="404"/>
                    <a:pt x="125667" y="404"/>
                  </a:cubicBezTo>
                  <a:close/>
                  <a:moveTo>
                    <a:pt x="125672" y="1"/>
                  </a:moveTo>
                  <a:cubicBezTo>
                    <a:pt x="124248" y="1"/>
                    <a:pt x="122839" y="252"/>
                    <a:pt x="121598" y="497"/>
                  </a:cubicBezTo>
                  <a:cubicBezTo>
                    <a:pt x="117773" y="1256"/>
                    <a:pt x="114025" y="2491"/>
                    <a:pt x="110546" y="3711"/>
                  </a:cubicBezTo>
                  <a:cubicBezTo>
                    <a:pt x="107384" y="4820"/>
                    <a:pt x="104179" y="5993"/>
                    <a:pt x="101080" y="7129"/>
                  </a:cubicBezTo>
                  <a:cubicBezTo>
                    <a:pt x="95477" y="9180"/>
                    <a:pt x="89685" y="11305"/>
                    <a:pt x="83929" y="13120"/>
                  </a:cubicBezTo>
                  <a:cubicBezTo>
                    <a:pt x="70328" y="17407"/>
                    <a:pt x="59084" y="19512"/>
                    <a:pt x="48540" y="19742"/>
                  </a:cubicBezTo>
                  <a:cubicBezTo>
                    <a:pt x="47811" y="19758"/>
                    <a:pt x="47089" y="19766"/>
                    <a:pt x="46374" y="19766"/>
                  </a:cubicBezTo>
                  <a:cubicBezTo>
                    <a:pt x="35268" y="19766"/>
                    <a:pt x="25827" y="17865"/>
                    <a:pt x="17567" y="13971"/>
                  </a:cubicBezTo>
                  <a:cubicBezTo>
                    <a:pt x="15057" y="12788"/>
                    <a:pt x="12628" y="11391"/>
                    <a:pt x="10355" y="10062"/>
                  </a:cubicBezTo>
                  <a:cubicBezTo>
                    <a:pt x="8426" y="8935"/>
                    <a:pt x="6404" y="7993"/>
                    <a:pt x="4448" y="7084"/>
                  </a:cubicBezTo>
                  <a:cubicBezTo>
                    <a:pt x="3762" y="6767"/>
                    <a:pt x="3076" y="6447"/>
                    <a:pt x="2395" y="6120"/>
                  </a:cubicBezTo>
                  <a:cubicBezTo>
                    <a:pt x="1626" y="5754"/>
                    <a:pt x="940" y="5411"/>
                    <a:pt x="294" y="5075"/>
                  </a:cubicBezTo>
                  <a:lnTo>
                    <a:pt x="0" y="4921"/>
                  </a:lnTo>
                  <a:lnTo>
                    <a:pt x="0" y="11545"/>
                  </a:lnTo>
                  <a:lnTo>
                    <a:pt x="126" y="11595"/>
                  </a:lnTo>
                  <a:cubicBezTo>
                    <a:pt x="2833" y="12684"/>
                    <a:pt x="5574" y="13848"/>
                    <a:pt x="8224" y="14973"/>
                  </a:cubicBezTo>
                  <a:cubicBezTo>
                    <a:pt x="10170" y="15801"/>
                    <a:pt x="12184" y="16656"/>
                    <a:pt x="14167" y="17473"/>
                  </a:cubicBezTo>
                  <a:cubicBezTo>
                    <a:pt x="14591" y="17649"/>
                    <a:pt x="15016" y="17828"/>
                    <a:pt x="15441" y="18003"/>
                  </a:cubicBezTo>
                  <a:cubicBezTo>
                    <a:pt x="17363" y="18808"/>
                    <a:pt x="19349" y="19638"/>
                    <a:pt x="21344" y="20238"/>
                  </a:cubicBezTo>
                  <a:cubicBezTo>
                    <a:pt x="23523" y="20895"/>
                    <a:pt x="25922" y="21274"/>
                    <a:pt x="28892" y="21431"/>
                  </a:cubicBezTo>
                  <a:lnTo>
                    <a:pt x="29910" y="21485"/>
                  </a:lnTo>
                  <a:cubicBezTo>
                    <a:pt x="34272" y="21714"/>
                    <a:pt x="38783" y="21950"/>
                    <a:pt x="43209" y="22746"/>
                  </a:cubicBezTo>
                  <a:cubicBezTo>
                    <a:pt x="44912" y="23053"/>
                    <a:pt x="46641" y="23406"/>
                    <a:pt x="48313" y="23744"/>
                  </a:cubicBezTo>
                  <a:cubicBezTo>
                    <a:pt x="51505" y="24393"/>
                    <a:pt x="54806" y="25065"/>
                    <a:pt x="58085" y="25456"/>
                  </a:cubicBezTo>
                  <a:cubicBezTo>
                    <a:pt x="59905" y="25673"/>
                    <a:pt x="61677" y="25782"/>
                    <a:pt x="63414" y="25782"/>
                  </a:cubicBezTo>
                  <a:cubicBezTo>
                    <a:pt x="66866" y="25782"/>
                    <a:pt x="70177" y="25352"/>
                    <a:pt x="73425" y="24486"/>
                  </a:cubicBezTo>
                  <a:cubicBezTo>
                    <a:pt x="80253" y="22666"/>
                    <a:pt x="86826" y="19379"/>
                    <a:pt x="93183" y="16202"/>
                  </a:cubicBezTo>
                  <a:cubicBezTo>
                    <a:pt x="95603" y="14991"/>
                    <a:pt x="98105" y="13741"/>
                    <a:pt x="100582" y="12591"/>
                  </a:cubicBezTo>
                  <a:cubicBezTo>
                    <a:pt x="103097" y="11422"/>
                    <a:pt x="105333" y="10479"/>
                    <a:pt x="107419" y="9706"/>
                  </a:cubicBezTo>
                  <a:cubicBezTo>
                    <a:pt x="109198" y="9046"/>
                    <a:pt x="111031" y="8532"/>
                    <a:pt x="112803" y="8033"/>
                  </a:cubicBezTo>
                  <a:cubicBezTo>
                    <a:pt x="113399" y="7867"/>
                    <a:pt x="113993" y="7699"/>
                    <a:pt x="114588" y="7526"/>
                  </a:cubicBezTo>
                  <a:cubicBezTo>
                    <a:pt x="118376" y="6424"/>
                    <a:pt x="122102" y="4784"/>
                    <a:pt x="125704" y="3199"/>
                  </a:cubicBezTo>
                  <a:cubicBezTo>
                    <a:pt x="126826" y="2705"/>
                    <a:pt x="127947" y="2212"/>
                    <a:pt x="129073" y="1733"/>
                  </a:cubicBezTo>
                  <a:lnTo>
                    <a:pt x="129242" y="1662"/>
                  </a:lnTo>
                  <a:lnTo>
                    <a:pt x="129185" y="1488"/>
                  </a:lnTo>
                  <a:cubicBezTo>
                    <a:pt x="128775" y="216"/>
                    <a:pt x="127216" y="89"/>
                    <a:pt x="126549" y="34"/>
                  </a:cubicBezTo>
                  <a:cubicBezTo>
                    <a:pt x="126257" y="11"/>
                    <a:pt x="125964" y="1"/>
                    <a:pt x="1256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2"/>
            <p:cNvSpPr/>
            <p:nvPr/>
          </p:nvSpPr>
          <p:spPr>
            <a:xfrm>
              <a:off x="-97184" y="1563281"/>
              <a:ext cx="9378021" cy="2233737"/>
            </a:xfrm>
            <a:custGeom>
              <a:rect b="b" l="l" r="r" t="t"/>
              <a:pathLst>
                <a:path extrusionOk="0" h="55819" w="234348">
                  <a:moveTo>
                    <a:pt x="144981" y="403"/>
                  </a:moveTo>
                  <a:cubicBezTo>
                    <a:pt x="150962" y="403"/>
                    <a:pt x="156924" y="882"/>
                    <a:pt x="162787" y="1836"/>
                  </a:cubicBezTo>
                  <a:cubicBezTo>
                    <a:pt x="170740" y="3127"/>
                    <a:pt x="179016" y="5583"/>
                    <a:pt x="189615" y="9797"/>
                  </a:cubicBezTo>
                  <a:cubicBezTo>
                    <a:pt x="198427" y="13299"/>
                    <a:pt x="207411" y="17431"/>
                    <a:pt x="216323" y="22082"/>
                  </a:cubicBezTo>
                  <a:lnTo>
                    <a:pt x="218254" y="23088"/>
                  </a:lnTo>
                  <a:cubicBezTo>
                    <a:pt x="223483" y="25804"/>
                    <a:pt x="228885" y="28612"/>
                    <a:pt x="233942" y="32005"/>
                  </a:cubicBezTo>
                  <a:lnTo>
                    <a:pt x="233942" y="40242"/>
                  </a:lnTo>
                  <a:cubicBezTo>
                    <a:pt x="230357" y="38005"/>
                    <a:pt x="227378" y="36353"/>
                    <a:pt x="224590" y="35054"/>
                  </a:cubicBezTo>
                  <a:cubicBezTo>
                    <a:pt x="215470" y="30808"/>
                    <a:pt x="205746" y="28155"/>
                    <a:pt x="196343" y="25590"/>
                  </a:cubicBezTo>
                  <a:cubicBezTo>
                    <a:pt x="195383" y="25330"/>
                    <a:pt x="194423" y="25067"/>
                    <a:pt x="193466" y="24804"/>
                  </a:cubicBezTo>
                  <a:cubicBezTo>
                    <a:pt x="172307" y="18995"/>
                    <a:pt x="155262" y="16255"/>
                    <a:pt x="139723" y="16255"/>
                  </a:cubicBezTo>
                  <a:cubicBezTo>
                    <a:pt x="136241" y="16255"/>
                    <a:pt x="132834" y="16392"/>
                    <a:pt x="129473" y="16664"/>
                  </a:cubicBezTo>
                  <a:cubicBezTo>
                    <a:pt x="117659" y="17617"/>
                    <a:pt x="108992" y="19950"/>
                    <a:pt x="101363" y="24225"/>
                  </a:cubicBezTo>
                  <a:cubicBezTo>
                    <a:pt x="95848" y="27316"/>
                    <a:pt x="90586" y="31262"/>
                    <a:pt x="85495" y="35080"/>
                  </a:cubicBezTo>
                  <a:cubicBezTo>
                    <a:pt x="82539" y="37296"/>
                    <a:pt x="79484" y="39588"/>
                    <a:pt x="76413" y="41684"/>
                  </a:cubicBezTo>
                  <a:cubicBezTo>
                    <a:pt x="71394" y="45113"/>
                    <a:pt x="67146" y="47471"/>
                    <a:pt x="63039" y="49108"/>
                  </a:cubicBezTo>
                  <a:cubicBezTo>
                    <a:pt x="58787" y="50804"/>
                    <a:pt x="54022" y="52109"/>
                    <a:pt x="48045" y="53216"/>
                  </a:cubicBezTo>
                  <a:cubicBezTo>
                    <a:pt x="40031" y="54703"/>
                    <a:pt x="31384" y="55416"/>
                    <a:pt x="21189" y="55416"/>
                  </a:cubicBezTo>
                  <a:cubicBezTo>
                    <a:pt x="19290" y="55416"/>
                    <a:pt x="17337" y="55391"/>
                    <a:pt x="15325" y="55342"/>
                  </a:cubicBezTo>
                  <a:cubicBezTo>
                    <a:pt x="9761" y="55207"/>
                    <a:pt x="4879" y="54966"/>
                    <a:pt x="402" y="54612"/>
                  </a:cubicBezTo>
                  <a:lnTo>
                    <a:pt x="407" y="54612"/>
                  </a:lnTo>
                  <a:lnTo>
                    <a:pt x="407" y="49284"/>
                  </a:lnTo>
                  <a:cubicBezTo>
                    <a:pt x="817" y="49421"/>
                    <a:pt x="1230" y="49561"/>
                    <a:pt x="1643" y="49700"/>
                  </a:cubicBezTo>
                  <a:cubicBezTo>
                    <a:pt x="4359" y="50619"/>
                    <a:pt x="7168" y="51566"/>
                    <a:pt x="9980" y="52235"/>
                  </a:cubicBezTo>
                  <a:cubicBezTo>
                    <a:pt x="12206" y="52763"/>
                    <a:pt x="14788" y="53377"/>
                    <a:pt x="17344" y="53377"/>
                  </a:cubicBezTo>
                  <a:cubicBezTo>
                    <a:pt x="18683" y="53377"/>
                    <a:pt x="20014" y="53208"/>
                    <a:pt x="21283" y="52772"/>
                  </a:cubicBezTo>
                  <a:cubicBezTo>
                    <a:pt x="22931" y="52205"/>
                    <a:pt x="23878" y="51164"/>
                    <a:pt x="24025" y="49761"/>
                  </a:cubicBezTo>
                  <a:cubicBezTo>
                    <a:pt x="24231" y="47784"/>
                    <a:pt x="23055" y="45926"/>
                    <a:pt x="21802" y="44960"/>
                  </a:cubicBezTo>
                  <a:cubicBezTo>
                    <a:pt x="20124" y="43670"/>
                    <a:pt x="18067" y="43236"/>
                    <a:pt x="16094" y="42961"/>
                  </a:cubicBezTo>
                  <a:cubicBezTo>
                    <a:pt x="13968" y="42663"/>
                    <a:pt x="11797" y="42629"/>
                    <a:pt x="9701" y="42596"/>
                  </a:cubicBezTo>
                  <a:lnTo>
                    <a:pt x="9254" y="42589"/>
                  </a:lnTo>
                  <a:cubicBezTo>
                    <a:pt x="6994" y="42550"/>
                    <a:pt x="4310" y="42346"/>
                    <a:pt x="1553" y="41105"/>
                  </a:cubicBezTo>
                  <a:cubicBezTo>
                    <a:pt x="1170" y="40933"/>
                    <a:pt x="784" y="40741"/>
                    <a:pt x="402" y="40534"/>
                  </a:cubicBezTo>
                  <a:lnTo>
                    <a:pt x="402" y="31531"/>
                  </a:lnTo>
                  <a:cubicBezTo>
                    <a:pt x="6844" y="32915"/>
                    <a:pt x="13326" y="34726"/>
                    <a:pt x="19599" y="36477"/>
                  </a:cubicBezTo>
                  <a:cubicBezTo>
                    <a:pt x="22674" y="37335"/>
                    <a:pt x="25850" y="38224"/>
                    <a:pt x="28985" y="39049"/>
                  </a:cubicBezTo>
                  <a:cubicBezTo>
                    <a:pt x="36397" y="41005"/>
                    <a:pt x="46195" y="43249"/>
                    <a:pt x="56268" y="43249"/>
                  </a:cubicBezTo>
                  <a:lnTo>
                    <a:pt x="56298" y="43249"/>
                  </a:lnTo>
                  <a:cubicBezTo>
                    <a:pt x="60549" y="43247"/>
                    <a:pt x="65413" y="43043"/>
                    <a:pt x="69372" y="40633"/>
                  </a:cubicBezTo>
                  <a:cubicBezTo>
                    <a:pt x="71055" y="39609"/>
                    <a:pt x="72214" y="38269"/>
                    <a:pt x="72821" y="36652"/>
                  </a:cubicBezTo>
                  <a:cubicBezTo>
                    <a:pt x="73454" y="34967"/>
                    <a:pt x="73654" y="32595"/>
                    <a:pt x="72675" y="31095"/>
                  </a:cubicBezTo>
                  <a:cubicBezTo>
                    <a:pt x="71475" y="29255"/>
                    <a:pt x="69235" y="29002"/>
                    <a:pt x="67193" y="29002"/>
                  </a:cubicBezTo>
                  <a:lnTo>
                    <a:pt x="67163" y="29002"/>
                  </a:lnTo>
                  <a:cubicBezTo>
                    <a:pt x="64338" y="29005"/>
                    <a:pt x="61485" y="29632"/>
                    <a:pt x="59033" y="30219"/>
                  </a:cubicBezTo>
                  <a:cubicBezTo>
                    <a:pt x="58197" y="30419"/>
                    <a:pt x="57351" y="30648"/>
                    <a:pt x="56532" y="30868"/>
                  </a:cubicBezTo>
                  <a:cubicBezTo>
                    <a:pt x="55224" y="31222"/>
                    <a:pt x="53869" y="31587"/>
                    <a:pt x="52529" y="31845"/>
                  </a:cubicBezTo>
                  <a:cubicBezTo>
                    <a:pt x="48490" y="32626"/>
                    <a:pt x="44235" y="33024"/>
                    <a:pt x="39894" y="33024"/>
                  </a:cubicBezTo>
                  <a:cubicBezTo>
                    <a:pt x="39863" y="33024"/>
                    <a:pt x="39832" y="33024"/>
                    <a:pt x="39801" y="33024"/>
                  </a:cubicBezTo>
                  <a:cubicBezTo>
                    <a:pt x="26833" y="33011"/>
                    <a:pt x="13576" y="29869"/>
                    <a:pt x="402" y="23687"/>
                  </a:cubicBezTo>
                  <a:lnTo>
                    <a:pt x="402" y="6011"/>
                  </a:lnTo>
                  <a:cubicBezTo>
                    <a:pt x="1635" y="6344"/>
                    <a:pt x="2827" y="6712"/>
                    <a:pt x="3952" y="7104"/>
                  </a:cubicBezTo>
                  <a:cubicBezTo>
                    <a:pt x="7474" y="8330"/>
                    <a:pt x="10930" y="10023"/>
                    <a:pt x="14269" y="11659"/>
                  </a:cubicBezTo>
                  <a:cubicBezTo>
                    <a:pt x="15159" y="12095"/>
                    <a:pt x="16051" y="12530"/>
                    <a:pt x="16944" y="12959"/>
                  </a:cubicBezTo>
                  <a:cubicBezTo>
                    <a:pt x="21849" y="15315"/>
                    <a:pt x="26184" y="17153"/>
                    <a:pt x="30193" y="18579"/>
                  </a:cubicBezTo>
                  <a:cubicBezTo>
                    <a:pt x="37329" y="21116"/>
                    <a:pt x="44835" y="22386"/>
                    <a:pt x="52799" y="22386"/>
                  </a:cubicBezTo>
                  <a:cubicBezTo>
                    <a:pt x="62775" y="22386"/>
                    <a:pt x="73472" y="20393"/>
                    <a:pt x="85065" y="16400"/>
                  </a:cubicBezTo>
                  <a:cubicBezTo>
                    <a:pt x="89374" y="14915"/>
                    <a:pt x="93852" y="13162"/>
                    <a:pt x="98753" y="11037"/>
                  </a:cubicBezTo>
                  <a:cubicBezTo>
                    <a:pt x="99763" y="10600"/>
                    <a:pt x="100773" y="10151"/>
                    <a:pt x="101781" y="9706"/>
                  </a:cubicBezTo>
                  <a:cubicBezTo>
                    <a:pt x="104805" y="8364"/>
                    <a:pt x="107933" y="6975"/>
                    <a:pt x="111082" y="5882"/>
                  </a:cubicBezTo>
                  <a:cubicBezTo>
                    <a:pt x="119135" y="3086"/>
                    <a:pt x="127851" y="1338"/>
                    <a:pt x="136984" y="688"/>
                  </a:cubicBezTo>
                  <a:cubicBezTo>
                    <a:pt x="139649" y="498"/>
                    <a:pt x="142317" y="403"/>
                    <a:pt x="144981" y="403"/>
                  </a:cubicBezTo>
                  <a:close/>
                  <a:moveTo>
                    <a:pt x="144959" y="1"/>
                  </a:moveTo>
                  <a:cubicBezTo>
                    <a:pt x="142293" y="1"/>
                    <a:pt x="139623" y="96"/>
                    <a:pt x="136956" y="285"/>
                  </a:cubicBezTo>
                  <a:cubicBezTo>
                    <a:pt x="127785" y="938"/>
                    <a:pt x="119037" y="2693"/>
                    <a:pt x="110949" y="5501"/>
                  </a:cubicBezTo>
                  <a:cubicBezTo>
                    <a:pt x="107786" y="6599"/>
                    <a:pt x="104650" y="7991"/>
                    <a:pt x="101618" y="9337"/>
                  </a:cubicBezTo>
                  <a:cubicBezTo>
                    <a:pt x="100610" y="9784"/>
                    <a:pt x="99605" y="10230"/>
                    <a:pt x="98594" y="10669"/>
                  </a:cubicBezTo>
                  <a:cubicBezTo>
                    <a:pt x="93702" y="12788"/>
                    <a:pt x="89236" y="14538"/>
                    <a:pt x="84935" y="16020"/>
                  </a:cubicBezTo>
                  <a:cubicBezTo>
                    <a:pt x="73384" y="19997"/>
                    <a:pt x="62731" y="21983"/>
                    <a:pt x="52798" y="21983"/>
                  </a:cubicBezTo>
                  <a:cubicBezTo>
                    <a:pt x="44880" y="21983"/>
                    <a:pt x="37420" y="20721"/>
                    <a:pt x="30329" y="18200"/>
                  </a:cubicBezTo>
                  <a:cubicBezTo>
                    <a:pt x="26334" y="16780"/>
                    <a:pt x="22012" y="14948"/>
                    <a:pt x="17118" y="12599"/>
                  </a:cubicBezTo>
                  <a:cubicBezTo>
                    <a:pt x="16225" y="12172"/>
                    <a:pt x="15335" y="11736"/>
                    <a:pt x="14448" y="11300"/>
                  </a:cubicBezTo>
                  <a:cubicBezTo>
                    <a:pt x="11097" y="9658"/>
                    <a:pt x="7631" y="7961"/>
                    <a:pt x="4086" y="6726"/>
                  </a:cubicBezTo>
                  <a:cubicBezTo>
                    <a:pt x="2874" y="6305"/>
                    <a:pt x="1587" y="5911"/>
                    <a:pt x="257" y="5556"/>
                  </a:cubicBezTo>
                  <a:lnTo>
                    <a:pt x="2" y="5489"/>
                  </a:lnTo>
                  <a:lnTo>
                    <a:pt x="2" y="23947"/>
                  </a:lnTo>
                  <a:lnTo>
                    <a:pt x="118" y="24001"/>
                  </a:lnTo>
                  <a:cubicBezTo>
                    <a:pt x="13383" y="30245"/>
                    <a:pt x="26736" y="33418"/>
                    <a:pt x="39802" y="33430"/>
                  </a:cubicBezTo>
                  <a:cubicBezTo>
                    <a:pt x="39862" y="33430"/>
                    <a:pt x="39922" y="33430"/>
                    <a:pt x="39983" y="33430"/>
                  </a:cubicBezTo>
                  <a:cubicBezTo>
                    <a:pt x="44319" y="33430"/>
                    <a:pt x="48571" y="33023"/>
                    <a:pt x="52607" y="32244"/>
                  </a:cubicBezTo>
                  <a:cubicBezTo>
                    <a:pt x="53961" y="31982"/>
                    <a:pt x="55324" y="31615"/>
                    <a:pt x="56640" y="31261"/>
                  </a:cubicBezTo>
                  <a:cubicBezTo>
                    <a:pt x="57454" y="31041"/>
                    <a:pt x="58297" y="30815"/>
                    <a:pt x="59127" y="30616"/>
                  </a:cubicBezTo>
                  <a:cubicBezTo>
                    <a:pt x="61559" y="30033"/>
                    <a:pt x="64382" y="29412"/>
                    <a:pt x="67164" y="29409"/>
                  </a:cubicBezTo>
                  <a:cubicBezTo>
                    <a:pt x="67187" y="29409"/>
                    <a:pt x="67210" y="29409"/>
                    <a:pt x="67233" y="29409"/>
                  </a:cubicBezTo>
                  <a:cubicBezTo>
                    <a:pt x="69147" y="29409"/>
                    <a:pt x="71252" y="29651"/>
                    <a:pt x="72340" y="31318"/>
                  </a:cubicBezTo>
                  <a:cubicBezTo>
                    <a:pt x="73241" y="32701"/>
                    <a:pt x="73043" y="34924"/>
                    <a:pt x="72447" y="36513"/>
                  </a:cubicBezTo>
                  <a:cubicBezTo>
                    <a:pt x="71871" y="38046"/>
                    <a:pt x="70768" y="39317"/>
                    <a:pt x="69163" y="40292"/>
                  </a:cubicBezTo>
                  <a:cubicBezTo>
                    <a:pt x="65293" y="42649"/>
                    <a:pt x="60492" y="42849"/>
                    <a:pt x="56298" y="42850"/>
                  </a:cubicBezTo>
                  <a:lnTo>
                    <a:pt x="56268" y="42850"/>
                  </a:lnTo>
                  <a:cubicBezTo>
                    <a:pt x="46241" y="42850"/>
                    <a:pt x="36475" y="40614"/>
                    <a:pt x="29086" y="38666"/>
                  </a:cubicBezTo>
                  <a:cubicBezTo>
                    <a:pt x="25956" y="37839"/>
                    <a:pt x="22778" y="36952"/>
                    <a:pt x="19706" y="36095"/>
                  </a:cubicBezTo>
                  <a:cubicBezTo>
                    <a:pt x="13350" y="34319"/>
                    <a:pt x="6776" y="32482"/>
                    <a:pt x="244" y="31089"/>
                  </a:cubicBezTo>
                  <a:lnTo>
                    <a:pt x="1" y="31038"/>
                  </a:lnTo>
                  <a:lnTo>
                    <a:pt x="1" y="40777"/>
                  </a:lnTo>
                  <a:lnTo>
                    <a:pt x="105" y="40834"/>
                  </a:lnTo>
                  <a:cubicBezTo>
                    <a:pt x="528" y="41068"/>
                    <a:pt x="960" y="41284"/>
                    <a:pt x="1387" y="41477"/>
                  </a:cubicBezTo>
                  <a:cubicBezTo>
                    <a:pt x="4210" y="42747"/>
                    <a:pt x="6945" y="42957"/>
                    <a:pt x="9247" y="42996"/>
                  </a:cubicBezTo>
                  <a:lnTo>
                    <a:pt x="9694" y="43003"/>
                  </a:lnTo>
                  <a:cubicBezTo>
                    <a:pt x="11777" y="43036"/>
                    <a:pt x="13933" y="43072"/>
                    <a:pt x="16035" y="43364"/>
                  </a:cubicBezTo>
                  <a:cubicBezTo>
                    <a:pt x="17956" y="43633"/>
                    <a:pt x="19953" y="44050"/>
                    <a:pt x="21555" y="45283"/>
                  </a:cubicBezTo>
                  <a:cubicBezTo>
                    <a:pt x="22721" y="46179"/>
                    <a:pt x="23812" y="47901"/>
                    <a:pt x="23624" y="49723"/>
                  </a:cubicBezTo>
                  <a:cubicBezTo>
                    <a:pt x="23492" y="50977"/>
                    <a:pt x="22661" y="51876"/>
                    <a:pt x="21149" y="52395"/>
                  </a:cubicBezTo>
                  <a:cubicBezTo>
                    <a:pt x="19929" y="52815"/>
                    <a:pt x="18642" y="52977"/>
                    <a:pt x="17343" y="52977"/>
                  </a:cubicBezTo>
                  <a:cubicBezTo>
                    <a:pt x="14829" y="52977"/>
                    <a:pt x="12272" y="52369"/>
                    <a:pt x="10068" y="51847"/>
                  </a:cubicBezTo>
                  <a:cubicBezTo>
                    <a:pt x="7275" y="51184"/>
                    <a:pt x="4475" y="50237"/>
                    <a:pt x="1767" y="49323"/>
                  </a:cubicBezTo>
                  <a:cubicBezTo>
                    <a:pt x="1267" y="49155"/>
                    <a:pt x="767" y="48985"/>
                    <a:pt x="265" y="48818"/>
                  </a:cubicBezTo>
                  <a:lnTo>
                    <a:pt x="1" y="48728"/>
                  </a:lnTo>
                  <a:lnTo>
                    <a:pt x="1" y="54985"/>
                  </a:lnTo>
                  <a:lnTo>
                    <a:pt x="187" y="54999"/>
                  </a:lnTo>
                  <a:cubicBezTo>
                    <a:pt x="4720" y="55364"/>
                    <a:pt x="9668" y="55608"/>
                    <a:pt x="15316" y="55745"/>
                  </a:cubicBezTo>
                  <a:cubicBezTo>
                    <a:pt x="17327" y="55794"/>
                    <a:pt x="19280" y="55818"/>
                    <a:pt x="21180" y="55818"/>
                  </a:cubicBezTo>
                  <a:cubicBezTo>
                    <a:pt x="31405" y="55818"/>
                    <a:pt x="40078" y="55104"/>
                    <a:pt x="48122" y="53615"/>
                  </a:cubicBezTo>
                  <a:cubicBezTo>
                    <a:pt x="54125" y="52502"/>
                    <a:pt x="58913" y="51189"/>
                    <a:pt x="63191" y="49484"/>
                  </a:cubicBezTo>
                  <a:cubicBezTo>
                    <a:pt x="67326" y="47835"/>
                    <a:pt x="71599" y="45463"/>
                    <a:pt x="76643" y="42018"/>
                  </a:cubicBezTo>
                  <a:cubicBezTo>
                    <a:pt x="79721" y="39917"/>
                    <a:pt x="82780" y="37621"/>
                    <a:pt x="85739" y="35403"/>
                  </a:cubicBezTo>
                  <a:cubicBezTo>
                    <a:pt x="90819" y="31594"/>
                    <a:pt x="96072" y="27654"/>
                    <a:pt x="101563" y="24578"/>
                  </a:cubicBezTo>
                  <a:cubicBezTo>
                    <a:pt x="109139" y="20330"/>
                    <a:pt x="117758" y="18014"/>
                    <a:pt x="129508" y="17065"/>
                  </a:cubicBezTo>
                  <a:cubicBezTo>
                    <a:pt x="132858" y="16795"/>
                    <a:pt x="136254" y="16658"/>
                    <a:pt x="139725" y="16658"/>
                  </a:cubicBezTo>
                  <a:cubicBezTo>
                    <a:pt x="155229" y="16658"/>
                    <a:pt x="172239" y="19393"/>
                    <a:pt x="193363" y="25194"/>
                  </a:cubicBezTo>
                  <a:cubicBezTo>
                    <a:pt x="194320" y="25456"/>
                    <a:pt x="195279" y="25717"/>
                    <a:pt x="196240" y="25980"/>
                  </a:cubicBezTo>
                  <a:cubicBezTo>
                    <a:pt x="205628" y="28540"/>
                    <a:pt x="215334" y="31188"/>
                    <a:pt x="224421" y="35420"/>
                  </a:cubicBezTo>
                  <a:cubicBezTo>
                    <a:pt x="227275" y="36749"/>
                    <a:pt x="230329" y="38452"/>
                    <a:pt x="234037" y="40778"/>
                  </a:cubicBezTo>
                  <a:lnTo>
                    <a:pt x="234347" y="40971"/>
                  </a:lnTo>
                  <a:lnTo>
                    <a:pt x="234347" y="31794"/>
                  </a:lnTo>
                  <a:lnTo>
                    <a:pt x="234257" y="31734"/>
                  </a:lnTo>
                  <a:cubicBezTo>
                    <a:pt x="229156" y="28302"/>
                    <a:pt x="223710" y="25471"/>
                    <a:pt x="218442" y="22732"/>
                  </a:cubicBezTo>
                  <a:lnTo>
                    <a:pt x="216510" y="21728"/>
                  </a:lnTo>
                  <a:cubicBezTo>
                    <a:pt x="207587" y="17070"/>
                    <a:pt x="198587" y="12930"/>
                    <a:pt x="189764" y="9423"/>
                  </a:cubicBezTo>
                  <a:cubicBezTo>
                    <a:pt x="179135" y="5199"/>
                    <a:pt x="170836" y="2739"/>
                    <a:pt x="162852" y="1440"/>
                  </a:cubicBezTo>
                  <a:cubicBezTo>
                    <a:pt x="156959" y="482"/>
                    <a:pt x="150969" y="1"/>
                    <a:pt x="1449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2"/>
            <p:cNvSpPr/>
            <p:nvPr/>
          </p:nvSpPr>
          <p:spPr>
            <a:xfrm>
              <a:off x="4303273" y="2477774"/>
              <a:ext cx="4977457" cy="2219891"/>
            </a:xfrm>
            <a:custGeom>
              <a:rect b="b" l="l" r="r" t="t"/>
              <a:pathLst>
                <a:path extrusionOk="0" h="55473" w="124382">
                  <a:moveTo>
                    <a:pt x="25918" y="402"/>
                  </a:moveTo>
                  <a:cubicBezTo>
                    <a:pt x="36041" y="402"/>
                    <a:pt x="47026" y="1991"/>
                    <a:pt x="60462" y="5393"/>
                  </a:cubicBezTo>
                  <a:cubicBezTo>
                    <a:pt x="70856" y="8024"/>
                    <a:pt x="81175" y="11807"/>
                    <a:pt x="91155" y="15464"/>
                  </a:cubicBezTo>
                  <a:cubicBezTo>
                    <a:pt x="92391" y="15917"/>
                    <a:pt x="93627" y="16369"/>
                    <a:pt x="94863" y="16822"/>
                  </a:cubicBezTo>
                  <a:lnTo>
                    <a:pt x="95647" y="17108"/>
                  </a:lnTo>
                  <a:cubicBezTo>
                    <a:pt x="105319" y="20631"/>
                    <a:pt x="115319" y="24277"/>
                    <a:pt x="123981" y="30890"/>
                  </a:cubicBezTo>
                  <a:lnTo>
                    <a:pt x="123981" y="53695"/>
                  </a:lnTo>
                  <a:cubicBezTo>
                    <a:pt x="123931" y="53594"/>
                    <a:pt x="123881" y="53490"/>
                    <a:pt x="123831" y="53388"/>
                  </a:cubicBezTo>
                  <a:cubicBezTo>
                    <a:pt x="121216" y="48116"/>
                    <a:pt x="118223" y="43645"/>
                    <a:pt x="114937" y="40100"/>
                  </a:cubicBezTo>
                  <a:cubicBezTo>
                    <a:pt x="110571" y="35392"/>
                    <a:pt x="105339" y="32142"/>
                    <a:pt x="101268" y="29834"/>
                  </a:cubicBezTo>
                  <a:cubicBezTo>
                    <a:pt x="91058" y="24049"/>
                    <a:pt x="80265" y="20787"/>
                    <a:pt x="69187" y="20137"/>
                  </a:cubicBezTo>
                  <a:cubicBezTo>
                    <a:pt x="67907" y="20061"/>
                    <a:pt x="66618" y="20024"/>
                    <a:pt x="65319" y="20024"/>
                  </a:cubicBezTo>
                  <a:cubicBezTo>
                    <a:pt x="61141" y="20024"/>
                    <a:pt x="56870" y="20411"/>
                    <a:pt x="52577" y="21181"/>
                  </a:cubicBezTo>
                  <a:cubicBezTo>
                    <a:pt x="48332" y="21940"/>
                    <a:pt x="44099" y="23239"/>
                    <a:pt x="40004" y="24495"/>
                  </a:cubicBezTo>
                  <a:cubicBezTo>
                    <a:pt x="38744" y="24880"/>
                    <a:pt x="37484" y="25268"/>
                    <a:pt x="36221" y="25639"/>
                  </a:cubicBezTo>
                  <a:cubicBezTo>
                    <a:pt x="30814" y="27232"/>
                    <a:pt x="25249" y="28662"/>
                    <a:pt x="19858" y="28662"/>
                  </a:cubicBezTo>
                  <a:cubicBezTo>
                    <a:pt x="15618" y="28662"/>
                    <a:pt x="11486" y="27778"/>
                    <a:pt x="7624" y="25392"/>
                  </a:cubicBezTo>
                  <a:cubicBezTo>
                    <a:pt x="1653" y="21703"/>
                    <a:pt x="639" y="17073"/>
                    <a:pt x="567" y="14640"/>
                  </a:cubicBezTo>
                  <a:cubicBezTo>
                    <a:pt x="413" y="9480"/>
                    <a:pt x="3668" y="6464"/>
                    <a:pt x="5623" y="5124"/>
                  </a:cubicBezTo>
                  <a:cubicBezTo>
                    <a:pt x="9015" y="2801"/>
                    <a:pt x="12910" y="1856"/>
                    <a:pt x="15924" y="1292"/>
                  </a:cubicBezTo>
                  <a:cubicBezTo>
                    <a:pt x="19039" y="709"/>
                    <a:pt x="22328" y="409"/>
                    <a:pt x="25700" y="402"/>
                  </a:cubicBezTo>
                  <a:close/>
                  <a:moveTo>
                    <a:pt x="25696" y="0"/>
                  </a:moveTo>
                  <a:cubicBezTo>
                    <a:pt x="22298" y="9"/>
                    <a:pt x="18984" y="309"/>
                    <a:pt x="15846" y="896"/>
                  </a:cubicBezTo>
                  <a:cubicBezTo>
                    <a:pt x="12791" y="1468"/>
                    <a:pt x="8843" y="2428"/>
                    <a:pt x="5390" y="4792"/>
                  </a:cubicBezTo>
                  <a:cubicBezTo>
                    <a:pt x="3368" y="6176"/>
                    <a:pt x="0" y="9300"/>
                    <a:pt x="160" y="14653"/>
                  </a:cubicBezTo>
                  <a:cubicBezTo>
                    <a:pt x="236" y="17166"/>
                    <a:pt x="1277" y="21947"/>
                    <a:pt x="7409" y="25735"/>
                  </a:cubicBezTo>
                  <a:cubicBezTo>
                    <a:pt x="11344" y="28167"/>
                    <a:pt x="15543" y="29067"/>
                    <a:pt x="19845" y="29067"/>
                  </a:cubicBezTo>
                  <a:cubicBezTo>
                    <a:pt x="25284" y="29067"/>
                    <a:pt x="30887" y="27628"/>
                    <a:pt x="36329" y="26025"/>
                  </a:cubicBezTo>
                  <a:cubicBezTo>
                    <a:pt x="37594" y="25653"/>
                    <a:pt x="38857" y="25265"/>
                    <a:pt x="40120" y="24877"/>
                  </a:cubicBezTo>
                  <a:cubicBezTo>
                    <a:pt x="44202" y="23626"/>
                    <a:pt x="48423" y="22331"/>
                    <a:pt x="52645" y="21575"/>
                  </a:cubicBezTo>
                  <a:cubicBezTo>
                    <a:pt x="56919" y="20811"/>
                    <a:pt x="61167" y="20426"/>
                    <a:pt x="65320" y="20426"/>
                  </a:cubicBezTo>
                  <a:cubicBezTo>
                    <a:pt x="66611" y="20426"/>
                    <a:pt x="67892" y="20464"/>
                    <a:pt x="69163" y="20538"/>
                  </a:cubicBezTo>
                  <a:cubicBezTo>
                    <a:pt x="80177" y="21183"/>
                    <a:pt x="90911" y="24429"/>
                    <a:pt x="101068" y="30184"/>
                  </a:cubicBezTo>
                  <a:cubicBezTo>
                    <a:pt x="105113" y="32476"/>
                    <a:pt x="110313" y="35707"/>
                    <a:pt x="114641" y="40373"/>
                  </a:cubicBezTo>
                  <a:cubicBezTo>
                    <a:pt x="117901" y="43892"/>
                    <a:pt x="120872" y="48330"/>
                    <a:pt x="123468" y="53567"/>
                  </a:cubicBezTo>
                  <a:cubicBezTo>
                    <a:pt x="123595" y="53824"/>
                    <a:pt x="123718" y="54084"/>
                    <a:pt x="123842" y="54344"/>
                  </a:cubicBezTo>
                  <a:lnTo>
                    <a:pt x="124380" y="55470"/>
                  </a:lnTo>
                  <a:lnTo>
                    <a:pt x="124380" y="30691"/>
                  </a:lnTo>
                  <a:lnTo>
                    <a:pt x="124301" y="30630"/>
                  </a:lnTo>
                  <a:cubicBezTo>
                    <a:pt x="115571" y="23942"/>
                    <a:pt x="105512" y="20275"/>
                    <a:pt x="95782" y="16727"/>
                  </a:cubicBezTo>
                  <a:lnTo>
                    <a:pt x="94996" y="16442"/>
                  </a:lnTo>
                  <a:cubicBezTo>
                    <a:pt x="93760" y="15992"/>
                    <a:pt x="92525" y="15539"/>
                    <a:pt x="91289" y="15087"/>
                  </a:cubicBezTo>
                  <a:cubicBezTo>
                    <a:pt x="81300" y="11425"/>
                    <a:pt x="70971" y="7640"/>
                    <a:pt x="60557" y="5003"/>
                  </a:cubicBezTo>
                  <a:cubicBezTo>
                    <a:pt x="47087" y="1592"/>
                    <a:pt x="36071" y="0"/>
                    <a:pt x="25913" y="0"/>
                  </a:cubicBezTo>
                  <a:close/>
                  <a:moveTo>
                    <a:pt x="124380" y="55470"/>
                  </a:moveTo>
                  <a:lnTo>
                    <a:pt x="124380" y="55473"/>
                  </a:lnTo>
                  <a:lnTo>
                    <a:pt x="124381" y="55473"/>
                  </a:lnTo>
                  <a:lnTo>
                    <a:pt x="124380" y="5547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2"/>
            <p:cNvSpPr/>
            <p:nvPr/>
          </p:nvSpPr>
          <p:spPr>
            <a:xfrm>
              <a:off x="-97184" y="3259686"/>
              <a:ext cx="4473596" cy="1988630"/>
            </a:xfrm>
            <a:custGeom>
              <a:rect b="b" l="l" r="r" t="t"/>
              <a:pathLst>
                <a:path extrusionOk="0" h="49694" w="111791">
                  <a:moveTo>
                    <a:pt x="97341" y="420"/>
                  </a:moveTo>
                  <a:cubicBezTo>
                    <a:pt x="98733" y="420"/>
                    <a:pt x="99979" y="773"/>
                    <a:pt x="101045" y="1273"/>
                  </a:cubicBezTo>
                  <a:cubicBezTo>
                    <a:pt x="104764" y="3021"/>
                    <a:pt x="109232" y="7243"/>
                    <a:pt x="110572" y="11931"/>
                  </a:cubicBezTo>
                  <a:cubicBezTo>
                    <a:pt x="111369" y="14719"/>
                    <a:pt x="110985" y="17351"/>
                    <a:pt x="109429" y="19750"/>
                  </a:cubicBezTo>
                  <a:cubicBezTo>
                    <a:pt x="107469" y="22776"/>
                    <a:pt x="104270" y="24339"/>
                    <a:pt x="101702" y="25361"/>
                  </a:cubicBezTo>
                  <a:cubicBezTo>
                    <a:pt x="98754" y="26534"/>
                    <a:pt x="95452" y="27464"/>
                    <a:pt x="91607" y="28204"/>
                  </a:cubicBezTo>
                  <a:cubicBezTo>
                    <a:pt x="89921" y="28528"/>
                    <a:pt x="88200" y="28811"/>
                    <a:pt x="86532" y="29084"/>
                  </a:cubicBezTo>
                  <a:cubicBezTo>
                    <a:pt x="79681" y="30207"/>
                    <a:pt x="72597" y="31372"/>
                    <a:pt x="66253" y="35734"/>
                  </a:cubicBezTo>
                  <a:cubicBezTo>
                    <a:pt x="61721" y="38849"/>
                    <a:pt x="57707" y="43535"/>
                    <a:pt x="54638" y="49289"/>
                  </a:cubicBezTo>
                  <a:lnTo>
                    <a:pt x="3363" y="49289"/>
                  </a:lnTo>
                  <a:cubicBezTo>
                    <a:pt x="1730" y="49289"/>
                    <a:pt x="402" y="47585"/>
                    <a:pt x="402" y="45488"/>
                  </a:cubicBezTo>
                  <a:lnTo>
                    <a:pt x="402" y="27817"/>
                  </a:lnTo>
                  <a:cubicBezTo>
                    <a:pt x="6956" y="29756"/>
                    <a:pt x="13549" y="31125"/>
                    <a:pt x="20006" y="31888"/>
                  </a:cubicBezTo>
                  <a:cubicBezTo>
                    <a:pt x="24832" y="32458"/>
                    <a:pt x="29867" y="32744"/>
                    <a:pt x="35067" y="32744"/>
                  </a:cubicBezTo>
                  <a:cubicBezTo>
                    <a:pt x="39433" y="32744"/>
                    <a:pt x="43915" y="32543"/>
                    <a:pt x="48490" y="32140"/>
                  </a:cubicBezTo>
                  <a:cubicBezTo>
                    <a:pt x="52725" y="31766"/>
                    <a:pt x="57090" y="31156"/>
                    <a:pt x="61838" y="30276"/>
                  </a:cubicBezTo>
                  <a:cubicBezTo>
                    <a:pt x="65200" y="29650"/>
                    <a:pt x="69115" y="28700"/>
                    <a:pt x="72658" y="26377"/>
                  </a:cubicBezTo>
                  <a:cubicBezTo>
                    <a:pt x="76773" y="23677"/>
                    <a:pt x="79509" y="18971"/>
                    <a:pt x="82157" y="14419"/>
                  </a:cubicBezTo>
                  <a:cubicBezTo>
                    <a:pt x="83207" y="12610"/>
                    <a:pt x="84295" y="10742"/>
                    <a:pt x="85446" y="9038"/>
                  </a:cubicBezTo>
                  <a:cubicBezTo>
                    <a:pt x="89943" y="2389"/>
                    <a:pt x="94052" y="420"/>
                    <a:pt x="97341" y="420"/>
                  </a:cubicBezTo>
                  <a:close/>
                  <a:moveTo>
                    <a:pt x="97320" y="1"/>
                  </a:moveTo>
                  <a:cubicBezTo>
                    <a:pt x="92272" y="1"/>
                    <a:pt x="88015" y="4523"/>
                    <a:pt x="85113" y="8813"/>
                  </a:cubicBezTo>
                  <a:cubicBezTo>
                    <a:pt x="83953" y="10529"/>
                    <a:pt x="82863" y="12404"/>
                    <a:pt x="81808" y="14217"/>
                  </a:cubicBezTo>
                  <a:cubicBezTo>
                    <a:pt x="79187" y="18729"/>
                    <a:pt x="76473" y="23393"/>
                    <a:pt x="72437" y="26041"/>
                  </a:cubicBezTo>
                  <a:cubicBezTo>
                    <a:pt x="68955" y="28325"/>
                    <a:pt x="65088" y="29264"/>
                    <a:pt x="61763" y="29881"/>
                  </a:cubicBezTo>
                  <a:cubicBezTo>
                    <a:pt x="57027" y="30760"/>
                    <a:pt x="52675" y="31369"/>
                    <a:pt x="48454" y="31740"/>
                  </a:cubicBezTo>
                  <a:cubicBezTo>
                    <a:pt x="43892" y="32141"/>
                    <a:pt x="39422" y="32342"/>
                    <a:pt x="35069" y="32342"/>
                  </a:cubicBezTo>
                  <a:cubicBezTo>
                    <a:pt x="29883" y="32342"/>
                    <a:pt x="24864" y="32057"/>
                    <a:pt x="20053" y="31489"/>
                  </a:cubicBezTo>
                  <a:cubicBezTo>
                    <a:pt x="13535" y="30716"/>
                    <a:pt x="6875" y="29326"/>
                    <a:pt x="259" y="27354"/>
                  </a:cubicBezTo>
                  <a:lnTo>
                    <a:pt x="1" y="27277"/>
                  </a:lnTo>
                  <a:lnTo>
                    <a:pt x="1" y="45491"/>
                  </a:lnTo>
                  <a:cubicBezTo>
                    <a:pt x="1" y="47809"/>
                    <a:pt x="1508" y="49694"/>
                    <a:pt x="3363" y="49694"/>
                  </a:cubicBezTo>
                  <a:lnTo>
                    <a:pt x="54879" y="49694"/>
                  </a:lnTo>
                  <a:lnTo>
                    <a:pt x="54936" y="49585"/>
                  </a:lnTo>
                  <a:cubicBezTo>
                    <a:pt x="57983" y="43837"/>
                    <a:pt x="61975" y="39163"/>
                    <a:pt x="66481" y="36064"/>
                  </a:cubicBezTo>
                  <a:cubicBezTo>
                    <a:pt x="72751" y="31752"/>
                    <a:pt x="79791" y="30597"/>
                    <a:pt x="86599" y="29479"/>
                  </a:cubicBezTo>
                  <a:cubicBezTo>
                    <a:pt x="88267" y="29206"/>
                    <a:pt x="89993" y="28921"/>
                    <a:pt x="91683" y="28597"/>
                  </a:cubicBezTo>
                  <a:cubicBezTo>
                    <a:pt x="95554" y="27852"/>
                    <a:pt x="98882" y="26914"/>
                    <a:pt x="101852" y="25732"/>
                  </a:cubicBezTo>
                  <a:cubicBezTo>
                    <a:pt x="104477" y="24689"/>
                    <a:pt x="107747" y="23089"/>
                    <a:pt x="109769" y="19968"/>
                  </a:cubicBezTo>
                  <a:cubicBezTo>
                    <a:pt x="111389" y="17466"/>
                    <a:pt x="111791" y="14724"/>
                    <a:pt x="110961" y="11820"/>
                  </a:cubicBezTo>
                  <a:cubicBezTo>
                    <a:pt x="109585" y="7016"/>
                    <a:pt x="105018" y="2695"/>
                    <a:pt x="101216" y="909"/>
                  </a:cubicBezTo>
                  <a:cubicBezTo>
                    <a:pt x="99874" y="279"/>
                    <a:pt x="98573" y="1"/>
                    <a:pt x="97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2"/>
            <p:cNvSpPr/>
            <p:nvPr/>
          </p:nvSpPr>
          <p:spPr>
            <a:xfrm>
              <a:off x="2768223" y="4519654"/>
              <a:ext cx="4335456" cy="728679"/>
            </a:xfrm>
            <a:custGeom>
              <a:rect b="b" l="l" r="r" t="t"/>
              <a:pathLst>
                <a:path extrusionOk="0" h="18209" w="108339">
                  <a:moveTo>
                    <a:pt x="27698" y="402"/>
                  </a:moveTo>
                  <a:cubicBezTo>
                    <a:pt x="32888" y="402"/>
                    <a:pt x="38022" y="2124"/>
                    <a:pt x="42576" y="3656"/>
                  </a:cubicBezTo>
                  <a:cubicBezTo>
                    <a:pt x="47416" y="5283"/>
                    <a:pt x="52582" y="6948"/>
                    <a:pt x="57857" y="7844"/>
                  </a:cubicBezTo>
                  <a:cubicBezTo>
                    <a:pt x="62292" y="8597"/>
                    <a:pt x="66755" y="8977"/>
                    <a:pt x="71177" y="8977"/>
                  </a:cubicBezTo>
                  <a:cubicBezTo>
                    <a:pt x="72693" y="8977"/>
                    <a:pt x="74204" y="8932"/>
                    <a:pt x="75707" y="8843"/>
                  </a:cubicBezTo>
                  <a:cubicBezTo>
                    <a:pt x="78578" y="8671"/>
                    <a:pt x="81363" y="8335"/>
                    <a:pt x="83983" y="7841"/>
                  </a:cubicBezTo>
                  <a:cubicBezTo>
                    <a:pt x="84740" y="7698"/>
                    <a:pt x="85506" y="7531"/>
                    <a:pt x="86246" y="7371"/>
                  </a:cubicBezTo>
                  <a:cubicBezTo>
                    <a:pt x="87567" y="7085"/>
                    <a:pt x="88932" y="6788"/>
                    <a:pt x="90288" y="6616"/>
                  </a:cubicBezTo>
                  <a:cubicBezTo>
                    <a:pt x="91569" y="6455"/>
                    <a:pt x="92767" y="6374"/>
                    <a:pt x="93889" y="6374"/>
                  </a:cubicBezTo>
                  <a:cubicBezTo>
                    <a:pt x="97369" y="6374"/>
                    <a:pt x="100126" y="7157"/>
                    <a:pt x="102405" y="8765"/>
                  </a:cubicBezTo>
                  <a:cubicBezTo>
                    <a:pt x="104715" y="10399"/>
                    <a:pt x="107752" y="14521"/>
                    <a:pt x="107336" y="17804"/>
                  </a:cubicBezTo>
                  <a:lnTo>
                    <a:pt x="2840" y="17804"/>
                  </a:lnTo>
                  <a:cubicBezTo>
                    <a:pt x="2038" y="16930"/>
                    <a:pt x="1495" y="16015"/>
                    <a:pt x="1180" y="15011"/>
                  </a:cubicBezTo>
                  <a:cubicBezTo>
                    <a:pt x="328" y="12292"/>
                    <a:pt x="1140" y="8835"/>
                    <a:pt x="2950" y="7464"/>
                  </a:cubicBezTo>
                  <a:cubicBezTo>
                    <a:pt x="4188" y="6527"/>
                    <a:pt x="5746" y="6255"/>
                    <a:pt x="7263" y="6255"/>
                  </a:cubicBezTo>
                  <a:cubicBezTo>
                    <a:pt x="8508" y="6255"/>
                    <a:pt x="9724" y="6438"/>
                    <a:pt x="10713" y="6586"/>
                  </a:cubicBezTo>
                  <a:cubicBezTo>
                    <a:pt x="13555" y="7015"/>
                    <a:pt x="16398" y="7815"/>
                    <a:pt x="19148" y="8591"/>
                  </a:cubicBezTo>
                  <a:cubicBezTo>
                    <a:pt x="20420" y="8950"/>
                    <a:pt x="21733" y="9320"/>
                    <a:pt x="23031" y="9648"/>
                  </a:cubicBezTo>
                  <a:cubicBezTo>
                    <a:pt x="23892" y="9867"/>
                    <a:pt x="24772" y="10044"/>
                    <a:pt x="25624" y="10217"/>
                  </a:cubicBezTo>
                  <a:cubicBezTo>
                    <a:pt x="26578" y="10410"/>
                    <a:pt x="27561" y="10610"/>
                    <a:pt x="28520" y="10866"/>
                  </a:cubicBezTo>
                  <a:cubicBezTo>
                    <a:pt x="29266" y="11066"/>
                    <a:pt x="30023" y="11287"/>
                    <a:pt x="30753" y="11502"/>
                  </a:cubicBezTo>
                  <a:cubicBezTo>
                    <a:pt x="31592" y="11746"/>
                    <a:pt x="32458" y="12000"/>
                    <a:pt x="33317" y="12223"/>
                  </a:cubicBezTo>
                  <a:lnTo>
                    <a:pt x="33467" y="12263"/>
                  </a:lnTo>
                  <a:cubicBezTo>
                    <a:pt x="34991" y="12659"/>
                    <a:pt x="36728" y="13111"/>
                    <a:pt x="38421" y="13111"/>
                  </a:cubicBezTo>
                  <a:cubicBezTo>
                    <a:pt x="39680" y="13111"/>
                    <a:pt x="40914" y="12861"/>
                    <a:pt x="42017" y="12152"/>
                  </a:cubicBezTo>
                  <a:cubicBezTo>
                    <a:pt x="42247" y="12003"/>
                    <a:pt x="42254" y="11687"/>
                    <a:pt x="42130" y="11480"/>
                  </a:cubicBezTo>
                  <a:cubicBezTo>
                    <a:pt x="39927" y="7838"/>
                    <a:pt x="35420" y="7355"/>
                    <a:pt x="32131" y="7002"/>
                  </a:cubicBezTo>
                  <a:cubicBezTo>
                    <a:pt x="30552" y="6834"/>
                    <a:pt x="28936" y="6794"/>
                    <a:pt x="27373" y="6755"/>
                  </a:cubicBezTo>
                  <a:cubicBezTo>
                    <a:pt x="24971" y="6694"/>
                    <a:pt x="22485" y="6634"/>
                    <a:pt x="20094" y="6098"/>
                  </a:cubicBezTo>
                  <a:lnTo>
                    <a:pt x="19861" y="6045"/>
                  </a:lnTo>
                  <a:cubicBezTo>
                    <a:pt x="19174" y="5899"/>
                    <a:pt x="18323" y="5715"/>
                    <a:pt x="17845" y="5185"/>
                  </a:cubicBezTo>
                  <a:cubicBezTo>
                    <a:pt x="17683" y="5000"/>
                    <a:pt x="17613" y="4809"/>
                    <a:pt x="17637" y="4599"/>
                  </a:cubicBezTo>
                  <a:cubicBezTo>
                    <a:pt x="17720" y="3886"/>
                    <a:pt x="18816" y="3119"/>
                    <a:pt x="19284" y="2791"/>
                  </a:cubicBezTo>
                  <a:lnTo>
                    <a:pt x="19370" y="2730"/>
                  </a:lnTo>
                  <a:cubicBezTo>
                    <a:pt x="21382" y="1313"/>
                    <a:pt x="23882" y="535"/>
                    <a:pt x="26803" y="420"/>
                  </a:cubicBezTo>
                  <a:cubicBezTo>
                    <a:pt x="27101" y="408"/>
                    <a:pt x="27399" y="402"/>
                    <a:pt x="27698" y="402"/>
                  </a:cubicBezTo>
                  <a:close/>
                  <a:moveTo>
                    <a:pt x="27716" y="0"/>
                  </a:moveTo>
                  <a:cubicBezTo>
                    <a:pt x="27408" y="0"/>
                    <a:pt x="27101" y="6"/>
                    <a:pt x="26793" y="18"/>
                  </a:cubicBezTo>
                  <a:cubicBezTo>
                    <a:pt x="23792" y="137"/>
                    <a:pt x="21220" y="940"/>
                    <a:pt x="19143" y="2401"/>
                  </a:cubicBezTo>
                  <a:lnTo>
                    <a:pt x="19057" y="2461"/>
                  </a:lnTo>
                  <a:cubicBezTo>
                    <a:pt x="18500" y="2850"/>
                    <a:pt x="17342" y="3659"/>
                    <a:pt x="17241" y="4552"/>
                  </a:cubicBezTo>
                  <a:cubicBezTo>
                    <a:pt x="17204" y="4879"/>
                    <a:pt x="17307" y="5183"/>
                    <a:pt x="17550" y="5452"/>
                  </a:cubicBezTo>
                  <a:cubicBezTo>
                    <a:pt x="18114" y="6081"/>
                    <a:pt x="19037" y="6279"/>
                    <a:pt x="19779" y="6438"/>
                  </a:cubicBezTo>
                  <a:lnTo>
                    <a:pt x="20009" y="6488"/>
                  </a:lnTo>
                  <a:cubicBezTo>
                    <a:pt x="22436" y="7034"/>
                    <a:pt x="24942" y="7095"/>
                    <a:pt x="27366" y="7155"/>
                  </a:cubicBezTo>
                  <a:cubicBezTo>
                    <a:pt x="28920" y="7194"/>
                    <a:pt x="30528" y="7234"/>
                    <a:pt x="32089" y="7401"/>
                  </a:cubicBezTo>
                  <a:cubicBezTo>
                    <a:pt x="35297" y="7744"/>
                    <a:pt x="39689" y="8215"/>
                    <a:pt x="41788" y="11686"/>
                  </a:cubicBezTo>
                  <a:cubicBezTo>
                    <a:pt x="41818" y="11736"/>
                    <a:pt x="41813" y="11800"/>
                    <a:pt x="41803" y="11810"/>
                  </a:cubicBezTo>
                  <a:cubicBezTo>
                    <a:pt x="40777" y="12469"/>
                    <a:pt x="39614" y="12703"/>
                    <a:pt x="38419" y="12703"/>
                  </a:cubicBezTo>
                  <a:cubicBezTo>
                    <a:pt x="36773" y="12703"/>
                    <a:pt x="35066" y="12260"/>
                    <a:pt x="33571" y="11872"/>
                  </a:cubicBezTo>
                  <a:lnTo>
                    <a:pt x="33421" y="11832"/>
                  </a:lnTo>
                  <a:cubicBezTo>
                    <a:pt x="32568" y="11613"/>
                    <a:pt x="31706" y="11359"/>
                    <a:pt x="30871" y="11114"/>
                  </a:cubicBezTo>
                  <a:cubicBezTo>
                    <a:pt x="30136" y="10900"/>
                    <a:pt x="29377" y="10677"/>
                    <a:pt x="28627" y="10477"/>
                  </a:cubicBezTo>
                  <a:cubicBezTo>
                    <a:pt x="27659" y="10217"/>
                    <a:pt x="26667" y="10017"/>
                    <a:pt x="25708" y="9823"/>
                  </a:cubicBezTo>
                  <a:cubicBezTo>
                    <a:pt x="24862" y="9650"/>
                    <a:pt x="23985" y="9473"/>
                    <a:pt x="23133" y="9257"/>
                  </a:cubicBezTo>
                  <a:cubicBezTo>
                    <a:pt x="21840" y="8930"/>
                    <a:pt x="20529" y="8560"/>
                    <a:pt x="19261" y="8202"/>
                  </a:cubicBezTo>
                  <a:cubicBezTo>
                    <a:pt x="16498" y="7424"/>
                    <a:pt x="13642" y="6619"/>
                    <a:pt x="10776" y="6188"/>
                  </a:cubicBezTo>
                  <a:cubicBezTo>
                    <a:pt x="9769" y="6036"/>
                    <a:pt x="8534" y="5850"/>
                    <a:pt x="7263" y="5850"/>
                  </a:cubicBezTo>
                  <a:cubicBezTo>
                    <a:pt x="5677" y="5850"/>
                    <a:pt x="4036" y="6139"/>
                    <a:pt x="2711" y="7142"/>
                  </a:cubicBezTo>
                  <a:cubicBezTo>
                    <a:pt x="579" y="8757"/>
                    <a:pt x="1" y="12576"/>
                    <a:pt x="798" y="15131"/>
                  </a:cubicBezTo>
                  <a:cubicBezTo>
                    <a:pt x="1138" y="16218"/>
                    <a:pt x="1730" y="17203"/>
                    <a:pt x="2606" y="18144"/>
                  </a:cubicBezTo>
                  <a:lnTo>
                    <a:pt x="2666" y="18209"/>
                  </a:lnTo>
                  <a:lnTo>
                    <a:pt x="107680" y="18209"/>
                  </a:lnTo>
                  <a:lnTo>
                    <a:pt x="107713" y="18040"/>
                  </a:lnTo>
                  <a:cubicBezTo>
                    <a:pt x="108339" y="14231"/>
                    <a:pt x="104720" y="9907"/>
                    <a:pt x="102642" y="8438"/>
                  </a:cubicBezTo>
                  <a:cubicBezTo>
                    <a:pt x="100295" y="6780"/>
                    <a:pt x="97465" y="5972"/>
                    <a:pt x="93901" y="5972"/>
                  </a:cubicBezTo>
                  <a:cubicBezTo>
                    <a:pt x="92759" y="5972"/>
                    <a:pt x="91543" y="6055"/>
                    <a:pt x="90243" y="6219"/>
                  </a:cubicBezTo>
                  <a:cubicBezTo>
                    <a:pt x="88870" y="6392"/>
                    <a:pt x="87495" y="6691"/>
                    <a:pt x="86166" y="6979"/>
                  </a:cubicBezTo>
                  <a:cubicBezTo>
                    <a:pt x="85428" y="7141"/>
                    <a:pt x="84666" y="7307"/>
                    <a:pt x="83913" y="7448"/>
                  </a:cubicBezTo>
                  <a:cubicBezTo>
                    <a:pt x="81310" y="7937"/>
                    <a:pt x="78543" y="8272"/>
                    <a:pt x="75687" y="8443"/>
                  </a:cubicBezTo>
                  <a:cubicBezTo>
                    <a:pt x="74193" y="8531"/>
                    <a:pt x="72692" y="8575"/>
                    <a:pt x="71186" y="8575"/>
                  </a:cubicBezTo>
                  <a:cubicBezTo>
                    <a:pt x="66784" y="8575"/>
                    <a:pt x="62342" y="8199"/>
                    <a:pt x="57928" y="7448"/>
                  </a:cubicBezTo>
                  <a:cubicBezTo>
                    <a:pt x="52682" y="6556"/>
                    <a:pt x="47532" y="4898"/>
                    <a:pt x="42708" y="3276"/>
                  </a:cubicBezTo>
                  <a:cubicBezTo>
                    <a:pt x="38128" y="1734"/>
                    <a:pt x="32975" y="0"/>
                    <a:pt x="277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22"/>
            <p:cNvSpPr/>
            <p:nvPr/>
          </p:nvSpPr>
          <p:spPr>
            <a:xfrm>
              <a:off x="4932235" y="3684918"/>
              <a:ext cx="4348422" cy="1563444"/>
            </a:xfrm>
            <a:custGeom>
              <a:rect b="b" l="l" r="r" t="t"/>
              <a:pathLst>
                <a:path extrusionOk="0" h="39069" w="108663">
                  <a:moveTo>
                    <a:pt x="46151" y="403"/>
                  </a:moveTo>
                  <a:cubicBezTo>
                    <a:pt x="46500" y="403"/>
                    <a:pt x="46847" y="405"/>
                    <a:pt x="47194" y="409"/>
                  </a:cubicBezTo>
                  <a:cubicBezTo>
                    <a:pt x="60555" y="576"/>
                    <a:pt x="71907" y="4288"/>
                    <a:pt x="80932" y="11441"/>
                  </a:cubicBezTo>
                  <a:cubicBezTo>
                    <a:pt x="84958" y="14633"/>
                    <a:pt x="88903" y="18201"/>
                    <a:pt x="92718" y="21653"/>
                  </a:cubicBezTo>
                  <a:cubicBezTo>
                    <a:pt x="94523" y="23286"/>
                    <a:pt x="96389" y="24974"/>
                    <a:pt x="98238" y="26600"/>
                  </a:cubicBezTo>
                  <a:cubicBezTo>
                    <a:pt x="101177" y="29181"/>
                    <a:pt x="104663" y="32202"/>
                    <a:pt x="108257" y="35034"/>
                  </a:cubicBezTo>
                  <a:cubicBezTo>
                    <a:pt x="108185" y="37046"/>
                    <a:pt x="106877" y="38663"/>
                    <a:pt x="105303" y="38663"/>
                  </a:cubicBezTo>
                  <a:lnTo>
                    <a:pt x="95006" y="38663"/>
                  </a:lnTo>
                  <a:cubicBezTo>
                    <a:pt x="94337" y="37862"/>
                    <a:pt x="93741" y="37110"/>
                    <a:pt x="93190" y="36368"/>
                  </a:cubicBezTo>
                  <a:cubicBezTo>
                    <a:pt x="91738" y="34415"/>
                    <a:pt x="90482" y="32209"/>
                    <a:pt x="89268" y="30076"/>
                  </a:cubicBezTo>
                  <a:cubicBezTo>
                    <a:pt x="88255" y="28296"/>
                    <a:pt x="87207" y="26455"/>
                    <a:pt x="86046" y="24761"/>
                  </a:cubicBezTo>
                  <a:cubicBezTo>
                    <a:pt x="84901" y="23090"/>
                    <a:pt x="83654" y="21394"/>
                    <a:pt x="82109" y="20589"/>
                  </a:cubicBezTo>
                  <a:cubicBezTo>
                    <a:pt x="81766" y="20411"/>
                    <a:pt x="81285" y="20282"/>
                    <a:pt x="80790" y="20282"/>
                  </a:cubicBezTo>
                  <a:cubicBezTo>
                    <a:pt x="80446" y="20282"/>
                    <a:pt x="80095" y="20344"/>
                    <a:pt x="79779" y="20494"/>
                  </a:cubicBezTo>
                  <a:cubicBezTo>
                    <a:pt x="79253" y="20744"/>
                    <a:pt x="78909" y="21200"/>
                    <a:pt x="78784" y="21809"/>
                  </a:cubicBezTo>
                  <a:cubicBezTo>
                    <a:pt x="78479" y="23295"/>
                    <a:pt x="79725" y="24879"/>
                    <a:pt x="80550" y="25925"/>
                  </a:cubicBezTo>
                  <a:cubicBezTo>
                    <a:pt x="80666" y="26074"/>
                    <a:pt x="80775" y="26210"/>
                    <a:pt x="80868" y="26335"/>
                  </a:cubicBezTo>
                  <a:cubicBezTo>
                    <a:pt x="81946" y="27764"/>
                    <a:pt x="82835" y="29354"/>
                    <a:pt x="83661" y="31345"/>
                  </a:cubicBezTo>
                  <a:cubicBezTo>
                    <a:pt x="84287" y="32848"/>
                    <a:pt x="85364" y="35767"/>
                    <a:pt x="85660" y="38663"/>
                  </a:cubicBezTo>
                  <a:lnTo>
                    <a:pt x="76327" y="38663"/>
                  </a:lnTo>
                  <a:cubicBezTo>
                    <a:pt x="76685" y="34328"/>
                    <a:pt x="75134" y="29497"/>
                    <a:pt x="72336" y="26295"/>
                  </a:cubicBezTo>
                  <a:cubicBezTo>
                    <a:pt x="70016" y="23636"/>
                    <a:pt x="66829" y="21619"/>
                    <a:pt x="62597" y="20130"/>
                  </a:cubicBezTo>
                  <a:cubicBezTo>
                    <a:pt x="58968" y="18853"/>
                    <a:pt x="54987" y="18071"/>
                    <a:pt x="50066" y="17668"/>
                  </a:cubicBezTo>
                  <a:cubicBezTo>
                    <a:pt x="47919" y="17494"/>
                    <a:pt x="45723" y="17407"/>
                    <a:pt x="43437" y="17407"/>
                  </a:cubicBezTo>
                  <a:cubicBezTo>
                    <a:pt x="41731" y="17407"/>
                    <a:pt x="39974" y="17455"/>
                    <a:pt x="38150" y="17552"/>
                  </a:cubicBezTo>
                  <a:cubicBezTo>
                    <a:pt x="34341" y="17757"/>
                    <a:pt x="31394" y="18197"/>
                    <a:pt x="28604" y="18985"/>
                  </a:cubicBezTo>
                  <a:cubicBezTo>
                    <a:pt x="27525" y="19288"/>
                    <a:pt x="26448" y="19608"/>
                    <a:pt x="25369" y="19927"/>
                  </a:cubicBezTo>
                  <a:cubicBezTo>
                    <a:pt x="21997" y="20924"/>
                    <a:pt x="18511" y="21956"/>
                    <a:pt x="15020" y="22506"/>
                  </a:cubicBezTo>
                  <a:cubicBezTo>
                    <a:pt x="13538" y="22740"/>
                    <a:pt x="11993" y="22922"/>
                    <a:pt x="10477" y="22922"/>
                  </a:cubicBezTo>
                  <a:cubicBezTo>
                    <a:pt x="7660" y="22922"/>
                    <a:pt x="4942" y="22294"/>
                    <a:pt x="2908" y="20201"/>
                  </a:cubicBezTo>
                  <a:cubicBezTo>
                    <a:pt x="2318" y="19594"/>
                    <a:pt x="445" y="17417"/>
                    <a:pt x="1110" y="14892"/>
                  </a:cubicBezTo>
                  <a:cubicBezTo>
                    <a:pt x="1609" y="13004"/>
                    <a:pt x="3139" y="11676"/>
                    <a:pt x="4417" y="10728"/>
                  </a:cubicBezTo>
                  <a:cubicBezTo>
                    <a:pt x="7502" y="8442"/>
                    <a:pt x="11094" y="7120"/>
                    <a:pt x="14506" y="5962"/>
                  </a:cubicBezTo>
                  <a:cubicBezTo>
                    <a:pt x="25380" y="2272"/>
                    <a:pt x="36012" y="403"/>
                    <a:pt x="46151" y="403"/>
                  </a:cubicBezTo>
                  <a:close/>
                  <a:moveTo>
                    <a:pt x="46184" y="0"/>
                  </a:moveTo>
                  <a:cubicBezTo>
                    <a:pt x="35995" y="0"/>
                    <a:pt x="25302" y="1873"/>
                    <a:pt x="14376" y="5582"/>
                  </a:cubicBezTo>
                  <a:cubicBezTo>
                    <a:pt x="10932" y="6749"/>
                    <a:pt x="7309" y="8083"/>
                    <a:pt x="4175" y="10405"/>
                  </a:cubicBezTo>
                  <a:cubicBezTo>
                    <a:pt x="2845" y="11391"/>
                    <a:pt x="1250" y="12780"/>
                    <a:pt x="720" y="14790"/>
                  </a:cubicBezTo>
                  <a:cubicBezTo>
                    <a:pt x="0" y="17521"/>
                    <a:pt x="1992" y="19837"/>
                    <a:pt x="2618" y="20484"/>
                  </a:cubicBezTo>
                  <a:cubicBezTo>
                    <a:pt x="4745" y="22672"/>
                    <a:pt x="7559" y="23326"/>
                    <a:pt x="10464" y="23326"/>
                  </a:cubicBezTo>
                  <a:cubicBezTo>
                    <a:pt x="12008" y="23326"/>
                    <a:pt x="13578" y="23141"/>
                    <a:pt x="15083" y="22903"/>
                  </a:cubicBezTo>
                  <a:cubicBezTo>
                    <a:pt x="18599" y="22350"/>
                    <a:pt x="22098" y="21314"/>
                    <a:pt x="25483" y="20314"/>
                  </a:cubicBezTo>
                  <a:cubicBezTo>
                    <a:pt x="26558" y="19996"/>
                    <a:pt x="27635" y="19678"/>
                    <a:pt x="28713" y="19374"/>
                  </a:cubicBezTo>
                  <a:cubicBezTo>
                    <a:pt x="31476" y="18595"/>
                    <a:pt x="34392" y="18158"/>
                    <a:pt x="38171" y="17957"/>
                  </a:cubicBezTo>
                  <a:cubicBezTo>
                    <a:pt x="39992" y="17859"/>
                    <a:pt x="41744" y="17811"/>
                    <a:pt x="43446" y="17811"/>
                  </a:cubicBezTo>
                  <a:cubicBezTo>
                    <a:pt x="45718" y="17811"/>
                    <a:pt x="47900" y="17898"/>
                    <a:pt x="50034" y="18072"/>
                  </a:cubicBezTo>
                  <a:cubicBezTo>
                    <a:pt x="54919" y="18471"/>
                    <a:pt x="58869" y="19245"/>
                    <a:pt x="62464" y="20513"/>
                  </a:cubicBezTo>
                  <a:cubicBezTo>
                    <a:pt x="66629" y="21980"/>
                    <a:pt x="69761" y="23959"/>
                    <a:pt x="72035" y="26564"/>
                  </a:cubicBezTo>
                  <a:cubicBezTo>
                    <a:pt x="74808" y="29740"/>
                    <a:pt x="76328" y="34562"/>
                    <a:pt x="75907" y="38847"/>
                  </a:cubicBezTo>
                  <a:lnTo>
                    <a:pt x="75885" y="39069"/>
                  </a:lnTo>
                  <a:lnTo>
                    <a:pt x="86103" y="39069"/>
                  </a:lnTo>
                  <a:lnTo>
                    <a:pt x="86083" y="38849"/>
                  </a:lnTo>
                  <a:cubicBezTo>
                    <a:pt x="85816" y="35827"/>
                    <a:pt x="84685" y="32755"/>
                    <a:pt x="84035" y="31193"/>
                  </a:cubicBezTo>
                  <a:cubicBezTo>
                    <a:pt x="83194" y="29170"/>
                    <a:pt x="82289" y="27550"/>
                    <a:pt x="81192" y="26094"/>
                  </a:cubicBezTo>
                  <a:cubicBezTo>
                    <a:pt x="81095" y="25968"/>
                    <a:pt x="80986" y="25829"/>
                    <a:pt x="80868" y="25679"/>
                  </a:cubicBezTo>
                  <a:cubicBezTo>
                    <a:pt x="80089" y="24692"/>
                    <a:pt x="78913" y="23196"/>
                    <a:pt x="79180" y="21893"/>
                  </a:cubicBezTo>
                  <a:cubicBezTo>
                    <a:pt x="79280" y="21406"/>
                    <a:pt x="79542" y="21057"/>
                    <a:pt x="79953" y="20860"/>
                  </a:cubicBezTo>
                  <a:cubicBezTo>
                    <a:pt x="80215" y="20736"/>
                    <a:pt x="80506" y="20684"/>
                    <a:pt x="80793" y="20684"/>
                  </a:cubicBezTo>
                  <a:cubicBezTo>
                    <a:pt x="81216" y="20684"/>
                    <a:pt x="81630" y="20796"/>
                    <a:pt x="81925" y="20950"/>
                  </a:cubicBezTo>
                  <a:cubicBezTo>
                    <a:pt x="83388" y="21710"/>
                    <a:pt x="84600" y="23365"/>
                    <a:pt x="85716" y="24991"/>
                  </a:cubicBezTo>
                  <a:cubicBezTo>
                    <a:pt x="86867" y="26672"/>
                    <a:pt x="87910" y="28506"/>
                    <a:pt x="88919" y="30277"/>
                  </a:cubicBezTo>
                  <a:cubicBezTo>
                    <a:pt x="90139" y="32421"/>
                    <a:pt x="91401" y="34638"/>
                    <a:pt x="92868" y="36611"/>
                  </a:cubicBezTo>
                  <a:cubicBezTo>
                    <a:pt x="93440" y="37380"/>
                    <a:pt x="94059" y="38160"/>
                    <a:pt x="94759" y="38996"/>
                  </a:cubicBezTo>
                  <a:lnTo>
                    <a:pt x="94819" y="39068"/>
                  </a:lnTo>
                  <a:lnTo>
                    <a:pt x="105303" y="39068"/>
                  </a:lnTo>
                  <a:cubicBezTo>
                    <a:pt x="107121" y="39068"/>
                    <a:pt x="108627" y="37217"/>
                    <a:pt x="108661" y="34947"/>
                  </a:cubicBezTo>
                  <a:lnTo>
                    <a:pt x="108663" y="34847"/>
                  </a:lnTo>
                  <a:lnTo>
                    <a:pt x="108584" y="34784"/>
                  </a:lnTo>
                  <a:cubicBezTo>
                    <a:pt x="104971" y="31939"/>
                    <a:pt x="101460" y="28897"/>
                    <a:pt x="98502" y="26300"/>
                  </a:cubicBezTo>
                  <a:cubicBezTo>
                    <a:pt x="96655" y="24675"/>
                    <a:pt x="94790" y="22989"/>
                    <a:pt x="92987" y="21357"/>
                  </a:cubicBezTo>
                  <a:cubicBezTo>
                    <a:pt x="89168" y="17899"/>
                    <a:pt x="85217" y="14326"/>
                    <a:pt x="81181" y="11127"/>
                  </a:cubicBezTo>
                  <a:cubicBezTo>
                    <a:pt x="72085" y="3918"/>
                    <a:pt x="60650" y="176"/>
                    <a:pt x="47197" y="6"/>
                  </a:cubicBezTo>
                  <a:cubicBezTo>
                    <a:pt x="46860" y="2"/>
                    <a:pt x="46522" y="0"/>
                    <a:pt x="46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2"/>
            <p:cNvSpPr/>
            <p:nvPr/>
          </p:nvSpPr>
          <p:spPr>
            <a:xfrm>
              <a:off x="5065015" y="-2330514"/>
              <a:ext cx="4355665" cy="807744"/>
            </a:xfrm>
            <a:custGeom>
              <a:rect b="b" l="l" r="r" t="t"/>
              <a:pathLst>
                <a:path extrusionOk="0" h="28164" w="108844">
                  <a:moveTo>
                    <a:pt x="105484" y="409"/>
                  </a:moveTo>
                  <a:cubicBezTo>
                    <a:pt x="107116" y="409"/>
                    <a:pt x="108443" y="2114"/>
                    <a:pt x="108443" y="4208"/>
                  </a:cubicBezTo>
                  <a:lnTo>
                    <a:pt x="108443" y="9441"/>
                  </a:lnTo>
                  <a:cubicBezTo>
                    <a:pt x="107791" y="9431"/>
                    <a:pt x="107138" y="9426"/>
                    <a:pt x="106485" y="9426"/>
                  </a:cubicBezTo>
                  <a:cubicBezTo>
                    <a:pt x="96929" y="9426"/>
                    <a:pt x="87281" y="10461"/>
                    <a:pt x="77432" y="11618"/>
                  </a:cubicBezTo>
                  <a:lnTo>
                    <a:pt x="74438" y="11967"/>
                  </a:lnTo>
                  <a:cubicBezTo>
                    <a:pt x="68077" y="12707"/>
                    <a:pt x="61497" y="13471"/>
                    <a:pt x="55052" y="14524"/>
                  </a:cubicBezTo>
                  <a:cubicBezTo>
                    <a:pt x="50937" y="15196"/>
                    <a:pt x="47239" y="15919"/>
                    <a:pt x="43750" y="16739"/>
                  </a:cubicBezTo>
                  <a:cubicBezTo>
                    <a:pt x="39671" y="17698"/>
                    <a:pt x="36280" y="18535"/>
                    <a:pt x="32894" y="19868"/>
                  </a:cubicBezTo>
                  <a:cubicBezTo>
                    <a:pt x="30642" y="20754"/>
                    <a:pt x="28443" y="21986"/>
                    <a:pt x="26315" y="23179"/>
                  </a:cubicBezTo>
                  <a:cubicBezTo>
                    <a:pt x="22603" y="25262"/>
                    <a:pt x="18761" y="27414"/>
                    <a:pt x="14582" y="27728"/>
                  </a:cubicBezTo>
                  <a:cubicBezTo>
                    <a:pt x="14284" y="27750"/>
                    <a:pt x="13983" y="27761"/>
                    <a:pt x="13680" y="27761"/>
                  </a:cubicBezTo>
                  <a:cubicBezTo>
                    <a:pt x="8600" y="27761"/>
                    <a:pt x="3011" y="24606"/>
                    <a:pt x="1265" y="17265"/>
                  </a:cubicBezTo>
                  <a:cubicBezTo>
                    <a:pt x="424" y="13728"/>
                    <a:pt x="774" y="10998"/>
                    <a:pt x="2304" y="9148"/>
                  </a:cubicBezTo>
                  <a:cubicBezTo>
                    <a:pt x="3847" y="7282"/>
                    <a:pt x="6123" y="6467"/>
                    <a:pt x="8144" y="5916"/>
                  </a:cubicBezTo>
                  <a:cubicBezTo>
                    <a:pt x="14663" y="4135"/>
                    <a:pt x="21503" y="4060"/>
                    <a:pt x="27536" y="3991"/>
                  </a:cubicBezTo>
                  <a:lnTo>
                    <a:pt x="28284" y="3982"/>
                  </a:lnTo>
                  <a:cubicBezTo>
                    <a:pt x="35338" y="3908"/>
                    <a:pt x="42635" y="3830"/>
                    <a:pt x="49562" y="1411"/>
                  </a:cubicBezTo>
                  <a:cubicBezTo>
                    <a:pt x="50530" y="1072"/>
                    <a:pt x="51303" y="753"/>
                    <a:pt x="51989" y="409"/>
                  </a:cubicBezTo>
                  <a:lnTo>
                    <a:pt x="51989" y="410"/>
                  </a:lnTo>
                  <a:lnTo>
                    <a:pt x="77472" y="410"/>
                  </a:lnTo>
                  <a:cubicBezTo>
                    <a:pt x="75657" y="1022"/>
                    <a:pt x="73845" y="1526"/>
                    <a:pt x="72138" y="1986"/>
                  </a:cubicBezTo>
                  <a:cubicBezTo>
                    <a:pt x="71479" y="2162"/>
                    <a:pt x="70816" y="2334"/>
                    <a:pt x="70156" y="2505"/>
                  </a:cubicBezTo>
                  <a:cubicBezTo>
                    <a:pt x="68329" y="2977"/>
                    <a:pt x="66440" y="3467"/>
                    <a:pt x="64605" y="4082"/>
                  </a:cubicBezTo>
                  <a:cubicBezTo>
                    <a:pt x="61004" y="5291"/>
                    <a:pt x="57124" y="6040"/>
                    <a:pt x="52740" y="6369"/>
                  </a:cubicBezTo>
                  <a:cubicBezTo>
                    <a:pt x="49638" y="6602"/>
                    <a:pt x="46418" y="6602"/>
                    <a:pt x="43304" y="6603"/>
                  </a:cubicBezTo>
                  <a:cubicBezTo>
                    <a:pt x="34965" y="6606"/>
                    <a:pt x="26344" y="6609"/>
                    <a:pt x="18528" y="10955"/>
                  </a:cubicBezTo>
                  <a:cubicBezTo>
                    <a:pt x="14223" y="13350"/>
                    <a:pt x="12644" y="15910"/>
                    <a:pt x="13835" y="18561"/>
                  </a:cubicBezTo>
                  <a:cubicBezTo>
                    <a:pt x="14838" y="20791"/>
                    <a:pt x="17057" y="22107"/>
                    <a:pt x="18813" y="22421"/>
                  </a:cubicBezTo>
                  <a:cubicBezTo>
                    <a:pt x="19239" y="22498"/>
                    <a:pt x="19668" y="22533"/>
                    <a:pt x="20097" y="22533"/>
                  </a:cubicBezTo>
                  <a:cubicBezTo>
                    <a:pt x="22307" y="22533"/>
                    <a:pt x="24513" y="21604"/>
                    <a:pt x="26433" y="20647"/>
                  </a:cubicBezTo>
                  <a:cubicBezTo>
                    <a:pt x="27444" y="20142"/>
                    <a:pt x="28451" y="19561"/>
                    <a:pt x="29427" y="18998"/>
                  </a:cubicBezTo>
                  <a:cubicBezTo>
                    <a:pt x="30955" y="18116"/>
                    <a:pt x="32534" y="17203"/>
                    <a:pt x="34157" y="16576"/>
                  </a:cubicBezTo>
                  <a:cubicBezTo>
                    <a:pt x="37956" y="15106"/>
                    <a:pt x="41874" y="14247"/>
                    <a:pt x="44864" y="13661"/>
                  </a:cubicBezTo>
                  <a:cubicBezTo>
                    <a:pt x="49244" y="12804"/>
                    <a:pt x="53720" y="12190"/>
                    <a:pt x="58050" y="11597"/>
                  </a:cubicBezTo>
                  <a:cubicBezTo>
                    <a:pt x="61146" y="11172"/>
                    <a:pt x="64344" y="10734"/>
                    <a:pt x="67486" y="10209"/>
                  </a:cubicBezTo>
                  <a:cubicBezTo>
                    <a:pt x="71305" y="9572"/>
                    <a:pt x="74827" y="8898"/>
                    <a:pt x="78252" y="8150"/>
                  </a:cubicBezTo>
                  <a:cubicBezTo>
                    <a:pt x="80759" y="7602"/>
                    <a:pt x="84017" y="6743"/>
                    <a:pt x="86995" y="4937"/>
                  </a:cubicBezTo>
                  <a:cubicBezTo>
                    <a:pt x="88677" y="3915"/>
                    <a:pt x="90044" y="2435"/>
                    <a:pt x="91173" y="409"/>
                  </a:cubicBezTo>
                  <a:close/>
                  <a:moveTo>
                    <a:pt x="90934" y="0"/>
                  </a:moveTo>
                  <a:lnTo>
                    <a:pt x="90877" y="105"/>
                  </a:lnTo>
                  <a:cubicBezTo>
                    <a:pt x="89755" y="2148"/>
                    <a:pt x="88458" y="3572"/>
                    <a:pt x="86786" y="4587"/>
                  </a:cubicBezTo>
                  <a:cubicBezTo>
                    <a:pt x="83860" y="6361"/>
                    <a:pt x="80642" y="7209"/>
                    <a:pt x="78166" y="7749"/>
                  </a:cubicBezTo>
                  <a:cubicBezTo>
                    <a:pt x="74747" y="8496"/>
                    <a:pt x="71232" y="9168"/>
                    <a:pt x="67420" y="9804"/>
                  </a:cubicBezTo>
                  <a:cubicBezTo>
                    <a:pt x="64284" y="10326"/>
                    <a:pt x="61086" y="10767"/>
                    <a:pt x="57994" y="11189"/>
                  </a:cubicBezTo>
                  <a:cubicBezTo>
                    <a:pt x="53660" y="11784"/>
                    <a:pt x="49177" y="12398"/>
                    <a:pt x="44787" y="13257"/>
                  </a:cubicBezTo>
                  <a:cubicBezTo>
                    <a:pt x="41781" y="13846"/>
                    <a:pt x="37840" y="14712"/>
                    <a:pt x="34011" y="16192"/>
                  </a:cubicBezTo>
                  <a:cubicBezTo>
                    <a:pt x="32361" y="16832"/>
                    <a:pt x="30768" y="17751"/>
                    <a:pt x="29227" y="18641"/>
                  </a:cubicBezTo>
                  <a:cubicBezTo>
                    <a:pt x="28257" y="19199"/>
                    <a:pt x="27256" y="19778"/>
                    <a:pt x="26252" y="20278"/>
                  </a:cubicBezTo>
                  <a:cubicBezTo>
                    <a:pt x="24377" y="21213"/>
                    <a:pt x="22228" y="22123"/>
                    <a:pt x="20096" y="22123"/>
                  </a:cubicBezTo>
                  <a:cubicBezTo>
                    <a:pt x="19691" y="22123"/>
                    <a:pt x="19286" y="22090"/>
                    <a:pt x="18884" y="22019"/>
                  </a:cubicBezTo>
                  <a:cubicBezTo>
                    <a:pt x="17234" y="21723"/>
                    <a:pt x="15146" y="20485"/>
                    <a:pt x="14203" y="18389"/>
                  </a:cubicBezTo>
                  <a:cubicBezTo>
                    <a:pt x="13112" y="15962"/>
                    <a:pt x="14633" y="13577"/>
                    <a:pt x="18725" y="11302"/>
                  </a:cubicBezTo>
                  <a:cubicBezTo>
                    <a:pt x="26450" y="7006"/>
                    <a:pt x="35017" y="7004"/>
                    <a:pt x="43304" y="7002"/>
                  </a:cubicBezTo>
                  <a:cubicBezTo>
                    <a:pt x="46426" y="7002"/>
                    <a:pt x="49654" y="6999"/>
                    <a:pt x="52770" y="6766"/>
                  </a:cubicBezTo>
                  <a:cubicBezTo>
                    <a:pt x="57188" y="6433"/>
                    <a:pt x="61100" y="5680"/>
                    <a:pt x="64734" y="4460"/>
                  </a:cubicBezTo>
                  <a:cubicBezTo>
                    <a:pt x="66555" y="3847"/>
                    <a:pt x="68437" y="3359"/>
                    <a:pt x="70258" y="2889"/>
                  </a:cubicBezTo>
                  <a:cubicBezTo>
                    <a:pt x="70921" y="2718"/>
                    <a:pt x="71583" y="2546"/>
                    <a:pt x="72244" y="2369"/>
                  </a:cubicBezTo>
                  <a:cubicBezTo>
                    <a:pt x="74310" y="1815"/>
                    <a:pt x="76526" y="1191"/>
                    <a:pt x="78725" y="393"/>
                  </a:cubicBezTo>
                  <a:lnTo>
                    <a:pt x="79801" y="3"/>
                  </a:lnTo>
                  <a:lnTo>
                    <a:pt x="51891" y="3"/>
                  </a:lnTo>
                  <a:lnTo>
                    <a:pt x="51849" y="25"/>
                  </a:lnTo>
                  <a:cubicBezTo>
                    <a:pt x="51168" y="369"/>
                    <a:pt x="50398" y="688"/>
                    <a:pt x="49430" y="1026"/>
                  </a:cubicBezTo>
                  <a:cubicBezTo>
                    <a:pt x="42565" y="3424"/>
                    <a:pt x="35301" y="3502"/>
                    <a:pt x="28279" y="3577"/>
                  </a:cubicBezTo>
                  <a:lnTo>
                    <a:pt x="27530" y="3587"/>
                  </a:lnTo>
                  <a:cubicBezTo>
                    <a:pt x="21472" y="3654"/>
                    <a:pt x="14606" y="3731"/>
                    <a:pt x="8035" y="5524"/>
                  </a:cubicBezTo>
                  <a:cubicBezTo>
                    <a:pt x="5955" y="6091"/>
                    <a:pt x="3608" y="6937"/>
                    <a:pt x="1994" y="8889"/>
                  </a:cubicBezTo>
                  <a:cubicBezTo>
                    <a:pt x="378" y="10842"/>
                    <a:pt x="1" y="13691"/>
                    <a:pt x="872" y="17356"/>
                  </a:cubicBezTo>
                  <a:cubicBezTo>
                    <a:pt x="2415" y="23842"/>
                    <a:pt x="7591" y="28164"/>
                    <a:pt x="13647" y="28164"/>
                  </a:cubicBezTo>
                  <a:cubicBezTo>
                    <a:pt x="13966" y="28164"/>
                    <a:pt x="14287" y="28154"/>
                    <a:pt x="14609" y="28121"/>
                  </a:cubicBezTo>
                  <a:cubicBezTo>
                    <a:pt x="18878" y="27800"/>
                    <a:pt x="22758" y="25623"/>
                    <a:pt x="26511" y="23520"/>
                  </a:cubicBezTo>
                  <a:cubicBezTo>
                    <a:pt x="28626" y="22334"/>
                    <a:pt x="30812" y="21108"/>
                    <a:pt x="33038" y="20233"/>
                  </a:cubicBezTo>
                  <a:cubicBezTo>
                    <a:pt x="36400" y="18911"/>
                    <a:pt x="39775" y="18075"/>
                    <a:pt x="43838" y="17121"/>
                  </a:cubicBezTo>
                  <a:cubicBezTo>
                    <a:pt x="47319" y="16305"/>
                    <a:pt x="51008" y="15582"/>
                    <a:pt x="55113" y="14912"/>
                  </a:cubicBezTo>
                  <a:cubicBezTo>
                    <a:pt x="61550" y="13861"/>
                    <a:pt x="68126" y="13097"/>
                    <a:pt x="74484" y="12357"/>
                  </a:cubicBezTo>
                  <a:lnTo>
                    <a:pt x="77477" y="12010"/>
                  </a:lnTo>
                  <a:cubicBezTo>
                    <a:pt x="87323" y="10854"/>
                    <a:pt x="96973" y="9822"/>
                    <a:pt x="106514" y="9822"/>
                  </a:cubicBezTo>
                  <a:cubicBezTo>
                    <a:pt x="107222" y="9822"/>
                    <a:pt x="107930" y="9827"/>
                    <a:pt x="108637" y="9839"/>
                  </a:cubicBezTo>
                  <a:lnTo>
                    <a:pt x="108843" y="9842"/>
                  </a:lnTo>
                  <a:lnTo>
                    <a:pt x="108843" y="4203"/>
                  </a:lnTo>
                  <a:cubicBezTo>
                    <a:pt x="108843" y="1884"/>
                    <a:pt x="107336" y="0"/>
                    <a:pt x="1054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1" name="Google Shape;651;p22"/>
          <p:cNvSpPr/>
          <p:nvPr/>
        </p:nvSpPr>
        <p:spPr>
          <a:xfrm>
            <a:off x="408250" y="362757"/>
            <a:ext cx="8434200" cy="4594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2"/>
          <p:cNvSpPr/>
          <p:nvPr/>
        </p:nvSpPr>
        <p:spPr>
          <a:xfrm>
            <a:off x="301550" y="271625"/>
            <a:ext cx="8434200" cy="45849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2"/>
          <p:cNvSpPr txBox="1"/>
          <p:nvPr>
            <p:ph idx="1" type="subTitle"/>
          </p:nvPr>
        </p:nvSpPr>
        <p:spPr>
          <a:xfrm>
            <a:off x="5582400" y="2324850"/>
            <a:ext cx="2841600" cy="1609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hlink"/>
                </a:solidFill>
              </a:defRPr>
            </a:lvl1pPr>
            <a:lvl2pPr lvl="1" rtl="0" algn="r">
              <a:lnSpc>
                <a:spcPct val="100000"/>
              </a:lnSpc>
              <a:spcBef>
                <a:spcPts val="1600"/>
              </a:spcBef>
              <a:spcAft>
                <a:spcPts val="0"/>
              </a:spcAft>
              <a:buSzPts val="1400"/>
              <a:buNone/>
              <a:defRPr/>
            </a:lvl2pPr>
            <a:lvl3pPr lvl="2" rtl="0" algn="r">
              <a:lnSpc>
                <a:spcPct val="100000"/>
              </a:lnSpc>
              <a:spcBef>
                <a:spcPts val="1600"/>
              </a:spcBef>
              <a:spcAft>
                <a:spcPts val="0"/>
              </a:spcAft>
              <a:buSzPts val="1400"/>
              <a:buNone/>
              <a:defRPr/>
            </a:lvl3pPr>
            <a:lvl4pPr lvl="3" rtl="0" algn="r">
              <a:lnSpc>
                <a:spcPct val="100000"/>
              </a:lnSpc>
              <a:spcBef>
                <a:spcPts val="1600"/>
              </a:spcBef>
              <a:spcAft>
                <a:spcPts val="0"/>
              </a:spcAft>
              <a:buSzPts val="1400"/>
              <a:buNone/>
              <a:defRPr/>
            </a:lvl4pPr>
            <a:lvl5pPr lvl="4" rtl="0" algn="r">
              <a:lnSpc>
                <a:spcPct val="100000"/>
              </a:lnSpc>
              <a:spcBef>
                <a:spcPts val="1600"/>
              </a:spcBef>
              <a:spcAft>
                <a:spcPts val="0"/>
              </a:spcAft>
              <a:buSzPts val="1400"/>
              <a:buNone/>
              <a:defRPr/>
            </a:lvl5pPr>
            <a:lvl6pPr lvl="5" rtl="0" algn="r">
              <a:lnSpc>
                <a:spcPct val="100000"/>
              </a:lnSpc>
              <a:spcBef>
                <a:spcPts val="1600"/>
              </a:spcBef>
              <a:spcAft>
                <a:spcPts val="0"/>
              </a:spcAft>
              <a:buSzPts val="1400"/>
              <a:buNone/>
              <a:defRPr/>
            </a:lvl6pPr>
            <a:lvl7pPr lvl="6" rtl="0" algn="r">
              <a:lnSpc>
                <a:spcPct val="100000"/>
              </a:lnSpc>
              <a:spcBef>
                <a:spcPts val="1600"/>
              </a:spcBef>
              <a:spcAft>
                <a:spcPts val="0"/>
              </a:spcAft>
              <a:buSzPts val="1400"/>
              <a:buNone/>
              <a:defRPr/>
            </a:lvl7pPr>
            <a:lvl8pPr lvl="7" rtl="0" algn="r">
              <a:lnSpc>
                <a:spcPct val="100000"/>
              </a:lnSpc>
              <a:spcBef>
                <a:spcPts val="1600"/>
              </a:spcBef>
              <a:spcAft>
                <a:spcPts val="0"/>
              </a:spcAft>
              <a:buSzPts val="1400"/>
              <a:buNone/>
              <a:defRPr/>
            </a:lvl8pPr>
            <a:lvl9pPr lvl="8" rtl="0" algn="r">
              <a:lnSpc>
                <a:spcPct val="100000"/>
              </a:lnSpc>
              <a:spcBef>
                <a:spcPts val="1600"/>
              </a:spcBef>
              <a:spcAft>
                <a:spcPts val="1600"/>
              </a:spcAft>
              <a:buSzPts val="1400"/>
              <a:buNone/>
              <a:defRPr/>
            </a:lvl9pPr>
          </a:lstStyle>
          <a:p/>
        </p:txBody>
      </p:sp>
      <p:sp>
        <p:nvSpPr>
          <p:cNvPr id="654" name="Google Shape;654;p22"/>
          <p:cNvSpPr txBox="1"/>
          <p:nvPr>
            <p:ph type="title"/>
          </p:nvPr>
        </p:nvSpPr>
        <p:spPr>
          <a:xfrm>
            <a:off x="720000" y="540000"/>
            <a:ext cx="7704000" cy="5643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3180000" dist="85725">
              <a:schemeClr val="dk2"/>
            </a:outerShdw>
          </a:effectLst>
        </p:spPr>
        <p:txBody>
          <a:bodyPr anchorCtr="0" anchor="ctr" bIns="91425" lIns="91425" spcFirstLastPara="1" rIns="91425" wrap="square" tIns="91425">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655" name="Google Shape;655;p22"/>
          <p:cNvSpPr txBox="1"/>
          <p:nvPr>
            <p:ph idx="2" type="subTitle"/>
          </p:nvPr>
        </p:nvSpPr>
        <p:spPr>
          <a:xfrm>
            <a:off x="7084550" y="4208775"/>
            <a:ext cx="913800" cy="394800"/>
          </a:xfrm>
          <a:prstGeom prst="rect">
            <a:avLst/>
          </a:prstGeom>
          <a:ln cap="flat" cmpd="sng" w="9525">
            <a:solidFill>
              <a:srgbClr val="000000"/>
            </a:solidFill>
            <a:prstDash val="solid"/>
            <a:round/>
            <a:headEnd len="sm" w="sm" type="none"/>
            <a:tailEnd len="sm" w="sm" type="none"/>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TITLE_AND_TWO_COLUMNS_1">
    <p:bg>
      <p:bgPr>
        <a:solidFill>
          <a:schemeClr val="accent6"/>
        </a:solidFill>
      </p:bgPr>
    </p:bg>
    <p:spTree>
      <p:nvGrpSpPr>
        <p:cNvPr id="656" name="Shape 656"/>
        <p:cNvGrpSpPr/>
        <p:nvPr/>
      </p:nvGrpSpPr>
      <p:grpSpPr>
        <a:xfrm>
          <a:off x="0" y="0"/>
          <a:ext cx="0" cy="0"/>
          <a:chOff x="0" y="0"/>
          <a:chExt cx="0" cy="0"/>
        </a:xfrm>
      </p:grpSpPr>
      <p:grpSp>
        <p:nvGrpSpPr>
          <p:cNvPr id="657" name="Google Shape;657;p23"/>
          <p:cNvGrpSpPr/>
          <p:nvPr/>
        </p:nvGrpSpPr>
        <p:grpSpPr>
          <a:xfrm>
            <a:off x="-97264" y="-1670400"/>
            <a:ext cx="9517944" cy="7737118"/>
            <a:chOff x="-97264" y="-1670400"/>
            <a:chExt cx="9517944" cy="7737118"/>
          </a:xfrm>
        </p:grpSpPr>
        <p:sp>
          <p:nvSpPr>
            <p:cNvPr id="658" name="Google Shape;658;p23"/>
            <p:cNvSpPr/>
            <p:nvPr/>
          </p:nvSpPr>
          <p:spPr>
            <a:xfrm flipH="1" rot="10800000">
              <a:off x="-89101" y="4603110"/>
              <a:ext cx="3985503" cy="848251"/>
            </a:xfrm>
            <a:custGeom>
              <a:rect b="b" l="l" r="r" t="t"/>
              <a:pathLst>
                <a:path extrusionOk="0" h="21197" w="99594">
                  <a:moveTo>
                    <a:pt x="65021" y="0"/>
                  </a:moveTo>
                  <a:cubicBezTo>
                    <a:pt x="64434" y="0"/>
                    <a:pt x="63848" y="10"/>
                    <a:pt x="63260" y="29"/>
                  </a:cubicBezTo>
                  <a:cubicBezTo>
                    <a:pt x="57732" y="207"/>
                    <a:pt x="52245" y="1096"/>
                    <a:pt x="46816" y="2389"/>
                  </a:cubicBezTo>
                  <a:cubicBezTo>
                    <a:pt x="41611" y="3631"/>
                    <a:pt x="36750" y="6060"/>
                    <a:pt x="31830" y="8475"/>
                  </a:cubicBezTo>
                  <a:cubicBezTo>
                    <a:pt x="27244" y="10725"/>
                    <a:pt x="22624" y="12692"/>
                    <a:pt x="17724" y="13463"/>
                  </a:cubicBezTo>
                  <a:cubicBezTo>
                    <a:pt x="15802" y="13765"/>
                    <a:pt x="13860" y="13942"/>
                    <a:pt x="11920" y="13942"/>
                  </a:cubicBezTo>
                  <a:cubicBezTo>
                    <a:pt x="10234" y="13942"/>
                    <a:pt x="8549" y="13808"/>
                    <a:pt x="6879" y="13505"/>
                  </a:cubicBezTo>
                  <a:cubicBezTo>
                    <a:pt x="4515" y="13077"/>
                    <a:pt x="2162" y="12285"/>
                    <a:pt x="0" y="10984"/>
                  </a:cubicBezTo>
                  <a:lnTo>
                    <a:pt x="0" y="18944"/>
                  </a:lnTo>
                  <a:cubicBezTo>
                    <a:pt x="1762" y="19024"/>
                    <a:pt x="3523" y="19075"/>
                    <a:pt x="5283" y="19075"/>
                  </a:cubicBezTo>
                  <a:cubicBezTo>
                    <a:pt x="9227" y="19075"/>
                    <a:pt x="13162" y="18820"/>
                    <a:pt x="17071" y="18072"/>
                  </a:cubicBezTo>
                  <a:cubicBezTo>
                    <a:pt x="21981" y="17133"/>
                    <a:pt x="26589" y="15270"/>
                    <a:pt x="30996" y="12374"/>
                  </a:cubicBezTo>
                  <a:cubicBezTo>
                    <a:pt x="33739" y="10570"/>
                    <a:pt x="36781" y="9886"/>
                    <a:pt x="39837" y="9886"/>
                  </a:cubicBezTo>
                  <a:cubicBezTo>
                    <a:pt x="40660" y="9886"/>
                    <a:pt x="41484" y="9936"/>
                    <a:pt x="42304" y="10026"/>
                  </a:cubicBezTo>
                  <a:cubicBezTo>
                    <a:pt x="50992" y="10985"/>
                    <a:pt x="59004" y="15789"/>
                    <a:pt x="67420" y="18291"/>
                  </a:cubicBezTo>
                  <a:cubicBezTo>
                    <a:pt x="72853" y="19907"/>
                    <a:pt x="78486" y="20812"/>
                    <a:pt x="84058" y="21107"/>
                  </a:cubicBezTo>
                  <a:cubicBezTo>
                    <a:pt x="85055" y="21160"/>
                    <a:pt x="86060" y="21196"/>
                    <a:pt x="87066" y="21196"/>
                  </a:cubicBezTo>
                  <a:cubicBezTo>
                    <a:pt x="89207" y="21196"/>
                    <a:pt x="91355" y="21031"/>
                    <a:pt x="93446" y="20508"/>
                  </a:cubicBezTo>
                  <a:cubicBezTo>
                    <a:pt x="95522" y="19989"/>
                    <a:pt x="98275" y="18989"/>
                    <a:pt x="98894" y="16049"/>
                  </a:cubicBezTo>
                  <a:cubicBezTo>
                    <a:pt x="99594" y="12721"/>
                    <a:pt x="97265" y="10188"/>
                    <a:pt x="95270" y="8623"/>
                  </a:cubicBezTo>
                  <a:cubicBezTo>
                    <a:pt x="92667" y="6581"/>
                    <a:pt x="89709" y="5268"/>
                    <a:pt x="86790" y="4165"/>
                  </a:cubicBezTo>
                  <a:cubicBezTo>
                    <a:pt x="79711" y="1489"/>
                    <a:pt x="72404" y="0"/>
                    <a:pt x="6502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3"/>
            <p:cNvSpPr/>
            <p:nvPr/>
          </p:nvSpPr>
          <p:spPr>
            <a:xfrm flipH="1" rot="10800000">
              <a:off x="-89221" y="2683898"/>
              <a:ext cx="8386467" cy="1819876"/>
            </a:xfrm>
            <a:custGeom>
              <a:rect b="b" l="l" r="r" t="t"/>
              <a:pathLst>
                <a:path extrusionOk="0" h="45477" w="209570">
                  <a:moveTo>
                    <a:pt x="173399" y="0"/>
                  </a:moveTo>
                  <a:cubicBezTo>
                    <a:pt x="171819" y="0"/>
                    <a:pt x="170239" y="33"/>
                    <a:pt x="168661" y="80"/>
                  </a:cubicBezTo>
                  <a:cubicBezTo>
                    <a:pt x="164324" y="208"/>
                    <a:pt x="160018" y="528"/>
                    <a:pt x="155729" y="1390"/>
                  </a:cubicBezTo>
                  <a:cubicBezTo>
                    <a:pt x="151776" y="2184"/>
                    <a:pt x="147874" y="3386"/>
                    <a:pt x="144099" y="5071"/>
                  </a:cubicBezTo>
                  <a:cubicBezTo>
                    <a:pt x="140139" y="6838"/>
                    <a:pt x="136425" y="9227"/>
                    <a:pt x="132734" y="11745"/>
                  </a:cubicBezTo>
                  <a:cubicBezTo>
                    <a:pt x="125453" y="16714"/>
                    <a:pt x="118372" y="22168"/>
                    <a:pt x="110478" y="25489"/>
                  </a:cubicBezTo>
                  <a:cubicBezTo>
                    <a:pt x="104010" y="28211"/>
                    <a:pt x="97197" y="29287"/>
                    <a:pt x="90399" y="29287"/>
                  </a:cubicBezTo>
                  <a:cubicBezTo>
                    <a:pt x="89168" y="29287"/>
                    <a:pt x="87937" y="29252"/>
                    <a:pt x="86709" y="29185"/>
                  </a:cubicBezTo>
                  <a:cubicBezTo>
                    <a:pt x="70235" y="28285"/>
                    <a:pt x="53959" y="22404"/>
                    <a:pt x="38422" y="15780"/>
                  </a:cubicBezTo>
                  <a:cubicBezTo>
                    <a:pt x="34245" y="13999"/>
                    <a:pt x="30113" y="12729"/>
                    <a:pt x="25697" y="12479"/>
                  </a:cubicBezTo>
                  <a:cubicBezTo>
                    <a:pt x="24449" y="12409"/>
                    <a:pt x="23202" y="12379"/>
                    <a:pt x="21954" y="12379"/>
                  </a:cubicBezTo>
                  <a:cubicBezTo>
                    <a:pt x="18881" y="12379"/>
                    <a:pt x="15809" y="12558"/>
                    <a:pt x="12741" y="12746"/>
                  </a:cubicBezTo>
                  <a:cubicBezTo>
                    <a:pt x="9315" y="12958"/>
                    <a:pt x="5883" y="13109"/>
                    <a:pt x="2471" y="13588"/>
                  </a:cubicBezTo>
                  <a:cubicBezTo>
                    <a:pt x="1651" y="13702"/>
                    <a:pt x="825" y="13831"/>
                    <a:pt x="0" y="13986"/>
                  </a:cubicBezTo>
                  <a:lnTo>
                    <a:pt x="0" y="21931"/>
                  </a:lnTo>
                  <a:cubicBezTo>
                    <a:pt x="3093" y="20622"/>
                    <a:pt x="6277" y="19799"/>
                    <a:pt x="9551" y="19799"/>
                  </a:cubicBezTo>
                  <a:cubicBezTo>
                    <a:pt x="10632" y="19799"/>
                    <a:pt x="11722" y="19889"/>
                    <a:pt x="12823" y="20080"/>
                  </a:cubicBezTo>
                  <a:cubicBezTo>
                    <a:pt x="20488" y="21419"/>
                    <a:pt x="27144" y="26632"/>
                    <a:pt x="33499" y="31891"/>
                  </a:cubicBezTo>
                  <a:cubicBezTo>
                    <a:pt x="45486" y="41811"/>
                    <a:pt x="59912" y="45476"/>
                    <a:pt x="74081" y="45476"/>
                  </a:cubicBezTo>
                  <a:cubicBezTo>
                    <a:pt x="74665" y="45476"/>
                    <a:pt x="75248" y="45470"/>
                    <a:pt x="75831" y="45458"/>
                  </a:cubicBezTo>
                  <a:cubicBezTo>
                    <a:pt x="90804" y="45142"/>
                    <a:pt x="106177" y="41401"/>
                    <a:pt x="119282" y="31968"/>
                  </a:cubicBezTo>
                  <a:cubicBezTo>
                    <a:pt x="125990" y="27139"/>
                    <a:pt x="132221" y="21338"/>
                    <a:pt x="138817" y="16271"/>
                  </a:cubicBezTo>
                  <a:cubicBezTo>
                    <a:pt x="142143" y="13714"/>
                    <a:pt x="145448" y="11379"/>
                    <a:pt x="149316" y="10440"/>
                  </a:cubicBezTo>
                  <a:cubicBezTo>
                    <a:pt x="150812" y="10078"/>
                    <a:pt x="152323" y="9917"/>
                    <a:pt x="153836" y="9917"/>
                  </a:cubicBezTo>
                  <a:cubicBezTo>
                    <a:pt x="155625" y="9917"/>
                    <a:pt x="157416" y="10142"/>
                    <a:pt x="159185" y="10527"/>
                  </a:cubicBezTo>
                  <a:cubicBezTo>
                    <a:pt x="162983" y="11352"/>
                    <a:pt x="166672" y="12839"/>
                    <a:pt x="170334" y="14321"/>
                  </a:cubicBezTo>
                  <a:cubicBezTo>
                    <a:pt x="174482" y="15997"/>
                    <a:pt x="178713" y="17383"/>
                    <a:pt x="182992" y="18407"/>
                  </a:cubicBezTo>
                  <a:cubicBezTo>
                    <a:pt x="186653" y="19282"/>
                    <a:pt x="190426" y="19787"/>
                    <a:pt x="194193" y="19787"/>
                  </a:cubicBezTo>
                  <a:cubicBezTo>
                    <a:pt x="197694" y="19787"/>
                    <a:pt x="201190" y="19351"/>
                    <a:pt x="204587" y="18369"/>
                  </a:cubicBezTo>
                  <a:cubicBezTo>
                    <a:pt x="206831" y="17721"/>
                    <a:pt x="209570" y="16218"/>
                    <a:pt x="208195" y="12736"/>
                  </a:cubicBezTo>
                  <a:cubicBezTo>
                    <a:pt x="207019" y="9759"/>
                    <a:pt x="203809" y="8201"/>
                    <a:pt x="201535" y="7001"/>
                  </a:cubicBezTo>
                  <a:cubicBezTo>
                    <a:pt x="195238" y="3676"/>
                    <a:pt x="188684" y="1200"/>
                    <a:pt x="181872" y="426"/>
                  </a:cubicBezTo>
                  <a:cubicBezTo>
                    <a:pt x="179055" y="106"/>
                    <a:pt x="176227" y="0"/>
                    <a:pt x="173399"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3"/>
            <p:cNvSpPr/>
            <p:nvPr/>
          </p:nvSpPr>
          <p:spPr>
            <a:xfrm flipH="1" rot="10800000">
              <a:off x="-89101" y="3083938"/>
              <a:ext cx="819678" cy="314658"/>
            </a:xfrm>
            <a:custGeom>
              <a:rect b="b" l="l" r="r" t="t"/>
              <a:pathLst>
                <a:path extrusionOk="0" h="7863" w="20483">
                  <a:moveTo>
                    <a:pt x="10679" y="1"/>
                  </a:moveTo>
                  <a:cubicBezTo>
                    <a:pt x="7200" y="1"/>
                    <a:pt x="3530" y="930"/>
                    <a:pt x="0" y="1036"/>
                  </a:cubicBezTo>
                  <a:lnTo>
                    <a:pt x="0" y="7210"/>
                  </a:lnTo>
                  <a:cubicBezTo>
                    <a:pt x="73" y="7210"/>
                    <a:pt x="146" y="7210"/>
                    <a:pt x="218" y="7210"/>
                  </a:cubicBezTo>
                  <a:cubicBezTo>
                    <a:pt x="2966" y="7210"/>
                    <a:pt x="5723" y="7366"/>
                    <a:pt x="8473" y="7532"/>
                  </a:cubicBezTo>
                  <a:cubicBezTo>
                    <a:pt x="10471" y="7652"/>
                    <a:pt x="12481" y="7858"/>
                    <a:pt x="14482" y="7862"/>
                  </a:cubicBezTo>
                  <a:cubicBezTo>
                    <a:pt x="14579" y="7862"/>
                    <a:pt x="14677" y="7863"/>
                    <a:pt x="14776" y="7863"/>
                  </a:cubicBezTo>
                  <a:cubicBezTo>
                    <a:pt x="16107" y="7863"/>
                    <a:pt x="17589" y="7805"/>
                    <a:pt x="18794" y="7093"/>
                  </a:cubicBezTo>
                  <a:cubicBezTo>
                    <a:pt x="20483" y="6096"/>
                    <a:pt x="19330" y="4228"/>
                    <a:pt x="18366" y="3075"/>
                  </a:cubicBezTo>
                  <a:cubicBezTo>
                    <a:pt x="16959" y="1395"/>
                    <a:pt x="15150" y="529"/>
                    <a:pt x="13253" y="203"/>
                  </a:cubicBezTo>
                  <a:cubicBezTo>
                    <a:pt x="12410" y="59"/>
                    <a:pt x="11551" y="1"/>
                    <a:pt x="10679"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3"/>
            <p:cNvSpPr/>
            <p:nvPr/>
          </p:nvSpPr>
          <p:spPr>
            <a:xfrm flipH="1" rot="10800000">
              <a:off x="-89101" y="1727069"/>
              <a:ext cx="9361694" cy="2012360"/>
            </a:xfrm>
            <a:custGeom>
              <a:rect b="b" l="l" r="r" t="t"/>
              <a:pathLst>
                <a:path extrusionOk="0" h="50287" w="233940">
                  <a:moveTo>
                    <a:pt x="233940" y="0"/>
                  </a:moveTo>
                  <a:cubicBezTo>
                    <a:pt x="230479" y="1532"/>
                    <a:pt x="227264" y="3838"/>
                    <a:pt x="224035" y="6016"/>
                  </a:cubicBezTo>
                  <a:cubicBezTo>
                    <a:pt x="219999" y="8735"/>
                    <a:pt x="215918" y="11195"/>
                    <a:pt x="211510" y="12795"/>
                  </a:cubicBezTo>
                  <a:cubicBezTo>
                    <a:pt x="205977" y="14804"/>
                    <a:pt x="200252" y="15619"/>
                    <a:pt x="194517" y="15619"/>
                  </a:cubicBezTo>
                  <a:cubicBezTo>
                    <a:pt x="191019" y="15619"/>
                    <a:pt x="187518" y="15316"/>
                    <a:pt x="184053" y="14796"/>
                  </a:cubicBezTo>
                  <a:cubicBezTo>
                    <a:pt x="174879" y="13417"/>
                    <a:pt x="165892" y="10575"/>
                    <a:pt x="156983" y="7553"/>
                  </a:cubicBezTo>
                  <a:cubicBezTo>
                    <a:pt x="154186" y="6603"/>
                    <a:pt x="151295" y="5923"/>
                    <a:pt x="148402" y="5923"/>
                  </a:cubicBezTo>
                  <a:cubicBezTo>
                    <a:pt x="147105" y="5923"/>
                    <a:pt x="145807" y="6060"/>
                    <a:pt x="144518" y="6370"/>
                  </a:cubicBezTo>
                  <a:cubicBezTo>
                    <a:pt x="141010" y="7213"/>
                    <a:pt x="137841" y="9316"/>
                    <a:pt x="134862" y="11732"/>
                  </a:cubicBezTo>
                  <a:cubicBezTo>
                    <a:pt x="131415" y="14529"/>
                    <a:pt x="128149" y="17665"/>
                    <a:pt x="124700" y="20457"/>
                  </a:cubicBezTo>
                  <a:cubicBezTo>
                    <a:pt x="120681" y="23709"/>
                    <a:pt x="116461" y="26565"/>
                    <a:pt x="112085" y="28971"/>
                  </a:cubicBezTo>
                  <a:cubicBezTo>
                    <a:pt x="103869" y="33488"/>
                    <a:pt x="95132" y="36387"/>
                    <a:pt x="86236" y="37674"/>
                  </a:cubicBezTo>
                  <a:cubicBezTo>
                    <a:pt x="82434" y="38224"/>
                    <a:pt x="78620" y="38471"/>
                    <a:pt x="74803" y="38471"/>
                  </a:cubicBezTo>
                  <a:cubicBezTo>
                    <a:pt x="58405" y="38471"/>
                    <a:pt x="41951" y="33908"/>
                    <a:pt x="26125" y="29171"/>
                  </a:cubicBezTo>
                  <a:cubicBezTo>
                    <a:pt x="17408" y="26561"/>
                    <a:pt x="8732" y="23693"/>
                    <a:pt x="0" y="21148"/>
                  </a:cubicBezTo>
                  <a:lnTo>
                    <a:pt x="0" y="30371"/>
                  </a:lnTo>
                  <a:cubicBezTo>
                    <a:pt x="3472" y="33108"/>
                    <a:pt x="7489" y="35009"/>
                    <a:pt x="11115" y="36595"/>
                  </a:cubicBezTo>
                  <a:cubicBezTo>
                    <a:pt x="17532" y="39404"/>
                    <a:pt x="24220" y="41608"/>
                    <a:pt x="30929" y="42938"/>
                  </a:cubicBezTo>
                  <a:cubicBezTo>
                    <a:pt x="38228" y="44386"/>
                    <a:pt x="45630" y="44923"/>
                    <a:pt x="53022" y="44923"/>
                  </a:cubicBezTo>
                  <a:cubicBezTo>
                    <a:pt x="55748" y="44923"/>
                    <a:pt x="58473" y="44850"/>
                    <a:pt x="61191" y="44723"/>
                  </a:cubicBezTo>
                  <a:cubicBezTo>
                    <a:pt x="71533" y="44237"/>
                    <a:pt x="81978" y="43258"/>
                    <a:pt x="92233" y="41498"/>
                  </a:cubicBezTo>
                  <a:cubicBezTo>
                    <a:pt x="102742" y="39694"/>
                    <a:pt x="112661" y="35767"/>
                    <a:pt x="122701" y="31597"/>
                  </a:cubicBezTo>
                  <a:cubicBezTo>
                    <a:pt x="132437" y="27557"/>
                    <a:pt x="142206" y="24207"/>
                    <a:pt x="152521" y="24092"/>
                  </a:cubicBezTo>
                  <a:cubicBezTo>
                    <a:pt x="152754" y="24089"/>
                    <a:pt x="152988" y="24088"/>
                    <a:pt x="153222" y="24088"/>
                  </a:cubicBezTo>
                  <a:cubicBezTo>
                    <a:pt x="163194" y="24088"/>
                    <a:pt x="173100" y="26520"/>
                    <a:pt x="182555" y="30450"/>
                  </a:cubicBezTo>
                  <a:cubicBezTo>
                    <a:pt x="187610" y="32550"/>
                    <a:pt x="192565" y="35025"/>
                    <a:pt x="197604" y="37193"/>
                  </a:cubicBezTo>
                  <a:cubicBezTo>
                    <a:pt x="202625" y="39352"/>
                    <a:pt x="207681" y="41382"/>
                    <a:pt x="212770" y="43265"/>
                  </a:cubicBezTo>
                  <a:cubicBezTo>
                    <a:pt x="219747" y="45846"/>
                    <a:pt x="226825" y="48256"/>
                    <a:pt x="233940" y="50286"/>
                  </a:cubicBezTo>
                  <a:lnTo>
                    <a:pt x="233940" y="34729"/>
                  </a:lnTo>
                  <a:cubicBezTo>
                    <a:pt x="233339" y="34539"/>
                    <a:pt x="232731" y="34368"/>
                    <a:pt x="232112" y="34224"/>
                  </a:cubicBezTo>
                  <a:cubicBezTo>
                    <a:pt x="229270" y="33551"/>
                    <a:pt x="226381" y="33250"/>
                    <a:pt x="223499" y="32996"/>
                  </a:cubicBezTo>
                  <a:cubicBezTo>
                    <a:pt x="219753" y="32668"/>
                    <a:pt x="216005" y="32333"/>
                    <a:pt x="212261" y="31960"/>
                  </a:cubicBezTo>
                  <a:cubicBezTo>
                    <a:pt x="208072" y="31543"/>
                    <a:pt x="203886" y="31089"/>
                    <a:pt x="199705" y="30539"/>
                  </a:cubicBezTo>
                  <a:cubicBezTo>
                    <a:pt x="195713" y="30014"/>
                    <a:pt x="191661" y="29550"/>
                    <a:pt x="187710" y="28635"/>
                  </a:cubicBezTo>
                  <a:cubicBezTo>
                    <a:pt x="184185" y="27821"/>
                    <a:pt x="180587" y="27222"/>
                    <a:pt x="177204" y="25665"/>
                  </a:cubicBezTo>
                  <a:cubicBezTo>
                    <a:pt x="175719" y="24980"/>
                    <a:pt x="173996" y="24080"/>
                    <a:pt x="173054" y="22380"/>
                  </a:cubicBezTo>
                  <a:cubicBezTo>
                    <a:pt x="172381" y="21164"/>
                    <a:pt x="172300" y="19467"/>
                    <a:pt x="173266" y="18466"/>
                  </a:cubicBezTo>
                  <a:cubicBezTo>
                    <a:pt x="174400" y="17293"/>
                    <a:pt x="176205" y="17248"/>
                    <a:pt x="177591" y="17230"/>
                  </a:cubicBezTo>
                  <a:cubicBezTo>
                    <a:pt x="177667" y="17230"/>
                    <a:pt x="177743" y="17229"/>
                    <a:pt x="177820" y="17229"/>
                  </a:cubicBezTo>
                  <a:cubicBezTo>
                    <a:pt x="179957" y="17229"/>
                    <a:pt x="182098" y="17572"/>
                    <a:pt x="184206" y="17983"/>
                  </a:cubicBezTo>
                  <a:cubicBezTo>
                    <a:pt x="186167" y="18365"/>
                    <a:pt x="188113" y="18845"/>
                    <a:pt x="190056" y="19342"/>
                  </a:cubicBezTo>
                  <a:cubicBezTo>
                    <a:pt x="192155" y="19880"/>
                    <a:pt x="194290" y="20178"/>
                    <a:pt x="196416" y="20482"/>
                  </a:cubicBezTo>
                  <a:cubicBezTo>
                    <a:pt x="200378" y="21047"/>
                    <a:pt x="204372" y="21430"/>
                    <a:pt x="208364" y="21430"/>
                  </a:cubicBezTo>
                  <a:cubicBezTo>
                    <a:pt x="209889" y="21430"/>
                    <a:pt x="211413" y="21374"/>
                    <a:pt x="212936" y="21251"/>
                  </a:cubicBezTo>
                  <a:cubicBezTo>
                    <a:pt x="218320" y="20818"/>
                    <a:pt x="223791" y="19532"/>
                    <a:pt x="228641" y="16425"/>
                  </a:cubicBezTo>
                  <a:cubicBezTo>
                    <a:pt x="230586" y="15179"/>
                    <a:pt x="232358" y="13636"/>
                    <a:pt x="233940" y="11842"/>
                  </a:cubicBezTo>
                  <a:lnTo>
                    <a:pt x="233940" y="0"/>
                  </a:ln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3"/>
            <p:cNvSpPr/>
            <p:nvPr/>
          </p:nvSpPr>
          <p:spPr>
            <a:xfrm flipH="1" rot="10800000">
              <a:off x="-88861" y="1308027"/>
              <a:ext cx="5153814" cy="1015564"/>
            </a:xfrm>
            <a:custGeom>
              <a:rect b="b" l="l" r="r" t="t"/>
              <a:pathLst>
                <a:path extrusionOk="0" h="25378" w="128789">
                  <a:moveTo>
                    <a:pt x="125460" y="1"/>
                  </a:moveTo>
                  <a:cubicBezTo>
                    <a:pt x="124112" y="1"/>
                    <a:pt x="122755" y="233"/>
                    <a:pt x="121432" y="495"/>
                  </a:cubicBezTo>
                  <a:cubicBezTo>
                    <a:pt x="117708" y="1235"/>
                    <a:pt x="114038" y="2428"/>
                    <a:pt x="110408" y="3702"/>
                  </a:cubicBezTo>
                  <a:cubicBezTo>
                    <a:pt x="101528" y="6816"/>
                    <a:pt x="92732" y="10293"/>
                    <a:pt x="83787" y="13112"/>
                  </a:cubicBezTo>
                  <a:cubicBezTo>
                    <a:pt x="72182" y="16772"/>
                    <a:pt x="60329" y="19483"/>
                    <a:pt x="48340" y="19746"/>
                  </a:cubicBezTo>
                  <a:cubicBezTo>
                    <a:pt x="47589" y="19762"/>
                    <a:pt x="46838" y="19771"/>
                    <a:pt x="46087" y="19771"/>
                  </a:cubicBezTo>
                  <a:cubicBezTo>
                    <a:pt x="36277" y="19771"/>
                    <a:pt x="26528" y="18319"/>
                    <a:pt x="17277" y="13958"/>
                  </a:cubicBezTo>
                  <a:cubicBezTo>
                    <a:pt x="14817" y="12796"/>
                    <a:pt x="12434" y="11433"/>
                    <a:pt x="10052" y="10038"/>
                  </a:cubicBezTo>
                  <a:cubicBezTo>
                    <a:pt x="7467" y="8528"/>
                    <a:pt x="4765" y="7378"/>
                    <a:pt x="2106" y="6103"/>
                  </a:cubicBezTo>
                  <a:cubicBezTo>
                    <a:pt x="1402" y="5766"/>
                    <a:pt x="699" y="5418"/>
                    <a:pt x="0" y="5056"/>
                  </a:cubicBezTo>
                  <a:lnTo>
                    <a:pt x="0" y="11211"/>
                  </a:lnTo>
                  <a:cubicBezTo>
                    <a:pt x="4701" y="13100"/>
                    <a:pt x="9362" y="15161"/>
                    <a:pt x="14041" y="17090"/>
                  </a:cubicBezTo>
                  <a:cubicBezTo>
                    <a:pt x="16400" y="18063"/>
                    <a:pt x="18775" y="19117"/>
                    <a:pt x="21195" y="19846"/>
                  </a:cubicBezTo>
                  <a:cubicBezTo>
                    <a:pt x="23656" y="20587"/>
                    <a:pt x="26170" y="20896"/>
                    <a:pt x="28695" y="21030"/>
                  </a:cubicBezTo>
                  <a:cubicBezTo>
                    <a:pt x="33506" y="21285"/>
                    <a:pt x="38258" y="21488"/>
                    <a:pt x="43036" y="22348"/>
                  </a:cubicBezTo>
                  <a:cubicBezTo>
                    <a:pt x="47992" y="23241"/>
                    <a:pt x="52914" y="24461"/>
                    <a:pt x="57900" y="25055"/>
                  </a:cubicBezTo>
                  <a:cubicBezTo>
                    <a:pt x="59669" y="25266"/>
                    <a:pt x="61430" y="25377"/>
                    <a:pt x="63185" y="25377"/>
                  </a:cubicBezTo>
                  <a:cubicBezTo>
                    <a:pt x="66528" y="25377"/>
                    <a:pt x="69851" y="24974"/>
                    <a:pt x="73168" y="24091"/>
                  </a:cubicBezTo>
                  <a:cubicBezTo>
                    <a:pt x="82572" y="21585"/>
                    <a:pt x="91311" y="16379"/>
                    <a:pt x="100290" y="12209"/>
                  </a:cubicBezTo>
                  <a:cubicBezTo>
                    <a:pt x="102551" y="11159"/>
                    <a:pt x="104832" y="10174"/>
                    <a:pt x="107142" y="9317"/>
                  </a:cubicBezTo>
                  <a:cubicBezTo>
                    <a:pt x="109515" y="8437"/>
                    <a:pt x="111919" y="7831"/>
                    <a:pt x="114326" y="7132"/>
                  </a:cubicBezTo>
                  <a:cubicBezTo>
                    <a:pt x="119263" y="5699"/>
                    <a:pt x="123997" y="3389"/>
                    <a:pt x="128789" y="1350"/>
                  </a:cubicBezTo>
                  <a:cubicBezTo>
                    <a:pt x="128436" y="255"/>
                    <a:pt x="127130" y="101"/>
                    <a:pt x="126329" y="35"/>
                  </a:cubicBezTo>
                  <a:cubicBezTo>
                    <a:pt x="126040" y="12"/>
                    <a:pt x="125750" y="1"/>
                    <a:pt x="125460"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3"/>
            <p:cNvSpPr/>
            <p:nvPr/>
          </p:nvSpPr>
          <p:spPr>
            <a:xfrm flipH="1" rot="10800000">
              <a:off x="-89101" y="-101856"/>
              <a:ext cx="949935" cy="459281"/>
            </a:xfrm>
            <a:custGeom>
              <a:rect b="b" l="l" r="r" t="t"/>
              <a:pathLst>
                <a:path extrusionOk="0" h="11477" w="23738">
                  <a:moveTo>
                    <a:pt x="0" y="0"/>
                  </a:moveTo>
                  <a:lnTo>
                    <a:pt x="0" y="7277"/>
                  </a:lnTo>
                  <a:cubicBezTo>
                    <a:pt x="3475" y="8436"/>
                    <a:pt x="6937" y="9675"/>
                    <a:pt x="10474" y="10467"/>
                  </a:cubicBezTo>
                  <a:cubicBezTo>
                    <a:pt x="12599" y="10942"/>
                    <a:pt x="14945" y="11477"/>
                    <a:pt x="17230" y="11477"/>
                  </a:cubicBezTo>
                  <a:cubicBezTo>
                    <a:pt x="18607" y="11477"/>
                    <a:pt x="19963" y="11282"/>
                    <a:pt x="21233" y="10762"/>
                  </a:cubicBezTo>
                  <a:cubicBezTo>
                    <a:pt x="22964" y="10052"/>
                    <a:pt x="23737" y="8373"/>
                    <a:pt x="22783" y="6233"/>
                  </a:cubicBezTo>
                  <a:cubicBezTo>
                    <a:pt x="21854" y="4148"/>
                    <a:pt x="19780" y="3350"/>
                    <a:pt x="18049" y="2892"/>
                  </a:cubicBezTo>
                  <a:cubicBezTo>
                    <a:pt x="14044" y="1834"/>
                    <a:pt x="9964" y="2398"/>
                    <a:pt x="5923" y="1958"/>
                  </a:cubicBezTo>
                  <a:cubicBezTo>
                    <a:pt x="3848" y="1734"/>
                    <a:pt x="1868" y="1036"/>
                    <a:pt x="0"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3"/>
            <p:cNvSpPr/>
            <p:nvPr/>
          </p:nvSpPr>
          <p:spPr>
            <a:xfrm flipH="1" rot="10800000">
              <a:off x="-89101" y="-219285"/>
              <a:ext cx="9361814" cy="2217890"/>
            </a:xfrm>
            <a:custGeom>
              <a:rect b="b" l="l" r="r" t="t"/>
              <a:pathLst>
                <a:path extrusionOk="0" h="55423" w="233943">
                  <a:moveTo>
                    <a:pt x="144772" y="1"/>
                  </a:moveTo>
                  <a:cubicBezTo>
                    <a:pt x="142102" y="1"/>
                    <a:pt x="139431" y="96"/>
                    <a:pt x="136766" y="286"/>
                  </a:cubicBezTo>
                  <a:cubicBezTo>
                    <a:pt x="128012" y="909"/>
                    <a:pt x="119276" y="2552"/>
                    <a:pt x="110812" y="5489"/>
                  </a:cubicBezTo>
                  <a:cubicBezTo>
                    <a:pt x="106624" y="6944"/>
                    <a:pt x="102575" y="8874"/>
                    <a:pt x="98468" y="10653"/>
                  </a:cubicBezTo>
                  <a:cubicBezTo>
                    <a:pt x="93953" y="12609"/>
                    <a:pt x="89399" y="14424"/>
                    <a:pt x="84794" y="16010"/>
                  </a:cubicBezTo>
                  <a:cubicBezTo>
                    <a:pt x="74251" y="19642"/>
                    <a:pt x="63428" y="21981"/>
                    <a:pt x="52620" y="21981"/>
                  </a:cubicBezTo>
                  <a:cubicBezTo>
                    <a:pt x="45059" y="21981"/>
                    <a:pt x="37505" y="20836"/>
                    <a:pt x="30059" y="18189"/>
                  </a:cubicBezTo>
                  <a:cubicBezTo>
                    <a:pt x="25579" y="16596"/>
                    <a:pt x="21178" y="14667"/>
                    <a:pt x="16828" y="12578"/>
                  </a:cubicBezTo>
                  <a:cubicBezTo>
                    <a:pt x="12514" y="10509"/>
                    <a:pt x="8272" y="8266"/>
                    <a:pt x="3815" y="6712"/>
                  </a:cubicBezTo>
                  <a:cubicBezTo>
                    <a:pt x="2549" y="6272"/>
                    <a:pt x="1276" y="5888"/>
                    <a:pt x="0" y="5548"/>
                  </a:cubicBezTo>
                  <a:lnTo>
                    <a:pt x="0" y="23614"/>
                  </a:lnTo>
                  <a:cubicBezTo>
                    <a:pt x="12657" y="29572"/>
                    <a:pt x="26166" y="33013"/>
                    <a:pt x="39600" y="33024"/>
                  </a:cubicBezTo>
                  <a:cubicBezTo>
                    <a:pt x="39625" y="33024"/>
                    <a:pt x="39649" y="33024"/>
                    <a:pt x="39674" y="33024"/>
                  </a:cubicBezTo>
                  <a:cubicBezTo>
                    <a:pt x="43920" y="33024"/>
                    <a:pt x="48167" y="32654"/>
                    <a:pt x="52367" y="31843"/>
                  </a:cubicBezTo>
                  <a:cubicBezTo>
                    <a:pt x="54553" y="31420"/>
                    <a:pt x="56709" y="30737"/>
                    <a:pt x="58881" y="30217"/>
                  </a:cubicBezTo>
                  <a:cubicBezTo>
                    <a:pt x="61539" y="29579"/>
                    <a:pt x="64252" y="29008"/>
                    <a:pt x="66965" y="29005"/>
                  </a:cubicBezTo>
                  <a:cubicBezTo>
                    <a:pt x="66982" y="29005"/>
                    <a:pt x="66999" y="29005"/>
                    <a:pt x="67017" y="29005"/>
                  </a:cubicBezTo>
                  <a:cubicBezTo>
                    <a:pt x="68762" y="29005"/>
                    <a:pt x="71102" y="29156"/>
                    <a:pt x="72309" y="31005"/>
                  </a:cubicBezTo>
                  <a:cubicBezTo>
                    <a:pt x="73261" y="32464"/>
                    <a:pt x="73035" y="34779"/>
                    <a:pt x="72433" y="36381"/>
                  </a:cubicBezTo>
                  <a:cubicBezTo>
                    <a:pt x="71760" y="38175"/>
                    <a:pt x="70452" y="39418"/>
                    <a:pt x="69067" y="40261"/>
                  </a:cubicBezTo>
                  <a:cubicBezTo>
                    <a:pt x="65139" y="42655"/>
                    <a:pt x="60371" y="42850"/>
                    <a:pt x="56096" y="42852"/>
                  </a:cubicBezTo>
                  <a:cubicBezTo>
                    <a:pt x="56089" y="42852"/>
                    <a:pt x="56082" y="42852"/>
                    <a:pt x="56075" y="42852"/>
                  </a:cubicBezTo>
                  <a:cubicBezTo>
                    <a:pt x="46902" y="42852"/>
                    <a:pt x="37792" y="41022"/>
                    <a:pt x="28834" y="38660"/>
                  </a:cubicBezTo>
                  <a:cubicBezTo>
                    <a:pt x="19225" y="36125"/>
                    <a:pt x="9684" y="33151"/>
                    <a:pt x="0" y="31087"/>
                  </a:cubicBezTo>
                  <a:lnTo>
                    <a:pt x="0" y="40459"/>
                  </a:lnTo>
                  <a:cubicBezTo>
                    <a:pt x="415" y="40687"/>
                    <a:pt x="838" y="40900"/>
                    <a:pt x="1269" y="41094"/>
                  </a:cubicBezTo>
                  <a:cubicBezTo>
                    <a:pt x="3834" y="42246"/>
                    <a:pt x="6360" y="42550"/>
                    <a:pt x="9049" y="42595"/>
                  </a:cubicBezTo>
                  <a:cubicBezTo>
                    <a:pt x="11321" y="42632"/>
                    <a:pt x="13601" y="42650"/>
                    <a:pt x="15862" y="42966"/>
                  </a:cubicBezTo>
                  <a:cubicBezTo>
                    <a:pt x="17766" y="43232"/>
                    <a:pt x="19811" y="43645"/>
                    <a:pt x="21476" y="44925"/>
                  </a:cubicBezTo>
                  <a:cubicBezTo>
                    <a:pt x="22689" y="45858"/>
                    <a:pt x="23822" y="47631"/>
                    <a:pt x="23620" y="49546"/>
                  </a:cubicBezTo>
                  <a:cubicBezTo>
                    <a:pt x="23450" y="51198"/>
                    <a:pt x="22153" y="51995"/>
                    <a:pt x="21013" y="52388"/>
                  </a:cubicBezTo>
                  <a:cubicBezTo>
                    <a:pt x="19769" y="52816"/>
                    <a:pt x="18468" y="52983"/>
                    <a:pt x="17149" y="52983"/>
                  </a:cubicBezTo>
                  <a:cubicBezTo>
                    <a:pt x="14678" y="52983"/>
                    <a:pt x="12147" y="52396"/>
                    <a:pt x="9822" y="51845"/>
                  </a:cubicBezTo>
                  <a:cubicBezTo>
                    <a:pt x="6510" y="51059"/>
                    <a:pt x="3259" y="49899"/>
                    <a:pt x="0" y="48810"/>
                  </a:cubicBezTo>
                  <a:lnTo>
                    <a:pt x="0" y="54602"/>
                  </a:lnTo>
                  <a:cubicBezTo>
                    <a:pt x="5036" y="55007"/>
                    <a:pt x="10079" y="55225"/>
                    <a:pt x="15119" y="55348"/>
                  </a:cubicBezTo>
                  <a:cubicBezTo>
                    <a:pt x="17082" y="55396"/>
                    <a:pt x="19048" y="55423"/>
                    <a:pt x="21015" y="55423"/>
                  </a:cubicBezTo>
                  <a:cubicBezTo>
                    <a:pt x="29997" y="55423"/>
                    <a:pt x="38994" y="54866"/>
                    <a:pt x="47880" y="53219"/>
                  </a:cubicBezTo>
                  <a:cubicBezTo>
                    <a:pt x="52943" y="52282"/>
                    <a:pt x="58028" y="51048"/>
                    <a:pt x="62912" y="49101"/>
                  </a:cubicBezTo>
                  <a:cubicBezTo>
                    <a:pt x="67581" y="47240"/>
                    <a:pt x="72025" y="44594"/>
                    <a:pt x="76326" y="41657"/>
                  </a:cubicBezTo>
                  <a:cubicBezTo>
                    <a:pt x="84683" y="35949"/>
                    <a:pt x="92557" y="29085"/>
                    <a:pt x="101261" y="24207"/>
                  </a:cubicBezTo>
                  <a:cubicBezTo>
                    <a:pt x="110109" y="19249"/>
                    <a:pt x="119692" y="17446"/>
                    <a:pt x="129288" y="16670"/>
                  </a:cubicBezTo>
                  <a:cubicBezTo>
                    <a:pt x="132649" y="16399"/>
                    <a:pt x="136013" y="16271"/>
                    <a:pt x="139377" y="16271"/>
                  </a:cubicBezTo>
                  <a:cubicBezTo>
                    <a:pt x="157478" y="16271"/>
                    <a:pt x="175585" y="19963"/>
                    <a:pt x="193212" y="24804"/>
                  </a:cubicBezTo>
                  <a:cubicBezTo>
                    <a:pt x="203630" y="27665"/>
                    <a:pt x="214279" y="30372"/>
                    <a:pt x="224304" y="35040"/>
                  </a:cubicBezTo>
                  <a:cubicBezTo>
                    <a:pt x="227597" y="36575"/>
                    <a:pt x="230795" y="38437"/>
                    <a:pt x="233942" y="40411"/>
                  </a:cubicBezTo>
                  <a:lnTo>
                    <a:pt x="233942" y="31703"/>
                  </a:lnTo>
                  <a:cubicBezTo>
                    <a:pt x="228231" y="27859"/>
                    <a:pt x="222155" y="24807"/>
                    <a:pt x="216214" y="21705"/>
                  </a:cubicBezTo>
                  <a:cubicBezTo>
                    <a:pt x="207456" y="17134"/>
                    <a:pt x="198525" y="13002"/>
                    <a:pt x="189487" y="9410"/>
                  </a:cubicBezTo>
                  <a:cubicBezTo>
                    <a:pt x="180687" y="5912"/>
                    <a:pt x="171778" y="2926"/>
                    <a:pt x="162615" y="1437"/>
                  </a:cubicBezTo>
                  <a:cubicBezTo>
                    <a:pt x="156702" y="476"/>
                    <a:pt x="150736" y="1"/>
                    <a:pt x="144772"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3"/>
            <p:cNvSpPr/>
            <p:nvPr/>
          </p:nvSpPr>
          <p:spPr>
            <a:xfrm flipH="1" rot="10800000">
              <a:off x="4312517" y="-1092360"/>
              <a:ext cx="4960169" cy="2176352"/>
            </a:xfrm>
            <a:custGeom>
              <a:rect b="b" l="l" r="r" t="t"/>
              <a:pathLst>
                <a:path extrusionOk="0" h="54385" w="123950">
                  <a:moveTo>
                    <a:pt x="25687" y="0"/>
                  </a:moveTo>
                  <a:cubicBezTo>
                    <a:pt x="25613" y="0"/>
                    <a:pt x="25540" y="0"/>
                    <a:pt x="25467" y="0"/>
                  </a:cubicBezTo>
                  <a:cubicBezTo>
                    <a:pt x="22189" y="8"/>
                    <a:pt x="18895" y="286"/>
                    <a:pt x="15653" y="893"/>
                  </a:cubicBezTo>
                  <a:cubicBezTo>
                    <a:pt x="12106" y="1558"/>
                    <a:pt x="8455" y="2579"/>
                    <a:pt x="5276" y="4757"/>
                  </a:cubicBezTo>
                  <a:cubicBezTo>
                    <a:pt x="2358" y="6754"/>
                    <a:pt x="1" y="10011"/>
                    <a:pt x="133" y="14446"/>
                  </a:cubicBezTo>
                  <a:cubicBezTo>
                    <a:pt x="289" y="19675"/>
                    <a:pt x="3866" y="23250"/>
                    <a:pt x="7286" y="25363"/>
                  </a:cubicBezTo>
                  <a:cubicBezTo>
                    <a:pt x="11223" y="27796"/>
                    <a:pt x="15408" y="28684"/>
                    <a:pt x="19651" y="28684"/>
                  </a:cubicBezTo>
                  <a:cubicBezTo>
                    <a:pt x="25154" y="28684"/>
                    <a:pt x="30756" y="27191"/>
                    <a:pt x="36046" y="25632"/>
                  </a:cubicBezTo>
                  <a:cubicBezTo>
                    <a:pt x="41465" y="24035"/>
                    <a:pt x="46862" y="22167"/>
                    <a:pt x="52380" y="21177"/>
                  </a:cubicBezTo>
                  <a:cubicBezTo>
                    <a:pt x="56587" y="20424"/>
                    <a:pt x="60828" y="20023"/>
                    <a:pt x="65073" y="20023"/>
                  </a:cubicBezTo>
                  <a:cubicBezTo>
                    <a:pt x="66363" y="20023"/>
                    <a:pt x="67654" y="20060"/>
                    <a:pt x="68944" y="20135"/>
                  </a:cubicBezTo>
                  <a:cubicBezTo>
                    <a:pt x="79965" y="20783"/>
                    <a:pt x="90870" y="24103"/>
                    <a:pt x="100937" y="29809"/>
                  </a:cubicBezTo>
                  <a:cubicBezTo>
                    <a:pt x="105755" y="32540"/>
                    <a:pt x="110519" y="35684"/>
                    <a:pt x="114557" y="40038"/>
                  </a:cubicBezTo>
                  <a:cubicBezTo>
                    <a:pt x="118056" y="43811"/>
                    <a:pt x="120978" y="48359"/>
                    <a:pt x="123419" y="53277"/>
                  </a:cubicBezTo>
                  <a:cubicBezTo>
                    <a:pt x="123600" y="53644"/>
                    <a:pt x="123773" y="54016"/>
                    <a:pt x="123950" y="54384"/>
                  </a:cubicBezTo>
                  <a:lnTo>
                    <a:pt x="123950" y="30590"/>
                  </a:lnTo>
                  <a:cubicBezTo>
                    <a:pt x="115011" y="23740"/>
                    <a:pt x="104675" y="20070"/>
                    <a:pt x="94699" y="16430"/>
                  </a:cubicBezTo>
                  <a:cubicBezTo>
                    <a:pt x="83278" y="12265"/>
                    <a:pt x="71945" y="7950"/>
                    <a:pt x="60279" y="4996"/>
                  </a:cubicBezTo>
                  <a:cubicBezTo>
                    <a:pt x="48938" y="2125"/>
                    <a:pt x="37275" y="0"/>
                    <a:pt x="25687"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3"/>
            <p:cNvSpPr/>
            <p:nvPr/>
          </p:nvSpPr>
          <p:spPr>
            <a:xfrm flipH="1" rot="10800000">
              <a:off x="-89101" y="-1670143"/>
              <a:ext cx="4579363" cy="1972262"/>
            </a:xfrm>
            <a:custGeom>
              <a:rect b="b" l="l" r="r" t="t"/>
              <a:pathLst>
                <a:path extrusionOk="0" h="49285" w="114434">
                  <a:moveTo>
                    <a:pt x="97111" y="0"/>
                  </a:moveTo>
                  <a:cubicBezTo>
                    <a:pt x="92375" y="0"/>
                    <a:pt x="88229" y="4066"/>
                    <a:pt x="85079" y="8725"/>
                  </a:cubicBezTo>
                  <a:cubicBezTo>
                    <a:pt x="81036" y="14698"/>
                    <a:pt x="78056" y="22263"/>
                    <a:pt x="72346" y="26006"/>
                  </a:cubicBezTo>
                  <a:cubicBezTo>
                    <a:pt x="69011" y="28192"/>
                    <a:pt x="65286" y="29191"/>
                    <a:pt x="61597" y="29874"/>
                  </a:cubicBezTo>
                  <a:cubicBezTo>
                    <a:pt x="57172" y="30696"/>
                    <a:pt x="52733" y="31343"/>
                    <a:pt x="48270" y="31736"/>
                  </a:cubicBezTo>
                  <a:cubicBezTo>
                    <a:pt x="43819" y="32127"/>
                    <a:pt x="39334" y="32342"/>
                    <a:pt x="34849" y="32342"/>
                  </a:cubicBezTo>
                  <a:cubicBezTo>
                    <a:pt x="29827" y="32342"/>
                    <a:pt x="24804" y="32073"/>
                    <a:pt x="19828" y="31484"/>
                  </a:cubicBezTo>
                  <a:cubicBezTo>
                    <a:pt x="13156" y="30694"/>
                    <a:pt x="6527" y="29288"/>
                    <a:pt x="0" y="27342"/>
                  </a:cubicBezTo>
                  <a:lnTo>
                    <a:pt x="0" y="45284"/>
                  </a:lnTo>
                  <a:cubicBezTo>
                    <a:pt x="0" y="47494"/>
                    <a:pt x="1415" y="49285"/>
                    <a:pt x="3161" y="49285"/>
                  </a:cubicBezTo>
                  <a:lnTo>
                    <a:pt x="54554" y="49285"/>
                  </a:lnTo>
                  <a:cubicBezTo>
                    <a:pt x="57524" y="43691"/>
                    <a:pt x="61460" y="38933"/>
                    <a:pt x="66165" y="35699"/>
                  </a:cubicBezTo>
                  <a:cubicBezTo>
                    <a:pt x="74007" y="30307"/>
                    <a:pt x="82814" y="29860"/>
                    <a:pt x="91444" y="28199"/>
                  </a:cubicBezTo>
                  <a:cubicBezTo>
                    <a:pt x="94850" y="27544"/>
                    <a:pt x="98284" y="26656"/>
                    <a:pt x="101576" y="25345"/>
                  </a:cubicBezTo>
                  <a:cubicBezTo>
                    <a:pt x="104402" y="24220"/>
                    <a:pt x="107468" y="22637"/>
                    <a:pt x="109397" y="19658"/>
                  </a:cubicBezTo>
                  <a:cubicBezTo>
                    <a:pt x="114434" y="11884"/>
                    <a:pt x="106261" y="3395"/>
                    <a:pt x="100927" y="890"/>
                  </a:cubicBezTo>
                  <a:cubicBezTo>
                    <a:pt x="99620" y="276"/>
                    <a:pt x="98345" y="0"/>
                    <a:pt x="9711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3"/>
            <p:cNvSpPr/>
            <p:nvPr/>
          </p:nvSpPr>
          <p:spPr>
            <a:xfrm flipH="1" rot="10800000">
              <a:off x="2774626" y="-1670160"/>
              <a:ext cx="4319449" cy="712432"/>
            </a:xfrm>
            <a:custGeom>
              <a:rect b="b" l="l" r="r" t="t"/>
              <a:pathLst>
                <a:path extrusionOk="0" h="17803" w="107939">
                  <a:moveTo>
                    <a:pt x="27543" y="0"/>
                  </a:moveTo>
                  <a:cubicBezTo>
                    <a:pt x="27240" y="0"/>
                    <a:pt x="26937" y="6"/>
                    <a:pt x="26634" y="18"/>
                  </a:cubicBezTo>
                  <a:cubicBezTo>
                    <a:pt x="24027" y="121"/>
                    <a:pt x="21392" y="745"/>
                    <a:pt x="19094" y="2364"/>
                  </a:cubicBezTo>
                  <a:cubicBezTo>
                    <a:pt x="18481" y="2797"/>
                    <a:pt x="16577" y="4050"/>
                    <a:pt x="17537" y="5118"/>
                  </a:cubicBezTo>
                  <a:cubicBezTo>
                    <a:pt x="18117" y="5762"/>
                    <a:pt x="19161" y="5928"/>
                    <a:pt x="19890" y="6091"/>
                  </a:cubicBezTo>
                  <a:cubicBezTo>
                    <a:pt x="23855" y="6979"/>
                    <a:pt x="27949" y="6569"/>
                    <a:pt x="31949" y="6998"/>
                  </a:cubicBezTo>
                  <a:cubicBezTo>
                    <a:pt x="35180" y="7344"/>
                    <a:pt x="39652" y="7834"/>
                    <a:pt x="41798" y="11379"/>
                  </a:cubicBezTo>
                  <a:cubicBezTo>
                    <a:pt x="41873" y="11504"/>
                    <a:pt x="41874" y="11697"/>
                    <a:pt x="41748" y="11777"/>
                  </a:cubicBezTo>
                  <a:cubicBezTo>
                    <a:pt x="40684" y="12461"/>
                    <a:pt x="39488" y="12703"/>
                    <a:pt x="38262" y="12703"/>
                  </a:cubicBezTo>
                  <a:cubicBezTo>
                    <a:pt x="36542" y="12703"/>
                    <a:pt x="34763" y="12227"/>
                    <a:pt x="33207" y="11823"/>
                  </a:cubicBezTo>
                  <a:cubicBezTo>
                    <a:pt x="31601" y="11407"/>
                    <a:pt x="30013" y="10894"/>
                    <a:pt x="28412" y="10466"/>
                  </a:cubicBezTo>
                  <a:cubicBezTo>
                    <a:pt x="26593" y="9980"/>
                    <a:pt x="24742" y="9711"/>
                    <a:pt x="22919" y="9248"/>
                  </a:cubicBezTo>
                  <a:cubicBezTo>
                    <a:pt x="18811" y="8207"/>
                    <a:pt x="14751" y="6811"/>
                    <a:pt x="10581" y="6185"/>
                  </a:cubicBezTo>
                  <a:cubicBezTo>
                    <a:pt x="9499" y="6023"/>
                    <a:pt x="8286" y="5852"/>
                    <a:pt x="7075" y="5852"/>
                  </a:cubicBezTo>
                  <a:cubicBezTo>
                    <a:pt x="5505" y="5852"/>
                    <a:pt x="3938" y="6139"/>
                    <a:pt x="2667" y="7101"/>
                  </a:cubicBezTo>
                  <a:cubicBezTo>
                    <a:pt x="702" y="8588"/>
                    <a:pt x="1" y="12230"/>
                    <a:pt x="827" y="14868"/>
                  </a:cubicBezTo>
                  <a:cubicBezTo>
                    <a:pt x="1191" y="16035"/>
                    <a:pt x="1835" y="16995"/>
                    <a:pt x="2588" y="17803"/>
                  </a:cubicBezTo>
                  <a:lnTo>
                    <a:pt x="107349" y="17803"/>
                  </a:lnTo>
                  <a:cubicBezTo>
                    <a:pt x="107939" y="14229"/>
                    <a:pt x="104542" y="9947"/>
                    <a:pt x="102361" y="8404"/>
                  </a:cubicBezTo>
                  <a:cubicBezTo>
                    <a:pt x="99751" y="6560"/>
                    <a:pt x="96718" y="5974"/>
                    <a:pt x="93716" y="5974"/>
                  </a:cubicBezTo>
                  <a:cubicBezTo>
                    <a:pt x="92496" y="5974"/>
                    <a:pt x="91282" y="6070"/>
                    <a:pt x="90103" y="6219"/>
                  </a:cubicBezTo>
                  <a:cubicBezTo>
                    <a:pt x="87978" y="6486"/>
                    <a:pt x="85895" y="7048"/>
                    <a:pt x="83786" y="7444"/>
                  </a:cubicBezTo>
                  <a:cubicBezTo>
                    <a:pt x="81051" y="7961"/>
                    <a:pt x="78295" y="8278"/>
                    <a:pt x="75534" y="8442"/>
                  </a:cubicBezTo>
                  <a:cubicBezTo>
                    <a:pt x="74026" y="8532"/>
                    <a:pt x="72516" y="8576"/>
                    <a:pt x="71005" y="8576"/>
                  </a:cubicBezTo>
                  <a:cubicBezTo>
                    <a:pt x="66567" y="8576"/>
                    <a:pt x="62125" y="8194"/>
                    <a:pt x="57730" y="7447"/>
                  </a:cubicBezTo>
                  <a:cubicBezTo>
                    <a:pt x="52546" y="6565"/>
                    <a:pt x="47524" y="4962"/>
                    <a:pt x="42478" y="3264"/>
                  </a:cubicBezTo>
                  <a:cubicBezTo>
                    <a:pt x="37619" y="1632"/>
                    <a:pt x="32605" y="0"/>
                    <a:pt x="27543"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3"/>
            <p:cNvSpPr/>
            <p:nvPr/>
          </p:nvSpPr>
          <p:spPr>
            <a:xfrm flipH="1" rot="10800000">
              <a:off x="8048796" y="-1670400"/>
              <a:ext cx="658408" cy="716833"/>
            </a:xfrm>
            <a:custGeom>
              <a:rect b="b" l="l" r="r" t="t"/>
              <a:pathLst>
                <a:path extrusionOk="0" h="17913" w="16453">
                  <a:moveTo>
                    <a:pt x="3031" y="0"/>
                  </a:moveTo>
                  <a:cubicBezTo>
                    <a:pt x="3004" y="0"/>
                    <a:pt x="2977" y="1"/>
                    <a:pt x="2950" y="2"/>
                  </a:cubicBezTo>
                  <a:cubicBezTo>
                    <a:pt x="1" y="132"/>
                    <a:pt x="2474" y="3624"/>
                    <a:pt x="3374" y="4819"/>
                  </a:cubicBezTo>
                  <a:cubicBezTo>
                    <a:pt x="5353" y="7446"/>
                    <a:pt x="8065" y="13097"/>
                    <a:pt x="8485" y="17912"/>
                  </a:cubicBezTo>
                  <a:lnTo>
                    <a:pt x="16452" y="17912"/>
                  </a:lnTo>
                  <a:cubicBezTo>
                    <a:pt x="15488" y="16742"/>
                    <a:pt x="14559" y="15523"/>
                    <a:pt x="13682" y="14232"/>
                  </a:cubicBezTo>
                  <a:cubicBezTo>
                    <a:pt x="11356" y="10805"/>
                    <a:pt x="9597" y="6836"/>
                    <a:pt x="7171" y="3507"/>
                  </a:cubicBezTo>
                  <a:cubicBezTo>
                    <a:pt x="6176" y="2144"/>
                    <a:pt x="4651" y="0"/>
                    <a:pt x="303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3"/>
            <p:cNvSpPr/>
            <p:nvPr/>
          </p:nvSpPr>
          <p:spPr>
            <a:xfrm flipH="1" rot="10800000">
              <a:off x="4946282" y="-1670229"/>
              <a:ext cx="4326332" cy="1547277"/>
            </a:xfrm>
            <a:custGeom>
              <a:rect b="b" l="l" r="r" t="t"/>
              <a:pathLst>
                <a:path extrusionOk="0" h="38665" w="108111">
                  <a:moveTo>
                    <a:pt x="45814" y="1"/>
                  </a:moveTo>
                  <a:cubicBezTo>
                    <a:pt x="35137" y="1"/>
                    <a:pt x="24388" y="2076"/>
                    <a:pt x="14090" y="5571"/>
                  </a:cubicBezTo>
                  <a:cubicBezTo>
                    <a:pt x="10624" y="6748"/>
                    <a:pt x="7061" y="8059"/>
                    <a:pt x="3946" y="10366"/>
                  </a:cubicBezTo>
                  <a:cubicBezTo>
                    <a:pt x="2615" y="11352"/>
                    <a:pt x="1078" y="12695"/>
                    <a:pt x="565" y="14641"/>
                  </a:cubicBezTo>
                  <a:cubicBezTo>
                    <a:pt x="1" y="16782"/>
                    <a:pt x="1151" y="18845"/>
                    <a:pt x="2414" y="20142"/>
                  </a:cubicBezTo>
                  <a:cubicBezTo>
                    <a:pt x="4524" y="22313"/>
                    <a:pt x="7328" y="22930"/>
                    <a:pt x="10110" y="22930"/>
                  </a:cubicBezTo>
                  <a:cubicBezTo>
                    <a:pt x="11691" y="22930"/>
                    <a:pt x="13266" y="22730"/>
                    <a:pt x="14702" y="22504"/>
                  </a:cubicBezTo>
                  <a:cubicBezTo>
                    <a:pt x="19304" y="21780"/>
                    <a:pt x="23791" y="20252"/>
                    <a:pt x="28307" y="18979"/>
                  </a:cubicBezTo>
                  <a:cubicBezTo>
                    <a:pt x="31469" y="18088"/>
                    <a:pt x="34583" y="17727"/>
                    <a:pt x="37812" y="17553"/>
                  </a:cubicBezTo>
                  <a:cubicBezTo>
                    <a:pt x="39567" y="17460"/>
                    <a:pt x="41324" y="17409"/>
                    <a:pt x="43081" y="17409"/>
                  </a:cubicBezTo>
                  <a:cubicBezTo>
                    <a:pt x="45289" y="17409"/>
                    <a:pt x="47497" y="17490"/>
                    <a:pt x="49701" y="17670"/>
                  </a:cubicBezTo>
                  <a:cubicBezTo>
                    <a:pt x="53900" y="18013"/>
                    <a:pt x="58120" y="18692"/>
                    <a:pt x="62182" y="20121"/>
                  </a:cubicBezTo>
                  <a:cubicBezTo>
                    <a:pt x="65643" y="21338"/>
                    <a:pt x="69140" y="23140"/>
                    <a:pt x="71836" y="26229"/>
                  </a:cubicBezTo>
                  <a:cubicBezTo>
                    <a:pt x="74556" y="29344"/>
                    <a:pt x="76197" y="34210"/>
                    <a:pt x="75759" y="38664"/>
                  </a:cubicBezTo>
                  <a:lnTo>
                    <a:pt x="85535" y="38664"/>
                  </a:lnTo>
                  <a:cubicBezTo>
                    <a:pt x="85296" y="35981"/>
                    <a:pt x="84353" y="33119"/>
                    <a:pt x="83500" y="31067"/>
                  </a:cubicBezTo>
                  <a:cubicBezTo>
                    <a:pt x="82723" y="29197"/>
                    <a:pt x="81831" y="27538"/>
                    <a:pt x="80681" y="26012"/>
                  </a:cubicBezTo>
                  <a:cubicBezTo>
                    <a:pt x="79935" y="25023"/>
                    <a:pt x="78306" y="23246"/>
                    <a:pt x="78633" y="21650"/>
                  </a:cubicBezTo>
                  <a:cubicBezTo>
                    <a:pt x="78840" y="20643"/>
                    <a:pt x="79649" y="20281"/>
                    <a:pt x="80449" y="20281"/>
                  </a:cubicBezTo>
                  <a:cubicBezTo>
                    <a:pt x="80893" y="20281"/>
                    <a:pt x="81334" y="20392"/>
                    <a:pt x="81670" y="20567"/>
                  </a:cubicBezTo>
                  <a:cubicBezTo>
                    <a:pt x="83214" y="21372"/>
                    <a:pt x="84460" y="23111"/>
                    <a:pt x="85532" y="24674"/>
                  </a:cubicBezTo>
                  <a:cubicBezTo>
                    <a:pt x="88081" y="28395"/>
                    <a:pt x="90008" y="32694"/>
                    <a:pt x="92680" y="36288"/>
                  </a:cubicBezTo>
                  <a:cubicBezTo>
                    <a:pt x="93289" y="37105"/>
                    <a:pt x="93919" y="37895"/>
                    <a:pt x="94562" y="38663"/>
                  </a:cubicBezTo>
                  <a:lnTo>
                    <a:pt x="104952" y="38663"/>
                  </a:lnTo>
                  <a:cubicBezTo>
                    <a:pt x="106677" y="38663"/>
                    <a:pt x="108077" y="36912"/>
                    <a:pt x="108110" y="34738"/>
                  </a:cubicBezTo>
                  <a:cubicBezTo>
                    <a:pt x="104684" y="32047"/>
                    <a:pt x="101346" y="29175"/>
                    <a:pt x="98018" y="26250"/>
                  </a:cubicBezTo>
                  <a:cubicBezTo>
                    <a:pt x="92264" y="21194"/>
                    <a:pt x="86645" y="15791"/>
                    <a:pt x="80705" y="11085"/>
                  </a:cubicBezTo>
                  <a:cubicBezTo>
                    <a:pt x="70628" y="3099"/>
                    <a:pt x="58598" y="156"/>
                    <a:pt x="46845" y="7"/>
                  </a:cubicBezTo>
                  <a:cubicBezTo>
                    <a:pt x="46501" y="3"/>
                    <a:pt x="46158" y="1"/>
                    <a:pt x="45814"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3"/>
            <p:cNvSpPr/>
            <p:nvPr/>
          </p:nvSpPr>
          <p:spPr>
            <a:xfrm flipH="1" rot="10800000">
              <a:off x="5076700" y="5116617"/>
              <a:ext cx="4335896" cy="796099"/>
            </a:xfrm>
            <a:custGeom>
              <a:rect b="b" l="l" r="r" t="t"/>
              <a:pathLst>
                <a:path extrusionOk="0" h="27758" w="108350">
                  <a:moveTo>
                    <a:pt x="51648" y="1"/>
                  </a:moveTo>
                  <a:cubicBezTo>
                    <a:pt x="50846" y="407"/>
                    <a:pt x="50018" y="729"/>
                    <a:pt x="49203" y="1014"/>
                  </a:cubicBezTo>
                  <a:cubicBezTo>
                    <a:pt x="42065" y="3506"/>
                    <a:pt x="34586" y="3501"/>
                    <a:pt x="27241" y="3584"/>
                  </a:cubicBezTo>
                  <a:cubicBezTo>
                    <a:pt x="20757" y="3656"/>
                    <a:pt x="14163" y="3777"/>
                    <a:pt x="7797" y="5515"/>
                  </a:cubicBezTo>
                  <a:cubicBezTo>
                    <a:pt x="5715" y="6083"/>
                    <a:pt x="3438" y="6902"/>
                    <a:pt x="1858" y="8814"/>
                  </a:cubicBezTo>
                  <a:cubicBezTo>
                    <a:pt x="0" y="11058"/>
                    <a:pt x="83" y="14195"/>
                    <a:pt x="776" y="17107"/>
                  </a:cubicBezTo>
                  <a:cubicBezTo>
                    <a:pt x="2438" y="24097"/>
                    <a:pt x="7861" y="27758"/>
                    <a:pt x="13371" y="27758"/>
                  </a:cubicBezTo>
                  <a:cubicBezTo>
                    <a:pt x="13681" y="27758"/>
                    <a:pt x="13992" y="27746"/>
                    <a:pt x="14303" y="27723"/>
                  </a:cubicBezTo>
                  <a:cubicBezTo>
                    <a:pt x="20922" y="27226"/>
                    <a:pt x="26485" y="22282"/>
                    <a:pt x="32673" y="19847"/>
                  </a:cubicBezTo>
                  <a:cubicBezTo>
                    <a:pt x="36195" y="18461"/>
                    <a:pt x="39879" y="17578"/>
                    <a:pt x="43501" y="16728"/>
                  </a:cubicBezTo>
                  <a:cubicBezTo>
                    <a:pt x="47244" y="15849"/>
                    <a:pt x="51012" y="15131"/>
                    <a:pt x="54789" y="14515"/>
                  </a:cubicBezTo>
                  <a:cubicBezTo>
                    <a:pt x="62223" y="13302"/>
                    <a:pt x="69695" y="12486"/>
                    <a:pt x="77160" y="11610"/>
                  </a:cubicBezTo>
                  <a:cubicBezTo>
                    <a:pt x="86796" y="10479"/>
                    <a:pt x="96503" y="9420"/>
                    <a:pt x="106195" y="9420"/>
                  </a:cubicBezTo>
                  <a:cubicBezTo>
                    <a:pt x="106913" y="9420"/>
                    <a:pt x="107630" y="9426"/>
                    <a:pt x="108348" y="9438"/>
                  </a:cubicBezTo>
                  <a:lnTo>
                    <a:pt x="108348" y="4002"/>
                  </a:lnTo>
                  <a:cubicBezTo>
                    <a:pt x="108350" y="1793"/>
                    <a:pt x="106935" y="1"/>
                    <a:pt x="105190" y="1"/>
                  </a:cubicBezTo>
                  <a:lnTo>
                    <a:pt x="90762" y="1"/>
                  </a:lnTo>
                  <a:cubicBezTo>
                    <a:pt x="89703" y="1934"/>
                    <a:pt x="88395" y="3470"/>
                    <a:pt x="86599" y="4557"/>
                  </a:cubicBezTo>
                  <a:cubicBezTo>
                    <a:pt x="83877" y="6208"/>
                    <a:pt x="80880" y="7099"/>
                    <a:pt x="77918" y="7745"/>
                  </a:cubicBezTo>
                  <a:cubicBezTo>
                    <a:pt x="74349" y="8524"/>
                    <a:pt x="70756" y="9202"/>
                    <a:pt x="67162" y="9801"/>
                  </a:cubicBezTo>
                  <a:cubicBezTo>
                    <a:pt x="59627" y="11058"/>
                    <a:pt x="52047" y="11784"/>
                    <a:pt x="44534" y="13253"/>
                  </a:cubicBezTo>
                  <a:cubicBezTo>
                    <a:pt x="40916" y="13963"/>
                    <a:pt x="37300" y="14822"/>
                    <a:pt x="33793" y="16179"/>
                  </a:cubicBezTo>
                  <a:cubicBezTo>
                    <a:pt x="31120" y="17214"/>
                    <a:pt x="28648" y="18964"/>
                    <a:pt x="26050" y="20259"/>
                  </a:cubicBezTo>
                  <a:cubicBezTo>
                    <a:pt x="24092" y="21236"/>
                    <a:pt x="21957" y="22126"/>
                    <a:pt x="19819" y="22126"/>
                  </a:cubicBezTo>
                  <a:cubicBezTo>
                    <a:pt x="19398" y="22126"/>
                    <a:pt x="18976" y="22091"/>
                    <a:pt x="18556" y="22016"/>
                  </a:cubicBezTo>
                  <a:cubicBezTo>
                    <a:pt x="16742" y="21690"/>
                    <a:pt x="14667" y="20360"/>
                    <a:pt x="13727" y="18271"/>
                  </a:cubicBezTo>
                  <a:cubicBezTo>
                    <a:pt x="12111" y="14673"/>
                    <a:pt x="16343" y="12032"/>
                    <a:pt x="18335" y="10924"/>
                  </a:cubicBezTo>
                  <a:cubicBezTo>
                    <a:pt x="29038" y="4972"/>
                    <a:pt x="41116" y="7214"/>
                    <a:pt x="52462" y="6363"/>
                  </a:cubicBezTo>
                  <a:cubicBezTo>
                    <a:pt x="56489" y="6062"/>
                    <a:pt x="60477" y="5377"/>
                    <a:pt x="64377" y="4066"/>
                  </a:cubicBezTo>
                  <a:cubicBezTo>
                    <a:pt x="66858" y="3233"/>
                    <a:pt x="69388" y="2647"/>
                    <a:pt x="71900" y="1973"/>
                  </a:cubicBezTo>
                  <a:cubicBezTo>
                    <a:pt x="74066" y="1391"/>
                    <a:pt x="76235" y="775"/>
                    <a:pt x="78366"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3"/>
            <p:cNvSpPr/>
            <p:nvPr/>
          </p:nvSpPr>
          <p:spPr>
            <a:xfrm flipH="1" rot="10800000">
              <a:off x="-97224" y="4659536"/>
              <a:ext cx="3996027" cy="864218"/>
            </a:xfrm>
            <a:custGeom>
              <a:rect b="b" l="l" r="r" t="t"/>
              <a:pathLst>
                <a:path extrusionOk="0" h="21596" w="99857">
                  <a:moveTo>
                    <a:pt x="65198" y="399"/>
                  </a:moveTo>
                  <a:cubicBezTo>
                    <a:pt x="72321" y="399"/>
                    <a:pt x="79621" y="1791"/>
                    <a:pt x="86922" y="4550"/>
                  </a:cubicBezTo>
                  <a:cubicBezTo>
                    <a:pt x="89575" y="5554"/>
                    <a:pt x="92653" y="6864"/>
                    <a:pt x="95348" y="8979"/>
                  </a:cubicBezTo>
                  <a:cubicBezTo>
                    <a:pt x="98235" y="11247"/>
                    <a:pt x="99428" y="13677"/>
                    <a:pt x="98898" y="16206"/>
                  </a:cubicBezTo>
                  <a:cubicBezTo>
                    <a:pt x="98311" y="18994"/>
                    <a:pt x="95759" y="19972"/>
                    <a:pt x="93599" y="20511"/>
                  </a:cubicBezTo>
                  <a:cubicBezTo>
                    <a:pt x="91491" y="21039"/>
                    <a:pt x="89309" y="21193"/>
                    <a:pt x="87246" y="21193"/>
                  </a:cubicBezTo>
                  <a:cubicBezTo>
                    <a:pt x="86217" y="21193"/>
                    <a:pt x="85218" y="21155"/>
                    <a:pt x="84273" y="21106"/>
                  </a:cubicBezTo>
                  <a:cubicBezTo>
                    <a:pt x="78503" y="20800"/>
                    <a:pt x="72921" y="19852"/>
                    <a:pt x="67683" y="18295"/>
                  </a:cubicBezTo>
                  <a:cubicBezTo>
                    <a:pt x="64541" y="17362"/>
                    <a:pt x="61400" y="16083"/>
                    <a:pt x="58362" y="14847"/>
                  </a:cubicBezTo>
                  <a:cubicBezTo>
                    <a:pt x="53266" y="12773"/>
                    <a:pt x="47995" y="10628"/>
                    <a:pt x="42530" y="10025"/>
                  </a:cubicBezTo>
                  <a:cubicBezTo>
                    <a:pt x="41682" y="9932"/>
                    <a:pt x="40859" y="9885"/>
                    <a:pt x="40058" y="9885"/>
                  </a:cubicBezTo>
                  <a:cubicBezTo>
                    <a:pt x="36646" y="9885"/>
                    <a:pt x="33636" y="10728"/>
                    <a:pt x="31087" y="12400"/>
                  </a:cubicBezTo>
                  <a:cubicBezTo>
                    <a:pt x="26728" y="15269"/>
                    <a:pt x="22197" y="17122"/>
                    <a:pt x="17235" y="18071"/>
                  </a:cubicBezTo>
                  <a:cubicBezTo>
                    <a:pt x="13172" y="18848"/>
                    <a:pt x="9086" y="19070"/>
                    <a:pt x="5424" y="19070"/>
                  </a:cubicBezTo>
                  <a:cubicBezTo>
                    <a:pt x="3631" y="19070"/>
                    <a:pt x="1941" y="19017"/>
                    <a:pt x="403" y="18949"/>
                  </a:cubicBezTo>
                  <a:lnTo>
                    <a:pt x="403" y="11532"/>
                  </a:lnTo>
                  <a:cubicBezTo>
                    <a:pt x="2361" y="12661"/>
                    <a:pt x="4594" y="13456"/>
                    <a:pt x="7045" y="13900"/>
                  </a:cubicBezTo>
                  <a:cubicBezTo>
                    <a:pt x="8672" y="14195"/>
                    <a:pt x="10356" y="14343"/>
                    <a:pt x="12121" y="14343"/>
                  </a:cubicBezTo>
                  <a:cubicBezTo>
                    <a:pt x="13968" y="14343"/>
                    <a:pt x="15904" y="14181"/>
                    <a:pt x="17957" y="13858"/>
                  </a:cubicBezTo>
                  <a:cubicBezTo>
                    <a:pt x="23076" y="13055"/>
                    <a:pt x="27790" y="10978"/>
                    <a:pt x="32121" y="8853"/>
                  </a:cubicBezTo>
                  <a:lnTo>
                    <a:pt x="32595" y="8620"/>
                  </a:lnTo>
                  <a:cubicBezTo>
                    <a:pt x="37243" y="6337"/>
                    <a:pt x="42049" y="3980"/>
                    <a:pt x="47066" y="2784"/>
                  </a:cubicBezTo>
                  <a:cubicBezTo>
                    <a:pt x="53031" y="1361"/>
                    <a:pt x="58397" y="590"/>
                    <a:pt x="63469" y="426"/>
                  </a:cubicBezTo>
                  <a:cubicBezTo>
                    <a:pt x="64044" y="408"/>
                    <a:pt x="64620" y="399"/>
                    <a:pt x="65198" y="399"/>
                  </a:cubicBezTo>
                  <a:close/>
                  <a:moveTo>
                    <a:pt x="65203" y="1"/>
                  </a:moveTo>
                  <a:cubicBezTo>
                    <a:pt x="64619" y="1"/>
                    <a:pt x="64036" y="10"/>
                    <a:pt x="63455" y="29"/>
                  </a:cubicBezTo>
                  <a:cubicBezTo>
                    <a:pt x="58355" y="192"/>
                    <a:pt x="52963" y="968"/>
                    <a:pt x="46970" y="2396"/>
                  </a:cubicBezTo>
                  <a:cubicBezTo>
                    <a:pt x="41911" y="3604"/>
                    <a:pt x="37084" y="5971"/>
                    <a:pt x="32416" y="8263"/>
                  </a:cubicBezTo>
                  <a:lnTo>
                    <a:pt x="31942" y="8496"/>
                  </a:lnTo>
                  <a:cubicBezTo>
                    <a:pt x="27640" y="10606"/>
                    <a:pt x="22957" y="12670"/>
                    <a:pt x="17892" y="13466"/>
                  </a:cubicBezTo>
                  <a:cubicBezTo>
                    <a:pt x="15860" y="13785"/>
                    <a:pt x="13946" y="13945"/>
                    <a:pt x="12120" y="13945"/>
                  </a:cubicBezTo>
                  <a:cubicBezTo>
                    <a:pt x="10379" y="13945"/>
                    <a:pt x="8719" y="13799"/>
                    <a:pt x="7116" y="13508"/>
                  </a:cubicBezTo>
                  <a:cubicBezTo>
                    <a:pt x="4584" y="13050"/>
                    <a:pt x="2294" y="12211"/>
                    <a:pt x="305" y="11012"/>
                  </a:cubicBezTo>
                  <a:lnTo>
                    <a:pt x="0" y="10828"/>
                  </a:lnTo>
                  <a:lnTo>
                    <a:pt x="0" y="19337"/>
                  </a:lnTo>
                  <a:lnTo>
                    <a:pt x="193" y="19345"/>
                  </a:lnTo>
                  <a:cubicBezTo>
                    <a:pt x="1788" y="19417"/>
                    <a:pt x="3552" y="19474"/>
                    <a:pt x="5427" y="19474"/>
                  </a:cubicBezTo>
                  <a:cubicBezTo>
                    <a:pt x="9110" y="19474"/>
                    <a:pt x="13220" y="19251"/>
                    <a:pt x="17311" y="18469"/>
                  </a:cubicBezTo>
                  <a:cubicBezTo>
                    <a:pt x="22324" y="17509"/>
                    <a:pt x="26904" y="15636"/>
                    <a:pt x="31309" y="12740"/>
                  </a:cubicBezTo>
                  <a:cubicBezTo>
                    <a:pt x="33791" y="11110"/>
                    <a:pt x="36725" y="10287"/>
                    <a:pt x="40058" y="10287"/>
                  </a:cubicBezTo>
                  <a:cubicBezTo>
                    <a:pt x="40845" y="10287"/>
                    <a:pt x="41654" y="10333"/>
                    <a:pt x="42485" y="10425"/>
                  </a:cubicBezTo>
                  <a:cubicBezTo>
                    <a:pt x="47895" y="11021"/>
                    <a:pt x="53139" y="13156"/>
                    <a:pt x="58211" y="15220"/>
                  </a:cubicBezTo>
                  <a:cubicBezTo>
                    <a:pt x="61257" y="16459"/>
                    <a:pt x="64408" y="17742"/>
                    <a:pt x="67568" y="18681"/>
                  </a:cubicBezTo>
                  <a:cubicBezTo>
                    <a:pt x="72838" y="20248"/>
                    <a:pt x="78452" y="21200"/>
                    <a:pt x="84253" y="21507"/>
                  </a:cubicBezTo>
                  <a:cubicBezTo>
                    <a:pt x="85207" y="21557"/>
                    <a:pt x="86216" y="21596"/>
                    <a:pt x="87255" y="21596"/>
                  </a:cubicBezTo>
                  <a:cubicBezTo>
                    <a:pt x="89341" y="21596"/>
                    <a:pt x="91554" y="21438"/>
                    <a:pt x="93697" y="20904"/>
                  </a:cubicBezTo>
                  <a:cubicBezTo>
                    <a:pt x="95795" y="20381"/>
                    <a:pt x="98654" y="19332"/>
                    <a:pt x="99293" y="16292"/>
                  </a:cubicBezTo>
                  <a:cubicBezTo>
                    <a:pt x="99857" y="13600"/>
                    <a:pt x="98614" y="11035"/>
                    <a:pt x="95596" y="8666"/>
                  </a:cubicBezTo>
                  <a:cubicBezTo>
                    <a:pt x="92859" y="6520"/>
                    <a:pt x="89747" y="5193"/>
                    <a:pt x="87062" y="4178"/>
                  </a:cubicBezTo>
                  <a:cubicBezTo>
                    <a:pt x="79719" y="1402"/>
                    <a:pt x="72371" y="1"/>
                    <a:pt x="652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 name="Google Shape;672;p23"/>
            <p:cNvGrpSpPr/>
            <p:nvPr/>
          </p:nvGrpSpPr>
          <p:grpSpPr>
            <a:xfrm>
              <a:off x="-97224" y="3918978"/>
              <a:ext cx="9377821" cy="2147740"/>
              <a:chOff x="-97224" y="3918978"/>
              <a:chExt cx="9377821" cy="2147740"/>
            </a:xfrm>
          </p:grpSpPr>
          <p:sp>
            <p:nvSpPr>
              <p:cNvPr id="673" name="Google Shape;673;p23"/>
              <p:cNvSpPr/>
              <p:nvPr/>
            </p:nvSpPr>
            <p:spPr>
              <a:xfrm flipH="1" rot="10800000">
                <a:off x="-89101" y="3918978"/>
                <a:ext cx="9361814" cy="2075187"/>
              </a:xfrm>
              <a:custGeom>
                <a:rect b="b" l="l" r="r" t="t"/>
                <a:pathLst>
                  <a:path extrusionOk="0" h="51857" w="233943">
                    <a:moveTo>
                      <a:pt x="114254" y="0"/>
                    </a:moveTo>
                    <a:cubicBezTo>
                      <a:pt x="113814" y="3337"/>
                      <a:pt x="107760" y="3970"/>
                      <a:pt x="105882" y="4185"/>
                    </a:cubicBezTo>
                    <a:cubicBezTo>
                      <a:pt x="103480" y="4463"/>
                      <a:pt x="101037" y="4580"/>
                      <a:pt x="98593" y="4580"/>
                    </a:cubicBezTo>
                    <a:cubicBezTo>
                      <a:pt x="96187" y="4580"/>
                      <a:pt x="93780" y="4466"/>
                      <a:pt x="91413" y="4277"/>
                    </a:cubicBezTo>
                    <a:cubicBezTo>
                      <a:pt x="83262" y="3622"/>
                      <a:pt x="75254" y="1586"/>
                      <a:pt x="67197" y="2"/>
                    </a:cubicBezTo>
                    <a:lnTo>
                      <a:pt x="3161" y="2"/>
                    </a:lnTo>
                    <a:cubicBezTo>
                      <a:pt x="1415" y="2"/>
                      <a:pt x="0" y="1794"/>
                      <a:pt x="0" y="4003"/>
                    </a:cubicBezTo>
                    <a:lnTo>
                      <a:pt x="0" y="12983"/>
                    </a:lnTo>
                    <a:cubicBezTo>
                      <a:pt x="752" y="13703"/>
                      <a:pt x="1532" y="14304"/>
                      <a:pt x="2202" y="14753"/>
                    </a:cubicBezTo>
                    <a:cubicBezTo>
                      <a:pt x="5867" y="17202"/>
                      <a:pt x="10108" y="17905"/>
                      <a:pt x="14266" y="17905"/>
                    </a:cubicBezTo>
                    <a:cubicBezTo>
                      <a:pt x="15542" y="17905"/>
                      <a:pt x="16811" y="17839"/>
                      <a:pt x="18052" y="17736"/>
                    </a:cubicBezTo>
                    <a:cubicBezTo>
                      <a:pt x="23329" y="17301"/>
                      <a:pt x="28524" y="16026"/>
                      <a:pt x="33704" y="14740"/>
                    </a:cubicBezTo>
                    <a:cubicBezTo>
                      <a:pt x="40948" y="12940"/>
                      <a:pt x="48135" y="10828"/>
                      <a:pt x="55442" y="9439"/>
                    </a:cubicBezTo>
                    <a:cubicBezTo>
                      <a:pt x="61321" y="8322"/>
                      <a:pt x="67233" y="7670"/>
                      <a:pt x="73167" y="7670"/>
                    </a:cubicBezTo>
                    <a:cubicBezTo>
                      <a:pt x="74688" y="7670"/>
                      <a:pt x="76210" y="7713"/>
                      <a:pt x="77734" y="7802"/>
                    </a:cubicBezTo>
                    <a:cubicBezTo>
                      <a:pt x="85106" y="8232"/>
                      <a:pt x="92423" y="9785"/>
                      <a:pt x="99530" y="12287"/>
                    </a:cubicBezTo>
                    <a:cubicBezTo>
                      <a:pt x="102317" y="13268"/>
                      <a:pt x="105115" y="14314"/>
                      <a:pt x="107858" y="15489"/>
                    </a:cubicBezTo>
                    <a:cubicBezTo>
                      <a:pt x="110332" y="16548"/>
                      <a:pt x="112809" y="17789"/>
                      <a:pt x="115004" y="19608"/>
                    </a:cubicBezTo>
                    <a:cubicBezTo>
                      <a:pt x="117824" y="21944"/>
                      <a:pt x="120303" y="25852"/>
                      <a:pt x="120226" y="30339"/>
                    </a:cubicBezTo>
                    <a:cubicBezTo>
                      <a:pt x="120101" y="37466"/>
                      <a:pt x="112935" y="40330"/>
                      <a:pt x="108516" y="41748"/>
                    </a:cubicBezTo>
                    <a:cubicBezTo>
                      <a:pt x="101630" y="43955"/>
                      <a:pt x="94414" y="44564"/>
                      <a:pt x="87337" y="44821"/>
                    </a:cubicBezTo>
                    <a:cubicBezTo>
                      <a:pt x="84855" y="44912"/>
                      <a:pt x="82371" y="44958"/>
                      <a:pt x="79887" y="44958"/>
                    </a:cubicBezTo>
                    <a:cubicBezTo>
                      <a:pt x="73140" y="44958"/>
                      <a:pt x="66393" y="44612"/>
                      <a:pt x="59673" y="43851"/>
                    </a:cubicBezTo>
                    <a:cubicBezTo>
                      <a:pt x="52128" y="42997"/>
                      <a:pt x="44620" y="41722"/>
                      <a:pt x="37128" y="40332"/>
                    </a:cubicBezTo>
                    <a:cubicBezTo>
                      <a:pt x="29596" y="38936"/>
                      <a:pt x="22076" y="37257"/>
                      <a:pt x="14513" y="36145"/>
                    </a:cubicBezTo>
                    <a:cubicBezTo>
                      <a:pt x="10469" y="35552"/>
                      <a:pt x="6279" y="35103"/>
                      <a:pt x="2100" y="35103"/>
                    </a:cubicBezTo>
                    <a:cubicBezTo>
                      <a:pt x="1400" y="35103"/>
                      <a:pt x="700" y="35116"/>
                      <a:pt x="0" y="35142"/>
                    </a:cubicBezTo>
                    <a:lnTo>
                      <a:pt x="0" y="41392"/>
                    </a:lnTo>
                    <a:cubicBezTo>
                      <a:pt x="3897" y="40406"/>
                      <a:pt x="7757" y="39113"/>
                      <a:pt x="11701" y="38520"/>
                    </a:cubicBezTo>
                    <a:cubicBezTo>
                      <a:pt x="12850" y="38347"/>
                      <a:pt x="14002" y="38268"/>
                      <a:pt x="15153" y="38268"/>
                    </a:cubicBezTo>
                    <a:cubicBezTo>
                      <a:pt x="18352" y="38268"/>
                      <a:pt x="21545" y="38880"/>
                      <a:pt x="24665" y="39789"/>
                    </a:cubicBezTo>
                    <a:cubicBezTo>
                      <a:pt x="29176" y="41103"/>
                      <a:pt x="33559" y="43015"/>
                      <a:pt x="37996" y="44675"/>
                    </a:cubicBezTo>
                    <a:cubicBezTo>
                      <a:pt x="42689" y="46433"/>
                      <a:pt x="47479" y="47692"/>
                      <a:pt x="52300" y="48740"/>
                    </a:cubicBezTo>
                    <a:cubicBezTo>
                      <a:pt x="61496" y="50745"/>
                      <a:pt x="70937" y="51857"/>
                      <a:pt x="80373" y="51857"/>
                    </a:cubicBezTo>
                    <a:cubicBezTo>
                      <a:pt x="91348" y="51857"/>
                      <a:pt x="102317" y="50352"/>
                      <a:pt x="112889" y="46997"/>
                    </a:cubicBezTo>
                    <a:cubicBezTo>
                      <a:pt x="122215" y="44038"/>
                      <a:pt x="130897" y="39216"/>
                      <a:pt x="139694" y="34414"/>
                    </a:cubicBezTo>
                    <a:cubicBezTo>
                      <a:pt x="143466" y="32352"/>
                      <a:pt x="147358" y="30634"/>
                      <a:pt x="151383" y="29556"/>
                    </a:cubicBezTo>
                    <a:cubicBezTo>
                      <a:pt x="155813" y="28370"/>
                      <a:pt x="160303" y="28105"/>
                      <a:pt x="164816" y="27914"/>
                    </a:cubicBezTo>
                    <a:cubicBezTo>
                      <a:pt x="167320" y="27807"/>
                      <a:pt x="169825" y="27756"/>
                      <a:pt x="172331" y="27756"/>
                    </a:cubicBezTo>
                    <a:cubicBezTo>
                      <a:pt x="189289" y="27756"/>
                      <a:pt x="206270" y="30094"/>
                      <a:pt x="222996" y="33398"/>
                    </a:cubicBezTo>
                    <a:cubicBezTo>
                      <a:pt x="226644" y="34116"/>
                      <a:pt x="230302" y="34924"/>
                      <a:pt x="233942" y="35864"/>
                    </a:cubicBezTo>
                    <a:lnTo>
                      <a:pt x="233942" y="9938"/>
                    </a:lnTo>
                    <a:cubicBezTo>
                      <a:pt x="233216" y="9925"/>
                      <a:pt x="232489" y="9919"/>
                      <a:pt x="231762" y="9919"/>
                    </a:cubicBezTo>
                    <a:cubicBezTo>
                      <a:pt x="219843" y="9919"/>
                      <a:pt x="207922" y="11530"/>
                      <a:pt x="196068" y="12904"/>
                    </a:cubicBezTo>
                    <a:cubicBezTo>
                      <a:pt x="188339" y="13801"/>
                      <a:pt x="180609" y="14806"/>
                      <a:pt x="172944" y="16393"/>
                    </a:cubicBezTo>
                    <a:cubicBezTo>
                      <a:pt x="169135" y="17181"/>
                      <a:pt x="165343" y="18112"/>
                      <a:pt x="161591" y="19260"/>
                    </a:cubicBezTo>
                    <a:cubicBezTo>
                      <a:pt x="158213" y="20291"/>
                      <a:pt x="155063" y="21813"/>
                      <a:pt x="151893" y="23606"/>
                    </a:cubicBezTo>
                    <a:cubicBezTo>
                      <a:pt x="147715" y="25970"/>
                      <a:pt x="143374" y="28204"/>
                      <a:pt x="138868" y="28204"/>
                    </a:cubicBezTo>
                    <a:cubicBezTo>
                      <a:pt x="137422" y="28204"/>
                      <a:pt x="135960" y="27974"/>
                      <a:pt x="134480" y="27445"/>
                    </a:cubicBezTo>
                    <a:cubicBezTo>
                      <a:pt x="129632" y="25711"/>
                      <a:pt x="125716" y="20547"/>
                      <a:pt x="125484" y="13951"/>
                    </a:cubicBezTo>
                    <a:cubicBezTo>
                      <a:pt x="125286" y="8300"/>
                      <a:pt x="129601" y="6027"/>
                      <a:pt x="133294" y="5020"/>
                    </a:cubicBezTo>
                    <a:cubicBezTo>
                      <a:pt x="139570" y="3307"/>
                      <a:pt x="146074" y="3151"/>
                      <a:pt x="152463" y="3078"/>
                    </a:cubicBezTo>
                    <a:cubicBezTo>
                      <a:pt x="160083" y="2991"/>
                      <a:pt x="167851" y="3042"/>
                      <a:pt x="175233" y="328"/>
                    </a:cubicBezTo>
                    <a:cubicBezTo>
                      <a:pt x="175511" y="226"/>
                      <a:pt x="175788" y="116"/>
                      <a:pt x="176066"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3"/>
              <p:cNvSpPr/>
              <p:nvPr/>
            </p:nvSpPr>
            <p:spPr>
              <a:xfrm flipH="1" rot="10800000">
                <a:off x="-97224" y="3976084"/>
                <a:ext cx="9377821" cy="2090634"/>
              </a:xfrm>
              <a:custGeom>
                <a:rect b="b" l="l" r="r" t="t"/>
                <a:pathLst>
                  <a:path extrusionOk="0" h="52243" w="234343">
                    <a:moveTo>
                      <a:pt x="67361" y="400"/>
                    </a:moveTo>
                    <a:cubicBezTo>
                      <a:pt x="69340" y="790"/>
                      <a:pt x="71349" y="1215"/>
                      <a:pt x="73292" y="1625"/>
                    </a:cubicBezTo>
                    <a:cubicBezTo>
                      <a:pt x="79265" y="2884"/>
                      <a:pt x="85439" y="4185"/>
                      <a:pt x="91598" y="4680"/>
                    </a:cubicBezTo>
                    <a:cubicBezTo>
                      <a:pt x="94144" y="4885"/>
                      <a:pt x="96537" y="4987"/>
                      <a:pt x="98805" y="4987"/>
                    </a:cubicBezTo>
                    <a:cubicBezTo>
                      <a:pt x="101387" y="4987"/>
                      <a:pt x="103808" y="4854"/>
                      <a:pt x="106108" y="4590"/>
                    </a:cubicBezTo>
                    <a:lnTo>
                      <a:pt x="106218" y="4577"/>
                    </a:lnTo>
                    <a:cubicBezTo>
                      <a:pt x="108158" y="4354"/>
                      <a:pt x="114000" y="3685"/>
                      <a:pt x="114628" y="406"/>
                    </a:cubicBezTo>
                    <a:lnTo>
                      <a:pt x="175193" y="406"/>
                    </a:lnTo>
                    <a:cubicBezTo>
                      <a:pt x="168249" y="2915"/>
                      <a:pt x="160889" y="2994"/>
                      <a:pt x="153768" y="3069"/>
                    </a:cubicBezTo>
                    <a:lnTo>
                      <a:pt x="152665" y="3082"/>
                    </a:lnTo>
                    <a:cubicBezTo>
                      <a:pt x="145764" y="3162"/>
                      <a:pt x="139551" y="3364"/>
                      <a:pt x="133446" y="5030"/>
                    </a:cubicBezTo>
                    <a:cubicBezTo>
                      <a:pt x="128003" y="6516"/>
                      <a:pt x="125326" y="9588"/>
                      <a:pt x="125487" y="14164"/>
                    </a:cubicBezTo>
                    <a:cubicBezTo>
                      <a:pt x="125709" y="20471"/>
                      <a:pt x="129379" y="25966"/>
                      <a:pt x="134618" y="27839"/>
                    </a:cubicBezTo>
                    <a:cubicBezTo>
                      <a:pt x="136131" y="28380"/>
                      <a:pt x="137619" y="28617"/>
                      <a:pt x="139091" y="28617"/>
                    </a:cubicBezTo>
                    <a:cubicBezTo>
                      <a:pt x="143547" y="28617"/>
                      <a:pt x="147847" y="26448"/>
                      <a:pt x="152196" y="23987"/>
                    </a:cubicBezTo>
                    <a:cubicBezTo>
                      <a:pt x="155813" y="21943"/>
                      <a:pt x="158880" y="20567"/>
                      <a:pt x="161854" y="19658"/>
                    </a:cubicBezTo>
                    <a:cubicBezTo>
                      <a:pt x="165379" y="18581"/>
                      <a:pt x="169085" y="17643"/>
                      <a:pt x="173189" y="16795"/>
                    </a:cubicBezTo>
                    <a:cubicBezTo>
                      <a:pt x="180974" y="15181"/>
                      <a:pt x="188894" y="14166"/>
                      <a:pt x="196294" y="13308"/>
                    </a:cubicBezTo>
                    <a:cubicBezTo>
                      <a:pt x="197767" y="13138"/>
                      <a:pt x="199245" y="12964"/>
                      <a:pt x="200722" y="12788"/>
                    </a:cubicBezTo>
                    <a:cubicBezTo>
                      <a:pt x="210970" y="11576"/>
                      <a:pt x="221543" y="10326"/>
                      <a:pt x="231999" y="10326"/>
                    </a:cubicBezTo>
                    <a:cubicBezTo>
                      <a:pt x="232648" y="10326"/>
                      <a:pt x="233296" y="10331"/>
                      <a:pt x="233944" y="10341"/>
                    </a:cubicBezTo>
                    <a:lnTo>
                      <a:pt x="233944" y="35809"/>
                    </a:lnTo>
                    <a:cubicBezTo>
                      <a:pt x="230629" y="34959"/>
                      <a:pt x="227123" y="34173"/>
                      <a:pt x="223236" y="33405"/>
                    </a:cubicBezTo>
                    <a:cubicBezTo>
                      <a:pt x="203906" y="29587"/>
                      <a:pt x="187591" y="27758"/>
                      <a:pt x="172597" y="27758"/>
                    </a:cubicBezTo>
                    <a:cubicBezTo>
                      <a:pt x="170032" y="27758"/>
                      <a:pt x="167505" y="27812"/>
                      <a:pt x="165009" y="27918"/>
                    </a:cubicBezTo>
                    <a:cubicBezTo>
                      <a:pt x="160422" y="28112"/>
                      <a:pt x="155941" y="28387"/>
                      <a:pt x="151533" y="29567"/>
                    </a:cubicBezTo>
                    <a:cubicBezTo>
                      <a:pt x="147826" y="30560"/>
                      <a:pt x="143986" y="32153"/>
                      <a:pt x="139798" y="34441"/>
                    </a:cubicBezTo>
                    <a:lnTo>
                      <a:pt x="138875" y="34945"/>
                    </a:lnTo>
                    <a:cubicBezTo>
                      <a:pt x="130584" y="39473"/>
                      <a:pt x="122011" y="44161"/>
                      <a:pt x="113029" y="47009"/>
                    </a:cubicBezTo>
                    <a:cubicBezTo>
                      <a:pt x="102889" y="50226"/>
                      <a:pt x="91919" y="51840"/>
                      <a:pt x="80509" y="51840"/>
                    </a:cubicBezTo>
                    <a:cubicBezTo>
                      <a:pt x="71401" y="51840"/>
                      <a:pt x="62013" y="50811"/>
                      <a:pt x="52541" y="48749"/>
                    </a:cubicBezTo>
                    <a:cubicBezTo>
                      <a:pt x="46930" y="47526"/>
                      <a:pt x="42394" y="46236"/>
                      <a:pt x="38264" y="44691"/>
                    </a:cubicBezTo>
                    <a:cubicBezTo>
                      <a:pt x="36953" y="44199"/>
                      <a:pt x="35624" y="43678"/>
                      <a:pt x="34338" y="43172"/>
                    </a:cubicBezTo>
                    <a:cubicBezTo>
                      <a:pt x="31276" y="41971"/>
                      <a:pt x="28107" y="40726"/>
                      <a:pt x="24921" y="39799"/>
                    </a:cubicBezTo>
                    <a:cubicBezTo>
                      <a:pt x="21414" y="38777"/>
                      <a:pt x="18247" y="38271"/>
                      <a:pt x="15326" y="38271"/>
                    </a:cubicBezTo>
                    <a:cubicBezTo>
                      <a:pt x="14137" y="38271"/>
                      <a:pt x="12987" y="38356"/>
                      <a:pt x="11874" y="38521"/>
                    </a:cubicBezTo>
                    <a:cubicBezTo>
                      <a:pt x="9119" y="38936"/>
                      <a:pt x="6366" y="39703"/>
                      <a:pt x="3703" y="40442"/>
                    </a:cubicBezTo>
                    <a:cubicBezTo>
                      <a:pt x="2622" y="40742"/>
                      <a:pt x="1508" y="41053"/>
                      <a:pt x="406" y="41335"/>
                    </a:cubicBezTo>
                    <a:lnTo>
                      <a:pt x="406" y="35538"/>
                    </a:lnTo>
                    <a:cubicBezTo>
                      <a:pt x="1027" y="35516"/>
                      <a:pt x="1658" y="35506"/>
                      <a:pt x="2301" y="35506"/>
                    </a:cubicBezTo>
                    <a:cubicBezTo>
                      <a:pt x="5902" y="35506"/>
                      <a:pt x="9901" y="35844"/>
                      <a:pt x="14687" y="36547"/>
                    </a:cubicBezTo>
                    <a:cubicBezTo>
                      <a:pt x="19745" y="37290"/>
                      <a:pt x="24868" y="38304"/>
                      <a:pt x="29822" y="39284"/>
                    </a:cubicBezTo>
                    <a:cubicBezTo>
                      <a:pt x="32271" y="39769"/>
                      <a:pt x="34802" y="40270"/>
                      <a:pt x="37296" y="40733"/>
                    </a:cubicBezTo>
                    <a:cubicBezTo>
                      <a:pt x="43914" y="41961"/>
                      <a:pt x="51770" y="43339"/>
                      <a:pt x="59854" y="44254"/>
                    </a:cubicBezTo>
                    <a:cubicBezTo>
                      <a:pt x="66359" y="44990"/>
                      <a:pt x="73165" y="45361"/>
                      <a:pt x="80163" y="45361"/>
                    </a:cubicBezTo>
                    <a:cubicBezTo>
                      <a:pt x="82603" y="45361"/>
                      <a:pt x="85067" y="45316"/>
                      <a:pt x="87550" y="45225"/>
                    </a:cubicBezTo>
                    <a:cubicBezTo>
                      <a:pt x="94026" y="44991"/>
                      <a:pt x="101613" y="44441"/>
                      <a:pt x="108780" y="42142"/>
                    </a:cubicBezTo>
                    <a:cubicBezTo>
                      <a:pt x="113810" y="40529"/>
                      <a:pt x="120508" y="37574"/>
                      <a:pt x="120629" y="30544"/>
                    </a:cubicBezTo>
                    <a:cubicBezTo>
                      <a:pt x="120696" y="26529"/>
                      <a:pt x="118718" y="22458"/>
                      <a:pt x="115334" y="19654"/>
                    </a:cubicBezTo>
                    <a:cubicBezTo>
                      <a:pt x="112985" y="17708"/>
                      <a:pt x="110379" y="16465"/>
                      <a:pt x="108140" y="15506"/>
                    </a:cubicBezTo>
                    <a:cubicBezTo>
                      <a:pt x="105719" y="14467"/>
                      <a:pt x="103070" y="13450"/>
                      <a:pt x="99798" y="12298"/>
                    </a:cubicBezTo>
                    <a:cubicBezTo>
                      <a:pt x="92520" y="9735"/>
                      <a:pt x="85169" y="8223"/>
                      <a:pt x="77949" y="7802"/>
                    </a:cubicBezTo>
                    <a:cubicBezTo>
                      <a:pt x="76425" y="7713"/>
                      <a:pt x="74890" y="7669"/>
                      <a:pt x="73339" y="7669"/>
                    </a:cubicBezTo>
                    <a:cubicBezTo>
                      <a:pt x="67706" y="7669"/>
                      <a:pt x="61863" y="8255"/>
                      <a:pt x="55605" y="9443"/>
                    </a:cubicBezTo>
                    <a:cubicBezTo>
                      <a:pt x="50502" y="10413"/>
                      <a:pt x="45374" y="11757"/>
                      <a:pt x="40416" y="13057"/>
                    </a:cubicBezTo>
                    <a:cubicBezTo>
                      <a:pt x="38267" y="13620"/>
                      <a:pt x="36046" y="14201"/>
                      <a:pt x="33857" y="14746"/>
                    </a:cubicBezTo>
                    <a:cubicBezTo>
                      <a:pt x="29050" y="15939"/>
                      <a:pt x="23603" y="17293"/>
                      <a:pt x="18238" y="17736"/>
                    </a:cubicBezTo>
                    <a:cubicBezTo>
                      <a:pt x="17038" y="17835"/>
                      <a:pt x="15751" y="17910"/>
                      <a:pt x="14415" y="17910"/>
                    </a:cubicBezTo>
                    <a:cubicBezTo>
                      <a:pt x="10534" y="17910"/>
                      <a:pt x="6246" y="17280"/>
                      <a:pt x="2517" y="14787"/>
                    </a:cubicBezTo>
                    <a:cubicBezTo>
                      <a:pt x="2004" y="14446"/>
                      <a:pt x="1229" y="13878"/>
                      <a:pt x="403" y="13098"/>
                    </a:cubicBezTo>
                    <a:lnTo>
                      <a:pt x="403" y="4204"/>
                    </a:lnTo>
                    <a:cubicBezTo>
                      <a:pt x="403" y="2108"/>
                      <a:pt x="1731" y="405"/>
                      <a:pt x="3364" y="405"/>
                    </a:cubicBezTo>
                    <a:lnTo>
                      <a:pt x="67361" y="400"/>
                    </a:lnTo>
                    <a:close/>
                    <a:moveTo>
                      <a:pt x="114278" y="0"/>
                    </a:moveTo>
                    <a:lnTo>
                      <a:pt x="114255" y="176"/>
                    </a:lnTo>
                    <a:cubicBezTo>
                      <a:pt x="113845" y="3294"/>
                      <a:pt x="108068" y="3957"/>
                      <a:pt x="106170" y="4175"/>
                    </a:cubicBezTo>
                    <a:lnTo>
                      <a:pt x="106061" y="4187"/>
                    </a:lnTo>
                    <a:cubicBezTo>
                      <a:pt x="103777" y="4451"/>
                      <a:pt x="101371" y="4582"/>
                      <a:pt x="98803" y="4582"/>
                    </a:cubicBezTo>
                    <a:cubicBezTo>
                      <a:pt x="96546" y="4582"/>
                      <a:pt x="94164" y="4481"/>
                      <a:pt x="91630" y="4277"/>
                    </a:cubicBezTo>
                    <a:cubicBezTo>
                      <a:pt x="85496" y="3785"/>
                      <a:pt x="79335" y="2485"/>
                      <a:pt x="73374" y="1229"/>
                    </a:cubicBezTo>
                    <a:cubicBezTo>
                      <a:pt x="71430" y="820"/>
                      <a:pt x="69420" y="395"/>
                      <a:pt x="67400" y="2"/>
                    </a:cubicBezTo>
                    <a:lnTo>
                      <a:pt x="3365" y="2"/>
                    </a:lnTo>
                    <a:cubicBezTo>
                      <a:pt x="1511" y="2"/>
                      <a:pt x="3" y="1889"/>
                      <a:pt x="3" y="4205"/>
                    </a:cubicBezTo>
                    <a:lnTo>
                      <a:pt x="3" y="13267"/>
                    </a:lnTo>
                    <a:lnTo>
                      <a:pt x="66" y="13327"/>
                    </a:lnTo>
                    <a:cubicBezTo>
                      <a:pt x="935" y="14157"/>
                      <a:pt x="1758" y="14760"/>
                      <a:pt x="2295" y="15120"/>
                    </a:cubicBezTo>
                    <a:cubicBezTo>
                      <a:pt x="6107" y="17668"/>
                      <a:pt x="10473" y="18312"/>
                      <a:pt x="14416" y="18312"/>
                    </a:cubicBezTo>
                    <a:cubicBezTo>
                      <a:pt x="15764" y="18312"/>
                      <a:pt x="17063" y="18236"/>
                      <a:pt x="18274" y="18136"/>
                    </a:cubicBezTo>
                    <a:cubicBezTo>
                      <a:pt x="23670" y="17692"/>
                      <a:pt x="29134" y="16335"/>
                      <a:pt x="33955" y="15136"/>
                    </a:cubicBezTo>
                    <a:cubicBezTo>
                      <a:pt x="36148" y="14591"/>
                      <a:pt x="38370" y="14008"/>
                      <a:pt x="40521" y="13444"/>
                    </a:cubicBezTo>
                    <a:cubicBezTo>
                      <a:pt x="45471" y="12145"/>
                      <a:pt x="50591" y="10802"/>
                      <a:pt x="55682" y="9836"/>
                    </a:cubicBezTo>
                    <a:cubicBezTo>
                      <a:pt x="61914" y="8652"/>
                      <a:pt x="67733" y="8068"/>
                      <a:pt x="73339" y="8068"/>
                    </a:cubicBezTo>
                    <a:cubicBezTo>
                      <a:pt x="74883" y="8068"/>
                      <a:pt x="76410" y="8112"/>
                      <a:pt x="77924" y="8200"/>
                    </a:cubicBezTo>
                    <a:cubicBezTo>
                      <a:pt x="85109" y="8620"/>
                      <a:pt x="92423" y="10126"/>
                      <a:pt x="99664" y="12674"/>
                    </a:cubicBezTo>
                    <a:cubicBezTo>
                      <a:pt x="102926" y="13823"/>
                      <a:pt x="105569" y="14839"/>
                      <a:pt x="107978" y="15872"/>
                    </a:cubicBezTo>
                    <a:cubicBezTo>
                      <a:pt x="110192" y="16820"/>
                      <a:pt x="112765" y="18046"/>
                      <a:pt x="115074" y="19959"/>
                    </a:cubicBezTo>
                    <a:cubicBezTo>
                      <a:pt x="118366" y="22686"/>
                      <a:pt x="120289" y="26638"/>
                      <a:pt x="120224" y="30531"/>
                    </a:cubicBezTo>
                    <a:cubicBezTo>
                      <a:pt x="120108" y="37304"/>
                      <a:pt x="113565" y="40179"/>
                      <a:pt x="108656" y="41753"/>
                    </a:cubicBezTo>
                    <a:cubicBezTo>
                      <a:pt x="101534" y="44037"/>
                      <a:pt x="93982" y="44584"/>
                      <a:pt x="87532" y="44818"/>
                    </a:cubicBezTo>
                    <a:cubicBezTo>
                      <a:pt x="85053" y="44908"/>
                      <a:pt x="82593" y="44953"/>
                      <a:pt x="80156" y="44953"/>
                    </a:cubicBezTo>
                    <a:cubicBezTo>
                      <a:pt x="73174" y="44953"/>
                      <a:pt x="66385" y="44584"/>
                      <a:pt x="59897" y="43849"/>
                    </a:cubicBezTo>
                    <a:cubicBezTo>
                      <a:pt x="51824" y="42936"/>
                      <a:pt x="43978" y="41560"/>
                      <a:pt x="37366" y="40335"/>
                    </a:cubicBezTo>
                    <a:cubicBezTo>
                      <a:pt x="34874" y="39874"/>
                      <a:pt x="32343" y="39371"/>
                      <a:pt x="29894" y="38889"/>
                    </a:cubicBezTo>
                    <a:cubicBezTo>
                      <a:pt x="24935" y="37906"/>
                      <a:pt x="19807" y="36891"/>
                      <a:pt x="14740" y="36147"/>
                    </a:cubicBezTo>
                    <a:cubicBezTo>
                      <a:pt x="9938" y="35440"/>
                      <a:pt x="5923" y="35101"/>
                      <a:pt x="2306" y="35101"/>
                    </a:cubicBezTo>
                    <a:cubicBezTo>
                      <a:pt x="1587" y="35101"/>
                      <a:pt x="884" y="35114"/>
                      <a:pt x="193" y="35141"/>
                    </a:cubicBezTo>
                    <a:lnTo>
                      <a:pt x="0" y="35148"/>
                    </a:lnTo>
                    <a:lnTo>
                      <a:pt x="0" y="41850"/>
                    </a:lnTo>
                    <a:lnTo>
                      <a:pt x="250" y="41789"/>
                    </a:lnTo>
                    <a:cubicBezTo>
                      <a:pt x="1438" y="41486"/>
                      <a:pt x="2642" y="41153"/>
                      <a:pt x="3807" y="40829"/>
                    </a:cubicBezTo>
                    <a:cubicBezTo>
                      <a:pt x="6459" y="40093"/>
                      <a:pt x="9201" y="39331"/>
                      <a:pt x="11931" y="38920"/>
                    </a:cubicBezTo>
                    <a:cubicBezTo>
                      <a:pt x="13025" y="38755"/>
                      <a:pt x="14155" y="38672"/>
                      <a:pt x="15326" y="38672"/>
                    </a:cubicBezTo>
                    <a:cubicBezTo>
                      <a:pt x="18207" y="38672"/>
                      <a:pt x="21339" y="39173"/>
                      <a:pt x="24808" y="40183"/>
                    </a:cubicBezTo>
                    <a:cubicBezTo>
                      <a:pt x="27977" y="41106"/>
                      <a:pt x="31136" y="42346"/>
                      <a:pt x="34192" y="43547"/>
                    </a:cubicBezTo>
                    <a:cubicBezTo>
                      <a:pt x="35480" y="44051"/>
                      <a:pt x="36810" y="44575"/>
                      <a:pt x="38124" y="45065"/>
                    </a:cubicBezTo>
                    <a:cubicBezTo>
                      <a:pt x="42272" y="46618"/>
                      <a:pt x="46826" y="47913"/>
                      <a:pt x="52458" y="49140"/>
                    </a:cubicBezTo>
                    <a:cubicBezTo>
                      <a:pt x="61960" y="51209"/>
                      <a:pt x="71376" y="52242"/>
                      <a:pt x="80515" y="52242"/>
                    </a:cubicBezTo>
                    <a:cubicBezTo>
                      <a:pt x="91963" y="52242"/>
                      <a:pt x="102972" y="50622"/>
                      <a:pt x="113151" y="47393"/>
                    </a:cubicBezTo>
                    <a:cubicBezTo>
                      <a:pt x="122171" y="44531"/>
                      <a:pt x="130760" y="39837"/>
                      <a:pt x="139068" y="35298"/>
                    </a:cubicBezTo>
                    <a:lnTo>
                      <a:pt x="139990" y="34794"/>
                    </a:lnTo>
                    <a:cubicBezTo>
                      <a:pt x="144149" y="32523"/>
                      <a:pt x="147959" y="30939"/>
                      <a:pt x="151635" y="29954"/>
                    </a:cubicBezTo>
                    <a:cubicBezTo>
                      <a:pt x="156001" y="28784"/>
                      <a:pt x="160459" y="28512"/>
                      <a:pt x="165023" y="28318"/>
                    </a:cubicBezTo>
                    <a:cubicBezTo>
                      <a:pt x="167510" y="28212"/>
                      <a:pt x="170027" y="28159"/>
                      <a:pt x="172583" y="28159"/>
                    </a:cubicBezTo>
                    <a:cubicBezTo>
                      <a:pt x="187551" y="28159"/>
                      <a:pt x="203846" y="29985"/>
                      <a:pt x="223155" y="33798"/>
                    </a:cubicBezTo>
                    <a:cubicBezTo>
                      <a:pt x="227133" y="34583"/>
                      <a:pt x="230708" y="35389"/>
                      <a:pt x="234091" y="36262"/>
                    </a:cubicBezTo>
                    <a:lnTo>
                      <a:pt x="234343" y="36327"/>
                    </a:lnTo>
                    <a:lnTo>
                      <a:pt x="234343" y="9942"/>
                    </a:lnTo>
                    <a:lnTo>
                      <a:pt x="234144" y="9938"/>
                    </a:lnTo>
                    <a:cubicBezTo>
                      <a:pt x="233436" y="9926"/>
                      <a:pt x="232728" y="9920"/>
                      <a:pt x="232019" y="9920"/>
                    </a:cubicBezTo>
                    <a:cubicBezTo>
                      <a:pt x="221533" y="9920"/>
                      <a:pt x="210937" y="11173"/>
                      <a:pt x="200668" y="12387"/>
                    </a:cubicBezTo>
                    <a:cubicBezTo>
                      <a:pt x="199192" y="12560"/>
                      <a:pt x="197716" y="12735"/>
                      <a:pt x="196241" y="12907"/>
                    </a:cubicBezTo>
                    <a:cubicBezTo>
                      <a:pt x="188833" y="13765"/>
                      <a:pt x="180900" y="14784"/>
                      <a:pt x="173099" y="16399"/>
                    </a:cubicBezTo>
                    <a:cubicBezTo>
                      <a:pt x="168984" y="17250"/>
                      <a:pt x="165266" y="18189"/>
                      <a:pt x="161730" y="19271"/>
                    </a:cubicBezTo>
                    <a:cubicBezTo>
                      <a:pt x="158729" y="20188"/>
                      <a:pt x="155634" y="21574"/>
                      <a:pt x="151992" y="23636"/>
                    </a:cubicBezTo>
                    <a:cubicBezTo>
                      <a:pt x="147694" y="26067"/>
                      <a:pt x="143448" y="28211"/>
                      <a:pt x="139076" y="28211"/>
                    </a:cubicBezTo>
                    <a:cubicBezTo>
                      <a:pt x="137648" y="28211"/>
                      <a:pt x="136206" y="27982"/>
                      <a:pt x="134745" y="27459"/>
                    </a:cubicBezTo>
                    <a:cubicBezTo>
                      <a:pt x="129659" y="25640"/>
                      <a:pt x="126097" y="20292"/>
                      <a:pt x="125882" y="14148"/>
                    </a:cubicBezTo>
                    <a:cubicBezTo>
                      <a:pt x="125729" y="9782"/>
                      <a:pt x="128305" y="6844"/>
                      <a:pt x="133544" y="5415"/>
                    </a:cubicBezTo>
                    <a:cubicBezTo>
                      <a:pt x="139606" y="3761"/>
                      <a:pt x="145790" y="3559"/>
                      <a:pt x="152664" y="3482"/>
                    </a:cubicBezTo>
                    <a:lnTo>
                      <a:pt x="153767" y="3469"/>
                    </a:lnTo>
                    <a:cubicBezTo>
                      <a:pt x="160981" y="3392"/>
                      <a:pt x="168439" y="3314"/>
                      <a:pt x="175499" y="719"/>
                    </a:cubicBezTo>
                    <a:cubicBezTo>
                      <a:pt x="175781" y="617"/>
                      <a:pt x="176061" y="506"/>
                      <a:pt x="176341" y="389"/>
                    </a:cubicBezTo>
                    <a:lnTo>
                      <a:pt x="1772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5" name="Google Shape;675;p23"/>
            <p:cNvSpPr/>
            <p:nvPr/>
          </p:nvSpPr>
          <p:spPr>
            <a:xfrm flipH="1" rot="10800000">
              <a:off x="-97224" y="2740244"/>
              <a:ext cx="8367499" cy="1836163"/>
            </a:xfrm>
            <a:custGeom>
              <a:rect b="b" l="l" r="r" t="t"/>
              <a:pathLst>
                <a:path extrusionOk="0" h="45884" w="209096">
                  <a:moveTo>
                    <a:pt x="173615" y="405"/>
                  </a:moveTo>
                  <a:cubicBezTo>
                    <a:pt x="176375" y="405"/>
                    <a:pt x="179213" y="507"/>
                    <a:pt x="182050" y="829"/>
                  </a:cubicBezTo>
                  <a:cubicBezTo>
                    <a:pt x="188207" y="1528"/>
                    <a:pt x="194615" y="3672"/>
                    <a:pt x="201642" y="7381"/>
                  </a:cubicBezTo>
                  <a:lnTo>
                    <a:pt x="202000" y="7570"/>
                  </a:lnTo>
                  <a:cubicBezTo>
                    <a:pt x="204160" y="8703"/>
                    <a:pt x="207122" y="10258"/>
                    <a:pt x="208209" y="13014"/>
                  </a:cubicBezTo>
                  <a:cubicBezTo>
                    <a:pt x="208659" y="14157"/>
                    <a:pt x="208681" y="15157"/>
                    <a:pt x="208272" y="15990"/>
                  </a:cubicBezTo>
                  <a:cubicBezTo>
                    <a:pt x="207624" y="17309"/>
                    <a:pt x="205989" y="18018"/>
                    <a:pt x="204732" y="18381"/>
                  </a:cubicBezTo>
                  <a:cubicBezTo>
                    <a:pt x="201461" y="19325"/>
                    <a:pt x="198006" y="19797"/>
                    <a:pt x="194392" y="19797"/>
                  </a:cubicBezTo>
                  <a:cubicBezTo>
                    <a:pt x="190821" y="19797"/>
                    <a:pt x="187096" y="19336"/>
                    <a:pt x="183241" y="18415"/>
                  </a:cubicBezTo>
                  <a:cubicBezTo>
                    <a:pt x="179114" y="17429"/>
                    <a:pt x="174866" y="16057"/>
                    <a:pt x="170611" y="14337"/>
                  </a:cubicBezTo>
                  <a:cubicBezTo>
                    <a:pt x="166998" y="12878"/>
                    <a:pt x="163261" y="11368"/>
                    <a:pt x="159428" y="10535"/>
                  </a:cubicBezTo>
                  <a:cubicBezTo>
                    <a:pt x="157531" y="10122"/>
                    <a:pt x="155742" y="9916"/>
                    <a:pt x="154034" y="9916"/>
                  </a:cubicBezTo>
                  <a:cubicBezTo>
                    <a:pt x="152450" y="9916"/>
                    <a:pt x="150935" y="10094"/>
                    <a:pt x="149470" y="10449"/>
                  </a:cubicBezTo>
                  <a:cubicBezTo>
                    <a:pt x="145504" y="11411"/>
                    <a:pt x="142070" y="13874"/>
                    <a:pt x="138895" y="16316"/>
                  </a:cubicBezTo>
                  <a:cubicBezTo>
                    <a:pt x="136054" y="18501"/>
                    <a:pt x="133233" y="20858"/>
                    <a:pt x="130505" y="23139"/>
                  </a:cubicBezTo>
                  <a:cubicBezTo>
                    <a:pt x="126905" y="26149"/>
                    <a:pt x="123181" y="29264"/>
                    <a:pt x="119366" y="32010"/>
                  </a:cubicBezTo>
                  <a:cubicBezTo>
                    <a:pt x="107458" y="40580"/>
                    <a:pt x="92880" y="45107"/>
                    <a:pt x="76028" y="45462"/>
                  </a:cubicBezTo>
                  <a:cubicBezTo>
                    <a:pt x="75424" y="45475"/>
                    <a:pt x="74822" y="45482"/>
                    <a:pt x="74224" y="45482"/>
                  </a:cubicBezTo>
                  <a:cubicBezTo>
                    <a:pt x="58269" y="45482"/>
                    <a:pt x="44689" y="40929"/>
                    <a:pt x="33828" y="31942"/>
                  </a:cubicBezTo>
                  <a:cubicBezTo>
                    <a:pt x="27187" y="26448"/>
                    <a:pt x="20603" y="21405"/>
                    <a:pt x="13056" y="20088"/>
                  </a:cubicBezTo>
                  <a:cubicBezTo>
                    <a:pt x="11967" y="19897"/>
                    <a:pt x="10865" y="19801"/>
                    <a:pt x="9746" y="19801"/>
                  </a:cubicBezTo>
                  <a:cubicBezTo>
                    <a:pt x="6781" y="19801"/>
                    <a:pt x="3696" y="20474"/>
                    <a:pt x="406" y="21833"/>
                  </a:cubicBezTo>
                  <a:lnTo>
                    <a:pt x="406" y="14358"/>
                  </a:lnTo>
                  <a:cubicBezTo>
                    <a:pt x="1109" y="14230"/>
                    <a:pt x="1864" y="14110"/>
                    <a:pt x="2702" y="13993"/>
                  </a:cubicBezTo>
                  <a:cubicBezTo>
                    <a:pt x="5594" y="13588"/>
                    <a:pt x="8552" y="13414"/>
                    <a:pt x="11411" y="13245"/>
                  </a:cubicBezTo>
                  <a:lnTo>
                    <a:pt x="12958" y="13152"/>
                  </a:lnTo>
                  <a:cubicBezTo>
                    <a:pt x="15818" y="12978"/>
                    <a:pt x="18953" y="12785"/>
                    <a:pt x="22145" y="12785"/>
                  </a:cubicBezTo>
                  <a:cubicBezTo>
                    <a:pt x="23389" y="12785"/>
                    <a:pt x="24641" y="12814"/>
                    <a:pt x="25889" y="12885"/>
                  </a:cubicBezTo>
                  <a:cubicBezTo>
                    <a:pt x="29786" y="13104"/>
                    <a:pt x="33808" y="14150"/>
                    <a:pt x="38546" y="16169"/>
                  </a:cubicBezTo>
                  <a:cubicBezTo>
                    <a:pt x="52883" y="22283"/>
                    <a:pt x="69842" y="28659"/>
                    <a:pt x="86902" y="29591"/>
                  </a:cubicBezTo>
                  <a:cubicBezTo>
                    <a:pt x="88135" y="29659"/>
                    <a:pt x="89353" y="29692"/>
                    <a:pt x="90554" y="29692"/>
                  </a:cubicBezTo>
                  <a:cubicBezTo>
                    <a:pt x="97955" y="29692"/>
                    <a:pt x="104738" y="28414"/>
                    <a:pt x="110758" y="25880"/>
                  </a:cubicBezTo>
                  <a:cubicBezTo>
                    <a:pt x="117187" y="23174"/>
                    <a:pt x="123174" y="18993"/>
                    <a:pt x="128962" y="14950"/>
                  </a:cubicBezTo>
                  <a:cubicBezTo>
                    <a:pt x="130301" y="14015"/>
                    <a:pt x="131684" y="13050"/>
                    <a:pt x="133052" y="12117"/>
                  </a:cubicBezTo>
                  <a:cubicBezTo>
                    <a:pt x="136569" y="9716"/>
                    <a:pt x="140379" y="7249"/>
                    <a:pt x="144384" y="5460"/>
                  </a:cubicBezTo>
                  <a:cubicBezTo>
                    <a:pt x="148006" y="3842"/>
                    <a:pt x="151905" y="2608"/>
                    <a:pt x="155970" y="1792"/>
                  </a:cubicBezTo>
                  <a:cubicBezTo>
                    <a:pt x="159701" y="1042"/>
                    <a:pt x="163680" y="640"/>
                    <a:pt x="168868" y="486"/>
                  </a:cubicBezTo>
                  <a:cubicBezTo>
                    <a:pt x="170413" y="440"/>
                    <a:pt x="172001" y="405"/>
                    <a:pt x="173615" y="405"/>
                  </a:cubicBezTo>
                  <a:close/>
                  <a:moveTo>
                    <a:pt x="173609" y="0"/>
                  </a:moveTo>
                  <a:cubicBezTo>
                    <a:pt x="171993" y="0"/>
                    <a:pt x="170405" y="35"/>
                    <a:pt x="168858" y="80"/>
                  </a:cubicBezTo>
                  <a:cubicBezTo>
                    <a:pt x="163644" y="234"/>
                    <a:pt x="159645" y="639"/>
                    <a:pt x="155891" y="1393"/>
                  </a:cubicBezTo>
                  <a:cubicBezTo>
                    <a:pt x="151795" y="2216"/>
                    <a:pt x="147870" y="3459"/>
                    <a:pt x="144219" y="5088"/>
                  </a:cubicBezTo>
                  <a:cubicBezTo>
                    <a:pt x="140186" y="6888"/>
                    <a:pt x="136359" y="9369"/>
                    <a:pt x="132824" y="11781"/>
                  </a:cubicBezTo>
                  <a:cubicBezTo>
                    <a:pt x="131454" y="12715"/>
                    <a:pt x="130070" y="13683"/>
                    <a:pt x="128732" y="14617"/>
                  </a:cubicBezTo>
                  <a:cubicBezTo>
                    <a:pt x="122961" y="18648"/>
                    <a:pt x="116993" y="22817"/>
                    <a:pt x="110602" y="25506"/>
                  </a:cubicBezTo>
                  <a:cubicBezTo>
                    <a:pt x="104631" y="28019"/>
                    <a:pt x="97899" y="29287"/>
                    <a:pt x="90554" y="29287"/>
                  </a:cubicBezTo>
                  <a:cubicBezTo>
                    <a:pt x="89360" y="29287"/>
                    <a:pt x="88149" y="29254"/>
                    <a:pt x="86923" y="29187"/>
                  </a:cubicBezTo>
                  <a:cubicBezTo>
                    <a:pt x="69926" y="28261"/>
                    <a:pt x="53010" y="21898"/>
                    <a:pt x="38703" y="15797"/>
                  </a:cubicBezTo>
                  <a:cubicBezTo>
                    <a:pt x="33922" y="13758"/>
                    <a:pt x="29857" y="12704"/>
                    <a:pt x="25911" y="12481"/>
                  </a:cubicBezTo>
                  <a:cubicBezTo>
                    <a:pt x="24653" y="12410"/>
                    <a:pt x="23392" y="12381"/>
                    <a:pt x="22140" y="12381"/>
                  </a:cubicBezTo>
                  <a:cubicBezTo>
                    <a:pt x="18938" y="12381"/>
                    <a:pt x="15797" y="12572"/>
                    <a:pt x="12931" y="12748"/>
                  </a:cubicBezTo>
                  <a:lnTo>
                    <a:pt x="11384" y="12841"/>
                  </a:lnTo>
                  <a:cubicBezTo>
                    <a:pt x="8518" y="13010"/>
                    <a:pt x="5551" y="13184"/>
                    <a:pt x="2644" y="13591"/>
                  </a:cubicBezTo>
                  <a:cubicBezTo>
                    <a:pt x="1731" y="13718"/>
                    <a:pt x="921" y="13848"/>
                    <a:pt x="165" y="13990"/>
                  </a:cubicBezTo>
                  <a:lnTo>
                    <a:pt x="0" y="14020"/>
                  </a:lnTo>
                  <a:lnTo>
                    <a:pt x="0" y="22434"/>
                  </a:lnTo>
                  <a:lnTo>
                    <a:pt x="280" y="22317"/>
                  </a:lnTo>
                  <a:cubicBezTo>
                    <a:pt x="3624" y="20902"/>
                    <a:pt x="6748" y="20202"/>
                    <a:pt x="9745" y="20202"/>
                  </a:cubicBezTo>
                  <a:cubicBezTo>
                    <a:pt x="10841" y="20202"/>
                    <a:pt x="11920" y="20296"/>
                    <a:pt x="12987" y="20482"/>
                  </a:cubicBezTo>
                  <a:cubicBezTo>
                    <a:pt x="20436" y="21784"/>
                    <a:pt x="26975" y="26792"/>
                    <a:pt x="33571" y="32250"/>
                  </a:cubicBezTo>
                  <a:cubicBezTo>
                    <a:pt x="44508" y="41302"/>
                    <a:pt x="58178" y="45884"/>
                    <a:pt x="74230" y="45884"/>
                  </a:cubicBezTo>
                  <a:cubicBezTo>
                    <a:pt x="74828" y="45884"/>
                    <a:pt x="75434" y="45878"/>
                    <a:pt x="76041" y="45864"/>
                  </a:cubicBezTo>
                  <a:cubicBezTo>
                    <a:pt x="92973" y="45507"/>
                    <a:pt x="107630" y="40953"/>
                    <a:pt x="119603" y="32334"/>
                  </a:cubicBezTo>
                  <a:cubicBezTo>
                    <a:pt x="123430" y="29580"/>
                    <a:pt x="127160" y="26462"/>
                    <a:pt x="130767" y="23446"/>
                  </a:cubicBezTo>
                  <a:cubicBezTo>
                    <a:pt x="133490" y="21168"/>
                    <a:pt x="136306" y="18812"/>
                    <a:pt x="139143" y="16633"/>
                  </a:cubicBezTo>
                  <a:cubicBezTo>
                    <a:pt x="142286" y="14218"/>
                    <a:pt x="145678" y="11782"/>
                    <a:pt x="149569" y="10839"/>
                  </a:cubicBezTo>
                  <a:cubicBezTo>
                    <a:pt x="151002" y="10492"/>
                    <a:pt x="152486" y="10318"/>
                    <a:pt x="154040" y="10318"/>
                  </a:cubicBezTo>
                  <a:cubicBezTo>
                    <a:pt x="155718" y="10318"/>
                    <a:pt x="157477" y="10521"/>
                    <a:pt x="159345" y="10926"/>
                  </a:cubicBezTo>
                  <a:cubicBezTo>
                    <a:pt x="163146" y="11754"/>
                    <a:pt x="166866" y="13255"/>
                    <a:pt x="170463" y="14710"/>
                  </a:cubicBezTo>
                  <a:cubicBezTo>
                    <a:pt x="174735" y="16434"/>
                    <a:pt x="179004" y="17813"/>
                    <a:pt x="183149" y="18805"/>
                  </a:cubicBezTo>
                  <a:cubicBezTo>
                    <a:pt x="187035" y="19734"/>
                    <a:pt x="190791" y="20198"/>
                    <a:pt x="194393" y="20198"/>
                  </a:cubicBezTo>
                  <a:cubicBezTo>
                    <a:pt x="198045" y="20198"/>
                    <a:pt x="201538" y="19721"/>
                    <a:pt x="204846" y="18766"/>
                  </a:cubicBezTo>
                  <a:cubicBezTo>
                    <a:pt x="206788" y="18205"/>
                    <a:pt x="208062" y="17332"/>
                    <a:pt x="208634" y="16167"/>
                  </a:cubicBezTo>
                  <a:cubicBezTo>
                    <a:pt x="209095" y="15229"/>
                    <a:pt x="209080" y="14117"/>
                    <a:pt x="208584" y="12865"/>
                  </a:cubicBezTo>
                  <a:cubicBezTo>
                    <a:pt x="207441" y="9969"/>
                    <a:pt x="204404" y="8376"/>
                    <a:pt x="202188" y="7211"/>
                  </a:cubicBezTo>
                  <a:lnTo>
                    <a:pt x="201831" y="7024"/>
                  </a:lnTo>
                  <a:cubicBezTo>
                    <a:pt x="194760" y="3289"/>
                    <a:pt x="188306" y="1132"/>
                    <a:pt x="182098" y="427"/>
                  </a:cubicBezTo>
                  <a:cubicBezTo>
                    <a:pt x="179239" y="102"/>
                    <a:pt x="176384" y="0"/>
                    <a:pt x="1736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3"/>
            <p:cNvSpPr/>
            <p:nvPr/>
          </p:nvSpPr>
          <p:spPr>
            <a:xfrm flipH="1" rot="10800000">
              <a:off x="-97184" y="3140284"/>
              <a:ext cx="807313" cy="330705"/>
            </a:xfrm>
            <a:custGeom>
              <a:rect b="b" l="l" r="r" t="t"/>
              <a:pathLst>
                <a:path extrusionOk="0" h="8264" w="20174">
                  <a:moveTo>
                    <a:pt x="10888" y="404"/>
                  </a:moveTo>
                  <a:cubicBezTo>
                    <a:pt x="11749" y="404"/>
                    <a:pt x="12597" y="461"/>
                    <a:pt x="13422" y="602"/>
                  </a:cubicBezTo>
                  <a:cubicBezTo>
                    <a:pt x="15472" y="954"/>
                    <a:pt x="17153" y="1897"/>
                    <a:pt x="18413" y="3404"/>
                  </a:cubicBezTo>
                  <a:cubicBezTo>
                    <a:pt x="19054" y="4170"/>
                    <a:pt x="19787" y="5267"/>
                    <a:pt x="19634" y="6147"/>
                  </a:cubicBezTo>
                  <a:cubicBezTo>
                    <a:pt x="19567" y="6546"/>
                    <a:pt x="19324" y="6863"/>
                    <a:pt x="18894" y="7118"/>
                  </a:cubicBezTo>
                  <a:cubicBezTo>
                    <a:pt x="17704" y="7820"/>
                    <a:pt x="16206" y="7861"/>
                    <a:pt x="14950" y="7861"/>
                  </a:cubicBezTo>
                  <a:cubicBezTo>
                    <a:pt x="14860" y="7861"/>
                    <a:pt x="14771" y="7861"/>
                    <a:pt x="14684" y="7861"/>
                  </a:cubicBezTo>
                  <a:cubicBezTo>
                    <a:pt x="13289" y="7856"/>
                    <a:pt x="11866" y="7753"/>
                    <a:pt x="10488" y="7653"/>
                  </a:cubicBezTo>
                  <a:cubicBezTo>
                    <a:pt x="9887" y="7608"/>
                    <a:pt x="9287" y="7565"/>
                    <a:pt x="8687" y="7529"/>
                  </a:cubicBezTo>
                  <a:cubicBezTo>
                    <a:pt x="5827" y="7359"/>
                    <a:pt x="3245" y="7206"/>
                    <a:pt x="649" y="7206"/>
                  </a:cubicBezTo>
                  <a:cubicBezTo>
                    <a:pt x="568" y="7206"/>
                    <a:pt x="486" y="7206"/>
                    <a:pt x="405" y="7206"/>
                  </a:cubicBezTo>
                  <a:lnTo>
                    <a:pt x="405" y="1428"/>
                  </a:lnTo>
                  <a:cubicBezTo>
                    <a:pt x="2017" y="1368"/>
                    <a:pt x="3674" y="1139"/>
                    <a:pt x="5280" y="919"/>
                  </a:cubicBezTo>
                  <a:cubicBezTo>
                    <a:pt x="7141" y="665"/>
                    <a:pt x="9044" y="404"/>
                    <a:pt x="10888" y="404"/>
                  </a:cubicBezTo>
                  <a:close/>
                  <a:moveTo>
                    <a:pt x="10888" y="1"/>
                  </a:moveTo>
                  <a:cubicBezTo>
                    <a:pt x="9018" y="1"/>
                    <a:pt x="7099" y="265"/>
                    <a:pt x="5223" y="522"/>
                  </a:cubicBezTo>
                  <a:cubicBezTo>
                    <a:pt x="3564" y="751"/>
                    <a:pt x="1848" y="984"/>
                    <a:pt x="195" y="1034"/>
                  </a:cubicBezTo>
                  <a:lnTo>
                    <a:pt x="1" y="1039"/>
                  </a:lnTo>
                  <a:lnTo>
                    <a:pt x="1" y="7612"/>
                  </a:lnTo>
                  <a:lnTo>
                    <a:pt x="202" y="7612"/>
                  </a:lnTo>
                  <a:cubicBezTo>
                    <a:pt x="266" y="7612"/>
                    <a:pt x="330" y="7612"/>
                    <a:pt x="393" y="7612"/>
                  </a:cubicBezTo>
                  <a:cubicBezTo>
                    <a:pt x="3056" y="7612"/>
                    <a:pt x="5717" y="7756"/>
                    <a:pt x="8664" y="7932"/>
                  </a:cubicBezTo>
                  <a:cubicBezTo>
                    <a:pt x="9261" y="7968"/>
                    <a:pt x="9860" y="8012"/>
                    <a:pt x="10460" y="8055"/>
                  </a:cubicBezTo>
                  <a:cubicBezTo>
                    <a:pt x="11844" y="8155"/>
                    <a:pt x="13275" y="8259"/>
                    <a:pt x="14682" y="8264"/>
                  </a:cubicBezTo>
                  <a:lnTo>
                    <a:pt x="14998" y="8264"/>
                  </a:lnTo>
                  <a:cubicBezTo>
                    <a:pt x="16295" y="8264"/>
                    <a:pt x="17831" y="8211"/>
                    <a:pt x="19096" y="7463"/>
                  </a:cubicBezTo>
                  <a:cubicBezTo>
                    <a:pt x="19626" y="7152"/>
                    <a:pt x="19940" y="6730"/>
                    <a:pt x="20030" y="6216"/>
                  </a:cubicBezTo>
                  <a:cubicBezTo>
                    <a:pt x="20173" y="5387"/>
                    <a:pt x="19732" y="4354"/>
                    <a:pt x="18720" y="3145"/>
                  </a:cubicBezTo>
                  <a:cubicBezTo>
                    <a:pt x="17395" y="1562"/>
                    <a:pt x="15637" y="574"/>
                    <a:pt x="13488" y="205"/>
                  </a:cubicBezTo>
                  <a:cubicBezTo>
                    <a:pt x="12639" y="59"/>
                    <a:pt x="11769" y="1"/>
                    <a:pt x="108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3"/>
            <p:cNvSpPr/>
            <p:nvPr/>
          </p:nvSpPr>
          <p:spPr>
            <a:xfrm flipH="1" rot="10800000">
              <a:off x="-97104" y="1780774"/>
              <a:ext cx="9377861" cy="2035410"/>
            </a:xfrm>
            <a:custGeom>
              <a:rect b="b" l="l" r="r" t="t"/>
              <a:pathLst>
                <a:path extrusionOk="0" h="50863" w="234344">
                  <a:moveTo>
                    <a:pt x="233940" y="621"/>
                  </a:moveTo>
                  <a:lnTo>
                    <a:pt x="233940" y="12077"/>
                  </a:lnTo>
                  <a:cubicBezTo>
                    <a:pt x="232371" y="13846"/>
                    <a:pt x="230619" y="15358"/>
                    <a:pt x="228734" y="16565"/>
                  </a:cubicBezTo>
                  <a:cubicBezTo>
                    <a:pt x="224484" y="19289"/>
                    <a:pt x="219376" y="20857"/>
                    <a:pt x="213122" y="21360"/>
                  </a:cubicBezTo>
                  <a:cubicBezTo>
                    <a:pt x="211653" y="21479"/>
                    <a:pt x="210146" y="21539"/>
                    <a:pt x="208580" y="21539"/>
                  </a:cubicBezTo>
                  <a:cubicBezTo>
                    <a:pt x="205000" y="21539"/>
                    <a:pt x="201109" y="21226"/>
                    <a:pt x="196647" y="20590"/>
                  </a:cubicBezTo>
                  <a:lnTo>
                    <a:pt x="196529" y="20574"/>
                  </a:lnTo>
                  <a:cubicBezTo>
                    <a:pt x="194477" y="20283"/>
                    <a:pt x="192356" y="19981"/>
                    <a:pt x="190306" y="19457"/>
                  </a:cubicBezTo>
                  <a:cubicBezTo>
                    <a:pt x="188131" y="18901"/>
                    <a:pt x="186302" y="18457"/>
                    <a:pt x="184446" y="18095"/>
                  </a:cubicBezTo>
                  <a:cubicBezTo>
                    <a:pt x="182413" y="17700"/>
                    <a:pt x="180221" y="17338"/>
                    <a:pt x="178016" y="17338"/>
                  </a:cubicBezTo>
                  <a:cubicBezTo>
                    <a:pt x="177942" y="17338"/>
                    <a:pt x="177867" y="17339"/>
                    <a:pt x="177792" y="17340"/>
                  </a:cubicBezTo>
                  <a:cubicBezTo>
                    <a:pt x="176496" y="17354"/>
                    <a:pt x="174542" y="17378"/>
                    <a:pt x="173323" y="18637"/>
                  </a:cubicBezTo>
                  <a:cubicBezTo>
                    <a:pt x="172261" y="19733"/>
                    <a:pt x="172397" y="21555"/>
                    <a:pt x="173080" y="22788"/>
                  </a:cubicBezTo>
                  <a:cubicBezTo>
                    <a:pt x="174004" y="24459"/>
                    <a:pt x="175665" y="25395"/>
                    <a:pt x="177319" y="26158"/>
                  </a:cubicBezTo>
                  <a:cubicBezTo>
                    <a:pt x="180088" y="27433"/>
                    <a:pt x="183032" y="28076"/>
                    <a:pt x="185878" y="28699"/>
                  </a:cubicBezTo>
                  <a:cubicBezTo>
                    <a:pt x="186544" y="28844"/>
                    <a:pt x="187205" y="28990"/>
                    <a:pt x="187866" y="29142"/>
                  </a:cubicBezTo>
                  <a:cubicBezTo>
                    <a:pt x="191326" y="29942"/>
                    <a:pt x="194903" y="30405"/>
                    <a:pt x="198362" y="30852"/>
                  </a:cubicBezTo>
                  <a:lnTo>
                    <a:pt x="199879" y="31048"/>
                  </a:lnTo>
                  <a:cubicBezTo>
                    <a:pt x="203501" y="31524"/>
                    <a:pt x="207493" y="31975"/>
                    <a:pt x="212443" y="32469"/>
                  </a:cubicBezTo>
                  <a:cubicBezTo>
                    <a:pt x="216296" y="32854"/>
                    <a:pt x="220110" y="33192"/>
                    <a:pt x="223683" y="33505"/>
                  </a:cubicBezTo>
                  <a:cubicBezTo>
                    <a:pt x="226437" y="33747"/>
                    <a:pt x="229366" y="34040"/>
                    <a:pt x="232268" y="34727"/>
                  </a:cubicBezTo>
                  <a:cubicBezTo>
                    <a:pt x="232812" y="34856"/>
                    <a:pt x="233374" y="35011"/>
                    <a:pt x="233940" y="35186"/>
                  </a:cubicBezTo>
                  <a:lnTo>
                    <a:pt x="233940" y="50330"/>
                  </a:lnTo>
                  <a:cubicBezTo>
                    <a:pt x="227593" y="48509"/>
                    <a:pt x="220754" y="46238"/>
                    <a:pt x="213042" y="43386"/>
                  </a:cubicBezTo>
                  <a:cubicBezTo>
                    <a:pt x="208088" y="41555"/>
                    <a:pt x="202988" y="39512"/>
                    <a:pt x="197884" y="37317"/>
                  </a:cubicBezTo>
                  <a:cubicBezTo>
                    <a:pt x="195613" y="36339"/>
                    <a:pt x="193318" y="35281"/>
                    <a:pt x="191099" y="34257"/>
                  </a:cubicBezTo>
                  <a:cubicBezTo>
                    <a:pt x="188401" y="33014"/>
                    <a:pt x="185611" y="31726"/>
                    <a:pt x="182833" y="30573"/>
                  </a:cubicBezTo>
                  <a:cubicBezTo>
                    <a:pt x="172649" y="26340"/>
                    <a:pt x="162754" y="24195"/>
                    <a:pt x="153409" y="24195"/>
                  </a:cubicBezTo>
                  <a:cubicBezTo>
                    <a:pt x="153178" y="24195"/>
                    <a:pt x="152948" y="24197"/>
                    <a:pt x="152719" y="24198"/>
                  </a:cubicBezTo>
                  <a:cubicBezTo>
                    <a:pt x="142080" y="24319"/>
                    <a:pt x="132064" y="27884"/>
                    <a:pt x="122824" y="31721"/>
                  </a:cubicBezTo>
                  <a:cubicBezTo>
                    <a:pt x="112729" y="35913"/>
                    <a:pt x="102805" y="39822"/>
                    <a:pt x="92400" y="41608"/>
                  </a:cubicBezTo>
                  <a:cubicBezTo>
                    <a:pt x="82867" y="43244"/>
                    <a:pt x="72721" y="44299"/>
                    <a:pt x="61383" y="44830"/>
                  </a:cubicBezTo>
                  <a:cubicBezTo>
                    <a:pt x="58519" y="44965"/>
                    <a:pt x="55783" y="45032"/>
                    <a:pt x="53152" y="45032"/>
                  </a:cubicBezTo>
                  <a:cubicBezTo>
                    <a:pt x="45012" y="45032"/>
                    <a:pt x="37887" y="44383"/>
                    <a:pt x="31169" y="43050"/>
                  </a:cubicBezTo>
                  <a:cubicBezTo>
                    <a:pt x="24718" y="41770"/>
                    <a:pt x="18066" y="39641"/>
                    <a:pt x="11397" y="36720"/>
                  </a:cubicBezTo>
                  <a:cubicBezTo>
                    <a:pt x="7680" y="35093"/>
                    <a:pt x="3780" y="33224"/>
                    <a:pt x="405" y="30582"/>
                  </a:cubicBezTo>
                  <a:lnTo>
                    <a:pt x="405" y="21725"/>
                  </a:lnTo>
                  <a:cubicBezTo>
                    <a:pt x="5173" y="23118"/>
                    <a:pt x="10001" y="24631"/>
                    <a:pt x="14673" y="26094"/>
                  </a:cubicBezTo>
                  <a:cubicBezTo>
                    <a:pt x="18472" y="27283"/>
                    <a:pt x="22397" y="28512"/>
                    <a:pt x="26269" y="29670"/>
                  </a:cubicBezTo>
                  <a:cubicBezTo>
                    <a:pt x="42759" y="34607"/>
                    <a:pt x="58954" y="38982"/>
                    <a:pt x="74991" y="38982"/>
                  </a:cubicBezTo>
                  <a:cubicBezTo>
                    <a:pt x="78823" y="38982"/>
                    <a:pt x="82649" y="38732"/>
                    <a:pt x="86466" y="38179"/>
                  </a:cubicBezTo>
                  <a:cubicBezTo>
                    <a:pt x="95509" y="36872"/>
                    <a:pt x="104228" y="33938"/>
                    <a:pt x="112383" y="29455"/>
                  </a:cubicBezTo>
                  <a:cubicBezTo>
                    <a:pt x="116730" y="27066"/>
                    <a:pt x="120985" y="24195"/>
                    <a:pt x="125029" y="20922"/>
                  </a:cubicBezTo>
                  <a:cubicBezTo>
                    <a:pt x="126767" y="19511"/>
                    <a:pt x="128488" y="17994"/>
                    <a:pt x="130152" y="16524"/>
                  </a:cubicBezTo>
                  <a:cubicBezTo>
                    <a:pt x="131788" y="15078"/>
                    <a:pt x="133483" y="13582"/>
                    <a:pt x="135190" y="12196"/>
                  </a:cubicBezTo>
                  <a:cubicBezTo>
                    <a:pt x="137654" y="10200"/>
                    <a:pt x="140969" y="7788"/>
                    <a:pt x="144768" y="6873"/>
                  </a:cubicBezTo>
                  <a:cubicBezTo>
                    <a:pt x="145990" y="6580"/>
                    <a:pt x="147258" y="6432"/>
                    <a:pt x="148594" y="6432"/>
                  </a:cubicBezTo>
                  <a:cubicBezTo>
                    <a:pt x="151134" y="6432"/>
                    <a:pt x="153922" y="6966"/>
                    <a:pt x="157120" y="8052"/>
                  </a:cubicBezTo>
                  <a:cubicBezTo>
                    <a:pt x="165254" y="10813"/>
                    <a:pt x="174727" y="13878"/>
                    <a:pt x="184226" y="15304"/>
                  </a:cubicBezTo>
                  <a:cubicBezTo>
                    <a:pt x="187914" y="15858"/>
                    <a:pt x="191419" y="16136"/>
                    <a:pt x="194766" y="16136"/>
                  </a:cubicBezTo>
                  <a:cubicBezTo>
                    <a:pt x="200932" y="16136"/>
                    <a:pt x="206557" y="15192"/>
                    <a:pt x="211781" y="13295"/>
                  </a:cubicBezTo>
                  <a:cubicBezTo>
                    <a:pt x="216509" y="11579"/>
                    <a:pt x="220789" y="8892"/>
                    <a:pt x="224351" y="6492"/>
                  </a:cubicBezTo>
                  <a:cubicBezTo>
                    <a:pt x="224766" y="6212"/>
                    <a:pt x="225182" y="5928"/>
                    <a:pt x="225598" y="5645"/>
                  </a:cubicBezTo>
                  <a:cubicBezTo>
                    <a:pt x="228277" y="3826"/>
                    <a:pt x="231045" y="1944"/>
                    <a:pt x="233940" y="621"/>
                  </a:cubicBezTo>
                  <a:close/>
                  <a:moveTo>
                    <a:pt x="234344" y="1"/>
                  </a:moveTo>
                  <a:lnTo>
                    <a:pt x="234062" y="127"/>
                  </a:lnTo>
                  <a:cubicBezTo>
                    <a:pt x="231032" y="1470"/>
                    <a:pt x="228156" y="3423"/>
                    <a:pt x="225375" y="5313"/>
                  </a:cubicBezTo>
                  <a:cubicBezTo>
                    <a:pt x="224959" y="5595"/>
                    <a:pt x="224545" y="5878"/>
                    <a:pt x="224128" y="6158"/>
                  </a:cubicBezTo>
                  <a:cubicBezTo>
                    <a:pt x="220589" y="8544"/>
                    <a:pt x="216336" y="11214"/>
                    <a:pt x="211647" y="12916"/>
                  </a:cubicBezTo>
                  <a:cubicBezTo>
                    <a:pt x="206466" y="14796"/>
                    <a:pt x="200885" y="15732"/>
                    <a:pt x="194765" y="15732"/>
                  </a:cubicBezTo>
                  <a:cubicBezTo>
                    <a:pt x="191440" y="15732"/>
                    <a:pt x="187955" y="15456"/>
                    <a:pt x="184289" y="14905"/>
                  </a:cubicBezTo>
                  <a:cubicBezTo>
                    <a:pt x="174822" y="13485"/>
                    <a:pt x="165370" y="10424"/>
                    <a:pt x="157251" y="7671"/>
                  </a:cubicBezTo>
                  <a:cubicBezTo>
                    <a:pt x="154011" y="6571"/>
                    <a:pt x="151182" y="6028"/>
                    <a:pt x="148600" y="6028"/>
                  </a:cubicBezTo>
                  <a:cubicBezTo>
                    <a:pt x="147230" y="6028"/>
                    <a:pt x="145930" y="6181"/>
                    <a:pt x="144675" y="6483"/>
                  </a:cubicBezTo>
                  <a:cubicBezTo>
                    <a:pt x="140797" y="7416"/>
                    <a:pt x="137434" y="9860"/>
                    <a:pt x="134939" y="11886"/>
                  </a:cubicBezTo>
                  <a:cubicBezTo>
                    <a:pt x="133224" y="13277"/>
                    <a:pt x="131528" y="14775"/>
                    <a:pt x="129887" y="16224"/>
                  </a:cubicBezTo>
                  <a:cubicBezTo>
                    <a:pt x="128225" y="17690"/>
                    <a:pt x="126509" y="19207"/>
                    <a:pt x="124774" y="20610"/>
                  </a:cubicBezTo>
                  <a:cubicBezTo>
                    <a:pt x="120749" y="23869"/>
                    <a:pt x="116514" y="26727"/>
                    <a:pt x="112189" y="29105"/>
                  </a:cubicBezTo>
                  <a:cubicBezTo>
                    <a:pt x="104076" y="33564"/>
                    <a:pt x="95402" y="36484"/>
                    <a:pt x="86407" y="37785"/>
                  </a:cubicBezTo>
                  <a:cubicBezTo>
                    <a:pt x="82611" y="38334"/>
                    <a:pt x="78806" y="38583"/>
                    <a:pt x="74991" y="38583"/>
                  </a:cubicBezTo>
                  <a:cubicBezTo>
                    <a:pt x="59005" y="38583"/>
                    <a:pt x="42843" y="34216"/>
                    <a:pt x="26384" y="29289"/>
                  </a:cubicBezTo>
                  <a:cubicBezTo>
                    <a:pt x="22516" y="28130"/>
                    <a:pt x="18589" y="26901"/>
                    <a:pt x="14793" y="25711"/>
                  </a:cubicBezTo>
                  <a:cubicBezTo>
                    <a:pt x="10035" y="24222"/>
                    <a:pt x="5116" y="22681"/>
                    <a:pt x="257" y="21265"/>
                  </a:cubicBezTo>
                  <a:lnTo>
                    <a:pt x="0" y="21189"/>
                  </a:lnTo>
                  <a:lnTo>
                    <a:pt x="0" y="30778"/>
                  </a:lnTo>
                  <a:lnTo>
                    <a:pt x="77" y="30839"/>
                  </a:lnTo>
                  <a:cubicBezTo>
                    <a:pt x="3505" y="33541"/>
                    <a:pt x="7466" y="35440"/>
                    <a:pt x="11235" y="37090"/>
                  </a:cubicBezTo>
                  <a:cubicBezTo>
                    <a:pt x="17931" y="40022"/>
                    <a:pt x="24610" y="42161"/>
                    <a:pt x="31090" y="43447"/>
                  </a:cubicBezTo>
                  <a:cubicBezTo>
                    <a:pt x="37834" y="44786"/>
                    <a:pt x="44983" y="45437"/>
                    <a:pt x="53148" y="45437"/>
                  </a:cubicBezTo>
                  <a:cubicBezTo>
                    <a:pt x="55786" y="45437"/>
                    <a:pt x="58530" y="45369"/>
                    <a:pt x="61401" y="45235"/>
                  </a:cubicBezTo>
                  <a:cubicBezTo>
                    <a:pt x="72756" y="44700"/>
                    <a:pt x="82917" y="43644"/>
                    <a:pt x="92467" y="42007"/>
                  </a:cubicBezTo>
                  <a:cubicBezTo>
                    <a:pt x="102913" y="40214"/>
                    <a:pt x="112861" y="36296"/>
                    <a:pt x="122978" y="32095"/>
                  </a:cubicBezTo>
                  <a:cubicBezTo>
                    <a:pt x="132181" y="28274"/>
                    <a:pt x="142153" y="24722"/>
                    <a:pt x="152725" y="24602"/>
                  </a:cubicBezTo>
                  <a:cubicBezTo>
                    <a:pt x="152952" y="24600"/>
                    <a:pt x="153179" y="24598"/>
                    <a:pt x="153407" y="24598"/>
                  </a:cubicBezTo>
                  <a:cubicBezTo>
                    <a:pt x="162694" y="24598"/>
                    <a:pt x="172541" y="26730"/>
                    <a:pt x="182679" y="30945"/>
                  </a:cubicBezTo>
                  <a:cubicBezTo>
                    <a:pt x="185447" y="32095"/>
                    <a:pt x="188234" y="33381"/>
                    <a:pt x="190930" y="34624"/>
                  </a:cubicBezTo>
                  <a:cubicBezTo>
                    <a:pt x="193152" y="35649"/>
                    <a:pt x="195448" y="36707"/>
                    <a:pt x="197726" y="37686"/>
                  </a:cubicBezTo>
                  <a:cubicBezTo>
                    <a:pt x="202837" y="39885"/>
                    <a:pt x="207942" y="41928"/>
                    <a:pt x="212901" y="43763"/>
                  </a:cubicBezTo>
                  <a:cubicBezTo>
                    <a:pt x="220729" y="46656"/>
                    <a:pt x="227658" y="48955"/>
                    <a:pt x="234085" y="50788"/>
                  </a:cubicBezTo>
                  <a:lnTo>
                    <a:pt x="234341" y="50863"/>
                  </a:lnTo>
                  <a:lnTo>
                    <a:pt x="234344" y="50863"/>
                  </a:lnTo>
                  <a:lnTo>
                    <a:pt x="234344" y="34896"/>
                  </a:lnTo>
                  <a:lnTo>
                    <a:pt x="234204" y="34850"/>
                  </a:lnTo>
                  <a:cubicBezTo>
                    <a:pt x="233582" y="34654"/>
                    <a:pt x="232962" y="34481"/>
                    <a:pt x="232362" y="34340"/>
                  </a:cubicBezTo>
                  <a:cubicBezTo>
                    <a:pt x="229433" y="33647"/>
                    <a:pt x="226488" y="33352"/>
                    <a:pt x="223721" y="33110"/>
                  </a:cubicBezTo>
                  <a:cubicBezTo>
                    <a:pt x="220148" y="32797"/>
                    <a:pt x="216338" y="32457"/>
                    <a:pt x="212486" y="32074"/>
                  </a:cubicBezTo>
                  <a:cubicBezTo>
                    <a:pt x="207542" y="31581"/>
                    <a:pt x="203553" y="31128"/>
                    <a:pt x="199935" y="30653"/>
                  </a:cubicBezTo>
                  <a:lnTo>
                    <a:pt x="198416" y="30455"/>
                  </a:lnTo>
                  <a:cubicBezTo>
                    <a:pt x="194968" y="30009"/>
                    <a:pt x="191400" y="29547"/>
                    <a:pt x="187960" y="28753"/>
                  </a:cubicBezTo>
                  <a:cubicBezTo>
                    <a:pt x="187298" y="28602"/>
                    <a:pt x="186634" y="28454"/>
                    <a:pt x="185969" y="28310"/>
                  </a:cubicBezTo>
                  <a:cubicBezTo>
                    <a:pt x="183145" y="27690"/>
                    <a:pt x="180223" y="27051"/>
                    <a:pt x="177494" y="25795"/>
                  </a:cubicBezTo>
                  <a:cubicBezTo>
                    <a:pt x="176009" y="25111"/>
                    <a:pt x="174350" y="24245"/>
                    <a:pt x="173437" y="22596"/>
                  </a:cubicBezTo>
                  <a:cubicBezTo>
                    <a:pt x="172829" y="21493"/>
                    <a:pt x="172693" y="19876"/>
                    <a:pt x="173617" y="18921"/>
                  </a:cubicBezTo>
                  <a:cubicBezTo>
                    <a:pt x="174717" y="17783"/>
                    <a:pt x="176574" y="17760"/>
                    <a:pt x="177801" y="17745"/>
                  </a:cubicBezTo>
                  <a:cubicBezTo>
                    <a:pt x="177883" y="17744"/>
                    <a:pt x="177965" y="17744"/>
                    <a:pt x="178047" y="17744"/>
                  </a:cubicBezTo>
                  <a:cubicBezTo>
                    <a:pt x="180223" y="17744"/>
                    <a:pt x="182367" y="18103"/>
                    <a:pt x="184375" y="18494"/>
                  </a:cubicBezTo>
                  <a:cubicBezTo>
                    <a:pt x="186221" y="18853"/>
                    <a:pt x="188043" y="19296"/>
                    <a:pt x="190212" y="19850"/>
                  </a:cubicBezTo>
                  <a:cubicBezTo>
                    <a:pt x="192283" y="20380"/>
                    <a:pt x="194415" y="20683"/>
                    <a:pt x="196477" y="20976"/>
                  </a:cubicBezTo>
                  <a:lnTo>
                    <a:pt x="196594" y="20993"/>
                  </a:lnTo>
                  <a:cubicBezTo>
                    <a:pt x="201071" y="21630"/>
                    <a:pt x="204978" y="21943"/>
                    <a:pt x="208576" y="21943"/>
                  </a:cubicBezTo>
                  <a:cubicBezTo>
                    <a:pt x="210156" y="21943"/>
                    <a:pt x="211676" y="21883"/>
                    <a:pt x="213159" y="21763"/>
                  </a:cubicBezTo>
                  <a:cubicBezTo>
                    <a:pt x="219481" y="21255"/>
                    <a:pt x="224648" y="19666"/>
                    <a:pt x="228956" y="16905"/>
                  </a:cubicBezTo>
                  <a:cubicBezTo>
                    <a:pt x="230892" y="15665"/>
                    <a:pt x="232689" y="14110"/>
                    <a:pt x="234294" y="12287"/>
                  </a:cubicBezTo>
                  <a:lnTo>
                    <a:pt x="234344" y="12230"/>
                  </a:lnTo>
                  <a:lnTo>
                    <a:pt x="23434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3"/>
            <p:cNvSpPr/>
            <p:nvPr/>
          </p:nvSpPr>
          <p:spPr>
            <a:xfrm flipH="1" rot="10800000">
              <a:off x="-97264" y="1364332"/>
              <a:ext cx="5171942" cy="1031731"/>
            </a:xfrm>
            <a:custGeom>
              <a:rect b="b" l="l" r="r" t="t"/>
              <a:pathLst>
                <a:path extrusionOk="0" h="25782" w="129242">
                  <a:moveTo>
                    <a:pt x="125667" y="404"/>
                  </a:moveTo>
                  <a:cubicBezTo>
                    <a:pt x="125949" y="404"/>
                    <a:pt x="126232" y="415"/>
                    <a:pt x="126514" y="437"/>
                  </a:cubicBezTo>
                  <a:cubicBezTo>
                    <a:pt x="127419" y="510"/>
                    <a:pt x="128375" y="690"/>
                    <a:pt x="128733" y="1442"/>
                  </a:cubicBezTo>
                  <a:cubicBezTo>
                    <a:pt x="127667" y="1898"/>
                    <a:pt x="126604" y="2366"/>
                    <a:pt x="125540" y="2833"/>
                  </a:cubicBezTo>
                  <a:cubicBezTo>
                    <a:pt x="121951" y="4414"/>
                    <a:pt x="118237" y="6047"/>
                    <a:pt x="114473" y="7141"/>
                  </a:cubicBezTo>
                  <a:cubicBezTo>
                    <a:pt x="113881" y="7314"/>
                    <a:pt x="113286" y="7483"/>
                    <a:pt x="112693" y="7649"/>
                  </a:cubicBezTo>
                  <a:cubicBezTo>
                    <a:pt x="110914" y="8149"/>
                    <a:pt x="109073" y="8666"/>
                    <a:pt x="107278" y="9330"/>
                  </a:cubicBezTo>
                  <a:cubicBezTo>
                    <a:pt x="105183" y="10108"/>
                    <a:pt x="102936" y="11055"/>
                    <a:pt x="100411" y="12228"/>
                  </a:cubicBezTo>
                  <a:cubicBezTo>
                    <a:pt x="97928" y="13381"/>
                    <a:pt x="95424" y="14634"/>
                    <a:pt x="93002" y="15844"/>
                  </a:cubicBezTo>
                  <a:cubicBezTo>
                    <a:pt x="86663" y="19013"/>
                    <a:pt x="80109" y="22288"/>
                    <a:pt x="73322" y="24097"/>
                  </a:cubicBezTo>
                  <a:cubicBezTo>
                    <a:pt x="70106" y="24955"/>
                    <a:pt x="66829" y="25381"/>
                    <a:pt x="63411" y="25381"/>
                  </a:cubicBezTo>
                  <a:cubicBezTo>
                    <a:pt x="61691" y="25381"/>
                    <a:pt x="59935" y="25273"/>
                    <a:pt x="58132" y="25057"/>
                  </a:cubicBezTo>
                  <a:cubicBezTo>
                    <a:pt x="54870" y="24667"/>
                    <a:pt x="51578" y="24000"/>
                    <a:pt x="48394" y="23351"/>
                  </a:cubicBezTo>
                  <a:cubicBezTo>
                    <a:pt x="46720" y="23010"/>
                    <a:pt x="44988" y="22658"/>
                    <a:pt x="43281" y="22351"/>
                  </a:cubicBezTo>
                  <a:cubicBezTo>
                    <a:pt x="38827" y="21551"/>
                    <a:pt x="34306" y="21314"/>
                    <a:pt x="29931" y="21085"/>
                  </a:cubicBezTo>
                  <a:lnTo>
                    <a:pt x="28914" y="21031"/>
                  </a:lnTo>
                  <a:cubicBezTo>
                    <a:pt x="25978" y="20874"/>
                    <a:pt x="23609" y="20501"/>
                    <a:pt x="21462" y="19855"/>
                  </a:cubicBezTo>
                  <a:cubicBezTo>
                    <a:pt x="19489" y="19259"/>
                    <a:pt x="17512" y="18432"/>
                    <a:pt x="15599" y="17635"/>
                  </a:cubicBezTo>
                  <a:cubicBezTo>
                    <a:pt x="15171" y="17457"/>
                    <a:pt x="14747" y="17279"/>
                    <a:pt x="14321" y="17105"/>
                  </a:cubicBezTo>
                  <a:cubicBezTo>
                    <a:pt x="12341" y="16286"/>
                    <a:pt x="10328" y="15433"/>
                    <a:pt x="8383" y="14606"/>
                  </a:cubicBezTo>
                  <a:cubicBezTo>
                    <a:pt x="5772" y="13497"/>
                    <a:pt x="3075" y="12349"/>
                    <a:pt x="404" y="11276"/>
                  </a:cubicBezTo>
                  <a:lnTo>
                    <a:pt x="403" y="11276"/>
                  </a:lnTo>
                  <a:lnTo>
                    <a:pt x="403" y="5584"/>
                  </a:lnTo>
                  <a:cubicBezTo>
                    <a:pt x="967" y="5874"/>
                    <a:pt x="1566" y="6170"/>
                    <a:pt x="2220" y="6484"/>
                  </a:cubicBezTo>
                  <a:cubicBezTo>
                    <a:pt x="2905" y="6811"/>
                    <a:pt x="3592" y="7131"/>
                    <a:pt x="4281" y="7450"/>
                  </a:cubicBezTo>
                  <a:cubicBezTo>
                    <a:pt x="6227" y="8357"/>
                    <a:pt x="8240" y="9293"/>
                    <a:pt x="10153" y="10412"/>
                  </a:cubicBezTo>
                  <a:cubicBezTo>
                    <a:pt x="12434" y="11746"/>
                    <a:pt x="14871" y="13148"/>
                    <a:pt x="17395" y="14337"/>
                  </a:cubicBezTo>
                  <a:cubicBezTo>
                    <a:pt x="25707" y="18255"/>
                    <a:pt x="35202" y="20169"/>
                    <a:pt x="46355" y="20169"/>
                  </a:cubicBezTo>
                  <a:cubicBezTo>
                    <a:pt x="47079" y="20169"/>
                    <a:pt x="47811" y="20161"/>
                    <a:pt x="48549" y="20145"/>
                  </a:cubicBezTo>
                  <a:cubicBezTo>
                    <a:pt x="59131" y="19914"/>
                    <a:pt x="70411" y="17805"/>
                    <a:pt x="84049" y="13504"/>
                  </a:cubicBezTo>
                  <a:cubicBezTo>
                    <a:pt x="89815" y="11685"/>
                    <a:pt x="95612" y="9562"/>
                    <a:pt x="101217" y="7507"/>
                  </a:cubicBezTo>
                  <a:cubicBezTo>
                    <a:pt x="104315" y="6374"/>
                    <a:pt x="107517" y="5200"/>
                    <a:pt x="110679" y="4091"/>
                  </a:cubicBezTo>
                  <a:cubicBezTo>
                    <a:pt x="114143" y="2876"/>
                    <a:pt x="117874" y="1648"/>
                    <a:pt x="121675" y="895"/>
                  </a:cubicBezTo>
                  <a:cubicBezTo>
                    <a:pt x="122896" y="652"/>
                    <a:pt x="124279" y="404"/>
                    <a:pt x="125667" y="404"/>
                  </a:cubicBezTo>
                  <a:close/>
                  <a:moveTo>
                    <a:pt x="125672" y="1"/>
                  </a:moveTo>
                  <a:cubicBezTo>
                    <a:pt x="124248" y="1"/>
                    <a:pt x="122839" y="252"/>
                    <a:pt x="121598" y="497"/>
                  </a:cubicBezTo>
                  <a:cubicBezTo>
                    <a:pt x="117773" y="1256"/>
                    <a:pt x="114025" y="2491"/>
                    <a:pt x="110546" y="3711"/>
                  </a:cubicBezTo>
                  <a:cubicBezTo>
                    <a:pt x="107384" y="4820"/>
                    <a:pt x="104179" y="5993"/>
                    <a:pt x="101080" y="7129"/>
                  </a:cubicBezTo>
                  <a:cubicBezTo>
                    <a:pt x="95477" y="9180"/>
                    <a:pt x="89685" y="11305"/>
                    <a:pt x="83929" y="13120"/>
                  </a:cubicBezTo>
                  <a:cubicBezTo>
                    <a:pt x="70328" y="17407"/>
                    <a:pt x="59084" y="19512"/>
                    <a:pt x="48540" y="19742"/>
                  </a:cubicBezTo>
                  <a:cubicBezTo>
                    <a:pt x="47811" y="19758"/>
                    <a:pt x="47089" y="19766"/>
                    <a:pt x="46374" y="19766"/>
                  </a:cubicBezTo>
                  <a:cubicBezTo>
                    <a:pt x="35268" y="19766"/>
                    <a:pt x="25827" y="17865"/>
                    <a:pt x="17567" y="13971"/>
                  </a:cubicBezTo>
                  <a:cubicBezTo>
                    <a:pt x="15057" y="12788"/>
                    <a:pt x="12628" y="11391"/>
                    <a:pt x="10355" y="10062"/>
                  </a:cubicBezTo>
                  <a:cubicBezTo>
                    <a:pt x="8426" y="8935"/>
                    <a:pt x="6404" y="7993"/>
                    <a:pt x="4448" y="7084"/>
                  </a:cubicBezTo>
                  <a:cubicBezTo>
                    <a:pt x="3762" y="6767"/>
                    <a:pt x="3076" y="6447"/>
                    <a:pt x="2395" y="6120"/>
                  </a:cubicBezTo>
                  <a:cubicBezTo>
                    <a:pt x="1626" y="5754"/>
                    <a:pt x="940" y="5411"/>
                    <a:pt x="294" y="5075"/>
                  </a:cubicBezTo>
                  <a:lnTo>
                    <a:pt x="0" y="4921"/>
                  </a:lnTo>
                  <a:lnTo>
                    <a:pt x="0" y="11545"/>
                  </a:lnTo>
                  <a:lnTo>
                    <a:pt x="126" y="11595"/>
                  </a:lnTo>
                  <a:cubicBezTo>
                    <a:pt x="2833" y="12684"/>
                    <a:pt x="5574" y="13848"/>
                    <a:pt x="8224" y="14973"/>
                  </a:cubicBezTo>
                  <a:cubicBezTo>
                    <a:pt x="10170" y="15801"/>
                    <a:pt x="12184" y="16656"/>
                    <a:pt x="14167" y="17473"/>
                  </a:cubicBezTo>
                  <a:cubicBezTo>
                    <a:pt x="14591" y="17649"/>
                    <a:pt x="15016" y="17828"/>
                    <a:pt x="15441" y="18003"/>
                  </a:cubicBezTo>
                  <a:cubicBezTo>
                    <a:pt x="17363" y="18808"/>
                    <a:pt x="19349" y="19638"/>
                    <a:pt x="21344" y="20238"/>
                  </a:cubicBezTo>
                  <a:cubicBezTo>
                    <a:pt x="23523" y="20895"/>
                    <a:pt x="25922" y="21274"/>
                    <a:pt x="28892" y="21431"/>
                  </a:cubicBezTo>
                  <a:lnTo>
                    <a:pt x="29910" y="21485"/>
                  </a:lnTo>
                  <a:cubicBezTo>
                    <a:pt x="34272" y="21714"/>
                    <a:pt x="38783" y="21950"/>
                    <a:pt x="43209" y="22746"/>
                  </a:cubicBezTo>
                  <a:cubicBezTo>
                    <a:pt x="44912" y="23053"/>
                    <a:pt x="46641" y="23406"/>
                    <a:pt x="48313" y="23744"/>
                  </a:cubicBezTo>
                  <a:cubicBezTo>
                    <a:pt x="51505" y="24393"/>
                    <a:pt x="54806" y="25065"/>
                    <a:pt x="58085" y="25456"/>
                  </a:cubicBezTo>
                  <a:cubicBezTo>
                    <a:pt x="59905" y="25673"/>
                    <a:pt x="61677" y="25782"/>
                    <a:pt x="63414" y="25782"/>
                  </a:cubicBezTo>
                  <a:cubicBezTo>
                    <a:pt x="66866" y="25782"/>
                    <a:pt x="70177" y="25352"/>
                    <a:pt x="73425" y="24486"/>
                  </a:cubicBezTo>
                  <a:cubicBezTo>
                    <a:pt x="80253" y="22666"/>
                    <a:pt x="86826" y="19379"/>
                    <a:pt x="93183" y="16202"/>
                  </a:cubicBezTo>
                  <a:cubicBezTo>
                    <a:pt x="95603" y="14991"/>
                    <a:pt x="98105" y="13741"/>
                    <a:pt x="100582" y="12591"/>
                  </a:cubicBezTo>
                  <a:cubicBezTo>
                    <a:pt x="103097" y="11422"/>
                    <a:pt x="105333" y="10479"/>
                    <a:pt x="107419" y="9706"/>
                  </a:cubicBezTo>
                  <a:cubicBezTo>
                    <a:pt x="109198" y="9046"/>
                    <a:pt x="111031" y="8532"/>
                    <a:pt x="112803" y="8033"/>
                  </a:cubicBezTo>
                  <a:cubicBezTo>
                    <a:pt x="113399" y="7867"/>
                    <a:pt x="113993" y="7699"/>
                    <a:pt x="114588" y="7526"/>
                  </a:cubicBezTo>
                  <a:cubicBezTo>
                    <a:pt x="118376" y="6424"/>
                    <a:pt x="122102" y="4784"/>
                    <a:pt x="125704" y="3199"/>
                  </a:cubicBezTo>
                  <a:cubicBezTo>
                    <a:pt x="126826" y="2705"/>
                    <a:pt x="127947" y="2212"/>
                    <a:pt x="129073" y="1733"/>
                  </a:cubicBezTo>
                  <a:lnTo>
                    <a:pt x="129242" y="1662"/>
                  </a:lnTo>
                  <a:lnTo>
                    <a:pt x="129185" y="1488"/>
                  </a:lnTo>
                  <a:cubicBezTo>
                    <a:pt x="128775" y="216"/>
                    <a:pt x="127216" y="89"/>
                    <a:pt x="126549" y="34"/>
                  </a:cubicBezTo>
                  <a:cubicBezTo>
                    <a:pt x="126257" y="11"/>
                    <a:pt x="125964" y="1"/>
                    <a:pt x="1256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3"/>
            <p:cNvSpPr/>
            <p:nvPr/>
          </p:nvSpPr>
          <p:spPr>
            <a:xfrm flipH="1" rot="10800000">
              <a:off x="-97184" y="-162700"/>
              <a:ext cx="9378021" cy="2233737"/>
            </a:xfrm>
            <a:custGeom>
              <a:rect b="b" l="l" r="r" t="t"/>
              <a:pathLst>
                <a:path extrusionOk="0" h="55819" w="234348">
                  <a:moveTo>
                    <a:pt x="144981" y="403"/>
                  </a:moveTo>
                  <a:cubicBezTo>
                    <a:pt x="150962" y="403"/>
                    <a:pt x="156924" y="882"/>
                    <a:pt x="162787" y="1836"/>
                  </a:cubicBezTo>
                  <a:cubicBezTo>
                    <a:pt x="170740" y="3127"/>
                    <a:pt x="179016" y="5583"/>
                    <a:pt x="189615" y="9797"/>
                  </a:cubicBezTo>
                  <a:cubicBezTo>
                    <a:pt x="198427" y="13299"/>
                    <a:pt x="207411" y="17431"/>
                    <a:pt x="216323" y="22082"/>
                  </a:cubicBezTo>
                  <a:lnTo>
                    <a:pt x="218254" y="23088"/>
                  </a:lnTo>
                  <a:cubicBezTo>
                    <a:pt x="223483" y="25804"/>
                    <a:pt x="228885" y="28612"/>
                    <a:pt x="233942" y="32005"/>
                  </a:cubicBezTo>
                  <a:lnTo>
                    <a:pt x="233942" y="40242"/>
                  </a:lnTo>
                  <a:cubicBezTo>
                    <a:pt x="230357" y="38005"/>
                    <a:pt x="227378" y="36353"/>
                    <a:pt x="224590" y="35054"/>
                  </a:cubicBezTo>
                  <a:cubicBezTo>
                    <a:pt x="215470" y="30808"/>
                    <a:pt x="205746" y="28155"/>
                    <a:pt x="196343" y="25590"/>
                  </a:cubicBezTo>
                  <a:cubicBezTo>
                    <a:pt x="195383" y="25330"/>
                    <a:pt x="194423" y="25067"/>
                    <a:pt x="193466" y="24804"/>
                  </a:cubicBezTo>
                  <a:cubicBezTo>
                    <a:pt x="172307" y="18995"/>
                    <a:pt x="155262" y="16255"/>
                    <a:pt x="139723" y="16255"/>
                  </a:cubicBezTo>
                  <a:cubicBezTo>
                    <a:pt x="136241" y="16255"/>
                    <a:pt x="132834" y="16392"/>
                    <a:pt x="129473" y="16664"/>
                  </a:cubicBezTo>
                  <a:cubicBezTo>
                    <a:pt x="117659" y="17617"/>
                    <a:pt x="108992" y="19950"/>
                    <a:pt x="101363" y="24225"/>
                  </a:cubicBezTo>
                  <a:cubicBezTo>
                    <a:pt x="95848" y="27316"/>
                    <a:pt x="90586" y="31262"/>
                    <a:pt x="85495" y="35080"/>
                  </a:cubicBezTo>
                  <a:cubicBezTo>
                    <a:pt x="82539" y="37296"/>
                    <a:pt x="79484" y="39588"/>
                    <a:pt x="76413" y="41684"/>
                  </a:cubicBezTo>
                  <a:cubicBezTo>
                    <a:pt x="71394" y="45113"/>
                    <a:pt x="67146" y="47471"/>
                    <a:pt x="63039" y="49108"/>
                  </a:cubicBezTo>
                  <a:cubicBezTo>
                    <a:pt x="58787" y="50804"/>
                    <a:pt x="54022" y="52109"/>
                    <a:pt x="48045" y="53216"/>
                  </a:cubicBezTo>
                  <a:cubicBezTo>
                    <a:pt x="40031" y="54703"/>
                    <a:pt x="31384" y="55416"/>
                    <a:pt x="21189" y="55416"/>
                  </a:cubicBezTo>
                  <a:cubicBezTo>
                    <a:pt x="19290" y="55416"/>
                    <a:pt x="17337" y="55391"/>
                    <a:pt x="15325" y="55342"/>
                  </a:cubicBezTo>
                  <a:cubicBezTo>
                    <a:pt x="9761" y="55207"/>
                    <a:pt x="4879" y="54966"/>
                    <a:pt x="402" y="54612"/>
                  </a:cubicBezTo>
                  <a:lnTo>
                    <a:pt x="407" y="54612"/>
                  </a:lnTo>
                  <a:lnTo>
                    <a:pt x="407" y="49284"/>
                  </a:lnTo>
                  <a:cubicBezTo>
                    <a:pt x="817" y="49421"/>
                    <a:pt x="1230" y="49561"/>
                    <a:pt x="1643" y="49700"/>
                  </a:cubicBezTo>
                  <a:cubicBezTo>
                    <a:pt x="4359" y="50619"/>
                    <a:pt x="7168" y="51566"/>
                    <a:pt x="9980" y="52235"/>
                  </a:cubicBezTo>
                  <a:cubicBezTo>
                    <a:pt x="12206" y="52763"/>
                    <a:pt x="14788" y="53377"/>
                    <a:pt x="17344" y="53377"/>
                  </a:cubicBezTo>
                  <a:cubicBezTo>
                    <a:pt x="18683" y="53377"/>
                    <a:pt x="20014" y="53208"/>
                    <a:pt x="21283" y="52772"/>
                  </a:cubicBezTo>
                  <a:cubicBezTo>
                    <a:pt x="22931" y="52205"/>
                    <a:pt x="23878" y="51164"/>
                    <a:pt x="24025" y="49761"/>
                  </a:cubicBezTo>
                  <a:cubicBezTo>
                    <a:pt x="24231" y="47784"/>
                    <a:pt x="23055" y="45926"/>
                    <a:pt x="21802" y="44960"/>
                  </a:cubicBezTo>
                  <a:cubicBezTo>
                    <a:pt x="20124" y="43670"/>
                    <a:pt x="18067" y="43236"/>
                    <a:pt x="16094" y="42961"/>
                  </a:cubicBezTo>
                  <a:cubicBezTo>
                    <a:pt x="13968" y="42663"/>
                    <a:pt x="11797" y="42629"/>
                    <a:pt x="9701" y="42596"/>
                  </a:cubicBezTo>
                  <a:lnTo>
                    <a:pt x="9254" y="42589"/>
                  </a:lnTo>
                  <a:cubicBezTo>
                    <a:pt x="6994" y="42550"/>
                    <a:pt x="4310" y="42346"/>
                    <a:pt x="1553" y="41105"/>
                  </a:cubicBezTo>
                  <a:cubicBezTo>
                    <a:pt x="1170" y="40933"/>
                    <a:pt x="784" y="40741"/>
                    <a:pt x="402" y="40534"/>
                  </a:cubicBezTo>
                  <a:lnTo>
                    <a:pt x="402" y="31531"/>
                  </a:lnTo>
                  <a:cubicBezTo>
                    <a:pt x="6844" y="32915"/>
                    <a:pt x="13326" y="34726"/>
                    <a:pt x="19599" y="36477"/>
                  </a:cubicBezTo>
                  <a:cubicBezTo>
                    <a:pt x="22674" y="37335"/>
                    <a:pt x="25850" y="38224"/>
                    <a:pt x="28985" y="39049"/>
                  </a:cubicBezTo>
                  <a:cubicBezTo>
                    <a:pt x="36397" y="41005"/>
                    <a:pt x="46195" y="43249"/>
                    <a:pt x="56268" y="43249"/>
                  </a:cubicBezTo>
                  <a:lnTo>
                    <a:pt x="56298" y="43249"/>
                  </a:lnTo>
                  <a:cubicBezTo>
                    <a:pt x="60549" y="43247"/>
                    <a:pt x="65413" y="43043"/>
                    <a:pt x="69372" y="40633"/>
                  </a:cubicBezTo>
                  <a:cubicBezTo>
                    <a:pt x="71055" y="39609"/>
                    <a:pt x="72214" y="38269"/>
                    <a:pt x="72821" y="36652"/>
                  </a:cubicBezTo>
                  <a:cubicBezTo>
                    <a:pt x="73454" y="34967"/>
                    <a:pt x="73654" y="32595"/>
                    <a:pt x="72675" y="31095"/>
                  </a:cubicBezTo>
                  <a:cubicBezTo>
                    <a:pt x="71475" y="29255"/>
                    <a:pt x="69235" y="29002"/>
                    <a:pt x="67193" y="29002"/>
                  </a:cubicBezTo>
                  <a:lnTo>
                    <a:pt x="67163" y="29002"/>
                  </a:lnTo>
                  <a:cubicBezTo>
                    <a:pt x="64338" y="29005"/>
                    <a:pt x="61485" y="29632"/>
                    <a:pt x="59033" y="30219"/>
                  </a:cubicBezTo>
                  <a:cubicBezTo>
                    <a:pt x="58197" y="30419"/>
                    <a:pt x="57351" y="30648"/>
                    <a:pt x="56532" y="30868"/>
                  </a:cubicBezTo>
                  <a:cubicBezTo>
                    <a:pt x="55224" y="31222"/>
                    <a:pt x="53869" y="31587"/>
                    <a:pt x="52529" y="31845"/>
                  </a:cubicBezTo>
                  <a:cubicBezTo>
                    <a:pt x="48490" y="32626"/>
                    <a:pt x="44235" y="33024"/>
                    <a:pt x="39894" y="33024"/>
                  </a:cubicBezTo>
                  <a:cubicBezTo>
                    <a:pt x="39863" y="33024"/>
                    <a:pt x="39832" y="33024"/>
                    <a:pt x="39801" y="33024"/>
                  </a:cubicBezTo>
                  <a:cubicBezTo>
                    <a:pt x="26833" y="33011"/>
                    <a:pt x="13576" y="29869"/>
                    <a:pt x="402" y="23687"/>
                  </a:cubicBezTo>
                  <a:lnTo>
                    <a:pt x="402" y="6011"/>
                  </a:lnTo>
                  <a:cubicBezTo>
                    <a:pt x="1635" y="6344"/>
                    <a:pt x="2827" y="6712"/>
                    <a:pt x="3952" y="7104"/>
                  </a:cubicBezTo>
                  <a:cubicBezTo>
                    <a:pt x="7474" y="8330"/>
                    <a:pt x="10930" y="10023"/>
                    <a:pt x="14269" y="11659"/>
                  </a:cubicBezTo>
                  <a:cubicBezTo>
                    <a:pt x="15159" y="12095"/>
                    <a:pt x="16051" y="12530"/>
                    <a:pt x="16944" y="12959"/>
                  </a:cubicBezTo>
                  <a:cubicBezTo>
                    <a:pt x="21849" y="15315"/>
                    <a:pt x="26184" y="17153"/>
                    <a:pt x="30193" y="18579"/>
                  </a:cubicBezTo>
                  <a:cubicBezTo>
                    <a:pt x="37329" y="21116"/>
                    <a:pt x="44835" y="22386"/>
                    <a:pt x="52799" y="22386"/>
                  </a:cubicBezTo>
                  <a:cubicBezTo>
                    <a:pt x="62775" y="22386"/>
                    <a:pt x="73472" y="20393"/>
                    <a:pt x="85065" y="16400"/>
                  </a:cubicBezTo>
                  <a:cubicBezTo>
                    <a:pt x="89374" y="14915"/>
                    <a:pt x="93852" y="13162"/>
                    <a:pt x="98753" y="11037"/>
                  </a:cubicBezTo>
                  <a:cubicBezTo>
                    <a:pt x="99763" y="10600"/>
                    <a:pt x="100773" y="10151"/>
                    <a:pt x="101781" y="9706"/>
                  </a:cubicBezTo>
                  <a:cubicBezTo>
                    <a:pt x="104805" y="8364"/>
                    <a:pt x="107933" y="6975"/>
                    <a:pt x="111082" y="5882"/>
                  </a:cubicBezTo>
                  <a:cubicBezTo>
                    <a:pt x="119135" y="3086"/>
                    <a:pt x="127851" y="1338"/>
                    <a:pt x="136984" y="688"/>
                  </a:cubicBezTo>
                  <a:cubicBezTo>
                    <a:pt x="139649" y="498"/>
                    <a:pt x="142317" y="403"/>
                    <a:pt x="144981" y="403"/>
                  </a:cubicBezTo>
                  <a:close/>
                  <a:moveTo>
                    <a:pt x="144959" y="1"/>
                  </a:moveTo>
                  <a:cubicBezTo>
                    <a:pt x="142293" y="1"/>
                    <a:pt x="139623" y="96"/>
                    <a:pt x="136956" y="285"/>
                  </a:cubicBezTo>
                  <a:cubicBezTo>
                    <a:pt x="127785" y="938"/>
                    <a:pt x="119037" y="2693"/>
                    <a:pt x="110949" y="5501"/>
                  </a:cubicBezTo>
                  <a:cubicBezTo>
                    <a:pt x="107786" y="6599"/>
                    <a:pt x="104650" y="7991"/>
                    <a:pt x="101618" y="9337"/>
                  </a:cubicBezTo>
                  <a:cubicBezTo>
                    <a:pt x="100610" y="9784"/>
                    <a:pt x="99605" y="10230"/>
                    <a:pt x="98594" y="10669"/>
                  </a:cubicBezTo>
                  <a:cubicBezTo>
                    <a:pt x="93702" y="12788"/>
                    <a:pt x="89236" y="14538"/>
                    <a:pt x="84935" y="16020"/>
                  </a:cubicBezTo>
                  <a:cubicBezTo>
                    <a:pt x="73384" y="19997"/>
                    <a:pt x="62731" y="21983"/>
                    <a:pt x="52798" y="21983"/>
                  </a:cubicBezTo>
                  <a:cubicBezTo>
                    <a:pt x="44880" y="21983"/>
                    <a:pt x="37420" y="20721"/>
                    <a:pt x="30329" y="18200"/>
                  </a:cubicBezTo>
                  <a:cubicBezTo>
                    <a:pt x="26334" y="16780"/>
                    <a:pt x="22012" y="14948"/>
                    <a:pt x="17118" y="12599"/>
                  </a:cubicBezTo>
                  <a:cubicBezTo>
                    <a:pt x="16225" y="12172"/>
                    <a:pt x="15335" y="11736"/>
                    <a:pt x="14448" y="11300"/>
                  </a:cubicBezTo>
                  <a:cubicBezTo>
                    <a:pt x="11097" y="9658"/>
                    <a:pt x="7631" y="7961"/>
                    <a:pt x="4086" y="6726"/>
                  </a:cubicBezTo>
                  <a:cubicBezTo>
                    <a:pt x="2874" y="6305"/>
                    <a:pt x="1587" y="5911"/>
                    <a:pt x="257" y="5556"/>
                  </a:cubicBezTo>
                  <a:lnTo>
                    <a:pt x="2" y="5489"/>
                  </a:lnTo>
                  <a:lnTo>
                    <a:pt x="2" y="23947"/>
                  </a:lnTo>
                  <a:lnTo>
                    <a:pt x="118" y="24001"/>
                  </a:lnTo>
                  <a:cubicBezTo>
                    <a:pt x="13383" y="30245"/>
                    <a:pt x="26736" y="33418"/>
                    <a:pt x="39802" y="33430"/>
                  </a:cubicBezTo>
                  <a:cubicBezTo>
                    <a:pt x="39862" y="33430"/>
                    <a:pt x="39922" y="33430"/>
                    <a:pt x="39983" y="33430"/>
                  </a:cubicBezTo>
                  <a:cubicBezTo>
                    <a:pt x="44319" y="33430"/>
                    <a:pt x="48571" y="33023"/>
                    <a:pt x="52607" y="32244"/>
                  </a:cubicBezTo>
                  <a:cubicBezTo>
                    <a:pt x="53961" y="31982"/>
                    <a:pt x="55324" y="31615"/>
                    <a:pt x="56640" y="31261"/>
                  </a:cubicBezTo>
                  <a:cubicBezTo>
                    <a:pt x="57454" y="31041"/>
                    <a:pt x="58297" y="30815"/>
                    <a:pt x="59127" y="30616"/>
                  </a:cubicBezTo>
                  <a:cubicBezTo>
                    <a:pt x="61559" y="30033"/>
                    <a:pt x="64382" y="29412"/>
                    <a:pt x="67164" y="29409"/>
                  </a:cubicBezTo>
                  <a:cubicBezTo>
                    <a:pt x="67187" y="29409"/>
                    <a:pt x="67210" y="29409"/>
                    <a:pt x="67233" y="29409"/>
                  </a:cubicBezTo>
                  <a:cubicBezTo>
                    <a:pt x="69147" y="29409"/>
                    <a:pt x="71252" y="29651"/>
                    <a:pt x="72340" y="31318"/>
                  </a:cubicBezTo>
                  <a:cubicBezTo>
                    <a:pt x="73241" y="32701"/>
                    <a:pt x="73043" y="34924"/>
                    <a:pt x="72447" y="36513"/>
                  </a:cubicBezTo>
                  <a:cubicBezTo>
                    <a:pt x="71871" y="38046"/>
                    <a:pt x="70768" y="39317"/>
                    <a:pt x="69163" y="40292"/>
                  </a:cubicBezTo>
                  <a:cubicBezTo>
                    <a:pt x="65293" y="42649"/>
                    <a:pt x="60492" y="42849"/>
                    <a:pt x="56298" y="42850"/>
                  </a:cubicBezTo>
                  <a:lnTo>
                    <a:pt x="56268" y="42850"/>
                  </a:lnTo>
                  <a:cubicBezTo>
                    <a:pt x="46241" y="42850"/>
                    <a:pt x="36475" y="40614"/>
                    <a:pt x="29086" y="38666"/>
                  </a:cubicBezTo>
                  <a:cubicBezTo>
                    <a:pt x="25956" y="37839"/>
                    <a:pt x="22778" y="36952"/>
                    <a:pt x="19706" y="36095"/>
                  </a:cubicBezTo>
                  <a:cubicBezTo>
                    <a:pt x="13350" y="34319"/>
                    <a:pt x="6776" y="32482"/>
                    <a:pt x="244" y="31089"/>
                  </a:cubicBezTo>
                  <a:lnTo>
                    <a:pt x="1" y="31038"/>
                  </a:lnTo>
                  <a:lnTo>
                    <a:pt x="1" y="40777"/>
                  </a:lnTo>
                  <a:lnTo>
                    <a:pt x="105" y="40834"/>
                  </a:lnTo>
                  <a:cubicBezTo>
                    <a:pt x="528" y="41068"/>
                    <a:pt x="960" y="41284"/>
                    <a:pt x="1387" y="41477"/>
                  </a:cubicBezTo>
                  <a:cubicBezTo>
                    <a:pt x="4210" y="42747"/>
                    <a:pt x="6945" y="42957"/>
                    <a:pt x="9247" y="42996"/>
                  </a:cubicBezTo>
                  <a:lnTo>
                    <a:pt x="9694" y="43003"/>
                  </a:lnTo>
                  <a:cubicBezTo>
                    <a:pt x="11777" y="43036"/>
                    <a:pt x="13933" y="43072"/>
                    <a:pt x="16035" y="43364"/>
                  </a:cubicBezTo>
                  <a:cubicBezTo>
                    <a:pt x="17956" y="43633"/>
                    <a:pt x="19953" y="44050"/>
                    <a:pt x="21555" y="45283"/>
                  </a:cubicBezTo>
                  <a:cubicBezTo>
                    <a:pt x="22721" y="46179"/>
                    <a:pt x="23812" y="47901"/>
                    <a:pt x="23624" y="49723"/>
                  </a:cubicBezTo>
                  <a:cubicBezTo>
                    <a:pt x="23492" y="50977"/>
                    <a:pt x="22661" y="51876"/>
                    <a:pt x="21149" y="52395"/>
                  </a:cubicBezTo>
                  <a:cubicBezTo>
                    <a:pt x="19929" y="52815"/>
                    <a:pt x="18642" y="52977"/>
                    <a:pt x="17343" y="52977"/>
                  </a:cubicBezTo>
                  <a:cubicBezTo>
                    <a:pt x="14829" y="52977"/>
                    <a:pt x="12272" y="52369"/>
                    <a:pt x="10068" y="51847"/>
                  </a:cubicBezTo>
                  <a:cubicBezTo>
                    <a:pt x="7275" y="51184"/>
                    <a:pt x="4475" y="50237"/>
                    <a:pt x="1767" y="49323"/>
                  </a:cubicBezTo>
                  <a:cubicBezTo>
                    <a:pt x="1267" y="49155"/>
                    <a:pt x="767" y="48985"/>
                    <a:pt x="265" y="48818"/>
                  </a:cubicBezTo>
                  <a:lnTo>
                    <a:pt x="1" y="48728"/>
                  </a:lnTo>
                  <a:lnTo>
                    <a:pt x="1" y="54985"/>
                  </a:lnTo>
                  <a:lnTo>
                    <a:pt x="187" y="54999"/>
                  </a:lnTo>
                  <a:cubicBezTo>
                    <a:pt x="4720" y="55364"/>
                    <a:pt x="9668" y="55608"/>
                    <a:pt x="15316" y="55745"/>
                  </a:cubicBezTo>
                  <a:cubicBezTo>
                    <a:pt x="17327" y="55794"/>
                    <a:pt x="19280" y="55818"/>
                    <a:pt x="21180" y="55818"/>
                  </a:cubicBezTo>
                  <a:cubicBezTo>
                    <a:pt x="31405" y="55818"/>
                    <a:pt x="40078" y="55104"/>
                    <a:pt x="48122" y="53615"/>
                  </a:cubicBezTo>
                  <a:cubicBezTo>
                    <a:pt x="54125" y="52502"/>
                    <a:pt x="58913" y="51189"/>
                    <a:pt x="63191" y="49484"/>
                  </a:cubicBezTo>
                  <a:cubicBezTo>
                    <a:pt x="67326" y="47835"/>
                    <a:pt x="71599" y="45463"/>
                    <a:pt x="76643" y="42018"/>
                  </a:cubicBezTo>
                  <a:cubicBezTo>
                    <a:pt x="79721" y="39917"/>
                    <a:pt x="82780" y="37621"/>
                    <a:pt x="85739" y="35403"/>
                  </a:cubicBezTo>
                  <a:cubicBezTo>
                    <a:pt x="90819" y="31594"/>
                    <a:pt x="96072" y="27654"/>
                    <a:pt x="101563" y="24578"/>
                  </a:cubicBezTo>
                  <a:cubicBezTo>
                    <a:pt x="109139" y="20330"/>
                    <a:pt x="117758" y="18014"/>
                    <a:pt x="129508" y="17065"/>
                  </a:cubicBezTo>
                  <a:cubicBezTo>
                    <a:pt x="132858" y="16795"/>
                    <a:pt x="136254" y="16658"/>
                    <a:pt x="139725" y="16658"/>
                  </a:cubicBezTo>
                  <a:cubicBezTo>
                    <a:pt x="155229" y="16658"/>
                    <a:pt x="172239" y="19393"/>
                    <a:pt x="193363" y="25194"/>
                  </a:cubicBezTo>
                  <a:cubicBezTo>
                    <a:pt x="194320" y="25456"/>
                    <a:pt x="195279" y="25717"/>
                    <a:pt x="196240" y="25980"/>
                  </a:cubicBezTo>
                  <a:cubicBezTo>
                    <a:pt x="205628" y="28540"/>
                    <a:pt x="215334" y="31188"/>
                    <a:pt x="224421" y="35420"/>
                  </a:cubicBezTo>
                  <a:cubicBezTo>
                    <a:pt x="227275" y="36749"/>
                    <a:pt x="230329" y="38452"/>
                    <a:pt x="234037" y="40778"/>
                  </a:cubicBezTo>
                  <a:lnTo>
                    <a:pt x="234347" y="40971"/>
                  </a:lnTo>
                  <a:lnTo>
                    <a:pt x="234347" y="31794"/>
                  </a:lnTo>
                  <a:lnTo>
                    <a:pt x="234257" y="31734"/>
                  </a:lnTo>
                  <a:cubicBezTo>
                    <a:pt x="229156" y="28302"/>
                    <a:pt x="223710" y="25471"/>
                    <a:pt x="218442" y="22732"/>
                  </a:cubicBezTo>
                  <a:lnTo>
                    <a:pt x="216510" y="21728"/>
                  </a:lnTo>
                  <a:cubicBezTo>
                    <a:pt x="207587" y="17070"/>
                    <a:pt x="198587" y="12930"/>
                    <a:pt x="189764" y="9423"/>
                  </a:cubicBezTo>
                  <a:cubicBezTo>
                    <a:pt x="179135" y="5199"/>
                    <a:pt x="170836" y="2739"/>
                    <a:pt x="162852" y="1440"/>
                  </a:cubicBezTo>
                  <a:cubicBezTo>
                    <a:pt x="156959" y="482"/>
                    <a:pt x="150969" y="1"/>
                    <a:pt x="1449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3"/>
            <p:cNvSpPr/>
            <p:nvPr/>
          </p:nvSpPr>
          <p:spPr>
            <a:xfrm flipH="1" rot="10800000">
              <a:off x="4303273" y="-1063346"/>
              <a:ext cx="4977457" cy="2219891"/>
            </a:xfrm>
            <a:custGeom>
              <a:rect b="b" l="l" r="r" t="t"/>
              <a:pathLst>
                <a:path extrusionOk="0" h="55473" w="124382">
                  <a:moveTo>
                    <a:pt x="25918" y="402"/>
                  </a:moveTo>
                  <a:cubicBezTo>
                    <a:pt x="36041" y="402"/>
                    <a:pt x="47026" y="1991"/>
                    <a:pt x="60462" y="5393"/>
                  </a:cubicBezTo>
                  <a:cubicBezTo>
                    <a:pt x="70856" y="8024"/>
                    <a:pt x="81175" y="11807"/>
                    <a:pt x="91155" y="15464"/>
                  </a:cubicBezTo>
                  <a:cubicBezTo>
                    <a:pt x="92391" y="15917"/>
                    <a:pt x="93627" y="16369"/>
                    <a:pt x="94863" y="16822"/>
                  </a:cubicBezTo>
                  <a:lnTo>
                    <a:pt x="95647" y="17108"/>
                  </a:lnTo>
                  <a:cubicBezTo>
                    <a:pt x="105319" y="20631"/>
                    <a:pt x="115319" y="24277"/>
                    <a:pt x="123981" y="30890"/>
                  </a:cubicBezTo>
                  <a:lnTo>
                    <a:pt x="123981" y="53695"/>
                  </a:lnTo>
                  <a:cubicBezTo>
                    <a:pt x="123931" y="53594"/>
                    <a:pt x="123881" y="53490"/>
                    <a:pt x="123831" y="53388"/>
                  </a:cubicBezTo>
                  <a:cubicBezTo>
                    <a:pt x="121216" y="48116"/>
                    <a:pt x="118223" y="43645"/>
                    <a:pt x="114937" y="40100"/>
                  </a:cubicBezTo>
                  <a:cubicBezTo>
                    <a:pt x="110571" y="35392"/>
                    <a:pt x="105339" y="32142"/>
                    <a:pt x="101268" y="29834"/>
                  </a:cubicBezTo>
                  <a:cubicBezTo>
                    <a:pt x="91058" y="24049"/>
                    <a:pt x="80265" y="20787"/>
                    <a:pt x="69187" y="20137"/>
                  </a:cubicBezTo>
                  <a:cubicBezTo>
                    <a:pt x="67907" y="20061"/>
                    <a:pt x="66618" y="20024"/>
                    <a:pt x="65319" y="20024"/>
                  </a:cubicBezTo>
                  <a:cubicBezTo>
                    <a:pt x="61141" y="20024"/>
                    <a:pt x="56870" y="20411"/>
                    <a:pt x="52577" y="21181"/>
                  </a:cubicBezTo>
                  <a:cubicBezTo>
                    <a:pt x="48332" y="21940"/>
                    <a:pt x="44099" y="23239"/>
                    <a:pt x="40004" y="24495"/>
                  </a:cubicBezTo>
                  <a:cubicBezTo>
                    <a:pt x="38744" y="24880"/>
                    <a:pt x="37484" y="25268"/>
                    <a:pt x="36221" y="25639"/>
                  </a:cubicBezTo>
                  <a:cubicBezTo>
                    <a:pt x="30814" y="27232"/>
                    <a:pt x="25249" y="28662"/>
                    <a:pt x="19858" y="28662"/>
                  </a:cubicBezTo>
                  <a:cubicBezTo>
                    <a:pt x="15618" y="28662"/>
                    <a:pt x="11486" y="27778"/>
                    <a:pt x="7624" y="25392"/>
                  </a:cubicBezTo>
                  <a:cubicBezTo>
                    <a:pt x="1653" y="21703"/>
                    <a:pt x="639" y="17073"/>
                    <a:pt x="567" y="14640"/>
                  </a:cubicBezTo>
                  <a:cubicBezTo>
                    <a:pt x="413" y="9480"/>
                    <a:pt x="3668" y="6464"/>
                    <a:pt x="5623" y="5124"/>
                  </a:cubicBezTo>
                  <a:cubicBezTo>
                    <a:pt x="9015" y="2801"/>
                    <a:pt x="12910" y="1856"/>
                    <a:pt x="15924" y="1292"/>
                  </a:cubicBezTo>
                  <a:cubicBezTo>
                    <a:pt x="19039" y="709"/>
                    <a:pt x="22328" y="409"/>
                    <a:pt x="25700" y="402"/>
                  </a:cubicBezTo>
                  <a:close/>
                  <a:moveTo>
                    <a:pt x="25696" y="0"/>
                  </a:moveTo>
                  <a:cubicBezTo>
                    <a:pt x="22298" y="9"/>
                    <a:pt x="18984" y="309"/>
                    <a:pt x="15846" y="896"/>
                  </a:cubicBezTo>
                  <a:cubicBezTo>
                    <a:pt x="12791" y="1468"/>
                    <a:pt x="8843" y="2428"/>
                    <a:pt x="5390" y="4792"/>
                  </a:cubicBezTo>
                  <a:cubicBezTo>
                    <a:pt x="3368" y="6176"/>
                    <a:pt x="0" y="9300"/>
                    <a:pt x="160" y="14653"/>
                  </a:cubicBezTo>
                  <a:cubicBezTo>
                    <a:pt x="236" y="17166"/>
                    <a:pt x="1277" y="21947"/>
                    <a:pt x="7409" y="25735"/>
                  </a:cubicBezTo>
                  <a:cubicBezTo>
                    <a:pt x="11344" y="28167"/>
                    <a:pt x="15543" y="29067"/>
                    <a:pt x="19845" y="29067"/>
                  </a:cubicBezTo>
                  <a:cubicBezTo>
                    <a:pt x="25284" y="29067"/>
                    <a:pt x="30887" y="27628"/>
                    <a:pt x="36329" y="26025"/>
                  </a:cubicBezTo>
                  <a:cubicBezTo>
                    <a:pt x="37594" y="25653"/>
                    <a:pt x="38857" y="25265"/>
                    <a:pt x="40120" y="24877"/>
                  </a:cubicBezTo>
                  <a:cubicBezTo>
                    <a:pt x="44202" y="23626"/>
                    <a:pt x="48423" y="22331"/>
                    <a:pt x="52645" y="21575"/>
                  </a:cubicBezTo>
                  <a:cubicBezTo>
                    <a:pt x="56919" y="20811"/>
                    <a:pt x="61167" y="20426"/>
                    <a:pt x="65320" y="20426"/>
                  </a:cubicBezTo>
                  <a:cubicBezTo>
                    <a:pt x="66611" y="20426"/>
                    <a:pt x="67892" y="20464"/>
                    <a:pt x="69163" y="20538"/>
                  </a:cubicBezTo>
                  <a:cubicBezTo>
                    <a:pt x="80177" y="21183"/>
                    <a:pt x="90911" y="24429"/>
                    <a:pt x="101068" y="30184"/>
                  </a:cubicBezTo>
                  <a:cubicBezTo>
                    <a:pt x="105113" y="32476"/>
                    <a:pt x="110313" y="35707"/>
                    <a:pt x="114641" y="40373"/>
                  </a:cubicBezTo>
                  <a:cubicBezTo>
                    <a:pt x="117901" y="43892"/>
                    <a:pt x="120872" y="48330"/>
                    <a:pt x="123468" y="53567"/>
                  </a:cubicBezTo>
                  <a:cubicBezTo>
                    <a:pt x="123595" y="53824"/>
                    <a:pt x="123718" y="54084"/>
                    <a:pt x="123842" y="54344"/>
                  </a:cubicBezTo>
                  <a:lnTo>
                    <a:pt x="124380" y="55470"/>
                  </a:lnTo>
                  <a:lnTo>
                    <a:pt x="124380" y="30691"/>
                  </a:lnTo>
                  <a:lnTo>
                    <a:pt x="124301" y="30630"/>
                  </a:lnTo>
                  <a:cubicBezTo>
                    <a:pt x="115571" y="23942"/>
                    <a:pt x="105512" y="20275"/>
                    <a:pt x="95782" y="16727"/>
                  </a:cubicBezTo>
                  <a:lnTo>
                    <a:pt x="94996" y="16442"/>
                  </a:lnTo>
                  <a:cubicBezTo>
                    <a:pt x="93760" y="15992"/>
                    <a:pt x="92525" y="15539"/>
                    <a:pt x="91289" y="15087"/>
                  </a:cubicBezTo>
                  <a:cubicBezTo>
                    <a:pt x="81300" y="11425"/>
                    <a:pt x="70971" y="7640"/>
                    <a:pt x="60557" y="5003"/>
                  </a:cubicBezTo>
                  <a:cubicBezTo>
                    <a:pt x="47087" y="1592"/>
                    <a:pt x="36071" y="0"/>
                    <a:pt x="25913" y="0"/>
                  </a:cubicBezTo>
                  <a:close/>
                  <a:moveTo>
                    <a:pt x="124380" y="55470"/>
                  </a:moveTo>
                  <a:lnTo>
                    <a:pt x="124380" y="55473"/>
                  </a:lnTo>
                  <a:lnTo>
                    <a:pt x="124381" y="55473"/>
                  </a:lnTo>
                  <a:lnTo>
                    <a:pt x="124380" y="5547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3"/>
            <p:cNvSpPr/>
            <p:nvPr/>
          </p:nvSpPr>
          <p:spPr>
            <a:xfrm flipH="1" rot="10800000">
              <a:off x="-97184" y="-1613997"/>
              <a:ext cx="4473596" cy="1988630"/>
            </a:xfrm>
            <a:custGeom>
              <a:rect b="b" l="l" r="r" t="t"/>
              <a:pathLst>
                <a:path extrusionOk="0" h="49694" w="111791">
                  <a:moveTo>
                    <a:pt x="97341" y="420"/>
                  </a:moveTo>
                  <a:cubicBezTo>
                    <a:pt x="98733" y="420"/>
                    <a:pt x="99979" y="773"/>
                    <a:pt x="101045" y="1273"/>
                  </a:cubicBezTo>
                  <a:cubicBezTo>
                    <a:pt x="104764" y="3021"/>
                    <a:pt x="109232" y="7243"/>
                    <a:pt x="110572" y="11931"/>
                  </a:cubicBezTo>
                  <a:cubicBezTo>
                    <a:pt x="111369" y="14719"/>
                    <a:pt x="110985" y="17351"/>
                    <a:pt x="109429" y="19750"/>
                  </a:cubicBezTo>
                  <a:cubicBezTo>
                    <a:pt x="107469" y="22776"/>
                    <a:pt x="104270" y="24339"/>
                    <a:pt x="101702" y="25361"/>
                  </a:cubicBezTo>
                  <a:cubicBezTo>
                    <a:pt x="98754" y="26534"/>
                    <a:pt x="95452" y="27464"/>
                    <a:pt x="91607" y="28204"/>
                  </a:cubicBezTo>
                  <a:cubicBezTo>
                    <a:pt x="89921" y="28528"/>
                    <a:pt x="88200" y="28811"/>
                    <a:pt x="86532" y="29084"/>
                  </a:cubicBezTo>
                  <a:cubicBezTo>
                    <a:pt x="79681" y="30207"/>
                    <a:pt x="72597" y="31372"/>
                    <a:pt x="66253" y="35734"/>
                  </a:cubicBezTo>
                  <a:cubicBezTo>
                    <a:pt x="61721" y="38849"/>
                    <a:pt x="57707" y="43535"/>
                    <a:pt x="54638" y="49289"/>
                  </a:cubicBezTo>
                  <a:lnTo>
                    <a:pt x="3363" y="49289"/>
                  </a:lnTo>
                  <a:cubicBezTo>
                    <a:pt x="1730" y="49289"/>
                    <a:pt x="402" y="47585"/>
                    <a:pt x="402" y="45488"/>
                  </a:cubicBezTo>
                  <a:lnTo>
                    <a:pt x="402" y="27817"/>
                  </a:lnTo>
                  <a:cubicBezTo>
                    <a:pt x="6956" y="29756"/>
                    <a:pt x="13549" y="31125"/>
                    <a:pt x="20006" y="31888"/>
                  </a:cubicBezTo>
                  <a:cubicBezTo>
                    <a:pt x="24832" y="32458"/>
                    <a:pt x="29867" y="32744"/>
                    <a:pt x="35067" y="32744"/>
                  </a:cubicBezTo>
                  <a:cubicBezTo>
                    <a:pt x="39433" y="32744"/>
                    <a:pt x="43915" y="32543"/>
                    <a:pt x="48490" y="32140"/>
                  </a:cubicBezTo>
                  <a:cubicBezTo>
                    <a:pt x="52725" y="31766"/>
                    <a:pt x="57090" y="31156"/>
                    <a:pt x="61838" y="30276"/>
                  </a:cubicBezTo>
                  <a:cubicBezTo>
                    <a:pt x="65200" y="29650"/>
                    <a:pt x="69115" y="28700"/>
                    <a:pt x="72658" y="26377"/>
                  </a:cubicBezTo>
                  <a:cubicBezTo>
                    <a:pt x="76773" y="23677"/>
                    <a:pt x="79509" y="18971"/>
                    <a:pt x="82157" y="14419"/>
                  </a:cubicBezTo>
                  <a:cubicBezTo>
                    <a:pt x="83207" y="12610"/>
                    <a:pt x="84295" y="10742"/>
                    <a:pt x="85446" y="9038"/>
                  </a:cubicBezTo>
                  <a:cubicBezTo>
                    <a:pt x="89943" y="2389"/>
                    <a:pt x="94052" y="420"/>
                    <a:pt x="97341" y="420"/>
                  </a:cubicBezTo>
                  <a:close/>
                  <a:moveTo>
                    <a:pt x="97320" y="1"/>
                  </a:moveTo>
                  <a:cubicBezTo>
                    <a:pt x="92272" y="1"/>
                    <a:pt x="88015" y="4523"/>
                    <a:pt x="85113" y="8813"/>
                  </a:cubicBezTo>
                  <a:cubicBezTo>
                    <a:pt x="83953" y="10529"/>
                    <a:pt x="82863" y="12404"/>
                    <a:pt x="81808" y="14217"/>
                  </a:cubicBezTo>
                  <a:cubicBezTo>
                    <a:pt x="79187" y="18729"/>
                    <a:pt x="76473" y="23393"/>
                    <a:pt x="72437" y="26041"/>
                  </a:cubicBezTo>
                  <a:cubicBezTo>
                    <a:pt x="68955" y="28325"/>
                    <a:pt x="65088" y="29264"/>
                    <a:pt x="61763" y="29881"/>
                  </a:cubicBezTo>
                  <a:cubicBezTo>
                    <a:pt x="57027" y="30760"/>
                    <a:pt x="52675" y="31369"/>
                    <a:pt x="48454" y="31740"/>
                  </a:cubicBezTo>
                  <a:cubicBezTo>
                    <a:pt x="43892" y="32141"/>
                    <a:pt x="39422" y="32342"/>
                    <a:pt x="35069" y="32342"/>
                  </a:cubicBezTo>
                  <a:cubicBezTo>
                    <a:pt x="29883" y="32342"/>
                    <a:pt x="24864" y="32057"/>
                    <a:pt x="20053" y="31489"/>
                  </a:cubicBezTo>
                  <a:cubicBezTo>
                    <a:pt x="13535" y="30716"/>
                    <a:pt x="6875" y="29326"/>
                    <a:pt x="259" y="27354"/>
                  </a:cubicBezTo>
                  <a:lnTo>
                    <a:pt x="1" y="27277"/>
                  </a:lnTo>
                  <a:lnTo>
                    <a:pt x="1" y="45491"/>
                  </a:lnTo>
                  <a:cubicBezTo>
                    <a:pt x="1" y="47809"/>
                    <a:pt x="1508" y="49694"/>
                    <a:pt x="3363" y="49694"/>
                  </a:cubicBezTo>
                  <a:lnTo>
                    <a:pt x="54879" y="49694"/>
                  </a:lnTo>
                  <a:lnTo>
                    <a:pt x="54936" y="49585"/>
                  </a:lnTo>
                  <a:cubicBezTo>
                    <a:pt x="57983" y="43837"/>
                    <a:pt x="61975" y="39163"/>
                    <a:pt x="66481" y="36064"/>
                  </a:cubicBezTo>
                  <a:cubicBezTo>
                    <a:pt x="72751" y="31752"/>
                    <a:pt x="79791" y="30597"/>
                    <a:pt x="86599" y="29479"/>
                  </a:cubicBezTo>
                  <a:cubicBezTo>
                    <a:pt x="88267" y="29206"/>
                    <a:pt x="89993" y="28921"/>
                    <a:pt x="91683" y="28597"/>
                  </a:cubicBezTo>
                  <a:cubicBezTo>
                    <a:pt x="95554" y="27852"/>
                    <a:pt x="98882" y="26914"/>
                    <a:pt x="101852" y="25732"/>
                  </a:cubicBezTo>
                  <a:cubicBezTo>
                    <a:pt x="104477" y="24689"/>
                    <a:pt x="107747" y="23089"/>
                    <a:pt x="109769" y="19968"/>
                  </a:cubicBezTo>
                  <a:cubicBezTo>
                    <a:pt x="111389" y="17466"/>
                    <a:pt x="111791" y="14724"/>
                    <a:pt x="110961" y="11820"/>
                  </a:cubicBezTo>
                  <a:cubicBezTo>
                    <a:pt x="109585" y="7016"/>
                    <a:pt x="105018" y="2695"/>
                    <a:pt x="101216" y="909"/>
                  </a:cubicBezTo>
                  <a:cubicBezTo>
                    <a:pt x="99874" y="279"/>
                    <a:pt x="98573" y="1"/>
                    <a:pt x="97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3"/>
            <p:cNvSpPr/>
            <p:nvPr/>
          </p:nvSpPr>
          <p:spPr>
            <a:xfrm flipH="1" rot="10800000">
              <a:off x="2768223" y="-1614014"/>
              <a:ext cx="4335456" cy="728679"/>
            </a:xfrm>
            <a:custGeom>
              <a:rect b="b" l="l" r="r" t="t"/>
              <a:pathLst>
                <a:path extrusionOk="0" h="18209" w="108339">
                  <a:moveTo>
                    <a:pt x="27698" y="402"/>
                  </a:moveTo>
                  <a:cubicBezTo>
                    <a:pt x="32888" y="402"/>
                    <a:pt x="38022" y="2124"/>
                    <a:pt x="42576" y="3656"/>
                  </a:cubicBezTo>
                  <a:cubicBezTo>
                    <a:pt x="47416" y="5283"/>
                    <a:pt x="52582" y="6948"/>
                    <a:pt x="57857" y="7844"/>
                  </a:cubicBezTo>
                  <a:cubicBezTo>
                    <a:pt x="62292" y="8597"/>
                    <a:pt x="66755" y="8977"/>
                    <a:pt x="71177" y="8977"/>
                  </a:cubicBezTo>
                  <a:cubicBezTo>
                    <a:pt x="72693" y="8977"/>
                    <a:pt x="74204" y="8932"/>
                    <a:pt x="75707" y="8843"/>
                  </a:cubicBezTo>
                  <a:cubicBezTo>
                    <a:pt x="78578" y="8671"/>
                    <a:pt x="81363" y="8335"/>
                    <a:pt x="83983" y="7841"/>
                  </a:cubicBezTo>
                  <a:cubicBezTo>
                    <a:pt x="84740" y="7698"/>
                    <a:pt x="85506" y="7531"/>
                    <a:pt x="86246" y="7371"/>
                  </a:cubicBezTo>
                  <a:cubicBezTo>
                    <a:pt x="87567" y="7085"/>
                    <a:pt x="88932" y="6788"/>
                    <a:pt x="90288" y="6616"/>
                  </a:cubicBezTo>
                  <a:cubicBezTo>
                    <a:pt x="91569" y="6455"/>
                    <a:pt x="92767" y="6374"/>
                    <a:pt x="93889" y="6374"/>
                  </a:cubicBezTo>
                  <a:cubicBezTo>
                    <a:pt x="97369" y="6374"/>
                    <a:pt x="100126" y="7157"/>
                    <a:pt x="102405" y="8765"/>
                  </a:cubicBezTo>
                  <a:cubicBezTo>
                    <a:pt x="104715" y="10399"/>
                    <a:pt x="107752" y="14521"/>
                    <a:pt x="107336" y="17804"/>
                  </a:cubicBezTo>
                  <a:lnTo>
                    <a:pt x="2840" y="17804"/>
                  </a:lnTo>
                  <a:cubicBezTo>
                    <a:pt x="2038" y="16930"/>
                    <a:pt x="1495" y="16015"/>
                    <a:pt x="1180" y="15011"/>
                  </a:cubicBezTo>
                  <a:cubicBezTo>
                    <a:pt x="328" y="12292"/>
                    <a:pt x="1140" y="8835"/>
                    <a:pt x="2950" y="7464"/>
                  </a:cubicBezTo>
                  <a:cubicBezTo>
                    <a:pt x="4188" y="6527"/>
                    <a:pt x="5746" y="6255"/>
                    <a:pt x="7263" y="6255"/>
                  </a:cubicBezTo>
                  <a:cubicBezTo>
                    <a:pt x="8508" y="6255"/>
                    <a:pt x="9724" y="6438"/>
                    <a:pt x="10713" y="6586"/>
                  </a:cubicBezTo>
                  <a:cubicBezTo>
                    <a:pt x="13555" y="7015"/>
                    <a:pt x="16398" y="7815"/>
                    <a:pt x="19148" y="8591"/>
                  </a:cubicBezTo>
                  <a:cubicBezTo>
                    <a:pt x="20420" y="8950"/>
                    <a:pt x="21733" y="9320"/>
                    <a:pt x="23031" y="9648"/>
                  </a:cubicBezTo>
                  <a:cubicBezTo>
                    <a:pt x="23892" y="9867"/>
                    <a:pt x="24772" y="10044"/>
                    <a:pt x="25624" y="10217"/>
                  </a:cubicBezTo>
                  <a:cubicBezTo>
                    <a:pt x="26578" y="10410"/>
                    <a:pt x="27561" y="10610"/>
                    <a:pt x="28520" y="10866"/>
                  </a:cubicBezTo>
                  <a:cubicBezTo>
                    <a:pt x="29266" y="11066"/>
                    <a:pt x="30023" y="11287"/>
                    <a:pt x="30753" y="11502"/>
                  </a:cubicBezTo>
                  <a:cubicBezTo>
                    <a:pt x="31592" y="11746"/>
                    <a:pt x="32458" y="12000"/>
                    <a:pt x="33317" y="12223"/>
                  </a:cubicBezTo>
                  <a:lnTo>
                    <a:pt x="33467" y="12263"/>
                  </a:lnTo>
                  <a:cubicBezTo>
                    <a:pt x="34991" y="12659"/>
                    <a:pt x="36728" y="13111"/>
                    <a:pt x="38421" y="13111"/>
                  </a:cubicBezTo>
                  <a:cubicBezTo>
                    <a:pt x="39680" y="13111"/>
                    <a:pt x="40914" y="12861"/>
                    <a:pt x="42017" y="12152"/>
                  </a:cubicBezTo>
                  <a:cubicBezTo>
                    <a:pt x="42247" y="12003"/>
                    <a:pt x="42254" y="11687"/>
                    <a:pt x="42130" y="11480"/>
                  </a:cubicBezTo>
                  <a:cubicBezTo>
                    <a:pt x="39927" y="7838"/>
                    <a:pt x="35420" y="7355"/>
                    <a:pt x="32131" y="7002"/>
                  </a:cubicBezTo>
                  <a:cubicBezTo>
                    <a:pt x="30552" y="6834"/>
                    <a:pt x="28936" y="6794"/>
                    <a:pt x="27373" y="6755"/>
                  </a:cubicBezTo>
                  <a:cubicBezTo>
                    <a:pt x="24971" y="6694"/>
                    <a:pt x="22485" y="6634"/>
                    <a:pt x="20094" y="6098"/>
                  </a:cubicBezTo>
                  <a:lnTo>
                    <a:pt x="19861" y="6045"/>
                  </a:lnTo>
                  <a:cubicBezTo>
                    <a:pt x="19174" y="5899"/>
                    <a:pt x="18323" y="5715"/>
                    <a:pt x="17845" y="5185"/>
                  </a:cubicBezTo>
                  <a:cubicBezTo>
                    <a:pt x="17683" y="5000"/>
                    <a:pt x="17613" y="4809"/>
                    <a:pt x="17637" y="4599"/>
                  </a:cubicBezTo>
                  <a:cubicBezTo>
                    <a:pt x="17720" y="3886"/>
                    <a:pt x="18816" y="3119"/>
                    <a:pt x="19284" y="2791"/>
                  </a:cubicBezTo>
                  <a:lnTo>
                    <a:pt x="19370" y="2730"/>
                  </a:lnTo>
                  <a:cubicBezTo>
                    <a:pt x="21382" y="1313"/>
                    <a:pt x="23882" y="535"/>
                    <a:pt x="26803" y="420"/>
                  </a:cubicBezTo>
                  <a:cubicBezTo>
                    <a:pt x="27101" y="408"/>
                    <a:pt x="27399" y="402"/>
                    <a:pt x="27698" y="402"/>
                  </a:cubicBezTo>
                  <a:close/>
                  <a:moveTo>
                    <a:pt x="27716" y="0"/>
                  </a:moveTo>
                  <a:cubicBezTo>
                    <a:pt x="27408" y="0"/>
                    <a:pt x="27101" y="6"/>
                    <a:pt x="26793" y="18"/>
                  </a:cubicBezTo>
                  <a:cubicBezTo>
                    <a:pt x="23792" y="137"/>
                    <a:pt x="21220" y="940"/>
                    <a:pt x="19143" y="2401"/>
                  </a:cubicBezTo>
                  <a:lnTo>
                    <a:pt x="19057" y="2461"/>
                  </a:lnTo>
                  <a:cubicBezTo>
                    <a:pt x="18500" y="2850"/>
                    <a:pt x="17342" y="3659"/>
                    <a:pt x="17241" y="4552"/>
                  </a:cubicBezTo>
                  <a:cubicBezTo>
                    <a:pt x="17204" y="4879"/>
                    <a:pt x="17307" y="5183"/>
                    <a:pt x="17550" y="5452"/>
                  </a:cubicBezTo>
                  <a:cubicBezTo>
                    <a:pt x="18114" y="6081"/>
                    <a:pt x="19037" y="6279"/>
                    <a:pt x="19779" y="6438"/>
                  </a:cubicBezTo>
                  <a:lnTo>
                    <a:pt x="20009" y="6488"/>
                  </a:lnTo>
                  <a:cubicBezTo>
                    <a:pt x="22436" y="7034"/>
                    <a:pt x="24942" y="7095"/>
                    <a:pt x="27366" y="7155"/>
                  </a:cubicBezTo>
                  <a:cubicBezTo>
                    <a:pt x="28920" y="7194"/>
                    <a:pt x="30528" y="7234"/>
                    <a:pt x="32089" y="7401"/>
                  </a:cubicBezTo>
                  <a:cubicBezTo>
                    <a:pt x="35297" y="7744"/>
                    <a:pt x="39689" y="8215"/>
                    <a:pt x="41788" y="11686"/>
                  </a:cubicBezTo>
                  <a:cubicBezTo>
                    <a:pt x="41818" y="11736"/>
                    <a:pt x="41813" y="11800"/>
                    <a:pt x="41803" y="11810"/>
                  </a:cubicBezTo>
                  <a:cubicBezTo>
                    <a:pt x="40777" y="12469"/>
                    <a:pt x="39614" y="12703"/>
                    <a:pt x="38419" y="12703"/>
                  </a:cubicBezTo>
                  <a:cubicBezTo>
                    <a:pt x="36773" y="12703"/>
                    <a:pt x="35066" y="12260"/>
                    <a:pt x="33571" y="11872"/>
                  </a:cubicBezTo>
                  <a:lnTo>
                    <a:pt x="33421" y="11832"/>
                  </a:lnTo>
                  <a:cubicBezTo>
                    <a:pt x="32568" y="11613"/>
                    <a:pt x="31706" y="11359"/>
                    <a:pt x="30871" y="11114"/>
                  </a:cubicBezTo>
                  <a:cubicBezTo>
                    <a:pt x="30136" y="10900"/>
                    <a:pt x="29377" y="10677"/>
                    <a:pt x="28627" y="10477"/>
                  </a:cubicBezTo>
                  <a:cubicBezTo>
                    <a:pt x="27659" y="10217"/>
                    <a:pt x="26667" y="10017"/>
                    <a:pt x="25708" y="9823"/>
                  </a:cubicBezTo>
                  <a:cubicBezTo>
                    <a:pt x="24862" y="9650"/>
                    <a:pt x="23985" y="9473"/>
                    <a:pt x="23133" y="9257"/>
                  </a:cubicBezTo>
                  <a:cubicBezTo>
                    <a:pt x="21840" y="8930"/>
                    <a:pt x="20529" y="8560"/>
                    <a:pt x="19261" y="8202"/>
                  </a:cubicBezTo>
                  <a:cubicBezTo>
                    <a:pt x="16498" y="7424"/>
                    <a:pt x="13642" y="6619"/>
                    <a:pt x="10776" y="6188"/>
                  </a:cubicBezTo>
                  <a:cubicBezTo>
                    <a:pt x="9769" y="6036"/>
                    <a:pt x="8534" y="5850"/>
                    <a:pt x="7263" y="5850"/>
                  </a:cubicBezTo>
                  <a:cubicBezTo>
                    <a:pt x="5677" y="5850"/>
                    <a:pt x="4036" y="6139"/>
                    <a:pt x="2711" y="7142"/>
                  </a:cubicBezTo>
                  <a:cubicBezTo>
                    <a:pt x="579" y="8757"/>
                    <a:pt x="1" y="12576"/>
                    <a:pt x="798" y="15131"/>
                  </a:cubicBezTo>
                  <a:cubicBezTo>
                    <a:pt x="1138" y="16218"/>
                    <a:pt x="1730" y="17203"/>
                    <a:pt x="2606" y="18144"/>
                  </a:cubicBezTo>
                  <a:lnTo>
                    <a:pt x="2666" y="18209"/>
                  </a:lnTo>
                  <a:lnTo>
                    <a:pt x="107680" y="18209"/>
                  </a:lnTo>
                  <a:lnTo>
                    <a:pt x="107713" y="18040"/>
                  </a:lnTo>
                  <a:cubicBezTo>
                    <a:pt x="108339" y="14231"/>
                    <a:pt x="104720" y="9907"/>
                    <a:pt x="102642" y="8438"/>
                  </a:cubicBezTo>
                  <a:cubicBezTo>
                    <a:pt x="100295" y="6780"/>
                    <a:pt x="97465" y="5972"/>
                    <a:pt x="93901" y="5972"/>
                  </a:cubicBezTo>
                  <a:cubicBezTo>
                    <a:pt x="92759" y="5972"/>
                    <a:pt x="91543" y="6055"/>
                    <a:pt x="90243" y="6219"/>
                  </a:cubicBezTo>
                  <a:cubicBezTo>
                    <a:pt x="88870" y="6392"/>
                    <a:pt x="87495" y="6691"/>
                    <a:pt x="86166" y="6979"/>
                  </a:cubicBezTo>
                  <a:cubicBezTo>
                    <a:pt x="85428" y="7141"/>
                    <a:pt x="84666" y="7307"/>
                    <a:pt x="83913" y="7448"/>
                  </a:cubicBezTo>
                  <a:cubicBezTo>
                    <a:pt x="81310" y="7937"/>
                    <a:pt x="78543" y="8272"/>
                    <a:pt x="75687" y="8443"/>
                  </a:cubicBezTo>
                  <a:cubicBezTo>
                    <a:pt x="74193" y="8531"/>
                    <a:pt x="72692" y="8575"/>
                    <a:pt x="71186" y="8575"/>
                  </a:cubicBezTo>
                  <a:cubicBezTo>
                    <a:pt x="66784" y="8575"/>
                    <a:pt x="62342" y="8199"/>
                    <a:pt x="57928" y="7448"/>
                  </a:cubicBezTo>
                  <a:cubicBezTo>
                    <a:pt x="52682" y="6556"/>
                    <a:pt x="47532" y="4898"/>
                    <a:pt x="42708" y="3276"/>
                  </a:cubicBezTo>
                  <a:cubicBezTo>
                    <a:pt x="38128" y="1734"/>
                    <a:pt x="32975" y="0"/>
                    <a:pt x="277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3"/>
            <p:cNvSpPr/>
            <p:nvPr/>
          </p:nvSpPr>
          <p:spPr>
            <a:xfrm flipH="1" rot="10800000">
              <a:off x="4932235" y="-1614043"/>
              <a:ext cx="4348422" cy="1563444"/>
            </a:xfrm>
            <a:custGeom>
              <a:rect b="b" l="l" r="r" t="t"/>
              <a:pathLst>
                <a:path extrusionOk="0" h="39069" w="108663">
                  <a:moveTo>
                    <a:pt x="46151" y="403"/>
                  </a:moveTo>
                  <a:cubicBezTo>
                    <a:pt x="46500" y="403"/>
                    <a:pt x="46847" y="405"/>
                    <a:pt x="47194" y="409"/>
                  </a:cubicBezTo>
                  <a:cubicBezTo>
                    <a:pt x="60555" y="576"/>
                    <a:pt x="71907" y="4288"/>
                    <a:pt x="80932" y="11441"/>
                  </a:cubicBezTo>
                  <a:cubicBezTo>
                    <a:pt x="84958" y="14633"/>
                    <a:pt x="88903" y="18201"/>
                    <a:pt x="92718" y="21653"/>
                  </a:cubicBezTo>
                  <a:cubicBezTo>
                    <a:pt x="94523" y="23286"/>
                    <a:pt x="96389" y="24974"/>
                    <a:pt x="98238" y="26600"/>
                  </a:cubicBezTo>
                  <a:cubicBezTo>
                    <a:pt x="101177" y="29181"/>
                    <a:pt x="104663" y="32202"/>
                    <a:pt x="108257" y="35034"/>
                  </a:cubicBezTo>
                  <a:cubicBezTo>
                    <a:pt x="108185" y="37046"/>
                    <a:pt x="106877" y="38663"/>
                    <a:pt x="105303" y="38663"/>
                  </a:cubicBezTo>
                  <a:lnTo>
                    <a:pt x="95006" y="38663"/>
                  </a:lnTo>
                  <a:cubicBezTo>
                    <a:pt x="94337" y="37862"/>
                    <a:pt x="93741" y="37110"/>
                    <a:pt x="93190" y="36368"/>
                  </a:cubicBezTo>
                  <a:cubicBezTo>
                    <a:pt x="91738" y="34415"/>
                    <a:pt x="90482" y="32209"/>
                    <a:pt x="89268" y="30076"/>
                  </a:cubicBezTo>
                  <a:cubicBezTo>
                    <a:pt x="88255" y="28296"/>
                    <a:pt x="87207" y="26455"/>
                    <a:pt x="86046" y="24761"/>
                  </a:cubicBezTo>
                  <a:cubicBezTo>
                    <a:pt x="84901" y="23090"/>
                    <a:pt x="83654" y="21394"/>
                    <a:pt x="82109" y="20589"/>
                  </a:cubicBezTo>
                  <a:cubicBezTo>
                    <a:pt x="81766" y="20411"/>
                    <a:pt x="81285" y="20282"/>
                    <a:pt x="80790" y="20282"/>
                  </a:cubicBezTo>
                  <a:cubicBezTo>
                    <a:pt x="80446" y="20282"/>
                    <a:pt x="80095" y="20344"/>
                    <a:pt x="79779" y="20494"/>
                  </a:cubicBezTo>
                  <a:cubicBezTo>
                    <a:pt x="79253" y="20744"/>
                    <a:pt x="78909" y="21200"/>
                    <a:pt x="78784" y="21809"/>
                  </a:cubicBezTo>
                  <a:cubicBezTo>
                    <a:pt x="78479" y="23295"/>
                    <a:pt x="79725" y="24879"/>
                    <a:pt x="80550" y="25925"/>
                  </a:cubicBezTo>
                  <a:cubicBezTo>
                    <a:pt x="80666" y="26074"/>
                    <a:pt x="80775" y="26210"/>
                    <a:pt x="80868" y="26335"/>
                  </a:cubicBezTo>
                  <a:cubicBezTo>
                    <a:pt x="81946" y="27764"/>
                    <a:pt x="82835" y="29354"/>
                    <a:pt x="83661" y="31345"/>
                  </a:cubicBezTo>
                  <a:cubicBezTo>
                    <a:pt x="84287" y="32848"/>
                    <a:pt x="85364" y="35767"/>
                    <a:pt x="85660" y="38663"/>
                  </a:cubicBezTo>
                  <a:lnTo>
                    <a:pt x="76327" y="38663"/>
                  </a:lnTo>
                  <a:cubicBezTo>
                    <a:pt x="76685" y="34328"/>
                    <a:pt x="75134" y="29497"/>
                    <a:pt x="72336" y="26295"/>
                  </a:cubicBezTo>
                  <a:cubicBezTo>
                    <a:pt x="70016" y="23636"/>
                    <a:pt x="66829" y="21619"/>
                    <a:pt x="62597" y="20130"/>
                  </a:cubicBezTo>
                  <a:cubicBezTo>
                    <a:pt x="58968" y="18853"/>
                    <a:pt x="54987" y="18071"/>
                    <a:pt x="50066" y="17668"/>
                  </a:cubicBezTo>
                  <a:cubicBezTo>
                    <a:pt x="47919" y="17494"/>
                    <a:pt x="45723" y="17407"/>
                    <a:pt x="43437" y="17407"/>
                  </a:cubicBezTo>
                  <a:cubicBezTo>
                    <a:pt x="41731" y="17407"/>
                    <a:pt x="39974" y="17455"/>
                    <a:pt x="38150" y="17552"/>
                  </a:cubicBezTo>
                  <a:cubicBezTo>
                    <a:pt x="34341" y="17757"/>
                    <a:pt x="31394" y="18197"/>
                    <a:pt x="28604" y="18985"/>
                  </a:cubicBezTo>
                  <a:cubicBezTo>
                    <a:pt x="27525" y="19288"/>
                    <a:pt x="26448" y="19608"/>
                    <a:pt x="25369" y="19927"/>
                  </a:cubicBezTo>
                  <a:cubicBezTo>
                    <a:pt x="21997" y="20924"/>
                    <a:pt x="18511" y="21956"/>
                    <a:pt x="15020" y="22506"/>
                  </a:cubicBezTo>
                  <a:cubicBezTo>
                    <a:pt x="13538" y="22740"/>
                    <a:pt x="11993" y="22922"/>
                    <a:pt x="10477" y="22922"/>
                  </a:cubicBezTo>
                  <a:cubicBezTo>
                    <a:pt x="7660" y="22922"/>
                    <a:pt x="4942" y="22294"/>
                    <a:pt x="2908" y="20201"/>
                  </a:cubicBezTo>
                  <a:cubicBezTo>
                    <a:pt x="2318" y="19594"/>
                    <a:pt x="445" y="17417"/>
                    <a:pt x="1110" y="14892"/>
                  </a:cubicBezTo>
                  <a:cubicBezTo>
                    <a:pt x="1609" y="13004"/>
                    <a:pt x="3139" y="11676"/>
                    <a:pt x="4417" y="10728"/>
                  </a:cubicBezTo>
                  <a:cubicBezTo>
                    <a:pt x="7502" y="8442"/>
                    <a:pt x="11094" y="7120"/>
                    <a:pt x="14506" y="5962"/>
                  </a:cubicBezTo>
                  <a:cubicBezTo>
                    <a:pt x="25380" y="2272"/>
                    <a:pt x="36012" y="403"/>
                    <a:pt x="46151" y="403"/>
                  </a:cubicBezTo>
                  <a:close/>
                  <a:moveTo>
                    <a:pt x="46184" y="0"/>
                  </a:moveTo>
                  <a:cubicBezTo>
                    <a:pt x="35995" y="0"/>
                    <a:pt x="25302" y="1873"/>
                    <a:pt x="14376" y="5582"/>
                  </a:cubicBezTo>
                  <a:cubicBezTo>
                    <a:pt x="10932" y="6749"/>
                    <a:pt x="7309" y="8083"/>
                    <a:pt x="4175" y="10405"/>
                  </a:cubicBezTo>
                  <a:cubicBezTo>
                    <a:pt x="2845" y="11391"/>
                    <a:pt x="1250" y="12780"/>
                    <a:pt x="720" y="14790"/>
                  </a:cubicBezTo>
                  <a:cubicBezTo>
                    <a:pt x="0" y="17521"/>
                    <a:pt x="1992" y="19837"/>
                    <a:pt x="2618" y="20484"/>
                  </a:cubicBezTo>
                  <a:cubicBezTo>
                    <a:pt x="4745" y="22672"/>
                    <a:pt x="7559" y="23326"/>
                    <a:pt x="10464" y="23326"/>
                  </a:cubicBezTo>
                  <a:cubicBezTo>
                    <a:pt x="12008" y="23326"/>
                    <a:pt x="13578" y="23141"/>
                    <a:pt x="15083" y="22903"/>
                  </a:cubicBezTo>
                  <a:cubicBezTo>
                    <a:pt x="18599" y="22350"/>
                    <a:pt x="22098" y="21314"/>
                    <a:pt x="25483" y="20314"/>
                  </a:cubicBezTo>
                  <a:cubicBezTo>
                    <a:pt x="26558" y="19996"/>
                    <a:pt x="27635" y="19678"/>
                    <a:pt x="28713" y="19374"/>
                  </a:cubicBezTo>
                  <a:cubicBezTo>
                    <a:pt x="31476" y="18595"/>
                    <a:pt x="34392" y="18158"/>
                    <a:pt x="38171" y="17957"/>
                  </a:cubicBezTo>
                  <a:cubicBezTo>
                    <a:pt x="39992" y="17859"/>
                    <a:pt x="41744" y="17811"/>
                    <a:pt x="43446" y="17811"/>
                  </a:cubicBezTo>
                  <a:cubicBezTo>
                    <a:pt x="45718" y="17811"/>
                    <a:pt x="47900" y="17898"/>
                    <a:pt x="50034" y="18072"/>
                  </a:cubicBezTo>
                  <a:cubicBezTo>
                    <a:pt x="54919" y="18471"/>
                    <a:pt x="58869" y="19245"/>
                    <a:pt x="62464" y="20513"/>
                  </a:cubicBezTo>
                  <a:cubicBezTo>
                    <a:pt x="66629" y="21980"/>
                    <a:pt x="69761" y="23959"/>
                    <a:pt x="72035" y="26564"/>
                  </a:cubicBezTo>
                  <a:cubicBezTo>
                    <a:pt x="74808" y="29740"/>
                    <a:pt x="76328" y="34562"/>
                    <a:pt x="75907" y="38847"/>
                  </a:cubicBezTo>
                  <a:lnTo>
                    <a:pt x="75885" y="39069"/>
                  </a:lnTo>
                  <a:lnTo>
                    <a:pt x="86103" y="39069"/>
                  </a:lnTo>
                  <a:lnTo>
                    <a:pt x="86083" y="38849"/>
                  </a:lnTo>
                  <a:cubicBezTo>
                    <a:pt x="85816" y="35827"/>
                    <a:pt x="84685" y="32755"/>
                    <a:pt x="84035" y="31193"/>
                  </a:cubicBezTo>
                  <a:cubicBezTo>
                    <a:pt x="83194" y="29170"/>
                    <a:pt x="82289" y="27550"/>
                    <a:pt x="81192" y="26094"/>
                  </a:cubicBezTo>
                  <a:cubicBezTo>
                    <a:pt x="81095" y="25968"/>
                    <a:pt x="80986" y="25829"/>
                    <a:pt x="80868" y="25679"/>
                  </a:cubicBezTo>
                  <a:cubicBezTo>
                    <a:pt x="80089" y="24692"/>
                    <a:pt x="78913" y="23196"/>
                    <a:pt x="79180" y="21893"/>
                  </a:cubicBezTo>
                  <a:cubicBezTo>
                    <a:pt x="79280" y="21406"/>
                    <a:pt x="79542" y="21057"/>
                    <a:pt x="79953" y="20860"/>
                  </a:cubicBezTo>
                  <a:cubicBezTo>
                    <a:pt x="80215" y="20736"/>
                    <a:pt x="80506" y="20684"/>
                    <a:pt x="80793" y="20684"/>
                  </a:cubicBezTo>
                  <a:cubicBezTo>
                    <a:pt x="81216" y="20684"/>
                    <a:pt x="81630" y="20796"/>
                    <a:pt x="81925" y="20950"/>
                  </a:cubicBezTo>
                  <a:cubicBezTo>
                    <a:pt x="83388" y="21710"/>
                    <a:pt x="84600" y="23365"/>
                    <a:pt x="85716" y="24991"/>
                  </a:cubicBezTo>
                  <a:cubicBezTo>
                    <a:pt x="86867" y="26672"/>
                    <a:pt x="87910" y="28506"/>
                    <a:pt x="88919" y="30277"/>
                  </a:cubicBezTo>
                  <a:cubicBezTo>
                    <a:pt x="90139" y="32421"/>
                    <a:pt x="91401" y="34638"/>
                    <a:pt x="92868" y="36611"/>
                  </a:cubicBezTo>
                  <a:cubicBezTo>
                    <a:pt x="93440" y="37380"/>
                    <a:pt x="94059" y="38160"/>
                    <a:pt x="94759" y="38996"/>
                  </a:cubicBezTo>
                  <a:lnTo>
                    <a:pt x="94819" y="39068"/>
                  </a:lnTo>
                  <a:lnTo>
                    <a:pt x="105303" y="39068"/>
                  </a:lnTo>
                  <a:cubicBezTo>
                    <a:pt x="107121" y="39068"/>
                    <a:pt x="108627" y="37217"/>
                    <a:pt x="108661" y="34947"/>
                  </a:cubicBezTo>
                  <a:lnTo>
                    <a:pt x="108663" y="34847"/>
                  </a:lnTo>
                  <a:lnTo>
                    <a:pt x="108584" y="34784"/>
                  </a:lnTo>
                  <a:cubicBezTo>
                    <a:pt x="104971" y="31939"/>
                    <a:pt x="101460" y="28897"/>
                    <a:pt x="98502" y="26300"/>
                  </a:cubicBezTo>
                  <a:cubicBezTo>
                    <a:pt x="96655" y="24675"/>
                    <a:pt x="94790" y="22989"/>
                    <a:pt x="92987" y="21357"/>
                  </a:cubicBezTo>
                  <a:cubicBezTo>
                    <a:pt x="89168" y="17899"/>
                    <a:pt x="85217" y="14326"/>
                    <a:pt x="81181" y="11127"/>
                  </a:cubicBezTo>
                  <a:cubicBezTo>
                    <a:pt x="72085" y="3918"/>
                    <a:pt x="60650" y="176"/>
                    <a:pt x="47197" y="6"/>
                  </a:cubicBezTo>
                  <a:cubicBezTo>
                    <a:pt x="46860" y="2"/>
                    <a:pt x="46522" y="0"/>
                    <a:pt x="46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3"/>
            <p:cNvSpPr/>
            <p:nvPr/>
          </p:nvSpPr>
          <p:spPr>
            <a:xfrm flipH="1" rot="10800000">
              <a:off x="5065015" y="5157089"/>
              <a:ext cx="4355665" cy="807744"/>
            </a:xfrm>
            <a:custGeom>
              <a:rect b="b" l="l" r="r" t="t"/>
              <a:pathLst>
                <a:path extrusionOk="0" h="28164" w="108844">
                  <a:moveTo>
                    <a:pt x="105484" y="409"/>
                  </a:moveTo>
                  <a:cubicBezTo>
                    <a:pt x="107116" y="409"/>
                    <a:pt x="108443" y="2114"/>
                    <a:pt x="108443" y="4208"/>
                  </a:cubicBezTo>
                  <a:lnTo>
                    <a:pt x="108443" y="9441"/>
                  </a:lnTo>
                  <a:cubicBezTo>
                    <a:pt x="107791" y="9431"/>
                    <a:pt x="107138" y="9426"/>
                    <a:pt x="106485" y="9426"/>
                  </a:cubicBezTo>
                  <a:cubicBezTo>
                    <a:pt x="96929" y="9426"/>
                    <a:pt x="87281" y="10461"/>
                    <a:pt x="77432" y="11618"/>
                  </a:cubicBezTo>
                  <a:lnTo>
                    <a:pt x="74438" y="11967"/>
                  </a:lnTo>
                  <a:cubicBezTo>
                    <a:pt x="68077" y="12707"/>
                    <a:pt x="61497" y="13471"/>
                    <a:pt x="55052" y="14524"/>
                  </a:cubicBezTo>
                  <a:cubicBezTo>
                    <a:pt x="50937" y="15196"/>
                    <a:pt x="47239" y="15919"/>
                    <a:pt x="43750" y="16739"/>
                  </a:cubicBezTo>
                  <a:cubicBezTo>
                    <a:pt x="39671" y="17698"/>
                    <a:pt x="36280" y="18535"/>
                    <a:pt x="32894" y="19868"/>
                  </a:cubicBezTo>
                  <a:cubicBezTo>
                    <a:pt x="30642" y="20754"/>
                    <a:pt x="28443" y="21986"/>
                    <a:pt x="26315" y="23179"/>
                  </a:cubicBezTo>
                  <a:cubicBezTo>
                    <a:pt x="22603" y="25262"/>
                    <a:pt x="18761" y="27414"/>
                    <a:pt x="14582" y="27728"/>
                  </a:cubicBezTo>
                  <a:cubicBezTo>
                    <a:pt x="14284" y="27750"/>
                    <a:pt x="13983" y="27761"/>
                    <a:pt x="13680" y="27761"/>
                  </a:cubicBezTo>
                  <a:cubicBezTo>
                    <a:pt x="8600" y="27761"/>
                    <a:pt x="3011" y="24606"/>
                    <a:pt x="1265" y="17265"/>
                  </a:cubicBezTo>
                  <a:cubicBezTo>
                    <a:pt x="424" y="13728"/>
                    <a:pt x="774" y="10998"/>
                    <a:pt x="2304" y="9148"/>
                  </a:cubicBezTo>
                  <a:cubicBezTo>
                    <a:pt x="3847" y="7282"/>
                    <a:pt x="6123" y="6467"/>
                    <a:pt x="8144" y="5916"/>
                  </a:cubicBezTo>
                  <a:cubicBezTo>
                    <a:pt x="14663" y="4135"/>
                    <a:pt x="21503" y="4060"/>
                    <a:pt x="27536" y="3991"/>
                  </a:cubicBezTo>
                  <a:lnTo>
                    <a:pt x="28284" y="3982"/>
                  </a:lnTo>
                  <a:cubicBezTo>
                    <a:pt x="35338" y="3908"/>
                    <a:pt x="42635" y="3830"/>
                    <a:pt x="49562" y="1411"/>
                  </a:cubicBezTo>
                  <a:cubicBezTo>
                    <a:pt x="50530" y="1072"/>
                    <a:pt x="51303" y="753"/>
                    <a:pt x="51989" y="409"/>
                  </a:cubicBezTo>
                  <a:lnTo>
                    <a:pt x="51989" y="410"/>
                  </a:lnTo>
                  <a:lnTo>
                    <a:pt x="77472" y="410"/>
                  </a:lnTo>
                  <a:cubicBezTo>
                    <a:pt x="75657" y="1022"/>
                    <a:pt x="73845" y="1526"/>
                    <a:pt x="72138" y="1986"/>
                  </a:cubicBezTo>
                  <a:cubicBezTo>
                    <a:pt x="71479" y="2162"/>
                    <a:pt x="70816" y="2334"/>
                    <a:pt x="70156" y="2505"/>
                  </a:cubicBezTo>
                  <a:cubicBezTo>
                    <a:pt x="68329" y="2977"/>
                    <a:pt x="66440" y="3467"/>
                    <a:pt x="64605" y="4082"/>
                  </a:cubicBezTo>
                  <a:cubicBezTo>
                    <a:pt x="61004" y="5291"/>
                    <a:pt x="57124" y="6040"/>
                    <a:pt x="52740" y="6369"/>
                  </a:cubicBezTo>
                  <a:cubicBezTo>
                    <a:pt x="49638" y="6602"/>
                    <a:pt x="46418" y="6602"/>
                    <a:pt x="43304" y="6603"/>
                  </a:cubicBezTo>
                  <a:cubicBezTo>
                    <a:pt x="34965" y="6606"/>
                    <a:pt x="26344" y="6609"/>
                    <a:pt x="18528" y="10955"/>
                  </a:cubicBezTo>
                  <a:cubicBezTo>
                    <a:pt x="14223" y="13350"/>
                    <a:pt x="12644" y="15910"/>
                    <a:pt x="13835" y="18561"/>
                  </a:cubicBezTo>
                  <a:cubicBezTo>
                    <a:pt x="14838" y="20791"/>
                    <a:pt x="17057" y="22107"/>
                    <a:pt x="18813" y="22421"/>
                  </a:cubicBezTo>
                  <a:cubicBezTo>
                    <a:pt x="19239" y="22498"/>
                    <a:pt x="19668" y="22533"/>
                    <a:pt x="20097" y="22533"/>
                  </a:cubicBezTo>
                  <a:cubicBezTo>
                    <a:pt x="22307" y="22533"/>
                    <a:pt x="24513" y="21604"/>
                    <a:pt x="26433" y="20647"/>
                  </a:cubicBezTo>
                  <a:cubicBezTo>
                    <a:pt x="27444" y="20142"/>
                    <a:pt x="28451" y="19561"/>
                    <a:pt x="29427" y="18998"/>
                  </a:cubicBezTo>
                  <a:cubicBezTo>
                    <a:pt x="30955" y="18116"/>
                    <a:pt x="32534" y="17203"/>
                    <a:pt x="34157" y="16576"/>
                  </a:cubicBezTo>
                  <a:cubicBezTo>
                    <a:pt x="37956" y="15106"/>
                    <a:pt x="41874" y="14247"/>
                    <a:pt x="44864" y="13661"/>
                  </a:cubicBezTo>
                  <a:cubicBezTo>
                    <a:pt x="49244" y="12804"/>
                    <a:pt x="53720" y="12190"/>
                    <a:pt x="58050" y="11597"/>
                  </a:cubicBezTo>
                  <a:cubicBezTo>
                    <a:pt x="61146" y="11172"/>
                    <a:pt x="64344" y="10734"/>
                    <a:pt x="67486" y="10209"/>
                  </a:cubicBezTo>
                  <a:cubicBezTo>
                    <a:pt x="71305" y="9572"/>
                    <a:pt x="74827" y="8898"/>
                    <a:pt x="78252" y="8150"/>
                  </a:cubicBezTo>
                  <a:cubicBezTo>
                    <a:pt x="80759" y="7602"/>
                    <a:pt x="84017" y="6743"/>
                    <a:pt x="86995" y="4937"/>
                  </a:cubicBezTo>
                  <a:cubicBezTo>
                    <a:pt x="88677" y="3915"/>
                    <a:pt x="90044" y="2435"/>
                    <a:pt x="91173" y="409"/>
                  </a:cubicBezTo>
                  <a:close/>
                  <a:moveTo>
                    <a:pt x="90934" y="0"/>
                  </a:moveTo>
                  <a:lnTo>
                    <a:pt x="90877" y="105"/>
                  </a:lnTo>
                  <a:cubicBezTo>
                    <a:pt x="89755" y="2148"/>
                    <a:pt x="88458" y="3572"/>
                    <a:pt x="86786" y="4587"/>
                  </a:cubicBezTo>
                  <a:cubicBezTo>
                    <a:pt x="83860" y="6361"/>
                    <a:pt x="80642" y="7209"/>
                    <a:pt x="78166" y="7749"/>
                  </a:cubicBezTo>
                  <a:cubicBezTo>
                    <a:pt x="74747" y="8496"/>
                    <a:pt x="71232" y="9168"/>
                    <a:pt x="67420" y="9804"/>
                  </a:cubicBezTo>
                  <a:cubicBezTo>
                    <a:pt x="64284" y="10326"/>
                    <a:pt x="61086" y="10767"/>
                    <a:pt x="57994" y="11189"/>
                  </a:cubicBezTo>
                  <a:cubicBezTo>
                    <a:pt x="53660" y="11784"/>
                    <a:pt x="49177" y="12398"/>
                    <a:pt x="44787" y="13257"/>
                  </a:cubicBezTo>
                  <a:cubicBezTo>
                    <a:pt x="41781" y="13846"/>
                    <a:pt x="37840" y="14712"/>
                    <a:pt x="34011" y="16192"/>
                  </a:cubicBezTo>
                  <a:cubicBezTo>
                    <a:pt x="32361" y="16832"/>
                    <a:pt x="30768" y="17751"/>
                    <a:pt x="29227" y="18641"/>
                  </a:cubicBezTo>
                  <a:cubicBezTo>
                    <a:pt x="28257" y="19199"/>
                    <a:pt x="27256" y="19778"/>
                    <a:pt x="26252" y="20278"/>
                  </a:cubicBezTo>
                  <a:cubicBezTo>
                    <a:pt x="24377" y="21213"/>
                    <a:pt x="22228" y="22123"/>
                    <a:pt x="20096" y="22123"/>
                  </a:cubicBezTo>
                  <a:cubicBezTo>
                    <a:pt x="19691" y="22123"/>
                    <a:pt x="19286" y="22090"/>
                    <a:pt x="18884" y="22019"/>
                  </a:cubicBezTo>
                  <a:cubicBezTo>
                    <a:pt x="17234" y="21723"/>
                    <a:pt x="15146" y="20485"/>
                    <a:pt x="14203" y="18389"/>
                  </a:cubicBezTo>
                  <a:cubicBezTo>
                    <a:pt x="13112" y="15962"/>
                    <a:pt x="14633" y="13577"/>
                    <a:pt x="18725" y="11302"/>
                  </a:cubicBezTo>
                  <a:cubicBezTo>
                    <a:pt x="26450" y="7006"/>
                    <a:pt x="35017" y="7004"/>
                    <a:pt x="43304" y="7002"/>
                  </a:cubicBezTo>
                  <a:cubicBezTo>
                    <a:pt x="46426" y="7002"/>
                    <a:pt x="49654" y="6999"/>
                    <a:pt x="52770" y="6766"/>
                  </a:cubicBezTo>
                  <a:cubicBezTo>
                    <a:pt x="57188" y="6433"/>
                    <a:pt x="61100" y="5680"/>
                    <a:pt x="64734" y="4460"/>
                  </a:cubicBezTo>
                  <a:cubicBezTo>
                    <a:pt x="66555" y="3847"/>
                    <a:pt x="68437" y="3359"/>
                    <a:pt x="70258" y="2889"/>
                  </a:cubicBezTo>
                  <a:cubicBezTo>
                    <a:pt x="70921" y="2718"/>
                    <a:pt x="71583" y="2546"/>
                    <a:pt x="72244" y="2369"/>
                  </a:cubicBezTo>
                  <a:cubicBezTo>
                    <a:pt x="74310" y="1815"/>
                    <a:pt x="76526" y="1191"/>
                    <a:pt x="78725" y="393"/>
                  </a:cubicBezTo>
                  <a:lnTo>
                    <a:pt x="79801" y="3"/>
                  </a:lnTo>
                  <a:lnTo>
                    <a:pt x="51891" y="3"/>
                  </a:lnTo>
                  <a:lnTo>
                    <a:pt x="51849" y="25"/>
                  </a:lnTo>
                  <a:cubicBezTo>
                    <a:pt x="51168" y="369"/>
                    <a:pt x="50398" y="688"/>
                    <a:pt x="49430" y="1026"/>
                  </a:cubicBezTo>
                  <a:cubicBezTo>
                    <a:pt x="42565" y="3424"/>
                    <a:pt x="35301" y="3502"/>
                    <a:pt x="28279" y="3577"/>
                  </a:cubicBezTo>
                  <a:lnTo>
                    <a:pt x="27530" y="3587"/>
                  </a:lnTo>
                  <a:cubicBezTo>
                    <a:pt x="21472" y="3654"/>
                    <a:pt x="14606" y="3731"/>
                    <a:pt x="8035" y="5524"/>
                  </a:cubicBezTo>
                  <a:cubicBezTo>
                    <a:pt x="5955" y="6091"/>
                    <a:pt x="3608" y="6937"/>
                    <a:pt x="1994" y="8889"/>
                  </a:cubicBezTo>
                  <a:cubicBezTo>
                    <a:pt x="378" y="10842"/>
                    <a:pt x="1" y="13691"/>
                    <a:pt x="872" y="17356"/>
                  </a:cubicBezTo>
                  <a:cubicBezTo>
                    <a:pt x="2415" y="23842"/>
                    <a:pt x="7591" y="28164"/>
                    <a:pt x="13647" y="28164"/>
                  </a:cubicBezTo>
                  <a:cubicBezTo>
                    <a:pt x="13966" y="28164"/>
                    <a:pt x="14287" y="28154"/>
                    <a:pt x="14609" y="28121"/>
                  </a:cubicBezTo>
                  <a:cubicBezTo>
                    <a:pt x="18878" y="27800"/>
                    <a:pt x="22758" y="25623"/>
                    <a:pt x="26511" y="23520"/>
                  </a:cubicBezTo>
                  <a:cubicBezTo>
                    <a:pt x="28626" y="22334"/>
                    <a:pt x="30812" y="21108"/>
                    <a:pt x="33038" y="20233"/>
                  </a:cubicBezTo>
                  <a:cubicBezTo>
                    <a:pt x="36400" y="18911"/>
                    <a:pt x="39775" y="18075"/>
                    <a:pt x="43838" y="17121"/>
                  </a:cubicBezTo>
                  <a:cubicBezTo>
                    <a:pt x="47319" y="16305"/>
                    <a:pt x="51008" y="15582"/>
                    <a:pt x="55113" y="14912"/>
                  </a:cubicBezTo>
                  <a:cubicBezTo>
                    <a:pt x="61550" y="13861"/>
                    <a:pt x="68126" y="13097"/>
                    <a:pt x="74484" y="12357"/>
                  </a:cubicBezTo>
                  <a:lnTo>
                    <a:pt x="77477" y="12010"/>
                  </a:lnTo>
                  <a:cubicBezTo>
                    <a:pt x="87323" y="10854"/>
                    <a:pt x="96973" y="9822"/>
                    <a:pt x="106514" y="9822"/>
                  </a:cubicBezTo>
                  <a:cubicBezTo>
                    <a:pt x="107222" y="9822"/>
                    <a:pt x="107930" y="9827"/>
                    <a:pt x="108637" y="9839"/>
                  </a:cubicBezTo>
                  <a:lnTo>
                    <a:pt x="108843" y="9842"/>
                  </a:lnTo>
                  <a:lnTo>
                    <a:pt x="108843" y="4203"/>
                  </a:lnTo>
                  <a:cubicBezTo>
                    <a:pt x="108843" y="1884"/>
                    <a:pt x="107336" y="0"/>
                    <a:pt x="1054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 name="Google Shape;685;p23"/>
          <p:cNvSpPr/>
          <p:nvPr/>
        </p:nvSpPr>
        <p:spPr>
          <a:xfrm>
            <a:off x="408250" y="362757"/>
            <a:ext cx="8434200" cy="4594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3"/>
          <p:cNvSpPr/>
          <p:nvPr/>
        </p:nvSpPr>
        <p:spPr>
          <a:xfrm>
            <a:off x="301550" y="271625"/>
            <a:ext cx="8434200" cy="45849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3"/>
          <p:cNvSpPr txBox="1"/>
          <p:nvPr>
            <p:ph idx="1" type="subTitle"/>
          </p:nvPr>
        </p:nvSpPr>
        <p:spPr>
          <a:xfrm>
            <a:off x="1024800" y="1564875"/>
            <a:ext cx="3252600" cy="434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88" name="Google Shape;688;p23"/>
          <p:cNvSpPr txBox="1"/>
          <p:nvPr>
            <p:ph idx="2" type="subTitle"/>
          </p:nvPr>
        </p:nvSpPr>
        <p:spPr>
          <a:xfrm>
            <a:off x="7084550" y="4208775"/>
            <a:ext cx="913800" cy="394800"/>
          </a:xfrm>
          <a:prstGeom prst="rect">
            <a:avLst/>
          </a:prstGeom>
          <a:ln cap="flat" cmpd="sng" w="9525">
            <a:solidFill>
              <a:srgbClr val="000000"/>
            </a:solidFill>
            <a:prstDash val="solid"/>
            <a:round/>
            <a:headEnd len="sm" w="sm" type="none"/>
            <a:tailEnd len="sm" w="sm" type="none"/>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89" name="Google Shape;689;p23"/>
          <p:cNvSpPr txBox="1"/>
          <p:nvPr>
            <p:ph type="title"/>
          </p:nvPr>
        </p:nvSpPr>
        <p:spPr>
          <a:xfrm>
            <a:off x="720000" y="540000"/>
            <a:ext cx="7704000" cy="5643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3180000" dist="85725">
              <a:schemeClr val="accent2"/>
            </a:outerShdw>
          </a:effectLst>
        </p:spPr>
        <p:txBody>
          <a:bodyPr anchorCtr="0" anchor="ctr" bIns="91425" lIns="91425" spcFirstLastPara="1" rIns="91425" wrap="square" tIns="91425">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690" name="Google Shape;690;p23"/>
          <p:cNvSpPr txBox="1"/>
          <p:nvPr>
            <p:ph idx="3" type="subTitle"/>
          </p:nvPr>
        </p:nvSpPr>
        <p:spPr>
          <a:xfrm>
            <a:off x="1024800" y="1998975"/>
            <a:ext cx="3252600" cy="434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91" name="Google Shape;691;p23"/>
          <p:cNvSpPr txBox="1"/>
          <p:nvPr>
            <p:ph idx="4" type="subTitle"/>
          </p:nvPr>
        </p:nvSpPr>
        <p:spPr>
          <a:xfrm>
            <a:off x="1024800" y="2433075"/>
            <a:ext cx="3252600" cy="434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92" name="Google Shape;692;p23"/>
          <p:cNvSpPr txBox="1"/>
          <p:nvPr>
            <p:ph idx="5" type="subTitle"/>
          </p:nvPr>
        </p:nvSpPr>
        <p:spPr>
          <a:xfrm>
            <a:off x="1024800" y="2867175"/>
            <a:ext cx="3252600" cy="434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93" name="Google Shape;693;p23"/>
          <p:cNvSpPr txBox="1"/>
          <p:nvPr>
            <p:ph idx="6" type="subTitle"/>
          </p:nvPr>
        </p:nvSpPr>
        <p:spPr>
          <a:xfrm>
            <a:off x="1024800" y="3301275"/>
            <a:ext cx="3252600" cy="434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94" name="Google Shape;694;p23"/>
          <p:cNvSpPr txBox="1"/>
          <p:nvPr>
            <p:ph idx="7" type="subTitle"/>
          </p:nvPr>
        </p:nvSpPr>
        <p:spPr>
          <a:xfrm>
            <a:off x="1024800" y="3735375"/>
            <a:ext cx="3252600" cy="434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95" name="Google Shape;695;p23"/>
          <p:cNvSpPr txBox="1"/>
          <p:nvPr>
            <p:ph idx="8" type="subTitle"/>
          </p:nvPr>
        </p:nvSpPr>
        <p:spPr>
          <a:xfrm>
            <a:off x="1024800" y="4169475"/>
            <a:ext cx="3252600" cy="434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TITLE_ONLY_2_1_1">
    <p:bg>
      <p:bgPr>
        <a:solidFill>
          <a:schemeClr val="accent6"/>
        </a:solidFill>
      </p:bgPr>
    </p:bg>
    <p:spTree>
      <p:nvGrpSpPr>
        <p:cNvPr id="696" name="Shape 696"/>
        <p:cNvGrpSpPr/>
        <p:nvPr/>
      </p:nvGrpSpPr>
      <p:grpSpPr>
        <a:xfrm>
          <a:off x="0" y="0"/>
          <a:ext cx="0" cy="0"/>
          <a:chOff x="0" y="0"/>
          <a:chExt cx="0" cy="0"/>
        </a:xfrm>
      </p:grpSpPr>
      <p:grpSp>
        <p:nvGrpSpPr>
          <p:cNvPr id="697" name="Google Shape;697;p24"/>
          <p:cNvGrpSpPr/>
          <p:nvPr/>
        </p:nvGrpSpPr>
        <p:grpSpPr>
          <a:xfrm>
            <a:off x="-97264" y="-2432400"/>
            <a:ext cx="9517944" cy="7737118"/>
            <a:chOff x="-97264" y="-2432400"/>
            <a:chExt cx="9517944" cy="7737118"/>
          </a:xfrm>
        </p:grpSpPr>
        <p:sp>
          <p:nvSpPr>
            <p:cNvPr id="698" name="Google Shape;698;p24"/>
            <p:cNvSpPr/>
            <p:nvPr/>
          </p:nvSpPr>
          <p:spPr>
            <a:xfrm>
              <a:off x="-89101" y="-1817043"/>
              <a:ext cx="3985503" cy="848251"/>
            </a:xfrm>
            <a:custGeom>
              <a:rect b="b" l="l" r="r" t="t"/>
              <a:pathLst>
                <a:path extrusionOk="0" h="21197" w="99594">
                  <a:moveTo>
                    <a:pt x="65021" y="0"/>
                  </a:moveTo>
                  <a:cubicBezTo>
                    <a:pt x="64434" y="0"/>
                    <a:pt x="63848" y="10"/>
                    <a:pt x="63260" y="29"/>
                  </a:cubicBezTo>
                  <a:cubicBezTo>
                    <a:pt x="57732" y="207"/>
                    <a:pt x="52245" y="1096"/>
                    <a:pt x="46816" y="2389"/>
                  </a:cubicBezTo>
                  <a:cubicBezTo>
                    <a:pt x="41611" y="3631"/>
                    <a:pt x="36750" y="6060"/>
                    <a:pt x="31830" y="8475"/>
                  </a:cubicBezTo>
                  <a:cubicBezTo>
                    <a:pt x="27244" y="10725"/>
                    <a:pt x="22624" y="12692"/>
                    <a:pt x="17724" y="13463"/>
                  </a:cubicBezTo>
                  <a:cubicBezTo>
                    <a:pt x="15802" y="13765"/>
                    <a:pt x="13860" y="13942"/>
                    <a:pt x="11920" y="13942"/>
                  </a:cubicBezTo>
                  <a:cubicBezTo>
                    <a:pt x="10234" y="13942"/>
                    <a:pt x="8549" y="13808"/>
                    <a:pt x="6879" y="13505"/>
                  </a:cubicBezTo>
                  <a:cubicBezTo>
                    <a:pt x="4515" y="13077"/>
                    <a:pt x="2162" y="12285"/>
                    <a:pt x="0" y="10984"/>
                  </a:cubicBezTo>
                  <a:lnTo>
                    <a:pt x="0" y="18944"/>
                  </a:lnTo>
                  <a:cubicBezTo>
                    <a:pt x="1762" y="19024"/>
                    <a:pt x="3523" y="19075"/>
                    <a:pt x="5283" y="19075"/>
                  </a:cubicBezTo>
                  <a:cubicBezTo>
                    <a:pt x="9227" y="19075"/>
                    <a:pt x="13162" y="18820"/>
                    <a:pt x="17071" y="18072"/>
                  </a:cubicBezTo>
                  <a:cubicBezTo>
                    <a:pt x="21981" y="17133"/>
                    <a:pt x="26589" y="15270"/>
                    <a:pt x="30996" y="12374"/>
                  </a:cubicBezTo>
                  <a:cubicBezTo>
                    <a:pt x="33739" y="10570"/>
                    <a:pt x="36781" y="9886"/>
                    <a:pt x="39837" y="9886"/>
                  </a:cubicBezTo>
                  <a:cubicBezTo>
                    <a:pt x="40660" y="9886"/>
                    <a:pt x="41484" y="9936"/>
                    <a:pt x="42304" y="10026"/>
                  </a:cubicBezTo>
                  <a:cubicBezTo>
                    <a:pt x="50992" y="10985"/>
                    <a:pt x="59004" y="15789"/>
                    <a:pt x="67420" y="18291"/>
                  </a:cubicBezTo>
                  <a:cubicBezTo>
                    <a:pt x="72853" y="19907"/>
                    <a:pt x="78486" y="20812"/>
                    <a:pt x="84058" y="21107"/>
                  </a:cubicBezTo>
                  <a:cubicBezTo>
                    <a:pt x="85055" y="21160"/>
                    <a:pt x="86060" y="21196"/>
                    <a:pt x="87066" y="21196"/>
                  </a:cubicBezTo>
                  <a:cubicBezTo>
                    <a:pt x="89207" y="21196"/>
                    <a:pt x="91355" y="21031"/>
                    <a:pt x="93446" y="20508"/>
                  </a:cubicBezTo>
                  <a:cubicBezTo>
                    <a:pt x="95522" y="19989"/>
                    <a:pt x="98275" y="18989"/>
                    <a:pt x="98894" y="16049"/>
                  </a:cubicBezTo>
                  <a:cubicBezTo>
                    <a:pt x="99594" y="12721"/>
                    <a:pt x="97265" y="10188"/>
                    <a:pt x="95270" y="8623"/>
                  </a:cubicBezTo>
                  <a:cubicBezTo>
                    <a:pt x="92667" y="6581"/>
                    <a:pt x="89709" y="5268"/>
                    <a:pt x="86790" y="4165"/>
                  </a:cubicBezTo>
                  <a:cubicBezTo>
                    <a:pt x="79711" y="1489"/>
                    <a:pt x="72404" y="0"/>
                    <a:pt x="6502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4"/>
            <p:cNvSpPr/>
            <p:nvPr/>
          </p:nvSpPr>
          <p:spPr>
            <a:xfrm>
              <a:off x="-89221" y="-869455"/>
              <a:ext cx="8386467" cy="1819876"/>
            </a:xfrm>
            <a:custGeom>
              <a:rect b="b" l="l" r="r" t="t"/>
              <a:pathLst>
                <a:path extrusionOk="0" h="45477" w="209570">
                  <a:moveTo>
                    <a:pt x="173399" y="0"/>
                  </a:moveTo>
                  <a:cubicBezTo>
                    <a:pt x="171819" y="0"/>
                    <a:pt x="170239" y="33"/>
                    <a:pt x="168661" y="80"/>
                  </a:cubicBezTo>
                  <a:cubicBezTo>
                    <a:pt x="164324" y="208"/>
                    <a:pt x="160018" y="528"/>
                    <a:pt x="155729" y="1390"/>
                  </a:cubicBezTo>
                  <a:cubicBezTo>
                    <a:pt x="151776" y="2184"/>
                    <a:pt x="147874" y="3386"/>
                    <a:pt x="144099" y="5071"/>
                  </a:cubicBezTo>
                  <a:cubicBezTo>
                    <a:pt x="140139" y="6838"/>
                    <a:pt x="136425" y="9227"/>
                    <a:pt x="132734" y="11745"/>
                  </a:cubicBezTo>
                  <a:cubicBezTo>
                    <a:pt x="125453" y="16714"/>
                    <a:pt x="118372" y="22168"/>
                    <a:pt x="110478" y="25489"/>
                  </a:cubicBezTo>
                  <a:cubicBezTo>
                    <a:pt x="104010" y="28211"/>
                    <a:pt x="97197" y="29287"/>
                    <a:pt x="90399" y="29287"/>
                  </a:cubicBezTo>
                  <a:cubicBezTo>
                    <a:pt x="89168" y="29287"/>
                    <a:pt x="87937" y="29252"/>
                    <a:pt x="86709" y="29185"/>
                  </a:cubicBezTo>
                  <a:cubicBezTo>
                    <a:pt x="70235" y="28285"/>
                    <a:pt x="53959" y="22404"/>
                    <a:pt x="38422" y="15780"/>
                  </a:cubicBezTo>
                  <a:cubicBezTo>
                    <a:pt x="34245" y="13999"/>
                    <a:pt x="30113" y="12729"/>
                    <a:pt x="25697" y="12479"/>
                  </a:cubicBezTo>
                  <a:cubicBezTo>
                    <a:pt x="24449" y="12409"/>
                    <a:pt x="23202" y="12379"/>
                    <a:pt x="21954" y="12379"/>
                  </a:cubicBezTo>
                  <a:cubicBezTo>
                    <a:pt x="18881" y="12379"/>
                    <a:pt x="15809" y="12558"/>
                    <a:pt x="12741" y="12746"/>
                  </a:cubicBezTo>
                  <a:cubicBezTo>
                    <a:pt x="9315" y="12958"/>
                    <a:pt x="5883" y="13109"/>
                    <a:pt x="2471" y="13588"/>
                  </a:cubicBezTo>
                  <a:cubicBezTo>
                    <a:pt x="1651" y="13702"/>
                    <a:pt x="825" y="13831"/>
                    <a:pt x="0" y="13986"/>
                  </a:cubicBezTo>
                  <a:lnTo>
                    <a:pt x="0" y="21931"/>
                  </a:lnTo>
                  <a:cubicBezTo>
                    <a:pt x="3093" y="20622"/>
                    <a:pt x="6277" y="19799"/>
                    <a:pt x="9551" y="19799"/>
                  </a:cubicBezTo>
                  <a:cubicBezTo>
                    <a:pt x="10632" y="19799"/>
                    <a:pt x="11722" y="19889"/>
                    <a:pt x="12823" y="20080"/>
                  </a:cubicBezTo>
                  <a:cubicBezTo>
                    <a:pt x="20488" y="21419"/>
                    <a:pt x="27144" y="26632"/>
                    <a:pt x="33499" y="31891"/>
                  </a:cubicBezTo>
                  <a:cubicBezTo>
                    <a:pt x="45486" y="41811"/>
                    <a:pt x="59912" y="45476"/>
                    <a:pt x="74081" y="45476"/>
                  </a:cubicBezTo>
                  <a:cubicBezTo>
                    <a:pt x="74665" y="45476"/>
                    <a:pt x="75248" y="45470"/>
                    <a:pt x="75831" y="45458"/>
                  </a:cubicBezTo>
                  <a:cubicBezTo>
                    <a:pt x="90804" y="45142"/>
                    <a:pt x="106177" y="41401"/>
                    <a:pt x="119282" y="31968"/>
                  </a:cubicBezTo>
                  <a:cubicBezTo>
                    <a:pt x="125990" y="27139"/>
                    <a:pt x="132221" y="21338"/>
                    <a:pt x="138817" y="16271"/>
                  </a:cubicBezTo>
                  <a:cubicBezTo>
                    <a:pt x="142143" y="13714"/>
                    <a:pt x="145448" y="11379"/>
                    <a:pt x="149316" y="10440"/>
                  </a:cubicBezTo>
                  <a:cubicBezTo>
                    <a:pt x="150812" y="10078"/>
                    <a:pt x="152323" y="9917"/>
                    <a:pt x="153836" y="9917"/>
                  </a:cubicBezTo>
                  <a:cubicBezTo>
                    <a:pt x="155625" y="9917"/>
                    <a:pt x="157416" y="10142"/>
                    <a:pt x="159185" y="10527"/>
                  </a:cubicBezTo>
                  <a:cubicBezTo>
                    <a:pt x="162983" y="11352"/>
                    <a:pt x="166672" y="12839"/>
                    <a:pt x="170334" y="14321"/>
                  </a:cubicBezTo>
                  <a:cubicBezTo>
                    <a:pt x="174482" y="15997"/>
                    <a:pt x="178713" y="17383"/>
                    <a:pt x="182992" y="18407"/>
                  </a:cubicBezTo>
                  <a:cubicBezTo>
                    <a:pt x="186653" y="19282"/>
                    <a:pt x="190426" y="19787"/>
                    <a:pt x="194193" y="19787"/>
                  </a:cubicBezTo>
                  <a:cubicBezTo>
                    <a:pt x="197694" y="19787"/>
                    <a:pt x="201190" y="19351"/>
                    <a:pt x="204587" y="18369"/>
                  </a:cubicBezTo>
                  <a:cubicBezTo>
                    <a:pt x="206831" y="17721"/>
                    <a:pt x="209570" y="16218"/>
                    <a:pt x="208195" y="12736"/>
                  </a:cubicBezTo>
                  <a:cubicBezTo>
                    <a:pt x="207019" y="9759"/>
                    <a:pt x="203809" y="8201"/>
                    <a:pt x="201535" y="7001"/>
                  </a:cubicBezTo>
                  <a:cubicBezTo>
                    <a:pt x="195238" y="3676"/>
                    <a:pt x="188684" y="1200"/>
                    <a:pt x="181872" y="426"/>
                  </a:cubicBezTo>
                  <a:cubicBezTo>
                    <a:pt x="179055" y="106"/>
                    <a:pt x="176227" y="0"/>
                    <a:pt x="173399"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4"/>
            <p:cNvSpPr/>
            <p:nvPr/>
          </p:nvSpPr>
          <p:spPr>
            <a:xfrm>
              <a:off x="-89101" y="235723"/>
              <a:ext cx="819678" cy="314658"/>
            </a:xfrm>
            <a:custGeom>
              <a:rect b="b" l="l" r="r" t="t"/>
              <a:pathLst>
                <a:path extrusionOk="0" h="7863" w="20483">
                  <a:moveTo>
                    <a:pt x="10679" y="1"/>
                  </a:moveTo>
                  <a:cubicBezTo>
                    <a:pt x="7200" y="1"/>
                    <a:pt x="3530" y="930"/>
                    <a:pt x="0" y="1036"/>
                  </a:cubicBezTo>
                  <a:lnTo>
                    <a:pt x="0" y="7210"/>
                  </a:lnTo>
                  <a:cubicBezTo>
                    <a:pt x="73" y="7210"/>
                    <a:pt x="146" y="7210"/>
                    <a:pt x="218" y="7210"/>
                  </a:cubicBezTo>
                  <a:cubicBezTo>
                    <a:pt x="2966" y="7210"/>
                    <a:pt x="5723" y="7366"/>
                    <a:pt x="8473" y="7532"/>
                  </a:cubicBezTo>
                  <a:cubicBezTo>
                    <a:pt x="10471" y="7652"/>
                    <a:pt x="12481" y="7858"/>
                    <a:pt x="14482" y="7862"/>
                  </a:cubicBezTo>
                  <a:cubicBezTo>
                    <a:pt x="14579" y="7862"/>
                    <a:pt x="14677" y="7863"/>
                    <a:pt x="14776" y="7863"/>
                  </a:cubicBezTo>
                  <a:cubicBezTo>
                    <a:pt x="16107" y="7863"/>
                    <a:pt x="17589" y="7805"/>
                    <a:pt x="18794" y="7093"/>
                  </a:cubicBezTo>
                  <a:cubicBezTo>
                    <a:pt x="20483" y="6096"/>
                    <a:pt x="19330" y="4228"/>
                    <a:pt x="18366" y="3075"/>
                  </a:cubicBezTo>
                  <a:cubicBezTo>
                    <a:pt x="16959" y="1395"/>
                    <a:pt x="15150" y="529"/>
                    <a:pt x="13253" y="203"/>
                  </a:cubicBezTo>
                  <a:cubicBezTo>
                    <a:pt x="12410" y="59"/>
                    <a:pt x="11551" y="1"/>
                    <a:pt x="10679"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4"/>
            <p:cNvSpPr/>
            <p:nvPr/>
          </p:nvSpPr>
          <p:spPr>
            <a:xfrm>
              <a:off x="-89101" y="-105111"/>
              <a:ext cx="9361694" cy="2012360"/>
            </a:xfrm>
            <a:custGeom>
              <a:rect b="b" l="l" r="r" t="t"/>
              <a:pathLst>
                <a:path extrusionOk="0" h="50287" w="233940">
                  <a:moveTo>
                    <a:pt x="233940" y="0"/>
                  </a:moveTo>
                  <a:cubicBezTo>
                    <a:pt x="230479" y="1532"/>
                    <a:pt x="227264" y="3838"/>
                    <a:pt x="224035" y="6016"/>
                  </a:cubicBezTo>
                  <a:cubicBezTo>
                    <a:pt x="219999" y="8735"/>
                    <a:pt x="215918" y="11195"/>
                    <a:pt x="211510" y="12795"/>
                  </a:cubicBezTo>
                  <a:cubicBezTo>
                    <a:pt x="205977" y="14804"/>
                    <a:pt x="200252" y="15619"/>
                    <a:pt x="194517" y="15619"/>
                  </a:cubicBezTo>
                  <a:cubicBezTo>
                    <a:pt x="191019" y="15619"/>
                    <a:pt x="187518" y="15316"/>
                    <a:pt x="184053" y="14796"/>
                  </a:cubicBezTo>
                  <a:cubicBezTo>
                    <a:pt x="174879" y="13417"/>
                    <a:pt x="165892" y="10575"/>
                    <a:pt x="156983" y="7553"/>
                  </a:cubicBezTo>
                  <a:cubicBezTo>
                    <a:pt x="154186" y="6603"/>
                    <a:pt x="151295" y="5923"/>
                    <a:pt x="148402" y="5923"/>
                  </a:cubicBezTo>
                  <a:cubicBezTo>
                    <a:pt x="147105" y="5923"/>
                    <a:pt x="145807" y="6060"/>
                    <a:pt x="144518" y="6370"/>
                  </a:cubicBezTo>
                  <a:cubicBezTo>
                    <a:pt x="141010" y="7213"/>
                    <a:pt x="137841" y="9316"/>
                    <a:pt x="134862" y="11732"/>
                  </a:cubicBezTo>
                  <a:cubicBezTo>
                    <a:pt x="131415" y="14529"/>
                    <a:pt x="128149" y="17665"/>
                    <a:pt x="124700" y="20457"/>
                  </a:cubicBezTo>
                  <a:cubicBezTo>
                    <a:pt x="120681" y="23709"/>
                    <a:pt x="116461" y="26565"/>
                    <a:pt x="112085" y="28971"/>
                  </a:cubicBezTo>
                  <a:cubicBezTo>
                    <a:pt x="103869" y="33488"/>
                    <a:pt x="95132" y="36387"/>
                    <a:pt x="86236" y="37674"/>
                  </a:cubicBezTo>
                  <a:cubicBezTo>
                    <a:pt x="82434" y="38224"/>
                    <a:pt x="78620" y="38471"/>
                    <a:pt x="74803" y="38471"/>
                  </a:cubicBezTo>
                  <a:cubicBezTo>
                    <a:pt x="58405" y="38471"/>
                    <a:pt x="41951" y="33908"/>
                    <a:pt x="26125" y="29171"/>
                  </a:cubicBezTo>
                  <a:cubicBezTo>
                    <a:pt x="17408" y="26561"/>
                    <a:pt x="8732" y="23693"/>
                    <a:pt x="0" y="21148"/>
                  </a:cubicBezTo>
                  <a:lnTo>
                    <a:pt x="0" y="30371"/>
                  </a:lnTo>
                  <a:cubicBezTo>
                    <a:pt x="3472" y="33108"/>
                    <a:pt x="7489" y="35009"/>
                    <a:pt x="11115" y="36595"/>
                  </a:cubicBezTo>
                  <a:cubicBezTo>
                    <a:pt x="17532" y="39404"/>
                    <a:pt x="24220" y="41608"/>
                    <a:pt x="30929" y="42938"/>
                  </a:cubicBezTo>
                  <a:cubicBezTo>
                    <a:pt x="38228" y="44386"/>
                    <a:pt x="45630" y="44923"/>
                    <a:pt x="53022" y="44923"/>
                  </a:cubicBezTo>
                  <a:cubicBezTo>
                    <a:pt x="55748" y="44923"/>
                    <a:pt x="58473" y="44850"/>
                    <a:pt x="61191" y="44723"/>
                  </a:cubicBezTo>
                  <a:cubicBezTo>
                    <a:pt x="71533" y="44237"/>
                    <a:pt x="81978" y="43258"/>
                    <a:pt x="92233" y="41498"/>
                  </a:cubicBezTo>
                  <a:cubicBezTo>
                    <a:pt x="102742" y="39694"/>
                    <a:pt x="112661" y="35767"/>
                    <a:pt x="122701" y="31597"/>
                  </a:cubicBezTo>
                  <a:cubicBezTo>
                    <a:pt x="132437" y="27557"/>
                    <a:pt x="142206" y="24207"/>
                    <a:pt x="152521" y="24092"/>
                  </a:cubicBezTo>
                  <a:cubicBezTo>
                    <a:pt x="152754" y="24089"/>
                    <a:pt x="152988" y="24088"/>
                    <a:pt x="153222" y="24088"/>
                  </a:cubicBezTo>
                  <a:cubicBezTo>
                    <a:pt x="163194" y="24088"/>
                    <a:pt x="173100" y="26520"/>
                    <a:pt x="182555" y="30450"/>
                  </a:cubicBezTo>
                  <a:cubicBezTo>
                    <a:pt x="187610" y="32550"/>
                    <a:pt x="192565" y="35025"/>
                    <a:pt x="197604" y="37193"/>
                  </a:cubicBezTo>
                  <a:cubicBezTo>
                    <a:pt x="202625" y="39352"/>
                    <a:pt x="207681" y="41382"/>
                    <a:pt x="212770" y="43265"/>
                  </a:cubicBezTo>
                  <a:cubicBezTo>
                    <a:pt x="219747" y="45846"/>
                    <a:pt x="226825" y="48256"/>
                    <a:pt x="233940" y="50286"/>
                  </a:cubicBezTo>
                  <a:lnTo>
                    <a:pt x="233940" y="34729"/>
                  </a:lnTo>
                  <a:cubicBezTo>
                    <a:pt x="233339" y="34539"/>
                    <a:pt x="232731" y="34368"/>
                    <a:pt x="232112" y="34224"/>
                  </a:cubicBezTo>
                  <a:cubicBezTo>
                    <a:pt x="229270" y="33551"/>
                    <a:pt x="226381" y="33250"/>
                    <a:pt x="223499" y="32996"/>
                  </a:cubicBezTo>
                  <a:cubicBezTo>
                    <a:pt x="219753" y="32668"/>
                    <a:pt x="216005" y="32333"/>
                    <a:pt x="212261" y="31960"/>
                  </a:cubicBezTo>
                  <a:cubicBezTo>
                    <a:pt x="208072" y="31543"/>
                    <a:pt x="203886" y="31089"/>
                    <a:pt x="199705" y="30539"/>
                  </a:cubicBezTo>
                  <a:cubicBezTo>
                    <a:pt x="195713" y="30014"/>
                    <a:pt x="191661" y="29550"/>
                    <a:pt x="187710" y="28635"/>
                  </a:cubicBezTo>
                  <a:cubicBezTo>
                    <a:pt x="184185" y="27821"/>
                    <a:pt x="180587" y="27222"/>
                    <a:pt x="177204" y="25665"/>
                  </a:cubicBezTo>
                  <a:cubicBezTo>
                    <a:pt x="175719" y="24980"/>
                    <a:pt x="173996" y="24080"/>
                    <a:pt x="173054" y="22380"/>
                  </a:cubicBezTo>
                  <a:cubicBezTo>
                    <a:pt x="172381" y="21164"/>
                    <a:pt x="172300" y="19467"/>
                    <a:pt x="173266" y="18466"/>
                  </a:cubicBezTo>
                  <a:cubicBezTo>
                    <a:pt x="174400" y="17293"/>
                    <a:pt x="176205" y="17248"/>
                    <a:pt x="177591" y="17230"/>
                  </a:cubicBezTo>
                  <a:cubicBezTo>
                    <a:pt x="177667" y="17230"/>
                    <a:pt x="177743" y="17229"/>
                    <a:pt x="177820" y="17229"/>
                  </a:cubicBezTo>
                  <a:cubicBezTo>
                    <a:pt x="179957" y="17229"/>
                    <a:pt x="182098" y="17572"/>
                    <a:pt x="184206" y="17983"/>
                  </a:cubicBezTo>
                  <a:cubicBezTo>
                    <a:pt x="186167" y="18365"/>
                    <a:pt x="188113" y="18845"/>
                    <a:pt x="190056" y="19342"/>
                  </a:cubicBezTo>
                  <a:cubicBezTo>
                    <a:pt x="192155" y="19880"/>
                    <a:pt x="194290" y="20178"/>
                    <a:pt x="196416" y="20482"/>
                  </a:cubicBezTo>
                  <a:cubicBezTo>
                    <a:pt x="200378" y="21047"/>
                    <a:pt x="204372" y="21430"/>
                    <a:pt x="208364" y="21430"/>
                  </a:cubicBezTo>
                  <a:cubicBezTo>
                    <a:pt x="209889" y="21430"/>
                    <a:pt x="211413" y="21374"/>
                    <a:pt x="212936" y="21251"/>
                  </a:cubicBezTo>
                  <a:cubicBezTo>
                    <a:pt x="218320" y="20818"/>
                    <a:pt x="223791" y="19532"/>
                    <a:pt x="228641" y="16425"/>
                  </a:cubicBezTo>
                  <a:cubicBezTo>
                    <a:pt x="230586" y="15179"/>
                    <a:pt x="232358" y="13636"/>
                    <a:pt x="233940" y="11842"/>
                  </a:cubicBezTo>
                  <a:lnTo>
                    <a:pt x="233940" y="0"/>
                  </a:ln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4"/>
            <p:cNvSpPr/>
            <p:nvPr/>
          </p:nvSpPr>
          <p:spPr>
            <a:xfrm>
              <a:off x="-88861" y="1310728"/>
              <a:ext cx="5153814" cy="1015564"/>
            </a:xfrm>
            <a:custGeom>
              <a:rect b="b" l="l" r="r" t="t"/>
              <a:pathLst>
                <a:path extrusionOk="0" h="25378" w="128789">
                  <a:moveTo>
                    <a:pt x="125460" y="1"/>
                  </a:moveTo>
                  <a:cubicBezTo>
                    <a:pt x="124112" y="1"/>
                    <a:pt x="122755" y="233"/>
                    <a:pt x="121432" y="495"/>
                  </a:cubicBezTo>
                  <a:cubicBezTo>
                    <a:pt x="117708" y="1235"/>
                    <a:pt x="114038" y="2428"/>
                    <a:pt x="110408" y="3702"/>
                  </a:cubicBezTo>
                  <a:cubicBezTo>
                    <a:pt x="101528" y="6816"/>
                    <a:pt x="92732" y="10293"/>
                    <a:pt x="83787" y="13112"/>
                  </a:cubicBezTo>
                  <a:cubicBezTo>
                    <a:pt x="72182" y="16772"/>
                    <a:pt x="60329" y="19483"/>
                    <a:pt x="48340" y="19746"/>
                  </a:cubicBezTo>
                  <a:cubicBezTo>
                    <a:pt x="47589" y="19762"/>
                    <a:pt x="46838" y="19771"/>
                    <a:pt x="46087" y="19771"/>
                  </a:cubicBezTo>
                  <a:cubicBezTo>
                    <a:pt x="36277" y="19771"/>
                    <a:pt x="26528" y="18319"/>
                    <a:pt x="17277" y="13958"/>
                  </a:cubicBezTo>
                  <a:cubicBezTo>
                    <a:pt x="14817" y="12796"/>
                    <a:pt x="12434" y="11433"/>
                    <a:pt x="10052" y="10038"/>
                  </a:cubicBezTo>
                  <a:cubicBezTo>
                    <a:pt x="7467" y="8528"/>
                    <a:pt x="4765" y="7378"/>
                    <a:pt x="2106" y="6103"/>
                  </a:cubicBezTo>
                  <a:cubicBezTo>
                    <a:pt x="1402" y="5766"/>
                    <a:pt x="699" y="5418"/>
                    <a:pt x="0" y="5056"/>
                  </a:cubicBezTo>
                  <a:lnTo>
                    <a:pt x="0" y="11211"/>
                  </a:lnTo>
                  <a:cubicBezTo>
                    <a:pt x="4701" y="13100"/>
                    <a:pt x="9362" y="15161"/>
                    <a:pt x="14041" y="17090"/>
                  </a:cubicBezTo>
                  <a:cubicBezTo>
                    <a:pt x="16400" y="18063"/>
                    <a:pt x="18775" y="19117"/>
                    <a:pt x="21195" y="19846"/>
                  </a:cubicBezTo>
                  <a:cubicBezTo>
                    <a:pt x="23656" y="20587"/>
                    <a:pt x="26170" y="20896"/>
                    <a:pt x="28695" y="21030"/>
                  </a:cubicBezTo>
                  <a:cubicBezTo>
                    <a:pt x="33506" y="21285"/>
                    <a:pt x="38258" y="21488"/>
                    <a:pt x="43036" y="22348"/>
                  </a:cubicBezTo>
                  <a:cubicBezTo>
                    <a:pt x="47992" y="23241"/>
                    <a:pt x="52914" y="24461"/>
                    <a:pt x="57900" y="25055"/>
                  </a:cubicBezTo>
                  <a:cubicBezTo>
                    <a:pt x="59669" y="25266"/>
                    <a:pt x="61430" y="25377"/>
                    <a:pt x="63185" y="25377"/>
                  </a:cubicBezTo>
                  <a:cubicBezTo>
                    <a:pt x="66528" y="25377"/>
                    <a:pt x="69851" y="24974"/>
                    <a:pt x="73168" y="24091"/>
                  </a:cubicBezTo>
                  <a:cubicBezTo>
                    <a:pt x="82572" y="21585"/>
                    <a:pt x="91311" y="16379"/>
                    <a:pt x="100290" y="12209"/>
                  </a:cubicBezTo>
                  <a:cubicBezTo>
                    <a:pt x="102551" y="11159"/>
                    <a:pt x="104832" y="10174"/>
                    <a:pt x="107142" y="9317"/>
                  </a:cubicBezTo>
                  <a:cubicBezTo>
                    <a:pt x="109515" y="8437"/>
                    <a:pt x="111919" y="7831"/>
                    <a:pt x="114326" y="7132"/>
                  </a:cubicBezTo>
                  <a:cubicBezTo>
                    <a:pt x="119263" y="5699"/>
                    <a:pt x="123997" y="3389"/>
                    <a:pt x="128789" y="1350"/>
                  </a:cubicBezTo>
                  <a:cubicBezTo>
                    <a:pt x="128436" y="255"/>
                    <a:pt x="127130" y="101"/>
                    <a:pt x="126329" y="35"/>
                  </a:cubicBezTo>
                  <a:cubicBezTo>
                    <a:pt x="126040" y="12"/>
                    <a:pt x="125750" y="1"/>
                    <a:pt x="125460"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4"/>
            <p:cNvSpPr/>
            <p:nvPr/>
          </p:nvSpPr>
          <p:spPr>
            <a:xfrm>
              <a:off x="-89101" y="3276894"/>
              <a:ext cx="949935" cy="459281"/>
            </a:xfrm>
            <a:custGeom>
              <a:rect b="b" l="l" r="r" t="t"/>
              <a:pathLst>
                <a:path extrusionOk="0" h="11477" w="23738">
                  <a:moveTo>
                    <a:pt x="0" y="0"/>
                  </a:moveTo>
                  <a:lnTo>
                    <a:pt x="0" y="7277"/>
                  </a:lnTo>
                  <a:cubicBezTo>
                    <a:pt x="3475" y="8436"/>
                    <a:pt x="6937" y="9675"/>
                    <a:pt x="10474" y="10467"/>
                  </a:cubicBezTo>
                  <a:cubicBezTo>
                    <a:pt x="12599" y="10942"/>
                    <a:pt x="14945" y="11477"/>
                    <a:pt x="17230" y="11477"/>
                  </a:cubicBezTo>
                  <a:cubicBezTo>
                    <a:pt x="18607" y="11477"/>
                    <a:pt x="19963" y="11282"/>
                    <a:pt x="21233" y="10762"/>
                  </a:cubicBezTo>
                  <a:cubicBezTo>
                    <a:pt x="22964" y="10052"/>
                    <a:pt x="23737" y="8373"/>
                    <a:pt x="22783" y="6233"/>
                  </a:cubicBezTo>
                  <a:cubicBezTo>
                    <a:pt x="21854" y="4148"/>
                    <a:pt x="19780" y="3350"/>
                    <a:pt x="18049" y="2892"/>
                  </a:cubicBezTo>
                  <a:cubicBezTo>
                    <a:pt x="14044" y="1834"/>
                    <a:pt x="9964" y="2398"/>
                    <a:pt x="5923" y="1958"/>
                  </a:cubicBezTo>
                  <a:cubicBezTo>
                    <a:pt x="3848" y="1734"/>
                    <a:pt x="1868" y="1036"/>
                    <a:pt x="0"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4"/>
            <p:cNvSpPr/>
            <p:nvPr/>
          </p:nvSpPr>
          <p:spPr>
            <a:xfrm>
              <a:off x="-89101" y="1635714"/>
              <a:ext cx="9361814" cy="2217890"/>
            </a:xfrm>
            <a:custGeom>
              <a:rect b="b" l="l" r="r" t="t"/>
              <a:pathLst>
                <a:path extrusionOk="0" h="55423" w="233943">
                  <a:moveTo>
                    <a:pt x="144772" y="1"/>
                  </a:moveTo>
                  <a:cubicBezTo>
                    <a:pt x="142102" y="1"/>
                    <a:pt x="139431" y="96"/>
                    <a:pt x="136766" y="286"/>
                  </a:cubicBezTo>
                  <a:cubicBezTo>
                    <a:pt x="128012" y="909"/>
                    <a:pt x="119276" y="2552"/>
                    <a:pt x="110812" y="5489"/>
                  </a:cubicBezTo>
                  <a:cubicBezTo>
                    <a:pt x="106624" y="6944"/>
                    <a:pt x="102575" y="8874"/>
                    <a:pt x="98468" y="10653"/>
                  </a:cubicBezTo>
                  <a:cubicBezTo>
                    <a:pt x="93953" y="12609"/>
                    <a:pt x="89399" y="14424"/>
                    <a:pt x="84794" y="16010"/>
                  </a:cubicBezTo>
                  <a:cubicBezTo>
                    <a:pt x="74251" y="19642"/>
                    <a:pt x="63428" y="21981"/>
                    <a:pt x="52620" y="21981"/>
                  </a:cubicBezTo>
                  <a:cubicBezTo>
                    <a:pt x="45059" y="21981"/>
                    <a:pt x="37505" y="20836"/>
                    <a:pt x="30059" y="18189"/>
                  </a:cubicBezTo>
                  <a:cubicBezTo>
                    <a:pt x="25579" y="16596"/>
                    <a:pt x="21178" y="14667"/>
                    <a:pt x="16828" y="12578"/>
                  </a:cubicBezTo>
                  <a:cubicBezTo>
                    <a:pt x="12514" y="10509"/>
                    <a:pt x="8272" y="8266"/>
                    <a:pt x="3815" y="6712"/>
                  </a:cubicBezTo>
                  <a:cubicBezTo>
                    <a:pt x="2549" y="6272"/>
                    <a:pt x="1276" y="5888"/>
                    <a:pt x="0" y="5548"/>
                  </a:cubicBezTo>
                  <a:lnTo>
                    <a:pt x="0" y="23614"/>
                  </a:lnTo>
                  <a:cubicBezTo>
                    <a:pt x="12657" y="29572"/>
                    <a:pt x="26166" y="33013"/>
                    <a:pt x="39600" y="33024"/>
                  </a:cubicBezTo>
                  <a:cubicBezTo>
                    <a:pt x="39625" y="33024"/>
                    <a:pt x="39649" y="33024"/>
                    <a:pt x="39674" y="33024"/>
                  </a:cubicBezTo>
                  <a:cubicBezTo>
                    <a:pt x="43920" y="33024"/>
                    <a:pt x="48167" y="32654"/>
                    <a:pt x="52367" y="31843"/>
                  </a:cubicBezTo>
                  <a:cubicBezTo>
                    <a:pt x="54553" y="31420"/>
                    <a:pt x="56709" y="30737"/>
                    <a:pt x="58881" y="30217"/>
                  </a:cubicBezTo>
                  <a:cubicBezTo>
                    <a:pt x="61539" y="29579"/>
                    <a:pt x="64252" y="29008"/>
                    <a:pt x="66965" y="29005"/>
                  </a:cubicBezTo>
                  <a:cubicBezTo>
                    <a:pt x="66982" y="29005"/>
                    <a:pt x="66999" y="29005"/>
                    <a:pt x="67017" y="29005"/>
                  </a:cubicBezTo>
                  <a:cubicBezTo>
                    <a:pt x="68762" y="29005"/>
                    <a:pt x="71102" y="29156"/>
                    <a:pt x="72309" y="31005"/>
                  </a:cubicBezTo>
                  <a:cubicBezTo>
                    <a:pt x="73261" y="32464"/>
                    <a:pt x="73035" y="34779"/>
                    <a:pt x="72433" y="36381"/>
                  </a:cubicBezTo>
                  <a:cubicBezTo>
                    <a:pt x="71760" y="38175"/>
                    <a:pt x="70452" y="39418"/>
                    <a:pt x="69067" y="40261"/>
                  </a:cubicBezTo>
                  <a:cubicBezTo>
                    <a:pt x="65139" y="42655"/>
                    <a:pt x="60371" y="42850"/>
                    <a:pt x="56096" y="42852"/>
                  </a:cubicBezTo>
                  <a:cubicBezTo>
                    <a:pt x="56089" y="42852"/>
                    <a:pt x="56082" y="42852"/>
                    <a:pt x="56075" y="42852"/>
                  </a:cubicBezTo>
                  <a:cubicBezTo>
                    <a:pt x="46902" y="42852"/>
                    <a:pt x="37792" y="41022"/>
                    <a:pt x="28834" y="38660"/>
                  </a:cubicBezTo>
                  <a:cubicBezTo>
                    <a:pt x="19225" y="36125"/>
                    <a:pt x="9684" y="33151"/>
                    <a:pt x="0" y="31087"/>
                  </a:cubicBezTo>
                  <a:lnTo>
                    <a:pt x="0" y="40459"/>
                  </a:lnTo>
                  <a:cubicBezTo>
                    <a:pt x="415" y="40687"/>
                    <a:pt x="838" y="40900"/>
                    <a:pt x="1269" y="41094"/>
                  </a:cubicBezTo>
                  <a:cubicBezTo>
                    <a:pt x="3834" y="42246"/>
                    <a:pt x="6360" y="42550"/>
                    <a:pt x="9049" y="42595"/>
                  </a:cubicBezTo>
                  <a:cubicBezTo>
                    <a:pt x="11321" y="42632"/>
                    <a:pt x="13601" y="42650"/>
                    <a:pt x="15862" y="42966"/>
                  </a:cubicBezTo>
                  <a:cubicBezTo>
                    <a:pt x="17766" y="43232"/>
                    <a:pt x="19811" y="43645"/>
                    <a:pt x="21476" y="44925"/>
                  </a:cubicBezTo>
                  <a:cubicBezTo>
                    <a:pt x="22689" y="45858"/>
                    <a:pt x="23822" y="47631"/>
                    <a:pt x="23620" y="49546"/>
                  </a:cubicBezTo>
                  <a:cubicBezTo>
                    <a:pt x="23450" y="51198"/>
                    <a:pt x="22153" y="51995"/>
                    <a:pt x="21013" y="52388"/>
                  </a:cubicBezTo>
                  <a:cubicBezTo>
                    <a:pt x="19769" y="52816"/>
                    <a:pt x="18468" y="52983"/>
                    <a:pt x="17149" y="52983"/>
                  </a:cubicBezTo>
                  <a:cubicBezTo>
                    <a:pt x="14678" y="52983"/>
                    <a:pt x="12147" y="52396"/>
                    <a:pt x="9822" y="51845"/>
                  </a:cubicBezTo>
                  <a:cubicBezTo>
                    <a:pt x="6510" y="51059"/>
                    <a:pt x="3259" y="49899"/>
                    <a:pt x="0" y="48810"/>
                  </a:cubicBezTo>
                  <a:lnTo>
                    <a:pt x="0" y="54602"/>
                  </a:lnTo>
                  <a:cubicBezTo>
                    <a:pt x="5036" y="55007"/>
                    <a:pt x="10079" y="55225"/>
                    <a:pt x="15119" y="55348"/>
                  </a:cubicBezTo>
                  <a:cubicBezTo>
                    <a:pt x="17082" y="55396"/>
                    <a:pt x="19048" y="55423"/>
                    <a:pt x="21015" y="55423"/>
                  </a:cubicBezTo>
                  <a:cubicBezTo>
                    <a:pt x="29997" y="55423"/>
                    <a:pt x="38994" y="54866"/>
                    <a:pt x="47880" y="53219"/>
                  </a:cubicBezTo>
                  <a:cubicBezTo>
                    <a:pt x="52943" y="52282"/>
                    <a:pt x="58028" y="51048"/>
                    <a:pt x="62912" y="49101"/>
                  </a:cubicBezTo>
                  <a:cubicBezTo>
                    <a:pt x="67581" y="47240"/>
                    <a:pt x="72025" y="44594"/>
                    <a:pt x="76326" y="41657"/>
                  </a:cubicBezTo>
                  <a:cubicBezTo>
                    <a:pt x="84683" y="35949"/>
                    <a:pt x="92557" y="29085"/>
                    <a:pt x="101261" y="24207"/>
                  </a:cubicBezTo>
                  <a:cubicBezTo>
                    <a:pt x="110109" y="19249"/>
                    <a:pt x="119692" y="17446"/>
                    <a:pt x="129288" y="16670"/>
                  </a:cubicBezTo>
                  <a:cubicBezTo>
                    <a:pt x="132649" y="16399"/>
                    <a:pt x="136013" y="16271"/>
                    <a:pt x="139377" y="16271"/>
                  </a:cubicBezTo>
                  <a:cubicBezTo>
                    <a:pt x="157478" y="16271"/>
                    <a:pt x="175585" y="19963"/>
                    <a:pt x="193212" y="24804"/>
                  </a:cubicBezTo>
                  <a:cubicBezTo>
                    <a:pt x="203630" y="27665"/>
                    <a:pt x="214279" y="30372"/>
                    <a:pt x="224304" y="35040"/>
                  </a:cubicBezTo>
                  <a:cubicBezTo>
                    <a:pt x="227597" y="36575"/>
                    <a:pt x="230795" y="38437"/>
                    <a:pt x="233942" y="40411"/>
                  </a:cubicBezTo>
                  <a:lnTo>
                    <a:pt x="233942" y="31703"/>
                  </a:lnTo>
                  <a:cubicBezTo>
                    <a:pt x="228231" y="27859"/>
                    <a:pt x="222155" y="24807"/>
                    <a:pt x="216214" y="21705"/>
                  </a:cubicBezTo>
                  <a:cubicBezTo>
                    <a:pt x="207456" y="17134"/>
                    <a:pt x="198525" y="13002"/>
                    <a:pt x="189487" y="9410"/>
                  </a:cubicBezTo>
                  <a:cubicBezTo>
                    <a:pt x="180687" y="5912"/>
                    <a:pt x="171778" y="2926"/>
                    <a:pt x="162615" y="1437"/>
                  </a:cubicBezTo>
                  <a:cubicBezTo>
                    <a:pt x="156702" y="476"/>
                    <a:pt x="150736" y="1"/>
                    <a:pt x="144772"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4"/>
            <p:cNvSpPr/>
            <p:nvPr/>
          </p:nvSpPr>
          <p:spPr>
            <a:xfrm>
              <a:off x="4312517" y="2550326"/>
              <a:ext cx="4960169" cy="2176352"/>
            </a:xfrm>
            <a:custGeom>
              <a:rect b="b" l="l" r="r" t="t"/>
              <a:pathLst>
                <a:path extrusionOk="0" h="54385" w="123950">
                  <a:moveTo>
                    <a:pt x="25687" y="0"/>
                  </a:moveTo>
                  <a:cubicBezTo>
                    <a:pt x="25613" y="0"/>
                    <a:pt x="25540" y="0"/>
                    <a:pt x="25467" y="0"/>
                  </a:cubicBezTo>
                  <a:cubicBezTo>
                    <a:pt x="22189" y="8"/>
                    <a:pt x="18895" y="286"/>
                    <a:pt x="15653" y="893"/>
                  </a:cubicBezTo>
                  <a:cubicBezTo>
                    <a:pt x="12106" y="1558"/>
                    <a:pt x="8455" y="2579"/>
                    <a:pt x="5276" y="4757"/>
                  </a:cubicBezTo>
                  <a:cubicBezTo>
                    <a:pt x="2358" y="6754"/>
                    <a:pt x="1" y="10011"/>
                    <a:pt x="133" y="14446"/>
                  </a:cubicBezTo>
                  <a:cubicBezTo>
                    <a:pt x="289" y="19675"/>
                    <a:pt x="3866" y="23250"/>
                    <a:pt x="7286" y="25363"/>
                  </a:cubicBezTo>
                  <a:cubicBezTo>
                    <a:pt x="11223" y="27796"/>
                    <a:pt x="15408" y="28684"/>
                    <a:pt x="19651" y="28684"/>
                  </a:cubicBezTo>
                  <a:cubicBezTo>
                    <a:pt x="25154" y="28684"/>
                    <a:pt x="30756" y="27191"/>
                    <a:pt x="36046" y="25632"/>
                  </a:cubicBezTo>
                  <a:cubicBezTo>
                    <a:pt x="41465" y="24035"/>
                    <a:pt x="46862" y="22167"/>
                    <a:pt x="52380" y="21177"/>
                  </a:cubicBezTo>
                  <a:cubicBezTo>
                    <a:pt x="56587" y="20424"/>
                    <a:pt x="60828" y="20023"/>
                    <a:pt x="65073" y="20023"/>
                  </a:cubicBezTo>
                  <a:cubicBezTo>
                    <a:pt x="66363" y="20023"/>
                    <a:pt x="67654" y="20060"/>
                    <a:pt x="68944" y="20135"/>
                  </a:cubicBezTo>
                  <a:cubicBezTo>
                    <a:pt x="79965" y="20783"/>
                    <a:pt x="90870" y="24103"/>
                    <a:pt x="100937" y="29809"/>
                  </a:cubicBezTo>
                  <a:cubicBezTo>
                    <a:pt x="105755" y="32540"/>
                    <a:pt x="110519" y="35684"/>
                    <a:pt x="114557" y="40038"/>
                  </a:cubicBezTo>
                  <a:cubicBezTo>
                    <a:pt x="118056" y="43811"/>
                    <a:pt x="120978" y="48359"/>
                    <a:pt x="123419" y="53277"/>
                  </a:cubicBezTo>
                  <a:cubicBezTo>
                    <a:pt x="123600" y="53644"/>
                    <a:pt x="123773" y="54016"/>
                    <a:pt x="123950" y="54384"/>
                  </a:cubicBezTo>
                  <a:lnTo>
                    <a:pt x="123950" y="30590"/>
                  </a:lnTo>
                  <a:cubicBezTo>
                    <a:pt x="115011" y="23740"/>
                    <a:pt x="104675" y="20070"/>
                    <a:pt x="94699" y="16430"/>
                  </a:cubicBezTo>
                  <a:cubicBezTo>
                    <a:pt x="83278" y="12265"/>
                    <a:pt x="71945" y="7950"/>
                    <a:pt x="60279" y="4996"/>
                  </a:cubicBezTo>
                  <a:cubicBezTo>
                    <a:pt x="48938" y="2125"/>
                    <a:pt x="37275" y="0"/>
                    <a:pt x="25687"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4"/>
            <p:cNvSpPr/>
            <p:nvPr/>
          </p:nvSpPr>
          <p:spPr>
            <a:xfrm>
              <a:off x="-89101" y="3332199"/>
              <a:ext cx="4579363" cy="1972262"/>
            </a:xfrm>
            <a:custGeom>
              <a:rect b="b" l="l" r="r" t="t"/>
              <a:pathLst>
                <a:path extrusionOk="0" h="49285" w="114434">
                  <a:moveTo>
                    <a:pt x="97111" y="0"/>
                  </a:moveTo>
                  <a:cubicBezTo>
                    <a:pt x="92375" y="0"/>
                    <a:pt x="88229" y="4066"/>
                    <a:pt x="85079" y="8725"/>
                  </a:cubicBezTo>
                  <a:cubicBezTo>
                    <a:pt x="81036" y="14698"/>
                    <a:pt x="78056" y="22263"/>
                    <a:pt x="72346" y="26006"/>
                  </a:cubicBezTo>
                  <a:cubicBezTo>
                    <a:pt x="69011" y="28192"/>
                    <a:pt x="65286" y="29191"/>
                    <a:pt x="61597" y="29874"/>
                  </a:cubicBezTo>
                  <a:cubicBezTo>
                    <a:pt x="57172" y="30696"/>
                    <a:pt x="52733" y="31343"/>
                    <a:pt x="48270" y="31736"/>
                  </a:cubicBezTo>
                  <a:cubicBezTo>
                    <a:pt x="43819" y="32127"/>
                    <a:pt x="39334" y="32342"/>
                    <a:pt x="34849" y="32342"/>
                  </a:cubicBezTo>
                  <a:cubicBezTo>
                    <a:pt x="29827" y="32342"/>
                    <a:pt x="24804" y="32073"/>
                    <a:pt x="19828" y="31484"/>
                  </a:cubicBezTo>
                  <a:cubicBezTo>
                    <a:pt x="13156" y="30694"/>
                    <a:pt x="6527" y="29288"/>
                    <a:pt x="0" y="27342"/>
                  </a:cubicBezTo>
                  <a:lnTo>
                    <a:pt x="0" y="45284"/>
                  </a:lnTo>
                  <a:cubicBezTo>
                    <a:pt x="0" y="47494"/>
                    <a:pt x="1415" y="49285"/>
                    <a:pt x="3161" y="49285"/>
                  </a:cubicBezTo>
                  <a:lnTo>
                    <a:pt x="54554" y="49285"/>
                  </a:lnTo>
                  <a:cubicBezTo>
                    <a:pt x="57524" y="43691"/>
                    <a:pt x="61460" y="38933"/>
                    <a:pt x="66165" y="35699"/>
                  </a:cubicBezTo>
                  <a:cubicBezTo>
                    <a:pt x="74007" y="30307"/>
                    <a:pt x="82814" y="29860"/>
                    <a:pt x="91444" y="28199"/>
                  </a:cubicBezTo>
                  <a:cubicBezTo>
                    <a:pt x="94850" y="27544"/>
                    <a:pt x="98284" y="26656"/>
                    <a:pt x="101576" y="25345"/>
                  </a:cubicBezTo>
                  <a:cubicBezTo>
                    <a:pt x="104402" y="24220"/>
                    <a:pt x="107468" y="22637"/>
                    <a:pt x="109397" y="19658"/>
                  </a:cubicBezTo>
                  <a:cubicBezTo>
                    <a:pt x="114434" y="11884"/>
                    <a:pt x="106261" y="3395"/>
                    <a:pt x="100927" y="890"/>
                  </a:cubicBezTo>
                  <a:cubicBezTo>
                    <a:pt x="99620" y="276"/>
                    <a:pt x="98345" y="0"/>
                    <a:pt x="9711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4"/>
            <p:cNvSpPr/>
            <p:nvPr/>
          </p:nvSpPr>
          <p:spPr>
            <a:xfrm>
              <a:off x="2774626" y="4592047"/>
              <a:ext cx="4319449" cy="712432"/>
            </a:xfrm>
            <a:custGeom>
              <a:rect b="b" l="l" r="r" t="t"/>
              <a:pathLst>
                <a:path extrusionOk="0" h="17803" w="107939">
                  <a:moveTo>
                    <a:pt x="27543" y="0"/>
                  </a:moveTo>
                  <a:cubicBezTo>
                    <a:pt x="27240" y="0"/>
                    <a:pt x="26937" y="6"/>
                    <a:pt x="26634" y="18"/>
                  </a:cubicBezTo>
                  <a:cubicBezTo>
                    <a:pt x="24027" y="121"/>
                    <a:pt x="21392" y="745"/>
                    <a:pt x="19094" y="2364"/>
                  </a:cubicBezTo>
                  <a:cubicBezTo>
                    <a:pt x="18481" y="2797"/>
                    <a:pt x="16577" y="4050"/>
                    <a:pt x="17537" y="5118"/>
                  </a:cubicBezTo>
                  <a:cubicBezTo>
                    <a:pt x="18117" y="5762"/>
                    <a:pt x="19161" y="5928"/>
                    <a:pt x="19890" y="6091"/>
                  </a:cubicBezTo>
                  <a:cubicBezTo>
                    <a:pt x="23855" y="6979"/>
                    <a:pt x="27949" y="6569"/>
                    <a:pt x="31949" y="6998"/>
                  </a:cubicBezTo>
                  <a:cubicBezTo>
                    <a:pt x="35180" y="7344"/>
                    <a:pt x="39652" y="7834"/>
                    <a:pt x="41798" y="11379"/>
                  </a:cubicBezTo>
                  <a:cubicBezTo>
                    <a:pt x="41873" y="11504"/>
                    <a:pt x="41874" y="11697"/>
                    <a:pt x="41748" y="11777"/>
                  </a:cubicBezTo>
                  <a:cubicBezTo>
                    <a:pt x="40684" y="12461"/>
                    <a:pt x="39488" y="12703"/>
                    <a:pt x="38262" y="12703"/>
                  </a:cubicBezTo>
                  <a:cubicBezTo>
                    <a:pt x="36542" y="12703"/>
                    <a:pt x="34763" y="12227"/>
                    <a:pt x="33207" y="11823"/>
                  </a:cubicBezTo>
                  <a:cubicBezTo>
                    <a:pt x="31601" y="11407"/>
                    <a:pt x="30013" y="10894"/>
                    <a:pt x="28412" y="10466"/>
                  </a:cubicBezTo>
                  <a:cubicBezTo>
                    <a:pt x="26593" y="9980"/>
                    <a:pt x="24742" y="9711"/>
                    <a:pt x="22919" y="9248"/>
                  </a:cubicBezTo>
                  <a:cubicBezTo>
                    <a:pt x="18811" y="8207"/>
                    <a:pt x="14751" y="6811"/>
                    <a:pt x="10581" y="6185"/>
                  </a:cubicBezTo>
                  <a:cubicBezTo>
                    <a:pt x="9499" y="6023"/>
                    <a:pt x="8286" y="5852"/>
                    <a:pt x="7075" y="5852"/>
                  </a:cubicBezTo>
                  <a:cubicBezTo>
                    <a:pt x="5505" y="5852"/>
                    <a:pt x="3938" y="6139"/>
                    <a:pt x="2667" y="7101"/>
                  </a:cubicBezTo>
                  <a:cubicBezTo>
                    <a:pt x="702" y="8588"/>
                    <a:pt x="1" y="12230"/>
                    <a:pt x="827" y="14868"/>
                  </a:cubicBezTo>
                  <a:cubicBezTo>
                    <a:pt x="1191" y="16035"/>
                    <a:pt x="1835" y="16995"/>
                    <a:pt x="2588" y="17803"/>
                  </a:cubicBezTo>
                  <a:lnTo>
                    <a:pt x="107349" y="17803"/>
                  </a:lnTo>
                  <a:cubicBezTo>
                    <a:pt x="107939" y="14229"/>
                    <a:pt x="104542" y="9947"/>
                    <a:pt x="102361" y="8404"/>
                  </a:cubicBezTo>
                  <a:cubicBezTo>
                    <a:pt x="99751" y="6560"/>
                    <a:pt x="96718" y="5974"/>
                    <a:pt x="93716" y="5974"/>
                  </a:cubicBezTo>
                  <a:cubicBezTo>
                    <a:pt x="92496" y="5974"/>
                    <a:pt x="91282" y="6070"/>
                    <a:pt x="90103" y="6219"/>
                  </a:cubicBezTo>
                  <a:cubicBezTo>
                    <a:pt x="87978" y="6486"/>
                    <a:pt x="85895" y="7048"/>
                    <a:pt x="83786" y="7444"/>
                  </a:cubicBezTo>
                  <a:cubicBezTo>
                    <a:pt x="81051" y="7961"/>
                    <a:pt x="78295" y="8278"/>
                    <a:pt x="75534" y="8442"/>
                  </a:cubicBezTo>
                  <a:cubicBezTo>
                    <a:pt x="74026" y="8532"/>
                    <a:pt x="72516" y="8576"/>
                    <a:pt x="71005" y="8576"/>
                  </a:cubicBezTo>
                  <a:cubicBezTo>
                    <a:pt x="66567" y="8576"/>
                    <a:pt x="62125" y="8194"/>
                    <a:pt x="57730" y="7447"/>
                  </a:cubicBezTo>
                  <a:cubicBezTo>
                    <a:pt x="52546" y="6565"/>
                    <a:pt x="47524" y="4962"/>
                    <a:pt x="42478" y="3264"/>
                  </a:cubicBezTo>
                  <a:cubicBezTo>
                    <a:pt x="37619" y="1632"/>
                    <a:pt x="32605" y="0"/>
                    <a:pt x="27543"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24"/>
            <p:cNvSpPr/>
            <p:nvPr/>
          </p:nvSpPr>
          <p:spPr>
            <a:xfrm>
              <a:off x="8048796" y="4587885"/>
              <a:ext cx="658408" cy="716833"/>
            </a:xfrm>
            <a:custGeom>
              <a:rect b="b" l="l" r="r" t="t"/>
              <a:pathLst>
                <a:path extrusionOk="0" h="17913" w="16453">
                  <a:moveTo>
                    <a:pt x="3031" y="0"/>
                  </a:moveTo>
                  <a:cubicBezTo>
                    <a:pt x="3004" y="0"/>
                    <a:pt x="2977" y="1"/>
                    <a:pt x="2950" y="2"/>
                  </a:cubicBezTo>
                  <a:cubicBezTo>
                    <a:pt x="1" y="132"/>
                    <a:pt x="2474" y="3624"/>
                    <a:pt x="3374" y="4819"/>
                  </a:cubicBezTo>
                  <a:cubicBezTo>
                    <a:pt x="5353" y="7446"/>
                    <a:pt x="8065" y="13097"/>
                    <a:pt x="8485" y="17912"/>
                  </a:cubicBezTo>
                  <a:lnTo>
                    <a:pt x="16452" y="17912"/>
                  </a:lnTo>
                  <a:cubicBezTo>
                    <a:pt x="15488" y="16742"/>
                    <a:pt x="14559" y="15523"/>
                    <a:pt x="13682" y="14232"/>
                  </a:cubicBezTo>
                  <a:cubicBezTo>
                    <a:pt x="11356" y="10805"/>
                    <a:pt x="9597" y="6836"/>
                    <a:pt x="7171" y="3507"/>
                  </a:cubicBezTo>
                  <a:cubicBezTo>
                    <a:pt x="6176" y="2144"/>
                    <a:pt x="4651" y="0"/>
                    <a:pt x="303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24"/>
            <p:cNvSpPr/>
            <p:nvPr/>
          </p:nvSpPr>
          <p:spPr>
            <a:xfrm>
              <a:off x="4946282" y="3757271"/>
              <a:ext cx="4326332" cy="1547277"/>
            </a:xfrm>
            <a:custGeom>
              <a:rect b="b" l="l" r="r" t="t"/>
              <a:pathLst>
                <a:path extrusionOk="0" h="38665" w="108111">
                  <a:moveTo>
                    <a:pt x="45814" y="1"/>
                  </a:moveTo>
                  <a:cubicBezTo>
                    <a:pt x="35137" y="1"/>
                    <a:pt x="24388" y="2076"/>
                    <a:pt x="14090" y="5571"/>
                  </a:cubicBezTo>
                  <a:cubicBezTo>
                    <a:pt x="10624" y="6748"/>
                    <a:pt x="7061" y="8059"/>
                    <a:pt x="3946" y="10366"/>
                  </a:cubicBezTo>
                  <a:cubicBezTo>
                    <a:pt x="2615" y="11352"/>
                    <a:pt x="1078" y="12695"/>
                    <a:pt x="565" y="14641"/>
                  </a:cubicBezTo>
                  <a:cubicBezTo>
                    <a:pt x="1" y="16782"/>
                    <a:pt x="1151" y="18845"/>
                    <a:pt x="2414" y="20142"/>
                  </a:cubicBezTo>
                  <a:cubicBezTo>
                    <a:pt x="4524" y="22313"/>
                    <a:pt x="7328" y="22930"/>
                    <a:pt x="10110" y="22930"/>
                  </a:cubicBezTo>
                  <a:cubicBezTo>
                    <a:pt x="11691" y="22930"/>
                    <a:pt x="13266" y="22730"/>
                    <a:pt x="14702" y="22504"/>
                  </a:cubicBezTo>
                  <a:cubicBezTo>
                    <a:pt x="19304" y="21780"/>
                    <a:pt x="23791" y="20252"/>
                    <a:pt x="28307" y="18979"/>
                  </a:cubicBezTo>
                  <a:cubicBezTo>
                    <a:pt x="31469" y="18088"/>
                    <a:pt x="34583" y="17727"/>
                    <a:pt x="37812" y="17553"/>
                  </a:cubicBezTo>
                  <a:cubicBezTo>
                    <a:pt x="39567" y="17460"/>
                    <a:pt x="41324" y="17409"/>
                    <a:pt x="43081" y="17409"/>
                  </a:cubicBezTo>
                  <a:cubicBezTo>
                    <a:pt x="45289" y="17409"/>
                    <a:pt x="47497" y="17490"/>
                    <a:pt x="49701" y="17670"/>
                  </a:cubicBezTo>
                  <a:cubicBezTo>
                    <a:pt x="53900" y="18013"/>
                    <a:pt x="58120" y="18692"/>
                    <a:pt x="62182" y="20121"/>
                  </a:cubicBezTo>
                  <a:cubicBezTo>
                    <a:pt x="65643" y="21338"/>
                    <a:pt x="69140" y="23140"/>
                    <a:pt x="71836" y="26229"/>
                  </a:cubicBezTo>
                  <a:cubicBezTo>
                    <a:pt x="74556" y="29344"/>
                    <a:pt x="76197" y="34210"/>
                    <a:pt x="75759" y="38664"/>
                  </a:cubicBezTo>
                  <a:lnTo>
                    <a:pt x="85535" y="38664"/>
                  </a:lnTo>
                  <a:cubicBezTo>
                    <a:pt x="85296" y="35981"/>
                    <a:pt x="84353" y="33119"/>
                    <a:pt x="83500" y="31067"/>
                  </a:cubicBezTo>
                  <a:cubicBezTo>
                    <a:pt x="82723" y="29197"/>
                    <a:pt x="81831" y="27538"/>
                    <a:pt x="80681" y="26012"/>
                  </a:cubicBezTo>
                  <a:cubicBezTo>
                    <a:pt x="79935" y="25023"/>
                    <a:pt x="78306" y="23246"/>
                    <a:pt x="78633" y="21650"/>
                  </a:cubicBezTo>
                  <a:cubicBezTo>
                    <a:pt x="78840" y="20643"/>
                    <a:pt x="79649" y="20281"/>
                    <a:pt x="80449" y="20281"/>
                  </a:cubicBezTo>
                  <a:cubicBezTo>
                    <a:pt x="80893" y="20281"/>
                    <a:pt x="81334" y="20392"/>
                    <a:pt x="81670" y="20567"/>
                  </a:cubicBezTo>
                  <a:cubicBezTo>
                    <a:pt x="83214" y="21372"/>
                    <a:pt x="84460" y="23111"/>
                    <a:pt x="85532" y="24674"/>
                  </a:cubicBezTo>
                  <a:cubicBezTo>
                    <a:pt x="88081" y="28395"/>
                    <a:pt x="90008" y="32694"/>
                    <a:pt x="92680" y="36288"/>
                  </a:cubicBezTo>
                  <a:cubicBezTo>
                    <a:pt x="93289" y="37105"/>
                    <a:pt x="93919" y="37895"/>
                    <a:pt x="94562" y="38663"/>
                  </a:cubicBezTo>
                  <a:lnTo>
                    <a:pt x="104952" y="38663"/>
                  </a:lnTo>
                  <a:cubicBezTo>
                    <a:pt x="106677" y="38663"/>
                    <a:pt x="108077" y="36912"/>
                    <a:pt x="108110" y="34738"/>
                  </a:cubicBezTo>
                  <a:cubicBezTo>
                    <a:pt x="104684" y="32047"/>
                    <a:pt x="101346" y="29175"/>
                    <a:pt x="98018" y="26250"/>
                  </a:cubicBezTo>
                  <a:cubicBezTo>
                    <a:pt x="92264" y="21194"/>
                    <a:pt x="86645" y="15791"/>
                    <a:pt x="80705" y="11085"/>
                  </a:cubicBezTo>
                  <a:cubicBezTo>
                    <a:pt x="70628" y="3099"/>
                    <a:pt x="58598" y="156"/>
                    <a:pt x="46845" y="7"/>
                  </a:cubicBezTo>
                  <a:cubicBezTo>
                    <a:pt x="46501" y="3"/>
                    <a:pt x="46158" y="1"/>
                    <a:pt x="45814"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4"/>
            <p:cNvSpPr/>
            <p:nvPr/>
          </p:nvSpPr>
          <p:spPr>
            <a:xfrm>
              <a:off x="5076700" y="-2278398"/>
              <a:ext cx="4335896" cy="796099"/>
            </a:xfrm>
            <a:custGeom>
              <a:rect b="b" l="l" r="r" t="t"/>
              <a:pathLst>
                <a:path extrusionOk="0" h="27758" w="108350">
                  <a:moveTo>
                    <a:pt x="51648" y="1"/>
                  </a:moveTo>
                  <a:cubicBezTo>
                    <a:pt x="50846" y="407"/>
                    <a:pt x="50018" y="729"/>
                    <a:pt x="49203" y="1014"/>
                  </a:cubicBezTo>
                  <a:cubicBezTo>
                    <a:pt x="42065" y="3506"/>
                    <a:pt x="34586" y="3501"/>
                    <a:pt x="27241" y="3584"/>
                  </a:cubicBezTo>
                  <a:cubicBezTo>
                    <a:pt x="20757" y="3656"/>
                    <a:pt x="14163" y="3777"/>
                    <a:pt x="7797" y="5515"/>
                  </a:cubicBezTo>
                  <a:cubicBezTo>
                    <a:pt x="5715" y="6083"/>
                    <a:pt x="3438" y="6902"/>
                    <a:pt x="1858" y="8814"/>
                  </a:cubicBezTo>
                  <a:cubicBezTo>
                    <a:pt x="0" y="11058"/>
                    <a:pt x="83" y="14195"/>
                    <a:pt x="776" y="17107"/>
                  </a:cubicBezTo>
                  <a:cubicBezTo>
                    <a:pt x="2438" y="24097"/>
                    <a:pt x="7861" y="27758"/>
                    <a:pt x="13371" y="27758"/>
                  </a:cubicBezTo>
                  <a:cubicBezTo>
                    <a:pt x="13681" y="27758"/>
                    <a:pt x="13992" y="27746"/>
                    <a:pt x="14303" y="27723"/>
                  </a:cubicBezTo>
                  <a:cubicBezTo>
                    <a:pt x="20922" y="27226"/>
                    <a:pt x="26485" y="22282"/>
                    <a:pt x="32673" y="19847"/>
                  </a:cubicBezTo>
                  <a:cubicBezTo>
                    <a:pt x="36195" y="18461"/>
                    <a:pt x="39879" y="17578"/>
                    <a:pt x="43501" y="16728"/>
                  </a:cubicBezTo>
                  <a:cubicBezTo>
                    <a:pt x="47244" y="15849"/>
                    <a:pt x="51012" y="15131"/>
                    <a:pt x="54789" y="14515"/>
                  </a:cubicBezTo>
                  <a:cubicBezTo>
                    <a:pt x="62223" y="13302"/>
                    <a:pt x="69695" y="12486"/>
                    <a:pt x="77160" y="11610"/>
                  </a:cubicBezTo>
                  <a:cubicBezTo>
                    <a:pt x="86796" y="10479"/>
                    <a:pt x="96503" y="9420"/>
                    <a:pt x="106195" y="9420"/>
                  </a:cubicBezTo>
                  <a:cubicBezTo>
                    <a:pt x="106913" y="9420"/>
                    <a:pt x="107630" y="9426"/>
                    <a:pt x="108348" y="9438"/>
                  </a:cubicBezTo>
                  <a:lnTo>
                    <a:pt x="108348" y="4002"/>
                  </a:lnTo>
                  <a:cubicBezTo>
                    <a:pt x="108350" y="1793"/>
                    <a:pt x="106935" y="1"/>
                    <a:pt x="105190" y="1"/>
                  </a:cubicBezTo>
                  <a:lnTo>
                    <a:pt x="90762" y="1"/>
                  </a:lnTo>
                  <a:cubicBezTo>
                    <a:pt x="89703" y="1934"/>
                    <a:pt x="88395" y="3470"/>
                    <a:pt x="86599" y="4557"/>
                  </a:cubicBezTo>
                  <a:cubicBezTo>
                    <a:pt x="83877" y="6208"/>
                    <a:pt x="80880" y="7099"/>
                    <a:pt x="77918" y="7745"/>
                  </a:cubicBezTo>
                  <a:cubicBezTo>
                    <a:pt x="74349" y="8524"/>
                    <a:pt x="70756" y="9202"/>
                    <a:pt x="67162" y="9801"/>
                  </a:cubicBezTo>
                  <a:cubicBezTo>
                    <a:pt x="59627" y="11058"/>
                    <a:pt x="52047" y="11784"/>
                    <a:pt x="44534" y="13253"/>
                  </a:cubicBezTo>
                  <a:cubicBezTo>
                    <a:pt x="40916" y="13963"/>
                    <a:pt x="37300" y="14822"/>
                    <a:pt x="33793" y="16179"/>
                  </a:cubicBezTo>
                  <a:cubicBezTo>
                    <a:pt x="31120" y="17214"/>
                    <a:pt x="28648" y="18964"/>
                    <a:pt x="26050" y="20259"/>
                  </a:cubicBezTo>
                  <a:cubicBezTo>
                    <a:pt x="24092" y="21236"/>
                    <a:pt x="21957" y="22126"/>
                    <a:pt x="19819" y="22126"/>
                  </a:cubicBezTo>
                  <a:cubicBezTo>
                    <a:pt x="19398" y="22126"/>
                    <a:pt x="18976" y="22091"/>
                    <a:pt x="18556" y="22016"/>
                  </a:cubicBezTo>
                  <a:cubicBezTo>
                    <a:pt x="16742" y="21690"/>
                    <a:pt x="14667" y="20360"/>
                    <a:pt x="13727" y="18271"/>
                  </a:cubicBezTo>
                  <a:cubicBezTo>
                    <a:pt x="12111" y="14673"/>
                    <a:pt x="16343" y="12032"/>
                    <a:pt x="18335" y="10924"/>
                  </a:cubicBezTo>
                  <a:cubicBezTo>
                    <a:pt x="29038" y="4972"/>
                    <a:pt x="41116" y="7214"/>
                    <a:pt x="52462" y="6363"/>
                  </a:cubicBezTo>
                  <a:cubicBezTo>
                    <a:pt x="56489" y="6062"/>
                    <a:pt x="60477" y="5377"/>
                    <a:pt x="64377" y="4066"/>
                  </a:cubicBezTo>
                  <a:cubicBezTo>
                    <a:pt x="66858" y="3233"/>
                    <a:pt x="69388" y="2647"/>
                    <a:pt x="71900" y="1973"/>
                  </a:cubicBezTo>
                  <a:cubicBezTo>
                    <a:pt x="74066" y="1391"/>
                    <a:pt x="76235" y="775"/>
                    <a:pt x="78366"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24"/>
            <p:cNvSpPr/>
            <p:nvPr/>
          </p:nvSpPr>
          <p:spPr>
            <a:xfrm>
              <a:off x="-97224" y="-1889435"/>
              <a:ext cx="3996027" cy="864218"/>
            </a:xfrm>
            <a:custGeom>
              <a:rect b="b" l="l" r="r" t="t"/>
              <a:pathLst>
                <a:path extrusionOk="0" h="21596" w="99857">
                  <a:moveTo>
                    <a:pt x="65198" y="399"/>
                  </a:moveTo>
                  <a:cubicBezTo>
                    <a:pt x="72321" y="399"/>
                    <a:pt x="79621" y="1791"/>
                    <a:pt x="86922" y="4550"/>
                  </a:cubicBezTo>
                  <a:cubicBezTo>
                    <a:pt x="89575" y="5554"/>
                    <a:pt x="92653" y="6864"/>
                    <a:pt x="95348" y="8979"/>
                  </a:cubicBezTo>
                  <a:cubicBezTo>
                    <a:pt x="98235" y="11247"/>
                    <a:pt x="99428" y="13677"/>
                    <a:pt x="98898" y="16206"/>
                  </a:cubicBezTo>
                  <a:cubicBezTo>
                    <a:pt x="98311" y="18994"/>
                    <a:pt x="95759" y="19972"/>
                    <a:pt x="93599" y="20511"/>
                  </a:cubicBezTo>
                  <a:cubicBezTo>
                    <a:pt x="91491" y="21039"/>
                    <a:pt x="89309" y="21193"/>
                    <a:pt x="87246" y="21193"/>
                  </a:cubicBezTo>
                  <a:cubicBezTo>
                    <a:pt x="86217" y="21193"/>
                    <a:pt x="85218" y="21155"/>
                    <a:pt x="84273" y="21106"/>
                  </a:cubicBezTo>
                  <a:cubicBezTo>
                    <a:pt x="78503" y="20800"/>
                    <a:pt x="72921" y="19852"/>
                    <a:pt x="67683" y="18295"/>
                  </a:cubicBezTo>
                  <a:cubicBezTo>
                    <a:pt x="64541" y="17362"/>
                    <a:pt x="61400" y="16083"/>
                    <a:pt x="58362" y="14847"/>
                  </a:cubicBezTo>
                  <a:cubicBezTo>
                    <a:pt x="53266" y="12773"/>
                    <a:pt x="47995" y="10628"/>
                    <a:pt x="42530" y="10025"/>
                  </a:cubicBezTo>
                  <a:cubicBezTo>
                    <a:pt x="41682" y="9932"/>
                    <a:pt x="40859" y="9885"/>
                    <a:pt x="40058" y="9885"/>
                  </a:cubicBezTo>
                  <a:cubicBezTo>
                    <a:pt x="36646" y="9885"/>
                    <a:pt x="33636" y="10728"/>
                    <a:pt x="31087" y="12400"/>
                  </a:cubicBezTo>
                  <a:cubicBezTo>
                    <a:pt x="26728" y="15269"/>
                    <a:pt x="22197" y="17122"/>
                    <a:pt x="17235" y="18071"/>
                  </a:cubicBezTo>
                  <a:cubicBezTo>
                    <a:pt x="13172" y="18848"/>
                    <a:pt x="9086" y="19070"/>
                    <a:pt x="5424" y="19070"/>
                  </a:cubicBezTo>
                  <a:cubicBezTo>
                    <a:pt x="3631" y="19070"/>
                    <a:pt x="1941" y="19017"/>
                    <a:pt x="403" y="18949"/>
                  </a:cubicBezTo>
                  <a:lnTo>
                    <a:pt x="403" y="11532"/>
                  </a:lnTo>
                  <a:cubicBezTo>
                    <a:pt x="2361" y="12661"/>
                    <a:pt x="4594" y="13456"/>
                    <a:pt x="7045" y="13900"/>
                  </a:cubicBezTo>
                  <a:cubicBezTo>
                    <a:pt x="8672" y="14195"/>
                    <a:pt x="10356" y="14343"/>
                    <a:pt x="12121" y="14343"/>
                  </a:cubicBezTo>
                  <a:cubicBezTo>
                    <a:pt x="13968" y="14343"/>
                    <a:pt x="15904" y="14181"/>
                    <a:pt x="17957" y="13858"/>
                  </a:cubicBezTo>
                  <a:cubicBezTo>
                    <a:pt x="23076" y="13055"/>
                    <a:pt x="27790" y="10978"/>
                    <a:pt x="32121" y="8853"/>
                  </a:cubicBezTo>
                  <a:lnTo>
                    <a:pt x="32595" y="8620"/>
                  </a:lnTo>
                  <a:cubicBezTo>
                    <a:pt x="37243" y="6337"/>
                    <a:pt x="42049" y="3980"/>
                    <a:pt x="47066" y="2784"/>
                  </a:cubicBezTo>
                  <a:cubicBezTo>
                    <a:pt x="53031" y="1361"/>
                    <a:pt x="58397" y="590"/>
                    <a:pt x="63469" y="426"/>
                  </a:cubicBezTo>
                  <a:cubicBezTo>
                    <a:pt x="64044" y="408"/>
                    <a:pt x="64620" y="399"/>
                    <a:pt x="65198" y="399"/>
                  </a:cubicBezTo>
                  <a:close/>
                  <a:moveTo>
                    <a:pt x="65203" y="1"/>
                  </a:moveTo>
                  <a:cubicBezTo>
                    <a:pt x="64619" y="1"/>
                    <a:pt x="64036" y="10"/>
                    <a:pt x="63455" y="29"/>
                  </a:cubicBezTo>
                  <a:cubicBezTo>
                    <a:pt x="58355" y="192"/>
                    <a:pt x="52963" y="968"/>
                    <a:pt x="46970" y="2396"/>
                  </a:cubicBezTo>
                  <a:cubicBezTo>
                    <a:pt x="41911" y="3604"/>
                    <a:pt x="37084" y="5971"/>
                    <a:pt x="32416" y="8263"/>
                  </a:cubicBezTo>
                  <a:lnTo>
                    <a:pt x="31942" y="8496"/>
                  </a:lnTo>
                  <a:cubicBezTo>
                    <a:pt x="27640" y="10606"/>
                    <a:pt x="22957" y="12670"/>
                    <a:pt x="17892" y="13466"/>
                  </a:cubicBezTo>
                  <a:cubicBezTo>
                    <a:pt x="15860" y="13785"/>
                    <a:pt x="13946" y="13945"/>
                    <a:pt x="12120" y="13945"/>
                  </a:cubicBezTo>
                  <a:cubicBezTo>
                    <a:pt x="10379" y="13945"/>
                    <a:pt x="8719" y="13799"/>
                    <a:pt x="7116" y="13508"/>
                  </a:cubicBezTo>
                  <a:cubicBezTo>
                    <a:pt x="4584" y="13050"/>
                    <a:pt x="2294" y="12211"/>
                    <a:pt x="305" y="11012"/>
                  </a:cubicBezTo>
                  <a:lnTo>
                    <a:pt x="0" y="10828"/>
                  </a:lnTo>
                  <a:lnTo>
                    <a:pt x="0" y="19337"/>
                  </a:lnTo>
                  <a:lnTo>
                    <a:pt x="193" y="19345"/>
                  </a:lnTo>
                  <a:cubicBezTo>
                    <a:pt x="1788" y="19417"/>
                    <a:pt x="3552" y="19474"/>
                    <a:pt x="5427" y="19474"/>
                  </a:cubicBezTo>
                  <a:cubicBezTo>
                    <a:pt x="9110" y="19474"/>
                    <a:pt x="13220" y="19251"/>
                    <a:pt x="17311" y="18469"/>
                  </a:cubicBezTo>
                  <a:cubicBezTo>
                    <a:pt x="22324" y="17509"/>
                    <a:pt x="26904" y="15636"/>
                    <a:pt x="31309" y="12740"/>
                  </a:cubicBezTo>
                  <a:cubicBezTo>
                    <a:pt x="33791" y="11110"/>
                    <a:pt x="36725" y="10287"/>
                    <a:pt x="40058" y="10287"/>
                  </a:cubicBezTo>
                  <a:cubicBezTo>
                    <a:pt x="40845" y="10287"/>
                    <a:pt x="41654" y="10333"/>
                    <a:pt x="42485" y="10425"/>
                  </a:cubicBezTo>
                  <a:cubicBezTo>
                    <a:pt x="47895" y="11021"/>
                    <a:pt x="53139" y="13156"/>
                    <a:pt x="58211" y="15220"/>
                  </a:cubicBezTo>
                  <a:cubicBezTo>
                    <a:pt x="61257" y="16459"/>
                    <a:pt x="64408" y="17742"/>
                    <a:pt x="67568" y="18681"/>
                  </a:cubicBezTo>
                  <a:cubicBezTo>
                    <a:pt x="72838" y="20248"/>
                    <a:pt x="78452" y="21200"/>
                    <a:pt x="84253" y="21507"/>
                  </a:cubicBezTo>
                  <a:cubicBezTo>
                    <a:pt x="85207" y="21557"/>
                    <a:pt x="86216" y="21596"/>
                    <a:pt x="87255" y="21596"/>
                  </a:cubicBezTo>
                  <a:cubicBezTo>
                    <a:pt x="89341" y="21596"/>
                    <a:pt x="91554" y="21438"/>
                    <a:pt x="93697" y="20904"/>
                  </a:cubicBezTo>
                  <a:cubicBezTo>
                    <a:pt x="95795" y="20381"/>
                    <a:pt x="98654" y="19332"/>
                    <a:pt x="99293" y="16292"/>
                  </a:cubicBezTo>
                  <a:cubicBezTo>
                    <a:pt x="99857" y="13600"/>
                    <a:pt x="98614" y="11035"/>
                    <a:pt x="95596" y="8666"/>
                  </a:cubicBezTo>
                  <a:cubicBezTo>
                    <a:pt x="92859" y="6520"/>
                    <a:pt x="89747" y="5193"/>
                    <a:pt x="87062" y="4178"/>
                  </a:cubicBezTo>
                  <a:cubicBezTo>
                    <a:pt x="79719" y="1402"/>
                    <a:pt x="72371" y="1"/>
                    <a:pt x="652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 name="Google Shape;712;p24"/>
            <p:cNvGrpSpPr/>
            <p:nvPr/>
          </p:nvGrpSpPr>
          <p:grpSpPr>
            <a:xfrm>
              <a:off x="-97224" y="-2432400"/>
              <a:ext cx="9377821" cy="2147740"/>
              <a:chOff x="-97224" y="-2432400"/>
              <a:chExt cx="9377821" cy="2147740"/>
            </a:xfrm>
          </p:grpSpPr>
          <p:sp>
            <p:nvSpPr>
              <p:cNvPr id="713" name="Google Shape;713;p24"/>
              <p:cNvSpPr/>
              <p:nvPr/>
            </p:nvSpPr>
            <p:spPr>
              <a:xfrm>
                <a:off x="-89101" y="-2359847"/>
                <a:ext cx="9361814" cy="2075187"/>
              </a:xfrm>
              <a:custGeom>
                <a:rect b="b" l="l" r="r" t="t"/>
                <a:pathLst>
                  <a:path extrusionOk="0" h="51857" w="233943">
                    <a:moveTo>
                      <a:pt x="114254" y="0"/>
                    </a:moveTo>
                    <a:cubicBezTo>
                      <a:pt x="113814" y="3337"/>
                      <a:pt x="107760" y="3970"/>
                      <a:pt x="105882" y="4185"/>
                    </a:cubicBezTo>
                    <a:cubicBezTo>
                      <a:pt x="103480" y="4463"/>
                      <a:pt x="101037" y="4580"/>
                      <a:pt x="98593" y="4580"/>
                    </a:cubicBezTo>
                    <a:cubicBezTo>
                      <a:pt x="96187" y="4580"/>
                      <a:pt x="93780" y="4466"/>
                      <a:pt x="91413" y="4277"/>
                    </a:cubicBezTo>
                    <a:cubicBezTo>
                      <a:pt x="83262" y="3622"/>
                      <a:pt x="75254" y="1586"/>
                      <a:pt x="67197" y="2"/>
                    </a:cubicBezTo>
                    <a:lnTo>
                      <a:pt x="3161" y="2"/>
                    </a:lnTo>
                    <a:cubicBezTo>
                      <a:pt x="1415" y="2"/>
                      <a:pt x="0" y="1794"/>
                      <a:pt x="0" y="4003"/>
                    </a:cubicBezTo>
                    <a:lnTo>
                      <a:pt x="0" y="12983"/>
                    </a:lnTo>
                    <a:cubicBezTo>
                      <a:pt x="752" y="13703"/>
                      <a:pt x="1532" y="14304"/>
                      <a:pt x="2202" y="14753"/>
                    </a:cubicBezTo>
                    <a:cubicBezTo>
                      <a:pt x="5867" y="17202"/>
                      <a:pt x="10108" y="17905"/>
                      <a:pt x="14266" y="17905"/>
                    </a:cubicBezTo>
                    <a:cubicBezTo>
                      <a:pt x="15542" y="17905"/>
                      <a:pt x="16811" y="17839"/>
                      <a:pt x="18052" y="17736"/>
                    </a:cubicBezTo>
                    <a:cubicBezTo>
                      <a:pt x="23329" y="17301"/>
                      <a:pt x="28524" y="16026"/>
                      <a:pt x="33704" y="14740"/>
                    </a:cubicBezTo>
                    <a:cubicBezTo>
                      <a:pt x="40948" y="12940"/>
                      <a:pt x="48135" y="10828"/>
                      <a:pt x="55442" y="9439"/>
                    </a:cubicBezTo>
                    <a:cubicBezTo>
                      <a:pt x="61321" y="8322"/>
                      <a:pt x="67233" y="7670"/>
                      <a:pt x="73167" y="7670"/>
                    </a:cubicBezTo>
                    <a:cubicBezTo>
                      <a:pt x="74688" y="7670"/>
                      <a:pt x="76210" y="7713"/>
                      <a:pt x="77734" y="7802"/>
                    </a:cubicBezTo>
                    <a:cubicBezTo>
                      <a:pt x="85106" y="8232"/>
                      <a:pt x="92423" y="9785"/>
                      <a:pt x="99530" y="12287"/>
                    </a:cubicBezTo>
                    <a:cubicBezTo>
                      <a:pt x="102317" y="13268"/>
                      <a:pt x="105115" y="14314"/>
                      <a:pt x="107858" y="15489"/>
                    </a:cubicBezTo>
                    <a:cubicBezTo>
                      <a:pt x="110332" y="16548"/>
                      <a:pt x="112809" y="17789"/>
                      <a:pt x="115004" y="19608"/>
                    </a:cubicBezTo>
                    <a:cubicBezTo>
                      <a:pt x="117824" y="21944"/>
                      <a:pt x="120303" y="25852"/>
                      <a:pt x="120226" y="30339"/>
                    </a:cubicBezTo>
                    <a:cubicBezTo>
                      <a:pt x="120101" y="37466"/>
                      <a:pt x="112935" y="40330"/>
                      <a:pt x="108516" y="41748"/>
                    </a:cubicBezTo>
                    <a:cubicBezTo>
                      <a:pt x="101630" y="43955"/>
                      <a:pt x="94414" y="44564"/>
                      <a:pt x="87337" y="44821"/>
                    </a:cubicBezTo>
                    <a:cubicBezTo>
                      <a:pt x="84855" y="44912"/>
                      <a:pt x="82371" y="44958"/>
                      <a:pt x="79887" y="44958"/>
                    </a:cubicBezTo>
                    <a:cubicBezTo>
                      <a:pt x="73140" y="44958"/>
                      <a:pt x="66393" y="44612"/>
                      <a:pt x="59673" y="43851"/>
                    </a:cubicBezTo>
                    <a:cubicBezTo>
                      <a:pt x="52128" y="42997"/>
                      <a:pt x="44620" y="41722"/>
                      <a:pt x="37128" y="40332"/>
                    </a:cubicBezTo>
                    <a:cubicBezTo>
                      <a:pt x="29596" y="38936"/>
                      <a:pt x="22076" y="37257"/>
                      <a:pt x="14513" y="36145"/>
                    </a:cubicBezTo>
                    <a:cubicBezTo>
                      <a:pt x="10469" y="35552"/>
                      <a:pt x="6279" y="35103"/>
                      <a:pt x="2100" y="35103"/>
                    </a:cubicBezTo>
                    <a:cubicBezTo>
                      <a:pt x="1400" y="35103"/>
                      <a:pt x="700" y="35116"/>
                      <a:pt x="0" y="35142"/>
                    </a:cubicBezTo>
                    <a:lnTo>
                      <a:pt x="0" y="41392"/>
                    </a:lnTo>
                    <a:cubicBezTo>
                      <a:pt x="3897" y="40406"/>
                      <a:pt x="7757" y="39113"/>
                      <a:pt x="11701" y="38520"/>
                    </a:cubicBezTo>
                    <a:cubicBezTo>
                      <a:pt x="12850" y="38347"/>
                      <a:pt x="14002" y="38268"/>
                      <a:pt x="15153" y="38268"/>
                    </a:cubicBezTo>
                    <a:cubicBezTo>
                      <a:pt x="18352" y="38268"/>
                      <a:pt x="21545" y="38880"/>
                      <a:pt x="24665" y="39789"/>
                    </a:cubicBezTo>
                    <a:cubicBezTo>
                      <a:pt x="29176" y="41103"/>
                      <a:pt x="33559" y="43015"/>
                      <a:pt x="37996" y="44675"/>
                    </a:cubicBezTo>
                    <a:cubicBezTo>
                      <a:pt x="42689" y="46433"/>
                      <a:pt x="47479" y="47692"/>
                      <a:pt x="52300" y="48740"/>
                    </a:cubicBezTo>
                    <a:cubicBezTo>
                      <a:pt x="61496" y="50745"/>
                      <a:pt x="70937" y="51857"/>
                      <a:pt x="80373" y="51857"/>
                    </a:cubicBezTo>
                    <a:cubicBezTo>
                      <a:pt x="91348" y="51857"/>
                      <a:pt x="102317" y="50352"/>
                      <a:pt x="112889" y="46997"/>
                    </a:cubicBezTo>
                    <a:cubicBezTo>
                      <a:pt x="122215" y="44038"/>
                      <a:pt x="130897" y="39216"/>
                      <a:pt x="139694" y="34414"/>
                    </a:cubicBezTo>
                    <a:cubicBezTo>
                      <a:pt x="143466" y="32352"/>
                      <a:pt x="147358" y="30634"/>
                      <a:pt x="151383" y="29556"/>
                    </a:cubicBezTo>
                    <a:cubicBezTo>
                      <a:pt x="155813" y="28370"/>
                      <a:pt x="160303" y="28105"/>
                      <a:pt x="164816" y="27914"/>
                    </a:cubicBezTo>
                    <a:cubicBezTo>
                      <a:pt x="167320" y="27807"/>
                      <a:pt x="169825" y="27756"/>
                      <a:pt x="172331" y="27756"/>
                    </a:cubicBezTo>
                    <a:cubicBezTo>
                      <a:pt x="189289" y="27756"/>
                      <a:pt x="206270" y="30094"/>
                      <a:pt x="222996" y="33398"/>
                    </a:cubicBezTo>
                    <a:cubicBezTo>
                      <a:pt x="226644" y="34116"/>
                      <a:pt x="230302" y="34924"/>
                      <a:pt x="233942" y="35864"/>
                    </a:cubicBezTo>
                    <a:lnTo>
                      <a:pt x="233942" y="9938"/>
                    </a:lnTo>
                    <a:cubicBezTo>
                      <a:pt x="233216" y="9925"/>
                      <a:pt x="232489" y="9919"/>
                      <a:pt x="231762" y="9919"/>
                    </a:cubicBezTo>
                    <a:cubicBezTo>
                      <a:pt x="219843" y="9919"/>
                      <a:pt x="207922" y="11530"/>
                      <a:pt x="196068" y="12904"/>
                    </a:cubicBezTo>
                    <a:cubicBezTo>
                      <a:pt x="188339" y="13801"/>
                      <a:pt x="180609" y="14806"/>
                      <a:pt x="172944" y="16393"/>
                    </a:cubicBezTo>
                    <a:cubicBezTo>
                      <a:pt x="169135" y="17181"/>
                      <a:pt x="165343" y="18112"/>
                      <a:pt x="161591" y="19260"/>
                    </a:cubicBezTo>
                    <a:cubicBezTo>
                      <a:pt x="158213" y="20291"/>
                      <a:pt x="155063" y="21813"/>
                      <a:pt x="151893" y="23606"/>
                    </a:cubicBezTo>
                    <a:cubicBezTo>
                      <a:pt x="147715" y="25970"/>
                      <a:pt x="143374" y="28204"/>
                      <a:pt x="138868" y="28204"/>
                    </a:cubicBezTo>
                    <a:cubicBezTo>
                      <a:pt x="137422" y="28204"/>
                      <a:pt x="135960" y="27974"/>
                      <a:pt x="134480" y="27445"/>
                    </a:cubicBezTo>
                    <a:cubicBezTo>
                      <a:pt x="129632" y="25711"/>
                      <a:pt x="125716" y="20547"/>
                      <a:pt x="125484" y="13951"/>
                    </a:cubicBezTo>
                    <a:cubicBezTo>
                      <a:pt x="125286" y="8300"/>
                      <a:pt x="129601" y="6027"/>
                      <a:pt x="133294" y="5020"/>
                    </a:cubicBezTo>
                    <a:cubicBezTo>
                      <a:pt x="139570" y="3307"/>
                      <a:pt x="146074" y="3151"/>
                      <a:pt x="152463" y="3078"/>
                    </a:cubicBezTo>
                    <a:cubicBezTo>
                      <a:pt x="160083" y="2991"/>
                      <a:pt x="167851" y="3042"/>
                      <a:pt x="175233" y="328"/>
                    </a:cubicBezTo>
                    <a:cubicBezTo>
                      <a:pt x="175511" y="226"/>
                      <a:pt x="175788" y="116"/>
                      <a:pt x="176066"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4"/>
              <p:cNvSpPr/>
              <p:nvPr/>
            </p:nvSpPr>
            <p:spPr>
              <a:xfrm>
                <a:off x="-97224" y="-2432400"/>
                <a:ext cx="9377821" cy="2090634"/>
              </a:xfrm>
              <a:custGeom>
                <a:rect b="b" l="l" r="r" t="t"/>
                <a:pathLst>
                  <a:path extrusionOk="0" h="52243" w="234343">
                    <a:moveTo>
                      <a:pt x="67361" y="400"/>
                    </a:moveTo>
                    <a:cubicBezTo>
                      <a:pt x="69340" y="790"/>
                      <a:pt x="71349" y="1215"/>
                      <a:pt x="73292" y="1625"/>
                    </a:cubicBezTo>
                    <a:cubicBezTo>
                      <a:pt x="79265" y="2884"/>
                      <a:pt x="85439" y="4185"/>
                      <a:pt x="91598" y="4680"/>
                    </a:cubicBezTo>
                    <a:cubicBezTo>
                      <a:pt x="94144" y="4885"/>
                      <a:pt x="96537" y="4987"/>
                      <a:pt x="98805" y="4987"/>
                    </a:cubicBezTo>
                    <a:cubicBezTo>
                      <a:pt x="101387" y="4987"/>
                      <a:pt x="103808" y="4854"/>
                      <a:pt x="106108" y="4590"/>
                    </a:cubicBezTo>
                    <a:lnTo>
                      <a:pt x="106218" y="4577"/>
                    </a:lnTo>
                    <a:cubicBezTo>
                      <a:pt x="108158" y="4354"/>
                      <a:pt x="114000" y="3685"/>
                      <a:pt x="114628" y="406"/>
                    </a:cubicBezTo>
                    <a:lnTo>
                      <a:pt x="175193" y="406"/>
                    </a:lnTo>
                    <a:cubicBezTo>
                      <a:pt x="168249" y="2915"/>
                      <a:pt x="160889" y="2994"/>
                      <a:pt x="153768" y="3069"/>
                    </a:cubicBezTo>
                    <a:lnTo>
                      <a:pt x="152665" y="3082"/>
                    </a:lnTo>
                    <a:cubicBezTo>
                      <a:pt x="145764" y="3162"/>
                      <a:pt x="139551" y="3364"/>
                      <a:pt x="133446" y="5030"/>
                    </a:cubicBezTo>
                    <a:cubicBezTo>
                      <a:pt x="128003" y="6516"/>
                      <a:pt x="125326" y="9588"/>
                      <a:pt x="125487" y="14164"/>
                    </a:cubicBezTo>
                    <a:cubicBezTo>
                      <a:pt x="125709" y="20471"/>
                      <a:pt x="129379" y="25966"/>
                      <a:pt x="134618" y="27839"/>
                    </a:cubicBezTo>
                    <a:cubicBezTo>
                      <a:pt x="136131" y="28380"/>
                      <a:pt x="137619" y="28617"/>
                      <a:pt x="139091" y="28617"/>
                    </a:cubicBezTo>
                    <a:cubicBezTo>
                      <a:pt x="143547" y="28617"/>
                      <a:pt x="147847" y="26448"/>
                      <a:pt x="152196" y="23987"/>
                    </a:cubicBezTo>
                    <a:cubicBezTo>
                      <a:pt x="155813" y="21943"/>
                      <a:pt x="158880" y="20567"/>
                      <a:pt x="161854" y="19658"/>
                    </a:cubicBezTo>
                    <a:cubicBezTo>
                      <a:pt x="165379" y="18581"/>
                      <a:pt x="169085" y="17643"/>
                      <a:pt x="173189" y="16795"/>
                    </a:cubicBezTo>
                    <a:cubicBezTo>
                      <a:pt x="180974" y="15181"/>
                      <a:pt x="188894" y="14166"/>
                      <a:pt x="196294" y="13308"/>
                    </a:cubicBezTo>
                    <a:cubicBezTo>
                      <a:pt x="197767" y="13138"/>
                      <a:pt x="199245" y="12964"/>
                      <a:pt x="200722" y="12788"/>
                    </a:cubicBezTo>
                    <a:cubicBezTo>
                      <a:pt x="210970" y="11576"/>
                      <a:pt x="221543" y="10326"/>
                      <a:pt x="231999" y="10326"/>
                    </a:cubicBezTo>
                    <a:cubicBezTo>
                      <a:pt x="232648" y="10326"/>
                      <a:pt x="233296" y="10331"/>
                      <a:pt x="233944" y="10341"/>
                    </a:cubicBezTo>
                    <a:lnTo>
                      <a:pt x="233944" y="35809"/>
                    </a:lnTo>
                    <a:cubicBezTo>
                      <a:pt x="230629" y="34959"/>
                      <a:pt x="227123" y="34173"/>
                      <a:pt x="223236" y="33405"/>
                    </a:cubicBezTo>
                    <a:cubicBezTo>
                      <a:pt x="203906" y="29587"/>
                      <a:pt x="187591" y="27758"/>
                      <a:pt x="172597" y="27758"/>
                    </a:cubicBezTo>
                    <a:cubicBezTo>
                      <a:pt x="170032" y="27758"/>
                      <a:pt x="167505" y="27812"/>
                      <a:pt x="165009" y="27918"/>
                    </a:cubicBezTo>
                    <a:cubicBezTo>
                      <a:pt x="160422" y="28112"/>
                      <a:pt x="155941" y="28387"/>
                      <a:pt x="151533" y="29567"/>
                    </a:cubicBezTo>
                    <a:cubicBezTo>
                      <a:pt x="147826" y="30560"/>
                      <a:pt x="143986" y="32153"/>
                      <a:pt x="139798" y="34441"/>
                    </a:cubicBezTo>
                    <a:lnTo>
                      <a:pt x="138875" y="34945"/>
                    </a:lnTo>
                    <a:cubicBezTo>
                      <a:pt x="130584" y="39473"/>
                      <a:pt x="122011" y="44161"/>
                      <a:pt x="113029" y="47009"/>
                    </a:cubicBezTo>
                    <a:cubicBezTo>
                      <a:pt x="102889" y="50226"/>
                      <a:pt x="91919" y="51840"/>
                      <a:pt x="80509" y="51840"/>
                    </a:cubicBezTo>
                    <a:cubicBezTo>
                      <a:pt x="71401" y="51840"/>
                      <a:pt x="62013" y="50811"/>
                      <a:pt x="52541" y="48749"/>
                    </a:cubicBezTo>
                    <a:cubicBezTo>
                      <a:pt x="46930" y="47526"/>
                      <a:pt x="42394" y="46236"/>
                      <a:pt x="38264" y="44691"/>
                    </a:cubicBezTo>
                    <a:cubicBezTo>
                      <a:pt x="36953" y="44199"/>
                      <a:pt x="35624" y="43678"/>
                      <a:pt x="34338" y="43172"/>
                    </a:cubicBezTo>
                    <a:cubicBezTo>
                      <a:pt x="31276" y="41971"/>
                      <a:pt x="28107" y="40726"/>
                      <a:pt x="24921" y="39799"/>
                    </a:cubicBezTo>
                    <a:cubicBezTo>
                      <a:pt x="21414" y="38777"/>
                      <a:pt x="18247" y="38271"/>
                      <a:pt x="15326" y="38271"/>
                    </a:cubicBezTo>
                    <a:cubicBezTo>
                      <a:pt x="14137" y="38271"/>
                      <a:pt x="12987" y="38356"/>
                      <a:pt x="11874" y="38521"/>
                    </a:cubicBezTo>
                    <a:cubicBezTo>
                      <a:pt x="9119" y="38936"/>
                      <a:pt x="6366" y="39703"/>
                      <a:pt x="3703" y="40442"/>
                    </a:cubicBezTo>
                    <a:cubicBezTo>
                      <a:pt x="2622" y="40742"/>
                      <a:pt x="1508" y="41053"/>
                      <a:pt x="406" y="41335"/>
                    </a:cubicBezTo>
                    <a:lnTo>
                      <a:pt x="406" y="35538"/>
                    </a:lnTo>
                    <a:cubicBezTo>
                      <a:pt x="1027" y="35516"/>
                      <a:pt x="1658" y="35506"/>
                      <a:pt x="2301" y="35506"/>
                    </a:cubicBezTo>
                    <a:cubicBezTo>
                      <a:pt x="5902" y="35506"/>
                      <a:pt x="9901" y="35844"/>
                      <a:pt x="14687" y="36547"/>
                    </a:cubicBezTo>
                    <a:cubicBezTo>
                      <a:pt x="19745" y="37290"/>
                      <a:pt x="24868" y="38304"/>
                      <a:pt x="29822" y="39284"/>
                    </a:cubicBezTo>
                    <a:cubicBezTo>
                      <a:pt x="32271" y="39769"/>
                      <a:pt x="34802" y="40270"/>
                      <a:pt x="37296" y="40733"/>
                    </a:cubicBezTo>
                    <a:cubicBezTo>
                      <a:pt x="43914" y="41961"/>
                      <a:pt x="51770" y="43339"/>
                      <a:pt x="59854" y="44254"/>
                    </a:cubicBezTo>
                    <a:cubicBezTo>
                      <a:pt x="66359" y="44990"/>
                      <a:pt x="73165" y="45361"/>
                      <a:pt x="80163" y="45361"/>
                    </a:cubicBezTo>
                    <a:cubicBezTo>
                      <a:pt x="82603" y="45361"/>
                      <a:pt x="85067" y="45316"/>
                      <a:pt x="87550" y="45225"/>
                    </a:cubicBezTo>
                    <a:cubicBezTo>
                      <a:pt x="94026" y="44991"/>
                      <a:pt x="101613" y="44441"/>
                      <a:pt x="108780" y="42142"/>
                    </a:cubicBezTo>
                    <a:cubicBezTo>
                      <a:pt x="113810" y="40529"/>
                      <a:pt x="120508" y="37574"/>
                      <a:pt x="120629" y="30544"/>
                    </a:cubicBezTo>
                    <a:cubicBezTo>
                      <a:pt x="120696" y="26529"/>
                      <a:pt x="118718" y="22458"/>
                      <a:pt x="115334" y="19654"/>
                    </a:cubicBezTo>
                    <a:cubicBezTo>
                      <a:pt x="112985" y="17708"/>
                      <a:pt x="110379" y="16465"/>
                      <a:pt x="108140" y="15506"/>
                    </a:cubicBezTo>
                    <a:cubicBezTo>
                      <a:pt x="105719" y="14467"/>
                      <a:pt x="103070" y="13450"/>
                      <a:pt x="99798" y="12298"/>
                    </a:cubicBezTo>
                    <a:cubicBezTo>
                      <a:pt x="92520" y="9735"/>
                      <a:pt x="85169" y="8223"/>
                      <a:pt x="77949" y="7802"/>
                    </a:cubicBezTo>
                    <a:cubicBezTo>
                      <a:pt x="76425" y="7713"/>
                      <a:pt x="74890" y="7669"/>
                      <a:pt x="73339" y="7669"/>
                    </a:cubicBezTo>
                    <a:cubicBezTo>
                      <a:pt x="67706" y="7669"/>
                      <a:pt x="61863" y="8255"/>
                      <a:pt x="55605" y="9443"/>
                    </a:cubicBezTo>
                    <a:cubicBezTo>
                      <a:pt x="50502" y="10413"/>
                      <a:pt x="45374" y="11757"/>
                      <a:pt x="40416" y="13057"/>
                    </a:cubicBezTo>
                    <a:cubicBezTo>
                      <a:pt x="38267" y="13620"/>
                      <a:pt x="36046" y="14201"/>
                      <a:pt x="33857" y="14746"/>
                    </a:cubicBezTo>
                    <a:cubicBezTo>
                      <a:pt x="29050" y="15939"/>
                      <a:pt x="23603" y="17293"/>
                      <a:pt x="18238" y="17736"/>
                    </a:cubicBezTo>
                    <a:cubicBezTo>
                      <a:pt x="17038" y="17835"/>
                      <a:pt x="15751" y="17910"/>
                      <a:pt x="14415" y="17910"/>
                    </a:cubicBezTo>
                    <a:cubicBezTo>
                      <a:pt x="10534" y="17910"/>
                      <a:pt x="6246" y="17280"/>
                      <a:pt x="2517" y="14787"/>
                    </a:cubicBezTo>
                    <a:cubicBezTo>
                      <a:pt x="2004" y="14446"/>
                      <a:pt x="1229" y="13878"/>
                      <a:pt x="403" y="13098"/>
                    </a:cubicBezTo>
                    <a:lnTo>
                      <a:pt x="403" y="4204"/>
                    </a:lnTo>
                    <a:cubicBezTo>
                      <a:pt x="403" y="2108"/>
                      <a:pt x="1731" y="405"/>
                      <a:pt x="3364" y="405"/>
                    </a:cubicBezTo>
                    <a:lnTo>
                      <a:pt x="67361" y="400"/>
                    </a:lnTo>
                    <a:close/>
                    <a:moveTo>
                      <a:pt x="114278" y="0"/>
                    </a:moveTo>
                    <a:lnTo>
                      <a:pt x="114255" y="176"/>
                    </a:lnTo>
                    <a:cubicBezTo>
                      <a:pt x="113845" y="3294"/>
                      <a:pt x="108068" y="3957"/>
                      <a:pt x="106170" y="4175"/>
                    </a:cubicBezTo>
                    <a:lnTo>
                      <a:pt x="106061" y="4187"/>
                    </a:lnTo>
                    <a:cubicBezTo>
                      <a:pt x="103777" y="4451"/>
                      <a:pt x="101371" y="4582"/>
                      <a:pt x="98803" y="4582"/>
                    </a:cubicBezTo>
                    <a:cubicBezTo>
                      <a:pt x="96546" y="4582"/>
                      <a:pt x="94164" y="4481"/>
                      <a:pt x="91630" y="4277"/>
                    </a:cubicBezTo>
                    <a:cubicBezTo>
                      <a:pt x="85496" y="3785"/>
                      <a:pt x="79335" y="2485"/>
                      <a:pt x="73374" y="1229"/>
                    </a:cubicBezTo>
                    <a:cubicBezTo>
                      <a:pt x="71430" y="820"/>
                      <a:pt x="69420" y="395"/>
                      <a:pt x="67400" y="2"/>
                    </a:cubicBezTo>
                    <a:lnTo>
                      <a:pt x="3365" y="2"/>
                    </a:lnTo>
                    <a:cubicBezTo>
                      <a:pt x="1511" y="2"/>
                      <a:pt x="3" y="1889"/>
                      <a:pt x="3" y="4205"/>
                    </a:cubicBezTo>
                    <a:lnTo>
                      <a:pt x="3" y="13267"/>
                    </a:lnTo>
                    <a:lnTo>
                      <a:pt x="66" y="13327"/>
                    </a:lnTo>
                    <a:cubicBezTo>
                      <a:pt x="935" y="14157"/>
                      <a:pt x="1758" y="14760"/>
                      <a:pt x="2295" y="15120"/>
                    </a:cubicBezTo>
                    <a:cubicBezTo>
                      <a:pt x="6107" y="17668"/>
                      <a:pt x="10473" y="18312"/>
                      <a:pt x="14416" y="18312"/>
                    </a:cubicBezTo>
                    <a:cubicBezTo>
                      <a:pt x="15764" y="18312"/>
                      <a:pt x="17063" y="18236"/>
                      <a:pt x="18274" y="18136"/>
                    </a:cubicBezTo>
                    <a:cubicBezTo>
                      <a:pt x="23670" y="17692"/>
                      <a:pt x="29134" y="16335"/>
                      <a:pt x="33955" y="15136"/>
                    </a:cubicBezTo>
                    <a:cubicBezTo>
                      <a:pt x="36148" y="14591"/>
                      <a:pt x="38370" y="14008"/>
                      <a:pt x="40521" y="13444"/>
                    </a:cubicBezTo>
                    <a:cubicBezTo>
                      <a:pt x="45471" y="12145"/>
                      <a:pt x="50591" y="10802"/>
                      <a:pt x="55682" y="9836"/>
                    </a:cubicBezTo>
                    <a:cubicBezTo>
                      <a:pt x="61914" y="8652"/>
                      <a:pt x="67733" y="8068"/>
                      <a:pt x="73339" y="8068"/>
                    </a:cubicBezTo>
                    <a:cubicBezTo>
                      <a:pt x="74883" y="8068"/>
                      <a:pt x="76410" y="8112"/>
                      <a:pt x="77924" y="8200"/>
                    </a:cubicBezTo>
                    <a:cubicBezTo>
                      <a:pt x="85109" y="8620"/>
                      <a:pt x="92423" y="10126"/>
                      <a:pt x="99664" y="12674"/>
                    </a:cubicBezTo>
                    <a:cubicBezTo>
                      <a:pt x="102926" y="13823"/>
                      <a:pt x="105569" y="14839"/>
                      <a:pt x="107978" y="15872"/>
                    </a:cubicBezTo>
                    <a:cubicBezTo>
                      <a:pt x="110192" y="16820"/>
                      <a:pt x="112765" y="18046"/>
                      <a:pt x="115074" y="19959"/>
                    </a:cubicBezTo>
                    <a:cubicBezTo>
                      <a:pt x="118366" y="22686"/>
                      <a:pt x="120289" y="26638"/>
                      <a:pt x="120224" y="30531"/>
                    </a:cubicBezTo>
                    <a:cubicBezTo>
                      <a:pt x="120108" y="37304"/>
                      <a:pt x="113565" y="40179"/>
                      <a:pt x="108656" y="41753"/>
                    </a:cubicBezTo>
                    <a:cubicBezTo>
                      <a:pt x="101534" y="44037"/>
                      <a:pt x="93982" y="44584"/>
                      <a:pt x="87532" y="44818"/>
                    </a:cubicBezTo>
                    <a:cubicBezTo>
                      <a:pt x="85053" y="44908"/>
                      <a:pt x="82593" y="44953"/>
                      <a:pt x="80156" y="44953"/>
                    </a:cubicBezTo>
                    <a:cubicBezTo>
                      <a:pt x="73174" y="44953"/>
                      <a:pt x="66385" y="44584"/>
                      <a:pt x="59897" y="43849"/>
                    </a:cubicBezTo>
                    <a:cubicBezTo>
                      <a:pt x="51824" y="42936"/>
                      <a:pt x="43978" y="41560"/>
                      <a:pt x="37366" y="40335"/>
                    </a:cubicBezTo>
                    <a:cubicBezTo>
                      <a:pt x="34874" y="39874"/>
                      <a:pt x="32343" y="39371"/>
                      <a:pt x="29894" y="38889"/>
                    </a:cubicBezTo>
                    <a:cubicBezTo>
                      <a:pt x="24935" y="37906"/>
                      <a:pt x="19807" y="36891"/>
                      <a:pt x="14740" y="36147"/>
                    </a:cubicBezTo>
                    <a:cubicBezTo>
                      <a:pt x="9938" y="35440"/>
                      <a:pt x="5923" y="35101"/>
                      <a:pt x="2306" y="35101"/>
                    </a:cubicBezTo>
                    <a:cubicBezTo>
                      <a:pt x="1587" y="35101"/>
                      <a:pt x="884" y="35114"/>
                      <a:pt x="193" y="35141"/>
                    </a:cubicBezTo>
                    <a:lnTo>
                      <a:pt x="0" y="35148"/>
                    </a:lnTo>
                    <a:lnTo>
                      <a:pt x="0" y="41850"/>
                    </a:lnTo>
                    <a:lnTo>
                      <a:pt x="250" y="41789"/>
                    </a:lnTo>
                    <a:cubicBezTo>
                      <a:pt x="1438" y="41486"/>
                      <a:pt x="2642" y="41153"/>
                      <a:pt x="3807" y="40829"/>
                    </a:cubicBezTo>
                    <a:cubicBezTo>
                      <a:pt x="6459" y="40093"/>
                      <a:pt x="9201" y="39331"/>
                      <a:pt x="11931" y="38920"/>
                    </a:cubicBezTo>
                    <a:cubicBezTo>
                      <a:pt x="13025" y="38755"/>
                      <a:pt x="14155" y="38672"/>
                      <a:pt x="15326" y="38672"/>
                    </a:cubicBezTo>
                    <a:cubicBezTo>
                      <a:pt x="18207" y="38672"/>
                      <a:pt x="21339" y="39173"/>
                      <a:pt x="24808" y="40183"/>
                    </a:cubicBezTo>
                    <a:cubicBezTo>
                      <a:pt x="27977" y="41106"/>
                      <a:pt x="31136" y="42346"/>
                      <a:pt x="34192" y="43547"/>
                    </a:cubicBezTo>
                    <a:cubicBezTo>
                      <a:pt x="35480" y="44051"/>
                      <a:pt x="36810" y="44575"/>
                      <a:pt x="38124" y="45065"/>
                    </a:cubicBezTo>
                    <a:cubicBezTo>
                      <a:pt x="42272" y="46618"/>
                      <a:pt x="46826" y="47913"/>
                      <a:pt x="52458" y="49140"/>
                    </a:cubicBezTo>
                    <a:cubicBezTo>
                      <a:pt x="61960" y="51209"/>
                      <a:pt x="71376" y="52242"/>
                      <a:pt x="80515" y="52242"/>
                    </a:cubicBezTo>
                    <a:cubicBezTo>
                      <a:pt x="91963" y="52242"/>
                      <a:pt x="102972" y="50622"/>
                      <a:pt x="113151" y="47393"/>
                    </a:cubicBezTo>
                    <a:cubicBezTo>
                      <a:pt x="122171" y="44531"/>
                      <a:pt x="130760" y="39837"/>
                      <a:pt x="139068" y="35298"/>
                    </a:cubicBezTo>
                    <a:lnTo>
                      <a:pt x="139990" y="34794"/>
                    </a:lnTo>
                    <a:cubicBezTo>
                      <a:pt x="144149" y="32523"/>
                      <a:pt x="147959" y="30939"/>
                      <a:pt x="151635" y="29954"/>
                    </a:cubicBezTo>
                    <a:cubicBezTo>
                      <a:pt x="156001" y="28784"/>
                      <a:pt x="160459" y="28512"/>
                      <a:pt x="165023" y="28318"/>
                    </a:cubicBezTo>
                    <a:cubicBezTo>
                      <a:pt x="167510" y="28212"/>
                      <a:pt x="170027" y="28159"/>
                      <a:pt x="172583" y="28159"/>
                    </a:cubicBezTo>
                    <a:cubicBezTo>
                      <a:pt x="187551" y="28159"/>
                      <a:pt x="203846" y="29985"/>
                      <a:pt x="223155" y="33798"/>
                    </a:cubicBezTo>
                    <a:cubicBezTo>
                      <a:pt x="227133" y="34583"/>
                      <a:pt x="230708" y="35389"/>
                      <a:pt x="234091" y="36262"/>
                    </a:cubicBezTo>
                    <a:lnTo>
                      <a:pt x="234343" y="36327"/>
                    </a:lnTo>
                    <a:lnTo>
                      <a:pt x="234343" y="9942"/>
                    </a:lnTo>
                    <a:lnTo>
                      <a:pt x="234144" y="9938"/>
                    </a:lnTo>
                    <a:cubicBezTo>
                      <a:pt x="233436" y="9926"/>
                      <a:pt x="232728" y="9920"/>
                      <a:pt x="232019" y="9920"/>
                    </a:cubicBezTo>
                    <a:cubicBezTo>
                      <a:pt x="221533" y="9920"/>
                      <a:pt x="210937" y="11173"/>
                      <a:pt x="200668" y="12387"/>
                    </a:cubicBezTo>
                    <a:cubicBezTo>
                      <a:pt x="199192" y="12560"/>
                      <a:pt x="197716" y="12735"/>
                      <a:pt x="196241" y="12907"/>
                    </a:cubicBezTo>
                    <a:cubicBezTo>
                      <a:pt x="188833" y="13765"/>
                      <a:pt x="180900" y="14784"/>
                      <a:pt x="173099" y="16399"/>
                    </a:cubicBezTo>
                    <a:cubicBezTo>
                      <a:pt x="168984" y="17250"/>
                      <a:pt x="165266" y="18189"/>
                      <a:pt x="161730" y="19271"/>
                    </a:cubicBezTo>
                    <a:cubicBezTo>
                      <a:pt x="158729" y="20188"/>
                      <a:pt x="155634" y="21574"/>
                      <a:pt x="151992" y="23636"/>
                    </a:cubicBezTo>
                    <a:cubicBezTo>
                      <a:pt x="147694" y="26067"/>
                      <a:pt x="143448" y="28211"/>
                      <a:pt x="139076" y="28211"/>
                    </a:cubicBezTo>
                    <a:cubicBezTo>
                      <a:pt x="137648" y="28211"/>
                      <a:pt x="136206" y="27982"/>
                      <a:pt x="134745" y="27459"/>
                    </a:cubicBezTo>
                    <a:cubicBezTo>
                      <a:pt x="129659" y="25640"/>
                      <a:pt x="126097" y="20292"/>
                      <a:pt x="125882" y="14148"/>
                    </a:cubicBezTo>
                    <a:cubicBezTo>
                      <a:pt x="125729" y="9782"/>
                      <a:pt x="128305" y="6844"/>
                      <a:pt x="133544" y="5415"/>
                    </a:cubicBezTo>
                    <a:cubicBezTo>
                      <a:pt x="139606" y="3761"/>
                      <a:pt x="145790" y="3559"/>
                      <a:pt x="152664" y="3482"/>
                    </a:cubicBezTo>
                    <a:lnTo>
                      <a:pt x="153767" y="3469"/>
                    </a:lnTo>
                    <a:cubicBezTo>
                      <a:pt x="160981" y="3392"/>
                      <a:pt x="168439" y="3314"/>
                      <a:pt x="175499" y="719"/>
                    </a:cubicBezTo>
                    <a:cubicBezTo>
                      <a:pt x="175781" y="617"/>
                      <a:pt x="176061" y="506"/>
                      <a:pt x="176341" y="389"/>
                    </a:cubicBezTo>
                    <a:lnTo>
                      <a:pt x="1772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5" name="Google Shape;715;p24"/>
            <p:cNvSpPr/>
            <p:nvPr/>
          </p:nvSpPr>
          <p:spPr>
            <a:xfrm>
              <a:off x="-97224" y="-942088"/>
              <a:ext cx="8367499" cy="1836163"/>
            </a:xfrm>
            <a:custGeom>
              <a:rect b="b" l="l" r="r" t="t"/>
              <a:pathLst>
                <a:path extrusionOk="0" h="45884" w="209096">
                  <a:moveTo>
                    <a:pt x="173615" y="405"/>
                  </a:moveTo>
                  <a:cubicBezTo>
                    <a:pt x="176375" y="405"/>
                    <a:pt x="179213" y="507"/>
                    <a:pt x="182050" y="829"/>
                  </a:cubicBezTo>
                  <a:cubicBezTo>
                    <a:pt x="188207" y="1528"/>
                    <a:pt x="194615" y="3672"/>
                    <a:pt x="201642" y="7381"/>
                  </a:cubicBezTo>
                  <a:lnTo>
                    <a:pt x="202000" y="7570"/>
                  </a:lnTo>
                  <a:cubicBezTo>
                    <a:pt x="204160" y="8703"/>
                    <a:pt x="207122" y="10258"/>
                    <a:pt x="208209" y="13014"/>
                  </a:cubicBezTo>
                  <a:cubicBezTo>
                    <a:pt x="208659" y="14157"/>
                    <a:pt x="208681" y="15157"/>
                    <a:pt x="208272" y="15990"/>
                  </a:cubicBezTo>
                  <a:cubicBezTo>
                    <a:pt x="207624" y="17309"/>
                    <a:pt x="205989" y="18018"/>
                    <a:pt x="204732" y="18381"/>
                  </a:cubicBezTo>
                  <a:cubicBezTo>
                    <a:pt x="201461" y="19325"/>
                    <a:pt x="198006" y="19797"/>
                    <a:pt x="194392" y="19797"/>
                  </a:cubicBezTo>
                  <a:cubicBezTo>
                    <a:pt x="190821" y="19797"/>
                    <a:pt x="187096" y="19336"/>
                    <a:pt x="183241" y="18415"/>
                  </a:cubicBezTo>
                  <a:cubicBezTo>
                    <a:pt x="179114" y="17429"/>
                    <a:pt x="174866" y="16057"/>
                    <a:pt x="170611" y="14337"/>
                  </a:cubicBezTo>
                  <a:cubicBezTo>
                    <a:pt x="166998" y="12878"/>
                    <a:pt x="163261" y="11368"/>
                    <a:pt x="159428" y="10535"/>
                  </a:cubicBezTo>
                  <a:cubicBezTo>
                    <a:pt x="157531" y="10122"/>
                    <a:pt x="155742" y="9916"/>
                    <a:pt x="154034" y="9916"/>
                  </a:cubicBezTo>
                  <a:cubicBezTo>
                    <a:pt x="152450" y="9916"/>
                    <a:pt x="150935" y="10094"/>
                    <a:pt x="149470" y="10449"/>
                  </a:cubicBezTo>
                  <a:cubicBezTo>
                    <a:pt x="145504" y="11411"/>
                    <a:pt x="142070" y="13874"/>
                    <a:pt x="138895" y="16316"/>
                  </a:cubicBezTo>
                  <a:cubicBezTo>
                    <a:pt x="136054" y="18501"/>
                    <a:pt x="133233" y="20858"/>
                    <a:pt x="130505" y="23139"/>
                  </a:cubicBezTo>
                  <a:cubicBezTo>
                    <a:pt x="126905" y="26149"/>
                    <a:pt x="123181" y="29264"/>
                    <a:pt x="119366" y="32010"/>
                  </a:cubicBezTo>
                  <a:cubicBezTo>
                    <a:pt x="107458" y="40580"/>
                    <a:pt x="92880" y="45107"/>
                    <a:pt x="76028" y="45462"/>
                  </a:cubicBezTo>
                  <a:cubicBezTo>
                    <a:pt x="75424" y="45475"/>
                    <a:pt x="74822" y="45482"/>
                    <a:pt x="74224" y="45482"/>
                  </a:cubicBezTo>
                  <a:cubicBezTo>
                    <a:pt x="58269" y="45482"/>
                    <a:pt x="44689" y="40929"/>
                    <a:pt x="33828" y="31942"/>
                  </a:cubicBezTo>
                  <a:cubicBezTo>
                    <a:pt x="27187" y="26448"/>
                    <a:pt x="20603" y="21405"/>
                    <a:pt x="13056" y="20088"/>
                  </a:cubicBezTo>
                  <a:cubicBezTo>
                    <a:pt x="11967" y="19897"/>
                    <a:pt x="10865" y="19801"/>
                    <a:pt x="9746" y="19801"/>
                  </a:cubicBezTo>
                  <a:cubicBezTo>
                    <a:pt x="6781" y="19801"/>
                    <a:pt x="3696" y="20474"/>
                    <a:pt x="406" y="21833"/>
                  </a:cubicBezTo>
                  <a:lnTo>
                    <a:pt x="406" y="14358"/>
                  </a:lnTo>
                  <a:cubicBezTo>
                    <a:pt x="1109" y="14230"/>
                    <a:pt x="1864" y="14110"/>
                    <a:pt x="2702" y="13993"/>
                  </a:cubicBezTo>
                  <a:cubicBezTo>
                    <a:pt x="5594" y="13588"/>
                    <a:pt x="8552" y="13414"/>
                    <a:pt x="11411" y="13245"/>
                  </a:cubicBezTo>
                  <a:lnTo>
                    <a:pt x="12958" y="13152"/>
                  </a:lnTo>
                  <a:cubicBezTo>
                    <a:pt x="15818" y="12978"/>
                    <a:pt x="18953" y="12785"/>
                    <a:pt x="22145" y="12785"/>
                  </a:cubicBezTo>
                  <a:cubicBezTo>
                    <a:pt x="23389" y="12785"/>
                    <a:pt x="24641" y="12814"/>
                    <a:pt x="25889" y="12885"/>
                  </a:cubicBezTo>
                  <a:cubicBezTo>
                    <a:pt x="29786" y="13104"/>
                    <a:pt x="33808" y="14150"/>
                    <a:pt x="38546" y="16169"/>
                  </a:cubicBezTo>
                  <a:cubicBezTo>
                    <a:pt x="52883" y="22283"/>
                    <a:pt x="69842" y="28659"/>
                    <a:pt x="86902" y="29591"/>
                  </a:cubicBezTo>
                  <a:cubicBezTo>
                    <a:pt x="88135" y="29659"/>
                    <a:pt x="89353" y="29692"/>
                    <a:pt x="90554" y="29692"/>
                  </a:cubicBezTo>
                  <a:cubicBezTo>
                    <a:pt x="97955" y="29692"/>
                    <a:pt x="104738" y="28414"/>
                    <a:pt x="110758" y="25880"/>
                  </a:cubicBezTo>
                  <a:cubicBezTo>
                    <a:pt x="117187" y="23174"/>
                    <a:pt x="123174" y="18993"/>
                    <a:pt x="128962" y="14950"/>
                  </a:cubicBezTo>
                  <a:cubicBezTo>
                    <a:pt x="130301" y="14015"/>
                    <a:pt x="131684" y="13050"/>
                    <a:pt x="133052" y="12117"/>
                  </a:cubicBezTo>
                  <a:cubicBezTo>
                    <a:pt x="136569" y="9716"/>
                    <a:pt x="140379" y="7249"/>
                    <a:pt x="144384" y="5460"/>
                  </a:cubicBezTo>
                  <a:cubicBezTo>
                    <a:pt x="148006" y="3842"/>
                    <a:pt x="151905" y="2608"/>
                    <a:pt x="155970" y="1792"/>
                  </a:cubicBezTo>
                  <a:cubicBezTo>
                    <a:pt x="159701" y="1042"/>
                    <a:pt x="163680" y="640"/>
                    <a:pt x="168868" y="486"/>
                  </a:cubicBezTo>
                  <a:cubicBezTo>
                    <a:pt x="170413" y="440"/>
                    <a:pt x="172001" y="405"/>
                    <a:pt x="173615" y="405"/>
                  </a:cubicBezTo>
                  <a:close/>
                  <a:moveTo>
                    <a:pt x="173609" y="0"/>
                  </a:moveTo>
                  <a:cubicBezTo>
                    <a:pt x="171993" y="0"/>
                    <a:pt x="170405" y="35"/>
                    <a:pt x="168858" y="80"/>
                  </a:cubicBezTo>
                  <a:cubicBezTo>
                    <a:pt x="163644" y="234"/>
                    <a:pt x="159645" y="639"/>
                    <a:pt x="155891" y="1393"/>
                  </a:cubicBezTo>
                  <a:cubicBezTo>
                    <a:pt x="151795" y="2216"/>
                    <a:pt x="147870" y="3459"/>
                    <a:pt x="144219" y="5088"/>
                  </a:cubicBezTo>
                  <a:cubicBezTo>
                    <a:pt x="140186" y="6888"/>
                    <a:pt x="136359" y="9369"/>
                    <a:pt x="132824" y="11781"/>
                  </a:cubicBezTo>
                  <a:cubicBezTo>
                    <a:pt x="131454" y="12715"/>
                    <a:pt x="130070" y="13683"/>
                    <a:pt x="128732" y="14617"/>
                  </a:cubicBezTo>
                  <a:cubicBezTo>
                    <a:pt x="122961" y="18648"/>
                    <a:pt x="116993" y="22817"/>
                    <a:pt x="110602" y="25506"/>
                  </a:cubicBezTo>
                  <a:cubicBezTo>
                    <a:pt x="104631" y="28019"/>
                    <a:pt x="97899" y="29287"/>
                    <a:pt x="90554" y="29287"/>
                  </a:cubicBezTo>
                  <a:cubicBezTo>
                    <a:pt x="89360" y="29287"/>
                    <a:pt x="88149" y="29254"/>
                    <a:pt x="86923" y="29187"/>
                  </a:cubicBezTo>
                  <a:cubicBezTo>
                    <a:pt x="69926" y="28261"/>
                    <a:pt x="53010" y="21898"/>
                    <a:pt x="38703" y="15797"/>
                  </a:cubicBezTo>
                  <a:cubicBezTo>
                    <a:pt x="33922" y="13758"/>
                    <a:pt x="29857" y="12704"/>
                    <a:pt x="25911" y="12481"/>
                  </a:cubicBezTo>
                  <a:cubicBezTo>
                    <a:pt x="24653" y="12410"/>
                    <a:pt x="23392" y="12381"/>
                    <a:pt x="22140" y="12381"/>
                  </a:cubicBezTo>
                  <a:cubicBezTo>
                    <a:pt x="18938" y="12381"/>
                    <a:pt x="15797" y="12572"/>
                    <a:pt x="12931" y="12748"/>
                  </a:cubicBezTo>
                  <a:lnTo>
                    <a:pt x="11384" y="12841"/>
                  </a:lnTo>
                  <a:cubicBezTo>
                    <a:pt x="8518" y="13010"/>
                    <a:pt x="5551" y="13184"/>
                    <a:pt x="2644" y="13591"/>
                  </a:cubicBezTo>
                  <a:cubicBezTo>
                    <a:pt x="1731" y="13718"/>
                    <a:pt x="921" y="13848"/>
                    <a:pt x="165" y="13990"/>
                  </a:cubicBezTo>
                  <a:lnTo>
                    <a:pt x="0" y="14020"/>
                  </a:lnTo>
                  <a:lnTo>
                    <a:pt x="0" y="22434"/>
                  </a:lnTo>
                  <a:lnTo>
                    <a:pt x="280" y="22317"/>
                  </a:lnTo>
                  <a:cubicBezTo>
                    <a:pt x="3624" y="20902"/>
                    <a:pt x="6748" y="20202"/>
                    <a:pt x="9745" y="20202"/>
                  </a:cubicBezTo>
                  <a:cubicBezTo>
                    <a:pt x="10841" y="20202"/>
                    <a:pt x="11920" y="20296"/>
                    <a:pt x="12987" y="20482"/>
                  </a:cubicBezTo>
                  <a:cubicBezTo>
                    <a:pt x="20436" y="21784"/>
                    <a:pt x="26975" y="26792"/>
                    <a:pt x="33571" y="32250"/>
                  </a:cubicBezTo>
                  <a:cubicBezTo>
                    <a:pt x="44508" y="41302"/>
                    <a:pt x="58178" y="45884"/>
                    <a:pt x="74230" y="45884"/>
                  </a:cubicBezTo>
                  <a:cubicBezTo>
                    <a:pt x="74828" y="45884"/>
                    <a:pt x="75434" y="45878"/>
                    <a:pt x="76041" y="45864"/>
                  </a:cubicBezTo>
                  <a:cubicBezTo>
                    <a:pt x="92973" y="45507"/>
                    <a:pt x="107630" y="40953"/>
                    <a:pt x="119603" y="32334"/>
                  </a:cubicBezTo>
                  <a:cubicBezTo>
                    <a:pt x="123430" y="29580"/>
                    <a:pt x="127160" y="26462"/>
                    <a:pt x="130767" y="23446"/>
                  </a:cubicBezTo>
                  <a:cubicBezTo>
                    <a:pt x="133490" y="21168"/>
                    <a:pt x="136306" y="18812"/>
                    <a:pt x="139143" y="16633"/>
                  </a:cubicBezTo>
                  <a:cubicBezTo>
                    <a:pt x="142286" y="14218"/>
                    <a:pt x="145678" y="11782"/>
                    <a:pt x="149569" y="10839"/>
                  </a:cubicBezTo>
                  <a:cubicBezTo>
                    <a:pt x="151002" y="10492"/>
                    <a:pt x="152486" y="10318"/>
                    <a:pt x="154040" y="10318"/>
                  </a:cubicBezTo>
                  <a:cubicBezTo>
                    <a:pt x="155718" y="10318"/>
                    <a:pt x="157477" y="10521"/>
                    <a:pt x="159345" y="10926"/>
                  </a:cubicBezTo>
                  <a:cubicBezTo>
                    <a:pt x="163146" y="11754"/>
                    <a:pt x="166866" y="13255"/>
                    <a:pt x="170463" y="14710"/>
                  </a:cubicBezTo>
                  <a:cubicBezTo>
                    <a:pt x="174735" y="16434"/>
                    <a:pt x="179004" y="17813"/>
                    <a:pt x="183149" y="18805"/>
                  </a:cubicBezTo>
                  <a:cubicBezTo>
                    <a:pt x="187035" y="19734"/>
                    <a:pt x="190791" y="20198"/>
                    <a:pt x="194393" y="20198"/>
                  </a:cubicBezTo>
                  <a:cubicBezTo>
                    <a:pt x="198045" y="20198"/>
                    <a:pt x="201538" y="19721"/>
                    <a:pt x="204846" y="18766"/>
                  </a:cubicBezTo>
                  <a:cubicBezTo>
                    <a:pt x="206788" y="18205"/>
                    <a:pt x="208062" y="17332"/>
                    <a:pt x="208634" y="16167"/>
                  </a:cubicBezTo>
                  <a:cubicBezTo>
                    <a:pt x="209095" y="15229"/>
                    <a:pt x="209080" y="14117"/>
                    <a:pt x="208584" y="12865"/>
                  </a:cubicBezTo>
                  <a:cubicBezTo>
                    <a:pt x="207441" y="9969"/>
                    <a:pt x="204404" y="8376"/>
                    <a:pt x="202188" y="7211"/>
                  </a:cubicBezTo>
                  <a:lnTo>
                    <a:pt x="201831" y="7024"/>
                  </a:lnTo>
                  <a:cubicBezTo>
                    <a:pt x="194760" y="3289"/>
                    <a:pt x="188306" y="1132"/>
                    <a:pt x="182098" y="427"/>
                  </a:cubicBezTo>
                  <a:cubicBezTo>
                    <a:pt x="179239" y="102"/>
                    <a:pt x="176384" y="0"/>
                    <a:pt x="1736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4"/>
            <p:cNvSpPr/>
            <p:nvPr/>
          </p:nvSpPr>
          <p:spPr>
            <a:xfrm>
              <a:off x="-97184" y="163330"/>
              <a:ext cx="807313" cy="330705"/>
            </a:xfrm>
            <a:custGeom>
              <a:rect b="b" l="l" r="r" t="t"/>
              <a:pathLst>
                <a:path extrusionOk="0" h="8264" w="20174">
                  <a:moveTo>
                    <a:pt x="10888" y="404"/>
                  </a:moveTo>
                  <a:cubicBezTo>
                    <a:pt x="11749" y="404"/>
                    <a:pt x="12597" y="461"/>
                    <a:pt x="13422" y="602"/>
                  </a:cubicBezTo>
                  <a:cubicBezTo>
                    <a:pt x="15472" y="954"/>
                    <a:pt x="17153" y="1897"/>
                    <a:pt x="18413" y="3404"/>
                  </a:cubicBezTo>
                  <a:cubicBezTo>
                    <a:pt x="19054" y="4170"/>
                    <a:pt x="19787" y="5267"/>
                    <a:pt x="19634" y="6147"/>
                  </a:cubicBezTo>
                  <a:cubicBezTo>
                    <a:pt x="19567" y="6546"/>
                    <a:pt x="19324" y="6863"/>
                    <a:pt x="18894" y="7118"/>
                  </a:cubicBezTo>
                  <a:cubicBezTo>
                    <a:pt x="17704" y="7820"/>
                    <a:pt x="16206" y="7861"/>
                    <a:pt x="14950" y="7861"/>
                  </a:cubicBezTo>
                  <a:cubicBezTo>
                    <a:pt x="14860" y="7861"/>
                    <a:pt x="14771" y="7861"/>
                    <a:pt x="14684" y="7861"/>
                  </a:cubicBezTo>
                  <a:cubicBezTo>
                    <a:pt x="13289" y="7856"/>
                    <a:pt x="11866" y="7753"/>
                    <a:pt x="10488" y="7653"/>
                  </a:cubicBezTo>
                  <a:cubicBezTo>
                    <a:pt x="9887" y="7608"/>
                    <a:pt x="9287" y="7565"/>
                    <a:pt x="8687" y="7529"/>
                  </a:cubicBezTo>
                  <a:cubicBezTo>
                    <a:pt x="5827" y="7359"/>
                    <a:pt x="3245" y="7206"/>
                    <a:pt x="649" y="7206"/>
                  </a:cubicBezTo>
                  <a:cubicBezTo>
                    <a:pt x="568" y="7206"/>
                    <a:pt x="486" y="7206"/>
                    <a:pt x="405" y="7206"/>
                  </a:cubicBezTo>
                  <a:lnTo>
                    <a:pt x="405" y="1428"/>
                  </a:lnTo>
                  <a:cubicBezTo>
                    <a:pt x="2017" y="1368"/>
                    <a:pt x="3674" y="1139"/>
                    <a:pt x="5280" y="919"/>
                  </a:cubicBezTo>
                  <a:cubicBezTo>
                    <a:pt x="7141" y="665"/>
                    <a:pt x="9044" y="404"/>
                    <a:pt x="10888" y="404"/>
                  </a:cubicBezTo>
                  <a:close/>
                  <a:moveTo>
                    <a:pt x="10888" y="1"/>
                  </a:moveTo>
                  <a:cubicBezTo>
                    <a:pt x="9018" y="1"/>
                    <a:pt x="7099" y="265"/>
                    <a:pt x="5223" y="522"/>
                  </a:cubicBezTo>
                  <a:cubicBezTo>
                    <a:pt x="3564" y="751"/>
                    <a:pt x="1848" y="984"/>
                    <a:pt x="195" y="1034"/>
                  </a:cubicBezTo>
                  <a:lnTo>
                    <a:pt x="1" y="1039"/>
                  </a:lnTo>
                  <a:lnTo>
                    <a:pt x="1" y="7612"/>
                  </a:lnTo>
                  <a:lnTo>
                    <a:pt x="202" y="7612"/>
                  </a:lnTo>
                  <a:cubicBezTo>
                    <a:pt x="266" y="7612"/>
                    <a:pt x="330" y="7612"/>
                    <a:pt x="393" y="7612"/>
                  </a:cubicBezTo>
                  <a:cubicBezTo>
                    <a:pt x="3056" y="7612"/>
                    <a:pt x="5717" y="7756"/>
                    <a:pt x="8664" y="7932"/>
                  </a:cubicBezTo>
                  <a:cubicBezTo>
                    <a:pt x="9261" y="7968"/>
                    <a:pt x="9860" y="8012"/>
                    <a:pt x="10460" y="8055"/>
                  </a:cubicBezTo>
                  <a:cubicBezTo>
                    <a:pt x="11844" y="8155"/>
                    <a:pt x="13275" y="8259"/>
                    <a:pt x="14682" y="8264"/>
                  </a:cubicBezTo>
                  <a:lnTo>
                    <a:pt x="14998" y="8264"/>
                  </a:lnTo>
                  <a:cubicBezTo>
                    <a:pt x="16295" y="8264"/>
                    <a:pt x="17831" y="8211"/>
                    <a:pt x="19096" y="7463"/>
                  </a:cubicBezTo>
                  <a:cubicBezTo>
                    <a:pt x="19626" y="7152"/>
                    <a:pt x="19940" y="6730"/>
                    <a:pt x="20030" y="6216"/>
                  </a:cubicBezTo>
                  <a:cubicBezTo>
                    <a:pt x="20173" y="5387"/>
                    <a:pt x="19732" y="4354"/>
                    <a:pt x="18720" y="3145"/>
                  </a:cubicBezTo>
                  <a:cubicBezTo>
                    <a:pt x="17395" y="1562"/>
                    <a:pt x="15637" y="574"/>
                    <a:pt x="13488" y="205"/>
                  </a:cubicBezTo>
                  <a:cubicBezTo>
                    <a:pt x="12639" y="59"/>
                    <a:pt x="11769" y="1"/>
                    <a:pt x="108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4"/>
            <p:cNvSpPr/>
            <p:nvPr/>
          </p:nvSpPr>
          <p:spPr>
            <a:xfrm>
              <a:off x="-97104" y="-181865"/>
              <a:ext cx="9377861" cy="2035410"/>
            </a:xfrm>
            <a:custGeom>
              <a:rect b="b" l="l" r="r" t="t"/>
              <a:pathLst>
                <a:path extrusionOk="0" h="50863" w="234344">
                  <a:moveTo>
                    <a:pt x="233940" y="621"/>
                  </a:moveTo>
                  <a:lnTo>
                    <a:pt x="233940" y="12077"/>
                  </a:lnTo>
                  <a:cubicBezTo>
                    <a:pt x="232371" y="13846"/>
                    <a:pt x="230619" y="15358"/>
                    <a:pt x="228734" y="16565"/>
                  </a:cubicBezTo>
                  <a:cubicBezTo>
                    <a:pt x="224484" y="19289"/>
                    <a:pt x="219376" y="20857"/>
                    <a:pt x="213122" y="21360"/>
                  </a:cubicBezTo>
                  <a:cubicBezTo>
                    <a:pt x="211653" y="21479"/>
                    <a:pt x="210146" y="21539"/>
                    <a:pt x="208580" y="21539"/>
                  </a:cubicBezTo>
                  <a:cubicBezTo>
                    <a:pt x="205000" y="21539"/>
                    <a:pt x="201109" y="21226"/>
                    <a:pt x="196647" y="20590"/>
                  </a:cubicBezTo>
                  <a:lnTo>
                    <a:pt x="196529" y="20574"/>
                  </a:lnTo>
                  <a:cubicBezTo>
                    <a:pt x="194477" y="20283"/>
                    <a:pt x="192356" y="19981"/>
                    <a:pt x="190306" y="19457"/>
                  </a:cubicBezTo>
                  <a:cubicBezTo>
                    <a:pt x="188131" y="18901"/>
                    <a:pt x="186302" y="18457"/>
                    <a:pt x="184446" y="18095"/>
                  </a:cubicBezTo>
                  <a:cubicBezTo>
                    <a:pt x="182413" y="17700"/>
                    <a:pt x="180221" y="17338"/>
                    <a:pt x="178016" y="17338"/>
                  </a:cubicBezTo>
                  <a:cubicBezTo>
                    <a:pt x="177942" y="17338"/>
                    <a:pt x="177867" y="17339"/>
                    <a:pt x="177792" y="17340"/>
                  </a:cubicBezTo>
                  <a:cubicBezTo>
                    <a:pt x="176496" y="17354"/>
                    <a:pt x="174542" y="17378"/>
                    <a:pt x="173323" y="18637"/>
                  </a:cubicBezTo>
                  <a:cubicBezTo>
                    <a:pt x="172261" y="19733"/>
                    <a:pt x="172397" y="21555"/>
                    <a:pt x="173080" y="22788"/>
                  </a:cubicBezTo>
                  <a:cubicBezTo>
                    <a:pt x="174004" y="24459"/>
                    <a:pt x="175665" y="25395"/>
                    <a:pt x="177319" y="26158"/>
                  </a:cubicBezTo>
                  <a:cubicBezTo>
                    <a:pt x="180088" y="27433"/>
                    <a:pt x="183032" y="28076"/>
                    <a:pt x="185878" y="28699"/>
                  </a:cubicBezTo>
                  <a:cubicBezTo>
                    <a:pt x="186544" y="28844"/>
                    <a:pt x="187205" y="28990"/>
                    <a:pt x="187866" y="29142"/>
                  </a:cubicBezTo>
                  <a:cubicBezTo>
                    <a:pt x="191326" y="29942"/>
                    <a:pt x="194903" y="30405"/>
                    <a:pt x="198362" y="30852"/>
                  </a:cubicBezTo>
                  <a:lnTo>
                    <a:pt x="199879" y="31048"/>
                  </a:lnTo>
                  <a:cubicBezTo>
                    <a:pt x="203501" y="31524"/>
                    <a:pt x="207493" y="31975"/>
                    <a:pt x="212443" y="32469"/>
                  </a:cubicBezTo>
                  <a:cubicBezTo>
                    <a:pt x="216296" y="32854"/>
                    <a:pt x="220110" y="33192"/>
                    <a:pt x="223683" y="33505"/>
                  </a:cubicBezTo>
                  <a:cubicBezTo>
                    <a:pt x="226437" y="33747"/>
                    <a:pt x="229366" y="34040"/>
                    <a:pt x="232268" y="34727"/>
                  </a:cubicBezTo>
                  <a:cubicBezTo>
                    <a:pt x="232812" y="34856"/>
                    <a:pt x="233374" y="35011"/>
                    <a:pt x="233940" y="35186"/>
                  </a:cubicBezTo>
                  <a:lnTo>
                    <a:pt x="233940" y="50330"/>
                  </a:lnTo>
                  <a:cubicBezTo>
                    <a:pt x="227593" y="48509"/>
                    <a:pt x="220754" y="46238"/>
                    <a:pt x="213042" y="43386"/>
                  </a:cubicBezTo>
                  <a:cubicBezTo>
                    <a:pt x="208088" y="41555"/>
                    <a:pt x="202988" y="39512"/>
                    <a:pt x="197884" y="37317"/>
                  </a:cubicBezTo>
                  <a:cubicBezTo>
                    <a:pt x="195613" y="36339"/>
                    <a:pt x="193318" y="35281"/>
                    <a:pt x="191099" y="34257"/>
                  </a:cubicBezTo>
                  <a:cubicBezTo>
                    <a:pt x="188401" y="33014"/>
                    <a:pt x="185611" y="31726"/>
                    <a:pt x="182833" y="30573"/>
                  </a:cubicBezTo>
                  <a:cubicBezTo>
                    <a:pt x="172649" y="26340"/>
                    <a:pt x="162754" y="24195"/>
                    <a:pt x="153409" y="24195"/>
                  </a:cubicBezTo>
                  <a:cubicBezTo>
                    <a:pt x="153178" y="24195"/>
                    <a:pt x="152948" y="24197"/>
                    <a:pt x="152719" y="24198"/>
                  </a:cubicBezTo>
                  <a:cubicBezTo>
                    <a:pt x="142080" y="24319"/>
                    <a:pt x="132064" y="27884"/>
                    <a:pt x="122824" y="31721"/>
                  </a:cubicBezTo>
                  <a:cubicBezTo>
                    <a:pt x="112729" y="35913"/>
                    <a:pt x="102805" y="39822"/>
                    <a:pt x="92400" y="41608"/>
                  </a:cubicBezTo>
                  <a:cubicBezTo>
                    <a:pt x="82867" y="43244"/>
                    <a:pt x="72721" y="44299"/>
                    <a:pt x="61383" y="44830"/>
                  </a:cubicBezTo>
                  <a:cubicBezTo>
                    <a:pt x="58519" y="44965"/>
                    <a:pt x="55783" y="45032"/>
                    <a:pt x="53152" y="45032"/>
                  </a:cubicBezTo>
                  <a:cubicBezTo>
                    <a:pt x="45012" y="45032"/>
                    <a:pt x="37887" y="44383"/>
                    <a:pt x="31169" y="43050"/>
                  </a:cubicBezTo>
                  <a:cubicBezTo>
                    <a:pt x="24718" y="41770"/>
                    <a:pt x="18066" y="39641"/>
                    <a:pt x="11397" y="36720"/>
                  </a:cubicBezTo>
                  <a:cubicBezTo>
                    <a:pt x="7680" y="35093"/>
                    <a:pt x="3780" y="33224"/>
                    <a:pt x="405" y="30582"/>
                  </a:cubicBezTo>
                  <a:lnTo>
                    <a:pt x="405" y="21725"/>
                  </a:lnTo>
                  <a:cubicBezTo>
                    <a:pt x="5173" y="23118"/>
                    <a:pt x="10001" y="24631"/>
                    <a:pt x="14673" y="26094"/>
                  </a:cubicBezTo>
                  <a:cubicBezTo>
                    <a:pt x="18472" y="27283"/>
                    <a:pt x="22397" y="28512"/>
                    <a:pt x="26269" y="29670"/>
                  </a:cubicBezTo>
                  <a:cubicBezTo>
                    <a:pt x="42759" y="34607"/>
                    <a:pt x="58954" y="38982"/>
                    <a:pt x="74991" y="38982"/>
                  </a:cubicBezTo>
                  <a:cubicBezTo>
                    <a:pt x="78823" y="38982"/>
                    <a:pt x="82649" y="38732"/>
                    <a:pt x="86466" y="38179"/>
                  </a:cubicBezTo>
                  <a:cubicBezTo>
                    <a:pt x="95509" y="36872"/>
                    <a:pt x="104228" y="33938"/>
                    <a:pt x="112383" y="29455"/>
                  </a:cubicBezTo>
                  <a:cubicBezTo>
                    <a:pt x="116730" y="27066"/>
                    <a:pt x="120985" y="24195"/>
                    <a:pt x="125029" y="20922"/>
                  </a:cubicBezTo>
                  <a:cubicBezTo>
                    <a:pt x="126767" y="19511"/>
                    <a:pt x="128488" y="17994"/>
                    <a:pt x="130152" y="16524"/>
                  </a:cubicBezTo>
                  <a:cubicBezTo>
                    <a:pt x="131788" y="15078"/>
                    <a:pt x="133483" y="13582"/>
                    <a:pt x="135190" y="12196"/>
                  </a:cubicBezTo>
                  <a:cubicBezTo>
                    <a:pt x="137654" y="10200"/>
                    <a:pt x="140969" y="7788"/>
                    <a:pt x="144768" y="6873"/>
                  </a:cubicBezTo>
                  <a:cubicBezTo>
                    <a:pt x="145990" y="6580"/>
                    <a:pt x="147258" y="6432"/>
                    <a:pt x="148594" y="6432"/>
                  </a:cubicBezTo>
                  <a:cubicBezTo>
                    <a:pt x="151134" y="6432"/>
                    <a:pt x="153922" y="6966"/>
                    <a:pt x="157120" y="8052"/>
                  </a:cubicBezTo>
                  <a:cubicBezTo>
                    <a:pt x="165254" y="10813"/>
                    <a:pt x="174727" y="13878"/>
                    <a:pt x="184226" y="15304"/>
                  </a:cubicBezTo>
                  <a:cubicBezTo>
                    <a:pt x="187914" y="15858"/>
                    <a:pt x="191419" y="16136"/>
                    <a:pt x="194766" y="16136"/>
                  </a:cubicBezTo>
                  <a:cubicBezTo>
                    <a:pt x="200932" y="16136"/>
                    <a:pt x="206557" y="15192"/>
                    <a:pt x="211781" y="13295"/>
                  </a:cubicBezTo>
                  <a:cubicBezTo>
                    <a:pt x="216509" y="11579"/>
                    <a:pt x="220789" y="8892"/>
                    <a:pt x="224351" y="6492"/>
                  </a:cubicBezTo>
                  <a:cubicBezTo>
                    <a:pt x="224766" y="6212"/>
                    <a:pt x="225182" y="5928"/>
                    <a:pt x="225598" y="5645"/>
                  </a:cubicBezTo>
                  <a:cubicBezTo>
                    <a:pt x="228277" y="3826"/>
                    <a:pt x="231045" y="1944"/>
                    <a:pt x="233940" y="621"/>
                  </a:cubicBezTo>
                  <a:close/>
                  <a:moveTo>
                    <a:pt x="234344" y="1"/>
                  </a:moveTo>
                  <a:lnTo>
                    <a:pt x="234062" y="127"/>
                  </a:lnTo>
                  <a:cubicBezTo>
                    <a:pt x="231032" y="1470"/>
                    <a:pt x="228156" y="3423"/>
                    <a:pt x="225375" y="5313"/>
                  </a:cubicBezTo>
                  <a:cubicBezTo>
                    <a:pt x="224959" y="5595"/>
                    <a:pt x="224545" y="5878"/>
                    <a:pt x="224128" y="6158"/>
                  </a:cubicBezTo>
                  <a:cubicBezTo>
                    <a:pt x="220589" y="8544"/>
                    <a:pt x="216336" y="11214"/>
                    <a:pt x="211647" y="12916"/>
                  </a:cubicBezTo>
                  <a:cubicBezTo>
                    <a:pt x="206466" y="14796"/>
                    <a:pt x="200885" y="15732"/>
                    <a:pt x="194765" y="15732"/>
                  </a:cubicBezTo>
                  <a:cubicBezTo>
                    <a:pt x="191440" y="15732"/>
                    <a:pt x="187955" y="15456"/>
                    <a:pt x="184289" y="14905"/>
                  </a:cubicBezTo>
                  <a:cubicBezTo>
                    <a:pt x="174822" y="13485"/>
                    <a:pt x="165370" y="10424"/>
                    <a:pt x="157251" y="7671"/>
                  </a:cubicBezTo>
                  <a:cubicBezTo>
                    <a:pt x="154011" y="6571"/>
                    <a:pt x="151182" y="6028"/>
                    <a:pt x="148600" y="6028"/>
                  </a:cubicBezTo>
                  <a:cubicBezTo>
                    <a:pt x="147230" y="6028"/>
                    <a:pt x="145930" y="6181"/>
                    <a:pt x="144675" y="6483"/>
                  </a:cubicBezTo>
                  <a:cubicBezTo>
                    <a:pt x="140797" y="7416"/>
                    <a:pt x="137434" y="9860"/>
                    <a:pt x="134939" y="11886"/>
                  </a:cubicBezTo>
                  <a:cubicBezTo>
                    <a:pt x="133224" y="13277"/>
                    <a:pt x="131528" y="14775"/>
                    <a:pt x="129887" y="16224"/>
                  </a:cubicBezTo>
                  <a:cubicBezTo>
                    <a:pt x="128225" y="17690"/>
                    <a:pt x="126509" y="19207"/>
                    <a:pt x="124774" y="20610"/>
                  </a:cubicBezTo>
                  <a:cubicBezTo>
                    <a:pt x="120749" y="23869"/>
                    <a:pt x="116514" y="26727"/>
                    <a:pt x="112189" y="29105"/>
                  </a:cubicBezTo>
                  <a:cubicBezTo>
                    <a:pt x="104076" y="33564"/>
                    <a:pt x="95402" y="36484"/>
                    <a:pt x="86407" y="37785"/>
                  </a:cubicBezTo>
                  <a:cubicBezTo>
                    <a:pt x="82611" y="38334"/>
                    <a:pt x="78806" y="38583"/>
                    <a:pt x="74991" y="38583"/>
                  </a:cubicBezTo>
                  <a:cubicBezTo>
                    <a:pt x="59005" y="38583"/>
                    <a:pt x="42843" y="34216"/>
                    <a:pt x="26384" y="29289"/>
                  </a:cubicBezTo>
                  <a:cubicBezTo>
                    <a:pt x="22516" y="28130"/>
                    <a:pt x="18589" y="26901"/>
                    <a:pt x="14793" y="25711"/>
                  </a:cubicBezTo>
                  <a:cubicBezTo>
                    <a:pt x="10035" y="24222"/>
                    <a:pt x="5116" y="22681"/>
                    <a:pt x="257" y="21265"/>
                  </a:cubicBezTo>
                  <a:lnTo>
                    <a:pt x="0" y="21189"/>
                  </a:lnTo>
                  <a:lnTo>
                    <a:pt x="0" y="30778"/>
                  </a:lnTo>
                  <a:lnTo>
                    <a:pt x="77" y="30839"/>
                  </a:lnTo>
                  <a:cubicBezTo>
                    <a:pt x="3505" y="33541"/>
                    <a:pt x="7466" y="35440"/>
                    <a:pt x="11235" y="37090"/>
                  </a:cubicBezTo>
                  <a:cubicBezTo>
                    <a:pt x="17931" y="40022"/>
                    <a:pt x="24610" y="42161"/>
                    <a:pt x="31090" y="43447"/>
                  </a:cubicBezTo>
                  <a:cubicBezTo>
                    <a:pt x="37834" y="44786"/>
                    <a:pt x="44983" y="45437"/>
                    <a:pt x="53148" y="45437"/>
                  </a:cubicBezTo>
                  <a:cubicBezTo>
                    <a:pt x="55786" y="45437"/>
                    <a:pt x="58530" y="45369"/>
                    <a:pt x="61401" y="45235"/>
                  </a:cubicBezTo>
                  <a:cubicBezTo>
                    <a:pt x="72756" y="44700"/>
                    <a:pt x="82917" y="43644"/>
                    <a:pt x="92467" y="42007"/>
                  </a:cubicBezTo>
                  <a:cubicBezTo>
                    <a:pt x="102913" y="40214"/>
                    <a:pt x="112861" y="36296"/>
                    <a:pt x="122978" y="32095"/>
                  </a:cubicBezTo>
                  <a:cubicBezTo>
                    <a:pt x="132181" y="28274"/>
                    <a:pt x="142153" y="24722"/>
                    <a:pt x="152725" y="24602"/>
                  </a:cubicBezTo>
                  <a:cubicBezTo>
                    <a:pt x="152952" y="24600"/>
                    <a:pt x="153179" y="24598"/>
                    <a:pt x="153407" y="24598"/>
                  </a:cubicBezTo>
                  <a:cubicBezTo>
                    <a:pt x="162694" y="24598"/>
                    <a:pt x="172541" y="26730"/>
                    <a:pt x="182679" y="30945"/>
                  </a:cubicBezTo>
                  <a:cubicBezTo>
                    <a:pt x="185447" y="32095"/>
                    <a:pt x="188234" y="33381"/>
                    <a:pt x="190930" y="34624"/>
                  </a:cubicBezTo>
                  <a:cubicBezTo>
                    <a:pt x="193152" y="35649"/>
                    <a:pt x="195448" y="36707"/>
                    <a:pt x="197726" y="37686"/>
                  </a:cubicBezTo>
                  <a:cubicBezTo>
                    <a:pt x="202837" y="39885"/>
                    <a:pt x="207942" y="41928"/>
                    <a:pt x="212901" y="43763"/>
                  </a:cubicBezTo>
                  <a:cubicBezTo>
                    <a:pt x="220729" y="46656"/>
                    <a:pt x="227658" y="48955"/>
                    <a:pt x="234085" y="50788"/>
                  </a:cubicBezTo>
                  <a:lnTo>
                    <a:pt x="234341" y="50863"/>
                  </a:lnTo>
                  <a:lnTo>
                    <a:pt x="234344" y="50863"/>
                  </a:lnTo>
                  <a:lnTo>
                    <a:pt x="234344" y="34896"/>
                  </a:lnTo>
                  <a:lnTo>
                    <a:pt x="234204" y="34850"/>
                  </a:lnTo>
                  <a:cubicBezTo>
                    <a:pt x="233582" y="34654"/>
                    <a:pt x="232962" y="34481"/>
                    <a:pt x="232362" y="34340"/>
                  </a:cubicBezTo>
                  <a:cubicBezTo>
                    <a:pt x="229433" y="33647"/>
                    <a:pt x="226488" y="33352"/>
                    <a:pt x="223721" y="33110"/>
                  </a:cubicBezTo>
                  <a:cubicBezTo>
                    <a:pt x="220148" y="32797"/>
                    <a:pt x="216338" y="32457"/>
                    <a:pt x="212486" y="32074"/>
                  </a:cubicBezTo>
                  <a:cubicBezTo>
                    <a:pt x="207542" y="31581"/>
                    <a:pt x="203553" y="31128"/>
                    <a:pt x="199935" y="30653"/>
                  </a:cubicBezTo>
                  <a:lnTo>
                    <a:pt x="198416" y="30455"/>
                  </a:lnTo>
                  <a:cubicBezTo>
                    <a:pt x="194968" y="30009"/>
                    <a:pt x="191400" y="29547"/>
                    <a:pt x="187960" y="28753"/>
                  </a:cubicBezTo>
                  <a:cubicBezTo>
                    <a:pt x="187298" y="28602"/>
                    <a:pt x="186634" y="28454"/>
                    <a:pt x="185969" y="28310"/>
                  </a:cubicBezTo>
                  <a:cubicBezTo>
                    <a:pt x="183145" y="27690"/>
                    <a:pt x="180223" y="27051"/>
                    <a:pt x="177494" y="25795"/>
                  </a:cubicBezTo>
                  <a:cubicBezTo>
                    <a:pt x="176009" y="25111"/>
                    <a:pt x="174350" y="24245"/>
                    <a:pt x="173437" y="22596"/>
                  </a:cubicBezTo>
                  <a:cubicBezTo>
                    <a:pt x="172829" y="21493"/>
                    <a:pt x="172693" y="19876"/>
                    <a:pt x="173617" y="18921"/>
                  </a:cubicBezTo>
                  <a:cubicBezTo>
                    <a:pt x="174717" y="17783"/>
                    <a:pt x="176574" y="17760"/>
                    <a:pt x="177801" y="17745"/>
                  </a:cubicBezTo>
                  <a:cubicBezTo>
                    <a:pt x="177883" y="17744"/>
                    <a:pt x="177965" y="17744"/>
                    <a:pt x="178047" y="17744"/>
                  </a:cubicBezTo>
                  <a:cubicBezTo>
                    <a:pt x="180223" y="17744"/>
                    <a:pt x="182367" y="18103"/>
                    <a:pt x="184375" y="18494"/>
                  </a:cubicBezTo>
                  <a:cubicBezTo>
                    <a:pt x="186221" y="18853"/>
                    <a:pt x="188043" y="19296"/>
                    <a:pt x="190212" y="19850"/>
                  </a:cubicBezTo>
                  <a:cubicBezTo>
                    <a:pt x="192283" y="20380"/>
                    <a:pt x="194415" y="20683"/>
                    <a:pt x="196477" y="20976"/>
                  </a:cubicBezTo>
                  <a:lnTo>
                    <a:pt x="196594" y="20993"/>
                  </a:lnTo>
                  <a:cubicBezTo>
                    <a:pt x="201071" y="21630"/>
                    <a:pt x="204978" y="21943"/>
                    <a:pt x="208576" y="21943"/>
                  </a:cubicBezTo>
                  <a:cubicBezTo>
                    <a:pt x="210156" y="21943"/>
                    <a:pt x="211676" y="21883"/>
                    <a:pt x="213159" y="21763"/>
                  </a:cubicBezTo>
                  <a:cubicBezTo>
                    <a:pt x="219481" y="21255"/>
                    <a:pt x="224648" y="19666"/>
                    <a:pt x="228956" y="16905"/>
                  </a:cubicBezTo>
                  <a:cubicBezTo>
                    <a:pt x="230892" y="15665"/>
                    <a:pt x="232689" y="14110"/>
                    <a:pt x="234294" y="12287"/>
                  </a:cubicBezTo>
                  <a:lnTo>
                    <a:pt x="234344" y="12230"/>
                  </a:lnTo>
                  <a:lnTo>
                    <a:pt x="23434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4"/>
            <p:cNvSpPr/>
            <p:nvPr/>
          </p:nvSpPr>
          <p:spPr>
            <a:xfrm>
              <a:off x="-97264" y="1238255"/>
              <a:ext cx="5171942" cy="1031731"/>
            </a:xfrm>
            <a:custGeom>
              <a:rect b="b" l="l" r="r" t="t"/>
              <a:pathLst>
                <a:path extrusionOk="0" h="25782" w="129242">
                  <a:moveTo>
                    <a:pt x="125667" y="404"/>
                  </a:moveTo>
                  <a:cubicBezTo>
                    <a:pt x="125949" y="404"/>
                    <a:pt x="126232" y="415"/>
                    <a:pt x="126514" y="437"/>
                  </a:cubicBezTo>
                  <a:cubicBezTo>
                    <a:pt x="127419" y="510"/>
                    <a:pt x="128375" y="690"/>
                    <a:pt x="128733" y="1442"/>
                  </a:cubicBezTo>
                  <a:cubicBezTo>
                    <a:pt x="127667" y="1898"/>
                    <a:pt x="126604" y="2366"/>
                    <a:pt x="125540" y="2833"/>
                  </a:cubicBezTo>
                  <a:cubicBezTo>
                    <a:pt x="121951" y="4414"/>
                    <a:pt x="118237" y="6047"/>
                    <a:pt x="114473" y="7141"/>
                  </a:cubicBezTo>
                  <a:cubicBezTo>
                    <a:pt x="113881" y="7314"/>
                    <a:pt x="113286" y="7483"/>
                    <a:pt x="112693" y="7649"/>
                  </a:cubicBezTo>
                  <a:cubicBezTo>
                    <a:pt x="110914" y="8149"/>
                    <a:pt x="109073" y="8666"/>
                    <a:pt x="107278" y="9330"/>
                  </a:cubicBezTo>
                  <a:cubicBezTo>
                    <a:pt x="105183" y="10108"/>
                    <a:pt x="102936" y="11055"/>
                    <a:pt x="100411" y="12228"/>
                  </a:cubicBezTo>
                  <a:cubicBezTo>
                    <a:pt x="97928" y="13381"/>
                    <a:pt x="95424" y="14634"/>
                    <a:pt x="93002" y="15844"/>
                  </a:cubicBezTo>
                  <a:cubicBezTo>
                    <a:pt x="86663" y="19013"/>
                    <a:pt x="80109" y="22288"/>
                    <a:pt x="73322" y="24097"/>
                  </a:cubicBezTo>
                  <a:cubicBezTo>
                    <a:pt x="70106" y="24955"/>
                    <a:pt x="66829" y="25381"/>
                    <a:pt x="63411" y="25381"/>
                  </a:cubicBezTo>
                  <a:cubicBezTo>
                    <a:pt x="61691" y="25381"/>
                    <a:pt x="59935" y="25273"/>
                    <a:pt x="58132" y="25057"/>
                  </a:cubicBezTo>
                  <a:cubicBezTo>
                    <a:pt x="54870" y="24667"/>
                    <a:pt x="51578" y="24000"/>
                    <a:pt x="48394" y="23351"/>
                  </a:cubicBezTo>
                  <a:cubicBezTo>
                    <a:pt x="46720" y="23010"/>
                    <a:pt x="44988" y="22658"/>
                    <a:pt x="43281" y="22351"/>
                  </a:cubicBezTo>
                  <a:cubicBezTo>
                    <a:pt x="38827" y="21551"/>
                    <a:pt x="34306" y="21314"/>
                    <a:pt x="29931" y="21085"/>
                  </a:cubicBezTo>
                  <a:lnTo>
                    <a:pt x="28914" y="21031"/>
                  </a:lnTo>
                  <a:cubicBezTo>
                    <a:pt x="25978" y="20874"/>
                    <a:pt x="23609" y="20501"/>
                    <a:pt x="21462" y="19855"/>
                  </a:cubicBezTo>
                  <a:cubicBezTo>
                    <a:pt x="19489" y="19259"/>
                    <a:pt x="17512" y="18432"/>
                    <a:pt x="15599" y="17635"/>
                  </a:cubicBezTo>
                  <a:cubicBezTo>
                    <a:pt x="15171" y="17457"/>
                    <a:pt x="14747" y="17279"/>
                    <a:pt x="14321" y="17105"/>
                  </a:cubicBezTo>
                  <a:cubicBezTo>
                    <a:pt x="12341" y="16286"/>
                    <a:pt x="10328" y="15433"/>
                    <a:pt x="8383" y="14606"/>
                  </a:cubicBezTo>
                  <a:cubicBezTo>
                    <a:pt x="5772" y="13497"/>
                    <a:pt x="3075" y="12349"/>
                    <a:pt x="404" y="11276"/>
                  </a:cubicBezTo>
                  <a:lnTo>
                    <a:pt x="403" y="11276"/>
                  </a:lnTo>
                  <a:lnTo>
                    <a:pt x="403" y="5584"/>
                  </a:lnTo>
                  <a:cubicBezTo>
                    <a:pt x="967" y="5874"/>
                    <a:pt x="1566" y="6170"/>
                    <a:pt x="2220" y="6484"/>
                  </a:cubicBezTo>
                  <a:cubicBezTo>
                    <a:pt x="2905" y="6811"/>
                    <a:pt x="3592" y="7131"/>
                    <a:pt x="4281" y="7450"/>
                  </a:cubicBezTo>
                  <a:cubicBezTo>
                    <a:pt x="6227" y="8357"/>
                    <a:pt x="8240" y="9293"/>
                    <a:pt x="10153" y="10412"/>
                  </a:cubicBezTo>
                  <a:cubicBezTo>
                    <a:pt x="12434" y="11746"/>
                    <a:pt x="14871" y="13148"/>
                    <a:pt x="17395" y="14337"/>
                  </a:cubicBezTo>
                  <a:cubicBezTo>
                    <a:pt x="25707" y="18255"/>
                    <a:pt x="35202" y="20169"/>
                    <a:pt x="46355" y="20169"/>
                  </a:cubicBezTo>
                  <a:cubicBezTo>
                    <a:pt x="47079" y="20169"/>
                    <a:pt x="47811" y="20161"/>
                    <a:pt x="48549" y="20145"/>
                  </a:cubicBezTo>
                  <a:cubicBezTo>
                    <a:pt x="59131" y="19914"/>
                    <a:pt x="70411" y="17805"/>
                    <a:pt x="84049" y="13504"/>
                  </a:cubicBezTo>
                  <a:cubicBezTo>
                    <a:pt x="89815" y="11685"/>
                    <a:pt x="95612" y="9562"/>
                    <a:pt x="101217" y="7507"/>
                  </a:cubicBezTo>
                  <a:cubicBezTo>
                    <a:pt x="104315" y="6374"/>
                    <a:pt x="107517" y="5200"/>
                    <a:pt x="110679" y="4091"/>
                  </a:cubicBezTo>
                  <a:cubicBezTo>
                    <a:pt x="114143" y="2876"/>
                    <a:pt x="117874" y="1648"/>
                    <a:pt x="121675" y="895"/>
                  </a:cubicBezTo>
                  <a:cubicBezTo>
                    <a:pt x="122896" y="652"/>
                    <a:pt x="124279" y="404"/>
                    <a:pt x="125667" y="404"/>
                  </a:cubicBezTo>
                  <a:close/>
                  <a:moveTo>
                    <a:pt x="125672" y="1"/>
                  </a:moveTo>
                  <a:cubicBezTo>
                    <a:pt x="124248" y="1"/>
                    <a:pt x="122839" y="252"/>
                    <a:pt x="121598" y="497"/>
                  </a:cubicBezTo>
                  <a:cubicBezTo>
                    <a:pt x="117773" y="1256"/>
                    <a:pt x="114025" y="2491"/>
                    <a:pt x="110546" y="3711"/>
                  </a:cubicBezTo>
                  <a:cubicBezTo>
                    <a:pt x="107384" y="4820"/>
                    <a:pt x="104179" y="5993"/>
                    <a:pt x="101080" y="7129"/>
                  </a:cubicBezTo>
                  <a:cubicBezTo>
                    <a:pt x="95477" y="9180"/>
                    <a:pt x="89685" y="11305"/>
                    <a:pt x="83929" y="13120"/>
                  </a:cubicBezTo>
                  <a:cubicBezTo>
                    <a:pt x="70328" y="17407"/>
                    <a:pt x="59084" y="19512"/>
                    <a:pt x="48540" y="19742"/>
                  </a:cubicBezTo>
                  <a:cubicBezTo>
                    <a:pt x="47811" y="19758"/>
                    <a:pt x="47089" y="19766"/>
                    <a:pt x="46374" y="19766"/>
                  </a:cubicBezTo>
                  <a:cubicBezTo>
                    <a:pt x="35268" y="19766"/>
                    <a:pt x="25827" y="17865"/>
                    <a:pt x="17567" y="13971"/>
                  </a:cubicBezTo>
                  <a:cubicBezTo>
                    <a:pt x="15057" y="12788"/>
                    <a:pt x="12628" y="11391"/>
                    <a:pt x="10355" y="10062"/>
                  </a:cubicBezTo>
                  <a:cubicBezTo>
                    <a:pt x="8426" y="8935"/>
                    <a:pt x="6404" y="7993"/>
                    <a:pt x="4448" y="7084"/>
                  </a:cubicBezTo>
                  <a:cubicBezTo>
                    <a:pt x="3762" y="6767"/>
                    <a:pt x="3076" y="6447"/>
                    <a:pt x="2395" y="6120"/>
                  </a:cubicBezTo>
                  <a:cubicBezTo>
                    <a:pt x="1626" y="5754"/>
                    <a:pt x="940" y="5411"/>
                    <a:pt x="294" y="5075"/>
                  </a:cubicBezTo>
                  <a:lnTo>
                    <a:pt x="0" y="4921"/>
                  </a:lnTo>
                  <a:lnTo>
                    <a:pt x="0" y="11545"/>
                  </a:lnTo>
                  <a:lnTo>
                    <a:pt x="126" y="11595"/>
                  </a:lnTo>
                  <a:cubicBezTo>
                    <a:pt x="2833" y="12684"/>
                    <a:pt x="5574" y="13848"/>
                    <a:pt x="8224" y="14973"/>
                  </a:cubicBezTo>
                  <a:cubicBezTo>
                    <a:pt x="10170" y="15801"/>
                    <a:pt x="12184" y="16656"/>
                    <a:pt x="14167" y="17473"/>
                  </a:cubicBezTo>
                  <a:cubicBezTo>
                    <a:pt x="14591" y="17649"/>
                    <a:pt x="15016" y="17828"/>
                    <a:pt x="15441" y="18003"/>
                  </a:cubicBezTo>
                  <a:cubicBezTo>
                    <a:pt x="17363" y="18808"/>
                    <a:pt x="19349" y="19638"/>
                    <a:pt x="21344" y="20238"/>
                  </a:cubicBezTo>
                  <a:cubicBezTo>
                    <a:pt x="23523" y="20895"/>
                    <a:pt x="25922" y="21274"/>
                    <a:pt x="28892" y="21431"/>
                  </a:cubicBezTo>
                  <a:lnTo>
                    <a:pt x="29910" y="21485"/>
                  </a:lnTo>
                  <a:cubicBezTo>
                    <a:pt x="34272" y="21714"/>
                    <a:pt x="38783" y="21950"/>
                    <a:pt x="43209" y="22746"/>
                  </a:cubicBezTo>
                  <a:cubicBezTo>
                    <a:pt x="44912" y="23053"/>
                    <a:pt x="46641" y="23406"/>
                    <a:pt x="48313" y="23744"/>
                  </a:cubicBezTo>
                  <a:cubicBezTo>
                    <a:pt x="51505" y="24393"/>
                    <a:pt x="54806" y="25065"/>
                    <a:pt x="58085" y="25456"/>
                  </a:cubicBezTo>
                  <a:cubicBezTo>
                    <a:pt x="59905" y="25673"/>
                    <a:pt x="61677" y="25782"/>
                    <a:pt x="63414" y="25782"/>
                  </a:cubicBezTo>
                  <a:cubicBezTo>
                    <a:pt x="66866" y="25782"/>
                    <a:pt x="70177" y="25352"/>
                    <a:pt x="73425" y="24486"/>
                  </a:cubicBezTo>
                  <a:cubicBezTo>
                    <a:pt x="80253" y="22666"/>
                    <a:pt x="86826" y="19379"/>
                    <a:pt x="93183" y="16202"/>
                  </a:cubicBezTo>
                  <a:cubicBezTo>
                    <a:pt x="95603" y="14991"/>
                    <a:pt x="98105" y="13741"/>
                    <a:pt x="100582" y="12591"/>
                  </a:cubicBezTo>
                  <a:cubicBezTo>
                    <a:pt x="103097" y="11422"/>
                    <a:pt x="105333" y="10479"/>
                    <a:pt x="107419" y="9706"/>
                  </a:cubicBezTo>
                  <a:cubicBezTo>
                    <a:pt x="109198" y="9046"/>
                    <a:pt x="111031" y="8532"/>
                    <a:pt x="112803" y="8033"/>
                  </a:cubicBezTo>
                  <a:cubicBezTo>
                    <a:pt x="113399" y="7867"/>
                    <a:pt x="113993" y="7699"/>
                    <a:pt x="114588" y="7526"/>
                  </a:cubicBezTo>
                  <a:cubicBezTo>
                    <a:pt x="118376" y="6424"/>
                    <a:pt x="122102" y="4784"/>
                    <a:pt x="125704" y="3199"/>
                  </a:cubicBezTo>
                  <a:cubicBezTo>
                    <a:pt x="126826" y="2705"/>
                    <a:pt x="127947" y="2212"/>
                    <a:pt x="129073" y="1733"/>
                  </a:cubicBezTo>
                  <a:lnTo>
                    <a:pt x="129242" y="1662"/>
                  </a:lnTo>
                  <a:lnTo>
                    <a:pt x="129185" y="1488"/>
                  </a:lnTo>
                  <a:cubicBezTo>
                    <a:pt x="128775" y="216"/>
                    <a:pt x="127216" y="89"/>
                    <a:pt x="126549" y="34"/>
                  </a:cubicBezTo>
                  <a:cubicBezTo>
                    <a:pt x="126257" y="11"/>
                    <a:pt x="125964" y="1"/>
                    <a:pt x="1256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24"/>
            <p:cNvSpPr/>
            <p:nvPr/>
          </p:nvSpPr>
          <p:spPr>
            <a:xfrm>
              <a:off x="-97184" y="1563281"/>
              <a:ext cx="9378021" cy="2233737"/>
            </a:xfrm>
            <a:custGeom>
              <a:rect b="b" l="l" r="r" t="t"/>
              <a:pathLst>
                <a:path extrusionOk="0" h="55819" w="234348">
                  <a:moveTo>
                    <a:pt x="144981" y="403"/>
                  </a:moveTo>
                  <a:cubicBezTo>
                    <a:pt x="150962" y="403"/>
                    <a:pt x="156924" y="882"/>
                    <a:pt x="162787" y="1836"/>
                  </a:cubicBezTo>
                  <a:cubicBezTo>
                    <a:pt x="170740" y="3127"/>
                    <a:pt x="179016" y="5583"/>
                    <a:pt x="189615" y="9797"/>
                  </a:cubicBezTo>
                  <a:cubicBezTo>
                    <a:pt x="198427" y="13299"/>
                    <a:pt x="207411" y="17431"/>
                    <a:pt x="216323" y="22082"/>
                  </a:cubicBezTo>
                  <a:lnTo>
                    <a:pt x="218254" y="23088"/>
                  </a:lnTo>
                  <a:cubicBezTo>
                    <a:pt x="223483" y="25804"/>
                    <a:pt x="228885" y="28612"/>
                    <a:pt x="233942" y="32005"/>
                  </a:cubicBezTo>
                  <a:lnTo>
                    <a:pt x="233942" y="40242"/>
                  </a:lnTo>
                  <a:cubicBezTo>
                    <a:pt x="230357" y="38005"/>
                    <a:pt x="227378" y="36353"/>
                    <a:pt x="224590" y="35054"/>
                  </a:cubicBezTo>
                  <a:cubicBezTo>
                    <a:pt x="215470" y="30808"/>
                    <a:pt x="205746" y="28155"/>
                    <a:pt x="196343" y="25590"/>
                  </a:cubicBezTo>
                  <a:cubicBezTo>
                    <a:pt x="195383" y="25330"/>
                    <a:pt x="194423" y="25067"/>
                    <a:pt x="193466" y="24804"/>
                  </a:cubicBezTo>
                  <a:cubicBezTo>
                    <a:pt x="172307" y="18995"/>
                    <a:pt x="155262" y="16255"/>
                    <a:pt x="139723" y="16255"/>
                  </a:cubicBezTo>
                  <a:cubicBezTo>
                    <a:pt x="136241" y="16255"/>
                    <a:pt x="132834" y="16392"/>
                    <a:pt x="129473" y="16664"/>
                  </a:cubicBezTo>
                  <a:cubicBezTo>
                    <a:pt x="117659" y="17617"/>
                    <a:pt x="108992" y="19950"/>
                    <a:pt x="101363" y="24225"/>
                  </a:cubicBezTo>
                  <a:cubicBezTo>
                    <a:pt x="95848" y="27316"/>
                    <a:pt x="90586" y="31262"/>
                    <a:pt x="85495" y="35080"/>
                  </a:cubicBezTo>
                  <a:cubicBezTo>
                    <a:pt x="82539" y="37296"/>
                    <a:pt x="79484" y="39588"/>
                    <a:pt x="76413" y="41684"/>
                  </a:cubicBezTo>
                  <a:cubicBezTo>
                    <a:pt x="71394" y="45113"/>
                    <a:pt x="67146" y="47471"/>
                    <a:pt x="63039" y="49108"/>
                  </a:cubicBezTo>
                  <a:cubicBezTo>
                    <a:pt x="58787" y="50804"/>
                    <a:pt x="54022" y="52109"/>
                    <a:pt x="48045" y="53216"/>
                  </a:cubicBezTo>
                  <a:cubicBezTo>
                    <a:pt x="40031" y="54703"/>
                    <a:pt x="31384" y="55416"/>
                    <a:pt x="21189" y="55416"/>
                  </a:cubicBezTo>
                  <a:cubicBezTo>
                    <a:pt x="19290" y="55416"/>
                    <a:pt x="17337" y="55391"/>
                    <a:pt x="15325" y="55342"/>
                  </a:cubicBezTo>
                  <a:cubicBezTo>
                    <a:pt x="9761" y="55207"/>
                    <a:pt x="4879" y="54966"/>
                    <a:pt x="402" y="54612"/>
                  </a:cubicBezTo>
                  <a:lnTo>
                    <a:pt x="407" y="54612"/>
                  </a:lnTo>
                  <a:lnTo>
                    <a:pt x="407" y="49284"/>
                  </a:lnTo>
                  <a:cubicBezTo>
                    <a:pt x="817" y="49421"/>
                    <a:pt x="1230" y="49561"/>
                    <a:pt x="1643" y="49700"/>
                  </a:cubicBezTo>
                  <a:cubicBezTo>
                    <a:pt x="4359" y="50619"/>
                    <a:pt x="7168" y="51566"/>
                    <a:pt x="9980" y="52235"/>
                  </a:cubicBezTo>
                  <a:cubicBezTo>
                    <a:pt x="12206" y="52763"/>
                    <a:pt x="14788" y="53377"/>
                    <a:pt x="17344" y="53377"/>
                  </a:cubicBezTo>
                  <a:cubicBezTo>
                    <a:pt x="18683" y="53377"/>
                    <a:pt x="20014" y="53208"/>
                    <a:pt x="21283" y="52772"/>
                  </a:cubicBezTo>
                  <a:cubicBezTo>
                    <a:pt x="22931" y="52205"/>
                    <a:pt x="23878" y="51164"/>
                    <a:pt x="24025" y="49761"/>
                  </a:cubicBezTo>
                  <a:cubicBezTo>
                    <a:pt x="24231" y="47784"/>
                    <a:pt x="23055" y="45926"/>
                    <a:pt x="21802" y="44960"/>
                  </a:cubicBezTo>
                  <a:cubicBezTo>
                    <a:pt x="20124" y="43670"/>
                    <a:pt x="18067" y="43236"/>
                    <a:pt x="16094" y="42961"/>
                  </a:cubicBezTo>
                  <a:cubicBezTo>
                    <a:pt x="13968" y="42663"/>
                    <a:pt x="11797" y="42629"/>
                    <a:pt x="9701" y="42596"/>
                  </a:cubicBezTo>
                  <a:lnTo>
                    <a:pt x="9254" y="42589"/>
                  </a:lnTo>
                  <a:cubicBezTo>
                    <a:pt x="6994" y="42550"/>
                    <a:pt x="4310" y="42346"/>
                    <a:pt x="1553" y="41105"/>
                  </a:cubicBezTo>
                  <a:cubicBezTo>
                    <a:pt x="1170" y="40933"/>
                    <a:pt x="784" y="40741"/>
                    <a:pt x="402" y="40534"/>
                  </a:cubicBezTo>
                  <a:lnTo>
                    <a:pt x="402" y="31531"/>
                  </a:lnTo>
                  <a:cubicBezTo>
                    <a:pt x="6844" y="32915"/>
                    <a:pt x="13326" y="34726"/>
                    <a:pt x="19599" y="36477"/>
                  </a:cubicBezTo>
                  <a:cubicBezTo>
                    <a:pt x="22674" y="37335"/>
                    <a:pt x="25850" y="38224"/>
                    <a:pt x="28985" y="39049"/>
                  </a:cubicBezTo>
                  <a:cubicBezTo>
                    <a:pt x="36397" y="41005"/>
                    <a:pt x="46195" y="43249"/>
                    <a:pt x="56268" y="43249"/>
                  </a:cubicBezTo>
                  <a:lnTo>
                    <a:pt x="56298" y="43249"/>
                  </a:lnTo>
                  <a:cubicBezTo>
                    <a:pt x="60549" y="43247"/>
                    <a:pt x="65413" y="43043"/>
                    <a:pt x="69372" y="40633"/>
                  </a:cubicBezTo>
                  <a:cubicBezTo>
                    <a:pt x="71055" y="39609"/>
                    <a:pt x="72214" y="38269"/>
                    <a:pt x="72821" y="36652"/>
                  </a:cubicBezTo>
                  <a:cubicBezTo>
                    <a:pt x="73454" y="34967"/>
                    <a:pt x="73654" y="32595"/>
                    <a:pt x="72675" y="31095"/>
                  </a:cubicBezTo>
                  <a:cubicBezTo>
                    <a:pt x="71475" y="29255"/>
                    <a:pt x="69235" y="29002"/>
                    <a:pt x="67193" y="29002"/>
                  </a:cubicBezTo>
                  <a:lnTo>
                    <a:pt x="67163" y="29002"/>
                  </a:lnTo>
                  <a:cubicBezTo>
                    <a:pt x="64338" y="29005"/>
                    <a:pt x="61485" y="29632"/>
                    <a:pt x="59033" y="30219"/>
                  </a:cubicBezTo>
                  <a:cubicBezTo>
                    <a:pt x="58197" y="30419"/>
                    <a:pt x="57351" y="30648"/>
                    <a:pt x="56532" y="30868"/>
                  </a:cubicBezTo>
                  <a:cubicBezTo>
                    <a:pt x="55224" y="31222"/>
                    <a:pt x="53869" y="31587"/>
                    <a:pt x="52529" y="31845"/>
                  </a:cubicBezTo>
                  <a:cubicBezTo>
                    <a:pt x="48490" y="32626"/>
                    <a:pt x="44235" y="33024"/>
                    <a:pt x="39894" y="33024"/>
                  </a:cubicBezTo>
                  <a:cubicBezTo>
                    <a:pt x="39863" y="33024"/>
                    <a:pt x="39832" y="33024"/>
                    <a:pt x="39801" y="33024"/>
                  </a:cubicBezTo>
                  <a:cubicBezTo>
                    <a:pt x="26833" y="33011"/>
                    <a:pt x="13576" y="29869"/>
                    <a:pt x="402" y="23687"/>
                  </a:cubicBezTo>
                  <a:lnTo>
                    <a:pt x="402" y="6011"/>
                  </a:lnTo>
                  <a:cubicBezTo>
                    <a:pt x="1635" y="6344"/>
                    <a:pt x="2827" y="6712"/>
                    <a:pt x="3952" y="7104"/>
                  </a:cubicBezTo>
                  <a:cubicBezTo>
                    <a:pt x="7474" y="8330"/>
                    <a:pt x="10930" y="10023"/>
                    <a:pt x="14269" y="11659"/>
                  </a:cubicBezTo>
                  <a:cubicBezTo>
                    <a:pt x="15159" y="12095"/>
                    <a:pt x="16051" y="12530"/>
                    <a:pt x="16944" y="12959"/>
                  </a:cubicBezTo>
                  <a:cubicBezTo>
                    <a:pt x="21849" y="15315"/>
                    <a:pt x="26184" y="17153"/>
                    <a:pt x="30193" y="18579"/>
                  </a:cubicBezTo>
                  <a:cubicBezTo>
                    <a:pt x="37329" y="21116"/>
                    <a:pt x="44835" y="22386"/>
                    <a:pt x="52799" y="22386"/>
                  </a:cubicBezTo>
                  <a:cubicBezTo>
                    <a:pt x="62775" y="22386"/>
                    <a:pt x="73472" y="20393"/>
                    <a:pt x="85065" y="16400"/>
                  </a:cubicBezTo>
                  <a:cubicBezTo>
                    <a:pt x="89374" y="14915"/>
                    <a:pt x="93852" y="13162"/>
                    <a:pt x="98753" y="11037"/>
                  </a:cubicBezTo>
                  <a:cubicBezTo>
                    <a:pt x="99763" y="10600"/>
                    <a:pt x="100773" y="10151"/>
                    <a:pt x="101781" y="9706"/>
                  </a:cubicBezTo>
                  <a:cubicBezTo>
                    <a:pt x="104805" y="8364"/>
                    <a:pt x="107933" y="6975"/>
                    <a:pt x="111082" y="5882"/>
                  </a:cubicBezTo>
                  <a:cubicBezTo>
                    <a:pt x="119135" y="3086"/>
                    <a:pt x="127851" y="1338"/>
                    <a:pt x="136984" y="688"/>
                  </a:cubicBezTo>
                  <a:cubicBezTo>
                    <a:pt x="139649" y="498"/>
                    <a:pt x="142317" y="403"/>
                    <a:pt x="144981" y="403"/>
                  </a:cubicBezTo>
                  <a:close/>
                  <a:moveTo>
                    <a:pt x="144959" y="1"/>
                  </a:moveTo>
                  <a:cubicBezTo>
                    <a:pt x="142293" y="1"/>
                    <a:pt x="139623" y="96"/>
                    <a:pt x="136956" y="285"/>
                  </a:cubicBezTo>
                  <a:cubicBezTo>
                    <a:pt x="127785" y="938"/>
                    <a:pt x="119037" y="2693"/>
                    <a:pt x="110949" y="5501"/>
                  </a:cubicBezTo>
                  <a:cubicBezTo>
                    <a:pt x="107786" y="6599"/>
                    <a:pt x="104650" y="7991"/>
                    <a:pt x="101618" y="9337"/>
                  </a:cubicBezTo>
                  <a:cubicBezTo>
                    <a:pt x="100610" y="9784"/>
                    <a:pt x="99605" y="10230"/>
                    <a:pt x="98594" y="10669"/>
                  </a:cubicBezTo>
                  <a:cubicBezTo>
                    <a:pt x="93702" y="12788"/>
                    <a:pt x="89236" y="14538"/>
                    <a:pt x="84935" y="16020"/>
                  </a:cubicBezTo>
                  <a:cubicBezTo>
                    <a:pt x="73384" y="19997"/>
                    <a:pt x="62731" y="21983"/>
                    <a:pt x="52798" y="21983"/>
                  </a:cubicBezTo>
                  <a:cubicBezTo>
                    <a:pt x="44880" y="21983"/>
                    <a:pt x="37420" y="20721"/>
                    <a:pt x="30329" y="18200"/>
                  </a:cubicBezTo>
                  <a:cubicBezTo>
                    <a:pt x="26334" y="16780"/>
                    <a:pt x="22012" y="14948"/>
                    <a:pt x="17118" y="12599"/>
                  </a:cubicBezTo>
                  <a:cubicBezTo>
                    <a:pt x="16225" y="12172"/>
                    <a:pt x="15335" y="11736"/>
                    <a:pt x="14448" y="11300"/>
                  </a:cubicBezTo>
                  <a:cubicBezTo>
                    <a:pt x="11097" y="9658"/>
                    <a:pt x="7631" y="7961"/>
                    <a:pt x="4086" y="6726"/>
                  </a:cubicBezTo>
                  <a:cubicBezTo>
                    <a:pt x="2874" y="6305"/>
                    <a:pt x="1587" y="5911"/>
                    <a:pt x="257" y="5556"/>
                  </a:cubicBezTo>
                  <a:lnTo>
                    <a:pt x="2" y="5489"/>
                  </a:lnTo>
                  <a:lnTo>
                    <a:pt x="2" y="23947"/>
                  </a:lnTo>
                  <a:lnTo>
                    <a:pt x="118" y="24001"/>
                  </a:lnTo>
                  <a:cubicBezTo>
                    <a:pt x="13383" y="30245"/>
                    <a:pt x="26736" y="33418"/>
                    <a:pt x="39802" y="33430"/>
                  </a:cubicBezTo>
                  <a:cubicBezTo>
                    <a:pt x="39862" y="33430"/>
                    <a:pt x="39922" y="33430"/>
                    <a:pt x="39983" y="33430"/>
                  </a:cubicBezTo>
                  <a:cubicBezTo>
                    <a:pt x="44319" y="33430"/>
                    <a:pt x="48571" y="33023"/>
                    <a:pt x="52607" y="32244"/>
                  </a:cubicBezTo>
                  <a:cubicBezTo>
                    <a:pt x="53961" y="31982"/>
                    <a:pt x="55324" y="31615"/>
                    <a:pt x="56640" y="31261"/>
                  </a:cubicBezTo>
                  <a:cubicBezTo>
                    <a:pt x="57454" y="31041"/>
                    <a:pt x="58297" y="30815"/>
                    <a:pt x="59127" y="30616"/>
                  </a:cubicBezTo>
                  <a:cubicBezTo>
                    <a:pt x="61559" y="30033"/>
                    <a:pt x="64382" y="29412"/>
                    <a:pt x="67164" y="29409"/>
                  </a:cubicBezTo>
                  <a:cubicBezTo>
                    <a:pt x="67187" y="29409"/>
                    <a:pt x="67210" y="29409"/>
                    <a:pt x="67233" y="29409"/>
                  </a:cubicBezTo>
                  <a:cubicBezTo>
                    <a:pt x="69147" y="29409"/>
                    <a:pt x="71252" y="29651"/>
                    <a:pt x="72340" y="31318"/>
                  </a:cubicBezTo>
                  <a:cubicBezTo>
                    <a:pt x="73241" y="32701"/>
                    <a:pt x="73043" y="34924"/>
                    <a:pt x="72447" y="36513"/>
                  </a:cubicBezTo>
                  <a:cubicBezTo>
                    <a:pt x="71871" y="38046"/>
                    <a:pt x="70768" y="39317"/>
                    <a:pt x="69163" y="40292"/>
                  </a:cubicBezTo>
                  <a:cubicBezTo>
                    <a:pt x="65293" y="42649"/>
                    <a:pt x="60492" y="42849"/>
                    <a:pt x="56298" y="42850"/>
                  </a:cubicBezTo>
                  <a:lnTo>
                    <a:pt x="56268" y="42850"/>
                  </a:lnTo>
                  <a:cubicBezTo>
                    <a:pt x="46241" y="42850"/>
                    <a:pt x="36475" y="40614"/>
                    <a:pt x="29086" y="38666"/>
                  </a:cubicBezTo>
                  <a:cubicBezTo>
                    <a:pt x="25956" y="37839"/>
                    <a:pt x="22778" y="36952"/>
                    <a:pt x="19706" y="36095"/>
                  </a:cubicBezTo>
                  <a:cubicBezTo>
                    <a:pt x="13350" y="34319"/>
                    <a:pt x="6776" y="32482"/>
                    <a:pt x="244" y="31089"/>
                  </a:cubicBezTo>
                  <a:lnTo>
                    <a:pt x="1" y="31038"/>
                  </a:lnTo>
                  <a:lnTo>
                    <a:pt x="1" y="40777"/>
                  </a:lnTo>
                  <a:lnTo>
                    <a:pt x="105" y="40834"/>
                  </a:lnTo>
                  <a:cubicBezTo>
                    <a:pt x="528" y="41068"/>
                    <a:pt x="960" y="41284"/>
                    <a:pt x="1387" y="41477"/>
                  </a:cubicBezTo>
                  <a:cubicBezTo>
                    <a:pt x="4210" y="42747"/>
                    <a:pt x="6945" y="42957"/>
                    <a:pt x="9247" y="42996"/>
                  </a:cubicBezTo>
                  <a:lnTo>
                    <a:pt x="9694" y="43003"/>
                  </a:lnTo>
                  <a:cubicBezTo>
                    <a:pt x="11777" y="43036"/>
                    <a:pt x="13933" y="43072"/>
                    <a:pt x="16035" y="43364"/>
                  </a:cubicBezTo>
                  <a:cubicBezTo>
                    <a:pt x="17956" y="43633"/>
                    <a:pt x="19953" y="44050"/>
                    <a:pt x="21555" y="45283"/>
                  </a:cubicBezTo>
                  <a:cubicBezTo>
                    <a:pt x="22721" y="46179"/>
                    <a:pt x="23812" y="47901"/>
                    <a:pt x="23624" y="49723"/>
                  </a:cubicBezTo>
                  <a:cubicBezTo>
                    <a:pt x="23492" y="50977"/>
                    <a:pt x="22661" y="51876"/>
                    <a:pt x="21149" y="52395"/>
                  </a:cubicBezTo>
                  <a:cubicBezTo>
                    <a:pt x="19929" y="52815"/>
                    <a:pt x="18642" y="52977"/>
                    <a:pt x="17343" y="52977"/>
                  </a:cubicBezTo>
                  <a:cubicBezTo>
                    <a:pt x="14829" y="52977"/>
                    <a:pt x="12272" y="52369"/>
                    <a:pt x="10068" y="51847"/>
                  </a:cubicBezTo>
                  <a:cubicBezTo>
                    <a:pt x="7275" y="51184"/>
                    <a:pt x="4475" y="50237"/>
                    <a:pt x="1767" y="49323"/>
                  </a:cubicBezTo>
                  <a:cubicBezTo>
                    <a:pt x="1267" y="49155"/>
                    <a:pt x="767" y="48985"/>
                    <a:pt x="265" y="48818"/>
                  </a:cubicBezTo>
                  <a:lnTo>
                    <a:pt x="1" y="48728"/>
                  </a:lnTo>
                  <a:lnTo>
                    <a:pt x="1" y="54985"/>
                  </a:lnTo>
                  <a:lnTo>
                    <a:pt x="187" y="54999"/>
                  </a:lnTo>
                  <a:cubicBezTo>
                    <a:pt x="4720" y="55364"/>
                    <a:pt x="9668" y="55608"/>
                    <a:pt x="15316" y="55745"/>
                  </a:cubicBezTo>
                  <a:cubicBezTo>
                    <a:pt x="17327" y="55794"/>
                    <a:pt x="19280" y="55818"/>
                    <a:pt x="21180" y="55818"/>
                  </a:cubicBezTo>
                  <a:cubicBezTo>
                    <a:pt x="31405" y="55818"/>
                    <a:pt x="40078" y="55104"/>
                    <a:pt x="48122" y="53615"/>
                  </a:cubicBezTo>
                  <a:cubicBezTo>
                    <a:pt x="54125" y="52502"/>
                    <a:pt x="58913" y="51189"/>
                    <a:pt x="63191" y="49484"/>
                  </a:cubicBezTo>
                  <a:cubicBezTo>
                    <a:pt x="67326" y="47835"/>
                    <a:pt x="71599" y="45463"/>
                    <a:pt x="76643" y="42018"/>
                  </a:cubicBezTo>
                  <a:cubicBezTo>
                    <a:pt x="79721" y="39917"/>
                    <a:pt x="82780" y="37621"/>
                    <a:pt x="85739" y="35403"/>
                  </a:cubicBezTo>
                  <a:cubicBezTo>
                    <a:pt x="90819" y="31594"/>
                    <a:pt x="96072" y="27654"/>
                    <a:pt x="101563" y="24578"/>
                  </a:cubicBezTo>
                  <a:cubicBezTo>
                    <a:pt x="109139" y="20330"/>
                    <a:pt x="117758" y="18014"/>
                    <a:pt x="129508" y="17065"/>
                  </a:cubicBezTo>
                  <a:cubicBezTo>
                    <a:pt x="132858" y="16795"/>
                    <a:pt x="136254" y="16658"/>
                    <a:pt x="139725" y="16658"/>
                  </a:cubicBezTo>
                  <a:cubicBezTo>
                    <a:pt x="155229" y="16658"/>
                    <a:pt x="172239" y="19393"/>
                    <a:pt x="193363" y="25194"/>
                  </a:cubicBezTo>
                  <a:cubicBezTo>
                    <a:pt x="194320" y="25456"/>
                    <a:pt x="195279" y="25717"/>
                    <a:pt x="196240" y="25980"/>
                  </a:cubicBezTo>
                  <a:cubicBezTo>
                    <a:pt x="205628" y="28540"/>
                    <a:pt x="215334" y="31188"/>
                    <a:pt x="224421" y="35420"/>
                  </a:cubicBezTo>
                  <a:cubicBezTo>
                    <a:pt x="227275" y="36749"/>
                    <a:pt x="230329" y="38452"/>
                    <a:pt x="234037" y="40778"/>
                  </a:cubicBezTo>
                  <a:lnTo>
                    <a:pt x="234347" y="40971"/>
                  </a:lnTo>
                  <a:lnTo>
                    <a:pt x="234347" y="31794"/>
                  </a:lnTo>
                  <a:lnTo>
                    <a:pt x="234257" y="31734"/>
                  </a:lnTo>
                  <a:cubicBezTo>
                    <a:pt x="229156" y="28302"/>
                    <a:pt x="223710" y="25471"/>
                    <a:pt x="218442" y="22732"/>
                  </a:cubicBezTo>
                  <a:lnTo>
                    <a:pt x="216510" y="21728"/>
                  </a:lnTo>
                  <a:cubicBezTo>
                    <a:pt x="207587" y="17070"/>
                    <a:pt x="198587" y="12930"/>
                    <a:pt x="189764" y="9423"/>
                  </a:cubicBezTo>
                  <a:cubicBezTo>
                    <a:pt x="179135" y="5199"/>
                    <a:pt x="170836" y="2739"/>
                    <a:pt x="162852" y="1440"/>
                  </a:cubicBezTo>
                  <a:cubicBezTo>
                    <a:pt x="156959" y="482"/>
                    <a:pt x="150969" y="1"/>
                    <a:pt x="1449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24"/>
            <p:cNvSpPr/>
            <p:nvPr/>
          </p:nvSpPr>
          <p:spPr>
            <a:xfrm>
              <a:off x="4303273" y="2477774"/>
              <a:ext cx="4977457" cy="2219891"/>
            </a:xfrm>
            <a:custGeom>
              <a:rect b="b" l="l" r="r" t="t"/>
              <a:pathLst>
                <a:path extrusionOk="0" h="55473" w="124382">
                  <a:moveTo>
                    <a:pt x="25918" y="402"/>
                  </a:moveTo>
                  <a:cubicBezTo>
                    <a:pt x="36041" y="402"/>
                    <a:pt x="47026" y="1991"/>
                    <a:pt x="60462" y="5393"/>
                  </a:cubicBezTo>
                  <a:cubicBezTo>
                    <a:pt x="70856" y="8024"/>
                    <a:pt x="81175" y="11807"/>
                    <a:pt x="91155" y="15464"/>
                  </a:cubicBezTo>
                  <a:cubicBezTo>
                    <a:pt x="92391" y="15917"/>
                    <a:pt x="93627" y="16369"/>
                    <a:pt x="94863" y="16822"/>
                  </a:cubicBezTo>
                  <a:lnTo>
                    <a:pt x="95647" y="17108"/>
                  </a:lnTo>
                  <a:cubicBezTo>
                    <a:pt x="105319" y="20631"/>
                    <a:pt x="115319" y="24277"/>
                    <a:pt x="123981" y="30890"/>
                  </a:cubicBezTo>
                  <a:lnTo>
                    <a:pt x="123981" y="53695"/>
                  </a:lnTo>
                  <a:cubicBezTo>
                    <a:pt x="123931" y="53594"/>
                    <a:pt x="123881" y="53490"/>
                    <a:pt x="123831" y="53388"/>
                  </a:cubicBezTo>
                  <a:cubicBezTo>
                    <a:pt x="121216" y="48116"/>
                    <a:pt x="118223" y="43645"/>
                    <a:pt x="114937" y="40100"/>
                  </a:cubicBezTo>
                  <a:cubicBezTo>
                    <a:pt x="110571" y="35392"/>
                    <a:pt x="105339" y="32142"/>
                    <a:pt x="101268" y="29834"/>
                  </a:cubicBezTo>
                  <a:cubicBezTo>
                    <a:pt x="91058" y="24049"/>
                    <a:pt x="80265" y="20787"/>
                    <a:pt x="69187" y="20137"/>
                  </a:cubicBezTo>
                  <a:cubicBezTo>
                    <a:pt x="67907" y="20061"/>
                    <a:pt x="66618" y="20024"/>
                    <a:pt x="65319" y="20024"/>
                  </a:cubicBezTo>
                  <a:cubicBezTo>
                    <a:pt x="61141" y="20024"/>
                    <a:pt x="56870" y="20411"/>
                    <a:pt x="52577" y="21181"/>
                  </a:cubicBezTo>
                  <a:cubicBezTo>
                    <a:pt x="48332" y="21940"/>
                    <a:pt x="44099" y="23239"/>
                    <a:pt x="40004" y="24495"/>
                  </a:cubicBezTo>
                  <a:cubicBezTo>
                    <a:pt x="38744" y="24880"/>
                    <a:pt x="37484" y="25268"/>
                    <a:pt x="36221" y="25639"/>
                  </a:cubicBezTo>
                  <a:cubicBezTo>
                    <a:pt x="30814" y="27232"/>
                    <a:pt x="25249" y="28662"/>
                    <a:pt x="19858" y="28662"/>
                  </a:cubicBezTo>
                  <a:cubicBezTo>
                    <a:pt x="15618" y="28662"/>
                    <a:pt x="11486" y="27778"/>
                    <a:pt x="7624" y="25392"/>
                  </a:cubicBezTo>
                  <a:cubicBezTo>
                    <a:pt x="1653" y="21703"/>
                    <a:pt x="639" y="17073"/>
                    <a:pt x="567" y="14640"/>
                  </a:cubicBezTo>
                  <a:cubicBezTo>
                    <a:pt x="413" y="9480"/>
                    <a:pt x="3668" y="6464"/>
                    <a:pt x="5623" y="5124"/>
                  </a:cubicBezTo>
                  <a:cubicBezTo>
                    <a:pt x="9015" y="2801"/>
                    <a:pt x="12910" y="1856"/>
                    <a:pt x="15924" y="1292"/>
                  </a:cubicBezTo>
                  <a:cubicBezTo>
                    <a:pt x="19039" y="709"/>
                    <a:pt x="22328" y="409"/>
                    <a:pt x="25700" y="402"/>
                  </a:cubicBezTo>
                  <a:close/>
                  <a:moveTo>
                    <a:pt x="25696" y="0"/>
                  </a:moveTo>
                  <a:cubicBezTo>
                    <a:pt x="22298" y="9"/>
                    <a:pt x="18984" y="309"/>
                    <a:pt x="15846" y="896"/>
                  </a:cubicBezTo>
                  <a:cubicBezTo>
                    <a:pt x="12791" y="1468"/>
                    <a:pt x="8843" y="2428"/>
                    <a:pt x="5390" y="4792"/>
                  </a:cubicBezTo>
                  <a:cubicBezTo>
                    <a:pt x="3368" y="6176"/>
                    <a:pt x="0" y="9300"/>
                    <a:pt x="160" y="14653"/>
                  </a:cubicBezTo>
                  <a:cubicBezTo>
                    <a:pt x="236" y="17166"/>
                    <a:pt x="1277" y="21947"/>
                    <a:pt x="7409" y="25735"/>
                  </a:cubicBezTo>
                  <a:cubicBezTo>
                    <a:pt x="11344" y="28167"/>
                    <a:pt x="15543" y="29067"/>
                    <a:pt x="19845" y="29067"/>
                  </a:cubicBezTo>
                  <a:cubicBezTo>
                    <a:pt x="25284" y="29067"/>
                    <a:pt x="30887" y="27628"/>
                    <a:pt x="36329" y="26025"/>
                  </a:cubicBezTo>
                  <a:cubicBezTo>
                    <a:pt x="37594" y="25653"/>
                    <a:pt x="38857" y="25265"/>
                    <a:pt x="40120" y="24877"/>
                  </a:cubicBezTo>
                  <a:cubicBezTo>
                    <a:pt x="44202" y="23626"/>
                    <a:pt x="48423" y="22331"/>
                    <a:pt x="52645" y="21575"/>
                  </a:cubicBezTo>
                  <a:cubicBezTo>
                    <a:pt x="56919" y="20811"/>
                    <a:pt x="61167" y="20426"/>
                    <a:pt x="65320" y="20426"/>
                  </a:cubicBezTo>
                  <a:cubicBezTo>
                    <a:pt x="66611" y="20426"/>
                    <a:pt x="67892" y="20464"/>
                    <a:pt x="69163" y="20538"/>
                  </a:cubicBezTo>
                  <a:cubicBezTo>
                    <a:pt x="80177" y="21183"/>
                    <a:pt x="90911" y="24429"/>
                    <a:pt x="101068" y="30184"/>
                  </a:cubicBezTo>
                  <a:cubicBezTo>
                    <a:pt x="105113" y="32476"/>
                    <a:pt x="110313" y="35707"/>
                    <a:pt x="114641" y="40373"/>
                  </a:cubicBezTo>
                  <a:cubicBezTo>
                    <a:pt x="117901" y="43892"/>
                    <a:pt x="120872" y="48330"/>
                    <a:pt x="123468" y="53567"/>
                  </a:cubicBezTo>
                  <a:cubicBezTo>
                    <a:pt x="123595" y="53824"/>
                    <a:pt x="123718" y="54084"/>
                    <a:pt x="123842" y="54344"/>
                  </a:cubicBezTo>
                  <a:lnTo>
                    <a:pt x="124380" y="55470"/>
                  </a:lnTo>
                  <a:lnTo>
                    <a:pt x="124380" y="30691"/>
                  </a:lnTo>
                  <a:lnTo>
                    <a:pt x="124301" y="30630"/>
                  </a:lnTo>
                  <a:cubicBezTo>
                    <a:pt x="115571" y="23942"/>
                    <a:pt x="105512" y="20275"/>
                    <a:pt x="95782" y="16727"/>
                  </a:cubicBezTo>
                  <a:lnTo>
                    <a:pt x="94996" y="16442"/>
                  </a:lnTo>
                  <a:cubicBezTo>
                    <a:pt x="93760" y="15992"/>
                    <a:pt x="92525" y="15539"/>
                    <a:pt x="91289" y="15087"/>
                  </a:cubicBezTo>
                  <a:cubicBezTo>
                    <a:pt x="81300" y="11425"/>
                    <a:pt x="70971" y="7640"/>
                    <a:pt x="60557" y="5003"/>
                  </a:cubicBezTo>
                  <a:cubicBezTo>
                    <a:pt x="47087" y="1592"/>
                    <a:pt x="36071" y="0"/>
                    <a:pt x="25913" y="0"/>
                  </a:cubicBezTo>
                  <a:close/>
                  <a:moveTo>
                    <a:pt x="124380" y="55470"/>
                  </a:moveTo>
                  <a:lnTo>
                    <a:pt x="124380" y="55473"/>
                  </a:lnTo>
                  <a:lnTo>
                    <a:pt x="124381" y="55473"/>
                  </a:lnTo>
                  <a:lnTo>
                    <a:pt x="124380" y="5547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4"/>
            <p:cNvSpPr/>
            <p:nvPr/>
          </p:nvSpPr>
          <p:spPr>
            <a:xfrm>
              <a:off x="-97184" y="3259686"/>
              <a:ext cx="4473596" cy="1988630"/>
            </a:xfrm>
            <a:custGeom>
              <a:rect b="b" l="l" r="r" t="t"/>
              <a:pathLst>
                <a:path extrusionOk="0" h="49694" w="111791">
                  <a:moveTo>
                    <a:pt x="97341" y="420"/>
                  </a:moveTo>
                  <a:cubicBezTo>
                    <a:pt x="98733" y="420"/>
                    <a:pt x="99979" y="773"/>
                    <a:pt x="101045" y="1273"/>
                  </a:cubicBezTo>
                  <a:cubicBezTo>
                    <a:pt x="104764" y="3021"/>
                    <a:pt x="109232" y="7243"/>
                    <a:pt x="110572" y="11931"/>
                  </a:cubicBezTo>
                  <a:cubicBezTo>
                    <a:pt x="111369" y="14719"/>
                    <a:pt x="110985" y="17351"/>
                    <a:pt x="109429" y="19750"/>
                  </a:cubicBezTo>
                  <a:cubicBezTo>
                    <a:pt x="107469" y="22776"/>
                    <a:pt x="104270" y="24339"/>
                    <a:pt x="101702" y="25361"/>
                  </a:cubicBezTo>
                  <a:cubicBezTo>
                    <a:pt x="98754" y="26534"/>
                    <a:pt x="95452" y="27464"/>
                    <a:pt x="91607" y="28204"/>
                  </a:cubicBezTo>
                  <a:cubicBezTo>
                    <a:pt x="89921" y="28528"/>
                    <a:pt x="88200" y="28811"/>
                    <a:pt x="86532" y="29084"/>
                  </a:cubicBezTo>
                  <a:cubicBezTo>
                    <a:pt x="79681" y="30207"/>
                    <a:pt x="72597" y="31372"/>
                    <a:pt x="66253" y="35734"/>
                  </a:cubicBezTo>
                  <a:cubicBezTo>
                    <a:pt x="61721" y="38849"/>
                    <a:pt x="57707" y="43535"/>
                    <a:pt x="54638" y="49289"/>
                  </a:cubicBezTo>
                  <a:lnTo>
                    <a:pt x="3363" y="49289"/>
                  </a:lnTo>
                  <a:cubicBezTo>
                    <a:pt x="1730" y="49289"/>
                    <a:pt x="402" y="47585"/>
                    <a:pt x="402" y="45488"/>
                  </a:cubicBezTo>
                  <a:lnTo>
                    <a:pt x="402" y="27817"/>
                  </a:lnTo>
                  <a:cubicBezTo>
                    <a:pt x="6956" y="29756"/>
                    <a:pt x="13549" y="31125"/>
                    <a:pt x="20006" y="31888"/>
                  </a:cubicBezTo>
                  <a:cubicBezTo>
                    <a:pt x="24832" y="32458"/>
                    <a:pt x="29867" y="32744"/>
                    <a:pt x="35067" y="32744"/>
                  </a:cubicBezTo>
                  <a:cubicBezTo>
                    <a:pt x="39433" y="32744"/>
                    <a:pt x="43915" y="32543"/>
                    <a:pt x="48490" y="32140"/>
                  </a:cubicBezTo>
                  <a:cubicBezTo>
                    <a:pt x="52725" y="31766"/>
                    <a:pt x="57090" y="31156"/>
                    <a:pt x="61838" y="30276"/>
                  </a:cubicBezTo>
                  <a:cubicBezTo>
                    <a:pt x="65200" y="29650"/>
                    <a:pt x="69115" y="28700"/>
                    <a:pt x="72658" y="26377"/>
                  </a:cubicBezTo>
                  <a:cubicBezTo>
                    <a:pt x="76773" y="23677"/>
                    <a:pt x="79509" y="18971"/>
                    <a:pt x="82157" y="14419"/>
                  </a:cubicBezTo>
                  <a:cubicBezTo>
                    <a:pt x="83207" y="12610"/>
                    <a:pt x="84295" y="10742"/>
                    <a:pt x="85446" y="9038"/>
                  </a:cubicBezTo>
                  <a:cubicBezTo>
                    <a:pt x="89943" y="2389"/>
                    <a:pt x="94052" y="420"/>
                    <a:pt x="97341" y="420"/>
                  </a:cubicBezTo>
                  <a:close/>
                  <a:moveTo>
                    <a:pt x="97320" y="1"/>
                  </a:moveTo>
                  <a:cubicBezTo>
                    <a:pt x="92272" y="1"/>
                    <a:pt x="88015" y="4523"/>
                    <a:pt x="85113" y="8813"/>
                  </a:cubicBezTo>
                  <a:cubicBezTo>
                    <a:pt x="83953" y="10529"/>
                    <a:pt x="82863" y="12404"/>
                    <a:pt x="81808" y="14217"/>
                  </a:cubicBezTo>
                  <a:cubicBezTo>
                    <a:pt x="79187" y="18729"/>
                    <a:pt x="76473" y="23393"/>
                    <a:pt x="72437" y="26041"/>
                  </a:cubicBezTo>
                  <a:cubicBezTo>
                    <a:pt x="68955" y="28325"/>
                    <a:pt x="65088" y="29264"/>
                    <a:pt x="61763" y="29881"/>
                  </a:cubicBezTo>
                  <a:cubicBezTo>
                    <a:pt x="57027" y="30760"/>
                    <a:pt x="52675" y="31369"/>
                    <a:pt x="48454" y="31740"/>
                  </a:cubicBezTo>
                  <a:cubicBezTo>
                    <a:pt x="43892" y="32141"/>
                    <a:pt x="39422" y="32342"/>
                    <a:pt x="35069" y="32342"/>
                  </a:cubicBezTo>
                  <a:cubicBezTo>
                    <a:pt x="29883" y="32342"/>
                    <a:pt x="24864" y="32057"/>
                    <a:pt x="20053" y="31489"/>
                  </a:cubicBezTo>
                  <a:cubicBezTo>
                    <a:pt x="13535" y="30716"/>
                    <a:pt x="6875" y="29326"/>
                    <a:pt x="259" y="27354"/>
                  </a:cubicBezTo>
                  <a:lnTo>
                    <a:pt x="1" y="27277"/>
                  </a:lnTo>
                  <a:lnTo>
                    <a:pt x="1" y="45491"/>
                  </a:lnTo>
                  <a:cubicBezTo>
                    <a:pt x="1" y="47809"/>
                    <a:pt x="1508" y="49694"/>
                    <a:pt x="3363" y="49694"/>
                  </a:cubicBezTo>
                  <a:lnTo>
                    <a:pt x="54879" y="49694"/>
                  </a:lnTo>
                  <a:lnTo>
                    <a:pt x="54936" y="49585"/>
                  </a:lnTo>
                  <a:cubicBezTo>
                    <a:pt x="57983" y="43837"/>
                    <a:pt x="61975" y="39163"/>
                    <a:pt x="66481" y="36064"/>
                  </a:cubicBezTo>
                  <a:cubicBezTo>
                    <a:pt x="72751" y="31752"/>
                    <a:pt x="79791" y="30597"/>
                    <a:pt x="86599" y="29479"/>
                  </a:cubicBezTo>
                  <a:cubicBezTo>
                    <a:pt x="88267" y="29206"/>
                    <a:pt x="89993" y="28921"/>
                    <a:pt x="91683" y="28597"/>
                  </a:cubicBezTo>
                  <a:cubicBezTo>
                    <a:pt x="95554" y="27852"/>
                    <a:pt x="98882" y="26914"/>
                    <a:pt x="101852" y="25732"/>
                  </a:cubicBezTo>
                  <a:cubicBezTo>
                    <a:pt x="104477" y="24689"/>
                    <a:pt x="107747" y="23089"/>
                    <a:pt x="109769" y="19968"/>
                  </a:cubicBezTo>
                  <a:cubicBezTo>
                    <a:pt x="111389" y="17466"/>
                    <a:pt x="111791" y="14724"/>
                    <a:pt x="110961" y="11820"/>
                  </a:cubicBezTo>
                  <a:cubicBezTo>
                    <a:pt x="109585" y="7016"/>
                    <a:pt x="105018" y="2695"/>
                    <a:pt x="101216" y="909"/>
                  </a:cubicBezTo>
                  <a:cubicBezTo>
                    <a:pt x="99874" y="279"/>
                    <a:pt x="98573" y="1"/>
                    <a:pt x="97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4"/>
            <p:cNvSpPr/>
            <p:nvPr/>
          </p:nvSpPr>
          <p:spPr>
            <a:xfrm>
              <a:off x="2768223" y="4519654"/>
              <a:ext cx="4335456" cy="728679"/>
            </a:xfrm>
            <a:custGeom>
              <a:rect b="b" l="l" r="r" t="t"/>
              <a:pathLst>
                <a:path extrusionOk="0" h="18209" w="108339">
                  <a:moveTo>
                    <a:pt x="27698" y="402"/>
                  </a:moveTo>
                  <a:cubicBezTo>
                    <a:pt x="32888" y="402"/>
                    <a:pt x="38022" y="2124"/>
                    <a:pt x="42576" y="3656"/>
                  </a:cubicBezTo>
                  <a:cubicBezTo>
                    <a:pt x="47416" y="5283"/>
                    <a:pt x="52582" y="6948"/>
                    <a:pt x="57857" y="7844"/>
                  </a:cubicBezTo>
                  <a:cubicBezTo>
                    <a:pt x="62292" y="8597"/>
                    <a:pt x="66755" y="8977"/>
                    <a:pt x="71177" y="8977"/>
                  </a:cubicBezTo>
                  <a:cubicBezTo>
                    <a:pt x="72693" y="8977"/>
                    <a:pt x="74204" y="8932"/>
                    <a:pt x="75707" y="8843"/>
                  </a:cubicBezTo>
                  <a:cubicBezTo>
                    <a:pt x="78578" y="8671"/>
                    <a:pt x="81363" y="8335"/>
                    <a:pt x="83983" y="7841"/>
                  </a:cubicBezTo>
                  <a:cubicBezTo>
                    <a:pt x="84740" y="7698"/>
                    <a:pt x="85506" y="7531"/>
                    <a:pt x="86246" y="7371"/>
                  </a:cubicBezTo>
                  <a:cubicBezTo>
                    <a:pt x="87567" y="7085"/>
                    <a:pt x="88932" y="6788"/>
                    <a:pt x="90288" y="6616"/>
                  </a:cubicBezTo>
                  <a:cubicBezTo>
                    <a:pt x="91569" y="6455"/>
                    <a:pt x="92767" y="6374"/>
                    <a:pt x="93889" y="6374"/>
                  </a:cubicBezTo>
                  <a:cubicBezTo>
                    <a:pt x="97369" y="6374"/>
                    <a:pt x="100126" y="7157"/>
                    <a:pt x="102405" y="8765"/>
                  </a:cubicBezTo>
                  <a:cubicBezTo>
                    <a:pt x="104715" y="10399"/>
                    <a:pt x="107752" y="14521"/>
                    <a:pt x="107336" y="17804"/>
                  </a:cubicBezTo>
                  <a:lnTo>
                    <a:pt x="2840" y="17804"/>
                  </a:lnTo>
                  <a:cubicBezTo>
                    <a:pt x="2038" y="16930"/>
                    <a:pt x="1495" y="16015"/>
                    <a:pt x="1180" y="15011"/>
                  </a:cubicBezTo>
                  <a:cubicBezTo>
                    <a:pt x="328" y="12292"/>
                    <a:pt x="1140" y="8835"/>
                    <a:pt x="2950" y="7464"/>
                  </a:cubicBezTo>
                  <a:cubicBezTo>
                    <a:pt x="4188" y="6527"/>
                    <a:pt x="5746" y="6255"/>
                    <a:pt x="7263" y="6255"/>
                  </a:cubicBezTo>
                  <a:cubicBezTo>
                    <a:pt x="8508" y="6255"/>
                    <a:pt x="9724" y="6438"/>
                    <a:pt x="10713" y="6586"/>
                  </a:cubicBezTo>
                  <a:cubicBezTo>
                    <a:pt x="13555" y="7015"/>
                    <a:pt x="16398" y="7815"/>
                    <a:pt x="19148" y="8591"/>
                  </a:cubicBezTo>
                  <a:cubicBezTo>
                    <a:pt x="20420" y="8950"/>
                    <a:pt x="21733" y="9320"/>
                    <a:pt x="23031" y="9648"/>
                  </a:cubicBezTo>
                  <a:cubicBezTo>
                    <a:pt x="23892" y="9867"/>
                    <a:pt x="24772" y="10044"/>
                    <a:pt x="25624" y="10217"/>
                  </a:cubicBezTo>
                  <a:cubicBezTo>
                    <a:pt x="26578" y="10410"/>
                    <a:pt x="27561" y="10610"/>
                    <a:pt x="28520" y="10866"/>
                  </a:cubicBezTo>
                  <a:cubicBezTo>
                    <a:pt x="29266" y="11066"/>
                    <a:pt x="30023" y="11287"/>
                    <a:pt x="30753" y="11502"/>
                  </a:cubicBezTo>
                  <a:cubicBezTo>
                    <a:pt x="31592" y="11746"/>
                    <a:pt x="32458" y="12000"/>
                    <a:pt x="33317" y="12223"/>
                  </a:cubicBezTo>
                  <a:lnTo>
                    <a:pt x="33467" y="12263"/>
                  </a:lnTo>
                  <a:cubicBezTo>
                    <a:pt x="34991" y="12659"/>
                    <a:pt x="36728" y="13111"/>
                    <a:pt x="38421" y="13111"/>
                  </a:cubicBezTo>
                  <a:cubicBezTo>
                    <a:pt x="39680" y="13111"/>
                    <a:pt x="40914" y="12861"/>
                    <a:pt x="42017" y="12152"/>
                  </a:cubicBezTo>
                  <a:cubicBezTo>
                    <a:pt x="42247" y="12003"/>
                    <a:pt x="42254" y="11687"/>
                    <a:pt x="42130" y="11480"/>
                  </a:cubicBezTo>
                  <a:cubicBezTo>
                    <a:pt x="39927" y="7838"/>
                    <a:pt x="35420" y="7355"/>
                    <a:pt x="32131" y="7002"/>
                  </a:cubicBezTo>
                  <a:cubicBezTo>
                    <a:pt x="30552" y="6834"/>
                    <a:pt x="28936" y="6794"/>
                    <a:pt x="27373" y="6755"/>
                  </a:cubicBezTo>
                  <a:cubicBezTo>
                    <a:pt x="24971" y="6694"/>
                    <a:pt x="22485" y="6634"/>
                    <a:pt x="20094" y="6098"/>
                  </a:cubicBezTo>
                  <a:lnTo>
                    <a:pt x="19861" y="6045"/>
                  </a:lnTo>
                  <a:cubicBezTo>
                    <a:pt x="19174" y="5899"/>
                    <a:pt x="18323" y="5715"/>
                    <a:pt x="17845" y="5185"/>
                  </a:cubicBezTo>
                  <a:cubicBezTo>
                    <a:pt x="17683" y="5000"/>
                    <a:pt x="17613" y="4809"/>
                    <a:pt x="17637" y="4599"/>
                  </a:cubicBezTo>
                  <a:cubicBezTo>
                    <a:pt x="17720" y="3886"/>
                    <a:pt x="18816" y="3119"/>
                    <a:pt x="19284" y="2791"/>
                  </a:cubicBezTo>
                  <a:lnTo>
                    <a:pt x="19370" y="2730"/>
                  </a:lnTo>
                  <a:cubicBezTo>
                    <a:pt x="21382" y="1313"/>
                    <a:pt x="23882" y="535"/>
                    <a:pt x="26803" y="420"/>
                  </a:cubicBezTo>
                  <a:cubicBezTo>
                    <a:pt x="27101" y="408"/>
                    <a:pt x="27399" y="402"/>
                    <a:pt x="27698" y="402"/>
                  </a:cubicBezTo>
                  <a:close/>
                  <a:moveTo>
                    <a:pt x="27716" y="0"/>
                  </a:moveTo>
                  <a:cubicBezTo>
                    <a:pt x="27408" y="0"/>
                    <a:pt x="27101" y="6"/>
                    <a:pt x="26793" y="18"/>
                  </a:cubicBezTo>
                  <a:cubicBezTo>
                    <a:pt x="23792" y="137"/>
                    <a:pt x="21220" y="940"/>
                    <a:pt x="19143" y="2401"/>
                  </a:cubicBezTo>
                  <a:lnTo>
                    <a:pt x="19057" y="2461"/>
                  </a:lnTo>
                  <a:cubicBezTo>
                    <a:pt x="18500" y="2850"/>
                    <a:pt x="17342" y="3659"/>
                    <a:pt x="17241" y="4552"/>
                  </a:cubicBezTo>
                  <a:cubicBezTo>
                    <a:pt x="17204" y="4879"/>
                    <a:pt x="17307" y="5183"/>
                    <a:pt x="17550" y="5452"/>
                  </a:cubicBezTo>
                  <a:cubicBezTo>
                    <a:pt x="18114" y="6081"/>
                    <a:pt x="19037" y="6279"/>
                    <a:pt x="19779" y="6438"/>
                  </a:cubicBezTo>
                  <a:lnTo>
                    <a:pt x="20009" y="6488"/>
                  </a:lnTo>
                  <a:cubicBezTo>
                    <a:pt x="22436" y="7034"/>
                    <a:pt x="24942" y="7095"/>
                    <a:pt x="27366" y="7155"/>
                  </a:cubicBezTo>
                  <a:cubicBezTo>
                    <a:pt x="28920" y="7194"/>
                    <a:pt x="30528" y="7234"/>
                    <a:pt x="32089" y="7401"/>
                  </a:cubicBezTo>
                  <a:cubicBezTo>
                    <a:pt x="35297" y="7744"/>
                    <a:pt x="39689" y="8215"/>
                    <a:pt x="41788" y="11686"/>
                  </a:cubicBezTo>
                  <a:cubicBezTo>
                    <a:pt x="41818" y="11736"/>
                    <a:pt x="41813" y="11800"/>
                    <a:pt x="41803" y="11810"/>
                  </a:cubicBezTo>
                  <a:cubicBezTo>
                    <a:pt x="40777" y="12469"/>
                    <a:pt x="39614" y="12703"/>
                    <a:pt x="38419" y="12703"/>
                  </a:cubicBezTo>
                  <a:cubicBezTo>
                    <a:pt x="36773" y="12703"/>
                    <a:pt x="35066" y="12260"/>
                    <a:pt x="33571" y="11872"/>
                  </a:cubicBezTo>
                  <a:lnTo>
                    <a:pt x="33421" y="11832"/>
                  </a:lnTo>
                  <a:cubicBezTo>
                    <a:pt x="32568" y="11613"/>
                    <a:pt x="31706" y="11359"/>
                    <a:pt x="30871" y="11114"/>
                  </a:cubicBezTo>
                  <a:cubicBezTo>
                    <a:pt x="30136" y="10900"/>
                    <a:pt x="29377" y="10677"/>
                    <a:pt x="28627" y="10477"/>
                  </a:cubicBezTo>
                  <a:cubicBezTo>
                    <a:pt x="27659" y="10217"/>
                    <a:pt x="26667" y="10017"/>
                    <a:pt x="25708" y="9823"/>
                  </a:cubicBezTo>
                  <a:cubicBezTo>
                    <a:pt x="24862" y="9650"/>
                    <a:pt x="23985" y="9473"/>
                    <a:pt x="23133" y="9257"/>
                  </a:cubicBezTo>
                  <a:cubicBezTo>
                    <a:pt x="21840" y="8930"/>
                    <a:pt x="20529" y="8560"/>
                    <a:pt x="19261" y="8202"/>
                  </a:cubicBezTo>
                  <a:cubicBezTo>
                    <a:pt x="16498" y="7424"/>
                    <a:pt x="13642" y="6619"/>
                    <a:pt x="10776" y="6188"/>
                  </a:cubicBezTo>
                  <a:cubicBezTo>
                    <a:pt x="9769" y="6036"/>
                    <a:pt x="8534" y="5850"/>
                    <a:pt x="7263" y="5850"/>
                  </a:cubicBezTo>
                  <a:cubicBezTo>
                    <a:pt x="5677" y="5850"/>
                    <a:pt x="4036" y="6139"/>
                    <a:pt x="2711" y="7142"/>
                  </a:cubicBezTo>
                  <a:cubicBezTo>
                    <a:pt x="579" y="8757"/>
                    <a:pt x="1" y="12576"/>
                    <a:pt x="798" y="15131"/>
                  </a:cubicBezTo>
                  <a:cubicBezTo>
                    <a:pt x="1138" y="16218"/>
                    <a:pt x="1730" y="17203"/>
                    <a:pt x="2606" y="18144"/>
                  </a:cubicBezTo>
                  <a:lnTo>
                    <a:pt x="2666" y="18209"/>
                  </a:lnTo>
                  <a:lnTo>
                    <a:pt x="107680" y="18209"/>
                  </a:lnTo>
                  <a:lnTo>
                    <a:pt x="107713" y="18040"/>
                  </a:lnTo>
                  <a:cubicBezTo>
                    <a:pt x="108339" y="14231"/>
                    <a:pt x="104720" y="9907"/>
                    <a:pt x="102642" y="8438"/>
                  </a:cubicBezTo>
                  <a:cubicBezTo>
                    <a:pt x="100295" y="6780"/>
                    <a:pt x="97465" y="5972"/>
                    <a:pt x="93901" y="5972"/>
                  </a:cubicBezTo>
                  <a:cubicBezTo>
                    <a:pt x="92759" y="5972"/>
                    <a:pt x="91543" y="6055"/>
                    <a:pt x="90243" y="6219"/>
                  </a:cubicBezTo>
                  <a:cubicBezTo>
                    <a:pt x="88870" y="6392"/>
                    <a:pt x="87495" y="6691"/>
                    <a:pt x="86166" y="6979"/>
                  </a:cubicBezTo>
                  <a:cubicBezTo>
                    <a:pt x="85428" y="7141"/>
                    <a:pt x="84666" y="7307"/>
                    <a:pt x="83913" y="7448"/>
                  </a:cubicBezTo>
                  <a:cubicBezTo>
                    <a:pt x="81310" y="7937"/>
                    <a:pt x="78543" y="8272"/>
                    <a:pt x="75687" y="8443"/>
                  </a:cubicBezTo>
                  <a:cubicBezTo>
                    <a:pt x="74193" y="8531"/>
                    <a:pt x="72692" y="8575"/>
                    <a:pt x="71186" y="8575"/>
                  </a:cubicBezTo>
                  <a:cubicBezTo>
                    <a:pt x="66784" y="8575"/>
                    <a:pt x="62342" y="8199"/>
                    <a:pt x="57928" y="7448"/>
                  </a:cubicBezTo>
                  <a:cubicBezTo>
                    <a:pt x="52682" y="6556"/>
                    <a:pt x="47532" y="4898"/>
                    <a:pt x="42708" y="3276"/>
                  </a:cubicBezTo>
                  <a:cubicBezTo>
                    <a:pt x="38128" y="1734"/>
                    <a:pt x="32975" y="0"/>
                    <a:pt x="277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4"/>
            <p:cNvSpPr/>
            <p:nvPr/>
          </p:nvSpPr>
          <p:spPr>
            <a:xfrm>
              <a:off x="4932235" y="3684918"/>
              <a:ext cx="4348422" cy="1563444"/>
            </a:xfrm>
            <a:custGeom>
              <a:rect b="b" l="l" r="r" t="t"/>
              <a:pathLst>
                <a:path extrusionOk="0" h="39069" w="108663">
                  <a:moveTo>
                    <a:pt x="46151" y="403"/>
                  </a:moveTo>
                  <a:cubicBezTo>
                    <a:pt x="46500" y="403"/>
                    <a:pt x="46847" y="405"/>
                    <a:pt x="47194" y="409"/>
                  </a:cubicBezTo>
                  <a:cubicBezTo>
                    <a:pt x="60555" y="576"/>
                    <a:pt x="71907" y="4288"/>
                    <a:pt x="80932" y="11441"/>
                  </a:cubicBezTo>
                  <a:cubicBezTo>
                    <a:pt x="84958" y="14633"/>
                    <a:pt x="88903" y="18201"/>
                    <a:pt x="92718" y="21653"/>
                  </a:cubicBezTo>
                  <a:cubicBezTo>
                    <a:pt x="94523" y="23286"/>
                    <a:pt x="96389" y="24974"/>
                    <a:pt x="98238" y="26600"/>
                  </a:cubicBezTo>
                  <a:cubicBezTo>
                    <a:pt x="101177" y="29181"/>
                    <a:pt x="104663" y="32202"/>
                    <a:pt x="108257" y="35034"/>
                  </a:cubicBezTo>
                  <a:cubicBezTo>
                    <a:pt x="108185" y="37046"/>
                    <a:pt x="106877" y="38663"/>
                    <a:pt x="105303" y="38663"/>
                  </a:cubicBezTo>
                  <a:lnTo>
                    <a:pt x="95006" y="38663"/>
                  </a:lnTo>
                  <a:cubicBezTo>
                    <a:pt x="94337" y="37862"/>
                    <a:pt x="93741" y="37110"/>
                    <a:pt x="93190" y="36368"/>
                  </a:cubicBezTo>
                  <a:cubicBezTo>
                    <a:pt x="91738" y="34415"/>
                    <a:pt x="90482" y="32209"/>
                    <a:pt x="89268" y="30076"/>
                  </a:cubicBezTo>
                  <a:cubicBezTo>
                    <a:pt x="88255" y="28296"/>
                    <a:pt x="87207" y="26455"/>
                    <a:pt x="86046" y="24761"/>
                  </a:cubicBezTo>
                  <a:cubicBezTo>
                    <a:pt x="84901" y="23090"/>
                    <a:pt x="83654" y="21394"/>
                    <a:pt x="82109" y="20589"/>
                  </a:cubicBezTo>
                  <a:cubicBezTo>
                    <a:pt x="81766" y="20411"/>
                    <a:pt x="81285" y="20282"/>
                    <a:pt x="80790" y="20282"/>
                  </a:cubicBezTo>
                  <a:cubicBezTo>
                    <a:pt x="80446" y="20282"/>
                    <a:pt x="80095" y="20344"/>
                    <a:pt x="79779" y="20494"/>
                  </a:cubicBezTo>
                  <a:cubicBezTo>
                    <a:pt x="79253" y="20744"/>
                    <a:pt x="78909" y="21200"/>
                    <a:pt x="78784" y="21809"/>
                  </a:cubicBezTo>
                  <a:cubicBezTo>
                    <a:pt x="78479" y="23295"/>
                    <a:pt x="79725" y="24879"/>
                    <a:pt x="80550" y="25925"/>
                  </a:cubicBezTo>
                  <a:cubicBezTo>
                    <a:pt x="80666" y="26074"/>
                    <a:pt x="80775" y="26210"/>
                    <a:pt x="80868" y="26335"/>
                  </a:cubicBezTo>
                  <a:cubicBezTo>
                    <a:pt x="81946" y="27764"/>
                    <a:pt x="82835" y="29354"/>
                    <a:pt x="83661" y="31345"/>
                  </a:cubicBezTo>
                  <a:cubicBezTo>
                    <a:pt x="84287" y="32848"/>
                    <a:pt x="85364" y="35767"/>
                    <a:pt x="85660" y="38663"/>
                  </a:cubicBezTo>
                  <a:lnTo>
                    <a:pt x="76327" y="38663"/>
                  </a:lnTo>
                  <a:cubicBezTo>
                    <a:pt x="76685" y="34328"/>
                    <a:pt x="75134" y="29497"/>
                    <a:pt x="72336" y="26295"/>
                  </a:cubicBezTo>
                  <a:cubicBezTo>
                    <a:pt x="70016" y="23636"/>
                    <a:pt x="66829" y="21619"/>
                    <a:pt x="62597" y="20130"/>
                  </a:cubicBezTo>
                  <a:cubicBezTo>
                    <a:pt x="58968" y="18853"/>
                    <a:pt x="54987" y="18071"/>
                    <a:pt x="50066" y="17668"/>
                  </a:cubicBezTo>
                  <a:cubicBezTo>
                    <a:pt x="47919" y="17494"/>
                    <a:pt x="45723" y="17407"/>
                    <a:pt x="43437" y="17407"/>
                  </a:cubicBezTo>
                  <a:cubicBezTo>
                    <a:pt x="41731" y="17407"/>
                    <a:pt x="39974" y="17455"/>
                    <a:pt x="38150" y="17552"/>
                  </a:cubicBezTo>
                  <a:cubicBezTo>
                    <a:pt x="34341" y="17757"/>
                    <a:pt x="31394" y="18197"/>
                    <a:pt x="28604" y="18985"/>
                  </a:cubicBezTo>
                  <a:cubicBezTo>
                    <a:pt x="27525" y="19288"/>
                    <a:pt x="26448" y="19608"/>
                    <a:pt x="25369" y="19927"/>
                  </a:cubicBezTo>
                  <a:cubicBezTo>
                    <a:pt x="21997" y="20924"/>
                    <a:pt x="18511" y="21956"/>
                    <a:pt x="15020" y="22506"/>
                  </a:cubicBezTo>
                  <a:cubicBezTo>
                    <a:pt x="13538" y="22740"/>
                    <a:pt x="11993" y="22922"/>
                    <a:pt x="10477" y="22922"/>
                  </a:cubicBezTo>
                  <a:cubicBezTo>
                    <a:pt x="7660" y="22922"/>
                    <a:pt x="4942" y="22294"/>
                    <a:pt x="2908" y="20201"/>
                  </a:cubicBezTo>
                  <a:cubicBezTo>
                    <a:pt x="2318" y="19594"/>
                    <a:pt x="445" y="17417"/>
                    <a:pt x="1110" y="14892"/>
                  </a:cubicBezTo>
                  <a:cubicBezTo>
                    <a:pt x="1609" y="13004"/>
                    <a:pt x="3139" y="11676"/>
                    <a:pt x="4417" y="10728"/>
                  </a:cubicBezTo>
                  <a:cubicBezTo>
                    <a:pt x="7502" y="8442"/>
                    <a:pt x="11094" y="7120"/>
                    <a:pt x="14506" y="5962"/>
                  </a:cubicBezTo>
                  <a:cubicBezTo>
                    <a:pt x="25380" y="2272"/>
                    <a:pt x="36012" y="403"/>
                    <a:pt x="46151" y="403"/>
                  </a:cubicBezTo>
                  <a:close/>
                  <a:moveTo>
                    <a:pt x="46184" y="0"/>
                  </a:moveTo>
                  <a:cubicBezTo>
                    <a:pt x="35995" y="0"/>
                    <a:pt x="25302" y="1873"/>
                    <a:pt x="14376" y="5582"/>
                  </a:cubicBezTo>
                  <a:cubicBezTo>
                    <a:pt x="10932" y="6749"/>
                    <a:pt x="7309" y="8083"/>
                    <a:pt x="4175" y="10405"/>
                  </a:cubicBezTo>
                  <a:cubicBezTo>
                    <a:pt x="2845" y="11391"/>
                    <a:pt x="1250" y="12780"/>
                    <a:pt x="720" y="14790"/>
                  </a:cubicBezTo>
                  <a:cubicBezTo>
                    <a:pt x="0" y="17521"/>
                    <a:pt x="1992" y="19837"/>
                    <a:pt x="2618" y="20484"/>
                  </a:cubicBezTo>
                  <a:cubicBezTo>
                    <a:pt x="4745" y="22672"/>
                    <a:pt x="7559" y="23326"/>
                    <a:pt x="10464" y="23326"/>
                  </a:cubicBezTo>
                  <a:cubicBezTo>
                    <a:pt x="12008" y="23326"/>
                    <a:pt x="13578" y="23141"/>
                    <a:pt x="15083" y="22903"/>
                  </a:cubicBezTo>
                  <a:cubicBezTo>
                    <a:pt x="18599" y="22350"/>
                    <a:pt x="22098" y="21314"/>
                    <a:pt x="25483" y="20314"/>
                  </a:cubicBezTo>
                  <a:cubicBezTo>
                    <a:pt x="26558" y="19996"/>
                    <a:pt x="27635" y="19678"/>
                    <a:pt x="28713" y="19374"/>
                  </a:cubicBezTo>
                  <a:cubicBezTo>
                    <a:pt x="31476" y="18595"/>
                    <a:pt x="34392" y="18158"/>
                    <a:pt x="38171" y="17957"/>
                  </a:cubicBezTo>
                  <a:cubicBezTo>
                    <a:pt x="39992" y="17859"/>
                    <a:pt x="41744" y="17811"/>
                    <a:pt x="43446" y="17811"/>
                  </a:cubicBezTo>
                  <a:cubicBezTo>
                    <a:pt x="45718" y="17811"/>
                    <a:pt x="47900" y="17898"/>
                    <a:pt x="50034" y="18072"/>
                  </a:cubicBezTo>
                  <a:cubicBezTo>
                    <a:pt x="54919" y="18471"/>
                    <a:pt x="58869" y="19245"/>
                    <a:pt x="62464" y="20513"/>
                  </a:cubicBezTo>
                  <a:cubicBezTo>
                    <a:pt x="66629" y="21980"/>
                    <a:pt x="69761" y="23959"/>
                    <a:pt x="72035" y="26564"/>
                  </a:cubicBezTo>
                  <a:cubicBezTo>
                    <a:pt x="74808" y="29740"/>
                    <a:pt x="76328" y="34562"/>
                    <a:pt x="75907" y="38847"/>
                  </a:cubicBezTo>
                  <a:lnTo>
                    <a:pt x="75885" y="39069"/>
                  </a:lnTo>
                  <a:lnTo>
                    <a:pt x="86103" y="39069"/>
                  </a:lnTo>
                  <a:lnTo>
                    <a:pt x="86083" y="38849"/>
                  </a:lnTo>
                  <a:cubicBezTo>
                    <a:pt x="85816" y="35827"/>
                    <a:pt x="84685" y="32755"/>
                    <a:pt x="84035" y="31193"/>
                  </a:cubicBezTo>
                  <a:cubicBezTo>
                    <a:pt x="83194" y="29170"/>
                    <a:pt x="82289" y="27550"/>
                    <a:pt x="81192" y="26094"/>
                  </a:cubicBezTo>
                  <a:cubicBezTo>
                    <a:pt x="81095" y="25968"/>
                    <a:pt x="80986" y="25829"/>
                    <a:pt x="80868" y="25679"/>
                  </a:cubicBezTo>
                  <a:cubicBezTo>
                    <a:pt x="80089" y="24692"/>
                    <a:pt x="78913" y="23196"/>
                    <a:pt x="79180" y="21893"/>
                  </a:cubicBezTo>
                  <a:cubicBezTo>
                    <a:pt x="79280" y="21406"/>
                    <a:pt x="79542" y="21057"/>
                    <a:pt x="79953" y="20860"/>
                  </a:cubicBezTo>
                  <a:cubicBezTo>
                    <a:pt x="80215" y="20736"/>
                    <a:pt x="80506" y="20684"/>
                    <a:pt x="80793" y="20684"/>
                  </a:cubicBezTo>
                  <a:cubicBezTo>
                    <a:pt x="81216" y="20684"/>
                    <a:pt x="81630" y="20796"/>
                    <a:pt x="81925" y="20950"/>
                  </a:cubicBezTo>
                  <a:cubicBezTo>
                    <a:pt x="83388" y="21710"/>
                    <a:pt x="84600" y="23365"/>
                    <a:pt x="85716" y="24991"/>
                  </a:cubicBezTo>
                  <a:cubicBezTo>
                    <a:pt x="86867" y="26672"/>
                    <a:pt x="87910" y="28506"/>
                    <a:pt x="88919" y="30277"/>
                  </a:cubicBezTo>
                  <a:cubicBezTo>
                    <a:pt x="90139" y="32421"/>
                    <a:pt x="91401" y="34638"/>
                    <a:pt x="92868" y="36611"/>
                  </a:cubicBezTo>
                  <a:cubicBezTo>
                    <a:pt x="93440" y="37380"/>
                    <a:pt x="94059" y="38160"/>
                    <a:pt x="94759" y="38996"/>
                  </a:cubicBezTo>
                  <a:lnTo>
                    <a:pt x="94819" y="39068"/>
                  </a:lnTo>
                  <a:lnTo>
                    <a:pt x="105303" y="39068"/>
                  </a:lnTo>
                  <a:cubicBezTo>
                    <a:pt x="107121" y="39068"/>
                    <a:pt x="108627" y="37217"/>
                    <a:pt x="108661" y="34947"/>
                  </a:cubicBezTo>
                  <a:lnTo>
                    <a:pt x="108663" y="34847"/>
                  </a:lnTo>
                  <a:lnTo>
                    <a:pt x="108584" y="34784"/>
                  </a:lnTo>
                  <a:cubicBezTo>
                    <a:pt x="104971" y="31939"/>
                    <a:pt x="101460" y="28897"/>
                    <a:pt x="98502" y="26300"/>
                  </a:cubicBezTo>
                  <a:cubicBezTo>
                    <a:pt x="96655" y="24675"/>
                    <a:pt x="94790" y="22989"/>
                    <a:pt x="92987" y="21357"/>
                  </a:cubicBezTo>
                  <a:cubicBezTo>
                    <a:pt x="89168" y="17899"/>
                    <a:pt x="85217" y="14326"/>
                    <a:pt x="81181" y="11127"/>
                  </a:cubicBezTo>
                  <a:cubicBezTo>
                    <a:pt x="72085" y="3918"/>
                    <a:pt x="60650" y="176"/>
                    <a:pt x="47197" y="6"/>
                  </a:cubicBezTo>
                  <a:cubicBezTo>
                    <a:pt x="46860" y="2"/>
                    <a:pt x="46522" y="0"/>
                    <a:pt x="46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4"/>
            <p:cNvSpPr/>
            <p:nvPr/>
          </p:nvSpPr>
          <p:spPr>
            <a:xfrm>
              <a:off x="5065015" y="-2330514"/>
              <a:ext cx="4355665" cy="807744"/>
            </a:xfrm>
            <a:custGeom>
              <a:rect b="b" l="l" r="r" t="t"/>
              <a:pathLst>
                <a:path extrusionOk="0" h="28164" w="108844">
                  <a:moveTo>
                    <a:pt x="105484" y="409"/>
                  </a:moveTo>
                  <a:cubicBezTo>
                    <a:pt x="107116" y="409"/>
                    <a:pt x="108443" y="2114"/>
                    <a:pt x="108443" y="4208"/>
                  </a:cubicBezTo>
                  <a:lnTo>
                    <a:pt x="108443" y="9441"/>
                  </a:lnTo>
                  <a:cubicBezTo>
                    <a:pt x="107791" y="9431"/>
                    <a:pt x="107138" y="9426"/>
                    <a:pt x="106485" y="9426"/>
                  </a:cubicBezTo>
                  <a:cubicBezTo>
                    <a:pt x="96929" y="9426"/>
                    <a:pt x="87281" y="10461"/>
                    <a:pt x="77432" y="11618"/>
                  </a:cubicBezTo>
                  <a:lnTo>
                    <a:pt x="74438" y="11967"/>
                  </a:lnTo>
                  <a:cubicBezTo>
                    <a:pt x="68077" y="12707"/>
                    <a:pt x="61497" y="13471"/>
                    <a:pt x="55052" y="14524"/>
                  </a:cubicBezTo>
                  <a:cubicBezTo>
                    <a:pt x="50937" y="15196"/>
                    <a:pt x="47239" y="15919"/>
                    <a:pt x="43750" y="16739"/>
                  </a:cubicBezTo>
                  <a:cubicBezTo>
                    <a:pt x="39671" y="17698"/>
                    <a:pt x="36280" y="18535"/>
                    <a:pt x="32894" y="19868"/>
                  </a:cubicBezTo>
                  <a:cubicBezTo>
                    <a:pt x="30642" y="20754"/>
                    <a:pt x="28443" y="21986"/>
                    <a:pt x="26315" y="23179"/>
                  </a:cubicBezTo>
                  <a:cubicBezTo>
                    <a:pt x="22603" y="25262"/>
                    <a:pt x="18761" y="27414"/>
                    <a:pt x="14582" y="27728"/>
                  </a:cubicBezTo>
                  <a:cubicBezTo>
                    <a:pt x="14284" y="27750"/>
                    <a:pt x="13983" y="27761"/>
                    <a:pt x="13680" y="27761"/>
                  </a:cubicBezTo>
                  <a:cubicBezTo>
                    <a:pt x="8600" y="27761"/>
                    <a:pt x="3011" y="24606"/>
                    <a:pt x="1265" y="17265"/>
                  </a:cubicBezTo>
                  <a:cubicBezTo>
                    <a:pt x="424" y="13728"/>
                    <a:pt x="774" y="10998"/>
                    <a:pt x="2304" y="9148"/>
                  </a:cubicBezTo>
                  <a:cubicBezTo>
                    <a:pt x="3847" y="7282"/>
                    <a:pt x="6123" y="6467"/>
                    <a:pt x="8144" y="5916"/>
                  </a:cubicBezTo>
                  <a:cubicBezTo>
                    <a:pt x="14663" y="4135"/>
                    <a:pt x="21503" y="4060"/>
                    <a:pt x="27536" y="3991"/>
                  </a:cubicBezTo>
                  <a:lnTo>
                    <a:pt x="28284" y="3982"/>
                  </a:lnTo>
                  <a:cubicBezTo>
                    <a:pt x="35338" y="3908"/>
                    <a:pt x="42635" y="3830"/>
                    <a:pt x="49562" y="1411"/>
                  </a:cubicBezTo>
                  <a:cubicBezTo>
                    <a:pt x="50530" y="1072"/>
                    <a:pt x="51303" y="753"/>
                    <a:pt x="51989" y="409"/>
                  </a:cubicBezTo>
                  <a:lnTo>
                    <a:pt x="51989" y="410"/>
                  </a:lnTo>
                  <a:lnTo>
                    <a:pt x="77472" y="410"/>
                  </a:lnTo>
                  <a:cubicBezTo>
                    <a:pt x="75657" y="1022"/>
                    <a:pt x="73845" y="1526"/>
                    <a:pt x="72138" y="1986"/>
                  </a:cubicBezTo>
                  <a:cubicBezTo>
                    <a:pt x="71479" y="2162"/>
                    <a:pt x="70816" y="2334"/>
                    <a:pt x="70156" y="2505"/>
                  </a:cubicBezTo>
                  <a:cubicBezTo>
                    <a:pt x="68329" y="2977"/>
                    <a:pt x="66440" y="3467"/>
                    <a:pt x="64605" y="4082"/>
                  </a:cubicBezTo>
                  <a:cubicBezTo>
                    <a:pt x="61004" y="5291"/>
                    <a:pt x="57124" y="6040"/>
                    <a:pt x="52740" y="6369"/>
                  </a:cubicBezTo>
                  <a:cubicBezTo>
                    <a:pt x="49638" y="6602"/>
                    <a:pt x="46418" y="6602"/>
                    <a:pt x="43304" y="6603"/>
                  </a:cubicBezTo>
                  <a:cubicBezTo>
                    <a:pt x="34965" y="6606"/>
                    <a:pt x="26344" y="6609"/>
                    <a:pt x="18528" y="10955"/>
                  </a:cubicBezTo>
                  <a:cubicBezTo>
                    <a:pt x="14223" y="13350"/>
                    <a:pt x="12644" y="15910"/>
                    <a:pt x="13835" y="18561"/>
                  </a:cubicBezTo>
                  <a:cubicBezTo>
                    <a:pt x="14838" y="20791"/>
                    <a:pt x="17057" y="22107"/>
                    <a:pt x="18813" y="22421"/>
                  </a:cubicBezTo>
                  <a:cubicBezTo>
                    <a:pt x="19239" y="22498"/>
                    <a:pt x="19668" y="22533"/>
                    <a:pt x="20097" y="22533"/>
                  </a:cubicBezTo>
                  <a:cubicBezTo>
                    <a:pt x="22307" y="22533"/>
                    <a:pt x="24513" y="21604"/>
                    <a:pt x="26433" y="20647"/>
                  </a:cubicBezTo>
                  <a:cubicBezTo>
                    <a:pt x="27444" y="20142"/>
                    <a:pt x="28451" y="19561"/>
                    <a:pt x="29427" y="18998"/>
                  </a:cubicBezTo>
                  <a:cubicBezTo>
                    <a:pt x="30955" y="18116"/>
                    <a:pt x="32534" y="17203"/>
                    <a:pt x="34157" y="16576"/>
                  </a:cubicBezTo>
                  <a:cubicBezTo>
                    <a:pt x="37956" y="15106"/>
                    <a:pt x="41874" y="14247"/>
                    <a:pt x="44864" y="13661"/>
                  </a:cubicBezTo>
                  <a:cubicBezTo>
                    <a:pt x="49244" y="12804"/>
                    <a:pt x="53720" y="12190"/>
                    <a:pt x="58050" y="11597"/>
                  </a:cubicBezTo>
                  <a:cubicBezTo>
                    <a:pt x="61146" y="11172"/>
                    <a:pt x="64344" y="10734"/>
                    <a:pt x="67486" y="10209"/>
                  </a:cubicBezTo>
                  <a:cubicBezTo>
                    <a:pt x="71305" y="9572"/>
                    <a:pt x="74827" y="8898"/>
                    <a:pt x="78252" y="8150"/>
                  </a:cubicBezTo>
                  <a:cubicBezTo>
                    <a:pt x="80759" y="7602"/>
                    <a:pt x="84017" y="6743"/>
                    <a:pt x="86995" y="4937"/>
                  </a:cubicBezTo>
                  <a:cubicBezTo>
                    <a:pt x="88677" y="3915"/>
                    <a:pt x="90044" y="2435"/>
                    <a:pt x="91173" y="409"/>
                  </a:cubicBezTo>
                  <a:close/>
                  <a:moveTo>
                    <a:pt x="90934" y="0"/>
                  </a:moveTo>
                  <a:lnTo>
                    <a:pt x="90877" y="105"/>
                  </a:lnTo>
                  <a:cubicBezTo>
                    <a:pt x="89755" y="2148"/>
                    <a:pt x="88458" y="3572"/>
                    <a:pt x="86786" y="4587"/>
                  </a:cubicBezTo>
                  <a:cubicBezTo>
                    <a:pt x="83860" y="6361"/>
                    <a:pt x="80642" y="7209"/>
                    <a:pt x="78166" y="7749"/>
                  </a:cubicBezTo>
                  <a:cubicBezTo>
                    <a:pt x="74747" y="8496"/>
                    <a:pt x="71232" y="9168"/>
                    <a:pt x="67420" y="9804"/>
                  </a:cubicBezTo>
                  <a:cubicBezTo>
                    <a:pt x="64284" y="10326"/>
                    <a:pt x="61086" y="10767"/>
                    <a:pt x="57994" y="11189"/>
                  </a:cubicBezTo>
                  <a:cubicBezTo>
                    <a:pt x="53660" y="11784"/>
                    <a:pt x="49177" y="12398"/>
                    <a:pt x="44787" y="13257"/>
                  </a:cubicBezTo>
                  <a:cubicBezTo>
                    <a:pt x="41781" y="13846"/>
                    <a:pt x="37840" y="14712"/>
                    <a:pt x="34011" y="16192"/>
                  </a:cubicBezTo>
                  <a:cubicBezTo>
                    <a:pt x="32361" y="16832"/>
                    <a:pt x="30768" y="17751"/>
                    <a:pt x="29227" y="18641"/>
                  </a:cubicBezTo>
                  <a:cubicBezTo>
                    <a:pt x="28257" y="19199"/>
                    <a:pt x="27256" y="19778"/>
                    <a:pt x="26252" y="20278"/>
                  </a:cubicBezTo>
                  <a:cubicBezTo>
                    <a:pt x="24377" y="21213"/>
                    <a:pt x="22228" y="22123"/>
                    <a:pt x="20096" y="22123"/>
                  </a:cubicBezTo>
                  <a:cubicBezTo>
                    <a:pt x="19691" y="22123"/>
                    <a:pt x="19286" y="22090"/>
                    <a:pt x="18884" y="22019"/>
                  </a:cubicBezTo>
                  <a:cubicBezTo>
                    <a:pt x="17234" y="21723"/>
                    <a:pt x="15146" y="20485"/>
                    <a:pt x="14203" y="18389"/>
                  </a:cubicBezTo>
                  <a:cubicBezTo>
                    <a:pt x="13112" y="15962"/>
                    <a:pt x="14633" y="13577"/>
                    <a:pt x="18725" y="11302"/>
                  </a:cubicBezTo>
                  <a:cubicBezTo>
                    <a:pt x="26450" y="7006"/>
                    <a:pt x="35017" y="7004"/>
                    <a:pt x="43304" y="7002"/>
                  </a:cubicBezTo>
                  <a:cubicBezTo>
                    <a:pt x="46426" y="7002"/>
                    <a:pt x="49654" y="6999"/>
                    <a:pt x="52770" y="6766"/>
                  </a:cubicBezTo>
                  <a:cubicBezTo>
                    <a:pt x="57188" y="6433"/>
                    <a:pt x="61100" y="5680"/>
                    <a:pt x="64734" y="4460"/>
                  </a:cubicBezTo>
                  <a:cubicBezTo>
                    <a:pt x="66555" y="3847"/>
                    <a:pt x="68437" y="3359"/>
                    <a:pt x="70258" y="2889"/>
                  </a:cubicBezTo>
                  <a:cubicBezTo>
                    <a:pt x="70921" y="2718"/>
                    <a:pt x="71583" y="2546"/>
                    <a:pt x="72244" y="2369"/>
                  </a:cubicBezTo>
                  <a:cubicBezTo>
                    <a:pt x="74310" y="1815"/>
                    <a:pt x="76526" y="1191"/>
                    <a:pt x="78725" y="393"/>
                  </a:cubicBezTo>
                  <a:lnTo>
                    <a:pt x="79801" y="3"/>
                  </a:lnTo>
                  <a:lnTo>
                    <a:pt x="51891" y="3"/>
                  </a:lnTo>
                  <a:lnTo>
                    <a:pt x="51849" y="25"/>
                  </a:lnTo>
                  <a:cubicBezTo>
                    <a:pt x="51168" y="369"/>
                    <a:pt x="50398" y="688"/>
                    <a:pt x="49430" y="1026"/>
                  </a:cubicBezTo>
                  <a:cubicBezTo>
                    <a:pt x="42565" y="3424"/>
                    <a:pt x="35301" y="3502"/>
                    <a:pt x="28279" y="3577"/>
                  </a:cubicBezTo>
                  <a:lnTo>
                    <a:pt x="27530" y="3587"/>
                  </a:lnTo>
                  <a:cubicBezTo>
                    <a:pt x="21472" y="3654"/>
                    <a:pt x="14606" y="3731"/>
                    <a:pt x="8035" y="5524"/>
                  </a:cubicBezTo>
                  <a:cubicBezTo>
                    <a:pt x="5955" y="6091"/>
                    <a:pt x="3608" y="6937"/>
                    <a:pt x="1994" y="8889"/>
                  </a:cubicBezTo>
                  <a:cubicBezTo>
                    <a:pt x="378" y="10842"/>
                    <a:pt x="1" y="13691"/>
                    <a:pt x="872" y="17356"/>
                  </a:cubicBezTo>
                  <a:cubicBezTo>
                    <a:pt x="2415" y="23842"/>
                    <a:pt x="7591" y="28164"/>
                    <a:pt x="13647" y="28164"/>
                  </a:cubicBezTo>
                  <a:cubicBezTo>
                    <a:pt x="13966" y="28164"/>
                    <a:pt x="14287" y="28154"/>
                    <a:pt x="14609" y="28121"/>
                  </a:cubicBezTo>
                  <a:cubicBezTo>
                    <a:pt x="18878" y="27800"/>
                    <a:pt x="22758" y="25623"/>
                    <a:pt x="26511" y="23520"/>
                  </a:cubicBezTo>
                  <a:cubicBezTo>
                    <a:pt x="28626" y="22334"/>
                    <a:pt x="30812" y="21108"/>
                    <a:pt x="33038" y="20233"/>
                  </a:cubicBezTo>
                  <a:cubicBezTo>
                    <a:pt x="36400" y="18911"/>
                    <a:pt x="39775" y="18075"/>
                    <a:pt x="43838" y="17121"/>
                  </a:cubicBezTo>
                  <a:cubicBezTo>
                    <a:pt x="47319" y="16305"/>
                    <a:pt x="51008" y="15582"/>
                    <a:pt x="55113" y="14912"/>
                  </a:cubicBezTo>
                  <a:cubicBezTo>
                    <a:pt x="61550" y="13861"/>
                    <a:pt x="68126" y="13097"/>
                    <a:pt x="74484" y="12357"/>
                  </a:cubicBezTo>
                  <a:lnTo>
                    <a:pt x="77477" y="12010"/>
                  </a:lnTo>
                  <a:cubicBezTo>
                    <a:pt x="87323" y="10854"/>
                    <a:pt x="96973" y="9822"/>
                    <a:pt x="106514" y="9822"/>
                  </a:cubicBezTo>
                  <a:cubicBezTo>
                    <a:pt x="107222" y="9822"/>
                    <a:pt x="107930" y="9827"/>
                    <a:pt x="108637" y="9839"/>
                  </a:cubicBezTo>
                  <a:lnTo>
                    <a:pt x="108843" y="9842"/>
                  </a:lnTo>
                  <a:lnTo>
                    <a:pt x="108843" y="4203"/>
                  </a:lnTo>
                  <a:cubicBezTo>
                    <a:pt x="108843" y="1884"/>
                    <a:pt x="107336" y="0"/>
                    <a:pt x="1054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5" name="Google Shape;725;p24"/>
          <p:cNvSpPr/>
          <p:nvPr/>
        </p:nvSpPr>
        <p:spPr>
          <a:xfrm>
            <a:off x="408250" y="362757"/>
            <a:ext cx="8434200" cy="4594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4"/>
          <p:cNvSpPr/>
          <p:nvPr/>
        </p:nvSpPr>
        <p:spPr>
          <a:xfrm>
            <a:off x="301550" y="271625"/>
            <a:ext cx="8434200" cy="45849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4"/>
          <p:cNvSpPr txBox="1"/>
          <p:nvPr>
            <p:ph idx="1" type="subTitle"/>
          </p:nvPr>
        </p:nvSpPr>
        <p:spPr>
          <a:xfrm>
            <a:off x="2677950" y="2182725"/>
            <a:ext cx="3788100" cy="1497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hlink"/>
                </a:solidFill>
              </a:defRPr>
            </a:lvl1pPr>
            <a:lvl2pPr lvl="1" rtl="0" algn="r">
              <a:lnSpc>
                <a:spcPct val="100000"/>
              </a:lnSpc>
              <a:spcBef>
                <a:spcPts val="1600"/>
              </a:spcBef>
              <a:spcAft>
                <a:spcPts val="0"/>
              </a:spcAft>
              <a:buSzPts val="1400"/>
              <a:buNone/>
              <a:defRPr/>
            </a:lvl2pPr>
            <a:lvl3pPr lvl="2" rtl="0" algn="r">
              <a:lnSpc>
                <a:spcPct val="100000"/>
              </a:lnSpc>
              <a:spcBef>
                <a:spcPts val="1600"/>
              </a:spcBef>
              <a:spcAft>
                <a:spcPts val="0"/>
              </a:spcAft>
              <a:buSzPts val="1400"/>
              <a:buNone/>
              <a:defRPr/>
            </a:lvl3pPr>
            <a:lvl4pPr lvl="3" rtl="0" algn="r">
              <a:lnSpc>
                <a:spcPct val="100000"/>
              </a:lnSpc>
              <a:spcBef>
                <a:spcPts val="1600"/>
              </a:spcBef>
              <a:spcAft>
                <a:spcPts val="0"/>
              </a:spcAft>
              <a:buSzPts val="1400"/>
              <a:buNone/>
              <a:defRPr/>
            </a:lvl4pPr>
            <a:lvl5pPr lvl="4" rtl="0" algn="r">
              <a:lnSpc>
                <a:spcPct val="100000"/>
              </a:lnSpc>
              <a:spcBef>
                <a:spcPts val="1600"/>
              </a:spcBef>
              <a:spcAft>
                <a:spcPts val="0"/>
              </a:spcAft>
              <a:buSzPts val="1400"/>
              <a:buNone/>
              <a:defRPr/>
            </a:lvl5pPr>
            <a:lvl6pPr lvl="5" rtl="0" algn="r">
              <a:lnSpc>
                <a:spcPct val="100000"/>
              </a:lnSpc>
              <a:spcBef>
                <a:spcPts val="1600"/>
              </a:spcBef>
              <a:spcAft>
                <a:spcPts val="0"/>
              </a:spcAft>
              <a:buSzPts val="1400"/>
              <a:buNone/>
              <a:defRPr/>
            </a:lvl6pPr>
            <a:lvl7pPr lvl="6" rtl="0" algn="r">
              <a:lnSpc>
                <a:spcPct val="100000"/>
              </a:lnSpc>
              <a:spcBef>
                <a:spcPts val="1600"/>
              </a:spcBef>
              <a:spcAft>
                <a:spcPts val="0"/>
              </a:spcAft>
              <a:buSzPts val="1400"/>
              <a:buNone/>
              <a:defRPr/>
            </a:lvl7pPr>
            <a:lvl8pPr lvl="7" rtl="0" algn="r">
              <a:lnSpc>
                <a:spcPct val="100000"/>
              </a:lnSpc>
              <a:spcBef>
                <a:spcPts val="1600"/>
              </a:spcBef>
              <a:spcAft>
                <a:spcPts val="0"/>
              </a:spcAft>
              <a:buSzPts val="1400"/>
              <a:buNone/>
              <a:defRPr/>
            </a:lvl8pPr>
            <a:lvl9pPr lvl="8" rtl="0" algn="r">
              <a:lnSpc>
                <a:spcPct val="100000"/>
              </a:lnSpc>
              <a:spcBef>
                <a:spcPts val="1600"/>
              </a:spcBef>
              <a:spcAft>
                <a:spcPts val="1600"/>
              </a:spcAft>
              <a:buSzPts val="1400"/>
              <a:buNone/>
              <a:defRPr/>
            </a:lvl9pPr>
          </a:lstStyle>
          <a:p/>
        </p:txBody>
      </p:sp>
      <p:sp>
        <p:nvSpPr>
          <p:cNvPr id="728" name="Google Shape;728;p24"/>
          <p:cNvSpPr txBox="1"/>
          <p:nvPr>
            <p:ph type="title"/>
          </p:nvPr>
        </p:nvSpPr>
        <p:spPr>
          <a:xfrm>
            <a:off x="720000" y="540000"/>
            <a:ext cx="7704000" cy="5643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3180000" dist="85725">
              <a:schemeClr val="dk2"/>
            </a:outerShdw>
          </a:effectLst>
        </p:spPr>
        <p:txBody>
          <a:bodyPr anchorCtr="0" anchor="ctr" bIns="91425" lIns="91425" spcFirstLastPara="1" rIns="91425" wrap="square" tIns="91425">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729" name="Google Shape;729;p24"/>
          <p:cNvSpPr txBox="1"/>
          <p:nvPr>
            <p:ph idx="2" type="subTitle"/>
          </p:nvPr>
        </p:nvSpPr>
        <p:spPr>
          <a:xfrm>
            <a:off x="7084550" y="4208775"/>
            <a:ext cx="913800" cy="394800"/>
          </a:xfrm>
          <a:prstGeom prst="rect">
            <a:avLst/>
          </a:prstGeom>
          <a:ln cap="flat" cmpd="sng" w="9525">
            <a:solidFill>
              <a:srgbClr val="000000"/>
            </a:solidFill>
            <a:prstDash val="solid"/>
            <a:round/>
            <a:headEnd len="sm" w="sm" type="none"/>
            <a:tailEnd len="sm" w="sm" type="none"/>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1_1_1_2">
    <p:bg>
      <p:bgPr>
        <a:solidFill>
          <a:schemeClr val="accent6"/>
        </a:solidFill>
      </p:bgPr>
    </p:bg>
    <p:spTree>
      <p:nvGrpSpPr>
        <p:cNvPr id="730" name="Shape 730"/>
        <p:cNvGrpSpPr/>
        <p:nvPr/>
      </p:nvGrpSpPr>
      <p:grpSpPr>
        <a:xfrm>
          <a:off x="0" y="0"/>
          <a:ext cx="0" cy="0"/>
          <a:chOff x="0" y="0"/>
          <a:chExt cx="0" cy="0"/>
        </a:xfrm>
      </p:grpSpPr>
      <p:grpSp>
        <p:nvGrpSpPr>
          <p:cNvPr id="731" name="Google Shape;731;p25"/>
          <p:cNvGrpSpPr/>
          <p:nvPr/>
        </p:nvGrpSpPr>
        <p:grpSpPr>
          <a:xfrm>
            <a:off x="-97264" y="-111212"/>
            <a:ext cx="9517944" cy="7737118"/>
            <a:chOff x="-97264" y="-111212"/>
            <a:chExt cx="9517944" cy="7737118"/>
          </a:xfrm>
        </p:grpSpPr>
        <p:sp>
          <p:nvSpPr>
            <p:cNvPr id="732" name="Google Shape;732;p25"/>
            <p:cNvSpPr/>
            <p:nvPr/>
          </p:nvSpPr>
          <p:spPr>
            <a:xfrm flipH="1" rot="10800000">
              <a:off x="-89101" y="6162298"/>
              <a:ext cx="3985503" cy="848251"/>
            </a:xfrm>
            <a:custGeom>
              <a:rect b="b" l="l" r="r" t="t"/>
              <a:pathLst>
                <a:path extrusionOk="0" h="21197" w="99594">
                  <a:moveTo>
                    <a:pt x="65021" y="0"/>
                  </a:moveTo>
                  <a:cubicBezTo>
                    <a:pt x="64434" y="0"/>
                    <a:pt x="63848" y="10"/>
                    <a:pt x="63260" y="29"/>
                  </a:cubicBezTo>
                  <a:cubicBezTo>
                    <a:pt x="57732" y="207"/>
                    <a:pt x="52245" y="1096"/>
                    <a:pt x="46816" y="2389"/>
                  </a:cubicBezTo>
                  <a:cubicBezTo>
                    <a:pt x="41611" y="3631"/>
                    <a:pt x="36750" y="6060"/>
                    <a:pt x="31830" y="8475"/>
                  </a:cubicBezTo>
                  <a:cubicBezTo>
                    <a:pt x="27244" y="10725"/>
                    <a:pt x="22624" y="12692"/>
                    <a:pt x="17724" y="13463"/>
                  </a:cubicBezTo>
                  <a:cubicBezTo>
                    <a:pt x="15802" y="13765"/>
                    <a:pt x="13860" y="13942"/>
                    <a:pt x="11920" y="13942"/>
                  </a:cubicBezTo>
                  <a:cubicBezTo>
                    <a:pt x="10234" y="13942"/>
                    <a:pt x="8549" y="13808"/>
                    <a:pt x="6879" y="13505"/>
                  </a:cubicBezTo>
                  <a:cubicBezTo>
                    <a:pt x="4515" y="13077"/>
                    <a:pt x="2162" y="12285"/>
                    <a:pt x="0" y="10984"/>
                  </a:cubicBezTo>
                  <a:lnTo>
                    <a:pt x="0" y="18944"/>
                  </a:lnTo>
                  <a:cubicBezTo>
                    <a:pt x="1762" y="19024"/>
                    <a:pt x="3523" y="19075"/>
                    <a:pt x="5283" y="19075"/>
                  </a:cubicBezTo>
                  <a:cubicBezTo>
                    <a:pt x="9227" y="19075"/>
                    <a:pt x="13162" y="18820"/>
                    <a:pt x="17071" y="18072"/>
                  </a:cubicBezTo>
                  <a:cubicBezTo>
                    <a:pt x="21981" y="17133"/>
                    <a:pt x="26589" y="15270"/>
                    <a:pt x="30996" y="12374"/>
                  </a:cubicBezTo>
                  <a:cubicBezTo>
                    <a:pt x="33739" y="10570"/>
                    <a:pt x="36781" y="9886"/>
                    <a:pt x="39837" y="9886"/>
                  </a:cubicBezTo>
                  <a:cubicBezTo>
                    <a:pt x="40660" y="9886"/>
                    <a:pt x="41484" y="9936"/>
                    <a:pt x="42304" y="10026"/>
                  </a:cubicBezTo>
                  <a:cubicBezTo>
                    <a:pt x="50992" y="10985"/>
                    <a:pt x="59004" y="15789"/>
                    <a:pt x="67420" y="18291"/>
                  </a:cubicBezTo>
                  <a:cubicBezTo>
                    <a:pt x="72853" y="19907"/>
                    <a:pt x="78486" y="20812"/>
                    <a:pt x="84058" y="21107"/>
                  </a:cubicBezTo>
                  <a:cubicBezTo>
                    <a:pt x="85055" y="21160"/>
                    <a:pt x="86060" y="21196"/>
                    <a:pt x="87066" y="21196"/>
                  </a:cubicBezTo>
                  <a:cubicBezTo>
                    <a:pt x="89207" y="21196"/>
                    <a:pt x="91355" y="21031"/>
                    <a:pt x="93446" y="20508"/>
                  </a:cubicBezTo>
                  <a:cubicBezTo>
                    <a:pt x="95522" y="19989"/>
                    <a:pt x="98275" y="18989"/>
                    <a:pt x="98894" y="16049"/>
                  </a:cubicBezTo>
                  <a:cubicBezTo>
                    <a:pt x="99594" y="12721"/>
                    <a:pt x="97265" y="10188"/>
                    <a:pt x="95270" y="8623"/>
                  </a:cubicBezTo>
                  <a:cubicBezTo>
                    <a:pt x="92667" y="6581"/>
                    <a:pt x="89709" y="5268"/>
                    <a:pt x="86790" y="4165"/>
                  </a:cubicBezTo>
                  <a:cubicBezTo>
                    <a:pt x="79711" y="1489"/>
                    <a:pt x="72404" y="0"/>
                    <a:pt x="6502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5"/>
            <p:cNvSpPr/>
            <p:nvPr/>
          </p:nvSpPr>
          <p:spPr>
            <a:xfrm flipH="1" rot="10800000">
              <a:off x="-89221" y="4243086"/>
              <a:ext cx="8386467" cy="1819876"/>
            </a:xfrm>
            <a:custGeom>
              <a:rect b="b" l="l" r="r" t="t"/>
              <a:pathLst>
                <a:path extrusionOk="0" h="45477" w="209570">
                  <a:moveTo>
                    <a:pt x="173399" y="0"/>
                  </a:moveTo>
                  <a:cubicBezTo>
                    <a:pt x="171819" y="0"/>
                    <a:pt x="170239" y="33"/>
                    <a:pt x="168661" y="80"/>
                  </a:cubicBezTo>
                  <a:cubicBezTo>
                    <a:pt x="164324" y="208"/>
                    <a:pt x="160018" y="528"/>
                    <a:pt x="155729" y="1390"/>
                  </a:cubicBezTo>
                  <a:cubicBezTo>
                    <a:pt x="151776" y="2184"/>
                    <a:pt x="147874" y="3386"/>
                    <a:pt x="144099" y="5071"/>
                  </a:cubicBezTo>
                  <a:cubicBezTo>
                    <a:pt x="140139" y="6838"/>
                    <a:pt x="136425" y="9227"/>
                    <a:pt x="132734" y="11745"/>
                  </a:cubicBezTo>
                  <a:cubicBezTo>
                    <a:pt x="125453" y="16714"/>
                    <a:pt x="118372" y="22168"/>
                    <a:pt x="110478" y="25489"/>
                  </a:cubicBezTo>
                  <a:cubicBezTo>
                    <a:pt x="104010" y="28211"/>
                    <a:pt x="97197" y="29287"/>
                    <a:pt x="90399" y="29287"/>
                  </a:cubicBezTo>
                  <a:cubicBezTo>
                    <a:pt x="89168" y="29287"/>
                    <a:pt x="87937" y="29252"/>
                    <a:pt x="86709" y="29185"/>
                  </a:cubicBezTo>
                  <a:cubicBezTo>
                    <a:pt x="70235" y="28285"/>
                    <a:pt x="53959" y="22404"/>
                    <a:pt x="38422" y="15780"/>
                  </a:cubicBezTo>
                  <a:cubicBezTo>
                    <a:pt x="34245" y="13999"/>
                    <a:pt x="30113" y="12729"/>
                    <a:pt x="25697" y="12479"/>
                  </a:cubicBezTo>
                  <a:cubicBezTo>
                    <a:pt x="24449" y="12409"/>
                    <a:pt x="23202" y="12379"/>
                    <a:pt x="21954" y="12379"/>
                  </a:cubicBezTo>
                  <a:cubicBezTo>
                    <a:pt x="18881" y="12379"/>
                    <a:pt x="15809" y="12558"/>
                    <a:pt x="12741" y="12746"/>
                  </a:cubicBezTo>
                  <a:cubicBezTo>
                    <a:pt x="9315" y="12958"/>
                    <a:pt x="5883" y="13109"/>
                    <a:pt x="2471" y="13588"/>
                  </a:cubicBezTo>
                  <a:cubicBezTo>
                    <a:pt x="1651" y="13702"/>
                    <a:pt x="825" y="13831"/>
                    <a:pt x="0" y="13986"/>
                  </a:cubicBezTo>
                  <a:lnTo>
                    <a:pt x="0" y="21931"/>
                  </a:lnTo>
                  <a:cubicBezTo>
                    <a:pt x="3093" y="20622"/>
                    <a:pt x="6277" y="19799"/>
                    <a:pt x="9551" y="19799"/>
                  </a:cubicBezTo>
                  <a:cubicBezTo>
                    <a:pt x="10632" y="19799"/>
                    <a:pt x="11722" y="19889"/>
                    <a:pt x="12823" y="20080"/>
                  </a:cubicBezTo>
                  <a:cubicBezTo>
                    <a:pt x="20488" y="21419"/>
                    <a:pt x="27144" y="26632"/>
                    <a:pt x="33499" y="31891"/>
                  </a:cubicBezTo>
                  <a:cubicBezTo>
                    <a:pt x="45486" y="41811"/>
                    <a:pt x="59912" y="45476"/>
                    <a:pt x="74081" y="45476"/>
                  </a:cubicBezTo>
                  <a:cubicBezTo>
                    <a:pt x="74665" y="45476"/>
                    <a:pt x="75248" y="45470"/>
                    <a:pt x="75831" y="45458"/>
                  </a:cubicBezTo>
                  <a:cubicBezTo>
                    <a:pt x="90804" y="45142"/>
                    <a:pt x="106177" y="41401"/>
                    <a:pt x="119282" y="31968"/>
                  </a:cubicBezTo>
                  <a:cubicBezTo>
                    <a:pt x="125990" y="27139"/>
                    <a:pt x="132221" y="21338"/>
                    <a:pt x="138817" y="16271"/>
                  </a:cubicBezTo>
                  <a:cubicBezTo>
                    <a:pt x="142143" y="13714"/>
                    <a:pt x="145448" y="11379"/>
                    <a:pt x="149316" y="10440"/>
                  </a:cubicBezTo>
                  <a:cubicBezTo>
                    <a:pt x="150812" y="10078"/>
                    <a:pt x="152323" y="9917"/>
                    <a:pt x="153836" y="9917"/>
                  </a:cubicBezTo>
                  <a:cubicBezTo>
                    <a:pt x="155625" y="9917"/>
                    <a:pt x="157416" y="10142"/>
                    <a:pt x="159185" y="10527"/>
                  </a:cubicBezTo>
                  <a:cubicBezTo>
                    <a:pt x="162983" y="11352"/>
                    <a:pt x="166672" y="12839"/>
                    <a:pt x="170334" y="14321"/>
                  </a:cubicBezTo>
                  <a:cubicBezTo>
                    <a:pt x="174482" y="15997"/>
                    <a:pt x="178713" y="17383"/>
                    <a:pt x="182992" y="18407"/>
                  </a:cubicBezTo>
                  <a:cubicBezTo>
                    <a:pt x="186653" y="19282"/>
                    <a:pt x="190426" y="19787"/>
                    <a:pt x="194193" y="19787"/>
                  </a:cubicBezTo>
                  <a:cubicBezTo>
                    <a:pt x="197694" y="19787"/>
                    <a:pt x="201190" y="19351"/>
                    <a:pt x="204587" y="18369"/>
                  </a:cubicBezTo>
                  <a:cubicBezTo>
                    <a:pt x="206831" y="17721"/>
                    <a:pt x="209570" y="16218"/>
                    <a:pt x="208195" y="12736"/>
                  </a:cubicBezTo>
                  <a:cubicBezTo>
                    <a:pt x="207019" y="9759"/>
                    <a:pt x="203809" y="8201"/>
                    <a:pt x="201535" y="7001"/>
                  </a:cubicBezTo>
                  <a:cubicBezTo>
                    <a:pt x="195238" y="3676"/>
                    <a:pt x="188684" y="1200"/>
                    <a:pt x="181872" y="426"/>
                  </a:cubicBezTo>
                  <a:cubicBezTo>
                    <a:pt x="179055" y="106"/>
                    <a:pt x="176227" y="0"/>
                    <a:pt x="173399"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5"/>
            <p:cNvSpPr/>
            <p:nvPr/>
          </p:nvSpPr>
          <p:spPr>
            <a:xfrm flipH="1" rot="10800000">
              <a:off x="-89101" y="4643126"/>
              <a:ext cx="819678" cy="314658"/>
            </a:xfrm>
            <a:custGeom>
              <a:rect b="b" l="l" r="r" t="t"/>
              <a:pathLst>
                <a:path extrusionOk="0" h="7863" w="20483">
                  <a:moveTo>
                    <a:pt x="10679" y="1"/>
                  </a:moveTo>
                  <a:cubicBezTo>
                    <a:pt x="7200" y="1"/>
                    <a:pt x="3530" y="930"/>
                    <a:pt x="0" y="1036"/>
                  </a:cubicBezTo>
                  <a:lnTo>
                    <a:pt x="0" y="7210"/>
                  </a:lnTo>
                  <a:cubicBezTo>
                    <a:pt x="73" y="7210"/>
                    <a:pt x="146" y="7210"/>
                    <a:pt x="218" y="7210"/>
                  </a:cubicBezTo>
                  <a:cubicBezTo>
                    <a:pt x="2966" y="7210"/>
                    <a:pt x="5723" y="7366"/>
                    <a:pt x="8473" y="7532"/>
                  </a:cubicBezTo>
                  <a:cubicBezTo>
                    <a:pt x="10471" y="7652"/>
                    <a:pt x="12481" y="7858"/>
                    <a:pt x="14482" y="7862"/>
                  </a:cubicBezTo>
                  <a:cubicBezTo>
                    <a:pt x="14579" y="7862"/>
                    <a:pt x="14677" y="7863"/>
                    <a:pt x="14776" y="7863"/>
                  </a:cubicBezTo>
                  <a:cubicBezTo>
                    <a:pt x="16107" y="7863"/>
                    <a:pt x="17589" y="7805"/>
                    <a:pt x="18794" y="7093"/>
                  </a:cubicBezTo>
                  <a:cubicBezTo>
                    <a:pt x="20483" y="6096"/>
                    <a:pt x="19330" y="4228"/>
                    <a:pt x="18366" y="3075"/>
                  </a:cubicBezTo>
                  <a:cubicBezTo>
                    <a:pt x="16959" y="1395"/>
                    <a:pt x="15150" y="529"/>
                    <a:pt x="13253" y="203"/>
                  </a:cubicBezTo>
                  <a:cubicBezTo>
                    <a:pt x="12410" y="59"/>
                    <a:pt x="11551" y="1"/>
                    <a:pt x="10679"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5"/>
            <p:cNvSpPr/>
            <p:nvPr/>
          </p:nvSpPr>
          <p:spPr>
            <a:xfrm flipH="1" rot="10800000">
              <a:off x="-89101" y="3286257"/>
              <a:ext cx="9361694" cy="2012360"/>
            </a:xfrm>
            <a:custGeom>
              <a:rect b="b" l="l" r="r" t="t"/>
              <a:pathLst>
                <a:path extrusionOk="0" h="50287" w="233940">
                  <a:moveTo>
                    <a:pt x="233940" y="0"/>
                  </a:moveTo>
                  <a:cubicBezTo>
                    <a:pt x="230479" y="1532"/>
                    <a:pt x="227264" y="3838"/>
                    <a:pt x="224035" y="6016"/>
                  </a:cubicBezTo>
                  <a:cubicBezTo>
                    <a:pt x="219999" y="8735"/>
                    <a:pt x="215918" y="11195"/>
                    <a:pt x="211510" y="12795"/>
                  </a:cubicBezTo>
                  <a:cubicBezTo>
                    <a:pt x="205977" y="14804"/>
                    <a:pt x="200252" y="15619"/>
                    <a:pt x="194517" y="15619"/>
                  </a:cubicBezTo>
                  <a:cubicBezTo>
                    <a:pt x="191019" y="15619"/>
                    <a:pt x="187518" y="15316"/>
                    <a:pt x="184053" y="14796"/>
                  </a:cubicBezTo>
                  <a:cubicBezTo>
                    <a:pt x="174879" y="13417"/>
                    <a:pt x="165892" y="10575"/>
                    <a:pt x="156983" y="7553"/>
                  </a:cubicBezTo>
                  <a:cubicBezTo>
                    <a:pt x="154186" y="6603"/>
                    <a:pt x="151295" y="5923"/>
                    <a:pt x="148402" y="5923"/>
                  </a:cubicBezTo>
                  <a:cubicBezTo>
                    <a:pt x="147105" y="5923"/>
                    <a:pt x="145807" y="6060"/>
                    <a:pt x="144518" y="6370"/>
                  </a:cubicBezTo>
                  <a:cubicBezTo>
                    <a:pt x="141010" y="7213"/>
                    <a:pt x="137841" y="9316"/>
                    <a:pt x="134862" y="11732"/>
                  </a:cubicBezTo>
                  <a:cubicBezTo>
                    <a:pt x="131415" y="14529"/>
                    <a:pt x="128149" y="17665"/>
                    <a:pt x="124700" y="20457"/>
                  </a:cubicBezTo>
                  <a:cubicBezTo>
                    <a:pt x="120681" y="23709"/>
                    <a:pt x="116461" y="26565"/>
                    <a:pt x="112085" y="28971"/>
                  </a:cubicBezTo>
                  <a:cubicBezTo>
                    <a:pt x="103869" y="33488"/>
                    <a:pt x="95132" y="36387"/>
                    <a:pt x="86236" y="37674"/>
                  </a:cubicBezTo>
                  <a:cubicBezTo>
                    <a:pt x="82434" y="38224"/>
                    <a:pt x="78620" y="38471"/>
                    <a:pt x="74803" y="38471"/>
                  </a:cubicBezTo>
                  <a:cubicBezTo>
                    <a:pt x="58405" y="38471"/>
                    <a:pt x="41951" y="33908"/>
                    <a:pt x="26125" y="29171"/>
                  </a:cubicBezTo>
                  <a:cubicBezTo>
                    <a:pt x="17408" y="26561"/>
                    <a:pt x="8732" y="23693"/>
                    <a:pt x="0" y="21148"/>
                  </a:cubicBezTo>
                  <a:lnTo>
                    <a:pt x="0" y="30371"/>
                  </a:lnTo>
                  <a:cubicBezTo>
                    <a:pt x="3472" y="33108"/>
                    <a:pt x="7489" y="35009"/>
                    <a:pt x="11115" y="36595"/>
                  </a:cubicBezTo>
                  <a:cubicBezTo>
                    <a:pt x="17532" y="39404"/>
                    <a:pt x="24220" y="41608"/>
                    <a:pt x="30929" y="42938"/>
                  </a:cubicBezTo>
                  <a:cubicBezTo>
                    <a:pt x="38228" y="44386"/>
                    <a:pt x="45630" y="44923"/>
                    <a:pt x="53022" y="44923"/>
                  </a:cubicBezTo>
                  <a:cubicBezTo>
                    <a:pt x="55748" y="44923"/>
                    <a:pt x="58473" y="44850"/>
                    <a:pt x="61191" y="44723"/>
                  </a:cubicBezTo>
                  <a:cubicBezTo>
                    <a:pt x="71533" y="44237"/>
                    <a:pt x="81978" y="43258"/>
                    <a:pt x="92233" y="41498"/>
                  </a:cubicBezTo>
                  <a:cubicBezTo>
                    <a:pt x="102742" y="39694"/>
                    <a:pt x="112661" y="35767"/>
                    <a:pt x="122701" y="31597"/>
                  </a:cubicBezTo>
                  <a:cubicBezTo>
                    <a:pt x="132437" y="27557"/>
                    <a:pt x="142206" y="24207"/>
                    <a:pt x="152521" y="24092"/>
                  </a:cubicBezTo>
                  <a:cubicBezTo>
                    <a:pt x="152754" y="24089"/>
                    <a:pt x="152988" y="24088"/>
                    <a:pt x="153222" y="24088"/>
                  </a:cubicBezTo>
                  <a:cubicBezTo>
                    <a:pt x="163194" y="24088"/>
                    <a:pt x="173100" y="26520"/>
                    <a:pt x="182555" y="30450"/>
                  </a:cubicBezTo>
                  <a:cubicBezTo>
                    <a:pt x="187610" y="32550"/>
                    <a:pt x="192565" y="35025"/>
                    <a:pt x="197604" y="37193"/>
                  </a:cubicBezTo>
                  <a:cubicBezTo>
                    <a:pt x="202625" y="39352"/>
                    <a:pt x="207681" y="41382"/>
                    <a:pt x="212770" y="43265"/>
                  </a:cubicBezTo>
                  <a:cubicBezTo>
                    <a:pt x="219747" y="45846"/>
                    <a:pt x="226825" y="48256"/>
                    <a:pt x="233940" y="50286"/>
                  </a:cubicBezTo>
                  <a:lnTo>
                    <a:pt x="233940" y="34729"/>
                  </a:lnTo>
                  <a:cubicBezTo>
                    <a:pt x="233339" y="34539"/>
                    <a:pt x="232731" y="34368"/>
                    <a:pt x="232112" y="34224"/>
                  </a:cubicBezTo>
                  <a:cubicBezTo>
                    <a:pt x="229270" y="33551"/>
                    <a:pt x="226381" y="33250"/>
                    <a:pt x="223499" y="32996"/>
                  </a:cubicBezTo>
                  <a:cubicBezTo>
                    <a:pt x="219753" y="32668"/>
                    <a:pt x="216005" y="32333"/>
                    <a:pt x="212261" y="31960"/>
                  </a:cubicBezTo>
                  <a:cubicBezTo>
                    <a:pt x="208072" y="31543"/>
                    <a:pt x="203886" y="31089"/>
                    <a:pt x="199705" y="30539"/>
                  </a:cubicBezTo>
                  <a:cubicBezTo>
                    <a:pt x="195713" y="30014"/>
                    <a:pt x="191661" y="29550"/>
                    <a:pt x="187710" y="28635"/>
                  </a:cubicBezTo>
                  <a:cubicBezTo>
                    <a:pt x="184185" y="27821"/>
                    <a:pt x="180587" y="27222"/>
                    <a:pt x="177204" y="25665"/>
                  </a:cubicBezTo>
                  <a:cubicBezTo>
                    <a:pt x="175719" y="24980"/>
                    <a:pt x="173996" y="24080"/>
                    <a:pt x="173054" y="22380"/>
                  </a:cubicBezTo>
                  <a:cubicBezTo>
                    <a:pt x="172381" y="21164"/>
                    <a:pt x="172300" y="19467"/>
                    <a:pt x="173266" y="18466"/>
                  </a:cubicBezTo>
                  <a:cubicBezTo>
                    <a:pt x="174400" y="17293"/>
                    <a:pt x="176205" y="17248"/>
                    <a:pt x="177591" y="17230"/>
                  </a:cubicBezTo>
                  <a:cubicBezTo>
                    <a:pt x="177667" y="17230"/>
                    <a:pt x="177743" y="17229"/>
                    <a:pt x="177820" y="17229"/>
                  </a:cubicBezTo>
                  <a:cubicBezTo>
                    <a:pt x="179957" y="17229"/>
                    <a:pt x="182098" y="17572"/>
                    <a:pt x="184206" y="17983"/>
                  </a:cubicBezTo>
                  <a:cubicBezTo>
                    <a:pt x="186167" y="18365"/>
                    <a:pt x="188113" y="18845"/>
                    <a:pt x="190056" y="19342"/>
                  </a:cubicBezTo>
                  <a:cubicBezTo>
                    <a:pt x="192155" y="19880"/>
                    <a:pt x="194290" y="20178"/>
                    <a:pt x="196416" y="20482"/>
                  </a:cubicBezTo>
                  <a:cubicBezTo>
                    <a:pt x="200378" y="21047"/>
                    <a:pt x="204372" y="21430"/>
                    <a:pt x="208364" y="21430"/>
                  </a:cubicBezTo>
                  <a:cubicBezTo>
                    <a:pt x="209889" y="21430"/>
                    <a:pt x="211413" y="21374"/>
                    <a:pt x="212936" y="21251"/>
                  </a:cubicBezTo>
                  <a:cubicBezTo>
                    <a:pt x="218320" y="20818"/>
                    <a:pt x="223791" y="19532"/>
                    <a:pt x="228641" y="16425"/>
                  </a:cubicBezTo>
                  <a:cubicBezTo>
                    <a:pt x="230586" y="15179"/>
                    <a:pt x="232358" y="13636"/>
                    <a:pt x="233940" y="11842"/>
                  </a:cubicBezTo>
                  <a:lnTo>
                    <a:pt x="233940" y="0"/>
                  </a:ln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5"/>
            <p:cNvSpPr/>
            <p:nvPr/>
          </p:nvSpPr>
          <p:spPr>
            <a:xfrm flipH="1" rot="10800000">
              <a:off x="-88861" y="2867214"/>
              <a:ext cx="5153814" cy="1015564"/>
            </a:xfrm>
            <a:custGeom>
              <a:rect b="b" l="l" r="r" t="t"/>
              <a:pathLst>
                <a:path extrusionOk="0" h="25378" w="128789">
                  <a:moveTo>
                    <a:pt x="125460" y="1"/>
                  </a:moveTo>
                  <a:cubicBezTo>
                    <a:pt x="124112" y="1"/>
                    <a:pt x="122755" y="233"/>
                    <a:pt x="121432" y="495"/>
                  </a:cubicBezTo>
                  <a:cubicBezTo>
                    <a:pt x="117708" y="1235"/>
                    <a:pt x="114038" y="2428"/>
                    <a:pt x="110408" y="3702"/>
                  </a:cubicBezTo>
                  <a:cubicBezTo>
                    <a:pt x="101528" y="6816"/>
                    <a:pt x="92732" y="10293"/>
                    <a:pt x="83787" y="13112"/>
                  </a:cubicBezTo>
                  <a:cubicBezTo>
                    <a:pt x="72182" y="16772"/>
                    <a:pt x="60329" y="19483"/>
                    <a:pt x="48340" y="19746"/>
                  </a:cubicBezTo>
                  <a:cubicBezTo>
                    <a:pt x="47589" y="19762"/>
                    <a:pt x="46838" y="19771"/>
                    <a:pt x="46087" y="19771"/>
                  </a:cubicBezTo>
                  <a:cubicBezTo>
                    <a:pt x="36277" y="19771"/>
                    <a:pt x="26528" y="18319"/>
                    <a:pt x="17277" y="13958"/>
                  </a:cubicBezTo>
                  <a:cubicBezTo>
                    <a:pt x="14817" y="12796"/>
                    <a:pt x="12434" y="11433"/>
                    <a:pt x="10052" y="10038"/>
                  </a:cubicBezTo>
                  <a:cubicBezTo>
                    <a:pt x="7467" y="8528"/>
                    <a:pt x="4765" y="7378"/>
                    <a:pt x="2106" y="6103"/>
                  </a:cubicBezTo>
                  <a:cubicBezTo>
                    <a:pt x="1402" y="5766"/>
                    <a:pt x="699" y="5418"/>
                    <a:pt x="0" y="5056"/>
                  </a:cubicBezTo>
                  <a:lnTo>
                    <a:pt x="0" y="11211"/>
                  </a:lnTo>
                  <a:cubicBezTo>
                    <a:pt x="4701" y="13100"/>
                    <a:pt x="9362" y="15161"/>
                    <a:pt x="14041" y="17090"/>
                  </a:cubicBezTo>
                  <a:cubicBezTo>
                    <a:pt x="16400" y="18063"/>
                    <a:pt x="18775" y="19117"/>
                    <a:pt x="21195" y="19846"/>
                  </a:cubicBezTo>
                  <a:cubicBezTo>
                    <a:pt x="23656" y="20587"/>
                    <a:pt x="26170" y="20896"/>
                    <a:pt x="28695" y="21030"/>
                  </a:cubicBezTo>
                  <a:cubicBezTo>
                    <a:pt x="33506" y="21285"/>
                    <a:pt x="38258" y="21488"/>
                    <a:pt x="43036" y="22348"/>
                  </a:cubicBezTo>
                  <a:cubicBezTo>
                    <a:pt x="47992" y="23241"/>
                    <a:pt x="52914" y="24461"/>
                    <a:pt x="57900" y="25055"/>
                  </a:cubicBezTo>
                  <a:cubicBezTo>
                    <a:pt x="59669" y="25266"/>
                    <a:pt x="61430" y="25377"/>
                    <a:pt x="63185" y="25377"/>
                  </a:cubicBezTo>
                  <a:cubicBezTo>
                    <a:pt x="66528" y="25377"/>
                    <a:pt x="69851" y="24974"/>
                    <a:pt x="73168" y="24091"/>
                  </a:cubicBezTo>
                  <a:cubicBezTo>
                    <a:pt x="82572" y="21585"/>
                    <a:pt x="91311" y="16379"/>
                    <a:pt x="100290" y="12209"/>
                  </a:cubicBezTo>
                  <a:cubicBezTo>
                    <a:pt x="102551" y="11159"/>
                    <a:pt x="104832" y="10174"/>
                    <a:pt x="107142" y="9317"/>
                  </a:cubicBezTo>
                  <a:cubicBezTo>
                    <a:pt x="109515" y="8437"/>
                    <a:pt x="111919" y="7831"/>
                    <a:pt x="114326" y="7132"/>
                  </a:cubicBezTo>
                  <a:cubicBezTo>
                    <a:pt x="119263" y="5699"/>
                    <a:pt x="123997" y="3389"/>
                    <a:pt x="128789" y="1350"/>
                  </a:cubicBezTo>
                  <a:cubicBezTo>
                    <a:pt x="128436" y="255"/>
                    <a:pt x="127130" y="101"/>
                    <a:pt x="126329" y="35"/>
                  </a:cubicBezTo>
                  <a:cubicBezTo>
                    <a:pt x="126040" y="12"/>
                    <a:pt x="125750" y="1"/>
                    <a:pt x="125460"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5"/>
            <p:cNvSpPr/>
            <p:nvPr/>
          </p:nvSpPr>
          <p:spPr>
            <a:xfrm flipH="1" rot="10800000">
              <a:off x="-89101" y="1457331"/>
              <a:ext cx="949935" cy="459281"/>
            </a:xfrm>
            <a:custGeom>
              <a:rect b="b" l="l" r="r" t="t"/>
              <a:pathLst>
                <a:path extrusionOk="0" h="11477" w="23738">
                  <a:moveTo>
                    <a:pt x="0" y="0"/>
                  </a:moveTo>
                  <a:lnTo>
                    <a:pt x="0" y="7277"/>
                  </a:lnTo>
                  <a:cubicBezTo>
                    <a:pt x="3475" y="8436"/>
                    <a:pt x="6937" y="9675"/>
                    <a:pt x="10474" y="10467"/>
                  </a:cubicBezTo>
                  <a:cubicBezTo>
                    <a:pt x="12599" y="10942"/>
                    <a:pt x="14945" y="11477"/>
                    <a:pt x="17230" y="11477"/>
                  </a:cubicBezTo>
                  <a:cubicBezTo>
                    <a:pt x="18607" y="11477"/>
                    <a:pt x="19963" y="11282"/>
                    <a:pt x="21233" y="10762"/>
                  </a:cubicBezTo>
                  <a:cubicBezTo>
                    <a:pt x="22964" y="10052"/>
                    <a:pt x="23737" y="8373"/>
                    <a:pt x="22783" y="6233"/>
                  </a:cubicBezTo>
                  <a:cubicBezTo>
                    <a:pt x="21854" y="4148"/>
                    <a:pt x="19780" y="3350"/>
                    <a:pt x="18049" y="2892"/>
                  </a:cubicBezTo>
                  <a:cubicBezTo>
                    <a:pt x="14044" y="1834"/>
                    <a:pt x="9964" y="2398"/>
                    <a:pt x="5923" y="1958"/>
                  </a:cubicBezTo>
                  <a:cubicBezTo>
                    <a:pt x="3848" y="1734"/>
                    <a:pt x="1868" y="1036"/>
                    <a:pt x="0"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5"/>
            <p:cNvSpPr/>
            <p:nvPr/>
          </p:nvSpPr>
          <p:spPr>
            <a:xfrm flipH="1" rot="10800000">
              <a:off x="-89101" y="1339902"/>
              <a:ext cx="9361814" cy="2217890"/>
            </a:xfrm>
            <a:custGeom>
              <a:rect b="b" l="l" r="r" t="t"/>
              <a:pathLst>
                <a:path extrusionOk="0" h="55423" w="233943">
                  <a:moveTo>
                    <a:pt x="144772" y="1"/>
                  </a:moveTo>
                  <a:cubicBezTo>
                    <a:pt x="142102" y="1"/>
                    <a:pt x="139431" y="96"/>
                    <a:pt x="136766" y="286"/>
                  </a:cubicBezTo>
                  <a:cubicBezTo>
                    <a:pt x="128012" y="909"/>
                    <a:pt x="119276" y="2552"/>
                    <a:pt x="110812" y="5489"/>
                  </a:cubicBezTo>
                  <a:cubicBezTo>
                    <a:pt x="106624" y="6944"/>
                    <a:pt x="102575" y="8874"/>
                    <a:pt x="98468" y="10653"/>
                  </a:cubicBezTo>
                  <a:cubicBezTo>
                    <a:pt x="93953" y="12609"/>
                    <a:pt x="89399" y="14424"/>
                    <a:pt x="84794" y="16010"/>
                  </a:cubicBezTo>
                  <a:cubicBezTo>
                    <a:pt x="74251" y="19642"/>
                    <a:pt x="63428" y="21981"/>
                    <a:pt x="52620" y="21981"/>
                  </a:cubicBezTo>
                  <a:cubicBezTo>
                    <a:pt x="45059" y="21981"/>
                    <a:pt x="37505" y="20836"/>
                    <a:pt x="30059" y="18189"/>
                  </a:cubicBezTo>
                  <a:cubicBezTo>
                    <a:pt x="25579" y="16596"/>
                    <a:pt x="21178" y="14667"/>
                    <a:pt x="16828" y="12578"/>
                  </a:cubicBezTo>
                  <a:cubicBezTo>
                    <a:pt x="12514" y="10509"/>
                    <a:pt x="8272" y="8266"/>
                    <a:pt x="3815" y="6712"/>
                  </a:cubicBezTo>
                  <a:cubicBezTo>
                    <a:pt x="2549" y="6272"/>
                    <a:pt x="1276" y="5888"/>
                    <a:pt x="0" y="5548"/>
                  </a:cubicBezTo>
                  <a:lnTo>
                    <a:pt x="0" y="23614"/>
                  </a:lnTo>
                  <a:cubicBezTo>
                    <a:pt x="12657" y="29572"/>
                    <a:pt x="26166" y="33013"/>
                    <a:pt x="39600" y="33024"/>
                  </a:cubicBezTo>
                  <a:cubicBezTo>
                    <a:pt x="39625" y="33024"/>
                    <a:pt x="39649" y="33024"/>
                    <a:pt x="39674" y="33024"/>
                  </a:cubicBezTo>
                  <a:cubicBezTo>
                    <a:pt x="43920" y="33024"/>
                    <a:pt x="48167" y="32654"/>
                    <a:pt x="52367" y="31843"/>
                  </a:cubicBezTo>
                  <a:cubicBezTo>
                    <a:pt x="54553" y="31420"/>
                    <a:pt x="56709" y="30737"/>
                    <a:pt x="58881" y="30217"/>
                  </a:cubicBezTo>
                  <a:cubicBezTo>
                    <a:pt x="61539" y="29579"/>
                    <a:pt x="64252" y="29008"/>
                    <a:pt x="66965" y="29005"/>
                  </a:cubicBezTo>
                  <a:cubicBezTo>
                    <a:pt x="66982" y="29005"/>
                    <a:pt x="66999" y="29005"/>
                    <a:pt x="67017" y="29005"/>
                  </a:cubicBezTo>
                  <a:cubicBezTo>
                    <a:pt x="68762" y="29005"/>
                    <a:pt x="71102" y="29156"/>
                    <a:pt x="72309" y="31005"/>
                  </a:cubicBezTo>
                  <a:cubicBezTo>
                    <a:pt x="73261" y="32464"/>
                    <a:pt x="73035" y="34779"/>
                    <a:pt x="72433" y="36381"/>
                  </a:cubicBezTo>
                  <a:cubicBezTo>
                    <a:pt x="71760" y="38175"/>
                    <a:pt x="70452" y="39418"/>
                    <a:pt x="69067" y="40261"/>
                  </a:cubicBezTo>
                  <a:cubicBezTo>
                    <a:pt x="65139" y="42655"/>
                    <a:pt x="60371" y="42850"/>
                    <a:pt x="56096" y="42852"/>
                  </a:cubicBezTo>
                  <a:cubicBezTo>
                    <a:pt x="56089" y="42852"/>
                    <a:pt x="56082" y="42852"/>
                    <a:pt x="56075" y="42852"/>
                  </a:cubicBezTo>
                  <a:cubicBezTo>
                    <a:pt x="46902" y="42852"/>
                    <a:pt x="37792" y="41022"/>
                    <a:pt x="28834" y="38660"/>
                  </a:cubicBezTo>
                  <a:cubicBezTo>
                    <a:pt x="19225" y="36125"/>
                    <a:pt x="9684" y="33151"/>
                    <a:pt x="0" y="31087"/>
                  </a:cubicBezTo>
                  <a:lnTo>
                    <a:pt x="0" y="40459"/>
                  </a:lnTo>
                  <a:cubicBezTo>
                    <a:pt x="415" y="40687"/>
                    <a:pt x="838" y="40900"/>
                    <a:pt x="1269" y="41094"/>
                  </a:cubicBezTo>
                  <a:cubicBezTo>
                    <a:pt x="3834" y="42246"/>
                    <a:pt x="6360" y="42550"/>
                    <a:pt x="9049" y="42595"/>
                  </a:cubicBezTo>
                  <a:cubicBezTo>
                    <a:pt x="11321" y="42632"/>
                    <a:pt x="13601" y="42650"/>
                    <a:pt x="15862" y="42966"/>
                  </a:cubicBezTo>
                  <a:cubicBezTo>
                    <a:pt x="17766" y="43232"/>
                    <a:pt x="19811" y="43645"/>
                    <a:pt x="21476" y="44925"/>
                  </a:cubicBezTo>
                  <a:cubicBezTo>
                    <a:pt x="22689" y="45858"/>
                    <a:pt x="23822" y="47631"/>
                    <a:pt x="23620" y="49546"/>
                  </a:cubicBezTo>
                  <a:cubicBezTo>
                    <a:pt x="23450" y="51198"/>
                    <a:pt x="22153" y="51995"/>
                    <a:pt x="21013" y="52388"/>
                  </a:cubicBezTo>
                  <a:cubicBezTo>
                    <a:pt x="19769" y="52816"/>
                    <a:pt x="18468" y="52983"/>
                    <a:pt x="17149" y="52983"/>
                  </a:cubicBezTo>
                  <a:cubicBezTo>
                    <a:pt x="14678" y="52983"/>
                    <a:pt x="12147" y="52396"/>
                    <a:pt x="9822" y="51845"/>
                  </a:cubicBezTo>
                  <a:cubicBezTo>
                    <a:pt x="6510" y="51059"/>
                    <a:pt x="3259" y="49899"/>
                    <a:pt x="0" y="48810"/>
                  </a:cubicBezTo>
                  <a:lnTo>
                    <a:pt x="0" y="54602"/>
                  </a:lnTo>
                  <a:cubicBezTo>
                    <a:pt x="5036" y="55007"/>
                    <a:pt x="10079" y="55225"/>
                    <a:pt x="15119" y="55348"/>
                  </a:cubicBezTo>
                  <a:cubicBezTo>
                    <a:pt x="17082" y="55396"/>
                    <a:pt x="19048" y="55423"/>
                    <a:pt x="21015" y="55423"/>
                  </a:cubicBezTo>
                  <a:cubicBezTo>
                    <a:pt x="29997" y="55423"/>
                    <a:pt x="38994" y="54866"/>
                    <a:pt x="47880" y="53219"/>
                  </a:cubicBezTo>
                  <a:cubicBezTo>
                    <a:pt x="52943" y="52282"/>
                    <a:pt x="58028" y="51048"/>
                    <a:pt x="62912" y="49101"/>
                  </a:cubicBezTo>
                  <a:cubicBezTo>
                    <a:pt x="67581" y="47240"/>
                    <a:pt x="72025" y="44594"/>
                    <a:pt x="76326" y="41657"/>
                  </a:cubicBezTo>
                  <a:cubicBezTo>
                    <a:pt x="84683" y="35949"/>
                    <a:pt x="92557" y="29085"/>
                    <a:pt x="101261" y="24207"/>
                  </a:cubicBezTo>
                  <a:cubicBezTo>
                    <a:pt x="110109" y="19249"/>
                    <a:pt x="119692" y="17446"/>
                    <a:pt x="129288" y="16670"/>
                  </a:cubicBezTo>
                  <a:cubicBezTo>
                    <a:pt x="132649" y="16399"/>
                    <a:pt x="136013" y="16271"/>
                    <a:pt x="139377" y="16271"/>
                  </a:cubicBezTo>
                  <a:cubicBezTo>
                    <a:pt x="157478" y="16271"/>
                    <a:pt x="175585" y="19963"/>
                    <a:pt x="193212" y="24804"/>
                  </a:cubicBezTo>
                  <a:cubicBezTo>
                    <a:pt x="203630" y="27665"/>
                    <a:pt x="214279" y="30372"/>
                    <a:pt x="224304" y="35040"/>
                  </a:cubicBezTo>
                  <a:cubicBezTo>
                    <a:pt x="227597" y="36575"/>
                    <a:pt x="230795" y="38437"/>
                    <a:pt x="233942" y="40411"/>
                  </a:cubicBezTo>
                  <a:lnTo>
                    <a:pt x="233942" y="31703"/>
                  </a:lnTo>
                  <a:cubicBezTo>
                    <a:pt x="228231" y="27859"/>
                    <a:pt x="222155" y="24807"/>
                    <a:pt x="216214" y="21705"/>
                  </a:cubicBezTo>
                  <a:cubicBezTo>
                    <a:pt x="207456" y="17134"/>
                    <a:pt x="198525" y="13002"/>
                    <a:pt x="189487" y="9410"/>
                  </a:cubicBezTo>
                  <a:cubicBezTo>
                    <a:pt x="180687" y="5912"/>
                    <a:pt x="171778" y="2926"/>
                    <a:pt x="162615" y="1437"/>
                  </a:cubicBezTo>
                  <a:cubicBezTo>
                    <a:pt x="156702" y="476"/>
                    <a:pt x="150736" y="1"/>
                    <a:pt x="144772"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5"/>
            <p:cNvSpPr/>
            <p:nvPr/>
          </p:nvSpPr>
          <p:spPr>
            <a:xfrm flipH="1" rot="10800000">
              <a:off x="4312517" y="466828"/>
              <a:ext cx="4960169" cy="2176352"/>
            </a:xfrm>
            <a:custGeom>
              <a:rect b="b" l="l" r="r" t="t"/>
              <a:pathLst>
                <a:path extrusionOk="0" h="54385" w="123950">
                  <a:moveTo>
                    <a:pt x="25687" y="0"/>
                  </a:moveTo>
                  <a:cubicBezTo>
                    <a:pt x="25613" y="0"/>
                    <a:pt x="25540" y="0"/>
                    <a:pt x="25467" y="0"/>
                  </a:cubicBezTo>
                  <a:cubicBezTo>
                    <a:pt x="22189" y="8"/>
                    <a:pt x="18895" y="286"/>
                    <a:pt x="15653" y="893"/>
                  </a:cubicBezTo>
                  <a:cubicBezTo>
                    <a:pt x="12106" y="1558"/>
                    <a:pt x="8455" y="2579"/>
                    <a:pt x="5276" y="4757"/>
                  </a:cubicBezTo>
                  <a:cubicBezTo>
                    <a:pt x="2358" y="6754"/>
                    <a:pt x="1" y="10011"/>
                    <a:pt x="133" y="14446"/>
                  </a:cubicBezTo>
                  <a:cubicBezTo>
                    <a:pt x="289" y="19675"/>
                    <a:pt x="3866" y="23250"/>
                    <a:pt x="7286" y="25363"/>
                  </a:cubicBezTo>
                  <a:cubicBezTo>
                    <a:pt x="11223" y="27796"/>
                    <a:pt x="15408" y="28684"/>
                    <a:pt x="19651" y="28684"/>
                  </a:cubicBezTo>
                  <a:cubicBezTo>
                    <a:pt x="25154" y="28684"/>
                    <a:pt x="30756" y="27191"/>
                    <a:pt x="36046" y="25632"/>
                  </a:cubicBezTo>
                  <a:cubicBezTo>
                    <a:pt x="41465" y="24035"/>
                    <a:pt x="46862" y="22167"/>
                    <a:pt x="52380" y="21177"/>
                  </a:cubicBezTo>
                  <a:cubicBezTo>
                    <a:pt x="56587" y="20424"/>
                    <a:pt x="60828" y="20023"/>
                    <a:pt x="65073" y="20023"/>
                  </a:cubicBezTo>
                  <a:cubicBezTo>
                    <a:pt x="66363" y="20023"/>
                    <a:pt x="67654" y="20060"/>
                    <a:pt x="68944" y="20135"/>
                  </a:cubicBezTo>
                  <a:cubicBezTo>
                    <a:pt x="79965" y="20783"/>
                    <a:pt x="90870" y="24103"/>
                    <a:pt x="100937" y="29809"/>
                  </a:cubicBezTo>
                  <a:cubicBezTo>
                    <a:pt x="105755" y="32540"/>
                    <a:pt x="110519" y="35684"/>
                    <a:pt x="114557" y="40038"/>
                  </a:cubicBezTo>
                  <a:cubicBezTo>
                    <a:pt x="118056" y="43811"/>
                    <a:pt x="120978" y="48359"/>
                    <a:pt x="123419" y="53277"/>
                  </a:cubicBezTo>
                  <a:cubicBezTo>
                    <a:pt x="123600" y="53644"/>
                    <a:pt x="123773" y="54016"/>
                    <a:pt x="123950" y="54384"/>
                  </a:cubicBezTo>
                  <a:lnTo>
                    <a:pt x="123950" y="30590"/>
                  </a:lnTo>
                  <a:cubicBezTo>
                    <a:pt x="115011" y="23740"/>
                    <a:pt x="104675" y="20070"/>
                    <a:pt x="94699" y="16430"/>
                  </a:cubicBezTo>
                  <a:cubicBezTo>
                    <a:pt x="83278" y="12265"/>
                    <a:pt x="71945" y="7950"/>
                    <a:pt x="60279" y="4996"/>
                  </a:cubicBezTo>
                  <a:cubicBezTo>
                    <a:pt x="48938" y="2125"/>
                    <a:pt x="37275" y="0"/>
                    <a:pt x="25687"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5"/>
            <p:cNvSpPr/>
            <p:nvPr/>
          </p:nvSpPr>
          <p:spPr>
            <a:xfrm flipH="1" rot="10800000">
              <a:off x="-89101" y="-110955"/>
              <a:ext cx="4579363" cy="1972262"/>
            </a:xfrm>
            <a:custGeom>
              <a:rect b="b" l="l" r="r" t="t"/>
              <a:pathLst>
                <a:path extrusionOk="0" h="49285" w="114434">
                  <a:moveTo>
                    <a:pt x="97111" y="0"/>
                  </a:moveTo>
                  <a:cubicBezTo>
                    <a:pt x="92375" y="0"/>
                    <a:pt x="88229" y="4066"/>
                    <a:pt x="85079" y="8725"/>
                  </a:cubicBezTo>
                  <a:cubicBezTo>
                    <a:pt x="81036" y="14698"/>
                    <a:pt x="78056" y="22263"/>
                    <a:pt x="72346" y="26006"/>
                  </a:cubicBezTo>
                  <a:cubicBezTo>
                    <a:pt x="69011" y="28192"/>
                    <a:pt x="65286" y="29191"/>
                    <a:pt x="61597" y="29874"/>
                  </a:cubicBezTo>
                  <a:cubicBezTo>
                    <a:pt x="57172" y="30696"/>
                    <a:pt x="52733" y="31343"/>
                    <a:pt x="48270" y="31736"/>
                  </a:cubicBezTo>
                  <a:cubicBezTo>
                    <a:pt x="43819" y="32127"/>
                    <a:pt x="39334" y="32342"/>
                    <a:pt x="34849" y="32342"/>
                  </a:cubicBezTo>
                  <a:cubicBezTo>
                    <a:pt x="29827" y="32342"/>
                    <a:pt x="24804" y="32073"/>
                    <a:pt x="19828" y="31484"/>
                  </a:cubicBezTo>
                  <a:cubicBezTo>
                    <a:pt x="13156" y="30694"/>
                    <a:pt x="6527" y="29288"/>
                    <a:pt x="0" y="27342"/>
                  </a:cubicBezTo>
                  <a:lnTo>
                    <a:pt x="0" y="45284"/>
                  </a:lnTo>
                  <a:cubicBezTo>
                    <a:pt x="0" y="47494"/>
                    <a:pt x="1415" y="49285"/>
                    <a:pt x="3161" y="49285"/>
                  </a:cubicBezTo>
                  <a:lnTo>
                    <a:pt x="54554" y="49285"/>
                  </a:lnTo>
                  <a:cubicBezTo>
                    <a:pt x="57524" y="43691"/>
                    <a:pt x="61460" y="38933"/>
                    <a:pt x="66165" y="35699"/>
                  </a:cubicBezTo>
                  <a:cubicBezTo>
                    <a:pt x="74007" y="30307"/>
                    <a:pt x="82814" y="29860"/>
                    <a:pt x="91444" y="28199"/>
                  </a:cubicBezTo>
                  <a:cubicBezTo>
                    <a:pt x="94850" y="27544"/>
                    <a:pt x="98284" y="26656"/>
                    <a:pt x="101576" y="25345"/>
                  </a:cubicBezTo>
                  <a:cubicBezTo>
                    <a:pt x="104402" y="24220"/>
                    <a:pt x="107468" y="22637"/>
                    <a:pt x="109397" y="19658"/>
                  </a:cubicBezTo>
                  <a:cubicBezTo>
                    <a:pt x="114434" y="11884"/>
                    <a:pt x="106261" y="3395"/>
                    <a:pt x="100927" y="890"/>
                  </a:cubicBezTo>
                  <a:cubicBezTo>
                    <a:pt x="99620" y="276"/>
                    <a:pt x="98345" y="0"/>
                    <a:pt x="9711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25"/>
            <p:cNvSpPr/>
            <p:nvPr/>
          </p:nvSpPr>
          <p:spPr>
            <a:xfrm flipH="1" rot="10800000">
              <a:off x="2774626" y="-110972"/>
              <a:ext cx="4319449" cy="712432"/>
            </a:xfrm>
            <a:custGeom>
              <a:rect b="b" l="l" r="r" t="t"/>
              <a:pathLst>
                <a:path extrusionOk="0" h="17803" w="107939">
                  <a:moveTo>
                    <a:pt x="27543" y="0"/>
                  </a:moveTo>
                  <a:cubicBezTo>
                    <a:pt x="27240" y="0"/>
                    <a:pt x="26937" y="6"/>
                    <a:pt x="26634" y="18"/>
                  </a:cubicBezTo>
                  <a:cubicBezTo>
                    <a:pt x="24027" y="121"/>
                    <a:pt x="21392" y="745"/>
                    <a:pt x="19094" y="2364"/>
                  </a:cubicBezTo>
                  <a:cubicBezTo>
                    <a:pt x="18481" y="2797"/>
                    <a:pt x="16577" y="4050"/>
                    <a:pt x="17537" y="5118"/>
                  </a:cubicBezTo>
                  <a:cubicBezTo>
                    <a:pt x="18117" y="5762"/>
                    <a:pt x="19161" y="5928"/>
                    <a:pt x="19890" y="6091"/>
                  </a:cubicBezTo>
                  <a:cubicBezTo>
                    <a:pt x="23855" y="6979"/>
                    <a:pt x="27949" y="6569"/>
                    <a:pt x="31949" y="6998"/>
                  </a:cubicBezTo>
                  <a:cubicBezTo>
                    <a:pt x="35180" y="7344"/>
                    <a:pt x="39652" y="7834"/>
                    <a:pt x="41798" y="11379"/>
                  </a:cubicBezTo>
                  <a:cubicBezTo>
                    <a:pt x="41873" y="11504"/>
                    <a:pt x="41874" y="11697"/>
                    <a:pt x="41748" y="11777"/>
                  </a:cubicBezTo>
                  <a:cubicBezTo>
                    <a:pt x="40684" y="12461"/>
                    <a:pt x="39488" y="12703"/>
                    <a:pt x="38262" y="12703"/>
                  </a:cubicBezTo>
                  <a:cubicBezTo>
                    <a:pt x="36542" y="12703"/>
                    <a:pt x="34763" y="12227"/>
                    <a:pt x="33207" y="11823"/>
                  </a:cubicBezTo>
                  <a:cubicBezTo>
                    <a:pt x="31601" y="11407"/>
                    <a:pt x="30013" y="10894"/>
                    <a:pt x="28412" y="10466"/>
                  </a:cubicBezTo>
                  <a:cubicBezTo>
                    <a:pt x="26593" y="9980"/>
                    <a:pt x="24742" y="9711"/>
                    <a:pt x="22919" y="9248"/>
                  </a:cubicBezTo>
                  <a:cubicBezTo>
                    <a:pt x="18811" y="8207"/>
                    <a:pt x="14751" y="6811"/>
                    <a:pt x="10581" y="6185"/>
                  </a:cubicBezTo>
                  <a:cubicBezTo>
                    <a:pt x="9499" y="6023"/>
                    <a:pt x="8286" y="5852"/>
                    <a:pt x="7075" y="5852"/>
                  </a:cubicBezTo>
                  <a:cubicBezTo>
                    <a:pt x="5505" y="5852"/>
                    <a:pt x="3938" y="6139"/>
                    <a:pt x="2667" y="7101"/>
                  </a:cubicBezTo>
                  <a:cubicBezTo>
                    <a:pt x="702" y="8588"/>
                    <a:pt x="1" y="12230"/>
                    <a:pt x="827" y="14868"/>
                  </a:cubicBezTo>
                  <a:cubicBezTo>
                    <a:pt x="1191" y="16035"/>
                    <a:pt x="1835" y="16995"/>
                    <a:pt x="2588" y="17803"/>
                  </a:cubicBezTo>
                  <a:lnTo>
                    <a:pt x="107349" y="17803"/>
                  </a:lnTo>
                  <a:cubicBezTo>
                    <a:pt x="107939" y="14229"/>
                    <a:pt x="104542" y="9947"/>
                    <a:pt x="102361" y="8404"/>
                  </a:cubicBezTo>
                  <a:cubicBezTo>
                    <a:pt x="99751" y="6560"/>
                    <a:pt x="96718" y="5974"/>
                    <a:pt x="93716" y="5974"/>
                  </a:cubicBezTo>
                  <a:cubicBezTo>
                    <a:pt x="92496" y="5974"/>
                    <a:pt x="91282" y="6070"/>
                    <a:pt x="90103" y="6219"/>
                  </a:cubicBezTo>
                  <a:cubicBezTo>
                    <a:pt x="87978" y="6486"/>
                    <a:pt x="85895" y="7048"/>
                    <a:pt x="83786" y="7444"/>
                  </a:cubicBezTo>
                  <a:cubicBezTo>
                    <a:pt x="81051" y="7961"/>
                    <a:pt x="78295" y="8278"/>
                    <a:pt x="75534" y="8442"/>
                  </a:cubicBezTo>
                  <a:cubicBezTo>
                    <a:pt x="74026" y="8532"/>
                    <a:pt x="72516" y="8576"/>
                    <a:pt x="71005" y="8576"/>
                  </a:cubicBezTo>
                  <a:cubicBezTo>
                    <a:pt x="66567" y="8576"/>
                    <a:pt x="62125" y="8194"/>
                    <a:pt x="57730" y="7447"/>
                  </a:cubicBezTo>
                  <a:cubicBezTo>
                    <a:pt x="52546" y="6565"/>
                    <a:pt x="47524" y="4962"/>
                    <a:pt x="42478" y="3264"/>
                  </a:cubicBezTo>
                  <a:cubicBezTo>
                    <a:pt x="37619" y="1632"/>
                    <a:pt x="32605" y="0"/>
                    <a:pt x="27543"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25"/>
            <p:cNvSpPr/>
            <p:nvPr/>
          </p:nvSpPr>
          <p:spPr>
            <a:xfrm flipH="1" rot="10800000">
              <a:off x="8048796" y="-111212"/>
              <a:ext cx="658408" cy="716833"/>
            </a:xfrm>
            <a:custGeom>
              <a:rect b="b" l="l" r="r" t="t"/>
              <a:pathLst>
                <a:path extrusionOk="0" h="17913" w="16453">
                  <a:moveTo>
                    <a:pt x="3031" y="0"/>
                  </a:moveTo>
                  <a:cubicBezTo>
                    <a:pt x="3004" y="0"/>
                    <a:pt x="2977" y="1"/>
                    <a:pt x="2950" y="2"/>
                  </a:cubicBezTo>
                  <a:cubicBezTo>
                    <a:pt x="1" y="132"/>
                    <a:pt x="2474" y="3624"/>
                    <a:pt x="3374" y="4819"/>
                  </a:cubicBezTo>
                  <a:cubicBezTo>
                    <a:pt x="5353" y="7446"/>
                    <a:pt x="8065" y="13097"/>
                    <a:pt x="8485" y="17912"/>
                  </a:cubicBezTo>
                  <a:lnTo>
                    <a:pt x="16452" y="17912"/>
                  </a:lnTo>
                  <a:cubicBezTo>
                    <a:pt x="15488" y="16742"/>
                    <a:pt x="14559" y="15523"/>
                    <a:pt x="13682" y="14232"/>
                  </a:cubicBezTo>
                  <a:cubicBezTo>
                    <a:pt x="11356" y="10805"/>
                    <a:pt x="9597" y="6836"/>
                    <a:pt x="7171" y="3507"/>
                  </a:cubicBezTo>
                  <a:cubicBezTo>
                    <a:pt x="6176" y="2144"/>
                    <a:pt x="4651" y="0"/>
                    <a:pt x="303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25"/>
            <p:cNvSpPr/>
            <p:nvPr/>
          </p:nvSpPr>
          <p:spPr>
            <a:xfrm flipH="1" rot="10800000">
              <a:off x="4946282" y="-111041"/>
              <a:ext cx="4326332" cy="1547277"/>
            </a:xfrm>
            <a:custGeom>
              <a:rect b="b" l="l" r="r" t="t"/>
              <a:pathLst>
                <a:path extrusionOk="0" h="38665" w="108111">
                  <a:moveTo>
                    <a:pt x="45814" y="1"/>
                  </a:moveTo>
                  <a:cubicBezTo>
                    <a:pt x="35137" y="1"/>
                    <a:pt x="24388" y="2076"/>
                    <a:pt x="14090" y="5571"/>
                  </a:cubicBezTo>
                  <a:cubicBezTo>
                    <a:pt x="10624" y="6748"/>
                    <a:pt x="7061" y="8059"/>
                    <a:pt x="3946" y="10366"/>
                  </a:cubicBezTo>
                  <a:cubicBezTo>
                    <a:pt x="2615" y="11352"/>
                    <a:pt x="1078" y="12695"/>
                    <a:pt x="565" y="14641"/>
                  </a:cubicBezTo>
                  <a:cubicBezTo>
                    <a:pt x="1" y="16782"/>
                    <a:pt x="1151" y="18845"/>
                    <a:pt x="2414" y="20142"/>
                  </a:cubicBezTo>
                  <a:cubicBezTo>
                    <a:pt x="4524" y="22313"/>
                    <a:pt x="7328" y="22930"/>
                    <a:pt x="10110" y="22930"/>
                  </a:cubicBezTo>
                  <a:cubicBezTo>
                    <a:pt x="11691" y="22930"/>
                    <a:pt x="13266" y="22730"/>
                    <a:pt x="14702" y="22504"/>
                  </a:cubicBezTo>
                  <a:cubicBezTo>
                    <a:pt x="19304" y="21780"/>
                    <a:pt x="23791" y="20252"/>
                    <a:pt x="28307" y="18979"/>
                  </a:cubicBezTo>
                  <a:cubicBezTo>
                    <a:pt x="31469" y="18088"/>
                    <a:pt x="34583" y="17727"/>
                    <a:pt x="37812" y="17553"/>
                  </a:cubicBezTo>
                  <a:cubicBezTo>
                    <a:pt x="39567" y="17460"/>
                    <a:pt x="41324" y="17409"/>
                    <a:pt x="43081" y="17409"/>
                  </a:cubicBezTo>
                  <a:cubicBezTo>
                    <a:pt x="45289" y="17409"/>
                    <a:pt x="47497" y="17490"/>
                    <a:pt x="49701" y="17670"/>
                  </a:cubicBezTo>
                  <a:cubicBezTo>
                    <a:pt x="53900" y="18013"/>
                    <a:pt x="58120" y="18692"/>
                    <a:pt x="62182" y="20121"/>
                  </a:cubicBezTo>
                  <a:cubicBezTo>
                    <a:pt x="65643" y="21338"/>
                    <a:pt x="69140" y="23140"/>
                    <a:pt x="71836" y="26229"/>
                  </a:cubicBezTo>
                  <a:cubicBezTo>
                    <a:pt x="74556" y="29344"/>
                    <a:pt x="76197" y="34210"/>
                    <a:pt x="75759" y="38664"/>
                  </a:cubicBezTo>
                  <a:lnTo>
                    <a:pt x="85535" y="38664"/>
                  </a:lnTo>
                  <a:cubicBezTo>
                    <a:pt x="85296" y="35981"/>
                    <a:pt x="84353" y="33119"/>
                    <a:pt x="83500" y="31067"/>
                  </a:cubicBezTo>
                  <a:cubicBezTo>
                    <a:pt x="82723" y="29197"/>
                    <a:pt x="81831" y="27538"/>
                    <a:pt x="80681" y="26012"/>
                  </a:cubicBezTo>
                  <a:cubicBezTo>
                    <a:pt x="79935" y="25023"/>
                    <a:pt x="78306" y="23246"/>
                    <a:pt x="78633" y="21650"/>
                  </a:cubicBezTo>
                  <a:cubicBezTo>
                    <a:pt x="78840" y="20643"/>
                    <a:pt x="79649" y="20281"/>
                    <a:pt x="80449" y="20281"/>
                  </a:cubicBezTo>
                  <a:cubicBezTo>
                    <a:pt x="80893" y="20281"/>
                    <a:pt x="81334" y="20392"/>
                    <a:pt x="81670" y="20567"/>
                  </a:cubicBezTo>
                  <a:cubicBezTo>
                    <a:pt x="83214" y="21372"/>
                    <a:pt x="84460" y="23111"/>
                    <a:pt x="85532" y="24674"/>
                  </a:cubicBezTo>
                  <a:cubicBezTo>
                    <a:pt x="88081" y="28395"/>
                    <a:pt x="90008" y="32694"/>
                    <a:pt x="92680" y="36288"/>
                  </a:cubicBezTo>
                  <a:cubicBezTo>
                    <a:pt x="93289" y="37105"/>
                    <a:pt x="93919" y="37895"/>
                    <a:pt x="94562" y="38663"/>
                  </a:cubicBezTo>
                  <a:lnTo>
                    <a:pt x="104952" y="38663"/>
                  </a:lnTo>
                  <a:cubicBezTo>
                    <a:pt x="106677" y="38663"/>
                    <a:pt x="108077" y="36912"/>
                    <a:pt x="108110" y="34738"/>
                  </a:cubicBezTo>
                  <a:cubicBezTo>
                    <a:pt x="104684" y="32047"/>
                    <a:pt x="101346" y="29175"/>
                    <a:pt x="98018" y="26250"/>
                  </a:cubicBezTo>
                  <a:cubicBezTo>
                    <a:pt x="92264" y="21194"/>
                    <a:pt x="86645" y="15791"/>
                    <a:pt x="80705" y="11085"/>
                  </a:cubicBezTo>
                  <a:cubicBezTo>
                    <a:pt x="70628" y="3099"/>
                    <a:pt x="58598" y="156"/>
                    <a:pt x="46845" y="7"/>
                  </a:cubicBezTo>
                  <a:cubicBezTo>
                    <a:pt x="46501" y="3"/>
                    <a:pt x="46158" y="1"/>
                    <a:pt x="45814"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5"/>
            <p:cNvSpPr/>
            <p:nvPr/>
          </p:nvSpPr>
          <p:spPr>
            <a:xfrm flipH="1" rot="10800000">
              <a:off x="5076700" y="6675805"/>
              <a:ext cx="4335896" cy="796099"/>
            </a:xfrm>
            <a:custGeom>
              <a:rect b="b" l="l" r="r" t="t"/>
              <a:pathLst>
                <a:path extrusionOk="0" h="27758" w="108350">
                  <a:moveTo>
                    <a:pt x="51648" y="1"/>
                  </a:moveTo>
                  <a:cubicBezTo>
                    <a:pt x="50846" y="407"/>
                    <a:pt x="50018" y="729"/>
                    <a:pt x="49203" y="1014"/>
                  </a:cubicBezTo>
                  <a:cubicBezTo>
                    <a:pt x="42065" y="3506"/>
                    <a:pt x="34586" y="3501"/>
                    <a:pt x="27241" y="3584"/>
                  </a:cubicBezTo>
                  <a:cubicBezTo>
                    <a:pt x="20757" y="3656"/>
                    <a:pt x="14163" y="3777"/>
                    <a:pt x="7797" y="5515"/>
                  </a:cubicBezTo>
                  <a:cubicBezTo>
                    <a:pt x="5715" y="6083"/>
                    <a:pt x="3438" y="6902"/>
                    <a:pt x="1858" y="8814"/>
                  </a:cubicBezTo>
                  <a:cubicBezTo>
                    <a:pt x="0" y="11058"/>
                    <a:pt x="83" y="14195"/>
                    <a:pt x="776" y="17107"/>
                  </a:cubicBezTo>
                  <a:cubicBezTo>
                    <a:pt x="2438" y="24097"/>
                    <a:pt x="7861" y="27758"/>
                    <a:pt x="13371" y="27758"/>
                  </a:cubicBezTo>
                  <a:cubicBezTo>
                    <a:pt x="13681" y="27758"/>
                    <a:pt x="13992" y="27746"/>
                    <a:pt x="14303" y="27723"/>
                  </a:cubicBezTo>
                  <a:cubicBezTo>
                    <a:pt x="20922" y="27226"/>
                    <a:pt x="26485" y="22282"/>
                    <a:pt x="32673" y="19847"/>
                  </a:cubicBezTo>
                  <a:cubicBezTo>
                    <a:pt x="36195" y="18461"/>
                    <a:pt x="39879" y="17578"/>
                    <a:pt x="43501" y="16728"/>
                  </a:cubicBezTo>
                  <a:cubicBezTo>
                    <a:pt x="47244" y="15849"/>
                    <a:pt x="51012" y="15131"/>
                    <a:pt x="54789" y="14515"/>
                  </a:cubicBezTo>
                  <a:cubicBezTo>
                    <a:pt x="62223" y="13302"/>
                    <a:pt x="69695" y="12486"/>
                    <a:pt x="77160" y="11610"/>
                  </a:cubicBezTo>
                  <a:cubicBezTo>
                    <a:pt x="86796" y="10479"/>
                    <a:pt x="96503" y="9420"/>
                    <a:pt x="106195" y="9420"/>
                  </a:cubicBezTo>
                  <a:cubicBezTo>
                    <a:pt x="106913" y="9420"/>
                    <a:pt x="107630" y="9426"/>
                    <a:pt x="108348" y="9438"/>
                  </a:cubicBezTo>
                  <a:lnTo>
                    <a:pt x="108348" y="4002"/>
                  </a:lnTo>
                  <a:cubicBezTo>
                    <a:pt x="108350" y="1793"/>
                    <a:pt x="106935" y="1"/>
                    <a:pt x="105190" y="1"/>
                  </a:cubicBezTo>
                  <a:lnTo>
                    <a:pt x="90762" y="1"/>
                  </a:lnTo>
                  <a:cubicBezTo>
                    <a:pt x="89703" y="1934"/>
                    <a:pt x="88395" y="3470"/>
                    <a:pt x="86599" y="4557"/>
                  </a:cubicBezTo>
                  <a:cubicBezTo>
                    <a:pt x="83877" y="6208"/>
                    <a:pt x="80880" y="7099"/>
                    <a:pt x="77918" y="7745"/>
                  </a:cubicBezTo>
                  <a:cubicBezTo>
                    <a:pt x="74349" y="8524"/>
                    <a:pt x="70756" y="9202"/>
                    <a:pt x="67162" y="9801"/>
                  </a:cubicBezTo>
                  <a:cubicBezTo>
                    <a:pt x="59627" y="11058"/>
                    <a:pt x="52047" y="11784"/>
                    <a:pt x="44534" y="13253"/>
                  </a:cubicBezTo>
                  <a:cubicBezTo>
                    <a:pt x="40916" y="13963"/>
                    <a:pt x="37300" y="14822"/>
                    <a:pt x="33793" y="16179"/>
                  </a:cubicBezTo>
                  <a:cubicBezTo>
                    <a:pt x="31120" y="17214"/>
                    <a:pt x="28648" y="18964"/>
                    <a:pt x="26050" y="20259"/>
                  </a:cubicBezTo>
                  <a:cubicBezTo>
                    <a:pt x="24092" y="21236"/>
                    <a:pt x="21957" y="22126"/>
                    <a:pt x="19819" y="22126"/>
                  </a:cubicBezTo>
                  <a:cubicBezTo>
                    <a:pt x="19398" y="22126"/>
                    <a:pt x="18976" y="22091"/>
                    <a:pt x="18556" y="22016"/>
                  </a:cubicBezTo>
                  <a:cubicBezTo>
                    <a:pt x="16742" y="21690"/>
                    <a:pt x="14667" y="20360"/>
                    <a:pt x="13727" y="18271"/>
                  </a:cubicBezTo>
                  <a:cubicBezTo>
                    <a:pt x="12111" y="14673"/>
                    <a:pt x="16343" y="12032"/>
                    <a:pt x="18335" y="10924"/>
                  </a:cubicBezTo>
                  <a:cubicBezTo>
                    <a:pt x="29038" y="4972"/>
                    <a:pt x="41116" y="7214"/>
                    <a:pt x="52462" y="6363"/>
                  </a:cubicBezTo>
                  <a:cubicBezTo>
                    <a:pt x="56489" y="6062"/>
                    <a:pt x="60477" y="5377"/>
                    <a:pt x="64377" y="4066"/>
                  </a:cubicBezTo>
                  <a:cubicBezTo>
                    <a:pt x="66858" y="3233"/>
                    <a:pt x="69388" y="2647"/>
                    <a:pt x="71900" y="1973"/>
                  </a:cubicBezTo>
                  <a:cubicBezTo>
                    <a:pt x="74066" y="1391"/>
                    <a:pt x="76235" y="775"/>
                    <a:pt x="78366"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5"/>
            <p:cNvSpPr/>
            <p:nvPr/>
          </p:nvSpPr>
          <p:spPr>
            <a:xfrm flipH="1" rot="10800000">
              <a:off x="-97224" y="6218723"/>
              <a:ext cx="3996027" cy="864218"/>
            </a:xfrm>
            <a:custGeom>
              <a:rect b="b" l="l" r="r" t="t"/>
              <a:pathLst>
                <a:path extrusionOk="0" h="21596" w="99857">
                  <a:moveTo>
                    <a:pt x="65198" y="399"/>
                  </a:moveTo>
                  <a:cubicBezTo>
                    <a:pt x="72321" y="399"/>
                    <a:pt x="79621" y="1791"/>
                    <a:pt x="86922" y="4550"/>
                  </a:cubicBezTo>
                  <a:cubicBezTo>
                    <a:pt x="89575" y="5554"/>
                    <a:pt x="92653" y="6864"/>
                    <a:pt x="95348" y="8979"/>
                  </a:cubicBezTo>
                  <a:cubicBezTo>
                    <a:pt x="98235" y="11247"/>
                    <a:pt x="99428" y="13677"/>
                    <a:pt x="98898" y="16206"/>
                  </a:cubicBezTo>
                  <a:cubicBezTo>
                    <a:pt x="98311" y="18994"/>
                    <a:pt x="95759" y="19972"/>
                    <a:pt x="93599" y="20511"/>
                  </a:cubicBezTo>
                  <a:cubicBezTo>
                    <a:pt x="91491" y="21039"/>
                    <a:pt x="89309" y="21193"/>
                    <a:pt x="87246" y="21193"/>
                  </a:cubicBezTo>
                  <a:cubicBezTo>
                    <a:pt x="86217" y="21193"/>
                    <a:pt x="85218" y="21155"/>
                    <a:pt x="84273" y="21106"/>
                  </a:cubicBezTo>
                  <a:cubicBezTo>
                    <a:pt x="78503" y="20800"/>
                    <a:pt x="72921" y="19852"/>
                    <a:pt x="67683" y="18295"/>
                  </a:cubicBezTo>
                  <a:cubicBezTo>
                    <a:pt x="64541" y="17362"/>
                    <a:pt x="61400" y="16083"/>
                    <a:pt x="58362" y="14847"/>
                  </a:cubicBezTo>
                  <a:cubicBezTo>
                    <a:pt x="53266" y="12773"/>
                    <a:pt x="47995" y="10628"/>
                    <a:pt x="42530" y="10025"/>
                  </a:cubicBezTo>
                  <a:cubicBezTo>
                    <a:pt x="41682" y="9932"/>
                    <a:pt x="40859" y="9885"/>
                    <a:pt x="40058" y="9885"/>
                  </a:cubicBezTo>
                  <a:cubicBezTo>
                    <a:pt x="36646" y="9885"/>
                    <a:pt x="33636" y="10728"/>
                    <a:pt x="31087" y="12400"/>
                  </a:cubicBezTo>
                  <a:cubicBezTo>
                    <a:pt x="26728" y="15269"/>
                    <a:pt x="22197" y="17122"/>
                    <a:pt x="17235" y="18071"/>
                  </a:cubicBezTo>
                  <a:cubicBezTo>
                    <a:pt x="13172" y="18848"/>
                    <a:pt x="9086" y="19070"/>
                    <a:pt x="5424" y="19070"/>
                  </a:cubicBezTo>
                  <a:cubicBezTo>
                    <a:pt x="3631" y="19070"/>
                    <a:pt x="1941" y="19017"/>
                    <a:pt x="403" y="18949"/>
                  </a:cubicBezTo>
                  <a:lnTo>
                    <a:pt x="403" y="11532"/>
                  </a:lnTo>
                  <a:cubicBezTo>
                    <a:pt x="2361" y="12661"/>
                    <a:pt x="4594" y="13456"/>
                    <a:pt x="7045" y="13900"/>
                  </a:cubicBezTo>
                  <a:cubicBezTo>
                    <a:pt x="8672" y="14195"/>
                    <a:pt x="10356" y="14343"/>
                    <a:pt x="12121" y="14343"/>
                  </a:cubicBezTo>
                  <a:cubicBezTo>
                    <a:pt x="13968" y="14343"/>
                    <a:pt x="15904" y="14181"/>
                    <a:pt x="17957" y="13858"/>
                  </a:cubicBezTo>
                  <a:cubicBezTo>
                    <a:pt x="23076" y="13055"/>
                    <a:pt x="27790" y="10978"/>
                    <a:pt x="32121" y="8853"/>
                  </a:cubicBezTo>
                  <a:lnTo>
                    <a:pt x="32595" y="8620"/>
                  </a:lnTo>
                  <a:cubicBezTo>
                    <a:pt x="37243" y="6337"/>
                    <a:pt x="42049" y="3980"/>
                    <a:pt x="47066" y="2784"/>
                  </a:cubicBezTo>
                  <a:cubicBezTo>
                    <a:pt x="53031" y="1361"/>
                    <a:pt x="58397" y="590"/>
                    <a:pt x="63469" y="426"/>
                  </a:cubicBezTo>
                  <a:cubicBezTo>
                    <a:pt x="64044" y="408"/>
                    <a:pt x="64620" y="399"/>
                    <a:pt x="65198" y="399"/>
                  </a:cubicBezTo>
                  <a:close/>
                  <a:moveTo>
                    <a:pt x="65203" y="1"/>
                  </a:moveTo>
                  <a:cubicBezTo>
                    <a:pt x="64619" y="1"/>
                    <a:pt x="64036" y="10"/>
                    <a:pt x="63455" y="29"/>
                  </a:cubicBezTo>
                  <a:cubicBezTo>
                    <a:pt x="58355" y="192"/>
                    <a:pt x="52963" y="968"/>
                    <a:pt x="46970" y="2396"/>
                  </a:cubicBezTo>
                  <a:cubicBezTo>
                    <a:pt x="41911" y="3604"/>
                    <a:pt x="37084" y="5971"/>
                    <a:pt x="32416" y="8263"/>
                  </a:cubicBezTo>
                  <a:lnTo>
                    <a:pt x="31942" y="8496"/>
                  </a:lnTo>
                  <a:cubicBezTo>
                    <a:pt x="27640" y="10606"/>
                    <a:pt x="22957" y="12670"/>
                    <a:pt x="17892" y="13466"/>
                  </a:cubicBezTo>
                  <a:cubicBezTo>
                    <a:pt x="15860" y="13785"/>
                    <a:pt x="13946" y="13945"/>
                    <a:pt x="12120" y="13945"/>
                  </a:cubicBezTo>
                  <a:cubicBezTo>
                    <a:pt x="10379" y="13945"/>
                    <a:pt x="8719" y="13799"/>
                    <a:pt x="7116" y="13508"/>
                  </a:cubicBezTo>
                  <a:cubicBezTo>
                    <a:pt x="4584" y="13050"/>
                    <a:pt x="2294" y="12211"/>
                    <a:pt x="305" y="11012"/>
                  </a:cubicBezTo>
                  <a:lnTo>
                    <a:pt x="0" y="10828"/>
                  </a:lnTo>
                  <a:lnTo>
                    <a:pt x="0" y="19337"/>
                  </a:lnTo>
                  <a:lnTo>
                    <a:pt x="193" y="19345"/>
                  </a:lnTo>
                  <a:cubicBezTo>
                    <a:pt x="1788" y="19417"/>
                    <a:pt x="3552" y="19474"/>
                    <a:pt x="5427" y="19474"/>
                  </a:cubicBezTo>
                  <a:cubicBezTo>
                    <a:pt x="9110" y="19474"/>
                    <a:pt x="13220" y="19251"/>
                    <a:pt x="17311" y="18469"/>
                  </a:cubicBezTo>
                  <a:cubicBezTo>
                    <a:pt x="22324" y="17509"/>
                    <a:pt x="26904" y="15636"/>
                    <a:pt x="31309" y="12740"/>
                  </a:cubicBezTo>
                  <a:cubicBezTo>
                    <a:pt x="33791" y="11110"/>
                    <a:pt x="36725" y="10287"/>
                    <a:pt x="40058" y="10287"/>
                  </a:cubicBezTo>
                  <a:cubicBezTo>
                    <a:pt x="40845" y="10287"/>
                    <a:pt x="41654" y="10333"/>
                    <a:pt x="42485" y="10425"/>
                  </a:cubicBezTo>
                  <a:cubicBezTo>
                    <a:pt x="47895" y="11021"/>
                    <a:pt x="53139" y="13156"/>
                    <a:pt x="58211" y="15220"/>
                  </a:cubicBezTo>
                  <a:cubicBezTo>
                    <a:pt x="61257" y="16459"/>
                    <a:pt x="64408" y="17742"/>
                    <a:pt x="67568" y="18681"/>
                  </a:cubicBezTo>
                  <a:cubicBezTo>
                    <a:pt x="72838" y="20248"/>
                    <a:pt x="78452" y="21200"/>
                    <a:pt x="84253" y="21507"/>
                  </a:cubicBezTo>
                  <a:cubicBezTo>
                    <a:pt x="85207" y="21557"/>
                    <a:pt x="86216" y="21596"/>
                    <a:pt x="87255" y="21596"/>
                  </a:cubicBezTo>
                  <a:cubicBezTo>
                    <a:pt x="89341" y="21596"/>
                    <a:pt x="91554" y="21438"/>
                    <a:pt x="93697" y="20904"/>
                  </a:cubicBezTo>
                  <a:cubicBezTo>
                    <a:pt x="95795" y="20381"/>
                    <a:pt x="98654" y="19332"/>
                    <a:pt x="99293" y="16292"/>
                  </a:cubicBezTo>
                  <a:cubicBezTo>
                    <a:pt x="99857" y="13600"/>
                    <a:pt x="98614" y="11035"/>
                    <a:pt x="95596" y="8666"/>
                  </a:cubicBezTo>
                  <a:cubicBezTo>
                    <a:pt x="92859" y="6520"/>
                    <a:pt x="89747" y="5193"/>
                    <a:pt x="87062" y="4178"/>
                  </a:cubicBezTo>
                  <a:cubicBezTo>
                    <a:pt x="79719" y="1402"/>
                    <a:pt x="72371" y="1"/>
                    <a:pt x="652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6" name="Google Shape;746;p25"/>
            <p:cNvGrpSpPr/>
            <p:nvPr/>
          </p:nvGrpSpPr>
          <p:grpSpPr>
            <a:xfrm>
              <a:off x="-97224" y="5478166"/>
              <a:ext cx="9377821" cy="2147740"/>
              <a:chOff x="-97224" y="3080778"/>
              <a:chExt cx="9377821" cy="2147740"/>
            </a:xfrm>
          </p:grpSpPr>
          <p:sp>
            <p:nvSpPr>
              <p:cNvPr id="747" name="Google Shape;747;p25"/>
              <p:cNvSpPr/>
              <p:nvPr/>
            </p:nvSpPr>
            <p:spPr>
              <a:xfrm flipH="1" rot="10800000">
                <a:off x="-89101" y="3080778"/>
                <a:ext cx="9361814" cy="2075187"/>
              </a:xfrm>
              <a:custGeom>
                <a:rect b="b" l="l" r="r" t="t"/>
                <a:pathLst>
                  <a:path extrusionOk="0" h="51857" w="233943">
                    <a:moveTo>
                      <a:pt x="114254" y="0"/>
                    </a:moveTo>
                    <a:cubicBezTo>
                      <a:pt x="113814" y="3337"/>
                      <a:pt x="107760" y="3970"/>
                      <a:pt x="105882" y="4185"/>
                    </a:cubicBezTo>
                    <a:cubicBezTo>
                      <a:pt x="103480" y="4463"/>
                      <a:pt x="101037" y="4580"/>
                      <a:pt x="98593" y="4580"/>
                    </a:cubicBezTo>
                    <a:cubicBezTo>
                      <a:pt x="96187" y="4580"/>
                      <a:pt x="93780" y="4466"/>
                      <a:pt x="91413" y="4277"/>
                    </a:cubicBezTo>
                    <a:cubicBezTo>
                      <a:pt x="83262" y="3622"/>
                      <a:pt x="75254" y="1586"/>
                      <a:pt x="67197" y="2"/>
                    </a:cubicBezTo>
                    <a:lnTo>
                      <a:pt x="3161" y="2"/>
                    </a:lnTo>
                    <a:cubicBezTo>
                      <a:pt x="1415" y="2"/>
                      <a:pt x="0" y="1794"/>
                      <a:pt x="0" y="4003"/>
                    </a:cubicBezTo>
                    <a:lnTo>
                      <a:pt x="0" y="12983"/>
                    </a:lnTo>
                    <a:cubicBezTo>
                      <a:pt x="752" y="13703"/>
                      <a:pt x="1532" y="14304"/>
                      <a:pt x="2202" y="14753"/>
                    </a:cubicBezTo>
                    <a:cubicBezTo>
                      <a:pt x="5867" y="17202"/>
                      <a:pt x="10108" y="17905"/>
                      <a:pt x="14266" y="17905"/>
                    </a:cubicBezTo>
                    <a:cubicBezTo>
                      <a:pt x="15542" y="17905"/>
                      <a:pt x="16811" y="17839"/>
                      <a:pt x="18052" y="17736"/>
                    </a:cubicBezTo>
                    <a:cubicBezTo>
                      <a:pt x="23329" y="17301"/>
                      <a:pt x="28524" y="16026"/>
                      <a:pt x="33704" y="14740"/>
                    </a:cubicBezTo>
                    <a:cubicBezTo>
                      <a:pt x="40948" y="12940"/>
                      <a:pt x="48135" y="10828"/>
                      <a:pt x="55442" y="9439"/>
                    </a:cubicBezTo>
                    <a:cubicBezTo>
                      <a:pt x="61321" y="8322"/>
                      <a:pt x="67233" y="7670"/>
                      <a:pt x="73167" y="7670"/>
                    </a:cubicBezTo>
                    <a:cubicBezTo>
                      <a:pt x="74688" y="7670"/>
                      <a:pt x="76210" y="7713"/>
                      <a:pt x="77734" y="7802"/>
                    </a:cubicBezTo>
                    <a:cubicBezTo>
                      <a:pt x="85106" y="8232"/>
                      <a:pt x="92423" y="9785"/>
                      <a:pt x="99530" y="12287"/>
                    </a:cubicBezTo>
                    <a:cubicBezTo>
                      <a:pt x="102317" y="13268"/>
                      <a:pt x="105115" y="14314"/>
                      <a:pt x="107858" y="15489"/>
                    </a:cubicBezTo>
                    <a:cubicBezTo>
                      <a:pt x="110332" y="16548"/>
                      <a:pt x="112809" y="17789"/>
                      <a:pt x="115004" y="19608"/>
                    </a:cubicBezTo>
                    <a:cubicBezTo>
                      <a:pt x="117824" y="21944"/>
                      <a:pt x="120303" y="25852"/>
                      <a:pt x="120226" y="30339"/>
                    </a:cubicBezTo>
                    <a:cubicBezTo>
                      <a:pt x="120101" y="37466"/>
                      <a:pt x="112935" y="40330"/>
                      <a:pt x="108516" y="41748"/>
                    </a:cubicBezTo>
                    <a:cubicBezTo>
                      <a:pt x="101630" y="43955"/>
                      <a:pt x="94414" y="44564"/>
                      <a:pt x="87337" y="44821"/>
                    </a:cubicBezTo>
                    <a:cubicBezTo>
                      <a:pt x="84855" y="44912"/>
                      <a:pt x="82371" y="44958"/>
                      <a:pt x="79887" y="44958"/>
                    </a:cubicBezTo>
                    <a:cubicBezTo>
                      <a:pt x="73140" y="44958"/>
                      <a:pt x="66393" y="44612"/>
                      <a:pt x="59673" y="43851"/>
                    </a:cubicBezTo>
                    <a:cubicBezTo>
                      <a:pt x="52128" y="42997"/>
                      <a:pt x="44620" y="41722"/>
                      <a:pt x="37128" y="40332"/>
                    </a:cubicBezTo>
                    <a:cubicBezTo>
                      <a:pt x="29596" y="38936"/>
                      <a:pt x="22076" y="37257"/>
                      <a:pt x="14513" y="36145"/>
                    </a:cubicBezTo>
                    <a:cubicBezTo>
                      <a:pt x="10469" y="35552"/>
                      <a:pt x="6279" y="35103"/>
                      <a:pt x="2100" y="35103"/>
                    </a:cubicBezTo>
                    <a:cubicBezTo>
                      <a:pt x="1400" y="35103"/>
                      <a:pt x="700" y="35116"/>
                      <a:pt x="0" y="35142"/>
                    </a:cubicBezTo>
                    <a:lnTo>
                      <a:pt x="0" y="41392"/>
                    </a:lnTo>
                    <a:cubicBezTo>
                      <a:pt x="3897" y="40406"/>
                      <a:pt x="7757" y="39113"/>
                      <a:pt x="11701" y="38520"/>
                    </a:cubicBezTo>
                    <a:cubicBezTo>
                      <a:pt x="12850" y="38347"/>
                      <a:pt x="14002" y="38268"/>
                      <a:pt x="15153" y="38268"/>
                    </a:cubicBezTo>
                    <a:cubicBezTo>
                      <a:pt x="18352" y="38268"/>
                      <a:pt x="21545" y="38880"/>
                      <a:pt x="24665" y="39789"/>
                    </a:cubicBezTo>
                    <a:cubicBezTo>
                      <a:pt x="29176" y="41103"/>
                      <a:pt x="33559" y="43015"/>
                      <a:pt x="37996" y="44675"/>
                    </a:cubicBezTo>
                    <a:cubicBezTo>
                      <a:pt x="42689" y="46433"/>
                      <a:pt x="47479" y="47692"/>
                      <a:pt x="52300" y="48740"/>
                    </a:cubicBezTo>
                    <a:cubicBezTo>
                      <a:pt x="61496" y="50745"/>
                      <a:pt x="70937" y="51857"/>
                      <a:pt x="80373" y="51857"/>
                    </a:cubicBezTo>
                    <a:cubicBezTo>
                      <a:pt x="91348" y="51857"/>
                      <a:pt x="102317" y="50352"/>
                      <a:pt x="112889" y="46997"/>
                    </a:cubicBezTo>
                    <a:cubicBezTo>
                      <a:pt x="122215" y="44038"/>
                      <a:pt x="130897" y="39216"/>
                      <a:pt x="139694" y="34414"/>
                    </a:cubicBezTo>
                    <a:cubicBezTo>
                      <a:pt x="143466" y="32352"/>
                      <a:pt x="147358" y="30634"/>
                      <a:pt x="151383" y="29556"/>
                    </a:cubicBezTo>
                    <a:cubicBezTo>
                      <a:pt x="155813" y="28370"/>
                      <a:pt x="160303" y="28105"/>
                      <a:pt x="164816" y="27914"/>
                    </a:cubicBezTo>
                    <a:cubicBezTo>
                      <a:pt x="167320" y="27807"/>
                      <a:pt x="169825" y="27756"/>
                      <a:pt x="172331" y="27756"/>
                    </a:cubicBezTo>
                    <a:cubicBezTo>
                      <a:pt x="189289" y="27756"/>
                      <a:pt x="206270" y="30094"/>
                      <a:pt x="222996" y="33398"/>
                    </a:cubicBezTo>
                    <a:cubicBezTo>
                      <a:pt x="226644" y="34116"/>
                      <a:pt x="230302" y="34924"/>
                      <a:pt x="233942" y="35864"/>
                    </a:cubicBezTo>
                    <a:lnTo>
                      <a:pt x="233942" y="9938"/>
                    </a:lnTo>
                    <a:cubicBezTo>
                      <a:pt x="233216" y="9925"/>
                      <a:pt x="232489" y="9919"/>
                      <a:pt x="231762" y="9919"/>
                    </a:cubicBezTo>
                    <a:cubicBezTo>
                      <a:pt x="219843" y="9919"/>
                      <a:pt x="207922" y="11530"/>
                      <a:pt x="196068" y="12904"/>
                    </a:cubicBezTo>
                    <a:cubicBezTo>
                      <a:pt x="188339" y="13801"/>
                      <a:pt x="180609" y="14806"/>
                      <a:pt x="172944" y="16393"/>
                    </a:cubicBezTo>
                    <a:cubicBezTo>
                      <a:pt x="169135" y="17181"/>
                      <a:pt x="165343" y="18112"/>
                      <a:pt x="161591" y="19260"/>
                    </a:cubicBezTo>
                    <a:cubicBezTo>
                      <a:pt x="158213" y="20291"/>
                      <a:pt x="155063" y="21813"/>
                      <a:pt x="151893" y="23606"/>
                    </a:cubicBezTo>
                    <a:cubicBezTo>
                      <a:pt x="147715" y="25970"/>
                      <a:pt x="143374" y="28204"/>
                      <a:pt x="138868" y="28204"/>
                    </a:cubicBezTo>
                    <a:cubicBezTo>
                      <a:pt x="137422" y="28204"/>
                      <a:pt x="135960" y="27974"/>
                      <a:pt x="134480" y="27445"/>
                    </a:cubicBezTo>
                    <a:cubicBezTo>
                      <a:pt x="129632" y="25711"/>
                      <a:pt x="125716" y="20547"/>
                      <a:pt x="125484" y="13951"/>
                    </a:cubicBezTo>
                    <a:cubicBezTo>
                      <a:pt x="125286" y="8300"/>
                      <a:pt x="129601" y="6027"/>
                      <a:pt x="133294" y="5020"/>
                    </a:cubicBezTo>
                    <a:cubicBezTo>
                      <a:pt x="139570" y="3307"/>
                      <a:pt x="146074" y="3151"/>
                      <a:pt x="152463" y="3078"/>
                    </a:cubicBezTo>
                    <a:cubicBezTo>
                      <a:pt x="160083" y="2991"/>
                      <a:pt x="167851" y="3042"/>
                      <a:pt x="175233" y="328"/>
                    </a:cubicBezTo>
                    <a:cubicBezTo>
                      <a:pt x="175511" y="226"/>
                      <a:pt x="175788" y="116"/>
                      <a:pt x="176066"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5"/>
              <p:cNvSpPr/>
              <p:nvPr/>
            </p:nvSpPr>
            <p:spPr>
              <a:xfrm flipH="1" rot="10800000">
                <a:off x="-97224" y="3137884"/>
                <a:ext cx="9377821" cy="2090634"/>
              </a:xfrm>
              <a:custGeom>
                <a:rect b="b" l="l" r="r" t="t"/>
                <a:pathLst>
                  <a:path extrusionOk="0" h="52243" w="234343">
                    <a:moveTo>
                      <a:pt x="67361" y="400"/>
                    </a:moveTo>
                    <a:cubicBezTo>
                      <a:pt x="69340" y="790"/>
                      <a:pt x="71349" y="1215"/>
                      <a:pt x="73292" y="1625"/>
                    </a:cubicBezTo>
                    <a:cubicBezTo>
                      <a:pt x="79265" y="2884"/>
                      <a:pt x="85439" y="4185"/>
                      <a:pt x="91598" y="4680"/>
                    </a:cubicBezTo>
                    <a:cubicBezTo>
                      <a:pt x="94144" y="4885"/>
                      <a:pt x="96537" y="4987"/>
                      <a:pt x="98805" y="4987"/>
                    </a:cubicBezTo>
                    <a:cubicBezTo>
                      <a:pt x="101387" y="4987"/>
                      <a:pt x="103808" y="4854"/>
                      <a:pt x="106108" y="4590"/>
                    </a:cubicBezTo>
                    <a:lnTo>
                      <a:pt x="106218" y="4577"/>
                    </a:lnTo>
                    <a:cubicBezTo>
                      <a:pt x="108158" y="4354"/>
                      <a:pt x="114000" y="3685"/>
                      <a:pt x="114628" y="406"/>
                    </a:cubicBezTo>
                    <a:lnTo>
                      <a:pt x="175193" y="406"/>
                    </a:lnTo>
                    <a:cubicBezTo>
                      <a:pt x="168249" y="2915"/>
                      <a:pt x="160889" y="2994"/>
                      <a:pt x="153768" y="3069"/>
                    </a:cubicBezTo>
                    <a:lnTo>
                      <a:pt x="152665" y="3082"/>
                    </a:lnTo>
                    <a:cubicBezTo>
                      <a:pt x="145764" y="3162"/>
                      <a:pt x="139551" y="3364"/>
                      <a:pt x="133446" y="5030"/>
                    </a:cubicBezTo>
                    <a:cubicBezTo>
                      <a:pt x="128003" y="6516"/>
                      <a:pt x="125326" y="9588"/>
                      <a:pt x="125487" y="14164"/>
                    </a:cubicBezTo>
                    <a:cubicBezTo>
                      <a:pt x="125709" y="20471"/>
                      <a:pt x="129379" y="25966"/>
                      <a:pt x="134618" y="27839"/>
                    </a:cubicBezTo>
                    <a:cubicBezTo>
                      <a:pt x="136131" y="28380"/>
                      <a:pt x="137619" y="28617"/>
                      <a:pt x="139091" y="28617"/>
                    </a:cubicBezTo>
                    <a:cubicBezTo>
                      <a:pt x="143547" y="28617"/>
                      <a:pt x="147847" y="26448"/>
                      <a:pt x="152196" y="23987"/>
                    </a:cubicBezTo>
                    <a:cubicBezTo>
                      <a:pt x="155813" y="21943"/>
                      <a:pt x="158880" y="20567"/>
                      <a:pt x="161854" y="19658"/>
                    </a:cubicBezTo>
                    <a:cubicBezTo>
                      <a:pt x="165379" y="18581"/>
                      <a:pt x="169085" y="17643"/>
                      <a:pt x="173189" y="16795"/>
                    </a:cubicBezTo>
                    <a:cubicBezTo>
                      <a:pt x="180974" y="15181"/>
                      <a:pt x="188894" y="14166"/>
                      <a:pt x="196294" y="13308"/>
                    </a:cubicBezTo>
                    <a:cubicBezTo>
                      <a:pt x="197767" y="13138"/>
                      <a:pt x="199245" y="12964"/>
                      <a:pt x="200722" y="12788"/>
                    </a:cubicBezTo>
                    <a:cubicBezTo>
                      <a:pt x="210970" y="11576"/>
                      <a:pt x="221543" y="10326"/>
                      <a:pt x="231999" y="10326"/>
                    </a:cubicBezTo>
                    <a:cubicBezTo>
                      <a:pt x="232648" y="10326"/>
                      <a:pt x="233296" y="10331"/>
                      <a:pt x="233944" y="10341"/>
                    </a:cubicBezTo>
                    <a:lnTo>
                      <a:pt x="233944" y="35809"/>
                    </a:lnTo>
                    <a:cubicBezTo>
                      <a:pt x="230629" y="34959"/>
                      <a:pt x="227123" y="34173"/>
                      <a:pt x="223236" y="33405"/>
                    </a:cubicBezTo>
                    <a:cubicBezTo>
                      <a:pt x="203906" y="29587"/>
                      <a:pt x="187591" y="27758"/>
                      <a:pt x="172597" y="27758"/>
                    </a:cubicBezTo>
                    <a:cubicBezTo>
                      <a:pt x="170032" y="27758"/>
                      <a:pt x="167505" y="27812"/>
                      <a:pt x="165009" y="27918"/>
                    </a:cubicBezTo>
                    <a:cubicBezTo>
                      <a:pt x="160422" y="28112"/>
                      <a:pt x="155941" y="28387"/>
                      <a:pt x="151533" y="29567"/>
                    </a:cubicBezTo>
                    <a:cubicBezTo>
                      <a:pt x="147826" y="30560"/>
                      <a:pt x="143986" y="32153"/>
                      <a:pt x="139798" y="34441"/>
                    </a:cubicBezTo>
                    <a:lnTo>
                      <a:pt x="138875" y="34945"/>
                    </a:lnTo>
                    <a:cubicBezTo>
                      <a:pt x="130584" y="39473"/>
                      <a:pt x="122011" y="44161"/>
                      <a:pt x="113029" y="47009"/>
                    </a:cubicBezTo>
                    <a:cubicBezTo>
                      <a:pt x="102889" y="50226"/>
                      <a:pt x="91919" y="51840"/>
                      <a:pt x="80509" y="51840"/>
                    </a:cubicBezTo>
                    <a:cubicBezTo>
                      <a:pt x="71401" y="51840"/>
                      <a:pt x="62013" y="50811"/>
                      <a:pt x="52541" y="48749"/>
                    </a:cubicBezTo>
                    <a:cubicBezTo>
                      <a:pt x="46930" y="47526"/>
                      <a:pt x="42394" y="46236"/>
                      <a:pt x="38264" y="44691"/>
                    </a:cubicBezTo>
                    <a:cubicBezTo>
                      <a:pt x="36953" y="44199"/>
                      <a:pt x="35624" y="43678"/>
                      <a:pt x="34338" y="43172"/>
                    </a:cubicBezTo>
                    <a:cubicBezTo>
                      <a:pt x="31276" y="41971"/>
                      <a:pt x="28107" y="40726"/>
                      <a:pt x="24921" y="39799"/>
                    </a:cubicBezTo>
                    <a:cubicBezTo>
                      <a:pt x="21414" y="38777"/>
                      <a:pt x="18247" y="38271"/>
                      <a:pt x="15326" y="38271"/>
                    </a:cubicBezTo>
                    <a:cubicBezTo>
                      <a:pt x="14137" y="38271"/>
                      <a:pt x="12987" y="38356"/>
                      <a:pt x="11874" y="38521"/>
                    </a:cubicBezTo>
                    <a:cubicBezTo>
                      <a:pt x="9119" y="38936"/>
                      <a:pt x="6366" y="39703"/>
                      <a:pt x="3703" y="40442"/>
                    </a:cubicBezTo>
                    <a:cubicBezTo>
                      <a:pt x="2622" y="40742"/>
                      <a:pt x="1508" y="41053"/>
                      <a:pt x="406" y="41335"/>
                    </a:cubicBezTo>
                    <a:lnTo>
                      <a:pt x="406" y="35538"/>
                    </a:lnTo>
                    <a:cubicBezTo>
                      <a:pt x="1027" y="35516"/>
                      <a:pt x="1658" y="35506"/>
                      <a:pt x="2301" y="35506"/>
                    </a:cubicBezTo>
                    <a:cubicBezTo>
                      <a:pt x="5902" y="35506"/>
                      <a:pt x="9901" y="35844"/>
                      <a:pt x="14687" y="36547"/>
                    </a:cubicBezTo>
                    <a:cubicBezTo>
                      <a:pt x="19745" y="37290"/>
                      <a:pt x="24868" y="38304"/>
                      <a:pt x="29822" y="39284"/>
                    </a:cubicBezTo>
                    <a:cubicBezTo>
                      <a:pt x="32271" y="39769"/>
                      <a:pt x="34802" y="40270"/>
                      <a:pt x="37296" y="40733"/>
                    </a:cubicBezTo>
                    <a:cubicBezTo>
                      <a:pt x="43914" y="41961"/>
                      <a:pt x="51770" y="43339"/>
                      <a:pt x="59854" y="44254"/>
                    </a:cubicBezTo>
                    <a:cubicBezTo>
                      <a:pt x="66359" y="44990"/>
                      <a:pt x="73165" y="45361"/>
                      <a:pt x="80163" y="45361"/>
                    </a:cubicBezTo>
                    <a:cubicBezTo>
                      <a:pt x="82603" y="45361"/>
                      <a:pt x="85067" y="45316"/>
                      <a:pt x="87550" y="45225"/>
                    </a:cubicBezTo>
                    <a:cubicBezTo>
                      <a:pt x="94026" y="44991"/>
                      <a:pt x="101613" y="44441"/>
                      <a:pt x="108780" y="42142"/>
                    </a:cubicBezTo>
                    <a:cubicBezTo>
                      <a:pt x="113810" y="40529"/>
                      <a:pt x="120508" y="37574"/>
                      <a:pt x="120629" y="30544"/>
                    </a:cubicBezTo>
                    <a:cubicBezTo>
                      <a:pt x="120696" y="26529"/>
                      <a:pt x="118718" y="22458"/>
                      <a:pt x="115334" y="19654"/>
                    </a:cubicBezTo>
                    <a:cubicBezTo>
                      <a:pt x="112985" y="17708"/>
                      <a:pt x="110379" y="16465"/>
                      <a:pt x="108140" y="15506"/>
                    </a:cubicBezTo>
                    <a:cubicBezTo>
                      <a:pt x="105719" y="14467"/>
                      <a:pt x="103070" y="13450"/>
                      <a:pt x="99798" y="12298"/>
                    </a:cubicBezTo>
                    <a:cubicBezTo>
                      <a:pt x="92520" y="9735"/>
                      <a:pt x="85169" y="8223"/>
                      <a:pt x="77949" y="7802"/>
                    </a:cubicBezTo>
                    <a:cubicBezTo>
                      <a:pt x="76425" y="7713"/>
                      <a:pt x="74890" y="7669"/>
                      <a:pt x="73339" y="7669"/>
                    </a:cubicBezTo>
                    <a:cubicBezTo>
                      <a:pt x="67706" y="7669"/>
                      <a:pt x="61863" y="8255"/>
                      <a:pt x="55605" y="9443"/>
                    </a:cubicBezTo>
                    <a:cubicBezTo>
                      <a:pt x="50502" y="10413"/>
                      <a:pt x="45374" y="11757"/>
                      <a:pt x="40416" y="13057"/>
                    </a:cubicBezTo>
                    <a:cubicBezTo>
                      <a:pt x="38267" y="13620"/>
                      <a:pt x="36046" y="14201"/>
                      <a:pt x="33857" y="14746"/>
                    </a:cubicBezTo>
                    <a:cubicBezTo>
                      <a:pt x="29050" y="15939"/>
                      <a:pt x="23603" y="17293"/>
                      <a:pt x="18238" y="17736"/>
                    </a:cubicBezTo>
                    <a:cubicBezTo>
                      <a:pt x="17038" y="17835"/>
                      <a:pt x="15751" y="17910"/>
                      <a:pt x="14415" y="17910"/>
                    </a:cubicBezTo>
                    <a:cubicBezTo>
                      <a:pt x="10534" y="17910"/>
                      <a:pt x="6246" y="17280"/>
                      <a:pt x="2517" y="14787"/>
                    </a:cubicBezTo>
                    <a:cubicBezTo>
                      <a:pt x="2004" y="14446"/>
                      <a:pt x="1229" y="13878"/>
                      <a:pt x="403" y="13098"/>
                    </a:cubicBezTo>
                    <a:lnTo>
                      <a:pt x="403" y="4204"/>
                    </a:lnTo>
                    <a:cubicBezTo>
                      <a:pt x="403" y="2108"/>
                      <a:pt x="1731" y="405"/>
                      <a:pt x="3364" y="405"/>
                    </a:cubicBezTo>
                    <a:lnTo>
                      <a:pt x="67361" y="400"/>
                    </a:lnTo>
                    <a:close/>
                    <a:moveTo>
                      <a:pt x="114278" y="0"/>
                    </a:moveTo>
                    <a:lnTo>
                      <a:pt x="114255" y="176"/>
                    </a:lnTo>
                    <a:cubicBezTo>
                      <a:pt x="113845" y="3294"/>
                      <a:pt x="108068" y="3957"/>
                      <a:pt x="106170" y="4175"/>
                    </a:cubicBezTo>
                    <a:lnTo>
                      <a:pt x="106061" y="4187"/>
                    </a:lnTo>
                    <a:cubicBezTo>
                      <a:pt x="103777" y="4451"/>
                      <a:pt x="101371" y="4582"/>
                      <a:pt x="98803" y="4582"/>
                    </a:cubicBezTo>
                    <a:cubicBezTo>
                      <a:pt x="96546" y="4582"/>
                      <a:pt x="94164" y="4481"/>
                      <a:pt x="91630" y="4277"/>
                    </a:cubicBezTo>
                    <a:cubicBezTo>
                      <a:pt x="85496" y="3785"/>
                      <a:pt x="79335" y="2485"/>
                      <a:pt x="73374" y="1229"/>
                    </a:cubicBezTo>
                    <a:cubicBezTo>
                      <a:pt x="71430" y="820"/>
                      <a:pt x="69420" y="395"/>
                      <a:pt x="67400" y="2"/>
                    </a:cubicBezTo>
                    <a:lnTo>
                      <a:pt x="3365" y="2"/>
                    </a:lnTo>
                    <a:cubicBezTo>
                      <a:pt x="1511" y="2"/>
                      <a:pt x="3" y="1889"/>
                      <a:pt x="3" y="4205"/>
                    </a:cubicBezTo>
                    <a:lnTo>
                      <a:pt x="3" y="13267"/>
                    </a:lnTo>
                    <a:lnTo>
                      <a:pt x="66" y="13327"/>
                    </a:lnTo>
                    <a:cubicBezTo>
                      <a:pt x="935" y="14157"/>
                      <a:pt x="1758" y="14760"/>
                      <a:pt x="2295" y="15120"/>
                    </a:cubicBezTo>
                    <a:cubicBezTo>
                      <a:pt x="6107" y="17668"/>
                      <a:pt x="10473" y="18312"/>
                      <a:pt x="14416" y="18312"/>
                    </a:cubicBezTo>
                    <a:cubicBezTo>
                      <a:pt x="15764" y="18312"/>
                      <a:pt x="17063" y="18236"/>
                      <a:pt x="18274" y="18136"/>
                    </a:cubicBezTo>
                    <a:cubicBezTo>
                      <a:pt x="23670" y="17692"/>
                      <a:pt x="29134" y="16335"/>
                      <a:pt x="33955" y="15136"/>
                    </a:cubicBezTo>
                    <a:cubicBezTo>
                      <a:pt x="36148" y="14591"/>
                      <a:pt x="38370" y="14008"/>
                      <a:pt x="40521" y="13444"/>
                    </a:cubicBezTo>
                    <a:cubicBezTo>
                      <a:pt x="45471" y="12145"/>
                      <a:pt x="50591" y="10802"/>
                      <a:pt x="55682" y="9836"/>
                    </a:cubicBezTo>
                    <a:cubicBezTo>
                      <a:pt x="61914" y="8652"/>
                      <a:pt x="67733" y="8068"/>
                      <a:pt x="73339" y="8068"/>
                    </a:cubicBezTo>
                    <a:cubicBezTo>
                      <a:pt x="74883" y="8068"/>
                      <a:pt x="76410" y="8112"/>
                      <a:pt x="77924" y="8200"/>
                    </a:cubicBezTo>
                    <a:cubicBezTo>
                      <a:pt x="85109" y="8620"/>
                      <a:pt x="92423" y="10126"/>
                      <a:pt x="99664" y="12674"/>
                    </a:cubicBezTo>
                    <a:cubicBezTo>
                      <a:pt x="102926" y="13823"/>
                      <a:pt x="105569" y="14839"/>
                      <a:pt x="107978" y="15872"/>
                    </a:cubicBezTo>
                    <a:cubicBezTo>
                      <a:pt x="110192" y="16820"/>
                      <a:pt x="112765" y="18046"/>
                      <a:pt x="115074" y="19959"/>
                    </a:cubicBezTo>
                    <a:cubicBezTo>
                      <a:pt x="118366" y="22686"/>
                      <a:pt x="120289" y="26638"/>
                      <a:pt x="120224" y="30531"/>
                    </a:cubicBezTo>
                    <a:cubicBezTo>
                      <a:pt x="120108" y="37304"/>
                      <a:pt x="113565" y="40179"/>
                      <a:pt x="108656" y="41753"/>
                    </a:cubicBezTo>
                    <a:cubicBezTo>
                      <a:pt x="101534" y="44037"/>
                      <a:pt x="93982" y="44584"/>
                      <a:pt x="87532" y="44818"/>
                    </a:cubicBezTo>
                    <a:cubicBezTo>
                      <a:pt x="85053" y="44908"/>
                      <a:pt x="82593" y="44953"/>
                      <a:pt x="80156" y="44953"/>
                    </a:cubicBezTo>
                    <a:cubicBezTo>
                      <a:pt x="73174" y="44953"/>
                      <a:pt x="66385" y="44584"/>
                      <a:pt x="59897" y="43849"/>
                    </a:cubicBezTo>
                    <a:cubicBezTo>
                      <a:pt x="51824" y="42936"/>
                      <a:pt x="43978" y="41560"/>
                      <a:pt x="37366" y="40335"/>
                    </a:cubicBezTo>
                    <a:cubicBezTo>
                      <a:pt x="34874" y="39874"/>
                      <a:pt x="32343" y="39371"/>
                      <a:pt x="29894" y="38889"/>
                    </a:cubicBezTo>
                    <a:cubicBezTo>
                      <a:pt x="24935" y="37906"/>
                      <a:pt x="19807" y="36891"/>
                      <a:pt x="14740" y="36147"/>
                    </a:cubicBezTo>
                    <a:cubicBezTo>
                      <a:pt x="9938" y="35440"/>
                      <a:pt x="5923" y="35101"/>
                      <a:pt x="2306" y="35101"/>
                    </a:cubicBezTo>
                    <a:cubicBezTo>
                      <a:pt x="1587" y="35101"/>
                      <a:pt x="884" y="35114"/>
                      <a:pt x="193" y="35141"/>
                    </a:cubicBezTo>
                    <a:lnTo>
                      <a:pt x="0" y="35148"/>
                    </a:lnTo>
                    <a:lnTo>
                      <a:pt x="0" y="41850"/>
                    </a:lnTo>
                    <a:lnTo>
                      <a:pt x="250" y="41789"/>
                    </a:lnTo>
                    <a:cubicBezTo>
                      <a:pt x="1438" y="41486"/>
                      <a:pt x="2642" y="41153"/>
                      <a:pt x="3807" y="40829"/>
                    </a:cubicBezTo>
                    <a:cubicBezTo>
                      <a:pt x="6459" y="40093"/>
                      <a:pt x="9201" y="39331"/>
                      <a:pt x="11931" y="38920"/>
                    </a:cubicBezTo>
                    <a:cubicBezTo>
                      <a:pt x="13025" y="38755"/>
                      <a:pt x="14155" y="38672"/>
                      <a:pt x="15326" y="38672"/>
                    </a:cubicBezTo>
                    <a:cubicBezTo>
                      <a:pt x="18207" y="38672"/>
                      <a:pt x="21339" y="39173"/>
                      <a:pt x="24808" y="40183"/>
                    </a:cubicBezTo>
                    <a:cubicBezTo>
                      <a:pt x="27977" y="41106"/>
                      <a:pt x="31136" y="42346"/>
                      <a:pt x="34192" y="43547"/>
                    </a:cubicBezTo>
                    <a:cubicBezTo>
                      <a:pt x="35480" y="44051"/>
                      <a:pt x="36810" y="44575"/>
                      <a:pt x="38124" y="45065"/>
                    </a:cubicBezTo>
                    <a:cubicBezTo>
                      <a:pt x="42272" y="46618"/>
                      <a:pt x="46826" y="47913"/>
                      <a:pt x="52458" y="49140"/>
                    </a:cubicBezTo>
                    <a:cubicBezTo>
                      <a:pt x="61960" y="51209"/>
                      <a:pt x="71376" y="52242"/>
                      <a:pt x="80515" y="52242"/>
                    </a:cubicBezTo>
                    <a:cubicBezTo>
                      <a:pt x="91963" y="52242"/>
                      <a:pt x="102972" y="50622"/>
                      <a:pt x="113151" y="47393"/>
                    </a:cubicBezTo>
                    <a:cubicBezTo>
                      <a:pt x="122171" y="44531"/>
                      <a:pt x="130760" y="39837"/>
                      <a:pt x="139068" y="35298"/>
                    </a:cubicBezTo>
                    <a:lnTo>
                      <a:pt x="139990" y="34794"/>
                    </a:lnTo>
                    <a:cubicBezTo>
                      <a:pt x="144149" y="32523"/>
                      <a:pt x="147959" y="30939"/>
                      <a:pt x="151635" y="29954"/>
                    </a:cubicBezTo>
                    <a:cubicBezTo>
                      <a:pt x="156001" y="28784"/>
                      <a:pt x="160459" y="28512"/>
                      <a:pt x="165023" y="28318"/>
                    </a:cubicBezTo>
                    <a:cubicBezTo>
                      <a:pt x="167510" y="28212"/>
                      <a:pt x="170027" y="28159"/>
                      <a:pt x="172583" y="28159"/>
                    </a:cubicBezTo>
                    <a:cubicBezTo>
                      <a:pt x="187551" y="28159"/>
                      <a:pt x="203846" y="29985"/>
                      <a:pt x="223155" y="33798"/>
                    </a:cubicBezTo>
                    <a:cubicBezTo>
                      <a:pt x="227133" y="34583"/>
                      <a:pt x="230708" y="35389"/>
                      <a:pt x="234091" y="36262"/>
                    </a:cubicBezTo>
                    <a:lnTo>
                      <a:pt x="234343" y="36327"/>
                    </a:lnTo>
                    <a:lnTo>
                      <a:pt x="234343" y="9942"/>
                    </a:lnTo>
                    <a:lnTo>
                      <a:pt x="234144" y="9938"/>
                    </a:lnTo>
                    <a:cubicBezTo>
                      <a:pt x="233436" y="9926"/>
                      <a:pt x="232728" y="9920"/>
                      <a:pt x="232019" y="9920"/>
                    </a:cubicBezTo>
                    <a:cubicBezTo>
                      <a:pt x="221533" y="9920"/>
                      <a:pt x="210937" y="11173"/>
                      <a:pt x="200668" y="12387"/>
                    </a:cubicBezTo>
                    <a:cubicBezTo>
                      <a:pt x="199192" y="12560"/>
                      <a:pt x="197716" y="12735"/>
                      <a:pt x="196241" y="12907"/>
                    </a:cubicBezTo>
                    <a:cubicBezTo>
                      <a:pt x="188833" y="13765"/>
                      <a:pt x="180900" y="14784"/>
                      <a:pt x="173099" y="16399"/>
                    </a:cubicBezTo>
                    <a:cubicBezTo>
                      <a:pt x="168984" y="17250"/>
                      <a:pt x="165266" y="18189"/>
                      <a:pt x="161730" y="19271"/>
                    </a:cubicBezTo>
                    <a:cubicBezTo>
                      <a:pt x="158729" y="20188"/>
                      <a:pt x="155634" y="21574"/>
                      <a:pt x="151992" y="23636"/>
                    </a:cubicBezTo>
                    <a:cubicBezTo>
                      <a:pt x="147694" y="26067"/>
                      <a:pt x="143448" y="28211"/>
                      <a:pt x="139076" y="28211"/>
                    </a:cubicBezTo>
                    <a:cubicBezTo>
                      <a:pt x="137648" y="28211"/>
                      <a:pt x="136206" y="27982"/>
                      <a:pt x="134745" y="27459"/>
                    </a:cubicBezTo>
                    <a:cubicBezTo>
                      <a:pt x="129659" y="25640"/>
                      <a:pt x="126097" y="20292"/>
                      <a:pt x="125882" y="14148"/>
                    </a:cubicBezTo>
                    <a:cubicBezTo>
                      <a:pt x="125729" y="9782"/>
                      <a:pt x="128305" y="6844"/>
                      <a:pt x="133544" y="5415"/>
                    </a:cubicBezTo>
                    <a:cubicBezTo>
                      <a:pt x="139606" y="3761"/>
                      <a:pt x="145790" y="3559"/>
                      <a:pt x="152664" y="3482"/>
                    </a:cubicBezTo>
                    <a:lnTo>
                      <a:pt x="153767" y="3469"/>
                    </a:lnTo>
                    <a:cubicBezTo>
                      <a:pt x="160981" y="3392"/>
                      <a:pt x="168439" y="3314"/>
                      <a:pt x="175499" y="719"/>
                    </a:cubicBezTo>
                    <a:cubicBezTo>
                      <a:pt x="175781" y="617"/>
                      <a:pt x="176061" y="506"/>
                      <a:pt x="176341" y="389"/>
                    </a:cubicBezTo>
                    <a:lnTo>
                      <a:pt x="1772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 name="Google Shape;749;p25"/>
            <p:cNvSpPr/>
            <p:nvPr/>
          </p:nvSpPr>
          <p:spPr>
            <a:xfrm flipH="1" rot="10800000">
              <a:off x="-97224" y="4299431"/>
              <a:ext cx="8367499" cy="1836163"/>
            </a:xfrm>
            <a:custGeom>
              <a:rect b="b" l="l" r="r" t="t"/>
              <a:pathLst>
                <a:path extrusionOk="0" h="45884" w="209096">
                  <a:moveTo>
                    <a:pt x="173615" y="405"/>
                  </a:moveTo>
                  <a:cubicBezTo>
                    <a:pt x="176375" y="405"/>
                    <a:pt x="179213" y="507"/>
                    <a:pt x="182050" y="829"/>
                  </a:cubicBezTo>
                  <a:cubicBezTo>
                    <a:pt x="188207" y="1528"/>
                    <a:pt x="194615" y="3672"/>
                    <a:pt x="201642" y="7381"/>
                  </a:cubicBezTo>
                  <a:lnTo>
                    <a:pt x="202000" y="7570"/>
                  </a:lnTo>
                  <a:cubicBezTo>
                    <a:pt x="204160" y="8703"/>
                    <a:pt x="207122" y="10258"/>
                    <a:pt x="208209" y="13014"/>
                  </a:cubicBezTo>
                  <a:cubicBezTo>
                    <a:pt x="208659" y="14157"/>
                    <a:pt x="208681" y="15157"/>
                    <a:pt x="208272" y="15990"/>
                  </a:cubicBezTo>
                  <a:cubicBezTo>
                    <a:pt x="207624" y="17309"/>
                    <a:pt x="205989" y="18018"/>
                    <a:pt x="204732" y="18381"/>
                  </a:cubicBezTo>
                  <a:cubicBezTo>
                    <a:pt x="201461" y="19325"/>
                    <a:pt x="198006" y="19797"/>
                    <a:pt x="194392" y="19797"/>
                  </a:cubicBezTo>
                  <a:cubicBezTo>
                    <a:pt x="190821" y="19797"/>
                    <a:pt x="187096" y="19336"/>
                    <a:pt x="183241" y="18415"/>
                  </a:cubicBezTo>
                  <a:cubicBezTo>
                    <a:pt x="179114" y="17429"/>
                    <a:pt x="174866" y="16057"/>
                    <a:pt x="170611" y="14337"/>
                  </a:cubicBezTo>
                  <a:cubicBezTo>
                    <a:pt x="166998" y="12878"/>
                    <a:pt x="163261" y="11368"/>
                    <a:pt x="159428" y="10535"/>
                  </a:cubicBezTo>
                  <a:cubicBezTo>
                    <a:pt x="157531" y="10122"/>
                    <a:pt x="155742" y="9916"/>
                    <a:pt x="154034" y="9916"/>
                  </a:cubicBezTo>
                  <a:cubicBezTo>
                    <a:pt x="152450" y="9916"/>
                    <a:pt x="150935" y="10094"/>
                    <a:pt x="149470" y="10449"/>
                  </a:cubicBezTo>
                  <a:cubicBezTo>
                    <a:pt x="145504" y="11411"/>
                    <a:pt x="142070" y="13874"/>
                    <a:pt x="138895" y="16316"/>
                  </a:cubicBezTo>
                  <a:cubicBezTo>
                    <a:pt x="136054" y="18501"/>
                    <a:pt x="133233" y="20858"/>
                    <a:pt x="130505" y="23139"/>
                  </a:cubicBezTo>
                  <a:cubicBezTo>
                    <a:pt x="126905" y="26149"/>
                    <a:pt x="123181" y="29264"/>
                    <a:pt x="119366" y="32010"/>
                  </a:cubicBezTo>
                  <a:cubicBezTo>
                    <a:pt x="107458" y="40580"/>
                    <a:pt x="92880" y="45107"/>
                    <a:pt x="76028" y="45462"/>
                  </a:cubicBezTo>
                  <a:cubicBezTo>
                    <a:pt x="75424" y="45475"/>
                    <a:pt x="74822" y="45482"/>
                    <a:pt x="74224" y="45482"/>
                  </a:cubicBezTo>
                  <a:cubicBezTo>
                    <a:pt x="58269" y="45482"/>
                    <a:pt x="44689" y="40929"/>
                    <a:pt x="33828" y="31942"/>
                  </a:cubicBezTo>
                  <a:cubicBezTo>
                    <a:pt x="27187" y="26448"/>
                    <a:pt x="20603" y="21405"/>
                    <a:pt x="13056" y="20088"/>
                  </a:cubicBezTo>
                  <a:cubicBezTo>
                    <a:pt x="11967" y="19897"/>
                    <a:pt x="10865" y="19801"/>
                    <a:pt x="9746" y="19801"/>
                  </a:cubicBezTo>
                  <a:cubicBezTo>
                    <a:pt x="6781" y="19801"/>
                    <a:pt x="3696" y="20474"/>
                    <a:pt x="406" y="21833"/>
                  </a:cubicBezTo>
                  <a:lnTo>
                    <a:pt x="406" y="14358"/>
                  </a:lnTo>
                  <a:cubicBezTo>
                    <a:pt x="1109" y="14230"/>
                    <a:pt x="1864" y="14110"/>
                    <a:pt x="2702" y="13993"/>
                  </a:cubicBezTo>
                  <a:cubicBezTo>
                    <a:pt x="5594" y="13588"/>
                    <a:pt x="8552" y="13414"/>
                    <a:pt x="11411" y="13245"/>
                  </a:cubicBezTo>
                  <a:lnTo>
                    <a:pt x="12958" y="13152"/>
                  </a:lnTo>
                  <a:cubicBezTo>
                    <a:pt x="15818" y="12978"/>
                    <a:pt x="18953" y="12785"/>
                    <a:pt x="22145" y="12785"/>
                  </a:cubicBezTo>
                  <a:cubicBezTo>
                    <a:pt x="23389" y="12785"/>
                    <a:pt x="24641" y="12814"/>
                    <a:pt x="25889" y="12885"/>
                  </a:cubicBezTo>
                  <a:cubicBezTo>
                    <a:pt x="29786" y="13104"/>
                    <a:pt x="33808" y="14150"/>
                    <a:pt x="38546" y="16169"/>
                  </a:cubicBezTo>
                  <a:cubicBezTo>
                    <a:pt x="52883" y="22283"/>
                    <a:pt x="69842" y="28659"/>
                    <a:pt x="86902" y="29591"/>
                  </a:cubicBezTo>
                  <a:cubicBezTo>
                    <a:pt x="88135" y="29659"/>
                    <a:pt x="89353" y="29692"/>
                    <a:pt x="90554" y="29692"/>
                  </a:cubicBezTo>
                  <a:cubicBezTo>
                    <a:pt x="97955" y="29692"/>
                    <a:pt x="104738" y="28414"/>
                    <a:pt x="110758" y="25880"/>
                  </a:cubicBezTo>
                  <a:cubicBezTo>
                    <a:pt x="117187" y="23174"/>
                    <a:pt x="123174" y="18993"/>
                    <a:pt x="128962" y="14950"/>
                  </a:cubicBezTo>
                  <a:cubicBezTo>
                    <a:pt x="130301" y="14015"/>
                    <a:pt x="131684" y="13050"/>
                    <a:pt x="133052" y="12117"/>
                  </a:cubicBezTo>
                  <a:cubicBezTo>
                    <a:pt x="136569" y="9716"/>
                    <a:pt x="140379" y="7249"/>
                    <a:pt x="144384" y="5460"/>
                  </a:cubicBezTo>
                  <a:cubicBezTo>
                    <a:pt x="148006" y="3842"/>
                    <a:pt x="151905" y="2608"/>
                    <a:pt x="155970" y="1792"/>
                  </a:cubicBezTo>
                  <a:cubicBezTo>
                    <a:pt x="159701" y="1042"/>
                    <a:pt x="163680" y="640"/>
                    <a:pt x="168868" y="486"/>
                  </a:cubicBezTo>
                  <a:cubicBezTo>
                    <a:pt x="170413" y="440"/>
                    <a:pt x="172001" y="405"/>
                    <a:pt x="173615" y="405"/>
                  </a:cubicBezTo>
                  <a:close/>
                  <a:moveTo>
                    <a:pt x="173609" y="0"/>
                  </a:moveTo>
                  <a:cubicBezTo>
                    <a:pt x="171993" y="0"/>
                    <a:pt x="170405" y="35"/>
                    <a:pt x="168858" y="80"/>
                  </a:cubicBezTo>
                  <a:cubicBezTo>
                    <a:pt x="163644" y="234"/>
                    <a:pt x="159645" y="639"/>
                    <a:pt x="155891" y="1393"/>
                  </a:cubicBezTo>
                  <a:cubicBezTo>
                    <a:pt x="151795" y="2216"/>
                    <a:pt x="147870" y="3459"/>
                    <a:pt x="144219" y="5088"/>
                  </a:cubicBezTo>
                  <a:cubicBezTo>
                    <a:pt x="140186" y="6888"/>
                    <a:pt x="136359" y="9369"/>
                    <a:pt x="132824" y="11781"/>
                  </a:cubicBezTo>
                  <a:cubicBezTo>
                    <a:pt x="131454" y="12715"/>
                    <a:pt x="130070" y="13683"/>
                    <a:pt x="128732" y="14617"/>
                  </a:cubicBezTo>
                  <a:cubicBezTo>
                    <a:pt x="122961" y="18648"/>
                    <a:pt x="116993" y="22817"/>
                    <a:pt x="110602" y="25506"/>
                  </a:cubicBezTo>
                  <a:cubicBezTo>
                    <a:pt x="104631" y="28019"/>
                    <a:pt x="97899" y="29287"/>
                    <a:pt x="90554" y="29287"/>
                  </a:cubicBezTo>
                  <a:cubicBezTo>
                    <a:pt x="89360" y="29287"/>
                    <a:pt x="88149" y="29254"/>
                    <a:pt x="86923" y="29187"/>
                  </a:cubicBezTo>
                  <a:cubicBezTo>
                    <a:pt x="69926" y="28261"/>
                    <a:pt x="53010" y="21898"/>
                    <a:pt x="38703" y="15797"/>
                  </a:cubicBezTo>
                  <a:cubicBezTo>
                    <a:pt x="33922" y="13758"/>
                    <a:pt x="29857" y="12704"/>
                    <a:pt x="25911" y="12481"/>
                  </a:cubicBezTo>
                  <a:cubicBezTo>
                    <a:pt x="24653" y="12410"/>
                    <a:pt x="23392" y="12381"/>
                    <a:pt x="22140" y="12381"/>
                  </a:cubicBezTo>
                  <a:cubicBezTo>
                    <a:pt x="18938" y="12381"/>
                    <a:pt x="15797" y="12572"/>
                    <a:pt x="12931" y="12748"/>
                  </a:cubicBezTo>
                  <a:lnTo>
                    <a:pt x="11384" y="12841"/>
                  </a:lnTo>
                  <a:cubicBezTo>
                    <a:pt x="8518" y="13010"/>
                    <a:pt x="5551" y="13184"/>
                    <a:pt x="2644" y="13591"/>
                  </a:cubicBezTo>
                  <a:cubicBezTo>
                    <a:pt x="1731" y="13718"/>
                    <a:pt x="921" y="13848"/>
                    <a:pt x="165" y="13990"/>
                  </a:cubicBezTo>
                  <a:lnTo>
                    <a:pt x="0" y="14020"/>
                  </a:lnTo>
                  <a:lnTo>
                    <a:pt x="0" y="22434"/>
                  </a:lnTo>
                  <a:lnTo>
                    <a:pt x="280" y="22317"/>
                  </a:lnTo>
                  <a:cubicBezTo>
                    <a:pt x="3624" y="20902"/>
                    <a:pt x="6748" y="20202"/>
                    <a:pt x="9745" y="20202"/>
                  </a:cubicBezTo>
                  <a:cubicBezTo>
                    <a:pt x="10841" y="20202"/>
                    <a:pt x="11920" y="20296"/>
                    <a:pt x="12987" y="20482"/>
                  </a:cubicBezTo>
                  <a:cubicBezTo>
                    <a:pt x="20436" y="21784"/>
                    <a:pt x="26975" y="26792"/>
                    <a:pt x="33571" y="32250"/>
                  </a:cubicBezTo>
                  <a:cubicBezTo>
                    <a:pt x="44508" y="41302"/>
                    <a:pt x="58178" y="45884"/>
                    <a:pt x="74230" y="45884"/>
                  </a:cubicBezTo>
                  <a:cubicBezTo>
                    <a:pt x="74828" y="45884"/>
                    <a:pt x="75434" y="45878"/>
                    <a:pt x="76041" y="45864"/>
                  </a:cubicBezTo>
                  <a:cubicBezTo>
                    <a:pt x="92973" y="45507"/>
                    <a:pt x="107630" y="40953"/>
                    <a:pt x="119603" y="32334"/>
                  </a:cubicBezTo>
                  <a:cubicBezTo>
                    <a:pt x="123430" y="29580"/>
                    <a:pt x="127160" y="26462"/>
                    <a:pt x="130767" y="23446"/>
                  </a:cubicBezTo>
                  <a:cubicBezTo>
                    <a:pt x="133490" y="21168"/>
                    <a:pt x="136306" y="18812"/>
                    <a:pt x="139143" y="16633"/>
                  </a:cubicBezTo>
                  <a:cubicBezTo>
                    <a:pt x="142286" y="14218"/>
                    <a:pt x="145678" y="11782"/>
                    <a:pt x="149569" y="10839"/>
                  </a:cubicBezTo>
                  <a:cubicBezTo>
                    <a:pt x="151002" y="10492"/>
                    <a:pt x="152486" y="10318"/>
                    <a:pt x="154040" y="10318"/>
                  </a:cubicBezTo>
                  <a:cubicBezTo>
                    <a:pt x="155718" y="10318"/>
                    <a:pt x="157477" y="10521"/>
                    <a:pt x="159345" y="10926"/>
                  </a:cubicBezTo>
                  <a:cubicBezTo>
                    <a:pt x="163146" y="11754"/>
                    <a:pt x="166866" y="13255"/>
                    <a:pt x="170463" y="14710"/>
                  </a:cubicBezTo>
                  <a:cubicBezTo>
                    <a:pt x="174735" y="16434"/>
                    <a:pt x="179004" y="17813"/>
                    <a:pt x="183149" y="18805"/>
                  </a:cubicBezTo>
                  <a:cubicBezTo>
                    <a:pt x="187035" y="19734"/>
                    <a:pt x="190791" y="20198"/>
                    <a:pt x="194393" y="20198"/>
                  </a:cubicBezTo>
                  <a:cubicBezTo>
                    <a:pt x="198045" y="20198"/>
                    <a:pt x="201538" y="19721"/>
                    <a:pt x="204846" y="18766"/>
                  </a:cubicBezTo>
                  <a:cubicBezTo>
                    <a:pt x="206788" y="18205"/>
                    <a:pt x="208062" y="17332"/>
                    <a:pt x="208634" y="16167"/>
                  </a:cubicBezTo>
                  <a:cubicBezTo>
                    <a:pt x="209095" y="15229"/>
                    <a:pt x="209080" y="14117"/>
                    <a:pt x="208584" y="12865"/>
                  </a:cubicBezTo>
                  <a:cubicBezTo>
                    <a:pt x="207441" y="9969"/>
                    <a:pt x="204404" y="8376"/>
                    <a:pt x="202188" y="7211"/>
                  </a:cubicBezTo>
                  <a:lnTo>
                    <a:pt x="201831" y="7024"/>
                  </a:lnTo>
                  <a:cubicBezTo>
                    <a:pt x="194760" y="3289"/>
                    <a:pt x="188306" y="1132"/>
                    <a:pt x="182098" y="427"/>
                  </a:cubicBezTo>
                  <a:cubicBezTo>
                    <a:pt x="179239" y="102"/>
                    <a:pt x="176384" y="0"/>
                    <a:pt x="1736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5"/>
            <p:cNvSpPr/>
            <p:nvPr/>
          </p:nvSpPr>
          <p:spPr>
            <a:xfrm flipH="1" rot="10800000">
              <a:off x="-97184" y="4699471"/>
              <a:ext cx="807313" cy="330705"/>
            </a:xfrm>
            <a:custGeom>
              <a:rect b="b" l="l" r="r" t="t"/>
              <a:pathLst>
                <a:path extrusionOk="0" h="8264" w="20174">
                  <a:moveTo>
                    <a:pt x="10888" y="404"/>
                  </a:moveTo>
                  <a:cubicBezTo>
                    <a:pt x="11749" y="404"/>
                    <a:pt x="12597" y="461"/>
                    <a:pt x="13422" y="602"/>
                  </a:cubicBezTo>
                  <a:cubicBezTo>
                    <a:pt x="15472" y="954"/>
                    <a:pt x="17153" y="1897"/>
                    <a:pt x="18413" y="3404"/>
                  </a:cubicBezTo>
                  <a:cubicBezTo>
                    <a:pt x="19054" y="4170"/>
                    <a:pt x="19787" y="5267"/>
                    <a:pt x="19634" y="6147"/>
                  </a:cubicBezTo>
                  <a:cubicBezTo>
                    <a:pt x="19567" y="6546"/>
                    <a:pt x="19324" y="6863"/>
                    <a:pt x="18894" y="7118"/>
                  </a:cubicBezTo>
                  <a:cubicBezTo>
                    <a:pt x="17704" y="7820"/>
                    <a:pt x="16206" y="7861"/>
                    <a:pt x="14950" y="7861"/>
                  </a:cubicBezTo>
                  <a:cubicBezTo>
                    <a:pt x="14860" y="7861"/>
                    <a:pt x="14771" y="7861"/>
                    <a:pt x="14684" y="7861"/>
                  </a:cubicBezTo>
                  <a:cubicBezTo>
                    <a:pt x="13289" y="7856"/>
                    <a:pt x="11866" y="7753"/>
                    <a:pt x="10488" y="7653"/>
                  </a:cubicBezTo>
                  <a:cubicBezTo>
                    <a:pt x="9887" y="7608"/>
                    <a:pt x="9287" y="7565"/>
                    <a:pt x="8687" y="7529"/>
                  </a:cubicBezTo>
                  <a:cubicBezTo>
                    <a:pt x="5827" y="7359"/>
                    <a:pt x="3245" y="7206"/>
                    <a:pt x="649" y="7206"/>
                  </a:cubicBezTo>
                  <a:cubicBezTo>
                    <a:pt x="568" y="7206"/>
                    <a:pt x="486" y="7206"/>
                    <a:pt x="405" y="7206"/>
                  </a:cubicBezTo>
                  <a:lnTo>
                    <a:pt x="405" y="1428"/>
                  </a:lnTo>
                  <a:cubicBezTo>
                    <a:pt x="2017" y="1368"/>
                    <a:pt x="3674" y="1139"/>
                    <a:pt x="5280" y="919"/>
                  </a:cubicBezTo>
                  <a:cubicBezTo>
                    <a:pt x="7141" y="665"/>
                    <a:pt x="9044" y="404"/>
                    <a:pt x="10888" y="404"/>
                  </a:cubicBezTo>
                  <a:close/>
                  <a:moveTo>
                    <a:pt x="10888" y="1"/>
                  </a:moveTo>
                  <a:cubicBezTo>
                    <a:pt x="9018" y="1"/>
                    <a:pt x="7099" y="265"/>
                    <a:pt x="5223" y="522"/>
                  </a:cubicBezTo>
                  <a:cubicBezTo>
                    <a:pt x="3564" y="751"/>
                    <a:pt x="1848" y="984"/>
                    <a:pt x="195" y="1034"/>
                  </a:cubicBezTo>
                  <a:lnTo>
                    <a:pt x="1" y="1039"/>
                  </a:lnTo>
                  <a:lnTo>
                    <a:pt x="1" y="7612"/>
                  </a:lnTo>
                  <a:lnTo>
                    <a:pt x="202" y="7612"/>
                  </a:lnTo>
                  <a:cubicBezTo>
                    <a:pt x="266" y="7612"/>
                    <a:pt x="330" y="7612"/>
                    <a:pt x="393" y="7612"/>
                  </a:cubicBezTo>
                  <a:cubicBezTo>
                    <a:pt x="3056" y="7612"/>
                    <a:pt x="5717" y="7756"/>
                    <a:pt x="8664" y="7932"/>
                  </a:cubicBezTo>
                  <a:cubicBezTo>
                    <a:pt x="9261" y="7968"/>
                    <a:pt x="9860" y="8012"/>
                    <a:pt x="10460" y="8055"/>
                  </a:cubicBezTo>
                  <a:cubicBezTo>
                    <a:pt x="11844" y="8155"/>
                    <a:pt x="13275" y="8259"/>
                    <a:pt x="14682" y="8264"/>
                  </a:cubicBezTo>
                  <a:lnTo>
                    <a:pt x="14998" y="8264"/>
                  </a:lnTo>
                  <a:cubicBezTo>
                    <a:pt x="16295" y="8264"/>
                    <a:pt x="17831" y="8211"/>
                    <a:pt x="19096" y="7463"/>
                  </a:cubicBezTo>
                  <a:cubicBezTo>
                    <a:pt x="19626" y="7152"/>
                    <a:pt x="19940" y="6730"/>
                    <a:pt x="20030" y="6216"/>
                  </a:cubicBezTo>
                  <a:cubicBezTo>
                    <a:pt x="20173" y="5387"/>
                    <a:pt x="19732" y="4354"/>
                    <a:pt x="18720" y="3145"/>
                  </a:cubicBezTo>
                  <a:cubicBezTo>
                    <a:pt x="17395" y="1562"/>
                    <a:pt x="15637" y="574"/>
                    <a:pt x="13488" y="205"/>
                  </a:cubicBezTo>
                  <a:cubicBezTo>
                    <a:pt x="12639" y="59"/>
                    <a:pt x="11769" y="1"/>
                    <a:pt x="108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5"/>
            <p:cNvSpPr/>
            <p:nvPr/>
          </p:nvSpPr>
          <p:spPr>
            <a:xfrm flipH="1" rot="10800000">
              <a:off x="-97104" y="3339961"/>
              <a:ext cx="9377861" cy="2035410"/>
            </a:xfrm>
            <a:custGeom>
              <a:rect b="b" l="l" r="r" t="t"/>
              <a:pathLst>
                <a:path extrusionOk="0" h="50863" w="234344">
                  <a:moveTo>
                    <a:pt x="233940" y="621"/>
                  </a:moveTo>
                  <a:lnTo>
                    <a:pt x="233940" y="12077"/>
                  </a:lnTo>
                  <a:cubicBezTo>
                    <a:pt x="232371" y="13846"/>
                    <a:pt x="230619" y="15358"/>
                    <a:pt x="228734" y="16565"/>
                  </a:cubicBezTo>
                  <a:cubicBezTo>
                    <a:pt x="224484" y="19289"/>
                    <a:pt x="219376" y="20857"/>
                    <a:pt x="213122" y="21360"/>
                  </a:cubicBezTo>
                  <a:cubicBezTo>
                    <a:pt x="211653" y="21479"/>
                    <a:pt x="210146" y="21539"/>
                    <a:pt x="208580" y="21539"/>
                  </a:cubicBezTo>
                  <a:cubicBezTo>
                    <a:pt x="205000" y="21539"/>
                    <a:pt x="201109" y="21226"/>
                    <a:pt x="196647" y="20590"/>
                  </a:cubicBezTo>
                  <a:lnTo>
                    <a:pt x="196529" y="20574"/>
                  </a:lnTo>
                  <a:cubicBezTo>
                    <a:pt x="194477" y="20283"/>
                    <a:pt x="192356" y="19981"/>
                    <a:pt x="190306" y="19457"/>
                  </a:cubicBezTo>
                  <a:cubicBezTo>
                    <a:pt x="188131" y="18901"/>
                    <a:pt x="186302" y="18457"/>
                    <a:pt x="184446" y="18095"/>
                  </a:cubicBezTo>
                  <a:cubicBezTo>
                    <a:pt x="182413" y="17700"/>
                    <a:pt x="180221" y="17338"/>
                    <a:pt x="178016" y="17338"/>
                  </a:cubicBezTo>
                  <a:cubicBezTo>
                    <a:pt x="177942" y="17338"/>
                    <a:pt x="177867" y="17339"/>
                    <a:pt x="177792" y="17340"/>
                  </a:cubicBezTo>
                  <a:cubicBezTo>
                    <a:pt x="176496" y="17354"/>
                    <a:pt x="174542" y="17378"/>
                    <a:pt x="173323" y="18637"/>
                  </a:cubicBezTo>
                  <a:cubicBezTo>
                    <a:pt x="172261" y="19733"/>
                    <a:pt x="172397" y="21555"/>
                    <a:pt x="173080" y="22788"/>
                  </a:cubicBezTo>
                  <a:cubicBezTo>
                    <a:pt x="174004" y="24459"/>
                    <a:pt x="175665" y="25395"/>
                    <a:pt x="177319" y="26158"/>
                  </a:cubicBezTo>
                  <a:cubicBezTo>
                    <a:pt x="180088" y="27433"/>
                    <a:pt x="183032" y="28076"/>
                    <a:pt x="185878" y="28699"/>
                  </a:cubicBezTo>
                  <a:cubicBezTo>
                    <a:pt x="186544" y="28844"/>
                    <a:pt x="187205" y="28990"/>
                    <a:pt x="187866" y="29142"/>
                  </a:cubicBezTo>
                  <a:cubicBezTo>
                    <a:pt x="191326" y="29942"/>
                    <a:pt x="194903" y="30405"/>
                    <a:pt x="198362" y="30852"/>
                  </a:cubicBezTo>
                  <a:lnTo>
                    <a:pt x="199879" y="31048"/>
                  </a:lnTo>
                  <a:cubicBezTo>
                    <a:pt x="203501" y="31524"/>
                    <a:pt x="207493" y="31975"/>
                    <a:pt x="212443" y="32469"/>
                  </a:cubicBezTo>
                  <a:cubicBezTo>
                    <a:pt x="216296" y="32854"/>
                    <a:pt x="220110" y="33192"/>
                    <a:pt x="223683" y="33505"/>
                  </a:cubicBezTo>
                  <a:cubicBezTo>
                    <a:pt x="226437" y="33747"/>
                    <a:pt x="229366" y="34040"/>
                    <a:pt x="232268" y="34727"/>
                  </a:cubicBezTo>
                  <a:cubicBezTo>
                    <a:pt x="232812" y="34856"/>
                    <a:pt x="233374" y="35011"/>
                    <a:pt x="233940" y="35186"/>
                  </a:cubicBezTo>
                  <a:lnTo>
                    <a:pt x="233940" y="50330"/>
                  </a:lnTo>
                  <a:cubicBezTo>
                    <a:pt x="227593" y="48509"/>
                    <a:pt x="220754" y="46238"/>
                    <a:pt x="213042" y="43386"/>
                  </a:cubicBezTo>
                  <a:cubicBezTo>
                    <a:pt x="208088" y="41555"/>
                    <a:pt x="202988" y="39512"/>
                    <a:pt x="197884" y="37317"/>
                  </a:cubicBezTo>
                  <a:cubicBezTo>
                    <a:pt x="195613" y="36339"/>
                    <a:pt x="193318" y="35281"/>
                    <a:pt x="191099" y="34257"/>
                  </a:cubicBezTo>
                  <a:cubicBezTo>
                    <a:pt x="188401" y="33014"/>
                    <a:pt x="185611" y="31726"/>
                    <a:pt x="182833" y="30573"/>
                  </a:cubicBezTo>
                  <a:cubicBezTo>
                    <a:pt x="172649" y="26340"/>
                    <a:pt x="162754" y="24195"/>
                    <a:pt x="153409" y="24195"/>
                  </a:cubicBezTo>
                  <a:cubicBezTo>
                    <a:pt x="153178" y="24195"/>
                    <a:pt x="152948" y="24197"/>
                    <a:pt x="152719" y="24198"/>
                  </a:cubicBezTo>
                  <a:cubicBezTo>
                    <a:pt x="142080" y="24319"/>
                    <a:pt x="132064" y="27884"/>
                    <a:pt x="122824" y="31721"/>
                  </a:cubicBezTo>
                  <a:cubicBezTo>
                    <a:pt x="112729" y="35913"/>
                    <a:pt x="102805" y="39822"/>
                    <a:pt x="92400" y="41608"/>
                  </a:cubicBezTo>
                  <a:cubicBezTo>
                    <a:pt x="82867" y="43244"/>
                    <a:pt x="72721" y="44299"/>
                    <a:pt x="61383" y="44830"/>
                  </a:cubicBezTo>
                  <a:cubicBezTo>
                    <a:pt x="58519" y="44965"/>
                    <a:pt x="55783" y="45032"/>
                    <a:pt x="53152" y="45032"/>
                  </a:cubicBezTo>
                  <a:cubicBezTo>
                    <a:pt x="45012" y="45032"/>
                    <a:pt x="37887" y="44383"/>
                    <a:pt x="31169" y="43050"/>
                  </a:cubicBezTo>
                  <a:cubicBezTo>
                    <a:pt x="24718" y="41770"/>
                    <a:pt x="18066" y="39641"/>
                    <a:pt x="11397" y="36720"/>
                  </a:cubicBezTo>
                  <a:cubicBezTo>
                    <a:pt x="7680" y="35093"/>
                    <a:pt x="3780" y="33224"/>
                    <a:pt x="405" y="30582"/>
                  </a:cubicBezTo>
                  <a:lnTo>
                    <a:pt x="405" y="21725"/>
                  </a:lnTo>
                  <a:cubicBezTo>
                    <a:pt x="5173" y="23118"/>
                    <a:pt x="10001" y="24631"/>
                    <a:pt x="14673" y="26094"/>
                  </a:cubicBezTo>
                  <a:cubicBezTo>
                    <a:pt x="18472" y="27283"/>
                    <a:pt x="22397" y="28512"/>
                    <a:pt x="26269" y="29670"/>
                  </a:cubicBezTo>
                  <a:cubicBezTo>
                    <a:pt x="42759" y="34607"/>
                    <a:pt x="58954" y="38982"/>
                    <a:pt x="74991" y="38982"/>
                  </a:cubicBezTo>
                  <a:cubicBezTo>
                    <a:pt x="78823" y="38982"/>
                    <a:pt x="82649" y="38732"/>
                    <a:pt x="86466" y="38179"/>
                  </a:cubicBezTo>
                  <a:cubicBezTo>
                    <a:pt x="95509" y="36872"/>
                    <a:pt x="104228" y="33938"/>
                    <a:pt x="112383" y="29455"/>
                  </a:cubicBezTo>
                  <a:cubicBezTo>
                    <a:pt x="116730" y="27066"/>
                    <a:pt x="120985" y="24195"/>
                    <a:pt x="125029" y="20922"/>
                  </a:cubicBezTo>
                  <a:cubicBezTo>
                    <a:pt x="126767" y="19511"/>
                    <a:pt x="128488" y="17994"/>
                    <a:pt x="130152" y="16524"/>
                  </a:cubicBezTo>
                  <a:cubicBezTo>
                    <a:pt x="131788" y="15078"/>
                    <a:pt x="133483" y="13582"/>
                    <a:pt x="135190" y="12196"/>
                  </a:cubicBezTo>
                  <a:cubicBezTo>
                    <a:pt x="137654" y="10200"/>
                    <a:pt x="140969" y="7788"/>
                    <a:pt x="144768" y="6873"/>
                  </a:cubicBezTo>
                  <a:cubicBezTo>
                    <a:pt x="145990" y="6580"/>
                    <a:pt x="147258" y="6432"/>
                    <a:pt x="148594" y="6432"/>
                  </a:cubicBezTo>
                  <a:cubicBezTo>
                    <a:pt x="151134" y="6432"/>
                    <a:pt x="153922" y="6966"/>
                    <a:pt x="157120" y="8052"/>
                  </a:cubicBezTo>
                  <a:cubicBezTo>
                    <a:pt x="165254" y="10813"/>
                    <a:pt x="174727" y="13878"/>
                    <a:pt x="184226" y="15304"/>
                  </a:cubicBezTo>
                  <a:cubicBezTo>
                    <a:pt x="187914" y="15858"/>
                    <a:pt x="191419" y="16136"/>
                    <a:pt x="194766" y="16136"/>
                  </a:cubicBezTo>
                  <a:cubicBezTo>
                    <a:pt x="200932" y="16136"/>
                    <a:pt x="206557" y="15192"/>
                    <a:pt x="211781" y="13295"/>
                  </a:cubicBezTo>
                  <a:cubicBezTo>
                    <a:pt x="216509" y="11579"/>
                    <a:pt x="220789" y="8892"/>
                    <a:pt x="224351" y="6492"/>
                  </a:cubicBezTo>
                  <a:cubicBezTo>
                    <a:pt x="224766" y="6212"/>
                    <a:pt x="225182" y="5928"/>
                    <a:pt x="225598" y="5645"/>
                  </a:cubicBezTo>
                  <a:cubicBezTo>
                    <a:pt x="228277" y="3826"/>
                    <a:pt x="231045" y="1944"/>
                    <a:pt x="233940" y="621"/>
                  </a:cubicBezTo>
                  <a:close/>
                  <a:moveTo>
                    <a:pt x="234344" y="1"/>
                  </a:moveTo>
                  <a:lnTo>
                    <a:pt x="234062" y="127"/>
                  </a:lnTo>
                  <a:cubicBezTo>
                    <a:pt x="231032" y="1470"/>
                    <a:pt x="228156" y="3423"/>
                    <a:pt x="225375" y="5313"/>
                  </a:cubicBezTo>
                  <a:cubicBezTo>
                    <a:pt x="224959" y="5595"/>
                    <a:pt x="224545" y="5878"/>
                    <a:pt x="224128" y="6158"/>
                  </a:cubicBezTo>
                  <a:cubicBezTo>
                    <a:pt x="220589" y="8544"/>
                    <a:pt x="216336" y="11214"/>
                    <a:pt x="211647" y="12916"/>
                  </a:cubicBezTo>
                  <a:cubicBezTo>
                    <a:pt x="206466" y="14796"/>
                    <a:pt x="200885" y="15732"/>
                    <a:pt x="194765" y="15732"/>
                  </a:cubicBezTo>
                  <a:cubicBezTo>
                    <a:pt x="191440" y="15732"/>
                    <a:pt x="187955" y="15456"/>
                    <a:pt x="184289" y="14905"/>
                  </a:cubicBezTo>
                  <a:cubicBezTo>
                    <a:pt x="174822" y="13485"/>
                    <a:pt x="165370" y="10424"/>
                    <a:pt x="157251" y="7671"/>
                  </a:cubicBezTo>
                  <a:cubicBezTo>
                    <a:pt x="154011" y="6571"/>
                    <a:pt x="151182" y="6028"/>
                    <a:pt x="148600" y="6028"/>
                  </a:cubicBezTo>
                  <a:cubicBezTo>
                    <a:pt x="147230" y="6028"/>
                    <a:pt x="145930" y="6181"/>
                    <a:pt x="144675" y="6483"/>
                  </a:cubicBezTo>
                  <a:cubicBezTo>
                    <a:pt x="140797" y="7416"/>
                    <a:pt x="137434" y="9860"/>
                    <a:pt x="134939" y="11886"/>
                  </a:cubicBezTo>
                  <a:cubicBezTo>
                    <a:pt x="133224" y="13277"/>
                    <a:pt x="131528" y="14775"/>
                    <a:pt x="129887" y="16224"/>
                  </a:cubicBezTo>
                  <a:cubicBezTo>
                    <a:pt x="128225" y="17690"/>
                    <a:pt x="126509" y="19207"/>
                    <a:pt x="124774" y="20610"/>
                  </a:cubicBezTo>
                  <a:cubicBezTo>
                    <a:pt x="120749" y="23869"/>
                    <a:pt x="116514" y="26727"/>
                    <a:pt x="112189" y="29105"/>
                  </a:cubicBezTo>
                  <a:cubicBezTo>
                    <a:pt x="104076" y="33564"/>
                    <a:pt x="95402" y="36484"/>
                    <a:pt x="86407" y="37785"/>
                  </a:cubicBezTo>
                  <a:cubicBezTo>
                    <a:pt x="82611" y="38334"/>
                    <a:pt x="78806" y="38583"/>
                    <a:pt x="74991" y="38583"/>
                  </a:cubicBezTo>
                  <a:cubicBezTo>
                    <a:pt x="59005" y="38583"/>
                    <a:pt x="42843" y="34216"/>
                    <a:pt x="26384" y="29289"/>
                  </a:cubicBezTo>
                  <a:cubicBezTo>
                    <a:pt x="22516" y="28130"/>
                    <a:pt x="18589" y="26901"/>
                    <a:pt x="14793" y="25711"/>
                  </a:cubicBezTo>
                  <a:cubicBezTo>
                    <a:pt x="10035" y="24222"/>
                    <a:pt x="5116" y="22681"/>
                    <a:pt x="257" y="21265"/>
                  </a:cubicBezTo>
                  <a:lnTo>
                    <a:pt x="0" y="21189"/>
                  </a:lnTo>
                  <a:lnTo>
                    <a:pt x="0" y="30778"/>
                  </a:lnTo>
                  <a:lnTo>
                    <a:pt x="77" y="30839"/>
                  </a:lnTo>
                  <a:cubicBezTo>
                    <a:pt x="3505" y="33541"/>
                    <a:pt x="7466" y="35440"/>
                    <a:pt x="11235" y="37090"/>
                  </a:cubicBezTo>
                  <a:cubicBezTo>
                    <a:pt x="17931" y="40022"/>
                    <a:pt x="24610" y="42161"/>
                    <a:pt x="31090" y="43447"/>
                  </a:cubicBezTo>
                  <a:cubicBezTo>
                    <a:pt x="37834" y="44786"/>
                    <a:pt x="44983" y="45437"/>
                    <a:pt x="53148" y="45437"/>
                  </a:cubicBezTo>
                  <a:cubicBezTo>
                    <a:pt x="55786" y="45437"/>
                    <a:pt x="58530" y="45369"/>
                    <a:pt x="61401" y="45235"/>
                  </a:cubicBezTo>
                  <a:cubicBezTo>
                    <a:pt x="72756" y="44700"/>
                    <a:pt x="82917" y="43644"/>
                    <a:pt x="92467" y="42007"/>
                  </a:cubicBezTo>
                  <a:cubicBezTo>
                    <a:pt x="102913" y="40214"/>
                    <a:pt x="112861" y="36296"/>
                    <a:pt x="122978" y="32095"/>
                  </a:cubicBezTo>
                  <a:cubicBezTo>
                    <a:pt x="132181" y="28274"/>
                    <a:pt x="142153" y="24722"/>
                    <a:pt x="152725" y="24602"/>
                  </a:cubicBezTo>
                  <a:cubicBezTo>
                    <a:pt x="152952" y="24600"/>
                    <a:pt x="153179" y="24598"/>
                    <a:pt x="153407" y="24598"/>
                  </a:cubicBezTo>
                  <a:cubicBezTo>
                    <a:pt x="162694" y="24598"/>
                    <a:pt x="172541" y="26730"/>
                    <a:pt x="182679" y="30945"/>
                  </a:cubicBezTo>
                  <a:cubicBezTo>
                    <a:pt x="185447" y="32095"/>
                    <a:pt x="188234" y="33381"/>
                    <a:pt x="190930" y="34624"/>
                  </a:cubicBezTo>
                  <a:cubicBezTo>
                    <a:pt x="193152" y="35649"/>
                    <a:pt x="195448" y="36707"/>
                    <a:pt x="197726" y="37686"/>
                  </a:cubicBezTo>
                  <a:cubicBezTo>
                    <a:pt x="202837" y="39885"/>
                    <a:pt x="207942" y="41928"/>
                    <a:pt x="212901" y="43763"/>
                  </a:cubicBezTo>
                  <a:cubicBezTo>
                    <a:pt x="220729" y="46656"/>
                    <a:pt x="227658" y="48955"/>
                    <a:pt x="234085" y="50788"/>
                  </a:cubicBezTo>
                  <a:lnTo>
                    <a:pt x="234341" y="50863"/>
                  </a:lnTo>
                  <a:lnTo>
                    <a:pt x="234344" y="50863"/>
                  </a:lnTo>
                  <a:lnTo>
                    <a:pt x="234344" y="34896"/>
                  </a:lnTo>
                  <a:lnTo>
                    <a:pt x="234204" y="34850"/>
                  </a:lnTo>
                  <a:cubicBezTo>
                    <a:pt x="233582" y="34654"/>
                    <a:pt x="232962" y="34481"/>
                    <a:pt x="232362" y="34340"/>
                  </a:cubicBezTo>
                  <a:cubicBezTo>
                    <a:pt x="229433" y="33647"/>
                    <a:pt x="226488" y="33352"/>
                    <a:pt x="223721" y="33110"/>
                  </a:cubicBezTo>
                  <a:cubicBezTo>
                    <a:pt x="220148" y="32797"/>
                    <a:pt x="216338" y="32457"/>
                    <a:pt x="212486" y="32074"/>
                  </a:cubicBezTo>
                  <a:cubicBezTo>
                    <a:pt x="207542" y="31581"/>
                    <a:pt x="203553" y="31128"/>
                    <a:pt x="199935" y="30653"/>
                  </a:cubicBezTo>
                  <a:lnTo>
                    <a:pt x="198416" y="30455"/>
                  </a:lnTo>
                  <a:cubicBezTo>
                    <a:pt x="194968" y="30009"/>
                    <a:pt x="191400" y="29547"/>
                    <a:pt x="187960" y="28753"/>
                  </a:cubicBezTo>
                  <a:cubicBezTo>
                    <a:pt x="187298" y="28602"/>
                    <a:pt x="186634" y="28454"/>
                    <a:pt x="185969" y="28310"/>
                  </a:cubicBezTo>
                  <a:cubicBezTo>
                    <a:pt x="183145" y="27690"/>
                    <a:pt x="180223" y="27051"/>
                    <a:pt x="177494" y="25795"/>
                  </a:cubicBezTo>
                  <a:cubicBezTo>
                    <a:pt x="176009" y="25111"/>
                    <a:pt x="174350" y="24245"/>
                    <a:pt x="173437" y="22596"/>
                  </a:cubicBezTo>
                  <a:cubicBezTo>
                    <a:pt x="172829" y="21493"/>
                    <a:pt x="172693" y="19876"/>
                    <a:pt x="173617" y="18921"/>
                  </a:cubicBezTo>
                  <a:cubicBezTo>
                    <a:pt x="174717" y="17783"/>
                    <a:pt x="176574" y="17760"/>
                    <a:pt x="177801" y="17745"/>
                  </a:cubicBezTo>
                  <a:cubicBezTo>
                    <a:pt x="177883" y="17744"/>
                    <a:pt x="177965" y="17744"/>
                    <a:pt x="178047" y="17744"/>
                  </a:cubicBezTo>
                  <a:cubicBezTo>
                    <a:pt x="180223" y="17744"/>
                    <a:pt x="182367" y="18103"/>
                    <a:pt x="184375" y="18494"/>
                  </a:cubicBezTo>
                  <a:cubicBezTo>
                    <a:pt x="186221" y="18853"/>
                    <a:pt x="188043" y="19296"/>
                    <a:pt x="190212" y="19850"/>
                  </a:cubicBezTo>
                  <a:cubicBezTo>
                    <a:pt x="192283" y="20380"/>
                    <a:pt x="194415" y="20683"/>
                    <a:pt x="196477" y="20976"/>
                  </a:cubicBezTo>
                  <a:lnTo>
                    <a:pt x="196594" y="20993"/>
                  </a:lnTo>
                  <a:cubicBezTo>
                    <a:pt x="201071" y="21630"/>
                    <a:pt x="204978" y="21943"/>
                    <a:pt x="208576" y="21943"/>
                  </a:cubicBezTo>
                  <a:cubicBezTo>
                    <a:pt x="210156" y="21943"/>
                    <a:pt x="211676" y="21883"/>
                    <a:pt x="213159" y="21763"/>
                  </a:cubicBezTo>
                  <a:cubicBezTo>
                    <a:pt x="219481" y="21255"/>
                    <a:pt x="224648" y="19666"/>
                    <a:pt x="228956" y="16905"/>
                  </a:cubicBezTo>
                  <a:cubicBezTo>
                    <a:pt x="230892" y="15665"/>
                    <a:pt x="232689" y="14110"/>
                    <a:pt x="234294" y="12287"/>
                  </a:cubicBezTo>
                  <a:lnTo>
                    <a:pt x="234344" y="12230"/>
                  </a:lnTo>
                  <a:lnTo>
                    <a:pt x="23434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25"/>
            <p:cNvSpPr/>
            <p:nvPr/>
          </p:nvSpPr>
          <p:spPr>
            <a:xfrm flipH="1" rot="10800000">
              <a:off x="-97264" y="2923520"/>
              <a:ext cx="5171942" cy="1031731"/>
            </a:xfrm>
            <a:custGeom>
              <a:rect b="b" l="l" r="r" t="t"/>
              <a:pathLst>
                <a:path extrusionOk="0" h="25782" w="129242">
                  <a:moveTo>
                    <a:pt x="125667" y="404"/>
                  </a:moveTo>
                  <a:cubicBezTo>
                    <a:pt x="125949" y="404"/>
                    <a:pt x="126232" y="415"/>
                    <a:pt x="126514" y="437"/>
                  </a:cubicBezTo>
                  <a:cubicBezTo>
                    <a:pt x="127419" y="510"/>
                    <a:pt x="128375" y="690"/>
                    <a:pt x="128733" y="1442"/>
                  </a:cubicBezTo>
                  <a:cubicBezTo>
                    <a:pt x="127667" y="1898"/>
                    <a:pt x="126604" y="2366"/>
                    <a:pt x="125540" y="2833"/>
                  </a:cubicBezTo>
                  <a:cubicBezTo>
                    <a:pt x="121951" y="4414"/>
                    <a:pt x="118237" y="6047"/>
                    <a:pt x="114473" y="7141"/>
                  </a:cubicBezTo>
                  <a:cubicBezTo>
                    <a:pt x="113881" y="7314"/>
                    <a:pt x="113286" y="7483"/>
                    <a:pt x="112693" y="7649"/>
                  </a:cubicBezTo>
                  <a:cubicBezTo>
                    <a:pt x="110914" y="8149"/>
                    <a:pt x="109073" y="8666"/>
                    <a:pt x="107278" y="9330"/>
                  </a:cubicBezTo>
                  <a:cubicBezTo>
                    <a:pt x="105183" y="10108"/>
                    <a:pt x="102936" y="11055"/>
                    <a:pt x="100411" y="12228"/>
                  </a:cubicBezTo>
                  <a:cubicBezTo>
                    <a:pt x="97928" y="13381"/>
                    <a:pt x="95424" y="14634"/>
                    <a:pt x="93002" y="15844"/>
                  </a:cubicBezTo>
                  <a:cubicBezTo>
                    <a:pt x="86663" y="19013"/>
                    <a:pt x="80109" y="22288"/>
                    <a:pt x="73322" y="24097"/>
                  </a:cubicBezTo>
                  <a:cubicBezTo>
                    <a:pt x="70106" y="24955"/>
                    <a:pt x="66829" y="25381"/>
                    <a:pt x="63411" y="25381"/>
                  </a:cubicBezTo>
                  <a:cubicBezTo>
                    <a:pt x="61691" y="25381"/>
                    <a:pt x="59935" y="25273"/>
                    <a:pt x="58132" y="25057"/>
                  </a:cubicBezTo>
                  <a:cubicBezTo>
                    <a:pt x="54870" y="24667"/>
                    <a:pt x="51578" y="24000"/>
                    <a:pt x="48394" y="23351"/>
                  </a:cubicBezTo>
                  <a:cubicBezTo>
                    <a:pt x="46720" y="23010"/>
                    <a:pt x="44988" y="22658"/>
                    <a:pt x="43281" y="22351"/>
                  </a:cubicBezTo>
                  <a:cubicBezTo>
                    <a:pt x="38827" y="21551"/>
                    <a:pt x="34306" y="21314"/>
                    <a:pt x="29931" y="21085"/>
                  </a:cubicBezTo>
                  <a:lnTo>
                    <a:pt x="28914" y="21031"/>
                  </a:lnTo>
                  <a:cubicBezTo>
                    <a:pt x="25978" y="20874"/>
                    <a:pt x="23609" y="20501"/>
                    <a:pt x="21462" y="19855"/>
                  </a:cubicBezTo>
                  <a:cubicBezTo>
                    <a:pt x="19489" y="19259"/>
                    <a:pt x="17512" y="18432"/>
                    <a:pt x="15599" y="17635"/>
                  </a:cubicBezTo>
                  <a:cubicBezTo>
                    <a:pt x="15171" y="17457"/>
                    <a:pt x="14747" y="17279"/>
                    <a:pt x="14321" y="17105"/>
                  </a:cubicBezTo>
                  <a:cubicBezTo>
                    <a:pt x="12341" y="16286"/>
                    <a:pt x="10328" y="15433"/>
                    <a:pt x="8383" y="14606"/>
                  </a:cubicBezTo>
                  <a:cubicBezTo>
                    <a:pt x="5772" y="13497"/>
                    <a:pt x="3075" y="12349"/>
                    <a:pt x="404" y="11276"/>
                  </a:cubicBezTo>
                  <a:lnTo>
                    <a:pt x="403" y="11276"/>
                  </a:lnTo>
                  <a:lnTo>
                    <a:pt x="403" y="5584"/>
                  </a:lnTo>
                  <a:cubicBezTo>
                    <a:pt x="967" y="5874"/>
                    <a:pt x="1566" y="6170"/>
                    <a:pt x="2220" y="6484"/>
                  </a:cubicBezTo>
                  <a:cubicBezTo>
                    <a:pt x="2905" y="6811"/>
                    <a:pt x="3592" y="7131"/>
                    <a:pt x="4281" y="7450"/>
                  </a:cubicBezTo>
                  <a:cubicBezTo>
                    <a:pt x="6227" y="8357"/>
                    <a:pt x="8240" y="9293"/>
                    <a:pt x="10153" y="10412"/>
                  </a:cubicBezTo>
                  <a:cubicBezTo>
                    <a:pt x="12434" y="11746"/>
                    <a:pt x="14871" y="13148"/>
                    <a:pt x="17395" y="14337"/>
                  </a:cubicBezTo>
                  <a:cubicBezTo>
                    <a:pt x="25707" y="18255"/>
                    <a:pt x="35202" y="20169"/>
                    <a:pt x="46355" y="20169"/>
                  </a:cubicBezTo>
                  <a:cubicBezTo>
                    <a:pt x="47079" y="20169"/>
                    <a:pt x="47811" y="20161"/>
                    <a:pt x="48549" y="20145"/>
                  </a:cubicBezTo>
                  <a:cubicBezTo>
                    <a:pt x="59131" y="19914"/>
                    <a:pt x="70411" y="17805"/>
                    <a:pt x="84049" y="13504"/>
                  </a:cubicBezTo>
                  <a:cubicBezTo>
                    <a:pt x="89815" y="11685"/>
                    <a:pt x="95612" y="9562"/>
                    <a:pt x="101217" y="7507"/>
                  </a:cubicBezTo>
                  <a:cubicBezTo>
                    <a:pt x="104315" y="6374"/>
                    <a:pt x="107517" y="5200"/>
                    <a:pt x="110679" y="4091"/>
                  </a:cubicBezTo>
                  <a:cubicBezTo>
                    <a:pt x="114143" y="2876"/>
                    <a:pt x="117874" y="1648"/>
                    <a:pt x="121675" y="895"/>
                  </a:cubicBezTo>
                  <a:cubicBezTo>
                    <a:pt x="122896" y="652"/>
                    <a:pt x="124279" y="404"/>
                    <a:pt x="125667" y="404"/>
                  </a:cubicBezTo>
                  <a:close/>
                  <a:moveTo>
                    <a:pt x="125672" y="1"/>
                  </a:moveTo>
                  <a:cubicBezTo>
                    <a:pt x="124248" y="1"/>
                    <a:pt x="122839" y="252"/>
                    <a:pt x="121598" y="497"/>
                  </a:cubicBezTo>
                  <a:cubicBezTo>
                    <a:pt x="117773" y="1256"/>
                    <a:pt x="114025" y="2491"/>
                    <a:pt x="110546" y="3711"/>
                  </a:cubicBezTo>
                  <a:cubicBezTo>
                    <a:pt x="107384" y="4820"/>
                    <a:pt x="104179" y="5993"/>
                    <a:pt x="101080" y="7129"/>
                  </a:cubicBezTo>
                  <a:cubicBezTo>
                    <a:pt x="95477" y="9180"/>
                    <a:pt x="89685" y="11305"/>
                    <a:pt x="83929" y="13120"/>
                  </a:cubicBezTo>
                  <a:cubicBezTo>
                    <a:pt x="70328" y="17407"/>
                    <a:pt x="59084" y="19512"/>
                    <a:pt x="48540" y="19742"/>
                  </a:cubicBezTo>
                  <a:cubicBezTo>
                    <a:pt x="47811" y="19758"/>
                    <a:pt x="47089" y="19766"/>
                    <a:pt x="46374" y="19766"/>
                  </a:cubicBezTo>
                  <a:cubicBezTo>
                    <a:pt x="35268" y="19766"/>
                    <a:pt x="25827" y="17865"/>
                    <a:pt x="17567" y="13971"/>
                  </a:cubicBezTo>
                  <a:cubicBezTo>
                    <a:pt x="15057" y="12788"/>
                    <a:pt x="12628" y="11391"/>
                    <a:pt x="10355" y="10062"/>
                  </a:cubicBezTo>
                  <a:cubicBezTo>
                    <a:pt x="8426" y="8935"/>
                    <a:pt x="6404" y="7993"/>
                    <a:pt x="4448" y="7084"/>
                  </a:cubicBezTo>
                  <a:cubicBezTo>
                    <a:pt x="3762" y="6767"/>
                    <a:pt x="3076" y="6447"/>
                    <a:pt x="2395" y="6120"/>
                  </a:cubicBezTo>
                  <a:cubicBezTo>
                    <a:pt x="1626" y="5754"/>
                    <a:pt x="940" y="5411"/>
                    <a:pt x="294" y="5075"/>
                  </a:cubicBezTo>
                  <a:lnTo>
                    <a:pt x="0" y="4921"/>
                  </a:lnTo>
                  <a:lnTo>
                    <a:pt x="0" y="11545"/>
                  </a:lnTo>
                  <a:lnTo>
                    <a:pt x="126" y="11595"/>
                  </a:lnTo>
                  <a:cubicBezTo>
                    <a:pt x="2833" y="12684"/>
                    <a:pt x="5574" y="13848"/>
                    <a:pt x="8224" y="14973"/>
                  </a:cubicBezTo>
                  <a:cubicBezTo>
                    <a:pt x="10170" y="15801"/>
                    <a:pt x="12184" y="16656"/>
                    <a:pt x="14167" y="17473"/>
                  </a:cubicBezTo>
                  <a:cubicBezTo>
                    <a:pt x="14591" y="17649"/>
                    <a:pt x="15016" y="17828"/>
                    <a:pt x="15441" y="18003"/>
                  </a:cubicBezTo>
                  <a:cubicBezTo>
                    <a:pt x="17363" y="18808"/>
                    <a:pt x="19349" y="19638"/>
                    <a:pt x="21344" y="20238"/>
                  </a:cubicBezTo>
                  <a:cubicBezTo>
                    <a:pt x="23523" y="20895"/>
                    <a:pt x="25922" y="21274"/>
                    <a:pt x="28892" y="21431"/>
                  </a:cubicBezTo>
                  <a:lnTo>
                    <a:pt x="29910" y="21485"/>
                  </a:lnTo>
                  <a:cubicBezTo>
                    <a:pt x="34272" y="21714"/>
                    <a:pt x="38783" y="21950"/>
                    <a:pt x="43209" y="22746"/>
                  </a:cubicBezTo>
                  <a:cubicBezTo>
                    <a:pt x="44912" y="23053"/>
                    <a:pt x="46641" y="23406"/>
                    <a:pt x="48313" y="23744"/>
                  </a:cubicBezTo>
                  <a:cubicBezTo>
                    <a:pt x="51505" y="24393"/>
                    <a:pt x="54806" y="25065"/>
                    <a:pt x="58085" y="25456"/>
                  </a:cubicBezTo>
                  <a:cubicBezTo>
                    <a:pt x="59905" y="25673"/>
                    <a:pt x="61677" y="25782"/>
                    <a:pt x="63414" y="25782"/>
                  </a:cubicBezTo>
                  <a:cubicBezTo>
                    <a:pt x="66866" y="25782"/>
                    <a:pt x="70177" y="25352"/>
                    <a:pt x="73425" y="24486"/>
                  </a:cubicBezTo>
                  <a:cubicBezTo>
                    <a:pt x="80253" y="22666"/>
                    <a:pt x="86826" y="19379"/>
                    <a:pt x="93183" y="16202"/>
                  </a:cubicBezTo>
                  <a:cubicBezTo>
                    <a:pt x="95603" y="14991"/>
                    <a:pt x="98105" y="13741"/>
                    <a:pt x="100582" y="12591"/>
                  </a:cubicBezTo>
                  <a:cubicBezTo>
                    <a:pt x="103097" y="11422"/>
                    <a:pt x="105333" y="10479"/>
                    <a:pt x="107419" y="9706"/>
                  </a:cubicBezTo>
                  <a:cubicBezTo>
                    <a:pt x="109198" y="9046"/>
                    <a:pt x="111031" y="8532"/>
                    <a:pt x="112803" y="8033"/>
                  </a:cubicBezTo>
                  <a:cubicBezTo>
                    <a:pt x="113399" y="7867"/>
                    <a:pt x="113993" y="7699"/>
                    <a:pt x="114588" y="7526"/>
                  </a:cubicBezTo>
                  <a:cubicBezTo>
                    <a:pt x="118376" y="6424"/>
                    <a:pt x="122102" y="4784"/>
                    <a:pt x="125704" y="3199"/>
                  </a:cubicBezTo>
                  <a:cubicBezTo>
                    <a:pt x="126826" y="2705"/>
                    <a:pt x="127947" y="2212"/>
                    <a:pt x="129073" y="1733"/>
                  </a:cubicBezTo>
                  <a:lnTo>
                    <a:pt x="129242" y="1662"/>
                  </a:lnTo>
                  <a:lnTo>
                    <a:pt x="129185" y="1488"/>
                  </a:lnTo>
                  <a:cubicBezTo>
                    <a:pt x="128775" y="216"/>
                    <a:pt x="127216" y="89"/>
                    <a:pt x="126549" y="34"/>
                  </a:cubicBezTo>
                  <a:cubicBezTo>
                    <a:pt x="126257" y="11"/>
                    <a:pt x="125964" y="1"/>
                    <a:pt x="1256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5"/>
            <p:cNvSpPr/>
            <p:nvPr/>
          </p:nvSpPr>
          <p:spPr>
            <a:xfrm flipH="1" rot="10800000">
              <a:off x="-97184" y="1396488"/>
              <a:ext cx="9378021" cy="2233737"/>
            </a:xfrm>
            <a:custGeom>
              <a:rect b="b" l="l" r="r" t="t"/>
              <a:pathLst>
                <a:path extrusionOk="0" h="55819" w="234348">
                  <a:moveTo>
                    <a:pt x="144981" y="403"/>
                  </a:moveTo>
                  <a:cubicBezTo>
                    <a:pt x="150962" y="403"/>
                    <a:pt x="156924" y="882"/>
                    <a:pt x="162787" y="1836"/>
                  </a:cubicBezTo>
                  <a:cubicBezTo>
                    <a:pt x="170740" y="3127"/>
                    <a:pt x="179016" y="5583"/>
                    <a:pt x="189615" y="9797"/>
                  </a:cubicBezTo>
                  <a:cubicBezTo>
                    <a:pt x="198427" y="13299"/>
                    <a:pt x="207411" y="17431"/>
                    <a:pt x="216323" y="22082"/>
                  </a:cubicBezTo>
                  <a:lnTo>
                    <a:pt x="218254" y="23088"/>
                  </a:lnTo>
                  <a:cubicBezTo>
                    <a:pt x="223483" y="25804"/>
                    <a:pt x="228885" y="28612"/>
                    <a:pt x="233942" y="32005"/>
                  </a:cubicBezTo>
                  <a:lnTo>
                    <a:pt x="233942" y="40242"/>
                  </a:lnTo>
                  <a:cubicBezTo>
                    <a:pt x="230357" y="38005"/>
                    <a:pt x="227378" y="36353"/>
                    <a:pt x="224590" y="35054"/>
                  </a:cubicBezTo>
                  <a:cubicBezTo>
                    <a:pt x="215470" y="30808"/>
                    <a:pt x="205746" y="28155"/>
                    <a:pt x="196343" y="25590"/>
                  </a:cubicBezTo>
                  <a:cubicBezTo>
                    <a:pt x="195383" y="25330"/>
                    <a:pt x="194423" y="25067"/>
                    <a:pt x="193466" y="24804"/>
                  </a:cubicBezTo>
                  <a:cubicBezTo>
                    <a:pt x="172307" y="18995"/>
                    <a:pt x="155262" y="16255"/>
                    <a:pt x="139723" y="16255"/>
                  </a:cubicBezTo>
                  <a:cubicBezTo>
                    <a:pt x="136241" y="16255"/>
                    <a:pt x="132834" y="16392"/>
                    <a:pt x="129473" y="16664"/>
                  </a:cubicBezTo>
                  <a:cubicBezTo>
                    <a:pt x="117659" y="17617"/>
                    <a:pt x="108992" y="19950"/>
                    <a:pt x="101363" y="24225"/>
                  </a:cubicBezTo>
                  <a:cubicBezTo>
                    <a:pt x="95848" y="27316"/>
                    <a:pt x="90586" y="31262"/>
                    <a:pt x="85495" y="35080"/>
                  </a:cubicBezTo>
                  <a:cubicBezTo>
                    <a:pt x="82539" y="37296"/>
                    <a:pt x="79484" y="39588"/>
                    <a:pt x="76413" y="41684"/>
                  </a:cubicBezTo>
                  <a:cubicBezTo>
                    <a:pt x="71394" y="45113"/>
                    <a:pt x="67146" y="47471"/>
                    <a:pt x="63039" y="49108"/>
                  </a:cubicBezTo>
                  <a:cubicBezTo>
                    <a:pt x="58787" y="50804"/>
                    <a:pt x="54022" y="52109"/>
                    <a:pt x="48045" y="53216"/>
                  </a:cubicBezTo>
                  <a:cubicBezTo>
                    <a:pt x="40031" y="54703"/>
                    <a:pt x="31384" y="55416"/>
                    <a:pt x="21189" y="55416"/>
                  </a:cubicBezTo>
                  <a:cubicBezTo>
                    <a:pt x="19290" y="55416"/>
                    <a:pt x="17337" y="55391"/>
                    <a:pt x="15325" y="55342"/>
                  </a:cubicBezTo>
                  <a:cubicBezTo>
                    <a:pt x="9761" y="55207"/>
                    <a:pt x="4879" y="54966"/>
                    <a:pt x="402" y="54612"/>
                  </a:cubicBezTo>
                  <a:lnTo>
                    <a:pt x="407" y="54612"/>
                  </a:lnTo>
                  <a:lnTo>
                    <a:pt x="407" y="49284"/>
                  </a:lnTo>
                  <a:cubicBezTo>
                    <a:pt x="817" y="49421"/>
                    <a:pt x="1230" y="49561"/>
                    <a:pt x="1643" y="49700"/>
                  </a:cubicBezTo>
                  <a:cubicBezTo>
                    <a:pt x="4359" y="50619"/>
                    <a:pt x="7168" y="51566"/>
                    <a:pt x="9980" y="52235"/>
                  </a:cubicBezTo>
                  <a:cubicBezTo>
                    <a:pt x="12206" y="52763"/>
                    <a:pt x="14788" y="53377"/>
                    <a:pt x="17344" y="53377"/>
                  </a:cubicBezTo>
                  <a:cubicBezTo>
                    <a:pt x="18683" y="53377"/>
                    <a:pt x="20014" y="53208"/>
                    <a:pt x="21283" y="52772"/>
                  </a:cubicBezTo>
                  <a:cubicBezTo>
                    <a:pt x="22931" y="52205"/>
                    <a:pt x="23878" y="51164"/>
                    <a:pt x="24025" y="49761"/>
                  </a:cubicBezTo>
                  <a:cubicBezTo>
                    <a:pt x="24231" y="47784"/>
                    <a:pt x="23055" y="45926"/>
                    <a:pt x="21802" y="44960"/>
                  </a:cubicBezTo>
                  <a:cubicBezTo>
                    <a:pt x="20124" y="43670"/>
                    <a:pt x="18067" y="43236"/>
                    <a:pt x="16094" y="42961"/>
                  </a:cubicBezTo>
                  <a:cubicBezTo>
                    <a:pt x="13968" y="42663"/>
                    <a:pt x="11797" y="42629"/>
                    <a:pt x="9701" y="42596"/>
                  </a:cubicBezTo>
                  <a:lnTo>
                    <a:pt x="9254" y="42589"/>
                  </a:lnTo>
                  <a:cubicBezTo>
                    <a:pt x="6994" y="42550"/>
                    <a:pt x="4310" y="42346"/>
                    <a:pt x="1553" y="41105"/>
                  </a:cubicBezTo>
                  <a:cubicBezTo>
                    <a:pt x="1170" y="40933"/>
                    <a:pt x="784" y="40741"/>
                    <a:pt x="402" y="40534"/>
                  </a:cubicBezTo>
                  <a:lnTo>
                    <a:pt x="402" y="31531"/>
                  </a:lnTo>
                  <a:cubicBezTo>
                    <a:pt x="6844" y="32915"/>
                    <a:pt x="13326" y="34726"/>
                    <a:pt x="19599" y="36477"/>
                  </a:cubicBezTo>
                  <a:cubicBezTo>
                    <a:pt x="22674" y="37335"/>
                    <a:pt x="25850" y="38224"/>
                    <a:pt x="28985" y="39049"/>
                  </a:cubicBezTo>
                  <a:cubicBezTo>
                    <a:pt x="36397" y="41005"/>
                    <a:pt x="46195" y="43249"/>
                    <a:pt x="56268" y="43249"/>
                  </a:cubicBezTo>
                  <a:lnTo>
                    <a:pt x="56298" y="43249"/>
                  </a:lnTo>
                  <a:cubicBezTo>
                    <a:pt x="60549" y="43247"/>
                    <a:pt x="65413" y="43043"/>
                    <a:pt x="69372" y="40633"/>
                  </a:cubicBezTo>
                  <a:cubicBezTo>
                    <a:pt x="71055" y="39609"/>
                    <a:pt x="72214" y="38269"/>
                    <a:pt x="72821" y="36652"/>
                  </a:cubicBezTo>
                  <a:cubicBezTo>
                    <a:pt x="73454" y="34967"/>
                    <a:pt x="73654" y="32595"/>
                    <a:pt x="72675" y="31095"/>
                  </a:cubicBezTo>
                  <a:cubicBezTo>
                    <a:pt x="71475" y="29255"/>
                    <a:pt x="69235" y="29002"/>
                    <a:pt x="67193" y="29002"/>
                  </a:cubicBezTo>
                  <a:lnTo>
                    <a:pt x="67163" y="29002"/>
                  </a:lnTo>
                  <a:cubicBezTo>
                    <a:pt x="64338" y="29005"/>
                    <a:pt x="61485" y="29632"/>
                    <a:pt x="59033" y="30219"/>
                  </a:cubicBezTo>
                  <a:cubicBezTo>
                    <a:pt x="58197" y="30419"/>
                    <a:pt x="57351" y="30648"/>
                    <a:pt x="56532" y="30868"/>
                  </a:cubicBezTo>
                  <a:cubicBezTo>
                    <a:pt x="55224" y="31222"/>
                    <a:pt x="53869" y="31587"/>
                    <a:pt x="52529" y="31845"/>
                  </a:cubicBezTo>
                  <a:cubicBezTo>
                    <a:pt x="48490" y="32626"/>
                    <a:pt x="44235" y="33024"/>
                    <a:pt x="39894" y="33024"/>
                  </a:cubicBezTo>
                  <a:cubicBezTo>
                    <a:pt x="39863" y="33024"/>
                    <a:pt x="39832" y="33024"/>
                    <a:pt x="39801" y="33024"/>
                  </a:cubicBezTo>
                  <a:cubicBezTo>
                    <a:pt x="26833" y="33011"/>
                    <a:pt x="13576" y="29869"/>
                    <a:pt x="402" y="23687"/>
                  </a:cubicBezTo>
                  <a:lnTo>
                    <a:pt x="402" y="6011"/>
                  </a:lnTo>
                  <a:cubicBezTo>
                    <a:pt x="1635" y="6344"/>
                    <a:pt x="2827" y="6712"/>
                    <a:pt x="3952" y="7104"/>
                  </a:cubicBezTo>
                  <a:cubicBezTo>
                    <a:pt x="7474" y="8330"/>
                    <a:pt x="10930" y="10023"/>
                    <a:pt x="14269" y="11659"/>
                  </a:cubicBezTo>
                  <a:cubicBezTo>
                    <a:pt x="15159" y="12095"/>
                    <a:pt x="16051" y="12530"/>
                    <a:pt x="16944" y="12959"/>
                  </a:cubicBezTo>
                  <a:cubicBezTo>
                    <a:pt x="21849" y="15315"/>
                    <a:pt x="26184" y="17153"/>
                    <a:pt x="30193" y="18579"/>
                  </a:cubicBezTo>
                  <a:cubicBezTo>
                    <a:pt x="37329" y="21116"/>
                    <a:pt x="44835" y="22386"/>
                    <a:pt x="52799" y="22386"/>
                  </a:cubicBezTo>
                  <a:cubicBezTo>
                    <a:pt x="62775" y="22386"/>
                    <a:pt x="73472" y="20393"/>
                    <a:pt x="85065" y="16400"/>
                  </a:cubicBezTo>
                  <a:cubicBezTo>
                    <a:pt x="89374" y="14915"/>
                    <a:pt x="93852" y="13162"/>
                    <a:pt x="98753" y="11037"/>
                  </a:cubicBezTo>
                  <a:cubicBezTo>
                    <a:pt x="99763" y="10600"/>
                    <a:pt x="100773" y="10151"/>
                    <a:pt x="101781" y="9706"/>
                  </a:cubicBezTo>
                  <a:cubicBezTo>
                    <a:pt x="104805" y="8364"/>
                    <a:pt x="107933" y="6975"/>
                    <a:pt x="111082" y="5882"/>
                  </a:cubicBezTo>
                  <a:cubicBezTo>
                    <a:pt x="119135" y="3086"/>
                    <a:pt x="127851" y="1338"/>
                    <a:pt x="136984" y="688"/>
                  </a:cubicBezTo>
                  <a:cubicBezTo>
                    <a:pt x="139649" y="498"/>
                    <a:pt x="142317" y="403"/>
                    <a:pt x="144981" y="403"/>
                  </a:cubicBezTo>
                  <a:close/>
                  <a:moveTo>
                    <a:pt x="144959" y="1"/>
                  </a:moveTo>
                  <a:cubicBezTo>
                    <a:pt x="142293" y="1"/>
                    <a:pt x="139623" y="96"/>
                    <a:pt x="136956" y="285"/>
                  </a:cubicBezTo>
                  <a:cubicBezTo>
                    <a:pt x="127785" y="938"/>
                    <a:pt x="119037" y="2693"/>
                    <a:pt x="110949" y="5501"/>
                  </a:cubicBezTo>
                  <a:cubicBezTo>
                    <a:pt x="107786" y="6599"/>
                    <a:pt x="104650" y="7991"/>
                    <a:pt x="101618" y="9337"/>
                  </a:cubicBezTo>
                  <a:cubicBezTo>
                    <a:pt x="100610" y="9784"/>
                    <a:pt x="99605" y="10230"/>
                    <a:pt x="98594" y="10669"/>
                  </a:cubicBezTo>
                  <a:cubicBezTo>
                    <a:pt x="93702" y="12788"/>
                    <a:pt x="89236" y="14538"/>
                    <a:pt x="84935" y="16020"/>
                  </a:cubicBezTo>
                  <a:cubicBezTo>
                    <a:pt x="73384" y="19997"/>
                    <a:pt x="62731" y="21983"/>
                    <a:pt x="52798" y="21983"/>
                  </a:cubicBezTo>
                  <a:cubicBezTo>
                    <a:pt x="44880" y="21983"/>
                    <a:pt x="37420" y="20721"/>
                    <a:pt x="30329" y="18200"/>
                  </a:cubicBezTo>
                  <a:cubicBezTo>
                    <a:pt x="26334" y="16780"/>
                    <a:pt x="22012" y="14948"/>
                    <a:pt x="17118" y="12599"/>
                  </a:cubicBezTo>
                  <a:cubicBezTo>
                    <a:pt x="16225" y="12172"/>
                    <a:pt x="15335" y="11736"/>
                    <a:pt x="14448" y="11300"/>
                  </a:cubicBezTo>
                  <a:cubicBezTo>
                    <a:pt x="11097" y="9658"/>
                    <a:pt x="7631" y="7961"/>
                    <a:pt x="4086" y="6726"/>
                  </a:cubicBezTo>
                  <a:cubicBezTo>
                    <a:pt x="2874" y="6305"/>
                    <a:pt x="1587" y="5911"/>
                    <a:pt x="257" y="5556"/>
                  </a:cubicBezTo>
                  <a:lnTo>
                    <a:pt x="2" y="5489"/>
                  </a:lnTo>
                  <a:lnTo>
                    <a:pt x="2" y="23947"/>
                  </a:lnTo>
                  <a:lnTo>
                    <a:pt x="118" y="24001"/>
                  </a:lnTo>
                  <a:cubicBezTo>
                    <a:pt x="13383" y="30245"/>
                    <a:pt x="26736" y="33418"/>
                    <a:pt x="39802" y="33430"/>
                  </a:cubicBezTo>
                  <a:cubicBezTo>
                    <a:pt x="39862" y="33430"/>
                    <a:pt x="39922" y="33430"/>
                    <a:pt x="39983" y="33430"/>
                  </a:cubicBezTo>
                  <a:cubicBezTo>
                    <a:pt x="44319" y="33430"/>
                    <a:pt x="48571" y="33023"/>
                    <a:pt x="52607" y="32244"/>
                  </a:cubicBezTo>
                  <a:cubicBezTo>
                    <a:pt x="53961" y="31982"/>
                    <a:pt x="55324" y="31615"/>
                    <a:pt x="56640" y="31261"/>
                  </a:cubicBezTo>
                  <a:cubicBezTo>
                    <a:pt x="57454" y="31041"/>
                    <a:pt x="58297" y="30815"/>
                    <a:pt x="59127" y="30616"/>
                  </a:cubicBezTo>
                  <a:cubicBezTo>
                    <a:pt x="61559" y="30033"/>
                    <a:pt x="64382" y="29412"/>
                    <a:pt x="67164" y="29409"/>
                  </a:cubicBezTo>
                  <a:cubicBezTo>
                    <a:pt x="67187" y="29409"/>
                    <a:pt x="67210" y="29409"/>
                    <a:pt x="67233" y="29409"/>
                  </a:cubicBezTo>
                  <a:cubicBezTo>
                    <a:pt x="69147" y="29409"/>
                    <a:pt x="71252" y="29651"/>
                    <a:pt x="72340" y="31318"/>
                  </a:cubicBezTo>
                  <a:cubicBezTo>
                    <a:pt x="73241" y="32701"/>
                    <a:pt x="73043" y="34924"/>
                    <a:pt x="72447" y="36513"/>
                  </a:cubicBezTo>
                  <a:cubicBezTo>
                    <a:pt x="71871" y="38046"/>
                    <a:pt x="70768" y="39317"/>
                    <a:pt x="69163" y="40292"/>
                  </a:cubicBezTo>
                  <a:cubicBezTo>
                    <a:pt x="65293" y="42649"/>
                    <a:pt x="60492" y="42849"/>
                    <a:pt x="56298" y="42850"/>
                  </a:cubicBezTo>
                  <a:lnTo>
                    <a:pt x="56268" y="42850"/>
                  </a:lnTo>
                  <a:cubicBezTo>
                    <a:pt x="46241" y="42850"/>
                    <a:pt x="36475" y="40614"/>
                    <a:pt x="29086" y="38666"/>
                  </a:cubicBezTo>
                  <a:cubicBezTo>
                    <a:pt x="25956" y="37839"/>
                    <a:pt x="22778" y="36952"/>
                    <a:pt x="19706" y="36095"/>
                  </a:cubicBezTo>
                  <a:cubicBezTo>
                    <a:pt x="13350" y="34319"/>
                    <a:pt x="6776" y="32482"/>
                    <a:pt x="244" y="31089"/>
                  </a:cubicBezTo>
                  <a:lnTo>
                    <a:pt x="1" y="31038"/>
                  </a:lnTo>
                  <a:lnTo>
                    <a:pt x="1" y="40777"/>
                  </a:lnTo>
                  <a:lnTo>
                    <a:pt x="105" y="40834"/>
                  </a:lnTo>
                  <a:cubicBezTo>
                    <a:pt x="528" y="41068"/>
                    <a:pt x="960" y="41284"/>
                    <a:pt x="1387" y="41477"/>
                  </a:cubicBezTo>
                  <a:cubicBezTo>
                    <a:pt x="4210" y="42747"/>
                    <a:pt x="6945" y="42957"/>
                    <a:pt x="9247" y="42996"/>
                  </a:cubicBezTo>
                  <a:lnTo>
                    <a:pt x="9694" y="43003"/>
                  </a:lnTo>
                  <a:cubicBezTo>
                    <a:pt x="11777" y="43036"/>
                    <a:pt x="13933" y="43072"/>
                    <a:pt x="16035" y="43364"/>
                  </a:cubicBezTo>
                  <a:cubicBezTo>
                    <a:pt x="17956" y="43633"/>
                    <a:pt x="19953" y="44050"/>
                    <a:pt x="21555" y="45283"/>
                  </a:cubicBezTo>
                  <a:cubicBezTo>
                    <a:pt x="22721" y="46179"/>
                    <a:pt x="23812" y="47901"/>
                    <a:pt x="23624" y="49723"/>
                  </a:cubicBezTo>
                  <a:cubicBezTo>
                    <a:pt x="23492" y="50977"/>
                    <a:pt x="22661" y="51876"/>
                    <a:pt x="21149" y="52395"/>
                  </a:cubicBezTo>
                  <a:cubicBezTo>
                    <a:pt x="19929" y="52815"/>
                    <a:pt x="18642" y="52977"/>
                    <a:pt x="17343" y="52977"/>
                  </a:cubicBezTo>
                  <a:cubicBezTo>
                    <a:pt x="14829" y="52977"/>
                    <a:pt x="12272" y="52369"/>
                    <a:pt x="10068" y="51847"/>
                  </a:cubicBezTo>
                  <a:cubicBezTo>
                    <a:pt x="7275" y="51184"/>
                    <a:pt x="4475" y="50237"/>
                    <a:pt x="1767" y="49323"/>
                  </a:cubicBezTo>
                  <a:cubicBezTo>
                    <a:pt x="1267" y="49155"/>
                    <a:pt x="767" y="48985"/>
                    <a:pt x="265" y="48818"/>
                  </a:cubicBezTo>
                  <a:lnTo>
                    <a:pt x="1" y="48728"/>
                  </a:lnTo>
                  <a:lnTo>
                    <a:pt x="1" y="54985"/>
                  </a:lnTo>
                  <a:lnTo>
                    <a:pt x="187" y="54999"/>
                  </a:lnTo>
                  <a:cubicBezTo>
                    <a:pt x="4720" y="55364"/>
                    <a:pt x="9668" y="55608"/>
                    <a:pt x="15316" y="55745"/>
                  </a:cubicBezTo>
                  <a:cubicBezTo>
                    <a:pt x="17327" y="55794"/>
                    <a:pt x="19280" y="55818"/>
                    <a:pt x="21180" y="55818"/>
                  </a:cubicBezTo>
                  <a:cubicBezTo>
                    <a:pt x="31405" y="55818"/>
                    <a:pt x="40078" y="55104"/>
                    <a:pt x="48122" y="53615"/>
                  </a:cubicBezTo>
                  <a:cubicBezTo>
                    <a:pt x="54125" y="52502"/>
                    <a:pt x="58913" y="51189"/>
                    <a:pt x="63191" y="49484"/>
                  </a:cubicBezTo>
                  <a:cubicBezTo>
                    <a:pt x="67326" y="47835"/>
                    <a:pt x="71599" y="45463"/>
                    <a:pt x="76643" y="42018"/>
                  </a:cubicBezTo>
                  <a:cubicBezTo>
                    <a:pt x="79721" y="39917"/>
                    <a:pt x="82780" y="37621"/>
                    <a:pt x="85739" y="35403"/>
                  </a:cubicBezTo>
                  <a:cubicBezTo>
                    <a:pt x="90819" y="31594"/>
                    <a:pt x="96072" y="27654"/>
                    <a:pt x="101563" y="24578"/>
                  </a:cubicBezTo>
                  <a:cubicBezTo>
                    <a:pt x="109139" y="20330"/>
                    <a:pt x="117758" y="18014"/>
                    <a:pt x="129508" y="17065"/>
                  </a:cubicBezTo>
                  <a:cubicBezTo>
                    <a:pt x="132858" y="16795"/>
                    <a:pt x="136254" y="16658"/>
                    <a:pt x="139725" y="16658"/>
                  </a:cubicBezTo>
                  <a:cubicBezTo>
                    <a:pt x="155229" y="16658"/>
                    <a:pt x="172239" y="19393"/>
                    <a:pt x="193363" y="25194"/>
                  </a:cubicBezTo>
                  <a:cubicBezTo>
                    <a:pt x="194320" y="25456"/>
                    <a:pt x="195279" y="25717"/>
                    <a:pt x="196240" y="25980"/>
                  </a:cubicBezTo>
                  <a:cubicBezTo>
                    <a:pt x="205628" y="28540"/>
                    <a:pt x="215334" y="31188"/>
                    <a:pt x="224421" y="35420"/>
                  </a:cubicBezTo>
                  <a:cubicBezTo>
                    <a:pt x="227275" y="36749"/>
                    <a:pt x="230329" y="38452"/>
                    <a:pt x="234037" y="40778"/>
                  </a:cubicBezTo>
                  <a:lnTo>
                    <a:pt x="234347" y="40971"/>
                  </a:lnTo>
                  <a:lnTo>
                    <a:pt x="234347" y="31794"/>
                  </a:lnTo>
                  <a:lnTo>
                    <a:pt x="234257" y="31734"/>
                  </a:lnTo>
                  <a:cubicBezTo>
                    <a:pt x="229156" y="28302"/>
                    <a:pt x="223710" y="25471"/>
                    <a:pt x="218442" y="22732"/>
                  </a:cubicBezTo>
                  <a:lnTo>
                    <a:pt x="216510" y="21728"/>
                  </a:lnTo>
                  <a:cubicBezTo>
                    <a:pt x="207587" y="17070"/>
                    <a:pt x="198587" y="12930"/>
                    <a:pt x="189764" y="9423"/>
                  </a:cubicBezTo>
                  <a:cubicBezTo>
                    <a:pt x="179135" y="5199"/>
                    <a:pt x="170836" y="2739"/>
                    <a:pt x="162852" y="1440"/>
                  </a:cubicBezTo>
                  <a:cubicBezTo>
                    <a:pt x="156959" y="482"/>
                    <a:pt x="150969" y="1"/>
                    <a:pt x="1449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5"/>
            <p:cNvSpPr/>
            <p:nvPr/>
          </p:nvSpPr>
          <p:spPr>
            <a:xfrm flipH="1" rot="10800000">
              <a:off x="4303273" y="495842"/>
              <a:ext cx="4977457" cy="2219891"/>
            </a:xfrm>
            <a:custGeom>
              <a:rect b="b" l="l" r="r" t="t"/>
              <a:pathLst>
                <a:path extrusionOk="0" h="55473" w="124382">
                  <a:moveTo>
                    <a:pt x="25918" y="402"/>
                  </a:moveTo>
                  <a:cubicBezTo>
                    <a:pt x="36041" y="402"/>
                    <a:pt x="47026" y="1991"/>
                    <a:pt x="60462" y="5393"/>
                  </a:cubicBezTo>
                  <a:cubicBezTo>
                    <a:pt x="70856" y="8024"/>
                    <a:pt x="81175" y="11807"/>
                    <a:pt x="91155" y="15464"/>
                  </a:cubicBezTo>
                  <a:cubicBezTo>
                    <a:pt x="92391" y="15917"/>
                    <a:pt x="93627" y="16369"/>
                    <a:pt x="94863" y="16822"/>
                  </a:cubicBezTo>
                  <a:lnTo>
                    <a:pt x="95647" y="17108"/>
                  </a:lnTo>
                  <a:cubicBezTo>
                    <a:pt x="105319" y="20631"/>
                    <a:pt x="115319" y="24277"/>
                    <a:pt x="123981" y="30890"/>
                  </a:cubicBezTo>
                  <a:lnTo>
                    <a:pt x="123981" y="53695"/>
                  </a:lnTo>
                  <a:cubicBezTo>
                    <a:pt x="123931" y="53594"/>
                    <a:pt x="123881" y="53490"/>
                    <a:pt x="123831" y="53388"/>
                  </a:cubicBezTo>
                  <a:cubicBezTo>
                    <a:pt x="121216" y="48116"/>
                    <a:pt x="118223" y="43645"/>
                    <a:pt x="114937" y="40100"/>
                  </a:cubicBezTo>
                  <a:cubicBezTo>
                    <a:pt x="110571" y="35392"/>
                    <a:pt x="105339" y="32142"/>
                    <a:pt x="101268" y="29834"/>
                  </a:cubicBezTo>
                  <a:cubicBezTo>
                    <a:pt x="91058" y="24049"/>
                    <a:pt x="80265" y="20787"/>
                    <a:pt x="69187" y="20137"/>
                  </a:cubicBezTo>
                  <a:cubicBezTo>
                    <a:pt x="67907" y="20061"/>
                    <a:pt x="66618" y="20024"/>
                    <a:pt x="65319" y="20024"/>
                  </a:cubicBezTo>
                  <a:cubicBezTo>
                    <a:pt x="61141" y="20024"/>
                    <a:pt x="56870" y="20411"/>
                    <a:pt x="52577" y="21181"/>
                  </a:cubicBezTo>
                  <a:cubicBezTo>
                    <a:pt x="48332" y="21940"/>
                    <a:pt x="44099" y="23239"/>
                    <a:pt x="40004" y="24495"/>
                  </a:cubicBezTo>
                  <a:cubicBezTo>
                    <a:pt x="38744" y="24880"/>
                    <a:pt x="37484" y="25268"/>
                    <a:pt x="36221" y="25639"/>
                  </a:cubicBezTo>
                  <a:cubicBezTo>
                    <a:pt x="30814" y="27232"/>
                    <a:pt x="25249" y="28662"/>
                    <a:pt x="19858" y="28662"/>
                  </a:cubicBezTo>
                  <a:cubicBezTo>
                    <a:pt x="15618" y="28662"/>
                    <a:pt x="11486" y="27778"/>
                    <a:pt x="7624" y="25392"/>
                  </a:cubicBezTo>
                  <a:cubicBezTo>
                    <a:pt x="1653" y="21703"/>
                    <a:pt x="639" y="17073"/>
                    <a:pt x="567" y="14640"/>
                  </a:cubicBezTo>
                  <a:cubicBezTo>
                    <a:pt x="413" y="9480"/>
                    <a:pt x="3668" y="6464"/>
                    <a:pt x="5623" y="5124"/>
                  </a:cubicBezTo>
                  <a:cubicBezTo>
                    <a:pt x="9015" y="2801"/>
                    <a:pt x="12910" y="1856"/>
                    <a:pt x="15924" y="1292"/>
                  </a:cubicBezTo>
                  <a:cubicBezTo>
                    <a:pt x="19039" y="709"/>
                    <a:pt x="22328" y="409"/>
                    <a:pt x="25700" y="402"/>
                  </a:cubicBezTo>
                  <a:close/>
                  <a:moveTo>
                    <a:pt x="25696" y="0"/>
                  </a:moveTo>
                  <a:cubicBezTo>
                    <a:pt x="22298" y="9"/>
                    <a:pt x="18984" y="309"/>
                    <a:pt x="15846" y="896"/>
                  </a:cubicBezTo>
                  <a:cubicBezTo>
                    <a:pt x="12791" y="1468"/>
                    <a:pt x="8843" y="2428"/>
                    <a:pt x="5390" y="4792"/>
                  </a:cubicBezTo>
                  <a:cubicBezTo>
                    <a:pt x="3368" y="6176"/>
                    <a:pt x="0" y="9300"/>
                    <a:pt x="160" y="14653"/>
                  </a:cubicBezTo>
                  <a:cubicBezTo>
                    <a:pt x="236" y="17166"/>
                    <a:pt x="1277" y="21947"/>
                    <a:pt x="7409" y="25735"/>
                  </a:cubicBezTo>
                  <a:cubicBezTo>
                    <a:pt x="11344" y="28167"/>
                    <a:pt x="15543" y="29067"/>
                    <a:pt x="19845" y="29067"/>
                  </a:cubicBezTo>
                  <a:cubicBezTo>
                    <a:pt x="25284" y="29067"/>
                    <a:pt x="30887" y="27628"/>
                    <a:pt x="36329" y="26025"/>
                  </a:cubicBezTo>
                  <a:cubicBezTo>
                    <a:pt x="37594" y="25653"/>
                    <a:pt x="38857" y="25265"/>
                    <a:pt x="40120" y="24877"/>
                  </a:cubicBezTo>
                  <a:cubicBezTo>
                    <a:pt x="44202" y="23626"/>
                    <a:pt x="48423" y="22331"/>
                    <a:pt x="52645" y="21575"/>
                  </a:cubicBezTo>
                  <a:cubicBezTo>
                    <a:pt x="56919" y="20811"/>
                    <a:pt x="61167" y="20426"/>
                    <a:pt x="65320" y="20426"/>
                  </a:cubicBezTo>
                  <a:cubicBezTo>
                    <a:pt x="66611" y="20426"/>
                    <a:pt x="67892" y="20464"/>
                    <a:pt x="69163" y="20538"/>
                  </a:cubicBezTo>
                  <a:cubicBezTo>
                    <a:pt x="80177" y="21183"/>
                    <a:pt x="90911" y="24429"/>
                    <a:pt x="101068" y="30184"/>
                  </a:cubicBezTo>
                  <a:cubicBezTo>
                    <a:pt x="105113" y="32476"/>
                    <a:pt x="110313" y="35707"/>
                    <a:pt x="114641" y="40373"/>
                  </a:cubicBezTo>
                  <a:cubicBezTo>
                    <a:pt x="117901" y="43892"/>
                    <a:pt x="120872" y="48330"/>
                    <a:pt x="123468" y="53567"/>
                  </a:cubicBezTo>
                  <a:cubicBezTo>
                    <a:pt x="123595" y="53824"/>
                    <a:pt x="123718" y="54084"/>
                    <a:pt x="123842" y="54344"/>
                  </a:cubicBezTo>
                  <a:lnTo>
                    <a:pt x="124380" y="55470"/>
                  </a:lnTo>
                  <a:lnTo>
                    <a:pt x="124380" y="30691"/>
                  </a:lnTo>
                  <a:lnTo>
                    <a:pt x="124301" y="30630"/>
                  </a:lnTo>
                  <a:cubicBezTo>
                    <a:pt x="115571" y="23942"/>
                    <a:pt x="105512" y="20275"/>
                    <a:pt x="95782" y="16727"/>
                  </a:cubicBezTo>
                  <a:lnTo>
                    <a:pt x="94996" y="16442"/>
                  </a:lnTo>
                  <a:cubicBezTo>
                    <a:pt x="93760" y="15992"/>
                    <a:pt x="92525" y="15539"/>
                    <a:pt x="91289" y="15087"/>
                  </a:cubicBezTo>
                  <a:cubicBezTo>
                    <a:pt x="81300" y="11425"/>
                    <a:pt x="70971" y="7640"/>
                    <a:pt x="60557" y="5003"/>
                  </a:cubicBezTo>
                  <a:cubicBezTo>
                    <a:pt x="47087" y="1592"/>
                    <a:pt x="36071" y="0"/>
                    <a:pt x="25913" y="0"/>
                  </a:cubicBezTo>
                  <a:close/>
                  <a:moveTo>
                    <a:pt x="124380" y="55470"/>
                  </a:moveTo>
                  <a:lnTo>
                    <a:pt x="124380" y="55473"/>
                  </a:lnTo>
                  <a:lnTo>
                    <a:pt x="124381" y="55473"/>
                  </a:lnTo>
                  <a:lnTo>
                    <a:pt x="124380" y="5547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5"/>
            <p:cNvSpPr/>
            <p:nvPr/>
          </p:nvSpPr>
          <p:spPr>
            <a:xfrm flipH="1" rot="10800000">
              <a:off x="-97184" y="-54810"/>
              <a:ext cx="4473596" cy="1988630"/>
            </a:xfrm>
            <a:custGeom>
              <a:rect b="b" l="l" r="r" t="t"/>
              <a:pathLst>
                <a:path extrusionOk="0" h="49694" w="111791">
                  <a:moveTo>
                    <a:pt x="97341" y="420"/>
                  </a:moveTo>
                  <a:cubicBezTo>
                    <a:pt x="98733" y="420"/>
                    <a:pt x="99979" y="773"/>
                    <a:pt x="101045" y="1273"/>
                  </a:cubicBezTo>
                  <a:cubicBezTo>
                    <a:pt x="104764" y="3021"/>
                    <a:pt x="109232" y="7243"/>
                    <a:pt x="110572" y="11931"/>
                  </a:cubicBezTo>
                  <a:cubicBezTo>
                    <a:pt x="111369" y="14719"/>
                    <a:pt x="110985" y="17351"/>
                    <a:pt x="109429" y="19750"/>
                  </a:cubicBezTo>
                  <a:cubicBezTo>
                    <a:pt x="107469" y="22776"/>
                    <a:pt x="104270" y="24339"/>
                    <a:pt x="101702" y="25361"/>
                  </a:cubicBezTo>
                  <a:cubicBezTo>
                    <a:pt x="98754" y="26534"/>
                    <a:pt x="95452" y="27464"/>
                    <a:pt x="91607" y="28204"/>
                  </a:cubicBezTo>
                  <a:cubicBezTo>
                    <a:pt x="89921" y="28528"/>
                    <a:pt x="88200" y="28811"/>
                    <a:pt x="86532" y="29084"/>
                  </a:cubicBezTo>
                  <a:cubicBezTo>
                    <a:pt x="79681" y="30207"/>
                    <a:pt x="72597" y="31372"/>
                    <a:pt x="66253" y="35734"/>
                  </a:cubicBezTo>
                  <a:cubicBezTo>
                    <a:pt x="61721" y="38849"/>
                    <a:pt x="57707" y="43535"/>
                    <a:pt x="54638" y="49289"/>
                  </a:cubicBezTo>
                  <a:lnTo>
                    <a:pt x="3363" y="49289"/>
                  </a:lnTo>
                  <a:cubicBezTo>
                    <a:pt x="1730" y="49289"/>
                    <a:pt x="402" y="47585"/>
                    <a:pt x="402" y="45488"/>
                  </a:cubicBezTo>
                  <a:lnTo>
                    <a:pt x="402" y="27817"/>
                  </a:lnTo>
                  <a:cubicBezTo>
                    <a:pt x="6956" y="29756"/>
                    <a:pt x="13549" y="31125"/>
                    <a:pt x="20006" y="31888"/>
                  </a:cubicBezTo>
                  <a:cubicBezTo>
                    <a:pt x="24832" y="32458"/>
                    <a:pt x="29867" y="32744"/>
                    <a:pt x="35067" y="32744"/>
                  </a:cubicBezTo>
                  <a:cubicBezTo>
                    <a:pt x="39433" y="32744"/>
                    <a:pt x="43915" y="32543"/>
                    <a:pt x="48490" y="32140"/>
                  </a:cubicBezTo>
                  <a:cubicBezTo>
                    <a:pt x="52725" y="31766"/>
                    <a:pt x="57090" y="31156"/>
                    <a:pt x="61838" y="30276"/>
                  </a:cubicBezTo>
                  <a:cubicBezTo>
                    <a:pt x="65200" y="29650"/>
                    <a:pt x="69115" y="28700"/>
                    <a:pt x="72658" y="26377"/>
                  </a:cubicBezTo>
                  <a:cubicBezTo>
                    <a:pt x="76773" y="23677"/>
                    <a:pt x="79509" y="18971"/>
                    <a:pt x="82157" y="14419"/>
                  </a:cubicBezTo>
                  <a:cubicBezTo>
                    <a:pt x="83207" y="12610"/>
                    <a:pt x="84295" y="10742"/>
                    <a:pt x="85446" y="9038"/>
                  </a:cubicBezTo>
                  <a:cubicBezTo>
                    <a:pt x="89943" y="2389"/>
                    <a:pt x="94052" y="420"/>
                    <a:pt x="97341" y="420"/>
                  </a:cubicBezTo>
                  <a:close/>
                  <a:moveTo>
                    <a:pt x="97320" y="1"/>
                  </a:moveTo>
                  <a:cubicBezTo>
                    <a:pt x="92272" y="1"/>
                    <a:pt x="88015" y="4523"/>
                    <a:pt x="85113" y="8813"/>
                  </a:cubicBezTo>
                  <a:cubicBezTo>
                    <a:pt x="83953" y="10529"/>
                    <a:pt x="82863" y="12404"/>
                    <a:pt x="81808" y="14217"/>
                  </a:cubicBezTo>
                  <a:cubicBezTo>
                    <a:pt x="79187" y="18729"/>
                    <a:pt x="76473" y="23393"/>
                    <a:pt x="72437" y="26041"/>
                  </a:cubicBezTo>
                  <a:cubicBezTo>
                    <a:pt x="68955" y="28325"/>
                    <a:pt x="65088" y="29264"/>
                    <a:pt x="61763" y="29881"/>
                  </a:cubicBezTo>
                  <a:cubicBezTo>
                    <a:pt x="57027" y="30760"/>
                    <a:pt x="52675" y="31369"/>
                    <a:pt x="48454" y="31740"/>
                  </a:cubicBezTo>
                  <a:cubicBezTo>
                    <a:pt x="43892" y="32141"/>
                    <a:pt x="39422" y="32342"/>
                    <a:pt x="35069" y="32342"/>
                  </a:cubicBezTo>
                  <a:cubicBezTo>
                    <a:pt x="29883" y="32342"/>
                    <a:pt x="24864" y="32057"/>
                    <a:pt x="20053" y="31489"/>
                  </a:cubicBezTo>
                  <a:cubicBezTo>
                    <a:pt x="13535" y="30716"/>
                    <a:pt x="6875" y="29326"/>
                    <a:pt x="259" y="27354"/>
                  </a:cubicBezTo>
                  <a:lnTo>
                    <a:pt x="1" y="27277"/>
                  </a:lnTo>
                  <a:lnTo>
                    <a:pt x="1" y="45491"/>
                  </a:lnTo>
                  <a:cubicBezTo>
                    <a:pt x="1" y="47809"/>
                    <a:pt x="1508" y="49694"/>
                    <a:pt x="3363" y="49694"/>
                  </a:cubicBezTo>
                  <a:lnTo>
                    <a:pt x="54879" y="49694"/>
                  </a:lnTo>
                  <a:lnTo>
                    <a:pt x="54936" y="49585"/>
                  </a:lnTo>
                  <a:cubicBezTo>
                    <a:pt x="57983" y="43837"/>
                    <a:pt x="61975" y="39163"/>
                    <a:pt x="66481" y="36064"/>
                  </a:cubicBezTo>
                  <a:cubicBezTo>
                    <a:pt x="72751" y="31752"/>
                    <a:pt x="79791" y="30597"/>
                    <a:pt x="86599" y="29479"/>
                  </a:cubicBezTo>
                  <a:cubicBezTo>
                    <a:pt x="88267" y="29206"/>
                    <a:pt x="89993" y="28921"/>
                    <a:pt x="91683" y="28597"/>
                  </a:cubicBezTo>
                  <a:cubicBezTo>
                    <a:pt x="95554" y="27852"/>
                    <a:pt x="98882" y="26914"/>
                    <a:pt x="101852" y="25732"/>
                  </a:cubicBezTo>
                  <a:cubicBezTo>
                    <a:pt x="104477" y="24689"/>
                    <a:pt x="107747" y="23089"/>
                    <a:pt x="109769" y="19968"/>
                  </a:cubicBezTo>
                  <a:cubicBezTo>
                    <a:pt x="111389" y="17466"/>
                    <a:pt x="111791" y="14724"/>
                    <a:pt x="110961" y="11820"/>
                  </a:cubicBezTo>
                  <a:cubicBezTo>
                    <a:pt x="109585" y="7016"/>
                    <a:pt x="105018" y="2695"/>
                    <a:pt x="101216" y="909"/>
                  </a:cubicBezTo>
                  <a:cubicBezTo>
                    <a:pt x="99874" y="279"/>
                    <a:pt x="98573" y="1"/>
                    <a:pt x="97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5"/>
            <p:cNvSpPr/>
            <p:nvPr/>
          </p:nvSpPr>
          <p:spPr>
            <a:xfrm flipH="1" rot="10800000">
              <a:off x="2768223" y="-54827"/>
              <a:ext cx="4335456" cy="728679"/>
            </a:xfrm>
            <a:custGeom>
              <a:rect b="b" l="l" r="r" t="t"/>
              <a:pathLst>
                <a:path extrusionOk="0" h="18209" w="108339">
                  <a:moveTo>
                    <a:pt x="27698" y="402"/>
                  </a:moveTo>
                  <a:cubicBezTo>
                    <a:pt x="32888" y="402"/>
                    <a:pt x="38022" y="2124"/>
                    <a:pt x="42576" y="3656"/>
                  </a:cubicBezTo>
                  <a:cubicBezTo>
                    <a:pt x="47416" y="5283"/>
                    <a:pt x="52582" y="6948"/>
                    <a:pt x="57857" y="7844"/>
                  </a:cubicBezTo>
                  <a:cubicBezTo>
                    <a:pt x="62292" y="8597"/>
                    <a:pt x="66755" y="8977"/>
                    <a:pt x="71177" y="8977"/>
                  </a:cubicBezTo>
                  <a:cubicBezTo>
                    <a:pt x="72693" y="8977"/>
                    <a:pt x="74204" y="8932"/>
                    <a:pt x="75707" y="8843"/>
                  </a:cubicBezTo>
                  <a:cubicBezTo>
                    <a:pt x="78578" y="8671"/>
                    <a:pt x="81363" y="8335"/>
                    <a:pt x="83983" y="7841"/>
                  </a:cubicBezTo>
                  <a:cubicBezTo>
                    <a:pt x="84740" y="7698"/>
                    <a:pt x="85506" y="7531"/>
                    <a:pt x="86246" y="7371"/>
                  </a:cubicBezTo>
                  <a:cubicBezTo>
                    <a:pt x="87567" y="7085"/>
                    <a:pt x="88932" y="6788"/>
                    <a:pt x="90288" y="6616"/>
                  </a:cubicBezTo>
                  <a:cubicBezTo>
                    <a:pt x="91569" y="6455"/>
                    <a:pt x="92767" y="6374"/>
                    <a:pt x="93889" y="6374"/>
                  </a:cubicBezTo>
                  <a:cubicBezTo>
                    <a:pt x="97369" y="6374"/>
                    <a:pt x="100126" y="7157"/>
                    <a:pt x="102405" y="8765"/>
                  </a:cubicBezTo>
                  <a:cubicBezTo>
                    <a:pt x="104715" y="10399"/>
                    <a:pt x="107752" y="14521"/>
                    <a:pt x="107336" y="17804"/>
                  </a:cubicBezTo>
                  <a:lnTo>
                    <a:pt x="2840" y="17804"/>
                  </a:lnTo>
                  <a:cubicBezTo>
                    <a:pt x="2038" y="16930"/>
                    <a:pt x="1495" y="16015"/>
                    <a:pt x="1180" y="15011"/>
                  </a:cubicBezTo>
                  <a:cubicBezTo>
                    <a:pt x="328" y="12292"/>
                    <a:pt x="1140" y="8835"/>
                    <a:pt x="2950" y="7464"/>
                  </a:cubicBezTo>
                  <a:cubicBezTo>
                    <a:pt x="4188" y="6527"/>
                    <a:pt x="5746" y="6255"/>
                    <a:pt x="7263" y="6255"/>
                  </a:cubicBezTo>
                  <a:cubicBezTo>
                    <a:pt x="8508" y="6255"/>
                    <a:pt x="9724" y="6438"/>
                    <a:pt x="10713" y="6586"/>
                  </a:cubicBezTo>
                  <a:cubicBezTo>
                    <a:pt x="13555" y="7015"/>
                    <a:pt x="16398" y="7815"/>
                    <a:pt x="19148" y="8591"/>
                  </a:cubicBezTo>
                  <a:cubicBezTo>
                    <a:pt x="20420" y="8950"/>
                    <a:pt x="21733" y="9320"/>
                    <a:pt x="23031" y="9648"/>
                  </a:cubicBezTo>
                  <a:cubicBezTo>
                    <a:pt x="23892" y="9867"/>
                    <a:pt x="24772" y="10044"/>
                    <a:pt x="25624" y="10217"/>
                  </a:cubicBezTo>
                  <a:cubicBezTo>
                    <a:pt x="26578" y="10410"/>
                    <a:pt x="27561" y="10610"/>
                    <a:pt x="28520" y="10866"/>
                  </a:cubicBezTo>
                  <a:cubicBezTo>
                    <a:pt x="29266" y="11066"/>
                    <a:pt x="30023" y="11287"/>
                    <a:pt x="30753" y="11502"/>
                  </a:cubicBezTo>
                  <a:cubicBezTo>
                    <a:pt x="31592" y="11746"/>
                    <a:pt x="32458" y="12000"/>
                    <a:pt x="33317" y="12223"/>
                  </a:cubicBezTo>
                  <a:lnTo>
                    <a:pt x="33467" y="12263"/>
                  </a:lnTo>
                  <a:cubicBezTo>
                    <a:pt x="34991" y="12659"/>
                    <a:pt x="36728" y="13111"/>
                    <a:pt x="38421" y="13111"/>
                  </a:cubicBezTo>
                  <a:cubicBezTo>
                    <a:pt x="39680" y="13111"/>
                    <a:pt x="40914" y="12861"/>
                    <a:pt x="42017" y="12152"/>
                  </a:cubicBezTo>
                  <a:cubicBezTo>
                    <a:pt x="42247" y="12003"/>
                    <a:pt x="42254" y="11687"/>
                    <a:pt x="42130" y="11480"/>
                  </a:cubicBezTo>
                  <a:cubicBezTo>
                    <a:pt x="39927" y="7838"/>
                    <a:pt x="35420" y="7355"/>
                    <a:pt x="32131" y="7002"/>
                  </a:cubicBezTo>
                  <a:cubicBezTo>
                    <a:pt x="30552" y="6834"/>
                    <a:pt x="28936" y="6794"/>
                    <a:pt x="27373" y="6755"/>
                  </a:cubicBezTo>
                  <a:cubicBezTo>
                    <a:pt x="24971" y="6694"/>
                    <a:pt x="22485" y="6634"/>
                    <a:pt x="20094" y="6098"/>
                  </a:cubicBezTo>
                  <a:lnTo>
                    <a:pt x="19861" y="6045"/>
                  </a:lnTo>
                  <a:cubicBezTo>
                    <a:pt x="19174" y="5899"/>
                    <a:pt x="18323" y="5715"/>
                    <a:pt x="17845" y="5185"/>
                  </a:cubicBezTo>
                  <a:cubicBezTo>
                    <a:pt x="17683" y="5000"/>
                    <a:pt x="17613" y="4809"/>
                    <a:pt x="17637" y="4599"/>
                  </a:cubicBezTo>
                  <a:cubicBezTo>
                    <a:pt x="17720" y="3886"/>
                    <a:pt x="18816" y="3119"/>
                    <a:pt x="19284" y="2791"/>
                  </a:cubicBezTo>
                  <a:lnTo>
                    <a:pt x="19370" y="2730"/>
                  </a:lnTo>
                  <a:cubicBezTo>
                    <a:pt x="21382" y="1313"/>
                    <a:pt x="23882" y="535"/>
                    <a:pt x="26803" y="420"/>
                  </a:cubicBezTo>
                  <a:cubicBezTo>
                    <a:pt x="27101" y="408"/>
                    <a:pt x="27399" y="402"/>
                    <a:pt x="27698" y="402"/>
                  </a:cubicBezTo>
                  <a:close/>
                  <a:moveTo>
                    <a:pt x="27716" y="0"/>
                  </a:moveTo>
                  <a:cubicBezTo>
                    <a:pt x="27408" y="0"/>
                    <a:pt x="27101" y="6"/>
                    <a:pt x="26793" y="18"/>
                  </a:cubicBezTo>
                  <a:cubicBezTo>
                    <a:pt x="23792" y="137"/>
                    <a:pt x="21220" y="940"/>
                    <a:pt x="19143" y="2401"/>
                  </a:cubicBezTo>
                  <a:lnTo>
                    <a:pt x="19057" y="2461"/>
                  </a:lnTo>
                  <a:cubicBezTo>
                    <a:pt x="18500" y="2850"/>
                    <a:pt x="17342" y="3659"/>
                    <a:pt x="17241" y="4552"/>
                  </a:cubicBezTo>
                  <a:cubicBezTo>
                    <a:pt x="17204" y="4879"/>
                    <a:pt x="17307" y="5183"/>
                    <a:pt x="17550" y="5452"/>
                  </a:cubicBezTo>
                  <a:cubicBezTo>
                    <a:pt x="18114" y="6081"/>
                    <a:pt x="19037" y="6279"/>
                    <a:pt x="19779" y="6438"/>
                  </a:cubicBezTo>
                  <a:lnTo>
                    <a:pt x="20009" y="6488"/>
                  </a:lnTo>
                  <a:cubicBezTo>
                    <a:pt x="22436" y="7034"/>
                    <a:pt x="24942" y="7095"/>
                    <a:pt x="27366" y="7155"/>
                  </a:cubicBezTo>
                  <a:cubicBezTo>
                    <a:pt x="28920" y="7194"/>
                    <a:pt x="30528" y="7234"/>
                    <a:pt x="32089" y="7401"/>
                  </a:cubicBezTo>
                  <a:cubicBezTo>
                    <a:pt x="35297" y="7744"/>
                    <a:pt x="39689" y="8215"/>
                    <a:pt x="41788" y="11686"/>
                  </a:cubicBezTo>
                  <a:cubicBezTo>
                    <a:pt x="41818" y="11736"/>
                    <a:pt x="41813" y="11800"/>
                    <a:pt x="41803" y="11810"/>
                  </a:cubicBezTo>
                  <a:cubicBezTo>
                    <a:pt x="40777" y="12469"/>
                    <a:pt x="39614" y="12703"/>
                    <a:pt x="38419" y="12703"/>
                  </a:cubicBezTo>
                  <a:cubicBezTo>
                    <a:pt x="36773" y="12703"/>
                    <a:pt x="35066" y="12260"/>
                    <a:pt x="33571" y="11872"/>
                  </a:cubicBezTo>
                  <a:lnTo>
                    <a:pt x="33421" y="11832"/>
                  </a:lnTo>
                  <a:cubicBezTo>
                    <a:pt x="32568" y="11613"/>
                    <a:pt x="31706" y="11359"/>
                    <a:pt x="30871" y="11114"/>
                  </a:cubicBezTo>
                  <a:cubicBezTo>
                    <a:pt x="30136" y="10900"/>
                    <a:pt x="29377" y="10677"/>
                    <a:pt x="28627" y="10477"/>
                  </a:cubicBezTo>
                  <a:cubicBezTo>
                    <a:pt x="27659" y="10217"/>
                    <a:pt x="26667" y="10017"/>
                    <a:pt x="25708" y="9823"/>
                  </a:cubicBezTo>
                  <a:cubicBezTo>
                    <a:pt x="24862" y="9650"/>
                    <a:pt x="23985" y="9473"/>
                    <a:pt x="23133" y="9257"/>
                  </a:cubicBezTo>
                  <a:cubicBezTo>
                    <a:pt x="21840" y="8930"/>
                    <a:pt x="20529" y="8560"/>
                    <a:pt x="19261" y="8202"/>
                  </a:cubicBezTo>
                  <a:cubicBezTo>
                    <a:pt x="16498" y="7424"/>
                    <a:pt x="13642" y="6619"/>
                    <a:pt x="10776" y="6188"/>
                  </a:cubicBezTo>
                  <a:cubicBezTo>
                    <a:pt x="9769" y="6036"/>
                    <a:pt x="8534" y="5850"/>
                    <a:pt x="7263" y="5850"/>
                  </a:cubicBezTo>
                  <a:cubicBezTo>
                    <a:pt x="5677" y="5850"/>
                    <a:pt x="4036" y="6139"/>
                    <a:pt x="2711" y="7142"/>
                  </a:cubicBezTo>
                  <a:cubicBezTo>
                    <a:pt x="579" y="8757"/>
                    <a:pt x="1" y="12576"/>
                    <a:pt x="798" y="15131"/>
                  </a:cubicBezTo>
                  <a:cubicBezTo>
                    <a:pt x="1138" y="16218"/>
                    <a:pt x="1730" y="17203"/>
                    <a:pt x="2606" y="18144"/>
                  </a:cubicBezTo>
                  <a:lnTo>
                    <a:pt x="2666" y="18209"/>
                  </a:lnTo>
                  <a:lnTo>
                    <a:pt x="107680" y="18209"/>
                  </a:lnTo>
                  <a:lnTo>
                    <a:pt x="107713" y="18040"/>
                  </a:lnTo>
                  <a:cubicBezTo>
                    <a:pt x="108339" y="14231"/>
                    <a:pt x="104720" y="9907"/>
                    <a:pt x="102642" y="8438"/>
                  </a:cubicBezTo>
                  <a:cubicBezTo>
                    <a:pt x="100295" y="6780"/>
                    <a:pt x="97465" y="5972"/>
                    <a:pt x="93901" y="5972"/>
                  </a:cubicBezTo>
                  <a:cubicBezTo>
                    <a:pt x="92759" y="5972"/>
                    <a:pt x="91543" y="6055"/>
                    <a:pt x="90243" y="6219"/>
                  </a:cubicBezTo>
                  <a:cubicBezTo>
                    <a:pt x="88870" y="6392"/>
                    <a:pt x="87495" y="6691"/>
                    <a:pt x="86166" y="6979"/>
                  </a:cubicBezTo>
                  <a:cubicBezTo>
                    <a:pt x="85428" y="7141"/>
                    <a:pt x="84666" y="7307"/>
                    <a:pt x="83913" y="7448"/>
                  </a:cubicBezTo>
                  <a:cubicBezTo>
                    <a:pt x="81310" y="7937"/>
                    <a:pt x="78543" y="8272"/>
                    <a:pt x="75687" y="8443"/>
                  </a:cubicBezTo>
                  <a:cubicBezTo>
                    <a:pt x="74193" y="8531"/>
                    <a:pt x="72692" y="8575"/>
                    <a:pt x="71186" y="8575"/>
                  </a:cubicBezTo>
                  <a:cubicBezTo>
                    <a:pt x="66784" y="8575"/>
                    <a:pt x="62342" y="8199"/>
                    <a:pt x="57928" y="7448"/>
                  </a:cubicBezTo>
                  <a:cubicBezTo>
                    <a:pt x="52682" y="6556"/>
                    <a:pt x="47532" y="4898"/>
                    <a:pt x="42708" y="3276"/>
                  </a:cubicBezTo>
                  <a:cubicBezTo>
                    <a:pt x="38128" y="1734"/>
                    <a:pt x="32975" y="0"/>
                    <a:pt x="277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5"/>
            <p:cNvSpPr/>
            <p:nvPr/>
          </p:nvSpPr>
          <p:spPr>
            <a:xfrm flipH="1" rot="10800000">
              <a:off x="4932235" y="-54856"/>
              <a:ext cx="4348422" cy="1563444"/>
            </a:xfrm>
            <a:custGeom>
              <a:rect b="b" l="l" r="r" t="t"/>
              <a:pathLst>
                <a:path extrusionOk="0" h="39069" w="108663">
                  <a:moveTo>
                    <a:pt x="46151" y="403"/>
                  </a:moveTo>
                  <a:cubicBezTo>
                    <a:pt x="46500" y="403"/>
                    <a:pt x="46847" y="405"/>
                    <a:pt x="47194" y="409"/>
                  </a:cubicBezTo>
                  <a:cubicBezTo>
                    <a:pt x="60555" y="576"/>
                    <a:pt x="71907" y="4288"/>
                    <a:pt x="80932" y="11441"/>
                  </a:cubicBezTo>
                  <a:cubicBezTo>
                    <a:pt x="84958" y="14633"/>
                    <a:pt x="88903" y="18201"/>
                    <a:pt x="92718" y="21653"/>
                  </a:cubicBezTo>
                  <a:cubicBezTo>
                    <a:pt x="94523" y="23286"/>
                    <a:pt x="96389" y="24974"/>
                    <a:pt x="98238" y="26600"/>
                  </a:cubicBezTo>
                  <a:cubicBezTo>
                    <a:pt x="101177" y="29181"/>
                    <a:pt x="104663" y="32202"/>
                    <a:pt x="108257" y="35034"/>
                  </a:cubicBezTo>
                  <a:cubicBezTo>
                    <a:pt x="108185" y="37046"/>
                    <a:pt x="106877" y="38663"/>
                    <a:pt x="105303" y="38663"/>
                  </a:cubicBezTo>
                  <a:lnTo>
                    <a:pt x="95006" y="38663"/>
                  </a:lnTo>
                  <a:cubicBezTo>
                    <a:pt x="94337" y="37862"/>
                    <a:pt x="93741" y="37110"/>
                    <a:pt x="93190" y="36368"/>
                  </a:cubicBezTo>
                  <a:cubicBezTo>
                    <a:pt x="91738" y="34415"/>
                    <a:pt x="90482" y="32209"/>
                    <a:pt x="89268" y="30076"/>
                  </a:cubicBezTo>
                  <a:cubicBezTo>
                    <a:pt x="88255" y="28296"/>
                    <a:pt x="87207" y="26455"/>
                    <a:pt x="86046" y="24761"/>
                  </a:cubicBezTo>
                  <a:cubicBezTo>
                    <a:pt x="84901" y="23090"/>
                    <a:pt x="83654" y="21394"/>
                    <a:pt x="82109" y="20589"/>
                  </a:cubicBezTo>
                  <a:cubicBezTo>
                    <a:pt x="81766" y="20411"/>
                    <a:pt x="81285" y="20282"/>
                    <a:pt x="80790" y="20282"/>
                  </a:cubicBezTo>
                  <a:cubicBezTo>
                    <a:pt x="80446" y="20282"/>
                    <a:pt x="80095" y="20344"/>
                    <a:pt x="79779" y="20494"/>
                  </a:cubicBezTo>
                  <a:cubicBezTo>
                    <a:pt x="79253" y="20744"/>
                    <a:pt x="78909" y="21200"/>
                    <a:pt x="78784" y="21809"/>
                  </a:cubicBezTo>
                  <a:cubicBezTo>
                    <a:pt x="78479" y="23295"/>
                    <a:pt x="79725" y="24879"/>
                    <a:pt x="80550" y="25925"/>
                  </a:cubicBezTo>
                  <a:cubicBezTo>
                    <a:pt x="80666" y="26074"/>
                    <a:pt x="80775" y="26210"/>
                    <a:pt x="80868" y="26335"/>
                  </a:cubicBezTo>
                  <a:cubicBezTo>
                    <a:pt x="81946" y="27764"/>
                    <a:pt x="82835" y="29354"/>
                    <a:pt x="83661" y="31345"/>
                  </a:cubicBezTo>
                  <a:cubicBezTo>
                    <a:pt x="84287" y="32848"/>
                    <a:pt x="85364" y="35767"/>
                    <a:pt x="85660" y="38663"/>
                  </a:cubicBezTo>
                  <a:lnTo>
                    <a:pt x="76327" y="38663"/>
                  </a:lnTo>
                  <a:cubicBezTo>
                    <a:pt x="76685" y="34328"/>
                    <a:pt x="75134" y="29497"/>
                    <a:pt x="72336" y="26295"/>
                  </a:cubicBezTo>
                  <a:cubicBezTo>
                    <a:pt x="70016" y="23636"/>
                    <a:pt x="66829" y="21619"/>
                    <a:pt x="62597" y="20130"/>
                  </a:cubicBezTo>
                  <a:cubicBezTo>
                    <a:pt x="58968" y="18853"/>
                    <a:pt x="54987" y="18071"/>
                    <a:pt x="50066" y="17668"/>
                  </a:cubicBezTo>
                  <a:cubicBezTo>
                    <a:pt x="47919" y="17494"/>
                    <a:pt x="45723" y="17407"/>
                    <a:pt x="43437" y="17407"/>
                  </a:cubicBezTo>
                  <a:cubicBezTo>
                    <a:pt x="41731" y="17407"/>
                    <a:pt x="39974" y="17455"/>
                    <a:pt x="38150" y="17552"/>
                  </a:cubicBezTo>
                  <a:cubicBezTo>
                    <a:pt x="34341" y="17757"/>
                    <a:pt x="31394" y="18197"/>
                    <a:pt x="28604" y="18985"/>
                  </a:cubicBezTo>
                  <a:cubicBezTo>
                    <a:pt x="27525" y="19288"/>
                    <a:pt x="26448" y="19608"/>
                    <a:pt x="25369" y="19927"/>
                  </a:cubicBezTo>
                  <a:cubicBezTo>
                    <a:pt x="21997" y="20924"/>
                    <a:pt x="18511" y="21956"/>
                    <a:pt x="15020" y="22506"/>
                  </a:cubicBezTo>
                  <a:cubicBezTo>
                    <a:pt x="13538" y="22740"/>
                    <a:pt x="11993" y="22922"/>
                    <a:pt x="10477" y="22922"/>
                  </a:cubicBezTo>
                  <a:cubicBezTo>
                    <a:pt x="7660" y="22922"/>
                    <a:pt x="4942" y="22294"/>
                    <a:pt x="2908" y="20201"/>
                  </a:cubicBezTo>
                  <a:cubicBezTo>
                    <a:pt x="2318" y="19594"/>
                    <a:pt x="445" y="17417"/>
                    <a:pt x="1110" y="14892"/>
                  </a:cubicBezTo>
                  <a:cubicBezTo>
                    <a:pt x="1609" y="13004"/>
                    <a:pt x="3139" y="11676"/>
                    <a:pt x="4417" y="10728"/>
                  </a:cubicBezTo>
                  <a:cubicBezTo>
                    <a:pt x="7502" y="8442"/>
                    <a:pt x="11094" y="7120"/>
                    <a:pt x="14506" y="5962"/>
                  </a:cubicBezTo>
                  <a:cubicBezTo>
                    <a:pt x="25380" y="2272"/>
                    <a:pt x="36012" y="403"/>
                    <a:pt x="46151" y="403"/>
                  </a:cubicBezTo>
                  <a:close/>
                  <a:moveTo>
                    <a:pt x="46184" y="0"/>
                  </a:moveTo>
                  <a:cubicBezTo>
                    <a:pt x="35995" y="0"/>
                    <a:pt x="25302" y="1873"/>
                    <a:pt x="14376" y="5582"/>
                  </a:cubicBezTo>
                  <a:cubicBezTo>
                    <a:pt x="10932" y="6749"/>
                    <a:pt x="7309" y="8083"/>
                    <a:pt x="4175" y="10405"/>
                  </a:cubicBezTo>
                  <a:cubicBezTo>
                    <a:pt x="2845" y="11391"/>
                    <a:pt x="1250" y="12780"/>
                    <a:pt x="720" y="14790"/>
                  </a:cubicBezTo>
                  <a:cubicBezTo>
                    <a:pt x="0" y="17521"/>
                    <a:pt x="1992" y="19837"/>
                    <a:pt x="2618" y="20484"/>
                  </a:cubicBezTo>
                  <a:cubicBezTo>
                    <a:pt x="4745" y="22672"/>
                    <a:pt x="7559" y="23326"/>
                    <a:pt x="10464" y="23326"/>
                  </a:cubicBezTo>
                  <a:cubicBezTo>
                    <a:pt x="12008" y="23326"/>
                    <a:pt x="13578" y="23141"/>
                    <a:pt x="15083" y="22903"/>
                  </a:cubicBezTo>
                  <a:cubicBezTo>
                    <a:pt x="18599" y="22350"/>
                    <a:pt x="22098" y="21314"/>
                    <a:pt x="25483" y="20314"/>
                  </a:cubicBezTo>
                  <a:cubicBezTo>
                    <a:pt x="26558" y="19996"/>
                    <a:pt x="27635" y="19678"/>
                    <a:pt x="28713" y="19374"/>
                  </a:cubicBezTo>
                  <a:cubicBezTo>
                    <a:pt x="31476" y="18595"/>
                    <a:pt x="34392" y="18158"/>
                    <a:pt x="38171" y="17957"/>
                  </a:cubicBezTo>
                  <a:cubicBezTo>
                    <a:pt x="39992" y="17859"/>
                    <a:pt x="41744" y="17811"/>
                    <a:pt x="43446" y="17811"/>
                  </a:cubicBezTo>
                  <a:cubicBezTo>
                    <a:pt x="45718" y="17811"/>
                    <a:pt x="47900" y="17898"/>
                    <a:pt x="50034" y="18072"/>
                  </a:cubicBezTo>
                  <a:cubicBezTo>
                    <a:pt x="54919" y="18471"/>
                    <a:pt x="58869" y="19245"/>
                    <a:pt x="62464" y="20513"/>
                  </a:cubicBezTo>
                  <a:cubicBezTo>
                    <a:pt x="66629" y="21980"/>
                    <a:pt x="69761" y="23959"/>
                    <a:pt x="72035" y="26564"/>
                  </a:cubicBezTo>
                  <a:cubicBezTo>
                    <a:pt x="74808" y="29740"/>
                    <a:pt x="76328" y="34562"/>
                    <a:pt x="75907" y="38847"/>
                  </a:cubicBezTo>
                  <a:lnTo>
                    <a:pt x="75885" y="39069"/>
                  </a:lnTo>
                  <a:lnTo>
                    <a:pt x="86103" y="39069"/>
                  </a:lnTo>
                  <a:lnTo>
                    <a:pt x="86083" y="38849"/>
                  </a:lnTo>
                  <a:cubicBezTo>
                    <a:pt x="85816" y="35827"/>
                    <a:pt x="84685" y="32755"/>
                    <a:pt x="84035" y="31193"/>
                  </a:cubicBezTo>
                  <a:cubicBezTo>
                    <a:pt x="83194" y="29170"/>
                    <a:pt x="82289" y="27550"/>
                    <a:pt x="81192" y="26094"/>
                  </a:cubicBezTo>
                  <a:cubicBezTo>
                    <a:pt x="81095" y="25968"/>
                    <a:pt x="80986" y="25829"/>
                    <a:pt x="80868" y="25679"/>
                  </a:cubicBezTo>
                  <a:cubicBezTo>
                    <a:pt x="80089" y="24692"/>
                    <a:pt x="78913" y="23196"/>
                    <a:pt x="79180" y="21893"/>
                  </a:cubicBezTo>
                  <a:cubicBezTo>
                    <a:pt x="79280" y="21406"/>
                    <a:pt x="79542" y="21057"/>
                    <a:pt x="79953" y="20860"/>
                  </a:cubicBezTo>
                  <a:cubicBezTo>
                    <a:pt x="80215" y="20736"/>
                    <a:pt x="80506" y="20684"/>
                    <a:pt x="80793" y="20684"/>
                  </a:cubicBezTo>
                  <a:cubicBezTo>
                    <a:pt x="81216" y="20684"/>
                    <a:pt x="81630" y="20796"/>
                    <a:pt x="81925" y="20950"/>
                  </a:cubicBezTo>
                  <a:cubicBezTo>
                    <a:pt x="83388" y="21710"/>
                    <a:pt x="84600" y="23365"/>
                    <a:pt x="85716" y="24991"/>
                  </a:cubicBezTo>
                  <a:cubicBezTo>
                    <a:pt x="86867" y="26672"/>
                    <a:pt x="87910" y="28506"/>
                    <a:pt x="88919" y="30277"/>
                  </a:cubicBezTo>
                  <a:cubicBezTo>
                    <a:pt x="90139" y="32421"/>
                    <a:pt x="91401" y="34638"/>
                    <a:pt x="92868" y="36611"/>
                  </a:cubicBezTo>
                  <a:cubicBezTo>
                    <a:pt x="93440" y="37380"/>
                    <a:pt x="94059" y="38160"/>
                    <a:pt x="94759" y="38996"/>
                  </a:cubicBezTo>
                  <a:lnTo>
                    <a:pt x="94819" y="39068"/>
                  </a:lnTo>
                  <a:lnTo>
                    <a:pt x="105303" y="39068"/>
                  </a:lnTo>
                  <a:cubicBezTo>
                    <a:pt x="107121" y="39068"/>
                    <a:pt x="108627" y="37217"/>
                    <a:pt x="108661" y="34947"/>
                  </a:cubicBezTo>
                  <a:lnTo>
                    <a:pt x="108663" y="34847"/>
                  </a:lnTo>
                  <a:lnTo>
                    <a:pt x="108584" y="34784"/>
                  </a:lnTo>
                  <a:cubicBezTo>
                    <a:pt x="104971" y="31939"/>
                    <a:pt x="101460" y="28897"/>
                    <a:pt x="98502" y="26300"/>
                  </a:cubicBezTo>
                  <a:cubicBezTo>
                    <a:pt x="96655" y="24675"/>
                    <a:pt x="94790" y="22989"/>
                    <a:pt x="92987" y="21357"/>
                  </a:cubicBezTo>
                  <a:cubicBezTo>
                    <a:pt x="89168" y="17899"/>
                    <a:pt x="85217" y="14326"/>
                    <a:pt x="81181" y="11127"/>
                  </a:cubicBezTo>
                  <a:cubicBezTo>
                    <a:pt x="72085" y="3918"/>
                    <a:pt x="60650" y="176"/>
                    <a:pt x="47197" y="6"/>
                  </a:cubicBezTo>
                  <a:cubicBezTo>
                    <a:pt x="46860" y="2"/>
                    <a:pt x="46522" y="0"/>
                    <a:pt x="46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5"/>
            <p:cNvSpPr/>
            <p:nvPr/>
          </p:nvSpPr>
          <p:spPr>
            <a:xfrm flipH="1" rot="10800000">
              <a:off x="5065015" y="6716277"/>
              <a:ext cx="4355665" cy="807744"/>
            </a:xfrm>
            <a:custGeom>
              <a:rect b="b" l="l" r="r" t="t"/>
              <a:pathLst>
                <a:path extrusionOk="0" h="28164" w="108844">
                  <a:moveTo>
                    <a:pt x="105484" y="409"/>
                  </a:moveTo>
                  <a:cubicBezTo>
                    <a:pt x="107116" y="409"/>
                    <a:pt x="108443" y="2114"/>
                    <a:pt x="108443" y="4208"/>
                  </a:cubicBezTo>
                  <a:lnTo>
                    <a:pt x="108443" y="9441"/>
                  </a:lnTo>
                  <a:cubicBezTo>
                    <a:pt x="107791" y="9431"/>
                    <a:pt x="107138" y="9426"/>
                    <a:pt x="106485" y="9426"/>
                  </a:cubicBezTo>
                  <a:cubicBezTo>
                    <a:pt x="96929" y="9426"/>
                    <a:pt x="87281" y="10461"/>
                    <a:pt x="77432" y="11618"/>
                  </a:cubicBezTo>
                  <a:lnTo>
                    <a:pt x="74438" y="11967"/>
                  </a:lnTo>
                  <a:cubicBezTo>
                    <a:pt x="68077" y="12707"/>
                    <a:pt x="61497" y="13471"/>
                    <a:pt x="55052" y="14524"/>
                  </a:cubicBezTo>
                  <a:cubicBezTo>
                    <a:pt x="50937" y="15196"/>
                    <a:pt x="47239" y="15919"/>
                    <a:pt x="43750" y="16739"/>
                  </a:cubicBezTo>
                  <a:cubicBezTo>
                    <a:pt x="39671" y="17698"/>
                    <a:pt x="36280" y="18535"/>
                    <a:pt x="32894" y="19868"/>
                  </a:cubicBezTo>
                  <a:cubicBezTo>
                    <a:pt x="30642" y="20754"/>
                    <a:pt x="28443" y="21986"/>
                    <a:pt x="26315" y="23179"/>
                  </a:cubicBezTo>
                  <a:cubicBezTo>
                    <a:pt x="22603" y="25262"/>
                    <a:pt x="18761" y="27414"/>
                    <a:pt x="14582" y="27728"/>
                  </a:cubicBezTo>
                  <a:cubicBezTo>
                    <a:pt x="14284" y="27750"/>
                    <a:pt x="13983" y="27761"/>
                    <a:pt x="13680" y="27761"/>
                  </a:cubicBezTo>
                  <a:cubicBezTo>
                    <a:pt x="8600" y="27761"/>
                    <a:pt x="3011" y="24606"/>
                    <a:pt x="1265" y="17265"/>
                  </a:cubicBezTo>
                  <a:cubicBezTo>
                    <a:pt x="424" y="13728"/>
                    <a:pt x="774" y="10998"/>
                    <a:pt x="2304" y="9148"/>
                  </a:cubicBezTo>
                  <a:cubicBezTo>
                    <a:pt x="3847" y="7282"/>
                    <a:pt x="6123" y="6467"/>
                    <a:pt x="8144" y="5916"/>
                  </a:cubicBezTo>
                  <a:cubicBezTo>
                    <a:pt x="14663" y="4135"/>
                    <a:pt x="21503" y="4060"/>
                    <a:pt x="27536" y="3991"/>
                  </a:cubicBezTo>
                  <a:lnTo>
                    <a:pt x="28284" y="3982"/>
                  </a:lnTo>
                  <a:cubicBezTo>
                    <a:pt x="35338" y="3908"/>
                    <a:pt x="42635" y="3830"/>
                    <a:pt x="49562" y="1411"/>
                  </a:cubicBezTo>
                  <a:cubicBezTo>
                    <a:pt x="50530" y="1072"/>
                    <a:pt x="51303" y="753"/>
                    <a:pt x="51989" y="409"/>
                  </a:cubicBezTo>
                  <a:lnTo>
                    <a:pt x="51989" y="410"/>
                  </a:lnTo>
                  <a:lnTo>
                    <a:pt x="77472" y="410"/>
                  </a:lnTo>
                  <a:cubicBezTo>
                    <a:pt x="75657" y="1022"/>
                    <a:pt x="73845" y="1526"/>
                    <a:pt x="72138" y="1986"/>
                  </a:cubicBezTo>
                  <a:cubicBezTo>
                    <a:pt x="71479" y="2162"/>
                    <a:pt x="70816" y="2334"/>
                    <a:pt x="70156" y="2505"/>
                  </a:cubicBezTo>
                  <a:cubicBezTo>
                    <a:pt x="68329" y="2977"/>
                    <a:pt x="66440" y="3467"/>
                    <a:pt x="64605" y="4082"/>
                  </a:cubicBezTo>
                  <a:cubicBezTo>
                    <a:pt x="61004" y="5291"/>
                    <a:pt x="57124" y="6040"/>
                    <a:pt x="52740" y="6369"/>
                  </a:cubicBezTo>
                  <a:cubicBezTo>
                    <a:pt x="49638" y="6602"/>
                    <a:pt x="46418" y="6602"/>
                    <a:pt x="43304" y="6603"/>
                  </a:cubicBezTo>
                  <a:cubicBezTo>
                    <a:pt x="34965" y="6606"/>
                    <a:pt x="26344" y="6609"/>
                    <a:pt x="18528" y="10955"/>
                  </a:cubicBezTo>
                  <a:cubicBezTo>
                    <a:pt x="14223" y="13350"/>
                    <a:pt x="12644" y="15910"/>
                    <a:pt x="13835" y="18561"/>
                  </a:cubicBezTo>
                  <a:cubicBezTo>
                    <a:pt x="14838" y="20791"/>
                    <a:pt x="17057" y="22107"/>
                    <a:pt x="18813" y="22421"/>
                  </a:cubicBezTo>
                  <a:cubicBezTo>
                    <a:pt x="19239" y="22498"/>
                    <a:pt x="19668" y="22533"/>
                    <a:pt x="20097" y="22533"/>
                  </a:cubicBezTo>
                  <a:cubicBezTo>
                    <a:pt x="22307" y="22533"/>
                    <a:pt x="24513" y="21604"/>
                    <a:pt x="26433" y="20647"/>
                  </a:cubicBezTo>
                  <a:cubicBezTo>
                    <a:pt x="27444" y="20142"/>
                    <a:pt x="28451" y="19561"/>
                    <a:pt x="29427" y="18998"/>
                  </a:cubicBezTo>
                  <a:cubicBezTo>
                    <a:pt x="30955" y="18116"/>
                    <a:pt x="32534" y="17203"/>
                    <a:pt x="34157" y="16576"/>
                  </a:cubicBezTo>
                  <a:cubicBezTo>
                    <a:pt x="37956" y="15106"/>
                    <a:pt x="41874" y="14247"/>
                    <a:pt x="44864" y="13661"/>
                  </a:cubicBezTo>
                  <a:cubicBezTo>
                    <a:pt x="49244" y="12804"/>
                    <a:pt x="53720" y="12190"/>
                    <a:pt x="58050" y="11597"/>
                  </a:cubicBezTo>
                  <a:cubicBezTo>
                    <a:pt x="61146" y="11172"/>
                    <a:pt x="64344" y="10734"/>
                    <a:pt x="67486" y="10209"/>
                  </a:cubicBezTo>
                  <a:cubicBezTo>
                    <a:pt x="71305" y="9572"/>
                    <a:pt x="74827" y="8898"/>
                    <a:pt x="78252" y="8150"/>
                  </a:cubicBezTo>
                  <a:cubicBezTo>
                    <a:pt x="80759" y="7602"/>
                    <a:pt x="84017" y="6743"/>
                    <a:pt x="86995" y="4937"/>
                  </a:cubicBezTo>
                  <a:cubicBezTo>
                    <a:pt x="88677" y="3915"/>
                    <a:pt x="90044" y="2435"/>
                    <a:pt x="91173" y="409"/>
                  </a:cubicBezTo>
                  <a:close/>
                  <a:moveTo>
                    <a:pt x="90934" y="0"/>
                  </a:moveTo>
                  <a:lnTo>
                    <a:pt x="90877" y="105"/>
                  </a:lnTo>
                  <a:cubicBezTo>
                    <a:pt x="89755" y="2148"/>
                    <a:pt x="88458" y="3572"/>
                    <a:pt x="86786" y="4587"/>
                  </a:cubicBezTo>
                  <a:cubicBezTo>
                    <a:pt x="83860" y="6361"/>
                    <a:pt x="80642" y="7209"/>
                    <a:pt x="78166" y="7749"/>
                  </a:cubicBezTo>
                  <a:cubicBezTo>
                    <a:pt x="74747" y="8496"/>
                    <a:pt x="71232" y="9168"/>
                    <a:pt x="67420" y="9804"/>
                  </a:cubicBezTo>
                  <a:cubicBezTo>
                    <a:pt x="64284" y="10326"/>
                    <a:pt x="61086" y="10767"/>
                    <a:pt x="57994" y="11189"/>
                  </a:cubicBezTo>
                  <a:cubicBezTo>
                    <a:pt x="53660" y="11784"/>
                    <a:pt x="49177" y="12398"/>
                    <a:pt x="44787" y="13257"/>
                  </a:cubicBezTo>
                  <a:cubicBezTo>
                    <a:pt x="41781" y="13846"/>
                    <a:pt x="37840" y="14712"/>
                    <a:pt x="34011" y="16192"/>
                  </a:cubicBezTo>
                  <a:cubicBezTo>
                    <a:pt x="32361" y="16832"/>
                    <a:pt x="30768" y="17751"/>
                    <a:pt x="29227" y="18641"/>
                  </a:cubicBezTo>
                  <a:cubicBezTo>
                    <a:pt x="28257" y="19199"/>
                    <a:pt x="27256" y="19778"/>
                    <a:pt x="26252" y="20278"/>
                  </a:cubicBezTo>
                  <a:cubicBezTo>
                    <a:pt x="24377" y="21213"/>
                    <a:pt x="22228" y="22123"/>
                    <a:pt x="20096" y="22123"/>
                  </a:cubicBezTo>
                  <a:cubicBezTo>
                    <a:pt x="19691" y="22123"/>
                    <a:pt x="19286" y="22090"/>
                    <a:pt x="18884" y="22019"/>
                  </a:cubicBezTo>
                  <a:cubicBezTo>
                    <a:pt x="17234" y="21723"/>
                    <a:pt x="15146" y="20485"/>
                    <a:pt x="14203" y="18389"/>
                  </a:cubicBezTo>
                  <a:cubicBezTo>
                    <a:pt x="13112" y="15962"/>
                    <a:pt x="14633" y="13577"/>
                    <a:pt x="18725" y="11302"/>
                  </a:cubicBezTo>
                  <a:cubicBezTo>
                    <a:pt x="26450" y="7006"/>
                    <a:pt x="35017" y="7004"/>
                    <a:pt x="43304" y="7002"/>
                  </a:cubicBezTo>
                  <a:cubicBezTo>
                    <a:pt x="46426" y="7002"/>
                    <a:pt x="49654" y="6999"/>
                    <a:pt x="52770" y="6766"/>
                  </a:cubicBezTo>
                  <a:cubicBezTo>
                    <a:pt x="57188" y="6433"/>
                    <a:pt x="61100" y="5680"/>
                    <a:pt x="64734" y="4460"/>
                  </a:cubicBezTo>
                  <a:cubicBezTo>
                    <a:pt x="66555" y="3847"/>
                    <a:pt x="68437" y="3359"/>
                    <a:pt x="70258" y="2889"/>
                  </a:cubicBezTo>
                  <a:cubicBezTo>
                    <a:pt x="70921" y="2718"/>
                    <a:pt x="71583" y="2546"/>
                    <a:pt x="72244" y="2369"/>
                  </a:cubicBezTo>
                  <a:cubicBezTo>
                    <a:pt x="74310" y="1815"/>
                    <a:pt x="76526" y="1191"/>
                    <a:pt x="78725" y="393"/>
                  </a:cubicBezTo>
                  <a:lnTo>
                    <a:pt x="79801" y="3"/>
                  </a:lnTo>
                  <a:lnTo>
                    <a:pt x="51891" y="3"/>
                  </a:lnTo>
                  <a:lnTo>
                    <a:pt x="51849" y="25"/>
                  </a:lnTo>
                  <a:cubicBezTo>
                    <a:pt x="51168" y="369"/>
                    <a:pt x="50398" y="688"/>
                    <a:pt x="49430" y="1026"/>
                  </a:cubicBezTo>
                  <a:cubicBezTo>
                    <a:pt x="42565" y="3424"/>
                    <a:pt x="35301" y="3502"/>
                    <a:pt x="28279" y="3577"/>
                  </a:cubicBezTo>
                  <a:lnTo>
                    <a:pt x="27530" y="3587"/>
                  </a:lnTo>
                  <a:cubicBezTo>
                    <a:pt x="21472" y="3654"/>
                    <a:pt x="14606" y="3731"/>
                    <a:pt x="8035" y="5524"/>
                  </a:cubicBezTo>
                  <a:cubicBezTo>
                    <a:pt x="5955" y="6091"/>
                    <a:pt x="3608" y="6937"/>
                    <a:pt x="1994" y="8889"/>
                  </a:cubicBezTo>
                  <a:cubicBezTo>
                    <a:pt x="378" y="10842"/>
                    <a:pt x="1" y="13691"/>
                    <a:pt x="872" y="17356"/>
                  </a:cubicBezTo>
                  <a:cubicBezTo>
                    <a:pt x="2415" y="23842"/>
                    <a:pt x="7591" y="28164"/>
                    <a:pt x="13647" y="28164"/>
                  </a:cubicBezTo>
                  <a:cubicBezTo>
                    <a:pt x="13966" y="28164"/>
                    <a:pt x="14287" y="28154"/>
                    <a:pt x="14609" y="28121"/>
                  </a:cubicBezTo>
                  <a:cubicBezTo>
                    <a:pt x="18878" y="27800"/>
                    <a:pt x="22758" y="25623"/>
                    <a:pt x="26511" y="23520"/>
                  </a:cubicBezTo>
                  <a:cubicBezTo>
                    <a:pt x="28626" y="22334"/>
                    <a:pt x="30812" y="21108"/>
                    <a:pt x="33038" y="20233"/>
                  </a:cubicBezTo>
                  <a:cubicBezTo>
                    <a:pt x="36400" y="18911"/>
                    <a:pt x="39775" y="18075"/>
                    <a:pt x="43838" y="17121"/>
                  </a:cubicBezTo>
                  <a:cubicBezTo>
                    <a:pt x="47319" y="16305"/>
                    <a:pt x="51008" y="15582"/>
                    <a:pt x="55113" y="14912"/>
                  </a:cubicBezTo>
                  <a:cubicBezTo>
                    <a:pt x="61550" y="13861"/>
                    <a:pt x="68126" y="13097"/>
                    <a:pt x="74484" y="12357"/>
                  </a:cubicBezTo>
                  <a:lnTo>
                    <a:pt x="77477" y="12010"/>
                  </a:lnTo>
                  <a:cubicBezTo>
                    <a:pt x="87323" y="10854"/>
                    <a:pt x="96973" y="9822"/>
                    <a:pt x="106514" y="9822"/>
                  </a:cubicBezTo>
                  <a:cubicBezTo>
                    <a:pt x="107222" y="9822"/>
                    <a:pt x="107930" y="9827"/>
                    <a:pt x="108637" y="9839"/>
                  </a:cubicBezTo>
                  <a:lnTo>
                    <a:pt x="108843" y="9842"/>
                  </a:lnTo>
                  <a:lnTo>
                    <a:pt x="108843" y="4203"/>
                  </a:lnTo>
                  <a:cubicBezTo>
                    <a:pt x="108843" y="1884"/>
                    <a:pt x="107336" y="0"/>
                    <a:pt x="1054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 name="Google Shape;759;p25"/>
          <p:cNvSpPr/>
          <p:nvPr/>
        </p:nvSpPr>
        <p:spPr>
          <a:xfrm>
            <a:off x="408250" y="362757"/>
            <a:ext cx="8434200" cy="4594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5"/>
          <p:cNvSpPr/>
          <p:nvPr/>
        </p:nvSpPr>
        <p:spPr>
          <a:xfrm>
            <a:off x="301550" y="271625"/>
            <a:ext cx="8434200" cy="45849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25"/>
          <p:cNvSpPr txBox="1"/>
          <p:nvPr>
            <p:ph idx="1" type="subTitle"/>
          </p:nvPr>
        </p:nvSpPr>
        <p:spPr>
          <a:xfrm>
            <a:off x="7084550" y="4208775"/>
            <a:ext cx="913800" cy="394800"/>
          </a:xfrm>
          <a:prstGeom prst="rect">
            <a:avLst/>
          </a:prstGeom>
          <a:ln cap="flat" cmpd="sng" w="9525">
            <a:solidFill>
              <a:srgbClr val="000000"/>
            </a:solidFill>
            <a:prstDash val="solid"/>
            <a:round/>
            <a:headEnd len="sm" w="sm" type="none"/>
            <a:tailEnd len="sm" w="sm" type="none"/>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62" name="Google Shape;762;p25"/>
          <p:cNvSpPr txBox="1"/>
          <p:nvPr>
            <p:ph idx="2" type="subTitle"/>
          </p:nvPr>
        </p:nvSpPr>
        <p:spPr>
          <a:xfrm>
            <a:off x="3831913" y="1429775"/>
            <a:ext cx="2907600" cy="454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Font typeface="Bahiana"/>
              <a:buNone/>
              <a:defRPr sz="2400">
                <a:latin typeface="Bahiana"/>
                <a:ea typeface="Bahiana"/>
                <a:cs typeface="Bahiana"/>
                <a:sym typeface="Bahiana"/>
              </a:defRPr>
            </a:lvl1pPr>
            <a:lvl2pPr lvl="1" rtl="0">
              <a:lnSpc>
                <a:spcPct val="100000"/>
              </a:lnSpc>
              <a:spcBef>
                <a:spcPts val="1600"/>
              </a:spcBef>
              <a:spcAft>
                <a:spcPts val="0"/>
              </a:spcAft>
              <a:buSzPts val="1400"/>
              <a:buFont typeface="Bahiana"/>
              <a:buNone/>
              <a:defRPr>
                <a:latin typeface="Bahiana"/>
                <a:ea typeface="Bahiana"/>
                <a:cs typeface="Bahiana"/>
                <a:sym typeface="Bahiana"/>
              </a:defRPr>
            </a:lvl2pPr>
            <a:lvl3pPr lvl="2" rtl="0">
              <a:lnSpc>
                <a:spcPct val="100000"/>
              </a:lnSpc>
              <a:spcBef>
                <a:spcPts val="1600"/>
              </a:spcBef>
              <a:spcAft>
                <a:spcPts val="0"/>
              </a:spcAft>
              <a:buSzPts val="1400"/>
              <a:buFont typeface="Bahiana"/>
              <a:buNone/>
              <a:defRPr>
                <a:latin typeface="Bahiana"/>
                <a:ea typeface="Bahiana"/>
                <a:cs typeface="Bahiana"/>
                <a:sym typeface="Bahiana"/>
              </a:defRPr>
            </a:lvl3pPr>
            <a:lvl4pPr lvl="3" rtl="0">
              <a:lnSpc>
                <a:spcPct val="100000"/>
              </a:lnSpc>
              <a:spcBef>
                <a:spcPts val="1600"/>
              </a:spcBef>
              <a:spcAft>
                <a:spcPts val="0"/>
              </a:spcAft>
              <a:buSzPts val="1400"/>
              <a:buFont typeface="Bahiana"/>
              <a:buNone/>
              <a:defRPr>
                <a:latin typeface="Bahiana"/>
                <a:ea typeface="Bahiana"/>
                <a:cs typeface="Bahiana"/>
                <a:sym typeface="Bahiana"/>
              </a:defRPr>
            </a:lvl4pPr>
            <a:lvl5pPr lvl="4" rtl="0">
              <a:lnSpc>
                <a:spcPct val="100000"/>
              </a:lnSpc>
              <a:spcBef>
                <a:spcPts val="1600"/>
              </a:spcBef>
              <a:spcAft>
                <a:spcPts val="0"/>
              </a:spcAft>
              <a:buSzPts val="1400"/>
              <a:buFont typeface="Bahiana"/>
              <a:buNone/>
              <a:defRPr>
                <a:latin typeface="Bahiana"/>
                <a:ea typeface="Bahiana"/>
                <a:cs typeface="Bahiana"/>
                <a:sym typeface="Bahiana"/>
              </a:defRPr>
            </a:lvl5pPr>
            <a:lvl6pPr lvl="5" rtl="0">
              <a:lnSpc>
                <a:spcPct val="100000"/>
              </a:lnSpc>
              <a:spcBef>
                <a:spcPts val="1600"/>
              </a:spcBef>
              <a:spcAft>
                <a:spcPts val="0"/>
              </a:spcAft>
              <a:buSzPts val="1400"/>
              <a:buFont typeface="Bahiana"/>
              <a:buNone/>
              <a:defRPr>
                <a:latin typeface="Bahiana"/>
                <a:ea typeface="Bahiana"/>
                <a:cs typeface="Bahiana"/>
                <a:sym typeface="Bahiana"/>
              </a:defRPr>
            </a:lvl6pPr>
            <a:lvl7pPr lvl="6" rtl="0">
              <a:lnSpc>
                <a:spcPct val="100000"/>
              </a:lnSpc>
              <a:spcBef>
                <a:spcPts val="1600"/>
              </a:spcBef>
              <a:spcAft>
                <a:spcPts val="0"/>
              </a:spcAft>
              <a:buSzPts val="1400"/>
              <a:buFont typeface="Bahiana"/>
              <a:buNone/>
              <a:defRPr>
                <a:latin typeface="Bahiana"/>
                <a:ea typeface="Bahiana"/>
                <a:cs typeface="Bahiana"/>
                <a:sym typeface="Bahiana"/>
              </a:defRPr>
            </a:lvl7pPr>
            <a:lvl8pPr lvl="7" rtl="0">
              <a:lnSpc>
                <a:spcPct val="100000"/>
              </a:lnSpc>
              <a:spcBef>
                <a:spcPts val="1600"/>
              </a:spcBef>
              <a:spcAft>
                <a:spcPts val="0"/>
              </a:spcAft>
              <a:buSzPts val="1400"/>
              <a:buFont typeface="Bahiana"/>
              <a:buNone/>
              <a:defRPr>
                <a:latin typeface="Bahiana"/>
                <a:ea typeface="Bahiana"/>
                <a:cs typeface="Bahiana"/>
                <a:sym typeface="Bahiana"/>
              </a:defRPr>
            </a:lvl8pPr>
            <a:lvl9pPr lvl="8" rtl="0">
              <a:lnSpc>
                <a:spcPct val="100000"/>
              </a:lnSpc>
              <a:spcBef>
                <a:spcPts val="1600"/>
              </a:spcBef>
              <a:spcAft>
                <a:spcPts val="1600"/>
              </a:spcAft>
              <a:buSzPts val="1400"/>
              <a:buFont typeface="Bahiana"/>
              <a:buNone/>
              <a:defRPr>
                <a:latin typeface="Bahiana"/>
                <a:ea typeface="Bahiana"/>
                <a:cs typeface="Bahiana"/>
                <a:sym typeface="Bahiana"/>
              </a:defRPr>
            </a:lvl9pPr>
          </a:lstStyle>
          <a:p/>
        </p:txBody>
      </p:sp>
      <p:sp>
        <p:nvSpPr>
          <p:cNvPr id="763" name="Google Shape;763;p25"/>
          <p:cNvSpPr txBox="1"/>
          <p:nvPr>
            <p:ph idx="3" type="subTitle"/>
          </p:nvPr>
        </p:nvSpPr>
        <p:spPr>
          <a:xfrm>
            <a:off x="3831913" y="1883904"/>
            <a:ext cx="2907600" cy="454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160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764" name="Google Shape;764;p25"/>
          <p:cNvSpPr txBox="1"/>
          <p:nvPr>
            <p:ph idx="4" type="subTitle"/>
          </p:nvPr>
        </p:nvSpPr>
        <p:spPr>
          <a:xfrm>
            <a:off x="3831913" y="3699550"/>
            <a:ext cx="2907600" cy="454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Font typeface="Bahiana"/>
              <a:buNone/>
              <a:defRPr sz="2400">
                <a:latin typeface="Bahiana"/>
                <a:ea typeface="Bahiana"/>
                <a:cs typeface="Bahiana"/>
                <a:sym typeface="Bahiana"/>
              </a:defRPr>
            </a:lvl1pPr>
            <a:lvl2pPr lvl="1" rtl="0">
              <a:lnSpc>
                <a:spcPct val="100000"/>
              </a:lnSpc>
              <a:spcBef>
                <a:spcPts val="1600"/>
              </a:spcBef>
              <a:spcAft>
                <a:spcPts val="0"/>
              </a:spcAft>
              <a:buSzPts val="1400"/>
              <a:buFont typeface="Bahiana"/>
              <a:buNone/>
              <a:defRPr>
                <a:latin typeface="Bahiana"/>
                <a:ea typeface="Bahiana"/>
                <a:cs typeface="Bahiana"/>
                <a:sym typeface="Bahiana"/>
              </a:defRPr>
            </a:lvl2pPr>
            <a:lvl3pPr lvl="2" rtl="0">
              <a:lnSpc>
                <a:spcPct val="100000"/>
              </a:lnSpc>
              <a:spcBef>
                <a:spcPts val="1600"/>
              </a:spcBef>
              <a:spcAft>
                <a:spcPts val="0"/>
              </a:spcAft>
              <a:buSzPts val="1400"/>
              <a:buFont typeface="Bahiana"/>
              <a:buNone/>
              <a:defRPr>
                <a:latin typeface="Bahiana"/>
                <a:ea typeface="Bahiana"/>
                <a:cs typeface="Bahiana"/>
                <a:sym typeface="Bahiana"/>
              </a:defRPr>
            </a:lvl3pPr>
            <a:lvl4pPr lvl="3" rtl="0">
              <a:lnSpc>
                <a:spcPct val="100000"/>
              </a:lnSpc>
              <a:spcBef>
                <a:spcPts val="1600"/>
              </a:spcBef>
              <a:spcAft>
                <a:spcPts val="0"/>
              </a:spcAft>
              <a:buSzPts val="1400"/>
              <a:buFont typeface="Bahiana"/>
              <a:buNone/>
              <a:defRPr>
                <a:latin typeface="Bahiana"/>
                <a:ea typeface="Bahiana"/>
                <a:cs typeface="Bahiana"/>
                <a:sym typeface="Bahiana"/>
              </a:defRPr>
            </a:lvl4pPr>
            <a:lvl5pPr lvl="4" rtl="0">
              <a:lnSpc>
                <a:spcPct val="100000"/>
              </a:lnSpc>
              <a:spcBef>
                <a:spcPts val="1600"/>
              </a:spcBef>
              <a:spcAft>
                <a:spcPts val="0"/>
              </a:spcAft>
              <a:buSzPts val="1400"/>
              <a:buFont typeface="Bahiana"/>
              <a:buNone/>
              <a:defRPr>
                <a:latin typeface="Bahiana"/>
                <a:ea typeface="Bahiana"/>
                <a:cs typeface="Bahiana"/>
                <a:sym typeface="Bahiana"/>
              </a:defRPr>
            </a:lvl5pPr>
            <a:lvl6pPr lvl="5" rtl="0">
              <a:lnSpc>
                <a:spcPct val="100000"/>
              </a:lnSpc>
              <a:spcBef>
                <a:spcPts val="1600"/>
              </a:spcBef>
              <a:spcAft>
                <a:spcPts val="0"/>
              </a:spcAft>
              <a:buSzPts val="1400"/>
              <a:buFont typeface="Bahiana"/>
              <a:buNone/>
              <a:defRPr>
                <a:latin typeface="Bahiana"/>
                <a:ea typeface="Bahiana"/>
                <a:cs typeface="Bahiana"/>
                <a:sym typeface="Bahiana"/>
              </a:defRPr>
            </a:lvl6pPr>
            <a:lvl7pPr lvl="6" rtl="0">
              <a:lnSpc>
                <a:spcPct val="100000"/>
              </a:lnSpc>
              <a:spcBef>
                <a:spcPts val="1600"/>
              </a:spcBef>
              <a:spcAft>
                <a:spcPts val="0"/>
              </a:spcAft>
              <a:buSzPts val="1400"/>
              <a:buFont typeface="Bahiana"/>
              <a:buNone/>
              <a:defRPr>
                <a:latin typeface="Bahiana"/>
                <a:ea typeface="Bahiana"/>
                <a:cs typeface="Bahiana"/>
                <a:sym typeface="Bahiana"/>
              </a:defRPr>
            </a:lvl7pPr>
            <a:lvl8pPr lvl="7" rtl="0">
              <a:lnSpc>
                <a:spcPct val="100000"/>
              </a:lnSpc>
              <a:spcBef>
                <a:spcPts val="1600"/>
              </a:spcBef>
              <a:spcAft>
                <a:spcPts val="0"/>
              </a:spcAft>
              <a:buSzPts val="1400"/>
              <a:buFont typeface="Bahiana"/>
              <a:buNone/>
              <a:defRPr>
                <a:latin typeface="Bahiana"/>
                <a:ea typeface="Bahiana"/>
                <a:cs typeface="Bahiana"/>
                <a:sym typeface="Bahiana"/>
              </a:defRPr>
            </a:lvl8pPr>
            <a:lvl9pPr lvl="8" rtl="0">
              <a:lnSpc>
                <a:spcPct val="100000"/>
              </a:lnSpc>
              <a:spcBef>
                <a:spcPts val="1600"/>
              </a:spcBef>
              <a:spcAft>
                <a:spcPts val="1600"/>
              </a:spcAft>
              <a:buSzPts val="1400"/>
              <a:buFont typeface="Bahiana"/>
              <a:buNone/>
              <a:defRPr>
                <a:latin typeface="Bahiana"/>
                <a:ea typeface="Bahiana"/>
                <a:cs typeface="Bahiana"/>
                <a:sym typeface="Bahiana"/>
              </a:defRPr>
            </a:lvl9pPr>
          </a:lstStyle>
          <a:p/>
        </p:txBody>
      </p:sp>
      <p:sp>
        <p:nvSpPr>
          <p:cNvPr id="765" name="Google Shape;765;p25"/>
          <p:cNvSpPr txBox="1"/>
          <p:nvPr>
            <p:ph idx="5" type="subTitle"/>
          </p:nvPr>
        </p:nvSpPr>
        <p:spPr>
          <a:xfrm>
            <a:off x="3831913" y="4153679"/>
            <a:ext cx="2907600" cy="454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160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766" name="Google Shape;766;p25"/>
          <p:cNvSpPr txBox="1"/>
          <p:nvPr>
            <p:ph idx="6" type="subTitle"/>
          </p:nvPr>
        </p:nvSpPr>
        <p:spPr>
          <a:xfrm>
            <a:off x="3831913" y="2564650"/>
            <a:ext cx="2907600" cy="454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Font typeface="Bahiana"/>
              <a:buNone/>
              <a:defRPr sz="2400">
                <a:latin typeface="Bahiana"/>
                <a:ea typeface="Bahiana"/>
                <a:cs typeface="Bahiana"/>
                <a:sym typeface="Bahiana"/>
              </a:defRPr>
            </a:lvl1pPr>
            <a:lvl2pPr lvl="1" rtl="0">
              <a:lnSpc>
                <a:spcPct val="100000"/>
              </a:lnSpc>
              <a:spcBef>
                <a:spcPts val="1600"/>
              </a:spcBef>
              <a:spcAft>
                <a:spcPts val="0"/>
              </a:spcAft>
              <a:buSzPts val="1400"/>
              <a:buFont typeface="Bahiana"/>
              <a:buNone/>
              <a:defRPr>
                <a:latin typeface="Bahiana"/>
                <a:ea typeface="Bahiana"/>
                <a:cs typeface="Bahiana"/>
                <a:sym typeface="Bahiana"/>
              </a:defRPr>
            </a:lvl2pPr>
            <a:lvl3pPr lvl="2" rtl="0">
              <a:lnSpc>
                <a:spcPct val="100000"/>
              </a:lnSpc>
              <a:spcBef>
                <a:spcPts val="1600"/>
              </a:spcBef>
              <a:spcAft>
                <a:spcPts val="0"/>
              </a:spcAft>
              <a:buSzPts val="1400"/>
              <a:buFont typeface="Bahiana"/>
              <a:buNone/>
              <a:defRPr>
                <a:latin typeface="Bahiana"/>
                <a:ea typeface="Bahiana"/>
                <a:cs typeface="Bahiana"/>
                <a:sym typeface="Bahiana"/>
              </a:defRPr>
            </a:lvl3pPr>
            <a:lvl4pPr lvl="3" rtl="0">
              <a:lnSpc>
                <a:spcPct val="100000"/>
              </a:lnSpc>
              <a:spcBef>
                <a:spcPts val="1600"/>
              </a:spcBef>
              <a:spcAft>
                <a:spcPts val="0"/>
              </a:spcAft>
              <a:buSzPts val="1400"/>
              <a:buFont typeface="Bahiana"/>
              <a:buNone/>
              <a:defRPr>
                <a:latin typeface="Bahiana"/>
                <a:ea typeface="Bahiana"/>
                <a:cs typeface="Bahiana"/>
                <a:sym typeface="Bahiana"/>
              </a:defRPr>
            </a:lvl4pPr>
            <a:lvl5pPr lvl="4" rtl="0">
              <a:lnSpc>
                <a:spcPct val="100000"/>
              </a:lnSpc>
              <a:spcBef>
                <a:spcPts val="1600"/>
              </a:spcBef>
              <a:spcAft>
                <a:spcPts val="0"/>
              </a:spcAft>
              <a:buSzPts val="1400"/>
              <a:buFont typeface="Bahiana"/>
              <a:buNone/>
              <a:defRPr>
                <a:latin typeface="Bahiana"/>
                <a:ea typeface="Bahiana"/>
                <a:cs typeface="Bahiana"/>
                <a:sym typeface="Bahiana"/>
              </a:defRPr>
            </a:lvl5pPr>
            <a:lvl6pPr lvl="5" rtl="0">
              <a:lnSpc>
                <a:spcPct val="100000"/>
              </a:lnSpc>
              <a:spcBef>
                <a:spcPts val="1600"/>
              </a:spcBef>
              <a:spcAft>
                <a:spcPts val="0"/>
              </a:spcAft>
              <a:buSzPts val="1400"/>
              <a:buFont typeface="Bahiana"/>
              <a:buNone/>
              <a:defRPr>
                <a:latin typeface="Bahiana"/>
                <a:ea typeface="Bahiana"/>
                <a:cs typeface="Bahiana"/>
                <a:sym typeface="Bahiana"/>
              </a:defRPr>
            </a:lvl6pPr>
            <a:lvl7pPr lvl="6" rtl="0">
              <a:lnSpc>
                <a:spcPct val="100000"/>
              </a:lnSpc>
              <a:spcBef>
                <a:spcPts val="1600"/>
              </a:spcBef>
              <a:spcAft>
                <a:spcPts val="0"/>
              </a:spcAft>
              <a:buSzPts val="1400"/>
              <a:buFont typeface="Bahiana"/>
              <a:buNone/>
              <a:defRPr>
                <a:latin typeface="Bahiana"/>
                <a:ea typeface="Bahiana"/>
                <a:cs typeface="Bahiana"/>
                <a:sym typeface="Bahiana"/>
              </a:defRPr>
            </a:lvl7pPr>
            <a:lvl8pPr lvl="7" rtl="0">
              <a:lnSpc>
                <a:spcPct val="100000"/>
              </a:lnSpc>
              <a:spcBef>
                <a:spcPts val="1600"/>
              </a:spcBef>
              <a:spcAft>
                <a:spcPts val="0"/>
              </a:spcAft>
              <a:buSzPts val="1400"/>
              <a:buFont typeface="Bahiana"/>
              <a:buNone/>
              <a:defRPr>
                <a:latin typeface="Bahiana"/>
                <a:ea typeface="Bahiana"/>
                <a:cs typeface="Bahiana"/>
                <a:sym typeface="Bahiana"/>
              </a:defRPr>
            </a:lvl8pPr>
            <a:lvl9pPr lvl="8" rtl="0">
              <a:lnSpc>
                <a:spcPct val="100000"/>
              </a:lnSpc>
              <a:spcBef>
                <a:spcPts val="1600"/>
              </a:spcBef>
              <a:spcAft>
                <a:spcPts val="1600"/>
              </a:spcAft>
              <a:buSzPts val="1400"/>
              <a:buFont typeface="Bahiana"/>
              <a:buNone/>
              <a:defRPr>
                <a:latin typeface="Bahiana"/>
                <a:ea typeface="Bahiana"/>
                <a:cs typeface="Bahiana"/>
                <a:sym typeface="Bahiana"/>
              </a:defRPr>
            </a:lvl9pPr>
          </a:lstStyle>
          <a:p/>
        </p:txBody>
      </p:sp>
      <p:sp>
        <p:nvSpPr>
          <p:cNvPr id="767" name="Google Shape;767;p25"/>
          <p:cNvSpPr txBox="1"/>
          <p:nvPr>
            <p:ph idx="7" type="subTitle"/>
          </p:nvPr>
        </p:nvSpPr>
        <p:spPr>
          <a:xfrm>
            <a:off x="3831913" y="3018779"/>
            <a:ext cx="2907600" cy="454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160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768" name="Google Shape;768;p25"/>
          <p:cNvSpPr txBox="1"/>
          <p:nvPr>
            <p:ph type="title"/>
          </p:nvPr>
        </p:nvSpPr>
        <p:spPr>
          <a:xfrm>
            <a:off x="720000" y="540000"/>
            <a:ext cx="7704000" cy="5643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3180000" dist="85725">
              <a:schemeClr val="dk2"/>
            </a:outerShdw>
          </a:effectLst>
        </p:spPr>
        <p:txBody>
          <a:bodyPr anchorCtr="0" anchor="ctr" bIns="91425" lIns="91425" spcFirstLastPara="1" rIns="91425" wrap="square" tIns="91425">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bg>
      <p:bgPr>
        <a:solidFill>
          <a:schemeClr val="accent6"/>
        </a:solidFill>
      </p:bgPr>
    </p:bg>
    <p:spTree>
      <p:nvGrpSpPr>
        <p:cNvPr id="769" name="Shape 769"/>
        <p:cNvGrpSpPr/>
        <p:nvPr/>
      </p:nvGrpSpPr>
      <p:grpSpPr>
        <a:xfrm>
          <a:off x="0" y="0"/>
          <a:ext cx="0" cy="0"/>
          <a:chOff x="0" y="0"/>
          <a:chExt cx="0" cy="0"/>
        </a:xfrm>
      </p:grpSpPr>
      <p:grpSp>
        <p:nvGrpSpPr>
          <p:cNvPr id="770" name="Google Shape;770;p26"/>
          <p:cNvGrpSpPr/>
          <p:nvPr/>
        </p:nvGrpSpPr>
        <p:grpSpPr>
          <a:xfrm>
            <a:off x="-97264" y="-1670400"/>
            <a:ext cx="9517944" cy="7737118"/>
            <a:chOff x="-97264" y="-1670400"/>
            <a:chExt cx="9517944" cy="7737118"/>
          </a:xfrm>
        </p:grpSpPr>
        <p:sp>
          <p:nvSpPr>
            <p:cNvPr id="771" name="Google Shape;771;p26"/>
            <p:cNvSpPr/>
            <p:nvPr/>
          </p:nvSpPr>
          <p:spPr>
            <a:xfrm flipH="1" rot="10800000">
              <a:off x="-89101" y="4603110"/>
              <a:ext cx="3985503" cy="848251"/>
            </a:xfrm>
            <a:custGeom>
              <a:rect b="b" l="l" r="r" t="t"/>
              <a:pathLst>
                <a:path extrusionOk="0" h="21197" w="99594">
                  <a:moveTo>
                    <a:pt x="65021" y="0"/>
                  </a:moveTo>
                  <a:cubicBezTo>
                    <a:pt x="64434" y="0"/>
                    <a:pt x="63848" y="10"/>
                    <a:pt x="63260" y="29"/>
                  </a:cubicBezTo>
                  <a:cubicBezTo>
                    <a:pt x="57732" y="207"/>
                    <a:pt x="52245" y="1096"/>
                    <a:pt x="46816" y="2389"/>
                  </a:cubicBezTo>
                  <a:cubicBezTo>
                    <a:pt x="41611" y="3631"/>
                    <a:pt x="36750" y="6060"/>
                    <a:pt x="31830" y="8475"/>
                  </a:cubicBezTo>
                  <a:cubicBezTo>
                    <a:pt x="27244" y="10725"/>
                    <a:pt x="22624" y="12692"/>
                    <a:pt x="17724" y="13463"/>
                  </a:cubicBezTo>
                  <a:cubicBezTo>
                    <a:pt x="15802" y="13765"/>
                    <a:pt x="13860" y="13942"/>
                    <a:pt x="11920" y="13942"/>
                  </a:cubicBezTo>
                  <a:cubicBezTo>
                    <a:pt x="10234" y="13942"/>
                    <a:pt x="8549" y="13808"/>
                    <a:pt x="6879" y="13505"/>
                  </a:cubicBezTo>
                  <a:cubicBezTo>
                    <a:pt x="4515" y="13077"/>
                    <a:pt x="2162" y="12285"/>
                    <a:pt x="0" y="10984"/>
                  </a:cubicBezTo>
                  <a:lnTo>
                    <a:pt x="0" y="18944"/>
                  </a:lnTo>
                  <a:cubicBezTo>
                    <a:pt x="1762" y="19024"/>
                    <a:pt x="3523" y="19075"/>
                    <a:pt x="5283" y="19075"/>
                  </a:cubicBezTo>
                  <a:cubicBezTo>
                    <a:pt x="9227" y="19075"/>
                    <a:pt x="13162" y="18820"/>
                    <a:pt x="17071" y="18072"/>
                  </a:cubicBezTo>
                  <a:cubicBezTo>
                    <a:pt x="21981" y="17133"/>
                    <a:pt x="26589" y="15270"/>
                    <a:pt x="30996" y="12374"/>
                  </a:cubicBezTo>
                  <a:cubicBezTo>
                    <a:pt x="33739" y="10570"/>
                    <a:pt x="36781" y="9886"/>
                    <a:pt x="39837" y="9886"/>
                  </a:cubicBezTo>
                  <a:cubicBezTo>
                    <a:pt x="40660" y="9886"/>
                    <a:pt x="41484" y="9936"/>
                    <a:pt x="42304" y="10026"/>
                  </a:cubicBezTo>
                  <a:cubicBezTo>
                    <a:pt x="50992" y="10985"/>
                    <a:pt x="59004" y="15789"/>
                    <a:pt x="67420" y="18291"/>
                  </a:cubicBezTo>
                  <a:cubicBezTo>
                    <a:pt x="72853" y="19907"/>
                    <a:pt x="78486" y="20812"/>
                    <a:pt x="84058" y="21107"/>
                  </a:cubicBezTo>
                  <a:cubicBezTo>
                    <a:pt x="85055" y="21160"/>
                    <a:pt x="86060" y="21196"/>
                    <a:pt x="87066" y="21196"/>
                  </a:cubicBezTo>
                  <a:cubicBezTo>
                    <a:pt x="89207" y="21196"/>
                    <a:pt x="91355" y="21031"/>
                    <a:pt x="93446" y="20508"/>
                  </a:cubicBezTo>
                  <a:cubicBezTo>
                    <a:pt x="95522" y="19989"/>
                    <a:pt x="98275" y="18989"/>
                    <a:pt x="98894" y="16049"/>
                  </a:cubicBezTo>
                  <a:cubicBezTo>
                    <a:pt x="99594" y="12721"/>
                    <a:pt x="97265" y="10188"/>
                    <a:pt x="95270" y="8623"/>
                  </a:cubicBezTo>
                  <a:cubicBezTo>
                    <a:pt x="92667" y="6581"/>
                    <a:pt x="89709" y="5268"/>
                    <a:pt x="86790" y="4165"/>
                  </a:cubicBezTo>
                  <a:cubicBezTo>
                    <a:pt x="79711" y="1489"/>
                    <a:pt x="72404" y="0"/>
                    <a:pt x="6502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6"/>
            <p:cNvSpPr/>
            <p:nvPr/>
          </p:nvSpPr>
          <p:spPr>
            <a:xfrm flipH="1" rot="10800000">
              <a:off x="-89221" y="2683898"/>
              <a:ext cx="8386467" cy="1819876"/>
            </a:xfrm>
            <a:custGeom>
              <a:rect b="b" l="l" r="r" t="t"/>
              <a:pathLst>
                <a:path extrusionOk="0" h="45477" w="209570">
                  <a:moveTo>
                    <a:pt x="173399" y="0"/>
                  </a:moveTo>
                  <a:cubicBezTo>
                    <a:pt x="171819" y="0"/>
                    <a:pt x="170239" y="33"/>
                    <a:pt x="168661" y="80"/>
                  </a:cubicBezTo>
                  <a:cubicBezTo>
                    <a:pt x="164324" y="208"/>
                    <a:pt x="160018" y="528"/>
                    <a:pt x="155729" y="1390"/>
                  </a:cubicBezTo>
                  <a:cubicBezTo>
                    <a:pt x="151776" y="2184"/>
                    <a:pt x="147874" y="3386"/>
                    <a:pt x="144099" y="5071"/>
                  </a:cubicBezTo>
                  <a:cubicBezTo>
                    <a:pt x="140139" y="6838"/>
                    <a:pt x="136425" y="9227"/>
                    <a:pt x="132734" y="11745"/>
                  </a:cubicBezTo>
                  <a:cubicBezTo>
                    <a:pt x="125453" y="16714"/>
                    <a:pt x="118372" y="22168"/>
                    <a:pt x="110478" y="25489"/>
                  </a:cubicBezTo>
                  <a:cubicBezTo>
                    <a:pt x="104010" y="28211"/>
                    <a:pt x="97197" y="29287"/>
                    <a:pt x="90399" y="29287"/>
                  </a:cubicBezTo>
                  <a:cubicBezTo>
                    <a:pt x="89168" y="29287"/>
                    <a:pt x="87937" y="29252"/>
                    <a:pt x="86709" y="29185"/>
                  </a:cubicBezTo>
                  <a:cubicBezTo>
                    <a:pt x="70235" y="28285"/>
                    <a:pt x="53959" y="22404"/>
                    <a:pt x="38422" y="15780"/>
                  </a:cubicBezTo>
                  <a:cubicBezTo>
                    <a:pt x="34245" y="13999"/>
                    <a:pt x="30113" y="12729"/>
                    <a:pt x="25697" y="12479"/>
                  </a:cubicBezTo>
                  <a:cubicBezTo>
                    <a:pt x="24449" y="12409"/>
                    <a:pt x="23202" y="12379"/>
                    <a:pt x="21954" y="12379"/>
                  </a:cubicBezTo>
                  <a:cubicBezTo>
                    <a:pt x="18881" y="12379"/>
                    <a:pt x="15809" y="12558"/>
                    <a:pt x="12741" y="12746"/>
                  </a:cubicBezTo>
                  <a:cubicBezTo>
                    <a:pt x="9315" y="12958"/>
                    <a:pt x="5883" y="13109"/>
                    <a:pt x="2471" y="13588"/>
                  </a:cubicBezTo>
                  <a:cubicBezTo>
                    <a:pt x="1651" y="13702"/>
                    <a:pt x="825" y="13831"/>
                    <a:pt x="0" y="13986"/>
                  </a:cubicBezTo>
                  <a:lnTo>
                    <a:pt x="0" y="21931"/>
                  </a:lnTo>
                  <a:cubicBezTo>
                    <a:pt x="3093" y="20622"/>
                    <a:pt x="6277" y="19799"/>
                    <a:pt x="9551" y="19799"/>
                  </a:cubicBezTo>
                  <a:cubicBezTo>
                    <a:pt x="10632" y="19799"/>
                    <a:pt x="11722" y="19889"/>
                    <a:pt x="12823" y="20080"/>
                  </a:cubicBezTo>
                  <a:cubicBezTo>
                    <a:pt x="20488" y="21419"/>
                    <a:pt x="27144" y="26632"/>
                    <a:pt x="33499" y="31891"/>
                  </a:cubicBezTo>
                  <a:cubicBezTo>
                    <a:pt x="45486" y="41811"/>
                    <a:pt x="59912" y="45476"/>
                    <a:pt x="74081" y="45476"/>
                  </a:cubicBezTo>
                  <a:cubicBezTo>
                    <a:pt x="74665" y="45476"/>
                    <a:pt x="75248" y="45470"/>
                    <a:pt x="75831" y="45458"/>
                  </a:cubicBezTo>
                  <a:cubicBezTo>
                    <a:pt x="90804" y="45142"/>
                    <a:pt x="106177" y="41401"/>
                    <a:pt x="119282" y="31968"/>
                  </a:cubicBezTo>
                  <a:cubicBezTo>
                    <a:pt x="125990" y="27139"/>
                    <a:pt x="132221" y="21338"/>
                    <a:pt x="138817" y="16271"/>
                  </a:cubicBezTo>
                  <a:cubicBezTo>
                    <a:pt x="142143" y="13714"/>
                    <a:pt x="145448" y="11379"/>
                    <a:pt x="149316" y="10440"/>
                  </a:cubicBezTo>
                  <a:cubicBezTo>
                    <a:pt x="150812" y="10078"/>
                    <a:pt x="152323" y="9917"/>
                    <a:pt x="153836" y="9917"/>
                  </a:cubicBezTo>
                  <a:cubicBezTo>
                    <a:pt x="155625" y="9917"/>
                    <a:pt x="157416" y="10142"/>
                    <a:pt x="159185" y="10527"/>
                  </a:cubicBezTo>
                  <a:cubicBezTo>
                    <a:pt x="162983" y="11352"/>
                    <a:pt x="166672" y="12839"/>
                    <a:pt x="170334" y="14321"/>
                  </a:cubicBezTo>
                  <a:cubicBezTo>
                    <a:pt x="174482" y="15997"/>
                    <a:pt x="178713" y="17383"/>
                    <a:pt x="182992" y="18407"/>
                  </a:cubicBezTo>
                  <a:cubicBezTo>
                    <a:pt x="186653" y="19282"/>
                    <a:pt x="190426" y="19787"/>
                    <a:pt x="194193" y="19787"/>
                  </a:cubicBezTo>
                  <a:cubicBezTo>
                    <a:pt x="197694" y="19787"/>
                    <a:pt x="201190" y="19351"/>
                    <a:pt x="204587" y="18369"/>
                  </a:cubicBezTo>
                  <a:cubicBezTo>
                    <a:pt x="206831" y="17721"/>
                    <a:pt x="209570" y="16218"/>
                    <a:pt x="208195" y="12736"/>
                  </a:cubicBezTo>
                  <a:cubicBezTo>
                    <a:pt x="207019" y="9759"/>
                    <a:pt x="203809" y="8201"/>
                    <a:pt x="201535" y="7001"/>
                  </a:cubicBezTo>
                  <a:cubicBezTo>
                    <a:pt x="195238" y="3676"/>
                    <a:pt x="188684" y="1200"/>
                    <a:pt x="181872" y="426"/>
                  </a:cubicBezTo>
                  <a:cubicBezTo>
                    <a:pt x="179055" y="106"/>
                    <a:pt x="176227" y="0"/>
                    <a:pt x="173399"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6"/>
            <p:cNvSpPr/>
            <p:nvPr/>
          </p:nvSpPr>
          <p:spPr>
            <a:xfrm flipH="1" rot="10800000">
              <a:off x="-89101" y="3083938"/>
              <a:ext cx="819678" cy="314658"/>
            </a:xfrm>
            <a:custGeom>
              <a:rect b="b" l="l" r="r" t="t"/>
              <a:pathLst>
                <a:path extrusionOk="0" h="7863" w="20483">
                  <a:moveTo>
                    <a:pt x="10679" y="1"/>
                  </a:moveTo>
                  <a:cubicBezTo>
                    <a:pt x="7200" y="1"/>
                    <a:pt x="3530" y="930"/>
                    <a:pt x="0" y="1036"/>
                  </a:cubicBezTo>
                  <a:lnTo>
                    <a:pt x="0" y="7210"/>
                  </a:lnTo>
                  <a:cubicBezTo>
                    <a:pt x="73" y="7210"/>
                    <a:pt x="146" y="7210"/>
                    <a:pt x="218" y="7210"/>
                  </a:cubicBezTo>
                  <a:cubicBezTo>
                    <a:pt x="2966" y="7210"/>
                    <a:pt x="5723" y="7366"/>
                    <a:pt x="8473" y="7532"/>
                  </a:cubicBezTo>
                  <a:cubicBezTo>
                    <a:pt x="10471" y="7652"/>
                    <a:pt x="12481" y="7858"/>
                    <a:pt x="14482" y="7862"/>
                  </a:cubicBezTo>
                  <a:cubicBezTo>
                    <a:pt x="14579" y="7862"/>
                    <a:pt x="14677" y="7863"/>
                    <a:pt x="14776" y="7863"/>
                  </a:cubicBezTo>
                  <a:cubicBezTo>
                    <a:pt x="16107" y="7863"/>
                    <a:pt x="17589" y="7805"/>
                    <a:pt x="18794" y="7093"/>
                  </a:cubicBezTo>
                  <a:cubicBezTo>
                    <a:pt x="20483" y="6096"/>
                    <a:pt x="19330" y="4228"/>
                    <a:pt x="18366" y="3075"/>
                  </a:cubicBezTo>
                  <a:cubicBezTo>
                    <a:pt x="16959" y="1395"/>
                    <a:pt x="15150" y="529"/>
                    <a:pt x="13253" y="203"/>
                  </a:cubicBezTo>
                  <a:cubicBezTo>
                    <a:pt x="12410" y="59"/>
                    <a:pt x="11551" y="1"/>
                    <a:pt x="10679"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6"/>
            <p:cNvSpPr/>
            <p:nvPr/>
          </p:nvSpPr>
          <p:spPr>
            <a:xfrm flipH="1" rot="10800000">
              <a:off x="-89101" y="1727069"/>
              <a:ext cx="9361694" cy="2012360"/>
            </a:xfrm>
            <a:custGeom>
              <a:rect b="b" l="l" r="r" t="t"/>
              <a:pathLst>
                <a:path extrusionOk="0" h="50287" w="233940">
                  <a:moveTo>
                    <a:pt x="233940" y="0"/>
                  </a:moveTo>
                  <a:cubicBezTo>
                    <a:pt x="230479" y="1532"/>
                    <a:pt x="227264" y="3838"/>
                    <a:pt x="224035" y="6016"/>
                  </a:cubicBezTo>
                  <a:cubicBezTo>
                    <a:pt x="219999" y="8735"/>
                    <a:pt x="215918" y="11195"/>
                    <a:pt x="211510" y="12795"/>
                  </a:cubicBezTo>
                  <a:cubicBezTo>
                    <a:pt x="205977" y="14804"/>
                    <a:pt x="200252" y="15619"/>
                    <a:pt x="194517" y="15619"/>
                  </a:cubicBezTo>
                  <a:cubicBezTo>
                    <a:pt x="191019" y="15619"/>
                    <a:pt x="187518" y="15316"/>
                    <a:pt x="184053" y="14796"/>
                  </a:cubicBezTo>
                  <a:cubicBezTo>
                    <a:pt x="174879" y="13417"/>
                    <a:pt x="165892" y="10575"/>
                    <a:pt x="156983" y="7553"/>
                  </a:cubicBezTo>
                  <a:cubicBezTo>
                    <a:pt x="154186" y="6603"/>
                    <a:pt x="151295" y="5923"/>
                    <a:pt x="148402" y="5923"/>
                  </a:cubicBezTo>
                  <a:cubicBezTo>
                    <a:pt x="147105" y="5923"/>
                    <a:pt x="145807" y="6060"/>
                    <a:pt x="144518" y="6370"/>
                  </a:cubicBezTo>
                  <a:cubicBezTo>
                    <a:pt x="141010" y="7213"/>
                    <a:pt x="137841" y="9316"/>
                    <a:pt x="134862" y="11732"/>
                  </a:cubicBezTo>
                  <a:cubicBezTo>
                    <a:pt x="131415" y="14529"/>
                    <a:pt x="128149" y="17665"/>
                    <a:pt x="124700" y="20457"/>
                  </a:cubicBezTo>
                  <a:cubicBezTo>
                    <a:pt x="120681" y="23709"/>
                    <a:pt x="116461" y="26565"/>
                    <a:pt x="112085" y="28971"/>
                  </a:cubicBezTo>
                  <a:cubicBezTo>
                    <a:pt x="103869" y="33488"/>
                    <a:pt x="95132" y="36387"/>
                    <a:pt x="86236" y="37674"/>
                  </a:cubicBezTo>
                  <a:cubicBezTo>
                    <a:pt x="82434" y="38224"/>
                    <a:pt x="78620" y="38471"/>
                    <a:pt x="74803" y="38471"/>
                  </a:cubicBezTo>
                  <a:cubicBezTo>
                    <a:pt x="58405" y="38471"/>
                    <a:pt x="41951" y="33908"/>
                    <a:pt x="26125" y="29171"/>
                  </a:cubicBezTo>
                  <a:cubicBezTo>
                    <a:pt x="17408" y="26561"/>
                    <a:pt x="8732" y="23693"/>
                    <a:pt x="0" y="21148"/>
                  </a:cubicBezTo>
                  <a:lnTo>
                    <a:pt x="0" y="30371"/>
                  </a:lnTo>
                  <a:cubicBezTo>
                    <a:pt x="3472" y="33108"/>
                    <a:pt x="7489" y="35009"/>
                    <a:pt x="11115" y="36595"/>
                  </a:cubicBezTo>
                  <a:cubicBezTo>
                    <a:pt x="17532" y="39404"/>
                    <a:pt x="24220" y="41608"/>
                    <a:pt x="30929" y="42938"/>
                  </a:cubicBezTo>
                  <a:cubicBezTo>
                    <a:pt x="38228" y="44386"/>
                    <a:pt x="45630" y="44923"/>
                    <a:pt x="53022" y="44923"/>
                  </a:cubicBezTo>
                  <a:cubicBezTo>
                    <a:pt x="55748" y="44923"/>
                    <a:pt x="58473" y="44850"/>
                    <a:pt x="61191" y="44723"/>
                  </a:cubicBezTo>
                  <a:cubicBezTo>
                    <a:pt x="71533" y="44237"/>
                    <a:pt x="81978" y="43258"/>
                    <a:pt x="92233" y="41498"/>
                  </a:cubicBezTo>
                  <a:cubicBezTo>
                    <a:pt x="102742" y="39694"/>
                    <a:pt x="112661" y="35767"/>
                    <a:pt x="122701" y="31597"/>
                  </a:cubicBezTo>
                  <a:cubicBezTo>
                    <a:pt x="132437" y="27557"/>
                    <a:pt x="142206" y="24207"/>
                    <a:pt x="152521" y="24092"/>
                  </a:cubicBezTo>
                  <a:cubicBezTo>
                    <a:pt x="152754" y="24089"/>
                    <a:pt x="152988" y="24088"/>
                    <a:pt x="153222" y="24088"/>
                  </a:cubicBezTo>
                  <a:cubicBezTo>
                    <a:pt x="163194" y="24088"/>
                    <a:pt x="173100" y="26520"/>
                    <a:pt x="182555" y="30450"/>
                  </a:cubicBezTo>
                  <a:cubicBezTo>
                    <a:pt x="187610" y="32550"/>
                    <a:pt x="192565" y="35025"/>
                    <a:pt x="197604" y="37193"/>
                  </a:cubicBezTo>
                  <a:cubicBezTo>
                    <a:pt x="202625" y="39352"/>
                    <a:pt x="207681" y="41382"/>
                    <a:pt x="212770" y="43265"/>
                  </a:cubicBezTo>
                  <a:cubicBezTo>
                    <a:pt x="219747" y="45846"/>
                    <a:pt x="226825" y="48256"/>
                    <a:pt x="233940" y="50286"/>
                  </a:cubicBezTo>
                  <a:lnTo>
                    <a:pt x="233940" y="34729"/>
                  </a:lnTo>
                  <a:cubicBezTo>
                    <a:pt x="233339" y="34539"/>
                    <a:pt x="232731" y="34368"/>
                    <a:pt x="232112" y="34224"/>
                  </a:cubicBezTo>
                  <a:cubicBezTo>
                    <a:pt x="229270" y="33551"/>
                    <a:pt x="226381" y="33250"/>
                    <a:pt x="223499" y="32996"/>
                  </a:cubicBezTo>
                  <a:cubicBezTo>
                    <a:pt x="219753" y="32668"/>
                    <a:pt x="216005" y="32333"/>
                    <a:pt x="212261" y="31960"/>
                  </a:cubicBezTo>
                  <a:cubicBezTo>
                    <a:pt x="208072" y="31543"/>
                    <a:pt x="203886" y="31089"/>
                    <a:pt x="199705" y="30539"/>
                  </a:cubicBezTo>
                  <a:cubicBezTo>
                    <a:pt x="195713" y="30014"/>
                    <a:pt x="191661" y="29550"/>
                    <a:pt x="187710" y="28635"/>
                  </a:cubicBezTo>
                  <a:cubicBezTo>
                    <a:pt x="184185" y="27821"/>
                    <a:pt x="180587" y="27222"/>
                    <a:pt x="177204" y="25665"/>
                  </a:cubicBezTo>
                  <a:cubicBezTo>
                    <a:pt x="175719" y="24980"/>
                    <a:pt x="173996" y="24080"/>
                    <a:pt x="173054" y="22380"/>
                  </a:cubicBezTo>
                  <a:cubicBezTo>
                    <a:pt x="172381" y="21164"/>
                    <a:pt x="172300" y="19467"/>
                    <a:pt x="173266" y="18466"/>
                  </a:cubicBezTo>
                  <a:cubicBezTo>
                    <a:pt x="174400" y="17293"/>
                    <a:pt x="176205" y="17248"/>
                    <a:pt x="177591" y="17230"/>
                  </a:cubicBezTo>
                  <a:cubicBezTo>
                    <a:pt x="177667" y="17230"/>
                    <a:pt x="177743" y="17229"/>
                    <a:pt x="177820" y="17229"/>
                  </a:cubicBezTo>
                  <a:cubicBezTo>
                    <a:pt x="179957" y="17229"/>
                    <a:pt x="182098" y="17572"/>
                    <a:pt x="184206" y="17983"/>
                  </a:cubicBezTo>
                  <a:cubicBezTo>
                    <a:pt x="186167" y="18365"/>
                    <a:pt x="188113" y="18845"/>
                    <a:pt x="190056" y="19342"/>
                  </a:cubicBezTo>
                  <a:cubicBezTo>
                    <a:pt x="192155" y="19880"/>
                    <a:pt x="194290" y="20178"/>
                    <a:pt x="196416" y="20482"/>
                  </a:cubicBezTo>
                  <a:cubicBezTo>
                    <a:pt x="200378" y="21047"/>
                    <a:pt x="204372" y="21430"/>
                    <a:pt x="208364" y="21430"/>
                  </a:cubicBezTo>
                  <a:cubicBezTo>
                    <a:pt x="209889" y="21430"/>
                    <a:pt x="211413" y="21374"/>
                    <a:pt x="212936" y="21251"/>
                  </a:cubicBezTo>
                  <a:cubicBezTo>
                    <a:pt x="218320" y="20818"/>
                    <a:pt x="223791" y="19532"/>
                    <a:pt x="228641" y="16425"/>
                  </a:cubicBezTo>
                  <a:cubicBezTo>
                    <a:pt x="230586" y="15179"/>
                    <a:pt x="232358" y="13636"/>
                    <a:pt x="233940" y="11842"/>
                  </a:cubicBezTo>
                  <a:lnTo>
                    <a:pt x="233940" y="0"/>
                  </a:ln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6"/>
            <p:cNvSpPr/>
            <p:nvPr/>
          </p:nvSpPr>
          <p:spPr>
            <a:xfrm flipH="1" rot="10800000">
              <a:off x="-88861" y="1308027"/>
              <a:ext cx="5153814" cy="1015564"/>
            </a:xfrm>
            <a:custGeom>
              <a:rect b="b" l="l" r="r" t="t"/>
              <a:pathLst>
                <a:path extrusionOk="0" h="25378" w="128789">
                  <a:moveTo>
                    <a:pt x="125460" y="1"/>
                  </a:moveTo>
                  <a:cubicBezTo>
                    <a:pt x="124112" y="1"/>
                    <a:pt x="122755" y="233"/>
                    <a:pt x="121432" y="495"/>
                  </a:cubicBezTo>
                  <a:cubicBezTo>
                    <a:pt x="117708" y="1235"/>
                    <a:pt x="114038" y="2428"/>
                    <a:pt x="110408" y="3702"/>
                  </a:cubicBezTo>
                  <a:cubicBezTo>
                    <a:pt x="101528" y="6816"/>
                    <a:pt x="92732" y="10293"/>
                    <a:pt x="83787" y="13112"/>
                  </a:cubicBezTo>
                  <a:cubicBezTo>
                    <a:pt x="72182" y="16772"/>
                    <a:pt x="60329" y="19483"/>
                    <a:pt x="48340" y="19746"/>
                  </a:cubicBezTo>
                  <a:cubicBezTo>
                    <a:pt x="47589" y="19762"/>
                    <a:pt x="46838" y="19771"/>
                    <a:pt x="46087" y="19771"/>
                  </a:cubicBezTo>
                  <a:cubicBezTo>
                    <a:pt x="36277" y="19771"/>
                    <a:pt x="26528" y="18319"/>
                    <a:pt x="17277" y="13958"/>
                  </a:cubicBezTo>
                  <a:cubicBezTo>
                    <a:pt x="14817" y="12796"/>
                    <a:pt x="12434" y="11433"/>
                    <a:pt x="10052" y="10038"/>
                  </a:cubicBezTo>
                  <a:cubicBezTo>
                    <a:pt x="7467" y="8528"/>
                    <a:pt x="4765" y="7378"/>
                    <a:pt x="2106" y="6103"/>
                  </a:cubicBezTo>
                  <a:cubicBezTo>
                    <a:pt x="1402" y="5766"/>
                    <a:pt x="699" y="5418"/>
                    <a:pt x="0" y="5056"/>
                  </a:cubicBezTo>
                  <a:lnTo>
                    <a:pt x="0" y="11211"/>
                  </a:lnTo>
                  <a:cubicBezTo>
                    <a:pt x="4701" y="13100"/>
                    <a:pt x="9362" y="15161"/>
                    <a:pt x="14041" y="17090"/>
                  </a:cubicBezTo>
                  <a:cubicBezTo>
                    <a:pt x="16400" y="18063"/>
                    <a:pt x="18775" y="19117"/>
                    <a:pt x="21195" y="19846"/>
                  </a:cubicBezTo>
                  <a:cubicBezTo>
                    <a:pt x="23656" y="20587"/>
                    <a:pt x="26170" y="20896"/>
                    <a:pt x="28695" y="21030"/>
                  </a:cubicBezTo>
                  <a:cubicBezTo>
                    <a:pt x="33506" y="21285"/>
                    <a:pt x="38258" y="21488"/>
                    <a:pt x="43036" y="22348"/>
                  </a:cubicBezTo>
                  <a:cubicBezTo>
                    <a:pt x="47992" y="23241"/>
                    <a:pt x="52914" y="24461"/>
                    <a:pt x="57900" y="25055"/>
                  </a:cubicBezTo>
                  <a:cubicBezTo>
                    <a:pt x="59669" y="25266"/>
                    <a:pt x="61430" y="25377"/>
                    <a:pt x="63185" y="25377"/>
                  </a:cubicBezTo>
                  <a:cubicBezTo>
                    <a:pt x="66528" y="25377"/>
                    <a:pt x="69851" y="24974"/>
                    <a:pt x="73168" y="24091"/>
                  </a:cubicBezTo>
                  <a:cubicBezTo>
                    <a:pt x="82572" y="21585"/>
                    <a:pt x="91311" y="16379"/>
                    <a:pt x="100290" y="12209"/>
                  </a:cubicBezTo>
                  <a:cubicBezTo>
                    <a:pt x="102551" y="11159"/>
                    <a:pt x="104832" y="10174"/>
                    <a:pt x="107142" y="9317"/>
                  </a:cubicBezTo>
                  <a:cubicBezTo>
                    <a:pt x="109515" y="8437"/>
                    <a:pt x="111919" y="7831"/>
                    <a:pt x="114326" y="7132"/>
                  </a:cubicBezTo>
                  <a:cubicBezTo>
                    <a:pt x="119263" y="5699"/>
                    <a:pt x="123997" y="3389"/>
                    <a:pt x="128789" y="1350"/>
                  </a:cubicBezTo>
                  <a:cubicBezTo>
                    <a:pt x="128436" y="255"/>
                    <a:pt x="127130" y="101"/>
                    <a:pt x="126329" y="35"/>
                  </a:cubicBezTo>
                  <a:cubicBezTo>
                    <a:pt x="126040" y="12"/>
                    <a:pt x="125750" y="1"/>
                    <a:pt x="125460"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6"/>
            <p:cNvSpPr/>
            <p:nvPr/>
          </p:nvSpPr>
          <p:spPr>
            <a:xfrm flipH="1" rot="10800000">
              <a:off x="-89101" y="-101856"/>
              <a:ext cx="949935" cy="459281"/>
            </a:xfrm>
            <a:custGeom>
              <a:rect b="b" l="l" r="r" t="t"/>
              <a:pathLst>
                <a:path extrusionOk="0" h="11477" w="23738">
                  <a:moveTo>
                    <a:pt x="0" y="0"/>
                  </a:moveTo>
                  <a:lnTo>
                    <a:pt x="0" y="7277"/>
                  </a:lnTo>
                  <a:cubicBezTo>
                    <a:pt x="3475" y="8436"/>
                    <a:pt x="6937" y="9675"/>
                    <a:pt x="10474" y="10467"/>
                  </a:cubicBezTo>
                  <a:cubicBezTo>
                    <a:pt x="12599" y="10942"/>
                    <a:pt x="14945" y="11477"/>
                    <a:pt x="17230" y="11477"/>
                  </a:cubicBezTo>
                  <a:cubicBezTo>
                    <a:pt x="18607" y="11477"/>
                    <a:pt x="19963" y="11282"/>
                    <a:pt x="21233" y="10762"/>
                  </a:cubicBezTo>
                  <a:cubicBezTo>
                    <a:pt x="22964" y="10052"/>
                    <a:pt x="23737" y="8373"/>
                    <a:pt x="22783" y="6233"/>
                  </a:cubicBezTo>
                  <a:cubicBezTo>
                    <a:pt x="21854" y="4148"/>
                    <a:pt x="19780" y="3350"/>
                    <a:pt x="18049" y="2892"/>
                  </a:cubicBezTo>
                  <a:cubicBezTo>
                    <a:pt x="14044" y="1834"/>
                    <a:pt x="9964" y="2398"/>
                    <a:pt x="5923" y="1958"/>
                  </a:cubicBezTo>
                  <a:cubicBezTo>
                    <a:pt x="3848" y="1734"/>
                    <a:pt x="1868" y="1036"/>
                    <a:pt x="0"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6"/>
            <p:cNvSpPr/>
            <p:nvPr/>
          </p:nvSpPr>
          <p:spPr>
            <a:xfrm flipH="1" rot="10800000">
              <a:off x="-89101" y="-219285"/>
              <a:ext cx="9361814" cy="2217890"/>
            </a:xfrm>
            <a:custGeom>
              <a:rect b="b" l="l" r="r" t="t"/>
              <a:pathLst>
                <a:path extrusionOk="0" h="55423" w="233943">
                  <a:moveTo>
                    <a:pt x="144772" y="1"/>
                  </a:moveTo>
                  <a:cubicBezTo>
                    <a:pt x="142102" y="1"/>
                    <a:pt x="139431" y="96"/>
                    <a:pt x="136766" y="286"/>
                  </a:cubicBezTo>
                  <a:cubicBezTo>
                    <a:pt x="128012" y="909"/>
                    <a:pt x="119276" y="2552"/>
                    <a:pt x="110812" y="5489"/>
                  </a:cubicBezTo>
                  <a:cubicBezTo>
                    <a:pt x="106624" y="6944"/>
                    <a:pt x="102575" y="8874"/>
                    <a:pt x="98468" y="10653"/>
                  </a:cubicBezTo>
                  <a:cubicBezTo>
                    <a:pt x="93953" y="12609"/>
                    <a:pt x="89399" y="14424"/>
                    <a:pt x="84794" y="16010"/>
                  </a:cubicBezTo>
                  <a:cubicBezTo>
                    <a:pt x="74251" y="19642"/>
                    <a:pt x="63428" y="21981"/>
                    <a:pt x="52620" y="21981"/>
                  </a:cubicBezTo>
                  <a:cubicBezTo>
                    <a:pt x="45059" y="21981"/>
                    <a:pt x="37505" y="20836"/>
                    <a:pt x="30059" y="18189"/>
                  </a:cubicBezTo>
                  <a:cubicBezTo>
                    <a:pt x="25579" y="16596"/>
                    <a:pt x="21178" y="14667"/>
                    <a:pt x="16828" y="12578"/>
                  </a:cubicBezTo>
                  <a:cubicBezTo>
                    <a:pt x="12514" y="10509"/>
                    <a:pt x="8272" y="8266"/>
                    <a:pt x="3815" y="6712"/>
                  </a:cubicBezTo>
                  <a:cubicBezTo>
                    <a:pt x="2549" y="6272"/>
                    <a:pt x="1276" y="5888"/>
                    <a:pt x="0" y="5548"/>
                  </a:cubicBezTo>
                  <a:lnTo>
                    <a:pt x="0" y="23614"/>
                  </a:lnTo>
                  <a:cubicBezTo>
                    <a:pt x="12657" y="29572"/>
                    <a:pt x="26166" y="33013"/>
                    <a:pt x="39600" y="33024"/>
                  </a:cubicBezTo>
                  <a:cubicBezTo>
                    <a:pt x="39625" y="33024"/>
                    <a:pt x="39649" y="33024"/>
                    <a:pt x="39674" y="33024"/>
                  </a:cubicBezTo>
                  <a:cubicBezTo>
                    <a:pt x="43920" y="33024"/>
                    <a:pt x="48167" y="32654"/>
                    <a:pt x="52367" y="31843"/>
                  </a:cubicBezTo>
                  <a:cubicBezTo>
                    <a:pt x="54553" y="31420"/>
                    <a:pt x="56709" y="30737"/>
                    <a:pt x="58881" y="30217"/>
                  </a:cubicBezTo>
                  <a:cubicBezTo>
                    <a:pt x="61539" y="29579"/>
                    <a:pt x="64252" y="29008"/>
                    <a:pt x="66965" y="29005"/>
                  </a:cubicBezTo>
                  <a:cubicBezTo>
                    <a:pt x="66982" y="29005"/>
                    <a:pt x="66999" y="29005"/>
                    <a:pt x="67017" y="29005"/>
                  </a:cubicBezTo>
                  <a:cubicBezTo>
                    <a:pt x="68762" y="29005"/>
                    <a:pt x="71102" y="29156"/>
                    <a:pt x="72309" y="31005"/>
                  </a:cubicBezTo>
                  <a:cubicBezTo>
                    <a:pt x="73261" y="32464"/>
                    <a:pt x="73035" y="34779"/>
                    <a:pt x="72433" y="36381"/>
                  </a:cubicBezTo>
                  <a:cubicBezTo>
                    <a:pt x="71760" y="38175"/>
                    <a:pt x="70452" y="39418"/>
                    <a:pt x="69067" y="40261"/>
                  </a:cubicBezTo>
                  <a:cubicBezTo>
                    <a:pt x="65139" y="42655"/>
                    <a:pt x="60371" y="42850"/>
                    <a:pt x="56096" y="42852"/>
                  </a:cubicBezTo>
                  <a:cubicBezTo>
                    <a:pt x="56089" y="42852"/>
                    <a:pt x="56082" y="42852"/>
                    <a:pt x="56075" y="42852"/>
                  </a:cubicBezTo>
                  <a:cubicBezTo>
                    <a:pt x="46902" y="42852"/>
                    <a:pt x="37792" y="41022"/>
                    <a:pt x="28834" y="38660"/>
                  </a:cubicBezTo>
                  <a:cubicBezTo>
                    <a:pt x="19225" y="36125"/>
                    <a:pt x="9684" y="33151"/>
                    <a:pt x="0" y="31087"/>
                  </a:cubicBezTo>
                  <a:lnTo>
                    <a:pt x="0" y="40459"/>
                  </a:lnTo>
                  <a:cubicBezTo>
                    <a:pt x="415" y="40687"/>
                    <a:pt x="838" y="40900"/>
                    <a:pt x="1269" y="41094"/>
                  </a:cubicBezTo>
                  <a:cubicBezTo>
                    <a:pt x="3834" y="42246"/>
                    <a:pt x="6360" y="42550"/>
                    <a:pt x="9049" y="42595"/>
                  </a:cubicBezTo>
                  <a:cubicBezTo>
                    <a:pt x="11321" y="42632"/>
                    <a:pt x="13601" y="42650"/>
                    <a:pt x="15862" y="42966"/>
                  </a:cubicBezTo>
                  <a:cubicBezTo>
                    <a:pt x="17766" y="43232"/>
                    <a:pt x="19811" y="43645"/>
                    <a:pt x="21476" y="44925"/>
                  </a:cubicBezTo>
                  <a:cubicBezTo>
                    <a:pt x="22689" y="45858"/>
                    <a:pt x="23822" y="47631"/>
                    <a:pt x="23620" y="49546"/>
                  </a:cubicBezTo>
                  <a:cubicBezTo>
                    <a:pt x="23450" y="51198"/>
                    <a:pt x="22153" y="51995"/>
                    <a:pt x="21013" y="52388"/>
                  </a:cubicBezTo>
                  <a:cubicBezTo>
                    <a:pt x="19769" y="52816"/>
                    <a:pt x="18468" y="52983"/>
                    <a:pt x="17149" y="52983"/>
                  </a:cubicBezTo>
                  <a:cubicBezTo>
                    <a:pt x="14678" y="52983"/>
                    <a:pt x="12147" y="52396"/>
                    <a:pt x="9822" y="51845"/>
                  </a:cubicBezTo>
                  <a:cubicBezTo>
                    <a:pt x="6510" y="51059"/>
                    <a:pt x="3259" y="49899"/>
                    <a:pt x="0" y="48810"/>
                  </a:cubicBezTo>
                  <a:lnTo>
                    <a:pt x="0" y="54602"/>
                  </a:lnTo>
                  <a:cubicBezTo>
                    <a:pt x="5036" y="55007"/>
                    <a:pt x="10079" y="55225"/>
                    <a:pt x="15119" y="55348"/>
                  </a:cubicBezTo>
                  <a:cubicBezTo>
                    <a:pt x="17082" y="55396"/>
                    <a:pt x="19048" y="55423"/>
                    <a:pt x="21015" y="55423"/>
                  </a:cubicBezTo>
                  <a:cubicBezTo>
                    <a:pt x="29997" y="55423"/>
                    <a:pt x="38994" y="54866"/>
                    <a:pt x="47880" y="53219"/>
                  </a:cubicBezTo>
                  <a:cubicBezTo>
                    <a:pt x="52943" y="52282"/>
                    <a:pt x="58028" y="51048"/>
                    <a:pt x="62912" y="49101"/>
                  </a:cubicBezTo>
                  <a:cubicBezTo>
                    <a:pt x="67581" y="47240"/>
                    <a:pt x="72025" y="44594"/>
                    <a:pt x="76326" y="41657"/>
                  </a:cubicBezTo>
                  <a:cubicBezTo>
                    <a:pt x="84683" y="35949"/>
                    <a:pt x="92557" y="29085"/>
                    <a:pt x="101261" y="24207"/>
                  </a:cubicBezTo>
                  <a:cubicBezTo>
                    <a:pt x="110109" y="19249"/>
                    <a:pt x="119692" y="17446"/>
                    <a:pt x="129288" y="16670"/>
                  </a:cubicBezTo>
                  <a:cubicBezTo>
                    <a:pt x="132649" y="16399"/>
                    <a:pt x="136013" y="16271"/>
                    <a:pt x="139377" y="16271"/>
                  </a:cubicBezTo>
                  <a:cubicBezTo>
                    <a:pt x="157478" y="16271"/>
                    <a:pt x="175585" y="19963"/>
                    <a:pt x="193212" y="24804"/>
                  </a:cubicBezTo>
                  <a:cubicBezTo>
                    <a:pt x="203630" y="27665"/>
                    <a:pt x="214279" y="30372"/>
                    <a:pt x="224304" y="35040"/>
                  </a:cubicBezTo>
                  <a:cubicBezTo>
                    <a:pt x="227597" y="36575"/>
                    <a:pt x="230795" y="38437"/>
                    <a:pt x="233942" y="40411"/>
                  </a:cubicBezTo>
                  <a:lnTo>
                    <a:pt x="233942" y="31703"/>
                  </a:lnTo>
                  <a:cubicBezTo>
                    <a:pt x="228231" y="27859"/>
                    <a:pt x="222155" y="24807"/>
                    <a:pt x="216214" y="21705"/>
                  </a:cubicBezTo>
                  <a:cubicBezTo>
                    <a:pt x="207456" y="17134"/>
                    <a:pt x="198525" y="13002"/>
                    <a:pt x="189487" y="9410"/>
                  </a:cubicBezTo>
                  <a:cubicBezTo>
                    <a:pt x="180687" y="5912"/>
                    <a:pt x="171778" y="2926"/>
                    <a:pt x="162615" y="1437"/>
                  </a:cubicBezTo>
                  <a:cubicBezTo>
                    <a:pt x="156702" y="476"/>
                    <a:pt x="150736" y="1"/>
                    <a:pt x="144772"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6"/>
            <p:cNvSpPr/>
            <p:nvPr/>
          </p:nvSpPr>
          <p:spPr>
            <a:xfrm flipH="1" rot="10800000">
              <a:off x="4312517" y="-1092360"/>
              <a:ext cx="4960169" cy="2176352"/>
            </a:xfrm>
            <a:custGeom>
              <a:rect b="b" l="l" r="r" t="t"/>
              <a:pathLst>
                <a:path extrusionOk="0" h="54385" w="123950">
                  <a:moveTo>
                    <a:pt x="25687" y="0"/>
                  </a:moveTo>
                  <a:cubicBezTo>
                    <a:pt x="25613" y="0"/>
                    <a:pt x="25540" y="0"/>
                    <a:pt x="25467" y="0"/>
                  </a:cubicBezTo>
                  <a:cubicBezTo>
                    <a:pt x="22189" y="8"/>
                    <a:pt x="18895" y="286"/>
                    <a:pt x="15653" y="893"/>
                  </a:cubicBezTo>
                  <a:cubicBezTo>
                    <a:pt x="12106" y="1558"/>
                    <a:pt x="8455" y="2579"/>
                    <a:pt x="5276" y="4757"/>
                  </a:cubicBezTo>
                  <a:cubicBezTo>
                    <a:pt x="2358" y="6754"/>
                    <a:pt x="1" y="10011"/>
                    <a:pt x="133" y="14446"/>
                  </a:cubicBezTo>
                  <a:cubicBezTo>
                    <a:pt x="289" y="19675"/>
                    <a:pt x="3866" y="23250"/>
                    <a:pt x="7286" y="25363"/>
                  </a:cubicBezTo>
                  <a:cubicBezTo>
                    <a:pt x="11223" y="27796"/>
                    <a:pt x="15408" y="28684"/>
                    <a:pt x="19651" y="28684"/>
                  </a:cubicBezTo>
                  <a:cubicBezTo>
                    <a:pt x="25154" y="28684"/>
                    <a:pt x="30756" y="27191"/>
                    <a:pt x="36046" y="25632"/>
                  </a:cubicBezTo>
                  <a:cubicBezTo>
                    <a:pt x="41465" y="24035"/>
                    <a:pt x="46862" y="22167"/>
                    <a:pt x="52380" y="21177"/>
                  </a:cubicBezTo>
                  <a:cubicBezTo>
                    <a:pt x="56587" y="20424"/>
                    <a:pt x="60828" y="20023"/>
                    <a:pt x="65073" y="20023"/>
                  </a:cubicBezTo>
                  <a:cubicBezTo>
                    <a:pt x="66363" y="20023"/>
                    <a:pt x="67654" y="20060"/>
                    <a:pt x="68944" y="20135"/>
                  </a:cubicBezTo>
                  <a:cubicBezTo>
                    <a:pt x="79965" y="20783"/>
                    <a:pt x="90870" y="24103"/>
                    <a:pt x="100937" y="29809"/>
                  </a:cubicBezTo>
                  <a:cubicBezTo>
                    <a:pt x="105755" y="32540"/>
                    <a:pt x="110519" y="35684"/>
                    <a:pt x="114557" y="40038"/>
                  </a:cubicBezTo>
                  <a:cubicBezTo>
                    <a:pt x="118056" y="43811"/>
                    <a:pt x="120978" y="48359"/>
                    <a:pt x="123419" y="53277"/>
                  </a:cubicBezTo>
                  <a:cubicBezTo>
                    <a:pt x="123600" y="53644"/>
                    <a:pt x="123773" y="54016"/>
                    <a:pt x="123950" y="54384"/>
                  </a:cubicBezTo>
                  <a:lnTo>
                    <a:pt x="123950" y="30590"/>
                  </a:lnTo>
                  <a:cubicBezTo>
                    <a:pt x="115011" y="23740"/>
                    <a:pt x="104675" y="20070"/>
                    <a:pt x="94699" y="16430"/>
                  </a:cubicBezTo>
                  <a:cubicBezTo>
                    <a:pt x="83278" y="12265"/>
                    <a:pt x="71945" y="7950"/>
                    <a:pt x="60279" y="4996"/>
                  </a:cubicBezTo>
                  <a:cubicBezTo>
                    <a:pt x="48938" y="2125"/>
                    <a:pt x="37275" y="0"/>
                    <a:pt x="25687"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6"/>
            <p:cNvSpPr/>
            <p:nvPr/>
          </p:nvSpPr>
          <p:spPr>
            <a:xfrm flipH="1" rot="10800000">
              <a:off x="-89101" y="-1670143"/>
              <a:ext cx="4579363" cy="1972262"/>
            </a:xfrm>
            <a:custGeom>
              <a:rect b="b" l="l" r="r" t="t"/>
              <a:pathLst>
                <a:path extrusionOk="0" h="49285" w="114434">
                  <a:moveTo>
                    <a:pt x="97111" y="0"/>
                  </a:moveTo>
                  <a:cubicBezTo>
                    <a:pt x="92375" y="0"/>
                    <a:pt x="88229" y="4066"/>
                    <a:pt x="85079" y="8725"/>
                  </a:cubicBezTo>
                  <a:cubicBezTo>
                    <a:pt x="81036" y="14698"/>
                    <a:pt x="78056" y="22263"/>
                    <a:pt x="72346" y="26006"/>
                  </a:cubicBezTo>
                  <a:cubicBezTo>
                    <a:pt x="69011" y="28192"/>
                    <a:pt x="65286" y="29191"/>
                    <a:pt x="61597" y="29874"/>
                  </a:cubicBezTo>
                  <a:cubicBezTo>
                    <a:pt x="57172" y="30696"/>
                    <a:pt x="52733" y="31343"/>
                    <a:pt x="48270" y="31736"/>
                  </a:cubicBezTo>
                  <a:cubicBezTo>
                    <a:pt x="43819" y="32127"/>
                    <a:pt x="39334" y="32342"/>
                    <a:pt x="34849" y="32342"/>
                  </a:cubicBezTo>
                  <a:cubicBezTo>
                    <a:pt x="29827" y="32342"/>
                    <a:pt x="24804" y="32073"/>
                    <a:pt x="19828" y="31484"/>
                  </a:cubicBezTo>
                  <a:cubicBezTo>
                    <a:pt x="13156" y="30694"/>
                    <a:pt x="6527" y="29288"/>
                    <a:pt x="0" y="27342"/>
                  </a:cubicBezTo>
                  <a:lnTo>
                    <a:pt x="0" y="45284"/>
                  </a:lnTo>
                  <a:cubicBezTo>
                    <a:pt x="0" y="47494"/>
                    <a:pt x="1415" y="49285"/>
                    <a:pt x="3161" y="49285"/>
                  </a:cubicBezTo>
                  <a:lnTo>
                    <a:pt x="54554" y="49285"/>
                  </a:lnTo>
                  <a:cubicBezTo>
                    <a:pt x="57524" y="43691"/>
                    <a:pt x="61460" y="38933"/>
                    <a:pt x="66165" y="35699"/>
                  </a:cubicBezTo>
                  <a:cubicBezTo>
                    <a:pt x="74007" y="30307"/>
                    <a:pt x="82814" y="29860"/>
                    <a:pt x="91444" y="28199"/>
                  </a:cubicBezTo>
                  <a:cubicBezTo>
                    <a:pt x="94850" y="27544"/>
                    <a:pt x="98284" y="26656"/>
                    <a:pt x="101576" y="25345"/>
                  </a:cubicBezTo>
                  <a:cubicBezTo>
                    <a:pt x="104402" y="24220"/>
                    <a:pt x="107468" y="22637"/>
                    <a:pt x="109397" y="19658"/>
                  </a:cubicBezTo>
                  <a:cubicBezTo>
                    <a:pt x="114434" y="11884"/>
                    <a:pt x="106261" y="3395"/>
                    <a:pt x="100927" y="890"/>
                  </a:cubicBezTo>
                  <a:cubicBezTo>
                    <a:pt x="99620" y="276"/>
                    <a:pt x="98345" y="0"/>
                    <a:pt x="9711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6"/>
            <p:cNvSpPr/>
            <p:nvPr/>
          </p:nvSpPr>
          <p:spPr>
            <a:xfrm flipH="1" rot="10800000">
              <a:off x="2774626" y="-1670160"/>
              <a:ext cx="4319449" cy="712432"/>
            </a:xfrm>
            <a:custGeom>
              <a:rect b="b" l="l" r="r" t="t"/>
              <a:pathLst>
                <a:path extrusionOk="0" h="17803" w="107939">
                  <a:moveTo>
                    <a:pt x="27543" y="0"/>
                  </a:moveTo>
                  <a:cubicBezTo>
                    <a:pt x="27240" y="0"/>
                    <a:pt x="26937" y="6"/>
                    <a:pt x="26634" y="18"/>
                  </a:cubicBezTo>
                  <a:cubicBezTo>
                    <a:pt x="24027" y="121"/>
                    <a:pt x="21392" y="745"/>
                    <a:pt x="19094" y="2364"/>
                  </a:cubicBezTo>
                  <a:cubicBezTo>
                    <a:pt x="18481" y="2797"/>
                    <a:pt x="16577" y="4050"/>
                    <a:pt x="17537" y="5118"/>
                  </a:cubicBezTo>
                  <a:cubicBezTo>
                    <a:pt x="18117" y="5762"/>
                    <a:pt x="19161" y="5928"/>
                    <a:pt x="19890" y="6091"/>
                  </a:cubicBezTo>
                  <a:cubicBezTo>
                    <a:pt x="23855" y="6979"/>
                    <a:pt x="27949" y="6569"/>
                    <a:pt x="31949" y="6998"/>
                  </a:cubicBezTo>
                  <a:cubicBezTo>
                    <a:pt x="35180" y="7344"/>
                    <a:pt x="39652" y="7834"/>
                    <a:pt x="41798" y="11379"/>
                  </a:cubicBezTo>
                  <a:cubicBezTo>
                    <a:pt x="41873" y="11504"/>
                    <a:pt x="41874" y="11697"/>
                    <a:pt x="41748" y="11777"/>
                  </a:cubicBezTo>
                  <a:cubicBezTo>
                    <a:pt x="40684" y="12461"/>
                    <a:pt x="39488" y="12703"/>
                    <a:pt x="38262" y="12703"/>
                  </a:cubicBezTo>
                  <a:cubicBezTo>
                    <a:pt x="36542" y="12703"/>
                    <a:pt x="34763" y="12227"/>
                    <a:pt x="33207" y="11823"/>
                  </a:cubicBezTo>
                  <a:cubicBezTo>
                    <a:pt x="31601" y="11407"/>
                    <a:pt x="30013" y="10894"/>
                    <a:pt x="28412" y="10466"/>
                  </a:cubicBezTo>
                  <a:cubicBezTo>
                    <a:pt x="26593" y="9980"/>
                    <a:pt x="24742" y="9711"/>
                    <a:pt x="22919" y="9248"/>
                  </a:cubicBezTo>
                  <a:cubicBezTo>
                    <a:pt x="18811" y="8207"/>
                    <a:pt x="14751" y="6811"/>
                    <a:pt x="10581" y="6185"/>
                  </a:cubicBezTo>
                  <a:cubicBezTo>
                    <a:pt x="9499" y="6023"/>
                    <a:pt x="8286" y="5852"/>
                    <a:pt x="7075" y="5852"/>
                  </a:cubicBezTo>
                  <a:cubicBezTo>
                    <a:pt x="5505" y="5852"/>
                    <a:pt x="3938" y="6139"/>
                    <a:pt x="2667" y="7101"/>
                  </a:cubicBezTo>
                  <a:cubicBezTo>
                    <a:pt x="702" y="8588"/>
                    <a:pt x="1" y="12230"/>
                    <a:pt x="827" y="14868"/>
                  </a:cubicBezTo>
                  <a:cubicBezTo>
                    <a:pt x="1191" y="16035"/>
                    <a:pt x="1835" y="16995"/>
                    <a:pt x="2588" y="17803"/>
                  </a:cubicBezTo>
                  <a:lnTo>
                    <a:pt x="107349" y="17803"/>
                  </a:lnTo>
                  <a:cubicBezTo>
                    <a:pt x="107939" y="14229"/>
                    <a:pt x="104542" y="9947"/>
                    <a:pt x="102361" y="8404"/>
                  </a:cubicBezTo>
                  <a:cubicBezTo>
                    <a:pt x="99751" y="6560"/>
                    <a:pt x="96718" y="5974"/>
                    <a:pt x="93716" y="5974"/>
                  </a:cubicBezTo>
                  <a:cubicBezTo>
                    <a:pt x="92496" y="5974"/>
                    <a:pt x="91282" y="6070"/>
                    <a:pt x="90103" y="6219"/>
                  </a:cubicBezTo>
                  <a:cubicBezTo>
                    <a:pt x="87978" y="6486"/>
                    <a:pt x="85895" y="7048"/>
                    <a:pt x="83786" y="7444"/>
                  </a:cubicBezTo>
                  <a:cubicBezTo>
                    <a:pt x="81051" y="7961"/>
                    <a:pt x="78295" y="8278"/>
                    <a:pt x="75534" y="8442"/>
                  </a:cubicBezTo>
                  <a:cubicBezTo>
                    <a:pt x="74026" y="8532"/>
                    <a:pt x="72516" y="8576"/>
                    <a:pt x="71005" y="8576"/>
                  </a:cubicBezTo>
                  <a:cubicBezTo>
                    <a:pt x="66567" y="8576"/>
                    <a:pt x="62125" y="8194"/>
                    <a:pt x="57730" y="7447"/>
                  </a:cubicBezTo>
                  <a:cubicBezTo>
                    <a:pt x="52546" y="6565"/>
                    <a:pt x="47524" y="4962"/>
                    <a:pt x="42478" y="3264"/>
                  </a:cubicBezTo>
                  <a:cubicBezTo>
                    <a:pt x="37619" y="1632"/>
                    <a:pt x="32605" y="0"/>
                    <a:pt x="27543"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6"/>
            <p:cNvSpPr/>
            <p:nvPr/>
          </p:nvSpPr>
          <p:spPr>
            <a:xfrm flipH="1" rot="10800000">
              <a:off x="8048796" y="-1670400"/>
              <a:ext cx="658408" cy="716833"/>
            </a:xfrm>
            <a:custGeom>
              <a:rect b="b" l="l" r="r" t="t"/>
              <a:pathLst>
                <a:path extrusionOk="0" h="17913" w="16453">
                  <a:moveTo>
                    <a:pt x="3031" y="0"/>
                  </a:moveTo>
                  <a:cubicBezTo>
                    <a:pt x="3004" y="0"/>
                    <a:pt x="2977" y="1"/>
                    <a:pt x="2950" y="2"/>
                  </a:cubicBezTo>
                  <a:cubicBezTo>
                    <a:pt x="1" y="132"/>
                    <a:pt x="2474" y="3624"/>
                    <a:pt x="3374" y="4819"/>
                  </a:cubicBezTo>
                  <a:cubicBezTo>
                    <a:pt x="5353" y="7446"/>
                    <a:pt x="8065" y="13097"/>
                    <a:pt x="8485" y="17912"/>
                  </a:cubicBezTo>
                  <a:lnTo>
                    <a:pt x="16452" y="17912"/>
                  </a:lnTo>
                  <a:cubicBezTo>
                    <a:pt x="15488" y="16742"/>
                    <a:pt x="14559" y="15523"/>
                    <a:pt x="13682" y="14232"/>
                  </a:cubicBezTo>
                  <a:cubicBezTo>
                    <a:pt x="11356" y="10805"/>
                    <a:pt x="9597" y="6836"/>
                    <a:pt x="7171" y="3507"/>
                  </a:cubicBezTo>
                  <a:cubicBezTo>
                    <a:pt x="6176" y="2144"/>
                    <a:pt x="4651" y="0"/>
                    <a:pt x="303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6"/>
            <p:cNvSpPr/>
            <p:nvPr/>
          </p:nvSpPr>
          <p:spPr>
            <a:xfrm flipH="1" rot="10800000">
              <a:off x="4946282" y="-1670229"/>
              <a:ext cx="4326332" cy="1547277"/>
            </a:xfrm>
            <a:custGeom>
              <a:rect b="b" l="l" r="r" t="t"/>
              <a:pathLst>
                <a:path extrusionOk="0" h="38665" w="108111">
                  <a:moveTo>
                    <a:pt x="45814" y="1"/>
                  </a:moveTo>
                  <a:cubicBezTo>
                    <a:pt x="35137" y="1"/>
                    <a:pt x="24388" y="2076"/>
                    <a:pt x="14090" y="5571"/>
                  </a:cubicBezTo>
                  <a:cubicBezTo>
                    <a:pt x="10624" y="6748"/>
                    <a:pt x="7061" y="8059"/>
                    <a:pt x="3946" y="10366"/>
                  </a:cubicBezTo>
                  <a:cubicBezTo>
                    <a:pt x="2615" y="11352"/>
                    <a:pt x="1078" y="12695"/>
                    <a:pt x="565" y="14641"/>
                  </a:cubicBezTo>
                  <a:cubicBezTo>
                    <a:pt x="1" y="16782"/>
                    <a:pt x="1151" y="18845"/>
                    <a:pt x="2414" y="20142"/>
                  </a:cubicBezTo>
                  <a:cubicBezTo>
                    <a:pt x="4524" y="22313"/>
                    <a:pt x="7328" y="22930"/>
                    <a:pt x="10110" y="22930"/>
                  </a:cubicBezTo>
                  <a:cubicBezTo>
                    <a:pt x="11691" y="22930"/>
                    <a:pt x="13266" y="22730"/>
                    <a:pt x="14702" y="22504"/>
                  </a:cubicBezTo>
                  <a:cubicBezTo>
                    <a:pt x="19304" y="21780"/>
                    <a:pt x="23791" y="20252"/>
                    <a:pt x="28307" y="18979"/>
                  </a:cubicBezTo>
                  <a:cubicBezTo>
                    <a:pt x="31469" y="18088"/>
                    <a:pt x="34583" y="17727"/>
                    <a:pt x="37812" y="17553"/>
                  </a:cubicBezTo>
                  <a:cubicBezTo>
                    <a:pt x="39567" y="17460"/>
                    <a:pt x="41324" y="17409"/>
                    <a:pt x="43081" y="17409"/>
                  </a:cubicBezTo>
                  <a:cubicBezTo>
                    <a:pt x="45289" y="17409"/>
                    <a:pt x="47497" y="17490"/>
                    <a:pt x="49701" y="17670"/>
                  </a:cubicBezTo>
                  <a:cubicBezTo>
                    <a:pt x="53900" y="18013"/>
                    <a:pt x="58120" y="18692"/>
                    <a:pt x="62182" y="20121"/>
                  </a:cubicBezTo>
                  <a:cubicBezTo>
                    <a:pt x="65643" y="21338"/>
                    <a:pt x="69140" y="23140"/>
                    <a:pt x="71836" y="26229"/>
                  </a:cubicBezTo>
                  <a:cubicBezTo>
                    <a:pt x="74556" y="29344"/>
                    <a:pt x="76197" y="34210"/>
                    <a:pt x="75759" y="38664"/>
                  </a:cubicBezTo>
                  <a:lnTo>
                    <a:pt x="85535" y="38664"/>
                  </a:lnTo>
                  <a:cubicBezTo>
                    <a:pt x="85296" y="35981"/>
                    <a:pt x="84353" y="33119"/>
                    <a:pt x="83500" y="31067"/>
                  </a:cubicBezTo>
                  <a:cubicBezTo>
                    <a:pt x="82723" y="29197"/>
                    <a:pt x="81831" y="27538"/>
                    <a:pt x="80681" y="26012"/>
                  </a:cubicBezTo>
                  <a:cubicBezTo>
                    <a:pt x="79935" y="25023"/>
                    <a:pt x="78306" y="23246"/>
                    <a:pt x="78633" y="21650"/>
                  </a:cubicBezTo>
                  <a:cubicBezTo>
                    <a:pt x="78840" y="20643"/>
                    <a:pt x="79649" y="20281"/>
                    <a:pt x="80449" y="20281"/>
                  </a:cubicBezTo>
                  <a:cubicBezTo>
                    <a:pt x="80893" y="20281"/>
                    <a:pt x="81334" y="20392"/>
                    <a:pt x="81670" y="20567"/>
                  </a:cubicBezTo>
                  <a:cubicBezTo>
                    <a:pt x="83214" y="21372"/>
                    <a:pt x="84460" y="23111"/>
                    <a:pt x="85532" y="24674"/>
                  </a:cubicBezTo>
                  <a:cubicBezTo>
                    <a:pt x="88081" y="28395"/>
                    <a:pt x="90008" y="32694"/>
                    <a:pt x="92680" y="36288"/>
                  </a:cubicBezTo>
                  <a:cubicBezTo>
                    <a:pt x="93289" y="37105"/>
                    <a:pt x="93919" y="37895"/>
                    <a:pt x="94562" y="38663"/>
                  </a:cubicBezTo>
                  <a:lnTo>
                    <a:pt x="104952" y="38663"/>
                  </a:lnTo>
                  <a:cubicBezTo>
                    <a:pt x="106677" y="38663"/>
                    <a:pt x="108077" y="36912"/>
                    <a:pt x="108110" y="34738"/>
                  </a:cubicBezTo>
                  <a:cubicBezTo>
                    <a:pt x="104684" y="32047"/>
                    <a:pt x="101346" y="29175"/>
                    <a:pt x="98018" y="26250"/>
                  </a:cubicBezTo>
                  <a:cubicBezTo>
                    <a:pt x="92264" y="21194"/>
                    <a:pt x="86645" y="15791"/>
                    <a:pt x="80705" y="11085"/>
                  </a:cubicBezTo>
                  <a:cubicBezTo>
                    <a:pt x="70628" y="3099"/>
                    <a:pt x="58598" y="156"/>
                    <a:pt x="46845" y="7"/>
                  </a:cubicBezTo>
                  <a:cubicBezTo>
                    <a:pt x="46501" y="3"/>
                    <a:pt x="46158" y="1"/>
                    <a:pt x="45814"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6"/>
            <p:cNvSpPr/>
            <p:nvPr/>
          </p:nvSpPr>
          <p:spPr>
            <a:xfrm flipH="1" rot="10800000">
              <a:off x="5076700" y="5116617"/>
              <a:ext cx="4335896" cy="796099"/>
            </a:xfrm>
            <a:custGeom>
              <a:rect b="b" l="l" r="r" t="t"/>
              <a:pathLst>
                <a:path extrusionOk="0" h="27758" w="108350">
                  <a:moveTo>
                    <a:pt x="51648" y="1"/>
                  </a:moveTo>
                  <a:cubicBezTo>
                    <a:pt x="50846" y="407"/>
                    <a:pt x="50018" y="729"/>
                    <a:pt x="49203" y="1014"/>
                  </a:cubicBezTo>
                  <a:cubicBezTo>
                    <a:pt x="42065" y="3506"/>
                    <a:pt x="34586" y="3501"/>
                    <a:pt x="27241" y="3584"/>
                  </a:cubicBezTo>
                  <a:cubicBezTo>
                    <a:pt x="20757" y="3656"/>
                    <a:pt x="14163" y="3777"/>
                    <a:pt x="7797" y="5515"/>
                  </a:cubicBezTo>
                  <a:cubicBezTo>
                    <a:pt x="5715" y="6083"/>
                    <a:pt x="3438" y="6902"/>
                    <a:pt x="1858" y="8814"/>
                  </a:cubicBezTo>
                  <a:cubicBezTo>
                    <a:pt x="0" y="11058"/>
                    <a:pt x="83" y="14195"/>
                    <a:pt x="776" y="17107"/>
                  </a:cubicBezTo>
                  <a:cubicBezTo>
                    <a:pt x="2438" y="24097"/>
                    <a:pt x="7861" y="27758"/>
                    <a:pt x="13371" y="27758"/>
                  </a:cubicBezTo>
                  <a:cubicBezTo>
                    <a:pt x="13681" y="27758"/>
                    <a:pt x="13992" y="27746"/>
                    <a:pt x="14303" y="27723"/>
                  </a:cubicBezTo>
                  <a:cubicBezTo>
                    <a:pt x="20922" y="27226"/>
                    <a:pt x="26485" y="22282"/>
                    <a:pt x="32673" y="19847"/>
                  </a:cubicBezTo>
                  <a:cubicBezTo>
                    <a:pt x="36195" y="18461"/>
                    <a:pt x="39879" y="17578"/>
                    <a:pt x="43501" y="16728"/>
                  </a:cubicBezTo>
                  <a:cubicBezTo>
                    <a:pt x="47244" y="15849"/>
                    <a:pt x="51012" y="15131"/>
                    <a:pt x="54789" y="14515"/>
                  </a:cubicBezTo>
                  <a:cubicBezTo>
                    <a:pt x="62223" y="13302"/>
                    <a:pt x="69695" y="12486"/>
                    <a:pt x="77160" y="11610"/>
                  </a:cubicBezTo>
                  <a:cubicBezTo>
                    <a:pt x="86796" y="10479"/>
                    <a:pt x="96503" y="9420"/>
                    <a:pt x="106195" y="9420"/>
                  </a:cubicBezTo>
                  <a:cubicBezTo>
                    <a:pt x="106913" y="9420"/>
                    <a:pt x="107630" y="9426"/>
                    <a:pt x="108348" y="9438"/>
                  </a:cubicBezTo>
                  <a:lnTo>
                    <a:pt x="108348" y="4002"/>
                  </a:lnTo>
                  <a:cubicBezTo>
                    <a:pt x="108350" y="1793"/>
                    <a:pt x="106935" y="1"/>
                    <a:pt x="105190" y="1"/>
                  </a:cubicBezTo>
                  <a:lnTo>
                    <a:pt x="90762" y="1"/>
                  </a:lnTo>
                  <a:cubicBezTo>
                    <a:pt x="89703" y="1934"/>
                    <a:pt x="88395" y="3470"/>
                    <a:pt x="86599" y="4557"/>
                  </a:cubicBezTo>
                  <a:cubicBezTo>
                    <a:pt x="83877" y="6208"/>
                    <a:pt x="80880" y="7099"/>
                    <a:pt x="77918" y="7745"/>
                  </a:cubicBezTo>
                  <a:cubicBezTo>
                    <a:pt x="74349" y="8524"/>
                    <a:pt x="70756" y="9202"/>
                    <a:pt x="67162" y="9801"/>
                  </a:cubicBezTo>
                  <a:cubicBezTo>
                    <a:pt x="59627" y="11058"/>
                    <a:pt x="52047" y="11784"/>
                    <a:pt x="44534" y="13253"/>
                  </a:cubicBezTo>
                  <a:cubicBezTo>
                    <a:pt x="40916" y="13963"/>
                    <a:pt x="37300" y="14822"/>
                    <a:pt x="33793" y="16179"/>
                  </a:cubicBezTo>
                  <a:cubicBezTo>
                    <a:pt x="31120" y="17214"/>
                    <a:pt x="28648" y="18964"/>
                    <a:pt x="26050" y="20259"/>
                  </a:cubicBezTo>
                  <a:cubicBezTo>
                    <a:pt x="24092" y="21236"/>
                    <a:pt x="21957" y="22126"/>
                    <a:pt x="19819" y="22126"/>
                  </a:cubicBezTo>
                  <a:cubicBezTo>
                    <a:pt x="19398" y="22126"/>
                    <a:pt x="18976" y="22091"/>
                    <a:pt x="18556" y="22016"/>
                  </a:cubicBezTo>
                  <a:cubicBezTo>
                    <a:pt x="16742" y="21690"/>
                    <a:pt x="14667" y="20360"/>
                    <a:pt x="13727" y="18271"/>
                  </a:cubicBezTo>
                  <a:cubicBezTo>
                    <a:pt x="12111" y="14673"/>
                    <a:pt x="16343" y="12032"/>
                    <a:pt x="18335" y="10924"/>
                  </a:cubicBezTo>
                  <a:cubicBezTo>
                    <a:pt x="29038" y="4972"/>
                    <a:pt x="41116" y="7214"/>
                    <a:pt x="52462" y="6363"/>
                  </a:cubicBezTo>
                  <a:cubicBezTo>
                    <a:pt x="56489" y="6062"/>
                    <a:pt x="60477" y="5377"/>
                    <a:pt x="64377" y="4066"/>
                  </a:cubicBezTo>
                  <a:cubicBezTo>
                    <a:pt x="66858" y="3233"/>
                    <a:pt x="69388" y="2647"/>
                    <a:pt x="71900" y="1973"/>
                  </a:cubicBezTo>
                  <a:cubicBezTo>
                    <a:pt x="74066" y="1391"/>
                    <a:pt x="76235" y="775"/>
                    <a:pt x="78366"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6"/>
            <p:cNvSpPr/>
            <p:nvPr/>
          </p:nvSpPr>
          <p:spPr>
            <a:xfrm flipH="1" rot="10800000">
              <a:off x="-97224" y="4659536"/>
              <a:ext cx="3996027" cy="864218"/>
            </a:xfrm>
            <a:custGeom>
              <a:rect b="b" l="l" r="r" t="t"/>
              <a:pathLst>
                <a:path extrusionOk="0" h="21596" w="99857">
                  <a:moveTo>
                    <a:pt x="65198" y="399"/>
                  </a:moveTo>
                  <a:cubicBezTo>
                    <a:pt x="72321" y="399"/>
                    <a:pt x="79621" y="1791"/>
                    <a:pt x="86922" y="4550"/>
                  </a:cubicBezTo>
                  <a:cubicBezTo>
                    <a:pt x="89575" y="5554"/>
                    <a:pt x="92653" y="6864"/>
                    <a:pt x="95348" y="8979"/>
                  </a:cubicBezTo>
                  <a:cubicBezTo>
                    <a:pt x="98235" y="11247"/>
                    <a:pt x="99428" y="13677"/>
                    <a:pt x="98898" y="16206"/>
                  </a:cubicBezTo>
                  <a:cubicBezTo>
                    <a:pt x="98311" y="18994"/>
                    <a:pt x="95759" y="19972"/>
                    <a:pt x="93599" y="20511"/>
                  </a:cubicBezTo>
                  <a:cubicBezTo>
                    <a:pt x="91491" y="21039"/>
                    <a:pt x="89309" y="21193"/>
                    <a:pt x="87246" y="21193"/>
                  </a:cubicBezTo>
                  <a:cubicBezTo>
                    <a:pt x="86217" y="21193"/>
                    <a:pt x="85218" y="21155"/>
                    <a:pt x="84273" y="21106"/>
                  </a:cubicBezTo>
                  <a:cubicBezTo>
                    <a:pt x="78503" y="20800"/>
                    <a:pt x="72921" y="19852"/>
                    <a:pt x="67683" y="18295"/>
                  </a:cubicBezTo>
                  <a:cubicBezTo>
                    <a:pt x="64541" y="17362"/>
                    <a:pt x="61400" y="16083"/>
                    <a:pt x="58362" y="14847"/>
                  </a:cubicBezTo>
                  <a:cubicBezTo>
                    <a:pt x="53266" y="12773"/>
                    <a:pt x="47995" y="10628"/>
                    <a:pt x="42530" y="10025"/>
                  </a:cubicBezTo>
                  <a:cubicBezTo>
                    <a:pt x="41682" y="9932"/>
                    <a:pt x="40859" y="9885"/>
                    <a:pt x="40058" y="9885"/>
                  </a:cubicBezTo>
                  <a:cubicBezTo>
                    <a:pt x="36646" y="9885"/>
                    <a:pt x="33636" y="10728"/>
                    <a:pt x="31087" y="12400"/>
                  </a:cubicBezTo>
                  <a:cubicBezTo>
                    <a:pt x="26728" y="15269"/>
                    <a:pt x="22197" y="17122"/>
                    <a:pt x="17235" y="18071"/>
                  </a:cubicBezTo>
                  <a:cubicBezTo>
                    <a:pt x="13172" y="18848"/>
                    <a:pt x="9086" y="19070"/>
                    <a:pt x="5424" y="19070"/>
                  </a:cubicBezTo>
                  <a:cubicBezTo>
                    <a:pt x="3631" y="19070"/>
                    <a:pt x="1941" y="19017"/>
                    <a:pt x="403" y="18949"/>
                  </a:cubicBezTo>
                  <a:lnTo>
                    <a:pt x="403" y="11532"/>
                  </a:lnTo>
                  <a:cubicBezTo>
                    <a:pt x="2361" y="12661"/>
                    <a:pt x="4594" y="13456"/>
                    <a:pt x="7045" y="13900"/>
                  </a:cubicBezTo>
                  <a:cubicBezTo>
                    <a:pt x="8672" y="14195"/>
                    <a:pt x="10356" y="14343"/>
                    <a:pt x="12121" y="14343"/>
                  </a:cubicBezTo>
                  <a:cubicBezTo>
                    <a:pt x="13968" y="14343"/>
                    <a:pt x="15904" y="14181"/>
                    <a:pt x="17957" y="13858"/>
                  </a:cubicBezTo>
                  <a:cubicBezTo>
                    <a:pt x="23076" y="13055"/>
                    <a:pt x="27790" y="10978"/>
                    <a:pt x="32121" y="8853"/>
                  </a:cubicBezTo>
                  <a:lnTo>
                    <a:pt x="32595" y="8620"/>
                  </a:lnTo>
                  <a:cubicBezTo>
                    <a:pt x="37243" y="6337"/>
                    <a:pt x="42049" y="3980"/>
                    <a:pt x="47066" y="2784"/>
                  </a:cubicBezTo>
                  <a:cubicBezTo>
                    <a:pt x="53031" y="1361"/>
                    <a:pt x="58397" y="590"/>
                    <a:pt x="63469" y="426"/>
                  </a:cubicBezTo>
                  <a:cubicBezTo>
                    <a:pt x="64044" y="408"/>
                    <a:pt x="64620" y="399"/>
                    <a:pt x="65198" y="399"/>
                  </a:cubicBezTo>
                  <a:close/>
                  <a:moveTo>
                    <a:pt x="65203" y="1"/>
                  </a:moveTo>
                  <a:cubicBezTo>
                    <a:pt x="64619" y="1"/>
                    <a:pt x="64036" y="10"/>
                    <a:pt x="63455" y="29"/>
                  </a:cubicBezTo>
                  <a:cubicBezTo>
                    <a:pt x="58355" y="192"/>
                    <a:pt x="52963" y="968"/>
                    <a:pt x="46970" y="2396"/>
                  </a:cubicBezTo>
                  <a:cubicBezTo>
                    <a:pt x="41911" y="3604"/>
                    <a:pt x="37084" y="5971"/>
                    <a:pt x="32416" y="8263"/>
                  </a:cubicBezTo>
                  <a:lnTo>
                    <a:pt x="31942" y="8496"/>
                  </a:lnTo>
                  <a:cubicBezTo>
                    <a:pt x="27640" y="10606"/>
                    <a:pt x="22957" y="12670"/>
                    <a:pt x="17892" y="13466"/>
                  </a:cubicBezTo>
                  <a:cubicBezTo>
                    <a:pt x="15860" y="13785"/>
                    <a:pt x="13946" y="13945"/>
                    <a:pt x="12120" y="13945"/>
                  </a:cubicBezTo>
                  <a:cubicBezTo>
                    <a:pt x="10379" y="13945"/>
                    <a:pt x="8719" y="13799"/>
                    <a:pt x="7116" y="13508"/>
                  </a:cubicBezTo>
                  <a:cubicBezTo>
                    <a:pt x="4584" y="13050"/>
                    <a:pt x="2294" y="12211"/>
                    <a:pt x="305" y="11012"/>
                  </a:cubicBezTo>
                  <a:lnTo>
                    <a:pt x="0" y="10828"/>
                  </a:lnTo>
                  <a:lnTo>
                    <a:pt x="0" y="19337"/>
                  </a:lnTo>
                  <a:lnTo>
                    <a:pt x="193" y="19345"/>
                  </a:lnTo>
                  <a:cubicBezTo>
                    <a:pt x="1788" y="19417"/>
                    <a:pt x="3552" y="19474"/>
                    <a:pt x="5427" y="19474"/>
                  </a:cubicBezTo>
                  <a:cubicBezTo>
                    <a:pt x="9110" y="19474"/>
                    <a:pt x="13220" y="19251"/>
                    <a:pt x="17311" y="18469"/>
                  </a:cubicBezTo>
                  <a:cubicBezTo>
                    <a:pt x="22324" y="17509"/>
                    <a:pt x="26904" y="15636"/>
                    <a:pt x="31309" y="12740"/>
                  </a:cubicBezTo>
                  <a:cubicBezTo>
                    <a:pt x="33791" y="11110"/>
                    <a:pt x="36725" y="10287"/>
                    <a:pt x="40058" y="10287"/>
                  </a:cubicBezTo>
                  <a:cubicBezTo>
                    <a:pt x="40845" y="10287"/>
                    <a:pt x="41654" y="10333"/>
                    <a:pt x="42485" y="10425"/>
                  </a:cubicBezTo>
                  <a:cubicBezTo>
                    <a:pt x="47895" y="11021"/>
                    <a:pt x="53139" y="13156"/>
                    <a:pt x="58211" y="15220"/>
                  </a:cubicBezTo>
                  <a:cubicBezTo>
                    <a:pt x="61257" y="16459"/>
                    <a:pt x="64408" y="17742"/>
                    <a:pt x="67568" y="18681"/>
                  </a:cubicBezTo>
                  <a:cubicBezTo>
                    <a:pt x="72838" y="20248"/>
                    <a:pt x="78452" y="21200"/>
                    <a:pt x="84253" y="21507"/>
                  </a:cubicBezTo>
                  <a:cubicBezTo>
                    <a:pt x="85207" y="21557"/>
                    <a:pt x="86216" y="21596"/>
                    <a:pt x="87255" y="21596"/>
                  </a:cubicBezTo>
                  <a:cubicBezTo>
                    <a:pt x="89341" y="21596"/>
                    <a:pt x="91554" y="21438"/>
                    <a:pt x="93697" y="20904"/>
                  </a:cubicBezTo>
                  <a:cubicBezTo>
                    <a:pt x="95795" y="20381"/>
                    <a:pt x="98654" y="19332"/>
                    <a:pt x="99293" y="16292"/>
                  </a:cubicBezTo>
                  <a:cubicBezTo>
                    <a:pt x="99857" y="13600"/>
                    <a:pt x="98614" y="11035"/>
                    <a:pt x="95596" y="8666"/>
                  </a:cubicBezTo>
                  <a:cubicBezTo>
                    <a:pt x="92859" y="6520"/>
                    <a:pt x="89747" y="5193"/>
                    <a:pt x="87062" y="4178"/>
                  </a:cubicBezTo>
                  <a:cubicBezTo>
                    <a:pt x="79719" y="1402"/>
                    <a:pt x="72371" y="1"/>
                    <a:pt x="652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 name="Google Shape;785;p26"/>
            <p:cNvGrpSpPr/>
            <p:nvPr/>
          </p:nvGrpSpPr>
          <p:grpSpPr>
            <a:xfrm>
              <a:off x="-97224" y="3918978"/>
              <a:ext cx="9377821" cy="2147740"/>
              <a:chOff x="-97224" y="3918978"/>
              <a:chExt cx="9377821" cy="2147740"/>
            </a:xfrm>
          </p:grpSpPr>
          <p:sp>
            <p:nvSpPr>
              <p:cNvPr id="786" name="Google Shape;786;p26"/>
              <p:cNvSpPr/>
              <p:nvPr/>
            </p:nvSpPr>
            <p:spPr>
              <a:xfrm flipH="1" rot="10800000">
                <a:off x="-89101" y="3918978"/>
                <a:ext cx="9361814" cy="2075187"/>
              </a:xfrm>
              <a:custGeom>
                <a:rect b="b" l="l" r="r" t="t"/>
                <a:pathLst>
                  <a:path extrusionOk="0" h="51857" w="233943">
                    <a:moveTo>
                      <a:pt x="114254" y="0"/>
                    </a:moveTo>
                    <a:cubicBezTo>
                      <a:pt x="113814" y="3337"/>
                      <a:pt x="107760" y="3970"/>
                      <a:pt x="105882" y="4185"/>
                    </a:cubicBezTo>
                    <a:cubicBezTo>
                      <a:pt x="103480" y="4463"/>
                      <a:pt x="101037" y="4580"/>
                      <a:pt x="98593" y="4580"/>
                    </a:cubicBezTo>
                    <a:cubicBezTo>
                      <a:pt x="96187" y="4580"/>
                      <a:pt x="93780" y="4466"/>
                      <a:pt x="91413" y="4277"/>
                    </a:cubicBezTo>
                    <a:cubicBezTo>
                      <a:pt x="83262" y="3622"/>
                      <a:pt x="75254" y="1586"/>
                      <a:pt x="67197" y="2"/>
                    </a:cubicBezTo>
                    <a:lnTo>
                      <a:pt x="3161" y="2"/>
                    </a:lnTo>
                    <a:cubicBezTo>
                      <a:pt x="1415" y="2"/>
                      <a:pt x="0" y="1794"/>
                      <a:pt x="0" y="4003"/>
                    </a:cubicBezTo>
                    <a:lnTo>
                      <a:pt x="0" y="12983"/>
                    </a:lnTo>
                    <a:cubicBezTo>
                      <a:pt x="752" y="13703"/>
                      <a:pt x="1532" y="14304"/>
                      <a:pt x="2202" y="14753"/>
                    </a:cubicBezTo>
                    <a:cubicBezTo>
                      <a:pt x="5867" y="17202"/>
                      <a:pt x="10108" y="17905"/>
                      <a:pt x="14266" y="17905"/>
                    </a:cubicBezTo>
                    <a:cubicBezTo>
                      <a:pt x="15542" y="17905"/>
                      <a:pt x="16811" y="17839"/>
                      <a:pt x="18052" y="17736"/>
                    </a:cubicBezTo>
                    <a:cubicBezTo>
                      <a:pt x="23329" y="17301"/>
                      <a:pt x="28524" y="16026"/>
                      <a:pt x="33704" y="14740"/>
                    </a:cubicBezTo>
                    <a:cubicBezTo>
                      <a:pt x="40948" y="12940"/>
                      <a:pt x="48135" y="10828"/>
                      <a:pt x="55442" y="9439"/>
                    </a:cubicBezTo>
                    <a:cubicBezTo>
                      <a:pt x="61321" y="8322"/>
                      <a:pt x="67233" y="7670"/>
                      <a:pt x="73167" y="7670"/>
                    </a:cubicBezTo>
                    <a:cubicBezTo>
                      <a:pt x="74688" y="7670"/>
                      <a:pt x="76210" y="7713"/>
                      <a:pt x="77734" y="7802"/>
                    </a:cubicBezTo>
                    <a:cubicBezTo>
                      <a:pt x="85106" y="8232"/>
                      <a:pt x="92423" y="9785"/>
                      <a:pt x="99530" y="12287"/>
                    </a:cubicBezTo>
                    <a:cubicBezTo>
                      <a:pt x="102317" y="13268"/>
                      <a:pt x="105115" y="14314"/>
                      <a:pt x="107858" y="15489"/>
                    </a:cubicBezTo>
                    <a:cubicBezTo>
                      <a:pt x="110332" y="16548"/>
                      <a:pt x="112809" y="17789"/>
                      <a:pt x="115004" y="19608"/>
                    </a:cubicBezTo>
                    <a:cubicBezTo>
                      <a:pt x="117824" y="21944"/>
                      <a:pt x="120303" y="25852"/>
                      <a:pt x="120226" y="30339"/>
                    </a:cubicBezTo>
                    <a:cubicBezTo>
                      <a:pt x="120101" y="37466"/>
                      <a:pt x="112935" y="40330"/>
                      <a:pt x="108516" y="41748"/>
                    </a:cubicBezTo>
                    <a:cubicBezTo>
                      <a:pt x="101630" y="43955"/>
                      <a:pt x="94414" y="44564"/>
                      <a:pt x="87337" y="44821"/>
                    </a:cubicBezTo>
                    <a:cubicBezTo>
                      <a:pt x="84855" y="44912"/>
                      <a:pt x="82371" y="44958"/>
                      <a:pt x="79887" y="44958"/>
                    </a:cubicBezTo>
                    <a:cubicBezTo>
                      <a:pt x="73140" y="44958"/>
                      <a:pt x="66393" y="44612"/>
                      <a:pt x="59673" y="43851"/>
                    </a:cubicBezTo>
                    <a:cubicBezTo>
                      <a:pt x="52128" y="42997"/>
                      <a:pt x="44620" y="41722"/>
                      <a:pt x="37128" y="40332"/>
                    </a:cubicBezTo>
                    <a:cubicBezTo>
                      <a:pt x="29596" y="38936"/>
                      <a:pt x="22076" y="37257"/>
                      <a:pt x="14513" y="36145"/>
                    </a:cubicBezTo>
                    <a:cubicBezTo>
                      <a:pt x="10469" y="35552"/>
                      <a:pt x="6279" y="35103"/>
                      <a:pt x="2100" y="35103"/>
                    </a:cubicBezTo>
                    <a:cubicBezTo>
                      <a:pt x="1400" y="35103"/>
                      <a:pt x="700" y="35116"/>
                      <a:pt x="0" y="35142"/>
                    </a:cubicBezTo>
                    <a:lnTo>
                      <a:pt x="0" y="41392"/>
                    </a:lnTo>
                    <a:cubicBezTo>
                      <a:pt x="3897" y="40406"/>
                      <a:pt x="7757" y="39113"/>
                      <a:pt x="11701" y="38520"/>
                    </a:cubicBezTo>
                    <a:cubicBezTo>
                      <a:pt x="12850" y="38347"/>
                      <a:pt x="14002" y="38268"/>
                      <a:pt x="15153" y="38268"/>
                    </a:cubicBezTo>
                    <a:cubicBezTo>
                      <a:pt x="18352" y="38268"/>
                      <a:pt x="21545" y="38880"/>
                      <a:pt x="24665" y="39789"/>
                    </a:cubicBezTo>
                    <a:cubicBezTo>
                      <a:pt x="29176" y="41103"/>
                      <a:pt x="33559" y="43015"/>
                      <a:pt x="37996" y="44675"/>
                    </a:cubicBezTo>
                    <a:cubicBezTo>
                      <a:pt x="42689" y="46433"/>
                      <a:pt x="47479" y="47692"/>
                      <a:pt x="52300" y="48740"/>
                    </a:cubicBezTo>
                    <a:cubicBezTo>
                      <a:pt x="61496" y="50745"/>
                      <a:pt x="70937" y="51857"/>
                      <a:pt x="80373" y="51857"/>
                    </a:cubicBezTo>
                    <a:cubicBezTo>
                      <a:pt x="91348" y="51857"/>
                      <a:pt x="102317" y="50352"/>
                      <a:pt x="112889" y="46997"/>
                    </a:cubicBezTo>
                    <a:cubicBezTo>
                      <a:pt x="122215" y="44038"/>
                      <a:pt x="130897" y="39216"/>
                      <a:pt x="139694" y="34414"/>
                    </a:cubicBezTo>
                    <a:cubicBezTo>
                      <a:pt x="143466" y="32352"/>
                      <a:pt x="147358" y="30634"/>
                      <a:pt x="151383" y="29556"/>
                    </a:cubicBezTo>
                    <a:cubicBezTo>
                      <a:pt x="155813" y="28370"/>
                      <a:pt x="160303" y="28105"/>
                      <a:pt x="164816" y="27914"/>
                    </a:cubicBezTo>
                    <a:cubicBezTo>
                      <a:pt x="167320" y="27807"/>
                      <a:pt x="169825" y="27756"/>
                      <a:pt x="172331" y="27756"/>
                    </a:cubicBezTo>
                    <a:cubicBezTo>
                      <a:pt x="189289" y="27756"/>
                      <a:pt x="206270" y="30094"/>
                      <a:pt x="222996" y="33398"/>
                    </a:cubicBezTo>
                    <a:cubicBezTo>
                      <a:pt x="226644" y="34116"/>
                      <a:pt x="230302" y="34924"/>
                      <a:pt x="233942" y="35864"/>
                    </a:cubicBezTo>
                    <a:lnTo>
                      <a:pt x="233942" y="9938"/>
                    </a:lnTo>
                    <a:cubicBezTo>
                      <a:pt x="233216" y="9925"/>
                      <a:pt x="232489" y="9919"/>
                      <a:pt x="231762" y="9919"/>
                    </a:cubicBezTo>
                    <a:cubicBezTo>
                      <a:pt x="219843" y="9919"/>
                      <a:pt x="207922" y="11530"/>
                      <a:pt x="196068" y="12904"/>
                    </a:cubicBezTo>
                    <a:cubicBezTo>
                      <a:pt x="188339" y="13801"/>
                      <a:pt x="180609" y="14806"/>
                      <a:pt x="172944" y="16393"/>
                    </a:cubicBezTo>
                    <a:cubicBezTo>
                      <a:pt x="169135" y="17181"/>
                      <a:pt x="165343" y="18112"/>
                      <a:pt x="161591" y="19260"/>
                    </a:cubicBezTo>
                    <a:cubicBezTo>
                      <a:pt x="158213" y="20291"/>
                      <a:pt x="155063" y="21813"/>
                      <a:pt x="151893" y="23606"/>
                    </a:cubicBezTo>
                    <a:cubicBezTo>
                      <a:pt x="147715" y="25970"/>
                      <a:pt x="143374" y="28204"/>
                      <a:pt x="138868" y="28204"/>
                    </a:cubicBezTo>
                    <a:cubicBezTo>
                      <a:pt x="137422" y="28204"/>
                      <a:pt x="135960" y="27974"/>
                      <a:pt x="134480" y="27445"/>
                    </a:cubicBezTo>
                    <a:cubicBezTo>
                      <a:pt x="129632" y="25711"/>
                      <a:pt x="125716" y="20547"/>
                      <a:pt x="125484" y="13951"/>
                    </a:cubicBezTo>
                    <a:cubicBezTo>
                      <a:pt x="125286" y="8300"/>
                      <a:pt x="129601" y="6027"/>
                      <a:pt x="133294" y="5020"/>
                    </a:cubicBezTo>
                    <a:cubicBezTo>
                      <a:pt x="139570" y="3307"/>
                      <a:pt x="146074" y="3151"/>
                      <a:pt x="152463" y="3078"/>
                    </a:cubicBezTo>
                    <a:cubicBezTo>
                      <a:pt x="160083" y="2991"/>
                      <a:pt x="167851" y="3042"/>
                      <a:pt x="175233" y="328"/>
                    </a:cubicBezTo>
                    <a:cubicBezTo>
                      <a:pt x="175511" y="226"/>
                      <a:pt x="175788" y="116"/>
                      <a:pt x="176066"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26"/>
              <p:cNvSpPr/>
              <p:nvPr/>
            </p:nvSpPr>
            <p:spPr>
              <a:xfrm flipH="1" rot="10800000">
                <a:off x="-97224" y="3976084"/>
                <a:ext cx="9377821" cy="2090634"/>
              </a:xfrm>
              <a:custGeom>
                <a:rect b="b" l="l" r="r" t="t"/>
                <a:pathLst>
                  <a:path extrusionOk="0" h="52243" w="234343">
                    <a:moveTo>
                      <a:pt x="67361" y="400"/>
                    </a:moveTo>
                    <a:cubicBezTo>
                      <a:pt x="69340" y="790"/>
                      <a:pt x="71349" y="1215"/>
                      <a:pt x="73292" y="1625"/>
                    </a:cubicBezTo>
                    <a:cubicBezTo>
                      <a:pt x="79265" y="2884"/>
                      <a:pt x="85439" y="4185"/>
                      <a:pt x="91598" y="4680"/>
                    </a:cubicBezTo>
                    <a:cubicBezTo>
                      <a:pt x="94144" y="4885"/>
                      <a:pt x="96537" y="4987"/>
                      <a:pt x="98805" y="4987"/>
                    </a:cubicBezTo>
                    <a:cubicBezTo>
                      <a:pt x="101387" y="4987"/>
                      <a:pt x="103808" y="4854"/>
                      <a:pt x="106108" y="4590"/>
                    </a:cubicBezTo>
                    <a:lnTo>
                      <a:pt x="106218" y="4577"/>
                    </a:lnTo>
                    <a:cubicBezTo>
                      <a:pt x="108158" y="4354"/>
                      <a:pt x="114000" y="3685"/>
                      <a:pt x="114628" y="406"/>
                    </a:cubicBezTo>
                    <a:lnTo>
                      <a:pt x="175193" y="406"/>
                    </a:lnTo>
                    <a:cubicBezTo>
                      <a:pt x="168249" y="2915"/>
                      <a:pt x="160889" y="2994"/>
                      <a:pt x="153768" y="3069"/>
                    </a:cubicBezTo>
                    <a:lnTo>
                      <a:pt x="152665" y="3082"/>
                    </a:lnTo>
                    <a:cubicBezTo>
                      <a:pt x="145764" y="3162"/>
                      <a:pt x="139551" y="3364"/>
                      <a:pt x="133446" y="5030"/>
                    </a:cubicBezTo>
                    <a:cubicBezTo>
                      <a:pt x="128003" y="6516"/>
                      <a:pt x="125326" y="9588"/>
                      <a:pt x="125487" y="14164"/>
                    </a:cubicBezTo>
                    <a:cubicBezTo>
                      <a:pt x="125709" y="20471"/>
                      <a:pt x="129379" y="25966"/>
                      <a:pt x="134618" y="27839"/>
                    </a:cubicBezTo>
                    <a:cubicBezTo>
                      <a:pt x="136131" y="28380"/>
                      <a:pt x="137619" y="28617"/>
                      <a:pt x="139091" y="28617"/>
                    </a:cubicBezTo>
                    <a:cubicBezTo>
                      <a:pt x="143547" y="28617"/>
                      <a:pt x="147847" y="26448"/>
                      <a:pt x="152196" y="23987"/>
                    </a:cubicBezTo>
                    <a:cubicBezTo>
                      <a:pt x="155813" y="21943"/>
                      <a:pt x="158880" y="20567"/>
                      <a:pt x="161854" y="19658"/>
                    </a:cubicBezTo>
                    <a:cubicBezTo>
                      <a:pt x="165379" y="18581"/>
                      <a:pt x="169085" y="17643"/>
                      <a:pt x="173189" y="16795"/>
                    </a:cubicBezTo>
                    <a:cubicBezTo>
                      <a:pt x="180974" y="15181"/>
                      <a:pt x="188894" y="14166"/>
                      <a:pt x="196294" y="13308"/>
                    </a:cubicBezTo>
                    <a:cubicBezTo>
                      <a:pt x="197767" y="13138"/>
                      <a:pt x="199245" y="12964"/>
                      <a:pt x="200722" y="12788"/>
                    </a:cubicBezTo>
                    <a:cubicBezTo>
                      <a:pt x="210970" y="11576"/>
                      <a:pt x="221543" y="10326"/>
                      <a:pt x="231999" y="10326"/>
                    </a:cubicBezTo>
                    <a:cubicBezTo>
                      <a:pt x="232648" y="10326"/>
                      <a:pt x="233296" y="10331"/>
                      <a:pt x="233944" y="10341"/>
                    </a:cubicBezTo>
                    <a:lnTo>
                      <a:pt x="233944" y="35809"/>
                    </a:lnTo>
                    <a:cubicBezTo>
                      <a:pt x="230629" y="34959"/>
                      <a:pt x="227123" y="34173"/>
                      <a:pt x="223236" y="33405"/>
                    </a:cubicBezTo>
                    <a:cubicBezTo>
                      <a:pt x="203906" y="29587"/>
                      <a:pt x="187591" y="27758"/>
                      <a:pt x="172597" y="27758"/>
                    </a:cubicBezTo>
                    <a:cubicBezTo>
                      <a:pt x="170032" y="27758"/>
                      <a:pt x="167505" y="27812"/>
                      <a:pt x="165009" y="27918"/>
                    </a:cubicBezTo>
                    <a:cubicBezTo>
                      <a:pt x="160422" y="28112"/>
                      <a:pt x="155941" y="28387"/>
                      <a:pt x="151533" y="29567"/>
                    </a:cubicBezTo>
                    <a:cubicBezTo>
                      <a:pt x="147826" y="30560"/>
                      <a:pt x="143986" y="32153"/>
                      <a:pt x="139798" y="34441"/>
                    </a:cubicBezTo>
                    <a:lnTo>
                      <a:pt x="138875" y="34945"/>
                    </a:lnTo>
                    <a:cubicBezTo>
                      <a:pt x="130584" y="39473"/>
                      <a:pt x="122011" y="44161"/>
                      <a:pt x="113029" y="47009"/>
                    </a:cubicBezTo>
                    <a:cubicBezTo>
                      <a:pt x="102889" y="50226"/>
                      <a:pt x="91919" y="51840"/>
                      <a:pt x="80509" y="51840"/>
                    </a:cubicBezTo>
                    <a:cubicBezTo>
                      <a:pt x="71401" y="51840"/>
                      <a:pt x="62013" y="50811"/>
                      <a:pt x="52541" y="48749"/>
                    </a:cubicBezTo>
                    <a:cubicBezTo>
                      <a:pt x="46930" y="47526"/>
                      <a:pt x="42394" y="46236"/>
                      <a:pt x="38264" y="44691"/>
                    </a:cubicBezTo>
                    <a:cubicBezTo>
                      <a:pt x="36953" y="44199"/>
                      <a:pt x="35624" y="43678"/>
                      <a:pt x="34338" y="43172"/>
                    </a:cubicBezTo>
                    <a:cubicBezTo>
                      <a:pt x="31276" y="41971"/>
                      <a:pt x="28107" y="40726"/>
                      <a:pt x="24921" y="39799"/>
                    </a:cubicBezTo>
                    <a:cubicBezTo>
                      <a:pt x="21414" y="38777"/>
                      <a:pt x="18247" y="38271"/>
                      <a:pt x="15326" y="38271"/>
                    </a:cubicBezTo>
                    <a:cubicBezTo>
                      <a:pt x="14137" y="38271"/>
                      <a:pt x="12987" y="38356"/>
                      <a:pt x="11874" y="38521"/>
                    </a:cubicBezTo>
                    <a:cubicBezTo>
                      <a:pt x="9119" y="38936"/>
                      <a:pt x="6366" y="39703"/>
                      <a:pt x="3703" y="40442"/>
                    </a:cubicBezTo>
                    <a:cubicBezTo>
                      <a:pt x="2622" y="40742"/>
                      <a:pt x="1508" y="41053"/>
                      <a:pt x="406" y="41335"/>
                    </a:cubicBezTo>
                    <a:lnTo>
                      <a:pt x="406" y="35538"/>
                    </a:lnTo>
                    <a:cubicBezTo>
                      <a:pt x="1027" y="35516"/>
                      <a:pt x="1658" y="35506"/>
                      <a:pt x="2301" y="35506"/>
                    </a:cubicBezTo>
                    <a:cubicBezTo>
                      <a:pt x="5902" y="35506"/>
                      <a:pt x="9901" y="35844"/>
                      <a:pt x="14687" y="36547"/>
                    </a:cubicBezTo>
                    <a:cubicBezTo>
                      <a:pt x="19745" y="37290"/>
                      <a:pt x="24868" y="38304"/>
                      <a:pt x="29822" y="39284"/>
                    </a:cubicBezTo>
                    <a:cubicBezTo>
                      <a:pt x="32271" y="39769"/>
                      <a:pt x="34802" y="40270"/>
                      <a:pt x="37296" y="40733"/>
                    </a:cubicBezTo>
                    <a:cubicBezTo>
                      <a:pt x="43914" y="41961"/>
                      <a:pt x="51770" y="43339"/>
                      <a:pt x="59854" y="44254"/>
                    </a:cubicBezTo>
                    <a:cubicBezTo>
                      <a:pt x="66359" y="44990"/>
                      <a:pt x="73165" y="45361"/>
                      <a:pt x="80163" y="45361"/>
                    </a:cubicBezTo>
                    <a:cubicBezTo>
                      <a:pt x="82603" y="45361"/>
                      <a:pt x="85067" y="45316"/>
                      <a:pt x="87550" y="45225"/>
                    </a:cubicBezTo>
                    <a:cubicBezTo>
                      <a:pt x="94026" y="44991"/>
                      <a:pt x="101613" y="44441"/>
                      <a:pt x="108780" y="42142"/>
                    </a:cubicBezTo>
                    <a:cubicBezTo>
                      <a:pt x="113810" y="40529"/>
                      <a:pt x="120508" y="37574"/>
                      <a:pt x="120629" y="30544"/>
                    </a:cubicBezTo>
                    <a:cubicBezTo>
                      <a:pt x="120696" y="26529"/>
                      <a:pt x="118718" y="22458"/>
                      <a:pt x="115334" y="19654"/>
                    </a:cubicBezTo>
                    <a:cubicBezTo>
                      <a:pt x="112985" y="17708"/>
                      <a:pt x="110379" y="16465"/>
                      <a:pt x="108140" y="15506"/>
                    </a:cubicBezTo>
                    <a:cubicBezTo>
                      <a:pt x="105719" y="14467"/>
                      <a:pt x="103070" y="13450"/>
                      <a:pt x="99798" y="12298"/>
                    </a:cubicBezTo>
                    <a:cubicBezTo>
                      <a:pt x="92520" y="9735"/>
                      <a:pt x="85169" y="8223"/>
                      <a:pt x="77949" y="7802"/>
                    </a:cubicBezTo>
                    <a:cubicBezTo>
                      <a:pt x="76425" y="7713"/>
                      <a:pt x="74890" y="7669"/>
                      <a:pt x="73339" y="7669"/>
                    </a:cubicBezTo>
                    <a:cubicBezTo>
                      <a:pt x="67706" y="7669"/>
                      <a:pt x="61863" y="8255"/>
                      <a:pt x="55605" y="9443"/>
                    </a:cubicBezTo>
                    <a:cubicBezTo>
                      <a:pt x="50502" y="10413"/>
                      <a:pt x="45374" y="11757"/>
                      <a:pt x="40416" y="13057"/>
                    </a:cubicBezTo>
                    <a:cubicBezTo>
                      <a:pt x="38267" y="13620"/>
                      <a:pt x="36046" y="14201"/>
                      <a:pt x="33857" y="14746"/>
                    </a:cubicBezTo>
                    <a:cubicBezTo>
                      <a:pt x="29050" y="15939"/>
                      <a:pt x="23603" y="17293"/>
                      <a:pt x="18238" y="17736"/>
                    </a:cubicBezTo>
                    <a:cubicBezTo>
                      <a:pt x="17038" y="17835"/>
                      <a:pt x="15751" y="17910"/>
                      <a:pt x="14415" y="17910"/>
                    </a:cubicBezTo>
                    <a:cubicBezTo>
                      <a:pt x="10534" y="17910"/>
                      <a:pt x="6246" y="17280"/>
                      <a:pt x="2517" y="14787"/>
                    </a:cubicBezTo>
                    <a:cubicBezTo>
                      <a:pt x="2004" y="14446"/>
                      <a:pt x="1229" y="13878"/>
                      <a:pt x="403" y="13098"/>
                    </a:cubicBezTo>
                    <a:lnTo>
                      <a:pt x="403" y="4204"/>
                    </a:lnTo>
                    <a:cubicBezTo>
                      <a:pt x="403" y="2108"/>
                      <a:pt x="1731" y="405"/>
                      <a:pt x="3364" y="405"/>
                    </a:cubicBezTo>
                    <a:lnTo>
                      <a:pt x="67361" y="400"/>
                    </a:lnTo>
                    <a:close/>
                    <a:moveTo>
                      <a:pt x="114278" y="0"/>
                    </a:moveTo>
                    <a:lnTo>
                      <a:pt x="114255" y="176"/>
                    </a:lnTo>
                    <a:cubicBezTo>
                      <a:pt x="113845" y="3294"/>
                      <a:pt x="108068" y="3957"/>
                      <a:pt x="106170" y="4175"/>
                    </a:cubicBezTo>
                    <a:lnTo>
                      <a:pt x="106061" y="4187"/>
                    </a:lnTo>
                    <a:cubicBezTo>
                      <a:pt x="103777" y="4451"/>
                      <a:pt x="101371" y="4582"/>
                      <a:pt x="98803" y="4582"/>
                    </a:cubicBezTo>
                    <a:cubicBezTo>
                      <a:pt x="96546" y="4582"/>
                      <a:pt x="94164" y="4481"/>
                      <a:pt x="91630" y="4277"/>
                    </a:cubicBezTo>
                    <a:cubicBezTo>
                      <a:pt x="85496" y="3785"/>
                      <a:pt x="79335" y="2485"/>
                      <a:pt x="73374" y="1229"/>
                    </a:cubicBezTo>
                    <a:cubicBezTo>
                      <a:pt x="71430" y="820"/>
                      <a:pt x="69420" y="395"/>
                      <a:pt x="67400" y="2"/>
                    </a:cubicBezTo>
                    <a:lnTo>
                      <a:pt x="3365" y="2"/>
                    </a:lnTo>
                    <a:cubicBezTo>
                      <a:pt x="1511" y="2"/>
                      <a:pt x="3" y="1889"/>
                      <a:pt x="3" y="4205"/>
                    </a:cubicBezTo>
                    <a:lnTo>
                      <a:pt x="3" y="13267"/>
                    </a:lnTo>
                    <a:lnTo>
                      <a:pt x="66" y="13327"/>
                    </a:lnTo>
                    <a:cubicBezTo>
                      <a:pt x="935" y="14157"/>
                      <a:pt x="1758" y="14760"/>
                      <a:pt x="2295" y="15120"/>
                    </a:cubicBezTo>
                    <a:cubicBezTo>
                      <a:pt x="6107" y="17668"/>
                      <a:pt x="10473" y="18312"/>
                      <a:pt x="14416" y="18312"/>
                    </a:cubicBezTo>
                    <a:cubicBezTo>
                      <a:pt x="15764" y="18312"/>
                      <a:pt x="17063" y="18236"/>
                      <a:pt x="18274" y="18136"/>
                    </a:cubicBezTo>
                    <a:cubicBezTo>
                      <a:pt x="23670" y="17692"/>
                      <a:pt x="29134" y="16335"/>
                      <a:pt x="33955" y="15136"/>
                    </a:cubicBezTo>
                    <a:cubicBezTo>
                      <a:pt x="36148" y="14591"/>
                      <a:pt x="38370" y="14008"/>
                      <a:pt x="40521" y="13444"/>
                    </a:cubicBezTo>
                    <a:cubicBezTo>
                      <a:pt x="45471" y="12145"/>
                      <a:pt x="50591" y="10802"/>
                      <a:pt x="55682" y="9836"/>
                    </a:cubicBezTo>
                    <a:cubicBezTo>
                      <a:pt x="61914" y="8652"/>
                      <a:pt x="67733" y="8068"/>
                      <a:pt x="73339" y="8068"/>
                    </a:cubicBezTo>
                    <a:cubicBezTo>
                      <a:pt x="74883" y="8068"/>
                      <a:pt x="76410" y="8112"/>
                      <a:pt x="77924" y="8200"/>
                    </a:cubicBezTo>
                    <a:cubicBezTo>
                      <a:pt x="85109" y="8620"/>
                      <a:pt x="92423" y="10126"/>
                      <a:pt x="99664" y="12674"/>
                    </a:cubicBezTo>
                    <a:cubicBezTo>
                      <a:pt x="102926" y="13823"/>
                      <a:pt x="105569" y="14839"/>
                      <a:pt x="107978" y="15872"/>
                    </a:cubicBezTo>
                    <a:cubicBezTo>
                      <a:pt x="110192" y="16820"/>
                      <a:pt x="112765" y="18046"/>
                      <a:pt x="115074" y="19959"/>
                    </a:cubicBezTo>
                    <a:cubicBezTo>
                      <a:pt x="118366" y="22686"/>
                      <a:pt x="120289" y="26638"/>
                      <a:pt x="120224" y="30531"/>
                    </a:cubicBezTo>
                    <a:cubicBezTo>
                      <a:pt x="120108" y="37304"/>
                      <a:pt x="113565" y="40179"/>
                      <a:pt x="108656" y="41753"/>
                    </a:cubicBezTo>
                    <a:cubicBezTo>
                      <a:pt x="101534" y="44037"/>
                      <a:pt x="93982" y="44584"/>
                      <a:pt x="87532" y="44818"/>
                    </a:cubicBezTo>
                    <a:cubicBezTo>
                      <a:pt x="85053" y="44908"/>
                      <a:pt x="82593" y="44953"/>
                      <a:pt x="80156" y="44953"/>
                    </a:cubicBezTo>
                    <a:cubicBezTo>
                      <a:pt x="73174" y="44953"/>
                      <a:pt x="66385" y="44584"/>
                      <a:pt x="59897" y="43849"/>
                    </a:cubicBezTo>
                    <a:cubicBezTo>
                      <a:pt x="51824" y="42936"/>
                      <a:pt x="43978" y="41560"/>
                      <a:pt x="37366" y="40335"/>
                    </a:cubicBezTo>
                    <a:cubicBezTo>
                      <a:pt x="34874" y="39874"/>
                      <a:pt x="32343" y="39371"/>
                      <a:pt x="29894" y="38889"/>
                    </a:cubicBezTo>
                    <a:cubicBezTo>
                      <a:pt x="24935" y="37906"/>
                      <a:pt x="19807" y="36891"/>
                      <a:pt x="14740" y="36147"/>
                    </a:cubicBezTo>
                    <a:cubicBezTo>
                      <a:pt x="9938" y="35440"/>
                      <a:pt x="5923" y="35101"/>
                      <a:pt x="2306" y="35101"/>
                    </a:cubicBezTo>
                    <a:cubicBezTo>
                      <a:pt x="1587" y="35101"/>
                      <a:pt x="884" y="35114"/>
                      <a:pt x="193" y="35141"/>
                    </a:cubicBezTo>
                    <a:lnTo>
                      <a:pt x="0" y="35148"/>
                    </a:lnTo>
                    <a:lnTo>
                      <a:pt x="0" y="41850"/>
                    </a:lnTo>
                    <a:lnTo>
                      <a:pt x="250" y="41789"/>
                    </a:lnTo>
                    <a:cubicBezTo>
                      <a:pt x="1438" y="41486"/>
                      <a:pt x="2642" y="41153"/>
                      <a:pt x="3807" y="40829"/>
                    </a:cubicBezTo>
                    <a:cubicBezTo>
                      <a:pt x="6459" y="40093"/>
                      <a:pt x="9201" y="39331"/>
                      <a:pt x="11931" y="38920"/>
                    </a:cubicBezTo>
                    <a:cubicBezTo>
                      <a:pt x="13025" y="38755"/>
                      <a:pt x="14155" y="38672"/>
                      <a:pt x="15326" y="38672"/>
                    </a:cubicBezTo>
                    <a:cubicBezTo>
                      <a:pt x="18207" y="38672"/>
                      <a:pt x="21339" y="39173"/>
                      <a:pt x="24808" y="40183"/>
                    </a:cubicBezTo>
                    <a:cubicBezTo>
                      <a:pt x="27977" y="41106"/>
                      <a:pt x="31136" y="42346"/>
                      <a:pt x="34192" y="43547"/>
                    </a:cubicBezTo>
                    <a:cubicBezTo>
                      <a:pt x="35480" y="44051"/>
                      <a:pt x="36810" y="44575"/>
                      <a:pt x="38124" y="45065"/>
                    </a:cubicBezTo>
                    <a:cubicBezTo>
                      <a:pt x="42272" y="46618"/>
                      <a:pt x="46826" y="47913"/>
                      <a:pt x="52458" y="49140"/>
                    </a:cubicBezTo>
                    <a:cubicBezTo>
                      <a:pt x="61960" y="51209"/>
                      <a:pt x="71376" y="52242"/>
                      <a:pt x="80515" y="52242"/>
                    </a:cubicBezTo>
                    <a:cubicBezTo>
                      <a:pt x="91963" y="52242"/>
                      <a:pt x="102972" y="50622"/>
                      <a:pt x="113151" y="47393"/>
                    </a:cubicBezTo>
                    <a:cubicBezTo>
                      <a:pt x="122171" y="44531"/>
                      <a:pt x="130760" y="39837"/>
                      <a:pt x="139068" y="35298"/>
                    </a:cubicBezTo>
                    <a:lnTo>
                      <a:pt x="139990" y="34794"/>
                    </a:lnTo>
                    <a:cubicBezTo>
                      <a:pt x="144149" y="32523"/>
                      <a:pt x="147959" y="30939"/>
                      <a:pt x="151635" y="29954"/>
                    </a:cubicBezTo>
                    <a:cubicBezTo>
                      <a:pt x="156001" y="28784"/>
                      <a:pt x="160459" y="28512"/>
                      <a:pt x="165023" y="28318"/>
                    </a:cubicBezTo>
                    <a:cubicBezTo>
                      <a:pt x="167510" y="28212"/>
                      <a:pt x="170027" y="28159"/>
                      <a:pt x="172583" y="28159"/>
                    </a:cubicBezTo>
                    <a:cubicBezTo>
                      <a:pt x="187551" y="28159"/>
                      <a:pt x="203846" y="29985"/>
                      <a:pt x="223155" y="33798"/>
                    </a:cubicBezTo>
                    <a:cubicBezTo>
                      <a:pt x="227133" y="34583"/>
                      <a:pt x="230708" y="35389"/>
                      <a:pt x="234091" y="36262"/>
                    </a:cubicBezTo>
                    <a:lnTo>
                      <a:pt x="234343" y="36327"/>
                    </a:lnTo>
                    <a:lnTo>
                      <a:pt x="234343" y="9942"/>
                    </a:lnTo>
                    <a:lnTo>
                      <a:pt x="234144" y="9938"/>
                    </a:lnTo>
                    <a:cubicBezTo>
                      <a:pt x="233436" y="9926"/>
                      <a:pt x="232728" y="9920"/>
                      <a:pt x="232019" y="9920"/>
                    </a:cubicBezTo>
                    <a:cubicBezTo>
                      <a:pt x="221533" y="9920"/>
                      <a:pt x="210937" y="11173"/>
                      <a:pt x="200668" y="12387"/>
                    </a:cubicBezTo>
                    <a:cubicBezTo>
                      <a:pt x="199192" y="12560"/>
                      <a:pt x="197716" y="12735"/>
                      <a:pt x="196241" y="12907"/>
                    </a:cubicBezTo>
                    <a:cubicBezTo>
                      <a:pt x="188833" y="13765"/>
                      <a:pt x="180900" y="14784"/>
                      <a:pt x="173099" y="16399"/>
                    </a:cubicBezTo>
                    <a:cubicBezTo>
                      <a:pt x="168984" y="17250"/>
                      <a:pt x="165266" y="18189"/>
                      <a:pt x="161730" y="19271"/>
                    </a:cubicBezTo>
                    <a:cubicBezTo>
                      <a:pt x="158729" y="20188"/>
                      <a:pt x="155634" y="21574"/>
                      <a:pt x="151992" y="23636"/>
                    </a:cubicBezTo>
                    <a:cubicBezTo>
                      <a:pt x="147694" y="26067"/>
                      <a:pt x="143448" y="28211"/>
                      <a:pt x="139076" y="28211"/>
                    </a:cubicBezTo>
                    <a:cubicBezTo>
                      <a:pt x="137648" y="28211"/>
                      <a:pt x="136206" y="27982"/>
                      <a:pt x="134745" y="27459"/>
                    </a:cubicBezTo>
                    <a:cubicBezTo>
                      <a:pt x="129659" y="25640"/>
                      <a:pt x="126097" y="20292"/>
                      <a:pt x="125882" y="14148"/>
                    </a:cubicBezTo>
                    <a:cubicBezTo>
                      <a:pt x="125729" y="9782"/>
                      <a:pt x="128305" y="6844"/>
                      <a:pt x="133544" y="5415"/>
                    </a:cubicBezTo>
                    <a:cubicBezTo>
                      <a:pt x="139606" y="3761"/>
                      <a:pt x="145790" y="3559"/>
                      <a:pt x="152664" y="3482"/>
                    </a:cubicBezTo>
                    <a:lnTo>
                      <a:pt x="153767" y="3469"/>
                    </a:lnTo>
                    <a:cubicBezTo>
                      <a:pt x="160981" y="3392"/>
                      <a:pt x="168439" y="3314"/>
                      <a:pt x="175499" y="719"/>
                    </a:cubicBezTo>
                    <a:cubicBezTo>
                      <a:pt x="175781" y="617"/>
                      <a:pt x="176061" y="506"/>
                      <a:pt x="176341" y="389"/>
                    </a:cubicBezTo>
                    <a:lnTo>
                      <a:pt x="1772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8" name="Google Shape;788;p26"/>
            <p:cNvSpPr/>
            <p:nvPr/>
          </p:nvSpPr>
          <p:spPr>
            <a:xfrm flipH="1" rot="10800000">
              <a:off x="-97224" y="2740244"/>
              <a:ext cx="8367499" cy="1836163"/>
            </a:xfrm>
            <a:custGeom>
              <a:rect b="b" l="l" r="r" t="t"/>
              <a:pathLst>
                <a:path extrusionOk="0" h="45884" w="209096">
                  <a:moveTo>
                    <a:pt x="173615" y="405"/>
                  </a:moveTo>
                  <a:cubicBezTo>
                    <a:pt x="176375" y="405"/>
                    <a:pt x="179213" y="507"/>
                    <a:pt x="182050" y="829"/>
                  </a:cubicBezTo>
                  <a:cubicBezTo>
                    <a:pt x="188207" y="1528"/>
                    <a:pt x="194615" y="3672"/>
                    <a:pt x="201642" y="7381"/>
                  </a:cubicBezTo>
                  <a:lnTo>
                    <a:pt x="202000" y="7570"/>
                  </a:lnTo>
                  <a:cubicBezTo>
                    <a:pt x="204160" y="8703"/>
                    <a:pt x="207122" y="10258"/>
                    <a:pt x="208209" y="13014"/>
                  </a:cubicBezTo>
                  <a:cubicBezTo>
                    <a:pt x="208659" y="14157"/>
                    <a:pt x="208681" y="15157"/>
                    <a:pt x="208272" y="15990"/>
                  </a:cubicBezTo>
                  <a:cubicBezTo>
                    <a:pt x="207624" y="17309"/>
                    <a:pt x="205989" y="18018"/>
                    <a:pt x="204732" y="18381"/>
                  </a:cubicBezTo>
                  <a:cubicBezTo>
                    <a:pt x="201461" y="19325"/>
                    <a:pt x="198006" y="19797"/>
                    <a:pt x="194392" y="19797"/>
                  </a:cubicBezTo>
                  <a:cubicBezTo>
                    <a:pt x="190821" y="19797"/>
                    <a:pt x="187096" y="19336"/>
                    <a:pt x="183241" y="18415"/>
                  </a:cubicBezTo>
                  <a:cubicBezTo>
                    <a:pt x="179114" y="17429"/>
                    <a:pt x="174866" y="16057"/>
                    <a:pt x="170611" y="14337"/>
                  </a:cubicBezTo>
                  <a:cubicBezTo>
                    <a:pt x="166998" y="12878"/>
                    <a:pt x="163261" y="11368"/>
                    <a:pt x="159428" y="10535"/>
                  </a:cubicBezTo>
                  <a:cubicBezTo>
                    <a:pt x="157531" y="10122"/>
                    <a:pt x="155742" y="9916"/>
                    <a:pt x="154034" y="9916"/>
                  </a:cubicBezTo>
                  <a:cubicBezTo>
                    <a:pt x="152450" y="9916"/>
                    <a:pt x="150935" y="10094"/>
                    <a:pt x="149470" y="10449"/>
                  </a:cubicBezTo>
                  <a:cubicBezTo>
                    <a:pt x="145504" y="11411"/>
                    <a:pt x="142070" y="13874"/>
                    <a:pt x="138895" y="16316"/>
                  </a:cubicBezTo>
                  <a:cubicBezTo>
                    <a:pt x="136054" y="18501"/>
                    <a:pt x="133233" y="20858"/>
                    <a:pt x="130505" y="23139"/>
                  </a:cubicBezTo>
                  <a:cubicBezTo>
                    <a:pt x="126905" y="26149"/>
                    <a:pt x="123181" y="29264"/>
                    <a:pt x="119366" y="32010"/>
                  </a:cubicBezTo>
                  <a:cubicBezTo>
                    <a:pt x="107458" y="40580"/>
                    <a:pt x="92880" y="45107"/>
                    <a:pt x="76028" y="45462"/>
                  </a:cubicBezTo>
                  <a:cubicBezTo>
                    <a:pt x="75424" y="45475"/>
                    <a:pt x="74822" y="45482"/>
                    <a:pt x="74224" y="45482"/>
                  </a:cubicBezTo>
                  <a:cubicBezTo>
                    <a:pt x="58269" y="45482"/>
                    <a:pt x="44689" y="40929"/>
                    <a:pt x="33828" y="31942"/>
                  </a:cubicBezTo>
                  <a:cubicBezTo>
                    <a:pt x="27187" y="26448"/>
                    <a:pt x="20603" y="21405"/>
                    <a:pt x="13056" y="20088"/>
                  </a:cubicBezTo>
                  <a:cubicBezTo>
                    <a:pt x="11967" y="19897"/>
                    <a:pt x="10865" y="19801"/>
                    <a:pt x="9746" y="19801"/>
                  </a:cubicBezTo>
                  <a:cubicBezTo>
                    <a:pt x="6781" y="19801"/>
                    <a:pt x="3696" y="20474"/>
                    <a:pt x="406" y="21833"/>
                  </a:cubicBezTo>
                  <a:lnTo>
                    <a:pt x="406" y="14358"/>
                  </a:lnTo>
                  <a:cubicBezTo>
                    <a:pt x="1109" y="14230"/>
                    <a:pt x="1864" y="14110"/>
                    <a:pt x="2702" y="13993"/>
                  </a:cubicBezTo>
                  <a:cubicBezTo>
                    <a:pt x="5594" y="13588"/>
                    <a:pt x="8552" y="13414"/>
                    <a:pt x="11411" y="13245"/>
                  </a:cubicBezTo>
                  <a:lnTo>
                    <a:pt x="12958" y="13152"/>
                  </a:lnTo>
                  <a:cubicBezTo>
                    <a:pt x="15818" y="12978"/>
                    <a:pt x="18953" y="12785"/>
                    <a:pt x="22145" y="12785"/>
                  </a:cubicBezTo>
                  <a:cubicBezTo>
                    <a:pt x="23389" y="12785"/>
                    <a:pt x="24641" y="12814"/>
                    <a:pt x="25889" y="12885"/>
                  </a:cubicBezTo>
                  <a:cubicBezTo>
                    <a:pt x="29786" y="13104"/>
                    <a:pt x="33808" y="14150"/>
                    <a:pt x="38546" y="16169"/>
                  </a:cubicBezTo>
                  <a:cubicBezTo>
                    <a:pt x="52883" y="22283"/>
                    <a:pt x="69842" y="28659"/>
                    <a:pt x="86902" y="29591"/>
                  </a:cubicBezTo>
                  <a:cubicBezTo>
                    <a:pt x="88135" y="29659"/>
                    <a:pt x="89353" y="29692"/>
                    <a:pt x="90554" y="29692"/>
                  </a:cubicBezTo>
                  <a:cubicBezTo>
                    <a:pt x="97955" y="29692"/>
                    <a:pt x="104738" y="28414"/>
                    <a:pt x="110758" y="25880"/>
                  </a:cubicBezTo>
                  <a:cubicBezTo>
                    <a:pt x="117187" y="23174"/>
                    <a:pt x="123174" y="18993"/>
                    <a:pt x="128962" y="14950"/>
                  </a:cubicBezTo>
                  <a:cubicBezTo>
                    <a:pt x="130301" y="14015"/>
                    <a:pt x="131684" y="13050"/>
                    <a:pt x="133052" y="12117"/>
                  </a:cubicBezTo>
                  <a:cubicBezTo>
                    <a:pt x="136569" y="9716"/>
                    <a:pt x="140379" y="7249"/>
                    <a:pt x="144384" y="5460"/>
                  </a:cubicBezTo>
                  <a:cubicBezTo>
                    <a:pt x="148006" y="3842"/>
                    <a:pt x="151905" y="2608"/>
                    <a:pt x="155970" y="1792"/>
                  </a:cubicBezTo>
                  <a:cubicBezTo>
                    <a:pt x="159701" y="1042"/>
                    <a:pt x="163680" y="640"/>
                    <a:pt x="168868" y="486"/>
                  </a:cubicBezTo>
                  <a:cubicBezTo>
                    <a:pt x="170413" y="440"/>
                    <a:pt x="172001" y="405"/>
                    <a:pt x="173615" y="405"/>
                  </a:cubicBezTo>
                  <a:close/>
                  <a:moveTo>
                    <a:pt x="173609" y="0"/>
                  </a:moveTo>
                  <a:cubicBezTo>
                    <a:pt x="171993" y="0"/>
                    <a:pt x="170405" y="35"/>
                    <a:pt x="168858" y="80"/>
                  </a:cubicBezTo>
                  <a:cubicBezTo>
                    <a:pt x="163644" y="234"/>
                    <a:pt x="159645" y="639"/>
                    <a:pt x="155891" y="1393"/>
                  </a:cubicBezTo>
                  <a:cubicBezTo>
                    <a:pt x="151795" y="2216"/>
                    <a:pt x="147870" y="3459"/>
                    <a:pt x="144219" y="5088"/>
                  </a:cubicBezTo>
                  <a:cubicBezTo>
                    <a:pt x="140186" y="6888"/>
                    <a:pt x="136359" y="9369"/>
                    <a:pt x="132824" y="11781"/>
                  </a:cubicBezTo>
                  <a:cubicBezTo>
                    <a:pt x="131454" y="12715"/>
                    <a:pt x="130070" y="13683"/>
                    <a:pt x="128732" y="14617"/>
                  </a:cubicBezTo>
                  <a:cubicBezTo>
                    <a:pt x="122961" y="18648"/>
                    <a:pt x="116993" y="22817"/>
                    <a:pt x="110602" y="25506"/>
                  </a:cubicBezTo>
                  <a:cubicBezTo>
                    <a:pt x="104631" y="28019"/>
                    <a:pt x="97899" y="29287"/>
                    <a:pt x="90554" y="29287"/>
                  </a:cubicBezTo>
                  <a:cubicBezTo>
                    <a:pt x="89360" y="29287"/>
                    <a:pt x="88149" y="29254"/>
                    <a:pt x="86923" y="29187"/>
                  </a:cubicBezTo>
                  <a:cubicBezTo>
                    <a:pt x="69926" y="28261"/>
                    <a:pt x="53010" y="21898"/>
                    <a:pt x="38703" y="15797"/>
                  </a:cubicBezTo>
                  <a:cubicBezTo>
                    <a:pt x="33922" y="13758"/>
                    <a:pt x="29857" y="12704"/>
                    <a:pt x="25911" y="12481"/>
                  </a:cubicBezTo>
                  <a:cubicBezTo>
                    <a:pt x="24653" y="12410"/>
                    <a:pt x="23392" y="12381"/>
                    <a:pt x="22140" y="12381"/>
                  </a:cubicBezTo>
                  <a:cubicBezTo>
                    <a:pt x="18938" y="12381"/>
                    <a:pt x="15797" y="12572"/>
                    <a:pt x="12931" y="12748"/>
                  </a:cubicBezTo>
                  <a:lnTo>
                    <a:pt x="11384" y="12841"/>
                  </a:lnTo>
                  <a:cubicBezTo>
                    <a:pt x="8518" y="13010"/>
                    <a:pt x="5551" y="13184"/>
                    <a:pt x="2644" y="13591"/>
                  </a:cubicBezTo>
                  <a:cubicBezTo>
                    <a:pt x="1731" y="13718"/>
                    <a:pt x="921" y="13848"/>
                    <a:pt x="165" y="13990"/>
                  </a:cubicBezTo>
                  <a:lnTo>
                    <a:pt x="0" y="14020"/>
                  </a:lnTo>
                  <a:lnTo>
                    <a:pt x="0" y="22434"/>
                  </a:lnTo>
                  <a:lnTo>
                    <a:pt x="280" y="22317"/>
                  </a:lnTo>
                  <a:cubicBezTo>
                    <a:pt x="3624" y="20902"/>
                    <a:pt x="6748" y="20202"/>
                    <a:pt x="9745" y="20202"/>
                  </a:cubicBezTo>
                  <a:cubicBezTo>
                    <a:pt x="10841" y="20202"/>
                    <a:pt x="11920" y="20296"/>
                    <a:pt x="12987" y="20482"/>
                  </a:cubicBezTo>
                  <a:cubicBezTo>
                    <a:pt x="20436" y="21784"/>
                    <a:pt x="26975" y="26792"/>
                    <a:pt x="33571" y="32250"/>
                  </a:cubicBezTo>
                  <a:cubicBezTo>
                    <a:pt x="44508" y="41302"/>
                    <a:pt x="58178" y="45884"/>
                    <a:pt x="74230" y="45884"/>
                  </a:cubicBezTo>
                  <a:cubicBezTo>
                    <a:pt x="74828" y="45884"/>
                    <a:pt x="75434" y="45878"/>
                    <a:pt x="76041" y="45864"/>
                  </a:cubicBezTo>
                  <a:cubicBezTo>
                    <a:pt x="92973" y="45507"/>
                    <a:pt x="107630" y="40953"/>
                    <a:pt x="119603" y="32334"/>
                  </a:cubicBezTo>
                  <a:cubicBezTo>
                    <a:pt x="123430" y="29580"/>
                    <a:pt x="127160" y="26462"/>
                    <a:pt x="130767" y="23446"/>
                  </a:cubicBezTo>
                  <a:cubicBezTo>
                    <a:pt x="133490" y="21168"/>
                    <a:pt x="136306" y="18812"/>
                    <a:pt x="139143" y="16633"/>
                  </a:cubicBezTo>
                  <a:cubicBezTo>
                    <a:pt x="142286" y="14218"/>
                    <a:pt x="145678" y="11782"/>
                    <a:pt x="149569" y="10839"/>
                  </a:cubicBezTo>
                  <a:cubicBezTo>
                    <a:pt x="151002" y="10492"/>
                    <a:pt x="152486" y="10318"/>
                    <a:pt x="154040" y="10318"/>
                  </a:cubicBezTo>
                  <a:cubicBezTo>
                    <a:pt x="155718" y="10318"/>
                    <a:pt x="157477" y="10521"/>
                    <a:pt x="159345" y="10926"/>
                  </a:cubicBezTo>
                  <a:cubicBezTo>
                    <a:pt x="163146" y="11754"/>
                    <a:pt x="166866" y="13255"/>
                    <a:pt x="170463" y="14710"/>
                  </a:cubicBezTo>
                  <a:cubicBezTo>
                    <a:pt x="174735" y="16434"/>
                    <a:pt x="179004" y="17813"/>
                    <a:pt x="183149" y="18805"/>
                  </a:cubicBezTo>
                  <a:cubicBezTo>
                    <a:pt x="187035" y="19734"/>
                    <a:pt x="190791" y="20198"/>
                    <a:pt x="194393" y="20198"/>
                  </a:cubicBezTo>
                  <a:cubicBezTo>
                    <a:pt x="198045" y="20198"/>
                    <a:pt x="201538" y="19721"/>
                    <a:pt x="204846" y="18766"/>
                  </a:cubicBezTo>
                  <a:cubicBezTo>
                    <a:pt x="206788" y="18205"/>
                    <a:pt x="208062" y="17332"/>
                    <a:pt x="208634" y="16167"/>
                  </a:cubicBezTo>
                  <a:cubicBezTo>
                    <a:pt x="209095" y="15229"/>
                    <a:pt x="209080" y="14117"/>
                    <a:pt x="208584" y="12865"/>
                  </a:cubicBezTo>
                  <a:cubicBezTo>
                    <a:pt x="207441" y="9969"/>
                    <a:pt x="204404" y="8376"/>
                    <a:pt x="202188" y="7211"/>
                  </a:cubicBezTo>
                  <a:lnTo>
                    <a:pt x="201831" y="7024"/>
                  </a:lnTo>
                  <a:cubicBezTo>
                    <a:pt x="194760" y="3289"/>
                    <a:pt x="188306" y="1132"/>
                    <a:pt x="182098" y="427"/>
                  </a:cubicBezTo>
                  <a:cubicBezTo>
                    <a:pt x="179239" y="102"/>
                    <a:pt x="176384" y="0"/>
                    <a:pt x="1736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26"/>
            <p:cNvSpPr/>
            <p:nvPr/>
          </p:nvSpPr>
          <p:spPr>
            <a:xfrm flipH="1" rot="10800000">
              <a:off x="-97184" y="3140284"/>
              <a:ext cx="807313" cy="330705"/>
            </a:xfrm>
            <a:custGeom>
              <a:rect b="b" l="l" r="r" t="t"/>
              <a:pathLst>
                <a:path extrusionOk="0" h="8264" w="20174">
                  <a:moveTo>
                    <a:pt x="10888" y="404"/>
                  </a:moveTo>
                  <a:cubicBezTo>
                    <a:pt x="11749" y="404"/>
                    <a:pt x="12597" y="461"/>
                    <a:pt x="13422" y="602"/>
                  </a:cubicBezTo>
                  <a:cubicBezTo>
                    <a:pt x="15472" y="954"/>
                    <a:pt x="17153" y="1897"/>
                    <a:pt x="18413" y="3404"/>
                  </a:cubicBezTo>
                  <a:cubicBezTo>
                    <a:pt x="19054" y="4170"/>
                    <a:pt x="19787" y="5267"/>
                    <a:pt x="19634" y="6147"/>
                  </a:cubicBezTo>
                  <a:cubicBezTo>
                    <a:pt x="19567" y="6546"/>
                    <a:pt x="19324" y="6863"/>
                    <a:pt x="18894" y="7118"/>
                  </a:cubicBezTo>
                  <a:cubicBezTo>
                    <a:pt x="17704" y="7820"/>
                    <a:pt x="16206" y="7861"/>
                    <a:pt x="14950" y="7861"/>
                  </a:cubicBezTo>
                  <a:cubicBezTo>
                    <a:pt x="14860" y="7861"/>
                    <a:pt x="14771" y="7861"/>
                    <a:pt x="14684" y="7861"/>
                  </a:cubicBezTo>
                  <a:cubicBezTo>
                    <a:pt x="13289" y="7856"/>
                    <a:pt x="11866" y="7753"/>
                    <a:pt x="10488" y="7653"/>
                  </a:cubicBezTo>
                  <a:cubicBezTo>
                    <a:pt x="9887" y="7608"/>
                    <a:pt x="9287" y="7565"/>
                    <a:pt x="8687" y="7529"/>
                  </a:cubicBezTo>
                  <a:cubicBezTo>
                    <a:pt x="5827" y="7359"/>
                    <a:pt x="3245" y="7206"/>
                    <a:pt x="649" y="7206"/>
                  </a:cubicBezTo>
                  <a:cubicBezTo>
                    <a:pt x="568" y="7206"/>
                    <a:pt x="486" y="7206"/>
                    <a:pt x="405" y="7206"/>
                  </a:cubicBezTo>
                  <a:lnTo>
                    <a:pt x="405" y="1428"/>
                  </a:lnTo>
                  <a:cubicBezTo>
                    <a:pt x="2017" y="1368"/>
                    <a:pt x="3674" y="1139"/>
                    <a:pt x="5280" y="919"/>
                  </a:cubicBezTo>
                  <a:cubicBezTo>
                    <a:pt x="7141" y="665"/>
                    <a:pt x="9044" y="404"/>
                    <a:pt x="10888" y="404"/>
                  </a:cubicBezTo>
                  <a:close/>
                  <a:moveTo>
                    <a:pt x="10888" y="1"/>
                  </a:moveTo>
                  <a:cubicBezTo>
                    <a:pt x="9018" y="1"/>
                    <a:pt x="7099" y="265"/>
                    <a:pt x="5223" y="522"/>
                  </a:cubicBezTo>
                  <a:cubicBezTo>
                    <a:pt x="3564" y="751"/>
                    <a:pt x="1848" y="984"/>
                    <a:pt x="195" y="1034"/>
                  </a:cubicBezTo>
                  <a:lnTo>
                    <a:pt x="1" y="1039"/>
                  </a:lnTo>
                  <a:lnTo>
                    <a:pt x="1" y="7612"/>
                  </a:lnTo>
                  <a:lnTo>
                    <a:pt x="202" y="7612"/>
                  </a:lnTo>
                  <a:cubicBezTo>
                    <a:pt x="266" y="7612"/>
                    <a:pt x="330" y="7612"/>
                    <a:pt x="393" y="7612"/>
                  </a:cubicBezTo>
                  <a:cubicBezTo>
                    <a:pt x="3056" y="7612"/>
                    <a:pt x="5717" y="7756"/>
                    <a:pt x="8664" y="7932"/>
                  </a:cubicBezTo>
                  <a:cubicBezTo>
                    <a:pt x="9261" y="7968"/>
                    <a:pt x="9860" y="8012"/>
                    <a:pt x="10460" y="8055"/>
                  </a:cubicBezTo>
                  <a:cubicBezTo>
                    <a:pt x="11844" y="8155"/>
                    <a:pt x="13275" y="8259"/>
                    <a:pt x="14682" y="8264"/>
                  </a:cubicBezTo>
                  <a:lnTo>
                    <a:pt x="14998" y="8264"/>
                  </a:lnTo>
                  <a:cubicBezTo>
                    <a:pt x="16295" y="8264"/>
                    <a:pt x="17831" y="8211"/>
                    <a:pt x="19096" y="7463"/>
                  </a:cubicBezTo>
                  <a:cubicBezTo>
                    <a:pt x="19626" y="7152"/>
                    <a:pt x="19940" y="6730"/>
                    <a:pt x="20030" y="6216"/>
                  </a:cubicBezTo>
                  <a:cubicBezTo>
                    <a:pt x="20173" y="5387"/>
                    <a:pt x="19732" y="4354"/>
                    <a:pt x="18720" y="3145"/>
                  </a:cubicBezTo>
                  <a:cubicBezTo>
                    <a:pt x="17395" y="1562"/>
                    <a:pt x="15637" y="574"/>
                    <a:pt x="13488" y="205"/>
                  </a:cubicBezTo>
                  <a:cubicBezTo>
                    <a:pt x="12639" y="59"/>
                    <a:pt x="11769" y="1"/>
                    <a:pt x="108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26"/>
            <p:cNvSpPr/>
            <p:nvPr/>
          </p:nvSpPr>
          <p:spPr>
            <a:xfrm flipH="1" rot="10800000">
              <a:off x="-97104" y="1780774"/>
              <a:ext cx="9377861" cy="2035410"/>
            </a:xfrm>
            <a:custGeom>
              <a:rect b="b" l="l" r="r" t="t"/>
              <a:pathLst>
                <a:path extrusionOk="0" h="50863" w="234344">
                  <a:moveTo>
                    <a:pt x="233940" y="621"/>
                  </a:moveTo>
                  <a:lnTo>
                    <a:pt x="233940" y="12077"/>
                  </a:lnTo>
                  <a:cubicBezTo>
                    <a:pt x="232371" y="13846"/>
                    <a:pt x="230619" y="15358"/>
                    <a:pt x="228734" y="16565"/>
                  </a:cubicBezTo>
                  <a:cubicBezTo>
                    <a:pt x="224484" y="19289"/>
                    <a:pt x="219376" y="20857"/>
                    <a:pt x="213122" y="21360"/>
                  </a:cubicBezTo>
                  <a:cubicBezTo>
                    <a:pt x="211653" y="21479"/>
                    <a:pt x="210146" y="21539"/>
                    <a:pt x="208580" y="21539"/>
                  </a:cubicBezTo>
                  <a:cubicBezTo>
                    <a:pt x="205000" y="21539"/>
                    <a:pt x="201109" y="21226"/>
                    <a:pt x="196647" y="20590"/>
                  </a:cubicBezTo>
                  <a:lnTo>
                    <a:pt x="196529" y="20574"/>
                  </a:lnTo>
                  <a:cubicBezTo>
                    <a:pt x="194477" y="20283"/>
                    <a:pt x="192356" y="19981"/>
                    <a:pt x="190306" y="19457"/>
                  </a:cubicBezTo>
                  <a:cubicBezTo>
                    <a:pt x="188131" y="18901"/>
                    <a:pt x="186302" y="18457"/>
                    <a:pt x="184446" y="18095"/>
                  </a:cubicBezTo>
                  <a:cubicBezTo>
                    <a:pt x="182413" y="17700"/>
                    <a:pt x="180221" y="17338"/>
                    <a:pt x="178016" y="17338"/>
                  </a:cubicBezTo>
                  <a:cubicBezTo>
                    <a:pt x="177942" y="17338"/>
                    <a:pt x="177867" y="17339"/>
                    <a:pt x="177792" y="17340"/>
                  </a:cubicBezTo>
                  <a:cubicBezTo>
                    <a:pt x="176496" y="17354"/>
                    <a:pt x="174542" y="17378"/>
                    <a:pt x="173323" y="18637"/>
                  </a:cubicBezTo>
                  <a:cubicBezTo>
                    <a:pt x="172261" y="19733"/>
                    <a:pt x="172397" y="21555"/>
                    <a:pt x="173080" y="22788"/>
                  </a:cubicBezTo>
                  <a:cubicBezTo>
                    <a:pt x="174004" y="24459"/>
                    <a:pt x="175665" y="25395"/>
                    <a:pt x="177319" y="26158"/>
                  </a:cubicBezTo>
                  <a:cubicBezTo>
                    <a:pt x="180088" y="27433"/>
                    <a:pt x="183032" y="28076"/>
                    <a:pt x="185878" y="28699"/>
                  </a:cubicBezTo>
                  <a:cubicBezTo>
                    <a:pt x="186544" y="28844"/>
                    <a:pt x="187205" y="28990"/>
                    <a:pt x="187866" y="29142"/>
                  </a:cubicBezTo>
                  <a:cubicBezTo>
                    <a:pt x="191326" y="29942"/>
                    <a:pt x="194903" y="30405"/>
                    <a:pt x="198362" y="30852"/>
                  </a:cubicBezTo>
                  <a:lnTo>
                    <a:pt x="199879" y="31048"/>
                  </a:lnTo>
                  <a:cubicBezTo>
                    <a:pt x="203501" y="31524"/>
                    <a:pt x="207493" y="31975"/>
                    <a:pt x="212443" y="32469"/>
                  </a:cubicBezTo>
                  <a:cubicBezTo>
                    <a:pt x="216296" y="32854"/>
                    <a:pt x="220110" y="33192"/>
                    <a:pt x="223683" y="33505"/>
                  </a:cubicBezTo>
                  <a:cubicBezTo>
                    <a:pt x="226437" y="33747"/>
                    <a:pt x="229366" y="34040"/>
                    <a:pt x="232268" y="34727"/>
                  </a:cubicBezTo>
                  <a:cubicBezTo>
                    <a:pt x="232812" y="34856"/>
                    <a:pt x="233374" y="35011"/>
                    <a:pt x="233940" y="35186"/>
                  </a:cubicBezTo>
                  <a:lnTo>
                    <a:pt x="233940" y="50330"/>
                  </a:lnTo>
                  <a:cubicBezTo>
                    <a:pt x="227593" y="48509"/>
                    <a:pt x="220754" y="46238"/>
                    <a:pt x="213042" y="43386"/>
                  </a:cubicBezTo>
                  <a:cubicBezTo>
                    <a:pt x="208088" y="41555"/>
                    <a:pt x="202988" y="39512"/>
                    <a:pt x="197884" y="37317"/>
                  </a:cubicBezTo>
                  <a:cubicBezTo>
                    <a:pt x="195613" y="36339"/>
                    <a:pt x="193318" y="35281"/>
                    <a:pt x="191099" y="34257"/>
                  </a:cubicBezTo>
                  <a:cubicBezTo>
                    <a:pt x="188401" y="33014"/>
                    <a:pt x="185611" y="31726"/>
                    <a:pt x="182833" y="30573"/>
                  </a:cubicBezTo>
                  <a:cubicBezTo>
                    <a:pt x="172649" y="26340"/>
                    <a:pt x="162754" y="24195"/>
                    <a:pt x="153409" y="24195"/>
                  </a:cubicBezTo>
                  <a:cubicBezTo>
                    <a:pt x="153178" y="24195"/>
                    <a:pt x="152948" y="24197"/>
                    <a:pt x="152719" y="24198"/>
                  </a:cubicBezTo>
                  <a:cubicBezTo>
                    <a:pt x="142080" y="24319"/>
                    <a:pt x="132064" y="27884"/>
                    <a:pt x="122824" y="31721"/>
                  </a:cubicBezTo>
                  <a:cubicBezTo>
                    <a:pt x="112729" y="35913"/>
                    <a:pt x="102805" y="39822"/>
                    <a:pt x="92400" y="41608"/>
                  </a:cubicBezTo>
                  <a:cubicBezTo>
                    <a:pt x="82867" y="43244"/>
                    <a:pt x="72721" y="44299"/>
                    <a:pt x="61383" y="44830"/>
                  </a:cubicBezTo>
                  <a:cubicBezTo>
                    <a:pt x="58519" y="44965"/>
                    <a:pt x="55783" y="45032"/>
                    <a:pt x="53152" y="45032"/>
                  </a:cubicBezTo>
                  <a:cubicBezTo>
                    <a:pt x="45012" y="45032"/>
                    <a:pt x="37887" y="44383"/>
                    <a:pt x="31169" y="43050"/>
                  </a:cubicBezTo>
                  <a:cubicBezTo>
                    <a:pt x="24718" y="41770"/>
                    <a:pt x="18066" y="39641"/>
                    <a:pt x="11397" y="36720"/>
                  </a:cubicBezTo>
                  <a:cubicBezTo>
                    <a:pt x="7680" y="35093"/>
                    <a:pt x="3780" y="33224"/>
                    <a:pt x="405" y="30582"/>
                  </a:cubicBezTo>
                  <a:lnTo>
                    <a:pt x="405" y="21725"/>
                  </a:lnTo>
                  <a:cubicBezTo>
                    <a:pt x="5173" y="23118"/>
                    <a:pt x="10001" y="24631"/>
                    <a:pt x="14673" y="26094"/>
                  </a:cubicBezTo>
                  <a:cubicBezTo>
                    <a:pt x="18472" y="27283"/>
                    <a:pt x="22397" y="28512"/>
                    <a:pt x="26269" y="29670"/>
                  </a:cubicBezTo>
                  <a:cubicBezTo>
                    <a:pt x="42759" y="34607"/>
                    <a:pt x="58954" y="38982"/>
                    <a:pt x="74991" y="38982"/>
                  </a:cubicBezTo>
                  <a:cubicBezTo>
                    <a:pt x="78823" y="38982"/>
                    <a:pt x="82649" y="38732"/>
                    <a:pt x="86466" y="38179"/>
                  </a:cubicBezTo>
                  <a:cubicBezTo>
                    <a:pt x="95509" y="36872"/>
                    <a:pt x="104228" y="33938"/>
                    <a:pt x="112383" y="29455"/>
                  </a:cubicBezTo>
                  <a:cubicBezTo>
                    <a:pt x="116730" y="27066"/>
                    <a:pt x="120985" y="24195"/>
                    <a:pt x="125029" y="20922"/>
                  </a:cubicBezTo>
                  <a:cubicBezTo>
                    <a:pt x="126767" y="19511"/>
                    <a:pt x="128488" y="17994"/>
                    <a:pt x="130152" y="16524"/>
                  </a:cubicBezTo>
                  <a:cubicBezTo>
                    <a:pt x="131788" y="15078"/>
                    <a:pt x="133483" y="13582"/>
                    <a:pt x="135190" y="12196"/>
                  </a:cubicBezTo>
                  <a:cubicBezTo>
                    <a:pt x="137654" y="10200"/>
                    <a:pt x="140969" y="7788"/>
                    <a:pt x="144768" y="6873"/>
                  </a:cubicBezTo>
                  <a:cubicBezTo>
                    <a:pt x="145990" y="6580"/>
                    <a:pt x="147258" y="6432"/>
                    <a:pt x="148594" y="6432"/>
                  </a:cubicBezTo>
                  <a:cubicBezTo>
                    <a:pt x="151134" y="6432"/>
                    <a:pt x="153922" y="6966"/>
                    <a:pt x="157120" y="8052"/>
                  </a:cubicBezTo>
                  <a:cubicBezTo>
                    <a:pt x="165254" y="10813"/>
                    <a:pt x="174727" y="13878"/>
                    <a:pt x="184226" y="15304"/>
                  </a:cubicBezTo>
                  <a:cubicBezTo>
                    <a:pt x="187914" y="15858"/>
                    <a:pt x="191419" y="16136"/>
                    <a:pt x="194766" y="16136"/>
                  </a:cubicBezTo>
                  <a:cubicBezTo>
                    <a:pt x="200932" y="16136"/>
                    <a:pt x="206557" y="15192"/>
                    <a:pt x="211781" y="13295"/>
                  </a:cubicBezTo>
                  <a:cubicBezTo>
                    <a:pt x="216509" y="11579"/>
                    <a:pt x="220789" y="8892"/>
                    <a:pt x="224351" y="6492"/>
                  </a:cubicBezTo>
                  <a:cubicBezTo>
                    <a:pt x="224766" y="6212"/>
                    <a:pt x="225182" y="5928"/>
                    <a:pt x="225598" y="5645"/>
                  </a:cubicBezTo>
                  <a:cubicBezTo>
                    <a:pt x="228277" y="3826"/>
                    <a:pt x="231045" y="1944"/>
                    <a:pt x="233940" y="621"/>
                  </a:cubicBezTo>
                  <a:close/>
                  <a:moveTo>
                    <a:pt x="234344" y="1"/>
                  </a:moveTo>
                  <a:lnTo>
                    <a:pt x="234062" y="127"/>
                  </a:lnTo>
                  <a:cubicBezTo>
                    <a:pt x="231032" y="1470"/>
                    <a:pt x="228156" y="3423"/>
                    <a:pt x="225375" y="5313"/>
                  </a:cubicBezTo>
                  <a:cubicBezTo>
                    <a:pt x="224959" y="5595"/>
                    <a:pt x="224545" y="5878"/>
                    <a:pt x="224128" y="6158"/>
                  </a:cubicBezTo>
                  <a:cubicBezTo>
                    <a:pt x="220589" y="8544"/>
                    <a:pt x="216336" y="11214"/>
                    <a:pt x="211647" y="12916"/>
                  </a:cubicBezTo>
                  <a:cubicBezTo>
                    <a:pt x="206466" y="14796"/>
                    <a:pt x="200885" y="15732"/>
                    <a:pt x="194765" y="15732"/>
                  </a:cubicBezTo>
                  <a:cubicBezTo>
                    <a:pt x="191440" y="15732"/>
                    <a:pt x="187955" y="15456"/>
                    <a:pt x="184289" y="14905"/>
                  </a:cubicBezTo>
                  <a:cubicBezTo>
                    <a:pt x="174822" y="13485"/>
                    <a:pt x="165370" y="10424"/>
                    <a:pt x="157251" y="7671"/>
                  </a:cubicBezTo>
                  <a:cubicBezTo>
                    <a:pt x="154011" y="6571"/>
                    <a:pt x="151182" y="6028"/>
                    <a:pt x="148600" y="6028"/>
                  </a:cubicBezTo>
                  <a:cubicBezTo>
                    <a:pt x="147230" y="6028"/>
                    <a:pt x="145930" y="6181"/>
                    <a:pt x="144675" y="6483"/>
                  </a:cubicBezTo>
                  <a:cubicBezTo>
                    <a:pt x="140797" y="7416"/>
                    <a:pt x="137434" y="9860"/>
                    <a:pt x="134939" y="11886"/>
                  </a:cubicBezTo>
                  <a:cubicBezTo>
                    <a:pt x="133224" y="13277"/>
                    <a:pt x="131528" y="14775"/>
                    <a:pt x="129887" y="16224"/>
                  </a:cubicBezTo>
                  <a:cubicBezTo>
                    <a:pt x="128225" y="17690"/>
                    <a:pt x="126509" y="19207"/>
                    <a:pt x="124774" y="20610"/>
                  </a:cubicBezTo>
                  <a:cubicBezTo>
                    <a:pt x="120749" y="23869"/>
                    <a:pt x="116514" y="26727"/>
                    <a:pt x="112189" y="29105"/>
                  </a:cubicBezTo>
                  <a:cubicBezTo>
                    <a:pt x="104076" y="33564"/>
                    <a:pt x="95402" y="36484"/>
                    <a:pt x="86407" y="37785"/>
                  </a:cubicBezTo>
                  <a:cubicBezTo>
                    <a:pt x="82611" y="38334"/>
                    <a:pt x="78806" y="38583"/>
                    <a:pt x="74991" y="38583"/>
                  </a:cubicBezTo>
                  <a:cubicBezTo>
                    <a:pt x="59005" y="38583"/>
                    <a:pt x="42843" y="34216"/>
                    <a:pt x="26384" y="29289"/>
                  </a:cubicBezTo>
                  <a:cubicBezTo>
                    <a:pt x="22516" y="28130"/>
                    <a:pt x="18589" y="26901"/>
                    <a:pt x="14793" y="25711"/>
                  </a:cubicBezTo>
                  <a:cubicBezTo>
                    <a:pt x="10035" y="24222"/>
                    <a:pt x="5116" y="22681"/>
                    <a:pt x="257" y="21265"/>
                  </a:cubicBezTo>
                  <a:lnTo>
                    <a:pt x="0" y="21189"/>
                  </a:lnTo>
                  <a:lnTo>
                    <a:pt x="0" y="30778"/>
                  </a:lnTo>
                  <a:lnTo>
                    <a:pt x="77" y="30839"/>
                  </a:lnTo>
                  <a:cubicBezTo>
                    <a:pt x="3505" y="33541"/>
                    <a:pt x="7466" y="35440"/>
                    <a:pt x="11235" y="37090"/>
                  </a:cubicBezTo>
                  <a:cubicBezTo>
                    <a:pt x="17931" y="40022"/>
                    <a:pt x="24610" y="42161"/>
                    <a:pt x="31090" y="43447"/>
                  </a:cubicBezTo>
                  <a:cubicBezTo>
                    <a:pt x="37834" y="44786"/>
                    <a:pt x="44983" y="45437"/>
                    <a:pt x="53148" y="45437"/>
                  </a:cubicBezTo>
                  <a:cubicBezTo>
                    <a:pt x="55786" y="45437"/>
                    <a:pt x="58530" y="45369"/>
                    <a:pt x="61401" y="45235"/>
                  </a:cubicBezTo>
                  <a:cubicBezTo>
                    <a:pt x="72756" y="44700"/>
                    <a:pt x="82917" y="43644"/>
                    <a:pt x="92467" y="42007"/>
                  </a:cubicBezTo>
                  <a:cubicBezTo>
                    <a:pt x="102913" y="40214"/>
                    <a:pt x="112861" y="36296"/>
                    <a:pt x="122978" y="32095"/>
                  </a:cubicBezTo>
                  <a:cubicBezTo>
                    <a:pt x="132181" y="28274"/>
                    <a:pt x="142153" y="24722"/>
                    <a:pt x="152725" y="24602"/>
                  </a:cubicBezTo>
                  <a:cubicBezTo>
                    <a:pt x="152952" y="24600"/>
                    <a:pt x="153179" y="24598"/>
                    <a:pt x="153407" y="24598"/>
                  </a:cubicBezTo>
                  <a:cubicBezTo>
                    <a:pt x="162694" y="24598"/>
                    <a:pt x="172541" y="26730"/>
                    <a:pt x="182679" y="30945"/>
                  </a:cubicBezTo>
                  <a:cubicBezTo>
                    <a:pt x="185447" y="32095"/>
                    <a:pt x="188234" y="33381"/>
                    <a:pt x="190930" y="34624"/>
                  </a:cubicBezTo>
                  <a:cubicBezTo>
                    <a:pt x="193152" y="35649"/>
                    <a:pt x="195448" y="36707"/>
                    <a:pt x="197726" y="37686"/>
                  </a:cubicBezTo>
                  <a:cubicBezTo>
                    <a:pt x="202837" y="39885"/>
                    <a:pt x="207942" y="41928"/>
                    <a:pt x="212901" y="43763"/>
                  </a:cubicBezTo>
                  <a:cubicBezTo>
                    <a:pt x="220729" y="46656"/>
                    <a:pt x="227658" y="48955"/>
                    <a:pt x="234085" y="50788"/>
                  </a:cubicBezTo>
                  <a:lnTo>
                    <a:pt x="234341" y="50863"/>
                  </a:lnTo>
                  <a:lnTo>
                    <a:pt x="234344" y="50863"/>
                  </a:lnTo>
                  <a:lnTo>
                    <a:pt x="234344" y="34896"/>
                  </a:lnTo>
                  <a:lnTo>
                    <a:pt x="234204" y="34850"/>
                  </a:lnTo>
                  <a:cubicBezTo>
                    <a:pt x="233582" y="34654"/>
                    <a:pt x="232962" y="34481"/>
                    <a:pt x="232362" y="34340"/>
                  </a:cubicBezTo>
                  <a:cubicBezTo>
                    <a:pt x="229433" y="33647"/>
                    <a:pt x="226488" y="33352"/>
                    <a:pt x="223721" y="33110"/>
                  </a:cubicBezTo>
                  <a:cubicBezTo>
                    <a:pt x="220148" y="32797"/>
                    <a:pt x="216338" y="32457"/>
                    <a:pt x="212486" y="32074"/>
                  </a:cubicBezTo>
                  <a:cubicBezTo>
                    <a:pt x="207542" y="31581"/>
                    <a:pt x="203553" y="31128"/>
                    <a:pt x="199935" y="30653"/>
                  </a:cubicBezTo>
                  <a:lnTo>
                    <a:pt x="198416" y="30455"/>
                  </a:lnTo>
                  <a:cubicBezTo>
                    <a:pt x="194968" y="30009"/>
                    <a:pt x="191400" y="29547"/>
                    <a:pt x="187960" y="28753"/>
                  </a:cubicBezTo>
                  <a:cubicBezTo>
                    <a:pt x="187298" y="28602"/>
                    <a:pt x="186634" y="28454"/>
                    <a:pt x="185969" y="28310"/>
                  </a:cubicBezTo>
                  <a:cubicBezTo>
                    <a:pt x="183145" y="27690"/>
                    <a:pt x="180223" y="27051"/>
                    <a:pt x="177494" y="25795"/>
                  </a:cubicBezTo>
                  <a:cubicBezTo>
                    <a:pt x="176009" y="25111"/>
                    <a:pt x="174350" y="24245"/>
                    <a:pt x="173437" y="22596"/>
                  </a:cubicBezTo>
                  <a:cubicBezTo>
                    <a:pt x="172829" y="21493"/>
                    <a:pt x="172693" y="19876"/>
                    <a:pt x="173617" y="18921"/>
                  </a:cubicBezTo>
                  <a:cubicBezTo>
                    <a:pt x="174717" y="17783"/>
                    <a:pt x="176574" y="17760"/>
                    <a:pt x="177801" y="17745"/>
                  </a:cubicBezTo>
                  <a:cubicBezTo>
                    <a:pt x="177883" y="17744"/>
                    <a:pt x="177965" y="17744"/>
                    <a:pt x="178047" y="17744"/>
                  </a:cubicBezTo>
                  <a:cubicBezTo>
                    <a:pt x="180223" y="17744"/>
                    <a:pt x="182367" y="18103"/>
                    <a:pt x="184375" y="18494"/>
                  </a:cubicBezTo>
                  <a:cubicBezTo>
                    <a:pt x="186221" y="18853"/>
                    <a:pt x="188043" y="19296"/>
                    <a:pt x="190212" y="19850"/>
                  </a:cubicBezTo>
                  <a:cubicBezTo>
                    <a:pt x="192283" y="20380"/>
                    <a:pt x="194415" y="20683"/>
                    <a:pt x="196477" y="20976"/>
                  </a:cubicBezTo>
                  <a:lnTo>
                    <a:pt x="196594" y="20993"/>
                  </a:lnTo>
                  <a:cubicBezTo>
                    <a:pt x="201071" y="21630"/>
                    <a:pt x="204978" y="21943"/>
                    <a:pt x="208576" y="21943"/>
                  </a:cubicBezTo>
                  <a:cubicBezTo>
                    <a:pt x="210156" y="21943"/>
                    <a:pt x="211676" y="21883"/>
                    <a:pt x="213159" y="21763"/>
                  </a:cubicBezTo>
                  <a:cubicBezTo>
                    <a:pt x="219481" y="21255"/>
                    <a:pt x="224648" y="19666"/>
                    <a:pt x="228956" y="16905"/>
                  </a:cubicBezTo>
                  <a:cubicBezTo>
                    <a:pt x="230892" y="15665"/>
                    <a:pt x="232689" y="14110"/>
                    <a:pt x="234294" y="12287"/>
                  </a:cubicBezTo>
                  <a:lnTo>
                    <a:pt x="234344" y="12230"/>
                  </a:lnTo>
                  <a:lnTo>
                    <a:pt x="23434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26"/>
            <p:cNvSpPr/>
            <p:nvPr/>
          </p:nvSpPr>
          <p:spPr>
            <a:xfrm flipH="1" rot="10800000">
              <a:off x="-97264" y="1364332"/>
              <a:ext cx="5171942" cy="1031731"/>
            </a:xfrm>
            <a:custGeom>
              <a:rect b="b" l="l" r="r" t="t"/>
              <a:pathLst>
                <a:path extrusionOk="0" h="25782" w="129242">
                  <a:moveTo>
                    <a:pt x="125667" y="404"/>
                  </a:moveTo>
                  <a:cubicBezTo>
                    <a:pt x="125949" y="404"/>
                    <a:pt x="126232" y="415"/>
                    <a:pt x="126514" y="437"/>
                  </a:cubicBezTo>
                  <a:cubicBezTo>
                    <a:pt x="127419" y="510"/>
                    <a:pt x="128375" y="690"/>
                    <a:pt x="128733" y="1442"/>
                  </a:cubicBezTo>
                  <a:cubicBezTo>
                    <a:pt x="127667" y="1898"/>
                    <a:pt x="126604" y="2366"/>
                    <a:pt x="125540" y="2833"/>
                  </a:cubicBezTo>
                  <a:cubicBezTo>
                    <a:pt x="121951" y="4414"/>
                    <a:pt x="118237" y="6047"/>
                    <a:pt x="114473" y="7141"/>
                  </a:cubicBezTo>
                  <a:cubicBezTo>
                    <a:pt x="113881" y="7314"/>
                    <a:pt x="113286" y="7483"/>
                    <a:pt x="112693" y="7649"/>
                  </a:cubicBezTo>
                  <a:cubicBezTo>
                    <a:pt x="110914" y="8149"/>
                    <a:pt x="109073" y="8666"/>
                    <a:pt x="107278" y="9330"/>
                  </a:cubicBezTo>
                  <a:cubicBezTo>
                    <a:pt x="105183" y="10108"/>
                    <a:pt x="102936" y="11055"/>
                    <a:pt x="100411" y="12228"/>
                  </a:cubicBezTo>
                  <a:cubicBezTo>
                    <a:pt x="97928" y="13381"/>
                    <a:pt x="95424" y="14634"/>
                    <a:pt x="93002" y="15844"/>
                  </a:cubicBezTo>
                  <a:cubicBezTo>
                    <a:pt x="86663" y="19013"/>
                    <a:pt x="80109" y="22288"/>
                    <a:pt x="73322" y="24097"/>
                  </a:cubicBezTo>
                  <a:cubicBezTo>
                    <a:pt x="70106" y="24955"/>
                    <a:pt x="66829" y="25381"/>
                    <a:pt x="63411" y="25381"/>
                  </a:cubicBezTo>
                  <a:cubicBezTo>
                    <a:pt x="61691" y="25381"/>
                    <a:pt x="59935" y="25273"/>
                    <a:pt x="58132" y="25057"/>
                  </a:cubicBezTo>
                  <a:cubicBezTo>
                    <a:pt x="54870" y="24667"/>
                    <a:pt x="51578" y="24000"/>
                    <a:pt x="48394" y="23351"/>
                  </a:cubicBezTo>
                  <a:cubicBezTo>
                    <a:pt x="46720" y="23010"/>
                    <a:pt x="44988" y="22658"/>
                    <a:pt x="43281" y="22351"/>
                  </a:cubicBezTo>
                  <a:cubicBezTo>
                    <a:pt x="38827" y="21551"/>
                    <a:pt x="34306" y="21314"/>
                    <a:pt x="29931" y="21085"/>
                  </a:cubicBezTo>
                  <a:lnTo>
                    <a:pt x="28914" y="21031"/>
                  </a:lnTo>
                  <a:cubicBezTo>
                    <a:pt x="25978" y="20874"/>
                    <a:pt x="23609" y="20501"/>
                    <a:pt x="21462" y="19855"/>
                  </a:cubicBezTo>
                  <a:cubicBezTo>
                    <a:pt x="19489" y="19259"/>
                    <a:pt x="17512" y="18432"/>
                    <a:pt x="15599" y="17635"/>
                  </a:cubicBezTo>
                  <a:cubicBezTo>
                    <a:pt x="15171" y="17457"/>
                    <a:pt x="14747" y="17279"/>
                    <a:pt x="14321" y="17105"/>
                  </a:cubicBezTo>
                  <a:cubicBezTo>
                    <a:pt x="12341" y="16286"/>
                    <a:pt x="10328" y="15433"/>
                    <a:pt x="8383" y="14606"/>
                  </a:cubicBezTo>
                  <a:cubicBezTo>
                    <a:pt x="5772" y="13497"/>
                    <a:pt x="3075" y="12349"/>
                    <a:pt x="404" y="11276"/>
                  </a:cubicBezTo>
                  <a:lnTo>
                    <a:pt x="403" y="11276"/>
                  </a:lnTo>
                  <a:lnTo>
                    <a:pt x="403" y="5584"/>
                  </a:lnTo>
                  <a:cubicBezTo>
                    <a:pt x="967" y="5874"/>
                    <a:pt x="1566" y="6170"/>
                    <a:pt x="2220" y="6484"/>
                  </a:cubicBezTo>
                  <a:cubicBezTo>
                    <a:pt x="2905" y="6811"/>
                    <a:pt x="3592" y="7131"/>
                    <a:pt x="4281" y="7450"/>
                  </a:cubicBezTo>
                  <a:cubicBezTo>
                    <a:pt x="6227" y="8357"/>
                    <a:pt x="8240" y="9293"/>
                    <a:pt x="10153" y="10412"/>
                  </a:cubicBezTo>
                  <a:cubicBezTo>
                    <a:pt x="12434" y="11746"/>
                    <a:pt x="14871" y="13148"/>
                    <a:pt x="17395" y="14337"/>
                  </a:cubicBezTo>
                  <a:cubicBezTo>
                    <a:pt x="25707" y="18255"/>
                    <a:pt x="35202" y="20169"/>
                    <a:pt x="46355" y="20169"/>
                  </a:cubicBezTo>
                  <a:cubicBezTo>
                    <a:pt x="47079" y="20169"/>
                    <a:pt x="47811" y="20161"/>
                    <a:pt x="48549" y="20145"/>
                  </a:cubicBezTo>
                  <a:cubicBezTo>
                    <a:pt x="59131" y="19914"/>
                    <a:pt x="70411" y="17805"/>
                    <a:pt x="84049" y="13504"/>
                  </a:cubicBezTo>
                  <a:cubicBezTo>
                    <a:pt x="89815" y="11685"/>
                    <a:pt x="95612" y="9562"/>
                    <a:pt x="101217" y="7507"/>
                  </a:cubicBezTo>
                  <a:cubicBezTo>
                    <a:pt x="104315" y="6374"/>
                    <a:pt x="107517" y="5200"/>
                    <a:pt x="110679" y="4091"/>
                  </a:cubicBezTo>
                  <a:cubicBezTo>
                    <a:pt x="114143" y="2876"/>
                    <a:pt x="117874" y="1648"/>
                    <a:pt x="121675" y="895"/>
                  </a:cubicBezTo>
                  <a:cubicBezTo>
                    <a:pt x="122896" y="652"/>
                    <a:pt x="124279" y="404"/>
                    <a:pt x="125667" y="404"/>
                  </a:cubicBezTo>
                  <a:close/>
                  <a:moveTo>
                    <a:pt x="125672" y="1"/>
                  </a:moveTo>
                  <a:cubicBezTo>
                    <a:pt x="124248" y="1"/>
                    <a:pt x="122839" y="252"/>
                    <a:pt x="121598" y="497"/>
                  </a:cubicBezTo>
                  <a:cubicBezTo>
                    <a:pt x="117773" y="1256"/>
                    <a:pt x="114025" y="2491"/>
                    <a:pt x="110546" y="3711"/>
                  </a:cubicBezTo>
                  <a:cubicBezTo>
                    <a:pt x="107384" y="4820"/>
                    <a:pt x="104179" y="5993"/>
                    <a:pt x="101080" y="7129"/>
                  </a:cubicBezTo>
                  <a:cubicBezTo>
                    <a:pt x="95477" y="9180"/>
                    <a:pt x="89685" y="11305"/>
                    <a:pt x="83929" y="13120"/>
                  </a:cubicBezTo>
                  <a:cubicBezTo>
                    <a:pt x="70328" y="17407"/>
                    <a:pt x="59084" y="19512"/>
                    <a:pt x="48540" y="19742"/>
                  </a:cubicBezTo>
                  <a:cubicBezTo>
                    <a:pt x="47811" y="19758"/>
                    <a:pt x="47089" y="19766"/>
                    <a:pt x="46374" y="19766"/>
                  </a:cubicBezTo>
                  <a:cubicBezTo>
                    <a:pt x="35268" y="19766"/>
                    <a:pt x="25827" y="17865"/>
                    <a:pt x="17567" y="13971"/>
                  </a:cubicBezTo>
                  <a:cubicBezTo>
                    <a:pt x="15057" y="12788"/>
                    <a:pt x="12628" y="11391"/>
                    <a:pt x="10355" y="10062"/>
                  </a:cubicBezTo>
                  <a:cubicBezTo>
                    <a:pt x="8426" y="8935"/>
                    <a:pt x="6404" y="7993"/>
                    <a:pt x="4448" y="7084"/>
                  </a:cubicBezTo>
                  <a:cubicBezTo>
                    <a:pt x="3762" y="6767"/>
                    <a:pt x="3076" y="6447"/>
                    <a:pt x="2395" y="6120"/>
                  </a:cubicBezTo>
                  <a:cubicBezTo>
                    <a:pt x="1626" y="5754"/>
                    <a:pt x="940" y="5411"/>
                    <a:pt x="294" y="5075"/>
                  </a:cubicBezTo>
                  <a:lnTo>
                    <a:pt x="0" y="4921"/>
                  </a:lnTo>
                  <a:lnTo>
                    <a:pt x="0" y="11545"/>
                  </a:lnTo>
                  <a:lnTo>
                    <a:pt x="126" y="11595"/>
                  </a:lnTo>
                  <a:cubicBezTo>
                    <a:pt x="2833" y="12684"/>
                    <a:pt x="5574" y="13848"/>
                    <a:pt x="8224" y="14973"/>
                  </a:cubicBezTo>
                  <a:cubicBezTo>
                    <a:pt x="10170" y="15801"/>
                    <a:pt x="12184" y="16656"/>
                    <a:pt x="14167" y="17473"/>
                  </a:cubicBezTo>
                  <a:cubicBezTo>
                    <a:pt x="14591" y="17649"/>
                    <a:pt x="15016" y="17828"/>
                    <a:pt x="15441" y="18003"/>
                  </a:cubicBezTo>
                  <a:cubicBezTo>
                    <a:pt x="17363" y="18808"/>
                    <a:pt x="19349" y="19638"/>
                    <a:pt x="21344" y="20238"/>
                  </a:cubicBezTo>
                  <a:cubicBezTo>
                    <a:pt x="23523" y="20895"/>
                    <a:pt x="25922" y="21274"/>
                    <a:pt x="28892" y="21431"/>
                  </a:cubicBezTo>
                  <a:lnTo>
                    <a:pt x="29910" y="21485"/>
                  </a:lnTo>
                  <a:cubicBezTo>
                    <a:pt x="34272" y="21714"/>
                    <a:pt x="38783" y="21950"/>
                    <a:pt x="43209" y="22746"/>
                  </a:cubicBezTo>
                  <a:cubicBezTo>
                    <a:pt x="44912" y="23053"/>
                    <a:pt x="46641" y="23406"/>
                    <a:pt x="48313" y="23744"/>
                  </a:cubicBezTo>
                  <a:cubicBezTo>
                    <a:pt x="51505" y="24393"/>
                    <a:pt x="54806" y="25065"/>
                    <a:pt x="58085" y="25456"/>
                  </a:cubicBezTo>
                  <a:cubicBezTo>
                    <a:pt x="59905" y="25673"/>
                    <a:pt x="61677" y="25782"/>
                    <a:pt x="63414" y="25782"/>
                  </a:cubicBezTo>
                  <a:cubicBezTo>
                    <a:pt x="66866" y="25782"/>
                    <a:pt x="70177" y="25352"/>
                    <a:pt x="73425" y="24486"/>
                  </a:cubicBezTo>
                  <a:cubicBezTo>
                    <a:pt x="80253" y="22666"/>
                    <a:pt x="86826" y="19379"/>
                    <a:pt x="93183" y="16202"/>
                  </a:cubicBezTo>
                  <a:cubicBezTo>
                    <a:pt x="95603" y="14991"/>
                    <a:pt x="98105" y="13741"/>
                    <a:pt x="100582" y="12591"/>
                  </a:cubicBezTo>
                  <a:cubicBezTo>
                    <a:pt x="103097" y="11422"/>
                    <a:pt x="105333" y="10479"/>
                    <a:pt x="107419" y="9706"/>
                  </a:cubicBezTo>
                  <a:cubicBezTo>
                    <a:pt x="109198" y="9046"/>
                    <a:pt x="111031" y="8532"/>
                    <a:pt x="112803" y="8033"/>
                  </a:cubicBezTo>
                  <a:cubicBezTo>
                    <a:pt x="113399" y="7867"/>
                    <a:pt x="113993" y="7699"/>
                    <a:pt x="114588" y="7526"/>
                  </a:cubicBezTo>
                  <a:cubicBezTo>
                    <a:pt x="118376" y="6424"/>
                    <a:pt x="122102" y="4784"/>
                    <a:pt x="125704" y="3199"/>
                  </a:cubicBezTo>
                  <a:cubicBezTo>
                    <a:pt x="126826" y="2705"/>
                    <a:pt x="127947" y="2212"/>
                    <a:pt x="129073" y="1733"/>
                  </a:cubicBezTo>
                  <a:lnTo>
                    <a:pt x="129242" y="1662"/>
                  </a:lnTo>
                  <a:lnTo>
                    <a:pt x="129185" y="1488"/>
                  </a:lnTo>
                  <a:cubicBezTo>
                    <a:pt x="128775" y="216"/>
                    <a:pt x="127216" y="89"/>
                    <a:pt x="126549" y="34"/>
                  </a:cubicBezTo>
                  <a:cubicBezTo>
                    <a:pt x="126257" y="11"/>
                    <a:pt x="125964" y="1"/>
                    <a:pt x="1256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26"/>
            <p:cNvSpPr/>
            <p:nvPr/>
          </p:nvSpPr>
          <p:spPr>
            <a:xfrm flipH="1" rot="10800000">
              <a:off x="-97184" y="-162700"/>
              <a:ext cx="9378021" cy="2233737"/>
            </a:xfrm>
            <a:custGeom>
              <a:rect b="b" l="l" r="r" t="t"/>
              <a:pathLst>
                <a:path extrusionOk="0" h="55819" w="234348">
                  <a:moveTo>
                    <a:pt x="144981" y="403"/>
                  </a:moveTo>
                  <a:cubicBezTo>
                    <a:pt x="150962" y="403"/>
                    <a:pt x="156924" y="882"/>
                    <a:pt x="162787" y="1836"/>
                  </a:cubicBezTo>
                  <a:cubicBezTo>
                    <a:pt x="170740" y="3127"/>
                    <a:pt x="179016" y="5583"/>
                    <a:pt x="189615" y="9797"/>
                  </a:cubicBezTo>
                  <a:cubicBezTo>
                    <a:pt x="198427" y="13299"/>
                    <a:pt x="207411" y="17431"/>
                    <a:pt x="216323" y="22082"/>
                  </a:cubicBezTo>
                  <a:lnTo>
                    <a:pt x="218254" y="23088"/>
                  </a:lnTo>
                  <a:cubicBezTo>
                    <a:pt x="223483" y="25804"/>
                    <a:pt x="228885" y="28612"/>
                    <a:pt x="233942" y="32005"/>
                  </a:cubicBezTo>
                  <a:lnTo>
                    <a:pt x="233942" y="40242"/>
                  </a:lnTo>
                  <a:cubicBezTo>
                    <a:pt x="230357" y="38005"/>
                    <a:pt x="227378" y="36353"/>
                    <a:pt x="224590" y="35054"/>
                  </a:cubicBezTo>
                  <a:cubicBezTo>
                    <a:pt x="215470" y="30808"/>
                    <a:pt x="205746" y="28155"/>
                    <a:pt x="196343" y="25590"/>
                  </a:cubicBezTo>
                  <a:cubicBezTo>
                    <a:pt x="195383" y="25330"/>
                    <a:pt x="194423" y="25067"/>
                    <a:pt x="193466" y="24804"/>
                  </a:cubicBezTo>
                  <a:cubicBezTo>
                    <a:pt x="172307" y="18995"/>
                    <a:pt x="155262" y="16255"/>
                    <a:pt x="139723" y="16255"/>
                  </a:cubicBezTo>
                  <a:cubicBezTo>
                    <a:pt x="136241" y="16255"/>
                    <a:pt x="132834" y="16392"/>
                    <a:pt x="129473" y="16664"/>
                  </a:cubicBezTo>
                  <a:cubicBezTo>
                    <a:pt x="117659" y="17617"/>
                    <a:pt x="108992" y="19950"/>
                    <a:pt x="101363" y="24225"/>
                  </a:cubicBezTo>
                  <a:cubicBezTo>
                    <a:pt x="95848" y="27316"/>
                    <a:pt x="90586" y="31262"/>
                    <a:pt x="85495" y="35080"/>
                  </a:cubicBezTo>
                  <a:cubicBezTo>
                    <a:pt x="82539" y="37296"/>
                    <a:pt x="79484" y="39588"/>
                    <a:pt x="76413" y="41684"/>
                  </a:cubicBezTo>
                  <a:cubicBezTo>
                    <a:pt x="71394" y="45113"/>
                    <a:pt x="67146" y="47471"/>
                    <a:pt x="63039" y="49108"/>
                  </a:cubicBezTo>
                  <a:cubicBezTo>
                    <a:pt x="58787" y="50804"/>
                    <a:pt x="54022" y="52109"/>
                    <a:pt x="48045" y="53216"/>
                  </a:cubicBezTo>
                  <a:cubicBezTo>
                    <a:pt x="40031" y="54703"/>
                    <a:pt x="31384" y="55416"/>
                    <a:pt x="21189" y="55416"/>
                  </a:cubicBezTo>
                  <a:cubicBezTo>
                    <a:pt x="19290" y="55416"/>
                    <a:pt x="17337" y="55391"/>
                    <a:pt x="15325" y="55342"/>
                  </a:cubicBezTo>
                  <a:cubicBezTo>
                    <a:pt x="9761" y="55207"/>
                    <a:pt x="4879" y="54966"/>
                    <a:pt x="402" y="54612"/>
                  </a:cubicBezTo>
                  <a:lnTo>
                    <a:pt x="407" y="54612"/>
                  </a:lnTo>
                  <a:lnTo>
                    <a:pt x="407" y="49284"/>
                  </a:lnTo>
                  <a:cubicBezTo>
                    <a:pt x="817" y="49421"/>
                    <a:pt x="1230" y="49561"/>
                    <a:pt x="1643" y="49700"/>
                  </a:cubicBezTo>
                  <a:cubicBezTo>
                    <a:pt x="4359" y="50619"/>
                    <a:pt x="7168" y="51566"/>
                    <a:pt x="9980" y="52235"/>
                  </a:cubicBezTo>
                  <a:cubicBezTo>
                    <a:pt x="12206" y="52763"/>
                    <a:pt x="14788" y="53377"/>
                    <a:pt x="17344" y="53377"/>
                  </a:cubicBezTo>
                  <a:cubicBezTo>
                    <a:pt x="18683" y="53377"/>
                    <a:pt x="20014" y="53208"/>
                    <a:pt x="21283" y="52772"/>
                  </a:cubicBezTo>
                  <a:cubicBezTo>
                    <a:pt x="22931" y="52205"/>
                    <a:pt x="23878" y="51164"/>
                    <a:pt x="24025" y="49761"/>
                  </a:cubicBezTo>
                  <a:cubicBezTo>
                    <a:pt x="24231" y="47784"/>
                    <a:pt x="23055" y="45926"/>
                    <a:pt x="21802" y="44960"/>
                  </a:cubicBezTo>
                  <a:cubicBezTo>
                    <a:pt x="20124" y="43670"/>
                    <a:pt x="18067" y="43236"/>
                    <a:pt x="16094" y="42961"/>
                  </a:cubicBezTo>
                  <a:cubicBezTo>
                    <a:pt x="13968" y="42663"/>
                    <a:pt x="11797" y="42629"/>
                    <a:pt x="9701" y="42596"/>
                  </a:cubicBezTo>
                  <a:lnTo>
                    <a:pt x="9254" y="42589"/>
                  </a:lnTo>
                  <a:cubicBezTo>
                    <a:pt x="6994" y="42550"/>
                    <a:pt x="4310" y="42346"/>
                    <a:pt x="1553" y="41105"/>
                  </a:cubicBezTo>
                  <a:cubicBezTo>
                    <a:pt x="1170" y="40933"/>
                    <a:pt x="784" y="40741"/>
                    <a:pt x="402" y="40534"/>
                  </a:cubicBezTo>
                  <a:lnTo>
                    <a:pt x="402" y="31531"/>
                  </a:lnTo>
                  <a:cubicBezTo>
                    <a:pt x="6844" y="32915"/>
                    <a:pt x="13326" y="34726"/>
                    <a:pt x="19599" y="36477"/>
                  </a:cubicBezTo>
                  <a:cubicBezTo>
                    <a:pt x="22674" y="37335"/>
                    <a:pt x="25850" y="38224"/>
                    <a:pt x="28985" y="39049"/>
                  </a:cubicBezTo>
                  <a:cubicBezTo>
                    <a:pt x="36397" y="41005"/>
                    <a:pt x="46195" y="43249"/>
                    <a:pt x="56268" y="43249"/>
                  </a:cubicBezTo>
                  <a:lnTo>
                    <a:pt x="56298" y="43249"/>
                  </a:lnTo>
                  <a:cubicBezTo>
                    <a:pt x="60549" y="43247"/>
                    <a:pt x="65413" y="43043"/>
                    <a:pt x="69372" y="40633"/>
                  </a:cubicBezTo>
                  <a:cubicBezTo>
                    <a:pt x="71055" y="39609"/>
                    <a:pt x="72214" y="38269"/>
                    <a:pt x="72821" y="36652"/>
                  </a:cubicBezTo>
                  <a:cubicBezTo>
                    <a:pt x="73454" y="34967"/>
                    <a:pt x="73654" y="32595"/>
                    <a:pt x="72675" y="31095"/>
                  </a:cubicBezTo>
                  <a:cubicBezTo>
                    <a:pt x="71475" y="29255"/>
                    <a:pt x="69235" y="29002"/>
                    <a:pt x="67193" y="29002"/>
                  </a:cubicBezTo>
                  <a:lnTo>
                    <a:pt x="67163" y="29002"/>
                  </a:lnTo>
                  <a:cubicBezTo>
                    <a:pt x="64338" y="29005"/>
                    <a:pt x="61485" y="29632"/>
                    <a:pt x="59033" y="30219"/>
                  </a:cubicBezTo>
                  <a:cubicBezTo>
                    <a:pt x="58197" y="30419"/>
                    <a:pt x="57351" y="30648"/>
                    <a:pt x="56532" y="30868"/>
                  </a:cubicBezTo>
                  <a:cubicBezTo>
                    <a:pt x="55224" y="31222"/>
                    <a:pt x="53869" y="31587"/>
                    <a:pt x="52529" y="31845"/>
                  </a:cubicBezTo>
                  <a:cubicBezTo>
                    <a:pt x="48490" y="32626"/>
                    <a:pt x="44235" y="33024"/>
                    <a:pt x="39894" y="33024"/>
                  </a:cubicBezTo>
                  <a:cubicBezTo>
                    <a:pt x="39863" y="33024"/>
                    <a:pt x="39832" y="33024"/>
                    <a:pt x="39801" y="33024"/>
                  </a:cubicBezTo>
                  <a:cubicBezTo>
                    <a:pt x="26833" y="33011"/>
                    <a:pt x="13576" y="29869"/>
                    <a:pt x="402" y="23687"/>
                  </a:cubicBezTo>
                  <a:lnTo>
                    <a:pt x="402" y="6011"/>
                  </a:lnTo>
                  <a:cubicBezTo>
                    <a:pt x="1635" y="6344"/>
                    <a:pt x="2827" y="6712"/>
                    <a:pt x="3952" y="7104"/>
                  </a:cubicBezTo>
                  <a:cubicBezTo>
                    <a:pt x="7474" y="8330"/>
                    <a:pt x="10930" y="10023"/>
                    <a:pt x="14269" y="11659"/>
                  </a:cubicBezTo>
                  <a:cubicBezTo>
                    <a:pt x="15159" y="12095"/>
                    <a:pt x="16051" y="12530"/>
                    <a:pt x="16944" y="12959"/>
                  </a:cubicBezTo>
                  <a:cubicBezTo>
                    <a:pt x="21849" y="15315"/>
                    <a:pt x="26184" y="17153"/>
                    <a:pt x="30193" y="18579"/>
                  </a:cubicBezTo>
                  <a:cubicBezTo>
                    <a:pt x="37329" y="21116"/>
                    <a:pt x="44835" y="22386"/>
                    <a:pt x="52799" y="22386"/>
                  </a:cubicBezTo>
                  <a:cubicBezTo>
                    <a:pt x="62775" y="22386"/>
                    <a:pt x="73472" y="20393"/>
                    <a:pt x="85065" y="16400"/>
                  </a:cubicBezTo>
                  <a:cubicBezTo>
                    <a:pt x="89374" y="14915"/>
                    <a:pt x="93852" y="13162"/>
                    <a:pt x="98753" y="11037"/>
                  </a:cubicBezTo>
                  <a:cubicBezTo>
                    <a:pt x="99763" y="10600"/>
                    <a:pt x="100773" y="10151"/>
                    <a:pt x="101781" y="9706"/>
                  </a:cubicBezTo>
                  <a:cubicBezTo>
                    <a:pt x="104805" y="8364"/>
                    <a:pt x="107933" y="6975"/>
                    <a:pt x="111082" y="5882"/>
                  </a:cubicBezTo>
                  <a:cubicBezTo>
                    <a:pt x="119135" y="3086"/>
                    <a:pt x="127851" y="1338"/>
                    <a:pt x="136984" y="688"/>
                  </a:cubicBezTo>
                  <a:cubicBezTo>
                    <a:pt x="139649" y="498"/>
                    <a:pt x="142317" y="403"/>
                    <a:pt x="144981" y="403"/>
                  </a:cubicBezTo>
                  <a:close/>
                  <a:moveTo>
                    <a:pt x="144959" y="1"/>
                  </a:moveTo>
                  <a:cubicBezTo>
                    <a:pt x="142293" y="1"/>
                    <a:pt x="139623" y="96"/>
                    <a:pt x="136956" y="285"/>
                  </a:cubicBezTo>
                  <a:cubicBezTo>
                    <a:pt x="127785" y="938"/>
                    <a:pt x="119037" y="2693"/>
                    <a:pt x="110949" y="5501"/>
                  </a:cubicBezTo>
                  <a:cubicBezTo>
                    <a:pt x="107786" y="6599"/>
                    <a:pt x="104650" y="7991"/>
                    <a:pt x="101618" y="9337"/>
                  </a:cubicBezTo>
                  <a:cubicBezTo>
                    <a:pt x="100610" y="9784"/>
                    <a:pt x="99605" y="10230"/>
                    <a:pt x="98594" y="10669"/>
                  </a:cubicBezTo>
                  <a:cubicBezTo>
                    <a:pt x="93702" y="12788"/>
                    <a:pt x="89236" y="14538"/>
                    <a:pt x="84935" y="16020"/>
                  </a:cubicBezTo>
                  <a:cubicBezTo>
                    <a:pt x="73384" y="19997"/>
                    <a:pt x="62731" y="21983"/>
                    <a:pt x="52798" y="21983"/>
                  </a:cubicBezTo>
                  <a:cubicBezTo>
                    <a:pt x="44880" y="21983"/>
                    <a:pt x="37420" y="20721"/>
                    <a:pt x="30329" y="18200"/>
                  </a:cubicBezTo>
                  <a:cubicBezTo>
                    <a:pt x="26334" y="16780"/>
                    <a:pt x="22012" y="14948"/>
                    <a:pt x="17118" y="12599"/>
                  </a:cubicBezTo>
                  <a:cubicBezTo>
                    <a:pt x="16225" y="12172"/>
                    <a:pt x="15335" y="11736"/>
                    <a:pt x="14448" y="11300"/>
                  </a:cubicBezTo>
                  <a:cubicBezTo>
                    <a:pt x="11097" y="9658"/>
                    <a:pt x="7631" y="7961"/>
                    <a:pt x="4086" y="6726"/>
                  </a:cubicBezTo>
                  <a:cubicBezTo>
                    <a:pt x="2874" y="6305"/>
                    <a:pt x="1587" y="5911"/>
                    <a:pt x="257" y="5556"/>
                  </a:cubicBezTo>
                  <a:lnTo>
                    <a:pt x="2" y="5489"/>
                  </a:lnTo>
                  <a:lnTo>
                    <a:pt x="2" y="23947"/>
                  </a:lnTo>
                  <a:lnTo>
                    <a:pt x="118" y="24001"/>
                  </a:lnTo>
                  <a:cubicBezTo>
                    <a:pt x="13383" y="30245"/>
                    <a:pt x="26736" y="33418"/>
                    <a:pt x="39802" y="33430"/>
                  </a:cubicBezTo>
                  <a:cubicBezTo>
                    <a:pt x="39862" y="33430"/>
                    <a:pt x="39922" y="33430"/>
                    <a:pt x="39983" y="33430"/>
                  </a:cubicBezTo>
                  <a:cubicBezTo>
                    <a:pt x="44319" y="33430"/>
                    <a:pt x="48571" y="33023"/>
                    <a:pt x="52607" y="32244"/>
                  </a:cubicBezTo>
                  <a:cubicBezTo>
                    <a:pt x="53961" y="31982"/>
                    <a:pt x="55324" y="31615"/>
                    <a:pt x="56640" y="31261"/>
                  </a:cubicBezTo>
                  <a:cubicBezTo>
                    <a:pt x="57454" y="31041"/>
                    <a:pt x="58297" y="30815"/>
                    <a:pt x="59127" y="30616"/>
                  </a:cubicBezTo>
                  <a:cubicBezTo>
                    <a:pt x="61559" y="30033"/>
                    <a:pt x="64382" y="29412"/>
                    <a:pt x="67164" y="29409"/>
                  </a:cubicBezTo>
                  <a:cubicBezTo>
                    <a:pt x="67187" y="29409"/>
                    <a:pt x="67210" y="29409"/>
                    <a:pt x="67233" y="29409"/>
                  </a:cubicBezTo>
                  <a:cubicBezTo>
                    <a:pt x="69147" y="29409"/>
                    <a:pt x="71252" y="29651"/>
                    <a:pt x="72340" y="31318"/>
                  </a:cubicBezTo>
                  <a:cubicBezTo>
                    <a:pt x="73241" y="32701"/>
                    <a:pt x="73043" y="34924"/>
                    <a:pt x="72447" y="36513"/>
                  </a:cubicBezTo>
                  <a:cubicBezTo>
                    <a:pt x="71871" y="38046"/>
                    <a:pt x="70768" y="39317"/>
                    <a:pt x="69163" y="40292"/>
                  </a:cubicBezTo>
                  <a:cubicBezTo>
                    <a:pt x="65293" y="42649"/>
                    <a:pt x="60492" y="42849"/>
                    <a:pt x="56298" y="42850"/>
                  </a:cubicBezTo>
                  <a:lnTo>
                    <a:pt x="56268" y="42850"/>
                  </a:lnTo>
                  <a:cubicBezTo>
                    <a:pt x="46241" y="42850"/>
                    <a:pt x="36475" y="40614"/>
                    <a:pt x="29086" y="38666"/>
                  </a:cubicBezTo>
                  <a:cubicBezTo>
                    <a:pt x="25956" y="37839"/>
                    <a:pt x="22778" y="36952"/>
                    <a:pt x="19706" y="36095"/>
                  </a:cubicBezTo>
                  <a:cubicBezTo>
                    <a:pt x="13350" y="34319"/>
                    <a:pt x="6776" y="32482"/>
                    <a:pt x="244" y="31089"/>
                  </a:cubicBezTo>
                  <a:lnTo>
                    <a:pt x="1" y="31038"/>
                  </a:lnTo>
                  <a:lnTo>
                    <a:pt x="1" y="40777"/>
                  </a:lnTo>
                  <a:lnTo>
                    <a:pt x="105" y="40834"/>
                  </a:lnTo>
                  <a:cubicBezTo>
                    <a:pt x="528" y="41068"/>
                    <a:pt x="960" y="41284"/>
                    <a:pt x="1387" y="41477"/>
                  </a:cubicBezTo>
                  <a:cubicBezTo>
                    <a:pt x="4210" y="42747"/>
                    <a:pt x="6945" y="42957"/>
                    <a:pt x="9247" y="42996"/>
                  </a:cubicBezTo>
                  <a:lnTo>
                    <a:pt x="9694" y="43003"/>
                  </a:lnTo>
                  <a:cubicBezTo>
                    <a:pt x="11777" y="43036"/>
                    <a:pt x="13933" y="43072"/>
                    <a:pt x="16035" y="43364"/>
                  </a:cubicBezTo>
                  <a:cubicBezTo>
                    <a:pt x="17956" y="43633"/>
                    <a:pt x="19953" y="44050"/>
                    <a:pt x="21555" y="45283"/>
                  </a:cubicBezTo>
                  <a:cubicBezTo>
                    <a:pt x="22721" y="46179"/>
                    <a:pt x="23812" y="47901"/>
                    <a:pt x="23624" y="49723"/>
                  </a:cubicBezTo>
                  <a:cubicBezTo>
                    <a:pt x="23492" y="50977"/>
                    <a:pt x="22661" y="51876"/>
                    <a:pt x="21149" y="52395"/>
                  </a:cubicBezTo>
                  <a:cubicBezTo>
                    <a:pt x="19929" y="52815"/>
                    <a:pt x="18642" y="52977"/>
                    <a:pt x="17343" y="52977"/>
                  </a:cubicBezTo>
                  <a:cubicBezTo>
                    <a:pt x="14829" y="52977"/>
                    <a:pt x="12272" y="52369"/>
                    <a:pt x="10068" y="51847"/>
                  </a:cubicBezTo>
                  <a:cubicBezTo>
                    <a:pt x="7275" y="51184"/>
                    <a:pt x="4475" y="50237"/>
                    <a:pt x="1767" y="49323"/>
                  </a:cubicBezTo>
                  <a:cubicBezTo>
                    <a:pt x="1267" y="49155"/>
                    <a:pt x="767" y="48985"/>
                    <a:pt x="265" y="48818"/>
                  </a:cubicBezTo>
                  <a:lnTo>
                    <a:pt x="1" y="48728"/>
                  </a:lnTo>
                  <a:lnTo>
                    <a:pt x="1" y="54985"/>
                  </a:lnTo>
                  <a:lnTo>
                    <a:pt x="187" y="54999"/>
                  </a:lnTo>
                  <a:cubicBezTo>
                    <a:pt x="4720" y="55364"/>
                    <a:pt x="9668" y="55608"/>
                    <a:pt x="15316" y="55745"/>
                  </a:cubicBezTo>
                  <a:cubicBezTo>
                    <a:pt x="17327" y="55794"/>
                    <a:pt x="19280" y="55818"/>
                    <a:pt x="21180" y="55818"/>
                  </a:cubicBezTo>
                  <a:cubicBezTo>
                    <a:pt x="31405" y="55818"/>
                    <a:pt x="40078" y="55104"/>
                    <a:pt x="48122" y="53615"/>
                  </a:cubicBezTo>
                  <a:cubicBezTo>
                    <a:pt x="54125" y="52502"/>
                    <a:pt x="58913" y="51189"/>
                    <a:pt x="63191" y="49484"/>
                  </a:cubicBezTo>
                  <a:cubicBezTo>
                    <a:pt x="67326" y="47835"/>
                    <a:pt x="71599" y="45463"/>
                    <a:pt x="76643" y="42018"/>
                  </a:cubicBezTo>
                  <a:cubicBezTo>
                    <a:pt x="79721" y="39917"/>
                    <a:pt x="82780" y="37621"/>
                    <a:pt x="85739" y="35403"/>
                  </a:cubicBezTo>
                  <a:cubicBezTo>
                    <a:pt x="90819" y="31594"/>
                    <a:pt x="96072" y="27654"/>
                    <a:pt x="101563" y="24578"/>
                  </a:cubicBezTo>
                  <a:cubicBezTo>
                    <a:pt x="109139" y="20330"/>
                    <a:pt x="117758" y="18014"/>
                    <a:pt x="129508" y="17065"/>
                  </a:cubicBezTo>
                  <a:cubicBezTo>
                    <a:pt x="132858" y="16795"/>
                    <a:pt x="136254" y="16658"/>
                    <a:pt x="139725" y="16658"/>
                  </a:cubicBezTo>
                  <a:cubicBezTo>
                    <a:pt x="155229" y="16658"/>
                    <a:pt x="172239" y="19393"/>
                    <a:pt x="193363" y="25194"/>
                  </a:cubicBezTo>
                  <a:cubicBezTo>
                    <a:pt x="194320" y="25456"/>
                    <a:pt x="195279" y="25717"/>
                    <a:pt x="196240" y="25980"/>
                  </a:cubicBezTo>
                  <a:cubicBezTo>
                    <a:pt x="205628" y="28540"/>
                    <a:pt x="215334" y="31188"/>
                    <a:pt x="224421" y="35420"/>
                  </a:cubicBezTo>
                  <a:cubicBezTo>
                    <a:pt x="227275" y="36749"/>
                    <a:pt x="230329" y="38452"/>
                    <a:pt x="234037" y="40778"/>
                  </a:cubicBezTo>
                  <a:lnTo>
                    <a:pt x="234347" y="40971"/>
                  </a:lnTo>
                  <a:lnTo>
                    <a:pt x="234347" y="31794"/>
                  </a:lnTo>
                  <a:lnTo>
                    <a:pt x="234257" y="31734"/>
                  </a:lnTo>
                  <a:cubicBezTo>
                    <a:pt x="229156" y="28302"/>
                    <a:pt x="223710" y="25471"/>
                    <a:pt x="218442" y="22732"/>
                  </a:cubicBezTo>
                  <a:lnTo>
                    <a:pt x="216510" y="21728"/>
                  </a:lnTo>
                  <a:cubicBezTo>
                    <a:pt x="207587" y="17070"/>
                    <a:pt x="198587" y="12930"/>
                    <a:pt x="189764" y="9423"/>
                  </a:cubicBezTo>
                  <a:cubicBezTo>
                    <a:pt x="179135" y="5199"/>
                    <a:pt x="170836" y="2739"/>
                    <a:pt x="162852" y="1440"/>
                  </a:cubicBezTo>
                  <a:cubicBezTo>
                    <a:pt x="156959" y="482"/>
                    <a:pt x="150969" y="1"/>
                    <a:pt x="1449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6"/>
            <p:cNvSpPr/>
            <p:nvPr/>
          </p:nvSpPr>
          <p:spPr>
            <a:xfrm flipH="1" rot="10800000">
              <a:off x="4303273" y="-1063346"/>
              <a:ext cx="4977457" cy="2219891"/>
            </a:xfrm>
            <a:custGeom>
              <a:rect b="b" l="l" r="r" t="t"/>
              <a:pathLst>
                <a:path extrusionOk="0" h="55473" w="124382">
                  <a:moveTo>
                    <a:pt x="25918" y="402"/>
                  </a:moveTo>
                  <a:cubicBezTo>
                    <a:pt x="36041" y="402"/>
                    <a:pt x="47026" y="1991"/>
                    <a:pt x="60462" y="5393"/>
                  </a:cubicBezTo>
                  <a:cubicBezTo>
                    <a:pt x="70856" y="8024"/>
                    <a:pt x="81175" y="11807"/>
                    <a:pt x="91155" y="15464"/>
                  </a:cubicBezTo>
                  <a:cubicBezTo>
                    <a:pt x="92391" y="15917"/>
                    <a:pt x="93627" y="16369"/>
                    <a:pt x="94863" y="16822"/>
                  </a:cubicBezTo>
                  <a:lnTo>
                    <a:pt x="95647" y="17108"/>
                  </a:lnTo>
                  <a:cubicBezTo>
                    <a:pt x="105319" y="20631"/>
                    <a:pt x="115319" y="24277"/>
                    <a:pt x="123981" y="30890"/>
                  </a:cubicBezTo>
                  <a:lnTo>
                    <a:pt x="123981" y="53695"/>
                  </a:lnTo>
                  <a:cubicBezTo>
                    <a:pt x="123931" y="53594"/>
                    <a:pt x="123881" y="53490"/>
                    <a:pt x="123831" y="53388"/>
                  </a:cubicBezTo>
                  <a:cubicBezTo>
                    <a:pt x="121216" y="48116"/>
                    <a:pt x="118223" y="43645"/>
                    <a:pt x="114937" y="40100"/>
                  </a:cubicBezTo>
                  <a:cubicBezTo>
                    <a:pt x="110571" y="35392"/>
                    <a:pt x="105339" y="32142"/>
                    <a:pt x="101268" y="29834"/>
                  </a:cubicBezTo>
                  <a:cubicBezTo>
                    <a:pt x="91058" y="24049"/>
                    <a:pt x="80265" y="20787"/>
                    <a:pt x="69187" y="20137"/>
                  </a:cubicBezTo>
                  <a:cubicBezTo>
                    <a:pt x="67907" y="20061"/>
                    <a:pt x="66618" y="20024"/>
                    <a:pt x="65319" y="20024"/>
                  </a:cubicBezTo>
                  <a:cubicBezTo>
                    <a:pt x="61141" y="20024"/>
                    <a:pt x="56870" y="20411"/>
                    <a:pt x="52577" y="21181"/>
                  </a:cubicBezTo>
                  <a:cubicBezTo>
                    <a:pt x="48332" y="21940"/>
                    <a:pt x="44099" y="23239"/>
                    <a:pt x="40004" y="24495"/>
                  </a:cubicBezTo>
                  <a:cubicBezTo>
                    <a:pt x="38744" y="24880"/>
                    <a:pt x="37484" y="25268"/>
                    <a:pt x="36221" y="25639"/>
                  </a:cubicBezTo>
                  <a:cubicBezTo>
                    <a:pt x="30814" y="27232"/>
                    <a:pt x="25249" y="28662"/>
                    <a:pt x="19858" y="28662"/>
                  </a:cubicBezTo>
                  <a:cubicBezTo>
                    <a:pt x="15618" y="28662"/>
                    <a:pt x="11486" y="27778"/>
                    <a:pt x="7624" y="25392"/>
                  </a:cubicBezTo>
                  <a:cubicBezTo>
                    <a:pt x="1653" y="21703"/>
                    <a:pt x="639" y="17073"/>
                    <a:pt x="567" y="14640"/>
                  </a:cubicBezTo>
                  <a:cubicBezTo>
                    <a:pt x="413" y="9480"/>
                    <a:pt x="3668" y="6464"/>
                    <a:pt x="5623" y="5124"/>
                  </a:cubicBezTo>
                  <a:cubicBezTo>
                    <a:pt x="9015" y="2801"/>
                    <a:pt x="12910" y="1856"/>
                    <a:pt x="15924" y="1292"/>
                  </a:cubicBezTo>
                  <a:cubicBezTo>
                    <a:pt x="19039" y="709"/>
                    <a:pt x="22328" y="409"/>
                    <a:pt x="25700" y="402"/>
                  </a:cubicBezTo>
                  <a:close/>
                  <a:moveTo>
                    <a:pt x="25696" y="0"/>
                  </a:moveTo>
                  <a:cubicBezTo>
                    <a:pt x="22298" y="9"/>
                    <a:pt x="18984" y="309"/>
                    <a:pt x="15846" y="896"/>
                  </a:cubicBezTo>
                  <a:cubicBezTo>
                    <a:pt x="12791" y="1468"/>
                    <a:pt x="8843" y="2428"/>
                    <a:pt x="5390" y="4792"/>
                  </a:cubicBezTo>
                  <a:cubicBezTo>
                    <a:pt x="3368" y="6176"/>
                    <a:pt x="0" y="9300"/>
                    <a:pt x="160" y="14653"/>
                  </a:cubicBezTo>
                  <a:cubicBezTo>
                    <a:pt x="236" y="17166"/>
                    <a:pt x="1277" y="21947"/>
                    <a:pt x="7409" y="25735"/>
                  </a:cubicBezTo>
                  <a:cubicBezTo>
                    <a:pt x="11344" y="28167"/>
                    <a:pt x="15543" y="29067"/>
                    <a:pt x="19845" y="29067"/>
                  </a:cubicBezTo>
                  <a:cubicBezTo>
                    <a:pt x="25284" y="29067"/>
                    <a:pt x="30887" y="27628"/>
                    <a:pt x="36329" y="26025"/>
                  </a:cubicBezTo>
                  <a:cubicBezTo>
                    <a:pt x="37594" y="25653"/>
                    <a:pt x="38857" y="25265"/>
                    <a:pt x="40120" y="24877"/>
                  </a:cubicBezTo>
                  <a:cubicBezTo>
                    <a:pt x="44202" y="23626"/>
                    <a:pt x="48423" y="22331"/>
                    <a:pt x="52645" y="21575"/>
                  </a:cubicBezTo>
                  <a:cubicBezTo>
                    <a:pt x="56919" y="20811"/>
                    <a:pt x="61167" y="20426"/>
                    <a:pt x="65320" y="20426"/>
                  </a:cubicBezTo>
                  <a:cubicBezTo>
                    <a:pt x="66611" y="20426"/>
                    <a:pt x="67892" y="20464"/>
                    <a:pt x="69163" y="20538"/>
                  </a:cubicBezTo>
                  <a:cubicBezTo>
                    <a:pt x="80177" y="21183"/>
                    <a:pt x="90911" y="24429"/>
                    <a:pt x="101068" y="30184"/>
                  </a:cubicBezTo>
                  <a:cubicBezTo>
                    <a:pt x="105113" y="32476"/>
                    <a:pt x="110313" y="35707"/>
                    <a:pt x="114641" y="40373"/>
                  </a:cubicBezTo>
                  <a:cubicBezTo>
                    <a:pt x="117901" y="43892"/>
                    <a:pt x="120872" y="48330"/>
                    <a:pt x="123468" y="53567"/>
                  </a:cubicBezTo>
                  <a:cubicBezTo>
                    <a:pt x="123595" y="53824"/>
                    <a:pt x="123718" y="54084"/>
                    <a:pt x="123842" y="54344"/>
                  </a:cubicBezTo>
                  <a:lnTo>
                    <a:pt x="124380" y="55470"/>
                  </a:lnTo>
                  <a:lnTo>
                    <a:pt x="124380" y="30691"/>
                  </a:lnTo>
                  <a:lnTo>
                    <a:pt x="124301" y="30630"/>
                  </a:lnTo>
                  <a:cubicBezTo>
                    <a:pt x="115571" y="23942"/>
                    <a:pt x="105512" y="20275"/>
                    <a:pt x="95782" y="16727"/>
                  </a:cubicBezTo>
                  <a:lnTo>
                    <a:pt x="94996" y="16442"/>
                  </a:lnTo>
                  <a:cubicBezTo>
                    <a:pt x="93760" y="15992"/>
                    <a:pt x="92525" y="15539"/>
                    <a:pt x="91289" y="15087"/>
                  </a:cubicBezTo>
                  <a:cubicBezTo>
                    <a:pt x="81300" y="11425"/>
                    <a:pt x="70971" y="7640"/>
                    <a:pt x="60557" y="5003"/>
                  </a:cubicBezTo>
                  <a:cubicBezTo>
                    <a:pt x="47087" y="1592"/>
                    <a:pt x="36071" y="0"/>
                    <a:pt x="25913" y="0"/>
                  </a:cubicBezTo>
                  <a:close/>
                  <a:moveTo>
                    <a:pt x="124380" y="55470"/>
                  </a:moveTo>
                  <a:lnTo>
                    <a:pt x="124380" y="55473"/>
                  </a:lnTo>
                  <a:lnTo>
                    <a:pt x="124381" y="55473"/>
                  </a:lnTo>
                  <a:lnTo>
                    <a:pt x="124380" y="5547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26"/>
            <p:cNvSpPr/>
            <p:nvPr/>
          </p:nvSpPr>
          <p:spPr>
            <a:xfrm flipH="1" rot="10800000">
              <a:off x="-97184" y="-1613997"/>
              <a:ext cx="4473596" cy="1988630"/>
            </a:xfrm>
            <a:custGeom>
              <a:rect b="b" l="l" r="r" t="t"/>
              <a:pathLst>
                <a:path extrusionOk="0" h="49694" w="111791">
                  <a:moveTo>
                    <a:pt x="97341" y="420"/>
                  </a:moveTo>
                  <a:cubicBezTo>
                    <a:pt x="98733" y="420"/>
                    <a:pt x="99979" y="773"/>
                    <a:pt x="101045" y="1273"/>
                  </a:cubicBezTo>
                  <a:cubicBezTo>
                    <a:pt x="104764" y="3021"/>
                    <a:pt x="109232" y="7243"/>
                    <a:pt x="110572" y="11931"/>
                  </a:cubicBezTo>
                  <a:cubicBezTo>
                    <a:pt x="111369" y="14719"/>
                    <a:pt x="110985" y="17351"/>
                    <a:pt x="109429" y="19750"/>
                  </a:cubicBezTo>
                  <a:cubicBezTo>
                    <a:pt x="107469" y="22776"/>
                    <a:pt x="104270" y="24339"/>
                    <a:pt x="101702" y="25361"/>
                  </a:cubicBezTo>
                  <a:cubicBezTo>
                    <a:pt x="98754" y="26534"/>
                    <a:pt x="95452" y="27464"/>
                    <a:pt x="91607" y="28204"/>
                  </a:cubicBezTo>
                  <a:cubicBezTo>
                    <a:pt x="89921" y="28528"/>
                    <a:pt x="88200" y="28811"/>
                    <a:pt x="86532" y="29084"/>
                  </a:cubicBezTo>
                  <a:cubicBezTo>
                    <a:pt x="79681" y="30207"/>
                    <a:pt x="72597" y="31372"/>
                    <a:pt x="66253" y="35734"/>
                  </a:cubicBezTo>
                  <a:cubicBezTo>
                    <a:pt x="61721" y="38849"/>
                    <a:pt x="57707" y="43535"/>
                    <a:pt x="54638" y="49289"/>
                  </a:cubicBezTo>
                  <a:lnTo>
                    <a:pt x="3363" y="49289"/>
                  </a:lnTo>
                  <a:cubicBezTo>
                    <a:pt x="1730" y="49289"/>
                    <a:pt x="402" y="47585"/>
                    <a:pt x="402" y="45488"/>
                  </a:cubicBezTo>
                  <a:lnTo>
                    <a:pt x="402" y="27817"/>
                  </a:lnTo>
                  <a:cubicBezTo>
                    <a:pt x="6956" y="29756"/>
                    <a:pt x="13549" y="31125"/>
                    <a:pt x="20006" y="31888"/>
                  </a:cubicBezTo>
                  <a:cubicBezTo>
                    <a:pt x="24832" y="32458"/>
                    <a:pt x="29867" y="32744"/>
                    <a:pt x="35067" y="32744"/>
                  </a:cubicBezTo>
                  <a:cubicBezTo>
                    <a:pt x="39433" y="32744"/>
                    <a:pt x="43915" y="32543"/>
                    <a:pt x="48490" y="32140"/>
                  </a:cubicBezTo>
                  <a:cubicBezTo>
                    <a:pt x="52725" y="31766"/>
                    <a:pt x="57090" y="31156"/>
                    <a:pt x="61838" y="30276"/>
                  </a:cubicBezTo>
                  <a:cubicBezTo>
                    <a:pt x="65200" y="29650"/>
                    <a:pt x="69115" y="28700"/>
                    <a:pt x="72658" y="26377"/>
                  </a:cubicBezTo>
                  <a:cubicBezTo>
                    <a:pt x="76773" y="23677"/>
                    <a:pt x="79509" y="18971"/>
                    <a:pt x="82157" y="14419"/>
                  </a:cubicBezTo>
                  <a:cubicBezTo>
                    <a:pt x="83207" y="12610"/>
                    <a:pt x="84295" y="10742"/>
                    <a:pt x="85446" y="9038"/>
                  </a:cubicBezTo>
                  <a:cubicBezTo>
                    <a:pt x="89943" y="2389"/>
                    <a:pt x="94052" y="420"/>
                    <a:pt x="97341" y="420"/>
                  </a:cubicBezTo>
                  <a:close/>
                  <a:moveTo>
                    <a:pt x="97320" y="1"/>
                  </a:moveTo>
                  <a:cubicBezTo>
                    <a:pt x="92272" y="1"/>
                    <a:pt x="88015" y="4523"/>
                    <a:pt x="85113" y="8813"/>
                  </a:cubicBezTo>
                  <a:cubicBezTo>
                    <a:pt x="83953" y="10529"/>
                    <a:pt x="82863" y="12404"/>
                    <a:pt x="81808" y="14217"/>
                  </a:cubicBezTo>
                  <a:cubicBezTo>
                    <a:pt x="79187" y="18729"/>
                    <a:pt x="76473" y="23393"/>
                    <a:pt x="72437" y="26041"/>
                  </a:cubicBezTo>
                  <a:cubicBezTo>
                    <a:pt x="68955" y="28325"/>
                    <a:pt x="65088" y="29264"/>
                    <a:pt x="61763" y="29881"/>
                  </a:cubicBezTo>
                  <a:cubicBezTo>
                    <a:pt x="57027" y="30760"/>
                    <a:pt x="52675" y="31369"/>
                    <a:pt x="48454" y="31740"/>
                  </a:cubicBezTo>
                  <a:cubicBezTo>
                    <a:pt x="43892" y="32141"/>
                    <a:pt x="39422" y="32342"/>
                    <a:pt x="35069" y="32342"/>
                  </a:cubicBezTo>
                  <a:cubicBezTo>
                    <a:pt x="29883" y="32342"/>
                    <a:pt x="24864" y="32057"/>
                    <a:pt x="20053" y="31489"/>
                  </a:cubicBezTo>
                  <a:cubicBezTo>
                    <a:pt x="13535" y="30716"/>
                    <a:pt x="6875" y="29326"/>
                    <a:pt x="259" y="27354"/>
                  </a:cubicBezTo>
                  <a:lnTo>
                    <a:pt x="1" y="27277"/>
                  </a:lnTo>
                  <a:lnTo>
                    <a:pt x="1" y="45491"/>
                  </a:lnTo>
                  <a:cubicBezTo>
                    <a:pt x="1" y="47809"/>
                    <a:pt x="1508" y="49694"/>
                    <a:pt x="3363" y="49694"/>
                  </a:cubicBezTo>
                  <a:lnTo>
                    <a:pt x="54879" y="49694"/>
                  </a:lnTo>
                  <a:lnTo>
                    <a:pt x="54936" y="49585"/>
                  </a:lnTo>
                  <a:cubicBezTo>
                    <a:pt x="57983" y="43837"/>
                    <a:pt x="61975" y="39163"/>
                    <a:pt x="66481" y="36064"/>
                  </a:cubicBezTo>
                  <a:cubicBezTo>
                    <a:pt x="72751" y="31752"/>
                    <a:pt x="79791" y="30597"/>
                    <a:pt x="86599" y="29479"/>
                  </a:cubicBezTo>
                  <a:cubicBezTo>
                    <a:pt x="88267" y="29206"/>
                    <a:pt x="89993" y="28921"/>
                    <a:pt x="91683" y="28597"/>
                  </a:cubicBezTo>
                  <a:cubicBezTo>
                    <a:pt x="95554" y="27852"/>
                    <a:pt x="98882" y="26914"/>
                    <a:pt x="101852" y="25732"/>
                  </a:cubicBezTo>
                  <a:cubicBezTo>
                    <a:pt x="104477" y="24689"/>
                    <a:pt x="107747" y="23089"/>
                    <a:pt x="109769" y="19968"/>
                  </a:cubicBezTo>
                  <a:cubicBezTo>
                    <a:pt x="111389" y="17466"/>
                    <a:pt x="111791" y="14724"/>
                    <a:pt x="110961" y="11820"/>
                  </a:cubicBezTo>
                  <a:cubicBezTo>
                    <a:pt x="109585" y="7016"/>
                    <a:pt x="105018" y="2695"/>
                    <a:pt x="101216" y="909"/>
                  </a:cubicBezTo>
                  <a:cubicBezTo>
                    <a:pt x="99874" y="279"/>
                    <a:pt x="98573" y="1"/>
                    <a:pt x="97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26"/>
            <p:cNvSpPr/>
            <p:nvPr/>
          </p:nvSpPr>
          <p:spPr>
            <a:xfrm flipH="1" rot="10800000">
              <a:off x="2768223" y="-1614014"/>
              <a:ext cx="4335456" cy="728679"/>
            </a:xfrm>
            <a:custGeom>
              <a:rect b="b" l="l" r="r" t="t"/>
              <a:pathLst>
                <a:path extrusionOk="0" h="18209" w="108339">
                  <a:moveTo>
                    <a:pt x="27698" y="402"/>
                  </a:moveTo>
                  <a:cubicBezTo>
                    <a:pt x="32888" y="402"/>
                    <a:pt x="38022" y="2124"/>
                    <a:pt x="42576" y="3656"/>
                  </a:cubicBezTo>
                  <a:cubicBezTo>
                    <a:pt x="47416" y="5283"/>
                    <a:pt x="52582" y="6948"/>
                    <a:pt x="57857" y="7844"/>
                  </a:cubicBezTo>
                  <a:cubicBezTo>
                    <a:pt x="62292" y="8597"/>
                    <a:pt x="66755" y="8977"/>
                    <a:pt x="71177" y="8977"/>
                  </a:cubicBezTo>
                  <a:cubicBezTo>
                    <a:pt x="72693" y="8977"/>
                    <a:pt x="74204" y="8932"/>
                    <a:pt x="75707" y="8843"/>
                  </a:cubicBezTo>
                  <a:cubicBezTo>
                    <a:pt x="78578" y="8671"/>
                    <a:pt x="81363" y="8335"/>
                    <a:pt x="83983" y="7841"/>
                  </a:cubicBezTo>
                  <a:cubicBezTo>
                    <a:pt x="84740" y="7698"/>
                    <a:pt x="85506" y="7531"/>
                    <a:pt x="86246" y="7371"/>
                  </a:cubicBezTo>
                  <a:cubicBezTo>
                    <a:pt x="87567" y="7085"/>
                    <a:pt x="88932" y="6788"/>
                    <a:pt x="90288" y="6616"/>
                  </a:cubicBezTo>
                  <a:cubicBezTo>
                    <a:pt x="91569" y="6455"/>
                    <a:pt x="92767" y="6374"/>
                    <a:pt x="93889" y="6374"/>
                  </a:cubicBezTo>
                  <a:cubicBezTo>
                    <a:pt x="97369" y="6374"/>
                    <a:pt x="100126" y="7157"/>
                    <a:pt x="102405" y="8765"/>
                  </a:cubicBezTo>
                  <a:cubicBezTo>
                    <a:pt x="104715" y="10399"/>
                    <a:pt x="107752" y="14521"/>
                    <a:pt x="107336" y="17804"/>
                  </a:cubicBezTo>
                  <a:lnTo>
                    <a:pt x="2840" y="17804"/>
                  </a:lnTo>
                  <a:cubicBezTo>
                    <a:pt x="2038" y="16930"/>
                    <a:pt x="1495" y="16015"/>
                    <a:pt x="1180" y="15011"/>
                  </a:cubicBezTo>
                  <a:cubicBezTo>
                    <a:pt x="328" y="12292"/>
                    <a:pt x="1140" y="8835"/>
                    <a:pt x="2950" y="7464"/>
                  </a:cubicBezTo>
                  <a:cubicBezTo>
                    <a:pt x="4188" y="6527"/>
                    <a:pt x="5746" y="6255"/>
                    <a:pt x="7263" y="6255"/>
                  </a:cubicBezTo>
                  <a:cubicBezTo>
                    <a:pt x="8508" y="6255"/>
                    <a:pt x="9724" y="6438"/>
                    <a:pt x="10713" y="6586"/>
                  </a:cubicBezTo>
                  <a:cubicBezTo>
                    <a:pt x="13555" y="7015"/>
                    <a:pt x="16398" y="7815"/>
                    <a:pt x="19148" y="8591"/>
                  </a:cubicBezTo>
                  <a:cubicBezTo>
                    <a:pt x="20420" y="8950"/>
                    <a:pt x="21733" y="9320"/>
                    <a:pt x="23031" y="9648"/>
                  </a:cubicBezTo>
                  <a:cubicBezTo>
                    <a:pt x="23892" y="9867"/>
                    <a:pt x="24772" y="10044"/>
                    <a:pt x="25624" y="10217"/>
                  </a:cubicBezTo>
                  <a:cubicBezTo>
                    <a:pt x="26578" y="10410"/>
                    <a:pt x="27561" y="10610"/>
                    <a:pt x="28520" y="10866"/>
                  </a:cubicBezTo>
                  <a:cubicBezTo>
                    <a:pt x="29266" y="11066"/>
                    <a:pt x="30023" y="11287"/>
                    <a:pt x="30753" y="11502"/>
                  </a:cubicBezTo>
                  <a:cubicBezTo>
                    <a:pt x="31592" y="11746"/>
                    <a:pt x="32458" y="12000"/>
                    <a:pt x="33317" y="12223"/>
                  </a:cubicBezTo>
                  <a:lnTo>
                    <a:pt x="33467" y="12263"/>
                  </a:lnTo>
                  <a:cubicBezTo>
                    <a:pt x="34991" y="12659"/>
                    <a:pt x="36728" y="13111"/>
                    <a:pt x="38421" y="13111"/>
                  </a:cubicBezTo>
                  <a:cubicBezTo>
                    <a:pt x="39680" y="13111"/>
                    <a:pt x="40914" y="12861"/>
                    <a:pt x="42017" y="12152"/>
                  </a:cubicBezTo>
                  <a:cubicBezTo>
                    <a:pt x="42247" y="12003"/>
                    <a:pt x="42254" y="11687"/>
                    <a:pt x="42130" y="11480"/>
                  </a:cubicBezTo>
                  <a:cubicBezTo>
                    <a:pt x="39927" y="7838"/>
                    <a:pt x="35420" y="7355"/>
                    <a:pt x="32131" y="7002"/>
                  </a:cubicBezTo>
                  <a:cubicBezTo>
                    <a:pt x="30552" y="6834"/>
                    <a:pt x="28936" y="6794"/>
                    <a:pt x="27373" y="6755"/>
                  </a:cubicBezTo>
                  <a:cubicBezTo>
                    <a:pt x="24971" y="6694"/>
                    <a:pt x="22485" y="6634"/>
                    <a:pt x="20094" y="6098"/>
                  </a:cubicBezTo>
                  <a:lnTo>
                    <a:pt x="19861" y="6045"/>
                  </a:lnTo>
                  <a:cubicBezTo>
                    <a:pt x="19174" y="5899"/>
                    <a:pt x="18323" y="5715"/>
                    <a:pt x="17845" y="5185"/>
                  </a:cubicBezTo>
                  <a:cubicBezTo>
                    <a:pt x="17683" y="5000"/>
                    <a:pt x="17613" y="4809"/>
                    <a:pt x="17637" y="4599"/>
                  </a:cubicBezTo>
                  <a:cubicBezTo>
                    <a:pt x="17720" y="3886"/>
                    <a:pt x="18816" y="3119"/>
                    <a:pt x="19284" y="2791"/>
                  </a:cubicBezTo>
                  <a:lnTo>
                    <a:pt x="19370" y="2730"/>
                  </a:lnTo>
                  <a:cubicBezTo>
                    <a:pt x="21382" y="1313"/>
                    <a:pt x="23882" y="535"/>
                    <a:pt x="26803" y="420"/>
                  </a:cubicBezTo>
                  <a:cubicBezTo>
                    <a:pt x="27101" y="408"/>
                    <a:pt x="27399" y="402"/>
                    <a:pt x="27698" y="402"/>
                  </a:cubicBezTo>
                  <a:close/>
                  <a:moveTo>
                    <a:pt x="27716" y="0"/>
                  </a:moveTo>
                  <a:cubicBezTo>
                    <a:pt x="27408" y="0"/>
                    <a:pt x="27101" y="6"/>
                    <a:pt x="26793" y="18"/>
                  </a:cubicBezTo>
                  <a:cubicBezTo>
                    <a:pt x="23792" y="137"/>
                    <a:pt x="21220" y="940"/>
                    <a:pt x="19143" y="2401"/>
                  </a:cubicBezTo>
                  <a:lnTo>
                    <a:pt x="19057" y="2461"/>
                  </a:lnTo>
                  <a:cubicBezTo>
                    <a:pt x="18500" y="2850"/>
                    <a:pt x="17342" y="3659"/>
                    <a:pt x="17241" y="4552"/>
                  </a:cubicBezTo>
                  <a:cubicBezTo>
                    <a:pt x="17204" y="4879"/>
                    <a:pt x="17307" y="5183"/>
                    <a:pt x="17550" y="5452"/>
                  </a:cubicBezTo>
                  <a:cubicBezTo>
                    <a:pt x="18114" y="6081"/>
                    <a:pt x="19037" y="6279"/>
                    <a:pt x="19779" y="6438"/>
                  </a:cubicBezTo>
                  <a:lnTo>
                    <a:pt x="20009" y="6488"/>
                  </a:lnTo>
                  <a:cubicBezTo>
                    <a:pt x="22436" y="7034"/>
                    <a:pt x="24942" y="7095"/>
                    <a:pt x="27366" y="7155"/>
                  </a:cubicBezTo>
                  <a:cubicBezTo>
                    <a:pt x="28920" y="7194"/>
                    <a:pt x="30528" y="7234"/>
                    <a:pt x="32089" y="7401"/>
                  </a:cubicBezTo>
                  <a:cubicBezTo>
                    <a:pt x="35297" y="7744"/>
                    <a:pt x="39689" y="8215"/>
                    <a:pt x="41788" y="11686"/>
                  </a:cubicBezTo>
                  <a:cubicBezTo>
                    <a:pt x="41818" y="11736"/>
                    <a:pt x="41813" y="11800"/>
                    <a:pt x="41803" y="11810"/>
                  </a:cubicBezTo>
                  <a:cubicBezTo>
                    <a:pt x="40777" y="12469"/>
                    <a:pt x="39614" y="12703"/>
                    <a:pt x="38419" y="12703"/>
                  </a:cubicBezTo>
                  <a:cubicBezTo>
                    <a:pt x="36773" y="12703"/>
                    <a:pt x="35066" y="12260"/>
                    <a:pt x="33571" y="11872"/>
                  </a:cubicBezTo>
                  <a:lnTo>
                    <a:pt x="33421" y="11832"/>
                  </a:lnTo>
                  <a:cubicBezTo>
                    <a:pt x="32568" y="11613"/>
                    <a:pt x="31706" y="11359"/>
                    <a:pt x="30871" y="11114"/>
                  </a:cubicBezTo>
                  <a:cubicBezTo>
                    <a:pt x="30136" y="10900"/>
                    <a:pt x="29377" y="10677"/>
                    <a:pt x="28627" y="10477"/>
                  </a:cubicBezTo>
                  <a:cubicBezTo>
                    <a:pt x="27659" y="10217"/>
                    <a:pt x="26667" y="10017"/>
                    <a:pt x="25708" y="9823"/>
                  </a:cubicBezTo>
                  <a:cubicBezTo>
                    <a:pt x="24862" y="9650"/>
                    <a:pt x="23985" y="9473"/>
                    <a:pt x="23133" y="9257"/>
                  </a:cubicBezTo>
                  <a:cubicBezTo>
                    <a:pt x="21840" y="8930"/>
                    <a:pt x="20529" y="8560"/>
                    <a:pt x="19261" y="8202"/>
                  </a:cubicBezTo>
                  <a:cubicBezTo>
                    <a:pt x="16498" y="7424"/>
                    <a:pt x="13642" y="6619"/>
                    <a:pt x="10776" y="6188"/>
                  </a:cubicBezTo>
                  <a:cubicBezTo>
                    <a:pt x="9769" y="6036"/>
                    <a:pt x="8534" y="5850"/>
                    <a:pt x="7263" y="5850"/>
                  </a:cubicBezTo>
                  <a:cubicBezTo>
                    <a:pt x="5677" y="5850"/>
                    <a:pt x="4036" y="6139"/>
                    <a:pt x="2711" y="7142"/>
                  </a:cubicBezTo>
                  <a:cubicBezTo>
                    <a:pt x="579" y="8757"/>
                    <a:pt x="1" y="12576"/>
                    <a:pt x="798" y="15131"/>
                  </a:cubicBezTo>
                  <a:cubicBezTo>
                    <a:pt x="1138" y="16218"/>
                    <a:pt x="1730" y="17203"/>
                    <a:pt x="2606" y="18144"/>
                  </a:cubicBezTo>
                  <a:lnTo>
                    <a:pt x="2666" y="18209"/>
                  </a:lnTo>
                  <a:lnTo>
                    <a:pt x="107680" y="18209"/>
                  </a:lnTo>
                  <a:lnTo>
                    <a:pt x="107713" y="18040"/>
                  </a:lnTo>
                  <a:cubicBezTo>
                    <a:pt x="108339" y="14231"/>
                    <a:pt x="104720" y="9907"/>
                    <a:pt x="102642" y="8438"/>
                  </a:cubicBezTo>
                  <a:cubicBezTo>
                    <a:pt x="100295" y="6780"/>
                    <a:pt x="97465" y="5972"/>
                    <a:pt x="93901" y="5972"/>
                  </a:cubicBezTo>
                  <a:cubicBezTo>
                    <a:pt x="92759" y="5972"/>
                    <a:pt x="91543" y="6055"/>
                    <a:pt x="90243" y="6219"/>
                  </a:cubicBezTo>
                  <a:cubicBezTo>
                    <a:pt x="88870" y="6392"/>
                    <a:pt x="87495" y="6691"/>
                    <a:pt x="86166" y="6979"/>
                  </a:cubicBezTo>
                  <a:cubicBezTo>
                    <a:pt x="85428" y="7141"/>
                    <a:pt x="84666" y="7307"/>
                    <a:pt x="83913" y="7448"/>
                  </a:cubicBezTo>
                  <a:cubicBezTo>
                    <a:pt x="81310" y="7937"/>
                    <a:pt x="78543" y="8272"/>
                    <a:pt x="75687" y="8443"/>
                  </a:cubicBezTo>
                  <a:cubicBezTo>
                    <a:pt x="74193" y="8531"/>
                    <a:pt x="72692" y="8575"/>
                    <a:pt x="71186" y="8575"/>
                  </a:cubicBezTo>
                  <a:cubicBezTo>
                    <a:pt x="66784" y="8575"/>
                    <a:pt x="62342" y="8199"/>
                    <a:pt x="57928" y="7448"/>
                  </a:cubicBezTo>
                  <a:cubicBezTo>
                    <a:pt x="52682" y="6556"/>
                    <a:pt x="47532" y="4898"/>
                    <a:pt x="42708" y="3276"/>
                  </a:cubicBezTo>
                  <a:cubicBezTo>
                    <a:pt x="38128" y="1734"/>
                    <a:pt x="32975" y="0"/>
                    <a:pt x="277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26"/>
            <p:cNvSpPr/>
            <p:nvPr/>
          </p:nvSpPr>
          <p:spPr>
            <a:xfrm flipH="1" rot="10800000">
              <a:off x="4932235" y="-1614043"/>
              <a:ext cx="4348422" cy="1563444"/>
            </a:xfrm>
            <a:custGeom>
              <a:rect b="b" l="l" r="r" t="t"/>
              <a:pathLst>
                <a:path extrusionOk="0" h="39069" w="108663">
                  <a:moveTo>
                    <a:pt x="46151" y="403"/>
                  </a:moveTo>
                  <a:cubicBezTo>
                    <a:pt x="46500" y="403"/>
                    <a:pt x="46847" y="405"/>
                    <a:pt x="47194" y="409"/>
                  </a:cubicBezTo>
                  <a:cubicBezTo>
                    <a:pt x="60555" y="576"/>
                    <a:pt x="71907" y="4288"/>
                    <a:pt x="80932" y="11441"/>
                  </a:cubicBezTo>
                  <a:cubicBezTo>
                    <a:pt x="84958" y="14633"/>
                    <a:pt x="88903" y="18201"/>
                    <a:pt x="92718" y="21653"/>
                  </a:cubicBezTo>
                  <a:cubicBezTo>
                    <a:pt x="94523" y="23286"/>
                    <a:pt x="96389" y="24974"/>
                    <a:pt x="98238" y="26600"/>
                  </a:cubicBezTo>
                  <a:cubicBezTo>
                    <a:pt x="101177" y="29181"/>
                    <a:pt x="104663" y="32202"/>
                    <a:pt x="108257" y="35034"/>
                  </a:cubicBezTo>
                  <a:cubicBezTo>
                    <a:pt x="108185" y="37046"/>
                    <a:pt x="106877" y="38663"/>
                    <a:pt x="105303" y="38663"/>
                  </a:cubicBezTo>
                  <a:lnTo>
                    <a:pt x="95006" y="38663"/>
                  </a:lnTo>
                  <a:cubicBezTo>
                    <a:pt x="94337" y="37862"/>
                    <a:pt x="93741" y="37110"/>
                    <a:pt x="93190" y="36368"/>
                  </a:cubicBezTo>
                  <a:cubicBezTo>
                    <a:pt x="91738" y="34415"/>
                    <a:pt x="90482" y="32209"/>
                    <a:pt x="89268" y="30076"/>
                  </a:cubicBezTo>
                  <a:cubicBezTo>
                    <a:pt x="88255" y="28296"/>
                    <a:pt x="87207" y="26455"/>
                    <a:pt x="86046" y="24761"/>
                  </a:cubicBezTo>
                  <a:cubicBezTo>
                    <a:pt x="84901" y="23090"/>
                    <a:pt x="83654" y="21394"/>
                    <a:pt x="82109" y="20589"/>
                  </a:cubicBezTo>
                  <a:cubicBezTo>
                    <a:pt x="81766" y="20411"/>
                    <a:pt x="81285" y="20282"/>
                    <a:pt x="80790" y="20282"/>
                  </a:cubicBezTo>
                  <a:cubicBezTo>
                    <a:pt x="80446" y="20282"/>
                    <a:pt x="80095" y="20344"/>
                    <a:pt x="79779" y="20494"/>
                  </a:cubicBezTo>
                  <a:cubicBezTo>
                    <a:pt x="79253" y="20744"/>
                    <a:pt x="78909" y="21200"/>
                    <a:pt x="78784" y="21809"/>
                  </a:cubicBezTo>
                  <a:cubicBezTo>
                    <a:pt x="78479" y="23295"/>
                    <a:pt x="79725" y="24879"/>
                    <a:pt x="80550" y="25925"/>
                  </a:cubicBezTo>
                  <a:cubicBezTo>
                    <a:pt x="80666" y="26074"/>
                    <a:pt x="80775" y="26210"/>
                    <a:pt x="80868" y="26335"/>
                  </a:cubicBezTo>
                  <a:cubicBezTo>
                    <a:pt x="81946" y="27764"/>
                    <a:pt x="82835" y="29354"/>
                    <a:pt x="83661" y="31345"/>
                  </a:cubicBezTo>
                  <a:cubicBezTo>
                    <a:pt x="84287" y="32848"/>
                    <a:pt x="85364" y="35767"/>
                    <a:pt x="85660" y="38663"/>
                  </a:cubicBezTo>
                  <a:lnTo>
                    <a:pt x="76327" y="38663"/>
                  </a:lnTo>
                  <a:cubicBezTo>
                    <a:pt x="76685" y="34328"/>
                    <a:pt x="75134" y="29497"/>
                    <a:pt x="72336" y="26295"/>
                  </a:cubicBezTo>
                  <a:cubicBezTo>
                    <a:pt x="70016" y="23636"/>
                    <a:pt x="66829" y="21619"/>
                    <a:pt x="62597" y="20130"/>
                  </a:cubicBezTo>
                  <a:cubicBezTo>
                    <a:pt x="58968" y="18853"/>
                    <a:pt x="54987" y="18071"/>
                    <a:pt x="50066" y="17668"/>
                  </a:cubicBezTo>
                  <a:cubicBezTo>
                    <a:pt x="47919" y="17494"/>
                    <a:pt x="45723" y="17407"/>
                    <a:pt x="43437" y="17407"/>
                  </a:cubicBezTo>
                  <a:cubicBezTo>
                    <a:pt x="41731" y="17407"/>
                    <a:pt x="39974" y="17455"/>
                    <a:pt x="38150" y="17552"/>
                  </a:cubicBezTo>
                  <a:cubicBezTo>
                    <a:pt x="34341" y="17757"/>
                    <a:pt x="31394" y="18197"/>
                    <a:pt x="28604" y="18985"/>
                  </a:cubicBezTo>
                  <a:cubicBezTo>
                    <a:pt x="27525" y="19288"/>
                    <a:pt x="26448" y="19608"/>
                    <a:pt x="25369" y="19927"/>
                  </a:cubicBezTo>
                  <a:cubicBezTo>
                    <a:pt x="21997" y="20924"/>
                    <a:pt x="18511" y="21956"/>
                    <a:pt x="15020" y="22506"/>
                  </a:cubicBezTo>
                  <a:cubicBezTo>
                    <a:pt x="13538" y="22740"/>
                    <a:pt x="11993" y="22922"/>
                    <a:pt x="10477" y="22922"/>
                  </a:cubicBezTo>
                  <a:cubicBezTo>
                    <a:pt x="7660" y="22922"/>
                    <a:pt x="4942" y="22294"/>
                    <a:pt x="2908" y="20201"/>
                  </a:cubicBezTo>
                  <a:cubicBezTo>
                    <a:pt x="2318" y="19594"/>
                    <a:pt x="445" y="17417"/>
                    <a:pt x="1110" y="14892"/>
                  </a:cubicBezTo>
                  <a:cubicBezTo>
                    <a:pt x="1609" y="13004"/>
                    <a:pt x="3139" y="11676"/>
                    <a:pt x="4417" y="10728"/>
                  </a:cubicBezTo>
                  <a:cubicBezTo>
                    <a:pt x="7502" y="8442"/>
                    <a:pt x="11094" y="7120"/>
                    <a:pt x="14506" y="5962"/>
                  </a:cubicBezTo>
                  <a:cubicBezTo>
                    <a:pt x="25380" y="2272"/>
                    <a:pt x="36012" y="403"/>
                    <a:pt x="46151" y="403"/>
                  </a:cubicBezTo>
                  <a:close/>
                  <a:moveTo>
                    <a:pt x="46184" y="0"/>
                  </a:moveTo>
                  <a:cubicBezTo>
                    <a:pt x="35995" y="0"/>
                    <a:pt x="25302" y="1873"/>
                    <a:pt x="14376" y="5582"/>
                  </a:cubicBezTo>
                  <a:cubicBezTo>
                    <a:pt x="10932" y="6749"/>
                    <a:pt x="7309" y="8083"/>
                    <a:pt x="4175" y="10405"/>
                  </a:cubicBezTo>
                  <a:cubicBezTo>
                    <a:pt x="2845" y="11391"/>
                    <a:pt x="1250" y="12780"/>
                    <a:pt x="720" y="14790"/>
                  </a:cubicBezTo>
                  <a:cubicBezTo>
                    <a:pt x="0" y="17521"/>
                    <a:pt x="1992" y="19837"/>
                    <a:pt x="2618" y="20484"/>
                  </a:cubicBezTo>
                  <a:cubicBezTo>
                    <a:pt x="4745" y="22672"/>
                    <a:pt x="7559" y="23326"/>
                    <a:pt x="10464" y="23326"/>
                  </a:cubicBezTo>
                  <a:cubicBezTo>
                    <a:pt x="12008" y="23326"/>
                    <a:pt x="13578" y="23141"/>
                    <a:pt x="15083" y="22903"/>
                  </a:cubicBezTo>
                  <a:cubicBezTo>
                    <a:pt x="18599" y="22350"/>
                    <a:pt x="22098" y="21314"/>
                    <a:pt x="25483" y="20314"/>
                  </a:cubicBezTo>
                  <a:cubicBezTo>
                    <a:pt x="26558" y="19996"/>
                    <a:pt x="27635" y="19678"/>
                    <a:pt x="28713" y="19374"/>
                  </a:cubicBezTo>
                  <a:cubicBezTo>
                    <a:pt x="31476" y="18595"/>
                    <a:pt x="34392" y="18158"/>
                    <a:pt x="38171" y="17957"/>
                  </a:cubicBezTo>
                  <a:cubicBezTo>
                    <a:pt x="39992" y="17859"/>
                    <a:pt x="41744" y="17811"/>
                    <a:pt x="43446" y="17811"/>
                  </a:cubicBezTo>
                  <a:cubicBezTo>
                    <a:pt x="45718" y="17811"/>
                    <a:pt x="47900" y="17898"/>
                    <a:pt x="50034" y="18072"/>
                  </a:cubicBezTo>
                  <a:cubicBezTo>
                    <a:pt x="54919" y="18471"/>
                    <a:pt x="58869" y="19245"/>
                    <a:pt x="62464" y="20513"/>
                  </a:cubicBezTo>
                  <a:cubicBezTo>
                    <a:pt x="66629" y="21980"/>
                    <a:pt x="69761" y="23959"/>
                    <a:pt x="72035" y="26564"/>
                  </a:cubicBezTo>
                  <a:cubicBezTo>
                    <a:pt x="74808" y="29740"/>
                    <a:pt x="76328" y="34562"/>
                    <a:pt x="75907" y="38847"/>
                  </a:cubicBezTo>
                  <a:lnTo>
                    <a:pt x="75885" y="39069"/>
                  </a:lnTo>
                  <a:lnTo>
                    <a:pt x="86103" y="39069"/>
                  </a:lnTo>
                  <a:lnTo>
                    <a:pt x="86083" y="38849"/>
                  </a:lnTo>
                  <a:cubicBezTo>
                    <a:pt x="85816" y="35827"/>
                    <a:pt x="84685" y="32755"/>
                    <a:pt x="84035" y="31193"/>
                  </a:cubicBezTo>
                  <a:cubicBezTo>
                    <a:pt x="83194" y="29170"/>
                    <a:pt x="82289" y="27550"/>
                    <a:pt x="81192" y="26094"/>
                  </a:cubicBezTo>
                  <a:cubicBezTo>
                    <a:pt x="81095" y="25968"/>
                    <a:pt x="80986" y="25829"/>
                    <a:pt x="80868" y="25679"/>
                  </a:cubicBezTo>
                  <a:cubicBezTo>
                    <a:pt x="80089" y="24692"/>
                    <a:pt x="78913" y="23196"/>
                    <a:pt x="79180" y="21893"/>
                  </a:cubicBezTo>
                  <a:cubicBezTo>
                    <a:pt x="79280" y="21406"/>
                    <a:pt x="79542" y="21057"/>
                    <a:pt x="79953" y="20860"/>
                  </a:cubicBezTo>
                  <a:cubicBezTo>
                    <a:pt x="80215" y="20736"/>
                    <a:pt x="80506" y="20684"/>
                    <a:pt x="80793" y="20684"/>
                  </a:cubicBezTo>
                  <a:cubicBezTo>
                    <a:pt x="81216" y="20684"/>
                    <a:pt x="81630" y="20796"/>
                    <a:pt x="81925" y="20950"/>
                  </a:cubicBezTo>
                  <a:cubicBezTo>
                    <a:pt x="83388" y="21710"/>
                    <a:pt x="84600" y="23365"/>
                    <a:pt x="85716" y="24991"/>
                  </a:cubicBezTo>
                  <a:cubicBezTo>
                    <a:pt x="86867" y="26672"/>
                    <a:pt x="87910" y="28506"/>
                    <a:pt x="88919" y="30277"/>
                  </a:cubicBezTo>
                  <a:cubicBezTo>
                    <a:pt x="90139" y="32421"/>
                    <a:pt x="91401" y="34638"/>
                    <a:pt x="92868" y="36611"/>
                  </a:cubicBezTo>
                  <a:cubicBezTo>
                    <a:pt x="93440" y="37380"/>
                    <a:pt x="94059" y="38160"/>
                    <a:pt x="94759" y="38996"/>
                  </a:cubicBezTo>
                  <a:lnTo>
                    <a:pt x="94819" y="39068"/>
                  </a:lnTo>
                  <a:lnTo>
                    <a:pt x="105303" y="39068"/>
                  </a:lnTo>
                  <a:cubicBezTo>
                    <a:pt x="107121" y="39068"/>
                    <a:pt x="108627" y="37217"/>
                    <a:pt x="108661" y="34947"/>
                  </a:cubicBezTo>
                  <a:lnTo>
                    <a:pt x="108663" y="34847"/>
                  </a:lnTo>
                  <a:lnTo>
                    <a:pt x="108584" y="34784"/>
                  </a:lnTo>
                  <a:cubicBezTo>
                    <a:pt x="104971" y="31939"/>
                    <a:pt x="101460" y="28897"/>
                    <a:pt x="98502" y="26300"/>
                  </a:cubicBezTo>
                  <a:cubicBezTo>
                    <a:pt x="96655" y="24675"/>
                    <a:pt x="94790" y="22989"/>
                    <a:pt x="92987" y="21357"/>
                  </a:cubicBezTo>
                  <a:cubicBezTo>
                    <a:pt x="89168" y="17899"/>
                    <a:pt x="85217" y="14326"/>
                    <a:pt x="81181" y="11127"/>
                  </a:cubicBezTo>
                  <a:cubicBezTo>
                    <a:pt x="72085" y="3918"/>
                    <a:pt x="60650" y="176"/>
                    <a:pt x="47197" y="6"/>
                  </a:cubicBezTo>
                  <a:cubicBezTo>
                    <a:pt x="46860" y="2"/>
                    <a:pt x="46522" y="0"/>
                    <a:pt x="46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26"/>
            <p:cNvSpPr/>
            <p:nvPr/>
          </p:nvSpPr>
          <p:spPr>
            <a:xfrm flipH="1" rot="10800000">
              <a:off x="5065015" y="5157089"/>
              <a:ext cx="4355665" cy="807744"/>
            </a:xfrm>
            <a:custGeom>
              <a:rect b="b" l="l" r="r" t="t"/>
              <a:pathLst>
                <a:path extrusionOk="0" h="28164" w="108844">
                  <a:moveTo>
                    <a:pt x="105484" y="409"/>
                  </a:moveTo>
                  <a:cubicBezTo>
                    <a:pt x="107116" y="409"/>
                    <a:pt x="108443" y="2114"/>
                    <a:pt x="108443" y="4208"/>
                  </a:cubicBezTo>
                  <a:lnTo>
                    <a:pt x="108443" y="9441"/>
                  </a:lnTo>
                  <a:cubicBezTo>
                    <a:pt x="107791" y="9431"/>
                    <a:pt x="107138" y="9426"/>
                    <a:pt x="106485" y="9426"/>
                  </a:cubicBezTo>
                  <a:cubicBezTo>
                    <a:pt x="96929" y="9426"/>
                    <a:pt x="87281" y="10461"/>
                    <a:pt x="77432" y="11618"/>
                  </a:cubicBezTo>
                  <a:lnTo>
                    <a:pt x="74438" y="11967"/>
                  </a:lnTo>
                  <a:cubicBezTo>
                    <a:pt x="68077" y="12707"/>
                    <a:pt x="61497" y="13471"/>
                    <a:pt x="55052" y="14524"/>
                  </a:cubicBezTo>
                  <a:cubicBezTo>
                    <a:pt x="50937" y="15196"/>
                    <a:pt x="47239" y="15919"/>
                    <a:pt x="43750" y="16739"/>
                  </a:cubicBezTo>
                  <a:cubicBezTo>
                    <a:pt x="39671" y="17698"/>
                    <a:pt x="36280" y="18535"/>
                    <a:pt x="32894" y="19868"/>
                  </a:cubicBezTo>
                  <a:cubicBezTo>
                    <a:pt x="30642" y="20754"/>
                    <a:pt x="28443" y="21986"/>
                    <a:pt x="26315" y="23179"/>
                  </a:cubicBezTo>
                  <a:cubicBezTo>
                    <a:pt x="22603" y="25262"/>
                    <a:pt x="18761" y="27414"/>
                    <a:pt x="14582" y="27728"/>
                  </a:cubicBezTo>
                  <a:cubicBezTo>
                    <a:pt x="14284" y="27750"/>
                    <a:pt x="13983" y="27761"/>
                    <a:pt x="13680" y="27761"/>
                  </a:cubicBezTo>
                  <a:cubicBezTo>
                    <a:pt x="8600" y="27761"/>
                    <a:pt x="3011" y="24606"/>
                    <a:pt x="1265" y="17265"/>
                  </a:cubicBezTo>
                  <a:cubicBezTo>
                    <a:pt x="424" y="13728"/>
                    <a:pt x="774" y="10998"/>
                    <a:pt x="2304" y="9148"/>
                  </a:cubicBezTo>
                  <a:cubicBezTo>
                    <a:pt x="3847" y="7282"/>
                    <a:pt x="6123" y="6467"/>
                    <a:pt x="8144" y="5916"/>
                  </a:cubicBezTo>
                  <a:cubicBezTo>
                    <a:pt x="14663" y="4135"/>
                    <a:pt x="21503" y="4060"/>
                    <a:pt x="27536" y="3991"/>
                  </a:cubicBezTo>
                  <a:lnTo>
                    <a:pt x="28284" y="3982"/>
                  </a:lnTo>
                  <a:cubicBezTo>
                    <a:pt x="35338" y="3908"/>
                    <a:pt x="42635" y="3830"/>
                    <a:pt x="49562" y="1411"/>
                  </a:cubicBezTo>
                  <a:cubicBezTo>
                    <a:pt x="50530" y="1072"/>
                    <a:pt x="51303" y="753"/>
                    <a:pt x="51989" y="409"/>
                  </a:cubicBezTo>
                  <a:lnTo>
                    <a:pt x="51989" y="410"/>
                  </a:lnTo>
                  <a:lnTo>
                    <a:pt x="77472" y="410"/>
                  </a:lnTo>
                  <a:cubicBezTo>
                    <a:pt x="75657" y="1022"/>
                    <a:pt x="73845" y="1526"/>
                    <a:pt x="72138" y="1986"/>
                  </a:cubicBezTo>
                  <a:cubicBezTo>
                    <a:pt x="71479" y="2162"/>
                    <a:pt x="70816" y="2334"/>
                    <a:pt x="70156" y="2505"/>
                  </a:cubicBezTo>
                  <a:cubicBezTo>
                    <a:pt x="68329" y="2977"/>
                    <a:pt x="66440" y="3467"/>
                    <a:pt x="64605" y="4082"/>
                  </a:cubicBezTo>
                  <a:cubicBezTo>
                    <a:pt x="61004" y="5291"/>
                    <a:pt x="57124" y="6040"/>
                    <a:pt x="52740" y="6369"/>
                  </a:cubicBezTo>
                  <a:cubicBezTo>
                    <a:pt x="49638" y="6602"/>
                    <a:pt x="46418" y="6602"/>
                    <a:pt x="43304" y="6603"/>
                  </a:cubicBezTo>
                  <a:cubicBezTo>
                    <a:pt x="34965" y="6606"/>
                    <a:pt x="26344" y="6609"/>
                    <a:pt x="18528" y="10955"/>
                  </a:cubicBezTo>
                  <a:cubicBezTo>
                    <a:pt x="14223" y="13350"/>
                    <a:pt x="12644" y="15910"/>
                    <a:pt x="13835" y="18561"/>
                  </a:cubicBezTo>
                  <a:cubicBezTo>
                    <a:pt x="14838" y="20791"/>
                    <a:pt x="17057" y="22107"/>
                    <a:pt x="18813" y="22421"/>
                  </a:cubicBezTo>
                  <a:cubicBezTo>
                    <a:pt x="19239" y="22498"/>
                    <a:pt x="19668" y="22533"/>
                    <a:pt x="20097" y="22533"/>
                  </a:cubicBezTo>
                  <a:cubicBezTo>
                    <a:pt x="22307" y="22533"/>
                    <a:pt x="24513" y="21604"/>
                    <a:pt x="26433" y="20647"/>
                  </a:cubicBezTo>
                  <a:cubicBezTo>
                    <a:pt x="27444" y="20142"/>
                    <a:pt x="28451" y="19561"/>
                    <a:pt x="29427" y="18998"/>
                  </a:cubicBezTo>
                  <a:cubicBezTo>
                    <a:pt x="30955" y="18116"/>
                    <a:pt x="32534" y="17203"/>
                    <a:pt x="34157" y="16576"/>
                  </a:cubicBezTo>
                  <a:cubicBezTo>
                    <a:pt x="37956" y="15106"/>
                    <a:pt x="41874" y="14247"/>
                    <a:pt x="44864" y="13661"/>
                  </a:cubicBezTo>
                  <a:cubicBezTo>
                    <a:pt x="49244" y="12804"/>
                    <a:pt x="53720" y="12190"/>
                    <a:pt x="58050" y="11597"/>
                  </a:cubicBezTo>
                  <a:cubicBezTo>
                    <a:pt x="61146" y="11172"/>
                    <a:pt x="64344" y="10734"/>
                    <a:pt x="67486" y="10209"/>
                  </a:cubicBezTo>
                  <a:cubicBezTo>
                    <a:pt x="71305" y="9572"/>
                    <a:pt x="74827" y="8898"/>
                    <a:pt x="78252" y="8150"/>
                  </a:cubicBezTo>
                  <a:cubicBezTo>
                    <a:pt x="80759" y="7602"/>
                    <a:pt x="84017" y="6743"/>
                    <a:pt x="86995" y="4937"/>
                  </a:cubicBezTo>
                  <a:cubicBezTo>
                    <a:pt x="88677" y="3915"/>
                    <a:pt x="90044" y="2435"/>
                    <a:pt x="91173" y="409"/>
                  </a:cubicBezTo>
                  <a:close/>
                  <a:moveTo>
                    <a:pt x="90934" y="0"/>
                  </a:moveTo>
                  <a:lnTo>
                    <a:pt x="90877" y="105"/>
                  </a:lnTo>
                  <a:cubicBezTo>
                    <a:pt x="89755" y="2148"/>
                    <a:pt x="88458" y="3572"/>
                    <a:pt x="86786" y="4587"/>
                  </a:cubicBezTo>
                  <a:cubicBezTo>
                    <a:pt x="83860" y="6361"/>
                    <a:pt x="80642" y="7209"/>
                    <a:pt x="78166" y="7749"/>
                  </a:cubicBezTo>
                  <a:cubicBezTo>
                    <a:pt x="74747" y="8496"/>
                    <a:pt x="71232" y="9168"/>
                    <a:pt x="67420" y="9804"/>
                  </a:cubicBezTo>
                  <a:cubicBezTo>
                    <a:pt x="64284" y="10326"/>
                    <a:pt x="61086" y="10767"/>
                    <a:pt x="57994" y="11189"/>
                  </a:cubicBezTo>
                  <a:cubicBezTo>
                    <a:pt x="53660" y="11784"/>
                    <a:pt x="49177" y="12398"/>
                    <a:pt x="44787" y="13257"/>
                  </a:cubicBezTo>
                  <a:cubicBezTo>
                    <a:pt x="41781" y="13846"/>
                    <a:pt x="37840" y="14712"/>
                    <a:pt x="34011" y="16192"/>
                  </a:cubicBezTo>
                  <a:cubicBezTo>
                    <a:pt x="32361" y="16832"/>
                    <a:pt x="30768" y="17751"/>
                    <a:pt x="29227" y="18641"/>
                  </a:cubicBezTo>
                  <a:cubicBezTo>
                    <a:pt x="28257" y="19199"/>
                    <a:pt x="27256" y="19778"/>
                    <a:pt x="26252" y="20278"/>
                  </a:cubicBezTo>
                  <a:cubicBezTo>
                    <a:pt x="24377" y="21213"/>
                    <a:pt x="22228" y="22123"/>
                    <a:pt x="20096" y="22123"/>
                  </a:cubicBezTo>
                  <a:cubicBezTo>
                    <a:pt x="19691" y="22123"/>
                    <a:pt x="19286" y="22090"/>
                    <a:pt x="18884" y="22019"/>
                  </a:cubicBezTo>
                  <a:cubicBezTo>
                    <a:pt x="17234" y="21723"/>
                    <a:pt x="15146" y="20485"/>
                    <a:pt x="14203" y="18389"/>
                  </a:cubicBezTo>
                  <a:cubicBezTo>
                    <a:pt x="13112" y="15962"/>
                    <a:pt x="14633" y="13577"/>
                    <a:pt x="18725" y="11302"/>
                  </a:cubicBezTo>
                  <a:cubicBezTo>
                    <a:pt x="26450" y="7006"/>
                    <a:pt x="35017" y="7004"/>
                    <a:pt x="43304" y="7002"/>
                  </a:cubicBezTo>
                  <a:cubicBezTo>
                    <a:pt x="46426" y="7002"/>
                    <a:pt x="49654" y="6999"/>
                    <a:pt x="52770" y="6766"/>
                  </a:cubicBezTo>
                  <a:cubicBezTo>
                    <a:pt x="57188" y="6433"/>
                    <a:pt x="61100" y="5680"/>
                    <a:pt x="64734" y="4460"/>
                  </a:cubicBezTo>
                  <a:cubicBezTo>
                    <a:pt x="66555" y="3847"/>
                    <a:pt x="68437" y="3359"/>
                    <a:pt x="70258" y="2889"/>
                  </a:cubicBezTo>
                  <a:cubicBezTo>
                    <a:pt x="70921" y="2718"/>
                    <a:pt x="71583" y="2546"/>
                    <a:pt x="72244" y="2369"/>
                  </a:cubicBezTo>
                  <a:cubicBezTo>
                    <a:pt x="74310" y="1815"/>
                    <a:pt x="76526" y="1191"/>
                    <a:pt x="78725" y="393"/>
                  </a:cubicBezTo>
                  <a:lnTo>
                    <a:pt x="79801" y="3"/>
                  </a:lnTo>
                  <a:lnTo>
                    <a:pt x="51891" y="3"/>
                  </a:lnTo>
                  <a:lnTo>
                    <a:pt x="51849" y="25"/>
                  </a:lnTo>
                  <a:cubicBezTo>
                    <a:pt x="51168" y="369"/>
                    <a:pt x="50398" y="688"/>
                    <a:pt x="49430" y="1026"/>
                  </a:cubicBezTo>
                  <a:cubicBezTo>
                    <a:pt x="42565" y="3424"/>
                    <a:pt x="35301" y="3502"/>
                    <a:pt x="28279" y="3577"/>
                  </a:cubicBezTo>
                  <a:lnTo>
                    <a:pt x="27530" y="3587"/>
                  </a:lnTo>
                  <a:cubicBezTo>
                    <a:pt x="21472" y="3654"/>
                    <a:pt x="14606" y="3731"/>
                    <a:pt x="8035" y="5524"/>
                  </a:cubicBezTo>
                  <a:cubicBezTo>
                    <a:pt x="5955" y="6091"/>
                    <a:pt x="3608" y="6937"/>
                    <a:pt x="1994" y="8889"/>
                  </a:cubicBezTo>
                  <a:cubicBezTo>
                    <a:pt x="378" y="10842"/>
                    <a:pt x="1" y="13691"/>
                    <a:pt x="872" y="17356"/>
                  </a:cubicBezTo>
                  <a:cubicBezTo>
                    <a:pt x="2415" y="23842"/>
                    <a:pt x="7591" y="28164"/>
                    <a:pt x="13647" y="28164"/>
                  </a:cubicBezTo>
                  <a:cubicBezTo>
                    <a:pt x="13966" y="28164"/>
                    <a:pt x="14287" y="28154"/>
                    <a:pt x="14609" y="28121"/>
                  </a:cubicBezTo>
                  <a:cubicBezTo>
                    <a:pt x="18878" y="27800"/>
                    <a:pt x="22758" y="25623"/>
                    <a:pt x="26511" y="23520"/>
                  </a:cubicBezTo>
                  <a:cubicBezTo>
                    <a:pt x="28626" y="22334"/>
                    <a:pt x="30812" y="21108"/>
                    <a:pt x="33038" y="20233"/>
                  </a:cubicBezTo>
                  <a:cubicBezTo>
                    <a:pt x="36400" y="18911"/>
                    <a:pt x="39775" y="18075"/>
                    <a:pt x="43838" y="17121"/>
                  </a:cubicBezTo>
                  <a:cubicBezTo>
                    <a:pt x="47319" y="16305"/>
                    <a:pt x="51008" y="15582"/>
                    <a:pt x="55113" y="14912"/>
                  </a:cubicBezTo>
                  <a:cubicBezTo>
                    <a:pt x="61550" y="13861"/>
                    <a:pt x="68126" y="13097"/>
                    <a:pt x="74484" y="12357"/>
                  </a:cubicBezTo>
                  <a:lnTo>
                    <a:pt x="77477" y="12010"/>
                  </a:lnTo>
                  <a:cubicBezTo>
                    <a:pt x="87323" y="10854"/>
                    <a:pt x="96973" y="9822"/>
                    <a:pt x="106514" y="9822"/>
                  </a:cubicBezTo>
                  <a:cubicBezTo>
                    <a:pt x="107222" y="9822"/>
                    <a:pt x="107930" y="9827"/>
                    <a:pt x="108637" y="9839"/>
                  </a:cubicBezTo>
                  <a:lnTo>
                    <a:pt x="108843" y="9842"/>
                  </a:lnTo>
                  <a:lnTo>
                    <a:pt x="108843" y="4203"/>
                  </a:lnTo>
                  <a:cubicBezTo>
                    <a:pt x="108843" y="1884"/>
                    <a:pt x="107336" y="0"/>
                    <a:pt x="1054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8" name="Google Shape;798;p26"/>
          <p:cNvSpPr/>
          <p:nvPr/>
        </p:nvSpPr>
        <p:spPr>
          <a:xfrm>
            <a:off x="408250" y="362757"/>
            <a:ext cx="8434200" cy="4594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26"/>
          <p:cNvSpPr/>
          <p:nvPr/>
        </p:nvSpPr>
        <p:spPr>
          <a:xfrm>
            <a:off x="301550" y="271625"/>
            <a:ext cx="8434200" cy="45849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26"/>
          <p:cNvSpPr txBox="1"/>
          <p:nvPr>
            <p:ph idx="1" type="subTitle"/>
          </p:nvPr>
        </p:nvSpPr>
        <p:spPr>
          <a:xfrm>
            <a:off x="7084550" y="4208775"/>
            <a:ext cx="913800" cy="394800"/>
          </a:xfrm>
          <a:prstGeom prst="rect">
            <a:avLst/>
          </a:prstGeom>
          <a:ln cap="flat" cmpd="sng" w="9525">
            <a:solidFill>
              <a:srgbClr val="000000"/>
            </a:solidFill>
            <a:prstDash val="solid"/>
            <a:round/>
            <a:headEnd len="sm" w="sm" type="none"/>
            <a:tailEnd len="sm" w="sm" type="none"/>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01" name="Google Shape;801;p26"/>
          <p:cNvSpPr txBox="1"/>
          <p:nvPr>
            <p:ph type="title"/>
          </p:nvPr>
        </p:nvSpPr>
        <p:spPr>
          <a:xfrm>
            <a:off x="719995" y="1500425"/>
            <a:ext cx="17817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802" name="Google Shape;802;p26"/>
          <p:cNvSpPr txBox="1"/>
          <p:nvPr>
            <p:ph idx="2" type="subTitle"/>
          </p:nvPr>
        </p:nvSpPr>
        <p:spPr>
          <a:xfrm>
            <a:off x="720000" y="1915000"/>
            <a:ext cx="1781700" cy="656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03" name="Google Shape;803;p26"/>
          <p:cNvSpPr txBox="1"/>
          <p:nvPr>
            <p:ph idx="3" type="title"/>
          </p:nvPr>
        </p:nvSpPr>
        <p:spPr>
          <a:xfrm>
            <a:off x="2694095" y="1500425"/>
            <a:ext cx="17817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804" name="Google Shape;804;p26"/>
          <p:cNvSpPr txBox="1"/>
          <p:nvPr>
            <p:ph idx="4" type="subTitle"/>
          </p:nvPr>
        </p:nvSpPr>
        <p:spPr>
          <a:xfrm>
            <a:off x="2694100" y="1915000"/>
            <a:ext cx="1781700" cy="656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05" name="Google Shape;805;p26"/>
          <p:cNvSpPr txBox="1"/>
          <p:nvPr>
            <p:ph idx="5" type="title"/>
          </p:nvPr>
        </p:nvSpPr>
        <p:spPr>
          <a:xfrm>
            <a:off x="4668195" y="1500425"/>
            <a:ext cx="17817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806" name="Google Shape;806;p26"/>
          <p:cNvSpPr txBox="1"/>
          <p:nvPr>
            <p:ph idx="6" type="subTitle"/>
          </p:nvPr>
        </p:nvSpPr>
        <p:spPr>
          <a:xfrm>
            <a:off x="4668200" y="1915000"/>
            <a:ext cx="1781700" cy="656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07" name="Google Shape;807;p26"/>
          <p:cNvSpPr txBox="1"/>
          <p:nvPr>
            <p:ph idx="7" type="title"/>
          </p:nvPr>
        </p:nvSpPr>
        <p:spPr>
          <a:xfrm>
            <a:off x="6642295" y="1500425"/>
            <a:ext cx="17817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808" name="Google Shape;808;p26"/>
          <p:cNvSpPr txBox="1"/>
          <p:nvPr>
            <p:ph idx="8" type="subTitle"/>
          </p:nvPr>
        </p:nvSpPr>
        <p:spPr>
          <a:xfrm>
            <a:off x="6642300" y="1915000"/>
            <a:ext cx="1781700" cy="656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09" name="Google Shape;809;p26"/>
          <p:cNvSpPr txBox="1"/>
          <p:nvPr>
            <p:ph idx="9" type="title"/>
          </p:nvPr>
        </p:nvSpPr>
        <p:spPr>
          <a:xfrm>
            <a:off x="720000" y="540000"/>
            <a:ext cx="7704000" cy="5643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3180000" dist="85725">
              <a:schemeClr val="accent5"/>
            </a:outerShdw>
          </a:effectLst>
        </p:spPr>
        <p:txBody>
          <a:bodyPr anchorCtr="0" anchor="ctr" bIns="91425" lIns="91425" spcFirstLastPara="1" rIns="91425" wrap="square" tIns="91425">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bg>
      <p:bgPr>
        <a:solidFill>
          <a:schemeClr val="accent6"/>
        </a:solidFill>
      </p:bgPr>
    </p:bg>
    <p:spTree>
      <p:nvGrpSpPr>
        <p:cNvPr id="810" name="Shape 810"/>
        <p:cNvGrpSpPr/>
        <p:nvPr/>
      </p:nvGrpSpPr>
      <p:grpSpPr>
        <a:xfrm>
          <a:off x="0" y="0"/>
          <a:ext cx="0" cy="0"/>
          <a:chOff x="0" y="0"/>
          <a:chExt cx="0" cy="0"/>
        </a:xfrm>
      </p:grpSpPr>
      <p:grpSp>
        <p:nvGrpSpPr>
          <p:cNvPr id="811" name="Google Shape;811;p27"/>
          <p:cNvGrpSpPr/>
          <p:nvPr/>
        </p:nvGrpSpPr>
        <p:grpSpPr>
          <a:xfrm>
            <a:off x="-97264" y="-222600"/>
            <a:ext cx="9517944" cy="7737118"/>
            <a:chOff x="-97264" y="-222600"/>
            <a:chExt cx="9517944" cy="7737118"/>
          </a:xfrm>
        </p:grpSpPr>
        <p:sp>
          <p:nvSpPr>
            <p:cNvPr id="812" name="Google Shape;812;p27"/>
            <p:cNvSpPr/>
            <p:nvPr/>
          </p:nvSpPr>
          <p:spPr>
            <a:xfrm>
              <a:off x="-89101" y="392757"/>
              <a:ext cx="3985503" cy="848251"/>
            </a:xfrm>
            <a:custGeom>
              <a:rect b="b" l="l" r="r" t="t"/>
              <a:pathLst>
                <a:path extrusionOk="0" h="21197" w="99594">
                  <a:moveTo>
                    <a:pt x="65021" y="0"/>
                  </a:moveTo>
                  <a:cubicBezTo>
                    <a:pt x="64434" y="0"/>
                    <a:pt x="63848" y="10"/>
                    <a:pt x="63260" y="29"/>
                  </a:cubicBezTo>
                  <a:cubicBezTo>
                    <a:pt x="57732" y="207"/>
                    <a:pt x="52245" y="1096"/>
                    <a:pt x="46816" y="2389"/>
                  </a:cubicBezTo>
                  <a:cubicBezTo>
                    <a:pt x="41611" y="3631"/>
                    <a:pt x="36750" y="6060"/>
                    <a:pt x="31830" y="8475"/>
                  </a:cubicBezTo>
                  <a:cubicBezTo>
                    <a:pt x="27244" y="10725"/>
                    <a:pt x="22624" y="12692"/>
                    <a:pt x="17724" y="13463"/>
                  </a:cubicBezTo>
                  <a:cubicBezTo>
                    <a:pt x="15802" y="13765"/>
                    <a:pt x="13860" y="13942"/>
                    <a:pt x="11920" y="13942"/>
                  </a:cubicBezTo>
                  <a:cubicBezTo>
                    <a:pt x="10234" y="13942"/>
                    <a:pt x="8549" y="13808"/>
                    <a:pt x="6879" y="13505"/>
                  </a:cubicBezTo>
                  <a:cubicBezTo>
                    <a:pt x="4515" y="13077"/>
                    <a:pt x="2162" y="12285"/>
                    <a:pt x="0" y="10984"/>
                  </a:cubicBezTo>
                  <a:lnTo>
                    <a:pt x="0" y="18944"/>
                  </a:lnTo>
                  <a:cubicBezTo>
                    <a:pt x="1762" y="19024"/>
                    <a:pt x="3523" y="19075"/>
                    <a:pt x="5283" y="19075"/>
                  </a:cubicBezTo>
                  <a:cubicBezTo>
                    <a:pt x="9227" y="19075"/>
                    <a:pt x="13162" y="18820"/>
                    <a:pt x="17071" y="18072"/>
                  </a:cubicBezTo>
                  <a:cubicBezTo>
                    <a:pt x="21981" y="17133"/>
                    <a:pt x="26589" y="15270"/>
                    <a:pt x="30996" y="12374"/>
                  </a:cubicBezTo>
                  <a:cubicBezTo>
                    <a:pt x="33739" y="10570"/>
                    <a:pt x="36781" y="9886"/>
                    <a:pt x="39837" y="9886"/>
                  </a:cubicBezTo>
                  <a:cubicBezTo>
                    <a:pt x="40660" y="9886"/>
                    <a:pt x="41484" y="9936"/>
                    <a:pt x="42304" y="10026"/>
                  </a:cubicBezTo>
                  <a:cubicBezTo>
                    <a:pt x="50992" y="10985"/>
                    <a:pt x="59004" y="15789"/>
                    <a:pt x="67420" y="18291"/>
                  </a:cubicBezTo>
                  <a:cubicBezTo>
                    <a:pt x="72853" y="19907"/>
                    <a:pt x="78486" y="20812"/>
                    <a:pt x="84058" y="21107"/>
                  </a:cubicBezTo>
                  <a:cubicBezTo>
                    <a:pt x="85055" y="21160"/>
                    <a:pt x="86060" y="21196"/>
                    <a:pt x="87066" y="21196"/>
                  </a:cubicBezTo>
                  <a:cubicBezTo>
                    <a:pt x="89207" y="21196"/>
                    <a:pt x="91355" y="21031"/>
                    <a:pt x="93446" y="20508"/>
                  </a:cubicBezTo>
                  <a:cubicBezTo>
                    <a:pt x="95522" y="19989"/>
                    <a:pt x="98275" y="18989"/>
                    <a:pt x="98894" y="16049"/>
                  </a:cubicBezTo>
                  <a:cubicBezTo>
                    <a:pt x="99594" y="12721"/>
                    <a:pt x="97265" y="10188"/>
                    <a:pt x="95270" y="8623"/>
                  </a:cubicBezTo>
                  <a:cubicBezTo>
                    <a:pt x="92667" y="6581"/>
                    <a:pt x="89709" y="5268"/>
                    <a:pt x="86790" y="4165"/>
                  </a:cubicBezTo>
                  <a:cubicBezTo>
                    <a:pt x="79711" y="1489"/>
                    <a:pt x="72404" y="0"/>
                    <a:pt x="6502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27"/>
            <p:cNvSpPr/>
            <p:nvPr/>
          </p:nvSpPr>
          <p:spPr>
            <a:xfrm>
              <a:off x="-89221" y="1340345"/>
              <a:ext cx="8386467" cy="1819876"/>
            </a:xfrm>
            <a:custGeom>
              <a:rect b="b" l="l" r="r" t="t"/>
              <a:pathLst>
                <a:path extrusionOk="0" h="45477" w="209570">
                  <a:moveTo>
                    <a:pt x="173399" y="0"/>
                  </a:moveTo>
                  <a:cubicBezTo>
                    <a:pt x="171819" y="0"/>
                    <a:pt x="170239" y="33"/>
                    <a:pt x="168661" y="80"/>
                  </a:cubicBezTo>
                  <a:cubicBezTo>
                    <a:pt x="164324" y="208"/>
                    <a:pt x="160018" y="528"/>
                    <a:pt x="155729" y="1390"/>
                  </a:cubicBezTo>
                  <a:cubicBezTo>
                    <a:pt x="151776" y="2184"/>
                    <a:pt x="147874" y="3386"/>
                    <a:pt x="144099" y="5071"/>
                  </a:cubicBezTo>
                  <a:cubicBezTo>
                    <a:pt x="140139" y="6838"/>
                    <a:pt x="136425" y="9227"/>
                    <a:pt x="132734" y="11745"/>
                  </a:cubicBezTo>
                  <a:cubicBezTo>
                    <a:pt x="125453" y="16714"/>
                    <a:pt x="118372" y="22168"/>
                    <a:pt x="110478" y="25489"/>
                  </a:cubicBezTo>
                  <a:cubicBezTo>
                    <a:pt x="104010" y="28211"/>
                    <a:pt x="97197" y="29287"/>
                    <a:pt x="90399" y="29287"/>
                  </a:cubicBezTo>
                  <a:cubicBezTo>
                    <a:pt x="89168" y="29287"/>
                    <a:pt x="87937" y="29252"/>
                    <a:pt x="86709" y="29185"/>
                  </a:cubicBezTo>
                  <a:cubicBezTo>
                    <a:pt x="70235" y="28285"/>
                    <a:pt x="53959" y="22404"/>
                    <a:pt x="38422" y="15780"/>
                  </a:cubicBezTo>
                  <a:cubicBezTo>
                    <a:pt x="34245" y="13999"/>
                    <a:pt x="30113" y="12729"/>
                    <a:pt x="25697" y="12479"/>
                  </a:cubicBezTo>
                  <a:cubicBezTo>
                    <a:pt x="24449" y="12409"/>
                    <a:pt x="23202" y="12379"/>
                    <a:pt x="21954" y="12379"/>
                  </a:cubicBezTo>
                  <a:cubicBezTo>
                    <a:pt x="18881" y="12379"/>
                    <a:pt x="15809" y="12558"/>
                    <a:pt x="12741" y="12746"/>
                  </a:cubicBezTo>
                  <a:cubicBezTo>
                    <a:pt x="9315" y="12958"/>
                    <a:pt x="5883" y="13109"/>
                    <a:pt x="2471" y="13588"/>
                  </a:cubicBezTo>
                  <a:cubicBezTo>
                    <a:pt x="1651" y="13702"/>
                    <a:pt x="825" y="13831"/>
                    <a:pt x="0" y="13986"/>
                  </a:cubicBezTo>
                  <a:lnTo>
                    <a:pt x="0" y="21931"/>
                  </a:lnTo>
                  <a:cubicBezTo>
                    <a:pt x="3093" y="20622"/>
                    <a:pt x="6277" y="19799"/>
                    <a:pt x="9551" y="19799"/>
                  </a:cubicBezTo>
                  <a:cubicBezTo>
                    <a:pt x="10632" y="19799"/>
                    <a:pt x="11722" y="19889"/>
                    <a:pt x="12823" y="20080"/>
                  </a:cubicBezTo>
                  <a:cubicBezTo>
                    <a:pt x="20488" y="21419"/>
                    <a:pt x="27144" y="26632"/>
                    <a:pt x="33499" y="31891"/>
                  </a:cubicBezTo>
                  <a:cubicBezTo>
                    <a:pt x="45486" y="41811"/>
                    <a:pt x="59912" y="45476"/>
                    <a:pt x="74081" y="45476"/>
                  </a:cubicBezTo>
                  <a:cubicBezTo>
                    <a:pt x="74665" y="45476"/>
                    <a:pt x="75248" y="45470"/>
                    <a:pt x="75831" y="45458"/>
                  </a:cubicBezTo>
                  <a:cubicBezTo>
                    <a:pt x="90804" y="45142"/>
                    <a:pt x="106177" y="41401"/>
                    <a:pt x="119282" y="31968"/>
                  </a:cubicBezTo>
                  <a:cubicBezTo>
                    <a:pt x="125990" y="27139"/>
                    <a:pt x="132221" y="21338"/>
                    <a:pt x="138817" y="16271"/>
                  </a:cubicBezTo>
                  <a:cubicBezTo>
                    <a:pt x="142143" y="13714"/>
                    <a:pt x="145448" y="11379"/>
                    <a:pt x="149316" y="10440"/>
                  </a:cubicBezTo>
                  <a:cubicBezTo>
                    <a:pt x="150812" y="10078"/>
                    <a:pt x="152323" y="9917"/>
                    <a:pt x="153836" y="9917"/>
                  </a:cubicBezTo>
                  <a:cubicBezTo>
                    <a:pt x="155625" y="9917"/>
                    <a:pt x="157416" y="10142"/>
                    <a:pt x="159185" y="10527"/>
                  </a:cubicBezTo>
                  <a:cubicBezTo>
                    <a:pt x="162983" y="11352"/>
                    <a:pt x="166672" y="12839"/>
                    <a:pt x="170334" y="14321"/>
                  </a:cubicBezTo>
                  <a:cubicBezTo>
                    <a:pt x="174482" y="15997"/>
                    <a:pt x="178713" y="17383"/>
                    <a:pt x="182992" y="18407"/>
                  </a:cubicBezTo>
                  <a:cubicBezTo>
                    <a:pt x="186653" y="19282"/>
                    <a:pt x="190426" y="19787"/>
                    <a:pt x="194193" y="19787"/>
                  </a:cubicBezTo>
                  <a:cubicBezTo>
                    <a:pt x="197694" y="19787"/>
                    <a:pt x="201190" y="19351"/>
                    <a:pt x="204587" y="18369"/>
                  </a:cubicBezTo>
                  <a:cubicBezTo>
                    <a:pt x="206831" y="17721"/>
                    <a:pt x="209570" y="16218"/>
                    <a:pt x="208195" y="12736"/>
                  </a:cubicBezTo>
                  <a:cubicBezTo>
                    <a:pt x="207019" y="9759"/>
                    <a:pt x="203809" y="8201"/>
                    <a:pt x="201535" y="7001"/>
                  </a:cubicBezTo>
                  <a:cubicBezTo>
                    <a:pt x="195238" y="3676"/>
                    <a:pt x="188684" y="1200"/>
                    <a:pt x="181872" y="426"/>
                  </a:cubicBezTo>
                  <a:cubicBezTo>
                    <a:pt x="179055" y="106"/>
                    <a:pt x="176227" y="0"/>
                    <a:pt x="173399"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27"/>
            <p:cNvSpPr/>
            <p:nvPr/>
          </p:nvSpPr>
          <p:spPr>
            <a:xfrm>
              <a:off x="-89101" y="2445523"/>
              <a:ext cx="819678" cy="314658"/>
            </a:xfrm>
            <a:custGeom>
              <a:rect b="b" l="l" r="r" t="t"/>
              <a:pathLst>
                <a:path extrusionOk="0" h="7863" w="20483">
                  <a:moveTo>
                    <a:pt x="10679" y="1"/>
                  </a:moveTo>
                  <a:cubicBezTo>
                    <a:pt x="7200" y="1"/>
                    <a:pt x="3530" y="930"/>
                    <a:pt x="0" y="1036"/>
                  </a:cubicBezTo>
                  <a:lnTo>
                    <a:pt x="0" y="7210"/>
                  </a:lnTo>
                  <a:cubicBezTo>
                    <a:pt x="73" y="7210"/>
                    <a:pt x="146" y="7210"/>
                    <a:pt x="218" y="7210"/>
                  </a:cubicBezTo>
                  <a:cubicBezTo>
                    <a:pt x="2966" y="7210"/>
                    <a:pt x="5723" y="7366"/>
                    <a:pt x="8473" y="7532"/>
                  </a:cubicBezTo>
                  <a:cubicBezTo>
                    <a:pt x="10471" y="7652"/>
                    <a:pt x="12481" y="7858"/>
                    <a:pt x="14482" y="7862"/>
                  </a:cubicBezTo>
                  <a:cubicBezTo>
                    <a:pt x="14579" y="7862"/>
                    <a:pt x="14677" y="7863"/>
                    <a:pt x="14776" y="7863"/>
                  </a:cubicBezTo>
                  <a:cubicBezTo>
                    <a:pt x="16107" y="7863"/>
                    <a:pt x="17589" y="7805"/>
                    <a:pt x="18794" y="7093"/>
                  </a:cubicBezTo>
                  <a:cubicBezTo>
                    <a:pt x="20483" y="6096"/>
                    <a:pt x="19330" y="4228"/>
                    <a:pt x="18366" y="3075"/>
                  </a:cubicBezTo>
                  <a:cubicBezTo>
                    <a:pt x="16959" y="1395"/>
                    <a:pt x="15150" y="529"/>
                    <a:pt x="13253" y="203"/>
                  </a:cubicBezTo>
                  <a:cubicBezTo>
                    <a:pt x="12410" y="59"/>
                    <a:pt x="11551" y="1"/>
                    <a:pt x="10679"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27"/>
            <p:cNvSpPr/>
            <p:nvPr/>
          </p:nvSpPr>
          <p:spPr>
            <a:xfrm>
              <a:off x="-89101" y="2104689"/>
              <a:ext cx="9361694" cy="2012360"/>
            </a:xfrm>
            <a:custGeom>
              <a:rect b="b" l="l" r="r" t="t"/>
              <a:pathLst>
                <a:path extrusionOk="0" h="50287" w="233940">
                  <a:moveTo>
                    <a:pt x="233940" y="0"/>
                  </a:moveTo>
                  <a:cubicBezTo>
                    <a:pt x="230479" y="1532"/>
                    <a:pt x="227264" y="3838"/>
                    <a:pt x="224035" y="6016"/>
                  </a:cubicBezTo>
                  <a:cubicBezTo>
                    <a:pt x="219999" y="8735"/>
                    <a:pt x="215918" y="11195"/>
                    <a:pt x="211510" y="12795"/>
                  </a:cubicBezTo>
                  <a:cubicBezTo>
                    <a:pt x="205977" y="14804"/>
                    <a:pt x="200252" y="15619"/>
                    <a:pt x="194517" y="15619"/>
                  </a:cubicBezTo>
                  <a:cubicBezTo>
                    <a:pt x="191019" y="15619"/>
                    <a:pt x="187518" y="15316"/>
                    <a:pt x="184053" y="14796"/>
                  </a:cubicBezTo>
                  <a:cubicBezTo>
                    <a:pt x="174879" y="13417"/>
                    <a:pt x="165892" y="10575"/>
                    <a:pt x="156983" y="7553"/>
                  </a:cubicBezTo>
                  <a:cubicBezTo>
                    <a:pt x="154186" y="6603"/>
                    <a:pt x="151295" y="5923"/>
                    <a:pt x="148402" y="5923"/>
                  </a:cubicBezTo>
                  <a:cubicBezTo>
                    <a:pt x="147105" y="5923"/>
                    <a:pt x="145807" y="6060"/>
                    <a:pt x="144518" y="6370"/>
                  </a:cubicBezTo>
                  <a:cubicBezTo>
                    <a:pt x="141010" y="7213"/>
                    <a:pt x="137841" y="9316"/>
                    <a:pt x="134862" y="11732"/>
                  </a:cubicBezTo>
                  <a:cubicBezTo>
                    <a:pt x="131415" y="14529"/>
                    <a:pt x="128149" y="17665"/>
                    <a:pt x="124700" y="20457"/>
                  </a:cubicBezTo>
                  <a:cubicBezTo>
                    <a:pt x="120681" y="23709"/>
                    <a:pt x="116461" y="26565"/>
                    <a:pt x="112085" y="28971"/>
                  </a:cubicBezTo>
                  <a:cubicBezTo>
                    <a:pt x="103869" y="33488"/>
                    <a:pt x="95132" y="36387"/>
                    <a:pt x="86236" y="37674"/>
                  </a:cubicBezTo>
                  <a:cubicBezTo>
                    <a:pt x="82434" y="38224"/>
                    <a:pt x="78620" y="38471"/>
                    <a:pt x="74803" y="38471"/>
                  </a:cubicBezTo>
                  <a:cubicBezTo>
                    <a:pt x="58405" y="38471"/>
                    <a:pt x="41951" y="33908"/>
                    <a:pt x="26125" y="29171"/>
                  </a:cubicBezTo>
                  <a:cubicBezTo>
                    <a:pt x="17408" y="26561"/>
                    <a:pt x="8732" y="23693"/>
                    <a:pt x="0" y="21148"/>
                  </a:cubicBezTo>
                  <a:lnTo>
                    <a:pt x="0" y="30371"/>
                  </a:lnTo>
                  <a:cubicBezTo>
                    <a:pt x="3472" y="33108"/>
                    <a:pt x="7489" y="35009"/>
                    <a:pt x="11115" y="36595"/>
                  </a:cubicBezTo>
                  <a:cubicBezTo>
                    <a:pt x="17532" y="39404"/>
                    <a:pt x="24220" y="41608"/>
                    <a:pt x="30929" y="42938"/>
                  </a:cubicBezTo>
                  <a:cubicBezTo>
                    <a:pt x="38228" y="44386"/>
                    <a:pt x="45630" y="44923"/>
                    <a:pt x="53022" y="44923"/>
                  </a:cubicBezTo>
                  <a:cubicBezTo>
                    <a:pt x="55748" y="44923"/>
                    <a:pt x="58473" y="44850"/>
                    <a:pt x="61191" y="44723"/>
                  </a:cubicBezTo>
                  <a:cubicBezTo>
                    <a:pt x="71533" y="44237"/>
                    <a:pt x="81978" y="43258"/>
                    <a:pt x="92233" y="41498"/>
                  </a:cubicBezTo>
                  <a:cubicBezTo>
                    <a:pt x="102742" y="39694"/>
                    <a:pt x="112661" y="35767"/>
                    <a:pt x="122701" y="31597"/>
                  </a:cubicBezTo>
                  <a:cubicBezTo>
                    <a:pt x="132437" y="27557"/>
                    <a:pt x="142206" y="24207"/>
                    <a:pt x="152521" y="24092"/>
                  </a:cubicBezTo>
                  <a:cubicBezTo>
                    <a:pt x="152754" y="24089"/>
                    <a:pt x="152988" y="24088"/>
                    <a:pt x="153222" y="24088"/>
                  </a:cubicBezTo>
                  <a:cubicBezTo>
                    <a:pt x="163194" y="24088"/>
                    <a:pt x="173100" y="26520"/>
                    <a:pt x="182555" y="30450"/>
                  </a:cubicBezTo>
                  <a:cubicBezTo>
                    <a:pt x="187610" y="32550"/>
                    <a:pt x="192565" y="35025"/>
                    <a:pt x="197604" y="37193"/>
                  </a:cubicBezTo>
                  <a:cubicBezTo>
                    <a:pt x="202625" y="39352"/>
                    <a:pt x="207681" y="41382"/>
                    <a:pt x="212770" y="43265"/>
                  </a:cubicBezTo>
                  <a:cubicBezTo>
                    <a:pt x="219747" y="45846"/>
                    <a:pt x="226825" y="48256"/>
                    <a:pt x="233940" y="50286"/>
                  </a:cubicBezTo>
                  <a:lnTo>
                    <a:pt x="233940" y="34729"/>
                  </a:lnTo>
                  <a:cubicBezTo>
                    <a:pt x="233339" y="34539"/>
                    <a:pt x="232731" y="34368"/>
                    <a:pt x="232112" y="34224"/>
                  </a:cubicBezTo>
                  <a:cubicBezTo>
                    <a:pt x="229270" y="33551"/>
                    <a:pt x="226381" y="33250"/>
                    <a:pt x="223499" y="32996"/>
                  </a:cubicBezTo>
                  <a:cubicBezTo>
                    <a:pt x="219753" y="32668"/>
                    <a:pt x="216005" y="32333"/>
                    <a:pt x="212261" y="31960"/>
                  </a:cubicBezTo>
                  <a:cubicBezTo>
                    <a:pt x="208072" y="31543"/>
                    <a:pt x="203886" y="31089"/>
                    <a:pt x="199705" y="30539"/>
                  </a:cubicBezTo>
                  <a:cubicBezTo>
                    <a:pt x="195713" y="30014"/>
                    <a:pt x="191661" y="29550"/>
                    <a:pt x="187710" y="28635"/>
                  </a:cubicBezTo>
                  <a:cubicBezTo>
                    <a:pt x="184185" y="27821"/>
                    <a:pt x="180587" y="27222"/>
                    <a:pt x="177204" y="25665"/>
                  </a:cubicBezTo>
                  <a:cubicBezTo>
                    <a:pt x="175719" y="24980"/>
                    <a:pt x="173996" y="24080"/>
                    <a:pt x="173054" y="22380"/>
                  </a:cubicBezTo>
                  <a:cubicBezTo>
                    <a:pt x="172381" y="21164"/>
                    <a:pt x="172300" y="19467"/>
                    <a:pt x="173266" y="18466"/>
                  </a:cubicBezTo>
                  <a:cubicBezTo>
                    <a:pt x="174400" y="17293"/>
                    <a:pt x="176205" y="17248"/>
                    <a:pt x="177591" y="17230"/>
                  </a:cubicBezTo>
                  <a:cubicBezTo>
                    <a:pt x="177667" y="17230"/>
                    <a:pt x="177743" y="17229"/>
                    <a:pt x="177820" y="17229"/>
                  </a:cubicBezTo>
                  <a:cubicBezTo>
                    <a:pt x="179957" y="17229"/>
                    <a:pt x="182098" y="17572"/>
                    <a:pt x="184206" y="17983"/>
                  </a:cubicBezTo>
                  <a:cubicBezTo>
                    <a:pt x="186167" y="18365"/>
                    <a:pt x="188113" y="18845"/>
                    <a:pt x="190056" y="19342"/>
                  </a:cubicBezTo>
                  <a:cubicBezTo>
                    <a:pt x="192155" y="19880"/>
                    <a:pt x="194290" y="20178"/>
                    <a:pt x="196416" y="20482"/>
                  </a:cubicBezTo>
                  <a:cubicBezTo>
                    <a:pt x="200378" y="21047"/>
                    <a:pt x="204372" y="21430"/>
                    <a:pt x="208364" y="21430"/>
                  </a:cubicBezTo>
                  <a:cubicBezTo>
                    <a:pt x="209889" y="21430"/>
                    <a:pt x="211413" y="21374"/>
                    <a:pt x="212936" y="21251"/>
                  </a:cubicBezTo>
                  <a:cubicBezTo>
                    <a:pt x="218320" y="20818"/>
                    <a:pt x="223791" y="19532"/>
                    <a:pt x="228641" y="16425"/>
                  </a:cubicBezTo>
                  <a:cubicBezTo>
                    <a:pt x="230586" y="15179"/>
                    <a:pt x="232358" y="13636"/>
                    <a:pt x="233940" y="11842"/>
                  </a:cubicBezTo>
                  <a:lnTo>
                    <a:pt x="233940" y="0"/>
                  </a:ln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27"/>
            <p:cNvSpPr/>
            <p:nvPr/>
          </p:nvSpPr>
          <p:spPr>
            <a:xfrm>
              <a:off x="-88861" y="3520528"/>
              <a:ext cx="5153814" cy="1015564"/>
            </a:xfrm>
            <a:custGeom>
              <a:rect b="b" l="l" r="r" t="t"/>
              <a:pathLst>
                <a:path extrusionOk="0" h="25378" w="128789">
                  <a:moveTo>
                    <a:pt x="125460" y="1"/>
                  </a:moveTo>
                  <a:cubicBezTo>
                    <a:pt x="124112" y="1"/>
                    <a:pt x="122755" y="233"/>
                    <a:pt x="121432" y="495"/>
                  </a:cubicBezTo>
                  <a:cubicBezTo>
                    <a:pt x="117708" y="1235"/>
                    <a:pt x="114038" y="2428"/>
                    <a:pt x="110408" y="3702"/>
                  </a:cubicBezTo>
                  <a:cubicBezTo>
                    <a:pt x="101528" y="6816"/>
                    <a:pt x="92732" y="10293"/>
                    <a:pt x="83787" y="13112"/>
                  </a:cubicBezTo>
                  <a:cubicBezTo>
                    <a:pt x="72182" y="16772"/>
                    <a:pt x="60329" y="19483"/>
                    <a:pt x="48340" y="19746"/>
                  </a:cubicBezTo>
                  <a:cubicBezTo>
                    <a:pt x="47589" y="19762"/>
                    <a:pt x="46838" y="19771"/>
                    <a:pt x="46087" y="19771"/>
                  </a:cubicBezTo>
                  <a:cubicBezTo>
                    <a:pt x="36277" y="19771"/>
                    <a:pt x="26528" y="18319"/>
                    <a:pt x="17277" y="13958"/>
                  </a:cubicBezTo>
                  <a:cubicBezTo>
                    <a:pt x="14817" y="12796"/>
                    <a:pt x="12434" y="11433"/>
                    <a:pt x="10052" y="10038"/>
                  </a:cubicBezTo>
                  <a:cubicBezTo>
                    <a:pt x="7467" y="8528"/>
                    <a:pt x="4765" y="7378"/>
                    <a:pt x="2106" y="6103"/>
                  </a:cubicBezTo>
                  <a:cubicBezTo>
                    <a:pt x="1402" y="5766"/>
                    <a:pt x="699" y="5418"/>
                    <a:pt x="0" y="5056"/>
                  </a:cubicBezTo>
                  <a:lnTo>
                    <a:pt x="0" y="11211"/>
                  </a:lnTo>
                  <a:cubicBezTo>
                    <a:pt x="4701" y="13100"/>
                    <a:pt x="9362" y="15161"/>
                    <a:pt x="14041" y="17090"/>
                  </a:cubicBezTo>
                  <a:cubicBezTo>
                    <a:pt x="16400" y="18063"/>
                    <a:pt x="18775" y="19117"/>
                    <a:pt x="21195" y="19846"/>
                  </a:cubicBezTo>
                  <a:cubicBezTo>
                    <a:pt x="23656" y="20587"/>
                    <a:pt x="26170" y="20896"/>
                    <a:pt x="28695" y="21030"/>
                  </a:cubicBezTo>
                  <a:cubicBezTo>
                    <a:pt x="33506" y="21285"/>
                    <a:pt x="38258" y="21488"/>
                    <a:pt x="43036" y="22348"/>
                  </a:cubicBezTo>
                  <a:cubicBezTo>
                    <a:pt x="47992" y="23241"/>
                    <a:pt x="52914" y="24461"/>
                    <a:pt x="57900" y="25055"/>
                  </a:cubicBezTo>
                  <a:cubicBezTo>
                    <a:pt x="59669" y="25266"/>
                    <a:pt x="61430" y="25377"/>
                    <a:pt x="63185" y="25377"/>
                  </a:cubicBezTo>
                  <a:cubicBezTo>
                    <a:pt x="66528" y="25377"/>
                    <a:pt x="69851" y="24974"/>
                    <a:pt x="73168" y="24091"/>
                  </a:cubicBezTo>
                  <a:cubicBezTo>
                    <a:pt x="82572" y="21585"/>
                    <a:pt x="91311" y="16379"/>
                    <a:pt x="100290" y="12209"/>
                  </a:cubicBezTo>
                  <a:cubicBezTo>
                    <a:pt x="102551" y="11159"/>
                    <a:pt x="104832" y="10174"/>
                    <a:pt x="107142" y="9317"/>
                  </a:cubicBezTo>
                  <a:cubicBezTo>
                    <a:pt x="109515" y="8437"/>
                    <a:pt x="111919" y="7831"/>
                    <a:pt x="114326" y="7132"/>
                  </a:cubicBezTo>
                  <a:cubicBezTo>
                    <a:pt x="119263" y="5699"/>
                    <a:pt x="123997" y="3389"/>
                    <a:pt x="128789" y="1350"/>
                  </a:cubicBezTo>
                  <a:cubicBezTo>
                    <a:pt x="128436" y="255"/>
                    <a:pt x="127130" y="101"/>
                    <a:pt x="126329" y="35"/>
                  </a:cubicBezTo>
                  <a:cubicBezTo>
                    <a:pt x="126040" y="12"/>
                    <a:pt x="125750" y="1"/>
                    <a:pt x="125460"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27"/>
            <p:cNvSpPr/>
            <p:nvPr/>
          </p:nvSpPr>
          <p:spPr>
            <a:xfrm>
              <a:off x="-89101" y="5486694"/>
              <a:ext cx="949935" cy="459281"/>
            </a:xfrm>
            <a:custGeom>
              <a:rect b="b" l="l" r="r" t="t"/>
              <a:pathLst>
                <a:path extrusionOk="0" h="11477" w="23738">
                  <a:moveTo>
                    <a:pt x="0" y="0"/>
                  </a:moveTo>
                  <a:lnTo>
                    <a:pt x="0" y="7277"/>
                  </a:lnTo>
                  <a:cubicBezTo>
                    <a:pt x="3475" y="8436"/>
                    <a:pt x="6937" y="9675"/>
                    <a:pt x="10474" y="10467"/>
                  </a:cubicBezTo>
                  <a:cubicBezTo>
                    <a:pt x="12599" y="10942"/>
                    <a:pt x="14945" y="11477"/>
                    <a:pt x="17230" y="11477"/>
                  </a:cubicBezTo>
                  <a:cubicBezTo>
                    <a:pt x="18607" y="11477"/>
                    <a:pt x="19963" y="11282"/>
                    <a:pt x="21233" y="10762"/>
                  </a:cubicBezTo>
                  <a:cubicBezTo>
                    <a:pt x="22964" y="10052"/>
                    <a:pt x="23737" y="8373"/>
                    <a:pt x="22783" y="6233"/>
                  </a:cubicBezTo>
                  <a:cubicBezTo>
                    <a:pt x="21854" y="4148"/>
                    <a:pt x="19780" y="3350"/>
                    <a:pt x="18049" y="2892"/>
                  </a:cubicBezTo>
                  <a:cubicBezTo>
                    <a:pt x="14044" y="1834"/>
                    <a:pt x="9964" y="2398"/>
                    <a:pt x="5923" y="1958"/>
                  </a:cubicBezTo>
                  <a:cubicBezTo>
                    <a:pt x="3848" y="1734"/>
                    <a:pt x="1868" y="1036"/>
                    <a:pt x="0"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27"/>
            <p:cNvSpPr/>
            <p:nvPr/>
          </p:nvSpPr>
          <p:spPr>
            <a:xfrm>
              <a:off x="-89101" y="3845514"/>
              <a:ext cx="9361814" cy="2217890"/>
            </a:xfrm>
            <a:custGeom>
              <a:rect b="b" l="l" r="r" t="t"/>
              <a:pathLst>
                <a:path extrusionOk="0" h="55423" w="233943">
                  <a:moveTo>
                    <a:pt x="144772" y="1"/>
                  </a:moveTo>
                  <a:cubicBezTo>
                    <a:pt x="142102" y="1"/>
                    <a:pt x="139431" y="96"/>
                    <a:pt x="136766" y="286"/>
                  </a:cubicBezTo>
                  <a:cubicBezTo>
                    <a:pt x="128012" y="909"/>
                    <a:pt x="119276" y="2552"/>
                    <a:pt x="110812" y="5489"/>
                  </a:cubicBezTo>
                  <a:cubicBezTo>
                    <a:pt x="106624" y="6944"/>
                    <a:pt x="102575" y="8874"/>
                    <a:pt x="98468" y="10653"/>
                  </a:cubicBezTo>
                  <a:cubicBezTo>
                    <a:pt x="93953" y="12609"/>
                    <a:pt x="89399" y="14424"/>
                    <a:pt x="84794" y="16010"/>
                  </a:cubicBezTo>
                  <a:cubicBezTo>
                    <a:pt x="74251" y="19642"/>
                    <a:pt x="63428" y="21981"/>
                    <a:pt x="52620" y="21981"/>
                  </a:cubicBezTo>
                  <a:cubicBezTo>
                    <a:pt x="45059" y="21981"/>
                    <a:pt x="37505" y="20836"/>
                    <a:pt x="30059" y="18189"/>
                  </a:cubicBezTo>
                  <a:cubicBezTo>
                    <a:pt x="25579" y="16596"/>
                    <a:pt x="21178" y="14667"/>
                    <a:pt x="16828" y="12578"/>
                  </a:cubicBezTo>
                  <a:cubicBezTo>
                    <a:pt x="12514" y="10509"/>
                    <a:pt x="8272" y="8266"/>
                    <a:pt x="3815" y="6712"/>
                  </a:cubicBezTo>
                  <a:cubicBezTo>
                    <a:pt x="2549" y="6272"/>
                    <a:pt x="1276" y="5888"/>
                    <a:pt x="0" y="5548"/>
                  </a:cubicBezTo>
                  <a:lnTo>
                    <a:pt x="0" y="23614"/>
                  </a:lnTo>
                  <a:cubicBezTo>
                    <a:pt x="12657" y="29572"/>
                    <a:pt x="26166" y="33013"/>
                    <a:pt x="39600" y="33024"/>
                  </a:cubicBezTo>
                  <a:cubicBezTo>
                    <a:pt x="39625" y="33024"/>
                    <a:pt x="39649" y="33024"/>
                    <a:pt x="39674" y="33024"/>
                  </a:cubicBezTo>
                  <a:cubicBezTo>
                    <a:pt x="43920" y="33024"/>
                    <a:pt x="48167" y="32654"/>
                    <a:pt x="52367" y="31843"/>
                  </a:cubicBezTo>
                  <a:cubicBezTo>
                    <a:pt x="54553" y="31420"/>
                    <a:pt x="56709" y="30737"/>
                    <a:pt x="58881" y="30217"/>
                  </a:cubicBezTo>
                  <a:cubicBezTo>
                    <a:pt x="61539" y="29579"/>
                    <a:pt x="64252" y="29008"/>
                    <a:pt x="66965" y="29005"/>
                  </a:cubicBezTo>
                  <a:cubicBezTo>
                    <a:pt x="66982" y="29005"/>
                    <a:pt x="66999" y="29005"/>
                    <a:pt x="67017" y="29005"/>
                  </a:cubicBezTo>
                  <a:cubicBezTo>
                    <a:pt x="68762" y="29005"/>
                    <a:pt x="71102" y="29156"/>
                    <a:pt x="72309" y="31005"/>
                  </a:cubicBezTo>
                  <a:cubicBezTo>
                    <a:pt x="73261" y="32464"/>
                    <a:pt x="73035" y="34779"/>
                    <a:pt x="72433" y="36381"/>
                  </a:cubicBezTo>
                  <a:cubicBezTo>
                    <a:pt x="71760" y="38175"/>
                    <a:pt x="70452" y="39418"/>
                    <a:pt x="69067" y="40261"/>
                  </a:cubicBezTo>
                  <a:cubicBezTo>
                    <a:pt x="65139" y="42655"/>
                    <a:pt x="60371" y="42850"/>
                    <a:pt x="56096" y="42852"/>
                  </a:cubicBezTo>
                  <a:cubicBezTo>
                    <a:pt x="56089" y="42852"/>
                    <a:pt x="56082" y="42852"/>
                    <a:pt x="56075" y="42852"/>
                  </a:cubicBezTo>
                  <a:cubicBezTo>
                    <a:pt x="46902" y="42852"/>
                    <a:pt x="37792" y="41022"/>
                    <a:pt x="28834" y="38660"/>
                  </a:cubicBezTo>
                  <a:cubicBezTo>
                    <a:pt x="19225" y="36125"/>
                    <a:pt x="9684" y="33151"/>
                    <a:pt x="0" y="31087"/>
                  </a:cubicBezTo>
                  <a:lnTo>
                    <a:pt x="0" y="40459"/>
                  </a:lnTo>
                  <a:cubicBezTo>
                    <a:pt x="415" y="40687"/>
                    <a:pt x="838" y="40900"/>
                    <a:pt x="1269" y="41094"/>
                  </a:cubicBezTo>
                  <a:cubicBezTo>
                    <a:pt x="3834" y="42246"/>
                    <a:pt x="6360" y="42550"/>
                    <a:pt x="9049" y="42595"/>
                  </a:cubicBezTo>
                  <a:cubicBezTo>
                    <a:pt x="11321" y="42632"/>
                    <a:pt x="13601" y="42650"/>
                    <a:pt x="15862" y="42966"/>
                  </a:cubicBezTo>
                  <a:cubicBezTo>
                    <a:pt x="17766" y="43232"/>
                    <a:pt x="19811" y="43645"/>
                    <a:pt x="21476" y="44925"/>
                  </a:cubicBezTo>
                  <a:cubicBezTo>
                    <a:pt x="22689" y="45858"/>
                    <a:pt x="23822" y="47631"/>
                    <a:pt x="23620" y="49546"/>
                  </a:cubicBezTo>
                  <a:cubicBezTo>
                    <a:pt x="23450" y="51198"/>
                    <a:pt x="22153" y="51995"/>
                    <a:pt x="21013" y="52388"/>
                  </a:cubicBezTo>
                  <a:cubicBezTo>
                    <a:pt x="19769" y="52816"/>
                    <a:pt x="18468" y="52983"/>
                    <a:pt x="17149" y="52983"/>
                  </a:cubicBezTo>
                  <a:cubicBezTo>
                    <a:pt x="14678" y="52983"/>
                    <a:pt x="12147" y="52396"/>
                    <a:pt x="9822" y="51845"/>
                  </a:cubicBezTo>
                  <a:cubicBezTo>
                    <a:pt x="6510" y="51059"/>
                    <a:pt x="3259" y="49899"/>
                    <a:pt x="0" y="48810"/>
                  </a:cubicBezTo>
                  <a:lnTo>
                    <a:pt x="0" y="54602"/>
                  </a:lnTo>
                  <a:cubicBezTo>
                    <a:pt x="5036" y="55007"/>
                    <a:pt x="10079" y="55225"/>
                    <a:pt x="15119" y="55348"/>
                  </a:cubicBezTo>
                  <a:cubicBezTo>
                    <a:pt x="17082" y="55396"/>
                    <a:pt x="19048" y="55423"/>
                    <a:pt x="21015" y="55423"/>
                  </a:cubicBezTo>
                  <a:cubicBezTo>
                    <a:pt x="29997" y="55423"/>
                    <a:pt x="38994" y="54866"/>
                    <a:pt x="47880" y="53219"/>
                  </a:cubicBezTo>
                  <a:cubicBezTo>
                    <a:pt x="52943" y="52282"/>
                    <a:pt x="58028" y="51048"/>
                    <a:pt x="62912" y="49101"/>
                  </a:cubicBezTo>
                  <a:cubicBezTo>
                    <a:pt x="67581" y="47240"/>
                    <a:pt x="72025" y="44594"/>
                    <a:pt x="76326" y="41657"/>
                  </a:cubicBezTo>
                  <a:cubicBezTo>
                    <a:pt x="84683" y="35949"/>
                    <a:pt x="92557" y="29085"/>
                    <a:pt x="101261" y="24207"/>
                  </a:cubicBezTo>
                  <a:cubicBezTo>
                    <a:pt x="110109" y="19249"/>
                    <a:pt x="119692" y="17446"/>
                    <a:pt x="129288" y="16670"/>
                  </a:cubicBezTo>
                  <a:cubicBezTo>
                    <a:pt x="132649" y="16399"/>
                    <a:pt x="136013" y="16271"/>
                    <a:pt x="139377" y="16271"/>
                  </a:cubicBezTo>
                  <a:cubicBezTo>
                    <a:pt x="157478" y="16271"/>
                    <a:pt x="175585" y="19963"/>
                    <a:pt x="193212" y="24804"/>
                  </a:cubicBezTo>
                  <a:cubicBezTo>
                    <a:pt x="203630" y="27665"/>
                    <a:pt x="214279" y="30372"/>
                    <a:pt x="224304" y="35040"/>
                  </a:cubicBezTo>
                  <a:cubicBezTo>
                    <a:pt x="227597" y="36575"/>
                    <a:pt x="230795" y="38437"/>
                    <a:pt x="233942" y="40411"/>
                  </a:cubicBezTo>
                  <a:lnTo>
                    <a:pt x="233942" y="31703"/>
                  </a:lnTo>
                  <a:cubicBezTo>
                    <a:pt x="228231" y="27859"/>
                    <a:pt x="222155" y="24807"/>
                    <a:pt x="216214" y="21705"/>
                  </a:cubicBezTo>
                  <a:cubicBezTo>
                    <a:pt x="207456" y="17134"/>
                    <a:pt x="198525" y="13002"/>
                    <a:pt x="189487" y="9410"/>
                  </a:cubicBezTo>
                  <a:cubicBezTo>
                    <a:pt x="180687" y="5912"/>
                    <a:pt x="171778" y="2926"/>
                    <a:pt x="162615" y="1437"/>
                  </a:cubicBezTo>
                  <a:cubicBezTo>
                    <a:pt x="156702" y="476"/>
                    <a:pt x="150736" y="1"/>
                    <a:pt x="144772"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27"/>
            <p:cNvSpPr/>
            <p:nvPr/>
          </p:nvSpPr>
          <p:spPr>
            <a:xfrm>
              <a:off x="4312517" y="4760126"/>
              <a:ext cx="4960169" cy="2176352"/>
            </a:xfrm>
            <a:custGeom>
              <a:rect b="b" l="l" r="r" t="t"/>
              <a:pathLst>
                <a:path extrusionOk="0" h="54385" w="123950">
                  <a:moveTo>
                    <a:pt x="25687" y="0"/>
                  </a:moveTo>
                  <a:cubicBezTo>
                    <a:pt x="25613" y="0"/>
                    <a:pt x="25540" y="0"/>
                    <a:pt x="25467" y="0"/>
                  </a:cubicBezTo>
                  <a:cubicBezTo>
                    <a:pt x="22189" y="8"/>
                    <a:pt x="18895" y="286"/>
                    <a:pt x="15653" y="893"/>
                  </a:cubicBezTo>
                  <a:cubicBezTo>
                    <a:pt x="12106" y="1558"/>
                    <a:pt x="8455" y="2579"/>
                    <a:pt x="5276" y="4757"/>
                  </a:cubicBezTo>
                  <a:cubicBezTo>
                    <a:pt x="2358" y="6754"/>
                    <a:pt x="1" y="10011"/>
                    <a:pt x="133" y="14446"/>
                  </a:cubicBezTo>
                  <a:cubicBezTo>
                    <a:pt x="289" y="19675"/>
                    <a:pt x="3866" y="23250"/>
                    <a:pt x="7286" y="25363"/>
                  </a:cubicBezTo>
                  <a:cubicBezTo>
                    <a:pt x="11223" y="27796"/>
                    <a:pt x="15408" y="28684"/>
                    <a:pt x="19651" y="28684"/>
                  </a:cubicBezTo>
                  <a:cubicBezTo>
                    <a:pt x="25154" y="28684"/>
                    <a:pt x="30756" y="27191"/>
                    <a:pt x="36046" y="25632"/>
                  </a:cubicBezTo>
                  <a:cubicBezTo>
                    <a:pt x="41465" y="24035"/>
                    <a:pt x="46862" y="22167"/>
                    <a:pt x="52380" y="21177"/>
                  </a:cubicBezTo>
                  <a:cubicBezTo>
                    <a:pt x="56587" y="20424"/>
                    <a:pt x="60828" y="20023"/>
                    <a:pt x="65073" y="20023"/>
                  </a:cubicBezTo>
                  <a:cubicBezTo>
                    <a:pt x="66363" y="20023"/>
                    <a:pt x="67654" y="20060"/>
                    <a:pt x="68944" y="20135"/>
                  </a:cubicBezTo>
                  <a:cubicBezTo>
                    <a:pt x="79965" y="20783"/>
                    <a:pt x="90870" y="24103"/>
                    <a:pt x="100937" y="29809"/>
                  </a:cubicBezTo>
                  <a:cubicBezTo>
                    <a:pt x="105755" y="32540"/>
                    <a:pt x="110519" y="35684"/>
                    <a:pt x="114557" y="40038"/>
                  </a:cubicBezTo>
                  <a:cubicBezTo>
                    <a:pt x="118056" y="43811"/>
                    <a:pt x="120978" y="48359"/>
                    <a:pt x="123419" y="53277"/>
                  </a:cubicBezTo>
                  <a:cubicBezTo>
                    <a:pt x="123600" y="53644"/>
                    <a:pt x="123773" y="54016"/>
                    <a:pt x="123950" y="54384"/>
                  </a:cubicBezTo>
                  <a:lnTo>
                    <a:pt x="123950" y="30590"/>
                  </a:lnTo>
                  <a:cubicBezTo>
                    <a:pt x="115011" y="23740"/>
                    <a:pt x="104675" y="20070"/>
                    <a:pt x="94699" y="16430"/>
                  </a:cubicBezTo>
                  <a:cubicBezTo>
                    <a:pt x="83278" y="12265"/>
                    <a:pt x="71945" y="7950"/>
                    <a:pt x="60279" y="4996"/>
                  </a:cubicBezTo>
                  <a:cubicBezTo>
                    <a:pt x="48938" y="2125"/>
                    <a:pt x="37275" y="0"/>
                    <a:pt x="25687"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27"/>
            <p:cNvSpPr/>
            <p:nvPr/>
          </p:nvSpPr>
          <p:spPr>
            <a:xfrm>
              <a:off x="-89101" y="5541999"/>
              <a:ext cx="4579363" cy="1972262"/>
            </a:xfrm>
            <a:custGeom>
              <a:rect b="b" l="l" r="r" t="t"/>
              <a:pathLst>
                <a:path extrusionOk="0" h="49285" w="114434">
                  <a:moveTo>
                    <a:pt x="97111" y="0"/>
                  </a:moveTo>
                  <a:cubicBezTo>
                    <a:pt x="92375" y="0"/>
                    <a:pt x="88229" y="4066"/>
                    <a:pt x="85079" y="8725"/>
                  </a:cubicBezTo>
                  <a:cubicBezTo>
                    <a:pt x="81036" y="14698"/>
                    <a:pt x="78056" y="22263"/>
                    <a:pt x="72346" y="26006"/>
                  </a:cubicBezTo>
                  <a:cubicBezTo>
                    <a:pt x="69011" y="28192"/>
                    <a:pt x="65286" y="29191"/>
                    <a:pt x="61597" y="29874"/>
                  </a:cubicBezTo>
                  <a:cubicBezTo>
                    <a:pt x="57172" y="30696"/>
                    <a:pt x="52733" y="31343"/>
                    <a:pt x="48270" y="31736"/>
                  </a:cubicBezTo>
                  <a:cubicBezTo>
                    <a:pt x="43819" y="32127"/>
                    <a:pt x="39334" y="32342"/>
                    <a:pt x="34849" y="32342"/>
                  </a:cubicBezTo>
                  <a:cubicBezTo>
                    <a:pt x="29827" y="32342"/>
                    <a:pt x="24804" y="32073"/>
                    <a:pt x="19828" y="31484"/>
                  </a:cubicBezTo>
                  <a:cubicBezTo>
                    <a:pt x="13156" y="30694"/>
                    <a:pt x="6527" y="29288"/>
                    <a:pt x="0" y="27342"/>
                  </a:cubicBezTo>
                  <a:lnTo>
                    <a:pt x="0" y="45284"/>
                  </a:lnTo>
                  <a:cubicBezTo>
                    <a:pt x="0" y="47494"/>
                    <a:pt x="1415" y="49285"/>
                    <a:pt x="3161" y="49285"/>
                  </a:cubicBezTo>
                  <a:lnTo>
                    <a:pt x="54554" y="49285"/>
                  </a:lnTo>
                  <a:cubicBezTo>
                    <a:pt x="57524" y="43691"/>
                    <a:pt x="61460" y="38933"/>
                    <a:pt x="66165" y="35699"/>
                  </a:cubicBezTo>
                  <a:cubicBezTo>
                    <a:pt x="74007" y="30307"/>
                    <a:pt x="82814" y="29860"/>
                    <a:pt x="91444" y="28199"/>
                  </a:cubicBezTo>
                  <a:cubicBezTo>
                    <a:pt x="94850" y="27544"/>
                    <a:pt x="98284" y="26656"/>
                    <a:pt x="101576" y="25345"/>
                  </a:cubicBezTo>
                  <a:cubicBezTo>
                    <a:pt x="104402" y="24220"/>
                    <a:pt x="107468" y="22637"/>
                    <a:pt x="109397" y="19658"/>
                  </a:cubicBezTo>
                  <a:cubicBezTo>
                    <a:pt x="114434" y="11884"/>
                    <a:pt x="106261" y="3395"/>
                    <a:pt x="100927" y="890"/>
                  </a:cubicBezTo>
                  <a:cubicBezTo>
                    <a:pt x="99620" y="276"/>
                    <a:pt x="98345" y="0"/>
                    <a:pt x="9711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27"/>
            <p:cNvSpPr/>
            <p:nvPr/>
          </p:nvSpPr>
          <p:spPr>
            <a:xfrm>
              <a:off x="2774626" y="6801847"/>
              <a:ext cx="4319449" cy="712432"/>
            </a:xfrm>
            <a:custGeom>
              <a:rect b="b" l="l" r="r" t="t"/>
              <a:pathLst>
                <a:path extrusionOk="0" h="17803" w="107939">
                  <a:moveTo>
                    <a:pt x="27543" y="0"/>
                  </a:moveTo>
                  <a:cubicBezTo>
                    <a:pt x="27240" y="0"/>
                    <a:pt x="26937" y="6"/>
                    <a:pt x="26634" y="18"/>
                  </a:cubicBezTo>
                  <a:cubicBezTo>
                    <a:pt x="24027" y="121"/>
                    <a:pt x="21392" y="745"/>
                    <a:pt x="19094" y="2364"/>
                  </a:cubicBezTo>
                  <a:cubicBezTo>
                    <a:pt x="18481" y="2797"/>
                    <a:pt x="16577" y="4050"/>
                    <a:pt x="17537" y="5118"/>
                  </a:cubicBezTo>
                  <a:cubicBezTo>
                    <a:pt x="18117" y="5762"/>
                    <a:pt x="19161" y="5928"/>
                    <a:pt x="19890" y="6091"/>
                  </a:cubicBezTo>
                  <a:cubicBezTo>
                    <a:pt x="23855" y="6979"/>
                    <a:pt x="27949" y="6569"/>
                    <a:pt x="31949" y="6998"/>
                  </a:cubicBezTo>
                  <a:cubicBezTo>
                    <a:pt x="35180" y="7344"/>
                    <a:pt x="39652" y="7834"/>
                    <a:pt x="41798" y="11379"/>
                  </a:cubicBezTo>
                  <a:cubicBezTo>
                    <a:pt x="41873" y="11504"/>
                    <a:pt x="41874" y="11697"/>
                    <a:pt x="41748" y="11777"/>
                  </a:cubicBezTo>
                  <a:cubicBezTo>
                    <a:pt x="40684" y="12461"/>
                    <a:pt x="39488" y="12703"/>
                    <a:pt x="38262" y="12703"/>
                  </a:cubicBezTo>
                  <a:cubicBezTo>
                    <a:pt x="36542" y="12703"/>
                    <a:pt x="34763" y="12227"/>
                    <a:pt x="33207" y="11823"/>
                  </a:cubicBezTo>
                  <a:cubicBezTo>
                    <a:pt x="31601" y="11407"/>
                    <a:pt x="30013" y="10894"/>
                    <a:pt x="28412" y="10466"/>
                  </a:cubicBezTo>
                  <a:cubicBezTo>
                    <a:pt x="26593" y="9980"/>
                    <a:pt x="24742" y="9711"/>
                    <a:pt x="22919" y="9248"/>
                  </a:cubicBezTo>
                  <a:cubicBezTo>
                    <a:pt x="18811" y="8207"/>
                    <a:pt x="14751" y="6811"/>
                    <a:pt x="10581" y="6185"/>
                  </a:cubicBezTo>
                  <a:cubicBezTo>
                    <a:pt x="9499" y="6023"/>
                    <a:pt x="8286" y="5852"/>
                    <a:pt x="7075" y="5852"/>
                  </a:cubicBezTo>
                  <a:cubicBezTo>
                    <a:pt x="5505" y="5852"/>
                    <a:pt x="3938" y="6139"/>
                    <a:pt x="2667" y="7101"/>
                  </a:cubicBezTo>
                  <a:cubicBezTo>
                    <a:pt x="702" y="8588"/>
                    <a:pt x="1" y="12230"/>
                    <a:pt x="827" y="14868"/>
                  </a:cubicBezTo>
                  <a:cubicBezTo>
                    <a:pt x="1191" y="16035"/>
                    <a:pt x="1835" y="16995"/>
                    <a:pt x="2588" y="17803"/>
                  </a:cubicBezTo>
                  <a:lnTo>
                    <a:pt x="107349" y="17803"/>
                  </a:lnTo>
                  <a:cubicBezTo>
                    <a:pt x="107939" y="14229"/>
                    <a:pt x="104542" y="9947"/>
                    <a:pt x="102361" y="8404"/>
                  </a:cubicBezTo>
                  <a:cubicBezTo>
                    <a:pt x="99751" y="6560"/>
                    <a:pt x="96718" y="5974"/>
                    <a:pt x="93716" y="5974"/>
                  </a:cubicBezTo>
                  <a:cubicBezTo>
                    <a:pt x="92496" y="5974"/>
                    <a:pt x="91282" y="6070"/>
                    <a:pt x="90103" y="6219"/>
                  </a:cubicBezTo>
                  <a:cubicBezTo>
                    <a:pt x="87978" y="6486"/>
                    <a:pt x="85895" y="7048"/>
                    <a:pt x="83786" y="7444"/>
                  </a:cubicBezTo>
                  <a:cubicBezTo>
                    <a:pt x="81051" y="7961"/>
                    <a:pt x="78295" y="8278"/>
                    <a:pt x="75534" y="8442"/>
                  </a:cubicBezTo>
                  <a:cubicBezTo>
                    <a:pt x="74026" y="8532"/>
                    <a:pt x="72516" y="8576"/>
                    <a:pt x="71005" y="8576"/>
                  </a:cubicBezTo>
                  <a:cubicBezTo>
                    <a:pt x="66567" y="8576"/>
                    <a:pt x="62125" y="8194"/>
                    <a:pt x="57730" y="7447"/>
                  </a:cubicBezTo>
                  <a:cubicBezTo>
                    <a:pt x="52546" y="6565"/>
                    <a:pt x="47524" y="4962"/>
                    <a:pt x="42478" y="3264"/>
                  </a:cubicBezTo>
                  <a:cubicBezTo>
                    <a:pt x="37619" y="1632"/>
                    <a:pt x="32605" y="0"/>
                    <a:pt x="27543"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27"/>
            <p:cNvSpPr/>
            <p:nvPr/>
          </p:nvSpPr>
          <p:spPr>
            <a:xfrm>
              <a:off x="8048796" y="6797685"/>
              <a:ext cx="658408" cy="716833"/>
            </a:xfrm>
            <a:custGeom>
              <a:rect b="b" l="l" r="r" t="t"/>
              <a:pathLst>
                <a:path extrusionOk="0" h="17913" w="16453">
                  <a:moveTo>
                    <a:pt x="3031" y="0"/>
                  </a:moveTo>
                  <a:cubicBezTo>
                    <a:pt x="3004" y="0"/>
                    <a:pt x="2977" y="1"/>
                    <a:pt x="2950" y="2"/>
                  </a:cubicBezTo>
                  <a:cubicBezTo>
                    <a:pt x="1" y="132"/>
                    <a:pt x="2474" y="3624"/>
                    <a:pt x="3374" y="4819"/>
                  </a:cubicBezTo>
                  <a:cubicBezTo>
                    <a:pt x="5353" y="7446"/>
                    <a:pt x="8065" y="13097"/>
                    <a:pt x="8485" y="17912"/>
                  </a:cubicBezTo>
                  <a:lnTo>
                    <a:pt x="16452" y="17912"/>
                  </a:lnTo>
                  <a:cubicBezTo>
                    <a:pt x="15488" y="16742"/>
                    <a:pt x="14559" y="15523"/>
                    <a:pt x="13682" y="14232"/>
                  </a:cubicBezTo>
                  <a:cubicBezTo>
                    <a:pt x="11356" y="10805"/>
                    <a:pt x="9597" y="6836"/>
                    <a:pt x="7171" y="3507"/>
                  </a:cubicBezTo>
                  <a:cubicBezTo>
                    <a:pt x="6176" y="2144"/>
                    <a:pt x="4651" y="0"/>
                    <a:pt x="303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27"/>
            <p:cNvSpPr/>
            <p:nvPr/>
          </p:nvSpPr>
          <p:spPr>
            <a:xfrm>
              <a:off x="4946282" y="5967071"/>
              <a:ext cx="4326332" cy="1547277"/>
            </a:xfrm>
            <a:custGeom>
              <a:rect b="b" l="l" r="r" t="t"/>
              <a:pathLst>
                <a:path extrusionOk="0" h="38665" w="108111">
                  <a:moveTo>
                    <a:pt x="45814" y="1"/>
                  </a:moveTo>
                  <a:cubicBezTo>
                    <a:pt x="35137" y="1"/>
                    <a:pt x="24388" y="2076"/>
                    <a:pt x="14090" y="5571"/>
                  </a:cubicBezTo>
                  <a:cubicBezTo>
                    <a:pt x="10624" y="6748"/>
                    <a:pt x="7061" y="8059"/>
                    <a:pt x="3946" y="10366"/>
                  </a:cubicBezTo>
                  <a:cubicBezTo>
                    <a:pt x="2615" y="11352"/>
                    <a:pt x="1078" y="12695"/>
                    <a:pt x="565" y="14641"/>
                  </a:cubicBezTo>
                  <a:cubicBezTo>
                    <a:pt x="1" y="16782"/>
                    <a:pt x="1151" y="18845"/>
                    <a:pt x="2414" y="20142"/>
                  </a:cubicBezTo>
                  <a:cubicBezTo>
                    <a:pt x="4524" y="22313"/>
                    <a:pt x="7328" y="22930"/>
                    <a:pt x="10110" y="22930"/>
                  </a:cubicBezTo>
                  <a:cubicBezTo>
                    <a:pt x="11691" y="22930"/>
                    <a:pt x="13266" y="22730"/>
                    <a:pt x="14702" y="22504"/>
                  </a:cubicBezTo>
                  <a:cubicBezTo>
                    <a:pt x="19304" y="21780"/>
                    <a:pt x="23791" y="20252"/>
                    <a:pt x="28307" y="18979"/>
                  </a:cubicBezTo>
                  <a:cubicBezTo>
                    <a:pt x="31469" y="18088"/>
                    <a:pt x="34583" y="17727"/>
                    <a:pt x="37812" y="17553"/>
                  </a:cubicBezTo>
                  <a:cubicBezTo>
                    <a:pt x="39567" y="17460"/>
                    <a:pt x="41324" y="17409"/>
                    <a:pt x="43081" y="17409"/>
                  </a:cubicBezTo>
                  <a:cubicBezTo>
                    <a:pt x="45289" y="17409"/>
                    <a:pt x="47497" y="17490"/>
                    <a:pt x="49701" y="17670"/>
                  </a:cubicBezTo>
                  <a:cubicBezTo>
                    <a:pt x="53900" y="18013"/>
                    <a:pt x="58120" y="18692"/>
                    <a:pt x="62182" y="20121"/>
                  </a:cubicBezTo>
                  <a:cubicBezTo>
                    <a:pt x="65643" y="21338"/>
                    <a:pt x="69140" y="23140"/>
                    <a:pt x="71836" y="26229"/>
                  </a:cubicBezTo>
                  <a:cubicBezTo>
                    <a:pt x="74556" y="29344"/>
                    <a:pt x="76197" y="34210"/>
                    <a:pt x="75759" y="38664"/>
                  </a:cubicBezTo>
                  <a:lnTo>
                    <a:pt x="85535" y="38664"/>
                  </a:lnTo>
                  <a:cubicBezTo>
                    <a:pt x="85296" y="35981"/>
                    <a:pt x="84353" y="33119"/>
                    <a:pt x="83500" y="31067"/>
                  </a:cubicBezTo>
                  <a:cubicBezTo>
                    <a:pt x="82723" y="29197"/>
                    <a:pt x="81831" y="27538"/>
                    <a:pt x="80681" y="26012"/>
                  </a:cubicBezTo>
                  <a:cubicBezTo>
                    <a:pt x="79935" y="25023"/>
                    <a:pt x="78306" y="23246"/>
                    <a:pt x="78633" y="21650"/>
                  </a:cubicBezTo>
                  <a:cubicBezTo>
                    <a:pt x="78840" y="20643"/>
                    <a:pt x="79649" y="20281"/>
                    <a:pt x="80449" y="20281"/>
                  </a:cubicBezTo>
                  <a:cubicBezTo>
                    <a:pt x="80893" y="20281"/>
                    <a:pt x="81334" y="20392"/>
                    <a:pt x="81670" y="20567"/>
                  </a:cubicBezTo>
                  <a:cubicBezTo>
                    <a:pt x="83214" y="21372"/>
                    <a:pt x="84460" y="23111"/>
                    <a:pt x="85532" y="24674"/>
                  </a:cubicBezTo>
                  <a:cubicBezTo>
                    <a:pt x="88081" y="28395"/>
                    <a:pt x="90008" y="32694"/>
                    <a:pt x="92680" y="36288"/>
                  </a:cubicBezTo>
                  <a:cubicBezTo>
                    <a:pt x="93289" y="37105"/>
                    <a:pt x="93919" y="37895"/>
                    <a:pt x="94562" y="38663"/>
                  </a:cubicBezTo>
                  <a:lnTo>
                    <a:pt x="104952" y="38663"/>
                  </a:lnTo>
                  <a:cubicBezTo>
                    <a:pt x="106677" y="38663"/>
                    <a:pt x="108077" y="36912"/>
                    <a:pt x="108110" y="34738"/>
                  </a:cubicBezTo>
                  <a:cubicBezTo>
                    <a:pt x="104684" y="32047"/>
                    <a:pt x="101346" y="29175"/>
                    <a:pt x="98018" y="26250"/>
                  </a:cubicBezTo>
                  <a:cubicBezTo>
                    <a:pt x="92264" y="21194"/>
                    <a:pt x="86645" y="15791"/>
                    <a:pt x="80705" y="11085"/>
                  </a:cubicBezTo>
                  <a:cubicBezTo>
                    <a:pt x="70628" y="3099"/>
                    <a:pt x="58598" y="156"/>
                    <a:pt x="46845" y="7"/>
                  </a:cubicBezTo>
                  <a:cubicBezTo>
                    <a:pt x="46501" y="3"/>
                    <a:pt x="46158" y="1"/>
                    <a:pt x="45814"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27"/>
            <p:cNvSpPr/>
            <p:nvPr/>
          </p:nvSpPr>
          <p:spPr>
            <a:xfrm>
              <a:off x="5076700" y="-68598"/>
              <a:ext cx="4335896" cy="796099"/>
            </a:xfrm>
            <a:custGeom>
              <a:rect b="b" l="l" r="r" t="t"/>
              <a:pathLst>
                <a:path extrusionOk="0" h="27758" w="108350">
                  <a:moveTo>
                    <a:pt x="51648" y="1"/>
                  </a:moveTo>
                  <a:cubicBezTo>
                    <a:pt x="50846" y="407"/>
                    <a:pt x="50018" y="729"/>
                    <a:pt x="49203" y="1014"/>
                  </a:cubicBezTo>
                  <a:cubicBezTo>
                    <a:pt x="42065" y="3506"/>
                    <a:pt x="34586" y="3501"/>
                    <a:pt x="27241" y="3584"/>
                  </a:cubicBezTo>
                  <a:cubicBezTo>
                    <a:pt x="20757" y="3656"/>
                    <a:pt x="14163" y="3777"/>
                    <a:pt x="7797" y="5515"/>
                  </a:cubicBezTo>
                  <a:cubicBezTo>
                    <a:pt x="5715" y="6083"/>
                    <a:pt x="3438" y="6902"/>
                    <a:pt x="1858" y="8814"/>
                  </a:cubicBezTo>
                  <a:cubicBezTo>
                    <a:pt x="0" y="11058"/>
                    <a:pt x="83" y="14195"/>
                    <a:pt x="776" y="17107"/>
                  </a:cubicBezTo>
                  <a:cubicBezTo>
                    <a:pt x="2438" y="24097"/>
                    <a:pt x="7861" y="27758"/>
                    <a:pt x="13371" y="27758"/>
                  </a:cubicBezTo>
                  <a:cubicBezTo>
                    <a:pt x="13681" y="27758"/>
                    <a:pt x="13992" y="27746"/>
                    <a:pt x="14303" y="27723"/>
                  </a:cubicBezTo>
                  <a:cubicBezTo>
                    <a:pt x="20922" y="27226"/>
                    <a:pt x="26485" y="22282"/>
                    <a:pt x="32673" y="19847"/>
                  </a:cubicBezTo>
                  <a:cubicBezTo>
                    <a:pt x="36195" y="18461"/>
                    <a:pt x="39879" y="17578"/>
                    <a:pt x="43501" y="16728"/>
                  </a:cubicBezTo>
                  <a:cubicBezTo>
                    <a:pt x="47244" y="15849"/>
                    <a:pt x="51012" y="15131"/>
                    <a:pt x="54789" y="14515"/>
                  </a:cubicBezTo>
                  <a:cubicBezTo>
                    <a:pt x="62223" y="13302"/>
                    <a:pt x="69695" y="12486"/>
                    <a:pt x="77160" y="11610"/>
                  </a:cubicBezTo>
                  <a:cubicBezTo>
                    <a:pt x="86796" y="10479"/>
                    <a:pt x="96503" y="9420"/>
                    <a:pt x="106195" y="9420"/>
                  </a:cubicBezTo>
                  <a:cubicBezTo>
                    <a:pt x="106913" y="9420"/>
                    <a:pt x="107630" y="9426"/>
                    <a:pt x="108348" y="9438"/>
                  </a:cubicBezTo>
                  <a:lnTo>
                    <a:pt x="108348" y="4002"/>
                  </a:lnTo>
                  <a:cubicBezTo>
                    <a:pt x="108350" y="1793"/>
                    <a:pt x="106935" y="1"/>
                    <a:pt x="105190" y="1"/>
                  </a:cubicBezTo>
                  <a:lnTo>
                    <a:pt x="90762" y="1"/>
                  </a:lnTo>
                  <a:cubicBezTo>
                    <a:pt x="89703" y="1934"/>
                    <a:pt x="88395" y="3470"/>
                    <a:pt x="86599" y="4557"/>
                  </a:cubicBezTo>
                  <a:cubicBezTo>
                    <a:pt x="83877" y="6208"/>
                    <a:pt x="80880" y="7099"/>
                    <a:pt x="77918" y="7745"/>
                  </a:cubicBezTo>
                  <a:cubicBezTo>
                    <a:pt x="74349" y="8524"/>
                    <a:pt x="70756" y="9202"/>
                    <a:pt x="67162" y="9801"/>
                  </a:cubicBezTo>
                  <a:cubicBezTo>
                    <a:pt x="59627" y="11058"/>
                    <a:pt x="52047" y="11784"/>
                    <a:pt x="44534" y="13253"/>
                  </a:cubicBezTo>
                  <a:cubicBezTo>
                    <a:pt x="40916" y="13963"/>
                    <a:pt x="37300" y="14822"/>
                    <a:pt x="33793" y="16179"/>
                  </a:cubicBezTo>
                  <a:cubicBezTo>
                    <a:pt x="31120" y="17214"/>
                    <a:pt x="28648" y="18964"/>
                    <a:pt x="26050" y="20259"/>
                  </a:cubicBezTo>
                  <a:cubicBezTo>
                    <a:pt x="24092" y="21236"/>
                    <a:pt x="21957" y="22126"/>
                    <a:pt x="19819" y="22126"/>
                  </a:cubicBezTo>
                  <a:cubicBezTo>
                    <a:pt x="19398" y="22126"/>
                    <a:pt x="18976" y="22091"/>
                    <a:pt x="18556" y="22016"/>
                  </a:cubicBezTo>
                  <a:cubicBezTo>
                    <a:pt x="16742" y="21690"/>
                    <a:pt x="14667" y="20360"/>
                    <a:pt x="13727" y="18271"/>
                  </a:cubicBezTo>
                  <a:cubicBezTo>
                    <a:pt x="12111" y="14673"/>
                    <a:pt x="16343" y="12032"/>
                    <a:pt x="18335" y="10924"/>
                  </a:cubicBezTo>
                  <a:cubicBezTo>
                    <a:pt x="29038" y="4972"/>
                    <a:pt x="41116" y="7214"/>
                    <a:pt x="52462" y="6363"/>
                  </a:cubicBezTo>
                  <a:cubicBezTo>
                    <a:pt x="56489" y="6062"/>
                    <a:pt x="60477" y="5377"/>
                    <a:pt x="64377" y="4066"/>
                  </a:cubicBezTo>
                  <a:cubicBezTo>
                    <a:pt x="66858" y="3233"/>
                    <a:pt x="69388" y="2647"/>
                    <a:pt x="71900" y="1973"/>
                  </a:cubicBezTo>
                  <a:cubicBezTo>
                    <a:pt x="74066" y="1391"/>
                    <a:pt x="76235" y="775"/>
                    <a:pt x="78366"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27"/>
            <p:cNvSpPr/>
            <p:nvPr/>
          </p:nvSpPr>
          <p:spPr>
            <a:xfrm>
              <a:off x="-97224" y="320365"/>
              <a:ext cx="3996027" cy="864218"/>
            </a:xfrm>
            <a:custGeom>
              <a:rect b="b" l="l" r="r" t="t"/>
              <a:pathLst>
                <a:path extrusionOk="0" h="21596" w="99857">
                  <a:moveTo>
                    <a:pt x="65198" y="399"/>
                  </a:moveTo>
                  <a:cubicBezTo>
                    <a:pt x="72321" y="399"/>
                    <a:pt x="79621" y="1791"/>
                    <a:pt x="86922" y="4550"/>
                  </a:cubicBezTo>
                  <a:cubicBezTo>
                    <a:pt x="89575" y="5554"/>
                    <a:pt x="92653" y="6864"/>
                    <a:pt x="95348" y="8979"/>
                  </a:cubicBezTo>
                  <a:cubicBezTo>
                    <a:pt x="98235" y="11247"/>
                    <a:pt x="99428" y="13677"/>
                    <a:pt x="98898" y="16206"/>
                  </a:cubicBezTo>
                  <a:cubicBezTo>
                    <a:pt x="98311" y="18994"/>
                    <a:pt x="95759" y="19972"/>
                    <a:pt x="93599" y="20511"/>
                  </a:cubicBezTo>
                  <a:cubicBezTo>
                    <a:pt x="91491" y="21039"/>
                    <a:pt x="89309" y="21193"/>
                    <a:pt x="87246" y="21193"/>
                  </a:cubicBezTo>
                  <a:cubicBezTo>
                    <a:pt x="86217" y="21193"/>
                    <a:pt x="85218" y="21155"/>
                    <a:pt x="84273" y="21106"/>
                  </a:cubicBezTo>
                  <a:cubicBezTo>
                    <a:pt x="78503" y="20800"/>
                    <a:pt x="72921" y="19852"/>
                    <a:pt x="67683" y="18295"/>
                  </a:cubicBezTo>
                  <a:cubicBezTo>
                    <a:pt x="64541" y="17362"/>
                    <a:pt x="61400" y="16083"/>
                    <a:pt x="58362" y="14847"/>
                  </a:cubicBezTo>
                  <a:cubicBezTo>
                    <a:pt x="53266" y="12773"/>
                    <a:pt x="47995" y="10628"/>
                    <a:pt x="42530" y="10025"/>
                  </a:cubicBezTo>
                  <a:cubicBezTo>
                    <a:pt x="41682" y="9932"/>
                    <a:pt x="40859" y="9885"/>
                    <a:pt x="40058" y="9885"/>
                  </a:cubicBezTo>
                  <a:cubicBezTo>
                    <a:pt x="36646" y="9885"/>
                    <a:pt x="33636" y="10728"/>
                    <a:pt x="31087" y="12400"/>
                  </a:cubicBezTo>
                  <a:cubicBezTo>
                    <a:pt x="26728" y="15269"/>
                    <a:pt x="22197" y="17122"/>
                    <a:pt x="17235" y="18071"/>
                  </a:cubicBezTo>
                  <a:cubicBezTo>
                    <a:pt x="13172" y="18848"/>
                    <a:pt x="9086" y="19070"/>
                    <a:pt x="5424" y="19070"/>
                  </a:cubicBezTo>
                  <a:cubicBezTo>
                    <a:pt x="3631" y="19070"/>
                    <a:pt x="1941" y="19017"/>
                    <a:pt x="403" y="18949"/>
                  </a:cubicBezTo>
                  <a:lnTo>
                    <a:pt x="403" y="11532"/>
                  </a:lnTo>
                  <a:cubicBezTo>
                    <a:pt x="2361" y="12661"/>
                    <a:pt x="4594" y="13456"/>
                    <a:pt x="7045" y="13900"/>
                  </a:cubicBezTo>
                  <a:cubicBezTo>
                    <a:pt x="8672" y="14195"/>
                    <a:pt x="10356" y="14343"/>
                    <a:pt x="12121" y="14343"/>
                  </a:cubicBezTo>
                  <a:cubicBezTo>
                    <a:pt x="13968" y="14343"/>
                    <a:pt x="15904" y="14181"/>
                    <a:pt x="17957" y="13858"/>
                  </a:cubicBezTo>
                  <a:cubicBezTo>
                    <a:pt x="23076" y="13055"/>
                    <a:pt x="27790" y="10978"/>
                    <a:pt x="32121" y="8853"/>
                  </a:cubicBezTo>
                  <a:lnTo>
                    <a:pt x="32595" y="8620"/>
                  </a:lnTo>
                  <a:cubicBezTo>
                    <a:pt x="37243" y="6337"/>
                    <a:pt x="42049" y="3980"/>
                    <a:pt x="47066" y="2784"/>
                  </a:cubicBezTo>
                  <a:cubicBezTo>
                    <a:pt x="53031" y="1361"/>
                    <a:pt x="58397" y="590"/>
                    <a:pt x="63469" y="426"/>
                  </a:cubicBezTo>
                  <a:cubicBezTo>
                    <a:pt x="64044" y="408"/>
                    <a:pt x="64620" y="399"/>
                    <a:pt x="65198" y="399"/>
                  </a:cubicBezTo>
                  <a:close/>
                  <a:moveTo>
                    <a:pt x="65203" y="1"/>
                  </a:moveTo>
                  <a:cubicBezTo>
                    <a:pt x="64619" y="1"/>
                    <a:pt x="64036" y="10"/>
                    <a:pt x="63455" y="29"/>
                  </a:cubicBezTo>
                  <a:cubicBezTo>
                    <a:pt x="58355" y="192"/>
                    <a:pt x="52963" y="968"/>
                    <a:pt x="46970" y="2396"/>
                  </a:cubicBezTo>
                  <a:cubicBezTo>
                    <a:pt x="41911" y="3604"/>
                    <a:pt x="37084" y="5971"/>
                    <a:pt x="32416" y="8263"/>
                  </a:cubicBezTo>
                  <a:lnTo>
                    <a:pt x="31942" y="8496"/>
                  </a:lnTo>
                  <a:cubicBezTo>
                    <a:pt x="27640" y="10606"/>
                    <a:pt x="22957" y="12670"/>
                    <a:pt x="17892" y="13466"/>
                  </a:cubicBezTo>
                  <a:cubicBezTo>
                    <a:pt x="15860" y="13785"/>
                    <a:pt x="13946" y="13945"/>
                    <a:pt x="12120" y="13945"/>
                  </a:cubicBezTo>
                  <a:cubicBezTo>
                    <a:pt x="10379" y="13945"/>
                    <a:pt x="8719" y="13799"/>
                    <a:pt x="7116" y="13508"/>
                  </a:cubicBezTo>
                  <a:cubicBezTo>
                    <a:pt x="4584" y="13050"/>
                    <a:pt x="2294" y="12211"/>
                    <a:pt x="305" y="11012"/>
                  </a:cubicBezTo>
                  <a:lnTo>
                    <a:pt x="0" y="10828"/>
                  </a:lnTo>
                  <a:lnTo>
                    <a:pt x="0" y="19337"/>
                  </a:lnTo>
                  <a:lnTo>
                    <a:pt x="193" y="19345"/>
                  </a:lnTo>
                  <a:cubicBezTo>
                    <a:pt x="1788" y="19417"/>
                    <a:pt x="3552" y="19474"/>
                    <a:pt x="5427" y="19474"/>
                  </a:cubicBezTo>
                  <a:cubicBezTo>
                    <a:pt x="9110" y="19474"/>
                    <a:pt x="13220" y="19251"/>
                    <a:pt x="17311" y="18469"/>
                  </a:cubicBezTo>
                  <a:cubicBezTo>
                    <a:pt x="22324" y="17509"/>
                    <a:pt x="26904" y="15636"/>
                    <a:pt x="31309" y="12740"/>
                  </a:cubicBezTo>
                  <a:cubicBezTo>
                    <a:pt x="33791" y="11110"/>
                    <a:pt x="36725" y="10287"/>
                    <a:pt x="40058" y="10287"/>
                  </a:cubicBezTo>
                  <a:cubicBezTo>
                    <a:pt x="40845" y="10287"/>
                    <a:pt x="41654" y="10333"/>
                    <a:pt x="42485" y="10425"/>
                  </a:cubicBezTo>
                  <a:cubicBezTo>
                    <a:pt x="47895" y="11021"/>
                    <a:pt x="53139" y="13156"/>
                    <a:pt x="58211" y="15220"/>
                  </a:cubicBezTo>
                  <a:cubicBezTo>
                    <a:pt x="61257" y="16459"/>
                    <a:pt x="64408" y="17742"/>
                    <a:pt x="67568" y="18681"/>
                  </a:cubicBezTo>
                  <a:cubicBezTo>
                    <a:pt x="72838" y="20248"/>
                    <a:pt x="78452" y="21200"/>
                    <a:pt x="84253" y="21507"/>
                  </a:cubicBezTo>
                  <a:cubicBezTo>
                    <a:pt x="85207" y="21557"/>
                    <a:pt x="86216" y="21596"/>
                    <a:pt x="87255" y="21596"/>
                  </a:cubicBezTo>
                  <a:cubicBezTo>
                    <a:pt x="89341" y="21596"/>
                    <a:pt x="91554" y="21438"/>
                    <a:pt x="93697" y="20904"/>
                  </a:cubicBezTo>
                  <a:cubicBezTo>
                    <a:pt x="95795" y="20381"/>
                    <a:pt x="98654" y="19332"/>
                    <a:pt x="99293" y="16292"/>
                  </a:cubicBezTo>
                  <a:cubicBezTo>
                    <a:pt x="99857" y="13600"/>
                    <a:pt x="98614" y="11035"/>
                    <a:pt x="95596" y="8666"/>
                  </a:cubicBezTo>
                  <a:cubicBezTo>
                    <a:pt x="92859" y="6520"/>
                    <a:pt x="89747" y="5193"/>
                    <a:pt x="87062" y="4178"/>
                  </a:cubicBezTo>
                  <a:cubicBezTo>
                    <a:pt x="79719" y="1402"/>
                    <a:pt x="72371" y="1"/>
                    <a:pt x="652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 name="Google Shape;826;p27"/>
            <p:cNvGrpSpPr/>
            <p:nvPr/>
          </p:nvGrpSpPr>
          <p:grpSpPr>
            <a:xfrm>
              <a:off x="-97224" y="-222600"/>
              <a:ext cx="9377821" cy="2147740"/>
              <a:chOff x="-97224" y="-222600"/>
              <a:chExt cx="9377821" cy="2147740"/>
            </a:xfrm>
          </p:grpSpPr>
          <p:sp>
            <p:nvSpPr>
              <p:cNvPr id="827" name="Google Shape;827;p27"/>
              <p:cNvSpPr/>
              <p:nvPr/>
            </p:nvSpPr>
            <p:spPr>
              <a:xfrm>
                <a:off x="-89101" y="-150047"/>
                <a:ext cx="9361814" cy="2075187"/>
              </a:xfrm>
              <a:custGeom>
                <a:rect b="b" l="l" r="r" t="t"/>
                <a:pathLst>
                  <a:path extrusionOk="0" h="51857" w="233943">
                    <a:moveTo>
                      <a:pt x="114254" y="0"/>
                    </a:moveTo>
                    <a:cubicBezTo>
                      <a:pt x="113814" y="3337"/>
                      <a:pt x="107760" y="3970"/>
                      <a:pt x="105882" y="4185"/>
                    </a:cubicBezTo>
                    <a:cubicBezTo>
                      <a:pt x="103480" y="4463"/>
                      <a:pt x="101037" y="4580"/>
                      <a:pt x="98593" y="4580"/>
                    </a:cubicBezTo>
                    <a:cubicBezTo>
                      <a:pt x="96187" y="4580"/>
                      <a:pt x="93780" y="4466"/>
                      <a:pt x="91413" y="4277"/>
                    </a:cubicBezTo>
                    <a:cubicBezTo>
                      <a:pt x="83262" y="3622"/>
                      <a:pt x="75254" y="1586"/>
                      <a:pt x="67197" y="2"/>
                    </a:cubicBezTo>
                    <a:lnTo>
                      <a:pt x="3161" y="2"/>
                    </a:lnTo>
                    <a:cubicBezTo>
                      <a:pt x="1415" y="2"/>
                      <a:pt x="0" y="1794"/>
                      <a:pt x="0" y="4003"/>
                    </a:cubicBezTo>
                    <a:lnTo>
                      <a:pt x="0" y="12983"/>
                    </a:lnTo>
                    <a:cubicBezTo>
                      <a:pt x="752" y="13703"/>
                      <a:pt x="1532" y="14304"/>
                      <a:pt x="2202" y="14753"/>
                    </a:cubicBezTo>
                    <a:cubicBezTo>
                      <a:pt x="5867" y="17202"/>
                      <a:pt x="10108" y="17905"/>
                      <a:pt x="14266" y="17905"/>
                    </a:cubicBezTo>
                    <a:cubicBezTo>
                      <a:pt x="15542" y="17905"/>
                      <a:pt x="16811" y="17839"/>
                      <a:pt x="18052" y="17736"/>
                    </a:cubicBezTo>
                    <a:cubicBezTo>
                      <a:pt x="23329" y="17301"/>
                      <a:pt x="28524" y="16026"/>
                      <a:pt x="33704" y="14740"/>
                    </a:cubicBezTo>
                    <a:cubicBezTo>
                      <a:pt x="40948" y="12940"/>
                      <a:pt x="48135" y="10828"/>
                      <a:pt x="55442" y="9439"/>
                    </a:cubicBezTo>
                    <a:cubicBezTo>
                      <a:pt x="61321" y="8322"/>
                      <a:pt x="67233" y="7670"/>
                      <a:pt x="73167" y="7670"/>
                    </a:cubicBezTo>
                    <a:cubicBezTo>
                      <a:pt x="74688" y="7670"/>
                      <a:pt x="76210" y="7713"/>
                      <a:pt x="77734" y="7802"/>
                    </a:cubicBezTo>
                    <a:cubicBezTo>
                      <a:pt x="85106" y="8232"/>
                      <a:pt x="92423" y="9785"/>
                      <a:pt x="99530" y="12287"/>
                    </a:cubicBezTo>
                    <a:cubicBezTo>
                      <a:pt x="102317" y="13268"/>
                      <a:pt x="105115" y="14314"/>
                      <a:pt x="107858" y="15489"/>
                    </a:cubicBezTo>
                    <a:cubicBezTo>
                      <a:pt x="110332" y="16548"/>
                      <a:pt x="112809" y="17789"/>
                      <a:pt x="115004" y="19608"/>
                    </a:cubicBezTo>
                    <a:cubicBezTo>
                      <a:pt x="117824" y="21944"/>
                      <a:pt x="120303" y="25852"/>
                      <a:pt x="120226" y="30339"/>
                    </a:cubicBezTo>
                    <a:cubicBezTo>
                      <a:pt x="120101" y="37466"/>
                      <a:pt x="112935" y="40330"/>
                      <a:pt x="108516" y="41748"/>
                    </a:cubicBezTo>
                    <a:cubicBezTo>
                      <a:pt x="101630" y="43955"/>
                      <a:pt x="94414" y="44564"/>
                      <a:pt x="87337" y="44821"/>
                    </a:cubicBezTo>
                    <a:cubicBezTo>
                      <a:pt x="84855" y="44912"/>
                      <a:pt x="82371" y="44958"/>
                      <a:pt x="79887" y="44958"/>
                    </a:cubicBezTo>
                    <a:cubicBezTo>
                      <a:pt x="73140" y="44958"/>
                      <a:pt x="66393" y="44612"/>
                      <a:pt x="59673" y="43851"/>
                    </a:cubicBezTo>
                    <a:cubicBezTo>
                      <a:pt x="52128" y="42997"/>
                      <a:pt x="44620" y="41722"/>
                      <a:pt x="37128" y="40332"/>
                    </a:cubicBezTo>
                    <a:cubicBezTo>
                      <a:pt x="29596" y="38936"/>
                      <a:pt x="22076" y="37257"/>
                      <a:pt x="14513" y="36145"/>
                    </a:cubicBezTo>
                    <a:cubicBezTo>
                      <a:pt x="10469" y="35552"/>
                      <a:pt x="6279" y="35103"/>
                      <a:pt x="2100" y="35103"/>
                    </a:cubicBezTo>
                    <a:cubicBezTo>
                      <a:pt x="1400" y="35103"/>
                      <a:pt x="700" y="35116"/>
                      <a:pt x="0" y="35142"/>
                    </a:cubicBezTo>
                    <a:lnTo>
                      <a:pt x="0" y="41392"/>
                    </a:lnTo>
                    <a:cubicBezTo>
                      <a:pt x="3897" y="40406"/>
                      <a:pt x="7757" y="39113"/>
                      <a:pt x="11701" y="38520"/>
                    </a:cubicBezTo>
                    <a:cubicBezTo>
                      <a:pt x="12850" y="38347"/>
                      <a:pt x="14002" y="38268"/>
                      <a:pt x="15153" y="38268"/>
                    </a:cubicBezTo>
                    <a:cubicBezTo>
                      <a:pt x="18352" y="38268"/>
                      <a:pt x="21545" y="38880"/>
                      <a:pt x="24665" y="39789"/>
                    </a:cubicBezTo>
                    <a:cubicBezTo>
                      <a:pt x="29176" y="41103"/>
                      <a:pt x="33559" y="43015"/>
                      <a:pt x="37996" y="44675"/>
                    </a:cubicBezTo>
                    <a:cubicBezTo>
                      <a:pt x="42689" y="46433"/>
                      <a:pt x="47479" y="47692"/>
                      <a:pt x="52300" y="48740"/>
                    </a:cubicBezTo>
                    <a:cubicBezTo>
                      <a:pt x="61496" y="50745"/>
                      <a:pt x="70937" y="51857"/>
                      <a:pt x="80373" y="51857"/>
                    </a:cubicBezTo>
                    <a:cubicBezTo>
                      <a:pt x="91348" y="51857"/>
                      <a:pt x="102317" y="50352"/>
                      <a:pt x="112889" y="46997"/>
                    </a:cubicBezTo>
                    <a:cubicBezTo>
                      <a:pt x="122215" y="44038"/>
                      <a:pt x="130897" y="39216"/>
                      <a:pt x="139694" y="34414"/>
                    </a:cubicBezTo>
                    <a:cubicBezTo>
                      <a:pt x="143466" y="32352"/>
                      <a:pt x="147358" y="30634"/>
                      <a:pt x="151383" y="29556"/>
                    </a:cubicBezTo>
                    <a:cubicBezTo>
                      <a:pt x="155813" y="28370"/>
                      <a:pt x="160303" y="28105"/>
                      <a:pt x="164816" y="27914"/>
                    </a:cubicBezTo>
                    <a:cubicBezTo>
                      <a:pt x="167320" y="27807"/>
                      <a:pt x="169825" y="27756"/>
                      <a:pt x="172331" y="27756"/>
                    </a:cubicBezTo>
                    <a:cubicBezTo>
                      <a:pt x="189289" y="27756"/>
                      <a:pt x="206270" y="30094"/>
                      <a:pt x="222996" y="33398"/>
                    </a:cubicBezTo>
                    <a:cubicBezTo>
                      <a:pt x="226644" y="34116"/>
                      <a:pt x="230302" y="34924"/>
                      <a:pt x="233942" y="35864"/>
                    </a:cubicBezTo>
                    <a:lnTo>
                      <a:pt x="233942" y="9938"/>
                    </a:lnTo>
                    <a:cubicBezTo>
                      <a:pt x="233216" y="9925"/>
                      <a:pt x="232489" y="9919"/>
                      <a:pt x="231762" y="9919"/>
                    </a:cubicBezTo>
                    <a:cubicBezTo>
                      <a:pt x="219843" y="9919"/>
                      <a:pt x="207922" y="11530"/>
                      <a:pt x="196068" y="12904"/>
                    </a:cubicBezTo>
                    <a:cubicBezTo>
                      <a:pt x="188339" y="13801"/>
                      <a:pt x="180609" y="14806"/>
                      <a:pt x="172944" y="16393"/>
                    </a:cubicBezTo>
                    <a:cubicBezTo>
                      <a:pt x="169135" y="17181"/>
                      <a:pt x="165343" y="18112"/>
                      <a:pt x="161591" y="19260"/>
                    </a:cubicBezTo>
                    <a:cubicBezTo>
                      <a:pt x="158213" y="20291"/>
                      <a:pt x="155063" y="21813"/>
                      <a:pt x="151893" y="23606"/>
                    </a:cubicBezTo>
                    <a:cubicBezTo>
                      <a:pt x="147715" y="25970"/>
                      <a:pt x="143374" y="28204"/>
                      <a:pt x="138868" y="28204"/>
                    </a:cubicBezTo>
                    <a:cubicBezTo>
                      <a:pt x="137422" y="28204"/>
                      <a:pt x="135960" y="27974"/>
                      <a:pt x="134480" y="27445"/>
                    </a:cubicBezTo>
                    <a:cubicBezTo>
                      <a:pt x="129632" y="25711"/>
                      <a:pt x="125716" y="20547"/>
                      <a:pt x="125484" y="13951"/>
                    </a:cubicBezTo>
                    <a:cubicBezTo>
                      <a:pt x="125286" y="8300"/>
                      <a:pt x="129601" y="6027"/>
                      <a:pt x="133294" y="5020"/>
                    </a:cubicBezTo>
                    <a:cubicBezTo>
                      <a:pt x="139570" y="3307"/>
                      <a:pt x="146074" y="3151"/>
                      <a:pt x="152463" y="3078"/>
                    </a:cubicBezTo>
                    <a:cubicBezTo>
                      <a:pt x="160083" y="2991"/>
                      <a:pt x="167851" y="3042"/>
                      <a:pt x="175233" y="328"/>
                    </a:cubicBezTo>
                    <a:cubicBezTo>
                      <a:pt x="175511" y="226"/>
                      <a:pt x="175788" y="116"/>
                      <a:pt x="176066"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27"/>
              <p:cNvSpPr/>
              <p:nvPr/>
            </p:nvSpPr>
            <p:spPr>
              <a:xfrm>
                <a:off x="-97224" y="-222600"/>
                <a:ext cx="9377821" cy="2090634"/>
              </a:xfrm>
              <a:custGeom>
                <a:rect b="b" l="l" r="r" t="t"/>
                <a:pathLst>
                  <a:path extrusionOk="0" h="52243" w="234343">
                    <a:moveTo>
                      <a:pt x="67361" y="400"/>
                    </a:moveTo>
                    <a:cubicBezTo>
                      <a:pt x="69340" y="790"/>
                      <a:pt x="71349" y="1215"/>
                      <a:pt x="73292" y="1625"/>
                    </a:cubicBezTo>
                    <a:cubicBezTo>
                      <a:pt x="79265" y="2884"/>
                      <a:pt x="85439" y="4185"/>
                      <a:pt x="91598" y="4680"/>
                    </a:cubicBezTo>
                    <a:cubicBezTo>
                      <a:pt x="94144" y="4885"/>
                      <a:pt x="96537" y="4987"/>
                      <a:pt x="98805" y="4987"/>
                    </a:cubicBezTo>
                    <a:cubicBezTo>
                      <a:pt x="101387" y="4987"/>
                      <a:pt x="103808" y="4854"/>
                      <a:pt x="106108" y="4590"/>
                    </a:cubicBezTo>
                    <a:lnTo>
                      <a:pt x="106218" y="4577"/>
                    </a:lnTo>
                    <a:cubicBezTo>
                      <a:pt x="108158" y="4354"/>
                      <a:pt x="114000" y="3685"/>
                      <a:pt x="114628" y="406"/>
                    </a:cubicBezTo>
                    <a:lnTo>
                      <a:pt x="175193" y="406"/>
                    </a:lnTo>
                    <a:cubicBezTo>
                      <a:pt x="168249" y="2915"/>
                      <a:pt x="160889" y="2994"/>
                      <a:pt x="153768" y="3069"/>
                    </a:cubicBezTo>
                    <a:lnTo>
                      <a:pt x="152665" y="3082"/>
                    </a:lnTo>
                    <a:cubicBezTo>
                      <a:pt x="145764" y="3162"/>
                      <a:pt x="139551" y="3364"/>
                      <a:pt x="133446" y="5030"/>
                    </a:cubicBezTo>
                    <a:cubicBezTo>
                      <a:pt x="128003" y="6516"/>
                      <a:pt x="125326" y="9588"/>
                      <a:pt x="125487" y="14164"/>
                    </a:cubicBezTo>
                    <a:cubicBezTo>
                      <a:pt x="125709" y="20471"/>
                      <a:pt x="129379" y="25966"/>
                      <a:pt x="134618" y="27839"/>
                    </a:cubicBezTo>
                    <a:cubicBezTo>
                      <a:pt x="136131" y="28380"/>
                      <a:pt x="137619" y="28617"/>
                      <a:pt x="139091" y="28617"/>
                    </a:cubicBezTo>
                    <a:cubicBezTo>
                      <a:pt x="143547" y="28617"/>
                      <a:pt x="147847" y="26448"/>
                      <a:pt x="152196" y="23987"/>
                    </a:cubicBezTo>
                    <a:cubicBezTo>
                      <a:pt x="155813" y="21943"/>
                      <a:pt x="158880" y="20567"/>
                      <a:pt x="161854" y="19658"/>
                    </a:cubicBezTo>
                    <a:cubicBezTo>
                      <a:pt x="165379" y="18581"/>
                      <a:pt x="169085" y="17643"/>
                      <a:pt x="173189" y="16795"/>
                    </a:cubicBezTo>
                    <a:cubicBezTo>
                      <a:pt x="180974" y="15181"/>
                      <a:pt x="188894" y="14166"/>
                      <a:pt x="196294" y="13308"/>
                    </a:cubicBezTo>
                    <a:cubicBezTo>
                      <a:pt x="197767" y="13138"/>
                      <a:pt x="199245" y="12964"/>
                      <a:pt x="200722" y="12788"/>
                    </a:cubicBezTo>
                    <a:cubicBezTo>
                      <a:pt x="210970" y="11576"/>
                      <a:pt x="221543" y="10326"/>
                      <a:pt x="231999" y="10326"/>
                    </a:cubicBezTo>
                    <a:cubicBezTo>
                      <a:pt x="232648" y="10326"/>
                      <a:pt x="233296" y="10331"/>
                      <a:pt x="233944" y="10341"/>
                    </a:cubicBezTo>
                    <a:lnTo>
                      <a:pt x="233944" y="35809"/>
                    </a:lnTo>
                    <a:cubicBezTo>
                      <a:pt x="230629" y="34959"/>
                      <a:pt x="227123" y="34173"/>
                      <a:pt x="223236" y="33405"/>
                    </a:cubicBezTo>
                    <a:cubicBezTo>
                      <a:pt x="203906" y="29587"/>
                      <a:pt x="187591" y="27758"/>
                      <a:pt x="172597" y="27758"/>
                    </a:cubicBezTo>
                    <a:cubicBezTo>
                      <a:pt x="170032" y="27758"/>
                      <a:pt x="167505" y="27812"/>
                      <a:pt x="165009" y="27918"/>
                    </a:cubicBezTo>
                    <a:cubicBezTo>
                      <a:pt x="160422" y="28112"/>
                      <a:pt x="155941" y="28387"/>
                      <a:pt x="151533" y="29567"/>
                    </a:cubicBezTo>
                    <a:cubicBezTo>
                      <a:pt x="147826" y="30560"/>
                      <a:pt x="143986" y="32153"/>
                      <a:pt x="139798" y="34441"/>
                    </a:cubicBezTo>
                    <a:lnTo>
                      <a:pt x="138875" y="34945"/>
                    </a:lnTo>
                    <a:cubicBezTo>
                      <a:pt x="130584" y="39473"/>
                      <a:pt x="122011" y="44161"/>
                      <a:pt x="113029" y="47009"/>
                    </a:cubicBezTo>
                    <a:cubicBezTo>
                      <a:pt x="102889" y="50226"/>
                      <a:pt x="91919" y="51840"/>
                      <a:pt x="80509" y="51840"/>
                    </a:cubicBezTo>
                    <a:cubicBezTo>
                      <a:pt x="71401" y="51840"/>
                      <a:pt x="62013" y="50811"/>
                      <a:pt x="52541" y="48749"/>
                    </a:cubicBezTo>
                    <a:cubicBezTo>
                      <a:pt x="46930" y="47526"/>
                      <a:pt x="42394" y="46236"/>
                      <a:pt x="38264" y="44691"/>
                    </a:cubicBezTo>
                    <a:cubicBezTo>
                      <a:pt x="36953" y="44199"/>
                      <a:pt x="35624" y="43678"/>
                      <a:pt x="34338" y="43172"/>
                    </a:cubicBezTo>
                    <a:cubicBezTo>
                      <a:pt x="31276" y="41971"/>
                      <a:pt x="28107" y="40726"/>
                      <a:pt x="24921" y="39799"/>
                    </a:cubicBezTo>
                    <a:cubicBezTo>
                      <a:pt x="21414" y="38777"/>
                      <a:pt x="18247" y="38271"/>
                      <a:pt x="15326" y="38271"/>
                    </a:cubicBezTo>
                    <a:cubicBezTo>
                      <a:pt x="14137" y="38271"/>
                      <a:pt x="12987" y="38356"/>
                      <a:pt x="11874" y="38521"/>
                    </a:cubicBezTo>
                    <a:cubicBezTo>
                      <a:pt x="9119" y="38936"/>
                      <a:pt x="6366" y="39703"/>
                      <a:pt x="3703" y="40442"/>
                    </a:cubicBezTo>
                    <a:cubicBezTo>
                      <a:pt x="2622" y="40742"/>
                      <a:pt x="1508" y="41053"/>
                      <a:pt x="406" y="41335"/>
                    </a:cubicBezTo>
                    <a:lnTo>
                      <a:pt x="406" y="35538"/>
                    </a:lnTo>
                    <a:cubicBezTo>
                      <a:pt x="1027" y="35516"/>
                      <a:pt x="1658" y="35506"/>
                      <a:pt x="2301" y="35506"/>
                    </a:cubicBezTo>
                    <a:cubicBezTo>
                      <a:pt x="5902" y="35506"/>
                      <a:pt x="9901" y="35844"/>
                      <a:pt x="14687" y="36547"/>
                    </a:cubicBezTo>
                    <a:cubicBezTo>
                      <a:pt x="19745" y="37290"/>
                      <a:pt x="24868" y="38304"/>
                      <a:pt x="29822" y="39284"/>
                    </a:cubicBezTo>
                    <a:cubicBezTo>
                      <a:pt x="32271" y="39769"/>
                      <a:pt x="34802" y="40270"/>
                      <a:pt x="37296" y="40733"/>
                    </a:cubicBezTo>
                    <a:cubicBezTo>
                      <a:pt x="43914" y="41961"/>
                      <a:pt x="51770" y="43339"/>
                      <a:pt x="59854" y="44254"/>
                    </a:cubicBezTo>
                    <a:cubicBezTo>
                      <a:pt x="66359" y="44990"/>
                      <a:pt x="73165" y="45361"/>
                      <a:pt x="80163" y="45361"/>
                    </a:cubicBezTo>
                    <a:cubicBezTo>
                      <a:pt x="82603" y="45361"/>
                      <a:pt x="85067" y="45316"/>
                      <a:pt x="87550" y="45225"/>
                    </a:cubicBezTo>
                    <a:cubicBezTo>
                      <a:pt x="94026" y="44991"/>
                      <a:pt x="101613" y="44441"/>
                      <a:pt x="108780" y="42142"/>
                    </a:cubicBezTo>
                    <a:cubicBezTo>
                      <a:pt x="113810" y="40529"/>
                      <a:pt x="120508" y="37574"/>
                      <a:pt x="120629" y="30544"/>
                    </a:cubicBezTo>
                    <a:cubicBezTo>
                      <a:pt x="120696" y="26529"/>
                      <a:pt x="118718" y="22458"/>
                      <a:pt x="115334" y="19654"/>
                    </a:cubicBezTo>
                    <a:cubicBezTo>
                      <a:pt x="112985" y="17708"/>
                      <a:pt x="110379" y="16465"/>
                      <a:pt x="108140" y="15506"/>
                    </a:cubicBezTo>
                    <a:cubicBezTo>
                      <a:pt x="105719" y="14467"/>
                      <a:pt x="103070" y="13450"/>
                      <a:pt x="99798" y="12298"/>
                    </a:cubicBezTo>
                    <a:cubicBezTo>
                      <a:pt x="92520" y="9735"/>
                      <a:pt x="85169" y="8223"/>
                      <a:pt x="77949" y="7802"/>
                    </a:cubicBezTo>
                    <a:cubicBezTo>
                      <a:pt x="76425" y="7713"/>
                      <a:pt x="74890" y="7669"/>
                      <a:pt x="73339" y="7669"/>
                    </a:cubicBezTo>
                    <a:cubicBezTo>
                      <a:pt x="67706" y="7669"/>
                      <a:pt x="61863" y="8255"/>
                      <a:pt x="55605" y="9443"/>
                    </a:cubicBezTo>
                    <a:cubicBezTo>
                      <a:pt x="50502" y="10413"/>
                      <a:pt x="45374" y="11757"/>
                      <a:pt x="40416" y="13057"/>
                    </a:cubicBezTo>
                    <a:cubicBezTo>
                      <a:pt x="38267" y="13620"/>
                      <a:pt x="36046" y="14201"/>
                      <a:pt x="33857" y="14746"/>
                    </a:cubicBezTo>
                    <a:cubicBezTo>
                      <a:pt x="29050" y="15939"/>
                      <a:pt x="23603" y="17293"/>
                      <a:pt x="18238" y="17736"/>
                    </a:cubicBezTo>
                    <a:cubicBezTo>
                      <a:pt x="17038" y="17835"/>
                      <a:pt x="15751" y="17910"/>
                      <a:pt x="14415" y="17910"/>
                    </a:cubicBezTo>
                    <a:cubicBezTo>
                      <a:pt x="10534" y="17910"/>
                      <a:pt x="6246" y="17280"/>
                      <a:pt x="2517" y="14787"/>
                    </a:cubicBezTo>
                    <a:cubicBezTo>
                      <a:pt x="2004" y="14446"/>
                      <a:pt x="1229" y="13878"/>
                      <a:pt x="403" y="13098"/>
                    </a:cubicBezTo>
                    <a:lnTo>
                      <a:pt x="403" y="4204"/>
                    </a:lnTo>
                    <a:cubicBezTo>
                      <a:pt x="403" y="2108"/>
                      <a:pt x="1731" y="405"/>
                      <a:pt x="3364" y="405"/>
                    </a:cubicBezTo>
                    <a:lnTo>
                      <a:pt x="67361" y="400"/>
                    </a:lnTo>
                    <a:close/>
                    <a:moveTo>
                      <a:pt x="114278" y="0"/>
                    </a:moveTo>
                    <a:lnTo>
                      <a:pt x="114255" y="176"/>
                    </a:lnTo>
                    <a:cubicBezTo>
                      <a:pt x="113845" y="3294"/>
                      <a:pt x="108068" y="3957"/>
                      <a:pt x="106170" y="4175"/>
                    </a:cubicBezTo>
                    <a:lnTo>
                      <a:pt x="106061" y="4187"/>
                    </a:lnTo>
                    <a:cubicBezTo>
                      <a:pt x="103777" y="4451"/>
                      <a:pt x="101371" y="4582"/>
                      <a:pt x="98803" y="4582"/>
                    </a:cubicBezTo>
                    <a:cubicBezTo>
                      <a:pt x="96546" y="4582"/>
                      <a:pt x="94164" y="4481"/>
                      <a:pt x="91630" y="4277"/>
                    </a:cubicBezTo>
                    <a:cubicBezTo>
                      <a:pt x="85496" y="3785"/>
                      <a:pt x="79335" y="2485"/>
                      <a:pt x="73374" y="1229"/>
                    </a:cubicBezTo>
                    <a:cubicBezTo>
                      <a:pt x="71430" y="820"/>
                      <a:pt x="69420" y="395"/>
                      <a:pt x="67400" y="2"/>
                    </a:cubicBezTo>
                    <a:lnTo>
                      <a:pt x="3365" y="2"/>
                    </a:lnTo>
                    <a:cubicBezTo>
                      <a:pt x="1511" y="2"/>
                      <a:pt x="3" y="1889"/>
                      <a:pt x="3" y="4205"/>
                    </a:cubicBezTo>
                    <a:lnTo>
                      <a:pt x="3" y="13267"/>
                    </a:lnTo>
                    <a:lnTo>
                      <a:pt x="66" y="13327"/>
                    </a:lnTo>
                    <a:cubicBezTo>
                      <a:pt x="935" y="14157"/>
                      <a:pt x="1758" y="14760"/>
                      <a:pt x="2295" y="15120"/>
                    </a:cubicBezTo>
                    <a:cubicBezTo>
                      <a:pt x="6107" y="17668"/>
                      <a:pt x="10473" y="18312"/>
                      <a:pt x="14416" y="18312"/>
                    </a:cubicBezTo>
                    <a:cubicBezTo>
                      <a:pt x="15764" y="18312"/>
                      <a:pt x="17063" y="18236"/>
                      <a:pt x="18274" y="18136"/>
                    </a:cubicBezTo>
                    <a:cubicBezTo>
                      <a:pt x="23670" y="17692"/>
                      <a:pt x="29134" y="16335"/>
                      <a:pt x="33955" y="15136"/>
                    </a:cubicBezTo>
                    <a:cubicBezTo>
                      <a:pt x="36148" y="14591"/>
                      <a:pt x="38370" y="14008"/>
                      <a:pt x="40521" y="13444"/>
                    </a:cubicBezTo>
                    <a:cubicBezTo>
                      <a:pt x="45471" y="12145"/>
                      <a:pt x="50591" y="10802"/>
                      <a:pt x="55682" y="9836"/>
                    </a:cubicBezTo>
                    <a:cubicBezTo>
                      <a:pt x="61914" y="8652"/>
                      <a:pt x="67733" y="8068"/>
                      <a:pt x="73339" y="8068"/>
                    </a:cubicBezTo>
                    <a:cubicBezTo>
                      <a:pt x="74883" y="8068"/>
                      <a:pt x="76410" y="8112"/>
                      <a:pt x="77924" y="8200"/>
                    </a:cubicBezTo>
                    <a:cubicBezTo>
                      <a:pt x="85109" y="8620"/>
                      <a:pt x="92423" y="10126"/>
                      <a:pt x="99664" y="12674"/>
                    </a:cubicBezTo>
                    <a:cubicBezTo>
                      <a:pt x="102926" y="13823"/>
                      <a:pt x="105569" y="14839"/>
                      <a:pt x="107978" y="15872"/>
                    </a:cubicBezTo>
                    <a:cubicBezTo>
                      <a:pt x="110192" y="16820"/>
                      <a:pt x="112765" y="18046"/>
                      <a:pt x="115074" y="19959"/>
                    </a:cubicBezTo>
                    <a:cubicBezTo>
                      <a:pt x="118366" y="22686"/>
                      <a:pt x="120289" y="26638"/>
                      <a:pt x="120224" y="30531"/>
                    </a:cubicBezTo>
                    <a:cubicBezTo>
                      <a:pt x="120108" y="37304"/>
                      <a:pt x="113565" y="40179"/>
                      <a:pt x="108656" y="41753"/>
                    </a:cubicBezTo>
                    <a:cubicBezTo>
                      <a:pt x="101534" y="44037"/>
                      <a:pt x="93982" y="44584"/>
                      <a:pt x="87532" y="44818"/>
                    </a:cubicBezTo>
                    <a:cubicBezTo>
                      <a:pt x="85053" y="44908"/>
                      <a:pt x="82593" y="44953"/>
                      <a:pt x="80156" y="44953"/>
                    </a:cubicBezTo>
                    <a:cubicBezTo>
                      <a:pt x="73174" y="44953"/>
                      <a:pt x="66385" y="44584"/>
                      <a:pt x="59897" y="43849"/>
                    </a:cubicBezTo>
                    <a:cubicBezTo>
                      <a:pt x="51824" y="42936"/>
                      <a:pt x="43978" y="41560"/>
                      <a:pt x="37366" y="40335"/>
                    </a:cubicBezTo>
                    <a:cubicBezTo>
                      <a:pt x="34874" y="39874"/>
                      <a:pt x="32343" y="39371"/>
                      <a:pt x="29894" y="38889"/>
                    </a:cubicBezTo>
                    <a:cubicBezTo>
                      <a:pt x="24935" y="37906"/>
                      <a:pt x="19807" y="36891"/>
                      <a:pt x="14740" y="36147"/>
                    </a:cubicBezTo>
                    <a:cubicBezTo>
                      <a:pt x="9938" y="35440"/>
                      <a:pt x="5923" y="35101"/>
                      <a:pt x="2306" y="35101"/>
                    </a:cubicBezTo>
                    <a:cubicBezTo>
                      <a:pt x="1587" y="35101"/>
                      <a:pt x="884" y="35114"/>
                      <a:pt x="193" y="35141"/>
                    </a:cubicBezTo>
                    <a:lnTo>
                      <a:pt x="0" y="35148"/>
                    </a:lnTo>
                    <a:lnTo>
                      <a:pt x="0" y="41850"/>
                    </a:lnTo>
                    <a:lnTo>
                      <a:pt x="250" y="41789"/>
                    </a:lnTo>
                    <a:cubicBezTo>
                      <a:pt x="1438" y="41486"/>
                      <a:pt x="2642" y="41153"/>
                      <a:pt x="3807" y="40829"/>
                    </a:cubicBezTo>
                    <a:cubicBezTo>
                      <a:pt x="6459" y="40093"/>
                      <a:pt x="9201" y="39331"/>
                      <a:pt x="11931" y="38920"/>
                    </a:cubicBezTo>
                    <a:cubicBezTo>
                      <a:pt x="13025" y="38755"/>
                      <a:pt x="14155" y="38672"/>
                      <a:pt x="15326" y="38672"/>
                    </a:cubicBezTo>
                    <a:cubicBezTo>
                      <a:pt x="18207" y="38672"/>
                      <a:pt x="21339" y="39173"/>
                      <a:pt x="24808" y="40183"/>
                    </a:cubicBezTo>
                    <a:cubicBezTo>
                      <a:pt x="27977" y="41106"/>
                      <a:pt x="31136" y="42346"/>
                      <a:pt x="34192" y="43547"/>
                    </a:cubicBezTo>
                    <a:cubicBezTo>
                      <a:pt x="35480" y="44051"/>
                      <a:pt x="36810" y="44575"/>
                      <a:pt x="38124" y="45065"/>
                    </a:cubicBezTo>
                    <a:cubicBezTo>
                      <a:pt x="42272" y="46618"/>
                      <a:pt x="46826" y="47913"/>
                      <a:pt x="52458" y="49140"/>
                    </a:cubicBezTo>
                    <a:cubicBezTo>
                      <a:pt x="61960" y="51209"/>
                      <a:pt x="71376" y="52242"/>
                      <a:pt x="80515" y="52242"/>
                    </a:cubicBezTo>
                    <a:cubicBezTo>
                      <a:pt x="91963" y="52242"/>
                      <a:pt x="102972" y="50622"/>
                      <a:pt x="113151" y="47393"/>
                    </a:cubicBezTo>
                    <a:cubicBezTo>
                      <a:pt x="122171" y="44531"/>
                      <a:pt x="130760" y="39837"/>
                      <a:pt x="139068" y="35298"/>
                    </a:cubicBezTo>
                    <a:lnTo>
                      <a:pt x="139990" y="34794"/>
                    </a:lnTo>
                    <a:cubicBezTo>
                      <a:pt x="144149" y="32523"/>
                      <a:pt x="147959" y="30939"/>
                      <a:pt x="151635" y="29954"/>
                    </a:cubicBezTo>
                    <a:cubicBezTo>
                      <a:pt x="156001" y="28784"/>
                      <a:pt x="160459" y="28512"/>
                      <a:pt x="165023" y="28318"/>
                    </a:cubicBezTo>
                    <a:cubicBezTo>
                      <a:pt x="167510" y="28212"/>
                      <a:pt x="170027" y="28159"/>
                      <a:pt x="172583" y="28159"/>
                    </a:cubicBezTo>
                    <a:cubicBezTo>
                      <a:pt x="187551" y="28159"/>
                      <a:pt x="203846" y="29985"/>
                      <a:pt x="223155" y="33798"/>
                    </a:cubicBezTo>
                    <a:cubicBezTo>
                      <a:pt x="227133" y="34583"/>
                      <a:pt x="230708" y="35389"/>
                      <a:pt x="234091" y="36262"/>
                    </a:cubicBezTo>
                    <a:lnTo>
                      <a:pt x="234343" y="36327"/>
                    </a:lnTo>
                    <a:lnTo>
                      <a:pt x="234343" y="9942"/>
                    </a:lnTo>
                    <a:lnTo>
                      <a:pt x="234144" y="9938"/>
                    </a:lnTo>
                    <a:cubicBezTo>
                      <a:pt x="233436" y="9926"/>
                      <a:pt x="232728" y="9920"/>
                      <a:pt x="232019" y="9920"/>
                    </a:cubicBezTo>
                    <a:cubicBezTo>
                      <a:pt x="221533" y="9920"/>
                      <a:pt x="210937" y="11173"/>
                      <a:pt x="200668" y="12387"/>
                    </a:cubicBezTo>
                    <a:cubicBezTo>
                      <a:pt x="199192" y="12560"/>
                      <a:pt x="197716" y="12735"/>
                      <a:pt x="196241" y="12907"/>
                    </a:cubicBezTo>
                    <a:cubicBezTo>
                      <a:pt x="188833" y="13765"/>
                      <a:pt x="180900" y="14784"/>
                      <a:pt x="173099" y="16399"/>
                    </a:cubicBezTo>
                    <a:cubicBezTo>
                      <a:pt x="168984" y="17250"/>
                      <a:pt x="165266" y="18189"/>
                      <a:pt x="161730" y="19271"/>
                    </a:cubicBezTo>
                    <a:cubicBezTo>
                      <a:pt x="158729" y="20188"/>
                      <a:pt x="155634" y="21574"/>
                      <a:pt x="151992" y="23636"/>
                    </a:cubicBezTo>
                    <a:cubicBezTo>
                      <a:pt x="147694" y="26067"/>
                      <a:pt x="143448" y="28211"/>
                      <a:pt x="139076" y="28211"/>
                    </a:cubicBezTo>
                    <a:cubicBezTo>
                      <a:pt x="137648" y="28211"/>
                      <a:pt x="136206" y="27982"/>
                      <a:pt x="134745" y="27459"/>
                    </a:cubicBezTo>
                    <a:cubicBezTo>
                      <a:pt x="129659" y="25640"/>
                      <a:pt x="126097" y="20292"/>
                      <a:pt x="125882" y="14148"/>
                    </a:cubicBezTo>
                    <a:cubicBezTo>
                      <a:pt x="125729" y="9782"/>
                      <a:pt x="128305" y="6844"/>
                      <a:pt x="133544" y="5415"/>
                    </a:cubicBezTo>
                    <a:cubicBezTo>
                      <a:pt x="139606" y="3761"/>
                      <a:pt x="145790" y="3559"/>
                      <a:pt x="152664" y="3482"/>
                    </a:cubicBezTo>
                    <a:lnTo>
                      <a:pt x="153767" y="3469"/>
                    </a:lnTo>
                    <a:cubicBezTo>
                      <a:pt x="160981" y="3392"/>
                      <a:pt x="168439" y="3314"/>
                      <a:pt x="175499" y="719"/>
                    </a:cubicBezTo>
                    <a:cubicBezTo>
                      <a:pt x="175781" y="617"/>
                      <a:pt x="176061" y="506"/>
                      <a:pt x="176341" y="389"/>
                    </a:cubicBezTo>
                    <a:lnTo>
                      <a:pt x="1772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 name="Google Shape;829;p27"/>
            <p:cNvSpPr/>
            <p:nvPr/>
          </p:nvSpPr>
          <p:spPr>
            <a:xfrm>
              <a:off x="-97224" y="1267712"/>
              <a:ext cx="8367499" cy="1836163"/>
            </a:xfrm>
            <a:custGeom>
              <a:rect b="b" l="l" r="r" t="t"/>
              <a:pathLst>
                <a:path extrusionOk="0" h="45884" w="209096">
                  <a:moveTo>
                    <a:pt x="173615" y="405"/>
                  </a:moveTo>
                  <a:cubicBezTo>
                    <a:pt x="176375" y="405"/>
                    <a:pt x="179213" y="507"/>
                    <a:pt x="182050" y="829"/>
                  </a:cubicBezTo>
                  <a:cubicBezTo>
                    <a:pt x="188207" y="1528"/>
                    <a:pt x="194615" y="3672"/>
                    <a:pt x="201642" y="7381"/>
                  </a:cubicBezTo>
                  <a:lnTo>
                    <a:pt x="202000" y="7570"/>
                  </a:lnTo>
                  <a:cubicBezTo>
                    <a:pt x="204160" y="8703"/>
                    <a:pt x="207122" y="10258"/>
                    <a:pt x="208209" y="13014"/>
                  </a:cubicBezTo>
                  <a:cubicBezTo>
                    <a:pt x="208659" y="14157"/>
                    <a:pt x="208681" y="15157"/>
                    <a:pt x="208272" y="15990"/>
                  </a:cubicBezTo>
                  <a:cubicBezTo>
                    <a:pt x="207624" y="17309"/>
                    <a:pt x="205989" y="18018"/>
                    <a:pt x="204732" y="18381"/>
                  </a:cubicBezTo>
                  <a:cubicBezTo>
                    <a:pt x="201461" y="19325"/>
                    <a:pt x="198006" y="19797"/>
                    <a:pt x="194392" y="19797"/>
                  </a:cubicBezTo>
                  <a:cubicBezTo>
                    <a:pt x="190821" y="19797"/>
                    <a:pt x="187096" y="19336"/>
                    <a:pt x="183241" y="18415"/>
                  </a:cubicBezTo>
                  <a:cubicBezTo>
                    <a:pt x="179114" y="17429"/>
                    <a:pt x="174866" y="16057"/>
                    <a:pt x="170611" y="14337"/>
                  </a:cubicBezTo>
                  <a:cubicBezTo>
                    <a:pt x="166998" y="12878"/>
                    <a:pt x="163261" y="11368"/>
                    <a:pt x="159428" y="10535"/>
                  </a:cubicBezTo>
                  <a:cubicBezTo>
                    <a:pt x="157531" y="10122"/>
                    <a:pt x="155742" y="9916"/>
                    <a:pt x="154034" y="9916"/>
                  </a:cubicBezTo>
                  <a:cubicBezTo>
                    <a:pt x="152450" y="9916"/>
                    <a:pt x="150935" y="10094"/>
                    <a:pt x="149470" y="10449"/>
                  </a:cubicBezTo>
                  <a:cubicBezTo>
                    <a:pt x="145504" y="11411"/>
                    <a:pt x="142070" y="13874"/>
                    <a:pt x="138895" y="16316"/>
                  </a:cubicBezTo>
                  <a:cubicBezTo>
                    <a:pt x="136054" y="18501"/>
                    <a:pt x="133233" y="20858"/>
                    <a:pt x="130505" y="23139"/>
                  </a:cubicBezTo>
                  <a:cubicBezTo>
                    <a:pt x="126905" y="26149"/>
                    <a:pt x="123181" y="29264"/>
                    <a:pt x="119366" y="32010"/>
                  </a:cubicBezTo>
                  <a:cubicBezTo>
                    <a:pt x="107458" y="40580"/>
                    <a:pt x="92880" y="45107"/>
                    <a:pt x="76028" y="45462"/>
                  </a:cubicBezTo>
                  <a:cubicBezTo>
                    <a:pt x="75424" y="45475"/>
                    <a:pt x="74822" y="45482"/>
                    <a:pt x="74224" y="45482"/>
                  </a:cubicBezTo>
                  <a:cubicBezTo>
                    <a:pt x="58269" y="45482"/>
                    <a:pt x="44689" y="40929"/>
                    <a:pt x="33828" y="31942"/>
                  </a:cubicBezTo>
                  <a:cubicBezTo>
                    <a:pt x="27187" y="26448"/>
                    <a:pt x="20603" y="21405"/>
                    <a:pt x="13056" y="20088"/>
                  </a:cubicBezTo>
                  <a:cubicBezTo>
                    <a:pt x="11967" y="19897"/>
                    <a:pt x="10865" y="19801"/>
                    <a:pt x="9746" y="19801"/>
                  </a:cubicBezTo>
                  <a:cubicBezTo>
                    <a:pt x="6781" y="19801"/>
                    <a:pt x="3696" y="20474"/>
                    <a:pt x="406" y="21833"/>
                  </a:cubicBezTo>
                  <a:lnTo>
                    <a:pt x="406" y="14358"/>
                  </a:lnTo>
                  <a:cubicBezTo>
                    <a:pt x="1109" y="14230"/>
                    <a:pt x="1864" y="14110"/>
                    <a:pt x="2702" y="13993"/>
                  </a:cubicBezTo>
                  <a:cubicBezTo>
                    <a:pt x="5594" y="13588"/>
                    <a:pt x="8552" y="13414"/>
                    <a:pt x="11411" y="13245"/>
                  </a:cubicBezTo>
                  <a:lnTo>
                    <a:pt x="12958" y="13152"/>
                  </a:lnTo>
                  <a:cubicBezTo>
                    <a:pt x="15818" y="12978"/>
                    <a:pt x="18953" y="12785"/>
                    <a:pt x="22145" y="12785"/>
                  </a:cubicBezTo>
                  <a:cubicBezTo>
                    <a:pt x="23389" y="12785"/>
                    <a:pt x="24641" y="12814"/>
                    <a:pt x="25889" y="12885"/>
                  </a:cubicBezTo>
                  <a:cubicBezTo>
                    <a:pt x="29786" y="13104"/>
                    <a:pt x="33808" y="14150"/>
                    <a:pt x="38546" y="16169"/>
                  </a:cubicBezTo>
                  <a:cubicBezTo>
                    <a:pt x="52883" y="22283"/>
                    <a:pt x="69842" y="28659"/>
                    <a:pt x="86902" y="29591"/>
                  </a:cubicBezTo>
                  <a:cubicBezTo>
                    <a:pt x="88135" y="29659"/>
                    <a:pt x="89353" y="29692"/>
                    <a:pt x="90554" y="29692"/>
                  </a:cubicBezTo>
                  <a:cubicBezTo>
                    <a:pt x="97955" y="29692"/>
                    <a:pt x="104738" y="28414"/>
                    <a:pt x="110758" y="25880"/>
                  </a:cubicBezTo>
                  <a:cubicBezTo>
                    <a:pt x="117187" y="23174"/>
                    <a:pt x="123174" y="18993"/>
                    <a:pt x="128962" y="14950"/>
                  </a:cubicBezTo>
                  <a:cubicBezTo>
                    <a:pt x="130301" y="14015"/>
                    <a:pt x="131684" y="13050"/>
                    <a:pt x="133052" y="12117"/>
                  </a:cubicBezTo>
                  <a:cubicBezTo>
                    <a:pt x="136569" y="9716"/>
                    <a:pt x="140379" y="7249"/>
                    <a:pt x="144384" y="5460"/>
                  </a:cubicBezTo>
                  <a:cubicBezTo>
                    <a:pt x="148006" y="3842"/>
                    <a:pt x="151905" y="2608"/>
                    <a:pt x="155970" y="1792"/>
                  </a:cubicBezTo>
                  <a:cubicBezTo>
                    <a:pt x="159701" y="1042"/>
                    <a:pt x="163680" y="640"/>
                    <a:pt x="168868" y="486"/>
                  </a:cubicBezTo>
                  <a:cubicBezTo>
                    <a:pt x="170413" y="440"/>
                    <a:pt x="172001" y="405"/>
                    <a:pt x="173615" y="405"/>
                  </a:cubicBezTo>
                  <a:close/>
                  <a:moveTo>
                    <a:pt x="173609" y="0"/>
                  </a:moveTo>
                  <a:cubicBezTo>
                    <a:pt x="171993" y="0"/>
                    <a:pt x="170405" y="35"/>
                    <a:pt x="168858" y="80"/>
                  </a:cubicBezTo>
                  <a:cubicBezTo>
                    <a:pt x="163644" y="234"/>
                    <a:pt x="159645" y="639"/>
                    <a:pt x="155891" y="1393"/>
                  </a:cubicBezTo>
                  <a:cubicBezTo>
                    <a:pt x="151795" y="2216"/>
                    <a:pt x="147870" y="3459"/>
                    <a:pt x="144219" y="5088"/>
                  </a:cubicBezTo>
                  <a:cubicBezTo>
                    <a:pt x="140186" y="6888"/>
                    <a:pt x="136359" y="9369"/>
                    <a:pt x="132824" y="11781"/>
                  </a:cubicBezTo>
                  <a:cubicBezTo>
                    <a:pt x="131454" y="12715"/>
                    <a:pt x="130070" y="13683"/>
                    <a:pt x="128732" y="14617"/>
                  </a:cubicBezTo>
                  <a:cubicBezTo>
                    <a:pt x="122961" y="18648"/>
                    <a:pt x="116993" y="22817"/>
                    <a:pt x="110602" y="25506"/>
                  </a:cubicBezTo>
                  <a:cubicBezTo>
                    <a:pt x="104631" y="28019"/>
                    <a:pt x="97899" y="29287"/>
                    <a:pt x="90554" y="29287"/>
                  </a:cubicBezTo>
                  <a:cubicBezTo>
                    <a:pt x="89360" y="29287"/>
                    <a:pt x="88149" y="29254"/>
                    <a:pt x="86923" y="29187"/>
                  </a:cubicBezTo>
                  <a:cubicBezTo>
                    <a:pt x="69926" y="28261"/>
                    <a:pt x="53010" y="21898"/>
                    <a:pt x="38703" y="15797"/>
                  </a:cubicBezTo>
                  <a:cubicBezTo>
                    <a:pt x="33922" y="13758"/>
                    <a:pt x="29857" y="12704"/>
                    <a:pt x="25911" y="12481"/>
                  </a:cubicBezTo>
                  <a:cubicBezTo>
                    <a:pt x="24653" y="12410"/>
                    <a:pt x="23392" y="12381"/>
                    <a:pt x="22140" y="12381"/>
                  </a:cubicBezTo>
                  <a:cubicBezTo>
                    <a:pt x="18938" y="12381"/>
                    <a:pt x="15797" y="12572"/>
                    <a:pt x="12931" y="12748"/>
                  </a:cubicBezTo>
                  <a:lnTo>
                    <a:pt x="11384" y="12841"/>
                  </a:lnTo>
                  <a:cubicBezTo>
                    <a:pt x="8518" y="13010"/>
                    <a:pt x="5551" y="13184"/>
                    <a:pt x="2644" y="13591"/>
                  </a:cubicBezTo>
                  <a:cubicBezTo>
                    <a:pt x="1731" y="13718"/>
                    <a:pt x="921" y="13848"/>
                    <a:pt x="165" y="13990"/>
                  </a:cubicBezTo>
                  <a:lnTo>
                    <a:pt x="0" y="14020"/>
                  </a:lnTo>
                  <a:lnTo>
                    <a:pt x="0" y="22434"/>
                  </a:lnTo>
                  <a:lnTo>
                    <a:pt x="280" y="22317"/>
                  </a:lnTo>
                  <a:cubicBezTo>
                    <a:pt x="3624" y="20902"/>
                    <a:pt x="6748" y="20202"/>
                    <a:pt x="9745" y="20202"/>
                  </a:cubicBezTo>
                  <a:cubicBezTo>
                    <a:pt x="10841" y="20202"/>
                    <a:pt x="11920" y="20296"/>
                    <a:pt x="12987" y="20482"/>
                  </a:cubicBezTo>
                  <a:cubicBezTo>
                    <a:pt x="20436" y="21784"/>
                    <a:pt x="26975" y="26792"/>
                    <a:pt x="33571" y="32250"/>
                  </a:cubicBezTo>
                  <a:cubicBezTo>
                    <a:pt x="44508" y="41302"/>
                    <a:pt x="58178" y="45884"/>
                    <a:pt x="74230" y="45884"/>
                  </a:cubicBezTo>
                  <a:cubicBezTo>
                    <a:pt x="74828" y="45884"/>
                    <a:pt x="75434" y="45878"/>
                    <a:pt x="76041" y="45864"/>
                  </a:cubicBezTo>
                  <a:cubicBezTo>
                    <a:pt x="92973" y="45507"/>
                    <a:pt x="107630" y="40953"/>
                    <a:pt x="119603" y="32334"/>
                  </a:cubicBezTo>
                  <a:cubicBezTo>
                    <a:pt x="123430" y="29580"/>
                    <a:pt x="127160" y="26462"/>
                    <a:pt x="130767" y="23446"/>
                  </a:cubicBezTo>
                  <a:cubicBezTo>
                    <a:pt x="133490" y="21168"/>
                    <a:pt x="136306" y="18812"/>
                    <a:pt x="139143" y="16633"/>
                  </a:cubicBezTo>
                  <a:cubicBezTo>
                    <a:pt x="142286" y="14218"/>
                    <a:pt x="145678" y="11782"/>
                    <a:pt x="149569" y="10839"/>
                  </a:cubicBezTo>
                  <a:cubicBezTo>
                    <a:pt x="151002" y="10492"/>
                    <a:pt x="152486" y="10318"/>
                    <a:pt x="154040" y="10318"/>
                  </a:cubicBezTo>
                  <a:cubicBezTo>
                    <a:pt x="155718" y="10318"/>
                    <a:pt x="157477" y="10521"/>
                    <a:pt x="159345" y="10926"/>
                  </a:cubicBezTo>
                  <a:cubicBezTo>
                    <a:pt x="163146" y="11754"/>
                    <a:pt x="166866" y="13255"/>
                    <a:pt x="170463" y="14710"/>
                  </a:cubicBezTo>
                  <a:cubicBezTo>
                    <a:pt x="174735" y="16434"/>
                    <a:pt x="179004" y="17813"/>
                    <a:pt x="183149" y="18805"/>
                  </a:cubicBezTo>
                  <a:cubicBezTo>
                    <a:pt x="187035" y="19734"/>
                    <a:pt x="190791" y="20198"/>
                    <a:pt x="194393" y="20198"/>
                  </a:cubicBezTo>
                  <a:cubicBezTo>
                    <a:pt x="198045" y="20198"/>
                    <a:pt x="201538" y="19721"/>
                    <a:pt x="204846" y="18766"/>
                  </a:cubicBezTo>
                  <a:cubicBezTo>
                    <a:pt x="206788" y="18205"/>
                    <a:pt x="208062" y="17332"/>
                    <a:pt x="208634" y="16167"/>
                  </a:cubicBezTo>
                  <a:cubicBezTo>
                    <a:pt x="209095" y="15229"/>
                    <a:pt x="209080" y="14117"/>
                    <a:pt x="208584" y="12865"/>
                  </a:cubicBezTo>
                  <a:cubicBezTo>
                    <a:pt x="207441" y="9969"/>
                    <a:pt x="204404" y="8376"/>
                    <a:pt x="202188" y="7211"/>
                  </a:cubicBezTo>
                  <a:lnTo>
                    <a:pt x="201831" y="7024"/>
                  </a:lnTo>
                  <a:cubicBezTo>
                    <a:pt x="194760" y="3289"/>
                    <a:pt x="188306" y="1132"/>
                    <a:pt x="182098" y="427"/>
                  </a:cubicBezTo>
                  <a:cubicBezTo>
                    <a:pt x="179239" y="102"/>
                    <a:pt x="176384" y="0"/>
                    <a:pt x="1736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27"/>
            <p:cNvSpPr/>
            <p:nvPr/>
          </p:nvSpPr>
          <p:spPr>
            <a:xfrm>
              <a:off x="-97184" y="2373130"/>
              <a:ext cx="807313" cy="330705"/>
            </a:xfrm>
            <a:custGeom>
              <a:rect b="b" l="l" r="r" t="t"/>
              <a:pathLst>
                <a:path extrusionOk="0" h="8264" w="20174">
                  <a:moveTo>
                    <a:pt x="10888" y="404"/>
                  </a:moveTo>
                  <a:cubicBezTo>
                    <a:pt x="11749" y="404"/>
                    <a:pt x="12597" y="461"/>
                    <a:pt x="13422" y="602"/>
                  </a:cubicBezTo>
                  <a:cubicBezTo>
                    <a:pt x="15472" y="954"/>
                    <a:pt x="17153" y="1897"/>
                    <a:pt x="18413" y="3404"/>
                  </a:cubicBezTo>
                  <a:cubicBezTo>
                    <a:pt x="19054" y="4170"/>
                    <a:pt x="19787" y="5267"/>
                    <a:pt x="19634" y="6147"/>
                  </a:cubicBezTo>
                  <a:cubicBezTo>
                    <a:pt x="19567" y="6546"/>
                    <a:pt x="19324" y="6863"/>
                    <a:pt x="18894" y="7118"/>
                  </a:cubicBezTo>
                  <a:cubicBezTo>
                    <a:pt x="17704" y="7820"/>
                    <a:pt x="16206" y="7861"/>
                    <a:pt x="14950" y="7861"/>
                  </a:cubicBezTo>
                  <a:cubicBezTo>
                    <a:pt x="14860" y="7861"/>
                    <a:pt x="14771" y="7861"/>
                    <a:pt x="14684" y="7861"/>
                  </a:cubicBezTo>
                  <a:cubicBezTo>
                    <a:pt x="13289" y="7856"/>
                    <a:pt x="11866" y="7753"/>
                    <a:pt x="10488" y="7653"/>
                  </a:cubicBezTo>
                  <a:cubicBezTo>
                    <a:pt x="9887" y="7608"/>
                    <a:pt x="9287" y="7565"/>
                    <a:pt x="8687" y="7529"/>
                  </a:cubicBezTo>
                  <a:cubicBezTo>
                    <a:pt x="5827" y="7359"/>
                    <a:pt x="3245" y="7206"/>
                    <a:pt x="649" y="7206"/>
                  </a:cubicBezTo>
                  <a:cubicBezTo>
                    <a:pt x="568" y="7206"/>
                    <a:pt x="486" y="7206"/>
                    <a:pt x="405" y="7206"/>
                  </a:cubicBezTo>
                  <a:lnTo>
                    <a:pt x="405" y="1428"/>
                  </a:lnTo>
                  <a:cubicBezTo>
                    <a:pt x="2017" y="1368"/>
                    <a:pt x="3674" y="1139"/>
                    <a:pt x="5280" y="919"/>
                  </a:cubicBezTo>
                  <a:cubicBezTo>
                    <a:pt x="7141" y="665"/>
                    <a:pt x="9044" y="404"/>
                    <a:pt x="10888" y="404"/>
                  </a:cubicBezTo>
                  <a:close/>
                  <a:moveTo>
                    <a:pt x="10888" y="1"/>
                  </a:moveTo>
                  <a:cubicBezTo>
                    <a:pt x="9018" y="1"/>
                    <a:pt x="7099" y="265"/>
                    <a:pt x="5223" y="522"/>
                  </a:cubicBezTo>
                  <a:cubicBezTo>
                    <a:pt x="3564" y="751"/>
                    <a:pt x="1848" y="984"/>
                    <a:pt x="195" y="1034"/>
                  </a:cubicBezTo>
                  <a:lnTo>
                    <a:pt x="1" y="1039"/>
                  </a:lnTo>
                  <a:lnTo>
                    <a:pt x="1" y="7612"/>
                  </a:lnTo>
                  <a:lnTo>
                    <a:pt x="202" y="7612"/>
                  </a:lnTo>
                  <a:cubicBezTo>
                    <a:pt x="266" y="7612"/>
                    <a:pt x="330" y="7612"/>
                    <a:pt x="393" y="7612"/>
                  </a:cubicBezTo>
                  <a:cubicBezTo>
                    <a:pt x="3056" y="7612"/>
                    <a:pt x="5717" y="7756"/>
                    <a:pt x="8664" y="7932"/>
                  </a:cubicBezTo>
                  <a:cubicBezTo>
                    <a:pt x="9261" y="7968"/>
                    <a:pt x="9860" y="8012"/>
                    <a:pt x="10460" y="8055"/>
                  </a:cubicBezTo>
                  <a:cubicBezTo>
                    <a:pt x="11844" y="8155"/>
                    <a:pt x="13275" y="8259"/>
                    <a:pt x="14682" y="8264"/>
                  </a:cubicBezTo>
                  <a:lnTo>
                    <a:pt x="14998" y="8264"/>
                  </a:lnTo>
                  <a:cubicBezTo>
                    <a:pt x="16295" y="8264"/>
                    <a:pt x="17831" y="8211"/>
                    <a:pt x="19096" y="7463"/>
                  </a:cubicBezTo>
                  <a:cubicBezTo>
                    <a:pt x="19626" y="7152"/>
                    <a:pt x="19940" y="6730"/>
                    <a:pt x="20030" y="6216"/>
                  </a:cubicBezTo>
                  <a:cubicBezTo>
                    <a:pt x="20173" y="5387"/>
                    <a:pt x="19732" y="4354"/>
                    <a:pt x="18720" y="3145"/>
                  </a:cubicBezTo>
                  <a:cubicBezTo>
                    <a:pt x="17395" y="1562"/>
                    <a:pt x="15637" y="574"/>
                    <a:pt x="13488" y="205"/>
                  </a:cubicBezTo>
                  <a:cubicBezTo>
                    <a:pt x="12639" y="59"/>
                    <a:pt x="11769" y="1"/>
                    <a:pt x="108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27"/>
            <p:cNvSpPr/>
            <p:nvPr/>
          </p:nvSpPr>
          <p:spPr>
            <a:xfrm>
              <a:off x="-97104" y="2027935"/>
              <a:ext cx="9377861" cy="2035410"/>
            </a:xfrm>
            <a:custGeom>
              <a:rect b="b" l="l" r="r" t="t"/>
              <a:pathLst>
                <a:path extrusionOk="0" h="50863" w="234344">
                  <a:moveTo>
                    <a:pt x="233940" y="621"/>
                  </a:moveTo>
                  <a:lnTo>
                    <a:pt x="233940" y="12077"/>
                  </a:lnTo>
                  <a:cubicBezTo>
                    <a:pt x="232371" y="13846"/>
                    <a:pt x="230619" y="15358"/>
                    <a:pt x="228734" y="16565"/>
                  </a:cubicBezTo>
                  <a:cubicBezTo>
                    <a:pt x="224484" y="19289"/>
                    <a:pt x="219376" y="20857"/>
                    <a:pt x="213122" y="21360"/>
                  </a:cubicBezTo>
                  <a:cubicBezTo>
                    <a:pt x="211653" y="21479"/>
                    <a:pt x="210146" y="21539"/>
                    <a:pt x="208580" y="21539"/>
                  </a:cubicBezTo>
                  <a:cubicBezTo>
                    <a:pt x="205000" y="21539"/>
                    <a:pt x="201109" y="21226"/>
                    <a:pt x="196647" y="20590"/>
                  </a:cubicBezTo>
                  <a:lnTo>
                    <a:pt x="196529" y="20574"/>
                  </a:lnTo>
                  <a:cubicBezTo>
                    <a:pt x="194477" y="20283"/>
                    <a:pt x="192356" y="19981"/>
                    <a:pt x="190306" y="19457"/>
                  </a:cubicBezTo>
                  <a:cubicBezTo>
                    <a:pt x="188131" y="18901"/>
                    <a:pt x="186302" y="18457"/>
                    <a:pt x="184446" y="18095"/>
                  </a:cubicBezTo>
                  <a:cubicBezTo>
                    <a:pt x="182413" y="17700"/>
                    <a:pt x="180221" y="17338"/>
                    <a:pt x="178016" y="17338"/>
                  </a:cubicBezTo>
                  <a:cubicBezTo>
                    <a:pt x="177942" y="17338"/>
                    <a:pt x="177867" y="17339"/>
                    <a:pt x="177792" y="17340"/>
                  </a:cubicBezTo>
                  <a:cubicBezTo>
                    <a:pt x="176496" y="17354"/>
                    <a:pt x="174542" y="17378"/>
                    <a:pt x="173323" y="18637"/>
                  </a:cubicBezTo>
                  <a:cubicBezTo>
                    <a:pt x="172261" y="19733"/>
                    <a:pt x="172397" y="21555"/>
                    <a:pt x="173080" y="22788"/>
                  </a:cubicBezTo>
                  <a:cubicBezTo>
                    <a:pt x="174004" y="24459"/>
                    <a:pt x="175665" y="25395"/>
                    <a:pt x="177319" y="26158"/>
                  </a:cubicBezTo>
                  <a:cubicBezTo>
                    <a:pt x="180088" y="27433"/>
                    <a:pt x="183032" y="28076"/>
                    <a:pt x="185878" y="28699"/>
                  </a:cubicBezTo>
                  <a:cubicBezTo>
                    <a:pt x="186544" y="28844"/>
                    <a:pt x="187205" y="28990"/>
                    <a:pt x="187866" y="29142"/>
                  </a:cubicBezTo>
                  <a:cubicBezTo>
                    <a:pt x="191326" y="29942"/>
                    <a:pt x="194903" y="30405"/>
                    <a:pt x="198362" y="30852"/>
                  </a:cubicBezTo>
                  <a:lnTo>
                    <a:pt x="199879" y="31048"/>
                  </a:lnTo>
                  <a:cubicBezTo>
                    <a:pt x="203501" y="31524"/>
                    <a:pt x="207493" y="31975"/>
                    <a:pt x="212443" y="32469"/>
                  </a:cubicBezTo>
                  <a:cubicBezTo>
                    <a:pt x="216296" y="32854"/>
                    <a:pt x="220110" y="33192"/>
                    <a:pt x="223683" y="33505"/>
                  </a:cubicBezTo>
                  <a:cubicBezTo>
                    <a:pt x="226437" y="33747"/>
                    <a:pt x="229366" y="34040"/>
                    <a:pt x="232268" y="34727"/>
                  </a:cubicBezTo>
                  <a:cubicBezTo>
                    <a:pt x="232812" y="34856"/>
                    <a:pt x="233374" y="35011"/>
                    <a:pt x="233940" y="35186"/>
                  </a:cubicBezTo>
                  <a:lnTo>
                    <a:pt x="233940" y="50330"/>
                  </a:lnTo>
                  <a:cubicBezTo>
                    <a:pt x="227593" y="48509"/>
                    <a:pt x="220754" y="46238"/>
                    <a:pt x="213042" y="43386"/>
                  </a:cubicBezTo>
                  <a:cubicBezTo>
                    <a:pt x="208088" y="41555"/>
                    <a:pt x="202988" y="39512"/>
                    <a:pt x="197884" y="37317"/>
                  </a:cubicBezTo>
                  <a:cubicBezTo>
                    <a:pt x="195613" y="36339"/>
                    <a:pt x="193318" y="35281"/>
                    <a:pt x="191099" y="34257"/>
                  </a:cubicBezTo>
                  <a:cubicBezTo>
                    <a:pt x="188401" y="33014"/>
                    <a:pt x="185611" y="31726"/>
                    <a:pt x="182833" y="30573"/>
                  </a:cubicBezTo>
                  <a:cubicBezTo>
                    <a:pt x="172649" y="26340"/>
                    <a:pt x="162754" y="24195"/>
                    <a:pt x="153409" y="24195"/>
                  </a:cubicBezTo>
                  <a:cubicBezTo>
                    <a:pt x="153178" y="24195"/>
                    <a:pt x="152948" y="24197"/>
                    <a:pt x="152719" y="24198"/>
                  </a:cubicBezTo>
                  <a:cubicBezTo>
                    <a:pt x="142080" y="24319"/>
                    <a:pt x="132064" y="27884"/>
                    <a:pt x="122824" y="31721"/>
                  </a:cubicBezTo>
                  <a:cubicBezTo>
                    <a:pt x="112729" y="35913"/>
                    <a:pt x="102805" y="39822"/>
                    <a:pt x="92400" y="41608"/>
                  </a:cubicBezTo>
                  <a:cubicBezTo>
                    <a:pt x="82867" y="43244"/>
                    <a:pt x="72721" y="44299"/>
                    <a:pt x="61383" y="44830"/>
                  </a:cubicBezTo>
                  <a:cubicBezTo>
                    <a:pt x="58519" y="44965"/>
                    <a:pt x="55783" y="45032"/>
                    <a:pt x="53152" y="45032"/>
                  </a:cubicBezTo>
                  <a:cubicBezTo>
                    <a:pt x="45012" y="45032"/>
                    <a:pt x="37887" y="44383"/>
                    <a:pt x="31169" y="43050"/>
                  </a:cubicBezTo>
                  <a:cubicBezTo>
                    <a:pt x="24718" y="41770"/>
                    <a:pt x="18066" y="39641"/>
                    <a:pt x="11397" y="36720"/>
                  </a:cubicBezTo>
                  <a:cubicBezTo>
                    <a:pt x="7680" y="35093"/>
                    <a:pt x="3780" y="33224"/>
                    <a:pt x="405" y="30582"/>
                  </a:cubicBezTo>
                  <a:lnTo>
                    <a:pt x="405" y="21725"/>
                  </a:lnTo>
                  <a:cubicBezTo>
                    <a:pt x="5173" y="23118"/>
                    <a:pt x="10001" y="24631"/>
                    <a:pt x="14673" y="26094"/>
                  </a:cubicBezTo>
                  <a:cubicBezTo>
                    <a:pt x="18472" y="27283"/>
                    <a:pt x="22397" y="28512"/>
                    <a:pt x="26269" y="29670"/>
                  </a:cubicBezTo>
                  <a:cubicBezTo>
                    <a:pt x="42759" y="34607"/>
                    <a:pt x="58954" y="38982"/>
                    <a:pt x="74991" y="38982"/>
                  </a:cubicBezTo>
                  <a:cubicBezTo>
                    <a:pt x="78823" y="38982"/>
                    <a:pt x="82649" y="38732"/>
                    <a:pt x="86466" y="38179"/>
                  </a:cubicBezTo>
                  <a:cubicBezTo>
                    <a:pt x="95509" y="36872"/>
                    <a:pt x="104228" y="33938"/>
                    <a:pt x="112383" y="29455"/>
                  </a:cubicBezTo>
                  <a:cubicBezTo>
                    <a:pt x="116730" y="27066"/>
                    <a:pt x="120985" y="24195"/>
                    <a:pt x="125029" y="20922"/>
                  </a:cubicBezTo>
                  <a:cubicBezTo>
                    <a:pt x="126767" y="19511"/>
                    <a:pt x="128488" y="17994"/>
                    <a:pt x="130152" y="16524"/>
                  </a:cubicBezTo>
                  <a:cubicBezTo>
                    <a:pt x="131788" y="15078"/>
                    <a:pt x="133483" y="13582"/>
                    <a:pt x="135190" y="12196"/>
                  </a:cubicBezTo>
                  <a:cubicBezTo>
                    <a:pt x="137654" y="10200"/>
                    <a:pt x="140969" y="7788"/>
                    <a:pt x="144768" y="6873"/>
                  </a:cubicBezTo>
                  <a:cubicBezTo>
                    <a:pt x="145990" y="6580"/>
                    <a:pt x="147258" y="6432"/>
                    <a:pt x="148594" y="6432"/>
                  </a:cubicBezTo>
                  <a:cubicBezTo>
                    <a:pt x="151134" y="6432"/>
                    <a:pt x="153922" y="6966"/>
                    <a:pt x="157120" y="8052"/>
                  </a:cubicBezTo>
                  <a:cubicBezTo>
                    <a:pt x="165254" y="10813"/>
                    <a:pt x="174727" y="13878"/>
                    <a:pt x="184226" y="15304"/>
                  </a:cubicBezTo>
                  <a:cubicBezTo>
                    <a:pt x="187914" y="15858"/>
                    <a:pt x="191419" y="16136"/>
                    <a:pt x="194766" y="16136"/>
                  </a:cubicBezTo>
                  <a:cubicBezTo>
                    <a:pt x="200932" y="16136"/>
                    <a:pt x="206557" y="15192"/>
                    <a:pt x="211781" y="13295"/>
                  </a:cubicBezTo>
                  <a:cubicBezTo>
                    <a:pt x="216509" y="11579"/>
                    <a:pt x="220789" y="8892"/>
                    <a:pt x="224351" y="6492"/>
                  </a:cubicBezTo>
                  <a:cubicBezTo>
                    <a:pt x="224766" y="6212"/>
                    <a:pt x="225182" y="5928"/>
                    <a:pt x="225598" y="5645"/>
                  </a:cubicBezTo>
                  <a:cubicBezTo>
                    <a:pt x="228277" y="3826"/>
                    <a:pt x="231045" y="1944"/>
                    <a:pt x="233940" y="621"/>
                  </a:cubicBezTo>
                  <a:close/>
                  <a:moveTo>
                    <a:pt x="234344" y="1"/>
                  </a:moveTo>
                  <a:lnTo>
                    <a:pt x="234062" y="127"/>
                  </a:lnTo>
                  <a:cubicBezTo>
                    <a:pt x="231032" y="1470"/>
                    <a:pt x="228156" y="3423"/>
                    <a:pt x="225375" y="5313"/>
                  </a:cubicBezTo>
                  <a:cubicBezTo>
                    <a:pt x="224959" y="5595"/>
                    <a:pt x="224545" y="5878"/>
                    <a:pt x="224128" y="6158"/>
                  </a:cubicBezTo>
                  <a:cubicBezTo>
                    <a:pt x="220589" y="8544"/>
                    <a:pt x="216336" y="11214"/>
                    <a:pt x="211647" y="12916"/>
                  </a:cubicBezTo>
                  <a:cubicBezTo>
                    <a:pt x="206466" y="14796"/>
                    <a:pt x="200885" y="15732"/>
                    <a:pt x="194765" y="15732"/>
                  </a:cubicBezTo>
                  <a:cubicBezTo>
                    <a:pt x="191440" y="15732"/>
                    <a:pt x="187955" y="15456"/>
                    <a:pt x="184289" y="14905"/>
                  </a:cubicBezTo>
                  <a:cubicBezTo>
                    <a:pt x="174822" y="13485"/>
                    <a:pt x="165370" y="10424"/>
                    <a:pt x="157251" y="7671"/>
                  </a:cubicBezTo>
                  <a:cubicBezTo>
                    <a:pt x="154011" y="6571"/>
                    <a:pt x="151182" y="6028"/>
                    <a:pt x="148600" y="6028"/>
                  </a:cubicBezTo>
                  <a:cubicBezTo>
                    <a:pt x="147230" y="6028"/>
                    <a:pt x="145930" y="6181"/>
                    <a:pt x="144675" y="6483"/>
                  </a:cubicBezTo>
                  <a:cubicBezTo>
                    <a:pt x="140797" y="7416"/>
                    <a:pt x="137434" y="9860"/>
                    <a:pt x="134939" y="11886"/>
                  </a:cubicBezTo>
                  <a:cubicBezTo>
                    <a:pt x="133224" y="13277"/>
                    <a:pt x="131528" y="14775"/>
                    <a:pt x="129887" y="16224"/>
                  </a:cubicBezTo>
                  <a:cubicBezTo>
                    <a:pt x="128225" y="17690"/>
                    <a:pt x="126509" y="19207"/>
                    <a:pt x="124774" y="20610"/>
                  </a:cubicBezTo>
                  <a:cubicBezTo>
                    <a:pt x="120749" y="23869"/>
                    <a:pt x="116514" y="26727"/>
                    <a:pt x="112189" y="29105"/>
                  </a:cubicBezTo>
                  <a:cubicBezTo>
                    <a:pt x="104076" y="33564"/>
                    <a:pt x="95402" y="36484"/>
                    <a:pt x="86407" y="37785"/>
                  </a:cubicBezTo>
                  <a:cubicBezTo>
                    <a:pt x="82611" y="38334"/>
                    <a:pt x="78806" y="38583"/>
                    <a:pt x="74991" y="38583"/>
                  </a:cubicBezTo>
                  <a:cubicBezTo>
                    <a:pt x="59005" y="38583"/>
                    <a:pt x="42843" y="34216"/>
                    <a:pt x="26384" y="29289"/>
                  </a:cubicBezTo>
                  <a:cubicBezTo>
                    <a:pt x="22516" y="28130"/>
                    <a:pt x="18589" y="26901"/>
                    <a:pt x="14793" y="25711"/>
                  </a:cubicBezTo>
                  <a:cubicBezTo>
                    <a:pt x="10035" y="24222"/>
                    <a:pt x="5116" y="22681"/>
                    <a:pt x="257" y="21265"/>
                  </a:cubicBezTo>
                  <a:lnTo>
                    <a:pt x="0" y="21189"/>
                  </a:lnTo>
                  <a:lnTo>
                    <a:pt x="0" y="30778"/>
                  </a:lnTo>
                  <a:lnTo>
                    <a:pt x="77" y="30839"/>
                  </a:lnTo>
                  <a:cubicBezTo>
                    <a:pt x="3505" y="33541"/>
                    <a:pt x="7466" y="35440"/>
                    <a:pt x="11235" y="37090"/>
                  </a:cubicBezTo>
                  <a:cubicBezTo>
                    <a:pt x="17931" y="40022"/>
                    <a:pt x="24610" y="42161"/>
                    <a:pt x="31090" y="43447"/>
                  </a:cubicBezTo>
                  <a:cubicBezTo>
                    <a:pt x="37834" y="44786"/>
                    <a:pt x="44983" y="45437"/>
                    <a:pt x="53148" y="45437"/>
                  </a:cubicBezTo>
                  <a:cubicBezTo>
                    <a:pt x="55786" y="45437"/>
                    <a:pt x="58530" y="45369"/>
                    <a:pt x="61401" y="45235"/>
                  </a:cubicBezTo>
                  <a:cubicBezTo>
                    <a:pt x="72756" y="44700"/>
                    <a:pt x="82917" y="43644"/>
                    <a:pt x="92467" y="42007"/>
                  </a:cubicBezTo>
                  <a:cubicBezTo>
                    <a:pt x="102913" y="40214"/>
                    <a:pt x="112861" y="36296"/>
                    <a:pt x="122978" y="32095"/>
                  </a:cubicBezTo>
                  <a:cubicBezTo>
                    <a:pt x="132181" y="28274"/>
                    <a:pt x="142153" y="24722"/>
                    <a:pt x="152725" y="24602"/>
                  </a:cubicBezTo>
                  <a:cubicBezTo>
                    <a:pt x="152952" y="24600"/>
                    <a:pt x="153179" y="24598"/>
                    <a:pt x="153407" y="24598"/>
                  </a:cubicBezTo>
                  <a:cubicBezTo>
                    <a:pt x="162694" y="24598"/>
                    <a:pt x="172541" y="26730"/>
                    <a:pt x="182679" y="30945"/>
                  </a:cubicBezTo>
                  <a:cubicBezTo>
                    <a:pt x="185447" y="32095"/>
                    <a:pt x="188234" y="33381"/>
                    <a:pt x="190930" y="34624"/>
                  </a:cubicBezTo>
                  <a:cubicBezTo>
                    <a:pt x="193152" y="35649"/>
                    <a:pt x="195448" y="36707"/>
                    <a:pt x="197726" y="37686"/>
                  </a:cubicBezTo>
                  <a:cubicBezTo>
                    <a:pt x="202837" y="39885"/>
                    <a:pt x="207942" y="41928"/>
                    <a:pt x="212901" y="43763"/>
                  </a:cubicBezTo>
                  <a:cubicBezTo>
                    <a:pt x="220729" y="46656"/>
                    <a:pt x="227658" y="48955"/>
                    <a:pt x="234085" y="50788"/>
                  </a:cubicBezTo>
                  <a:lnTo>
                    <a:pt x="234341" y="50863"/>
                  </a:lnTo>
                  <a:lnTo>
                    <a:pt x="234344" y="50863"/>
                  </a:lnTo>
                  <a:lnTo>
                    <a:pt x="234344" y="34896"/>
                  </a:lnTo>
                  <a:lnTo>
                    <a:pt x="234204" y="34850"/>
                  </a:lnTo>
                  <a:cubicBezTo>
                    <a:pt x="233582" y="34654"/>
                    <a:pt x="232962" y="34481"/>
                    <a:pt x="232362" y="34340"/>
                  </a:cubicBezTo>
                  <a:cubicBezTo>
                    <a:pt x="229433" y="33647"/>
                    <a:pt x="226488" y="33352"/>
                    <a:pt x="223721" y="33110"/>
                  </a:cubicBezTo>
                  <a:cubicBezTo>
                    <a:pt x="220148" y="32797"/>
                    <a:pt x="216338" y="32457"/>
                    <a:pt x="212486" y="32074"/>
                  </a:cubicBezTo>
                  <a:cubicBezTo>
                    <a:pt x="207542" y="31581"/>
                    <a:pt x="203553" y="31128"/>
                    <a:pt x="199935" y="30653"/>
                  </a:cubicBezTo>
                  <a:lnTo>
                    <a:pt x="198416" y="30455"/>
                  </a:lnTo>
                  <a:cubicBezTo>
                    <a:pt x="194968" y="30009"/>
                    <a:pt x="191400" y="29547"/>
                    <a:pt x="187960" y="28753"/>
                  </a:cubicBezTo>
                  <a:cubicBezTo>
                    <a:pt x="187298" y="28602"/>
                    <a:pt x="186634" y="28454"/>
                    <a:pt x="185969" y="28310"/>
                  </a:cubicBezTo>
                  <a:cubicBezTo>
                    <a:pt x="183145" y="27690"/>
                    <a:pt x="180223" y="27051"/>
                    <a:pt x="177494" y="25795"/>
                  </a:cubicBezTo>
                  <a:cubicBezTo>
                    <a:pt x="176009" y="25111"/>
                    <a:pt x="174350" y="24245"/>
                    <a:pt x="173437" y="22596"/>
                  </a:cubicBezTo>
                  <a:cubicBezTo>
                    <a:pt x="172829" y="21493"/>
                    <a:pt x="172693" y="19876"/>
                    <a:pt x="173617" y="18921"/>
                  </a:cubicBezTo>
                  <a:cubicBezTo>
                    <a:pt x="174717" y="17783"/>
                    <a:pt x="176574" y="17760"/>
                    <a:pt x="177801" y="17745"/>
                  </a:cubicBezTo>
                  <a:cubicBezTo>
                    <a:pt x="177883" y="17744"/>
                    <a:pt x="177965" y="17744"/>
                    <a:pt x="178047" y="17744"/>
                  </a:cubicBezTo>
                  <a:cubicBezTo>
                    <a:pt x="180223" y="17744"/>
                    <a:pt x="182367" y="18103"/>
                    <a:pt x="184375" y="18494"/>
                  </a:cubicBezTo>
                  <a:cubicBezTo>
                    <a:pt x="186221" y="18853"/>
                    <a:pt x="188043" y="19296"/>
                    <a:pt x="190212" y="19850"/>
                  </a:cubicBezTo>
                  <a:cubicBezTo>
                    <a:pt x="192283" y="20380"/>
                    <a:pt x="194415" y="20683"/>
                    <a:pt x="196477" y="20976"/>
                  </a:cubicBezTo>
                  <a:lnTo>
                    <a:pt x="196594" y="20993"/>
                  </a:lnTo>
                  <a:cubicBezTo>
                    <a:pt x="201071" y="21630"/>
                    <a:pt x="204978" y="21943"/>
                    <a:pt x="208576" y="21943"/>
                  </a:cubicBezTo>
                  <a:cubicBezTo>
                    <a:pt x="210156" y="21943"/>
                    <a:pt x="211676" y="21883"/>
                    <a:pt x="213159" y="21763"/>
                  </a:cubicBezTo>
                  <a:cubicBezTo>
                    <a:pt x="219481" y="21255"/>
                    <a:pt x="224648" y="19666"/>
                    <a:pt x="228956" y="16905"/>
                  </a:cubicBezTo>
                  <a:cubicBezTo>
                    <a:pt x="230892" y="15665"/>
                    <a:pt x="232689" y="14110"/>
                    <a:pt x="234294" y="12287"/>
                  </a:cubicBezTo>
                  <a:lnTo>
                    <a:pt x="234344" y="12230"/>
                  </a:lnTo>
                  <a:lnTo>
                    <a:pt x="23434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27"/>
            <p:cNvSpPr/>
            <p:nvPr/>
          </p:nvSpPr>
          <p:spPr>
            <a:xfrm>
              <a:off x="-97264" y="3448055"/>
              <a:ext cx="5171942" cy="1031731"/>
            </a:xfrm>
            <a:custGeom>
              <a:rect b="b" l="l" r="r" t="t"/>
              <a:pathLst>
                <a:path extrusionOk="0" h="25782" w="129242">
                  <a:moveTo>
                    <a:pt x="125667" y="404"/>
                  </a:moveTo>
                  <a:cubicBezTo>
                    <a:pt x="125949" y="404"/>
                    <a:pt x="126232" y="415"/>
                    <a:pt x="126514" y="437"/>
                  </a:cubicBezTo>
                  <a:cubicBezTo>
                    <a:pt x="127419" y="510"/>
                    <a:pt x="128375" y="690"/>
                    <a:pt x="128733" y="1442"/>
                  </a:cubicBezTo>
                  <a:cubicBezTo>
                    <a:pt x="127667" y="1898"/>
                    <a:pt x="126604" y="2366"/>
                    <a:pt x="125540" y="2833"/>
                  </a:cubicBezTo>
                  <a:cubicBezTo>
                    <a:pt x="121951" y="4414"/>
                    <a:pt x="118237" y="6047"/>
                    <a:pt x="114473" y="7141"/>
                  </a:cubicBezTo>
                  <a:cubicBezTo>
                    <a:pt x="113881" y="7314"/>
                    <a:pt x="113286" y="7483"/>
                    <a:pt x="112693" y="7649"/>
                  </a:cubicBezTo>
                  <a:cubicBezTo>
                    <a:pt x="110914" y="8149"/>
                    <a:pt x="109073" y="8666"/>
                    <a:pt x="107278" y="9330"/>
                  </a:cubicBezTo>
                  <a:cubicBezTo>
                    <a:pt x="105183" y="10108"/>
                    <a:pt x="102936" y="11055"/>
                    <a:pt x="100411" y="12228"/>
                  </a:cubicBezTo>
                  <a:cubicBezTo>
                    <a:pt x="97928" y="13381"/>
                    <a:pt x="95424" y="14634"/>
                    <a:pt x="93002" y="15844"/>
                  </a:cubicBezTo>
                  <a:cubicBezTo>
                    <a:pt x="86663" y="19013"/>
                    <a:pt x="80109" y="22288"/>
                    <a:pt x="73322" y="24097"/>
                  </a:cubicBezTo>
                  <a:cubicBezTo>
                    <a:pt x="70106" y="24955"/>
                    <a:pt x="66829" y="25381"/>
                    <a:pt x="63411" y="25381"/>
                  </a:cubicBezTo>
                  <a:cubicBezTo>
                    <a:pt x="61691" y="25381"/>
                    <a:pt x="59935" y="25273"/>
                    <a:pt x="58132" y="25057"/>
                  </a:cubicBezTo>
                  <a:cubicBezTo>
                    <a:pt x="54870" y="24667"/>
                    <a:pt x="51578" y="24000"/>
                    <a:pt x="48394" y="23351"/>
                  </a:cubicBezTo>
                  <a:cubicBezTo>
                    <a:pt x="46720" y="23010"/>
                    <a:pt x="44988" y="22658"/>
                    <a:pt x="43281" y="22351"/>
                  </a:cubicBezTo>
                  <a:cubicBezTo>
                    <a:pt x="38827" y="21551"/>
                    <a:pt x="34306" y="21314"/>
                    <a:pt x="29931" y="21085"/>
                  </a:cubicBezTo>
                  <a:lnTo>
                    <a:pt x="28914" y="21031"/>
                  </a:lnTo>
                  <a:cubicBezTo>
                    <a:pt x="25978" y="20874"/>
                    <a:pt x="23609" y="20501"/>
                    <a:pt x="21462" y="19855"/>
                  </a:cubicBezTo>
                  <a:cubicBezTo>
                    <a:pt x="19489" y="19259"/>
                    <a:pt x="17512" y="18432"/>
                    <a:pt x="15599" y="17635"/>
                  </a:cubicBezTo>
                  <a:cubicBezTo>
                    <a:pt x="15171" y="17457"/>
                    <a:pt x="14747" y="17279"/>
                    <a:pt x="14321" y="17105"/>
                  </a:cubicBezTo>
                  <a:cubicBezTo>
                    <a:pt x="12341" y="16286"/>
                    <a:pt x="10328" y="15433"/>
                    <a:pt x="8383" y="14606"/>
                  </a:cubicBezTo>
                  <a:cubicBezTo>
                    <a:pt x="5772" y="13497"/>
                    <a:pt x="3075" y="12349"/>
                    <a:pt x="404" y="11276"/>
                  </a:cubicBezTo>
                  <a:lnTo>
                    <a:pt x="403" y="11276"/>
                  </a:lnTo>
                  <a:lnTo>
                    <a:pt x="403" y="5584"/>
                  </a:lnTo>
                  <a:cubicBezTo>
                    <a:pt x="967" y="5874"/>
                    <a:pt x="1566" y="6170"/>
                    <a:pt x="2220" y="6484"/>
                  </a:cubicBezTo>
                  <a:cubicBezTo>
                    <a:pt x="2905" y="6811"/>
                    <a:pt x="3592" y="7131"/>
                    <a:pt x="4281" y="7450"/>
                  </a:cubicBezTo>
                  <a:cubicBezTo>
                    <a:pt x="6227" y="8357"/>
                    <a:pt x="8240" y="9293"/>
                    <a:pt x="10153" y="10412"/>
                  </a:cubicBezTo>
                  <a:cubicBezTo>
                    <a:pt x="12434" y="11746"/>
                    <a:pt x="14871" y="13148"/>
                    <a:pt x="17395" y="14337"/>
                  </a:cubicBezTo>
                  <a:cubicBezTo>
                    <a:pt x="25707" y="18255"/>
                    <a:pt x="35202" y="20169"/>
                    <a:pt x="46355" y="20169"/>
                  </a:cubicBezTo>
                  <a:cubicBezTo>
                    <a:pt x="47079" y="20169"/>
                    <a:pt x="47811" y="20161"/>
                    <a:pt x="48549" y="20145"/>
                  </a:cubicBezTo>
                  <a:cubicBezTo>
                    <a:pt x="59131" y="19914"/>
                    <a:pt x="70411" y="17805"/>
                    <a:pt x="84049" y="13504"/>
                  </a:cubicBezTo>
                  <a:cubicBezTo>
                    <a:pt x="89815" y="11685"/>
                    <a:pt x="95612" y="9562"/>
                    <a:pt x="101217" y="7507"/>
                  </a:cubicBezTo>
                  <a:cubicBezTo>
                    <a:pt x="104315" y="6374"/>
                    <a:pt x="107517" y="5200"/>
                    <a:pt x="110679" y="4091"/>
                  </a:cubicBezTo>
                  <a:cubicBezTo>
                    <a:pt x="114143" y="2876"/>
                    <a:pt x="117874" y="1648"/>
                    <a:pt x="121675" y="895"/>
                  </a:cubicBezTo>
                  <a:cubicBezTo>
                    <a:pt x="122896" y="652"/>
                    <a:pt x="124279" y="404"/>
                    <a:pt x="125667" y="404"/>
                  </a:cubicBezTo>
                  <a:close/>
                  <a:moveTo>
                    <a:pt x="125672" y="1"/>
                  </a:moveTo>
                  <a:cubicBezTo>
                    <a:pt x="124248" y="1"/>
                    <a:pt x="122839" y="252"/>
                    <a:pt x="121598" y="497"/>
                  </a:cubicBezTo>
                  <a:cubicBezTo>
                    <a:pt x="117773" y="1256"/>
                    <a:pt x="114025" y="2491"/>
                    <a:pt x="110546" y="3711"/>
                  </a:cubicBezTo>
                  <a:cubicBezTo>
                    <a:pt x="107384" y="4820"/>
                    <a:pt x="104179" y="5993"/>
                    <a:pt x="101080" y="7129"/>
                  </a:cubicBezTo>
                  <a:cubicBezTo>
                    <a:pt x="95477" y="9180"/>
                    <a:pt x="89685" y="11305"/>
                    <a:pt x="83929" y="13120"/>
                  </a:cubicBezTo>
                  <a:cubicBezTo>
                    <a:pt x="70328" y="17407"/>
                    <a:pt x="59084" y="19512"/>
                    <a:pt x="48540" y="19742"/>
                  </a:cubicBezTo>
                  <a:cubicBezTo>
                    <a:pt x="47811" y="19758"/>
                    <a:pt x="47089" y="19766"/>
                    <a:pt x="46374" y="19766"/>
                  </a:cubicBezTo>
                  <a:cubicBezTo>
                    <a:pt x="35268" y="19766"/>
                    <a:pt x="25827" y="17865"/>
                    <a:pt x="17567" y="13971"/>
                  </a:cubicBezTo>
                  <a:cubicBezTo>
                    <a:pt x="15057" y="12788"/>
                    <a:pt x="12628" y="11391"/>
                    <a:pt x="10355" y="10062"/>
                  </a:cubicBezTo>
                  <a:cubicBezTo>
                    <a:pt x="8426" y="8935"/>
                    <a:pt x="6404" y="7993"/>
                    <a:pt x="4448" y="7084"/>
                  </a:cubicBezTo>
                  <a:cubicBezTo>
                    <a:pt x="3762" y="6767"/>
                    <a:pt x="3076" y="6447"/>
                    <a:pt x="2395" y="6120"/>
                  </a:cubicBezTo>
                  <a:cubicBezTo>
                    <a:pt x="1626" y="5754"/>
                    <a:pt x="940" y="5411"/>
                    <a:pt x="294" y="5075"/>
                  </a:cubicBezTo>
                  <a:lnTo>
                    <a:pt x="0" y="4921"/>
                  </a:lnTo>
                  <a:lnTo>
                    <a:pt x="0" y="11545"/>
                  </a:lnTo>
                  <a:lnTo>
                    <a:pt x="126" y="11595"/>
                  </a:lnTo>
                  <a:cubicBezTo>
                    <a:pt x="2833" y="12684"/>
                    <a:pt x="5574" y="13848"/>
                    <a:pt x="8224" y="14973"/>
                  </a:cubicBezTo>
                  <a:cubicBezTo>
                    <a:pt x="10170" y="15801"/>
                    <a:pt x="12184" y="16656"/>
                    <a:pt x="14167" y="17473"/>
                  </a:cubicBezTo>
                  <a:cubicBezTo>
                    <a:pt x="14591" y="17649"/>
                    <a:pt x="15016" y="17828"/>
                    <a:pt x="15441" y="18003"/>
                  </a:cubicBezTo>
                  <a:cubicBezTo>
                    <a:pt x="17363" y="18808"/>
                    <a:pt x="19349" y="19638"/>
                    <a:pt x="21344" y="20238"/>
                  </a:cubicBezTo>
                  <a:cubicBezTo>
                    <a:pt x="23523" y="20895"/>
                    <a:pt x="25922" y="21274"/>
                    <a:pt x="28892" y="21431"/>
                  </a:cubicBezTo>
                  <a:lnTo>
                    <a:pt x="29910" y="21485"/>
                  </a:lnTo>
                  <a:cubicBezTo>
                    <a:pt x="34272" y="21714"/>
                    <a:pt x="38783" y="21950"/>
                    <a:pt x="43209" y="22746"/>
                  </a:cubicBezTo>
                  <a:cubicBezTo>
                    <a:pt x="44912" y="23053"/>
                    <a:pt x="46641" y="23406"/>
                    <a:pt x="48313" y="23744"/>
                  </a:cubicBezTo>
                  <a:cubicBezTo>
                    <a:pt x="51505" y="24393"/>
                    <a:pt x="54806" y="25065"/>
                    <a:pt x="58085" y="25456"/>
                  </a:cubicBezTo>
                  <a:cubicBezTo>
                    <a:pt x="59905" y="25673"/>
                    <a:pt x="61677" y="25782"/>
                    <a:pt x="63414" y="25782"/>
                  </a:cubicBezTo>
                  <a:cubicBezTo>
                    <a:pt x="66866" y="25782"/>
                    <a:pt x="70177" y="25352"/>
                    <a:pt x="73425" y="24486"/>
                  </a:cubicBezTo>
                  <a:cubicBezTo>
                    <a:pt x="80253" y="22666"/>
                    <a:pt x="86826" y="19379"/>
                    <a:pt x="93183" y="16202"/>
                  </a:cubicBezTo>
                  <a:cubicBezTo>
                    <a:pt x="95603" y="14991"/>
                    <a:pt x="98105" y="13741"/>
                    <a:pt x="100582" y="12591"/>
                  </a:cubicBezTo>
                  <a:cubicBezTo>
                    <a:pt x="103097" y="11422"/>
                    <a:pt x="105333" y="10479"/>
                    <a:pt x="107419" y="9706"/>
                  </a:cubicBezTo>
                  <a:cubicBezTo>
                    <a:pt x="109198" y="9046"/>
                    <a:pt x="111031" y="8532"/>
                    <a:pt x="112803" y="8033"/>
                  </a:cubicBezTo>
                  <a:cubicBezTo>
                    <a:pt x="113399" y="7867"/>
                    <a:pt x="113993" y="7699"/>
                    <a:pt x="114588" y="7526"/>
                  </a:cubicBezTo>
                  <a:cubicBezTo>
                    <a:pt x="118376" y="6424"/>
                    <a:pt x="122102" y="4784"/>
                    <a:pt x="125704" y="3199"/>
                  </a:cubicBezTo>
                  <a:cubicBezTo>
                    <a:pt x="126826" y="2705"/>
                    <a:pt x="127947" y="2212"/>
                    <a:pt x="129073" y="1733"/>
                  </a:cubicBezTo>
                  <a:lnTo>
                    <a:pt x="129242" y="1662"/>
                  </a:lnTo>
                  <a:lnTo>
                    <a:pt x="129185" y="1488"/>
                  </a:lnTo>
                  <a:cubicBezTo>
                    <a:pt x="128775" y="216"/>
                    <a:pt x="127216" y="89"/>
                    <a:pt x="126549" y="34"/>
                  </a:cubicBezTo>
                  <a:cubicBezTo>
                    <a:pt x="126257" y="11"/>
                    <a:pt x="125964" y="1"/>
                    <a:pt x="1256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27"/>
            <p:cNvSpPr/>
            <p:nvPr/>
          </p:nvSpPr>
          <p:spPr>
            <a:xfrm>
              <a:off x="-97184" y="3773081"/>
              <a:ext cx="9378021" cy="2233737"/>
            </a:xfrm>
            <a:custGeom>
              <a:rect b="b" l="l" r="r" t="t"/>
              <a:pathLst>
                <a:path extrusionOk="0" h="55819" w="234348">
                  <a:moveTo>
                    <a:pt x="144981" y="403"/>
                  </a:moveTo>
                  <a:cubicBezTo>
                    <a:pt x="150962" y="403"/>
                    <a:pt x="156924" y="882"/>
                    <a:pt x="162787" y="1836"/>
                  </a:cubicBezTo>
                  <a:cubicBezTo>
                    <a:pt x="170740" y="3127"/>
                    <a:pt x="179016" y="5583"/>
                    <a:pt x="189615" y="9797"/>
                  </a:cubicBezTo>
                  <a:cubicBezTo>
                    <a:pt x="198427" y="13299"/>
                    <a:pt x="207411" y="17431"/>
                    <a:pt x="216323" y="22082"/>
                  </a:cubicBezTo>
                  <a:lnTo>
                    <a:pt x="218254" y="23088"/>
                  </a:lnTo>
                  <a:cubicBezTo>
                    <a:pt x="223483" y="25804"/>
                    <a:pt x="228885" y="28612"/>
                    <a:pt x="233942" y="32005"/>
                  </a:cubicBezTo>
                  <a:lnTo>
                    <a:pt x="233942" y="40242"/>
                  </a:lnTo>
                  <a:cubicBezTo>
                    <a:pt x="230357" y="38005"/>
                    <a:pt x="227378" y="36353"/>
                    <a:pt x="224590" y="35054"/>
                  </a:cubicBezTo>
                  <a:cubicBezTo>
                    <a:pt x="215470" y="30808"/>
                    <a:pt x="205746" y="28155"/>
                    <a:pt x="196343" y="25590"/>
                  </a:cubicBezTo>
                  <a:cubicBezTo>
                    <a:pt x="195383" y="25330"/>
                    <a:pt x="194423" y="25067"/>
                    <a:pt x="193466" y="24804"/>
                  </a:cubicBezTo>
                  <a:cubicBezTo>
                    <a:pt x="172307" y="18995"/>
                    <a:pt x="155262" y="16255"/>
                    <a:pt x="139723" y="16255"/>
                  </a:cubicBezTo>
                  <a:cubicBezTo>
                    <a:pt x="136241" y="16255"/>
                    <a:pt x="132834" y="16392"/>
                    <a:pt x="129473" y="16664"/>
                  </a:cubicBezTo>
                  <a:cubicBezTo>
                    <a:pt x="117659" y="17617"/>
                    <a:pt x="108992" y="19950"/>
                    <a:pt x="101363" y="24225"/>
                  </a:cubicBezTo>
                  <a:cubicBezTo>
                    <a:pt x="95848" y="27316"/>
                    <a:pt x="90586" y="31262"/>
                    <a:pt x="85495" y="35080"/>
                  </a:cubicBezTo>
                  <a:cubicBezTo>
                    <a:pt x="82539" y="37296"/>
                    <a:pt x="79484" y="39588"/>
                    <a:pt x="76413" y="41684"/>
                  </a:cubicBezTo>
                  <a:cubicBezTo>
                    <a:pt x="71394" y="45113"/>
                    <a:pt x="67146" y="47471"/>
                    <a:pt x="63039" y="49108"/>
                  </a:cubicBezTo>
                  <a:cubicBezTo>
                    <a:pt x="58787" y="50804"/>
                    <a:pt x="54022" y="52109"/>
                    <a:pt x="48045" y="53216"/>
                  </a:cubicBezTo>
                  <a:cubicBezTo>
                    <a:pt x="40031" y="54703"/>
                    <a:pt x="31384" y="55416"/>
                    <a:pt x="21189" y="55416"/>
                  </a:cubicBezTo>
                  <a:cubicBezTo>
                    <a:pt x="19290" y="55416"/>
                    <a:pt x="17337" y="55391"/>
                    <a:pt x="15325" y="55342"/>
                  </a:cubicBezTo>
                  <a:cubicBezTo>
                    <a:pt x="9761" y="55207"/>
                    <a:pt x="4879" y="54966"/>
                    <a:pt x="402" y="54612"/>
                  </a:cubicBezTo>
                  <a:lnTo>
                    <a:pt x="407" y="54612"/>
                  </a:lnTo>
                  <a:lnTo>
                    <a:pt x="407" y="49284"/>
                  </a:lnTo>
                  <a:cubicBezTo>
                    <a:pt x="817" y="49421"/>
                    <a:pt x="1230" y="49561"/>
                    <a:pt x="1643" y="49700"/>
                  </a:cubicBezTo>
                  <a:cubicBezTo>
                    <a:pt x="4359" y="50619"/>
                    <a:pt x="7168" y="51566"/>
                    <a:pt x="9980" y="52235"/>
                  </a:cubicBezTo>
                  <a:cubicBezTo>
                    <a:pt x="12206" y="52763"/>
                    <a:pt x="14788" y="53377"/>
                    <a:pt x="17344" y="53377"/>
                  </a:cubicBezTo>
                  <a:cubicBezTo>
                    <a:pt x="18683" y="53377"/>
                    <a:pt x="20014" y="53208"/>
                    <a:pt x="21283" y="52772"/>
                  </a:cubicBezTo>
                  <a:cubicBezTo>
                    <a:pt x="22931" y="52205"/>
                    <a:pt x="23878" y="51164"/>
                    <a:pt x="24025" y="49761"/>
                  </a:cubicBezTo>
                  <a:cubicBezTo>
                    <a:pt x="24231" y="47784"/>
                    <a:pt x="23055" y="45926"/>
                    <a:pt x="21802" y="44960"/>
                  </a:cubicBezTo>
                  <a:cubicBezTo>
                    <a:pt x="20124" y="43670"/>
                    <a:pt x="18067" y="43236"/>
                    <a:pt x="16094" y="42961"/>
                  </a:cubicBezTo>
                  <a:cubicBezTo>
                    <a:pt x="13968" y="42663"/>
                    <a:pt x="11797" y="42629"/>
                    <a:pt x="9701" y="42596"/>
                  </a:cubicBezTo>
                  <a:lnTo>
                    <a:pt x="9254" y="42589"/>
                  </a:lnTo>
                  <a:cubicBezTo>
                    <a:pt x="6994" y="42550"/>
                    <a:pt x="4310" y="42346"/>
                    <a:pt x="1553" y="41105"/>
                  </a:cubicBezTo>
                  <a:cubicBezTo>
                    <a:pt x="1170" y="40933"/>
                    <a:pt x="784" y="40741"/>
                    <a:pt x="402" y="40534"/>
                  </a:cubicBezTo>
                  <a:lnTo>
                    <a:pt x="402" y="31531"/>
                  </a:lnTo>
                  <a:cubicBezTo>
                    <a:pt x="6844" y="32915"/>
                    <a:pt x="13326" y="34726"/>
                    <a:pt x="19599" y="36477"/>
                  </a:cubicBezTo>
                  <a:cubicBezTo>
                    <a:pt x="22674" y="37335"/>
                    <a:pt x="25850" y="38224"/>
                    <a:pt x="28985" y="39049"/>
                  </a:cubicBezTo>
                  <a:cubicBezTo>
                    <a:pt x="36397" y="41005"/>
                    <a:pt x="46195" y="43249"/>
                    <a:pt x="56268" y="43249"/>
                  </a:cubicBezTo>
                  <a:lnTo>
                    <a:pt x="56298" y="43249"/>
                  </a:lnTo>
                  <a:cubicBezTo>
                    <a:pt x="60549" y="43247"/>
                    <a:pt x="65413" y="43043"/>
                    <a:pt x="69372" y="40633"/>
                  </a:cubicBezTo>
                  <a:cubicBezTo>
                    <a:pt x="71055" y="39609"/>
                    <a:pt x="72214" y="38269"/>
                    <a:pt x="72821" y="36652"/>
                  </a:cubicBezTo>
                  <a:cubicBezTo>
                    <a:pt x="73454" y="34967"/>
                    <a:pt x="73654" y="32595"/>
                    <a:pt x="72675" y="31095"/>
                  </a:cubicBezTo>
                  <a:cubicBezTo>
                    <a:pt x="71475" y="29255"/>
                    <a:pt x="69235" y="29002"/>
                    <a:pt x="67193" y="29002"/>
                  </a:cubicBezTo>
                  <a:lnTo>
                    <a:pt x="67163" y="29002"/>
                  </a:lnTo>
                  <a:cubicBezTo>
                    <a:pt x="64338" y="29005"/>
                    <a:pt x="61485" y="29632"/>
                    <a:pt x="59033" y="30219"/>
                  </a:cubicBezTo>
                  <a:cubicBezTo>
                    <a:pt x="58197" y="30419"/>
                    <a:pt x="57351" y="30648"/>
                    <a:pt x="56532" y="30868"/>
                  </a:cubicBezTo>
                  <a:cubicBezTo>
                    <a:pt x="55224" y="31222"/>
                    <a:pt x="53869" y="31587"/>
                    <a:pt x="52529" y="31845"/>
                  </a:cubicBezTo>
                  <a:cubicBezTo>
                    <a:pt x="48490" y="32626"/>
                    <a:pt x="44235" y="33024"/>
                    <a:pt x="39894" y="33024"/>
                  </a:cubicBezTo>
                  <a:cubicBezTo>
                    <a:pt x="39863" y="33024"/>
                    <a:pt x="39832" y="33024"/>
                    <a:pt x="39801" y="33024"/>
                  </a:cubicBezTo>
                  <a:cubicBezTo>
                    <a:pt x="26833" y="33011"/>
                    <a:pt x="13576" y="29869"/>
                    <a:pt x="402" y="23687"/>
                  </a:cubicBezTo>
                  <a:lnTo>
                    <a:pt x="402" y="6011"/>
                  </a:lnTo>
                  <a:cubicBezTo>
                    <a:pt x="1635" y="6344"/>
                    <a:pt x="2827" y="6712"/>
                    <a:pt x="3952" y="7104"/>
                  </a:cubicBezTo>
                  <a:cubicBezTo>
                    <a:pt x="7474" y="8330"/>
                    <a:pt x="10930" y="10023"/>
                    <a:pt x="14269" y="11659"/>
                  </a:cubicBezTo>
                  <a:cubicBezTo>
                    <a:pt x="15159" y="12095"/>
                    <a:pt x="16051" y="12530"/>
                    <a:pt x="16944" y="12959"/>
                  </a:cubicBezTo>
                  <a:cubicBezTo>
                    <a:pt x="21849" y="15315"/>
                    <a:pt x="26184" y="17153"/>
                    <a:pt x="30193" y="18579"/>
                  </a:cubicBezTo>
                  <a:cubicBezTo>
                    <a:pt x="37329" y="21116"/>
                    <a:pt x="44835" y="22386"/>
                    <a:pt x="52799" y="22386"/>
                  </a:cubicBezTo>
                  <a:cubicBezTo>
                    <a:pt x="62775" y="22386"/>
                    <a:pt x="73472" y="20393"/>
                    <a:pt x="85065" y="16400"/>
                  </a:cubicBezTo>
                  <a:cubicBezTo>
                    <a:pt x="89374" y="14915"/>
                    <a:pt x="93852" y="13162"/>
                    <a:pt x="98753" y="11037"/>
                  </a:cubicBezTo>
                  <a:cubicBezTo>
                    <a:pt x="99763" y="10600"/>
                    <a:pt x="100773" y="10151"/>
                    <a:pt x="101781" y="9706"/>
                  </a:cubicBezTo>
                  <a:cubicBezTo>
                    <a:pt x="104805" y="8364"/>
                    <a:pt x="107933" y="6975"/>
                    <a:pt x="111082" y="5882"/>
                  </a:cubicBezTo>
                  <a:cubicBezTo>
                    <a:pt x="119135" y="3086"/>
                    <a:pt x="127851" y="1338"/>
                    <a:pt x="136984" y="688"/>
                  </a:cubicBezTo>
                  <a:cubicBezTo>
                    <a:pt x="139649" y="498"/>
                    <a:pt x="142317" y="403"/>
                    <a:pt x="144981" y="403"/>
                  </a:cubicBezTo>
                  <a:close/>
                  <a:moveTo>
                    <a:pt x="144959" y="1"/>
                  </a:moveTo>
                  <a:cubicBezTo>
                    <a:pt x="142293" y="1"/>
                    <a:pt x="139623" y="96"/>
                    <a:pt x="136956" y="285"/>
                  </a:cubicBezTo>
                  <a:cubicBezTo>
                    <a:pt x="127785" y="938"/>
                    <a:pt x="119037" y="2693"/>
                    <a:pt x="110949" y="5501"/>
                  </a:cubicBezTo>
                  <a:cubicBezTo>
                    <a:pt x="107786" y="6599"/>
                    <a:pt x="104650" y="7991"/>
                    <a:pt x="101618" y="9337"/>
                  </a:cubicBezTo>
                  <a:cubicBezTo>
                    <a:pt x="100610" y="9784"/>
                    <a:pt x="99605" y="10230"/>
                    <a:pt x="98594" y="10669"/>
                  </a:cubicBezTo>
                  <a:cubicBezTo>
                    <a:pt x="93702" y="12788"/>
                    <a:pt x="89236" y="14538"/>
                    <a:pt x="84935" y="16020"/>
                  </a:cubicBezTo>
                  <a:cubicBezTo>
                    <a:pt x="73384" y="19997"/>
                    <a:pt x="62731" y="21983"/>
                    <a:pt x="52798" y="21983"/>
                  </a:cubicBezTo>
                  <a:cubicBezTo>
                    <a:pt x="44880" y="21983"/>
                    <a:pt x="37420" y="20721"/>
                    <a:pt x="30329" y="18200"/>
                  </a:cubicBezTo>
                  <a:cubicBezTo>
                    <a:pt x="26334" y="16780"/>
                    <a:pt x="22012" y="14948"/>
                    <a:pt x="17118" y="12599"/>
                  </a:cubicBezTo>
                  <a:cubicBezTo>
                    <a:pt x="16225" y="12172"/>
                    <a:pt x="15335" y="11736"/>
                    <a:pt x="14448" y="11300"/>
                  </a:cubicBezTo>
                  <a:cubicBezTo>
                    <a:pt x="11097" y="9658"/>
                    <a:pt x="7631" y="7961"/>
                    <a:pt x="4086" y="6726"/>
                  </a:cubicBezTo>
                  <a:cubicBezTo>
                    <a:pt x="2874" y="6305"/>
                    <a:pt x="1587" y="5911"/>
                    <a:pt x="257" y="5556"/>
                  </a:cubicBezTo>
                  <a:lnTo>
                    <a:pt x="2" y="5489"/>
                  </a:lnTo>
                  <a:lnTo>
                    <a:pt x="2" y="23947"/>
                  </a:lnTo>
                  <a:lnTo>
                    <a:pt x="118" y="24001"/>
                  </a:lnTo>
                  <a:cubicBezTo>
                    <a:pt x="13383" y="30245"/>
                    <a:pt x="26736" y="33418"/>
                    <a:pt x="39802" y="33430"/>
                  </a:cubicBezTo>
                  <a:cubicBezTo>
                    <a:pt x="39862" y="33430"/>
                    <a:pt x="39922" y="33430"/>
                    <a:pt x="39983" y="33430"/>
                  </a:cubicBezTo>
                  <a:cubicBezTo>
                    <a:pt x="44319" y="33430"/>
                    <a:pt x="48571" y="33023"/>
                    <a:pt x="52607" y="32244"/>
                  </a:cubicBezTo>
                  <a:cubicBezTo>
                    <a:pt x="53961" y="31982"/>
                    <a:pt x="55324" y="31615"/>
                    <a:pt x="56640" y="31261"/>
                  </a:cubicBezTo>
                  <a:cubicBezTo>
                    <a:pt x="57454" y="31041"/>
                    <a:pt x="58297" y="30815"/>
                    <a:pt x="59127" y="30616"/>
                  </a:cubicBezTo>
                  <a:cubicBezTo>
                    <a:pt x="61559" y="30033"/>
                    <a:pt x="64382" y="29412"/>
                    <a:pt x="67164" y="29409"/>
                  </a:cubicBezTo>
                  <a:cubicBezTo>
                    <a:pt x="67187" y="29409"/>
                    <a:pt x="67210" y="29409"/>
                    <a:pt x="67233" y="29409"/>
                  </a:cubicBezTo>
                  <a:cubicBezTo>
                    <a:pt x="69147" y="29409"/>
                    <a:pt x="71252" y="29651"/>
                    <a:pt x="72340" y="31318"/>
                  </a:cubicBezTo>
                  <a:cubicBezTo>
                    <a:pt x="73241" y="32701"/>
                    <a:pt x="73043" y="34924"/>
                    <a:pt x="72447" y="36513"/>
                  </a:cubicBezTo>
                  <a:cubicBezTo>
                    <a:pt x="71871" y="38046"/>
                    <a:pt x="70768" y="39317"/>
                    <a:pt x="69163" y="40292"/>
                  </a:cubicBezTo>
                  <a:cubicBezTo>
                    <a:pt x="65293" y="42649"/>
                    <a:pt x="60492" y="42849"/>
                    <a:pt x="56298" y="42850"/>
                  </a:cubicBezTo>
                  <a:lnTo>
                    <a:pt x="56268" y="42850"/>
                  </a:lnTo>
                  <a:cubicBezTo>
                    <a:pt x="46241" y="42850"/>
                    <a:pt x="36475" y="40614"/>
                    <a:pt x="29086" y="38666"/>
                  </a:cubicBezTo>
                  <a:cubicBezTo>
                    <a:pt x="25956" y="37839"/>
                    <a:pt x="22778" y="36952"/>
                    <a:pt x="19706" y="36095"/>
                  </a:cubicBezTo>
                  <a:cubicBezTo>
                    <a:pt x="13350" y="34319"/>
                    <a:pt x="6776" y="32482"/>
                    <a:pt x="244" y="31089"/>
                  </a:cubicBezTo>
                  <a:lnTo>
                    <a:pt x="1" y="31038"/>
                  </a:lnTo>
                  <a:lnTo>
                    <a:pt x="1" y="40777"/>
                  </a:lnTo>
                  <a:lnTo>
                    <a:pt x="105" y="40834"/>
                  </a:lnTo>
                  <a:cubicBezTo>
                    <a:pt x="528" y="41068"/>
                    <a:pt x="960" y="41284"/>
                    <a:pt x="1387" y="41477"/>
                  </a:cubicBezTo>
                  <a:cubicBezTo>
                    <a:pt x="4210" y="42747"/>
                    <a:pt x="6945" y="42957"/>
                    <a:pt x="9247" y="42996"/>
                  </a:cubicBezTo>
                  <a:lnTo>
                    <a:pt x="9694" y="43003"/>
                  </a:lnTo>
                  <a:cubicBezTo>
                    <a:pt x="11777" y="43036"/>
                    <a:pt x="13933" y="43072"/>
                    <a:pt x="16035" y="43364"/>
                  </a:cubicBezTo>
                  <a:cubicBezTo>
                    <a:pt x="17956" y="43633"/>
                    <a:pt x="19953" y="44050"/>
                    <a:pt x="21555" y="45283"/>
                  </a:cubicBezTo>
                  <a:cubicBezTo>
                    <a:pt x="22721" y="46179"/>
                    <a:pt x="23812" y="47901"/>
                    <a:pt x="23624" y="49723"/>
                  </a:cubicBezTo>
                  <a:cubicBezTo>
                    <a:pt x="23492" y="50977"/>
                    <a:pt x="22661" y="51876"/>
                    <a:pt x="21149" y="52395"/>
                  </a:cubicBezTo>
                  <a:cubicBezTo>
                    <a:pt x="19929" y="52815"/>
                    <a:pt x="18642" y="52977"/>
                    <a:pt x="17343" y="52977"/>
                  </a:cubicBezTo>
                  <a:cubicBezTo>
                    <a:pt x="14829" y="52977"/>
                    <a:pt x="12272" y="52369"/>
                    <a:pt x="10068" y="51847"/>
                  </a:cubicBezTo>
                  <a:cubicBezTo>
                    <a:pt x="7275" y="51184"/>
                    <a:pt x="4475" y="50237"/>
                    <a:pt x="1767" y="49323"/>
                  </a:cubicBezTo>
                  <a:cubicBezTo>
                    <a:pt x="1267" y="49155"/>
                    <a:pt x="767" y="48985"/>
                    <a:pt x="265" y="48818"/>
                  </a:cubicBezTo>
                  <a:lnTo>
                    <a:pt x="1" y="48728"/>
                  </a:lnTo>
                  <a:lnTo>
                    <a:pt x="1" y="54985"/>
                  </a:lnTo>
                  <a:lnTo>
                    <a:pt x="187" y="54999"/>
                  </a:lnTo>
                  <a:cubicBezTo>
                    <a:pt x="4720" y="55364"/>
                    <a:pt x="9668" y="55608"/>
                    <a:pt x="15316" y="55745"/>
                  </a:cubicBezTo>
                  <a:cubicBezTo>
                    <a:pt x="17327" y="55794"/>
                    <a:pt x="19280" y="55818"/>
                    <a:pt x="21180" y="55818"/>
                  </a:cubicBezTo>
                  <a:cubicBezTo>
                    <a:pt x="31405" y="55818"/>
                    <a:pt x="40078" y="55104"/>
                    <a:pt x="48122" y="53615"/>
                  </a:cubicBezTo>
                  <a:cubicBezTo>
                    <a:pt x="54125" y="52502"/>
                    <a:pt x="58913" y="51189"/>
                    <a:pt x="63191" y="49484"/>
                  </a:cubicBezTo>
                  <a:cubicBezTo>
                    <a:pt x="67326" y="47835"/>
                    <a:pt x="71599" y="45463"/>
                    <a:pt x="76643" y="42018"/>
                  </a:cubicBezTo>
                  <a:cubicBezTo>
                    <a:pt x="79721" y="39917"/>
                    <a:pt x="82780" y="37621"/>
                    <a:pt x="85739" y="35403"/>
                  </a:cubicBezTo>
                  <a:cubicBezTo>
                    <a:pt x="90819" y="31594"/>
                    <a:pt x="96072" y="27654"/>
                    <a:pt x="101563" y="24578"/>
                  </a:cubicBezTo>
                  <a:cubicBezTo>
                    <a:pt x="109139" y="20330"/>
                    <a:pt x="117758" y="18014"/>
                    <a:pt x="129508" y="17065"/>
                  </a:cubicBezTo>
                  <a:cubicBezTo>
                    <a:pt x="132858" y="16795"/>
                    <a:pt x="136254" y="16658"/>
                    <a:pt x="139725" y="16658"/>
                  </a:cubicBezTo>
                  <a:cubicBezTo>
                    <a:pt x="155229" y="16658"/>
                    <a:pt x="172239" y="19393"/>
                    <a:pt x="193363" y="25194"/>
                  </a:cubicBezTo>
                  <a:cubicBezTo>
                    <a:pt x="194320" y="25456"/>
                    <a:pt x="195279" y="25717"/>
                    <a:pt x="196240" y="25980"/>
                  </a:cubicBezTo>
                  <a:cubicBezTo>
                    <a:pt x="205628" y="28540"/>
                    <a:pt x="215334" y="31188"/>
                    <a:pt x="224421" y="35420"/>
                  </a:cubicBezTo>
                  <a:cubicBezTo>
                    <a:pt x="227275" y="36749"/>
                    <a:pt x="230329" y="38452"/>
                    <a:pt x="234037" y="40778"/>
                  </a:cubicBezTo>
                  <a:lnTo>
                    <a:pt x="234347" y="40971"/>
                  </a:lnTo>
                  <a:lnTo>
                    <a:pt x="234347" y="31794"/>
                  </a:lnTo>
                  <a:lnTo>
                    <a:pt x="234257" y="31734"/>
                  </a:lnTo>
                  <a:cubicBezTo>
                    <a:pt x="229156" y="28302"/>
                    <a:pt x="223710" y="25471"/>
                    <a:pt x="218442" y="22732"/>
                  </a:cubicBezTo>
                  <a:lnTo>
                    <a:pt x="216510" y="21728"/>
                  </a:lnTo>
                  <a:cubicBezTo>
                    <a:pt x="207587" y="17070"/>
                    <a:pt x="198587" y="12930"/>
                    <a:pt x="189764" y="9423"/>
                  </a:cubicBezTo>
                  <a:cubicBezTo>
                    <a:pt x="179135" y="5199"/>
                    <a:pt x="170836" y="2739"/>
                    <a:pt x="162852" y="1440"/>
                  </a:cubicBezTo>
                  <a:cubicBezTo>
                    <a:pt x="156959" y="482"/>
                    <a:pt x="150969" y="1"/>
                    <a:pt x="1449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27"/>
            <p:cNvSpPr/>
            <p:nvPr/>
          </p:nvSpPr>
          <p:spPr>
            <a:xfrm>
              <a:off x="4303273" y="4687574"/>
              <a:ext cx="4977457" cy="2219891"/>
            </a:xfrm>
            <a:custGeom>
              <a:rect b="b" l="l" r="r" t="t"/>
              <a:pathLst>
                <a:path extrusionOk="0" h="55473" w="124382">
                  <a:moveTo>
                    <a:pt x="25918" y="402"/>
                  </a:moveTo>
                  <a:cubicBezTo>
                    <a:pt x="36041" y="402"/>
                    <a:pt x="47026" y="1991"/>
                    <a:pt x="60462" y="5393"/>
                  </a:cubicBezTo>
                  <a:cubicBezTo>
                    <a:pt x="70856" y="8024"/>
                    <a:pt x="81175" y="11807"/>
                    <a:pt x="91155" y="15464"/>
                  </a:cubicBezTo>
                  <a:cubicBezTo>
                    <a:pt x="92391" y="15917"/>
                    <a:pt x="93627" y="16369"/>
                    <a:pt x="94863" y="16822"/>
                  </a:cubicBezTo>
                  <a:lnTo>
                    <a:pt x="95647" y="17108"/>
                  </a:lnTo>
                  <a:cubicBezTo>
                    <a:pt x="105319" y="20631"/>
                    <a:pt x="115319" y="24277"/>
                    <a:pt x="123981" y="30890"/>
                  </a:cubicBezTo>
                  <a:lnTo>
                    <a:pt x="123981" y="53695"/>
                  </a:lnTo>
                  <a:cubicBezTo>
                    <a:pt x="123931" y="53594"/>
                    <a:pt x="123881" y="53490"/>
                    <a:pt x="123831" y="53388"/>
                  </a:cubicBezTo>
                  <a:cubicBezTo>
                    <a:pt x="121216" y="48116"/>
                    <a:pt x="118223" y="43645"/>
                    <a:pt x="114937" y="40100"/>
                  </a:cubicBezTo>
                  <a:cubicBezTo>
                    <a:pt x="110571" y="35392"/>
                    <a:pt x="105339" y="32142"/>
                    <a:pt x="101268" y="29834"/>
                  </a:cubicBezTo>
                  <a:cubicBezTo>
                    <a:pt x="91058" y="24049"/>
                    <a:pt x="80265" y="20787"/>
                    <a:pt x="69187" y="20137"/>
                  </a:cubicBezTo>
                  <a:cubicBezTo>
                    <a:pt x="67907" y="20061"/>
                    <a:pt x="66618" y="20024"/>
                    <a:pt x="65319" y="20024"/>
                  </a:cubicBezTo>
                  <a:cubicBezTo>
                    <a:pt x="61141" y="20024"/>
                    <a:pt x="56870" y="20411"/>
                    <a:pt x="52577" y="21181"/>
                  </a:cubicBezTo>
                  <a:cubicBezTo>
                    <a:pt x="48332" y="21940"/>
                    <a:pt x="44099" y="23239"/>
                    <a:pt x="40004" y="24495"/>
                  </a:cubicBezTo>
                  <a:cubicBezTo>
                    <a:pt x="38744" y="24880"/>
                    <a:pt x="37484" y="25268"/>
                    <a:pt x="36221" y="25639"/>
                  </a:cubicBezTo>
                  <a:cubicBezTo>
                    <a:pt x="30814" y="27232"/>
                    <a:pt x="25249" y="28662"/>
                    <a:pt x="19858" y="28662"/>
                  </a:cubicBezTo>
                  <a:cubicBezTo>
                    <a:pt x="15618" y="28662"/>
                    <a:pt x="11486" y="27778"/>
                    <a:pt x="7624" y="25392"/>
                  </a:cubicBezTo>
                  <a:cubicBezTo>
                    <a:pt x="1653" y="21703"/>
                    <a:pt x="639" y="17073"/>
                    <a:pt x="567" y="14640"/>
                  </a:cubicBezTo>
                  <a:cubicBezTo>
                    <a:pt x="413" y="9480"/>
                    <a:pt x="3668" y="6464"/>
                    <a:pt x="5623" y="5124"/>
                  </a:cubicBezTo>
                  <a:cubicBezTo>
                    <a:pt x="9015" y="2801"/>
                    <a:pt x="12910" y="1856"/>
                    <a:pt x="15924" y="1292"/>
                  </a:cubicBezTo>
                  <a:cubicBezTo>
                    <a:pt x="19039" y="709"/>
                    <a:pt x="22328" y="409"/>
                    <a:pt x="25700" y="402"/>
                  </a:cubicBezTo>
                  <a:close/>
                  <a:moveTo>
                    <a:pt x="25696" y="0"/>
                  </a:moveTo>
                  <a:cubicBezTo>
                    <a:pt x="22298" y="9"/>
                    <a:pt x="18984" y="309"/>
                    <a:pt x="15846" y="896"/>
                  </a:cubicBezTo>
                  <a:cubicBezTo>
                    <a:pt x="12791" y="1468"/>
                    <a:pt x="8843" y="2428"/>
                    <a:pt x="5390" y="4792"/>
                  </a:cubicBezTo>
                  <a:cubicBezTo>
                    <a:pt x="3368" y="6176"/>
                    <a:pt x="0" y="9300"/>
                    <a:pt x="160" y="14653"/>
                  </a:cubicBezTo>
                  <a:cubicBezTo>
                    <a:pt x="236" y="17166"/>
                    <a:pt x="1277" y="21947"/>
                    <a:pt x="7409" y="25735"/>
                  </a:cubicBezTo>
                  <a:cubicBezTo>
                    <a:pt x="11344" y="28167"/>
                    <a:pt x="15543" y="29067"/>
                    <a:pt x="19845" y="29067"/>
                  </a:cubicBezTo>
                  <a:cubicBezTo>
                    <a:pt x="25284" y="29067"/>
                    <a:pt x="30887" y="27628"/>
                    <a:pt x="36329" y="26025"/>
                  </a:cubicBezTo>
                  <a:cubicBezTo>
                    <a:pt x="37594" y="25653"/>
                    <a:pt x="38857" y="25265"/>
                    <a:pt x="40120" y="24877"/>
                  </a:cubicBezTo>
                  <a:cubicBezTo>
                    <a:pt x="44202" y="23626"/>
                    <a:pt x="48423" y="22331"/>
                    <a:pt x="52645" y="21575"/>
                  </a:cubicBezTo>
                  <a:cubicBezTo>
                    <a:pt x="56919" y="20811"/>
                    <a:pt x="61167" y="20426"/>
                    <a:pt x="65320" y="20426"/>
                  </a:cubicBezTo>
                  <a:cubicBezTo>
                    <a:pt x="66611" y="20426"/>
                    <a:pt x="67892" y="20464"/>
                    <a:pt x="69163" y="20538"/>
                  </a:cubicBezTo>
                  <a:cubicBezTo>
                    <a:pt x="80177" y="21183"/>
                    <a:pt x="90911" y="24429"/>
                    <a:pt x="101068" y="30184"/>
                  </a:cubicBezTo>
                  <a:cubicBezTo>
                    <a:pt x="105113" y="32476"/>
                    <a:pt x="110313" y="35707"/>
                    <a:pt x="114641" y="40373"/>
                  </a:cubicBezTo>
                  <a:cubicBezTo>
                    <a:pt x="117901" y="43892"/>
                    <a:pt x="120872" y="48330"/>
                    <a:pt x="123468" y="53567"/>
                  </a:cubicBezTo>
                  <a:cubicBezTo>
                    <a:pt x="123595" y="53824"/>
                    <a:pt x="123718" y="54084"/>
                    <a:pt x="123842" y="54344"/>
                  </a:cubicBezTo>
                  <a:lnTo>
                    <a:pt x="124380" y="55470"/>
                  </a:lnTo>
                  <a:lnTo>
                    <a:pt x="124380" y="30691"/>
                  </a:lnTo>
                  <a:lnTo>
                    <a:pt x="124301" y="30630"/>
                  </a:lnTo>
                  <a:cubicBezTo>
                    <a:pt x="115571" y="23942"/>
                    <a:pt x="105512" y="20275"/>
                    <a:pt x="95782" y="16727"/>
                  </a:cubicBezTo>
                  <a:lnTo>
                    <a:pt x="94996" y="16442"/>
                  </a:lnTo>
                  <a:cubicBezTo>
                    <a:pt x="93760" y="15992"/>
                    <a:pt x="92525" y="15539"/>
                    <a:pt x="91289" y="15087"/>
                  </a:cubicBezTo>
                  <a:cubicBezTo>
                    <a:pt x="81300" y="11425"/>
                    <a:pt x="70971" y="7640"/>
                    <a:pt x="60557" y="5003"/>
                  </a:cubicBezTo>
                  <a:cubicBezTo>
                    <a:pt x="47087" y="1592"/>
                    <a:pt x="36071" y="0"/>
                    <a:pt x="25913" y="0"/>
                  </a:cubicBezTo>
                  <a:close/>
                  <a:moveTo>
                    <a:pt x="124380" y="55470"/>
                  </a:moveTo>
                  <a:lnTo>
                    <a:pt x="124380" y="55473"/>
                  </a:lnTo>
                  <a:lnTo>
                    <a:pt x="124381" y="55473"/>
                  </a:lnTo>
                  <a:lnTo>
                    <a:pt x="124380" y="5547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27"/>
            <p:cNvSpPr/>
            <p:nvPr/>
          </p:nvSpPr>
          <p:spPr>
            <a:xfrm>
              <a:off x="-97184" y="5469486"/>
              <a:ext cx="4473596" cy="1988630"/>
            </a:xfrm>
            <a:custGeom>
              <a:rect b="b" l="l" r="r" t="t"/>
              <a:pathLst>
                <a:path extrusionOk="0" h="49694" w="111791">
                  <a:moveTo>
                    <a:pt x="97341" y="420"/>
                  </a:moveTo>
                  <a:cubicBezTo>
                    <a:pt x="98733" y="420"/>
                    <a:pt x="99979" y="773"/>
                    <a:pt x="101045" y="1273"/>
                  </a:cubicBezTo>
                  <a:cubicBezTo>
                    <a:pt x="104764" y="3021"/>
                    <a:pt x="109232" y="7243"/>
                    <a:pt x="110572" y="11931"/>
                  </a:cubicBezTo>
                  <a:cubicBezTo>
                    <a:pt x="111369" y="14719"/>
                    <a:pt x="110985" y="17351"/>
                    <a:pt x="109429" y="19750"/>
                  </a:cubicBezTo>
                  <a:cubicBezTo>
                    <a:pt x="107469" y="22776"/>
                    <a:pt x="104270" y="24339"/>
                    <a:pt x="101702" y="25361"/>
                  </a:cubicBezTo>
                  <a:cubicBezTo>
                    <a:pt x="98754" y="26534"/>
                    <a:pt x="95452" y="27464"/>
                    <a:pt x="91607" y="28204"/>
                  </a:cubicBezTo>
                  <a:cubicBezTo>
                    <a:pt x="89921" y="28528"/>
                    <a:pt x="88200" y="28811"/>
                    <a:pt x="86532" y="29084"/>
                  </a:cubicBezTo>
                  <a:cubicBezTo>
                    <a:pt x="79681" y="30207"/>
                    <a:pt x="72597" y="31372"/>
                    <a:pt x="66253" y="35734"/>
                  </a:cubicBezTo>
                  <a:cubicBezTo>
                    <a:pt x="61721" y="38849"/>
                    <a:pt x="57707" y="43535"/>
                    <a:pt x="54638" y="49289"/>
                  </a:cubicBezTo>
                  <a:lnTo>
                    <a:pt x="3363" y="49289"/>
                  </a:lnTo>
                  <a:cubicBezTo>
                    <a:pt x="1730" y="49289"/>
                    <a:pt x="402" y="47585"/>
                    <a:pt x="402" y="45488"/>
                  </a:cubicBezTo>
                  <a:lnTo>
                    <a:pt x="402" y="27817"/>
                  </a:lnTo>
                  <a:cubicBezTo>
                    <a:pt x="6956" y="29756"/>
                    <a:pt x="13549" y="31125"/>
                    <a:pt x="20006" y="31888"/>
                  </a:cubicBezTo>
                  <a:cubicBezTo>
                    <a:pt x="24832" y="32458"/>
                    <a:pt x="29867" y="32744"/>
                    <a:pt x="35067" y="32744"/>
                  </a:cubicBezTo>
                  <a:cubicBezTo>
                    <a:pt x="39433" y="32744"/>
                    <a:pt x="43915" y="32543"/>
                    <a:pt x="48490" y="32140"/>
                  </a:cubicBezTo>
                  <a:cubicBezTo>
                    <a:pt x="52725" y="31766"/>
                    <a:pt x="57090" y="31156"/>
                    <a:pt x="61838" y="30276"/>
                  </a:cubicBezTo>
                  <a:cubicBezTo>
                    <a:pt x="65200" y="29650"/>
                    <a:pt x="69115" y="28700"/>
                    <a:pt x="72658" y="26377"/>
                  </a:cubicBezTo>
                  <a:cubicBezTo>
                    <a:pt x="76773" y="23677"/>
                    <a:pt x="79509" y="18971"/>
                    <a:pt x="82157" y="14419"/>
                  </a:cubicBezTo>
                  <a:cubicBezTo>
                    <a:pt x="83207" y="12610"/>
                    <a:pt x="84295" y="10742"/>
                    <a:pt x="85446" y="9038"/>
                  </a:cubicBezTo>
                  <a:cubicBezTo>
                    <a:pt x="89943" y="2389"/>
                    <a:pt x="94052" y="420"/>
                    <a:pt x="97341" y="420"/>
                  </a:cubicBezTo>
                  <a:close/>
                  <a:moveTo>
                    <a:pt x="97320" y="1"/>
                  </a:moveTo>
                  <a:cubicBezTo>
                    <a:pt x="92272" y="1"/>
                    <a:pt x="88015" y="4523"/>
                    <a:pt x="85113" y="8813"/>
                  </a:cubicBezTo>
                  <a:cubicBezTo>
                    <a:pt x="83953" y="10529"/>
                    <a:pt x="82863" y="12404"/>
                    <a:pt x="81808" y="14217"/>
                  </a:cubicBezTo>
                  <a:cubicBezTo>
                    <a:pt x="79187" y="18729"/>
                    <a:pt x="76473" y="23393"/>
                    <a:pt x="72437" y="26041"/>
                  </a:cubicBezTo>
                  <a:cubicBezTo>
                    <a:pt x="68955" y="28325"/>
                    <a:pt x="65088" y="29264"/>
                    <a:pt x="61763" y="29881"/>
                  </a:cubicBezTo>
                  <a:cubicBezTo>
                    <a:pt x="57027" y="30760"/>
                    <a:pt x="52675" y="31369"/>
                    <a:pt x="48454" y="31740"/>
                  </a:cubicBezTo>
                  <a:cubicBezTo>
                    <a:pt x="43892" y="32141"/>
                    <a:pt x="39422" y="32342"/>
                    <a:pt x="35069" y="32342"/>
                  </a:cubicBezTo>
                  <a:cubicBezTo>
                    <a:pt x="29883" y="32342"/>
                    <a:pt x="24864" y="32057"/>
                    <a:pt x="20053" y="31489"/>
                  </a:cubicBezTo>
                  <a:cubicBezTo>
                    <a:pt x="13535" y="30716"/>
                    <a:pt x="6875" y="29326"/>
                    <a:pt x="259" y="27354"/>
                  </a:cubicBezTo>
                  <a:lnTo>
                    <a:pt x="1" y="27277"/>
                  </a:lnTo>
                  <a:lnTo>
                    <a:pt x="1" y="45491"/>
                  </a:lnTo>
                  <a:cubicBezTo>
                    <a:pt x="1" y="47809"/>
                    <a:pt x="1508" y="49694"/>
                    <a:pt x="3363" y="49694"/>
                  </a:cubicBezTo>
                  <a:lnTo>
                    <a:pt x="54879" y="49694"/>
                  </a:lnTo>
                  <a:lnTo>
                    <a:pt x="54936" y="49585"/>
                  </a:lnTo>
                  <a:cubicBezTo>
                    <a:pt x="57983" y="43837"/>
                    <a:pt x="61975" y="39163"/>
                    <a:pt x="66481" y="36064"/>
                  </a:cubicBezTo>
                  <a:cubicBezTo>
                    <a:pt x="72751" y="31752"/>
                    <a:pt x="79791" y="30597"/>
                    <a:pt x="86599" y="29479"/>
                  </a:cubicBezTo>
                  <a:cubicBezTo>
                    <a:pt x="88267" y="29206"/>
                    <a:pt x="89993" y="28921"/>
                    <a:pt x="91683" y="28597"/>
                  </a:cubicBezTo>
                  <a:cubicBezTo>
                    <a:pt x="95554" y="27852"/>
                    <a:pt x="98882" y="26914"/>
                    <a:pt x="101852" y="25732"/>
                  </a:cubicBezTo>
                  <a:cubicBezTo>
                    <a:pt x="104477" y="24689"/>
                    <a:pt x="107747" y="23089"/>
                    <a:pt x="109769" y="19968"/>
                  </a:cubicBezTo>
                  <a:cubicBezTo>
                    <a:pt x="111389" y="17466"/>
                    <a:pt x="111791" y="14724"/>
                    <a:pt x="110961" y="11820"/>
                  </a:cubicBezTo>
                  <a:cubicBezTo>
                    <a:pt x="109585" y="7016"/>
                    <a:pt x="105018" y="2695"/>
                    <a:pt x="101216" y="909"/>
                  </a:cubicBezTo>
                  <a:cubicBezTo>
                    <a:pt x="99874" y="279"/>
                    <a:pt x="98573" y="1"/>
                    <a:pt x="97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7"/>
            <p:cNvSpPr/>
            <p:nvPr/>
          </p:nvSpPr>
          <p:spPr>
            <a:xfrm>
              <a:off x="2768223" y="6729454"/>
              <a:ext cx="4335456" cy="728679"/>
            </a:xfrm>
            <a:custGeom>
              <a:rect b="b" l="l" r="r" t="t"/>
              <a:pathLst>
                <a:path extrusionOk="0" h="18209" w="108339">
                  <a:moveTo>
                    <a:pt x="27698" y="402"/>
                  </a:moveTo>
                  <a:cubicBezTo>
                    <a:pt x="32888" y="402"/>
                    <a:pt x="38022" y="2124"/>
                    <a:pt x="42576" y="3656"/>
                  </a:cubicBezTo>
                  <a:cubicBezTo>
                    <a:pt x="47416" y="5283"/>
                    <a:pt x="52582" y="6948"/>
                    <a:pt x="57857" y="7844"/>
                  </a:cubicBezTo>
                  <a:cubicBezTo>
                    <a:pt x="62292" y="8597"/>
                    <a:pt x="66755" y="8977"/>
                    <a:pt x="71177" y="8977"/>
                  </a:cubicBezTo>
                  <a:cubicBezTo>
                    <a:pt x="72693" y="8977"/>
                    <a:pt x="74204" y="8932"/>
                    <a:pt x="75707" y="8843"/>
                  </a:cubicBezTo>
                  <a:cubicBezTo>
                    <a:pt x="78578" y="8671"/>
                    <a:pt x="81363" y="8335"/>
                    <a:pt x="83983" y="7841"/>
                  </a:cubicBezTo>
                  <a:cubicBezTo>
                    <a:pt x="84740" y="7698"/>
                    <a:pt x="85506" y="7531"/>
                    <a:pt x="86246" y="7371"/>
                  </a:cubicBezTo>
                  <a:cubicBezTo>
                    <a:pt x="87567" y="7085"/>
                    <a:pt x="88932" y="6788"/>
                    <a:pt x="90288" y="6616"/>
                  </a:cubicBezTo>
                  <a:cubicBezTo>
                    <a:pt x="91569" y="6455"/>
                    <a:pt x="92767" y="6374"/>
                    <a:pt x="93889" y="6374"/>
                  </a:cubicBezTo>
                  <a:cubicBezTo>
                    <a:pt x="97369" y="6374"/>
                    <a:pt x="100126" y="7157"/>
                    <a:pt x="102405" y="8765"/>
                  </a:cubicBezTo>
                  <a:cubicBezTo>
                    <a:pt x="104715" y="10399"/>
                    <a:pt x="107752" y="14521"/>
                    <a:pt x="107336" y="17804"/>
                  </a:cubicBezTo>
                  <a:lnTo>
                    <a:pt x="2840" y="17804"/>
                  </a:lnTo>
                  <a:cubicBezTo>
                    <a:pt x="2038" y="16930"/>
                    <a:pt x="1495" y="16015"/>
                    <a:pt x="1180" y="15011"/>
                  </a:cubicBezTo>
                  <a:cubicBezTo>
                    <a:pt x="328" y="12292"/>
                    <a:pt x="1140" y="8835"/>
                    <a:pt x="2950" y="7464"/>
                  </a:cubicBezTo>
                  <a:cubicBezTo>
                    <a:pt x="4188" y="6527"/>
                    <a:pt x="5746" y="6255"/>
                    <a:pt x="7263" y="6255"/>
                  </a:cubicBezTo>
                  <a:cubicBezTo>
                    <a:pt x="8508" y="6255"/>
                    <a:pt x="9724" y="6438"/>
                    <a:pt x="10713" y="6586"/>
                  </a:cubicBezTo>
                  <a:cubicBezTo>
                    <a:pt x="13555" y="7015"/>
                    <a:pt x="16398" y="7815"/>
                    <a:pt x="19148" y="8591"/>
                  </a:cubicBezTo>
                  <a:cubicBezTo>
                    <a:pt x="20420" y="8950"/>
                    <a:pt x="21733" y="9320"/>
                    <a:pt x="23031" y="9648"/>
                  </a:cubicBezTo>
                  <a:cubicBezTo>
                    <a:pt x="23892" y="9867"/>
                    <a:pt x="24772" y="10044"/>
                    <a:pt x="25624" y="10217"/>
                  </a:cubicBezTo>
                  <a:cubicBezTo>
                    <a:pt x="26578" y="10410"/>
                    <a:pt x="27561" y="10610"/>
                    <a:pt x="28520" y="10866"/>
                  </a:cubicBezTo>
                  <a:cubicBezTo>
                    <a:pt x="29266" y="11066"/>
                    <a:pt x="30023" y="11287"/>
                    <a:pt x="30753" y="11502"/>
                  </a:cubicBezTo>
                  <a:cubicBezTo>
                    <a:pt x="31592" y="11746"/>
                    <a:pt x="32458" y="12000"/>
                    <a:pt x="33317" y="12223"/>
                  </a:cubicBezTo>
                  <a:lnTo>
                    <a:pt x="33467" y="12263"/>
                  </a:lnTo>
                  <a:cubicBezTo>
                    <a:pt x="34991" y="12659"/>
                    <a:pt x="36728" y="13111"/>
                    <a:pt x="38421" y="13111"/>
                  </a:cubicBezTo>
                  <a:cubicBezTo>
                    <a:pt x="39680" y="13111"/>
                    <a:pt x="40914" y="12861"/>
                    <a:pt x="42017" y="12152"/>
                  </a:cubicBezTo>
                  <a:cubicBezTo>
                    <a:pt x="42247" y="12003"/>
                    <a:pt x="42254" y="11687"/>
                    <a:pt x="42130" y="11480"/>
                  </a:cubicBezTo>
                  <a:cubicBezTo>
                    <a:pt x="39927" y="7838"/>
                    <a:pt x="35420" y="7355"/>
                    <a:pt x="32131" y="7002"/>
                  </a:cubicBezTo>
                  <a:cubicBezTo>
                    <a:pt x="30552" y="6834"/>
                    <a:pt x="28936" y="6794"/>
                    <a:pt x="27373" y="6755"/>
                  </a:cubicBezTo>
                  <a:cubicBezTo>
                    <a:pt x="24971" y="6694"/>
                    <a:pt x="22485" y="6634"/>
                    <a:pt x="20094" y="6098"/>
                  </a:cubicBezTo>
                  <a:lnTo>
                    <a:pt x="19861" y="6045"/>
                  </a:lnTo>
                  <a:cubicBezTo>
                    <a:pt x="19174" y="5899"/>
                    <a:pt x="18323" y="5715"/>
                    <a:pt x="17845" y="5185"/>
                  </a:cubicBezTo>
                  <a:cubicBezTo>
                    <a:pt x="17683" y="5000"/>
                    <a:pt x="17613" y="4809"/>
                    <a:pt x="17637" y="4599"/>
                  </a:cubicBezTo>
                  <a:cubicBezTo>
                    <a:pt x="17720" y="3886"/>
                    <a:pt x="18816" y="3119"/>
                    <a:pt x="19284" y="2791"/>
                  </a:cubicBezTo>
                  <a:lnTo>
                    <a:pt x="19370" y="2730"/>
                  </a:lnTo>
                  <a:cubicBezTo>
                    <a:pt x="21382" y="1313"/>
                    <a:pt x="23882" y="535"/>
                    <a:pt x="26803" y="420"/>
                  </a:cubicBezTo>
                  <a:cubicBezTo>
                    <a:pt x="27101" y="408"/>
                    <a:pt x="27399" y="402"/>
                    <a:pt x="27698" y="402"/>
                  </a:cubicBezTo>
                  <a:close/>
                  <a:moveTo>
                    <a:pt x="27716" y="0"/>
                  </a:moveTo>
                  <a:cubicBezTo>
                    <a:pt x="27408" y="0"/>
                    <a:pt x="27101" y="6"/>
                    <a:pt x="26793" y="18"/>
                  </a:cubicBezTo>
                  <a:cubicBezTo>
                    <a:pt x="23792" y="137"/>
                    <a:pt x="21220" y="940"/>
                    <a:pt x="19143" y="2401"/>
                  </a:cubicBezTo>
                  <a:lnTo>
                    <a:pt x="19057" y="2461"/>
                  </a:lnTo>
                  <a:cubicBezTo>
                    <a:pt x="18500" y="2850"/>
                    <a:pt x="17342" y="3659"/>
                    <a:pt x="17241" y="4552"/>
                  </a:cubicBezTo>
                  <a:cubicBezTo>
                    <a:pt x="17204" y="4879"/>
                    <a:pt x="17307" y="5183"/>
                    <a:pt x="17550" y="5452"/>
                  </a:cubicBezTo>
                  <a:cubicBezTo>
                    <a:pt x="18114" y="6081"/>
                    <a:pt x="19037" y="6279"/>
                    <a:pt x="19779" y="6438"/>
                  </a:cubicBezTo>
                  <a:lnTo>
                    <a:pt x="20009" y="6488"/>
                  </a:lnTo>
                  <a:cubicBezTo>
                    <a:pt x="22436" y="7034"/>
                    <a:pt x="24942" y="7095"/>
                    <a:pt x="27366" y="7155"/>
                  </a:cubicBezTo>
                  <a:cubicBezTo>
                    <a:pt x="28920" y="7194"/>
                    <a:pt x="30528" y="7234"/>
                    <a:pt x="32089" y="7401"/>
                  </a:cubicBezTo>
                  <a:cubicBezTo>
                    <a:pt x="35297" y="7744"/>
                    <a:pt x="39689" y="8215"/>
                    <a:pt x="41788" y="11686"/>
                  </a:cubicBezTo>
                  <a:cubicBezTo>
                    <a:pt x="41818" y="11736"/>
                    <a:pt x="41813" y="11800"/>
                    <a:pt x="41803" y="11810"/>
                  </a:cubicBezTo>
                  <a:cubicBezTo>
                    <a:pt x="40777" y="12469"/>
                    <a:pt x="39614" y="12703"/>
                    <a:pt x="38419" y="12703"/>
                  </a:cubicBezTo>
                  <a:cubicBezTo>
                    <a:pt x="36773" y="12703"/>
                    <a:pt x="35066" y="12260"/>
                    <a:pt x="33571" y="11872"/>
                  </a:cubicBezTo>
                  <a:lnTo>
                    <a:pt x="33421" y="11832"/>
                  </a:lnTo>
                  <a:cubicBezTo>
                    <a:pt x="32568" y="11613"/>
                    <a:pt x="31706" y="11359"/>
                    <a:pt x="30871" y="11114"/>
                  </a:cubicBezTo>
                  <a:cubicBezTo>
                    <a:pt x="30136" y="10900"/>
                    <a:pt x="29377" y="10677"/>
                    <a:pt x="28627" y="10477"/>
                  </a:cubicBezTo>
                  <a:cubicBezTo>
                    <a:pt x="27659" y="10217"/>
                    <a:pt x="26667" y="10017"/>
                    <a:pt x="25708" y="9823"/>
                  </a:cubicBezTo>
                  <a:cubicBezTo>
                    <a:pt x="24862" y="9650"/>
                    <a:pt x="23985" y="9473"/>
                    <a:pt x="23133" y="9257"/>
                  </a:cubicBezTo>
                  <a:cubicBezTo>
                    <a:pt x="21840" y="8930"/>
                    <a:pt x="20529" y="8560"/>
                    <a:pt x="19261" y="8202"/>
                  </a:cubicBezTo>
                  <a:cubicBezTo>
                    <a:pt x="16498" y="7424"/>
                    <a:pt x="13642" y="6619"/>
                    <a:pt x="10776" y="6188"/>
                  </a:cubicBezTo>
                  <a:cubicBezTo>
                    <a:pt x="9769" y="6036"/>
                    <a:pt x="8534" y="5850"/>
                    <a:pt x="7263" y="5850"/>
                  </a:cubicBezTo>
                  <a:cubicBezTo>
                    <a:pt x="5677" y="5850"/>
                    <a:pt x="4036" y="6139"/>
                    <a:pt x="2711" y="7142"/>
                  </a:cubicBezTo>
                  <a:cubicBezTo>
                    <a:pt x="579" y="8757"/>
                    <a:pt x="1" y="12576"/>
                    <a:pt x="798" y="15131"/>
                  </a:cubicBezTo>
                  <a:cubicBezTo>
                    <a:pt x="1138" y="16218"/>
                    <a:pt x="1730" y="17203"/>
                    <a:pt x="2606" y="18144"/>
                  </a:cubicBezTo>
                  <a:lnTo>
                    <a:pt x="2666" y="18209"/>
                  </a:lnTo>
                  <a:lnTo>
                    <a:pt x="107680" y="18209"/>
                  </a:lnTo>
                  <a:lnTo>
                    <a:pt x="107713" y="18040"/>
                  </a:lnTo>
                  <a:cubicBezTo>
                    <a:pt x="108339" y="14231"/>
                    <a:pt x="104720" y="9907"/>
                    <a:pt x="102642" y="8438"/>
                  </a:cubicBezTo>
                  <a:cubicBezTo>
                    <a:pt x="100295" y="6780"/>
                    <a:pt x="97465" y="5972"/>
                    <a:pt x="93901" y="5972"/>
                  </a:cubicBezTo>
                  <a:cubicBezTo>
                    <a:pt x="92759" y="5972"/>
                    <a:pt x="91543" y="6055"/>
                    <a:pt x="90243" y="6219"/>
                  </a:cubicBezTo>
                  <a:cubicBezTo>
                    <a:pt x="88870" y="6392"/>
                    <a:pt x="87495" y="6691"/>
                    <a:pt x="86166" y="6979"/>
                  </a:cubicBezTo>
                  <a:cubicBezTo>
                    <a:pt x="85428" y="7141"/>
                    <a:pt x="84666" y="7307"/>
                    <a:pt x="83913" y="7448"/>
                  </a:cubicBezTo>
                  <a:cubicBezTo>
                    <a:pt x="81310" y="7937"/>
                    <a:pt x="78543" y="8272"/>
                    <a:pt x="75687" y="8443"/>
                  </a:cubicBezTo>
                  <a:cubicBezTo>
                    <a:pt x="74193" y="8531"/>
                    <a:pt x="72692" y="8575"/>
                    <a:pt x="71186" y="8575"/>
                  </a:cubicBezTo>
                  <a:cubicBezTo>
                    <a:pt x="66784" y="8575"/>
                    <a:pt x="62342" y="8199"/>
                    <a:pt x="57928" y="7448"/>
                  </a:cubicBezTo>
                  <a:cubicBezTo>
                    <a:pt x="52682" y="6556"/>
                    <a:pt x="47532" y="4898"/>
                    <a:pt x="42708" y="3276"/>
                  </a:cubicBezTo>
                  <a:cubicBezTo>
                    <a:pt x="38128" y="1734"/>
                    <a:pt x="32975" y="0"/>
                    <a:pt x="277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27"/>
            <p:cNvSpPr/>
            <p:nvPr/>
          </p:nvSpPr>
          <p:spPr>
            <a:xfrm>
              <a:off x="4932235" y="5894718"/>
              <a:ext cx="4348422" cy="1563444"/>
            </a:xfrm>
            <a:custGeom>
              <a:rect b="b" l="l" r="r" t="t"/>
              <a:pathLst>
                <a:path extrusionOk="0" h="39069" w="108663">
                  <a:moveTo>
                    <a:pt x="46151" y="403"/>
                  </a:moveTo>
                  <a:cubicBezTo>
                    <a:pt x="46500" y="403"/>
                    <a:pt x="46847" y="405"/>
                    <a:pt x="47194" y="409"/>
                  </a:cubicBezTo>
                  <a:cubicBezTo>
                    <a:pt x="60555" y="576"/>
                    <a:pt x="71907" y="4288"/>
                    <a:pt x="80932" y="11441"/>
                  </a:cubicBezTo>
                  <a:cubicBezTo>
                    <a:pt x="84958" y="14633"/>
                    <a:pt x="88903" y="18201"/>
                    <a:pt x="92718" y="21653"/>
                  </a:cubicBezTo>
                  <a:cubicBezTo>
                    <a:pt x="94523" y="23286"/>
                    <a:pt x="96389" y="24974"/>
                    <a:pt x="98238" y="26600"/>
                  </a:cubicBezTo>
                  <a:cubicBezTo>
                    <a:pt x="101177" y="29181"/>
                    <a:pt x="104663" y="32202"/>
                    <a:pt x="108257" y="35034"/>
                  </a:cubicBezTo>
                  <a:cubicBezTo>
                    <a:pt x="108185" y="37046"/>
                    <a:pt x="106877" y="38663"/>
                    <a:pt x="105303" y="38663"/>
                  </a:cubicBezTo>
                  <a:lnTo>
                    <a:pt x="95006" y="38663"/>
                  </a:lnTo>
                  <a:cubicBezTo>
                    <a:pt x="94337" y="37862"/>
                    <a:pt x="93741" y="37110"/>
                    <a:pt x="93190" y="36368"/>
                  </a:cubicBezTo>
                  <a:cubicBezTo>
                    <a:pt x="91738" y="34415"/>
                    <a:pt x="90482" y="32209"/>
                    <a:pt x="89268" y="30076"/>
                  </a:cubicBezTo>
                  <a:cubicBezTo>
                    <a:pt x="88255" y="28296"/>
                    <a:pt x="87207" y="26455"/>
                    <a:pt x="86046" y="24761"/>
                  </a:cubicBezTo>
                  <a:cubicBezTo>
                    <a:pt x="84901" y="23090"/>
                    <a:pt x="83654" y="21394"/>
                    <a:pt x="82109" y="20589"/>
                  </a:cubicBezTo>
                  <a:cubicBezTo>
                    <a:pt x="81766" y="20411"/>
                    <a:pt x="81285" y="20282"/>
                    <a:pt x="80790" y="20282"/>
                  </a:cubicBezTo>
                  <a:cubicBezTo>
                    <a:pt x="80446" y="20282"/>
                    <a:pt x="80095" y="20344"/>
                    <a:pt x="79779" y="20494"/>
                  </a:cubicBezTo>
                  <a:cubicBezTo>
                    <a:pt x="79253" y="20744"/>
                    <a:pt x="78909" y="21200"/>
                    <a:pt x="78784" y="21809"/>
                  </a:cubicBezTo>
                  <a:cubicBezTo>
                    <a:pt x="78479" y="23295"/>
                    <a:pt x="79725" y="24879"/>
                    <a:pt x="80550" y="25925"/>
                  </a:cubicBezTo>
                  <a:cubicBezTo>
                    <a:pt x="80666" y="26074"/>
                    <a:pt x="80775" y="26210"/>
                    <a:pt x="80868" y="26335"/>
                  </a:cubicBezTo>
                  <a:cubicBezTo>
                    <a:pt x="81946" y="27764"/>
                    <a:pt x="82835" y="29354"/>
                    <a:pt x="83661" y="31345"/>
                  </a:cubicBezTo>
                  <a:cubicBezTo>
                    <a:pt x="84287" y="32848"/>
                    <a:pt x="85364" y="35767"/>
                    <a:pt x="85660" y="38663"/>
                  </a:cubicBezTo>
                  <a:lnTo>
                    <a:pt x="76327" y="38663"/>
                  </a:lnTo>
                  <a:cubicBezTo>
                    <a:pt x="76685" y="34328"/>
                    <a:pt x="75134" y="29497"/>
                    <a:pt x="72336" y="26295"/>
                  </a:cubicBezTo>
                  <a:cubicBezTo>
                    <a:pt x="70016" y="23636"/>
                    <a:pt x="66829" y="21619"/>
                    <a:pt x="62597" y="20130"/>
                  </a:cubicBezTo>
                  <a:cubicBezTo>
                    <a:pt x="58968" y="18853"/>
                    <a:pt x="54987" y="18071"/>
                    <a:pt x="50066" y="17668"/>
                  </a:cubicBezTo>
                  <a:cubicBezTo>
                    <a:pt x="47919" y="17494"/>
                    <a:pt x="45723" y="17407"/>
                    <a:pt x="43437" y="17407"/>
                  </a:cubicBezTo>
                  <a:cubicBezTo>
                    <a:pt x="41731" y="17407"/>
                    <a:pt x="39974" y="17455"/>
                    <a:pt x="38150" y="17552"/>
                  </a:cubicBezTo>
                  <a:cubicBezTo>
                    <a:pt x="34341" y="17757"/>
                    <a:pt x="31394" y="18197"/>
                    <a:pt x="28604" y="18985"/>
                  </a:cubicBezTo>
                  <a:cubicBezTo>
                    <a:pt x="27525" y="19288"/>
                    <a:pt x="26448" y="19608"/>
                    <a:pt x="25369" y="19927"/>
                  </a:cubicBezTo>
                  <a:cubicBezTo>
                    <a:pt x="21997" y="20924"/>
                    <a:pt x="18511" y="21956"/>
                    <a:pt x="15020" y="22506"/>
                  </a:cubicBezTo>
                  <a:cubicBezTo>
                    <a:pt x="13538" y="22740"/>
                    <a:pt x="11993" y="22922"/>
                    <a:pt x="10477" y="22922"/>
                  </a:cubicBezTo>
                  <a:cubicBezTo>
                    <a:pt x="7660" y="22922"/>
                    <a:pt x="4942" y="22294"/>
                    <a:pt x="2908" y="20201"/>
                  </a:cubicBezTo>
                  <a:cubicBezTo>
                    <a:pt x="2318" y="19594"/>
                    <a:pt x="445" y="17417"/>
                    <a:pt x="1110" y="14892"/>
                  </a:cubicBezTo>
                  <a:cubicBezTo>
                    <a:pt x="1609" y="13004"/>
                    <a:pt x="3139" y="11676"/>
                    <a:pt x="4417" y="10728"/>
                  </a:cubicBezTo>
                  <a:cubicBezTo>
                    <a:pt x="7502" y="8442"/>
                    <a:pt x="11094" y="7120"/>
                    <a:pt x="14506" y="5962"/>
                  </a:cubicBezTo>
                  <a:cubicBezTo>
                    <a:pt x="25380" y="2272"/>
                    <a:pt x="36012" y="403"/>
                    <a:pt x="46151" y="403"/>
                  </a:cubicBezTo>
                  <a:close/>
                  <a:moveTo>
                    <a:pt x="46184" y="0"/>
                  </a:moveTo>
                  <a:cubicBezTo>
                    <a:pt x="35995" y="0"/>
                    <a:pt x="25302" y="1873"/>
                    <a:pt x="14376" y="5582"/>
                  </a:cubicBezTo>
                  <a:cubicBezTo>
                    <a:pt x="10932" y="6749"/>
                    <a:pt x="7309" y="8083"/>
                    <a:pt x="4175" y="10405"/>
                  </a:cubicBezTo>
                  <a:cubicBezTo>
                    <a:pt x="2845" y="11391"/>
                    <a:pt x="1250" y="12780"/>
                    <a:pt x="720" y="14790"/>
                  </a:cubicBezTo>
                  <a:cubicBezTo>
                    <a:pt x="0" y="17521"/>
                    <a:pt x="1992" y="19837"/>
                    <a:pt x="2618" y="20484"/>
                  </a:cubicBezTo>
                  <a:cubicBezTo>
                    <a:pt x="4745" y="22672"/>
                    <a:pt x="7559" y="23326"/>
                    <a:pt x="10464" y="23326"/>
                  </a:cubicBezTo>
                  <a:cubicBezTo>
                    <a:pt x="12008" y="23326"/>
                    <a:pt x="13578" y="23141"/>
                    <a:pt x="15083" y="22903"/>
                  </a:cubicBezTo>
                  <a:cubicBezTo>
                    <a:pt x="18599" y="22350"/>
                    <a:pt x="22098" y="21314"/>
                    <a:pt x="25483" y="20314"/>
                  </a:cubicBezTo>
                  <a:cubicBezTo>
                    <a:pt x="26558" y="19996"/>
                    <a:pt x="27635" y="19678"/>
                    <a:pt x="28713" y="19374"/>
                  </a:cubicBezTo>
                  <a:cubicBezTo>
                    <a:pt x="31476" y="18595"/>
                    <a:pt x="34392" y="18158"/>
                    <a:pt x="38171" y="17957"/>
                  </a:cubicBezTo>
                  <a:cubicBezTo>
                    <a:pt x="39992" y="17859"/>
                    <a:pt x="41744" y="17811"/>
                    <a:pt x="43446" y="17811"/>
                  </a:cubicBezTo>
                  <a:cubicBezTo>
                    <a:pt x="45718" y="17811"/>
                    <a:pt x="47900" y="17898"/>
                    <a:pt x="50034" y="18072"/>
                  </a:cubicBezTo>
                  <a:cubicBezTo>
                    <a:pt x="54919" y="18471"/>
                    <a:pt x="58869" y="19245"/>
                    <a:pt x="62464" y="20513"/>
                  </a:cubicBezTo>
                  <a:cubicBezTo>
                    <a:pt x="66629" y="21980"/>
                    <a:pt x="69761" y="23959"/>
                    <a:pt x="72035" y="26564"/>
                  </a:cubicBezTo>
                  <a:cubicBezTo>
                    <a:pt x="74808" y="29740"/>
                    <a:pt x="76328" y="34562"/>
                    <a:pt x="75907" y="38847"/>
                  </a:cubicBezTo>
                  <a:lnTo>
                    <a:pt x="75885" y="39069"/>
                  </a:lnTo>
                  <a:lnTo>
                    <a:pt x="86103" y="39069"/>
                  </a:lnTo>
                  <a:lnTo>
                    <a:pt x="86083" y="38849"/>
                  </a:lnTo>
                  <a:cubicBezTo>
                    <a:pt x="85816" y="35827"/>
                    <a:pt x="84685" y="32755"/>
                    <a:pt x="84035" y="31193"/>
                  </a:cubicBezTo>
                  <a:cubicBezTo>
                    <a:pt x="83194" y="29170"/>
                    <a:pt x="82289" y="27550"/>
                    <a:pt x="81192" y="26094"/>
                  </a:cubicBezTo>
                  <a:cubicBezTo>
                    <a:pt x="81095" y="25968"/>
                    <a:pt x="80986" y="25829"/>
                    <a:pt x="80868" y="25679"/>
                  </a:cubicBezTo>
                  <a:cubicBezTo>
                    <a:pt x="80089" y="24692"/>
                    <a:pt x="78913" y="23196"/>
                    <a:pt x="79180" y="21893"/>
                  </a:cubicBezTo>
                  <a:cubicBezTo>
                    <a:pt x="79280" y="21406"/>
                    <a:pt x="79542" y="21057"/>
                    <a:pt x="79953" y="20860"/>
                  </a:cubicBezTo>
                  <a:cubicBezTo>
                    <a:pt x="80215" y="20736"/>
                    <a:pt x="80506" y="20684"/>
                    <a:pt x="80793" y="20684"/>
                  </a:cubicBezTo>
                  <a:cubicBezTo>
                    <a:pt x="81216" y="20684"/>
                    <a:pt x="81630" y="20796"/>
                    <a:pt x="81925" y="20950"/>
                  </a:cubicBezTo>
                  <a:cubicBezTo>
                    <a:pt x="83388" y="21710"/>
                    <a:pt x="84600" y="23365"/>
                    <a:pt x="85716" y="24991"/>
                  </a:cubicBezTo>
                  <a:cubicBezTo>
                    <a:pt x="86867" y="26672"/>
                    <a:pt x="87910" y="28506"/>
                    <a:pt x="88919" y="30277"/>
                  </a:cubicBezTo>
                  <a:cubicBezTo>
                    <a:pt x="90139" y="32421"/>
                    <a:pt x="91401" y="34638"/>
                    <a:pt x="92868" y="36611"/>
                  </a:cubicBezTo>
                  <a:cubicBezTo>
                    <a:pt x="93440" y="37380"/>
                    <a:pt x="94059" y="38160"/>
                    <a:pt x="94759" y="38996"/>
                  </a:cubicBezTo>
                  <a:lnTo>
                    <a:pt x="94819" y="39068"/>
                  </a:lnTo>
                  <a:lnTo>
                    <a:pt x="105303" y="39068"/>
                  </a:lnTo>
                  <a:cubicBezTo>
                    <a:pt x="107121" y="39068"/>
                    <a:pt x="108627" y="37217"/>
                    <a:pt x="108661" y="34947"/>
                  </a:cubicBezTo>
                  <a:lnTo>
                    <a:pt x="108663" y="34847"/>
                  </a:lnTo>
                  <a:lnTo>
                    <a:pt x="108584" y="34784"/>
                  </a:lnTo>
                  <a:cubicBezTo>
                    <a:pt x="104971" y="31939"/>
                    <a:pt x="101460" y="28897"/>
                    <a:pt x="98502" y="26300"/>
                  </a:cubicBezTo>
                  <a:cubicBezTo>
                    <a:pt x="96655" y="24675"/>
                    <a:pt x="94790" y="22989"/>
                    <a:pt x="92987" y="21357"/>
                  </a:cubicBezTo>
                  <a:cubicBezTo>
                    <a:pt x="89168" y="17899"/>
                    <a:pt x="85217" y="14326"/>
                    <a:pt x="81181" y="11127"/>
                  </a:cubicBezTo>
                  <a:cubicBezTo>
                    <a:pt x="72085" y="3918"/>
                    <a:pt x="60650" y="176"/>
                    <a:pt x="47197" y="6"/>
                  </a:cubicBezTo>
                  <a:cubicBezTo>
                    <a:pt x="46860" y="2"/>
                    <a:pt x="46522" y="0"/>
                    <a:pt x="46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27"/>
            <p:cNvSpPr/>
            <p:nvPr/>
          </p:nvSpPr>
          <p:spPr>
            <a:xfrm>
              <a:off x="5065015" y="-120714"/>
              <a:ext cx="4355665" cy="807744"/>
            </a:xfrm>
            <a:custGeom>
              <a:rect b="b" l="l" r="r" t="t"/>
              <a:pathLst>
                <a:path extrusionOk="0" h="28164" w="108844">
                  <a:moveTo>
                    <a:pt x="105484" y="409"/>
                  </a:moveTo>
                  <a:cubicBezTo>
                    <a:pt x="107116" y="409"/>
                    <a:pt x="108443" y="2114"/>
                    <a:pt x="108443" y="4208"/>
                  </a:cubicBezTo>
                  <a:lnTo>
                    <a:pt x="108443" y="9441"/>
                  </a:lnTo>
                  <a:cubicBezTo>
                    <a:pt x="107791" y="9431"/>
                    <a:pt x="107138" y="9426"/>
                    <a:pt x="106485" y="9426"/>
                  </a:cubicBezTo>
                  <a:cubicBezTo>
                    <a:pt x="96929" y="9426"/>
                    <a:pt x="87281" y="10461"/>
                    <a:pt x="77432" y="11618"/>
                  </a:cubicBezTo>
                  <a:lnTo>
                    <a:pt x="74438" y="11967"/>
                  </a:lnTo>
                  <a:cubicBezTo>
                    <a:pt x="68077" y="12707"/>
                    <a:pt x="61497" y="13471"/>
                    <a:pt x="55052" y="14524"/>
                  </a:cubicBezTo>
                  <a:cubicBezTo>
                    <a:pt x="50937" y="15196"/>
                    <a:pt x="47239" y="15919"/>
                    <a:pt x="43750" y="16739"/>
                  </a:cubicBezTo>
                  <a:cubicBezTo>
                    <a:pt x="39671" y="17698"/>
                    <a:pt x="36280" y="18535"/>
                    <a:pt x="32894" y="19868"/>
                  </a:cubicBezTo>
                  <a:cubicBezTo>
                    <a:pt x="30642" y="20754"/>
                    <a:pt x="28443" y="21986"/>
                    <a:pt x="26315" y="23179"/>
                  </a:cubicBezTo>
                  <a:cubicBezTo>
                    <a:pt x="22603" y="25262"/>
                    <a:pt x="18761" y="27414"/>
                    <a:pt x="14582" y="27728"/>
                  </a:cubicBezTo>
                  <a:cubicBezTo>
                    <a:pt x="14284" y="27750"/>
                    <a:pt x="13983" y="27761"/>
                    <a:pt x="13680" y="27761"/>
                  </a:cubicBezTo>
                  <a:cubicBezTo>
                    <a:pt x="8600" y="27761"/>
                    <a:pt x="3011" y="24606"/>
                    <a:pt x="1265" y="17265"/>
                  </a:cubicBezTo>
                  <a:cubicBezTo>
                    <a:pt x="424" y="13728"/>
                    <a:pt x="774" y="10998"/>
                    <a:pt x="2304" y="9148"/>
                  </a:cubicBezTo>
                  <a:cubicBezTo>
                    <a:pt x="3847" y="7282"/>
                    <a:pt x="6123" y="6467"/>
                    <a:pt x="8144" y="5916"/>
                  </a:cubicBezTo>
                  <a:cubicBezTo>
                    <a:pt x="14663" y="4135"/>
                    <a:pt x="21503" y="4060"/>
                    <a:pt x="27536" y="3991"/>
                  </a:cubicBezTo>
                  <a:lnTo>
                    <a:pt x="28284" y="3982"/>
                  </a:lnTo>
                  <a:cubicBezTo>
                    <a:pt x="35338" y="3908"/>
                    <a:pt x="42635" y="3830"/>
                    <a:pt x="49562" y="1411"/>
                  </a:cubicBezTo>
                  <a:cubicBezTo>
                    <a:pt x="50530" y="1072"/>
                    <a:pt x="51303" y="753"/>
                    <a:pt x="51989" y="409"/>
                  </a:cubicBezTo>
                  <a:lnTo>
                    <a:pt x="51989" y="410"/>
                  </a:lnTo>
                  <a:lnTo>
                    <a:pt x="77472" y="410"/>
                  </a:lnTo>
                  <a:cubicBezTo>
                    <a:pt x="75657" y="1022"/>
                    <a:pt x="73845" y="1526"/>
                    <a:pt x="72138" y="1986"/>
                  </a:cubicBezTo>
                  <a:cubicBezTo>
                    <a:pt x="71479" y="2162"/>
                    <a:pt x="70816" y="2334"/>
                    <a:pt x="70156" y="2505"/>
                  </a:cubicBezTo>
                  <a:cubicBezTo>
                    <a:pt x="68329" y="2977"/>
                    <a:pt x="66440" y="3467"/>
                    <a:pt x="64605" y="4082"/>
                  </a:cubicBezTo>
                  <a:cubicBezTo>
                    <a:pt x="61004" y="5291"/>
                    <a:pt x="57124" y="6040"/>
                    <a:pt x="52740" y="6369"/>
                  </a:cubicBezTo>
                  <a:cubicBezTo>
                    <a:pt x="49638" y="6602"/>
                    <a:pt x="46418" y="6602"/>
                    <a:pt x="43304" y="6603"/>
                  </a:cubicBezTo>
                  <a:cubicBezTo>
                    <a:pt x="34965" y="6606"/>
                    <a:pt x="26344" y="6609"/>
                    <a:pt x="18528" y="10955"/>
                  </a:cubicBezTo>
                  <a:cubicBezTo>
                    <a:pt x="14223" y="13350"/>
                    <a:pt x="12644" y="15910"/>
                    <a:pt x="13835" y="18561"/>
                  </a:cubicBezTo>
                  <a:cubicBezTo>
                    <a:pt x="14838" y="20791"/>
                    <a:pt x="17057" y="22107"/>
                    <a:pt x="18813" y="22421"/>
                  </a:cubicBezTo>
                  <a:cubicBezTo>
                    <a:pt x="19239" y="22498"/>
                    <a:pt x="19668" y="22533"/>
                    <a:pt x="20097" y="22533"/>
                  </a:cubicBezTo>
                  <a:cubicBezTo>
                    <a:pt x="22307" y="22533"/>
                    <a:pt x="24513" y="21604"/>
                    <a:pt x="26433" y="20647"/>
                  </a:cubicBezTo>
                  <a:cubicBezTo>
                    <a:pt x="27444" y="20142"/>
                    <a:pt x="28451" y="19561"/>
                    <a:pt x="29427" y="18998"/>
                  </a:cubicBezTo>
                  <a:cubicBezTo>
                    <a:pt x="30955" y="18116"/>
                    <a:pt x="32534" y="17203"/>
                    <a:pt x="34157" y="16576"/>
                  </a:cubicBezTo>
                  <a:cubicBezTo>
                    <a:pt x="37956" y="15106"/>
                    <a:pt x="41874" y="14247"/>
                    <a:pt x="44864" y="13661"/>
                  </a:cubicBezTo>
                  <a:cubicBezTo>
                    <a:pt x="49244" y="12804"/>
                    <a:pt x="53720" y="12190"/>
                    <a:pt x="58050" y="11597"/>
                  </a:cubicBezTo>
                  <a:cubicBezTo>
                    <a:pt x="61146" y="11172"/>
                    <a:pt x="64344" y="10734"/>
                    <a:pt x="67486" y="10209"/>
                  </a:cubicBezTo>
                  <a:cubicBezTo>
                    <a:pt x="71305" y="9572"/>
                    <a:pt x="74827" y="8898"/>
                    <a:pt x="78252" y="8150"/>
                  </a:cubicBezTo>
                  <a:cubicBezTo>
                    <a:pt x="80759" y="7602"/>
                    <a:pt x="84017" y="6743"/>
                    <a:pt x="86995" y="4937"/>
                  </a:cubicBezTo>
                  <a:cubicBezTo>
                    <a:pt x="88677" y="3915"/>
                    <a:pt x="90044" y="2435"/>
                    <a:pt x="91173" y="409"/>
                  </a:cubicBezTo>
                  <a:close/>
                  <a:moveTo>
                    <a:pt x="90934" y="0"/>
                  </a:moveTo>
                  <a:lnTo>
                    <a:pt x="90877" y="105"/>
                  </a:lnTo>
                  <a:cubicBezTo>
                    <a:pt x="89755" y="2148"/>
                    <a:pt x="88458" y="3572"/>
                    <a:pt x="86786" y="4587"/>
                  </a:cubicBezTo>
                  <a:cubicBezTo>
                    <a:pt x="83860" y="6361"/>
                    <a:pt x="80642" y="7209"/>
                    <a:pt x="78166" y="7749"/>
                  </a:cubicBezTo>
                  <a:cubicBezTo>
                    <a:pt x="74747" y="8496"/>
                    <a:pt x="71232" y="9168"/>
                    <a:pt x="67420" y="9804"/>
                  </a:cubicBezTo>
                  <a:cubicBezTo>
                    <a:pt x="64284" y="10326"/>
                    <a:pt x="61086" y="10767"/>
                    <a:pt x="57994" y="11189"/>
                  </a:cubicBezTo>
                  <a:cubicBezTo>
                    <a:pt x="53660" y="11784"/>
                    <a:pt x="49177" y="12398"/>
                    <a:pt x="44787" y="13257"/>
                  </a:cubicBezTo>
                  <a:cubicBezTo>
                    <a:pt x="41781" y="13846"/>
                    <a:pt x="37840" y="14712"/>
                    <a:pt x="34011" y="16192"/>
                  </a:cubicBezTo>
                  <a:cubicBezTo>
                    <a:pt x="32361" y="16832"/>
                    <a:pt x="30768" y="17751"/>
                    <a:pt x="29227" y="18641"/>
                  </a:cubicBezTo>
                  <a:cubicBezTo>
                    <a:pt x="28257" y="19199"/>
                    <a:pt x="27256" y="19778"/>
                    <a:pt x="26252" y="20278"/>
                  </a:cubicBezTo>
                  <a:cubicBezTo>
                    <a:pt x="24377" y="21213"/>
                    <a:pt x="22228" y="22123"/>
                    <a:pt x="20096" y="22123"/>
                  </a:cubicBezTo>
                  <a:cubicBezTo>
                    <a:pt x="19691" y="22123"/>
                    <a:pt x="19286" y="22090"/>
                    <a:pt x="18884" y="22019"/>
                  </a:cubicBezTo>
                  <a:cubicBezTo>
                    <a:pt x="17234" y="21723"/>
                    <a:pt x="15146" y="20485"/>
                    <a:pt x="14203" y="18389"/>
                  </a:cubicBezTo>
                  <a:cubicBezTo>
                    <a:pt x="13112" y="15962"/>
                    <a:pt x="14633" y="13577"/>
                    <a:pt x="18725" y="11302"/>
                  </a:cubicBezTo>
                  <a:cubicBezTo>
                    <a:pt x="26450" y="7006"/>
                    <a:pt x="35017" y="7004"/>
                    <a:pt x="43304" y="7002"/>
                  </a:cubicBezTo>
                  <a:cubicBezTo>
                    <a:pt x="46426" y="7002"/>
                    <a:pt x="49654" y="6999"/>
                    <a:pt x="52770" y="6766"/>
                  </a:cubicBezTo>
                  <a:cubicBezTo>
                    <a:pt x="57188" y="6433"/>
                    <a:pt x="61100" y="5680"/>
                    <a:pt x="64734" y="4460"/>
                  </a:cubicBezTo>
                  <a:cubicBezTo>
                    <a:pt x="66555" y="3847"/>
                    <a:pt x="68437" y="3359"/>
                    <a:pt x="70258" y="2889"/>
                  </a:cubicBezTo>
                  <a:cubicBezTo>
                    <a:pt x="70921" y="2718"/>
                    <a:pt x="71583" y="2546"/>
                    <a:pt x="72244" y="2369"/>
                  </a:cubicBezTo>
                  <a:cubicBezTo>
                    <a:pt x="74310" y="1815"/>
                    <a:pt x="76526" y="1191"/>
                    <a:pt x="78725" y="393"/>
                  </a:cubicBezTo>
                  <a:lnTo>
                    <a:pt x="79801" y="3"/>
                  </a:lnTo>
                  <a:lnTo>
                    <a:pt x="51891" y="3"/>
                  </a:lnTo>
                  <a:lnTo>
                    <a:pt x="51849" y="25"/>
                  </a:lnTo>
                  <a:cubicBezTo>
                    <a:pt x="51168" y="369"/>
                    <a:pt x="50398" y="688"/>
                    <a:pt x="49430" y="1026"/>
                  </a:cubicBezTo>
                  <a:cubicBezTo>
                    <a:pt x="42565" y="3424"/>
                    <a:pt x="35301" y="3502"/>
                    <a:pt x="28279" y="3577"/>
                  </a:cubicBezTo>
                  <a:lnTo>
                    <a:pt x="27530" y="3587"/>
                  </a:lnTo>
                  <a:cubicBezTo>
                    <a:pt x="21472" y="3654"/>
                    <a:pt x="14606" y="3731"/>
                    <a:pt x="8035" y="5524"/>
                  </a:cubicBezTo>
                  <a:cubicBezTo>
                    <a:pt x="5955" y="6091"/>
                    <a:pt x="3608" y="6937"/>
                    <a:pt x="1994" y="8889"/>
                  </a:cubicBezTo>
                  <a:cubicBezTo>
                    <a:pt x="378" y="10842"/>
                    <a:pt x="1" y="13691"/>
                    <a:pt x="872" y="17356"/>
                  </a:cubicBezTo>
                  <a:cubicBezTo>
                    <a:pt x="2415" y="23842"/>
                    <a:pt x="7591" y="28164"/>
                    <a:pt x="13647" y="28164"/>
                  </a:cubicBezTo>
                  <a:cubicBezTo>
                    <a:pt x="13966" y="28164"/>
                    <a:pt x="14287" y="28154"/>
                    <a:pt x="14609" y="28121"/>
                  </a:cubicBezTo>
                  <a:cubicBezTo>
                    <a:pt x="18878" y="27800"/>
                    <a:pt x="22758" y="25623"/>
                    <a:pt x="26511" y="23520"/>
                  </a:cubicBezTo>
                  <a:cubicBezTo>
                    <a:pt x="28626" y="22334"/>
                    <a:pt x="30812" y="21108"/>
                    <a:pt x="33038" y="20233"/>
                  </a:cubicBezTo>
                  <a:cubicBezTo>
                    <a:pt x="36400" y="18911"/>
                    <a:pt x="39775" y="18075"/>
                    <a:pt x="43838" y="17121"/>
                  </a:cubicBezTo>
                  <a:cubicBezTo>
                    <a:pt x="47319" y="16305"/>
                    <a:pt x="51008" y="15582"/>
                    <a:pt x="55113" y="14912"/>
                  </a:cubicBezTo>
                  <a:cubicBezTo>
                    <a:pt x="61550" y="13861"/>
                    <a:pt x="68126" y="13097"/>
                    <a:pt x="74484" y="12357"/>
                  </a:cubicBezTo>
                  <a:lnTo>
                    <a:pt x="77477" y="12010"/>
                  </a:lnTo>
                  <a:cubicBezTo>
                    <a:pt x="87323" y="10854"/>
                    <a:pt x="96973" y="9822"/>
                    <a:pt x="106514" y="9822"/>
                  </a:cubicBezTo>
                  <a:cubicBezTo>
                    <a:pt x="107222" y="9822"/>
                    <a:pt x="107930" y="9827"/>
                    <a:pt x="108637" y="9839"/>
                  </a:cubicBezTo>
                  <a:lnTo>
                    <a:pt x="108843" y="9842"/>
                  </a:lnTo>
                  <a:lnTo>
                    <a:pt x="108843" y="4203"/>
                  </a:lnTo>
                  <a:cubicBezTo>
                    <a:pt x="108843" y="1884"/>
                    <a:pt x="107336" y="0"/>
                    <a:pt x="1054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 name="Google Shape;839;p27"/>
          <p:cNvSpPr/>
          <p:nvPr/>
        </p:nvSpPr>
        <p:spPr>
          <a:xfrm>
            <a:off x="408250" y="362757"/>
            <a:ext cx="8434200" cy="4594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7"/>
          <p:cNvSpPr/>
          <p:nvPr/>
        </p:nvSpPr>
        <p:spPr>
          <a:xfrm>
            <a:off x="301550" y="271625"/>
            <a:ext cx="8434200" cy="45849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7"/>
          <p:cNvSpPr txBox="1"/>
          <p:nvPr>
            <p:ph idx="1" type="subTitle"/>
          </p:nvPr>
        </p:nvSpPr>
        <p:spPr>
          <a:xfrm>
            <a:off x="7084550" y="4208775"/>
            <a:ext cx="913800" cy="394800"/>
          </a:xfrm>
          <a:prstGeom prst="rect">
            <a:avLst/>
          </a:prstGeom>
          <a:ln cap="flat" cmpd="sng" w="9525">
            <a:solidFill>
              <a:srgbClr val="000000"/>
            </a:solidFill>
            <a:prstDash val="solid"/>
            <a:round/>
            <a:headEnd len="sm" w="sm" type="none"/>
            <a:tailEnd len="sm" w="sm" type="none"/>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42" name="Google Shape;842;p27"/>
          <p:cNvSpPr txBox="1"/>
          <p:nvPr>
            <p:ph type="title"/>
          </p:nvPr>
        </p:nvSpPr>
        <p:spPr>
          <a:xfrm>
            <a:off x="1284300" y="1454250"/>
            <a:ext cx="18378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843" name="Google Shape;843;p27"/>
          <p:cNvSpPr txBox="1"/>
          <p:nvPr>
            <p:ph idx="2" type="subTitle"/>
          </p:nvPr>
        </p:nvSpPr>
        <p:spPr>
          <a:xfrm>
            <a:off x="1284300" y="1837325"/>
            <a:ext cx="1837800" cy="612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44" name="Google Shape;844;p27"/>
          <p:cNvSpPr txBox="1"/>
          <p:nvPr>
            <p:ph idx="3" type="title"/>
          </p:nvPr>
        </p:nvSpPr>
        <p:spPr>
          <a:xfrm>
            <a:off x="3935274" y="1454250"/>
            <a:ext cx="18378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845" name="Google Shape;845;p27"/>
          <p:cNvSpPr txBox="1"/>
          <p:nvPr>
            <p:ph idx="4" type="subTitle"/>
          </p:nvPr>
        </p:nvSpPr>
        <p:spPr>
          <a:xfrm>
            <a:off x="3935275" y="1837325"/>
            <a:ext cx="1837800" cy="612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46" name="Google Shape;846;p27"/>
          <p:cNvSpPr txBox="1"/>
          <p:nvPr>
            <p:ph idx="5" type="title"/>
          </p:nvPr>
        </p:nvSpPr>
        <p:spPr>
          <a:xfrm>
            <a:off x="1284300" y="2887650"/>
            <a:ext cx="18378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847" name="Google Shape;847;p27"/>
          <p:cNvSpPr txBox="1"/>
          <p:nvPr>
            <p:ph idx="6" type="subTitle"/>
          </p:nvPr>
        </p:nvSpPr>
        <p:spPr>
          <a:xfrm>
            <a:off x="1284300" y="3270775"/>
            <a:ext cx="1837800" cy="612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48" name="Google Shape;848;p27"/>
          <p:cNvSpPr txBox="1"/>
          <p:nvPr>
            <p:ph idx="7" type="title"/>
          </p:nvPr>
        </p:nvSpPr>
        <p:spPr>
          <a:xfrm>
            <a:off x="3935274" y="2887650"/>
            <a:ext cx="18378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849" name="Google Shape;849;p27"/>
          <p:cNvSpPr txBox="1"/>
          <p:nvPr>
            <p:ph idx="8" type="subTitle"/>
          </p:nvPr>
        </p:nvSpPr>
        <p:spPr>
          <a:xfrm>
            <a:off x="3935275" y="3270775"/>
            <a:ext cx="1837800" cy="612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50" name="Google Shape;850;p27"/>
          <p:cNvSpPr txBox="1"/>
          <p:nvPr>
            <p:ph idx="9" type="title"/>
          </p:nvPr>
        </p:nvSpPr>
        <p:spPr>
          <a:xfrm>
            <a:off x="6586250" y="1454250"/>
            <a:ext cx="18378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851" name="Google Shape;851;p27"/>
          <p:cNvSpPr txBox="1"/>
          <p:nvPr>
            <p:ph idx="13" type="subTitle"/>
          </p:nvPr>
        </p:nvSpPr>
        <p:spPr>
          <a:xfrm>
            <a:off x="6586252" y="1837325"/>
            <a:ext cx="1837800" cy="612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52" name="Google Shape;852;p27"/>
          <p:cNvSpPr txBox="1"/>
          <p:nvPr>
            <p:ph idx="14" type="title"/>
          </p:nvPr>
        </p:nvSpPr>
        <p:spPr>
          <a:xfrm>
            <a:off x="6586250" y="2887650"/>
            <a:ext cx="18378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853" name="Google Shape;853;p27"/>
          <p:cNvSpPr txBox="1"/>
          <p:nvPr>
            <p:ph idx="15" type="subTitle"/>
          </p:nvPr>
        </p:nvSpPr>
        <p:spPr>
          <a:xfrm>
            <a:off x="6586252" y="3270775"/>
            <a:ext cx="1837800" cy="612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54" name="Google Shape;854;p27"/>
          <p:cNvSpPr txBox="1"/>
          <p:nvPr>
            <p:ph idx="16" type="title"/>
          </p:nvPr>
        </p:nvSpPr>
        <p:spPr>
          <a:xfrm>
            <a:off x="720000" y="540000"/>
            <a:ext cx="7704000" cy="5643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3180000" dist="85725">
              <a:schemeClr val="accent5"/>
            </a:outerShdw>
          </a:effectLst>
        </p:spPr>
        <p:txBody>
          <a:bodyPr anchorCtr="0" anchor="ctr" bIns="91425" lIns="91425" spcFirstLastPara="1" rIns="91425" wrap="square" tIns="91425">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eleven columns">
  <p:cSld name="BLANK_1_1_1_1_1_1_3">
    <p:bg>
      <p:bgPr>
        <a:solidFill>
          <a:schemeClr val="accent6"/>
        </a:solidFill>
      </p:bgPr>
    </p:bg>
    <p:spTree>
      <p:nvGrpSpPr>
        <p:cNvPr id="855" name="Shape 855"/>
        <p:cNvGrpSpPr/>
        <p:nvPr/>
      </p:nvGrpSpPr>
      <p:grpSpPr>
        <a:xfrm>
          <a:off x="0" y="0"/>
          <a:ext cx="0" cy="0"/>
          <a:chOff x="0" y="0"/>
          <a:chExt cx="0" cy="0"/>
        </a:xfrm>
      </p:grpSpPr>
      <p:grpSp>
        <p:nvGrpSpPr>
          <p:cNvPr id="856" name="Google Shape;856;p28"/>
          <p:cNvGrpSpPr/>
          <p:nvPr/>
        </p:nvGrpSpPr>
        <p:grpSpPr>
          <a:xfrm>
            <a:off x="-97264" y="-222600"/>
            <a:ext cx="9517944" cy="7737118"/>
            <a:chOff x="-97264" y="-222600"/>
            <a:chExt cx="9517944" cy="7737118"/>
          </a:xfrm>
        </p:grpSpPr>
        <p:sp>
          <p:nvSpPr>
            <p:cNvPr id="857" name="Google Shape;857;p28"/>
            <p:cNvSpPr/>
            <p:nvPr/>
          </p:nvSpPr>
          <p:spPr>
            <a:xfrm>
              <a:off x="-89101" y="392757"/>
              <a:ext cx="3985503" cy="848251"/>
            </a:xfrm>
            <a:custGeom>
              <a:rect b="b" l="l" r="r" t="t"/>
              <a:pathLst>
                <a:path extrusionOk="0" h="21197" w="99594">
                  <a:moveTo>
                    <a:pt x="65021" y="0"/>
                  </a:moveTo>
                  <a:cubicBezTo>
                    <a:pt x="64434" y="0"/>
                    <a:pt x="63848" y="10"/>
                    <a:pt x="63260" y="29"/>
                  </a:cubicBezTo>
                  <a:cubicBezTo>
                    <a:pt x="57732" y="207"/>
                    <a:pt x="52245" y="1096"/>
                    <a:pt x="46816" y="2389"/>
                  </a:cubicBezTo>
                  <a:cubicBezTo>
                    <a:pt x="41611" y="3631"/>
                    <a:pt x="36750" y="6060"/>
                    <a:pt x="31830" y="8475"/>
                  </a:cubicBezTo>
                  <a:cubicBezTo>
                    <a:pt x="27244" y="10725"/>
                    <a:pt x="22624" y="12692"/>
                    <a:pt x="17724" y="13463"/>
                  </a:cubicBezTo>
                  <a:cubicBezTo>
                    <a:pt x="15802" y="13765"/>
                    <a:pt x="13860" y="13942"/>
                    <a:pt x="11920" y="13942"/>
                  </a:cubicBezTo>
                  <a:cubicBezTo>
                    <a:pt x="10234" y="13942"/>
                    <a:pt x="8549" y="13808"/>
                    <a:pt x="6879" y="13505"/>
                  </a:cubicBezTo>
                  <a:cubicBezTo>
                    <a:pt x="4515" y="13077"/>
                    <a:pt x="2162" y="12285"/>
                    <a:pt x="0" y="10984"/>
                  </a:cubicBezTo>
                  <a:lnTo>
                    <a:pt x="0" y="18944"/>
                  </a:lnTo>
                  <a:cubicBezTo>
                    <a:pt x="1762" y="19024"/>
                    <a:pt x="3523" y="19075"/>
                    <a:pt x="5283" y="19075"/>
                  </a:cubicBezTo>
                  <a:cubicBezTo>
                    <a:pt x="9227" y="19075"/>
                    <a:pt x="13162" y="18820"/>
                    <a:pt x="17071" y="18072"/>
                  </a:cubicBezTo>
                  <a:cubicBezTo>
                    <a:pt x="21981" y="17133"/>
                    <a:pt x="26589" y="15270"/>
                    <a:pt x="30996" y="12374"/>
                  </a:cubicBezTo>
                  <a:cubicBezTo>
                    <a:pt x="33739" y="10570"/>
                    <a:pt x="36781" y="9886"/>
                    <a:pt x="39837" y="9886"/>
                  </a:cubicBezTo>
                  <a:cubicBezTo>
                    <a:pt x="40660" y="9886"/>
                    <a:pt x="41484" y="9936"/>
                    <a:pt x="42304" y="10026"/>
                  </a:cubicBezTo>
                  <a:cubicBezTo>
                    <a:pt x="50992" y="10985"/>
                    <a:pt x="59004" y="15789"/>
                    <a:pt x="67420" y="18291"/>
                  </a:cubicBezTo>
                  <a:cubicBezTo>
                    <a:pt x="72853" y="19907"/>
                    <a:pt x="78486" y="20812"/>
                    <a:pt x="84058" y="21107"/>
                  </a:cubicBezTo>
                  <a:cubicBezTo>
                    <a:pt x="85055" y="21160"/>
                    <a:pt x="86060" y="21196"/>
                    <a:pt x="87066" y="21196"/>
                  </a:cubicBezTo>
                  <a:cubicBezTo>
                    <a:pt x="89207" y="21196"/>
                    <a:pt x="91355" y="21031"/>
                    <a:pt x="93446" y="20508"/>
                  </a:cubicBezTo>
                  <a:cubicBezTo>
                    <a:pt x="95522" y="19989"/>
                    <a:pt x="98275" y="18989"/>
                    <a:pt x="98894" y="16049"/>
                  </a:cubicBezTo>
                  <a:cubicBezTo>
                    <a:pt x="99594" y="12721"/>
                    <a:pt x="97265" y="10188"/>
                    <a:pt x="95270" y="8623"/>
                  </a:cubicBezTo>
                  <a:cubicBezTo>
                    <a:pt x="92667" y="6581"/>
                    <a:pt x="89709" y="5268"/>
                    <a:pt x="86790" y="4165"/>
                  </a:cubicBezTo>
                  <a:cubicBezTo>
                    <a:pt x="79711" y="1489"/>
                    <a:pt x="72404" y="0"/>
                    <a:pt x="6502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28"/>
            <p:cNvSpPr/>
            <p:nvPr/>
          </p:nvSpPr>
          <p:spPr>
            <a:xfrm>
              <a:off x="-89221" y="1340345"/>
              <a:ext cx="8386467" cy="1819876"/>
            </a:xfrm>
            <a:custGeom>
              <a:rect b="b" l="l" r="r" t="t"/>
              <a:pathLst>
                <a:path extrusionOk="0" h="45477" w="209570">
                  <a:moveTo>
                    <a:pt x="173399" y="0"/>
                  </a:moveTo>
                  <a:cubicBezTo>
                    <a:pt x="171819" y="0"/>
                    <a:pt x="170239" y="33"/>
                    <a:pt x="168661" y="80"/>
                  </a:cubicBezTo>
                  <a:cubicBezTo>
                    <a:pt x="164324" y="208"/>
                    <a:pt x="160018" y="528"/>
                    <a:pt x="155729" y="1390"/>
                  </a:cubicBezTo>
                  <a:cubicBezTo>
                    <a:pt x="151776" y="2184"/>
                    <a:pt x="147874" y="3386"/>
                    <a:pt x="144099" y="5071"/>
                  </a:cubicBezTo>
                  <a:cubicBezTo>
                    <a:pt x="140139" y="6838"/>
                    <a:pt x="136425" y="9227"/>
                    <a:pt x="132734" y="11745"/>
                  </a:cubicBezTo>
                  <a:cubicBezTo>
                    <a:pt x="125453" y="16714"/>
                    <a:pt x="118372" y="22168"/>
                    <a:pt x="110478" y="25489"/>
                  </a:cubicBezTo>
                  <a:cubicBezTo>
                    <a:pt x="104010" y="28211"/>
                    <a:pt x="97197" y="29287"/>
                    <a:pt x="90399" y="29287"/>
                  </a:cubicBezTo>
                  <a:cubicBezTo>
                    <a:pt x="89168" y="29287"/>
                    <a:pt x="87937" y="29252"/>
                    <a:pt x="86709" y="29185"/>
                  </a:cubicBezTo>
                  <a:cubicBezTo>
                    <a:pt x="70235" y="28285"/>
                    <a:pt x="53959" y="22404"/>
                    <a:pt x="38422" y="15780"/>
                  </a:cubicBezTo>
                  <a:cubicBezTo>
                    <a:pt x="34245" y="13999"/>
                    <a:pt x="30113" y="12729"/>
                    <a:pt x="25697" y="12479"/>
                  </a:cubicBezTo>
                  <a:cubicBezTo>
                    <a:pt x="24449" y="12409"/>
                    <a:pt x="23202" y="12379"/>
                    <a:pt x="21954" y="12379"/>
                  </a:cubicBezTo>
                  <a:cubicBezTo>
                    <a:pt x="18881" y="12379"/>
                    <a:pt x="15809" y="12558"/>
                    <a:pt x="12741" y="12746"/>
                  </a:cubicBezTo>
                  <a:cubicBezTo>
                    <a:pt x="9315" y="12958"/>
                    <a:pt x="5883" y="13109"/>
                    <a:pt x="2471" y="13588"/>
                  </a:cubicBezTo>
                  <a:cubicBezTo>
                    <a:pt x="1651" y="13702"/>
                    <a:pt x="825" y="13831"/>
                    <a:pt x="0" y="13986"/>
                  </a:cubicBezTo>
                  <a:lnTo>
                    <a:pt x="0" y="21931"/>
                  </a:lnTo>
                  <a:cubicBezTo>
                    <a:pt x="3093" y="20622"/>
                    <a:pt x="6277" y="19799"/>
                    <a:pt x="9551" y="19799"/>
                  </a:cubicBezTo>
                  <a:cubicBezTo>
                    <a:pt x="10632" y="19799"/>
                    <a:pt x="11722" y="19889"/>
                    <a:pt x="12823" y="20080"/>
                  </a:cubicBezTo>
                  <a:cubicBezTo>
                    <a:pt x="20488" y="21419"/>
                    <a:pt x="27144" y="26632"/>
                    <a:pt x="33499" y="31891"/>
                  </a:cubicBezTo>
                  <a:cubicBezTo>
                    <a:pt x="45486" y="41811"/>
                    <a:pt x="59912" y="45476"/>
                    <a:pt x="74081" y="45476"/>
                  </a:cubicBezTo>
                  <a:cubicBezTo>
                    <a:pt x="74665" y="45476"/>
                    <a:pt x="75248" y="45470"/>
                    <a:pt x="75831" y="45458"/>
                  </a:cubicBezTo>
                  <a:cubicBezTo>
                    <a:pt x="90804" y="45142"/>
                    <a:pt x="106177" y="41401"/>
                    <a:pt x="119282" y="31968"/>
                  </a:cubicBezTo>
                  <a:cubicBezTo>
                    <a:pt x="125990" y="27139"/>
                    <a:pt x="132221" y="21338"/>
                    <a:pt x="138817" y="16271"/>
                  </a:cubicBezTo>
                  <a:cubicBezTo>
                    <a:pt x="142143" y="13714"/>
                    <a:pt x="145448" y="11379"/>
                    <a:pt x="149316" y="10440"/>
                  </a:cubicBezTo>
                  <a:cubicBezTo>
                    <a:pt x="150812" y="10078"/>
                    <a:pt x="152323" y="9917"/>
                    <a:pt x="153836" y="9917"/>
                  </a:cubicBezTo>
                  <a:cubicBezTo>
                    <a:pt x="155625" y="9917"/>
                    <a:pt x="157416" y="10142"/>
                    <a:pt x="159185" y="10527"/>
                  </a:cubicBezTo>
                  <a:cubicBezTo>
                    <a:pt x="162983" y="11352"/>
                    <a:pt x="166672" y="12839"/>
                    <a:pt x="170334" y="14321"/>
                  </a:cubicBezTo>
                  <a:cubicBezTo>
                    <a:pt x="174482" y="15997"/>
                    <a:pt x="178713" y="17383"/>
                    <a:pt x="182992" y="18407"/>
                  </a:cubicBezTo>
                  <a:cubicBezTo>
                    <a:pt x="186653" y="19282"/>
                    <a:pt x="190426" y="19787"/>
                    <a:pt x="194193" y="19787"/>
                  </a:cubicBezTo>
                  <a:cubicBezTo>
                    <a:pt x="197694" y="19787"/>
                    <a:pt x="201190" y="19351"/>
                    <a:pt x="204587" y="18369"/>
                  </a:cubicBezTo>
                  <a:cubicBezTo>
                    <a:pt x="206831" y="17721"/>
                    <a:pt x="209570" y="16218"/>
                    <a:pt x="208195" y="12736"/>
                  </a:cubicBezTo>
                  <a:cubicBezTo>
                    <a:pt x="207019" y="9759"/>
                    <a:pt x="203809" y="8201"/>
                    <a:pt x="201535" y="7001"/>
                  </a:cubicBezTo>
                  <a:cubicBezTo>
                    <a:pt x="195238" y="3676"/>
                    <a:pt x="188684" y="1200"/>
                    <a:pt x="181872" y="426"/>
                  </a:cubicBezTo>
                  <a:cubicBezTo>
                    <a:pt x="179055" y="106"/>
                    <a:pt x="176227" y="0"/>
                    <a:pt x="173399"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28"/>
            <p:cNvSpPr/>
            <p:nvPr/>
          </p:nvSpPr>
          <p:spPr>
            <a:xfrm>
              <a:off x="-89101" y="2445523"/>
              <a:ext cx="819678" cy="314658"/>
            </a:xfrm>
            <a:custGeom>
              <a:rect b="b" l="l" r="r" t="t"/>
              <a:pathLst>
                <a:path extrusionOk="0" h="7863" w="20483">
                  <a:moveTo>
                    <a:pt x="10679" y="1"/>
                  </a:moveTo>
                  <a:cubicBezTo>
                    <a:pt x="7200" y="1"/>
                    <a:pt x="3530" y="930"/>
                    <a:pt x="0" y="1036"/>
                  </a:cubicBezTo>
                  <a:lnTo>
                    <a:pt x="0" y="7210"/>
                  </a:lnTo>
                  <a:cubicBezTo>
                    <a:pt x="73" y="7210"/>
                    <a:pt x="146" y="7210"/>
                    <a:pt x="218" y="7210"/>
                  </a:cubicBezTo>
                  <a:cubicBezTo>
                    <a:pt x="2966" y="7210"/>
                    <a:pt x="5723" y="7366"/>
                    <a:pt x="8473" y="7532"/>
                  </a:cubicBezTo>
                  <a:cubicBezTo>
                    <a:pt x="10471" y="7652"/>
                    <a:pt x="12481" y="7858"/>
                    <a:pt x="14482" y="7862"/>
                  </a:cubicBezTo>
                  <a:cubicBezTo>
                    <a:pt x="14579" y="7862"/>
                    <a:pt x="14677" y="7863"/>
                    <a:pt x="14776" y="7863"/>
                  </a:cubicBezTo>
                  <a:cubicBezTo>
                    <a:pt x="16107" y="7863"/>
                    <a:pt x="17589" y="7805"/>
                    <a:pt x="18794" y="7093"/>
                  </a:cubicBezTo>
                  <a:cubicBezTo>
                    <a:pt x="20483" y="6096"/>
                    <a:pt x="19330" y="4228"/>
                    <a:pt x="18366" y="3075"/>
                  </a:cubicBezTo>
                  <a:cubicBezTo>
                    <a:pt x="16959" y="1395"/>
                    <a:pt x="15150" y="529"/>
                    <a:pt x="13253" y="203"/>
                  </a:cubicBezTo>
                  <a:cubicBezTo>
                    <a:pt x="12410" y="59"/>
                    <a:pt x="11551" y="1"/>
                    <a:pt x="10679"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28"/>
            <p:cNvSpPr/>
            <p:nvPr/>
          </p:nvSpPr>
          <p:spPr>
            <a:xfrm>
              <a:off x="-89101" y="2104689"/>
              <a:ext cx="9361694" cy="2012360"/>
            </a:xfrm>
            <a:custGeom>
              <a:rect b="b" l="l" r="r" t="t"/>
              <a:pathLst>
                <a:path extrusionOk="0" h="50287" w="233940">
                  <a:moveTo>
                    <a:pt x="233940" y="0"/>
                  </a:moveTo>
                  <a:cubicBezTo>
                    <a:pt x="230479" y="1532"/>
                    <a:pt x="227264" y="3838"/>
                    <a:pt x="224035" y="6016"/>
                  </a:cubicBezTo>
                  <a:cubicBezTo>
                    <a:pt x="219999" y="8735"/>
                    <a:pt x="215918" y="11195"/>
                    <a:pt x="211510" y="12795"/>
                  </a:cubicBezTo>
                  <a:cubicBezTo>
                    <a:pt x="205977" y="14804"/>
                    <a:pt x="200252" y="15619"/>
                    <a:pt x="194517" y="15619"/>
                  </a:cubicBezTo>
                  <a:cubicBezTo>
                    <a:pt x="191019" y="15619"/>
                    <a:pt x="187518" y="15316"/>
                    <a:pt x="184053" y="14796"/>
                  </a:cubicBezTo>
                  <a:cubicBezTo>
                    <a:pt x="174879" y="13417"/>
                    <a:pt x="165892" y="10575"/>
                    <a:pt x="156983" y="7553"/>
                  </a:cubicBezTo>
                  <a:cubicBezTo>
                    <a:pt x="154186" y="6603"/>
                    <a:pt x="151295" y="5923"/>
                    <a:pt x="148402" y="5923"/>
                  </a:cubicBezTo>
                  <a:cubicBezTo>
                    <a:pt x="147105" y="5923"/>
                    <a:pt x="145807" y="6060"/>
                    <a:pt x="144518" y="6370"/>
                  </a:cubicBezTo>
                  <a:cubicBezTo>
                    <a:pt x="141010" y="7213"/>
                    <a:pt x="137841" y="9316"/>
                    <a:pt x="134862" y="11732"/>
                  </a:cubicBezTo>
                  <a:cubicBezTo>
                    <a:pt x="131415" y="14529"/>
                    <a:pt x="128149" y="17665"/>
                    <a:pt x="124700" y="20457"/>
                  </a:cubicBezTo>
                  <a:cubicBezTo>
                    <a:pt x="120681" y="23709"/>
                    <a:pt x="116461" y="26565"/>
                    <a:pt x="112085" y="28971"/>
                  </a:cubicBezTo>
                  <a:cubicBezTo>
                    <a:pt x="103869" y="33488"/>
                    <a:pt x="95132" y="36387"/>
                    <a:pt x="86236" y="37674"/>
                  </a:cubicBezTo>
                  <a:cubicBezTo>
                    <a:pt x="82434" y="38224"/>
                    <a:pt x="78620" y="38471"/>
                    <a:pt x="74803" y="38471"/>
                  </a:cubicBezTo>
                  <a:cubicBezTo>
                    <a:pt x="58405" y="38471"/>
                    <a:pt x="41951" y="33908"/>
                    <a:pt x="26125" y="29171"/>
                  </a:cubicBezTo>
                  <a:cubicBezTo>
                    <a:pt x="17408" y="26561"/>
                    <a:pt x="8732" y="23693"/>
                    <a:pt x="0" y="21148"/>
                  </a:cubicBezTo>
                  <a:lnTo>
                    <a:pt x="0" y="30371"/>
                  </a:lnTo>
                  <a:cubicBezTo>
                    <a:pt x="3472" y="33108"/>
                    <a:pt x="7489" y="35009"/>
                    <a:pt x="11115" y="36595"/>
                  </a:cubicBezTo>
                  <a:cubicBezTo>
                    <a:pt x="17532" y="39404"/>
                    <a:pt x="24220" y="41608"/>
                    <a:pt x="30929" y="42938"/>
                  </a:cubicBezTo>
                  <a:cubicBezTo>
                    <a:pt x="38228" y="44386"/>
                    <a:pt x="45630" y="44923"/>
                    <a:pt x="53022" y="44923"/>
                  </a:cubicBezTo>
                  <a:cubicBezTo>
                    <a:pt x="55748" y="44923"/>
                    <a:pt x="58473" y="44850"/>
                    <a:pt x="61191" y="44723"/>
                  </a:cubicBezTo>
                  <a:cubicBezTo>
                    <a:pt x="71533" y="44237"/>
                    <a:pt x="81978" y="43258"/>
                    <a:pt x="92233" y="41498"/>
                  </a:cubicBezTo>
                  <a:cubicBezTo>
                    <a:pt x="102742" y="39694"/>
                    <a:pt x="112661" y="35767"/>
                    <a:pt x="122701" y="31597"/>
                  </a:cubicBezTo>
                  <a:cubicBezTo>
                    <a:pt x="132437" y="27557"/>
                    <a:pt x="142206" y="24207"/>
                    <a:pt x="152521" y="24092"/>
                  </a:cubicBezTo>
                  <a:cubicBezTo>
                    <a:pt x="152754" y="24089"/>
                    <a:pt x="152988" y="24088"/>
                    <a:pt x="153222" y="24088"/>
                  </a:cubicBezTo>
                  <a:cubicBezTo>
                    <a:pt x="163194" y="24088"/>
                    <a:pt x="173100" y="26520"/>
                    <a:pt x="182555" y="30450"/>
                  </a:cubicBezTo>
                  <a:cubicBezTo>
                    <a:pt x="187610" y="32550"/>
                    <a:pt x="192565" y="35025"/>
                    <a:pt x="197604" y="37193"/>
                  </a:cubicBezTo>
                  <a:cubicBezTo>
                    <a:pt x="202625" y="39352"/>
                    <a:pt x="207681" y="41382"/>
                    <a:pt x="212770" y="43265"/>
                  </a:cubicBezTo>
                  <a:cubicBezTo>
                    <a:pt x="219747" y="45846"/>
                    <a:pt x="226825" y="48256"/>
                    <a:pt x="233940" y="50286"/>
                  </a:cubicBezTo>
                  <a:lnTo>
                    <a:pt x="233940" y="34729"/>
                  </a:lnTo>
                  <a:cubicBezTo>
                    <a:pt x="233339" y="34539"/>
                    <a:pt x="232731" y="34368"/>
                    <a:pt x="232112" y="34224"/>
                  </a:cubicBezTo>
                  <a:cubicBezTo>
                    <a:pt x="229270" y="33551"/>
                    <a:pt x="226381" y="33250"/>
                    <a:pt x="223499" y="32996"/>
                  </a:cubicBezTo>
                  <a:cubicBezTo>
                    <a:pt x="219753" y="32668"/>
                    <a:pt x="216005" y="32333"/>
                    <a:pt x="212261" y="31960"/>
                  </a:cubicBezTo>
                  <a:cubicBezTo>
                    <a:pt x="208072" y="31543"/>
                    <a:pt x="203886" y="31089"/>
                    <a:pt x="199705" y="30539"/>
                  </a:cubicBezTo>
                  <a:cubicBezTo>
                    <a:pt x="195713" y="30014"/>
                    <a:pt x="191661" y="29550"/>
                    <a:pt x="187710" y="28635"/>
                  </a:cubicBezTo>
                  <a:cubicBezTo>
                    <a:pt x="184185" y="27821"/>
                    <a:pt x="180587" y="27222"/>
                    <a:pt x="177204" y="25665"/>
                  </a:cubicBezTo>
                  <a:cubicBezTo>
                    <a:pt x="175719" y="24980"/>
                    <a:pt x="173996" y="24080"/>
                    <a:pt x="173054" y="22380"/>
                  </a:cubicBezTo>
                  <a:cubicBezTo>
                    <a:pt x="172381" y="21164"/>
                    <a:pt x="172300" y="19467"/>
                    <a:pt x="173266" y="18466"/>
                  </a:cubicBezTo>
                  <a:cubicBezTo>
                    <a:pt x="174400" y="17293"/>
                    <a:pt x="176205" y="17248"/>
                    <a:pt x="177591" y="17230"/>
                  </a:cubicBezTo>
                  <a:cubicBezTo>
                    <a:pt x="177667" y="17230"/>
                    <a:pt x="177743" y="17229"/>
                    <a:pt x="177820" y="17229"/>
                  </a:cubicBezTo>
                  <a:cubicBezTo>
                    <a:pt x="179957" y="17229"/>
                    <a:pt x="182098" y="17572"/>
                    <a:pt x="184206" y="17983"/>
                  </a:cubicBezTo>
                  <a:cubicBezTo>
                    <a:pt x="186167" y="18365"/>
                    <a:pt x="188113" y="18845"/>
                    <a:pt x="190056" y="19342"/>
                  </a:cubicBezTo>
                  <a:cubicBezTo>
                    <a:pt x="192155" y="19880"/>
                    <a:pt x="194290" y="20178"/>
                    <a:pt x="196416" y="20482"/>
                  </a:cubicBezTo>
                  <a:cubicBezTo>
                    <a:pt x="200378" y="21047"/>
                    <a:pt x="204372" y="21430"/>
                    <a:pt x="208364" y="21430"/>
                  </a:cubicBezTo>
                  <a:cubicBezTo>
                    <a:pt x="209889" y="21430"/>
                    <a:pt x="211413" y="21374"/>
                    <a:pt x="212936" y="21251"/>
                  </a:cubicBezTo>
                  <a:cubicBezTo>
                    <a:pt x="218320" y="20818"/>
                    <a:pt x="223791" y="19532"/>
                    <a:pt x="228641" y="16425"/>
                  </a:cubicBezTo>
                  <a:cubicBezTo>
                    <a:pt x="230586" y="15179"/>
                    <a:pt x="232358" y="13636"/>
                    <a:pt x="233940" y="11842"/>
                  </a:cubicBezTo>
                  <a:lnTo>
                    <a:pt x="233940" y="0"/>
                  </a:ln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28"/>
            <p:cNvSpPr/>
            <p:nvPr/>
          </p:nvSpPr>
          <p:spPr>
            <a:xfrm>
              <a:off x="-88861" y="3520528"/>
              <a:ext cx="5153814" cy="1015564"/>
            </a:xfrm>
            <a:custGeom>
              <a:rect b="b" l="l" r="r" t="t"/>
              <a:pathLst>
                <a:path extrusionOk="0" h="25378" w="128789">
                  <a:moveTo>
                    <a:pt x="125460" y="1"/>
                  </a:moveTo>
                  <a:cubicBezTo>
                    <a:pt x="124112" y="1"/>
                    <a:pt x="122755" y="233"/>
                    <a:pt x="121432" y="495"/>
                  </a:cubicBezTo>
                  <a:cubicBezTo>
                    <a:pt x="117708" y="1235"/>
                    <a:pt x="114038" y="2428"/>
                    <a:pt x="110408" y="3702"/>
                  </a:cubicBezTo>
                  <a:cubicBezTo>
                    <a:pt x="101528" y="6816"/>
                    <a:pt x="92732" y="10293"/>
                    <a:pt x="83787" y="13112"/>
                  </a:cubicBezTo>
                  <a:cubicBezTo>
                    <a:pt x="72182" y="16772"/>
                    <a:pt x="60329" y="19483"/>
                    <a:pt x="48340" y="19746"/>
                  </a:cubicBezTo>
                  <a:cubicBezTo>
                    <a:pt x="47589" y="19762"/>
                    <a:pt x="46838" y="19771"/>
                    <a:pt x="46087" y="19771"/>
                  </a:cubicBezTo>
                  <a:cubicBezTo>
                    <a:pt x="36277" y="19771"/>
                    <a:pt x="26528" y="18319"/>
                    <a:pt x="17277" y="13958"/>
                  </a:cubicBezTo>
                  <a:cubicBezTo>
                    <a:pt x="14817" y="12796"/>
                    <a:pt x="12434" y="11433"/>
                    <a:pt x="10052" y="10038"/>
                  </a:cubicBezTo>
                  <a:cubicBezTo>
                    <a:pt x="7467" y="8528"/>
                    <a:pt x="4765" y="7378"/>
                    <a:pt x="2106" y="6103"/>
                  </a:cubicBezTo>
                  <a:cubicBezTo>
                    <a:pt x="1402" y="5766"/>
                    <a:pt x="699" y="5418"/>
                    <a:pt x="0" y="5056"/>
                  </a:cubicBezTo>
                  <a:lnTo>
                    <a:pt x="0" y="11211"/>
                  </a:lnTo>
                  <a:cubicBezTo>
                    <a:pt x="4701" y="13100"/>
                    <a:pt x="9362" y="15161"/>
                    <a:pt x="14041" y="17090"/>
                  </a:cubicBezTo>
                  <a:cubicBezTo>
                    <a:pt x="16400" y="18063"/>
                    <a:pt x="18775" y="19117"/>
                    <a:pt x="21195" y="19846"/>
                  </a:cubicBezTo>
                  <a:cubicBezTo>
                    <a:pt x="23656" y="20587"/>
                    <a:pt x="26170" y="20896"/>
                    <a:pt x="28695" y="21030"/>
                  </a:cubicBezTo>
                  <a:cubicBezTo>
                    <a:pt x="33506" y="21285"/>
                    <a:pt x="38258" y="21488"/>
                    <a:pt x="43036" y="22348"/>
                  </a:cubicBezTo>
                  <a:cubicBezTo>
                    <a:pt x="47992" y="23241"/>
                    <a:pt x="52914" y="24461"/>
                    <a:pt x="57900" y="25055"/>
                  </a:cubicBezTo>
                  <a:cubicBezTo>
                    <a:pt x="59669" y="25266"/>
                    <a:pt x="61430" y="25377"/>
                    <a:pt x="63185" y="25377"/>
                  </a:cubicBezTo>
                  <a:cubicBezTo>
                    <a:pt x="66528" y="25377"/>
                    <a:pt x="69851" y="24974"/>
                    <a:pt x="73168" y="24091"/>
                  </a:cubicBezTo>
                  <a:cubicBezTo>
                    <a:pt x="82572" y="21585"/>
                    <a:pt x="91311" y="16379"/>
                    <a:pt x="100290" y="12209"/>
                  </a:cubicBezTo>
                  <a:cubicBezTo>
                    <a:pt x="102551" y="11159"/>
                    <a:pt x="104832" y="10174"/>
                    <a:pt x="107142" y="9317"/>
                  </a:cubicBezTo>
                  <a:cubicBezTo>
                    <a:pt x="109515" y="8437"/>
                    <a:pt x="111919" y="7831"/>
                    <a:pt x="114326" y="7132"/>
                  </a:cubicBezTo>
                  <a:cubicBezTo>
                    <a:pt x="119263" y="5699"/>
                    <a:pt x="123997" y="3389"/>
                    <a:pt x="128789" y="1350"/>
                  </a:cubicBezTo>
                  <a:cubicBezTo>
                    <a:pt x="128436" y="255"/>
                    <a:pt x="127130" y="101"/>
                    <a:pt x="126329" y="35"/>
                  </a:cubicBezTo>
                  <a:cubicBezTo>
                    <a:pt x="126040" y="12"/>
                    <a:pt x="125750" y="1"/>
                    <a:pt x="125460"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28"/>
            <p:cNvSpPr/>
            <p:nvPr/>
          </p:nvSpPr>
          <p:spPr>
            <a:xfrm>
              <a:off x="-89101" y="5486694"/>
              <a:ext cx="949935" cy="459281"/>
            </a:xfrm>
            <a:custGeom>
              <a:rect b="b" l="l" r="r" t="t"/>
              <a:pathLst>
                <a:path extrusionOk="0" h="11477" w="23738">
                  <a:moveTo>
                    <a:pt x="0" y="0"/>
                  </a:moveTo>
                  <a:lnTo>
                    <a:pt x="0" y="7277"/>
                  </a:lnTo>
                  <a:cubicBezTo>
                    <a:pt x="3475" y="8436"/>
                    <a:pt x="6937" y="9675"/>
                    <a:pt x="10474" y="10467"/>
                  </a:cubicBezTo>
                  <a:cubicBezTo>
                    <a:pt x="12599" y="10942"/>
                    <a:pt x="14945" y="11477"/>
                    <a:pt x="17230" y="11477"/>
                  </a:cubicBezTo>
                  <a:cubicBezTo>
                    <a:pt x="18607" y="11477"/>
                    <a:pt x="19963" y="11282"/>
                    <a:pt x="21233" y="10762"/>
                  </a:cubicBezTo>
                  <a:cubicBezTo>
                    <a:pt x="22964" y="10052"/>
                    <a:pt x="23737" y="8373"/>
                    <a:pt x="22783" y="6233"/>
                  </a:cubicBezTo>
                  <a:cubicBezTo>
                    <a:pt x="21854" y="4148"/>
                    <a:pt x="19780" y="3350"/>
                    <a:pt x="18049" y="2892"/>
                  </a:cubicBezTo>
                  <a:cubicBezTo>
                    <a:pt x="14044" y="1834"/>
                    <a:pt x="9964" y="2398"/>
                    <a:pt x="5923" y="1958"/>
                  </a:cubicBezTo>
                  <a:cubicBezTo>
                    <a:pt x="3848" y="1734"/>
                    <a:pt x="1868" y="1036"/>
                    <a:pt x="0"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28"/>
            <p:cNvSpPr/>
            <p:nvPr/>
          </p:nvSpPr>
          <p:spPr>
            <a:xfrm>
              <a:off x="-89101" y="3845514"/>
              <a:ext cx="9361814" cy="2217890"/>
            </a:xfrm>
            <a:custGeom>
              <a:rect b="b" l="l" r="r" t="t"/>
              <a:pathLst>
                <a:path extrusionOk="0" h="55423" w="233943">
                  <a:moveTo>
                    <a:pt x="144772" y="1"/>
                  </a:moveTo>
                  <a:cubicBezTo>
                    <a:pt x="142102" y="1"/>
                    <a:pt x="139431" y="96"/>
                    <a:pt x="136766" y="286"/>
                  </a:cubicBezTo>
                  <a:cubicBezTo>
                    <a:pt x="128012" y="909"/>
                    <a:pt x="119276" y="2552"/>
                    <a:pt x="110812" y="5489"/>
                  </a:cubicBezTo>
                  <a:cubicBezTo>
                    <a:pt x="106624" y="6944"/>
                    <a:pt x="102575" y="8874"/>
                    <a:pt x="98468" y="10653"/>
                  </a:cubicBezTo>
                  <a:cubicBezTo>
                    <a:pt x="93953" y="12609"/>
                    <a:pt x="89399" y="14424"/>
                    <a:pt x="84794" y="16010"/>
                  </a:cubicBezTo>
                  <a:cubicBezTo>
                    <a:pt x="74251" y="19642"/>
                    <a:pt x="63428" y="21981"/>
                    <a:pt x="52620" y="21981"/>
                  </a:cubicBezTo>
                  <a:cubicBezTo>
                    <a:pt x="45059" y="21981"/>
                    <a:pt x="37505" y="20836"/>
                    <a:pt x="30059" y="18189"/>
                  </a:cubicBezTo>
                  <a:cubicBezTo>
                    <a:pt x="25579" y="16596"/>
                    <a:pt x="21178" y="14667"/>
                    <a:pt x="16828" y="12578"/>
                  </a:cubicBezTo>
                  <a:cubicBezTo>
                    <a:pt x="12514" y="10509"/>
                    <a:pt x="8272" y="8266"/>
                    <a:pt x="3815" y="6712"/>
                  </a:cubicBezTo>
                  <a:cubicBezTo>
                    <a:pt x="2549" y="6272"/>
                    <a:pt x="1276" y="5888"/>
                    <a:pt x="0" y="5548"/>
                  </a:cubicBezTo>
                  <a:lnTo>
                    <a:pt x="0" y="23614"/>
                  </a:lnTo>
                  <a:cubicBezTo>
                    <a:pt x="12657" y="29572"/>
                    <a:pt x="26166" y="33013"/>
                    <a:pt x="39600" y="33024"/>
                  </a:cubicBezTo>
                  <a:cubicBezTo>
                    <a:pt x="39625" y="33024"/>
                    <a:pt x="39649" y="33024"/>
                    <a:pt x="39674" y="33024"/>
                  </a:cubicBezTo>
                  <a:cubicBezTo>
                    <a:pt x="43920" y="33024"/>
                    <a:pt x="48167" y="32654"/>
                    <a:pt x="52367" y="31843"/>
                  </a:cubicBezTo>
                  <a:cubicBezTo>
                    <a:pt x="54553" y="31420"/>
                    <a:pt x="56709" y="30737"/>
                    <a:pt x="58881" y="30217"/>
                  </a:cubicBezTo>
                  <a:cubicBezTo>
                    <a:pt x="61539" y="29579"/>
                    <a:pt x="64252" y="29008"/>
                    <a:pt x="66965" y="29005"/>
                  </a:cubicBezTo>
                  <a:cubicBezTo>
                    <a:pt x="66982" y="29005"/>
                    <a:pt x="66999" y="29005"/>
                    <a:pt x="67017" y="29005"/>
                  </a:cubicBezTo>
                  <a:cubicBezTo>
                    <a:pt x="68762" y="29005"/>
                    <a:pt x="71102" y="29156"/>
                    <a:pt x="72309" y="31005"/>
                  </a:cubicBezTo>
                  <a:cubicBezTo>
                    <a:pt x="73261" y="32464"/>
                    <a:pt x="73035" y="34779"/>
                    <a:pt x="72433" y="36381"/>
                  </a:cubicBezTo>
                  <a:cubicBezTo>
                    <a:pt x="71760" y="38175"/>
                    <a:pt x="70452" y="39418"/>
                    <a:pt x="69067" y="40261"/>
                  </a:cubicBezTo>
                  <a:cubicBezTo>
                    <a:pt x="65139" y="42655"/>
                    <a:pt x="60371" y="42850"/>
                    <a:pt x="56096" y="42852"/>
                  </a:cubicBezTo>
                  <a:cubicBezTo>
                    <a:pt x="56089" y="42852"/>
                    <a:pt x="56082" y="42852"/>
                    <a:pt x="56075" y="42852"/>
                  </a:cubicBezTo>
                  <a:cubicBezTo>
                    <a:pt x="46902" y="42852"/>
                    <a:pt x="37792" y="41022"/>
                    <a:pt x="28834" y="38660"/>
                  </a:cubicBezTo>
                  <a:cubicBezTo>
                    <a:pt x="19225" y="36125"/>
                    <a:pt x="9684" y="33151"/>
                    <a:pt x="0" y="31087"/>
                  </a:cubicBezTo>
                  <a:lnTo>
                    <a:pt x="0" y="40459"/>
                  </a:lnTo>
                  <a:cubicBezTo>
                    <a:pt x="415" y="40687"/>
                    <a:pt x="838" y="40900"/>
                    <a:pt x="1269" y="41094"/>
                  </a:cubicBezTo>
                  <a:cubicBezTo>
                    <a:pt x="3834" y="42246"/>
                    <a:pt x="6360" y="42550"/>
                    <a:pt x="9049" y="42595"/>
                  </a:cubicBezTo>
                  <a:cubicBezTo>
                    <a:pt x="11321" y="42632"/>
                    <a:pt x="13601" y="42650"/>
                    <a:pt x="15862" y="42966"/>
                  </a:cubicBezTo>
                  <a:cubicBezTo>
                    <a:pt x="17766" y="43232"/>
                    <a:pt x="19811" y="43645"/>
                    <a:pt x="21476" y="44925"/>
                  </a:cubicBezTo>
                  <a:cubicBezTo>
                    <a:pt x="22689" y="45858"/>
                    <a:pt x="23822" y="47631"/>
                    <a:pt x="23620" y="49546"/>
                  </a:cubicBezTo>
                  <a:cubicBezTo>
                    <a:pt x="23450" y="51198"/>
                    <a:pt x="22153" y="51995"/>
                    <a:pt x="21013" y="52388"/>
                  </a:cubicBezTo>
                  <a:cubicBezTo>
                    <a:pt x="19769" y="52816"/>
                    <a:pt x="18468" y="52983"/>
                    <a:pt x="17149" y="52983"/>
                  </a:cubicBezTo>
                  <a:cubicBezTo>
                    <a:pt x="14678" y="52983"/>
                    <a:pt x="12147" y="52396"/>
                    <a:pt x="9822" y="51845"/>
                  </a:cubicBezTo>
                  <a:cubicBezTo>
                    <a:pt x="6510" y="51059"/>
                    <a:pt x="3259" y="49899"/>
                    <a:pt x="0" y="48810"/>
                  </a:cubicBezTo>
                  <a:lnTo>
                    <a:pt x="0" y="54602"/>
                  </a:lnTo>
                  <a:cubicBezTo>
                    <a:pt x="5036" y="55007"/>
                    <a:pt x="10079" y="55225"/>
                    <a:pt x="15119" y="55348"/>
                  </a:cubicBezTo>
                  <a:cubicBezTo>
                    <a:pt x="17082" y="55396"/>
                    <a:pt x="19048" y="55423"/>
                    <a:pt x="21015" y="55423"/>
                  </a:cubicBezTo>
                  <a:cubicBezTo>
                    <a:pt x="29997" y="55423"/>
                    <a:pt x="38994" y="54866"/>
                    <a:pt x="47880" y="53219"/>
                  </a:cubicBezTo>
                  <a:cubicBezTo>
                    <a:pt x="52943" y="52282"/>
                    <a:pt x="58028" y="51048"/>
                    <a:pt x="62912" y="49101"/>
                  </a:cubicBezTo>
                  <a:cubicBezTo>
                    <a:pt x="67581" y="47240"/>
                    <a:pt x="72025" y="44594"/>
                    <a:pt x="76326" y="41657"/>
                  </a:cubicBezTo>
                  <a:cubicBezTo>
                    <a:pt x="84683" y="35949"/>
                    <a:pt x="92557" y="29085"/>
                    <a:pt x="101261" y="24207"/>
                  </a:cubicBezTo>
                  <a:cubicBezTo>
                    <a:pt x="110109" y="19249"/>
                    <a:pt x="119692" y="17446"/>
                    <a:pt x="129288" y="16670"/>
                  </a:cubicBezTo>
                  <a:cubicBezTo>
                    <a:pt x="132649" y="16399"/>
                    <a:pt x="136013" y="16271"/>
                    <a:pt x="139377" y="16271"/>
                  </a:cubicBezTo>
                  <a:cubicBezTo>
                    <a:pt x="157478" y="16271"/>
                    <a:pt x="175585" y="19963"/>
                    <a:pt x="193212" y="24804"/>
                  </a:cubicBezTo>
                  <a:cubicBezTo>
                    <a:pt x="203630" y="27665"/>
                    <a:pt x="214279" y="30372"/>
                    <a:pt x="224304" y="35040"/>
                  </a:cubicBezTo>
                  <a:cubicBezTo>
                    <a:pt x="227597" y="36575"/>
                    <a:pt x="230795" y="38437"/>
                    <a:pt x="233942" y="40411"/>
                  </a:cubicBezTo>
                  <a:lnTo>
                    <a:pt x="233942" y="31703"/>
                  </a:lnTo>
                  <a:cubicBezTo>
                    <a:pt x="228231" y="27859"/>
                    <a:pt x="222155" y="24807"/>
                    <a:pt x="216214" y="21705"/>
                  </a:cubicBezTo>
                  <a:cubicBezTo>
                    <a:pt x="207456" y="17134"/>
                    <a:pt x="198525" y="13002"/>
                    <a:pt x="189487" y="9410"/>
                  </a:cubicBezTo>
                  <a:cubicBezTo>
                    <a:pt x="180687" y="5912"/>
                    <a:pt x="171778" y="2926"/>
                    <a:pt x="162615" y="1437"/>
                  </a:cubicBezTo>
                  <a:cubicBezTo>
                    <a:pt x="156702" y="476"/>
                    <a:pt x="150736" y="1"/>
                    <a:pt x="144772"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28"/>
            <p:cNvSpPr/>
            <p:nvPr/>
          </p:nvSpPr>
          <p:spPr>
            <a:xfrm>
              <a:off x="4312517" y="4760126"/>
              <a:ext cx="4960169" cy="2176352"/>
            </a:xfrm>
            <a:custGeom>
              <a:rect b="b" l="l" r="r" t="t"/>
              <a:pathLst>
                <a:path extrusionOk="0" h="54385" w="123950">
                  <a:moveTo>
                    <a:pt x="25687" y="0"/>
                  </a:moveTo>
                  <a:cubicBezTo>
                    <a:pt x="25613" y="0"/>
                    <a:pt x="25540" y="0"/>
                    <a:pt x="25467" y="0"/>
                  </a:cubicBezTo>
                  <a:cubicBezTo>
                    <a:pt x="22189" y="8"/>
                    <a:pt x="18895" y="286"/>
                    <a:pt x="15653" y="893"/>
                  </a:cubicBezTo>
                  <a:cubicBezTo>
                    <a:pt x="12106" y="1558"/>
                    <a:pt x="8455" y="2579"/>
                    <a:pt x="5276" y="4757"/>
                  </a:cubicBezTo>
                  <a:cubicBezTo>
                    <a:pt x="2358" y="6754"/>
                    <a:pt x="1" y="10011"/>
                    <a:pt x="133" y="14446"/>
                  </a:cubicBezTo>
                  <a:cubicBezTo>
                    <a:pt x="289" y="19675"/>
                    <a:pt x="3866" y="23250"/>
                    <a:pt x="7286" y="25363"/>
                  </a:cubicBezTo>
                  <a:cubicBezTo>
                    <a:pt x="11223" y="27796"/>
                    <a:pt x="15408" y="28684"/>
                    <a:pt x="19651" y="28684"/>
                  </a:cubicBezTo>
                  <a:cubicBezTo>
                    <a:pt x="25154" y="28684"/>
                    <a:pt x="30756" y="27191"/>
                    <a:pt x="36046" y="25632"/>
                  </a:cubicBezTo>
                  <a:cubicBezTo>
                    <a:pt x="41465" y="24035"/>
                    <a:pt x="46862" y="22167"/>
                    <a:pt x="52380" y="21177"/>
                  </a:cubicBezTo>
                  <a:cubicBezTo>
                    <a:pt x="56587" y="20424"/>
                    <a:pt x="60828" y="20023"/>
                    <a:pt x="65073" y="20023"/>
                  </a:cubicBezTo>
                  <a:cubicBezTo>
                    <a:pt x="66363" y="20023"/>
                    <a:pt x="67654" y="20060"/>
                    <a:pt x="68944" y="20135"/>
                  </a:cubicBezTo>
                  <a:cubicBezTo>
                    <a:pt x="79965" y="20783"/>
                    <a:pt x="90870" y="24103"/>
                    <a:pt x="100937" y="29809"/>
                  </a:cubicBezTo>
                  <a:cubicBezTo>
                    <a:pt x="105755" y="32540"/>
                    <a:pt x="110519" y="35684"/>
                    <a:pt x="114557" y="40038"/>
                  </a:cubicBezTo>
                  <a:cubicBezTo>
                    <a:pt x="118056" y="43811"/>
                    <a:pt x="120978" y="48359"/>
                    <a:pt x="123419" y="53277"/>
                  </a:cubicBezTo>
                  <a:cubicBezTo>
                    <a:pt x="123600" y="53644"/>
                    <a:pt x="123773" y="54016"/>
                    <a:pt x="123950" y="54384"/>
                  </a:cubicBezTo>
                  <a:lnTo>
                    <a:pt x="123950" y="30590"/>
                  </a:lnTo>
                  <a:cubicBezTo>
                    <a:pt x="115011" y="23740"/>
                    <a:pt x="104675" y="20070"/>
                    <a:pt x="94699" y="16430"/>
                  </a:cubicBezTo>
                  <a:cubicBezTo>
                    <a:pt x="83278" y="12265"/>
                    <a:pt x="71945" y="7950"/>
                    <a:pt x="60279" y="4996"/>
                  </a:cubicBezTo>
                  <a:cubicBezTo>
                    <a:pt x="48938" y="2125"/>
                    <a:pt x="37275" y="0"/>
                    <a:pt x="25687"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28"/>
            <p:cNvSpPr/>
            <p:nvPr/>
          </p:nvSpPr>
          <p:spPr>
            <a:xfrm>
              <a:off x="-89101" y="5541999"/>
              <a:ext cx="4579363" cy="1972262"/>
            </a:xfrm>
            <a:custGeom>
              <a:rect b="b" l="l" r="r" t="t"/>
              <a:pathLst>
                <a:path extrusionOk="0" h="49285" w="114434">
                  <a:moveTo>
                    <a:pt x="97111" y="0"/>
                  </a:moveTo>
                  <a:cubicBezTo>
                    <a:pt x="92375" y="0"/>
                    <a:pt x="88229" y="4066"/>
                    <a:pt x="85079" y="8725"/>
                  </a:cubicBezTo>
                  <a:cubicBezTo>
                    <a:pt x="81036" y="14698"/>
                    <a:pt x="78056" y="22263"/>
                    <a:pt x="72346" y="26006"/>
                  </a:cubicBezTo>
                  <a:cubicBezTo>
                    <a:pt x="69011" y="28192"/>
                    <a:pt x="65286" y="29191"/>
                    <a:pt x="61597" y="29874"/>
                  </a:cubicBezTo>
                  <a:cubicBezTo>
                    <a:pt x="57172" y="30696"/>
                    <a:pt x="52733" y="31343"/>
                    <a:pt x="48270" y="31736"/>
                  </a:cubicBezTo>
                  <a:cubicBezTo>
                    <a:pt x="43819" y="32127"/>
                    <a:pt x="39334" y="32342"/>
                    <a:pt x="34849" y="32342"/>
                  </a:cubicBezTo>
                  <a:cubicBezTo>
                    <a:pt x="29827" y="32342"/>
                    <a:pt x="24804" y="32073"/>
                    <a:pt x="19828" y="31484"/>
                  </a:cubicBezTo>
                  <a:cubicBezTo>
                    <a:pt x="13156" y="30694"/>
                    <a:pt x="6527" y="29288"/>
                    <a:pt x="0" y="27342"/>
                  </a:cubicBezTo>
                  <a:lnTo>
                    <a:pt x="0" y="45284"/>
                  </a:lnTo>
                  <a:cubicBezTo>
                    <a:pt x="0" y="47494"/>
                    <a:pt x="1415" y="49285"/>
                    <a:pt x="3161" y="49285"/>
                  </a:cubicBezTo>
                  <a:lnTo>
                    <a:pt x="54554" y="49285"/>
                  </a:lnTo>
                  <a:cubicBezTo>
                    <a:pt x="57524" y="43691"/>
                    <a:pt x="61460" y="38933"/>
                    <a:pt x="66165" y="35699"/>
                  </a:cubicBezTo>
                  <a:cubicBezTo>
                    <a:pt x="74007" y="30307"/>
                    <a:pt x="82814" y="29860"/>
                    <a:pt x="91444" y="28199"/>
                  </a:cubicBezTo>
                  <a:cubicBezTo>
                    <a:pt x="94850" y="27544"/>
                    <a:pt x="98284" y="26656"/>
                    <a:pt x="101576" y="25345"/>
                  </a:cubicBezTo>
                  <a:cubicBezTo>
                    <a:pt x="104402" y="24220"/>
                    <a:pt x="107468" y="22637"/>
                    <a:pt x="109397" y="19658"/>
                  </a:cubicBezTo>
                  <a:cubicBezTo>
                    <a:pt x="114434" y="11884"/>
                    <a:pt x="106261" y="3395"/>
                    <a:pt x="100927" y="890"/>
                  </a:cubicBezTo>
                  <a:cubicBezTo>
                    <a:pt x="99620" y="276"/>
                    <a:pt x="98345" y="0"/>
                    <a:pt x="9711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8"/>
            <p:cNvSpPr/>
            <p:nvPr/>
          </p:nvSpPr>
          <p:spPr>
            <a:xfrm>
              <a:off x="2774626" y="6801847"/>
              <a:ext cx="4319449" cy="712432"/>
            </a:xfrm>
            <a:custGeom>
              <a:rect b="b" l="l" r="r" t="t"/>
              <a:pathLst>
                <a:path extrusionOk="0" h="17803" w="107939">
                  <a:moveTo>
                    <a:pt x="27543" y="0"/>
                  </a:moveTo>
                  <a:cubicBezTo>
                    <a:pt x="27240" y="0"/>
                    <a:pt x="26937" y="6"/>
                    <a:pt x="26634" y="18"/>
                  </a:cubicBezTo>
                  <a:cubicBezTo>
                    <a:pt x="24027" y="121"/>
                    <a:pt x="21392" y="745"/>
                    <a:pt x="19094" y="2364"/>
                  </a:cubicBezTo>
                  <a:cubicBezTo>
                    <a:pt x="18481" y="2797"/>
                    <a:pt x="16577" y="4050"/>
                    <a:pt x="17537" y="5118"/>
                  </a:cubicBezTo>
                  <a:cubicBezTo>
                    <a:pt x="18117" y="5762"/>
                    <a:pt x="19161" y="5928"/>
                    <a:pt x="19890" y="6091"/>
                  </a:cubicBezTo>
                  <a:cubicBezTo>
                    <a:pt x="23855" y="6979"/>
                    <a:pt x="27949" y="6569"/>
                    <a:pt x="31949" y="6998"/>
                  </a:cubicBezTo>
                  <a:cubicBezTo>
                    <a:pt x="35180" y="7344"/>
                    <a:pt x="39652" y="7834"/>
                    <a:pt x="41798" y="11379"/>
                  </a:cubicBezTo>
                  <a:cubicBezTo>
                    <a:pt x="41873" y="11504"/>
                    <a:pt x="41874" y="11697"/>
                    <a:pt x="41748" y="11777"/>
                  </a:cubicBezTo>
                  <a:cubicBezTo>
                    <a:pt x="40684" y="12461"/>
                    <a:pt x="39488" y="12703"/>
                    <a:pt x="38262" y="12703"/>
                  </a:cubicBezTo>
                  <a:cubicBezTo>
                    <a:pt x="36542" y="12703"/>
                    <a:pt x="34763" y="12227"/>
                    <a:pt x="33207" y="11823"/>
                  </a:cubicBezTo>
                  <a:cubicBezTo>
                    <a:pt x="31601" y="11407"/>
                    <a:pt x="30013" y="10894"/>
                    <a:pt x="28412" y="10466"/>
                  </a:cubicBezTo>
                  <a:cubicBezTo>
                    <a:pt x="26593" y="9980"/>
                    <a:pt x="24742" y="9711"/>
                    <a:pt x="22919" y="9248"/>
                  </a:cubicBezTo>
                  <a:cubicBezTo>
                    <a:pt x="18811" y="8207"/>
                    <a:pt x="14751" y="6811"/>
                    <a:pt x="10581" y="6185"/>
                  </a:cubicBezTo>
                  <a:cubicBezTo>
                    <a:pt x="9499" y="6023"/>
                    <a:pt x="8286" y="5852"/>
                    <a:pt x="7075" y="5852"/>
                  </a:cubicBezTo>
                  <a:cubicBezTo>
                    <a:pt x="5505" y="5852"/>
                    <a:pt x="3938" y="6139"/>
                    <a:pt x="2667" y="7101"/>
                  </a:cubicBezTo>
                  <a:cubicBezTo>
                    <a:pt x="702" y="8588"/>
                    <a:pt x="1" y="12230"/>
                    <a:pt x="827" y="14868"/>
                  </a:cubicBezTo>
                  <a:cubicBezTo>
                    <a:pt x="1191" y="16035"/>
                    <a:pt x="1835" y="16995"/>
                    <a:pt x="2588" y="17803"/>
                  </a:cubicBezTo>
                  <a:lnTo>
                    <a:pt x="107349" y="17803"/>
                  </a:lnTo>
                  <a:cubicBezTo>
                    <a:pt x="107939" y="14229"/>
                    <a:pt x="104542" y="9947"/>
                    <a:pt x="102361" y="8404"/>
                  </a:cubicBezTo>
                  <a:cubicBezTo>
                    <a:pt x="99751" y="6560"/>
                    <a:pt x="96718" y="5974"/>
                    <a:pt x="93716" y="5974"/>
                  </a:cubicBezTo>
                  <a:cubicBezTo>
                    <a:pt x="92496" y="5974"/>
                    <a:pt x="91282" y="6070"/>
                    <a:pt x="90103" y="6219"/>
                  </a:cubicBezTo>
                  <a:cubicBezTo>
                    <a:pt x="87978" y="6486"/>
                    <a:pt x="85895" y="7048"/>
                    <a:pt x="83786" y="7444"/>
                  </a:cubicBezTo>
                  <a:cubicBezTo>
                    <a:pt x="81051" y="7961"/>
                    <a:pt x="78295" y="8278"/>
                    <a:pt x="75534" y="8442"/>
                  </a:cubicBezTo>
                  <a:cubicBezTo>
                    <a:pt x="74026" y="8532"/>
                    <a:pt x="72516" y="8576"/>
                    <a:pt x="71005" y="8576"/>
                  </a:cubicBezTo>
                  <a:cubicBezTo>
                    <a:pt x="66567" y="8576"/>
                    <a:pt x="62125" y="8194"/>
                    <a:pt x="57730" y="7447"/>
                  </a:cubicBezTo>
                  <a:cubicBezTo>
                    <a:pt x="52546" y="6565"/>
                    <a:pt x="47524" y="4962"/>
                    <a:pt x="42478" y="3264"/>
                  </a:cubicBezTo>
                  <a:cubicBezTo>
                    <a:pt x="37619" y="1632"/>
                    <a:pt x="32605" y="0"/>
                    <a:pt x="27543"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28"/>
            <p:cNvSpPr/>
            <p:nvPr/>
          </p:nvSpPr>
          <p:spPr>
            <a:xfrm>
              <a:off x="8048796" y="6797685"/>
              <a:ext cx="658408" cy="716833"/>
            </a:xfrm>
            <a:custGeom>
              <a:rect b="b" l="l" r="r" t="t"/>
              <a:pathLst>
                <a:path extrusionOk="0" h="17913" w="16453">
                  <a:moveTo>
                    <a:pt x="3031" y="0"/>
                  </a:moveTo>
                  <a:cubicBezTo>
                    <a:pt x="3004" y="0"/>
                    <a:pt x="2977" y="1"/>
                    <a:pt x="2950" y="2"/>
                  </a:cubicBezTo>
                  <a:cubicBezTo>
                    <a:pt x="1" y="132"/>
                    <a:pt x="2474" y="3624"/>
                    <a:pt x="3374" y="4819"/>
                  </a:cubicBezTo>
                  <a:cubicBezTo>
                    <a:pt x="5353" y="7446"/>
                    <a:pt x="8065" y="13097"/>
                    <a:pt x="8485" y="17912"/>
                  </a:cubicBezTo>
                  <a:lnTo>
                    <a:pt x="16452" y="17912"/>
                  </a:lnTo>
                  <a:cubicBezTo>
                    <a:pt x="15488" y="16742"/>
                    <a:pt x="14559" y="15523"/>
                    <a:pt x="13682" y="14232"/>
                  </a:cubicBezTo>
                  <a:cubicBezTo>
                    <a:pt x="11356" y="10805"/>
                    <a:pt x="9597" y="6836"/>
                    <a:pt x="7171" y="3507"/>
                  </a:cubicBezTo>
                  <a:cubicBezTo>
                    <a:pt x="6176" y="2144"/>
                    <a:pt x="4651" y="0"/>
                    <a:pt x="303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28"/>
            <p:cNvSpPr/>
            <p:nvPr/>
          </p:nvSpPr>
          <p:spPr>
            <a:xfrm>
              <a:off x="4946282" y="5967071"/>
              <a:ext cx="4326332" cy="1547277"/>
            </a:xfrm>
            <a:custGeom>
              <a:rect b="b" l="l" r="r" t="t"/>
              <a:pathLst>
                <a:path extrusionOk="0" h="38665" w="108111">
                  <a:moveTo>
                    <a:pt x="45814" y="1"/>
                  </a:moveTo>
                  <a:cubicBezTo>
                    <a:pt x="35137" y="1"/>
                    <a:pt x="24388" y="2076"/>
                    <a:pt x="14090" y="5571"/>
                  </a:cubicBezTo>
                  <a:cubicBezTo>
                    <a:pt x="10624" y="6748"/>
                    <a:pt x="7061" y="8059"/>
                    <a:pt x="3946" y="10366"/>
                  </a:cubicBezTo>
                  <a:cubicBezTo>
                    <a:pt x="2615" y="11352"/>
                    <a:pt x="1078" y="12695"/>
                    <a:pt x="565" y="14641"/>
                  </a:cubicBezTo>
                  <a:cubicBezTo>
                    <a:pt x="1" y="16782"/>
                    <a:pt x="1151" y="18845"/>
                    <a:pt x="2414" y="20142"/>
                  </a:cubicBezTo>
                  <a:cubicBezTo>
                    <a:pt x="4524" y="22313"/>
                    <a:pt x="7328" y="22930"/>
                    <a:pt x="10110" y="22930"/>
                  </a:cubicBezTo>
                  <a:cubicBezTo>
                    <a:pt x="11691" y="22930"/>
                    <a:pt x="13266" y="22730"/>
                    <a:pt x="14702" y="22504"/>
                  </a:cubicBezTo>
                  <a:cubicBezTo>
                    <a:pt x="19304" y="21780"/>
                    <a:pt x="23791" y="20252"/>
                    <a:pt x="28307" y="18979"/>
                  </a:cubicBezTo>
                  <a:cubicBezTo>
                    <a:pt x="31469" y="18088"/>
                    <a:pt x="34583" y="17727"/>
                    <a:pt x="37812" y="17553"/>
                  </a:cubicBezTo>
                  <a:cubicBezTo>
                    <a:pt x="39567" y="17460"/>
                    <a:pt x="41324" y="17409"/>
                    <a:pt x="43081" y="17409"/>
                  </a:cubicBezTo>
                  <a:cubicBezTo>
                    <a:pt x="45289" y="17409"/>
                    <a:pt x="47497" y="17490"/>
                    <a:pt x="49701" y="17670"/>
                  </a:cubicBezTo>
                  <a:cubicBezTo>
                    <a:pt x="53900" y="18013"/>
                    <a:pt x="58120" y="18692"/>
                    <a:pt x="62182" y="20121"/>
                  </a:cubicBezTo>
                  <a:cubicBezTo>
                    <a:pt x="65643" y="21338"/>
                    <a:pt x="69140" y="23140"/>
                    <a:pt x="71836" y="26229"/>
                  </a:cubicBezTo>
                  <a:cubicBezTo>
                    <a:pt x="74556" y="29344"/>
                    <a:pt x="76197" y="34210"/>
                    <a:pt x="75759" y="38664"/>
                  </a:cubicBezTo>
                  <a:lnTo>
                    <a:pt x="85535" y="38664"/>
                  </a:lnTo>
                  <a:cubicBezTo>
                    <a:pt x="85296" y="35981"/>
                    <a:pt x="84353" y="33119"/>
                    <a:pt x="83500" y="31067"/>
                  </a:cubicBezTo>
                  <a:cubicBezTo>
                    <a:pt x="82723" y="29197"/>
                    <a:pt x="81831" y="27538"/>
                    <a:pt x="80681" y="26012"/>
                  </a:cubicBezTo>
                  <a:cubicBezTo>
                    <a:pt x="79935" y="25023"/>
                    <a:pt x="78306" y="23246"/>
                    <a:pt x="78633" y="21650"/>
                  </a:cubicBezTo>
                  <a:cubicBezTo>
                    <a:pt x="78840" y="20643"/>
                    <a:pt x="79649" y="20281"/>
                    <a:pt x="80449" y="20281"/>
                  </a:cubicBezTo>
                  <a:cubicBezTo>
                    <a:pt x="80893" y="20281"/>
                    <a:pt x="81334" y="20392"/>
                    <a:pt x="81670" y="20567"/>
                  </a:cubicBezTo>
                  <a:cubicBezTo>
                    <a:pt x="83214" y="21372"/>
                    <a:pt x="84460" y="23111"/>
                    <a:pt x="85532" y="24674"/>
                  </a:cubicBezTo>
                  <a:cubicBezTo>
                    <a:pt x="88081" y="28395"/>
                    <a:pt x="90008" y="32694"/>
                    <a:pt x="92680" y="36288"/>
                  </a:cubicBezTo>
                  <a:cubicBezTo>
                    <a:pt x="93289" y="37105"/>
                    <a:pt x="93919" y="37895"/>
                    <a:pt x="94562" y="38663"/>
                  </a:cubicBezTo>
                  <a:lnTo>
                    <a:pt x="104952" y="38663"/>
                  </a:lnTo>
                  <a:cubicBezTo>
                    <a:pt x="106677" y="38663"/>
                    <a:pt x="108077" y="36912"/>
                    <a:pt x="108110" y="34738"/>
                  </a:cubicBezTo>
                  <a:cubicBezTo>
                    <a:pt x="104684" y="32047"/>
                    <a:pt x="101346" y="29175"/>
                    <a:pt x="98018" y="26250"/>
                  </a:cubicBezTo>
                  <a:cubicBezTo>
                    <a:pt x="92264" y="21194"/>
                    <a:pt x="86645" y="15791"/>
                    <a:pt x="80705" y="11085"/>
                  </a:cubicBezTo>
                  <a:cubicBezTo>
                    <a:pt x="70628" y="3099"/>
                    <a:pt x="58598" y="156"/>
                    <a:pt x="46845" y="7"/>
                  </a:cubicBezTo>
                  <a:cubicBezTo>
                    <a:pt x="46501" y="3"/>
                    <a:pt x="46158" y="1"/>
                    <a:pt x="45814"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28"/>
            <p:cNvSpPr/>
            <p:nvPr/>
          </p:nvSpPr>
          <p:spPr>
            <a:xfrm>
              <a:off x="5076700" y="-68598"/>
              <a:ext cx="4335896" cy="796099"/>
            </a:xfrm>
            <a:custGeom>
              <a:rect b="b" l="l" r="r" t="t"/>
              <a:pathLst>
                <a:path extrusionOk="0" h="27758" w="108350">
                  <a:moveTo>
                    <a:pt x="51648" y="1"/>
                  </a:moveTo>
                  <a:cubicBezTo>
                    <a:pt x="50846" y="407"/>
                    <a:pt x="50018" y="729"/>
                    <a:pt x="49203" y="1014"/>
                  </a:cubicBezTo>
                  <a:cubicBezTo>
                    <a:pt x="42065" y="3506"/>
                    <a:pt x="34586" y="3501"/>
                    <a:pt x="27241" y="3584"/>
                  </a:cubicBezTo>
                  <a:cubicBezTo>
                    <a:pt x="20757" y="3656"/>
                    <a:pt x="14163" y="3777"/>
                    <a:pt x="7797" y="5515"/>
                  </a:cubicBezTo>
                  <a:cubicBezTo>
                    <a:pt x="5715" y="6083"/>
                    <a:pt x="3438" y="6902"/>
                    <a:pt x="1858" y="8814"/>
                  </a:cubicBezTo>
                  <a:cubicBezTo>
                    <a:pt x="0" y="11058"/>
                    <a:pt x="83" y="14195"/>
                    <a:pt x="776" y="17107"/>
                  </a:cubicBezTo>
                  <a:cubicBezTo>
                    <a:pt x="2438" y="24097"/>
                    <a:pt x="7861" y="27758"/>
                    <a:pt x="13371" y="27758"/>
                  </a:cubicBezTo>
                  <a:cubicBezTo>
                    <a:pt x="13681" y="27758"/>
                    <a:pt x="13992" y="27746"/>
                    <a:pt x="14303" y="27723"/>
                  </a:cubicBezTo>
                  <a:cubicBezTo>
                    <a:pt x="20922" y="27226"/>
                    <a:pt x="26485" y="22282"/>
                    <a:pt x="32673" y="19847"/>
                  </a:cubicBezTo>
                  <a:cubicBezTo>
                    <a:pt x="36195" y="18461"/>
                    <a:pt x="39879" y="17578"/>
                    <a:pt x="43501" y="16728"/>
                  </a:cubicBezTo>
                  <a:cubicBezTo>
                    <a:pt x="47244" y="15849"/>
                    <a:pt x="51012" y="15131"/>
                    <a:pt x="54789" y="14515"/>
                  </a:cubicBezTo>
                  <a:cubicBezTo>
                    <a:pt x="62223" y="13302"/>
                    <a:pt x="69695" y="12486"/>
                    <a:pt x="77160" y="11610"/>
                  </a:cubicBezTo>
                  <a:cubicBezTo>
                    <a:pt x="86796" y="10479"/>
                    <a:pt x="96503" y="9420"/>
                    <a:pt x="106195" y="9420"/>
                  </a:cubicBezTo>
                  <a:cubicBezTo>
                    <a:pt x="106913" y="9420"/>
                    <a:pt x="107630" y="9426"/>
                    <a:pt x="108348" y="9438"/>
                  </a:cubicBezTo>
                  <a:lnTo>
                    <a:pt x="108348" y="4002"/>
                  </a:lnTo>
                  <a:cubicBezTo>
                    <a:pt x="108350" y="1793"/>
                    <a:pt x="106935" y="1"/>
                    <a:pt x="105190" y="1"/>
                  </a:cubicBezTo>
                  <a:lnTo>
                    <a:pt x="90762" y="1"/>
                  </a:lnTo>
                  <a:cubicBezTo>
                    <a:pt x="89703" y="1934"/>
                    <a:pt x="88395" y="3470"/>
                    <a:pt x="86599" y="4557"/>
                  </a:cubicBezTo>
                  <a:cubicBezTo>
                    <a:pt x="83877" y="6208"/>
                    <a:pt x="80880" y="7099"/>
                    <a:pt x="77918" y="7745"/>
                  </a:cubicBezTo>
                  <a:cubicBezTo>
                    <a:pt x="74349" y="8524"/>
                    <a:pt x="70756" y="9202"/>
                    <a:pt x="67162" y="9801"/>
                  </a:cubicBezTo>
                  <a:cubicBezTo>
                    <a:pt x="59627" y="11058"/>
                    <a:pt x="52047" y="11784"/>
                    <a:pt x="44534" y="13253"/>
                  </a:cubicBezTo>
                  <a:cubicBezTo>
                    <a:pt x="40916" y="13963"/>
                    <a:pt x="37300" y="14822"/>
                    <a:pt x="33793" y="16179"/>
                  </a:cubicBezTo>
                  <a:cubicBezTo>
                    <a:pt x="31120" y="17214"/>
                    <a:pt x="28648" y="18964"/>
                    <a:pt x="26050" y="20259"/>
                  </a:cubicBezTo>
                  <a:cubicBezTo>
                    <a:pt x="24092" y="21236"/>
                    <a:pt x="21957" y="22126"/>
                    <a:pt x="19819" y="22126"/>
                  </a:cubicBezTo>
                  <a:cubicBezTo>
                    <a:pt x="19398" y="22126"/>
                    <a:pt x="18976" y="22091"/>
                    <a:pt x="18556" y="22016"/>
                  </a:cubicBezTo>
                  <a:cubicBezTo>
                    <a:pt x="16742" y="21690"/>
                    <a:pt x="14667" y="20360"/>
                    <a:pt x="13727" y="18271"/>
                  </a:cubicBezTo>
                  <a:cubicBezTo>
                    <a:pt x="12111" y="14673"/>
                    <a:pt x="16343" y="12032"/>
                    <a:pt x="18335" y="10924"/>
                  </a:cubicBezTo>
                  <a:cubicBezTo>
                    <a:pt x="29038" y="4972"/>
                    <a:pt x="41116" y="7214"/>
                    <a:pt x="52462" y="6363"/>
                  </a:cubicBezTo>
                  <a:cubicBezTo>
                    <a:pt x="56489" y="6062"/>
                    <a:pt x="60477" y="5377"/>
                    <a:pt x="64377" y="4066"/>
                  </a:cubicBezTo>
                  <a:cubicBezTo>
                    <a:pt x="66858" y="3233"/>
                    <a:pt x="69388" y="2647"/>
                    <a:pt x="71900" y="1973"/>
                  </a:cubicBezTo>
                  <a:cubicBezTo>
                    <a:pt x="74066" y="1391"/>
                    <a:pt x="76235" y="775"/>
                    <a:pt x="78366"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28"/>
            <p:cNvSpPr/>
            <p:nvPr/>
          </p:nvSpPr>
          <p:spPr>
            <a:xfrm>
              <a:off x="-97224" y="320365"/>
              <a:ext cx="3996027" cy="864218"/>
            </a:xfrm>
            <a:custGeom>
              <a:rect b="b" l="l" r="r" t="t"/>
              <a:pathLst>
                <a:path extrusionOk="0" h="21596" w="99857">
                  <a:moveTo>
                    <a:pt x="65198" y="399"/>
                  </a:moveTo>
                  <a:cubicBezTo>
                    <a:pt x="72321" y="399"/>
                    <a:pt x="79621" y="1791"/>
                    <a:pt x="86922" y="4550"/>
                  </a:cubicBezTo>
                  <a:cubicBezTo>
                    <a:pt x="89575" y="5554"/>
                    <a:pt x="92653" y="6864"/>
                    <a:pt x="95348" y="8979"/>
                  </a:cubicBezTo>
                  <a:cubicBezTo>
                    <a:pt x="98235" y="11247"/>
                    <a:pt x="99428" y="13677"/>
                    <a:pt x="98898" y="16206"/>
                  </a:cubicBezTo>
                  <a:cubicBezTo>
                    <a:pt x="98311" y="18994"/>
                    <a:pt x="95759" y="19972"/>
                    <a:pt x="93599" y="20511"/>
                  </a:cubicBezTo>
                  <a:cubicBezTo>
                    <a:pt x="91491" y="21039"/>
                    <a:pt x="89309" y="21193"/>
                    <a:pt x="87246" y="21193"/>
                  </a:cubicBezTo>
                  <a:cubicBezTo>
                    <a:pt x="86217" y="21193"/>
                    <a:pt x="85218" y="21155"/>
                    <a:pt x="84273" y="21106"/>
                  </a:cubicBezTo>
                  <a:cubicBezTo>
                    <a:pt x="78503" y="20800"/>
                    <a:pt x="72921" y="19852"/>
                    <a:pt x="67683" y="18295"/>
                  </a:cubicBezTo>
                  <a:cubicBezTo>
                    <a:pt x="64541" y="17362"/>
                    <a:pt x="61400" y="16083"/>
                    <a:pt x="58362" y="14847"/>
                  </a:cubicBezTo>
                  <a:cubicBezTo>
                    <a:pt x="53266" y="12773"/>
                    <a:pt x="47995" y="10628"/>
                    <a:pt x="42530" y="10025"/>
                  </a:cubicBezTo>
                  <a:cubicBezTo>
                    <a:pt x="41682" y="9932"/>
                    <a:pt x="40859" y="9885"/>
                    <a:pt x="40058" y="9885"/>
                  </a:cubicBezTo>
                  <a:cubicBezTo>
                    <a:pt x="36646" y="9885"/>
                    <a:pt x="33636" y="10728"/>
                    <a:pt x="31087" y="12400"/>
                  </a:cubicBezTo>
                  <a:cubicBezTo>
                    <a:pt x="26728" y="15269"/>
                    <a:pt x="22197" y="17122"/>
                    <a:pt x="17235" y="18071"/>
                  </a:cubicBezTo>
                  <a:cubicBezTo>
                    <a:pt x="13172" y="18848"/>
                    <a:pt x="9086" y="19070"/>
                    <a:pt x="5424" y="19070"/>
                  </a:cubicBezTo>
                  <a:cubicBezTo>
                    <a:pt x="3631" y="19070"/>
                    <a:pt x="1941" y="19017"/>
                    <a:pt x="403" y="18949"/>
                  </a:cubicBezTo>
                  <a:lnTo>
                    <a:pt x="403" y="11532"/>
                  </a:lnTo>
                  <a:cubicBezTo>
                    <a:pt x="2361" y="12661"/>
                    <a:pt x="4594" y="13456"/>
                    <a:pt x="7045" y="13900"/>
                  </a:cubicBezTo>
                  <a:cubicBezTo>
                    <a:pt x="8672" y="14195"/>
                    <a:pt x="10356" y="14343"/>
                    <a:pt x="12121" y="14343"/>
                  </a:cubicBezTo>
                  <a:cubicBezTo>
                    <a:pt x="13968" y="14343"/>
                    <a:pt x="15904" y="14181"/>
                    <a:pt x="17957" y="13858"/>
                  </a:cubicBezTo>
                  <a:cubicBezTo>
                    <a:pt x="23076" y="13055"/>
                    <a:pt x="27790" y="10978"/>
                    <a:pt x="32121" y="8853"/>
                  </a:cubicBezTo>
                  <a:lnTo>
                    <a:pt x="32595" y="8620"/>
                  </a:lnTo>
                  <a:cubicBezTo>
                    <a:pt x="37243" y="6337"/>
                    <a:pt x="42049" y="3980"/>
                    <a:pt x="47066" y="2784"/>
                  </a:cubicBezTo>
                  <a:cubicBezTo>
                    <a:pt x="53031" y="1361"/>
                    <a:pt x="58397" y="590"/>
                    <a:pt x="63469" y="426"/>
                  </a:cubicBezTo>
                  <a:cubicBezTo>
                    <a:pt x="64044" y="408"/>
                    <a:pt x="64620" y="399"/>
                    <a:pt x="65198" y="399"/>
                  </a:cubicBezTo>
                  <a:close/>
                  <a:moveTo>
                    <a:pt x="65203" y="1"/>
                  </a:moveTo>
                  <a:cubicBezTo>
                    <a:pt x="64619" y="1"/>
                    <a:pt x="64036" y="10"/>
                    <a:pt x="63455" y="29"/>
                  </a:cubicBezTo>
                  <a:cubicBezTo>
                    <a:pt x="58355" y="192"/>
                    <a:pt x="52963" y="968"/>
                    <a:pt x="46970" y="2396"/>
                  </a:cubicBezTo>
                  <a:cubicBezTo>
                    <a:pt x="41911" y="3604"/>
                    <a:pt x="37084" y="5971"/>
                    <a:pt x="32416" y="8263"/>
                  </a:cubicBezTo>
                  <a:lnTo>
                    <a:pt x="31942" y="8496"/>
                  </a:lnTo>
                  <a:cubicBezTo>
                    <a:pt x="27640" y="10606"/>
                    <a:pt x="22957" y="12670"/>
                    <a:pt x="17892" y="13466"/>
                  </a:cubicBezTo>
                  <a:cubicBezTo>
                    <a:pt x="15860" y="13785"/>
                    <a:pt x="13946" y="13945"/>
                    <a:pt x="12120" y="13945"/>
                  </a:cubicBezTo>
                  <a:cubicBezTo>
                    <a:pt x="10379" y="13945"/>
                    <a:pt x="8719" y="13799"/>
                    <a:pt x="7116" y="13508"/>
                  </a:cubicBezTo>
                  <a:cubicBezTo>
                    <a:pt x="4584" y="13050"/>
                    <a:pt x="2294" y="12211"/>
                    <a:pt x="305" y="11012"/>
                  </a:cubicBezTo>
                  <a:lnTo>
                    <a:pt x="0" y="10828"/>
                  </a:lnTo>
                  <a:lnTo>
                    <a:pt x="0" y="19337"/>
                  </a:lnTo>
                  <a:lnTo>
                    <a:pt x="193" y="19345"/>
                  </a:lnTo>
                  <a:cubicBezTo>
                    <a:pt x="1788" y="19417"/>
                    <a:pt x="3552" y="19474"/>
                    <a:pt x="5427" y="19474"/>
                  </a:cubicBezTo>
                  <a:cubicBezTo>
                    <a:pt x="9110" y="19474"/>
                    <a:pt x="13220" y="19251"/>
                    <a:pt x="17311" y="18469"/>
                  </a:cubicBezTo>
                  <a:cubicBezTo>
                    <a:pt x="22324" y="17509"/>
                    <a:pt x="26904" y="15636"/>
                    <a:pt x="31309" y="12740"/>
                  </a:cubicBezTo>
                  <a:cubicBezTo>
                    <a:pt x="33791" y="11110"/>
                    <a:pt x="36725" y="10287"/>
                    <a:pt x="40058" y="10287"/>
                  </a:cubicBezTo>
                  <a:cubicBezTo>
                    <a:pt x="40845" y="10287"/>
                    <a:pt x="41654" y="10333"/>
                    <a:pt x="42485" y="10425"/>
                  </a:cubicBezTo>
                  <a:cubicBezTo>
                    <a:pt x="47895" y="11021"/>
                    <a:pt x="53139" y="13156"/>
                    <a:pt x="58211" y="15220"/>
                  </a:cubicBezTo>
                  <a:cubicBezTo>
                    <a:pt x="61257" y="16459"/>
                    <a:pt x="64408" y="17742"/>
                    <a:pt x="67568" y="18681"/>
                  </a:cubicBezTo>
                  <a:cubicBezTo>
                    <a:pt x="72838" y="20248"/>
                    <a:pt x="78452" y="21200"/>
                    <a:pt x="84253" y="21507"/>
                  </a:cubicBezTo>
                  <a:cubicBezTo>
                    <a:pt x="85207" y="21557"/>
                    <a:pt x="86216" y="21596"/>
                    <a:pt x="87255" y="21596"/>
                  </a:cubicBezTo>
                  <a:cubicBezTo>
                    <a:pt x="89341" y="21596"/>
                    <a:pt x="91554" y="21438"/>
                    <a:pt x="93697" y="20904"/>
                  </a:cubicBezTo>
                  <a:cubicBezTo>
                    <a:pt x="95795" y="20381"/>
                    <a:pt x="98654" y="19332"/>
                    <a:pt x="99293" y="16292"/>
                  </a:cubicBezTo>
                  <a:cubicBezTo>
                    <a:pt x="99857" y="13600"/>
                    <a:pt x="98614" y="11035"/>
                    <a:pt x="95596" y="8666"/>
                  </a:cubicBezTo>
                  <a:cubicBezTo>
                    <a:pt x="92859" y="6520"/>
                    <a:pt x="89747" y="5193"/>
                    <a:pt x="87062" y="4178"/>
                  </a:cubicBezTo>
                  <a:cubicBezTo>
                    <a:pt x="79719" y="1402"/>
                    <a:pt x="72371" y="1"/>
                    <a:pt x="652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 name="Google Shape;871;p28"/>
            <p:cNvGrpSpPr/>
            <p:nvPr/>
          </p:nvGrpSpPr>
          <p:grpSpPr>
            <a:xfrm>
              <a:off x="-97224" y="-222600"/>
              <a:ext cx="9377821" cy="2147740"/>
              <a:chOff x="-97224" y="-222600"/>
              <a:chExt cx="9377821" cy="2147740"/>
            </a:xfrm>
          </p:grpSpPr>
          <p:sp>
            <p:nvSpPr>
              <p:cNvPr id="872" name="Google Shape;872;p28"/>
              <p:cNvSpPr/>
              <p:nvPr/>
            </p:nvSpPr>
            <p:spPr>
              <a:xfrm>
                <a:off x="-89101" y="-150047"/>
                <a:ext cx="9361814" cy="2075187"/>
              </a:xfrm>
              <a:custGeom>
                <a:rect b="b" l="l" r="r" t="t"/>
                <a:pathLst>
                  <a:path extrusionOk="0" h="51857" w="233943">
                    <a:moveTo>
                      <a:pt x="114254" y="0"/>
                    </a:moveTo>
                    <a:cubicBezTo>
                      <a:pt x="113814" y="3337"/>
                      <a:pt x="107760" y="3970"/>
                      <a:pt x="105882" y="4185"/>
                    </a:cubicBezTo>
                    <a:cubicBezTo>
                      <a:pt x="103480" y="4463"/>
                      <a:pt x="101037" y="4580"/>
                      <a:pt x="98593" y="4580"/>
                    </a:cubicBezTo>
                    <a:cubicBezTo>
                      <a:pt x="96187" y="4580"/>
                      <a:pt x="93780" y="4466"/>
                      <a:pt x="91413" y="4277"/>
                    </a:cubicBezTo>
                    <a:cubicBezTo>
                      <a:pt x="83262" y="3622"/>
                      <a:pt x="75254" y="1586"/>
                      <a:pt x="67197" y="2"/>
                    </a:cubicBezTo>
                    <a:lnTo>
                      <a:pt x="3161" y="2"/>
                    </a:lnTo>
                    <a:cubicBezTo>
                      <a:pt x="1415" y="2"/>
                      <a:pt x="0" y="1794"/>
                      <a:pt x="0" y="4003"/>
                    </a:cubicBezTo>
                    <a:lnTo>
                      <a:pt x="0" y="12983"/>
                    </a:lnTo>
                    <a:cubicBezTo>
                      <a:pt x="752" y="13703"/>
                      <a:pt x="1532" y="14304"/>
                      <a:pt x="2202" y="14753"/>
                    </a:cubicBezTo>
                    <a:cubicBezTo>
                      <a:pt x="5867" y="17202"/>
                      <a:pt x="10108" y="17905"/>
                      <a:pt x="14266" y="17905"/>
                    </a:cubicBezTo>
                    <a:cubicBezTo>
                      <a:pt x="15542" y="17905"/>
                      <a:pt x="16811" y="17839"/>
                      <a:pt x="18052" y="17736"/>
                    </a:cubicBezTo>
                    <a:cubicBezTo>
                      <a:pt x="23329" y="17301"/>
                      <a:pt x="28524" y="16026"/>
                      <a:pt x="33704" y="14740"/>
                    </a:cubicBezTo>
                    <a:cubicBezTo>
                      <a:pt x="40948" y="12940"/>
                      <a:pt x="48135" y="10828"/>
                      <a:pt x="55442" y="9439"/>
                    </a:cubicBezTo>
                    <a:cubicBezTo>
                      <a:pt x="61321" y="8322"/>
                      <a:pt x="67233" y="7670"/>
                      <a:pt x="73167" y="7670"/>
                    </a:cubicBezTo>
                    <a:cubicBezTo>
                      <a:pt x="74688" y="7670"/>
                      <a:pt x="76210" y="7713"/>
                      <a:pt x="77734" y="7802"/>
                    </a:cubicBezTo>
                    <a:cubicBezTo>
                      <a:pt x="85106" y="8232"/>
                      <a:pt x="92423" y="9785"/>
                      <a:pt x="99530" y="12287"/>
                    </a:cubicBezTo>
                    <a:cubicBezTo>
                      <a:pt x="102317" y="13268"/>
                      <a:pt x="105115" y="14314"/>
                      <a:pt x="107858" y="15489"/>
                    </a:cubicBezTo>
                    <a:cubicBezTo>
                      <a:pt x="110332" y="16548"/>
                      <a:pt x="112809" y="17789"/>
                      <a:pt x="115004" y="19608"/>
                    </a:cubicBezTo>
                    <a:cubicBezTo>
                      <a:pt x="117824" y="21944"/>
                      <a:pt x="120303" y="25852"/>
                      <a:pt x="120226" y="30339"/>
                    </a:cubicBezTo>
                    <a:cubicBezTo>
                      <a:pt x="120101" y="37466"/>
                      <a:pt x="112935" y="40330"/>
                      <a:pt x="108516" y="41748"/>
                    </a:cubicBezTo>
                    <a:cubicBezTo>
                      <a:pt x="101630" y="43955"/>
                      <a:pt x="94414" y="44564"/>
                      <a:pt x="87337" y="44821"/>
                    </a:cubicBezTo>
                    <a:cubicBezTo>
                      <a:pt x="84855" y="44912"/>
                      <a:pt x="82371" y="44958"/>
                      <a:pt x="79887" y="44958"/>
                    </a:cubicBezTo>
                    <a:cubicBezTo>
                      <a:pt x="73140" y="44958"/>
                      <a:pt x="66393" y="44612"/>
                      <a:pt x="59673" y="43851"/>
                    </a:cubicBezTo>
                    <a:cubicBezTo>
                      <a:pt x="52128" y="42997"/>
                      <a:pt x="44620" y="41722"/>
                      <a:pt x="37128" y="40332"/>
                    </a:cubicBezTo>
                    <a:cubicBezTo>
                      <a:pt x="29596" y="38936"/>
                      <a:pt x="22076" y="37257"/>
                      <a:pt x="14513" y="36145"/>
                    </a:cubicBezTo>
                    <a:cubicBezTo>
                      <a:pt x="10469" y="35552"/>
                      <a:pt x="6279" y="35103"/>
                      <a:pt x="2100" y="35103"/>
                    </a:cubicBezTo>
                    <a:cubicBezTo>
                      <a:pt x="1400" y="35103"/>
                      <a:pt x="700" y="35116"/>
                      <a:pt x="0" y="35142"/>
                    </a:cubicBezTo>
                    <a:lnTo>
                      <a:pt x="0" y="41392"/>
                    </a:lnTo>
                    <a:cubicBezTo>
                      <a:pt x="3897" y="40406"/>
                      <a:pt x="7757" y="39113"/>
                      <a:pt x="11701" y="38520"/>
                    </a:cubicBezTo>
                    <a:cubicBezTo>
                      <a:pt x="12850" y="38347"/>
                      <a:pt x="14002" y="38268"/>
                      <a:pt x="15153" y="38268"/>
                    </a:cubicBezTo>
                    <a:cubicBezTo>
                      <a:pt x="18352" y="38268"/>
                      <a:pt x="21545" y="38880"/>
                      <a:pt x="24665" y="39789"/>
                    </a:cubicBezTo>
                    <a:cubicBezTo>
                      <a:pt x="29176" y="41103"/>
                      <a:pt x="33559" y="43015"/>
                      <a:pt x="37996" y="44675"/>
                    </a:cubicBezTo>
                    <a:cubicBezTo>
                      <a:pt x="42689" y="46433"/>
                      <a:pt x="47479" y="47692"/>
                      <a:pt x="52300" y="48740"/>
                    </a:cubicBezTo>
                    <a:cubicBezTo>
                      <a:pt x="61496" y="50745"/>
                      <a:pt x="70937" y="51857"/>
                      <a:pt x="80373" y="51857"/>
                    </a:cubicBezTo>
                    <a:cubicBezTo>
                      <a:pt x="91348" y="51857"/>
                      <a:pt x="102317" y="50352"/>
                      <a:pt x="112889" y="46997"/>
                    </a:cubicBezTo>
                    <a:cubicBezTo>
                      <a:pt x="122215" y="44038"/>
                      <a:pt x="130897" y="39216"/>
                      <a:pt x="139694" y="34414"/>
                    </a:cubicBezTo>
                    <a:cubicBezTo>
                      <a:pt x="143466" y="32352"/>
                      <a:pt x="147358" y="30634"/>
                      <a:pt x="151383" y="29556"/>
                    </a:cubicBezTo>
                    <a:cubicBezTo>
                      <a:pt x="155813" y="28370"/>
                      <a:pt x="160303" y="28105"/>
                      <a:pt x="164816" y="27914"/>
                    </a:cubicBezTo>
                    <a:cubicBezTo>
                      <a:pt x="167320" y="27807"/>
                      <a:pt x="169825" y="27756"/>
                      <a:pt x="172331" y="27756"/>
                    </a:cubicBezTo>
                    <a:cubicBezTo>
                      <a:pt x="189289" y="27756"/>
                      <a:pt x="206270" y="30094"/>
                      <a:pt x="222996" y="33398"/>
                    </a:cubicBezTo>
                    <a:cubicBezTo>
                      <a:pt x="226644" y="34116"/>
                      <a:pt x="230302" y="34924"/>
                      <a:pt x="233942" y="35864"/>
                    </a:cubicBezTo>
                    <a:lnTo>
                      <a:pt x="233942" y="9938"/>
                    </a:lnTo>
                    <a:cubicBezTo>
                      <a:pt x="233216" y="9925"/>
                      <a:pt x="232489" y="9919"/>
                      <a:pt x="231762" y="9919"/>
                    </a:cubicBezTo>
                    <a:cubicBezTo>
                      <a:pt x="219843" y="9919"/>
                      <a:pt x="207922" y="11530"/>
                      <a:pt x="196068" y="12904"/>
                    </a:cubicBezTo>
                    <a:cubicBezTo>
                      <a:pt x="188339" y="13801"/>
                      <a:pt x="180609" y="14806"/>
                      <a:pt x="172944" y="16393"/>
                    </a:cubicBezTo>
                    <a:cubicBezTo>
                      <a:pt x="169135" y="17181"/>
                      <a:pt x="165343" y="18112"/>
                      <a:pt x="161591" y="19260"/>
                    </a:cubicBezTo>
                    <a:cubicBezTo>
                      <a:pt x="158213" y="20291"/>
                      <a:pt x="155063" y="21813"/>
                      <a:pt x="151893" y="23606"/>
                    </a:cubicBezTo>
                    <a:cubicBezTo>
                      <a:pt x="147715" y="25970"/>
                      <a:pt x="143374" y="28204"/>
                      <a:pt x="138868" y="28204"/>
                    </a:cubicBezTo>
                    <a:cubicBezTo>
                      <a:pt x="137422" y="28204"/>
                      <a:pt x="135960" y="27974"/>
                      <a:pt x="134480" y="27445"/>
                    </a:cubicBezTo>
                    <a:cubicBezTo>
                      <a:pt x="129632" y="25711"/>
                      <a:pt x="125716" y="20547"/>
                      <a:pt x="125484" y="13951"/>
                    </a:cubicBezTo>
                    <a:cubicBezTo>
                      <a:pt x="125286" y="8300"/>
                      <a:pt x="129601" y="6027"/>
                      <a:pt x="133294" y="5020"/>
                    </a:cubicBezTo>
                    <a:cubicBezTo>
                      <a:pt x="139570" y="3307"/>
                      <a:pt x="146074" y="3151"/>
                      <a:pt x="152463" y="3078"/>
                    </a:cubicBezTo>
                    <a:cubicBezTo>
                      <a:pt x="160083" y="2991"/>
                      <a:pt x="167851" y="3042"/>
                      <a:pt x="175233" y="328"/>
                    </a:cubicBezTo>
                    <a:cubicBezTo>
                      <a:pt x="175511" y="226"/>
                      <a:pt x="175788" y="116"/>
                      <a:pt x="176066"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28"/>
              <p:cNvSpPr/>
              <p:nvPr/>
            </p:nvSpPr>
            <p:spPr>
              <a:xfrm>
                <a:off x="-97224" y="-222600"/>
                <a:ext cx="9377821" cy="2090634"/>
              </a:xfrm>
              <a:custGeom>
                <a:rect b="b" l="l" r="r" t="t"/>
                <a:pathLst>
                  <a:path extrusionOk="0" h="52243" w="234343">
                    <a:moveTo>
                      <a:pt x="67361" y="400"/>
                    </a:moveTo>
                    <a:cubicBezTo>
                      <a:pt x="69340" y="790"/>
                      <a:pt x="71349" y="1215"/>
                      <a:pt x="73292" y="1625"/>
                    </a:cubicBezTo>
                    <a:cubicBezTo>
                      <a:pt x="79265" y="2884"/>
                      <a:pt x="85439" y="4185"/>
                      <a:pt x="91598" y="4680"/>
                    </a:cubicBezTo>
                    <a:cubicBezTo>
                      <a:pt x="94144" y="4885"/>
                      <a:pt x="96537" y="4987"/>
                      <a:pt x="98805" y="4987"/>
                    </a:cubicBezTo>
                    <a:cubicBezTo>
                      <a:pt x="101387" y="4987"/>
                      <a:pt x="103808" y="4854"/>
                      <a:pt x="106108" y="4590"/>
                    </a:cubicBezTo>
                    <a:lnTo>
                      <a:pt x="106218" y="4577"/>
                    </a:lnTo>
                    <a:cubicBezTo>
                      <a:pt x="108158" y="4354"/>
                      <a:pt x="114000" y="3685"/>
                      <a:pt x="114628" y="406"/>
                    </a:cubicBezTo>
                    <a:lnTo>
                      <a:pt x="175193" y="406"/>
                    </a:lnTo>
                    <a:cubicBezTo>
                      <a:pt x="168249" y="2915"/>
                      <a:pt x="160889" y="2994"/>
                      <a:pt x="153768" y="3069"/>
                    </a:cubicBezTo>
                    <a:lnTo>
                      <a:pt x="152665" y="3082"/>
                    </a:lnTo>
                    <a:cubicBezTo>
                      <a:pt x="145764" y="3162"/>
                      <a:pt x="139551" y="3364"/>
                      <a:pt x="133446" y="5030"/>
                    </a:cubicBezTo>
                    <a:cubicBezTo>
                      <a:pt x="128003" y="6516"/>
                      <a:pt x="125326" y="9588"/>
                      <a:pt x="125487" y="14164"/>
                    </a:cubicBezTo>
                    <a:cubicBezTo>
                      <a:pt x="125709" y="20471"/>
                      <a:pt x="129379" y="25966"/>
                      <a:pt x="134618" y="27839"/>
                    </a:cubicBezTo>
                    <a:cubicBezTo>
                      <a:pt x="136131" y="28380"/>
                      <a:pt x="137619" y="28617"/>
                      <a:pt x="139091" y="28617"/>
                    </a:cubicBezTo>
                    <a:cubicBezTo>
                      <a:pt x="143547" y="28617"/>
                      <a:pt x="147847" y="26448"/>
                      <a:pt x="152196" y="23987"/>
                    </a:cubicBezTo>
                    <a:cubicBezTo>
                      <a:pt x="155813" y="21943"/>
                      <a:pt x="158880" y="20567"/>
                      <a:pt x="161854" y="19658"/>
                    </a:cubicBezTo>
                    <a:cubicBezTo>
                      <a:pt x="165379" y="18581"/>
                      <a:pt x="169085" y="17643"/>
                      <a:pt x="173189" y="16795"/>
                    </a:cubicBezTo>
                    <a:cubicBezTo>
                      <a:pt x="180974" y="15181"/>
                      <a:pt x="188894" y="14166"/>
                      <a:pt x="196294" y="13308"/>
                    </a:cubicBezTo>
                    <a:cubicBezTo>
                      <a:pt x="197767" y="13138"/>
                      <a:pt x="199245" y="12964"/>
                      <a:pt x="200722" y="12788"/>
                    </a:cubicBezTo>
                    <a:cubicBezTo>
                      <a:pt x="210970" y="11576"/>
                      <a:pt x="221543" y="10326"/>
                      <a:pt x="231999" y="10326"/>
                    </a:cubicBezTo>
                    <a:cubicBezTo>
                      <a:pt x="232648" y="10326"/>
                      <a:pt x="233296" y="10331"/>
                      <a:pt x="233944" y="10341"/>
                    </a:cubicBezTo>
                    <a:lnTo>
                      <a:pt x="233944" y="35809"/>
                    </a:lnTo>
                    <a:cubicBezTo>
                      <a:pt x="230629" y="34959"/>
                      <a:pt x="227123" y="34173"/>
                      <a:pt x="223236" y="33405"/>
                    </a:cubicBezTo>
                    <a:cubicBezTo>
                      <a:pt x="203906" y="29587"/>
                      <a:pt x="187591" y="27758"/>
                      <a:pt x="172597" y="27758"/>
                    </a:cubicBezTo>
                    <a:cubicBezTo>
                      <a:pt x="170032" y="27758"/>
                      <a:pt x="167505" y="27812"/>
                      <a:pt x="165009" y="27918"/>
                    </a:cubicBezTo>
                    <a:cubicBezTo>
                      <a:pt x="160422" y="28112"/>
                      <a:pt x="155941" y="28387"/>
                      <a:pt x="151533" y="29567"/>
                    </a:cubicBezTo>
                    <a:cubicBezTo>
                      <a:pt x="147826" y="30560"/>
                      <a:pt x="143986" y="32153"/>
                      <a:pt x="139798" y="34441"/>
                    </a:cubicBezTo>
                    <a:lnTo>
                      <a:pt x="138875" y="34945"/>
                    </a:lnTo>
                    <a:cubicBezTo>
                      <a:pt x="130584" y="39473"/>
                      <a:pt x="122011" y="44161"/>
                      <a:pt x="113029" y="47009"/>
                    </a:cubicBezTo>
                    <a:cubicBezTo>
                      <a:pt x="102889" y="50226"/>
                      <a:pt x="91919" y="51840"/>
                      <a:pt x="80509" y="51840"/>
                    </a:cubicBezTo>
                    <a:cubicBezTo>
                      <a:pt x="71401" y="51840"/>
                      <a:pt x="62013" y="50811"/>
                      <a:pt x="52541" y="48749"/>
                    </a:cubicBezTo>
                    <a:cubicBezTo>
                      <a:pt x="46930" y="47526"/>
                      <a:pt x="42394" y="46236"/>
                      <a:pt x="38264" y="44691"/>
                    </a:cubicBezTo>
                    <a:cubicBezTo>
                      <a:pt x="36953" y="44199"/>
                      <a:pt x="35624" y="43678"/>
                      <a:pt x="34338" y="43172"/>
                    </a:cubicBezTo>
                    <a:cubicBezTo>
                      <a:pt x="31276" y="41971"/>
                      <a:pt x="28107" y="40726"/>
                      <a:pt x="24921" y="39799"/>
                    </a:cubicBezTo>
                    <a:cubicBezTo>
                      <a:pt x="21414" y="38777"/>
                      <a:pt x="18247" y="38271"/>
                      <a:pt x="15326" y="38271"/>
                    </a:cubicBezTo>
                    <a:cubicBezTo>
                      <a:pt x="14137" y="38271"/>
                      <a:pt x="12987" y="38356"/>
                      <a:pt x="11874" y="38521"/>
                    </a:cubicBezTo>
                    <a:cubicBezTo>
                      <a:pt x="9119" y="38936"/>
                      <a:pt x="6366" y="39703"/>
                      <a:pt x="3703" y="40442"/>
                    </a:cubicBezTo>
                    <a:cubicBezTo>
                      <a:pt x="2622" y="40742"/>
                      <a:pt x="1508" y="41053"/>
                      <a:pt x="406" y="41335"/>
                    </a:cubicBezTo>
                    <a:lnTo>
                      <a:pt x="406" y="35538"/>
                    </a:lnTo>
                    <a:cubicBezTo>
                      <a:pt x="1027" y="35516"/>
                      <a:pt x="1658" y="35506"/>
                      <a:pt x="2301" y="35506"/>
                    </a:cubicBezTo>
                    <a:cubicBezTo>
                      <a:pt x="5902" y="35506"/>
                      <a:pt x="9901" y="35844"/>
                      <a:pt x="14687" y="36547"/>
                    </a:cubicBezTo>
                    <a:cubicBezTo>
                      <a:pt x="19745" y="37290"/>
                      <a:pt x="24868" y="38304"/>
                      <a:pt x="29822" y="39284"/>
                    </a:cubicBezTo>
                    <a:cubicBezTo>
                      <a:pt x="32271" y="39769"/>
                      <a:pt x="34802" y="40270"/>
                      <a:pt x="37296" y="40733"/>
                    </a:cubicBezTo>
                    <a:cubicBezTo>
                      <a:pt x="43914" y="41961"/>
                      <a:pt x="51770" y="43339"/>
                      <a:pt x="59854" y="44254"/>
                    </a:cubicBezTo>
                    <a:cubicBezTo>
                      <a:pt x="66359" y="44990"/>
                      <a:pt x="73165" y="45361"/>
                      <a:pt x="80163" y="45361"/>
                    </a:cubicBezTo>
                    <a:cubicBezTo>
                      <a:pt x="82603" y="45361"/>
                      <a:pt x="85067" y="45316"/>
                      <a:pt x="87550" y="45225"/>
                    </a:cubicBezTo>
                    <a:cubicBezTo>
                      <a:pt x="94026" y="44991"/>
                      <a:pt x="101613" y="44441"/>
                      <a:pt x="108780" y="42142"/>
                    </a:cubicBezTo>
                    <a:cubicBezTo>
                      <a:pt x="113810" y="40529"/>
                      <a:pt x="120508" y="37574"/>
                      <a:pt x="120629" y="30544"/>
                    </a:cubicBezTo>
                    <a:cubicBezTo>
                      <a:pt x="120696" y="26529"/>
                      <a:pt x="118718" y="22458"/>
                      <a:pt x="115334" y="19654"/>
                    </a:cubicBezTo>
                    <a:cubicBezTo>
                      <a:pt x="112985" y="17708"/>
                      <a:pt x="110379" y="16465"/>
                      <a:pt x="108140" y="15506"/>
                    </a:cubicBezTo>
                    <a:cubicBezTo>
                      <a:pt x="105719" y="14467"/>
                      <a:pt x="103070" y="13450"/>
                      <a:pt x="99798" y="12298"/>
                    </a:cubicBezTo>
                    <a:cubicBezTo>
                      <a:pt x="92520" y="9735"/>
                      <a:pt x="85169" y="8223"/>
                      <a:pt x="77949" y="7802"/>
                    </a:cubicBezTo>
                    <a:cubicBezTo>
                      <a:pt x="76425" y="7713"/>
                      <a:pt x="74890" y="7669"/>
                      <a:pt x="73339" y="7669"/>
                    </a:cubicBezTo>
                    <a:cubicBezTo>
                      <a:pt x="67706" y="7669"/>
                      <a:pt x="61863" y="8255"/>
                      <a:pt x="55605" y="9443"/>
                    </a:cubicBezTo>
                    <a:cubicBezTo>
                      <a:pt x="50502" y="10413"/>
                      <a:pt x="45374" y="11757"/>
                      <a:pt x="40416" y="13057"/>
                    </a:cubicBezTo>
                    <a:cubicBezTo>
                      <a:pt x="38267" y="13620"/>
                      <a:pt x="36046" y="14201"/>
                      <a:pt x="33857" y="14746"/>
                    </a:cubicBezTo>
                    <a:cubicBezTo>
                      <a:pt x="29050" y="15939"/>
                      <a:pt x="23603" y="17293"/>
                      <a:pt x="18238" y="17736"/>
                    </a:cubicBezTo>
                    <a:cubicBezTo>
                      <a:pt x="17038" y="17835"/>
                      <a:pt x="15751" y="17910"/>
                      <a:pt x="14415" y="17910"/>
                    </a:cubicBezTo>
                    <a:cubicBezTo>
                      <a:pt x="10534" y="17910"/>
                      <a:pt x="6246" y="17280"/>
                      <a:pt x="2517" y="14787"/>
                    </a:cubicBezTo>
                    <a:cubicBezTo>
                      <a:pt x="2004" y="14446"/>
                      <a:pt x="1229" y="13878"/>
                      <a:pt x="403" y="13098"/>
                    </a:cubicBezTo>
                    <a:lnTo>
                      <a:pt x="403" y="4204"/>
                    </a:lnTo>
                    <a:cubicBezTo>
                      <a:pt x="403" y="2108"/>
                      <a:pt x="1731" y="405"/>
                      <a:pt x="3364" y="405"/>
                    </a:cubicBezTo>
                    <a:lnTo>
                      <a:pt x="67361" y="400"/>
                    </a:lnTo>
                    <a:close/>
                    <a:moveTo>
                      <a:pt x="114278" y="0"/>
                    </a:moveTo>
                    <a:lnTo>
                      <a:pt x="114255" y="176"/>
                    </a:lnTo>
                    <a:cubicBezTo>
                      <a:pt x="113845" y="3294"/>
                      <a:pt x="108068" y="3957"/>
                      <a:pt x="106170" y="4175"/>
                    </a:cubicBezTo>
                    <a:lnTo>
                      <a:pt x="106061" y="4187"/>
                    </a:lnTo>
                    <a:cubicBezTo>
                      <a:pt x="103777" y="4451"/>
                      <a:pt x="101371" y="4582"/>
                      <a:pt x="98803" y="4582"/>
                    </a:cubicBezTo>
                    <a:cubicBezTo>
                      <a:pt x="96546" y="4582"/>
                      <a:pt x="94164" y="4481"/>
                      <a:pt x="91630" y="4277"/>
                    </a:cubicBezTo>
                    <a:cubicBezTo>
                      <a:pt x="85496" y="3785"/>
                      <a:pt x="79335" y="2485"/>
                      <a:pt x="73374" y="1229"/>
                    </a:cubicBezTo>
                    <a:cubicBezTo>
                      <a:pt x="71430" y="820"/>
                      <a:pt x="69420" y="395"/>
                      <a:pt x="67400" y="2"/>
                    </a:cubicBezTo>
                    <a:lnTo>
                      <a:pt x="3365" y="2"/>
                    </a:lnTo>
                    <a:cubicBezTo>
                      <a:pt x="1511" y="2"/>
                      <a:pt x="3" y="1889"/>
                      <a:pt x="3" y="4205"/>
                    </a:cubicBezTo>
                    <a:lnTo>
                      <a:pt x="3" y="13267"/>
                    </a:lnTo>
                    <a:lnTo>
                      <a:pt x="66" y="13327"/>
                    </a:lnTo>
                    <a:cubicBezTo>
                      <a:pt x="935" y="14157"/>
                      <a:pt x="1758" y="14760"/>
                      <a:pt x="2295" y="15120"/>
                    </a:cubicBezTo>
                    <a:cubicBezTo>
                      <a:pt x="6107" y="17668"/>
                      <a:pt x="10473" y="18312"/>
                      <a:pt x="14416" y="18312"/>
                    </a:cubicBezTo>
                    <a:cubicBezTo>
                      <a:pt x="15764" y="18312"/>
                      <a:pt x="17063" y="18236"/>
                      <a:pt x="18274" y="18136"/>
                    </a:cubicBezTo>
                    <a:cubicBezTo>
                      <a:pt x="23670" y="17692"/>
                      <a:pt x="29134" y="16335"/>
                      <a:pt x="33955" y="15136"/>
                    </a:cubicBezTo>
                    <a:cubicBezTo>
                      <a:pt x="36148" y="14591"/>
                      <a:pt x="38370" y="14008"/>
                      <a:pt x="40521" y="13444"/>
                    </a:cubicBezTo>
                    <a:cubicBezTo>
                      <a:pt x="45471" y="12145"/>
                      <a:pt x="50591" y="10802"/>
                      <a:pt x="55682" y="9836"/>
                    </a:cubicBezTo>
                    <a:cubicBezTo>
                      <a:pt x="61914" y="8652"/>
                      <a:pt x="67733" y="8068"/>
                      <a:pt x="73339" y="8068"/>
                    </a:cubicBezTo>
                    <a:cubicBezTo>
                      <a:pt x="74883" y="8068"/>
                      <a:pt x="76410" y="8112"/>
                      <a:pt x="77924" y="8200"/>
                    </a:cubicBezTo>
                    <a:cubicBezTo>
                      <a:pt x="85109" y="8620"/>
                      <a:pt x="92423" y="10126"/>
                      <a:pt x="99664" y="12674"/>
                    </a:cubicBezTo>
                    <a:cubicBezTo>
                      <a:pt x="102926" y="13823"/>
                      <a:pt x="105569" y="14839"/>
                      <a:pt x="107978" y="15872"/>
                    </a:cubicBezTo>
                    <a:cubicBezTo>
                      <a:pt x="110192" y="16820"/>
                      <a:pt x="112765" y="18046"/>
                      <a:pt x="115074" y="19959"/>
                    </a:cubicBezTo>
                    <a:cubicBezTo>
                      <a:pt x="118366" y="22686"/>
                      <a:pt x="120289" y="26638"/>
                      <a:pt x="120224" y="30531"/>
                    </a:cubicBezTo>
                    <a:cubicBezTo>
                      <a:pt x="120108" y="37304"/>
                      <a:pt x="113565" y="40179"/>
                      <a:pt x="108656" y="41753"/>
                    </a:cubicBezTo>
                    <a:cubicBezTo>
                      <a:pt x="101534" y="44037"/>
                      <a:pt x="93982" y="44584"/>
                      <a:pt x="87532" y="44818"/>
                    </a:cubicBezTo>
                    <a:cubicBezTo>
                      <a:pt x="85053" y="44908"/>
                      <a:pt x="82593" y="44953"/>
                      <a:pt x="80156" y="44953"/>
                    </a:cubicBezTo>
                    <a:cubicBezTo>
                      <a:pt x="73174" y="44953"/>
                      <a:pt x="66385" y="44584"/>
                      <a:pt x="59897" y="43849"/>
                    </a:cubicBezTo>
                    <a:cubicBezTo>
                      <a:pt x="51824" y="42936"/>
                      <a:pt x="43978" y="41560"/>
                      <a:pt x="37366" y="40335"/>
                    </a:cubicBezTo>
                    <a:cubicBezTo>
                      <a:pt x="34874" y="39874"/>
                      <a:pt x="32343" y="39371"/>
                      <a:pt x="29894" y="38889"/>
                    </a:cubicBezTo>
                    <a:cubicBezTo>
                      <a:pt x="24935" y="37906"/>
                      <a:pt x="19807" y="36891"/>
                      <a:pt x="14740" y="36147"/>
                    </a:cubicBezTo>
                    <a:cubicBezTo>
                      <a:pt x="9938" y="35440"/>
                      <a:pt x="5923" y="35101"/>
                      <a:pt x="2306" y="35101"/>
                    </a:cubicBezTo>
                    <a:cubicBezTo>
                      <a:pt x="1587" y="35101"/>
                      <a:pt x="884" y="35114"/>
                      <a:pt x="193" y="35141"/>
                    </a:cubicBezTo>
                    <a:lnTo>
                      <a:pt x="0" y="35148"/>
                    </a:lnTo>
                    <a:lnTo>
                      <a:pt x="0" y="41850"/>
                    </a:lnTo>
                    <a:lnTo>
                      <a:pt x="250" y="41789"/>
                    </a:lnTo>
                    <a:cubicBezTo>
                      <a:pt x="1438" y="41486"/>
                      <a:pt x="2642" y="41153"/>
                      <a:pt x="3807" y="40829"/>
                    </a:cubicBezTo>
                    <a:cubicBezTo>
                      <a:pt x="6459" y="40093"/>
                      <a:pt x="9201" y="39331"/>
                      <a:pt x="11931" y="38920"/>
                    </a:cubicBezTo>
                    <a:cubicBezTo>
                      <a:pt x="13025" y="38755"/>
                      <a:pt x="14155" y="38672"/>
                      <a:pt x="15326" y="38672"/>
                    </a:cubicBezTo>
                    <a:cubicBezTo>
                      <a:pt x="18207" y="38672"/>
                      <a:pt x="21339" y="39173"/>
                      <a:pt x="24808" y="40183"/>
                    </a:cubicBezTo>
                    <a:cubicBezTo>
                      <a:pt x="27977" y="41106"/>
                      <a:pt x="31136" y="42346"/>
                      <a:pt x="34192" y="43547"/>
                    </a:cubicBezTo>
                    <a:cubicBezTo>
                      <a:pt x="35480" y="44051"/>
                      <a:pt x="36810" y="44575"/>
                      <a:pt x="38124" y="45065"/>
                    </a:cubicBezTo>
                    <a:cubicBezTo>
                      <a:pt x="42272" y="46618"/>
                      <a:pt x="46826" y="47913"/>
                      <a:pt x="52458" y="49140"/>
                    </a:cubicBezTo>
                    <a:cubicBezTo>
                      <a:pt x="61960" y="51209"/>
                      <a:pt x="71376" y="52242"/>
                      <a:pt x="80515" y="52242"/>
                    </a:cubicBezTo>
                    <a:cubicBezTo>
                      <a:pt x="91963" y="52242"/>
                      <a:pt x="102972" y="50622"/>
                      <a:pt x="113151" y="47393"/>
                    </a:cubicBezTo>
                    <a:cubicBezTo>
                      <a:pt x="122171" y="44531"/>
                      <a:pt x="130760" y="39837"/>
                      <a:pt x="139068" y="35298"/>
                    </a:cubicBezTo>
                    <a:lnTo>
                      <a:pt x="139990" y="34794"/>
                    </a:lnTo>
                    <a:cubicBezTo>
                      <a:pt x="144149" y="32523"/>
                      <a:pt x="147959" y="30939"/>
                      <a:pt x="151635" y="29954"/>
                    </a:cubicBezTo>
                    <a:cubicBezTo>
                      <a:pt x="156001" y="28784"/>
                      <a:pt x="160459" y="28512"/>
                      <a:pt x="165023" y="28318"/>
                    </a:cubicBezTo>
                    <a:cubicBezTo>
                      <a:pt x="167510" y="28212"/>
                      <a:pt x="170027" y="28159"/>
                      <a:pt x="172583" y="28159"/>
                    </a:cubicBezTo>
                    <a:cubicBezTo>
                      <a:pt x="187551" y="28159"/>
                      <a:pt x="203846" y="29985"/>
                      <a:pt x="223155" y="33798"/>
                    </a:cubicBezTo>
                    <a:cubicBezTo>
                      <a:pt x="227133" y="34583"/>
                      <a:pt x="230708" y="35389"/>
                      <a:pt x="234091" y="36262"/>
                    </a:cubicBezTo>
                    <a:lnTo>
                      <a:pt x="234343" y="36327"/>
                    </a:lnTo>
                    <a:lnTo>
                      <a:pt x="234343" y="9942"/>
                    </a:lnTo>
                    <a:lnTo>
                      <a:pt x="234144" y="9938"/>
                    </a:lnTo>
                    <a:cubicBezTo>
                      <a:pt x="233436" y="9926"/>
                      <a:pt x="232728" y="9920"/>
                      <a:pt x="232019" y="9920"/>
                    </a:cubicBezTo>
                    <a:cubicBezTo>
                      <a:pt x="221533" y="9920"/>
                      <a:pt x="210937" y="11173"/>
                      <a:pt x="200668" y="12387"/>
                    </a:cubicBezTo>
                    <a:cubicBezTo>
                      <a:pt x="199192" y="12560"/>
                      <a:pt x="197716" y="12735"/>
                      <a:pt x="196241" y="12907"/>
                    </a:cubicBezTo>
                    <a:cubicBezTo>
                      <a:pt x="188833" y="13765"/>
                      <a:pt x="180900" y="14784"/>
                      <a:pt x="173099" y="16399"/>
                    </a:cubicBezTo>
                    <a:cubicBezTo>
                      <a:pt x="168984" y="17250"/>
                      <a:pt x="165266" y="18189"/>
                      <a:pt x="161730" y="19271"/>
                    </a:cubicBezTo>
                    <a:cubicBezTo>
                      <a:pt x="158729" y="20188"/>
                      <a:pt x="155634" y="21574"/>
                      <a:pt x="151992" y="23636"/>
                    </a:cubicBezTo>
                    <a:cubicBezTo>
                      <a:pt x="147694" y="26067"/>
                      <a:pt x="143448" y="28211"/>
                      <a:pt x="139076" y="28211"/>
                    </a:cubicBezTo>
                    <a:cubicBezTo>
                      <a:pt x="137648" y="28211"/>
                      <a:pt x="136206" y="27982"/>
                      <a:pt x="134745" y="27459"/>
                    </a:cubicBezTo>
                    <a:cubicBezTo>
                      <a:pt x="129659" y="25640"/>
                      <a:pt x="126097" y="20292"/>
                      <a:pt x="125882" y="14148"/>
                    </a:cubicBezTo>
                    <a:cubicBezTo>
                      <a:pt x="125729" y="9782"/>
                      <a:pt x="128305" y="6844"/>
                      <a:pt x="133544" y="5415"/>
                    </a:cubicBezTo>
                    <a:cubicBezTo>
                      <a:pt x="139606" y="3761"/>
                      <a:pt x="145790" y="3559"/>
                      <a:pt x="152664" y="3482"/>
                    </a:cubicBezTo>
                    <a:lnTo>
                      <a:pt x="153767" y="3469"/>
                    </a:lnTo>
                    <a:cubicBezTo>
                      <a:pt x="160981" y="3392"/>
                      <a:pt x="168439" y="3314"/>
                      <a:pt x="175499" y="719"/>
                    </a:cubicBezTo>
                    <a:cubicBezTo>
                      <a:pt x="175781" y="617"/>
                      <a:pt x="176061" y="506"/>
                      <a:pt x="176341" y="389"/>
                    </a:cubicBezTo>
                    <a:lnTo>
                      <a:pt x="1772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4" name="Google Shape;874;p28"/>
            <p:cNvSpPr/>
            <p:nvPr/>
          </p:nvSpPr>
          <p:spPr>
            <a:xfrm>
              <a:off x="-97224" y="1267712"/>
              <a:ext cx="8367499" cy="1836163"/>
            </a:xfrm>
            <a:custGeom>
              <a:rect b="b" l="l" r="r" t="t"/>
              <a:pathLst>
                <a:path extrusionOk="0" h="45884" w="209096">
                  <a:moveTo>
                    <a:pt x="173615" y="405"/>
                  </a:moveTo>
                  <a:cubicBezTo>
                    <a:pt x="176375" y="405"/>
                    <a:pt x="179213" y="507"/>
                    <a:pt x="182050" y="829"/>
                  </a:cubicBezTo>
                  <a:cubicBezTo>
                    <a:pt x="188207" y="1528"/>
                    <a:pt x="194615" y="3672"/>
                    <a:pt x="201642" y="7381"/>
                  </a:cubicBezTo>
                  <a:lnTo>
                    <a:pt x="202000" y="7570"/>
                  </a:lnTo>
                  <a:cubicBezTo>
                    <a:pt x="204160" y="8703"/>
                    <a:pt x="207122" y="10258"/>
                    <a:pt x="208209" y="13014"/>
                  </a:cubicBezTo>
                  <a:cubicBezTo>
                    <a:pt x="208659" y="14157"/>
                    <a:pt x="208681" y="15157"/>
                    <a:pt x="208272" y="15990"/>
                  </a:cubicBezTo>
                  <a:cubicBezTo>
                    <a:pt x="207624" y="17309"/>
                    <a:pt x="205989" y="18018"/>
                    <a:pt x="204732" y="18381"/>
                  </a:cubicBezTo>
                  <a:cubicBezTo>
                    <a:pt x="201461" y="19325"/>
                    <a:pt x="198006" y="19797"/>
                    <a:pt x="194392" y="19797"/>
                  </a:cubicBezTo>
                  <a:cubicBezTo>
                    <a:pt x="190821" y="19797"/>
                    <a:pt x="187096" y="19336"/>
                    <a:pt x="183241" y="18415"/>
                  </a:cubicBezTo>
                  <a:cubicBezTo>
                    <a:pt x="179114" y="17429"/>
                    <a:pt x="174866" y="16057"/>
                    <a:pt x="170611" y="14337"/>
                  </a:cubicBezTo>
                  <a:cubicBezTo>
                    <a:pt x="166998" y="12878"/>
                    <a:pt x="163261" y="11368"/>
                    <a:pt x="159428" y="10535"/>
                  </a:cubicBezTo>
                  <a:cubicBezTo>
                    <a:pt x="157531" y="10122"/>
                    <a:pt x="155742" y="9916"/>
                    <a:pt x="154034" y="9916"/>
                  </a:cubicBezTo>
                  <a:cubicBezTo>
                    <a:pt x="152450" y="9916"/>
                    <a:pt x="150935" y="10094"/>
                    <a:pt x="149470" y="10449"/>
                  </a:cubicBezTo>
                  <a:cubicBezTo>
                    <a:pt x="145504" y="11411"/>
                    <a:pt x="142070" y="13874"/>
                    <a:pt x="138895" y="16316"/>
                  </a:cubicBezTo>
                  <a:cubicBezTo>
                    <a:pt x="136054" y="18501"/>
                    <a:pt x="133233" y="20858"/>
                    <a:pt x="130505" y="23139"/>
                  </a:cubicBezTo>
                  <a:cubicBezTo>
                    <a:pt x="126905" y="26149"/>
                    <a:pt x="123181" y="29264"/>
                    <a:pt x="119366" y="32010"/>
                  </a:cubicBezTo>
                  <a:cubicBezTo>
                    <a:pt x="107458" y="40580"/>
                    <a:pt x="92880" y="45107"/>
                    <a:pt x="76028" y="45462"/>
                  </a:cubicBezTo>
                  <a:cubicBezTo>
                    <a:pt x="75424" y="45475"/>
                    <a:pt x="74822" y="45482"/>
                    <a:pt x="74224" y="45482"/>
                  </a:cubicBezTo>
                  <a:cubicBezTo>
                    <a:pt x="58269" y="45482"/>
                    <a:pt x="44689" y="40929"/>
                    <a:pt x="33828" y="31942"/>
                  </a:cubicBezTo>
                  <a:cubicBezTo>
                    <a:pt x="27187" y="26448"/>
                    <a:pt x="20603" y="21405"/>
                    <a:pt x="13056" y="20088"/>
                  </a:cubicBezTo>
                  <a:cubicBezTo>
                    <a:pt x="11967" y="19897"/>
                    <a:pt x="10865" y="19801"/>
                    <a:pt x="9746" y="19801"/>
                  </a:cubicBezTo>
                  <a:cubicBezTo>
                    <a:pt x="6781" y="19801"/>
                    <a:pt x="3696" y="20474"/>
                    <a:pt x="406" y="21833"/>
                  </a:cubicBezTo>
                  <a:lnTo>
                    <a:pt x="406" y="14358"/>
                  </a:lnTo>
                  <a:cubicBezTo>
                    <a:pt x="1109" y="14230"/>
                    <a:pt x="1864" y="14110"/>
                    <a:pt x="2702" y="13993"/>
                  </a:cubicBezTo>
                  <a:cubicBezTo>
                    <a:pt x="5594" y="13588"/>
                    <a:pt x="8552" y="13414"/>
                    <a:pt x="11411" y="13245"/>
                  </a:cubicBezTo>
                  <a:lnTo>
                    <a:pt x="12958" y="13152"/>
                  </a:lnTo>
                  <a:cubicBezTo>
                    <a:pt x="15818" y="12978"/>
                    <a:pt x="18953" y="12785"/>
                    <a:pt x="22145" y="12785"/>
                  </a:cubicBezTo>
                  <a:cubicBezTo>
                    <a:pt x="23389" y="12785"/>
                    <a:pt x="24641" y="12814"/>
                    <a:pt x="25889" y="12885"/>
                  </a:cubicBezTo>
                  <a:cubicBezTo>
                    <a:pt x="29786" y="13104"/>
                    <a:pt x="33808" y="14150"/>
                    <a:pt x="38546" y="16169"/>
                  </a:cubicBezTo>
                  <a:cubicBezTo>
                    <a:pt x="52883" y="22283"/>
                    <a:pt x="69842" y="28659"/>
                    <a:pt x="86902" y="29591"/>
                  </a:cubicBezTo>
                  <a:cubicBezTo>
                    <a:pt x="88135" y="29659"/>
                    <a:pt x="89353" y="29692"/>
                    <a:pt x="90554" y="29692"/>
                  </a:cubicBezTo>
                  <a:cubicBezTo>
                    <a:pt x="97955" y="29692"/>
                    <a:pt x="104738" y="28414"/>
                    <a:pt x="110758" y="25880"/>
                  </a:cubicBezTo>
                  <a:cubicBezTo>
                    <a:pt x="117187" y="23174"/>
                    <a:pt x="123174" y="18993"/>
                    <a:pt x="128962" y="14950"/>
                  </a:cubicBezTo>
                  <a:cubicBezTo>
                    <a:pt x="130301" y="14015"/>
                    <a:pt x="131684" y="13050"/>
                    <a:pt x="133052" y="12117"/>
                  </a:cubicBezTo>
                  <a:cubicBezTo>
                    <a:pt x="136569" y="9716"/>
                    <a:pt x="140379" y="7249"/>
                    <a:pt x="144384" y="5460"/>
                  </a:cubicBezTo>
                  <a:cubicBezTo>
                    <a:pt x="148006" y="3842"/>
                    <a:pt x="151905" y="2608"/>
                    <a:pt x="155970" y="1792"/>
                  </a:cubicBezTo>
                  <a:cubicBezTo>
                    <a:pt x="159701" y="1042"/>
                    <a:pt x="163680" y="640"/>
                    <a:pt x="168868" y="486"/>
                  </a:cubicBezTo>
                  <a:cubicBezTo>
                    <a:pt x="170413" y="440"/>
                    <a:pt x="172001" y="405"/>
                    <a:pt x="173615" y="405"/>
                  </a:cubicBezTo>
                  <a:close/>
                  <a:moveTo>
                    <a:pt x="173609" y="0"/>
                  </a:moveTo>
                  <a:cubicBezTo>
                    <a:pt x="171993" y="0"/>
                    <a:pt x="170405" y="35"/>
                    <a:pt x="168858" y="80"/>
                  </a:cubicBezTo>
                  <a:cubicBezTo>
                    <a:pt x="163644" y="234"/>
                    <a:pt x="159645" y="639"/>
                    <a:pt x="155891" y="1393"/>
                  </a:cubicBezTo>
                  <a:cubicBezTo>
                    <a:pt x="151795" y="2216"/>
                    <a:pt x="147870" y="3459"/>
                    <a:pt x="144219" y="5088"/>
                  </a:cubicBezTo>
                  <a:cubicBezTo>
                    <a:pt x="140186" y="6888"/>
                    <a:pt x="136359" y="9369"/>
                    <a:pt x="132824" y="11781"/>
                  </a:cubicBezTo>
                  <a:cubicBezTo>
                    <a:pt x="131454" y="12715"/>
                    <a:pt x="130070" y="13683"/>
                    <a:pt x="128732" y="14617"/>
                  </a:cubicBezTo>
                  <a:cubicBezTo>
                    <a:pt x="122961" y="18648"/>
                    <a:pt x="116993" y="22817"/>
                    <a:pt x="110602" y="25506"/>
                  </a:cubicBezTo>
                  <a:cubicBezTo>
                    <a:pt x="104631" y="28019"/>
                    <a:pt x="97899" y="29287"/>
                    <a:pt x="90554" y="29287"/>
                  </a:cubicBezTo>
                  <a:cubicBezTo>
                    <a:pt x="89360" y="29287"/>
                    <a:pt x="88149" y="29254"/>
                    <a:pt x="86923" y="29187"/>
                  </a:cubicBezTo>
                  <a:cubicBezTo>
                    <a:pt x="69926" y="28261"/>
                    <a:pt x="53010" y="21898"/>
                    <a:pt x="38703" y="15797"/>
                  </a:cubicBezTo>
                  <a:cubicBezTo>
                    <a:pt x="33922" y="13758"/>
                    <a:pt x="29857" y="12704"/>
                    <a:pt x="25911" y="12481"/>
                  </a:cubicBezTo>
                  <a:cubicBezTo>
                    <a:pt x="24653" y="12410"/>
                    <a:pt x="23392" y="12381"/>
                    <a:pt x="22140" y="12381"/>
                  </a:cubicBezTo>
                  <a:cubicBezTo>
                    <a:pt x="18938" y="12381"/>
                    <a:pt x="15797" y="12572"/>
                    <a:pt x="12931" y="12748"/>
                  </a:cubicBezTo>
                  <a:lnTo>
                    <a:pt x="11384" y="12841"/>
                  </a:lnTo>
                  <a:cubicBezTo>
                    <a:pt x="8518" y="13010"/>
                    <a:pt x="5551" y="13184"/>
                    <a:pt x="2644" y="13591"/>
                  </a:cubicBezTo>
                  <a:cubicBezTo>
                    <a:pt x="1731" y="13718"/>
                    <a:pt x="921" y="13848"/>
                    <a:pt x="165" y="13990"/>
                  </a:cubicBezTo>
                  <a:lnTo>
                    <a:pt x="0" y="14020"/>
                  </a:lnTo>
                  <a:lnTo>
                    <a:pt x="0" y="22434"/>
                  </a:lnTo>
                  <a:lnTo>
                    <a:pt x="280" y="22317"/>
                  </a:lnTo>
                  <a:cubicBezTo>
                    <a:pt x="3624" y="20902"/>
                    <a:pt x="6748" y="20202"/>
                    <a:pt x="9745" y="20202"/>
                  </a:cubicBezTo>
                  <a:cubicBezTo>
                    <a:pt x="10841" y="20202"/>
                    <a:pt x="11920" y="20296"/>
                    <a:pt x="12987" y="20482"/>
                  </a:cubicBezTo>
                  <a:cubicBezTo>
                    <a:pt x="20436" y="21784"/>
                    <a:pt x="26975" y="26792"/>
                    <a:pt x="33571" y="32250"/>
                  </a:cubicBezTo>
                  <a:cubicBezTo>
                    <a:pt x="44508" y="41302"/>
                    <a:pt x="58178" y="45884"/>
                    <a:pt x="74230" y="45884"/>
                  </a:cubicBezTo>
                  <a:cubicBezTo>
                    <a:pt x="74828" y="45884"/>
                    <a:pt x="75434" y="45878"/>
                    <a:pt x="76041" y="45864"/>
                  </a:cubicBezTo>
                  <a:cubicBezTo>
                    <a:pt x="92973" y="45507"/>
                    <a:pt x="107630" y="40953"/>
                    <a:pt x="119603" y="32334"/>
                  </a:cubicBezTo>
                  <a:cubicBezTo>
                    <a:pt x="123430" y="29580"/>
                    <a:pt x="127160" y="26462"/>
                    <a:pt x="130767" y="23446"/>
                  </a:cubicBezTo>
                  <a:cubicBezTo>
                    <a:pt x="133490" y="21168"/>
                    <a:pt x="136306" y="18812"/>
                    <a:pt x="139143" y="16633"/>
                  </a:cubicBezTo>
                  <a:cubicBezTo>
                    <a:pt x="142286" y="14218"/>
                    <a:pt x="145678" y="11782"/>
                    <a:pt x="149569" y="10839"/>
                  </a:cubicBezTo>
                  <a:cubicBezTo>
                    <a:pt x="151002" y="10492"/>
                    <a:pt x="152486" y="10318"/>
                    <a:pt x="154040" y="10318"/>
                  </a:cubicBezTo>
                  <a:cubicBezTo>
                    <a:pt x="155718" y="10318"/>
                    <a:pt x="157477" y="10521"/>
                    <a:pt x="159345" y="10926"/>
                  </a:cubicBezTo>
                  <a:cubicBezTo>
                    <a:pt x="163146" y="11754"/>
                    <a:pt x="166866" y="13255"/>
                    <a:pt x="170463" y="14710"/>
                  </a:cubicBezTo>
                  <a:cubicBezTo>
                    <a:pt x="174735" y="16434"/>
                    <a:pt x="179004" y="17813"/>
                    <a:pt x="183149" y="18805"/>
                  </a:cubicBezTo>
                  <a:cubicBezTo>
                    <a:pt x="187035" y="19734"/>
                    <a:pt x="190791" y="20198"/>
                    <a:pt x="194393" y="20198"/>
                  </a:cubicBezTo>
                  <a:cubicBezTo>
                    <a:pt x="198045" y="20198"/>
                    <a:pt x="201538" y="19721"/>
                    <a:pt x="204846" y="18766"/>
                  </a:cubicBezTo>
                  <a:cubicBezTo>
                    <a:pt x="206788" y="18205"/>
                    <a:pt x="208062" y="17332"/>
                    <a:pt x="208634" y="16167"/>
                  </a:cubicBezTo>
                  <a:cubicBezTo>
                    <a:pt x="209095" y="15229"/>
                    <a:pt x="209080" y="14117"/>
                    <a:pt x="208584" y="12865"/>
                  </a:cubicBezTo>
                  <a:cubicBezTo>
                    <a:pt x="207441" y="9969"/>
                    <a:pt x="204404" y="8376"/>
                    <a:pt x="202188" y="7211"/>
                  </a:cubicBezTo>
                  <a:lnTo>
                    <a:pt x="201831" y="7024"/>
                  </a:lnTo>
                  <a:cubicBezTo>
                    <a:pt x="194760" y="3289"/>
                    <a:pt x="188306" y="1132"/>
                    <a:pt x="182098" y="427"/>
                  </a:cubicBezTo>
                  <a:cubicBezTo>
                    <a:pt x="179239" y="102"/>
                    <a:pt x="176384" y="0"/>
                    <a:pt x="1736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8"/>
            <p:cNvSpPr/>
            <p:nvPr/>
          </p:nvSpPr>
          <p:spPr>
            <a:xfrm>
              <a:off x="-97184" y="2373130"/>
              <a:ext cx="807313" cy="330705"/>
            </a:xfrm>
            <a:custGeom>
              <a:rect b="b" l="l" r="r" t="t"/>
              <a:pathLst>
                <a:path extrusionOk="0" h="8264" w="20174">
                  <a:moveTo>
                    <a:pt x="10888" y="404"/>
                  </a:moveTo>
                  <a:cubicBezTo>
                    <a:pt x="11749" y="404"/>
                    <a:pt x="12597" y="461"/>
                    <a:pt x="13422" y="602"/>
                  </a:cubicBezTo>
                  <a:cubicBezTo>
                    <a:pt x="15472" y="954"/>
                    <a:pt x="17153" y="1897"/>
                    <a:pt x="18413" y="3404"/>
                  </a:cubicBezTo>
                  <a:cubicBezTo>
                    <a:pt x="19054" y="4170"/>
                    <a:pt x="19787" y="5267"/>
                    <a:pt x="19634" y="6147"/>
                  </a:cubicBezTo>
                  <a:cubicBezTo>
                    <a:pt x="19567" y="6546"/>
                    <a:pt x="19324" y="6863"/>
                    <a:pt x="18894" y="7118"/>
                  </a:cubicBezTo>
                  <a:cubicBezTo>
                    <a:pt x="17704" y="7820"/>
                    <a:pt x="16206" y="7861"/>
                    <a:pt x="14950" y="7861"/>
                  </a:cubicBezTo>
                  <a:cubicBezTo>
                    <a:pt x="14860" y="7861"/>
                    <a:pt x="14771" y="7861"/>
                    <a:pt x="14684" y="7861"/>
                  </a:cubicBezTo>
                  <a:cubicBezTo>
                    <a:pt x="13289" y="7856"/>
                    <a:pt x="11866" y="7753"/>
                    <a:pt x="10488" y="7653"/>
                  </a:cubicBezTo>
                  <a:cubicBezTo>
                    <a:pt x="9887" y="7608"/>
                    <a:pt x="9287" y="7565"/>
                    <a:pt x="8687" y="7529"/>
                  </a:cubicBezTo>
                  <a:cubicBezTo>
                    <a:pt x="5827" y="7359"/>
                    <a:pt x="3245" y="7206"/>
                    <a:pt x="649" y="7206"/>
                  </a:cubicBezTo>
                  <a:cubicBezTo>
                    <a:pt x="568" y="7206"/>
                    <a:pt x="486" y="7206"/>
                    <a:pt x="405" y="7206"/>
                  </a:cubicBezTo>
                  <a:lnTo>
                    <a:pt x="405" y="1428"/>
                  </a:lnTo>
                  <a:cubicBezTo>
                    <a:pt x="2017" y="1368"/>
                    <a:pt x="3674" y="1139"/>
                    <a:pt x="5280" y="919"/>
                  </a:cubicBezTo>
                  <a:cubicBezTo>
                    <a:pt x="7141" y="665"/>
                    <a:pt x="9044" y="404"/>
                    <a:pt x="10888" y="404"/>
                  </a:cubicBezTo>
                  <a:close/>
                  <a:moveTo>
                    <a:pt x="10888" y="1"/>
                  </a:moveTo>
                  <a:cubicBezTo>
                    <a:pt x="9018" y="1"/>
                    <a:pt x="7099" y="265"/>
                    <a:pt x="5223" y="522"/>
                  </a:cubicBezTo>
                  <a:cubicBezTo>
                    <a:pt x="3564" y="751"/>
                    <a:pt x="1848" y="984"/>
                    <a:pt x="195" y="1034"/>
                  </a:cubicBezTo>
                  <a:lnTo>
                    <a:pt x="1" y="1039"/>
                  </a:lnTo>
                  <a:lnTo>
                    <a:pt x="1" y="7612"/>
                  </a:lnTo>
                  <a:lnTo>
                    <a:pt x="202" y="7612"/>
                  </a:lnTo>
                  <a:cubicBezTo>
                    <a:pt x="266" y="7612"/>
                    <a:pt x="330" y="7612"/>
                    <a:pt x="393" y="7612"/>
                  </a:cubicBezTo>
                  <a:cubicBezTo>
                    <a:pt x="3056" y="7612"/>
                    <a:pt x="5717" y="7756"/>
                    <a:pt x="8664" y="7932"/>
                  </a:cubicBezTo>
                  <a:cubicBezTo>
                    <a:pt x="9261" y="7968"/>
                    <a:pt x="9860" y="8012"/>
                    <a:pt x="10460" y="8055"/>
                  </a:cubicBezTo>
                  <a:cubicBezTo>
                    <a:pt x="11844" y="8155"/>
                    <a:pt x="13275" y="8259"/>
                    <a:pt x="14682" y="8264"/>
                  </a:cubicBezTo>
                  <a:lnTo>
                    <a:pt x="14998" y="8264"/>
                  </a:lnTo>
                  <a:cubicBezTo>
                    <a:pt x="16295" y="8264"/>
                    <a:pt x="17831" y="8211"/>
                    <a:pt x="19096" y="7463"/>
                  </a:cubicBezTo>
                  <a:cubicBezTo>
                    <a:pt x="19626" y="7152"/>
                    <a:pt x="19940" y="6730"/>
                    <a:pt x="20030" y="6216"/>
                  </a:cubicBezTo>
                  <a:cubicBezTo>
                    <a:pt x="20173" y="5387"/>
                    <a:pt x="19732" y="4354"/>
                    <a:pt x="18720" y="3145"/>
                  </a:cubicBezTo>
                  <a:cubicBezTo>
                    <a:pt x="17395" y="1562"/>
                    <a:pt x="15637" y="574"/>
                    <a:pt x="13488" y="205"/>
                  </a:cubicBezTo>
                  <a:cubicBezTo>
                    <a:pt x="12639" y="59"/>
                    <a:pt x="11769" y="1"/>
                    <a:pt x="108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8"/>
            <p:cNvSpPr/>
            <p:nvPr/>
          </p:nvSpPr>
          <p:spPr>
            <a:xfrm>
              <a:off x="-97104" y="2027935"/>
              <a:ext cx="9377861" cy="2035410"/>
            </a:xfrm>
            <a:custGeom>
              <a:rect b="b" l="l" r="r" t="t"/>
              <a:pathLst>
                <a:path extrusionOk="0" h="50863" w="234344">
                  <a:moveTo>
                    <a:pt x="233940" y="621"/>
                  </a:moveTo>
                  <a:lnTo>
                    <a:pt x="233940" y="12077"/>
                  </a:lnTo>
                  <a:cubicBezTo>
                    <a:pt x="232371" y="13846"/>
                    <a:pt x="230619" y="15358"/>
                    <a:pt x="228734" y="16565"/>
                  </a:cubicBezTo>
                  <a:cubicBezTo>
                    <a:pt x="224484" y="19289"/>
                    <a:pt x="219376" y="20857"/>
                    <a:pt x="213122" y="21360"/>
                  </a:cubicBezTo>
                  <a:cubicBezTo>
                    <a:pt x="211653" y="21479"/>
                    <a:pt x="210146" y="21539"/>
                    <a:pt x="208580" y="21539"/>
                  </a:cubicBezTo>
                  <a:cubicBezTo>
                    <a:pt x="205000" y="21539"/>
                    <a:pt x="201109" y="21226"/>
                    <a:pt x="196647" y="20590"/>
                  </a:cubicBezTo>
                  <a:lnTo>
                    <a:pt x="196529" y="20574"/>
                  </a:lnTo>
                  <a:cubicBezTo>
                    <a:pt x="194477" y="20283"/>
                    <a:pt x="192356" y="19981"/>
                    <a:pt x="190306" y="19457"/>
                  </a:cubicBezTo>
                  <a:cubicBezTo>
                    <a:pt x="188131" y="18901"/>
                    <a:pt x="186302" y="18457"/>
                    <a:pt x="184446" y="18095"/>
                  </a:cubicBezTo>
                  <a:cubicBezTo>
                    <a:pt x="182413" y="17700"/>
                    <a:pt x="180221" y="17338"/>
                    <a:pt x="178016" y="17338"/>
                  </a:cubicBezTo>
                  <a:cubicBezTo>
                    <a:pt x="177942" y="17338"/>
                    <a:pt x="177867" y="17339"/>
                    <a:pt x="177792" y="17340"/>
                  </a:cubicBezTo>
                  <a:cubicBezTo>
                    <a:pt x="176496" y="17354"/>
                    <a:pt x="174542" y="17378"/>
                    <a:pt x="173323" y="18637"/>
                  </a:cubicBezTo>
                  <a:cubicBezTo>
                    <a:pt x="172261" y="19733"/>
                    <a:pt x="172397" y="21555"/>
                    <a:pt x="173080" y="22788"/>
                  </a:cubicBezTo>
                  <a:cubicBezTo>
                    <a:pt x="174004" y="24459"/>
                    <a:pt x="175665" y="25395"/>
                    <a:pt x="177319" y="26158"/>
                  </a:cubicBezTo>
                  <a:cubicBezTo>
                    <a:pt x="180088" y="27433"/>
                    <a:pt x="183032" y="28076"/>
                    <a:pt x="185878" y="28699"/>
                  </a:cubicBezTo>
                  <a:cubicBezTo>
                    <a:pt x="186544" y="28844"/>
                    <a:pt x="187205" y="28990"/>
                    <a:pt x="187866" y="29142"/>
                  </a:cubicBezTo>
                  <a:cubicBezTo>
                    <a:pt x="191326" y="29942"/>
                    <a:pt x="194903" y="30405"/>
                    <a:pt x="198362" y="30852"/>
                  </a:cubicBezTo>
                  <a:lnTo>
                    <a:pt x="199879" y="31048"/>
                  </a:lnTo>
                  <a:cubicBezTo>
                    <a:pt x="203501" y="31524"/>
                    <a:pt x="207493" y="31975"/>
                    <a:pt x="212443" y="32469"/>
                  </a:cubicBezTo>
                  <a:cubicBezTo>
                    <a:pt x="216296" y="32854"/>
                    <a:pt x="220110" y="33192"/>
                    <a:pt x="223683" y="33505"/>
                  </a:cubicBezTo>
                  <a:cubicBezTo>
                    <a:pt x="226437" y="33747"/>
                    <a:pt x="229366" y="34040"/>
                    <a:pt x="232268" y="34727"/>
                  </a:cubicBezTo>
                  <a:cubicBezTo>
                    <a:pt x="232812" y="34856"/>
                    <a:pt x="233374" y="35011"/>
                    <a:pt x="233940" y="35186"/>
                  </a:cubicBezTo>
                  <a:lnTo>
                    <a:pt x="233940" y="50330"/>
                  </a:lnTo>
                  <a:cubicBezTo>
                    <a:pt x="227593" y="48509"/>
                    <a:pt x="220754" y="46238"/>
                    <a:pt x="213042" y="43386"/>
                  </a:cubicBezTo>
                  <a:cubicBezTo>
                    <a:pt x="208088" y="41555"/>
                    <a:pt x="202988" y="39512"/>
                    <a:pt x="197884" y="37317"/>
                  </a:cubicBezTo>
                  <a:cubicBezTo>
                    <a:pt x="195613" y="36339"/>
                    <a:pt x="193318" y="35281"/>
                    <a:pt x="191099" y="34257"/>
                  </a:cubicBezTo>
                  <a:cubicBezTo>
                    <a:pt x="188401" y="33014"/>
                    <a:pt x="185611" y="31726"/>
                    <a:pt x="182833" y="30573"/>
                  </a:cubicBezTo>
                  <a:cubicBezTo>
                    <a:pt x="172649" y="26340"/>
                    <a:pt x="162754" y="24195"/>
                    <a:pt x="153409" y="24195"/>
                  </a:cubicBezTo>
                  <a:cubicBezTo>
                    <a:pt x="153178" y="24195"/>
                    <a:pt x="152948" y="24197"/>
                    <a:pt x="152719" y="24198"/>
                  </a:cubicBezTo>
                  <a:cubicBezTo>
                    <a:pt x="142080" y="24319"/>
                    <a:pt x="132064" y="27884"/>
                    <a:pt x="122824" y="31721"/>
                  </a:cubicBezTo>
                  <a:cubicBezTo>
                    <a:pt x="112729" y="35913"/>
                    <a:pt x="102805" y="39822"/>
                    <a:pt x="92400" y="41608"/>
                  </a:cubicBezTo>
                  <a:cubicBezTo>
                    <a:pt x="82867" y="43244"/>
                    <a:pt x="72721" y="44299"/>
                    <a:pt x="61383" y="44830"/>
                  </a:cubicBezTo>
                  <a:cubicBezTo>
                    <a:pt x="58519" y="44965"/>
                    <a:pt x="55783" y="45032"/>
                    <a:pt x="53152" y="45032"/>
                  </a:cubicBezTo>
                  <a:cubicBezTo>
                    <a:pt x="45012" y="45032"/>
                    <a:pt x="37887" y="44383"/>
                    <a:pt x="31169" y="43050"/>
                  </a:cubicBezTo>
                  <a:cubicBezTo>
                    <a:pt x="24718" y="41770"/>
                    <a:pt x="18066" y="39641"/>
                    <a:pt x="11397" y="36720"/>
                  </a:cubicBezTo>
                  <a:cubicBezTo>
                    <a:pt x="7680" y="35093"/>
                    <a:pt x="3780" y="33224"/>
                    <a:pt x="405" y="30582"/>
                  </a:cubicBezTo>
                  <a:lnTo>
                    <a:pt x="405" y="21725"/>
                  </a:lnTo>
                  <a:cubicBezTo>
                    <a:pt x="5173" y="23118"/>
                    <a:pt x="10001" y="24631"/>
                    <a:pt x="14673" y="26094"/>
                  </a:cubicBezTo>
                  <a:cubicBezTo>
                    <a:pt x="18472" y="27283"/>
                    <a:pt x="22397" y="28512"/>
                    <a:pt x="26269" y="29670"/>
                  </a:cubicBezTo>
                  <a:cubicBezTo>
                    <a:pt x="42759" y="34607"/>
                    <a:pt x="58954" y="38982"/>
                    <a:pt x="74991" y="38982"/>
                  </a:cubicBezTo>
                  <a:cubicBezTo>
                    <a:pt x="78823" y="38982"/>
                    <a:pt x="82649" y="38732"/>
                    <a:pt x="86466" y="38179"/>
                  </a:cubicBezTo>
                  <a:cubicBezTo>
                    <a:pt x="95509" y="36872"/>
                    <a:pt x="104228" y="33938"/>
                    <a:pt x="112383" y="29455"/>
                  </a:cubicBezTo>
                  <a:cubicBezTo>
                    <a:pt x="116730" y="27066"/>
                    <a:pt x="120985" y="24195"/>
                    <a:pt x="125029" y="20922"/>
                  </a:cubicBezTo>
                  <a:cubicBezTo>
                    <a:pt x="126767" y="19511"/>
                    <a:pt x="128488" y="17994"/>
                    <a:pt x="130152" y="16524"/>
                  </a:cubicBezTo>
                  <a:cubicBezTo>
                    <a:pt x="131788" y="15078"/>
                    <a:pt x="133483" y="13582"/>
                    <a:pt x="135190" y="12196"/>
                  </a:cubicBezTo>
                  <a:cubicBezTo>
                    <a:pt x="137654" y="10200"/>
                    <a:pt x="140969" y="7788"/>
                    <a:pt x="144768" y="6873"/>
                  </a:cubicBezTo>
                  <a:cubicBezTo>
                    <a:pt x="145990" y="6580"/>
                    <a:pt x="147258" y="6432"/>
                    <a:pt x="148594" y="6432"/>
                  </a:cubicBezTo>
                  <a:cubicBezTo>
                    <a:pt x="151134" y="6432"/>
                    <a:pt x="153922" y="6966"/>
                    <a:pt x="157120" y="8052"/>
                  </a:cubicBezTo>
                  <a:cubicBezTo>
                    <a:pt x="165254" y="10813"/>
                    <a:pt x="174727" y="13878"/>
                    <a:pt x="184226" y="15304"/>
                  </a:cubicBezTo>
                  <a:cubicBezTo>
                    <a:pt x="187914" y="15858"/>
                    <a:pt x="191419" y="16136"/>
                    <a:pt x="194766" y="16136"/>
                  </a:cubicBezTo>
                  <a:cubicBezTo>
                    <a:pt x="200932" y="16136"/>
                    <a:pt x="206557" y="15192"/>
                    <a:pt x="211781" y="13295"/>
                  </a:cubicBezTo>
                  <a:cubicBezTo>
                    <a:pt x="216509" y="11579"/>
                    <a:pt x="220789" y="8892"/>
                    <a:pt x="224351" y="6492"/>
                  </a:cubicBezTo>
                  <a:cubicBezTo>
                    <a:pt x="224766" y="6212"/>
                    <a:pt x="225182" y="5928"/>
                    <a:pt x="225598" y="5645"/>
                  </a:cubicBezTo>
                  <a:cubicBezTo>
                    <a:pt x="228277" y="3826"/>
                    <a:pt x="231045" y="1944"/>
                    <a:pt x="233940" y="621"/>
                  </a:cubicBezTo>
                  <a:close/>
                  <a:moveTo>
                    <a:pt x="234344" y="1"/>
                  </a:moveTo>
                  <a:lnTo>
                    <a:pt x="234062" y="127"/>
                  </a:lnTo>
                  <a:cubicBezTo>
                    <a:pt x="231032" y="1470"/>
                    <a:pt x="228156" y="3423"/>
                    <a:pt x="225375" y="5313"/>
                  </a:cubicBezTo>
                  <a:cubicBezTo>
                    <a:pt x="224959" y="5595"/>
                    <a:pt x="224545" y="5878"/>
                    <a:pt x="224128" y="6158"/>
                  </a:cubicBezTo>
                  <a:cubicBezTo>
                    <a:pt x="220589" y="8544"/>
                    <a:pt x="216336" y="11214"/>
                    <a:pt x="211647" y="12916"/>
                  </a:cubicBezTo>
                  <a:cubicBezTo>
                    <a:pt x="206466" y="14796"/>
                    <a:pt x="200885" y="15732"/>
                    <a:pt x="194765" y="15732"/>
                  </a:cubicBezTo>
                  <a:cubicBezTo>
                    <a:pt x="191440" y="15732"/>
                    <a:pt x="187955" y="15456"/>
                    <a:pt x="184289" y="14905"/>
                  </a:cubicBezTo>
                  <a:cubicBezTo>
                    <a:pt x="174822" y="13485"/>
                    <a:pt x="165370" y="10424"/>
                    <a:pt x="157251" y="7671"/>
                  </a:cubicBezTo>
                  <a:cubicBezTo>
                    <a:pt x="154011" y="6571"/>
                    <a:pt x="151182" y="6028"/>
                    <a:pt x="148600" y="6028"/>
                  </a:cubicBezTo>
                  <a:cubicBezTo>
                    <a:pt x="147230" y="6028"/>
                    <a:pt x="145930" y="6181"/>
                    <a:pt x="144675" y="6483"/>
                  </a:cubicBezTo>
                  <a:cubicBezTo>
                    <a:pt x="140797" y="7416"/>
                    <a:pt x="137434" y="9860"/>
                    <a:pt x="134939" y="11886"/>
                  </a:cubicBezTo>
                  <a:cubicBezTo>
                    <a:pt x="133224" y="13277"/>
                    <a:pt x="131528" y="14775"/>
                    <a:pt x="129887" y="16224"/>
                  </a:cubicBezTo>
                  <a:cubicBezTo>
                    <a:pt x="128225" y="17690"/>
                    <a:pt x="126509" y="19207"/>
                    <a:pt x="124774" y="20610"/>
                  </a:cubicBezTo>
                  <a:cubicBezTo>
                    <a:pt x="120749" y="23869"/>
                    <a:pt x="116514" y="26727"/>
                    <a:pt x="112189" y="29105"/>
                  </a:cubicBezTo>
                  <a:cubicBezTo>
                    <a:pt x="104076" y="33564"/>
                    <a:pt x="95402" y="36484"/>
                    <a:pt x="86407" y="37785"/>
                  </a:cubicBezTo>
                  <a:cubicBezTo>
                    <a:pt x="82611" y="38334"/>
                    <a:pt x="78806" y="38583"/>
                    <a:pt x="74991" y="38583"/>
                  </a:cubicBezTo>
                  <a:cubicBezTo>
                    <a:pt x="59005" y="38583"/>
                    <a:pt x="42843" y="34216"/>
                    <a:pt x="26384" y="29289"/>
                  </a:cubicBezTo>
                  <a:cubicBezTo>
                    <a:pt x="22516" y="28130"/>
                    <a:pt x="18589" y="26901"/>
                    <a:pt x="14793" y="25711"/>
                  </a:cubicBezTo>
                  <a:cubicBezTo>
                    <a:pt x="10035" y="24222"/>
                    <a:pt x="5116" y="22681"/>
                    <a:pt x="257" y="21265"/>
                  </a:cubicBezTo>
                  <a:lnTo>
                    <a:pt x="0" y="21189"/>
                  </a:lnTo>
                  <a:lnTo>
                    <a:pt x="0" y="30778"/>
                  </a:lnTo>
                  <a:lnTo>
                    <a:pt x="77" y="30839"/>
                  </a:lnTo>
                  <a:cubicBezTo>
                    <a:pt x="3505" y="33541"/>
                    <a:pt x="7466" y="35440"/>
                    <a:pt x="11235" y="37090"/>
                  </a:cubicBezTo>
                  <a:cubicBezTo>
                    <a:pt x="17931" y="40022"/>
                    <a:pt x="24610" y="42161"/>
                    <a:pt x="31090" y="43447"/>
                  </a:cubicBezTo>
                  <a:cubicBezTo>
                    <a:pt x="37834" y="44786"/>
                    <a:pt x="44983" y="45437"/>
                    <a:pt x="53148" y="45437"/>
                  </a:cubicBezTo>
                  <a:cubicBezTo>
                    <a:pt x="55786" y="45437"/>
                    <a:pt x="58530" y="45369"/>
                    <a:pt x="61401" y="45235"/>
                  </a:cubicBezTo>
                  <a:cubicBezTo>
                    <a:pt x="72756" y="44700"/>
                    <a:pt x="82917" y="43644"/>
                    <a:pt x="92467" y="42007"/>
                  </a:cubicBezTo>
                  <a:cubicBezTo>
                    <a:pt x="102913" y="40214"/>
                    <a:pt x="112861" y="36296"/>
                    <a:pt x="122978" y="32095"/>
                  </a:cubicBezTo>
                  <a:cubicBezTo>
                    <a:pt x="132181" y="28274"/>
                    <a:pt x="142153" y="24722"/>
                    <a:pt x="152725" y="24602"/>
                  </a:cubicBezTo>
                  <a:cubicBezTo>
                    <a:pt x="152952" y="24600"/>
                    <a:pt x="153179" y="24598"/>
                    <a:pt x="153407" y="24598"/>
                  </a:cubicBezTo>
                  <a:cubicBezTo>
                    <a:pt x="162694" y="24598"/>
                    <a:pt x="172541" y="26730"/>
                    <a:pt x="182679" y="30945"/>
                  </a:cubicBezTo>
                  <a:cubicBezTo>
                    <a:pt x="185447" y="32095"/>
                    <a:pt x="188234" y="33381"/>
                    <a:pt x="190930" y="34624"/>
                  </a:cubicBezTo>
                  <a:cubicBezTo>
                    <a:pt x="193152" y="35649"/>
                    <a:pt x="195448" y="36707"/>
                    <a:pt x="197726" y="37686"/>
                  </a:cubicBezTo>
                  <a:cubicBezTo>
                    <a:pt x="202837" y="39885"/>
                    <a:pt x="207942" y="41928"/>
                    <a:pt x="212901" y="43763"/>
                  </a:cubicBezTo>
                  <a:cubicBezTo>
                    <a:pt x="220729" y="46656"/>
                    <a:pt x="227658" y="48955"/>
                    <a:pt x="234085" y="50788"/>
                  </a:cubicBezTo>
                  <a:lnTo>
                    <a:pt x="234341" y="50863"/>
                  </a:lnTo>
                  <a:lnTo>
                    <a:pt x="234344" y="50863"/>
                  </a:lnTo>
                  <a:lnTo>
                    <a:pt x="234344" y="34896"/>
                  </a:lnTo>
                  <a:lnTo>
                    <a:pt x="234204" y="34850"/>
                  </a:lnTo>
                  <a:cubicBezTo>
                    <a:pt x="233582" y="34654"/>
                    <a:pt x="232962" y="34481"/>
                    <a:pt x="232362" y="34340"/>
                  </a:cubicBezTo>
                  <a:cubicBezTo>
                    <a:pt x="229433" y="33647"/>
                    <a:pt x="226488" y="33352"/>
                    <a:pt x="223721" y="33110"/>
                  </a:cubicBezTo>
                  <a:cubicBezTo>
                    <a:pt x="220148" y="32797"/>
                    <a:pt x="216338" y="32457"/>
                    <a:pt x="212486" y="32074"/>
                  </a:cubicBezTo>
                  <a:cubicBezTo>
                    <a:pt x="207542" y="31581"/>
                    <a:pt x="203553" y="31128"/>
                    <a:pt x="199935" y="30653"/>
                  </a:cubicBezTo>
                  <a:lnTo>
                    <a:pt x="198416" y="30455"/>
                  </a:lnTo>
                  <a:cubicBezTo>
                    <a:pt x="194968" y="30009"/>
                    <a:pt x="191400" y="29547"/>
                    <a:pt x="187960" y="28753"/>
                  </a:cubicBezTo>
                  <a:cubicBezTo>
                    <a:pt x="187298" y="28602"/>
                    <a:pt x="186634" y="28454"/>
                    <a:pt x="185969" y="28310"/>
                  </a:cubicBezTo>
                  <a:cubicBezTo>
                    <a:pt x="183145" y="27690"/>
                    <a:pt x="180223" y="27051"/>
                    <a:pt x="177494" y="25795"/>
                  </a:cubicBezTo>
                  <a:cubicBezTo>
                    <a:pt x="176009" y="25111"/>
                    <a:pt x="174350" y="24245"/>
                    <a:pt x="173437" y="22596"/>
                  </a:cubicBezTo>
                  <a:cubicBezTo>
                    <a:pt x="172829" y="21493"/>
                    <a:pt x="172693" y="19876"/>
                    <a:pt x="173617" y="18921"/>
                  </a:cubicBezTo>
                  <a:cubicBezTo>
                    <a:pt x="174717" y="17783"/>
                    <a:pt x="176574" y="17760"/>
                    <a:pt x="177801" y="17745"/>
                  </a:cubicBezTo>
                  <a:cubicBezTo>
                    <a:pt x="177883" y="17744"/>
                    <a:pt x="177965" y="17744"/>
                    <a:pt x="178047" y="17744"/>
                  </a:cubicBezTo>
                  <a:cubicBezTo>
                    <a:pt x="180223" y="17744"/>
                    <a:pt x="182367" y="18103"/>
                    <a:pt x="184375" y="18494"/>
                  </a:cubicBezTo>
                  <a:cubicBezTo>
                    <a:pt x="186221" y="18853"/>
                    <a:pt x="188043" y="19296"/>
                    <a:pt x="190212" y="19850"/>
                  </a:cubicBezTo>
                  <a:cubicBezTo>
                    <a:pt x="192283" y="20380"/>
                    <a:pt x="194415" y="20683"/>
                    <a:pt x="196477" y="20976"/>
                  </a:cubicBezTo>
                  <a:lnTo>
                    <a:pt x="196594" y="20993"/>
                  </a:lnTo>
                  <a:cubicBezTo>
                    <a:pt x="201071" y="21630"/>
                    <a:pt x="204978" y="21943"/>
                    <a:pt x="208576" y="21943"/>
                  </a:cubicBezTo>
                  <a:cubicBezTo>
                    <a:pt x="210156" y="21943"/>
                    <a:pt x="211676" y="21883"/>
                    <a:pt x="213159" y="21763"/>
                  </a:cubicBezTo>
                  <a:cubicBezTo>
                    <a:pt x="219481" y="21255"/>
                    <a:pt x="224648" y="19666"/>
                    <a:pt x="228956" y="16905"/>
                  </a:cubicBezTo>
                  <a:cubicBezTo>
                    <a:pt x="230892" y="15665"/>
                    <a:pt x="232689" y="14110"/>
                    <a:pt x="234294" y="12287"/>
                  </a:cubicBezTo>
                  <a:lnTo>
                    <a:pt x="234344" y="12230"/>
                  </a:lnTo>
                  <a:lnTo>
                    <a:pt x="23434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28"/>
            <p:cNvSpPr/>
            <p:nvPr/>
          </p:nvSpPr>
          <p:spPr>
            <a:xfrm>
              <a:off x="-97264" y="3448055"/>
              <a:ext cx="5171942" cy="1031731"/>
            </a:xfrm>
            <a:custGeom>
              <a:rect b="b" l="l" r="r" t="t"/>
              <a:pathLst>
                <a:path extrusionOk="0" h="25782" w="129242">
                  <a:moveTo>
                    <a:pt x="125667" y="404"/>
                  </a:moveTo>
                  <a:cubicBezTo>
                    <a:pt x="125949" y="404"/>
                    <a:pt x="126232" y="415"/>
                    <a:pt x="126514" y="437"/>
                  </a:cubicBezTo>
                  <a:cubicBezTo>
                    <a:pt x="127419" y="510"/>
                    <a:pt x="128375" y="690"/>
                    <a:pt x="128733" y="1442"/>
                  </a:cubicBezTo>
                  <a:cubicBezTo>
                    <a:pt x="127667" y="1898"/>
                    <a:pt x="126604" y="2366"/>
                    <a:pt x="125540" y="2833"/>
                  </a:cubicBezTo>
                  <a:cubicBezTo>
                    <a:pt x="121951" y="4414"/>
                    <a:pt x="118237" y="6047"/>
                    <a:pt x="114473" y="7141"/>
                  </a:cubicBezTo>
                  <a:cubicBezTo>
                    <a:pt x="113881" y="7314"/>
                    <a:pt x="113286" y="7483"/>
                    <a:pt x="112693" y="7649"/>
                  </a:cubicBezTo>
                  <a:cubicBezTo>
                    <a:pt x="110914" y="8149"/>
                    <a:pt x="109073" y="8666"/>
                    <a:pt x="107278" y="9330"/>
                  </a:cubicBezTo>
                  <a:cubicBezTo>
                    <a:pt x="105183" y="10108"/>
                    <a:pt x="102936" y="11055"/>
                    <a:pt x="100411" y="12228"/>
                  </a:cubicBezTo>
                  <a:cubicBezTo>
                    <a:pt x="97928" y="13381"/>
                    <a:pt x="95424" y="14634"/>
                    <a:pt x="93002" y="15844"/>
                  </a:cubicBezTo>
                  <a:cubicBezTo>
                    <a:pt x="86663" y="19013"/>
                    <a:pt x="80109" y="22288"/>
                    <a:pt x="73322" y="24097"/>
                  </a:cubicBezTo>
                  <a:cubicBezTo>
                    <a:pt x="70106" y="24955"/>
                    <a:pt x="66829" y="25381"/>
                    <a:pt x="63411" y="25381"/>
                  </a:cubicBezTo>
                  <a:cubicBezTo>
                    <a:pt x="61691" y="25381"/>
                    <a:pt x="59935" y="25273"/>
                    <a:pt x="58132" y="25057"/>
                  </a:cubicBezTo>
                  <a:cubicBezTo>
                    <a:pt x="54870" y="24667"/>
                    <a:pt x="51578" y="24000"/>
                    <a:pt x="48394" y="23351"/>
                  </a:cubicBezTo>
                  <a:cubicBezTo>
                    <a:pt x="46720" y="23010"/>
                    <a:pt x="44988" y="22658"/>
                    <a:pt x="43281" y="22351"/>
                  </a:cubicBezTo>
                  <a:cubicBezTo>
                    <a:pt x="38827" y="21551"/>
                    <a:pt x="34306" y="21314"/>
                    <a:pt x="29931" y="21085"/>
                  </a:cubicBezTo>
                  <a:lnTo>
                    <a:pt x="28914" y="21031"/>
                  </a:lnTo>
                  <a:cubicBezTo>
                    <a:pt x="25978" y="20874"/>
                    <a:pt x="23609" y="20501"/>
                    <a:pt x="21462" y="19855"/>
                  </a:cubicBezTo>
                  <a:cubicBezTo>
                    <a:pt x="19489" y="19259"/>
                    <a:pt x="17512" y="18432"/>
                    <a:pt x="15599" y="17635"/>
                  </a:cubicBezTo>
                  <a:cubicBezTo>
                    <a:pt x="15171" y="17457"/>
                    <a:pt x="14747" y="17279"/>
                    <a:pt x="14321" y="17105"/>
                  </a:cubicBezTo>
                  <a:cubicBezTo>
                    <a:pt x="12341" y="16286"/>
                    <a:pt x="10328" y="15433"/>
                    <a:pt x="8383" y="14606"/>
                  </a:cubicBezTo>
                  <a:cubicBezTo>
                    <a:pt x="5772" y="13497"/>
                    <a:pt x="3075" y="12349"/>
                    <a:pt x="404" y="11276"/>
                  </a:cubicBezTo>
                  <a:lnTo>
                    <a:pt x="403" y="11276"/>
                  </a:lnTo>
                  <a:lnTo>
                    <a:pt x="403" y="5584"/>
                  </a:lnTo>
                  <a:cubicBezTo>
                    <a:pt x="967" y="5874"/>
                    <a:pt x="1566" y="6170"/>
                    <a:pt x="2220" y="6484"/>
                  </a:cubicBezTo>
                  <a:cubicBezTo>
                    <a:pt x="2905" y="6811"/>
                    <a:pt x="3592" y="7131"/>
                    <a:pt x="4281" y="7450"/>
                  </a:cubicBezTo>
                  <a:cubicBezTo>
                    <a:pt x="6227" y="8357"/>
                    <a:pt x="8240" y="9293"/>
                    <a:pt x="10153" y="10412"/>
                  </a:cubicBezTo>
                  <a:cubicBezTo>
                    <a:pt x="12434" y="11746"/>
                    <a:pt x="14871" y="13148"/>
                    <a:pt x="17395" y="14337"/>
                  </a:cubicBezTo>
                  <a:cubicBezTo>
                    <a:pt x="25707" y="18255"/>
                    <a:pt x="35202" y="20169"/>
                    <a:pt x="46355" y="20169"/>
                  </a:cubicBezTo>
                  <a:cubicBezTo>
                    <a:pt x="47079" y="20169"/>
                    <a:pt x="47811" y="20161"/>
                    <a:pt x="48549" y="20145"/>
                  </a:cubicBezTo>
                  <a:cubicBezTo>
                    <a:pt x="59131" y="19914"/>
                    <a:pt x="70411" y="17805"/>
                    <a:pt x="84049" y="13504"/>
                  </a:cubicBezTo>
                  <a:cubicBezTo>
                    <a:pt x="89815" y="11685"/>
                    <a:pt x="95612" y="9562"/>
                    <a:pt x="101217" y="7507"/>
                  </a:cubicBezTo>
                  <a:cubicBezTo>
                    <a:pt x="104315" y="6374"/>
                    <a:pt x="107517" y="5200"/>
                    <a:pt x="110679" y="4091"/>
                  </a:cubicBezTo>
                  <a:cubicBezTo>
                    <a:pt x="114143" y="2876"/>
                    <a:pt x="117874" y="1648"/>
                    <a:pt x="121675" y="895"/>
                  </a:cubicBezTo>
                  <a:cubicBezTo>
                    <a:pt x="122896" y="652"/>
                    <a:pt x="124279" y="404"/>
                    <a:pt x="125667" y="404"/>
                  </a:cubicBezTo>
                  <a:close/>
                  <a:moveTo>
                    <a:pt x="125672" y="1"/>
                  </a:moveTo>
                  <a:cubicBezTo>
                    <a:pt x="124248" y="1"/>
                    <a:pt x="122839" y="252"/>
                    <a:pt x="121598" y="497"/>
                  </a:cubicBezTo>
                  <a:cubicBezTo>
                    <a:pt x="117773" y="1256"/>
                    <a:pt x="114025" y="2491"/>
                    <a:pt x="110546" y="3711"/>
                  </a:cubicBezTo>
                  <a:cubicBezTo>
                    <a:pt x="107384" y="4820"/>
                    <a:pt x="104179" y="5993"/>
                    <a:pt x="101080" y="7129"/>
                  </a:cubicBezTo>
                  <a:cubicBezTo>
                    <a:pt x="95477" y="9180"/>
                    <a:pt x="89685" y="11305"/>
                    <a:pt x="83929" y="13120"/>
                  </a:cubicBezTo>
                  <a:cubicBezTo>
                    <a:pt x="70328" y="17407"/>
                    <a:pt x="59084" y="19512"/>
                    <a:pt x="48540" y="19742"/>
                  </a:cubicBezTo>
                  <a:cubicBezTo>
                    <a:pt x="47811" y="19758"/>
                    <a:pt x="47089" y="19766"/>
                    <a:pt x="46374" y="19766"/>
                  </a:cubicBezTo>
                  <a:cubicBezTo>
                    <a:pt x="35268" y="19766"/>
                    <a:pt x="25827" y="17865"/>
                    <a:pt x="17567" y="13971"/>
                  </a:cubicBezTo>
                  <a:cubicBezTo>
                    <a:pt x="15057" y="12788"/>
                    <a:pt x="12628" y="11391"/>
                    <a:pt x="10355" y="10062"/>
                  </a:cubicBezTo>
                  <a:cubicBezTo>
                    <a:pt x="8426" y="8935"/>
                    <a:pt x="6404" y="7993"/>
                    <a:pt x="4448" y="7084"/>
                  </a:cubicBezTo>
                  <a:cubicBezTo>
                    <a:pt x="3762" y="6767"/>
                    <a:pt x="3076" y="6447"/>
                    <a:pt x="2395" y="6120"/>
                  </a:cubicBezTo>
                  <a:cubicBezTo>
                    <a:pt x="1626" y="5754"/>
                    <a:pt x="940" y="5411"/>
                    <a:pt x="294" y="5075"/>
                  </a:cubicBezTo>
                  <a:lnTo>
                    <a:pt x="0" y="4921"/>
                  </a:lnTo>
                  <a:lnTo>
                    <a:pt x="0" y="11545"/>
                  </a:lnTo>
                  <a:lnTo>
                    <a:pt x="126" y="11595"/>
                  </a:lnTo>
                  <a:cubicBezTo>
                    <a:pt x="2833" y="12684"/>
                    <a:pt x="5574" y="13848"/>
                    <a:pt x="8224" y="14973"/>
                  </a:cubicBezTo>
                  <a:cubicBezTo>
                    <a:pt x="10170" y="15801"/>
                    <a:pt x="12184" y="16656"/>
                    <a:pt x="14167" y="17473"/>
                  </a:cubicBezTo>
                  <a:cubicBezTo>
                    <a:pt x="14591" y="17649"/>
                    <a:pt x="15016" y="17828"/>
                    <a:pt x="15441" y="18003"/>
                  </a:cubicBezTo>
                  <a:cubicBezTo>
                    <a:pt x="17363" y="18808"/>
                    <a:pt x="19349" y="19638"/>
                    <a:pt x="21344" y="20238"/>
                  </a:cubicBezTo>
                  <a:cubicBezTo>
                    <a:pt x="23523" y="20895"/>
                    <a:pt x="25922" y="21274"/>
                    <a:pt x="28892" y="21431"/>
                  </a:cubicBezTo>
                  <a:lnTo>
                    <a:pt x="29910" y="21485"/>
                  </a:lnTo>
                  <a:cubicBezTo>
                    <a:pt x="34272" y="21714"/>
                    <a:pt x="38783" y="21950"/>
                    <a:pt x="43209" y="22746"/>
                  </a:cubicBezTo>
                  <a:cubicBezTo>
                    <a:pt x="44912" y="23053"/>
                    <a:pt x="46641" y="23406"/>
                    <a:pt x="48313" y="23744"/>
                  </a:cubicBezTo>
                  <a:cubicBezTo>
                    <a:pt x="51505" y="24393"/>
                    <a:pt x="54806" y="25065"/>
                    <a:pt x="58085" y="25456"/>
                  </a:cubicBezTo>
                  <a:cubicBezTo>
                    <a:pt x="59905" y="25673"/>
                    <a:pt x="61677" y="25782"/>
                    <a:pt x="63414" y="25782"/>
                  </a:cubicBezTo>
                  <a:cubicBezTo>
                    <a:pt x="66866" y="25782"/>
                    <a:pt x="70177" y="25352"/>
                    <a:pt x="73425" y="24486"/>
                  </a:cubicBezTo>
                  <a:cubicBezTo>
                    <a:pt x="80253" y="22666"/>
                    <a:pt x="86826" y="19379"/>
                    <a:pt x="93183" y="16202"/>
                  </a:cubicBezTo>
                  <a:cubicBezTo>
                    <a:pt x="95603" y="14991"/>
                    <a:pt x="98105" y="13741"/>
                    <a:pt x="100582" y="12591"/>
                  </a:cubicBezTo>
                  <a:cubicBezTo>
                    <a:pt x="103097" y="11422"/>
                    <a:pt x="105333" y="10479"/>
                    <a:pt x="107419" y="9706"/>
                  </a:cubicBezTo>
                  <a:cubicBezTo>
                    <a:pt x="109198" y="9046"/>
                    <a:pt x="111031" y="8532"/>
                    <a:pt x="112803" y="8033"/>
                  </a:cubicBezTo>
                  <a:cubicBezTo>
                    <a:pt x="113399" y="7867"/>
                    <a:pt x="113993" y="7699"/>
                    <a:pt x="114588" y="7526"/>
                  </a:cubicBezTo>
                  <a:cubicBezTo>
                    <a:pt x="118376" y="6424"/>
                    <a:pt x="122102" y="4784"/>
                    <a:pt x="125704" y="3199"/>
                  </a:cubicBezTo>
                  <a:cubicBezTo>
                    <a:pt x="126826" y="2705"/>
                    <a:pt x="127947" y="2212"/>
                    <a:pt x="129073" y="1733"/>
                  </a:cubicBezTo>
                  <a:lnTo>
                    <a:pt x="129242" y="1662"/>
                  </a:lnTo>
                  <a:lnTo>
                    <a:pt x="129185" y="1488"/>
                  </a:lnTo>
                  <a:cubicBezTo>
                    <a:pt x="128775" y="216"/>
                    <a:pt x="127216" y="89"/>
                    <a:pt x="126549" y="34"/>
                  </a:cubicBezTo>
                  <a:cubicBezTo>
                    <a:pt x="126257" y="11"/>
                    <a:pt x="125964" y="1"/>
                    <a:pt x="1256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28"/>
            <p:cNvSpPr/>
            <p:nvPr/>
          </p:nvSpPr>
          <p:spPr>
            <a:xfrm>
              <a:off x="-97184" y="3773081"/>
              <a:ext cx="9378021" cy="2233737"/>
            </a:xfrm>
            <a:custGeom>
              <a:rect b="b" l="l" r="r" t="t"/>
              <a:pathLst>
                <a:path extrusionOk="0" h="55819" w="234348">
                  <a:moveTo>
                    <a:pt x="144981" y="403"/>
                  </a:moveTo>
                  <a:cubicBezTo>
                    <a:pt x="150962" y="403"/>
                    <a:pt x="156924" y="882"/>
                    <a:pt x="162787" y="1836"/>
                  </a:cubicBezTo>
                  <a:cubicBezTo>
                    <a:pt x="170740" y="3127"/>
                    <a:pt x="179016" y="5583"/>
                    <a:pt x="189615" y="9797"/>
                  </a:cubicBezTo>
                  <a:cubicBezTo>
                    <a:pt x="198427" y="13299"/>
                    <a:pt x="207411" y="17431"/>
                    <a:pt x="216323" y="22082"/>
                  </a:cubicBezTo>
                  <a:lnTo>
                    <a:pt x="218254" y="23088"/>
                  </a:lnTo>
                  <a:cubicBezTo>
                    <a:pt x="223483" y="25804"/>
                    <a:pt x="228885" y="28612"/>
                    <a:pt x="233942" y="32005"/>
                  </a:cubicBezTo>
                  <a:lnTo>
                    <a:pt x="233942" y="40242"/>
                  </a:lnTo>
                  <a:cubicBezTo>
                    <a:pt x="230357" y="38005"/>
                    <a:pt x="227378" y="36353"/>
                    <a:pt x="224590" y="35054"/>
                  </a:cubicBezTo>
                  <a:cubicBezTo>
                    <a:pt x="215470" y="30808"/>
                    <a:pt x="205746" y="28155"/>
                    <a:pt x="196343" y="25590"/>
                  </a:cubicBezTo>
                  <a:cubicBezTo>
                    <a:pt x="195383" y="25330"/>
                    <a:pt x="194423" y="25067"/>
                    <a:pt x="193466" y="24804"/>
                  </a:cubicBezTo>
                  <a:cubicBezTo>
                    <a:pt x="172307" y="18995"/>
                    <a:pt x="155262" y="16255"/>
                    <a:pt x="139723" y="16255"/>
                  </a:cubicBezTo>
                  <a:cubicBezTo>
                    <a:pt x="136241" y="16255"/>
                    <a:pt x="132834" y="16392"/>
                    <a:pt x="129473" y="16664"/>
                  </a:cubicBezTo>
                  <a:cubicBezTo>
                    <a:pt x="117659" y="17617"/>
                    <a:pt x="108992" y="19950"/>
                    <a:pt x="101363" y="24225"/>
                  </a:cubicBezTo>
                  <a:cubicBezTo>
                    <a:pt x="95848" y="27316"/>
                    <a:pt x="90586" y="31262"/>
                    <a:pt x="85495" y="35080"/>
                  </a:cubicBezTo>
                  <a:cubicBezTo>
                    <a:pt x="82539" y="37296"/>
                    <a:pt x="79484" y="39588"/>
                    <a:pt x="76413" y="41684"/>
                  </a:cubicBezTo>
                  <a:cubicBezTo>
                    <a:pt x="71394" y="45113"/>
                    <a:pt x="67146" y="47471"/>
                    <a:pt x="63039" y="49108"/>
                  </a:cubicBezTo>
                  <a:cubicBezTo>
                    <a:pt x="58787" y="50804"/>
                    <a:pt x="54022" y="52109"/>
                    <a:pt x="48045" y="53216"/>
                  </a:cubicBezTo>
                  <a:cubicBezTo>
                    <a:pt x="40031" y="54703"/>
                    <a:pt x="31384" y="55416"/>
                    <a:pt x="21189" y="55416"/>
                  </a:cubicBezTo>
                  <a:cubicBezTo>
                    <a:pt x="19290" y="55416"/>
                    <a:pt x="17337" y="55391"/>
                    <a:pt x="15325" y="55342"/>
                  </a:cubicBezTo>
                  <a:cubicBezTo>
                    <a:pt x="9761" y="55207"/>
                    <a:pt x="4879" y="54966"/>
                    <a:pt x="402" y="54612"/>
                  </a:cubicBezTo>
                  <a:lnTo>
                    <a:pt x="407" y="54612"/>
                  </a:lnTo>
                  <a:lnTo>
                    <a:pt x="407" y="49284"/>
                  </a:lnTo>
                  <a:cubicBezTo>
                    <a:pt x="817" y="49421"/>
                    <a:pt x="1230" y="49561"/>
                    <a:pt x="1643" y="49700"/>
                  </a:cubicBezTo>
                  <a:cubicBezTo>
                    <a:pt x="4359" y="50619"/>
                    <a:pt x="7168" y="51566"/>
                    <a:pt x="9980" y="52235"/>
                  </a:cubicBezTo>
                  <a:cubicBezTo>
                    <a:pt x="12206" y="52763"/>
                    <a:pt x="14788" y="53377"/>
                    <a:pt x="17344" y="53377"/>
                  </a:cubicBezTo>
                  <a:cubicBezTo>
                    <a:pt x="18683" y="53377"/>
                    <a:pt x="20014" y="53208"/>
                    <a:pt x="21283" y="52772"/>
                  </a:cubicBezTo>
                  <a:cubicBezTo>
                    <a:pt x="22931" y="52205"/>
                    <a:pt x="23878" y="51164"/>
                    <a:pt x="24025" y="49761"/>
                  </a:cubicBezTo>
                  <a:cubicBezTo>
                    <a:pt x="24231" y="47784"/>
                    <a:pt x="23055" y="45926"/>
                    <a:pt x="21802" y="44960"/>
                  </a:cubicBezTo>
                  <a:cubicBezTo>
                    <a:pt x="20124" y="43670"/>
                    <a:pt x="18067" y="43236"/>
                    <a:pt x="16094" y="42961"/>
                  </a:cubicBezTo>
                  <a:cubicBezTo>
                    <a:pt x="13968" y="42663"/>
                    <a:pt x="11797" y="42629"/>
                    <a:pt x="9701" y="42596"/>
                  </a:cubicBezTo>
                  <a:lnTo>
                    <a:pt x="9254" y="42589"/>
                  </a:lnTo>
                  <a:cubicBezTo>
                    <a:pt x="6994" y="42550"/>
                    <a:pt x="4310" y="42346"/>
                    <a:pt x="1553" y="41105"/>
                  </a:cubicBezTo>
                  <a:cubicBezTo>
                    <a:pt x="1170" y="40933"/>
                    <a:pt x="784" y="40741"/>
                    <a:pt x="402" y="40534"/>
                  </a:cubicBezTo>
                  <a:lnTo>
                    <a:pt x="402" y="31531"/>
                  </a:lnTo>
                  <a:cubicBezTo>
                    <a:pt x="6844" y="32915"/>
                    <a:pt x="13326" y="34726"/>
                    <a:pt x="19599" y="36477"/>
                  </a:cubicBezTo>
                  <a:cubicBezTo>
                    <a:pt x="22674" y="37335"/>
                    <a:pt x="25850" y="38224"/>
                    <a:pt x="28985" y="39049"/>
                  </a:cubicBezTo>
                  <a:cubicBezTo>
                    <a:pt x="36397" y="41005"/>
                    <a:pt x="46195" y="43249"/>
                    <a:pt x="56268" y="43249"/>
                  </a:cubicBezTo>
                  <a:lnTo>
                    <a:pt x="56298" y="43249"/>
                  </a:lnTo>
                  <a:cubicBezTo>
                    <a:pt x="60549" y="43247"/>
                    <a:pt x="65413" y="43043"/>
                    <a:pt x="69372" y="40633"/>
                  </a:cubicBezTo>
                  <a:cubicBezTo>
                    <a:pt x="71055" y="39609"/>
                    <a:pt x="72214" y="38269"/>
                    <a:pt x="72821" y="36652"/>
                  </a:cubicBezTo>
                  <a:cubicBezTo>
                    <a:pt x="73454" y="34967"/>
                    <a:pt x="73654" y="32595"/>
                    <a:pt x="72675" y="31095"/>
                  </a:cubicBezTo>
                  <a:cubicBezTo>
                    <a:pt x="71475" y="29255"/>
                    <a:pt x="69235" y="29002"/>
                    <a:pt x="67193" y="29002"/>
                  </a:cubicBezTo>
                  <a:lnTo>
                    <a:pt x="67163" y="29002"/>
                  </a:lnTo>
                  <a:cubicBezTo>
                    <a:pt x="64338" y="29005"/>
                    <a:pt x="61485" y="29632"/>
                    <a:pt x="59033" y="30219"/>
                  </a:cubicBezTo>
                  <a:cubicBezTo>
                    <a:pt x="58197" y="30419"/>
                    <a:pt x="57351" y="30648"/>
                    <a:pt x="56532" y="30868"/>
                  </a:cubicBezTo>
                  <a:cubicBezTo>
                    <a:pt x="55224" y="31222"/>
                    <a:pt x="53869" y="31587"/>
                    <a:pt x="52529" y="31845"/>
                  </a:cubicBezTo>
                  <a:cubicBezTo>
                    <a:pt x="48490" y="32626"/>
                    <a:pt x="44235" y="33024"/>
                    <a:pt x="39894" y="33024"/>
                  </a:cubicBezTo>
                  <a:cubicBezTo>
                    <a:pt x="39863" y="33024"/>
                    <a:pt x="39832" y="33024"/>
                    <a:pt x="39801" y="33024"/>
                  </a:cubicBezTo>
                  <a:cubicBezTo>
                    <a:pt x="26833" y="33011"/>
                    <a:pt x="13576" y="29869"/>
                    <a:pt x="402" y="23687"/>
                  </a:cubicBezTo>
                  <a:lnTo>
                    <a:pt x="402" y="6011"/>
                  </a:lnTo>
                  <a:cubicBezTo>
                    <a:pt x="1635" y="6344"/>
                    <a:pt x="2827" y="6712"/>
                    <a:pt x="3952" y="7104"/>
                  </a:cubicBezTo>
                  <a:cubicBezTo>
                    <a:pt x="7474" y="8330"/>
                    <a:pt x="10930" y="10023"/>
                    <a:pt x="14269" y="11659"/>
                  </a:cubicBezTo>
                  <a:cubicBezTo>
                    <a:pt x="15159" y="12095"/>
                    <a:pt x="16051" y="12530"/>
                    <a:pt x="16944" y="12959"/>
                  </a:cubicBezTo>
                  <a:cubicBezTo>
                    <a:pt x="21849" y="15315"/>
                    <a:pt x="26184" y="17153"/>
                    <a:pt x="30193" y="18579"/>
                  </a:cubicBezTo>
                  <a:cubicBezTo>
                    <a:pt x="37329" y="21116"/>
                    <a:pt x="44835" y="22386"/>
                    <a:pt x="52799" y="22386"/>
                  </a:cubicBezTo>
                  <a:cubicBezTo>
                    <a:pt x="62775" y="22386"/>
                    <a:pt x="73472" y="20393"/>
                    <a:pt x="85065" y="16400"/>
                  </a:cubicBezTo>
                  <a:cubicBezTo>
                    <a:pt x="89374" y="14915"/>
                    <a:pt x="93852" y="13162"/>
                    <a:pt x="98753" y="11037"/>
                  </a:cubicBezTo>
                  <a:cubicBezTo>
                    <a:pt x="99763" y="10600"/>
                    <a:pt x="100773" y="10151"/>
                    <a:pt x="101781" y="9706"/>
                  </a:cubicBezTo>
                  <a:cubicBezTo>
                    <a:pt x="104805" y="8364"/>
                    <a:pt x="107933" y="6975"/>
                    <a:pt x="111082" y="5882"/>
                  </a:cubicBezTo>
                  <a:cubicBezTo>
                    <a:pt x="119135" y="3086"/>
                    <a:pt x="127851" y="1338"/>
                    <a:pt x="136984" y="688"/>
                  </a:cubicBezTo>
                  <a:cubicBezTo>
                    <a:pt x="139649" y="498"/>
                    <a:pt x="142317" y="403"/>
                    <a:pt x="144981" y="403"/>
                  </a:cubicBezTo>
                  <a:close/>
                  <a:moveTo>
                    <a:pt x="144959" y="1"/>
                  </a:moveTo>
                  <a:cubicBezTo>
                    <a:pt x="142293" y="1"/>
                    <a:pt x="139623" y="96"/>
                    <a:pt x="136956" y="285"/>
                  </a:cubicBezTo>
                  <a:cubicBezTo>
                    <a:pt x="127785" y="938"/>
                    <a:pt x="119037" y="2693"/>
                    <a:pt x="110949" y="5501"/>
                  </a:cubicBezTo>
                  <a:cubicBezTo>
                    <a:pt x="107786" y="6599"/>
                    <a:pt x="104650" y="7991"/>
                    <a:pt x="101618" y="9337"/>
                  </a:cubicBezTo>
                  <a:cubicBezTo>
                    <a:pt x="100610" y="9784"/>
                    <a:pt x="99605" y="10230"/>
                    <a:pt x="98594" y="10669"/>
                  </a:cubicBezTo>
                  <a:cubicBezTo>
                    <a:pt x="93702" y="12788"/>
                    <a:pt x="89236" y="14538"/>
                    <a:pt x="84935" y="16020"/>
                  </a:cubicBezTo>
                  <a:cubicBezTo>
                    <a:pt x="73384" y="19997"/>
                    <a:pt x="62731" y="21983"/>
                    <a:pt x="52798" y="21983"/>
                  </a:cubicBezTo>
                  <a:cubicBezTo>
                    <a:pt x="44880" y="21983"/>
                    <a:pt x="37420" y="20721"/>
                    <a:pt x="30329" y="18200"/>
                  </a:cubicBezTo>
                  <a:cubicBezTo>
                    <a:pt x="26334" y="16780"/>
                    <a:pt x="22012" y="14948"/>
                    <a:pt x="17118" y="12599"/>
                  </a:cubicBezTo>
                  <a:cubicBezTo>
                    <a:pt x="16225" y="12172"/>
                    <a:pt x="15335" y="11736"/>
                    <a:pt x="14448" y="11300"/>
                  </a:cubicBezTo>
                  <a:cubicBezTo>
                    <a:pt x="11097" y="9658"/>
                    <a:pt x="7631" y="7961"/>
                    <a:pt x="4086" y="6726"/>
                  </a:cubicBezTo>
                  <a:cubicBezTo>
                    <a:pt x="2874" y="6305"/>
                    <a:pt x="1587" y="5911"/>
                    <a:pt x="257" y="5556"/>
                  </a:cubicBezTo>
                  <a:lnTo>
                    <a:pt x="2" y="5489"/>
                  </a:lnTo>
                  <a:lnTo>
                    <a:pt x="2" y="23947"/>
                  </a:lnTo>
                  <a:lnTo>
                    <a:pt x="118" y="24001"/>
                  </a:lnTo>
                  <a:cubicBezTo>
                    <a:pt x="13383" y="30245"/>
                    <a:pt x="26736" y="33418"/>
                    <a:pt x="39802" y="33430"/>
                  </a:cubicBezTo>
                  <a:cubicBezTo>
                    <a:pt x="39862" y="33430"/>
                    <a:pt x="39922" y="33430"/>
                    <a:pt x="39983" y="33430"/>
                  </a:cubicBezTo>
                  <a:cubicBezTo>
                    <a:pt x="44319" y="33430"/>
                    <a:pt x="48571" y="33023"/>
                    <a:pt x="52607" y="32244"/>
                  </a:cubicBezTo>
                  <a:cubicBezTo>
                    <a:pt x="53961" y="31982"/>
                    <a:pt x="55324" y="31615"/>
                    <a:pt x="56640" y="31261"/>
                  </a:cubicBezTo>
                  <a:cubicBezTo>
                    <a:pt x="57454" y="31041"/>
                    <a:pt x="58297" y="30815"/>
                    <a:pt x="59127" y="30616"/>
                  </a:cubicBezTo>
                  <a:cubicBezTo>
                    <a:pt x="61559" y="30033"/>
                    <a:pt x="64382" y="29412"/>
                    <a:pt x="67164" y="29409"/>
                  </a:cubicBezTo>
                  <a:cubicBezTo>
                    <a:pt x="67187" y="29409"/>
                    <a:pt x="67210" y="29409"/>
                    <a:pt x="67233" y="29409"/>
                  </a:cubicBezTo>
                  <a:cubicBezTo>
                    <a:pt x="69147" y="29409"/>
                    <a:pt x="71252" y="29651"/>
                    <a:pt x="72340" y="31318"/>
                  </a:cubicBezTo>
                  <a:cubicBezTo>
                    <a:pt x="73241" y="32701"/>
                    <a:pt x="73043" y="34924"/>
                    <a:pt x="72447" y="36513"/>
                  </a:cubicBezTo>
                  <a:cubicBezTo>
                    <a:pt x="71871" y="38046"/>
                    <a:pt x="70768" y="39317"/>
                    <a:pt x="69163" y="40292"/>
                  </a:cubicBezTo>
                  <a:cubicBezTo>
                    <a:pt x="65293" y="42649"/>
                    <a:pt x="60492" y="42849"/>
                    <a:pt x="56298" y="42850"/>
                  </a:cubicBezTo>
                  <a:lnTo>
                    <a:pt x="56268" y="42850"/>
                  </a:lnTo>
                  <a:cubicBezTo>
                    <a:pt x="46241" y="42850"/>
                    <a:pt x="36475" y="40614"/>
                    <a:pt x="29086" y="38666"/>
                  </a:cubicBezTo>
                  <a:cubicBezTo>
                    <a:pt x="25956" y="37839"/>
                    <a:pt x="22778" y="36952"/>
                    <a:pt x="19706" y="36095"/>
                  </a:cubicBezTo>
                  <a:cubicBezTo>
                    <a:pt x="13350" y="34319"/>
                    <a:pt x="6776" y="32482"/>
                    <a:pt x="244" y="31089"/>
                  </a:cubicBezTo>
                  <a:lnTo>
                    <a:pt x="1" y="31038"/>
                  </a:lnTo>
                  <a:lnTo>
                    <a:pt x="1" y="40777"/>
                  </a:lnTo>
                  <a:lnTo>
                    <a:pt x="105" y="40834"/>
                  </a:lnTo>
                  <a:cubicBezTo>
                    <a:pt x="528" y="41068"/>
                    <a:pt x="960" y="41284"/>
                    <a:pt x="1387" y="41477"/>
                  </a:cubicBezTo>
                  <a:cubicBezTo>
                    <a:pt x="4210" y="42747"/>
                    <a:pt x="6945" y="42957"/>
                    <a:pt x="9247" y="42996"/>
                  </a:cubicBezTo>
                  <a:lnTo>
                    <a:pt x="9694" y="43003"/>
                  </a:lnTo>
                  <a:cubicBezTo>
                    <a:pt x="11777" y="43036"/>
                    <a:pt x="13933" y="43072"/>
                    <a:pt x="16035" y="43364"/>
                  </a:cubicBezTo>
                  <a:cubicBezTo>
                    <a:pt x="17956" y="43633"/>
                    <a:pt x="19953" y="44050"/>
                    <a:pt x="21555" y="45283"/>
                  </a:cubicBezTo>
                  <a:cubicBezTo>
                    <a:pt x="22721" y="46179"/>
                    <a:pt x="23812" y="47901"/>
                    <a:pt x="23624" y="49723"/>
                  </a:cubicBezTo>
                  <a:cubicBezTo>
                    <a:pt x="23492" y="50977"/>
                    <a:pt x="22661" y="51876"/>
                    <a:pt x="21149" y="52395"/>
                  </a:cubicBezTo>
                  <a:cubicBezTo>
                    <a:pt x="19929" y="52815"/>
                    <a:pt x="18642" y="52977"/>
                    <a:pt x="17343" y="52977"/>
                  </a:cubicBezTo>
                  <a:cubicBezTo>
                    <a:pt x="14829" y="52977"/>
                    <a:pt x="12272" y="52369"/>
                    <a:pt x="10068" y="51847"/>
                  </a:cubicBezTo>
                  <a:cubicBezTo>
                    <a:pt x="7275" y="51184"/>
                    <a:pt x="4475" y="50237"/>
                    <a:pt x="1767" y="49323"/>
                  </a:cubicBezTo>
                  <a:cubicBezTo>
                    <a:pt x="1267" y="49155"/>
                    <a:pt x="767" y="48985"/>
                    <a:pt x="265" y="48818"/>
                  </a:cubicBezTo>
                  <a:lnTo>
                    <a:pt x="1" y="48728"/>
                  </a:lnTo>
                  <a:lnTo>
                    <a:pt x="1" y="54985"/>
                  </a:lnTo>
                  <a:lnTo>
                    <a:pt x="187" y="54999"/>
                  </a:lnTo>
                  <a:cubicBezTo>
                    <a:pt x="4720" y="55364"/>
                    <a:pt x="9668" y="55608"/>
                    <a:pt x="15316" y="55745"/>
                  </a:cubicBezTo>
                  <a:cubicBezTo>
                    <a:pt x="17327" y="55794"/>
                    <a:pt x="19280" y="55818"/>
                    <a:pt x="21180" y="55818"/>
                  </a:cubicBezTo>
                  <a:cubicBezTo>
                    <a:pt x="31405" y="55818"/>
                    <a:pt x="40078" y="55104"/>
                    <a:pt x="48122" y="53615"/>
                  </a:cubicBezTo>
                  <a:cubicBezTo>
                    <a:pt x="54125" y="52502"/>
                    <a:pt x="58913" y="51189"/>
                    <a:pt x="63191" y="49484"/>
                  </a:cubicBezTo>
                  <a:cubicBezTo>
                    <a:pt x="67326" y="47835"/>
                    <a:pt x="71599" y="45463"/>
                    <a:pt x="76643" y="42018"/>
                  </a:cubicBezTo>
                  <a:cubicBezTo>
                    <a:pt x="79721" y="39917"/>
                    <a:pt x="82780" y="37621"/>
                    <a:pt x="85739" y="35403"/>
                  </a:cubicBezTo>
                  <a:cubicBezTo>
                    <a:pt x="90819" y="31594"/>
                    <a:pt x="96072" y="27654"/>
                    <a:pt x="101563" y="24578"/>
                  </a:cubicBezTo>
                  <a:cubicBezTo>
                    <a:pt x="109139" y="20330"/>
                    <a:pt x="117758" y="18014"/>
                    <a:pt x="129508" y="17065"/>
                  </a:cubicBezTo>
                  <a:cubicBezTo>
                    <a:pt x="132858" y="16795"/>
                    <a:pt x="136254" y="16658"/>
                    <a:pt x="139725" y="16658"/>
                  </a:cubicBezTo>
                  <a:cubicBezTo>
                    <a:pt x="155229" y="16658"/>
                    <a:pt x="172239" y="19393"/>
                    <a:pt x="193363" y="25194"/>
                  </a:cubicBezTo>
                  <a:cubicBezTo>
                    <a:pt x="194320" y="25456"/>
                    <a:pt x="195279" y="25717"/>
                    <a:pt x="196240" y="25980"/>
                  </a:cubicBezTo>
                  <a:cubicBezTo>
                    <a:pt x="205628" y="28540"/>
                    <a:pt x="215334" y="31188"/>
                    <a:pt x="224421" y="35420"/>
                  </a:cubicBezTo>
                  <a:cubicBezTo>
                    <a:pt x="227275" y="36749"/>
                    <a:pt x="230329" y="38452"/>
                    <a:pt x="234037" y="40778"/>
                  </a:cubicBezTo>
                  <a:lnTo>
                    <a:pt x="234347" y="40971"/>
                  </a:lnTo>
                  <a:lnTo>
                    <a:pt x="234347" y="31794"/>
                  </a:lnTo>
                  <a:lnTo>
                    <a:pt x="234257" y="31734"/>
                  </a:lnTo>
                  <a:cubicBezTo>
                    <a:pt x="229156" y="28302"/>
                    <a:pt x="223710" y="25471"/>
                    <a:pt x="218442" y="22732"/>
                  </a:cubicBezTo>
                  <a:lnTo>
                    <a:pt x="216510" y="21728"/>
                  </a:lnTo>
                  <a:cubicBezTo>
                    <a:pt x="207587" y="17070"/>
                    <a:pt x="198587" y="12930"/>
                    <a:pt x="189764" y="9423"/>
                  </a:cubicBezTo>
                  <a:cubicBezTo>
                    <a:pt x="179135" y="5199"/>
                    <a:pt x="170836" y="2739"/>
                    <a:pt x="162852" y="1440"/>
                  </a:cubicBezTo>
                  <a:cubicBezTo>
                    <a:pt x="156959" y="482"/>
                    <a:pt x="150969" y="1"/>
                    <a:pt x="1449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28"/>
            <p:cNvSpPr/>
            <p:nvPr/>
          </p:nvSpPr>
          <p:spPr>
            <a:xfrm>
              <a:off x="4303273" y="4687574"/>
              <a:ext cx="4977457" cy="2219891"/>
            </a:xfrm>
            <a:custGeom>
              <a:rect b="b" l="l" r="r" t="t"/>
              <a:pathLst>
                <a:path extrusionOk="0" h="55473" w="124382">
                  <a:moveTo>
                    <a:pt x="25918" y="402"/>
                  </a:moveTo>
                  <a:cubicBezTo>
                    <a:pt x="36041" y="402"/>
                    <a:pt x="47026" y="1991"/>
                    <a:pt x="60462" y="5393"/>
                  </a:cubicBezTo>
                  <a:cubicBezTo>
                    <a:pt x="70856" y="8024"/>
                    <a:pt x="81175" y="11807"/>
                    <a:pt x="91155" y="15464"/>
                  </a:cubicBezTo>
                  <a:cubicBezTo>
                    <a:pt x="92391" y="15917"/>
                    <a:pt x="93627" y="16369"/>
                    <a:pt x="94863" y="16822"/>
                  </a:cubicBezTo>
                  <a:lnTo>
                    <a:pt x="95647" y="17108"/>
                  </a:lnTo>
                  <a:cubicBezTo>
                    <a:pt x="105319" y="20631"/>
                    <a:pt x="115319" y="24277"/>
                    <a:pt x="123981" y="30890"/>
                  </a:cubicBezTo>
                  <a:lnTo>
                    <a:pt x="123981" y="53695"/>
                  </a:lnTo>
                  <a:cubicBezTo>
                    <a:pt x="123931" y="53594"/>
                    <a:pt x="123881" y="53490"/>
                    <a:pt x="123831" y="53388"/>
                  </a:cubicBezTo>
                  <a:cubicBezTo>
                    <a:pt x="121216" y="48116"/>
                    <a:pt x="118223" y="43645"/>
                    <a:pt x="114937" y="40100"/>
                  </a:cubicBezTo>
                  <a:cubicBezTo>
                    <a:pt x="110571" y="35392"/>
                    <a:pt x="105339" y="32142"/>
                    <a:pt x="101268" y="29834"/>
                  </a:cubicBezTo>
                  <a:cubicBezTo>
                    <a:pt x="91058" y="24049"/>
                    <a:pt x="80265" y="20787"/>
                    <a:pt x="69187" y="20137"/>
                  </a:cubicBezTo>
                  <a:cubicBezTo>
                    <a:pt x="67907" y="20061"/>
                    <a:pt x="66618" y="20024"/>
                    <a:pt x="65319" y="20024"/>
                  </a:cubicBezTo>
                  <a:cubicBezTo>
                    <a:pt x="61141" y="20024"/>
                    <a:pt x="56870" y="20411"/>
                    <a:pt x="52577" y="21181"/>
                  </a:cubicBezTo>
                  <a:cubicBezTo>
                    <a:pt x="48332" y="21940"/>
                    <a:pt x="44099" y="23239"/>
                    <a:pt x="40004" y="24495"/>
                  </a:cubicBezTo>
                  <a:cubicBezTo>
                    <a:pt x="38744" y="24880"/>
                    <a:pt x="37484" y="25268"/>
                    <a:pt x="36221" y="25639"/>
                  </a:cubicBezTo>
                  <a:cubicBezTo>
                    <a:pt x="30814" y="27232"/>
                    <a:pt x="25249" y="28662"/>
                    <a:pt x="19858" y="28662"/>
                  </a:cubicBezTo>
                  <a:cubicBezTo>
                    <a:pt x="15618" y="28662"/>
                    <a:pt x="11486" y="27778"/>
                    <a:pt x="7624" y="25392"/>
                  </a:cubicBezTo>
                  <a:cubicBezTo>
                    <a:pt x="1653" y="21703"/>
                    <a:pt x="639" y="17073"/>
                    <a:pt x="567" y="14640"/>
                  </a:cubicBezTo>
                  <a:cubicBezTo>
                    <a:pt x="413" y="9480"/>
                    <a:pt x="3668" y="6464"/>
                    <a:pt x="5623" y="5124"/>
                  </a:cubicBezTo>
                  <a:cubicBezTo>
                    <a:pt x="9015" y="2801"/>
                    <a:pt x="12910" y="1856"/>
                    <a:pt x="15924" y="1292"/>
                  </a:cubicBezTo>
                  <a:cubicBezTo>
                    <a:pt x="19039" y="709"/>
                    <a:pt x="22328" y="409"/>
                    <a:pt x="25700" y="402"/>
                  </a:cubicBezTo>
                  <a:close/>
                  <a:moveTo>
                    <a:pt x="25696" y="0"/>
                  </a:moveTo>
                  <a:cubicBezTo>
                    <a:pt x="22298" y="9"/>
                    <a:pt x="18984" y="309"/>
                    <a:pt x="15846" y="896"/>
                  </a:cubicBezTo>
                  <a:cubicBezTo>
                    <a:pt x="12791" y="1468"/>
                    <a:pt x="8843" y="2428"/>
                    <a:pt x="5390" y="4792"/>
                  </a:cubicBezTo>
                  <a:cubicBezTo>
                    <a:pt x="3368" y="6176"/>
                    <a:pt x="0" y="9300"/>
                    <a:pt x="160" y="14653"/>
                  </a:cubicBezTo>
                  <a:cubicBezTo>
                    <a:pt x="236" y="17166"/>
                    <a:pt x="1277" y="21947"/>
                    <a:pt x="7409" y="25735"/>
                  </a:cubicBezTo>
                  <a:cubicBezTo>
                    <a:pt x="11344" y="28167"/>
                    <a:pt x="15543" y="29067"/>
                    <a:pt x="19845" y="29067"/>
                  </a:cubicBezTo>
                  <a:cubicBezTo>
                    <a:pt x="25284" y="29067"/>
                    <a:pt x="30887" y="27628"/>
                    <a:pt x="36329" y="26025"/>
                  </a:cubicBezTo>
                  <a:cubicBezTo>
                    <a:pt x="37594" y="25653"/>
                    <a:pt x="38857" y="25265"/>
                    <a:pt x="40120" y="24877"/>
                  </a:cubicBezTo>
                  <a:cubicBezTo>
                    <a:pt x="44202" y="23626"/>
                    <a:pt x="48423" y="22331"/>
                    <a:pt x="52645" y="21575"/>
                  </a:cubicBezTo>
                  <a:cubicBezTo>
                    <a:pt x="56919" y="20811"/>
                    <a:pt x="61167" y="20426"/>
                    <a:pt x="65320" y="20426"/>
                  </a:cubicBezTo>
                  <a:cubicBezTo>
                    <a:pt x="66611" y="20426"/>
                    <a:pt x="67892" y="20464"/>
                    <a:pt x="69163" y="20538"/>
                  </a:cubicBezTo>
                  <a:cubicBezTo>
                    <a:pt x="80177" y="21183"/>
                    <a:pt x="90911" y="24429"/>
                    <a:pt x="101068" y="30184"/>
                  </a:cubicBezTo>
                  <a:cubicBezTo>
                    <a:pt x="105113" y="32476"/>
                    <a:pt x="110313" y="35707"/>
                    <a:pt x="114641" y="40373"/>
                  </a:cubicBezTo>
                  <a:cubicBezTo>
                    <a:pt x="117901" y="43892"/>
                    <a:pt x="120872" y="48330"/>
                    <a:pt x="123468" y="53567"/>
                  </a:cubicBezTo>
                  <a:cubicBezTo>
                    <a:pt x="123595" y="53824"/>
                    <a:pt x="123718" y="54084"/>
                    <a:pt x="123842" y="54344"/>
                  </a:cubicBezTo>
                  <a:lnTo>
                    <a:pt x="124380" y="55470"/>
                  </a:lnTo>
                  <a:lnTo>
                    <a:pt x="124380" y="30691"/>
                  </a:lnTo>
                  <a:lnTo>
                    <a:pt x="124301" y="30630"/>
                  </a:lnTo>
                  <a:cubicBezTo>
                    <a:pt x="115571" y="23942"/>
                    <a:pt x="105512" y="20275"/>
                    <a:pt x="95782" y="16727"/>
                  </a:cubicBezTo>
                  <a:lnTo>
                    <a:pt x="94996" y="16442"/>
                  </a:lnTo>
                  <a:cubicBezTo>
                    <a:pt x="93760" y="15992"/>
                    <a:pt x="92525" y="15539"/>
                    <a:pt x="91289" y="15087"/>
                  </a:cubicBezTo>
                  <a:cubicBezTo>
                    <a:pt x="81300" y="11425"/>
                    <a:pt x="70971" y="7640"/>
                    <a:pt x="60557" y="5003"/>
                  </a:cubicBezTo>
                  <a:cubicBezTo>
                    <a:pt x="47087" y="1592"/>
                    <a:pt x="36071" y="0"/>
                    <a:pt x="25913" y="0"/>
                  </a:cubicBezTo>
                  <a:close/>
                  <a:moveTo>
                    <a:pt x="124380" y="55470"/>
                  </a:moveTo>
                  <a:lnTo>
                    <a:pt x="124380" y="55473"/>
                  </a:lnTo>
                  <a:lnTo>
                    <a:pt x="124381" y="55473"/>
                  </a:lnTo>
                  <a:lnTo>
                    <a:pt x="124380" y="5547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8"/>
            <p:cNvSpPr/>
            <p:nvPr/>
          </p:nvSpPr>
          <p:spPr>
            <a:xfrm>
              <a:off x="-97184" y="5469486"/>
              <a:ext cx="4473596" cy="1988630"/>
            </a:xfrm>
            <a:custGeom>
              <a:rect b="b" l="l" r="r" t="t"/>
              <a:pathLst>
                <a:path extrusionOk="0" h="49694" w="111791">
                  <a:moveTo>
                    <a:pt x="97341" y="420"/>
                  </a:moveTo>
                  <a:cubicBezTo>
                    <a:pt x="98733" y="420"/>
                    <a:pt x="99979" y="773"/>
                    <a:pt x="101045" y="1273"/>
                  </a:cubicBezTo>
                  <a:cubicBezTo>
                    <a:pt x="104764" y="3021"/>
                    <a:pt x="109232" y="7243"/>
                    <a:pt x="110572" y="11931"/>
                  </a:cubicBezTo>
                  <a:cubicBezTo>
                    <a:pt x="111369" y="14719"/>
                    <a:pt x="110985" y="17351"/>
                    <a:pt x="109429" y="19750"/>
                  </a:cubicBezTo>
                  <a:cubicBezTo>
                    <a:pt x="107469" y="22776"/>
                    <a:pt x="104270" y="24339"/>
                    <a:pt x="101702" y="25361"/>
                  </a:cubicBezTo>
                  <a:cubicBezTo>
                    <a:pt x="98754" y="26534"/>
                    <a:pt x="95452" y="27464"/>
                    <a:pt x="91607" y="28204"/>
                  </a:cubicBezTo>
                  <a:cubicBezTo>
                    <a:pt x="89921" y="28528"/>
                    <a:pt x="88200" y="28811"/>
                    <a:pt x="86532" y="29084"/>
                  </a:cubicBezTo>
                  <a:cubicBezTo>
                    <a:pt x="79681" y="30207"/>
                    <a:pt x="72597" y="31372"/>
                    <a:pt x="66253" y="35734"/>
                  </a:cubicBezTo>
                  <a:cubicBezTo>
                    <a:pt x="61721" y="38849"/>
                    <a:pt x="57707" y="43535"/>
                    <a:pt x="54638" y="49289"/>
                  </a:cubicBezTo>
                  <a:lnTo>
                    <a:pt x="3363" y="49289"/>
                  </a:lnTo>
                  <a:cubicBezTo>
                    <a:pt x="1730" y="49289"/>
                    <a:pt x="402" y="47585"/>
                    <a:pt x="402" y="45488"/>
                  </a:cubicBezTo>
                  <a:lnTo>
                    <a:pt x="402" y="27817"/>
                  </a:lnTo>
                  <a:cubicBezTo>
                    <a:pt x="6956" y="29756"/>
                    <a:pt x="13549" y="31125"/>
                    <a:pt x="20006" y="31888"/>
                  </a:cubicBezTo>
                  <a:cubicBezTo>
                    <a:pt x="24832" y="32458"/>
                    <a:pt x="29867" y="32744"/>
                    <a:pt x="35067" y="32744"/>
                  </a:cubicBezTo>
                  <a:cubicBezTo>
                    <a:pt x="39433" y="32744"/>
                    <a:pt x="43915" y="32543"/>
                    <a:pt x="48490" y="32140"/>
                  </a:cubicBezTo>
                  <a:cubicBezTo>
                    <a:pt x="52725" y="31766"/>
                    <a:pt x="57090" y="31156"/>
                    <a:pt x="61838" y="30276"/>
                  </a:cubicBezTo>
                  <a:cubicBezTo>
                    <a:pt x="65200" y="29650"/>
                    <a:pt x="69115" y="28700"/>
                    <a:pt x="72658" y="26377"/>
                  </a:cubicBezTo>
                  <a:cubicBezTo>
                    <a:pt x="76773" y="23677"/>
                    <a:pt x="79509" y="18971"/>
                    <a:pt x="82157" y="14419"/>
                  </a:cubicBezTo>
                  <a:cubicBezTo>
                    <a:pt x="83207" y="12610"/>
                    <a:pt x="84295" y="10742"/>
                    <a:pt x="85446" y="9038"/>
                  </a:cubicBezTo>
                  <a:cubicBezTo>
                    <a:pt x="89943" y="2389"/>
                    <a:pt x="94052" y="420"/>
                    <a:pt x="97341" y="420"/>
                  </a:cubicBezTo>
                  <a:close/>
                  <a:moveTo>
                    <a:pt x="97320" y="1"/>
                  </a:moveTo>
                  <a:cubicBezTo>
                    <a:pt x="92272" y="1"/>
                    <a:pt x="88015" y="4523"/>
                    <a:pt x="85113" y="8813"/>
                  </a:cubicBezTo>
                  <a:cubicBezTo>
                    <a:pt x="83953" y="10529"/>
                    <a:pt x="82863" y="12404"/>
                    <a:pt x="81808" y="14217"/>
                  </a:cubicBezTo>
                  <a:cubicBezTo>
                    <a:pt x="79187" y="18729"/>
                    <a:pt x="76473" y="23393"/>
                    <a:pt x="72437" y="26041"/>
                  </a:cubicBezTo>
                  <a:cubicBezTo>
                    <a:pt x="68955" y="28325"/>
                    <a:pt x="65088" y="29264"/>
                    <a:pt x="61763" y="29881"/>
                  </a:cubicBezTo>
                  <a:cubicBezTo>
                    <a:pt x="57027" y="30760"/>
                    <a:pt x="52675" y="31369"/>
                    <a:pt x="48454" y="31740"/>
                  </a:cubicBezTo>
                  <a:cubicBezTo>
                    <a:pt x="43892" y="32141"/>
                    <a:pt x="39422" y="32342"/>
                    <a:pt x="35069" y="32342"/>
                  </a:cubicBezTo>
                  <a:cubicBezTo>
                    <a:pt x="29883" y="32342"/>
                    <a:pt x="24864" y="32057"/>
                    <a:pt x="20053" y="31489"/>
                  </a:cubicBezTo>
                  <a:cubicBezTo>
                    <a:pt x="13535" y="30716"/>
                    <a:pt x="6875" y="29326"/>
                    <a:pt x="259" y="27354"/>
                  </a:cubicBezTo>
                  <a:lnTo>
                    <a:pt x="1" y="27277"/>
                  </a:lnTo>
                  <a:lnTo>
                    <a:pt x="1" y="45491"/>
                  </a:lnTo>
                  <a:cubicBezTo>
                    <a:pt x="1" y="47809"/>
                    <a:pt x="1508" y="49694"/>
                    <a:pt x="3363" y="49694"/>
                  </a:cubicBezTo>
                  <a:lnTo>
                    <a:pt x="54879" y="49694"/>
                  </a:lnTo>
                  <a:lnTo>
                    <a:pt x="54936" y="49585"/>
                  </a:lnTo>
                  <a:cubicBezTo>
                    <a:pt x="57983" y="43837"/>
                    <a:pt x="61975" y="39163"/>
                    <a:pt x="66481" y="36064"/>
                  </a:cubicBezTo>
                  <a:cubicBezTo>
                    <a:pt x="72751" y="31752"/>
                    <a:pt x="79791" y="30597"/>
                    <a:pt x="86599" y="29479"/>
                  </a:cubicBezTo>
                  <a:cubicBezTo>
                    <a:pt x="88267" y="29206"/>
                    <a:pt x="89993" y="28921"/>
                    <a:pt x="91683" y="28597"/>
                  </a:cubicBezTo>
                  <a:cubicBezTo>
                    <a:pt x="95554" y="27852"/>
                    <a:pt x="98882" y="26914"/>
                    <a:pt x="101852" y="25732"/>
                  </a:cubicBezTo>
                  <a:cubicBezTo>
                    <a:pt x="104477" y="24689"/>
                    <a:pt x="107747" y="23089"/>
                    <a:pt x="109769" y="19968"/>
                  </a:cubicBezTo>
                  <a:cubicBezTo>
                    <a:pt x="111389" y="17466"/>
                    <a:pt x="111791" y="14724"/>
                    <a:pt x="110961" y="11820"/>
                  </a:cubicBezTo>
                  <a:cubicBezTo>
                    <a:pt x="109585" y="7016"/>
                    <a:pt x="105018" y="2695"/>
                    <a:pt x="101216" y="909"/>
                  </a:cubicBezTo>
                  <a:cubicBezTo>
                    <a:pt x="99874" y="279"/>
                    <a:pt x="98573" y="1"/>
                    <a:pt x="97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28"/>
            <p:cNvSpPr/>
            <p:nvPr/>
          </p:nvSpPr>
          <p:spPr>
            <a:xfrm>
              <a:off x="2768223" y="6729454"/>
              <a:ext cx="4335456" cy="728679"/>
            </a:xfrm>
            <a:custGeom>
              <a:rect b="b" l="l" r="r" t="t"/>
              <a:pathLst>
                <a:path extrusionOk="0" h="18209" w="108339">
                  <a:moveTo>
                    <a:pt x="27698" y="402"/>
                  </a:moveTo>
                  <a:cubicBezTo>
                    <a:pt x="32888" y="402"/>
                    <a:pt x="38022" y="2124"/>
                    <a:pt x="42576" y="3656"/>
                  </a:cubicBezTo>
                  <a:cubicBezTo>
                    <a:pt x="47416" y="5283"/>
                    <a:pt x="52582" y="6948"/>
                    <a:pt x="57857" y="7844"/>
                  </a:cubicBezTo>
                  <a:cubicBezTo>
                    <a:pt x="62292" y="8597"/>
                    <a:pt x="66755" y="8977"/>
                    <a:pt x="71177" y="8977"/>
                  </a:cubicBezTo>
                  <a:cubicBezTo>
                    <a:pt x="72693" y="8977"/>
                    <a:pt x="74204" y="8932"/>
                    <a:pt x="75707" y="8843"/>
                  </a:cubicBezTo>
                  <a:cubicBezTo>
                    <a:pt x="78578" y="8671"/>
                    <a:pt x="81363" y="8335"/>
                    <a:pt x="83983" y="7841"/>
                  </a:cubicBezTo>
                  <a:cubicBezTo>
                    <a:pt x="84740" y="7698"/>
                    <a:pt x="85506" y="7531"/>
                    <a:pt x="86246" y="7371"/>
                  </a:cubicBezTo>
                  <a:cubicBezTo>
                    <a:pt x="87567" y="7085"/>
                    <a:pt x="88932" y="6788"/>
                    <a:pt x="90288" y="6616"/>
                  </a:cubicBezTo>
                  <a:cubicBezTo>
                    <a:pt x="91569" y="6455"/>
                    <a:pt x="92767" y="6374"/>
                    <a:pt x="93889" y="6374"/>
                  </a:cubicBezTo>
                  <a:cubicBezTo>
                    <a:pt x="97369" y="6374"/>
                    <a:pt x="100126" y="7157"/>
                    <a:pt x="102405" y="8765"/>
                  </a:cubicBezTo>
                  <a:cubicBezTo>
                    <a:pt x="104715" y="10399"/>
                    <a:pt x="107752" y="14521"/>
                    <a:pt x="107336" y="17804"/>
                  </a:cubicBezTo>
                  <a:lnTo>
                    <a:pt x="2840" y="17804"/>
                  </a:lnTo>
                  <a:cubicBezTo>
                    <a:pt x="2038" y="16930"/>
                    <a:pt x="1495" y="16015"/>
                    <a:pt x="1180" y="15011"/>
                  </a:cubicBezTo>
                  <a:cubicBezTo>
                    <a:pt x="328" y="12292"/>
                    <a:pt x="1140" y="8835"/>
                    <a:pt x="2950" y="7464"/>
                  </a:cubicBezTo>
                  <a:cubicBezTo>
                    <a:pt x="4188" y="6527"/>
                    <a:pt x="5746" y="6255"/>
                    <a:pt x="7263" y="6255"/>
                  </a:cubicBezTo>
                  <a:cubicBezTo>
                    <a:pt x="8508" y="6255"/>
                    <a:pt x="9724" y="6438"/>
                    <a:pt x="10713" y="6586"/>
                  </a:cubicBezTo>
                  <a:cubicBezTo>
                    <a:pt x="13555" y="7015"/>
                    <a:pt x="16398" y="7815"/>
                    <a:pt x="19148" y="8591"/>
                  </a:cubicBezTo>
                  <a:cubicBezTo>
                    <a:pt x="20420" y="8950"/>
                    <a:pt x="21733" y="9320"/>
                    <a:pt x="23031" y="9648"/>
                  </a:cubicBezTo>
                  <a:cubicBezTo>
                    <a:pt x="23892" y="9867"/>
                    <a:pt x="24772" y="10044"/>
                    <a:pt x="25624" y="10217"/>
                  </a:cubicBezTo>
                  <a:cubicBezTo>
                    <a:pt x="26578" y="10410"/>
                    <a:pt x="27561" y="10610"/>
                    <a:pt x="28520" y="10866"/>
                  </a:cubicBezTo>
                  <a:cubicBezTo>
                    <a:pt x="29266" y="11066"/>
                    <a:pt x="30023" y="11287"/>
                    <a:pt x="30753" y="11502"/>
                  </a:cubicBezTo>
                  <a:cubicBezTo>
                    <a:pt x="31592" y="11746"/>
                    <a:pt x="32458" y="12000"/>
                    <a:pt x="33317" y="12223"/>
                  </a:cubicBezTo>
                  <a:lnTo>
                    <a:pt x="33467" y="12263"/>
                  </a:lnTo>
                  <a:cubicBezTo>
                    <a:pt x="34991" y="12659"/>
                    <a:pt x="36728" y="13111"/>
                    <a:pt x="38421" y="13111"/>
                  </a:cubicBezTo>
                  <a:cubicBezTo>
                    <a:pt x="39680" y="13111"/>
                    <a:pt x="40914" y="12861"/>
                    <a:pt x="42017" y="12152"/>
                  </a:cubicBezTo>
                  <a:cubicBezTo>
                    <a:pt x="42247" y="12003"/>
                    <a:pt x="42254" y="11687"/>
                    <a:pt x="42130" y="11480"/>
                  </a:cubicBezTo>
                  <a:cubicBezTo>
                    <a:pt x="39927" y="7838"/>
                    <a:pt x="35420" y="7355"/>
                    <a:pt x="32131" y="7002"/>
                  </a:cubicBezTo>
                  <a:cubicBezTo>
                    <a:pt x="30552" y="6834"/>
                    <a:pt x="28936" y="6794"/>
                    <a:pt x="27373" y="6755"/>
                  </a:cubicBezTo>
                  <a:cubicBezTo>
                    <a:pt x="24971" y="6694"/>
                    <a:pt x="22485" y="6634"/>
                    <a:pt x="20094" y="6098"/>
                  </a:cubicBezTo>
                  <a:lnTo>
                    <a:pt x="19861" y="6045"/>
                  </a:lnTo>
                  <a:cubicBezTo>
                    <a:pt x="19174" y="5899"/>
                    <a:pt x="18323" y="5715"/>
                    <a:pt x="17845" y="5185"/>
                  </a:cubicBezTo>
                  <a:cubicBezTo>
                    <a:pt x="17683" y="5000"/>
                    <a:pt x="17613" y="4809"/>
                    <a:pt x="17637" y="4599"/>
                  </a:cubicBezTo>
                  <a:cubicBezTo>
                    <a:pt x="17720" y="3886"/>
                    <a:pt x="18816" y="3119"/>
                    <a:pt x="19284" y="2791"/>
                  </a:cubicBezTo>
                  <a:lnTo>
                    <a:pt x="19370" y="2730"/>
                  </a:lnTo>
                  <a:cubicBezTo>
                    <a:pt x="21382" y="1313"/>
                    <a:pt x="23882" y="535"/>
                    <a:pt x="26803" y="420"/>
                  </a:cubicBezTo>
                  <a:cubicBezTo>
                    <a:pt x="27101" y="408"/>
                    <a:pt x="27399" y="402"/>
                    <a:pt x="27698" y="402"/>
                  </a:cubicBezTo>
                  <a:close/>
                  <a:moveTo>
                    <a:pt x="27716" y="0"/>
                  </a:moveTo>
                  <a:cubicBezTo>
                    <a:pt x="27408" y="0"/>
                    <a:pt x="27101" y="6"/>
                    <a:pt x="26793" y="18"/>
                  </a:cubicBezTo>
                  <a:cubicBezTo>
                    <a:pt x="23792" y="137"/>
                    <a:pt x="21220" y="940"/>
                    <a:pt x="19143" y="2401"/>
                  </a:cubicBezTo>
                  <a:lnTo>
                    <a:pt x="19057" y="2461"/>
                  </a:lnTo>
                  <a:cubicBezTo>
                    <a:pt x="18500" y="2850"/>
                    <a:pt x="17342" y="3659"/>
                    <a:pt x="17241" y="4552"/>
                  </a:cubicBezTo>
                  <a:cubicBezTo>
                    <a:pt x="17204" y="4879"/>
                    <a:pt x="17307" y="5183"/>
                    <a:pt x="17550" y="5452"/>
                  </a:cubicBezTo>
                  <a:cubicBezTo>
                    <a:pt x="18114" y="6081"/>
                    <a:pt x="19037" y="6279"/>
                    <a:pt x="19779" y="6438"/>
                  </a:cubicBezTo>
                  <a:lnTo>
                    <a:pt x="20009" y="6488"/>
                  </a:lnTo>
                  <a:cubicBezTo>
                    <a:pt x="22436" y="7034"/>
                    <a:pt x="24942" y="7095"/>
                    <a:pt x="27366" y="7155"/>
                  </a:cubicBezTo>
                  <a:cubicBezTo>
                    <a:pt x="28920" y="7194"/>
                    <a:pt x="30528" y="7234"/>
                    <a:pt x="32089" y="7401"/>
                  </a:cubicBezTo>
                  <a:cubicBezTo>
                    <a:pt x="35297" y="7744"/>
                    <a:pt x="39689" y="8215"/>
                    <a:pt x="41788" y="11686"/>
                  </a:cubicBezTo>
                  <a:cubicBezTo>
                    <a:pt x="41818" y="11736"/>
                    <a:pt x="41813" y="11800"/>
                    <a:pt x="41803" y="11810"/>
                  </a:cubicBezTo>
                  <a:cubicBezTo>
                    <a:pt x="40777" y="12469"/>
                    <a:pt x="39614" y="12703"/>
                    <a:pt x="38419" y="12703"/>
                  </a:cubicBezTo>
                  <a:cubicBezTo>
                    <a:pt x="36773" y="12703"/>
                    <a:pt x="35066" y="12260"/>
                    <a:pt x="33571" y="11872"/>
                  </a:cubicBezTo>
                  <a:lnTo>
                    <a:pt x="33421" y="11832"/>
                  </a:lnTo>
                  <a:cubicBezTo>
                    <a:pt x="32568" y="11613"/>
                    <a:pt x="31706" y="11359"/>
                    <a:pt x="30871" y="11114"/>
                  </a:cubicBezTo>
                  <a:cubicBezTo>
                    <a:pt x="30136" y="10900"/>
                    <a:pt x="29377" y="10677"/>
                    <a:pt x="28627" y="10477"/>
                  </a:cubicBezTo>
                  <a:cubicBezTo>
                    <a:pt x="27659" y="10217"/>
                    <a:pt x="26667" y="10017"/>
                    <a:pt x="25708" y="9823"/>
                  </a:cubicBezTo>
                  <a:cubicBezTo>
                    <a:pt x="24862" y="9650"/>
                    <a:pt x="23985" y="9473"/>
                    <a:pt x="23133" y="9257"/>
                  </a:cubicBezTo>
                  <a:cubicBezTo>
                    <a:pt x="21840" y="8930"/>
                    <a:pt x="20529" y="8560"/>
                    <a:pt x="19261" y="8202"/>
                  </a:cubicBezTo>
                  <a:cubicBezTo>
                    <a:pt x="16498" y="7424"/>
                    <a:pt x="13642" y="6619"/>
                    <a:pt x="10776" y="6188"/>
                  </a:cubicBezTo>
                  <a:cubicBezTo>
                    <a:pt x="9769" y="6036"/>
                    <a:pt x="8534" y="5850"/>
                    <a:pt x="7263" y="5850"/>
                  </a:cubicBezTo>
                  <a:cubicBezTo>
                    <a:pt x="5677" y="5850"/>
                    <a:pt x="4036" y="6139"/>
                    <a:pt x="2711" y="7142"/>
                  </a:cubicBezTo>
                  <a:cubicBezTo>
                    <a:pt x="579" y="8757"/>
                    <a:pt x="1" y="12576"/>
                    <a:pt x="798" y="15131"/>
                  </a:cubicBezTo>
                  <a:cubicBezTo>
                    <a:pt x="1138" y="16218"/>
                    <a:pt x="1730" y="17203"/>
                    <a:pt x="2606" y="18144"/>
                  </a:cubicBezTo>
                  <a:lnTo>
                    <a:pt x="2666" y="18209"/>
                  </a:lnTo>
                  <a:lnTo>
                    <a:pt x="107680" y="18209"/>
                  </a:lnTo>
                  <a:lnTo>
                    <a:pt x="107713" y="18040"/>
                  </a:lnTo>
                  <a:cubicBezTo>
                    <a:pt x="108339" y="14231"/>
                    <a:pt x="104720" y="9907"/>
                    <a:pt x="102642" y="8438"/>
                  </a:cubicBezTo>
                  <a:cubicBezTo>
                    <a:pt x="100295" y="6780"/>
                    <a:pt x="97465" y="5972"/>
                    <a:pt x="93901" y="5972"/>
                  </a:cubicBezTo>
                  <a:cubicBezTo>
                    <a:pt x="92759" y="5972"/>
                    <a:pt x="91543" y="6055"/>
                    <a:pt x="90243" y="6219"/>
                  </a:cubicBezTo>
                  <a:cubicBezTo>
                    <a:pt x="88870" y="6392"/>
                    <a:pt x="87495" y="6691"/>
                    <a:pt x="86166" y="6979"/>
                  </a:cubicBezTo>
                  <a:cubicBezTo>
                    <a:pt x="85428" y="7141"/>
                    <a:pt x="84666" y="7307"/>
                    <a:pt x="83913" y="7448"/>
                  </a:cubicBezTo>
                  <a:cubicBezTo>
                    <a:pt x="81310" y="7937"/>
                    <a:pt x="78543" y="8272"/>
                    <a:pt x="75687" y="8443"/>
                  </a:cubicBezTo>
                  <a:cubicBezTo>
                    <a:pt x="74193" y="8531"/>
                    <a:pt x="72692" y="8575"/>
                    <a:pt x="71186" y="8575"/>
                  </a:cubicBezTo>
                  <a:cubicBezTo>
                    <a:pt x="66784" y="8575"/>
                    <a:pt x="62342" y="8199"/>
                    <a:pt x="57928" y="7448"/>
                  </a:cubicBezTo>
                  <a:cubicBezTo>
                    <a:pt x="52682" y="6556"/>
                    <a:pt x="47532" y="4898"/>
                    <a:pt x="42708" y="3276"/>
                  </a:cubicBezTo>
                  <a:cubicBezTo>
                    <a:pt x="38128" y="1734"/>
                    <a:pt x="32975" y="0"/>
                    <a:pt x="277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8"/>
            <p:cNvSpPr/>
            <p:nvPr/>
          </p:nvSpPr>
          <p:spPr>
            <a:xfrm>
              <a:off x="4932235" y="5894718"/>
              <a:ext cx="4348422" cy="1563444"/>
            </a:xfrm>
            <a:custGeom>
              <a:rect b="b" l="l" r="r" t="t"/>
              <a:pathLst>
                <a:path extrusionOk="0" h="39069" w="108663">
                  <a:moveTo>
                    <a:pt x="46151" y="403"/>
                  </a:moveTo>
                  <a:cubicBezTo>
                    <a:pt x="46500" y="403"/>
                    <a:pt x="46847" y="405"/>
                    <a:pt x="47194" y="409"/>
                  </a:cubicBezTo>
                  <a:cubicBezTo>
                    <a:pt x="60555" y="576"/>
                    <a:pt x="71907" y="4288"/>
                    <a:pt x="80932" y="11441"/>
                  </a:cubicBezTo>
                  <a:cubicBezTo>
                    <a:pt x="84958" y="14633"/>
                    <a:pt x="88903" y="18201"/>
                    <a:pt x="92718" y="21653"/>
                  </a:cubicBezTo>
                  <a:cubicBezTo>
                    <a:pt x="94523" y="23286"/>
                    <a:pt x="96389" y="24974"/>
                    <a:pt x="98238" y="26600"/>
                  </a:cubicBezTo>
                  <a:cubicBezTo>
                    <a:pt x="101177" y="29181"/>
                    <a:pt x="104663" y="32202"/>
                    <a:pt x="108257" y="35034"/>
                  </a:cubicBezTo>
                  <a:cubicBezTo>
                    <a:pt x="108185" y="37046"/>
                    <a:pt x="106877" y="38663"/>
                    <a:pt x="105303" y="38663"/>
                  </a:cubicBezTo>
                  <a:lnTo>
                    <a:pt x="95006" y="38663"/>
                  </a:lnTo>
                  <a:cubicBezTo>
                    <a:pt x="94337" y="37862"/>
                    <a:pt x="93741" y="37110"/>
                    <a:pt x="93190" y="36368"/>
                  </a:cubicBezTo>
                  <a:cubicBezTo>
                    <a:pt x="91738" y="34415"/>
                    <a:pt x="90482" y="32209"/>
                    <a:pt x="89268" y="30076"/>
                  </a:cubicBezTo>
                  <a:cubicBezTo>
                    <a:pt x="88255" y="28296"/>
                    <a:pt x="87207" y="26455"/>
                    <a:pt x="86046" y="24761"/>
                  </a:cubicBezTo>
                  <a:cubicBezTo>
                    <a:pt x="84901" y="23090"/>
                    <a:pt x="83654" y="21394"/>
                    <a:pt x="82109" y="20589"/>
                  </a:cubicBezTo>
                  <a:cubicBezTo>
                    <a:pt x="81766" y="20411"/>
                    <a:pt x="81285" y="20282"/>
                    <a:pt x="80790" y="20282"/>
                  </a:cubicBezTo>
                  <a:cubicBezTo>
                    <a:pt x="80446" y="20282"/>
                    <a:pt x="80095" y="20344"/>
                    <a:pt x="79779" y="20494"/>
                  </a:cubicBezTo>
                  <a:cubicBezTo>
                    <a:pt x="79253" y="20744"/>
                    <a:pt x="78909" y="21200"/>
                    <a:pt x="78784" y="21809"/>
                  </a:cubicBezTo>
                  <a:cubicBezTo>
                    <a:pt x="78479" y="23295"/>
                    <a:pt x="79725" y="24879"/>
                    <a:pt x="80550" y="25925"/>
                  </a:cubicBezTo>
                  <a:cubicBezTo>
                    <a:pt x="80666" y="26074"/>
                    <a:pt x="80775" y="26210"/>
                    <a:pt x="80868" y="26335"/>
                  </a:cubicBezTo>
                  <a:cubicBezTo>
                    <a:pt x="81946" y="27764"/>
                    <a:pt x="82835" y="29354"/>
                    <a:pt x="83661" y="31345"/>
                  </a:cubicBezTo>
                  <a:cubicBezTo>
                    <a:pt x="84287" y="32848"/>
                    <a:pt x="85364" y="35767"/>
                    <a:pt x="85660" y="38663"/>
                  </a:cubicBezTo>
                  <a:lnTo>
                    <a:pt x="76327" y="38663"/>
                  </a:lnTo>
                  <a:cubicBezTo>
                    <a:pt x="76685" y="34328"/>
                    <a:pt x="75134" y="29497"/>
                    <a:pt x="72336" y="26295"/>
                  </a:cubicBezTo>
                  <a:cubicBezTo>
                    <a:pt x="70016" y="23636"/>
                    <a:pt x="66829" y="21619"/>
                    <a:pt x="62597" y="20130"/>
                  </a:cubicBezTo>
                  <a:cubicBezTo>
                    <a:pt x="58968" y="18853"/>
                    <a:pt x="54987" y="18071"/>
                    <a:pt x="50066" y="17668"/>
                  </a:cubicBezTo>
                  <a:cubicBezTo>
                    <a:pt x="47919" y="17494"/>
                    <a:pt x="45723" y="17407"/>
                    <a:pt x="43437" y="17407"/>
                  </a:cubicBezTo>
                  <a:cubicBezTo>
                    <a:pt x="41731" y="17407"/>
                    <a:pt x="39974" y="17455"/>
                    <a:pt x="38150" y="17552"/>
                  </a:cubicBezTo>
                  <a:cubicBezTo>
                    <a:pt x="34341" y="17757"/>
                    <a:pt x="31394" y="18197"/>
                    <a:pt x="28604" y="18985"/>
                  </a:cubicBezTo>
                  <a:cubicBezTo>
                    <a:pt x="27525" y="19288"/>
                    <a:pt x="26448" y="19608"/>
                    <a:pt x="25369" y="19927"/>
                  </a:cubicBezTo>
                  <a:cubicBezTo>
                    <a:pt x="21997" y="20924"/>
                    <a:pt x="18511" y="21956"/>
                    <a:pt x="15020" y="22506"/>
                  </a:cubicBezTo>
                  <a:cubicBezTo>
                    <a:pt x="13538" y="22740"/>
                    <a:pt x="11993" y="22922"/>
                    <a:pt x="10477" y="22922"/>
                  </a:cubicBezTo>
                  <a:cubicBezTo>
                    <a:pt x="7660" y="22922"/>
                    <a:pt x="4942" y="22294"/>
                    <a:pt x="2908" y="20201"/>
                  </a:cubicBezTo>
                  <a:cubicBezTo>
                    <a:pt x="2318" y="19594"/>
                    <a:pt x="445" y="17417"/>
                    <a:pt x="1110" y="14892"/>
                  </a:cubicBezTo>
                  <a:cubicBezTo>
                    <a:pt x="1609" y="13004"/>
                    <a:pt x="3139" y="11676"/>
                    <a:pt x="4417" y="10728"/>
                  </a:cubicBezTo>
                  <a:cubicBezTo>
                    <a:pt x="7502" y="8442"/>
                    <a:pt x="11094" y="7120"/>
                    <a:pt x="14506" y="5962"/>
                  </a:cubicBezTo>
                  <a:cubicBezTo>
                    <a:pt x="25380" y="2272"/>
                    <a:pt x="36012" y="403"/>
                    <a:pt x="46151" y="403"/>
                  </a:cubicBezTo>
                  <a:close/>
                  <a:moveTo>
                    <a:pt x="46184" y="0"/>
                  </a:moveTo>
                  <a:cubicBezTo>
                    <a:pt x="35995" y="0"/>
                    <a:pt x="25302" y="1873"/>
                    <a:pt x="14376" y="5582"/>
                  </a:cubicBezTo>
                  <a:cubicBezTo>
                    <a:pt x="10932" y="6749"/>
                    <a:pt x="7309" y="8083"/>
                    <a:pt x="4175" y="10405"/>
                  </a:cubicBezTo>
                  <a:cubicBezTo>
                    <a:pt x="2845" y="11391"/>
                    <a:pt x="1250" y="12780"/>
                    <a:pt x="720" y="14790"/>
                  </a:cubicBezTo>
                  <a:cubicBezTo>
                    <a:pt x="0" y="17521"/>
                    <a:pt x="1992" y="19837"/>
                    <a:pt x="2618" y="20484"/>
                  </a:cubicBezTo>
                  <a:cubicBezTo>
                    <a:pt x="4745" y="22672"/>
                    <a:pt x="7559" y="23326"/>
                    <a:pt x="10464" y="23326"/>
                  </a:cubicBezTo>
                  <a:cubicBezTo>
                    <a:pt x="12008" y="23326"/>
                    <a:pt x="13578" y="23141"/>
                    <a:pt x="15083" y="22903"/>
                  </a:cubicBezTo>
                  <a:cubicBezTo>
                    <a:pt x="18599" y="22350"/>
                    <a:pt x="22098" y="21314"/>
                    <a:pt x="25483" y="20314"/>
                  </a:cubicBezTo>
                  <a:cubicBezTo>
                    <a:pt x="26558" y="19996"/>
                    <a:pt x="27635" y="19678"/>
                    <a:pt x="28713" y="19374"/>
                  </a:cubicBezTo>
                  <a:cubicBezTo>
                    <a:pt x="31476" y="18595"/>
                    <a:pt x="34392" y="18158"/>
                    <a:pt x="38171" y="17957"/>
                  </a:cubicBezTo>
                  <a:cubicBezTo>
                    <a:pt x="39992" y="17859"/>
                    <a:pt x="41744" y="17811"/>
                    <a:pt x="43446" y="17811"/>
                  </a:cubicBezTo>
                  <a:cubicBezTo>
                    <a:pt x="45718" y="17811"/>
                    <a:pt x="47900" y="17898"/>
                    <a:pt x="50034" y="18072"/>
                  </a:cubicBezTo>
                  <a:cubicBezTo>
                    <a:pt x="54919" y="18471"/>
                    <a:pt x="58869" y="19245"/>
                    <a:pt x="62464" y="20513"/>
                  </a:cubicBezTo>
                  <a:cubicBezTo>
                    <a:pt x="66629" y="21980"/>
                    <a:pt x="69761" y="23959"/>
                    <a:pt x="72035" y="26564"/>
                  </a:cubicBezTo>
                  <a:cubicBezTo>
                    <a:pt x="74808" y="29740"/>
                    <a:pt x="76328" y="34562"/>
                    <a:pt x="75907" y="38847"/>
                  </a:cubicBezTo>
                  <a:lnTo>
                    <a:pt x="75885" y="39069"/>
                  </a:lnTo>
                  <a:lnTo>
                    <a:pt x="86103" y="39069"/>
                  </a:lnTo>
                  <a:lnTo>
                    <a:pt x="86083" y="38849"/>
                  </a:lnTo>
                  <a:cubicBezTo>
                    <a:pt x="85816" y="35827"/>
                    <a:pt x="84685" y="32755"/>
                    <a:pt x="84035" y="31193"/>
                  </a:cubicBezTo>
                  <a:cubicBezTo>
                    <a:pt x="83194" y="29170"/>
                    <a:pt x="82289" y="27550"/>
                    <a:pt x="81192" y="26094"/>
                  </a:cubicBezTo>
                  <a:cubicBezTo>
                    <a:pt x="81095" y="25968"/>
                    <a:pt x="80986" y="25829"/>
                    <a:pt x="80868" y="25679"/>
                  </a:cubicBezTo>
                  <a:cubicBezTo>
                    <a:pt x="80089" y="24692"/>
                    <a:pt x="78913" y="23196"/>
                    <a:pt x="79180" y="21893"/>
                  </a:cubicBezTo>
                  <a:cubicBezTo>
                    <a:pt x="79280" y="21406"/>
                    <a:pt x="79542" y="21057"/>
                    <a:pt x="79953" y="20860"/>
                  </a:cubicBezTo>
                  <a:cubicBezTo>
                    <a:pt x="80215" y="20736"/>
                    <a:pt x="80506" y="20684"/>
                    <a:pt x="80793" y="20684"/>
                  </a:cubicBezTo>
                  <a:cubicBezTo>
                    <a:pt x="81216" y="20684"/>
                    <a:pt x="81630" y="20796"/>
                    <a:pt x="81925" y="20950"/>
                  </a:cubicBezTo>
                  <a:cubicBezTo>
                    <a:pt x="83388" y="21710"/>
                    <a:pt x="84600" y="23365"/>
                    <a:pt x="85716" y="24991"/>
                  </a:cubicBezTo>
                  <a:cubicBezTo>
                    <a:pt x="86867" y="26672"/>
                    <a:pt x="87910" y="28506"/>
                    <a:pt x="88919" y="30277"/>
                  </a:cubicBezTo>
                  <a:cubicBezTo>
                    <a:pt x="90139" y="32421"/>
                    <a:pt x="91401" y="34638"/>
                    <a:pt x="92868" y="36611"/>
                  </a:cubicBezTo>
                  <a:cubicBezTo>
                    <a:pt x="93440" y="37380"/>
                    <a:pt x="94059" y="38160"/>
                    <a:pt x="94759" y="38996"/>
                  </a:cubicBezTo>
                  <a:lnTo>
                    <a:pt x="94819" y="39068"/>
                  </a:lnTo>
                  <a:lnTo>
                    <a:pt x="105303" y="39068"/>
                  </a:lnTo>
                  <a:cubicBezTo>
                    <a:pt x="107121" y="39068"/>
                    <a:pt x="108627" y="37217"/>
                    <a:pt x="108661" y="34947"/>
                  </a:cubicBezTo>
                  <a:lnTo>
                    <a:pt x="108663" y="34847"/>
                  </a:lnTo>
                  <a:lnTo>
                    <a:pt x="108584" y="34784"/>
                  </a:lnTo>
                  <a:cubicBezTo>
                    <a:pt x="104971" y="31939"/>
                    <a:pt x="101460" y="28897"/>
                    <a:pt x="98502" y="26300"/>
                  </a:cubicBezTo>
                  <a:cubicBezTo>
                    <a:pt x="96655" y="24675"/>
                    <a:pt x="94790" y="22989"/>
                    <a:pt x="92987" y="21357"/>
                  </a:cubicBezTo>
                  <a:cubicBezTo>
                    <a:pt x="89168" y="17899"/>
                    <a:pt x="85217" y="14326"/>
                    <a:pt x="81181" y="11127"/>
                  </a:cubicBezTo>
                  <a:cubicBezTo>
                    <a:pt x="72085" y="3918"/>
                    <a:pt x="60650" y="176"/>
                    <a:pt x="47197" y="6"/>
                  </a:cubicBezTo>
                  <a:cubicBezTo>
                    <a:pt x="46860" y="2"/>
                    <a:pt x="46522" y="0"/>
                    <a:pt x="46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28"/>
            <p:cNvSpPr/>
            <p:nvPr/>
          </p:nvSpPr>
          <p:spPr>
            <a:xfrm>
              <a:off x="5065015" y="-120714"/>
              <a:ext cx="4355665" cy="807744"/>
            </a:xfrm>
            <a:custGeom>
              <a:rect b="b" l="l" r="r" t="t"/>
              <a:pathLst>
                <a:path extrusionOk="0" h="28164" w="108844">
                  <a:moveTo>
                    <a:pt x="105484" y="409"/>
                  </a:moveTo>
                  <a:cubicBezTo>
                    <a:pt x="107116" y="409"/>
                    <a:pt x="108443" y="2114"/>
                    <a:pt x="108443" y="4208"/>
                  </a:cubicBezTo>
                  <a:lnTo>
                    <a:pt x="108443" y="9441"/>
                  </a:lnTo>
                  <a:cubicBezTo>
                    <a:pt x="107791" y="9431"/>
                    <a:pt x="107138" y="9426"/>
                    <a:pt x="106485" y="9426"/>
                  </a:cubicBezTo>
                  <a:cubicBezTo>
                    <a:pt x="96929" y="9426"/>
                    <a:pt x="87281" y="10461"/>
                    <a:pt x="77432" y="11618"/>
                  </a:cubicBezTo>
                  <a:lnTo>
                    <a:pt x="74438" y="11967"/>
                  </a:lnTo>
                  <a:cubicBezTo>
                    <a:pt x="68077" y="12707"/>
                    <a:pt x="61497" y="13471"/>
                    <a:pt x="55052" y="14524"/>
                  </a:cubicBezTo>
                  <a:cubicBezTo>
                    <a:pt x="50937" y="15196"/>
                    <a:pt x="47239" y="15919"/>
                    <a:pt x="43750" y="16739"/>
                  </a:cubicBezTo>
                  <a:cubicBezTo>
                    <a:pt x="39671" y="17698"/>
                    <a:pt x="36280" y="18535"/>
                    <a:pt x="32894" y="19868"/>
                  </a:cubicBezTo>
                  <a:cubicBezTo>
                    <a:pt x="30642" y="20754"/>
                    <a:pt x="28443" y="21986"/>
                    <a:pt x="26315" y="23179"/>
                  </a:cubicBezTo>
                  <a:cubicBezTo>
                    <a:pt x="22603" y="25262"/>
                    <a:pt x="18761" y="27414"/>
                    <a:pt x="14582" y="27728"/>
                  </a:cubicBezTo>
                  <a:cubicBezTo>
                    <a:pt x="14284" y="27750"/>
                    <a:pt x="13983" y="27761"/>
                    <a:pt x="13680" y="27761"/>
                  </a:cubicBezTo>
                  <a:cubicBezTo>
                    <a:pt x="8600" y="27761"/>
                    <a:pt x="3011" y="24606"/>
                    <a:pt x="1265" y="17265"/>
                  </a:cubicBezTo>
                  <a:cubicBezTo>
                    <a:pt x="424" y="13728"/>
                    <a:pt x="774" y="10998"/>
                    <a:pt x="2304" y="9148"/>
                  </a:cubicBezTo>
                  <a:cubicBezTo>
                    <a:pt x="3847" y="7282"/>
                    <a:pt x="6123" y="6467"/>
                    <a:pt x="8144" y="5916"/>
                  </a:cubicBezTo>
                  <a:cubicBezTo>
                    <a:pt x="14663" y="4135"/>
                    <a:pt x="21503" y="4060"/>
                    <a:pt x="27536" y="3991"/>
                  </a:cubicBezTo>
                  <a:lnTo>
                    <a:pt x="28284" y="3982"/>
                  </a:lnTo>
                  <a:cubicBezTo>
                    <a:pt x="35338" y="3908"/>
                    <a:pt x="42635" y="3830"/>
                    <a:pt x="49562" y="1411"/>
                  </a:cubicBezTo>
                  <a:cubicBezTo>
                    <a:pt x="50530" y="1072"/>
                    <a:pt x="51303" y="753"/>
                    <a:pt x="51989" y="409"/>
                  </a:cubicBezTo>
                  <a:lnTo>
                    <a:pt x="51989" y="410"/>
                  </a:lnTo>
                  <a:lnTo>
                    <a:pt x="77472" y="410"/>
                  </a:lnTo>
                  <a:cubicBezTo>
                    <a:pt x="75657" y="1022"/>
                    <a:pt x="73845" y="1526"/>
                    <a:pt x="72138" y="1986"/>
                  </a:cubicBezTo>
                  <a:cubicBezTo>
                    <a:pt x="71479" y="2162"/>
                    <a:pt x="70816" y="2334"/>
                    <a:pt x="70156" y="2505"/>
                  </a:cubicBezTo>
                  <a:cubicBezTo>
                    <a:pt x="68329" y="2977"/>
                    <a:pt x="66440" y="3467"/>
                    <a:pt x="64605" y="4082"/>
                  </a:cubicBezTo>
                  <a:cubicBezTo>
                    <a:pt x="61004" y="5291"/>
                    <a:pt x="57124" y="6040"/>
                    <a:pt x="52740" y="6369"/>
                  </a:cubicBezTo>
                  <a:cubicBezTo>
                    <a:pt x="49638" y="6602"/>
                    <a:pt x="46418" y="6602"/>
                    <a:pt x="43304" y="6603"/>
                  </a:cubicBezTo>
                  <a:cubicBezTo>
                    <a:pt x="34965" y="6606"/>
                    <a:pt x="26344" y="6609"/>
                    <a:pt x="18528" y="10955"/>
                  </a:cubicBezTo>
                  <a:cubicBezTo>
                    <a:pt x="14223" y="13350"/>
                    <a:pt x="12644" y="15910"/>
                    <a:pt x="13835" y="18561"/>
                  </a:cubicBezTo>
                  <a:cubicBezTo>
                    <a:pt x="14838" y="20791"/>
                    <a:pt x="17057" y="22107"/>
                    <a:pt x="18813" y="22421"/>
                  </a:cubicBezTo>
                  <a:cubicBezTo>
                    <a:pt x="19239" y="22498"/>
                    <a:pt x="19668" y="22533"/>
                    <a:pt x="20097" y="22533"/>
                  </a:cubicBezTo>
                  <a:cubicBezTo>
                    <a:pt x="22307" y="22533"/>
                    <a:pt x="24513" y="21604"/>
                    <a:pt x="26433" y="20647"/>
                  </a:cubicBezTo>
                  <a:cubicBezTo>
                    <a:pt x="27444" y="20142"/>
                    <a:pt x="28451" y="19561"/>
                    <a:pt x="29427" y="18998"/>
                  </a:cubicBezTo>
                  <a:cubicBezTo>
                    <a:pt x="30955" y="18116"/>
                    <a:pt x="32534" y="17203"/>
                    <a:pt x="34157" y="16576"/>
                  </a:cubicBezTo>
                  <a:cubicBezTo>
                    <a:pt x="37956" y="15106"/>
                    <a:pt x="41874" y="14247"/>
                    <a:pt x="44864" y="13661"/>
                  </a:cubicBezTo>
                  <a:cubicBezTo>
                    <a:pt x="49244" y="12804"/>
                    <a:pt x="53720" y="12190"/>
                    <a:pt x="58050" y="11597"/>
                  </a:cubicBezTo>
                  <a:cubicBezTo>
                    <a:pt x="61146" y="11172"/>
                    <a:pt x="64344" y="10734"/>
                    <a:pt x="67486" y="10209"/>
                  </a:cubicBezTo>
                  <a:cubicBezTo>
                    <a:pt x="71305" y="9572"/>
                    <a:pt x="74827" y="8898"/>
                    <a:pt x="78252" y="8150"/>
                  </a:cubicBezTo>
                  <a:cubicBezTo>
                    <a:pt x="80759" y="7602"/>
                    <a:pt x="84017" y="6743"/>
                    <a:pt x="86995" y="4937"/>
                  </a:cubicBezTo>
                  <a:cubicBezTo>
                    <a:pt x="88677" y="3915"/>
                    <a:pt x="90044" y="2435"/>
                    <a:pt x="91173" y="409"/>
                  </a:cubicBezTo>
                  <a:close/>
                  <a:moveTo>
                    <a:pt x="90934" y="0"/>
                  </a:moveTo>
                  <a:lnTo>
                    <a:pt x="90877" y="105"/>
                  </a:lnTo>
                  <a:cubicBezTo>
                    <a:pt x="89755" y="2148"/>
                    <a:pt x="88458" y="3572"/>
                    <a:pt x="86786" y="4587"/>
                  </a:cubicBezTo>
                  <a:cubicBezTo>
                    <a:pt x="83860" y="6361"/>
                    <a:pt x="80642" y="7209"/>
                    <a:pt x="78166" y="7749"/>
                  </a:cubicBezTo>
                  <a:cubicBezTo>
                    <a:pt x="74747" y="8496"/>
                    <a:pt x="71232" y="9168"/>
                    <a:pt x="67420" y="9804"/>
                  </a:cubicBezTo>
                  <a:cubicBezTo>
                    <a:pt x="64284" y="10326"/>
                    <a:pt x="61086" y="10767"/>
                    <a:pt x="57994" y="11189"/>
                  </a:cubicBezTo>
                  <a:cubicBezTo>
                    <a:pt x="53660" y="11784"/>
                    <a:pt x="49177" y="12398"/>
                    <a:pt x="44787" y="13257"/>
                  </a:cubicBezTo>
                  <a:cubicBezTo>
                    <a:pt x="41781" y="13846"/>
                    <a:pt x="37840" y="14712"/>
                    <a:pt x="34011" y="16192"/>
                  </a:cubicBezTo>
                  <a:cubicBezTo>
                    <a:pt x="32361" y="16832"/>
                    <a:pt x="30768" y="17751"/>
                    <a:pt x="29227" y="18641"/>
                  </a:cubicBezTo>
                  <a:cubicBezTo>
                    <a:pt x="28257" y="19199"/>
                    <a:pt x="27256" y="19778"/>
                    <a:pt x="26252" y="20278"/>
                  </a:cubicBezTo>
                  <a:cubicBezTo>
                    <a:pt x="24377" y="21213"/>
                    <a:pt x="22228" y="22123"/>
                    <a:pt x="20096" y="22123"/>
                  </a:cubicBezTo>
                  <a:cubicBezTo>
                    <a:pt x="19691" y="22123"/>
                    <a:pt x="19286" y="22090"/>
                    <a:pt x="18884" y="22019"/>
                  </a:cubicBezTo>
                  <a:cubicBezTo>
                    <a:pt x="17234" y="21723"/>
                    <a:pt x="15146" y="20485"/>
                    <a:pt x="14203" y="18389"/>
                  </a:cubicBezTo>
                  <a:cubicBezTo>
                    <a:pt x="13112" y="15962"/>
                    <a:pt x="14633" y="13577"/>
                    <a:pt x="18725" y="11302"/>
                  </a:cubicBezTo>
                  <a:cubicBezTo>
                    <a:pt x="26450" y="7006"/>
                    <a:pt x="35017" y="7004"/>
                    <a:pt x="43304" y="7002"/>
                  </a:cubicBezTo>
                  <a:cubicBezTo>
                    <a:pt x="46426" y="7002"/>
                    <a:pt x="49654" y="6999"/>
                    <a:pt x="52770" y="6766"/>
                  </a:cubicBezTo>
                  <a:cubicBezTo>
                    <a:pt x="57188" y="6433"/>
                    <a:pt x="61100" y="5680"/>
                    <a:pt x="64734" y="4460"/>
                  </a:cubicBezTo>
                  <a:cubicBezTo>
                    <a:pt x="66555" y="3847"/>
                    <a:pt x="68437" y="3359"/>
                    <a:pt x="70258" y="2889"/>
                  </a:cubicBezTo>
                  <a:cubicBezTo>
                    <a:pt x="70921" y="2718"/>
                    <a:pt x="71583" y="2546"/>
                    <a:pt x="72244" y="2369"/>
                  </a:cubicBezTo>
                  <a:cubicBezTo>
                    <a:pt x="74310" y="1815"/>
                    <a:pt x="76526" y="1191"/>
                    <a:pt x="78725" y="393"/>
                  </a:cubicBezTo>
                  <a:lnTo>
                    <a:pt x="79801" y="3"/>
                  </a:lnTo>
                  <a:lnTo>
                    <a:pt x="51891" y="3"/>
                  </a:lnTo>
                  <a:lnTo>
                    <a:pt x="51849" y="25"/>
                  </a:lnTo>
                  <a:cubicBezTo>
                    <a:pt x="51168" y="369"/>
                    <a:pt x="50398" y="688"/>
                    <a:pt x="49430" y="1026"/>
                  </a:cubicBezTo>
                  <a:cubicBezTo>
                    <a:pt x="42565" y="3424"/>
                    <a:pt x="35301" y="3502"/>
                    <a:pt x="28279" y="3577"/>
                  </a:cubicBezTo>
                  <a:lnTo>
                    <a:pt x="27530" y="3587"/>
                  </a:lnTo>
                  <a:cubicBezTo>
                    <a:pt x="21472" y="3654"/>
                    <a:pt x="14606" y="3731"/>
                    <a:pt x="8035" y="5524"/>
                  </a:cubicBezTo>
                  <a:cubicBezTo>
                    <a:pt x="5955" y="6091"/>
                    <a:pt x="3608" y="6937"/>
                    <a:pt x="1994" y="8889"/>
                  </a:cubicBezTo>
                  <a:cubicBezTo>
                    <a:pt x="378" y="10842"/>
                    <a:pt x="1" y="13691"/>
                    <a:pt x="872" y="17356"/>
                  </a:cubicBezTo>
                  <a:cubicBezTo>
                    <a:pt x="2415" y="23842"/>
                    <a:pt x="7591" y="28164"/>
                    <a:pt x="13647" y="28164"/>
                  </a:cubicBezTo>
                  <a:cubicBezTo>
                    <a:pt x="13966" y="28164"/>
                    <a:pt x="14287" y="28154"/>
                    <a:pt x="14609" y="28121"/>
                  </a:cubicBezTo>
                  <a:cubicBezTo>
                    <a:pt x="18878" y="27800"/>
                    <a:pt x="22758" y="25623"/>
                    <a:pt x="26511" y="23520"/>
                  </a:cubicBezTo>
                  <a:cubicBezTo>
                    <a:pt x="28626" y="22334"/>
                    <a:pt x="30812" y="21108"/>
                    <a:pt x="33038" y="20233"/>
                  </a:cubicBezTo>
                  <a:cubicBezTo>
                    <a:pt x="36400" y="18911"/>
                    <a:pt x="39775" y="18075"/>
                    <a:pt x="43838" y="17121"/>
                  </a:cubicBezTo>
                  <a:cubicBezTo>
                    <a:pt x="47319" y="16305"/>
                    <a:pt x="51008" y="15582"/>
                    <a:pt x="55113" y="14912"/>
                  </a:cubicBezTo>
                  <a:cubicBezTo>
                    <a:pt x="61550" y="13861"/>
                    <a:pt x="68126" y="13097"/>
                    <a:pt x="74484" y="12357"/>
                  </a:cubicBezTo>
                  <a:lnTo>
                    <a:pt x="77477" y="12010"/>
                  </a:lnTo>
                  <a:cubicBezTo>
                    <a:pt x="87323" y="10854"/>
                    <a:pt x="96973" y="9822"/>
                    <a:pt x="106514" y="9822"/>
                  </a:cubicBezTo>
                  <a:cubicBezTo>
                    <a:pt x="107222" y="9822"/>
                    <a:pt x="107930" y="9827"/>
                    <a:pt x="108637" y="9839"/>
                  </a:cubicBezTo>
                  <a:lnTo>
                    <a:pt x="108843" y="9842"/>
                  </a:lnTo>
                  <a:lnTo>
                    <a:pt x="108843" y="4203"/>
                  </a:lnTo>
                  <a:cubicBezTo>
                    <a:pt x="108843" y="1884"/>
                    <a:pt x="107336" y="0"/>
                    <a:pt x="1054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 name="Google Shape;884;p28"/>
          <p:cNvSpPr/>
          <p:nvPr/>
        </p:nvSpPr>
        <p:spPr>
          <a:xfrm>
            <a:off x="408250" y="362757"/>
            <a:ext cx="8434200" cy="4594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8"/>
          <p:cNvSpPr/>
          <p:nvPr/>
        </p:nvSpPr>
        <p:spPr>
          <a:xfrm>
            <a:off x="301550" y="271625"/>
            <a:ext cx="8434200" cy="45849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28"/>
          <p:cNvSpPr txBox="1"/>
          <p:nvPr>
            <p:ph idx="1" type="subTitle"/>
          </p:nvPr>
        </p:nvSpPr>
        <p:spPr>
          <a:xfrm>
            <a:off x="7084550" y="4208775"/>
            <a:ext cx="913800" cy="394800"/>
          </a:xfrm>
          <a:prstGeom prst="rect">
            <a:avLst/>
          </a:prstGeom>
          <a:ln cap="flat" cmpd="sng" w="9525">
            <a:solidFill>
              <a:srgbClr val="000000"/>
            </a:solidFill>
            <a:prstDash val="solid"/>
            <a:round/>
            <a:headEnd len="sm" w="sm" type="none"/>
            <a:tailEnd len="sm" w="sm" type="none"/>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87" name="Google Shape;887;p28"/>
          <p:cNvSpPr txBox="1"/>
          <p:nvPr>
            <p:ph type="title"/>
          </p:nvPr>
        </p:nvSpPr>
        <p:spPr>
          <a:xfrm>
            <a:off x="720000" y="1428425"/>
            <a:ext cx="1793100" cy="5277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3120000" dist="38100">
              <a:schemeClr val="accent6"/>
            </a:outerShdw>
          </a:effectLst>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888" name="Google Shape;888;p28"/>
          <p:cNvSpPr txBox="1"/>
          <p:nvPr>
            <p:ph idx="2" type="subTitle"/>
          </p:nvPr>
        </p:nvSpPr>
        <p:spPr>
          <a:xfrm>
            <a:off x="720000" y="1956125"/>
            <a:ext cx="1793100" cy="3369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89" name="Google Shape;889;p28"/>
          <p:cNvSpPr txBox="1"/>
          <p:nvPr>
            <p:ph idx="3" type="title"/>
          </p:nvPr>
        </p:nvSpPr>
        <p:spPr>
          <a:xfrm>
            <a:off x="2690300" y="1428425"/>
            <a:ext cx="1793100" cy="5277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3120000" dist="38100">
              <a:schemeClr val="accent6"/>
            </a:outerShdw>
          </a:effectLst>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890" name="Google Shape;890;p28"/>
          <p:cNvSpPr txBox="1"/>
          <p:nvPr>
            <p:ph idx="4" type="subTitle"/>
          </p:nvPr>
        </p:nvSpPr>
        <p:spPr>
          <a:xfrm>
            <a:off x="2690300" y="1956125"/>
            <a:ext cx="1793100" cy="3369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91" name="Google Shape;891;p28"/>
          <p:cNvSpPr txBox="1"/>
          <p:nvPr>
            <p:ph idx="5" type="title"/>
          </p:nvPr>
        </p:nvSpPr>
        <p:spPr>
          <a:xfrm>
            <a:off x="4660600" y="1428425"/>
            <a:ext cx="1793100" cy="5277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3120000" dist="38100">
              <a:schemeClr val="accent6"/>
            </a:outerShdw>
          </a:effectLst>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892" name="Google Shape;892;p28"/>
          <p:cNvSpPr txBox="1"/>
          <p:nvPr>
            <p:ph idx="6" type="subTitle"/>
          </p:nvPr>
        </p:nvSpPr>
        <p:spPr>
          <a:xfrm>
            <a:off x="4660600" y="1956125"/>
            <a:ext cx="1793100" cy="3369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93" name="Google Shape;893;p28"/>
          <p:cNvSpPr txBox="1"/>
          <p:nvPr>
            <p:ph idx="7" type="title"/>
          </p:nvPr>
        </p:nvSpPr>
        <p:spPr>
          <a:xfrm>
            <a:off x="6630900" y="1428425"/>
            <a:ext cx="1793100" cy="5277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3120000" dist="38100">
              <a:schemeClr val="accent6"/>
            </a:outerShdw>
          </a:effectLst>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894" name="Google Shape;894;p28"/>
          <p:cNvSpPr txBox="1"/>
          <p:nvPr>
            <p:ph idx="8" type="subTitle"/>
          </p:nvPr>
        </p:nvSpPr>
        <p:spPr>
          <a:xfrm>
            <a:off x="6630900" y="1956125"/>
            <a:ext cx="1793100" cy="3369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hlink"/>
                </a:solidFill>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95" name="Google Shape;895;p28"/>
          <p:cNvSpPr txBox="1"/>
          <p:nvPr>
            <p:ph idx="9" type="title"/>
          </p:nvPr>
        </p:nvSpPr>
        <p:spPr>
          <a:xfrm>
            <a:off x="720000" y="3738900"/>
            <a:ext cx="1793100" cy="5277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3120000" dist="38100">
              <a:schemeClr val="accent6"/>
            </a:outerShdw>
          </a:effectLst>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896" name="Google Shape;896;p28"/>
          <p:cNvSpPr txBox="1"/>
          <p:nvPr>
            <p:ph idx="13" type="subTitle"/>
          </p:nvPr>
        </p:nvSpPr>
        <p:spPr>
          <a:xfrm>
            <a:off x="720000" y="4266600"/>
            <a:ext cx="1793100" cy="3369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97" name="Google Shape;897;p28"/>
          <p:cNvSpPr txBox="1"/>
          <p:nvPr>
            <p:ph idx="14" type="title"/>
          </p:nvPr>
        </p:nvSpPr>
        <p:spPr>
          <a:xfrm>
            <a:off x="2690300" y="3738900"/>
            <a:ext cx="1793100" cy="5277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3120000" dist="38100">
              <a:schemeClr val="accent6"/>
            </a:outerShdw>
          </a:effectLst>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898" name="Google Shape;898;p28"/>
          <p:cNvSpPr txBox="1"/>
          <p:nvPr>
            <p:ph idx="15" type="subTitle"/>
          </p:nvPr>
        </p:nvSpPr>
        <p:spPr>
          <a:xfrm>
            <a:off x="2690300" y="4266600"/>
            <a:ext cx="1793100" cy="3369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99" name="Google Shape;899;p28"/>
          <p:cNvSpPr txBox="1"/>
          <p:nvPr>
            <p:ph idx="16" type="title"/>
          </p:nvPr>
        </p:nvSpPr>
        <p:spPr>
          <a:xfrm>
            <a:off x="4660600" y="3738900"/>
            <a:ext cx="1793100" cy="5277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3120000" dist="38100">
              <a:schemeClr val="accent6"/>
            </a:outerShdw>
          </a:effectLst>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900" name="Google Shape;900;p28"/>
          <p:cNvSpPr txBox="1"/>
          <p:nvPr>
            <p:ph idx="17" type="subTitle"/>
          </p:nvPr>
        </p:nvSpPr>
        <p:spPr>
          <a:xfrm>
            <a:off x="4660600" y="4266600"/>
            <a:ext cx="1793100" cy="3369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901" name="Google Shape;901;p28"/>
          <p:cNvSpPr txBox="1"/>
          <p:nvPr>
            <p:ph idx="18" type="title"/>
          </p:nvPr>
        </p:nvSpPr>
        <p:spPr>
          <a:xfrm>
            <a:off x="720000" y="2583663"/>
            <a:ext cx="1793100" cy="5277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3120000" dist="38100">
              <a:schemeClr val="accent6"/>
            </a:outerShdw>
          </a:effectLst>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902" name="Google Shape;902;p28"/>
          <p:cNvSpPr txBox="1"/>
          <p:nvPr>
            <p:ph idx="19" type="subTitle"/>
          </p:nvPr>
        </p:nvSpPr>
        <p:spPr>
          <a:xfrm>
            <a:off x="720000" y="3111363"/>
            <a:ext cx="1793100" cy="3369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903" name="Google Shape;903;p28"/>
          <p:cNvSpPr txBox="1"/>
          <p:nvPr>
            <p:ph idx="20" type="title"/>
          </p:nvPr>
        </p:nvSpPr>
        <p:spPr>
          <a:xfrm>
            <a:off x="2690300" y="2583663"/>
            <a:ext cx="1793100" cy="5277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3120000" dist="38100">
              <a:schemeClr val="accent6"/>
            </a:outerShdw>
          </a:effectLst>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904" name="Google Shape;904;p28"/>
          <p:cNvSpPr txBox="1"/>
          <p:nvPr>
            <p:ph idx="21" type="subTitle"/>
          </p:nvPr>
        </p:nvSpPr>
        <p:spPr>
          <a:xfrm>
            <a:off x="2690300" y="3111363"/>
            <a:ext cx="1793100" cy="3369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905" name="Google Shape;905;p28"/>
          <p:cNvSpPr txBox="1"/>
          <p:nvPr>
            <p:ph idx="22" type="title"/>
          </p:nvPr>
        </p:nvSpPr>
        <p:spPr>
          <a:xfrm>
            <a:off x="4660600" y="2583663"/>
            <a:ext cx="1793100" cy="5277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3120000" dist="38100">
              <a:schemeClr val="accent6"/>
            </a:outerShdw>
          </a:effectLst>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906" name="Google Shape;906;p28"/>
          <p:cNvSpPr txBox="1"/>
          <p:nvPr>
            <p:ph idx="23" type="subTitle"/>
          </p:nvPr>
        </p:nvSpPr>
        <p:spPr>
          <a:xfrm>
            <a:off x="4660600" y="3111363"/>
            <a:ext cx="1793100" cy="3369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907" name="Google Shape;907;p28"/>
          <p:cNvSpPr txBox="1"/>
          <p:nvPr>
            <p:ph idx="24" type="title"/>
          </p:nvPr>
        </p:nvSpPr>
        <p:spPr>
          <a:xfrm>
            <a:off x="6630900" y="2583663"/>
            <a:ext cx="1793100" cy="5277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3120000" dist="38100">
              <a:schemeClr val="accent6"/>
            </a:outerShdw>
          </a:effectLst>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908" name="Google Shape;908;p28"/>
          <p:cNvSpPr txBox="1"/>
          <p:nvPr>
            <p:ph idx="25" type="subTitle"/>
          </p:nvPr>
        </p:nvSpPr>
        <p:spPr>
          <a:xfrm>
            <a:off x="6630900" y="3111363"/>
            <a:ext cx="1793100" cy="3369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909" name="Google Shape;909;p28"/>
          <p:cNvSpPr txBox="1"/>
          <p:nvPr>
            <p:ph idx="26" type="title"/>
          </p:nvPr>
        </p:nvSpPr>
        <p:spPr>
          <a:xfrm>
            <a:off x="720000" y="540000"/>
            <a:ext cx="7704000" cy="5643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3180000" dist="85725">
              <a:schemeClr val="dk2"/>
            </a:outerShdw>
          </a:effectLst>
        </p:spPr>
        <p:txBody>
          <a:bodyPr anchorCtr="0" anchor="ctr" bIns="91425" lIns="91425" spcFirstLastPara="1" rIns="91425" wrap="square" tIns="91425">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bg>
      <p:bgPr>
        <a:solidFill>
          <a:schemeClr val="lt1"/>
        </a:solidFill>
      </p:bgPr>
    </p:bg>
    <p:spTree>
      <p:nvGrpSpPr>
        <p:cNvPr id="910" name="Shape 910"/>
        <p:cNvGrpSpPr/>
        <p:nvPr/>
      </p:nvGrpSpPr>
      <p:grpSpPr>
        <a:xfrm>
          <a:off x="0" y="0"/>
          <a:ext cx="0" cy="0"/>
          <a:chOff x="0" y="0"/>
          <a:chExt cx="0" cy="0"/>
        </a:xfrm>
      </p:grpSpPr>
      <p:grpSp>
        <p:nvGrpSpPr>
          <p:cNvPr id="911" name="Google Shape;911;p29"/>
          <p:cNvGrpSpPr/>
          <p:nvPr/>
        </p:nvGrpSpPr>
        <p:grpSpPr>
          <a:xfrm>
            <a:off x="-249664" y="-2432400"/>
            <a:ext cx="9517944" cy="7737118"/>
            <a:chOff x="-249664" y="-2432400"/>
            <a:chExt cx="9517944" cy="7737118"/>
          </a:xfrm>
        </p:grpSpPr>
        <p:sp>
          <p:nvSpPr>
            <p:cNvPr id="912" name="Google Shape;912;p29"/>
            <p:cNvSpPr/>
            <p:nvPr/>
          </p:nvSpPr>
          <p:spPr>
            <a:xfrm>
              <a:off x="-241501" y="-1817043"/>
              <a:ext cx="3985503" cy="848251"/>
            </a:xfrm>
            <a:custGeom>
              <a:rect b="b" l="l" r="r" t="t"/>
              <a:pathLst>
                <a:path extrusionOk="0" h="21197" w="99594">
                  <a:moveTo>
                    <a:pt x="65021" y="0"/>
                  </a:moveTo>
                  <a:cubicBezTo>
                    <a:pt x="64434" y="0"/>
                    <a:pt x="63848" y="10"/>
                    <a:pt x="63260" y="29"/>
                  </a:cubicBezTo>
                  <a:cubicBezTo>
                    <a:pt x="57732" y="207"/>
                    <a:pt x="52245" y="1096"/>
                    <a:pt x="46816" y="2389"/>
                  </a:cubicBezTo>
                  <a:cubicBezTo>
                    <a:pt x="41611" y="3631"/>
                    <a:pt x="36750" y="6060"/>
                    <a:pt x="31830" y="8475"/>
                  </a:cubicBezTo>
                  <a:cubicBezTo>
                    <a:pt x="27244" y="10725"/>
                    <a:pt x="22624" y="12692"/>
                    <a:pt x="17724" y="13463"/>
                  </a:cubicBezTo>
                  <a:cubicBezTo>
                    <a:pt x="15802" y="13765"/>
                    <a:pt x="13860" y="13942"/>
                    <a:pt x="11920" y="13942"/>
                  </a:cubicBezTo>
                  <a:cubicBezTo>
                    <a:pt x="10234" y="13942"/>
                    <a:pt x="8549" y="13808"/>
                    <a:pt x="6879" y="13505"/>
                  </a:cubicBezTo>
                  <a:cubicBezTo>
                    <a:pt x="4515" y="13077"/>
                    <a:pt x="2162" y="12285"/>
                    <a:pt x="0" y="10984"/>
                  </a:cubicBezTo>
                  <a:lnTo>
                    <a:pt x="0" y="18944"/>
                  </a:lnTo>
                  <a:cubicBezTo>
                    <a:pt x="1762" y="19024"/>
                    <a:pt x="3523" y="19075"/>
                    <a:pt x="5283" y="19075"/>
                  </a:cubicBezTo>
                  <a:cubicBezTo>
                    <a:pt x="9227" y="19075"/>
                    <a:pt x="13162" y="18820"/>
                    <a:pt x="17071" y="18072"/>
                  </a:cubicBezTo>
                  <a:cubicBezTo>
                    <a:pt x="21981" y="17133"/>
                    <a:pt x="26589" y="15270"/>
                    <a:pt x="30996" y="12374"/>
                  </a:cubicBezTo>
                  <a:cubicBezTo>
                    <a:pt x="33739" y="10570"/>
                    <a:pt x="36781" y="9886"/>
                    <a:pt x="39837" y="9886"/>
                  </a:cubicBezTo>
                  <a:cubicBezTo>
                    <a:pt x="40660" y="9886"/>
                    <a:pt x="41484" y="9936"/>
                    <a:pt x="42304" y="10026"/>
                  </a:cubicBezTo>
                  <a:cubicBezTo>
                    <a:pt x="50992" y="10985"/>
                    <a:pt x="59004" y="15789"/>
                    <a:pt x="67420" y="18291"/>
                  </a:cubicBezTo>
                  <a:cubicBezTo>
                    <a:pt x="72853" y="19907"/>
                    <a:pt x="78486" y="20812"/>
                    <a:pt x="84058" y="21107"/>
                  </a:cubicBezTo>
                  <a:cubicBezTo>
                    <a:pt x="85055" y="21160"/>
                    <a:pt x="86060" y="21196"/>
                    <a:pt x="87066" y="21196"/>
                  </a:cubicBezTo>
                  <a:cubicBezTo>
                    <a:pt x="89207" y="21196"/>
                    <a:pt x="91355" y="21031"/>
                    <a:pt x="93446" y="20508"/>
                  </a:cubicBezTo>
                  <a:cubicBezTo>
                    <a:pt x="95522" y="19989"/>
                    <a:pt x="98275" y="18989"/>
                    <a:pt x="98894" y="16049"/>
                  </a:cubicBezTo>
                  <a:cubicBezTo>
                    <a:pt x="99594" y="12721"/>
                    <a:pt x="97265" y="10188"/>
                    <a:pt x="95270" y="8623"/>
                  </a:cubicBezTo>
                  <a:cubicBezTo>
                    <a:pt x="92667" y="6581"/>
                    <a:pt x="89709" y="5268"/>
                    <a:pt x="86790" y="4165"/>
                  </a:cubicBezTo>
                  <a:cubicBezTo>
                    <a:pt x="79711" y="1489"/>
                    <a:pt x="72404" y="0"/>
                    <a:pt x="650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29"/>
            <p:cNvSpPr/>
            <p:nvPr/>
          </p:nvSpPr>
          <p:spPr>
            <a:xfrm>
              <a:off x="-241621" y="-869455"/>
              <a:ext cx="8386467" cy="1819876"/>
            </a:xfrm>
            <a:custGeom>
              <a:rect b="b" l="l" r="r" t="t"/>
              <a:pathLst>
                <a:path extrusionOk="0" h="45477" w="209570">
                  <a:moveTo>
                    <a:pt x="173399" y="0"/>
                  </a:moveTo>
                  <a:cubicBezTo>
                    <a:pt x="171819" y="0"/>
                    <a:pt x="170239" y="33"/>
                    <a:pt x="168661" y="80"/>
                  </a:cubicBezTo>
                  <a:cubicBezTo>
                    <a:pt x="164324" y="208"/>
                    <a:pt x="160018" y="528"/>
                    <a:pt x="155729" y="1390"/>
                  </a:cubicBezTo>
                  <a:cubicBezTo>
                    <a:pt x="151776" y="2184"/>
                    <a:pt x="147874" y="3386"/>
                    <a:pt x="144099" y="5071"/>
                  </a:cubicBezTo>
                  <a:cubicBezTo>
                    <a:pt x="140139" y="6838"/>
                    <a:pt x="136425" y="9227"/>
                    <a:pt x="132734" y="11745"/>
                  </a:cubicBezTo>
                  <a:cubicBezTo>
                    <a:pt x="125453" y="16714"/>
                    <a:pt x="118372" y="22168"/>
                    <a:pt x="110478" y="25489"/>
                  </a:cubicBezTo>
                  <a:cubicBezTo>
                    <a:pt x="104010" y="28211"/>
                    <a:pt x="97197" y="29287"/>
                    <a:pt x="90399" y="29287"/>
                  </a:cubicBezTo>
                  <a:cubicBezTo>
                    <a:pt x="89168" y="29287"/>
                    <a:pt x="87937" y="29252"/>
                    <a:pt x="86709" y="29185"/>
                  </a:cubicBezTo>
                  <a:cubicBezTo>
                    <a:pt x="70235" y="28285"/>
                    <a:pt x="53959" y="22404"/>
                    <a:pt x="38422" y="15780"/>
                  </a:cubicBezTo>
                  <a:cubicBezTo>
                    <a:pt x="34245" y="13999"/>
                    <a:pt x="30113" y="12729"/>
                    <a:pt x="25697" y="12479"/>
                  </a:cubicBezTo>
                  <a:cubicBezTo>
                    <a:pt x="24449" y="12409"/>
                    <a:pt x="23202" y="12379"/>
                    <a:pt x="21954" y="12379"/>
                  </a:cubicBezTo>
                  <a:cubicBezTo>
                    <a:pt x="18881" y="12379"/>
                    <a:pt x="15809" y="12558"/>
                    <a:pt x="12741" y="12746"/>
                  </a:cubicBezTo>
                  <a:cubicBezTo>
                    <a:pt x="9315" y="12958"/>
                    <a:pt x="5883" y="13109"/>
                    <a:pt x="2471" y="13588"/>
                  </a:cubicBezTo>
                  <a:cubicBezTo>
                    <a:pt x="1651" y="13702"/>
                    <a:pt x="825" y="13831"/>
                    <a:pt x="0" y="13986"/>
                  </a:cubicBezTo>
                  <a:lnTo>
                    <a:pt x="0" y="21931"/>
                  </a:lnTo>
                  <a:cubicBezTo>
                    <a:pt x="3093" y="20622"/>
                    <a:pt x="6277" y="19799"/>
                    <a:pt x="9551" y="19799"/>
                  </a:cubicBezTo>
                  <a:cubicBezTo>
                    <a:pt x="10632" y="19799"/>
                    <a:pt x="11722" y="19889"/>
                    <a:pt x="12823" y="20080"/>
                  </a:cubicBezTo>
                  <a:cubicBezTo>
                    <a:pt x="20488" y="21419"/>
                    <a:pt x="27144" y="26632"/>
                    <a:pt x="33499" y="31891"/>
                  </a:cubicBezTo>
                  <a:cubicBezTo>
                    <a:pt x="45486" y="41811"/>
                    <a:pt x="59912" y="45476"/>
                    <a:pt x="74081" y="45476"/>
                  </a:cubicBezTo>
                  <a:cubicBezTo>
                    <a:pt x="74665" y="45476"/>
                    <a:pt x="75248" y="45470"/>
                    <a:pt x="75831" y="45458"/>
                  </a:cubicBezTo>
                  <a:cubicBezTo>
                    <a:pt x="90804" y="45142"/>
                    <a:pt x="106177" y="41401"/>
                    <a:pt x="119282" y="31968"/>
                  </a:cubicBezTo>
                  <a:cubicBezTo>
                    <a:pt x="125990" y="27139"/>
                    <a:pt x="132221" y="21338"/>
                    <a:pt x="138817" y="16271"/>
                  </a:cubicBezTo>
                  <a:cubicBezTo>
                    <a:pt x="142143" y="13714"/>
                    <a:pt x="145448" y="11379"/>
                    <a:pt x="149316" y="10440"/>
                  </a:cubicBezTo>
                  <a:cubicBezTo>
                    <a:pt x="150812" y="10078"/>
                    <a:pt x="152323" y="9917"/>
                    <a:pt x="153836" y="9917"/>
                  </a:cubicBezTo>
                  <a:cubicBezTo>
                    <a:pt x="155625" y="9917"/>
                    <a:pt x="157416" y="10142"/>
                    <a:pt x="159185" y="10527"/>
                  </a:cubicBezTo>
                  <a:cubicBezTo>
                    <a:pt x="162983" y="11352"/>
                    <a:pt x="166672" y="12839"/>
                    <a:pt x="170334" y="14321"/>
                  </a:cubicBezTo>
                  <a:cubicBezTo>
                    <a:pt x="174482" y="15997"/>
                    <a:pt x="178713" y="17383"/>
                    <a:pt x="182992" y="18407"/>
                  </a:cubicBezTo>
                  <a:cubicBezTo>
                    <a:pt x="186653" y="19282"/>
                    <a:pt x="190426" y="19787"/>
                    <a:pt x="194193" y="19787"/>
                  </a:cubicBezTo>
                  <a:cubicBezTo>
                    <a:pt x="197694" y="19787"/>
                    <a:pt x="201190" y="19351"/>
                    <a:pt x="204587" y="18369"/>
                  </a:cubicBezTo>
                  <a:cubicBezTo>
                    <a:pt x="206831" y="17721"/>
                    <a:pt x="209570" y="16218"/>
                    <a:pt x="208195" y="12736"/>
                  </a:cubicBezTo>
                  <a:cubicBezTo>
                    <a:pt x="207019" y="9759"/>
                    <a:pt x="203809" y="8201"/>
                    <a:pt x="201535" y="7001"/>
                  </a:cubicBezTo>
                  <a:cubicBezTo>
                    <a:pt x="195238" y="3676"/>
                    <a:pt x="188684" y="1200"/>
                    <a:pt x="181872" y="426"/>
                  </a:cubicBezTo>
                  <a:cubicBezTo>
                    <a:pt x="179055" y="106"/>
                    <a:pt x="176227" y="0"/>
                    <a:pt x="173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29"/>
            <p:cNvSpPr/>
            <p:nvPr/>
          </p:nvSpPr>
          <p:spPr>
            <a:xfrm>
              <a:off x="-241501" y="235723"/>
              <a:ext cx="819678" cy="314658"/>
            </a:xfrm>
            <a:custGeom>
              <a:rect b="b" l="l" r="r" t="t"/>
              <a:pathLst>
                <a:path extrusionOk="0" h="7863" w="20483">
                  <a:moveTo>
                    <a:pt x="10679" y="1"/>
                  </a:moveTo>
                  <a:cubicBezTo>
                    <a:pt x="7200" y="1"/>
                    <a:pt x="3530" y="930"/>
                    <a:pt x="0" y="1036"/>
                  </a:cubicBezTo>
                  <a:lnTo>
                    <a:pt x="0" y="7210"/>
                  </a:lnTo>
                  <a:cubicBezTo>
                    <a:pt x="73" y="7210"/>
                    <a:pt x="146" y="7210"/>
                    <a:pt x="218" y="7210"/>
                  </a:cubicBezTo>
                  <a:cubicBezTo>
                    <a:pt x="2966" y="7210"/>
                    <a:pt x="5723" y="7366"/>
                    <a:pt x="8473" y="7532"/>
                  </a:cubicBezTo>
                  <a:cubicBezTo>
                    <a:pt x="10471" y="7652"/>
                    <a:pt x="12481" y="7858"/>
                    <a:pt x="14482" y="7862"/>
                  </a:cubicBezTo>
                  <a:cubicBezTo>
                    <a:pt x="14579" y="7862"/>
                    <a:pt x="14677" y="7863"/>
                    <a:pt x="14776" y="7863"/>
                  </a:cubicBezTo>
                  <a:cubicBezTo>
                    <a:pt x="16107" y="7863"/>
                    <a:pt x="17589" y="7805"/>
                    <a:pt x="18794" y="7093"/>
                  </a:cubicBezTo>
                  <a:cubicBezTo>
                    <a:pt x="20483" y="6096"/>
                    <a:pt x="19330" y="4228"/>
                    <a:pt x="18366" y="3075"/>
                  </a:cubicBezTo>
                  <a:cubicBezTo>
                    <a:pt x="16959" y="1395"/>
                    <a:pt x="15150" y="529"/>
                    <a:pt x="13253" y="203"/>
                  </a:cubicBezTo>
                  <a:cubicBezTo>
                    <a:pt x="12410" y="59"/>
                    <a:pt x="11551" y="1"/>
                    <a:pt x="106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29"/>
            <p:cNvSpPr/>
            <p:nvPr/>
          </p:nvSpPr>
          <p:spPr>
            <a:xfrm>
              <a:off x="-241501" y="-105111"/>
              <a:ext cx="9361694" cy="2012360"/>
            </a:xfrm>
            <a:custGeom>
              <a:rect b="b" l="l" r="r" t="t"/>
              <a:pathLst>
                <a:path extrusionOk="0" h="50287" w="233940">
                  <a:moveTo>
                    <a:pt x="233940" y="0"/>
                  </a:moveTo>
                  <a:cubicBezTo>
                    <a:pt x="230479" y="1532"/>
                    <a:pt x="227264" y="3838"/>
                    <a:pt x="224035" y="6016"/>
                  </a:cubicBezTo>
                  <a:cubicBezTo>
                    <a:pt x="219999" y="8735"/>
                    <a:pt x="215918" y="11195"/>
                    <a:pt x="211510" y="12795"/>
                  </a:cubicBezTo>
                  <a:cubicBezTo>
                    <a:pt x="205977" y="14804"/>
                    <a:pt x="200252" y="15619"/>
                    <a:pt x="194517" y="15619"/>
                  </a:cubicBezTo>
                  <a:cubicBezTo>
                    <a:pt x="191019" y="15619"/>
                    <a:pt x="187518" y="15316"/>
                    <a:pt x="184053" y="14796"/>
                  </a:cubicBezTo>
                  <a:cubicBezTo>
                    <a:pt x="174879" y="13417"/>
                    <a:pt x="165892" y="10575"/>
                    <a:pt x="156983" y="7553"/>
                  </a:cubicBezTo>
                  <a:cubicBezTo>
                    <a:pt x="154186" y="6603"/>
                    <a:pt x="151295" y="5923"/>
                    <a:pt x="148402" y="5923"/>
                  </a:cubicBezTo>
                  <a:cubicBezTo>
                    <a:pt x="147105" y="5923"/>
                    <a:pt x="145807" y="6060"/>
                    <a:pt x="144518" y="6370"/>
                  </a:cubicBezTo>
                  <a:cubicBezTo>
                    <a:pt x="141010" y="7213"/>
                    <a:pt x="137841" y="9316"/>
                    <a:pt x="134862" y="11732"/>
                  </a:cubicBezTo>
                  <a:cubicBezTo>
                    <a:pt x="131415" y="14529"/>
                    <a:pt x="128149" y="17665"/>
                    <a:pt x="124700" y="20457"/>
                  </a:cubicBezTo>
                  <a:cubicBezTo>
                    <a:pt x="120681" y="23709"/>
                    <a:pt x="116461" y="26565"/>
                    <a:pt x="112085" y="28971"/>
                  </a:cubicBezTo>
                  <a:cubicBezTo>
                    <a:pt x="103869" y="33488"/>
                    <a:pt x="95132" y="36387"/>
                    <a:pt x="86236" y="37674"/>
                  </a:cubicBezTo>
                  <a:cubicBezTo>
                    <a:pt x="82434" y="38224"/>
                    <a:pt x="78620" y="38471"/>
                    <a:pt x="74803" y="38471"/>
                  </a:cubicBezTo>
                  <a:cubicBezTo>
                    <a:pt x="58405" y="38471"/>
                    <a:pt x="41951" y="33908"/>
                    <a:pt x="26125" y="29171"/>
                  </a:cubicBezTo>
                  <a:cubicBezTo>
                    <a:pt x="17408" y="26561"/>
                    <a:pt x="8732" y="23693"/>
                    <a:pt x="0" y="21148"/>
                  </a:cubicBezTo>
                  <a:lnTo>
                    <a:pt x="0" y="30371"/>
                  </a:lnTo>
                  <a:cubicBezTo>
                    <a:pt x="3472" y="33108"/>
                    <a:pt x="7489" y="35009"/>
                    <a:pt x="11115" y="36595"/>
                  </a:cubicBezTo>
                  <a:cubicBezTo>
                    <a:pt x="17532" y="39404"/>
                    <a:pt x="24220" y="41608"/>
                    <a:pt x="30929" y="42938"/>
                  </a:cubicBezTo>
                  <a:cubicBezTo>
                    <a:pt x="38228" y="44386"/>
                    <a:pt x="45630" y="44923"/>
                    <a:pt x="53022" y="44923"/>
                  </a:cubicBezTo>
                  <a:cubicBezTo>
                    <a:pt x="55748" y="44923"/>
                    <a:pt x="58473" y="44850"/>
                    <a:pt x="61191" y="44723"/>
                  </a:cubicBezTo>
                  <a:cubicBezTo>
                    <a:pt x="71533" y="44237"/>
                    <a:pt x="81978" y="43258"/>
                    <a:pt x="92233" y="41498"/>
                  </a:cubicBezTo>
                  <a:cubicBezTo>
                    <a:pt x="102742" y="39694"/>
                    <a:pt x="112661" y="35767"/>
                    <a:pt x="122701" y="31597"/>
                  </a:cubicBezTo>
                  <a:cubicBezTo>
                    <a:pt x="132437" y="27557"/>
                    <a:pt x="142206" y="24207"/>
                    <a:pt x="152521" y="24092"/>
                  </a:cubicBezTo>
                  <a:cubicBezTo>
                    <a:pt x="152754" y="24089"/>
                    <a:pt x="152988" y="24088"/>
                    <a:pt x="153222" y="24088"/>
                  </a:cubicBezTo>
                  <a:cubicBezTo>
                    <a:pt x="163194" y="24088"/>
                    <a:pt x="173100" y="26520"/>
                    <a:pt x="182555" y="30450"/>
                  </a:cubicBezTo>
                  <a:cubicBezTo>
                    <a:pt x="187610" y="32550"/>
                    <a:pt x="192565" y="35025"/>
                    <a:pt x="197604" y="37193"/>
                  </a:cubicBezTo>
                  <a:cubicBezTo>
                    <a:pt x="202625" y="39352"/>
                    <a:pt x="207681" y="41382"/>
                    <a:pt x="212770" y="43265"/>
                  </a:cubicBezTo>
                  <a:cubicBezTo>
                    <a:pt x="219747" y="45846"/>
                    <a:pt x="226825" y="48256"/>
                    <a:pt x="233940" y="50286"/>
                  </a:cubicBezTo>
                  <a:lnTo>
                    <a:pt x="233940" y="34729"/>
                  </a:lnTo>
                  <a:cubicBezTo>
                    <a:pt x="233339" y="34539"/>
                    <a:pt x="232731" y="34368"/>
                    <a:pt x="232112" y="34224"/>
                  </a:cubicBezTo>
                  <a:cubicBezTo>
                    <a:pt x="229270" y="33551"/>
                    <a:pt x="226381" y="33250"/>
                    <a:pt x="223499" y="32996"/>
                  </a:cubicBezTo>
                  <a:cubicBezTo>
                    <a:pt x="219753" y="32668"/>
                    <a:pt x="216005" y="32333"/>
                    <a:pt x="212261" y="31960"/>
                  </a:cubicBezTo>
                  <a:cubicBezTo>
                    <a:pt x="208072" y="31543"/>
                    <a:pt x="203886" y="31089"/>
                    <a:pt x="199705" y="30539"/>
                  </a:cubicBezTo>
                  <a:cubicBezTo>
                    <a:pt x="195713" y="30014"/>
                    <a:pt x="191661" y="29550"/>
                    <a:pt x="187710" y="28635"/>
                  </a:cubicBezTo>
                  <a:cubicBezTo>
                    <a:pt x="184185" y="27821"/>
                    <a:pt x="180587" y="27222"/>
                    <a:pt x="177204" y="25665"/>
                  </a:cubicBezTo>
                  <a:cubicBezTo>
                    <a:pt x="175719" y="24980"/>
                    <a:pt x="173996" y="24080"/>
                    <a:pt x="173054" y="22380"/>
                  </a:cubicBezTo>
                  <a:cubicBezTo>
                    <a:pt x="172381" y="21164"/>
                    <a:pt x="172300" y="19467"/>
                    <a:pt x="173266" y="18466"/>
                  </a:cubicBezTo>
                  <a:cubicBezTo>
                    <a:pt x="174400" y="17293"/>
                    <a:pt x="176205" y="17248"/>
                    <a:pt x="177591" y="17230"/>
                  </a:cubicBezTo>
                  <a:cubicBezTo>
                    <a:pt x="177667" y="17230"/>
                    <a:pt x="177743" y="17229"/>
                    <a:pt x="177820" y="17229"/>
                  </a:cubicBezTo>
                  <a:cubicBezTo>
                    <a:pt x="179957" y="17229"/>
                    <a:pt x="182098" y="17572"/>
                    <a:pt x="184206" y="17983"/>
                  </a:cubicBezTo>
                  <a:cubicBezTo>
                    <a:pt x="186167" y="18365"/>
                    <a:pt x="188113" y="18845"/>
                    <a:pt x="190056" y="19342"/>
                  </a:cubicBezTo>
                  <a:cubicBezTo>
                    <a:pt x="192155" y="19880"/>
                    <a:pt x="194290" y="20178"/>
                    <a:pt x="196416" y="20482"/>
                  </a:cubicBezTo>
                  <a:cubicBezTo>
                    <a:pt x="200378" y="21047"/>
                    <a:pt x="204372" y="21430"/>
                    <a:pt x="208364" y="21430"/>
                  </a:cubicBezTo>
                  <a:cubicBezTo>
                    <a:pt x="209889" y="21430"/>
                    <a:pt x="211413" y="21374"/>
                    <a:pt x="212936" y="21251"/>
                  </a:cubicBezTo>
                  <a:cubicBezTo>
                    <a:pt x="218320" y="20818"/>
                    <a:pt x="223791" y="19532"/>
                    <a:pt x="228641" y="16425"/>
                  </a:cubicBezTo>
                  <a:cubicBezTo>
                    <a:pt x="230586" y="15179"/>
                    <a:pt x="232358" y="13636"/>
                    <a:pt x="233940" y="11842"/>
                  </a:cubicBezTo>
                  <a:lnTo>
                    <a:pt x="2339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29"/>
            <p:cNvSpPr/>
            <p:nvPr/>
          </p:nvSpPr>
          <p:spPr>
            <a:xfrm>
              <a:off x="-241261" y="1310728"/>
              <a:ext cx="5153814" cy="1015564"/>
            </a:xfrm>
            <a:custGeom>
              <a:rect b="b" l="l" r="r" t="t"/>
              <a:pathLst>
                <a:path extrusionOk="0" h="25378" w="128789">
                  <a:moveTo>
                    <a:pt x="125460" y="1"/>
                  </a:moveTo>
                  <a:cubicBezTo>
                    <a:pt x="124112" y="1"/>
                    <a:pt x="122755" y="233"/>
                    <a:pt x="121432" y="495"/>
                  </a:cubicBezTo>
                  <a:cubicBezTo>
                    <a:pt x="117708" y="1235"/>
                    <a:pt x="114038" y="2428"/>
                    <a:pt x="110408" y="3702"/>
                  </a:cubicBezTo>
                  <a:cubicBezTo>
                    <a:pt x="101528" y="6816"/>
                    <a:pt x="92732" y="10293"/>
                    <a:pt x="83787" y="13112"/>
                  </a:cubicBezTo>
                  <a:cubicBezTo>
                    <a:pt x="72182" y="16772"/>
                    <a:pt x="60329" y="19483"/>
                    <a:pt x="48340" y="19746"/>
                  </a:cubicBezTo>
                  <a:cubicBezTo>
                    <a:pt x="47589" y="19762"/>
                    <a:pt x="46838" y="19771"/>
                    <a:pt x="46087" y="19771"/>
                  </a:cubicBezTo>
                  <a:cubicBezTo>
                    <a:pt x="36277" y="19771"/>
                    <a:pt x="26528" y="18319"/>
                    <a:pt x="17277" y="13958"/>
                  </a:cubicBezTo>
                  <a:cubicBezTo>
                    <a:pt x="14817" y="12796"/>
                    <a:pt x="12434" y="11433"/>
                    <a:pt x="10052" y="10038"/>
                  </a:cubicBezTo>
                  <a:cubicBezTo>
                    <a:pt x="7467" y="8528"/>
                    <a:pt x="4765" y="7378"/>
                    <a:pt x="2106" y="6103"/>
                  </a:cubicBezTo>
                  <a:cubicBezTo>
                    <a:pt x="1402" y="5766"/>
                    <a:pt x="699" y="5418"/>
                    <a:pt x="0" y="5056"/>
                  </a:cubicBezTo>
                  <a:lnTo>
                    <a:pt x="0" y="11211"/>
                  </a:lnTo>
                  <a:cubicBezTo>
                    <a:pt x="4701" y="13100"/>
                    <a:pt x="9362" y="15161"/>
                    <a:pt x="14041" y="17090"/>
                  </a:cubicBezTo>
                  <a:cubicBezTo>
                    <a:pt x="16400" y="18063"/>
                    <a:pt x="18775" y="19117"/>
                    <a:pt x="21195" y="19846"/>
                  </a:cubicBezTo>
                  <a:cubicBezTo>
                    <a:pt x="23656" y="20587"/>
                    <a:pt x="26170" y="20896"/>
                    <a:pt x="28695" y="21030"/>
                  </a:cubicBezTo>
                  <a:cubicBezTo>
                    <a:pt x="33506" y="21285"/>
                    <a:pt x="38258" y="21488"/>
                    <a:pt x="43036" y="22348"/>
                  </a:cubicBezTo>
                  <a:cubicBezTo>
                    <a:pt x="47992" y="23241"/>
                    <a:pt x="52914" y="24461"/>
                    <a:pt x="57900" y="25055"/>
                  </a:cubicBezTo>
                  <a:cubicBezTo>
                    <a:pt x="59669" y="25266"/>
                    <a:pt x="61430" y="25377"/>
                    <a:pt x="63185" y="25377"/>
                  </a:cubicBezTo>
                  <a:cubicBezTo>
                    <a:pt x="66528" y="25377"/>
                    <a:pt x="69851" y="24974"/>
                    <a:pt x="73168" y="24091"/>
                  </a:cubicBezTo>
                  <a:cubicBezTo>
                    <a:pt x="82572" y="21585"/>
                    <a:pt x="91311" y="16379"/>
                    <a:pt x="100290" y="12209"/>
                  </a:cubicBezTo>
                  <a:cubicBezTo>
                    <a:pt x="102551" y="11159"/>
                    <a:pt x="104832" y="10174"/>
                    <a:pt x="107142" y="9317"/>
                  </a:cubicBezTo>
                  <a:cubicBezTo>
                    <a:pt x="109515" y="8437"/>
                    <a:pt x="111919" y="7831"/>
                    <a:pt x="114326" y="7132"/>
                  </a:cubicBezTo>
                  <a:cubicBezTo>
                    <a:pt x="119263" y="5699"/>
                    <a:pt x="123997" y="3389"/>
                    <a:pt x="128789" y="1350"/>
                  </a:cubicBezTo>
                  <a:cubicBezTo>
                    <a:pt x="128436" y="255"/>
                    <a:pt x="127130" y="101"/>
                    <a:pt x="126329" y="35"/>
                  </a:cubicBezTo>
                  <a:cubicBezTo>
                    <a:pt x="126040" y="12"/>
                    <a:pt x="125750" y="1"/>
                    <a:pt x="1254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29"/>
            <p:cNvSpPr/>
            <p:nvPr/>
          </p:nvSpPr>
          <p:spPr>
            <a:xfrm>
              <a:off x="-241501" y="3276894"/>
              <a:ext cx="949935" cy="459281"/>
            </a:xfrm>
            <a:custGeom>
              <a:rect b="b" l="l" r="r" t="t"/>
              <a:pathLst>
                <a:path extrusionOk="0" h="11477" w="23738">
                  <a:moveTo>
                    <a:pt x="0" y="0"/>
                  </a:moveTo>
                  <a:lnTo>
                    <a:pt x="0" y="7277"/>
                  </a:lnTo>
                  <a:cubicBezTo>
                    <a:pt x="3475" y="8436"/>
                    <a:pt x="6937" y="9675"/>
                    <a:pt x="10474" y="10467"/>
                  </a:cubicBezTo>
                  <a:cubicBezTo>
                    <a:pt x="12599" y="10942"/>
                    <a:pt x="14945" y="11477"/>
                    <a:pt x="17230" y="11477"/>
                  </a:cubicBezTo>
                  <a:cubicBezTo>
                    <a:pt x="18607" y="11477"/>
                    <a:pt x="19963" y="11282"/>
                    <a:pt x="21233" y="10762"/>
                  </a:cubicBezTo>
                  <a:cubicBezTo>
                    <a:pt x="22964" y="10052"/>
                    <a:pt x="23737" y="8373"/>
                    <a:pt x="22783" y="6233"/>
                  </a:cubicBezTo>
                  <a:cubicBezTo>
                    <a:pt x="21854" y="4148"/>
                    <a:pt x="19780" y="3350"/>
                    <a:pt x="18049" y="2892"/>
                  </a:cubicBezTo>
                  <a:cubicBezTo>
                    <a:pt x="14044" y="1834"/>
                    <a:pt x="9964" y="2398"/>
                    <a:pt x="5923" y="1958"/>
                  </a:cubicBezTo>
                  <a:cubicBezTo>
                    <a:pt x="3848" y="1734"/>
                    <a:pt x="1868" y="103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29"/>
            <p:cNvSpPr/>
            <p:nvPr/>
          </p:nvSpPr>
          <p:spPr>
            <a:xfrm>
              <a:off x="-241501" y="1635714"/>
              <a:ext cx="9361814" cy="2217890"/>
            </a:xfrm>
            <a:custGeom>
              <a:rect b="b" l="l" r="r" t="t"/>
              <a:pathLst>
                <a:path extrusionOk="0" h="55423" w="233943">
                  <a:moveTo>
                    <a:pt x="144772" y="1"/>
                  </a:moveTo>
                  <a:cubicBezTo>
                    <a:pt x="142102" y="1"/>
                    <a:pt x="139431" y="96"/>
                    <a:pt x="136766" y="286"/>
                  </a:cubicBezTo>
                  <a:cubicBezTo>
                    <a:pt x="128012" y="909"/>
                    <a:pt x="119276" y="2552"/>
                    <a:pt x="110812" y="5489"/>
                  </a:cubicBezTo>
                  <a:cubicBezTo>
                    <a:pt x="106624" y="6944"/>
                    <a:pt x="102575" y="8874"/>
                    <a:pt x="98468" y="10653"/>
                  </a:cubicBezTo>
                  <a:cubicBezTo>
                    <a:pt x="93953" y="12609"/>
                    <a:pt x="89399" y="14424"/>
                    <a:pt x="84794" y="16010"/>
                  </a:cubicBezTo>
                  <a:cubicBezTo>
                    <a:pt x="74251" y="19642"/>
                    <a:pt x="63428" y="21981"/>
                    <a:pt x="52620" y="21981"/>
                  </a:cubicBezTo>
                  <a:cubicBezTo>
                    <a:pt x="45059" y="21981"/>
                    <a:pt x="37505" y="20836"/>
                    <a:pt x="30059" y="18189"/>
                  </a:cubicBezTo>
                  <a:cubicBezTo>
                    <a:pt x="25579" y="16596"/>
                    <a:pt x="21178" y="14667"/>
                    <a:pt x="16828" y="12578"/>
                  </a:cubicBezTo>
                  <a:cubicBezTo>
                    <a:pt x="12514" y="10509"/>
                    <a:pt x="8272" y="8266"/>
                    <a:pt x="3815" y="6712"/>
                  </a:cubicBezTo>
                  <a:cubicBezTo>
                    <a:pt x="2549" y="6272"/>
                    <a:pt x="1276" y="5888"/>
                    <a:pt x="0" y="5548"/>
                  </a:cubicBezTo>
                  <a:lnTo>
                    <a:pt x="0" y="23614"/>
                  </a:lnTo>
                  <a:cubicBezTo>
                    <a:pt x="12657" y="29572"/>
                    <a:pt x="26166" y="33013"/>
                    <a:pt x="39600" y="33024"/>
                  </a:cubicBezTo>
                  <a:cubicBezTo>
                    <a:pt x="39625" y="33024"/>
                    <a:pt x="39649" y="33024"/>
                    <a:pt x="39674" y="33024"/>
                  </a:cubicBezTo>
                  <a:cubicBezTo>
                    <a:pt x="43920" y="33024"/>
                    <a:pt x="48167" y="32654"/>
                    <a:pt x="52367" y="31843"/>
                  </a:cubicBezTo>
                  <a:cubicBezTo>
                    <a:pt x="54553" y="31420"/>
                    <a:pt x="56709" y="30737"/>
                    <a:pt x="58881" y="30217"/>
                  </a:cubicBezTo>
                  <a:cubicBezTo>
                    <a:pt x="61539" y="29579"/>
                    <a:pt x="64252" y="29008"/>
                    <a:pt x="66965" y="29005"/>
                  </a:cubicBezTo>
                  <a:cubicBezTo>
                    <a:pt x="66982" y="29005"/>
                    <a:pt x="66999" y="29005"/>
                    <a:pt x="67017" y="29005"/>
                  </a:cubicBezTo>
                  <a:cubicBezTo>
                    <a:pt x="68762" y="29005"/>
                    <a:pt x="71102" y="29156"/>
                    <a:pt x="72309" y="31005"/>
                  </a:cubicBezTo>
                  <a:cubicBezTo>
                    <a:pt x="73261" y="32464"/>
                    <a:pt x="73035" y="34779"/>
                    <a:pt x="72433" y="36381"/>
                  </a:cubicBezTo>
                  <a:cubicBezTo>
                    <a:pt x="71760" y="38175"/>
                    <a:pt x="70452" y="39418"/>
                    <a:pt x="69067" y="40261"/>
                  </a:cubicBezTo>
                  <a:cubicBezTo>
                    <a:pt x="65139" y="42655"/>
                    <a:pt x="60371" y="42850"/>
                    <a:pt x="56096" y="42852"/>
                  </a:cubicBezTo>
                  <a:cubicBezTo>
                    <a:pt x="56089" y="42852"/>
                    <a:pt x="56082" y="42852"/>
                    <a:pt x="56075" y="42852"/>
                  </a:cubicBezTo>
                  <a:cubicBezTo>
                    <a:pt x="46902" y="42852"/>
                    <a:pt x="37792" y="41022"/>
                    <a:pt x="28834" y="38660"/>
                  </a:cubicBezTo>
                  <a:cubicBezTo>
                    <a:pt x="19225" y="36125"/>
                    <a:pt x="9684" y="33151"/>
                    <a:pt x="0" y="31087"/>
                  </a:cubicBezTo>
                  <a:lnTo>
                    <a:pt x="0" y="40459"/>
                  </a:lnTo>
                  <a:cubicBezTo>
                    <a:pt x="415" y="40687"/>
                    <a:pt x="838" y="40900"/>
                    <a:pt x="1269" y="41094"/>
                  </a:cubicBezTo>
                  <a:cubicBezTo>
                    <a:pt x="3834" y="42246"/>
                    <a:pt x="6360" y="42550"/>
                    <a:pt x="9049" y="42595"/>
                  </a:cubicBezTo>
                  <a:cubicBezTo>
                    <a:pt x="11321" y="42632"/>
                    <a:pt x="13601" y="42650"/>
                    <a:pt x="15862" y="42966"/>
                  </a:cubicBezTo>
                  <a:cubicBezTo>
                    <a:pt x="17766" y="43232"/>
                    <a:pt x="19811" y="43645"/>
                    <a:pt x="21476" y="44925"/>
                  </a:cubicBezTo>
                  <a:cubicBezTo>
                    <a:pt x="22689" y="45858"/>
                    <a:pt x="23822" y="47631"/>
                    <a:pt x="23620" y="49546"/>
                  </a:cubicBezTo>
                  <a:cubicBezTo>
                    <a:pt x="23450" y="51198"/>
                    <a:pt x="22153" y="51995"/>
                    <a:pt x="21013" y="52388"/>
                  </a:cubicBezTo>
                  <a:cubicBezTo>
                    <a:pt x="19769" y="52816"/>
                    <a:pt x="18468" y="52983"/>
                    <a:pt x="17149" y="52983"/>
                  </a:cubicBezTo>
                  <a:cubicBezTo>
                    <a:pt x="14678" y="52983"/>
                    <a:pt x="12147" y="52396"/>
                    <a:pt x="9822" y="51845"/>
                  </a:cubicBezTo>
                  <a:cubicBezTo>
                    <a:pt x="6510" y="51059"/>
                    <a:pt x="3259" y="49899"/>
                    <a:pt x="0" y="48810"/>
                  </a:cubicBezTo>
                  <a:lnTo>
                    <a:pt x="0" y="54602"/>
                  </a:lnTo>
                  <a:cubicBezTo>
                    <a:pt x="5036" y="55007"/>
                    <a:pt x="10079" y="55225"/>
                    <a:pt x="15119" y="55348"/>
                  </a:cubicBezTo>
                  <a:cubicBezTo>
                    <a:pt x="17082" y="55396"/>
                    <a:pt x="19048" y="55423"/>
                    <a:pt x="21015" y="55423"/>
                  </a:cubicBezTo>
                  <a:cubicBezTo>
                    <a:pt x="29997" y="55423"/>
                    <a:pt x="38994" y="54866"/>
                    <a:pt x="47880" y="53219"/>
                  </a:cubicBezTo>
                  <a:cubicBezTo>
                    <a:pt x="52943" y="52282"/>
                    <a:pt x="58028" y="51048"/>
                    <a:pt x="62912" y="49101"/>
                  </a:cubicBezTo>
                  <a:cubicBezTo>
                    <a:pt x="67581" y="47240"/>
                    <a:pt x="72025" y="44594"/>
                    <a:pt x="76326" y="41657"/>
                  </a:cubicBezTo>
                  <a:cubicBezTo>
                    <a:pt x="84683" y="35949"/>
                    <a:pt x="92557" y="29085"/>
                    <a:pt x="101261" y="24207"/>
                  </a:cubicBezTo>
                  <a:cubicBezTo>
                    <a:pt x="110109" y="19249"/>
                    <a:pt x="119692" y="17446"/>
                    <a:pt x="129288" y="16670"/>
                  </a:cubicBezTo>
                  <a:cubicBezTo>
                    <a:pt x="132649" y="16399"/>
                    <a:pt x="136013" y="16271"/>
                    <a:pt x="139377" y="16271"/>
                  </a:cubicBezTo>
                  <a:cubicBezTo>
                    <a:pt x="157478" y="16271"/>
                    <a:pt x="175585" y="19963"/>
                    <a:pt x="193212" y="24804"/>
                  </a:cubicBezTo>
                  <a:cubicBezTo>
                    <a:pt x="203630" y="27665"/>
                    <a:pt x="214279" y="30372"/>
                    <a:pt x="224304" y="35040"/>
                  </a:cubicBezTo>
                  <a:cubicBezTo>
                    <a:pt x="227597" y="36575"/>
                    <a:pt x="230795" y="38437"/>
                    <a:pt x="233942" y="40411"/>
                  </a:cubicBezTo>
                  <a:lnTo>
                    <a:pt x="233942" y="31703"/>
                  </a:lnTo>
                  <a:cubicBezTo>
                    <a:pt x="228231" y="27859"/>
                    <a:pt x="222155" y="24807"/>
                    <a:pt x="216214" y="21705"/>
                  </a:cubicBezTo>
                  <a:cubicBezTo>
                    <a:pt x="207456" y="17134"/>
                    <a:pt x="198525" y="13002"/>
                    <a:pt x="189487" y="9410"/>
                  </a:cubicBezTo>
                  <a:cubicBezTo>
                    <a:pt x="180687" y="5912"/>
                    <a:pt x="171778" y="2926"/>
                    <a:pt x="162615" y="1437"/>
                  </a:cubicBezTo>
                  <a:cubicBezTo>
                    <a:pt x="156702" y="476"/>
                    <a:pt x="150736" y="1"/>
                    <a:pt x="1447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29"/>
            <p:cNvSpPr/>
            <p:nvPr/>
          </p:nvSpPr>
          <p:spPr>
            <a:xfrm>
              <a:off x="4160117" y="2550326"/>
              <a:ext cx="4960169" cy="2176352"/>
            </a:xfrm>
            <a:custGeom>
              <a:rect b="b" l="l" r="r" t="t"/>
              <a:pathLst>
                <a:path extrusionOk="0" h="54385" w="123950">
                  <a:moveTo>
                    <a:pt x="25687" y="0"/>
                  </a:moveTo>
                  <a:cubicBezTo>
                    <a:pt x="25613" y="0"/>
                    <a:pt x="25540" y="0"/>
                    <a:pt x="25467" y="0"/>
                  </a:cubicBezTo>
                  <a:cubicBezTo>
                    <a:pt x="22189" y="8"/>
                    <a:pt x="18895" y="286"/>
                    <a:pt x="15653" y="893"/>
                  </a:cubicBezTo>
                  <a:cubicBezTo>
                    <a:pt x="12106" y="1558"/>
                    <a:pt x="8455" y="2579"/>
                    <a:pt x="5276" y="4757"/>
                  </a:cubicBezTo>
                  <a:cubicBezTo>
                    <a:pt x="2358" y="6754"/>
                    <a:pt x="1" y="10011"/>
                    <a:pt x="133" y="14446"/>
                  </a:cubicBezTo>
                  <a:cubicBezTo>
                    <a:pt x="289" y="19675"/>
                    <a:pt x="3866" y="23250"/>
                    <a:pt x="7286" y="25363"/>
                  </a:cubicBezTo>
                  <a:cubicBezTo>
                    <a:pt x="11223" y="27796"/>
                    <a:pt x="15408" y="28684"/>
                    <a:pt x="19651" y="28684"/>
                  </a:cubicBezTo>
                  <a:cubicBezTo>
                    <a:pt x="25154" y="28684"/>
                    <a:pt x="30756" y="27191"/>
                    <a:pt x="36046" y="25632"/>
                  </a:cubicBezTo>
                  <a:cubicBezTo>
                    <a:pt x="41465" y="24035"/>
                    <a:pt x="46862" y="22167"/>
                    <a:pt x="52380" y="21177"/>
                  </a:cubicBezTo>
                  <a:cubicBezTo>
                    <a:pt x="56587" y="20424"/>
                    <a:pt x="60828" y="20023"/>
                    <a:pt x="65073" y="20023"/>
                  </a:cubicBezTo>
                  <a:cubicBezTo>
                    <a:pt x="66363" y="20023"/>
                    <a:pt x="67654" y="20060"/>
                    <a:pt x="68944" y="20135"/>
                  </a:cubicBezTo>
                  <a:cubicBezTo>
                    <a:pt x="79965" y="20783"/>
                    <a:pt x="90870" y="24103"/>
                    <a:pt x="100937" y="29809"/>
                  </a:cubicBezTo>
                  <a:cubicBezTo>
                    <a:pt x="105755" y="32540"/>
                    <a:pt x="110519" y="35684"/>
                    <a:pt x="114557" y="40038"/>
                  </a:cubicBezTo>
                  <a:cubicBezTo>
                    <a:pt x="118056" y="43811"/>
                    <a:pt x="120978" y="48359"/>
                    <a:pt x="123419" y="53277"/>
                  </a:cubicBezTo>
                  <a:cubicBezTo>
                    <a:pt x="123600" y="53644"/>
                    <a:pt x="123773" y="54016"/>
                    <a:pt x="123950" y="54384"/>
                  </a:cubicBezTo>
                  <a:lnTo>
                    <a:pt x="123950" y="30590"/>
                  </a:lnTo>
                  <a:cubicBezTo>
                    <a:pt x="115011" y="23740"/>
                    <a:pt x="104675" y="20070"/>
                    <a:pt x="94699" y="16430"/>
                  </a:cubicBezTo>
                  <a:cubicBezTo>
                    <a:pt x="83278" y="12265"/>
                    <a:pt x="71945" y="7950"/>
                    <a:pt x="60279" y="4996"/>
                  </a:cubicBezTo>
                  <a:cubicBezTo>
                    <a:pt x="48938" y="2125"/>
                    <a:pt x="37275" y="0"/>
                    <a:pt x="25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29"/>
            <p:cNvSpPr/>
            <p:nvPr/>
          </p:nvSpPr>
          <p:spPr>
            <a:xfrm>
              <a:off x="-241501" y="3332199"/>
              <a:ext cx="4579363" cy="1972262"/>
            </a:xfrm>
            <a:custGeom>
              <a:rect b="b" l="l" r="r" t="t"/>
              <a:pathLst>
                <a:path extrusionOk="0" h="49285" w="114434">
                  <a:moveTo>
                    <a:pt x="97111" y="0"/>
                  </a:moveTo>
                  <a:cubicBezTo>
                    <a:pt x="92375" y="0"/>
                    <a:pt x="88229" y="4066"/>
                    <a:pt x="85079" y="8725"/>
                  </a:cubicBezTo>
                  <a:cubicBezTo>
                    <a:pt x="81036" y="14698"/>
                    <a:pt x="78056" y="22263"/>
                    <a:pt x="72346" y="26006"/>
                  </a:cubicBezTo>
                  <a:cubicBezTo>
                    <a:pt x="69011" y="28192"/>
                    <a:pt x="65286" y="29191"/>
                    <a:pt x="61597" y="29874"/>
                  </a:cubicBezTo>
                  <a:cubicBezTo>
                    <a:pt x="57172" y="30696"/>
                    <a:pt x="52733" y="31343"/>
                    <a:pt x="48270" y="31736"/>
                  </a:cubicBezTo>
                  <a:cubicBezTo>
                    <a:pt x="43819" y="32127"/>
                    <a:pt x="39334" y="32342"/>
                    <a:pt x="34849" y="32342"/>
                  </a:cubicBezTo>
                  <a:cubicBezTo>
                    <a:pt x="29827" y="32342"/>
                    <a:pt x="24804" y="32073"/>
                    <a:pt x="19828" y="31484"/>
                  </a:cubicBezTo>
                  <a:cubicBezTo>
                    <a:pt x="13156" y="30694"/>
                    <a:pt x="6527" y="29288"/>
                    <a:pt x="0" y="27342"/>
                  </a:cubicBezTo>
                  <a:lnTo>
                    <a:pt x="0" y="45284"/>
                  </a:lnTo>
                  <a:cubicBezTo>
                    <a:pt x="0" y="47494"/>
                    <a:pt x="1415" y="49285"/>
                    <a:pt x="3161" y="49285"/>
                  </a:cubicBezTo>
                  <a:lnTo>
                    <a:pt x="54554" y="49285"/>
                  </a:lnTo>
                  <a:cubicBezTo>
                    <a:pt x="57524" y="43691"/>
                    <a:pt x="61460" y="38933"/>
                    <a:pt x="66165" y="35699"/>
                  </a:cubicBezTo>
                  <a:cubicBezTo>
                    <a:pt x="74007" y="30307"/>
                    <a:pt x="82814" y="29860"/>
                    <a:pt x="91444" y="28199"/>
                  </a:cubicBezTo>
                  <a:cubicBezTo>
                    <a:pt x="94850" y="27544"/>
                    <a:pt x="98284" y="26656"/>
                    <a:pt x="101576" y="25345"/>
                  </a:cubicBezTo>
                  <a:cubicBezTo>
                    <a:pt x="104402" y="24220"/>
                    <a:pt x="107468" y="22637"/>
                    <a:pt x="109397" y="19658"/>
                  </a:cubicBezTo>
                  <a:cubicBezTo>
                    <a:pt x="114434" y="11884"/>
                    <a:pt x="106261" y="3395"/>
                    <a:pt x="100927" y="890"/>
                  </a:cubicBezTo>
                  <a:cubicBezTo>
                    <a:pt x="99620" y="276"/>
                    <a:pt x="98345" y="0"/>
                    <a:pt x="97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29"/>
            <p:cNvSpPr/>
            <p:nvPr/>
          </p:nvSpPr>
          <p:spPr>
            <a:xfrm>
              <a:off x="2622226" y="4592047"/>
              <a:ext cx="4319449" cy="712432"/>
            </a:xfrm>
            <a:custGeom>
              <a:rect b="b" l="l" r="r" t="t"/>
              <a:pathLst>
                <a:path extrusionOk="0" h="17803" w="107939">
                  <a:moveTo>
                    <a:pt x="27543" y="0"/>
                  </a:moveTo>
                  <a:cubicBezTo>
                    <a:pt x="27240" y="0"/>
                    <a:pt x="26937" y="6"/>
                    <a:pt x="26634" y="18"/>
                  </a:cubicBezTo>
                  <a:cubicBezTo>
                    <a:pt x="24027" y="121"/>
                    <a:pt x="21392" y="745"/>
                    <a:pt x="19094" y="2364"/>
                  </a:cubicBezTo>
                  <a:cubicBezTo>
                    <a:pt x="18481" y="2797"/>
                    <a:pt x="16577" y="4050"/>
                    <a:pt x="17537" y="5118"/>
                  </a:cubicBezTo>
                  <a:cubicBezTo>
                    <a:pt x="18117" y="5762"/>
                    <a:pt x="19161" y="5928"/>
                    <a:pt x="19890" y="6091"/>
                  </a:cubicBezTo>
                  <a:cubicBezTo>
                    <a:pt x="23855" y="6979"/>
                    <a:pt x="27949" y="6569"/>
                    <a:pt x="31949" y="6998"/>
                  </a:cubicBezTo>
                  <a:cubicBezTo>
                    <a:pt x="35180" y="7344"/>
                    <a:pt x="39652" y="7834"/>
                    <a:pt x="41798" y="11379"/>
                  </a:cubicBezTo>
                  <a:cubicBezTo>
                    <a:pt x="41873" y="11504"/>
                    <a:pt x="41874" y="11697"/>
                    <a:pt x="41748" y="11777"/>
                  </a:cubicBezTo>
                  <a:cubicBezTo>
                    <a:pt x="40684" y="12461"/>
                    <a:pt x="39488" y="12703"/>
                    <a:pt x="38262" y="12703"/>
                  </a:cubicBezTo>
                  <a:cubicBezTo>
                    <a:pt x="36542" y="12703"/>
                    <a:pt x="34763" y="12227"/>
                    <a:pt x="33207" y="11823"/>
                  </a:cubicBezTo>
                  <a:cubicBezTo>
                    <a:pt x="31601" y="11407"/>
                    <a:pt x="30013" y="10894"/>
                    <a:pt x="28412" y="10466"/>
                  </a:cubicBezTo>
                  <a:cubicBezTo>
                    <a:pt x="26593" y="9980"/>
                    <a:pt x="24742" y="9711"/>
                    <a:pt x="22919" y="9248"/>
                  </a:cubicBezTo>
                  <a:cubicBezTo>
                    <a:pt x="18811" y="8207"/>
                    <a:pt x="14751" y="6811"/>
                    <a:pt x="10581" y="6185"/>
                  </a:cubicBezTo>
                  <a:cubicBezTo>
                    <a:pt x="9499" y="6023"/>
                    <a:pt x="8286" y="5852"/>
                    <a:pt x="7075" y="5852"/>
                  </a:cubicBezTo>
                  <a:cubicBezTo>
                    <a:pt x="5505" y="5852"/>
                    <a:pt x="3938" y="6139"/>
                    <a:pt x="2667" y="7101"/>
                  </a:cubicBezTo>
                  <a:cubicBezTo>
                    <a:pt x="702" y="8588"/>
                    <a:pt x="1" y="12230"/>
                    <a:pt x="827" y="14868"/>
                  </a:cubicBezTo>
                  <a:cubicBezTo>
                    <a:pt x="1191" y="16035"/>
                    <a:pt x="1835" y="16995"/>
                    <a:pt x="2588" y="17803"/>
                  </a:cubicBezTo>
                  <a:lnTo>
                    <a:pt x="107349" y="17803"/>
                  </a:lnTo>
                  <a:cubicBezTo>
                    <a:pt x="107939" y="14229"/>
                    <a:pt x="104542" y="9947"/>
                    <a:pt x="102361" y="8404"/>
                  </a:cubicBezTo>
                  <a:cubicBezTo>
                    <a:pt x="99751" y="6560"/>
                    <a:pt x="96718" y="5974"/>
                    <a:pt x="93716" y="5974"/>
                  </a:cubicBezTo>
                  <a:cubicBezTo>
                    <a:pt x="92496" y="5974"/>
                    <a:pt x="91282" y="6070"/>
                    <a:pt x="90103" y="6219"/>
                  </a:cubicBezTo>
                  <a:cubicBezTo>
                    <a:pt x="87978" y="6486"/>
                    <a:pt x="85895" y="7048"/>
                    <a:pt x="83786" y="7444"/>
                  </a:cubicBezTo>
                  <a:cubicBezTo>
                    <a:pt x="81051" y="7961"/>
                    <a:pt x="78295" y="8278"/>
                    <a:pt x="75534" y="8442"/>
                  </a:cubicBezTo>
                  <a:cubicBezTo>
                    <a:pt x="74026" y="8532"/>
                    <a:pt x="72516" y="8576"/>
                    <a:pt x="71005" y="8576"/>
                  </a:cubicBezTo>
                  <a:cubicBezTo>
                    <a:pt x="66567" y="8576"/>
                    <a:pt x="62125" y="8194"/>
                    <a:pt x="57730" y="7447"/>
                  </a:cubicBezTo>
                  <a:cubicBezTo>
                    <a:pt x="52546" y="6565"/>
                    <a:pt x="47524" y="4962"/>
                    <a:pt x="42478" y="3264"/>
                  </a:cubicBezTo>
                  <a:cubicBezTo>
                    <a:pt x="37619" y="1632"/>
                    <a:pt x="32605" y="0"/>
                    <a:pt x="275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29"/>
            <p:cNvSpPr/>
            <p:nvPr/>
          </p:nvSpPr>
          <p:spPr>
            <a:xfrm>
              <a:off x="7896396" y="4587885"/>
              <a:ext cx="658408" cy="716833"/>
            </a:xfrm>
            <a:custGeom>
              <a:rect b="b" l="l" r="r" t="t"/>
              <a:pathLst>
                <a:path extrusionOk="0" h="17913" w="16453">
                  <a:moveTo>
                    <a:pt x="3031" y="0"/>
                  </a:moveTo>
                  <a:cubicBezTo>
                    <a:pt x="3004" y="0"/>
                    <a:pt x="2977" y="1"/>
                    <a:pt x="2950" y="2"/>
                  </a:cubicBezTo>
                  <a:cubicBezTo>
                    <a:pt x="1" y="132"/>
                    <a:pt x="2474" y="3624"/>
                    <a:pt x="3374" y="4819"/>
                  </a:cubicBezTo>
                  <a:cubicBezTo>
                    <a:pt x="5353" y="7446"/>
                    <a:pt x="8065" y="13097"/>
                    <a:pt x="8485" y="17912"/>
                  </a:cubicBezTo>
                  <a:lnTo>
                    <a:pt x="16452" y="17912"/>
                  </a:lnTo>
                  <a:cubicBezTo>
                    <a:pt x="15488" y="16742"/>
                    <a:pt x="14559" y="15523"/>
                    <a:pt x="13682" y="14232"/>
                  </a:cubicBezTo>
                  <a:cubicBezTo>
                    <a:pt x="11356" y="10805"/>
                    <a:pt x="9597" y="6836"/>
                    <a:pt x="7171" y="3507"/>
                  </a:cubicBezTo>
                  <a:cubicBezTo>
                    <a:pt x="6176" y="2144"/>
                    <a:pt x="4651" y="0"/>
                    <a:pt x="30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29"/>
            <p:cNvSpPr/>
            <p:nvPr/>
          </p:nvSpPr>
          <p:spPr>
            <a:xfrm>
              <a:off x="4793882" y="3757271"/>
              <a:ext cx="4326332" cy="1547277"/>
            </a:xfrm>
            <a:custGeom>
              <a:rect b="b" l="l" r="r" t="t"/>
              <a:pathLst>
                <a:path extrusionOk="0" h="38665" w="108111">
                  <a:moveTo>
                    <a:pt x="45814" y="1"/>
                  </a:moveTo>
                  <a:cubicBezTo>
                    <a:pt x="35137" y="1"/>
                    <a:pt x="24388" y="2076"/>
                    <a:pt x="14090" y="5571"/>
                  </a:cubicBezTo>
                  <a:cubicBezTo>
                    <a:pt x="10624" y="6748"/>
                    <a:pt x="7061" y="8059"/>
                    <a:pt x="3946" y="10366"/>
                  </a:cubicBezTo>
                  <a:cubicBezTo>
                    <a:pt x="2615" y="11352"/>
                    <a:pt x="1078" y="12695"/>
                    <a:pt x="565" y="14641"/>
                  </a:cubicBezTo>
                  <a:cubicBezTo>
                    <a:pt x="1" y="16782"/>
                    <a:pt x="1151" y="18845"/>
                    <a:pt x="2414" y="20142"/>
                  </a:cubicBezTo>
                  <a:cubicBezTo>
                    <a:pt x="4524" y="22313"/>
                    <a:pt x="7328" y="22930"/>
                    <a:pt x="10110" y="22930"/>
                  </a:cubicBezTo>
                  <a:cubicBezTo>
                    <a:pt x="11691" y="22930"/>
                    <a:pt x="13266" y="22730"/>
                    <a:pt x="14702" y="22504"/>
                  </a:cubicBezTo>
                  <a:cubicBezTo>
                    <a:pt x="19304" y="21780"/>
                    <a:pt x="23791" y="20252"/>
                    <a:pt x="28307" y="18979"/>
                  </a:cubicBezTo>
                  <a:cubicBezTo>
                    <a:pt x="31469" y="18088"/>
                    <a:pt x="34583" y="17727"/>
                    <a:pt x="37812" y="17553"/>
                  </a:cubicBezTo>
                  <a:cubicBezTo>
                    <a:pt x="39567" y="17460"/>
                    <a:pt x="41324" y="17409"/>
                    <a:pt x="43081" y="17409"/>
                  </a:cubicBezTo>
                  <a:cubicBezTo>
                    <a:pt x="45289" y="17409"/>
                    <a:pt x="47497" y="17490"/>
                    <a:pt x="49701" y="17670"/>
                  </a:cubicBezTo>
                  <a:cubicBezTo>
                    <a:pt x="53900" y="18013"/>
                    <a:pt x="58120" y="18692"/>
                    <a:pt x="62182" y="20121"/>
                  </a:cubicBezTo>
                  <a:cubicBezTo>
                    <a:pt x="65643" y="21338"/>
                    <a:pt x="69140" y="23140"/>
                    <a:pt x="71836" y="26229"/>
                  </a:cubicBezTo>
                  <a:cubicBezTo>
                    <a:pt x="74556" y="29344"/>
                    <a:pt x="76197" y="34210"/>
                    <a:pt x="75759" y="38664"/>
                  </a:cubicBezTo>
                  <a:lnTo>
                    <a:pt x="85535" y="38664"/>
                  </a:lnTo>
                  <a:cubicBezTo>
                    <a:pt x="85296" y="35981"/>
                    <a:pt x="84353" y="33119"/>
                    <a:pt x="83500" y="31067"/>
                  </a:cubicBezTo>
                  <a:cubicBezTo>
                    <a:pt x="82723" y="29197"/>
                    <a:pt x="81831" y="27538"/>
                    <a:pt x="80681" y="26012"/>
                  </a:cubicBezTo>
                  <a:cubicBezTo>
                    <a:pt x="79935" y="25023"/>
                    <a:pt x="78306" y="23246"/>
                    <a:pt x="78633" y="21650"/>
                  </a:cubicBezTo>
                  <a:cubicBezTo>
                    <a:pt x="78840" y="20643"/>
                    <a:pt x="79649" y="20281"/>
                    <a:pt x="80449" y="20281"/>
                  </a:cubicBezTo>
                  <a:cubicBezTo>
                    <a:pt x="80893" y="20281"/>
                    <a:pt x="81334" y="20392"/>
                    <a:pt x="81670" y="20567"/>
                  </a:cubicBezTo>
                  <a:cubicBezTo>
                    <a:pt x="83214" y="21372"/>
                    <a:pt x="84460" y="23111"/>
                    <a:pt x="85532" y="24674"/>
                  </a:cubicBezTo>
                  <a:cubicBezTo>
                    <a:pt x="88081" y="28395"/>
                    <a:pt x="90008" y="32694"/>
                    <a:pt x="92680" y="36288"/>
                  </a:cubicBezTo>
                  <a:cubicBezTo>
                    <a:pt x="93289" y="37105"/>
                    <a:pt x="93919" y="37895"/>
                    <a:pt x="94562" y="38663"/>
                  </a:cubicBezTo>
                  <a:lnTo>
                    <a:pt x="104952" y="38663"/>
                  </a:lnTo>
                  <a:cubicBezTo>
                    <a:pt x="106677" y="38663"/>
                    <a:pt x="108077" y="36912"/>
                    <a:pt x="108110" y="34738"/>
                  </a:cubicBezTo>
                  <a:cubicBezTo>
                    <a:pt x="104684" y="32047"/>
                    <a:pt x="101346" y="29175"/>
                    <a:pt x="98018" y="26250"/>
                  </a:cubicBezTo>
                  <a:cubicBezTo>
                    <a:pt x="92264" y="21194"/>
                    <a:pt x="86645" y="15791"/>
                    <a:pt x="80705" y="11085"/>
                  </a:cubicBezTo>
                  <a:cubicBezTo>
                    <a:pt x="70628" y="3099"/>
                    <a:pt x="58598" y="156"/>
                    <a:pt x="46845" y="7"/>
                  </a:cubicBezTo>
                  <a:cubicBezTo>
                    <a:pt x="46501" y="3"/>
                    <a:pt x="46158" y="1"/>
                    <a:pt x="458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29"/>
            <p:cNvSpPr/>
            <p:nvPr/>
          </p:nvSpPr>
          <p:spPr>
            <a:xfrm>
              <a:off x="4924300" y="-2278398"/>
              <a:ext cx="4335896" cy="796099"/>
            </a:xfrm>
            <a:custGeom>
              <a:rect b="b" l="l" r="r" t="t"/>
              <a:pathLst>
                <a:path extrusionOk="0" h="27758" w="108350">
                  <a:moveTo>
                    <a:pt x="51648" y="1"/>
                  </a:moveTo>
                  <a:cubicBezTo>
                    <a:pt x="50846" y="407"/>
                    <a:pt x="50018" y="729"/>
                    <a:pt x="49203" y="1014"/>
                  </a:cubicBezTo>
                  <a:cubicBezTo>
                    <a:pt x="42065" y="3506"/>
                    <a:pt x="34586" y="3501"/>
                    <a:pt x="27241" y="3584"/>
                  </a:cubicBezTo>
                  <a:cubicBezTo>
                    <a:pt x="20757" y="3656"/>
                    <a:pt x="14163" y="3777"/>
                    <a:pt x="7797" y="5515"/>
                  </a:cubicBezTo>
                  <a:cubicBezTo>
                    <a:pt x="5715" y="6083"/>
                    <a:pt x="3438" y="6902"/>
                    <a:pt x="1858" y="8814"/>
                  </a:cubicBezTo>
                  <a:cubicBezTo>
                    <a:pt x="0" y="11058"/>
                    <a:pt x="83" y="14195"/>
                    <a:pt x="776" y="17107"/>
                  </a:cubicBezTo>
                  <a:cubicBezTo>
                    <a:pt x="2438" y="24097"/>
                    <a:pt x="7861" y="27758"/>
                    <a:pt x="13371" y="27758"/>
                  </a:cubicBezTo>
                  <a:cubicBezTo>
                    <a:pt x="13681" y="27758"/>
                    <a:pt x="13992" y="27746"/>
                    <a:pt x="14303" y="27723"/>
                  </a:cubicBezTo>
                  <a:cubicBezTo>
                    <a:pt x="20922" y="27226"/>
                    <a:pt x="26485" y="22282"/>
                    <a:pt x="32673" y="19847"/>
                  </a:cubicBezTo>
                  <a:cubicBezTo>
                    <a:pt x="36195" y="18461"/>
                    <a:pt x="39879" y="17578"/>
                    <a:pt x="43501" y="16728"/>
                  </a:cubicBezTo>
                  <a:cubicBezTo>
                    <a:pt x="47244" y="15849"/>
                    <a:pt x="51012" y="15131"/>
                    <a:pt x="54789" y="14515"/>
                  </a:cubicBezTo>
                  <a:cubicBezTo>
                    <a:pt x="62223" y="13302"/>
                    <a:pt x="69695" y="12486"/>
                    <a:pt x="77160" y="11610"/>
                  </a:cubicBezTo>
                  <a:cubicBezTo>
                    <a:pt x="86796" y="10479"/>
                    <a:pt x="96503" y="9420"/>
                    <a:pt x="106195" y="9420"/>
                  </a:cubicBezTo>
                  <a:cubicBezTo>
                    <a:pt x="106913" y="9420"/>
                    <a:pt x="107630" y="9426"/>
                    <a:pt x="108348" y="9438"/>
                  </a:cubicBezTo>
                  <a:lnTo>
                    <a:pt x="108348" y="4002"/>
                  </a:lnTo>
                  <a:cubicBezTo>
                    <a:pt x="108350" y="1793"/>
                    <a:pt x="106935" y="1"/>
                    <a:pt x="105190" y="1"/>
                  </a:cubicBezTo>
                  <a:lnTo>
                    <a:pt x="90762" y="1"/>
                  </a:lnTo>
                  <a:cubicBezTo>
                    <a:pt x="89703" y="1934"/>
                    <a:pt x="88395" y="3470"/>
                    <a:pt x="86599" y="4557"/>
                  </a:cubicBezTo>
                  <a:cubicBezTo>
                    <a:pt x="83877" y="6208"/>
                    <a:pt x="80880" y="7099"/>
                    <a:pt x="77918" y="7745"/>
                  </a:cubicBezTo>
                  <a:cubicBezTo>
                    <a:pt x="74349" y="8524"/>
                    <a:pt x="70756" y="9202"/>
                    <a:pt x="67162" y="9801"/>
                  </a:cubicBezTo>
                  <a:cubicBezTo>
                    <a:pt x="59627" y="11058"/>
                    <a:pt x="52047" y="11784"/>
                    <a:pt x="44534" y="13253"/>
                  </a:cubicBezTo>
                  <a:cubicBezTo>
                    <a:pt x="40916" y="13963"/>
                    <a:pt x="37300" y="14822"/>
                    <a:pt x="33793" y="16179"/>
                  </a:cubicBezTo>
                  <a:cubicBezTo>
                    <a:pt x="31120" y="17214"/>
                    <a:pt x="28648" y="18964"/>
                    <a:pt x="26050" y="20259"/>
                  </a:cubicBezTo>
                  <a:cubicBezTo>
                    <a:pt x="24092" y="21236"/>
                    <a:pt x="21957" y="22126"/>
                    <a:pt x="19819" y="22126"/>
                  </a:cubicBezTo>
                  <a:cubicBezTo>
                    <a:pt x="19398" y="22126"/>
                    <a:pt x="18976" y="22091"/>
                    <a:pt x="18556" y="22016"/>
                  </a:cubicBezTo>
                  <a:cubicBezTo>
                    <a:pt x="16742" y="21690"/>
                    <a:pt x="14667" y="20360"/>
                    <a:pt x="13727" y="18271"/>
                  </a:cubicBezTo>
                  <a:cubicBezTo>
                    <a:pt x="12111" y="14673"/>
                    <a:pt x="16343" y="12032"/>
                    <a:pt x="18335" y="10924"/>
                  </a:cubicBezTo>
                  <a:cubicBezTo>
                    <a:pt x="29038" y="4972"/>
                    <a:pt x="41116" y="7214"/>
                    <a:pt x="52462" y="6363"/>
                  </a:cubicBezTo>
                  <a:cubicBezTo>
                    <a:pt x="56489" y="6062"/>
                    <a:pt x="60477" y="5377"/>
                    <a:pt x="64377" y="4066"/>
                  </a:cubicBezTo>
                  <a:cubicBezTo>
                    <a:pt x="66858" y="3233"/>
                    <a:pt x="69388" y="2647"/>
                    <a:pt x="71900" y="1973"/>
                  </a:cubicBezTo>
                  <a:cubicBezTo>
                    <a:pt x="74066" y="1391"/>
                    <a:pt x="76235" y="775"/>
                    <a:pt x="783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29"/>
            <p:cNvSpPr/>
            <p:nvPr/>
          </p:nvSpPr>
          <p:spPr>
            <a:xfrm>
              <a:off x="-249624" y="-1889435"/>
              <a:ext cx="3996027" cy="864218"/>
            </a:xfrm>
            <a:custGeom>
              <a:rect b="b" l="l" r="r" t="t"/>
              <a:pathLst>
                <a:path extrusionOk="0" h="21596" w="99857">
                  <a:moveTo>
                    <a:pt x="65198" y="399"/>
                  </a:moveTo>
                  <a:cubicBezTo>
                    <a:pt x="72321" y="399"/>
                    <a:pt x="79621" y="1791"/>
                    <a:pt x="86922" y="4550"/>
                  </a:cubicBezTo>
                  <a:cubicBezTo>
                    <a:pt x="89575" y="5554"/>
                    <a:pt x="92653" y="6864"/>
                    <a:pt x="95348" y="8979"/>
                  </a:cubicBezTo>
                  <a:cubicBezTo>
                    <a:pt x="98235" y="11247"/>
                    <a:pt x="99428" y="13677"/>
                    <a:pt x="98898" y="16206"/>
                  </a:cubicBezTo>
                  <a:cubicBezTo>
                    <a:pt x="98311" y="18994"/>
                    <a:pt x="95759" y="19972"/>
                    <a:pt x="93599" y="20511"/>
                  </a:cubicBezTo>
                  <a:cubicBezTo>
                    <a:pt x="91491" y="21039"/>
                    <a:pt x="89309" y="21193"/>
                    <a:pt x="87246" y="21193"/>
                  </a:cubicBezTo>
                  <a:cubicBezTo>
                    <a:pt x="86217" y="21193"/>
                    <a:pt x="85218" y="21155"/>
                    <a:pt x="84273" y="21106"/>
                  </a:cubicBezTo>
                  <a:cubicBezTo>
                    <a:pt x="78503" y="20800"/>
                    <a:pt x="72921" y="19852"/>
                    <a:pt x="67683" y="18295"/>
                  </a:cubicBezTo>
                  <a:cubicBezTo>
                    <a:pt x="64541" y="17362"/>
                    <a:pt x="61400" y="16083"/>
                    <a:pt x="58362" y="14847"/>
                  </a:cubicBezTo>
                  <a:cubicBezTo>
                    <a:pt x="53266" y="12773"/>
                    <a:pt x="47995" y="10628"/>
                    <a:pt x="42530" y="10025"/>
                  </a:cubicBezTo>
                  <a:cubicBezTo>
                    <a:pt x="41682" y="9932"/>
                    <a:pt x="40859" y="9885"/>
                    <a:pt x="40058" y="9885"/>
                  </a:cubicBezTo>
                  <a:cubicBezTo>
                    <a:pt x="36646" y="9885"/>
                    <a:pt x="33636" y="10728"/>
                    <a:pt x="31087" y="12400"/>
                  </a:cubicBezTo>
                  <a:cubicBezTo>
                    <a:pt x="26728" y="15269"/>
                    <a:pt x="22197" y="17122"/>
                    <a:pt x="17235" y="18071"/>
                  </a:cubicBezTo>
                  <a:cubicBezTo>
                    <a:pt x="13172" y="18848"/>
                    <a:pt x="9086" y="19070"/>
                    <a:pt x="5424" y="19070"/>
                  </a:cubicBezTo>
                  <a:cubicBezTo>
                    <a:pt x="3631" y="19070"/>
                    <a:pt x="1941" y="19017"/>
                    <a:pt x="403" y="18949"/>
                  </a:cubicBezTo>
                  <a:lnTo>
                    <a:pt x="403" y="11532"/>
                  </a:lnTo>
                  <a:cubicBezTo>
                    <a:pt x="2361" y="12661"/>
                    <a:pt x="4594" y="13456"/>
                    <a:pt x="7045" y="13900"/>
                  </a:cubicBezTo>
                  <a:cubicBezTo>
                    <a:pt x="8672" y="14195"/>
                    <a:pt x="10356" y="14343"/>
                    <a:pt x="12121" y="14343"/>
                  </a:cubicBezTo>
                  <a:cubicBezTo>
                    <a:pt x="13968" y="14343"/>
                    <a:pt x="15904" y="14181"/>
                    <a:pt x="17957" y="13858"/>
                  </a:cubicBezTo>
                  <a:cubicBezTo>
                    <a:pt x="23076" y="13055"/>
                    <a:pt x="27790" y="10978"/>
                    <a:pt x="32121" y="8853"/>
                  </a:cubicBezTo>
                  <a:lnTo>
                    <a:pt x="32595" y="8620"/>
                  </a:lnTo>
                  <a:cubicBezTo>
                    <a:pt x="37243" y="6337"/>
                    <a:pt x="42049" y="3980"/>
                    <a:pt x="47066" y="2784"/>
                  </a:cubicBezTo>
                  <a:cubicBezTo>
                    <a:pt x="53031" y="1361"/>
                    <a:pt x="58397" y="590"/>
                    <a:pt x="63469" y="426"/>
                  </a:cubicBezTo>
                  <a:cubicBezTo>
                    <a:pt x="64044" y="408"/>
                    <a:pt x="64620" y="399"/>
                    <a:pt x="65198" y="399"/>
                  </a:cubicBezTo>
                  <a:close/>
                  <a:moveTo>
                    <a:pt x="65203" y="1"/>
                  </a:moveTo>
                  <a:cubicBezTo>
                    <a:pt x="64619" y="1"/>
                    <a:pt x="64036" y="10"/>
                    <a:pt x="63455" y="29"/>
                  </a:cubicBezTo>
                  <a:cubicBezTo>
                    <a:pt x="58355" y="192"/>
                    <a:pt x="52963" y="968"/>
                    <a:pt x="46970" y="2396"/>
                  </a:cubicBezTo>
                  <a:cubicBezTo>
                    <a:pt x="41911" y="3604"/>
                    <a:pt x="37084" y="5971"/>
                    <a:pt x="32416" y="8263"/>
                  </a:cubicBezTo>
                  <a:lnTo>
                    <a:pt x="31942" y="8496"/>
                  </a:lnTo>
                  <a:cubicBezTo>
                    <a:pt x="27640" y="10606"/>
                    <a:pt x="22957" y="12670"/>
                    <a:pt x="17892" y="13466"/>
                  </a:cubicBezTo>
                  <a:cubicBezTo>
                    <a:pt x="15860" y="13785"/>
                    <a:pt x="13946" y="13945"/>
                    <a:pt x="12120" y="13945"/>
                  </a:cubicBezTo>
                  <a:cubicBezTo>
                    <a:pt x="10379" y="13945"/>
                    <a:pt x="8719" y="13799"/>
                    <a:pt x="7116" y="13508"/>
                  </a:cubicBezTo>
                  <a:cubicBezTo>
                    <a:pt x="4584" y="13050"/>
                    <a:pt x="2294" y="12211"/>
                    <a:pt x="305" y="11012"/>
                  </a:cubicBezTo>
                  <a:lnTo>
                    <a:pt x="0" y="10828"/>
                  </a:lnTo>
                  <a:lnTo>
                    <a:pt x="0" y="19337"/>
                  </a:lnTo>
                  <a:lnTo>
                    <a:pt x="193" y="19345"/>
                  </a:lnTo>
                  <a:cubicBezTo>
                    <a:pt x="1788" y="19417"/>
                    <a:pt x="3552" y="19474"/>
                    <a:pt x="5427" y="19474"/>
                  </a:cubicBezTo>
                  <a:cubicBezTo>
                    <a:pt x="9110" y="19474"/>
                    <a:pt x="13220" y="19251"/>
                    <a:pt x="17311" y="18469"/>
                  </a:cubicBezTo>
                  <a:cubicBezTo>
                    <a:pt x="22324" y="17509"/>
                    <a:pt x="26904" y="15636"/>
                    <a:pt x="31309" y="12740"/>
                  </a:cubicBezTo>
                  <a:cubicBezTo>
                    <a:pt x="33791" y="11110"/>
                    <a:pt x="36725" y="10287"/>
                    <a:pt x="40058" y="10287"/>
                  </a:cubicBezTo>
                  <a:cubicBezTo>
                    <a:pt x="40845" y="10287"/>
                    <a:pt x="41654" y="10333"/>
                    <a:pt x="42485" y="10425"/>
                  </a:cubicBezTo>
                  <a:cubicBezTo>
                    <a:pt x="47895" y="11021"/>
                    <a:pt x="53139" y="13156"/>
                    <a:pt x="58211" y="15220"/>
                  </a:cubicBezTo>
                  <a:cubicBezTo>
                    <a:pt x="61257" y="16459"/>
                    <a:pt x="64408" y="17742"/>
                    <a:pt x="67568" y="18681"/>
                  </a:cubicBezTo>
                  <a:cubicBezTo>
                    <a:pt x="72838" y="20248"/>
                    <a:pt x="78452" y="21200"/>
                    <a:pt x="84253" y="21507"/>
                  </a:cubicBezTo>
                  <a:cubicBezTo>
                    <a:pt x="85207" y="21557"/>
                    <a:pt x="86216" y="21596"/>
                    <a:pt x="87255" y="21596"/>
                  </a:cubicBezTo>
                  <a:cubicBezTo>
                    <a:pt x="89341" y="21596"/>
                    <a:pt x="91554" y="21438"/>
                    <a:pt x="93697" y="20904"/>
                  </a:cubicBezTo>
                  <a:cubicBezTo>
                    <a:pt x="95795" y="20381"/>
                    <a:pt x="98654" y="19332"/>
                    <a:pt x="99293" y="16292"/>
                  </a:cubicBezTo>
                  <a:cubicBezTo>
                    <a:pt x="99857" y="13600"/>
                    <a:pt x="98614" y="11035"/>
                    <a:pt x="95596" y="8666"/>
                  </a:cubicBezTo>
                  <a:cubicBezTo>
                    <a:pt x="92859" y="6520"/>
                    <a:pt x="89747" y="5193"/>
                    <a:pt x="87062" y="4178"/>
                  </a:cubicBezTo>
                  <a:cubicBezTo>
                    <a:pt x="79719" y="1402"/>
                    <a:pt x="72371" y="1"/>
                    <a:pt x="652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 name="Google Shape;926;p29"/>
            <p:cNvGrpSpPr/>
            <p:nvPr/>
          </p:nvGrpSpPr>
          <p:grpSpPr>
            <a:xfrm>
              <a:off x="-249624" y="-2432400"/>
              <a:ext cx="9377821" cy="2147740"/>
              <a:chOff x="-249624" y="-2432400"/>
              <a:chExt cx="9377821" cy="2147740"/>
            </a:xfrm>
          </p:grpSpPr>
          <p:sp>
            <p:nvSpPr>
              <p:cNvPr id="927" name="Google Shape;927;p29"/>
              <p:cNvSpPr/>
              <p:nvPr/>
            </p:nvSpPr>
            <p:spPr>
              <a:xfrm>
                <a:off x="-241501" y="-2359847"/>
                <a:ext cx="9361814" cy="2075187"/>
              </a:xfrm>
              <a:custGeom>
                <a:rect b="b" l="l" r="r" t="t"/>
                <a:pathLst>
                  <a:path extrusionOk="0" h="51857" w="233943">
                    <a:moveTo>
                      <a:pt x="114254" y="0"/>
                    </a:moveTo>
                    <a:cubicBezTo>
                      <a:pt x="113814" y="3337"/>
                      <a:pt x="107760" y="3970"/>
                      <a:pt x="105882" y="4185"/>
                    </a:cubicBezTo>
                    <a:cubicBezTo>
                      <a:pt x="103480" y="4463"/>
                      <a:pt x="101037" y="4580"/>
                      <a:pt x="98593" y="4580"/>
                    </a:cubicBezTo>
                    <a:cubicBezTo>
                      <a:pt x="96187" y="4580"/>
                      <a:pt x="93780" y="4466"/>
                      <a:pt x="91413" y="4277"/>
                    </a:cubicBezTo>
                    <a:cubicBezTo>
                      <a:pt x="83262" y="3622"/>
                      <a:pt x="75254" y="1586"/>
                      <a:pt x="67197" y="2"/>
                    </a:cubicBezTo>
                    <a:lnTo>
                      <a:pt x="3161" y="2"/>
                    </a:lnTo>
                    <a:cubicBezTo>
                      <a:pt x="1415" y="2"/>
                      <a:pt x="0" y="1794"/>
                      <a:pt x="0" y="4003"/>
                    </a:cubicBezTo>
                    <a:lnTo>
                      <a:pt x="0" y="12983"/>
                    </a:lnTo>
                    <a:cubicBezTo>
                      <a:pt x="752" y="13703"/>
                      <a:pt x="1532" y="14304"/>
                      <a:pt x="2202" y="14753"/>
                    </a:cubicBezTo>
                    <a:cubicBezTo>
                      <a:pt x="5867" y="17202"/>
                      <a:pt x="10108" y="17905"/>
                      <a:pt x="14266" y="17905"/>
                    </a:cubicBezTo>
                    <a:cubicBezTo>
                      <a:pt x="15542" y="17905"/>
                      <a:pt x="16811" y="17839"/>
                      <a:pt x="18052" y="17736"/>
                    </a:cubicBezTo>
                    <a:cubicBezTo>
                      <a:pt x="23329" y="17301"/>
                      <a:pt x="28524" y="16026"/>
                      <a:pt x="33704" y="14740"/>
                    </a:cubicBezTo>
                    <a:cubicBezTo>
                      <a:pt x="40948" y="12940"/>
                      <a:pt x="48135" y="10828"/>
                      <a:pt x="55442" y="9439"/>
                    </a:cubicBezTo>
                    <a:cubicBezTo>
                      <a:pt x="61321" y="8322"/>
                      <a:pt x="67233" y="7670"/>
                      <a:pt x="73167" y="7670"/>
                    </a:cubicBezTo>
                    <a:cubicBezTo>
                      <a:pt x="74688" y="7670"/>
                      <a:pt x="76210" y="7713"/>
                      <a:pt x="77734" y="7802"/>
                    </a:cubicBezTo>
                    <a:cubicBezTo>
                      <a:pt x="85106" y="8232"/>
                      <a:pt x="92423" y="9785"/>
                      <a:pt x="99530" y="12287"/>
                    </a:cubicBezTo>
                    <a:cubicBezTo>
                      <a:pt x="102317" y="13268"/>
                      <a:pt x="105115" y="14314"/>
                      <a:pt x="107858" y="15489"/>
                    </a:cubicBezTo>
                    <a:cubicBezTo>
                      <a:pt x="110332" y="16548"/>
                      <a:pt x="112809" y="17789"/>
                      <a:pt x="115004" y="19608"/>
                    </a:cubicBezTo>
                    <a:cubicBezTo>
                      <a:pt x="117824" y="21944"/>
                      <a:pt x="120303" y="25852"/>
                      <a:pt x="120226" y="30339"/>
                    </a:cubicBezTo>
                    <a:cubicBezTo>
                      <a:pt x="120101" y="37466"/>
                      <a:pt x="112935" y="40330"/>
                      <a:pt x="108516" y="41748"/>
                    </a:cubicBezTo>
                    <a:cubicBezTo>
                      <a:pt x="101630" y="43955"/>
                      <a:pt x="94414" y="44564"/>
                      <a:pt x="87337" y="44821"/>
                    </a:cubicBezTo>
                    <a:cubicBezTo>
                      <a:pt x="84855" y="44912"/>
                      <a:pt x="82371" y="44958"/>
                      <a:pt x="79887" y="44958"/>
                    </a:cubicBezTo>
                    <a:cubicBezTo>
                      <a:pt x="73140" y="44958"/>
                      <a:pt x="66393" y="44612"/>
                      <a:pt x="59673" y="43851"/>
                    </a:cubicBezTo>
                    <a:cubicBezTo>
                      <a:pt x="52128" y="42997"/>
                      <a:pt x="44620" y="41722"/>
                      <a:pt x="37128" y="40332"/>
                    </a:cubicBezTo>
                    <a:cubicBezTo>
                      <a:pt x="29596" y="38936"/>
                      <a:pt x="22076" y="37257"/>
                      <a:pt x="14513" y="36145"/>
                    </a:cubicBezTo>
                    <a:cubicBezTo>
                      <a:pt x="10469" y="35552"/>
                      <a:pt x="6279" y="35103"/>
                      <a:pt x="2100" y="35103"/>
                    </a:cubicBezTo>
                    <a:cubicBezTo>
                      <a:pt x="1400" y="35103"/>
                      <a:pt x="700" y="35116"/>
                      <a:pt x="0" y="35142"/>
                    </a:cubicBezTo>
                    <a:lnTo>
                      <a:pt x="0" y="41392"/>
                    </a:lnTo>
                    <a:cubicBezTo>
                      <a:pt x="3897" y="40406"/>
                      <a:pt x="7757" y="39113"/>
                      <a:pt x="11701" y="38520"/>
                    </a:cubicBezTo>
                    <a:cubicBezTo>
                      <a:pt x="12850" y="38347"/>
                      <a:pt x="14002" y="38268"/>
                      <a:pt x="15153" y="38268"/>
                    </a:cubicBezTo>
                    <a:cubicBezTo>
                      <a:pt x="18352" y="38268"/>
                      <a:pt x="21545" y="38880"/>
                      <a:pt x="24665" y="39789"/>
                    </a:cubicBezTo>
                    <a:cubicBezTo>
                      <a:pt x="29176" y="41103"/>
                      <a:pt x="33559" y="43015"/>
                      <a:pt x="37996" y="44675"/>
                    </a:cubicBezTo>
                    <a:cubicBezTo>
                      <a:pt x="42689" y="46433"/>
                      <a:pt x="47479" y="47692"/>
                      <a:pt x="52300" y="48740"/>
                    </a:cubicBezTo>
                    <a:cubicBezTo>
                      <a:pt x="61496" y="50745"/>
                      <a:pt x="70937" y="51857"/>
                      <a:pt x="80373" y="51857"/>
                    </a:cubicBezTo>
                    <a:cubicBezTo>
                      <a:pt x="91348" y="51857"/>
                      <a:pt x="102317" y="50352"/>
                      <a:pt x="112889" y="46997"/>
                    </a:cubicBezTo>
                    <a:cubicBezTo>
                      <a:pt x="122215" y="44038"/>
                      <a:pt x="130897" y="39216"/>
                      <a:pt x="139694" y="34414"/>
                    </a:cubicBezTo>
                    <a:cubicBezTo>
                      <a:pt x="143466" y="32352"/>
                      <a:pt x="147358" y="30634"/>
                      <a:pt x="151383" y="29556"/>
                    </a:cubicBezTo>
                    <a:cubicBezTo>
                      <a:pt x="155813" y="28370"/>
                      <a:pt x="160303" y="28105"/>
                      <a:pt x="164816" y="27914"/>
                    </a:cubicBezTo>
                    <a:cubicBezTo>
                      <a:pt x="167320" y="27807"/>
                      <a:pt x="169825" y="27756"/>
                      <a:pt x="172331" y="27756"/>
                    </a:cubicBezTo>
                    <a:cubicBezTo>
                      <a:pt x="189289" y="27756"/>
                      <a:pt x="206270" y="30094"/>
                      <a:pt x="222996" y="33398"/>
                    </a:cubicBezTo>
                    <a:cubicBezTo>
                      <a:pt x="226644" y="34116"/>
                      <a:pt x="230302" y="34924"/>
                      <a:pt x="233942" y="35864"/>
                    </a:cubicBezTo>
                    <a:lnTo>
                      <a:pt x="233942" y="9938"/>
                    </a:lnTo>
                    <a:cubicBezTo>
                      <a:pt x="233216" y="9925"/>
                      <a:pt x="232489" y="9919"/>
                      <a:pt x="231762" y="9919"/>
                    </a:cubicBezTo>
                    <a:cubicBezTo>
                      <a:pt x="219843" y="9919"/>
                      <a:pt x="207922" y="11530"/>
                      <a:pt x="196068" y="12904"/>
                    </a:cubicBezTo>
                    <a:cubicBezTo>
                      <a:pt x="188339" y="13801"/>
                      <a:pt x="180609" y="14806"/>
                      <a:pt x="172944" y="16393"/>
                    </a:cubicBezTo>
                    <a:cubicBezTo>
                      <a:pt x="169135" y="17181"/>
                      <a:pt x="165343" y="18112"/>
                      <a:pt x="161591" y="19260"/>
                    </a:cubicBezTo>
                    <a:cubicBezTo>
                      <a:pt x="158213" y="20291"/>
                      <a:pt x="155063" y="21813"/>
                      <a:pt x="151893" y="23606"/>
                    </a:cubicBezTo>
                    <a:cubicBezTo>
                      <a:pt x="147715" y="25970"/>
                      <a:pt x="143374" y="28204"/>
                      <a:pt x="138868" y="28204"/>
                    </a:cubicBezTo>
                    <a:cubicBezTo>
                      <a:pt x="137422" y="28204"/>
                      <a:pt x="135960" y="27974"/>
                      <a:pt x="134480" y="27445"/>
                    </a:cubicBezTo>
                    <a:cubicBezTo>
                      <a:pt x="129632" y="25711"/>
                      <a:pt x="125716" y="20547"/>
                      <a:pt x="125484" y="13951"/>
                    </a:cubicBezTo>
                    <a:cubicBezTo>
                      <a:pt x="125286" y="8300"/>
                      <a:pt x="129601" y="6027"/>
                      <a:pt x="133294" y="5020"/>
                    </a:cubicBezTo>
                    <a:cubicBezTo>
                      <a:pt x="139570" y="3307"/>
                      <a:pt x="146074" y="3151"/>
                      <a:pt x="152463" y="3078"/>
                    </a:cubicBezTo>
                    <a:cubicBezTo>
                      <a:pt x="160083" y="2991"/>
                      <a:pt x="167851" y="3042"/>
                      <a:pt x="175233" y="328"/>
                    </a:cubicBezTo>
                    <a:cubicBezTo>
                      <a:pt x="175511" y="226"/>
                      <a:pt x="175788" y="116"/>
                      <a:pt x="176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29"/>
              <p:cNvSpPr/>
              <p:nvPr/>
            </p:nvSpPr>
            <p:spPr>
              <a:xfrm>
                <a:off x="-249624" y="-2432400"/>
                <a:ext cx="9377821" cy="2090634"/>
              </a:xfrm>
              <a:custGeom>
                <a:rect b="b" l="l" r="r" t="t"/>
                <a:pathLst>
                  <a:path extrusionOk="0" h="52243" w="234343">
                    <a:moveTo>
                      <a:pt x="67361" y="400"/>
                    </a:moveTo>
                    <a:cubicBezTo>
                      <a:pt x="69340" y="790"/>
                      <a:pt x="71349" y="1215"/>
                      <a:pt x="73292" y="1625"/>
                    </a:cubicBezTo>
                    <a:cubicBezTo>
                      <a:pt x="79265" y="2884"/>
                      <a:pt x="85439" y="4185"/>
                      <a:pt x="91598" y="4680"/>
                    </a:cubicBezTo>
                    <a:cubicBezTo>
                      <a:pt x="94144" y="4885"/>
                      <a:pt x="96537" y="4987"/>
                      <a:pt x="98805" y="4987"/>
                    </a:cubicBezTo>
                    <a:cubicBezTo>
                      <a:pt x="101387" y="4987"/>
                      <a:pt x="103808" y="4854"/>
                      <a:pt x="106108" y="4590"/>
                    </a:cubicBezTo>
                    <a:lnTo>
                      <a:pt x="106218" y="4577"/>
                    </a:lnTo>
                    <a:cubicBezTo>
                      <a:pt x="108158" y="4354"/>
                      <a:pt x="114000" y="3685"/>
                      <a:pt x="114628" y="406"/>
                    </a:cubicBezTo>
                    <a:lnTo>
                      <a:pt x="175193" y="406"/>
                    </a:lnTo>
                    <a:cubicBezTo>
                      <a:pt x="168249" y="2915"/>
                      <a:pt x="160889" y="2994"/>
                      <a:pt x="153768" y="3069"/>
                    </a:cubicBezTo>
                    <a:lnTo>
                      <a:pt x="152665" y="3082"/>
                    </a:lnTo>
                    <a:cubicBezTo>
                      <a:pt x="145764" y="3162"/>
                      <a:pt x="139551" y="3364"/>
                      <a:pt x="133446" y="5030"/>
                    </a:cubicBezTo>
                    <a:cubicBezTo>
                      <a:pt x="128003" y="6516"/>
                      <a:pt x="125326" y="9588"/>
                      <a:pt x="125487" y="14164"/>
                    </a:cubicBezTo>
                    <a:cubicBezTo>
                      <a:pt x="125709" y="20471"/>
                      <a:pt x="129379" y="25966"/>
                      <a:pt x="134618" y="27839"/>
                    </a:cubicBezTo>
                    <a:cubicBezTo>
                      <a:pt x="136131" y="28380"/>
                      <a:pt x="137619" y="28617"/>
                      <a:pt x="139091" y="28617"/>
                    </a:cubicBezTo>
                    <a:cubicBezTo>
                      <a:pt x="143547" y="28617"/>
                      <a:pt x="147847" y="26448"/>
                      <a:pt x="152196" y="23987"/>
                    </a:cubicBezTo>
                    <a:cubicBezTo>
                      <a:pt x="155813" y="21943"/>
                      <a:pt x="158880" y="20567"/>
                      <a:pt x="161854" y="19658"/>
                    </a:cubicBezTo>
                    <a:cubicBezTo>
                      <a:pt x="165379" y="18581"/>
                      <a:pt x="169085" y="17643"/>
                      <a:pt x="173189" y="16795"/>
                    </a:cubicBezTo>
                    <a:cubicBezTo>
                      <a:pt x="180974" y="15181"/>
                      <a:pt x="188894" y="14166"/>
                      <a:pt x="196294" y="13308"/>
                    </a:cubicBezTo>
                    <a:cubicBezTo>
                      <a:pt x="197767" y="13138"/>
                      <a:pt x="199245" y="12964"/>
                      <a:pt x="200722" y="12788"/>
                    </a:cubicBezTo>
                    <a:cubicBezTo>
                      <a:pt x="210970" y="11576"/>
                      <a:pt x="221543" y="10326"/>
                      <a:pt x="231999" y="10326"/>
                    </a:cubicBezTo>
                    <a:cubicBezTo>
                      <a:pt x="232648" y="10326"/>
                      <a:pt x="233296" y="10331"/>
                      <a:pt x="233944" y="10341"/>
                    </a:cubicBezTo>
                    <a:lnTo>
                      <a:pt x="233944" y="35809"/>
                    </a:lnTo>
                    <a:cubicBezTo>
                      <a:pt x="230629" y="34959"/>
                      <a:pt x="227123" y="34173"/>
                      <a:pt x="223236" y="33405"/>
                    </a:cubicBezTo>
                    <a:cubicBezTo>
                      <a:pt x="203906" y="29587"/>
                      <a:pt x="187591" y="27758"/>
                      <a:pt x="172597" y="27758"/>
                    </a:cubicBezTo>
                    <a:cubicBezTo>
                      <a:pt x="170032" y="27758"/>
                      <a:pt x="167505" y="27812"/>
                      <a:pt x="165009" y="27918"/>
                    </a:cubicBezTo>
                    <a:cubicBezTo>
                      <a:pt x="160422" y="28112"/>
                      <a:pt x="155941" y="28387"/>
                      <a:pt x="151533" y="29567"/>
                    </a:cubicBezTo>
                    <a:cubicBezTo>
                      <a:pt x="147826" y="30560"/>
                      <a:pt x="143986" y="32153"/>
                      <a:pt x="139798" y="34441"/>
                    </a:cubicBezTo>
                    <a:lnTo>
                      <a:pt x="138875" y="34945"/>
                    </a:lnTo>
                    <a:cubicBezTo>
                      <a:pt x="130584" y="39473"/>
                      <a:pt x="122011" y="44161"/>
                      <a:pt x="113029" y="47009"/>
                    </a:cubicBezTo>
                    <a:cubicBezTo>
                      <a:pt x="102889" y="50226"/>
                      <a:pt x="91919" y="51840"/>
                      <a:pt x="80509" y="51840"/>
                    </a:cubicBezTo>
                    <a:cubicBezTo>
                      <a:pt x="71401" y="51840"/>
                      <a:pt x="62013" y="50811"/>
                      <a:pt x="52541" y="48749"/>
                    </a:cubicBezTo>
                    <a:cubicBezTo>
                      <a:pt x="46930" y="47526"/>
                      <a:pt x="42394" y="46236"/>
                      <a:pt x="38264" y="44691"/>
                    </a:cubicBezTo>
                    <a:cubicBezTo>
                      <a:pt x="36953" y="44199"/>
                      <a:pt x="35624" y="43678"/>
                      <a:pt x="34338" y="43172"/>
                    </a:cubicBezTo>
                    <a:cubicBezTo>
                      <a:pt x="31276" y="41971"/>
                      <a:pt x="28107" y="40726"/>
                      <a:pt x="24921" y="39799"/>
                    </a:cubicBezTo>
                    <a:cubicBezTo>
                      <a:pt x="21414" y="38777"/>
                      <a:pt x="18247" y="38271"/>
                      <a:pt x="15326" y="38271"/>
                    </a:cubicBezTo>
                    <a:cubicBezTo>
                      <a:pt x="14137" y="38271"/>
                      <a:pt x="12987" y="38356"/>
                      <a:pt x="11874" y="38521"/>
                    </a:cubicBezTo>
                    <a:cubicBezTo>
                      <a:pt x="9119" y="38936"/>
                      <a:pt x="6366" y="39703"/>
                      <a:pt x="3703" y="40442"/>
                    </a:cubicBezTo>
                    <a:cubicBezTo>
                      <a:pt x="2622" y="40742"/>
                      <a:pt x="1508" y="41053"/>
                      <a:pt x="406" y="41335"/>
                    </a:cubicBezTo>
                    <a:lnTo>
                      <a:pt x="406" y="35538"/>
                    </a:lnTo>
                    <a:cubicBezTo>
                      <a:pt x="1027" y="35516"/>
                      <a:pt x="1658" y="35506"/>
                      <a:pt x="2301" y="35506"/>
                    </a:cubicBezTo>
                    <a:cubicBezTo>
                      <a:pt x="5902" y="35506"/>
                      <a:pt x="9901" y="35844"/>
                      <a:pt x="14687" y="36547"/>
                    </a:cubicBezTo>
                    <a:cubicBezTo>
                      <a:pt x="19745" y="37290"/>
                      <a:pt x="24868" y="38304"/>
                      <a:pt x="29822" y="39284"/>
                    </a:cubicBezTo>
                    <a:cubicBezTo>
                      <a:pt x="32271" y="39769"/>
                      <a:pt x="34802" y="40270"/>
                      <a:pt x="37296" y="40733"/>
                    </a:cubicBezTo>
                    <a:cubicBezTo>
                      <a:pt x="43914" y="41961"/>
                      <a:pt x="51770" y="43339"/>
                      <a:pt x="59854" y="44254"/>
                    </a:cubicBezTo>
                    <a:cubicBezTo>
                      <a:pt x="66359" y="44990"/>
                      <a:pt x="73165" y="45361"/>
                      <a:pt x="80163" y="45361"/>
                    </a:cubicBezTo>
                    <a:cubicBezTo>
                      <a:pt x="82603" y="45361"/>
                      <a:pt x="85067" y="45316"/>
                      <a:pt x="87550" y="45225"/>
                    </a:cubicBezTo>
                    <a:cubicBezTo>
                      <a:pt x="94026" y="44991"/>
                      <a:pt x="101613" y="44441"/>
                      <a:pt x="108780" y="42142"/>
                    </a:cubicBezTo>
                    <a:cubicBezTo>
                      <a:pt x="113810" y="40529"/>
                      <a:pt x="120508" y="37574"/>
                      <a:pt x="120629" y="30544"/>
                    </a:cubicBezTo>
                    <a:cubicBezTo>
                      <a:pt x="120696" y="26529"/>
                      <a:pt x="118718" y="22458"/>
                      <a:pt x="115334" y="19654"/>
                    </a:cubicBezTo>
                    <a:cubicBezTo>
                      <a:pt x="112985" y="17708"/>
                      <a:pt x="110379" y="16465"/>
                      <a:pt x="108140" y="15506"/>
                    </a:cubicBezTo>
                    <a:cubicBezTo>
                      <a:pt x="105719" y="14467"/>
                      <a:pt x="103070" y="13450"/>
                      <a:pt x="99798" y="12298"/>
                    </a:cubicBezTo>
                    <a:cubicBezTo>
                      <a:pt x="92520" y="9735"/>
                      <a:pt x="85169" y="8223"/>
                      <a:pt x="77949" y="7802"/>
                    </a:cubicBezTo>
                    <a:cubicBezTo>
                      <a:pt x="76425" y="7713"/>
                      <a:pt x="74890" y="7669"/>
                      <a:pt x="73339" y="7669"/>
                    </a:cubicBezTo>
                    <a:cubicBezTo>
                      <a:pt x="67706" y="7669"/>
                      <a:pt x="61863" y="8255"/>
                      <a:pt x="55605" y="9443"/>
                    </a:cubicBezTo>
                    <a:cubicBezTo>
                      <a:pt x="50502" y="10413"/>
                      <a:pt x="45374" y="11757"/>
                      <a:pt x="40416" y="13057"/>
                    </a:cubicBezTo>
                    <a:cubicBezTo>
                      <a:pt x="38267" y="13620"/>
                      <a:pt x="36046" y="14201"/>
                      <a:pt x="33857" y="14746"/>
                    </a:cubicBezTo>
                    <a:cubicBezTo>
                      <a:pt x="29050" y="15939"/>
                      <a:pt x="23603" y="17293"/>
                      <a:pt x="18238" y="17736"/>
                    </a:cubicBezTo>
                    <a:cubicBezTo>
                      <a:pt x="17038" y="17835"/>
                      <a:pt x="15751" y="17910"/>
                      <a:pt x="14415" y="17910"/>
                    </a:cubicBezTo>
                    <a:cubicBezTo>
                      <a:pt x="10534" y="17910"/>
                      <a:pt x="6246" y="17280"/>
                      <a:pt x="2517" y="14787"/>
                    </a:cubicBezTo>
                    <a:cubicBezTo>
                      <a:pt x="2004" y="14446"/>
                      <a:pt x="1229" y="13878"/>
                      <a:pt x="403" y="13098"/>
                    </a:cubicBezTo>
                    <a:lnTo>
                      <a:pt x="403" y="4204"/>
                    </a:lnTo>
                    <a:cubicBezTo>
                      <a:pt x="403" y="2108"/>
                      <a:pt x="1731" y="405"/>
                      <a:pt x="3364" y="405"/>
                    </a:cubicBezTo>
                    <a:lnTo>
                      <a:pt x="67361" y="400"/>
                    </a:lnTo>
                    <a:close/>
                    <a:moveTo>
                      <a:pt x="114278" y="0"/>
                    </a:moveTo>
                    <a:lnTo>
                      <a:pt x="114255" y="176"/>
                    </a:lnTo>
                    <a:cubicBezTo>
                      <a:pt x="113845" y="3294"/>
                      <a:pt x="108068" y="3957"/>
                      <a:pt x="106170" y="4175"/>
                    </a:cubicBezTo>
                    <a:lnTo>
                      <a:pt x="106061" y="4187"/>
                    </a:lnTo>
                    <a:cubicBezTo>
                      <a:pt x="103777" y="4451"/>
                      <a:pt x="101371" y="4582"/>
                      <a:pt x="98803" y="4582"/>
                    </a:cubicBezTo>
                    <a:cubicBezTo>
                      <a:pt x="96546" y="4582"/>
                      <a:pt x="94164" y="4481"/>
                      <a:pt x="91630" y="4277"/>
                    </a:cubicBezTo>
                    <a:cubicBezTo>
                      <a:pt x="85496" y="3785"/>
                      <a:pt x="79335" y="2485"/>
                      <a:pt x="73374" y="1229"/>
                    </a:cubicBezTo>
                    <a:cubicBezTo>
                      <a:pt x="71430" y="820"/>
                      <a:pt x="69420" y="395"/>
                      <a:pt x="67400" y="2"/>
                    </a:cubicBezTo>
                    <a:lnTo>
                      <a:pt x="3365" y="2"/>
                    </a:lnTo>
                    <a:cubicBezTo>
                      <a:pt x="1511" y="2"/>
                      <a:pt x="3" y="1889"/>
                      <a:pt x="3" y="4205"/>
                    </a:cubicBezTo>
                    <a:lnTo>
                      <a:pt x="3" y="13267"/>
                    </a:lnTo>
                    <a:lnTo>
                      <a:pt x="66" y="13327"/>
                    </a:lnTo>
                    <a:cubicBezTo>
                      <a:pt x="935" y="14157"/>
                      <a:pt x="1758" y="14760"/>
                      <a:pt x="2295" y="15120"/>
                    </a:cubicBezTo>
                    <a:cubicBezTo>
                      <a:pt x="6107" y="17668"/>
                      <a:pt x="10473" y="18312"/>
                      <a:pt x="14416" y="18312"/>
                    </a:cubicBezTo>
                    <a:cubicBezTo>
                      <a:pt x="15764" y="18312"/>
                      <a:pt x="17063" y="18236"/>
                      <a:pt x="18274" y="18136"/>
                    </a:cubicBezTo>
                    <a:cubicBezTo>
                      <a:pt x="23670" y="17692"/>
                      <a:pt x="29134" y="16335"/>
                      <a:pt x="33955" y="15136"/>
                    </a:cubicBezTo>
                    <a:cubicBezTo>
                      <a:pt x="36148" y="14591"/>
                      <a:pt x="38370" y="14008"/>
                      <a:pt x="40521" y="13444"/>
                    </a:cubicBezTo>
                    <a:cubicBezTo>
                      <a:pt x="45471" y="12145"/>
                      <a:pt x="50591" y="10802"/>
                      <a:pt x="55682" y="9836"/>
                    </a:cubicBezTo>
                    <a:cubicBezTo>
                      <a:pt x="61914" y="8652"/>
                      <a:pt x="67733" y="8068"/>
                      <a:pt x="73339" y="8068"/>
                    </a:cubicBezTo>
                    <a:cubicBezTo>
                      <a:pt x="74883" y="8068"/>
                      <a:pt x="76410" y="8112"/>
                      <a:pt x="77924" y="8200"/>
                    </a:cubicBezTo>
                    <a:cubicBezTo>
                      <a:pt x="85109" y="8620"/>
                      <a:pt x="92423" y="10126"/>
                      <a:pt x="99664" y="12674"/>
                    </a:cubicBezTo>
                    <a:cubicBezTo>
                      <a:pt x="102926" y="13823"/>
                      <a:pt x="105569" y="14839"/>
                      <a:pt x="107978" y="15872"/>
                    </a:cubicBezTo>
                    <a:cubicBezTo>
                      <a:pt x="110192" y="16820"/>
                      <a:pt x="112765" y="18046"/>
                      <a:pt x="115074" y="19959"/>
                    </a:cubicBezTo>
                    <a:cubicBezTo>
                      <a:pt x="118366" y="22686"/>
                      <a:pt x="120289" y="26638"/>
                      <a:pt x="120224" y="30531"/>
                    </a:cubicBezTo>
                    <a:cubicBezTo>
                      <a:pt x="120108" y="37304"/>
                      <a:pt x="113565" y="40179"/>
                      <a:pt x="108656" y="41753"/>
                    </a:cubicBezTo>
                    <a:cubicBezTo>
                      <a:pt x="101534" y="44037"/>
                      <a:pt x="93982" y="44584"/>
                      <a:pt x="87532" y="44818"/>
                    </a:cubicBezTo>
                    <a:cubicBezTo>
                      <a:pt x="85053" y="44908"/>
                      <a:pt x="82593" y="44953"/>
                      <a:pt x="80156" y="44953"/>
                    </a:cubicBezTo>
                    <a:cubicBezTo>
                      <a:pt x="73174" y="44953"/>
                      <a:pt x="66385" y="44584"/>
                      <a:pt x="59897" y="43849"/>
                    </a:cubicBezTo>
                    <a:cubicBezTo>
                      <a:pt x="51824" y="42936"/>
                      <a:pt x="43978" y="41560"/>
                      <a:pt x="37366" y="40335"/>
                    </a:cubicBezTo>
                    <a:cubicBezTo>
                      <a:pt x="34874" y="39874"/>
                      <a:pt x="32343" y="39371"/>
                      <a:pt x="29894" y="38889"/>
                    </a:cubicBezTo>
                    <a:cubicBezTo>
                      <a:pt x="24935" y="37906"/>
                      <a:pt x="19807" y="36891"/>
                      <a:pt x="14740" y="36147"/>
                    </a:cubicBezTo>
                    <a:cubicBezTo>
                      <a:pt x="9938" y="35440"/>
                      <a:pt x="5923" y="35101"/>
                      <a:pt x="2306" y="35101"/>
                    </a:cubicBezTo>
                    <a:cubicBezTo>
                      <a:pt x="1587" y="35101"/>
                      <a:pt x="884" y="35114"/>
                      <a:pt x="193" y="35141"/>
                    </a:cubicBezTo>
                    <a:lnTo>
                      <a:pt x="0" y="35148"/>
                    </a:lnTo>
                    <a:lnTo>
                      <a:pt x="0" y="41850"/>
                    </a:lnTo>
                    <a:lnTo>
                      <a:pt x="250" y="41789"/>
                    </a:lnTo>
                    <a:cubicBezTo>
                      <a:pt x="1438" y="41486"/>
                      <a:pt x="2642" y="41153"/>
                      <a:pt x="3807" y="40829"/>
                    </a:cubicBezTo>
                    <a:cubicBezTo>
                      <a:pt x="6459" y="40093"/>
                      <a:pt x="9201" y="39331"/>
                      <a:pt x="11931" y="38920"/>
                    </a:cubicBezTo>
                    <a:cubicBezTo>
                      <a:pt x="13025" y="38755"/>
                      <a:pt x="14155" y="38672"/>
                      <a:pt x="15326" y="38672"/>
                    </a:cubicBezTo>
                    <a:cubicBezTo>
                      <a:pt x="18207" y="38672"/>
                      <a:pt x="21339" y="39173"/>
                      <a:pt x="24808" y="40183"/>
                    </a:cubicBezTo>
                    <a:cubicBezTo>
                      <a:pt x="27977" y="41106"/>
                      <a:pt x="31136" y="42346"/>
                      <a:pt x="34192" y="43547"/>
                    </a:cubicBezTo>
                    <a:cubicBezTo>
                      <a:pt x="35480" y="44051"/>
                      <a:pt x="36810" y="44575"/>
                      <a:pt x="38124" y="45065"/>
                    </a:cubicBezTo>
                    <a:cubicBezTo>
                      <a:pt x="42272" y="46618"/>
                      <a:pt x="46826" y="47913"/>
                      <a:pt x="52458" y="49140"/>
                    </a:cubicBezTo>
                    <a:cubicBezTo>
                      <a:pt x="61960" y="51209"/>
                      <a:pt x="71376" y="52242"/>
                      <a:pt x="80515" y="52242"/>
                    </a:cubicBezTo>
                    <a:cubicBezTo>
                      <a:pt x="91963" y="52242"/>
                      <a:pt x="102972" y="50622"/>
                      <a:pt x="113151" y="47393"/>
                    </a:cubicBezTo>
                    <a:cubicBezTo>
                      <a:pt x="122171" y="44531"/>
                      <a:pt x="130760" y="39837"/>
                      <a:pt x="139068" y="35298"/>
                    </a:cubicBezTo>
                    <a:lnTo>
                      <a:pt x="139990" y="34794"/>
                    </a:lnTo>
                    <a:cubicBezTo>
                      <a:pt x="144149" y="32523"/>
                      <a:pt x="147959" y="30939"/>
                      <a:pt x="151635" y="29954"/>
                    </a:cubicBezTo>
                    <a:cubicBezTo>
                      <a:pt x="156001" y="28784"/>
                      <a:pt x="160459" y="28512"/>
                      <a:pt x="165023" y="28318"/>
                    </a:cubicBezTo>
                    <a:cubicBezTo>
                      <a:pt x="167510" y="28212"/>
                      <a:pt x="170027" y="28159"/>
                      <a:pt x="172583" y="28159"/>
                    </a:cubicBezTo>
                    <a:cubicBezTo>
                      <a:pt x="187551" y="28159"/>
                      <a:pt x="203846" y="29985"/>
                      <a:pt x="223155" y="33798"/>
                    </a:cubicBezTo>
                    <a:cubicBezTo>
                      <a:pt x="227133" y="34583"/>
                      <a:pt x="230708" y="35389"/>
                      <a:pt x="234091" y="36262"/>
                    </a:cubicBezTo>
                    <a:lnTo>
                      <a:pt x="234343" y="36327"/>
                    </a:lnTo>
                    <a:lnTo>
                      <a:pt x="234343" y="9942"/>
                    </a:lnTo>
                    <a:lnTo>
                      <a:pt x="234144" y="9938"/>
                    </a:lnTo>
                    <a:cubicBezTo>
                      <a:pt x="233436" y="9926"/>
                      <a:pt x="232728" y="9920"/>
                      <a:pt x="232019" y="9920"/>
                    </a:cubicBezTo>
                    <a:cubicBezTo>
                      <a:pt x="221533" y="9920"/>
                      <a:pt x="210937" y="11173"/>
                      <a:pt x="200668" y="12387"/>
                    </a:cubicBezTo>
                    <a:cubicBezTo>
                      <a:pt x="199192" y="12560"/>
                      <a:pt x="197716" y="12735"/>
                      <a:pt x="196241" y="12907"/>
                    </a:cubicBezTo>
                    <a:cubicBezTo>
                      <a:pt x="188833" y="13765"/>
                      <a:pt x="180900" y="14784"/>
                      <a:pt x="173099" y="16399"/>
                    </a:cubicBezTo>
                    <a:cubicBezTo>
                      <a:pt x="168984" y="17250"/>
                      <a:pt x="165266" y="18189"/>
                      <a:pt x="161730" y="19271"/>
                    </a:cubicBezTo>
                    <a:cubicBezTo>
                      <a:pt x="158729" y="20188"/>
                      <a:pt x="155634" y="21574"/>
                      <a:pt x="151992" y="23636"/>
                    </a:cubicBezTo>
                    <a:cubicBezTo>
                      <a:pt x="147694" y="26067"/>
                      <a:pt x="143448" y="28211"/>
                      <a:pt x="139076" y="28211"/>
                    </a:cubicBezTo>
                    <a:cubicBezTo>
                      <a:pt x="137648" y="28211"/>
                      <a:pt x="136206" y="27982"/>
                      <a:pt x="134745" y="27459"/>
                    </a:cubicBezTo>
                    <a:cubicBezTo>
                      <a:pt x="129659" y="25640"/>
                      <a:pt x="126097" y="20292"/>
                      <a:pt x="125882" y="14148"/>
                    </a:cubicBezTo>
                    <a:cubicBezTo>
                      <a:pt x="125729" y="9782"/>
                      <a:pt x="128305" y="6844"/>
                      <a:pt x="133544" y="5415"/>
                    </a:cubicBezTo>
                    <a:cubicBezTo>
                      <a:pt x="139606" y="3761"/>
                      <a:pt x="145790" y="3559"/>
                      <a:pt x="152664" y="3482"/>
                    </a:cubicBezTo>
                    <a:lnTo>
                      <a:pt x="153767" y="3469"/>
                    </a:lnTo>
                    <a:cubicBezTo>
                      <a:pt x="160981" y="3392"/>
                      <a:pt x="168439" y="3314"/>
                      <a:pt x="175499" y="719"/>
                    </a:cubicBezTo>
                    <a:cubicBezTo>
                      <a:pt x="175781" y="617"/>
                      <a:pt x="176061" y="506"/>
                      <a:pt x="176341" y="389"/>
                    </a:cubicBezTo>
                    <a:lnTo>
                      <a:pt x="1772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 name="Google Shape;929;p29"/>
            <p:cNvSpPr/>
            <p:nvPr/>
          </p:nvSpPr>
          <p:spPr>
            <a:xfrm>
              <a:off x="-249624" y="-942088"/>
              <a:ext cx="8367499" cy="1836163"/>
            </a:xfrm>
            <a:custGeom>
              <a:rect b="b" l="l" r="r" t="t"/>
              <a:pathLst>
                <a:path extrusionOk="0" h="45884" w="209096">
                  <a:moveTo>
                    <a:pt x="173615" y="405"/>
                  </a:moveTo>
                  <a:cubicBezTo>
                    <a:pt x="176375" y="405"/>
                    <a:pt x="179213" y="507"/>
                    <a:pt x="182050" y="829"/>
                  </a:cubicBezTo>
                  <a:cubicBezTo>
                    <a:pt x="188207" y="1528"/>
                    <a:pt x="194615" y="3672"/>
                    <a:pt x="201642" y="7381"/>
                  </a:cubicBezTo>
                  <a:lnTo>
                    <a:pt x="202000" y="7570"/>
                  </a:lnTo>
                  <a:cubicBezTo>
                    <a:pt x="204160" y="8703"/>
                    <a:pt x="207122" y="10258"/>
                    <a:pt x="208209" y="13014"/>
                  </a:cubicBezTo>
                  <a:cubicBezTo>
                    <a:pt x="208659" y="14157"/>
                    <a:pt x="208681" y="15157"/>
                    <a:pt x="208272" y="15990"/>
                  </a:cubicBezTo>
                  <a:cubicBezTo>
                    <a:pt x="207624" y="17309"/>
                    <a:pt x="205989" y="18018"/>
                    <a:pt x="204732" y="18381"/>
                  </a:cubicBezTo>
                  <a:cubicBezTo>
                    <a:pt x="201461" y="19325"/>
                    <a:pt x="198006" y="19797"/>
                    <a:pt x="194392" y="19797"/>
                  </a:cubicBezTo>
                  <a:cubicBezTo>
                    <a:pt x="190821" y="19797"/>
                    <a:pt x="187096" y="19336"/>
                    <a:pt x="183241" y="18415"/>
                  </a:cubicBezTo>
                  <a:cubicBezTo>
                    <a:pt x="179114" y="17429"/>
                    <a:pt x="174866" y="16057"/>
                    <a:pt x="170611" y="14337"/>
                  </a:cubicBezTo>
                  <a:cubicBezTo>
                    <a:pt x="166998" y="12878"/>
                    <a:pt x="163261" y="11368"/>
                    <a:pt x="159428" y="10535"/>
                  </a:cubicBezTo>
                  <a:cubicBezTo>
                    <a:pt x="157531" y="10122"/>
                    <a:pt x="155742" y="9916"/>
                    <a:pt x="154034" y="9916"/>
                  </a:cubicBezTo>
                  <a:cubicBezTo>
                    <a:pt x="152450" y="9916"/>
                    <a:pt x="150935" y="10094"/>
                    <a:pt x="149470" y="10449"/>
                  </a:cubicBezTo>
                  <a:cubicBezTo>
                    <a:pt x="145504" y="11411"/>
                    <a:pt x="142070" y="13874"/>
                    <a:pt x="138895" y="16316"/>
                  </a:cubicBezTo>
                  <a:cubicBezTo>
                    <a:pt x="136054" y="18501"/>
                    <a:pt x="133233" y="20858"/>
                    <a:pt x="130505" y="23139"/>
                  </a:cubicBezTo>
                  <a:cubicBezTo>
                    <a:pt x="126905" y="26149"/>
                    <a:pt x="123181" y="29264"/>
                    <a:pt x="119366" y="32010"/>
                  </a:cubicBezTo>
                  <a:cubicBezTo>
                    <a:pt x="107458" y="40580"/>
                    <a:pt x="92880" y="45107"/>
                    <a:pt x="76028" y="45462"/>
                  </a:cubicBezTo>
                  <a:cubicBezTo>
                    <a:pt x="75424" y="45475"/>
                    <a:pt x="74822" y="45482"/>
                    <a:pt x="74224" y="45482"/>
                  </a:cubicBezTo>
                  <a:cubicBezTo>
                    <a:pt x="58269" y="45482"/>
                    <a:pt x="44689" y="40929"/>
                    <a:pt x="33828" y="31942"/>
                  </a:cubicBezTo>
                  <a:cubicBezTo>
                    <a:pt x="27187" y="26448"/>
                    <a:pt x="20603" y="21405"/>
                    <a:pt x="13056" y="20088"/>
                  </a:cubicBezTo>
                  <a:cubicBezTo>
                    <a:pt x="11967" y="19897"/>
                    <a:pt x="10865" y="19801"/>
                    <a:pt x="9746" y="19801"/>
                  </a:cubicBezTo>
                  <a:cubicBezTo>
                    <a:pt x="6781" y="19801"/>
                    <a:pt x="3696" y="20474"/>
                    <a:pt x="406" y="21833"/>
                  </a:cubicBezTo>
                  <a:lnTo>
                    <a:pt x="406" y="14358"/>
                  </a:lnTo>
                  <a:cubicBezTo>
                    <a:pt x="1109" y="14230"/>
                    <a:pt x="1864" y="14110"/>
                    <a:pt x="2702" y="13993"/>
                  </a:cubicBezTo>
                  <a:cubicBezTo>
                    <a:pt x="5594" y="13588"/>
                    <a:pt x="8552" y="13414"/>
                    <a:pt x="11411" y="13245"/>
                  </a:cubicBezTo>
                  <a:lnTo>
                    <a:pt x="12958" y="13152"/>
                  </a:lnTo>
                  <a:cubicBezTo>
                    <a:pt x="15818" y="12978"/>
                    <a:pt x="18953" y="12785"/>
                    <a:pt x="22145" y="12785"/>
                  </a:cubicBezTo>
                  <a:cubicBezTo>
                    <a:pt x="23389" y="12785"/>
                    <a:pt x="24641" y="12814"/>
                    <a:pt x="25889" y="12885"/>
                  </a:cubicBezTo>
                  <a:cubicBezTo>
                    <a:pt x="29786" y="13104"/>
                    <a:pt x="33808" y="14150"/>
                    <a:pt x="38546" y="16169"/>
                  </a:cubicBezTo>
                  <a:cubicBezTo>
                    <a:pt x="52883" y="22283"/>
                    <a:pt x="69842" y="28659"/>
                    <a:pt x="86902" y="29591"/>
                  </a:cubicBezTo>
                  <a:cubicBezTo>
                    <a:pt x="88135" y="29659"/>
                    <a:pt x="89353" y="29692"/>
                    <a:pt x="90554" y="29692"/>
                  </a:cubicBezTo>
                  <a:cubicBezTo>
                    <a:pt x="97955" y="29692"/>
                    <a:pt x="104738" y="28414"/>
                    <a:pt x="110758" y="25880"/>
                  </a:cubicBezTo>
                  <a:cubicBezTo>
                    <a:pt x="117187" y="23174"/>
                    <a:pt x="123174" y="18993"/>
                    <a:pt x="128962" y="14950"/>
                  </a:cubicBezTo>
                  <a:cubicBezTo>
                    <a:pt x="130301" y="14015"/>
                    <a:pt x="131684" y="13050"/>
                    <a:pt x="133052" y="12117"/>
                  </a:cubicBezTo>
                  <a:cubicBezTo>
                    <a:pt x="136569" y="9716"/>
                    <a:pt x="140379" y="7249"/>
                    <a:pt x="144384" y="5460"/>
                  </a:cubicBezTo>
                  <a:cubicBezTo>
                    <a:pt x="148006" y="3842"/>
                    <a:pt x="151905" y="2608"/>
                    <a:pt x="155970" y="1792"/>
                  </a:cubicBezTo>
                  <a:cubicBezTo>
                    <a:pt x="159701" y="1042"/>
                    <a:pt x="163680" y="640"/>
                    <a:pt x="168868" y="486"/>
                  </a:cubicBezTo>
                  <a:cubicBezTo>
                    <a:pt x="170413" y="440"/>
                    <a:pt x="172001" y="405"/>
                    <a:pt x="173615" y="405"/>
                  </a:cubicBezTo>
                  <a:close/>
                  <a:moveTo>
                    <a:pt x="173609" y="0"/>
                  </a:moveTo>
                  <a:cubicBezTo>
                    <a:pt x="171993" y="0"/>
                    <a:pt x="170405" y="35"/>
                    <a:pt x="168858" y="80"/>
                  </a:cubicBezTo>
                  <a:cubicBezTo>
                    <a:pt x="163644" y="234"/>
                    <a:pt x="159645" y="639"/>
                    <a:pt x="155891" y="1393"/>
                  </a:cubicBezTo>
                  <a:cubicBezTo>
                    <a:pt x="151795" y="2216"/>
                    <a:pt x="147870" y="3459"/>
                    <a:pt x="144219" y="5088"/>
                  </a:cubicBezTo>
                  <a:cubicBezTo>
                    <a:pt x="140186" y="6888"/>
                    <a:pt x="136359" y="9369"/>
                    <a:pt x="132824" y="11781"/>
                  </a:cubicBezTo>
                  <a:cubicBezTo>
                    <a:pt x="131454" y="12715"/>
                    <a:pt x="130070" y="13683"/>
                    <a:pt x="128732" y="14617"/>
                  </a:cubicBezTo>
                  <a:cubicBezTo>
                    <a:pt x="122961" y="18648"/>
                    <a:pt x="116993" y="22817"/>
                    <a:pt x="110602" y="25506"/>
                  </a:cubicBezTo>
                  <a:cubicBezTo>
                    <a:pt x="104631" y="28019"/>
                    <a:pt x="97899" y="29287"/>
                    <a:pt x="90554" y="29287"/>
                  </a:cubicBezTo>
                  <a:cubicBezTo>
                    <a:pt x="89360" y="29287"/>
                    <a:pt x="88149" y="29254"/>
                    <a:pt x="86923" y="29187"/>
                  </a:cubicBezTo>
                  <a:cubicBezTo>
                    <a:pt x="69926" y="28261"/>
                    <a:pt x="53010" y="21898"/>
                    <a:pt x="38703" y="15797"/>
                  </a:cubicBezTo>
                  <a:cubicBezTo>
                    <a:pt x="33922" y="13758"/>
                    <a:pt x="29857" y="12704"/>
                    <a:pt x="25911" y="12481"/>
                  </a:cubicBezTo>
                  <a:cubicBezTo>
                    <a:pt x="24653" y="12410"/>
                    <a:pt x="23392" y="12381"/>
                    <a:pt x="22140" y="12381"/>
                  </a:cubicBezTo>
                  <a:cubicBezTo>
                    <a:pt x="18938" y="12381"/>
                    <a:pt x="15797" y="12572"/>
                    <a:pt x="12931" y="12748"/>
                  </a:cubicBezTo>
                  <a:lnTo>
                    <a:pt x="11384" y="12841"/>
                  </a:lnTo>
                  <a:cubicBezTo>
                    <a:pt x="8518" y="13010"/>
                    <a:pt x="5551" y="13184"/>
                    <a:pt x="2644" y="13591"/>
                  </a:cubicBezTo>
                  <a:cubicBezTo>
                    <a:pt x="1731" y="13718"/>
                    <a:pt x="921" y="13848"/>
                    <a:pt x="165" y="13990"/>
                  </a:cubicBezTo>
                  <a:lnTo>
                    <a:pt x="0" y="14020"/>
                  </a:lnTo>
                  <a:lnTo>
                    <a:pt x="0" y="22434"/>
                  </a:lnTo>
                  <a:lnTo>
                    <a:pt x="280" y="22317"/>
                  </a:lnTo>
                  <a:cubicBezTo>
                    <a:pt x="3624" y="20902"/>
                    <a:pt x="6748" y="20202"/>
                    <a:pt x="9745" y="20202"/>
                  </a:cubicBezTo>
                  <a:cubicBezTo>
                    <a:pt x="10841" y="20202"/>
                    <a:pt x="11920" y="20296"/>
                    <a:pt x="12987" y="20482"/>
                  </a:cubicBezTo>
                  <a:cubicBezTo>
                    <a:pt x="20436" y="21784"/>
                    <a:pt x="26975" y="26792"/>
                    <a:pt x="33571" y="32250"/>
                  </a:cubicBezTo>
                  <a:cubicBezTo>
                    <a:pt x="44508" y="41302"/>
                    <a:pt x="58178" y="45884"/>
                    <a:pt x="74230" y="45884"/>
                  </a:cubicBezTo>
                  <a:cubicBezTo>
                    <a:pt x="74828" y="45884"/>
                    <a:pt x="75434" y="45878"/>
                    <a:pt x="76041" y="45864"/>
                  </a:cubicBezTo>
                  <a:cubicBezTo>
                    <a:pt x="92973" y="45507"/>
                    <a:pt x="107630" y="40953"/>
                    <a:pt x="119603" y="32334"/>
                  </a:cubicBezTo>
                  <a:cubicBezTo>
                    <a:pt x="123430" y="29580"/>
                    <a:pt x="127160" y="26462"/>
                    <a:pt x="130767" y="23446"/>
                  </a:cubicBezTo>
                  <a:cubicBezTo>
                    <a:pt x="133490" y="21168"/>
                    <a:pt x="136306" y="18812"/>
                    <a:pt x="139143" y="16633"/>
                  </a:cubicBezTo>
                  <a:cubicBezTo>
                    <a:pt x="142286" y="14218"/>
                    <a:pt x="145678" y="11782"/>
                    <a:pt x="149569" y="10839"/>
                  </a:cubicBezTo>
                  <a:cubicBezTo>
                    <a:pt x="151002" y="10492"/>
                    <a:pt x="152486" y="10318"/>
                    <a:pt x="154040" y="10318"/>
                  </a:cubicBezTo>
                  <a:cubicBezTo>
                    <a:pt x="155718" y="10318"/>
                    <a:pt x="157477" y="10521"/>
                    <a:pt x="159345" y="10926"/>
                  </a:cubicBezTo>
                  <a:cubicBezTo>
                    <a:pt x="163146" y="11754"/>
                    <a:pt x="166866" y="13255"/>
                    <a:pt x="170463" y="14710"/>
                  </a:cubicBezTo>
                  <a:cubicBezTo>
                    <a:pt x="174735" y="16434"/>
                    <a:pt x="179004" y="17813"/>
                    <a:pt x="183149" y="18805"/>
                  </a:cubicBezTo>
                  <a:cubicBezTo>
                    <a:pt x="187035" y="19734"/>
                    <a:pt x="190791" y="20198"/>
                    <a:pt x="194393" y="20198"/>
                  </a:cubicBezTo>
                  <a:cubicBezTo>
                    <a:pt x="198045" y="20198"/>
                    <a:pt x="201538" y="19721"/>
                    <a:pt x="204846" y="18766"/>
                  </a:cubicBezTo>
                  <a:cubicBezTo>
                    <a:pt x="206788" y="18205"/>
                    <a:pt x="208062" y="17332"/>
                    <a:pt x="208634" y="16167"/>
                  </a:cubicBezTo>
                  <a:cubicBezTo>
                    <a:pt x="209095" y="15229"/>
                    <a:pt x="209080" y="14117"/>
                    <a:pt x="208584" y="12865"/>
                  </a:cubicBezTo>
                  <a:cubicBezTo>
                    <a:pt x="207441" y="9969"/>
                    <a:pt x="204404" y="8376"/>
                    <a:pt x="202188" y="7211"/>
                  </a:cubicBezTo>
                  <a:lnTo>
                    <a:pt x="201831" y="7024"/>
                  </a:lnTo>
                  <a:cubicBezTo>
                    <a:pt x="194760" y="3289"/>
                    <a:pt x="188306" y="1132"/>
                    <a:pt x="182098" y="427"/>
                  </a:cubicBezTo>
                  <a:cubicBezTo>
                    <a:pt x="179239" y="102"/>
                    <a:pt x="176384" y="0"/>
                    <a:pt x="1736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29"/>
            <p:cNvSpPr/>
            <p:nvPr/>
          </p:nvSpPr>
          <p:spPr>
            <a:xfrm>
              <a:off x="-249584" y="163330"/>
              <a:ext cx="807313" cy="330705"/>
            </a:xfrm>
            <a:custGeom>
              <a:rect b="b" l="l" r="r" t="t"/>
              <a:pathLst>
                <a:path extrusionOk="0" h="8264" w="20174">
                  <a:moveTo>
                    <a:pt x="10888" y="404"/>
                  </a:moveTo>
                  <a:cubicBezTo>
                    <a:pt x="11749" y="404"/>
                    <a:pt x="12597" y="461"/>
                    <a:pt x="13422" y="602"/>
                  </a:cubicBezTo>
                  <a:cubicBezTo>
                    <a:pt x="15472" y="954"/>
                    <a:pt x="17153" y="1897"/>
                    <a:pt x="18413" y="3404"/>
                  </a:cubicBezTo>
                  <a:cubicBezTo>
                    <a:pt x="19054" y="4170"/>
                    <a:pt x="19787" y="5267"/>
                    <a:pt x="19634" y="6147"/>
                  </a:cubicBezTo>
                  <a:cubicBezTo>
                    <a:pt x="19567" y="6546"/>
                    <a:pt x="19324" y="6863"/>
                    <a:pt x="18894" y="7118"/>
                  </a:cubicBezTo>
                  <a:cubicBezTo>
                    <a:pt x="17704" y="7820"/>
                    <a:pt x="16206" y="7861"/>
                    <a:pt x="14950" y="7861"/>
                  </a:cubicBezTo>
                  <a:cubicBezTo>
                    <a:pt x="14860" y="7861"/>
                    <a:pt x="14771" y="7861"/>
                    <a:pt x="14684" y="7861"/>
                  </a:cubicBezTo>
                  <a:cubicBezTo>
                    <a:pt x="13289" y="7856"/>
                    <a:pt x="11866" y="7753"/>
                    <a:pt x="10488" y="7653"/>
                  </a:cubicBezTo>
                  <a:cubicBezTo>
                    <a:pt x="9887" y="7608"/>
                    <a:pt x="9287" y="7565"/>
                    <a:pt x="8687" y="7529"/>
                  </a:cubicBezTo>
                  <a:cubicBezTo>
                    <a:pt x="5827" y="7359"/>
                    <a:pt x="3245" y="7206"/>
                    <a:pt x="649" y="7206"/>
                  </a:cubicBezTo>
                  <a:cubicBezTo>
                    <a:pt x="568" y="7206"/>
                    <a:pt x="486" y="7206"/>
                    <a:pt x="405" y="7206"/>
                  </a:cubicBezTo>
                  <a:lnTo>
                    <a:pt x="405" y="1428"/>
                  </a:lnTo>
                  <a:cubicBezTo>
                    <a:pt x="2017" y="1368"/>
                    <a:pt x="3674" y="1139"/>
                    <a:pt x="5280" y="919"/>
                  </a:cubicBezTo>
                  <a:cubicBezTo>
                    <a:pt x="7141" y="665"/>
                    <a:pt x="9044" y="404"/>
                    <a:pt x="10888" y="404"/>
                  </a:cubicBezTo>
                  <a:close/>
                  <a:moveTo>
                    <a:pt x="10888" y="1"/>
                  </a:moveTo>
                  <a:cubicBezTo>
                    <a:pt x="9018" y="1"/>
                    <a:pt x="7099" y="265"/>
                    <a:pt x="5223" y="522"/>
                  </a:cubicBezTo>
                  <a:cubicBezTo>
                    <a:pt x="3564" y="751"/>
                    <a:pt x="1848" y="984"/>
                    <a:pt x="195" y="1034"/>
                  </a:cubicBezTo>
                  <a:lnTo>
                    <a:pt x="1" y="1039"/>
                  </a:lnTo>
                  <a:lnTo>
                    <a:pt x="1" y="7612"/>
                  </a:lnTo>
                  <a:lnTo>
                    <a:pt x="202" y="7612"/>
                  </a:lnTo>
                  <a:cubicBezTo>
                    <a:pt x="266" y="7612"/>
                    <a:pt x="330" y="7612"/>
                    <a:pt x="393" y="7612"/>
                  </a:cubicBezTo>
                  <a:cubicBezTo>
                    <a:pt x="3056" y="7612"/>
                    <a:pt x="5717" y="7756"/>
                    <a:pt x="8664" y="7932"/>
                  </a:cubicBezTo>
                  <a:cubicBezTo>
                    <a:pt x="9261" y="7968"/>
                    <a:pt x="9860" y="8012"/>
                    <a:pt x="10460" y="8055"/>
                  </a:cubicBezTo>
                  <a:cubicBezTo>
                    <a:pt x="11844" y="8155"/>
                    <a:pt x="13275" y="8259"/>
                    <a:pt x="14682" y="8264"/>
                  </a:cubicBezTo>
                  <a:lnTo>
                    <a:pt x="14998" y="8264"/>
                  </a:lnTo>
                  <a:cubicBezTo>
                    <a:pt x="16295" y="8264"/>
                    <a:pt x="17831" y="8211"/>
                    <a:pt x="19096" y="7463"/>
                  </a:cubicBezTo>
                  <a:cubicBezTo>
                    <a:pt x="19626" y="7152"/>
                    <a:pt x="19940" y="6730"/>
                    <a:pt x="20030" y="6216"/>
                  </a:cubicBezTo>
                  <a:cubicBezTo>
                    <a:pt x="20173" y="5387"/>
                    <a:pt x="19732" y="4354"/>
                    <a:pt x="18720" y="3145"/>
                  </a:cubicBezTo>
                  <a:cubicBezTo>
                    <a:pt x="17395" y="1562"/>
                    <a:pt x="15637" y="574"/>
                    <a:pt x="13488" y="205"/>
                  </a:cubicBezTo>
                  <a:cubicBezTo>
                    <a:pt x="12639" y="59"/>
                    <a:pt x="11769" y="1"/>
                    <a:pt x="108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29"/>
            <p:cNvSpPr/>
            <p:nvPr/>
          </p:nvSpPr>
          <p:spPr>
            <a:xfrm>
              <a:off x="-249504" y="-181865"/>
              <a:ext cx="9377861" cy="2035410"/>
            </a:xfrm>
            <a:custGeom>
              <a:rect b="b" l="l" r="r" t="t"/>
              <a:pathLst>
                <a:path extrusionOk="0" h="50863" w="234344">
                  <a:moveTo>
                    <a:pt x="233940" y="621"/>
                  </a:moveTo>
                  <a:lnTo>
                    <a:pt x="233940" y="12077"/>
                  </a:lnTo>
                  <a:cubicBezTo>
                    <a:pt x="232371" y="13846"/>
                    <a:pt x="230619" y="15358"/>
                    <a:pt x="228734" y="16565"/>
                  </a:cubicBezTo>
                  <a:cubicBezTo>
                    <a:pt x="224484" y="19289"/>
                    <a:pt x="219376" y="20857"/>
                    <a:pt x="213122" y="21360"/>
                  </a:cubicBezTo>
                  <a:cubicBezTo>
                    <a:pt x="211653" y="21479"/>
                    <a:pt x="210146" y="21539"/>
                    <a:pt x="208580" y="21539"/>
                  </a:cubicBezTo>
                  <a:cubicBezTo>
                    <a:pt x="205000" y="21539"/>
                    <a:pt x="201109" y="21226"/>
                    <a:pt x="196647" y="20590"/>
                  </a:cubicBezTo>
                  <a:lnTo>
                    <a:pt x="196529" y="20574"/>
                  </a:lnTo>
                  <a:cubicBezTo>
                    <a:pt x="194477" y="20283"/>
                    <a:pt x="192356" y="19981"/>
                    <a:pt x="190306" y="19457"/>
                  </a:cubicBezTo>
                  <a:cubicBezTo>
                    <a:pt x="188131" y="18901"/>
                    <a:pt x="186302" y="18457"/>
                    <a:pt x="184446" y="18095"/>
                  </a:cubicBezTo>
                  <a:cubicBezTo>
                    <a:pt x="182413" y="17700"/>
                    <a:pt x="180221" y="17338"/>
                    <a:pt x="178016" y="17338"/>
                  </a:cubicBezTo>
                  <a:cubicBezTo>
                    <a:pt x="177942" y="17338"/>
                    <a:pt x="177867" y="17339"/>
                    <a:pt x="177792" y="17340"/>
                  </a:cubicBezTo>
                  <a:cubicBezTo>
                    <a:pt x="176496" y="17354"/>
                    <a:pt x="174542" y="17378"/>
                    <a:pt x="173323" y="18637"/>
                  </a:cubicBezTo>
                  <a:cubicBezTo>
                    <a:pt x="172261" y="19733"/>
                    <a:pt x="172397" y="21555"/>
                    <a:pt x="173080" y="22788"/>
                  </a:cubicBezTo>
                  <a:cubicBezTo>
                    <a:pt x="174004" y="24459"/>
                    <a:pt x="175665" y="25395"/>
                    <a:pt x="177319" y="26158"/>
                  </a:cubicBezTo>
                  <a:cubicBezTo>
                    <a:pt x="180088" y="27433"/>
                    <a:pt x="183032" y="28076"/>
                    <a:pt x="185878" y="28699"/>
                  </a:cubicBezTo>
                  <a:cubicBezTo>
                    <a:pt x="186544" y="28844"/>
                    <a:pt x="187205" y="28990"/>
                    <a:pt x="187866" y="29142"/>
                  </a:cubicBezTo>
                  <a:cubicBezTo>
                    <a:pt x="191326" y="29942"/>
                    <a:pt x="194903" y="30405"/>
                    <a:pt x="198362" y="30852"/>
                  </a:cubicBezTo>
                  <a:lnTo>
                    <a:pt x="199879" y="31048"/>
                  </a:lnTo>
                  <a:cubicBezTo>
                    <a:pt x="203501" y="31524"/>
                    <a:pt x="207493" y="31975"/>
                    <a:pt x="212443" y="32469"/>
                  </a:cubicBezTo>
                  <a:cubicBezTo>
                    <a:pt x="216296" y="32854"/>
                    <a:pt x="220110" y="33192"/>
                    <a:pt x="223683" y="33505"/>
                  </a:cubicBezTo>
                  <a:cubicBezTo>
                    <a:pt x="226437" y="33747"/>
                    <a:pt x="229366" y="34040"/>
                    <a:pt x="232268" y="34727"/>
                  </a:cubicBezTo>
                  <a:cubicBezTo>
                    <a:pt x="232812" y="34856"/>
                    <a:pt x="233374" y="35011"/>
                    <a:pt x="233940" y="35186"/>
                  </a:cubicBezTo>
                  <a:lnTo>
                    <a:pt x="233940" y="50330"/>
                  </a:lnTo>
                  <a:cubicBezTo>
                    <a:pt x="227593" y="48509"/>
                    <a:pt x="220754" y="46238"/>
                    <a:pt x="213042" y="43386"/>
                  </a:cubicBezTo>
                  <a:cubicBezTo>
                    <a:pt x="208088" y="41555"/>
                    <a:pt x="202988" y="39512"/>
                    <a:pt x="197884" y="37317"/>
                  </a:cubicBezTo>
                  <a:cubicBezTo>
                    <a:pt x="195613" y="36339"/>
                    <a:pt x="193318" y="35281"/>
                    <a:pt x="191099" y="34257"/>
                  </a:cubicBezTo>
                  <a:cubicBezTo>
                    <a:pt x="188401" y="33014"/>
                    <a:pt x="185611" y="31726"/>
                    <a:pt x="182833" y="30573"/>
                  </a:cubicBezTo>
                  <a:cubicBezTo>
                    <a:pt x="172649" y="26340"/>
                    <a:pt x="162754" y="24195"/>
                    <a:pt x="153409" y="24195"/>
                  </a:cubicBezTo>
                  <a:cubicBezTo>
                    <a:pt x="153178" y="24195"/>
                    <a:pt x="152948" y="24197"/>
                    <a:pt x="152719" y="24198"/>
                  </a:cubicBezTo>
                  <a:cubicBezTo>
                    <a:pt x="142080" y="24319"/>
                    <a:pt x="132064" y="27884"/>
                    <a:pt x="122824" y="31721"/>
                  </a:cubicBezTo>
                  <a:cubicBezTo>
                    <a:pt x="112729" y="35913"/>
                    <a:pt x="102805" y="39822"/>
                    <a:pt x="92400" y="41608"/>
                  </a:cubicBezTo>
                  <a:cubicBezTo>
                    <a:pt x="82867" y="43244"/>
                    <a:pt x="72721" y="44299"/>
                    <a:pt x="61383" y="44830"/>
                  </a:cubicBezTo>
                  <a:cubicBezTo>
                    <a:pt x="58519" y="44965"/>
                    <a:pt x="55783" y="45032"/>
                    <a:pt x="53152" y="45032"/>
                  </a:cubicBezTo>
                  <a:cubicBezTo>
                    <a:pt x="45012" y="45032"/>
                    <a:pt x="37887" y="44383"/>
                    <a:pt x="31169" y="43050"/>
                  </a:cubicBezTo>
                  <a:cubicBezTo>
                    <a:pt x="24718" y="41770"/>
                    <a:pt x="18066" y="39641"/>
                    <a:pt x="11397" y="36720"/>
                  </a:cubicBezTo>
                  <a:cubicBezTo>
                    <a:pt x="7680" y="35093"/>
                    <a:pt x="3780" y="33224"/>
                    <a:pt x="405" y="30582"/>
                  </a:cubicBezTo>
                  <a:lnTo>
                    <a:pt x="405" y="21725"/>
                  </a:lnTo>
                  <a:cubicBezTo>
                    <a:pt x="5173" y="23118"/>
                    <a:pt x="10001" y="24631"/>
                    <a:pt x="14673" y="26094"/>
                  </a:cubicBezTo>
                  <a:cubicBezTo>
                    <a:pt x="18472" y="27283"/>
                    <a:pt x="22397" y="28512"/>
                    <a:pt x="26269" y="29670"/>
                  </a:cubicBezTo>
                  <a:cubicBezTo>
                    <a:pt x="42759" y="34607"/>
                    <a:pt x="58954" y="38982"/>
                    <a:pt x="74991" y="38982"/>
                  </a:cubicBezTo>
                  <a:cubicBezTo>
                    <a:pt x="78823" y="38982"/>
                    <a:pt x="82649" y="38732"/>
                    <a:pt x="86466" y="38179"/>
                  </a:cubicBezTo>
                  <a:cubicBezTo>
                    <a:pt x="95509" y="36872"/>
                    <a:pt x="104228" y="33938"/>
                    <a:pt x="112383" y="29455"/>
                  </a:cubicBezTo>
                  <a:cubicBezTo>
                    <a:pt x="116730" y="27066"/>
                    <a:pt x="120985" y="24195"/>
                    <a:pt x="125029" y="20922"/>
                  </a:cubicBezTo>
                  <a:cubicBezTo>
                    <a:pt x="126767" y="19511"/>
                    <a:pt x="128488" y="17994"/>
                    <a:pt x="130152" y="16524"/>
                  </a:cubicBezTo>
                  <a:cubicBezTo>
                    <a:pt x="131788" y="15078"/>
                    <a:pt x="133483" y="13582"/>
                    <a:pt x="135190" y="12196"/>
                  </a:cubicBezTo>
                  <a:cubicBezTo>
                    <a:pt x="137654" y="10200"/>
                    <a:pt x="140969" y="7788"/>
                    <a:pt x="144768" y="6873"/>
                  </a:cubicBezTo>
                  <a:cubicBezTo>
                    <a:pt x="145990" y="6580"/>
                    <a:pt x="147258" y="6432"/>
                    <a:pt x="148594" y="6432"/>
                  </a:cubicBezTo>
                  <a:cubicBezTo>
                    <a:pt x="151134" y="6432"/>
                    <a:pt x="153922" y="6966"/>
                    <a:pt x="157120" y="8052"/>
                  </a:cubicBezTo>
                  <a:cubicBezTo>
                    <a:pt x="165254" y="10813"/>
                    <a:pt x="174727" y="13878"/>
                    <a:pt x="184226" y="15304"/>
                  </a:cubicBezTo>
                  <a:cubicBezTo>
                    <a:pt x="187914" y="15858"/>
                    <a:pt x="191419" y="16136"/>
                    <a:pt x="194766" y="16136"/>
                  </a:cubicBezTo>
                  <a:cubicBezTo>
                    <a:pt x="200932" y="16136"/>
                    <a:pt x="206557" y="15192"/>
                    <a:pt x="211781" y="13295"/>
                  </a:cubicBezTo>
                  <a:cubicBezTo>
                    <a:pt x="216509" y="11579"/>
                    <a:pt x="220789" y="8892"/>
                    <a:pt x="224351" y="6492"/>
                  </a:cubicBezTo>
                  <a:cubicBezTo>
                    <a:pt x="224766" y="6212"/>
                    <a:pt x="225182" y="5928"/>
                    <a:pt x="225598" y="5645"/>
                  </a:cubicBezTo>
                  <a:cubicBezTo>
                    <a:pt x="228277" y="3826"/>
                    <a:pt x="231045" y="1944"/>
                    <a:pt x="233940" y="621"/>
                  </a:cubicBezTo>
                  <a:close/>
                  <a:moveTo>
                    <a:pt x="234344" y="1"/>
                  </a:moveTo>
                  <a:lnTo>
                    <a:pt x="234062" y="127"/>
                  </a:lnTo>
                  <a:cubicBezTo>
                    <a:pt x="231032" y="1470"/>
                    <a:pt x="228156" y="3423"/>
                    <a:pt x="225375" y="5313"/>
                  </a:cubicBezTo>
                  <a:cubicBezTo>
                    <a:pt x="224959" y="5595"/>
                    <a:pt x="224545" y="5878"/>
                    <a:pt x="224128" y="6158"/>
                  </a:cubicBezTo>
                  <a:cubicBezTo>
                    <a:pt x="220589" y="8544"/>
                    <a:pt x="216336" y="11214"/>
                    <a:pt x="211647" y="12916"/>
                  </a:cubicBezTo>
                  <a:cubicBezTo>
                    <a:pt x="206466" y="14796"/>
                    <a:pt x="200885" y="15732"/>
                    <a:pt x="194765" y="15732"/>
                  </a:cubicBezTo>
                  <a:cubicBezTo>
                    <a:pt x="191440" y="15732"/>
                    <a:pt x="187955" y="15456"/>
                    <a:pt x="184289" y="14905"/>
                  </a:cubicBezTo>
                  <a:cubicBezTo>
                    <a:pt x="174822" y="13485"/>
                    <a:pt x="165370" y="10424"/>
                    <a:pt x="157251" y="7671"/>
                  </a:cubicBezTo>
                  <a:cubicBezTo>
                    <a:pt x="154011" y="6571"/>
                    <a:pt x="151182" y="6028"/>
                    <a:pt x="148600" y="6028"/>
                  </a:cubicBezTo>
                  <a:cubicBezTo>
                    <a:pt x="147230" y="6028"/>
                    <a:pt x="145930" y="6181"/>
                    <a:pt x="144675" y="6483"/>
                  </a:cubicBezTo>
                  <a:cubicBezTo>
                    <a:pt x="140797" y="7416"/>
                    <a:pt x="137434" y="9860"/>
                    <a:pt x="134939" y="11886"/>
                  </a:cubicBezTo>
                  <a:cubicBezTo>
                    <a:pt x="133224" y="13277"/>
                    <a:pt x="131528" y="14775"/>
                    <a:pt x="129887" y="16224"/>
                  </a:cubicBezTo>
                  <a:cubicBezTo>
                    <a:pt x="128225" y="17690"/>
                    <a:pt x="126509" y="19207"/>
                    <a:pt x="124774" y="20610"/>
                  </a:cubicBezTo>
                  <a:cubicBezTo>
                    <a:pt x="120749" y="23869"/>
                    <a:pt x="116514" y="26727"/>
                    <a:pt x="112189" y="29105"/>
                  </a:cubicBezTo>
                  <a:cubicBezTo>
                    <a:pt x="104076" y="33564"/>
                    <a:pt x="95402" y="36484"/>
                    <a:pt x="86407" y="37785"/>
                  </a:cubicBezTo>
                  <a:cubicBezTo>
                    <a:pt x="82611" y="38334"/>
                    <a:pt x="78806" y="38583"/>
                    <a:pt x="74991" y="38583"/>
                  </a:cubicBezTo>
                  <a:cubicBezTo>
                    <a:pt x="59005" y="38583"/>
                    <a:pt x="42843" y="34216"/>
                    <a:pt x="26384" y="29289"/>
                  </a:cubicBezTo>
                  <a:cubicBezTo>
                    <a:pt x="22516" y="28130"/>
                    <a:pt x="18589" y="26901"/>
                    <a:pt x="14793" y="25711"/>
                  </a:cubicBezTo>
                  <a:cubicBezTo>
                    <a:pt x="10035" y="24222"/>
                    <a:pt x="5116" y="22681"/>
                    <a:pt x="257" y="21265"/>
                  </a:cubicBezTo>
                  <a:lnTo>
                    <a:pt x="0" y="21189"/>
                  </a:lnTo>
                  <a:lnTo>
                    <a:pt x="0" y="30778"/>
                  </a:lnTo>
                  <a:lnTo>
                    <a:pt x="77" y="30839"/>
                  </a:lnTo>
                  <a:cubicBezTo>
                    <a:pt x="3505" y="33541"/>
                    <a:pt x="7466" y="35440"/>
                    <a:pt x="11235" y="37090"/>
                  </a:cubicBezTo>
                  <a:cubicBezTo>
                    <a:pt x="17931" y="40022"/>
                    <a:pt x="24610" y="42161"/>
                    <a:pt x="31090" y="43447"/>
                  </a:cubicBezTo>
                  <a:cubicBezTo>
                    <a:pt x="37834" y="44786"/>
                    <a:pt x="44983" y="45437"/>
                    <a:pt x="53148" y="45437"/>
                  </a:cubicBezTo>
                  <a:cubicBezTo>
                    <a:pt x="55786" y="45437"/>
                    <a:pt x="58530" y="45369"/>
                    <a:pt x="61401" y="45235"/>
                  </a:cubicBezTo>
                  <a:cubicBezTo>
                    <a:pt x="72756" y="44700"/>
                    <a:pt x="82917" y="43644"/>
                    <a:pt x="92467" y="42007"/>
                  </a:cubicBezTo>
                  <a:cubicBezTo>
                    <a:pt x="102913" y="40214"/>
                    <a:pt x="112861" y="36296"/>
                    <a:pt x="122978" y="32095"/>
                  </a:cubicBezTo>
                  <a:cubicBezTo>
                    <a:pt x="132181" y="28274"/>
                    <a:pt x="142153" y="24722"/>
                    <a:pt x="152725" y="24602"/>
                  </a:cubicBezTo>
                  <a:cubicBezTo>
                    <a:pt x="152952" y="24600"/>
                    <a:pt x="153179" y="24598"/>
                    <a:pt x="153407" y="24598"/>
                  </a:cubicBezTo>
                  <a:cubicBezTo>
                    <a:pt x="162694" y="24598"/>
                    <a:pt x="172541" y="26730"/>
                    <a:pt x="182679" y="30945"/>
                  </a:cubicBezTo>
                  <a:cubicBezTo>
                    <a:pt x="185447" y="32095"/>
                    <a:pt x="188234" y="33381"/>
                    <a:pt x="190930" y="34624"/>
                  </a:cubicBezTo>
                  <a:cubicBezTo>
                    <a:pt x="193152" y="35649"/>
                    <a:pt x="195448" y="36707"/>
                    <a:pt x="197726" y="37686"/>
                  </a:cubicBezTo>
                  <a:cubicBezTo>
                    <a:pt x="202837" y="39885"/>
                    <a:pt x="207942" y="41928"/>
                    <a:pt x="212901" y="43763"/>
                  </a:cubicBezTo>
                  <a:cubicBezTo>
                    <a:pt x="220729" y="46656"/>
                    <a:pt x="227658" y="48955"/>
                    <a:pt x="234085" y="50788"/>
                  </a:cubicBezTo>
                  <a:lnTo>
                    <a:pt x="234341" y="50863"/>
                  </a:lnTo>
                  <a:lnTo>
                    <a:pt x="234344" y="50863"/>
                  </a:lnTo>
                  <a:lnTo>
                    <a:pt x="234344" y="34896"/>
                  </a:lnTo>
                  <a:lnTo>
                    <a:pt x="234204" y="34850"/>
                  </a:lnTo>
                  <a:cubicBezTo>
                    <a:pt x="233582" y="34654"/>
                    <a:pt x="232962" y="34481"/>
                    <a:pt x="232362" y="34340"/>
                  </a:cubicBezTo>
                  <a:cubicBezTo>
                    <a:pt x="229433" y="33647"/>
                    <a:pt x="226488" y="33352"/>
                    <a:pt x="223721" y="33110"/>
                  </a:cubicBezTo>
                  <a:cubicBezTo>
                    <a:pt x="220148" y="32797"/>
                    <a:pt x="216338" y="32457"/>
                    <a:pt x="212486" y="32074"/>
                  </a:cubicBezTo>
                  <a:cubicBezTo>
                    <a:pt x="207542" y="31581"/>
                    <a:pt x="203553" y="31128"/>
                    <a:pt x="199935" y="30653"/>
                  </a:cubicBezTo>
                  <a:lnTo>
                    <a:pt x="198416" y="30455"/>
                  </a:lnTo>
                  <a:cubicBezTo>
                    <a:pt x="194968" y="30009"/>
                    <a:pt x="191400" y="29547"/>
                    <a:pt x="187960" y="28753"/>
                  </a:cubicBezTo>
                  <a:cubicBezTo>
                    <a:pt x="187298" y="28602"/>
                    <a:pt x="186634" y="28454"/>
                    <a:pt x="185969" y="28310"/>
                  </a:cubicBezTo>
                  <a:cubicBezTo>
                    <a:pt x="183145" y="27690"/>
                    <a:pt x="180223" y="27051"/>
                    <a:pt x="177494" y="25795"/>
                  </a:cubicBezTo>
                  <a:cubicBezTo>
                    <a:pt x="176009" y="25111"/>
                    <a:pt x="174350" y="24245"/>
                    <a:pt x="173437" y="22596"/>
                  </a:cubicBezTo>
                  <a:cubicBezTo>
                    <a:pt x="172829" y="21493"/>
                    <a:pt x="172693" y="19876"/>
                    <a:pt x="173617" y="18921"/>
                  </a:cubicBezTo>
                  <a:cubicBezTo>
                    <a:pt x="174717" y="17783"/>
                    <a:pt x="176574" y="17760"/>
                    <a:pt x="177801" y="17745"/>
                  </a:cubicBezTo>
                  <a:cubicBezTo>
                    <a:pt x="177883" y="17744"/>
                    <a:pt x="177965" y="17744"/>
                    <a:pt x="178047" y="17744"/>
                  </a:cubicBezTo>
                  <a:cubicBezTo>
                    <a:pt x="180223" y="17744"/>
                    <a:pt x="182367" y="18103"/>
                    <a:pt x="184375" y="18494"/>
                  </a:cubicBezTo>
                  <a:cubicBezTo>
                    <a:pt x="186221" y="18853"/>
                    <a:pt x="188043" y="19296"/>
                    <a:pt x="190212" y="19850"/>
                  </a:cubicBezTo>
                  <a:cubicBezTo>
                    <a:pt x="192283" y="20380"/>
                    <a:pt x="194415" y="20683"/>
                    <a:pt x="196477" y="20976"/>
                  </a:cubicBezTo>
                  <a:lnTo>
                    <a:pt x="196594" y="20993"/>
                  </a:lnTo>
                  <a:cubicBezTo>
                    <a:pt x="201071" y="21630"/>
                    <a:pt x="204978" y="21943"/>
                    <a:pt x="208576" y="21943"/>
                  </a:cubicBezTo>
                  <a:cubicBezTo>
                    <a:pt x="210156" y="21943"/>
                    <a:pt x="211676" y="21883"/>
                    <a:pt x="213159" y="21763"/>
                  </a:cubicBezTo>
                  <a:cubicBezTo>
                    <a:pt x="219481" y="21255"/>
                    <a:pt x="224648" y="19666"/>
                    <a:pt x="228956" y="16905"/>
                  </a:cubicBezTo>
                  <a:cubicBezTo>
                    <a:pt x="230892" y="15665"/>
                    <a:pt x="232689" y="14110"/>
                    <a:pt x="234294" y="12287"/>
                  </a:cubicBezTo>
                  <a:lnTo>
                    <a:pt x="234344" y="12230"/>
                  </a:lnTo>
                  <a:lnTo>
                    <a:pt x="2343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29"/>
            <p:cNvSpPr/>
            <p:nvPr/>
          </p:nvSpPr>
          <p:spPr>
            <a:xfrm>
              <a:off x="-249664" y="1238255"/>
              <a:ext cx="5171942" cy="1031731"/>
            </a:xfrm>
            <a:custGeom>
              <a:rect b="b" l="l" r="r" t="t"/>
              <a:pathLst>
                <a:path extrusionOk="0" h="25782" w="129242">
                  <a:moveTo>
                    <a:pt x="125667" y="404"/>
                  </a:moveTo>
                  <a:cubicBezTo>
                    <a:pt x="125949" y="404"/>
                    <a:pt x="126232" y="415"/>
                    <a:pt x="126514" y="437"/>
                  </a:cubicBezTo>
                  <a:cubicBezTo>
                    <a:pt x="127419" y="510"/>
                    <a:pt x="128375" y="690"/>
                    <a:pt x="128733" y="1442"/>
                  </a:cubicBezTo>
                  <a:cubicBezTo>
                    <a:pt x="127667" y="1898"/>
                    <a:pt x="126604" y="2366"/>
                    <a:pt x="125540" y="2833"/>
                  </a:cubicBezTo>
                  <a:cubicBezTo>
                    <a:pt x="121951" y="4414"/>
                    <a:pt x="118237" y="6047"/>
                    <a:pt x="114473" y="7141"/>
                  </a:cubicBezTo>
                  <a:cubicBezTo>
                    <a:pt x="113881" y="7314"/>
                    <a:pt x="113286" y="7483"/>
                    <a:pt x="112693" y="7649"/>
                  </a:cubicBezTo>
                  <a:cubicBezTo>
                    <a:pt x="110914" y="8149"/>
                    <a:pt x="109073" y="8666"/>
                    <a:pt x="107278" y="9330"/>
                  </a:cubicBezTo>
                  <a:cubicBezTo>
                    <a:pt x="105183" y="10108"/>
                    <a:pt x="102936" y="11055"/>
                    <a:pt x="100411" y="12228"/>
                  </a:cubicBezTo>
                  <a:cubicBezTo>
                    <a:pt x="97928" y="13381"/>
                    <a:pt x="95424" y="14634"/>
                    <a:pt x="93002" y="15844"/>
                  </a:cubicBezTo>
                  <a:cubicBezTo>
                    <a:pt x="86663" y="19013"/>
                    <a:pt x="80109" y="22288"/>
                    <a:pt x="73322" y="24097"/>
                  </a:cubicBezTo>
                  <a:cubicBezTo>
                    <a:pt x="70106" y="24955"/>
                    <a:pt x="66829" y="25381"/>
                    <a:pt x="63411" y="25381"/>
                  </a:cubicBezTo>
                  <a:cubicBezTo>
                    <a:pt x="61691" y="25381"/>
                    <a:pt x="59935" y="25273"/>
                    <a:pt x="58132" y="25057"/>
                  </a:cubicBezTo>
                  <a:cubicBezTo>
                    <a:pt x="54870" y="24667"/>
                    <a:pt x="51578" y="24000"/>
                    <a:pt x="48394" y="23351"/>
                  </a:cubicBezTo>
                  <a:cubicBezTo>
                    <a:pt x="46720" y="23010"/>
                    <a:pt x="44988" y="22658"/>
                    <a:pt x="43281" y="22351"/>
                  </a:cubicBezTo>
                  <a:cubicBezTo>
                    <a:pt x="38827" y="21551"/>
                    <a:pt x="34306" y="21314"/>
                    <a:pt x="29931" y="21085"/>
                  </a:cubicBezTo>
                  <a:lnTo>
                    <a:pt x="28914" y="21031"/>
                  </a:lnTo>
                  <a:cubicBezTo>
                    <a:pt x="25978" y="20874"/>
                    <a:pt x="23609" y="20501"/>
                    <a:pt x="21462" y="19855"/>
                  </a:cubicBezTo>
                  <a:cubicBezTo>
                    <a:pt x="19489" y="19259"/>
                    <a:pt x="17512" y="18432"/>
                    <a:pt x="15599" y="17635"/>
                  </a:cubicBezTo>
                  <a:cubicBezTo>
                    <a:pt x="15171" y="17457"/>
                    <a:pt x="14747" y="17279"/>
                    <a:pt x="14321" y="17105"/>
                  </a:cubicBezTo>
                  <a:cubicBezTo>
                    <a:pt x="12341" y="16286"/>
                    <a:pt x="10328" y="15433"/>
                    <a:pt x="8383" y="14606"/>
                  </a:cubicBezTo>
                  <a:cubicBezTo>
                    <a:pt x="5772" y="13497"/>
                    <a:pt x="3075" y="12349"/>
                    <a:pt x="404" y="11276"/>
                  </a:cubicBezTo>
                  <a:lnTo>
                    <a:pt x="403" y="11276"/>
                  </a:lnTo>
                  <a:lnTo>
                    <a:pt x="403" y="5584"/>
                  </a:lnTo>
                  <a:cubicBezTo>
                    <a:pt x="967" y="5874"/>
                    <a:pt x="1566" y="6170"/>
                    <a:pt x="2220" y="6484"/>
                  </a:cubicBezTo>
                  <a:cubicBezTo>
                    <a:pt x="2905" y="6811"/>
                    <a:pt x="3592" y="7131"/>
                    <a:pt x="4281" y="7450"/>
                  </a:cubicBezTo>
                  <a:cubicBezTo>
                    <a:pt x="6227" y="8357"/>
                    <a:pt x="8240" y="9293"/>
                    <a:pt x="10153" y="10412"/>
                  </a:cubicBezTo>
                  <a:cubicBezTo>
                    <a:pt x="12434" y="11746"/>
                    <a:pt x="14871" y="13148"/>
                    <a:pt x="17395" y="14337"/>
                  </a:cubicBezTo>
                  <a:cubicBezTo>
                    <a:pt x="25707" y="18255"/>
                    <a:pt x="35202" y="20169"/>
                    <a:pt x="46355" y="20169"/>
                  </a:cubicBezTo>
                  <a:cubicBezTo>
                    <a:pt x="47079" y="20169"/>
                    <a:pt x="47811" y="20161"/>
                    <a:pt x="48549" y="20145"/>
                  </a:cubicBezTo>
                  <a:cubicBezTo>
                    <a:pt x="59131" y="19914"/>
                    <a:pt x="70411" y="17805"/>
                    <a:pt x="84049" y="13504"/>
                  </a:cubicBezTo>
                  <a:cubicBezTo>
                    <a:pt x="89815" y="11685"/>
                    <a:pt x="95612" y="9562"/>
                    <a:pt x="101217" y="7507"/>
                  </a:cubicBezTo>
                  <a:cubicBezTo>
                    <a:pt x="104315" y="6374"/>
                    <a:pt x="107517" y="5200"/>
                    <a:pt x="110679" y="4091"/>
                  </a:cubicBezTo>
                  <a:cubicBezTo>
                    <a:pt x="114143" y="2876"/>
                    <a:pt x="117874" y="1648"/>
                    <a:pt x="121675" y="895"/>
                  </a:cubicBezTo>
                  <a:cubicBezTo>
                    <a:pt x="122896" y="652"/>
                    <a:pt x="124279" y="404"/>
                    <a:pt x="125667" y="404"/>
                  </a:cubicBezTo>
                  <a:close/>
                  <a:moveTo>
                    <a:pt x="125672" y="1"/>
                  </a:moveTo>
                  <a:cubicBezTo>
                    <a:pt x="124248" y="1"/>
                    <a:pt x="122839" y="252"/>
                    <a:pt x="121598" y="497"/>
                  </a:cubicBezTo>
                  <a:cubicBezTo>
                    <a:pt x="117773" y="1256"/>
                    <a:pt x="114025" y="2491"/>
                    <a:pt x="110546" y="3711"/>
                  </a:cubicBezTo>
                  <a:cubicBezTo>
                    <a:pt x="107384" y="4820"/>
                    <a:pt x="104179" y="5993"/>
                    <a:pt x="101080" y="7129"/>
                  </a:cubicBezTo>
                  <a:cubicBezTo>
                    <a:pt x="95477" y="9180"/>
                    <a:pt x="89685" y="11305"/>
                    <a:pt x="83929" y="13120"/>
                  </a:cubicBezTo>
                  <a:cubicBezTo>
                    <a:pt x="70328" y="17407"/>
                    <a:pt x="59084" y="19512"/>
                    <a:pt x="48540" y="19742"/>
                  </a:cubicBezTo>
                  <a:cubicBezTo>
                    <a:pt x="47811" y="19758"/>
                    <a:pt x="47089" y="19766"/>
                    <a:pt x="46374" y="19766"/>
                  </a:cubicBezTo>
                  <a:cubicBezTo>
                    <a:pt x="35268" y="19766"/>
                    <a:pt x="25827" y="17865"/>
                    <a:pt x="17567" y="13971"/>
                  </a:cubicBezTo>
                  <a:cubicBezTo>
                    <a:pt x="15057" y="12788"/>
                    <a:pt x="12628" y="11391"/>
                    <a:pt x="10355" y="10062"/>
                  </a:cubicBezTo>
                  <a:cubicBezTo>
                    <a:pt x="8426" y="8935"/>
                    <a:pt x="6404" y="7993"/>
                    <a:pt x="4448" y="7084"/>
                  </a:cubicBezTo>
                  <a:cubicBezTo>
                    <a:pt x="3762" y="6767"/>
                    <a:pt x="3076" y="6447"/>
                    <a:pt x="2395" y="6120"/>
                  </a:cubicBezTo>
                  <a:cubicBezTo>
                    <a:pt x="1626" y="5754"/>
                    <a:pt x="940" y="5411"/>
                    <a:pt x="294" y="5075"/>
                  </a:cubicBezTo>
                  <a:lnTo>
                    <a:pt x="0" y="4921"/>
                  </a:lnTo>
                  <a:lnTo>
                    <a:pt x="0" y="11545"/>
                  </a:lnTo>
                  <a:lnTo>
                    <a:pt x="126" y="11595"/>
                  </a:lnTo>
                  <a:cubicBezTo>
                    <a:pt x="2833" y="12684"/>
                    <a:pt x="5574" y="13848"/>
                    <a:pt x="8224" y="14973"/>
                  </a:cubicBezTo>
                  <a:cubicBezTo>
                    <a:pt x="10170" y="15801"/>
                    <a:pt x="12184" y="16656"/>
                    <a:pt x="14167" y="17473"/>
                  </a:cubicBezTo>
                  <a:cubicBezTo>
                    <a:pt x="14591" y="17649"/>
                    <a:pt x="15016" y="17828"/>
                    <a:pt x="15441" y="18003"/>
                  </a:cubicBezTo>
                  <a:cubicBezTo>
                    <a:pt x="17363" y="18808"/>
                    <a:pt x="19349" y="19638"/>
                    <a:pt x="21344" y="20238"/>
                  </a:cubicBezTo>
                  <a:cubicBezTo>
                    <a:pt x="23523" y="20895"/>
                    <a:pt x="25922" y="21274"/>
                    <a:pt x="28892" y="21431"/>
                  </a:cubicBezTo>
                  <a:lnTo>
                    <a:pt x="29910" y="21485"/>
                  </a:lnTo>
                  <a:cubicBezTo>
                    <a:pt x="34272" y="21714"/>
                    <a:pt x="38783" y="21950"/>
                    <a:pt x="43209" y="22746"/>
                  </a:cubicBezTo>
                  <a:cubicBezTo>
                    <a:pt x="44912" y="23053"/>
                    <a:pt x="46641" y="23406"/>
                    <a:pt x="48313" y="23744"/>
                  </a:cubicBezTo>
                  <a:cubicBezTo>
                    <a:pt x="51505" y="24393"/>
                    <a:pt x="54806" y="25065"/>
                    <a:pt x="58085" y="25456"/>
                  </a:cubicBezTo>
                  <a:cubicBezTo>
                    <a:pt x="59905" y="25673"/>
                    <a:pt x="61677" y="25782"/>
                    <a:pt x="63414" y="25782"/>
                  </a:cubicBezTo>
                  <a:cubicBezTo>
                    <a:pt x="66866" y="25782"/>
                    <a:pt x="70177" y="25352"/>
                    <a:pt x="73425" y="24486"/>
                  </a:cubicBezTo>
                  <a:cubicBezTo>
                    <a:pt x="80253" y="22666"/>
                    <a:pt x="86826" y="19379"/>
                    <a:pt x="93183" y="16202"/>
                  </a:cubicBezTo>
                  <a:cubicBezTo>
                    <a:pt x="95603" y="14991"/>
                    <a:pt x="98105" y="13741"/>
                    <a:pt x="100582" y="12591"/>
                  </a:cubicBezTo>
                  <a:cubicBezTo>
                    <a:pt x="103097" y="11422"/>
                    <a:pt x="105333" y="10479"/>
                    <a:pt x="107419" y="9706"/>
                  </a:cubicBezTo>
                  <a:cubicBezTo>
                    <a:pt x="109198" y="9046"/>
                    <a:pt x="111031" y="8532"/>
                    <a:pt x="112803" y="8033"/>
                  </a:cubicBezTo>
                  <a:cubicBezTo>
                    <a:pt x="113399" y="7867"/>
                    <a:pt x="113993" y="7699"/>
                    <a:pt x="114588" y="7526"/>
                  </a:cubicBezTo>
                  <a:cubicBezTo>
                    <a:pt x="118376" y="6424"/>
                    <a:pt x="122102" y="4784"/>
                    <a:pt x="125704" y="3199"/>
                  </a:cubicBezTo>
                  <a:cubicBezTo>
                    <a:pt x="126826" y="2705"/>
                    <a:pt x="127947" y="2212"/>
                    <a:pt x="129073" y="1733"/>
                  </a:cubicBezTo>
                  <a:lnTo>
                    <a:pt x="129242" y="1662"/>
                  </a:lnTo>
                  <a:lnTo>
                    <a:pt x="129185" y="1488"/>
                  </a:lnTo>
                  <a:cubicBezTo>
                    <a:pt x="128775" y="216"/>
                    <a:pt x="127216" y="89"/>
                    <a:pt x="126549" y="34"/>
                  </a:cubicBezTo>
                  <a:cubicBezTo>
                    <a:pt x="126257" y="11"/>
                    <a:pt x="125964" y="1"/>
                    <a:pt x="1256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29"/>
            <p:cNvSpPr/>
            <p:nvPr/>
          </p:nvSpPr>
          <p:spPr>
            <a:xfrm>
              <a:off x="-249584" y="1563281"/>
              <a:ext cx="9378021" cy="2233737"/>
            </a:xfrm>
            <a:custGeom>
              <a:rect b="b" l="l" r="r" t="t"/>
              <a:pathLst>
                <a:path extrusionOk="0" h="55819" w="234348">
                  <a:moveTo>
                    <a:pt x="144981" y="403"/>
                  </a:moveTo>
                  <a:cubicBezTo>
                    <a:pt x="150962" y="403"/>
                    <a:pt x="156924" y="882"/>
                    <a:pt x="162787" y="1836"/>
                  </a:cubicBezTo>
                  <a:cubicBezTo>
                    <a:pt x="170740" y="3127"/>
                    <a:pt x="179016" y="5583"/>
                    <a:pt x="189615" y="9797"/>
                  </a:cubicBezTo>
                  <a:cubicBezTo>
                    <a:pt x="198427" y="13299"/>
                    <a:pt x="207411" y="17431"/>
                    <a:pt x="216323" y="22082"/>
                  </a:cubicBezTo>
                  <a:lnTo>
                    <a:pt x="218254" y="23088"/>
                  </a:lnTo>
                  <a:cubicBezTo>
                    <a:pt x="223483" y="25804"/>
                    <a:pt x="228885" y="28612"/>
                    <a:pt x="233942" y="32005"/>
                  </a:cubicBezTo>
                  <a:lnTo>
                    <a:pt x="233942" y="40242"/>
                  </a:lnTo>
                  <a:cubicBezTo>
                    <a:pt x="230357" y="38005"/>
                    <a:pt x="227378" y="36353"/>
                    <a:pt x="224590" y="35054"/>
                  </a:cubicBezTo>
                  <a:cubicBezTo>
                    <a:pt x="215470" y="30808"/>
                    <a:pt x="205746" y="28155"/>
                    <a:pt x="196343" y="25590"/>
                  </a:cubicBezTo>
                  <a:cubicBezTo>
                    <a:pt x="195383" y="25330"/>
                    <a:pt x="194423" y="25067"/>
                    <a:pt x="193466" y="24804"/>
                  </a:cubicBezTo>
                  <a:cubicBezTo>
                    <a:pt x="172307" y="18995"/>
                    <a:pt x="155262" y="16255"/>
                    <a:pt x="139723" y="16255"/>
                  </a:cubicBezTo>
                  <a:cubicBezTo>
                    <a:pt x="136241" y="16255"/>
                    <a:pt x="132834" y="16392"/>
                    <a:pt x="129473" y="16664"/>
                  </a:cubicBezTo>
                  <a:cubicBezTo>
                    <a:pt x="117659" y="17617"/>
                    <a:pt x="108992" y="19950"/>
                    <a:pt x="101363" y="24225"/>
                  </a:cubicBezTo>
                  <a:cubicBezTo>
                    <a:pt x="95848" y="27316"/>
                    <a:pt x="90586" y="31262"/>
                    <a:pt x="85495" y="35080"/>
                  </a:cubicBezTo>
                  <a:cubicBezTo>
                    <a:pt x="82539" y="37296"/>
                    <a:pt x="79484" y="39588"/>
                    <a:pt x="76413" y="41684"/>
                  </a:cubicBezTo>
                  <a:cubicBezTo>
                    <a:pt x="71394" y="45113"/>
                    <a:pt x="67146" y="47471"/>
                    <a:pt x="63039" y="49108"/>
                  </a:cubicBezTo>
                  <a:cubicBezTo>
                    <a:pt x="58787" y="50804"/>
                    <a:pt x="54022" y="52109"/>
                    <a:pt x="48045" y="53216"/>
                  </a:cubicBezTo>
                  <a:cubicBezTo>
                    <a:pt x="40031" y="54703"/>
                    <a:pt x="31384" y="55416"/>
                    <a:pt x="21189" y="55416"/>
                  </a:cubicBezTo>
                  <a:cubicBezTo>
                    <a:pt x="19290" y="55416"/>
                    <a:pt x="17337" y="55391"/>
                    <a:pt x="15325" y="55342"/>
                  </a:cubicBezTo>
                  <a:cubicBezTo>
                    <a:pt x="9761" y="55207"/>
                    <a:pt x="4879" y="54966"/>
                    <a:pt x="402" y="54612"/>
                  </a:cubicBezTo>
                  <a:lnTo>
                    <a:pt x="407" y="54612"/>
                  </a:lnTo>
                  <a:lnTo>
                    <a:pt x="407" y="49284"/>
                  </a:lnTo>
                  <a:cubicBezTo>
                    <a:pt x="817" y="49421"/>
                    <a:pt x="1230" y="49561"/>
                    <a:pt x="1643" y="49700"/>
                  </a:cubicBezTo>
                  <a:cubicBezTo>
                    <a:pt x="4359" y="50619"/>
                    <a:pt x="7168" y="51566"/>
                    <a:pt x="9980" y="52235"/>
                  </a:cubicBezTo>
                  <a:cubicBezTo>
                    <a:pt x="12206" y="52763"/>
                    <a:pt x="14788" y="53377"/>
                    <a:pt x="17344" y="53377"/>
                  </a:cubicBezTo>
                  <a:cubicBezTo>
                    <a:pt x="18683" y="53377"/>
                    <a:pt x="20014" y="53208"/>
                    <a:pt x="21283" y="52772"/>
                  </a:cubicBezTo>
                  <a:cubicBezTo>
                    <a:pt x="22931" y="52205"/>
                    <a:pt x="23878" y="51164"/>
                    <a:pt x="24025" y="49761"/>
                  </a:cubicBezTo>
                  <a:cubicBezTo>
                    <a:pt x="24231" y="47784"/>
                    <a:pt x="23055" y="45926"/>
                    <a:pt x="21802" y="44960"/>
                  </a:cubicBezTo>
                  <a:cubicBezTo>
                    <a:pt x="20124" y="43670"/>
                    <a:pt x="18067" y="43236"/>
                    <a:pt x="16094" y="42961"/>
                  </a:cubicBezTo>
                  <a:cubicBezTo>
                    <a:pt x="13968" y="42663"/>
                    <a:pt x="11797" y="42629"/>
                    <a:pt x="9701" y="42596"/>
                  </a:cubicBezTo>
                  <a:lnTo>
                    <a:pt x="9254" y="42589"/>
                  </a:lnTo>
                  <a:cubicBezTo>
                    <a:pt x="6994" y="42550"/>
                    <a:pt x="4310" y="42346"/>
                    <a:pt x="1553" y="41105"/>
                  </a:cubicBezTo>
                  <a:cubicBezTo>
                    <a:pt x="1170" y="40933"/>
                    <a:pt x="784" y="40741"/>
                    <a:pt x="402" y="40534"/>
                  </a:cubicBezTo>
                  <a:lnTo>
                    <a:pt x="402" y="31531"/>
                  </a:lnTo>
                  <a:cubicBezTo>
                    <a:pt x="6844" y="32915"/>
                    <a:pt x="13326" y="34726"/>
                    <a:pt x="19599" y="36477"/>
                  </a:cubicBezTo>
                  <a:cubicBezTo>
                    <a:pt x="22674" y="37335"/>
                    <a:pt x="25850" y="38224"/>
                    <a:pt x="28985" y="39049"/>
                  </a:cubicBezTo>
                  <a:cubicBezTo>
                    <a:pt x="36397" y="41005"/>
                    <a:pt x="46195" y="43249"/>
                    <a:pt x="56268" y="43249"/>
                  </a:cubicBezTo>
                  <a:lnTo>
                    <a:pt x="56298" y="43249"/>
                  </a:lnTo>
                  <a:cubicBezTo>
                    <a:pt x="60549" y="43247"/>
                    <a:pt x="65413" y="43043"/>
                    <a:pt x="69372" y="40633"/>
                  </a:cubicBezTo>
                  <a:cubicBezTo>
                    <a:pt x="71055" y="39609"/>
                    <a:pt x="72214" y="38269"/>
                    <a:pt x="72821" y="36652"/>
                  </a:cubicBezTo>
                  <a:cubicBezTo>
                    <a:pt x="73454" y="34967"/>
                    <a:pt x="73654" y="32595"/>
                    <a:pt x="72675" y="31095"/>
                  </a:cubicBezTo>
                  <a:cubicBezTo>
                    <a:pt x="71475" y="29255"/>
                    <a:pt x="69235" y="29002"/>
                    <a:pt x="67193" y="29002"/>
                  </a:cubicBezTo>
                  <a:lnTo>
                    <a:pt x="67163" y="29002"/>
                  </a:lnTo>
                  <a:cubicBezTo>
                    <a:pt x="64338" y="29005"/>
                    <a:pt x="61485" y="29632"/>
                    <a:pt x="59033" y="30219"/>
                  </a:cubicBezTo>
                  <a:cubicBezTo>
                    <a:pt x="58197" y="30419"/>
                    <a:pt x="57351" y="30648"/>
                    <a:pt x="56532" y="30868"/>
                  </a:cubicBezTo>
                  <a:cubicBezTo>
                    <a:pt x="55224" y="31222"/>
                    <a:pt x="53869" y="31587"/>
                    <a:pt x="52529" y="31845"/>
                  </a:cubicBezTo>
                  <a:cubicBezTo>
                    <a:pt x="48490" y="32626"/>
                    <a:pt x="44235" y="33024"/>
                    <a:pt x="39894" y="33024"/>
                  </a:cubicBezTo>
                  <a:cubicBezTo>
                    <a:pt x="39863" y="33024"/>
                    <a:pt x="39832" y="33024"/>
                    <a:pt x="39801" y="33024"/>
                  </a:cubicBezTo>
                  <a:cubicBezTo>
                    <a:pt x="26833" y="33011"/>
                    <a:pt x="13576" y="29869"/>
                    <a:pt x="402" y="23687"/>
                  </a:cubicBezTo>
                  <a:lnTo>
                    <a:pt x="402" y="6011"/>
                  </a:lnTo>
                  <a:cubicBezTo>
                    <a:pt x="1635" y="6344"/>
                    <a:pt x="2827" y="6712"/>
                    <a:pt x="3952" y="7104"/>
                  </a:cubicBezTo>
                  <a:cubicBezTo>
                    <a:pt x="7474" y="8330"/>
                    <a:pt x="10930" y="10023"/>
                    <a:pt x="14269" y="11659"/>
                  </a:cubicBezTo>
                  <a:cubicBezTo>
                    <a:pt x="15159" y="12095"/>
                    <a:pt x="16051" y="12530"/>
                    <a:pt x="16944" y="12959"/>
                  </a:cubicBezTo>
                  <a:cubicBezTo>
                    <a:pt x="21849" y="15315"/>
                    <a:pt x="26184" y="17153"/>
                    <a:pt x="30193" y="18579"/>
                  </a:cubicBezTo>
                  <a:cubicBezTo>
                    <a:pt x="37329" y="21116"/>
                    <a:pt x="44835" y="22386"/>
                    <a:pt x="52799" y="22386"/>
                  </a:cubicBezTo>
                  <a:cubicBezTo>
                    <a:pt x="62775" y="22386"/>
                    <a:pt x="73472" y="20393"/>
                    <a:pt x="85065" y="16400"/>
                  </a:cubicBezTo>
                  <a:cubicBezTo>
                    <a:pt x="89374" y="14915"/>
                    <a:pt x="93852" y="13162"/>
                    <a:pt x="98753" y="11037"/>
                  </a:cubicBezTo>
                  <a:cubicBezTo>
                    <a:pt x="99763" y="10600"/>
                    <a:pt x="100773" y="10151"/>
                    <a:pt x="101781" y="9706"/>
                  </a:cubicBezTo>
                  <a:cubicBezTo>
                    <a:pt x="104805" y="8364"/>
                    <a:pt x="107933" y="6975"/>
                    <a:pt x="111082" y="5882"/>
                  </a:cubicBezTo>
                  <a:cubicBezTo>
                    <a:pt x="119135" y="3086"/>
                    <a:pt x="127851" y="1338"/>
                    <a:pt x="136984" y="688"/>
                  </a:cubicBezTo>
                  <a:cubicBezTo>
                    <a:pt x="139649" y="498"/>
                    <a:pt x="142317" y="403"/>
                    <a:pt x="144981" y="403"/>
                  </a:cubicBezTo>
                  <a:close/>
                  <a:moveTo>
                    <a:pt x="144959" y="1"/>
                  </a:moveTo>
                  <a:cubicBezTo>
                    <a:pt x="142293" y="1"/>
                    <a:pt x="139623" y="96"/>
                    <a:pt x="136956" y="285"/>
                  </a:cubicBezTo>
                  <a:cubicBezTo>
                    <a:pt x="127785" y="938"/>
                    <a:pt x="119037" y="2693"/>
                    <a:pt x="110949" y="5501"/>
                  </a:cubicBezTo>
                  <a:cubicBezTo>
                    <a:pt x="107786" y="6599"/>
                    <a:pt x="104650" y="7991"/>
                    <a:pt x="101618" y="9337"/>
                  </a:cubicBezTo>
                  <a:cubicBezTo>
                    <a:pt x="100610" y="9784"/>
                    <a:pt x="99605" y="10230"/>
                    <a:pt x="98594" y="10669"/>
                  </a:cubicBezTo>
                  <a:cubicBezTo>
                    <a:pt x="93702" y="12788"/>
                    <a:pt x="89236" y="14538"/>
                    <a:pt x="84935" y="16020"/>
                  </a:cubicBezTo>
                  <a:cubicBezTo>
                    <a:pt x="73384" y="19997"/>
                    <a:pt x="62731" y="21983"/>
                    <a:pt x="52798" y="21983"/>
                  </a:cubicBezTo>
                  <a:cubicBezTo>
                    <a:pt x="44880" y="21983"/>
                    <a:pt x="37420" y="20721"/>
                    <a:pt x="30329" y="18200"/>
                  </a:cubicBezTo>
                  <a:cubicBezTo>
                    <a:pt x="26334" y="16780"/>
                    <a:pt x="22012" y="14948"/>
                    <a:pt x="17118" y="12599"/>
                  </a:cubicBezTo>
                  <a:cubicBezTo>
                    <a:pt x="16225" y="12172"/>
                    <a:pt x="15335" y="11736"/>
                    <a:pt x="14448" y="11300"/>
                  </a:cubicBezTo>
                  <a:cubicBezTo>
                    <a:pt x="11097" y="9658"/>
                    <a:pt x="7631" y="7961"/>
                    <a:pt x="4086" y="6726"/>
                  </a:cubicBezTo>
                  <a:cubicBezTo>
                    <a:pt x="2874" y="6305"/>
                    <a:pt x="1587" y="5911"/>
                    <a:pt x="257" y="5556"/>
                  </a:cubicBezTo>
                  <a:lnTo>
                    <a:pt x="2" y="5489"/>
                  </a:lnTo>
                  <a:lnTo>
                    <a:pt x="2" y="23947"/>
                  </a:lnTo>
                  <a:lnTo>
                    <a:pt x="118" y="24001"/>
                  </a:lnTo>
                  <a:cubicBezTo>
                    <a:pt x="13383" y="30245"/>
                    <a:pt x="26736" y="33418"/>
                    <a:pt x="39802" y="33430"/>
                  </a:cubicBezTo>
                  <a:cubicBezTo>
                    <a:pt x="39862" y="33430"/>
                    <a:pt x="39922" y="33430"/>
                    <a:pt x="39983" y="33430"/>
                  </a:cubicBezTo>
                  <a:cubicBezTo>
                    <a:pt x="44319" y="33430"/>
                    <a:pt x="48571" y="33023"/>
                    <a:pt x="52607" y="32244"/>
                  </a:cubicBezTo>
                  <a:cubicBezTo>
                    <a:pt x="53961" y="31982"/>
                    <a:pt x="55324" y="31615"/>
                    <a:pt x="56640" y="31261"/>
                  </a:cubicBezTo>
                  <a:cubicBezTo>
                    <a:pt x="57454" y="31041"/>
                    <a:pt x="58297" y="30815"/>
                    <a:pt x="59127" y="30616"/>
                  </a:cubicBezTo>
                  <a:cubicBezTo>
                    <a:pt x="61559" y="30033"/>
                    <a:pt x="64382" y="29412"/>
                    <a:pt x="67164" y="29409"/>
                  </a:cubicBezTo>
                  <a:cubicBezTo>
                    <a:pt x="67187" y="29409"/>
                    <a:pt x="67210" y="29409"/>
                    <a:pt x="67233" y="29409"/>
                  </a:cubicBezTo>
                  <a:cubicBezTo>
                    <a:pt x="69147" y="29409"/>
                    <a:pt x="71252" y="29651"/>
                    <a:pt x="72340" y="31318"/>
                  </a:cubicBezTo>
                  <a:cubicBezTo>
                    <a:pt x="73241" y="32701"/>
                    <a:pt x="73043" y="34924"/>
                    <a:pt x="72447" y="36513"/>
                  </a:cubicBezTo>
                  <a:cubicBezTo>
                    <a:pt x="71871" y="38046"/>
                    <a:pt x="70768" y="39317"/>
                    <a:pt x="69163" y="40292"/>
                  </a:cubicBezTo>
                  <a:cubicBezTo>
                    <a:pt x="65293" y="42649"/>
                    <a:pt x="60492" y="42849"/>
                    <a:pt x="56298" y="42850"/>
                  </a:cubicBezTo>
                  <a:lnTo>
                    <a:pt x="56268" y="42850"/>
                  </a:lnTo>
                  <a:cubicBezTo>
                    <a:pt x="46241" y="42850"/>
                    <a:pt x="36475" y="40614"/>
                    <a:pt x="29086" y="38666"/>
                  </a:cubicBezTo>
                  <a:cubicBezTo>
                    <a:pt x="25956" y="37839"/>
                    <a:pt x="22778" y="36952"/>
                    <a:pt x="19706" y="36095"/>
                  </a:cubicBezTo>
                  <a:cubicBezTo>
                    <a:pt x="13350" y="34319"/>
                    <a:pt x="6776" y="32482"/>
                    <a:pt x="244" y="31089"/>
                  </a:cubicBezTo>
                  <a:lnTo>
                    <a:pt x="1" y="31038"/>
                  </a:lnTo>
                  <a:lnTo>
                    <a:pt x="1" y="40777"/>
                  </a:lnTo>
                  <a:lnTo>
                    <a:pt x="105" y="40834"/>
                  </a:lnTo>
                  <a:cubicBezTo>
                    <a:pt x="528" y="41068"/>
                    <a:pt x="960" y="41284"/>
                    <a:pt x="1387" y="41477"/>
                  </a:cubicBezTo>
                  <a:cubicBezTo>
                    <a:pt x="4210" y="42747"/>
                    <a:pt x="6945" y="42957"/>
                    <a:pt x="9247" y="42996"/>
                  </a:cubicBezTo>
                  <a:lnTo>
                    <a:pt x="9694" y="43003"/>
                  </a:lnTo>
                  <a:cubicBezTo>
                    <a:pt x="11777" y="43036"/>
                    <a:pt x="13933" y="43072"/>
                    <a:pt x="16035" y="43364"/>
                  </a:cubicBezTo>
                  <a:cubicBezTo>
                    <a:pt x="17956" y="43633"/>
                    <a:pt x="19953" y="44050"/>
                    <a:pt x="21555" y="45283"/>
                  </a:cubicBezTo>
                  <a:cubicBezTo>
                    <a:pt x="22721" y="46179"/>
                    <a:pt x="23812" y="47901"/>
                    <a:pt x="23624" y="49723"/>
                  </a:cubicBezTo>
                  <a:cubicBezTo>
                    <a:pt x="23492" y="50977"/>
                    <a:pt x="22661" y="51876"/>
                    <a:pt x="21149" y="52395"/>
                  </a:cubicBezTo>
                  <a:cubicBezTo>
                    <a:pt x="19929" y="52815"/>
                    <a:pt x="18642" y="52977"/>
                    <a:pt x="17343" y="52977"/>
                  </a:cubicBezTo>
                  <a:cubicBezTo>
                    <a:pt x="14829" y="52977"/>
                    <a:pt x="12272" y="52369"/>
                    <a:pt x="10068" y="51847"/>
                  </a:cubicBezTo>
                  <a:cubicBezTo>
                    <a:pt x="7275" y="51184"/>
                    <a:pt x="4475" y="50237"/>
                    <a:pt x="1767" y="49323"/>
                  </a:cubicBezTo>
                  <a:cubicBezTo>
                    <a:pt x="1267" y="49155"/>
                    <a:pt x="767" y="48985"/>
                    <a:pt x="265" y="48818"/>
                  </a:cubicBezTo>
                  <a:lnTo>
                    <a:pt x="1" y="48728"/>
                  </a:lnTo>
                  <a:lnTo>
                    <a:pt x="1" y="54985"/>
                  </a:lnTo>
                  <a:lnTo>
                    <a:pt x="187" y="54999"/>
                  </a:lnTo>
                  <a:cubicBezTo>
                    <a:pt x="4720" y="55364"/>
                    <a:pt x="9668" y="55608"/>
                    <a:pt x="15316" y="55745"/>
                  </a:cubicBezTo>
                  <a:cubicBezTo>
                    <a:pt x="17327" y="55794"/>
                    <a:pt x="19280" y="55818"/>
                    <a:pt x="21180" y="55818"/>
                  </a:cubicBezTo>
                  <a:cubicBezTo>
                    <a:pt x="31405" y="55818"/>
                    <a:pt x="40078" y="55104"/>
                    <a:pt x="48122" y="53615"/>
                  </a:cubicBezTo>
                  <a:cubicBezTo>
                    <a:pt x="54125" y="52502"/>
                    <a:pt x="58913" y="51189"/>
                    <a:pt x="63191" y="49484"/>
                  </a:cubicBezTo>
                  <a:cubicBezTo>
                    <a:pt x="67326" y="47835"/>
                    <a:pt x="71599" y="45463"/>
                    <a:pt x="76643" y="42018"/>
                  </a:cubicBezTo>
                  <a:cubicBezTo>
                    <a:pt x="79721" y="39917"/>
                    <a:pt x="82780" y="37621"/>
                    <a:pt x="85739" y="35403"/>
                  </a:cubicBezTo>
                  <a:cubicBezTo>
                    <a:pt x="90819" y="31594"/>
                    <a:pt x="96072" y="27654"/>
                    <a:pt x="101563" y="24578"/>
                  </a:cubicBezTo>
                  <a:cubicBezTo>
                    <a:pt x="109139" y="20330"/>
                    <a:pt x="117758" y="18014"/>
                    <a:pt x="129508" y="17065"/>
                  </a:cubicBezTo>
                  <a:cubicBezTo>
                    <a:pt x="132858" y="16795"/>
                    <a:pt x="136254" y="16658"/>
                    <a:pt x="139725" y="16658"/>
                  </a:cubicBezTo>
                  <a:cubicBezTo>
                    <a:pt x="155229" y="16658"/>
                    <a:pt x="172239" y="19393"/>
                    <a:pt x="193363" y="25194"/>
                  </a:cubicBezTo>
                  <a:cubicBezTo>
                    <a:pt x="194320" y="25456"/>
                    <a:pt x="195279" y="25717"/>
                    <a:pt x="196240" y="25980"/>
                  </a:cubicBezTo>
                  <a:cubicBezTo>
                    <a:pt x="205628" y="28540"/>
                    <a:pt x="215334" y="31188"/>
                    <a:pt x="224421" y="35420"/>
                  </a:cubicBezTo>
                  <a:cubicBezTo>
                    <a:pt x="227275" y="36749"/>
                    <a:pt x="230329" y="38452"/>
                    <a:pt x="234037" y="40778"/>
                  </a:cubicBezTo>
                  <a:lnTo>
                    <a:pt x="234347" y="40971"/>
                  </a:lnTo>
                  <a:lnTo>
                    <a:pt x="234347" y="31794"/>
                  </a:lnTo>
                  <a:lnTo>
                    <a:pt x="234257" y="31734"/>
                  </a:lnTo>
                  <a:cubicBezTo>
                    <a:pt x="229156" y="28302"/>
                    <a:pt x="223710" y="25471"/>
                    <a:pt x="218442" y="22732"/>
                  </a:cubicBezTo>
                  <a:lnTo>
                    <a:pt x="216510" y="21728"/>
                  </a:lnTo>
                  <a:cubicBezTo>
                    <a:pt x="207587" y="17070"/>
                    <a:pt x="198587" y="12930"/>
                    <a:pt x="189764" y="9423"/>
                  </a:cubicBezTo>
                  <a:cubicBezTo>
                    <a:pt x="179135" y="5199"/>
                    <a:pt x="170836" y="2739"/>
                    <a:pt x="162852" y="1440"/>
                  </a:cubicBezTo>
                  <a:cubicBezTo>
                    <a:pt x="156959" y="482"/>
                    <a:pt x="150969" y="1"/>
                    <a:pt x="1449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29"/>
            <p:cNvSpPr/>
            <p:nvPr/>
          </p:nvSpPr>
          <p:spPr>
            <a:xfrm>
              <a:off x="4150873" y="2477774"/>
              <a:ext cx="4977457" cy="2219891"/>
            </a:xfrm>
            <a:custGeom>
              <a:rect b="b" l="l" r="r" t="t"/>
              <a:pathLst>
                <a:path extrusionOk="0" h="55473" w="124382">
                  <a:moveTo>
                    <a:pt x="25918" y="402"/>
                  </a:moveTo>
                  <a:cubicBezTo>
                    <a:pt x="36041" y="402"/>
                    <a:pt x="47026" y="1991"/>
                    <a:pt x="60462" y="5393"/>
                  </a:cubicBezTo>
                  <a:cubicBezTo>
                    <a:pt x="70856" y="8024"/>
                    <a:pt x="81175" y="11807"/>
                    <a:pt x="91155" y="15464"/>
                  </a:cubicBezTo>
                  <a:cubicBezTo>
                    <a:pt x="92391" y="15917"/>
                    <a:pt x="93627" y="16369"/>
                    <a:pt x="94863" y="16822"/>
                  </a:cubicBezTo>
                  <a:lnTo>
                    <a:pt x="95647" y="17108"/>
                  </a:lnTo>
                  <a:cubicBezTo>
                    <a:pt x="105319" y="20631"/>
                    <a:pt x="115319" y="24277"/>
                    <a:pt x="123981" y="30890"/>
                  </a:cubicBezTo>
                  <a:lnTo>
                    <a:pt x="123981" y="53695"/>
                  </a:lnTo>
                  <a:cubicBezTo>
                    <a:pt x="123931" y="53594"/>
                    <a:pt x="123881" y="53490"/>
                    <a:pt x="123831" y="53388"/>
                  </a:cubicBezTo>
                  <a:cubicBezTo>
                    <a:pt x="121216" y="48116"/>
                    <a:pt x="118223" y="43645"/>
                    <a:pt x="114937" y="40100"/>
                  </a:cubicBezTo>
                  <a:cubicBezTo>
                    <a:pt x="110571" y="35392"/>
                    <a:pt x="105339" y="32142"/>
                    <a:pt x="101268" y="29834"/>
                  </a:cubicBezTo>
                  <a:cubicBezTo>
                    <a:pt x="91058" y="24049"/>
                    <a:pt x="80265" y="20787"/>
                    <a:pt x="69187" y="20137"/>
                  </a:cubicBezTo>
                  <a:cubicBezTo>
                    <a:pt x="67907" y="20061"/>
                    <a:pt x="66618" y="20024"/>
                    <a:pt x="65319" y="20024"/>
                  </a:cubicBezTo>
                  <a:cubicBezTo>
                    <a:pt x="61141" y="20024"/>
                    <a:pt x="56870" y="20411"/>
                    <a:pt x="52577" y="21181"/>
                  </a:cubicBezTo>
                  <a:cubicBezTo>
                    <a:pt x="48332" y="21940"/>
                    <a:pt x="44099" y="23239"/>
                    <a:pt x="40004" y="24495"/>
                  </a:cubicBezTo>
                  <a:cubicBezTo>
                    <a:pt x="38744" y="24880"/>
                    <a:pt x="37484" y="25268"/>
                    <a:pt x="36221" y="25639"/>
                  </a:cubicBezTo>
                  <a:cubicBezTo>
                    <a:pt x="30814" y="27232"/>
                    <a:pt x="25249" y="28662"/>
                    <a:pt x="19858" y="28662"/>
                  </a:cubicBezTo>
                  <a:cubicBezTo>
                    <a:pt x="15618" y="28662"/>
                    <a:pt x="11486" y="27778"/>
                    <a:pt x="7624" y="25392"/>
                  </a:cubicBezTo>
                  <a:cubicBezTo>
                    <a:pt x="1653" y="21703"/>
                    <a:pt x="639" y="17073"/>
                    <a:pt x="567" y="14640"/>
                  </a:cubicBezTo>
                  <a:cubicBezTo>
                    <a:pt x="413" y="9480"/>
                    <a:pt x="3668" y="6464"/>
                    <a:pt x="5623" y="5124"/>
                  </a:cubicBezTo>
                  <a:cubicBezTo>
                    <a:pt x="9015" y="2801"/>
                    <a:pt x="12910" y="1856"/>
                    <a:pt x="15924" y="1292"/>
                  </a:cubicBezTo>
                  <a:cubicBezTo>
                    <a:pt x="19039" y="709"/>
                    <a:pt x="22328" y="409"/>
                    <a:pt x="25700" y="402"/>
                  </a:cubicBezTo>
                  <a:close/>
                  <a:moveTo>
                    <a:pt x="25696" y="0"/>
                  </a:moveTo>
                  <a:cubicBezTo>
                    <a:pt x="22298" y="9"/>
                    <a:pt x="18984" y="309"/>
                    <a:pt x="15846" y="896"/>
                  </a:cubicBezTo>
                  <a:cubicBezTo>
                    <a:pt x="12791" y="1468"/>
                    <a:pt x="8843" y="2428"/>
                    <a:pt x="5390" y="4792"/>
                  </a:cubicBezTo>
                  <a:cubicBezTo>
                    <a:pt x="3368" y="6176"/>
                    <a:pt x="0" y="9300"/>
                    <a:pt x="160" y="14653"/>
                  </a:cubicBezTo>
                  <a:cubicBezTo>
                    <a:pt x="236" y="17166"/>
                    <a:pt x="1277" y="21947"/>
                    <a:pt x="7409" y="25735"/>
                  </a:cubicBezTo>
                  <a:cubicBezTo>
                    <a:pt x="11344" y="28167"/>
                    <a:pt x="15543" y="29067"/>
                    <a:pt x="19845" y="29067"/>
                  </a:cubicBezTo>
                  <a:cubicBezTo>
                    <a:pt x="25284" y="29067"/>
                    <a:pt x="30887" y="27628"/>
                    <a:pt x="36329" y="26025"/>
                  </a:cubicBezTo>
                  <a:cubicBezTo>
                    <a:pt x="37594" y="25653"/>
                    <a:pt x="38857" y="25265"/>
                    <a:pt x="40120" y="24877"/>
                  </a:cubicBezTo>
                  <a:cubicBezTo>
                    <a:pt x="44202" y="23626"/>
                    <a:pt x="48423" y="22331"/>
                    <a:pt x="52645" y="21575"/>
                  </a:cubicBezTo>
                  <a:cubicBezTo>
                    <a:pt x="56919" y="20811"/>
                    <a:pt x="61167" y="20426"/>
                    <a:pt x="65320" y="20426"/>
                  </a:cubicBezTo>
                  <a:cubicBezTo>
                    <a:pt x="66611" y="20426"/>
                    <a:pt x="67892" y="20464"/>
                    <a:pt x="69163" y="20538"/>
                  </a:cubicBezTo>
                  <a:cubicBezTo>
                    <a:pt x="80177" y="21183"/>
                    <a:pt x="90911" y="24429"/>
                    <a:pt x="101068" y="30184"/>
                  </a:cubicBezTo>
                  <a:cubicBezTo>
                    <a:pt x="105113" y="32476"/>
                    <a:pt x="110313" y="35707"/>
                    <a:pt x="114641" y="40373"/>
                  </a:cubicBezTo>
                  <a:cubicBezTo>
                    <a:pt x="117901" y="43892"/>
                    <a:pt x="120872" y="48330"/>
                    <a:pt x="123468" y="53567"/>
                  </a:cubicBezTo>
                  <a:cubicBezTo>
                    <a:pt x="123595" y="53824"/>
                    <a:pt x="123718" y="54084"/>
                    <a:pt x="123842" y="54344"/>
                  </a:cubicBezTo>
                  <a:lnTo>
                    <a:pt x="124380" y="55470"/>
                  </a:lnTo>
                  <a:lnTo>
                    <a:pt x="124380" y="30691"/>
                  </a:lnTo>
                  <a:lnTo>
                    <a:pt x="124301" y="30630"/>
                  </a:lnTo>
                  <a:cubicBezTo>
                    <a:pt x="115571" y="23942"/>
                    <a:pt x="105512" y="20275"/>
                    <a:pt x="95782" y="16727"/>
                  </a:cubicBezTo>
                  <a:lnTo>
                    <a:pt x="94996" y="16442"/>
                  </a:lnTo>
                  <a:cubicBezTo>
                    <a:pt x="93760" y="15992"/>
                    <a:pt x="92525" y="15539"/>
                    <a:pt x="91289" y="15087"/>
                  </a:cubicBezTo>
                  <a:cubicBezTo>
                    <a:pt x="81300" y="11425"/>
                    <a:pt x="70971" y="7640"/>
                    <a:pt x="60557" y="5003"/>
                  </a:cubicBezTo>
                  <a:cubicBezTo>
                    <a:pt x="47087" y="1592"/>
                    <a:pt x="36071" y="0"/>
                    <a:pt x="25913" y="0"/>
                  </a:cubicBezTo>
                  <a:close/>
                  <a:moveTo>
                    <a:pt x="124380" y="55470"/>
                  </a:moveTo>
                  <a:lnTo>
                    <a:pt x="124380" y="55473"/>
                  </a:lnTo>
                  <a:lnTo>
                    <a:pt x="124381" y="55473"/>
                  </a:lnTo>
                  <a:lnTo>
                    <a:pt x="124380" y="5547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29"/>
            <p:cNvSpPr/>
            <p:nvPr/>
          </p:nvSpPr>
          <p:spPr>
            <a:xfrm>
              <a:off x="-249584" y="3259686"/>
              <a:ext cx="4473596" cy="1988630"/>
            </a:xfrm>
            <a:custGeom>
              <a:rect b="b" l="l" r="r" t="t"/>
              <a:pathLst>
                <a:path extrusionOk="0" h="49694" w="111791">
                  <a:moveTo>
                    <a:pt x="97341" y="420"/>
                  </a:moveTo>
                  <a:cubicBezTo>
                    <a:pt x="98733" y="420"/>
                    <a:pt x="99979" y="773"/>
                    <a:pt x="101045" y="1273"/>
                  </a:cubicBezTo>
                  <a:cubicBezTo>
                    <a:pt x="104764" y="3021"/>
                    <a:pt x="109232" y="7243"/>
                    <a:pt x="110572" y="11931"/>
                  </a:cubicBezTo>
                  <a:cubicBezTo>
                    <a:pt x="111369" y="14719"/>
                    <a:pt x="110985" y="17351"/>
                    <a:pt x="109429" y="19750"/>
                  </a:cubicBezTo>
                  <a:cubicBezTo>
                    <a:pt x="107469" y="22776"/>
                    <a:pt x="104270" y="24339"/>
                    <a:pt x="101702" y="25361"/>
                  </a:cubicBezTo>
                  <a:cubicBezTo>
                    <a:pt x="98754" y="26534"/>
                    <a:pt x="95452" y="27464"/>
                    <a:pt x="91607" y="28204"/>
                  </a:cubicBezTo>
                  <a:cubicBezTo>
                    <a:pt x="89921" y="28528"/>
                    <a:pt x="88200" y="28811"/>
                    <a:pt x="86532" y="29084"/>
                  </a:cubicBezTo>
                  <a:cubicBezTo>
                    <a:pt x="79681" y="30207"/>
                    <a:pt x="72597" y="31372"/>
                    <a:pt x="66253" y="35734"/>
                  </a:cubicBezTo>
                  <a:cubicBezTo>
                    <a:pt x="61721" y="38849"/>
                    <a:pt x="57707" y="43535"/>
                    <a:pt x="54638" y="49289"/>
                  </a:cubicBezTo>
                  <a:lnTo>
                    <a:pt x="3363" y="49289"/>
                  </a:lnTo>
                  <a:cubicBezTo>
                    <a:pt x="1730" y="49289"/>
                    <a:pt x="402" y="47585"/>
                    <a:pt x="402" y="45488"/>
                  </a:cubicBezTo>
                  <a:lnTo>
                    <a:pt x="402" y="27817"/>
                  </a:lnTo>
                  <a:cubicBezTo>
                    <a:pt x="6956" y="29756"/>
                    <a:pt x="13549" y="31125"/>
                    <a:pt x="20006" y="31888"/>
                  </a:cubicBezTo>
                  <a:cubicBezTo>
                    <a:pt x="24832" y="32458"/>
                    <a:pt x="29867" y="32744"/>
                    <a:pt x="35067" y="32744"/>
                  </a:cubicBezTo>
                  <a:cubicBezTo>
                    <a:pt x="39433" y="32744"/>
                    <a:pt x="43915" y="32543"/>
                    <a:pt x="48490" y="32140"/>
                  </a:cubicBezTo>
                  <a:cubicBezTo>
                    <a:pt x="52725" y="31766"/>
                    <a:pt x="57090" y="31156"/>
                    <a:pt x="61838" y="30276"/>
                  </a:cubicBezTo>
                  <a:cubicBezTo>
                    <a:pt x="65200" y="29650"/>
                    <a:pt x="69115" y="28700"/>
                    <a:pt x="72658" y="26377"/>
                  </a:cubicBezTo>
                  <a:cubicBezTo>
                    <a:pt x="76773" y="23677"/>
                    <a:pt x="79509" y="18971"/>
                    <a:pt x="82157" y="14419"/>
                  </a:cubicBezTo>
                  <a:cubicBezTo>
                    <a:pt x="83207" y="12610"/>
                    <a:pt x="84295" y="10742"/>
                    <a:pt x="85446" y="9038"/>
                  </a:cubicBezTo>
                  <a:cubicBezTo>
                    <a:pt x="89943" y="2389"/>
                    <a:pt x="94052" y="420"/>
                    <a:pt x="97341" y="420"/>
                  </a:cubicBezTo>
                  <a:close/>
                  <a:moveTo>
                    <a:pt x="97320" y="1"/>
                  </a:moveTo>
                  <a:cubicBezTo>
                    <a:pt x="92272" y="1"/>
                    <a:pt x="88015" y="4523"/>
                    <a:pt x="85113" y="8813"/>
                  </a:cubicBezTo>
                  <a:cubicBezTo>
                    <a:pt x="83953" y="10529"/>
                    <a:pt x="82863" y="12404"/>
                    <a:pt x="81808" y="14217"/>
                  </a:cubicBezTo>
                  <a:cubicBezTo>
                    <a:pt x="79187" y="18729"/>
                    <a:pt x="76473" y="23393"/>
                    <a:pt x="72437" y="26041"/>
                  </a:cubicBezTo>
                  <a:cubicBezTo>
                    <a:pt x="68955" y="28325"/>
                    <a:pt x="65088" y="29264"/>
                    <a:pt x="61763" y="29881"/>
                  </a:cubicBezTo>
                  <a:cubicBezTo>
                    <a:pt x="57027" y="30760"/>
                    <a:pt x="52675" y="31369"/>
                    <a:pt x="48454" y="31740"/>
                  </a:cubicBezTo>
                  <a:cubicBezTo>
                    <a:pt x="43892" y="32141"/>
                    <a:pt x="39422" y="32342"/>
                    <a:pt x="35069" y="32342"/>
                  </a:cubicBezTo>
                  <a:cubicBezTo>
                    <a:pt x="29883" y="32342"/>
                    <a:pt x="24864" y="32057"/>
                    <a:pt x="20053" y="31489"/>
                  </a:cubicBezTo>
                  <a:cubicBezTo>
                    <a:pt x="13535" y="30716"/>
                    <a:pt x="6875" y="29326"/>
                    <a:pt x="259" y="27354"/>
                  </a:cubicBezTo>
                  <a:lnTo>
                    <a:pt x="1" y="27277"/>
                  </a:lnTo>
                  <a:lnTo>
                    <a:pt x="1" y="45491"/>
                  </a:lnTo>
                  <a:cubicBezTo>
                    <a:pt x="1" y="47809"/>
                    <a:pt x="1508" y="49694"/>
                    <a:pt x="3363" y="49694"/>
                  </a:cubicBezTo>
                  <a:lnTo>
                    <a:pt x="54879" y="49694"/>
                  </a:lnTo>
                  <a:lnTo>
                    <a:pt x="54936" y="49585"/>
                  </a:lnTo>
                  <a:cubicBezTo>
                    <a:pt x="57983" y="43837"/>
                    <a:pt x="61975" y="39163"/>
                    <a:pt x="66481" y="36064"/>
                  </a:cubicBezTo>
                  <a:cubicBezTo>
                    <a:pt x="72751" y="31752"/>
                    <a:pt x="79791" y="30597"/>
                    <a:pt x="86599" y="29479"/>
                  </a:cubicBezTo>
                  <a:cubicBezTo>
                    <a:pt x="88267" y="29206"/>
                    <a:pt x="89993" y="28921"/>
                    <a:pt x="91683" y="28597"/>
                  </a:cubicBezTo>
                  <a:cubicBezTo>
                    <a:pt x="95554" y="27852"/>
                    <a:pt x="98882" y="26914"/>
                    <a:pt x="101852" y="25732"/>
                  </a:cubicBezTo>
                  <a:cubicBezTo>
                    <a:pt x="104477" y="24689"/>
                    <a:pt x="107747" y="23089"/>
                    <a:pt x="109769" y="19968"/>
                  </a:cubicBezTo>
                  <a:cubicBezTo>
                    <a:pt x="111389" y="17466"/>
                    <a:pt x="111791" y="14724"/>
                    <a:pt x="110961" y="11820"/>
                  </a:cubicBezTo>
                  <a:cubicBezTo>
                    <a:pt x="109585" y="7016"/>
                    <a:pt x="105018" y="2695"/>
                    <a:pt x="101216" y="909"/>
                  </a:cubicBezTo>
                  <a:cubicBezTo>
                    <a:pt x="99874" y="279"/>
                    <a:pt x="98573" y="1"/>
                    <a:pt x="973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29"/>
            <p:cNvSpPr/>
            <p:nvPr/>
          </p:nvSpPr>
          <p:spPr>
            <a:xfrm>
              <a:off x="2615823" y="4519654"/>
              <a:ext cx="4335456" cy="728679"/>
            </a:xfrm>
            <a:custGeom>
              <a:rect b="b" l="l" r="r" t="t"/>
              <a:pathLst>
                <a:path extrusionOk="0" h="18209" w="108339">
                  <a:moveTo>
                    <a:pt x="27698" y="402"/>
                  </a:moveTo>
                  <a:cubicBezTo>
                    <a:pt x="32888" y="402"/>
                    <a:pt x="38022" y="2124"/>
                    <a:pt x="42576" y="3656"/>
                  </a:cubicBezTo>
                  <a:cubicBezTo>
                    <a:pt x="47416" y="5283"/>
                    <a:pt x="52582" y="6948"/>
                    <a:pt x="57857" y="7844"/>
                  </a:cubicBezTo>
                  <a:cubicBezTo>
                    <a:pt x="62292" y="8597"/>
                    <a:pt x="66755" y="8977"/>
                    <a:pt x="71177" y="8977"/>
                  </a:cubicBezTo>
                  <a:cubicBezTo>
                    <a:pt x="72693" y="8977"/>
                    <a:pt x="74204" y="8932"/>
                    <a:pt x="75707" y="8843"/>
                  </a:cubicBezTo>
                  <a:cubicBezTo>
                    <a:pt x="78578" y="8671"/>
                    <a:pt x="81363" y="8335"/>
                    <a:pt x="83983" y="7841"/>
                  </a:cubicBezTo>
                  <a:cubicBezTo>
                    <a:pt x="84740" y="7698"/>
                    <a:pt x="85506" y="7531"/>
                    <a:pt x="86246" y="7371"/>
                  </a:cubicBezTo>
                  <a:cubicBezTo>
                    <a:pt x="87567" y="7085"/>
                    <a:pt x="88932" y="6788"/>
                    <a:pt x="90288" y="6616"/>
                  </a:cubicBezTo>
                  <a:cubicBezTo>
                    <a:pt x="91569" y="6455"/>
                    <a:pt x="92767" y="6374"/>
                    <a:pt x="93889" y="6374"/>
                  </a:cubicBezTo>
                  <a:cubicBezTo>
                    <a:pt x="97369" y="6374"/>
                    <a:pt x="100126" y="7157"/>
                    <a:pt x="102405" y="8765"/>
                  </a:cubicBezTo>
                  <a:cubicBezTo>
                    <a:pt x="104715" y="10399"/>
                    <a:pt x="107752" y="14521"/>
                    <a:pt x="107336" y="17804"/>
                  </a:cubicBezTo>
                  <a:lnTo>
                    <a:pt x="2840" y="17804"/>
                  </a:lnTo>
                  <a:cubicBezTo>
                    <a:pt x="2038" y="16930"/>
                    <a:pt x="1495" y="16015"/>
                    <a:pt x="1180" y="15011"/>
                  </a:cubicBezTo>
                  <a:cubicBezTo>
                    <a:pt x="328" y="12292"/>
                    <a:pt x="1140" y="8835"/>
                    <a:pt x="2950" y="7464"/>
                  </a:cubicBezTo>
                  <a:cubicBezTo>
                    <a:pt x="4188" y="6527"/>
                    <a:pt x="5746" y="6255"/>
                    <a:pt x="7263" y="6255"/>
                  </a:cubicBezTo>
                  <a:cubicBezTo>
                    <a:pt x="8508" y="6255"/>
                    <a:pt x="9724" y="6438"/>
                    <a:pt x="10713" y="6586"/>
                  </a:cubicBezTo>
                  <a:cubicBezTo>
                    <a:pt x="13555" y="7015"/>
                    <a:pt x="16398" y="7815"/>
                    <a:pt x="19148" y="8591"/>
                  </a:cubicBezTo>
                  <a:cubicBezTo>
                    <a:pt x="20420" y="8950"/>
                    <a:pt x="21733" y="9320"/>
                    <a:pt x="23031" y="9648"/>
                  </a:cubicBezTo>
                  <a:cubicBezTo>
                    <a:pt x="23892" y="9867"/>
                    <a:pt x="24772" y="10044"/>
                    <a:pt x="25624" y="10217"/>
                  </a:cubicBezTo>
                  <a:cubicBezTo>
                    <a:pt x="26578" y="10410"/>
                    <a:pt x="27561" y="10610"/>
                    <a:pt x="28520" y="10866"/>
                  </a:cubicBezTo>
                  <a:cubicBezTo>
                    <a:pt x="29266" y="11066"/>
                    <a:pt x="30023" y="11287"/>
                    <a:pt x="30753" y="11502"/>
                  </a:cubicBezTo>
                  <a:cubicBezTo>
                    <a:pt x="31592" y="11746"/>
                    <a:pt x="32458" y="12000"/>
                    <a:pt x="33317" y="12223"/>
                  </a:cubicBezTo>
                  <a:lnTo>
                    <a:pt x="33467" y="12263"/>
                  </a:lnTo>
                  <a:cubicBezTo>
                    <a:pt x="34991" y="12659"/>
                    <a:pt x="36728" y="13111"/>
                    <a:pt x="38421" y="13111"/>
                  </a:cubicBezTo>
                  <a:cubicBezTo>
                    <a:pt x="39680" y="13111"/>
                    <a:pt x="40914" y="12861"/>
                    <a:pt x="42017" y="12152"/>
                  </a:cubicBezTo>
                  <a:cubicBezTo>
                    <a:pt x="42247" y="12003"/>
                    <a:pt x="42254" y="11687"/>
                    <a:pt x="42130" y="11480"/>
                  </a:cubicBezTo>
                  <a:cubicBezTo>
                    <a:pt x="39927" y="7838"/>
                    <a:pt x="35420" y="7355"/>
                    <a:pt x="32131" y="7002"/>
                  </a:cubicBezTo>
                  <a:cubicBezTo>
                    <a:pt x="30552" y="6834"/>
                    <a:pt x="28936" y="6794"/>
                    <a:pt x="27373" y="6755"/>
                  </a:cubicBezTo>
                  <a:cubicBezTo>
                    <a:pt x="24971" y="6694"/>
                    <a:pt x="22485" y="6634"/>
                    <a:pt x="20094" y="6098"/>
                  </a:cubicBezTo>
                  <a:lnTo>
                    <a:pt x="19861" y="6045"/>
                  </a:lnTo>
                  <a:cubicBezTo>
                    <a:pt x="19174" y="5899"/>
                    <a:pt x="18323" y="5715"/>
                    <a:pt x="17845" y="5185"/>
                  </a:cubicBezTo>
                  <a:cubicBezTo>
                    <a:pt x="17683" y="5000"/>
                    <a:pt x="17613" y="4809"/>
                    <a:pt x="17637" y="4599"/>
                  </a:cubicBezTo>
                  <a:cubicBezTo>
                    <a:pt x="17720" y="3886"/>
                    <a:pt x="18816" y="3119"/>
                    <a:pt x="19284" y="2791"/>
                  </a:cubicBezTo>
                  <a:lnTo>
                    <a:pt x="19370" y="2730"/>
                  </a:lnTo>
                  <a:cubicBezTo>
                    <a:pt x="21382" y="1313"/>
                    <a:pt x="23882" y="535"/>
                    <a:pt x="26803" y="420"/>
                  </a:cubicBezTo>
                  <a:cubicBezTo>
                    <a:pt x="27101" y="408"/>
                    <a:pt x="27399" y="402"/>
                    <a:pt x="27698" y="402"/>
                  </a:cubicBezTo>
                  <a:close/>
                  <a:moveTo>
                    <a:pt x="27716" y="0"/>
                  </a:moveTo>
                  <a:cubicBezTo>
                    <a:pt x="27408" y="0"/>
                    <a:pt x="27101" y="6"/>
                    <a:pt x="26793" y="18"/>
                  </a:cubicBezTo>
                  <a:cubicBezTo>
                    <a:pt x="23792" y="137"/>
                    <a:pt x="21220" y="940"/>
                    <a:pt x="19143" y="2401"/>
                  </a:cubicBezTo>
                  <a:lnTo>
                    <a:pt x="19057" y="2461"/>
                  </a:lnTo>
                  <a:cubicBezTo>
                    <a:pt x="18500" y="2850"/>
                    <a:pt x="17342" y="3659"/>
                    <a:pt x="17241" y="4552"/>
                  </a:cubicBezTo>
                  <a:cubicBezTo>
                    <a:pt x="17204" y="4879"/>
                    <a:pt x="17307" y="5183"/>
                    <a:pt x="17550" y="5452"/>
                  </a:cubicBezTo>
                  <a:cubicBezTo>
                    <a:pt x="18114" y="6081"/>
                    <a:pt x="19037" y="6279"/>
                    <a:pt x="19779" y="6438"/>
                  </a:cubicBezTo>
                  <a:lnTo>
                    <a:pt x="20009" y="6488"/>
                  </a:lnTo>
                  <a:cubicBezTo>
                    <a:pt x="22436" y="7034"/>
                    <a:pt x="24942" y="7095"/>
                    <a:pt x="27366" y="7155"/>
                  </a:cubicBezTo>
                  <a:cubicBezTo>
                    <a:pt x="28920" y="7194"/>
                    <a:pt x="30528" y="7234"/>
                    <a:pt x="32089" y="7401"/>
                  </a:cubicBezTo>
                  <a:cubicBezTo>
                    <a:pt x="35297" y="7744"/>
                    <a:pt x="39689" y="8215"/>
                    <a:pt x="41788" y="11686"/>
                  </a:cubicBezTo>
                  <a:cubicBezTo>
                    <a:pt x="41818" y="11736"/>
                    <a:pt x="41813" y="11800"/>
                    <a:pt x="41803" y="11810"/>
                  </a:cubicBezTo>
                  <a:cubicBezTo>
                    <a:pt x="40777" y="12469"/>
                    <a:pt x="39614" y="12703"/>
                    <a:pt x="38419" y="12703"/>
                  </a:cubicBezTo>
                  <a:cubicBezTo>
                    <a:pt x="36773" y="12703"/>
                    <a:pt x="35066" y="12260"/>
                    <a:pt x="33571" y="11872"/>
                  </a:cubicBezTo>
                  <a:lnTo>
                    <a:pt x="33421" y="11832"/>
                  </a:lnTo>
                  <a:cubicBezTo>
                    <a:pt x="32568" y="11613"/>
                    <a:pt x="31706" y="11359"/>
                    <a:pt x="30871" y="11114"/>
                  </a:cubicBezTo>
                  <a:cubicBezTo>
                    <a:pt x="30136" y="10900"/>
                    <a:pt x="29377" y="10677"/>
                    <a:pt x="28627" y="10477"/>
                  </a:cubicBezTo>
                  <a:cubicBezTo>
                    <a:pt x="27659" y="10217"/>
                    <a:pt x="26667" y="10017"/>
                    <a:pt x="25708" y="9823"/>
                  </a:cubicBezTo>
                  <a:cubicBezTo>
                    <a:pt x="24862" y="9650"/>
                    <a:pt x="23985" y="9473"/>
                    <a:pt x="23133" y="9257"/>
                  </a:cubicBezTo>
                  <a:cubicBezTo>
                    <a:pt x="21840" y="8930"/>
                    <a:pt x="20529" y="8560"/>
                    <a:pt x="19261" y="8202"/>
                  </a:cubicBezTo>
                  <a:cubicBezTo>
                    <a:pt x="16498" y="7424"/>
                    <a:pt x="13642" y="6619"/>
                    <a:pt x="10776" y="6188"/>
                  </a:cubicBezTo>
                  <a:cubicBezTo>
                    <a:pt x="9769" y="6036"/>
                    <a:pt x="8534" y="5850"/>
                    <a:pt x="7263" y="5850"/>
                  </a:cubicBezTo>
                  <a:cubicBezTo>
                    <a:pt x="5677" y="5850"/>
                    <a:pt x="4036" y="6139"/>
                    <a:pt x="2711" y="7142"/>
                  </a:cubicBezTo>
                  <a:cubicBezTo>
                    <a:pt x="579" y="8757"/>
                    <a:pt x="1" y="12576"/>
                    <a:pt x="798" y="15131"/>
                  </a:cubicBezTo>
                  <a:cubicBezTo>
                    <a:pt x="1138" y="16218"/>
                    <a:pt x="1730" y="17203"/>
                    <a:pt x="2606" y="18144"/>
                  </a:cubicBezTo>
                  <a:lnTo>
                    <a:pt x="2666" y="18209"/>
                  </a:lnTo>
                  <a:lnTo>
                    <a:pt x="107680" y="18209"/>
                  </a:lnTo>
                  <a:lnTo>
                    <a:pt x="107713" y="18040"/>
                  </a:lnTo>
                  <a:cubicBezTo>
                    <a:pt x="108339" y="14231"/>
                    <a:pt x="104720" y="9907"/>
                    <a:pt x="102642" y="8438"/>
                  </a:cubicBezTo>
                  <a:cubicBezTo>
                    <a:pt x="100295" y="6780"/>
                    <a:pt x="97465" y="5972"/>
                    <a:pt x="93901" y="5972"/>
                  </a:cubicBezTo>
                  <a:cubicBezTo>
                    <a:pt x="92759" y="5972"/>
                    <a:pt x="91543" y="6055"/>
                    <a:pt x="90243" y="6219"/>
                  </a:cubicBezTo>
                  <a:cubicBezTo>
                    <a:pt x="88870" y="6392"/>
                    <a:pt x="87495" y="6691"/>
                    <a:pt x="86166" y="6979"/>
                  </a:cubicBezTo>
                  <a:cubicBezTo>
                    <a:pt x="85428" y="7141"/>
                    <a:pt x="84666" y="7307"/>
                    <a:pt x="83913" y="7448"/>
                  </a:cubicBezTo>
                  <a:cubicBezTo>
                    <a:pt x="81310" y="7937"/>
                    <a:pt x="78543" y="8272"/>
                    <a:pt x="75687" y="8443"/>
                  </a:cubicBezTo>
                  <a:cubicBezTo>
                    <a:pt x="74193" y="8531"/>
                    <a:pt x="72692" y="8575"/>
                    <a:pt x="71186" y="8575"/>
                  </a:cubicBezTo>
                  <a:cubicBezTo>
                    <a:pt x="66784" y="8575"/>
                    <a:pt x="62342" y="8199"/>
                    <a:pt x="57928" y="7448"/>
                  </a:cubicBezTo>
                  <a:cubicBezTo>
                    <a:pt x="52682" y="6556"/>
                    <a:pt x="47532" y="4898"/>
                    <a:pt x="42708" y="3276"/>
                  </a:cubicBezTo>
                  <a:cubicBezTo>
                    <a:pt x="38128" y="1734"/>
                    <a:pt x="32975" y="0"/>
                    <a:pt x="277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29"/>
            <p:cNvSpPr/>
            <p:nvPr/>
          </p:nvSpPr>
          <p:spPr>
            <a:xfrm>
              <a:off x="4779835" y="3684918"/>
              <a:ext cx="4348422" cy="1563444"/>
            </a:xfrm>
            <a:custGeom>
              <a:rect b="b" l="l" r="r" t="t"/>
              <a:pathLst>
                <a:path extrusionOk="0" h="39069" w="108663">
                  <a:moveTo>
                    <a:pt x="46151" y="403"/>
                  </a:moveTo>
                  <a:cubicBezTo>
                    <a:pt x="46500" y="403"/>
                    <a:pt x="46847" y="405"/>
                    <a:pt x="47194" y="409"/>
                  </a:cubicBezTo>
                  <a:cubicBezTo>
                    <a:pt x="60555" y="576"/>
                    <a:pt x="71907" y="4288"/>
                    <a:pt x="80932" y="11441"/>
                  </a:cubicBezTo>
                  <a:cubicBezTo>
                    <a:pt x="84958" y="14633"/>
                    <a:pt x="88903" y="18201"/>
                    <a:pt x="92718" y="21653"/>
                  </a:cubicBezTo>
                  <a:cubicBezTo>
                    <a:pt x="94523" y="23286"/>
                    <a:pt x="96389" y="24974"/>
                    <a:pt x="98238" y="26600"/>
                  </a:cubicBezTo>
                  <a:cubicBezTo>
                    <a:pt x="101177" y="29181"/>
                    <a:pt x="104663" y="32202"/>
                    <a:pt x="108257" y="35034"/>
                  </a:cubicBezTo>
                  <a:cubicBezTo>
                    <a:pt x="108185" y="37046"/>
                    <a:pt x="106877" y="38663"/>
                    <a:pt x="105303" y="38663"/>
                  </a:cubicBezTo>
                  <a:lnTo>
                    <a:pt x="95006" y="38663"/>
                  </a:lnTo>
                  <a:cubicBezTo>
                    <a:pt x="94337" y="37862"/>
                    <a:pt x="93741" y="37110"/>
                    <a:pt x="93190" y="36368"/>
                  </a:cubicBezTo>
                  <a:cubicBezTo>
                    <a:pt x="91738" y="34415"/>
                    <a:pt x="90482" y="32209"/>
                    <a:pt x="89268" y="30076"/>
                  </a:cubicBezTo>
                  <a:cubicBezTo>
                    <a:pt x="88255" y="28296"/>
                    <a:pt x="87207" y="26455"/>
                    <a:pt x="86046" y="24761"/>
                  </a:cubicBezTo>
                  <a:cubicBezTo>
                    <a:pt x="84901" y="23090"/>
                    <a:pt x="83654" y="21394"/>
                    <a:pt x="82109" y="20589"/>
                  </a:cubicBezTo>
                  <a:cubicBezTo>
                    <a:pt x="81766" y="20411"/>
                    <a:pt x="81285" y="20282"/>
                    <a:pt x="80790" y="20282"/>
                  </a:cubicBezTo>
                  <a:cubicBezTo>
                    <a:pt x="80446" y="20282"/>
                    <a:pt x="80095" y="20344"/>
                    <a:pt x="79779" y="20494"/>
                  </a:cubicBezTo>
                  <a:cubicBezTo>
                    <a:pt x="79253" y="20744"/>
                    <a:pt x="78909" y="21200"/>
                    <a:pt x="78784" y="21809"/>
                  </a:cubicBezTo>
                  <a:cubicBezTo>
                    <a:pt x="78479" y="23295"/>
                    <a:pt x="79725" y="24879"/>
                    <a:pt x="80550" y="25925"/>
                  </a:cubicBezTo>
                  <a:cubicBezTo>
                    <a:pt x="80666" y="26074"/>
                    <a:pt x="80775" y="26210"/>
                    <a:pt x="80868" y="26335"/>
                  </a:cubicBezTo>
                  <a:cubicBezTo>
                    <a:pt x="81946" y="27764"/>
                    <a:pt x="82835" y="29354"/>
                    <a:pt x="83661" y="31345"/>
                  </a:cubicBezTo>
                  <a:cubicBezTo>
                    <a:pt x="84287" y="32848"/>
                    <a:pt x="85364" y="35767"/>
                    <a:pt x="85660" y="38663"/>
                  </a:cubicBezTo>
                  <a:lnTo>
                    <a:pt x="76327" y="38663"/>
                  </a:lnTo>
                  <a:cubicBezTo>
                    <a:pt x="76685" y="34328"/>
                    <a:pt x="75134" y="29497"/>
                    <a:pt x="72336" y="26295"/>
                  </a:cubicBezTo>
                  <a:cubicBezTo>
                    <a:pt x="70016" y="23636"/>
                    <a:pt x="66829" y="21619"/>
                    <a:pt x="62597" y="20130"/>
                  </a:cubicBezTo>
                  <a:cubicBezTo>
                    <a:pt x="58968" y="18853"/>
                    <a:pt x="54987" y="18071"/>
                    <a:pt x="50066" y="17668"/>
                  </a:cubicBezTo>
                  <a:cubicBezTo>
                    <a:pt x="47919" y="17494"/>
                    <a:pt x="45723" y="17407"/>
                    <a:pt x="43437" y="17407"/>
                  </a:cubicBezTo>
                  <a:cubicBezTo>
                    <a:pt x="41731" y="17407"/>
                    <a:pt x="39974" y="17455"/>
                    <a:pt x="38150" y="17552"/>
                  </a:cubicBezTo>
                  <a:cubicBezTo>
                    <a:pt x="34341" y="17757"/>
                    <a:pt x="31394" y="18197"/>
                    <a:pt x="28604" y="18985"/>
                  </a:cubicBezTo>
                  <a:cubicBezTo>
                    <a:pt x="27525" y="19288"/>
                    <a:pt x="26448" y="19608"/>
                    <a:pt x="25369" y="19927"/>
                  </a:cubicBezTo>
                  <a:cubicBezTo>
                    <a:pt x="21997" y="20924"/>
                    <a:pt x="18511" y="21956"/>
                    <a:pt x="15020" y="22506"/>
                  </a:cubicBezTo>
                  <a:cubicBezTo>
                    <a:pt x="13538" y="22740"/>
                    <a:pt x="11993" y="22922"/>
                    <a:pt x="10477" y="22922"/>
                  </a:cubicBezTo>
                  <a:cubicBezTo>
                    <a:pt x="7660" y="22922"/>
                    <a:pt x="4942" y="22294"/>
                    <a:pt x="2908" y="20201"/>
                  </a:cubicBezTo>
                  <a:cubicBezTo>
                    <a:pt x="2318" y="19594"/>
                    <a:pt x="445" y="17417"/>
                    <a:pt x="1110" y="14892"/>
                  </a:cubicBezTo>
                  <a:cubicBezTo>
                    <a:pt x="1609" y="13004"/>
                    <a:pt x="3139" y="11676"/>
                    <a:pt x="4417" y="10728"/>
                  </a:cubicBezTo>
                  <a:cubicBezTo>
                    <a:pt x="7502" y="8442"/>
                    <a:pt x="11094" y="7120"/>
                    <a:pt x="14506" y="5962"/>
                  </a:cubicBezTo>
                  <a:cubicBezTo>
                    <a:pt x="25380" y="2272"/>
                    <a:pt x="36012" y="403"/>
                    <a:pt x="46151" y="403"/>
                  </a:cubicBezTo>
                  <a:close/>
                  <a:moveTo>
                    <a:pt x="46184" y="0"/>
                  </a:moveTo>
                  <a:cubicBezTo>
                    <a:pt x="35995" y="0"/>
                    <a:pt x="25302" y="1873"/>
                    <a:pt x="14376" y="5582"/>
                  </a:cubicBezTo>
                  <a:cubicBezTo>
                    <a:pt x="10932" y="6749"/>
                    <a:pt x="7309" y="8083"/>
                    <a:pt x="4175" y="10405"/>
                  </a:cubicBezTo>
                  <a:cubicBezTo>
                    <a:pt x="2845" y="11391"/>
                    <a:pt x="1250" y="12780"/>
                    <a:pt x="720" y="14790"/>
                  </a:cubicBezTo>
                  <a:cubicBezTo>
                    <a:pt x="0" y="17521"/>
                    <a:pt x="1992" y="19837"/>
                    <a:pt x="2618" y="20484"/>
                  </a:cubicBezTo>
                  <a:cubicBezTo>
                    <a:pt x="4745" y="22672"/>
                    <a:pt x="7559" y="23326"/>
                    <a:pt x="10464" y="23326"/>
                  </a:cubicBezTo>
                  <a:cubicBezTo>
                    <a:pt x="12008" y="23326"/>
                    <a:pt x="13578" y="23141"/>
                    <a:pt x="15083" y="22903"/>
                  </a:cubicBezTo>
                  <a:cubicBezTo>
                    <a:pt x="18599" y="22350"/>
                    <a:pt x="22098" y="21314"/>
                    <a:pt x="25483" y="20314"/>
                  </a:cubicBezTo>
                  <a:cubicBezTo>
                    <a:pt x="26558" y="19996"/>
                    <a:pt x="27635" y="19678"/>
                    <a:pt x="28713" y="19374"/>
                  </a:cubicBezTo>
                  <a:cubicBezTo>
                    <a:pt x="31476" y="18595"/>
                    <a:pt x="34392" y="18158"/>
                    <a:pt x="38171" y="17957"/>
                  </a:cubicBezTo>
                  <a:cubicBezTo>
                    <a:pt x="39992" y="17859"/>
                    <a:pt x="41744" y="17811"/>
                    <a:pt x="43446" y="17811"/>
                  </a:cubicBezTo>
                  <a:cubicBezTo>
                    <a:pt x="45718" y="17811"/>
                    <a:pt x="47900" y="17898"/>
                    <a:pt x="50034" y="18072"/>
                  </a:cubicBezTo>
                  <a:cubicBezTo>
                    <a:pt x="54919" y="18471"/>
                    <a:pt x="58869" y="19245"/>
                    <a:pt x="62464" y="20513"/>
                  </a:cubicBezTo>
                  <a:cubicBezTo>
                    <a:pt x="66629" y="21980"/>
                    <a:pt x="69761" y="23959"/>
                    <a:pt x="72035" y="26564"/>
                  </a:cubicBezTo>
                  <a:cubicBezTo>
                    <a:pt x="74808" y="29740"/>
                    <a:pt x="76328" y="34562"/>
                    <a:pt x="75907" y="38847"/>
                  </a:cubicBezTo>
                  <a:lnTo>
                    <a:pt x="75885" y="39069"/>
                  </a:lnTo>
                  <a:lnTo>
                    <a:pt x="86103" y="39069"/>
                  </a:lnTo>
                  <a:lnTo>
                    <a:pt x="86083" y="38849"/>
                  </a:lnTo>
                  <a:cubicBezTo>
                    <a:pt x="85816" y="35827"/>
                    <a:pt x="84685" y="32755"/>
                    <a:pt x="84035" y="31193"/>
                  </a:cubicBezTo>
                  <a:cubicBezTo>
                    <a:pt x="83194" y="29170"/>
                    <a:pt x="82289" y="27550"/>
                    <a:pt x="81192" y="26094"/>
                  </a:cubicBezTo>
                  <a:cubicBezTo>
                    <a:pt x="81095" y="25968"/>
                    <a:pt x="80986" y="25829"/>
                    <a:pt x="80868" y="25679"/>
                  </a:cubicBezTo>
                  <a:cubicBezTo>
                    <a:pt x="80089" y="24692"/>
                    <a:pt x="78913" y="23196"/>
                    <a:pt x="79180" y="21893"/>
                  </a:cubicBezTo>
                  <a:cubicBezTo>
                    <a:pt x="79280" y="21406"/>
                    <a:pt x="79542" y="21057"/>
                    <a:pt x="79953" y="20860"/>
                  </a:cubicBezTo>
                  <a:cubicBezTo>
                    <a:pt x="80215" y="20736"/>
                    <a:pt x="80506" y="20684"/>
                    <a:pt x="80793" y="20684"/>
                  </a:cubicBezTo>
                  <a:cubicBezTo>
                    <a:pt x="81216" y="20684"/>
                    <a:pt x="81630" y="20796"/>
                    <a:pt x="81925" y="20950"/>
                  </a:cubicBezTo>
                  <a:cubicBezTo>
                    <a:pt x="83388" y="21710"/>
                    <a:pt x="84600" y="23365"/>
                    <a:pt x="85716" y="24991"/>
                  </a:cubicBezTo>
                  <a:cubicBezTo>
                    <a:pt x="86867" y="26672"/>
                    <a:pt x="87910" y="28506"/>
                    <a:pt x="88919" y="30277"/>
                  </a:cubicBezTo>
                  <a:cubicBezTo>
                    <a:pt x="90139" y="32421"/>
                    <a:pt x="91401" y="34638"/>
                    <a:pt x="92868" y="36611"/>
                  </a:cubicBezTo>
                  <a:cubicBezTo>
                    <a:pt x="93440" y="37380"/>
                    <a:pt x="94059" y="38160"/>
                    <a:pt x="94759" y="38996"/>
                  </a:cubicBezTo>
                  <a:lnTo>
                    <a:pt x="94819" y="39068"/>
                  </a:lnTo>
                  <a:lnTo>
                    <a:pt x="105303" y="39068"/>
                  </a:lnTo>
                  <a:cubicBezTo>
                    <a:pt x="107121" y="39068"/>
                    <a:pt x="108627" y="37217"/>
                    <a:pt x="108661" y="34947"/>
                  </a:cubicBezTo>
                  <a:lnTo>
                    <a:pt x="108663" y="34847"/>
                  </a:lnTo>
                  <a:lnTo>
                    <a:pt x="108584" y="34784"/>
                  </a:lnTo>
                  <a:cubicBezTo>
                    <a:pt x="104971" y="31939"/>
                    <a:pt x="101460" y="28897"/>
                    <a:pt x="98502" y="26300"/>
                  </a:cubicBezTo>
                  <a:cubicBezTo>
                    <a:pt x="96655" y="24675"/>
                    <a:pt x="94790" y="22989"/>
                    <a:pt x="92987" y="21357"/>
                  </a:cubicBezTo>
                  <a:cubicBezTo>
                    <a:pt x="89168" y="17899"/>
                    <a:pt x="85217" y="14326"/>
                    <a:pt x="81181" y="11127"/>
                  </a:cubicBezTo>
                  <a:cubicBezTo>
                    <a:pt x="72085" y="3918"/>
                    <a:pt x="60650" y="176"/>
                    <a:pt x="47197" y="6"/>
                  </a:cubicBezTo>
                  <a:cubicBezTo>
                    <a:pt x="46860" y="2"/>
                    <a:pt x="46522" y="0"/>
                    <a:pt x="461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29"/>
            <p:cNvSpPr/>
            <p:nvPr/>
          </p:nvSpPr>
          <p:spPr>
            <a:xfrm>
              <a:off x="4912615" y="-2330514"/>
              <a:ext cx="4355665" cy="807744"/>
            </a:xfrm>
            <a:custGeom>
              <a:rect b="b" l="l" r="r" t="t"/>
              <a:pathLst>
                <a:path extrusionOk="0" h="28164" w="108844">
                  <a:moveTo>
                    <a:pt x="105484" y="409"/>
                  </a:moveTo>
                  <a:cubicBezTo>
                    <a:pt x="107116" y="409"/>
                    <a:pt x="108443" y="2114"/>
                    <a:pt x="108443" y="4208"/>
                  </a:cubicBezTo>
                  <a:lnTo>
                    <a:pt x="108443" y="9441"/>
                  </a:lnTo>
                  <a:cubicBezTo>
                    <a:pt x="107791" y="9431"/>
                    <a:pt x="107138" y="9426"/>
                    <a:pt x="106485" y="9426"/>
                  </a:cubicBezTo>
                  <a:cubicBezTo>
                    <a:pt x="96929" y="9426"/>
                    <a:pt x="87281" y="10461"/>
                    <a:pt x="77432" y="11618"/>
                  </a:cubicBezTo>
                  <a:lnTo>
                    <a:pt x="74438" y="11967"/>
                  </a:lnTo>
                  <a:cubicBezTo>
                    <a:pt x="68077" y="12707"/>
                    <a:pt x="61497" y="13471"/>
                    <a:pt x="55052" y="14524"/>
                  </a:cubicBezTo>
                  <a:cubicBezTo>
                    <a:pt x="50937" y="15196"/>
                    <a:pt x="47239" y="15919"/>
                    <a:pt x="43750" y="16739"/>
                  </a:cubicBezTo>
                  <a:cubicBezTo>
                    <a:pt x="39671" y="17698"/>
                    <a:pt x="36280" y="18535"/>
                    <a:pt x="32894" y="19868"/>
                  </a:cubicBezTo>
                  <a:cubicBezTo>
                    <a:pt x="30642" y="20754"/>
                    <a:pt x="28443" y="21986"/>
                    <a:pt x="26315" y="23179"/>
                  </a:cubicBezTo>
                  <a:cubicBezTo>
                    <a:pt x="22603" y="25262"/>
                    <a:pt x="18761" y="27414"/>
                    <a:pt x="14582" y="27728"/>
                  </a:cubicBezTo>
                  <a:cubicBezTo>
                    <a:pt x="14284" y="27750"/>
                    <a:pt x="13983" y="27761"/>
                    <a:pt x="13680" y="27761"/>
                  </a:cubicBezTo>
                  <a:cubicBezTo>
                    <a:pt x="8600" y="27761"/>
                    <a:pt x="3011" y="24606"/>
                    <a:pt x="1265" y="17265"/>
                  </a:cubicBezTo>
                  <a:cubicBezTo>
                    <a:pt x="424" y="13728"/>
                    <a:pt x="774" y="10998"/>
                    <a:pt x="2304" y="9148"/>
                  </a:cubicBezTo>
                  <a:cubicBezTo>
                    <a:pt x="3847" y="7282"/>
                    <a:pt x="6123" y="6467"/>
                    <a:pt x="8144" y="5916"/>
                  </a:cubicBezTo>
                  <a:cubicBezTo>
                    <a:pt x="14663" y="4135"/>
                    <a:pt x="21503" y="4060"/>
                    <a:pt x="27536" y="3991"/>
                  </a:cubicBezTo>
                  <a:lnTo>
                    <a:pt x="28284" y="3982"/>
                  </a:lnTo>
                  <a:cubicBezTo>
                    <a:pt x="35338" y="3908"/>
                    <a:pt x="42635" y="3830"/>
                    <a:pt x="49562" y="1411"/>
                  </a:cubicBezTo>
                  <a:cubicBezTo>
                    <a:pt x="50530" y="1072"/>
                    <a:pt x="51303" y="753"/>
                    <a:pt x="51989" y="409"/>
                  </a:cubicBezTo>
                  <a:lnTo>
                    <a:pt x="51989" y="410"/>
                  </a:lnTo>
                  <a:lnTo>
                    <a:pt x="77472" y="410"/>
                  </a:lnTo>
                  <a:cubicBezTo>
                    <a:pt x="75657" y="1022"/>
                    <a:pt x="73845" y="1526"/>
                    <a:pt x="72138" y="1986"/>
                  </a:cubicBezTo>
                  <a:cubicBezTo>
                    <a:pt x="71479" y="2162"/>
                    <a:pt x="70816" y="2334"/>
                    <a:pt x="70156" y="2505"/>
                  </a:cubicBezTo>
                  <a:cubicBezTo>
                    <a:pt x="68329" y="2977"/>
                    <a:pt x="66440" y="3467"/>
                    <a:pt x="64605" y="4082"/>
                  </a:cubicBezTo>
                  <a:cubicBezTo>
                    <a:pt x="61004" y="5291"/>
                    <a:pt x="57124" y="6040"/>
                    <a:pt x="52740" y="6369"/>
                  </a:cubicBezTo>
                  <a:cubicBezTo>
                    <a:pt x="49638" y="6602"/>
                    <a:pt x="46418" y="6602"/>
                    <a:pt x="43304" y="6603"/>
                  </a:cubicBezTo>
                  <a:cubicBezTo>
                    <a:pt x="34965" y="6606"/>
                    <a:pt x="26344" y="6609"/>
                    <a:pt x="18528" y="10955"/>
                  </a:cubicBezTo>
                  <a:cubicBezTo>
                    <a:pt x="14223" y="13350"/>
                    <a:pt x="12644" y="15910"/>
                    <a:pt x="13835" y="18561"/>
                  </a:cubicBezTo>
                  <a:cubicBezTo>
                    <a:pt x="14838" y="20791"/>
                    <a:pt x="17057" y="22107"/>
                    <a:pt x="18813" y="22421"/>
                  </a:cubicBezTo>
                  <a:cubicBezTo>
                    <a:pt x="19239" y="22498"/>
                    <a:pt x="19668" y="22533"/>
                    <a:pt x="20097" y="22533"/>
                  </a:cubicBezTo>
                  <a:cubicBezTo>
                    <a:pt x="22307" y="22533"/>
                    <a:pt x="24513" y="21604"/>
                    <a:pt x="26433" y="20647"/>
                  </a:cubicBezTo>
                  <a:cubicBezTo>
                    <a:pt x="27444" y="20142"/>
                    <a:pt x="28451" y="19561"/>
                    <a:pt x="29427" y="18998"/>
                  </a:cubicBezTo>
                  <a:cubicBezTo>
                    <a:pt x="30955" y="18116"/>
                    <a:pt x="32534" y="17203"/>
                    <a:pt x="34157" y="16576"/>
                  </a:cubicBezTo>
                  <a:cubicBezTo>
                    <a:pt x="37956" y="15106"/>
                    <a:pt x="41874" y="14247"/>
                    <a:pt x="44864" y="13661"/>
                  </a:cubicBezTo>
                  <a:cubicBezTo>
                    <a:pt x="49244" y="12804"/>
                    <a:pt x="53720" y="12190"/>
                    <a:pt x="58050" y="11597"/>
                  </a:cubicBezTo>
                  <a:cubicBezTo>
                    <a:pt x="61146" y="11172"/>
                    <a:pt x="64344" y="10734"/>
                    <a:pt x="67486" y="10209"/>
                  </a:cubicBezTo>
                  <a:cubicBezTo>
                    <a:pt x="71305" y="9572"/>
                    <a:pt x="74827" y="8898"/>
                    <a:pt x="78252" y="8150"/>
                  </a:cubicBezTo>
                  <a:cubicBezTo>
                    <a:pt x="80759" y="7602"/>
                    <a:pt x="84017" y="6743"/>
                    <a:pt x="86995" y="4937"/>
                  </a:cubicBezTo>
                  <a:cubicBezTo>
                    <a:pt x="88677" y="3915"/>
                    <a:pt x="90044" y="2435"/>
                    <a:pt x="91173" y="409"/>
                  </a:cubicBezTo>
                  <a:close/>
                  <a:moveTo>
                    <a:pt x="90934" y="0"/>
                  </a:moveTo>
                  <a:lnTo>
                    <a:pt x="90877" y="105"/>
                  </a:lnTo>
                  <a:cubicBezTo>
                    <a:pt x="89755" y="2148"/>
                    <a:pt x="88458" y="3572"/>
                    <a:pt x="86786" y="4587"/>
                  </a:cubicBezTo>
                  <a:cubicBezTo>
                    <a:pt x="83860" y="6361"/>
                    <a:pt x="80642" y="7209"/>
                    <a:pt x="78166" y="7749"/>
                  </a:cubicBezTo>
                  <a:cubicBezTo>
                    <a:pt x="74747" y="8496"/>
                    <a:pt x="71232" y="9168"/>
                    <a:pt x="67420" y="9804"/>
                  </a:cubicBezTo>
                  <a:cubicBezTo>
                    <a:pt x="64284" y="10326"/>
                    <a:pt x="61086" y="10767"/>
                    <a:pt x="57994" y="11189"/>
                  </a:cubicBezTo>
                  <a:cubicBezTo>
                    <a:pt x="53660" y="11784"/>
                    <a:pt x="49177" y="12398"/>
                    <a:pt x="44787" y="13257"/>
                  </a:cubicBezTo>
                  <a:cubicBezTo>
                    <a:pt x="41781" y="13846"/>
                    <a:pt x="37840" y="14712"/>
                    <a:pt x="34011" y="16192"/>
                  </a:cubicBezTo>
                  <a:cubicBezTo>
                    <a:pt x="32361" y="16832"/>
                    <a:pt x="30768" y="17751"/>
                    <a:pt x="29227" y="18641"/>
                  </a:cubicBezTo>
                  <a:cubicBezTo>
                    <a:pt x="28257" y="19199"/>
                    <a:pt x="27256" y="19778"/>
                    <a:pt x="26252" y="20278"/>
                  </a:cubicBezTo>
                  <a:cubicBezTo>
                    <a:pt x="24377" y="21213"/>
                    <a:pt x="22228" y="22123"/>
                    <a:pt x="20096" y="22123"/>
                  </a:cubicBezTo>
                  <a:cubicBezTo>
                    <a:pt x="19691" y="22123"/>
                    <a:pt x="19286" y="22090"/>
                    <a:pt x="18884" y="22019"/>
                  </a:cubicBezTo>
                  <a:cubicBezTo>
                    <a:pt x="17234" y="21723"/>
                    <a:pt x="15146" y="20485"/>
                    <a:pt x="14203" y="18389"/>
                  </a:cubicBezTo>
                  <a:cubicBezTo>
                    <a:pt x="13112" y="15962"/>
                    <a:pt x="14633" y="13577"/>
                    <a:pt x="18725" y="11302"/>
                  </a:cubicBezTo>
                  <a:cubicBezTo>
                    <a:pt x="26450" y="7006"/>
                    <a:pt x="35017" y="7004"/>
                    <a:pt x="43304" y="7002"/>
                  </a:cubicBezTo>
                  <a:cubicBezTo>
                    <a:pt x="46426" y="7002"/>
                    <a:pt x="49654" y="6999"/>
                    <a:pt x="52770" y="6766"/>
                  </a:cubicBezTo>
                  <a:cubicBezTo>
                    <a:pt x="57188" y="6433"/>
                    <a:pt x="61100" y="5680"/>
                    <a:pt x="64734" y="4460"/>
                  </a:cubicBezTo>
                  <a:cubicBezTo>
                    <a:pt x="66555" y="3847"/>
                    <a:pt x="68437" y="3359"/>
                    <a:pt x="70258" y="2889"/>
                  </a:cubicBezTo>
                  <a:cubicBezTo>
                    <a:pt x="70921" y="2718"/>
                    <a:pt x="71583" y="2546"/>
                    <a:pt x="72244" y="2369"/>
                  </a:cubicBezTo>
                  <a:cubicBezTo>
                    <a:pt x="74310" y="1815"/>
                    <a:pt x="76526" y="1191"/>
                    <a:pt x="78725" y="393"/>
                  </a:cubicBezTo>
                  <a:lnTo>
                    <a:pt x="79801" y="3"/>
                  </a:lnTo>
                  <a:lnTo>
                    <a:pt x="51891" y="3"/>
                  </a:lnTo>
                  <a:lnTo>
                    <a:pt x="51849" y="25"/>
                  </a:lnTo>
                  <a:cubicBezTo>
                    <a:pt x="51168" y="369"/>
                    <a:pt x="50398" y="688"/>
                    <a:pt x="49430" y="1026"/>
                  </a:cubicBezTo>
                  <a:cubicBezTo>
                    <a:pt x="42565" y="3424"/>
                    <a:pt x="35301" y="3502"/>
                    <a:pt x="28279" y="3577"/>
                  </a:cubicBezTo>
                  <a:lnTo>
                    <a:pt x="27530" y="3587"/>
                  </a:lnTo>
                  <a:cubicBezTo>
                    <a:pt x="21472" y="3654"/>
                    <a:pt x="14606" y="3731"/>
                    <a:pt x="8035" y="5524"/>
                  </a:cubicBezTo>
                  <a:cubicBezTo>
                    <a:pt x="5955" y="6091"/>
                    <a:pt x="3608" y="6937"/>
                    <a:pt x="1994" y="8889"/>
                  </a:cubicBezTo>
                  <a:cubicBezTo>
                    <a:pt x="378" y="10842"/>
                    <a:pt x="1" y="13691"/>
                    <a:pt x="872" y="17356"/>
                  </a:cubicBezTo>
                  <a:cubicBezTo>
                    <a:pt x="2415" y="23842"/>
                    <a:pt x="7591" y="28164"/>
                    <a:pt x="13647" y="28164"/>
                  </a:cubicBezTo>
                  <a:cubicBezTo>
                    <a:pt x="13966" y="28164"/>
                    <a:pt x="14287" y="28154"/>
                    <a:pt x="14609" y="28121"/>
                  </a:cubicBezTo>
                  <a:cubicBezTo>
                    <a:pt x="18878" y="27800"/>
                    <a:pt x="22758" y="25623"/>
                    <a:pt x="26511" y="23520"/>
                  </a:cubicBezTo>
                  <a:cubicBezTo>
                    <a:pt x="28626" y="22334"/>
                    <a:pt x="30812" y="21108"/>
                    <a:pt x="33038" y="20233"/>
                  </a:cubicBezTo>
                  <a:cubicBezTo>
                    <a:pt x="36400" y="18911"/>
                    <a:pt x="39775" y="18075"/>
                    <a:pt x="43838" y="17121"/>
                  </a:cubicBezTo>
                  <a:cubicBezTo>
                    <a:pt x="47319" y="16305"/>
                    <a:pt x="51008" y="15582"/>
                    <a:pt x="55113" y="14912"/>
                  </a:cubicBezTo>
                  <a:cubicBezTo>
                    <a:pt x="61550" y="13861"/>
                    <a:pt x="68126" y="13097"/>
                    <a:pt x="74484" y="12357"/>
                  </a:cubicBezTo>
                  <a:lnTo>
                    <a:pt x="77477" y="12010"/>
                  </a:lnTo>
                  <a:cubicBezTo>
                    <a:pt x="87323" y="10854"/>
                    <a:pt x="96973" y="9822"/>
                    <a:pt x="106514" y="9822"/>
                  </a:cubicBezTo>
                  <a:cubicBezTo>
                    <a:pt x="107222" y="9822"/>
                    <a:pt x="107930" y="9827"/>
                    <a:pt x="108637" y="9839"/>
                  </a:cubicBezTo>
                  <a:lnTo>
                    <a:pt x="108843" y="9842"/>
                  </a:lnTo>
                  <a:lnTo>
                    <a:pt x="108843" y="4203"/>
                  </a:lnTo>
                  <a:cubicBezTo>
                    <a:pt x="108843" y="1884"/>
                    <a:pt x="107336" y="0"/>
                    <a:pt x="1054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 name="Google Shape;939;p29"/>
          <p:cNvSpPr/>
          <p:nvPr/>
        </p:nvSpPr>
        <p:spPr>
          <a:xfrm>
            <a:off x="408250" y="362757"/>
            <a:ext cx="8434200" cy="4594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29"/>
          <p:cNvSpPr/>
          <p:nvPr/>
        </p:nvSpPr>
        <p:spPr>
          <a:xfrm>
            <a:off x="301550" y="271625"/>
            <a:ext cx="8434200" cy="45849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29"/>
          <p:cNvSpPr txBox="1"/>
          <p:nvPr>
            <p:ph idx="1" type="subTitle"/>
          </p:nvPr>
        </p:nvSpPr>
        <p:spPr>
          <a:xfrm>
            <a:off x="7084550" y="4208775"/>
            <a:ext cx="913800" cy="394800"/>
          </a:xfrm>
          <a:prstGeom prst="rect">
            <a:avLst/>
          </a:prstGeom>
          <a:ln cap="flat" cmpd="sng" w="9525">
            <a:solidFill>
              <a:srgbClr val="000000"/>
            </a:solidFill>
            <a:prstDash val="solid"/>
            <a:round/>
            <a:headEnd len="sm" w="sm" type="none"/>
            <a:tailEnd len="sm" w="sm" type="none"/>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942" name="Google Shape;942;p29"/>
          <p:cNvSpPr txBox="1"/>
          <p:nvPr>
            <p:ph type="title"/>
          </p:nvPr>
        </p:nvSpPr>
        <p:spPr>
          <a:xfrm>
            <a:off x="720000" y="540000"/>
            <a:ext cx="7704000" cy="5643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3180000" dist="85725">
              <a:schemeClr val="accent5"/>
            </a:outerShdw>
          </a:effectLst>
        </p:spPr>
        <p:txBody>
          <a:bodyPr anchorCtr="0" anchor="ctr" bIns="91425" lIns="91425" spcFirstLastPara="1" rIns="91425" wrap="square" tIns="91425">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943" name="Google Shape;943;p29"/>
          <p:cNvSpPr txBox="1"/>
          <p:nvPr>
            <p:ph hasCustomPrompt="1" idx="2" type="title"/>
          </p:nvPr>
        </p:nvSpPr>
        <p:spPr>
          <a:xfrm>
            <a:off x="2169400" y="1668425"/>
            <a:ext cx="2511900" cy="828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sz="48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944" name="Google Shape;944;p29"/>
          <p:cNvSpPr txBox="1"/>
          <p:nvPr>
            <p:ph idx="3" type="subTitle"/>
          </p:nvPr>
        </p:nvSpPr>
        <p:spPr>
          <a:xfrm>
            <a:off x="2169400" y="2374450"/>
            <a:ext cx="25119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945" name="Google Shape;945;p29"/>
          <p:cNvSpPr txBox="1"/>
          <p:nvPr>
            <p:ph hasCustomPrompt="1" idx="4" type="title"/>
          </p:nvPr>
        </p:nvSpPr>
        <p:spPr>
          <a:xfrm>
            <a:off x="2169400" y="3124575"/>
            <a:ext cx="2511900" cy="828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sz="48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946" name="Google Shape;946;p29"/>
          <p:cNvSpPr txBox="1"/>
          <p:nvPr>
            <p:ph idx="5" type="subTitle"/>
          </p:nvPr>
        </p:nvSpPr>
        <p:spPr>
          <a:xfrm>
            <a:off x="2169400" y="3830600"/>
            <a:ext cx="25119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947" name="Google Shape;947;p29"/>
          <p:cNvSpPr txBox="1"/>
          <p:nvPr>
            <p:ph hasCustomPrompt="1" idx="6" type="title"/>
          </p:nvPr>
        </p:nvSpPr>
        <p:spPr>
          <a:xfrm>
            <a:off x="5115525" y="1916300"/>
            <a:ext cx="1470600" cy="655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948" name="Google Shape;948;p29"/>
          <p:cNvSpPr txBox="1"/>
          <p:nvPr>
            <p:ph idx="7" type="subTitle"/>
          </p:nvPr>
        </p:nvSpPr>
        <p:spPr>
          <a:xfrm>
            <a:off x="5115525" y="3155625"/>
            <a:ext cx="1470600" cy="828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949" name="Google Shape;949;p29"/>
          <p:cNvSpPr txBox="1"/>
          <p:nvPr>
            <p:ph hasCustomPrompt="1" idx="8" type="title"/>
          </p:nvPr>
        </p:nvSpPr>
        <p:spPr>
          <a:xfrm>
            <a:off x="6953400" y="1916300"/>
            <a:ext cx="1470600" cy="655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950" name="Google Shape;950;p29"/>
          <p:cNvSpPr txBox="1"/>
          <p:nvPr>
            <p:ph idx="9" type="subTitle"/>
          </p:nvPr>
        </p:nvSpPr>
        <p:spPr>
          <a:xfrm>
            <a:off x="6953400" y="3155625"/>
            <a:ext cx="1470600" cy="828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bg>
      <p:bgPr>
        <a:solidFill>
          <a:schemeClr val="accent6"/>
        </a:solidFill>
      </p:bgPr>
    </p:bg>
    <p:spTree>
      <p:nvGrpSpPr>
        <p:cNvPr id="951" name="Shape 951"/>
        <p:cNvGrpSpPr/>
        <p:nvPr/>
      </p:nvGrpSpPr>
      <p:grpSpPr>
        <a:xfrm>
          <a:off x="0" y="0"/>
          <a:ext cx="0" cy="0"/>
          <a:chOff x="0" y="0"/>
          <a:chExt cx="0" cy="0"/>
        </a:xfrm>
      </p:grpSpPr>
      <p:grpSp>
        <p:nvGrpSpPr>
          <p:cNvPr id="952" name="Google Shape;952;p30"/>
          <p:cNvGrpSpPr/>
          <p:nvPr/>
        </p:nvGrpSpPr>
        <p:grpSpPr>
          <a:xfrm>
            <a:off x="-97264" y="-2508600"/>
            <a:ext cx="9517944" cy="7737118"/>
            <a:chOff x="-97264" y="-2508600"/>
            <a:chExt cx="9517944" cy="7737118"/>
          </a:xfrm>
        </p:grpSpPr>
        <p:sp>
          <p:nvSpPr>
            <p:cNvPr id="953" name="Google Shape;953;p30"/>
            <p:cNvSpPr/>
            <p:nvPr/>
          </p:nvSpPr>
          <p:spPr>
            <a:xfrm>
              <a:off x="-89101" y="-1893243"/>
              <a:ext cx="3985503" cy="848251"/>
            </a:xfrm>
            <a:custGeom>
              <a:rect b="b" l="l" r="r" t="t"/>
              <a:pathLst>
                <a:path extrusionOk="0" h="21197" w="99594">
                  <a:moveTo>
                    <a:pt x="65021" y="0"/>
                  </a:moveTo>
                  <a:cubicBezTo>
                    <a:pt x="64434" y="0"/>
                    <a:pt x="63848" y="10"/>
                    <a:pt x="63260" y="29"/>
                  </a:cubicBezTo>
                  <a:cubicBezTo>
                    <a:pt x="57732" y="207"/>
                    <a:pt x="52245" y="1096"/>
                    <a:pt x="46816" y="2389"/>
                  </a:cubicBezTo>
                  <a:cubicBezTo>
                    <a:pt x="41611" y="3631"/>
                    <a:pt x="36750" y="6060"/>
                    <a:pt x="31830" y="8475"/>
                  </a:cubicBezTo>
                  <a:cubicBezTo>
                    <a:pt x="27244" y="10725"/>
                    <a:pt x="22624" y="12692"/>
                    <a:pt x="17724" y="13463"/>
                  </a:cubicBezTo>
                  <a:cubicBezTo>
                    <a:pt x="15802" y="13765"/>
                    <a:pt x="13860" y="13942"/>
                    <a:pt x="11920" y="13942"/>
                  </a:cubicBezTo>
                  <a:cubicBezTo>
                    <a:pt x="10234" y="13942"/>
                    <a:pt x="8549" y="13808"/>
                    <a:pt x="6879" y="13505"/>
                  </a:cubicBezTo>
                  <a:cubicBezTo>
                    <a:pt x="4515" y="13077"/>
                    <a:pt x="2162" y="12285"/>
                    <a:pt x="0" y="10984"/>
                  </a:cubicBezTo>
                  <a:lnTo>
                    <a:pt x="0" y="18944"/>
                  </a:lnTo>
                  <a:cubicBezTo>
                    <a:pt x="1762" y="19024"/>
                    <a:pt x="3523" y="19075"/>
                    <a:pt x="5283" y="19075"/>
                  </a:cubicBezTo>
                  <a:cubicBezTo>
                    <a:pt x="9227" y="19075"/>
                    <a:pt x="13162" y="18820"/>
                    <a:pt x="17071" y="18072"/>
                  </a:cubicBezTo>
                  <a:cubicBezTo>
                    <a:pt x="21981" y="17133"/>
                    <a:pt x="26589" y="15270"/>
                    <a:pt x="30996" y="12374"/>
                  </a:cubicBezTo>
                  <a:cubicBezTo>
                    <a:pt x="33739" y="10570"/>
                    <a:pt x="36781" y="9886"/>
                    <a:pt x="39837" y="9886"/>
                  </a:cubicBezTo>
                  <a:cubicBezTo>
                    <a:pt x="40660" y="9886"/>
                    <a:pt x="41484" y="9936"/>
                    <a:pt x="42304" y="10026"/>
                  </a:cubicBezTo>
                  <a:cubicBezTo>
                    <a:pt x="50992" y="10985"/>
                    <a:pt x="59004" y="15789"/>
                    <a:pt x="67420" y="18291"/>
                  </a:cubicBezTo>
                  <a:cubicBezTo>
                    <a:pt x="72853" y="19907"/>
                    <a:pt x="78486" y="20812"/>
                    <a:pt x="84058" y="21107"/>
                  </a:cubicBezTo>
                  <a:cubicBezTo>
                    <a:pt x="85055" y="21160"/>
                    <a:pt x="86060" y="21196"/>
                    <a:pt x="87066" y="21196"/>
                  </a:cubicBezTo>
                  <a:cubicBezTo>
                    <a:pt x="89207" y="21196"/>
                    <a:pt x="91355" y="21031"/>
                    <a:pt x="93446" y="20508"/>
                  </a:cubicBezTo>
                  <a:cubicBezTo>
                    <a:pt x="95522" y="19989"/>
                    <a:pt x="98275" y="18989"/>
                    <a:pt x="98894" y="16049"/>
                  </a:cubicBezTo>
                  <a:cubicBezTo>
                    <a:pt x="99594" y="12721"/>
                    <a:pt x="97265" y="10188"/>
                    <a:pt x="95270" y="8623"/>
                  </a:cubicBezTo>
                  <a:cubicBezTo>
                    <a:pt x="92667" y="6581"/>
                    <a:pt x="89709" y="5268"/>
                    <a:pt x="86790" y="4165"/>
                  </a:cubicBezTo>
                  <a:cubicBezTo>
                    <a:pt x="79711" y="1489"/>
                    <a:pt x="72404" y="0"/>
                    <a:pt x="6502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0"/>
            <p:cNvSpPr/>
            <p:nvPr/>
          </p:nvSpPr>
          <p:spPr>
            <a:xfrm>
              <a:off x="-89221" y="-945655"/>
              <a:ext cx="8386467" cy="1819876"/>
            </a:xfrm>
            <a:custGeom>
              <a:rect b="b" l="l" r="r" t="t"/>
              <a:pathLst>
                <a:path extrusionOk="0" h="45477" w="209570">
                  <a:moveTo>
                    <a:pt x="173399" y="0"/>
                  </a:moveTo>
                  <a:cubicBezTo>
                    <a:pt x="171819" y="0"/>
                    <a:pt x="170239" y="33"/>
                    <a:pt x="168661" y="80"/>
                  </a:cubicBezTo>
                  <a:cubicBezTo>
                    <a:pt x="164324" y="208"/>
                    <a:pt x="160018" y="528"/>
                    <a:pt x="155729" y="1390"/>
                  </a:cubicBezTo>
                  <a:cubicBezTo>
                    <a:pt x="151776" y="2184"/>
                    <a:pt x="147874" y="3386"/>
                    <a:pt x="144099" y="5071"/>
                  </a:cubicBezTo>
                  <a:cubicBezTo>
                    <a:pt x="140139" y="6838"/>
                    <a:pt x="136425" y="9227"/>
                    <a:pt x="132734" y="11745"/>
                  </a:cubicBezTo>
                  <a:cubicBezTo>
                    <a:pt x="125453" y="16714"/>
                    <a:pt x="118372" y="22168"/>
                    <a:pt x="110478" y="25489"/>
                  </a:cubicBezTo>
                  <a:cubicBezTo>
                    <a:pt x="104010" y="28211"/>
                    <a:pt x="97197" y="29287"/>
                    <a:pt x="90399" y="29287"/>
                  </a:cubicBezTo>
                  <a:cubicBezTo>
                    <a:pt x="89168" y="29287"/>
                    <a:pt x="87937" y="29252"/>
                    <a:pt x="86709" y="29185"/>
                  </a:cubicBezTo>
                  <a:cubicBezTo>
                    <a:pt x="70235" y="28285"/>
                    <a:pt x="53959" y="22404"/>
                    <a:pt x="38422" y="15780"/>
                  </a:cubicBezTo>
                  <a:cubicBezTo>
                    <a:pt x="34245" y="13999"/>
                    <a:pt x="30113" y="12729"/>
                    <a:pt x="25697" y="12479"/>
                  </a:cubicBezTo>
                  <a:cubicBezTo>
                    <a:pt x="24449" y="12409"/>
                    <a:pt x="23202" y="12379"/>
                    <a:pt x="21954" y="12379"/>
                  </a:cubicBezTo>
                  <a:cubicBezTo>
                    <a:pt x="18881" y="12379"/>
                    <a:pt x="15809" y="12558"/>
                    <a:pt x="12741" y="12746"/>
                  </a:cubicBezTo>
                  <a:cubicBezTo>
                    <a:pt x="9315" y="12958"/>
                    <a:pt x="5883" y="13109"/>
                    <a:pt x="2471" y="13588"/>
                  </a:cubicBezTo>
                  <a:cubicBezTo>
                    <a:pt x="1651" y="13702"/>
                    <a:pt x="825" y="13831"/>
                    <a:pt x="0" y="13986"/>
                  </a:cubicBezTo>
                  <a:lnTo>
                    <a:pt x="0" y="21931"/>
                  </a:lnTo>
                  <a:cubicBezTo>
                    <a:pt x="3093" y="20622"/>
                    <a:pt x="6277" y="19799"/>
                    <a:pt x="9551" y="19799"/>
                  </a:cubicBezTo>
                  <a:cubicBezTo>
                    <a:pt x="10632" y="19799"/>
                    <a:pt x="11722" y="19889"/>
                    <a:pt x="12823" y="20080"/>
                  </a:cubicBezTo>
                  <a:cubicBezTo>
                    <a:pt x="20488" y="21419"/>
                    <a:pt x="27144" y="26632"/>
                    <a:pt x="33499" y="31891"/>
                  </a:cubicBezTo>
                  <a:cubicBezTo>
                    <a:pt x="45486" y="41811"/>
                    <a:pt x="59912" y="45476"/>
                    <a:pt x="74081" y="45476"/>
                  </a:cubicBezTo>
                  <a:cubicBezTo>
                    <a:pt x="74665" y="45476"/>
                    <a:pt x="75248" y="45470"/>
                    <a:pt x="75831" y="45458"/>
                  </a:cubicBezTo>
                  <a:cubicBezTo>
                    <a:pt x="90804" y="45142"/>
                    <a:pt x="106177" y="41401"/>
                    <a:pt x="119282" y="31968"/>
                  </a:cubicBezTo>
                  <a:cubicBezTo>
                    <a:pt x="125990" y="27139"/>
                    <a:pt x="132221" y="21338"/>
                    <a:pt x="138817" y="16271"/>
                  </a:cubicBezTo>
                  <a:cubicBezTo>
                    <a:pt x="142143" y="13714"/>
                    <a:pt x="145448" y="11379"/>
                    <a:pt x="149316" y="10440"/>
                  </a:cubicBezTo>
                  <a:cubicBezTo>
                    <a:pt x="150812" y="10078"/>
                    <a:pt x="152323" y="9917"/>
                    <a:pt x="153836" y="9917"/>
                  </a:cubicBezTo>
                  <a:cubicBezTo>
                    <a:pt x="155625" y="9917"/>
                    <a:pt x="157416" y="10142"/>
                    <a:pt x="159185" y="10527"/>
                  </a:cubicBezTo>
                  <a:cubicBezTo>
                    <a:pt x="162983" y="11352"/>
                    <a:pt x="166672" y="12839"/>
                    <a:pt x="170334" y="14321"/>
                  </a:cubicBezTo>
                  <a:cubicBezTo>
                    <a:pt x="174482" y="15997"/>
                    <a:pt x="178713" y="17383"/>
                    <a:pt x="182992" y="18407"/>
                  </a:cubicBezTo>
                  <a:cubicBezTo>
                    <a:pt x="186653" y="19282"/>
                    <a:pt x="190426" y="19787"/>
                    <a:pt x="194193" y="19787"/>
                  </a:cubicBezTo>
                  <a:cubicBezTo>
                    <a:pt x="197694" y="19787"/>
                    <a:pt x="201190" y="19351"/>
                    <a:pt x="204587" y="18369"/>
                  </a:cubicBezTo>
                  <a:cubicBezTo>
                    <a:pt x="206831" y="17721"/>
                    <a:pt x="209570" y="16218"/>
                    <a:pt x="208195" y="12736"/>
                  </a:cubicBezTo>
                  <a:cubicBezTo>
                    <a:pt x="207019" y="9759"/>
                    <a:pt x="203809" y="8201"/>
                    <a:pt x="201535" y="7001"/>
                  </a:cubicBezTo>
                  <a:cubicBezTo>
                    <a:pt x="195238" y="3676"/>
                    <a:pt x="188684" y="1200"/>
                    <a:pt x="181872" y="426"/>
                  </a:cubicBezTo>
                  <a:cubicBezTo>
                    <a:pt x="179055" y="106"/>
                    <a:pt x="176227" y="0"/>
                    <a:pt x="173399"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0"/>
            <p:cNvSpPr/>
            <p:nvPr/>
          </p:nvSpPr>
          <p:spPr>
            <a:xfrm>
              <a:off x="-89101" y="159523"/>
              <a:ext cx="819678" cy="314658"/>
            </a:xfrm>
            <a:custGeom>
              <a:rect b="b" l="l" r="r" t="t"/>
              <a:pathLst>
                <a:path extrusionOk="0" h="7863" w="20483">
                  <a:moveTo>
                    <a:pt x="10679" y="1"/>
                  </a:moveTo>
                  <a:cubicBezTo>
                    <a:pt x="7200" y="1"/>
                    <a:pt x="3530" y="930"/>
                    <a:pt x="0" y="1036"/>
                  </a:cubicBezTo>
                  <a:lnTo>
                    <a:pt x="0" y="7210"/>
                  </a:lnTo>
                  <a:cubicBezTo>
                    <a:pt x="73" y="7210"/>
                    <a:pt x="146" y="7210"/>
                    <a:pt x="218" y="7210"/>
                  </a:cubicBezTo>
                  <a:cubicBezTo>
                    <a:pt x="2966" y="7210"/>
                    <a:pt x="5723" y="7366"/>
                    <a:pt x="8473" y="7532"/>
                  </a:cubicBezTo>
                  <a:cubicBezTo>
                    <a:pt x="10471" y="7652"/>
                    <a:pt x="12481" y="7858"/>
                    <a:pt x="14482" y="7862"/>
                  </a:cubicBezTo>
                  <a:cubicBezTo>
                    <a:pt x="14579" y="7862"/>
                    <a:pt x="14677" y="7863"/>
                    <a:pt x="14776" y="7863"/>
                  </a:cubicBezTo>
                  <a:cubicBezTo>
                    <a:pt x="16107" y="7863"/>
                    <a:pt x="17589" y="7805"/>
                    <a:pt x="18794" y="7093"/>
                  </a:cubicBezTo>
                  <a:cubicBezTo>
                    <a:pt x="20483" y="6096"/>
                    <a:pt x="19330" y="4228"/>
                    <a:pt x="18366" y="3075"/>
                  </a:cubicBezTo>
                  <a:cubicBezTo>
                    <a:pt x="16959" y="1395"/>
                    <a:pt x="15150" y="529"/>
                    <a:pt x="13253" y="203"/>
                  </a:cubicBezTo>
                  <a:cubicBezTo>
                    <a:pt x="12410" y="59"/>
                    <a:pt x="11551" y="1"/>
                    <a:pt x="10679"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0"/>
            <p:cNvSpPr/>
            <p:nvPr/>
          </p:nvSpPr>
          <p:spPr>
            <a:xfrm>
              <a:off x="-89101" y="-181311"/>
              <a:ext cx="9361694" cy="2012360"/>
            </a:xfrm>
            <a:custGeom>
              <a:rect b="b" l="l" r="r" t="t"/>
              <a:pathLst>
                <a:path extrusionOk="0" h="50287" w="233940">
                  <a:moveTo>
                    <a:pt x="233940" y="0"/>
                  </a:moveTo>
                  <a:cubicBezTo>
                    <a:pt x="230479" y="1532"/>
                    <a:pt x="227264" y="3838"/>
                    <a:pt x="224035" y="6016"/>
                  </a:cubicBezTo>
                  <a:cubicBezTo>
                    <a:pt x="219999" y="8735"/>
                    <a:pt x="215918" y="11195"/>
                    <a:pt x="211510" y="12795"/>
                  </a:cubicBezTo>
                  <a:cubicBezTo>
                    <a:pt x="205977" y="14804"/>
                    <a:pt x="200252" y="15619"/>
                    <a:pt x="194517" y="15619"/>
                  </a:cubicBezTo>
                  <a:cubicBezTo>
                    <a:pt x="191019" y="15619"/>
                    <a:pt x="187518" y="15316"/>
                    <a:pt x="184053" y="14796"/>
                  </a:cubicBezTo>
                  <a:cubicBezTo>
                    <a:pt x="174879" y="13417"/>
                    <a:pt x="165892" y="10575"/>
                    <a:pt x="156983" y="7553"/>
                  </a:cubicBezTo>
                  <a:cubicBezTo>
                    <a:pt x="154186" y="6603"/>
                    <a:pt x="151295" y="5923"/>
                    <a:pt x="148402" y="5923"/>
                  </a:cubicBezTo>
                  <a:cubicBezTo>
                    <a:pt x="147105" y="5923"/>
                    <a:pt x="145807" y="6060"/>
                    <a:pt x="144518" y="6370"/>
                  </a:cubicBezTo>
                  <a:cubicBezTo>
                    <a:pt x="141010" y="7213"/>
                    <a:pt x="137841" y="9316"/>
                    <a:pt x="134862" y="11732"/>
                  </a:cubicBezTo>
                  <a:cubicBezTo>
                    <a:pt x="131415" y="14529"/>
                    <a:pt x="128149" y="17665"/>
                    <a:pt x="124700" y="20457"/>
                  </a:cubicBezTo>
                  <a:cubicBezTo>
                    <a:pt x="120681" y="23709"/>
                    <a:pt x="116461" y="26565"/>
                    <a:pt x="112085" y="28971"/>
                  </a:cubicBezTo>
                  <a:cubicBezTo>
                    <a:pt x="103869" y="33488"/>
                    <a:pt x="95132" y="36387"/>
                    <a:pt x="86236" y="37674"/>
                  </a:cubicBezTo>
                  <a:cubicBezTo>
                    <a:pt x="82434" y="38224"/>
                    <a:pt x="78620" y="38471"/>
                    <a:pt x="74803" y="38471"/>
                  </a:cubicBezTo>
                  <a:cubicBezTo>
                    <a:pt x="58405" y="38471"/>
                    <a:pt x="41951" y="33908"/>
                    <a:pt x="26125" y="29171"/>
                  </a:cubicBezTo>
                  <a:cubicBezTo>
                    <a:pt x="17408" y="26561"/>
                    <a:pt x="8732" y="23693"/>
                    <a:pt x="0" y="21148"/>
                  </a:cubicBezTo>
                  <a:lnTo>
                    <a:pt x="0" y="30371"/>
                  </a:lnTo>
                  <a:cubicBezTo>
                    <a:pt x="3472" y="33108"/>
                    <a:pt x="7489" y="35009"/>
                    <a:pt x="11115" y="36595"/>
                  </a:cubicBezTo>
                  <a:cubicBezTo>
                    <a:pt x="17532" y="39404"/>
                    <a:pt x="24220" y="41608"/>
                    <a:pt x="30929" y="42938"/>
                  </a:cubicBezTo>
                  <a:cubicBezTo>
                    <a:pt x="38228" y="44386"/>
                    <a:pt x="45630" y="44923"/>
                    <a:pt x="53022" y="44923"/>
                  </a:cubicBezTo>
                  <a:cubicBezTo>
                    <a:pt x="55748" y="44923"/>
                    <a:pt x="58473" y="44850"/>
                    <a:pt x="61191" y="44723"/>
                  </a:cubicBezTo>
                  <a:cubicBezTo>
                    <a:pt x="71533" y="44237"/>
                    <a:pt x="81978" y="43258"/>
                    <a:pt x="92233" y="41498"/>
                  </a:cubicBezTo>
                  <a:cubicBezTo>
                    <a:pt x="102742" y="39694"/>
                    <a:pt x="112661" y="35767"/>
                    <a:pt x="122701" y="31597"/>
                  </a:cubicBezTo>
                  <a:cubicBezTo>
                    <a:pt x="132437" y="27557"/>
                    <a:pt x="142206" y="24207"/>
                    <a:pt x="152521" y="24092"/>
                  </a:cubicBezTo>
                  <a:cubicBezTo>
                    <a:pt x="152754" y="24089"/>
                    <a:pt x="152988" y="24088"/>
                    <a:pt x="153222" y="24088"/>
                  </a:cubicBezTo>
                  <a:cubicBezTo>
                    <a:pt x="163194" y="24088"/>
                    <a:pt x="173100" y="26520"/>
                    <a:pt x="182555" y="30450"/>
                  </a:cubicBezTo>
                  <a:cubicBezTo>
                    <a:pt x="187610" y="32550"/>
                    <a:pt x="192565" y="35025"/>
                    <a:pt x="197604" y="37193"/>
                  </a:cubicBezTo>
                  <a:cubicBezTo>
                    <a:pt x="202625" y="39352"/>
                    <a:pt x="207681" y="41382"/>
                    <a:pt x="212770" y="43265"/>
                  </a:cubicBezTo>
                  <a:cubicBezTo>
                    <a:pt x="219747" y="45846"/>
                    <a:pt x="226825" y="48256"/>
                    <a:pt x="233940" y="50286"/>
                  </a:cubicBezTo>
                  <a:lnTo>
                    <a:pt x="233940" y="34729"/>
                  </a:lnTo>
                  <a:cubicBezTo>
                    <a:pt x="233339" y="34539"/>
                    <a:pt x="232731" y="34368"/>
                    <a:pt x="232112" y="34224"/>
                  </a:cubicBezTo>
                  <a:cubicBezTo>
                    <a:pt x="229270" y="33551"/>
                    <a:pt x="226381" y="33250"/>
                    <a:pt x="223499" y="32996"/>
                  </a:cubicBezTo>
                  <a:cubicBezTo>
                    <a:pt x="219753" y="32668"/>
                    <a:pt x="216005" y="32333"/>
                    <a:pt x="212261" y="31960"/>
                  </a:cubicBezTo>
                  <a:cubicBezTo>
                    <a:pt x="208072" y="31543"/>
                    <a:pt x="203886" y="31089"/>
                    <a:pt x="199705" y="30539"/>
                  </a:cubicBezTo>
                  <a:cubicBezTo>
                    <a:pt x="195713" y="30014"/>
                    <a:pt x="191661" y="29550"/>
                    <a:pt x="187710" y="28635"/>
                  </a:cubicBezTo>
                  <a:cubicBezTo>
                    <a:pt x="184185" y="27821"/>
                    <a:pt x="180587" y="27222"/>
                    <a:pt x="177204" y="25665"/>
                  </a:cubicBezTo>
                  <a:cubicBezTo>
                    <a:pt x="175719" y="24980"/>
                    <a:pt x="173996" y="24080"/>
                    <a:pt x="173054" y="22380"/>
                  </a:cubicBezTo>
                  <a:cubicBezTo>
                    <a:pt x="172381" y="21164"/>
                    <a:pt x="172300" y="19467"/>
                    <a:pt x="173266" y="18466"/>
                  </a:cubicBezTo>
                  <a:cubicBezTo>
                    <a:pt x="174400" y="17293"/>
                    <a:pt x="176205" y="17248"/>
                    <a:pt x="177591" y="17230"/>
                  </a:cubicBezTo>
                  <a:cubicBezTo>
                    <a:pt x="177667" y="17230"/>
                    <a:pt x="177743" y="17229"/>
                    <a:pt x="177820" y="17229"/>
                  </a:cubicBezTo>
                  <a:cubicBezTo>
                    <a:pt x="179957" y="17229"/>
                    <a:pt x="182098" y="17572"/>
                    <a:pt x="184206" y="17983"/>
                  </a:cubicBezTo>
                  <a:cubicBezTo>
                    <a:pt x="186167" y="18365"/>
                    <a:pt x="188113" y="18845"/>
                    <a:pt x="190056" y="19342"/>
                  </a:cubicBezTo>
                  <a:cubicBezTo>
                    <a:pt x="192155" y="19880"/>
                    <a:pt x="194290" y="20178"/>
                    <a:pt x="196416" y="20482"/>
                  </a:cubicBezTo>
                  <a:cubicBezTo>
                    <a:pt x="200378" y="21047"/>
                    <a:pt x="204372" y="21430"/>
                    <a:pt x="208364" y="21430"/>
                  </a:cubicBezTo>
                  <a:cubicBezTo>
                    <a:pt x="209889" y="21430"/>
                    <a:pt x="211413" y="21374"/>
                    <a:pt x="212936" y="21251"/>
                  </a:cubicBezTo>
                  <a:cubicBezTo>
                    <a:pt x="218320" y="20818"/>
                    <a:pt x="223791" y="19532"/>
                    <a:pt x="228641" y="16425"/>
                  </a:cubicBezTo>
                  <a:cubicBezTo>
                    <a:pt x="230586" y="15179"/>
                    <a:pt x="232358" y="13636"/>
                    <a:pt x="233940" y="11842"/>
                  </a:cubicBezTo>
                  <a:lnTo>
                    <a:pt x="233940" y="0"/>
                  </a:ln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0"/>
            <p:cNvSpPr/>
            <p:nvPr/>
          </p:nvSpPr>
          <p:spPr>
            <a:xfrm>
              <a:off x="-88861" y="1234528"/>
              <a:ext cx="5153814" cy="1015564"/>
            </a:xfrm>
            <a:custGeom>
              <a:rect b="b" l="l" r="r" t="t"/>
              <a:pathLst>
                <a:path extrusionOk="0" h="25378" w="128789">
                  <a:moveTo>
                    <a:pt x="125460" y="1"/>
                  </a:moveTo>
                  <a:cubicBezTo>
                    <a:pt x="124112" y="1"/>
                    <a:pt x="122755" y="233"/>
                    <a:pt x="121432" y="495"/>
                  </a:cubicBezTo>
                  <a:cubicBezTo>
                    <a:pt x="117708" y="1235"/>
                    <a:pt x="114038" y="2428"/>
                    <a:pt x="110408" y="3702"/>
                  </a:cubicBezTo>
                  <a:cubicBezTo>
                    <a:pt x="101528" y="6816"/>
                    <a:pt x="92732" y="10293"/>
                    <a:pt x="83787" y="13112"/>
                  </a:cubicBezTo>
                  <a:cubicBezTo>
                    <a:pt x="72182" y="16772"/>
                    <a:pt x="60329" y="19483"/>
                    <a:pt x="48340" y="19746"/>
                  </a:cubicBezTo>
                  <a:cubicBezTo>
                    <a:pt x="47589" y="19762"/>
                    <a:pt x="46838" y="19771"/>
                    <a:pt x="46087" y="19771"/>
                  </a:cubicBezTo>
                  <a:cubicBezTo>
                    <a:pt x="36277" y="19771"/>
                    <a:pt x="26528" y="18319"/>
                    <a:pt x="17277" y="13958"/>
                  </a:cubicBezTo>
                  <a:cubicBezTo>
                    <a:pt x="14817" y="12796"/>
                    <a:pt x="12434" y="11433"/>
                    <a:pt x="10052" y="10038"/>
                  </a:cubicBezTo>
                  <a:cubicBezTo>
                    <a:pt x="7467" y="8528"/>
                    <a:pt x="4765" y="7378"/>
                    <a:pt x="2106" y="6103"/>
                  </a:cubicBezTo>
                  <a:cubicBezTo>
                    <a:pt x="1402" y="5766"/>
                    <a:pt x="699" y="5418"/>
                    <a:pt x="0" y="5056"/>
                  </a:cubicBezTo>
                  <a:lnTo>
                    <a:pt x="0" y="11211"/>
                  </a:lnTo>
                  <a:cubicBezTo>
                    <a:pt x="4701" y="13100"/>
                    <a:pt x="9362" y="15161"/>
                    <a:pt x="14041" y="17090"/>
                  </a:cubicBezTo>
                  <a:cubicBezTo>
                    <a:pt x="16400" y="18063"/>
                    <a:pt x="18775" y="19117"/>
                    <a:pt x="21195" y="19846"/>
                  </a:cubicBezTo>
                  <a:cubicBezTo>
                    <a:pt x="23656" y="20587"/>
                    <a:pt x="26170" y="20896"/>
                    <a:pt x="28695" y="21030"/>
                  </a:cubicBezTo>
                  <a:cubicBezTo>
                    <a:pt x="33506" y="21285"/>
                    <a:pt x="38258" y="21488"/>
                    <a:pt x="43036" y="22348"/>
                  </a:cubicBezTo>
                  <a:cubicBezTo>
                    <a:pt x="47992" y="23241"/>
                    <a:pt x="52914" y="24461"/>
                    <a:pt x="57900" y="25055"/>
                  </a:cubicBezTo>
                  <a:cubicBezTo>
                    <a:pt x="59669" y="25266"/>
                    <a:pt x="61430" y="25377"/>
                    <a:pt x="63185" y="25377"/>
                  </a:cubicBezTo>
                  <a:cubicBezTo>
                    <a:pt x="66528" y="25377"/>
                    <a:pt x="69851" y="24974"/>
                    <a:pt x="73168" y="24091"/>
                  </a:cubicBezTo>
                  <a:cubicBezTo>
                    <a:pt x="82572" y="21585"/>
                    <a:pt x="91311" y="16379"/>
                    <a:pt x="100290" y="12209"/>
                  </a:cubicBezTo>
                  <a:cubicBezTo>
                    <a:pt x="102551" y="11159"/>
                    <a:pt x="104832" y="10174"/>
                    <a:pt x="107142" y="9317"/>
                  </a:cubicBezTo>
                  <a:cubicBezTo>
                    <a:pt x="109515" y="8437"/>
                    <a:pt x="111919" y="7831"/>
                    <a:pt x="114326" y="7132"/>
                  </a:cubicBezTo>
                  <a:cubicBezTo>
                    <a:pt x="119263" y="5699"/>
                    <a:pt x="123997" y="3389"/>
                    <a:pt x="128789" y="1350"/>
                  </a:cubicBezTo>
                  <a:cubicBezTo>
                    <a:pt x="128436" y="255"/>
                    <a:pt x="127130" y="101"/>
                    <a:pt x="126329" y="35"/>
                  </a:cubicBezTo>
                  <a:cubicBezTo>
                    <a:pt x="126040" y="12"/>
                    <a:pt x="125750" y="1"/>
                    <a:pt x="125460"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0"/>
            <p:cNvSpPr/>
            <p:nvPr/>
          </p:nvSpPr>
          <p:spPr>
            <a:xfrm>
              <a:off x="-89101" y="3200694"/>
              <a:ext cx="949935" cy="459281"/>
            </a:xfrm>
            <a:custGeom>
              <a:rect b="b" l="l" r="r" t="t"/>
              <a:pathLst>
                <a:path extrusionOk="0" h="11477" w="23738">
                  <a:moveTo>
                    <a:pt x="0" y="0"/>
                  </a:moveTo>
                  <a:lnTo>
                    <a:pt x="0" y="7277"/>
                  </a:lnTo>
                  <a:cubicBezTo>
                    <a:pt x="3475" y="8436"/>
                    <a:pt x="6937" y="9675"/>
                    <a:pt x="10474" y="10467"/>
                  </a:cubicBezTo>
                  <a:cubicBezTo>
                    <a:pt x="12599" y="10942"/>
                    <a:pt x="14945" y="11477"/>
                    <a:pt x="17230" y="11477"/>
                  </a:cubicBezTo>
                  <a:cubicBezTo>
                    <a:pt x="18607" y="11477"/>
                    <a:pt x="19963" y="11282"/>
                    <a:pt x="21233" y="10762"/>
                  </a:cubicBezTo>
                  <a:cubicBezTo>
                    <a:pt x="22964" y="10052"/>
                    <a:pt x="23737" y="8373"/>
                    <a:pt x="22783" y="6233"/>
                  </a:cubicBezTo>
                  <a:cubicBezTo>
                    <a:pt x="21854" y="4148"/>
                    <a:pt x="19780" y="3350"/>
                    <a:pt x="18049" y="2892"/>
                  </a:cubicBezTo>
                  <a:cubicBezTo>
                    <a:pt x="14044" y="1834"/>
                    <a:pt x="9964" y="2398"/>
                    <a:pt x="5923" y="1958"/>
                  </a:cubicBezTo>
                  <a:cubicBezTo>
                    <a:pt x="3848" y="1734"/>
                    <a:pt x="1868" y="1036"/>
                    <a:pt x="0"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0"/>
            <p:cNvSpPr/>
            <p:nvPr/>
          </p:nvSpPr>
          <p:spPr>
            <a:xfrm>
              <a:off x="-89101" y="1559514"/>
              <a:ext cx="9361814" cy="2217890"/>
            </a:xfrm>
            <a:custGeom>
              <a:rect b="b" l="l" r="r" t="t"/>
              <a:pathLst>
                <a:path extrusionOk="0" h="55423" w="233943">
                  <a:moveTo>
                    <a:pt x="144772" y="1"/>
                  </a:moveTo>
                  <a:cubicBezTo>
                    <a:pt x="142102" y="1"/>
                    <a:pt x="139431" y="96"/>
                    <a:pt x="136766" y="286"/>
                  </a:cubicBezTo>
                  <a:cubicBezTo>
                    <a:pt x="128012" y="909"/>
                    <a:pt x="119276" y="2552"/>
                    <a:pt x="110812" y="5489"/>
                  </a:cubicBezTo>
                  <a:cubicBezTo>
                    <a:pt x="106624" y="6944"/>
                    <a:pt x="102575" y="8874"/>
                    <a:pt x="98468" y="10653"/>
                  </a:cubicBezTo>
                  <a:cubicBezTo>
                    <a:pt x="93953" y="12609"/>
                    <a:pt x="89399" y="14424"/>
                    <a:pt x="84794" y="16010"/>
                  </a:cubicBezTo>
                  <a:cubicBezTo>
                    <a:pt x="74251" y="19642"/>
                    <a:pt x="63428" y="21981"/>
                    <a:pt x="52620" y="21981"/>
                  </a:cubicBezTo>
                  <a:cubicBezTo>
                    <a:pt x="45059" y="21981"/>
                    <a:pt x="37505" y="20836"/>
                    <a:pt x="30059" y="18189"/>
                  </a:cubicBezTo>
                  <a:cubicBezTo>
                    <a:pt x="25579" y="16596"/>
                    <a:pt x="21178" y="14667"/>
                    <a:pt x="16828" y="12578"/>
                  </a:cubicBezTo>
                  <a:cubicBezTo>
                    <a:pt x="12514" y="10509"/>
                    <a:pt x="8272" y="8266"/>
                    <a:pt x="3815" y="6712"/>
                  </a:cubicBezTo>
                  <a:cubicBezTo>
                    <a:pt x="2549" y="6272"/>
                    <a:pt x="1276" y="5888"/>
                    <a:pt x="0" y="5548"/>
                  </a:cubicBezTo>
                  <a:lnTo>
                    <a:pt x="0" y="23614"/>
                  </a:lnTo>
                  <a:cubicBezTo>
                    <a:pt x="12657" y="29572"/>
                    <a:pt x="26166" y="33013"/>
                    <a:pt x="39600" y="33024"/>
                  </a:cubicBezTo>
                  <a:cubicBezTo>
                    <a:pt x="39625" y="33024"/>
                    <a:pt x="39649" y="33024"/>
                    <a:pt x="39674" y="33024"/>
                  </a:cubicBezTo>
                  <a:cubicBezTo>
                    <a:pt x="43920" y="33024"/>
                    <a:pt x="48167" y="32654"/>
                    <a:pt x="52367" y="31843"/>
                  </a:cubicBezTo>
                  <a:cubicBezTo>
                    <a:pt x="54553" y="31420"/>
                    <a:pt x="56709" y="30737"/>
                    <a:pt x="58881" y="30217"/>
                  </a:cubicBezTo>
                  <a:cubicBezTo>
                    <a:pt x="61539" y="29579"/>
                    <a:pt x="64252" y="29008"/>
                    <a:pt x="66965" y="29005"/>
                  </a:cubicBezTo>
                  <a:cubicBezTo>
                    <a:pt x="66982" y="29005"/>
                    <a:pt x="66999" y="29005"/>
                    <a:pt x="67017" y="29005"/>
                  </a:cubicBezTo>
                  <a:cubicBezTo>
                    <a:pt x="68762" y="29005"/>
                    <a:pt x="71102" y="29156"/>
                    <a:pt x="72309" y="31005"/>
                  </a:cubicBezTo>
                  <a:cubicBezTo>
                    <a:pt x="73261" y="32464"/>
                    <a:pt x="73035" y="34779"/>
                    <a:pt x="72433" y="36381"/>
                  </a:cubicBezTo>
                  <a:cubicBezTo>
                    <a:pt x="71760" y="38175"/>
                    <a:pt x="70452" y="39418"/>
                    <a:pt x="69067" y="40261"/>
                  </a:cubicBezTo>
                  <a:cubicBezTo>
                    <a:pt x="65139" y="42655"/>
                    <a:pt x="60371" y="42850"/>
                    <a:pt x="56096" y="42852"/>
                  </a:cubicBezTo>
                  <a:cubicBezTo>
                    <a:pt x="56089" y="42852"/>
                    <a:pt x="56082" y="42852"/>
                    <a:pt x="56075" y="42852"/>
                  </a:cubicBezTo>
                  <a:cubicBezTo>
                    <a:pt x="46902" y="42852"/>
                    <a:pt x="37792" y="41022"/>
                    <a:pt x="28834" y="38660"/>
                  </a:cubicBezTo>
                  <a:cubicBezTo>
                    <a:pt x="19225" y="36125"/>
                    <a:pt x="9684" y="33151"/>
                    <a:pt x="0" y="31087"/>
                  </a:cubicBezTo>
                  <a:lnTo>
                    <a:pt x="0" y="40459"/>
                  </a:lnTo>
                  <a:cubicBezTo>
                    <a:pt x="415" y="40687"/>
                    <a:pt x="838" y="40900"/>
                    <a:pt x="1269" y="41094"/>
                  </a:cubicBezTo>
                  <a:cubicBezTo>
                    <a:pt x="3834" y="42246"/>
                    <a:pt x="6360" y="42550"/>
                    <a:pt x="9049" y="42595"/>
                  </a:cubicBezTo>
                  <a:cubicBezTo>
                    <a:pt x="11321" y="42632"/>
                    <a:pt x="13601" y="42650"/>
                    <a:pt x="15862" y="42966"/>
                  </a:cubicBezTo>
                  <a:cubicBezTo>
                    <a:pt x="17766" y="43232"/>
                    <a:pt x="19811" y="43645"/>
                    <a:pt x="21476" y="44925"/>
                  </a:cubicBezTo>
                  <a:cubicBezTo>
                    <a:pt x="22689" y="45858"/>
                    <a:pt x="23822" y="47631"/>
                    <a:pt x="23620" y="49546"/>
                  </a:cubicBezTo>
                  <a:cubicBezTo>
                    <a:pt x="23450" y="51198"/>
                    <a:pt x="22153" y="51995"/>
                    <a:pt x="21013" y="52388"/>
                  </a:cubicBezTo>
                  <a:cubicBezTo>
                    <a:pt x="19769" y="52816"/>
                    <a:pt x="18468" y="52983"/>
                    <a:pt x="17149" y="52983"/>
                  </a:cubicBezTo>
                  <a:cubicBezTo>
                    <a:pt x="14678" y="52983"/>
                    <a:pt x="12147" y="52396"/>
                    <a:pt x="9822" y="51845"/>
                  </a:cubicBezTo>
                  <a:cubicBezTo>
                    <a:pt x="6510" y="51059"/>
                    <a:pt x="3259" y="49899"/>
                    <a:pt x="0" y="48810"/>
                  </a:cubicBezTo>
                  <a:lnTo>
                    <a:pt x="0" y="54602"/>
                  </a:lnTo>
                  <a:cubicBezTo>
                    <a:pt x="5036" y="55007"/>
                    <a:pt x="10079" y="55225"/>
                    <a:pt x="15119" y="55348"/>
                  </a:cubicBezTo>
                  <a:cubicBezTo>
                    <a:pt x="17082" y="55396"/>
                    <a:pt x="19048" y="55423"/>
                    <a:pt x="21015" y="55423"/>
                  </a:cubicBezTo>
                  <a:cubicBezTo>
                    <a:pt x="29997" y="55423"/>
                    <a:pt x="38994" y="54866"/>
                    <a:pt x="47880" y="53219"/>
                  </a:cubicBezTo>
                  <a:cubicBezTo>
                    <a:pt x="52943" y="52282"/>
                    <a:pt x="58028" y="51048"/>
                    <a:pt x="62912" y="49101"/>
                  </a:cubicBezTo>
                  <a:cubicBezTo>
                    <a:pt x="67581" y="47240"/>
                    <a:pt x="72025" y="44594"/>
                    <a:pt x="76326" y="41657"/>
                  </a:cubicBezTo>
                  <a:cubicBezTo>
                    <a:pt x="84683" y="35949"/>
                    <a:pt x="92557" y="29085"/>
                    <a:pt x="101261" y="24207"/>
                  </a:cubicBezTo>
                  <a:cubicBezTo>
                    <a:pt x="110109" y="19249"/>
                    <a:pt x="119692" y="17446"/>
                    <a:pt x="129288" y="16670"/>
                  </a:cubicBezTo>
                  <a:cubicBezTo>
                    <a:pt x="132649" y="16399"/>
                    <a:pt x="136013" y="16271"/>
                    <a:pt x="139377" y="16271"/>
                  </a:cubicBezTo>
                  <a:cubicBezTo>
                    <a:pt x="157478" y="16271"/>
                    <a:pt x="175585" y="19963"/>
                    <a:pt x="193212" y="24804"/>
                  </a:cubicBezTo>
                  <a:cubicBezTo>
                    <a:pt x="203630" y="27665"/>
                    <a:pt x="214279" y="30372"/>
                    <a:pt x="224304" y="35040"/>
                  </a:cubicBezTo>
                  <a:cubicBezTo>
                    <a:pt x="227597" y="36575"/>
                    <a:pt x="230795" y="38437"/>
                    <a:pt x="233942" y="40411"/>
                  </a:cubicBezTo>
                  <a:lnTo>
                    <a:pt x="233942" y="31703"/>
                  </a:lnTo>
                  <a:cubicBezTo>
                    <a:pt x="228231" y="27859"/>
                    <a:pt x="222155" y="24807"/>
                    <a:pt x="216214" y="21705"/>
                  </a:cubicBezTo>
                  <a:cubicBezTo>
                    <a:pt x="207456" y="17134"/>
                    <a:pt x="198525" y="13002"/>
                    <a:pt x="189487" y="9410"/>
                  </a:cubicBezTo>
                  <a:cubicBezTo>
                    <a:pt x="180687" y="5912"/>
                    <a:pt x="171778" y="2926"/>
                    <a:pt x="162615" y="1437"/>
                  </a:cubicBezTo>
                  <a:cubicBezTo>
                    <a:pt x="156702" y="476"/>
                    <a:pt x="150736" y="1"/>
                    <a:pt x="144772"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0"/>
            <p:cNvSpPr/>
            <p:nvPr/>
          </p:nvSpPr>
          <p:spPr>
            <a:xfrm>
              <a:off x="4312517" y="2474126"/>
              <a:ext cx="4960169" cy="2176352"/>
            </a:xfrm>
            <a:custGeom>
              <a:rect b="b" l="l" r="r" t="t"/>
              <a:pathLst>
                <a:path extrusionOk="0" h="54385" w="123950">
                  <a:moveTo>
                    <a:pt x="25687" y="0"/>
                  </a:moveTo>
                  <a:cubicBezTo>
                    <a:pt x="25613" y="0"/>
                    <a:pt x="25540" y="0"/>
                    <a:pt x="25467" y="0"/>
                  </a:cubicBezTo>
                  <a:cubicBezTo>
                    <a:pt x="22189" y="8"/>
                    <a:pt x="18895" y="286"/>
                    <a:pt x="15653" y="893"/>
                  </a:cubicBezTo>
                  <a:cubicBezTo>
                    <a:pt x="12106" y="1558"/>
                    <a:pt x="8455" y="2579"/>
                    <a:pt x="5276" y="4757"/>
                  </a:cubicBezTo>
                  <a:cubicBezTo>
                    <a:pt x="2358" y="6754"/>
                    <a:pt x="1" y="10011"/>
                    <a:pt x="133" y="14446"/>
                  </a:cubicBezTo>
                  <a:cubicBezTo>
                    <a:pt x="289" y="19675"/>
                    <a:pt x="3866" y="23250"/>
                    <a:pt x="7286" y="25363"/>
                  </a:cubicBezTo>
                  <a:cubicBezTo>
                    <a:pt x="11223" y="27796"/>
                    <a:pt x="15408" y="28684"/>
                    <a:pt x="19651" y="28684"/>
                  </a:cubicBezTo>
                  <a:cubicBezTo>
                    <a:pt x="25154" y="28684"/>
                    <a:pt x="30756" y="27191"/>
                    <a:pt x="36046" y="25632"/>
                  </a:cubicBezTo>
                  <a:cubicBezTo>
                    <a:pt x="41465" y="24035"/>
                    <a:pt x="46862" y="22167"/>
                    <a:pt x="52380" y="21177"/>
                  </a:cubicBezTo>
                  <a:cubicBezTo>
                    <a:pt x="56587" y="20424"/>
                    <a:pt x="60828" y="20023"/>
                    <a:pt x="65073" y="20023"/>
                  </a:cubicBezTo>
                  <a:cubicBezTo>
                    <a:pt x="66363" y="20023"/>
                    <a:pt x="67654" y="20060"/>
                    <a:pt x="68944" y="20135"/>
                  </a:cubicBezTo>
                  <a:cubicBezTo>
                    <a:pt x="79965" y="20783"/>
                    <a:pt x="90870" y="24103"/>
                    <a:pt x="100937" y="29809"/>
                  </a:cubicBezTo>
                  <a:cubicBezTo>
                    <a:pt x="105755" y="32540"/>
                    <a:pt x="110519" y="35684"/>
                    <a:pt x="114557" y="40038"/>
                  </a:cubicBezTo>
                  <a:cubicBezTo>
                    <a:pt x="118056" y="43811"/>
                    <a:pt x="120978" y="48359"/>
                    <a:pt x="123419" y="53277"/>
                  </a:cubicBezTo>
                  <a:cubicBezTo>
                    <a:pt x="123600" y="53644"/>
                    <a:pt x="123773" y="54016"/>
                    <a:pt x="123950" y="54384"/>
                  </a:cubicBezTo>
                  <a:lnTo>
                    <a:pt x="123950" y="30590"/>
                  </a:lnTo>
                  <a:cubicBezTo>
                    <a:pt x="115011" y="23740"/>
                    <a:pt x="104675" y="20070"/>
                    <a:pt x="94699" y="16430"/>
                  </a:cubicBezTo>
                  <a:cubicBezTo>
                    <a:pt x="83278" y="12265"/>
                    <a:pt x="71945" y="7950"/>
                    <a:pt x="60279" y="4996"/>
                  </a:cubicBezTo>
                  <a:cubicBezTo>
                    <a:pt x="48938" y="2125"/>
                    <a:pt x="37275" y="0"/>
                    <a:pt x="25687"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0"/>
            <p:cNvSpPr/>
            <p:nvPr/>
          </p:nvSpPr>
          <p:spPr>
            <a:xfrm>
              <a:off x="-89101" y="3255999"/>
              <a:ext cx="4579363" cy="1972262"/>
            </a:xfrm>
            <a:custGeom>
              <a:rect b="b" l="l" r="r" t="t"/>
              <a:pathLst>
                <a:path extrusionOk="0" h="49285" w="114434">
                  <a:moveTo>
                    <a:pt x="97111" y="0"/>
                  </a:moveTo>
                  <a:cubicBezTo>
                    <a:pt x="92375" y="0"/>
                    <a:pt x="88229" y="4066"/>
                    <a:pt x="85079" y="8725"/>
                  </a:cubicBezTo>
                  <a:cubicBezTo>
                    <a:pt x="81036" y="14698"/>
                    <a:pt x="78056" y="22263"/>
                    <a:pt x="72346" y="26006"/>
                  </a:cubicBezTo>
                  <a:cubicBezTo>
                    <a:pt x="69011" y="28192"/>
                    <a:pt x="65286" y="29191"/>
                    <a:pt x="61597" y="29874"/>
                  </a:cubicBezTo>
                  <a:cubicBezTo>
                    <a:pt x="57172" y="30696"/>
                    <a:pt x="52733" y="31343"/>
                    <a:pt x="48270" y="31736"/>
                  </a:cubicBezTo>
                  <a:cubicBezTo>
                    <a:pt x="43819" y="32127"/>
                    <a:pt x="39334" y="32342"/>
                    <a:pt x="34849" y="32342"/>
                  </a:cubicBezTo>
                  <a:cubicBezTo>
                    <a:pt x="29827" y="32342"/>
                    <a:pt x="24804" y="32073"/>
                    <a:pt x="19828" y="31484"/>
                  </a:cubicBezTo>
                  <a:cubicBezTo>
                    <a:pt x="13156" y="30694"/>
                    <a:pt x="6527" y="29288"/>
                    <a:pt x="0" y="27342"/>
                  </a:cubicBezTo>
                  <a:lnTo>
                    <a:pt x="0" y="45284"/>
                  </a:lnTo>
                  <a:cubicBezTo>
                    <a:pt x="0" y="47494"/>
                    <a:pt x="1415" y="49285"/>
                    <a:pt x="3161" y="49285"/>
                  </a:cubicBezTo>
                  <a:lnTo>
                    <a:pt x="54554" y="49285"/>
                  </a:lnTo>
                  <a:cubicBezTo>
                    <a:pt x="57524" y="43691"/>
                    <a:pt x="61460" y="38933"/>
                    <a:pt x="66165" y="35699"/>
                  </a:cubicBezTo>
                  <a:cubicBezTo>
                    <a:pt x="74007" y="30307"/>
                    <a:pt x="82814" y="29860"/>
                    <a:pt x="91444" y="28199"/>
                  </a:cubicBezTo>
                  <a:cubicBezTo>
                    <a:pt x="94850" y="27544"/>
                    <a:pt x="98284" y="26656"/>
                    <a:pt x="101576" y="25345"/>
                  </a:cubicBezTo>
                  <a:cubicBezTo>
                    <a:pt x="104402" y="24220"/>
                    <a:pt x="107468" y="22637"/>
                    <a:pt x="109397" y="19658"/>
                  </a:cubicBezTo>
                  <a:cubicBezTo>
                    <a:pt x="114434" y="11884"/>
                    <a:pt x="106261" y="3395"/>
                    <a:pt x="100927" y="890"/>
                  </a:cubicBezTo>
                  <a:cubicBezTo>
                    <a:pt x="99620" y="276"/>
                    <a:pt x="98345" y="0"/>
                    <a:pt x="9711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0"/>
            <p:cNvSpPr/>
            <p:nvPr/>
          </p:nvSpPr>
          <p:spPr>
            <a:xfrm>
              <a:off x="2774626" y="4515847"/>
              <a:ext cx="4319449" cy="712432"/>
            </a:xfrm>
            <a:custGeom>
              <a:rect b="b" l="l" r="r" t="t"/>
              <a:pathLst>
                <a:path extrusionOk="0" h="17803" w="107939">
                  <a:moveTo>
                    <a:pt x="27543" y="0"/>
                  </a:moveTo>
                  <a:cubicBezTo>
                    <a:pt x="27240" y="0"/>
                    <a:pt x="26937" y="6"/>
                    <a:pt x="26634" y="18"/>
                  </a:cubicBezTo>
                  <a:cubicBezTo>
                    <a:pt x="24027" y="121"/>
                    <a:pt x="21392" y="745"/>
                    <a:pt x="19094" y="2364"/>
                  </a:cubicBezTo>
                  <a:cubicBezTo>
                    <a:pt x="18481" y="2797"/>
                    <a:pt x="16577" y="4050"/>
                    <a:pt x="17537" y="5118"/>
                  </a:cubicBezTo>
                  <a:cubicBezTo>
                    <a:pt x="18117" y="5762"/>
                    <a:pt x="19161" y="5928"/>
                    <a:pt x="19890" y="6091"/>
                  </a:cubicBezTo>
                  <a:cubicBezTo>
                    <a:pt x="23855" y="6979"/>
                    <a:pt x="27949" y="6569"/>
                    <a:pt x="31949" y="6998"/>
                  </a:cubicBezTo>
                  <a:cubicBezTo>
                    <a:pt x="35180" y="7344"/>
                    <a:pt x="39652" y="7834"/>
                    <a:pt x="41798" y="11379"/>
                  </a:cubicBezTo>
                  <a:cubicBezTo>
                    <a:pt x="41873" y="11504"/>
                    <a:pt x="41874" y="11697"/>
                    <a:pt x="41748" y="11777"/>
                  </a:cubicBezTo>
                  <a:cubicBezTo>
                    <a:pt x="40684" y="12461"/>
                    <a:pt x="39488" y="12703"/>
                    <a:pt x="38262" y="12703"/>
                  </a:cubicBezTo>
                  <a:cubicBezTo>
                    <a:pt x="36542" y="12703"/>
                    <a:pt x="34763" y="12227"/>
                    <a:pt x="33207" y="11823"/>
                  </a:cubicBezTo>
                  <a:cubicBezTo>
                    <a:pt x="31601" y="11407"/>
                    <a:pt x="30013" y="10894"/>
                    <a:pt x="28412" y="10466"/>
                  </a:cubicBezTo>
                  <a:cubicBezTo>
                    <a:pt x="26593" y="9980"/>
                    <a:pt x="24742" y="9711"/>
                    <a:pt x="22919" y="9248"/>
                  </a:cubicBezTo>
                  <a:cubicBezTo>
                    <a:pt x="18811" y="8207"/>
                    <a:pt x="14751" y="6811"/>
                    <a:pt x="10581" y="6185"/>
                  </a:cubicBezTo>
                  <a:cubicBezTo>
                    <a:pt x="9499" y="6023"/>
                    <a:pt x="8286" y="5852"/>
                    <a:pt x="7075" y="5852"/>
                  </a:cubicBezTo>
                  <a:cubicBezTo>
                    <a:pt x="5505" y="5852"/>
                    <a:pt x="3938" y="6139"/>
                    <a:pt x="2667" y="7101"/>
                  </a:cubicBezTo>
                  <a:cubicBezTo>
                    <a:pt x="702" y="8588"/>
                    <a:pt x="1" y="12230"/>
                    <a:pt x="827" y="14868"/>
                  </a:cubicBezTo>
                  <a:cubicBezTo>
                    <a:pt x="1191" y="16035"/>
                    <a:pt x="1835" y="16995"/>
                    <a:pt x="2588" y="17803"/>
                  </a:cubicBezTo>
                  <a:lnTo>
                    <a:pt x="107349" y="17803"/>
                  </a:lnTo>
                  <a:cubicBezTo>
                    <a:pt x="107939" y="14229"/>
                    <a:pt x="104542" y="9947"/>
                    <a:pt x="102361" y="8404"/>
                  </a:cubicBezTo>
                  <a:cubicBezTo>
                    <a:pt x="99751" y="6560"/>
                    <a:pt x="96718" y="5974"/>
                    <a:pt x="93716" y="5974"/>
                  </a:cubicBezTo>
                  <a:cubicBezTo>
                    <a:pt x="92496" y="5974"/>
                    <a:pt x="91282" y="6070"/>
                    <a:pt x="90103" y="6219"/>
                  </a:cubicBezTo>
                  <a:cubicBezTo>
                    <a:pt x="87978" y="6486"/>
                    <a:pt x="85895" y="7048"/>
                    <a:pt x="83786" y="7444"/>
                  </a:cubicBezTo>
                  <a:cubicBezTo>
                    <a:pt x="81051" y="7961"/>
                    <a:pt x="78295" y="8278"/>
                    <a:pt x="75534" y="8442"/>
                  </a:cubicBezTo>
                  <a:cubicBezTo>
                    <a:pt x="74026" y="8532"/>
                    <a:pt x="72516" y="8576"/>
                    <a:pt x="71005" y="8576"/>
                  </a:cubicBezTo>
                  <a:cubicBezTo>
                    <a:pt x="66567" y="8576"/>
                    <a:pt x="62125" y="8194"/>
                    <a:pt x="57730" y="7447"/>
                  </a:cubicBezTo>
                  <a:cubicBezTo>
                    <a:pt x="52546" y="6565"/>
                    <a:pt x="47524" y="4962"/>
                    <a:pt x="42478" y="3264"/>
                  </a:cubicBezTo>
                  <a:cubicBezTo>
                    <a:pt x="37619" y="1632"/>
                    <a:pt x="32605" y="0"/>
                    <a:pt x="27543"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0"/>
            <p:cNvSpPr/>
            <p:nvPr/>
          </p:nvSpPr>
          <p:spPr>
            <a:xfrm>
              <a:off x="8048796" y="4511685"/>
              <a:ext cx="658408" cy="716833"/>
            </a:xfrm>
            <a:custGeom>
              <a:rect b="b" l="l" r="r" t="t"/>
              <a:pathLst>
                <a:path extrusionOk="0" h="17913" w="16453">
                  <a:moveTo>
                    <a:pt x="3031" y="0"/>
                  </a:moveTo>
                  <a:cubicBezTo>
                    <a:pt x="3004" y="0"/>
                    <a:pt x="2977" y="1"/>
                    <a:pt x="2950" y="2"/>
                  </a:cubicBezTo>
                  <a:cubicBezTo>
                    <a:pt x="1" y="132"/>
                    <a:pt x="2474" y="3624"/>
                    <a:pt x="3374" y="4819"/>
                  </a:cubicBezTo>
                  <a:cubicBezTo>
                    <a:pt x="5353" y="7446"/>
                    <a:pt x="8065" y="13097"/>
                    <a:pt x="8485" y="17912"/>
                  </a:cubicBezTo>
                  <a:lnTo>
                    <a:pt x="16452" y="17912"/>
                  </a:lnTo>
                  <a:cubicBezTo>
                    <a:pt x="15488" y="16742"/>
                    <a:pt x="14559" y="15523"/>
                    <a:pt x="13682" y="14232"/>
                  </a:cubicBezTo>
                  <a:cubicBezTo>
                    <a:pt x="11356" y="10805"/>
                    <a:pt x="9597" y="6836"/>
                    <a:pt x="7171" y="3507"/>
                  </a:cubicBezTo>
                  <a:cubicBezTo>
                    <a:pt x="6176" y="2144"/>
                    <a:pt x="4651" y="0"/>
                    <a:pt x="303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0"/>
            <p:cNvSpPr/>
            <p:nvPr/>
          </p:nvSpPr>
          <p:spPr>
            <a:xfrm>
              <a:off x="4946282" y="3681071"/>
              <a:ext cx="4326332" cy="1547277"/>
            </a:xfrm>
            <a:custGeom>
              <a:rect b="b" l="l" r="r" t="t"/>
              <a:pathLst>
                <a:path extrusionOk="0" h="38665" w="108111">
                  <a:moveTo>
                    <a:pt x="45814" y="1"/>
                  </a:moveTo>
                  <a:cubicBezTo>
                    <a:pt x="35137" y="1"/>
                    <a:pt x="24388" y="2076"/>
                    <a:pt x="14090" y="5571"/>
                  </a:cubicBezTo>
                  <a:cubicBezTo>
                    <a:pt x="10624" y="6748"/>
                    <a:pt x="7061" y="8059"/>
                    <a:pt x="3946" y="10366"/>
                  </a:cubicBezTo>
                  <a:cubicBezTo>
                    <a:pt x="2615" y="11352"/>
                    <a:pt x="1078" y="12695"/>
                    <a:pt x="565" y="14641"/>
                  </a:cubicBezTo>
                  <a:cubicBezTo>
                    <a:pt x="1" y="16782"/>
                    <a:pt x="1151" y="18845"/>
                    <a:pt x="2414" y="20142"/>
                  </a:cubicBezTo>
                  <a:cubicBezTo>
                    <a:pt x="4524" y="22313"/>
                    <a:pt x="7328" y="22930"/>
                    <a:pt x="10110" y="22930"/>
                  </a:cubicBezTo>
                  <a:cubicBezTo>
                    <a:pt x="11691" y="22930"/>
                    <a:pt x="13266" y="22730"/>
                    <a:pt x="14702" y="22504"/>
                  </a:cubicBezTo>
                  <a:cubicBezTo>
                    <a:pt x="19304" y="21780"/>
                    <a:pt x="23791" y="20252"/>
                    <a:pt x="28307" y="18979"/>
                  </a:cubicBezTo>
                  <a:cubicBezTo>
                    <a:pt x="31469" y="18088"/>
                    <a:pt x="34583" y="17727"/>
                    <a:pt x="37812" y="17553"/>
                  </a:cubicBezTo>
                  <a:cubicBezTo>
                    <a:pt x="39567" y="17460"/>
                    <a:pt x="41324" y="17409"/>
                    <a:pt x="43081" y="17409"/>
                  </a:cubicBezTo>
                  <a:cubicBezTo>
                    <a:pt x="45289" y="17409"/>
                    <a:pt x="47497" y="17490"/>
                    <a:pt x="49701" y="17670"/>
                  </a:cubicBezTo>
                  <a:cubicBezTo>
                    <a:pt x="53900" y="18013"/>
                    <a:pt x="58120" y="18692"/>
                    <a:pt x="62182" y="20121"/>
                  </a:cubicBezTo>
                  <a:cubicBezTo>
                    <a:pt x="65643" y="21338"/>
                    <a:pt x="69140" y="23140"/>
                    <a:pt x="71836" y="26229"/>
                  </a:cubicBezTo>
                  <a:cubicBezTo>
                    <a:pt x="74556" y="29344"/>
                    <a:pt x="76197" y="34210"/>
                    <a:pt x="75759" y="38664"/>
                  </a:cubicBezTo>
                  <a:lnTo>
                    <a:pt x="85535" y="38664"/>
                  </a:lnTo>
                  <a:cubicBezTo>
                    <a:pt x="85296" y="35981"/>
                    <a:pt x="84353" y="33119"/>
                    <a:pt x="83500" y="31067"/>
                  </a:cubicBezTo>
                  <a:cubicBezTo>
                    <a:pt x="82723" y="29197"/>
                    <a:pt x="81831" y="27538"/>
                    <a:pt x="80681" y="26012"/>
                  </a:cubicBezTo>
                  <a:cubicBezTo>
                    <a:pt x="79935" y="25023"/>
                    <a:pt x="78306" y="23246"/>
                    <a:pt x="78633" y="21650"/>
                  </a:cubicBezTo>
                  <a:cubicBezTo>
                    <a:pt x="78840" y="20643"/>
                    <a:pt x="79649" y="20281"/>
                    <a:pt x="80449" y="20281"/>
                  </a:cubicBezTo>
                  <a:cubicBezTo>
                    <a:pt x="80893" y="20281"/>
                    <a:pt x="81334" y="20392"/>
                    <a:pt x="81670" y="20567"/>
                  </a:cubicBezTo>
                  <a:cubicBezTo>
                    <a:pt x="83214" y="21372"/>
                    <a:pt x="84460" y="23111"/>
                    <a:pt x="85532" y="24674"/>
                  </a:cubicBezTo>
                  <a:cubicBezTo>
                    <a:pt x="88081" y="28395"/>
                    <a:pt x="90008" y="32694"/>
                    <a:pt x="92680" y="36288"/>
                  </a:cubicBezTo>
                  <a:cubicBezTo>
                    <a:pt x="93289" y="37105"/>
                    <a:pt x="93919" y="37895"/>
                    <a:pt x="94562" y="38663"/>
                  </a:cubicBezTo>
                  <a:lnTo>
                    <a:pt x="104952" y="38663"/>
                  </a:lnTo>
                  <a:cubicBezTo>
                    <a:pt x="106677" y="38663"/>
                    <a:pt x="108077" y="36912"/>
                    <a:pt x="108110" y="34738"/>
                  </a:cubicBezTo>
                  <a:cubicBezTo>
                    <a:pt x="104684" y="32047"/>
                    <a:pt x="101346" y="29175"/>
                    <a:pt x="98018" y="26250"/>
                  </a:cubicBezTo>
                  <a:cubicBezTo>
                    <a:pt x="92264" y="21194"/>
                    <a:pt x="86645" y="15791"/>
                    <a:pt x="80705" y="11085"/>
                  </a:cubicBezTo>
                  <a:cubicBezTo>
                    <a:pt x="70628" y="3099"/>
                    <a:pt x="58598" y="156"/>
                    <a:pt x="46845" y="7"/>
                  </a:cubicBezTo>
                  <a:cubicBezTo>
                    <a:pt x="46501" y="3"/>
                    <a:pt x="46158" y="1"/>
                    <a:pt x="45814"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0"/>
            <p:cNvSpPr/>
            <p:nvPr/>
          </p:nvSpPr>
          <p:spPr>
            <a:xfrm>
              <a:off x="5076700" y="-2354598"/>
              <a:ext cx="4335896" cy="796099"/>
            </a:xfrm>
            <a:custGeom>
              <a:rect b="b" l="l" r="r" t="t"/>
              <a:pathLst>
                <a:path extrusionOk="0" h="27758" w="108350">
                  <a:moveTo>
                    <a:pt x="51648" y="1"/>
                  </a:moveTo>
                  <a:cubicBezTo>
                    <a:pt x="50846" y="407"/>
                    <a:pt x="50018" y="729"/>
                    <a:pt x="49203" y="1014"/>
                  </a:cubicBezTo>
                  <a:cubicBezTo>
                    <a:pt x="42065" y="3506"/>
                    <a:pt x="34586" y="3501"/>
                    <a:pt x="27241" y="3584"/>
                  </a:cubicBezTo>
                  <a:cubicBezTo>
                    <a:pt x="20757" y="3656"/>
                    <a:pt x="14163" y="3777"/>
                    <a:pt x="7797" y="5515"/>
                  </a:cubicBezTo>
                  <a:cubicBezTo>
                    <a:pt x="5715" y="6083"/>
                    <a:pt x="3438" y="6902"/>
                    <a:pt x="1858" y="8814"/>
                  </a:cubicBezTo>
                  <a:cubicBezTo>
                    <a:pt x="0" y="11058"/>
                    <a:pt x="83" y="14195"/>
                    <a:pt x="776" y="17107"/>
                  </a:cubicBezTo>
                  <a:cubicBezTo>
                    <a:pt x="2438" y="24097"/>
                    <a:pt x="7861" y="27758"/>
                    <a:pt x="13371" y="27758"/>
                  </a:cubicBezTo>
                  <a:cubicBezTo>
                    <a:pt x="13681" y="27758"/>
                    <a:pt x="13992" y="27746"/>
                    <a:pt x="14303" y="27723"/>
                  </a:cubicBezTo>
                  <a:cubicBezTo>
                    <a:pt x="20922" y="27226"/>
                    <a:pt x="26485" y="22282"/>
                    <a:pt x="32673" y="19847"/>
                  </a:cubicBezTo>
                  <a:cubicBezTo>
                    <a:pt x="36195" y="18461"/>
                    <a:pt x="39879" y="17578"/>
                    <a:pt x="43501" y="16728"/>
                  </a:cubicBezTo>
                  <a:cubicBezTo>
                    <a:pt x="47244" y="15849"/>
                    <a:pt x="51012" y="15131"/>
                    <a:pt x="54789" y="14515"/>
                  </a:cubicBezTo>
                  <a:cubicBezTo>
                    <a:pt x="62223" y="13302"/>
                    <a:pt x="69695" y="12486"/>
                    <a:pt x="77160" y="11610"/>
                  </a:cubicBezTo>
                  <a:cubicBezTo>
                    <a:pt x="86796" y="10479"/>
                    <a:pt x="96503" y="9420"/>
                    <a:pt x="106195" y="9420"/>
                  </a:cubicBezTo>
                  <a:cubicBezTo>
                    <a:pt x="106913" y="9420"/>
                    <a:pt x="107630" y="9426"/>
                    <a:pt x="108348" y="9438"/>
                  </a:cubicBezTo>
                  <a:lnTo>
                    <a:pt x="108348" y="4002"/>
                  </a:lnTo>
                  <a:cubicBezTo>
                    <a:pt x="108350" y="1793"/>
                    <a:pt x="106935" y="1"/>
                    <a:pt x="105190" y="1"/>
                  </a:cubicBezTo>
                  <a:lnTo>
                    <a:pt x="90762" y="1"/>
                  </a:lnTo>
                  <a:cubicBezTo>
                    <a:pt x="89703" y="1934"/>
                    <a:pt x="88395" y="3470"/>
                    <a:pt x="86599" y="4557"/>
                  </a:cubicBezTo>
                  <a:cubicBezTo>
                    <a:pt x="83877" y="6208"/>
                    <a:pt x="80880" y="7099"/>
                    <a:pt x="77918" y="7745"/>
                  </a:cubicBezTo>
                  <a:cubicBezTo>
                    <a:pt x="74349" y="8524"/>
                    <a:pt x="70756" y="9202"/>
                    <a:pt x="67162" y="9801"/>
                  </a:cubicBezTo>
                  <a:cubicBezTo>
                    <a:pt x="59627" y="11058"/>
                    <a:pt x="52047" y="11784"/>
                    <a:pt x="44534" y="13253"/>
                  </a:cubicBezTo>
                  <a:cubicBezTo>
                    <a:pt x="40916" y="13963"/>
                    <a:pt x="37300" y="14822"/>
                    <a:pt x="33793" y="16179"/>
                  </a:cubicBezTo>
                  <a:cubicBezTo>
                    <a:pt x="31120" y="17214"/>
                    <a:pt x="28648" y="18964"/>
                    <a:pt x="26050" y="20259"/>
                  </a:cubicBezTo>
                  <a:cubicBezTo>
                    <a:pt x="24092" y="21236"/>
                    <a:pt x="21957" y="22126"/>
                    <a:pt x="19819" y="22126"/>
                  </a:cubicBezTo>
                  <a:cubicBezTo>
                    <a:pt x="19398" y="22126"/>
                    <a:pt x="18976" y="22091"/>
                    <a:pt x="18556" y="22016"/>
                  </a:cubicBezTo>
                  <a:cubicBezTo>
                    <a:pt x="16742" y="21690"/>
                    <a:pt x="14667" y="20360"/>
                    <a:pt x="13727" y="18271"/>
                  </a:cubicBezTo>
                  <a:cubicBezTo>
                    <a:pt x="12111" y="14673"/>
                    <a:pt x="16343" y="12032"/>
                    <a:pt x="18335" y="10924"/>
                  </a:cubicBezTo>
                  <a:cubicBezTo>
                    <a:pt x="29038" y="4972"/>
                    <a:pt x="41116" y="7214"/>
                    <a:pt x="52462" y="6363"/>
                  </a:cubicBezTo>
                  <a:cubicBezTo>
                    <a:pt x="56489" y="6062"/>
                    <a:pt x="60477" y="5377"/>
                    <a:pt x="64377" y="4066"/>
                  </a:cubicBezTo>
                  <a:cubicBezTo>
                    <a:pt x="66858" y="3233"/>
                    <a:pt x="69388" y="2647"/>
                    <a:pt x="71900" y="1973"/>
                  </a:cubicBezTo>
                  <a:cubicBezTo>
                    <a:pt x="74066" y="1391"/>
                    <a:pt x="76235" y="775"/>
                    <a:pt x="78366"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0"/>
            <p:cNvSpPr/>
            <p:nvPr/>
          </p:nvSpPr>
          <p:spPr>
            <a:xfrm>
              <a:off x="-97224" y="-1965635"/>
              <a:ext cx="3996027" cy="864218"/>
            </a:xfrm>
            <a:custGeom>
              <a:rect b="b" l="l" r="r" t="t"/>
              <a:pathLst>
                <a:path extrusionOk="0" h="21596" w="99857">
                  <a:moveTo>
                    <a:pt x="65198" y="399"/>
                  </a:moveTo>
                  <a:cubicBezTo>
                    <a:pt x="72321" y="399"/>
                    <a:pt x="79621" y="1791"/>
                    <a:pt x="86922" y="4550"/>
                  </a:cubicBezTo>
                  <a:cubicBezTo>
                    <a:pt x="89575" y="5554"/>
                    <a:pt x="92653" y="6864"/>
                    <a:pt x="95348" y="8979"/>
                  </a:cubicBezTo>
                  <a:cubicBezTo>
                    <a:pt x="98235" y="11247"/>
                    <a:pt x="99428" y="13677"/>
                    <a:pt x="98898" y="16206"/>
                  </a:cubicBezTo>
                  <a:cubicBezTo>
                    <a:pt x="98311" y="18994"/>
                    <a:pt x="95759" y="19972"/>
                    <a:pt x="93599" y="20511"/>
                  </a:cubicBezTo>
                  <a:cubicBezTo>
                    <a:pt x="91491" y="21039"/>
                    <a:pt x="89309" y="21193"/>
                    <a:pt x="87246" y="21193"/>
                  </a:cubicBezTo>
                  <a:cubicBezTo>
                    <a:pt x="86217" y="21193"/>
                    <a:pt x="85218" y="21155"/>
                    <a:pt x="84273" y="21106"/>
                  </a:cubicBezTo>
                  <a:cubicBezTo>
                    <a:pt x="78503" y="20800"/>
                    <a:pt x="72921" y="19852"/>
                    <a:pt x="67683" y="18295"/>
                  </a:cubicBezTo>
                  <a:cubicBezTo>
                    <a:pt x="64541" y="17362"/>
                    <a:pt x="61400" y="16083"/>
                    <a:pt x="58362" y="14847"/>
                  </a:cubicBezTo>
                  <a:cubicBezTo>
                    <a:pt x="53266" y="12773"/>
                    <a:pt x="47995" y="10628"/>
                    <a:pt x="42530" y="10025"/>
                  </a:cubicBezTo>
                  <a:cubicBezTo>
                    <a:pt x="41682" y="9932"/>
                    <a:pt x="40859" y="9885"/>
                    <a:pt x="40058" y="9885"/>
                  </a:cubicBezTo>
                  <a:cubicBezTo>
                    <a:pt x="36646" y="9885"/>
                    <a:pt x="33636" y="10728"/>
                    <a:pt x="31087" y="12400"/>
                  </a:cubicBezTo>
                  <a:cubicBezTo>
                    <a:pt x="26728" y="15269"/>
                    <a:pt x="22197" y="17122"/>
                    <a:pt x="17235" y="18071"/>
                  </a:cubicBezTo>
                  <a:cubicBezTo>
                    <a:pt x="13172" y="18848"/>
                    <a:pt x="9086" y="19070"/>
                    <a:pt x="5424" y="19070"/>
                  </a:cubicBezTo>
                  <a:cubicBezTo>
                    <a:pt x="3631" y="19070"/>
                    <a:pt x="1941" y="19017"/>
                    <a:pt x="403" y="18949"/>
                  </a:cubicBezTo>
                  <a:lnTo>
                    <a:pt x="403" y="11532"/>
                  </a:lnTo>
                  <a:cubicBezTo>
                    <a:pt x="2361" y="12661"/>
                    <a:pt x="4594" y="13456"/>
                    <a:pt x="7045" y="13900"/>
                  </a:cubicBezTo>
                  <a:cubicBezTo>
                    <a:pt x="8672" y="14195"/>
                    <a:pt x="10356" y="14343"/>
                    <a:pt x="12121" y="14343"/>
                  </a:cubicBezTo>
                  <a:cubicBezTo>
                    <a:pt x="13968" y="14343"/>
                    <a:pt x="15904" y="14181"/>
                    <a:pt x="17957" y="13858"/>
                  </a:cubicBezTo>
                  <a:cubicBezTo>
                    <a:pt x="23076" y="13055"/>
                    <a:pt x="27790" y="10978"/>
                    <a:pt x="32121" y="8853"/>
                  </a:cubicBezTo>
                  <a:lnTo>
                    <a:pt x="32595" y="8620"/>
                  </a:lnTo>
                  <a:cubicBezTo>
                    <a:pt x="37243" y="6337"/>
                    <a:pt x="42049" y="3980"/>
                    <a:pt x="47066" y="2784"/>
                  </a:cubicBezTo>
                  <a:cubicBezTo>
                    <a:pt x="53031" y="1361"/>
                    <a:pt x="58397" y="590"/>
                    <a:pt x="63469" y="426"/>
                  </a:cubicBezTo>
                  <a:cubicBezTo>
                    <a:pt x="64044" y="408"/>
                    <a:pt x="64620" y="399"/>
                    <a:pt x="65198" y="399"/>
                  </a:cubicBezTo>
                  <a:close/>
                  <a:moveTo>
                    <a:pt x="65203" y="1"/>
                  </a:moveTo>
                  <a:cubicBezTo>
                    <a:pt x="64619" y="1"/>
                    <a:pt x="64036" y="10"/>
                    <a:pt x="63455" y="29"/>
                  </a:cubicBezTo>
                  <a:cubicBezTo>
                    <a:pt x="58355" y="192"/>
                    <a:pt x="52963" y="968"/>
                    <a:pt x="46970" y="2396"/>
                  </a:cubicBezTo>
                  <a:cubicBezTo>
                    <a:pt x="41911" y="3604"/>
                    <a:pt x="37084" y="5971"/>
                    <a:pt x="32416" y="8263"/>
                  </a:cubicBezTo>
                  <a:lnTo>
                    <a:pt x="31942" y="8496"/>
                  </a:lnTo>
                  <a:cubicBezTo>
                    <a:pt x="27640" y="10606"/>
                    <a:pt x="22957" y="12670"/>
                    <a:pt x="17892" y="13466"/>
                  </a:cubicBezTo>
                  <a:cubicBezTo>
                    <a:pt x="15860" y="13785"/>
                    <a:pt x="13946" y="13945"/>
                    <a:pt x="12120" y="13945"/>
                  </a:cubicBezTo>
                  <a:cubicBezTo>
                    <a:pt x="10379" y="13945"/>
                    <a:pt x="8719" y="13799"/>
                    <a:pt x="7116" y="13508"/>
                  </a:cubicBezTo>
                  <a:cubicBezTo>
                    <a:pt x="4584" y="13050"/>
                    <a:pt x="2294" y="12211"/>
                    <a:pt x="305" y="11012"/>
                  </a:cubicBezTo>
                  <a:lnTo>
                    <a:pt x="0" y="10828"/>
                  </a:lnTo>
                  <a:lnTo>
                    <a:pt x="0" y="19337"/>
                  </a:lnTo>
                  <a:lnTo>
                    <a:pt x="193" y="19345"/>
                  </a:lnTo>
                  <a:cubicBezTo>
                    <a:pt x="1788" y="19417"/>
                    <a:pt x="3552" y="19474"/>
                    <a:pt x="5427" y="19474"/>
                  </a:cubicBezTo>
                  <a:cubicBezTo>
                    <a:pt x="9110" y="19474"/>
                    <a:pt x="13220" y="19251"/>
                    <a:pt x="17311" y="18469"/>
                  </a:cubicBezTo>
                  <a:cubicBezTo>
                    <a:pt x="22324" y="17509"/>
                    <a:pt x="26904" y="15636"/>
                    <a:pt x="31309" y="12740"/>
                  </a:cubicBezTo>
                  <a:cubicBezTo>
                    <a:pt x="33791" y="11110"/>
                    <a:pt x="36725" y="10287"/>
                    <a:pt x="40058" y="10287"/>
                  </a:cubicBezTo>
                  <a:cubicBezTo>
                    <a:pt x="40845" y="10287"/>
                    <a:pt x="41654" y="10333"/>
                    <a:pt x="42485" y="10425"/>
                  </a:cubicBezTo>
                  <a:cubicBezTo>
                    <a:pt x="47895" y="11021"/>
                    <a:pt x="53139" y="13156"/>
                    <a:pt x="58211" y="15220"/>
                  </a:cubicBezTo>
                  <a:cubicBezTo>
                    <a:pt x="61257" y="16459"/>
                    <a:pt x="64408" y="17742"/>
                    <a:pt x="67568" y="18681"/>
                  </a:cubicBezTo>
                  <a:cubicBezTo>
                    <a:pt x="72838" y="20248"/>
                    <a:pt x="78452" y="21200"/>
                    <a:pt x="84253" y="21507"/>
                  </a:cubicBezTo>
                  <a:cubicBezTo>
                    <a:pt x="85207" y="21557"/>
                    <a:pt x="86216" y="21596"/>
                    <a:pt x="87255" y="21596"/>
                  </a:cubicBezTo>
                  <a:cubicBezTo>
                    <a:pt x="89341" y="21596"/>
                    <a:pt x="91554" y="21438"/>
                    <a:pt x="93697" y="20904"/>
                  </a:cubicBezTo>
                  <a:cubicBezTo>
                    <a:pt x="95795" y="20381"/>
                    <a:pt x="98654" y="19332"/>
                    <a:pt x="99293" y="16292"/>
                  </a:cubicBezTo>
                  <a:cubicBezTo>
                    <a:pt x="99857" y="13600"/>
                    <a:pt x="98614" y="11035"/>
                    <a:pt x="95596" y="8666"/>
                  </a:cubicBezTo>
                  <a:cubicBezTo>
                    <a:pt x="92859" y="6520"/>
                    <a:pt x="89747" y="5193"/>
                    <a:pt x="87062" y="4178"/>
                  </a:cubicBezTo>
                  <a:cubicBezTo>
                    <a:pt x="79719" y="1402"/>
                    <a:pt x="72371" y="1"/>
                    <a:pt x="652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 name="Google Shape;967;p30"/>
            <p:cNvGrpSpPr/>
            <p:nvPr/>
          </p:nvGrpSpPr>
          <p:grpSpPr>
            <a:xfrm>
              <a:off x="-97224" y="-2508600"/>
              <a:ext cx="9377821" cy="2147740"/>
              <a:chOff x="-97224" y="-2508600"/>
              <a:chExt cx="9377821" cy="2147740"/>
            </a:xfrm>
          </p:grpSpPr>
          <p:sp>
            <p:nvSpPr>
              <p:cNvPr id="968" name="Google Shape;968;p30"/>
              <p:cNvSpPr/>
              <p:nvPr/>
            </p:nvSpPr>
            <p:spPr>
              <a:xfrm>
                <a:off x="-89101" y="-2436047"/>
                <a:ext cx="9361814" cy="2075187"/>
              </a:xfrm>
              <a:custGeom>
                <a:rect b="b" l="l" r="r" t="t"/>
                <a:pathLst>
                  <a:path extrusionOk="0" h="51857" w="233943">
                    <a:moveTo>
                      <a:pt x="114254" y="0"/>
                    </a:moveTo>
                    <a:cubicBezTo>
                      <a:pt x="113814" y="3337"/>
                      <a:pt x="107760" y="3970"/>
                      <a:pt x="105882" y="4185"/>
                    </a:cubicBezTo>
                    <a:cubicBezTo>
                      <a:pt x="103480" y="4463"/>
                      <a:pt x="101037" y="4580"/>
                      <a:pt x="98593" y="4580"/>
                    </a:cubicBezTo>
                    <a:cubicBezTo>
                      <a:pt x="96187" y="4580"/>
                      <a:pt x="93780" y="4466"/>
                      <a:pt x="91413" y="4277"/>
                    </a:cubicBezTo>
                    <a:cubicBezTo>
                      <a:pt x="83262" y="3622"/>
                      <a:pt x="75254" y="1586"/>
                      <a:pt x="67197" y="2"/>
                    </a:cubicBezTo>
                    <a:lnTo>
                      <a:pt x="3161" y="2"/>
                    </a:lnTo>
                    <a:cubicBezTo>
                      <a:pt x="1415" y="2"/>
                      <a:pt x="0" y="1794"/>
                      <a:pt x="0" y="4003"/>
                    </a:cubicBezTo>
                    <a:lnTo>
                      <a:pt x="0" y="12983"/>
                    </a:lnTo>
                    <a:cubicBezTo>
                      <a:pt x="752" y="13703"/>
                      <a:pt x="1532" y="14304"/>
                      <a:pt x="2202" y="14753"/>
                    </a:cubicBezTo>
                    <a:cubicBezTo>
                      <a:pt x="5867" y="17202"/>
                      <a:pt x="10108" y="17905"/>
                      <a:pt x="14266" y="17905"/>
                    </a:cubicBezTo>
                    <a:cubicBezTo>
                      <a:pt x="15542" y="17905"/>
                      <a:pt x="16811" y="17839"/>
                      <a:pt x="18052" y="17736"/>
                    </a:cubicBezTo>
                    <a:cubicBezTo>
                      <a:pt x="23329" y="17301"/>
                      <a:pt x="28524" y="16026"/>
                      <a:pt x="33704" y="14740"/>
                    </a:cubicBezTo>
                    <a:cubicBezTo>
                      <a:pt x="40948" y="12940"/>
                      <a:pt x="48135" y="10828"/>
                      <a:pt x="55442" y="9439"/>
                    </a:cubicBezTo>
                    <a:cubicBezTo>
                      <a:pt x="61321" y="8322"/>
                      <a:pt x="67233" y="7670"/>
                      <a:pt x="73167" y="7670"/>
                    </a:cubicBezTo>
                    <a:cubicBezTo>
                      <a:pt x="74688" y="7670"/>
                      <a:pt x="76210" y="7713"/>
                      <a:pt x="77734" y="7802"/>
                    </a:cubicBezTo>
                    <a:cubicBezTo>
                      <a:pt x="85106" y="8232"/>
                      <a:pt x="92423" y="9785"/>
                      <a:pt x="99530" y="12287"/>
                    </a:cubicBezTo>
                    <a:cubicBezTo>
                      <a:pt x="102317" y="13268"/>
                      <a:pt x="105115" y="14314"/>
                      <a:pt x="107858" y="15489"/>
                    </a:cubicBezTo>
                    <a:cubicBezTo>
                      <a:pt x="110332" y="16548"/>
                      <a:pt x="112809" y="17789"/>
                      <a:pt x="115004" y="19608"/>
                    </a:cubicBezTo>
                    <a:cubicBezTo>
                      <a:pt x="117824" y="21944"/>
                      <a:pt x="120303" y="25852"/>
                      <a:pt x="120226" y="30339"/>
                    </a:cubicBezTo>
                    <a:cubicBezTo>
                      <a:pt x="120101" y="37466"/>
                      <a:pt x="112935" y="40330"/>
                      <a:pt x="108516" y="41748"/>
                    </a:cubicBezTo>
                    <a:cubicBezTo>
                      <a:pt x="101630" y="43955"/>
                      <a:pt x="94414" y="44564"/>
                      <a:pt x="87337" y="44821"/>
                    </a:cubicBezTo>
                    <a:cubicBezTo>
                      <a:pt x="84855" y="44912"/>
                      <a:pt x="82371" y="44958"/>
                      <a:pt x="79887" y="44958"/>
                    </a:cubicBezTo>
                    <a:cubicBezTo>
                      <a:pt x="73140" y="44958"/>
                      <a:pt x="66393" y="44612"/>
                      <a:pt x="59673" y="43851"/>
                    </a:cubicBezTo>
                    <a:cubicBezTo>
                      <a:pt x="52128" y="42997"/>
                      <a:pt x="44620" y="41722"/>
                      <a:pt x="37128" y="40332"/>
                    </a:cubicBezTo>
                    <a:cubicBezTo>
                      <a:pt x="29596" y="38936"/>
                      <a:pt x="22076" y="37257"/>
                      <a:pt x="14513" y="36145"/>
                    </a:cubicBezTo>
                    <a:cubicBezTo>
                      <a:pt x="10469" y="35552"/>
                      <a:pt x="6279" y="35103"/>
                      <a:pt x="2100" y="35103"/>
                    </a:cubicBezTo>
                    <a:cubicBezTo>
                      <a:pt x="1400" y="35103"/>
                      <a:pt x="700" y="35116"/>
                      <a:pt x="0" y="35142"/>
                    </a:cubicBezTo>
                    <a:lnTo>
                      <a:pt x="0" y="41392"/>
                    </a:lnTo>
                    <a:cubicBezTo>
                      <a:pt x="3897" y="40406"/>
                      <a:pt x="7757" y="39113"/>
                      <a:pt x="11701" y="38520"/>
                    </a:cubicBezTo>
                    <a:cubicBezTo>
                      <a:pt x="12850" y="38347"/>
                      <a:pt x="14002" y="38268"/>
                      <a:pt x="15153" y="38268"/>
                    </a:cubicBezTo>
                    <a:cubicBezTo>
                      <a:pt x="18352" y="38268"/>
                      <a:pt x="21545" y="38880"/>
                      <a:pt x="24665" y="39789"/>
                    </a:cubicBezTo>
                    <a:cubicBezTo>
                      <a:pt x="29176" y="41103"/>
                      <a:pt x="33559" y="43015"/>
                      <a:pt x="37996" y="44675"/>
                    </a:cubicBezTo>
                    <a:cubicBezTo>
                      <a:pt x="42689" y="46433"/>
                      <a:pt x="47479" y="47692"/>
                      <a:pt x="52300" y="48740"/>
                    </a:cubicBezTo>
                    <a:cubicBezTo>
                      <a:pt x="61496" y="50745"/>
                      <a:pt x="70937" y="51857"/>
                      <a:pt x="80373" y="51857"/>
                    </a:cubicBezTo>
                    <a:cubicBezTo>
                      <a:pt x="91348" y="51857"/>
                      <a:pt x="102317" y="50352"/>
                      <a:pt x="112889" y="46997"/>
                    </a:cubicBezTo>
                    <a:cubicBezTo>
                      <a:pt x="122215" y="44038"/>
                      <a:pt x="130897" y="39216"/>
                      <a:pt x="139694" y="34414"/>
                    </a:cubicBezTo>
                    <a:cubicBezTo>
                      <a:pt x="143466" y="32352"/>
                      <a:pt x="147358" y="30634"/>
                      <a:pt x="151383" y="29556"/>
                    </a:cubicBezTo>
                    <a:cubicBezTo>
                      <a:pt x="155813" y="28370"/>
                      <a:pt x="160303" y="28105"/>
                      <a:pt x="164816" y="27914"/>
                    </a:cubicBezTo>
                    <a:cubicBezTo>
                      <a:pt x="167320" y="27807"/>
                      <a:pt x="169825" y="27756"/>
                      <a:pt x="172331" y="27756"/>
                    </a:cubicBezTo>
                    <a:cubicBezTo>
                      <a:pt x="189289" y="27756"/>
                      <a:pt x="206270" y="30094"/>
                      <a:pt x="222996" y="33398"/>
                    </a:cubicBezTo>
                    <a:cubicBezTo>
                      <a:pt x="226644" y="34116"/>
                      <a:pt x="230302" y="34924"/>
                      <a:pt x="233942" y="35864"/>
                    </a:cubicBezTo>
                    <a:lnTo>
                      <a:pt x="233942" y="9938"/>
                    </a:lnTo>
                    <a:cubicBezTo>
                      <a:pt x="233216" y="9925"/>
                      <a:pt x="232489" y="9919"/>
                      <a:pt x="231762" y="9919"/>
                    </a:cubicBezTo>
                    <a:cubicBezTo>
                      <a:pt x="219843" y="9919"/>
                      <a:pt x="207922" y="11530"/>
                      <a:pt x="196068" y="12904"/>
                    </a:cubicBezTo>
                    <a:cubicBezTo>
                      <a:pt x="188339" y="13801"/>
                      <a:pt x="180609" y="14806"/>
                      <a:pt x="172944" y="16393"/>
                    </a:cubicBezTo>
                    <a:cubicBezTo>
                      <a:pt x="169135" y="17181"/>
                      <a:pt x="165343" y="18112"/>
                      <a:pt x="161591" y="19260"/>
                    </a:cubicBezTo>
                    <a:cubicBezTo>
                      <a:pt x="158213" y="20291"/>
                      <a:pt x="155063" y="21813"/>
                      <a:pt x="151893" y="23606"/>
                    </a:cubicBezTo>
                    <a:cubicBezTo>
                      <a:pt x="147715" y="25970"/>
                      <a:pt x="143374" y="28204"/>
                      <a:pt x="138868" y="28204"/>
                    </a:cubicBezTo>
                    <a:cubicBezTo>
                      <a:pt x="137422" y="28204"/>
                      <a:pt x="135960" y="27974"/>
                      <a:pt x="134480" y="27445"/>
                    </a:cubicBezTo>
                    <a:cubicBezTo>
                      <a:pt x="129632" y="25711"/>
                      <a:pt x="125716" y="20547"/>
                      <a:pt x="125484" y="13951"/>
                    </a:cubicBezTo>
                    <a:cubicBezTo>
                      <a:pt x="125286" y="8300"/>
                      <a:pt x="129601" y="6027"/>
                      <a:pt x="133294" y="5020"/>
                    </a:cubicBezTo>
                    <a:cubicBezTo>
                      <a:pt x="139570" y="3307"/>
                      <a:pt x="146074" y="3151"/>
                      <a:pt x="152463" y="3078"/>
                    </a:cubicBezTo>
                    <a:cubicBezTo>
                      <a:pt x="160083" y="2991"/>
                      <a:pt x="167851" y="3042"/>
                      <a:pt x="175233" y="328"/>
                    </a:cubicBezTo>
                    <a:cubicBezTo>
                      <a:pt x="175511" y="226"/>
                      <a:pt x="175788" y="116"/>
                      <a:pt x="176066"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0"/>
              <p:cNvSpPr/>
              <p:nvPr/>
            </p:nvSpPr>
            <p:spPr>
              <a:xfrm>
                <a:off x="-97224" y="-2508600"/>
                <a:ext cx="9377821" cy="2090634"/>
              </a:xfrm>
              <a:custGeom>
                <a:rect b="b" l="l" r="r" t="t"/>
                <a:pathLst>
                  <a:path extrusionOk="0" h="52243" w="234343">
                    <a:moveTo>
                      <a:pt x="67361" y="400"/>
                    </a:moveTo>
                    <a:cubicBezTo>
                      <a:pt x="69340" y="790"/>
                      <a:pt x="71349" y="1215"/>
                      <a:pt x="73292" y="1625"/>
                    </a:cubicBezTo>
                    <a:cubicBezTo>
                      <a:pt x="79265" y="2884"/>
                      <a:pt x="85439" y="4185"/>
                      <a:pt x="91598" y="4680"/>
                    </a:cubicBezTo>
                    <a:cubicBezTo>
                      <a:pt x="94144" y="4885"/>
                      <a:pt x="96537" y="4987"/>
                      <a:pt x="98805" y="4987"/>
                    </a:cubicBezTo>
                    <a:cubicBezTo>
                      <a:pt x="101387" y="4987"/>
                      <a:pt x="103808" y="4854"/>
                      <a:pt x="106108" y="4590"/>
                    </a:cubicBezTo>
                    <a:lnTo>
                      <a:pt x="106218" y="4577"/>
                    </a:lnTo>
                    <a:cubicBezTo>
                      <a:pt x="108158" y="4354"/>
                      <a:pt x="114000" y="3685"/>
                      <a:pt x="114628" y="406"/>
                    </a:cubicBezTo>
                    <a:lnTo>
                      <a:pt x="175193" y="406"/>
                    </a:lnTo>
                    <a:cubicBezTo>
                      <a:pt x="168249" y="2915"/>
                      <a:pt x="160889" y="2994"/>
                      <a:pt x="153768" y="3069"/>
                    </a:cubicBezTo>
                    <a:lnTo>
                      <a:pt x="152665" y="3082"/>
                    </a:lnTo>
                    <a:cubicBezTo>
                      <a:pt x="145764" y="3162"/>
                      <a:pt x="139551" y="3364"/>
                      <a:pt x="133446" y="5030"/>
                    </a:cubicBezTo>
                    <a:cubicBezTo>
                      <a:pt x="128003" y="6516"/>
                      <a:pt x="125326" y="9588"/>
                      <a:pt x="125487" y="14164"/>
                    </a:cubicBezTo>
                    <a:cubicBezTo>
                      <a:pt x="125709" y="20471"/>
                      <a:pt x="129379" y="25966"/>
                      <a:pt x="134618" y="27839"/>
                    </a:cubicBezTo>
                    <a:cubicBezTo>
                      <a:pt x="136131" y="28380"/>
                      <a:pt x="137619" y="28617"/>
                      <a:pt x="139091" y="28617"/>
                    </a:cubicBezTo>
                    <a:cubicBezTo>
                      <a:pt x="143547" y="28617"/>
                      <a:pt x="147847" y="26448"/>
                      <a:pt x="152196" y="23987"/>
                    </a:cubicBezTo>
                    <a:cubicBezTo>
                      <a:pt x="155813" y="21943"/>
                      <a:pt x="158880" y="20567"/>
                      <a:pt x="161854" y="19658"/>
                    </a:cubicBezTo>
                    <a:cubicBezTo>
                      <a:pt x="165379" y="18581"/>
                      <a:pt x="169085" y="17643"/>
                      <a:pt x="173189" y="16795"/>
                    </a:cubicBezTo>
                    <a:cubicBezTo>
                      <a:pt x="180974" y="15181"/>
                      <a:pt x="188894" y="14166"/>
                      <a:pt x="196294" y="13308"/>
                    </a:cubicBezTo>
                    <a:cubicBezTo>
                      <a:pt x="197767" y="13138"/>
                      <a:pt x="199245" y="12964"/>
                      <a:pt x="200722" y="12788"/>
                    </a:cubicBezTo>
                    <a:cubicBezTo>
                      <a:pt x="210970" y="11576"/>
                      <a:pt x="221543" y="10326"/>
                      <a:pt x="231999" y="10326"/>
                    </a:cubicBezTo>
                    <a:cubicBezTo>
                      <a:pt x="232648" y="10326"/>
                      <a:pt x="233296" y="10331"/>
                      <a:pt x="233944" y="10341"/>
                    </a:cubicBezTo>
                    <a:lnTo>
                      <a:pt x="233944" y="35809"/>
                    </a:lnTo>
                    <a:cubicBezTo>
                      <a:pt x="230629" y="34959"/>
                      <a:pt x="227123" y="34173"/>
                      <a:pt x="223236" y="33405"/>
                    </a:cubicBezTo>
                    <a:cubicBezTo>
                      <a:pt x="203906" y="29587"/>
                      <a:pt x="187591" y="27758"/>
                      <a:pt x="172597" y="27758"/>
                    </a:cubicBezTo>
                    <a:cubicBezTo>
                      <a:pt x="170032" y="27758"/>
                      <a:pt x="167505" y="27812"/>
                      <a:pt x="165009" y="27918"/>
                    </a:cubicBezTo>
                    <a:cubicBezTo>
                      <a:pt x="160422" y="28112"/>
                      <a:pt x="155941" y="28387"/>
                      <a:pt x="151533" y="29567"/>
                    </a:cubicBezTo>
                    <a:cubicBezTo>
                      <a:pt x="147826" y="30560"/>
                      <a:pt x="143986" y="32153"/>
                      <a:pt x="139798" y="34441"/>
                    </a:cubicBezTo>
                    <a:lnTo>
                      <a:pt x="138875" y="34945"/>
                    </a:lnTo>
                    <a:cubicBezTo>
                      <a:pt x="130584" y="39473"/>
                      <a:pt x="122011" y="44161"/>
                      <a:pt x="113029" y="47009"/>
                    </a:cubicBezTo>
                    <a:cubicBezTo>
                      <a:pt x="102889" y="50226"/>
                      <a:pt x="91919" y="51840"/>
                      <a:pt x="80509" y="51840"/>
                    </a:cubicBezTo>
                    <a:cubicBezTo>
                      <a:pt x="71401" y="51840"/>
                      <a:pt x="62013" y="50811"/>
                      <a:pt x="52541" y="48749"/>
                    </a:cubicBezTo>
                    <a:cubicBezTo>
                      <a:pt x="46930" y="47526"/>
                      <a:pt x="42394" y="46236"/>
                      <a:pt x="38264" y="44691"/>
                    </a:cubicBezTo>
                    <a:cubicBezTo>
                      <a:pt x="36953" y="44199"/>
                      <a:pt x="35624" y="43678"/>
                      <a:pt x="34338" y="43172"/>
                    </a:cubicBezTo>
                    <a:cubicBezTo>
                      <a:pt x="31276" y="41971"/>
                      <a:pt x="28107" y="40726"/>
                      <a:pt x="24921" y="39799"/>
                    </a:cubicBezTo>
                    <a:cubicBezTo>
                      <a:pt x="21414" y="38777"/>
                      <a:pt x="18247" y="38271"/>
                      <a:pt x="15326" y="38271"/>
                    </a:cubicBezTo>
                    <a:cubicBezTo>
                      <a:pt x="14137" y="38271"/>
                      <a:pt x="12987" y="38356"/>
                      <a:pt x="11874" y="38521"/>
                    </a:cubicBezTo>
                    <a:cubicBezTo>
                      <a:pt x="9119" y="38936"/>
                      <a:pt x="6366" y="39703"/>
                      <a:pt x="3703" y="40442"/>
                    </a:cubicBezTo>
                    <a:cubicBezTo>
                      <a:pt x="2622" y="40742"/>
                      <a:pt x="1508" y="41053"/>
                      <a:pt x="406" y="41335"/>
                    </a:cubicBezTo>
                    <a:lnTo>
                      <a:pt x="406" y="35538"/>
                    </a:lnTo>
                    <a:cubicBezTo>
                      <a:pt x="1027" y="35516"/>
                      <a:pt x="1658" y="35506"/>
                      <a:pt x="2301" y="35506"/>
                    </a:cubicBezTo>
                    <a:cubicBezTo>
                      <a:pt x="5902" y="35506"/>
                      <a:pt x="9901" y="35844"/>
                      <a:pt x="14687" y="36547"/>
                    </a:cubicBezTo>
                    <a:cubicBezTo>
                      <a:pt x="19745" y="37290"/>
                      <a:pt x="24868" y="38304"/>
                      <a:pt x="29822" y="39284"/>
                    </a:cubicBezTo>
                    <a:cubicBezTo>
                      <a:pt x="32271" y="39769"/>
                      <a:pt x="34802" y="40270"/>
                      <a:pt x="37296" y="40733"/>
                    </a:cubicBezTo>
                    <a:cubicBezTo>
                      <a:pt x="43914" y="41961"/>
                      <a:pt x="51770" y="43339"/>
                      <a:pt x="59854" y="44254"/>
                    </a:cubicBezTo>
                    <a:cubicBezTo>
                      <a:pt x="66359" y="44990"/>
                      <a:pt x="73165" y="45361"/>
                      <a:pt x="80163" y="45361"/>
                    </a:cubicBezTo>
                    <a:cubicBezTo>
                      <a:pt x="82603" y="45361"/>
                      <a:pt x="85067" y="45316"/>
                      <a:pt x="87550" y="45225"/>
                    </a:cubicBezTo>
                    <a:cubicBezTo>
                      <a:pt x="94026" y="44991"/>
                      <a:pt x="101613" y="44441"/>
                      <a:pt x="108780" y="42142"/>
                    </a:cubicBezTo>
                    <a:cubicBezTo>
                      <a:pt x="113810" y="40529"/>
                      <a:pt x="120508" y="37574"/>
                      <a:pt x="120629" y="30544"/>
                    </a:cubicBezTo>
                    <a:cubicBezTo>
                      <a:pt x="120696" y="26529"/>
                      <a:pt x="118718" y="22458"/>
                      <a:pt x="115334" y="19654"/>
                    </a:cubicBezTo>
                    <a:cubicBezTo>
                      <a:pt x="112985" y="17708"/>
                      <a:pt x="110379" y="16465"/>
                      <a:pt x="108140" y="15506"/>
                    </a:cubicBezTo>
                    <a:cubicBezTo>
                      <a:pt x="105719" y="14467"/>
                      <a:pt x="103070" y="13450"/>
                      <a:pt x="99798" y="12298"/>
                    </a:cubicBezTo>
                    <a:cubicBezTo>
                      <a:pt x="92520" y="9735"/>
                      <a:pt x="85169" y="8223"/>
                      <a:pt x="77949" y="7802"/>
                    </a:cubicBezTo>
                    <a:cubicBezTo>
                      <a:pt x="76425" y="7713"/>
                      <a:pt x="74890" y="7669"/>
                      <a:pt x="73339" y="7669"/>
                    </a:cubicBezTo>
                    <a:cubicBezTo>
                      <a:pt x="67706" y="7669"/>
                      <a:pt x="61863" y="8255"/>
                      <a:pt x="55605" y="9443"/>
                    </a:cubicBezTo>
                    <a:cubicBezTo>
                      <a:pt x="50502" y="10413"/>
                      <a:pt x="45374" y="11757"/>
                      <a:pt x="40416" y="13057"/>
                    </a:cubicBezTo>
                    <a:cubicBezTo>
                      <a:pt x="38267" y="13620"/>
                      <a:pt x="36046" y="14201"/>
                      <a:pt x="33857" y="14746"/>
                    </a:cubicBezTo>
                    <a:cubicBezTo>
                      <a:pt x="29050" y="15939"/>
                      <a:pt x="23603" y="17293"/>
                      <a:pt x="18238" y="17736"/>
                    </a:cubicBezTo>
                    <a:cubicBezTo>
                      <a:pt x="17038" y="17835"/>
                      <a:pt x="15751" y="17910"/>
                      <a:pt x="14415" y="17910"/>
                    </a:cubicBezTo>
                    <a:cubicBezTo>
                      <a:pt x="10534" y="17910"/>
                      <a:pt x="6246" y="17280"/>
                      <a:pt x="2517" y="14787"/>
                    </a:cubicBezTo>
                    <a:cubicBezTo>
                      <a:pt x="2004" y="14446"/>
                      <a:pt x="1229" y="13878"/>
                      <a:pt x="403" y="13098"/>
                    </a:cubicBezTo>
                    <a:lnTo>
                      <a:pt x="403" y="4204"/>
                    </a:lnTo>
                    <a:cubicBezTo>
                      <a:pt x="403" y="2108"/>
                      <a:pt x="1731" y="405"/>
                      <a:pt x="3364" y="405"/>
                    </a:cubicBezTo>
                    <a:lnTo>
                      <a:pt x="67361" y="400"/>
                    </a:lnTo>
                    <a:close/>
                    <a:moveTo>
                      <a:pt x="114278" y="0"/>
                    </a:moveTo>
                    <a:lnTo>
                      <a:pt x="114255" y="176"/>
                    </a:lnTo>
                    <a:cubicBezTo>
                      <a:pt x="113845" y="3294"/>
                      <a:pt x="108068" y="3957"/>
                      <a:pt x="106170" y="4175"/>
                    </a:cubicBezTo>
                    <a:lnTo>
                      <a:pt x="106061" y="4187"/>
                    </a:lnTo>
                    <a:cubicBezTo>
                      <a:pt x="103777" y="4451"/>
                      <a:pt x="101371" y="4582"/>
                      <a:pt x="98803" y="4582"/>
                    </a:cubicBezTo>
                    <a:cubicBezTo>
                      <a:pt x="96546" y="4582"/>
                      <a:pt x="94164" y="4481"/>
                      <a:pt x="91630" y="4277"/>
                    </a:cubicBezTo>
                    <a:cubicBezTo>
                      <a:pt x="85496" y="3785"/>
                      <a:pt x="79335" y="2485"/>
                      <a:pt x="73374" y="1229"/>
                    </a:cubicBezTo>
                    <a:cubicBezTo>
                      <a:pt x="71430" y="820"/>
                      <a:pt x="69420" y="395"/>
                      <a:pt x="67400" y="2"/>
                    </a:cubicBezTo>
                    <a:lnTo>
                      <a:pt x="3365" y="2"/>
                    </a:lnTo>
                    <a:cubicBezTo>
                      <a:pt x="1511" y="2"/>
                      <a:pt x="3" y="1889"/>
                      <a:pt x="3" y="4205"/>
                    </a:cubicBezTo>
                    <a:lnTo>
                      <a:pt x="3" y="13267"/>
                    </a:lnTo>
                    <a:lnTo>
                      <a:pt x="66" y="13327"/>
                    </a:lnTo>
                    <a:cubicBezTo>
                      <a:pt x="935" y="14157"/>
                      <a:pt x="1758" y="14760"/>
                      <a:pt x="2295" y="15120"/>
                    </a:cubicBezTo>
                    <a:cubicBezTo>
                      <a:pt x="6107" y="17668"/>
                      <a:pt x="10473" y="18312"/>
                      <a:pt x="14416" y="18312"/>
                    </a:cubicBezTo>
                    <a:cubicBezTo>
                      <a:pt x="15764" y="18312"/>
                      <a:pt x="17063" y="18236"/>
                      <a:pt x="18274" y="18136"/>
                    </a:cubicBezTo>
                    <a:cubicBezTo>
                      <a:pt x="23670" y="17692"/>
                      <a:pt x="29134" y="16335"/>
                      <a:pt x="33955" y="15136"/>
                    </a:cubicBezTo>
                    <a:cubicBezTo>
                      <a:pt x="36148" y="14591"/>
                      <a:pt x="38370" y="14008"/>
                      <a:pt x="40521" y="13444"/>
                    </a:cubicBezTo>
                    <a:cubicBezTo>
                      <a:pt x="45471" y="12145"/>
                      <a:pt x="50591" y="10802"/>
                      <a:pt x="55682" y="9836"/>
                    </a:cubicBezTo>
                    <a:cubicBezTo>
                      <a:pt x="61914" y="8652"/>
                      <a:pt x="67733" y="8068"/>
                      <a:pt x="73339" y="8068"/>
                    </a:cubicBezTo>
                    <a:cubicBezTo>
                      <a:pt x="74883" y="8068"/>
                      <a:pt x="76410" y="8112"/>
                      <a:pt x="77924" y="8200"/>
                    </a:cubicBezTo>
                    <a:cubicBezTo>
                      <a:pt x="85109" y="8620"/>
                      <a:pt x="92423" y="10126"/>
                      <a:pt x="99664" y="12674"/>
                    </a:cubicBezTo>
                    <a:cubicBezTo>
                      <a:pt x="102926" y="13823"/>
                      <a:pt x="105569" y="14839"/>
                      <a:pt x="107978" y="15872"/>
                    </a:cubicBezTo>
                    <a:cubicBezTo>
                      <a:pt x="110192" y="16820"/>
                      <a:pt x="112765" y="18046"/>
                      <a:pt x="115074" y="19959"/>
                    </a:cubicBezTo>
                    <a:cubicBezTo>
                      <a:pt x="118366" y="22686"/>
                      <a:pt x="120289" y="26638"/>
                      <a:pt x="120224" y="30531"/>
                    </a:cubicBezTo>
                    <a:cubicBezTo>
                      <a:pt x="120108" y="37304"/>
                      <a:pt x="113565" y="40179"/>
                      <a:pt x="108656" y="41753"/>
                    </a:cubicBezTo>
                    <a:cubicBezTo>
                      <a:pt x="101534" y="44037"/>
                      <a:pt x="93982" y="44584"/>
                      <a:pt x="87532" y="44818"/>
                    </a:cubicBezTo>
                    <a:cubicBezTo>
                      <a:pt x="85053" y="44908"/>
                      <a:pt x="82593" y="44953"/>
                      <a:pt x="80156" y="44953"/>
                    </a:cubicBezTo>
                    <a:cubicBezTo>
                      <a:pt x="73174" y="44953"/>
                      <a:pt x="66385" y="44584"/>
                      <a:pt x="59897" y="43849"/>
                    </a:cubicBezTo>
                    <a:cubicBezTo>
                      <a:pt x="51824" y="42936"/>
                      <a:pt x="43978" y="41560"/>
                      <a:pt x="37366" y="40335"/>
                    </a:cubicBezTo>
                    <a:cubicBezTo>
                      <a:pt x="34874" y="39874"/>
                      <a:pt x="32343" y="39371"/>
                      <a:pt x="29894" y="38889"/>
                    </a:cubicBezTo>
                    <a:cubicBezTo>
                      <a:pt x="24935" y="37906"/>
                      <a:pt x="19807" y="36891"/>
                      <a:pt x="14740" y="36147"/>
                    </a:cubicBezTo>
                    <a:cubicBezTo>
                      <a:pt x="9938" y="35440"/>
                      <a:pt x="5923" y="35101"/>
                      <a:pt x="2306" y="35101"/>
                    </a:cubicBezTo>
                    <a:cubicBezTo>
                      <a:pt x="1587" y="35101"/>
                      <a:pt x="884" y="35114"/>
                      <a:pt x="193" y="35141"/>
                    </a:cubicBezTo>
                    <a:lnTo>
                      <a:pt x="0" y="35148"/>
                    </a:lnTo>
                    <a:lnTo>
                      <a:pt x="0" y="41850"/>
                    </a:lnTo>
                    <a:lnTo>
                      <a:pt x="250" y="41789"/>
                    </a:lnTo>
                    <a:cubicBezTo>
                      <a:pt x="1438" y="41486"/>
                      <a:pt x="2642" y="41153"/>
                      <a:pt x="3807" y="40829"/>
                    </a:cubicBezTo>
                    <a:cubicBezTo>
                      <a:pt x="6459" y="40093"/>
                      <a:pt x="9201" y="39331"/>
                      <a:pt x="11931" y="38920"/>
                    </a:cubicBezTo>
                    <a:cubicBezTo>
                      <a:pt x="13025" y="38755"/>
                      <a:pt x="14155" y="38672"/>
                      <a:pt x="15326" y="38672"/>
                    </a:cubicBezTo>
                    <a:cubicBezTo>
                      <a:pt x="18207" y="38672"/>
                      <a:pt x="21339" y="39173"/>
                      <a:pt x="24808" y="40183"/>
                    </a:cubicBezTo>
                    <a:cubicBezTo>
                      <a:pt x="27977" y="41106"/>
                      <a:pt x="31136" y="42346"/>
                      <a:pt x="34192" y="43547"/>
                    </a:cubicBezTo>
                    <a:cubicBezTo>
                      <a:pt x="35480" y="44051"/>
                      <a:pt x="36810" y="44575"/>
                      <a:pt x="38124" y="45065"/>
                    </a:cubicBezTo>
                    <a:cubicBezTo>
                      <a:pt x="42272" y="46618"/>
                      <a:pt x="46826" y="47913"/>
                      <a:pt x="52458" y="49140"/>
                    </a:cubicBezTo>
                    <a:cubicBezTo>
                      <a:pt x="61960" y="51209"/>
                      <a:pt x="71376" y="52242"/>
                      <a:pt x="80515" y="52242"/>
                    </a:cubicBezTo>
                    <a:cubicBezTo>
                      <a:pt x="91963" y="52242"/>
                      <a:pt x="102972" y="50622"/>
                      <a:pt x="113151" y="47393"/>
                    </a:cubicBezTo>
                    <a:cubicBezTo>
                      <a:pt x="122171" y="44531"/>
                      <a:pt x="130760" y="39837"/>
                      <a:pt x="139068" y="35298"/>
                    </a:cubicBezTo>
                    <a:lnTo>
                      <a:pt x="139990" y="34794"/>
                    </a:lnTo>
                    <a:cubicBezTo>
                      <a:pt x="144149" y="32523"/>
                      <a:pt x="147959" y="30939"/>
                      <a:pt x="151635" y="29954"/>
                    </a:cubicBezTo>
                    <a:cubicBezTo>
                      <a:pt x="156001" y="28784"/>
                      <a:pt x="160459" y="28512"/>
                      <a:pt x="165023" y="28318"/>
                    </a:cubicBezTo>
                    <a:cubicBezTo>
                      <a:pt x="167510" y="28212"/>
                      <a:pt x="170027" y="28159"/>
                      <a:pt x="172583" y="28159"/>
                    </a:cubicBezTo>
                    <a:cubicBezTo>
                      <a:pt x="187551" y="28159"/>
                      <a:pt x="203846" y="29985"/>
                      <a:pt x="223155" y="33798"/>
                    </a:cubicBezTo>
                    <a:cubicBezTo>
                      <a:pt x="227133" y="34583"/>
                      <a:pt x="230708" y="35389"/>
                      <a:pt x="234091" y="36262"/>
                    </a:cubicBezTo>
                    <a:lnTo>
                      <a:pt x="234343" y="36327"/>
                    </a:lnTo>
                    <a:lnTo>
                      <a:pt x="234343" y="9942"/>
                    </a:lnTo>
                    <a:lnTo>
                      <a:pt x="234144" y="9938"/>
                    </a:lnTo>
                    <a:cubicBezTo>
                      <a:pt x="233436" y="9926"/>
                      <a:pt x="232728" y="9920"/>
                      <a:pt x="232019" y="9920"/>
                    </a:cubicBezTo>
                    <a:cubicBezTo>
                      <a:pt x="221533" y="9920"/>
                      <a:pt x="210937" y="11173"/>
                      <a:pt x="200668" y="12387"/>
                    </a:cubicBezTo>
                    <a:cubicBezTo>
                      <a:pt x="199192" y="12560"/>
                      <a:pt x="197716" y="12735"/>
                      <a:pt x="196241" y="12907"/>
                    </a:cubicBezTo>
                    <a:cubicBezTo>
                      <a:pt x="188833" y="13765"/>
                      <a:pt x="180900" y="14784"/>
                      <a:pt x="173099" y="16399"/>
                    </a:cubicBezTo>
                    <a:cubicBezTo>
                      <a:pt x="168984" y="17250"/>
                      <a:pt x="165266" y="18189"/>
                      <a:pt x="161730" y="19271"/>
                    </a:cubicBezTo>
                    <a:cubicBezTo>
                      <a:pt x="158729" y="20188"/>
                      <a:pt x="155634" y="21574"/>
                      <a:pt x="151992" y="23636"/>
                    </a:cubicBezTo>
                    <a:cubicBezTo>
                      <a:pt x="147694" y="26067"/>
                      <a:pt x="143448" y="28211"/>
                      <a:pt x="139076" y="28211"/>
                    </a:cubicBezTo>
                    <a:cubicBezTo>
                      <a:pt x="137648" y="28211"/>
                      <a:pt x="136206" y="27982"/>
                      <a:pt x="134745" y="27459"/>
                    </a:cubicBezTo>
                    <a:cubicBezTo>
                      <a:pt x="129659" y="25640"/>
                      <a:pt x="126097" y="20292"/>
                      <a:pt x="125882" y="14148"/>
                    </a:cubicBezTo>
                    <a:cubicBezTo>
                      <a:pt x="125729" y="9782"/>
                      <a:pt x="128305" y="6844"/>
                      <a:pt x="133544" y="5415"/>
                    </a:cubicBezTo>
                    <a:cubicBezTo>
                      <a:pt x="139606" y="3761"/>
                      <a:pt x="145790" y="3559"/>
                      <a:pt x="152664" y="3482"/>
                    </a:cubicBezTo>
                    <a:lnTo>
                      <a:pt x="153767" y="3469"/>
                    </a:lnTo>
                    <a:cubicBezTo>
                      <a:pt x="160981" y="3392"/>
                      <a:pt x="168439" y="3314"/>
                      <a:pt x="175499" y="719"/>
                    </a:cubicBezTo>
                    <a:cubicBezTo>
                      <a:pt x="175781" y="617"/>
                      <a:pt x="176061" y="506"/>
                      <a:pt x="176341" y="389"/>
                    </a:cubicBezTo>
                    <a:lnTo>
                      <a:pt x="1772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 name="Google Shape;970;p30"/>
            <p:cNvSpPr/>
            <p:nvPr/>
          </p:nvSpPr>
          <p:spPr>
            <a:xfrm>
              <a:off x="-97224" y="-1018288"/>
              <a:ext cx="8367499" cy="1836163"/>
            </a:xfrm>
            <a:custGeom>
              <a:rect b="b" l="l" r="r" t="t"/>
              <a:pathLst>
                <a:path extrusionOk="0" h="45884" w="209096">
                  <a:moveTo>
                    <a:pt x="173615" y="405"/>
                  </a:moveTo>
                  <a:cubicBezTo>
                    <a:pt x="176375" y="405"/>
                    <a:pt x="179213" y="507"/>
                    <a:pt x="182050" y="829"/>
                  </a:cubicBezTo>
                  <a:cubicBezTo>
                    <a:pt x="188207" y="1528"/>
                    <a:pt x="194615" y="3672"/>
                    <a:pt x="201642" y="7381"/>
                  </a:cubicBezTo>
                  <a:lnTo>
                    <a:pt x="202000" y="7570"/>
                  </a:lnTo>
                  <a:cubicBezTo>
                    <a:pt x="204160" y="8703"/>
                    <a:pt x="207122" y="10258"/>
                    <a:pt x="208209" y="13014"/>
                  </a:cubicBezTo>
                  <a:cubicBezTo>
                    <a:pt x="208659" y="14157"/>
                    <a:pt x="208681" y="15157"/>
                    <a:pt x="208272" y="15990"/>
                  </a:cubicBezTo>
                  <a:cubicBezTo>
                    <a:pt x="207624" y="17309"/>
                    <a:pt x="205989" y="18018"/>
                    <a:pt x="204732" y="18381"/>
                  </a:cubicBezTo>
                  <a:cubicBezTo>
                    <a:pt x="201461" y="19325"/>
                    <a:pt x="198006" y="19797"/>
                    <a:pt x="194392" y="19797"/>
                  </a:cubicBezTo>
                  <a:cubicBezTo>
                    <a:pt x="190821" y="19797"/>
                    <a:pt x="187096" y="19336"/>
                    <a:pt x="183241" y="18415"/>
                  </a:cubicBezTo>
                  <a:cubicBezTo>
                    <a:pt x="179114" y="17429"/>
                    <a:pt x="174866" y="16057"/>
                    <a:pt x="170611" y="14337"/>
                  </a:cubicBezTo>
                  <a:cubicBezTo>
                    <a:pt x="166998" y="12878"/>
                    <a:pt x="163261" y="11368"/>
                    <a:pt x="159428" y="10535"/>
                  </a:cubicBezTo>
                  <a:cubicBezTo>
                    <a:pt x="157531" y="10122"/>
                    <a:pt x="155742" y="9916"/>
                    <a:pt x="154034" y="9916"/>
                  </a:cubicBezTo>
                  <a:cubicBezTo>
                    <a:pt x="152450" y="9916"/>
                    <a:pt x="150935" y="10094"/>
                    <a:pt x="149470" y="10449"/>
                  </a:cubicBezTo>
                  <a:cubicBezTo>
                    <a:pt x="145504" y="11411"/>
                    <a:pt x="142070" y="13874"/>
                    <a:pt x="138895" y="16316"/>
                  </a:cubicBezTo>
                  <a:cubicBezTo>
                    <a:pt x="136054" y="18501"/>
                    <a:pt x="133233" y="20858"/>
                    <a:pt x="130505" y="23139"/>
                  </a:cubicBezTo>
                  <a:cubicBezTo>
                    <a:pt x="126905" y="26149"/>
                    <a:pt x="123181" y="29264"/>
                    <a:pt x="119366" y="32010"/>
                  </a:cubicBezTo>
                  <a:cubicBezTo>
                    <a:pt x="107458" y="40580"/>
                    <a:pt x="92880" y="45107"/>
                    <a:pt x="76028" y="45462"/>
                  </a:cubicBezTo>
                  <a:cubicBezTo>
                    <a:pt x="75424" y="45475"/>
                    <a:pt x="74822" y="45482"/>
                    <a:pt x="74224" y="45482"/>
                  </a:cubicBezTo>
                  <a:cubicBezTo>
                    <a:pt x="58269" y="45482"/>
                    <a:pt x="44689" y="40929"/>
                    <a:pt x="33828" y="31942"/>
                  </a:cubicBezTo>
                  <a:cubicBezTo>
                    <a:pt x="27187" y="26448"/>
                    <a:pt x="20603" y="21405"/>
                    <a:pt x="13056" y="20088"/>
                  </a:cubicBezTo>
                  <a:cubicBezTo>
                    <a:pt x="11967" y="19897"/>
                    <a:pt x="10865" y="19801"/>
                    <a:pt x="9746" y="19801"/>
                  </a:cubicBezTo>
                  <a:cubicBezTo>
                    <a:pt x="6781" y="19801"/>
                    <a:pt x="3696" y="20474"/>
                    <a:pt x="406" y="21833"/>
                  </a:cubicBezTo>
                  <a:lnTo>
                    <a:pt x="406" y="14358"/>
                  </a:lnTo>
                  <a:cubicBezTo>
                    <a:pt x="1109" y="14230"/>
                    <a:pt x="1864" y="14110"/>
                    <a:pt x="2702" y="13993"/>
                  </a:cubicBezTo>
                  <a:cubicBezTo>
                    <a:pt x="5594" y="13588"/>
                    <a:pt x="8552" y="13414"/>
                    <a:pt x="11411" y="13245"/>
                  </a:cubicBezTo>
                  <a:lnTo>
                    <a:pt x="12958" y="13152"/>
                  </a:lnTo>
                  <a:cubicBezTo>
                    <a:pt x="15818" y="12978"/>
                    <a:pt x="18953" y="12785"/>
                    <a:pt x="22145" y="12785"/>
                  </a:cubicBezTo>
                  <a:cubicBezTo>
                    <a:pt x="23389" y="12785"/>
                    <a:pt x="24641" y="12814"/>
                    <a:pt x="25889" y="12885"/>
                  </a:cubicBezTo>
                  <a:cubicBezTo>
                    <a:pt x="29786" y="13104"/>
                    <a:pt x="33808" y="14150"/>
                    <a:pt x="38546" y="16169"/>
                  </a:cubicBezTo>
                  <a:cubicBezTo>
                    <a:pt x="52883" y="22283"/>
                    <a:pt x="69842" y="28659"/>
                    <a:pt x="86902" y="29591"/>
                  </a:cubicBezTo>
                  <a:cubicBezTo>
                    <a:pt x="88135" y="29659"/>
                    <a:pt x="89353" y="29692"/>
                    <a:pt x="90554" y="29692"/>
                  </a:cubicBezTo>
                  <a:cubicBezTo>
                    <a:pt x="97955" y="29692"/>
                    <a:pt x="104738" y="28414"/>
                    <a:pt x="110758" y="25880"/>
                  </a:cubicBezTo>
                  <a:cubicBezTo>
                    <a:pt x="117187" y="23174"/>
                    <a:pt x="123174" y="18993"/>
                    <a:pt x="128962" y="14950"/>
                  </a:cubicBezTo>
                  <a:cubicBezTo>
                    <a:pt x="130301" y="14015"/>
                    <a:pt x="131684" y="13050"/>
                    <a:pt x="133052" y="12117"/>
                  </a:cubicBezTo>
                  <a:cubicBezTo>
                    <a:pt x="136569" y="9716"/>
                    <a:pt x="140379" y="7249"/>
                    <a:pt x="144384" y="5460"/>
                  </a:cubicBezTo>
                  <a:cubicBezTo>
                    <a:pt x="148006" y="3842"/>
                    <a:pt x="151905" y="2608"/>
                    <a:pt x="155970" y="1792"/>
                  </a:cubicBezTo>
                  <a:cubicBezTo>
                    <a:pt x="159701" y="1042"/>
                    <a:pt x="163680" y="640"/>
                    <a:pt x="168868" y="486"/>
                  </a:cubicBezTo>
                  <a:cubicBezTo>
                    <a:pt x="170413" y="440"/>
                    <a:pt x="172001" y="405"/>
                    <a:pt x="173615" y="405"/>
                  </a:cubicBezTo>
                  <a:close/>
                  <a:moveTo>
                    <a:pt x="173609" y="0"/>
                  </a:moveTo>
                  <a:cubicBezTo>
                    <a:pt x="171993" y="0"/>
                    <a:pt x="170405" y="35"/>
                    <a:pt x="168858" y="80"/>
                  </a:cubicBezTo>
                  <a:cubicBezTo>
                    <a:pt x="163644" y="234"/>
                    <a:pt x="159645" y="639"/>
                    <a:pt x="155891" y="1393"/>
                  </a:cubicBezTo>
                  <a:cubicBezTo>
                    <a:pt x="151795" y="2216"/>
                    <a:pt x="147870" y="3459"/>
                    <a:pt x="144219" y="5088"/>
                  </a:cubicBezTo>
                  <a:cubicBezTo>
                    <a:pt x="140186" y="6888"/>
                    <a:pt x="136359" y="9369"/>
                    <a:pt x="132824" y="11781"/>
                  </a:cubicBezTo>
                  <a:cubicBezTo>
                    <a:pt x="131454" y="12715"/>
                    <a:pt x="130070" y="13683"/>
                    <a:pt x="128732" y="14617"/>
                  </a:cubicBezTo>
                  <a:cubicBezTo>
                    <a:pt x="122961" y="18648"/>
                    <a:pt x="116993" y="22817"/>
                    <a:pt x="110602" y="25506"/>
                  </a:cubicBezTo>
                  <a:cubicBezTo>
                    <a:pt x="104631" y="28019"/>
                    <a:pt x="97899" y="29287"/>
                    <a:pt x="90554" y="29287"/>
                  </a:cubicBezTo>
                  <a:cubicBezTo>
                    <a:pt x="89360" y="29287"/>
                    <a:pt x="88149" y="29254"/>
                    <a:pt x="86923" y="29187"/>
                  </a:cubicBezTo>
                  <a:cubicBezTo>
                    <a:pt x="69926" y="28261"/>
                    <a:pt x="53010" y="21898"/>
                    <a:pt x="38703" y="15797"/>
                  </a:cubicBezTo>
                  <a:cubicBezTo>
                    <a:pt x="33922" y="13758"/>
                    <a:pt x="29857" y="12704"/>
                    <a:pt x="25911" y="12481"/>
                  </a:cubicBezTo>
                  <a:cubicBezTo>
                    <a:pt x="24653" y="12410"/>
                    <a:pt x="23392" y="12381"/>
                    <a:pt x="22140" y="12381"/>
                  </a:cubicBezTo>
                  <a:cubicBezTo>
                    <a:pt x="18938" y="12381"/>
                    <a:pt x="15797" y="12572"/>
                    <a:pt x="12931" y="12748"/>
                  </a:cubicBezTo>
                  <a:lnTo>
                    <a:pt x="11384" y="12841"/>
                  </a:lnTo>
                  <a:cubicBezTo>
                    <a:pt x="8518" y="13010"/>
                    <a:pt x="5551" y="13184"/>
                    <a:pt x="2644" y="13591"/>
                  </a:cubicBezTo>
                  <a:cubicBezTo>
                    <a:pt x="1731" y="13718"/>
                    <a:pt x="921" y="13848"/>
                    <a:pt x="165" y="13990"/>
                  </a:cubicBezTo>
                  <a:lnTo>
                    <a:pt x="0" y="14020"/>
                  </a:lnTo>
                  <a:lnTo>
                    <a:pt x="0" y="22434"/>
                  </a:lnTo>
                  <a:lnTo>
                    <a:pt x="280" y="22317"/>
                  </a:lnTo>
                  <a:cubicBezTo>
                    <a:pt x="3624" y="20902"/>
                    <a:pt x="6748" y="20202"/>
                    <a:pt x="9745" y="20202"/>
                  </a:cubicBezTo>
                  <a:cubicBezTo>
                    <a:pt x="10841" y="20202"/>
                    <a:pt x="11920" y="20296"/>
                    <a:pt x="12987" y="20482"/>
                  </a:cubicBezTo>
                  <a:cubicBezTo>
                    <a:pt x="20436" y="21784"/>
                    <a:pt x="26975" y="26792"/>
                    <a:pt x="33571" y="32250"/>
                  </a:cubicBezTo>
                  <a:cubicBezTo>
                    <a:pt x="44508" y="41302"/>
                    <a:pt x="58178" y="45884"/>
                    <a:pt x="74230" y="45884"/>
                  </a:cubicBezTo>
                  <a:cubicBezTo>
                    <a:pt x="74828" y="45884"/>
                    <a:pt x="75434" y="45878"/>
                    <a:pt x="76041" y="45864"/>
                  </a:cubicBezTo>
                  <a:cubicBezTo>
                    <a:pt x="92973" y="45507"/>
                    <a:pt x="107630" y="40953"/>
                    <a:pt x="119603" y="32334"/>
                  </a:cubicBezTo>
                  <a:cubicBezTo>
                    <a:pt x="123430" y="29580"/>
                    <a:pt x="127160" y="26462"/>
                    <a:pt x="130767" y="23446"/>
                  </a:cubicBezTo>
                  <a:cubicBezTo>
                    <a:pt x="133490" y="21168"/>
                    <a:pt x="136306" y="18812"/>
                    <a:pt x="139143" y="16633"/>
                  </a:cubicBezTo>
                  <a:cubicBezTo>
                    <a:pt x="142286" y="14218"/>
                    <a:pt x="145678" y="11782"/>
                    <a:pt x="149569" y="10839"/>
                  </a:cubicBezTo>
                  <a:cubicBezTo>
                    <a:pt x="151002" y="10492"/>
                    <a:pt x="152486" y="10318"/>
                    <a:pt x="154040" y="10318"/>
                  </a:cubicBezTo>
                  <a:cubicBezTo>
                    <a:pt x="155718" y="10318"/>
                    <a:pt x="157477" y="10521"/>
                    <a:pt x="159345" y="10926"/>
                  </a:cubicBezTo>
                  <a:cubicBezTo>
                    <a:pt x="163146" y="11754"/>
                    <a:pt x="166866" y="13255"/>
                    <a:pt x="170463" y="14710"/>
                  </a:cubicBezTo>
                  <a:cubicBezTo>
                    <a:pt x="174735" y="16434"/>
                    <a:pt x="179004" y="17813"/>
                    <a:pt x="183149" y="18805"/>
                  </a:cubicBezTo>
                  <a:cubicBezTo>
                    <a:pt x="187035" y="19734"/>
                    <a:pt x="190791" y="20198"/>
                    <a:pt x="194393" y="20198"/>
                  </a:cubicBezTo>
                  <a:cubicBezTo>
                    <a:pt x="198045" y="20198"/>
                    <a:pt x="201538" y="19721"/>
                    <a:pt x="204846" y="18766"/>
                  </a:cubicBezTo>
                  <a:cubicBezTo>
                    <a:pt x="206788" y="18205"/>
                    <a:pt x="208062" y="17332"/>
                    <a:pt x="208634" y="16167"/>
                  </a:cubicBezTo>
                  <a:cubicBezTo>
                    <a:pt x="209095" y="15229"/>
                    <a:pt x="209080" y="14117"/>
                    <a:pt x="208584" y="12865"/>
                  </a:cubicBezTo>
                  <a:cubicBezTo>
                    <a:pt x="207441" y="9969"/>
                    <a:pt x="204404" y="8376"/>
                    <a:pt x="202188" y="7211"/>
                  </a:cubicBezTo>
                  <a:lnTo>
                    <a:pt x="201831" y="7024"/>
                  </a:lnTo>
                  <a:cubicBezTo>
                    <a:pt x="194760" y="3289"/>
                    <a:pt x="188306" y="1132"/>
                    <a:pt x="182098" y="427"/>
                  </a:cubicBezTo>
                  <a:cubicBezTo>
                    <a:pt x="179239" y="102"/>
                    <a:pt x="176384" y="0"/>
                    <a:pt x="1736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0"/>
            <p:cNvSpPr/>
            <p:nvPr/>
          </p:nvSpPr>
          <p:spPr>
            <a:xfrm>
              <a:off x="-97184" y="87130"/>
              <a:ext cx="807313" cy="330705"/>
            </a:xfrm>
            <a:custGeom>
              <a:rect b="b" l="l" r="r" t="t"/>
              <a:pathLst>
                <a:path extrusionOk="0" h="8264" w="20174">
                  <a:moveTo>
                    <a:pt x="10888" y="404"/>
                  </a:moveTo>
                  <a:cubicBezTo>
                    <a:pt x="11749" y="404"/>
                    <a:pt x="12597" y="461"/>
                    <a:pt x="13422" y="602"/>
                  </a:cubicBezTo>
                  <a:cubicBezTo>
                    <a:pt x="15472" y="954"/>
                    <a:pt x="17153" y="1897"/>
                    <a:pt x="18413" y="3404"/>
                  </a:cubicBezTo>
                  <a:cubicBezTo>
                    <a:pt x="19054" y="4170"/>
                    <a:pt x="19787" y="5267"/>
                    <a:pt x="19634" y="6147"/>
                  </a:cubicBezTo>
                  <a:cubicBezTo>
                    <a:pt x="19567" y="6546"/>
                    <a:pt x="19324" y="6863"/>
                    <a:pt x="18894" y="7118"/>
                  </a:cubicBezTo>
                  <a:cubicBezTo>
                    <a:pt x="17704" y="7820"/>
                    <a:pt x="16206" y="7861"/>
                    <a:pt x="14950" y="7861"/>
                  </a:cubicBezTo>
                  <a:cubicBezTo>
                    <a:pt x="14860" y="7861"/>
                    <a:pt x="14771" y="7861"/>
                    <a:pt x="14684" y="7861"/>
                  </a:cubicBezTo>
                  <a:cubicBezTo>
                    <a:pt x="13289" y="7856"/>
                    <a:pt x="11866" y="7753"/>
                    <a:pt x="10488" y="7653"/>
                  </a:cubicBezTo>
                  <a:cubicBezTo>
                    <a:pt x="9887" y="7608"/>
                    <a:pt x="9287" y="7565"/>
                    <a:pt x="8687" y="7529"/>
                  </a:cubicBezTo>
                  <a:cubicBezTo>
                    <a:pt x="5827" y="7359"/>
                    <a:pt x="3245" y="7206"/>
                    <a:pt x="649" y="7206"/>
                  </a:cubicBezTo>
                  <a:cubicBezTo>
                    <a:pt x="568" y="7206"/>
                    <a:pt x="486" y="7206"/>
                    <a:pt x="405" y="7206"/>
                  </a:cubicBezTo>
                  <a:lnTo>
                    <a:pt x="405" y="1428"/>
                  </a:lnTo>
                  <a:cubicBezTo>
                    <a:pt x="2017" y="1368"/>
                    <a:pt x="3674" y="1139"/>
                    <a:pt x="5280" y="919"/>
                  </a:cubicBezTo>
                  <a:cubicBezTo>
                    <a:pt x="7141" y="665"/>
                    <a:pt x="9044" y="404"/>
                    <a:pt x="10888" y="404"/>
                  </a:cubicBezTo>
                  <a:close/>
                  <a:moveTo>
                    <a:pt x="10888" y="1"/>
                  </a:moveTo>
                  <a:cubicBezTo>
                    <a:pt x="9018" y="1"/>
                    <a:pt x="7099" y="265"/>
                    <a:pt x="5223" y="522"/>
                  </a:cubicBezTo>
                  <a:cubicBezTo>
                    <a:pt x="3564" y="751"/>
                    <a:pt x="1848" y="984"/>
                    <a:pt x="195" y="1034"/>
                  </a:cubicBezTo>
                  <a:lnTo>
                    <a:pt x="1" y="1039"/>
                  </a:lnTo>
                  <a:lnTo>
                    <a:pt x="1" y="7612"/>
                  </a:lnTo>
                  <a:lnTo>
                    <a:pt x="202" y="7612"/>
                  </a:lnTo>
                  <a:cubicBezTo>
                    <a:pt x="266" y="7612"/>
                    <a:pt x="330" y="7612"/>
                    <a:pt x="393" y="7612"/>
                  </a:cubicBezTo>
                  <a:cubicBezTo>
                    <a:pt x="3056" y="7612"/>
                    <a:pt x="5717" y="7756"/>
                    <a:pt x="8664" y="7932"/>
                  </a:cubicBezTo>
                  <a:cubicBezTo>
                    <a:pt x="9261" y="7968"/>
                    <a:pt x="9860" y="8012"/>
                    <a:pt x="10460" y="8055"/>
                  </a:cubicBezTo>
                  <a:cubicBezTo>
                    <a:pt x="11844" y="8155"/>
                    <a:pt x="13275" y="8259"/>
                    <a:pt x="14682" y="8264"/>
                  </a:cubicBezTo>
                  <a:lnTo>
                    <a:pt x="14998" y="8264"/>
                  </a:lnTo>
                  <a:cubicBezTo>
                    <a:pt x="16295" y="8264"/>
                    <a:pt x="17831" y="8211"/>
                    <a:pt x="19096" y="7463"/>
                  </a:cubicBezTo>
                  <a:cubicBezTo>
                    <a:pt x="19626" y="7152"/>
                    <a:pt x="19940" y="6730"/>
                    <a:pt x="20030" y="6216"/>
                  </a:cubicBezTo>
                  <a:cubicBezTo>
                    <a:pt x="20173" y="5387"/>
                    <a:pt x="19732" y="4354"/>
                    <a:pt x="18720" y="3145"/>
                  </a:cubicBezTo>
                  <a:cubicBezTo>
                    <a:pt x="17395" y="1562"/>
                    <a:pt x="15637" y="574"/>
                    <a:pt x="13488" y="205"/>
                  </a:cubicBezTo>
                  <a:cubicBezTo>
                    <a:pt x="12639" y="59"/>
                    <a:pt x="11769" y="1"/>
                    <a:pt x="108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0"/>
            <p:cNvSpPr/>
            <p:nvPr/>
          </p:nvSpPr>
          <p:spPr>
            <a:xfrm>
              <a:off x="-97104" y="-258065"/>
              <a:ext cx="9377861" cy="2035410"/>
            </a:xfrm>
            <a:custGeom>
              <a:rect b="b" l="l" r="r" t="t"/>
              <a:pathLst>
                <a:path extrusionOk="0" h="50863" w="234344">
                  <a:moveTo>
                    <a:pt x="233940" y="621"/>
                  </a:moveTo>
                  <a:lnTo>
                    <a:pt x="233940" y="12077"/>
                  </a:lnTo>
                  <a:cubicBezTo>
                    <a:pt x="232371" y="13846"/>
                    <a:pt x="230619" y="15358"/>
                    <a:pt x="228734" y="16565"/>
                  </a:cubicBezTo>
                  <a:cubicBezTo>
                    <a:pt x="224484" y="19289"/>
                    <a:pt x="219376" y="20857"/>
                    <a:pt x="213122" y="21360"/>
                  </a:cubicBezTo>
                  <a:cubicBezTo>
                    <a:pt x="211653" y="21479"/>
                    <a:pt x="210146" y="21539"/>
                    <a:pt x="208580" y="21539"/>
                  </a:cubicBezTo>
                  <a:cubicBezTo>
                    <a:pt x="205000" y="21539"/>
                    <a:pt x="201109" y="21226"/>
                    <a:pt x="196647" y="20590"/>
                  </a:cubicBezTo>
                  <a:lnTo>
                    <a:pt x="196529" y="20574"/>
                  </a:lnTo>
                  <a:cubicBezTo>
                    <a:pt x="194477" y="20283"/>
                    <a:pt x="192356" y="19981"/>
                    <a:pt x="190306" y="19457"/>
                  </a:cubicBezTo>
                  <a:cubicBezTo>
                    <a:pt x="188131" y="18901"/>
                    <a:pt x="186302" y="18457"/>
                    <a:pt x="184446" y="18095"/>
                  </a:cubicBezTo>
                  <a:cubicBezTo>
                    <a:pt x="182413" y="17700"/>
                    <a:pt x="180221" y="17338"/>
                    <a:pt x="178016" y="17338"/>
                  </a:cubicBezTo>
                  <a:cubicBezTo>
                    <a:pt x="177942" y="17338"/>
                    <a:pt x="177867" y="17339"/>
                    <a:pt x="177792" y="17340"/>
                  </a:cubicBezTo>
                  <a:cubicBezTo>
                    <a:pt x="176496" y="17354"/>
                    <a:pt x="174542" y="17378"/>
                    <a:pt x="173323" y="18637"/>
                  </a:cubicBezTo>
                  <a:cubicBezTo>
                    <a:pt x="172261" y="19733"/>
                    <a:pt x="172397" y="21555"/>
                    <a:pt x="173080" y="22788"/>
                  </a:cubicBezTo>
                  <a:cubicBezTo>
                    <a:pt x="174004" y="24459"/>
                    <a:pt x="175665" y="25395"/>
                    <a:pt x="177319" y="26158"/>
                  </a:cubicBezTo>
                  <a:cubicBezTo>
                    <a:pt x="180088" y="27433"/>
                    <a:pt x="183032" y="28076"/>
                    <a:pt x="185878" y="28699"/>
                  </a:cubicBezTo>
                  <a:cubicBezTo>
                    <a:pt x="186544" y="28844"/>
                    <a:pt x="187205" y="28990"/>
                    <a:pt x="187866" y="29142"/>
                  </a:cubicBezTo>
                  <a:cubicBezTo>
                    <a:pt x="191326" y="29942"/>
                    <a:pt x="194903" y="30405"/>
                    <a:pt x="198362" y="30852"/>
                  </a:cubicBezTo>
                  <a:lnTo>
                    <a:pt x="199879" y="31048"/>
                  </a:lnTo>
                  <a:cubicBezTo>
                    <a:pt x="203501" y="31524"/>
                    <a:pt x="207493" y="31975"/>
                    <a:pt x="212443" y="32469"/>
                  </a:cubicBezTo>
                  <a:cubicBezTo>
                    <a:pt x="216296" y="32854"/>
                    <a:pt x="220110" y="33192"/>
                    <a:pt x="223683" y="33505"/>
                  </a:cubicBezTo>
                  <a:cubicBezTo>
                    <a:pt x="226437" y="33747"/>
                    <a:pt x="229366" y="34040"/>
                    <a:pt x="232268" y="34727"/>
                  </a:cubicBezTo>
                  <a:cubicBezTo>
                    <a:pt x="232812" y="34856"/>
                    <a:pt x="233374" y="35011"/>
                    <a:pt x="233940" y="35186"/>
                  </a:cubicBezTo>
                  <a:lnTo>
                    <a:pt x="233940" y="50330"/>
                  </a:lnTo>
                  <a:cubicBezTo>
                    <a:pt x="227593" y="48509"/>
                    <a:pt x="220754" y="46238"/>
                    <a:pt x="213042" y="43386"/>
                  </a:cubicBezTo>
                  <a:cubicBezTo>
                    <a:pt x="208088" y="41555"/>
                    <a:pt x="202988" y="39512"/>
                    <a:pt x="197884" y="37317"/>
                  </a:cubicBezTo>
                  <a:cubicBezTo>
                    <a:pt x="195613" y="36339"/>
                    <a:pt x="193318" y="35281"/>
                    <a:pt x="191099" y="34257"/>
                  </a:cubicBezTo>
                  <a:cubicBezTo>
                    <a:pt x="188401" y="33014"/>
                    <a:pt x="185611" y="31726"/>
                    <a:pt x="182833" y="30573"/>
                  </a:cubicBezTo>
                  <a:cubicBezTo>
                    <a:pt x="172649" y="26340"/>
                    <a:pt x="162754" y="24195"/>
                    <a:pt x="153409" y="24195"/>
                  </a:cubicBezTo>
                  <a:cubicBezTo>
                    <a:pt x="153178" y="24195"/>
                    <a:pt x="152948" y="24197"/>
                    <a:pt x="152719" y="24198"/>
                  </a:cubicBezTo>
                  <a:cubicBezTo>
                    <a:pt x="142080" y="24319"/>
                    <a:pt x="132064" y="27884"/>
                    <a:pt x="122824" y="31721"/>
                  </a:cubicBezTo>
                  <a:cubicBezTo>
                    <a:pt x="112729" y="35913"/>
                    <a:pt x="102805" y="39822"/>
                    <a:pt x="92400" y="41608"/>
                  </a:cubicBezTo>
                  <a:cubicBezTo>
                    <a:pt x="82867" y="43244"/>
                    <a:pt x="72721" y="44299"/>
                    <a:pt x="61383" y="44830"/>
                  </a:cubicBezTo>
                  <a:cubicBezTo>
                    <a:pt x="58519" y="44965"/>
                    <a:pt x="55783" y="45032"/>
                    <a:pt x="53152" y="45032"/>
                  </a:cubicBezTo>
                  <a:cubicBezTo>
                    <a:pt x="45012" y="45032"/>
                    <a:pt x="37887" y="44383"/>
                    <a:pt x="31169" y="43050"/>
                  </a:cubicBezTo>
                  <a:cubicBezTo>
                    <a:pt x="24718" y="41770"/>
                    <a:pt x="18066" y="39641"/>
                    <a:pt x="11397" y="36720"/>
                  </a:cubicBezTo>
                  <a:cubicBezTo>
                    <a:pt x="7680" y="35093"/>
                    <a:pt x="3780" y="33224"/>
                    <a:pt x="405" y="30582"/>
                  </a:cubicBezTo>
                  <a:lnTo>
                    <a:pt x="405" y="21725"/>
                  </a:lnTo>
                  <a:cubicBezTo>
                    <a:pt x="5173" y="23118"/>
                    <a:pt x="10001" y="24631"/>
                    <a:pt x="14673" y="26094"/>
                  </a:cubicBezTo>
                  <a:cubicBezTo>
                    <a:pt x="18472" y="27283"/>
                    <a:pt x="22397" y="28512"/>
                    <a:pt x="26269" y="29670"/>
                  </a:cubicBezTo>
                  <a:cubicBezTo>
                    <a:pt x="42759" y="34607"/>
                    <a:pt x="58954" y="38982"/>
                    <a:pt x="74991" y="38982"/>
                  </a:cubicBezTo>
                  <a:cubicBezTo>
                    <a:pt x="78823" y="38982"/>
                    <a:pt x="82649" y="38732"/>
                    <a:pt x="86466" y="38179"/>
                  </a:cubicBezTo>
                  <a:cubicBezTo>
                    <a:pt x="95509" y="36872"/>
                    <a:pt x="104228" y="33938"/>
                    <a:pt x="112383" y="29455"/>
                  </a:cubicBezTo>
                  <a:cubicBezTo>
                    <a:pt x="116730" y="27066"/>
                    <a:pt x="120985" y="24195"/>
                    <a:pt x="125029" y="20922"/>
                  </a:cubicBezTo>
                  <a:cubicBezTo>
                    <a:pt x="126767" y="19511"/>
                    <a:pt x="128488" y="17994"/>
                    <a:pt x="130152" y="16524"/>
                  </a:cubicBezTo>
                  <a:cubicBezTo>
                    <a:pt x="131788" y="15078"/>
                    <a:pt x="133483" y="13582"/>
                    <a:pt x="135190" y="12196"/>
                  </a:cubicBezTo>
                  <a:cubicBezTo>
                    <a:pt x="137654" y="10200"/>
                    <a:pt x="140969" y="7788"/>
                    <a:pt x="144768" y="6873"/>
                  </a:cubicBezTo>
                  <a:cubicBezTo>
                    <a:pt x="145990" y="6580"/>
                    <a:pt x="147258" y="6432"/>
                    <a:pt x="148594" y="6432"/>
                  </a:cubicBezTo>
                  <a:cubicBezTo>
                    <a:pt x="151134" y="6432"/>
                    <a:pt x="153922" y="6966"/>
                    <a:pt x="157120" y="8052"/>
                  </a:cubicBezTo>
                  <a:cubicBezTo>
                    <a:pt x="165254" y="10813"/>
                    <a:pt x="174727" y="13878"/>
                    <a:pt x="184226" y="15304"/>
                  </a:cubicBezTo>
                  <a:cubicBezTo>
                    <a:pt x="187914" y="15858"/>
                    <a:pt x="191419" y="16136"/>
                    <a:pt x="194766" y="16136"/>
                  </a:cubicBezTo>
                  <a:cubicBezTo>
                    <a:pt x="200932" y="16136"/>
                    <a:pt x="206557" y="15192"/>
                    <a:pt x="211781" y="13295"/>
                  </a:cubicBezTo>
                  <a:cubicBezTo>
                    <a:pt x="216509" y="11579"/>
                    <a:pt x="220789" y="8892"/>
                    <a:pt x="224351" y="6492"/>
                  </a:cubicBezTo>
                  <a:cubicBezTo>
                    <a:pt x="224766" y="6212"/>
                    <a:pt x="225182" y="5928"/>
                    <a:pt x="225598" y="5645"/>
                  </a:cubicBezTo>
                  <a:cubicBezTo>
                    <a:pt x="228277" y="3826"/>
                    <a:pt x="231045" y="1944"/>
                    <a:pt x="233940" y="621"/>
                  </a:cubicBezTo>
                  <a:close/>
                  <a:moveTo>
                    <a:pt x="234344" y="1"/>
                  </a:moveTo>
                  <a:lnTo>
                    <a:pt x="234062" y="127"/>
                  </a:lnTo>
                  <a:cubicBezTo>
                    <a:pt x="231032" y="1470"/>
                    <a:pt x="228156" y="3423"/>
                    <a:pt x="225375" y="5313"/>
                  </a:cubicBezTo>
                  <a:cubicBezTo>
                    <a:pt x="224959" y="5595"/>
                    <a:pt x="224545" y="5878"/>
                    <a:pt x="224128" y="6158"/>
                  </a:cubicBezTo>
                  <a:cubicBezTo>
                    <a:pt x="220589" y="8544"/>
                    <a:pt x="216336" y="11214"/>
                    <a:pt x="211647" y="12916"/>
                  </a:cubicBezTo>
                  <a:cubicBezTo>
                    <a:pt x="206466" y="14796"/>
                    <a:pt x="200885" y="15732"/>
                    <a:pt x="194765" y="15732"/>
                  </a:cubicBezTo>
                  <a:cubicBezTo>
                    <a:pt x="191440" y="15732"/>
                    <a:pt x="187955" y="15456"/>
                    <a:pt x="184289" y="14905"/>
                  </a:cubicBezTo>
                  <a:cubicBezTo>
                    <a:pt x="174822" y="13485"/>
                    <a:pt x="165370" y="10424"/>
                    <a:pt x="157251" y="7671"/>
                  </a:cubicBezTo>
                  <a:cubicBezTo>
                    <a:pt x="154011" y="6571"/>
                    <a:pt x="151182" y="6028"/>
                    <a:pt x="148600" y="6028"/>
                  </a:cubicBezTo>
                  <a:cubicBezTo>
                    <a:pt x="147230" y="6028"/>
                    <a:pt x="145930" y="6181"/>
                    <a:pt x="144675" y="6483"/>
                  </a:cubicBezTo>
                  <a:cubicBezTo>
                    <a:pt x="140797" y="7416"/>
                    <a:pt x="137434" y="9860"/>
                    <a:pt x="134939" y="11886"/>
                  </a:cubicBezTo>
                  <a:cubicBezTo>
                    <a:pt x="133224" y="13277"/>
                    <a:pt x="131528" y="14775"/>
                    <a:pt x="129887" y="16224"/>
                  </a:cubicBezTo>
                  <a:cubicBezTo>
                    <a:pt x="128225" y="17690"/>
                    <a:pt x="126509" y="19207"/>
                    <a:pt x="124774" y="20610"/>
                  </a:cubicBezTo>
                  <a:cubicBezTo>
                    <a:pt x="120749" y="23869"/>
                    <a:pt x="116514" y="26727"/>
                    <a:pt x="112189" y="29105"/>
                  </a:cubicBezTo>
                  <a:cubicBezTo>
                    <a:pt x="104076" y="33564"/>
                    <a:pt x="95402" y="36484"/>
                    <a:pt x="86407" y="37785"/>
                  </a:cubicBezTo>
                  <a:cubicBezTo>
                    <a:pt x="82611" y="38334"/>
                    <a:pt x="78806" y="38583"/>
                    <a:pt x="74991" y="38583"/>
                  </a:cubicBezTo>
                  <a:cubicBezTo>
                    <a:pt x="59005" y="38583"/>
                    <a:pt x="42843" y="34216"/>
                    <a:pt x="26384" y="29289"/>
                  </a:cubicBezTo>
                  <a:cubicBezTo>
                    <a:pt x="22516" y="28130"/>
                    <a:pt x="18589" y="26901"/>
                    <a:pt x="14793" y="25711"/>
                  </a:cubicBezTo>
                  <a:cubicBezTo>
                    <a:pt x="10035" y="24222"/>
                    <a:pt x="5116" y="22681"/>
                    <a:pt x="257" y="21265"/>
                  </a:cubicBezTo>
                  <a:lnTo>
                    <a:pt x="0" y="21189"/>
                  </a:lnTo>
                  <a:lnTo>
                    <a:pt x="0" y="30778"/>
                  </a:lnTo>
                  <a:lnTo>
                    <a:pt x="77" y="30839"/>
                  </a:lnTo>
                  <a:cubicBezTo>
                    <a:pt x="3505" y="33541"/>
                    <a:pt x="7466" y="35440"/>
                    <a:pt x="11235" y="37090"/>
                  </a:cubicBezTo>
                  <a:cubicBezTo>
                    <a:pt x="17931" y="40022"/>
                    <a:pt x="24610" y="42161"/>
                    <a:pt x="31090" y="43447"/>
                  </a:cubicBezTo>
                  <a:cubicBezTo>
                    <a:pt x="37834" y="44786"/>
                    <a:pt x="44983" y="45437"/>
                    <a:pt x="53148" y="45437"/>
                  </a:cubicBezTo>
                  <a:cubicBezTo>
                    <a:pt x="55786" y="45437"/>
                    <a:pt x="58530" y="45369"/>
                    <a:pt x="61401" y="45235"/>
                  </a:cubicBezTo>
                  <a:cubicBezTo>
                    <a:pt x="72756" y="44700"/>
                    <a:pt x="82917" y="43644"/>
                    <a:pt x="92467" y="42007"/>
                  </a:cubicBezTo>
                  <a:cubicBezTo>
                    <a:pt x="102913" y="40214"/>
                    <a:pt x="112861" y="36296"/>
                    <a:pt x="122978" y="32095"/>
                  </a:cubicBezTo>
                  <a:cubicBezTo>
                    <a:pt x="132181" y="28274"/>
                    <a:pt x="142153" y="24722"/>
                    <a:pt x="152725" y="24602"/>
                  </a:cubicBezTo>
                  <a:cubicBezTo>
                    <a:pt x="152952" y="24600"/>
                    <a:pt x="153179" y="24598"/>
                    <a:pt x="153407" y="24598"/>
                  </a:cubicBezTo>
                  <a:cubicBezTo>
                    <a:pt x="162694" y="24598"/>
                    <a:pt x="172541" y="26730"/>
                    <a:pt x="182679" y="30945"/>
                  </a:cubicBezTo>
                  <a:cubicBezTo>
                    <a:pt x="185447" y="32095"/>
                    <a:pt x="188234" y="33381"/>
                    <a:pt x="190930" y="34624"/>
                  </a:cubicBezTo>
                  <a:cubicBezTo>
                    <a:pt x="193152" y="35649"/>
                    <a:pt x="195448" y="36707"/>
                    <a:pt x="197726" y="37686"/>
                  </a:cubicBezTo>
                  <a:cubicBezTo>
                    <a:pt x="202837" y="39885"/>
                    <a:pt x="207942" y="41928"/>
                    <a:pt x="212901" y="43763"/>
                  </a:cubicBezTo>
                  <a:cubicBezTo>
                    <a:pt x="220729" y="46656"/>
                    <a:pt x="227658" y="48955"/>
                    <a:pt x="234085" y="50788"/>
                  </a:cubicBezTo>
                  <a:lnTo>
                    <a:pt x="234341" y="50863"/>
                  </a:lnTo>
                  <a:lnTo>
                    <a:pt x="234344" y="50863"/>
                  </a:lnTo>
                  <a:lnTo>
                    <a:pt x="234344" y="34896"/>
                  </a:lnTo>
                  <a:lnTo>
                    <a:pt x="234204" y="34850"/>
                  </a:lnTo>
                  <a:cubicBezTo>
                    <a:pt x="233582" y="34654"/>
                    <a:pt x="232962" y="34481"/>
                    <a:pt x="232362" y="34340"/>
                  </a:cubicBezTo>
                  <a:cubicBezTo>
                    <a:pt x="229433" y="33647"/>
                    <a:pt x="226488" y="33352"/>
                    <a:pt x="223721" y="33110"/>
                  </a:cubicBezTo>
                  <a:cubicBezTo>
                    <a:pt x="220148" y="32797"/>
                    <a:pt x="216338" y="32457"/>
                    <a:pt x="212486" y="32074"/>
                  </a:cubicBezTo>
                  <a:cubicBezTo>
                    <a:pt x="207542" y="31581"/>
                    <a:pt x="203553" y="31128"/>
                    <a:pt x="199935" y="30653"/>
                  </a:cubicBezTo>
                  <a:lnTo>
                    <a:pt x="198416" y="30455"/>
                  </a:lnTo>
                  <a:cubicBezTo>
                    <a:pt x="194968" y="30009"/>
                    <a:pt x="191400" y="29547"/>
                    <a:pt x="187960" y="28753"/>
                  </a:cubicBezTo>
                  <a:cubicBezTo>
                    <a:pt x="187298" y="28602"/>
                    <a:pt x="186634" y="28454"/>
                    <a:pt x="185969" y="28310"/>
                  </a:cubicBezTo>
                  <a:cubicBezTo>
                    <a:pt x="183145" y="27690"/>
                    <a:pt x="180223" y="27051"/>
                    <a:pt x="177494" y="25795"/>
                  </a:cubicBezTo>
                  <a:cubicBezTo>
                    <a:pt x="176009" y="25111"/>
                    <a:pt x="174350" y="24245"/>
                    <a:pt x="173437" y="22596"/>
                  </a:cubicBezTo>
                  <a:cubicBezTo>
                    <a:pt x="172829" y="21493"/>
                    <a:pt x="172693" y="19876"/>
                    <a:pt x="173617" y="18921"/>
                  </a:cubicBezTo>
                  <a:cubicBezTo>
                    <a:pt x="174717" y="17783"/>
                    <a:pt x="176574" y="17760"/>
                    <a:pt x="177801" y="17745"/>
                  </a:cubicBezTo>
                  <a:cubicBezTo>
                    <a:pt x="177883" y="17744"/>
                    <a:pt x="177965" y="17744"/>
                    <a:pt x="178047" y="17744"/>
                  </a:cubicBezTo>
                  <a:cubicBezTo>
                    <a:pt x="180223" y="17744"/>
                    <a:pt x="182367" y="18103"/>
                    <a:pt x="184375" y="18494"/>
                  </a:cubicBezTo>
                  <a:cubicBezTo>
                    <a:pt x="186221" y="18853"/>
                    <a:pt x="188043" y="19296"/>
                    <a:pt x="190212" y="19850"/>
                  </a:cubicBezTo>
                  <a:cubicBezTo>
                    <a:pt x="192283" y="20380"/>
                    <a:pt x="194415" y="20683"/>
                    <a:pt x="196477" y="20976"/>
                  </a:cubicBezTo>
                  <a:lnTo>
                    <a:pt x="196594" y="20993"/>
                  </a:lnTo>
                  <a:cubicBezTo>
                    <a:pt x="201071" y="21630"/>
                    <a:pt x="204978" y="21943"/>
                    <a:pt x="208576" y="21943"/>
                  </a:cubicBezTo>
                  <a:cubicBezTo>
                    <a:pt x="210156" y="21943"/>
                    <a:pt x="211676" y="21883"/>
                    <a:pt x="213159" y="21763"/>
                  </a:cubicBezTo>
                  <a:cubicBezTo>
                    <a:pt x="219481" y="21255"/>
                    <a:pt x="224648" y="19666"/>
                    <a:pt x="228956" y="16905"/>
                  </a:cubicBezTo>
                  <a:cubicBezTo>
                    <a:pt x="230892" y="15665"/>
                    <a:pt x="232689" y="14110"/>
                    <a:pt x="234294" y="12287"/>
                  </a:cubicBezTo>
                  <a:lnTo>
                    <a:pt x="234344" y="12230"/>
                  </a:lnTo>
                  <a:lnTo>
                    <a:pt x="23434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0"/>
            <p:cNvSpPr/>
            <p:nvPr/>
          </p:nvSpPr>
          <p:spPr>
            <a:xfrm>
              <a:off x="-97264" y="1162055"/>
              <a:ext cx="5171942" cy="1031731"/>
            </a:xfrm>
            <a:custGeom>
              <a:rect b="b" l="l" r="r" t="t"/>
              <a:pathLst>
                <a:path extrusionOk="0" h="25782" w="129242">
                  <a:moveTo>
                    <a:pt x="125667" y="404"/>
                  </a:moveTo>
                  <a:cubicBezTo>
                    <a:pt x="125949" y="404"/>
                    <a:pt x="126232" y="415"/>
                    <a:pt x="126514" y="437"/>
                  </a:cubicBezTo>
                  <a:cubicBezTo>
                    <a:pt x="127419" y="510"/>
                    <a:pt x="128375" y="690"/>
                    <a:pt x="128733" y="1442"/>
                  </a:cubicBezTo>
                  <a:cubicBezTo>
                    <a:pt x="127667" y="1898"/>
                    <a:pt x="126604" y="2366"/>
                    <a:pt x="125540" y="2833"/>
                  </a:cubicBezTo>
                  <a:cubicBezTo>
                    <a:pt x="121951" y="4414"/>
                    <a:pt x="118237" y="6047"/>
                    <a:pt x="114473" y="7141"/>
                  </a:cubicBezTo>
                  <a:cubicBezTo>
                    <a:pt x="113881" y="7314"/>
                    <a:pt x="113286" y="7483"/>
                    <a:pt x="112693" y="7649"/>
                  </a:cubicBezTo>
                  <a:cubicBezTo>
                    <a:pt x="110914" y="8149"/>
                    <a:pt x="109073" y="8666"/>
                    <a:pt x="107278" y="9330"/>
                  </a:cubicBezTo>
                  <a:cubicBezTo>
                    <a:pt x="105183" y="10108"/>
                    <a:pt x="102936" y="11055"/>
                    <a:pt x="100411" y="12228"/>
                  </a:cubicBezTo>
                  <a:cubicBezTo>
                    <a:pt x="97928" y="13381"/>
                    <a:pt x="95424" y="14634"/>
                    <a:pt x="93002" y="15844"/>
                  </a:cubicBezTo>
                  <a:cubicBezTo>
                    <a:pt x="86663" y="19013"/>
                    <a:pt x="80109" y="22288"/>
                    <a:pt x="73322" y="24097"/>
                  </a:cubicBezTo>
                  <a:cubicBezTo>
                    <a:pt x="70106" y="24955"/>
                    <a:pt x="66829" y="25381"/>
                    <a:pt x="63411" y="25381"/>
                  </a:cubicBezTo>
                  <a:cubicBezTo>
                    <a:pt x="61691" y="25381"/>
                    <a:pt x="59935" y="25273"/>
                    <a:pt x="58132" y="25057"/>
                  </a:cubicBezTo>
                  <a:cubicBezTo>
                    <a:pt x="54870" y="24667"/>
                    <a:pt x="51578" y="24000"/>
                    <a:pt x="48394" y="23351"/>
                  </a:cubicBezTo>
                  <a:cubicBezTo>
                    <a:pt x="46720" y="23010"/>
                    <a:pt x="44988" y="22658"/>
                    <a:pt x="43281" y="22351"/>
                  </a:cubicBezTo>
                  <a:cubicBezTo>
                    <a:pt x="38827" y="21551"/>
                    <a:pt x="34306" y="21314"/>
                    <a:pt x="29931" y="21085"/>
                  </a:cubicBezTo>
                  <a:lnTo>
                    <a:pt x="28914" y="21031"/>
                  </a:lnTo>
                  <a:cubicBezTo>
                    <a:pt x="25978" y="20874"/>
                    <a:pt x="23609" y="20501"/>
                    <a:pt x="21462" y="19855"/>
                  </a:cubicBezTo>
                  <a:cubicBezTo>
                    <a:pt x="19489" y="19259"/>
                    <a:pt x="17512" y="18432"/>
                    <a:pt x="15599" y="17635"/>
                  </a:cubicBezTo>
                  <a:cubicBezTo>
                    <a:pt x="15171" y="17457"/>
                    <a:pt x="14747" y="17279"/>
                    <a:pt x="14321" y="17105"/>
                  </a:cubicBezTo>
                  <a:cubicBezTo>
                    <a:pt x="12341" y="16286"/>
                    <a:pt x="10328" y="15433"/>
                    <a:pt x="8383" y="14606"/>
                  </a:cubicBezTo>
                  <a:cubicBezTo>
                    <a:pt x="5772" y="13497"/>
                    <a:pt x="3075" y="12349"/>
                    <a:pt x="404" y="11276"/>
                  </a:cubicBezTo>
                  <a:lnTo>
                    <a:pt x="403" y="11276"/>
                  </a:lnTo>
                  <a:lnTo>
                    <a:pt x="403" y="5584"/>
                  </a:lnTo>
                  <a:cubicBezTo>
                    <a:pt x="967" y="5874"/>
                    <a:pt x="1566" y="6170"/>
                    <a:pt x="2220" y="6484"/>
                  </a:cubicBezTo>
                  <a:cubicBezTo>
                    <a:pt x="2905" y="6811"/>
                    <a:pt x="3592" y="7131"/>
                    <a:pt x="4281" y="7450"/>
                  </a:cubicBezTo>
                  <a:cubicBezTo>
                    <a:pt x="6227" y="8357"/>
                    <a:pt x="8240" y="9293"/>
                    <a:pt x="10153" y="10412"/>
                  </a:cubicBezTo>
                  <a:cubicBezTo>
                    <a:pt x="12434" y="11746"/>
                    <a:pt x="14871" y="13148"/>
                    <a:pt x="17395" y="14337"/>
                  </a:cubicBezTo>
                  <a:cubicBezTo>
                    <a:pt x="25707" y="18255"/>
                    <a:pt x="35202" y="20169"/>
                    <a:pt x="46355" y="20169"/>
                  </a:cubicBezTo>
                  <a:cubicBezTo>
                    <a:pt x="47079" y="20169"/>
                    <a:pt x="47811" y="20161"/>
                    <a:pt x="48549" y="20145"/>
                  </a:cubicBezTo>
                  <a:cubicBezTo>
                    <a:pt x="59131" y="19914"/>
                    <a:pt x="70411" y="17805"/>
                    <a:pt x="84049" y="13504"/>
                  </a:cubicBezTo>
                  <a:cubicBezTo>
                    <a:pt x="89815" y="11685"/>
                    <a:pt x="95612" y="9562"/>
                    <a:pt x="101217" y="7507"/>
                  </a:cubicBezTo>
                  <a:cubicBezTo>
                    <a:pt x="104315" y="6374"/>
                    <a:pt x="107517" y="5200"/>
                    <a:pt x="110679" y="4091"/>
                  </a:cubicBezTo>
                  <a:cubicBezTo>
                    <a:pt x="114143" y="2876"/>
                    <a:pt x="117874" y="1648"/>
                    <a:pt x="121675" y="895"/>
                  </a:cubicBezTo>
                  <a:cubicBezTo>
                    <a:pt x="122896" y="652"/>
                    <a:pt x="124279" y="404"/>
                    <a:pt x="125667" y="404"/>
                  </a:cubicBezTo>
                  <a:close/>
                  <a:moveTo>
                    <a:pt x="125672" y="1"/>
                  </a:moveTo>
                  <a:cubicBezTo>
                    <a:pt x="124248" y="1"/>
                    <a:pt x="122839" y="252"/>
                    <a:pt x="121598" y="497"/>
                  </a:cubicBezTo>
                  <a:cubicBezTo>
                    <a:pt x="117773" y="1256"/>
                    <a:pt x="114025" y="2491"/>
                    <a:pt x="110546" y="3711"/>
                  </a:cubicBezTo>
                  <a:cubicBezTo>
                    <a:pt x="107384" y="4820"/>
                    <a:pt x="104179" y="5993"/>
                    <a:pt x="101080" y="7129"/>
                  </a:cubicBezTo>
                  <a:cubicBezTo>
                    <a:pt x="95477" y="9180"/>
                    <a:pt x="89685" y="11305"/>
                    <a:pt x="83929" y="13120"/>
                  </a:cubicBezTo>
                  <a:cubicBezTo>
                    <a:pt x="70328" y="17407"/>
                    <a:pt x="59084" y="19512"/>
                    <a:pt x="48540" y="19742"/>
                  </a:cubicBezTo>
                  <a:cubicBezTo>
                    <a:pt x="47811" y="19758"/>
                    <a:pt x="47089" y="19766"/>
                    <a:pt x="46374" y="19766"/>
                  </a:cubicBezTo>
                  <a:cubicBezTo>
                    <a:pt x="35268" y="19766"/>
                    <a:pt x="25827" y="17865"/>
                    <a:pt x="17567" y="13971"/>
                  </a:cubicBezTo>
                  <a:cubicBezTo>
                    <a:pt x="15057" y="12788"/>
                    <a:pt x="12628" y="11391"/>
                    <a:pt x="10355" y="10062"/>
                  </a:cubicBezTo>
                  <a:cubicBezTo>
                    <a:pt x="8426" y="8935"/>
                    <a:pt x="6404" y="7993"/>
                    <a:pt x="4448" y="7084"/>
                  </a:cubicBezTo>
                  <a:cubicBezTo>
                    <a:pt x="3762" y="6767"/>
                    <a:pt x="3076" y="6447"/>
                    <a:pt x="2395" y="6120"/>
                  </a:cubicBezTo>
                  <a:cubicBezTo>
                    <a:pt x="1626" y="5754"/>
                    <a:pt x="940" y="5411"/>
                    <a:pt x="294" y="5075"/>
                  </a:cubicBezTo>
                  <a:lnTo>
                    <a:pt x="0" y="4921"/>
                  </a:lnTo>
                  <a:lnTo>
                    <a:pt x="0" y="11545"/>
                  </a:lnTo>
                  <a:lnTo>
                    <a:pt x="126" y="11595"/>
                  </a:lnTo>
                  <a:cubicBezTo>
                    <a:pt x="2833" y="12684"/>
                    <a:pt x="5574" y="13848"/>
                    <a:pt x="8224" y="14973"/>
                  </a:cubicBezTo>
                  <a:cubicBezTo>
                    <a:pt x="10170" y="15801"/>
                    <a:pt x="12184" y="16656"/>
                    <a:pt x="14167" y="17473"/>
                  </a:cubicBezTo>
                  <a:cubicBezTo>
                    <a:pt x="14591" y="17649"/>
                    <a:pt x="15016" y="17828"/>
                    <a:pt x="15441" y="18003"/>
                  </a:cubicBezTo>
                  <a:cubicBezTo>
                    <a:pt x="17363" y="18808"/>
                    <a:pt x="19349" y="19638"/>
                    <a:pt x="21344" y="20238"/>
                  </a:cubicBezTo>
                  <a:cubicBezTo>
                    <a:pt x="23523" y="20895"/>
                    <a:pt x="25922" y="21274"/>
                    <a:pt x="28892" y="21431"/>
                  </a:cubicBezTo>
                  <a:lnTo>
                    <a:pt x="29910" y="21485"/>
                  </a:lnTo>
                  <a:cubicBezTo>
                    <a:pt x="34272" y="21714"/>
                    <a:pt x="38783" y="21950"/>
                    <a:pt x="43209" y="22746"/>
                  </a:cubicBezTo>
                  <a:cubicBezTo>
                    <a:pt x="44912" y="23053"/>
                    <a:pt x="46641" y="23406"/>
                    <a:pt x="48313" y="23744"/>
                  </a:cubicBezTo>
                  <a:cubicBezTo>
                    <a:pt x="51505" y="24393"/>
                    <a:pt x="54806" y="25065"/>
                    <a:pt x="58085" y="25456"/>
                  </a:cubicBezTo>
                  <a:cubicBezTo>
                    <a:pt x="59905" y="25673"/>
                    <a:pt x="61677" y="25782"/>
                    <a:pt x="63414" y="25782"/>
                  </a:cubicBezTo>
                  <a:cubicBezTo>
                    <a:pt x="66866" y="25782"/>
                    <a:pt x="70177" y="25352"/>
                    <a:pt x="73425" y="24486"/>
                  </a:cubicBezTo>
                  <a:cubicBezTo>
                    <a:pt x="80253" y="22666"/>
                    <a:pt x="86826" y="19379"/>
                    <a:pt x="93183" y="16202"/>
                  </a:cubicBezTo>
                  <a:cubicBezTo>
                    <a:pt x="95603" y="14991"/>
                    <a:pt x="98105" y="13741"/>
                    <a:pt x="100582" y="12591"/>
                  </a:cubicBezTo>
                  <a:cubicBezTo>
                    <a:pt x="103097" y="11422"/>
                    <a:pt x="105333" y="10479"/>
                    <a:pt x="107419" y="9706"/>
                  </a:cubicBezTo>
                  <a:cubicBezTo>
                    <a:pt x="109198" y="9046"/>
                    <a:pt x="111031" y="8532"/>
                    <a:pt x="112803" y="8033"/>
                  </a:cubicBezTo>
                  <a:cubicBezTo>
                    <a:pt x="113399" y="7867"/>
                    <a:pt x="113993" y="7699"/>
                    <a:pt x="114588" y="7526"/>
                  </a:cubicBezTo>
                  <a:cubicBezTo>
                    <a:pt x="118376" y="6424"/>
                    <a:pt x="122102" y="4784"/>
                    <a:pt x="125704" y="3199"/>
                  </a:cubicBezTo>
                  <a:cubicBezTo>
                    <a:pt x="126826" y="2705"/>
                    <a:pt x="127947" y="2212"/>
                    <a:pt x="129073" y="1733"/>
                  </a:cubicBezTo>
                  <a:lnTo>
                    <a:pt x="129242" y="1662"/>
                  </a:lnTo>
                  <a:lnTo>
                    <a:pt x="129185" y="1488"/>
                  </a:lnTo>
                  <a:cubicBezTo>
                    <a:pt x="128775" y="216"/>
                    <a:pt x="127216" y="89"/>
                    <a:pt x="126549" y="34"/>
                  </a:cubicBezTo>
                  <a:cubicBezTo>
                    <a:pt x="126257" y="11"/>
                    <a:pt x="125964" y="1"/>
                    <a:pt x="1256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0"/>
            <p:cNvSpPr/>
            <p:nvPr/>
          </p:nvSpPr>
          <p:spPr>
            <a:xfrm>
              <a:off x="-97184" y="1487081"/>
              <a:ext cx="9378021" cy="2233737"/>
            </a:xfrm>
            <a:custGeom>
              <a:rect b="b" l="l" r="r" t="t"/>
              <a:pathLst>
                <a:path extrusionOk="0" h="55819" w="234348">
                  <a:moveTo>
                    <a:pt x="144981" y="403"/>
                  </a:moveTo>
                  <a:cubicBezTo>
                    <a:pt x="150962" y="403"/>
                    <a:pt x="156924" y="882"/>
                    <a:pt x="162787" y="1836"/>
                  </a:cubicBezTo>
                  <a:cubicBezTo>
                    <a:pt x="170740" y="3127"/>
                    <a:pt x="179016" y="5583"/>
                    <a:pt x="189615" y="9797"/>
                  </a:cubicBezTo>
                  <a:cubicBezTo>
                    <a:pt x="198427" y="13299"/>
                    <a:pt x="207411" y="17431"/>
                    <a:pt x="216323" y="22082"/>
                  </a:cubicBezTo>
                  <a:lnTo>
                    <a:pt x="218254" y="23088"/>
                  </a:lnTo>
                  <a:cubicBezTo>
                    <a:pt x="223483" y="25804"/>
                    <a:pt x="228885" y="28612"/>
                    <a:pt x="233942" y="32005"/>
                  </a:cubicBezTo>
                  <a:lnTo>
                    <a:pt x="233942" y="40242"/>
                  </a:lnTo>
                  <a:cubicBezTo>
                    <a:pt x="230357" y="38005"/>
                    <a:pt x="227378" y="36353"/>
                    <a:pt x="224590" y="35054"/>
                  </a:cubicBezTo>
                  <a:cubicBezTo>
                    <a:pt x="215470" y="30808"/>
                    <a:pt x="205746" y="28155"/>
                    <a:pt x="196343" y="25590"/>
                  </a:cubicBezTo>
                  <a:cubicBezTo>
                    <a:pt x="195383" y="25330"/>
                    <a:pt x="194423" y="25067"/>
                    <a:pt x="193466" y="24804"/>
                  </a:cubicBezTo>
                  <a:cubicBezTo>
                    <a:pt x="172307" y="18995"/>
                    <a:pt x="155262" y="16255"/>
                    <a:pt x="139723" y="16255"/>
                  </a:cubicBezTo>
                  <a:cubicBezTo>
                    <a:pt x="136241" y="16255"/>
                    <a:pt x="132834" y="16392"/>
                    <a:pt x="129473" y="16664"/>
                  </a:cubicBezTo>
                  <a:cubicBezTo>
                    <a:pt x="117659" y="17617"/>
                    <a:pt x="108992" y="19950"/>
                    <a:pt x="101363" y="24225"/>
                  </a:cubicBezTo>
                  <a:cubicBezTo>
                    <a:pt x="95848" y="27316"/>
                    <a:pt x="90586" y="31262"/>
                    <a:pt x="85495" y="35080"/>
                  </a:cubicBezTo>
                  <a:cubicBezTo>
                    <a:pt x="82539" y="37296"/>
                    <a:pt x="79484" y="39588"/>
                    <a:pt x="76413" y="41684"/>
                  </a:cubicBezTo>
                  <a:cubicBezTo>
                    <a:pt x="71394" y="45113"/>
                    <a:pt x="67146" y="47471"/>
                    <a:pt x="63039" y="49108"/>
                  </a:cubicBezTo>
                  <a:cubicBezTo>
                    <a:pt x="58787" y="50804"/>
                    <a:pt x="54022" y="52109"/>
                    <a:pt x="48045" y="53216"/>
                  </a:cubicBezTo>
                  <a:cubicBezTo>
                    <a:pt x="40031" y="54703"/>
                    <a:pt x="31384" y="55416"/>
                    <a:pt x="21189" y="55416"/>
                  </a:cubicBezTo>
                  <a:cubicBezTo>
                    <a:pt x="19290" y="55416"/>
                    <a:pt x="17337" y="55391"/>
                    <a:pt x="15325" y="55342"/>
                  </a:cubicBezTo>
                  <a:cubicBezTo>
                    <a:pt x="9761" y="55207"/>
                    <a:pt x="4879" y="54966"/>
                    <a:pt x="402" y="54612"/>
                  </a:cubicBezTo>
                  <a:lnTo>
                    <a:pt x="407" y="54612"/>
                  </a:lnTo>
                  <a:lnTo>
                    <a:pt x="407" y="49284"/>
                  </a:lnTo>
                  <a:cubicBezTo>
                    <a:pt x="817" y="49421"/>
                    <a:pt x="1230" y="49561"/>
                    <a:pt x="1643" y="49700"/>
                  </a:cubicBezTo>
                  <a:cubicBezTo>
                    <a:pt x="4359" y="50619"/>
                    <a:pt x="7168" y="51566"/>
                    <a:pt x="9980" y="52235"/>
                  </a:cubicBezTo>
                  <a:cubicBezTo>
                    <a:pt x="12206" y="52763"/>
                    <a:pt x="14788" y="53377"/>
                    <a:pt x="17344" y="53377"/>
                  </a:cubicBezTo>
                  <a:cubicBezTo>
                    <a:pt x="18683" y="53377"/>
                    <a:pt x="20014" y="53208"/>
                    <a:pt x="21283" y="52772"/>
                  </a:cubicBezTo>
                  <a:cubicBezTo>
                    <a:pt x="22931" y="52205"/>
                    <a:pt x="23878" y="51164"/>
                    <a:pt x="24025" y="49761"/>
                  </a:cubicBezTo>
                  <a:cubicBezTo>
                    <a:pt x="24231" y="47784"/>
                    <a:pt x="23055" y="45926"/>
                    <a:pt x="21802" y="44960"/>
                  </a:cubicBezTo>
                  <a:cubicBezTo>
                    <a:pt x="20124" y="43670"/>
                    <a:pt x="18067" y="43236"/>
                    <a:pt x="16094" y="42961"/>
                  </a:cubicBezTo>
                  <a:cubicBezTo>
                    <a:pt x="13968" y="42663"/>
                    <a:pt x="11797" y="42629"/>
                    <a:pt x="9701" y="42596"/>
                  </a:cubicBezTo>
                  <a:lnTo>
                    <a:pt x="9254" y="42589"/>
                  </a:lnTo>
                  <a:cubicBezTo>
                    <a:pt x="6994" y="42550"/>
                    <a:pt x="4310" y="42346"/>
                    <a:pt x="1553" y="41105"/>
                  </a:cubicBezTo>
                  <a:cubicBezTo>
                    <a:pt x="1170" y="40933"/>
                    <a:pt x="784" y="40741"/>
                    <a:pt x="402" y="40534"/>
                  </a:cubicBezTo>
                  <a:lnTo>
                    <a:pt x="402" y="31531"/>
                  </a:lnTo>
                  <a:cubicBezTo>
                    <a:pt x="6844" y="32915"/>
                    <a:pt x="13326" y="34726"/>
                    <a:pt x="19599" y="36477"/>
                  </a:cubicBezTo>
                  <a:cubicBezTo>
                    <a:pt x="22674" y="37335"/>
                    <a:pt x="25850" y="38224"/>
                    <a:pt x="28985" y="39049"/>
                  </a:cubicBezTo>
                  <a:cubicBezTo>
                    <a:pt x="36397" y="41005"/>
                    <a:pt x="46195" y="43249"/>
                    <a:pt x="56268" y="43249"/>
                  </a:cubicBezTo>
                  <a:lnTo>
                    <a:pt x="56298" y="43249"/>
                  </a:lnTo>
                  <a:cubicBezTo>
                    <a:pt x="60549" y="43247"/>
                    <a:pt x="65413" y="43043"/>
                    <a:pt x="69372" y="40633"/>
                  </a:cubicBezTo>
                  <a:cubicBezTo>
                    <a:pt x="71055" y="39609"/>
                    <a:pt x="72214" y="38269"/>
                    <a:pt x="72821" y="36652"/>
                  </a:cubicBezTo>
                  <a:cubicBezTo>
                    <a:pt x="73454" y="34967"/>
                    <a:pt x="73654" y="32595"/>
                    <a:pt x="72675" y="31095"/>
                  </a:cubicBezTo>
                  <a:cubicBezTo>
                    <a:pt x="71475" y="29255"/>
                    <a:pt x="69235" y="29002"/>
                    <a:pt x="67193" y="29002"/>
                  </a:cubicBezTo>
                  <a:lnTo>
                    <a:pt x="67163" y="29002"/>
                  </a:lnTo>
                  <a:cubicBezTo>
                    <a:pt x="64338" y="29005"/>
                    <a:pt x="61485" y="29632"/>
                    <a:pt x="59033" y="30219"/>
                  </a:cubicBezTo>
                  <a:cubicBezTo>
                    <a:pt x="58197" y="30419"/>
                    <a:pt x="57351" y="30648"/>
                    <a:pt x="56532" y="30868"/>
                  </a:cubicBezTo>
                  <a:cubicBezTo>
                    <a:pt x="55224" y="31222"/>
                    <a:pt x="53869" y="31587"/>
                    <a:pt x="52529" y="31845"/>
                  </a:cubicBezTo>
                  <a:cubicBezTo>
                    <a:pt x="48490" y="32626"/>
                    <a:pt x="44235" y="33024"/>
                    <a:pt x="39894" y="33024"/>
                  </a:cubicBezTo>
                  <a:cubicBezTo>
                    <a:pt x="39863" y="33024"/>
                    <a:pt x="39832" y="33024"/>
                    <a:pt x="39801" y="33024"/>
                  </a:cubicBezTo>
                  <a:cubicBezTo>
                    <a:pt x="26833" y="33011"/>
                    <a:pt x="13576" y="29869"/>
                    <a:pt x="402" y="23687"/>
                  </a:cubicBezTo>
                  <a:lnTo>
                    <a:pt x="402" y="6011"/>
                  </a:lnTo>
                  <a:cubicBezTo>
                    <a:pt x="1635" y="6344"/>
                    <a:pt x="2827" y="6712"/>
                    <a:pt x="3952" y="7104"/>
                  </a:cubicBezTo>
                  <a:cubicBezTo>
                    <a:pt x="7474" y="8330"/>
                    <a:pt x="10930" y="10023"/>
                    <a:pt x="14269" y="11659"/>
                  </a:cubicBezTo>
                  <a:cubicBezTo>
                    <a:pt x="15159" y="12095"/>
                    <a:pt x="16051" y="12530"/>
                    <a:pt x="16944" y="12959"/>
                  </a:cubicBezTo>
                  <a:cubicBezTo>
                    <a:pt x="21849" y="15315"/>
                    <a:pt x="26184" y="17153"/>
                    <a:pt x="30193" y="18579"/>
                  </a:cubicBezTo>
                  <a:cubicBezTo>
                    <a:pt x="37329" y="21116"/>
                    <a:pt x="44835" y="22386"/>
                    <a:pt x="52799" y="22386"/>
                  </a:cubicBezTo>
                  <a:cubicBezTo>
                    <a:pt x="62775" y="22386"/>
                    <a:pt x="73472" y="20393"/>
                    <a:pt x="85065" y="16400"/>
                  </a:cubicBezTo>
                  <a:cubicBezTo>
                    <a:pt x="89374" y="14915"/>
                    <a:pt x="93852" y="13162"/>
                    <a:pt x="98753" y="11037"/>
                  </a:cubicBezTo>
                  <a:cubicBezTo>
                    <a:pt x="99763" y="10600"/>
                    <a:pt x="100773" y="10151"/>
                    <a:pt x="101781" y="9706"/>
                  </a:cubicBezTo>
                  <a:cubicBezTo>
                    <a:pt x="104805" y="8364"/>
                    <a:pt x="107933" y="6975"/>
                    <a:pt x="111082" y="5882"/>
                  </a:cubicBezTo>
                  <a:cubicBezTo>
                    <a:pt x="119135" y="3086"/>
                    <a:pt x="127851" y="1338"/>
                    <a:pt x="136984" y="688"/>
                  </a:cubicBezTo>
                  <a:cubicBezTo>
                    <a:pt x="139649" y="498"/>
                    <a:pt x="142317" y="403"/>
                    <a:pt x="144981" y="403"/>
                  </a:cubicBezTo>
                  <a:close/>
                  <a:moveTo>
                    <a:pt x="144959" y="1"/>
                  </a:moveTo>
                  <a:cubicBezTo>
                    <a:pt x="142293" y="1"/>
                    <a:pt x="139623" y="96"/>
                    <a:pt x="136956" y="285"/>
                  </a:cubicBezTo>
                  <a:cubicBezTo>
                    <a:pt x="127785" y="938"/>
                    <a:pt x="119037" y="2693"/>
                    <a:pt x="110949" y="5501"/>
                  </a:cubicBezTo>
                  <a:cubicBezTo>
                    <a:pt x="107786" y="6599"/>
                    <a:pt x="104650" y="7991"/>
                    <a:pt x="101618" y="9337"/>
                  </a:cubicBezTo>
                  <a:cubicBezTo>
                    <a:pt x="100610" y="9784"/>
                    <a:pt x="99605" y="10230"/>
                    <a:pt x="98594" y="10669"/>
                  </a:cubicBezTo>
                  <a:cubicBezTo>
                    <a:pt x="93702" y="12788"/>
                    <a:pt x="89236" y="14538"/>
                    <a:pt x="84935" y="16020"/>
                  </a:cubicBezTo>
                  <a:cubicBezTo>
                    <a:pt x="73384" y="19997"/>
                    <a:pt x="62731" y="21983"/>
                    <a:pt x="52798" y="21983"/>
                  </a:cubicBezTo>
                  <a:cubicBezTo>
                    <a:pt x="44880" y="21983"/>
                    <a:pt x="37420" y="20721"/>
                    <a:pt x="30329" y="18200"/>
                  </a:cubicBezTo>
                  <a:cubicBezTo>
                    <a:pt x="26334" y="16780"/>
                    <a:pt x="22012" y="14948"/>
                    <a:pt x="17118" y="12599"/>
                  </a:cubicBezTo>
                  <a:cubicBezTo>
                    <a:pt x="16225" y="12172"/>
                    <a:pt x="15335" y="11736"/>
                    <a:pt x="14448" y="11300"/>
                  </a:cubicBezTo>
                  <a:cubicBezTo>
                    <a:pt x="11097" y="9658"/>
                    <a:pt x="7631" y="7961"/>
                    <a:pt x="4086" y="6726"/>
                  </a:cubicBezTo>
                  <a:cubicBezTo>
                    <a:pt x="2874" y="6305"/>
                    <a:pt x="1587" y="5911"/>
                    <a:pt x="257" y="5556"/>
                  </a:cubicBezTo>
                  <a:lnTo>
                    <a:pt x="2" y="5489"/>
                  </a:lnTo>
                  <a:lnTo>
                    <a:pt x="2" y="23947"/>
                  </a:lnTo>
                  <a:lnTo>
                    <a:pt x="118" y="24001"/>
                  </a:lnTo>
                  <a:cubicBezTo>
                    <a:pt x="13383" y="30245"/>
                    <a:pt x="26736" y="33418"/>
                    <a:pt x="39802" y="33430"/>
                  </a:cubicBezTo>
                  <a:cubicBezTo>
                    <a:pt x="39862" y="33430"/>
                    <a:pt x="39922" y="33430"/>
                    <a:pt x="39983" y="33430"/>
                  </a:cubicBezTo>
                  <a:cubicBezTo>
                    <a:pt x="44319" y="33430"/>
                    <a:pt x="48571" y="33023"/>
                    <a:pt x="52607" y="32244"/>
                  </a:cubicBezTo>
                  <a:cubicBezTo>
                    <a:pt x="53961" y="31982"/>
                    <a:pt x="55324" y="31615"/>
                    <a:pt x="56640" y="31261"/>
                  </a:cubicBezTo>
                  <a:cubicBezTo>
                    <a:pt x="57454" y="31041"/>
                    <a:pt x="58297" y="30815"/>
                    <a:pt x="59127" y="30616"/>
                  </a:cubicBezTo>
                  <a:cubicBezTo>
                    <a:pt x="61559" y="30033"/>
                    <a:pt x="64382" y="29412"/>
                    <a:pt x="67164" y="29409"/>
                  </a:cubicBezTo>
                  <a:cubicBezTo>
                    <a:pt x="67187" y="29409"/>
                    <a:pt x="67210" y="29409"/>
                    <a:pt x="67233" y="29409"/>
                  </a:cubicBezTo>
                  <a:cubicBezTo>
                    <a:pt x="69147" y="29409"/>
                    <a:pt x="71252" y="29651"/>
                    <a:pt x="72340" y="31318"/>
                  </a:cubicBezTo>
                  <a:cubicBezTo>
                    <a:pt x="73241" y="32701"/>
                    <a:pt x="73043" y="34924"/>
                    <a:pt x="72447" y="36513"/>
                  </a:cubicBezTo>
                  <a:cubicBezTo>
                    <a:pt x="71871" y="38046"/>
                    <a:pt x="70768" y="39317"/>
                    <a:pt x="69163" y="40292"/>
                  </a:cubicBezTo>
                  <a:cubicBezTo>
                    <a:pt x="65293" y="42649"/>
                    <a:pt x="60492" y="42849"/>
                    <a:pt x="56298" y="42850"/>
                  </a:cubicBezTo>
                  <a:lnTo>
                    <a:pt x="56268" y="42850"/>
                  </a:lnTo>
                  <a:cubicBezTo>
                    <a:pt x="46241" y="42850"/>
                    <a:pt x="36475" y="40614"/>
                    <a:pt x="29086" y="38666"/>
                  </a:cubicBezTo>
                  <a:cubicBezTo>
                    <a:pt x="25956" y="37839"/>
                    <a:pt x="22778" y="36952"/>
                    <a:pt x="19706" y="36095"/>
                  </a:cubicBezTo>
                  <a:cubicBezTo>
                    <a:pt x="13350" y="34319"/>
                    <a:pt x="6776" y="32482"/>
                    <a:pt x="244" y="31089"/>
                  </a:cubicBezTo>
                  <a:lnTo>
                    <a:pt x="1" y="31038"/>
                  </a:lnTo>
                  <a:lnTo>
                    <a:pt x="1" y="40777"/>
                  </a:lnTo>
                  <a:lnTo>
                    <a:pt x="105" y="40834"/>
                  </a:lnTo>
                  <a:cubicBezTo>
                    <a:pt x="528" y="41068"/>
                    <a:pt x="960" y="41284"/>
                    <a:pt x="1387" y="41477"/>
                  </a:cubicBezTo>
                  <a:cubicBezTo>
                    <a:pt x="4210" y="42747"/>
                    <a:pt x="6945" y="42957"/>
                    <a:pt x="9247" y="42996"/>
                  </a:cubicBezTo>
                  <a:lnTo>
                    <a:pt x="9694" y="43003"/>
                  </a:lnTo>
                  <a:cubicBezTo>
                    <a:pt x="11777" y="43036"/>
                    <a:pt x="13933" y="43072"/>
                    <a:pt x="16035" y="43364"/>
                  </a:cubicBezTo>
                  <a:cubicBezTo>
                    <a:pt x="17956" y="43633"/>
                    <a:pt x="19953" y="44050"/>
                    <a:pt x="21555" y="45283"/>
                  </a:cubicBezTo>
                  <a:cubicBezTo>
                    <a:pt x="22721" y="46179"/>
                    <a:pt x="23812" y="47901"/>
                    <a:pt x="23624" y="49723"/>
                  </a:cubicBezTo>
                  <a:cubicBezTo>
                    <a:pt x="23492" y="50977"/>
                    <a:pt x="22661" y="51876"/>
                    <a:pt x="21149" y="52395"/>
                  </a:cubicBezTo>
                  <a:cubicBezTo>
                    <a:pt x="19929" y="52815"/>
                    <a:pt x="18642" y="52977"/>
                    <a:pt x="17343" y="52977"/>
                  </a:cubicBezTo>
                  <a:cubicBezTo>
                    <a:pt x="14829" y="52977"/>
                    <a:pt x="12272" y="52369"/>
                    <a:pt x="10068" y="51847"/>
                  </a:cubicBezTo>
                  <a:cubicBezTo>
                    <a:pt x="7275" y="51184"/>
                    <a:pt x="4475" y="50237"/>
                    <a:pt x="1767" y="49323"/>
                  </a:cubicBezTo>
                  <a:cubicBezTo>
                    <a:pt x="1267" y="49155"/>
                    <a:pt x="767" y="48985"/>
                    <a:pt x="265" y="48818"/>
                  </a:cubicBezTo>
                  <a:lnTo>
                    <a:pt x="1" y="48728"/>
                  </a:lnTo>
                  <a:lnTo>
                    <a:pt x="1" y="54985"/>
                  </a:lnTo>
                  <a:lnTo>
                    <a:pt x="187" y="54999"/>
                  </a:lnTo>
                  <a:cubicBezTo>
                    <a:pt x="4720" y="55364"/>
                    <a:pt x="9668" y="55608"/>
                    <a:pt x="15316" y="55745"/>
                  </a:cubicBezTo>
                  <a:cubicBezTo>
                    <a:pt x="17327" y="55794"/>
                    <a:pt x="19280" y="55818"/>
                    <a:pt x="21180" y="55818"/>
                  </a:cubicBezTo>
                  <a:cubicBezTo>
                    <a:pt x="31405" y="55818"/>
                    <a:pt x="40078" y="55104"/>
                    <a:pt x="48122" y="53615"/>
                  </a:cubicBezTo>
                  <a:cubicBezTo>
                    <a:pt x="54125" y="52502"/>
                    <a:pt x="58913" y="51189"/>
                    <a:pt x="63191" y="49484"/>
                  </a:cubicBezTo>
                  <a:cubicBezTo>
                    <a:pt x="67326" y="47835"/>
                    <a:pt x="71599" y="45463"/>
                    <a:pt x="76643" y="42018"/>
                  </a:cubicBezTo>
                  <a:cubicBezTo>
                    <a:pt x="79721" y="39917"/>
                    <a:pt x="82780" y="37621"/>
                    <a:pt x="85739" y="35403"/>
                  </a:cubicBezTo>
                  <a:cubicBezTo>
                    <a:pt x="90819" y="31594"/>
                    <a:pt x="96072" y="27654"/>
                    <a:pt x="101563" y="24578"/>
                  </a:cubicBezTo>
                  <a:cubicBezTo>
                    <a:pt x="109139" y="20330"/>
                    <a:pt x="117758" y="18014"/>
                    <a:pt x="129508" y="17065"/>
                  </a:cubicBezTo>
                  <a:cubicBezTo>
                    <a:pt x="132858" y="16795"/>
                    <a:pt x="136254" y="16658"/>
                    <a:pt x="139725" y="16658"/>
                  </a:cubicBezTo>
                  <a:cubicBezTo>
                    <a:pt x="155229" y="16658"/>
                    <a:pt x="172239" y="19393"/>
                    <a:pt x="193363" y="25194"/>
                  </a:cubicBezTo>
                  <a:cubicBezTo>
                    <a:pt x="194320" y="25456"/>
                    <a:pt x="195279" y="25717"/>
                    <a:pt x="196240" y="25980"/>
                  </a:cubicBezTo>
                  <a:cubicBezTo>
                    <a:pt x="205628" y="28540"/>
                    <a:pt x="215334" y="31188"/>
                    <a:pt x="224421" y="35420"/>
                  </a:cubicBezTo>
                  <a:cubicBezTo>
                    <a:pt x="227275" y="36749"/>
                    <a:pt x="230329" y="38452"/>
                    <a:pt x="234037" y="40778"/>
                  </a:cubicBezTo>
                  <a:lnTo>
                    <a:pt x="234347" y="40971"/>
                  </a:lnTo>
                  <a:lnTo>
                    <a:pt x="234347" y="31794"/>
                  </a:lnTo>
                  <a:lnTo>
                    <a:pt x="234257" y="31734"/>
                  </a:lnTo>
                  <a:cubicBezTo>
                    <a:pt x="229156" y="28302"/>
                    <a:pt x="223710" y="25471"/>
                    <a:pt x="218442" y="22732"/>
                  </a:cubicBezTo>
                  <a:lnTo>
                    <a:pt x="216510" y="21728"/>
                  </a:lnTo>
                  <a:cubicBezTo>
                    <a:pt x="207587" y="17070"/>
                    <a:pt x="198587" y="12930"/>
                    <a:pt x="189764" y="9423"/>
                  </a:cubicBezTo>
                  <a:cubicBezTo>
                    <a:pt x="179135" y="5199"/>
                    <a:pt x="170836" y="2739"/>
                    <a:pt x="162852" y="1440"/>
                  </a:cubicBezTo>
                  <a:cubicBezTo>
                    <a:pt x="156959" y="482"/>
                    <a:pt x="150969" y="1"/>
                    <a:pt x="1449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0"/>
            <p:cNvSpPr/>
            <p:nvPr/>
          </p:nvSpPr>
          <p:spPr>
            <a:xfrm>
              <a:off x="4303273" y="2401574"/>
              <a:ext cx="4977457" cy="2219891"/>
            </a:xfrm>
            <a:custGeom>
              <a:rect b="b" l="l" r="r" t="t"/>
              <a:pathLst>
                <a:path extrusionOk="0" h="55473" w="124382">
                  <a:moveTo>
                    <a:pt x="25918" y="402"/>
                  </a:moveTo>
                  <a:cubicBezTo>
                    <a:pt x="36041" y="402"/>
                    <a:pt x="47026" y="1991"/>
                    <a:pt x="60462" y="5393"/>
                  </a:cubicBezTo>
                  <a:cubicBezTo>
                    <a:pt x="70856" y="8024"/>
                    <a:pt x="81175" y="11807"/>
                    <a:pt x="91155" y="15464"/>
                  </a:cubicBezTo>
                  <a:cubicBezTo>
                    <a:pt x="92391" y="15917"/>
                    <a:pt x="93627" y="16369"/>
                    <a:pt x="94863" y="16822"/>
                  </a:cubicBezTo>
                  <a:lnTo>
                    <a:pt x="95647" y="17108"/>
                  </a:lnTo>
                  <a:cubicBezTo>
                    <a:pt x="105319" y="20631"/>
                    <a:pt x="115319" y="24277"/>
                    <a:pt x="123981" y="30890"/>
                  </a:cubicBezTo>
                  <a:lnTo>
                    <a:pt x="123981" y="53695"/>
                  </a:lnTo>
                  <a:cubicBezTo>
                    <a:pt x="123931" y="53594"/>
                    <a:pt x="123881" y="53490"/>
                    <a:pt x="123831" y="53388"/>
                  </a:cubicBezTo>
                  <a:cubicBezTo>
                    <a:pt x="121216" y="48116"/>
                    <a:pt x="118223" y="43645"/>
                    <a:pt x="114937" y="40100"/>
                  </a:cubicBezTo>
                  <a:cubicBezTo>
                    <a:pt x="110571" y="35392"/>
                    <a:pt x="105339" y="32142"/>
                    <a:pt x="101268" y="29834"/>
                  </a:cubicBezTo>
                  <a:cubicBezTo>
                    <a:pt x="91058" y="24049"/>
                    <a:pt x="80265" y="20787"/>
                    <a:pt x="69187" y="20137"/>
                  </a:cubicBezTo>
                  <a:cubicBezTo>
                    <a:pt x="67907" y="20061"/>
                    <a:pt x="66618" y="20024"/>
                    <a:pt x="65319" y="20024"/>
                  </a:cubicBezTo>
                  <a:cubicBezTo>
                    <a:pt x="61141" y="20024"/>
                    <a:pt x="56870" y="20411"/>
                    <a:pt x="52577" y="21181"/>
                  </a:cubicBezTo>
                  <a:cubicBezTo>
                    <a:pt x="48332" y="21940"/>
                    <a:pt x="44099" y="23239"/>
                    <a:pt x="40004" y="24495"/>
                  </a:cubicBezTo>
                  <a:cubicBezTo>
                    <a:pt x="38744" y="24880"/>
                    <a:pt x="37484" y="25268"/>
                    <a:pt x="36221" y="25639"/>
                  </a:cubicBezTo>
                  <a:cubicBezTo>
                    <a:pt x="30814" y="27232"/>
                    <a:pt x="25249" y="28662"/>
                    <a:pt x="19858" y="28662"/>
                  </a:cubicBezTo>
                  <a:cubicBezTo>
                    <a:pt x="15618" y="28662"/>
                    <a:pt x="11486" y="27778"/>
                    <a:pt x="7624" y="25392"/>
                  </a:cubicBezTo>
                  <a:cubicBezTo>
                    <a:pt x="1653" y="21703"/>
                    <a:pt x="639" y="17073"/>
                    <a:pt x="567" y="14640"/>
                  </a:cubicBezTo>
                  <a:cubicBezTo>
                    <a:pt x="413" y="9480"/>
                    <a:pt x="3668" y="6464"/>
                    <a:pt x="5623" y="5124"/>
                  </a:cubicBezTo>
                  <a:cubicBezTo>
                    <a:pt x="9015" y="2801"/>
                    <a:pt x="12910" y="1856"/>
                    <a:pt x="15924" y="1292"/>
                  </a:cubicBezTo>
                  <a:cubicBezTo>
                    <a:pt x="19039" y="709"/>
                    <a:pt x="22328" y="409"/>
                    <a:pt x="25700" y="402"/>
                  </a:cubicBezTo>
                  <a:close/>
                  <a:moveTo>
                    <a:pt x="25696" y="0"/>
                  </a:moveTo>
                  <a:cubicBezTo>
                    <a:pt x="22298" y="9"/>
                    <a:pt x="18984" y="309"/>
                    <a:pt x="15846" y="896"/>
                  </a:cubicBezTo>
                  <a:cubicBezTo>
                    <a:pt x="12791" y="1468"/>
                    <a:pt x="8843" y="2428"/>
                    <a:pt x="5390" y="4792"/>
                  </a:cubicBezTo>
                  <a:cubicBezTo>
                    <a:pt x="3368" y="6176"/>
                    <a:pt x="0" y="9300"/>
                    <a:pt x="160" y="14653"/>
                  </a:cubicBezTo>
                  <a:cubicBezTo>
                    <a:pt x="236" y="17166"/>
                    <a:pt x="1277" y="21947"/>
                    <a:pt x="7409" y="25735"/>
                  </a:cubicBezTo>
                  <a:cubicBezTo>
                    <a:pt x="11344" y="28167"/>
                    <a:pt x="15543" y="29067"/>
                    <a:pt x="19845" y="29067"/>
                  </a:cubicBezTo>
                  <a:cubicBezTo>
                    <a:pt x="25284" y="29067"/>
                    <a:pt x="30887" y="27628"/>
                    <a:pt x="36329" y="26025"/>
                  </a:cubicBezTo>
                  <a:cubicBezTo>
                    <a:pt x="37594" y="25653"/>
                    <a:pt x="38857" y="25265"/>
                    <a:pt x="40120" y="24877"/>
                  </a:cubicBezTo>
                  <a:cubicBezTo>
                    <a:pt x="44202" y="23626"/>
                    <a:pt x="48423" y="22331"/>
                    <a:pt x="52645" y="21575"/>
                  </a:cubicBezTo>
                  <a:cubicBezTo>
                    <a:pt x="56919" y="20811"/>
                    <a:pt x="61167" y="20426"/>
                    <a:pt x="65320" y="20426"/>
                  </a:cubicBezTo>
                  <a:cubicBezTo>
                    <a:pt x="66611" y="20426"/>
                    <a:pt x="67892" y="20464"/>
                    <a:pt x="69163" y="20538"/>
                  </a:cubicBezTo>
                  <a:cubicBezTo>
                    <a:pt x="80177" y="21183"/>
                    <a:pt x="90911" y="24429"/>
                    <a:pt x="101068" y="30184"/>
                  </a:cubicBezTo>
                  <a:cubicBezTo>
                    <a:pt x="105113" y="32476"/>
                    <a:pt x="110313" y="35707"/>
                    <a:pt x="114641" y="40373"/>
                  </a:cubicBezTo>
                  <a:cubicBezTo>
                    <a:pt x="117901" y="43892"/>
                    <a:pt x="120872" y="48330"/>
                    <a:pt x="123468" y="53567"/>
                  </a:cubicBezTo>
                  <a:cubicBezTo>
                    <a:pt x="123595" y="53824"/>
                    <a:pt x="123718" y="54084"/>
                    <a:pt x="123842" y="54344"/>
                  </a:cubicBezTo>
                  <a:lnTo>
                    <a:pt x="124380" y="55470"/>
                  </a:lnTo>
                  <a:lnTo>
                    <a:pt x="124380" y="30691"/>
                  </a:lnTo>
                  <a:lnTo>
                    <a:pt x="124301" y="30630"/>
                  </a:lnTo>
                  <a:cubicBezTo>
                    <a:pt x="115571" y="23942"/>
                    <a:pt x="105512" y="20275"/>
                    <a:pt x="95782" y="16727"/>
                  </a:cubicBezTo>
                  <a:lnTo>
                    <a:pt x="94996" y="16442"/>
                  </a:lnTo>
                  <a:cubicBezTo>
                    <a:pt x="93760" y="15992"/>
                    <a:pt x="92525" y="15539"/>
                    <a:pt x="91289" y="15087"/>
                  </a:cubicBezTo>
                  <a:cubicBezTo>
                    <a:pt x="81300" y="11425"/>
                    <a:pt x="70971" y="7640"/>
                    <a:pt x="60557" y="5003"/>
                  </a:cubicBezTo>
                  <a:cubicBezTo>
                    <a:pt x="47087" y="1592"/>
                    <a:pt x="36071" y="0"/>
                    <a:pt x="25913" y="0"/>
                  </a:cubicBezTo>
                  <a:close/>
                  <a:moveTo>
                    <a:pt x="124380" y="55470"/>
                  </a:moveTo>
                  <a:lnTo>
                    <a:pt x="124380" y="55473"/>
                  </a:lnTo>
                  <a:lnTo>
                    <a:pt x="124381" y="55473"/>
                  </a:lnTo>
                  <a:lnTo>
                    <a:pt x="124380" y="5547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0"/>
            <p:cNvSpPr/>
            <p:nvPr/>
          </p:nvSpPr>
          <p:spPr>
            <a:xfrm>
              <a:off x="-97184" y="3183486"/>
              <a:ext cx="4473596" cy="1988630"/>
            </a:xfrm>
            <a:custGeom>
              <a:rect b="b" l="l" r="r" t="t"/>
              <a:pathLst>
                <a:path extrusionOk="0" h="49694" w="111791">
                  <a:moveTo>
                    <a:pt x="97341" y="420"/>
                  </a:moveTo>
                  <a:cubicBezTo>
                    <a:pt x="98733" y="420"/>
                    <a:pt x="99979" y="773"/>
                    <a:pt x="101045" y="1273"/>
                  </a:cubicBezTo>
                  <a:cubicBezTo>
                    <a:pt x="104764" y="3021"/>
                    <a:pt x="109232" y="7243"/>
                    <a:pt x="110572" y="11931"/>
                  </a:cubicBezTo>
                  <a:cubicBezTo>
                    <a:pt x="111369" y="14719"/>
                    <a:pt x="110985" y="17351"/>
                    <a:pt x="109429" y="19750"/>
                  </a:cubicBezTo>
                  <a:cubicBezTo>
                    <a:pt x="107469" y="22776"/>
                    <a:pt x="104270" y="24339"/>
                    <a:pt x="101702" y="25361"/>
                  </a:cubicBezTo>
                  <a:cubicBezTo>
                    <a:pt x="98754" y="26534"/>
                    <a:pt x="95452" y="27464"/>
                    <a:pt x="91607" y="28204"/>
                  </a:cubicBezTo>
                  <a:cubicBezTo>
                    <a:pt x="89921" y="28528"/>
                    <a:pt x="88200" y="28811"/>
                    <a:pt x="86532" y="29084"/>
                  </a:cubicBezTo>
                  <a:cubicBezTo>
                    <a:pt x="79681" y="30207"/>
                    <a:pt x="72597" y="31372"/>
                    <a:pt x="66253" y="35734"/>
                  </a:cubicBezTo>
                  <a:cubicBezTo>
                    <a:pt x="61721" y="38849"/>
                    <a:pt x="57707" y="43535"/>
                    <a:pt x="54638" y="49289"/>
                  </a:cubicBezTo>
                  <a:lnTo>
                    <a:pt x="3363" y="49289"/>
                  </a:lnTo>
                  <a:cubicBezTo>
                    <a:pt x="1730" y="49289"/>
                    <a:pt x="402" y="47585"/>
                    <a:pt x="402" y="45488"/>
                  </a:cubicBezTo>
                  <a:lnTo>
                    <a:pt x="402" y="27817"/>
                  </a:lnTo>
                  <a:cubicBezTo>
                    <a:pt x="6956" y="29756"/>
                    <a:pt x="13549" y="31125"/>
                    <a:pt x="20006" y="31888"/>
                  </a:cubicBezTo>
                  <a:cubicBezTo>
                    <a:pt x="24832" y="32458"/>
                    <a:pt x="29867" y="32744"/>
                    <a:pt x="35067" y="32744"/>
                  </a:cubicBezTo>
                  <a:cubicBezTo>
                    <a:pt x="39433" y="32744"/>
                    <a:pt x="43915" y="32543"/>
                    <a:pt x="48490" y="32140"/>
                  </a:cubicBezTo>
                  <a:cubicBezTo>
                    <a:pt x="52725" y="31766"/>
                    <a:pt x="57090" y="31156"/>
                    <a:pt x="61838" y="30276"/>
                  </a:cubicBezTo>
                  <a:cubicBezTo>
                    <a:pt x="65200" y="29650"/>
                    <a:pt x="69115" y="28700"/>
                    <a:pt x="72658" y="26377"/>
                  </a:cubicBezTo>
                  <a:cubicBezTo>
                    <a:pt x="76773" y="23677"/>
                    <a:pt x="79509" y="18971"/>
                    <a:pt x="82157" y="14419"/>
                  </a:cubicBezTo>
                  <a:cubicBezTo>
                    <a:pt x="83207" y="12610"/>
                    <a:pt x="84295" y="10742"/>
                    <a:pt x="85446" y="9038"/>
                  </a:cubicBezTo>
                  <a:cubicBezTo>
                    <a:pt x="89943" y="2389"/>
                    <a:pt x="94052" y="420"/>
                    <a:pt x="97341" y="420"/>
                  </a:cubicBezTo>
                  <a:close/>
                  <a:moveTo>
                    <a:pt x="97320" y="1"/>
                  </a:moveTo>
                  <a:cubicBezTo>
                    <a:pt x="92272" y="1"/>
                    <a:pt x="88015" y="4523"/>
                    <a:pt x="85113" y="8813"/>
                  </a:cubicBezTo>
                  <a:cubicBezTo>
                    <a:pt x="83953" y="10529"/>
                    <a:pt x="82863" y="12404"/>
                    <a:pt x="81808" y="14217"/>
                  </a:cubicBezTo>
                  <a:cubicBezTo>
                    <a:pt x="79187" y="18729"/>
                    <a:pt x="76473" y="23393"/>
                    <a:pt x="72437" y="26041"/>
                  </a:cubicBezTo>
                  <a:cubicBezTo>
                    <a:pt x="68955" y="28325"/>
                    <a:pt x="65088" y="29264"/>
                    <a:pt x="61763" y="29881"/>
                  </a:cubicBezTo>
                  <a:cubicBezTo>
                    <a:pt x="57027" y="30760"/>
                    <a:pt x="52675" y="31369"/>
                    <a:pt x="48454" y="31740"/>
                  </a:cubicBezTo>
                  <a:cubicBezTo>
                    <a:pt x="43892" y="32141"/>
                    <a:pt x="39422" y="32342"/>
                    <a:pt x="35069" y="32342"/>
                  </a:cubicBezTo>
                  <a:cubicBezTo>
                    <a:pt x="29883" y="32342"/>
                    <a:pt x="24864" y="32057"/>
                    <a:pt x="20053" y="31489"/>
                  </a:cubicBezTo>
                  <a:cubicBezTo>
                    <a:pt x="13535" y="30716"/>
                    <a:pt x="6875" y="29326"/>
                    <a:pt x="259" y="27354"/>
                  </a:cubicBezTo>
                  <a:lnTo>
                    <a:pt x="1" y="27277"/>
                  </a:lnTo>
                  <a:lnTo>
                    <a:pt x="1" y="45491"/>
                  </a:lnTo>
                  <a:cubicBezTo>
                    <a:pt x="1" y="47809"/>
                    <a:pt x="1508" y="49694"/>
                    <a:pt x="3363" y="49694"/>
                  </a:cubicBezTo>
                  <a:lnTo>
                    <a:pt x="54879" y="49694"/>
                  </a:lnTo>
                  <a:lnTo>
                    <a:pt x="54936" y="49585"/>
                  </a:lnTo>
                  <a:cubicBezTo>
                    <a:pt x="57983" y="43837"/>
                    <a:pt x="61975" y="39163"/>
                    <a:pt x="66481" y="36064"/>
                  </a:cubicBezTo>
                  <a:cubicBezTo>
                    <a:pt x="72751" y="31752"/>
                    <a:pt x="79791" y="30597"/>
                    <a:pt x="86599" y="29479"/>
                  </a:cubicBezTo>
                  <a:cubicBezTo>
                    <a:pt x="88267" y="29206"/>
                    <a:pt x="89993" y="28921"/>
                    <a:pt x="91683" y="28597"/>
                  </a:cubicBezTo>
                  <a:cubicBezTo>
                    <a:pt x="95554" y="27852"/>
                    <a:pt x="98882" y="26914"/>
                    <a:pt x="101852" y="25732"/>
                  </a:cubicBezTo>
                  <a:cubicBezTo>
                    <a:pt x="104477" y="24689"/>
                    <a:pt x="107747" y="23089"/>
                    <a:pt x="109769" y="19968"/>
                  </a:cubicBezTo>
                  <a:cubicBezTo>
                    <a:pt x="111389" y="17466"/>
                    <a:pt x="111791" y="14724"/>
                    <a:pt x="110961" y="11820"/>
                  </a:cubicBezTo>
                  <a:cubicBezTo>
                    <a:pt x="109585" y="7016"/>
                    <a:pt x="105018" y="2695"/>
                    <a:pt x="101216" y="909"/>
                  </a:cubicBezTo>
                  <a:cubicBezTo>
                    <a:pt x="99874" y="279"/>
                    <a:pt x="98573" y="1"/>
                    <a:pt x="97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0"/>
            <p:cNvSpPr/>
            <p:nvPr/>
          </p:nvSpPr>
          <p:spPr>
            <a:xfrm>
              <a:off x="2768223" y="4443454"/>
              <a:ext cx="4335456" cy="728679"/>
            </a:xfrm>
            <a:custGeom>
              <a:rect b="b" l="l" r="r" t="t"/>
              <a:pathLst>
                <a:path extrusionOk="0" h="18209" w="108339">
                  <a:moveTo>
                    <a:pt x="27698" y="402"/>
                  </a:moveTo>
                  <a:cubicBezTo>
                    <a:pt x="32888" y="402"/>
                    <a:pt x="38022" y="2124"/>
                    <a:pt x="42576" y="3656"/>
                  </a:cubicBezTo>
                  <a:cubicBezTo>
                    <a:pt x="47416" y="5283"/>
                    <a:pt x="52582" y="6948"/>
                    <a:pt x="57857" y="7844"/>
                  </a:cubicBezTo>
                  <a:cubicBezTo>
                    <a:pt x="62292" y="8597"/>
                    <a:pt x="66755" y="8977"/>
                    <a:pt x="71177" y="8977"/>
                  </a:cubicBezTo>
                  <a:cubicBezTo>
                    <a:pt x="72693" y="8977"/>
                    <a:pt x="74204" y="8932"/>
                    <a:pt x="75707" y="8843"/>
                  </a:cubicBezTo>
                  <a:cubicBezTo>
                    <a:pt x="78578" y="8671"/>
                    <a:pt x="81363" y="8335"/>
                    <a:pt x="83983" y="7841"/>
                  </a:cubicBezTo>
                  <a:cubicBezTo>
                    <a:pt x="84740" y="7698"/>
                    <a:pt x="85506" y="7531"/>
                    <a:pt x="86246" y="7371"/>
                  </a:cubicBezTo>
                  <a:cubicBezTo>
                    <a:pt x="87567" y="7085"/>
                    <a:pt x="88932" y="6788"/>
                    <a:pt x="90288" y="6616"/>
                  </a:cubicBezTo>
                  <a:cubicBezTo>
                    <a:pt x="91569" y="6455"/>
                    <a:pt x="92767" y="6374"/>
                    <a:pt x="93889" y="6374"/>
                  </a:cubicBezTo>
                  <a:cubicBezTo>
                    <a:pt x="97369" y="6374"/>
                    <a:pt x="100126" y="7157"/>
                    <a:pt x="102405" y="8765"/>
                  </a:cubicBezTo>
                  <a:cubicBezTo>
                    <a:pt x="104715" y="10399"/>
                    <a:pt x="107752" y="14521"/>
                    <a:pt x="107336" y="17804"/>
                  </a:cubicBezTo>
                  <a:lnTo>
                    <a:pt x="2840" y="17804"/>
                  </a:lnTo>
                  <a:cubicBezTo>
                    <a:pt x="2038" y="16930"/>
                    <a:pt x="1495" y="16015"/>
                    <a:pt x="1180" y="15011"/>
                  </a:cubicBezTo>
                  <a:cubicBezTo>
                    <a:pt x="328" y="12292"/>
                    <a:pt x="1140" y="8835"/>
                    <a:pt x="2950" y="7464"/>
                  </a:cubicBezTo>
                  <a:cubicBezTo>
                    <a:pt x="4188" y="6527"/>
                    <a:pt x="5746" y="6255"/>
                    <a:pt x="7263" y="6255"/>
                  </a:cubicBezTo>
                  <a:cubicBezTo>
                    <a:pt x="8508" y="6255"/>
                    <a:pt x="9724" y="6438"/>
                    <a:pt x="10713" y="6586"/>
                  </a:cubicBezTo>
                  <a:cubicBezTo>
                    <a:pt x="13555" y="7015"/>
                    <a:pt x="16398" y="7815"/>
                    <a:pt x="19148" y="8591"/>
                  </a:cubicBezTo>
                  <a:cubicBezTo>
                    <a:pt x="20420" y="8950"/>
                    <a:pt x="21733" y="9320"/>
                    <a:pt x="23031" y="9648"/>
                  </a:cubicBezTo>
                  <a:cubicBezTo>
                    <a:pt x="23892" y="9867"/>
                    <a:pt x="24772" y="10044"/>
                    <a:pt x="25624" y="10217"/>
                  </a:cubicBezTo>
                  <a:cubicBezTo>
                    <a:pt x="26578" y="10410"/>
                    <a:pt x="27561" y="10610"/>
                    <a:pt x="28520" y="10866"/>
                  </a:cubicBezTo>
                  <a:cubicBezTo>
                    <a:pt x="29266" y="11066"/>
                    <a:pt x="30023" y="11287"/>
                    <a:pt x="30753" y="11502"/>
                  </a:cubicBezTo>
                  <a:cubicBezTo>
                    <a:pt x="31592" y="11746"/>
                    <a:pt x="32458" y="12000"/>
                    <a:pt x="33317" y="12223"/>
                  </a:cubicBezTo>
                  <a:lnTo>
                    <a:pt x="33467" y="12263"/>
                  </a:lnTo>
                  <a:cubicBezTo>
                    <a:pt x="34991" y="12659"/>
                    <a:pt x="36728" y="13111"/>
                    <a:pt x="38421" y="13111"/>
                  </a:cubicBezTo>
                  <a:cubicBezTo>
                    <a:pt x="39680" y="13111"/>
                    <a:pt x="40914" y="12861"/>
                    <a:pt x="42017" y="12152"/>
                  </a:cubicBezTo>
                  <a:cubicBezTo>
                    <a:pt x="42247" y="12003"/>
                    <a:pt x="42254" y="11687"/>
                    <a:pt x="42130" y="11480"/>
                  </a:cubicBezTo>
                  <a:cubicBezTo>
                    <a:pt x="39927" y="7838"/>
                    <a:pt x="35420" y="7355"/>
                    <a:pt x="32131" y="7002"/>
                  </a:cubicBezTo>
                  <a:cubicBezTo>
                    <a:pt x="30552" y="6834"/>
                    <a:pt x="28936" y="6794"/>
                    <a:pt x="27373" y="6755"/>
                  </a:cubicBezTo>
                  <a:cubicBezTo>
                    <a:pt x="24971" y="6694"/>
                    <a:pt x="22485" y="6634"/>
                    <a:pt x="20094" y="6098"/>
                  </a:cubicBezTo>
                  <a:lnTo>
                    <a:pt x="19861" y="6045"/>
                  </a:lnTo>
                  <a:cubicBezTo>
                    <a:pt x="19174" y="5899"/>
                    <a:pt x="18323" y="5715"/>
                    <a:pt x="17845" y="5185"/>
                  </a:cubicBezTo>
                  <a:cubicBezTo>
                    <a:pt x="17683" y="5000"/>
                    <a:pt x="17613" y="4809"/>
                    <a:pt x="17637" y="4599"/>
                  </a:cubicBezTo>
                  <a:cubicBezTo>
                    <a:pt x="17720" y="3886"/>
                    <a:pt x="18816" y="3119"/>
                    <a:pt x="19284" y="2791"/>
                  </a:cubicBezTo>
                  <a:lnTo>
                    <a:pt x="19370" y="2730"/>
                  </a:lnTo>
                  <a:cubicBezTo>
                    <a:pt x="21382" y="1313"/>
                    <a:pt x="23882" y="535"/>
                    <a:pt x="26803" y="420"/>
                  </a:cubicBezTo>
                  <a:cubicBezTo>
                    <a:pt x="27101" y="408"/>
                    <a:pt x="27399" y="402"/>
                    <a:pt x="27698" y="402"/>
                  </a:cubicBezTo>
                  <a:close/>
                  <a:moveTo>
                    <a:pt x="27716" y="0"/>
                  </a:moveTo>
                  <a:cubicBezTo>
                    <a:pt x="27408" y="0"/>
                    <a:pt x="27101" y="6"/>
                    <a:pt x="26793" y="18"/>
                  </a:cubicBezTo>
                  <a:cubicBezTo>
                    <a:pt x="23792" y="137"/>
                    <a:pt x="21220" y="940"/>
                    <a:pt x="19143" y="2401"/>
                  </a:cubicBezTo>
                  <a:lnTo>
                    <a:pt x="19057" y="2461"/>
                  </a:lnTo>
                  <a:cubicBezTo>
                    <a:pt x="18500" y="2850"/>
                    <a:pt x="17342" y="3659"/>
                    <a:pt x="17241" y="4552"/>
                  </a:cubicBezTo>
                  <a:cubicBezTo>
                    <a:pt x="17204" y="4879"/>
                    <a:pt x="17307" y="5183"/>
                    <a:pt x="17550" y="5452"/>
                  </a:cubicBezTo>
                  <a:cubicBezTo>
                    <a:pt x="18114" y="6081"/>
                    <a:pt x="19037" y="6279"/>
                    <a:pt x="19779" y="6438"/>
                  </a:cubicBezTo>
                  <a:lnTo>
                    <a:pt x="20009" y="6488"/>
                  </a:lnTo>
                  <a:cubicBezTo>
                    <a:pt x="22436" y="7034"/>
                    <a:pt x="24942" y="7095"/>
                    <a:pt x="27366" y="7155"/>
                  </a:cubicBezTo>
                  <a:cubicBezTo>
                    <a:pt x="28920" y="7194"/>
                    <a:pt x="30528" y="7234"/>
                    <a:pt x="32089" y="7401"/>
                  </a:cubicBezTo>
                  <a:cubicBezTo>
                    <a:pt x="35297" y="7744"/>
                    <a:pt x="39689" y="8215"/>
                    <a:pt x="41788" y="11686"/>
                  </a:cubicBezTo>
                  <a:cubicBezTo>
                    <a:pt x="41818" y="11736"/>
                    <a:pt x="41813" y="11800"/>
                    <a:pt x="41803" y="11810"/>
                  </a:cubicBezTo>
                  <a:cubicBezTo>
                    <a:pt x="40777" y="12469"/>
                    <a:pt x="39614" y="12703"/>
                    <a:pt x="38419" y="12703"/>
                  </a:cubicBezTo>
                  <a:cubicBezTo>
                    <a:pt x="36773" y="12703"/>
                    <a:pt x="35066" y="12260"/>
                    <a:pt x="33571" y="11872"/>
                  </a:cubicBezTo>
                  <a:lnTo>
                    <a:pt x="33421" y="11832"/>
                  </a:lnTo>
                  <a:cubicBezTo>
                    <a:pt x="32568" y="11613"/>
                    <a:pt x="31706" y="11359"/>
                    <a:pt x="30871" y="11114"/>
                  </a:cubicBezTo>
                  <a:cubicBezTo>
                    <a:pt x="30136" y="10900"/>
                    <a:pt x="29377" y="10677"/>
                    <a:pt x="28627" y="10477"/>
                  </a:cubicBezTo>
                  <a:cubicBezTo>
                    <a:pt x="27659" y="10217"/>
                    <a:pt x="26667" y="10017"/>
                    <a:pt x="25708" y="9823"/>
                  </a:cubicBezTo>
                  <a:cubicBezTo>
                    <a:pt x="24862" y="9650"/>
                    <a:pt x="23985" y="9473"/>
                    <a:pt x="23133" y="9257"/>
                  </a:cubicBezTo>
                  <a:cubicBezTo>
                    <a:pt x="21840" y="8930"/>
                    <a:pt x="20529" y="8560"/>
                    <a:pt x="19261" y="8202"/>
                  </a:cubicBezTo>
                  <a:cubicBezTo>
                    <a:pt x="16498" y="7424"/>
                    <a:pt x="13642" y="6619"/>
                    <a:pt x="10776" y="6188"/>
                  </a:cubicBezTo>
                  <a:cubicBezTo>
                    <a:pt x="9769" y="6036"/>
                    <a:pt x="8534" y="5850"/>
                    <a:pt x="7263" y="5850"/>
                  </a:cubicBezTo>
                  <a:cubicBezTo>
                    <a:pt x="5677" y="5850"/>
                    <a:pt x="4036" y="6139"/>
                    <a:pt x="2711" y="7142"/>
                  </a:cubicBezTo>
                  <a:cubicBezTo>
                    <a:pt x="579" y="8757"/>
                    <a:pt x="1" y="12576"/>
                    <a:pt x="798" y="15131"/>
                  </a:cubicBezTo>
                  <a:cubicBezTo>
                    <a:pt x="1138" y="16218"/>
                    <a:pt x="1730" y="17203"/>
                    <a:pt x="2606" y="18144"/>
                  </a:cubicBezTo>
                  <a:lnTo>
                    <a:pt x="2666" y="18209"/>
                  </a:lnTo>
                  <a:lnTo>
                    <a:pt x="107680" y="18209"/>
                  </a:lnTo>
                  <a:lnTo>
                    <a:pt x="107713" y="18040"/>
                  </a:lnTo>
                  <a:cubicBezTo>
                    <a:pt x="108339" y="14231"/>
                    <a:pt x="104720" y="9907"/>
                    <a:pt x="102642" y="8438"/>
                  </a:cubicBezTo>
                  <a:cubicBezTo>
                    <a:pt x="100295" y="6780"/>
                    <a:pt x="97465" y="5972"/>
                    <a:pt x="93901" y="5972"/>
                  </a:cubicBezTo>
                  <a:cubicBezTo>
                    <a:pt x="92759" y="5972"/>
                    <a:pt x="91543" y="6055"/>
                    <a:pt x="90243" y="6219"/>
                  </a:cubicBezTo>
                  <a:cubicBezTo>
                    <a:pt x="88870" y="6392"/>
                    <a:pt x="87495" y="6691"/>
                    <a:pt x="86166" y="6979"/>
                  </a:cubicBezTo>
                  <a:cubicBezTo>
                    <a:pt x="85428" y="7141"/>
                    <a:pt x="84666" y="7307"/>
                    <a:pt x="83913" y="7448"/>
                  </a:cubicBezTo>
                  <a:cubicBezTo>
                    <a:pt x="81310" y="7937"/>
                    <a:pt x="78543" y="8272"/>
                    <a:pt x="75687" y="8443"/>
                  </a:cubicBezTo>
                  <a:cubicBezTo>
                    <a:pt x="74193" y="8531"/>
                    <a:pt x="72692" y="8575"/>
                    <a:pt x="71186" y="8575"/>
                  </a:cubicBezTo>
                  <a:cubicBezTo>
                    <a:pt x="66784" y="8575"/>
                    <a:pt x="62342" y="8199"/>
                    <a:pt x="57928" y="7448"/>
                  </a:cubicBezTo>
                  <a:cubicBezTo>
                    <a:pt x="52682" y="6556"/>
                    <a:pt x="47532" y="4898"/>
                    <a:pt x="42708" y="3276"/>
                  </a:cubicBezTo>
                  <a:cubicBezTo>
                    <a:pt x="38128" y="1734"/>
                    <a:pt x="32975" y="0"/>
                    <a:pt x="277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0"/>
            <p:cNvSpPr/>
            <p:nvPr/>
          </p:nvSpPr>
          <p:spPr>
            <a:xfrm>
              <a:off x="4932235" y="3608718"/>
              <a:ext cx="4348422" cy="1563444"/>
            </a:xfrm>
            <a:custGeom>
              <a:rect b="b" l="l" r="r" t="t"/>
              <a:pathLst>
                <a:path extrusionOk="0" h="39069" w="108663">
                  <a:moveTo>
                    <a:pt x="46151" y="403"/>
                  </a:moveTo>
                  <a:cubicBezTo>
                    <a:pt x="46500" y="403"/>
                    <a:pt x="46847" y="405"/>
                    <a:pt x="47194" y="409"/>
                  </a:cubicBezTo>
                  <a:cubicBezTo>
                    <a:pt x="60555" y="576"/>
                    <a:pt x="71907" y="4288"/>
                    <a:pt x="80932" y="11441"/>
                  </a:cubicBezTo>
                  <a:cubicBezTo>
                    <a:pt x="84958" y="14633"/>
                    <a:pt x="88903" y="18201"/>
                    <a:pt x="92718" y="21653"/>
                  </a:cubicBezTo>
                  <a:cubicBezTo>
                    <a:pt x="94523" y="23286"/>
                    <a:pt x="96389" y="24974"/>
                    <a:pt x="98238" y="26600"/>
                  </a:cubicBezTo>
                  <a:cubicBezTo>
                    <a:pt x="101177" y="29181"/>
                    <a:pt x="104663" y="32202"/>
                    <a:pt x="108257" y="35034"/>
                  </a:cubicBezTo>
                  <a:cubicBezTo>
                    <a:pt x="108185" y="37046"/>
                    <a:pt x="106877" y="38663"/>
                    <a:pt x="105303" y="38663"/>
                  </a:cubicBezTo>
                  <a:lnTo>
                    <a:pt x="95006" y="38663"/>
                  </a:lnTo>
                  <a:cubicBezTo>
                    <a:pt x="94337" y="37862"/>
                    <a:pt x="93741" y="37110"/>
                    <a:pt x="93190" y="36368"/>
                  </a:cubicBezTo>
                  <a:cubicBezTo>
                    <a:pt x="91738" y="34415"/>
                    <a:pt x="90482" y="32209"/>
                    <a:pt x="89268" y="30076"/>
                  </a:cubicBezTo>
                  <a:cubicBezTo>
                    <a:pt x="88255" y="28296"/>
                    <a:pt x="87207" y="26455"/>
                    <a:pt x="86046" y="24761"/>
                  </a:cubicBezTo>
                  <a:cubicBezTo>
                    <a:pt x="84901" y="23090"/>
                    <a:pt x="83654" y="21394"/>
                    <a:pt x="82109" y="20589"/>
                  </a:cubicBezTo>
                  <a:cubicBezTo>
                    <a:pt x="81766" y="20411"/>
                    <a:pt x="81285" y="20282"/>
                    <a:pt x="80790" y="20282"/>
                  </a:cubicBezTo>
                  <a:cubicBezTo>
                    <a:pt x="80446" y="20282"/>
                    <a:pt x="80095" y="20344"/>
                    <a:pt x="79779" y="20494"/>
                  </a:cubicBezTo>
                  <a:cubicBezTo>
                    <a:pt x="79253" y="20744"/>
                    <a:pt x="78909" y="21200"/>
                    <a:pt x="78784" y="21809"/>
                  </a:cubicBezTo>
                  <a:cubicBezTo>
                    <a:pt x="78479" y="23295"/>
                    <a:pt x="79725" y="24879"/>
                    <a:pt x="80550" y="25925"/>
                  </a:cubicBezTo>
                  <a:cubicBezTo>
                    <a:pt x="80666" y="26074"/>
                    <a:pt x="80775" y="26210"/>
                    <a:pt x="80868" y="26335"/>
                  </a:cubicBezTo>
                  <a:cubicBezTo>
                    <a:pt x="81946" y="27764"/>
                    <a:pt x="82835" y="29354"/>
                    <a:pt x="83661" y="31345"/>
                  </a:cubicBezTo>
                  <a:cubicBezTo>
                    <a:pt x="84287" y="32848"/>
                    <a:pt x="85364" y="35767"/>
                    <a:pt x="85660" y="38663"/>
                  </a:cubicBezTo>
                  <a:lnTo>
                    <a:pt x="76327" y="38663"/>
                  </a:lnTo>
                  <a:cubicBezTo>
                    <a:pt x="76685" y="34328"/>
                    <a:pt x="75134" y="29497"/>
                    <a:pt x="72336" y="26295"/>
                  </a:cubicBezTo>
                  <a:cubicBezTo>
                    <a:pt x="70016" y="23636"/>
                    <a:pt x="66829" y="21619"/>
                    <a:pt x="62597" y="20130"/>
                  </a:cubicBezTo>
                  <a:cubicBezTo>
                    <a:pt x="58968" y="18853"/>
                    <a:pt x="54987" y="18071"/>
                    <a:pt x="50066" y="17668"/>
                  </a:cubicBezTo>
                  <a:cubicBezTo>
                    <a:pt x="47919" y="17494"/>
                    <a:pt x="45723" y="17407"/>
                    <a:pt x="43437" y="17407"/>
                  </a:cubicBezTo>
                  <a:cubicBezTo>
                    <a:pt x="41731" y="17407"/>
                    <a:pt x="39974" y="17455"/>
                    <a:pt x="38150" y="17552"/>
                  </a:cubicBezTo>
                  <a:cubicBezTo>
                    <a:pt x="34341" y="17757"/>
                    <a:pt x="31394" y="18197"/>
                    <a:pt x="28604" y="18985"/>
                  </a:cubicBezTo>
                  <a:cubicBezTo>
                    <a:pt x="27525" y="19288"/>
                    <a:pt x="26448" y="19608"/>
                    <a:pt x="25369" y="19927"/>
                  </a:cubicBezTo>
                  <a:cubicBezTo>
                    <a:pt x="21997" y="20924"/>
                    <a:pt x="18511" y="21956"/>
                    <a:pt x="15020" y="22506"/>
                  </a:cubicBezTo>
                  <a:cubicBezTo>
                    <a:pt x="13538" y="22740"/>
                    <a:pt x="11993" y="22922"/>
                    <a:pt x="10477" y="22922"/>
                  </a:cubicBezTo>
                  <a:cubicBezTo>
                    <a:pt x="7660" y="22922"/>
                    <a:pt x="4942" y="22294"/>
                    <a:pt x="2908" y="20201"/>
                  </a:cubicBezTo>
                  <a:cubicBezTo>
                    <a:pt x="2318" y="19594"/>
                    <a:pt x="445" y="17417"/>
                    <a:pt x="1110" y="14892"/>
                  </a:cubicBezTo>
                  <a:cubicBezTo>
                    <a:pt x="1609" y="13004"/>
                    <a:pt x="3139" y="11676"/>
                    <a:pt x="4417" y="10728"/>
                  </a:cubicBezTo>
                  <a:cubicBezTo>
                    <a:pt x="7502" y="8442"/>
                    <a:pt x="11094" y="7120"/>
                    <a:pt x="14506" y="5962"/>
                  </a:cubicBezTo>
                  <a:cubicBezTo>
                    <a:pt x="25380" y="2272"/>
                    <a:pt x="36012" y="403"/>
                    <a:pt x="46151" y="403"/>
                  </a:cubicBezTo>
                  <a:close/>
                  <a:moveTo>
                    <a:pt x="46184" y="0"/>
                  </a:moveTo>
                  <a:cubicBezTo>
                    <a:pt x="35995" y="0"/>
                    <a:pt x="25302" y="1873"/>
                    <a:pt x="14376" y="5582"/>
                  </a:cubicBezTo>
                  <a:cubicBezTo>
                    <a:pt x="10932" y="6749"/>
                    <a:pt x="7309" y="8083"/>
                    <a:pt x="4175" y="10405"/>
                  </a:cubicBezTo>
                  <a:cubicBezTo>
                    <a:pt x="2845" y="11391"/>
                    <a:pt x="1250" y="12780"/>
                    <a:pt x="720" y="14790"/>
                  </a:cubicBezTo>
                  <a:cubicBezTo>
                    <a:pt x="0" y="17521"/>
                    <a:pt x="1992" y="19837"/>
                    <a:pt x="2618" y="20484"/>
                  </a:cubicBezTo>
                  <a:cubicBezTo>
                    <a:pt x="4745" y="22672"/>
                    <a:pt x="7559" y="23326"/>
                    <a:pt x="10464" y="23326"/>
                  </a:cubicBezTo>
                  <a:cubicBezTo>
                    <a:pt x="12008" y="23326"/>
                    <a:pt x="13578" y="23141"/>
                    <a:pt x="15083" y="22903"/>
                  </a:cubicBezTo>
                  <a:cubicBezTo>
                    <a:pt x="18599" y="22350"/>
                    <a:pt x="22098" y="21314"/>
                    <a:pt x="25483" y="20314"/>
                  </a:cubicBezTo>
                  <a:cubicBezTo>
                    <a:pt x="26558" y="19996"/>
                    <a:pt x="27635" y="19678"/>
                    <a:pt x="28713" y="19374"/>
                  </a:cubicBezTo>
                  <a:cubicBezTo>
                    <a:pt x="31476" y="18595"/>
                    <a:pt x="34392" y="18158"/>
                    <a:pt x="38171" y="17957"/>
                  </a:cubicBezTo>
                  <a:cubicBezTo>
                    <a:pt x="39992" y="17859"/>
                    <a:pt x="41744" y="17811"/>
                    <a:pt x="43446" y="17811"/>
                  </a:cubicBezTo>
                  <a:cubicBezTo>
                    <a:pt x="45718" y="17811"/>
                    <a:pt x="47900" y="17898"/>
                    <a:pt x="50034" y="18072"/>
                  </a:cubicBezTo>
                  <a:cubicBezTo>
                    <a:pt x="54919" y="18471"/>
                    <a:pt x="58869" y="19245"/>
                    <a:pt x="62464" y="20513"/>
                  </a:cubicBezTo>
                  <a:cubicBezTo>
                    <a:pt x="66629" y="21980"/>
                    <a:pt x="69761" y="23959"/>
                    <a:pt x="72035" y="26564"/>
                  </a:cubicBezTo>
                  <a:cubicBezTo>
                    <a:pt x="74808" y="29740"/>
                    <a:pt x="76328" y="34562"/>
                    <a:pt x="75907" y="38847"/>
                  </a:cubicBezTo>
                  <a:lnTo>
                    <a:pt x="75885" y="39069"/>
                  </a:lnTo>
                  <a:lnTo>
                    <a:pt x="86103" y="39069"/>
                  </a:lnTo>
                  <a:lnTo>
                    <a:pt x="86083" y="38849"/>
                  </a:lnTo>
                  <a:cubicBezTo>
                    <a:pt x="85816" y="35827"/>
                    <a:pt x="84685" y="32755"/>
                    <a:pt x="84035" y="31193"/>
                  </a:cubicBezTo>
                  <a:cubicBezTo>
                    <a:pt x="83194" y="29170"/>
                    <a:pt x="82289" y="27550"/>
                    <a:pt x="81192" y="26094"/>
                  </a:cubicBezTo>
                  <a:cubicBezTo>
                    <a:pt x="81095" y="25968"/>
                    <a:pt x="80986" y="25829"/>
                    <a:pt x="80868" y="25679"/>
                  </a:cubicBezTo>
                  <a:cubicBezTo>
                    <a:pt x="80089" y="24692"/>
                    <a:pt x="78913" y="23196"/>
                    <a:pt x="79180" y="21893"/>
                  </a:cubicBezTo>
                  <a:cubicBezTo>
                    <a:pt x="79280" y="21406"/>
                    <a:pt x="79542" y="21057"/>
                    <a:pt x="79953" y="20860"/>
                  </a:cubicBezTo>
                  <a:cubicBezTo>
                    <a:pt x="80215" y="20736"/>
                    <a:pt x="80506" y="20684"/>
                    <a:pt x="80793" y="20684"/>
                  </a:cubicBezTo>
                  <a:cubicBezTo>
                    <a:pt x="81216" y="20684"/>
                    <a:pt x="81630" y="20796"/>
                    <a:pt x="81925" y="20950"/>
                  </a:cubicBezTo>
                  <a:cubicBezTo>
                    <a:pt x="83388" y="21710"/>
                    <a:pt x="84600" y="23365"/>
                    <a:pt x="85716" y="24991"/>
                  </a:cubicBezTo>
                  <a:cubicBezTo>
                    <a:pt x="86867" y="26672"/>
                    <a:pt x="87910" y="28506"/>
                    <a:pt x="88919" y="30277"/>
                  </a:cubicBezTo>
                  <a:cubicBezTo>
                    <a:pt x="90139" y="32421"/>
                    <a:pt x="91401" y="34638"/>
                    <a:pt x="92868" y="36611"/>
                  </a:cubicBezTo>
                  <a:cubicBezTo>
                    <a:pt x="93440" y="37380"/>
                    <a:pt x="94059" y="38160"/>
                    <a:pt x="94759" y="38996"/>
                  </a:cubicBezTo>
                  <a:lnTo>
                    <a:pt x="94819" y="39068"/>
                  </a:lnTo>
                  <a:lnTo>
                    <a:pt x="105303" y="39068"/>
                  </a:lnTo>
                  <a:cubicBezTo>
                    <a:pt x="107121" y="39068"/>
                    <a:pt x="108627" y="37217"/>
                    <a:pt x="108661" y="34947"/>
                  </a:cubicBezTo>
                  <a:lnTo>
                    <a:pt x="108663" y="34847"/>
                  </a:lnTo>
                  <a:lnTo>
                    <a:pt x="108584" y="34784"/>
                  </a:lnTo>
                  <a:cubicBezTo>
                    <a:pt x="104971" y="31939"/>
                    <a:pt x="101460" y="28897"/>
                    <a:pt x="98502" y="26300"/>
                  </a:cubicBezTo>
                  <a:cubicBezTo>
                    <a:pt x="96655" y="24675"/>
                    <a:pt x="94790" y="22989"/>
                    <a:pt x="92987" y="21357"/>
                  </a:cubicBezTo>
                  <a:cubicBezTo>
                    <a:pt x="89168" y="17899"/>
                    <a:pt x="85217" y="14326"/>
                    <a:pt x="81181" y="11127"/>
                  </a:cubicBezTo>
                  <a:cubicBezTo>
                    <a:pt x="72085" y="3918"/>
                    <a:pt x="60650" y="176"/>
                    <a:pt x="47197" y="6"/>
                  </a:cubicBezTo>
                  <a:cubicBezTo>
                    <a:pt x="46860" y="2"/>
                    <a:pt x="46522" y="0"/>
                    <a:pt x="46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0"/>
            <p:cNvSpPr/>
            <p:nvPr/>
          </p:nvSpPr>
          <p:spPr>
            <a:xfrm>
              <a:off x="5065015" y="-2406714"/>
              <a:ext cx="4355665" cy="807744"/>
            </a:xfrm>
            <a:custGeom>
              <a:rect b="b" l="l" r="r" t="t"/>
              <a:pathLst>
                <a:path extrusionOk="0" h="28164" w="108844">
                  <a:moveTo>
                    <a:pt x="105484" y="409"/>
                  </a:moveTo>
                  <a:cubicBezTo>
                    <a:pt x="107116" y="409"/>
                    <a:pt x="108443" y="2114"/>
                    <a:pt x="108443" y="4208"/>
                  </a:cubicBezTo>
                  <a:lnTo>
                    <a:pt x="108443" y="9441"/>
                  </a:lnTo>
                  <a:cubicBezTo>
                    <a:pt x="107791" y="9431"/>
                    <a:pt x="107138" y="9426"/>
                    <a:pt x="106485" y="9426"/>
                  </a:cubicBezTo>
                  <a:cubicBezTo>
                    <a:pt x="96929" y="9426"/>
                    <a:pt x="87281" y="10461"/>
                    <a:pt x="77432" y="11618"/>
                  </a:cubicBezTo>
                  <a:lnTo>
                    <a:pt x="74438" y="11967"/>
                  </a:lnTo>
                  <a:cubicBezTo>
                    <a:pt x="68077" y="12707"/>
                    <a:pt x="61497" y="13471"/>
                    <a:pt x="55052" y="14524"/>
                  </a:cubicBezTo>
                  <a:cubicBezTo>
                    <a:pt x="50937" y="15196"/>
                    <a:pt x="47239" y="15919"/>
                    <a:pt x="43750" y="16739"/>
                  </a:cubicBezTo>
                  <a:cubicBezTo>
                    <a:pt x="39671" y="17698"/>
                    <a:pt x="36280" y="18535"/>
                    <a:pt x="32894" y="19868"/>
                  </a:cubicBezTo>
                  <a:cubicBezTo>
                    <a:pt x="30642" y="20754"/>
                    <a:pt x="28443" y="21986"/>
                    <a:pt x="26315" y="23179"/>
                  </a:cubicBezTo>
                  <a:cubicBezTo>
                    <a:pt x="22603" y="25262"/>
                    <a:pt x="18761" y="27414"/>
                    <a:pt x="14582" y="27728"/>
                  </a:cubicBezTo>
                  <a:cubicBezTo>
                    <a:pt x="14284" y="27750"/>
                    <a:pt x="13983" y="27761"/>
                    <a:pt x="13680" y="27761"/>
                  </a:cubicBezTo>
                  <a:cubicBezTo>
                    <a:pt x="8600" y="27761"/>
                    <a:pt x="3011" y="24606"/>
                    <a:pt x="1265" y="17265"/>
                  </a:cubicBezTo>
                  <a:cubicBezTo>
                    <a:pt x="424" y="13728"/>
                    <a:pt x="774" y="10998"/>
                    <a:pt x="2304" y="9148"/>
                  </a:cubicBezTo>
                  <a:cubicBezTo>
                    <a:pt x="3847" y="7282"/>
                    <a:pt x="6123" y="6467"/>
                    <a:pt x="8144" y="5916"/>
                  </a:cubicBezTo>
                  <a:cubicBezTo>
                    <a:pt x="14663" y="4135"/>
                    <a:pt x="21503" y="4060"/>
                    <a:pt x="27536" y="3991"/>
                  </a:cubicBezTo>
                  <a:lnTo>
                    <a:pt x="28284" y="3982"/>
                  </a:lnTo>
                  <a:cubicBezTo>
                    <a:pt x="35338" y="3908"/>
                    <a:pt x="42635" y="3830"/>
                    <a:pt x="49562" y="1411"/>
                  </a:cubicBezTo>
                  <a:cubicBezTo>
                    <a:pt x="50530" y="1072"/>
                    <a:pt x="51303" y="753"/>
                    <a:pt x="51989" y="409"/>
                  </a:cubicBezTo>
                  <a:lnTo>
                    <a:pt x="51989" y="410"/>
                  </a:lnTo>
                  <a:lnTo>
                    <a:pt x="77472" y="410"/>
                  </a:lnTo>
                  <a:cubicBezTo>
                    <a:pt x="75657" y="1022"/>
                    <a:pt x="73845" y="1526"/>
                    <a:pt x="72138" y="1986"/>
                  </a:cubicBezTo>
                  <a:cubicBezTo>
                    <a:pt x="71479" y="2162"/>
                    <a:pt x="70816" y="2334"/>
                    <a:pt x="70156" y="2505"/>
                  </a:cubicBezTo>
                  <a:cubicBezTo>
                    <a:pt x="68329" y="2977"/>
                    <a:pt x="66440" y="3467"/>
                    <a:pt x="64605" y="4082"/>
                  </a:cubicBezTo>
                  <a:cubicBezTo>
                    <a:pt x="61004" y="5291"/>
                    <a:pt x="57124" y="6040"/>
                    <a:pt x="52740" y="6369"/>
                  </a:cubicBezTo>
                  <a:cubicBezTo>
                    <a:pt x="49638" y="6602"/>
                    <a:pt x="46418" y="6602"/>
                    <a:pt x="43304" y="6603"/>
                  </a:cubicBezTo>
                  <a:cubicBezTo>
                    <a:pt x="34965" y="6606"/>
                    <a:pt x="26344" y="6609"/>
                    <a:pt x="18528" y="10955"/>
                  </a:cubicBezTo>
                  <a:cubicBezTo>
                    <a:pt x="14223" y="13350"/>
                    <a:pt x="12644" y="15910"/>
                    <a:pt x="13835" y="18561"/>
                  </a:cubicBezTo>
                  <a:cubicBezTo>
                    <a:pt x="14838" y="20791"/>
                    <a:pt x="17057" y="22107"/>
                    <a:pt x="18813" y="22421"/>
                  </a:cubicBezTo>
                  <a:cubicBezTo>
                    <a:pt x="19239" y="22498"/>
                    <a:pt x="19668" y="22533"/>
                    <a:pt x="20097" y="22533"/>
                  </a:cubicBezTo>
                  <a:cubicBezTo>
                    <a:pt x="22307" y="22533"/>
                    <a:pt x="24513" y="21604"/>
                    <a:pt x="26433" y="20647"/>
                  </a:cubicBezTo>
                  <a:cubicBezTo>
                    <a:pt x="27444" y="20142"/>
                    <a:pt x="28451" y="19561"/>
                    <a:pt x="29427" y="18998"/>
                  </a:cubicBezTo>
                  <a:cubicBezTo>
                    <a:pt x="30955" y="18116"/>
                    <a:pt x="32534" y="17203"/>
                    <a:pt x="34157" y="16576"/>
                  </a:cubicBezTo>
                  <a:cubicBezTo>
                    <a:pt x="37956" y="15106"/>
                    <a:pt x="41874" y="14247"/>
                    <a:pt x="44864" y="13661"/>
                  </a:cubicBezTo>
                  <a:cubicBezTo>
                    <a:pt x="49244" y="12804"/>
                    <a:pt x="53720" y="12190"/>
                    <a:pt x="58050" y="11597"/>
                  </a:cubicBezTo>
                  <a:cubicBezTo>
                    <a:pt x="61146" y="11172"/>
                    <a:pt x="64344" y="10734"/>
                    <a:pt x="67486" y="10209"/>
                  </a:cubicBezTo>
                  <a:cubicBezTo>
                    <a:pt x="71305" y="9572"/>
                    <a:pt x="74827" y="8898"/>
                    <a:pt x="78252" y="8150"/>
                  </a:cubicBezTo>
                  <a:cubicBezTo>
                    <a:pt x="80759" y="7602"/>
                    <a:pt x="84017" y="6743"/>
                    <a:pt x="86995" y="4937"/>
                  </a:cubicBezTo>
                  <a:cubicBezTo>
                    <a:pt x="88677" y="3915"/>
                    <a:pt x="90044" y="2435"/>
                    <a:pt x="91173" y="409"/>
                  </a:cubicBezTo>
                  <a:close/>
                  <a:moveTo>
                    <a:pt x="90934" y="0"/>
                  </a:moveTo>
                  <a:lnTo>
                    <a:pt x="90877" y="105"/>
                  </a:lnTo>
                  <a:cubicBezTo>
                    <a:pt x="89755" y="2148"/>
                    <a:pt x="88458" y="3572"/>
                    <a:pt x="86786" y="4587"/>
                  </a:cubicBezTo>
                  <a:cubicBezTo>
                    <a:pt x="83860" y="6361"/>
                    <a:pt x="80642" y="7209"/>
                    <a:pt x="78166" y="7749"/>
                  </a:cubicBezTo>
                  <a:cubicBezTo>
                    <a:pt x="74747" y="8496"/>
                    <a:pt x="71232" y="9168"/>
                    <a:pt x="67420" y="9804"/>
                  </a:cubicBezTo>
                  <a:cubicBezTo>
                    <a:pt x="64284" y="10326"/>
                    <a:pt x="61086" y="10767"/>
                    <a:pt x="57994" y="11189"/>
                  </a:cubicBezTo>
                  <a:cubicBezTo>
                    <a:pt x="53660" y="11784"/>
                    <a:pt x="49177" y="12398"/>
                    <a:pt x="44787" y="13257"/>
                  </a:cubicBezTo>
                  <a:cubicBezTo>
                    <a:pt x="41781" y="13846"/>
                    <a:pt x="37840" y="14712"/>
                    <a:pt x="34011" y="16192"/>
                  </a:cubicBezTo>
                  <a:cubicBezTo>
                    <a:pt x="32361" y="16832"/>
                    <a:pt x="30768" y="17751"/>
                    <a:pt x="29227" y="18641"/>
                  </a:cubicBezTo>
                  <a:cubicBezTo>
                    <a:pt x="28257" y="19199"/>
                    <a:pt x="27256" y="19778"/>
                    <a:pt x="26252" y="20278"/>
                  </a:cubicBezTo>
                  <a:cubicBezTo>
                    <a:pt x="24377" y="21213"/>
                    <a:pt x="22228" y="22123"/>
                    <a:pt x="20096" y="22123"/>
                  </a:cubicBezTo>
                  <a:cubicBezTo>
                    <a:pt x="19691" y="22123"/>
                    <a:pt x="19286" y="22090"/>
                    <a:pt x="18884" y="22019"/>
                  </a:cubicBezTo>
                  <a:cubicBezTo>
                    <a:pt x="17234" y="21723"/>
                    <a:pt x="15146" y="20485"/>
                    <a:pt x="14203" y="18389"/>
                  </a:cubicBezTo>
                  <a:cubicBezTo>
                    <a:pt x="13112" y="15962"/>
                    <a:pt x="14633" y="13577"/>
                    <a:pt x="18725" y="11302"/>
                  </a:cubicBezTo>
                  <a:cubicBezTo>
                    <a:pt x="26450" y="7006"/>
                    <a:pt x="35017" y="7004"/>
                    <a:pt x="43304" y="7002"/>
                  </a:cubicBezTo>
                  <a:cubicBezTo>
                    <a:pt x="46426" y="7002"/>
                    <a:pt x="49654" y="6999"/>
                    <a:pt x="52770" y="6766"/>
                  </a:cubicBezTo>
                  <a:cubicBezTo>
                    <a:pt x="57188" y="6433"/>
                    <a:pt x="61100" y="5680"/>
                    <a:pt x="64734" y="4460"/>
                  </a:cubicBezTo>
                  <a:cubicBezTo>
                    <a:pt x="66555" y="3847"/>
                    <a:pt x="68437" y="3359"/>
                    <a:pt x="70258" y="2889"/>
                  </a:cubicBezTo>
                  <a:cubicBezTo>
                    <a:pt x="70921" y="2718"/>
                    <a:pt x="71583" y="2546"/>
                    <a:pt x="72244" y="2369"/>
                  </a:cubicBezTo>
                  <a:cubicBezTo>
                    <a:pt x="74310" y="1815"/>
                    <a:pt x="76526" y="1191"/>
                    <a:pt x="78725" y="393"/>
                  </a:cubicBezTo>
                  <a:lnTo>
                    <a:pt x="79801" y="3"/>
                  </a:lnTo>
                  <a:lnTo>
                    <a:pt x="51891" y="3"/>
                  </a:lnTo>
                  <a:lnTo>
                    <a:pt x="51849" y="25"/>
                  </a:lnTo>
                  <a:cubicBezTo>
                    <a:pt x="51168" y="369"/>
                    <a:pt x="50398" y="688"/>
                    <a:pt x="49430" y="1026"/>
                  </a:cubicBezTo>
                  <a:cubicBezTo>
                    <a:pt x="42565" y="3424"/>
                    <a:pt x="35301" y="3502"/>
                    <a:pt x="28279" y="3577"/>
                  </a:cubicBezTo>
                  <a:lnTo>
                    <a:pt x="27530" y="3587"/>
                  </a:lnTo>
                  <a:cubicBezTo>
                    <a:pt x="21472" y="3654"/>
                    <a:pt x="14606" y="3731"/>
                    <a:pt x="8035" y="5524"/>
                  </a:cubicBezTo>
                  <a:cubicBezTo>
                    <a:pt x="5955" y="6091"/>
                    <a:pt x="3608" y="6937"/>
                    <a:pt x="1994" y="8889"/>
                  </a:cubicBezTo>
                  <a:cubicBezTo>
                    <a:pt x="378" y="10842"/>
                    <a:pt x="1" y="13691"/>
                    <a:pt x="872" y="17356"/>
                  </a:cubicBezTo>
                  <a:cubicBezTo>
                    <a:pt x="2415" y="23842"/>
                    <a:pt x="7591" y="28164"/>
                    <a:pt x="13647" y="28164"/>
                  </a:cubicBezTo>
                  <a:cubicBezTo>
                    <a:pt x="13966" y="28164"/>
                    <a:pt x="14287" y="28154"/>
                    <a:pt x="14609" y="28121"/>
                  </a:cubicBezTo>
                  <a:cubicBezTo>
                    <a:pt x="18878" y="27800"/>
                    <a:pt x="22758" y="25623"/>
                    <a:pt x="26511" y="23520"/>
                  </a:cubicBezTo>
                  <a:cubicBezTo>
                    <a:pt x="28626" y="22334"/>
                    <a:pt x="30812" y="21108"/>
                    <a:pt x="33038" y="20233"/>
                  </a:cubicBezTo>
                  <a:cubicBezTo>
                    <a:pt x="36400" y="18911"/>
                    <a:pt x="39775" y="18075"/>
                    <a:pt x="43838" y="17121"/>
                  </a:cubicBezTo>
                  <a:cubicBezTo>
                    <a:pt x="47319" y="16305"/>
                    <a:pt x="51008" y="15582"/>
                    <a:pt x="55113" y="14912"/>
                  </a:cubicBezTo>
                  <a:cubicBezTo>
                    <a:pt x="61550" y="13861"/>
                    <a:pt x="68126" y="13097"/>
                    <a:pt x="74484" y="12357"/>
                  </a:cubicBezTo>
                  <a:lnTo>
                    <a:pt x="77477" y="12010"/>
                  </a:lnTo>
                  <a:cubicBezTo>
                    <a:pt x="87323" y="10854"/>
                    <a:pt x="96973" y="9822"/>
                    <a:pt x="106514" y="9822"/>
                  </a:cubicBezTo>
                  <a:cubicBezTo>
                    <a:pt x="107222" y="9822"/>
                    <a:pt x="107930" y="9827"/>
                    <a:pt x="108637" y="9839"/>
                  </a:cubicBezTo>
                  <a:lnTo>
                    <a:pt x="108843" y="9842"/>
                  </a:lnTo>
                  <a:lnTo>
                    <a:pt x="108843" y="4203"/>
                  </a:lnTo>
                  <a:cubicBezTo>
                    <a:pt x="108843" y="1884"/>
                    <a:pt x="107336" y="0"/>
                    <a:pt x="1054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 name="Google Shape;980;p30"/>
          <p:cNvSpPr/>
          <p:nvPr/>
        </p:nvSpPr>
        <p:spPr>
          <a:xfrm>
            <a:off x="1818700" y="362750"/>
            <a:ext cx="5613300" cy="4594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0"/>
          <p:cNvSpPr/>
          <p:nvPr/>
        </p:nvSpPr>
        <p:spPr>
          <a:xfrm>
            <a:off x="1712000" y="271625"/>
            <a:ext cx="5613300" cy="45849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0"/>
          <p:cNvSpPr txBox="1"/>
          <p:nvPr>
            <p:ph type="ctrTitle"/>
          </p:nvPr>
        </p:nvSpPr>
        <p:spPr>
          <a:xfrm>
            <a:off x="2679300" y="540000"/>
            <a:ext cx="3785400" cy="1126500"/>
          </a:xfrm>
          <a:prstGeom prst="rect">
            <a:avLst/>
          </a:prstGeom>
          <a:solidFill>
            <a:srgbClr val="FFFFFF"/>
          </a:solidFill>
          <a:ln cap="flat" cmpd="sng" w="9525">
            <a:solidFill>
              <a:srgbClr val="000000"/>
            </a:solidFill>
            <a:prstDash val="solid"/>
            <a:round/>
            <a:headEnd len="sm" w="sm" type="none"/>
            <a:tailEnd len="sm" w="sm" type="none"/>
          </a:ln>
          <a:effectLst>
            <a:outerShdw rotWithShape="0" algn="bl" dir="2700000" dist="66675">
              <a:schemeClr val="dk2"/>
            </a:outerShdw>
          </a:effectLst>
        </p:spPr>
        <p:txBody>
          <a:bodyPr anchorCtr="0" anchor="b" bIns="91425" lIns="91425" spcFirstLastPara="1" rIns="91425" wrap="square" tIns="91425">
            <a:noAutofit/>
          </a:bodyPr>
          <a:lstStyle>
            <a:lvl1pPr lvl="0" rtl="0" algn="ctr">
              <a:spcBef>
                <a:spcPts val="0"/>
              </a:spcBef>
              <a:spcAft>
                <a:spcPts val="0"/>
              </a:spcAft>
              <a:buSzPts val="5200"/>
              <a:buNone/>
              <a:defRPr sz="65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983" name="Google Shape;983;p30"/>
          <p:cNvSpPr txBox="1"/>
          <p:nvPr>
            <p:ph idx="1" type="subTitle"/>
          </p:nvPr>
        </p:nvSpPr>
        <p:spPr>
          <a:xfrm>
            <a:off x="2679300" y="2358375"/>
            <a:ext cx="3785400" cy="122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984" name="Google Shape;984;p30"/>
          <p:cNvSpPr txBox="1"/>
          <p:nvPr>
            <p:ph idx="2" type="subTitle"/>
          </p:nvPr>
        </p:nvSpPr>
        <p:spPr>
          <a:xfrm>
            <a:off x="2679302" y="4230175"/>
            <a:ext cx="3785400" cy="37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985" name="Google Shape;985;p30"/>
          <p:cNvSpPr txBox="1"/>
          <p:nvPr/>
        </p:nvSpPr>
        <p:spPr>
          <a:xfrm>
            <a:off x="2878350" y="3558600"/>
            <a:ext cx="3387300" cy="700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100">
                <a:solidFill>
                  <a:srgbClr val="FFFFFF"/>
                </a:solidFill>
                <a:highlight>
                  <a:schemeClr val="accent4"/>
                </a:highlight>
                <a:latin typeface="Didact Gothic"/>
                <a:ea typeface="Didact Gothic"/>
                <a:cs typeface="Didact Gothic"/>
                <a:sym typeface="Didact Gothic"/>
              </a:rPr>
              <a:t>CREDITS:</a:t>
            </a:r>
            <a:r>
              <a:rPr lang="en" sz="1100">
                <a:latin typeface="Didact Gothic"/>
                <a:ea typeface="Didact Gothic"/>
                <a:cs typeface="Didact Gothic"/>
                <a:sym typeface="Didact Gothic"/>
              </a:rPr>
              <a:t> This presentation template was created by </a:t>
            </a:r>
            <a:r>
              <a:rPr b="1" lang="en" sz="1100" u="sng">
                <a:solidFill>
                  <a:srgbClr val="FFFFFF"/>
                </a:solidFill>
                <a:highlight>
                  <a:schemeClr val="accent4"/>
                </a:highlight>
                <a:latin typeface="Didact Gothic"/>
                <a:ea typeface="Didact Gothic"/>
                <a:cs typeface="Didact Gothic"/>
                <a:sym typeface="Didact Gothic"/>
                <a:hlinkClick r:id="rId2">
                  <a:extLst>
                    <a:ext uri="{A12FA001-AC4F-418D-AE19-62706E023703}">
                      <ahyp:hlinkClr val="tx"/>
                    </a:ext>
                  </a:extLst>
                </a:hlinkClick>
              </a:rPr>
              <a:t>Slidesgo</a:t>
            </a:r>
            <a:r>
              <a:rPr b="1" lang="en" sz="1100" u="sng">
                <a:solidFill>
                  <a:srgbClr val="FFFFFF"/>
                </a:solidFill>
                <a:highlight>
                  <a:schemeClr val="accent4"/>
                </a:highlight>
                <a:latin typeface="Didact Gothic"/>
                <a:ea typeface="Didact Gothic"/>
                <a:cs typeface="Didact Gothic"/>
                <a:sym typeface="Didact Gothic"/>
              </a:rPr>
              <a:t>,</a:t>
            </a:r>
            <a:r>
              <a:rPr lang="en" sz="1100">
                <a:latin typeface="Didact Gothic"/>
                <a:ea typeface="Didact Gothic"/>
                <a:cs typeface="Didact Gothic"/>
                <a:sym typeface="Didact Gothic"/>
              </a:rPr>
              <a:t> including icons by </a:t>
            </a:r>
            <a:r>
              <a:rPr b="1" lang="en" sz="1100" u="sng">
                <a:solidFill>
                  <a:srgbClr val="FFFFFF"/>
                </a:solidFill>
                <a:highlight>
                  <a:schemeClr val="accent4"/>
                </a:highlight>
                <a:latin typeface="Didact Gothic"/>
                <a:ea typeface="Didact Gothic"/>
                <a:cs typeface="Didact Gothic"/>
                <a:sym typeface="Didact Gothic"/>
                <a:hlinkClick r:id="rId3">
                  <a:extLst>
                    <a:ext uri="{A12FA001-AC4F-418D-AE19-62706E023703}">
                      <ahyp:hlinkClr val="tx"/>
                    </a:ext>
                  </a:extLst>
                </a:hlinkClick>
              </a:rPr>
              <a:t>Flaticon</a:t>
            </a:r>
            <a:r>
              <a:rPr b="1" lang="en" sz="1100" u="sng">
                <a:solidFill>
                  <a:srgbClr val="FFFFFF"/>
                </a:solidFill>
                <a:highlight>
                  <a:schemeClr val="accent4"/>
                </a:highlight>
                <a:latin typeface="Didact Gothic"/>
                <a:ea typeface="Didact Gothic"/>
                <a:cs typeface="Didact Gothic"/>
                <a:sym typeface="Didact Gothic"/>
              </a:rPr>
              <a:t>,</a:t>
            </a:r>
            <a:r>
              <a:rPr b="1" lang="en" sz="1100">
                <a:latin typeface="Didact Gothic"/>
                <a:ea typeface="Didact Gothic"/>
                <a:cs typeface="Didact Gothic"/>
                <a:sym typeface="Didact Gothic"/>
              </a:rPr>
              <a:t> </a:t>
            </a:r>
            <a:r>
              <a:rPr lang="en" sz="1100">
                <a:latin typeface="Didact Gothic"/>
                <a:ea typeface="Didact Gothic"/>
                <a:cs typeface="Didact Gothic"/>
                <a:sym typeface="Didact Gothic"/>
              </a:rPr>
              <a:t>and infographics &amp; images by </a:t>
            </a:r>
            <a:r>
              <a:rPr b="1" lang="en" sz="1100" u="sng">
                <a:solidFill>
                  <a:srgbClr val="FFFFFF"/>
                </a:solidFill>
                <a:highlight>
                  <a:schemeClr val="accent4"/>
                </a:highlight>
                <a:latin typeface="Didact Gothic"/>
                <a:ea typeface="Didact Gothic"/>
                <a:cs typeface="Didact Gothic"/>
                <a:sym typeface="Didact Gothic"/>
                <a:hlinkClick r:id="rId4">
                  <a:extLst>
                    <a:ext uri="{A12FA001-AC4F-418D-AE19-62706E023703}">
                      <ahyp:hlinkClr val="tx"/>
                    </a:ext>
                  </a:extLst>
                </a:hlinkClick>
              </a:rPr>
              <a:t>Freepik</a:t>
            </a:r>
            <a:endParaRPr b="1" sz="1100" u="sng">
              <a:solidFill>
                <a:srgbClr val="FFFFFF"/>
              </a:solidFill>
              <a:highlight>
                <a:schemeClr val="accent4"/>
              </a:highlight>
              <a:latin typeface="Didact Gothic"/>
              <a:ea typeface="Didact Gothic"/>
              <a:cs typeface="Didact Gothic"/>
              <a:sym typeface="Didact Gothic"/>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
    <p:bg>
      <p:bgPr>
        <a:solidFill>
          <a:schemeClr val="accent6"/>
        </a:solidFill>
      </p:bgPr>
    </p:bg>
    <p:spTree>
      <p:nvGrpSpPr>
        <p:cNvPr id="986" name="Shape 986"/>
        <p:cNvGrpSpPr/>
        <p:nvPr/>
      </p:nvGrpSpPr>
      <p:grpSpPr>
        <a:xfrm>
          <a:off x="0" y="0"/>
          <a:ext cx="0" cy="0"/>
          <a:chOff x="0" y="0"/>
          <a:chExt cx="0" cy="0"/>
        </a:xfrm>
      </p:grpSpPr>
      <p:grpSp>
        <p:nvGrpSpPr>
          <p:cNvPr id="987" name="Google Shape;987;p31"/>
          <p:cNvGrpSpPr/>
          <p:nvPr/>
        </p:nvGrpSpPr>
        <p:grpSpPr>
          <a:xfrm>
            <a:off x="-97264" y="-2508600"/>
            <a:ext cx="9517944" cy="7737118"/>
            <a:chOff x="-97264" y="-2508600"/>
            <a:chExt cx="9517944" cy="7737118"/>
          </a:xfrm>
        </p:grpSpPr>
        <p:sp>
          <p:nvSpPr>
            <p:cNvPr id="988" name="Google Shape;988;p31"/>
            <p:cNvSpPr/>
            <p:nvPr/>
          </p:nvSpPr>
          <p:spPr>
            <a:xfrm>
              <a:off x="-89101" y="-1893243"/>
              <a:ext cx="3985503" cy="848251"/>
            </a:xfrm>
            <a:custGeom>
              <a:rect b="b" l="l" r="r" t="t"/>
              <a:pathLst>
                <a:path extrusionOk="0" h="21197" w="99594">
                  <a:moveTo>
                    <a:pt x="65021" y="0"/>
                  </a:moveTo>
                  <a:cubicBezTo>
                    <a:pt x="64434" y="0"/>
                    <a:pt x="63848" y="10"/>
                    <a:pt x="63260" y="29"/>
                  </a:cubicBezTo>
                  <a:cubicBezTo>
                    <a:pt x="57732" y="207"/>
                    <a:pt x="52245" y="1096"/>
                    <a:pt x="46816" y="2389"/>
                  </a:cubicBezTo>
                  <a:cubicBezTo>
                    <a:pt x="41611" y="3631"/>
                    <a:pt x="36750" y="6060"/>
                    <a:pt x="31830" y="8475"/>
                  </a:cubicBezTo>
                  <a:cubicBezTo>
                    <a:pt x="27244" y="10725"/>
                    <a:pt x="22624" y="12692"/>
                    <a:pt x="17724" y="13463"/>
                  </a:cubicBezTo>
                  <a:cubicBezTo>
                    <a:pt x="15802" y="13765"/>
                    <a:pt x="13860" y="13942"/>
                    <a:pt x="11920" y="13942"/>
                  </a:cubicBezTo>
                  <a:cubicBezTo>
                    <a:pt x="10234" y="13942"/>
                    <a:pt x="8549" y="13808"/>
                    <a:pt x="6879" y="13505"/>
                  </a:cubicBezTo>
                  <a:cubicBezTo>
                    <a:pt x="4515" y="13077"/>
                    <a:pt x="2162" y="12285"/>
                    <a:pt x="0" y="10984"/>
                  </a:cubicBezTo>
                  <a:lnTo>
                    <a:pt x="0" y="18944"/>
                  </a:lnTo>
                  <a:cubicBezTo>
                    <a:pt x="1762" y="19024"/>
                    <a:pt x="3523" y="19075"/>
                    <a:pt x="5283" y="19075"/>
                  </a:cubicBezTo>
                  <a:cubicBezTo>
                    <a:pt x="9227" y="19075"/>
                    <a:pt x="13162" y="18820"/>
                    <a:pt x="17071" y="18072"/>
                  </a:cubicBezTo>
                  <a:cubicBezTo>
                    <a:pt x="21981" y="17133"/>
                    <a:pt x="26589" y="15270"/>
                    <a:pt x="30996" y="12374"/>
                  </a:cubicBezTo>
                  <a:cubicBezTo>
                    <a:pt x="33739" y="10570"/>
                    <a:pt x="36781" y="9886"/>
                    <a:pt x="39837" y="9886"/>
                  </a:cubicBezTo>
                  <a:cubicBezTo>
                    <a:pt x="40660" y="9886"/>
                    <a:pt x="41484" y="9936"/>
                    <a:pt x="42304" y="10026"/>
                  </a:cubicBezTo>
                  <a:cubicBezTo>
                    <a:pt x="50992" y="10985"/>
                    <a:pt x="59004" y="15789"/>
                    <a:pt x="67420" y="18291"/>
                  </a:cubicBezTo>
                  <a:cubicBezTo>
                    <a:pt x="72853" y="19907"/>
                    <a:pt x="78486" y="20812"/>
                    <a:pt x="84058" y="21107"/>
                  </a:cubicBezTo>
                  <a:cubicBezTo>
                    <a:pt x="85055" y="21160"/>
                    <a:pt x="86060" y="21196"/>
                    <a:pt x="87066" y="21196"/>
                  </a:cubicBezTo>
                  <a:cubicBezTo>
                    <a:pt x="89207" y="21196"/>
                    <a:pt x="91355" y="21031"/>
                    <a:pt x="93446" y="20508"/>
                  </a:cubicBezTo>
                  <a:cubicBezTo>
                    <a:pt x="95522" y="19989"/>
                    <a:pt x="98275" y="18989"/>
                    <a:pt x="98894" y="16049"/>
                  </a:cubicBezTo>
                  <a:cubicBezTo>
                    <a:pt x="99594" y="12721"/>
                    <a:pt x="97265" y="10188"/>
                    <a:pt x="95270" y="8623"/>
                  </a:cubicBezTo>
                  <a:cubicBezTo>
                    <a:pt x="92667" y="6581"/>
                    <a:pt x="89709" y="5268"/>
                    <a:pt x="86790" y="4165"/>
                  </a:cubicBezTo>
                  <a:cubicBezTo>
                    <a:pt x="79711" y="1489"/>
                    <a:pt x="72404" y="0"/>
                    <a:pt x="6502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1"/>
            <p:cNvSpPr/>
            <p:nvPr/>
          </p:nvSpPr>
          <p:spPr>
            <a:xfrm>
              <a:off x="-89221" y="-945655"/>
              <a:ext cx="8386467" cy="1819876"/>
            </a:xfrm>
            <a:custGeom>
              <a:rect b="b" l="l" r="r" t="t"/>
              <a:pathLst>
                <a:path extrusionOk="0" h="45477" w="209570">
                  <a:moveTo>
                    <a:pt x="173399" y="0"/>
                  </a:moveTo>
                  <a:cubicBezTo>
                    <a:pt x="171819" y="0"/>
                    <a:pt x="170239" y="33"/>
                    <a:pt x="168661" y="80"/>
                  </a:cubicBezTo>
                  <a:cubicBezTo>
                    <a:pt x="164324" y="208"/>
                    <a:pt x="160018" y="528"/>
                    <a:pt x="155729" y="1390"/>
                  </a:cubicBezTo>
                  <a:cubicBezTo>
                    <a:pt x="151776" y="2184"/>
                    <a:pt x="147874" y="3386"/>
                    <a:pt x="144099" y="5071"/>
                  </a:cubicBezTo>
                  <a:cubicBezTo>
                    <a:pt x="140139" y="6838"/>
                    <a:pt x="136425" y="9227"/>
                    <a:pt x="132734" y="11745"/>
                  </a:cubicBezTo>
                  <a:cubicBezTo>
                    <a:pt x="125453" y="16714"/>
                    <a:pt x="118372" y="22168"/>
                    <a:pt x="110478" y="25489"/>
                  </a:cubicBezTo>
                  <a:cubicBezTo>
                    <a:pt x="104010" y="28211"/>
                    <a:pt x="97197" y="29287"/>
                    <a:pt x="90399" y="29287"/>
                  </a:cubicBezTo>
                  <a:cubicBezTo>
                    <a:pt x="89168" y="29287"/>
                    <a:pt x="87937" y="29252"/>
                    <a:pt x="86709" y="29185"/>
                  </a:cubicBezTo>
                  <a:cubicBezTo>
                    <a:pt x="70235" y="28285"/>
                    <a:pt x="53959" y="22404"/>
                    <a:pt x="38422" y="15780"/>
                  </a:cubicBezTo>
                  <a:cubicBezTo>
                    <a:pt x="34245" y="13999"/>
                    <a:pt x="30113" y="12729"/>
                    <a:pt x="25697" y="12479"/>
                  </a:cubicBezTo>
                  <a:cubicBezTo>
                    <a:pt x="24449" y="12409"/>
                    <a:pt x="23202" y="12379"/>
                    <a:pt x="21954" y="12379"/>
                  </a:cubicBezTo>
                  <a:cubicBezTo>
                    <a:pt x="18881" y="12379"/>
                    <a:pt x="15809" y="12558"/>
                    <a:pt x="12741" y="12746"/>
                  </a:cubicBezTo>
                  <a:cubicBezTo>
                    <a:pt x="9315" y="12958"/>
                    <a:pt x="5883" y="13109"/>
                    <a:pt x="2471" y="13588"/>
                  </a:cubicBezTo>
                  <a:cubicBezTo>
                    <a:pt x="1651" y="13702"/>
                    <a:pt x="825" y="13831"/>
                    <a:pt x="0" y="13986"/>
                  </a:cubicBezTo>
                  <a:lnTo>
                    <a:pt x="0" y="21931"/>
                  </a:lnTo>
                  <a:cubicBezTo>
                    <a:pt x="3093" y="20622"/>
                    <a:pt x="6277" y="19799"/>
                    <a:pt x="9551" y="19799"/>
                  </a:cubicBezTo>
                  <a:cubicBezTo>
                    <a:pt x="10632" y="19799"/>
                    <a:pt x="11722" y="19889"/>
                    <a:pt x="12823" y="20080"/>
                  </a:cubicBezTo>
                  <a:cubicBezTo>
                    <a:pt x="20488" y="21419"/>
                    <a:pt x="27144" y="26632"/>
                    <a:pt x="33499" y="31891"/>
                  </a:cubicBezTo>
                  <a:cubicBezTo>
                    <a:pt x="45486" y="41811"/>
                    <a:pt x="59912" y="45476"/>
                    <a:pt x="74081" y="45476"/>
                  </a:cubicBezTo>
                  <a:cubicBezTo>
                    <a:pt x="74665" y="45476"/>
                    <a:pt x="75248" y="45470"/>
                    <a:pt x="75831" y="45458"/>
                  </a:cubicBezTo>
                  <a:cubicBezTo>
                    <a:pt x="90804" y="45142"/>
                    <a:pt x="106177" y="41401"/>
                    <a:pt x="119282" y="31968"/>
                  </a:cubicBezTo>
                  <a:cubicBezTo>
                    <a:pt x="125990" y="27139"/>
                    <a:pt x="132221" y="21338"/>
                    <a:pt x="138817" y="16271"/>
                  </a:cubicBezTo>
                  <a:cubicBezTo>
                    <a:pt x="142143" y="13714"/>
                    <a:pt x="145448" y="11379"/>
                    <a:pt x="149316" y="10440"/>
                  </a:cubicBezTo>
                  <a:cubicBezTo>
                    <a:pt x="150812" y="10078"/>
                    <a:pt x="152323" y="9917"/>
                    <a:pt x="153836" y="9917"/>
                  </a:cubicBezTo>
                  <a:cubicBezTo>
                    <a:pt x="155625" y="9917"/>
                    <a:pt x="157416" y="10142"/>
                    <a:pt x="159185" y="10527"/>
                  </a:cubicBezTo>
                  <a:cubicBezTo>
                    <a:pt x="162983" y="11352"/>
                    <a:pt x="166672" y="12839"/>
                    <a:pt x="170334" y="14321"/>
                  </a:cubicBezTo>
                  <a:cubicBezTo>
                    <a:pt x="174482" y="15997"/>
                    <a:pt x="178713" y="17383"/>
                    <a:pt x="182992" y="18407"/>
                  </a:cubicBezTo>
                  <a:cubicBezTo>
                    <a:pt x="186653" y="19282"/>
                    <a:pt x="190426" y="19787"/>
                    <a:pt x="194193" y="19787"/>
                  </a:cubicBezTo>
                  <a:cubicBezTo>
                    <a:pt x="197694" y="19787"/>
                    <a:pt x="201190" y="19351"/>
                    <a:pt x="204587" y="18369"/>
                  </a:cubicBezTo>
                  <a:cubicBezTo>
                    <a:pt x="206831" y="17721"/>
                    <a:pt x="209570" y="16218"/>
                    <a:pt x="208195" y="12736"/>
                  </a:cubicBezTo>
                  <a:cubicBezTo>
                    <a:pt x="207019" y="9759"/>
                    <a:pt x="203809" y="8201"/>
                    <a:pt x="201535" y="7001"/>
                  </a:cubicBezTo>
                  <a:cubicBezTo>
                    <a:pt x="195238" y="3676"/>
                    <a:pt x="188684" y="1200"/>
                    <a:pt x="181872" y="426"/>
                  </a:cubicBezTo>
                  <a:cubicBezTo>
                    <a:pt x="179055" y="106"/>
                    <a:pt x="176227" y="0"/>
                    <a:pt x="173399"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1"/>
            <p:cNvSpPr/>
            <p:nvPr/>
          </p:nvSpPr>
          <p:spPr>
            <a:xfrm>
              <a:off x="-89101" y="159523"/>
              <a:ext cx="819678" cy="314658"/>
            </a:xfrm>
            <a:custGeom>
              <a:rect b="b" l="l" r="r" t="t"/>
              <a:pathLst>
                <a:path extrusionOk="0" h="7863" w="20483">
                  <a:moveTo>
                    <a:pt x="10679" y="1"/>
                  </a:moveTo>
                  <a:cubicBezTo>
                    <a:pt x="7200" y="1"/>
                    <a:pt x="3530" y="930"/>
                    <a:pt x="0" y="1036"/>
                  </a:cubicBezTo>
                  <a:lnTo>
                    <a:pt x="0" y="7210"/>
                  </a:lnTo>
                  <a:cubicBezTo>
                    <a:pt x="73" y="7210"/>
                    <a:pt x="146" y="7210"/>
                    <a:pt x="218" y="7210"/>
                  </a:cubicBezTo>
                  <a:cubicBezTo>
                    <a:pt x="2966" y="7210"/>
                    <a:pt x="5723" y="7366"/>
                    <a:pt x="8473" y="7532"/>
                  </a:cubicBezTo>
                  <a:cubicBezTo>
                    <a:pt x="10471" y="7652"/>
                    <a:pt x="12481" y="7858"/>
                    <a:pt x="14482" y="7862"/>
                  </a:cubicBezTo>
                  <a:cubicBezTo>
                    <a:pt x="14579" y="7862"/>
                    <a:pt x="14677" y="7863"/>
                    <a:pt x="14776" y="7863"/>
                  </a:cubicBezTo>
                  <a:cubicBezTo>
                    <a:pt x="16107" y="7863"/>
                    <a:pt x="17589" y="7805"/>
                    <a:pt x="18794" y="7093"/>
                  </a:cubicBezTo>
                  <a:cubicBezTo>
                    <a:pt x="20483" y="6096"/>
                    <a:pt x="19330" y="4228"/>
                    <a:pt x="18366" y="3075"/>
                  </a:cubicBezTo>
                  <a:cubicBezTo>
                    <a:pt x="16959" y="1395"/>
                    <a:pt x="15150" y="529"/>
                    <a:pt x="13253" y="203"/>
                  </a:cubicBezTo>
                  <a:cubicBezTo>
                    <a:pt x="12410" y="59"/>
                    <a:pt x="11551" y="1"/>
                    <a:pt x="10679"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1"/>
            <p:cNvSpPr/>
            <p:nvPr/>
          </p:nvSpPr>
          <p:spPr>
            <a:xfrm>
              <a:off x="-89101" y="-181311"/>
              <a:ext cx="9361694" cy="2012360"/>
            </a:xfrm>
            <a:custGeom>
              <a:rect b="b" l="l" r="r" t="t"/>
              <a:pathLst>
                <a:path extrusionOk="0" h="50287" w="233940">
                  <a:moveTo>
                    <a:pt x="233940" y="0"/>
                  </a:moveTo>
                  <a:cubicBezTo>
                    <a:pt x="230479" y="1532"/>
                    <a:pt x="227264" y="3838"/>
                    <a:pt x="224035" y="6016"/>
                  </a:cubicBezTo>
                  <a:cubicBezTo>
                    <a:pt x="219999" y="8735"/>
                    <a:pt x="215918" y="11195"/>
                    <a:pt x="211510" y="12795"/>
                  </a:cubicBezTo>
                  <a:cubicBezTo>
                    <a:pt x="205977" y="14804"/>
                    <a:pt x="200252" y="15619"/>
                    <a:pt x="194517" y="15619"/>
                  </a:cubicBezTo>
                  <a:cubicBezTo>
                    <a:pt x="191019" y="15619"/>
                    <a:pt x="187518" y="15316"/>
                    <a:pt x="184053" y="14796"/>
                  </a:cubicBezTo>
                  <a:cubicBezTo>
                    <a:pt x="174879" y="13417"/>
                    <a:pt x="165892" y="10575"/>
                    <a:pt x="156983" y="7553"/>
                  </a:cubicBezTo>
                  <a:cubicBezTo>
                    <a:pt x="154186" y="6603"/>
                    <a:pt x="151295" y="5923"/>
                    <a:pt x="148402" y="5923"/>
                  </a:cubicBezTo>
                  <a:cubicBezTo>
                    <a:pt x="147105" y="5923"/>
                    <a:pt x="145807" y="6060"/>
                    <a:pt x="144518" y="6370"/>
                  </a:cubicBezTo>
                  <a:cubicBezTo>
                    <a:pt x="141010" y="7213"/>
                    <a:pt x="137841" y="9316"/>
                    <a:pt x="134862" y="11732"/>
                  </a:cubicBezTo>
                  <a:cubicBezTo>
                    <a:pt x="131415" y="14529"/>
                    <a:pt x="128149" y="17665"/>
                    <a:pt x="124700" y="20457"/>
                  </a:cubicBezTo>
                  <a:cubicBezTo>
                    <a:pt x="120681" y="23709"/>
                    <a:pt x="116461" y="26565"/>
                    <a:pt x="112085" y="28971"/>
                  </a:cubicBezTo>
                  <a:cubicBezTo>
                    <a:pt x="103869" y="33488"/>
                    <a:pt x="95132" y="36387"/>
                    <a:pt x="86236" y="37674"/>
                  </a:cubicBezTo>
                  <a:cubicBezTo>
                    <a:pt x="82434" y="38224"/>
                    <a:pt x="78620" y="38471"/>
                    <a:pt x="74803" y="38471"/>
                  </a:cubicBezTo>
                  <a:cubicBezTo>
                    <a:pt x="58405" y="38471"/>
                    <a:pt x="41951" y="33908"/>
                    <a:pt x="26125" y="29171"/>
                  </a:cubicBezTo>
                  <a:cubicBezTo>
                    <a:pt x="17408" y="26561"/>
                    <a:pt x="8732" y="23693"/>
                    <a:pt x="0" y="21148"/>
                  </a:cubicBezTo>
                  <a:lnTo>
                    <a:pt x="0" y="30371"/>
                  </a:lnTo>
                  <a:cubicBezTo>
                    <a:pt x="3472" y="33108"/>
                    <a:pt x="7489" y="35009"/>
                    <a:pt x="11115" y="36595"/>
                  </a:cubicBezTo>
                  <a:cubicBezTo>
                    <a:pt x="17532" y="39404"/>
                    <a:pt x="24220" y="41608"/>
                    <a:pt x="30929" y="42938"/>
                  </a:cubicBezTo>
                  <a:cubicBezTo>
                    <a:pt x="38228" y="44386"/>
                    <a:pt x="45630" y="44923"/>
                    <a:pt x="53022" y="44923"/>
                  </a:cubicBezTo>
                  <a:cubicBezTo>
                    <a:pt x="55748" y="44923"/>
                    <a:pt x="58473" y="44850"/>
                    <a:pt x="61191" y="44723"/>
                  </a:cubicBezTo>
                  <a:cubicBezTo>
                    <a:pt x="71533" y="44237"/>
                    <a:pt x="81978" y="43258"/>
                    <a:pt x="92233" y="41498"/>
                  </a:cubicBezTo>
                  <a:cubicBezTo>
                    <a:pt x="102742" y="39694"/>
                    <a:pt x="112661" y="35767"/>
                    <a:pt x="122701" y="31597"/>
                  </a:cubicBezTo>
                  <a:cubicBezTo>
                    <a:pt x="132437" y="27557"/>
                    <a:pt x="142206" y="24207"/>
                    <a:pt x="152521" y="24092"/>
                  </a:cubicBezTo>
                  <a:cubicBezTo>
                    <a:pt x="152754" y="24089"/>
                    <a:pt x="152988" y="24088"/>
                    <a:pt x="153222" y="24088"/>
                  </a:cubicBezTo>
                  <a:cubicBezTo>
                    <a:pt x="163194" y="24088"/>
                    <a:pt x="173100" y="26520"/>
                    <a:pt x="182555" y="30450"/>
                  </a:cubicBezTo>
                  <a:cubicBezTo>
                    <a:pt x="187610" y="32550"/>
                    <a:pt x="192565" y="35025"/>
                    <a:pt x="197604" y="37193"/>
                  </a:cubicBezTo>
                  <a:cubicBezTo>
                    <a:pt x="202625" y="39352"/>
                    <a:pt x="207681" y="41382"/>
                    <a:pt x="212770" y="43265"/>
                  </a:cubicBezTo>
                  <a:cubicBezTo>
                    <a:pt x="219747" y="45846"/>
                    <a:pt x="226825" y="48256"/>
                    <a:pt x="233940" y="50286"/>
                  </a:cubicBezTo>
                  <a:lnTo>
                    <a:pt x="233940" y="34729"/>
                  </a:lnTo>
                  <a:cubicBezTo>
                    <a:pt x="233339" y="34539"/>
                    <a:pt x="232731" y="34368"/>
                    <a:pt x="232112" y="34224"/>
                  </a:cubicBezTo>
                  <a:cubicBezTo>
                    <a:pt x="229270" y="33551"/>
                    <a:pt x="226381" y="33250"/>
                    <a:pt x="223499" y="32996"/>
                  </a:cubicBezTo>
                  <a:cubicBezTo>
                    <a:pt x="219753" y="32668"/>
                    <a:pt x="216005" y="32333"/>
                    <a:pt x="212261" y="31960"/>
                  </a:cubicBezTo>
                  <a:cubicBezTo>
                    <a:pt x="208072" y="31543"/>
                    <a:pt x="203886" y="31089"/>
                    <a:pt x="199705" y="30539"/>
                  </a:cubicBezTo>
                  <a:cubicBezTo>
                    <a:pt x="195713" y="30014"/>
                    <a:pt x="191661" y="29550"/>
                    <a:pt x="187710" y="28635"/>
                  </a:cubicBezTo>
                  <a:cubicBezTo>
                    <a:pt x="184185" y="27821"/>
                    <a:pt x="180587" y="27222"/>
                    <a:pt x="177204" y="25665"/>
                  </a:cubicBezTo>
                  <a:cubicBezTo>
                    <a:pt x="175719" y="24980"/>
                    <a:pt x="173996" y="24080"/>
                    <a:pt x="173054" y="22380"/>
                  </a:cubicBezTo>
                  <a:cubicBezTo>
                    <a:pt x="172381" y="21164"/>
                    <a:pt x="172300" y="19467"/>
                    <a:pt x="173266" y="18466"/>
                  </a:cubicBezTo>
                  <a:cubicBezTo>
                    <a:pt x="174400" y="17293"/>
                    <a:pt x="176205" y="17248"/>
                    <a:pt x="177591" y="17230"/>
                  </a:cubicBezTo>
                  <a:cubicBezTo>
                    <a:pt x="177667" y="17230"/>
                    <a:pt x="177743" y="17229"/>
                    <a:pt x="177820" y="17229"/>
                  </a:cubicBezTo>
                  <a:cubicBezTo>
                    <a:pt x="179957" y="17229"/>
                    <a:pt x="182098" y="17572"/>
                    <a:pt x="184206" y="17983"/>
                  </a:cubicBezTo>
                  <a:cubicBezTo>
                    <a:pt x="186167" y="18365"/>
                    <a:pt x="188113" y="18845"/>
                    <a:pt x="190056" y="19342"/>
                  </a:cubicBezTo>
                  <a:cubicBezTo>
                    <a:pt x="192155" y="19880"/>
                    <a:pt x="194290" y="20178"/>
                    <a:pt x="196416" y="20482"/>
                  </a:cubicBezTo>
                  <a:cubicBezTo>
                    <a:pt x="200378" y="21047"/>
                    <a:pt x="204372" y="21430"/>
                    <a:pt x="208364" y="21430"/>
                  </a:cubicBezTo>
                  <a:cubicBezTo>
                    <a:pt x="209889" y="21430"/>
                    <a:pt x="211413" y="21374"/>
                    <a:pt x="212936" y="21251"/>
                  </a:cubicBezTo>
                  <a:cubicBezTo>
                    <a:pt x="218320" y="20818"/>
                    <a:pt x="223791" y="19532"/>
                    <a:pt x="228641" y="16425"/>
                  </a:cubicBezTo>
                  <a:cubicBezTo>
                    <a:pt x="230586" y="15179"/>
                    <a:pt x="232358" y="13636"/>
                    <a:pt x="233940" y="11842"/>
                  </a:cubicBezTo>
                  <a:lnTo>
                    <a:pt x="233940" y="0"/>
                  </a:ln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1"/>
            <p:cNvSpPr/>
            <p:nvPr/>
          </p:nvSpPr>
          <p:spPr>
            <a:xfrm>
              <a:off x="-88861" y="1234528"/>
              <a:ext cx="5153814" cy="1015564"/>
            </a:xfrm>
            <a:custGeom>
              <a:rect b="b" l="l" r="r" t="t"/>
              <a:pathLst>
                <a:path extrusionOk="0" h="25378" w="128789">
                  <a:moveTo>
                    <a:pt x="125460" y="1"/>
                  </a:moveTo>
                  <a:cubicBezTo>
                    <a:pt x="124112" y="1"/>
                    <a:pt x="122755" y="233"/>
                    <a:pt x="121432" y="495"/>
                  </a:cubicBezTo>
                  <a:cubicBezTo>
                    <a:pt x="117708" y="1235"/>
                    <a:pt x="114038" y="2428"/>
                    <a:pt x="110408" y="3702"/>
                  </a:cubicBezTo>
                  <a:cubicBezTo>
                    <a:pt x="101528" y="6816"/>
                    <a:pt x="92732" y="10293"/>
                    <a:pt x="83787" y="13112"/>
                  </a:cubicBezTo>
                  <a:cubicBezTo>
                    <a:pt x="72182" y="16772"/>
                    <a:pt x="60329" y="19483"/>
                    <a:pt x="48340" y="19746"/>
                  </a:cubicBezTo>
                  <a:cubicBezTo>
                    <a:pt x="47589" y="19762"/>
                    <a:pt x="46838" y="19771"/>
                    <a:pt x="46087" y="19771"/>
                  </a:cubicBezTo>
                  <a:cubicBezTo>
                    <a:pt x="36277" y="19771"/>
                    <a:pt x="26528" y="18319"/>
                    <a:pt x="17277" y="13958"/>
                  </a:cubicBezTo>
                  <a:cubicBezTo>
                    <a:pt x="14817" y="12796"/>
                    <a:pt x="12434" y="11433"/>
                    <a:pt x="10052" y="10038"/>
                  </a:cubicBezTo>
                  <a:cubicBezTo>
                    <a:pt x="7467" y="8528"/>
                    <a:pt x="4765" y="7378"/>
                    <a:pt x="2106" y="6103"/>
                  </a:cubicBezTo>
                  <a:cubicBezTo>
                    <a:pt x="1402" y="5766"/>
                    <a:pt x="699" y="5418"/>
                    <a:pt x="0" y="5056"/>
                  </a:cubicBezTo>
                  <a:lnTo>
                    <a:pt x="0" y="11211"/>
                  </a:lnTo>
                  <a:cubicBezTo>
                    <a:pt x="4701" y="13100"/>
                    <a:pt x="9362" y="15161"/>
                    <a:pt x="14041" y="17090"/>
                  </a:cubicBezTo>
                  <a:cubicBezTo>
                    <a:pt x="16400" y="18063"/>
                    <a:pt x="18775" y="19117"/>
                    <a:pt x="21195" y="19846"/>
                  </a:cubicBezTo>
                  <a:cubicBezTo>
                    <a:pt x="23656" y="20587"/>
                    <a:pt x="26170" y="20896"/>
                    <a:pt x="28695" y="21030"/>
                  </a:cubicBezTo>
                  <a:cubicBezTo>
                    <a:pt x="33506" y="21285"/>
                    <a:pt x="38258" y="21488"/>
                    <a:pt x="43036" y="22348"/>
                  </a:cubicBezTo>
                  <a:cubicBezTo>
                    <a:pt x="47992" y="23241"/>
                    <a:pt x="52914" y="24461"/>
                    <a:pt x="57900" y="25055"/>
                  </a:cubicBezTo>
                  <a:cubicBezTo>
                    <a:pt x="59669" y="25266"/>
                    <a:pt x="61430" y="25377"/>
                    <a:pt x="63185" y="25377"/>
                  </a:cubicBezTo>
                  <a:cubicBezTo>
                    <a:pt x="66528" y="25377"/>
                    <a:pt x="69851" y="24974"/>
                    <a:pt x="73168" y="24091"/>
                  </a:cubicBezTo>
                  <a:cubicBezTo>
                    <a:pt x="82572" y="21585"/>
                    <a:pt x="91311" y="16379"/>
                    <a:pt x="100290" y="12209"/>
                  </a:cubicBezTo>
                  <a:cubicBezTo>
                    <a:pt x="102551" y="11159"/>
                    <a:pt x="104832" y="10174"/>
                    <a:pt x="107142" y="9317"/>
                  </a:cubicBezTo>
                  <a:cubicBezTo>
                    <a:pt x="109515" y="8437"/>
                    <a:pt x="111919" y="7831"/>
                    <a:pt x="114326" y="7132"/>
                  </a:cubicBezTo>
                  <a:cubicBezTo>
                    <a:pt x="119263" y="5699"/>
                    <a:pt x="123997" y="3389"/>
                    <a:pt x="128789" y="1350"/>
                  </a:cubicBezTo>
                  <a:cubicBezTo>
                    <a:pt x="128436" y="255"/>
                    <a:pt x="127130" y="101"/>
                    <a:pt x="126329" y="35"/>
                  </a:cubicBezTo>
                  <a:cubicBezTo>
                    <a:pt x="126040" y="12"/>
                    <a:pt x="125750" y="1"/>
                    <a:pt x="125460"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1"/>
            <p:cNvSpPr/>
            <p:nvPr/>
          </p:nvSpPr>
          <p:spPr>
            <a:xfrm>
              <a:off x="-89101" y="3200694"/>
              <a:ext cx="949935" cy="459281"/>
            </a:xfrm>
            <a:custGeom>
              <a:rect b="b" l="l" r="r" t="t"/>
              <a:pathLst>
                <a:path extrusionOk="0" h="11477" w="23738">
                  <a:moveTo>
                    <a:pt x="0" y="0"/>
                  </a:moveTo>
                  <a:lnTo>
                    <a:pt x="0" y="7277"/>
                  </a:lnTo>
                  <a:cubicBezTo>
                    <a:pt x="3475" y="8436"/>
                    <a:pt x="6937" y="9675"/>
                    <a:pt x="10474" y="10467"/>
                  </a:cubicBezTo>
                  <a:cubicBezTo>
                    <a:pt x="12599" y="10942"/>
                    <a:pt x="14945" y="11477"/>
                    <a:pt x="17230" y="11477"/>
                  </a:cubicBezTo>
                  <a:cubicBezTo>
                    <a:pt x="18607" y="11477"/>
                    <a:pt x="19963" y="11282"/>
                    <a:pt x="21233" y="10762"/>
                  </a:cubicBezTo>
                  <a:cubicBezTo>
                    <a:pt x="22964" y="10052"/>
                    <a:pt x="23737" y="8373"/>
                    <a:pt x="22783" y="6233"/>
                  </a:cubicBezTo>
                  <a:cubicBezTo>
                    <a:pt x="21854" y="4148"/>
                    <a:pt x="19780" y="3350"/>
                    <a:pt x="18049" y="2892"/>
                  </a:cubicBezTo>
                  <a:cubicBezTo>
                    <a:pt x="14044" y="1834"/>
                    <a:pt x="9964" y="2398"/>
                    <a:pt x="5923" y="1958"/>
                  </a:cubicBezTo>
                  <a:cubicBezTo>
                    <a:pt x="3848" y="1734"/>
                    <a:pt x="1868" y="1036"/>
                    <a:pt x="0"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1"/>
            <p:cNvSpPr/>
            <p:nvPr/>
          </p:nvSpPr>
          <p:spPr>
            <a:xfrm>
              <a:off x="-89101" y="1559514"/>
              <a:ext cx="9361814" cy="2217890"/>
            </a:xfrm>
            <a:custGeom>
              <a:rect b="b" l="l" r="r" t="t"/>
              <a:pathLst>
                <a:path extrusionOk="0" h="55423" w="233943">
                  <a:moveTo>
                    <a:pt x="144772" y="1"/>
                  </a:moveTo>
                  <a:cubicBezTo>
                    <a:pt x="142102" y="1"/>
                    <a:pt x="139431" y="96"/>
                    <a:pt x="136766" y="286"/>
                  </a:cubicBezTo>
                  <a:cubicBezTo>
                    <a:pt x="128012" y="909"/>
                    <a:pt x="119276" y="2552"/>
                    <a:pt x="110812" y="5489"/>
                  </a:cubicBezTo>
                  <a:cubicBezTo>
                    <a:pt x="106624" y="6944"/>
                    <a:pt x="102575" y="8874"/>
                    <a:pt x="98468" y="10653"/>
                  </a:cubicBezTo>
                  <a:cubicBezTo>
                    <a:pt x="93953" y="12609"/>
                    <a:pt x="89399" y="14424"/>
                    <a:pt x="84794" y="16010"/>
                  </a:cubicBezTo>
                  <a:cubicBezTo>
                    <a:pt x="74251" y="19642"/>
                    <a:pt x="63428" y="21981"/>
                    <a:pt x="52620" y="21981"/>
                  </a:cubicBezTo>
                  <a:cubicBezTo>
                    <a:pt x="45059" y="21981"/>
                    <a:pt x="37505" y="20836"/>
                    <a:pt x="30059" y="18189"/>
                  </a:cubicBezTo>
                  <a:cubicBezTo>
                    <a:pt x="25579" y="16596"/>
                    <a:pt x="21178" y="14667"/>
                    <a:pt x="16828" y="12578"/>
                  </a:cubicBezTo>
                  <a:cubicBezTo>
                    <a:pt x="12514" y="10509"/>
                    <a:pt x="8272" y="8266"/>
                    <a:pt x="3815" y="6712"/>
                  </a:cubicBezTo>
                  <a:cubicBezTo>
                    <a:pt x="2549" y="6272"/>
                    <a:pt x="1276" y="5888"/>
                    <a:pt x="0" y="5548"/>
                  </a:cubicBezTo>
                  <a:lnTo>
                    <a:pt x="0" y="23614"/>
                  </a:lnTo>
                  <a:cubicBezTo>
                    <a:pt x="12657" y="29572"/>
                    <a:pt x="26166" y="33013"/>
                    <a:pt x="39600" y="33024"/>
                  </a:cubicBezTo>
                  <a:cubicBezTo>
                    <a:pt x="39625" y="33024"/>
                    <a:pt x="39649" y="33024"/>
                    <a:pt x="39674" y="33024"/>
                  </a:cubicBezTo>
                  <a:cubicBezTo>
                    <a:pt x="43920" y="33024"/>
                    <a:pt x="48167" y="32654"/>
                    <a:pt x="52367" y="31843"/>
                  </a:cubicBezTo>
                  <a:cubicBezTo>
                    <a:pt x="54553" y="31420"/>
                    <a:pt x="56709" y="30737"/>
                    <a:pt x="58881" y="30217"/>
                  </a:cubicBezTo>
                  <a:cubicBezTo>
                    <a:pt x="61539" y="29579"/>
                    <a:pt x="64252" y="29008"/>
                    <a:pt x="66965" y="29005"/>
                  </a:cubicBezTo>
                  <a:cubicBezTo>
                    <a:pt x="66982" y="29005"/>
                    <a:pt x="66999" y="29005"/>
                    <a:pt x="67017" y="29005"/>
                  </a:cubicBezTo>
                  <a:cubicBezTo>
                    <a:pt x="68762" y="29005"/>
                    <a:pt x="71102" y="29156"/>
                    <a:pt x="72309" y="31005"/>
                  </a:cubicBezTo>
                  <a:cubicBezTo>
                    <a:pt x="73261" y="32464"/>
                    <a:pt x="73035" y="34779"/>
                    <a:pt x="72433" y="36381"/>
                  </a:cubicBezTo>
                  <a:cubicBezTo>
                    <a:pt x="71760" y="38175"/>
                    <a:pt x="70452" y="39418"/>
                    <a:pt x="69067" y="40261"/>
                  </a:cubicBezTo>
                  <a:cubicBezTo>
                    <a:pt x="65139" y="42655"/>
                    <a:pt x="60371" y="42850"/>
                    <a:pt x="56096" y="42852"/>
                  </a:cubicBezTo>
                  <a:cubicBezTo>
                    <a:pt x="56089" y="42852"/>
                    <a:pt x="56082" y="42852"/>
                    <a:pt x="56075" y="42852"/>
                  </a:cubicBezTo>
                  <a:cubicBezTo>
                    <a:pt x="46902" y="42852"/>
                    <a:pt x="37792" y="41022"/>
                    <a:pt x="28834" y="38660"/>
                  </a:cubicBezTo>
                  <a:cubicBezTo>
                    <a:pt x="19225" y="36125"/>
                    <a:pt x="9684" y="33151"/>
                    <a:pt x="0" y="31087"/>
                  </a:cubicBezTo>
                  <a:lnTo>
                    <a:pt x="0" y="40459"/>
                  </a:lnTo>
                  <a:cubicBezTo>
                    <a:pt x="415" y="40687"/>
                    <a:pt x="838" y="40900"/>
                    <a:pt x="1269" y="41094"/>
                  </a:cubicBezTo>
                  <a:cubicBezTo>
                    <a:pt x="3834" y="42246"/>
                    <a:pt x="6360" y="42550"/>
                    <a:pt x="9049" y="42595"/>
                  </a:cubicBezTo>
                  <a:cubicBezTo>
                    <a:pt x="11321" y="42632"/>
                    <a:pt x="13601" y="42650"/>
                    <a:pt x="15862" y="42966"/>
                  </a:cubicBezTo>
                  <a:cubicBezTo>
                    <a:pt x="17766" y="43232"/>
                    <a:pt x="19811" y="43645"/>
                    <a:pt x="21476" y="44925"/>
                  </a:cubicBezTo>
                  <a:cubicBezTo>
                    <a:pt x="22689" y="45858"/>
                    <a:pt x="23822" y="47631"/>
                    <a:pt x="23620" y="49546"/>
                  </a:cubicBezTo>
                  <a:cubicBezTo>
                    <a:pt x="23450" y="51198"/>
                    <a:pt x="22153" y="51995"/>
                    <a:pt x="21013" y="52388"/>
                  </a:cubicBezTo>
                  <a:cubicBezTo>
                    <a:pt x="19769" y="52816"/>
                    <a:pt x="18468" y="52983"/>
                    <a:pt x="17149" y="52983"/>
                  </a:cubicBezTo>
                  <a:cubicBezTo>
                    <a:pt x="14678" y="52983"/>
                    <a:pt x="12147" y="52396"/>
                    <a:pt x="9822" y="51845"/>
                  </a:cubicBezTo>
                  <a:cubicBezTo>
                    <a:pt x="6510" y="51059"/>
                    <a:pt x="3259" y="49899"/>
                    <a:pt x="0" y="48810"/>
                  </a:cubicBezTo>
                  <a:lnTo>
                    <a:pt x="0" y="54602"/>
                  </a:lnTo>
                  <a:cubicBezTo>
                    <a:pt x="5036" y="55007"/>
                    <a:pt x="10079" y="55225"/>
                    <a:pt x="15119" y="55348"/>
                  </a:cubicBezTo>
                  <a:cubicBezTo>
                    <a:pt x="17082" y="55396"/>
                    <a:pt x="19048" y="55423"/>
                    <a:pt x="21015" y="55423"/>
                  </a:cubicBezTo>
                  <a:cubicBezTo>
                    <a:pt x="29997" y="55423"/>
                    <a:pt x="38994" y="54866"/>
                    <a:pt x="47880" y="53219"/>
                  </a:cubicBezTo>
                  <a:cubicBezTo>
                    <a:pt x="52943" y="52282"/>
                    <a:pt x="58028" y="51048"/>
                    <a:pt x="62912" y="49101"/>
                  </a:cubicBezTo>
                  <a:cubicBezTo>
                    <a:pt x="67581" y="47240"/>
                    <a:pt x="72025" y="44594"/>
                    <a:pt x="76326" y="41657"/>
                  </a:cubicBezTo>
                  <a:cubicBezTo>
                    <a:pt x="84683" y="35949"/>
                    <a:pt x="92557" y="29085"/>
                    <a:pt x="101261" y="24207"/>
                  </a:cubicBezTo>
                  <a:cubicBezTo>
                    <a:pt x="110109" y="19249"/>
                    <a:pt x="119692" y="17446"/>
                    <a:pt x="129288" y="16670"/>
                  </a:cubicBezTo>
                  <a:cubicBezTo>
                    <a:pt x="132649" y="16399"/>
                    <a:pt x="136013" y="16271"/>
                    <a:pt x="139377" y="16271"/>
                  </a:cubicBezTo>
                  <a:cubicBezTo>
                    <a:pt x="157478" y="16271"/>
                    <a:pt x="175585" y="19963"/>
                    <a:pt x="193212" y="24804"/>
                  </a:cubicBezTo>
                  <a:cubicBezTo>
                    <a:pt x="203630" y="27665"/>
                    <a:pt x="214279" y="30372"/>
                    <a:pt x="224304" y="35040"/>
                  </a:cubicBezTo>
                  <a:cubicBezTo>
                    <a:pt x="227597" y="36575"/>
                    <a:pt x="230795" y="38437"/>
                    <a:pt x="233942" y="40411"/>
                  </a:cubicBezTo>
                  <a:lnTo>
                    <a:pt x="233942" y="31703"/>
                  </a:lnTo>
                  <a:cubicBezTo>
                    <a:pt x="228231" y="27859"/>
                    <a:pt x="222155" y="24807"/>
                    <a:pt x="216214" y="21705"/>
                  </a:cubicBezTo>
                  <a:cubicBezTo>
                    <a:pt x="207456" y="17134"/>
                    <a:pt x="198525" y="13002"/>
                    <a:pt x="189487" y="9410"/>
                  </a:cubicBezTo>
                  <a:cubicBezTo>
                    <a:pt x="180687" y="5912"/>
                    <a:pt x="171778" y="2926"/>
                    <a:pt x="162615" y="1437"/>
                  </a:cubicBezTo>
                  <a:cubicBezTo>
                    <a:pt x="156702" y="476"/>
                    <a:pt x="150736" y="1"/>
                    <a:pt x="144772"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1"/>
            <p:cNvSpPr/>
            <p:nvPr/>
          </p:nvSpPr>
          <p:spPr>
            <a:xfrm>
              <a:off x="4312517" y="2474126"/>
              <a:ext cx="4960169" cy="2176352"/>
            </a:xfrm>
            <a:custGeom>
              <a:rect b="b" l="l" r="r" t="t"/>
              <a:pathLst>
                <a:path extrusionOk="0" h="54385" w="123950">
                  <a:moveTo>
                    <a:pt x="25687" y="0"/>
                  </a:moveTo>
                  <a:cubicBezTo>
                    <a:pt x="25613" y="0"/>
                    <a:pt x="25540" y="0"/>
                    <a:pt x="25467" y="0"/>
                  </a:cubicBezTo>
                  <a:cubicBezTo>
                    <a:pt x="22189" y="8"/>
                    <a:pt x="18895" y="286"/>
                    <a:pt x="15653" y="893"/>
                  </a:cubicBezTo>
                  <a:cubicBezTo>
                    <a:pt x="12106" y="1558"/>
                    <a:pt x="8455" y="2579"/>
                    <a:pt x="5276" y="4757"/>
                  </a:cubicBezTo>
                  <a:cubicBezTo>
                    <a:pt x="2358" y="6754"/>
                    <a:pt x="1" y="10011"/>
                    <a:pt x="133" y="14446"/>
                  </a:cubicBezTo>
                  <a:cubicBezTo>
                    <a:pt x="289" y="19675"/>
                    <a:pt x="3866" y="23250"/>
                    <a:pt x="7286" y="25363"/>
                  </a:cubicBezTo>
                  <a:cubicBezTo>
                    <a:pt x="11223" y="27796"/>
                    <a:pt x="15408" y="28684"/>
                    <a:pt x="19651" y="28684"/>
                  </a:cubicBezTo>
                  <a:cubicBezTo>
                    <a:pt x="25154" y="28684"/>
                    <a:pt x="30756" y="27191"/>
                    <a:pt x="36046" y="25632"/>
                  </a:cubicBezTo>
                  <a:cubicBezTo>
                    <a:pt x="41465" y="24035"/>
                    <a:pt x="46862" y="22167"/>
                    <a:pt x="52380" y="21177"/>
                  </a:cubicBezTo>
                  <a:cubicBezTo>
                    <a:pt x="56587" y="20424"/>
                    <a:pt x="60828" y="20023"/>
                    <a:pt x="65073" y="20023"/>
                  </a:cubicBezTo>
                  <a:cubicBezTo>
                    <a:pt x="66363" y="20023"/>
                    <a:pt x="67654" y="20060"/>
                    <a:pt x="68944" y="20135"/>
                  </a:cubicBezTo>
                  <a:cubicBezTo>
                    <a:pt x="79965" y="20783"/>
                    <a:pt x="90870" y="24103"/>
                    <a:pt x="100937" y="29809"/>
                  </a:cubicBezTo>
                  <a:cubicBezTo>
                    <a:pt x="105755" y="32540"/>
                    <a:pt x="110519" y="35684"/>
                    <a:pt x="114557" y="40038"/>
                  </a:cubicBezTo>
                  <a:cubicBezTo>
                    <a:pt x="118056" y="43811"/>
                    <a:pt x="120978" y="48359"/>
                    <a:pt x="123419" y="53277"/>
                  </a:cubicBezTo>
                  <a:cubicBezTo>
                    <a:pt x="123600" y="53644"/>
                    <a:pt x="123773" y="54016"/>
                    <a:pt x="123950" y="54384"/>
                  </a:cubicBezTo>
                  <a:lnTo>
                    <a:pt x="123950" y="30590"/>
                  </a:lnTo>
                  <a:cubicBezTo>
                    <a:pt x="115011" y="23740"/>
                    <a:pt x="104675" y="20070"/>
                    <a:pt x="94699" y="16430"/>
                  </a:cubicBezTo>
                  <a:cubicBezTo>
                    <a:pt x="83278" y="12265"/>
                    <a:pt x="71945" y="7950"/>
                    <a:pt x="60279" y="4996"/>
                  </a:cubicBezTo>
                  <a:cubicBezTo>
                    <a:pt x="48938" y="2125"/>
                    <a:pt x="37275" y="0"/>
                    <a:pt x="25687"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1"/>
            <p:cNvSpPr/>
            <p:nvPr/>
          </p:nvSpPr>
          <p:spPr>
            <a:xfrm>
              <a:off x="-89101" y="3255999"/>
              <a:ext cx="4579363" cy="1972262"/>
            </a:xfrm>
            <a:custGeom>
              <a:rect b="b" l="l" r="r" t="t"/>
              <a:pathLst>
                <a:path extrusionOk="0" h="49285" w="114434">
                  <a:moveTo>
                    <a:pt x="97111" y="0"/>
                  </a:moveTo>
                  <a:cubicBezTo>
                    <a:pt x="92375" y="0"/>
                    <a:pt x="88229" y="4066"/>
                    <a:pt x="85079" y="8725"/>
                  </a:cubicBezTo>
                  <a:cubicBezTo>
                    <a:pt x="81036" y="14698"/>
                    <a:pt x="78056" y="22263"/>
                    <a:pt x="72346" y="26006"/>
                  </a:cubicBezTo>
                  <a:cubicBezTo>
                    <a:pt x="69011" y="28192"/>
                    <a:pt x="65286" y="29191"/>
                    <a:pt x="61597" y="29874"/>
                  </a:cubicBezTo>
                  <a:cubicBezTo>
                    <a:pt x="57172" y="30696"/>
                    <a:pt x="52733" y="31343"/>
                    <a:pt x="48270" y="31736"/>
                  </a:cubicBezTo>
                  <a:cubicBezTo>
                    <a:pt x="43819" y="32127"/>
                    <a:pt x="39334" y="32342"/>
                    <a:pt x="34849" y="32342"/>
                  </a:cubicBezTo>
                  <a:cubicBezTo>
                    <a:pt x="29827" y="32342"/>
                    <a:pt x="24804" y="32073"/>
                    <a:pt x="19828" y="31484"/>
                  </a:cubicBezTo>
                  <a:cubicBezTo>
                    <a:pt x="13156" y="30694"/>
                    <a:pt x="6527" y="29288"/>
                    <a:pt x="0" y="27342"/>
                  </a:cubicBezTo>
                  <a:lnTo>
                    <a:pt x="0" y="45284"/>
                  </a:lnTo>
                  <a:cubicBezTo>
                    <a:pt x="0" y="47494"/>
                    <a:pt x="1415" y="49285"/>
                    <a:pt x="3161" y="49285"/>
                  </a:cubicBezTo>
                  <a:lnTo>
                    <a:pt x="54554" y="49285"/>
                  </a:lnTo>
                  <a:cubicBezTo>
                    <a:pt x="57524" y="43691"/>
                    <a:pt x="61460" y="38933"/>
                    <a:pt x="66165" y="35699"/>
                  </a:cubicBezTo>
                  <a:cubicBezTo>
                    <a:pt x="74007" y="30307"/>
                    <a:pt x="82814" y="29860"/>
                    <a:pt x="91444" y="28199"/>
                  </a:cubicBezTo>
                  <a:cubicBezTo>
                    <a:pt x="94850" y="27544"/>
                    <a:pt x="98284" y="26656"/>
                    <a:pt x="101576" y="25345"/>
                  </a:cubicBezTo>
                  <a:cubicBezTo>
                    <a:pt x="104402" y="24220"/>
                    <a:pt x="107468" y="22637"/>
                    <a:pt x="109397" y="19658"/>
                  </a:cubicBezTo>
                  <a:cubicBezTo>
                    <a:pt x="114434" y="11884"/>
                    <a:pt x="106261" y="3395"/>
                    <a:pt x="100927" y="890"/>
                  </a:cubicBezTo>
                  <a:cubicBezTo>
                    <a:pt x="99620" y="276"/>
                    <a:pt x="98345" y="0"/>
                    <a:pt x="9711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1"/>
            <p:cNvSpPr/>
            <p:nvPr/>
          </p:nvSpPr>
          <p:spPr>
            <a:xfrm>
              <a:off x="2774626" y="4515847"/>
              <a:ext cx="4319449" cy="712432"/>
            </a:xfrm>
            <a:custGeom>
              <a:rect b="b" l="l" r="r" t="t"/>
              <a:pathLst>
                <a:path extrusionOk="0" h="17803" w="107939">
                  <a:moveTo>
                    <a:pt x="27543" y="0"/>
                  </a:moveTo>
                  <a:cubicBezTo>
                    <a:pt x="27240" y="0"/>
                    <a:pt x="26937" y="6"/>
                    <a:pt x="26634" y="18"/>
                  </a:cubicBezTo>
                  <a:cubicBezTo>
                    <a:pt x="24027" y="121"/>
                    <a:pt x="21392" y="745"/>
                    <a:pt x="19094" y="2364"/>
                  </a:cubicBezTo>
                  <a:cubicBezTo>
                    <a:pt x="18481" y="2797"/>
                    <a:pt x="16577" y="4050"/>
                    <a:pt x="17537" y="5118"/>
                  </a:cubicBezTo>
                  <a:cubicBezTo>
                    <a:pt x="18117" y="5762"/>
                    <a:pt x="19161" y="5928"/>
                    <a:pt x="19890" y="6091"/>
                  </a:cubicBezTo>
                  <a:cubicBezTo>
                    <a:pt x="23855" y="6979"/>
                    <a:pt x="27949" y="6569"/>
                    <a:pt x="31949" y="6998"/>
                  </a:cubicBezTo>
                  <a:cubicBezTo>
                    <a:pt x="35180" y="7344"/>
                    <a:pt x="39652" y="7834"/>
                    <a:pt x="41798" y="11379"/>
                  </a:cubicBezTo>
                  <a:cubicBezTo>
                    <a:pt x="41873" y="11504"/>
                    <a:pt x="41874" y="11697"/>
                    <a:pt x="41748" y="11777"/>
                  </a:cubicBezTo>
                  <a:cubicBezTo>
                    <a:pt x="40684" y="12461"/>
                    <a:pt x="39488" y="12703"/>
                    <a:pt x="38262" y="12703"/>
                  </a:cubicBezTo>
                  <a:cubicBezTo>
                    <a:pt x="36542" y="12703"/>
                    <a:pt x="34763" y="12227"/>
                    <a:pt x="33207" y="11823"/>
                  </a:cubicBezTo>
                  <a:cubicBezTo>
                    <a:pt x="31601" y="11407"/>
                    <a:pt x="30013" y="10894"/>
                    <a:pt x="28412" y="10466"/>
                  </a:cubicBezTo>
                  <a:cubicBezTo>
                    <a:pt x="26593" y="9980"/>
                    <a:pt x="24742" y="9711"/>
                    <a:pt x="22919" y="9248"/>
                  </a:cubicBezTo>
                  <a:cubicBezTo>
                    <a:pt x="18811" y="8207"/>
                    <a:pt x="14751" y="6811"/>
                    <a:pt x="10581" y="6185"/>
                  </a:cubicBezTo>
                  <a:cubicBezTo>
                    <a:pt x="9499" y="6023"/>
                    <a:pt x="8286" y="5852"/>
                    <a:pt x="7075" y="5852"/>
                  </a:cubicBezTo>
                  <a:cubicBezTo>
                    <a:pt x="5505" y="5852"/>
                    <a:pt x="3938" y="6139"/>
                    <a:pt x="2667" y="7101"/>
                  </a:cubicBezTo>
                  <a:cubicBezTo>
                    <a:pt x="702" y="8588"/>
                    <a:pt x="1" y="12230"/>
                    <a:pt x="827" y="14868"/>
                  </a:cubicBezTo>
                  <a:cubicBezTo>
                    <a:pt x="1191" y="16035"/>
                    <a:pt x="1835" y="16995"/>
                    <a:pt x="2588" y="17803"/>
                  </a:cubicBezTo>
                  <a:lnTo>
                    <a:pt x="107349" y="17803"/>
                  </a:lnTo>
                  <a:cubicBezTo>
                    <a:pt x="107939" y="14229"/>
                    <a:pt x="104542" y="9947"/>
                    <a:pt x="102361" y="8404"/>
                  </a:cubicBezTo>
                  <a:cubicBezTo>
                    <a:pt x="99751" y="6560"/>
                    <a:pt x="96718" y="5974"/>
                    <a:pt x="93716" y="5974"/>
                  </a:cubicBezTo>
                  <a:cubicBezTo>
                    <a:pt x="92496" y="5974"/>
                    <a:pt x="91282" y="6070"/>
                    <a:pt x="90103" y="6219"/>
                  </a:cubicBezTo>
                  <a:cubicBezTo>
                    <a:pt x="87978" y="6486"/>
                    <a:pt x="85895" y="7048"/>
                    <a:pt x="83786" y="7444"/>
                  </a:cubicBezTo>
                  <a:cubicBezTo>
                    <a:pt x="81051" y="7961"/>
                    <a:pt x="78295" y="8278"/>
                    <a:pt x="75534" y="8442"/>
                  </a:cubicBezTo>
                  <a:cubicBezTo>
                    <a:pt x="74026" y="8532"/>
                    <a:pt x="72516" y="8576"/>
                    <a:pt x="71005" y="8576"/>
                  </a:cubicBezTo>
                  <a:cubicBezTo>
                    <a:pt x="66567" y="8576"/>
                    <a:pt x="62125" y="8194"/>
                    <a:pt x="57730" y="7447"/>
                  </a:cubicBezTo>
                  <a:cubicBezTo>
                    <a:pt x="52546" y="6565"/>
                    <a:pt x="47524" y="4962"/>
                    <a:pt x="42478" y="3264"/>
                  </a:cubicBezTo>
                  <a:cubicBezTo>
                    <a:pt x="37619" y="1632"/>
                    <a:pt x="32605" y="0"/>
                    <a:pt x="27543"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1"/>
            <p:cNvSpPr/>
            <p:nvPr/>
          </p:nvSpPr>
          <p:spPr>
            <a:xfrm>
              <a:off x="8048796" y="4511685"/>
              <a:ext cx="658408" cy="716833"/>
            </a:xfrm>
            <a:custGeom>
              <a:rect b="b" l="l" r="r" t="t"/>
              <a:pathLst>
                <a:path extrusionOk="0" h="17913" w="16453">
                  <a:moveTo>
                    <a:pt x="3031" y="0"/>
                  </a:moveTo>
                  <a:cubicBezTo>
                    <a:pt x="3004" y="0"/>
                    <a:pt x="2977" y="1"/>
                    <a:pt x="2950" y="2"/>
                  </a:cubicBezTo>
                  <a:cubicBezTo>
                    <a:pt x="1" y="132"/>
                    <a:pt x="2474" y="3624"/>
                    <a:pt x="3374" y="4819"/>
                  </a:cubicBezTo>
                  <a:cubicBezTo>
                    <a:pt x="5353" y="7446"/>
                    <a:pt x="8065" y="13097"/>
                    <a:pt x="8485" y="17912"/>
                  </a:cubicBezTo>
                  <a:lnTo>
                    <a:pt x="16452" y="17912"/>
                  </a:lnTo>
                  <a:cubicBezTo>
                    <a:pt x="15488" y="16742"/>
                    <a:pt x="14559" y="15523"/>
                    <a:pt x="13682" y="14232"/>
                  </a:cubicBezTo>
                  <a:cubicBezTo>
                    <a:pt x="11356" y="10805"/>
                    <a:pt x="9597" y="6836"/>
                    <a:pt x="7171" y="3507"/>
                  </a:cubicBezTo>
                  <a:cubicBezTo>
                    <a:pt x="6176" y="2144"/>
                    <a:pt x="4651" y="0"/>
                    <a:pt x="3031"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1"/>
            <p:cNvSpPr/>
            <p:nvPr/>
          </p:nvSpPr>
          <p:spPr>
            <a:xfrm>
              <a:off x="4946282" y="3681071"/>
              <a:ext cx="4326332" cy="1547277"/>
            </a:xfrm>
            <a:custGeom>
              <a:rect b="b" l="l" r="r" t="t"/>
              <a:pathLst>
                <a:path extrusionOk="0" h="38665" w="108111">
                  <a:moveTo>
                    <a:pt x="45814" y="1"/>
                  </a:moveTo>
                  <a:cubicBezTo>
                    <a:pt x="35137" y="1"/>
                    <a:pt x="24388" y="2076"/>
                    <a:pt x="14090" y="5571"/>
                  </a:cubicBezTo>
                  <a:cubicBezTo>
                    <a:pt x="10624" y="6748"/>
                    <a:pt x="7061" y="8059"/>
                    <a:pt x="3946" y="10366"/>
                  </a:cubicBezTo>
                  <a:cubicBezTo>
                    <a:pt x="2615" y="11352"/>
                    <a:pt x="1078" y="12695"/>
                    <a:pt x="565" y="14641"/>
                  </a:cubicBezTo>
                  <a:cubicBezTo>
                    <a:pt x="1" y="16782"/>
                    <a:pt x="1151" y="18845"/>
                    <a:pt x="2414" y="20142"/>
                  </a:cubicBezTo>
                  <a:cubicBezTo>
                    <a:pt x="4524" y="22313"/>
                    <a:pt x="7328" y="22930"/>
                    <a:pt x="10110" y="22930"/>
                  </a:cubicBezTo>
                  <a:cubicBezTo>
                    <a:pt x="11691" y="22930"/>
                    <a:pt x="13266" y="22730"/>
                    <a:pt x="14702" y="22504"/>
                  </a:cubicBezTo>
                  <a:cubicBezTo>
                    <a:pt x="19304" y="21780"/>
                    <a:pt x="23791" y="20252"/>
                    <a:pt x="28307" y="18979"/>
                  </a:cubicBezTo>
                  <a:cubicBezTo>
                    <a:pt x="31469" y="18088"/>
                    <a:pt x="34583" y="17727"/>
                    <a:pt x="37812" y="17553"/>
                  </a:cubicBezTo>
                  <a:cubicBezTo>
                    <a:pt x="39567" y="17460"/>
                    <a:pt x="41324" y="17409"/>
                    <a:pt x="43081" y="17409"/>
                  </a:cubicBezTo>
                  <a:cubicBezTo>
                    <a:pt x="45289" y="17409"/>
                    <a:pt x="47497" y="17490"/>
                    <a:pt x="49701" y="17670"/>
                  </a:cubicBezTo>
                  <a:cubicBezTo>
                    <a:pt x="53900" y="18013"/>
                    <a:pt x="58120" y="18692"/>
                    <a:pt x="62182" y="20121"/>
                  </a:cubicBezTo>
                  <a:cubicBezTo>
                    <a:pt x="65643" y="21338"/>
                    <a:pt x="69140" y="23140"/>
                    <a:pt x="71836" y="26229"/>
                  </a:cubicBezTo>
                  <a:cubicBezTo>
                    <a:pt x="74556" y="29344"/>
                    <a:pt x="76197" y="34210"/>
                    <a:pt x="75759" y="38664"/>
                  </a:cubicBezTo>
                  <a:lnTo>
                    <a:pt x="85535" y="38664"/>
                  </a:lnTo>
                  <a:cubicBezTo>
                    <a:pt x="85296" y="35981"/>
                    <a:pt x="84353" y="33119"/>
                    <a:pt x="83500" y="31067"/>
                  </a:cubicBezTo>
                  <a:cubicBezTo>
                    <a:pt x="82723" y="29197"/>
                    <a:pt x="81831" y="27538"/>
                    <a:pt x="80681" y="26012"/>
                  </a:cubicBezTo>
                  <a:cubicBezTo>
                    <a:pt x="79935" y="25023"/>
                    <a:pt x="78306" y="23246"/>
                    <a:pt x="78633" y="21650"/>
                  </a:cubicBezTo>
                  <a:cubicBezTo>
                    <a:pt x="78840" y="20643"/>
                    <a:pt x="79649" y="20281"/>
                    <a:pt x="80449" y="20281"/>
                  </a:cubicBezTo>
                  <a:cubicBezTo>
                    <a:pt x="80893" y="20281"/>
                    <a:pt x="81334" y="20392"/>
                    <a:pt x="81670" y="20567"/>
                  </a:cubicBezTo>
                  <a:cubicBezTo>
                    <a:pt x="83214" y="21372"/>
                    <a:pt x="84460" y="23111"/>
                    <a:pt x="85532" y="24674"/>
                  </a:cubicBezTo>
                  <a:cubicBezTo>
                    <a:pt x="88081" y="28395"/>
                    <a:pt x="90008" y="32694"/>
                    <a:pt x="92680" y="36288"/>
                  </a:cubicBezTo>
                  <a:cubicBezTo>
                    <a:pt x="93289" y="37105"/>
                    <a:pt x="93919" y="37895"/>
                    <a:pt x="94562" y="38663"/>
                  </a:cubicBezTo>
                  <a:lnTo>
                    <a:pt x="104952" y="38663"/>
                  </a:lnTo>
                  <a:cubicBezTo>
                    <a:pt x="106677" y="38663"/>
                    <a:pt x="108077" y="36912"/>
                    <a:pt x="108110" y="34738"/>
                  </a:cubicBezTo>
                  <a:cubicBezTo>
                    <a:pt x="104684" y="32047"/>
                    <a:pt x="101346" y="29175"/>
                    <a:pt x="98018" y="26250"/>
                  </a:cubicBezTo>
                  <a:cubicBezTo>
                    <a:pt x="92264" y="21194"/>
                    <a:pt x="86645" y="15791"/>
                    <a:pt x="80705" y="11085"/>
                  </a:cubicBezTo>
                  <a:cubicBezTo>
                    <a:pt x="70628" y="3099"/>
                    <a:pt x="58598" y="156"/>
                    <a:pt x="46845" y="7"/>
                  </a:cubicBezTo>
                  <a:cubicBezTo>
                    <a:pt x="46501" y="3"/>
                    <a:pt x="46158" y="1"/>
                    <a:pt x="45814"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1"/>
            <p:cNvSpPr/>
            <p:nvPr/>
          </p:nvSpPr>
          <p:spPr>
            <a:xfrm>
              <a:off x="5076700" y="-2354598"/>
              <a:ext cx="4335896" cy="796099"/>
            </a:xfrm>
            <a:custGeom>
              <a:rect b="b" l="l" r="r" t="t"/>
              <a:pathLst>
                <a:path extrusionOk="0" h="27758" w="108350">
                  <a:moveTo>
                    <a:pt x="51648" y="1"/>
                  </a:moveTo>
                  <a:cubicBezTo>
                    <a:pt x="50846" y="407"/>
                    <a:pt x="50018" y="729"/>
                    <a:pt x="49203" y="1014"/>
                  </a:cubicBezTo>
                  <a:cubicBezTo>
                    <a:pt x="42065" y="3506"/>
                    <a:pt x="34586" y="3501"/>
                    <a:pt x="27241" y="3584"/>
                  </a:cubicBezTo>
                  <a:cubicBezTo>
                    <a:pt x="20757" y="3656"/>
                    <a:pt x="14163" y="3777"/>
                    <a:pt x="7797" y="5515"/>
                  </a:cubicBezTo>
                  <a:cubicBezTo>
                    <a:pt x="5715" y="6083"/>
                    <a:pt x="3438" y="6902"/>
                    <a:pt x="1858" y="8814"/>
                  </a:cubicBezTo>
                  <a:cubicBezTo>
                    <a:pt x="0" y="11058"/>
                    <a:pt x="83" y="14195"/>
                    <a:pt x="776" y="17107"/>
                  </a:cubicBezTo>
                  <a:cubicBezTo>
                    <a:pt x="2438" y="24097"/>
                    <a:pt x="7861" y="27758"/>
                    <a:pt x="13371" y="27758"/>
                  </a:cubicBezTo>
                  <a:cubicBezTo>
                    <a:pt x="13681" y="27758"/>
                    <a:pt x="13992" y="27746"/>
                    <a:pt x="14303" y="27723"/>
                  </a:cubicBezTo>
                  <a:cubicBezTo>
                    <a:pt x="20922" y="27226"/>
                    <a:pt x="26485" y="22282"/>
                    <a:pt x="32673" y="19847"/>
                  </a:cubicBezTo>
                  <a:cubicBezTo>
                    <a:pt x="36195" y="18461"/>
                    <a:pt x="39879" y="17578"/>
                    <a:pt x="43501" y="16728"/>
                  </a:cubicBezTo>
                  <a:cubicBezTo>
                    <a:pt x="47244" y="15849"/>
                    <a:pt x="51012" y="15131"/>
                    <a:pt x="54789" y="14515"/>
                  </a:cubicBezTo>
                  <a:cubicBezTo>
                    <a:pt x="62223" y="13302"/>
                    <a:pt x="69695" y="12486"/>
                    <a:pt x="77160" y="11610"/>
                  </a:cubicBezTo>
                  <a:cubicBezTo>
                    <a:pt x="86796" y="10479"/>
                    <a:pt x="96503" y="9420"/>
                    <a:pt x="106195" y="9420"/>
                  </a:cubicBezTo>
                  <a:cubicBezTo>
                    <a:pt x="106913" y="9420"/>
                    <a:pt x="107630" y="9426"/>
                    <a:pt x="108348" y="9438"/>
                  </a:cubicBezTo>
                  <a:lnTo>
                    <a:pt x="108348" y="4002"/>
                  </a:lnTo>
                  <a:cubicBezTo>
                    <a:pt x="108350" y="1793"/>
                    <a:pt x="106935" y="1"/>
                    <a:pt x="105190" y="1"/>
                  </a:cubicBezTo>
                  <a:lnTo>
                    <a:pt x="90762" y="1"/>
                  </a:lnTo>
                  <a:cubicBezTo>
                    <a:pt x="89703" y="1934"/>
                    <a:pt x="88395" y="3470"/>
                    <a:pt x="86599" y="4557"/>
                  </a:cubicBezTo>
                  <a:cubicBezTo>
                    <a:pt x="83877" y="6208"/>
                    <a:pt x="80880" y="7099"/>
                    <a:pt x="77918" y="7745"/>
                  </a:cubicBezTo>
                  <a:cubicBezTo>
                    <a:pt x="74349" y="8524"/>
                    <a:pt x="70756" y="9202"/>
                    <a:pt x="67162" y="9801"/>
                  </a:cubicBezTo>
                  <a:cubicBezTo>
                    <a:pt x="59627" y="11058"/>
                    <a:pt x="52047" y="11784"/>
                    <a:pt x="44534" y="13253"/>
                  </a:cubicBezTo>
                  <a:cubicBezTo>
                    <a:pt x="40916" y="13963"/>
                    <a:pt x="37300" y="14822"/>
                    <a:pt x="33793" y="16179"/>
                  </a:cubicBezTo>
                  <a:cubicBezTo>
                    <a:pt x="31120" y="17214"/>
                    <a:pt x="28648" y="18964"/>
                    <a:pt x="26050" y="20259"/>
                  </a:cubicBezTo>
                  <a:cubicBezTo>
                    <a:pt x="24092" y="21236"/>
                    <a:pt x="21957" y="22126"/>
                    <a:pt x="19819" y="22126"/>
                  </a:cubicBezTo>
                  <a:cubicBezTo>
                    <a:pt x="19398" y="22126"/>
                    <a:pt x="18976" y="22091"/>
                    <a:pt x="18556" y="22016"/>
                  </a:cubicBezTo>
                  <a:cubicBezTo>
                    <a:pt x="16742" y="21690"/>
                    <a:pt x="14667" y="20360"/>
                    <a:pt x="13727" y="18271"/>
                  </a:cubicBezTo>
                  <a:cubicBezTo>
                    <a:pt x="12111" y="14673"/>
                    <a:pt x="16343" y="12032"/>
                    <a:pt x="18335" y="10924"/>
                  </a:cubicBezTo>
                  <a:cubicBezTo>
                    <a:pt x="29038" y="4972"/>
                    <a:pt x="41116" y="7214"/>
                    <a:pt x="52462" y="6363"/>
                  </a:cubicBezTo>
                  <a:cubicBezTo>
                    <a:pt x="56489" y="6062"/>
                    <a:pt x="60477" y="5377"/>
                    <a:pt x="64377" y="4066"/>
                  </a:cubicBezTo>
                  <a:cubicBezTo>
                    <a:pt x="66858" y="3233"/>
                    <a:pt x="69388" y="2647"/>
                    <a:pt x="71900" y="1973"/>
                  </a:cubicBezTo>
                  <a:cubicBezTo>
                    <a:pt x="74066" y="1391"/>
                    <a:pt x="76235" y="775"/>
                    <a:pt x="78366" y="1"/>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1"/>
            <p:cNvSpPr/>
            <p:nvPr/>
          </p:nvSpPr>
          <p:spPr>
            <a:xfrm>
              <a:off x="-97224" y="-1965635"/>
              <a:ext cx="3996027" cy="864218"/>
            </a:xfrm>
            <a:custGeom>
              <a:rect b="b" l="l" r="r" t="t"/>
              <a:pathLst>
                <a:path extrusionOk="0" h="21596" w="99857">
                  <a:moveTo>
                    <a:pt x="65198" y="399"/>
                  </a:moveTo>
                  <a:cubicBezTo>
                    <a:pt x="72321" y="399"/>
                    <a:pt x="79621" y="1791"/>
                    <a:pt x="86922" y="4550"/>
                  </a:cubicBezTo>
                  <a:cubicBezTo>
                    <a:pt x="89575" y="5554"/>
                    <a:pt x="92653" y="6864"/>
                    <a:pt x="95348" y="8979"/>
                  </a:cubicBezTo>
                  <a:cubicBezTo>
                    <a:pt x="98235" y="11247"/>
                    <a:pt x="99428" y="13677"/>
                    <a:pt x="98898" y="16206"/>
                  </a:cubicBezTo>
                  <a:cubicBezTo>
                    <a:pt x="98311" y="18994"/>
                    <a:pt x="95759" y="19972"/>
                    <a:pt x="93599" y="20511"/>
                  </a:cubicBezTo>
                  <a:cubicBezTo>
                    <a:pt x="91491" y="21039"/>
                    <a:pt x="89309" y="21193"/>
                    <a:pt x="87246" y="21193"/>
                  </a:cubicBezTo>
                  <a:cubicBezTo>
                    <a:pt x="86217" y="21193"/>
                    <a:pt x="85218" y="21155"/>
                    <a:pt x="84273" y="21106"/>
                  </a:cubicBezTo>
                  <a:cubicBezTo>
                    <a:pt x="78503" y="20800"/>
                    <a:pt x="72921" y="19852"/>
                    <a:pt x="67683" y="18295"/>
                  </a:cubicBezTo>
                  <a:cubicBezTo>
                    <a:pt x="64541" y="17362"/>
                    <a:pt x="61400" y="16083"/>
                    <a:pt x="58362" y="14847"/>
                  </a:cubicBezTo>
                  <a:cubicBezTo>
                    <a:pt x="53266" y="12773"/>
                    <a:pt x="47995" y="10628"/>
                    <a:pt x="42530" y="10025"/>
                  </a:cubicBezTo>
                  <a:cubicBezTo>
                    <a:pt x="41682" y="9932"/>
                    <a:pt x="40859" y="9885"/>
                    <a:pt x="40058" y="9885"/>
                  </a:cubicBezTo>
                  <a:cubicBezTo>
                    <a:pt x="36646" y="9885"/>
                    <a:pt x="33636" y="10728"/>
                    <a:pt x="31087" y="12400"/>
                  </a:cubicBezTo>
                  <a:cubicBezTo>
                    <a:pt x="26728" y="15269"/>
                    <a:pt x="22197" y="17122"/>
                    <a:pt x="17235" y="18071"/>
                  </a:cubicBezTo>
                  <a:cubicBezTo>
                    <a:pt x="13172" y="18848"/>
                    <a:pt x="9086" y="19070"/>
                    <a:pt x="5424" y="19070"/>
                  </a:cubicBezTo>
                  <a:cubicBezTo>
                    <a:pt x="3631" y="19070"/>
                    <a:pt x="1941" y="19017"/>
                    <a:pt x="403" y="18949"/>
                  </a:cubicBezTo>
                  <a:lnTo>
                    <a:pt x="403" y="11532"/>
                  </a:lnTo>
                  <a:cubicBezTo>
                    <a:pt x="2361" y="12661"/>
                    <a:pt x="4594" y="13456"/>
                    <a:pt x="7045" y="13900"/>
                  </a:cubicBezTo>
                  <a:cubicBezTo>
                    <a:pt x="8672" y="14195"/>
                    <a:pt x="10356" y="14343"/>
                    <a:pt x="12121" y="14343"/>
                  </a:cubicBezTo>
                  <a:cubicBezTo>
                    <a:pt x="13968" y="14343"/>
                    <a:pt x="15904" y="14181"/>
                    <a:pt x="17957" y="13858"/>
                  </a:cubicBezTo>
                  <a:cubicBezTo>
                    <a:pt x="23076" y="13055"/>
                    <a:pt x="27790" y="10978"/>
                    <a:pt x="32121" y="8853"/>
                  </a:cubicBezTo>
                  <a:lnTo>
                    <a:pt x="32595" y="8620"/>
                  </a:lnTo>
                  <a:cubicBezTo>
                    <a:pt x="37243" y="6337"/>
                    <a:pt x="42049" y="3980"/>
                    <a:pt x="47066" y="2784"/>
                  </a:cubicBezTo>
                  <a:cubicBezTo>
                    <a:pt x="53031" y="1361"/>
                    <a:pt x="58397" y="590"/>
                    <a:pt x="63469" y="426"/>
                  </a:cubicBezTo>
                  <a:cubicBezTo>
                    <a:pt x="64044" y="408"/>
                    <a:pt x="64620" y="399"/>
                    <a:pt x="65198" y="399"/>
                  </a:cubicBezTo>
                  <a:close/>
                  <a:moveTo>
                    <a:pt x="65203" y="1"/>
                  </a:moveTo>
                  <a:cubicBezTo>
                    <a:pt x="64619" y="1"/>
                    <a:pt x="64036" y="10"/>
                    <a:pt x="63455" y="29"/>
                  </a:cubicBezTo>
                  <a:cubicBezTo>
                    <a:pt x="58355" y="192"/>
                    <a:pt x="52963" y="968"/>
                    <a:pt x="46970" y="2396"/>
                  </a:cubicBezTo>
                  <a:cubicBezTo>
                    <a:pt x="41911" y="3604"/>
                    <a:pt x="37084" y="5971"/>
                    <a:pt x="32416" y="8263"/>
                  </a:cubicBezTo>
                  <a:lnTo>
                    <a:pt x="31942" y="8496"/>
                  </a:lnTo>
                  <a:cubicBezTo>
                    <a:pt x="27640" y="10606"/>
                    <a:pt x="22957" y="12670"/>
                    <a:pt x="17892" y="13466"/>
                  </a:cubicBezTo>
                  <a:cubicBezTo>
                    <a:pt x="15860" y="13785"/>
                    <a:pt x="13946" y="13945"/>
                    <a:pt x="12120" y="13945"/>
                  </a:cubicBezTo>
                  <a:cubicBezTo>
                    <a:pt x="10379" y="13945"/>
                    <a:pt x="8719" y="13799"/>
                    <a:pt x="7116" y="13508"/>
                  </a:cubicBezTo>
                  <a:cubicBezTo>
                    <a:pt x="4584" y="13050"/>
                    <a:pt x="2294" y="12211"/>
                    <a:pt x="305" y="11012"/>
                  </a:cubicBezTo>
                  <a:lnTo>
                    <a:pt x="0" y="10828"/>
                  </a:lnTo>
                  <a:lnTo>
                    <a:pt x="0" y="19337"/>
                  </a:lnTo>
                  <a:lnTo>
                    <a:pt x="193" y="19345"/>
                  </a:lnTo>
                  <a:cubicBezTo>
                    <a:pt x="1788" y="19417"/>
                    <a:pt x="3552" y="19474"/>
                    <a:pt x="5427" y="19474"/>
                  </a:cubicBezTo>
                  <a:cubicBezTo>
                    <a:pt x="9110" y="19474"/>
                    <a:pt x="13220" y="19251"/>
                    <a:pt x="17311" y="18469"/>
                  </a:cubicBezTo>
                  <a:cubicBezTo>
                    <a:pt x="22324" y="17509"/>
                    <a:pt x="26904" y="15636"/>
                    <a:pt x="31309" y="12740"/>
                  </a:cubicBezTo>
                  <a:cubicBezTo>
                    <a:pt x="33791" y="11110"/>
                    <a:pt x="36725" y="10287"/>
                    <a:pt x="40058" y="10287"/>
                  </a:cubicBezTo>
                  <a:cubicBezTo>
                    <a:pt x="40845" y="10287"/>
                    <a:pt x="41654" y="10333"/>
                    <a:pt x="42485" y="10425"/>
                  </a:cubicBezTo>
                  <a:cubicBezTo>
                    <a:pt x="47895" y="11021"/>
                    <a:pt x="53139" y="13156"/>
                    <a:pt x="58211" y="15220"/>
                  </a:cubicBezTo>
                  <a:cubicBezTo>
                    <a:pt x="61257" y="16459"/>
                    <a:pt x="64408" y="17742"/>
                    <a:pt x="67568" y="18681"/>
                  </a:cubicBezTo>
                  <a:cubicBezTo>
                    <a:pt x="72838" y="20248"/>
                    <a:pt x="78452" y="21200"/>
                    <a:pt x="84253" y="21507"/>
                  </a:cubicBezTo>
                  <a:cubicBezTo>
                    <a:pt x="85207" y="21557"/>
                    <a:pt x="86216" y="21596"/>
                    <a:pt x="87255" y="21596"/>
                  </a:cubicBezTo>
                  <a:cubicBezTo>
                    <a:pt x="89341" y="21596"/>
                    <a:pt x="91554" y="21438"/>
                    <a:pt x="93697" y="20904"/>
                  </a:cubicBezTo>
                  <a:cubicBezTo>
                    <a:pt x="95795" y="20381"/>
                    <a:pt x="98654" y="19332"/>
                    <a:pt x="99293" y="16292"/>
                  </a:cubicBezTo>
                  <a:cubicBezTo>
                    <a:pt x="99857" y="13600"/>
                    <a:pt x="98614" y="11035"/>
                    <a:pt x="95596" y="8666"/>
                  </a:cubicBezTo>
                  <a:cubicBezTo>
                    <a:pt x="92859" y="6520"/>
                    <a:pt x="89747" y="5193"/>
                    <a:pt x="87062" y="4178"/>
                  </a:cubicBezTo>
                  <a:cubicBezTo>
                    <a:pt x="79719" y="1402"/>
                    <a:pt x="72371" y="1"/>
                    <a:pt x="652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 name="Google Shape;1002;p31"/>
            <p:cNvGrpSpPr/>
            <p:nvPr/>
          </p:nvGrpSpPr>
          <p:grpSpPr>
            <a:xfrm>
              <a:off x="-97224" y="-2508600"/>
              <a:ext cx="9377821" cy="2147740"/>
              <a:chOff x="-97224" y="-2508600"/>
              <a:chExt cx="9377821" cy="2147740"/>
            </a:xfrm>
          </p:grpSpPr>
          <p:sp>
            <p:nvSpPr>
              <p:cNvPr id="1003" name="Google Shape;1003;p31"/>
              <p:cNvSpPr/>
              <p:nvPr/>
            </p:nvSpPr>
            <p:spPr>
              <a:xfrm>
                <a:off x="-89101" y="-2436047"/>
                <a:ext cx="9361814" cy="2075187"/>
              </a:xfrm>
              <a:custGeom>
                <a:rect b="b" l="l" r="r" t="t"/>
                <a:pathLst>
                  <a:path extrusionOk="0" h="51857" w="233943">
                    <a:moveTo>
                      <a:pt x="114254" y="0"/>
                    </a:moveTo>
                    <a:cubicBezTo>
                      <a:pt x="113814" y="3337"/>
                      <a:pt x="107760" y="3970"/>
                      <a:pt x="105882" y="4185"/>
                    </a:cubicBezTo>
                    <a:cubicBezTo>
                      <a:pt x="103480" y="4463"/>
                      <a:pt x="101037" y="4580"/>
                      <a:pt x="98593" y="4580"/>
                    </a:cubicBezTo>
                    <a:cubicBezTo>
                      <a:pt x="96187" y="4580"/>
                      <a:pt x="93780" y="4466"/>
                      <a:pt x="91413" y="4277"/>
                    </a:cubicBezTo>
                    <a:cubicBezTo>
                      <a:pt x="83262" y="3622"/>
                      <a:pt x="75254" y="1586"/>
                      <a:pt x="67197" y="2"/>
                    </a:cubicBezTo>
                    <a:lnTo>
                      <a:pt x="3161" y="2"/>
                    </a:lnTo>
                    <a:cubicBezTo>
                      <a:pt x="1415" y="2"/>
                      <a:pt x="0" y="1794"/>
                      <a:pt x="0" y="4003"/>
                    </a:cubicBezTo>
                    <a:lnTo>
                      <a:pt x="0" y="12983"/>
                    </a:lnTo>
                    <a:cubicBezTo>
                      <a:pt x="752" y="13703"/>
                      <a:pt x="1532" y="14304"/>
                      <a:pt x="2202" y="14753"/>
                    </a:cubicBezTo>
                    <a:cubicBezTo>
                      <a:pt x="5867" y="17202"/>
                      <a:pt x="10108" y="17905"/>
                      <a:pt x="14266" y="17905"/>
                    </a:cubicBezTo>
                    <a:cubicBezTo>
                      <a:pt x="15542" y="17905"/>
                      <a:pt x="16811" y="17839"/>
                      <a:pt x="18052" y="17736"/>
                    </a:cubicBezTo>
                    <a:cubicBezTo>
                      <a:pt x="23329" y="17301"/>
                      <a:pt x="28524" y="16026"/>
                      <a:pt x="33704" y="14740"/>
                    </a:cubicBezTo>
                    <a:cubicBezTo>
                      <a:pt x="40948" y="12940"/>
                      <a:pt x="48135" y="10828"/>
                      <a:pt x="55442" y="9439"/>
                    </a:cubicBezTo>
                    <a:cubicBezTo>
                      <a:pt x="61321" y="8322"/>
                      <a:pt x="67233" y="7670"/>
                      <a:pt x="73167" y="7670"/>
                    </a:cubicBezTo>
                    <a:cubicBezTo>
                      <a:pt x="74688" y="7670"/>
                      <a:pt x="76210" y="7713"/>
                      <a:pt x="77734" y="7802"/>
                    </a:cubicBezTo>
                    <a:cubicBezTo>
                      <a:pt x="85106" y="8232"/>
                      <a:pt x="92423" y="9785"/>
                      <a:pt x="99530" y="12287"/>
                    </a:cubicBezTo>
                    <a:cubicBezTo>
                      <a:pt x="102317" y="13268"/>
                      <a:pt x="105115" y="14314"/>
                      <a:pt x="107858" y="15489"/>
                    </a:cubicBezTo>
                    <a:cubicBezTo>
                      <a:pt x="110332" y="16548"/>
                      <a:pt x="112809" y="17789"/>
                      <a:pt x="115004" y="19608"/>
                    </a:cubicBezTo>
                    <a:cubicBezTo>
                      <a:pt x="117824" y="21944"/>
                      <a:pt x="120303" y="25852"/>
                      <a:pt x="120226" y="30339"/>
                    </a:cubicBezTo>
                    <a:cubicBezTo>
                      <a:pt x="120101" y="37466"/>
                      <a:pt x="112935" y="40330"/>
                      <a:pt x="108516" y="41748"/>
                    </a:cubicBezTo>
                    <a:cubicBezTo>
                      <a:pt x="101630" y="43955"/>
                      <a:pt x="94414" y="44564"/>
                      <a:pt x="87337" y="44821"/>
                    </a:cubicBezTo>
                    <a:cubicBezTo>
                      <a:pt x="84855" y="44912"/>
                      <a:pt x="82371" y="44958"/>
                      <a:pt x="79887" y="44958"/>
                    </a:cubicBezTo>
                    <a:cubicBezTo>
                      <a:pt x="73140" y="44958"/>
                      <a:pt x="66393" y="44612"/>
                      <a:pt x="59673" y="43851"/>
                    </a:cubicBezTo>
                    <a:cubicBezTo>
                      <a:pt x="52128" y="42997"/>
                      <a:pt x="44620" y="41722"/>
                      <a:pt x="37128" y="40332"/>
                    </a:cubicBezTo>
                    <a:cubicBezTo>
                      <a:pt x="29596" y="38936"/>
                      <a:pt x="22076" y="37257"/>
                      <a:pt x="14513" y="36145"/>
                    </a:cubicBezTo>
                    <a:cubicBezTo>
                      <a:pt x="10469" y="35552"/>
                      <a:pt x="6279" y="35103"/>
                      <a:pt x="2100" y="35103"/>
                    </a:cubicBezTo>
                    <a:cubicBezTo>
                      <a:pt x="1400" y="35103"/>
                      <a:pt x="700" y="35116"/>
                      <a:pt x="0" y="35142"/>
                    </a:cubicBezTo>
                    <a:lnTo>
                      <a:pt x="0" y="41392"/>
                    </a:lnTo>
                    <a:cubicBezTo>
                      <a:pt x="3897" y="40406"/>
                      <a:pt x="7757" y="39113"/>
                      <a:pt x="11701" y="38520"/>
                    </a:cubicBezTo>
                    <a:cubicBezTo>
                      <a:pt x="12850" y="38347"/>
                      <a:pt x="14002" y="38268"/>
                      <a:pt x="15153" y="38268"/>
                    </a:cubicBezTo>
                    <a:cubicBezTo>
                      <a:pt x="18352" y="38268"/>
                      <a:pt x="21545" y="38880"/>
                      <a:pt x="24665" y="39789"/>
                    </a:cubicBezTo>
                    <a:cubicBezTo>
                      <a:pt x="29176" y="41103"/>
                      <a:pt x="33559" y="43015"/>
                      <a:pt x="37996" y="44675"/>
                    </a:cubicBezTo>
                    <a:cubicBezTo>
                      <a:pt x="42689" y="46433"/>
                      <a:pt x="47479" y="47692"/>
                      <a:pt x="52300" y="48740"/>
                    </a:cubicBezTo>
                    <a:cubicBezTo>
                      <a:pt x="61496" y="50745"/>
                      <a:pt x="70937" y="51857"/>
                      <a:pt x="80373" y="51857"/>
                    </a:cubicBezTo>
                    <a:cubicBezTo>
                      <a:pt x="91348" y="51857"/>
                      <a:pt x="102317" y="50352"/>
                      <a:pt x="112889" y="46997"/>
                    </a:cubicBezTo>
                    <a:cubicBezTo>
                      <a:pt x="122215" y="44038"/>
                      <a:pt x="130897" y="39216"/>
                      <a:pt x="139694" y="34414"/>
                    </a:cubicBezTo>
                    <a:cubicBezTo>
                      <a:pt x="143466" y="32352"/>
                      <a:pt x="147358" y="30634"/>
                      <a:pt x="151383" y="29556"/>
                    </a:cubicBezTo>
                    <a:cubicBezTo>
                      <a:pt x="155813" y="28370"/>
                      <a:pt x="160303" y="28105"/>
                      <a:pt x="164816" y="27914"/>
                    </a:cubicBezTo>
                    <a:cubicBezTo>
                      <a:pt x="167320" y="27807"/>
                      <a:pt x="169825" y="27756"/>
                      <a:pt x="172331" y="27756"/>
                    </a:cubicBezTo>
                    <a:cubicBezTo>
                      <a:pt x="189289" y="27756"/>
                      <a:pt x="206270" y="30094"/>
                      <a:pt x="222996" y="33398"/>
                    </a:cubicBezTo>
                    <a:cubicBezTo>
                      <a:pt x="226644" y="34116"/>
                      <a:pt x="230302" y="34924"/>
                      <a:pt x="233942" y="35864"/>
                    </a:cubicBezTo>
                    <a:lnTo>
                      <a:pt x="233942" y="9938"/>
                    </a:lnTo>
                    <a:cubicBezTo>
                      <a:pt x="233216" y="9925"/>
                      <a:pt x="232489" y="9919"/>
                      <a:pt x="231762" y="9919"/>
                    </a:cubicBezTo>
                    <a:cubicBezTo>
                      <a:pt x="219843" y="9919"/>
                      <a:pt x="207922" y="11530"/>
                      <a:pt x="196068" y="12904"/>
                    </a:cubicBezTo>
                    <a:cubicBezTo>
                      <a:pt x="188339" y="13801"/>
                      <a:pt x="180609" y="14806"/>
                      <a:pt x="172944" y="16393"/>
                    </a:cubicBezTo>
                    <a:cubicBezTo>
                      <a:pt x="169135" y="17181"/>
                      <a:pt x="165343" y="18112"/>
                      <a:pt x="161591" y="19260"/>
                    </a:cubicBezTo>
                    <a:cubicBezTo>
                      <a:pt x="158213" y="20291"/>
                      <a:pt x="155063" y="21813"/>
                      <a:pt x="151893" y="23606"/>
                    </a:cubicBezTo>
                    <a:cubicBezTo>
                      <a:pt x="147715" y="25970"/>
                      <a:pt x="143374" y="28204"/>
                      <a:pt x="138868" y="28204"/>
                    </a:cubicBezTo>
                    <a:cubicBezTo>
                      <a:pt x="137422" y="28204"/>
                      <a:pt x="135960" y="27974"/>
                      <a:pt x="134480" y="27445"/>
                    </a:cubicBezTo>
                    <a:cubicBezTo>
                      <a:pt x="129632" y="25711"/>
                      <a:pt x="125716" y="20547"/>
                      <a:pt x="125484" y="13951"/>
                    </a:cubicBezTo>
                    <a:cubicBezTo>
                      <a:pt x="125286" y="8300"/>
                      <a:pt x="129601" y="6027"/>
                      <a:pt x="133294" y="5020"/>
                    </a:cubicBezTo>
                    <a:cubicBezTo>
                      <a:pt x="139570" y="3307"/>
                      <a:pt x="146074" y="3151"/>
                      <a:pt x="152463" y="3078"/>
                    </a:cubicBezTo>
                    <a:cubicBezTo>
                      <a:pt x="160083" y="2991"/>
                      <a:pt x="167851" y="3042"/>
                      <a:pt x="175233" y="328"/>
                    </a:cubicBezTo>
                    <a:cubicBezTo>
                      <a:pt x="175511" y="226"/>
                      <a:pt x="175788" y="116"/>
                      <a:pt x="176066" y="0"/>
                    </a:cubicBezTo>
                    <a:close/>
                  </a:path>
                </a:pathLst>
              </a:custGeom>
              <a:solidFill>
                <a:srgbClr val="FAC539">
                  <a:alpha val="36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1"/>
              <p:cNvSpPr/>
              <p:nvPr/>
            </p:nvSpPr>
            <p:spPr>
              <a:xfrm>
                <a:off x="-97224" y="-2508600"/>
                <a:ext cx="9377821" cy="2090634"/>
              </a:xfrm>
              <a:custGeom>
                <a:rect b="b" l="l" r="r" t="t"/>
                <a:pathLst>
                  <a:path extrusionOk="0" h="52243" w="234343">
                    <a:moveTo>
                      <a:pt x="67361" y="400"/>
                    </a:moveTo>
                    <a:cubicBezTo>
                      <a:pt x="69340" y="790"/>
                      <a:pt x="71349" y="1215"/>
                      <a:pt x="73292" y="1625"/>
                    </a:cubicBezTo>
                    <a:cubicBezTo>
                      <a:pt x="79265" y="2884"/>
                      <a:pt x="85439" y="4185"/>
                      <a:pt x="91598" y="4680"/>
                    </a:cubicBezTo>
                    <a:cubicBezTo>
                      <a:pt x="94144" y="4885"/>
                      <a:pt x="96537" y="4987"/>
                      <a:pt x="98805" y="4987"/>
                    </a:cubicBezTo>
                    <a:cubicBezTo>
                      <a:pt x="101387" y="4987"/>
                      <a:pt x="103808" y="4854"/>
                      <a:pt x="106108" y="4590"/>
                    </a:cubicBezTo>
                    <a:lnTo>
                      <a:pt x="106218" y="4577"/>
                    </a:lnTo>
                    <a:cubicBezTo>
                      <a:pt x="108158" y="4354"/>
                      <a:pt x="114000" y="3685"/>
                      <a:pt x="114628" y="406"/>
                    </a:cubicBezTo>
                    <a:lnTo>
                      <a:pt x="175193" y="406"/>
                    </a:lnTo>
                    <a:cubicBezTo>
                      <a:pt x="168249" y="2915"/>
                      <a:pt x="160889" y="2994"/>
                      <a:pt x="153768" y="3069"/>
                    </a:cubicBezTo>
                    <a:lnTo>
                      <a:pt x="152665" y="3082"/>
                    </a:lnTo>
                    <a:cubicBezTo>
                      <a:pt x="145764" y="3162"/>
                      <a:pt x="139551" y="3364"/>
                      <a:pt x="133446" y="5030"/>
                    </a:cubicBezTo>
                    <a:cubicBezTo>
                      <a:pt x="128003" y="6516"/>
                      <a:pt x="125326" y="9588"/>
                      <a:pt x="125487" y="14164"/>
                    </a:cubicBezTo>
                    <a:cubicBezTo>
                      <a:pt x="125709" y="20471"/>
                      <a:pt x="129379" y="25966"/>
                      <a:pt x="134618" y="27839"/>
                    </a:cubicBezTo>
                    <a:cubicBezTo>
                      <a:pt x="136131" y="28380"/>
                      <a:pt x="137619" y="28617"/>
                      <a:pt x="139091" y="28617"/>
                    </a:cubicBezTo>
                    <a:cubicBezTo>
                      <a:pt x="143547" y="28617"/>
                      <a:pt x="147847" y="26448"/>
                      <a:pt x="152196" y="23987"/>
                    </a:cubicBezTo>
                    <a:cubicBezTo>
                      <a:pt x="155813" y="21943"/>
                      <a:pt x="158880" y="20567"/>
                      <a:pt x="161854" y="19658"/>
                    </a:cubicBezTo>
                    <a:cubicBezTo>
                      <a:pt x="165379" y="18581"/>
                      <a:pt x="169085" y="17643"/>
                      <a:pt x="173189" y="16795"/>
                    </a:cubicBezTo>
                    <a:cubicBezTo>
                      <a:pt x="180974" y="15181"/>
                      <a:pt x="188894" y="14166"/>
                      <a:pt x="196294" y="13308"/>
                    </a:cubicBezTo>
                    <a:cubicBezTo>
                      <a:pt x="197767" y="13138"/>
                      <a:pt x="199245" y="12964"/>
                      <a:pt x="200722" y="12788"/>
                    </a:cubicBezTo>
                    <a:cubicBezTo>
                      <a:pt x="210970" y="11576"/>
                      <a:pt x="221543" y="10326"/>
                      <a:pt x="231999" y="10326"/>
                    </a:cubicBezTo>
                    <a:cubicBezTo>
                      <a:pt x="232648" y="10326"/>
                      <a:pt x="233296" y="10331"/>
                      <a:pt x="233944" y="10341"/>
                    </a:cubicBezTo>
                    <a:lnTo>
                      <a:pt x="233944" y="35809"/>
                    </a:lnTo>
                    <a:cubicBezTo>
                      <a:pt x="230629" y="34959"/>
                      <a:pt x="227123" y="34173"/>
                      <a:pt x="223236" y="33405"/>
                    </a:cubicBezTo>
                    <a:cubicBezTo>
                      <a:pt x="203906" y="29587"/>
                      <a:pt x="187591" y="27758"/>
                      <a:pt x="172597" y="27758"/>
                    </a:cubicBezTo>
                    <a:cubicBezTo>
                      <a:pt x="170032" y="27758"/>
                      <a:pt x="167505" y="27812"/>
                      <a:pt x="165009" y="27918"/>
                    </a:cubicBezTo>
                    <a:cubicBezTo>
                      <a:pt x="160422" y="28112"/>
                      <a:pt x="155941" y="28387"/>
                      <a:pt x="151533" y="29567"/>
                    </a:cubicBezTo>
                    <a:cubicBezTo>
                      <a:pt x="147826" y="30560"/>
                      <a:pt x="143986" y="32153"/>
                      <a:pt x="139798" y="34441"/>
                    </a:cubicBezTo>
                    <a:lnTo>
                      <a:pt x="138875" y="34945"/>
                    </a:lnTo>
                    <a:cubicBezTo>
                      <a:pt x="130584" y="39473"/>
                      <a:pt x="122011" y="44161"/>
                      <a:pt x="113029" y="47009"/>
                    </a:cubicBezTo>
                    <a:cubicBezTo>
                      <a:pt x="102889" y="50226"/>
                      <a:pt x="91919" y="51840"/>
                      <a:pt x="80509" y="51840"/>
                    </a:cubicBezTo>
                    <a:cubicBezTo>
                      <a:pt x="71401" y="51840"/>
                      <a:pt x="62013" y="50811"/>
                      <a:pt x="52541" y="48749"/>
                    </a:cubicBezTo>
                    <a:cubicBezTo>
                      <a:pt x="46930" y="47526"/>
                      <a:pt x="42394" y="46236"/>
                      <a:pt x="38264" y="44691"/>
                    </a:cubicBezTo>
                    <a:cubicBezTo>
                      <a:pt x="36953" y="44199"/>
                      <a:pt x="35624" y="43678"/>
                      <a:pt x="34338" y="43172"/>
                    </a:cubicBezTo>
                    <a:cubicBezTo>
                      <a:pt x="31276" y="41971"/>
                      <a:pt x="28107" y="40726"/>
                      <a:pt x="24921" y="39799"/>
                    </a:cubicBezTo>
                    <a:cubicBezTo>
                      <a:pt x="21414" y="38777"/>
                      <a:pt x="18247" y="38271"/>
                      <a:pt x="15326" y="38271"/>
                    </a:cubicBezTo>
                    <a:cubicBezTo>
                      <a:pt x="14137" y="38271"/>
                      <a:pt x="12987" y="38356"/>
                      <a:pt x="11874" y="38521"/>
                    </a:cubicBezTo>
                    <a:cubicBezTo>
                      <a:pt x="9119" y="38936"/>
                      <a:pt x="6366" y="39703"/>
                      <a:pt x="3703" y="40442"/>
                    </a:cubicBezTo>
                    <a:cubicBezTo>
                      <a:pt x="2622" y="40742"/>
                      <a:pt x="1508" y="41053"/>
                      <a:pt x="406" y="41335"/>
                    </a:cubicBezTo>
                    <a:lnTo>
                      <a:pt x="406" y="35538"/>
                    </a:lnTo>
                    <a:cubicBezTo>
                      <a:pt x="1027" y="35516"/>
                      <a:pt x="1658" y="35506"/>
                      <a:pt x="2301" y="35506"/>
                    </a:cubicBezTo>
                    <a:cubicBezTo>
                      <a:pt x="5902" y="35506"/>
                      <a:pt x="9901" y="35844"/>
                      <a:pt x="14687" y="36547"/>
                    </a:cubicBezTo>
                    <a:cubicBezTo>
                      <a:pt x="19745" y="37290"/>
                      <a:pt x="24868" y="38304"/>
                      <a:pt x="29822" y="39284"/>
                    </a:cubicBezTo>
                    <a:cubicBezTo>
                      <a:pt x="32271" y="39769"/>
                      <a:pt x="34802" y="40270"/>
                      <a:pt x="37296" y="40733"/>
                    </a:cubicBezTo>
                    <a:cubicBezTo>
                      <a:pt x="43914" y="41961"/>
                      <a:pt x="51770" y="43339"/>
                      <a:pt x="59854" y="44254"/>
                    </a:cubicBezTo>
                    <a:cubicBezTo>
                      <a:pt x="66359" y="44990"/>
                      <a:pt x="73165" y="45361"/>
                      <a:pt x="80163" y="45361"/>
                    </a:cubicBezTo>
                    <a:cubicBezTo>
                      <a:pt x="82603" y="45361"/>
                      <a:pt x="85067" y="45316"/>
                      <a:pt x="87550" y="45225"/>
                    </a:cubicBezTo>
                    <a:cubicBezTo>
                      <a:pt x="94026" y="44991"/>
                      <a:pt x="101613" y="44441"/>
                      <a:pt x="108780" y="42142"/>
                    </a:cubicBezTo>
                    <a:cubicBezTo>
                      <a:pt x="113810" y="40529"/>
                      <a:pt x="120508" y="37574"/>
                      <a:pt x="120629" y="30544"/>
                    </a:cubicBezTo>
                    <a:cubicBezTo>
                      <a:pt x="120696" y="26529"/>
                      <a:pt x="118718" y="22458"/>
                      <a:pt x="115334" y="19654"/>
                    </a:cubicBezTo>
                    <a:cubicBezTo>
                      <a:pt x="112985" y="17708"/>
                      <a:pt x="110379" y="16465"/>
                      <a:pt x="108140" y="15506"/>
                    </a:cubicBezTo>
                    <a:cubicBezTo>
                      <a:pt x="105719" y="14467"/>
                      <a:pt x="103070" y="13450"/>
                      <a:pt x="99798" y="12298"/>
                    </a:cubicBezTo>
                    <a:cubicBezTo>
                      <a:pt x="92520" y="9735"/>
                      <a:pt x="85169" y="8223"/>
                      <a:pt x="77949" y="7802"/>
                    </a:cubicBezTo>
                    <a:cubicBezTo>
                      <a:pt x="76425" y="7713"/>
                      <a:pt x="74890" y="7669"/>
                      <a:pt x="73339" y="7669"/>
                    </a:cubicBezTo>
                    <a:cubicBezTo>
                      <a:pt x="67706" y="7669"/>
                      <a:pt x="61863" y="8255"/>
                      <a:pt x="55605" y="9443"/>
                    </a:cubicBezTo>
                    <a:cubicBezTo>
                      <a:pt x="50502" y="10413"/>
                      <a:pt x="45374" y="11757"/>
                      <a:pt x="40416" y="13057"/>
                    </a:cubicBezTo>
                    <a:cubicBezTo>
                      <a:pt x="38267" y="13620"/>
                      <a:pt x="36046" y="14201"/>
                      <a:pt x="33857" y="14746"/>
                    </a:cubicBezTo>
                    <a:cubicBezTo>
                      <a:pt x="29050" y="15939"/>
                      <a:pt x="23603" y="17293"/>
                      <a:pt x="18238" y="17736"/>
                    </a:cubicBezTo>
                    <a:cubicBezTo>
                      <a:pt x="17038" y="17835"/>
                      <a:pt x="15751" y="17910"/>
                      <a:pt x="14415" y="17910"/>
                    </a:cubicBezTo>
                    <a:cubicBezTo>
                      <a:pt x="10534" y="17910"/>
                      <a:pt x="6246" y="17280"/>
                      <a:pt x="2517" y="14787"/>
                    </a:cubicBezTo>
                    <a:cubicBezTo>
                      <a:pt x="2004" y="14446"/>
                      <a:pt x="1229" y="13878"/>
                      <a:pt x="403" y="13098"/>
                    </a:cubicBezTo>
                    <a:lnTo>
                      <a:pt x="403" y="4204"/>
                    </a:lnTo>
                    <a:cubicBezTo>
                      <a:pt x="403" y="2108"/>
                      <a:pt x="1731" y="405"/>
                      <a:pt x="3364" y="405"/>
                    </a:cubicBezTo>
                    <a:lnTo>
                      <a:pt x="67361" y="400"/>
                    </a:lnTo>
                    <a:close/>
                    <a:moveTo>
                      <a:pt x="114278" y="0"/>
                    </a:moveTo>
                    <a:lnTo>
                      <a:pt x="114255" y="176"/>
                    </a:lnTo>
                    <a:cubicBezTo>
                      <a:pt x="113845" y="3294"/>
                      <a:pt x="108068" y="3957"/>
                      <a:pt x="106170" y="4175"/>
                    </a:cubicBezTo>
                    <a:lnTo>
                      <a:pt x="106061" y="4187"/>
                    </a:lnTo>
                    <a:cubicBezTo>
                      <a:pt x="103777" y="4451"/>
                      <a:pt x="101371" y="4582"/>
                      <a:pt x="98803" y="4582"/>
                    </a:cubicBezTo>
                    <a:cubicBezTo>
                      <a:pt x="96546" y="4582"/>
                      <a:pt x="94164" y="4481"/>
                      <a:pt x="91630" y="4277"/>
                    </a:cubicBezTo>
                    <a:cubicBezTo>
                      <a:pt x="85496" y="3785"/>
                      <a:pt x="79335" y="2485"/>
                      <a:pt x="73374" y="1229"/>
                    </a:cubicBezTo>
                    <a:cubicBezTo>
                      <a:pt x="71430" y="820"/>
                      <a:pt x="69420" y="395"/>
                      <a:pt x="67400" y="2"/>
                    </a:cubicBezTo>
                    <a:lnTo>
                      <a:pt x="3365" y="2"/>
                    </a:lnTo>
                    <a:cubicBezTo>
                      <a:pt x="1511" y="2"/>
                      <a:pt x="3" y="1889"/>
                      <a:pt x="3" y="4205"/>
                    </a:cubicBezTo>
                    <a:lnTo>
                      <a:pt x="3" y="13267"/>
                    </a:lnTo>
                    <a:lnTo>
                      <a:pt x="66" y="13327"/>
                    </a:lnTo>
                    <a:cubicBezTo>
                      <a:pt x="935" y="14157"/>
                      <a:pt x="1758" y="14760"/>
                      <a:pt x="2295" y="15120"/>
                    </a:cubicBezTo>
                    <a:cubicBezTo>
                      <a:pt x="6107" y="17668"/>
                      <a:pt x="10473" y="18312"/>
                      <a:pt x="14416" y="18312"/>
                    </a:cubicBezTo>
                    <a:cubicBezTo>
                      <a:pt x="15764" y="18312"/>
                      <a:pt x="17063" y="18236"/>
                      <a:pt x="18274" y="18136"/>
                    </a:cubicBezTo>
                    <a:cubicBezTo>
                      <a:pt x="23670" y="17692"/>
                      <a:pt x="29134" y="16335"/>
                      <a:pt x="33955" y="15136"/>
                    </a:cubicBezTo>
                    <a:cubicBezTo>
                      <a:pt x="36148" y="14591"/>
                      <a:pt x="38370" y="14008"/>
                      <a:pt x="40521" y="13444"/>
                    </a:cubicBezTo>
                    <a:cubicBezTo>
                      <a:pt x="45471" y="12145"/>
                      <a:pt x="50591" y="10802"/>
                      <a:pt x="55682" y="9836"/>
                    </a:cubicBezTo>
                    <a:cubicBezTo>
                      <a:pt x="61914" y="8652"/>
                      <a:pt x="67733" y="8068"/>
                      <a:pt x="73339" y="8068"/>
                    </a:cubicBezTo>
                    <a:cubicBezTo>
                      <a:pt x="74883" y="8068"/>
                      <a:pt x="76410" y="8112"/>
                      <a:pt x="77924" y="8200"/>
                    </a:cubicBezTo>
                    <a:cubicBezTo>
                      <a:pt x="85109" y="8620"/>
                      <a:pt x="92423" y="10126"/>
                      <a:pt x="99664" y="12674"/>
                    </a:cubicBezTo>
                    <a:cubicBezTo>
                      <a:pt x="102926" y="13823"/>
                      <a:pt x="105569" y="14839"/>
                      <a:pt x="107978" y="15872"/>
                    </a:cubicBezTo>
                    <a:cubicBezTo>
                      <a:pt x="110192" y="16820"/>
                      <a:pt x="112765" y="18046"/>
                      <a:pt x="115074" y="19959"/>
                    </a:cubicBezTo>
                    <a:cubicBezTo>
                      <a:pt x="118366" y="22686"/>
                      <a:pt x="120289" y="26638"/>
                      <a:pt x="120224" y="30531"/>
                    </a:cubicBezTo>
                    <a:cubicBezTo>
                      <a:pt x="120108" y="37304"/>
                      <a:pt x="113565" y="40179"/>
                      <a:pt x="108656" y="41753"/>
                    </a:cubicBezTo>
                    <a:cubicBezTo>
                      <a:pt x="101534" y="44037"/>
                      <a:pt x="93982" y="44584"/>
                      <a:pt x="87532" y="44818"/>
                    </a:cubicBezTo>
                    <a:cubicBezTo>
                      <a:pt x="85053" y="44908"/>
                      <a:pt x="82593" y="44953"/>
                      <a:pt x="80156" y="44953"/>
                    </a:cubicBezTo>
                    <a:cubicBezTo>
                      <a:pt x="73174" y="44953"/>
                      <a:pt x="66385" y="44584"/>
                      <a:pt x="59897" y="43849"/>
                    </a:cubicBezTo>
                    <a:cubicBezTo>
                      <a:pt x="51824" y="42936"/>
                      <a:pt x="43978" y="41560"/>
                      <a:pt x="37366" y="40335"/>
                    </a:cubicBezTo>
                    <a:cubicBezTo>
                      <a:pt x="34874" y="39874"/>
                      <a:pt x="32343" y="39371"/>
                      <a:pt x="29894" y="38889"/>
                    </a:cubicBezTo>
                    <a:cubicBezTo>
                      <a:pt x="24935" y="37906"/>
                      <a:pt x="19807" y="36891"/>
                      <a:pt x="14740" y="36147"/>
                    </a:cubicBezTo>
                    <a:cubicBezTo>
                      <a:pt x="9938" y="35440"/>
                      <a:pt x="5923" y="35101"/>
                      <a:pt x="2306" y="35101"/>
                    </a:cubicBezTo>
                    <a:cubicBezTo>
                      <a:pt x="1587" y="35101"/>
                      <a:pt x="884" y="35114"/>
                      <a:pt x="193" y="35141"/>
                    </a:cubicBezTo>
                    <a:lnTo>
                      <a:pt x="0" y="35148"/>
                    </a:lnTo>
                    <a:lnTo>
                      <a:pt x="0" y="41850"/>
                    </a:lnTo>
                    <a:lnTo>
                      <a:pt x="250" y="41789"/>
                    </a:lnTo>
                    <a:cubicBezTo>
                      <a:pt x="1438" y="41486"/>
                      <a:pt x="2642" y="41153"/>
                      <a:pt x="3807" y="40829"/>
                    </a:cubicBezTo>
                    <a:cubicBezTo>
                      <a:pt x="6459" y="40093"/>
                      <a:pt x="9201" y="39331"/>
                      <a:pt x="11931" y="38920"/>
                    </a:cubicBezTo>
                    <a:cubicBezTo>
                      <a:pt x="13025" y="38755"/>
                      <a:pt x="14155" y="38672"/>
                      <a:pt x="15326" y="38672"/>
                    </a:cubicBezTo>
                    <a:cubicBezTo>
                      <a:pt x="18207" y="38672"/>
                      <a:pt x="21339" y="39173"/>
                      <a:pt x="24808" y="40183"/>
                    </a:cubicBezTo>
                    <a:cubicBezTo>
                      <a:pt x="27977" y="41106"/>
                      <a:pt x="31136" y="42346"/>
                      <a:pt x="34192" y="43547"/>
                    </a:cubicBezTo>
                    <a:cubicBezTo>
                      <a:pt x="35480" y="44051"/>
                      <a:pt x="36810" y="44575"/>
                      <a:pt x="38124" y="45065"/>
                    </a:cubicBezTo>
                    <a:cubicBezTo>
                      <a:pt x="42272" y="46618"/>
                      <a:pt x="46826" y="47913"/>
                      <a:pt x="52458" y="49140"/>
                    </a:cubicBezTo>
                    <a:cubicBezTo>
                      <a:pt x="61960" y="51209"/>
                      <a:pt x="71376" y="52242"/>
                      <a:pt x="80515" y="52242"/>
                    </a:cubicBezTo>
                    <a:cubicBezTo>
                      <a:pt x="91963" y="52242"/>
                      <a:pt x="102972" y="50622"/>
                      <a:pt x="113151" y="47393"/>
                    </a:cubicBezTo>
                    <a:cubicBezTo>
                      <a:pt x="122171" y="44531"/>
                      <a:pt x="130760" y="39837"/>
                      <a:pt x="139068" y="35298"/>
                    </a:cubicBezTo>
                    <a:lnTo>
                      <a:pt x="139990" y="34794"/>
                    </a:lnTo>
                    <a:cubicBezTo>
                      <a:pt x="144149" y="32523"/>
                      <a:pt x="147959" y="30939"/>
                      <a:pt x="151635" y="29954"/>
                    </a:cubicBezTo>
                    <a:cubicBezTo>
                      <a:pt x="156001" y="28784"/>
                      <a:pt x="160459" y="28512"/>
                      <a:pt x="165023" y="28318"/>
                    </a:cubicBezTo>
                    <a:cubicBezTo>
                      <a:pt x="167510" y="28212"/>
                      <a:pt x="170027" y="28159"/>
                      <a:pt x="172583" y="28159"/>
                    </a:cubicBezTo>
                    <a:cubicBezTo>
                      <a:pt x="187551" y="28159"/>
                      <a:pt x="203846" y="29985"/>
                      <a:pt x="223155" y="33798"/>
                    </a:cubicBezTo>
                    <a:cubicBezTo>
                      <a:pt x="227133" y="34583"/>
                      <a:pt x="230708" y="35389"/>
                      <a:pt x="234091" y="36262"/>
                    </a:cubicBezTo>
                    <a:lnTo>
                      <a:pt x="234343" y="36327"/>
                    </a:lnTo>
                    <a:lnTo>
                      <a:pt x="234343" y="9942"/>
                    </a:lnTo>
                    <a:lnTo>
                      <a:pt x="234144" y="9938"/>
                    </a:lnTo>
                    <a:cubicBezTo>
                      <a:pt x="233436" y="9926"/>
                      <a:pt x="232728" y="9920"/>
                      <a:pt x="232019" y="9920"/>
                    </a:cubicBezTo>
                    <a:cubicBezTo>
                      <a:pt x="221533" y="9920"/>
                      <a:pt x="210937" y="11173"/>
                      <a:pt x="200668" y="12387"/>
                    </a:cubicBezTo>
                    <a:cubicBezTo>
                      <a:pt x="199192" y="12560"/>
                      <a:pt x="197716" y="12735"/>
                      <a:pt x="196241" y="12907"/>
                    </a:cubicBezTo>
                    <a:cubicBezTo>
                      <a:pt x="188833" y="13765"/>
                      <a:pt x="180900" y="14784"/>
                      <a:pt x="173099" y="16399"/>
                    </a:cubicBezTo>
                    <a:cubicBezTo>
                      <a:pt x="168984" y="17250"/>
                      <a:pt x="165266" y="18189"/>
                      <a:pt x="161730" y="19271"/>
                    </a:cubicBezTo>
                    <a:cubicBezTo>
                      <a:pt x="158729" y="20188"/>
                      <a:pt x="155634" y="21574"/>
                      <a:pt x="151992" y="23636"/>
                    </a:cubicBezTo>
                    <a:cubicBezTo>
                      <a:pt x="147694" y="26067"/>
                      <a:pt x="143448" y="28211"/>
                      <a:pt x="139076" y="28211"/>
                    </a:cubicBezTo>
                    <a:cubicBezTo>
                      <a:pt x="137648" y="28211"/>
                      <a:pt x="136206" y="27982"/>
                      <a:pt x="134745" y="27459"/>
                    </a:cubicBezTo>
                    <a:cubicBezTo>
                      <a:pt x="129659" y="25640"/>
                      <a:pt x="126097" y="20292"/>
                      <a:pt x="125882" y="14148"/>
                    </a:cubicBezTo>
                    <a:cubicBezTo>
                      <a:pt x="125729" y="9782"/>
                      <a:pt x="128305" y="6844"/>
                      <a:pt x="133544" y="5415"/>
                    </a:cubicBezTo>
                    <a:cubicBezTo>
                      <a:pt x="139606" y="3761"/>
                      <a:pt x="145790" y="3559"/>
                      <a:pt x="152664" y="3482"/>
                    </a:cubicBezTo>
                    <a:lnTo>
                      <a:pt x="153767" y="3469"/>
                    </a:lnTo>
                    <a:cubicBezTo>
                      <a:pt x="160981" y="3392"/>
                      <a:pt x="168439" y="3314"/>
                      <a:pt x="175499" y="719"/>
                    </a:cubicBezTo>
                    <a:cubicBezTo>
                      <a:pt x="175781" y="617"/>
                      <a:pt x="176061" y="506"/>
                      <a:pt x="176341" y="389"/>
                    </a:cubicBezTo>
                    <a:lnTo>
                      <a:pt x="1772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 name="Google Shape;1005;p31"/>
            <p:cNvSpPr/>
            <p:nvPr/>
          </p:nvSpPr>
          <p:spPr>
            <a:xfrm>
              <a:off x="-97224" y="-1018288"/>
              <a:ext cx="8367499" cy="1836163"/>
            </a:xfrm>
            <a:custGeom>
              <a:rect b="b" l="l" r="r" t="t"/>
              <a:pathLst>
                <a:path extrusionOk="0" h="45884" w="209096">
                  <a:moveTo>
                    <a:pt x="173615" y="405"/>
                  </a:moveTo>
                  <a:cubicBezTo>
                    <a:pt x="176375" y="405"/>
                    <a:pt x="179213" y="507"/>
                    <a:pt x="182050" y="829"/>
                  </a:cubicBezTo>
                  <a:cubicBezTo>
                    <a:pt x="188207" y="1528"/>
                    <a:pt x="194615" y="3672"/>
                    <a:pt x="201642" y="7381"/>
                  </a:cubicBezTo>
                  <a:lnTo>
                    <a:pt x="202000" y="7570"/>
                  </a:lnTo>
                  <a:cubicBezTo>
                    <a:pt x="204160" y="8703"/>
                    <a:pt x="207122" y="10258"/>
                    <a:pt x="208209" y="13014"/>
                  </a:cubicBezTo>
                  <a:cubicBezTo>
                    <a:pt x="208659" y="14157"/>
                    <a:pt x="208681" y="15157"/>
                    <a:pt x="208272" y="15990"/>
                  </a:cubicBezTo>
                  <a:cubicBezTo>
                    <a:pt x="207624" y="17309"/>
                    <a:pt x="205989" y="18018"/>
                    <a:pt x="204732" y="18381"/>
                  </a:cubicBezTo>
                  <a:cubicBezTo>
                    <a:pt x="201461" y="19325"/>
                    <a:pt x="198006" y="19797"/>
                    <a:pt x="194392" y="19797"/>
                  </a:cubicBezTo>
                  <a:cubicBezTo>
                    <a:pt x="190821" y="19797"/>
                    <a:pt x="187096" y="19336"/>
                    <a:pt x="183241" y="18415"/>
                  </a:cubicBezTo>
                  <a:cubicBezTo>
                    <a:pt x="179114" y="17429"/>
                    <a:pt x="174866" y="16057"/>
                    <a:pt x="170611" y="14337"/>
                  </a:cubicBezTo>
                  <a:cubicBezTo>
                    <a:pt x="166998" y="12878"/>
                    <a:pt x="163261" y="11368"/>
                    <a:pt x="159428" y="10535"/>
                  </a:cubicBezTo>
                  <a:cubicBezTo>
                    <a:pt x="157531" y="10122"/>
                    <a:pt x="155742" y="9916"/>
                    <a:pt x="154034" y="9916"/>
                  </a:cubicBezTo>
                  <a:cubicBezTo>
                    <a:pt x="152450" y="9916"/>
                    <a:pt x="150935" y="10094"/>
                    <a:pt x="149470" y="10449"/>
                  </a:cubicBezTo>
                  <a:cubicBezTo>
                    <a:pt x="145504" y="11411"/>
                    <a:pt x="142070" y="13874"/>
                    <a:pt x="138895" y="16316"/>
                  </a:cubicBezTo>
                  <a:cubicBezTo>
                    <a:pt x="136054" y="18501"/>
                    <a:pt x="133233" y="20858"/>
                    <a:pt x="130505" y="23139"/>
                  </a:cubicBezTo>
                  <a:cubicBezTo>
                    <a:pt x="126905" y="26149"/>
                    <a:pt x="123181" y="29264"/>
                    <a:pt x="119366" y="32010"/>
                  </a:cubicBezTo>
                  <a:cubicBezTo>
                    <a:pt x="107458" y="40580"/>
                    <a:pt x="92880" y="45107"/>
                    <a:pt x="76028" y="45462"/>
                  </a:cubicBezTo>
                  <a:cubicBezTo>
                    <a:pt x="75424" y="45475"/>
                    <a:pt x="74822" y="45482"/>
                    <a:pt x="74224" y="45482"/>
                  </a:cubicBezTo>
                  <a:cubicBezTo>
                    <a:pt x="58269" y="45482"/>
                    <a:pt x="44689" y="40929"/>
                    <a:pt x="33828" y="31942"/>
                  </a:cubicBezTo>
                  <a:cubicBezTo>
                    <a:pt x="27187" y="26448"/>
                    <a:pt x="20603" y="21405"/>
                    <a:pt x="13056" y="20088"/>
                  </a:cubicBezTo>
                  <a:cubicBezTo>
                    <a:pt x="11967" y="19897"/>
                    <a:pt x="10865" y="19801"/>
                    <a:pt x="9746" y="19801"/>
                  </a:cubicBezTo>
                  <a:cubicBezTo>
                    <a:pt x="6781" y="19801"/>
                    <a:pt x="3696" y="20474"/>
                    <a:pt x="406" y="21833"/>
                  </a:cubicBezTo>
                  <a:lnTo>
                    <a:pt x="406" y="14358"/>
                  </a:lnTo>
                  <a:cubicBezTo>
                    <a:pt x="1109" y="14230"/>
                    <a:pt x="1864" y="14110"/>
                    <a:pt x="2702" y="13993"/>
                  </a:cubicBezTo>
                  <a:cubicBezTo>
                    <a:pt x="5594" y="13588"/>
                    <a:pt x="8552" y="13414"/>
                    <a:pt x="11411" y="13245"/>
                  </a:cubicBezTo>
                  <a:lnTo>
                    <a:pt x="12958" y="13152"/>
                  </a:lnTo>
                  <a:cubicBezTo>
                    <a:pt x="15818" y="12978"/>
                    <a:pt x="18953" y="12785"/>
                    <a:pt x="22145" y="12785"/>
                  </a:cubicBezTo>
                  <a:cubicBezTo>
                    <a:pt x="23389" y="12785"/>
                    <a:pt x="24641" y="12814"/>
                    <a:pt x="25889" y="12885"/>
                  </a:cubicBezTo>
                  <a:cubicBezTo>
                    <a:pt x="29786" y="13104"/>
                    <a:pt x="33808" y="14150"/>
                    <a:pt x="38546" y="16169"/>
                  </a:cubicBezTo>
                  <a:cubicBezTo>
                    <a:pt x="52883" y="22283"/>
                    <a:pt x="69842" y="28659"/>
                    <a:pt x="86902" y="29591"/>
                  </a:cubicBezTo>
                  <a:cubicBezTo>
                    <a:pt x="88135" y="29659"/>
                    <a:pt x="89353" y="29692"/>
                    <a:pt x="90554" y="29692"/>
                  </a:cubicBezTo>
                  <a:cubicBezTo>
                    <a:pt x="97955" y="29692"/>
                    <a:pt x="104738" y="28414"/>
                    <a:pt x="110758" y="25880"/>
                  </a:cubicBezTo>
                  <a:cubicBezTo>
                    <a:pt x="117187" y="23174"/>
                    <a:pt x="123174" y="18993"/>
                    <a:pt x="128962" y="14950"/>
                  </a:cubicBezTo>
                  <a:cubicBezTo>
                    <a:pt x="130301" y="14015"/>
                    <a:pt x="131684" y="13050"/>
                    <a:pt x="133052" y="12117"/>
                  </a:cubicBezTo>
                  <a:cubicBezTo>
                    <a:pt x="136569" y="9716"/>
                    <a:pt x="140379" y="7249"/>
                    <a:pt x="144384" y="5460"/>
                  </a:cubicBezTo>
                  <a:cubicBezTo>
                    <a:pt x="148006" y="3842"/>
                    <a:pt x="151905" y="2608"/>
                    <a:pt x="155970" y="1792"/>
                  </a:cubicBezTo>
                  <a:cubicBezTo>
                    <a:pt x="159701" y="1042"/>
                    <a:pt x="163680" y="640"/>
                    <a:pt x="168868" y="486"/>
                  </a:cubicBezTo>
                  <a:cubicBezTo>
                    <a:pt x="170413" y="440"/>
                    <a:pt x="172001" y="405"/>
                    <a:pt x="173615" y="405"/>
                  </a:cubicBezTo>
                  <a:close/>
                  <a:moveTo>
                    <a:pt x="173609" y="0"/>
                  </a:moveTo>
                  <a:cubicBezTo>
                    <a:pt x="171993" y="0"/>
                    <a:pt x="170405" y="35"/>
                    <a:pt x="168858" y="80"/>
                  </a:cubicBezTo>
                  <a:cubicBezTo>
                    <a:pt x="163644" y="234"/>
                    <a:pt x="159645" y="639"/>
                    <a:pt x="155891" y="1393"/>
                  </a:cubicBezTo>
                  <a:cubicBezTo>
                    <a:pt x="151795" y="2216"/>
                    <a:pt x="147870" y="3459"/>
                    <a:pt x="144219" y="5088"/>
                  </a:cubicBezTo>
                  <a:cubicBezTo>
                    <a:pt x="140186" y="6888"/>
                    <a:pt x="136359" y="9369"/>
                    <a:pt x="132824" y="11781"/>
                  </a:cubicBezTo>
                  <a:cubicBezTo>
                    <a:pt x="131454" y="12715"/>
                    <a:pt x="130070" y="13683"/>
                    <a:pt x="128732" y="14617"/>
                  </a:cubicBezTo>
                  <a:cubicBezTo>
                    <a:pt x="122961" y="18648"/>
                    <a:pt x="116993" y="22817"/>
                    <a:pt x="110602" y="25506"/>
                  </a:cubicBezTo>
                  <a:cubicBezTo>
                    <a:pt x="104631" y="28019"/>
                    <a:pt x="97899" y="29287"/>
                    <a:pt x="90554" y="29287"/>
                  </a:cubicBezTo>
                  <a:cubicBezTo>
                    <a:pt x="89360" y="29287"/>
                    <a:pt x="88149" y="29254"/>
                    <a:pt x="86923" y="29187"/>
                  </a:cubicBezTo>
                  <a:cubicBezTo>
                    <a:pt x="69926" y="28261"/>
                    <a:pt x="53010" y="21898"/>
                    <a:pt x="38703" y="15797"/>
                  </a:cubicBezTo>
                  <a:cubicBezTo>
                    <a:pt x="33922" y="13758"/>
                    <a:pt x="29857" y="12704"/>
                    <a:pt x="25911" y="12481"/>
                  </a:cubicBezTo>
                  <a:cubicBezTo>
                    <a:pt x="24653" y="12410"/>
                    <a:pt x="23392" y="12381"/>
                    <a:pt x="22140" y="12381"/>
                  </a:cubicBezTo>
                  <a:cubicBezTo>
                    <a:pt x="18938" y="12381"/>
                    <a:pt x="15797" y="12572"/>
                    <a:pt x="12931" y="12748"/>
                  </a:cubicBezTo>
                  <a:lnTo>
                    <a:pt x="11384" y="12841"/>
                  </a:lnTo>
                  <a:cubicBezTo>
                    <a:pt x="8518" y="13010"/>
                    <a:pt x="5551" y="13184"/>
                    <a:pt x="2644" y="13591"/>
                  </a:cubicBezTo>
                  <a:cubicBezTo>
                    <a:pt x="1731" y="13718"/>
                    <a:pt x="921" y="13848"/>
                    <a:pt x="165" y="13990"/>
                  </a:cubicBezTo>
                  <a:lnTo>
                    <a:pt x="0" y="14020"/>
                  </a:lnTo>
                  <a:lnTo>
                    <a:pt x="0" y="22434"/>
                  </a:lnTo>
                  <a:lnTo>
                    <a:pt x="280" y="22317"/>
                  </a:lnTo>
                  <a:cubicBezTo>
                    <a:pt x="3624" y="20902"/>
                    <a:pt x="6748" y="20202"/>
                    <a:pt x="9745" y="20202"/>
                  </a:cubicBezTo>
                  <a:cubicBezTo>
                    <a:pt x="10841" y="20202"/>
                    <a:pt x="11920" y="20296"/>
                    <a:pt x="12987" y="20482"/>
                  </a:cubicBezTo>
                  <a:cubicBezTo>
                    <a:pt x="20436" y="21784"/>
                    <a:pt x="26975" y="26792"/>
                    <a:pt x="33571" y="32250"/>
                  </a:cubicBezTo>
                  <a:cubicBezTo>
                    <a:pt x="44508" y="41302"/>
                    <a:pt x="58178" y="45884"/>
                    <a:pt x="74230" y="45884"/>
                  </a:cubicBezTo>
                  <a:cubicBezTo>
                    <a:pt x="74828" y="45884"/>
                    <a:pt x="75434" y="45878"/>
                    <a:pt x="76041" y="45864"/>
                  </a:cubicBezTo>
                  <a:cubicBezTo>
                    <a:pt x="92973" y="45507"/>
                    <a:pt x="107630" y="40953"/>
                    <a:pt x="119603" y="32334"/>
                  </a:cubicBezTo>
                  <a:cubicBezTo>
                    <a:pt x="123430" y="29580"/>
                    <a:pt x="127160" y="26462"/>
                    <a:pt x="130767" y="23446"/>
                  </a:cubicBezTo>
                  <a:cubicBezTo>
                    <a:pt x="133490" y="21168"/>
                    <a:pt x="136306" y="18812"/>
                    <a:pt x="139143" y="16633"/>
                  </a:cubicBezTo>
                  <a:cubicBezTo>
                    <a:pt x="142286" y="14218"/>
                    <a:pt x="145678" y="11782"/>
                    <a:pt x="149569" y="10839"/>
                  </a:cubicBezTo>
                  <a:cubicBezTo>
                    <a:pt x="151002" y="10492"/>
                    <a:pt x="152486" y="10318"/>
                    <a:pt x="154040" y="10318"/>
                  </a:cubicBezTo>
                  <a:cubicBezTo>
                    <a:pt x="155718" y="10318"/>
                    <a:pt x="157477" y="10521"/>
                    <a:pt x="159345" y="10926"/>
                  </a:cubicBezTo>
                  <a:cubicBezTo>
                    <a:pt x="163146" y="11754"/>
                    <a:pt x="166866" y="13255"/>
                    <a:pt x="170463" y="14710"/>
                  </a:cubicBezTo>
                  <a:cubicBezTo>
                    <a:pt x="174735" y="16434"/>
                    <a:pt x="179004" y="17813"/>
                    <a:pt x="183149" y="18805"/>
                  </a:cubicBezTo>
                  <a:cubicBezTo>
                    <a:pt x="187035" y="19734"/>
                    <a:pt x="190791" y="20198"/>
                    <a:pt x="194393" y="20198"/>
                  </a:cubicBezTo>
                  <a:cubicBezTo>
                    <a:pt x="198045" y="20198"/>
                    <a:pt x="201538" y="19721"/>
                    <a:pt x="204846" y="18766"/>
                  </a:cubicBezTo>
                  <a:cubicBezTo>
                    <a:pt x="206788" y="18205"/>
                    <a:pt x="208062" y="17332"/>
                    <a:pt x="208634" y="16167"/>
                  </a:cubicBezTo>
                  <a:cubicBezTo>
                    <a:pt x="209095" y="15229"/>
                    <a:pt x="209080" y="14117"/>
                    <a:pt x="208584" y="12865"/>
                  </a:cubicBezTo>
                  <a:cubicBezTo>
                    <a:pt x="207441" y="9969"/>
                    <a:pt x="204404" y="8376"/>
                    <a:pt x="202188" y="7211"/>
                  </a:cubicBezTo>
                  <a:lnTo>
                    <a:pt x="201831" y="7024"/>
                  </a:lnTo>
                  <a:cubicBezTo>
                    <a:pt x="194760" y="3289"/>
                    <a:pt x="188306" y="1132"/>
                    <a:pt x="182098" y="427"/>
                  </a:cubicBezTo>
                  <a:cubicBezTo>
                    <a:pt x="179239" y="102"/>
                    <a:pt x="176384" y="0"/>
                    <a:pt x="1736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1"/>
            <p:cNvSpPr/>
            <p:nvPr/>
          </p:nvSpPr>
          <p:spPr>
            <a:xfrm>
              <a:off x="-97184" y="87130"/>
              <a:ext cx="807313" cy="330705"/>
            </a:xfrm>
            <a:custGeom>
              <a:rect b="b" l="l" r="r" t="t"/>
              <a:pathLst>
                <a:path extrusionOk="0" h="8264" w="20174">
                  <a:moveTo>
                    <a:pt x="10888" y="404"/>
                  </a:moveTo>
                  <a:cubicBezTo>
                    <a:pt x="11749" y="404"/>
                    <a:pt x="12597" y="461"/>
                    <a:pt x="13422" y="602"/>
                  </a:cubicBezTo>
                  <a:cubicBezTo>
                    <a:pt x="15472" y="954"/>
                    <a:pt x="17153" y="1897"/>
                    <a:pt x="18413" y="3404"/>
                  </a:cubicBezTo>
                  <a:cubicBezTo>
                    <a:pt x="19054" y="4170"/>
                    <a:pt x="19787" y="5267"/>
                    <a:pt x="19634" y="6147"/>
                  </a:cubicBezTo>
                  <a:cubicBezTo>
                    <a:pt x="19567" y="6546"/>
                    <a:pt x="19324" y="6863"/>
                    <a:pt x="18894" y="7118"/>
                  </a:cubicBezTo>
                  <a:cubicBezTo>
                    <a:pt x="17704" y="7820"/>
                    <a:pt x="16206" y="7861"/>
                    <a:pt x="14950" y="7861"/>
                  </a:cubicBezTo>
                  <a:cubicBezTo>
                    <a:pt x="14860" y="7861"/>
                    <a:pt x="14771" y="7861"/>
                    <a:pt x="14684" y="7861"/>
                  </a:cubicBezTo>
                  <a:cubicBezTo>
                    <a:pt x="13289" y="7856"/>
                    <a:pt x="11866" y="7753"/>
                    <a:pt x="10488" y="7653"/>
                  </a:cubicBezTo>
                  <a:cubicBezTo>
                    <a:pt x="9887" y="7608"/>
                    <a:pt x="9287" y="7565"/>
                    <a:pt x="8687" y="7529"/>
                  </a:cubicBezTo>
                  <a:cubicBezTo>
                    <a:pt x="5827" y="7359"/>
                    <a:pt x="3245" y="7206"/>
                    <a:pt x="649" y="7206"/>
                  </a:cubicBezTo>
                  <a:cubicBezTo>
                    <a:pt x="568" y="7206"/>
                    <a:pt x="486" y="7206"/>
                    <a:pt x="405" y="7206"/>
                  </a:cubicBezTo>
                  <a:lnTo>
                    <a:pt x="405" y="1428"/>
                  </a:lnTo>
                  <a:cubicBezTo>
                    <a:pt x="2017" y="1368"/>
                    <a:pt x="3674" y="1139"/>
                    <a:pt x="5280" y="919"/>
                  </a:cubicBezTo>
                  <a:cubicBezTo>
                    <a:pt x="7141" y="665"/>
                    <a:pt x="9044" y="404"/>
                    <a:pt x="10888" y="404"/>
                  </a:cubicBezTo>
                  <a:close/>
                  <a:moveTo>
                    <a:pt x="10888" y="1"/>
                  </a:moveTo>
                  <a:cubicBezTo>
                    <a:pt x="9018" y="1"/>
                    <a:pt x="7099" y="265"/>
                    <a:pt x="5223" y="522"/>
                  </a:cubicBezTo>
                  <a:cubicBezTo>
                    <a:pt x="3564" y="751"/>
                    <a:pt x="1848" y="984"/>
                    <a:pt x="195" y="1034"/>
                  </a:cubicBezTo>
                  <a:lnTo>
                    <a:pt x="1" y="1039"/>
                  </a:lnTo>
                  <a:lnTo>
                    <a:pt x="1" y="7612"/>
                  </a:lnTo>
                  <a:lnTo>
                    <a:pt x="202" y="7612"/>
                  </a:lnTo>
                  <a:cubicBezTo>
                    <a:pt x="266" y="7612"/>
                    <a:pt x="330" y="7612"/>
                    <a:pt x="393" y="7612"/>
                  </a:cubicBezTo>
                  <a:cubicBezTo>
                    <a:pt x="3056" y="7612"/>
                    <a:pt x="5717" y="7756"/>
                    <a:pt x="8664" y="7932"/>
                  </a:cubicBezTo>
                  <a:cubicBezTo>
                    <a:pt x="9261" y="7968"/>
                    <a:pt x="9860" y="8012"/>
                    <a:pt x="10460" y="8055"/>
                  </a:cubicBezTo>
                  <a:cubicBezTo>
                    <a:pt x="11844" y="8155"/>
                    <a:pt x="13275" y="8259"/>
                    <a:pt x="14682" y="8264"/>
                  </a:cubicBezTo>
                  <a:lnTo>
                    <a:pt x="14998" y="8264"/>
                  </a:lnTo>
                  <a:cubicBezTo>
                    <a:pt x="16295" y="8264"/>
                    <a:pt x="17831" y="8211"/>
                    <a:pt x="19096" y="7463"/>
                  </a:cubicBezTo>
                  <a:cubicBezTo>
                    <a:pt x="19626" y="7152"/>
                    <a:pt x="19940" y="6730"/>
                    <a:pt x="20030" y="6216"/>
                  </a:cubicBezTo>
                  <a:cubicBezTo>
                    <a:pt x="20173" y="5387"/>
                    <a:pt x="19732" y="4354"/>
                    <a:pt x="18720" y="3145"/>
                  </a:cubicBezTo>
                  <a:cubicBezTo>
                    <a:pt x="17395" y="1562"/>
                    <a:pt x="15637" y="574"/>
                    <a:pt x="13488" y="205"/>
                  </a:cubicBezTo>
                  <a:cubicBezTo>
                    <a:pt x="12639" y="59"/>
                    <a:pt x="11769" y="1"/>
                    <a:pt x="108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1"/>
            <p:cNvSpPr/>
            <p:nvPr/>
          </p:nvSpPr>
          <p:spPr>
            <a:xfrm>
              <a:off x="-97104" y="-258065"/>
              <a:ext cx="9377861" cy="2035410"/>
            </a:xfrm>
            <a:custGeom>
              <a:rect b="b" l="l" r="r" t="t"/>
              <a:pathLst>
                <a:path extrusionOk="0" h="50863" w="234344">
                  <a:moveTo>
                    <a:pt x="233940" y="621"/>
                  </a:moveTo>
                  <a:lnTo>
                    <a:pt x="233940" y="12077"/>
                  </a:lnTo>
                  <a:cubicBezTo>
                    <a:pt x="232371" y="13846"/>
                    <a:pt x="230619" y="15358"/>
                    <a:pt x="228734" y="16565"/>
                  </a:cubicBezTo>
                  <a:cubicBezTo>
                    <a:pt x="224484" y="19289"/>
                    <a:pt x="219376" y="20857"/>
                    <a:pt x="213122" y="21360"/>
                  </a:cubicBezTo>
                  <a:cubicBezTo>
                    <a:pt x="211653" y="21479"/>
                    <a:pt x="210146" y="21539"/>
                    <a:pt x="208580" y="21539"/>
                  </a:cubicBezTo>
                  <a:cubicBezTo>
                    <a:pt x="205000" y="21539"/>
                    <a:pt x="201109" y="21226"/>
                    <a:pt x="196647" y="20590"/>
                  </a:cubicBezTo>
                  <a:lnTo>
                    <a:pt x="196529" y="20574"/>
                  </a:lnTo>
                  <a:cubicBezTo>
                    <a:pt x="194477" y="20283"/>
                    <a:pt x="192356" y="19981"/>
                    <a:pt x="190306" y="19457"/>
                  </a:cubicBezTo>
                  <a:cubicBezTo>
                    <a:pt x="188131" y="18901"/>
                    <a:pt x="186302" y="18457"/>
                    <a:pt x="184446" y="18095"/>
                  </a:cubicBezTo>
                  <a:cubicBezTo>
                    <a:pt x="182413" y="17700"/>
                    <a:pt x="180221" y="17338"/>
                    <a:pt x="178016" y="17338"/>
                  </a:cubicBezTo>
                  <a:cubicBezTo>
                    <a:pt x="177942" y="17338"/>
                    <a:pt x="177867" y="17339"/>
                    <a:pt x="177792" y="17340"/>
                  </a:cubicBezTo>
                  <a:cubicBezTo>
                    <a:pt x="176496" y="17354"/>
                    <a:pt x="174542" y="17378"/>
                    <a:pt x="173323" y="18637"/>
                  </a:cubicBezTo>
                  <a:cubicBezTo>
                    <a:pt x="172261" y="19733"/>
                    <a:pt x="172397" y="21555"/>
                    <a:pt x="173080" y="22788"/>
                  </a:cubicBezTo>
                  <a:cubicBezTo>
                    <a:pt x="174004" y="24459"/>
                    <a:pt x="175665" y="25395"/>
                    <a:pt x="177319" y="26158"/>
                  </a:cubicBezTo>
                  <a:cubicBezTo>
                    <a:pt x="180088" y="27433"/>
                    <a:pt x="183032" y="28076"/>
                    <a:pt x="185878" y="28699"/>
                  </a:cubicBezTo>
                  <a:cubicBezTo>
                    <a:pt x="186544" y="28844"/>
                    <a:pt x="187205" y="28990"/>
                    <a:pt x="187866" y="29142"/>
                  </a:cubicBezTo>
                  <a:cubicBezTo>
                    <a:pt x="191326" y="29942"/>
                    <a:pt x="194903" y="30405"/>
                    <a:pt x="198362" y="30852"/>
                  </a:cubicBezTo>
                  <a:lnTo>
                    <a:pt x="199879" y="31048"/>
                  </a:lnTo>
                  <a:cubicBezTo>
                    <a:pt x="203501" y="31524"/>
                    <a:pt x="207493" y="31975"/>
                    <a:pt x="212443" y="32469"/>
                  </a:cubicBezTo>
                  <a:cubicBezTo>
                    <a:pt x="216296" y="32854"/>
                    <a:pt x="220110" y="33192"/>
                    <a:pt x="223683" y="33505"/>
                  </a:cubicBezTo>
                  <a:cubicBezTo>
                    <a:pt x="226437" y="33747"/>
                    <a:pt x="229366" y="34040"/>
                    <a:pt x="232268" y="34727"/>
                  </a:cubicBezTo>
                  <a:cubicBezTo>
                    <a:pt x="232812" y="34856"/>
                    <a:pt x="233374" y="35011"/>
                    <a:pt x="233940" y="35186"/>
                  </a:cubicBezTo>
                  <a:lnTo>
                    <a:pt x="233940" y="50330"/>
                  </a:lnTo>
                  <a:cubicBezTo>
                    <a:pt x="227593" y="48509"/>
                    <a:pt x="220754" y="46238"/>
                    <a:pt x="213042" y="43386"/>
                  </a:cubicBezTo>
                  <a:cubicBezTo>
                    <a:pt x="208088" y="41555"/>
                    <a:pt x="202988" y="39512"/>
                    <a:pt x="197884" y="37317"/>
                  </a:cubicBezTo>
                  <a:cubicBezTo>
                    <a:pt x="195613" y="36339"/>
                    <a:pt x="193318" y="35281"/>
                    <a:pt x="191099" y="34257"/>
                  </a:cubicBezTo>
                  <a:cubicBezTo>
                    <a:pt x="188401" y="33014"/>
                    <a:pt x="185611" y="31726"/>
                    <a:pt x="182833" y="30573"/>
                  </a:cubicBezTo>
                  <a:cubicBezTo>
                    <a:pt x="172649" y="26340"/>
                    <a:pt x="162754" y="24195"/>
                    <a:pt x="153409" y="24195"/>
                  </a:cubicBezTo>
                  <a:cubicBezTo>
                    <a:pt x="153178" y="24195"/>
                    <a:pt x="152948" y="24197"/>
                    <a:pt x="152719" y="24198"/>
                  </a:cubicBezTo>
                  <a:cubicBezTo>
                    <a:pt x="142080" y="24319"/>
                    <a:pt x="132064" y="27884"/>
                    <a:pt x="122824" y="31721"/>
                  </a:cubicBezTo>
                  <a:cubicBezTo>
                    <a:pt x="112729" y="35913"/>
                    <a:pt x="102805" y="39822"/>
                    <a:pt x="92400" y="41608"/>
                  </a:cubicBezTo>
                  <a:cubicBezTo>
                    <a:pt x="82867" y="43244"/>
                    <a:pt x="72721" y="44299"/>
                    <a:pt x="61383" y="44830"/>
                  </a:cubicBezTo>
                  <a:cubicBezTo>
                    <a:pt x="58519" y="44965"/>
                    <a:pt x="55783" y="45032"/>
                    <a:pt x="53152" y="45032"/>
                  </a:cubicBezTo>
                  <a:cubicBezTo>
                    <a:pt x="45012" y="45032"/>
                    <a:pt x="37887" y="44383"/>
                    <a:pt x="31169" y="43050"/>
                  </a:cubicBezTo>
                  <a:cubicBezTo>
                    <a:pt x="24718" y="41770"/>
                    <a:pt x="18066" y="39641"/>
                    <a:pt x="11397" y="36720"/>
                  </a:cubicBezTo>
                  <a:cubicBezTo>
                    <a:pt x="7680" y="35093"/>
                    <a:pt x="3780" y="33224"/>
                    <a:pt x="405" y="30582"/>
                  </a:cubicBezTo>
                  <a:lnTo>
                    <a:pt x="405" y="21725"/>
                  </a:lnTo>
                  <a:cubicBezTo>
                    <a:pt x="5173" y="23118"/>
                    <a:pt x="10001" y="24631"/>
                    <a:pt x="14673" y="26094"/>
                  </a:cubicBezTo>
                  <a:cubicBezTo>
                    <a:pt x="18472" y="27283"/>
                    <a:pt x="22397" y="28512"/>
                    <a:pt x="26269" y="29670"/>
                  </a:cubicBezTo>
                  <a:cubicBezTo>
                    <a:pt x="42759" y="34607"/>
                    <a:pt x="58954" y="38982"/>
                    <a:pt x="74991" y="38982"/>
                  </a:cubicBezTo>
                  <a:cubicBezTo>
                    <a:pt x="78823" y="38982"/>
                    <a:pt x="82649" y="38732"/>
                    <a:pt x="86466" y="38179"/>
                  </a:cubicBezTo>
                  <a:cubicBezTo>
                    <a:pt x="95509" y="36872"/>
                    <a:pt x="104228" y="33938"/>
                    <a:pt x="112383" y="29455"/>
                  </a:cubicBezTo>
                  <a:cubicBezTo>
                    <a:pt x="116730" y="27066"/>
                    <a:pt x="120985" y="24195"/>
                    <a:pt x="125029" y="20922"/>
                  </a:cubicBezTo>
                  <a:cubicBezTo>
                    <a:pt x="126767" y="19511"/>
                    <a:pt x="128488" y="17994"/>
                    <a:pt x="130152" y="16524"/>
                  </a:cubicBezTo>
                  <a:cubicBezTo>
                    <a:pt x="131788" y="15078"/>
                    <a:pt x="133483" y="13582"/>
                    <a:pt x="135190" y="12196"/>
                  </a:cubicBezTo>
                  <a:cubicBezTo>
                    <a:pt x="137654" y="10200"/>
                    <a:pt x="140969" y="7788"/>
                    <a:pt x="144768" y="6873"/>
                  </a:cubicBezTo>
                  <a:cubicBezTo>
                    <a:pt x="145990" y="6580"/>
                    <a:pt x="147258" y="6432"/>
                    <a:pt x="148594" y="6432"/>
                  </a:cubicBezTo>
                  <a:cubicBezTo>
                    <a:pt x="151134" y="6432"/>
                    <a:pt x="153922" y="6966"/>
                    <a:pt x="157120" y="8052"/>
                  </a:cubicBezTo>
                  <a:cubicBezTo>
                    <a:pt x="165254" y="10813"/>
                    <a:pt x="174727" y="13878"/>
                    <a:pt x="184226" y="15304"/>
                  </a:cubicBezTo>
                  <a:cubicBezTo>
                    <a:pt x="187914" y="15858"/>
                    <a:pt x="191419" y="16136"/>
                    <a:pt x="194766" y="16136"/>
                  </a:cubicBezTo>
                  <a:cubicBezTo>
                    <a:pt x="200932" y="16136"/>
                    <a:pt x="206557" y="15192"/>
                    <a:pt x="211781" y="13295"/>
                  </a:cubicBezTo>
                  <a:cubicBezTo>
                    <a:pt x="216509" y="11579"/>
                    <a:pt x="220789" y="8892"/>
                    <a:pt x="224351" y="6492"/>
                  </a:cubicBezTo>
                  <a:cubicBezTo>
                    <a:pt x="224766" y="6212"/>
                    <a:pt x="225182" y="5928"/>
                    <a:pt x="225598" y="5645"/>
                  </a:cubicBezTo>
                  <a:cubicBezTo>
                    <a:pt x="228277" y="3826"/>
                    <a:pt x="231045" y="1944"/>
                    <a:pt x="233940" y="621"/>
                  </a:cubicBezTo>
                  <a:close/>
                  <a:moveTo>
                    <a:pt x="234344" y="1"/>
                  </a:moveTo>
                  <a:lnTo>
                    <a:pt x="234062" y="127"/>
                  </a:lnTo>
                  <a:cubicBezTo>
                    <a:pt x="231032" y="1470"/>
                    <a:pt x="228156" y="3423"/>
                    <a:pt x="225375" y="5313"/>
                  </a:cubicBezTo>
                  <a:cubicBezTo>
                    <a:pt x="224959" y="5595"/>
                    <a:pt x="224545" y="5878"/>
                    <a:pt x="224128" y="6158"/>
                  </a:cubicBezTo>
                  <a:cubicBezTo>
                    <a:pt x="220589" y="8544"/>
                    <a:pt x="216336" y="11214"/>
                    <a:pt x="211647" y="12916"/>
                  </a:cubicBezTo>
                  <a:cubicBezTo>
                    <a:pt x="206466" y="14796"/>
                    <a:pt x="200885" y="15732"/>
                    <a:pt x="194765" y="15732"/>
                  </a:cubicBezTo>
                  <a:cubicBezTo>
                    <a:pt x="191440" y="15732"/>
                    <a:pt x="187955" y="15456"/>
                    <a:pt x="184289" y="14905"/>
                  </a:cubicBezTo>
                  <a:cubicBezTo>
                    <a:pt x="174822" y="13485"/>
                    <a:pt x="165370" y="10424"/>
                    <a:pt x="157251" y="7671"/>
                  </a:cubicBezTo>
                  <a:cubicBezTo>
                    <a:pt x="154011" y="6571"/>
                    <a:pt x="151182" y="6028"/>
                    <a:pt x="148600" y="6028"/>
                  </a:cubicBezTo>
                  <a:cubicBezTo>
                    <a:pt x="147230" y="6028"/>
                    <a:pt x="145930" y="6181"/>
                    <a:pt x="144675" y="6483"/>
                  </a:cubicBezTo>
                  <a:cubicBezTo>
                    <a:pt x="140797" y="7416"/>
                    <a:pt x="137434" y="9860"/>
                    <a:pt x="134939" y="11886"/>
                  </a:cubicBezTo>
                  <a:cubicBezTo>
                    <a:pt x="133224" y="13277"/>
                    <a:pt x="131528" y="14775"/>
                    <a:pt x="129887" y="16224"/>
                  </a:cubicBezTo>
                  <a:cubicBezTo>
                    <a:pt x="128225" y="17690"/>
                    <a:pt x="126509" y="19207"/>
                    <a:pt x="124774" y="20610"/>
                  </a:cubicBezTo>
                  <a:cubicBezTo>
                    <a:pt x="120749" y="23869"/>
                    <a:pt x="116514" y="26727"/>
                    <a:pt x="112189" y="29105"/>
                  </a:cubicBezTo>
                  <a:cubicBezTo>
                    <a:pt x="104076" y="33564"/>
                    <a:pt x="95402" y="36484"/>
                    <a:pt x="86407" y="37785"/>
                  </a:cubicBezTo>
                  <a:cubicBezTo>
                    <a:pt x="82611" y="38334"/>
                    <a:pt x="78806" y="38583"/>
                    <a:pt x="74991" y="38583"/>
                  </a:cubicBezTo>
                  <a:cubicBezTo>
                    <a:pt x="59005" y="38583"/>
                    <a:pt x="42843" y="34216"/>
                    <a:pt x="26384" y="29289"/>
                  </a:cubicBezTo>
                  <a:cubicBezTo>
                    <a:pt x="22516" y="28130"/>
                    <a:pt x="18589" y="26901"/>
                    <a:pt x="14793" y="25711"/>
                  </a:cubicBezTo>
                  <a:cubicBezTo>
                    <a:pt x="10035" y="24222"/>
                    <a:pt x="5116" y="22681"/>
                    <a:pt x="257" y="21265"/>
                  </a:cubicBezTo>
                  <a:lnTo>
                    <a:pt x="0" y="21189"/>
                  </a:lnTo>
                  <a:lnTo>
                    <a:pt x="0" y="30778"/>
                  </a:lnTo>
                  <a:lnTo>
                    <a:pt x="77" y="30839"/>
                  </a:lnTo>
                  <a:cubicBezTo>
                    <a:pt x="3505" y="33541"/>
                    <a:pt x="7466" y="35440"/>
                    <a:pt x="11235" y="37090"/>
                  </a:cubicBezTo>
                  <a:cubicBezTo>
                    <a:pt x="17931" y="40022"/>
                    <a:pt x="24610" y="42161"/>
                    <a:pt x="31090" y="43447"/>
                  </a:cubicBezTo>
                  <a:cubicBezTo>
                    <a:pt x="37834" y="44786"/>
                    <a:pt x="44983" y="45437"/>
                    <a:pt x="53148" y="45437"/>
                  </a:cubicBezTo>
                  <a:cubicBezTo>
                    <a:pt x="55786" y="45437"/>
                    <a:pt x="58530" y="45369"/>
                    <a:pt x="61401" y="45235"/>
                  </a:cubicBezTo>
                  <a:cubicBezTo>
                    <a:pt x="72756" y="44700"/>
                    <a:pt x="82917" y="43644"/>
                    <a:pt x="92467" y="42007"/>
                  </a:cubicBezTo>
                  <a:cubicBezTo>
                    <a:pt x="102913" y="40214"/>
                    <a:pt x="112861" y="36296"/>
                    <a:pt x="122978" y="32095"/>
                  </a:cubicBezTo>
                  <a:cubicBezTo>
                    <a:pt x="132181" y="28274"/>
                    <a:pt x="142153" y="24722"/>
                    <a:pt x="152725" y="24602"/>
                  </a:cubicBezTo>
                  <a:cubicBezTo>
                    <a:pt x="152952" y="24600"/>
                    <a:pt x="153179" y="24598"/>
                    <a:pt x="153407" y="24598"/>
                  </a:cubicBezTo>
                  <a:cubicBezTo>
                    <a:pt x="162694" y="24598"/>
                    <a:pt x="172541" y="26730"/>
                    <a:pt x="182679" y="30945"/>
                  </a:cubicBezTo>
                  <a:cubicBezTo>
                    <a:pt x="185447" y="32095"/>
                    <a:pt x="188234" y="33381"/>
                    <a:pt x="190930" y="34624"/>
                  </a:cubicBezTo>
                  <a:cubicBezTo>
                    <a:pt x="193152" y="35649"/>
                    <a:pt x="195448" y="36707"/>
                    <a:pt x="197726" y="37686"/>
                  </a:cubicBezTo>
                  <a:cubicBezTo>
                    <a:pt x="202837" y="39885"/>
                    <a:pt x="207942" y="41928"/>
                    <a:pt x="212901" y="43763"/>
                  </a:cubicBezTo>
                  <a:cubicBezTo>
                    <a:pt x="220729" y="46656"/>
                    <a:pt x="227658" y="48955"/>
                    <a:pt x="234085" y="50788"/>
                  </a:cubicBezTo>
                  <a:lnTo>
                    <a:pt x="234341" y="50863"/>
                  </a:lnTo>
                  <a:lnTo>
                    <a:pt x="234344" y="50863"/>
                  </a:lnTo>
                  <a:lnTo>
                    <a:pt x="234344" y="34896"/>
                  </a:lnTo>
                  <a:lnTo>
                    <a:pt x="234204" y="34850"/>
                  </a:lnTo>
                  <a:cubicBezTo>
                    <a:pt x="233582" y="34654"/>
                    <a:pt x="232962" y="34481"/>
                    <a:pt x="232362" y="34340"/>
                  </a:cubicBezTo>
                  <a:cubicBezTo>
                    <a:pt x="229433" y="33647"/>
                    <a:pt x="226488" y="33352"/>
                    <a:pt x="223721" y="33110"/>
                  </a:cubicBezTo>
                  <a:cubicBezTo>
                    <a:pt x="220148" y="32797"/>
                    <a:pt x="216338" y="32457"/>
                    <a:pt x="212486" y="32074"/>
                  </a:cubicBezTo>
                  <a:cubicBezTo>
                    <a:pt x="207542" y="31581"/>
                    <a:pt x="203553" y="31128"/>
                    <a:pt x="199935" y="30653"/>
                  </a:cubicBezTo>
                  <a:lnTo>
                    <a:pt x="198416" y="30455"/>
                  </a:lnTo>
                  <a:cubicBezTo>
                    <a:pt x="194968" y="30009"/>
                    <a:pt x="191400" y="29547"/>
                    <a:pt x="187960" y="28753"/>
                  </a:cubicBezTo>
                  <a:cubicBezTo>
                    <a:pt x="187298" y="28602"/>
                    <a:pt x="186634" y="28454"/>
                    <a:pt x="185969" y="28310"/>
                  </a:cubicBezTo>
                  <a:cubicBezTo>
                    <a:pt x="183145" y="27690"/>
                    <a:pt x="180223" y="27051"/>
                    <a:pt x="177494" y="25795"/>
                  </a:cubicBezTo>
                  <a:cubicBezTo>
                    <a:pt x="176009" y="25111"/>
                    <a:pt x="174350" y="24245"/>
                    <a:pt x="173437" y="22596"/>
                  </a:cubicBezTo>
                  <a:cubicBezTo>
                    <a:pt x="172829" y="21493"/>
                    <a:pt x="172693" y="19876"/>
                    <a:pt x="173617" y="18921"/>
                  </a:cubicBezTo>
                  <a:cubicBezTo>
                    <a:pt x="174717" y="17783"/>
                    <a:pt x="176574" y="17760"/>
                    <a:pt x="177801" y="17745"/>
                  </a:cubicBezTo>
                  <a:cubicBezTo>
                    <a:pt x="177883" y="17744"/>
                    <a:pt x="177965" y="17744"/>
                    <a:pt x="178047" y="17744"/>
                  </a:cubicBezTo>
                  <a:cubicBezTo>
                    <a:pt x="180223" y="17744"/>
                    <a:pt x="182367" y="18103"/>
                    <a:pt x="184375" y="18494"/>
                  </a:cubicBezTo>
                  <a:cubicBezTo>
                    <a:pt x="186221" y="18853"/>
                    <a:pt x="188043" y="19296"/>
                    <a:pt x="190212" y="19850"/>
                  </a:cubicBezTo>
                  <a:cubicBezTo>
                    <a:pt x="192283" y="20380"/>
                    <a:pt x="194415" y="20683"/>
                    <a:pt x="196477" y="20976"/>
                  </a:cubicBezTo>
                  <a:lnTo>
                    <a:pt x="196594" y="20993"/>
                  </a:lnTo>
                  <a:cubicBezTo>
                    <a:pt x="201071" y="21630"/>
                    <a:pt x="204978" y="21943"/>
                    <a:pt x="208576" y="21943"/>
                  </a:cubicBezTo>
                  <a:cubicBezTo>
                    <a:pt x="210156" y="21943"/>
                    <a:pt x="211676" y="21883"/>
                    <a:pt x="213159" y="21763"/>
                  </a:cubicBezTo>
                  <a:cubicBezTo>
                    <a:pt x="219481" y="21255"/>
                    <a:pt x="224648" y="19666"/>
                    <a:pt x="228956" y="16905"/>
                  </a:cubicBezTo>
                  <a:cubicBezTo>
                    <a:pt x="230892" y="15665"/>
                    <a:pt x="232689" y="14110"/>
                    <a:pt x="234294" y="12287"/>
                  </a:cubicBezTo>
                  <a:lnTo>
                    <a:pt x="234344" y="12230"/>
                  </a:lnTo>
                  <a:lnTo>
                    <a:pt x="23434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1"/>
            <p:cNvSpPr/>
            <p:nvPr/>
          </p:nvSpPr>
          <p:spPr>
            <a:xfrm>
              <a:off x="-97264" y="1162055"/>
              <a:ext cx="5171942" cy="1031731"/>
            </a:xfrm>
            <a:custGeom>
              <a:rect b="b" l="l" r="r" t="t"/>
              <a:pathLst>
                <a:path extrusionOk="0" h="25782" w="129242">
                  <a:moveTo>
                    <a:pt x="125667" y="404"/>
                  </a:moveTo>
                  <a:cubicBezTo>
                    <a:pt x="125949" y="404"/>
                    <a:pt x="126232" y="415"/>
                    <a:pt x="126514" y="437"/>
                  </a:cubicBezTo>
                  <a:cubicBezTo>
                    <a:pt x="127419" y="510"/>
                    <a:pt x="128375" y="690"/>
                    <a:pt x="128733" y="1442"/>
                  </a:cubicBezTo>
                  <a:cubicBezTo>
                    <a:pt x="127667" y="1898"/>
                    <a:pt x="126604" y="2366"/>
                    <a:pt x="125540" y="2833"/>
                  </a:cubicBezTo>
                  <a:cubicBezTo>
                    <a:pt x="121951" y="4414"/>
                    <a:pt x="118237" y="6047"/>
                    <a:pt x="114473" y="7141"/>
                  </a:cubicBezTo>
                  <a:cubicBezTo>
                    <a:pt x="113881" y="7314"/>
                    <a:pt x="113286" y="7483"/>
                    <a:pt x="112693" y="7649"/>
                  </a:cubicBezTo>
                  <a:cubicBezTo>
                    <a:pt x="110914" y="8149"/>
                    <a:pt x="109073" y="8666"/>
                    <a:pt x="107278" y="9330"/>
                  </a:cubicBezTo>
                  <a:cubicBezTo>
                    <a:pt x="105183" y="10108"/>
                    <a:pt x="102936" y="11055"/>
                    <a:pt x="100411" y="12228"/>
                  </a:cubicBezTo>
                  <a:cubicBezTo>
                    <a:pt x="97928" y="13381"/>
                    <a:pt x="95424" y="14634"/>
                    <a:pt x="93002" y="15844"/>
                  </a:cubicBezTo>
                  <a:cubicBezTo>
                    <a:pt x="86663" y="19013"/>
                    <a:pt x="80109" y="22288"/>
                    <a:pt x="73322" y="24097"/>
                  </a:cubicBezTo>
                  <a:cubicBezTo>
                    <a:pt x="70106" y="24955"/>
                    <a:pt x="66829" y="25381"/>
                    <a:pt x="63411" y="25381"/>
                  </a:cubicBezTo>
                  <a:cubicBezTo>
                    <a:pt x="61691" y="25381"/>
                    <a:pt x="59935" y="25273"/>
                    <a:pt x="58132" y="25057"/>
                  </a:cubicBezTo>
                  <a:cubicBezTo>
                    <a:pt x="54870" y="24667"/>
                    <a:pt x="51578" y="24000"/>
                    <a:pt x="48394" y="23351"/>
                  </a:cubicBezTo>
                  <a:cubicBezTo>
                    <a:pt x="46720" y="23010"/>
                    <a:pt x="44988" y="22658"/>
                    <a:pt x="43281" y="22351"/>
                  </a:cubicBezTo>
                  <a:cubicBezTo>
                    <a:pt x="38827" y="21551"/>
                    <a:pt x="34306" y="21314"/>
                    <a:pt x="29931" y="21085"/>
                  </a:cubicBezTo>
                  <a:lnTo>
                    <a:pt x="28914" y="21031"/>
                  </a:lnTo>
                  <a:cubicBezTo>
                    <a:pt x="25978" y="20874"/>
                    <a:pt x="23609" y="20501"/>
                    <a:pt x="21462" y="19855"/>
                  </a:cubicBezTo>
                  <a:cubicBezTo>
                    <a:pt x="19489" y="19259"/>
                    <a:pt x="17512" y="18432"/>
                    <a:pt x="15599" y="17635"/>
                  </a:cubicBezTo>
                  <a:cubicBezTo>
                    <a:pt x="15171" y="17457"/>
                    <a:pt x="14747" y="17279"/>
                    <a:pt x="14321" y="17105"/>
                  </a:cubicBezTo>
                  <a:cubicBezTo>
                    <a:pt x="12341" y="16286"/>
                    <a:pt x="10328" y="15433"/>
                    <a:pt x="8383" y="14606"/>
                  </a:cubicBezTo>
                  <a:cubicBezTo>
                    <a:pt x="5772" y="13497"/>
                    <a:pt x="3075" y="12349"/>
                    <a:pt x="404" y="11276"/>
                  </a:cubicBezTo>
                  <a:lnTo>
                    <a:pt x="403" y="11276"/>
                  </a:lnTo>
                  <a:lnTo>
                    <a:pt x="403" y="5584"/>
                  </a:lnTo>
                  <a:cubicBezTo>
                    <a:pt x="967" y="5874"/>
                    <a:pt x="1566" y="6170"/>
                    <a:pt x="2220" y="6484"/>
                  </a:cubicBezTo>
                  <a:cubicBezTo>
                    <a:pt x="2905" y="6811"/>
                    <a:pt x="3592" y="7131"/>
                    <a:pt x="4281" y="7450"/>
                  </a:cubicBezTo>
                  <a:cubicBezTo>
                    <a:pt x="6227" y="8357"/>
                    <a:pt x="8240" y="9293"/>
                    <a:pt x="10153" y="10412"/>
                  </a:cubicBezTo>
                  <a:cubicBezTo>
                    <a:pt x="12434" y="11746"/>
                    <a:pt x="14871" y="13148"/>
                    <a:pt x="17395" y="14337"/>
                  </a:cubicBezTo>
                  <a:cubicBezTo>
                    <a:pt x="25707" y="18255"/>
                    <a:pt x="35202" y="20169"/>
                    <a:pt x="46355" y="20169"/>
                  </a:cubicBezTo>
                  <a:cubicBezTo>
                    <a:pt x="47079" y="20169"/>
                    <a:pt x="47811" y="20161"/>
                    <a:pt x="48549" y="20145"/>
                  </a:cubicBezTo>
                  <a:cubicBezTo>
                    <a:pt x="59131" y="19914"/>
                    <a:pt x="70411" y="17805"/>
                    <a:pt x="84049" y="13504"/>
                  </a:cubicBezTo>
                  <a:cubicBezTo>
                    <a:pt x="89815" y="11685"/>
                    <a:pt x="95612" y="9562"/>
                    <a:pt x="101217" y="7507"/>
                  </a:cubicBezTo>
                  <a:cubicBezTo>
                    <a:pt x="104315" y="6374"/>
                    <a:pt x="107517" y="5200"/>
                    <a:pt x="110679" y="4091"/>
                  </a:cubicBezTo>
                  <a:cubicBezTo>
                    <a:pt x="114143" y="2876"/>
                    <a:pt x="117874" y="1648"/>
                    <a:pt x="121675" y="895"/>
                  </a:cubicBezTo>
                  <a:cubicBezTo>
                    <a:pt x="122896" y="652"/>
                    <a:pt x="124279" y="404"/>
                    <a:pt x="125667" y="404"/>
                  </a:cubicBezTo>
                  <a:close/>
                  <a:moveTo>
                    <a:pt x="125672" y="1"/>
                  </a:moveTo>
                  <a:cubicBezTo>
                    <a:pt x="124248" y="1"/>
                    <a:pt x="122839" y="252"/>
                    <a:pt x="121598" y="497"/>
                  </a:cubicBezTo>
                  <a:cubicBezTo>
                    <a:pt x="117773" y="1256"/>
                    <a:pt x="114025" y="2491"/>
                    <a:pt x="110546" y="3711"/>
                  </a:cubicBezTo>
                  <a:cubicBezTo>
                    <a:pt x="107384" y="4820"/>
                    <a:pt x="104179" y="5993"/>
                    <a:pt x="101080" y="7129"/>
                  </a:cubicBezTo>
                  <a:cubicBezTo>
                    <a:pt x="95477" y="9180"/>
                    <a:pt x="89685" y="11305"/>
                    <a:pt x="83929" y="13120"/>
                  </a:cubicBezTo>
                  <a:cubicBezTo>
                    <a:pt x="70328" y="17407"/>
                    <a:pt x="59084" y="19512"/>
                    <a:pt x="48540" y="19742"/>
                  </a:cubicBezTo>
                  <a:cubicBezTo>
                    <a:pt x="47811" y="19758"/>
                    <a:pt x="47089" y="19766"/>
                    <a:pt x="46374" y="19766"/>
                  </a:cubicBezTo>
                  <a:cubicBezTo>
                    <a:pt x="35268" y="19766"/>
                    <a:pt x="25827" y="17865"/>
                    <a:pt x="17567" y="13971"/>
                  </a:cubicBezTo>
                  <a:cubicBezTo>
                    <a:pt x="15057" y="12788"/>
                    <a:pt x="12628" y="11391"/>
                    <a:pt x="10355" y="10062"/>
                  </a:cubicBezTo>
                  <a:cubicBezTo>
                    <a:pt x="8426" y="8935"/>
                    <a:pt x="6404" y="7993"/>
                    <a:pt x="4448" y="7084"/>
                  </a:cubicBezTo>
                  <a:cubicBezTo>
                    <a:pt x="3762" y="6767"/>
                    <a:pt x="3076" y="6447"/>
                    <a:pt x="2395" y="6120"/>
                  </a:cubicBezTo>
                  <a:cubicBezTo>
                    <a:pt x="1626" y="5754"/>
                    <a:pt x="940" y="5411"/>
                    <a:pt x="294" y="5075"/>
                  </a:cubicBezTo>
                  <a:lnTo>
                    <a:pt x="0" y="4921"/>
                  </a:lnTo>
                  <a:lnTo>
                    <a:pt x="0" y="11545"/>
                  </a:lnTo>
                  <a:lnTo>
                    <a:pt x="126" y="11595"/>
                  </a:lnTo>
                  <a:cubicBezTo>
                    <a:pt x="2833" y="12684"/>
                    <a:pt x="5574" y="13848"/>
                    <a:pt x="8224" y="14973"/>
                  </a:cubicBezTo>
                  <a:cubicBezTo>
                    <a:pt x="10170" y="15801"/>
                    <a:pt x="12184" y="16656"/>
                    <a:pt x="14167" y="17473"/>
                  </a:cubicBezTo>
                  <a:cubicBezTo>
                    <a:pt x="14591" y="17649"/>
                    <a:pt x="15016" y="17828"/>
                    <a:pt x="15441" y="18003"/>
                  </a:cubicBezTo>
                  <a:cubicBezTo>
                    <a:pt x="17363" y="18808"/>
                    <a:pt x="19349" y="19638"/>
                    <a:pt x="21344" y="20238"/>
                  </a:cubicBezTo>
                  <a:cubicBezTo>
                    <a:pt x="23523" y="20895"/>
                    <a:pt x="25922" y="21274"/>
                    <a:pt x="28892" y="21431"/>
                  </a:cubicBezTo>
                  <a:lnTo>
                    <a:pt x="29910" y="21485"/>
                  </a:lnTo>
                  <a:cubicBezTo>
                    <a:pt x="34272" y="21714"/>
                    <a:pt x="38783" y="21950"/>
                    <a:pt x="43209" y="22746"/>
                  </a:cubicBezTo>
                  <a:cubicBezTo>
                    <a:pt x="44912" y="23053"/>
                    <a:pt x="46641" y="23406"/>
                    <a:pt x="48313" y="23744"/>
                  </a:cubicBezTo>
                  <a:cubicBezTo>
                    <a:pt x="51505" y="24393"/>
                    <a:pt x="54806" y="25065"/>
                    <a:pt x="58085" y="25456"/>
                  </a:cubicBezTo>
                  <a:cubicBezTo>
                    <a:pt x="59905" y="25673"/>
                    <a:pt x="61677" y="25782"/>
                    <a:pt x="63414" y="25782"/>
                  </a:cubicBezTo>
                  <a:cubicBezTo>
                    <a:pt x="66866" y="25782"/>
                    <a:pt x="70177" y="25352"/>
                    <a:pt x="73425" y="24486"/>
                  </a:cubicBezTo>
                  <a:cubicBezTo>
                    <a:pt x="80253" y="22666"/>
                    <a:pt x="86826" y="19379"/>
                    <a:pt x="93183" y="16202"/>
                  </a:cubicBezTo>
                  <a:cubicBezTo>
                    <a:pt x="95603" y="14991"/>
                    <a:pt x="98105" y="13741"/>
                    <a:pt x="100582" y="12591"/>
                  </a:cubicBezTo>
                  <a:cubicBezTo>
                    <a:pt x="103097" y="11422"/>
                    <a:pt x="105333" y="10479"/>
                    <a:pt x="107419" y="9706"/>
                  </a:cubicBezTo>
                  <a:cubicBezTo>
                    <a:pt x="109198" y="9046"/>
                    <a:pt x="111031" y="8532"/>
                    <a:pt x="112803" y="8033"/>
                  </a:cubicBezTo>
                  <a:cubicBezTo>
                    <a:pt x="113399" y="7867"/>
                    <a:pt x="113993" y="7699"/>
                    <a:pt x="114588" y="7526"/>
                  </a:cubicBezTo>
                  <a:cubicBezTo>
                    <a:pt x="118376" y="6424"/>
                    <a:pt x="122102" y="4784"/>
                    <a:pt x="125704" y="3199"/>
                  </a:cubicBezTo>
                  <a:cubicBezTo>
                    <a:pt x="126826" y="2705"/>
                    <a:pt x="127947" y="2212"/>
                    <a:pt x="129073" y="1733"/>
                  </a:cubicBezTo>
                  <a:lnTo>
                    <a:pt x="129242" y="1662"/>
                  </a:lnTo>
                  <a:lnTo>
                    <a:pt x="129185" y="1488"/>
                  </a:lnTo>
                  <a:cubicBezTo>
                    <a:pt x="128775" y="216"/>
                    <a:pt x="127216" y="89"/>
                    <a:pt x="126549" y="34"/>
                  </a:cubicBezTo>
                  <a:cubicBezTo>
                    <a:pt x="126257" y="11"/>
                    <a:pt x="125964" y="1"/>
                    <a:pt x="1256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1"/>
            <p:cNvSpPr/>
            <p:nvPr/>
          </p:nvSpPr>
          <p:spPr>
            <a:xfrm>
              <a:off x="-97184" y="1487081"/>
              <a:ext cx="9378021" cy="2233737"/>
            </a:xfrm>
            <a:custGeom>
              <a:rect b="b" l="l" r="r" t="t"/>
              <a:pathLst>
                <a:path extrusionOk="0" h="55819" w="234348">
                  <a:moveTo>
                    <a:pt x="144981" y="403"/>
                  </a:moveTo>
                  <a:cubicBezTo>
                    <a:pt x="150962" y="403"/>
                    <a:pt x="156924" y="882"/>
                    <a:pt x="162787" y="1836"/>
                  </a:cubicBezTo>
                  <a:cubicBezTo>
                    <a:pt x="170740" y="3127"/>
                    <a:pt x="179016" y="5583"/>
                    <a:pt x="189615" y="9797"/>
                  </a:cubicBezTo>
                  <a:cubicBezTo>
                    <a:pt x="198427" y="13299"/>
                    <a:pt x="207411" y="17431"/>
                    <a:pt x="216323" y="22082"/>
                  </a:cubicBezTo>
                  <a:lnTo>
                    <a:pt x="218254" y="23088"/>
                  </a:lnTo>
                  <a:cubicBezTo>
                    <a:pt x="223483" y="25804"/>
                    <a:pt x="228885" y="28612"/>
                    <a:pt x="233942" y="32005"/>
                  </a:cubicBezTo>
                  <a:lnTo>
                    <a:pt x="233942" y="40242"/>
                  </a:lnTo>
                  <a:cubicBezTo>
                    <a:pt x="230357" y="38005"/>
                    <a:pt x="227378" y="36353"/>
                    <a:pt x="224590" y="35054"/>
                  </a:cubicBezTo>
                  <a:cubicBezTo>
                    <a:pt x="215470" y="30808"/>
                    <a:pt x="205746" y="28155"/>
                    <a:pt x="196343" y="25590"/>
                  </a:cubicBezTo>
                  <a:cubicBezTo>
                    <a:pt x="195383" y="25330"/>
                    <a:pt x="194423" y="25067"/>
                    <a:pt x="193466" y="24804"/>
                  </a:cubicBezTo>
                  <a:cubicBezTo>
                    <a:pt x="172307" y="18995"/>
                    <a:pt x="155262" y="16255"/>
                    <a:pt x="139723" y="16255"/>
                  </a:cubicBezTo>
                  <a:cubicBezTo>
                    <a:pt x="136241" y="16255"/>
                    <a:pt x="132834" y="16392"/>
                    <a:pt x="129473" y="16664"/>
                  </a:cubicBezTo>
                  <a:cubicBezTo>
                    <a:pt x="117659" y="17617"/>
                    <a:pt x="108992" y="19950"/>
                    <a:pt x="101363" y="24225"/>
                  </a:cubicBezTo>
                  <a:cubicBezTo>
                    <a:pt x="95848" y="27316"/>
                    <a:pt x="90586" y="31262"/>
                    <a:pt x="85495" y="35080"/>
                  </a:cubicBezTo>
                  <a:cubicBezTo>
                    <a:pt x="82539" y="37296"/>
                    <a:pt x="79484" y="39588"/>
                    <a:pt x="76413" y="41684"/>
                  </a:cubicBezTo>
                  <a:cubicBezTo>
                    <a:pt x="71394" y="45113"/>
                    <a:pt x="67146" y="47471"/>
                    <a:pt x="63039" y="49108"/>
                  </a:cubicBezTo>
                  <a:cubicBezTo>
                    <a:pt x="58787" y="50804"/>
                    <a:pt x="54022" y="52109"/>
                    <a:pt x="48045" y="53216"/>
                  </a:cubicBezTo>
                  <a:cubicBezTo>
                    <a:pt x="40031" y="54703"/>
                    <a:pt x="31384" y="55416"/>
                    <a:pt x="21189" y="55416"/>
                  </a:cubicBezTo>
                  <a:cubicBezTo>
                    <a:pt x="19290" y="55416"/>
                    <a:pt x="17337" y="55391"/>
                    <a:pt x="15325" y="55342"/>
                  </a:cubicBezTo>
                  <a:cubicBezTo>
                    <a:pt x="9761" y="55207"/>
                    <a:pt x="4879" y="54966"/>
                    <a:pt x="402" y="54612"/>
                  </a:cubicBezTo>
                  <a:lnTo>
                    <a:pt x="407" y="54612"/>
                  </a:lnTo>
                  <a:lnTo>
                    <a:pt x="407" y="49284"/>
                  </a:lnTo>
                  <a:cubicBezTo>
                    <a:pt x="817" y="49421"/>
                    <a:pt x="1230" y="49561"/>
                    <a:pt x="1643" y="49700"/>
                  </a:cubicBezTo>
                  <a:cubicBezTo>
                    <a:pt x="4359" y="50619"/>
                    <a:pt x="7168" y="51566"/>
                    <a:pt x="9980" y="52235"/>
                  </a:cubicBezTo>
                  <a:cubicBezTo>
                    <a:pt x="12206" y="52763"/>
                    <a:pt x="14788" y="53377"/>
                    <a:pt x="17344" y="53377"/>
                  </a:cubicBezTo>
                  <a:cubicBezTo>
                    <a:pt x="18683" y="53377"/>
                    <a:pt x="20014" y="53208"/>
                    <a:pt x="21283" y="52772"/>
                  </a:cubicBezTo>
                  <a:cubicBezTo>
                    <a:pt x="22931" y="52205"/>
                    <a:pt x="23878" y="51164"/>
                    <a:pt x="24025" y="49761"/>
                  </a:cubicBezTo>
                  <a:cubicBezTo>
                    <a:pt x="24231" y="47784"/>
                    <a:pt x="23055" y="45926"/>
                    <a:pt x="21802" y="44960"/>
                  </a:cubicBezTo>
                  <a:cubicBezTo>
                    <a:pt x="20124" y="43670"/>
                    <a:pt x="18067" y="43236"/>
                    <a:pt x="16094" y="42961"/>
                  </a:cubicBezTo>
                  <a:cubicBezTo>
                    <a:pt x="13968" y="42663"/>
                    <a:pt x="11797" y="42629"/>
                    <a:pt x="9701" y="42596"/>
                  </a:cubicBezTo>
                  <a:lnTo>
                    <a:pt x="9254" y="42589"/>
                  </a:lnTo>
                  <a:cubicBezTo>
                    <a:pt x="6994" y="42550"/>
                    <a:pt x="4310" y="42346"/>
                    <a:pt x="1553" y="41105"/>
                  </a:cubicBezTo>
                  <a:cubicBezTo>
                    <a:pt x="1170" y="40933"/>
                    <a:pt x="784" y="40741"/>
                    <a:pt x="402" y="40534"/>
                  </a:cubicBezTo>
                  <a:lnTo>
                    <a:pt x="402" y="31531"/>
                  </a:lnTo>
                  <a:cubicBezTo>
                    <a:pt x="6844" y="32915"/>
                    <a:pt x="13326" y="34726"/>
                    <a:pt x="19599" y="36477"/>
                  </a:cubicBezTo>
                  <a:cubicBezTo>
                    <a:pt x="22674" y="37335"/>
                    <a:pt x="25850" y="38224"/>
                    <a:pt x="28985" y="39049"/>
                  </a:cubicBezTo>
                  <a:cubicBezTo>
                    <a:pt x="36397" y="41005"/>
                    <a:pt x="46195" y="43249"/>
                    <a:pt x="56268" y="43249"/>
                  </a:cubicBezTo>
                  <a:lnTo>
                    <a:pt x="56298" y="43249"/>
                  </a:lnTo>
                  <a:cubicBezTo>
                    <a:pt x="60549" y="43247"/>
                    <a:pt x="65413" y="43043"/>
                    <a:pt x="69372" y="40633"/>
                  </a:cubicBezTo>
                  <a:cubicBezTo>
                    <a:pt x="71055" y="39609"/>
                    <a:pt x="72214" y="38269"/>
                    <a:pt x="72821" y="36652"/>
                  </a:cubicBezTo>
                  <a:cubicBezTo>
                    <a:pt x="73454" y="34967"/>
                    <a:pt x="73654" y="32595"/>
                    <a:pt x="72675" y="31095"/>
                  </a:cubicBezTo>
                  <a:cubicBezTo>
                    <a:pt x="71475" y="29255"/>
                    <a:pt x="69235" y="29002"/>
                    <a:pt x="67193" y="29002"/>
                  </a:cubicBezTo>
                  <a:lnTo>
                    <a:pt x="67163" y="29002"/>
                  </a:lnTo>
                  <a:cubicBezTo>
                    <a:pt x="64338" y="29005"/>
                    <a:pt x="61485" y="29632"/>
                    <a:pt x="59033" y="30219"/>
                  </a:cubicBezTo>
                  <a:cubicBezTo>
                    <a:pt x="58197" y="30419"/>
                    <a:pt x="57351" y="30648"/>
                    <a:pt x="56532" y="30868"/>
                  </a:cubicBezTo>
                  <a:cubicBezTo>
                    <a:pt x="55224" y="31222"/>
                    <a:pt x="53869" y="31587"/>
                    <a:pt x="52529" y="31845"/>
                  </a:cubicBezTo>
                  <a:cubicBezTo>
                    <a:pt x="48490" y="32626"/>
                    <a:pt x="44235" y="33024"/>
                    <a:pt x="39894" y="33024"/>
                  </a:cubicBezTo>
                  <a:cubicBezTo>
                    <a:pt x="39863" y="33024"/>
                    <a:pt x="39832" y="33024"/>
                    <a:pt x="39801" y="33024"/>
                  </a:cubicBezTo>
                  <a:cubicBezTo>
                    <a:pt x="26833" y="33011"/>
                    <a:pt x="13576" y="29869"/>
                    <a:pt x="402" y="23687"/>
                  </a:cubicBezTo>
                  <a:lnTo>
                    <a:pt x="402" y="6011"/>
                  </a:lnTo>
                  <a:cubicBezTo>
                    <a:pt x="1635" y="6344"/>
                    <a:pt x="2827" y="6712"/>
                    <a:pt x="3952" y="7104"/>
                  </a:cubicBezTo>
                  <a:cubicBezTo>
                    <a:pt x="7474" y="8330"/>
                    <a:pt x="10930" y="10023"/>
                    <a:pt x="14269" y="11659"/>
                  </a:cubicBezTo>
                  <a:cubicBezTo>
                    <a:pt x="15159" y="12095"/>
                    <a:pt x="16051" y="12530"/>
                    <a:pt x="16944" y="12959"/>
                  </a:cubicBezTo>
                  <a:cubicBezTo>
                    <a:pt x="21849" y="15315"/>
                    <a:pt x="26184" y="17153"/>
                    <a:pt x="30193" y="18579"/>
                  </a:cubicBezTo>
                  <a:cubicBezTo>
                    <a:pt x="37329" y="21116"/>
                    <a:pt x="44835" y="22386"/>
                    <a:pt x="52799" y="22386"/>
                  </a:cubicBezTo>
                  <a:cubicBezTo>
                    <a:pt x="62775" y="22386"/>
                    <a:pt x="73472" y="20393"/>
                    <a:pt x="85065" y="16400"/>
                  </a:cubicBezTo>
                  <a:cubicBezTo>
                    <a:pt x="89374" y="14915"/>
                    <a:pt x="93852" y="13162"/>
                    <a:pt x="98753" y="11037"/>
                  </a:cubicBezTo>
                  <a:cubicBezTo>
                    <a:pt x="99763" y="10600"/>
                    <a:pt x="100773" y="10151"/>
                    <a:pt x="101781" y="9706"/>
                  </a:cubicBezTo>
                  <a:cubicBezTo>
                    <a:pt x="104805" y="8364"/>
                    <a:pt x="107933" y="6975"/>
                    <a:pt x="111082" y="5882"/>
                  </a:cubicBezTo>
                  <a:cubicBezTo>
                    <a:pt x="119135" y="3086"/>
                    <a:pt x="127851" y="1338"/>
                    <a:pt x="136984" y="688"/>
                  </a:cubicBezTo>
                  <a:cubicBezTo>
                    <a:pt x="139649" y="498"/>
                    <a:pt x="142317" y="403"/>
                    <a:pt x="144981" y="403"/>
                  </a:cubicBezTo>
                  <a:close/>
                  <a:moveTo>
                    <a:pt x="144959" y="1"/>
                  </a:moveTo>
                  <a:cubicBezTo>
                    <a:pt x="142293" y="1"/>
                    <a:pt x="139623" y="96"/>
                    <a:pt x="136956" y="285"/>
                  </a:cubicBezTo>
                  <a:cubicBezTo>
                    <a:pt x="127785" y="938"/>
                    <a:pt x="119037" y="2693"/>
                    <a:pt x="110949" y="5501"/>
                  </a:cubicBezTo>
                  <a:cubicBezTo>
                    <a:pt x="107786" y="6599"/>
                    <a:pt x="104650" y="7991"/>
                    <a:pt x="101618" y="9337"/>
                  </a:cubicBezTo>
                  <a:cubicBezTo>
                    <a:pt x="100610" y="9784"/>
                    <a:pt x="99605" y="10230"/>
                    <a:pt x="98594" y="10669"/>
                  </a:cubicBezTo>
                  <a:cubicBezTo>
                    <a:pt x="93702" y="12788"/>
                    <a:pt x="89236" y="14538"/>
                    <a:pt x="84935" y="16020"/>
                  </a:cubicBezTo>
                  <a:cubicBezTo>
                    <a:pt x="73384" y="19997"/>
                    <a:pt x="62731" y="21983"/>
                    <a:pt x="52798" y="21983"/>
                  </a:cubicBezTo>
                  <a:cubicBezTo>
                    <a:pt x="44880" y="21983"/>
                    <a:pt x="37420" y="20721"/>
                    <a:pt x="30329" y="18200"/>
                  </a:cubicBezTo>
                  <a:cubicBezTo>
                    <a:pt x="26334" y="16780"/>
                    <a:pt x="22012" y="14948"/>
                    <a:pt x="17118" y="12599"/>
                  </a:cubicBezTo>
                  <a:cubicBezTo>
                    <a:pt x="16225" y="12172"/>
                    <a:pt x="15335" y="11736"/>
                    <a:pt x="14448" y="11300"/>
                  </a:cubicBezTo>
                  <a:cubicBezTo>
                    <a:pt x="11097" y="9658"/>
                    <a:pt x="7631" y="7961"/>
                    <a:pt x="4086" y="6726"/>
                  </a:cubicBezTo>
                  <a:cubicBezTo>
                    <a:pt x="2874" y="6305"/>
                    <a:pt x="1587" y="5911"/>
                    <a:pt x="257" y="5556"/>
                  </a:cubicBezTo>
                  <a:lnTo>
                    <a:pt x="2" y="5489"/>
                  </a:lnTo>
                  <a:lnTo>
                    <a:pt x="2" y="23947"/>
                  </a:lnTo>
                  <a:lnTo>
                    <a:pt x="118" y="24001"/>
                  </a:lnTo>
                  <a:cubicBezTo>
                    <a:pt x="13383" y="30245"/>
                    <a:pt x="26736" y="33418"/>
                    <a:pt x="39802" y="33430"/>
                  </a:cubicBezTo>
                  <a:cubicBezTo>
                    <a:pt x="39862" y="33430"/>
                    <a:pt x="39922" y="33430"/>
                    <a:pt x="39983" y="33430"/>
                  </a:cubicBezTo>
                  <a:cubicBezTo>
                    <a:pt x="44319" y="33430"/>
                    <a:pt x="48571" y="33023"/>
                    <a:pt x="52607" y="32244"/>
                  </a:cubicBezTo>
                  <a:cubicBezTo>
                    <a:pt x="53961" y="31982"/>
                    <a:pt x="55324" y="31615"/>
                    <a:pt x="56640" y="31261"/>
                  </a:cubicBezTo>
                  <a:cubicBezTo>
                    <a:pt x="57454" y="31041"/>
                    <a:pt x="58297" y="30815"/>
                    <a:pt x="59127" y="30616"/>
                  </a:cubicBezTo>
                  <a:cubicBezTo>
                    <a:pt x="61559" y="30033"/>
                    <a:pt x="64382" y="29412"/>
                    <a:pt x="67164" y="29409"/>
                  </a:cubicBezTo>
                  <a:cubicBezTo>
                    <a:pt x="67187" y="29409"/>
                    <a:pt x="67210" y="29409"/>
                    <a:pt x="67233" y="29409"/>
                  </a:cubicBezTo>
                  <a:cubicBezTo>
                    <a:pt x="69147" y="29409"/>
                    <a:pt x="71252" y="29651"/>
                    <a:pt x="72340" y="31318"/>
                  </a:cubicBezTo>
                  <a:cubicBezTo>
                    <a:pt x="73241" y="32701"/>
                    <a:pt x="73043" y="34924"/>
                    <a:pt x="72447" y="36513"/>
                  </a:cubicBezTo>
                  <a:cubicBezTo>
                    <a:pt x="71871" y="38046"/>
                    <a:pt x="70768" y="39317"/>
                    <a:pt x="69163" y="40292"/>
                  </a:cubicBezTo>
                  <a:cubicBezTo>
                    <a:pt x="65293" y="42649"/>
                    <a:pt x="60492" y="42849"/>
                    <a:pt x="56298" y="42850"/>
                  </a:cubicBezTo>
                  <a:lnTo>
                    <a:pt x="56268" y="42850"/>
                  </a:lnTo>
                  <a:cubicBezTo>
                    <a:pt x="46241" y="42850"/>
                    <a:pt x="36475" y="40614"/>
                    <a:pt x="29086" y="38666"/>
                  </a:cubicBezTo>
                  <a:cubicBezTo>
                    <a:pt x="25956" y="37839"/>
                    <a:pt x="22778" y="36952"/>
                    <a:pt x="19706" y="36095"/>
                  </a:cubicBezTo>
                  <a:cubicBezTo>
                    <a:pt x="13350" y="34319"/>
                    <a:pt x="6776" y="32482"/>
                    <a:pt x="244" y="31089"/>
                  </a:cubicBezTo>
                  <a:lnTo>
                    <a:pt x="1" y="31038"/>
                  </a:lnTo>
                  <a:lnTo>
                    <a:pt x="1" y="40777"/>
                  </a:lnTo>
                  <a:lnTo>
                    <a:pt x="105" y="40834"/>
                  </a:lnTo>
                  <a:cubicBezTo>
                    <a:pt x="528" y="41068"/>
                    <a:pt x="960" y="41284"/>
                    <a:pt x="1387" y="41477"/>
                  </a:cubicBezTo>
                  <a:cubicBezTo>
                    <a:pt x="4210" y="42747"/>
                    <a:pt x="6945" y="42957"/>
                    <a:pt x="9247" y="42996"/>
                  </a:cubicBezTo>
                  <a:lnTo>
                    <a:pt x="9694" y="43003"/>
                  </a:lnTo>
                  <a:cubicBezTo>
                    <a:pt x="11777" y="43036"/>
                    <a:pt x="13933" y="43072"/>
                    <a:pt x="16035" y="43364"/>
                  </a:cubicBezTo>
                  <a:cubicBezTo>
                    <a:pt x="17956" y="43633"/>
                    <a:pt x="19953" y="44050"/>
                    <a:pt x="21555" y="45283"/>
                  </a:cubicBezTo>
                  <a:cubicBezTo>
                    <a:pt x="22721" y="46179"/>
                    <a:pt x="23812" y="47901"/>
                    <a:pt x="23624" y="49723"/>
                  </a:cubicBezTo>
                  <a:cubicBezTo>
                    <a:pt x="23492" y="50977"/>
                    <a:pt x="22661" y="51876"/>
                    <a:pt x="21149" y="52395"/>
                  </a:cubicBezTo>
                  <a:cubicBezTo>
                    <a:pt x="19929" y="52815"/>
                    <a:pt x="18642" y="52977"/>
                    <a:pt x="17343" y="52977"/>
                  </a:cubicBezTo>
                  <a:cubicBezTo>
                    <a:pt x="14829" y="52977"/>
                    <a:pt x="12272" y="52369"/>
                    <a:pt x="10068" y="51847"/>
                  </a:cubicBezTo>
                  <a:cubicBezTo>
                    <a:pt x="7275" y="51184"/>
                    <a:pt x="4475" y="50237"/>
                    <a:pt x="1767" y="49323"/>
                  </a:cubicBezTo>
                  <a:cubicBezTo>
                    <a:pt x="1267" y="49155"/>
                    <a:pt x="767" y="48985"/>
                    <a:pt x="265" y="48818"/>
                  </a:cubicBezTo>
                  <a:lnTo>
                    <a:pt x="1" y="48728"/>
                  </a:lnTo>
                  <a:lnTo>
                    <a:pt x="1" y="54985"/>
                  </a:lnTo>
                  <a:lnTo>
                    <a:pt x="187" y="54999"/>
                  </a:lnTo>
                  <a:cubicBezTo>
                    <a:pt x="4720" y="55364"/>
                    <a:pt x="9668" y="55608"/>
                    <a:pt x="15316" y="55745"/>
                  </a:cubicBezTo>
                  <a:cubicBezTo>
                    <a:pt x="17327" y="55794"/>
                    <a:pt x="19280" y="55818"/>
                    <a:pt x="21180" y="55818"/>
                  </a:cubicBezTo>
                  <a:cubicBezTo>
                    <a:pt x="31405" y="55818"/>
                    <a:pt x="40078" y="55104"/>
                    <a:pt x="48122" y="53615"/>
                  </a:cubicBezTo>
                  <a:cubicBezTo>
                    <a:pt x="54125" y="52502"/>
                    <a:pt x="58913" y="51189"/>
                    <a:pt x="63191" y="49484"/>
                  </a:cubicBezTo>
                  <a:cubicBezTo>
                    <a:pt x="67326" y="47835"/>
                    <a:pt x="71599" y="45463"/>
                    <a:pt x="76643" y="42018"/>
                  </a:cubicBezTo>
                  <a:cubicBezTo>
                    <a:pt x="79721" y="39917"/>
                    <a:pt x="82780" y="37621"/>
                    <a:pt x="85739" y="35403"/>
                  </a:cubicBezTo>
                  <a:cubicBezTo>
                    <a:pt x="90819" y="31594"/>
                    <a:pt x="96072" y="27654"/>
                    <a:pt x="101563" y="24578"/>
                  </a:cubicBezTo>
                  <a:cubicBezTo>
                    <a:pt x="109139" y="20330"/>
                    <a:pt x="117758" y="18014"/>
                    <a:pt x="129508" y="17065"/>
                  </a:cubicBezTo>
                  <a:cubicBezTo>
                    <a:pt x="132858" y="16795"/>
                    <a:pt x="136254" y="16658"/>
                    <a:pt x="139725" y="16658"/>
                  </a:cubicBezTo>
                  <a:cubicBezTo>
                    <a:pt x="155229" y="16658"/>
                    <a:pt x="172239" y="19393"/>
                    <a:pt x="193363" y="25194"/>
                  </a:cubicBezTo>
                  <a:cubicBezTo>
                    <a:pt x="194320" y="25456"/>
                    <a:pt x="195279" y="25717"/>
                    <a:pt x="196240" y="25980"/>
                  </a:cubicBezTo>
                  <a:cubicBezTo>
                    <a:pt x="205628" y="28540"/>
                    <a:pt x="215334" y="31188"/>
                    <a:pt x="224421" y="35420"/>
                  </a:cubicBezTo>
                  <a:cubicBezTo>
                    <a:pt x="227275" y="36749"/>
                    <a:pt x="230329" y="38452"/>
                    <a:pt x="234037" y="40778"/>
                  </a:cubicBezTo>
                  <a:lnTo>
                    <a:pt x="234347" y="40971"/>
                  </a:lnTo>
                  <a:lnTo>
                    <a:pt x="234347" y="31794"/>
                  </a:lnTo>
                  <a:lnTo>
                    <a:pt x="234257" y="31734"/>
                  </a:lnTo>
                  <a:cubicBezTo>
                    <a:pt x="229156" y="28302"/>
                    <a:pt x="223710" y="25471"/>
                    <a:pt x="218442" y="22732"/>
                  </a:cubicBezTo>
                  <a:lnTo>
                    <a:pt x="216510" y="21728"/>
                  </a:lnTo>
                  <a:cubicBezTo>
                    <a:pt x="207587" y="17070"/>
                    <a:pt x="198587" y="12930"/>
                    <a:pt x="189764" y="9423"/>
                  </a:cubicBezTo>
                  <a:cubicBezTo>
                    <a:pt x="179135" y="5199"/>
                    <a:pt x="170836" y="2739"/>
                    <a:pt x="162852" y="1440"/>
                  </a:cubicBezTo>
                  <a:cubicBezTo>
                    <a:pt x="156959" y="482"/>
                    <a:pt x="150969" y="1"/>
                    <a:pt x="1449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1"/>
            <p:cNvSpPr/>
            <p:nvPr/>
          </p:nvSpPr>
          <p:spPr>
            <a:xfrm>
              <a:off x="4303273" y="2401574"/>
              <a:ext cx="4977457" cy="2219891"/>
            </a:xfrm>
            <a:custGeom>
              <a:rect b="b" l="l" r="r" t="t"/>
              <a:pathLst>
                <a:path extrusionOk="0" h="55473" w="124382">
                  <a:moveTo>
                    <a:pt x="25918" y="402"/>
                  </a:moveTo>
                  <a:cubicBezTo>
                    <a:pt x="36041" y="402"/>
                    <a:pt x="47026" y="1991"/>
                    <a:pt x="60462" y="5393"/>
                  </a:cubicBezTo>
                  <a:cubicBezTo>
                    <a:pt x="70856" y="8024"/>
                    <a:pt x="81175" y="11807"/>
                    <a:pt x="91155" y="15464"/>
                  </a:cubicBezTo>
                  <a:cubicBezTo>
                    <a:pt x="92391" y="15917"/>
                    <a:pt x="93627" y="16369"/>
                    <a:pt x="94863" y="16822"/>
                  </a:cubicBezTo>
                  <a:lnTo>
                    <a:pt x="95647" y="17108"/>
                  </a:lnTo>
                  <a:cubicBezTo>
                    <a:pt x="105319" y="20631"/>
                    <a:pt x="115319" y="24277"/>
                    <a:pt x="123981" y="30890"/>
                  </a:cubicBezTo>
                  <a:lnTo>
                    <a:pt x="123981" y="53695"/>
                  </a:lnTo>
                  <a:cubicBezTo>
                    <a:pt x="123931" y="53594"/>
                    <a:pt x="123881" y="53490"/>
                    <a:pt x="123831" y="53388"/>
                  </a:cubicBezTo>
                  <a:cubicBezTo>
                    <a:pt x="121216" y="48116"/>
                    <a:pt x="118223" y="43645"/>
                    <a:pt x="114937" y="40100"/>
                  </a:cubicBezTo>
                  <a:cubicBezTo>
                    <a:pt x="110571" y="35392"/>
                    <a:pt x="105339" y="32142"/>
                    <a:pt x="101268" y="29834"/>
                  </a:cubicBezTo>
                  <a:cubicBezTo>
                    <a:pt x="91058" y="24049"/>
                    <a:pt x="80265" y="20787"/>
                    <a:pt x="69187" y="20137"/>
                  </a:cubicBezTo>
                  <a:cubicBezTo>
                    <a:pt x="67907" y="20061"/>
                    <a:pt x="66618" y="20024"/>
                    <a:pt x="65319" y="20024"/>
                  </a:cubicBezTo>
                  <a:cubicBezTo>
                    <a:pt x="61141" y="20024"/>
                    <a:pt x="56870" y="20411"/>
                    <a:pt x="52577" y="21181"/>
                  </a:cubicBezTo>
                  <a:cubicBezTo>
                    <a:pt x="48332" y="21940"/>
                    <a:pt x="44099" y="23239"/>
                    <a:pt x="40004" y="24495"/>
                  </a:cubicBezTo>
                  <a:cubicBezTo>
                    <a:pt x="38744" y="24880"/>
                    <a:pt x="37484" y="25268"/>
                    <a:pt x="36221" y="25639"/>
                  </a:cubicBezTo>
                  <a:cubicBezTo>
                    <a:pt x="30814" y="27232"/>
                    <a:pt x="25249" y="28662"/>
                    <a:pt x="19858" y="28662"/>
                  </a:cubicBezTo>
                  <a:cubicBezTo>
                    <a:pt x="15618" y="28662"/>
                    <a:pt x="11486" y="27778"/>
                    <a:pt x="7624" y="25392"/>
                  </a:cubicBezTo>
                  <a:cubicBezTo>
                    <a:pt x="1653" y="21703"/>
                    <a:pt x="639" y="17073"/>
                    <a:pt x="567" y="14640"/>
                  </a:cubicBezTo>
                  <a:cubicBezTo>
                    <a:pt x="413" y="9480"/>
                    <a:pt x="3668" y="6464"/>
                    <a:pt x="5623" y="5124"/>
                  </a:cubicBezTo>
                  <a:cubicBezTo>
                    <a:pt x="9015" y="2801"/>
                    <a:pt x="12910" y="1856"/>
                    <a:pt x="15924" y="1292"/>
                  </a:cubicBezTo>
                  <a:cubicBezTo>
                    <a:pt x="19039" y="709"/>
                    <a:pt x="22328" y="409"/>
                    <a:pt x="25700" y="402"/>
                  </a:cubicBezTo>
                  <a:close/>
                  <a:moveTo>
                    <a:pt x="25696" y="0"/>
                  </a:moveTo>
                  <a:cubicBezTo>
                    <a:pt x="22298" y="9"/>
                    <a:pt x="18984" y="309"/>
                    <a:pt x="15846" y="896"/>
                  </a:cubicBezTo>
                  <a:cubicBezTo>
                    <a:pt x="12791" y="1468"/>
                    <a:pt x="8843" y="2428"/>
                    <a:pt x="5390" y="4792"/>
                  </a:cubicBezTo>
                  <a:cubicBezTo>
                    <a:pt x="3368" y="6176"/>
                    <a:pt x="0" y="9300"/>
                    <a:pt x="160" y="14653"/>
                  </a:cubicBezTo>
                  <a:cubicBezTo>
                    <a:pt x="236" y="17166"/>
                    <a:pt x="1277" y="21947"/>
                    <a:pt x="7409" y="25735"/>
                  </a:cubicBezTo>
                  <a:cubicBezTo>
                    <a:pt x="11344" y="28167"/>
                    <a:pt x="15543" y="29067"/>
                    <a:pt x="19845" y="29067"/>
                  </a:cubicBezTo>
                  <a:cubicBezTo>
                    <a:pt x="25284" y="29067"/>
                    <a:pt x="30887" y="27628"/>
                    <a:pt x="36329" y="26025"/>
                  </a:cubicBezTo>
                  <a:cubicBezTo>
                    <a:pt x="37594" y="25653"/>
                    <a:pt x="38857" y="25265"/>
                    <a:pt x="40120" y="24877"/>
                  </a:cubicBezTo>
                  <a:cubicBezTo>
                    <a:pt x="44202" y="23626"/>
                    <a:pt x="48423" y="22331"/>
                    <a:pt x="52645" y="21575"/>
                  </a:cubicBezTo>
                  <a:cubicBezTo>
                    <a:pt x="56919" y="20811"/>
                    <a:pt x="61167" y="20426"/>
                    <a:pt x="65320" y="20426"/>
                  </a:cubicBezTo>
                  <a:cubicBezTo>
                    <a:pt x="66611" y="20426"/>
                    <a:pt x="67892" y="20464"/>
                    <a:pt x="69163" y="20538"/>
                  </a:cubicBezTo>
                  <a:cubicBezTo>
                    <a:pt x="80177" y="21183"/>
                    <a:pt x="90911" y="24429"/>
                    <a:pt x="101068" y="30184"/>
                  </a:cubicBezTo>
                  <a:cubicBezTo>
                    <a:pt x="105113" y="32476"/>
                    <a:pt x="110313" y="35707"/>
                    <a:pt x="114641" y="40373"/>
                  </a:cubicBezTo>
                  <a:cubicBezTo>
                    <a:pt x="117901" y="43892"/>
                    <a:pt x="120872" y="48330"/>
                    <a:pt x="123468" y="53567"/>
                  </a:cubicBezTo>
                  <a:cubicBezTo>
                    <a:pt x="123595" y="53824"/>
                    <a:pt x="123718" y="54084"/>
                    <a:pt x="123842" y="54344"/>
                  </a:cubicBezTo>
                  <a:lnTo>
                    <a:pt x="124380" y="55470"/>
                  </a:lnTo>
                  <a:lnTo>
                    <a:pt x="124380" y="30691"/>
                  </a:lnTo>
                  <a:lnTo>
                    <a:pt x="124301" y="30630"/>
                  </a:lnTo>
                  <a:cubicBezTo>
                    <a:pt x="115571" y="23942"/>
                    <a:pt x="105512" y="20275"/>
                    <a:pt x="95782" y="16727"/>
                  </a:cubicBezTo>
                  <a:lnTo>
                    <a:pt x="94996" y="16442"/>
                  </a:lnTo>
                  <a:cubicBezTo>
                    <a:pt x="93760" y="15992"/>
                    <a:pt x="92525" y="15539"/>
                    <a:pt x="91289" y="15087"/>
                  </a:cubicBezTo>
                  <a:cubicBezTo>
                    <a:pt x="81300" y="11425"/>
                    <a:pt x="70971" y="7640"/>
                    <a:pt x="60557" y="5003"/>
                  </a:cubicBezTo>
                  <a:cubicBezTo>
                    <a:pt x="47087" y="1592"/>
                    <a:pt x="36071" y="0"/>
                    <a:pt x="25913" y="0"/>
                  </a:cubicBezTo>
                  <a:close/>
                  <a:moveTo>
                    <a:pt x="124380" y="55470"/>
                  </a:moveTo>
                  <a:lnTo>
                    <a:pt x="124380" y="55473"/>
                  </a:lnTo>
                  <a:lnTo>
                    <a:pt x="124381" y="55473"/>
                  </a:lnTo>
                  <a:lnTo>
                    <a:pt x="124380" y="5547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1"/>
            <p:cNvSpPr/>
            <p:nvPr/>
          </p:nvSpPr>
          <p:spPr>
            <a:xfrm>
              <a:off x="-97184" y="3183486"/>
              <a:ext cx="4473596" cy="1988630"/>
            </a:xfrm>
            <a:custGeom>
              <a:rect b="b" l="l" r="r" t="t"/>
              <a:pathLst>
                <a:path extrusionOk="0" h="49694" w="111791">
                  <a:moveTo>
                    <a:pt x="97341" y="420"/>
                  </a:moveTo>
                  <a:cubicBezTo>
                    <a:pt x="98733" y="420"/>
                    <a:pt x="99979" y="773"/>
                    <a:pt x="101045" y="1273"/>
                  </a:cubicBezTo>
                  <a:cubicBezTo>
                    <a:pt x="104764" y="3021"/>
                    <a:pt x="109232" y="7243"/>
                    <a:pt x="110572" y="11931"/>
                  </a:cubicBezTo>
                  <a:cubicBezTo>
                    <a:pt x="111369" y="14719"/>
                    <a:pt x="110985" y="17351"/>
                    <a:pt x="109429" y="19750"/>
                  </a:cubicBezTo>
                  <a:cubicBezTo>
                    <a:pt x="107469" y="22776"/>
                    <a:pt x="104270" y="24339"/>
                    <a:pt x="101702" y="25361"/>
                  </a:cubicBezTo>
                  <a:cubicBezTo>
                    <a:pt x="98754" y="26534"/>
                    <a:pt x="95452" y="27464"/>
                    <a:pt x="91607" y="28204"/>
                  </a:cubicBezTo>
                  <a:cubicBezTo>
                    <a:pt x="89921" y="28528"/>
                    <a:pt x="88200" y="28811"/>
                    <a:pt x="86532" y="29084"/>
                  </a:cubicBezTo>
                  <a:cubicBezTo>
                    <a:pt x="79681" y="30207"/>
                    <a:pt x="72597" y="31372"/>
                    <a:pt x="66253" y="35734"/>
                  </a:cubicBezTo>
                  <a:cubicBezTo>
                    <a:pt x="61721" y="38849"/>
                    <a:pt x="57707" y="43535"/>
                    <a:pt x="54638" y="49289"/>
                  </a:cubicBezTo>
                  <a:lnTo>
                    <a:pt x="3363" y="49289"/>
                  </a:lnTo>
                  <a:cubicBezTo>
                    <a:pt x="1730" y="49289"/>
                    <a:pt x="402" y="47585"/>
                    <a:pt x="402" y="45488"/>
                  </a:cubicBezTo>
                  <a:lnTo>
                    <a:pt x="402" y="27817"/>
                  </a:lnTo>
                  <a:cubicBezTo>
                    <a:pt x="6956" y="29756"/>
                    <a:pt x="13549" y="31125"/>
                    <a:pt x="20006" y="31888"/>
                  </a:cubicBezTo>
                  <a:cubicBezTo>
                    <a:pt x="24832" y="32458"/>
                    <a:pt x="29867" y="32744"/>
                    <a:pt x="35067" y="32744"/>
                  </a:cubicBezTo>
                  <a:cubicBezTo>
                    <a:pt x="39433" y="32744"/>
                    <a:pt x="43915" y="32543"/>
                    <a:pt x="48490" y="32140"/>
                  </a:cubicBezTo>
                  <a:cubicBezTo>
                    <a:pt x="52725" y="31766"/>
                    <a:pt x="57090" y="31156"/>
                    <a:pt x="61838" y="30276"/>
                  </a:cubicBezTo>
                  <a:cubicBezTo>
                    <a:pt x="65200" y="29650"/>
                    <a:pt x="69115" y="28700"/>
                    <a:pt x="72658" y="26377"/>
                  </a:cubicBezTo>
                  <a:cubicBezTo>
                    <a:pt x="76773" y="23677"/>
                    <a:pt x="79509" y="18971"/>
                    <a:pt x="82157" y="14419"/>
                  </a:cubicBezTo>
                  <a:cubicBezTo>
                    <a:pt x="83207" y="12610"/>
                    <a:pt x="84295" y="10742"/>
                    <a:pt x="85446" y="9038"/>
                  </a:cubicBezTo>
                  <a:cubicBezTo>
                    <a:pt x="89943" y="2389"/>
                    <a:pt x="94052" y="420"/>
                    <a:pt x="97341" y="420"/>
                  </a:cubicBezTo>
                  <a:close/>
                  <a:moveTo>
                    <a:pt x="97320" y="1"/>
                  </a:moveTo>
                  <a:cubicBezTo>
                    <a:pt x="92272" y="1"/>
                    <a:pt x="88015" y="4523"/>
                    <a:pt x="85113" y="8813"/>
                  </a:cubicBezTo>
                  <a:cubicBezTo>
                    <a:pt x="83953" y="10529"/>
                    <a:pt x="82863" y="12404"/>
                    <a:pt x="81808" y="14217"/>
                  </a:cubicBezTo>
                  <a:cubicBezTo>
                    <a:pt x="79187" y="18729"/>
                    <a:pt x="76473" y="23393"/>
                    <a:pt x="72437" y="26041"/>
                  </a:cubicBezTo>
                  <a:cubicBezTo>
                    <a:pt x="68955" y="28325"/>
                    <a:pt x="65088" y="29264"/>
                    <a:pt x="61763" y="29881"/>
                  </a:cubicBezTo>
                  <a:cubicBezTo>
                    <a:pt x="57027" y="30760"/>
                    <a:pt x="52675" y="31369"/>
                    <a:pt x="48454" y="31740"/>
                  </a:cubicBezTo>
                  <a:cubicBezTo>
                    <a:pt x="43892" y="32141"/>
                    <a:pt x="39422" y="32342"/>
                    <a:pt x="35069" y="32342"/>
                  </a:cubicBezTo>
                  <a:cubicBezTo>
                    <a:pt x="29883" y="32342"/>
                    <a:pt x="24864" y="32057"/>
                    <a:pt x="20053" y="31489"/>
                  </a:cubicBezTo>
                  <a:cubicBezTo>
                    <a:pt x="13535" y="30716"/>
                    <a:pt x="6875" y="29326"/>
                    <a:pt x="259" y="27354"/>
                  </a:cubicBezTo>
                  <a:lnTo>
                    <a:pt x="1" y="27277"/>
                  </a:lnTo>
                  <a:lnTo>
                    <a:pt x="1" y="45491"/>
                  </a:lnTo>
                  <a:cubicBezTo>
                    <a:pt x="1" y="47809"/>
                    <a:pt x="1508" y="49694"/>
                    <a:pt x="3363" y="49694"/>
                  </a:cubicBezTo>
                  <a:lnTo>
                    <a:pt x="54879" y="49694"/>
                  </a:lnTo>
                  <a:lnTo>
                    <a:pt x="54936" y="49585"/>
                  </a:lnTo>
                  <a:cubicBezTo>
                    <a:pt x="57983" y="43837"/>
                    <a:pt x="61975" y="39163"/>
                    <a:pt x="66481" y="36064"/>
                  </a:cubicBezTo>
                  <a:cubicBezTo>
                    <a:pt x="72751" y="31752"/>
                    <a:pt x="79791" y="30597"/>
                    <a:pt x="86599" y="29479"/>
                  </a:cubicBezTo>
                  <a:cubicBezTo>
                    <a:pt x="88267" y="29206"/>
                    <a:pt x="89993" y="28921"/>
                    <a:pt x="91683" y="28597"/>
                  </a:cubicBezTo>
                  <a:cubicBezTo>
                    <a:pt x="95554" y="27852"/>
                    <a:pt x="98882" y="26914"/>
                    <a:pt x="101852" y="25732"/>
                  </a:cubicBezTo>
                  <a:cubicBezTo>
                    <a:pt x="104477" y="24689"/>
                    <a:pt x="107747" y="23089"/>
                    <a:pt x="109769" y="19968"/>
                  </a:cubicBezTo>
                  <a:cubicBezTo>
                    <a:pt x="111389" y="17466"/>
                    <a:pt x="111791" y="14724"/>
                    <a:pt x="110961" y="11820"/>
                  </a:cubicBezTo>
                  <a:cubicBezTo>
                    <a:pt x="109585" y="7016"/>
                    <a:pt x="105018" y="2695"/>
                    <a:pt x="101216" y="909"/>
                  </a:cubicBezTo>
                  <a:cubicBezTo>
                    <a:pt x="99874" y="279"/>
                    <a:pt x="98573" y="1"/>
                    <a:pt x="97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1"/>
            <p:cNvSpPr/>
            <p:nvPr/>
          </p:nvSpPr>
          <p:spPr>
            <a:xfrm>
              <a:off x="2768223" y="4443454"/>
              <a:ext cx="4335456" cy="728679"/>
            </a:xfrm>
            <a:custGeom>
              <a:rect b="b" l="l" r="r" t="t"/>
              <a:pathLst>
                <a:path extrusionOk="0" h="18209" w="108339">
                  <a:moveTo>
                    <a:pt x="27698" y="402"/>
                  </a:moveTo>
                  <a:cubicBezTo>
                    <a:pt x="32888" y="402"/>
                    <a:pt x="38022" y="2124"/>
                    <a:pt x="42576" y="3656"/>
                  </a:cubicBezTo>
                  <a:cubicBezTo>
                    <a:pt x="47416" y="5283"/>
                    <a:pt x="52582" y="6948"/>
                    <a:pt x="57857" y="7844"/>
                  </a:cubicBezTo>
                  <a:cubicBezTo>
                    <a:pt x="62292" y="8597"/>
                    <a:pt x="66755" y="8977"/>
                    <a:pt x="71177" y="8977"/>
                  </a:cubicBezTo>
                  <a:cubicBezTo>
                    <a:pt x="72693" y="8977"/>
                    <a:pt x="74204" y="8932"/>
                    <a:pt x="75707" y="8843"/>
                  </a:cubicBezTo>
                  <a:cubicBezTo>
                    <a:pt x="78578" y="8671"/>
                    <a:pt x="81363" y="8335"/>
                    <a:pt x="83983" y="7841"/>
                  </a:cubicBezTo>
                  <a:cubicBezTo>
                    <a:pt x="84740" y="7698"/>
                    <a:pt x="85506" y="7531"/>
                    <a:pt x="86246" y="7371"/>
                  </a:cubicBezTo>
                  <a:cubicBezTo>
                    <a:pt x="87567" y="7085"/>
                    <a:pt x="88932" y="6788"/>
                    <a:pt x="90288" y="6616"/>
                  </a:cubicBezTo>
                  <a:cubicBezTo>
                    <a:pt x="91569" y="6455"/>
                    <a:pt x="92767" y="6374"/>
                    <a:pt x="93889" y="6374"/>
                  </a:cubicBezTo>
                  <a:cubicBezTo>
                    <a:pt x="97369" y="6374"/>
                    <a:pt x="100126" y="7157"/>
                    <a:pt x="102405" y="8765"/>
                  </a:cubicBezTo>
                  <a:cubicBezTo>
                    <a:pt x="104715" y="10399"/>
                    <a:pt x="107752" y="14521"/>
                    <a:pt x="107336" y="17804"/>
                  </a:cubicBezTo>
                  <a:lnTo>
                    <a:pt x="2840" y="17804"/>
                  </a:lnTo>
                  <a:cubicBezTo>
                    <a:pt x="2038" y="16930"/>
                    <a:pt x="1495" y="16015"/>
                    <a:pt x="1180" y="15011"/>
                  </a:cubicBezTo>
                  <a:cubicBezTo>
                    <a:pt x="328" y="12292"/>
                    <a:pt x="1140" y="8835"/>
                    <a:pt x="2950" y="7464"/>
                  </a:cubicBezTo>
                  <a:cubicBezTo>
                    <a:pt x="4188" y="6527"/>
                    <a:pt x="5746" y="6255"/>
                    <a:pt x="7263" y="6255"/>
                  </a:cubicBezTo>
                  <a:cubicBezTo>
                    <a:pt x="8508" y="6255"/>
                    <a:pt x="9724" y="6438"/>
                    <a:pt x="10713" y="6586"/>
                  </a:cubicBezTo>
                  <a:cubicBezTo>
                    <a:pt x="13555" y="7015"/>
                    <a:pt x="16398" y="7815"/>
                    <a:pt x="19148" y="8591"/>
                  </a:cubicBezTo>
                  <a:cubicBezTo>
                    <a:pt x="20420" y="8950"/>
                    <a:pt x="21733" y="9320"/>
                    <a:pt x="23031" y="9648"/>
                  </a:cubicBezTo>
                  <a:cubicBezTo>
                    <a:pt x="23892" y="9867"/>
                    <a:pt x="24772" y="10044"/>
                    <a:pt x="25624" y="10217"/>
                  </a:cubicBezTo>
                  <a:cubicBezTo>
                    <a:pt x="26578" y="10410"/>
                    <a:pt x="27561" y="10610"/>
                    <a:pt x="28520" y="10866"/>
                  </a:cubicBezTo>
                  <a:cubicBezTo>
                    <a:pt x="29266" y="11066"/>
                    <a:pt x="30023" y="11287"/>
                    <a:pt x="30753" y="11502"/>
                  </a:cubicBezTo>
                  <a:cubicBezTo>
                    <a:pt x="31592" y="11746"/>
                    <a:pt x="32458" y="12000"/>
                    <a:pt x="33317" y="12223"/>
                  </a:cubicBezTo>
                  <a:lnTo>
                    <a:pt x="33467" y="12263"/>
                  </a:lnTo>
                  <a:cubicBezTo>
                    <a:pt x="34991" y="12659"/>
                    <a:pt x="36728" y="13111"/>
                    <a:pt x="38421" y="13111"/>
                  </a:cubicBezTo>
                  <a:cubicBezTo>
                    <a:pt x="39680" y="13111"/>
                    <a:pt x="40914" y="12861"/>
                    <a:pt x="42017" y="12152"/>
                  </a:cubicBezTo>
                  <a:cubicBezTo>
                    <a:pt x="42247" y="12003"/>
                    <a:pt x="42254" y="11687"/>
                    <a:pt x="42130" y="11480"/>
                  </a:cubicBezTo>
                  <a:cubicBezTo>
                    <a:pt x="39927" y="7838"/>
                    <a:pt x="35420" y="7355"/>
                    <a:pt x="32131" y="7002"/>
                  </a:cubicBezTo>
                  <a:cubicBezTo>
                    <a:pt x="30552" y="6834"/>
                    <a:pt x="28936" y="6794"/>
                    <a:pt x="27373" y="6755"/>
                  </a:cubicBezTo>
                  <a:cubicBezTo>
                    <a:pt x="24971" y="6694"/>
                    <a:pt x="22485" y="6634"/>
                    <a:pt x="20094" y="6098"/>
                  </a:cubicBezTo>
                  <a:lnTo>
                    <a:pt x="19861" y="6045"/>
                  </a:lnTo>
                  <a:cubicBezTo>
                    <a:pt x="19174" y="5899"/>
                    <a:pt x="18323" y="5715"/>
                    <a:pt x="17845" y="5185"/>
                  </a:cubicBezTo>
                  <a:cubicBezTo>
                    <a:pt x="17683" y="5000"/>
                    <a:pt x="17613" y="4809"/>
                    <a:pt x="17637" y="4599"/>
                  </a:cubicBezTo>
                  <a:cubicBezTo>
                    <a:pt x="17720" y="3886"/>
                    <a:pt x="18816" y="3119"/>
                    <a:pt x="19284" y="2791"/>
                  </a:cubicBezTo>
                  <a:lnTo>
                    <a:pt x="19370" y="2730"/>
                  </a:lnTo>
                  <a:cubicBezTo>
                    <a:pt x="21382" y="1313"/>
                    <a:pt x="23882" y="535"/>
                    <a:pt x="26803" y="420"/>
                  </a:cubicBezTo>
                  <a:cubicBezTo>
                    <a:pt x="27101" y="408"/>
                    <a:pt x="27399" y="402"/>
                    <a:pt x="27698" y="402"/>
                  </a:cubicBezTo>
                  <a:close/>
                  <a:moveTo>
                    <a:pt x="27716" y="0"/>
                  </a:moveTo>
                  <a:cubicBezTo>
                    <a:pt x="27408" y="0"/>
                    <a:pt x="27101" y="6"/>
                    <a:pt x="26793" y="18"/>
                  </a:cubicBezTo>
                  <a:cubicBezTo>
                    <a:pt x="23792" y="137"/>
                    <a:pt x="21220" y="940"/>
                    <a:pt x="19143" y="2401"/>
                  </a:cubicBezTo>
                  <a:lnTo>
                    <a:pt x="19057" y="2461"/>
                  </a:lnTo>
                  <a:cubicBezTo>
                    <a:pt x="18500" y="2850"/>
                    <a:pt x="17342" y="3659"/>
                    <a:pt x="17241" y="4552"/>
                  </a:cubicBezTo>
                  <a:cubicBezTo>
                    <a:pt x="17204" y="4879"/>
                    <a:pt x="17307" y="5183"/>
                    <a:pt x="17550" y="5452"/>
                  </a:cubicBezTo>
                  <a:cubicBezTo>
                    <a:pt x="18114" y="6081"/>
                    <a:pt x="19037" y="6279"/>
                    <a:pt x="19779" y="6438"/>
                  </a:cubicBezTo>
                  <a:lnTo>
                    <a:pt x="20009" y="6488"/>
                  </a:lnTo>
                  <a:cubicBezTo>
                    <a:pt x="22436" y="7034"/>
                    <a:pt x="24942" y="7095"/>
                    <a:pt x="27366" y="7155"/>
                  </a:cubicBezTo>
                  <a:cubicBezTo>
                    <a:pt x="28920" y="7194"/>
                    <a:pt x="30528" y="7234"/>
                    <a:pt x="32089" y="7401"/>
                  </a:cubicBezTo>
                  <a:cubicBezTo>
                    <a:pt x="35297" y="7744"/>
                    <a:pt x="39689" y="8215"/>
                    <a:pt x="41788" y="11686"/>
                  </a:cubicBezTo>
                  <a:cubicBezTo>
                    <a:pt x="41818" y="11736"/>
                    <a:pt x="41813" y="11800"/>
                    <a:pt x="41803" y="11810"/>
                  </a:cubicBezTo>
                  <a:cubicBezTo>
                    <a:pt x="40777" y="12469"/>
                    <a:pt x="39614" y="12703"/>
                    <a:pt x="38419" y="12703"/>
                  </a:cubicBezTo>
                  <a:cubicBezTo>
                    <a:pt x="36773" y="12703"/>
                    <a:pt x="35066" y="12260"/>
                    <a:pt x="33571" y="11872"/>
                  </a:cubicBezTo>
                  <a:lnTo>
                    <a:pt x="33421" y="11832"/>
                  </a:lnTo>
                  <a:cubicBezTo>
                    <a:pt x="32568" y="11613"/>
                    <a:pt x="31706" y="11359"/>
                    <a:pt x="30871" y="11114"/>
                  </a:cubicBezTo>
                  <a:cubicBezTo>
                    <a:pt x="30136" y="10900"/>
                    <a:pt x="29377" y="10677"/>
                    <a:pt x="28627" y="10477"/>
                  </a:cubicBezTo>
                  <a:cubicBezTo>
                    <a:pt x="27659" y="10217"/>
                    <a:pt x="26667" y="10017"/>
                    <a:pt x="25708" y="9823"/>
                  </a:cubicBezTo>
                  <a:cubicBezTo>
                    <a:pt x="24862" y="9650"/>
                    <a:pt x="23985" y="9473"/>
                    <a:pt x="23133" y="9257"/>
                  </a:cubicBezTo>
                  <a:cubicBezTo>
                    <a:pt x="21840" y="8930"/>
                    <a:pt x="20529" y="8560"/>
                    <a:pt x="19261" y="8202"/>
                  </a:cubicBezTo>
                  <a:cubicBezTo>
                    <a:pt x="16498" y="7424"/>
                    <a:pt x="13642" y="6619"/>
                    <a:pt x="10776" y="6188"/>
                  </a:cubicBezTo>
                  <a:cubicBezTo>
                    <a:pt x="9769" y="6036"/>
                    <a:pt x="8534" y="5850"/>
                    <a:pt x="7263" y="5850"/>
                  </a:cubicBezTo>
                  <a:cubicBezTo>
                    <a:pt x="5677" y="5850"/>
                    <a:pt x="4036" y="6139"/>
                    <a:pt x="2711" y="7142"/>
                  </a:cubicBezTo>
                  <a:cubicBezTo>
                    <a:pt x="579" y="8757"/>
                    <a:pt x="1" y="12576"/>
                    <a:pt x="798" y="15131"/>
                  </a:cubicBezTo>
                  <a:cubicBezTo>
                    <a:pt x="1138" y="16218"/>
                    <a:pt x="1730" y="17203"/>
                    <a:pt x="2606" y="18144"/>
                  </a:cubicBezTo>
                  <a:lnTo>
                    <a:pt x="2666" y="18209"/>
                  </a:lnTo>
                  <a:lnTo>
                    <a:pt x="107680" y="18209"/>
                  </a:lnTo>
                  <a:lnTo>
                    <a:pt x="107713" y="18040"/>
                  </a:lnTo>
                  <a:cubicBezTo>
                    <a:pt x="108339" y="14231"/>
                    <a:pt x="104720" y="9907"/>
                    <a:pt x="102642" y="8438"/>
                  </a:cubicBezTo>
                  <a:cubicBezTo>
                    <a:pt x="100295" y="6780"/>
                    <a:pt x="97465" y="5972"/>
                    <a:pt x="93901" y="5972"/>
                  </a:cubicBezTo>
                  <a:cubicBezTo>
                    <a:pt x="92759" y="5972"/>
                    <a:pt x="91543" y="6055"/>
                    <a:pt x="90243" y="6219"/>
                  </a:cubicBezTo>
                  <a:cubicBezTo>
                    <a:pt x="88870" y="6392"/>
                    <a:pt x="87495" y="6691"/>
                    <a:pt x="86166" y="6979"/>
                  </a:cubicBezTo>
                  <a:cubicBezTo>
                    <a:pt x="85428" y="7141"/>
                    <a:pt x="84666" y="7307"/>
                    <a:pt x="83913" y="7448"/>
                  </a:cubicBezTo>
                  <a:cubicBezTo>
                    <a:pt x="81310" y="7937"/>
                    <a:pt x="78543" y="8272"/>
                    <a:pt x="75687" y="8443"/>
                  </a:cubicBezTo>
                  <a:cubicBezTo>
                    <a:pt x="74193" y="8531"/>
                    <a:pt x="72692" y="8575"/>
                    <a:pt x="71186" y="8575"/>
                  </a:cubicBezTo>
                  <a:cubicBezTo>
                    <a:pt x="66784" y="8575"/>
                    <a:pt x="62342" y="8199"/>
                    <a:pt x="57928" y="7448"/>
                  </a:cubicBezTo>
                  <a:cubicBezTo>
                    <a:pt x="52682" y="6556"/>
                    <a:pt x="47532" y="4898"/>
                    <a:pt x="42708" y="3276"/>
                  </a:cubicBezTo>
                  <a:cubicBezTo>
                    <a:pt x="38128" y="1734"/>
                    <a:pt x="32975" y="0"/>
                    <a:pt x="277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1"/>
            <p:cNvSpPr/>
            <p:nvPr/>
          </p:nvSpPr>
          <p:spPr>
            <a:xfrm>
              <a:off x="4932235" y="3608718"/>
              <a:ext cx="4348422" cy="1563444"/>
            </a:xfrm>
            <a:custGeom>
              <a:rect b="b" l="l" r="r" t="t"/>
              <a:pathLst>
                <a:path extrusionOk="0" h="39069" w="108663">
                  <a:moveTo>
                    <a:pt x="46151" y="403"/>
                  </a:moveTo>
                  <a:cubicBezTo>
                    <a:pt x="46500" y="403"/>
                    <a:pt x="46847" y="405"/>
                    <a:pt x="47194" y="409"/>
                  </a:cubicBezTo>
                  <a:cubicBezTo>
                    <a:pt x="60555" y="576"/>
                    <a:pt x="71907" y="4288"/>
                    <a:pt x="80932" y="11441"/>
                  </a:cubicBezTo>
                  <a:cubicBezTo>
                    <a:pt x="84958" y="14633"/>
                    <a:pt x="88903" y="18201"/>
                    <a:pt x="92718" y="21653"/>
                  </a:cubicBezTo>
                  <a:cubicBezTo>
                    <a:pt x="94523" y="23286"/>
                    <a:pt x="96389" y="24974"/>
                    <a:pt x="98238" y="26600"/>
                  </a:cubicBezTo>
                  <a:cubicBezTo>
                    <a:pt x="101177" y="29181"/>
                    <a:pt x="104663" y="32202"/>
                    <a:pt x="108257" y="35034"/>
                  </a:cubicBezTo>
                  <a:cubicBezTo>
                    <a:pt x="108185" y="37046"/>
                    <a:pt x="106877" y="38663"/>
                    <a:pt x="105303" y="38663"/>
                  </a:cubicBezTo>
                  <a:lnTo>
                    <a:pt x="95006" y="38663"/>
                  </a:lnTo>
                  <a:cubicBezTo>
                    <a:pt x="94337" y="37862"/>
                    <a:pt x="93741" y="37110"/>
                    <a:pt x="93190" y="36368"/>
                  </a:cubicBezTo>
                  <a:cubicBezTo>
                    <a:pt x="91738" y="34415"/>
                    <a:pt x="90482" y="32209"/>
                    <a:pt x="89268" y="30076"/>
                  </a:cubicBezTo>
                  <a:cubicBezTo>
                    <a:pt x="88255" y="28296"/>
                    <a:pt x="87207" y="26455"/>
                    <a:pt x="86046" y="24761"/>
                  </a:cubicBezTo>
                  <a:cubicBezTo>
                    <a:pt x="84901" y="23090"/>
                    <a:pt x="83654" y="21394"/>
                    <a:pt x="82109" y="20589"/>
                  </a:cubicBezTo>
                  <a:cubicBezTo>
                    <a:pt x="81766" y="20411"/>
                    <a:pt x="81285" y="20282"/>
                    <a:pt x="80790" y="20282"/>
                  </a:cubicBezTo>
                  <a:cubicBezTo>
                    <a:pt x="80446" y="20282"/>
                    <a:pt x="80095" y="20344"/>
                    <a:pt x="79779" y="20494"/>
                  </a:cubicBezTo>
                  <a:cubicBezTo>
                    <a:pt x="79253" y="20744"/>
                    <a:pt x="78909" y="21200"/>
                    <a:pt x="78784" y="21809"/>
                  </a:cubicBezTo>
                  <a:cubicBezTo>
                    <a:pt x="78479" y="23295"/>
                    <a:pt x="79725" y="24879"/>
                    <a:pt x="80550" y="25925"/>
                  </a:cubicBezTo>
                  <a:cubicBezTo>
                    <a:pt x="80666" y="26074"/>
                    <a:pt x="80775" y="26210"/>
                    <a:pt x="80868" y="26335"/>
                  </a:cubicBezTo>
                  <a:cubicBezTo>
                    <a:pt x="81946" y="27764"/>
                    <a:pt x="82835" y="29354"/>
                    <a:pt x="83661" y="31345"/>
                  </a:cubicBezTo>
                  <a:cubicBezTo>
                    <a:pt x="84287" y="32848"/>
                    <a:pt x="85364" y="35767"/>
                    <a:pt x="85660" y="38663"/>
                  </a:cubicBezTo>
                  <a:lnTo>
                    <a:pt x="76327" y="38663"/>
                  </a:lnTo>
                  <a:cubicBezTo>
                    <a:pt x="76685" y="34328"/>
                    <a:pt x="75134" y="29497"/>
                    <a:pt x="72336" y="26295"/>
                  </a:cubicBezTo>
                  <a:cubicBezTo>
                    <a:pt x="70016" y="23636"/>
                    <a:pt x="66829" y="21619"/>
                    <a:pt x="62597" y="20130"/>
                  </a:cubicBezTo>
                  <a:cubicBezTo>
                    <a:pt x="58968" y="18853"/>
                    <a:pt x="54987" y="18071"/>
                    <a:pt x="50066" y="17668"/>
                  </a:cubicBezTo>
                  <a:cubicBezTo>
                    <a:pt x="47919" y="17494"/>
                    <a:pt x="45723" y="17407"/>
                    <a:pt x="43437" y="17407"/>
                  </a:cubicBezTo>
                  <a:cubicBezTo>
                    <a:pt x="41731" y="17407"/>
                    <a:pt x="39974" y="17455"/>
                    <a:pt x="38150" y="17552"/>
                  </a:cubicBezTo>
                  <a:cubicBezTo>
                    <a:pt x="34341" y="17757"/>
                    <a:pt x="31394" y="18197"/>
                    <a:pt x="28604" y="18985"/>
                  </a:cubicBezTo>
                  <a:cubicBezTo>
                    <a:pt x="27525" y="19288"/>
                    <a:pt x="26448" y="19608"/>
                    <a:pt x="25369" y="19927"/>
                  </a:cubicBezTo>
                  <a:cubicBezTo>
                    <a:pt x="21997" y="20924"/>
                    <a:pt x="18511" y="21956"/>
                    <a:pt x="15020" y="22506"/>
                  </a:cubicBezTo>
                  <a:cubicBezTo>
                    <a:pt x="13538" y="22740"/>
                    <a:pt x="11993" y="22922"/>
                    <a:pt x="10477" y="22922"/>
                  </a:cubicBezTo>
                  <a:cubicBezTo>
                    <a:pt x="7660" y="22922"/>
                    <a:pt x="4942" y="22294"/>
                    <a:pt x="2908" y="20201"/>
                  </a:cubicBezTo>
                  <a:cubicBezTo>
                    <a:pt x="2318" y="19594"/>
                    <a:pt x="445" y="17417"/>
                    <a:pt x="1110" y="14892"/>
                  </a:cubicBezTo>
                  <a:cubicBezTo>
                    <a:pt x="1609" y="13004"/>
                    <a:pt x="3139" y="11676"/>
                    <a:pt x="4417" y="10728"/>
                  </a:cubicBezTo>
                  <a:cubicBezTo>
                    <a:pt x="7502" y="8442"/>
                    <a:pt x="11094" y="7120"/>
                    <a:pt x="14506" y="5962"/>
                  </a:cubicBezTo>
                  <a:cubicBezTo>
                    <a:pt x="25380" y="2272"/>
                    <a:pt x="36012" y="403"/>
                    <a:pt x="46151" y="403"/>
                  </a:cubicBezTo>
                  <a:close/>
                  <a:moveTo>
                    <a:pt x="46184" y="0"/>
                  </a:moveTo>
                  <a:cubicBezTo>
                    <a:pt x="35995" y="0"/>
                    <a:pt x="25302" y="1873"/>
                    <a:pt x="14376" y="5582"/>
                  </a:cubicBezTo>
                  <a:cubicBezTo>
                    <a:pt x="10932" y="6749"/>
                    <a:pt x="7309" y="8083"/>
                    <a:pt x="4175" y="10405"/>
                  </a:cubicBezTo>
                  <a:cubicBezTo>
                    <a:pt x="2845" y="11391"/>
                    <a:pt x="1250" y="12780"/>
                    <a:pt x="720" y="14790"/>
                  </a:cubicBezTo>
                  <a:cubicBezTo>
                    <a:pt x="0" y="17521"/>
                    <a:pt x="1992" y="19837"/>
                    <a:pt x="2618" y="20484"/>
                  </a:cubicBezTo>
                  <a:cubicBezTo>
                    <a:pt x="4745" y="22672"/>
                    <a:pt x="7559" y="23326"/>
                    <a:pt x="10464" y="23326"/>
                  </a:cubicBezTo>
                  <a:cubicBezTo>
                    <a:pt x="12008" y="23326"/>
                    <a:pt x="13578" y="23141"/>
                    <a:pt x="15083" y="22903"/>
                  </a:cubicBezTo>
                  <a:cubicBezTo>
                    <a:pt x="18599" y="22350"/>
                    <a:pt x="22098" y="21314"/>
                    <a:pt x="25483" y="20314"/>
                  </a:cubicBezTo>
                  <a:cubicBezTo>
                    <a:pt x="26558" y="19996"/>
                    <a:pt x="27635" y="19678"/>
                    <a:pt x="28713" y="19374"/>
                  </a:cubicBezTo>
                  <a:cubicBezTo>
                    <a:pt x="31476" y="18595"/>
                    <a:pt x="34392" y="18158"/>
                    <a:pt x="38171" y="17957"/>
                  </a:cubicBezTo>
                  <a:cubicBezTo>
                    <a:pt x="39992" y="17859"/>
                    <a:pt x="41744" y="17811"/>
                    <a:pt x="43446" y="17811"/>
                  </a:cubicBezTo>
                  <a:cubicBezTo>
                    <a:pt x="45718" y="17811"/>
                    <a:pt x="47900" y="17898"/>
                    <a:pt x="50034" y="18072"/>
                  </a:cubicBezTo>
                  <a:cubicBezTo>
                    <a:pt x="54919" y="18471"/>
                    <a:pt x="58869" y="19245"/>
                    <a:pt x="62464" y="20513"/>
                  </a:cubicBezTo>
                  <a:cubicBezTo>
                    <a:pt x="66629" y="21980"/>
                    <a:pt x="69761" y="23959"/>
                    <a:pt x="72035" y="26564"/>
                  </a:cubicBezTo>
                  <a:cubicBezTo>
                    <a:pt x="74808" y="29740"/>
                    <a:pt x="76328" y="34562"/>
                    <a:pt x="75907" y="38847"/>
                  </a:cubicBezTo>
                  <a:lnTo>
                    <a:pt x="75885" y="39069"/>
                  </a:lnTo>
                  <a:lnTo>
                    <a:pt x="86103" y="39069"/>
                  </a:lnTo>
                  <a:lnTo>
                    <a:pt x="86083" y="38849"/>
                  </a:lnTo>
                  <a:cubicBezTo>
                    <a:pt x="85816" y="35827"/>
                    <a:pt x="84685" y="32755"/>
                    <a:pt x="84035" y="31193"/>
                  </a:cubicBezTo>
                  <a:cubicBezTo>
                    <a:pt x="83194" y="29170"/>
                    <a:pt x="82289" y="27550"/>
                    <a:pt x="81192" y="26094"/>
                  </a:cubicBezTo>
                  <a:cubicBezTo>
                    <a:pt x="81095" y="25968"/>
                    <a:pt x="80986" y="25829"/>
                    <a:pt x="80868" y="25679"/>
                  </a:cubicBezTo>
                  <a:cubicBezTo>
                    <a:pt x="80089" y="24692"/>
                    <a:pt x="78913" y="23196"/>
                    <a:pt x="79180" y="21893"/>
                  </a:cubicBezTo>
                  <a:cubicBezTo>
                    <a:pt x="79280" y="21406"/>
                    <a:pt x="79542" y="21057"/>
                    <a:pt x="79953" y="20860"/>
                  </a:cubicBezTo>
                  <a:cubicBezTo>
                    <a:pt x="80215" y="20736"/>
                    <a:pt x="80506" y="20684"/>
                    <a:pt x="80793" y="20684"/>
                  </a:cubicBezTo>
                  <a:cubicBezTo>
                    <a:pt x="81216" y="20684"/>
                    <a:pt x="81630" y="20796"/>
                    <a:pt x="81925" y="20950"/>
                  </a:cubicBezTo>
                  <a:cubicBezTo>
                    <a:pt x="83388" y="21710"/>
                    <a:pt x="84600" y="23365"/>
                    <a:pt x="85716" y="24991"/>
                  </a:cubicBezTo>
                  <a:cubicBezTo>
                    <a:pt x="86867" y="26672"/>
                    <a:pt x="87910" y="28506"/>
                    <a:pt x="88919" y="30277"/>
                  </a:cubicBezTo>
                  <a:cubicBezTo>
                    <a:pt x="90139" y="32421"/>
                    <a:pt x="91401" y="34638"/>
                    <a:pt x="92868" y="36611"/>
                  </a:cubicBezTo>
                  <a:cubicBezTo>
                    <a:pt x="93440" y="37380"/>
                    <a:pt x="94059" y="38160"/>
                    <a:pt x="94759" y="38996"/>
                  </a:cubicBezTo>
                  <a:lnTo>
                    <a:pt x="94819" y="39068"/>
                  </a:lnTo>
                  <a:lnTo>
                    <a:pt x="105303" y="39068"/>
                  </a:lnTo>
                  <a:cubicBezTo>
                    <a:pt x="107121" y="39068"/>
                    <a:pt x="108627" y="37217"/>
                    <a:pt x="108661" y="34947"/>
                  </a:cubicBezTo>
                  <a:lnTo>
                    <a:pt x="108663" y="34847"/>
                  </a:lnTo>
                  <a:lnTo>
                    <a:pt x="108584" y="34784"/>
                  </a:lnTo>
                  <a:cubicBezTo>
                    <a:pt x="104971" y="31939"/>
                    <a:pt x="101460" y="28897"/>
                    <a:pt x="98502" y="26300"/>
                  </a:cubicBezTo>
                  <a:cubicBezTo>
                    <a:pt x="96655" y="24675"/>
                    <a:pt x="94790" y="22989"/>
                    <a:pt x="92987" y="21357"/>
                  </a:cubicBezTo>
                  <a:cubicBezTo>
                    <a:pt x="89168" y="17899"/>
                    <a:pt x="85217" y="14326"/>
                    <a:pt x="81181" y="11127"/>
                  </a:cubicBezTo>
                  <a:cubicBezTo>
                    <a:pt x="72085" y="3918"/>
                    <a:pt x="60650" y="176"/>
                    <a:pt x="47197" y="6"/>
                  </a:cubicBezTo>
                  <a:cubicBezTo>
                    <a:pt x="46860" y="2"/>
                    <a:pt x="46522" y="0"/>
                    <a:pt x="46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1"/>
            <p:cNvSpPr/>
            <p:nvPr/>
          </p:nvSpPr>
          <p:spPr>
            <a:xfrm>
              <a:off x="5065015" y="-2406714"/>
              <a:ext cx="4355665" cy="807744"/>
            </a:xfrm>
            <a:custGeom>
              <a:rect b="b" l="l" r="r" t="t"/>
              <a:pathLst>
                <a:path extrusionOk="0" h="28164" w="108844">
                  <a:moveTo>
                    <a:pt x="105484" y="409"/>
                  </a:moveTo>
                  <a:cubicBezTo>
                    <a:pt x="107116" y="409"/>
                    <a:pt x="108443" y="2114"/>
                    <a:pt x="108443" y="4208"/>
                  </a:cubicBezTo>
                  <a:lnTo>
                    <a:pt x="108443" y="9441"/>
                  </a:lnTo>
                  <a:cubicBezTo>
                    <a:pt x="107791" y="9431"/>
                    <a:pt x="107138" y="9426"/>
                    <a:pt x="106485" y="9426"/>
                  </a:cubicBezTo>
                  <a:cubicBezTo>
                    <a:pt x="96929" y="9426"/>
                    <a:pt x="87281" y="10461"/>
                    <a:pt x="77432" y="11618"/>
                  </a:cubicBezTo>
                  <a:lnTo>
                    <a:pt x="74438" y="11967"/>
                  </a:lnTo>
                  <a:cubicBezTo>
                    <a:pt x="68077" y="12707"/>
                    <a:pt x="61497" y="13471"/>
                    <a:pt x="55052" y="14524"/>
                  </a:cubicBezTo>
                  <a:cubicBezTo>
                    <a:pt x="50937" y="15196"/>
                    <a:pt x="47239" y="15919"/>
                    <a:pt x="43750" y="16739"/>
                  </a:cubicBezTo>
                  <a:cubicBezTo>
                    <a:pt x="39671" y="17698"/>
                    <a:pt x="36280" y="18535"/>
                    <a:pt x="32894" y="19868"/>
                  </a:cubicBezTo>
                  <a:cubicBezTo>
                    <a:pt x="30642" y="20754"/>
                    <a:pt x="28443" y="21986"/>
                    <a:pt x="26315" y="23179"/>
                  </a:cubicBezTo>
                  <a:cubicBezTo>
                    <a:pt x="22603" y="25262"/>
                    <a:pt x="18761" y="27414"/>
                    <a:pt x="14582" y="27728"/>
                  </a:cubicBezTo>
                  <a:cubicBezTo>
                    <a:pt x="14284" y="27750"/>
                    <a:pt x="13983" y="27761"/>
                    <a:pt x="13680" y="27761"/>
                  </a:cubicBezTo>
                  <a:cubicBezTo>
                    <a:pt x="8600" y="27761"/>
                    <a:pt x="3011" y="24606"/>
                    <a:pt x="1265" y="17265"/>
                  </a:cubicBezTo>
                  <a:cubicBezTo>
                    <a:pt x="424" y="13728"/>
                    <a:pt x="774" y="10998"/>
                    <a:pt x="2304" y="9148"/>
                  </a:cubicBezTo>
                  <a:cubicBezTo>
                    <a:pt x="3847" y="7282"/>
                    <a:pt x="6123" y="6467"/>
                    <a:pt x="8144" y="5916"/>
                  </a:cubicBezTo>
                  <a:cubicBezTo>
                    <a:pt x="14663" y="4135"/>
                    <a:pt x="21503" y="4060"/>
                    <a:pt x="27536" y="3991"/>
                  </a:cubicBezTo>
                  <a:lnTo>
                    <a:pt x="28284" y="3982"/>
                  </a:lnTo>
                  <a:cubicBezTo>
                    <a:pt x="35338" y="3908"/>
                    <a:pt x="42635" y="3830"/>
                    <a:pt x="49562" y="1411"/>
                  </a:cubicBezTo>
                  <a:cubicBezTo>
                    <a:pt x="50530" y="1072"/>
                    <a:pt x="51303" y="753"/>
                    <a:pt x="51989" y="409"/>
                  </a:cubicBezTo>
                  <a:lnTo>
                    <a:pt x="51989" y="410"/>
                  </a:lnTo>
                  <a:lnTo>
                    <a:pt x="77472" y="410"/>
                  </a:lnTo>
                  <a:cubicBezTo>
                    <a:pt x="75657" y="1022"/>
                    <a:pt x="73845" y="1526"/>
                    <a:pt x="72138" y="1986"/>
                  </a:cubicBezTo>
                  <a:cubicBezTo>
                    <a:pt x="71479" y="2162"/>
                    <a:pt x="70816" y="2334"/>
                    <a:pt x="70156" y="2505"/>
                  </a:cubicBezTo>
                  <a:cubicBezTo>
                    <a:pt x="68329" y="2977"/>
                    <a:pt x="66440" y="3467"/>
                    <a:pt x="64605" y="4082"/>
                  </a:cubicBezTo>
                  <a:cubicBezTo>
                    <a:pt x="61004" y="5291"/>
                    <a:pt x="57124" y="6040"/>
                    <a:pt x="52740" y="6369"/>
                  </a:cubicBezTo>
                  <a:cubicBezTo>
                    <a:pt x="49638" y="6602"/>
                    <a:pt x="46418" y="6602"/>
                    <a:pt x="43304" y="6603"/>
                  </a:cubicBezTo>
                  <a:cubicBezTo>
                    <a:pt x="34965" y="6606"/>
                    <a:pt x="26344" y="6609"/>
                    <a:pt x="18528" y="10955"/>
                  </a:cubicBezTo>
                  <a:cubicBezTo>
                    <a:pt x="14223" y="13350"/>
                    <a:pt x="12644" y="15910"/>
                    <a:pt x="13835" y="18561"/>
                  </a:cubicBezTo>
                  <a:cubicBezTo>
                    <a:pt x="14838" y="20791"/>
                    <a:pt x="17057" y="22107"/>
                    <a:pt x="18813" y="22421"/>
                  </a:cubicBezTo>
                  <a:cubicBezTo>
                    <a:pt x="19239" y="22498"/>
                    <a:pt x="19668" y="22533"/>
                    <a:pt x="20097" y="22533"/>
                  </a:cubicBezTo>
                  <a:cubicBezTo>
                    <a:pt x="22307" y="22533"/>
                    <a:pt x="24513" y="21604"/>
                    <a:pt x="26433" y="20647"/>
                  </a:cubicBezTo>
                  <a:cubicBezTo>
                    <a:pt x="27444" y="20142"/>
                    <a:pt x="28451" y="19561"/>
                    <a:pt x="29427" y="18998"/>
                  </a:cubicBezTo>
                  <a:cubicBezTo>
                    <a:pt x="30955" y="18116"/>
                    <a:pt x="32534" y="17203"/>
                    <a:pt x="34157" y="16576"/>
                  </a:cubicBezTo>
                  <a:cubicBezTo>
                    <a:pt x="37956" y="15106"/>
                    <a:pt x="41874" y="14247"/>
                    <a:pt x="44864" y="13661"/>
                  </a:cubicBezTo>
                  <a:cubicBezTo>
                    <a:pt x="49244" y="12804"/>
                    <a:pt x="53720" y="12190"/>
                    <a:pt x="58050" y="11597"/>
                  </a:cubicBezTo>
                  <a:cubicBezTo>
                    <a:pt x="61146" y="11172"/>
                    <a:pt x="64344" y="10734"/>
                    <a:pt x="67486" y="10209"/>
                  </a:cubicBezTo>
                  <a:cubicBezTo>
                    <a:pt x="71305" y="9572"/>
                    <a:pt x="74827" y="8898"/>
                    <a:pt x="78252" y="8150"/>
                  </a:cubicBezTo>
                  <a:cubicBezTo>
                    <a:pt x="80759" y="7602"/>
                    <a:pt x="84017" y="6743"/>
                    <a:pt x="86995" y="4937"/>
                  </a:cubicBezTo>
                  <a:cubicBezTo>
                    <a:pt x="88677" y="3915"/>
                    <a:pt x="90044" y="2435"/>
                    <a:pt x="91173" y="409"/>
                  </a:cubicBezTo>
                  <a:close/>
                  <a:moveTo>
                    <a:pt x="90934" y="0"/>
                  </a:moveTo>
                  <a:lnTo>
                    <a:pt x="90877" y="105"/>
                  </a:lnTo>
                  <a:cubicBezTo>
                    <a:pt x="89755" y="2148"/>
                    <a:pt x="88458" y="3572"/>
                    <a:pt x="86786" y="4587"/>
                  </a:cubicBezTo>
                  <a:cubicBezTo>
                    <a:pt x="83860" y="6361"/>
                    <a:pt x="80642" y="7209"/>
                    <a:pt x="78166" y="7749"/>
                  </a:cubicBezTo>
                  <a:cubicBezTo>
                    <a:pt x="74747" y="8496"/>
                    <a:pt x="71232" y="9168"/>
                    <a:pt x="67420" y="9804"/>
                  </a:cubicBezTo>
                  <a:cubicBezTo>
                    <a:pt x="64284" y="10326"/>
                    <a:pt x="61086" y="10767"/>
                    <a:pt x="57994" y="11189"/>
                  </a:cubicBezTo>
                  <a:cubicBezTo>
                    <a:pt x="53660" y="11784"/>
                    <a:pt x="49177" y="12398"/>
                    <a:pt x="44787" y="13257"/>
                  </a:cubicBezTo>
                  <a:cubicBezTo>
                    <a:pt x="41781" y="13846"/>
                    <a:pt x="37840" y="14712"/>
                    <a:pt x="34011" y="16192"/>
                  </a:cubicBezTo>
                  <a:cubicBezTo>
                    <a:pt x="32361" y="16832"/>
                    <a:pt x="30768" y="17751"/>
                    <a:pt x="29227" y="18641"/>
                  </a:cubicBezTo>
                  <a:cubicBezTo>
                    <a:pt x="28257" y="19199"/>
                    <a:pt x="27256" y="19778"/>
                    <a:pt x="26252" y="20278"/>
                  </a:cubicBezTo>
                  <a:cubicBezTo>
                    <a:pt x="24377" y="21213"/>
                    <a:pt x="22228" y="22123"/>
                    <a:pt x="20096" y="22123"/>
                  </a:cubicBezTo>
                  <a:cubicBezTo>
                    <a:pt x="19691" y="22123"/>
                    <a:pt x="19286" y="22090"/>
                    <a:pt x="18884" y="22019"/>
                  </a:cubicBezTo>
                  <a:cubicBezTo>
                    <a:pt x="17234" y="21723"/>
                    <a:pt x="15146" y="20485"/>
                    <a:pt x="14203" y="18389"/>
                  </a:cubicBezTo>
                  <a:cubicBezTo>
                    <a:pt x="13112" y="15962"/>
                    <a:pt x="14633" y="13577"/>
                    <a:pt x="18725" y="11302"/>
                  </a:cubicBezTo>
                  <a:cubicBezTo>
                    <a:pt x="26450" y="7006"/>
                    <a:pt x="35017" y="7004"/>
                    <a:pt x="43304" y="7002"/>
                  </a:cubicBezTo>
                  <a:cubicBezTo>
                    <a:pt x="46426" y="7002"/>
                    <a:pt x="49654" y="6999"/>
                    <a:pt x="52770" y="6766"/>
                  </a:cubicBezTo>
                  <a:cubicBezTo>
                    <a:pt x="57188" y="6433"/>
                    <a:pt x="61100" y="5680"/>
                    <a:pt x="64734" y="4460"/>
                  </a:cubicBezTo>
                  <a:cubicBezTo>
                    <a:pt x="66555" y="3847"/>
                    <a:pt x="68437" y="3359"/>
                    <a:pt x="70258" y="2889"/>
                  </a:cubicBezTo>
                  <a:cubicBezTo>
                    <a:pt x="70921" y="2718"/>
                    <a:pt x="71583" y="2546"/>
                    <a:pt x="72244" y="2369"/>
                  </a:cubicBezTo>
                  <a:cubicBezTo>
                    <a:pt x="74310" y="1815"/>
                    <a:pt x="76526" y="1191"/>
                    <a:pt x="78725" y="393"/>
                  </a:cubicBezTo>
                  <a:lnTo>
                    <a:pt x="79801" y="3"/>
                  </a:lnTo>
                  <a:lnTo>
                    <a:pt x="51891" y="3"/>
                  </a:lnTo>
                  <a:lnTo>
                    <a:pt x="51849" y="25"/>
                  </a:lnTo>
                  <a:cubicBezTo>
                    <a:pt x="51168" y="369"/>
                    <a:pt x="50398" y="688"/>
                    <a:pt x="49430" y="1026"/>
                  </a:cubicBezTo>
                  <a:cubicBezTo>
                    <a:pt x="42565" y="3424"/>
                    <a:pt x="35301" y="3502"/>
                    <a:pt x="28279" y="3577"/>
                  </a:cubicBezTo>
                  <a:lnTo>
                    <a:pt x="27530" y="3587"/>
                  </a:lnTo>
                  <a:cubicBezTo>
                    <a:pt x="21472" y="3654"/>
                    <a:pt x="14606" y="3731"/>
                    <a:pt x="8035" y="5524"/>
                  </a:cubicBezTo>
                  <a:cubicBezTo>
                    <a:pt x="5955" y="6091"/>
                    <a:pt x="3608" y="6937"/>
                    <a:pt x="1994" y="8889"/>
                  </a:cubicBezTo>
                  <a:cubicBezTo>
                    <a:pt x="378" y="10842"/>
                    <a:pt x="1" y="13691"/>
                    <a:pt x="872" y="17356"/>
                  </a:cubicBezTo>
                  <a:cubicBezTo>
                    <a:pt x="2415" y="23842"/>
                    <a:pt x="7591" y="28164"/>
                    <a:pt x="13647" y="28164"/>
                  </a:cubicBezTo>
                  <a:cubicBezTo>
                    <a:pt x="13966" y="28164"/>
                    <a:pt x="14287" y="28154"/>
                    <a:pt x="14609" y="28121"/>
                  </a:cubicBezTo>
                  <a:cubicBezTo>
                    <a:pt x="18878" y="27800"/>
                    <a:pt x="22758" y="25623"/>
                    <a:pt x="26511" y="23520"/>
                  </a:cubicBezTo>
                  <a:cubicBezTo>
                    <a:pt x="28626" y="22334"/>
                    <a:pt x="30812" y="21108"/>
                    <a:pt x="33038" y="20233"/>
                  </a:cubicBezTo>
                  <a:cubicBezTo>
                    <a:pt x="36400" y="18911"/>
                    <a:pt x="39775" y="18075"/>
                    <a:pt x="43838" y="17121"/>
                  </a:cubicBezTo>
                  <a:cubicBezTo>
                    <a:pt x="47319" y="16305"/>
                    <a:pt x="51008" y="15582"/>
                    <a:pt x="55113" y="14912"/>
                  </a:cubicBezTo>
                  <a:cubicBezTo>
                    <a:pt x="61550" y="13861"/>
                    <a:pt x="68126" y="13097"/>
                    <a:pt x="74484" y="12357"/>
                  </a:cubicBezTo>
                  <a:lnTo>
                    <a:pt x="77477" y="12010"/>
                  </a:lnTo>
                  <a:cubicBezTo>
                    <a:pt x="87323" y="10854"/>
                    <a:pt x="96973" y="9822"/>
                    <a:pt x="106514" y="9822"/>
                  </a:cubicBezTo>
                  <a:cubicBezTo>
                    <a:pt x="107222" y="9822"/>
                    <a:pt x="107930" y="9827"/>
                    <a:pt x="108637" y="9839"/>
                  </a:cubicBezTo>
                  <a:lnTo>
                    <a:pt x="108843" y="9842"/>
                  </a:lnTo>
                  <a:lnTo>
                    <a:pt x="108843" y="4203"/>
                  </a:lnTo>
                  <a:cubicBezTo>
                    <a:pt x="108843" y="1884"/>
                    <a:pt x="107336" y="0"/>
                    <a:pt x="1054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BLANK_1_1_1_1_1_1_1_1">
    <p:bg>
      <p:bgPr>
        <a:solidFill>
          <a:schemeClr val="lt1"/>
        </a:solidFill>
      </p:bgPr>
    </p:bg>
    <p:spTree>
      <p:nvGrpSpPr>
        <p:cNvPr id="1015" name="Shape 1015"/>
        <p:cNvGrpSpPr/>
        <p:nvPr/>
      </p:nvGrpSpPr>
      <p:grpSpPr>
        <a:xfrm>
          <a:off x="0" y="0"/>
          <a:ext cx="0" cy="0"/>
          <a:chOff x="0" y="0"/>
          <a:chExt cx="0" cy="0"/>
        </a:xfrm>
      </p:grpSpPr>
      <p:grpSp>
        <p:nvGrpSpPr>
          <p:cNvPr id="1016" name="Google Shape;1016;p32"/>
          <p:cNvGrpSpPr/>
          <p:nvPr/>
        </p:nvGrpSpPr>
        <p:grpSpPr>
          <a:xfrm>
            <a:off x="-249664" y="-2432400"/>
            <a:ext cx="9517944" cy="7737118"/>
            <a:chOff x="-249664" y="-2432400"/>
            <a:chExt cx="9517944" cy="7737118"/>
          </a:xfrm>
        </p:grpSpPr>
        <p:sp>
          <p:nvSpPr>
            <p:cNvPr id="1017" name="Google Shape;1017;p32"/>
            <p:cNvSpPr/>
            <p:nvPr/>
          </p:nvSpPr>
          <p:spPr>
            <a:xfrm flipH="1">
              <a:off x="5274613" y="-1817043"/>
              <a:ext cx="3985503" cy="848251"/>
            </a:xfrm>
            <a:custGeom>
              <a:rect b="b" l="l" r="r" t="t"/>
              <a:pathLst>
                <a:path extrusionOk="0" h="21197" w="99594">
                  <a:moveTo>
                    <a:pt x="65021" y="0"/>
                  </a:moveTo>
                  <a:cubicBezTo>
                    <a:pt x="64434" y="0"/>
                    <a:pt x="63848" y="10"/>
                    <a:pt x="63260" y="29"/>
                  </a:cubicBezTo>
                  <a:cubicBezTo>
                    <a:pt x="57732" y="207"/>
                    <a:pt x="52245" y="1096"/>
                    <a:pt x="46816" y="2389"/>
                  </a:cubicBezTo>
                  <a:cubicBezTo>
                    <a:pt x="41611" y="3631"/>
                    <a:pt x="36750" y="6060"/>
                    <a:pt x="31830" y="8475"/>
                  </a:cubicBezTo>
                  <a:cubicBezTo>
                    <a:pt x="27244" y="10725"/>
                    <a:pt x="22624" y="12692"/>
                    <a:pt x="17724" y="13463"/>
                  </a:cubicBezTo>
                  <a:cubicBezTo>
                    <a:pt x="15802" y="13765"/>
                    <a:pt x="13860" y="13942"/>
                    <a:pt x="11920" y="13942"/>
                  </a:cubicBezTo>
                  <a:cubicBezTo>
                    <a:pt x="10234" y="13942"/>
                    <a:pt x="8549" y="13808"/>
                    <a:pt x="6879" y="13505"/>
                  </a:cubicBezTo>
                  <a:cubicBezTo>
                    <a:pt x="4515" y="13077"/>
                    <a:pt x="2162" y="12285"/>
                    <a:pt x="0" y="10984"/>
                  </a:cubicBezTo>
                  <a:lnTo>
                    <a:pt x="0" y="18944"/>
                  </a:lnTo>
                  <a:cubicBezTo>
                    <a:pt x="1762" y="19024"/>
                    <a:pt x="3523" y="19075"/>
                    <a:pt x="5283" y="19075"/>
                  </a:cubicBezTo>
                  <a:cubicBezTo>
                    <a:pt x="9227" y="19075"/>
                    <a:pt x="13162" y="18820"/>
                    <a:pt x="17071" y="18072"/>
                  </a:cubicBezTo>
                  <a:cubicBezTo>
                    <a:pt x="21981" y="17133"/>
                    <a:pt x="26589" y="15270"/>
                    <a:pt x="30996" y="12374"/>
                  </a:cubicBezTo>
                  <a:cubicBezTo>
                    <a:pt x="33739" y="10570"/>
                    <a:pt x="36781" y="9886"/>
                    <a:pt x="39837" y="9886"/>
                  </a:cubicBezTo>
                  <a:cubicBezTo>
                    <a:pt x="40660" y="9886"/>
                    <a:pt x="41484" y="9936"/>
                    <a:pt x="42304" y="10026"/>
                  </a:cubicBezTo>
                  <a:cubicBezTo>
                    <a:pt x="50992" y="10985"/>
                    <a:pt x="59004" y="15789"/>
                    <a:pt x="67420" y="18291"/>
                  </a:cubicBezTo>
                  <a:cubicBezTo>
                    <a:pt x="72853" y="19907"/>
                    <a:pt x="78486" y="20812"/>
                    <a:pt x="84058" y="21107"/>
                  </a:cubicBezTo>
                  <a:cubicBezTo>
                    <a:pt x="85055" y="21160"/>
                    <a:pt x="86060" y="21196"/>
                    <a:pt x="87066" y="21196"/>
                  </a:cubicBezTo>
                  <a:cubicBezTo>
                    <a:pt x="89207" y="21196"/>
                    <a:pt x="91355" y="21031"/>
                    <a:pt x="93446" y="20508"/>
                  </a:cubicBezTo>
                  <a:cubicBezTo>
                    <a:pt x="95522" y="19989"/>
                    <a:pt x="98275" y="18989"/>
                    <a:pt x="98894" y="16049"/>
                  </a:cubicBezTo>
                  <a:cubicBezTo>
                    <a:pt x="99594" y="12721"/>
                    <a:pt x="97265" y="10188"/>
                    <a:pt x="95270" y="8623"/>
                  </a:cubicBezTo>
                  <a:cubicBezTo>
                    <a:pt x="92667" y="6581"/>
                    <a:pt x="89709" y="5268"/>
                    <a:pt x="86790" y="4165"/>
                  </a:cubicBezTo>
                  <a:cubicBezTo>
                    <a:pt x="79711" y="1489"/>
                    <a:pt x="72404" y="0"/>
                    <a:pt x="650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2"/>
            <p:cNvSpPr/>
            <p:nvPr/>
          </p:nvSpPr>
          <p:spPr>
            <a:xfrm flipH="1">
              <a:off x="873769" y="-869455"/>
              <a:ext cx="8386467" cy="1819876"/>
            </a:xfrm>
            <a:custGeom>
              <a:rect b="b" l="l" r="r" t="t"/>
              <a:pathLst>
                <a:path extrusionOk="0" h="45477" w="209570">
                  <a:moveTo>
                    <a:pt x="173399" y="0"/>
                  </a:moveTo>
                  <a:cubicBezTo>
                    <a:pt x="171819" y="0"/>
                    <a:pt x="170239" y="33"/>
                    <a:pt x="168661" y="80"/>
                  </a:cubicBezTo>
                  <a:cubicBezTo>
                    <a:pt x="164324" y="208"/>
                    <a:pt x="160018" y="528"/>
                    <a:pt x="155729" y="1390"/>
                  </a:cubicBezTo>
                  <a:cubicBezTo>
                    <a:pt x="151776" y="2184"/>
                    <a:pt x="147874" y="3386"/>
                    <a:pt x="144099" y="5071"/>
                  </a:cubicBezTo>
                  <a:cubicBezTo>
                    <a:pt x="140139" y="6838"/>
                    <a:pt x="136425" y="9227"/>
                    <a:pt x="132734" y="11745"/>
                  </a:cubicBezTo>
                  <a:cubicBezTo>
                    <a:pt x="125453" y="16714"/>
                    <a:pt x="118372" y="22168"/>
                    <a:pt x="110478" y="25489"/>
                  </a:cubicBezTo>
                  <a:cubicBezTo>
                    <a:pt x="104010" y="28211"/>
                    <a:pt x="97197" y="29287"/>
                    <a:pt x="90399" y="29287"/>
                  </a:cubicBezTo>
                  <a:cubicBezTo>
                    <a:pt x="89168" y="29287"/>
                    <a:pt x="87937" y="29252"/>
                    <a:pt x="86709" y="29185"/>
                  </a:cubicBezTo>
                  <a:cubicBezTo>
                    <a:pt x="70235" y="28285"/>
                    <a:pt x="53959" y="22404"/>
                    <a:pt x="38422" y="15780"/>
                  </a:cubicBezTo>
                  <a:cubicBezTo>
                    <a:pt x="34245" y="13999"/>
                    <a:pt x="30113" y="12729"/>
                    <a:pt x="25697" y="12479"/>
                  </a:cubicBezTo>
                  <a:cubicBezTo>
                    <a:pt x="24449" y="12409"/>
                    <a:pt x="23202" y="12379"/>
                    <a:pt x="21954" y="12379"/>
                  </a:cubicBezTo>
                  <a:cubicBezTo>
                    <a:pt x="18881" y="12379"/>
                    <a:pt x="15809" y="12558"/>
                    <a:pt x="12741" y="12746"/>
                  </a:cubicBezTo>
                  <a:cubicBezTo>
                    <a:pt x="9315" y="12958"/>
                    <a:pt x="5883" y="13109"/>
                    <a:pt x="2471" y="13588"/>
                  </a:cubicBezTo>
                  <a:cubicBezTo>
                    <a:pt x="1651" y="13702"/>
                    <a:pt x="825" y="13831"/>
                    <a:pt x="0" y="13986"/>
                  </a:cubicBezTo>
                  <a:lnTo>
                    <a:pt x="0" y="21931"/>
                  </a:lnTo>
                  <a:cubicBezTo>
                    <a:pt x="3093" y="20622"/>
                    <a:pt x="6277" y="19799"/>
                    <a:pt x="9551" y="19799"/>
                  </a:cubicBezTo>
                  <a:cubicBezTo>
                    <a:pt x="10632" y="19799"/>
                    <a:pt x="11722" y="19889"/>
                    <a:pt x="12823" y="20080"/>
                  </a:cubicBezTo>
                  <a:cubicBezTo>
                    <a:pt x="20488" y="21419"/>
                    <a:pt x="27144" y="26632"/>
                    <a:pt x="33499" y="31891"/>
                  </a:cubicBezTo>
                  <a:cubicBezTo>
                    <a:pt x="45486" y="41811"/>
                    <a:pt x="59912" y="45476"/>
                    <a:pt x="74081" y="45476"/>
                  </a:cubicBezTo>
                  <a:cubicBezTo>
                    <a:pt x="74665" y="45476"/>
                    <a:pt x="75248" y="45470"/>
                    <a:pt x="75831" y="45458"/>
                  </a:cubicBezTo>
                  <a:cubicBezTo>
                    <a:pt x="90804" y="45142"/>
                    <a:pt x="106177" y="41401"/>
                    <a:pt x="119282" y="31968"/>
                  </a:cubicBezTo>
                  <a:cubicBezTo>
                    <a:pt x="125990" y="27139"/>
                    <a:pt x="132221" y="21338"/>
                    <a:pt x="138817" y="16271"/>
                  </a:cubicBezTo>
                  <a:cubicBezTo>
                    <a:pt x="142143" y="13714"/>
                    <a:pt x="145448" y="11379"/>
                    <a:pt x="149316" y="10440"/>
                  </a:cubicBezTo>
                  <a:cubicBezTo>
                    <a:pt x="150812" y="10078"/>
                    <a:pt x="152323" y="9917"/>
                    <a:pt x="153836" y="9917"/>
                  </a:cubicBezTo>
                  <a:cubicBezTo>
                    <a:pt x="155625" y="9917"/>
                    <a:pt x="157416" y="10142"/>
                    <a:pt x="159185" y="10527"/>
                  </a:cubicBezTo>
                  <a:cubicBezTo>
                    <a:pt x="162983" y="11352"/>
                    <a:pt x="166672" y="12839"/>
                    <a:pt x="170334" y="14321"/>
                  </a:cubicBezTo>
                  <a:cubicBezTo>
                    <a:pt x="174482" y="15997"/>
                    <a:pt x="178713" y="17383"/>
                    <a:pt x="182992" y="18407"/>
                  </a:cubicBezTo>
                  <a:cubicBezTo>
                    <a:pt x="186653" y="19282"/>
                    <a:pt x="190426" y="19787"/>
                    <a:pt x="194193" y="19787"/>
                  </a:cubicBezTo>
                  <a:cubicBezTo>
                    <a:pt x="197694" y="19787"/>
                    <a:pt x="201190" y="19351"/>
                    <a:pt x="204587" y="18369"/>
                  </a:cubicBezTo>
                  <a:cubicBezTo>
                    <a:pt x="206831" y="17721"/>
                    <a:pt x="209570" y="16218"/>
                    <a:pt x="208195" y="12736"/>
                  </a:cubicBezTo>
                  <a:cubicBezTo>
                    <a:pt x="207019" y="9759"/>
                    <a:pt x="203809" y="8201"/>
                    <a:pt x="201535" y="7001"/>
                  </a:cubicBezTo>
                  <a:cubicBezTo>
                    <a:pt x="195238" y="3676"/>
                    <a:pt x="188684" y="1200"/>
                    <a:pt x="181872" y="426"/>
                  </a:cubicBezTo>
                  <a:cubicBezTo>
                    <a:pt x="179055" y="106"/>
                    <a:pt x="176227" y="0"/>
                    <a:pt x="173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2"/>
            <p:cNvSpPr/>
            <p:nvPr/>
          </p:nvSpPr>
          <p:spPr>
            <a:xfrm flipH="1">
              <a:off x="8440438" y="235723"/>
              <a:ext cx="819678" cy="314658"/>
            </a:xfrm>
            <a:custGeom>
              <a:rect b="b" l="l" r="r" t="t"/>
              <a:pathLst>
                <a:path extrusionOk="0" h="7863" w="20483">
                  <a:moveTo>
                    <a:pt x="10679" y="1"/>
                  </a:moveTo>
                  <a:cubicBezTo>
                    <a:pt x="7200" y="1"/>
                    <a:pt x="3530" y="930"/>
                    <a:pt x="0" y="1036"/>
                  </a:cubicBezTo>
                  <a:lnTo>
                    <a:pt x="0" y="7210"/>
                  </a:lnTo>
                  <a:cubicBezTo>
                    <a:pt x="73" y="7210"/>
                    <a:pt x="146" y="7210"/>
                    <a:pt x="218" y="7210"/>
                  </a:cubicBezTo>
                  <a:cubicBezTo>
                    <a:pt x="2966" y="7210"/>
                    <a:pt x="5723" y="7366"/>
                    <a:pt x="8473" y="7532"/>
                  </a:cubicBezTo>
                  <a:cubicBezTo>
                    <a:pt x="10471" y="7652"/>
                    <a:pt x="12481" y="7858"/>
                    <a:pt x="14482" y="7862"/>
                  </a:cubicBezTo>
                  <a:cubicBezTo>
                    <a:pt x="14579" y="7862"/>
                    <a:pt x="14677" y="7863"/>
                    <a:pt x="14776" y="7863"/>
                  </a:cubicBezTo>
                  <a:cubicBezTo>
                    <a:pt x="16107" y="7863"/>
                    <a:pt x="17589" y="7805"/>
                    <a:pt x="18794" y="7093"/>
                  </a:cubicBezTo>
                  <a:cubicBezTo>
                    <a:pt x="20483" y="6096"/>
                    <a:pt x="19330" y="4228"/>
                    <a:pt x="18366" y="3075"/>
                  </a:cubicBezTo>
                  <a:cubicBezTo>
                    <a:pt x="16959" y="1395"/>
                    <a:pt x="15150" y="529"/>
                    <a:pt x="13253" y="203"/>
                  </a:cubicBezTo>
                  <a:cubicBezTo>
                    <a:pt x="12410" y="59"/>
                    <a:pt x="11551" y="1"/>
                    <a:pt x="106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2"/>
            <p:cNvSpPr/>
            <p:nvPr/>
          </p:nvSpPr>
          <p:spPr>
            <a:xfrm flipH="1">
              <a:off x="-101578" y="-105111"/>
              <a:ext cx="9361694" cy="2012360"/>
            </a:xfrm>
            <a:custGeom>
              <a:rect b="b" l="l" r="r" t="t"/>
              <a:pathLst>
                <a:path extrusionOk="0" h="50287" w="233940">
                  <a:moveTo>
                    <a:pt x="233940" y="0"/>
                  </a:moveTo>
                  <a:cubicBezTo>
                    <a:pt x="230479" y="1532"/>
                    <a:pt x="227264" y="3838"/>
                    <a:pt x="224035" y="6016"/>
                  </a:cubicBezTo>
                  <a:cubicBezTo>
                    <a:pt x="219999" y="8735"/>
                    <a:pt x="215918" y="11195"/>
                    <a:pt x="211510" y="12795"/>
                  </a:cubicBezTo>
                  <a:cubicBezTo>
                    <a:pt x="205977" y="14804"/>
                    <a:pt x="200252" y="15619"/>
                    <a:pt x="194517" y="15619"/>
                  </a:cubicBezTo>
                  <a:cubicBezTo>
                    <a:pt x="191019" y="15619"/>
                    <a:pt x="187518" y="15316"/>
                    <a:pt x="184053" y="14796"/>
                  </a:cubicBezTo>
                  <a:cubicBezTo>
                    <a:pt x="174879" y="13417"/>
                    <a:pt x="165892" y="10575"/>
                    <a:pt x="156983" y="7553"/>
                  </a:cubicBezTo>
                  <a:cubicBezTo>
                    <a:pt x="154186" y="6603"/>
                    <a:pt x="151295" y="5923"/>
                    <a:pt x="148402" y="5923"/>
                  </a:cubicBezTo>
                  <a:cubicBezTo>
                    <a:pt x="147105" y="5923"/>
                    <a:pt x="145807" y="6060"/>
                    <a:pt x="144518" y="6370"/>
                  </a:cubicBezTo>
                  <a:cubicBezTo>
                    <a:pt x="141010" y="7213"/>
                    <a:pt x="137841" y="9316"/>
                    <a:pt x="134862" y="11732"/>
                  </a:cubicBezTo>
                  <a:cubicBezTo>
                    <a:pt x="131415" y="14529"/>
                    <a:pt x="128149" y="17665"/>
                    <a:pt x="124700" y="20457"/>
                  </a:cubicBezTo>
                  <a:cubicBezTo>
                    <a:pt x="120681" y="23709"/>
                    <a:pt x="116461" y="26565"/>
                    <a:pt x="112085" y="28971"/>
                  </a:cubicBezTo>
                  <a:cubicBezTo>
                    <a:pt x="103869" y="33488"/>
                    <a:pt x="95132" y="36387"/>
                    <a:pt x="86236" y="37674"/>
                  </a:cubicBezTo>
                  <a:cubicBezTo>
                    <a:pt x="82434" y="38224"/>
                    <a:pt x="78620" y="38471"/>
                    <a:pt x="74803" y="38471"/>
                  </a:cubicBezTo>
                  <a:cubicBezTo>
                    <a:pt x="58405" y="38471"/>
                    <a:pt x="41951" y="33908"/>
                    <a:pt x="26125" y="29171"/>
                  </a:cubicBezTo>
                  <a:cubicBezTo>
                    <a:pt x="17408" y="26561"/>
                    <a:pt x="8732" y="23693"/>
                    <a:pt x="0" y="21148"/>
                  </a:cubicBezTo>
                  <a:lnTo>
                    <a:pt x="0" y="30371"/>
                  </a:lnTo>
                  <a:cubicBezTo>
                    <a:pt x="3472" y="33108"/>
                    <a:pt x="7489" y="35009"/>
                    <a:pt x="11115" y="36595"/>
                  </a:cubicBezTo>
                  <a:cubicBezTo>
                    <a:pt x="17532" y="39404"/>
                    <a:pt x="24220" y="41608"/>
                    <a:pt x="30929" y="42938"/>
                  </a:cubicBezTo>
                  <a:cubicBezTo>
                    <a:pt x="38228" y="44386"/>
                    <a:pt x="45630" y="44923"/>
                    <a:pt x="53022" y="44923"/>
                  </a:cubicBezTo>
                  <a:cubicBezTo>
                    <a:pt x="55748" y="44923"/>
                    <a:pt x="58473" y="44850"/>
                    <a:pt x="61191" y="44723"/>
                  </a:cubicBezTo>
                  <a:cubicBezTo>
                    <a:pt x="71533" y="44237"/>
                    <a:pt x="81978" y="43258"/>
                    <a:pt x="92233" y="41498"/>
                  </a:cubicBezTo>
                  <a:cubicBezTo>
                    <a:pt x="102742" y="39694"/>
                    <a:pt x="112661" y="35767"/>
                    <a:pt x="122701" y="31597"/>
                  </a:cubicBezTo>
                  <a:cubicBezTo>
                    <a:pt x="132437" y="27557"/>
                    <a:pt x="142206" y="24207"/>
                    <a:pt x="152521" y="24092"/>
                  </a:cubicBezTo>
                  <a:cubicBezTo>
                    <a:pt x="152754" y="24089"/>
                    <a:pt x="152988" y="24088"/>
                    <a:pt x="153222" y="24088"/>
                  </a:cubicBezTo>
                  <a:cubicBezTo>
                    <a:pt x="163194" y="24088"/>
                    <a:pt x="173100" y="26520"/>
                    <a:pt x="182555" y="30450"/>
                  </a:cubicBezTo>
                  <a:cubicBezTo>
                    <a:pt x="187610" y="32550"/>
                    <a:pt x="192565" y="35025"/>
                    <a:pt x="197604" y="37193"/>
                  </a:cubicBezTo>
                  <a:cubicBezTo>
                    <a:pt x="202625" y="39352"/>
                    <a:pt x="207681" y="41382"/>
                    <a:pt x="212770" y="43265"/>
                  </a:cubicBezTo>
                  <a:cubicBezTo>
                    <a:pt x="219747" y="45846"/>
                    <a:pt x="226825" y="48256"/>
                    <a:pt x="233940" y="50286"/>
                  </a:cubicBezTo>
                  <a:lnTo>
                    <a:pt x="233940" y="34729"/>
                  </a:lnTo>
                  <a:cubicBezTo>
                    <a:pt x="233339" y="34539"/>
                    <a:pt x="232731" y="34368"/>
                    <a:pt x="232112" y="34224"/>
                  </a:cubicBezTo>
                  <a:cubicBezTo>
                    <a:pt x="229270" y="33551"/>
                    <a:pt x="226381" y="33250"/>
                    <a:pt x="223499" y="32996"/>
                  </a:cubicBezTo>
                  <a:cubicBezTo>
                    <a:pt x="219753" y="32668"/>
                    <a:pt x="216005" y="32333"/>
                    <a:pt x="212261" y="31960"/>
                  </a:cubicBezTo>
                  <a:cubicBezTo>
                    <a:pt x="208072" y="31543"/>
                    <a:pt x="203886" y="31089"/>
                    <a:pt x="199705" y="30539"/>
                  </a:cubicBezTo>
                  <a:cubicBezTo>
                    <a:pt x="195713" y="30014"/>
                    <a:pt x="191661" y="29550"/>
                    <a:pt x="187710" y="28635"/>
                  </a:cubicBezTo>
                  <a:cubicBezTo>
                    <a:pt x="184185" y="27821"/>
                    <a:pt x="180587" y="27222"/>
                    <a:pt x="177204" y="25665"/>
                  </a:cubicBezTo>
                  <a:cubicBezTo>
                    <a:pt x="175719" y="24980"/>
                    <a:pt x="173996" y="24080"/>
                    <a:pt x="173054" y="22380"/>
                  </a:cubicBezTo>
                  <a:cubicBezTo>
                    <a:pt x="172381" y="21164"/>
                    <a:pt x="172300" y="19467"/>
                    <a:pt x="173266" y="18466"/>
                  </a:cubicBezTo>
                  <a:cubicBezTo>
                    <a:pt x="174400" y="17293"/>
                    <a:pt x="176205" y="17248"/>
                    <a:pt x="177591" y="17230"/>
                  </a:cubicBezTo>
                  <a:cubicBezTo>
                    <a:pt x="177667" y="17230"/>
                    <a:pt x="177743" y="17229"/>
                    <a:pt x="177820" y="17229"/>
                  </a:cubicBezTo>
                  <a:cubicBezTo>
                    <a:pt x="179957" y="17229"/>
                    <a:pt x="182098" y="17572"/>
                    <a:pt x="184206" y="17983"/>
                  </a:cubicBezTo>
                  <a:cubicBezTo>
                    <a:pt x="186167" y="18365"/>
                    <a:pt x="188113" y="18845"/>
                    <a:pt x="190056" y="19342"/>
                  </a:cubicBezTo>
                  <a:cubicBezTo>
                    <a:pt x="192155" y="19880"/>
                    <a:pt x="194290" y="20178"/>
                    <a:pt x="196416" y="20482"/>
                  </a:cubicBezTo>
                  <a:cubicBezTo>
                    <a:pt x="200378" y="21047"/>
                    <a:pt x="204372" y="21430"/>
                    <a:pt x="208364" y="21430"/>
                  </a:cubicBezTo>
                  <a:cubicBezTo>
                    <a:pt x="209889" y="21430"/>
                    <a:pt x="211413" y="21374"/>
                    <a:pt x="212936" y="21251"/>
                  </a:cubicBezTo>
                  <a:cubicBezTo>
                    <a:pt x="218320" y="20818"/>
                    <a:pt x="223791" y="19532"/>
                    <a:pt x="228641" y="16425"/>
                  </a:cubicBezTo>
                  <a:cubicBezTo>
                    <a:pt x="230586" y="15179"/>
                    <a:pt x="232358" y="13636"/>
                    <a:pt x="233940" y="11842"/>
                  </a:cubicBezTo>
                  <a:lnTo>
                    <a:pt x="2339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2"/>
            <p:cNvSpPr/>
            <p:nvPr/>
          </p:nvSpPr>
          <p:spPr>
            <a:xfrm flipH="1">
              <a:off x="4106062" y="1310728"/>
              <a:ext cx="5153814" cy="1015564"/>
            </a:xfrm>
            <a:custGeom>
              <a:rect b="b" l="l" r="r" t="t"/>
              <a:pathLst>
                <a:path extrusionOk="0" h="25378" w="128789">
                  <a:moveTo>
                    <a:pt x="125460" y="1"/>
                  </a:moveTo>
                  <a:cubicBezTo>
                    <a:pt x="124112" y="1"/>
                    <a:pt x="122755" y="233"/>
                    <a:pt x="121432" y="495"/>
                  </a:cubicBezTo>
                  <a:cubicBezTo>
                    <a:pt x="117708" y="1235"/>
                    <a:pt x="114038" y="2428"/>
                    <a:pt x="110408" y="3702"/>
                  </a:cubicBezTo>
                  <a:cubicBezTo>
                    <a:pt x="101528" y="6816"/>
                    <a:pt x="92732" y="10293"/>
                    <a:pt x="83787" y="13112"/>
                  </a:cubicBezTo>
                  <a:cubicBezTo>
                    <a:pt x="72182" y="16772"/>
                    <a:pt x="60329" y="19483"/>
                    <a:pt x="48340" y="19746"/>
                  </a:cubicBezTo>
                  <a:cubicBezTo>
                    <a:pt x="47589" y="19762"/>
                    <a:pt x="46838" y="19771"/>
                    <a:pt x="46087" y="19771"/>
                  </a:cubicBezTo>
                  <a:cubicBezTo>
                    <a:pt x="36277" y="19771"/>
                    <a:pt x="26528" y="18319"/>
                    <a:pt x="17277" y="13958"/>
                  </a:cubicBezTo>
                  <a:cubicBezTo>
                    <a:pt x="14817" y="12796"/>
                    <a:pt x="12434" y="11433"/>
                    <a:pt x="10052" y="10038"/>
                  </a:cubicBezTo>
                  <a:cubicBezTo>
                    <a:pt x="7467" y="8528"/>
                    <a:pt x="4765" y="7378"/>
                    <a:pt x="2106" y="6103"/>
                  </a:cubicBezTo>
                  <a:cubicBezTo>
                    <a:pt x="1402" y="5766"/>
                    <a:pt x="699" y="5418"/>
                    <a:pt x="0" y="5056"/>
                  </a:cubicBezTo>
                  <a:lnTo>
                    <a:pt x="0" y="11211"/>
                  </a:lnTo>
                  <a:cubicBezTo>
                    <a:pt x="4701" y="13100"/>
                    <a:pt x="9362" y="15161"/>
                    <a:pt x="14041" y="17090"/>
                  </a:cubicBezTo>
                  <a:cubicBezTo>
                    <a:pt x="16400" y="18063"/>
                    <a:pt x="18775" y="19117"/>
                    <a:pt x="21195" y="19846"/>
                  </a:cubicBezTo>
                  <a:cubicBezTo>
                    <a:pt x="23656" y="20587"/>
                    <a:pt x="26170" y="20896"/>
                    <a:pt x="28695" y="21030"/>
                  </a:cubicBezTo>
                  <a:cubicBezTo>
                    <a:pt x="33506" y="21285"/>
                    <a:pt x="38258" y="21488"/>
                    <a:pt x="43036" y="22348"/>
                  </a:cubicBezTo>
                  <a:cubicBezTo>
                    <a:pt x="47992" y="23241"/>
                    <a:pt x="52914" y="24461"/>
                    <a:pt x="57900" y="25055"/>
                  </a:cubicBezTo>
                  <a:cubicBezTo>
                    <a:pt x="59669" y="25266"/>
                    <a:pt x="61430" y="25377"/>
                    <a:pt x="63185" y="25377"/>
                  </a:cubicBezTo>
                  <a:cubicBezTo>
                    <a:pt x="66528" y="25377"/>
                    <a:pt x="69851" y="24974"/>
                    <a:pt x="73168" y="24091"/>
                  </a:cubicBezTo>
                  <a:cubicBezTo>
                    <a:pt x="82572" y="21585"/>
                    <a:pt x="91311" y="16379"/>
                    <a:pt x="100290" y="12209"/>
                  </a:cubicBezTo>
                  <a:cubicBezTo>
                    <a:pt x="102551" y="11159"/>
                    <a:pt x="104832" y="10174"/>
                    <a:pt x="107142" y="9317"/>
                  </a:cubicBezTo>
                  <a:cubicBezTo>
                    <a:pt x="109515" y="8437"/>
                    <a:pt x="111919" y="7831"/>
                    <a:pt x="114326" y="7132"/>
                  </a:cubicBezTo>
                  <a:cubicBezTo>
                    <a:pt x="119263" y="5699"/>
                    <a:pt x="123997" y="3389"/>
                    <a:pt x="128789" y="1350"/>
                  </a:cubicBezTo>
                  <a:cubicBezTo>
                    <a:pt x="128436" y="255"/>
                    <a:pt x="127130" y="101"/>
                    <a:pt x="126329" y="35"/>
                  </a:cubicBezTo>
                  <a:cubicBezTo>
                    <a:pt x="126040" y="12"/>
                    <a:pt x="125750" y="1"/>
                    <a:pt x="1254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2"/>
            <p:cNvSpPr/>
            <p:nvPr/>
          </p:nvSpPr>
          <p:spPr>
            <a:xfrm flipH="1">
              <a:off x="8310181" y="3276894"/>
              <a:ext cx="949935" cy="459281"/>
            </a:xfrm>
            <a:custGeom>
              <a:rect b="b" l="l" r="r" t="t"/>
              <a:pathLst>
                <a:path extrusionOk="0" h="11477" w="23738">
                  <a:moveTo>
                    <a:pt x="0" y="0"/>
                  </a:moveTo>
                  <a:lnTo>
                    <a:pt x="0" y="7277"/>
                  </a:lnTo>
                  <a:cubicBezTo>
                    <a:pt x="3475" y="8436"/>
                    <a:pt x="6937" y="9675"/>
                    <a:pt x="10474" y="10467"/>
                  </a:cubicBezTo>
                  <a:cubicBezTo>
                    <a:pt x="12599" y="10942"/>
                    <a:pt x="14945" y="11477"/>
                    <a:pt x="17230" y="11477"/>
                  </a:cubicBezTo>
                  <a:cubicBezTo>
                    <a:pt x="18607" y="11477"/>
                    <a:pt x="19963" y="11282"/>
                    <a:pt x="21233" y="10762"/>
                  </a:cubicBezTo>
                  <a:cubicBezTo>
                    <a:pt x="22964" y="10052"/>
                    <a:pt x="23737" y="8373"/>
                    <a:pt x="22783" y="6233"/>
                  </a:cubicBezTo>
                  <a:cubicBezTo>
                    <a:pt x="21854" y="4148"/>
                    <a:pt x="19780" y="3350"/>
                    <a:pt x="18049" y="2892"/>
                  </a:cubicBezTo>
                  <a:cubicBezTo>
                    <a:pt x="14044" y="1834"/>
                    <a:pt x="9964" y="2398"/>
                    <a:pt x="5923" y="1958"/>
                  </a:cubicBezTo>
                  <a:cubicBezTo>
                    <a:pt x="3848" y="1734"/>
                    <a:pt x="1868" y="103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2"/>
            <p:cNvSpPr/>
            <p:nvPr/>
          </p:nvSpPr>
          <p:spPr>
            <a:xfrm flipH="1">
              <a:off x="-101698" y="1635714"/>
              <a:ext cx="9361814" cy="2217890"/>
            </a:xfrm>
            <a:custGeom>
              <a:rect b="b" l="l" r="r" t="t"/>
              <a:pathLst>
                <a:path extrusionOk="0" h="55423" w="233943">
                  <a:moveTo>
                    <a:pt x="144772" y="1"/>
                  </a:moveTo>
                  <a:cubicBezTo>
                    <a:pt x="142102" y="1"/>
                    <a:pt x="139431" y="96"/>
                    <a:pt x="136766" y="286"/>
                  </a:cubicBezTo>
                  <a:cubicBezTo>
                    <a:pt x="128012" y="909"/>
                    <a:pt x="119276" y="2552"/>
                    <a:pt x="110812" y="5489"/>
                  </a:cubicBezTo>
                  <a:cubicBezTo>
                    <a:pt x="106624" y="6944"/>
                    <a:pt x="102575" y="8874"/>
                    <a:pt x="98468" y="10653"/>
                  </a:cubicBezTo>
                  <a:cubicBezTo>
                    <a:pt x="93953" y="12609"/>
                    <a:pt x="89399" y="14424"/>
                    <a:pt x="84794" y="16010"/>
                  </a:cubicBezTo>
                  <a:cubicBezTo>
                    <a:pt x="74251" y="19642"/>
                    <a:pt x="63428" y="21981"/>
                    <a:pt x="52620" y="21981"/>
                  </a:cubicBezTo>
                  <a:cubicBezTo>
                    <a:pt x="45059" y="21981"/>
                    <a:pt x="37505" y="20836"/>
                    <a:pt x="30059" y="18189"/>
                  </a:cubicBezTo>
                  <a:cubicBezTo>
                    <a:pt x="25579" y="16596"/>
                    <a:pt x="21178" y="14667"/>
                    <a:pt x="16828" y="12578"/>
                  </a:cubicBezTo>
                  <a:cubicBezTo>
                    <a:pt x="12514" y="10509"/>
                    <a:pt x="8272" y="8266"/>
                    <a:pt x="3815" y="6712"/>
                  </a:cubicBezTo>
                  <a:cubicBezTo>
                    <a:pt x="2549" y="6272"/>
                    <a:pt x="1276" y="5888"/>
                    <a:pt x="0" y="5548"/>
                  </a:cubicBezTo>
                  <a:lnTo>
                    <a:pt x="0" y="23614"/>
                  </a:lnTo>
                  <a:cubicBezTo>
                    <a:pt x="12657" y="29572"/>
                    <a:pt x="26166" y="33013"/>
                    <a:pt x="39600" y="33024"/>
                  </a:cubicBezTo>
                  <a:cubicBezTo>
                    <a:pt x="39625" y="33024"/>
                    <a:pt x="39649" y="33024"/>
                    <a:pt x="39674" y="33024"/>
                  </a:cubicBezTo>
                  <a:cubicBezTo>
                    <a:pt x="43920" y="33024"/>
                    <a:pt x="48167" y="32654"/>
                    <a:pt x="52367" y="31843"/>
                  </a:cubicBezTo>
                  <a:cubicBezTo>
                    <a:pt x="54553" y="31420"/>
                    <a:pt x="56709" y="30737"/>
                    <a:pt x="58881" y="30217"/>
                  </a:cubicBezTo>
                  <a:cubicBezTo>
                    <a:pt x="61539" y="29579"/>
                    <a:pt x="64252" y="29008"/>
                    <a:pt x="66965" y="29005"/>
                  </a:cubicBezTo>
                  <a:cubicBezTo>
                    <a:pt x="66982" y="29005"/>
                    <a:pt x="66999" y="29005"/>
                    <a:pt x="67017" y="29005"/>
                  </a:cubicBezTo>
                  <a:cubicBezTo>
                    <a:pt x="68762" y="29005"/>
                    <a:pt x="71102" y="29156"/>
                    <a:pt x="72309" y="31005"/>
                  </a:cubicBezTo>
                  <a:cubicBezTo>
                    <a:pt x="73261" y="32464"/>
                    <a:pt x="73035" y="34779"/>
                    <a:pt x="72433" y="36381"/>
                  </a:cubicBezTo>
                  <a:cubicBezTo>
                    <a:pt x="71760" y="38175"/>
                    <a:pt x="70452" y="39418"/>
                    <a:pt x="69067" y="40261"/>
                  </a:cubicBezTo>
                  <a:cubicBezTo>
                    <a:pt x="65139" y="42655"/>
                    <a:pt x="60371" y="42850"/>
                    <a:pt x="56096" y="42852"/>
                  </a:cubicBezTo>
                  <a:cubicBezTo>
                    <a:pt x="56089" y="42852"/>
                    <a:pt x="56082" y="42852"/>
                    <a:pt x="56075" y="42852"/>
                  </a:cubicBezTo>
                  <a:cubicBezTo>
                    <a:pt x="46902" y="42852"/>
                    <a:pt x="37792" y="41022"/>
                    <a:pt x="28834" y="38660"/>
                  </a:cubicBezTo>
                  <a:cubicBezTo>
                    <a:pt x="19225" y="36125"/>
                    <a:pt x="9684" y="33151"/>
                    <a:pt x="0" y="31087"/>
                  </a:cubicBezTo>
                  <a:lnTo>
                    <a:pt x="0" y="40459"/>
                  </a:lnTo>
                  <a:cubicBezTo>
                    <a:pt x="415" y="40687"/>
                    <a:pt x="838" y="40900"/>
                    <a:pt x="1269" y="41094"/>
                  </a:cubicBezTo>
                  <a:cubicBezTo>
                    <a:pt x="3834" y="42246"/>
                    <a:pt x="6360" y="42550"/>
                    <a:pt x="9049" y="42595"/>
                  </a:cubicBezTo>
                  <a:cubicBezTo>
                    <a:pt x="11321" y="42632"/>
                    <a:pt x="13601" y="42650"/>
                    <a:pt x="15862" y="42966"/>
                  </a:cubicBezTo>
                  <a:cubicBezTo>
                    <a:pt x="17766" y="43232"/>
                    <a:pt x="19811" y="43645"/>
                    <a:pt x="21476" y="44925"/>
                  </a:cubicBezTo>
                  <a:cubicBezTo>
                    <a:pt x="22689" y="45858"/>
                    <a:pt x="23822" y="47631"/>
                    <a:pt x="23620" y="49546"/>
                  </a:cubicBezTo>
                  <a:cubicBezTo>
                    <a:pt x="23450" y="51198"/>
                    <a:pt x="22153" y="51995"/>
                    <a:pt x="21013" y="52388"/>
                  </a:cubicBezTo>
                  <a:cubicBezTo>
                    <a:pt x="19769" y="52816"/>
                    <a:pt x="18468" y="52983"/>
                    <a:pt x="17149" y="52983"/>
                  </a:cubicBezTo>
                  <a:cubicBezTo>
                    <a:pt x="14678" y="52983"/>
                    <a:pt x="12147" y="52396"/>
                    <a:pt x="9822" y="51845"/>
                  </a:cubicBezTo>
                  <a:cubicBezTo>
                    <a:pt x="6510" y="51059"/>
                    <a:pt x="3259" y="49899"/>
                    <a:pt x="0" y="48810"/>
                  </a:cubicBezTo>
                  <a:lnTo>
                    <a:pt x="0" y="54602"/>
                  </a:lnTo>
                  <a:cubicBezTo>
                    <a:pt x="5036" y="55007"/>
                    <a:pt x="10079" y="55225"/>
                    <a:pt x="15119" y="55348"/>
                  </a:cubicBezTo>
                  <a:cubicBezTo>
                    <a:pt x="17082" y="55396"/>
                    <a:pt x="19048" y="55423"/>
                    <a:pt x="21015" y="55423"/>
                  </a:cubicBezTo>
                  <a:cubicBezTo>
                    <a:pt x="29997" y="55423"/>
                    <a:pt x="38994" y="54866"/>
                    <a:pt x="47880" y="53219"/>
                  </a:cubicBezTo>
                  <a:cubicBezTo>
                    <a:pt x="52943" y="52282"/>
                    <a:pt x="58028" y="51048"/>
                    <a:pt x="62912" y="49101"/>
                  </a:cubicBezTo>
                  <a:cubicBezTo>
                    <a:pt x="67581" y="47240"/>
                    <a:pt x="72025" y="44594"/>
                    <a:pt x="76326" y="41657"/>
                  </a:cubicBezTo>
                  <a:cubicBezTo>
                    <a:pt x="84683" y="35949"/>
                    <a:pt x="92557" y="29085"/>
                    <a:pt x="101261" y="24207"/>
                  </a:cubicBezTo>
                  <a:cubicBezTo>
                    <a:pt x="110109" y="19249"/>
                    <a:pt x="119692" y="17446"/>
                    <a:pt x="129288" y="16670"/>
                  </a:cubicBezTo>
                  <a:cubicBezTo>
                    <a:pt x="132649" y="16399"/>
                    <a:pt x="136013" y="16271"/>
                    <a:pt x="139377" y="16271"/>
                  </a:cubicBezTo>
                  <a:cubicBezTo>
                    <a:pt x="157478" y="16271"/>
                    <a:pt x="175585" y="19963"/>
                    <a:pt x="193212" y="24804"/>
                  </a:cubicBezTo>
                  <a:cubicBezTo>
                    <a:pt x="203630" y="27665"/>
                    <a:pt x="214279" y="30372"/>
                    <a:pt x="224304" y="35040"/>
                  </a:cubicBezTo>
                  <a:cubicBezTo>
                    <a:pt x="227597" y="36575"/>
                    <a:pt x="230795" y="38437"/>
                    <a:pt x="233942" y="40411"/>
                  </a:cubicBezTo>
                  <a:lnTo>
                    <a:pt x="233942" y="31703"/>
                  </a:lnTo>
                  <a:cubicBezTo>
                    <a:pt x="228231" y="27859"/>
                    <a:pt x="222155" y="24807"/>
                    <a:pt x="216214" y="21705"/>
                  </a:cubicBezTo>
                  <a:cubicBezTo>
                    <a:pt x="207456" y="17134"/>
                    <a:pt x="198525" y="13002"/>
                    <a:pt x="189487" y="9410"/>
                  </a:cubicBezTo>
                  <a:cubicBezTo>
                    <a:pt x="180687" y="5912"/>
                    <a:pt x="171778" y="2926"/>
                    <a:pt x="162615" y="1437"/>
                  </a:cubicBezTo>
                  <a:cubicBezTo>
                    <a:pt x="156702" y="476"/>
                    <a:pt x="150736" y="1"/>
                    <a:pt x="1447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2"/>
            <p:cNvSpPr/>
            <p:nvPr/>
          </p:nvSpPr>
          <p:spPr>
            <a:xfrm flipH="1">
              <a:off x="-101671" y="2550326"/>
              <a:ext cx="4960169" cy="2176352"/>
            </a:xfrm>
            <a:custGeom>
              <a:rect b="b" l="l" r="r" t="t"/>
              <a:pathLst>
                <a:path extrusionOk="0" h="54385" w="123950">
                  <a:moveTo>
                    <a:pt x="25687" y="0"/>
                  </a:moveTo>
                  <a:cubicBezTo>
                    <a:pt x="25613" y="0"/>
                    <a:pt x="25540" y="0"/>
                    <a:pt x="25467" y="0"/>
                  </a:cubicBezTo>
                  <a:cubicBezTo>
                    <a:pt x="22189" y="8"/>
                    <a:pt x="18895" y="286"/>
                    <a:pt x="15653" y="893"/>
                  </a:cubicBezTo>
                  <a:cubicBezTo>
                    <a:pt x="12106" y="1558"/>
                    <a:pt x="8455" y="2579"/>
                    <a:pt x="5276" y="4757"/>
                  </a:cubicBezTo>
                  <a:cubicBezTo>
                    <a:pt x="2358" y="6754"/>
                    <a:pt x="1" y="10011"/>
                    <a:pt x="133" y="14446"/>
                  </a:cubicBezTo>
                  <a:cubicBezTo>
                    <a:pt x="289" y="19675"/>
                    <a:pt x="3866" y="23250"/>
                    <a:pt x="7286" y="25363"/>
                  </a:cubicBezTo>
                  <a:cubicBezTo>
                    <a:pt x="11223" y="27796"/>
                    <a:pt x="15408" y="28684"/>
                    <a:pt x="19651" y="28684"/>
                  </a:cubicBezTo>
                  <a:cubicBezTo>
                    <a:pt x="25154" y="28684"/>
                    <a:pt x="30756" y="27191"/>
                    <a:pt x="36046" y="25632"/>
                  </a:cubicBezTo>
                  <a:cubicBezTo>
                    <a:pt x="41465" y="24035"/>
                    <a:pt x="46862" y="22167"/>
                    <a:pt x="52380" y="21177"/>
                  </a:cubicBezTo>
                  <a:cubicBezTo>
                    <a:pt x="56587" y="20424"/>
                    <a:pt x="60828" y="20023"/>
                    <a:pt x="65073" y="20023"/>
                  </a:cubicBezTo>
                  <a:cubicBezTo>
                    <a:pt x="66363" y="20023"/>
                    <a:pt x="67654" y="20060"/>
                    <a:pt x="68944" y="20135"/>
                  </a:cubicBezTo>
                  <a:cubicBezTo>
                    <a:pt x="79965" y="20783"/>
                    <a:pt x="90870" y="24103"/>
                    <a:pt x="100937" y="29809"/>
                  </a:cubicBezTo>
                  <a:cubicBezTo>
                    <a:pt x="105755" y="32540"/>
                    <a:pt x="110519" y="35684"/>
                    <a:pt x="114557" y="40038"/>
                  </a:cubicBezTo>
                  <a:cubicBezTo>
                    <a:pt x="118056" y="43811"/>
                    <a:pt x="120978" y="48359"/>
                    <a:pt x="123419" y="53277"/>
                  </a:cubicBezTo>
                  <a:cubicBezTo>
                    <a:pt x="123600" y="53644"/>
                    <a:pt x="123773" y="54016"/>
                    <a:pt x="123950" y="54384"/>
                  </a:cubicBezTo>
                  <a:lnTo>
                    <a:pt x="123950" y="30590"/>
                  </a:lnTo>
                  <a:cubicBezTo>
                    <a:pt x="115011" y="23740"/>
                    <a:pt x="104675" y="20070"/>
                    <a:pt x="94699" y="16430"/>
                  </a:cubicBezTo>
                  <a:cubicBezTo>
                    <a:pt x="83278" y="12265"/>
                    <a:pt x="71945" y="7950"/>
                    <a:pt x="60279" y="4996"/>
                  </a:cubicBezTo>
                  <a:cubicBezTo>
                    <a:pt x="48938" y="2125"/>
                    <a:pt x="37275" y="0"/>
                    <a:pt x="25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2"/>
            <p:cNvSpPr/>
            <p:nvPr/>
          </p:nvSpPr>
          <p:spPr>
            <a:xfrm flipH="1">
              <a:off x="4680754" y="3332199"/>
              <a:ext cx="4579363" cy="1972262"/>
            </a:xfrm>
            <a:custGeom>
              <a:rect b="b" l="l" r="r" t="t"/>
              <a:pathLst>
                <a:path extrusionOk="0" h="49285" w="114434">
                  <a:moveTo>
                    <a:pt x="97111" y="0"/>
                  </a:moveTo>
                  <a:cubicBezTo>
                    <a:pt x="92375" y="0"/>
                    <a:pt x="88229" y="4066"/>
                    <a:pt x="85079" y="8725"/>
                  </a:cubicBezTo>
                  <a:cubicBezTo>
                    <a:pt x="81036" y="14698"/>
                    <a:pt x="78056" y="22263"/>
                    <a:pt x="72346" y="26006"/>
                  </a:cubicBezTo>
                  <a:cubicBezTo>
                    <a:pt x="69011" y="28192"/>
                    <a:pt x="65286" y="29191"/>
                    <a:pt x="61597" y="29874"/>
                  </a:cubicBezTo>
                  <a:cubicBezTo>
                    <a:pt x="57172" y="30696"/>
                    <a:pt x="52733" y="31343"/>
                    <a:pt x="48270" y="31736"/>
                  </a:cubicBezTo>
                  <a:cubicBezTo>
                    <a:pt x="43819" y="32127"/>
                    <a:pt x="39334" y="32342"/>
                    <a:pt x="34849" y="32342"/>
                  </a:cubicBezTo>
                  <a:cubicBezTo>
                    <a:pt x="29827" y="32342"/>
                    <a:pt x="24804" y="32073"/>
                    <a:pt x="19828" y="31484"/>
                  </a:cubicBezTo>
                  <a:cubicBezTo>
                    <a:pt x="13156" y="30694"/>
                    <a:pt x="6527" y="29288"/>
                    <a:pt x="0" y="27342"/>
                  </a:cubicBezTo>
                  <a:lnTo>
                    <a:pt x="0" y="45284"/>
                  </a:lnTo>
                  <a:cubicBezTo>
                    <a:pt x="0" y="47494"/>
                    <a:pt x="1415" y="49285"/>
                    <a:pt x="3161" y="49285"/>
                  </a:cubicBezTo>
                  <a:lnTo>
                    <a:pt x="54554" y="49285"/>
                  </a:lnTo>
                  <a:cubicBezTo>
                    <a:pt x="57524" y="43691"/>
                    <a:pt x="61460" y="38933"/>
                    <a:pt x="66165" y="35699"/>
                  </a:cubicBezTo>
                  <a:cubicBezTo>
                    <a:pt x="74007" y="30307"/>
                    <a:pt x="82814" y="29860"/>
                    <a:pt x="91444" y="28199"/>
                  </a:cubicBezTo>
                  <a:cubicBezTo>
                    <a:pt x="94850" y="27544"/>
                    <a:pt x="98284" y="26656"/>
                    <a:pt x="101576" y="25345"/>
                  </a:cubicBezTo>
                  <a:cubicBezTo>
                    <a:pt x="104402" y="24220"/>
                    <a:pt x="107468" y="22637"/>
                    <a:pt x="109397" y="19658"/>
                  </a:cubicBezTo>
                  <a:cubicBezTo>
                    <a:pt x="114434" y="11884"/>
                    <a:pt x="106261" y="3395"/>
                    <a:pt x="100927" y="890"/>
                  </a:cubicBezTo>
                  <a:cubicBezTo>
                    <a:pt x="99620" y="276"/>
                    <a:pt x="98345" y="0"/>
                    <a:pt x="97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2"/>
            <p:cNvSpPr/>
            <p:nvPr/>
          </p:nvSpPr>
          <p:spPr>
            <a:xfrm flipH="1">
              <a:off x="2076941" y="4592047"/>
              <a:ext cx="4319449" cy="712432"/>
            </a:xfrm>
            <a:custGeom>
              <a:rect b="b" l="l" r="r" t="t"/>
              <a:pathLst>
                <a:path extrusionOk="0" h="17803" w="107939">
                  <a:moveTo>
                    <a:pt x="27543" y="0"/>
                  </a:moveTo>
                  <a:cubicBezTo>
                    <a:pt x="27240" y="0"/>
                    <a:pt x="26937" y="6"/>
                    <a:pt x="26634" y="18"/>
                  </a:cubicBezTo>
                  <a:cubicBezTo>
                    <a:pt x="24027" y="121"/>
                    <a:pt x="21392" y="745"/>
                    <a:pt x="19094" y="2364"/>
                  </a:cubicBezTo>
                  <a:cubicBezTo>
                    <a:pt x="18481" y="2797"/>
                    <a:pt x="16577" y="4050"/>
                    <a:pt x="17537" y="5118"/>
                  </a:cubicBezTo>
                  <a:cubicBezTo>
                    <a:pt x="18117" y="5762"/>
                    <a:pt x="19161" y="5928"/>
                    <a:pt x="19890" y="6091"/>
                  </a:cubicBezTo>
                  <a:cubicBezTo>
                    <a:pt x="23855" y="6979"/>
                    <a:pt x="27949" y="6569"/>
                    <a:pt x="31949" y="6998"/>
                  </a:cubicBezTo>
                  <a:cubicBezTo>
                    <a:pt x="35180" y="7344"/>
                    <a:pt x="39652" y="7834"/>
                    <a:pt x="41798" y="11379"/>
                  </a:cubicBezTo>
                  <a:cubicBezTo>
                    <a:pt x="41873" y="11504"/>
                    <a:pt x="41874" y="11697"/>
                    <a:pt x="41748" y="11777"/>
                  </a:cubicBezTo>
                  <a:cubicBezTo>
                    <a:pt x="40684" y="12461"/>
                    <a:pt x="39488" y="12703"/>
                    <a:pt x="38262" y="12703"/>
                  </a:cubicBezTo>
                  <a:cubicBezTo>
                    <a:pt x="36542" y="12703"/>
                    <a:pt x="34763" y="12227"/>
                    <a:pt x="33207" y="11823"/>
                  </a:cubicBezTo>
                  <a:cubicBezTo>
                    <a:pt x="31601" y="11407"/>
                    <a:pt x="30013" y="10894"/>
                    <a:pt x="28412" y="10466"/>
                  </a:cubicBezTo>
                  <a:cubicBezTo>
                    <a:pt x="26593" y="9980"/>
                    <a:pt x="24742" y="9711"/>
                    <a:pt x="22919" y="9248"/>
                  </a:cubicBezTo>
                  <a:cubicBezTo>
                    <a:pt x="18811" y="8207"/>
                    <a:pt x="14751" y="6811"/>
                    <a:pt x="10581" y="6185"/>
                  </a:cubicBezTo>
                  <a:cubicBezTo>
                    <a:pt x="9499" y="6023"/>
                    <a:pt x="8286" y="5852"/>
                    <a:pt x="7075" y="5852"/>
                  </a:cubicBezTo>
                  <a:cubicBezTo>
                    <a:pt x="5505" y="5852"/>
                    <a:pt x="3938" y="6139"/>
                    <a:pt x="2667" y="7101"/>
                  </a:cubicBezTo>
                  <a:cubicBezTo>
                    <a:pt x="702" y="8588"/>
                    <a:pt x="1" y="12230"/>
                    <a:pt x="827" y="14868"/>
                  </a:cubicBezTo>
                  <a:cubicBezTo>
                    <a:pt x="1191" y="16035"/>
                    <a:pt x="1835" y="16995"/>
                    <a:pt x="2588" y="17803"/>
                  </a:cubicBezTo>
                  <a:lnTo>
                    <a:pt x="107349" y="17803"/>
                  </a:lnTo>
                  <a:cubicBezTo>
                    <a:pt x="107939" y="14229"/>
                    <a:pt x="104542" y="9947"/>
                    <a:pt x="102361" y="8404"/>
                  </a:cubicBezTo>
                  <a:cubicBezTo>
                    <a:pt x="99751" y="6560"/>
                    <a:pt x="96718" y="5974"/>
                    <a:pt x="93716" y="5974"/>
                  </a:cubicBezTo>
                  <a:cubicBezTo>
                    <a:pt x="92496" y="5974"/>
                    <a:pt x="91282" y="6070"/>
                    <a:pt x="90103" y="6219"/>
                  </a:cubicBezTo>
                  <a:cubicBezTo>
                    <a:pt x="87978" y="6486"/>
                    <a:pt x="85895" y="7048"/>
                    <a:pt x="83786" y="7444"/>
                  </a:cubicBezTo>
                  <a:cubicBezTo>
                    <a:pt x="81051" y="7961"/>
                    <a:pt x="78295" y="8278"/>
                    <a:pt x="75534" y="8442"/>
                  </a:cubicBezTo>
                  <a:cubicBezTo>
                    <a:pt x="74026" y="8532"/>
                    <a:pt x="72516" y="8576"/>
                    <a:pt x="71005" y="8576"/>
                  </a:cubicBezTo>
                  <a:cubicBezTo>
                    <a:pt x="66567" y="8576"/>
                    <a:pt x="62125" y="8194"/>
                    <a:pt x="57730" y="7447"/>
                  </a:cubicBezTo>
                  <a:cubicBezTo>
                    <a:pt x="52546" y="6565"/>
                    <a:pt x="47524" y="4962"/>
                    <a:pt x="42478" y="3264"/>
                  </a:cubicBezTo>
                  <a:cubicBezTo>
                    <a:pt x="37619" y="1632"/>
                    <a:pt x="32605" y="0"/>
                    <a:pt x="275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2"/>
            <p:cNvSpPr/>
            <p:nvPr/>
          </p:nvSpPr>
          <p:spPr>
            <a:xfrm flipH="1">
              <a:off x="463812" y="4587885"/>
              <a:ext cx="658408" cy="716833"/>
            </a:xfrm>
            <a:custGeom>
              <a:rect b="b" l="l" r="r" t="t"/>
              <a:pathLst>
                <a:path extrusionOk="0" h="17913" w="16453">
                  <a:moveTo>
                    <a:pt x="3031" y="0"/>
                  </a:moveTo>
                  <a:cubicBezTo>
                    <a:pt x="3004" y="0"/>
                    <a:pt x="2977" y="1"/>
                    <a:pt x="2950" y="2"/>
                  </a:cubicBezTo>
                  <a:cubicBezTo>
                    <a:pt x="1" y="132"/>
                    <a:pt x="2474" y="3624"/>
                    <a:pt x="3374" y="4819"/>
                  </a:cubicBezTo>
                  <a:cubicBezTo>
                    <a:pt x="5353" y="7446"/>
                    <a:pt x="8065" y="13097"/>
                    <a:pt x="8485" y="17912"/>
                  </a:cubicBezTo>
                  <a:lnTo>
                    <a:pt x="16452" y="17912"/>
                  </a:lnTo>
                  <a:cubicBezTo>
                    <a:pt x="15488" y="16742"/>
                    <a:pt x="14559" y="15523"/>
                    <a:pt x="13682" y="14232"/>
                  </a:cubicBezTo>
                  <a:cubicBezTo>
                    <a:pt x="11356" y="10805"/>
                    <a:pt x="9597" y="6836"/>
                    <a:pt x="7171" y="3507"/>
                  </a:cubicBezTo>
                  <a:cubicBezTo>
                    <a:pt x="6176" y="2144"/>
                    <a:pt x="4651" y="0"/>
                    <a:pt x="30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2"/>
            <p:cNvSpPr/>
            <p:nvPr/>
          </p:nvSpPr>
          <p:spPr>
            <a:xfrm flipH="1">
              <a:off x="-101598" y="3757271"/>
              <a:ext cx="4326332" cy="1547277"/>
            </a:xfrm>
            <a:custGeom>
              <a:rect b="b" l="l" r="r" t="t"/>
              <a:pathLst>
                <a:path extrusionOk="0" h="38665" w="108111">
                  <a:moveTo>
                    <a:pt x="45814" y="1"/>
                  </a:moveTo>
                  <a:cubicBezTo>
                    <a:pt x="35137" y="1"/>
                    <a:pt x="24388" y="2076"/>
                    <a:pt x="14090" y="5571"/>
                  </a:cubicBezTo>
                  <a:cubicBezTo>
                    <a:pt x="10624" y="6748"/>
                    <a:pt x="7061" y="8059"/>
                    <a:pt x="3946" y="10366"/>
                  </a:cubicBezTo>
                  <a:cubicBezTo>
                    <a:pt x="2615" y="11352"/>
                    <a:pt x="1078" y="12695"/>
                    <a:pt x="565" y="14641"/>
                  </a:cubicBezTo>
                  <a:cubicBezTo>
                    <a:pt x="1" y="16782"/>
                    <a:pt x="1151" y="18845"/>
                    <a:pt x="2414" y="20142"/>
                  </a:cubicBezTo>
                  <a:cubicBezTo>
                    <a:pt x="4524" y="22313"/>
                    <a:pt x="7328" y="22930"/>
                    <a:pt x="10110" y="22930"/>
                  </a:cubicBezTo>
                  <a:cubicBezTo>
                    <a:pt x="11691" y="22930"/>
                    <a:pt x="13266" y="22730"/>
                    <a:pt x="14702" y="22504"/>
                  </a:cubicBezTo>
                  <a:cubicBezTo>
                    <a:pt x="19304" y="21780"/>
                    <a:pt x="23791" y="20252"/>
                    <a:pt x="28307" y="18979"/>
                  </a:cubicBezTo>
                  <a:cubicBezTo>
                    <a:pt x="31469" y="18088"/>
                    <a:pt x="34583" y="17727"/>
                    <a:pt x="37812" y="17553"/>
                  </a:cubicBezTo>
                  <a:cubicBezTo>
                    <a:pt x="39567" y="17460"/>
                    <a:pt x="41324" y="17409"/>
                    <a:pt x="43081" y="17409"/>
                  </a:cubicBezTo>
                  <a:cubicBezTo>
                    <a:pt x="45289" y="17409"/>
                    <a:pt x="47497" y="17490"/>
                    <a:pt x="49701" y="17670"/>
                  </a:cubicBezTo>
                  <a:cubicBezTo>
                    <a:pt x="53900" y="18013"/>
                    <a:pt x="58120" y="18692"/>
                    <a:pt x="62182" y="20121"/>
                  </a:cubicBezTo>
                  <a:cubicBezTo>
                    <a:pt x="65643" y="21338"/>
                    <a:pt x="69140" y="23140"/>
                    <a:pt x="71836" y="26229"/>
                  </a:cubicBezTo>
                  <a:cubicBezTo>
                    <a:pt x="74556" y="29344"/>
                    <a:pt x="76197" y="34210"/>
                    <a:pt x="75759" y="38664"/>
                  </a:cubicBezTo>
                  <a:lnTo>
                    <a:pt x="85535" y="38664"/>
                  </a:lnTo>
                  <a:cubicBezTo>
                    <a:pt x="85296" y="35981"/>
                    <a:pt x="84353" y="33119"/>
                    <a:pt x="83500" y="31067"/>
                  </a:cubicBezTo>
                  <a:cubicBezTo>
                    <a:pt x="82723" y="29197"/>
                    <a:pt x="81831" y="27538"/>
                    <a:pt x="80681" y="26012"/>
                  </a:cubicBezTo>
                  <a:cubicBezTo>
                    <a:pt x="79935" y="25023"/>
                    <a:pt x="78306" y="23246"/>
                    <a:pt x="78633" y="21650"/>
                  </a:cubicBezTo>
                  <a:cubicBezTo>
                    <a:pt x="78840" y="20643"/>
                    <a:pt x="79649" y="20281"/>
                    <a:pt x="80449" y="20281"/>
                  </a:cubicBezTo>
                  <a:cubicBezTo>
                    <a:pt x="80893" y="20281"/>
                    <a:pt x="81334" y="20392"/>
                    <a:pt x="81670" y="20567"/>
                  </a:cubicBezTo>
                  <a:cubicBezTo>
                    <a:pt x="83214" y="21372"/>
                    <a:pt x="84460" y="23111"/>
                    <a:pt x="85532" y="24674"/>
                  </a:cubicBezTo>
                  <a:cubicBezTo>
                    <a:pt x="88081" y="28395"/>
                    <a:pt x="90008" y="32694"/>
                    <a:pt x="92680" y="36288"/>
                  </a:cubicBezTo>
                  <a:cubicBezTo>
                    <a:pt x="93289" y="37105"/>
                    <a:pt x="93919" y="37895"/>
                    <a:pt x="94562" y="38663"/>
                  </a:cubicBezTo>
                  <a:lnTo>
                    <a:pt x="104952" y="38663"/>
                  </a:lnTo>
                  <a:cubicBezTo>
                    <a:pt x="106677" y="38663"/>
                    <a:pt x="108077" y="36912"/>
                    <a:pt x="108110" y="34738"/>
                  </a:cubicBezTo>
                  <a:cubicBezTo>
                    <a:pt x="104684" y="32047"/>
                    <a:pt x="101346" y="29175"/>
                    <a:pt x="98018" y="26250"/>
                  </a:cubicBezTo>
                  <a:cubicBezTo>
                    <a:pt x="92264" y="21194"/>
                    <a:pt x="86645" y="15791"/>
                    <a:pt x="80705" y="11085"/>
                  </a:cubicBezTo>
                  <a:cubicBezTo>
                    <a:pt x="70628" y="3099"/>
                    <a:pt x="58598" y="156"/>
                    <a:pt x="46845" y="7"/>
                  </a:cubicBezTo>
                  <a:cubicBezTo>
                    <a:pt x="46501" y="3"/>
                    <a:pt x="46158" y="1"/>
                    <a:pt x="458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2"/>
            <p:cNvSpPr/>
            <p:nvPr/>
          </p:nvSpPr>
          <p:spPr>
            <a:xfrm flipH="1">
              <a:off x="-241581" y="-2278398"/>
              <a:ext cx="4335896" cy="796099"/>
            </a:xfrm>
            <a:custGeom>
              <a:rect b="b" l="l" r="r" t="t"/>
              <a:pathLst>
                <a:path extrusionOk="0" h="27758" w="108350">
                  <a:moveTo>
                    <a:pt x="51648" y="1"/>
                  </a:moveTo>
                  <a:cubicBezTo>
                    <a:pt x="50846" y="407"/>
                    <a:pt x="50018" y="729"/>
                    <a:pt x="49203" y="1014"/>
                  </a:cubicBezTo>
                  <a:cubicBezTo>
                    <a:pt x="42065" y="3506"/>
                    <a:pt x="34586" y="3501"/>
                    <a:pt x="27241" y="3584"/>
                  </a:cubicBezTo>
                  <a:cubicBezTo>
                    <a:pt x="20757" y="3656"/>
                    <a:pt x="14163" y="3777"/>
                    <a:pt x="7797" y="5515"/>
                  </a:cubicBezTo>
                  <a:cubicBezTo>
                    <a:pt x="5715" y="6083"/>
                    <a:pt x="3438" y="6902"/>
                    <a:pt x="1858" y="8814"/>
                  </a:cubicBezTo>
                  <a:cubicBezTo>
                    <a:pt x="0" y="11058"/>
                    <a:pt x="83" y="14195"/>
                    <a:pt x="776" y="17107"/>
                  </a:cubicBezTo>
                  <a:cubicBezTo>
                    <a:pt x="2438" y="24097"/>
                    <a:pt x="7861" y="27758"/>
                    <a:pt x="13371" y="27758"/>
                  </a:cubicBezTo>
                  <a:cubicBezTo>
                    <a:pt x="13681" y="27758"/>
                    <a:pt x="13992" y="27746"/>
                    <a:pt x="14303" y="27723"/>
                  </a:cubicBezTo>
                  <a:cubicBezTo>
                    <a:pt x="20922" y="27226"/>
                    <a:pt x="26485" y="22282"/>
                    <a:pt x="32673" y="19847"/>
                  </a:cubicBezTo>
                  <a:cubicBezTo>
                    <a:pt x="36195" y="18461"/>
                    <a:pt x="39879" y="17578"/>
                    <a:pt x="43501" y="16728"/>
                  </a:cubicBezTo>
                  <a:cubicBezTo>
                    <a:pt x="47244" y="15849"/>
                    <a:pt x="51012" y="15131"/>
                    <a:pt x="54789" y="14515"/>
                  </a:cubicBezTo>
                  <a:cubicBezTo>
                    <a:pt x="62223" y="13302"/>
                    <a:pt x="69695" y="12486"/>
                    <a:pt x="77160" y="11610"/>
                  </a:cubicBezTo>
                  <a:cubicBezTo>
                    <a:pt x="86796" y="10479"/>
                    <a:pt x="96503" y="9420"/>
                    <a:pt x="106195" y="9420"/>
                  </a:cubicBezTo>
                  <a:cubicBezTo>
                    <a:pt x="106913" y="9420"/>
                    <a:pt x="107630" y="9426"/>
                    <a:pt x="108348" y="9438"/>
                  </a:cubicBezTo>
                  <a:lnTo>
                    <a:pt x="108348" y="4002"/>
                  </a:lnTo>
                  <a:cubicBezTo>
                    <a:pt x="108350" y="1793"/>
                    <a:pt x="106935" y="1"/>
                    <a:pt x="105190" y="1"/>
                  </a:cubicBezTo>
                  <a:lnTo>
                    <a:pt x="90762" y="1"/>
                  </a:lnTo>
                  <a:cubicBezTo>
                    <a:pt x="89703" y="1934"/>
                    <a:pt x="88395" y="3470"/>
                    <a:pt x="86599" y="4557"/>
                  </a:cubicBezTo>
                  <a:cubicBezTo>
                    <a:pt x="83877" y="6208"/>
                    <a:pt x="80880" y="7099"/>
                    <a:pt x="77918" y="7745"/>
                  </a:cubicBezTo>
                  <a:cubicBezTo>
                    <a:pt x="74349" y="8524"/>
                    <a:pt x="70756" y="9202"/>
                    <a:pt x="67162" y="9801"/>
                  </a:cubicBezTo>
                  <a:cubicBezTo>
                    <a:pt x="59627" y="11058"/>
                    <a:pt x="52047" y="11784"/>
                    <a:pt x="44534" y="13253"/>
                  </a:cubicBezTo>
                  <a:cubicBezTo>
                    <a:pt x="40916" y="13963"/>
                    <a:pt x="37300" y="14822"/>
                    <a:pt x="33793" y="16179"/>
                  </a:cubicBezTo>
                  <a:cubicBezTo>
                    <a:pt x="31120" y="17214"/>
                    <a:pt x="28648" y="18964"/>
                    <a:pt x="26050" y="20259"/>
                  </a:cubicBezTo>
                  <a:cubicBezTo>
                    <a:pt x="24092" y="21236"/>
                    <a:pt x="21957" y="22126"/>
                    <a:pt x="19819" y="22126"/>
                  </a:cubicBezTo>
                  <a:cubicBezTo>
                    <a:pt x="19398" y="22126"/>
                    <a:pt x="18976" y="22091"/>
                    <a:pt x="18556" y="22016"/>
                  </a:cubicBezTo>
                  <a:cubicBezTo>
                    <a:pt x="16742" y="21690"/>
                    <a:pt x="14667" y="20360"/>
                    <a:pt x="13727" y="18271"/>
                  </a:cubicBezTo>
                  <a:cubicBezTo>
                    <a:pt x="12111" y="14673"/>
                    <a:pt x="16343" y="12032"/>
                    <a:pt x="18335" y="10924"/>
                  </a:cubicBezTo>
                  <a:cubicBezTo>
                    <a:pt x="29038" y="4972"/>
                    <a:pt x="41116" y="7214"/>
                    <a:pt x="52462" y="6363"/>
                  </a:cubicBezTo>
                  <a:cubicBezTo>
                    <a:pt x="56489" y="6062"/>
                    <a:pt x="60477" y="5377"/>
                    <a:pt x="64377" y="4066"/>
                  </a:cubicBezTo>
                  <a:cubicBezTo>
                    <a:pt x="66858" y="3233"/>
                    <a:pt x="69388" y="2647"/>
                    <a:pt x="71900" y="1973"/>
                  </a:cubicBezTo>
                  <a:cubicBezTo>
                    <a:pt x="74066" y="1391"/>
                    <a:pt x="76235" y="775"/>
                    <a:pt x="783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2"/>
            <p:cNvSpPr/>
            <p:nvPr/>
          </p:nvSpPr>
          <p:spPr>
            <a:xfrm flipH="1">
              <a:off x="5272212" y="-1889435"/>
              <a:ext cx="3996027" cy="864218"/>
            </a:xfrm>
            <a:custGeom>
              <a:rect b="b" l="l" r="r" t="t"/>
              <a:pathLst>
                <a:path extrusionOk="0" h="21596" w="99857">
                  <a:moveTo>
                    <a:pt x="65198" y="399"/>
                  </a:moveTo>
                  <a:cubicBezTo>
                    <a:pt x="72321" y="399"/>
                    <a:pt x="79621" y="1791"/>
                    <a:pt x="86922" y="4550"/>
                  </a:cubicBezTo>
                  <a:cubicBezTo>
                    <a:pt x="89575" y="5554"/>
                    <a:pt x="92653" y="6864"/>
                    <a:pt x="95348" y="8979"/>
                  </a:cubicBezTo>
                  <a:cubicBezTo>
                    <a:pt x="98235" y="11247"/>
                    <a:pt x="99428" y="13677"/>
                    <a:pt x="98898" y="16206"/>
                  </a:cubicBezTo>
                  <a:cubicBezTo>
                    <a:pt x="98311" y="18994"/>
                    <a:pt x="95759" y="19972"/>
                    <a:pt x="93599" y="20511"/>
                  </a:cubicBezTo>
                  <a:cubicBezTo>
                    <a:pt x="91491" y="21039"/>
                    <a:pt x="89309" y="21193"/>
                    <a:pt x="87246" y="21193"/>
                  </a:cubicBezTo>
                  <a:cubicBezTo>
                    <a:pt x="86217" y="21193"/>
                    <a:pt x="85218" y="21155"/>
                    <a:pt x="84273" y="21106"/>
                  </a:cubicBezTo>
                  <a:cubicBezTo>
                    <a:pt x="78503" y="20800"/>
                    <a:pt x="72921" y="19852"/>
                    <a:pt x="67683" y="18295"/>
                  </a:cubicBezTo>
                  <a:cubicBezTo>
                    <a:pt x="64541" y="17362"/>
                    <a:pt x="61400" y="16083"/>
                    <a:pt x="58362" y="14847"/>
                  </a:cubicBezTo>
                  <a:cubicBezTo>
                    <a:pt x="53266" y="12773"/>
                    <a:pt x="47995" y="10628"/>
                    <a:pt x="42530" y="10025"/>
                  </a:cubicBezTo>
                  <a:cubicBezTo>
                    <a:pt x="41682" y="9932"/>
                    <a:pt x="40859" y="9885"/>
                    <a:pt x="40058" y="9885"/>
                  </a:cubicBezTo>
                  <a:cubicBezTo>
                    <a:pt x="36646" y="9885"/>
                    <a:pt x="33636" y="10728"/>
                    <a:pt x="31087" y="12400"/>
                  </a:cubicBezTo>
                  <a:cubicBezTo>
                    <a:pt x="26728" y="15269"/>
                    <a:pt x="22197" y="17122"/>
                    <a:pt x="17235" y="18071"/>
                  </a:cubicBezTo>
                  <a:cubicBezTo>
                    <a:pt x="13172" y="18848"/>
                    <a:pt x="9086" y="19070"/>
                    <a:pt x="5424" y="19070"/>
                  </a:cubicBezTo>
                  <a:cubicBezTo>
                    <a:pt x="3631" y="19070"/>
                    <a:pt x="1941" y="19017"/>
                    <a:pt x="403" y="18949"/>
                  </a:cubicBezTo>
                  <a:lnTo>
                    <a:pt x="403" y="11532"/>
                  </a:lnTo>
                  <a:cubicBezTo>
                    <a:pt x="2361" y="12661"/>
                    <a:pt x="4594" y="13456"/>
                    <a:pt x="7045" y="13900"/>
                  </a:cubicBezTo>
                  <a:cubicBezTo>
                    <a:pt x="8672" y="14195"/>
                    <a:pt x="10356" y="14343"/>
                    <a:pt x="12121" y="14343"/>
                  </a:cubicBezTo>
                  <a:cubicBezTo>
                    <a:pt x="13968" y="14343"/>
                    <a:pt x="15904" y="14181"/>
                    <a:pt x="17957" y="13858"/>
                  </a:cubicBezTo>
                  <a:cubicBezTo>
                    <a:pt x="23076" y="13055"/>
                    <a:pt x="27790" y="10978"/>
                    <a:pt x="32121" y="8853"/>
                  </a:cubicBezTo>
                  <a:lnTo>
                    <a:pt x="32595" y="8620"/>
                  </a:lnTo>
                  <a:cubicBezTo>
                    <a:pt x="37243" y="6337"/>
                    <a:pt x="42049" y="3980"/>
                    <a:pt x="47066" y="2784"/>
                  </a:cubicBezTo>
                  <a:cubicBezTo>
                    <a:pt x="53031" y="1361"/>
                    <a:pt x="58397" y="590"/>
                    <a:pt x="63469" y="426"/>
                  </a:cubicBezTo>
                  <a:cubicBezTo>
                    <a:pt x="64044" y="408"/>
                    <a:pt x="64620" y="399"/>
                    <a:pt x="65198" y="399"/>
                  </a:cubicBezTo>
                  <a:close/>
                  <a:moveTo>
                    <a:pt x="65203" y="1"/>
                  </a:moveTo>
                  <a:cubicBezTo>
                    <a:pt x="64619" y="1"/>
                    <a:pt x="64036" y="10"/>
                    <a:pt x="63455" y="29"/>
                  </a:cubicBezTo>
                  <a:cubicBezTo>
                    <a:pt x="58355" y="192"/>
                    <a:pt x="52963" y="968"/>
                    <a:pt x="46970" y="2396"/>
                  </a:cubicBezTo>
                  <a:cubicBezTo>
                    <a:pt x="41911" y="3604"/>
                    <a:pt x="37084" y="5971"/>
                    <a:pt x="32416" y="8263"/>
                  </a:cubicBezTo>
                  <a:lnTo>
                    <a:pt x="31942" y="8496"/>
                  </a:lnTo>
                  <a:cubicBezTo>
                    <a:pt x="27640" y="10606"/>
                    <a:pt x="22957" y="12670"/>
                    <a:pt x="17892" y="13466"/>
                  </a:cubicBezTo>
                  <a:cubicBezTo>
                    <a:pt x="15860" y="13785"/>
                    <a:pt x="13946" y="13945"/>
                    <a:pt x="12120" y="13945"/>
                  </a:cubicBezTo>
                  <a:cubicBezTo>
                    <a:pt x="10379" y="13945"/>
                    <a:pt x="8719" y="13799"/>
                    <a:pt x="7116" y="13508"/>
                  </a:cubicBezTo>
                  <a:cubicBezTo>
                    <a:pt x="4584" y="13050"/>
                    <a:pt x="2294" y="12211"/>
                    <a:pt x="305" y="11012"/>
                  </a:cubicBezTo>
                  <a:lnTo>
                    <a:pt x="0" y="10828"/>
                  </a:lnTo>
                  <a:lnTo>
                    <a:pt x="0" y="19337"/>
                  </a:lnTo>
                  <a:lnTo>
                    <a:pt x="193" y="19345"/>
                  </a:lnTo>
                  <a:cubicBezTo>
                    <a:pt x="1788" y="19417"/>
                    <a:pt x="3552" y="19474"/>
                    <a:pt x="5427" y="19474"/>
                  </a:cubicBezTo>
                  <a:cubicBezTo>
                    <a:pt x="9110" y="19474"/>
                    <a:pt x="13220" y="19251"/>
                    <a:pt x="17311" y="18469"/>
                  </a:cubicBezTo>
                  <a:cubicBezTo>
                    <a:pt x="22324" y="17509"/>
                    <a:pt x="26904" y="15636"/>
                    <a:pt x="31309" y="12740"/>
                  </a:cubicBezTo>
                  <a:cubicBezTo>
                    <a:pt x="33791" y="11110"/>
                    <a:pt x="36725" y="10287"/>
                    <a:pt x="40058" y="10287"/>
                  </a:cubicBezTo>
                  <a:cubicBezTo>
                    <a:pt x="40845" y="10287"/>
                    <a:pt x="41654" y="10333"/>
                    <a:pt x="42485" y="10425"/>
                  </a:cubicBezTo>
                  <a:cubicBezTo>
                    <a:pt x="47895" y="11021"/>
                    <a:pt x="53139" y="13156"/>
                    <a:pt x="58211" y="15220"/>
                  </a:cubicBezTo>
                  <a:cubicBezTo>
                    <a:pt x="61257" y="16459"/>
                    <a:pt x="64408" y="17742"/>
                    <a:pt x="67568" y="18681"/>
                  </a:cubicBezTo>
                  <a:cubicBezTo>
                    <a:pt x="72838" y="20248"/>
                    <a:pt x="78452" y="21200"/>
                    <a:pt x="84253" y="21507"/>
                  </a:cubicBezTo>
                  <a:cubicBezTo>
                    <a:pt x="85207" y="21557"/>
                    <a:pt x="86216" y="21596"/>
                    <a:pt x="87255" y="21596"/>
                  </a:cubicBezTo>
                  <a:cubicBezTo>
                    <a:pt x="89341" y="21596"/>
                    <a:pt x="91554" y="21438"/>
                    <a:pt x="93697" y="20904"/>
                  </a:cubicBezTo>
                  <a:cubicBezTo>
                    <a:pt x="95795" y="20381"/>
                    <a:pt x="98654" y="19332"/>
                    <a:pt x="99293" y="16292"/>
                  </a:cubicBezTo>
                  <a:cubicBezTo>
                    <a:pt x="99857" y="13600"/>
                    <a:pt x="98614" y="11035"/>
                    <a:pt x="95596" y="8666"/>
                  </a:cubicBezTo>
                  <a:cubicBezTo>
                    <a:pt x="92859" y="6520"/>
                    <a:pt x="89747" y="5193"/>
                    <a:pt x="87062" y="4178"/>
                  </a:cubicBezTo>
                  <a:cubicBezTo>
                    <a:pt x="79719" y="1402"/>
                    <a:pt x="72371" y="1"/>
                    <a:pt x="652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 name="Google Shape;1031;p32"/>
            <p:cNvGrpSpPr/>
            <p:nvPr/>
          </p:nvGrpSpPr>
          <p:grpSpPr>
            <a:xfrm>
              <a:off x="-109581" y="-2432400"/>
              <a:ext cx="9377821" cy="2147740"/>
              <a:chOff x="-109581" y="-2432400"/>
              <a:chExt cx="9377821" cy="2147740"/>
            </a:xfrm>
          </p:grpSpPr>
          <p:sp>
            <p:nvSpPr>
              <p:cNvPr id="1032" name="Google Shape;1032;p32"/>
              <p:cNvSpPr/>
              <p:nvPr/>
            </p:nvSpPr>
            <p:spPr>
              <a:xfrm flipH="1">
                <a:off x="-101698" y="-2359847"/>
                <a:ext cx="9361814" cy="2075187"/>
              </a:xfrm>
              <a:custGeom>
                <a:rect b="b" l="l" r="r" t="t"/>
                <a:pathLst>
                  <a:path extrusionOk="0" h="51857" w="233943">
                    <a:moveTo>
                      <a:pt x="114254" y="0"/>
                    </a:moveTo>
                    <a:cubicBezTo>
                      <a:pt x="113814" y="3337"/>
                      <a:pt x="107760" y="3970"/>
                      <a:pt x="105882" y="4185"/>
                    </a:cubicBezTo>
                    <a:cubicBezTo>
                      <a:pt x="103480" y="4463"/>
                      <a:pt x="101037" y="4580"/>
                      <a:pt x="98593" y="4580"/>
                    </a:cubicBezTo>
                    <a:cubicBezTo>
                      <a:pt x="96187" y="4580"/>
                      <a:pt x="93780" y="4466"/>
                      <a:pt x="91413" y="4277"/>
                    </a:cubicBezTo>
                    <a:cubicBezTo>
                      <a:pt x="83262" y="3622"/>
                      <a:pt x="75254" y="1586"/>
                      <a:pt x="67197" y="2"/>
                    </a:cubicBezTo>
                    <a:lnTo>
                      <a:pt x="3161" y="2"/>
                    </a:lnTo>
                    <a:cubicBezTo>
                      <a:pt x="1415" y="2"/>
                      <a:pt x="0" y="1794"/>
                      <a:pt x="0" y="4003"/>
                    </a:cubicBezTo>
                    <a:lnTo>
                      <a:pt x="0" y="12983"/>
                    </a:lnTo>
                    <a:cubicBezTo>
                      <a:pt x="752" y="13703"/>
                      <a:pt x="1532" y="14304"/>
                      <a:pt x="2202" y="14753"/>
                    </a:cubicBezTo>
                    <a:cubicBezTo>
                      <a:pt x="5867" y="17202"/>
                      <a:pt x="10108" y="17905"/>
                      <a:pt x="14266" y="17905"/>
                    </a:cubicBezTo>
                    <a:cubicBezTo>
                      <a:pt x="15542" y="17905"/>
                      <a:pt x="16811" y="17839"/>
                      <a:pt x="18052" y="17736"/>
                    </a:cubicBezTo>
                    <a:cubicBezTo>
                      <a:pt x="23329" y="17301"/>
                      <a:pt x="28524" y="16026"/>
                      <a:pt x="33704" y="14740"/>
                    </a:cubicBezTo>
                    <a:cubicBezTo>
                      <a:pt x="40948" y="12940"/>
                      <a:pt x="48135" y="10828"/>
                      <a:pt x="55442" y="9439"/>
                    </a:cubicBezTo>
                    <a:cubicBezTo>
                      <a:pt x="61321" y="8322"/>
                      <a:pt x="67233" y="7670"/>
                      <a:pt x="73167" y="7670"/>
                    </a:cubicBezTo>
                    <a:cubicBezTo>
                      <a:pt x="74688" y="7670"/>
                      <a:pt x="76210" y="7713"/>
                      <a:pt x="77734" y="7802"/>
                    </a:cubicBezTo>
                    <a:cubicBezTo>
                      <a:pt x="85106" y="8232"/>
                      <a:pt x="92423" y="9785"/>
                      <a:pt x="99530" y="12287"/>
                    </a:cubicBezTo>
                    <a:cubicBezTo>
                      <a:pt x="102317" y="13268"/>
                      <a:pt x="105115" y="14314"/>
                      <a:pt x="107858" y="15489"/>
                    </a:cubicBezTo>
                    <a:cubicBezTo>
                      <a:pt x="110332" y="16548"/>
                      <a:pt x="112809" y="17789"/>
                      <a:pt x="115004" y="19608"/>
                    </a:cubicBezTo>
                    <a:cubicBezTo>
                      <a:pt x="117824" y="21944"/>
                      <a:pt x="120303" y="25852"/>
                      <a:pt x="120226" y="30339"/>
                    </a:cubicBezTo>
                    <a:cubicBezTo>
                      <a:pt x="120101" y="37466"/>
                      <a:pt x="112935" y="40330"/>
                      <a:pt x="108516" y="41748"/>
                    </a:cubicBezTo>
                    <a:cubicBezTo>
                      <a:pt x="101630" y="43955"/>
                      <a:pt x="94414" y="44564"/>
                      <a:pt x="87337" y="44821"/>
                    </a:cubicBezTo>
                    <a:cubicBezTo>
                      <a:pt x="84855" y="44912"/>
                      <a:pt x="82371" y="44958"/>
                      <a:pt x="79887" y="44958"/>
                    </a:cubicBezTo>
                    <a:cubicBezTo>
                      <a:pt x="73140" y="44958"/>
                      <a:pt x="66393" y="44612"/>
                      <a:pt x="59673" y="43851"/>
                    </a:cubicBezTo>
                    <a:cubicBezTo>
                      <a:pt x="52128" y="42997"/>
                      <a:pt x="44620" y="41722"/>
                      <a:pt x="37128" y="40332"/>
                    </a:cubicBezTo>
                    <a:cubicBezTo>
                      <a:pt x="29596" y="38936"/>
                      <a:pt x="22076" y="37257"/>
                      <a:pt x="14513" y="36145"/>
                    </a:cubicBezTo>
                    <a:cubicBezTo>
                      <a:pt x="10469" y="35552"/>
                      <a:pt x="6279" y="35103"/>
                      <a:pt x="2100" y="35103"/>
                    </a:cubicBezTo>
                    <a:cubicBezTo>
                      <a:pt x="1400" y="35103"/>
                      <a:pt x="700" y="35116"/>
                      <a:pt x="0" y="35142"/>
                    </a:cubicBezTo>
                    <a:lnTo>
                      <a:pt x="0" y="41392"/>
                    </a:lnTo>
                    <a:cubicBezTo>
                      <a:pt x="3897" y="40406"/>
                      <a:pt x="7757" y="39113"/>
                      <a:pt x="11701" y="38520"/>
                    </a:cubicBezTo>
                    <a:cubicBezTo>
                      <a:pt x="12850" y="38347"/>
                      <a:pt x="14002" y="38268"/>
                      <a:pt x="15153" y="38268"/>
                    </a:cubicBezTo>
                    <a:cubicBezTo>
                      <a:pt x="18352" y="38268"/>
                      <a:pt x="21545" y="38880"/>
                      <a:pt x="24665" y="39789"/>
                    </a:cubicBezTo>
                    <a:cubicBezTo>
                      <a:pt x="29176" y="41103"/>
                      <a:pt x="33559" y="43015"/>
                      <a:pt x="37996" y="44675"/>
                    </a:cubicBezTo>
                    <a:cubicBezTo>
                      <a:pt x="42689" y="46433"/>
                      <a:pt x="47479" y="47692"/>
                      <a:pt x="52300" y="48740"/>
                    </a:cubicBezTo>
                    <a:cubicBezTo>
                      <a:pt x="61496" y="50745"/>
                      <a:pt x="70937" y="51857"/>
                      <a:pt x="80373" y="51857"/>
                    </a:cubicBezTo>
                    <a:cubicBezTo>
                      <a:pt x="91348" y="51857"/>
                      <a:pt x="102317" y="50352"/>
                      <a:pt x="112889" y="46997"/>
                    </a:cubicBezTo>
                    <a:cubicBezTo>
                      <a:pt x="122215" y="44038"/>
                      <a:pt x="130897" y="39216"/>
                      <a:pt x="139694" y="34414"/>
                    </a:cubicBezTo>
                    <a:cubicBezTo>
                      <a:pt x="143466" y="32352"/>
                      <a:pt x="147358" y="30634"/>
                      <a:pt x="151383" y="29556"/>
                    </a:cubicBezTo>
                    <a:cubicBezTo>
                      <a:pt x="155813" y="28370"/>
                      <a:pt x="160303" y="28105"/>
                      <a:pt x="164816" y="27914"/>
                    </a:cubicBezTo>
                    <a:cubicBezTo>
                      <a:pt x="167320" y="27807"/>
                      <a:pt x="169825" y="27756"/>
                      <a:pt x="172331" y="27756"/>
                    </a:cubicBezTo>
                    <a:cubicBezTo>
                      <a:pt x="189289" y="27756"/>
                      <a:pt x="206270" y="30094"/>
                      <a:pt x="222996" y="33398"/>
                    </a:cubicBezTo>
                    <a:cubicBezTo>
                      <a:pt x="226644" y="34116"/>
                      <a:pt x="230302" y="34924"/>
                      <a:pt x="233942" y="35864"/>
                    </a:cubicBezTo>
                    <a:lnTo>
                      <a:pt x="233942" y="9938"/>
                    </a:lnTo>
                    <a:cubicBezTo>
                      <a:pt x="233216" y="9925"/>
                      <a:pt x="232489" y="9919"/>
                      <a:pt x="231762" y="9919"/>
                    </a:cubicBezTo>
                    <a:cubicBezTo>
                      <a:pt x="219843" y="9919"/>
                      <a:pt x="207922" y="11530"/>
                      <a:pt x="196068" y="12904"/>
                    </a:cubicBezTo>
                    <a:cubicBezTo>
                      <a:pt x="188339" y="13801"/>
                      <a:pt x="180609" y="14806"/>
                      <a:pt x="172944" y="16393"/>
                    </a:cubicBezTo>
                    <a:cubicBezTo>
                      <a:pt x="169135" y="17181"/>
                      <a:pt x="165343" y="18112"/>
                      <a:pt x="161591" y="19260"/>
                    </a:cubicBezTo>
                    <a:cubicBezTo>
                      <a:pt x="158213" y="20291"/>
                      <a:pt x="155063" y="21813"/>
                      <a:pt x="151893" y="23606"/>
                    </a:cubicBezTo>
                    <a:cubicBezTo>
                      <a:pt x="147715" y="25970"/>
                      <a:pt x="143374" y="28204"/>
                      <a:pt x="138868" y="28204"/>
                    </a:cubicBezTo>
                    <a:cubicBezTo>
                      <a:pt x="137422" y="28204"/>
                      <a:pt x="135960" y="27974"/>
                      <a:pt x="134480" y="27445"/>
                    </a:cubicBezTo>
                    <a:cubicBezTo>
                      <a:pt x="129632" y="25711"/>
                      <a:pt x="125716" y="20547"/>
                      <a:pt x="125484" y="13951"/>
                    </a:cubicBezTo>
                    <a:cubicBezTo>
                      <a:pt x="125286" y="8300"/>
                      <a:pt x="129601" y="6027"/>
                      <a:pt x="133294" y="5020"/>
                    </a:cubicBezTo>
                    <a:cubicBezTo>
                      <a:pt x="139570" y="3307"/>
                      <a:pt x="146074" y="3151"/>
                      <a:pt x="152463" y="3078"/>
                    </a:cubicBezTo>
                    <a:cubicBezTo>
                      <a:pt x="160083" y="2991"/>
                      <a:pt x="167851" y="3042"/>
                      <a:pt x="175233" y="328"/>
                    </a:cubicBezTo>
                    <a:cubicBezTo>
                      <a:pt x="175511" y="226"/>
                      <a:pt x="175788" y="116"/>
                      <a:pt x="176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2"/>
              <p:cNvSpPr/>
              <p:nvPr/>
            </p:nvSpPr>
            <p:spPr>
              <a:xfrm flipH="1">
                <a:off x="-109581" y="-2432400"/>
                <a:ext cx="9377821" cy="2090634"/>
              </a:xfrm>
              <a:custGeom>
                <a:rect b="b" l="l" r="r" t="t"/>
                <a:pathLst>
                  <a:path extrusionOk="0" h="52243" w="234343">
                    <a:moveTo>
                      <a:pt x="67361" y="400"/>
                    </a:moveTo>
                    <a:cubicBezTo>
                      <a:pt x="69340" y="790"/>
                      <a:pt x="71349" y="1215"/>
                      <a:pt x="73292" y="1625"/>
                    </a:cubicBezTo>
                    <a:cubicBezTo>
                      <a:pt x="79265" y="2884"/>
                      <a:pt x="85439" y="4185"/>
                      <a:pt x="91598" y="4680"/>
                    </a:cubicBezTo>
                    <a:cubicBezTo>
                      <a:pt x="94144" y="4885"/>
                      <a:pt x="96537" y="4987"/>
                      <a:pt x="98805" y="4987"/>
                    </a:cubicBezTo>
                    <a:cubicBezTo>
                      <a:pt x="101387" y="4987"/>
                      <a:pt x="103808" y="4854"/>
                      <a:pt x="106108" y="4590"/>
                    </a:cubicBezTo>
                    <a:lnTo>
                      <a:pt x="106218" y="4577"/>
                    </a:lnTo>
                    <a:cubicBezTo>
                      <a:pt x="108158" y="4354"/>
                      <a:pt x="114000" y="3685"/>
                      <a:pt x="114628" y="406"/>
                    </a:cubicBezTo>
                    <a:lnTo>
                      <a:pt x="175193" y="406"/>
                    </a:lnTo>
                    <a:cubicBezTo>
                      <a:pt x="168249" y="2915"/>
                      <a:pt x="160889" y="2994"/>
                      <a:pt x="153768" y="3069"/>
                    </a:cubicBezTo>
                    <a:lnTo>
                      <a:pt x="152665" y="3082"/>
                    </a:lnTo>
                    <a:cubicBezTo>
                      <a:pt x="145764" y="3162"/>
                      <a:pt x="139551" y="3364"/>
                      <a:pt x="133446" y="5030"/>
                    </a:cubicBezTo>
                    <a:cubicBezTo>
                      <a:pt x="128003" y="6516"/>
                      <a:pt x="125326" y="9588"/>
                      <a:pt x="125487" y="14164"/>
                    </a:cubicBezTo>
                    <a:cubicBezTo>
                      <a:pt x="125709" y="20471"/>
                      <a:pt x="129379" y="25966"/>
                      <a:pt x="134618" y="27839"/>
                    </a:cubicBezTo>
                    <a:cubicBezTo>
                      <a:pt x="136131" y="28380"/>
                      <a:pt x="137619" y="28617"/>
                      <a:pt x="139091" y="28617"/>
                    </a:cubicBezTo>
                    <a:cubicBezTo>
                      <a:pt x="143547" y="28617"/>
                      <a:pt x="147847" y="26448"/>
                      <a:pt x="152196" y="23987"/>
                    </a:cubicBezTo>
                    <a:cubicBezTo>
                      <a:pt x="155813" y="21943"/>
                      <a:pt x="158880" y="20567"/>
                      <a:pt x="161854" y="19658"/>
                    </a:cubicBezTo>
                    <a:cubicBezTo>
                      <a:pt x="165379" y="18581"/>
                      <a:pt x="169085" y="17643"/>
                      <a:pt x="173189" y="16795"/>
                    </a:cubicBezTo>
                    <a:cubicBezTo>
                      <a:pt x="180974" y="15181"/>
                      <a:pt x="188894" y="14166"/>
                      <a:pt x="196294" y="13308"/>
                    </a:cubicBezTo>
                    <a:cubicBezTo>
                      <a:pt x="197767" y="13138"/>
                      <a:pt x="199245" y="12964"/>
                      <a:pt x="200722" y="12788"/>
                    </a:cubicBezTo>
                    <a:cubicBezTo>
                      <a:pt x="210970" y="11576"/>
                      <a:pt x="221543" y="10326"/>
                      <a:pt x="231999" y="10326"/>
                    </a:cubicBezTo>
                    <a:cubicBezTo>
                      <a:pt x="232648" y="10326"/>
                      <a:pt x="233296" y="10331"/>
                      <a:pt x="233944" y="10341"/>
                    </a:cubicBezTo>
                    <a:lnTo>
                      <a:pt x="233944" y="35809"/>
                    </a:lnTo>
                    <a:cubicBezTo>
                      <a:pt x="230629" y="34959"/>
                      <a:pt x="227123" y="34173"/>
                      <a:pt x="223236" y="33405"/>
                    </a:cubicBezTo>
                    <a:cubicBezTo>
                      <a:pt x="203906" y="29587"/>
                      <a:pt x="187591" y="27758"/>
                      <a:pt x="172597" y="27758"/>
                    </a:cubicBezTo>
                    <a:cubicBezTo>
                      <a:pt x="170032" y="27758"/>
                      <a:pt x="167505" y="27812"/>
                      <a:pt x="165009" y="27918"/>
                    </a:cubicBezTo>
                    <a:cubicBezTo>
                      <a:pt x="160422" y="28112"/>
                      <a:pt x="155941" y="28387"/>
                      <a:pt x="151533" y="29567"/>
                    </a:cubicBezTo>
                    <a:cubicBezTo>
                      <a:pt x="147826" y="30560"/>
                      <a:pt x="143986" y="32153"/>
                      <a:pt x="139798" y="34441"/>
                    </a:cubicBezTo>
                    <a:lnTo>
                      <a:pt x="138875" y="34945"/>
                    </a:lnTo>
                    <a:cubicBezTo>
                      <a:pt x="130584" y="39473"/>
                      <a:pt x="122011" y="44161"/>
                      <a:pt x="113029" y="47009"/>
                    </a:cubicBezTo>
                    <a:cubicBezTo>
                      <a:pt x="102889" y="50226"/>
                      <a:pt x="91919" y="51840"/>
                      <a:pt x="80509" y="51840"/>
                    </a:cubicBezTo>
                    <a:cubicBezTo>
                      <a:pt x="71401" y="51840"/>
                      <a:pt x="62013" y="50811"/>
                      <a:pt x="52541" y="48749"/>
                    </a:cubicBezTo>
                    <a:cubicBezTo>
                      <a:pt x="46930" y="47526"/>
                      <a:pt x="42394" y="46236"/>
                      <a:pt x="38264" y="44691"/>
                    </a:cubicBezTo>
                    <a:cubicBezTo>
                      <a:pt x="36953" y="44199"/>
                      <a:pt x="35624" y="43678"/>
                      <a:pt x="34338" y="43172"/>
                    </a:cubicBezTo>
                    <a:cubicBezTo>
                      <a:pt x="31276" y="41971"/>
                      <a:pt x="28107" y="40726"/>
                      <a:pt x="24921" y="39799"/>
                    </a:cubicBezTo>
                    <a:cubicBezTo>
                      <a:pt x="21414" y="38777"/>
                      <a:pt x="18247" y="38271"/>
                      <a:pt x="15326" y="38271"/>
                    </a:cubicBezTo>
                    <a:cubicBezTo>
                      <a:pt x="14137" y="38271"/>
                      <a:pt x="12987" y="38356"/>
                      <a:pt x="11874" y="38521"/>
                    </a:cubicBezTo>
                    <a:cubicBezTo>
                      <a:pt x="9119" y="38936"/>
                      <a:pt x="6366" y="39703"/>
                      <a:pt x="3703" y="40442"/>
                    </a:cubicBezTo>
                    <a:cubicBezTo>
                      <a:pt x="2622" y="40742"/>
                      <a:pt x="1508" y="41053"/>
                      <a:pt x="406" y="41335"/>
                    </a:cubicBezTo>
                    <a:lnTo>
                      <a:pt x="406" y="35538"/>
                    </a:lnTo>
                    <a:cubicBezTo>
                      <a:pt x="1027" y="35516"/>
                      <a:pt x="1658" y="35506"/>
                      <a:pt x="2301" y="35506"/>
                    </a:cubicBezTo>
                    <a:cubicBezTo>
                      <a:pt x="5902" y="35506"/>
                      <a:pt x="9901" y="35844"/>
                      <a:pt x="14687" y="36547"/>
                    </a:cubicBezTo>
                    <a:cubicBezTo>
                      <a:pt x="19745" y="37290"/>
                      <a:pt x="24868" y="38304"/>
                      <a:pt x="29822" y="39284"/>
                    </a:cubicBezTo>
                    <a:cubicBezTo>
                      <a:pt x="32271" y="39769"/>
                      <a:pt x="34802" y="40270"/>
                      <a:pt x="37296" y="40733"/>
                    </a:cubicBezTo>
                    <a:cubicBezTo>
                      <a:pt x="43914" y="41961"/>
                      <a:pt x="51770" y="43339"/>
                      <a:pt x="59854" y="44254"/>
                    </a:cubicBezTo>
                    <a:cubicBezTo>
                      <a:pt x="66359" y="44990"/>
                      <a:pt x="73165" y="45361"/>
                      <a:pt x="80163" y="45361"/>
                    </a:cubicBezTo>
                    <a:cubicBezTo>
                      <a:pt x="82603" y="45361"/>
                      <a:pt x="85067" y="45316"/>
                      <a:pt x="87550" y="45225"/>
                    </a:cubicBezTo>
                    <a:cubicBezTo>
                      <a:pt x="94026" y="44991"/>
                      <a:pt x="101613" y="44441"/>
                      <a:pt x="108780" y="42142"/>
                    </a:cubicBezTo>
                    <a:cubicBezTo>
                      <a:pt x="113810" y="40529"/>
                      <a:pt x="120508" y="37574"/>
                      <a:pt x="120629" y="30544"/>
                    </a:cubicBezTo>
                    <a:cubicBezTo>
                      <a:pt x="120696" y="26529"/>
                      <a:pt x="118718" y="22458"/>
                      <a:pt x="115334" y="19654"/>
                    </a:cubicBezTo>
                    <a:cubicBezTo>
                      <a:pt x="112985" y="17708"/>
                      <a:pt x="110379" y="16465"/>
                      <a:pt x="108140" y="15506"/>
                    </a:cubicBezTo>
                    <a:cubicBezTo>
                      <a:pt x="105719" y="14467"/>
                      <a:pt x="103070" y="13450"/>
                      <a:pt x="99798" y="12298"/>
                    </a:cubicBezTo>
                    <a:cubicBezTo>
                      <a:pt x="92520" y="9735"/>
                      <a:pt x="85169" y="8223"/>
                      <a:pt x="77949" y="7802"/>
                    </a:cubicBezTo>
                    <a:cubicBezTo>
                      <a:pt x="76425" y="7713"/>
                      <a:pt x="74890" y="7669"/>
                      <a:pt x="73339" y="7669"/>
                    </a:cubicBezTo>
                    <a:cubicBezTo>
                      <a:pt x="67706" y="7669"/>
                      <a:pt x="61863" y="8255"/>
                      <a:pt x="55605" y="9443"/>
                    </a:cubicBezTo>
                    <a:cubicBezTo>
                      <a:pt x="50502" y="10413"/>
                      <a:pt x="45374" y="11757"/>
                      <a:pt x="40416" y="13057"/>
                    </a:cubicBezTo>
                    <a:cubicBezTo>
                      <a:pt x="38267" y="13620"/>
                      <a:pt x="36046" y="14201"/>
                      <a:pt x="33857" y="14746"/>
                    </a:cubicBezTo>
                    <a:cubicBezTo>
                      <a:pt x="29050" y="15939"/>
                      <a:pt x="23603" y="17293"/>
                      <a:pt x="18238" y="17736"/>
                    </a:cubicBezTo>
                    <a:cubicBezTo>
                      <a:pt x="17038" y="17835"/>
                      <a:pt x="15751" y="17910"/>
                      <a:pt x="14415" y="17910"/>
                    </a:cubicBezTo>
                    <a:cubicBezTo>
                      <a:pt x="10534" y="17910"/>
                      <a:pt x="6246" y="17280"/>
                      <a:pt x="2517" y="14787"/>
                    </a:cubicBezTo>
                    <a:cubicBezTo>
                      <a:pt x="2004" y="14446"/>
                      <a:pt x="1229" y="13878"/>
                      <a:pt x="403" y="13098"/>
                    </a:cubicBezTo>
                    <a:lnTo>
                      <a:pt x="403" y="4204"/>
                    </a:lnTo>
                    <a:cubicBezTo>
                      <a:pt x="403" y="2108"/>
                      <a:pt x="1731" y="405"/>
                      <a:pt x="3364" y="405"/>
                    </a:cubicBezTo>
                    <a:lnTo>
                      <a:pt x="67361" y="400"/>
                    </a:lnTo>
                    <a:close/>
                    <a:moveTo>
                      <a:pt x="114278" y="0"/>
                    </a:moveTo>
                    <a:lnTo>
                      <a:pt x="114255" y="176"/>
                    </a:lnTo>
                    <a:cubicBezTo>
                      <a:pt x="113845" y="3294"/>
                      <a:pt x="108068" y="3957"/>
                      <a:pt x="106170" y="4175"/>
                    </a:cubicBezTo>
                    <a:lnTo>
                      <a:pt x="106061" y="4187"/>
                    </a:lnTo>
                    <a:cubicBezTo>
                      <a:pt x="103777" y="4451"/>
                      <a:pt x="101371" y="4582"/>
                      <a:pt x="98803" y="4582"/>
                    </a:cubicBezTo>
                    <a:cubicBezTo>
                      <a:pt x="96546" y="4582"/>
                      <a:pt x="94164" y="4481"/>
                      <a:pt x="91630" y="4277"/>
                    </a:cubicBezTo>
                    <a:cubicBezTo>
                      <a:pt x="85496" y="3785"/>
                      <a:pt x="79335" y="2485"/>
                      <a:pt x="73374" y="1229"/>
                    </a:cubicBezTo>
                    <a:cubicBezTo>
                      <a:pt x="71430" y="820"/>
                      <a:pt x="69420" y="395"/>
                      <a:pt x="67400" y="2"/>
                    </a:cubicBezTo>
                    <a:lnTo>
                      <a:pt x="3365" y="2"/>
                    </a:lnTo>
                    <a:cubicBezTo>
                      <a:pt x="1511" y="2"/>
                      <a:pt x="3" y="1889"/>
                      <a:pt x="3" y="4205"/>
                    </a:cubicBezTo>
                    <a:lnTo>
                      <a:pt x="3" y="13267"/>
                    </a:lnTo>
                    <a:lnTo>
                      <a:pt x="66" y="13327"/>
                    </a:lnTo>
                    <a:cubicBezTo>
                      <a:pt x="935" y="14157"/>
                      <a:pt x="1758" y="14760"/>
                      <a:pt x="2295" y="15120"/>
                    </a:cubicBezTo>
                    <a:cubicBezTo>
                      <a:pt x="6107" y="17668"/>
                      <a:pt x="10473" y="18312"/>
                      <a:pt x="14416" y="18312"/>
                    </a:cubicBezTo>
                    <a:cubicBezTo>
                      <a:pt x="15764" y="18312"/>
                      <a:pt x="17063" y="18236"/>
                      <a:pt x="18274" y="18136"/>
                    </a:cubicBezTo>
                    <a:cubicBezTo>
                      <a:pt x="23670" y="17692"/>
                      <a:pt x="29134" y="16335"/>
                      <a:pt x="33955" y="15136"/>
                    </a:cubicBezTo>
                    <a:cubicBezTo>
                      <a:pt x="36148" y="14591"/>
                      <a:pt x="38370" y="14008"/>
                      <a:pt x="40521" y="13444"/>
                    </a:cubicBezTo>
                    <a:cubicBezTo>
                      <a:pt x="45471" y="12145"/>
                      <a:pt x="50591" y="10802"/>
                      <a:pt x="55682" y="9836"/>
                    </a:cubicBezTo>
                    <a:cubicBezTo>
                      <a:pt x="61914" y="8652"/>
                      <a:pt x="67733" y="8068"/>
                      <a:pt x="73339" y="8068"/>
                    </a:cubicBezTo>
                    <a:cubicBezTo>
                      <a:pt x="74883" y="8068"/>
                      <a:pt x="76410" y="8112"/>
                      <a:pt x="77924" y="8200"/>
                    </a:cubicBezTo>
                    <a:cubicBezTo>
                      <a:pt x="85109" y="8620"/>
                      <a:pt x="92423" y="10126"/>
                      <a:pt x="99664" y="12674"/>
                    </a:cubicBezTo>
                    <a:cubicBezTo>
                      <a:pt x="102926" y="13823"/>
                      <a:pt x="105569" y="14839"/>
                      <a:pt x="107978" y="15872"/>
                    </a:cubicBezTo>
                    <a:cubicBezTo>
                      <a:pt x="110192" y="16820"/>
                      <a:pt x="112765" y="18046"/>
                      <a:pt x="115074" y="19959"/>
                    </a:cubicBezTo>
                    <a:cubicBezTo>
                      <a:pt x="118366" y="22686"/>
                      <a:pt x="120289" y="26638"/>
                      <a:pt x="120224" y="30531"/>
                    </a:cubicBezTo>
                    <a:cubicBezTo>
                      <a:pt x="120108" y="37304"/>
                      <a:pt x="113565" y="40179"/>
                      <a:pt x="108656" y="41753"/>
                    </a:cubicBezTo>
                    <a:cubicBezTo>
                      <a:pt x="101534" y="44037"/>
                      <a:pt x="93982" y="44584"/>
                      <a:pt x="87532" y="44818"/>
                    </a:cubicBezTo>
                    <a:cubicBezTo>
                      <a:pt x="85053" y="44908"/>
                      <a:pt x="82593" y="44953"/>
                      <a:pt x="80156" y="44953"/>
                    </a:cubicBezTo>
                    <a:cubicBezTo>
                      <a:pt x="73174" y="44953"/>
                      <a:pt x="66385" y="44584"/>
                      <a:pt x="59897" y="43849"/>
                    </a:cubicBezTo>
                    <a:cubicBezTo>
                      <a:pt x="51824" y="42936"/>
                      <a:pt x="43978" y="41560"/>
                      <a:pt x="37366" y="40335"/>
                    </a:cubicBezTo>
                    <a:cubicBezTo>
                      <a:pt x="34874" y="39874"/>
                      <a:pt x="32343" y="39371"/>
                      <a:pt x="29894" y="38889"/>
                    </a:cubicBezTo>
                    <a:cubicBezTo>
                      <a:pt x="24935" y="37906"/>
                      <a:pt x="19807" y="36891"/>
                      <a:pt x="14740" y="36147"/>
                    </a:cubicBezTo>
                    <a:cubicBezTo>
                      <a:pt x="9938" y="35440"/>
                      <a:pt x="5923" y="35101"/>
                      <a:pt x="2306" y="35101"/>
                    </a:cubicBezTo>
                    <a:cubicBezTo>
                      <a:pt x="1587" y="35101"/>
                      <a:pt x="884" y="35114"/>
                      <a:pt x="193" y="35141"/>
                    </a:cubicBezTo>
                    <a:lnTo>
                      <a:pt x="0" y="35148"/>
                    </a:lnTo>
                    <a:lnTo>
                      <a:pt x="0" y="41850"/>
                    </a:lnTo>
                    <a:lnTo>
                      <a:pt x="250" y="41789"/>
                    </a:lnTo>
                    <a:cubicBezTo>
                      <a:pt x="1438" y="41486"/>
                      <a:pt x="2642" y="41153"/>
                      <a:pt x="3807" y="40829"/>
                    </a:cubicBezTo>
                    <a:cubicBezTo>
                      <a:pt x="6459" y="40093"/>
                      <a:pt x="9201" y="39331"/>
                      <a:pt x="11931" y="38920"/>
                    </a:cubicBezTo>
                    <a:cubicBezTo>
                      <a:pt x="13025" y="38755"/>
                      <a:pt x="14155" y="38672"/>
                      <a:pt x="15326" y="38672"/>
                    </a:cubicBezTo>
                    <a:cubicBezTo>
                      <a:pt x="18207" y="38672"/>
                      <a:pt x="21339" y="39173"/>
                      <a:pt x="24808" y="40183"/>
                    </a:cubicBezTo>
                    <a:cubicBezTo>
                      <a:pt x="27977" y="41106"/>
                      <a:pt x="31136" y="42346"/>
                      <a:pt x="34192" y="43547"/>
                    </a:cubicBezTo>
                    <a:cubicBezTo>
                      <a:pt x="35480" y="44051"/>
                      <a:pt x="36810" y="44575"/>
                      <a:pt x="38124" y="45065"/>
                    </a:cubicBezTo>
                    <a:cubicBezTo>
                      <a:pt x="42272" y="46618"/>
                      <a:pt x="46826" y="47913"/>
                      <a:pt x="52458" y="49140"/>
                    </a:cubicBezTo>
                    <a:cubicBezTo>
                      <a:pt x="61960" y="51209"/>
                      <a:pt x="71376" y="52242"/>
                      <a:pt x="80515" y="52242"/>
                    </a:cubicBezTo>
                    <a:cubicBezTo>
                      <a:pt x="91963" y="52242"/>
                      <a:pt x="102972" y="50622"/>
                      <a:pt x="113151" y="47393"/>
                    </a:cubicBezTo>
                    <a:cubicBezTo>
                      <a:pt x="122171" y="44531"/>
                      <a:pt x="130760" y="39837"/>
                      <a:pt x="139068" y="35298"/>
                    </a:cubicBezTo>
                    <a:lnTo>
                      <a:pt x="139990" y="34794"/>
                    </a:lnTo>
                    <a:cubicBezTo>
                      <a:pt x="144149" y="32523"/>
                      <a:pt x="147959" y="30939"/>
                      <a:pt x="151635" y="29954"/>
                    </a:cubicBezTo>
                    <a:cubicBezTo>
                      <a:pt x="156001" y="28784"/>
                      <a:pt x="160459" y="28512"/>
                      <a:pt x="165023" y="28318"/>
                    </a:cubicBezTo>
                    <a:cubicBezTo>
                      <a:pt x="167510" y="28212"/>
                      <a:pt x="170027" y="28159"/>
                      <a:pt x="172583" y="28159"/>
                    </a:cubicBezTo>
                    <a:cubicBezTo>
                      <a:pt x="187551" y="28159"/>
                      <a:pt x="203846" y="29985"/>
                      <a:pt x="223155" y="33798"/>
                    </a:cubicBezTo>
                    <a:cubicBezTo>
                      <a:pt x="227133" y="34583"/>
                      <a:pt x="230708" y="35389"/>
                      <a:pt x="234091" y="36262"/>
                    </a:cubicBezTo>
                    <a:lnTo>
                      <a:pt x="234343" y="36327"/>
                    </a:lnTo>
                    <a:lnTo>
                      <a:pt x="234343" y="9942"/>
                    </a:lnTo>
                    <a:lnTo>
                      <a:pt x="234144" y="9938"/>
                    </a:lnTo>
                    <a:cubicBezTo>
                      <a:pt x="233436" y="9926"/>
                      <a:pt x="232728" y="9920"/>
                      <a:pt x="232019" y="9920"/>
                    </a:cubicBezTo>
                    <a:cubicBezTo>
                      <a:pt x="221533" y="9920"/>
                      <a:pt x="210937" y="11173"/>
                      <a:pt x="200668" y="12387"/>
                    </a:cubicBezTo>
                    <a:cubicBezTo>
                      <a:pt x="199192" y="12560"/>
                      <a:pt x="197716" y="12735"/>
                      <a:pt x="196241" y="12907"/>
                    </a:cubicBezTo>
                    <a:cubicBezTo>
                      <a:pt x="188833" y="13765"/>
                      <a:pt x="180900" y="14784"/>
                      <a:pt x="173099" y="16399"/>
                    </a:cubicBezTo>
                    <a:cubicBezTo>
                      <a:pt x="168984" y="17250"/>
                      <a:pt x="165266" y="18189"/>
                      <a:pt x="161730" y="19271"/>
                    </a:cubicBezTo>
                    <a:cubicBezTo>
                      <a:pt x="158729" y="20188"/>
                      <a:pt x="155634" y="21574"/>
                      <a:pt x="151992" y="23636"/>
                    </a:cubicBezTo>
                    <a:cubicBezTo>
                      <a:pt x="147694" y="26067"/>
                      <a:pt x="143448" y="28211"/>
                      <a:pt x="139076" y="28211"/>
                    </a:cubicBezTo>
                    <a:cubicBezTo>
                      <a:pt x="137648" y="28211"/>
                      <a:pt x="136206" y="27982"/>
                      <a:pt x="134745" y="27459"/>
                    </a:cubicBezTo>
                    <a:cubicBezTo>
                      <a:pt x="129659" y="25640"/>
                      <a:pt x="126097" y="20292"/>
                      <a:pt x="125882" y="14148"/>
                    </a:cubicBezTo>
                    <a:cubicBezTo>
                      <a:pt x="125729" y="9782"/>
                      <a:pt x="128305" y="6844"/>
                      <a:pt x="133544" y="5415"/>
                    </a:cubicBezTo>
                    <a:cubicBezTo>
                      <a:pt x="139606" y="3761"/>
                      <a:pt x="145790" y="3559"/>
                      <a:pt x="152664" y="3482"/>
                    </a:cubicBezTo>
                    <a:lnTo>
                      <a:pt x="153767" y="3469"/>
                    </a:lnTo>
                    <a:cubicBezTo>
                      <a:pt x="160981" y="3392"/>
                      <a:pt x="168439" y="3314"/>
                      <a:pt x="175499" y="719"/>
                    </a:cubicBezTo>
                    <a:cubicBezTo>
                      <a:pt x="175781" y="617"/>
                      <a:pt x="176061" y="506"/>
                      <a:pt x="176341" y="389"/>
                    </a:cubicBezTo>
                    <a:lnTo>
                      <a:pt x="1772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 name="Google Shape;1034;p32"/>
            <p:cNvSpPr/>
            <p:nvPr/>
          </p:nvSpPr>
          <p:spPr>
            <a:xfrm flipH="1">
              <a:off x="900741" y="-942088"/>
              <a:ext cx="8367499" cy="1836163"/>
            </a:xfrm>
            <a:custGeom>
              <a:rect b="b" l="l" r="r" t="t"/>
              <a:pathLst>
                <a:path extrusionOk="0" h="45884" w="209096">
                  <a:moveTo>
                    <a:pt x="173615" y="405"/>
                  </a:moveTo>
                  <a:cubicBezTo>
                    <a:pt x="176375" y="405"/>
                    <a:pt x="179213" y="507"/>
                    <a:pt x="182050" y="829"/>
                  </a:cubicBezTo>
                  <a:cubicBezTo>
                    <a:pt x="188207" y="1528"/>
                    <a:pt x="194615" y="3672"/>
                    <a:pt x="201642" y="7381"/>
                  </a:cubicBezTo>
                  <a:lnTo>
                    <a:pt x="202000" y="7570"/>
                  </a:lnTo>
                  <a:cubicBezTo>
                    <a:pt x="204160" y="8703"/>
                    <a:pt x="207122" y="10258"/>
                    <a:pt x="208209" y="13014"/>
                  </a:cubicBezTo>
                  <a:cubicBezTo>
                    <a:pt x="208659" y="14157"/>
                    <a:pt x="208681" y="15157"/>
                    <a:pt x="208272" y="15990"/>
                  </a:cubicBezTo>
                  <a:cubicBezTo>
                    <a:pt x="207624" y="17309"/>
                    <a:pt x="205989" y="18018"/>
                    <a:pt x="204732" y="18381"/>
                  </a:cubicBezTo>
                  <a:cubicBezTo>
                    <a:pt x="201461" y="19325"/>
                    <a:pt x="198006" y="19797"/>
                    <a:pt x="194392" y="19797"/>
                  </a:cubicBezTo>
                  <a:cubicBezTo>
                    <a:pt x="190821" y="19797"/>
                    <a:pt x="187096" y="19336"/>
                    <a:pt x="183241" y="18415"/>
                  </a:cubicBezTo>
                  <a:cubicBezTo>
                    <a:pt x="179114" y="17429"/>
                    <a:pt x="174866" y="16057"/>
                    <a:pt x="170611" y="14337"/>
                  </a:cubicBezTo>
                  <a:cubicBezTo>
                    <a:pt x="166998" y="12878"/>
                    <a:pt x="163261" y="11368"/>
                    <a:pt x="159428" y="10535"/>
                  </a:cubicBezTo>
                  <a:cubicBezTo>
                    <a:pt x="157531" y="10122"/>
                    <a:pt x="155742" y="9916"/>
                    <a:pt x="154034" y="9916"/>
                  </a:cubicBezTo>
                  <a:cubicBezTo>
                    <a:pt x="152450" y="9916"/>
                    <a:pt x="150935" y="10094"/>
                    <a:pt x="149470" y="10449"/>
                  </a:cubicBezTo>
                  <a:cubicBezTo>
                    <a:pt x="145504" y="11411"/>
                    <a:pt x="142070" y="13874"/>
                    <a:pt x="138895" y="16316"/>
                  </a:cubicBezTo>
                  <a:cubicBezTo>
                    <a:pt x="136054" y="18501"/>
                    <a:pt x="133233" y="20858"/>
                    <a:pt x="130505" y="23139"/>
                  </a:cubicBezTo>
                  <a:cubicBezTo>
                    <a:pt x="126905" y="26149"/>
                    <a:pt x="123181" y="29264"/>
                    <a:pt x="119366" y="32010"/>
                  </a:cubicBezTo>
                  <a:cubicBezTo>
                    <a:pt x="107458" y="40580"/>
                    <a:pt x="92880" y="45107"/>
                    <a:pt x="76028" y="45462"/>
                  </a:cubicBezTo>
                  <a:cubicBezTo>
                    <a:pt x="75424" y="45475"/>
                    <a:pt x="74822" y="45482"/>
                    <a:pt x="74224" y="45482"/>
                  </a:cubicBezTo>
                  <a:cubicBezTo>
                    <a:pt x="58269" y="45482"/>
                    <a:pt x="44689" y="40929"/>
                    <a:pt x="33828" y="31942"/>
                  </a:cubicBezTo>
                  <a:cubicBezTo>
                    <a:pt x="27187" y="26448"/>
                    <a:pt x="20603" y="21405"/>
                    <a:pt x="13056" y="20088"/>
                  </a:cubicBezTo>
                  <a:cubicBezTo>
                    <a:pt x="11967" y="19897"/>
                    <a:pt x="10865" y="19801"/>
                    <a:pt x="9746" y="19801"/>
                  </a:cubicBezTo>
                  <a:cubicBezTo>
                    <a:pt x="6781" y="19801"/>
                    <a:pt x="3696" y="20474"/>
                    <a:pt x="406" y="21833"/>
                  </a:cubicBezTo>
                  <a:lnTo>
                    <a:pt x="406" y="14358"/>
                  </a:lnTo>
                  <a:cubicBezTo>
                    <a:pt x="1109" y="14230"/>
                    <a:pt x="1864" y="14110"/>
                    <a:pt x="2702" y="13993"/>
                  </a:cubicBezTo>
                  <a:cubicBezTo>
                    <a:pt x="5594" y="13588"/>
                    <a:pt x="8552" y="13414"/>
                    <a:pt x="11411" y="13245"/>
                  </a:cubicBezTo>
                  <a:lnTo>
                    <a:pt x="12958" y="13152"/>
                  </a:lnTo>
                  <a:cubicBezTo>
                    <a:pt x="15818" y="12978"/>
                    <a:pt x="18953" y="12785"/>
                    <a:pt x="22145" y="12785"/>
                  </a:cubicBezTo>
                  <a:cubicBezTo>
                    <a:pt x="23389" y="12785"/>
                    <a:pt x="24641" y="12814"/>
                    <a:pt x="25889" y="12885"/>
                  </a:cubicBezTo>
                  <a:cubicBezTo>
                    <a:pt x="29786" y="13104"/>
                    <a:pt x="33808" y="14150"/>
                    <a:pt x="38546" y="16169"/>
                  </a:cubicBezTo>
                  <a:cubicBezTo>
                    <a:pt x="52883" y="22283"/>
                    <a:pt x="69842" y="28659"/>
                    <a:pt x="86902" y="29591"/>
                  </a:cubicBezTo>
                  <a:cubicBezTo>
                    <a:pt x="88135" y="29659"/>
                    <a:pt x="89353" y="29692"/>
                    <a:pt x="90554" y="29692"/>
                  </a:cubicBezTo>
                  <a:cubicBezTo>
                    <a:pt x="97955" y="29692"/>
                    <a:pt x="104738" y="28414"/>
                    <a:pt x="110758" y="25880"/>
                  </a:cubicBezTo>
                  <a:cubicBezTo>
                    <a:pt x="117187" y="23174"/>
                    <a:pt x="123174" y="18993"/>
                    <a:pt x="128962" y="14950"/>
                  </a:cubicBezTo>
                  <a:cubicBezTo>
                    <a:pt x="130301" y="14015"/>
                    <a:pt x="131684" y="13050"/>
                    <a:pt x="133052" y="12117"/>
                  </a:cubicBezTo>
                  <a:cubicBezTo>
                    <a:pt x="136569" y="9716"/>
                    <a:pt x="140379" y="7249"/>
                    <a:pt x="144384" y="5460"/>
                  </a:cubicBezTo>
                  <a:cubicBezTo>
                    <a:pt x="148006" y="3842"/>
                    <a:pt x="151905" y="2608"/>
                    <a:pt x="155970" y="1792"/>
                  </a:cubicBezTo>
                  <a:cubicBezTo>
                    <a:pt x="159701" y="1042"/>
                    <a:pt x="163680" y="640"/>
                    <a:pt x="168868" y="486"/>
                  </a:cubicBezTo>
                  <a:cubicBezTo>
                    <a:pt x="170413" y="440"/>
                    <a:pt x="172001" y="405"/>
                    <a:pt x="173615" y="405"/>
                  </a:cubicBezTo>
                  <a:close/>
                  <a:moveTo>
                    <a:pt x="173609" y="0"/>
                  </a:moveTo>
                  <a:cubicBezTo>
                    <a:pt x="171993" y="0"/>
                    <a:pt x="170405" y="35"/>
                    <a:pt x="168858" y="80"/>
                  </a:cubicBezTo>
                  <a:cubicBezTo>
                    <a:pt x="163644" y="234"/>
                    <a:pt x="159645" y="639"/>
                    <a:pt x="155891" y="1393"/>
                  </a:cubicBezTo>
                  <a:cubicBezTo>
                    <a:pt x="151795" y="2216"/>
                    <a:pt x="147870" y="3459"/>
                    <a:pt x="144219" y="5088"/>
                  </a:cubicBezTo>
                  <a:cubicBezTo>
                    <a:pt x="140186" y="6888"/>
                    <a:pt x="136359" y="9369"/>
                    <a:pt x="132824" y="11781"/>
                  </a:cubicBezTo>
                  <a:cubicBezTo>
                    <a:pt x="131454" y="12715"/>
                    <a:pt x="130070" y="13683"/>
                    <a:pt x="128732" y="14617"/>
                  </a:cubicBezTo>
                  <a:cubicBezTo>
                    <a:pt x="122961" y="18648"/>
                    <a:pt x="116993" y="22817"/>
                    <a:pt x="110602" y="25506"/>
                  </a:cubicBezTo>
                  <a:cubicBezTo>
                    <a:pt x="104631" y="28019"/>
                    <a:pt x="97899" y="29287"/>
                    <a:pt x="90554" y="29287"/>
                  </a:cubicBezTo>
                  <a:cubicBezTo>
                    <a:pt x="89360" y="29287"/>
                    <a:pt x="88149" y="29254"/>
                    <a:pt x="86923" y="29187"/>
                  </a:cubicBezTo>
                  <a:cubicBezTo>
                    <a:pt x="69926" y="28261"/>
                    <a:pt x="53010" y="21898"/>
                    <a:pt x="38703" y="15797"/>
                  </a:cubicBezTo>
                  <a:cubicBezTo>
                    <a:pt x="33922" y="13758"/>
                    <a:pt x="29857" y="12704"/>
                    <a:pt x="25911" y="12481"/>
                  </a:cubicBezTo>
                  <a:cubicBezTo>
                    <a:pt x="24653" y="12410"/>
                    <a:pt x="23392" y="12381"/>
                    <a:pt x="22140" y="12381"/>
                  </a:cubicBezTo>
                  <a:cubicBezTo>
                    <a:pt x="18938" y="12381"/>
                    <a:pt x="15797" y="12572"/>
                    <a:pt x="12931" y="12748"/>
                  </a:cubicBezTo>
                  <a:lnTo>
                    <a:pt x="11384" y="12841"/>
                  </a:lnTo>
                  <a:cubicBezTo>
                    <a:pt x="8518" y="13010"/>
                    <a:pt x="5551" y="13184"/>
                    <a:pt x="2644" y="13591"/>
                  </a:cubicBezTo>
                  <a:cubicBezTo>
                    <a:pt x="1731" y="13718"/>
                    <a:pt x="921" y="13848"/>
                    <a:pt x="165" y="13990"/>
                  </a:cubicBezTo>
                  <a:lnTo>
                    <a:pt x="0" y="14020"/>
                  </a:lnTo>
                  <a:lnTo>
                    <a:pt x="0" y="22434"/>
                  </a:lnTo>
                  <a:lnTo>
                    <a:pt x="280" y="22317"/>
                  </a:lnTo>
                  <a:cubicBezTo>
                    <a:pt x="3624" y="20902"/>
                    <a:pt x="6748" y="20202"/>
                    <a:pt x="9745" y="20202"/>
                  </a:cubicBezTo>
                  <a:cubicBezTo>
                    <a:pt x="10841" y="20202"/>
                    <a:pt x="11920" y="20296"/>
                    <a:pt x="12987" y="20482"/>
                  </a:cubicBezTo>
                  <a:cubicBezTo>
                    <a:pt x="20436" y="21784"/>
                    <a:pt x="26975" y="26792"/>
                    <a:pt x="33571" y="32250"/>
                  </a:cubicBezTo>
                  <a:cubicBezTo>
                    <a:pt x="44508" y="41302"/>
                    <a:pt x="58178" y="45884"/>
                    <a:pt x="74230" y="45884"/>
                  </a:cubicBezTo>
                  <a:cubicBezTo>
                    <a:pt x="74828" y="45884"/>
                    <a:pt x="75434" y="45878"/>
                    <a:pt x="76041" y="45864"/>
                  </a:cubicBezTo>
                  <a:cubicBezTo>
                    <a:pt x="92973" y="45507"/>
                    <a:pt x="107630" y="40953"/>
                    <a:pt x="119603" y="32334"/>
                  </a:cubicBezTo>
                  <a:cubicBezTo>
                    <a:pt x="123430" y="29580"/>
                    <a:pt x="127160" y="26462"/>
                    <a:pt x="130767" y="23446"/>
                  </a:cubicBezTo>
                  <a:cubicBezTo>
                    <a:pt x="133490" y="21168"/>
                    <a:pt x="136306" y="18812"/>
                    <a:pt x="139143" y="16633"/>
                  </a:cubicBezTo>
                  <a:cubicBezTo>
                    <a:pt x="142286" y="14218"/>
                    <a:pt x="145678" y="11782"/>
                    <a:pt x="149569" y="10839"/>
                  </a:cubicBezTo>
                  <a:cubicBezTo>
                    <a:pt x="151002" y="10492"/>
                    <a:pt x="152486" y="10318"/>
                    <a:pt x="154040" y="10318"/>
                  </a:cubicBezTo>
                  <a:cubicBezTo>
                    <a:pt x="155718" y="10318"/>
                    <a:pt x="157477" y="10521"/>
                    <a:pt x="159345" y="10926"/>
                  </a:cubicBezTo>
                  <a:cubicBezTo>
                    <a:pt x="163146" y="11754"/>
                    <a:pt x="166866" y="13255"/>
                    <a:pt x="170463" y="14710"/>
                  </a:cubicBezTo>
                  <a:cubicBezTo>
                    <a:pt x="174735" y="16434"/>
                    <a:pt x="179004" y="17813"/>
                    <a:pt x="183149" y="18805"/>
                  </a:cubicBezTo>
                  <a:cubicBezTo>
                    <a:pt x="187035" y="19734"/>
                    <a:pt x="190791" y="20198"/>
                    <a:pt x="194393" y="20198"/>
                  </a:cubicBezTo>
                  <a:cubicBezTo>
                    <a:pt x="198045" y="20198"/>
                    <a:pt x="201538" y="19721"/>
                    <a:pt x="204846" y="18766"/>
                  </a:cubicBezTo>
                  <a:cubicBezTo>
                    <a:pt x="206788" y="18205"/>
                    <a:pt x="208062" y="17332"/>
                    <a:pt x="208634" y="16167"/>
                  </a:cubicBezTo>
                  <a:cubicBezTo>
                    <a:pt x="209095" y="15229"/>
                    <a:pt x="209080" y="14117"/>
                    <a:pt x="208584" y="12865"/>
                  </a:cubicBezTo>
                  <a:cubicBezTo>
                    <a:pt x="207441" y="9969"/>
                    <a:pt x="204404" y="8376"/>
                    <a:pt x="202188" y="7211"/>
                  </a:cubicBezTo>
                  <a:lnTo>
                    <a:pt x="201831" y="7024"/>
                  </a:lnTo>
                  <a:cubicBezTo>
                    <a:pt x="194760" y="3289"/>
                    <a:pt x="188306" y="1132"/>
                    <a:pt x="182098" y="427"/>
                  </a:cubicBezTo>
                  <a:cubicBezTo>
                    <a:pt x="179239" y="102"/>
                    <a:pt x="176384" y="0"/>
                    <a:pt x="1736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2"/>
            <p:cNvSpPr/>
            <p:nvPr/>
          </p:nvSpPr>
          <p:spPr>
            <a:xfrm flipH="1">
              <a:off x="8460887" y="163330"/>
              <a:ext cx="807313" cy="330705"/>
            </a:xfrm>
            <a:custGeom>
              <a:rect b="b" l="l" r="r" t="t"/>
              <a:pathLst>
                <a:path extrusionOk="0" h="8264" w="20174">
                  <a:moveTo>
                    <a:pt x="10888" y="404"/>
                  </a:moveTo>
                  <a:cubicBezTo>
                    <a:pt x="11749" y="404"/>
                    <a:pt x="12597" y="461"/>
                    <a:pt x="13422" y="602"/>
                  </a:cubicBezTo>
                  <a:cubicBezTo>
                    <a:pt x="15472" y="954"/>
                    <a:pt x="17153" y="1897"/>
                    <a:pt x="18413" y="3404"/>
                  </a:cubicBezTo>
                  <a:cubicBezTo>
                    <a:pt x="19054" y="4170"/>
                    <a:pt x="19787" y="5267"/>
                    <a:pt x="19634" y="6147"/>
                  </a:cubicBezTo>
                  <a:cubicBezTo>
                    <a:pt x="19567" y="6546"/>
                    <a:pt x="19324" y="6863"/>
                    <a:pt x="18894" y="7118"/>
                  </a:cubicBezTo>
                  <a:cubicBezTo>
                    <a:pt x="17704" y="7820"/>
                    <a:pt x="16206" y="7861"/>
                    <a:pt x="14950" y="7861"/>
                  </a:cubicBezTo>
                  <a:cubicBezTo>
                    <a:pt x="14860" y="7861"/>
                    <a:pt x="14771" y="7861"/>
                    <a:pt x="14684" y="7861"/>
                  </a:cubicBezTo>
                  <a:cubicBezTo>
                    <a:pt x="13289" y="7856"/>
                    <a:pt x="11866" y="7753"/>
                    <a:pt x="10488" y="7653"/>
                  </a:cubicBezTo>
                  <a:cubicBezTo>
                    <a:pt x="9887" y="7608"/>
                    <a:pt x="9287" y="7565"/>
                    <a:pt x="8687" y="7529"/>
                  </a:cubicBezTo>
                  <a:cubicBezTo>
                    <a:pt x="5827" y="7359"/>
                    <a:pt x="3245" y="7206"/>
                    <a:pt x="649" y="7206"/>
                  </a:cubicBezTo>
                  <a:cubicBezTo>
                    <a:pt x="568" y="7206"/>
                    <a:pt x="486" y="7206"/>
                    <a:pt x="405" y="7206"/>
                  </a:cubicBezTo>
                  <a:lnTo>
                    <a:pt x="405" y="1428"/>
                  </a:lnTo>
                  <a:cubicBezTo>
                    <a:pt x="2017" y="1368"/>
                    <a:pt x="3674" y="1139"/>
                    <a:pt x="5280" y="919"/>
                  </a:cubicBezTo>
                  <a:cubicBezTo>
                    <a:pt x="7141" y="665"/>
                    <a:pt x="9044" y="404"/>
                    <a:pt x="10888" y="404"/>
                  </a:cubicBezTo>
                  <a:close/>
                  <a:moveTo>
                    <a:pt x="10888" y="1"/>
                  </a:moveTo>
                  <a:cubicBezTo>
                    <a:pt x="9018" y="1"/>
                    <a:pt x="7099" y="265"/>
                    <a:pt x="5223" y="522"/>
                  </a:cubicBezTo>
                  <a:cubicBezTo>
                    <a:pt x="3564" y="751"/>
                    <a:pt x="1848" y="984"/>
                    <a:pt x="195" y="1034"/>
                  </a:cubicBezTo>
                  <a:lnTo>
                    <a:pt x="1" y="1039"/>
                  </a:lnTo>
                  <a:lnTo>
                    <a:pt x="1" y="7612"/>
                  </a:lnTo>
                  <a:lnTo>
                    <a:pt x="202" y="7612"/>
                  </a:lnTo>
                  <a:cubicBezTo>
                    <a:pt x="266" y="7612"/>
                    <a:pt x="330" y="7612"/>
                    <a:pt x="393" y="7612"/>
                  </a:cubicBezTo>
                  <a:cubicBezTo>
                    <a:pt x="3056" y="7612"/>
                    <a:pt x="5717" y="7756"/>
                    <a:pt x="8664" y="7932"/>
                  </a:cubicBezTo>
                  <a:cubicBezTo>
                    <a:pt x="9261" y="7968"/>
                    <a:pt x="9860" y="8012"/>
                    <a:pt x="10460" y="8055"/>
                  </a:cubicBezTo>
                  <a:cubicBezTo>
                    <a:pt x="11844" y="8155"/>
                    <a:pt x="13275" y="8259"/>
                    <a:pt x="14682" y="8264"/>
                  </a:cubicBezTo>
                  <a:lnTo>
                    <a:pt x="14998" y="8264"/>
                  </a:lnTo>
                  <a:cubicBezTo>
                    <a:pt x="16295" y="8264"/>
                    <a:pt x="17831" y="8211"/>
                    <a:pt x="19096" y="7463"/>
                  </a:cubicBezTo>
                  <a:cubicBezTo>
                    <a:pt x="19626" y="7152"/>
                    <a:pt x="19940" y="6730"/>
                    <a:pt x="20030" y="6216"/>
                  </a:cubicBezTo>
                  <a:cubicBezTo>
                    <a:pt x="20173" y="5387"/>
                    <a:pt x="19732" y="4354"/>
                    <a:pt x="18720" y="3145"/>
                  </a:cubicBezTo>
                  <a:cubicBezTo>
                    <a:pt x="17395" y="1562"/>
                    <a:pt x="15637" y="574"/>
                    <a:pt x="13488" y="205"/>
                  </a:cubicBezTo>
                  <a:cubicBezTo>
                    <a:pt x="12639" y="59"/>
                    <a:pt x="11769" y="1"/>
                    <a:pt x="108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2"/>
            <p:cNvSpPr/>
            <p:nvPr/>
          </p:nvSpPr>
          <p:spPr>
            <a:xfrm flipH="1">
              <a:off x="-109741" y="-181865"/>
              <a:ext cx="9377861" cy="2035410"/>
            </a:xfrm>
            <a:custGeom>
              <a:rect b="b" l="l" r="r" t="t"/>
              <a:pathLst>
                <a:path extrusionOk="0" h="50863" w="234344">
                  <a:moveTo>
                    <a:pt x="233940" y="621"/>
                  </a:moveTo>
                  <a:lnTo>
                    <a:pt x="233940" y="12077"/>
                  </a:lnTo>
                  <a:cubicBezTo>
                    <a:pt x="232371" y="13846"/>
                    <a:pt x="230619" y="15358"/>
                    <a:pt x="228734" y="16565"/>
                  </a:cubicBezTo>
                  <a:cubicBezTo>
                    <a:pt x="224484" y="19289"/>
                    <a:pt x="219376" y="20857"/>
                    <a:pt x="213122" y="21360"/>
                  </a:cubicBezTo>
                  <a:cubicBezTo>
                    <a:pt x="211653" y="21479"/>
                    <a:pt x="210146" y="21539"/>
                    <a:pt x="208580" y="21539"/>
                  </a:cubicBezTo>
                  <a:cubicBezTo>
                    <a:pt x="205000" y="21539"/>
                    <a:pt x="201109" y="21226"/>
                    <a:pt x="196647" y="20590"/>
                  </a:cubicBezTo>
                  <a:lnTo>
                    <a:pt x="196529" y="20574"/>
                  </a:lnTo>
                  <a:cubicBezTo>
                    <a:pt x="194477" y="20283"/>
                    <a:pt x="192356" y="19981"/>
                    <a:pt x="190306" y="19457"/>
                  </a:cubicBezTo>
                  <a:cubicBezTo>
                    <a:pt x="188131" y="18901"/>
                    <a:pt x="186302" y="18457"/>
                    <a:pt x="184446" y="18095"/>
                  </a:cubicBezTo>
                  <a:cubicBezTo>
                    <a:pt x="182413" y="17700"/>
                    <a:pt x="180221" y="17338"/>
                    <a:pt x="178016" y="17338"/>
                  </a:cubicBezTo>
                  <a:cubicBezTo>
                    <a:pt x="177942" y="17338"/>
                    <a:pt x="177867" y="17339"/>
                    <a:pt x="177792" y="17340"/>
                  </a:cubicBezTo>
                  <a:cubicBezTo>
                    <a:pt x="176496" y="17354"/>
                    <a:pt x="174542" y="17378"/>
                    <a:pt x="173323" y="18637"/>
                  </a:cubicBezTo>
                  <a:cubicBezTo>
                    <a:pt x="172261" y="19733"/>
                    <a:pt x="172397" y="21555"/>
                    <a:pt x="173080" y="22788"/>
                  </a:cubicBezTo>
                  <a:cubicBezTo>
                    <a:pt x="174004" y="24459"/>
                    <a:pt x="175665" y="25395"/>
                    <a:pt x="177319" y="26158"/>
                  </a:cubicBezTo>
                  <a:cubicBezTo>
                    <a:pt x="180088" y="27433"/>
                    <a:pt x="183032" y="28076"/>
                    <a:pt x="185878" y="28699"/>
                  </a:cubicBezTo>
                  <a:cubicBezTo>
                    <a:pt x="186544" y="28844"/>
                    <a:pt x="187205" y="28990"/>
                    <a:pt x="187866" y="29142"/>
                  </a:cubicBezTo>
                  <a:cubicBezTo>
                    <a:pt x="191326" y="29942"/>
                    <a:pt x="194903" y="30405"/>
                    <a:pt x="198362" y="30852"/>
                  </a:cubicBezTo>
                  <a:lnTo>
                    <a:pt x="199879" y="31048"/>
                  </a:lnTo>
                  <a:cubicBezTo>
                    <a:pt x="203501" y="31524"/>
                    <a:pt x="207493" y="31975"/>
                    <a:pt x="212443" y="32469"/>
                  </a:cubicBezTo>
                  <a:cubicBezTo>
                    <a:pt x="216296" y="32854"/>
                    <a:pt x="220110" y="33192"/>
                    <a:pt x="223683" y="33505"/>
                  </a:cubicBezTo>
                  <a:cubicBezTo>
                    <a:pt x="226437" y="33747"/>
                    <a:pt x="229366" y="34040"/>
                    <a:pt x="232268" y="34727"/>
                  </a:cubicBezTo>
                  <a:cubicBezTo>
                    <a:pt x="232812" y="34856"/>
                    <a:pt x="233374" y="35011"/>
                    <a:pt x="233940" y="35186"/>
                  </a:cubicBezTo>
                  <a:lnTo>
                    <a:pt x="233940" y="50330"/>
                  </a:lnTo>
                  <a:cubicBezTo>
                    <a:pt x="227593" y="48509"/>
                    <a:pt x="220754" y="46238"/>
                    <a:pt x="213042" y="43386"/>
                  </a:cubicBezTo>
                  <a:cubicBezTo>
                    <a:pt x="208088" y="41555"/>
                    <a:pt x="202988" y="39512"/>
                    <a:pt x="197884" y="37317"/>
                  </a:cubicBezTo>
                  <a:cubicBezTo>
                    <a:pt x="195613" y="36339"/>
                    <a:pt x="193318" y="35281"/>
                    <a:pt x="191099" y="34257"/>
                  </a:cubicBezTo>
                  <a:cubicBezTo>
                    <a:pt x="188401" y="33014"/>
                    <a:pt x="185611" y="31726"/>
                    <a:pt x="182833" y="30573"/>
                  </a:cubicBezTo>
                  <a:cubicBezTo>
                    <a:pt x="172649" y="26340"/>
                    <a:pt x="162754" y="24195"/>
                    <a:pt x="153409" y="24195"/>
                  </a:cubicBezTo>
                  <a:cubicBezTo>
                    <a:pt x="153178" y="24195"/>
                    <a:pt x="152948" y="24197"/>
                    <a:pt x="152719" y="24198"/>
                  </a:cubicBezTo>
                  <a:cubicBezTo>
                    <a:pt x="142080" y="24319"/>
                    <a:pt x="132064" y="27884"/>
                    <a:pt x="122824" y="31721"/>
                  </a:cubicBezTo>
                  <a:cubicBezTo>
                    <a:pt x="112729" y="35913"/>
                    <a:pt x="102805" y="39822"/>
                    <a:pt x="92400" y="41608"/>
                  </a:cubicBezTo>
                  <a:cubicBezTo>
                    <a:pt x="82867" y="43244"/>
                    <a:pt x="72721" y="44299"/>
                    <a:pt x="61383" y="44830"/>
                  </a:cubicBezTo>
                  <a:cubicBezTo>
                    <a:pt x="58519" y="44965"/>
                    <a:pt x="55783" y="45032"/>
                    <a:pt x="53152" y="45032"/>
                  </a:cubicBezTo>
                  <a:cubicBezTo>
                    <a:pt x="45012" y="45032"/>
                    <a:pt x="37887" y="44383"/>
                    <a:pt x="31169" y="43050"/>
                  </a:cubicBezTo>
                  <a:cubicBezTo>
                    <a:pt x="24718" y="41770"/>
                    <a:pt x="18066" y="39641"/>
                    <a:pt x="11397" y="36720"/>
                  </a:cubicBezTo>
                  <a:cubicBezTo>
                    <a:pt x="7680" y="35093"/>
                    <a:pt x="3780" y="33224"/>
                    <a:pt x="405" y="30582"/>
                  </a:cubicBezTo>
                  <a:lnTo>
                    <a:pt x="405" y="21725"/>
                  </a:lnTo>
                  <a:cubicBezTo>
                    <a:pt x="5173" y="23118"/>
                    <a:pt x="10001" y="24631"/>
                    <a:pt x="14673" y="26094"/>
                  </a:cubicBezTo>
                  <a:cubicBezTo>
                    <a:pt x="18472" y="27283"/>
                    <a:pt x="22397" y="28512"/>
                    <a:pt x="26269" y="29670"/>
                  </a:cubicBezTo>
                  <a:cubicBezTo>
                    <a:pt x="42759" y="34607"/>
                    <a:pt x="58954" y="38982"/>
                    <a:pt x="74991" y="38982"/>
                  </a:cubicBezTo>
                  <a:cubicBezTo>
                    <a:pt x="78823" y="38982"/>
                    <a:pt x="82649" y="38732"/>
                    <a:pt x="86466" y="38179"/>
                  </a:cubicBezTo>
                  <a:cubicBezTo>
                    <a:pt x="95509" y="36872"/>
                    <a:pt x="104228" y="33938"/>
                    <a:pt x="112383" y="29455"/>
                  </a:cubicBezTo>
                  <a:cubicBezTo>
                    <a:pt x="116730" y="27066"/>
                    <a:pt x="120985" y="24195"/>
                    <a:pt x="125029" y="20922"/>
                  </a:cubicBezTo>
                  <a:cubicBezTo>
                    <a:pt x="126767" y="19511"/>
                    <a:pt x="128488" y="17994"/>
                    <a:pt x="130152" y="16524"/>
                  </a:cubicBezTo>
                  <a:cubicBezTo>
                    <a:pt x="131788" y="15078"/>
                    <a:pt x="133483" y="13582"/>
                    <a:pt x="135190" y="12196"/>
                  </a:cubicBezTo>
                  <a:cubicBezTo>
                    <a:pt x="137654" y="10200"/>
                    <a:pt x="140969" y="7788"/>
                    <a:pt x="144768" y="6873"/>
                  </a:cubicBezTo>
                  <a:cubicBezTo>
                    <a:pt x="145990" y="6580"/>
                    <a:pt x="147258" y="6432"/>
                    <a:pt x="148594" y="6432"/>
                  </a:cubicBezTo>
                  <a:cubicBezTo>
                    <a:pt x="151134" y="6432"/>
                    <a:pt x="153922" y="6966"/>
                    <a:pt x="157120" y="8052"/>
                  </a:cubicBezTo>
                  <a:cubicBezTo>
                    <a:pt x="165254" y="10813"/>
                    <a:pt x="174727" y="13878"/>
                    <a:pt x="184226" y="15304"/>
                  </a:cubicBezTo>
                  <a:cubicBezTo>
                    <a:pt x="187914" y="15858"/>
                    <a:pt x="191419" y="16136"/>
                    <a:pt x="194766" y="16136"/>
                  </a:cubicBezTo>
                  <a:cubicBezTo>
                    <a:pt x="200932" y="16136"/>
                    <a:pt x="206557" y="15192"/>
                    <a:pt x="211781" y="13295"/>
                  </a:cubicBezTo>
                  <a:cubicBezTo>
                    <a:pt x="216509" y="11579"/>
                    <a:pt x="220789" y="8892"/>
                    <a:pt x="224351" y="6492"/>
                  </a:cubicBezTo>
                  <a:cubicBezTo>
                    <a:pt x="224766" y="6212"/>
                    <a:pt x="225182" y="5928"/>
                    <a:pt x="225598" y="5645"/>
                  </a:cubicBezTo>
                  <a:cubicBezTo>
                    <a:pt x="228277" y="3826"/>
                    <a:pt x="231045" y="1944"/>
                    <a:pt x="233940" y="621"/>
                  </a:cubicBezTo>
                  <a:close/>
                  <a:moveTo>
                    <a:pt x="234344" y="1"/>
                  </a:moveTo>
                  <a:lnTo>
                    <a:pt x="234062" y="127"/>
                  </a:lnTo>
                  <a:cubicBezTo>
                    <a:pt x="231032" y="1470"/>
                    <a:pt x="228156" y="3423"/>
                    <a:pt x="225375" y="5313"/>
                  </a:cubicBezTo>
                  <a:cubicBezTo>
                    <a:pt x="224959" y="5595"/>
                    <a:pt x="224545" y="5878"/>
                    <a:pt x="224128" y="6158"/>
                  </a:cubicBezTo>
                  <a:cubicBezTo>
                    <a:pt x="220589" y="8544"/>
                    <a:pt x="216336" y="11214"/>
                    <a:pt x="211647" y="12916"/>
                  </a:cubicBezTo>
                  <a:cubicBezTo>
                    <a:pt x="206466" y="14796"/>
                    <a:pt x="200885" y="15732"/>
                    <a:pt x="194765" y="15732"/>
                  </a:cubicBezTo>
                  <a:cubicBezTo>
                    <a:pt x="191440" y="15732"/>
                    <a:pt x="187955" y="15456"/>
                    <a:pt x="184289" y="14905"/>
                  </a:cubicBezTo>
                  <a:cubicBezTo>
                    <a:pt x="174822" y="13485"/>
                    <a:pt x="165370" y="10424"/>
                    <a:pt x="157251" y="7671"/>
                  </a:cubicBezTo>
                  <a:cubicBezTo>
                    <a:pt x="154011" y="6571"/>
                    <a:pt x="151182" y="6028"/>
                    <a:pt x="148600" y="6028"/>
                  </a:cubicBezTo>
                  <a:cubicBezTo>
                    <a:pt x="147230" y="6028"/>
                    <a:pt x="145930" y="6181"/>
                    <a:pt x="144675" y="6483"/>
                  </a:cubicBezTo>
                  <a:cubicBezTo>
                    <a:pt x="140797" y="7416"/>
                    <a:pt x="137434" y="9860"/>
                    <a:pt x="134939" y="11886"/>
                  </a:cubicBezTo>
                  <a:cubicBezTo>
                    <a:pt x="133224" y="13277"/>
                    <a:pt x="131528" y="14775"/>
                    <a:pt x="129887" y="16224"/>
                  </a:cubicBezTo>
                  <a:cubicBezTo>
                    <a:pt x="128225" y="17690"/>
                    <a:pt x="126509" y="19207"/>
                    <a:pt x="124774" y="20610"/>
                  </a:cubicBezTo>
                  <a:cubicBezTo>
                    <a:pt x="120749" y="23869"/>
                    <a:pt x="116514" y="26727"/>
                    <a:pt x="112189" y="29105"/>
                  </a:cubicBezTo>
                  <a:cubicBezTo>
                    <a:pt x="104076" y="33564"/>
                    <a:pt x="95402" y="36484"/>
                    <a:pt x="86407" y="37785"/>
                  </a:cubicBezTo>
                  <a:cubicBezTo>
                    <a:pt x="82611" y="38334"/>
                    <a:pt x="78806" y="38583"/>
                    <a:pt x="74991" y="38583"/>
                  </a:cubicBezTo>
                  <a:cubicBezTo>
                    <a:pt x="59005" y="38583"/>
                    <a:pt x="42843" y="34216"/>
                    <a:pt x="26384" y="29289"/>
                  </a:cubicBezTo>
                  <a:cubicBezTo>
                    <a:pt x="22516" y="28130"/>
                    <a:pt x="18589" y="26901"/>
                    <a:pt x="14793" y="25711"/>
                  </a:cubicBezTo>
                  <a:cubicBezTo>
                    <a:pt x="10035" y="24222"/>
                    <a:pt x="5116" y="22681"/>
                    <a:pt x="257" y="21265"/>
                  </a:cubicBezTo>
                  <a:lnTo>
                    <a:pt x="0" y="21189"/>
                  </a:lnTo>
                  <a:lnTo>
                    <a:pt x="0" y="30778"/>
                  </a:lnTo>
                  <a:lnTo>
                    <a:pt x="77" y="30839"/>
                  </a:lnTo>
                  <a:cubicBezTo>
                    <a:pt x="3505" y="33541"/>
                    <a:pt x="7466" y="35440"/>
                    <a:pt x="11235" y="37090"/>
                  </a:cubicBezTo>
                  <a:cubicBezTo>
                    <a:pt x="17931" y="40022"/>
                    <a:pt x="24610" y="42161"/>
                    <a:pt x="31090" y="43447"/>
                  </a:cubicBezTo>
                  <a:cubicBezTo>
                    <a:pt x="37834" y="44786"/>
                    <a:pt x="44983" y="45437"/>
                    <a:pt x="53148" y="45437"/>
                  </a:cubicBezTo>
                  <a:cubicBezTo>
                    <a:pt x="55786" y="45437"/>
                    <a:pt x="58530" y="45369"/>
                    <a:pt x="61401" y="45235"/>
                  </a:cubicBezTo>
                  <a:cubicBezTo>
                    <a:pt x="72756" y="44700"/>
                    <a:pt x="82917" y="43644"/>
                    <a:pt x="92467" y="42007"/>
                  </a:cubicBezTo>
                  <a:cubicBezTo>
                    <a:pt x="102913" y="40214"/>
                    <a:pt x="112861" y="36296"/>
                    <a:pt x="122978" y="32095"/>
                  </a:cubicBezTo>
                  <a:cubicBezTo>
                    <a:pt x="132181" y="28274"/>
                    <a:pt x="142153" y="24722"/>
                    <a:pt x="152725" y="24602"/>
                  </a:cubicBezTo>
                  <a:cubicBezTo>
                    <a:pt x="152952" y="24600"/>
                    <a:pt x="153179" y="24598"/>
                    <a:pt x="153407" y="24598"/>
                  </a:cubicBezTo>
                  <a:cubicBezTo>
                    <a:pt x="162694" y="24598"/>
                    <a:pt x="172541" y="26730"/>
                    <a:pt x="182679" y="30945"/>
                  </a:cubicBezTo>
                  <a:cubicBezTo>
                    <a:pt x="185447" y="32095"/>
                    <a:pt x="188234" y="33381"/>
                    <a:pt x="190930" y="34624"/>
                  </a:cubicBezTo>
                  <a:cubicBezTo>
                    <a:pt x="193152" y="35649"/>
                    <a:pt x="195448" y="36707"/>
                    <a:pt x="197726" y="37686"/>
                  </a:cubicBezTo>
                  <a:cubicBezTo>
                    <a:pt x="202837" y="39885"/>
                    <a:pt x="207942" y="41928"/>
                    <a:pt x="212901" y="43763"/>
                  </a:cubicBezTo>
                  <a:cubicBezTo>
                    <a:pt x="220729" y="46656"/>
                    <a:pt x="227658" y="48955"/>
                    <a:pt x="234085" y="50788"/>
                  </a:cubicBezTo>
                  <a:lnTo>
                    <a:pt x="234341" y="50863"/>
                  </a:lnTo>
                  <a:lnTo>
                    <a:pt x="234344" y="50863"/>
                  </a:lnTo>
                  <a:lnTo>
                    <a:pt x="234344" y="34896"/>
                  </a:lnTo>
                  <a:lnTo>
                    <a:pt x="234204" y="34850"/>
                  </a:lnTo>
                  <a:cubicBezTo>
                    <a:pt x="233582" y="34654"/>
                    <a:pt x="232962" y="34481"/>
                    <a:pt x="232362" y="34340"/>
                  </a:cubicBezTo>
                  <a:cubicBezTo>
                    <a:pt x="229433" y="33647"/>
                    <a:pt x="226488" y="33352"/>
                    <a:pt x="223721" y="33110"/>
                  </a:cubicBezTo>
                  <a:cubicBezTo>
                    <a:pt x="220148" y="32797"/>
                    <a:pt x="216338" y="32457"/>
                    <a:pt x="212486" y="32074"/>
                  </a:cubicBezTo>
                  <a:cubicBezTo>
                    <a:pt x="207542" y="31581"/>
                    <a:pt x="203553" y="31128"/>
                    <a:pt x="199935" y="30653"/>
                  </a:cubicBezTo>
                  <a:lnTo>
                    <a:pt x="198416" y="30455"/>
                  </a:lnTo>
                  <a:cubicBezTo>
                    <a:pt x="194968" y="30009"/>
                    <a:pt x="191400" y="29547"/>
                    <a:pt x="187960" y="28753"/>
                  </a:cubicBezTo>
                  <a:cubicBezTo>
                    <a:pt x="187298" y="28602"/>
                    <a:pt x="186634" y="28454"/>
                    <a:pt x="185969" y="28310"/>
                  </a:cubicBezTo>
                  <a:cubicBezTo>
                    <a:pt x="183145" y="27690"/>
                    <a:pt x="180223" y="27051"/>
                    <a:pt x="177494" y="25795"/>
                  </a:cubicBezTo>
                  <a:cubicBezTo>
                    <a:pt x="176009" y="25111"/>
                    <a:pt x="174350" y="24245"/>
                    <a:pt x="173437" y="22596"/>
                  </a:cubicBezTo>
                  <a:cubicBezTo>
                    <a:pt x="172829" y="21493"/>
                    <a:pt x="172693" y="19876"/>
                    <a:pt x="173617" y="18921"/>
                  </a:cubicBezTo>
                  <a:cubicBezTo>
                    <a:pt x="174717" y="17783"/>
                    <a:pt x="176574" y="17760"/>
                    <a:pt x="177801" y="17745"/>
                  </a:cubicBezTo>
                  <a:cubicBezTo>
                    <a:pt x="177883" y="17744"/>
                    <a:pt x="177965" y="17744"/>
                    <a:pt x="178047" y="17744"/>
                  </a:cubicBezTo>
                  <a:cubicBezTo>
                    <a:pt x="180223" y="17744"/>
                    <a:pt x="182367" y="18103"/>
                    <a:pt x="184375" y="18494"/>
                  </a:cubicBezTo>
                  <a:cubicBezTo>
                    <a:pt x="186221" y="18853"/>
                    <a:pt x="188043" y="19296"/>
                    <a:pt x="190212" y="19850"/>
                  </a:cubicBezTo>
                  <a:cubicBezTo>
                    <a:pt x="192283" y="20380"/>
                    <a:pt x="194415" y="20683"/>
                    <a:pt x="196477" y="20976"/>
                  </a:cubicBezTo>
                  <a:lnTo>
                    <a:pt x="196594" y="20993"/>
                  </a:lnTo>
                  <a:cubicBezTo>
                    <a:pt x="201071" y="21630"/>
                    <a:pt x="204978" y="21943"/>
                    <a:pt x="208576" y="21943"/>
                  </a:cubicBezTo>
                  <a:cubicBezTo>
                    <a:pt x="210156" y="21943"/>
                    <a:pt x="211676" y="21883"/>
                    <a:pt x="213159" y="21763"/>
                  </a:cubicBezTo>
                  <a:cubicBezTo>
                    <a:pt x="219481" y="21255"/>
                    <a:pt x="224648" y="19666"/>
                    <a:pt x="228956" y="16905"/>
                  </a:cubicBezTo>
                  <a:cubicBezTo>
                    <a:pt x="230892" y="15665"/>
                    <a:pt x="232689" y="14110"/>
                    <a:pt x="234294" y="12287"/>
                  </a:cubicBezTo>
                  <a:lnTo>
                    <a:pt x="234344" y="12230"/>
                  </a:lnTo>
                  <a:lnTo>
                    <a:pt x="2343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2"/>
            <p:cNvSpPr/>
            <p:nvPr/>
          </p:nvSpPr>
          <p:spPr>
            <a:xfrm flipH="1">
              <a:off x="4096338" y="1238255"/>
              <a:ext cx="5171942" cy="1031731"/>
            </a:xfrm>
            <a:custGeom>
              <a:rect b="b" l="l" r="r" t="t"/>
              <a:pathLst>
                <a:path extrusionOk="0" h="25782" w="129242">
                  <a:moveTo>
                    <a:pt x="125667" y="404"/>
                  </a:moveTo>
                  <a:cubicBezTo>
                    <a:pt x="125949" y="404"/>
                    <a:pt x="126232" y="415"/>
                    <a:pt x="126514" y="437"/>
                  </a:cubicBezTo>
                  <a:cubicBezTo>
                    <a:pt x="127419" y="510"/>
                    <a:pt x="128375" y="690"/>
                    <a:pt x="128733" y="1442"/>
                  </a:cubicBezTo>
                  <a:cubicBezTo>
                    <a:pt x="127667" y="1898"/>
                    <a:pt x="126604" y="2366"/>
                    <a:pt x="125540" y="2833"/>
                  </a:cubicBezTo>
                  <a:cubicBezTo>
                    <a:pt x="121951" y="4414"/>
                    <a:pt x="118237" y="6047"/>
                    <a:pt x="114473" y="7141"/>
                  </a:cubicBezTo>
                  <a:cubicBezTo>
                    <a:pt x="113881" y="7314"/>
                    <a:pt x="113286" y="7483"/>
                    <a:pt x="112693" y="7649"/>
                  </a:cubicBezTo>
                  <a:cubicBezTo>
                    <a:pt x="110914" y="8149"/>
                    <a:pt x="109073" y="8666"/>
                    <a:pt x="107278" y="9330"/>
                  </a:cubicBezTo>
                  <a:cubicBezTo>
                    <a:pt x="105183" y="10108"/>
                    <a:pt x="102936" y="11055"/>
                    <a:pt x="100411" y="12228"/>
                  </a:cubicBezTo>
                  <a:cubicBezTo>
                    <a:pt x="97928" y="13381"/>
                    <a:pt x="95424" y="14634"/>
                    <a:pt x="93002" y="15844"/>
                  </a:cubicBezTo>
                  <a:cubicBezTo>
                    <a:pt x="86663" y="19013"/>
                    <a:pt x="80109" y="22288"/>
                    <a:pt x="73322" y="24097"/>
                  </a:cubicBezTo>
                  <a:cubicBezTo>
                    <a:pt x="70106" y="24955"/>
                    <a:pt x="66829" y="25381"/>
                    <a:pt x="63411" y="25381"/>
                  </a:cubicBezTo>
                  <a:cubicBezTo>
                    <a:pt x="61691" y="25381"/>
                    <a:pt x="59935" y="25273"/>
                    <a:pt x="58132" y="25057"/>
                  </a:cubicBezTo>
                  <a:cubicBezTo>
                    <a:pt x="54870" y="24667"/>
                    <a:pt x="51578" y="24000"/>
                    <a:pt x="48394" y="23351"/>
                  </a:cubicBezTo>
                  <a:cubicBezTo>
                    <a:pt x="46720" y="23010"/>
                    <a:pt x="44988" y="22658"/>
                    <a:pt x="43281" y="22351"/>
                  </a:cubicBezTo>
                  <a:cubicBezTo>
                    <a:pt x="38827" y="21551"/>
                    <a:pt x="34306" y="21314"/>
                    <a:pt x="29931" y="21085"/>
                  </a:cubicBezTo>
                  <a:lnTo>
                    <a:pt x="28914" y="21031"/>
                  </a:lnTo>
                  <a:cubicBezTo>
                    <a:pt x="25978" y="20874"/>
                    <a:pt x="23609" y="20501"/>
                    <a:pt x="21462" y="19855"/>
                  </a:cubicBezTo>
                  <a:cubicBezTo>
                    <a:pt x="19489" y="19259"/>
                    <a:pt x="17512" y="18432"/>
                    <a:pt x="15599" y="17635"/>
                  </a:cubicBezTo>
                  <a:cubicBezTo>
                    <a:pt x="15171" y="17457"/>
                    <a:pt x="14747" y="17279"/>
                    <a:pt x="14321" y="17105"/>
                  </a:cubicBezTo>
                  <a:cubicBezTo>
                    <a:pt x="12341" y="16286"/>
                    <a:pt x="10328" y="15433"/>
                    <a:pt x="8383" y="14606"/>
                  </a:cubicBezTo>
                  <a:cubicBezTo>
                    <a:pt x="5772" y="13497"/>
                    <a:pt x="3075" y="12349"/>
                    <a:pt x="404" y="11276"/>
                  </a:cubicBezTo>
                  <a:lnTo>
                    <a:pt x="403" y="11276"/>
                  </a:lnTo>
                  <a:lnTo>
                    <a:pt x="403" y="5584"/>
                  </a:lnTo>
                  <a:cubicBezTo>
                    <a:pt x="967" y="5874"/>
                    <a:pt x="1566" y="6170"/>
                    <a:pt x="2220" y="6484"/>
                  </a:cubicBezTo>
                  <a:cubicBezTo>
                    <a:pt x="2905" y="6811"/>
                    <a:pt x="3592" y="7131"/>
                    <a:pt x="4281" y="7450"/>
                  </a:cubicBezTo>
                  <a:cubicBezTo>
                    <a:pt x="6227" y="8357"/>
                    <a:pt x="8240" y="9293"/>
                    <a:pt x="10153" y="10412"/>
                  </a:cubicBezTo>
                  <a:cubicBezTo>
                    <a:pt x="12434" y="11746"/>
                    <a:pt x="14871" y="13148"/>
                    <a:pt x="17395" y="14337"/>
                  </a:cubicBezTo>
                  <a:cubicBezTo>
                    <a:pt x="25707" y="18255"/>
                    <a:pt x="35202" y="20169"/>
                    <a:pt x="46355" y="20169"/>
                  </a:cubicBezTo>
                  <a:cubicBezTo>
                    <a:pt x="47079" y="20169"/>
                    <a:pt x="47811" y="20161"/>
                    <a:pt x="48549" y="20145"/>
                  </a:cubicBezTo>
                  <a:cubicBezTo>
                    <a:pt x="59131" y="19914"/>
                    <a:pt x="70411" y="17805"/>
                    <a:pt x="84049" y="13504"/>
                  </a:cubicBezTo>
                  <a:cubicBezTo>
                    <a:pt x="89815" y="11685"/>
                    <a:pt x="95612" y="9562"/>
                    <a:pt x="101217" y="7507"/>
                  </a:cubicBezTo>
                  <a:cubicBezTo>
                    <a:pt x="104315" y="6374"/>
                    <a:pt x="107517" y="5200"/>
                    <a:pt x="110679" y="4091"/>
                  </a:cubicBezTo>
                  <a:cubicBezTo>
                    <a:pt x="114143" y="2876"/>
                    <a:pt x="117874" y="1648"/>
                    <a:pt x="121675" y="895"/>
                  </a:cubicBezTo>
                  <a:cubicBezTo>
                    <a:pt x="122896" y="652"/>
                    <a:pt x="124279" y="404"/>
                    <a:pt x="125667" y="404"/>
                  </a:cubicBezTo>
                  <a:close/>
                  <a:moveTo>
                    <a:pt x="125672" y="1"/>
                  </a:moveTo>
                  <a:cubicBezTo>
                    <a:pt x="124248" y="1"/>
                    <a:pt x="122839" y="252"/>
                    <a:pt x="121598" y="497"/>
                  </a:cubicBezTo>
                  <a:cubicBezTo>
                    <a:pt x="117773" y="1256"/>
                    <a:pt x="114025" y="2491"/>
                    <a:pt x="110546" y="3711"/>
                  </a:cubicBezTo>
                  <a:cubicBezTo>
                    <a:pt x="107384" y="4820"/>
                    <a:pt x="104179" y="5993"/>
                    <a:pt x="101080" y="7129"/>
                  </a:cubicBezTo>
                  <a:cubicBezTo>
                    <a:pt x="95477" y="9180"/>
                    <a:pt x="89685" y="11305"/>
                    <a:pt x="83929" y="13120"/>
                  </a:cubicBezTo>
                  <a:cubicBezTo>
                    <a:pt x="70328" y="17407"/>
                    <a:pt x="59084" y="19512"/>
                    <a:pt x="48540" y="19742"/>
                  </a:cubicBezTo>
                  <a:cubicBezTo>
                    <a:pt x="47811" y="19758"/>
                    <a:pt x="47089" y="19766"/>
                    <a:pt x="46374" y="19766"/>
                  </a:cubicBezTo>
                  <a:cubicBezTo>
                    <a:pt x="35268" y="19766"/>
                    <a:pt x="25827" y="17865"/>
                    <a:pt x="17567" y="13971"/>
                  </a:cubicBezTo>
                  <a:cubicBezTo>
                    <a:pt x="15057" y="12788"/>
                    <a:pt x="12628" y="11391"/>
                    <a:pt x="10355" y="10062"/>
                  </a:cubicBezTo>
                  <a:cubicBezTo>
                    <a:pt x="8426" y="8935"/>
                    <a:pt x="6404" y="7993"/>
                    <a:pt x="4448" y="7084"/>
                  </a:cubicBezTo>
                  <a:cubicBezTo>
                    <a:pt x="3762" y="6767"/>
                    <a:pt x="3076" y="6447"/>
                    <a:pt x="2395" y="6120"/>
                  </a:cubicBezTo>
                  <a:cubicBezTo>
                    <a:pt x="1626" y="5754"/>
                    <a:pt x="940" y="5411"/>
                    <a:pt x="294" y="5075"/>
                  </a:cubicBezTo>
                  <a:lnTo>
                    <a:pt x="0" y="4921"/>
                  </a:lnTo>
                  <a:lnTo>
                    <a:pt x="0" y="11545"/>
                  </a:lnTo>
                  <a:lnTo>
                    <a:pt x="126" y="11595"/>
                  </a:lnTo>
                  <a:cubicBezTo>
                    <a:pt x="2833" y="12684"/>
                    <a:pt x="5574" y="13848"/>
                    <a:pt x="8224" y="14973"/>
                  </a:cubicBezTo>
                  <a:cubicBezTo>
                    <a:pt x="10170" y="15801"/>
                    <a:pt x="12184" y="16656"/>
                    <a:pt x="14167" y="17473"/>
                  </a:cubicBezTo>
                  <a:cubicBezTo>
                    <a:pt x="14591" y="17649"/>
                    <a:pt x="15016" y="17828"/>
                    <a:pt x="15441" y="18003"/>
                  </a:cubicBezTo>
                  <a:cubicBezTo>
                    <a:pt x="17363" y="18808"/>
                    <a:pt x="19349" y="19638"/>
                    <a:pt x="21344" y="20238"/>
                  </a:cubicBezTo>
                  <a:cubicBezTo>
                    <a:pt x="23523" y="20895"/>
                    <a:pt x="25922" y="21274"/>
                    <a:pt x="28892" y="21431"/>
                  </a:cubicBezTo>
                  <a:lnTo>
                    <a:pt x="29910" y="21485"/>
                  </a:lnTo>
                  <a:cubicBezTo>
                    <a:pt x="34272" y="21714"/>
                    <a:pt x="38783" y="21950"/>
                    <a:pt x="43209" y="22746"/>
                  </a:cubicBezTo>
                  <a:cubicBezTo>
                    <a:pt x="44912" y="23053"/>
                    <a:pt x="46641" y="23406"/>
                    <a:pt x="48313" y="23744"/>
                  </a:cubicBezTo>
                  <a:cubicBezTo>
                    <a:pt x="51505" y="24393"/>
                    <a:pt x="54806" y="25065"/>
                    <a:pt x="58085" y="25456"/>
                  </a:cubicBezTo>
                  <a:cubicBezTo>
                    <a:pt x="59905" y="25673"/>
                    <a:pt x="61677" y="25782"/>
                    <a:pt x="63414" y="25782"/>
                  </a:cubicBezTo>
                  <a:cubicBezTo>
                    <a:pt x="66866" y="25782"/>
                    <a:pt x="70177" y="25352"/>
                    <a:pt x="73425" y="24486"/>
                  </a:cubicBezTo>
                  <a:cubicBezTo>
                    <a:pt x="80253" y="22666"/>
                    <a:pt x="86826" y="19379"/>
                    <a:pt x="93183" y="16202"/>
                  </a:cubicBezTo>
                  <a:cubicBezTo>
                    <a:pt x="95603" y="14991"/>
                    <a:pt x="98105" y="13741"/>
                    <a:pt x="100582" y="12591"/>
                  </a:cubicBezTo>
                  <a:cubicBezTo>
                    <a:pt x="103097" y="11422"/>
                    <a:pt x="105333" y="10479"/>
                    <a:pt x="107419" y="9706"/>
                  </a:cubicBezTo>
                  <a:cubicBezTo>
                    <a:pt x="109198" y="9046"/>
                    <a:pt x="111031" y="8532"/>
                    <a:pt x="112803" y="8033"/>
                  </a:cubicBezTo>
                  <a:cubicBezTo>
                    <a:pt x="113399" y="7867"/>
                    <a:pt x="113993" y="7699"/>
                    <a:pt x="114588" y="7526"/>
                  </a:cubicBezTo>
                  <a:cubicBezTo>
                    <a:pt x="118376" y="6424"/>
                    <a:pt x="122102" y="4784"/>
                    <a:pt x="125704" y="3199"/>
                  </a:cubicBezTo>
                  <a:cubicBezTo>
                    <a:pt x="126826" y="2705"/>
                    <a:pt x="127947" y="2212"/>
                    <a:pt x="129073" y="1733"/>
                  </a:cubicBezTo>
                  <a:lnTo>
                    <a:pt x="129242" y="1662"/>
                  </a:lnTo>
                  <a:lnTo>
                    <a:pt x="129185" y="1488"/>
                  </a:lnTo>
                  <a:cubicBezTo>
                    <a:pt x="128775" y="216"/>
                    <a:pt x="127216" y="89"/>
                    <a:pt x="126549" y="34"/>
                  </a:cubicBezTo>
                  <a:cubicBezTo>
                    <a:pt x="126257" y="11"/>
                    <a:pt x="125964" y="1"/>
                    <a:pt x="1256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2"/>
            <p:cNvSpPr/>
            <p:nvPr/>
          </p:nvSpPr>
          <p:spPr>
            <a:xfrm flipH="1">
              <a:off x="-109821" y="1563281"/>
              <a:ext cx="9378021" cy="2233737"/>
            </a:xfrm>
            <a:custGeom>
              <a:rect b="b" l="l" r="r" t="t"/>
              <a:pathLst>
                <a:path extrusionOk="0" h="55819" w="234348">
                  <a:moveTo>
                    <a:pt x="144981" y="403"/>
                  </a:moveTo>
                  <a:cubicBezTo>
                    <a:pt x="150962" y="403"/>
                    <a:pt x="156924" y="882"/>
                    <a:pt x="162787" y="1836"/>
                  </a:cubicBezTo>
                  <a:cubicBezTo>
                    <a:pt x="170740" y="3127"/>
                    <a:pt x="179016" y="5583"/>
                    <a:pt x="189615" y="9797"/>
                  </a:cubicBezTo>
                  <a:cubicBezTo>
                    <a:pt x="198427" y="13299"/>
                    <a:pt x="207411" y="17431"/>
                    <a:pt x="216323" y="22082"/>
                  </a:cubicBezTo>
                  <a:lnTo>
                    <a:pt x="218254" y="23088"/>
                  </a:lnTo>
                  <a:cubicBezTo>
                    <a:pt x="223483" y="25804"/>
                    <a:pt x="228885" y="28612"/>
                    <a:pt x="233942" y="32005"/>
                  </a:cubicBezTo>
                  <a:lnTo>
                    <a:pt x="233942" y="40242"/>
                  </a:lnTo>
                  <a:cubicBezTo>
                    <a:pt x="230357" y="38005"/>
                    <a:pt x="227378" y="36353"/>
                    <a:pt x="224590" y="35054"/>
                  </a:cubicBezTo>
                  <a:cubicBezTo>
                    <a:pt x="215470" y="30808"/>
                    <a:pt x="205746" y="28155"/>
                    <a:pt x="196343" y="25590"/>
                  </a:cubicBezTo>
                  <a:cubicBezTo>
                    <a:pt x="195383" y="25330"/>
                    <a:pt x="194423" y="25067"/>
                    <a:pt x="193466" y="24804"/>
                  </a:cubicBezTo>
                  <a:cubicBezTo>
                    <a:pt x="172307" y="18995"/>
                    <a:pt x="155262" y="16255"/>
                    <a:pt x="139723" y="16255"/>
                  </a:cubicBezTo>
                  <a:cubicBezTo>
                    <a:pt x="136241" y="16255"/>
                    <a:pt x="132834" y="16392"/>
                    <a:pt x="129473" y="16664"/>
                  </a:cubicBezTo>
                  <a:cubicBezTo>
                    <a:pt x="117659" y="17617"/>
                    <a:pt x="108992" y="19950"/>
                    <a:pt x="101363" y="24225"/>
                  </a:cubicBezTo>
                  <a:cubicBezTo>
                    <a:pt x="95848" y="27316"/>
                    <a:pt x="90586" y="31262"/>
                    <a:pt x="85495" y="35080"/>
                  </a:cubicBezTo>
                  <a:cubicBezTo>
                    <a:pt x="82539" y="37296"/>
                    <a:pt x="79484" y="39588"/>
                    <a:pt x="76413" y="41684"/>
                  </a:cubicBezTo>
                  <a:cubicBezTo>
                    <a:pt x="71394" y="45113"/>
                    <a:pt x="67146" y="47471"/>
                    <a:pt x="63039" y="49108"/>
                  </a:cubicBezTo>
                  <a:cubicBezTo>
                    <a:pt x="58787" y="50804"/>
                    <a:pt x="54022" y="52109"/>
                    <a:pt x="48045" y="53216"/>
                  </a:cubicBezTo>
                  <a:cubicBezTo>
                    <a:pt x="40031" y="54703"/>
                    <a:pt x="31384" y="55416"/>
                    <a:pt x="21189" y="55416"/>
                  </a:cubicBezTo>
                  <a:cubicBezTo>
                    <a:pt x="19290" y="55416"/>
                    <a:pt x="17337" y="55391"/>
                    <a:pt x="15325" y="55342"/>
                  </a:cubicBezTo>
                  <a:cubicBezTo>
                    <a:pt x="9761" y="55207"/>
                    <a:pt x="4879" y="54966"/>
                    <a:pt x="402" y="54612"/>
                  </a:cubicBezTo>
                  <a:lnTo>
                    <a:pt x="407" y="54612"/>
                  </a:lnTo>
                  <a:lnTo>
                    <a:pt x="407" y="49284"/>
                  </a:lnTo>
                  <a:cubicBezTo>
                    <a:pt x="817" y="49421"/>
                    <a:pt x="1230" y="49561"/>
                    <a:pt x="1643" y="49700"/>
                  </a:cubicBezTo>
                  <a:cubicBezTo>
                    <a:pt x="4359" y="50619"/>
                    <a:pt x="7168" y="51566"/>
                    <a:pt x="9980" y="52235"/>
                  </a:cubicBezTo>
                  <a:cubicBezTo>
                    <a:pt x="12206" y="52763"/>
                    <a:pt x="14788" y="53377"/>
                    <a:pt x="17344" y="53377"/>
                  </a:cubicBezTo>
                  <a:cubicBezTo>
                    <a:pt x="18683" y="53377"/>
                    <a:pt x="20014" y="53208"/>
                    <a:pt x="21283" y="52772"/>
                  </a:cubicBezTo>
                  <a:cubicBezTo>
                    <a:pt x="22931" y="52205"/>
                    <a:pt x="23878" y="51164"/>
                    <a:pt x="24025" y="49761"/>
                  </a:cubicBezTo>
                  <a:cubicBezTo>
                    <a:pt x="24231" y="47784"/>
                    <a:pt x="23055" y="45926"/>
                    <a:pt x="21802" y="44960"/>
                  </a:cubicBezTo>
                  <a:cubicBezTo>
                    <a:pt x="20124" y="43670"/>
                    <a:pt x="18067" y="43236"/>
                    <a:pt x="16094" y="42961"/>
                  </a:cubicBezTo>
                  <a:cubicBezTo>
                    <a:pt x="13968" y="42663"/>
                    <a:pt x="11797" y="42629"/>
                    <a:pt x="9701" y="42596"/>
                  </a:cubicBezTo>
                  <a:lnTo>
                    <a:pt x="9254" y="42589"/>
                  </a:lnTo>
                  <a:cubicBezTo>
                    <a:pt x="6994" y="42550"/>
                    <a:pt x="4310" y="42346"/>
                    <a:pt x="1553" y="41105"/>
                  </a:cubicBezTo>
                  <a:cubicBezTo>
                    <a:pt x="1170" y="40933"/>
                    <a:pt x="784" y="40741"/>
                    <a:pt x="402" y="40534"/>
                  </a:cubicBezTo>
                  <a:lnTo>
                    <a:pt x="402" y="31531"/>
                  </a:lnTo>
                  <a:cubicBezTo>
                    <a:pt x="6844" y="32915"/>
                    <a:pt x="13326" y="34726"/>
                    <a:pt x="19599" y="36477"/>
                  </a:cubicBezTo>
                  <a:cubicBezTo>
                    <a:pt x="22674" y="37335"/>
                    <a:pt x="25850" y="38224"/>
                    <a:pt x="28985" y="39049"/>
                  </a:cubicBezTo>
                  <a:cubicBezTo>
                    <a:pt x="36397" y="41005"/>
                    <a:pt x="46195" y="43249"/>
                    <a:pt x="56268" y="43249"/>
                  </a:cubicBezTo>
                  <a:lnTo>
                    <a:pt x="56298" y="43249"/>
                  </a:lnTo>
                  <a:cubicBezTo>
                    <a:pt x="60549" y="43247"/>
                    <a:pt x="65413" y="43043"/>
                    <a:pt x="69372" y="40633"/>
                  </a:cubicBezTo>
                  <a:cubicBezTo>
                    <a:pt x="71055" y="39609"/>
                    <a:pt x="72214" y="38269"/>
                    <a:pt x="72821" y="36652"/>
                  </a:cubicBezTo>
                  <a:cubicBezTo>
                    <a:pt x="73454" y="34967"/>
                    <a:pt x="73654" y="32595"/>
                    <a:pt x="72675" y="31095"/>
                  </a:cubicBezTo>
                  <a:cubicBezTo>
                    <a:pt x="71475" y="29255"/>
                    <a:pt x="69235" y="29002"/>
                    <a:pt x="67193" y="29002"/>
                  </a:cubicBezTo>
                  <a:lnTo>
                    <a:pt x="67163" y="29002"/>
                  </a:lnTo>
                  <a:cubicBezTo>
                    <a:pt x="64338" y="29005"/>
                    <a:pt x="61485" y="29632"/>
                    <a:pt x="59033" y="30219"/>
                  </a:cubicBezTo>
                  <a:cubicBezTo>
                    <a:pt x="58197" y="30419"/>
                    <a:pt x="57351" y="30648"/>
                    <a:pt x="56532" y="30868"/>
                  </a:cubicBezTo>
                  <a:cubicBezTo>
                    <a:pt x="55224" y="31222"/>
                    <a:pt x="53869" y="31587"/>
                    <a:pt x="52529" y="31845"/>
                  </a:cubicBezTo>
                  <a:cubicBezTo>
                    <a:pt x="48490" y="32626"/>
                    <a:pt x="44235" y="33024"/>
                    <a:pt x="39894" y="33024"/>
                  </a:cubicBezTo>
                  <a:cubicBezTo>
                    <a:pt x="39863" y="33024"/>
                    <a:pt x="39832" y="33024"/>
                    <a:pt x="39801" y="33024"/>
                  </a:cubicBezTo>
                  <a:cubicBezTo>
                    <a:pt x="26833" y="33011"/>
                    <a:pt x="13576" y="29869"/>
                    <a:pt x="402" y="23687"/>
                  </a:cubicBezTo>
                  <a:lnTo>
                    <a:pt x="402" y="6011"/>
                  </a:lnTo>
                  <a:cubicBezTo>
                    <a:pt x="1635" y="6344"/>
                    <a:pt x="2827" y="6712"/>
                    <a:pt x="3952" y="7104"/>
                  </a:cubicBezTo>
                  <a:cubicBezTo>
                    <a:pt x="7474" y="8330"/>
                    <a:pt x="10930" y="10023"/>
                    <a:pt x="14269" y="11659"/>
                  </a:cubicBezTo>
                  <a:cubicBezTo>
                    <a:pt x="15159" y="12095"/>
                    <a:pt x="16051" y="12530"/>
                    <a:pt x="16944" y="12959"/>
                  </a:cubicBezTo>
                  <a:cubicBezTo>
                    <a:pt x="21849" y="15315"/>
                    <a:pt x="26184" y="17153"/>
                    <a:pt x="30193" y="18579"/>
                  </a:cubicBezTo>
                  <a:cubicBezTo>
                    <a:pt x="37329" y="21116"/>
                    <a:pt x="44835" y="22386"/>
                    <a:pt x="52799" y="22386"/>
                  </a:cubicBezTo>
                  <a:cubicBezTo>
                    <a:pt x="62775" y="22386"/>
                    <a:pt x="73472" y="20393"/>
                    <a:pt x="85065" y="16400"/>
                  </a:cubicBezTo>
                  <a:cubicBezTo>
                    <a:pt x="89374" y="14915"/>
                    <a:pt x="93852" y="13162"/>
                    <a:pt x="98753" y="11037"/>
                  </a:cubicBezTo>
                  <a:cubicBezTo>
                    <a:pt x="99763" y="10600"/>
                    <a:pt x="100773" y="10151"/>
                    <a:pt x="101781" y="9706"/>
                  </a:cubicBezTo>
                  <a:cubicBezTo>
                    <a:pt x="104805" y="8364"/>
                    <a:pt x="107933" y="6975"/>
                    <a:pt x="111082" y="5882"/>
                  </a:cubicBezTo>
                  <a:cubicBezTo>
                    <a:pt x="119135" y="3086"/>
                    <a:pt x="127851" y="1338"/>
                    <a:pt x="136984" y="688"/>
                  </a:cubicBezTo>
                  <a:cubicBezTo>
                    <a:pt x="139649" y="498"/>
                    <a:pt x="142317" y="403"/>
                    <a:pt x="144981" y="403"/>
                  </a:cubicBezTo>
                  <a:close/>
                  <a:moveTo>
                    <a:pt x="144959" y="1"/>
                  </a:moveTo>
                  <a:cubicBezTo>
                    <a:pt x="142293" y="1"/>
                    <a:pt x="139623" y="96"/>
                    <a:pt x="136956" y="285"/>
                  </a:cubicBezTo>
                  <a:cubicBezTo>
                    <a:pt x="127785" y="938"/>
                    <a:pt x="119037" y="2693"/>
                    <a:pt x="110949" y="5501"/>
                  </a:cubicBezTo>
                  <a:cubicBezTo>
                    <a:pt x="107786" y="6599"/>
                    <a:pt x="104650" y="7991"/>
                    <a:pt x="101618" y="9337"/>
                  </a:cubicBezTo>
                  <a:cubicBezTo>
                    <a:pt x="100610" y="9784"/>
                    <a:pt x="99605" y="10230"/>
                    <a:pt x="98594" y="10669"/>
                  </a:cubicBezTo>
                  <a:cubicBezTo>
                    <a:pt x="93702" y="12788"/>
                    <a:pt x="89236" y="14538"/>
                    <a:pt x="84935" y="16020"/>
                  </a:cubicBezTo>
                  <a:cubicBezTo>
                    <a:pt x="73384" y="19997"/>
                    <a:pt x="62731" y="21983"/>
                    <a:pt x="52798" y="21983"/>
                  </a:cubicBezTo>
                  <a:cubicBezTo>
                    <a:pt x="44880" y="21983"/>
                    <a:pt x="37420" y="20721"/>
                    <a:pt x="30329" y="18200"/>
                  </a:cubicBezTo>
                  <a:cubicBezTo>
                    <a:pt x="26334" y="16780"/>
                    <a:pt x="22012" y="14948"/>
                    <a:pt x="17118" y="12599"/>
                  </a:cubicBezTo>
                  <a:cubicBezTo>
                    <a:pt x="16225" y="12172"/>
                    <a:pt x="15335" y="11736"/>
                    <a:pt x="14448" y="11300"/>
                  </a:cubicBezTo>
                  <a:cubicBezTo>
                    <a:pt x="11097" y="9658"/>
                    <a:pt x="7631" y="7961"/>
                    <a:pt x="4086" y="6726"/>
                  </a:cubicBezTo>
                  <a:cubicBezTo>
                    <a:pt x="2874" y="6305"/>
                    <a:pt x="1587" y="5911"/>
                    <a:pt x="257" y="5556"/>
                  </a:cubicBezTo>
                  <a:lnTo>
                    <a:pt x="2" y="5489"/>
                  </a:lnTo>
                  <a:lnTo>
                    <a:pt x="2" y="23947"/>
                  </a:lnTo>
                  <a:lnTo>
                    <a:pt x="118" y="24001"/>
                  </a:lnTo>
                  <a:cubicBezTo>
                    <a:pt x="13383" y="30245"/>
                    <a:pt x="26736" y="33418"/>
                    <a:pt x="39802" y="33430"/>
                  </a:cubicBezTo>
                  <a:cubicBezTo>
                    <a:pt x="39862" y="33430"/>
                    <a:pt x="39922" y="33430"/>
                    <a:pt x="39983" y="33430"/>
                  </a:cubicBezTo>
                  <a:cubicBezTo>
                    <a:pt x="44319" y="33430"/>
                    <a:pt x="48571" y="33023"/>
                    <a:pt x="52607" y="32244"/>
                  </a:cubicBezTo>
                  <a:cubicBezTo>
                    <a:pt x="53961" y="31982"/>
                    <a:pt x="55324" y="31615"/>
                    <a:pt x="56640" y="31261"/>
                  </a:cubicBezTo>
                  <a:cubicBezTo>
                    <a:pt x="57454" y="31041"/>
                    <a:pt x="58297" y="30815"/>
                    <a:pt x="59127" y="30616"/>
                  </a:cubicBezTo>
                  <a:cubicBezTo>
                    <a:pt x="61559" y="30033"/>
                    <a:pt x="64382" y="29412"/>
                    <a:pt x="67164" y="29409"/>
                  </a:cubicBezTo>
                  <a:cubicBezTo>
                    <a:pt x="67187" y="29409"/>
                    <a:pt x="67210" y="29409"/>
                    <a:pt x="67233" y="29409"/>
                  </a:cubicBezTo>
                  <a:cubicBezTo>
                    <a:pt x="69147" y="29409"/>
                    <a:pt x="71252" y="29651"/>
                    <a:pt x="72340" y="31318"/>
                  </a:cubicBezTo>
                  <a:cubicBezTo>
                    <a:pt x="73241" y="32701"/>
                    <a:pt x="73043" y="34924"/>
                    <a:pt x="72447" y="36513"/>
                  </a:cubicBezTo>
                  <a:cubicBezTo>
                    <a:pt x="71871" y="38046"/>
                    <a:pt x="70768" y="39317"/>
                    <a:pt x="69163" y="40292"/>
                  </a:cubicBezTo>
                  <a:cubicBezTo>
                    <a:pt x="65293" y="42649"/>
                    <a:pt x="60492" y="42849"/>
                    <a:pt x="56298" y="42850"/>
                  </a:cubicBezTo>
                  <a:lnTo>
                    <a:pt x="56268" y="42850"/>
                  </a:lnTo>
                  <a:cubicBezTo>
                    <a:pt x="46241" y="42850"/>
                    <a:pt x="36475" y="40614"/>
                    <a:pt x="29086" y="38666"/>
                  </a:cubicBezTo>
                  <a:cubicBezTo>
                    <a:pt x="25956" y="37839"/>
                    <a:pt x="22778" y="36952"/>
                    <a:pt x="19706" y="36095"/>
                  </a:cubicBezTo>
                  <a:cubicBezTo>
                    <a:pt x="13350" y="34319"/>
                    <a:pt x="6776" y="32482"/>
                    <a:pt x="244" y="31089"/>
                  </a:cubicBezTo>
                  <a:lnTo>
                    <a:pt x="1" y="31038"/>
                  </a:lnTo>
                  <a:lnTo>
                    <a:pt x="1" y="40777"/>
                  </a:lnTo>
                  <a:lnTo>
                    <a:pt x="105" y="40834"/>
                  </a:lnTo>
                  <a:cubicBezTo>
                    <a:pt x="528" y="41068"/>
                    <a:pt x="960" y="41284"/>
                    <a:pt x="1387" y="41477"/>
                  </a:cubicBezTo>
                  <a:cubicBezTo>
                    <a:pt x="4210" y="42747"/>
                    <a:pt x="6945" y="42957"/>
                    <a:pt x="9247" y="42996"/>
                  </a:cubicBezTo>
                  <a:lnTo>
                    <a:pt x="9694" y="43003"/>
                  </a:lnTo>
                  <a:cubicBezTo>
                    <a:pt x="11777" y="43036"/>
                    <a:pt x="13933" y="43072"/>
                    <a:pt x="16035" y="43364"/>
                  </a:cubicBezTo>
                  <a:cubicBezTo>
                    <a:pt x="17956" y="43633"/>
                    <a:pt x="19953" y="44050"/>
                    <a:pt x="21555" y="45283"/>
                  </a:cubicBezTo>
                  <a:cubicBezTo>
                    <a:pt x="22721" y="46179"/>
                    <a:pt x="23812" y="47901"/>
                    <a:pt x="23624" y="49723"/>
                  </a:cubicBezTo>
                  <a:cubicBezTo>
                    <a:pt x="23492" y="50977"/>
                    <a:pt x="22661" y="51876"/>
                    <a:pt x="21149" y="52395"/>
                  </a:cubicBezTo>
                  <a:cubicBezTo>
                    <a:pt x="19929" y="52815"/>
                    <a:pt x="18642" y="52977"/>
                    <a:pt x="17343" y="52977"/>
                  </a:cubicBezTo>
                  <a:cubicBezTo>
                    <a:pt x="14829" y="52977"/>
                    <a:pt x="12272" y="52369"/>
                    <a:pt x="10068" y="51847"/>
                  </a:cubicBezTo>
                  <a:cubicBezTo>
                    <a:pt x="7275" y="51184"/>
                    <a:pt x="4475" y="50237"/>
                    <a:pt x="1767" y="49323"/>
                  </a:cubicBezTo>
                  <a:cubicBezTo>
                    <a:pt x="1267" y="49155"/>
                    <a:pt x="767" y="48985"/>
                    <a:pt x="265" y="48818"/>
                  </a:cubicBezTo>
                  <a:lnTo>
                    <a:pt x="1" y="48728"/>
                  </a:lnTo>
                  <a:lnTo>
                    <a:pt x="1" y="54985"/>
                  </a:lnTo>
                  <a:lnTo>
                    <a:pt x="187" y="54999"/>
                  </a:lnTo>
                  <a:cubicBezTo>
                    <a:pt x="4720" y="55364"/>
                    <a:pt x="9668" y="55608"/>
                    <a:pt x="15316" y="55745"/>
                  </a:cubicBezTo>
                  <a:cubicBezTo>
                    <a:pt x="17327" y="55794"/>
                    <a:pt x="19280" y="55818"/>
                    <a:pt x="21180" y="55818"/>
                  </a:cubicBezTo>
                  <a:cubicBezTo>
                    <a:pt x="31405" y="55818"/>
                    <a:pt x="40078" y="55104"/>
                    <a:pt x="48122" y="53615"/>
                  </a:cubicBezTo>
                  <a:cubicBezTo>
                    <a:pt x="54125" y="52502"/>
                    <a:pt x="58913" y="51189"/>
                    <a:pt x="63191" y="49484"/>
                  </a:cubicBezTo>
                  <a:cubicBezTo>
                    <a:pt x="67326" y="47835"/>
                    <a:pt x="71599" y="45463"/>
                    <a:pt x="76643" y="42018"/>
                  </a:cubicBezTo>
                  <a:cubicBezTo>
                    <a:pt x="79721" y="39917"/>
                    <a:pt x="82780" y="37621"/>
                    <a:pt x="85739" y="35403"/>
                  </a:cubicBezTo>
                  <a:cubicBezTo>
                    <a:pt x="90819" y="31594"/>
                    <a:pt x="96072" y="27654"/>
                    <a:pt x="101563" y="24578"/>
                  </a:cubicBezTo>
                  <a:cubicBezTo>
                    <a:pt x="109139" y="20330"/>
                    <a:pt x="117758" y="18014"/>
                    <a:pt x="129508" y="17065"/>
                  </a:cubicBezTo>
                  <a:cubicBezTo>
                    <a:pt x="132858" y="16795"/>
                    <a:pt x="136254" y="16658"/>
                    <a:pt x="139725" y="16658"/>
                  </a:cubicBezTo>
                  <a:cubicBezTo>
                    <a:pt x="155229" y="16658"/>
                    <a:pt x="172239" y="19393"/>
                    <a:pt x="193363" y="25194"/>
                  </a:cubicBezTo>
                  <a:cubicBezTo>
                    <a:pt x="194320" y="25456"/>
                    <a:pt x="195279" y="25717"/>
                    <a:pt x="196240" y="25980"/>
                  </a:cubicBezTo>
                  <a:cubicBezTo>
                    <a:pt x="205628" y="28540"/>
                    <a:pt x="215334" y="31188"/>
                    <a:pt x="224421" y="35420"/>
                  </a:cubicBezTo>
                  <a:cubicBezTo>
                    <a:pt x="227275" y="36749"/>
                    <a:pt x="230329" y="38452"/>
                    <a:pt x="234037" y="40778"/>
                  </a:cubicBezTo>
                  <a:lnTo>
                    <a:pt x="234347" y="40971"/>
                  </a:lnTo>
                  <a:lnTo>
                    <a:pt x="234347" y="31794"/>
                  </a:lnTo>
                  <a:lnTo>
                    <a:pt x="234257" y="31734"/>
                  </a:lnTo>
                  <a:cubicBezTo>
                    <a:pt x="229156" y="28302"/>
                    <a:pt x="223710" y="25471"/>
                    <a:pt x="218442" y="22732"/>
                  </a:cubicBezTo>
                  <a:lnTo>
                    <a:pt x="216510" y="21728"/>
                  </a:lnTo>
                  <a:cubicBezTo>
                    <a:pt x="207587" y="17070"/>
                    <a:pt x="198587" y="12930"/>
                    <a:pt x="189764" y="9423"/>
                  </a:cubicBezTo>
                  <a:cubicBezTo>
                    <a:pt x="179135" y="5199"/>
                    <a:pt x="170836" y="2739"/>
                    <a:pt x="162852" y="1440"/>
                  </a:cubicBezTo>
                  <a:cubicBezTo>
                    <a:pt x="156959" y="482"/>
                    <a:pt x="150969" y="1"/>
                    <a:pt x="1449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2"/>
            <p:cNvSpPr/>
            <p:nvPr/>
          </p:nvSpPr>
          <p:spPr>
            <a:xfrm flipH="1">
              <a:off x="-109714" y="2477774"/>
              <a:ext cx="4977457" cy="2219891"/>
            </a:xfrm>
            <a:custGeom>
              <a:rect b="b" l="l" r="r" t="t"/>
              <a:pathLst>
                <a:path extrusionOk="0" h="55473" w="124382">
                  <a:moveTo>
                    <a:pt x="25918" y="402"/>
                  </a:moveTo>
                  <a:cubicBezTo>
                    <a:pt x="36041" y="402"/>
                    <a:pt x="47026" y="1991"/>
                    <a:pt x="60462" y="5393"/>
                  </a:cubicBezTo>
                  <a:cubicBezTo>
                    <a:pt x="70856" y="8024"/>
                    <a:pt x="81175" y="11807"/>
                    <a:pt x="91155" y="15464"/>
                  </a:cubicBezTo>
                  <a:cubicBezTo>
                    <a:pt x="92391" y="15917"/>
                    <a:pt x="93627" y="16369"/>
                    <a:pt x="94863" y="16822"/>
                  </a:cubicBezTo>
                  <a:lnTo>
                    <a:pt x="95647" y="17108"/>
                  </a:lnTo>
                  <a:cubicBezTo>
                    <a:pt x="105319" y="20631"/>
                    <a:pt x="115319" y="24277"/>
                    <a:pt x="123981" y="30890"/>
                  </a:cubicBezTo>
                  <a:lnTo>
                    <a:pt x="123981" y="53695"/>
                  </a:lnTo>
                  <a:cubicBezTo>
                    <a:pt x="123931" y="53594"/>
                    <a:pt x="123881" y="53490"/>
                    <a:pt x="123831" y="53388"/>
                  </a:cubicBezTo>
                  <a:cubicBezTo>
                    <a:pt x="121216" y="48116"/>
                    <a:pt x="118223" y="43645"/>
                    <a:pt x="114937" y="40100"/>
                  </a:cubicBezTo>
                  <a:cubicBezTo>
                    <a:pt x="110571" y="35392"/>
                    <a:pt x="105339" y="32142"/>
                    <a:pt x="101268" y="29834"/>
                  </a:cubicBezTo>
                  <a:cubicBezTo>
                    <a:pt x="91058" y="24049"/>
                    <a:pt x="80265" y="20787"/>
                    <a:pt x="69187" y="20137"/>
                  </a:cubicBezTo>
                  <a:cubicBezTo>
                    <a:pt x="67907" y="20061"/>
                    <a:pt x="66618" y="20024"/>
                    <a:pt x="65319" y="20024"/>
                  </a:cubicBezTo>
                  <a:cubicBezTo>
                    <a:pt x="61141" y="20024"/>
                    <a:pt x="56870" y="20411"/>
                    <a:pt x="52577" y="21181"/>
                  </a:cubicBezTo>
                  <a:cubicBezTo>
                    <a:pt x="48332" y="21940"/>
                    <a:pt x="44099" y="23239"/>
                    <a:pt x="40004" y="24495"/>
                  </a:cubicBezTo>
                  <a:cubicBezTo>
                    <a:pt x="38744" y="24880"/>
                    <a:pt x="37484" y="25268"/>
                    <a:pt x="36221" y="25639"/>
                  </a:cubicBezTo>
                  <a:cubicBezTo>
                    <a:pt x="30814" y="27232"/>
                    <a:pt x="25249" y="28662"/>
                    <a:pt x="19858" y="28662"/>
                  </a:cubicBezTo>
                  <a:cubicBezTo>
                    <a:pt x="15618" y="28662"/>
                    <a:pt x="11486" y="27778"/>
                    <a:pt x="7624" y="25392"/>
                  </a:cubicBezTo>
                  <a:cubicBezTo>
                    <a:pt x="1653" y="21703"/>
                    <a:pt x="639" y="17073"/>
                    <a:pt x="567" y="14640"/>
                  </a:cubicBezTo>
                  <a:cubicBezTo>
                    <a:pt x="413" y="9480"/>
                    <a:pt x="3668" y="6464"/>
                    <a:pt x="5623" y="5124"/>
                  </a:cubicBezTo>
                  <a:cubicBezTo>
                    <a:pt x="9015" y="2801"/>
                    <a:pt x="12910" y="1856"/>
                    <a:pt x="15924" y="1292"/>
                  </a:cubicBezTo>
                  <a:cubicBezTo>
                    <a:pt x="19039" y="709"/>
                    <a:pt x="22328" y="409"/>
                    <a:pt x="25700" y="402"/>
                  </a:cubicBezTo>
                  <a:close/>
                  <a:moveTo>
                    <a:pt x="25696" y="0"/>
                  </a:moveTo>
                  <a:cubicBezTo>
                    <a:pt x="22298" y="9"/>
                    <a:pt x="18984" y="309"/>
                    <a:pt x="15846" y="896"/>
                  </a:cubicBezTo>
                  <a:cubicBezTo>
                    <a:pt x="12791" y="1468"/>
                    <a:pt x="8843" y="2428"/>
                    <a:pt x="5390" y="4792"/>
                  </a:cubicBezTo>
                  <a:cubicBezTo>
                    <a:pt x="3368" y="6176"/>
                    <a:pt x="0" y="9300"/>
                    <a:pt x="160" y="14653"/>
                  </a:cubicBezTo>
                  <a:cubicBezTo>
                    <a:pt x="236" y="17166"/>
                    <a:pt x="1277" y="21947"/>
                    <a:pt x="7409" y="25735"/>
                  </a:cubicBezTo>
                  <a:cubicBezTo>
                    <a:pt x="11344" y="28167"/>
                    <a:pt x="15543" y="29067"/>
                    <a:pt x="19845" y="29067"/>
                  </a:cubicBezTo>
                  <a:cubicBezTo>
                    <a:pt x="25284" y="29067"/>
                    <a:pt x="30887" y="27628"/>
                    <a:pt x="36329" y="26025"/>
                  </a:cubicBezTo>
                  <a:cubicBezTo>
                    <a:pt x="37594" y="25653"/>
                    <a:pt x="38857" y="25265"/>
                    <a:pt x="40120" y="24877"/>
                  </a:cubicBezTo>
                  <a:cubicBezTo>
                    <a:pt x="44202" y="23626"/>
                    <a:pt x="48423" y="22331"/>
                    <a:pt x="52645" y="21575"/>
                  </a:cubicBezTo>
                  <a:cubicBezTo>
                    <a:pt x="56919" y="20811"/>
                    <a:pt x="61167" y="20426"/>
                    <a:pt x="65320" y="20426"/>
                  </a:cubicBezTo>
                  <a:cubicBezTo>
                    <a:pt x="66611" y="20426"/>
                    <a:pt x="67892" y="20464"/>
                    <a:pt x="69163" y="20538"/>
                  </a:cubicBezTo>
                  <a:cubicBezTo>
                    <a:pt x="80177" y="21183"/>
                    <a:pt x="90911" y="24429"/>
                    <a:pt x="101068" y="30184"/>
                  </a:cubicBezTo>
                  <a:cubicBezTo>
                    <a:pt x="105113" y="32476"/>
                    <a:pt x="110313" y="35707"/>
                    <a:pt x="114641" y="40373"/>
                  </a:cubicBezTo>
                  <a:cubicBezTo>
                    <a:pt x="117901" y="43892"/>
                    <a:pt x="120872" y="48330"/>
                    <a:pt x="123468" y="53567"/>
                  </a:cubicBezTo>
                  <a:cubicBezTo>
                    <a:pt x="123595" y="53824"/>
                    <a:pt x="123718" y="54084"/>
                    <a:pt x="123842" y="54344"/>
                  </a:cubicBezTo>
                  <a:lnTo>
                    <a:pt x="124380" y="55470"/>
                  </a:lnTo>
                  <a:lnTo>
                    <a:pt x="124380" y="30691"/>
                  </a:lnTo>
                  <a:lnTo>
                    <a:pt x="124301" y="30630"/>
                  </a:lnTo>
                  <a:cubicBezTo>
                    <a:pt x="115571" y="23942"/>
                    <a:pt x="105512" y="20275"/>
                    <a:pt x="95782" y="16727"/>
                  </a:cubicBezTo>
                  <a:lnTo>
                    <a:pt x="94996" y="16442"/>
                  </a:lnTo>
                  <a:cubicBezTo>
                    <a:pt x="93760" y="15992"/>
                    <a:pt x="92525" y="15539"/>
                    <a:pt x="91289" y="15087"/>
                  </a:cubicBezTo>
                  <a:cubicBezTo>
                    <a:pt x="81300" y="11425"/>
                    <a:pt x="70971" y="7640"/>
                    <a:pt x="60557" y="5003"/>
                  </a:cubicBezTo>
                  <a:cubicBezTo>
                    <a:pt x="47087" y="1592"/>
                    <a:pt x="36071" y="0"/>
                    <a:pt x="25913" y="0"/>
                  </a:cubicBezTo>
                  <a:close/>
                  <a:moveTo>
                    <a:pt x="124380" y="55470"/>
                  </a:moveTo>
                  <a:lnTo>
                    <a:pt x="124380" y="55473"/>
                  </a:lnTo>
                  <a:lnTo>
                    <a:pt x="124381" y="55473"/>
                  </a:lnTo>
                  <a:lnTo>
                    <a:pt x="124380" y="5547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2"/>
            <p:cNvSpPr/>
            <p:nvPr/>
          </p:nvSpPr>
          <p:spPr>
            <a:xfrm flipH="1">
              <a:off x="4794603" y="3259686"/>
              <a:ext cx="4473596" cy="1988630"/>
            </a:xfrm>
            <a:custGeom>
              <a:rect b="b" l="l" r="r" t="t"/>
              <a:pathLst>
                <a:path extrusionOk="0" h="49694" w="111791">
                  <a:moveTo>
                    <a:pt x="97341" y="420"/>
                  </a:moveTo>
                  <a:cubicBezTo>
                    <a:pt x="98733" y="420"/>
                    <a:pt x="99979" y="773"/>
                    <a:pt x="101045" y="1273"/>
                  </a:cubicBezTo>
                  <a:cubicBezTo>
                    <a:pt x="104764" y="3021"/>
                    <a:pt x="109232" y="7243"/>
                    <a:pt x="110572" y="11931"/>
                  </a:cubicBezTo>
                  <a:cubicBezTo>
                    <a:pt x="111369" y="14719"/>
                    <a:pt x="110985" y="17351"/>
                    <a:pt x="109429" y="19750"/>
                  </a:cubicBezTo>
                  <a:cubicBezTo>
                    <a:pt x="107469" y="22776"/>
                    <a:pt x="104270" y="24339"/>
                    <a:pt x="101702" y="25361"/>
                  </a:cubicBezTo>
                  <a:cubicBezTo>
                    <a:pt x="98754" y="26534"/>
                    <a:pt x="95452" y="27464"/>
                    <a:pt x="91607" y="28204"/>
                  </a:cubicBezTo>
                  <a:cubicBezTo>
                    <a:pt x="89921" y="28528"/>
                    <a:pt x="88200" y="28811"/>
                    <a:pt x="86532" y="29084"/>
                  </a:cubicBezTo>
                  <a:cubicBezTo>
                    <a:pt x="79681" y="30207"/>
                    <a:pt x="72597" y="31372"/>
                    <a:pt x="66253" y="35734"/>
                  </a:cubicBezTo>
                  <a:cubicBezTo>
                    <a:pt x="61721" y="38849"/>
                    <a:pt x="57707" y="43535"/>
                    <a:pt x="54638" y="49289"/>
                  </a:cubicBezTo>
                  <a:lnTo>
                    <a:pt x="3363" y="49289"/>
                  </a:lnTo>
                  <a:cubicBezTo>
                    <a:pt x="1730" y="49289"/>
                    <a:pt x="402" y="47585"/>
                    <a:pt x="402" y="45488"/>
                  </a:cubicBezTo>
                  <a:lnTo>
                    <a:pt x="402" y="27817"/>
                  </a:lnTo>
                  <a:cubicBezTo>
                    <a:pt x="6956" y="29756"/>
                    <a:pt x="13549" y="31125"/>
                    <a:pt x="20006" y="31888"/>
                  </a:cubicBezTo>
                  <a:cubicBezTo>
                    <a:pt x="24832" y="32458"/>
                    <a:pt x="29867" y="32744"/>
                    <a:pt x="35067" y="32744"/>
                  </a:cubicBezTo>
                  <a:cubicBezTo>
                    <a:pt x="39433" y="32744"/>
                    <a:pt x="43915" y="32543"/>
                    <a:pt x="48490" y="32140"/>
                  </a:cubicBezTo>
                  <a:cubicBezTo>
                    <a:pt x="52725" y="31766"/>
                    <a:pt x="57090" y="31156"/>
                    <a:pt x="61838" y="30276"/>
                  </a:cubicBezTo>
                  <a:cubicBezTo>
                    <a:pt x="65200" y="29650"/>
                    <a:pt x="69115" y="28700"/>
                    <a:pt x="72658" y="26377"/>
                  </a:cubicBezTo>
                  <a:cubicBezTo>
                    <a:pt x="76773" y="23677"/>
                    <a:pt x="79509" y="18971"/>
                    <a:pt x="82157" y="14419"/>
                  </a:cubicBezTo>
                  <a:cubicBezTo>
                    <a:pt x="83207" y="12610"/>
                    <a:pt x="84295" y="10742"/>
                    <a:pt x="85446" y="9038"/>
                  </a:cubicBezTo>
                  <a:cubicBezTo>
                    <a:pt x="89943" y="2389"/>
                    <a:pt x="94052" y="420"/>
                    <a:pt x="97341" y="420"/>
                  </a:cubicBezTo>
                  <a:close/>
                  <a:moveTo>
                    <a:pt x="97320" y="1"/>
                  </a:moveTo>
                  <a:cubicBezTo>
                    <a:pt x="92272" y="1"/>
                    <a:pt x="88015" y="4523"/>
                    <a:pt x="85113" y="8813"/>
                  </a:cubicBezTo>
                  <a:cubicBezTo>
                    <a:pt x="83953" y="10529"/>
                    <a:pt x="82863" y="12404"/>
                    <a:pt x="81808" y="14217"/>
                  </a:cubicBezTo>
                  <a:cubicBezTo>
                    <a:pt x="79187" y="18729"/>
                    <a:pt x="76473" y="23393"/>
                    <a:pt x="72437" y="26041"/>
                  </a:cubicBezTo>
                  <a:cubicBezTo>
                    <a:pt x="68955" y="28325"/>
                    <a:pt x="65088" y="29264"/>
                    <a:pt x="61763" y="29881"/>
                  </a:cubicBezTo>
                  <a:cubicBezTo>
                    <a:pt x="57027" y="30760"/>
                    <a:pt x="52675" y="31369"/>
                    <a:pt x="48454" y="31740"/>
                  </a:cubicBezTo>
                  <a:cubicBezTo>
                    <a:pt x="43892" y="32141"/>
                    <a:pt x="39422" y="32342"/>
                    <a:pt x="35069" y="32342"/>
                  </a:cubicBezTo>
                  <a:cubicBezTo>
                    <a:pt x="29883" y="32342"/>
                    <a:pt x="24864" y="32057"/>
                    <a:pt x="20053" y="31489"/>
                  </a:cubicBezTo>
                  <a:cubicBezTo>
                    <a:pt x="13535" y="30716"/>
                    <a:pt x="6875" y="29326"/>
                    <a:pt x="259" y="27354"/>
                  </a:cubicBezTo>
                  <a:lnTo>
                    <a:pt x="1" y="27277"/>
                  </a:lnTo>
                  <a:lnTo>
                    <a:pt x="1" y="45491"/>
                  </a:lnTo>
                  <a:cubicBezTo>
                    <a:pt x="1" y="47809"/>
                    <a:pt x="1508" y="49694"/>
                    <a:pt x="3363" y="49694"/>
                  </a:cubicBezTo>
                  <a:lnTo>
                    <a:pt x="54879" y="49694"/>
                  </a:lnTo>
                  <a:lnTo>
                    <a:pt x="54936" y="49585"/>
                  </a:lnTo>
                  <a:cubicBezTo>
                    <a:pt x="57983" y="43837"/>
                    <a:pt x="61975" y="39163"/>
                    <a:pt x="66481" y="36064"/>
                  </a:cubicBezTo>
                  <a:cubicBezTo>
                    <a:pt x="72751" y="31752"/>
                    <a:pt x="79791" y="30597"/>
                    <a:pt x="86599" y="29479"/>
                  </a:cubicBezTo>
                  <a:cubicBezTo>
                    <a:pt x="88267" y="29206"/>
                    <a:pt x="89993" y="28921"/>
                    <a:pt x="91683" y="28597"/>
                  </a:cubicBezTo>
                  <a:cubicBezTo>
                    <a:pt x="95554" y="27852"/>
                    <a:pt x="98882" y="26914"/>
                    <a:pt x="101852" y="25732"/>
                  </a:cubicBezTo>
                  <a:cubicBezTo>
                    <a:pt x="104477" y="24689"/>
                    <a:pt x="107747" y="23089"/>
                    <a:pt x="109769" y="19968"/>
                  </a:cubicBezTo>
                  <a:cubicBezTo>
                    <a:pt x="111389" y="17466"/>
                    <a:pt x="111791" y="14724"/>
                    <a:pt x="110961" y="11820"/>
                  </a:cubicBezTo>
                  <a:cubicBezTo>
                    <a:pt x="109585" y="7016"/>
                    <a:pt x="105018" y="2695"/>
                    <a:pt x="101216" y="909"/>
                  </a:cubicBezTo>
                  <a:cubicBezTo>
                    <a:pt x="99874" y="279"/>
                    <a:pt x="98573" y="1"/>
                    <a:pt x="973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2"/>
            <p:cNvSpPr/>
            <p:nvPr/>
          </p:nvSpPr>
          <p:spPr>
            <a:xfrm flipH="1">
              <a:off x="2067336" y="4519654"/>
              <a:ext cx="4335456" cy="728679"/>
            </a:xfrm>
            <a:custGeom>
              <a:rect b="b" l="l" r="r" t="t"/>
              <a:pathLst>
                <a:path extrusionOk="0" h="18209" w="108339">
                  <a:moveTo>
                    <a:pt x="27698" y="402"/>
                  </a:moveTo>
                  <a:cubicBezTo>
                    <a:pt x="32888" y="402"/>
                    <a:pt x="38022" y="2124"/>
                    <a:pt x="42576" y="3656"/>
                  </a:cubicBezTo>
                  <a:cubicBezTo>
                    <a:pt x="47416" y="5283"/>
                    <a:pt x="52582" y="6948"/>
                    <a:pt x="57857" y="7844"/>
                  </a:cubicBezTo>
                  <a:cubicBezTo>
                    <a:pt x="62292" y="8597"/>
                    <a:pt x="66755" y="8977"/>
                    <a:pt x="71177" y="8977"/>
                  </a:cubicBezTo>
                  <a:cubicBezTo>
                    <a:pt x="72693" y="8977"/>
                    <a:pt x="74204" y="8932"/>
                    <a:pt x="75707" y="8843"/>
                  </a:cubicBezTo>
                  <a:cubicBezTo>
                    <a:pt x="78578" y="8671"/>
                    <a:pt x="81363" y="8335"/>
                    <a:pt x="83983" y="7841"/>
                  </a:cubicBezTo>
                  <a:cubicBezTo>
                    <a:pt x="84740" y="7698"/>
                    <a:pt x="85506" y="7531"/>
                    <a:pt x="86246" y="7371"/>
                  </a:cubicBezTo>
                  <a:cubicBezTo>
                    <a:pt x="87567" y="7085"/>
                    <a:pt x="88932" y="6788"/>
                    <a:pt x="90288" y="6616"/>
                  </a:cubicBezTo>
                  <a:cubicBezTo>
                    <a:pt x="91569" y="6455"/>
                    <a:pt x="92767" y="6374"/>
                    <a:pt x="93889" y="6374"/>
                  </a:cubicBezTo>
                  <a:cubicBezTo>
                    <a:pt x="97369" y="6374"/>
                    <a:pt x="100126" y="7157"/>
                    <a:pt x="102405" y="8765"/>
                  </a:cubicBezTo>
                  <a:cubicBezTo>
                    <a:pt x="104715" y="10399"/>
                    <a:pt x="107752" y="14521"/>
                    <a:pt x="107336" y="17804"/>
                  </a:cubicBezTo>
                  <a:lnTo>
                    <a:pt x="2840" y="17804"/>
                  </a:lnTo>
                  <a:cubicBezTo>
                    <a:pt x="2038" y="16930"/>
                    <a:pt x="1495" y="16015"/>
                    <a:pt x="1180" y="15011"/>
                  </a:cubicBezTo>
                  <a:cubicBezTo>
                    <a:pt x="328" y="12292"/>
                    <a:pt x="1140" y="8835"/>
                    <a:pt x="2950" y="7464"/>
                  </a:cubicBezTo>
                  <a:cubicBezTo>
                    <a:pt x="4188" y="6527"/>
                    <a:pt x="5746" y="6255"/>
                    <a:pt x="7263" y="6255"/>
                  </a:cubicBezTo>
                  <a:cubicBezTo>
                    <a:pt x="8508" y="6255"/>
                    <a:pt x="9724" y="6438"/>
                    <a:pt x="10713" y="6586"/>
                  </a:cubicBezTo>
                  <a:cubicBezTo>
                    <a:pt x="13555" y="7015"/>
                    <a:pt x="16398" y="7815"/>
                    <a:pt x="19148" y="8591"/>
                  </a:cubicBezTo>
                  <a:cubicBezTo>
                    <a:pt x="20420" y="8950"/>
                    <a:pt x="21733" y="9320"/>
                    <a:pt x="23031" y="9648"/>
                  </a:cubicBezTo>
                  <a:cubicBezTo>
                    <a:pt x="23892" y="9867"/>
                    <a:pt x="24772" y="10044"/>
                    <a:pt x="25624" y="10217"/>
                  </a:cubicBezTo>
                  <a:cubicBezTo>
                    <a:pt x="26578" y="10410"/>
                    <a:pt x="27561" y="10610"/>
                    <a:pt x="28520" y="10866"/>
                  </a:cubicBezTo>
                  <a:cubicBezTo>
                    <a:pt x="29266" y="11066"/>
                    <a:pt x="30023" y="11287"/>
                    <a:pt x="30753" y="11502"/>
                  </a:cubicBezTo>
                  <a:cubicBezTo>
                    <a:pt x="31592" y="11746"/>
                    <a:pt x="32458" y="12000"/>
                    <a:pt x="33317" y="12223"/>
                  </a:cubicBezTo>
                  <a:lnTo>
                    <a:pt x="33467" y="12263"/>
                  </a:lnTo>
                  <a:cubicBezTo>
                    <a:pt x="34991" y="12659"/>
                    <a:pt x="36728" y="13111"/>
                    <a:pt x="38421" y="13111"/>
                  </a:cubicBezTo>
                  <a:cubicBezTo>
                    <a:pt x="39680" y="13111"/>
                    <a:pt x="40914" y="12861"/>
                    <a:pt x="42017" y="12152"/>
                  </a:cubicBezTo>
                  <a:cubicBezTo>
                    <a:pt x="42247" y="12003"/>
                    <a:pt x="42254" y="11687"/>
                    <a:pt x="42130" y="11480"/>
                  </a:cubicBezTo>
                  <a:cubicBezTo>
                    <a:pt x="39927" y="7838"/>
                    <a:pt x="35420" y="7355"/>
                    <a:pt x="32131" y="7002"/>
                  </a:cubicBezTo>
                  <a:cubicBezTo>
                    <a:pt x="30552" y="6834"/>
                    <a:pt x="28936" y="6794"/>
                    <a:pt x="27373" y="6755"/>
                  </a:cubicBezTo>
                  <a:cubicBezTo>
                    <a:pt x="24971" y="6694"/>
                    <a:pt x="22485" y="6634"/>
                    <a:pt x="20094" y="6098"/>
                  </a:cubicBezTo>
                  <a:lnTo>
                    <a:pt x="19861" y="6045"/>
                  </a:lnTo>
                  <a:cubicBezTo>
                    <a:pt x="19174" y="5899"/>
                    <a:pt x="18323" y="5715"/>
                    <a:pt x="17845" y="5185"/>
                  </a:cubicBezTo>
                  <a:cubicBezTo>
                    <a:pt x="17683" y="5000"/>
                    <a:pt x="17613" y="4809"/>
                    <a:pt x="17637" y="4599"/>
                  </a:cubicBezTo>
                  <a:cubicBezTo>
                    <a:pt x="17720" y="3886"/>
                    <a:pt x="18816" y="3119"/>
                    <a:pt x="19284" y="2791"/>
                  </a:cubicBezTo>
                  <a:lnTo>
                    <a:pt x="19370" y="2730"/>
                  </a:lnTo>
                  <a:cubicBezTo>
                    <a:pt x="21382" y="1313"/>
                    <a:pt x="23882" y="535"/>
                    <a:pt x="26803" y="420"/>
                  </a:cubicBezTo>
                  <a:cubicBezTo>
                    <a:pt x="27101" y="408"/>
                    <a:pt x="27399" y="402"/>
                    <a:pt x="27698" y="402"/>
                  </a:cubicBezTo>
                  <a:close/>
                  <a:moveTo>
                    <a:pt x="27716" y="0"/>
                  </a:moveTo>
                  <a:cubicBezTo>
                    <a:pt x="27408" y="0"/>
                    <a:pt x="27101" y="6"/>
                    <a:pt x="26793" y="18"/>
                  </a:cubicBezTo>
                  <a:cubicBezTo>
                    <a:pt x="23792" y="137"/>
                    <a:pt x="21220" y="940"/>
                    <a:pt x="19143" y="2401"/>
                  </a:cubicBezTo>
                  <a:lnTo>
                    <a:pt x="19057" y="2461"/>
                  </a:lnTo>
                  <a:cubicBezTo>
                    <a:pt x="18500" y="2850"/>
                    <a:pt x="17342" y="3659"/>
                    <a:pt x="17241" y="4552"/>
                  </a:cubicBezTo>
                  <a:cubicBezTo>
                    <a:pt x="17204" y="4879"/>
                    <a:pt x="17307" y="5183"/>
                    <a:pt x="17550" y="5452"/>
                  </a:cubicBezTo>
                  <a:cubicBezTo>
                    <a:pt x="18114" y="6081"/>
                    <a:pt x="19037" y="6279"/>
                    <a:pt x="19779" y="6438"/>
                  </a:cubicBezTo>
                  <a:lnTo>
                    <a:pt x="20009" y="6488"/>
                  </a:lnTo>
                  <a:cubicBezTo>
                    <a:pt x="22436" y="7034"/>
                    <a:pt x="24942" y="7095"/>
                    <a:pt x="27366" y="7155"/>
                  </a:cubicBezTo>
                  <a:cubicBezTo>
                    <a:pt x="28920" y="7194"/>
                    <a:pt x="30528" y="7234"/>
                    <a:pt x="32089" y="7401"/>
                  </a:cubicBezTo>
                  <a:cubicBezTo>
                    <a:pt x="35297" y="7744"/>
                    <a:pt x="39689" y="8215"/>
                    <a:pt x="41788" y="11686"/>
                  </a:cubicBezTo>
                  <a:cubicBezTo>
                    <a:pt x="41818" y="11736"/>
                    <a:pt x="41813" y="11800"/>
                    <a:pt x="41803" y="11810"/>
                  </a:cubicBezTo>
                  <a:cubicBezTo>
                    <a:pt x="40777" y="12469"/>
                    <a:pt x="39614" y="12703"/>
                    <a:pt x="38419" y="12703"/>
                  </a:cubicBezTo>
                  <a:cubicBezTo>
                    <a:pt x="36773" y="12703"/>
                    <a:pt x="35066" y="12260"/>
                    <a:pt x="33571" y="11872"/>
                  </a:cubicBezTo>
                  <a:lnTo>
                    <a:pt x="33421" y="11832"/>
                  </a:lnTo>
                  <a:cubicBezTo>
                    <a:pt x="32568" y="11613"/>
                    <a:pt x="31706" y="11359"/>
                    <a:pt x="30871" y="11114"/>
                  </a:cubicBezTo>
                  <a:cubicBezTo>
                    <a:pt x="30136" y="10900"/>
                    <a:pt x="29377" y="10677"/>
                    <a:pt x="28627" y="10477"/>
                  </a:cubicBezTo>
                  <a:cubicBezTo>
                    <a:pt x="27659" y="10217"/>
                    <a:pt x="26667" y="10017"/>
                    <a:pt x="25708" y="9823"/>
                  </a:cubicBezTo>
                  <a:cubicBezTo>
                    <a:pt x="24862" y="9650"/>
                    <a:pt x="23985" y="9473"/>
                    <a:pt x="23133" y="9257"/>
                  </a:cubicBezTo>
                  <a:cubicBezTo>
                    <a:pt x="21840" y="8930"/>
                    <a:pt x="20529" y="8560"/>
                    <a:pt x="19261" y="8202"/>
                  </a:cubicBezTo>
                  <a:cubicBezTo>
                    <a:pt x="16498" y="7424"/>
                    <a:pt x="13642" y="6619"/>
                    <a:pt x="10776" y="6188"/>
                  </a:cubicBezTo>
                  <a:cubicBezTo>
                    <a:pt x="9769" y="6036"/>
                    <a:pt x="8534" y="5850"/>
                    <a:pt x="7263" y="5850"/>
                  </a:cubicBezTo>
                  <a:cubicBezTo>
                    <a:pt x="5677" y="5850"/>
                    <a:pt x="4036" y="6139"/>
                    <a:pt x="2711" y="7142"/>
                  </a:cubicBezTo>
                  <a:cubicBezTo>
                    <a:pt x="579" y="8757"/>
                    <a:pt x="1" y="12576"/>
                    <a:pt x="798" y="15131"/>
                  </a:cubicBezTo>
                  <a:cubicBezTo>
                    <a:pt x="1138" y="16218"/>
                    <a:pt x="1730" y="17203"/>
                    <a:pt x="2606" y="18144"/>
                  </a:cubicBezTo>
                  <a:lnTo>
                    <a:pt x="2666" y="18209"/>
                  </a:lnTo>
                  <a:lnTo>
                    <a:pt x="107680" y="18209"/>
                  </a:lnTo>
                  <a:lnTo>
                    <a:pt x="107713" y="18040"/>
                  </a:lnTo>
                  <a:cubicBezTo>
                    <a:pt x="108339" y="14231"/>
                    <a:pt x="104720" y="9907"/>
                    <a:pt x="102642" y="8438"/>
                  </a:cubicBezTo>
                  <a:cubicBezTo>
                    <a:pt x="100295" y="6780"/>
                    <a:pt x="97465" y="5972"/>
                    <a:pt x="93901" y="5972"/>
                  </a:cubicBezTo>
                  <a:cubicBezTo>
                    <a:pt x="92759" y="5972"/>
                    <a:pt x="91543" y="6055"/>
                    <a:pt x="90243" y="6219"/>
                  </a:cubicBezTo>
                  <a:cubicBezTo>
                    <a:pt x="88870" y="6392"/>
                    <a:pt x="87495" y="6691"/>
                    <a:pt x="86166" y="6979"/>
                  </a:cubicBezTo>
                  <a:cubicBezTo>
                    <a:pt x="85428" y="7141"/>
                    <a:pt x="84666" y="7307"/>
                    <a:pt x="83913" y="7448"/>
                  </a:cubicBezTo>
                  <a:cubicBezTo>
                    <a:pt x="81310" y="7937"/>
                    <a:pt x="78543" y="8272"/>
                    <a:pt x="75687" y="8443"/>
                  </a:cubicBezTo>
                  <a:cubicBezTo>
                    <a:pt x="74193" y="8531"/>
                    <a:pt x="72692" y="8575"/>
                    <a:pt x="71186" y="8575"/>
                  </a:cubicBezTo>
                  <a:cubicBezTo>
                    <a:pt x="66784" y="8575"/>
                    <a:pt x="62342" y="8199"/>
                    <a:pt x="57928" y="7448"/>
                  </a:cubicBezTo>
                  <a:cubicBezTo>
                    <a:pt x="52682" y="6556"/>
                    <a:pt x="47532" y="4898"/>
                    <a:pt x="42708" y="3276"/>
                  </a:cubicBezTo>
                  <a:cubicBezTo>
                    <a:pt x="38128" y="1734"/>
                    <a:pt x="32975" y="0"/>
                    <a:pt x="277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2"/>
            <p:cNvSpPr/>
            <p:nvPr/>
          </p:nvSpPr>
          <p:spPr>
            <a:xfrm flipH="1">
              <a:off x="-109641" y="3684918"/>
              <a:ext cx="4348422" cy="1563444"/>
            </a:xfrm>
            <a:custGeom>
              <a:rect b="b" l="l" r="r" t="t"/>
              <a:pathLst>
                <a:path extrusionOk="0" h="39069" w="108663">
                  <a:moveTo>
                    <a:pt x="46151" y="403"/>
                  </a:moveTo>
                  <a:cubicBezTo>
                    <a:pt x="46500" y="403"/>
                    <a:pt x="46847" y="405"/>
                    <a:pt x="47194" y="409"/>
                  </a:cubicBezTo>
                  <a:cubicBezTo>
                    <a:pt x="60555" y="576"/>
                    <a:pt x="71907" y="4288"/>
                    <a:pt x="80932" y="11441"/>
                  </a:cubicBezTo>
                  <a:cubicBezTo>
                    <a:pt x="84958" y="14633"/>
                    <a:pt x="88903" y="18201"/>
                    <a:pt x="92718" y="21653"/>
                  </a:cubicBezTo>
                  <a:cubicBezTo>
                    <a:pt x="94523" y="23286"/>
                    <a:pt x="96389" y="24974"/>
                    <a:pt x="98238" y="26600"/>
                  </a:cubicBezTo>
                  <a:cubicBezTo>
                    <a:pt x="101177" y="29181"/>
                    <a:pt x="104663" y="32202"/>
                    <a:pt x="108257" y="35034"/>
                  </a:cubicBezTo>
                  <a:cubicBezTo>
                    <a:pt x="108185" y="37046"/>
                    <a:pt x="106877" y="38663"/>
                    <a:pt x="105303" y="38663"/>
                  </a:cubicBezTo>
                  <a:lnTo>
                    <a:pt x="95006" y="38663"/>
                  </a:lnTo>
                  <a:cubicBezTo>
                    <a:pt x="94337" y="37862"/>
                    <a:pt x="93741" y="37110"/>
                    <a:pt x="93190" y="36368"/>
                  </a:cubicBezTo>
                  <a:cubicBezTo>
                    <a:pt x="91738" y="34415"/>
                    <a:pt x="90482" y="32209"/>
                    <a:pt x="89268" y="30076"/>
                  </a:cubicBezTo>
                  <a:cubicBezTo>
                    <a:pt x="88255" y="28296"/>
                    <a:pt x="87207" y="26455"/>
                    <a:pt x="86046" y="24761"/>
                  </a:cubicBezTo>
                  <a:cubicBezTo>
                    <a:pt x="84901" y="23090"/>
                    <a:pt x="83654" y="21394"/>
                    <a:pt x="82109" y="20589"/>
                  </a:cubicBezTo>
                  <a:cubicBezTo>
                    <a:pt x="81766" y="20411"/>
                    <a:pt x="81285" y="20282"/>
                    <a:pt x="80790" y="20282"/>
                  </a:cubicBezTo>
                  <a:cubicBezTo>
                    <a:pt x="80446" y="20282"/>
                    <a:pt x="80095" y="20344"/>
                    <a:pt x="79779" y="20494"/>
                  </a:cubicBezTo>
                  <a:cubicBezTo>
                    <a:pt x="79253" y="20744"/>
                    <a:pt x="78909" y="21200"/>
                    <a:pt x="78784" y="21809"/>
                  </a:cubicBezTo>
                  <a:cubicBezTo>
                    <a:pt x="78479" y="23295"/>
                    <a:pt x="79725" y="24879"/>
                    <a:pt x="80550" y="25925"/>
                  </a:cubicBezTo>
                  <a:cubicBezTo>
                    <a:pt x="80666" y="26074"/>
                    <a:pt x="80775" y="26210"/>
                    <a:pt x="80868" y="26335"/>
                  </a:cubicBezTo>
                  <a:cubicBezTo>
                    <a:pt x="81946" y="27764"/>
                    <a:pt x="82835" y="29354"/>
                    <a:pt x="83661" y="31345"/>
                  </a:cubicBezTo>
                  <a:cubicBezTo>
                    <a:pt x="84287" y="32848"/>
                    <a:pt x="85364" y="35767"/>
                    <a:pt x="85660" y="38663"/>
                  </a:cubicBezTo>
                  <a:lnTo>
                    <a:pt x="76327" y="38663"/>
                  </a:lnTo>
                  <a:cubicBezTo>
                    <a:pt x="76685" y="34328"/>
                    <a:pt x="75134" y="29497"/>
                    <a:pt x="72336" y="26295"/>
                  </a:cubicBezTo>
                  <a:cubicBezTo>
                    <a:pt x="70016" y="23636"/>
                    <a:pt x="66829" y="21619"/>
                    <a:pt x="62597" y="20130"/>
                  </a:cubicBezTo>
                  <a:cubicBezTo>
                    <a:pt x="58968" y="18853"/>
                    <a:pt x="54987" y="18071"/>
                    <a:pt x="50066" y="17668"/>
                  </a:cubicBezTo>
                  <a:cubicBezTo>
                    <a:pt x="47919" y="17494"/>
                    <a:pt x="45723" y="17407"/>
                    <a:pt x="43437" y="17407"/>
                  </a:cubicBezTo>
                  <a:cubicBezTo>
                    <a:pt x="41731" y="17407"/>
                    <a:pt x="39974" y="17455"/>
                    <a:pt x="38150" y="17552"/>
                  </a:cubicBezTo>
                  <a:cubicBezTo>
                    <a:pt x="34341" y="17757"/>
                    <a:pt x="31394" y="18197"/>
                    <a:pt x="28604" y="18985"/>
                  </a:cubicBezTo>
                  <a:cubicBezTo>
                    <a:pt x="27525" y="19288"/>
                    <a:pt x="26448" y="19608"/>
                    <a:pt x="25369" y="19927"/>
                  </a:cubicBezTo>
                  <a:cubicBezTo>
                    <a:pt x="21997" y="20924"/>
                    <a:pt x="18511" y="21956"/>
                    <a:pt x="15020" y="22506"/>
                  </a:cubicBezTo>
                  <a:cubicBezTo>
                    <a:pt x="13538" y="22740"/>
                    <a:pt x="11993" y="22922"/>
                    <a:pt x="10477" y="22922"/>
                  </a:cubicBezTo>
                  <a:cubicBezTo>
                    <a:pt x="7660" y="22922"/>
                    <a:pt x="4942" y="22294"/>
                    <a:pt x="2908" y="20201"/>
                  </a:cubicBezTo>
                  <a:cubicBezTo>
                    <a:pt x="2318" y="19594"/>
                    <a:pt x="445" y="17417"/>
                    <a:pt x="1110" y="14892"/>
                  </a:cubicBezTo>
                  <a:cubicBezTo>
                    <a:pt x="1609" y="13004"/>
                    <a:pt x="3139" y="11676"/>
                    <a:pt x="4417" y="10728"/>
                  </a:cubicBezTo>
                  <a:cubicBezTo>
                    <a:pt x="7502" y="8442"/>
                    <a:pt x="11094" y="7120"/>
                    <a:pt x="14506" y="5962"/>
                  </a:cubicBezTo>
                  <a:cubicBezTo>
                    <a:pt x="25380" y="2272"/>
                    <a:pt x="36012" y="403"/>
                    <a:pt x="46151" y="403"/>
                  </a:cubicBezTo>
                  <a:close/>
                  <a:moveTo>
                    <a:pt x="46184" y="0"/>
                  </a:moveTo>
                  <a:cubicBezTo>
                    <a:pt x="35995" y="0"/>
                    <a:pt x="25302" y="1873"/>
                    <a:pt x="14376" y="5582"/>
                  </a:cubicBezTo>
                  <a:cubicBezTo>
                    <a:pt x="10932" y="6749"/>
                    <a:pt x="7309" y="8083"/>
                    <a:pt x="4175" y="10405"/>
                  </a:cubicBezTo>
                  <a:cubicBezTo>
                    <a:pt x="2845" y="11391"/>
                    <a:pt x="1250" y="12780"/>
                    <a:pt x="720" y="14790"/>
                  </a:cubicBezTo>
                  <a:cubicBezTo>
                    <a:pt x="0" y="17521"/>
                    <a:pt x="1992" y="19837"/>
                    <a:pt x="2618" y="20484"/>
                  </a:cubicBezTo>
                  <a:cubicBezTo>
                    <a:pt x="4745" y="22672"/>
                    <a:pt x="7559" y="23326"/>
                    <a:pt x="10464" y="23326"/>
                  </a:cubicBezTo>
                  <a:cubicBezTo>
                    <a:pt x="12008" y="23326"/>
                    <a:pt x="13578" y="23141"/>
                    <a:pt x="15083" y="22903"/>
                  </a:cubicBezTo>
                  <a:cubicBezTo>
                    <a:pt x="18599" y="22350"/>
                    <a:pt x="22098" y="21314"/>
                    <a:pt x="25483" y="20314"/>
                  </a:cubicBezTo>
                  <a:cubicBezTo>
                    <a:pt x="26558" y="19996"/>
                    <a:pt x="27635" y="19678"/>
                    <a:pt x="28713" y="19374"/>
                  </a:cubicBezTo>
                  <a:cubicBezTo>
                    <a:pt x="31476" y="18595"/>
                    <a:pt x="34392" y="18158"/>
                    <a:pt x="38171" y="17957"/>
                  </a:cubicBezTo>
                  <a:cubicBezTo>
                    <a:pt x="39992" y="17859"/>
                    <a:pt x="41744" y="17811"/>
                    <a:pt x="43446" y="17811"/>
                  </a:cubicBezTo>
                  <a:cubicBezTo>
                    <a:pt x="45718" y="17811"/>
                    <a:pt x="47900" y="17898"/>
                    <a:pt x="50034" y="18072"/>
                  </a:cubicBezTo>
                  <a:cubicBezTo>
                    <a:pt x="54919" y="18471"/>
                    <a:pt x="58869" y="19245"/>
                    <a:pt x="62464" y="20513"/>
                  </a:cubicBezTo>
                  <a:cubicBezTo>
                    <a:pt x="66629" y="21980"/>
                    <a:pt x="69761" y="23959"/>
                    <a:pt x="72035" y="26564"/>
                  </a:cubicBezTo>
                  <a:cubicBezTo>
                    <a:pt x="74808" y="29740"/>
                    <a:pt x="76328" y="34562"/>
                    <a:pt x="75907" y="38847"/>
                  </a:cubicBezTo>
                  <a:lnTo>
                    <a:pt x="75885" y="39069"/>
                  </a:lnTo>
                  <a:lnTo>
                    <a:pt x="86103" y="39069"/>
                  </a:lnTo>
                  <a:lnTo>
                    <a:pt x="86083" y="38849"/>
                  </a:lnTo>
                  <a:cubicBezTo>
                    <a:pt x="85816" y="35827"/>
                    <a:pt x="84685" y="32755"/>
                    <a:pt x="84035" y="31193"/>
                  </a:cubicBezTo>
                  <a:cubicBezTo>
                    <a:pt x="83194" y="29170"/>
                    <a:pt x="82289" y="27550"/>
                    <a:pt x="81192" y="26094"/>
                  </a:cubicBezTo>
                  <a:cubicBezTo>
                    <a:pt x="81095" y="25968"/>
                    <a:pt x="80986" y="25829"/>
                    <a:pt x="80868" y="25679"/>
                  </a:cubicBezTo>
                  <a:cubicBezTo>
                    <a:pt x="80089" y="24692"/>
                    <a:pt x="78913" y="23196"/>
                    <a:pt x="79180" y="21893"/>
                  </a:cubicBezTo>
                  <a:cubicBezTo>
                    <a:pt x="79280" y="21406"/>
                    <a:pt x="79542" y="21057"/>
                    <a:pt x="79953" y="20860"/>
                  </a:cubicBezTo>
                  <a:cubicBezTo>
                    <a:pt x="80215" y="20736"/>
                    <a:pt x="80506" y="20684"/>
                    <a:pt x="80793" y="20684"/>
                  </a:cubicBezTo>
                  <a:cubicBezTo>
                    <a:pt x="81216" y="20684"/>
                    <a:pt x="81630" y="20796"/>
                    <a:pt x="81925" y="20950"/>
                  </a:cubicBezTo>
                  <a:cubicBezTo>
                    <a:pt x="83388" y="21710"/>
                    <a:pt x="84600" y="23365"/>
                    <a:pt x="85716" y="24991"/>
                  </a:cubicBezTo>
                  <a:cubicBezTo>
                    <a:pt x="86867" y="26672"/>
                    <a:pt x="87910" y="28506"/>
                    <a:pt x="88919" y="30277"/>
                  </a:cubicBezTo>
                  <a:cubicBezTo>
                    <a:pt x="90139" y="32421"/>
                    <a:pt x="91401" y="34638"/>
                    <a:pt x="92868" y="36611"/>
                  </a:cubicBezTo>
                  <a:cubicBezTo>
                    <a:pt x="93440" y="37380"/>
                    <a:pt x="94059" y="38160"/>
                    <a:pt x="94759" y="38996"/>
                  </a:cubicBezTo>
                  <a:lnTo>
                    <a:pt x="94819" y="39068"/>
                  </a:lnTo>
                  <a:lnTo>
                    <a:pt x="105303" y="39068"/>
                  </a:lnTo>
                  <a:cubicBezTo>
                    <a:pt x="107121" y="39068"/>
                    <a:pt x="108627" y="37217"/>
                    <a:pt x="108661" y="34947"/>
                  </a:cubicBezTo>
                  <a:lnTo>
                    <a:pt x="108663" y="34847"/>
                  </a:lnTo>
                  <a:lnTo>
                    <a:pt x="108584" y="34784"/>
                  </a:lnTo>
                  <a:cubicBezTo>
                    <a:pt x="104971" y="31939"/>
                    <a:pt x="101460" y="28897"/>
                    <a:pt x="98502" y="26300"/>
                  </a:cubicBezTo>
                  <a:cubicBezTo>
                    <a:pt x="96655" y="24675"/>
                    <a:pt x="94790" y="22989"/>
                    <a:pt x="92987" y="21357"/>
                  </a:cubicBezTo>
                  <a:cubicBezTo>
                    <a:pt x="89168" y="17899"/>
                    <a:pt x="85217" y="14326"/>
                    <a:pt x="81181" y="11127"/>
                  </a:cubicBezTo>
                  <a:cubicBezTo>
                    <a:pt x="72085" y="3918"/>
                    <a:pt x="60650" y="176"/>
                    <a:pt x="47197" y="6"/>
                  </a:cubicBezTo>
                  <a:cubicBezTo>
                    <a:pt x="46860" y="2"/>
                    <a:pt x="46522" y="0"/>
                    <a:pt x="461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2"/>
            <p:cNvSpPr/>
            <p:nvPr/>
          </p:nvSpPr>
          <p:spPr>
            <a:xfrm flipH="1">
              <a:off x="-249664" y="-2330514"/>
              <a:ext cx="4355665" cy="807744"/>
            </a:xfrm>
            <a:custGeom>
              <a:rect b="b" l="l" r="r" t="t"/>
              <a:pathLst>
                <a:path extrusionOk="0" h="28164" w="108844">
                  <a:moveTo>
                    <a:pt x="105484" y="409"/>
                  </a:moveTo>
                  <a:cubicBezTo>
                    <a:pt x="107116" y="409"/>
                    <a:pt x="108443" y="2114"/>
                    <a:pt x="108443" y="4208"/>
                  </a:cubicBezTo>
                  <a:lnTo>
                    <a:pt x="108443" y="9441"/>
                  </a:lnTo>
                  <a:cubicBezTo>
                    <a:pt x="107791" y="9431"/>
                    <a:pt x="107138" y="9426"/>
                    <a:pt x="106485" y="9426"/>
                  </a:cubicBezTo>
                  <a:cubicBezTo>
                    <a:pt x="96929" y="9426"/>
                    <a:pt x="87281" y="10461"/>
                    <a:pt x="77432" y="11618"/>
                  </a:cubicBezTo>
                  <a:lnTo>
                    <a:pt x="74438" y="11967"/>
                  </a:lnTo>
                  <a:cubicBezTo>
                    <a:pt x="68077" y="12707"/>
                    <a:pt x="61497" y="13471"/>
                    <a:pt x="55052" y="14524"/>
                  </a:cubicBezTo>
                  <a:cubicBezTo>
                    <a:pt x="50937" y="15196"/>
                    <a:pt x="47239" y="15919"/>
                    <a:pt x="43750" y="16739"/>
                  </a:cubicBezTo>
                  <a:cubicBezTo>
                    <a:pt x="39671" y="17698"/>
                    <a:pt x="36280" y="18535"/>
                    <a:pt x="32894" y="19868"/>
                  </a:cubicBezTo>
                  <a:cubicBezTo>
                    <a:pt x="30642" y="20754"/>
                    <a:pt x="28443" y="21986"/>
                    <a:pt x="26315" y="23179"/>
                  </a:cubicBezTo>
                  <a:cubicBezTo>
                    <a:pt x="22603" y="25262"/>
                    <a:pt x="18761" y="27414"/>
                    <a:pt x="14582" y="27728"/>
                  </a:cubicBezTo>
                  <a:cubicBezTo>
                    <a:pt x="14284" y="27750"/>
                    <a:pt x="13983" y="27761"/>
                    <a:pt x="13680" y="27761"/>
                  </a:cubicBezTo>
                  <a:cubicBezTo>
                    <a:pt x="8600" y="27761"/>
                    <a:pt x="3011" y="24606"/>
                    <a:pt x="1265" y="17265"/>
                  </a:cubicBezTo>
                  <a:cubicBezTo>
                    <a:pt x="424" y="13728"/>
                    <a:pt x="774" y="10998"/>
                    <a:pt x="2304" y="9148"/>
                  </a:cubicBezTo>
                  <a:cubicBezTo>
                    <a:pt x="3847" y="7282"/>
                    <a:pt x="6123" y="6467"/>
                    <a:pt x="8144" y="5916"/>
                  </a:cubicBezTo>
                  <a:cubicBezTo>
                    <a:pt x="14663" y="4135"/>
                    <a:pt x="21503" y="4060"/>
                    <a:pt x="27536" y="3991"/>
                  </a:cubicBezTo>
                  <a:lnTo>
                    <a:pt x="28284" y="3982"/>
                  </a:lnTo>
                  <a:cubicBezTo>
                    <a:pt x="35338" y="3908"/>
                    <a:pt x="42635" y="3830"/>
                    <a:pt x="49562" y="1411"/>
                  </a:cubicBezTo>
                  <a:cubicBezTo>
                    <a:pt x="50530" y="1072"/>
                    <a:pt x="51303" y="753"/>
                    <a:pt x="51989" y="409"/>
                  </a:cubicBezTo>
                  <a:lnTo>
                    <a:pt x="51989" y="410"/>
                  </a:lnTo>
                  <a:lnTo>
                    <a:pt x="77472" y="410"/>
                  </a:lnTo>
                  <a:cubicBezTo>
                    <a:pt x="75657" y="1022"/>
                    <a:pt x="73845" y="1526"/>
                    <a:pt x="72138" y="1986"/>
                  </a:cubicBezTo>
                  <a:cubicBezTo>
                    <a:pt x="71479" y="2162"/>
                    <a:pt x="70816" y="2334"/>
                    <a:pt x="70156" y="2505"/>
                  </a:cubicBezTo>
                  <a:cubicBezTo>
                    <a:pt x="68329" y="2977"/>
                    <a:pt x="66440" y="3467"/>
                    <a:pt x="64605" y="4082"/>
                  </a:cubicBezTo>
                  <a:cubicBezTo>
                    <a:pt x="61004" y="5291"/>
                    <a:pt x="57124" y="6040"/>
                    <a:pt x="52740" y="6369"/>
                  </a:cubicBezTo>
                  <a:cubicBezTo>
                    <a:pt x="49638" y="6602"/>
                    <a:pt x="46418" y="6602"/>
                    <a:pt x="43304" y="6603"/>
                  </a:cubicBezTo>
                  <a:cubicBezTo>
                    <a:pt x="34965" y="6606"/>
                    <a:pt x="26344" y="6609"/>
                    <a:pt x="18528" y="10955"/>
                  </a:cubicBezTo>
                  <a:cubicBezTo>
                    <a:pt x="14223" y="13350"/>
                    <a:pt x="12644" y="15910"/>
                    <a:pt x="13835" y="18561"/>
                  </a:cubicBezTo>
                  <a:cubicBezTo>
                    <a:pt x="14838" y="20791"/>
                    <a:pt x="17057" y="22107"/>
                    <a:pt x="18813" y="22421"/>
                  </a:cubicBezTo>
                  <a:cubicBezTo>
                    <a:pt x="19239" y="22498"/>
                    <a:pt x="19668" y="22533"/>
                    <a:pt x="20097" y="22533"/>
                  </a:cubicBezTo>
                  <a:cubicBezTo>
                    <a:pt x="22307" y="22533"/>
                    <a:pt x="24513" y="21604"/>
                    <a:pt x="26433" y="20647"/>
                  </a:cubicBezTo>
                  <a:cubicBezTo>
                    <a:pt x="27444" y="20142"/>
                    <a:pt x="28451" y="19561"/>
                    <a:pt x="29427" y="18998"/>
                  </a:cubicBezTo>
                  <a:cubicBezTo>
                    <a:pt x="30955" y="18116"/>
                    <a:pt x="32534" y="17203"/>
                    <a:pt x="34157" y="16576"/>
                  </a:cubicBezTo>
                  <a:cubicBezTo>
                    <a:pt x="37956" y="15106"/>
                    <a:pt x="41874" y="14247"/>
                    <a:pt x="44864" y="13661"/>
                  </a:cubicBezTo>
                  <a:cubicBezTo>
                    <a:pt x="49244" y="12804"/>
                    <a:pt x="53720" y="12190"/>
                    <a:pt x="58050" y="11597"/>
                  </a:cubicBezTo>
                  <a:cubicBezTo>
                    <a:pt x="61146" y="11172"/>
                    <a:pt x="64344" y="10734"/>
                    <a:pt x="67486" y="10209"/>
                  </a:cubicBezTo>
                  <a:cubicBezTo>
                    <a:pt x="71305" y="9572"/>
                    <a:pt x="74827" y="8898"/>
                    <a:pt x="78252" y="8150"/>
                  </a:cubicBezTo>
                  <a:cubicBezTo>
                    <a:pt x="80759" y="7602"/>
                    <a:pt x="84017" y="6743"/>
                    <a:pt x="86995" y="4937"/>
                  </a:cubicBezTo>
                  <a:cubicBezTo>
                    <a:pt x="88677" y="3915"/>
                    <a:pt x="90044" y="2435"/>
                    <a:pt x="91173" y="409"/>
                  </a:cubicBezTo>
                  <a:close/>
                  <a:moveTo>
                    <a:pt x="90934" y="0"/>
                  </a:moveTo>
                  <a:lnTo>
                    <a:pt x="90877" y="105"/>
                  </a:lnTo>
                  <a:cubicBezTo>
                    <a:pt x="89755" y="2148"/>
                    <a:pt x="88458" y="3572"/>
                    <a:pt x="86786" y="4587"/>
                  </a:cubicBezTo>
                  <a:cubicBezTo>
                    <a:pt x="83860" y="6361"/>
                    <a:pt x="80642" y="7209"/>
                    <a:pt x="78166" y="7749"/>
                  </a:cubicBezTo>
                  <a:cubicBezTo>
                    <a:pt x="74747" y="8496"/>
                    <a:pt x="71232" y="9168"/>
                    <a:pt x="67420" y="9804"/>
                  </a:cubicBezTo>
                  <a:cubicBezTo>
                    <a:pt x="64284" y="10326"/>
                    <a:pt x="61086" y="10767"/>
                    <a:pt x="57994" y="11189"/>
                  </a:cubicBezTo>
                  <a:cubicBezTo>
                    <a:pt x="53660" y="11784"/>
                    <a:pt x="49177" y="12398"/>
                    <a:pt x="44787" y="13257"/>
                  </a:cubicBezTo>
                  <a:cubicBezTo>
                    <a:pt x="41781" y="13846"/>
                    <a:pt x="37840" y="14712"/>
                    <a:pt x="34011" y="16192"/>
                  </a:cubicBezTo>
                  <a:cubicBezTo>
                    <a:pt x="32361" y="16832"/>
                    <a:pt x="30768" y="17751"/>
                    <a:pt x="29227" y="18641"/>
                  </a:cubicBezTo>
                  <a:cubicBezTo>
                    <a:pt x="28257" y="19199"/>
                    <a:pt x="27256" y="19778"/>
                    <a:pt x="26252" y="20278"/>
                  </a:cubicBezTo>
                  <a:cubicBezTo>
                    <a:pt x="24377" y="21213"/>
                    <a:pt x="22228" y="22123"/>
                    <a:pt x="20096" y="22123"/>
                  </a:cubicBezTo>
                  <a:cubicBezTo>
                    <a:pt x="19691" y="22123"/>
                    <a:pt x="19286" y="22090"/>
                    <a:pt x="18884" y="22019"/>
                  </a:cubicBezTo>
                  <a:cubicBezTo>
                    <a:pt x="17234" y="21723"/>
                    <a:pt x="15146" y="20485"/>
                    <a:pt x="14203" y="18389"/>
                  </a:cubicBezTo>
                  <a:cubicBezTo>
                    <a:pt x="13112" y="15962"/>
                    <a:pt x="14633" y="13577"/>
                    <a:pt x="18725" y="11302"/>
                  </a:cubicBezTo>
                  <a:cubicBezTo>
                    <a:pt x="26450" y="7006"/>
                    <a:pt x="35017" y="7004"/>
                    <a:pt x="43304" y="7002"/>
                  </a:cubicBezTo>
                  <a:cubicBezTo>
                    <a:pt x="46426" y="7002"/>
                    <a:pt x="49654" y="6999"/>
                    <a:pt x="52770" y="6766"/>
                  </a:cubicBezTo>
                  <a:cubicBezTo>
                    <a:pt x="57188" y="6433"/>
                    <a:pt x="61100" y="5680"/>
                    <a:pt x="64734" y="4460"/>
                  </a:cubicBezTo>
                  <a:cubicBezTo>
                    <a:pt x="66555" y="3847"/>
                    <a:pt x="68437" y="3359"/>
                    <a:pt x="70258" y="2889"/>
                  </a:cubicBezTo>
                  <a:cubicBezTo>
                    <a:pt x="70921" y="2718"/>
                    <a:pt x="71583" y="2546"/>
                    <a:pt x="72244" y="2369"/>
                  </a:cubicBezTo>
                  <a:cubicBezTo>
                    <a:pt x="74310" y="1815"/>
                    <a:pt x="76526" y="1191"/>
                    <a:pt x="78725" y="393"/>
                  </a:cubicBezTo>
                  <a:lnTo>
                    <a:pt x="79801" y="3"/>
                  </a:lnTo>
                  <a:lnTo>
                    <a:pt x="51891" y="3"/>
                  </a:lnTo>
                  <a:lnTo>
                    <a:pt x="51849" y="25"/>
                  </a:lnTo>
                  <a:cubicBezTo>
                    <a:pt x="51168" y="369"/>
                    <a:pt x="50398" y="688"/>
                    <a:pt x="49430" y="1026"/>
                  </a:cubicBezTo>
                  <a:cubicBezTo>
                    <a:pt x="42565" y="3424"/>
                    <a:pt x="35301" y="3502"/>
                    <a:pt x="28279" y="3577"/>
                  </a:cubicBezTo>
                  <a:lnTo>
                    <a:pt x="27530" y="3587"/>
                  </a:lnTo>
                  <a:cubicBezTo>
                    <a:pt x="21472" y="3654"/>
                    <a:pt x="14606" y="3731"/>
                    <a:pt x="8035" y="5524"/>
                  </a:cubicBezTo>
                  <a:cubicBezTo>
                    <a:pt x="5955" y="6091"/>
                    <a:pt x="3608" y="6937"/>
                    <a:pt x="1994" y="8889"/>
                  </a:cubicBezTo>
                  <a:cubicBezTo>
                    <a:pt x="378" y="10842"/>
                    <a:pt x="1" y="13691"/>
                    <a:pt x="872" y="17356"/>
                  </a:cubicBezTo>
                  <a:cubicBezTo>
                    <a:pt x="2415" y="23842"/>
                    <a:pt x="7591" y="28164"/>
                    <a:pt x="13647" y="28164"/>
                  </a:cubicBezTo>
                  <a:cubicBezTo>
                    <a:pt x="13966" y="28164"/>
                    <a:pt x="14287" y="28154"/>
                    <a:pt x="14609" y="28121"/>
                  </a:cubicBezTo>
                  <a:cubicBezTo>
                    <a:pt x="18878" y="27800"/>
                    <a:pt x="22758" y="25623"/>
                    <a:pt x="26511" y="23520"/>
                  </a:cubicBezTo>
                  <a:cubicBezTo>
                    <a:pt x="28626" y="22334"/>
                    <a:pt x="30812" y="21108"/>
                    <a:pt x="33038" y="20233"/>
                  </a:cubicBezTo>
                  <a:cubicBezTo>
                    <a:pt x="36400" y="18911"/>
                    <a:pt x="39775" y="18075"/>
                    <a:pt x="43838" y="17121"/>
                  </a:cubicBezTo>
                  <a:cubicBezTo>
                    <a:pt x="47319" y="16305"/>
                    <a:pt x="51008" y="15582"/>
                    <a:pt x="55113" y="14912"/>
                  </a:cubicBezTo>
                  <a:cubicBezTo>
                    <a:pt x="61550" y="13861"/>
                    <a:pt x="68126" y="13097"/>
                    <a:pt x="74484" y="12357"/>
                  </a:cubicBezTo>
                  <a:lnTo>
                    <a:pt x="77477" y="12010"/>
                  </a:lnTo>
                  <a:cubicBezTo>
                    <a:pt x="87323" y="10854"/>
                    <a:pt x="96973" y="9822"/>
                    <a:pt x="106514" y="9822"/>
                  </a:cubicBezTo>
                  <a:cubicBezTo>
                    <a:pt x="107222" y="9822"/>
                    <a:pt x="107930" y="9827"/>
                    <a:pt x="108637" y="9839"/>
                  </a:cubicBezTo>
                  <a:lnTo>
                    <a:pt x="108843" y="9842"/>
                  </a:lnTo>
                  <a:lnTo>
                    <a:pt x="108843" y="4203"/>
                  </a:lnTo>
                  <a:cubicBezTo>
                    <a:pt x="108843" y="1884"/>
                    <a:pt x="107336" y="0"/>
                    <a:pt x="1054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BLANK_1_1_1_1_1_1_1_1_1">
    <p:bg>
      <p:bgPr>
        <a:solidFill>
          <a:schemeClr val="accent4"/>
        </a:solidFill>
      </p:bgPr>
    </p:bg>
    <p:spTree>
      <p:nvGrpSpPr>
        <p:cNvPr id="1044" name="Shape 1044"/>
        <p:cNvGrpSpPr/>
        <p:nvPr/>
      </p:nvGrpSpPr>
      <p:grpSpPr>
        <a:xfrm>
          <a:off x="0" y="0"/>
          <a:ext cx="0" cy="0"/>
          <a:chOff x="0" y="0"/>
          <a:chExt cx="0" cy="0"/>
        </a:xfrm>
      </p:grpSpPr>
      <p:grpSp>
        <p:nvGrpSpPr>
          <p:cNvPr id="1045" name="Google Shape;1045;p33"/>
          <p:cNvGrpSpPr/>
          <p:nvPr/>
        </p:nvGrpSpPr>
        <p:grpSpPr>
          <a:xfrm>
            <a:off x="-97264" y="-2356200"/>
            <a:ext cx="9517944" cy="7737118"/>
            <a:chOff x="-97264" y="-2356200"/>
            <a:chExt cx="9517944" cy="7737118"/>
          </a:xfrm>
        </p:grpSpPr>
        <p:sp>
          <p:nvSpPr>
            <p:cNvPr id="1046" name="Google Shape;1046;p33"/>
            <p:cNvSpPr/>
            <p:nvPr/>
          </p:nvSpPr>
          <p:spPr>
            <a:xfrm flipH="1" rot="10800000">
              <a:off x="-89101" y="3917310"/>
              <a:ext cx="3985503" cy="848251"/>
            </a:xfrm>
            <a:custGeom>
              <a:rect b="b" l="l" r="r" t="t"/>
              <a:pathLst>
                <a:path extrusionOk="0" h="21197" w="99594">
                  <a:moveTo>
                    <a:pt x="65021" y="0"/>
                  </a:moveTo>
                  <a:cubicBezTo>
                    <a:pt x="64434" y="0"/>
                    <a:pt x="63848" y="10"/>
                    <a:pt x="63260" y="29"/>
                  </a:cubicBezTo>
                  <a:cubicBezTo>
                    <a:pt x="57732" y="207"/>
                    <a:pt x="52245" y="1096"/>
                    <a:pt x="46816" y="2389"/>
                  </a:cubicBezTo>
                  <a:cubicBezTo>
                    <a:pt x="41611" y="3631"/>
                    <a:pt x="36750" y="6060"/>
                    <a:pt x="31830" y="8475"/>
                  </a:cubicBezTo>
                  <a:cubicBezTo>
                    <a:pt x="27244" y="10725"/>
                    <a:pt x="22624" y="12692"/>
                    <a:pt x="17724" y="13463"/>
                  </a:cubicBezTo>
                  <a:cubicBezTo>
                    <a:pt x="15802" y="13765"/>
                    <a:pt x="13860" y="13942"/>
                    <a:pt x="11920" y="13942"/>
                  </a:cubicBezTo>
                  <a:cubicBezTo>
                    <a:pt x="10234" y="13942"/>
                    <a:pt x="8549" y="13808"/>
                    <a:pt x="6879" y="13505"/>
                  </a:cubicBezTo>
                  <a:cubicBezTo>
                    <a:pt x="4515" y="13077"/>
                    <a:pt x="2162" y="12285"/>
                    <a:pt x="0" y="10984"/>
                  </a:cubicBezTo>
                  <a:lnTo>
                    <a:pt x="0" y="18944"/>
                  </a:lnTo>
                  <a:cubicBezTo>
                    <a:pt x="1762" y="19024"/>
                    <a:pt x="3523" y="19075"/>
                    <a:pt x="5283" y="19075"/>
                  </a:cubicBezTo>
                  <a:cubicBezTo>
                    <a:pt x="9227" y="19075"/>
                    <a:pt x="13162" y="18820"/>
                    <a:pt x="17071" y="18072"/>
                  </a:cubicBezTo>
                  <a:cubicBezTo>
                    <a:pt x="21981" y="17133"/>
                    <a:pt x="26589" y="15270"/>
                    <a:pt x="30996" y="12374"/>
                  </a:cubicBezTo>
                  <a:cubicBezTo>
                    <a:pt x="33739" y="10570"/>
                    <a:pt x="36781" y="9886"/>
                    <a:pt x="39837" y="9886"/>
                  </a:cubicBezTo>
                  <a:cubicBezTo>
                    <a:pt x="40660" y="9886"/>
                    <a:pt x="41484" y="9936"/>
                    <a:pt x="42304" y="10026"/>
                  </a:cubicBezTo>
                  <a:cubicBezTo>
                    <a:pt x="50992" y="10985"/>
                    <a:pt x="59004" y="15789"/>
                    <a:pt x="67420" y="18291"/>
                  </a:cubicBezTo>
                  <a:cubicBezTo>
                    <a:pt x="72853" y="19907"/>
                    <a:pt x="78486" y="20812"/>
                    <a:pt x="84058" y="21107"/>
                  </a:cubicBezTo>
                  <a:cubicBezTo>
                    <a:pt x="85055" y="21160"/>
                    <a:pt x="86060" y="21196"/>
                    <a:pt x="87066" y="21196"/>
                  </a:cubicBezTo>
                  <a:cubicBezTo>
                    <a:pt x="89207" y="21196"/>
                    <a:pt x="91355" y="21031"/>
                    <a:pt x="93446" y="20508"/>
                  </a:cubicBezTo>
                  <a:cubicBezTo>
                    <a:pt x="95522" y="19989"/>
                    <a:pt x="98275" y="18989"/>
                    <a:pt x="98894" y="16049"/>
                  </a:cubicBezTo>
                  <a:cubicBezTo>
                    <a:pt x="99594" y="12721"/>
                    <a:pt x="97265" y="10188"/>
                    <a:pt x="95270" y="8623"/>
                  </a:cubicBezTo>
                  <a:cubicBezTo>
                    <a:pt x="92667" y="6581"/>
                    <a:pt x="89709" y="5268"/>
                    <a:pt x="86790" y="4165"/>
                  </a:cubicBezTo>
                  <a:cubicBezTo>
                    <a:pt x="79711" y="1489"/>
                    <a:pt x="72404" y="0"/>
                    <a:pt x="65021"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3"/>
            <p:cNvSpPr/>
            <p:nvPr/>
          </p:nvSpPr>
          <p:spPr>
            <a:xfrm flipH="1" rot="10800000">
              <a:off x="-89221" y="1998098"/>
              <a:ext cx="8386467" cy="1819876"/>
            </a:xfrm>
            <a:custGeom>
              <a:rect b="b" l="l" r="r" t="t"/>
              <a:pathLst>
                <a:path extrusionOk="0" h="45477" w="209570">
                  <a:moveTo>
                    <a:pt x="173399" y="0"/>
                  </a:moveTo>
                  <a:cubicBezTo>
                    <a:pt x="171819" y="0"/>
                    <a:pt x="170239" y="33"/>
                    <a:pt x="168661" y="80"/>
                  </a:cubicBezTo>
                  <a:cubicBezTo>
                    <a:pt x="164324" y="208"/>
                    <a:pt x="160018" y="528"/>
                    <a:pt x="155729" y="1390"/>
                  </a:cubicBezTo>
                  <a:cubicBezTo>
                    <a:pt x="151776" y="2184"/>
                    <a:pt x="147874" y="3386"/>
                    <a:pt x="144099" y="5071"/>
                  </a:cubicBezTo>
                  <a:cubicBezTo>
                    <a:pt x="140139" y="6838"/>
                    <a:pt x="136425" y="9227"/>
                    <a:pt x="132734" y="11745"/>
                  </a:cubicBezTo>
                  <a:cubicBezTo>
                    <a:pt x="125453" y="16714"/>
                    <a:pt x="118372" y="22168"/>
                    <a:pt x="110478" y="25489"/>
                  </a:cubicBezTo>
                  <a:cubicBezTo>
                    <a:pt x="104010" y="28211"/>
                    <a:pt x="97197" y="29287"/>
                    <a:pt x="90399" y="29287"/>
                  </a:cubicBezTo>
                  <a:cubicBezTo>
                    <a:pt x="89168" y="29287"/>
                    <a:pt x="87937" y="29252"/>
                    <a:pt x="86709" y="29185"/>
                  </a:cubicBezTo>
                  <a:cubicBezTo>
                    <a:pt x="70235" y="28285"/>
                    <a:pt x="53959" y="22404"/>
                    <a:pt x="38422" y="15780"/>
                  </a:cubicBezTo>
                  <a:cubicBezTo>
                    <a:pt x="34245" y="13999"/>
                    <a:pt x="30113" y="12729"/>
                    <a:pt x="25697" y="12479"/>
                  </a:cubicBezTo>
                  <a:cubicBezTo>
                    <a:pt x="24449" y="12409"/>
                    <a:pt x="23202" y="12379"/>
                    <a:pt x="21954" y="12379"/>
                  </a:cubicBezTo>
                  <a:cubicBezTo>
                    <a:pt x="18881" y="12379"/>
                    <a:pt x="15809" y="12558"/>
                    <a:pt x="12741" y="12746"/>
                  </a:cubicBezTo>
                  <a:cubicBezTo>
                    <a:pt x="9315" y="12958"/>
                    <a:pt x="5883" y="13109"/>
                    <a:pt x="2471" y="13588"/>
                  </a:cubicBezTo>
                  <a:cubicBezTo>
                    <a:pt x="1651" y="13702"/>
                    <a:pt x="825" y="13831"/>
                    <a:pt x="0" y="13986"/>
                  </a:cubicBezTo>
                  <a:lnTo>
                    <a:pt x="0" y="21931"/>
                  </a:lnTo>
                  <a:cubicBezTo>
                    <a:pt x="3093" y="20622"/>
                    <a:pt x="6277" y="19799"/>
                    <a:pt x="9551" y="19799"/>
                  </a:cubicBezTo>
                  <a:cubicBezTo>
                    <a:pt x="10632" y="19799"/>
                    <a:pt x="11722" y="19889"/>
                    <a:pt x="12823" y="20080"/>
                  </a:cubicBezTo>
                  <a:cubicBezTo>
                    <a:pt x="20488" y="21419"/>
                    <a:pt x="27144" y="26632"/>
                    <a:pt x="33499" y="31891"/>
                  </a:cubicBezTo>
                  <a:cubicBezTo>
                    <a:pt x="45486" y="41811"/>
                    <a:pt x="59912" y="45476"/>
                    <a:pt x="74081" y="45476"/>
                  </a:cubicBezTo>
                  <a:cubicBezTo>
                    <a:pt x="74665" y="45476"/>
                    <a:pt x="75248" y="45470"/>
                    <a:pt x="75831" y="45458"/>
                  </a:cubicBezTo>
                  <a:cubicBezTo>
                    <a:pt x="90804" y="45142"/>
                    <a:pt x="106177" y="41401"/>
                    <a:pt x="119282" y="31968"/>
                  </a:cubicBezTo>
                  <a:cubicBezTo>
                    <a:pt x="125990" y="27139"/>
                    <a:pt x="132221" y="21338"/>
                    <a:pt x="138817" y="16271"/>
                  </a:cubicBezTo>
                  <a:cubicBezTo>
                    <a:pt x="142143" y="13714"/>
                    <a:pt x="145448" y="11379"/>
                    <a:pt x="149316" y="10440"/>
                  </a:cubicBezTo>
                  <a:cubicBezTo>
                    <a:pt x="150812" y="10078"/>
                    <a:pt x="152323" y="9917"/>
                    <a:pt x="153836" y="9917"/>
                  </a:cubicBezTo>
                  <a:cubicBezTo>
                    <a:pt x="155625" y="9917"/>
                    <a:pt x="157416" y="10142"/>
                    <a:pt x="159185" y="10527"/>
                  </a:cubicBezTo>
                  <a:cubicBezTo>
                    <a:pt x="162983" y="11352"/>
                    <a:pt x="166672" y="12839"/>
                    <a:pt x="170334" y="14321"/>
                  </a:cubicBezTo>
                  <a:cubicBezTo>
                    <a:pt x="174482" y="15997"/>
                    <a:pt x="178713" y="17383"/>
                    <a:pt x="182992" y="18407"/>
                  </a:cubicBezTo>
                  <a:cubicBezTo>
                    <a:pt x="186653" y="19282"/>
                    <a:pt x="190426" y="19787"/>
                    <a:pt x="194193" y="19787"/>
                  </a:cubicBezTo>
                  <a:cubicBezTo>
                    <a:pt x="197694" y="19787"/>
                    <a:pt x="201190" y="19351"/>
                    <a:pt x="204587" y="18369"/>
                  </a:cubicBezTo>
                  <a:cubicBezTo>
                    <a:pt x="206831" y="17721"/>
                    <a:pt x="209570" y="16218"/>
                    <a:pt x="208195" y="12736"/>
                  </a:cubicBezTo>
                  <a:cubicBezTo>
                    <a:pt x="207019" y="9759"/>
                    <a:pt x="203809" y="8201"/>
                    <a:pt x="201535" y="7001"/>
                  </a:cubicBezTo>
                  <a:cubicBezTo>
                    <a:pt x="195238" y="3676"/>
                    <a:pt x="188684" y="1200"/>
                    <a:pt x="181872" y="426"/>
                  </a:cubicBezTo>
                  <a:cubicBezTo>
                    <a:pt x="179055" y="106"/>
                    <a:pt x="176227" y="0"/>
                    <a:pt x="173399"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3"/>
            <p:cNvSpPr/>
            <p:nvPr/>
          </p:nvSpPr>
          <p:spPr>
            <a:xfrm flipH="1" rot="10800000">
              <a:off x="-89101" y="2398138"/>
              <a:ext cx="819678" cy="314658"/>
            </a:xfrm>
            <a:custGeom>
              <a:rect b="b" l="l" r="r" t="t"/>
              <a:pathLst>
                <a:path extrusionOk="0" h="7863" w="20483">
                  <a:moveTo>
                    <a:pt x="10679" y="1"/>
                  </a:moveTo>
                  <a:cubicBezTo>
                    <a:pt x="7200" y="1"/>
                    <a:pt x="3530" y="930"/>
                    <a:pt x="0" y="1036"/>
                  </a:cubicBezTo>
                  <a:lnTo>
                    <a:pt x="0" y="7210"/>
                  </a:lnTo>
                  <a:cubicBezTo>
                    <a:pt x="73" y="7210"/>
                    <a:pt x="146" y="7210"/>
                    <a:pt x="218" y="7210"/>
                  </a:cubicBezTo>
                  <a:cubicBezTo>
                    <a:pt x="2966" y="7210"/>
                    <a:pt x="5723" y="7366"/>
                    <a:pt x="8473" y="7532"/>
                  </a:cubicBezTo>
                  <a:cubicBezTo>
                    <a:pt x="10471" y="7652"/>
                    <a:pt x="12481" y="7858"/>
                    <a:pt x="14482" y="7862"/>
                  </a:cubicBezTo>
                  <a:cubicBezTo>
                    <a:pt x="14579" y="7862"/>
                    <a:pt x="14677" y="7863"/>
                    <a:pt x="14776" y="7863"/>
                  </a:cubicBezTo>
                  <a:cubicBezTo>
                    <a:pt x="16107" y="7863"/>
                    <a:pt x="17589" y="7805"/>
                    <a:pt x="18794" y="7093"/>
                  </a:cubicBezTo>
                  <a:cubicBezTo>
                    <a:pt x="20483" y="6096"/>
                    <a:pt x="19330" y="4228"/>
                    <a:pt x="18366" y="3075"/>
                  </a:cubicBezTo>
                  <a:cubicBezTo>
                    <a:pt x="16959" y="1395"/>
                    <a:pt x="15150" y="529"/>
                    <a:pt x="13253" y="203"/>
                  </a:cubicBezTo>
                  <a:cubicBezTo>
                    <a:pt x="12410" y="59"/>
                    <a:pt x="11551" y="1"/>
                    <a:pt x="10679"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3"/>
            <p:cNvSpPr/>
            <p:nvPr/>
          </p:nvSpPr>
          <p:spPr>
            <a:xfrm flipH="1" rot="10800000">
              <a:off x="-89101" y="1041269"/>
              <a:ext cx="9361694" cy="2012360"/>
            </a:xfrm>
            <a:custGeom>
              <a:rect b="b" l="l" r="r" t="t"/>
              <a:pathLst>
                <a:path extrusionOk="0" h="50287" w="233940">
                  <a:moveTo>
                    <a:pt x="233940" y="0"/>
                  </a:moveTo>
                  <a:cubicBezTo>
                    <a:pt x="230479" y="1532"/>
                    <a:pt x="227264" y="3838"/>
                    <a:pt x="224035" y="6016"/>
                  </a:cubicBezTo>
                  <a:cubicBezTo>
                    <a:pt x="219999" y="8735"/>
                    <a:pt x="215918" y="11195"/>
                    <a:pt x="211510" y="12795"/>
                  </a:cubicBezTo>
                  <a:cubicBezTo>
                    <a:pt x="205977" y="14804"/>
                    <a:pt x="200252" y="15619"/>
                    <a:pt x="194517" y="15619"/>
                  </a:cubicBezTo>
                  <a:cubicBezTo>
                    <a:pt x="191019" y="15619"/>
                    <a:pt x="187518" y="15316"/>
                    <a:pt x="184053" y="14796"/>
                  </a:cubicBezTo>
                  <a:cubicBezTo>
                    <a:pt x="174879" y="13417"/>
                    <a:pt x="165892" y="10575"/>
                    <a:pt x="156983" y="7553"/>
                  </a:cubicBezTo>
                  <a:cubicBezTo>
                    <a:pt x="154186" y="6603"/>
                    <a:pt x="151295" y="5923"/>
                    <a:pt x="148402" y="5923"/>
                  </a:cubicBezTo>
                  <a:cubicBezTo>
                    <a:pt x="147105" y="5923"/>
                    <a:pt x="145807" y="6060"/>
                    <a:pt x="144518" y="6370"/>
                  </a:cubicBezTo>
                  <a:cubicBezTo>
                    <a:pt x="141010" y="7213"/>
                    <a:pt x="137841" y="9316"/>
                    <a:pt x="134862" y="11732"/>
                  </a:cubicBezTo>
                  <a:cubicBezTo>
                    <a:pt x="131415" y="14529"/>
                    <a:pt x="128149" y="17665"/>
                    <a:pt x="124700" y="20457"/>
                  </a:cubicBezTo>
                  <a:cubicBezTo>
                    <a:pt x="120681" y="23709"/>
                    <a:pt x="116461" y="26565"/>
                    <a:pt x="112085" y="28971"/>
                  </a:cubicBezTo>
                  <a:cubicBezTo>
                    <a:pt x="103869" y="33488"/>
                    <a:pt x="95132" y="36387"/>
                    <a:pt x="86236" y="37674"/>
                  </a:cubicBezTo>
                  <a:cubicBezTo>
                    <a:pt x="82434" y="38224"/>
                    <a:pt x="78620" y="38471"/>
                    <a:pt x="74803" y="38471"/>
                  </a:cubicBezTo>
                  <a:cubicBezTo>
                    <a:pt x="58405" y="38471"/>
                    <a:pt x="41951" y="33908"/>
                    <a:pt x="26125" y="29171"/>
                  </a:cubicBezTo>
                  <a:cubicBezTo>
                    <a:pt x="17408" y="26561"/>
                    <a:pt x="8732" y="23693"/>
                    <a:pt x="0" y="21148"/>
                  </a:cubicBezTo>
                  <a:lnTo>
                    <a:pt x="0" y="30371"/>
                  </a:lnTo>
                  <a:cubicBezTo>
                    <a:pt x="3472" y="33108"/>
                    <a:pt x="7489" y="35009"/>
                    <a:pt x="11115" y="36595"/>
                  </a:cubicBezTo>
                  <a:cubicBezTo>
                    <a:pt x="17532" y="39404"/>
                    <a:pt x="24220" y="41608"/>
                    <a:pt x="30929" y="42938"/>
                  </a:cubicBezTo>
                  <a:cubicBezTo>
                    <a:pt x="38228" y="44386"/>
                    <a:pt x="45630" y="44923"/>
                    <a:pt x="53022" y="44923"/>
                  </a:cubicBezTo>
                  <a:cubicBezTo>
                    <a:pt x="55748" y="44923"/>
                    <a:pt x="58473" y="44850"/>
                    <a:pt x="61191" y="44723"/>
                  </a:cubicBezTo>
                  <a:cubicBezTo>
                    <a:pt x="71533" y="44237"/>
                    <a:pt x="81978" y="43258"/>
                    <a:pt x="92233" y="41498"/>
                  </a:cubicBezTo>
                  <a:cubicBezTo>
                    <a:pt x="102742" y="39694"/>
                    <a:pt x="112661" y="35767"/>
                    <a:pt x="122701" y="31597"/>
                  </a:cubicBezTo>
                  <a:cubicBezTo>
                    <a:pt x="132437" y="27557"/>
                    <a:pt x="142206" y="24207"/>
                    <a:pt x="152521" y="24092"/>
                  </a:cubicBezTo>
                  <a:cubicBezTo>
                    <a:pt x="152754" y="24089"/>
                    <a:pt x="152988" y="24088"/>
                    <a:pt x="153222" y="24088"/>
                  </a:cubicBezTo>
                  <a:cubicBezTo>
                    <a:pt x="163194" y="24088"/>
                    <a:pt x="173100" y="26520"/>
                    <a:pt x="182555" y="30450"/>
                  </a:cubicBezTo>
                  <a:cubicBezTo>
                    <a:pt x="187610" y="32550"/>
                    <a:pt x="192565" y="35025"/>
                    <a:pt x="197604" y="37193"/>
                  </a:cubicBezTo>
                  <a:cubicBezTo>
                    <a:pt x="202625" y="39352"/>
                    <a:pt x="207681" y="41382"/>
                    <a:pt x="212770" y="43265"/>
                  </a:cubicBezTo>
                  <a:cubicBezTo>
                    <a:pt x="219747" y="45846"/>
                    <a:pt x="226825" y="48256"/>
                    <a:pt x="233940" y="50286"/>
                  </a:cubicBezTo>
                  <a:lnTo>
                    <a:pt x="233940" y="34729"/>
                  </a:lnTo>
                  <a:cubicBezTo>
                    <a:pt x="233339" y="34539"/>
                    <a:pt x="232731" y="34368"/>
                    <a:pt x="232112" y="34224"/>
                  </a:cubicBezTo>
                  <a:cubicBezTo>
                    <a:pt x="229270" y="33551"/>
                    <a:pt x="226381" y="33250"/>
                    <a:pt x="223499" y="32996"/>
                  </a:cubicBezTo>
                  <a:cubicBezTo>
                    <a:pt x="219753" y="32668"/>
                    <a:pt x="216005" y="32333"/>
                    <a:pt x="212261" y="31960"/>
                  </a:cubicBezTo>
                  <a:cubicBezTo>
                    <a:pt x="208072" y="31543"/>
                    <a:pt x="203886" y="31089"/>
                    <a:pt x="199705" y="30539"/>
                  </a:cubicBezTo>
                  <a:cubicBezTo>
                    <a:pt x="195713" y="30014"/>
                    <a:pt x="191661" y="29550"/>
                    <a:pt x="187710" y="28635"/>
                  </a:cubicBezTo>
                  <a:cubicBezTo>
                    <a:pt x="184185" y="27821"/>
                    <a:pt x="180587" y="27222"/>
                    <a:pt x="177204" y="25665"/>
                  </a:cubicBezTo>
                  <a:cubicBezTo>
                    <a:pt x="175719" y="24980"/>
                    <a:pt x="173996" y="24080"/>
                    <a:pt x="173054" y="22380"/>
                  </a:cubicBezTo>
                  <a:cubicBezTo>
                    <a:pt x="172381" y="21164"/>
                    <a:pt x="172300" y="19467"/>
                    <a:pt x="173266" y="18466"/>
                  </a:cubicBezTo>
                  <a:cubicBezTo>
                    <a:pt x="174400" y="17293"/>
                    <a:pt x="176205" y="17248"/>
                    <a:pt x="177591" y="17230"/>
                  </a:cubicBezTo>
                  <a:cubicBezTo>
                    <a:pt x="177667" y="17230"/>
                    <a:pt x="177743" y="17229"/>
                    <a:pt x="177820" y="17229"/>
                  </a:cubicBezTo>
                  <a:cubicBezTo>
                    <a:pt x="179957" y="17229"/>
                    <a:pt x="182098" y="17572"/>
                    <a:pt x="184206" y="17983"/>
                  </a:cubicBezTo>
                  <a:cubicBezTo>
                    <a:pt x="186167" y="18365"/>
                    <a:pt x="188113" y="18845"/>
                    <a:pt x="190056" y="19342"/>
                  </a:cubicBezTo>
                  <a:cubicBezTo>
                    <a:pt x="192155" y="19880"/>
                    <a:pt x="194290" y="20178"/>
                    <a:pt x="196416" y="20482"/>
                  </a:cubicBezTo>
                  <a:cubicBezTo>
                    <a:pt x="200378" y="21047"/>
                    <a:pt x="204372" y="21430"/>
                    <a:pt x="208364" y="21430"/>
                  </a:cubicBezTo>
                  <a:cubicBezTo>
                    <a:pt x="209889" y="21430"/>
                    <a:pt x="211413" y="21374"/>
                    <a:pt x="212936" y="21251"/>
                  </a:cubicBezTo>
                  <a:cubicBezTo>
                    <a:pt x="218320" y="20818"/>
                    <a:pt x="223791" y="19532"/>
                    <a:pt x="228641" y="16425"/>
                  </a:cubicBezTo>
                  <a:cubicBezTo>
                    <a:pt x="230586" y="15179"/>
                    <a:pt x="232358" y="13636"/>
                    <a:pt x="233940" y="11842"/>
                  </a:cubicBezTo>
                  <a:lnTo>
                    <a:pt x="233940" y="0"/>
                  </a:ln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3"/>
            <p:cNvSpPr/>
            <p:nvPr/>
          </p:nvSpPr>
          <p:spPr>
            <a:xfrm flipH="1" rot="10800000">
              <a:off x="-88861" y="622227"/>
              <a:ext cx="5153814" cy="1015564"/>
            </a:xfrm>
            <a:custGeom>
              <a:rect b="b" l="l" r="r" t="t"/>
              <a:pathLst>
                <a:path extrusionOk="0" h="25378" w="128789">
                  <a:moveTo>
                    <a:pt x="125460" y="1"/>
                  </a:moveTo>
                  <a:cubicBezTo>
                    <a:pt x="124112" y="1"/>
                    <a:pt x="122755" y="233"/>
                    <a:pt x="121432" y="495"/>
                  </a:cubicBezTo>
                  <a:cubicBezTo>
                    <a:pt x="117708" y="1235"/>
                    <a:pt x="114038" y="2428"/>
                    <a:pt x="110408" y="3702"/>
                  </a:cubicBezTo>
                  <a:cubicBezTo>
                    <a:pt x="101528" y="6816"/>
                    <a:pt x="92732" y="10293"/>
                    <a:pt x="83787" y="13112"/>
                  </a:cubicBezTo>
                  <a:cubicBezTo>
                    <a:pt x="72182" y="16772"/>
                    <a:pt x="60329" y="19483"/>
                    <a:pt x="48340" y="19746"/>
                  </a:cubicBezTo>
                  <a:cubicBezTo>
                    <a:pt x="47589" y="19762"/>
                    <a:pt x="46838" y="19771"/>
                    <a:pt x="46087" y="19771"/>
                  </a:cubicBezTo>
                  <a:cubicBezTo>
                    <a:pt x="36277" y="19771"/>
                    <a:pt x="26528" y="18319"/>
                    <a:pt x="17277" y="13958"/>
                  </a:cubicBezTo>
                  <a:cubicBezTo>
                    <a:pt x="14817" y="12796"/>
                    <a:pt x="12434" y="11433"/>
                    <a:pt x="10052" y="10038"/>
                  </a:cubicBezTo>
                  <a:cubicBezTo>
                    <a:pt x="7467" y="8528"/>
                    <a:pt x="4765" y="7378"/>
                    <a:pt x="2106" y="6103"/>
                  </a:cubicBezTo>
                  <a:cubicBezTo>
                    <a:pt x="1402" y="5766"/>
                    <a:pt x="699" y="5418"/>
                    <a:pt x="0" y="5056"/>
                  </a:cubicBezTo>
                  <a:lnTo>
                    <a:pt x="0" y="11211"/>
                  </a:lnTo>
                  <a:cubicBezTo>
                    <a:pt x="4701" y="13100"/>
                    <a:pt x="9362" y="15161"/>
                    <a:pt x="14041" y="17090"/>
                  </a:cubicBezTo>
                  <a:cubicBezTo>
                    <a:pt x="16400" y="18063"/>
                    <a:pt x="18775" y="19117"/>
                    <a:pt x="21195" y="19846"/>
                  </a:cubicBezTo>
                  <a:cubicBezTo>
                    <a:pt x="23656" y="20587"/>
                    <a:pt x="26170" y="20896"/>
                    <a:pt x="28695" y="21030"/>
                  </a:cubicBezTo>
                  <a:cubicBezTo>
                    <a:pt x="33506" y="21285"/>
                    <a:pt x="38258" y="21488"/>
                    <a:pt x="43036" y="22348"/>
                  </a:cubicBezTo>
                  <a:cubicBezTo>
                    <a:pt x="47992" y="23241"/>
                    <a:pt x="52914" y="24461"/>
                    <a:pt x="57900" y="25055"/>
                  </a:cubicBezTo>
                  <a:cubicBezTo>
                    <a:pt x="59669" y="25266"/>
                    <a:pt x="61430" y="25377"/>
                    <a:pt x="63185" y="25377"/>
                  </a:cubicBezTo>
                  <a:cubicBezTo>
                    <a:pt x="66528" y="25377"/>
                    <a:pt x="69851" y="24974"/>
                    <a:pt x="73168" y="24091"/>
                  </a:cubicBezTo>
                  <a:cubicBezTo>
                    <a:pt x="82572" y="21585"/>
                    <a:pt x="91311" y="16379"/>
                    <a:pt x="100290" y="12209"/>
                  </a:cubicBezTo>
                  <a:cubicBezTo>
                    <a:pt x="102551" y="11159"/>
                    <a:pt x="104832" y="10174"/>
                    <a:pt x="107142" y="9317"/>
                  </a:cubicBezTo>
                  <a:cubicBezTo>
                    <a:pt x="109515" y="8437"/>
                    <a:pt x="111919" y="7831"/>
                    <a:pt x="114326" y="7132"/>
                  </a:cubicBezTo>
                  <a:cubicBezTo>
                    <a:pt x="119263" y="5699"/>
                    <a:pt x="123997" y="3389"/>
                    <a:pt x="128789" y="1350"/>
                  </a:cubicBezTo>
                  <a:cubicBezTo>
                    <a:pt x="128436" y="255"/>
                    <a:pt x="127130" y="101"/>
                    <a:pt x="126329" y="35"/>
                  </a:cubicBezTo>
                  <a:cubicBezTo>
                    <a:pt x="126040" y="12"/>
                    <a:pt x="125750" y="1"/>
                    <a:pt x="125460"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3"/>
            <p:cNvSpPr/>
            <p:nvPr/>
          </p:nvSpPr>
          <p:spPr>
            <a:xfrm flipH="1" rot="10800000">
              <a:off x="-89101" y="-787656"/>
              <a:ext cx="949935" cy="459281"/>
            </a:xfrm>
            <a:custGeom>
              <a:rect b="b" l="l" r="r" t="t"/>
              <a:pathLst>
                <a:path extrusionOk="0" h="11477" w="23738">
                  <a:moveTo>
                    <a:pt x="0" y="0"/>
                  </a:moveTo>
                  <a:lnTo>
                    <a:pt x="0" y="7277"/>
                  </a:lnTo>
                  <a:cubicBezTo>
                    <a:pt x="3475" y="8436"/>
                    <a:pt x="6937" y="9675"/>
                    <a:pt x="10474" y="10467"/>
                  </a:cubicBezTo>
                  <a:cubicBezTo>
                    <a:pt x="12599" y="10942"/>
                    <a:pt x="14945" y="11477"/>
                    <a:pt x="17230" y="11477"/>
                  </a:cubicBezTo>
                  <a:cubicBezTo>
                    <a:pt x="18607" y="11477"/>
                    <a:pt x="19963" y="11282"/>
                    <a:pt x="21233" y="10762"/>
                  </a:cubicBezTo>
                  <a:cubicBezTo>
                    <a:pt x="22964" y="10052"/>
                    <a:pt x="23737" y="8373"/>
                    <a:pt x="22783" y="6233"/>
                  </a:cubicBezTo>
                  <a:cubicBezTo>
                    <a:pt x="21854" y="4148"/>
                    <a:pt x="19780" y="3350"/>
                    <a:pt x="18049" y="2892"/>
                  </a:cubicBezTo>
                  <a:cubicBezTo>
                    <a:pt x="14044" y="1834"/>
                    <a:pt x="9964" y="2398"/>
                    <a:pt x="5923" y="1958"/>
                  </a:cubicBezTo>
                  <a:cubicBezTo>
                    <a:pt x="3848" y="1734"/>
                    <a:pt x="1868" y="1036"/>
                    <a:pt x="0"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3"/>
            <p:cNvSpPr/>
            <p:nvPr/>
          </p:nvSpPr>
          <p:spPr>
            <a:xfrm flipH="1" rot="10800000">
              <a:off x="-89101" y="-905085"/>
              <a:ext cx="9361814" cy="2217890"/>
            </a:xfrm>
            <a:custGeom>
              <a:rect b="b" l="l" r="r" t="t"/>
              <a:pathLst>
                <a:path extrusionOk="0" h="55423" w="233943">
                  <a:moveTo>
                    <a:pt x="144772" y="1"/>
                  </a:moveTo>
                  <a:cubicBezTo>
                    <a:pt x="142102" y="1"/>
                    <a:pt x="139431" y="96"/>
                    <a:pt x="136766" y="286"/>
                  </a:cubicBezTo>
                  <a:cubicBezTo>
                    <a:pt x="128012" y="909"/>
                    <a:pt x="119276" y="2552"/>
                    <a:pt x="110812" y="5489"/>
                  </a:cubicBezTo>
                  <a:cubicBezTo>
                    <a:pt x="106624" y="6944"/>
                    <a:pt x="102575" y="8874"/>
                    <a:pt x="98468" y="10653"/>
                  </a:cubicBezTo>
                  <a:cubicBezTo>
                    <a:pt x="93953" y="12609"/>
                    <a:pt x="89399" y="14424"/>
                    <a:pt x="84794" y="16010"/>
                  </a:cubicBezTo>
                  <a:cubicBezTo>
                    <a:pt x="74251" y="19642"/>
                    <a:pt x="63428" y="21981"/>
                    <a:pt x="52620" y="21981"/>
                  </a:cubicBezTo>
                  <a:cubicBezTo>
                    <a:pt x="45059" y="21981"/>
                    <a:pt x="37505" y="20836"/>
                    <a:pt x="30059" y="18189"/>
                  </a:cubicBezTo>
                  <a:cubicBezTo>
                    <a:pt x="25579" y="16596"/>
                    <a:pt x="21178" y="14667"/>
                    <a:pt x="16828" y="12578"/>
                  </a:cubicBezTo>
                  <a:cubicBezTo>
                    <a:pt x="12514" y="10509"/>
                    <a:pt x="8272" y="8266"/>
                    <a:pt x="3815" y="6712"/>
                  </a:cubicBezTo>
                  <a:cubicBezTo>
                    <a:pt x="2549" y="6272"/>
                    <a:pt x="1276" y="5888"/>
                    <a:pt x="0" y="5548"/>
                  </a:cubicBezTo>
                  <a:lnTo>
                    <a:pt x="0" y="23614"/>
                  </a:lnTo>
                  <a:cubicBezTo>
                    <a:pt x="12657" y="29572"/>
                    <a:pt x="26166" y="33013"/>
                    <a:pt x="39600" y="33024"/>
                  </a:cubicBezTo>
                  <a:cubicBezTo>
                    <a:pt x="39625" y="33024"/>
                    <a:pt x="39649" y="33024"/>
                    <a:pt x="39674" y="33024"/>
                  </a:cubicBezTo>
                  <a:cubicBezTo>
                    <a:pt x="43920" y="33024"/>
                    <a:pt x="48167" y="32654"/>
                    <a:pt x="52367" y="31843"/>
                  </a:cubicBezTo>
                  <a:cubicBezTo>
                    <a:pt x="54553" y="31420"/>
                    <a:pt x="56709" y="30737"/>
                    <a:pt x="58881" y="30217"/>
                  </a:cubicBezTo>
                  <a:cubicBezTo>
                    <a:pt x="61539" y="29579"/>
                    <a:pt x="64252" y="29008"/>
                    <a:pt x="66965" y="29005"/>
                  </a:cubicBezTo>
                  <a:cubicBezTo>
                    <a:pt x="66982" y="29005"/>
                    <a:pt x="66999" y="29005"/>
                    <a:pt x="67017" y="29005"/>
                  </a:cubicBezTo>
                  <a:cubicBezTo>
                    <a:pt x="68762" y="29005"/>
                    <a:pt x="71102" y="29156"/>
                    <a:pt x="72309" y="31005"/>
                  </a:cubicBezTo>
                  <a:cubicBezTo>
                    <a:pt x="73261" y="32464"/>
                    <a:pt x="73035" y="34779"/>
                    <a:pt x="72433" y="36381"/>
                  </a:cubicBezTo>
                  <a:cubicBezTo>
                    <a:pt x="71760" y="38175"/>
                    <a:pt x="70452" y="39418"/>
                    <a:pt x="69067" y="40261"/>
                  </a:cubicBezTo>
                  <a:cubicBezTo>
                    <a:pt x="65139" y="42655"/>
                    <a:pt x="60371" y="42850"/>
                    <a:pt x="56096" y="42852"/>
                  </a:cubicBezTo>
                  <a:cubicBezTo>
                    <a:pt x="56089" y="42852"/>
                    <a:pt x="56082" y="42852"/>
                    <a:pt x="56075" y="42852"/>
                  </a:cubicBezTo>
                  <a:cubicBezTo>
                    <a:pt x="46902" y="42852"/>
                    <a:pt x="37792" y="41022"/>
                    <a:pt x="28834" y="38660"/>
                  </a:cubicBezTo>
                  <a:cubicBezTo>
                    <a:pt x="19225" y="36125"/>
                    <a:pt x="9684" y="33151"/>
                    <a:pt x="0" y="31087"/>
                  </a:cubicBezTo>
                  <a:lnTo>
                    <a:pt x="0" y="40459"/>
                  </a:lnTo>
                  <a:cubicBezTo>
                    <a:pt x="415" y="40687"/>
                    <a:pt x="838" y="40900"/>
                    <a:pt x="1269" y="41094"/>
                  </a:cubicBezTo>
                  <a:cubicBezTo>
                    <a:pt x="3834" y="42246"/>
                    <a:pt x="6360" y="42550"/>
                    <a:pt x="9049" y="42595"/>
                  </a:cubicBezTo>
                  <a:cubicBezTo>
                    <a:pt x="11321" y="42632"/>
                    <a:pt x="13601" y="42650"/>
                    <a:pt x="15862" y="42966"/>
                  </a:cubicBezTo>
                  <a:cubicBezTo>
                    <a:pt x="17766" y="43232"/>
                    <a:pt x="19811" y="43645"/>
                    <a:pt x="21476" y="44925"/>
                  </a:cubicBezTo>
                  <a:cubicBezTo>
                    <a:pt x="22689" y="45858"/>
                    <a:pt x="23822" y="47631"/>
                    <a:pt x="23620" y="49546"/>
                  </a:cubicBezTo>
                  <a:cubicBezTo>
                    <a:pt x="23450" y="51198"/>
                    <a:pt x="22153" y="51995"/>
                    <a:pt x="21013" y="52388"/>
                  </a:cubicBezTo>
                  <a:cubicBezTo>
                    <a:pt x="19769" y="52816"/>
                    <a:pt x="18468" y="52983"/>
                    <a:pt x="17149" y="52983"/>
                  </a:cubicBezTo>
                  <a:cubicBezTo>
                    <a:pt x="14678" y="52983"/>
                    <a:pt x="12147" y="52396"/>
                    <a:pt x="9822" y="51845"/>
                  </a:cubicBezTo>
                  <a:cubicBezTo>
                    <a:pt x="6510" y="51059"/>
                    <a:pt x="3259" y="49899"/>
                    <a:pt x="0" y="48810"/>
                  </a:cubicBezTo>
                  <a:lnTo>
                    <a:pt x="0" y="54602"/>
                  </a:lnTo>
                  <a:cubicBezTo>
                    <a:pt x="5036" y="55007"/>
                    <a:pt x="10079" y="55225"/>
                    <a:pt x="15119" y="55348"/>
                  </a:cubicBezTo>
                  <a:cubicBezTo>
                    <a:pt x="17082" y="55396"/>
                    <a:pt x="19048" y="55423"/>
                    <a:pt x="21015" y="55423"/>
                  </a:cubicBezTo>
                  <a:cubicBezTo>
                    <a:pt x="29997" y="55423"/>
                    <a:pt x="38994" y="54866"/>
                    <a:pt x="47880" y="53219"/>
                  </a:cubicBezTo>
                  <a:cubicBezTo>
                    <a:pt x="52943" y="52282"/>
                    <a:pt x="58028" y="51048"/>
                    <a:pt x="62912" y="49101"/>
                  </a:cubicBezTo>
                  <a:cubicBezTo>
                    <a:pt x="67581" y="47240"/>
                    <a:pt x="72025" y="44594"/>
                    <a:pt x="76326" y="41657"/>
                  </a:cubicBezTo>
                  <a:cubicBezTo>
                    <a:pt x="84683" y="35949"/>
                    <a:pt x="92557" y="29085"/>
                    <a:pt x="101261" y="24207"/>
                  </a:cubicBezTo>
                  <a:cubicBezTo>
                    <a:pt x="110109" y="19249"/>
                    <a:pt x="119692" y="17446"/>
                    <a:pt x="129288" y="16670"/>
                  </a:cubicBezTo>
                  <a:cubicBezTo>
                    <a:pt x="132649" y="16399"/>
                    <a:pt x="136013" y="16271"/>
                    <a:pt x="139377" y="16271"/>
                  </a:cubicBezTo>
                  <a:cubicBezTo>
                    <a:pt x="157478" y="16271"/>
                    <a:pt x="175585" y="19963"/>
                    <a:pt x="193212" y="24804"/>
                  </a:cubicBezTo>
                  <a:cubicBezTo>
                    <a:pt x="203630" y="27665"/>
                    <a:pt x="214279" y="30372"/>
                    <a:pt x="224304" y="35040"/>
                  </a:cubicBezTo>
                  <a:cubicBezTo>
                    <a:pt x="227597" y="36575"/>
                    <a:pt x="230795" y="38437"/>
                    <a:pt x="233942" y="40411"/>
                  </a:cubicBezTo>
                  <a:lnTo>
                    <a:pt x="233942" y="31703"/>
                  </a:lnTo>
                  <a:cubicBezTo>
                    <a:pt x="228231" y="27859"/>
                    <a:pt x="222155" y="24807"/>
                    <a:pt x="216214" y="21705"/>
                  </a:cubicBezTo>
                  <a:cubicBezTo>
                    <a:pt x="207456" y="17134"/>
                    <a:pt x="198525" y="13002"/>
                    <a:pt x="189487" y="9410"/>
                  </a:cubicBezTo>
                  <a:cubicBezTo>
                    <a:pt x="180687" y="5912"/>
                    <a:pt x="171778" y="2926"/>
                    <a:pt x="162615" y="1437"/>
                  </a:cubicBezTo>
                  <a:cubicBezTo>
                    <a:pt x="156702" y="476"/>
                    <a:pt x="150736" y="1"/>
                    <a:pt x="144772"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3"/>
            <p:cNvSpPr/>
            <p:nvPr/>
          </p:nvSpPr>
          <p:spPr>
            <a:xfrm flipH="1" rot="10800000">
              <a:off x="4312517" y="-1778160"/>
              <a:ext cx="4960169" cy="2176352"/>
            </a:xfrm>
            <a:custGeom>
              <a:rect b="b" l="l" r="r" t="t"/>
              <a:pathLst>
                <a:path extrusionOk="0" h="54385" w="123950">
                  <a:moveTo>
                    <a:pt x="25687" y="0"/>
                  </a:moveTo>
                  <a:cubicBezTo>
                    <a:pt x="25613" y="0"/>
                    <a:pt x="25540" y="0"/>
                    <a:pt x="25467" y="0"/>
                  </a:cubicBezTo>
                  <a:cubicBezTo>
                    <a:pt x="22189" y="8"/>
                    <a:pt x="18895" y="286"/>
                    <a:pt x="15653" y="893"/>
                  </a:cubicBezTo>
                  <a:cubicBezTo>
                    <a:pt x="12106" y="1558"/>
                    <a:pt x="8455" y="2579"/>
                    <a:pt x="5276" y="4757"/>
                  </a:cubicBezTo>
                  <a:cubicBezTo>
                    <a:pt x="2358" y="6754"/>
                    <a:pt x="1" y="10011"/>
                    <a:pt x="133" y="14446"/>
                  </a:cubicBezTo>
                  <a:cubicBezTo>
                    <a:pt x="289" y="19675"/>
                    <a:pt x="3866" y="23250"/>
                    <a:pt x="7286" y="25363"/>
                  </a:cubicBezTo>
                  <a:cubicBezTo>
                    <a:pt x="11223" y="27796"/>
                    <a:pt x="15408" y="28684"/>
                    <a:pt x="19651" y="28684"/>
                  </a:cubicBezTo>
                  <a:cubicBezTo>
                    <a:pt x="25154" y="28684"/>
                    <a:pt x="30756" y="27191"/>
                    <a:pt x="36046" y="25632"/>
                  </a:cubicBezTo>
                  <a:cubicBezTo>
                    <a:pt x="41465" y="24035"/>
                    <a:pt x="46862" y="22167"/>
                    <a:pt x="52380" y="21177"/>
                  </a:cubicBezTo>
                  <a:cubicBezTo>
                    <a:pt x="56587" y="20424"/>
                    <a:pt x="60828" y="20023"/>
                    <a:pt x="65073" y="20023"/>
                  </a:cubicBezTo>
                  <a:cubicBezTo>
                    <a:pt x="66363" y="20023"/>
                    <a:pt x="67654" y="20060"/>
                    <a:pt x="68944" y="20135"/>
                  </a:cubicBezTo>
                  <a:cubicBezTo>
                    <a:pt x="79965" y="20783"/>
                    <a:pt x="90870" y="24103"/>
                    <a:pt x="100937" y="29809"/>
                  </a:cubicBezTo>
                  <a:cubicBezTo>
                    <a:pt x="105755" y="32540"/>
                    <a:pt x="110519" y="35684"/>
                    <a:pt x="114557" y="40038"/>
                  </a:cubicBezTo>
                  <a:cubicBezTo>
                    <a:pt x="118056" y="43811"/>
                    <a:pt x="120978" y="48359"/>
                    <a:pt x="123419" y="53277"/>
                  </a:cubicBezTo>
                  <a:cubicBezTo>
                    <a:pt x="123600" y="53644"/>
                    <a:pt x="123773" y="54016"/>
                    <a:pt x="123950" y="54384"/>
                  </a:cubicBezTo>
                  <a:lnTo>
                    <a:pt x="123950" y="30590"/>
                  </a:lnTo>
                  <a:cubicBezTo>
                    <a:pt x="115011" y="23740"/>
                    <a:pt x="104675" y="20070"/>
                    <a:pt x="94699" y="16430"/>
                  </a:cubicBezTo>
                  <a:cubicBezTo>
                    <a:pt x="83278" y="12265"/>
                    <a:pt x="71945" y="7950"/>
                    <a:pt x="60279" y="4996"/>
                  </a:cubicBezTo>
                  <a:cubicBezTo>
                    <a:pt x="48938" y="2125"/>
                    <a:pt x="37275" y="0"/>
                    <a:pt x="25687"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3"/>
            <p:cNvSpPr/>
            <p:nvPr/>
          </p:nvSpPr>
          <p:spPr>
            <a:xfrm flipH="1" rot="10800000">
              <a:off x="-89101" y="-2355943"/>
              <a:ext cx="4579363" cy="1972262"/>
            </a:xfrm>
            <a:custGeom>
              <a:rect b="b" l="l" r="r" t="t"/>
              <a:pathLst>
                <a:path extrusionOk="0" h="49285" w="114434">
                  <a:moveTo>
                    <a:pt x="97111" y="0"/>
                  </a:moveTo>
                  <a:cubicBezTo>
                    <a:pt x="92375" y="0"/>
                    <a:pt x="88229" y="4066"/>
                    <a:pt x="85079" y="8725"/>
                  </a:cubicBezTo>
                  <a:cubicBezTo>
                    <a:pt x="81036" y="14698"/>
                    <a:pt x="78056" y="22263"/>
                    <a:pt x="72346" y="26006"/>
                  </a:cubicBezTo>
                  <a:cubicBezTo>
                    <a:pt x="69011" y="28192"/>
                    <a:pt x="65286" y="29191"/>
                    <a:pt x="61597" y="29874"/>
                  </a:cubicBezTo>
                  <a:cubicBezTo>
                    <a:pt x="57172" y="30696"/>
                    <a:pt x="52733" y="31343"/>
                    <a:pt x="48270" y="31736"/>
                  </a:cubicBezTo>
                  <a:cubicBezTo>
                    <a:pt x="43819" y="32127"/>
                    <a:pt x="39334" y="32342"/>
                    <a:pt x="34849" y="32342"/>
                  </a:cubicBezTo>
                  <a:cubicBezTo>
                    <a:pt x="29827" y="32342"/>
                    <a:pt x="24804" y="32073"/>
                    <a:pt x="19828" y="31484"/>
                  </a:cubicBezTo>
                  <a:cubicBezTo>
                    <a:pt x="13156" y="30694"/>
                    <a:pt x="6527" y="29288"/>
                    <a:pt x="0" y="27342"/>
                  </a:cubicBezTo>
                  <a:lnTo>
                    <a:pt x="0" y="45284"/>
                  </a:lnTo>
                  <a:cubicBezTo>
                    <a:pt x="0" y="47494"/>
                    <a:pt x="1415" y="49285"/>
                    <a:pt x="3161" y="49285"/>
                  </a:cubicBezTo>
                  <a:lnTo>
                    <a:pt x="54554" y="49285"/>
                  </a:lnTo>
                  <a:cubicBezTo>
                    <a:pt x="57524" y="43691"/>
                    <a:pt x="61460" y="38933"/>
                    <a:pt x="66165" y="35699"/>
                  </a:cubicBezTo>
                  <a:cubicBezTo>
                    <a:pt x="74007" y="30307"/>
                    <a:pt x="82814" y="29860"/>
                    <a:pt x="91444" y="28199"/>
                  </a:cubicBezTo>
                  <a:cubicBezTo>
                    <a:pt x="94850" y="27544"/>
                    <a:pt x="98284" y="26656"/>
                    <a:pt x="101576" y="25345"/>
                  </a:cubicBezTo>
                  <a:cubicBezTo>
                    <a:pt x="104402" y="24220"/>
                    <a:pt x="107468" y="22637"/>
                    <a:pt x="109397" y="19658"/>
                  </a:cubicBezTo>
                  <a:cubicBezTo>
                    <a:pt x="114434" y="11884"/>
                    <a:pt x="106261" y="3395"/>
                    <a:pt x="100927" y="890"/>
                  </a:cubicBezTo>
                  <a:cubicBezTo>
                    <a:pt x="99620" y="276"/>
                    <a:pt x="98345" y="0"/>
                    <a:pt x="97111"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3"/>
            <p:cNvSpPr/>
            <p:nvPr/>
          </p:nvSpPr>
          <p:spPr>
            <a:xfrm flipH="1" rot="10800000">
              <a:off x="2774626" y="-2355960"/>
              <a:ext cx="4319449" cy="712432"/>
            </a:xfrm>
            <a:custGeom>
              <a:rect b="b" l="l" r="r" t="t"/>
              <a:pathLst>
                <a:path extrusionOk="0" h="17803" w="107939">
                  <a:moveTo>
                    <a:pt x="27543" y="0"/>
                  </a:moveTo>
                  <a:cubicBezTo>
                    <a:pt x="27240" y="0"/>
                    <a:pt x="26937" y="6"/>
                    <a:pt x="26634" y="18"/>
                  </a:cubicBezTo>
                  <a:cubicBezTo>
                    <a:pt x="24027" y="121"/>
                    <a:pt x="21392" y="745"/>
                    <a:pt x="19094" y="2364"/>
                  </a:cubicBezTo>
                  <a:cubicBezTo>
                    <a:pt x="18481" y="2797"/>
                    <a:pt x="16577" y="4050"/>
                    <a:pt x="17537" y="5118"/>
                  </a:cubicBezTo>
                  <a:cubicBezTo>
                    <a:pt x="18117" y="5762"/>
                    <a:pt x="19161" y="5928"/>
                    <a:pt x="19890" y="6091"/>
                  </a:cubicBezTo>
                  <a:cubicBezTo>
                    <a:pt x="23855" y="6979"/>
                    <a:pt x="27949" y="6569"/>
                    <a:pt x="31949" y="6998"/>
                  </a:cubicBezTo>
                  <a:cubicBezTo>
                    <a:pt x="35180" y="7344"/>
                    <a:pt x="39652" y="7834"/>
                    <a:pt x="41798" y="11379"/>
                  </a:cubicBezTo>
                  <a:cubicBezTo>
                    <a:pt x="41873" y="11504"/>
                    <a:pt x="41874" y="11697"/>
                    <a:pt x="41748" y="11777"/>
                  </a:cubicBezTo>
                  <a:cubicBezTo>
                    <a:pt x="40684" y="12461"/>
                    <a:pt x="39488" y="12703"/>
                    <a:pt x="38262" y="12703"/>
                  </a:cubicBezTo>
                  <a:cubicBezTo>
                    <a:pt x="36542" y="12703"/>
                    <a:pt x="34763" y="12227"/>
                    <a:pt x="33207" y="11823"/>
                  </a:cubicBezTo>
                  <a:cubicBezTo>
                    <a:pt x="31601" y="11407"/>
                    <a:pt x="30013" y="10894"/>
                    <a:pt x="28412" y="10466"/>
                  </a:cubicBezTo>
                  <a:cubicBezTo>
                    <a:pt x="26593" y="9980"/>
                    <a:pt x="24742" y="9711"/>
                    <a:pt x="22919" y="9248"/>
                  </a:cubicBezTo>
                  <a:cubicBezTo>
                    <a:pt x="18811" y="8207"/>
                    <a:pt x="14751" y="6811"/>
                    <a:pt x="10581" y="6185"/>
                  </a:cubicBezTo>
                  <a:cubicBezTo>
                    <a:pt x="9499" y="6023"/>
                    <a:pt x="8286" y="5852"/>
                    <a:pt x="7075" y="5852"/>
                  </a:cubicBezTo>
                  <a:cubicBezTo>
                    <a:pt x="5505" y="5852"/>
                    <a:pt x="3938" y="6139"/>
                    <a:pt x="2667" y="7101"/>
                  </a:cubicBezTo>
                  <a:cubicBezTo>
                    <a:pt x="702" y="8588"/>
                    <a:pt x="1" y="12230"/>
                    <a:pt x="827" y="14868"/>
                  </a:cubicBezTo>
                  <a:cubicBezTo>
                    <a:pt x="1191" y="16035"/>
                    <a:pt x="1835" y="16995"/>
                    <a:pt x="2588" y="17803"/>
                  </a:cubicBezTo>
                  <a:lnTo>
                    <a:pt x="107349" y="17803"/>
                  </a:lnTo>
                  <a:cubicBezTo>
                    <a:pt x="107939" y="14229"/>
                    <a:pt x="104542" y="9947"/>
                    <a:pt x="102361" y="8404"/>
                  </a:cubicBezTo>
                  <a:cubicBezTo>
                    <a:pt x="99751" y="6560"/>
                    <a:pt x="96718" y="5974"/>
                    <a:pt x="93716" y="5974"/>
                  </a:cubicBezTo>
                  <a:cubicBezTo>
                    <a:pt x="92496" y="5974"/>
                    <a:pt x="91282" y="6070"/>
                    <a:pt x="90103" y="6219"/>
                  </a:cubicBezTo>
                  <a:cubicBezTo>
                    <a:pt x="87978" y="6486"/>
                    <a:pt x="85895" y="7048"/>
                    <a:pt x="83786" y="7444"/>
                  </a:cubicBezTo>
                  <a:cubicBezTo>
                    <a:pt x="81051" y="7961"/>
                    <a:pt x="78295" y="8278"/>
                    <a:pt x="75534" y="8442"/>
                  </a:cubicBezTo>
                  <a:cubicBezTo>
                    <a:pt x="74026" y="8532"/>
                    <a:pt x="72516" y="8576"/>
                    <a:pt x="71005" y="8576"/>
                  </a:cubicBezTo>
                  <a:cubicBezTo>
                    <a:pt x="66567" y="8576"/>
                    <a:pt x="62125" y="8194"/>
                    <a:pt x="57730" y="7447"/>
                  </a:cubicBezTo>
                  <a:cubicBezTo>
                    <a:pt x="52546" y="6565"/>
                    <a:pt x="47524" y="4962"/>
                    <a:pt x="42478" y="3264"/>
                  </a:cubicBezTo>
                  <a:cubicBezTo>
                    <a:pt x="37619" y="1632"/>
                    <a:pt x="32605" y="0"/>
                    <a:pt x="27543"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3"/>
            <p:cNvSpPr/>
            <p:nvPr/>
          </p:nvSpPr>
          <p:spPr>
            <a:xfrm flipH="1" rot="10800000">
              <a:off x="8048796" y="-2356200"/>
              <a:ext cx="658408" cy="716833"/>
            </a:xfrm>
            <a:custGeom>
              <a:rect b="b" l="l" r="r" t="t"/>
              <a:pathLst>
                <a:path extrusionOk="0" h="17913" w="16453">
                  <a:moveTo>
                    <a:pt x="3031" y="0"/>
                  </a:moveTo>
                  <a:cubicBezTo>
                    <a:pt x="3004" y="0"/>
                    <a:pt x="2977" y="1"/>
                    <a:pt x="2950" y="2"/>
                  </a:cubicBezTo>
                  <a:cubicBezTo>
                    <a:pt x="1" y="132"/>
                    <a:pt x="2474" y="3624"/>
                    <a:pt x="3374" y="4819"/>
                  </a:cubicBezTo>
                  <a:cubicBezTo>
                    <a:pt x="5353" y="7446"/>
                    <a:pt x="8065" y="13097"/>
                    <a:pt x="8485" y="17912"/>
                  </a:cubicBezTo>
                  <a:lnTo>
                    <a:pt x="16452" y="17912"/>
                  </a:lnTo>
                  <a:cubicBezTo>
                    <a:pt x="15488" y="16742"/>
                    <a:pt x="14559" y="15523"/>
                    <a:pt x="13682" y="14232"/>
                  </a:cubicBezTo>
                  <a:cubicBezTo>
                    <a:pt x="11356" y="10805"/>
                    <a:pt x="9597" y="6836"/>
                    <a:pt x="7171" y="3507"/>
                  </a:cubicBezTo>
                  <a:cubicBezTo>
                    <a:pt x="6176" y="2144"/>
                    <a:pt x="4651" y="0"/>
                    <a:pt x="3031"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3"/>
            <p:cNvSpPr/>
            <p:nvPr/>
          </p:nvSpPr>
          <p:spPr>
            <a:xfrm flipH="1" rot="10800000">
              <a:off x="4946282" y="-2356029"/>
              <a:ext cx="4326332" cy="1547277"/>
            </a:xfrm>
            <a:custGeom>
              <a:rect b="b" l="l" r="r" t="t"/>
              <a:pathLst>
                <a:path extrusionOk="0" h="38665" w="108111">
                  <a:moveTo>
                    <a:pt x="45814" y="1"/>
                  </a:moveTo>
                  <a:cubicBezTo>
                    <a:pt x="35137" y="1"/>
                    <a:pt x="24388" y="2076"/>
                    <a:pt x="14090" y="5571"/>
                  </a:cubicBezTo>
                  <a:cubicBezTo>
                    <a:pt x="10624" y="6748"/>
                    <a:pt x="7061" y="8059"/>
                    <a:pt x="3946" y="10366"/>
                  </a:cubicBezTo>
                  <a:cubicBezTo>
                    <a:pt x="2615" y="11352"/>
                    <a:pt x="1078" y="12695"/>
                    <a:pt x="565" y="14641"/>
                  </a:cubicBezTo>
                  <a:cubicBezTo>
                    <a:pt x="1" y="16782"/>
                    <a:pt x="1151" y="18845"/>
                    <a:pt x="2414" y="20142"/>
                  </a:cubicBezTo>
                  <a:cubicBezTo>
                    <a:pt x="4524" y="22313"/>
                    <a:pt x="7328" y="22930"/>
                    <a:pt x="10110" y="22930"/>
                  </a:cubicBezTo>
                  <a:cubicBezTo>
                    <a:pt x="11691" y="22930"/>
                    <a:pt x="13266" y="22730"/>
                    <a:pt x="14702" y="22504"/>
                  </a:cubicBezTo>
                  <a:cubicBezTo>
                    <a:pt x="19304" y="21780"/>
                    <a:pt x="23791" y="20252"/>
                    <a:pt x="28307" y="18979"/>
                  </a:cubicBezTo>
                  <a:cubicBezTo>
                    <a:pt x="31469" y="18088"/>
                    <a:pt x="34583" y="17727"/>
                    <a:pt x="37812" y="17553"/>
                  </a:cubicBezTo>
                  <a:cubicBezTo>
                    <a:pt x="39567" y="17460"/>
                    <a:pt x="41324" y="17409"/>
                    <a:pt x="43081" y="17409"/>
                  </a:cubicBezTo>
                  <a:cubicBezTo>
                    <a:pt x="45289" y="17409"/>
                    <a:pt x="47497" y="17490"/>
                    <a:pt x="49701" y="17670"/>
                  </a:cubicBezTo>
                  <a:cubicBezTo>
                    <a:pt x="53900" y="18013"/>
                    <a:pt x="58120" y="18692"/>
                    <a:pt x="62182" y="20121"/>
                  </a:cubicBezTo>
                  <a:cubicBezTo>
                    <a:pt x="65643" y="21338"/>
                    <a:pt x="69140" y="23140"/>
                    <a:pt x="71836" y="26229"/>
                  </a:cubicBezTo>
                  <a:cubicBezTo>
                    <a:pt x="74556" y="29344"/>
                    <a:pt x="76197" y="34210"/>
                    <a:pt x="75759" y="38664"/>
                  </a:cubicBezTo>
                  <a:lnTo>
                    <a:pt x="85535" y="38664"/>
                  </a:lnTo>
                  <a:cubicBezTo>
                    <a:pt x="85296" y="35981"/>
                    <a:pt x="84353" y="33119"/>
                    <a:pt x="83500" y="31067"/>
                  </a:cubicBezTo>
                  <a:cubicBezTo>
                    <a:pt x="82723" y="29197"/>
                    <a:pt x="81831" y="27538"/>
                    <a:pt x="80681" y="26012"/>
                  </a:cubicBezTo>
                  <a:cubicBezTo>
                    <a:pt x="79935" y="25023"/>
                    <a:pt x="78306" y="23246"/>
                    <a:pt x="78633" y="21650"/>
                  </a:cubicBezTo>
                  <a:cubicBezTo>
                    <a:pt x="78840" y="20643"/>
                    <a:pt x="79649" y="20281"/>
                    <a:pt x="80449" y="20281"/>
                  </a:cubicBezTo>
                  <a:cubicBezTo>
                    <a:pt x="80893" y="20281"/>
                    <a:pt x="81334" y="20392"/>
                    <a:pt x="81670" y="20567"/>
                  </a:cubicBezTo>
                  <a:cubicBezTo>
                    <a:pt x="83214" y="21372"/>
                    <a:pt x="84460" y="23111"/>
                    <a:pt x="85532" y="24674"/>
                  </a:cubicBezTo>
                  <a:cubicBezTo>
                    <a:pt x="88081" y="28395"/>
                    <a:pt x="90008" y="32694"/>
                    <a:pt x="92680" y="36288"/>
                  </a:cubicBezTo>
                  <a:cubicBezTo>
                    <a:pt x="93289" y="37105"/>
                    <a:pt x="93919" y="37895"/>
                    <a:pt x="94562" y="38663"/>
                  </a:cubicBezTo>
                  <a:lnTo>
                    <a:pt x="104952" y="38663"/>
                  </a:lnTo>
                  <a:cubicBezTo>
                    <a:pt x="106677" y="38663"/>
                    <a:pt x="108077" y="36912"/>
                    <a:pt x="108110" y="34738"/>
                  </a:cubicBezTo>
                  <a:cubicBezTo>
                    <a:pt x="104684" y="32047"/>
                    <a:pt x="101346" y="29175"/>
                    <a:pt x="98018" y="26250"/>
                  </a:cubicBezTo>
                  <a:cubicBezTo>
                    <a:pt x="92264" y="21194"/>
                    <a:pt x="86645" y="15791"/>
                    <a:pt x="80705" y="11085"/>
                  </a:cubicBezTo>
                  <a:cubicBezTo>
                    <a:pt x="70628" y="3099"/>
                    <a:pt x="58598" y="156"/>
                    <a:pt x="46845" y="7"/>
                  </a:cubicBezTo>
                  <a:cubicBezTo>
                    <a:pt x="46501" y="3"/>
                    <a:pt x="46158" y="1"/>
                    <a:pt x="45814"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3"/>
            <p:cNvSpPr/>
            <p:nvPr/>
          </p:nvSpPr>
          <p:spPr>
            <a:xfrm flipH="1" rot="10800000">
              <a:off x="5076700" y="4430817"/>
              <a:ext cx="4335896" cy="796099"/>
            </a:xfrm>
            <a:custGeom>
              <a:rect b="b" l="l" r="r" t="t"/>
              <a:pathLst>
                <a:path extrusionOk="0" h="27758" w="108350">
                  <a:moveTo>
                    <a:pt x="51648" y="1"/>
                  </a:moveTo>
                  <a:cubicBezTo>
                    <a:pt x="50846" y="407"/>
                    <a:pt x="50018" y="729"/>
                    <a:pt x="49203" y="1014"/>
                  </a:cubicBezTo>
                  <a:cubicBezTo>
                    <a:pt x="42065" y="3506"/>
                    <a:pt x="34586" y="3501"/>
                    <a:pt x="27241" y="3584"/>
                  </a:cubicBezTo>
                  <a:cubicBezTo>
                    <a:pt x="20757" y="3656"/>
                    <a:pt x="14163" y="3777"/>
                    <a:pt x="7797" y="5515"/>
                  </a:cubicBezTo>
                  <a:cubicBezTo>
                    <a:pt x="5715" y="6083"/>
                    <a:pt x="3438" y="6902"/>
                    <a:pt x="1858" y="8814"/>
                  </a:cubicBezTo>
                  <a:cubicBezTo>
                    <a:pt x="0" y="11058"/>
                    <a:pt x="83" y="14195"/>
                    <a:pt x="776" y="17107"/>
                  </a:cubicBezTo>
                  <a:cubicBezTo>
                    <a:pt x="2438" y="24097"/>
                    <a:pt x="7861" y="27758"/>
                    <a:pt x="13371" y="27758"/>
                  </a:cubicBezTo>
                  <a:cubicBezTo>
                    <a:pt x="13681" y="27758"/>
                    <a:pt x="13992" y="27746"/>
                    <a:pt x="14303" y="27723"/>
                  </a:cubicBezTo>
                  <a:cubicBezTo>
                    <a:pt x="20922" y="27226"/>
                    <a:pt x="26485" y="22282"/>
                    <a:pt x="32673" y="19847"/>
                  </a:cubicBezTo>
                  <a:cubicBezTo>
                    <a:pt x="36195" y="18461"/>
                    <a:pt x="39879" y="17578"/>
                    <a:pt x="43501" y="16728"/>
                  </a:cubicBezTo>
                  <a:cubicBezTo>
                    <a:pt x="47244" y="15849"/>
                    <a:pt x="51012" y="15131"/>
                    <a:pt x="54789" y="14515"/>
                  </a:cubicBezTo>
                  <a:cubicBezTo>
                    <a:pt x="62223" y="13302"/>
                    <a:pt x="69695" y="12486"/>
                    <a:pt x="77160" y="11610"/>
                  </a:cubicBezTo>
                  <a:cubicBezTo>
                    <a:pt x="86796" y="10479"/>
                    <a:pt x="96503" y="9420"/>
                    <a:pt x="106195" y="9420"/>
                  </a:cubicBezTo>
                  <a:cubicBezTo>
                    <a:pt x="106913" y="9420"/>
                    <a:pt x="107630" y="9426"/>
                    <a:pt x="108348" y="9438"/>
                  </a:cubicBezTo>
                  <a:lnTo>
                    <a:pt x="108348" y="4002"/>
                  </a:lnTo>
                  <a:cubicBezTo>
                    <a:pt x="108350" y="1793"/>
                    <a:pt x="106935" y="1"/>
                    <a:pt x="105190" y="1"/>
                  </a:cubicBezTo>
                  <a:lnTo>
                    <a:pt x="90762" y="1"/>
                  </a:lnTo>
                  <a:cubicBezTo>
                    <a:pt x="89703" y="1934"/>
                    <a:pt x="88395" y="3470"/>
                    <a:pt x="86599" y="4557"/>
                  </a:cubicBezTo>
                  <a:cubicBezTo>
                    <a:pt x="83877" y="6208"/>
                    <a:pt x="80880" y="7099"/>
                    <a:pt x="77918" y="7745"/>
                  </a:cubicBezTo>
                  <a:cubicBezTo>
                    <a:pt x="74349" y="8524"/>
                    <a:pt x="70756" y="9202"/>
                    <a:pt x="67162" y="9801"/>
                  </a:cubicBezTo>
                  <a:cubicBezTo>
                    <a:pt x="59627" y="11058"/>
                    <a:pt x="52047" y="11784"/>
                    <a:pt x="44534" y="13253"/>
                  </a:cubicBezTo>
                  <a:cubicBezTo>
                    <a:pt x="40916" y="13963"/>
                    <a:pt x="37300" y="14822"/>
                    <a:pt x="33793" y="16179"/>
                  </a:cubicBezTo>
                  <a:cubicBezTo>
                    <a:pt x="31120" y="17214"/>
                    <a:pt x="28648" y="18964"/>
                    <a:pt x="26050" y="20259"/>
                  </a:cubicBezTo>
                  <a:cubicBezTo>
                    <a:pt x="24092" y="21236"/>
                    <a:pt x="21957" y="22126"/>
                    <a:pt x="19819" y="22126"/>
                  </a:cubicBezTo>
                  <a:cubicBezTo>
                    <a:pt x="19398" y="22126"/>
                    <a:pt x="18976" y="22091"/>
                    <a:pt x="18556" y="22016"/>
                  </a:cubicBezTo>
                  <a:cubicBezTo>
                    <a:pt x="16742" y="21690"/>
                    <a:pt x="14667" y="20360"/>
                    <a:pt x="13727" y="18271"/>
                  </a:cubicBezTo>
                  <a:cubicBezTo>
                    <a:pt x="12111" y="14673"/>
                    <a:pt x="16343" y="12032"/>
                    <a:pt x="18335" y="10924"/>
                  </a:cubicBezTo>
                  <a:cubicBezTo>
                    <a:pt x="29038" y="4972"/>
                    <a:pt x="41116" y="7214"/>
                    <a:pt x="52462" y="6363"/>
                  </a:cubicBezTo>
                  <a:cubicBezTo>
                    <a:pt x="56489" y="6062"/>
                    <a:pt x="60477" y="5377"/>
                    <a:pt x="64377" y="4066"/>
                  </a:cubicBezTo>
                  <a:cubicBezTo>
                    <a:pt x="66858" y="3233"/>
                    <a:pt x="69388" y="2647"/>
                    <a:pt x="71900" y="1973"/>
                  </a:cubicBezTo>
                  <a:cubicBezTo>
                    <a:pt x="74066" y="1391"/>
                    <a:pt x="76235" y="775"/>
                    <a:pt x="78366"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3"/>
            <p:cNvSpPr/>
            <p:nvPr/>
          </p:nvSpPr>
          <p:spPr>
            <a:xfrm flipH="1" rot="10800000">
              <a:off x="-97224" y="3973736"/>
              <a:ext cx="3996027" cy="864218"/>
            </a:xfrm>
            <a:custGeom>
              <a:rect b="b" l="l" r="r" t="t"/>
              <a:pathLst>
                <a:path extrusionOk="0" h="21596" w="99857">
                  <a:moveTo>
                    <a:pt x="65198" y="399"/>
                  </a:moveTo>
                  <a:cubicBezTo>
                    <a:pt x="72321" y="399"/>
                    <a:pt x="79621" y="1791"/>
                    <a:pt x="86922" y="4550"/>
                  </a:cubicBezTo>
                  <a:cubicBezTo>
                    <a:pt x="89575" y="5554"/>
                    <a:pt x="92653" y="6864"/>
                    <a:pt x="95348" y="8979"/>
                  </a:cubicBezTo>
                  <a:cubicBezTo>
                    <a:pt x="98235" y="11247"/>
                    <a:pt x="99428" y="13677"/>
                    <a:pt x="98898" y="16206"/>
                  </a:cubicBezTo>
                  <a:cubicBezTo>
                    <a:pt x="98311" y="18994"/>
                    <a:pt x="95759" y="19972"/>
                    <a:pt x="93599" y="20511"/>
                  </a:cubicBezTo>
                  <a:cubicBezTo>
                    <a:pt x="91491" y="21039"/>
                    <a:pt x="89309" y="21193"/>
                    <a:pt x="87246" y="21193"/>
                  </a:cubicBezTo>
                  <a:cubicBezTo>
                    <a:pt x="86217" y="21193"/>
                    <a:pt x="85218" y="21155"/>
                    <a:pt x="84273" y="21106"/>
                  </a:cubicBezTo>
                  <a:cubicBezTo>
                    <a:pt x="78503" y="20800"/>
                    <a:pt x="72921" y="19852"/>
                    <a:pt x="67683" y="18295"/>
                  </a:cubicBezTo>
                  <a:cubicBezTo>
                    <a:pt x="64541" y="17362"/>
                    <a:pt x="61400" y="16083"/>
                    <a:pt x="58362" y="14847"/>
                  </a:cubicBezTo>
                  <a:cubicBezTo>
                    <a:pt x="53266" y="12773"/>
                    <a:pt x="47995" y="10628"/>
                    <a:pt x="42530" y="10025"/>
                  </a:cubicBezTo>
                  <a:cubicBezTo>
                    <a:pt x="41682" y="9932"/>
                    <a:pt x="40859" y="9885"/>
                    <a:pt x="40058" y="9885"/>
                  </a:cubicBezTo>
                  <a:cubicBezTo>
                    <a:pt x="36646" y="9885"/>
                    <a:pt x="33636" y="10728"/>
                    <a:pt x="31087" y="12400"/>
                  </a:cubicBezTo>
                  <a:cubicBezTo>
                    <a:pt x="26728" y="15269"/>
                    <a:pt x="22197" y="17122"/>
                    <a:pt x="17235" y="18071"/>
                  </a:cubicBezTo>
                  <a:cubicBezTo>
                    <a:pt x="13172" y="18848"/>
                    <a:pt x="9086" y="19070"/>
                    <a:pt x="5424" y="19070"/>
                  </a:cubicBezTo>
                  <a:cubicBezTo>
                    <a:pt x="3631" y="19070"/>
                    <a:pt x="1941" y="19017"/>
                    <a:pt x="403" y="18949"/>
                  </a:cubicBezTo>
                  <a:lnTo>
                    <a:pt x="403" y="11532"/>
                  </a:lnTo>
                  <a:cubicBezTo>
                    <a:pt x="2361" y="12661"/>
                    <a:pt x="4594" y="13456"/>
                    <a:pt x="7045" y="13900"/>
                  </a:cubicBezTo>
                  <a:cubicBezTo>
                    <a:pt x="8672" y="14195"/>
                    <a:pt x="10356" y="14343"/>
                    <a:pt x="12121" y="14343"/>
                  </a:cubicBezTo>
                  <a:cubicBezTo>
                    <a:pt x="13968" y="14343"/>
                    <a:pt x="15904" y="14181"/>
                    <a:pt x="17957" y="13858"/>
                  </a:cubicBezTo>
                  <a:cubicBezTo>
                    <a:pt x="23076" y="13055"/>
                    <a:pt x="27790" y="10978"/>
                    <a:pt x="32121" y="8853"/>
                  </a:cubicBezTo>
                  <a:lnTo>
                    <a:pt x="32595" y="8620"/>
                  </a:lnTo>
                  <a:cubicBezTo>
                    <a:pt x="37243" y="6337"/>
                    <a:pt x="42049" y="3980"/>
                    <a:pt x="47066" y="2784"/>
                  </a:cubicBezTo>
                  <a:cubicBezTo>
                    <a:pt x="53031" y="1361"/>
                    <a:pt x="58397" y="590"/>
                    <a:pt x="63469" y="426"/>
                  </a:cubicBezTo>
                  <a:cubicBezTo>
                    <a:pt x="64044" y="408"/>
                    <a:pt x="64620" y="399"/>
                    <a:pt x="65198" y="399"/>
                  </a:cubicBezTo>
                  <a:close/>
                  <a:moveTo>
                    <a:pt x="65203" y="1"/>
                  </a:moveTo>
                  <a:cubicBezTo>
                    <a:pt x="64619" y="1"/>
                    <a:pt x="64036" y="10"/>
                    <a:pt x="63455" y="29"/>
                  </a:cubicBezTo>
                  <a:cubicBezTo>
                    <a:pt x="58355" y="192"/>
                    <a:pt x="52963" y="968"/>
                    <a:pt x="46970" y="2396"/>
                  </a:cubicBezTo>
                  <a:cubicBezTo>
                    <a:pt x="41911" y="3604"/>
                    <a:pt x="37084" y="5971"/>
                    <a:pt x="32416" y="8263"/>
                  </a:cubicBezTo>
                  <a:lnTo>
                    <a:pt x="31942" y="8496"/>
                  </a:lnTo>
                  <a:cubicBezTo>
                    <a:pt x="27640" y="10606"/>
                    <a:pt x="22957" y="12670"/>
                    <a:pt x="17892" y="13466"/>
                  </a:cubicBezTo>
                  <a:cubicBezTo>
                    <a:pt x="15860" y="13785"/>
                    <a:pt x="13946" y="13945"/>
                    <a:pt x="12120" y="13945"/>
                  </a:cubicBezTo>
                  <a:cubicBezTo>
                    <a:pt x="10379" y="13945"/>
                    <a:pt x="8719" y="13799"/>
                    <a:pt x="7116" y="13508"/>
                  </a:cubicBezTo>
                  <a:cubicBezTo>
                    <a:pt x="4584" y="13050"/>
                    <a:pt x="2294" y="12211"/>
                    <a:pt x="305" y="11012"/>
                  </a:cubicBezTo>
                  <a:lnTo>
                    <a:pt x="0" y="10828"/>
                  </a:lnTo>
                  <a:lnTo>
                    <a:pt x="0" y="19337"/>
                  </a:lnTo>
                  <a:lnTo>
                    <a:pt x="193" y="19345"/>
                  </a:lnTo>
                  <a:cubicBezTo>
                    <a:pt x="1788" y="19417"/>
                    <a:pt x="3552" y="19474"/>
                    <a:pt x="5427" y="19474"/>
                  </a:cubicBezTo>
                  <a:cubicBezTo>
                    <a:pt x="9110" y="19474"/>
                    <a:pt x="13220" y="19251"/>
                    <a:pt x="17311" y="18469"/>
                  </a:cubicBezTo>
                  <a:cubicBezTo>
                    <a:pt x="22324" y="17509"/>
                    <a:pt x="26904" y="15636"/>
                    <a:pt x="31309" y="12740"/>
                  </a:cubicBezTo>
                  <a:cubicBezTo>
                    <a:pt x="33791" y="11110"/>
                    <a:pt x="36725" y="10287"/>
                    <a:pt x="40058" y="10287"/>
                  </a:cubicBezTo>
                  <a:cubicBezTo>
                    <a:pt x="40845" y="10287"/>
                    <a:pt x="41654" y="10333"/>
                    <a:pt x="42485" y="10425"/>
                  </a:cubicBezTo>
                  <a:cubicBezTo>
                    <a:pt x="47895" y="11021"/>
                    <a:pt x="53139" y="13156"/>
                    <a:pt x="58211" y="15220"/>
                  </a:cubicBezTo>
                  <a:cubicBezTo>
                    <a:pt x="61257" y="16459"/>
                    <a:pt x="64408" y="17742"/>
                    <a:pt x="67568" y="18681"/>
                  </a:cubicBezTo>
                  <a:cubicBezTo>
                    <a:pt x="72838" y="20248"/>
                    <a:pt x="78452" y="21200"/>
                    <a:pt x="84253" y="21507"/>
                  </a:cubicBezTo>
                  <a:cubicBezTo>
                    <a:pt x="85207" y="21557"/>
                    <a:pt x="86216" y="21596"/>
                    <a:pt x="87255" y="21596"/>
                  </a:cubicBezTo>
                  <a:cubicBezTo>
                    <a:pt x="89341" y="21596"/>
                    <a:pt x="91554" y="21438"/>
                    <a:pt x="93697" y="20904"/>
                  </a:cubicBezTo>
                  <a:cubicBezTo>
                    <a:pt x="95795" y="20381"/>
                    <a:pt x="98654" y="19332"/>
                    <a:pt x="99293" y="16292"/>
                  </a:cubicBezTo>
                  <a:cubicBezTo>
                    <a:pt x="99857" y="13600"/>
                    <a:pt x="98614" y="11035"/>
                    <a:pt x="95596" y="8666"/>
                  </a:cubicBezTo>
                  <a:cubicBezTo>
                    <a:pt x="92859" y="6520"/>
                    <a:pt x="89747" y="5193"/>
                    <a:pt x="87062" y="4178"/>
                  </a:cubicBezTo>
                  <a:cubicBezTo>
                    <a:pt x="79719" y="1402"/>
                    <a:pt x="72371" y="1"/>
                    <a:pt x="652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 name="Google Shape;1060;p33"/>
            <p:cNvGrpSpPr/>
            <p:nvPr/>
          </p:nvGrpSpPr>
          <p:grpSpPr>
            <a:xfrm>
              <a:off x="-97224" y="3233178"/>
              <a:ext cx="9377821" cy="2147740"/>
              <a:chOff x="-97224" y="3233178"/>
              <a:chExt cx="9377821" cy="2147740"/>
            </a:xfrm>
          </p:grpSpPr>
          <p:sp>
            <p:nvSpPr>
              <p:cNvPr id="1061" name="Google Shape;1061;p33"/>
              <p:cNvSpPr/>
              <p:nvPr/>
            </p:nvSpPr>
            <p:spPr>
              <a:xfrm flipH="1" rot="10800000">
                <a:off x="-89101" y="3233178"/>
                <a:ext cx="9361814" cy="2075187"/>
              </a:xfrm>
              <a:custGeom>
                <a:rect b="b" l="l" r="r" t="t"/>
                <a:pathLst>
                  <a:path extrusionOk="0" h="51857" w="233943">
                    <a:moveTo>
                      <a:pt x="114254" y="0"/>
                    </a:moveTo>
                    <a:cubicBezTo>
                      <a:pt x="113814" y="3337"/>
                      <a:pt x="107760" y="3970"/>
                      <a:pt x="105882" y="4185"/>
                    </a:cubicBezTo>
                    <a:cubicBezTo>
                      <a:pt x="103480" y="4463"/>
                      <a:pt x="101037" y="4580"/>
                      <a:pt x="98593" y="4580"/>
                    </a:cubicBezTo>
                    <a:cubicBezTo>
                      <a:pt x="96187" y="4580"/>
                      <a:pt x="93780" y="4466"/>
                      <a:pt x="91413" y="4277"/>
                    </a:cubicBezTo>
                    <a:cubicBezTo>
                      <a:pt x="83262" y="3622"/>
                      <a:pt x="75254" y="1586"/>
                      <a:pt x="67197" y="2"/>
                    </a:cubicBezTo>
                    <a:lnTo>
                      <a:pt x="3161" y="2"/>
                    </a:lnTo>
                    <a:cubicBezTo>
                      <a:pt x="1415" y="2"/>
                      <a:pt x="0" y="1794"/>
                      <a:pt x="0" y="4003"/>
                    </a:cubicBezTo>
                    <a:lnTo>
                      <a:pt x="0" y="12983"/>
                    </a:lnTo>
                    <a:cubicBezTo>
                      <a:pt x="752" y="13703"/>
                      <a:pt x="1532" y="14304"/>
                      <a:pt x="2202" y="14753"/>
                    </a:cubicBezTo>
                    <a:cubicBezTo>
                      <a:pt x="5867" y="17202"/>
                      <a:pt x="10108" y="17905"/>
                      <a:pt x="14266" y="17905"/>
                    </a:cubicBezTo>
                    <a:cubicBezTo>
                      <a:pt x="15542" y="17905"/>
                      <a:pt x="16811" y="17839"/>
                      <a:pt x="18052" y="17736"/>
                    </a:cubicBezTo>
                    <a:cubicBezTo>
                      <a:pt x="23329" y="17301"/>
                      <a:pt x="28524" y="16026"/>
                      <a:pt x="33704" y="14740"/>
                    </a:cubicBezTo>
                    <a:cubicBezTo>
                      <a:pt x="40948" y="12940"/>
                      <a:pt x="48135" y="10828"/>
                      <a:pt x="55442" y="9439"/>
                    </a:cubicBezTo>
                    <a:cubicBezTo>
                      <a:pt x="61321" y="8322"/>
                      <a:pt x="67233" y="7670"/>
                      <a:pt x="73167" y="7670"/>
                    </a:cubicBezTo>
                    <a:cubicBezTo>
                      <a:pt x="74688" y="7670"/>
                      <a:pt x="76210" y="7713"/>
                      <a:pt x="77734" y="7802"/>
                    </a:cubicBezTo>
                    <a:cubicBezTo>
                      <a:pt x="85106" y="8232"/>
                      <a:pt x="92423" y="9785"/>
                      <a:pt x="99530" y="12287"/>
                    </a:cubicBezTo>
                    <a:cubicBezTo>
                      <a:pt x="102317" y="13268"/>
                      <a:pt x="105115" y="14314"/>
                      <a:pt x="107858" y="15489"/>
                    </a:cubicBezTo>
                    <a:cubicBezTo>
                      <a:pt x="110332" y="16548"/>
                      <a:pt x="112809" y="17789"/>
                      <a:pt x="115004" y="19608"/>
                    </a:cubicBezTo>
                    <a:cubicBezTo>
                      <a:pt x="117824" y="21944"/>
                      <a:pt x="120303" y="25852"/>
                      <a:pt x="120226" y="30339"/>
                    </a:cubicBezTo>
                    <a:cubicBezTo>
                      <a:pt x="120101" y="37466"/>
                      <a:pt x="112935" y="40330"/>
                      <a:pt x="108516" y="41748"/>
                    </a:cubicBezTo>
                    <a:cubicBezTo>
                      <a:pt x="101630" y="43955"/>
                      <a:pt x="94414" y="44564"/>
                      <a:pt x="87337" y="44821"/>
                    </a:cubicBezTo>
                    <a:cubicBezTo>
                      <a:pt x="84855" y="44912"/>
                      <a:pt x="82371" y="44958"/>
                      <a:pt x="79887" y="44958"/>
                    </a:cubicBezTo>
                    <a:cubicBezTo>
                      <a:pt x="73140" y="44958"/>
                      <a:pt x="66393" y="44612"/>
                      <a:pt x="59673" y="43851"/>
                    </a:cubicBezTo>
                    <a:cubicBezTo>
                      <a:pt x="52128" y="42997"/>
                      <a:pt x="44620" y="41722"/>
                      <a:pt x="37128" y="40332"/>
                    </a:cubicBezTo>
                    <a:cubicBezTo>
                      <a:pt x="29596" y="38936"/>
                      <a:pt x="22076" y="37257"/>
                      <a:pt x="14513" y="36145"/>
                    </a:cubicBezTo>
                    <a:cubicBezTo>
                      <a:pt x="10469" y="35552"/>
                      <a:pt x="6279" y="35103"/>
                      <a:pt x="2100" y="35103"/>
                    </a:cubicBezTo>
                    <a:cubicBezTo>
                      <a:pt x="1400" y="35103"/>
                      <a:pt x="700" y="35116"/>
                      <a:pt x="0" y="35142"/>
                    </a:cubicBezTo>
                    <a:lnTo>
                      <a:pt x="0" y="41392"/>
                    </a:lnTo>
                    <a:cubicBezTo>
                      <a:pt x="3897" y="40406"/>
                      <a:pt x="7757" y="39113"/>
                      <a:pt x="11701" y="38520"/>
                    </a:cubicBezTo>
                    <a:cubicBezTo>
                      <a:pt x="12850" y="38347"/>
                      <a:pt x="14002" y="38268"/>
                      <a:pt x="15153" y="38268"/>
                    </a:cubicBezTo>
                    <a:cubicBezTo>
                      <a:pt x="18352" y="38268"/>
                      <a:pt x="21545" y="38880"/>
                      <a:pt x="24665" y="39789"/>
                    </a:cubicBezTo>
                    <a:cubicBezTo>
                      <a:pt x="29176" y="41103"/>
                      <a:pt x="33559" y="43015"/>
                      <a:pt x="37996" y="44675"/>
                    </a:cubicBezTo>
                    <a:cubicBezTo>
                      <a:pt x="42689" y="46433"/>
                      <a:pt x="47479" y="47692"/>
                      <a:pt x="52300" y="48740"/>
                    </a:cubicBezTo>
                    <a:cubicBezTo>
                      <a:pt x="61496" y="50745"/>
                      <a:pt x="70937" y="51857"/>
                      <a:pt x="80373" y="51857"/>
                    </a:cubicBezTo>
                    <a:cubicBezTo>
                      <a:pt x="91348" y="51857"/>
                      <a:pt x="102317" y="50352"/>
                      <a:pt x="112889" y="46997"/>
                    </a:cubicBezTo>
                    <a:cubicBezTo>
                      <a:pt x="122215" y="44038"/>
                      <a:pt x="130897" y="39216"/>
                      <a:pt x="139694" y="34414"/>
                    </a:cubicBezTo>
                    <a:cubicBezTo>
                      <a:pt x="143466" y="32352"/>
                      <a:pt x="147358" y="30634"/>
                      <a:pt x="151383" y="29556"/>
                    </a:cubicBezTo>
                    <a:cubicBezTo>
                      <a:pt x="155813" y="28370"/>
                      <a:pt x="160303" y="28105"/>
                      <a:pt x="164816" y="27914"/>
                    </a:cubicBezTo>
                    <a:cubicBezTo>
                      <a:pt x="167320" y="27807"/>
                      <a:pt x="169825" y="27756"/>
                      <a:pt x="172331" y="27756"/>
                    </a:cubicBezTo>
                    <a:cubicBezTo>
                      <a:pt x="189289" y="27756"/>
                      <a:pt x="206270" y="30094"/>
                      <a:pt x="222996" y="33398"/>
                    </a:cubicBezTo>
                    <a:cubicBezTo>
                      <a:pt x="226644" y="34116"/>
                      <a:pt x="230302" y="34924"/>
                      <a:pt x="233942" y="35864"/>
                    </a:cubicBezTo>
                    <a:lnTo>
                      <a:pt x="233942" y="9938"/>
                    </a:lnTo>
                    <a:cubicBezTo>
                      <a:pt x="233216" y="9925"/>
                      <a:pt x="232489" y="9919"/>
                      <a:pt x="231762" y="9919"/>
                    </a:cubicBezTo>
                    <a:cubicBezTo>
                      <a:pt x="219843" y="9919"/>
                      <a:pt x="207922" y="11530"/>
                      <a:pt x="196068" y="12904"/>
                    </a:cubicBezTo>
                    <a:cubicBezTo>
                      <a:pt x="188339" y="13801"/>
                      <a:pt x="180609" y="14806"/>
                      <a:pt x="172944" y="16393"/>
                    </a:cubicBezTo>
                    <a:cubicBezTo>
                      <a:pt x="169135" y="17181"/>
                      <a:pt x="165343" y="18112"/>
                      <a:pt x="161591" y="19260"/>
                    </a:cubicBezTo>
                    <a:cubicBezTo>
                      <a:pt x="158213" y="20291"/>
                      <a:pt x="155063" y="21813"/>
                      <a:pt x="151893" y="23606"/>
                    </a:cubicBezTo>
                    <a:cubicBezTo>
                      <a:pt x="147715" y="25970"/>
                      <a:pt x="143374" y="28204"/>
                      <a:pt x="138868" y="28204"/>
                    </a:cubicBezTo>
                    <a:cubicBezTo>
                      <a:pt x="137422" y="28204"/>
                      <a:pt x="135960" y="27974"/>
                      <a:pt x="134480" y="27445"/>
                    </a:cubicBezTo>
                    <a:cubicBezTo>
                      <a:pt x="129632" y="25711"/>
                      <a:pt x="125716" y="20547"/>
                      <a:pt x="125484" y="13951"/>
                    </a:cubicBezTo>
                    <a:cubicBezTo>
                      <a:pt x="125286" y="8300"/>
                      <a:pt x="129601" y="6027"/>
                      <a:pt x="133294" y="5020"/>
                    </a:cubicBezTo>
                    <a:cubicBezTo>
                      <a:pt x="139570" y="3307"/>
                      <a:pt x="146074" y="3151"/>
                      <a:pt x="152463" y="3078"/>
                    </a:cubicBezTo>
                    <a:cubicBezTo>
                      <a:pt x="160083" y="2991"/>
                      <a:pt x="167851" y="3042"/>
                      <a:pt x="175233" y="328"/>
                    </a:cubicBezTo>
                    <a:cubicBezTo>
                      <a:pt x="175511" y="226"/>
                      <a:pt x="175788" y="116"/>
                      <a:pt x="176066"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3"/>
              <p:cNvSpPr/>
              <p:nvPr/>
            </p:nvSpPr>
            <p:spPr>
              <a:xfrm flipH="1" rot="10800000">
                <a:off x="-97224" y="3290284"/>
                <a:ext cx="9377821" cy="2090634"/>
              </a:xfrm>
              <a:custGeom>
                <a:rect b="b" l="l" r="r" t="t"/>
                <a:pathLst>
                  <a:path extrusionOk="0" h="52243" w="234343">
                    <a:moveTo>
                      <a:pt x="67361" y="400"/>
                    </a:moveTo>
                    <a:cubicBezTo>
                      <a:pt x="69340" y="790"/>
                      <a:pt x="71349" y="1215"/>
                      <a:pt x="73292" y="1625"/>
                    </a:cubicBezTo>
                    <a:cubicBezTo>
                      <a:pt x="79265" y="2884"/>
                      <a:pt x="85439" y="4185"/>
                      <a:pt x="91598" y="4680"/>
                    </a:cubicBezTo>
                    <a:cubicBezTo>
                      <a:pt x="94144" y="4885"/>
                      <a:pt x="96537" y="4987"/>
                      <a:pt x="98805" y="4987"/>
                    </a:cubicBezTo>
                    <a:cubicBezTo>
                      <a:pt x="101387" y="4987"/>
                      <a:pt x="103808" y="4854"/>
                      <a:pt x="106108" y="4590"/>
                    </a:cubicBezTo>
                    <a:lnTo>
                      <a:pt x="106218" y="4577"/>
                    </a:lnTo>
                    <a:cubicBezTo>
                      <a:pt x="108158" y="4354"/>
                      <a:pt x="114000" y="3685"/>
                      <a:pt x="114628" y="406"/>
                    </a:cubicBezTo>
                    <a:lnTo>
                      <a:pt x="175193" y="406"/>
                    </a:lnTo>
                    <a:cubicBezTo>
                      <a:pt x="168249" y="2915"/>
                      <a:pt x="160889" y="2994"/>
                      <a:pt x="153768" y="3069"/>
                    </a:cubicBezTo>
                    <a:lnTo>
                      <a:pt x="152665" y="3082"/>
                    </a:lnTo>
                    <a:cubicBezTo>
                      <a:pt x="145764" y="3162"/>
                      <a:pt x="139551" y="3364"/>
                      <a:pt x="133446" y="5030"/>
                    </a:cubicBezTo>
                    <a:cubicBezTo>
                      <a:pt x="128003" y="6516"/>
                      <a:pt x="125326" y="9588"/>
                      <a:pt x="125487" y="14164"/>
                    </a:cubicBezTo>
                    <a:cubicBezTo>
                      <a:pt x="125709" y="20471"/>
                      <a:pt x="129379" y="25966"/>
                      <a:pt x="134618" y="27839"/>
                    </a:cubicBezTo>
                    <a:cubicBezTo>
                      <a:pt x="136131" y="28380"/>
                      <a:pt x="137619" y="28617"/>
                      <a:pt x="139091" y="28617"/>
                    </a:cubicBezTo>
                    <a:cubicBezTo>
                      <a:pt x="143547" y="28617"/>
                      <a:pt x="147847" y="26448"/>
                      <a:pt x="152196" y="23987"/>
                    </a:cubicBezTo>
                    <a:cubicBezTo>
                      <a:pt x="155813" y="21943"/>
                      <a:pt x="158880" y="20567"/>
                      <a:pt x="161854" y="19658"/>
                    </a:cubicBezTo>
                    <a:cubicBezTo>
                      <a:pt x="165379" y="18581"/>
                      <a:pt x="169085" y="17643"/>
                      <a:pt x="173189" y="16795"/>
                    </a:cubicBezTo>
                    <a:cubicBezTo>
                      <a:pt x="180974" y="15181"/>
                      <a:pt x="188894" y="14166"/>
                      <a:pt x="196294" y="13308"/>
                    </a:cubicBezTo>
                    <a:cubicBezTo>
                      <a:pt x="197767" y="13138"/>
                      <a:pt x="199245" y="12964"/>
                      <a:pt x="200722" y="12788"/>
                    </a:cubicBezTo>
                    <a:cubicBezTo>
                      <a:pt x="210970" y="11576"/>
                      <a:pt x="221543" y="10326"/>
                      <a:pt x="231999" y="10326"/>
                    </a:cubicBezTo>
                    <a:cubicBezTo>
                      <a:pt x="232648" y="10326"/>
                      <a:pt x="233296" y="10331"/>
                      <a:pt x="233944" y="10341"/>
                    </a:cubicBezTo>
                    <a:lnTo>
                      <a:pt x="233944" y="35809"/>
                    </a:lnTo>
                    <a:cubicBezTo>
                      <a:pt x="230629" y="34959"/>
                      <a:pt x="227123" y="34173"/>
                      <a:pt x="223236" y="33405"/>
                    </a:cubicBezTo>
                    <a:cubicBezTo>
                      <a:pt x="203906" y="29587"/>
                      <a:pt x="187591" y="27758"/>
                      <a:pt x="172597" y="27758"/>
                    </a:cubicBezTo>
                    <a:cubicBezTo>
                      <a:pt x="170032" y="27758"/>
                      <a:pt x="167505" y="27812"/>
                      <a:pt x="165009" y="27918"/>
                    </a:cubicBezTo>
                    <a:cubicBezTo>
                      <a:pt x="160422" y="28112"/>
                      <a:pt x="155941" y="28387"/>
                      <a:pt x="151533" y="29567"/>
                    </a:cubicBezTo>
                    <a:cubicBezTo>
                      <a:pt x="147826" y="30560"/>
                      <a:pt x="143986" y="32153"/>
                      <a:pt x="139798" y="34441"/>
                    </a:cubicBezTo>
                    <a:lnTo>
                      <a:pt x="138875" y="34945"/>
                    </a:lnTo>
                    <a:cubicBezTo>
                      <a:pt x="130584" y="39473"/>
                      <a:pt x="122011" y="44161"/>
                      <a:pt x="113029" y="47009"/>
                    </a:cubicBezTo>
                    <a:cubicBezTo>
                      <a:pt x="102889" y="50226"/>
                      <a:pt x="91919" y="51840"/>
                      <a:pt x="80509" y="51840"/>
                    </a:cubicBezTo>
                    <a:cubicBezTo>
                      <a:pt x="71401" y="51840"/>
                      <a:pt x="62013" y="50811"/>
                      <a:pt x="52541" y="48749"/>
                    </a:cubicBezTo>
                    <a:cubicBezTo>
                      <a:pt x="46930" y="47526"/>
                      <a:pt x="42394" y="46236"/>
                      <a:pt x="38264" y="44691"/>
                    </a:cubicBezTo>
                    <a:cubicBezTo>
                      <a:pt x="36953" y="44199"/>
                      <a:pt x="35624" y="43678"/>
                      <a:pt x="34338" y="43172"/>
                    </a:cubicBezTo>
                    <a:cubicBezTo>
                      <a:pt x="31276" y="41971"/>
                      <a:pt x="28107" y="40726"/>
                      <a:pt x="24921" y="39799"/>
                    </a:cubicBezTo>
                    <a:cubicBezTo>
                      <a:pt x="21414" y="38777"/>
                      <a:pt x="18247" y="38271"/>
                      <a:pt x="15326" y="38271"/>
                    </a:cubicBezTo>
                    <a:cubicBezTo>
                      <a:pt x="14137" y="38271"/>
                      <a:pt x="12987" y="38356"/>
                      <a:pt x="11874" y="38521"/>
                    </a:cubicBezTo>
                    <a:cubicBezTo>
                      <a:pt x="9119" y="38936"/>
                      <a:pt x="6366" y="39703"/>
                      <a:pt x="3703" y="40442"/>
                    </a:cubicBezTo>
                    <a:cubicBezTo>
                      <a:pt x="2622" y="40742"/>
                      <a:pt x="1508" y="41053"/>
                      <a:pt x="406" y="41335"/>
                    </a:cubicBezTo>
                    <a:lnTo>
                      <a:pt x="406" y="35538"/>
                    </a:lnTo>
                    <a:cubicBezTo>
                      <a:pt x="1027" y="35516"/>
                      <a:pt x="1658" y="35506"/>
                      <a:pt x="2301" y="35506"/>
                    </a:cubicBezTo>
                    <a:cubicBezTo>
                      <a:pt x="5902" y="35506"/>
                      <a:pt x="9901" y="35844"/>
                      <a:pt x="14687" y="36547"/>
                    </a:cubicBezTo>
                    <a:cubicBezTo>
                      <a:pt x="19745" y="37290"/>
                      <a:pt x="24868" y="38304"/>
                      <a:pt x="29822" y="39284"/>
                    </a:cubicBezTo>
                    <a:cubicBezTo>
                      <a:pt x="32271" y="39769"/>
                      <a:pt x="34802" y="40270"/>
                      <a:pt x="37296" y="40733"/>
                    </a:cubicBezTo>
                    <a:cubicBezTo>
                      <a:pt x="43914" y="41961"/>
                      <a:pt x="51770" y="43339"/>
                      <a:pt x="59854" y="44254"/>
                    </a:cubicBezTo>
                    <a:cubicBezTo>
                      <a:pt x="66359" y="44990"/>
                      <a:pt x="73165" y="45361"/>
                      <a:pt x="80163" y="45361"/>
                    </a:cubicBezTo>
                    <a:cubicBezTo>
                      <a:pt x="82603" y="45361"/>
                      <a:pt x="85067" y="45316"/>
                      <a:pt x="87550" y="45225"/>
                    </a:cubicBezTo>
                    <a:cubicBezTo>
                      <a:pt x="94026" y="44991"/>
                      <a:pt x="101613" y="44441"/>
                      <a:pt x="108780" y="42142"/>
                    </a:cubicBezTo>
                    <a:cubicBezTo>
                      <a:pt x="113810" y="40529"/>
                      <a:pt x="120508" y="37574"/>
                      <a:pt x="120629" y="30544"/>
                    </a:cubicBezTo>
                    <a:cubicBezTo>
                      <a:pt x="120696" y="26529"/>
                      <a:pt x="118718" y="22458"/>
                      <a:pt x="115334" y="19654"/>
                    </a:cubicBezTo>
                    <a:cubicBezTo>
                      <a:pt x="112985" y="17708"/>
                      <a:pt x="110379" y="16465"/>
                      <a:pt x="108140" y="15506"/>
                    </a:cubicBezTo>
                    <a:cubicBezTo>
                      <a:pt x="105719" y="14467"/>
                      <a:pt x="103070" y="13450"/>
                      <a:pt x="99798" y="12298"/>
                    </a:cubicBezTo>
                    <a:cubicBezTo>
                      <a:pt x="92520" y="9735"/>
                      <a:pt x="85169" y="8223"/>
                      <a:pt x="77949" y="7802"/>
                    </a:cubicBezTo>
                    <a:cubicBezTo>
                      <a:pt x="76425" y="7713"/>
                      <a:pt x="74890" y="7669"/>
                      <a:pt x="73339" y="7669"/>
                    </a:cubicBezTo>
                    <a:cubicBezTo>
                      <a:pt x="67706" y="7669"/>
                      <a:pt x="61863" y="8255"/>
                      <a:pt x="55605" y="9443"/>
                    </a:cubicBezTo>
                    <a:cubicBezTo>
                      <a:pt x="50502" y="10413"/>
                      <a:pt x="45374" y="11757"/>
                      <a:pt x="40416" y="13057"/>
                    </a:cubicBezTo>
                    <a:cubicBezTo>
                      <a:pt x="38267" y="13620"/>
                      <a:pt x="36046" y="14201"/>
                      <a:pt x="33857" y="14746"/>
                    </a:cubicBezTo>
                    <a:cubicBezTo>
                      <a:pt x="29050" y="15939"/>
                      <a:pt x="23603" y="17293"/>
                      <a:pt x="18238" y="17736"/>
                    </a:cubicBezTo>
                    <a:cubicBezTo>
                      <a:pt x="17038" y="17835"/>
                      <a:pt x="15751" y="17910"/>
                      <a:pt x="14415" y="17910"/>
                    </a:cubicBezTo>
                    <a:cubicBezTo>
                      <a:pt x="10534" y="17910"/>
                      <a:pt x="6246" y="17280"/>
                      <a:pt x="2517" y="14787"/>
                    </a:cubicBezTo>
                    <a:cubicBezTo>
                      <a:pt x="2004" y="14446"/>
                      <a:pt x="1229" y="13878"/>
                      <a:pt x="403" y="13098"/>
                    </a:cubicBezTo>
                    <a:lnTo>
                      <a:pt x="403" y="4204"/>
                    </a:lnTo>
                    <a:cubicBezTo>
                      <a:pt x="403" y="2108"/>
                      <a:pt x="1731" y="405"/>
                      <a:pt x="3364" y="405"/>
                    </a:cubicBezTo>
                    <a:lnTo>
                      <a:pt x="67361" y="400"/>
                    </a:lnTo>
                    <a:close/>
                    <a:moveTo>
                      <a:pt x="114278" y="0"/>
                    </a:moveTo>
                    <a:lnTo>
                      <a:pt x="114255" y="176"/>
                    </a:lnTo>
                    <a:cubicBezTo>
                      <a:pt x="113845" y="3294"/>
                      <a:pt x="108068" y="3957"/>
                      <a:pt x="106170" y="4175"/>
                    </a:cubicBezTo>
                    <a:lnTo>
                      <a:pt x="106061" y="4187"/>
                    </a:lnTo>
                    <a:cubicBezTo>
                      <a:pt x="103777" y="4451"/>
                      <a:pt x="101371" y="4582"/>
                      <a:pt x="98803" y="4582"/>
                    </a:cubicBezTo>
                    <a:cubicBezTo>
                      <a:pt x="96546" y="4582"/>
                      <a:pt x="94164" y="4481"/>
                      <a:pt x="91630" y="4277"/>
                    </a:cubicBezTo>
                    <a:cubicBezTo>
                      <a:pt x="85496" y="3785"/>
                      <a:pt x="79335" y="2485"/>
                      <a:pt x="73374" y="1229"/>
                    </a:cubicBezTo>
                    <a:cubicBezTo>
                      <a:pt x="71430" y="820"/>
                      <a:pt x="69420" y="395"/>
                      <a:pt x="67400" y="2"/>
                    </a:cubicBezTo>
                    <a:lnTo>
                      <a:pt x="3365" y="2"/>
                    </a:lnTo>
                    <a:cubicBezTo>
                      <a:pt x="1511" y="2"/>
                      <a:pt x="3" y="1889"/>
                      <a:pt x="3" y="4205"/>
                    </a:cubicBezTo>
                    <a:lnTo>
                      <a:pt x="3" y="13267"/>
                    </a:lnTo>
                    <a:lnTo>
                      <a:pt x="66" y="13327"/>
                    </a:lnTo>
                    <a:cubicBezTo>
                      <a:pt x="935" y="14157"/>
                      <a:pt x="1758" y="14760"/>
                      <a:pt x="2295" y="15120"/>
                    </a:cubicBezTo>
                    <a:cubicBezTo>
                      <a:pt x="6107" y="17668"/>
                      <a:pt x="10473" y="18312"/>
                      <a:pt x="14416" y="18312"/>
                    </a:cubicBezTo>
                    <a:cubicBezTo>
                      <a:pt x="15764" y="18312"/>
                      <a:pt x="17063" y="18236"/>
                      <a:pt x="18274" y="18136"/>
                    </a:cubicBezTo>
                    <a:cubicBezTo>
                      <a:pt x="23670" y="17692"/>
                      <a:pt x="29134" y="16335"/>
                      <a:pt x="33955" y="15136"/>
                    </a:cubicBezTo>
                    <a:cubicBezTo>
                      <a:pt x="36148" y="14591"/>
                      <a:pt x="38370" y="14008"/>
                      <a:pt x="40521" y="13444"/>
                    </a:cubicBezTo>
                    <a:cubicBezTo>
                      <a:pt x="45471" y="12145"/>
                      <a:pt x="50591" y="10802"/>
                      <a:pt x="55682" y="9836"/>
                    </a:cubicBezTo>
                    <a:cubicBezTo>
                      <a:pt x="61914" y="8652"/>
                      <a:pt x="67733" y="8068"/>
                      <a:pt x="73339" y="8068"/>
                    </a:cubicBezTo>
                    <a:cubicBezTo>
                      <a:pt x="74883" y="8068"/>
                      <a:pt x="76410" y="8112"/>
                      <a:pt x="77924" y="8200"/>
                    </a:cubicBezTo>
                    <a:cubicBezTo>
                      <a:pt x="85109" y="8620"/>
                      <a:pt x="92423" y="10126"/>
                      <a:pt x="99664" y="12674"/>
                    </a:cubicBezTo>
                    <a:cubicBezTo>
                      <a:pt x="102926" y="13823"/>
                      <a:pt x="105569" y="14839"/>
                      <a:pt x="107978" y="15872"/>
                    </a:cubicBezTo>
                    <a:cubicBezTo>
                      <a:pt x="110192" y="16820"/>
                      <a:pt x="112765" y="18046"/>
                      <a:pt x="115074" y="19959"/>
                    </a:cubicBezTo>
                    <a:cubicBezTo>
                      <a:pt x="118366" y="22686"/>
                      <a:pt x="120289" y="26638"/>
                      <a:pt x="120224" y="30531"/>
                    </a:cubicBezTo>
                    <a:cubicBezTo>
                      <a:pt x="120108" y="37304"/>
                      <a:pt x="113565" y="40179"/>
                      <a:pt x="108656" y="41753"/>
                    </a:cubicBezTo>
                    <a:cubicBezTo>
                      <a:pt x="101534" y="44037"/>
                      <a:pt x="93982" y="44584"/>
                      <a:pt x="87532" y="44818"/>
                    </a:cubicBezTo>
                    <a:cubicBezTo>
                      <a:pt x="85053" y="44908"/>
                      <a:pt x="82593" y="44953"/>
                      <a:pt x="80156" y="44953"/>
                    </a:cubicBezTo>
                    <a:cubicBezTo>
                      <a:pt x="73174" y="44953"/>
                      <a:pt x="66385" y="44584"/>
                      <a:pt x="59897" y="43849"/>
                    </a:cubicBezTo>
                    <a:cubicBezTo>
                      <a:pt x="51824" y="42936"/>
                      <a:pt x="43978" y="41560"/>
                      <a:pt x="37366" y="40335"/>
                    </a:cubicBezTo>
                    <a:cubicBezTo>
                      <a:pt x="34874" y="39874"/>
                      <a:pt x="32343" y="39371"/>
                      <a:pt x="29894" y="38889"/>
                    </a:cubicBezTo>
                    <a:cubicBezTo>
                      <a:pt x="24935" y="37906"/>
                      <a:pt x="19807" y="36891"/>
                      <a:pt x="14740" y="36147"/>
                    </a:cubicBezTo>
                    <a:cubicBezTo>
                      <a:pt x="9938" y="35440"/>
                      <a:pt x="5923" y="35101"/>
                      <a:pt x="2306" y="35101"/>
                    </a:cubicBezTo>
                    <a:cubicBezTo>
                      <a:pt x="1587" y="35101"/>
                      <a:pt x="884" y="35114"/>
                      <a:pt x="193" y="35141"/>
                    </a:cubicBezTo>
                    <a:lnTo>
                      <a:pt x="0" y="35148"/>
                    </a:lnTo>
                    <a:lnTo>
                      <a:pt x="0" y="41850"/>
                    </a:lnTo>
                    <a:lnTo>
                      <a:pt x="250" y="41789"/>
                    </a:lnTo>
                    <a:cubicBezTo>
                      <a:pt x="1438" y="41486"/>
                      <a:pt x="2642" y="41153"/>
                      <a:pt x="3807" y="40829"/>
                    </a:cubicBezTo>
                    <a:cubicBezTo>
                      <a:pt x="6459" y="40093"/>
                      <a:pt x="9201" y="39331"/>
                      <a:pt x="11931" y="38920"/>
                    </a:cubicBezTo>
                    <a:cubicBezTo>
                      <a:pt x="13025" y="38755"/>
                      <a:pt x="14155" y="38672"/>
                      <a:pt x="15326" y="38672"/>
                    </a:cubicBezTo>
                    <a:cubicBezTo>
                      <a:pt x="18207" y="38672"/>
                      <a:pt x="21339" y="39173"/>
                      <a:pt x="24808" y="40183"/>
                    </a:cubicBezTo>
                    <a:cubicBezTo>
                      <a:pt x="27977" y="41106"/>
                      <a:pt x="31136" y="42346"/>
                      <a:pt x="34192" y="43547"/>
                    </a:cubicBezTo>
                    <a:cubicBezTo>
                      <a:pt x="35480" y="44051"/>
                      <a:pt x="36810" y="44575"/>
                      <a:pt x="38124" y="45065"/>
                    </a:cubicBezTo>
                    <a:cubicBezTo>
                      <a:pt x="42272" y="46618"/>
                      <a:pt x="46826" y="47913"/>
                      <a:pt x="52458" y="49140"/>
                    </a:cubicBezTo>
                    <a:cubicBezTo>
                      <a:pt x="61960" y="51209"/>
                      <a:pt x="71376" y="52242"/>
                      <a:pt x="80515" y="52242"/>
                    </a:cubicBezTo>
                    <a:cubicBezTo>
                      <a:pt x="91963" y="52242"/>
                      <a:pt x="102972" y="50622"/>
                      <a:pt x="113151" y="47393"/>
                    </a:cubicBezTo>
                    <a:cubicBezTo>
                      <a:pt x="122171" y="44531"/>
                      <a:pt x="130760" y="39837"/>
                      <a:pt x="139068" y="35298"/>
                    </a:cubicBezTo>
                    <a:lnTo>
                      <a:pt x="139990" y="34794"/>
                    </a:lnTo>
                    <a:cubicBezTo>
                      <a:pt x="144149" y="32523"/>
                      <a:pt x="147959" y="30939"/>
                      <a:pt x="151635" y="29954"/>
                    </a:cubicBezTo>
                    <a:cubicBezTo>
                      <a:pt x="156001" y="28784"/>
                      <a:pt x="160459" y="28512"/>
                      <a:pt x="165023" y="28318"/>
                    </a:cubicBezTo>
                    <a:cubicBezTo>
                      <a:pt x="167510" y="28212"/>
                      <a:pt x="170027" y="28159"/>
                      <a:pt x="172583" y="28159"/>
                    </a:cubicBezTo>
                    <a:cubicBezTo>
                      <a:pt x="187551" y="28159"/>
                      <a:pt x="203846" y="29985"/>
                      <a:pt x="223155" y="33798"/>
                    </a:cubicBezTo>
                    <a:cubicBezTo>
                      <a:pt x="227133" y="34583"/>
                      <a:pt x="230708" y="35389"/>
                      <a:pt x="234091" y="36262"/>
                    </a:cubicBezTo>
                    <a:lnTo>
                      <a:pt x="234343" y="36327"/>
                    </a:lnTo>
                    <a:lnTo>
                      <a:pt x="234343" y="9942"/>
                    </a:lnTo>
                    <a:lnTo>
                      <a:pt x="234144" y="9938"/>
                    </a:lnTo>
                    <a:cubicBezTo>
                      <a:pt x="233436" y="9926"/>
                      <a:pt x="232728" y="9920"/>
                      <a:pt x="232019" y="9920"/>
                    </a:cubicBezTo>
                    <a:cubicBezTo>
                      <a:pt x="221533" y="9920"/>
                      <a:pt x="210937" y="11173"/>
                      <a:pt x="200668" y="12387"/>
                    </a:cubicBezTo>
                    <a:cubicBezTo>
                      <a:pt x="199192" y="12560"/>
                      <a:pt x="197716" y="12735"/>
                      <a:pt x="196241" y="12907"/>
                    </a:cubicBezTo>
                    <a:cubicBezTo>
                      <a:pt x="188833" y="13765"/>
                      <a:pt x="180900" y="14784"/>
                      <a:pt x="173099" y="16399"/>
                    </a:cubicBezTo>
                    <a:cubicBezTo>
                      <a:pt x="168984" y="17250"/>
                      <a:pt x="165266" y="18189"/>
                      <a:pt x="161730" y="19271"/>
                    </a:cubicBezTo>
                    <a:cubicBezTo>
                      <a:pt x="158729" y="20188"/>
                      <a:pt x="155634" y="21574"/>
                      <a:pt x="151992" y="23636"/>
                    </a:cubicBezTo>
                    <a:cubicBezTo>
                      <a:pt x="147694" y="26067"/>
                      <a:pt x="143448" y="28211"/>
                      <a:pt x="139076" y="28211"/>
                    </a:cubicBezTo>
                    <a:cubicBezTo>
                      <a:pt x="137648" y="28211"/>
                      <a:pt x="136206" y="27982"/>
                      <a:pt x="134745" y="27459"/>
                    </a:cubicBezTo>
                    <a:cubicBezTo>
                      <a:pt x="129659" y="25640"/>
                      <a:pt x="126097" y="20292"/>
                      <a:pt x="125882" y="14148"/>
                    </a:cubicBezTo>
                    <a:cubicBezTo>
                      <a:pt x="125729" y="9782"/>
                      <a:pt x="128305" y="6844"/>
                      <a:pt x="133544" y="5415"/>
                    </a:cubicBezTo>
                    <a:cubicBezTo>
                      <a:pt x="139606" y="3761"/>
                      <a:pt x="145790" y="3559"/>
                      <a:pt x="152664" y="3482"/>
                    </a:cubicBezTo>
                    <a:lnTo>
                      <a:pt x="153767" y="3469"/>
                    </a:lnTo>
                    <a:cubicBezTo>
                      <a:pt x="160981" y="3392"/>
                      <a:pt x="168439" y="3314"/>
                      <a:pt x="175499" y="719"/>
                    </a:cubicBezTo>
                    <a:cubicBezTo>
                      <a:pt x="175781" y="617"/>
                      <a:pt x="176061" y="506"/>
                      <a:pt x="176341" y="389"/>
                    </a:cubicBezTo>
                    <a:lnTo>
                      <a:pt x="17726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 name="Google Shape;1063;p33"/>
            <p:cNvSpPr/>
            <p:nvPr/>
          </p:nvSpPr>
          <p:spPr>
            <a:xfrm flipH="1" rot="10800000">
              <a:off x="-97224" y="2054444"/>
              <a:ext cx="8367499" cy="1836163"/>
            </a:xfrm>
            <a:custGeom>
              <a:rect b="b" l="l" r="r" t="t"/>
              <a:pathLst>
                <a:path extrusionOk="0" h="45884" w="209096">
                  <a:moveTo>
                    <a:pt x="173615" y="405"/>
                  </a:moveTo>
                  <a:cubicBezTo>
                    <a:pt x="176375" y="405"/>
                    <a:pt x="179213" y="507"/>
                    <a:pt x="182050" y="829"/>
                  </a:cubicBezTo>
                  <a:cubicBezTo>
                    <a:pt x="188207" y="1528"/>
                    <a:pt x="194615" y="3672"/>
                    <a:pt x="201642" y="7381"/>
                  </a:cubicBezTo>
                  <a:lnTo>
                    <a:pt x="202000" y="7570"/>
                  </a:lnTo>
                  <a:cubicBezTo>
                    <a:pt x="204160" y="8703"/>
                    <a:pt x="207122" y="10258"/>
                    <a:pt x="208209" y="13014"/>
                  </a:cubicBezTo>
                  <a:cubicBezTo>
                    <a:pt x="208659" y="14157"/>
                    <a:pt x="208681" y="15157"/>
                    <a:pt x="208272" y="15990"/>
                  </a:cubicBezTo>
                  <a:cubicBezTo>
                    <a:pt x="207624" y="17309"/>
                    <a:pt x="205989" y="18018"/>
                    <a:pt x="204732" y="18381"/>
                  </a:cubicBezTo>
                  <a:cubicBezTo>
                    <a:pt x="201461" y="19325"/>
                    <a:pt x="198006" y="19797"/>
                    <a:pt x="194392" y="19797"/>
                  </a:cubicBezTo>
                  <a:cubicBezTo>
                    <a:pt x="190821" y="19797"/>
                    <a:pt x="187096" y="19336"/>
                    <a:pt x="183241" y="18415"/>
                  </a:cubicBezTo>
                  <a:cubicBezTo>
                    <a:pt x="179114" y="17429"/>
                    <a:pt x="174866" y="16057"/>
                    <a:pt x="170611" y="14337"/>
                  </a:cubicBezTo>
                  <a:cubicBezTo>
                    <a:pt x="166998" y="12878"/>
                    <a:pt x="163261" y="11368"/>
                    <a:pt x="159428" y="10535"/>
                  </a:cubicBezTo>
                  <a:cubicBezTo>
                    <a:pt x="157531" y="10122"/>
                    <a:pt x="155742" y="9916"/>
                    <a:pt x="154034" y="9916"/>
                  </a:cubicBezTo>
                  <a:cubicBezTo>
                    <a:pt x="152450" y="9916"/>
                    <a:pt x="150935" y="10094"/>
                    <a:pt x="149470" y="10449"/>
                  </a:cubicBezTo>
                  <a:cubicBezTo>
                    <a:pt x="145504" y="11411"/>
                    <a:pt x="142070" y="13874"/>
                    <a:pt x="138895" y="16316"/>
                  </a:cubicBezTo>
                  <a:cubicBezTo>
                    <a:pt x="136054" y="18501"/>
                    <a:pt x="133233" y="20858"/>
                    <a:pt x="130505" y="23139"/>
                  </a:cubicBezTo>
                  <a:cubicBezTo>
                    <a:pt x="126905" y="26149"/>
                    <a:pt x="123181" y="29264"/>
                    <a:pt x="119366" y="32010"/>
                  </a:cubicBezTo>
                  <a:cubicBezTo>
                    <a:pt x="107458" y="40580"/>
                    <a:pt x="92880" y="45107"/>
                    <a:pt x="76028" y="45462"/>
                  </a:cubicBezTo>
                  <a:cubicBezTo>
                    <a:pt x="75424" y="45475"/>
                    <a:pt x="74822" y="45482"/>
                    <a:pt x="74224" y="45482"/>
                  </a:cubicBezTo>
                  <a:cubicBezTo>
                    <a:pt x="58269" y="45482"/>
                    <a:pt x="44689" y="40929"/>
                    <a:pt x="33828" y="31942"/>
                  </a:cubicBezTo>
                  <a:cubicBezTo>
                    <a:pt x="27187" y="26448"/>
                    <a:pt x="20603" y="21405"/>
                    <a:pt x="13056" y="20088"/>
                  </a:cubicBezTo>
                  <a:cubicBezTo>
                    <a:pt x="11967" y="19897"/>
                    <a:pt x="10865" y="19801"/>
                    <a:pt x="9746" y="19801"/>
                  </a:cubicBezTo>
                  <a:cubicBezTo>
                    <a:pt x="6781" y="19801"/>
                    <a:pt x="3696" y="20474"/>
                    <a:pt x="406" y="21833"/>
                  </a:cubicBezTo>
                  <a:lnTo>
                    <a:pt x="406" y="14358"/>
                  </a:lnTo>
                  <a:cubicBezTo>
                    <a:pt x="1109" y="14230"/>
                    <a:pt x="1864" y="14110"/>
                    <a:pt x="2702" y="13993"/>
                  </a:cubicBezTo>
                  <a:cubicBezTo>
                    <a:pt x="5594" y="13588"/>
                    <a:pt x="8552" y="13414"/>
                    <a:pt x="11411" y="13245"/>
                  </a:cubicBezTo>
                  <a:lnTo>
                    <a:pt x="12958" y="13152"/>
                  </a:lnTo>
                  <a:cubicBezTo>
                    <a:pt x="15818" y="12978"/>
                    <a:pt x="18953" y="12785"/>
                    <a:pt x="22145" y="12785"/>
                  </a:cubicBezTo>
                  <a:cubicBezTo>
                    <a:pt x="23389" y="12785"/>
                    <a:pt x="24641" y="12814"/>
                    <a:pt x="25889" y="12885"/>
                  </a:cubicBezTo>
                  <a:cubicBezTo>
                    <a:pt x="29786" y="13104"/>
                    <a:pt x="33808" y="14150"/>
                    <a:pt x="38546" y="16169"/>
                  </a:cubicBezTo>
                  <a:cubicBezTo>
                    <a:pt x="52883" y="22283"/>
                    <a:pt x="69842" y="28659"/>
                    <a:pt x="86902" y="29591"/>
                  </a:cubicBezTo>
                  <a:cubicBezTo>
                    <a:pt x="88135" y="29659"/>
                    <a:pt x="89353" y="29692"/>
                    <a:pt x="90554" y="29692"/>
                  </a:cubicBezTo>
                  <a:cubicBezTo>
                    <a:pt x="97955" y="29692"/>
                    <a:pt x="104738" y="28414"/>
                    <a:pt x="110758" y="25880"/>
                  </a:cubicBezTo>
                  <a:cubicBezTo>
                    <a:pt x="117187" y="23174"/>
                    <a:pt x="123174" y="18993"/>
                    <a:pt x="128962" y="14950"/>
                  </a:cubicBezTo>
                  <a:cubicBezTo>
                    <a:pt x="130301" y="14015"/>
                    <a:pt x="131684" y="13050"/>
                    <a:pt x="133052" y="12117"/>
                  </a:cubicBezTo>
                  <a:cubicBezTo>
                    <a:pt x="136569" y="9716"/>
                    <a:pt x="140379" y="7249"/>
                    <a:pt x="144384" y="5460"/>
                  </a:cubicBezTo>
                  <a:cubicBezTo>
                    <a:pt x="148006" y="3842"/>
                    <a:pt x="151905" y="2608"/>
                    <a:pt x="155970" y="1792"/>
                  </a:cubicBezTo>
                  <a:cubicBezTo>
                    <a:pt x="159701" y="1042"/>
                    <a:pt x="163680" y="640"/>
                    <a:pt x="168868" y="486"/>
                  </a:cubicBezTo>
                  <a:cubicBezTo>
                    <a:pt x="170413" y="440"/>
                    <a:pt x="172001" y="405"/>
                    <a:pt x="173615" y="405"/>
                  </a:cubicBezTo>
                  <a:close/>
                  <a:moveTo>
                    <a:pt x="173609" y="0"/>
                  </a:moveTo>
                  <a:cubicBezTo>
                    <a:pt x="171993" y="0"/>
                    <a:pt x="170405" y="35"/>
                    <a:pt x="168858" y="80"/>
                  </a:cubicBezTo>
                  <a:cubicBezTo>
                    <a:pt x="163644" y="234"/>
                    <a:pt x="159645" y="639"/>
                    <a:pt x="155891" y="1393"/>
                  </a:cubicBezTo>
                  <a:cubicBezTo>
                    <a:pt x="151795" y="2216"/>
                    <a:pt x="147870" y="3459"/>
                    <a:pt x="144219" y="5088"/>
                  </a:cubicBezTo>
                  <a:cubicBezTo>
                    <a:pt x="140186" y="6888"/>
                    <a:pt x="136359" y="9369"/>
                    <a:pt x="132824" y="11781"/>
                  </a:cubicBezTo>
                  <a:cubicBezTo>
                    <a:pt x="131454" y="12715"/>
                    <a:pt x="130070" y="13683"/>
                    <a:pt x="128732" y="14617"/>
                  </a:cubicBezTo>
                  <a:cubicBezTo>
                    <a:pt x="122961" y="18648"/>
                    <a:pt x="116993" y="22817"/>
                    <a:pt x="110602" y="25506"/>
                  </a:cubicBezTo>
                  <a:cubicBezTo>
                    <a:pt x="104631" y="28019"/>
                    <a:pt x="97899" y="29287"/>
                    <a:pt x="90554" y="29287"/>
                  </a:cubicBezTo>
                  <a:cubicBezTo>
                    <a:pt x="89360" y="29287"/>
                    <a:pt x="88149" y="29254"/>
                    <a:pt x="86923" y="29187"/>
                  </a:cubicBezTo>
                  <a:cubicBezTo>
                    <a:pt x="69926" y="28261"/>
                    <a:pt x="53010" y="21898"/>
                    <a:pt x="38703" y="15797"/>
                  </a:cubicBezTo>
                  <a:cubicBezTo>
                    <a:pt x="33922" y="13758"/>
                    <a:pt x="29857" y="12704"/>
                    <a:pt x="25911" y="12481"/>
                  </a:cubicBezTo>
                  <a:cubicBezTo>
                    <a:pt x="24653" y="12410"/>
                    <a:pt x="23392" y="12381"/>
                    <a:pt x="22140" y="12381"/>
                  </a:cubicBezTo>
                  <a:cubicBezTo>
                    <a:pt x="18938" y="12381"/>
                    <a:pt x="15797" y="12572"/>
                    <a:pt x="12931" y="12748"/>
                  </a:cubicBezTo>
                  <a:lnTo>
                    <a:pt x="11384" y="12841"/>
                  </a:lnTo>
                  <a:cubicBezTo>
                    <a:pt x="8518" y="13010"/>
                    <a:pt x="5551" y="13184"/>
                    <a:pt x="2644" y="13591"/>
                  </a:cubicBezTo>
                  <a:cubicBezTo>
                    <a:pt x="1731" y="13718"/>
                    <a:pt x="921" y="13848"/>
                    <a:pt x="165" y="13990"/>
                  </a:cubicBezTo>
                  <a:lnTo>
                    <a:pt x="0" y="14020"/>
                  </a:lnTo>
                  <a:lnTo>
                    <a:pt x="0" y="22434"/>
                  </a:lnTo>
                  <a:lnTo>
                    <a:pt x="280" y="22317"/>
                  </a:lnTo>
                  <a:cubicBezTo>
                    <a:pt x="3624" y="20902"/>
                    <a:pt x="6748" y="20202"/>
                    <a:pt x="9745" y="20202"/>
                  </a:cubicBezTo>
                  <a:cubicBezTo>
                    <a:pt x="10841" y="20202"/>
                    <a:pt x="11920" y="20296"/>
                    <a:pt x="12987" y="20482"/>
                  </a:cubicBezTo>
                  <a:cubicBezTo>
                    <a:pt x="20436" y="21784"/>
                    <a:pt x="26975" y="26792"/>
                    <a:pt x="33571" y="32250"/>
                  </a:cubicBezTo>
                  <a:cubicBezTo>
                    <a:pt x="44508" y="41302"/>
                    <a:pt x="58178" y="45884"/>
                    <a:pt x="74230" y="45884"/>
                  </a:cubicBezTo>
                  <a:cubicBezTo>
                    <a:pt x="74828" y="45884"/>
                    <a:pt x="75434" y="45878"/>
                    <a:pt x="76041" y="45864"/>
                  </a:cubicBezTo>
                  <a:cubicBezTo>
                    <a:pt x="92973" y="45507"/>
                    <a:pt x="107630" y="40953"/>
                    <a:pt x="119603" y="32334"/>
                  </a:cubicBezTo>
                  <a:cubicBezTo>
                    <a:pt x="123430" y="29580"/>
                    <a:pt x="127160" y="26462"/>
                    <a:pt x="130767" y="23446"/>
                  </a:cubicBezTo>
                  <a:cubicBezTo>
                    <a:pt x="133490" y="21168"/>
                    <a:pt x="136306" y="18812"/>
                    <a:pt x="139143" y="16633"/>
                  </a:cubicBezTo>
                  <a:cubicBezTo>
                    <a:pt x="142286" y="14218"/>
                    <a:pt x="145678" y="11782"/>
                    <a:pt x="149569" y="10839"/>
                  </a:cubicBezTo>
                  <a:cubicBezTo>
                    <a:pt x="151002" y="10492"/>
                    <a:pt x="152486" y="10318"/>
                    <a:pt x="154040" y="10318"/>
                  </a:cubicBezTo>
                  <a:cubicBezTo>
                    <a:pt x="155718" y="10318"/>
                    <a:pt x="157477" y="10521"/>
                    <a:pt x="159345" y="10926"/>
                  </a:cubicBezTo>
                  <a:cubicBezTo>
                    <a:pt x="163146" y="11754"/>
                    <a:pt x="166866" y="13255"/>
                    <a:pt x="170463" y="14710"/>
                  </a:cubicBezTo>
                  <a:cubicBezTo>
                    <a:pt x="174735" y="16434"/>
                    <a:pt x="179004" y="17813"/>
                    <a:pt x="183149" y="18805"/>
                  </a:cubicBezTo>
                  <a:cubicBezTo>
                    <a:pt x="187035" y="19734"/>
                    <a:pt x="190791" y="20198"/>
                    <a:pt x="194393" y="20198"/>
                  </a:cubicBezTo>
                  <a:cubicBezTo>
                    <a:pt x="198045" y="20198"/>
                    <a:pt x="201538" y="19721"/>
                    <a:pt x="204846" y="18766"/>
                  </a:cubicBezTo>
                  <a:cubicBezTo>
                    <a:pt x="206788" y="18205"/>
                    <a:pt x="208062" y="17332"/>
                    <a:pt x="208634" y="16167"/>
                  </a:cubicBezTo>
                  <a:cubicBezTo>
                    <a:pt x="209095" y="15229"/>
                    <a:pt x="209080" y="14117"/>
                    <a:pt x="208584" y="12865"/>
                  </a:cubicBezTo>
                  <a:cubicBezTo>
                    <a:pt x="207441" y="9969"/>
                    <a:pt x="204404" y="8376"/>
                    <a:pt x="202188" y="7211"/>
                  </a:cubicBezTo>
                  <a:lnTo>
                    <a:pt x="201831" y="7024"/>
                  </a:lnTo>
                  <a:cubicBezTo>
                    <a:pt x="194760" y="3289"/>
                    <a:pt x="188306" y="1132"/>
                    <a:pt x="182098" y="427"/>
                  </a:cubicBezTo>
                  <a:cubicBezTo>
                    <a:pt x="179239" y="102"/>
                    <a:pt x="176384" y="0"/>
                    <a:pt x="17360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3"/>
            <p:cNvSpPr/>
            <p:nvPr/>
          </p:nvSpPr>
          <p:spPr>
            <a:xfrm flipH="1" rot="10800000">
              <a:off x="-97184" y="2454484"/>
              <a:ext cx="807313" cy="330705"/>
            </a:xfrm>
            <a:custGeom>
              <a:rect b="b" l="l" r="r" t="t"/>
              <a:pathLst>
                <a:path extrusionOk="0" h="8264" w="20174">
                  <a:moveTo>
                    <a:pt x="10888" y="404"/>
                  </a:moveTo>
                  <a:cubicBezTo>
                    <a:pt x="11749" y="404"/>
                    <a:pt x="12597" y="461"/>
                    <a:pt x="13422" y="602"/>
                  </a:cubicBezTo>
                  <a:cubicBezTo>
                    <a:pt x="15472" y="954"/>
                    <a:pt x="17153" y="1897"/>
                    <a:pt x="18413" y="3404"/>
                  </a:cubicBezTo>
                  <a:cubicBezTo>
                    <a:pt x="19054" y="4170"/>
                    <a:pt x="19787" y="5267"/>
                    <a:pt x="19634" y="6147"/>
                  </a:cubicBezTo>
                  <a:cubicBezTo>
                    <a:pt x="19567" y="6546"/>
                    <a:pt x="19324" y="6863"/>
                    <a:pt x="18894" y="7118"/>
                  </a:cubicBezTo>
                  <a:cubicBezTo>
                    <a:pt x="17704" y="7820"/>
                    <a:pt x="16206" y="7861"/>
                    <a:pt x="14950" y="7861"/>
                  </a:cubicBezTo>
                  <a:cubicBezTo>
                    <a:pt x="14860" y="7861"/>
                    <a:pt x="14771" y="7861"/>
                    <a:pt x="14684" y="7861"/>
                  </a:cubicBezTo>
                  <a:cubicBezTo>
                    <a:pt x="13289" y="7856"/>
                    <a:pt x="11866" y="7753"/>
                    <a:pt x="10488" y="7653"/>
                  </a:cubicBezTo>
                  <a:cubicBezTo>
                    <a:pt x="9887" y="7608"/>
                    <a:pt x="9287" y="7565"/>
                    <a:pt x="8687" y="7529"/>
                  </a:cubicBezTo>
                  <a:cubicBezTo>
                    <a:pt x="5827" y="7359"/>
                    <a:pt x="3245" y="7206"/>
                    <a:pt x="649" y="7206"/>
                  </a:cubicBezTo>
                  <a:cubicBezTo>
                    <a:pt x="568" y="7206"/>
                    <a:pt x="486" y="7206"/>
                    <a:pt x="405" y="7206"/>
                  </a:cubicBezTo>
                  <a:lnTo>
                    <a:pt x="405" y="1428"/>
                  </a:lnTo>
                  <a:cubicBezTo>
                    <a:pt x="2017" y="1368"/>
                    <a:pt x="3674" y="1139"/>
                    <a:pt x="5280" y="919"/>
                  </a:cubicBezTo>
                  <a:cubicBezTo>
                    <a:pt x="7141" y="665"/>
                    <a:pt x="9044" y="404"/>
                    <a:pt x="10888" y="404"/>
                  </a:cubicBezTo>
                  <a:close/>
                  <a:moveTo>
                    <a:pt x="10888" y="1"/>
                  </a:moveTo>
                  <a:cubicBezTo>
                    <a:pt x="9018" y="1"/>
                    <a:pt x="7099" y="265"/>
                    <a:pt x="5223" y="522"/>
                  </a:cubicBezTo>
                  <a:cubicBezTo>
                    <a:pt x="3564" y="751"/>
                    <a:pt x="1848" y="984"/>
                    <a:pt x="195" y="1034"/>
                  </a:cubicBezTo>
                  <a:lnTo>
                    <a:pt x="1" y="1039"/>
                  </a:lnTo>
                  <a:lnTo>
                    <a:pt x="1" y="7612"/>
                  </a:lnTo>
                  <a:lnTo>
                    <a:pt x="202" y="7612"/>
                  </a:lnTo>
                  <a:cubicBezTo>
                    <a:pt x="266" y="7612"/>
                    <a:pt x="330" y="7612"/>
                    <a:pt x="393" y="7612"/>
                  </a:cubicBezTo>
                  <a:cubicBezTo>
                    <a:pt x="3056" y="7612"/>
                    <a:pt x="5717" y="7756"/>
                    <a:pt x="8664" y="7932"/>
                  </a:cubicBezTo>
                  <a:cubicBezTo>
                    <a:pt x="9261" y="7968"/>
                    <a:pt x="9860" y="8012"/>
                    <a:pt x="10460" y="8055"/>
                  </a:cubicBezTo>
                  <a:cubicBezTo>
                    <a:pt x="11844" y="8155"/>
                    <a:pt x="13275" y="8259"/>
                    <a:pt x="14682" y="8264"/>
                  </a:cubicBezTo>
                  <a:lnTo>
                    <a:pt x="14998" y="8264"/>
                  </a:lnTo>
                  <a:cubicBezTo>
                    <a:pt x="16295" y="8264"/>
                    <a:pt x="17831" y="8211"/>
                    <a:pt x="19096" y="7463"/>
                  </a:cubicBezTo>
                  <a:cubicBezTo>
                    <a:pt x="19626" y="7152"/>
                    <a:pt x="19940" y="6730"/>
                    <a:pt x="20030" y="6216"/>
                  </a:cubicBezTo>
                  <a:cubicBezTo>
                    <a:pt x="20173" y="5387"/>
                    <a:pt x="19732" y="4354"/>
                    <a:pt x="18720" y="3145"/>
                  </a:cubicBezTo>
                  <a:cubicBezTo>
                    <a:pt x="17395" y="1562"/>
                    <a:pt x="15637" y="574"/>
                    <a:pt x="13488" y="205"/>
                  </a:cubicBezTo>
                  <a:cubicBezTo>
                    <a:pt x="12639" y="59"/>
                    <a:pt x="11769" y="1"/>
                    <a:pt x="108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3"/>
            <p:cNvSpPr/>
            <p:nvPr/>
          </p:nvSpPr>
          <p:spPr>
            <a:xfrm flipH="1" rot="10800000">
              <a:off x="-97104" y="1094974"/>
              <a:ext cx="9377861" cy="2035410"/>
            </a:xfrm>
            <a:custGeom>
              <a:rect b="b" l="l" r="r" t="t"/>
              <a:pathLst>
                <a:path extrusionOk="0" h="50863" w="234344">
                  <a:moveTo>
                    <a:pt x="233940" y="621"/>
                  </a:moveTo>
                  <a:lnTo>
                    <a:pt x="233940" y="12077"/>
                  </a:lnTo>
                  <a:cubicBezTo>
                    <a:pt x="232371" y="13846"/>
                    <a:pt x="230619" y="15358"/>
                    <a:pt x="228734" y="16565"/>
                  </a:cubicBezTo>
                  <a:cubicBezTo>
                    <a:pt x="224484" y="19289"/>
                    <a:pt x="219376" y="20857"/>
                    <a:pt x="213122" y="21360"/>
                  </a:cubicBezTo>
                  <a:cubicBezTo>
                    <a:pt x="211653" y="21479"/>
                    <a:pt x="210146" y="21539"/>
                    <a:pt x="208580" y="21539"/>
                  </a:cubicBezTo>
                  <a:cubicBezTo>
                    <a:pt x="205000" y="21539"/>
                    <a:pt x="201109" y="21226"/>
                    <a:pt x="196647" y="20590"/>
                  </a:cubicBezTo>
                  <a:lnTo>
                    <a:pt x="196529" y="20574"/>
                  </a:lnTo>
                  <a:cubicBezTo>
                    <a:pt x="194477" y="20283"/>
                    <a:pt x="192356" y="19981"/>
                    <a:pt x="190306" y="19457"/>
                  </a:cubicBezTo>
                  <a:cubicBezTo>
                    <a:pt x="188131" y="18901"/>
                    <a:pt x="186302" y="18457"/>
                    <a:pt x="184446" y="18095"/>
                  </a:cubicBezTo>
                  <a:cubicBezTo>
                    <a:pt x="182413" y="17700"/>
                    <a:pt x="180221" y="17338"/>
                    <a:pt x="178016" y="17338"/>
                  </a:cubicBezTo>
                  <a:cubicBezTo>
                    <a:pt x="177942" y="17338"/>
                    <a:pt x="177867" y="17339"/>
                    <a:pt x="177792" y="17340"/>
                  </a:cubicBezTo>
                  <a:cubicBezTo>
                    <a:pt x="176496" y="17354"/>
                    <a:pt x="174542" y="17378"/>
                    <a:pt x="173323" y="18637"/>
                  </a:cubicBezTo>
                  <a:cubicBezTo>
                    <a:pt x="172261" y="19733"/>
                    <a:pt x="172397" y="21555"/>
                    <a:pt x="173080" y="22788"/>
                  </a:cubicBezTo>
                  <a:cubicBezTo>
                    <a:pt x="174004" y="24459"/>
                    <a:pt x="175665" y="25395"/>
                    <a:pt x="177319" y="26158"/>
                  </a:cubicBezTo>
                  <a:cubicBezTo>
                    <a:pt x="180088" y="27433"/>
                    <a:pt x="183032" y="28076"/>
                    <a:pt x="185878" y="28699"/>
                  </a:cubicBezTo>
                  <a:cubicBezTo>
                    <a:pt x="186544" y="28844"/>
                    <a:pt x="187205" y="28990"/>
                    <a:pt x="187866" y="29142"/>
                  </a:cubicBezTo>
                  <a:cubicBezTo>
                    <a:pt x="191326" y="29942"/>
                    <a:pt x="194903" y="30405"/>
                    <a:pt x="198362" y="30852"/>
                  </a:cubicBezTo>
                  <a:lnTo>
                    <a:pt x="199879" y="31048"/>
                  </a:lnTo>
                  <a:cubicBezTo>
                    <a:pt x="203501" y="31524"/>
                    <a:pt x="207493" y="31975"/>
                    <a:pt x="212443" y="32469"/>
                  </a:cubicBezTo>
                  <a:cubicBezTo>
                    <a:pt x="216296" y="32854"/>
                    <a:pt x="220110" y="33192"/>
                    <a:pt x="223683" y="33505"/>
                  </a:cubicBezTo>
                  <a:cubicBezTo>
                    <a:pt x="226437" y="33747"/>
                    <a:pt x="229366" y="34040"/>
                    <a:pt x="232268" y="34727"/>
                  </a:cubicBezTo>
                  <a:cubicBezTo>
                    <a:pt x="232812" y="34856"/>
                    <a:pt x="233374" y="35011"/>
                    <a:pt x="233940" y="35186"/>
                  </a:cubicBezTo>
                  <a:lnTo>
                    <a:pt x="233940" y="50330"/>
                  </a:lnTo>
                  <a:cubicBezTo>
                    <a:pt x="227593" y="48509"/>
                    <a:pt x="220754" y="46238"/>
                    <a:pt x="213042" y="43386"/>
                  </a:cubicBezTo>
                  <a:cubicBezTo>
                    <a:pt x="208088" y="41555"/>
                    <a:pt x="202988" y="39512"/>
                    <a:pt x="197884" y="37317"/>
                  </a:cubicBezTo>
                  <a:cubicBezTo>
                    <a:pt x="195613" y="36339"/>
                    <a:pt x="193318" y="35281"/>
                    <a:pt x="191099" y="34257"/>
                  </a:cubicBezTo>
                  <a:cubicBezTo>
                    <a:pt x="188401" y="33014"/>
                    <a:pt x="185611" y="31726"/>
                    <a:pt x="182833" y="30573"/>
                  </a:cubicBezTo>
                  <a:cubicBezTo>
                    <a:pt x="172649" y="26340"/>
                    <a:pt x="162754" y="24195"/>
                    <a:pt x="153409" y="24195"/>
                  </a:cubicBezTo>
                  <a:cubicBezTo>
                    <a:pt x="153178" y="24195"/>
                    <a:pt x="152948" y="24197"/>
                    <a:pt x="152719" y="24198"/>
                  </a:cubicBezTo>
                  <a:cubicBezTo>
                    <a:pt x="142080" y="24319"/>
                    <a:pt x="132064" y="27884"/>
                    <a:pt x="122824" y="31721"/>
                  </a:cubicBezTo>
                  <a:cubicBezTo>
                    <a:pt x="112729" y="35913"/>
                    <a:pt x="102805" y="39822"/>
                    <a:pt x="92400" y="41608"/>
                  </a:cubicBezTo>
                  <a:cubicBezTo>
                    <a:pt x="82867" y="43244"/>
                    <a:pt x="72721" y="44299"/>
                    <a:pt x="61383" y="44830"/>
                  </a:cubicBezTo>
                  <a:cubicBezTo>
                    <a:pt x="58519" y="44965"/>
                    <a:pt x="55783" y="45032"/>
                    <a:pt x="53152" y="45032"/>
                  </a:cubicBezTo>
                  <a:cubicBezTo>
                    <a:pt x="45012" y="45032"/>
                    <a:pt x="37887" y="44383"/>
                    <a:pt x="31169" y="43050"/>
                  </a:cubicBezTo>
                  <a:cubicBezTo>
                    <a:pt x="24718" y="41770"/>
                    <a:pt x="18066" y="39641"/>
                    <a:pt x="11397" y="36720"/>
                  </a:cubicBezTo>
                  <a:cubicBezTo>
                    <a:pt x="7680" y="35093"/>
                    <a:pt x="3780" y="33224"/>
                    <a:pt x="405" y="30582"/>
                  </a:cubicBezTo>
                  <a:lnTo>
                    <a:pt x="405" y="21725"/>
                  </a:lnTo>
                  <a:cubicBezTo>
                    <a:pt x="5173" y="23118"/>
                    <a:pt x="10001" y="24631"/>
                    <a:pt x="14673" y="26094"/>
                  </a:cubicBezTo>
                  <a:cubicBezTo>
                    <a:pt x="18472" y="27283"/>
                    <a:pt x="22397" y="28512"/>
                    <a:pt x="26269" y="29670"/>
                  </a:cubicBezTo>
                  <a:cubicBezTo>
                    <a:pt x="42759" y="34607"/>
                    <a:pt x="58954" y="38982"/>
                    <a:pt x="74991" y="38982"/>
                  </a:cubicBezTo>
                  <a:cubicBezTo>
                    <a:pt x="78823" y="38982"/>
                    <a:pt x="82649" y="38732"/>
                    <a:pt x="86466" y="38179"/>
                  </a:cubicBezTo>
                  <a:cubicBezTo>
                    <a:pt x="95509" y="36872"/>
                    <a:pt x="104228" y="33938"/>
                    <a:pt x="112383" y="29455"/>
                  </a:cubicBezTo>
                  <a:cubicBezTo>
                    <a:pt x="116730" y="27066"/>
                    <a:pt x="120985" y="24195"/>
                    <a:pt x="125029" y="20922"/>
                  </a:cubicBezTo>
                  <a:cubicBezTo>
                    <a:pt x="126767" y="19511"/>
                    <a:pt x="128488" y="17994"/>
                    <a:pt x="130152" y="16524"/>
                  </a:cubicBezTo>
                  <a:cubicBezTo>
                    <a:pt x="131788" y="15078"/>
                    <a:pt x="133483" y="13582"/>
                    <a:pt x="135190" y="12196"/>
                  </a:cubicBezTo>
                  <a:cubicBezTo>
                    <a:pt x="137654" y="10200"/>
                    <a:pt x="140969" y="7788"/>
                    <a:pt x="144768" y="6873"/>
                  </a:cubicBezTo>
                  <a:cubicBezTo>
                    <a:pt x="145990" y="6580"/>
                    <a:pt x="147258" y="6432"/>
                    <a:pt x="148594" y="6432"/>
                  </a:cubicBezTo>
                  <a:cubicBezTo>
                    <a:pt x="151134" y="6432"/>
                    <a:pt x="153922" y="6966"/>
                    <a:pt x="157120" y="8052"/>
                  </a:cubicBezTo>
                  <a:cubicBezTo>
                    <a:pt x="165254" y="10813"/>
                    <a:pt x="174727" y="13878"/>
                    <a:pt x="184226" y="15304"/>
                  </a:cubicBezTo>
                  <a:cubicBezTo>
                    <a:pt x="187914" y="15858"/>
                    <a:pt x="191419" y="16136"/>
                    <a:pt x="194766" y="16136"/>
                  </a:cubicBezTo>
                  <a:cubicBezTo>
                    <a:pt x="200932" y="16136"/>
                    <a:pt x="206557" y="15192"/>
                    <a:pt x="211781" y="13295"/>
                  </a:cubicBezTo>
                  <a:cubicBezTo>
                    <a:pt x="216509" y="11579"/>
                    <a:pt x="220789" y="8892"/>
                    <a:pt x="224351" y="6492"/>
                  </a:cubicBezTo>
                  <a:cubicBezTo>
                    <a:pt x="224766" y="6212"/>
                    <a:pt x="225182" y="5928"/>
                    <a:pt x="225598" y="5645"/>
                  </a:cubicBezTo>
                  <a:cubicBezTo>
                    <a:pt x="228277" y="3826"/>
                    <a:pt x="231045" y="1944"/>
                    <a:pt x="233940" y="621"/>
                  </a:cubicBezTo>
                  <a:close/>
                  <a:moveTo>
                    <a:pt x="234344" y="1"/>
                  </a:moveTo>
                  <a:lnTo>
                    <a:pt x="234062" y="127"/>
                  </a:lnTo>
                  <a:cubicBezTo>
                    <a:pt x="231032" y="1470"/>
                    <a:pt x="228156" y="3423"/>
                    <a:pt x="225375" y="5313"/>
                  </a:cubicBezTo>
                  <a:cubicBezTo>
                    <a:pt x="224959" y="5595"/>
                    <a:pt x="224545" y="5878"/>
                    <a:pt x="224128" y="6158"/>
                  </a:cubicBezTo>
                  <a:cubicBezTo>
                    <a:pt x="220589" y="8544"/>
                    <a:pt x="216336" y="11214"/>
                    <a:pt x="211647" y="12916"/>
                  </a:cubicBezTo>
                  <a:cubicBezTo>
                    <a:pt x="206466" y="14796"/>
                    <a:pt x="200885" y="15732"/>
                    <a:pt x="194765" y="15732"/>
                  </a:cubicBezTo>
                  <a:cubicBezTo>
                    <a:pt x="191440" y="15732"/>
                    <a:pt x="187955" y="15456"/>
                    <a:pt x="184289" y="14905"/>
                  </a:cubicBezTo>
                  <a:cubicBezTo>
                    <a:pt x="174822" y="13485"/>
                    <a:pt x="165370" y="10424"/>
                    <a:pt x="157251" y="7671"/>
                  </a:cubicBezTo>
                  <a:cubicBezTo>
                    <a:pt x="154011" y="6571"/>
                    <a:pt x="151182" y="6028"/>
                    <a:pt x="148600" y="6028"/>
                  </a:cubicBezTo>
                  <a:cubicBezTo>
                    <a:pt x="147230" y="6028"/>
                    <a:pt x="145930" y="6181"/>
                    <a:pt x="144675" y="6483"/>
                  </a:cubicBezTo>
                  <a:cubicBezTo>
                    <a:pt x="140797" y="7416"/>
                    <a:pt x="137434" y="9860"/>
                    <a:pt x="134939" y="11886"/>
                  </a:cubicBezTo>
                  <a:cubicBezTo>
                    <a:pt x="133224" y="13277"/>
                    <a:pt x="131528" y="14775"/>
                    <a:pt x="129887" y="16224"/>
                  </a:cubicBezTo>
                  <a:cubicBezTo>
                    <a:pt x="128225" y="17690"/>
                    <a:pt x="126509" y="19207"/>
                    <a:pt x="124774" y="20610"/>
                  </a:cubicBezTo>
                  <a:cubicBezTo>
                    <a:pt x="120749" y="23869"/>
                    <a:pt x="116514" y="26727"/>
                    <a:pt x="112189" y="29105"/>
                  </a:cubicBezTo>
                  <a:cubicBezTo>
                    <a:pt x="104076" y="33564"/>
                    <a:pt x="95402" y="36484"/>
                    <a:pt x="86407" y="37785"/>
                  </a:cubicBezTo>
                  <a:cubicBezTo>
                    <a:pt x="82611" y="38334"/>
                    <a:pt x="78806" y="38583"/>
                    <a:pt x="74991" y="38583"/>
                  </a:cubicBezTo>
                  <a:cubicBezTo>
                    <a:pt x="59005" y="38583"/>
                    <a:pt x="42843" y="34216"/>
                    <a:pt x="26384" y="29289"/>
                  </a:cubicBezTo>
                  <a:cubicBezTo>
                    <a:pt x="22516" y="28130"/>
                    <a:pt x="18589" y="26901"/>
                    <a:pt x="14793" y="25711"/>
                  </a:cubicBezTo>
                  <a:cubicBezTo>
                    <a:pt x="10035" y="24222"/>
                    <a:pt x="5116" y="22681"/>
                    <a:pt x="257" y="21265"/>
                  </a:cubicBezTo>
                  <a:lnTo>
                    <a:pt x="0" y="21189"/>
                  </a:lnTo>
                  <a:lnTo>
                    <a:pt x="0" y="30778"/>
                  </a:lnTo>
                  <a:lnTo>
                    <a:pt x="77" y="30839"/>
                  </a:lnTo>
                  <a:cubicBezTo>
                    <a:pt x="3505" y="33541"/>
                    <a:pt x="7466" y="35440"/>
                    <a:pt x="11235" y="37090"/>
                  </a:cubicBezTo>
                  <a:cubicBezTo>
                    <a:pt x="17931" y="40022"/>
                    <a:pt x="24610" y="42161"/>
                    <a:pt x="31090" y="43447"/>
                  </a:cubicBezTo>
                  <a:cubicBezTo>
                    <a:pt x="37834" y="44786"/>
                    <a:pt x="44983" y="45437"/>
                    <a:pt x="53148" y="45437"/>
                  </a:cubicBezTo>
                  <a:cubicBezTo>
                    <a:pt x="55786" y="45437"/>
                    <a:pt x="58530" y="45369"/>
                    <a:pt x="61401" y="45235"/>
                  </a:cubicBezTo>
                  <a:cubicBezTo>
                    <a:pt x="72756" y="44700"/>
                    <a:pt x="82917" y="43644"/>
                    <a:pt x="92467" y="42007"/>
                  </a:cubicBezTo>
                  <a:cubicBezTo>
                    <a:pt x="102913" y="40214"/>
                    <a:pt x="112861" y="36296"/>
                    <a:pt x="122978" y="32095"/>
                  </a:cubicBezTo>
                  <a:cubicBezTo>
                    <a:pt x="132181" y="28274"/>
                    <a:pt x="142153" y="24722"/>
                    <a:pt x="152725" y="24602"/>
                  </a:cubicBezTo>
                  <a:cubicBezTo>
                    <a:pt x="152952" y="24600"/>
                    <a:pt x="153179" y="24598"/>
                    <a:pt x="153407" y="24598"/>
                  </a:cubicBezTo>
                  <a:cubicBezTo>
                    <a:pt x="162694" y="24598"/>
                    <a:pt x="172541" y="26730"/>
                    <a:pt x="182679" y="30945"/>
                  </a:cubicBezTo>
                  <a:cubicBezTo>
                    <a:pt x="185447" y="32095"/>
                    <a:pt x="188234" y="33381"/>
                    <a:pt x="190930" y="34624"/>
                  </a:cubicBezTo>
                  <a:cubicBezTo>
                    <a:pt x="193152" y="35649"/>
                    <a:pt x="195448" y="36707"/>
                    <a:pt x="197726" y="37686"/>
                  </a:cubicBezTo>
                  <a:cubicBezTo>
                    <a:pt x="202837" y="39885"/>
                    <a:pt x="207942" y="41928"/>
                    <a:pt x="212901" y="43763"/>
                  </a:cubicBezTo>
                  <a:cubicBezTo>
                    <a:pt x="220729" y="46656"/>
                    <a:pt x="227658" y="48955"/>
                    <a:pt x="234085" y="50788"/>
                  </a:cubicBezTo>
                  <a:lnTo>
                    <a:pt x="234341" y="50863"/>
                  </a:lnTo>
                  <a:lnTo>
                    <a:pt x="234344" y="50863"/>
                  </a:lnTo>
                  <a:lnTo>
                    <a:pt x="234344" y="34896"/>
                  </a:lnTo>
                  <a:lnTo>
                    <a:pt x="234204" y="34850"/>
                  </a:lnTo>
                  <a:cubicBezTo>
                    <a:pt x="233582" y="34654"/>
                    <a:pt x="232962" y="34481"/>
                    <a:pt x="232362" y="34340"/>
                  </a:cubicBezTo>
                  <a:cubicBezTo>
                    <a:pt x="229433" y="33647"/>
                    <a:pt x="226488" y="33352"/>
                    <a:pt x="223721" y="33110"/>
                  </a:cubicBezTo>
                  <a:cubicBezTo>
                    <a:pt x="220148" y="32797"/>
                    <a:pt x="216338" y="32457"/>
                    <a:pt x="212486" y="32074"/>
                  </a:cubicBezTo>
                  <a:cubicBezTo>
                    <a:pt x="207542" y="31581"/>
                    <a:pt x="203553" y="31128"/>
                    <a:pt x="199935" y="30653"/>
                  </a:cubicBezTo>
                  <a:lnTo>
                    <a:pt x="198416" y="30455"/>
                  </a:lnTo>
                  <a:cubicBezTo>
                    <a:pt x="194968" y="30009"/>
                    <a:pt x="191400" y="29547"/>
                    <a:pt x="187960" y="28753"/>
                  </a:cubicBezTo>
                  <a:cubicBezTo>
                    <a:pt x="187298" y="28602"/>
                    <a:pt x="186634" y="28454"/>
                    <a:pt x="185969" y="28310"/>
                  </a:cubicBezTo>
                  <a:cubicBezTo>
                    <a:pt x="183145" y="27690"/>
                    <a:pt x="180223" y="27051"/>
                    <a:pt x="177494" y="25795"/>
                  </a:cubicBezTo>
                  <a:cubicBezTo>
                    <a:pt x="176009" y="25111"/>
                    <a:pt x="174350" y="24245"/>
                    <a:pt x="173437" y="22596"/>
                  </a:cubicBezTo>
                  <a:cubicBezTo>
                    <a:pt x="172829" y="21493"/>
                    <a:pt x="172693" y="19876"/>
                    <a:pt x="173617" y="18921"/>
                  </a:cubicBezTo>
                  <a:cubicBezTo>
                    <a:pt x="174717" y="17783"/>
                    <a:pt x="176574" y="17760"/>
                    <a:pt x="177801" y="17745"/>
                  </a:cubicBezTo>
                  <a:cubicBezTo>
                    <a:pt x="177883" y="17744"/>
                    <a:pt x="177965" y="17744"/>
                    <a:pt x="178047" y="17744"/>
                  </a:cubicBezTo>
                  <a:cubicBezTo>
                    <a:pt x="180223" y="17744"/>
                    <a:pt x="182367" y="18103"/>
                    <a:pt x="184375" y="18494"/>
                  </a:cubicBezTo>
                  <a:cubicBezTo>
                    <a:pt x="186221" y="18853"/>
                    <a:pt x="188043" y="19296"/>
                    <a:pt x="190212" y="19850"/>
                  </a:cubicBezTo>
                  <a:cubicBezTo>
                    <a:pt x="192283" y="20380"/>
                    <a:pt x="194415" y="20683"/>
                    <a:pt x="196477" y="20976"/>
                  </a:cubicBezTo>
                  <a:lnTo>
                    <a:pt x="196594" y="20993"/>
                  </a:lnTo>
                  <a:cubicBezTo>
                    <a:pt x="201071" y="21630"/>
                    <a:pt x="204978" y="21943"/>
                    <a:pt x="208576" y="21943"/>
                  </a:cubicBezTo>
                  <a:cubicBezTo>
                    <a:pt x="210156" y="21943"/>
                    <a:pt x="211676" y="21883"/>
                    <a:pt x="213159" y="21763"/>
                  </a:cubicBezTo>
                  <a:cubicBezTo>
                    <a:pt x="219481" y="21255"/>
                    <a:pt x="224648" y="19666"/>
                    <a:pt x="228956" y="16905"/>
                  </a:cubicBezTo>
                  <a:cubicBezTo>
                    <a:pt x="230892" y="15665"/>
                    <a:pt x="232689" y="14110"/>
                    <a:pt x="234294" y="12287"/>
                  </a:cubicBezTo>
                  <a:lnTo>
                    <a:pt x="234344" y="12230"/>
                  </a:lnTo>
                  <a:lnTo>
                    <a:pt x="2343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3"/>
            <p:cNvSpPr/>
            <p:nvPr/>
          </p:nvSpPr>
          <p:spPr>
            <a:xfrm flipH="1" rot="10800000">
              <a:off x="-97264" y="678532"/>
              <a:ext cx="5171942" cy="1031731"/>
            </a:xfrm>
            <a:custGeom>
              <a:rect b="b" l="l" r="r" t="t"/>
              <a:pathLst>
                <a:path extrusionOk="0" h="25782" w="129242">
                  <a:moveTo>
                    <a:pt x="125667" y="404"/>
                  </a:moveTo>
                  <a:cubicBezTo>
                    <a:pt x="125949" y="404"/>
                    <a:pt x="126232" y="415"/>
                    <a:pt x="126514" y="437"/>
                  </a:cubicBezTo>
                  <a:cubicBezTo>
                    <a:pt x="127419" y="510"/>
                    <a:pt x="128375" y="690"/>
                    <a:pt x="128733" y="1442"/>
                  </a:cubicBezTo>
                  <a:cubicBezTo>
                    <a:pt x="127667" y="1898"/>
                    <a:pt x="126604" y="2366"/>
                    <a:pt x="125540" y="2833"/>
                  </a:cubicBezTo>
                  <a:cubicBezTo>
                    <a:pt x="121951" y="4414"/>
                    <a:pt x="118237" y="6047"/>
                    <a:pt x="114473" y="7141"/>
                  </a:cubicBezTo>
                  <a:cubicBezTo>
                    <a:pt x="113881" y="7314"/>
                    <a:pt x="113286" y="7483"/>
                    <a:pt x="112693" y="7649"/>
                  </a:cubicBezTo>
                  <a:cubicBezTo>
                    <a:pt x="110914" y="8149"/>
                    <a:pt x="109073" y="8666"/>
                    <a:pt x="107278" y="9330"/>
                  </a:cubicBezTo>
                  <a:cubicBezTo>
                    <a:pt x="105183" y="10108"/>
                    <a:pt x="102936" y="11055"/>
                    <a:pt x="100411" y="12228"/>
                  </a:cubicBezTo>
                  <a:cubicBezTo>
                    <a:pt x="97928" y="13381"/>
                    <a:pt x="95424" y="14634"/>
                    <a:pt x="93002" y="15844"/>
                  </a:cubicBezTo>
                  <a:cubicBezTo>
                    <a:pt x="86663" y="19013"/>
                    <a:pt x="80109" y="22288"/>
                    <a:pt x="73322" y="24097"/>
                  </a:cubicBezTo>
                  <a:cubicBezTo>
                    <a:pt x="70106" y="24955"/>
                    <a:pt x="66829" y="25381"/>
                    <a:pt x="63411" y="25381"/>
                  </a:cubicBezTo>
                  <a:cubicBezTo>
                    <a:pt x="61691" y="25381"/>
                    <a:pt x="59935" y="25273"/>
                    <a:pt x="58132" y="25057"/>
                  </a:cubicBezTo>
                  <a:cubicBezTo>
                    <a:pt x="54870" y="24667"/>
                    <a:pt x="51578" y="24000"/>
                    <a:pt x="48394" y="23351"/>
                  </a:cubicBezTo>
                  <a:cubicBezTo>
                    <a:pt x="46720" y="23010"/>
                    <a:pt x="44988" y="22658"/>
                    <a:pt x="43281" y="22351"/>
                  </a:cubicBezTo>
                  <a:cubicBezTo>
                    <a:pt x="38827" y="21551"/>
                    <a:pt x="34306" y="21314"/>
                    <a:pt x="29931" y="21085"/>
                  </a:cubicBezTo>
                  <a:lnTo>
                    <a:pt x="28914" y="21031"/>
                  </a:lnTo>
                  <a:cubicBezTo>
                    <a:pt x="25978" y="20874"/>
                    <a:pt x="23609" y="20501"/>
                    <a:pt x="21462" y="19855"/>
                  </a:cubicBezTo>
                  <a:cubicBezTo>
                    <a:pt x="19489" y="19259"/>
                    <a:pt x="17512" y="18432"/>
                    <a:pt x="15599" y="17635"/>
                  </a:cubicBezTo>
                  <a:cubicBezTo>
                    <a:pt x="15171" y="17457"/>
                    <a:pt x="14747" y="17279"/>
                    <a:pt x="14321" y="17105"/>
                  </a:cubicBezTo>
                  <a:cubicBezTo>
                    <a:pt x="12341" y="16286"/>
                    <a:pt x="10328" y="15433"/>
                    <a:pt x="8383" y="14606"/>
                  </a:cubicBezTo>
                  <a:cubicBezTo>
                    <a:pt x="5772" y="13497"/>
                    <a:pt x="3075" y="12349"/>
                    <a:pt x="404" y="11276"/>
                  </a:cubicBezTo>
                  <a:lnTo>
                    <a:pt x="403" y="11276"/>
                  </a:lnTo>
                  <a:lnTo>
                    <a:pt x="403" y="5584"/>
                  </a:lnTo>
                  <a:cubicBezTo>
                    <a:pt x="967" y="5874"/>
                    <a:pt x="1566" y="6170"/>
                    <a:pt x="2220" y="6484"/>
                  </a:cubicBezTo>
                  <a:cubicBezTo>
                    <a:pt x="2905" y="6811"/>
                    <a:pt x="3592" y="7131"/>
                    <a:pt x="4281" y="7450"/>
                  </a:cubicBezTo>
                  <a:cubicBezTo>
                    <a:pt x="6227" y="8357"/>
                    <a:pt x="8240" y="9293"/>
                    <a:pt x="10153" y="10412"/>
                  </a:cubicBezTo>
                  <a:cubicBezTo>
                    <a:pt x="12434" y="11746"/>
                    <a:pt x="14871" y="13148"/>
                    <a:pt x="17395" y="14337"/>
                  </a:cubicBezTo>
                  <a:cubicBezTo>
                    <a:pt x="25707" y="18255"/>
                    <a:pt x="35202" y="20169"/>
                    <a:pt x="46355" y="20169"/>
                  </a:cubicBezTo>
                  <a:cubicBezTo>
                    <a:pt x="47079" y="20169"/>
                    <a:pt x="47811" y="20161"/>
                    <a:pt x="48549" y="20145"/>
                  </a:cubicBezTo>
                  <a:cubicBezTo>
                    <a:pt x="59131" y="19914"/>
                    <a:pt x="70411" y="17805"/>
                    <a:pt x="84049" y="13504"/>
                  </a:cubicBezTo>
                  <a:cubicBezTo>
                    <a:pt x="89815" y="11685"/>
                    <a:pt x="95612" y="9562"/>
                    <a:pt x="101217" y="7507"/>
                  </a:cubicBezTo>
                  <a:cubicBezTo>
                    <a:pt x="104315" y="6374"/>
                    <a:pt x="107517" y="5200"/>
                    <a:pt x="110679" y="4091"/>
                  </a:cubicBezTo>
                  <a:cubicBezTo>
                    <a:pt x="114143" y="2876"/>
                    <a:pt x="117874" y="1648"/>
                    <a:pt x="121675" y="895"/>
                  </a:cubicBezTo>
                  <a:cubicBezTo>
                    <a:pt x="122896" y="652"/>
                    <a:pt x="124279" y="404"/>
                    <a:pt x="125667" y="404"/>
                  </a:cubicBezTo>
                  <a:close/>
                  <a:moveTo>
                    <a:pt x="125672" y="1"/>
                  </a:moveTo>
                  <a:cubicBezTo>
                    <a:pt x="124248" y="1"/>
                    <a:pt x="122839" y="252"/>
                    <a:pt x="121598" y="497"/>
                  </a:cubicBezTo>
                  <a:cubicBezTo>
                    <a:pt x="117773" y="1256"/>
                    <a:pt x="114025" y="2491"/>
                    <a:pt x="110546" y="3711"/>
                  </a:cubicBezTo>
                  <a:cubicBezTo>
                    <a:pt x="107384" y="4820"/>
                    <a:pt x="104179" y="5993"/>
                    <a:pt x="101080" y="7129"/>
                  </a:cubicBezTo>
                  <a:cubicBezTo>
                    <a:pt x="95477" y="9180"/>
                    <a:pt x="89685" y="11305"/>
                    <a:pt x="83929" y="13120"/>
                  </a:cubicBezTo>
                  <a:cubicBezTo>
                    <a:pt x="70328" y="17407"/>
                    <a:pt x="59084" y="19512"/>
                    <a:pt x="48540" y="19742"/>
                  </a:cubicBezTo>
                  <a:cubicBezTo>
                    <a:pt x="47811" y="19758"/>
                    <a:pt x="47089" y="19766"/>
                    <a:pt x="46374" y="19766"/>
                  </a:cubicBezTo>
                  <a:cubicBezTo>
                    <a:pt x="35268" y="19766"/>
                    <a:pt x="25827" y="17865"/>
                    <a:pt x="17567" y="13971"/>
                  </a:cubicBezTo>
                  <a:cubicBezTo>
                    <a:pt x="15057" y="12788"/>
                    <a:pt x="12628" y="11391"/>
                    <a:pt x="10355" y="10062"/>
                  </a:cubicBezTo>
                  <a:cubicBezTo>
                    <a:pt x="8426" y="8935"/>
                    <a:pt x="6404" y="7993"/>
                    <a:pt x="4448" y="7084"/>
                  </a:cubicBezTo>
                  <a:cubicBezTo>
                    <a:pt x="3762" y="6767"/>
                    <a:pt x="3076" y="6447"/>
                    <a:pt x="2395" y="6120"/>
                  </a:cubicBezTo>
                  <a:cubicBezTo>
                    <a:pt x="1626" y="5754"/>
                    <a:pt x="940" y="5411"/>
                    <a:pt x="294" y="5075"/>
                  </a:cubicBezTo>
                  <a:lnTo>
                    <a:pt x="0" y="4921"/>
                  </a:lnTo>
                  <a:lnTo>
                    <a:pt x="0" y="11545"/>
                  </a:lnTo>
                  <a:lnTo>
                    <a:pt x="126" y="11595"/>
                  </a:lnTo>
                  <a:cubicBezTo>
                    <a:pt x="2833" y="12684"/>
                    <a:pt x="5574" y="13848"/>
                    <a:pt x="8224" y="14973"/>
                  </a:cubicBezTo>
                  <a:cubicBezTo>
                    <a:pt x="10170" y="15801"/>
                    <a:pt x="12184" y="16656"/>
                    <a:pt x="14167" y="17473"/>
                  </a:cubicBezTo>
                  <a:cubicBezTo>
                    <a:pt x="14591" y="17649"/>
                    <a:pt x="15016" y="17828"/>
                    <a:pt x="15441" y="18003"/>
                  </a:cubicBezTo>
                  <a:cubicBezTo>
                    <a:pt x="17363" y="18808"/>
                    <a:pt x="19349" y="19638"/>
                    <a:pt x="21344" y="20238"/>
                  </a:cubicBezTo>
                  <a:cubicBezTo>
                    <a:pt x="23523" y="20895"/>
                    <a:pt x="25922" y="21274"/>
                    <a:pt x="28892" y="21431"/>
                  </a:cubicBezTo>
                  <a:lnTo>
                    <a:pt x="29910" y="21485"/>
                  </a:lnTo>
                  <a:cubicBezTo>
                    <a:pt x="34272" y="21714"/>
                    <a:pt x="38783" y="21950"/>
                    <a:pt x="43209" y="22746"/>
                  </a:cubicBezTo>
                  <a:cubicBezTo>
                    <a:pt x="44912" y="23053"/>
                    <a:pt x="46641" y="23406"/>
                    <a:pt x="48313" y="23744"/>
                  </a:cubicBezTo>
                  <a:cubicBezTo>
                    <a:pt x="51505" y="24393"/>
                    <a:pt x="54806" y="25065"/>
                    <a:pt x="58085" y="25456"/>
                  </a:cubicBezTo>
                  <a:cubicBezTo>
                    <a:pt x="59905" y="25673"/>
                    <a:pt x="61677" y="25782"/>
                    <a:pt x="63414" y="25782"/>
                  </a:cubicBezTo>
                  <a:cubicBezTo>
                    <a:pt x="66866" y="25782"/>
                    <a:pt x="70177" y="25352"/>
                    <a:pt x="73425" y="24486"/>
                  </a:cubicBezTo>
                  <a:cubicBezTo>
                    <a:pt x="80253" y="22666"/>
                    <a:pt x="86826" y="19379"/>
                    <a:pt x="93183" y="16202"/>
                  </a:cubicBezTo>
                  <a:cubicBezTo>
                    <a:pt x="95603" y="14991"/>
                    <a:pt x="98105" y="13741"/>
                    <a:pt x="100582" y="12591"/>
                  </a:cubicBezTo>
                  <a:cubicBezTo>
                    <a:pt x="103097" y="11422"/>
                    <a:pt x="105333" y="10479"/>
                    <a:pt x="107419" y="9706"/>
                  </a:cubicBezTo>
                  <a:cubicBezTo>
                    <a:pt x="109198" y="9046"/>
                    <a:pt x="111031" y="8532"/>
                    <a:pt x="112803" y="8033"/>
                  </a:cubicBezTo>
                  <a:cubicBezTo>
                    <a:pt x="113399" y="7867"/>
                    <a:pt x="113993" y="7699"/>
                    <a:pt x="114588" y="7526"/>
                  </a:cubicBezTo>
                  <a:cubicBezTo>
                    <a:pt x="118376" y="6424"/>
                    <a:pt x="122102" y="4784"/>
                    <a:pt x="125704" y="3199"/>
                  </a:cubicBezTo>
                  <a:cubicBezTo>
                    <a:pt x="126826" y="2705"/>
                    <a:pt x="127947" y="2212"/>
                    <a:pt x="129073" y="1733"/>
                  </a:cubicBezTo>
                  <a:lnTo>
                    <a:pt x="129242" y="1662"/>
                  </a:lnTo>
                  <a:lnTo>
                    <a:pt x="129185" y="1488"/>
                  </a:lnTo>
                  <a:cubicBezTo>
                    <a:pt x="128775" y="216"/>
                    <a:pt x="127216" y="89"/>
                    <a:pt x="126549" y="34"/>
                  </a:cubicBezTo>
                  <a:cubicBezTo>
                    <a:pt x="126257" y="11"/>
                    <a:pt x="125964" y="1"/>
                    <a:pt x="1256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3"/>
            <p:cNvSpPr/>
            <p:nvPr/>
          </p:nvSpPr>
          <p:spPr>
            <a:xfrm flipH="1" rot="10800000">
              <a:off x="-97184" y="-848500"/>
              <a:ext cx="9378021" cy="2233737"/>
            </a:xfrm>
            <a:custGeom>
              <a:rect b="b" l="l" r="r" t="t"/>
              <a:pathLst>
                <a:path extrusionOk="0" h="55819" w="234348">
                  <a:moveTo>
                    <a:pt x="144981" y="403"/>
                  </a:moveTo>
                  <a:cubicBezTo>
                    <a:pt x="150962" y="403"/>
                    <a:pt x="156924" y="882"/>
                    <a:pt x="162787" y="1836"/>
                  </a:cubicBezTo>
                  <a:cubicBezTo>
                    <a:pt x="170740" y="3127"/>
                    <a:pt x="179016" y="5583"/>
                    <a:pt x="189615" y="9797"/>
                  </a:cubicBezTo>
                  <a:cubicBezTo>
                    <a:pt x="198427" y="13299"/>
                    <a:pt x="207411" y="17431"/>
                    <a:pt x="216323" y="22082"/>
                  </a:cubicBezTo>
                  <a:lnTo>
                    <a:pt x="218254" y="23088"/>
                  </a:lnTo>
                  <a:cubicBezTo>
                    <a:pt x="223483" y="25804"/>
                    <a:pt x="228885" y="28612"/>
                    <a:pt x="233942" y="32005"/>
                  </a:cubicBezTo>
                  <a:lnTo>
                    <a:pt x="233942" y="40242"/>
                  </a:lnTo>
                  <a:cubicBezTo>
                    <a:pt x="230357" y="38005"/>
                    <a:pt x="227378" y="36353"/>
                    <a:pt x="224590" y="35054"/>
                  </a:cubicBezTo>
                  <a:cubicBezTo>
                    <a:pt x="215470" y="30808"/>
                    <a:pt x="205746" y="28155"/>
                    <a:pt x="196343" y="25590"/>
                  </a:cubicBezTo>
                  <a:cubicBezTo>
                    <a:pt x="195383" y="25330"/>
                    <a:pt x="194423" y="25067"/>
                    <a:pt x="193466" y="24804"/>
                  </a:cubicBezTo>
                  <a:cubicBezTo>
                    <a:pt x="172307" y="18995"/>
                    <a:pt x="155262" y="16255"/>
                    <a:pt x="139723" y="16255"/>
                  </a:cubicBezTo>
                  <a:cubicBezTo>
                    <a:pt x="136241" y="16255"/>
                    <a:pt x="132834" y="16392"/>
                    <a:pt x="129473" y="16664"/>
                  </a:cubicBezTo>
                  <a:cubicBezTo>
                    <a:pt x="117659" y="17617"/>
                    <a:pt x="108992" y="19950"/>
                    <a:pt x="101363" y="24225"/>
                  </a:cubicBezTo>
                  <a:cubicBezTo>
                    <a:pt x="95848" y="27316"/>
                    <a:pt x="90586" y="31262"/>
                    <a:pt x="85495" y="35080"/>
                  </a:cubicBezTo>
                  <a:cubicBezTo>
                    <a:pt x="82539" y="37296"/>
                    <a:pt x="79484" y="39588"/>
                    <a:pt x="76413" y="41684"/>
                  </a:cubicBezTo>
                  <a:cubicBezTo>
                    <a:pt x="71394" y="45113"/>
                    <a:pt x="67146" y="47471"/>
                    <a:pt x="63039" y="49108"/>
                  </a:cubicBezTo>
                  <a:cubicBezTo>
                    <a:pt x="58787" y="50804"/>
                    <a:pt x="54022" y="52109"/>
                    <a:pt x="48045" y="53216"/>
                  </a:cubicBezTo>
                  <a:cubicBezTo>
                    <a:pt x="40031" y="54703"/>
                    <a:pt x="31384" y="55416"/>
                    <a:pt x="21189" y="55416"/>
                  </a:cubicBezTo>
                  <a:cubicBezTo>
                    <a:pt x="19290" y="55416"/>
                    <a:pt x="17337" y="55391"/>
                    <a:pt x="15325" y="55342"/>
                  </a:cubicBezTo>
                  <a:cubicBezTo>
                    <a:pt x="9761" y="55207"/>
                    <a:pt x="4879" y="54966"/>
                    <a:pt x="402" y="54612"/>
                  </a:cubicBezTo>
                  <a:lnTo>
                    <a:pt x="407" y="54612"/>
                  </a:lnTo>
                  <a:lnTo>
                    <a:pt x="407" y="49284"/>
                  </a:lnTo>
                  <a:cubicBezTo>
                    <a:pt x="817" y="49421"/>
                    <a:pt x="1230" y="49561"/>
                    <a:pt x="1643" y="49700"/>
                  </a:cubicBezTo>
                  <a:cubicBezTo>
                    <a:pt x="4359" y="50619"/>
                    <a:pt x="7168" y="51566"/>
                    <a:pt x="9980" y="52235"/>
                  </a:cubicBezTo>
                  <a:cubicBezTo>
                    <a:pt x="12206" y="52763"/>
                    <a:pt x="14788" y="53377"/>
                    <a:pt x="17344" y="53377"/>
                  </a:cubicBezTo>
                  <a:cubicBezTo>
                    <a:pt x="18683" y="53377"/>
                    <a:pt x="20014" y="53208"/>
                    <a:pt x="21283" y="52772"/>
                  </a:cubicBezTo>
                  <a:cubicBezTo>
                    <a:pt x="22931" y="52205"/>
                    <a:pt x="23878" y="51164"/>
                    <a:pt x="24025" y="49761"/>
                  </a:cubicBezTo>
                  <a:cubicBezTo>
                    <a:pt x="24231" y="47784"/>
                    <a:pt x="23055" y="45926"/>
                    <a:pt x="21802" y="44960"/>
                  </a:cubicBezTo>
                  <a:cubicBezTo>
                    <a:pt x="20124" y="43670"/>
                    <a:pt x="18067" y="43236"/>
                    <a:pt x="16094" y="42961"/>
                  </a:cubicBezTo>
                  <a:cubicBezTo>
                    <a:pt x="13968" y="42663"/>
                    <a:pt x="11797" y="42629"/>
                    <a:pt x="9701" y="42596"/>
                  </a:cubicBezTo>
                  <a:lnTo>
                    <a:pt x="9254" y="42589"/>
                  </a:lnTo>
                  <a:cubicBezTo>
                    <a:pt x="6994" y="42550"/>
                    <a:pt x="4310" y="42346"/>
                    <a:pt x="1553" y="41105"/>
                  </a:cubicBezTo>
                  <a:cubicBezTo>
                    <a:pt x="1170" y="40933"/>
                    <a:pt x="784" y="40741"/>
                    <a:pt x="402" y="40534"/>
                  </a:cubicBezTo>
                  <a:lnTo>
                    <a:pt x="402" y="31531"/>
                  </a:lnTo>
                  <a:cubicBezTo>
                    <a:pt x="6844" y="32915"/>
                    <a:pt x="13326" y="34726"/>
                    <a:pt x="19599" y="36477"/>
                  </a:cubicBezTo>
                  <a:cubicBezTo>
                    <a:pt x="22674" y="37335"/>
                    <a:pt x="25850" y="38224"/>
                    <a:pt x="28985" y="39049"/>
                  </a:cubicBezTo>
                  <a:cubicBezTo>
                    <a:pt x="36397" y="41005"/>
                    <a:pt x="46195" y="43249"/>
                    <a:pt x="56268" y="43249"/>
                  </a:cubicBezTo>
                  <a:lnTo>
                    <a:pt x="56298" y="43249"/>
                  </a:lnTo>
                  <a:cubicBezTo>
                    <a:pt x="60549" y="43247"/>
                    <a:pt x="65413" y="43043"/>
                    <a:pt x="69372" y="40633"/>
                  </a:cubicBezTo>
                  <a:cubicBezTo>
                    <a:pt x="71055" y="39609"/>
                    <a:pt x="72214" y="38269"/>
                    <a:pt x="72821" y="36652"/>
                  </a:cubicBezTo>
                  <a:cubicBezTo>
                    <a:pt x="73454" y="34967"/>
                    <a:pt x="73654" y="32595"/>
                    <a:pt x="72675" y="31095"/>
                  </a:cubicBezTo>
                  <a:cubicBezTo>
                    <a:pt x="71475" y="29255"/>
                    <a:pt x="69235" y="29002"/>
                    <a:pt x="67193" y="29002"/>
                  </a:cubicBezTo>
                  <a:lnTo>
                    <a:pt x="67163" y="29002"/>
                  </a:lnTo>
                  <a:cubicBezTo>
                    <a:pt x="64338" y="29005"/>
                    <a:pt x="61485" y="29632"/>
                    <a:pt x="59033" y="30219"/>
                  </a:cubicBezTo>
                  <a:cubicBezTo>
                    <a:pt x="58197" y="30419"/>
                    <a:pt x="57351" y="30648"/>
                    <a:pt x="56532" y="30868"/>
                  </a:cubicBezTo>
                  <a:cubicBezTo>
                    <a:pt x="55224" y="31222"/>
                    <a:pt x="53869" y="31587"/>
                    <a:pt x="52529" y="31845"/>
                  </a:cubicBezTo>
                  <a:cubicBezTo>
                    <a:pt x="48490" y="32626"/>
                    <a:pt x="44235" y="33024"/>
                    <a:pt x="39894" y="33024"/>
                  </a:cubicBezTo>
                  <a:cubicBezTo>
                    <a:pt x="39863" y="33024"/>
                    <a:pt x="39832" y="33024"/>
                    <a:pt x="39801" y="33024"/>
                  </a:cubicBezTo>
                  <a:cubicBezTo>
                    <a:pt x="26833" y="33011"/>
                    <a:pt x="13576" y="29869"/>
                    <a:pt x="402" y="23687"/>
                  </a:cubicBezTo>
                  <a:lnTo>
                    <a:pt x="402" y="6011"/>
                  </a:lnTo>
                  <a:cubicBezTo>
                    <a:pt x="1635" y="6344"/>
                    <a:pt x="2827" y="6712"/>
                    <a:pt x="3952" y="7104"/>
                  </a:cubicBezTo>
                  <a:cubicBezTo>
                    <a:pt x="7474" y="8330"/>
                    <a:pt x="10930" y="10023"/>
                    <a:pt x="14269" y="11659"/>
                  </a:cubicBezTo>
                  <a:cubicBezTo>
                    <a:pt x="15159" y="12095"/>
                    <a:pt x="16051" y="12530"/>
                    <a:pt x="16944" y="12959"/>
                  </a:cubicBezTo>
                  <a:cubicBezTo>
                    <a:pt x="21849" y="15315"/>
                    <a:pt x="26184" y="17153"/>
                    <a:pt x="30193" y="18579"/>
                  </a:cubicBezTo>
                  <a:cubicBezTo>
                    <a:pt x="37329" y="21116"/>
                    <a:pt x="44835" y="22386"/>
                    <a:pt x="52799" y="22386"/>
                  </a:cubicBezTo>
                  <a:cubicBezTo>
                    <a:pt x="62775" y="22386"/>
                    <a:pt x="73472" y="20393"/>
                    <a:pt x="85065" y="16400"/>
                  </a:cubicBezTo>
                  <a:cubicBezTo>
                    <a:pt x="89374" y="14915"/>
                    <a:pt x="93852" y="13162"/>
                    <a:pt x="98753" y="11037"/>
                  </a:cubicBezTo>
                  <a:cubicBezTo>
                    <a:pt x="99763" y="10600"/>
                    <a:pt x="100773" y="10151"/>
                    <a:pt x="101781" y="9706"/>
                  </a:cubicBezTo>
                  <a:cubicBezTo>
                    <a:pt x="104805" y="8364"/>
                    <a:pt x="107933" y="6975"/>
                    <a:pt x="111082" y="5882"/>
                  </a:cubicBezTo>
                  <a:cubicBezTo>
                    <a:pt x="119135" y="3086"/>
                    <a:pt x="127851" y="1338"/>
                    <a:pt x="136984" y="688"/>
                  </a:cubicBezTo>
                  <a:cubicBezTo>
                    <a:pt x="139649" y="498"/>
                    <a:pt x="142317" y="403"/>
                    <a:pt x="144981" y="403"/>
                  </a:cubicBezTo>
                  <a:close/>
                  <a:moveTo>
                    <a:pt x="144959" y="1"/>
                  </a:moveTo>
                  <a:cubicBezTo>
                    <a:pt x="142293" y="1"/>
                    <a:pt x="139623" y="96"/>
                    <a:pt x="136956" y="285"/>
                  </a:cubicBezTo>
                  <a:cubicBezTo>
                    <a:pt x="127785" y="938"/>
                    <a:pt x="119037" y="2693"/>
                    <a:pt x="110949" y="5501"/>
                  </a:cubicBezTo>
                  <a:cubicBezTo>
                    <a:pt x="107786" y="6599"/>
                    <a:pt x="104650" y="7991"/>
                    <a:pt x="101618" y="9337"/>
                  </a:cubicBezTo>
                  <a:cubicBezTo>
                    <a:pt x="100610" y="9784"/>
                    <a:pt x="99605" y="10230"/>
                    <a:pt x="98594" y="10669"/>
                  </a:cubicBezTo>
                  <a:cubicBezTo>
                    <a:pt x="93702" y="12788"/>
                    <a:pt x="89236" y="14538"/>
                    <a:pt x="84935" y="16020"/>
                  </a:cubicBezTo>
                  <a:cubicBezTo>
                    <a:pt x="73384" y="19997"/>
                    <a:pt x="62731" y="21983"/>
                    <a:pt x="52798" y="21983"/>
                  </a:cubicBezTo>
                  <a:cubicBezTo>
                    <a:pt x="44880" y="21983"/>
                    <a:pt x="37420" y="20721"/>
                    <a:pt x="30329" y="18200"/>
                  </a:cubicBezTo>
                  <a:cubicBezTo>
                    <a:pt x="26334" y="16780"/>
                    <a:pt x="22012" y="14948"/>
                    <a:pt x="17118" y="12599"/>
                  </a:cubicBezTo>
                  <a:cubicBezTo>
                    <a:pt x="16225" y="12172"/>
                    <a:pt x="15335" y="11736"/>
                    <a:pt x="14448" y="11300"/>
                  </a:cubicBezTo>
                  <a:cubicBezTo>
                    <a:pt x="11097" y="9658"/>
                    <a:pt x="7631" y="7961"/>
                    <a:pt x="4086" y="6726"/>
                  </a:cubicBezTo>
                  <a:cubicBezTo>
                    <a:pt x="2874" y="6305"/>
                    <a:pt x="1587" y="5911"/>
                    <a:pt x="257" y="5556"/>
                  </a:cubicBezTo>
                  <a:lnTo>
                    <a:pt x="2" y="5489"/>
                  </a:lnTo>
                  <a:lnTo>
                    <a:pt x="2" y="23947"/>
                  </a:lnTo>
                  <a:lnTo>
                    <a:pt x="118" y="24001"/>
                  </a:lnTo>
                  <a:cubicBezTo>
                    <a:pt x="13383" y="30245"/>
                    <a:pt x="26736" y="33418"/>
                    <a:pt x="39802" y="33430"/>
                  </a:cubicBezTo>
                  <a:cubicBezTo>
                    <a:pt x="39862" y="33430"/>
                    <a:pt x="39922" y="33430"/>
                    <a:pt x="39983" y="33430"/>
                  </a:cubicBezTo>
                  <a:cubicBezTo>
                    <a:pt x="44319" y="33430"/>
                    <a:pt x="48571" y="33023"/>
                    <a:pt x="52607" y="32244"/>
                  </a:cubicBezTo>
                  <a:cubicBezTo>
                    <a:pt x="53961" y="31982"/>
                    <a:pt x="55324" y="31615"/>
                    <a:pt x="56640" y="31261"/>
                  </a:cubicBezTo>
                  <a:cubicBezTo>
                    <a:pt x="57454" y="31041"/>
                    <a:pt x="58297" y="30815"/>
                    <a:pt x="59127" y="30616"/>
                  </a:cubicBezTo>
                  <a:cubicBezTo>
                    <a:pt x="61559" y="30033"/>
                    <a:pt x="64382" y="29412"/>
                    <a:pt x="67164" y="29409"/>
                  </a:cubicBezTo>
                  <a:cubicBezTo>
                    <a:pt x="67187" y="29409"/>
                    <a:pt x="67210" y="29409"/>
                    <a:pt x="67233" y="29409"/>
                  </a:cubicBezTo>
                  <a:cubicBezTo>
                    <a:pt x="69147" y="29409"/>
                    <a:pt x="71252" y="29651"/>
                    <a:pt x="72340" y="31318"/>
                  </a:cubicBezTo>
                  <a:cubicBezTo>
                    <a:pt x="73241" y="32701"/>
                    <a:pt x="73043" y="34924"/>
                    <a:pt x="72447" y="36513"/>
                  </a:cubicBezTo>
                  <a:cubicBezTo>
                    <a:pt x="71871" y="38046"/>
                    <a:pt x="70768" y="39317"/>
                    <a:pt x="69163" y="40292"/>
                  </a:cubicBezTo>
                  <a:cubicBezTo>
                    <a:pt x="65293" y="42649"/>
                    <a:pt x="60492" y="42849"/>
                    <a:pt x="56298" y="42850"/>
                  </a:cubicBezTo>
                  <a:lnTo>
                    <a:pt x="56268" y="42850"/>
                  </a:lnTo>
                  <a:cubicBezTo>
                    <a:pt x="46241" y="42850"/>
                    <a:pt x="36475" y="40614"/>
                    <a:pt x="29086" y="38666"/>
                  </a:cubicBezTo>
                  <a:cubicBezTo>
                    <a:pt x="25956" y="37839"/>
                    <a:pt x="22778" y="36952"/>
                    <a:pt x="19706" y="36095"/>
                  </a:cubicBezTo>
                  <a:cubicBezTo>
                    <a:pt x="13350" y="34319"/>
                    <a:pt x="6776" y="32482"/>
                    <a:pt x="244" y="31089"/>
                  </a:cubicBezTo>
                  <a:lnTo>
                    <a:pt x="1" y="31038"/>
                  </a:lnTo>
                  <a:lnTo>
                    <a:pt x="1" y="40777"/>
                  </a:lnTo>
                  <a:lnTo>
                    <a:pt x="105" y="40834"/>
                  </a:lnTo>
                  <a:cubicBezTo>
                    <a:pt x="528" y="41068"/>
                    <a:pt x="960" y="41284"/>
                    <a:pt x="1387" y="41477"/>
                  </a:cubicBezTo>
                  <a:cubicBezTo>
                    <a:pt x="4210" y="42747"/>
                    <a:pt x="6945" y="42957"/>
                    <a:pt x="9247" y="42996"/>
                  </a:cubicBezTo>
                  <a:lnTo>
                    <a:pt x="9694" y="43003"/>
                  </a:lnTo>
                  <a:cubicBezTo>
                    <a:pt x="11777" y="43036"/>
                    <a:pt x="13933" y="43072"/>
                    <a:pt x="16035" y="43364"/>
                  </a:cubicBezTo>
                  <a:cubicBezTo>
                    <a:pt x="17956" y="43633"/>
                    <a:pt x="19953" y="44050"/>
                    <a:pt x="21555" y="45283"/>
                  </a:cubicBezTo>
                  <a:cubicBezTo>
                    <a:pt x="22721" y="46179"/>
                    <a:pt x="23812" y="47901"/>
                    <a:pt x="23624" y="49723"/>
                  </a:cubicBezTo>
                  <a:cubicBezTo>
                    <a:pt x="23492" y="50977"/>
                    <a:pt x="22661" y="51876"/>
                    <a:pt x="21149" y="52395"/>
                  </a:cubicBezTo>
                  <a:cubicBezTo>
                    <a:pt x="19929" y="52815"/>
                    <a:pt x="18642" y="52977"/>
                    <a:pt x="17343" y="52977"/>
                  </a:cubicBezTo>
                  <a:cubicBezTo>
                    <a:pt x="14829" y="52977"/>
                    <a:pt x="12272" y="52369"/>
                    <a:pt x="10068" y="51847"/>
                  </a:cubicBezTo>
                  <a:cubicBezTo>
                    <a:pt x="7275" y="51184"/>
                    <a:pt x="4475" y="50237"/>
                    <a:pt x="1767" y="49323"/>
                  </a:cubicBezTo>
                  <a:cubicBezTo>
                    <a:pt x="1267" y="49155"/>
                    <a:pt x="767" y="48985"/>
                    <a:pt x="265" y="48818"/>
                  </a:cubicBezTo>
                  <a:lnTo>
                    <a:pt x="1" y="48728"/>
                  </a:lnTo>
                  <a:lnTo>
                    <a:pt x="1" y="54985"/>
                  </a:lnTo>
                  <a:lnTo>
                    <a:pt x="187" y="54999"/>
                  </a:lnTo>
                  <a:cubicBezTo>
                    <a:pt x="4720" y="55364"/>
                    <a:pt x="9668" y="55608"/>
                    <a:pt x="15316" y="55745"/>
                  </a:cubicBezTo>
                  <a:cubicBezTo>
                    <a:pt x="17327" y="55794"/>
                    <a:pt x="19280" y="55818"/>
                    <a:pt x="21180" y="55818"/>
                  </a:cubicBezTo>
                  <a:cubicBezTo>
                    <a:pt x="31405" y="55818"/>
                    <a:pt x="40078" y="55104"/>
                    <a:pt x="48122" y="53615"/>
                  </a:cubicBezTo>
                  <a:cubicBezTo>
                    <a:pt x="54125" y="52502"/>
                    <a:pt x="58913" y="51189"/>
                    <a:pt x="63191" y="49484"/>
                  </a:cubicBezTo>
                  <a:cubicBezTo>
                    <a:pt x="67326" y="47835"/>
                    <a:pt x="71599" y="45463"/>
                    <a:pt x="76643" y="42018"/>
                  </a:cubicBezTo>
                  <a:cubicBezTo>
                    <a:pt x="79721" y="39917"/>
                    <a:pt x="82780" y="37621"/>
                    <a:pt x="85739" y="35403"/>
                  </a:cubicBezTo>
                  <a:cubicBezTo>
                    <a:pt x="90819" y="31594"/>
                    <a:pt x="96072" y="27654"/>
                    <a:pt x="101563" y="24578"/>
                  </a:cubicBezTo>
                  <a:cubicBezTo>
                    <a:pt x="109139" y="20330"/>
                    <a:pt x="117758" y="18014"/>
                    <a:pt x="129508" y="17065"/>
                  </a:cubicBezTo>
                  <a:cubicBezTo>
                    <a:pt x="132858" y="16795"/>
                    <a:pt x="136254" y="16658"/>
                    <a:pt x="139725" y="16658"/>
                  </a:cubicBezTo>
                  <a:cubicBezTo>
                    <a:pt x="155229" y="16658"/>
                    <a:pt x="172239" y="19393"/>
                    <a:pt x="193363" y="25194"/>
                  </a:cubicBezTo>
                  <a:cubicBezTo>
                    <a:pt x="194320" y="25456"/>
                    <a:pt x="195279" y="25717"/>
                    <a:pt x="196240" y="25980"/>
                  </a:cubicBezTo>
                  <a:cubicBezTo>
                    <a:pt x="205628" y="28540"/>
                    <a:pt x="215334" y="31188"/>
                    <a:pt x="224421" y="35420"/>
                  </a:cubicBezTo>
                  <a:cubicBezTo>
                    <a:pt x="227275" y="36749"/>
                    <a:pt x="230329" y="38452"/>
                    <a:pt x="234037" y="40778"/>
                  </a:cubicBezTo>
                  <a:lnTo>
                    <a:pt x="234347" y="40971"/>
                  </a:lnTo>
                  <a:lnTo>
                    <a:pt x="234347" y="31794"/>
                  </a:lnTo>
                  <a:lnTo>
                    <a:pt x="234257" y="31734"/>
                  </a:lnTo>
                  <a:cubicBezTo>
                    <a:pt x="229156" y="28302"/>
                    <a:pt x="223710" y="25471"/>
                    <a:pt x="218442" y="22732"/>
                  </a:cubicBezTo>
                  <a:lnTo>
                    <a:pt x="216510" y="21728"/>
                  </a:lnTo>
                  <a:cubicBezTo>
                    <a:pt x="207587" y="17070"/>
                    <a:pt x="198587" y="12930"/>
                    <a:pt x="189764" y="9423"/>
                  </a:cubicBezTo>
                  <a:cubicBezTo>
                    <a:pt x="179135" y="5199"/>
                    <a:pt x="170836" y="2739"/>
                    <a:pt x="162852" y="1440"/>
                  </a:cubicBezTo>
                  <a:cubicBezTo>
                    <a:pt x="156959" y="482"/>
                    <a:pt x="150969" y="1"/>
                    <a:pt x="144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3"/>
            <p:cNvSpPr/>
            <p:nvPr/>
          </p:nvSpPr>
          <p:spPr>
            <a:xfrm flipH="1" rot="10800000">
              <a:off x="4303273" y="-1749146"/>
              <a:ext cx="4977457" cy="2219891"/>
            </a:xfrm>
            <a:custGeom>
              <a:rect b="b" l="l" r="r" t="t"/>
              <a:pathLst>
                <a:path extrusionOk="0" h="55473" w="124382">
                  <a:moveTo>
                    <a:pt x="25918" y="402"/>
                  </a:moveTo>
                  <a:cubicBezTo>
                    <a:pt x="36041" y="402"/>
                    <a:pt x="47026" y="1991"/>
                    <a:pt x="60462" y="5393"/>
                  </a:cubicBezTo>
                  <a:cubicBezTo>
                    <a:pt x="70856" y="8024"/>
                    <a:pt x="81175" y="11807"/>
                    <a:pt x="91155" y="15464"/>
                  </a:cubicBezTo>
                  <a:cubicBezTo>
                    <a:pt x="92391" y="15917"/>
                    <a:pt x="93627" y="16369"/>
                    <a:pt x="94863" y="16822"/>
                  </a:cubicBezTo>
                  <a:lnTo>
                    <a:pt x="95647" y="17108"/>
                  </a:lnTo>
                  <a:cubicBezTo>
                    <a:pt x="105319" y="20631"/>
                    <a:pt x="115319" y="24277"/>
                    <a:pt x="123981" y="30890"/>
                  </a:cubicBezTo>
                  <a:lnTo>
                    <a:pt x="123981" y="53695"/>
                  </a:lnTo>
                  <a:cubicBezTo>
                    <a:pt x="123931" y="53594"/>
                    <a:pt x="123881" y="53490"/>
                    <a:pt x="123831" y="53388"/>
                  </a:cubicBezTo>
                  <a:cubicBezTo>
                    <a:pt x="121216" y="48116"/>
                    <a:pt x="118223" y="43645"/>
                    <a:pt x="114937" y="40100"/>
                  </a:cubicBezTo>
                  <a:cubicBezTo>
                    <a:pt x="110571" y="35392"/>
                    <a:pt x="105339" y="32142"/>
                    <a:pt x="101268" y="29834"/>
                  </a:cubicBezTo>
                  <a:cubicBezTo>
                    <a:pt x="91058" y="24049"/>
                    <a:pt x="80265" y="20787"/>
                    <a:pt x="69187" y="20137"/>
                  </a:cubicBezTo>
                  <a:cubicBezTo>
                    <a:pt x="67907" y="20061"/>
                    <a:pt x="66618" y="20024"/>
                    <a:pt x="65319" y="20024"/>
                  </a:cubicBezTo>
                  <a:cubicBezTo>
                    <a:pt x="61141" y="20024"/>
                    <a:pt x="56870" y="20411"/>
                    <a:pt x="52577" y="21181"/>
                  </a:cubicBezTo>
                  <a:cubicBezTo>
                    <a:pt x="48332" y="21940"/>
                    <a:pt x="44099" y="23239"/>
                    <a:pt x="40004" y="24495"/>
                  </a:cubicBezTo>
                  <a:cubicBezTo>
                    <a:pt x="38744" y="24880"/>
                    <a:pt x="37484" y="25268"/>
                    <a:pt x="36221" y="25639"/>
                  </a:cubicBezTo>
                  <a:cubicBezTo>
                    <a:pt x="30814" y="27232"/>
                    <a:pt x="25249" y="28662"/>
                    <a:pt x="19858" y="28662"/>
                  </a:cubicBezTo>
                  <a:cubicBezTo>
                    <a:pt x="15618" y="28662"/>
                    <a:pt x="11486" y="27778"/>
                    <a:pt x="7624" y="25392"/>
                  </a:cubicBezTo>
                  <a:cubicBezTo>
                    <a:pt x="1653" y="21703"/>
                    <a:pt x="639" y="17073"/>
                    <a:pt x="567" y="14640"/>
                  </a:cubicBezTo>
                  <a:cubicBezTo>
                    <a:pt x="413" y="9480"/>
                    <a:pt x="3668" y="6464"/>
                    <a:pt x="5623" y="5124"/>
                  </a:cubicBezTo>
                  <a:cubicBezTo>
                    <a:pt x="9015" y="2801"/>
                    <a:pt x="12910" y="1856"/>
                    <a:pt x="15924" y="1292"/>
                  </a:cubicBezTo>
                  <a:cubicBezTo>
                    <a:pt x="19039" y="709"/>
                    <a:pt x="22328" y="409"/>
                    <a:pt x="25700" y="402"/>
                  </a:cubicBezTo>
                  <a:close/>
                  <a:moveTo>
                    <a:pt x="25696" y="0"/>
                  </a:moveTo>
                  <a:cubicBezTo>
                    <a:pt x="22298" y="9"/>
                    <a:pt x="18984" y="309"/>
                    <a:pt x="15846" y="896"/>
                  </a:cubicBezTo>
                  <a:cubicBezTo>
                    <a:pt x="12791" y="1468"/>
                    <a:pt x="8843" y="2428"/>
                    <a:pt x="5390" y="4792"/>
                  </a:cubicBezTo>
                  <a:cubicBezTo>
                    <a:pt x="3368" y="6176"/>
                    <a:pt x="0" y="9300"/>
                    <a:pt x="160" y="14653"/>
                  </a:cubicBezTo>
                  <a:cubicBezTo>
                    <a:pt x="236" y="17166"/>
                    <a:pt x="1277" y="21947"/>
                    <a:pt x="7409" y="25735"/>
                  </a:cubicBezTo>
                  <a:cubicBezTo>
                    <a:pt x="11344" y="28167"/>
                    <a:pt x="15543" y="29067"/>
                    <a:pt x="19845" y="29067"/>
                  </a:cubicBezTo>
                  <a:cubicBezTo>
                    <a:pt x="25284" y="29067"/>
                    <a:pt x="30887" y="27628"/>
                    <a:pt x="36329" y="26025"/>
                  </a:cubicBezTo>
                  <a:cubicBezTo>
                    <a:pt x="37594" y="25653"/>
                    <a:pt x="38857" y="25265"/>
                    <a:pt x="40120" y="24877"/>
                  </a:cubicBezTo>
                  <a:cubicBezTo>
                    <a:pt x="44202" y="23626"/>
                    <a:pt x="48423" y="22331"/>
                    <a:pt x="52645" y="21575"/>
                  </a:cubicBezTo>
                  <a:cubicBezTo>
                    <a:pt x="56919" y="20811"/>
                    <a:pt x="61167" y="20426"/>
                    <a:pt x="65320" y="20426"/>
                  </a:cubicBezTo>
                  <a:cubicBezTo>
                    <a:pt x="66611" y="20426"/>
                    <a:pt x="67892" y="20464"/>
                    <a:pt x="69163" y="20538"/>
                  </a:cubicBezTo>
                  <a:cubicBezTo>
                    <a:pt x="80177" y="21183"/>
                    <a:pt x="90911" y="24429"/>
                    <a:pt x="101068" y="30184"/>
                  </a:cubicBezTo>
                  <a:cubicBezTo>
                    <a:pt x="105113" y="32476"/>
                    <a:pt x="110313" y="35707"/>
                    <a:pt x="114641" y="40373"/>
                  </a:cubicBezTo>
                  <a:cubicBezTo>
                    <a:pt x="117901" y="43892"/>
                    <a:pt x="120872" y="48330"/>
                    <a:pt x="123468" y="53567"/>
                  </a:cubicBezTo>
                  <a:cubicBezTo>
                    <a:pt x="123595" y="53824"/>
                    <a:pt x="123718" y="54084"/>
                    <a:pt x="123842" y="54344"/>
                  </a:cubicBezTo>
                  <a:lnTo>
                    <a:pt x="124380" y="55470"/>
                  </a:lnTo>
                  <a:lnTo>
                    <a:pt x="124380" y="30691"/>
                  </a:lnTo>
                  <a:lnTo>
                    <a:pt x="124301" y="30630"/>
                  </a:lnTo>
                  <a:cubicBezTo>
                    <a:pt x="115571" y="23942"/>
                    <a:pt x="105512" y="20275"/>
                    <a:pt x="95782" y="16727"/>
                  </a:cubicBezTo>
                  <a:lnTo>
                    <a:pt x="94996" y="16442"/>
                  </a:lnTo>
                  <a:cubicBezTo>
                    <a:pt x="93760" y="15992"/>
                    <a:pt x="92525" y="15539"/>
                    <a:pt x="91289" y="15087"/>
                  </a:cubicBezTo>
                  <a:cubicBezTo>
                    <a:pt x="81300" y="11425"/>
                    <a:pt x="70971" y="7640"/>
                    <a:pt x="60557" y="5003"/>
                  </a:cubicBezTo>
                  <a:cubicBezTo>
                    <a:pt x="47087" y="1592"/>
                    <a:pt x="36071" y="0"/>
                    <a:pt x="25913" y="0"/>
                  </a:cubicBezTo>
                  <a:close/>
                  <a:moveTo>
                    <a:pt x="124380" y="55470"/>
                  </a:moveTo>
                  <a:lnTo>
                    <a:pt x="124380" y="55473"/>
                  </a:lnTo>
                  <a:lnTo>
                    <a:pt x="124381" y="55473"/>
                  </a:lnTo>
                  <a:lnTo>
                    <a:pt x="124380" y="5547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3"/>
            <p:cNvSpPr/>
            <p:nvPr/>
          </p:nvSpPr>
          <p:spPr>
            <a:xfrm flipH="1" rot="10800000">
              <a:off x="-97184" y="-2299797"/>
              <a:ext cx="4473596" cy="1988630"/>
            </a:xfrm>
            <a:custGeom>
              <a:rect b="b" l="l" r="r" t="t"/>
              <a:pathLst>
                <a:path extrusionOk="0" h="49694" w="111791">
                  <a:moveTo>
                    <a:pt x="97341" y="420"/>
                  </a:moveTo>
                  <a:cubicBezTo>
                    <a:pt x="98733" y="420"/>
                    <a:pt x="99979" y="773"/>
                    <a:pt x="101045" y="1273"/>
                  </a:cubicBezTo>
                  <a:cubicBezTo>
                    <a:pt x="104764" y="3021"/>
                    <a:pt x="109232" y="7243"/>
                    <a:pt x="110572" y="11931"/>
                  </a:cubicBezTo>
                  <a:cubicBezTo>
                    <a:pt x="111369" y="14719"/>
                    <a:pt x="110985" y="17351"/>
                    <a:pt x="109429" y="19750"/>
                  </a:cubicBezTo>
                  <a:cubicBezTo>
                    <a:pt x="107469" y="22776"/>
                    <a:pt x="104270" y="24339"/>
                    <a:pt x="101702" y="25361"/>
                  </a:cubicBezTo>
                  <a:cubicBezTo>
                    <a:pt x="98754" y="26534"/>
                    <a:pt x="95452" y="27464"/>
                    <a:pt x="91607" y="28204"/>
                  </a:cubicBezTo>
                  <a:cubicBezTo>
                    <a:pt x="89921" y="28528"/>
                    <a:pt x="88200" y="28811"/>
                    <a:pt x="86532" y="29084"/>
                  </a:cubicBezTo>
                  <a:cubicBezTo>
                    <a:pt x="79681" y="30207"/>
                    <a:pt x="72597" y="31372"/>
                    <a:pt x="66253" y="35734"/>
                  </a:cubicBezTo>
                  <a:cubicBezTo>
                    <a:pt x="61721" y="38849"/>
                    <a:pt x="57707" y="43535"/>
                    <a:pt x="54638" y="49289"/>
                  </a:cubicBezTo>
                  <a:lnTo>
                    <a:pt x="3363" y="49289"/>
                  </a:lnTo>
                  <a:cubicBezTo>
                    <a:pt x="1730" y="49289"/>
                    <a:pt x="402" y="47585"/>
                    <a:pt x="402" y="45488"/>
                  </a:cubicBezTo>
                  <a:lnTo>
                    <a:pt x="402" y="27817"/>
                  </a:lnTo>
                  <a:cubicBezTo>
                    <a:pt x="6956" y="29756"/>
                    <a:pt x="13549" y="31125"/>
                    <a:pt x="20006" y="31888"/>
                  </a:cubicBezTo>
                  <a:cubicBezTo>
                    <a:pt x="24832" y="32458"/>
                    <a:pt x="29867" y="32744"/>
                    <a:pt x="35067" y="32744"/>
                  </a:cubicBezTo>
                  <a:cubicBezTo>
                    <a:pt x="39433" y="32744"/>
                    <a:pt x="43915" y="32543"/>
                    <a:pt x="48490" y="32140"/>
                  </a:cubicBezTo>
                  <a:cubicBezTo>
                    <a:pt x="52725" y="31766"/>
                    <a:pt x="57090" y="31156"/>
                    <a:pt x="61838" y="30276"/>
                  </a:cubicBezTo>
                  <a:cubicBezTo>
                    <a:pt x="65200" y="29650"/>
                    <a:pt x="69115" y="28700"/>
                    <a:pt x="72658" y="26377"/>
                  </a:cubicBezTo>
                  <a:cubicBezTo>
                    <a:pt x="76773" y="23677"/>
                    <a:pt x="79509" y="18971"/>
                    <a:pt x="82157" y="14419"/>
                  </a:cubicBezTo>
                  <a:cubicBezTo>
                    <a:pt x="83207" y="12610"/>
                    <a:pt x="84295" y="10742"/>
                    <a:pt x="85446" y="9038"/>
                  </a:cubicBezTo>
                  <a:cubicBezTo>
                    <a:pt x="89943" y="2389"/>
                    <a:pt x="94052" y="420"/>
                    <a:pt x="97341" y="420"/>
                  </a:cubicBezTo>
                  <a:close/>
                  <a:moveTo>
                    <a:pt x="97320" y="1"/>
                  </a:moveTo>
                  <a:cubicBezTo>
                    <a:pt x="92272" y="1"/>
                    <a:pt x="88015" y="4523"/>
                    <a:pt x="85113" y="8813"/>
                  </a:cubicBezTo>
                  <a:cubicBezTo>
                    <a:pt x="83953" y="10529"/>
                    <a:pt x="82863" y="12404"/>
                    <a:pt x="81808" y="14217"/>
                  </a:cubicBezTo>
                  <a:cubicBezTo>
                    <a:pt x="79187" y="18729"/>
                    <a:pt x="76473" y="23393"/>
                    <a:pt x="72437" y="26041"/>
                  </a:cubicBezTo>
                  <a:cubicBezTo>
                    <a:pt x="68955" y="28325"/>
                    <a:pt x="65088" y="29264"/>
                    <a:pt x="61763" y="29881"/>
                  </a:cubicBezTo>
                  <a:cubicBezTo>
                    <a:pt x="57027" y="30760"/>
                    <a:pt x="52675" y="31369"/>
                    <a:pt x="48454" y="31740"/>
                  </a:cubicBezTo>
                  <a:cubicBezTo>
                    <a:pt x="43892" y="32141"/>
                    <a:pt x="39422" y="32342"/>
                    <a:pt x="35069" y="32342"/>
                  </a:cubicBezTo>
                  <a:cubicBezTo>
                    <a:pt x="29883" y="32342"/>
                    <a:pt x="24864" y="32057"/>
                    <a:pt x="20053" y="31489"/>
                  </a:cubicBezTo>
                  <a:cubicBezTo>
                    <a:pt x="13535" y="30716"/>
                    <a:pt x="6875" y="29326"/>
                    <a:pt x="259" y="27354"/>
                  </a:cubicBezTo>
                  <a:lnTo>
                    <a:pt x="1" y="27277"/>
                  </a:lnTo>
                  <a:lnTo>
                    <a:pt x="1" y="45491"/>
                  </a:lnTo>
                  <a:cubicBezTo>
                    <a:pt x="1" y="47809"/>
                    <a:pt x="1508" y="49694"/>
                    <a:pt x="3363" y="49694"/>
                  </a:cubicBezTo>
                  <a:lnTo>
                    <a:pt x="54879" y="49694"/>
                  </a:lnTo>
                  <a:lnTo>
                    <a:pt x="54936" y="49585"/>
                  </a:lnTo>
                  <a:cubicBezTo>
                    <a:pt x="57983" y="43837"/>
                    <a:pt x="61975" y="39163"/>
                    <a:pt x="66481" y="36064"/>
                  </a:cubicBezTo>
                  <a:cubicBezTo>
                    <a:pt x="72751" y="31752"/>
                    <a:pt x="79791" y="30597"/>
                    <a:pt x="86599" y="29479"/>
                  </a:cubicBezTo>
                  <a:cubicBezTo>
                    <a:pt x="88267" y="29206"/>
                    <a:pt x="89993" y="28921"/>
                    <a:pt x="91683" y="28597"/>
                  </a:cubicBezTo>
                  <a:cubicBezTo>
                    <a:pt x="95554" y="27852"/>
                    <a:pt x="98882" y="26914"/>
                    <a:pt x="101852" y="25732"/>
                  </a:cubicBezTo>
                  <a:cubicBezTo>
                    <a:pt x="104477" y="24689"/>
                    <a:pt x="107747" y="23089"/>
                    <a:pt x="109769" y="19968"/>
                  </a:cubicBezTo>
                  <a:cubicBezTo>
                    <a:pt x="111389" y="17466"/>
                    <a:pt x="111791" y="14724"/>
                    <a:pt x="110961" y="11820"/>
                  </a:cubicBezTo>
                  <a:cubicBezTo>
                    <a:pt x="109585" y="7016"/>
                    <a:pt x="105018" y="2695"/>
                    <a:pt x="101216" y="909"/>
                  </a:cubicBezTo>
                  <a:cubicBezTo>
                    <a:pt x="99874" y="279"/>
                    <a:pt x="98573" y="1"/>
                    <a:pt x="973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3"/>
            <p:cNvSpPr/>
            <p:nvPr/>
          </p:nvSpPr>
          <p:spPr>
            <a:xfrm flipH="1" rot="10800000">
              <a:off x="2768223" y="-2299814"/>
              <a:ext cx="4335456" cy="728679"/>
            </a:xfrm>
            <a:custGeom>
              <a:rect b="b" l="l" r="r" t="t"/>
              <a:pathLst>
                <a:path extrusionOk="0" h="18209" w="108339">
                  <a:moveTo>
                    <a:pt x="27698" y="402"/>
                  </a:moveTo>
                  <a:cubicBezTo>
                    <a:pt x="32888" y="402"/>
                    <a:pt x="38022" y="2124"/>
                    <a:pt x="42576" y="3656"/>
                  </a:cubicBezTo>
                  <a:cubicBezTo>
                    <a:pt x="47416" y="5283"/>
                    <a:pt x="52582" y="6948"/>
                    <a:pt x="57857" y="7844"/>
                  </a:cubicBezTo>
                  <a:cubicBezTo>
                    <a:pt x="62292" y="8597"/>
                    <a:pt x="66755" y="8977"/>
                    <a:pt x="71177" y="8977"/>
                  </a:cubicBezTo>
                  <a:cubicBezTo>
                    <a:pt x="72693" y="8977"/>
                    <a:pt x="74204" y="8932"/>
                    <a:pt x="75707" y="8843"/>
                  </a:cubicBezTo>
                  <a:cubicBezTo>
                    <a:pt x="78578" y="8671"/>
                    <a:pt x="81363" y="8335"/>
                    <a:pt x="83983" y="7841"/>
                  </a:cubicBezTo>
                  <a:cubicBezTo>
                    <a:pt x="84740" y="7698"/>
                    <a:pt x="85506" y="7531"/>
                    <a:pt x="86246" y="7371"/>
                  </a:cubicBezTo>
                  <a:cubicBezTo>
                    <a:pt x="87567" y="7085"/>
                    <a:pt x="88932" y="6788"/>
                    <a:pt x="90288" y="6616"/>
                  </a:cubicBezTo>
                  <a:cubicBezTo>
                    <a:pt x="91569" y="6455"/>
                    <a:pt x="92767" y="6374"/>
                    <a:pt x="93889" y="6374"/>
                  </a:cubicBezTo>
                  <a:cubicBezTo>
                    <a:pt x="97369" y="6374"/>
                    <a:pt x="100126" y="7157"/>
                    <a:pt x="102405" y="8765"/>
                  </a:cubicBezTo>
                  <a:cubicBezTo>
                    <a:pt x="104715" y="10399"/>
                    <a:pt x="107752" y="14521"/>
                    <a:pt x="107336" y="17804"/>
                  </a:cubicBezTo>
                  <a:lnTo>
                    <a:pt x="2840" y="17804"/>
                  </a:lnTo>
                  <a:cubicBezTo>
                    <a:pt x="2038" y="16930"/>
                    <a:pt x="1495" y="16015"/>
                    <a:pt x="1180" y="15011"/>
                  </a:cubicBezTo>
                  <a:cubicBezTo>
                    <a:pt x="328" y="12292"/>
                    <a:pt x="1140" y="8835"/>
                    <a:pt x="2950" y="7464"/>
                  </a:cubicBezTo>
                  <a:cubicBezTo>
                    <a:pt x="4188" y="6527"/>
                    <a:pt x="5746" y="6255"/>
                    <a:pt x="7263" y="6255"/>
                  </a:cubicBezTo>
                  <a:cubicBezTo>
                    <a:pt x="8508" y="6255"/>
                    <a:pt x="9724" y="6438"/>
                    <a:pt x="10713" y="6586"/>
                  </a:cubicBezTo>
                  <a:cubicBezTo>
                    <a:pt x="13555" y="7015"/>
                    <a:pt x="16398" y="7815"/>
                    <a:pt x="19148" y="8591"/>
                  </a:cubicBezTo>
                  <a:cubicBezTo>
                    <a:pt x="20420" y="8950"/>
                    <a:pt x="21733" y="9320"/>
                    <a:pt x="23031" y="9648"/>
                  </a:cubicBezTo>
                  <a:cubicBezTo>
                    <a:pt x="23892" y="9867"/>
                    <a:pt x="24772" y="10044"/>
                    <a:pt x="25624" y="10217"/>
                  </a:cubicBezTo>
                  <a:cubicBezTo>
                    <a:pt x="26578" y="10410"/>
                    <a:pt x="27561" y="10610"/>
                    <a:pt x="28520" y="10866"/>
                  </a:cubicBezTo>
                  <a:cubicBezTo>
                    <a:pt x="29266" y="11066"/>
                    <a:pt x="30023" y="11287"/>
                    <a:pt x="30753" y="11502"/>
                  </a:cubicBezTo>
                  <a:cubicBezTo>
                    <a:pt x="31592" y="11746"/>
                    <a:pt x="32458" y="12000"/>
                    <a:pt x="33317" y="12223"/>
                  </a:cubicBezTo>
                  <a:lnTo>
                    <a:pt x="33467" y="12263"/>
                  </a:lnTo>
                  <a:cubicBezTo>
                    <a:pt x="34991" y="12659"/>
                    <a:pt x="36728" y="13111"/>
                    <a:pt x="38421" y="13111"/>
                  </a:cubicBezTo>
                  <a:cubicBezTo>
                    <a:pt x="39680" y="13111"/>
                    <a:pt x="40914" y="12861"/>
                    <a:pt x="42017" y="12152"/>
                  </a:cubicBezTo>
                  <a:cubicBezTo>
                    <a:pt x="42247" y="12003"/>
                    <a:pt x="42254" y="11687"/>
                    <a:pt x="42130" y="11480"/>
                  </a:cubicBezTo>
                  <a:cubicBezTo>
                    <a:pt x="39927" y="7838"/>
                    <a:pt x="35420" y="7355"/>
                    <a:pt x="32131" y="7002"/>
                  </a:cubicBezTo>
                  <a:cubicBezTo>
                    <a:pt x="30552" y="6834"/>
                    <a:pt x="28936" y="6794"/>
                    <a:pt x="27373" y="6755"/>
                  </a:cubicBezTo>
                  <a:cubicBezTo>
                    <a:pt x="24971" y="6694"/>
                    <a:pt x="22485" y="6634"/>
                    <a:pt x="20094" y="6098"/>
                  </a:cubicBezTo>
                  <a:lnTo>
                    <a:pt x="19861" y="6045"/>
                  </a:lnTo>
                  <a:cubicBezTo>
                    <a:pt x="19174" y="5899"/>
                    <a:pt x="18323" y="5715"/>
                    <a:pt x="17845" y="5185"/>
                  </a:cubicBezTo>
                  <a:cubicBezTo>
                    <a:pt x="17683" y="5000"/>
                    <a:pt x="17613" y="4809"/>
                    <a:pt x="17637" y="4599"/>
                  </a:cubicBezTo>
                  <a:cubicBezTo>
                    <a:pt x="17720" y="3886"/>
                    <a:pt x="18816" y="3119"/>
                    <a:pt x="19284" y="2791"/>
                  </a:cubicBezTo>
                  <a:lnTo>
                    <a:pt x="19370" y="2730"/>
                  </a:lnTo>
                  <a:cubicBezTo>
                    <a:pt x="21382" y="1313"/>
                    <a:pt x="23882" y="535"/>
                    <a:pt x="26803" y="420"/>
                  </a:cubicBezTo>
                  <a:cubicBezTo>
                    <a:pt x="27101" y="408"/>
                    <a:pt x="27399" y="402"/>
                    <a:pt x="27698" y="402"/>
                  </a:cubicBezTo>
                  <a:close/>
                  <a:moveTo>
                    <a:pt x="27716" y="0"/>
                  </a:moveTo>
                  <a:cubicBezTo>
                    <a:pt x="27408" y="0"/>
                    <a:pt x="27101" y="6"/>
                    <a:pt x="26793" y="18"/>
                  </a:cubicBezTo>
                  <a:cubicBezTo>
                    <a:pt x="23792" y="137"/>
                    <a:pt x="21220" y="940"/>
                    <a:pt x="19143" y="2401"/>
                  </a:cubicBezTo>
                  <a:lnTo>
                    <a:pt x="19057" y="2461"/>
                  </a:lnTo>
                  <a:cubicBezTo>
                    <a:pt x="18500" y="2850"/>
                    <a:pt x="17342" y="3659"/>
                    <a:pt x="17241" y="4552"/>
                  </a:cubicBezTo>
                  <a:cubicBezTo>
                    <a:pt x="17204" y="4879"/>
                    <a:pt x="17307" y="5183"/>
                    <a:pt x="17550" y="5452"/>
                  </a:cubicBezTo>
                  <a:cubicBezTo>
                    <a:pt x="18114" y="6081"/>
                    <a:pt x="19037" y="6279"/>
                    <a:pt x="19779" y="6438"/>
                  </a:cubicBezTo>
                  <a:lnTo>
                    <a:pt x="20009" y="6488"/>
                  </a:lnTo>
                  <a:cubicBezTo>
                    <a:pt x="22436" y="7034"/>
                    <a:pt x="24942" y="7095"/>
                    <a:pt x="27366" y="7155"/>
                  </a:cubicBezTo>
                  <a:cubicBezTo>
                    <a:pt x="28920" y="7194"/>
                    <a:pt x="30528" y="7234"/>
                    <a:pt x="32089" y="7401"/>
                  </a:cubicBezTo>
                  <a:cubicBezTo>
                    <a:pt x="35297" y="7744"/>
                    <a:pt x="39689" y="8215"/>
                    <a:pt x="41788" y="11686"/>
                  </a:cubicBezTo>
                  <a:cubicBezTo>
                    <a:pt x="41818" y="11736"/>
                    <a:pt x="41813" y="11800"/>
                    <a:pt x="41803" y="11810"/>
                  </a:cubicBezTo>
                  <a:cubicBezTo>
                    <a:pt x="40777" y="12469"/>
                    <a:pt x="39614" y="12703"/>
                    <a:pt x="38419" y="12703"/>
                  </a:cubicBezTo>
                  <a:cubicBezTo>
                    <a:pt x="36773" y="12703"/>
                    <a:pt x="35066" y="12260"/>
                    <a:pt x="33571" y="11872"/>
                  </a:cubicBezTo>
                  <a:lnTo>
                    <a:pt x="33421" y="11832"/>
                  </a:lnTo>
                  <a:cubicBezTo>
                    <a:pt x="32568" y="11613"/>
                    <a:pt x="31706" y="11359"/>
                    <a:pt x="30871" y="11114"/>
                  </a:cubicBezTo>
                  <a:cubicBezTo>
                    <a:pt x="30136" y="10900"/>
                    <a:pt x="29377" y="10677"/>
                    <a:pt x="28627" y="10477"/>
                  </a:cubicBezTo>
                  <a:cubicBezTo>
                    <a:pt x="27659" y="10217"/>
                    <a:pt x="26667" y="10017"/>
                    <a:pt x="25708" y="9823"/>
                  </a:cubicBezTo>
                  <a:cubicBezTo>
                    <a:pt x="24862" y="9650"/>
                    <a:pt x="23985" y="9473"/>
                    <a:pt x="23133" y="9257"/>
                  </a:cubicBezTo>
                  <a:cubicBezTo>
                    <a:pt x="21840" y="8930"/>
                    <a:pt x="20529" y="8560"/>
                    <a:pt x="19261" y="8202"/>
                  </a:cubicBezTo>
                  <a:cubicBezTo>
                    <a:pt x="16498" y="7424"/>
                    <a:pt x="13642" y="6619"/>
                    <a:pt x="10776" y="6188"/>
                  </a:cubicBezTo>
                  <a:cubicBezTo>
                    <a:pt x="9769" y="6036"/>
                    <a:pt x="8534" y="5850"/>
                    <a:pt x="7263" y="5850"/>
                  </a:cubicBezTo>
                  <a:cubicBezTo>
                    <a:pt x="5677" y="5850"/>
                    <a:pt x="4036" y="6139"/>
                    <a:pt x="2711" y="7142"/>
                  </a:cubicBezTo>
                  <a:cubicBezTo>
                    <a:pt x="579" y="8757"/>
                    <a:pt x="1" y="12576"/>
                    <a:pt x="798" y="15131"/>
                  </a:cubicBezTo>
                  <a:cubicBezTo>
                    <a:pt x="1138" y="16218"/>
                    <a:pt x="1730" y="17203"/>
                    <a:pt x="2606" y="18144"/>
                  </a:cubicBezTo>
                  <a:lnTo>
                    <a:pt x="2666" y="18209"/>
                  </a:lnTo>
                  <a:lnTo>
                    <a:pt x="107680" y="18209"/>
                  </a:lnTo>
                  <a:lnTo>
                    <a:pt x="107713" y="18040"/>
                  </a:lnTo>
                  <a:cubicBezTo>
                    <a:pt x="108339" y="14231"/>
                    <a:pt x="104720" y="9907"/>
                    <a:pt x="102642" y="8438"/>
                  </a:cubicBezTo>
                  <a:cubicBezTo>
                    <a:pt x="100295" y="6780"/>
                    <a:pt x="97465" y="5972"/>
                    <a:pt x="93901" y="5972"/>
                  </a:cubicBezTo>
                  <a:cubicBezTo>
                    <a:pt x="92759" y="5972"/>
                    <a:pt x="91543" y="6055"/>
                    <a:pt x="90243" y="6219"/>
                  </a:cubicBezTo>
                  <a:cubicBezTo>
                    <a:pt x="88870" y="6392"/>
                    <a:pt x="87495" y="6691"/>
                    <a:pt x="86166" y="6979"/>
                  </a:cubicBezTo>
                  <a:cubicBezTo>
                    <a:pt x="85428" y="7141"/>
                    <a:pt x="84666" y="7307"/>
                    <a:pt x="83913" y="7448"/>
                  </a:cubicBezTo>
                  <a:cubicBezTo>
                    <a:pt x="81310" y="7937"/>
                    <a:pt x="78543" y="8272"/>
                    <a:pt x="75687" y="8443"/>
                  </a:cubicBezTo>
                  <a:cubicBezTo>
                    <a:pt x="74193" y="8531"/>
                    <a:pt x="72692" y="8575"/>
                    <a:pt x="71186" y="8575"/>
                  </a:cubicBezTo>
                  <a:cubicBezTo>
                    <a:pt x="66784" y="8575"/>
                    <a:pt x="62342" y="8199"/>
                    <a:pt x="57928" y="7448"/>
                  </a:cubicBezTo>
                  <a:cubicBezTo>
                    <a:pt x="52682" y="6556"/>
                    <a:pt x="47532" y="4898"/>
                    <a:pt x="42708" y="3276"/>
                  </a:cubicBezTo>
                  <a:cubicBezTo>
                    <a:pt x="38128" y="1734"/>
                    <a:pt x="32975" y="0"/>
                    <a:pt x="277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3"/>
            <p:cNvSpPr/>
            <p:nvPr/>
          </p:nvSpPr>
          <p:spPr>
            <a:xfrm flipH="1" rot="10800000">
              <a:off x="4932235" y="-2299843"/>
              <a:ext cx="4348422" cy="1563444"/>
            </a:xfrm>
            <a:custGeom>
              <a:rect b="b" l="l" r="r" t="t"/>
              <a:pathLst>
                <a:path extrusionOk="0" h="39069" w="108663">
                  <a:moveTo>
                    <a:pt x="46151" y="403"/>
                  </a:moveTo>
                  <a:cubicBezTo>
                    <a:pt x="46500" y="403"/>
                    <a:pt x="46847" y="405"/>
                    <a:pt x="47194" y="409"/>
                  </a:cubicBezTo>
                  <a:cubicBezTo>
                    <a:pt x="60555" y="576"/>
                    <a:pt x="71907" y="4288"/>
                    <a:pt x="80932" y="11441"/>
                  </a:cubicBezTo>
                  <a:cubicBezTo>
                    <a:pt x="84958" y="14633"/>
                    <a:pt x="88903" y="18201"/>
                    <a:pt x="92718" y="21653"/>
                  </a:cubicBezTo>
                  <a:cubicBezTo>
                    <a:pt x="94523" y="23286"/>
                    <a:pt x="96389" y="24974"/>
                    <a:pt x="98238" y="26600"/>
                  </a:cubicBezTo>
                  <a:cubicBezTo>
                    <a:pt x="101177" y="29181"/>
                    <a:pt x="104663" y="32202"/>
                    <a:pt x="108257" y="35034"/>
                  </a:cubicBezTo>
                  <a:cubicBezTo>
                    <a:pt x="108185" y="37046"/>
                    <a:pt x="106877" y="38663"/>
                    <a:pt x="105303" y="38663"/>
                  </a:cubicBezTo>
                  <a:lnTo>
                    <a:pt x="95006" y="38663"/>
                  </a:lnTo>
                  <a:cubicBezTo>
                    <a:pt x="94337" y="37862"/>
                    <a:pt x="93741" y="37110"/>
                    <a:pt x="93190" y="36368"/>
                  </a:cubicBezTo>
                  <a:cubicBezTo>
                    <a:pt x="91738" y="34415"/>
                    <a:pt x="90482" y="32209"/>
                    <a:pt x="89268" y="30076"/>
                  </a:cubicBezTo>
                  <a:cubicBezTo>
                    <a:pt x="88255" y="28296"/>
                    <a:pt x="87207" y="26455"/>
                    <a:pt x="86046" y="24761"/>
                  </a:cubicBezTo>
                  <a:cubicBezTo>
                    <a:pt x="84901" y="23090"/>
                    <a:pt x="83654" y="21394"/>
                    <a:pt x="82109" y="20589"/>
                  </a:cubicBezTo>
                  <a:cubicBezTo>
                    <a:pt x="81766" y="20411"/>
                    <a:pt x="81285" y="20282"/>
                    <a:pt x="80790" y="20282"/>
                  </a:cubicBezTo>
                  <a:cubicBezTo>
                    <a:pt x="80446" y="20282"/>
                    <a:pt x="80095" y="20344"/>
                    <a:pt x="79779" y="20494"/>
                  </a:cubicBezTo>
                  <a:cubicBezTo>
                    <a:pt x="79253" y="20744"/>
                    <a:pt x="78909" y="21200"/>
                    <a:pt x="78784" y="21809"/>
                  </a:cubicBezTo>
                  <a:cubicBezTo>
                    <a:pt x="78479" y="23295"/>
                    <a:pt x="79725" y="24879"/>
                    <a:pt x="80550" y="25925"/>
                  </a:cubicBezTo>
                  <a:cubicBezTo>
                    <a:pt x="80666" y="26074"/>
                    <a:pt x="80775" y="26210"/>
                    <a:pt x="80868" y="26335"/>
                  </a:cubicBezTo>
                  <a:cubicBezTo>
                    <a:pt x="81946" y="27764"/>
                    <a:pt x="82835" y="29354"/>
                    <a:pt x="83661" y="31345"/>
                  </a:cubicBezTo>
                  <a:cubicBezTo>
                    <a:pt x="84287" y="32848"/>
                    <a:pt x="85364" y="35767"/>
                    <a:pt x="85660" y="38663"/>
                  </a:cubicBezTo>
                  <a:lnTo>
                    <a:pt x="76327" y="38663"/>
                  </a:lnTo>
                  <a:cubicBezTo>
                    <a:pt x="76685" y="34328"/>
                    <a:pt x="75134" y="29497"/>
                    <a:pt x="72336" y="26295"/>
                  </a:cubicBezTo>
                  <a:cubicBezTo>
                    <a:pt x="70016" y="23636"/>
                    <a:pt x="66829" y="21619"/>
                    <a:pt x="62597" y="20130"/>
                  </a:cubicBezTo>
                  <a:cubicBezTo>
                    <a:pt x="58968" y="18853"/>
                    <a:pt x="54987" y="18071"/>
                    <a:pt x="50066" y="17668"/>
                  </a:cubicBezTo>
                  <a:cubicBezTo>
                    <a:pt x="47919" y="17494"/>
                    <a:pt x="45723" y="17407"/>
                    <a:pt x="43437" y="17407"/>
                  </a:cubicBezTo>
                  <a:cubicBezTo>
                    <a:pt x="41731" y="17407"/>
                    <a:pt x="39974" y="17455"/>
                    <a:pt x="38150" y="17552"/>
                  </a:cubicBezTo>
                  <a:cubicBezTo>
                    <a:pt x="34341" y="17757"/>
                    <a:pt x="31394" y="18197"/>
                    <a:pt x="28604" y="18985"/>
                  </a:cubicBezTo>
                  <a:cubicBezTo>
                    <a:pt x="27525" y="19288"/>
                    <a:pt x="26448" y="19608"/>
                    <a:pt x="25369" y="19927"/>
                  </a:cubicBezTo>
                  <a:cubicBezTo>
                    <a:pt x="21997" y="20924"/>
                    <a:pt x="18511" y="21956"/>
                    <a:pt x="15020" y="22506"/>
                  </a:cubicBezTo>
                  <a:cubicBezTo>
                    <a:pt x="13538" y="22740"/>
                    <a:pt x="11993" y="22922"/>
                    <a:pt x="10477" y="22922"/>
                  </a:cubicBezTo>
                  <a:cubicBezTo>
                    <a:pt x="7660" y="22922"/>
                    <a:pt x="4942" y="22294"/>
                    <a:pt x="2908" y="20201"/>
                  </a:cubicBezTo>
                  <a:cubicBezTo>
                    <a:pt x="2318" y="19594"/>
                    <a:pt x="445" y="17417"/>
                    <a:pt x="1110" y="14892"/>
                  </a:cubicBezTo>
                  <a:cubicBezTo>
                    <a:pt x="1609" y="13004"/>
                    <a:pt x="3139" y="11676"/>
                    <a:pt x="4417" y="10728"/>
                  </a:cubicBezTo>
                  <a:cubicBezTo>
                    <a:pt x="7502" y="8442"/>
                    <a:pt x="11094" y="7120"/>
                    <a:pt x="14506" y="5962"/>
                  </a:cubicBezTo>
                  <a:cubicBezTo>
                    <a:pt x="25380" y="2272"/>
                    <a:pt x="36012" y="403"/>
                    <a:pt x="46151" y="403"/>
                  </a:cubicBezTo>
                  <a:close/>
                  <a:moveTo>
                    <a:pt x="46184" y="0"/>
                  </a:moveTo>
                  <a:cubicBezTo>
                    <a:pt x="35995" y="0"/>
                    <a:pt x="25302" y="1873"/>
                    <a:pt x="14376" y="5582"/>
                  </a:cubicBezTo>
                  <a:cubicBezTo>
                    <a:pt x="10932" y="6749"/>
                    <a:pt x="7309" y="8083"/>
                    <a:pt x="4175" y="10405"/>
                  </a:cubicBezTo>
                  <a:cubicBezTo>
                    <a:pt x="2845" y="11391"/>
                    <a:pt x="1250" y="12780"/>
                    <a:pt x="720" y="14790"/>
                  </a:cubicBezTo>
                  <a:cubicBezTo>
                    <a:pt x="0" y="17521"/>
                    <a:pt x="1992" y="19837"/>
                    <a:pt x="2618" y="20484"/>
                  </a:cubicBezTo>
                  <a:cubicBezTo>
                    <a:pt x="4745" y="22672"/>
                    <a:pt x="7559" y="23326"/>
                    <a:pt x="10464" y="23326"/>
                  </a:cubicBezTo>
                  <a:cubicBezTo>
                    <a:pt x="12008" y="23326"/>
                    <a:pt x="13578" y="23141"/>
                    <a:pt x="15083" y="22903"/>
                  </a:cubicBezTo>
                  <a:cubicBezTo>
                    <a:pt x="18599" y="22350"/>
                    <a:pt x="22098" y="21314"/>
                    <a:pt x="25483" y="20314"/>
                  </a:cubicBezTo>
                  <a:cubicBezTo>
                    <a:pt x="26558" y="19996"/>
                    <a:pt x="27635" y="19678"/>
                    <a:pt x="28713" y="19374"/>
                  </a:cubicBezTo>
                  <a:cubicBezTo>
                    <a:pt x="31476" y="18595"/>
                    <a:pt x="34392" y="18158"/>
                    <a:pt x="38171" y="17957"/>
                  </a:cubicBezTo>
                  <a:cubicBezTo>
                    <a:pt x="39992" y="17859"/>
                    <a:pt x="41744" y="17811"/>
                    <a:pt x="43446" y="17811"/>
                  </a:cubicBezTo>
                  <a:cubicBezTo>
                    <a:pt x="45718" y="17811"/>
                    <a:pt x="47900" y="17898"/>
                    <a:pt x="50034" y="18072"/>
                  </a:cubicBezTo>
                  <a:cubicBezTo>
                    <a:pt x="54919" y="18471"/>
                    <a:pt x="58869" y="19245"/>
                    <a:pt x="62464" y="20513"/>
                  </a:cubicBezTo>
                  <a:cubicBezTo>
                    <a:pt x="66629" y="21980"/>
                    <a:pt x="69761" y="23959"/>
                    <a:pt x="72035" y="26564"/>
                  </a:cubicBezTo>
                  <a:cubicBezTo>
                    <a:pt x="74808" y="29740"/>
                    <a:pt x="76328" y="34562"/>
                    <a:pt x="75907" y="38847"/>
                  </a:cubicBezTo>
                  <a:lnTo>
                    <a:pt x="75885" y="39069"/>
                  </a:lnTo>
                  <a:lnTo>
                    <a:pt x="86103" y="39069"/>
                  </a:lnTo>
                  <a:lnTo>
                    <a:pt x="86083" y="38849"/>
                  </a:lnTo>
                  <a:cubicBezTo>
                    <a:pt x="85816" y="35827"/>
                    <a:pt x="84685" y="32755"/>
                    <a:pt x="84035" y="31193"/>
                  </a:cubicBezTo>
                  <a:cubicBezTo>
                    <a:pt x="83194" y="29170"/>
                    <a:pt x="82289" y="27550"/>
                    <a:pt x="81192" y="26094"/>
                  </a:cubicBezTo>
                  <a:cubicBezTo>
                    <a:pt x="81095" y="25968"/>
                    <a:pt x="80986" y="25829"/>
                    <a:pt x="80868" y="25679"/>
                  </a:cubicBezTo>
                  <a:cubicBezTo>
                    <a:pt x="80089" y="24692"/>
                    <a:pt x="78913" y="23196"/>
                    <a:pt x="79180" y="21893"/>
                  </a:cubicBezTo>
                  <a:cubicBezTo>
                    <a:pt x="79280" y="21406"/>
                    <a:pt x="79542" y="21057"/>
                    <a:pt x="79953" y="20860"/>
                  </a:cubicBezTo>
                  <a:cubicBezTo>
                    <a:pt x="80215" y="20736"/>
                    <a:pt x="80506" y="20684"/>
                    <a:pt x="80793" y="20684"/>
                  </a:cubicBezTo>
                  <a:cubicBezTo>
                    <a:pt x="81216" y="20684"/>
                    <a:pt x="81630" y="20796"/>
                    <a:pt x="81925" y="20950"/>
                  </a:cubicBezTo>
                  <a:cubicBezTo>
                    <a:pt x="83388" y="21710"/>
                    <a:pt x="84600" y="23365"/>
                    <a:pt x="85716" y="24991"/>
                  </a:cubicBezTo>
                  <a:cubicBezTo>
                    <a:pt x="86867" y="26672"/>
                    <a:pt x="87910" y="28506"/>
                    <a:pt x="88919" y="30277"/>
                  </a:cubicBezTo>
                  <a:cubicBezTo>
                    <a:pt x="90139" y="32421"/>
                    <a:pt x="91401" y="34638"/>
                    <a:pt x="92868" y="36611"/>
                  </a:cubicBezTo>
                  <a:cubicBezTo>
                    <a:pt x="93440" y="37380"/>
                    <a:pt x="94059" y="38160"/>
                    <a:pt x="94759" y="38996"/>
                  </a:cubicBezTo>
                  <a:lnTo>
                    <a:pt x="94819" y="39068"/>
                  </a:lnTo>
                  <a:lnTo>
                    <a:pt x="105303" y="39068"/>
                  </a:lnTo>
                  <a:cubicBezTo>
                    <a:pt x="107121" y="39068"/>
                    <a:pt x="108627" y="37217"/>
                    <a:pt x="108661" y="34947"/>
                  </a:cubicBezTo>
                  <a:lnTo>
                    <a:pt x="108663" y="34847"/>
                  </a:lnTo>
                  <a:lnTo>
                    <a:pt x="108584" y="34784"/>
                  </a:lnTo>
                  <a:cubicBezTo>
                    <a:pt x="104971" y="31939"/>
                    <a:pt x="101460" y="28897"/>
                    <a:pt x="98502" y="26300"/>
                  </a:cubicBezTo>
                  <a:cubicBezTo>
                    <a:pt x="96655" y="24675"/>
                    <a:pt x="94790" y="22989"/>
                    <a:pt x="92987" y="21357"/>
                  </a:cubicBezTo>
                  <a:cubicBezTo>
                    <a:pt x="89168" y="17899"/>
                    <a:pt x="85217" y="14326"/>
                    <a:pt x="81181" y="11127"/>
                  </a:cubicBezTo>
                  <a:cubicBezTo>
                    <a:pt x="72085" y="3918"/>
                    <a:pt x="60650" y="176"/>
                    <a:pt x="47197" y="6"/>
                  </a:cubicBezTo>
                  <a:cubicBezTo>
                    <a:pt x="46860" y="2"/>
                    <a:pt x="46522" y="0"/>
                    <a:pt x="461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3"/>
            <p:cNvSpPr/>
            <p:nvPr/>
          </p:nvSpPr>
          <p:spPr>
            <a:xfrm flipH="1" rot="10800000">
              <a:off x="5065015" y="4471289"/>
              <a:ext cx="4355665" cy="807744"/>
            </a:xfrm>
            <a:custGeom>
              <a:rect b="b" l="l" r="r" t="t"/>
              <a:pathLst>
                <a:path extrusionOk="0" h="28164" w="108844">
                  <a:moveTo>
                    <a:pt x="105484" y="409"/>
                  </a:moveTo>
                  <a:cubicBezTo>
                    <a:pt x="107116" y="409"/>
                    <a:pt x="108443" y="2114"/>
                    <a:pt x="108443" y="4208"/>
                  </a:cubicBezTo>
                  <a:lnTo>
                    <a:pt x="108443" y="9441"/>
                  </a:lnTo>
                  <a:cubicBezTo>
                    <a:pt x="107791" y="9431"/>
                    <a:pt x="107138" y="9426"/>
                    <a:pt x="106485" y="9426"/>
                  </a:cubicBezTo>
                  <a:cubicBezTo>
                    <a:pt x="96929" y="9426"/>
                    <a:pt x="87281" y="10461"/>
                    <a:pt x="77432" y="11618"/>
                  </a:cubicBezTo>
                  <a:lnTo>
                    <a:pt x="74438" y="11967"/>
                  </a:lnTo>
                  <a:cubicBezTo>
                    <a:pt x="68077" y="12707"/>
                    <a:pt x="61497" y="13471"/>
                    <a:pt x="55052" y="14524"/>
                  </a:cubicBezTo>
                  <a:cubicBezTo>
                    <a:pt x="50937" y="15196"/>
                    <a:pt x="47239" y="15919"/>
                    <a:pt x="43750" y="16739"/>
                  </a:cubicBezTo>
                  <a:cubicBezTo>
                    <a:pt x="39671" y="17698"/>
                    <a:pt x="36280" y="18535"/>
                    <a:pt x="32894" y="19868"/>
                  </a:cubicBezTo>
                  <a:cubicBezTo>
                    <a:pt x="30642" y="20754"/>
                    <a:pt x="28443" y="21986"/>
                    <a:pt x="26315" y="23179"/>
                  </a:cubicBezTo>
                  <a:cubicBezTo>
                    <a:pt x="22603" y="25262"/>
                    <a:pt x="18761" y="27414"/>
                    <a:pt x="14582" y="27728"/>
                  </a:cubicBezTo>
                  <a:cubicBezTo>
                    <a:pt x="14284" y="27750"/>
                    <a:pt x="13983" y="27761"/>
                    <a:pt x="13680" y="27761"/>
                  </a:cubicBezTo>
                  <a:cubicBezTo>
                    <a:pt x="8600" y="27761"/>
                    <a:pt x="3011" y="24606"/>
                    <a:pt x="1265" y="17265"/>
                  </a:cubicBezTo>
                  <a:cubicBezTo>
                    <a:pt x="424" y="13728"/>
                    <a:pt x="774" y="10998"/>
                    <a:pt x="2304" y="9148"/>
                  </a:cubicBezTo>
                  <a:cubicBezTo>
                    <a:pt x="3847" y="7282"/>
                    <a:pt x="6123" y="6467"/>
                    <a:pt x="8144" y="5916"/>
                  </a:cubicBezTo>
                  <a:cubicBezTo>
                    <a:pt x="14663" y="4135"/>
                    <a:pt x="21503" y="4060"/>
                    <a:pt x="27536" y="3991"/>
                  </a:cubicBezTo>
                  <a:lnTo>
                    <a:pt x="28284" y="3982"/>
                  </a:lnTo>
                  <a:cubicBezTo>
                    <a:pt x="35338" y="3908"/>
                    <a:pt x="42635" y="3830"/>
                    <a:pt x="49562" y="1411"/>
                  </a:cubicBezTo>
                  <a:cubicBezTo>
                    <a:pt x="50530" y="1072"/>
                    <a:pt x="51303" y="753"/>
                    <a:pt x="51989" y="409"/>
                  </a:cubicBezTo>
                  <a:lnTo>
                    <a:pt x="51989" y="410"/>
                  </a:lnTo>
                  <a:lnTo>
                    <a:pt x="77472" y="410"/>
                  </a:lnTo>
                  <a:cubicBezTo>
                    <a:pt x="75657" y="1022"/>
                    <a:pt x="73845" y="1526"/>
                    <a:pt x="72138" y="1986"/>
                  </a:cubicBezTo>
                  <a:cubicBezTo>
                    <a:pt x="71479" y="2162"/>
                    <a:pt x="70816" y="2334"/>
                    <a:pt x="70156" y="2505"/>
                  </a:cubicBezTo>
                  <a:cubicBezTo>
                    <a:pt x="68329" y="2977"/>
                    <a:pt x="66440" y="3467"/>
                    <a:pt x="64605" y="4082"/>
                  </a:cubicBezTo>
                  <a:cubicBezTo>
                    <a:pt x="61004" y="5291"/>
                    <a:pt x="57124" y="6040"/>
                    <a:pt x="52740" y="6369"/>
                  </a:cubicBezTo>
                  <a:cubicBezTo>
                    <a:pt x="49638" y="6602"/>
                    <a:pt x="46418" y="6602"/>
                    <a:pt x="43304" y="6603"/>
                  </a:cubicBezTo>
                  <a:cubicBezTo>
                    <a:pt x="34965" y="6606"/>
                    <a:pt x="26344" y="6609"/>
                    <a:pt x="18528" y="10955"/>
                  </a:cubicBezTo>
                  <a:cubicBezTo>
                    <a:pt x="14223" y="13350"/>
                    <a:pt x="12644" y="15910"/>
                    <a:pt x="13835" y="18561"/>
                  </a:cubicBezTo>
                  <a:cubicBezTo>
                    <a:pt x="14838" y="20791"/>
                    <a:pt x="17057" y="22107"/>
                    <a:pt x="18813" y="22421"/>
                  </a:cubicBezTo>
                  <a:cubicBezTo>
                    <a:pt x="19239" y="22498"/>
                    <a:pt x="19668" y="22533"/>
                    <a:pt x="20097" y="22533"/>
                  </a:cubicBezTo>
                  <a:cubicBezTo>
                    <a:pt x="22307" y="22533"/>
                    <a:pt x="24513" y="21604"/>
                    <a:pt x="26433" y="20647"/>
                  </a:cubicBezTo>
                  <a:cubicBezTo>
                    <a:pt x="27444" y="20142"/>
                    <a:pt x="28451" y="19561"/>
                    <a:pt x="29427" y="18998"/>
                  </a:cubicBezTo>
                  <a:cubicBezTo>
                    <a:pt x="30955" y="18116"/>
                    <a:pt x="32534" y="17203"/>
                    <a:pt x="34157" y="16576"/>
                  </a:cubicBezTo>
                  <a:cubicBezTo>
                    <a:pt x="37956" y="15106"/>
                    <a:pt x="41874" y="14247"/>
                    <a:pt x="44864" y="13661"/>
                  </a:cubicBezTo>
                  <a:cubicBezTo>
                    <a:pt x="49244" y="12804"/>
                    <a:pt x="53720" y="12190"/>
                    <a:pt x="58050" y="11597"/>
                  </a:cubicBezTo>
                  <a:cubicBezTo>
                    <a:pt x="61146" y="11172"/>
                    <a:pt x="64344" y="10734"/>
                    <a:pt x="67486" y="10209"/>
                  </a:cubicBezTo>
                  <a:cubicBezTo>
                    <a:pt x="71305" y="9572"/>
                    <a:pt x="74827" y="8898"/>
                    <a:pt x="78252" y="8150"/>
                  </a:cubicBezTo>
                  <a:cubicBezTo>
                    <a:pt x="80759" y="7602"/>
                    <a:pt x="84017" y="6743"/>
                    <a:pt x="86995" y="4937"/>
                  </a:cubicBezTo>
                  <a:cubicBezTo>
                    <a:pt x="88677" y="3915"/>
                    <a:pt x="90044" y="2435"/>
                    <a:pt x="91173" y="409"/>
                  </a:cubicBezTo>
                  <a:close/>
                  <a:moveTo>
                    <a:pt x="90934" y="0"/>
                  </a:moveTo>
                  <a:lnTo>
                    <a:pt x="90877" y="105"/>
                  </a:lnTo>
                  <a:cubicBezTo>
                    <a:pt x="89755" y="2148"/>
                    <a:pt x="88458" y="3572"/>
                    <a:pt x="86786" y="4587"/>
                  </a:cubicBezTo>
                  <a:cubicBezTo>
                    <a:pt x="83860" y="6361"/>
                    <a:pt x="80642" y="7209"/>
                    <a:pt x="78166" y="7749"/>
                  </a:cubicBezTo>
                  <a:cubicBezTo>
                    <a:pt x="74747" y="8496"/>
                    <a:pt x="71232" y="9168"/>
                    <a:pt x="67420" y="9804"/>
                  </a:cubicBezTo>
                  <a:cubicBezTo>
                    <a:pt x="64284" y="10326"/>
                    <a:pt x="61086" y="10767"/>
                    <a:pt x="57994" y="11189"/>
                  </a:cubicBezTo>
                  <a:cubicBezTo>
                    <a:pt x="53660" y="11784"/>
                    <a:pt x="49177" y="12398"/>
                    <a:pt x="44787" y="13257"/>
                  </a:cubicBezTo>
                  <a:cubicBezTo>
                    <a:pt x="41781" y="13846"/>
                    <a:pt x="37840" y="14712"/>
                    <a:pt x="34011" y="16192"/>
                  </a:cubicBezTo>
                  <a:cubicBezTo>
                    <a:pt x="32361" y="16832"/>
                    <a:pt x="30768" y="17751"/>
                    <a:pt x="29227" y="18641"/>
                  </a:cubicBezTo>
                  <a:cubicBezTo>
                    <a:pt x="28257" y="19199"/>
                    <a:pt x="27256" y="19778"/>
                    <a:pt x="26252" y="20278"/>
                  </a:cubicBezTo>
                  <a:cubicBezTo>
                    <a:pt x="24377" y="21213"/>
                    <a:pt x="22228" y="22123"/>
                    <a:pt x="20096" y="22123"/>
                  </a:cubicBezTo>
                  <a:cubicBezTo>
                    <a:pt x="19691" y="22123"/>
                    <a:pt x="19286" y="22090"/>
                    <a:pt x="18884" y="22019"/>
                  </a:cubicBezTo>
                  <a:cubicBezTo>
                    <a:pt x="17234" y="21723"/>
                    <a:pt x="15146" y="20485"/>
                    <a:pt x="14203" y="18389"/>
                  </a:cubicBezTo>
                  <a:cubicBezTo>
                    <a:pt x="13112" y="15962"/>
                    <a:pt x="14633" y="13577"/>
                    <a:pt x="18725" y="11302"/>
                  </a:cubicBezTo>
                  <a:cubicBezTo>
                    <a:pt x="26450" y="7006"/>
                    <a:pt x="35017" y="7004"/>
                    <a:pt x="43304" y="7002"/>
                  </a:cubicBezTo>
                  <a:cubicBezTo>
                    <a:pt x="46426" y="7002"/>
                    <a:pt x="49654" y="6999"/>
                    <a:pt x="52770" y="6766"/>
                  </a:cubicBezTo>
                  <a:cubicBezTo>
                    <a:pt x="57188" y="6433"/>
                    <a:pt x="61100" y="5680"/>
                    <a:pt x="64734" y="4460"/>
                  </a:cubicBezTo>
                  <a:cubicBezTo>
                    <a:pt x="66555" y="3847"/>
                    <a:pt x="68437" y="3359"/>
                    <a:pt x="70258" y="2889"/>
                  </a:cubicBezTo>
                  <a:cubicBezTo>
                    <a:pt x="70921" y="2718"/>
                    <a:pt x="71583" y="2546"/>
                    <a:pt x="72244" y="2369"/>
                  </a:cubicBezTo>
                  <a:cubicBezTo>
                    <a:pt x="74310" y="1815"/>
                    <a:pt x="76526" y="1191"/>
                    <a:pt x="78725" y="393"/>
                  </a:cubicBezTo>
                  <a:lnTo>
                    <a:pt x="79801" y="3"/>
                  </a:lnTo>
                  <a:lnTo>
                    <a:pt x="51891" y="3"/>
                  </a:lnTo>
                  <a:lnTo>
                    <a:pt x="51849" y="25"/>
                  </a:lnTo>
                  <a:cubicBezTo>
                    <a:pt x="51168" y="369"/>
                    <a:pt x="50398" y="688"/>
                    <a:pt x="49430" y="1026"/>
                  </a:cubicBezTo>
                  <a:cubicBezTo>
                    <a:pt x="42565" y="3424"/>
                    <a:pt x="35301" y="3502"/>
                    <a:pt x="28279" y="3577"/>
                  </a:cubicBezTo>
                  <a:lnTo>
                    <a:pt x="27530" y="3587"/>
                  </a:lnTo>
                  <a:cubicBezTo>
                    <a:pt x="21472" y="3654"/>
                    <a:pt x="14606" y="3731"/>
                    <a:pt x="8035" y="5524"/>
                  </a:cubicBezTo>
                  <a:cubicBezTo>
                    <a:pt x="5955" y="6091"/>
                    <a:pt x="3608" y="6937"/>
                    <a:pt x="1994" y="8889"/>
                  </a:cubicBezTo>
                  <a:cubicBezTo>
                    <a:pt x="378" y="10842"/>
                    <a:pt x="1" y="13691"/>
                    <a:pt x="872" y="17356"/>
                  </a:cubicBezTo>
                  <a:cubicBezTo>
                    <a:pt x="2415" y="23842"/>
                    <a:pt x="7591" y="28164"/>
                    <a:pt x="13647" y="28164"/>
                  </a:cubicBezTo>
                  <a:cubicBezTo>
                    <a:pt x="13966" y="28164"/>
                    <a:pt x="14287" y="28154"/>
                    <a:pt x="14609" y="28121"/>
                  </a:cubicBezTo>
                  <a:cubicBezTo>
                    <a:pt x="18878" y="27800"/>
                    <a:pt x="22758" y="25623"/>
                    <a:pt x="26511" y="23520"/>
                  </a:cubicBezTo>
                  <a:cubicBezTo>
                    <a:pt x="28626" y="22334"/>
                    <a:pt x="30812" y="21108"/>
                    <a:pt x="33038" y="20233"/>
                  </a:cubicBezTo>
                  <a:cubicBezTo>
                    <a:pt x="36400" y="18911"/>
                    <a:pt x="39775" y="18075"/>
                    <a:pt x="43838" y="17121"/>
                  </a:cubicBezTo>
                  <a:cubicBezTo>
                    <a:pt x="47319" y="16305"/>
                    <a:pt x="51008" y="15582"/>
                    <a:pt x="55113" y="14912"/>
                  </a:cubicBezTo>
                  <a:cubicBezTo>
                    <a:pt x="61550" y="13861"/>
                    <a:pt x="68126" y="13097"/>
                    <a:pt x="74484" y="12357"/>
                  </a:cubicBezTo>
                  <a:lnTo>
                    <a:pt x="77477" y="12010"/>
                  </a:lnTo>
                  <a:cubicBezTo>
                    <a:pt x="87323" y="10854"/>
                    <a:pt x="96973" y="9822"/>
                    <a:pt x="106514" y="9822"/>
                  </a:cubicBezTo>
                  <a:cubicBezTo>
                    <a:pt x="107222" y="9822"/>
                    <a:pt x="107930" y="9827"/>
                    <a:pt x="108637" y="9839"/>
                  </a:cubicBezTo>
                  <a:lnTo>
                    <a:pt x="108843" y="9842"/>
                  </a:lnTo>
                  <a:lnTo>
                    <a:pt x="108843" y="4203"/>
                  </a:lnTo>
                  <a:cubicBezTo>
                    <a:pt x="108843" y="1884"/>
                    <a:pt x="107336" y="0"/>
                    <a:pt x="1054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4">
  <p:cSld name="BLANK_1_1_1_1_1_1_1_1_1_1">
    <p:bg>
      <p:bgPr>
        <a:solidFill>
          <a:schemeClr val="accent1"/>
        </a:solidFill>
      </p:bgPr>
    </p:bg>
    <p:spTree>
      <p:nvGrpSpPr>
        <p:cNvPr id="1073" name="Shape 1073"/>
        <p:cNvGrpSpPr/>
        <p:nvPr/>
      </p:nvGrpSpPr>
      <p:grpSpPr>
        <a:xfrm>
          <a:off x="0" y="0"/>
          <a:ext cx="0" cy="0"/>
          <a:chOff x="0" y="0"/>
          <a:chExt cx="0" cy="0"/>
        </a:xfrm>
      </p:grpSpPr>
      <p:grpSp>
        <p:nvGrpSpPr>
          <p:cNvPr id="1074" name="Google Shape;1074;p34"/>
          <p:cNvGrpSpPr/>
          <p:nvPr/>
        </p:nvGrpSpPr>
        <p:grpSpPr>
          <a:xfrm>
            <a:off x="-97264" y="-2508600"/>
            <a:ext cx="9517944" cy="7737118"/>
            <a:chOff x="-97264" y="-2508600"/>
            <a:chExt cx="9517944" cy="7737118"/>
          </a:xfrm>
        </p:grpSpPr>
        <p:sp>
          <p:nvSpPr>
            <p:cNvPr id="1075" name="Google Shape;1075;p34"/>
            <p:cNvSpPr/>
            <p:nvPr/>
          </p:nvSpPr>
          <p:spPr>
            <a:xfrm>
              <a:off x="-89101" y="-1893243"/>
              <a:ext cx="3985503" cy="848251"/>
            </a:xfrm>
            <a:custGeom>
              <a:rect b="b" l="l" r="r" t="t"/>
              <a:pathLst>
                <a:path extrusionOk="0" h="21197" w="99594">
                  <a:moveTo>
                    <a:pt x="65021" y="0"/>
                  </a:moveTo>
                  <a:cubicBezTo>
                    <a:pt x="64434" y="0"/>
                    <a:pt x="63848" y="10"/>
                    <a:pt x="63260" y="29"/>
                  </a:cubicBezTo>
                  <a:cubicBezTo>
                    <a:pt x="57732" y="207"/>
                    <a:pt x="52245" y="1096"/>
                    <a:pt x="46816" y="2389"/>
                  </a:cubicBezTo>
                  <a:cubicBezTo>
                    <a:pt x="41611" y="3631"/>
                    <a:pt x="36750" y="6060"/>
                    <a:pt x="31830" y="8475"/>
                  </a:cubicBezTo>
                  <a:cubicBezTo>
                    <a:pt x="27244" y="10725"/>
                    <a:pt x="22624" y="12692"/>
                    <a:pt x="17724" y="13463"/>
                  </a:cubicBezTo>
                  <a:cubicBezTo>
                    <a:pt x="15802" y="13765"/>
                    <a:pt x="13860" y="13942"/>
                    <a:pt x="11920" y="13942"/>
                  </a:cubicBezTo>
                  <a:cubicBezTo>
                    <a:pt x="10234" y="13942"/>
                    <a:pt x="8549" y="13808"/>
                    <a:pt x="6879" y="13505"/>
                  </a:cubicBezTo>
                  <a:cubicBezTo>
                    <a:pt x="4515" y="13077"/>
                    <a:pt x="2162" y="12285"/>
                    <a:pt x="0" y="10984"/>
                  </a:cubicBezTo>
                  <a:lnTo>
                    <a:pt x="0" y="18944"/>
                  </a:lnTo>
                  <a:cubicBezTo>
                    <a:pt x="1762" y="19024"/>
                    <a:pt x="3523" y="19075"/>
                    <a:pt x="5283" y="19075"/>
                  </a:cubicBezTo>
                  <a:cubicBezTo>
                    <a:pt x="9227" y="19075"/>
                    <a:pt x="13162" y="18820"/>
                    <a:pt x="17071" y="18072"/>
                  </a:cubicBezTo>
                  <a:cubicBezTo>
                    <a:pt x="21981" y="17133"/>
                    <a:pt x="26589" y="15270"/>
                    <a:pt x="30996" y="12374"/>
                  </a:cubicBezTo>
                  <a:cubicBezTo>
                    <a:pt x="33739" y="10570"/>
                    <a:pt x="36781" y="9886"/>
                    <a:pt x="39837" y="9886"/>
                  </a:cubicBezTo>
                  <a:cubicBezTo>
                    <a:pt x="40660" y="9886"/>
                    <a:pt x="41484" y="9936"/>
                    <a:pt x="42304" y="10026"/>
                  </a:cubicBezTo>
                  <a:cubicBezTo>
                    <a:pt x="50992" y="10985"/>
                    <a:pt x="59004" y="15789"/>
                    <a:pt x="67420" y="18291"/>
                  </a:cubicBezTo>
                  <a:cubicBezTo>
                    <a:pt x="72853" y="19907"/>
                    <a:pt x="78486" y="20812"/>
                    <a:pt x="84058" y="21107"/>
                  </a:cubicBezTo>
                  <a:cubicBezTo>
                    <a:pt x="85055" y="21160"/>
                    <a:pt x="86060" y="21196"/>
                    <a:pt x="87066" y="21196"/>
                  </a:cubicBezTo>
                  <a:cubicBezTo>
                    <a:pt x="89207" y="21196"/>
                    <a:pt x="91355" y="21031"/>
                    <a:pt x="93446" y="20508"/>
                  </a:cubicBezTo>
                  <a:cubicBezTo>
                    <a:pt x="95522" y="19989"/>
                    <a:pt x="98275" y="18989"/>
                    <a:pt x="98894" y="16049"/>
                  </a:cubicBezTo>
                  <a:cubicBezTo>
                    <a:pt x="99594" y="12721"/>
                    <a:pt x="97265" y="10188"/>
                    <a:pt x="95270" y="8623"/>
                  </a:cubicBezTo>
                  <a:cubicBezTo>
                    <a:pt x="92667" y="6581"/>
                    <a:pt x="89709" y="5268"/>
                    <a:pt x="86790" y="4165"/>
                  </a:cubicBezTo>
                  <a:cubicBezTo>
                    <a:pt x="79711" y="1489"/>
                    <a:pt x="72404" y="0"/>
                    <a:pt x="65021"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4"/>
            <p:cNvSpPr/>
            <p:nvPr/>
          </p:nvSpPr>
          <p:spPr>
            <a:xfrm>
              <a:off x="-89221" y="-945655"/>
              <a:ext cx="8386467" cy="1819876"/>
            </a:xfrm>
            <a:custGeom>
              <a:rect b="b" l="l" r="r" t="t"/>
              <a:pathLst>
                <a:path extrusionOk="0" h="45477" w="209570">
                  <a:moveTo>
                    <a:pt x="173399" y="0"/>
                  </a:moveTo>
                  <a:cubicBezTo>
                    <a:pt x="171819" y="0"/>
                    <a:pt x="170239" y="33"/>
                    <a:pt x="168661" y="80"/>
                  </a:cubicBezTo>
                  <a:cubicBezTo>
                    <a:pt x="164324" y="208"/>
                    <a:pt x="160018" y="528"/>
                    <a:pt x="155729" y="1390"/>
                  </a:cubicBezTo>
                  <a:cubicBezTo>
                    <a:pt x="151776" y="2184"/>
                    <a:pt x="147874" y="3386"/>
                    <a:pt x="144099" y="5071"/>
                  </a:cubicBezTo>
                  <a:cubicBezTo>
                    <a:pt x="140139" y="6838"/>
                    <a:pt x="136425" y="9227"/>
                    <a:pt x="132734" y="11745"/>
                  </a:cubicBezTo>
                  <a:cubicBezTo>
                    <a:pt x="125453" y="16714"/>
                    <a:pt x="118372" y="22168"/>
                    <a:pt x="110478" y="25489"/>
                  </a:cubicBezTo>
                  <a:cubicBezTo>
                    <a:pt x="104010" y="28211"/>
                    <a:pt x="97197" y="29287"/>
                    <a:pt x="90399" y="29287"/>
                  </a:cubicBezTo>
                  <a:cubicBezTo>
                    <a:pt x="89168" y="29287"/>
                    <a:pt x="87937" y="29252"/>
                    <a:pt x="86709" y="29185"/>
                  </a:cubicBezTo>
                  <a:cubicBezTo>
                    <a:pt x="70235" y="28285"/>
                    <a:pt x="53959" y="22404"/>
                    <a:pt x="38422" y="15780"/>
                  </a:cubicBezTo>
                  <a:cubicBezTo>
                    <a:pt x="34245" y="13999"/>
                    <a:pt x="30113" y="12729"/>
                    <a:pt x="25697" y="12479"/>
                  </a:cubicBezTo>
                  <a:cubicBezTo>
                    <a:pt x="24449" y="12409"/>
                    <a:pt x="23202" y="12379"/>
                    <a:pt x="21954" y="12379"/>
                  </a:cubicBezTo>
                  <a:cubicBezTo>
                    <a:pt x="18881" y="12379"/>
                    <a:pt x="15809" y="12558"/>
                    <a:pt x="12741" y="12746"/>
                  </a:cubicBezTo>
                  <a:cubicBezTo>
                    <a:pt x="9315" y="12958"/>
                    <a:pt x="5883" y="13109"/>
                    <a:pt x="2471" y="13588"/>
                  </a:cubicBezTo>
                  <a:cubicBezTo>
                    <a:pt x="1651" y="13702"/>
                    <a:pt x="825" y="13831"/>
                    <a:pt x="0" y="13986"/>
                  </a:cubicBezTo>
                  <a:lnTo>
                    <a:pt x="0" y="21931"/>
                  </a:lnTo>
                  <a:cubicBezTo>
                    <a:pt x="3093" y="20622"/>
                    <a:pt x="6277" y="19799"/>
                    <a:pt x="9551" y="19799"/>
                  </a:cubicBezTo>
                  <a:cubicBezTo>
                    <a:pt x="10632" y="19799"/>
                    <a:pt x="11722" y="19889"/>
                    <a:pt x="12823" y="20080"/>
                  </a:cubicBezTo>
                  <a:cubicBezTo>
                    <a:pt x="20488" y="21419"/>
                    <a:pt x="27144" y="26632"/>
                    <a:pt x="33499" y="31891"/>
                  </a:cubicBezTo>
                  <a:cubicBezTo>
                    <a:pt x="45486" y="41811"/>
                    <a:pt x="59912" y="45476"/>
                    <a:pt x="74081" y="45476"/>
                  </a:cubicBezTo>
                  <a:cubicBezTo>
                    <a:pt x="74665" y="45476"/>
                    <a:pt x="75248" y="45470"/>
                    <a:pt x="75831" y="45458"/>
                  </a:cubicBezTo>
                  <a:cubicBezTo>
                    <a:pt x="90804" y="45142"/>
                    <a:pt x="106177" y="41401"/>
                    <a:pt x="119282" y="31968"/>
                  </a:cubicBezTo>
                  <a:cubicBezTo>
                    <a:pt x="125990" y="27139"/>
                    <a:pt x="132221" y="21338"/>
                    <a:pt x="138817" y="16271"/>
                  </a:cubicBezTo>
                  <a:cubicBezTo>
                    <a:pt x="142143" y="13714"/>
                    <a:pt x="145448" y="11379"/>
                    <a:pt x="149316" y="10440"/>
                  </a:cubicBezTo>
                  <a:cubicBezTo>
                    <a:pt x="150812" y="10078"/>
                    <a:pt x="152323" y="9917"/>
                    <a:pt x="153836" y="9917"/>
                  </a:cubicBezTo>
                  <a:cubicBezTo>
                    <a:pt x="155625" y="9917"/>
                    <a:pt x="157416" y="10142"/>
                    <a:pt x="159185" y="10527"/>
                  </a:cubicBezTo>
                  <a:cubicBezTo>
                    <a:pt x="162983" y="11352"/>
                    <a:pt x="166672" y="12839"/>
                    <a:pt x="170334" y="14321"/>
                  </a:cubicBezTo>
                  <a:cubicBezTo>
                    <a:pt x="174482" y="15997"/>
                    <a:pt x="178713" y="17383"/>
                    <a:pt x="182992" y="18407"/>
                  </a:cubicBezTo>
                  <a:cubicBezTo>
                    <a:pt x="186653" y="19282"/>
                    <a:pt x="190426" y="19787"/>
                    <a:pt x="194193" y="19787"/>
                  </a:cubicBezTo>
                  <a:cubicBezTo>
                    <a:pt x="197694" y="19787"/>
                    <a:pt x="201190" y="19351"/>
                    <a:pt x="204587" y="18369"/>
                  </a:cubicBezTo>
                  <a:cubicBezTo>
                    <a:pt x="206831" y="17721"/>
                    <a:pt x="209570" y="16218"/>
                    <a:pt x="208195" y="12736"/>
                  </a:cubicBezTo>
                  <a:cubicBezTo>
                    <a:pt x="207019" y="9759"/>
                    <a:pt x="203809" y="8201"/>
                    <a:pt x="201535" y="7001"/>
                  </a:cubicBezTo>
                  <a:cubicBezTo>
                    <a:pt x="195238" y="3676"/>
                    <a:pt x="188684" y="1200"/>
                    <a:pt x="181872" y="426"/>
                  </a:cubicBezTo>
                  <a:cubicBezTo>
                    <a:pt x="179055" y="106"/>
                    <a:pt x="176227" y="0"/>
                    <a:pt x="173399"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4"/>
            <p:cNvSpPr/>
            <p:nvPr/>
          </p:nvSpPr>
          <p:spPr>
            <a:xfrm>
              <a:off x="-89101" y="159523"/>
              <a:ext cx="819678" cy="314658"/>
            </a:xfrm>
            <a:custGeom>
              <a:rect b="b" l="l" r="r" t="t"/>
              <a:pathLst>
                <a:path extrusionOk="0" h="7863" w="20483">
                  <a:moveTo>
                    <a:pt x="10679" y="1"/>
                  </a:moveTo>
                  <a:cubicBezTo>
                    <a:pt x="7200" y="1"/>
                    <a:pt x="3530" y="930"/>
                    <a:pt x="0" y="1036"/>
                  </a:cubicBezTo>
                  <a:lnTo>
                    <a:pt x="0" y="7210"/>
                  </a:lnTo>
                  <a:cubicBezTo>
                    <a:pt x="73" y="7210"/>
                    <a:pt x="146" y="7210"/>
                    <a:pt x="218" y="7210"/>
                  </a:cubicBezTo>
                  <a:cubicBezTo>
                    <a:pt x="2966" y="7210"/>
                    <a:pt x="5723" y="7366"/>
                    <a:pt x="8473" y="7532"/>
                  </a:cubicBezTo>
                  <a:cubicBezTo>
                    <a:pt x="10471" y="7652"/>
                    <a:pt x="12481" y="7858"/>
                    <a:pt x="14482" y="7862"/>
                  </a:cubicBezTo>
                  <a:cubicBezTo>
                    <a:pt x="14579" y="7862"/>
                    <a:pt x="14677" y="7863"/>
                    <a:pt x="14776" y="7863"/>
                  </a:cubicBezTo>
                  <a:cubicBezTo>
                    <a:pt x="16107" y="7863"/>
                    <a:pt x="17589" y="7805"/>
                    <a:pt x="18794" y="7093"/>
                  </a:cubicBezTo>
                  <a:cubicBezTo>
                    <a:pt x="20483" y="6096"/>
                    <a:pt x="19330" y="4228"/>
                    <a:pt x="18366" y="3075"/>
                  </a:cubicBezTo>
                  <a:cubicBezTo>
                    <a:pt x="16959" y="1395"/>
                    <a:pt x="15150" y="529"/>
                    <a:pt x="13253" y="203"/>
                  </a:cubicBezTo>
                  <a:cubicBezTo>
                    <a:pt x="12410" y="59"/>
                    <a:pt x="11551" y="1"/>
                    <a:pt x="10679" y="1"/>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4"/>
            <p:cNvSpPr/>
            <p:nvPr/>
          </p:nvSpPr>
          <p:spPr>
            <a:xfrm>
              <a:off x="-89101" y="-181311"/>
              <a:ext cx="9361694" cy="2012360"/>
            </a:xfrm>
            <a:custGeom>
              <a:rect b="b" l="l" r="r" t="t"/>
              <a:pathLst>
                <a:path extrusionOk="0" h="50287" w="233940">
                  <a:moveTo>
                    <a:pt x="233940" y="0"/>
                  </a:moveTo>
                  <a:cubicBezTo>
                    <a:pt x="230479" y="1532"/>
                    <a:pt x="227264" y="3838"/>
                    <a:pt x="224035" y="6016"/>
                  </a:cubicBezTo>
                  <a:cubicBezTo>
                    <a:pt x="219999" y="8735"/>
                    <a:pt x="215918" y="11195"/>
                    <a:pt x="211510" y="12795"/>
                  </a:cubicBezTo>
                  <a:cubicBezTo>
                    <a:pt x="205977" y="14804"/>
                    <a:pt x="200252" y="15619"/>
                    <a:pt x="194517" y="15619"/>
                  </a:cubicBezTo>
                  <a:cubicBezTo>
                    <a:pt x="191019" y="15619"/>
                    <a:pt x="187518" y="15316"/>
                    <a:pt x="184053" y="14796"/>
                  </a:cubicBezTo>
                  <a:cubicBezTo>
                    <a:pt x="174879" y="13417"/>
                    <a:pt x="165892" y="10575"/>
                    <a:pt x="156983" y="7553"/>
                  </a:cubicBezTo>
                  <a:cubicBezTo>
                    <a:pt x="154186" y="6603"/>
                    <a:pt x="151295" y="5923"/>
                    <a:pt x="148402" y="5923"/>
                  </a:cubicBezTo>
                  <a:cubicBezTo>
                    <a:pt x="147105" y="5923"/>
                    <a:pt x="145807" y="6060"/>
                    <a:pt x="144518" y="6370"/>
                  </a:cubicBezTo>
                  <a:cubicBezTo>
                    <a:pt x="141010" y="7213"/>
                    <a:pt x="137841" y="9316"/>
                    <a:pt x="134862" y="11732"/>
                  </a:cubicBezTo>
                  <a:cubicBezTo>
                    <a:pt x="131415" y="14529"/>
                    <a:pt x="128149" y="17665"/>
                    <a:pt x="124700" y="20457"/>
                  </a:cubicBezTo>
                  <a:cubicBezTo>
                    <a:pt x="120681" y="23709"/>
                    <a:pt x="116461" y="26565"/>
                    <a:pt x="112085" y="28971"/>
                  </a:cubicBezTo>
                  <a:cubicBezTo>
                    <a:pt x="103869" y="33488"/>
                    <a:pt x="95132" y="36387"/>
                    <a:pt x="86236" y="37674"/>
                  </a:cubicBezTo>
                  <a:cubicBezTo>
                    <a:pt x="82434" y="38224"/>
                    <a:pt x="78620" y="38471"/>
                    <a:pt x="74803" y="38471"/>
                  </a:cubicBezTo>
                  <a:cubicBezTo>
                    <a:pt x="58405" y="38471"/>
                    <a:pt x="41951" y="33908"/>
                    <a:pt x="26125" y="29171"/>
                  </a:cubicBezTo>
                  <a:cubicBezTo>
                    <a:pt x="17408" y="26561"/>
                    <a:pt x="8732" y="23693"/>
                    <a:pt x="0" y="21148"/>
                  </a:cubicBezTo>
                  <a:lnTo>
                    <a:pt x="0" y="30371"/>
                  </a:lnTo>
                  <a:cubicBezTo>
                    <a:pt x="3472" y="33108"/>
                    <a:pt x="7489" y="35009"/>
                    <a:pt x="11115" y="36595"/>
                  </a:cubicBezTo>
                  <a:cubicBezTo>
                    <a:pt x="17532" y="39404"/>
                    <a:pt x="24220" y="41608"/>
                    <a:pt x="30929" y="42938"/>
                  </a:cubicBezTo>
                  <a:cubicBezTo>
                    <a:pt x="38228" y="44386"/>
                    <a:pt x="45630" y="44923"/>
                    <a:pt x="53022" y="44923"/>
                  </a:cubicBezTo>
                  <a:cubicBezTo>
                    <a:pt x="55748" y="44923"/>
                    <a:pt x="58473" y="44850"/>
                    <a:pt x="61191" y="44723"/>
                  </a:cubicBezTo>
                  <a:cubicBezTo>
                    <a:pt x="71533" y="44237"/>
                    <a:pt x="81978" y="43258"/>
                    <a:pt x="92233" y="41498"/>
                  </a:cubicBezTo>
                  <a:cubicBezTo>
                    <a:pt x="102742" y="39694"/>
                    <a:pt x="112661" y="35767"/>
                    <a:pt x="122701" y="31597"/>
                  </a:cubicBezTo>
                  <a:cubicBezTo>
                    <a:pt x="132437" y="27557"/>
                    <a:pt x="142206" y="24207"/>
                    <a:pt x="152521" y="24092"/>
                  </a:cubicBezTo>
                  <a:cubicBezTo>
                    <a:pt x="152754" y="24089"/>
                    <a:pt x="152988" y="24088"/>
                    <a:pt x="153222" y="24088"/>
                  </a:cubicBezTo>
                  <a:cubicBezTo>
                    <a:pt x="163194" y="24088"/>
                    <a:pt x="173100" y="26520"/>
                    <a:pt x="182555" y="30450"/>
                  </a:cubicBezTo>
                  <a:cubicBezTo>
                    <a:pt x="187610" y="32550"/>
                    <a:pt x="192565" y="35025"/>
                    <a:pt x="197604" y="37193"/>
                  </a:cubicBezTo>
                  <a:cubicBezTo>
                    <a:pt x="202625" y="39352"/>
                    <a:pt x="207681" y="41382"/>
                    <a:pt x="212770" y="43265"/>
                  </a:cubicBezTo>
                  <a:cubicBezTo>
                    <a:pt x="219747" y="45846"/>
                    <a:pt x="226825" y="48256"/>
                    <a:pt x="233940" y="50286"/>
                  </a:cubicBezTo>
                  <a:lnTo>
                    <a:pt x="233940" y="34729"/>
                  </a:lnTo>
                  <a:cubicBezTo>
                    <a:pt x="233339" y="34539"/>
                    <a:pt x="232731" y="34368"/>
                    <a:pt x="232112" y="34224"/>
                  </a:cubicBezTo>
                  <a:cubicBezTo>
                    <a:pt x="229270" y="33551"/>
                    <a:pt x="226381" y="33250"/>
                    <a:pt x="223499" y="32996"/>
                  </a:cubicBezTo>
                  <a:cubicBezTo>
                    <a:pt x="219753" y="32668"/>
                    <a:pt x="216005" y="32333"/>
                    <a:pt x="212261" y="31960"/>
                  </a:cubicBezTo>
                  <a:cubicBezTo>
                    <a:pt x="208072" y="31543"/>
                    <a:pt x="203886" y="31089"/>
                    <a:pt x="199705" y="30539"/>
                  </a:cubicBezTo>
                  <a:cubicBezTo>
                    <a:pt x="195713" y="30014"/>
                    <a:pt x="191661" y="29550"/>
                    <a:pt x="187710" y="28635"/>
                  </a:cubicBezTo>
                  <a:cubicBezTo>
                    <a:pt x="184185" y="27821"/>
                    <a:pt x="180587" y="27222"/>
                    <a:pt x="177204" y="25665"/>
                  </a:cubicBezTo>
                  <a:cubicBezTo>
                    <a:pt x="175719" y="24980"/>
                    <a:pt x="173996" y="24080"/>
                    <a:pt x="173054" y="22380"/>
                  </a:cubicBezTo>
                  <a:cubicBezTo>
                    <a:pt x="172381" y="21164"/>
                    <a:pt x="172300" y="19467"/>
                    <a:pt x="173266" y="18466"/>
                  </a:cubicBezTo>
                  <a:cubicBezTo>
                    <a:pt x="174400" y="17293"/>
                    <a:pt x="176205" y="17248"/>
                    <a:pt x="177591" y="17230"/>
                  </a:cubicBezTo>
                  <a:cubicBezTo>
                    <a:pt x="177667" y="17230"/>
                    <a:pt x="177743" y="17229"/>
                    <a:pt x="177820" y="17229"/>
                  </a:cubicBezTo>
                  <a:cubicBezTo>
                    <a:pt x="179957" y="17229"/>
                    <a:pt x="182098" y="17572"/>
                    <a:pt x="184206" y="17983"/>
                  </a:cubicBezTo>
                  <a:cubicBezTo>
                    <a:pt x="186167" y="18365"/>
                    <a:pt x="188113" y="18845"/>
                    <a:pt x="190056" y="19342"/>
                  </a:cubicBezTo>
                  <a:cubicBezTo>
                    <a:pt x="192155" y="19880"/>
                    <a:pt x="194290" y="20178"/>
                    <a:pt x="196416" y="20482"/>
                  </a:cubicBezTo>
                  <a:cubicBezTo>
                    <a:pt x="200378" y="21047"/>
                    <a:pt x="204372" y="21430"/>
                    <a:pt x="208364" y="21430"/>
                  </a:cubicBezTo>
                  <a:cubicBezTo>
                    <a:pt x="209889" y="21430"/>
                    <a:pt x="211413" y="21374"/>
                    <a:pt x="212936" y="21251"/>
                  </a:cubicBezTo>
                  <a:cubicBezTo>
                    <a:pt x="218320" y="20818"/>
                    <a:pt x="223791" y="19532"/>
                    <a:pt x="228641" y="16425"/>
                  </a:cubicBezTo>
                  <a:cubicBezTo>
                    <a:pt x="230586" y="15179"/>
                    <a:pt x="232358" y="13636"/>
                    <a:pt x="233940" y="11842"/>
                  </a:cubicBezTo>
                  <a:lnTo>
                    <a:pt x="233940" y="0"/>
                  </a:ln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4"/>
            <p:cNvSpPr/>
            <p:nvPr/>
          </p:nvSpPr>
          <p:spPr>
            <a:xfrm>
              <a:off x="-88861" y="1234528"/>
              <a:ext cx="5153814" cy="1015564"/>
            </a:xfrm>
            <a:custGeom>
              <a:rect b="b" l="l" r="r" t="t"/>
              <a:pathLst>
                <a:path extrusionOk="0" h="25378" w="128789">
                  <a:moveTo>
                    <a:pt x="125460" y="1"/>
                  </a:moveTo>
                  <a:cubicBezTo>
                    <a:pt x="124112" y="1"/>
                    <a:pt x="122755" y="233"/>
                    <a:pt x="121432" y="495"/>
                  </a:cubicBezTo>
                  <a:cubicBezTo>
                    <a:pt x="117708" y="1235"/>
                    <a:pt x="114038" y="2428"/>
                    <a:pt x="110408" y="3702"/>
                  </a:cubicBezTo>
                  <a:cubicBezTo>
                    <a:pt x="101528" y="6816"/>
                    <a:pt x="92732" y="10293"/>
                    <a:pt x="83787" y="13112"/>
                  </a:cubicBezTo>
                  <a:cubicBezTo>
                    <a:pt x="72182" y="16772"/>
                    <a:pt x="60329" y="19483"/>
                    <a:pt x="48340" y="19746"/>
                  </a:cubicBezTo>
                  <a:cubicBezTo>
                    <a:pt x="47589" y="19762"/>
                    <a:pt x="46838" y="19771"/>
                    <a:pt x="46087" y="19771"/>
                  </a:cubicBezTo>
                  <a:cubicBezTo>
                    <a:pt x="36277" y="19771"/>
                    <a:pt x="26528" y="18319"/>
                    <a:pt x="17277" y="13958"/>
                  </a:cubicBezTo>
                  <a:cubicBezTo>
                    <a:pt x="14817" y="12796"/>
                    <a:pt x="12434" y="11433"/>
                    <a:pt x="10052" y="10038"/>
                  </a:cubicBezTo>
                  <a:cubicBezTo>
                    <a:pt x="7467" y="8528"/>
                    <a:pt x="4765" y="7378"/>
                    <a:pt x="2106" y="6103"/>
                  </a:cubicBezTo>
                  <a:cubicBezTo>
                    <a:pt x="1402" y="5766"/>
                    <a:pt x="699" y="5418"/>
                    <a:pt x="0" y="5056"/>
                  </a:cubicBezTo>
                  <a:lnTo>
                    <a:pt x="0" y="11211"/>
                  </a:lnTo>
                  <a:cubicBezTo>
                    <a:pt x="4701" y="13100"/>
                    <a:pt x="9362" y="15161"/>
                    <a:pt x="14041" y="17090"/>
                  </a:cubicBezTo>
                  <a:cubicBezTo>
                    <a:pt x="16400" y="18063"/>
                    <a:pt x="18775" y="19117"/>
                    <a:pt x="21195" y="19846"/>
                  </a:cubicBezTo>
                  <a:cubicBezTo>
                    <a:pt x="23656" y="20587"/>
                    <a:pt x="26170" y="20896"/>
                    <a:pt x="28695" y="21030"/>
                  </a:cubicBezTo>
                  <a:cubicBezTo>
                    <a:pt x="33506" y="21285"/>
                    <a:pt x="38258" y="21488"/>
                    <a:pt x="43036" y="22348"/>
                  </a:cubicBezTo>
                  <a:cubicBezTo>
                    <a:pt x="47992" y="23241"/>
                    <a:pt x="52914" y="24461"/>
                    <a:pt x="57900" y="25055"/>
                  </a:cubicBezTo>
                  <a:cubicBezTo>
                    <a:pt x="59669" y="25266"/>
                    <a:pt x="61430" y="25377"/>
                    <a:pt x="63185" y="25377"/>
                  </a:cubicBezTo>
                  <a:cubicBezTo>
                    <a:pt x="66528" y="25377"/>
                    <a:pt x="69851" y="24974"/>
                    <a:pt x="73168" y="24091"/>
                  </a:cubicBezTo>
                  <a:cubicBezTo>
                    <a:pt x="82572" y="21585"/>
                    <a:pt x="91311" y="16379"/>
                    <a:pt x="100290" y="12209"/>
                  </a:cubicBezTo>
                  <a:cubicBezTo>
                    <a:pt x="102551" y="11159"/>
                    <a:pt x="104832" y="10174"/>
                    <a:pt x="107142" y="9317"/>
                  </a:cubicBezTo>
                  <a:cubicBezTo>
                    <a:pt x="109515" y="8437"/>
                    <a:pt x="111919" y="7831"/>
                    <a:pt x="114326" y="7132"/>
                  </a:cubicBezTo>
                  <a:cubicBezTo>
                    <a:pt x="119263" y="5699"/>
                    <a:pt x="123997" y="3389"/>
                    <a:pt x="128789" y="1350"/>
                  </a:cubicBezTo>
                  <a:cubicBezTo>
                    <a:pt x="128436" y="255"/>
                    <a:pt x="127130" y="101"/>
                    <a:pt x="126329" y="35"/>
                  </a:cubicBezTo>
                  <a:cubicBezTo>
                    <a:pt x="126040" y="12"/>
                    <a:pt x="125750" y="1"/>
                    <a:pt x="125460" y="1"/>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4"/>
            <p:cNvSpPr/>
            <p:nvPr/>
          </p:nvSpPr>
          <p:spPr>
            <a:xfrm>
              <a:off x="-89101" y="3200694"/>
              <a:ext cx="949935" cy="459281"/>
            </a:xfrm>
            <a:custGeom>
              <a:rect b="b" l="l" r="r" t="t"/>
              <a:pathLst>
                <a:path extrusionOk="0" h="11477" w="23738">
                  <a:moveTo>
                    <a:pt x="0" y="0"/>
                  </a:moveTo>
                  <a:lnTo>
                    <a:pt x="0" y="7277"/>
                  </a:lnTo>
                  <a:cubicBezTo>
                    <a:pt x="3475" y="8436"/>
                    <a:pt x="6937" y="9675"/>
                    <a:pt x="10474" y="10467"/>
                  </a:cubicBezTo>
                  <a:cubicBezTo>
                    <a:pt x="12599" y="10942"/>
                    <a:pt x="14945" y="11477"/>
                    <a:pt x="17230" y="11477"/>
                  </a:cubicBezTo>
                  <a:cubicBezTo>
                    <a:pt x="18607" y="11477"/>
                    <a:pt x="19963" y="11282"/>
                    <a:pt x="21233" y="10762"/>
                  </a:cubicBezTo>
                  <a:cubicBezTo>
                    <a:pt x="22964" y="10052"/>
                    <a:pt x="23737" y="8373"/>
                    <a:pt x="22783" y="6233"/>
                  </a:cubicBezTo>
                  <a:cubicBezTo>
                    <a:pt x="21854" y="4148"/>
                    <a:pt x="19780" y="3350"/>
                    <a:pt x="18049" y="2892"/>
                  </a:cubicBezTo>
                  <a:cubicBezTo>
                    <a:pt x="14044" y="1834"/>
                    <a:pt x="9964" y="2398"/>
                    <a:pt x="5923" y="1958"/>
                  </a:cubicBezTo>
                  <a:cubicBezTo>
                    <a:pt x="3848" y="1734"/>
                    <a:pt x="1868" y="1036"/>
                    <a:pt x="0"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4"/>
            <p:cNvSpPr/>
            <p:nvPr/>
          </p:nvSpPr>
          <p:spPr>
            <a:xfrm>
              <a:off x="-89101" y="1559514"/>
              <a:ext cx="9361814" cy="2217890"/>
            </a:xfrm>
            <a:custGeom>
              <a:rect b="b" l="l" r="r" t="t"/>
              <a:pathLst>
                <a:path extrusionOk="0" h="55423" w="233943">
                  <a:moveTo>
                    <a:pt x="144772" y="1"/>
                  </a:moveTo>
                  <a:cubicBezTo>
                    <a:pt x="142102" y="1"/>
                    <a:pt x="139431" y="96"/>
                    <a:pt x="136766" y="286"/>
                  </a:cubicBezTo>
                  <a:cubicBezTo>
                    <a:pt x="128012" y="909"/>
                    <a:pt x="119276" y="2552"/>
                    <a:pt x="110812" y="5489"/>
                  </a:cubicBezTo>
                  <a:cubicBezTo>
                    <a:pt x="106624" y="6944"/>
                    <a:pt x="102575" y="8874"/>
                    <a:pt x="98468" y="10653"/>
                  </a:cubicBezTo>
                  <a:cubicBezTo>
                    <a:pt x="93953" y="12609"/>
                    <a:pt x="89399" y="14424"/>
                    <a:pt x="84794" y="16010"/>
                  </a:cubicBezTo>
                  <a:cubicBezTo>
                    <a:pt x="74251" y="19642"/>
                    <a:pt x="63428" y="21981"/>
                    <a:pt x="52620" y="21981"/>
                  </a:cubicBezTo>
                  <a:cubicBezTo>
                    <a:pt x="45059" y="21981"/>
                    <a:pt x="37505" y="20836"/>
                    <a:pt x="30059" y="18189"/>
                  </a:cubicBezTo>
                  <a:cubicBezTo>
                    <a:pt x="25579" y="16596"/>
                    <a:pt x="21178" y="14667"/>
                    <a:pt x="16828" y="12578"/>
                  </a:cubicBezTo>
                  <a:cubicBezTo>
                    <a:pt x="12514" y="10509"/>
                    <a:pt x="8272" y="8266"/>
                    <a:pt x="3815" y="6712"/>
                  </a:cubicBezTo>
                  <a:cubicBezTo>
                    <a:pt x="2549" y="6272"/>
                    <a:pt x="1276" y="5888"/>
                    <a:pt x="0" y="5548"/>
                  </a:cubicBezTo>
                  <a:lnTo>
                    <a:pt x="0" y="23614"/>
                  </a:lnTo>
                  <a:cubicBezTo>
                    <a:pt x="12657" y="29572"/>
                    <a:pt x="26166" y="33013"/>
                    <a:pt x="39600" y="33024"/>
                  </a:cubicBezTo>
                  <a:cubicBezTo>
                    <a:pt x="39625" y="33024"/>
                    <a:pt x="39649" y="33024"/>
                    <a:pt x="39674" y="33024"/>
                  </a:cubicBezTo>
                  <a:cubicBezTo>
                    <a:pt x="43920" y="33024"/>
                    <a:pt x="48167" y="32654"/>
                    <a:pt x="52367" y="31843"/>
                  </a:cubicBezTo>
                  <a:cubicBezTo>
                    <a:pt x="54553" y="31420"/>
                    <a:pt x="56709" y="30737"/>
                    <a:pt x="58881" y="30217"/>
                  </a:cubicBezTo>
                  <a:cubicBezTo>
                    <a:pt x="61539" y="29579"/>
                    <a:pt x="64252" y="29008"/>
                    <a:pt x="66965" y="29005"/>
                  </a:cubicBezTo>
                  <a:cubicBezTo>
                    <a:pt x="66982" y="29005"/>
                    <a:pt x="66999" y="29005"/>
                    <a:pt x="67017" y="29005"/>
                  </a:cubicBezTo>
                  <a:cubicBezTo>
                    <a:pt x="68762" y="29005"/>
                    <a:pt x="71102" y="29156"/>
                    <a:pt x="72309" y="31005"/>
                  </a:cubicBezTo>
                  <a:cubicBezTo>
                    <a:pt x="73261" y="32464"/>
                    <a:pt x="73035" y="34779"/>
                    <a:pt x="72433" y="36381"/>
                  </a:cubicBezTo>
                  <a:cubicBezTo>
                    <a:pt x="71760" y="38175"/>
                    <a:pt x="70452" y="39418"/>
                    <a:pt x="69067" y="40261"/>
                  </a:cubicBezTo>
                  <a:cubicBezTo>
                    <a:pt x="65139" y="42655"/>
                    <a:pt x="60371" y="42850"/>
                    <a:pt x="56096" y="42852"/>
                  </a:cubicBezTo>
                  <a:cubicBezTo>
                    <a:pt x="56089" y="42852"/>
                    <a:pt x="56082" y="42852"/>
                    <a:pt x="56075" y="42852"/>
                  </a:cubicBezTo>
                  <a:cubicBezTo>
                    <a:pt x="46902" y="42852"/>
                    <a:pt x="37792" y="41022"/>
                    <a:pt x="28834" y="38660"/>
                  </a:cubicBezTo>
                  <a:cubicBezTo>
                    <a:pt x="19225" y="36125"/>
                    <a:pt x="9684" y="33151"/>
                    <a:pt x="0" y="31087"/>
                  </a:cubicBezTo>
                  <a:lnTo>
                    <a:pt x="0" y="40459"/>
                  </a:lnTo>
                  <a:cubicBezTo>
                    <a:pt x="415" y="40687"/>
                    <a:pt x="838" y="40900"/>
                    <a:pt x="1269" y="41094"/>
                  </a:cubicBezTo>
                  <a:cubicBezTo>
                    <a:pt x="3834" y="42246"/>
                    <a:pt x="6360" y="42550"/>
                    <a:pt x="9049" y="42595"/>
                  </a:cubicBezTo>
                  <a:cubicBezTo>
                    <a:pt x="11321" y="42632"/>
                    <a:pt x="13601" y="42650"/>
                    <a:pt x="15862" y="42966"/>
                  </a:cubicBezTo>
                  <a:cubicBezTo>
                    <a:pt x="17766" y="43232"/>
                    <a:pt x="19811" y="43645"/>
                    <a:pt x="21476" y="44925"/>
                  </a:cubicBezTo>
                  <a:cubicBezTo>
                    <a:pt x="22689" y="45858"/>
                    <a:pt x="23822" y="47631"/>
                    <a:pt x="23620" y="49546"/>
                  </a:cubicBezTo>
                  <a:cubicBezTo>
                    <a:pt x="23450" y="51198"/>
                    <a:pt x="22153" y="51995"/>
                    <a:pt x="21013" y="52388"/>
                  </a:cubicBezTo>
                  <a:cubicBezTo>
                    <a:pt x="19769" y="52816"/>
                    <a:pt x="18468" y="52983"/>
                    <a:pt x="17149" y="52983"/>
                  </a:cubicBezTo>
                  <a:cubicBezTo>
                    <a:pt x="14678" y="52983"/>
                    <a:pt x="12147" y="52396"/>
                    <a:pt x="9822" y="51845"/>
                  </a:cubicBezTo>
                  <a:cubicBezTo>
                    <a:pt x="6510" y="51059"/>
                    <a:pt x="3259" y="49899"/>
                    <a:pt x="0" y="48810"/>
                  </a:cubicBezTo>
                  <a:lnTo>
                    <a:pt x="0" y="54602"/>
                  </a:lnTo>
                  <a:cubicBezTo>
                    <a:pt x="5036" y="55007"/>
                    <a:pt x="10079" y="55225"/>
                    <a:pt x="15119" y="55348"/>
                  </a:cubicBezTo>
                  <a:cubicBezTo>
                    <a:pt x="17082" y="55396"/>
                    <a:pt x="19048" y="55423"/>
                    <a:pt x="21015" y="55423"/>
                  </a:cubicBezTo>
                  <a:cubicBezTo>
                    <a:pt x="29997" y="55423"/>
                    <a:pt x="38994" y="54866"/>
                    <a:pt x="47880" y="53219"/>
                  </a:cubicBezTo>
                  <a:cubicBezTo>
                    <a:pt x="52943" y="52282"/>
                    <a:pt x="58028" y="51048"/>
                    <a:pt x="62912" y="49101"/>
                  </a:cubicBezTo>
                  <a:cubicBezTo>
                    <a:pt x="67581" y="47240"/>
                    <a:pt x="72025" y="44594"/>
                    <a:pt x="76326" y="41657"/>
                  </a:cubicBezTo>
                  <a:cubicBezTo>
                    <a:pt x="84683" y="35949"/>
                    <a:pt x="92557" y="29085"/>
                    <a:pt x="101261" y="24207"/>
                  </a:cubicBezTo>
                  <a:cubicBezTo>
                    <a:pt x="110109" y="19249"/>
                    <a:pt x="119692" y="17446"/>
                    <a:pt x="129288" y="16670"/>
                  </a:cubicBezTo>
                  <a:cubicBezTo>
                    <a:pt x="132649" y="16399"/>
                    <a:pt x="136013" y="16271"/>
                    <a:pt x="139377" y="16271"/>
                  </a:cubicBezTo>
                  <a:cubicBezTo>
                    <a:pt x="157478" y="16271"/>
                    <a:pt x="175585" y="19963"/>
                    <a:pt x="193212" y="24804"/>
                  </a:cubicBezTo>
                  <a:cubicBezTo>
                    <a:pt x="203630" y="27665"/>
                    <a:pt x="214279" y="30372"/>
                    <a:pt x="224304" y="35040"/>
                  </a:cubicBezTo>
                  <a:cubicBezTo>
                    <a:pt x="227597" y="36575"/>
                    <a:pt x="230795" y="38437"/>
                    <a:pt x="233942" y="40411"/>
                  </a:cubicBezTo>
                  <a:lnTo>
                    <a:pt x="233942" y="31703"/>
                  </a:lnTo>
                  <a:cubicBezTo>
                    <a:pt x="228231" y="27859"/>
                    <a:pt x="222155" y="24807"/>
                    <a:pt x="216214" y="21705"/>
                  </a:cubicBezTo>
                  <a:cubicBezTo>
                    <a:pt x="207456" y="17134"/>
                    <a:pt x="198525" y="13002"/>
                    <a:pt x="189487" y="9410"/>
                  </a:cubicBezTo>
                  <a:cubicBezTo>
                    <a:pt x="180687" y="5912"/>
                    <a:pt x="171778" y="2926"/>
                    <a:pt x="162615" y="1437"/>
                  </a:cubicBezTo>
                  <a:cubicBezTo>
                    <a:pt x="156702" y="476"/>
                    <a:pt x="150736" y="1"/>
                    <a:pt x="144772" y="1"/>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4"/>
            <p:cNvSpPr/>
            <p:nvPr/>
          </p:nvSpPr>
          <p:spPr>
            <a:xfrm>
              <a:off x="4312517" y="2474126"/>
              <a:ext cx="4960169" cy="2176352"/>
            </a:xfrm>
            <a:custGeom>
              <a:rect b="b" l="l" r="r" t="t"/>
              <a:pathLst>
                <a:path extrusionOk="0" h="54385" w="123950">
                  <a:moveTo>
                    <a:pt x="25687" y="0"/>
                  </a:moveTo>
                  <a:cubicBezTo>
                    <a:pt x="25613" y="0"/>
                    <a:pt x="25540" y="0"/>
                    <a:pt x="25467" y="0"/>
                  </a:cubicBezTo>
                  <a:cubicBezTo>
                    <a:pt x="22189" y="8"/>
                    <a:pt x="18895" y="286"/>
                    <a:pt x="15653" y="893"/>
                  </a:cubicBezTo>
                  <a:cubicBezTo>
                    <a:pt x="12106" y="1558"/>
                    <a:pt x="8455" y="2579"/>
                    <a:pt x="5276" y="4757"/>
                  </a:cubicBezTo>
                  <a:cubicBezTo>
                    <a:pt x="2358" y="6754"/>
                    <a:pt x="1" y="10011"/>
                    <a:pt x="133" y="14446"/>
                  </a:cubicBezTo>
                  <a:cubicBezTo>
                    <a:pt x="289" y="19675"/>
                    <a:pt x="3866" y="23250"/>
                    <a:pt x="7286" y="25363"/>
                  </a:cubicBezTo>
                  <a:cubicBezTo>
                    <a:pt x="11223" y="27796"/>
                    <a:pt x="15408" y="28684"/>
                    <a:pt x="19651" y="28684"/>
                  </a:cubicBezTo>
                  <a:cubicBezTo>
                    <a:pt x="25154" y="28684"/>
                    <a:pt x="30756" y="27191"/>
                    <a:pt x="36046" y="25632"/>
                  </a:cubicBezTo>
                  <a:cubicBezTo>
                    <a:pt x="41465" y="24035"/>
                    <a:pt x="46862" y="22167"/>
                    <a:pt x="52380" y="21177"/>
                  </a:cubicBezTo>
                  <a:cubicBezTo>
                    <a:pt x="56587" y="20424"/>
                    <a:pt x="60828" y="20023"/>
                    <a:pt x="65073" y="20023"/>
                  </a:cubicBezTo>
                  <a:cubicBezTo>
                    <a:pt x="66363" y="20023"/>
                    <a:pt x="67654" y="20060"/>
                    <a:pt x="68944" y="20135"/>
                  </a:cubicBezTo>
                  <a:cubicBezTo>
                    <a:pt x="79965" y="20783"/>
                    <a:pt x="90870" y="24103"/>
                    <a:pt x="100937" y="29809"/>
                  </a:cubicBezTo>
                  <a:cubicBezTo>
                    <a:pt x="105755" y="32540"/>
                    <a:pt x="110519" y="35684"/>
                    <a:pt x="114557" y="40038"/>
                  </a:cubicBezTo>
                  <a:cubicBezTo>
                    <a:pt x="118056" y="43811"/>
                    <a:pt x="120978" y="48359"/>
                    <a:pt x="123419" y="53277"/>
                  </a:cubicBezTo>
                  <a:cubicBezTo>
                    <a:pt x="123600" y="53644"/>
                    <a:pt x="123773" y="54016"/>
                    <a:pt x="123950" y="54384"/>
                  </a:cubicBezTo>
                  <a:lnTo>
                    <a:pt x="123950" y="30590"/>
                  </a:lnTo>
                  <a:cubicBezTo>
                    <a:pt x="115011" y="23740"/>
                    <a:pt x="104675" y="20070"/>
                    <a:pt x="94699" y="16430"/>
                  </a:cubicBezTo>
                  <a:cubicBezTo>
                    <a:pt x="83278" y="12265"/>
                    <a:pt x="71945" y="7950"/>
                    <a:pt x="60279" y="4996"/>
                  </a:cubicBezTo>
                  <a:cubicBezTo>
                    <a:pt x="48938" y="2125"/>
                    <a:pt x="37275" y="0"/>
                    <a:pt x="25687"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4"/>
            <p:cNvSpPr/>
            <p:nvPr/>
          </p:nvSpPr>
          <p:spPr>
            <a:xfrm>
              <a:off x="-89101" y="3255999"/>
              <a:ext cx="4579363" cy="1972262"/>
            </a:xfrm>
            <a:custGeom>
              <a:rect b="b" l="l" r="r" t="t"/>
              <a:pathLst>
                <a:path extrusionOk="0" h="49285" w="114434">
                  <a:moveTo>
                    <a:pt x="97111" y="0"/>
                  </a:moveTo>
                  <a:cubicBezTo>
                    <a:pt x="92375" y="0"/>
                    <a:pt x="88229" y="4066"/>
                    <a:pt x="85079" y="8725"/>
                  </a:cubicBezTo>
                  <a:cubicBezTo>
                    <a:pt x="81036" y="14698"/>
                    <a:pt x="78056" y="22263"/>
                    <a:pt x="72346" y="26006"/>
                  </a:cubicBezTo>
                  <a:cubicBezTo>
                    <a:pt x="69011" y="28192"/>
                    <a:pt x="65286" y="29191"/>
                    <a:pt x="61597" y="29874"/>
                  </a:cubicBezTo>
                  <a:cubicBezTo>
                    <a:pt x="57172" y="30696"/>
                    <a:pt x="52733" y="31343"/>
                    <a:pt x="48270" y="31736"/>
                  </a:cubicBezTo>
                  <a:cubicBezTo>
                    <a:pt x="43819" y="32127"/>
                    <a:pt x="39334" y="32342"/>
                    <a:pt x="34849" y="32342"/>
                  </a:cubicBezTo>
                  <a:cubicBezTo>
                    <a:pt x="29827" y="32342"/>
                    <a:pt x="24804" y="32073"/>
                    <a:pt x="19828" y="31484"/>
                  </a:cubicBezTo>
                  <a:cubicBezTo>
                    <a:pt x="13156" y="30694"/>
                    <a:pt x="6527" y="29288"/>
                    <a:pt x="0" y="27342"/>
                  </a:cubicBezTo>
                  <a:lnTo>
                    <a:pt x="0" y="45284"/>
                  </a:lnTo>
                  <a:cubicBezTo>
                    <a:pt x="0" y="47494"/>
                    <a:pt x="1415" y="49285"/>
                    <a:pt x="3161" y="49285"/>
                  </a:cubicBezTo>
                  <a:lnTo>
                    <a:pt x="54554" y="49285"/>
                  </a:lnTo>
                  <a:cubicBezTo>
                    <a:pt x="57524" y="43691"/>
                    <a:pt x="61460" y="38933"/>
                    <a:pt x="66165" y="35699"/>
                  </a:cubicBezTo>
                  <a:cubicBezTo>
                    <a:pt x="74007" y="30307"/>
                    <a:pt x="82814" y="29860"/>
                    <a:pt x="91444" y="28199"/>
                  </a:cubicBezTo>
                  <a:cubicBezTo>
                    <a:pt x="94850" y="27544"/>
                    <a:pt x="98284" y="26656"/>
                    <a:pt x="101576" y="25345"/>
                  </a:cubicBezTo>
                  <a:cubicBezTo>
                    <a:pt x="104402" y="24220"/>
                    <a:pt x="107468" y="22637"/>
                    <a:pt x="109397" y="19658"/>
                  </a:cubicBezTo>
                  <a:cubicBezTo>
                    <a:pt x="114434" y="11884"/>
                    <a:pt x="106261" y="3395"/>
                    <a:pt x="100927" y="890"/>
                  </a:cubicBezTo>
                  <a:cubicBezTo>
                    <a:pt x="99620" y="276"/>
                    <a:pt x="98345" y="0"/>
                    <a:pt x="97111"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4"/>
            <p:cNvSpPr/>
            <p:nvPr/>
          </p:nvSpPr>
          <p:spPr>
            <a:xfrm>
              <a:off x="2774626" y="4515847"/>
              <a:ext cx="4319449" cy="712432"/>
            </a:xfrm>
            <a:custGeom>
              <a:rect b="b" l="l" r="r" t="t"/>
              <a:pathLst>
                <a:path extrusionOk="0" h="17803" w="107939">
                  <a:moveTo>
                    <a:pt x="27543" y="0"/>
                  </a:moveTo>
                  <a:cubicBezTo>
                    <a:pt x="27240" y="0"/>
                    <a:pt x="26937" y="6"/>
                    <a:pt x="26634" y="18"/>
                  </a:cubicBezTo>
                  <a:cubicBezTo>
                    <a:pt x="24027" y="121"/>
                    <a:pt x="21392" y="745"/>
                    <a:pt x="19094" y="2364"/>
                  </a:cubicBezTo>
                  <a:cubicBezTo>
                    <a:pt x="18481" y="2797"/>
                    <a:pt x="16577" y="4050"/>
                    <a:pt x="17537" y="5118"/>
                  </a:cubicBezTo>
                  <a:cubicBezTo>
                    <a:pt x="18117" y="5762"/>
                    <a:pt x="19161" y="5928"/>
                    <a:pt x="19890" y="6091"/>
                  </a:cubicBezTo>
                  <a:cubicBezTo>
                    <a:pt x="23855" y="6979"/>
                    <a:pt x="27949" y="6569"/>
                    <a:pt x="31949" y="6998"/>
                  </a:cubicBezTo>
                  <a:cubicBezTo>
                    <a:pt x="35180" y="7344"/>
                    <a:pt x="39652" y="7834"/>
                    <a:pt x="41798" y="11379"/>
                  </a:cubicBezTo>
                  <a:cubicBezTo>
                    <a:pt x="41873" y="11504"/>
                    <a:pt x="41874" y="11697"/>
                    <a:pt x="41748" y="11777"/>
                  </a:cubicBezTo>
                  <a:cubicBezTo>
                    <a:pt x="40684" y="12461"/>
                    <a:pt x="39488" y="12703"/>
                    <a:pt x="38262" y="12703"/>
                  </a:cubicBezTo>
                  <a:cubicBezTo>
                    <a:pt x="36542" y="12703"/>
                    <a:pt x="34763" y="12227"/>
                    <a:pt x="33207" y="11823"/>
                  </a:cubicBezTo>
                  <a:cubicBezTo>
                    <a:pt x="31601" y="11407"/>
                    <a:pt x="30013" y="10894"/>
                    <a:pt x="28412" y="10466"/>
                  </a:cubicBezTo>
                  <a:cubicBezTo>
                    <a:pt x="26593" y="9980"/>
                    <a:pt x="24742" y="9711"/>
                    <a:pt x="22919" y="9248"/>
                  </a:cubicBezTo>
                  <a:cubicBezTo>
                    <a:pt x="18811" y="8207"/>
                    <a:pt x="14751" y="6811"/>
                    <a:pt x="10581" y="6185"/>
                  </a:cubicBezTo>
                  <a:cubicBezTo>
                    <a:pt x="9499" y="6023"/>
                    <a:pt x="8286" y="5852"/>
                    <a:pt x="7075" y="5852"/>
                  </a:cubicBezTo>
                  <a:cubicBezTo>
                    <a:pt x="5505" y="5852"/>
                    <a:pt x="3938" y="6139"/>
                    <a:pt x="2667" y="7101"/>
                  </a:cubicBezTo>
                  <a:cubicBezTo>
                    <a:pt x="702" y="8588"/>
                    <a:pt x="1" y="12230"/>
                    <a:pt x="827" y="14868"/>
                  </a:cubicBezTo>
                  <a:cubicBezTo>
                    <a:pt x="1191" y="16035"/>
                    <a:pt x="1835" y="16995"/>
                    <a:pt x="2588" y="17803"/>
                  </a:cubicBezTo>
                  <a:lnTo>
                    <a:pt x="107349" y="17803"/>
                  </a:lnTo>
                  <a:cubicBezTo>
                    <a:pt x="107939" y="14229"/>
                    <a:pt x="104542" y="9947"/>
                    <a:pt x="102361" y="8404"/>
                  </a:cubicBezTo>
                  <a:cubicBezTo>
                    <a:pt x="99751" y="6560"/>
                    <a:pt x="96718" y="5974"/>
                    <a:pt x="93716" y="5974"/>
                  </a:cubicBezTo>
                  <a:cubicBezTo>
                    <a:pt x="92496" y="5974"/>
                    <a:pt x="91282" y="6070"/>
                    <a:pt x="90103" y="6219"/>
                  </a:cubicBezTo>
                  <a:cubicBezTo>
                    <a:pt x="87978" y="6486"/>
                    <a:pt x="85895" y="7048"/>
                    <a:pt x="83786" y="7444"/>
                  </a:cubicBezTo>
                  <a:cubicBezTo>
                    <a:pt x="81051" y="7961"/>
                    <a:pt x="78295" y="8278"/>
                    <a:pt x="75534" y="8442"/>
                  </a:cubicBezTo>
                  <a:cubicBezTo>
                    <a:pt x="74026" y="8532"/>
                    <a:pt x="72516" y="8576"/>
                    <a:pt x="71005" y="8576"/>
                  </a:cubicBezTo>
                  <a:cubicBezTo>
                    <a:pt x="66567" y="8576"/>
                    <a:pt x="62125" y="8194"/>
                    <a:pt x="57730" y="7447"/>
                  </a:cubicBezTo>
                  <a:cubicBezTo>
                    <a:pt x="52546" y="6565"/>
                    <a:pt x="47524" y="4962"/>
                    <a:pt x="42478" y="3264"/>
                  </a:cubicBezTo>
                  <a:cubicBezTo>
                    <a:pt x="37619" y="1632"/>
                    <a:pt x="32605" y="0"/>
                    <a:pt x="27543"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4"/>
            <p:cNvSpPr/>
            <p:nvPr/>
          </p:nvSpPr>
          <p:spPr>
            <a:xfrm>
              <a:off x="8048796" y="4511685"/>
              <a:ext cx="658408" cy="716833"/>
            </a:xfrm>
            <a:custGeom>
              <a:rect b="b" l="l" r="r" t="t"/>
              <a:pathLst>
                <a:path extrusionOk="0" h="17913" w="16453">
                  <a:moveTo>
                    <a:pt x="3031" y="0"/>
                  </a:moveTo>
                  <a:cubicBezTo>
                    <a:pt x="3004" y="0"/>
                    <a:pt x="2977" y="1"/>
                    <a:pt x="2950" y="2"/>
                  </a:cubicBezTo>
                  <a:cubicBezTo>
                    <a:pt x="1" y="132"/>
                    <a:pt x="2474" y="3624"/>
                    <a:pt x="3374" y="4819"/>
                  </a:cubicBezTo>
                  <a:cubicBezTo>
                    <a:pt x="5353" y="7446"/>
                    <a:pt x="8065" y="13097"/>
                    <a:pt x="8485" y="17912"/>
                  </a:cubicBezTo>
                  <a:lnTo>
                    <a:pt x="16452" y="17912"/>
                  </a:lnTo>
                  <a:cubicBezTo>
                    <a:pt x="15488" y="16742"/>
                    <a:pt x="14559" y="15523"/>
                    <a:pt x="13682" y="14232"/>
                  </a:cubicBezTo>
                  <a:cubicBezTo>
                    <a:pt x="11356" y="10805"/>
                    <a:pt x="9597" y="6836"/>
                    <a:pt x="7171" y="3507"/>
                  </a:cubicBezTo>
                  <a:cubicBezTo>
                    <a:pt x="6176" y="2144"/>
                    <a:pt x="4651" y="0"/>
                    <a:pt x="3031" y="0"/>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4"/>
            <p:cNvSpPr/>
            <p:nvPr/>
          </p:nvSpPr>
          <p:spPr>
            <a:xfrm>
              <a:off x="4946282" y="3681071"/>
              <a:ext cx="4326332" cy="1547277"/>
            </a:xfrm>
            <a:custGeom>
              <a:rect b="b" l="l" r="r" t="t"/>
              <a:pathLst>
                <a:path extrusionOk="0" h="38665" w="108111">
                  <a:moveTo>
                    <a:pt x="45814" y="1"/>
                  </a:moveTo>
                  <a:cubicBezTo>
                    <a:pt x="35137" y="1"/>
                    <a:pt x="24388" y="2076"/>
                    <a:pt x="14090" y="5571"/>
                  </a:cubicBezTo>
                  <a:cubicBezTo>
                    <a:pt x="10624" y="6748"/>
                    <a:pt x="7061" y="8059"/>
                    <a:pt x="3946" y="10366"/>
                  </a:cubicBezTo>
                  <a:cubicBezTo>
                    <a:pt x="2615" y="11352"/>
                    <a:pt x="1078" y="12695"/>
                    <a:pt x="565" y="14641"/>
                  </a:cubicBezTo>
                  <a:cubicBezTo>
                    <a:pt x="1" y="16782"/>
                    <a:pt x="1151" y="18845"/>
                    <a:pt x="2414" y="20142"/>
                  </a:cubicBezTo>
                  <a:cubicBezTo>
                    <a:pt x="4524" y="22313"/>
                    <a:pt x="7328" y="22930"/>
                    <a:pt x="10110" y="22930"/>
                  </a:cubicBezTo>
                  <a:cubicBezTo>
                    <a:pt x="11691" y="22930"/>
                    <a:pt x="13266" y="22730"/>
                    <a:pt x="14702" y="22504"/>
                  </a:cubicBezTo>
                  <a:cubicBezTo>
                    <a:pt x="19304" y="21780"/>
                    <a:pt x="23791" y="20252"/>
                    <a:pt x="28307" y="18979"/>
                  </a:cubicBezTo>
                  <a:cubicBezTo>
                    <a:pt x="31469" y="18088"/>
                    <a:pt x="34583" y="17727"/>
                    <a:pt x="37812" y="17553"/>
                  </a:cubicBezTo>
                  <a:cubicBezTo>
                    <a:pt x="39567" y="17460"/>
                    <a:pt x="41324" y="17409"/>
                    <a:pt x="43081" y="17409"/>
                  </a:cubicBezTo>
                  <a:cubicBezTo>
                    <a:pt x="45289" y="17409"/>
                    <a:pt x="47497" y="17490"/>
                    <a:pt x="49701" y="17670"/>
                  </a:cubicBezTo>
                  <a:cubicBezTo>
                    <a:pt x="53900" y="18013"/>
                    <a:pt x="58120" y="18692"/>
                    <a:pt x="62182" y="20121"/>
                  </a:cubicBezTo>
                  <a:cubicBezTo>
                    <a:pt x="65643" y="21338"/>
                    <a:pt x="69140" y="23140"/>
                    <a:pt x="71836" y="26229"/>
                  </a:cubicBezTo>
                  <a:cubicBezTo>
                    <a:pt x="74556" y="29344"/>
                    <a:pt x="76197" y="34210"/>
                    <a:pt x="75759" y="38664"/>
                  </a:cubicBezTo>
                  <a:lnTo>
                    <a:pt x="85535" y="38664"/>
                  </a:lnTo>
                  <a:cubicBezTo>
                    <a:pt x="85296" y="35981"/>
                    <a:pt x="84353" y="33119"/>
                    <a:pt x="83500" y="31067"/>
                  </a:cubicBezTo>
                  <a:cubicBezTo>
                    <a:pt x="82723" y="29197"/>
                    <a:pt x="81831" y="27538"/>
                    <a:pt x="80681" y="26012"/>
                  </a:cubicBezTo>
                  <a:cubicBezTo>
                    <a:pt x="79935" y="25023"/>
                    <a:pt x="78306" y="23246"/>
                    <a:pt x="78633" y="21650"/>
                  </a:cubicBezTo>
                  <a:cubicBezTo>
                    <a:pt x="78840" y="20643"/>
                    <a:pt x="79649" y="20281"/>
                    <a:pt x="80449" y="20281"/>
                  </a:cubicBezTo>
                  <a:cubicBezTo>
                    <a:pt x="80893" y="20281"/>
                    <a:pt x="81334" y="20392"/>
                    <a:pt x="81670" y="20567"/>
                  </a:cubicBezTo>
                  <a:cubicBezTo>
                    <a:pt x="83214" y="21372"/>
                    <a:pt x="84460" y="23111"/>
                    <a:pt x="85532" y="24674"/>
                  </a:cubicBezTo>
                  <a:cubicBezTo>
                    <a:pt x="88081" y="28395"/>
                    <a:pt x="90008" y="32694"/>
                    <a:pt x="92680" y="36288"/>
                  </a:cubicBezTo>
                  <a:cubicBezTo>
                    <a:pt x="93289" y="37105"/>
                    <a:pt x="93919" y="37895"/>
                    <a:pt x="94562" y="38663"/>
                  </a:cubicBezTo>
                  <a:lnTo>
                    <a:pt x="104952" y="38663"/>
                  </a:lnTo>
                  <a:cubicBezTo>
                    <a:pt x="106677" y="38663"/>
                    <a:pt x="108077" y="36912"/>
                    <a:pt x="108110" y="34738"/>
                  </a:cubicBezTo>
                  <a:cubicBezTo>
                    <a:pt x="104684" y="32047"/>
                    <a:pt x="101346" y="29175"/>
                    <a:pt x="98018" y="26250"/>
                  </a:cubicBezTo>
                  <a:cubicBezTo>
                    <a:pt x="92264" y="21194"/>
                    <a:pt x="86645" y="15791"/>
                    <a:pt x="80705" y="11085"/>
                  </a:cubicBezTo>
                  <a:cubicBezTo>
                    <a:pt x="70628" y="3099"/>
                    <a:pt x="58598" y="156"/>
                    <a:pt x="46845" y="7"/>
                  </a:cubicBezTo>
                  <a:cubicBezTo>
                    <a:pt x="46501" y="3"/>
                    <a:pt x="46158" y="1"/>
                    <a:pt x="45814" y="1"/>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4"/>
            <p:cNvSpPr/>
            <p:nvPr/>
          </p:nvSpPr>
          <p:spPr>
            <a:xfrm>
              <a:off x="5076700" y="-2354598"/>
              <a:ext cx="4335896" cy="796099"/>
            </a:xfrm>
            <a:custGeom>
              <a:rect b="b" l="l" r="r" t="t"/>
              <a:pathLst>
                <a:path extrusionOk="0" h="27758" w="108350">
                  <a:moveTo>
                    <a:pt x="51648" y="1"/>
                  </a:moveTo>
                  <a:cubicBezTo>
                    <a:pt x="50846" y="407"/>
                    <a:pt x="50018" y="729"/>
                    <a:pt x="49203" y="1014"/>
                  </a:cubicBezTo>
                  <a:cubicBezTo>
                    <a:pt x="42065" y="3506"/>
                    <a:pt x="34586" y="3501"/>
                    <a:pt x="27241" y="3584"/>
                  </a:cubicBezTo>
                  <a:cubicBezTo>
                    <a:pt x="20757" y="3656"/>
                    <a:pt x="14163" y="3777"/>
                    <a:pt x="7797" y="5515"/>
                  </a:cubicBezTo>
                  <a:cubicBezTo>
                    <a:pt x="5715" y="6083"/>
                    <a:pt x="3438" y="6902"/>
                    <a:pt x="1858" y="8814"/>
                  </a:cubicBezTo>
                  <a:cubicBezTo>
                    <a:pt x="0" y="11058"/>
                    <a:pt x="83" y="14195"/>
                    <a:pt x="776" y="17107"/>
                  </a:cubicBezTo>
                  <a:cubicBezTo>
                    <a:pt x="2438" y="24097"/>
                    <a:pt x="7861" y="27758"/>
                    <a:pt x="13371" y="27758"/>
                  </a:cubicBezTo>
                  <a:cubicBezTo>
                    <a:pt x="13681" y="27758"/>
                    <a:pt x="13992" y="27746"/>
                    <a:pt x="14303" y="27723"/>
                  </a:cubicBezTo>
                  <a:cubicBezTo>
                    <a:pt x="20922" y="27226"/>
                    <a:pt x="26485" y="22282"/>
                    <a:pt x="32673" y="19847"/>
                  </a:cubicBezTo>
                  <a:cubicBezTo>
                    <a:pt x="36195" y="18461"/>
                    <a:pt x="39879" y="17578"/>
                    <a:pt x="43501" y="16728"/>
                  </a:cubicBezTo>
                  <a:cubicBezTo>
                    <a:pt x="47244" y="15849"/>
                    <a:pt x="51012" y="15131"/>
                    <a:pt x="54789" y="14515"/>
                  </a:cubicBezTo>
                  <a:cubicBezTo>
                    <a:pt x="62223" y="13302"/>
                    <a:pt x="69695" y="12486"/>
                    <a:pt x="77160" y="11610"/>
                  </a:cubicBezTo>
                  <a:cubicBezTo>
                    <a:pt x="86796" y="10479"/>
                    <a:pt x="96503" y="9420"/>
                    <a:pt x="106195" y="9420"/>
                  </a:cubicBezTo>
                  <a:cubicBezTo>
                    <a:pt x="106913" y="9420"/>
                    <a:pt x="107630" y="9426"/>
                    <a:pt x="108348" y="9438"/>
                  </a:cubicBezTo>
                  <a:lnTo>
                    <a:pt x="108348" y="4002"/>
                  </a:lnTo>
                  <a:cubicBezTo>
                    <a:pt x="108350" y="1793"/>
                    <a:pt x="106935" y="1"/>
                    <a:pt x="105190" y="1"/>
                  </a:cubicBezTo>
                  <a:lnTo>
                    <a:pt x="90762" y="1"/>
                  </a:lnTo>
                  <a:cubicBezTo>
                    <a:pt x="89703" y="1934"/>
                    <a:pt x="88395" y="3470"/>
                    <a:pt x="86599" y="4557"/>
                  </a:cubicBezTo>
                  <a:cubicBezTo>
                    <a:pt x="83877" y="6208"/>
                    <a:pt x="80880" y="7099"/>
                    <a:pt x="77918" y="7745"/>
                  </a:cubicBezTo>
                  <a:cubicBezTo>
                    <a:pt x="74349" y="8524"/>
                    <a:pt x="70756" y="9202"/>
                    <a:pt x="67162" y="9801"/>
                  </a:cubicBezTo>
                  <a:cubicBezTo>
                    <a:pt x="59627" y="11058"/>
                    <a:pt x="52047" y="11784"/>
                    <a:pt x="44534" y="13253"/>
                  </a:cubicBezTo>
                  <a:cubicBezTo>
                    <a:pt x="40916" y="13963"/>
                    <a:pt x="37300" y="14822"/>
                    <a:pt x="33793" y="16179"/>
                  </a:cubicBezTo>
                  <a:cubicBezTo>
                    <a:pt x="31120" y="17214"/>
                    <a:pt x="28648" y="18964"/>
                    <a:pt x="26050" y="20259"/>
                  </a:cubicBezTo>
                  <a:cubicBezTo>
                    <a:pt x="24092" y="21236"/>
                    <a:pt x="21957" y="22126"/>
                    <a:pt x="19819" y="22126"/>
                  </a:cubicBezTo>
                  <a:cubicBezTo>
                    <a:pt x="19398" y="22126"/>
                    <a:pt x="18976" y="22091"/>
                    <a:pt x="18556" y="22016"/>
                  </a:cubicBezTo>
                  <a:cubicBezTo>
                    <a:pt x="16742" y="21690"/>
                    <a:pt x="14667" y="20360"/>
                    <a:pt x="13727" y="18271"/>
                  </a:cubicBezTo>
                  <a:cubicBezTo>
                    <a:pt x="12111" y="14673"/>
                    <a:pt x="16343" y="12032"/>
                    <a:pt x="18335" y="10924"/>
                  </a:cubicBezTo>
                  <a:cubicBezTo>
                    <a:pt x="29038" y="4972"/>
                    <a:pt x="41116" y="7214"/>
                    <a:pt x="52462" y="6363"/>
                  </a:cubicBezTo>
                  <a:cubicBezTo>
                    <a:pt x="56489" y="6062"/>
                    <a:pt x="60477" y="5377"/>
                    <a:pt x="64377" y="4066"/>
                  </a:cubicBezTo>
                  <a:cubicBezTo>
                    <a:pt x="66858" y="3233"/>
                    <a:pt x="69388" y="2647"/>
                    <a:pt x="71900" y="1973"/>
                  </a:cubicBezTo>
                  <a:cubicBezTo>
                    <a:pt x="74066" y="1391"/>
                    <a:pt x="76235" y="775"/>
                    <a:pt x="78366" y="1"/>
                  </a:cubicBezTo>
                  <a:close/>
                </a:path>
              </a:pathLst>
            </a:custGeom>
            <a:solidFill>
              <a:srgbClr val="E6C7DE">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4"/>
            <p:cNvSpPr/>
            <p:nvPr/>
          </p:nvSpPr>
          <p:spPr>
            <a:xfrm>
              <a:off x="-97224" y="-1965635"/>
              <a:ext cx="3996027" cy="864218"/>
            </a:xfrm>
            <a:custGeom>
              <a:rect b="b" l="l" r="r" t="t"/>
              <a:pathLst>
                <a:path extrusionOk="0" h="21596" w="99857">
                  <a:moveTo>
                    <a:pt x="65198" y="399"/>
                  </a:moveTo>
                  <a:cubicBezTo>
                    <a:pt x="72321" y="399"/>
                    <a:pt x="79621" y="1791"/>
                    <a:pt x="86922" y="4550"/>
                  </a:cubicBezTo>
                  <a:cubicBezTo>
                    <a:pt x="89575" y="5554"/>
                    <a:pt x="92653" y="6864"/>
                    <a:pt x="95348" y="8979"/>
                  </a:cubicBezTo>
                  <a:cubicBezTo>
                    <a:pt x="98235" y="11247"/>
                    <a:pt x="99428" y="13677"/>
                    <a:pt x="98898" y="16206"/>
                  </a:cubicBezTo>
                  <a:cubicBezTo>
                    <a:pt x="98311" y="18994"/>
                    <a:pt x="95759" y="19972"/>
                    <a:pt x="93599" y="20511"/>
                  </a:cubicBezTo>
                  <a:cubicBezTo>
                    <a:pt x="91491" y="21039"/>
                    <a:pt x="89309" y="21193"/>
                    <a:pt x="87246" y="21193"/>
                  </a:cubicBezTo>
                  <a:cubicBezTo>
                    <a:pt x="86217" y="21193"/>
                    <a:pt x="85218" y="21155"/>
                    <a:pt x="84273" y="21106"/>
                  </a:cubicBezTo>
                  <a:cubicBezTo>
                    <a:pt x="78503" y="20800"/>
                    <a:pt x="72921" y="19852"/>
                    <a:pt x="67683" y="18295"/>
                  </a:cubicBezTo>
                  <a:cubicBezTo>
                    <a:pt x="64541" y="17362"/>
                    <a:pt x="61400" y="16083"/>
                    <a:pt x="58362" y="14847"/>
                  </a:cubicBezTo>
                  <a:cubicBezTo>
                    <a:pt x="53266" y="12773"/>
                    <a:pt x="47995" y="10628"/>
                    <a:pt x="42530" y="10025"/>
                  </a:cubicBezTo>
                  <a:cubicBezTo>
                    <a:pt x="41682" y="9932"/>
                    <a:pt x="40859" y="9885"/>
                    <a:pt x="40058" y="9885"/>
                  </a:cubicBezTo>
                  <a:cubicBezTo>
                    <a:pt x="36646" y="9885"/>
                    <a:pt x="33636" y="10728"/>
                    <a:pt x="31087" y="12400"/>
                  </a:cubicBezTo>
                  <a:cubicBezTo>
                    <a:pt x="26728" y="15269"/>
                    <a:pt x="22197" y="17122"/>
                    <a:pt x="17235" y="18071"/>
                  </a:cubicBezTo>
                  <a:cubicBezTo>
                    <a:pt x="13172" y="18848"/>
                    <a:pt x="9086" y="19070"/>
                    <a:pt x="5424" y="19070"/>
                  </a:cubicBezTo>
                  <a:cubicBezTo>
                    <a:pt x="3631" y="19070"/>
                    <a:pt x="1941" y="19017"/>
                    <a:pt x="403" y="18949"/>
                  </a:cubicBezTo>
                  <a:lnTo>
                    <a:pt x="403" y="11532"/>
                  </a:lnTo>
                  <a:cubicBezTo>
                    <a:pt x="2361" y="12661"/>
                    <a:pt x="4594" y="13456"/>
                    <a:pt x="7045" y="13900"/>
                  </a:cubicBezTo>
                  <a:cubicBezTo>
                    <a:pt x="8672" y="14195"/>
                    <a:pt x="10356" y="14343"/>
                    <a:pt x="12121" y="14343"/>
                  </a:cubicBezTo>
                  <a:cubicBezTo>
                    <a:pt x="13968" y="14343"/>
                    <a:pt x="15904" y="14181"/>
                    <a:pt x="17957" y="13858"/>
                  </a:cubicBezTo>
                  <a:cubicBezTo>
                    <a:pt x="23076" y="13055"/>
                    <a:pt x="27790" y="10978"/>
                    <a:pt x="32121" y="8853"/>
                  </a:cubicBezTo>
                  <a:lnTo>
                    <a:pt x="32595" y="8620"/>
                  </a:lnTo>
                  <a:cubicBezTo>
                    <a:pt x="37243" y="6337"/>
                    <a:pt x="42049" y="3980"/>
                    <a:pt x="47066" y="2784"/>
                  </a:cubicBezTo>
                  <a:cubicBezTo>
                    <a:pt x="53031" y="1361"/>
                    <a:pt x="58397" y="590"/>
                    <a:pt x="63469" y="426"/>
                  </a:cubicBezTo>
                  <a:cubicBezTo>
                    <a:pt x="64044" y="408"/>
                    <a:pt x="64620" y="399"/>
                    <a:pt x="65198" y="399"/>
                  </a:cubicBezTo>
                  <a:close/>
                  <a:moveTo>
                    <a:pt x="65203" y="1"/>
                  </a:moveTo>
                  <a:cubicBezTo>
                    <a:pt x="64619" y="1"/>
                    <a:pt x="64036" y="10"/>
                    <a:pt x="63455" y="29"/>
                  </a:cubicBezTo>
                  <a:cubicBezTo>
                    <a:pt x="58355" y="192"/>
                    <a:pt x="52963" y="968"/>
                    <a:pt x="46970" y="2396"/>
                  </a:cubicBezTo>
                  <a:cubicBezTo>
                    <a:pt x="41911" y="3604"/>
                    <a:pt x="37084" y="5971"/>
                    <a:pt x="32416" y="8263"/>
                  </a:cubicBezTo>
                  <a:lnTo>
                    <a:pt x="31942" y="8496"/>
                  </a:lnTo>
                  <a:cubicBezTo>
                    <a:pt x="27640" y="10606"/>
                    <a:pt x="22957" y="12670"/>
                    <a:pt x="17892" y="13466"/>
                  </a:cubicBezTo>
                  <a:cubicBezTo>
                    <a:pt x="15860" y="13785"/>
                    <a:pt x="13946" y="13945"/>
                    <a:pt x="12120" y="13945"/>
                  </a:cubicBezTo>
                  <a:cubicBezTo>
                    <a:pt x="10379" y="13945"/>
                    <a:pt x="8719" y="13799"/>
                    <a:pt x="7116" y="13508"/>
                  </a:cubicBezTo>
                  <a:cubicBezTo>
                    <a:pt x="4584" y="13050"/>
                    <a:pt x="2294" y="12211"/>
                    <a:pt x="305" y="11012"/>
                  </a:cubicBezTo>
                  <a:lnTo>
                    <a:pt x="0" y="10828"/>
                  </a:lnTo>
                  <a:lnTo>
                    <a:pt x="0" y="19337"/>
                  </a:lnTo>
                  <a:lnTo>
                    <a:pt x="193" y="19345"/>
                  </a:lnTo>
                  <a:cubicBezTo>
                    <a:pt x="1788" y="19417"/>
                    <a:pt x="3552" y="19474"/>
                    <a:pt x="5427" y="19474"/>
                  </a:cubicBezTo>
                  <a:cubicBezTo>
                    <a:pt x="9110" y="19474"/>
                    <a:pt x="13220" y="19251"/>
                    <a:pt x="17311" y="18469"/>
                  </a:cubicBezTo>
                  <a:cubicBezTo>
                    <a:pt x="22324" y="17509"/>
                    <a:pt x="26904" y="15636"/>
                    <a:pt x="31309" y="12740"/>
                  </a:cubicBezTo>
                  <a:cubicBezTo>
                    <a:pt x="33791" y="11110"/>
                    <a:pt x="36725" y="10287"/>
                    <a:pt x="40058" y="10287"/>
                  </a:cubicBezTo>
                  <a:cubicBezTo>
                    <a:pt x="40845" y="10287"/>
                    <a:pt x="41654" y="10333"/>
                    <a:pt x="42485" y="10425"/>
                  </a:cubicBezTo>
                  <a:cubicBezTo>
                    <a:pt x="47895" y="11021"/>
                    <a:pt x="53139" y="13156"/>
                    <a:pt x="58211" y="15220"/>
                  </a:cubicBezTo>
                  <a:cubicBezTo>
                    <a:pt x="61257" y="16459"/>
                    <a:pt x="64408" y="17742"/>
                    <a:pt x="67568" y="18681"/>
                  </a:cubicBezTo>
                  <a:cubicBezTo>
                    <a:pt x="72838" y="20248"/>
                    <a:pt x="78452" y="21200"/>
                    <a:pt x="84253" y="21507"/>
                  </a:cubicBezTo>
                  <a:cubicBezTo>
                    <a:pt x="85207" y="21557"/>
                    <a:pt x="86216" y="21596"/>
                    <a:pt x="87255" y="21596"/>
                  </a:cubicBezTo>
                  <a:cubicBezTo>
                    <a:pt x="89341" y="21596"/>
                    <a:pt x="91554" y="21438"/>
                    <a:pt x="93697" y="20904"/>
                  </a:cubicBezTo>
                  <a:cubicBezTo>
                    <a:pt x="95795" y="20381"/>
                    <a:pt x="98654" y="19332"/>
                    <a:pt x="99293" y="16292"/>
                  </a:cubicBezTo>
                  <a:cubicBezTo>
                    <a:pt x="99857" y="13600"/>
                    <a:pt x="98614" y="11035"/>
                    <a:pt x="95596" y="8666"/>
                  </a:cubicBezTo>
                  <a:cubicBezTo>
                    <a:pt x="92859" y="6520"/>
                    <a:pt x="89747" y="5193"/>
                    <a:pt x="87062" y="4178"/>
                  </a:cubicBezTo>
                  <a:cubicBezTo>
                    <a:pt x="79719" y="1402"/>
                    <a:pt x="72371" y="1"/>
                    <a:pt x="65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 name="Google Shape;1089;p34"/>
            <p:cNvGrpSpPr/>
            <p:nvPr/>
          </p:nvGrpSpPr>
          <p:grpSpPr>
            <a:xfrm>
              <a:off x="-97224" y="-2508600"/>
              <a:ext cx="9377821" cy="2147740"/>
              <a:chOff x="-97224" y="-2508600"/>
              <a:chExt cx="9377821" cy="2147740"/>
            </a:xfrm>
          </p:grpSpPr>
          <p:sp>
            <p:nvSpPr>
              <p:cNvPr id="1090" name="Google Shape;1090;p34"/>
              <p:cNvSpPr/>
              <p:nvPr/>
            </p:nvSpPr>
            <p:spPr>
              <a:xfrm>
                <a:off x="-89101" y="-2436047"/>
                <a:ext cx="9361814" cy="2075187"/>
              </a:xfrm>
              <a:custGeom>
                <a:rect b="b" l="l" r="r" t="t"/>
                <a:pathLst>
                  <a:path extrusionOk="0" h="51857" w="233943">
                    <a:moveTo>
                      <a:pt x="114254" y="0"/>
                    </a:moveTo>
                    <a:cubicBezTo>
                      <a:pt x="113814" y="3337"/>
                      <a:pt x="107760" y="3970"/>
                      <a:pt x="105882" y="4185"/>
                    </a:cubicBezTo>
                    <a:cubicBezTo>
                      <a:pt x="103480" y="4463"/>
                      <a:pt x="101037" y="4580"/>
                      <a:pt x="98593" y="4580"/>
                    </a:cubicBezTo>
                    <a:cubicBezTo>
                      <a:pt x="96187" y="4580"/>
                      <a:pt x="93780" y="4466"/>
                      <a:pt x="91413" y="4277"/>
                    </a:cubicBezTo>
                    <a:cubicBezTo>
                      <a:pt x="83262" y="3622"/>
                      <a:pt x="75254" y="1586"/>
                      <a:pt x="67197" y="2"/>
                    </a:cubicBezTo>
                    <a:lnTo>
                      <a:pt x="3161" y="2"/>
                    </a:lnTo>
                    <a:cubicBezTo>
                      <a:pt x="1415" y="2"/>
                      <a:pt x="0" y="1794"/>
                      <a:pt x="0" y="4003"/>
                    </a:cubicBezTo>
                    <a:lnTo>
                      <a:pt x="0" y="12983"/>
                    </a:lnTo>
                    <a:cubicBezTo>
                      <a:pt x="752" y="13703"/>
                      <a:pt x="1532" y="14304"/>
                      <a:pt x="2202" y="14753"/>
                    </a:cubicBezTo>
                    <a:cubicBezTo>
                      <a:pt x="5867" y="17202"/>
                      <a:pt x="10108" y="17905"/>
                      <a:pt x="14266" y="17905"/>
                    </a:cubicBezTo>
                    <a:cubicBezTo>
                      <a:pt x="15542" y="17905"/>
                      <a:pt x="16811" y="17839"/>
                      <a:pt x="18052" y="17736"/>
                    </a:cubicBezTo>
                    <a:cubicBezTo>
                      <a:pt x="23329" y="17301"/>
                      <a:pt x="28524" y="16026"/>
                      <a:pt x="33704" y="14740"/>
                    </a:cubicBezTo>
                    <a:cubicBezTo>
                      <a:pt x="40948" y="12940"/>
                      <a:pt x="48135" y="10828"/>
                      <a:pt x="55442" y="9439"/>
                    </a:cubicBezTo>
                    <a:cubicBezTo>
                      <a:pt x="61321" y="8322"/>
                      <a:pt x="67233" y="7670"/>
                      <a:pt x="73167" y="7670"/>
                    </a:cubicBezTo>
                    <a:cubicBezTo>
                      <a:pt x="74688" y="7670"/>
                      <a:pt x="76210" y="7713"/>
                      <a:pt x="77734" y="7802"/>
                    </a:cubicBezTo>
                    <a:cubicBezTo>
                      <a:pt x="85106" y="8232"/>
                      <a:pt x="92423" y="9785"/>
                      <a:pt x="99530" y="12287"/>
                    </a:cubicBezTo>
                    <a:cubicBezTo>
                      <a:pt x="102317" y="13268"/>
                      <a:pt x="105115" y="14314"/>
                      <a:pt x="107858" y="15489"/>
                    </a:cubicBezTo>
                    <a:cubicBezTo>
                      <a:pt x="110332" y="16548"/>
                      <a:pt x="112809" y="17789"/>
                      <a:pt x="115004" y="19608"/>
                    </a:cubicBezTo>
                    <a:cubicBezTo>
                      <a:pt x="117824" y="21944"/>
                      <a:pt x="120303" y="25852"/>
                      <a:pt x="120226" y="30339"/>
                    </a:cubicBezTo>
                    <a:cubicBezTo>
                      <a:pt x="120101" y="37466"/>
                      <a:pt x="112935" y="40330"/>
                      <a:pt x="108516" y="41748"/>
                    </a:cubicBezTo>
                    <a:cubicBezTo>
                      <a:pt x="101630" y="43955"/>
                      <a:pt x="94414" y="44564"/>
                      <a:pt x="87337" y="44821"/>
                    </a:cubicBezTo>
                    <a:cubicBezTo>
                      <a:pt x="84855" y="44912"/>
                      <a:pt x="82371" y="44958"/>
                      <a:pt x="79887" y="44958"/>
                    </a:cubicBezTo>
                    <a:cubicBezTo>
                      <a:pt x="73140" y="44958"/>
                      <a:pt x="66393" y="44612"/>
                      <a:pt x="59673" y="43851"/>
                    </a:cubicBezTo>
                    <a:cubicBezTo>
                      <a:pt x="52128" y="42997"/>
                      <a:pt x="44620" y="41722"/>
                      <a:pt x="37128" y="40332"/>
                    </a:cubicBezTo>
                    <a:cubicBezTo>
                      <a:pt x="29596" y="38936"/>
                      <a:pt x="22076" y="37257"/>
                      <a:pt x="14513" y="36145"/>
                    </a:cubicBezTo>
                    <a:cubicBezTo>
                      <a:pt x="10469" y="35552"/>
                      <a:pt x="6279" y="35103"/>
                      <a:pt x="2100" y="35103"/>
                    </a:cubicBezTo>
                    <a:cubicBezTo>
                      <a:pt x="1400" y="35103"/>
                      <a:pt x="700" y="35116"/>
                      <a:pt x="0" y="35142"/>
                    </a:cubicBezTo>
                    <a:lnTo>
                      <a:pt x="0" y="41392"/>
                    </a:lnTo>
                    <a:cubicBezTo>
                      <a:pt x="3897" y="40406"/>
                      <a:pt x="7757" y="39113"/>
                      <a:pt x="11701" y="38520"/>
                    </a:cubicBezTo>
                    <a:cubicBezTo>
                      <a:pt x="12850" y="38347"/>
                      <a:pt x="14002" y="38268"/>
                      <a:pt x="15153" y="38268"/>
                    </a:cubicBezTo>
                    <a:cubicBezTo>
                      <a:pt x="18352" y="38268"/>
                      <a:pt x="21545" y="38880"/>
                      <a:pt x="24665" y="39789"/>
                    </a:cubicBezTo>
                    <a:cubicBezTo>
                      <a:pt x="29176" y="41103"/>
                      <a:pt x="33559" y="43015"/>
                      <a:pt x="37996" y="44675"/>
                    </a:cubicBezTo>
                    <a:cubicBezTo>
                      <a:pt x="42689" y="46433"/>
                      <a:pt x="47479" y="47692"/>
                      <a:pt x="52300" y="48740"/>
                    </a:cubicBezTo>
                    <a:cubicBezTo>
                      <a:pt x="61496" y="50745"/>
                      <a:pt x="70937" y="51857"/>
                      <a:pt x="80373" y="51857"/>
                    </a:cubicBezTo>
                    <a:cubicBezTo>
                      <a:pt x="91348" y="51857"/>
                      <a:pt x="102317" y="50352"/>
                      <a:pt x="112889" y="46997"/>
                    </a:cubicBezTo>
                    <a:cubicBezTo>
                      <a:pt x="122215" y="44038"/>
                      <a:pt x="130897" y="39216"/>
                      <a:pt x="139694" y="34414"/>
                    </a:cubicBezTo>
                    <a:cubicBezTo>
                      <a:pt x="143466" y="32352"/>
                      <a:pt x="147358" y="30634"/>
                      <a:pt x="151383" y="29556"/>
                    </a:cubicBezTo>
                    <a:cubicBezTo>
                      <a:pt x="155813" y="28370"/>
                      <a:pt x="160303" y="28105"/>
                      <a:pt x="164816" y="27914"/>
                    </a:cubicBezTo>
                    <a:cubicBezTo>
                      <a:pt x="167320" y="27807"/>
                      <a:pt x="169825" y="27756"/>
                      <a:pt x="172331" y="27756"/>
                    </a:cubicBezTo>
                    <a:cubicBezTo>
                      <a:pt x="189289" y="27756"/>
                      <a:pt x="206270" y="30094"/>
                      <a:pt x="222996" y="33398"/>
                    </a:cubicBezTo>
                    <a:cubicBezTo>
                      <a:pt x="226644" y="34116"/>
                      <a:pt x="230302" y="34924"/>
                      <a:pt x="233942" y="35864"/>
                    </a:cubicBezTo>
                    <a:lnTo>
                      <a:pt x="233942" y="9938"/>
                    </a:lnTo>
                    <a:cubicBezTo>
                      <a:pt x="233216" y="9925"/>
                      <a:pt x="232489" y="9919"/>
                      <a:pt x="231762" y="9919"/>
                    </a:cubicBezTo>
                    <a:cubicBezTo>
                      <a:pt x="219843" y="9919"/>
                      <a:pt x="207922" y="11530"/>
                      <a:pt x="196068" y="12904"/>
                    </a:cubicBezTo>
                    <a:cubicBezTo>
                      <a:pt x="188339" y="13801"/>
                      <a:pt x="180609" y="14806"/>
                      <a:pt x="172944" y="16393"/>
                    </a:cubicBezTo>
                    <a:cubicBezTo>
                      <a:pt x="169135" y="17181"/>
                      <a:pt x="165343" y="18112"/>
                      <a:pt x="161591" y="19260"/>
                    </a:cubicBezTo>
                    <a:cubicBezTo>
                      <a:pt x="158213" y="20291"/>
                      <a:pt x="155063" y="21813"/>
                      <a:pt x="151893" y="23606"/>
                    </a:cubicBezTo>
                    <a:cubicBezTo>
                      <a:pt x="147715" y="25970"/>
                      <a:pt x="143374" y="28204"/>
                      <a:pt x="138868" y="28204"/>
                    </a:cubicBezTo>
                    <a:cubicBezTo>
                      <a:pt x="137422" y="28204"/>
                      <a:pt x="135960" y="27974"/>
                      <a:pt x="134480" y="27445"/>
                    </a:cubicBezTo>
                    <a:cubicBezTo>
                      <a:pt x="129632" y="25711"/>
                      <a:pt x="125716" y="20547"/>
                      <a:pt x="125484" y="13951"/>
                    </a:cubicBezTo>
                    <a:cubicBezTo>
                      <a:pt x="125286" y="8300"/>
                      <a:pt x="129601" y="6027"/>
                      <a:pt x="133294" y="5020"/>
                    </a:cubicBezTo>
                    <a:cubicBezTo>
                      <a:pt x="139570" y="3307"/>
                      <a:pt x="146074" y="3151"/>
                      <a:pt x="152463" y="3078"/>
                    </a:cubicBezTo>
                    <a:cubicBezTo>
                      <a:pt x="160083" y="2991"/>
                      <a:pt x="167851" y="3042"/>
                      <a:pt x="175233" y="328"/>
                    </a:cubicBezTo>
                    <a:cubicBezTo>
                      <a:pt x="175511" y="226"/>
                      <a:pt x="175788" y="116"/>
                      <a:pt x="1760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4"/>
              <p:cNvSpPr/>
              <p:nvPr/>
            </p:nvSpPr>
            <p:spPr>
              <a:xfrm>
                <a:off x="-97224" y="-2508600"/>
                <a:ext cx="9377821" cy="2090634"/>
              </a:xfrm>
              <a:custGeom>
                <a:rect b="b" l="l" r="r" t="t"/>
                <a:pathLst>
                  <a:path extrusionOk="0" h="52243" w="234343">
                    <a:moveTo>
                      <a:pt x="67361" y="400"/>
                    </a:moveTo>
                    <a:cubicBezTo>
                      <a:pt x="69340" y="790"/>
                      <a:pt x="71349" y="1215"/>
                      <a:pt x="73292" y="1625"/>
                    </a:cubicBezTo>
                    <a:cubicBezTo>
                      <a:pt x="79265" y="2884"/>
                      <a:pt x="85439" y="4185"/>
                      <a:pt x="91598" y="4680"/>
                    </a:cubicBezTo>
                    <a:cubicBezTo>
                      <a:pt x="94144" y="4885"/>
                      <a:pt x="96537" y="4987"/>
                      <a:pt x="98805" y="4987"/>
                    </a:cubicBezTo>
                    <a:cubicBezTo>
                      <a:pt x="101387" y="4987"/>
                      <a:pt x="103808" y="4854"/>
                      <a:pt x="106108" y="4590"/>
                    </a:cubicBezTo>
                    <a:lnTo>
                      <a:pt x="106218" y="4577"/>
                    </a:lnTo>
                    <a:cubicBezTo>
                      <a:pt x="108158" y="4354"/>
                      <a:pt x="114000" y="3685"/>
                      <a:pt x="114628" y="406"/>
                    </a:cubicBezTo>
                    <a:lnTo>
                      <a:pt x="175193" y="406"/>
                    </a:lnTo>
                    <a:cubicBezTo>
                      <a:pt x="168249" y="2915"/>
                      <a:pt x="160889" y="2994"/>
                      <a:pt x="153768" y="3069"/>
                    </a:cubicBezTo>
                    <a:lnTo>
                      <a:pt x="152665" y="3082"/>
                    </a:lnTo>
                    <a:cubicBezTo>
                      <a:pt x="145764" y="3162"/>
                      <a:pt x="139551" y="3364"/>
                      <a:pt x="133446" y="5030"/>
                    </a:cubicBezTo>
                    <a:cubicBezTo>
                      <a:pt x="128003" y="6516"/>
                      <a:pt x="125326" y="9588"/>
                      <a:pt x="125487" y="14164"/>
                    </a:cubicBezTo>
                    <a:cubicBezTo>
                      <a:pt x="125709" y="20471"/>
                      <a:pt x="129379" y="25966"/>
                      <a:pt x="134618" y="27839"/>
                    </a:cubicBezTo>
                    <a:cubicBezTo>
                      <a:pt x="136131" y="28380"/>
                      <a:pt x="137619" y="28617"/>
                      <a:pt x="139091" y="28617"/>
                    </a:cubicBezTo>
                    <a:cubicBezTo>
                      <a:pt x="143547" y="28617"/>
                      <a:pt x="147847" y="26448"/>
                      <a:pt x="152196" y="23987"/>
                    </a:cubicBezTo>
                    <a:cubicBezTo>
                      <a:pt x="155813" y="21943"/>
                      <a:pt x="158880" y="20567"/>
                      <a:pt x="161854" y="19658"/>
                    </a:cubicBezTo>
                    <a:cubicBezTo>
                      <a:pt x="165379" y="18581"/>
                      <a:pt x="169085" y="17643"/>
                      <a:pt x="173189" y="16795"/>
                    </a:cubicBezTo>
                    <a:cubicBezTo>
                      <a:pt x="180974" y="15181"/>
                      <a:pt x="188894" y="14166"/>
                      <a:pt x="196294" y="13308"/>
                    </a:cubicBezTo>
                    <a:cubicBezTo>
                      <a:pt x="197767" y="13138"/>
                      <a:pt x="199245" y="12964"/>
                      <a:pt x="200722" y="12788"/>
                    </a:cubicBezTo>
                    <a:cubicBezTo>
                      <a:pt x="210970" y="11576"/>
                      <a:pt x="221543" y="10326"/>
                      <a:pt x="231999" y="10326"/>
                    </a:cubicBezTo>
                    <a:cubicBezTo>
                      <a:pt x="232648" y="10326"/>
                      <a:pt x="233296" y="10331"/>
                      <a:pt x="233944" y="10341"/>
                    </a:cubicBezTo>
                    <a:lnTo>
                      <a:pt x="233944" y="35809"/>
                    </a:lnTo>
                    <a:cubicBezTo>
                      <a:pt x="230629" y="34959"/>
                      <a:pt x="227123" y="34173"/>
                      <a:pt x="223236" y="33405"/>
                    </a:cubicBezTo>
                    <a:cubicBezTo>
                      <a:pt x="203906" y="29587"/>
                      <a:pt x="187591" y="27758"/>
                      <a:pt x="172597" y="27758"/>
                    </a:cubicBezTo>
                    <a:cubicBezTo>
                      <a:pt x="170032" y="27758"/>
                      <a:pt x="167505" y="27812"/>
                      <a:pt x="165009" y="27918"/>
                    </a:cubicBezTo>
                    <a:cubicBezTo>
                      <a:pt x="160422" y="28112"/>
                      <a:pt x="155941" y="28387"/>
                      <a:pt x="151533" y="29567"/>
                    </a:cubicBezTo>
                    <a:cubicBezTo>
                      <a:pt x="147826" y="30560"/>
                      <a:pt x="143986" y="32153"/>
                      <a:pt x="139798" y="34441"/>
                    </a:cubicBezTo>
                    <a:lnTo>
                      <a:pt x="138875" y="34945"/>
                    </a:lnTo>
                    <a:cubicBezTo>
                      <a:pt x="130584" y="39473"/>
                      <a:pt x="122011" y="44161"/>
                      <a:pt x="113029" y="47009"/>
                    </a:cubicBezTo>
                    <a:cubicBezTo>
                      <a:pt x="102889" y="50226"/>
                      <a:pt x="91919" y="51840"/>
                      <a:pt x="80509" y="51840"/>
                    </a:cubicBezTo>
                    <a:cubicBezTo>
                      <a:pt x="71401" y="51840"/>
                      <a:pt x="62013" y="50811"/>
                      <a:pt x="52541" y="48749"/>
                    </a:cubicBezTo>
                    <a:cubicBezTo>
                      <a:pt x="46930" y="47526"/>
                      <a:pt x="42394" y="46236"/>
                      <a:pt x="38264" y="44691"/>
                    </a:cubicBezTo>
                    <a:cubicBezTo>
                      <a:pt x="36953" y="44199"/>
                      <a:pt x="35624" y="43678"/>
                      <a:pt x="34338" y="43172"/>
                    </a:cubicBezTo>
                    <a:cubicBezTo>
                      <a:pt x="31276" y="41971"/>
                      <a:pt x="28107" y="40726"/>
                      <a:pt x="24921" y="39799"/>
                    </a:cubicBezTo>
                    <a:cubicBezTo>
                      <a:pt x="21414" y="38777"/>
                      <a:pt x="18247" y="38271"/>
                      <a:pt x="15326" y="38271"/>
                    </a:cubicBezTo>
                    <a:cubicBezTo>
                      <a:pt x="14137" y="38271"/>
                      <a:pt x="12987" y="38356"/>
                      <a:pt x="11874" y="38521"/>
                    </a:cubicBezTo>
                    <a:cubicBezTo>
                      <a:pt x="9119" y="38936"/>
                      <a:pt x="6366" y="39703"/>
                      <a:pt x="3703" y="40442"/>
                    </a:cubicBezTo>
                    <a:cubicBezTo>
                      <a:pt x="2622" y="40742"/>
                      <a:pt x="1508" y="41053"/>
                      <a:pt x="406" y="41335"/>
                    </a:cubicBezTo>
                    <a:lnTo>
                      <a:pt x="406" y="35538"/>
                    </a:lnTo>
                    <a:cubicBezTo>
                      <a:pt x="1027" y="35516"/>
                      <a:pt x="1658" y="35506"/>
                      <a:pt x="2301" y="35506"/>
                    </a:cubicBezTo>
                    <a:cubicBezTo>
                      <a:pt x="5902" y="35506"/>
                      <a:pt x="9901" y="35844"/>
                      <a:pt x="14687" y="36547"/>
                    </a:cubicBezTo>
                    <a:cubicBezTo>
                      <a:pt x="19745" y="37290"/>
                      <a:pt x="24868" y="38304"/>
                      <a:pt x="29822" y="39284"/>
                    </a:cubicBezTo>
                    <a:cubicBezTo>
                      <a:pt x="32271" y="39769"/>
                      <a:pt x="34802" y="40270"/>
                      <a:pt x="37296" y="40733"/>
                    </a:cubicBezTo>
                    <a:cubicBezTo>
                      <a:pt x="43914" y="41961"/>
                      <a:pt x="51770" y="43339"/>
                      <a:pt x="59854" y="44254"/>
                    </a:cubicBezTo>
                    <a:cubicBezTo>
                      <a:pt x="66359" y="44990"/>
                      <a:pt x="73165" y="45361"/>
                      <a:pt x="80163" y="45361"/>
                    </a:cubicBezTo>
                    <a:cubicBezTo>
                      <a:pt x="82603" y="45361"/>
                      <a:pt x="85067" y="45316"/>
                      <a:pt x="87550" y="45225"/>
                    </a:cubicBezTo>
                    <a:cubicBezTo>
                      <a:pt x="94026" y="44991"/>
                      <a:pt x="101613" y="44441"/>
                      <a:pt x="108780" y="42142"/>
                    </a:cubicBezTo>
                    <a:cubicBezTo>
                      <a:pt x="113810" y="40529"/>
                      <a:pt x="120508" y="37574"/>
                      <a:pt x="120629" y="30544"/>
                    </a:cubicBezTo>
                    <a:cubicBezTo>
                      <a:pt x="120696" y="26529"/>
                      <a:pt x="118718" y="22458"/>
                      <a:pt x="115334" y="19654"/>
                    </a:cubicBezTo>
                    <a:cubicBezTo>
                      <a:pt x="112985" y="17708"/>
                      <a:pt x="110379" y="16465"/>
                      <a:pt x="108140" y="15506"/>
                    </a:cubicBezTo>
                    <a:cubicBezTo>
                      <a:pt x="105719" y="14467"/>
                      <a:pt x="103070" y="13450"/>
                      <a:pt x="99798" y="12298"/>
                    </a:cubicBezTo>
                    <a:cubicBezTo>
                      <a:pt x="92520" y="9735"/>
                      <a:pt x="85169" y="8223"/>
                      <a:pt x="77949" y="7802"/>
                    </a:cubicBezTo>
                    <a:cubicBezTo>
                      <a:pt x="76425" y="7713"/>
                      <a:pt x="74890" y="7669"/>
                      <a:pt x="73339" y="7669"/>
                    </a:cubicBezTo>
                    <a:cubicBezTo>
                      <a:pt x="67706" y="7669"/>
                      <a:pt x="61863" y="8255"/>
                      <a:pt x="55605" y="9443"/>
                    </a:cubicBezTo>
                    <a:cubicBezTo>
                      <a:pt x="50502" y="10413"/>
                      <a:pt x="45374" y="11757"/>
                      <a:pt x="40416" y="13057"/>
                    </a:cubicBezTo>
                    <a:cubicBezTo>
                      <a:pt x="38267" y="13620"/>
                      <a:pt x="36046" y="14201"/>
                      <a:pt x="33857" y="14746"/>
                    </a:cubicBezTo>
                    <a:cubicBezTo>
                      <a:pt x="29050" y="15939"/>
                      <a:pt x="23603" y="17293"/>
                      <a:pt x="18238" y="17736"/>
                    </a:cubicBezTo>
                    <a:cubicBezTo>
                      <a:pt x="17038" y="17835"/>
                      <a:pt x="15751" y="17910"/>
                      <a:pt x="14415" y="17910"/>
                    </a:cubicBezTo>
                    <a:cubicBezTo>
                      <a:pt x="10534" y="17910"/>
                      <a:pt x="6246" y="17280"/>
                      <a:pt x="2517" y="14787"/>
                    </a:cubicBezTo>
                    <a:cubicBezTo>
                      <a:pt x="2004" y="14446"/>
                      <a:pt x="1229" y="13878"/>
                      <a:pt x="403" y="13098"/>
                    </a:cubicBezTo>
                    <a:lnTo>
                      <a:pt x="403" y="4204"/>
                    </a:lnTo>
                    <a:cubicBezTo>
                      <a:pt x="403" y="2108"/>
                      <a:pt x="1731" y="405"/>
                      <a:pt x="3364" y="405"/>
                    </a:cubicBezTo>
                    <a:lnTo>
                      <a:pt x="67361" y="400"/>
                    </a:lnTo>
                    <a:close/>
                    <a:moveTo>
                      <a:pt x="114278" y="0"/>
                    </a:moveTo>
                    <a:lnTo>
                      <a:pt x="114255" y="176"/>
                    </a:lnTo>
                    <a:cubicBezTo>
                      <a:pt x="113845" y="3294"/>
                      <a:pt x="108068" y="3957"/>
                      <a:pt x="106170" y="4175"/>
                    </a:cubicBezTo>
                    <a:lnTo>
                      <a:pt x="106061" y="4187"/>
                    </a:lnTo>
                    <a:cubicBezTo>
                      <a:pt x="103777" y="4451"/>
                      <a:pt x="101371" y="4582"/>
                      <a:pt x="98803" y="4582"/>
                    </a:cubicBezTo>
                    <a:cubicBezTo>
                      <a:pt x="96546" y="4582"/>
                      <a:pt x="94164" y="4481"/>
                      <a:pt x="91630" y="4277"/>
                    </a:cubicBezTo>
                    <a:cubicBezTo>
                      <a:pt x="85496" y="3785"/>
                      <a:pt x="79335" y="2485"/>
                      <a:pt x="73374" y="1229"/>
                    </a:cubicBezTo>
                    <a:cubicBezTo>
                      <a:pt x="71430" y="820"/>
                      <a:pt x="69420" y="395"/>
                      <a:pt x="67400" y="2"/>
                    </a:cubicBezTo>
                    <a:lnTo>
                      <a:pt x="3365" y="2"/>
                    </a:lnTo>
                    <a:cubicBezTo>
                      <a:pt x="1511" y="2"/>
                      <a:pt x="3" y="1889"/>
                      <a:pt x="3" y="4205"/>
                    </a:cubicBezTo>
                    <a:lnTo>
                      <a:pt x="3" y="13267"/>
                    </a:lnTo>
                    <a:lnTo>
                      <a:pt x="66" y="13327"/>
                    </a:lnTo>
                    <a:cubicBezTo>
                      <a:pt x="935" y="14157"/>
                      <a:pt x="1758" y="14760"/>
                      <a:pt x="2295" y="15120"/>
                    </a:cubicBezTo>
                    <a:cubicBezTo>
                      <a:pt x="6107" y="17668"/>
                      <a:pt x="10473" y="18312"/>
                      <a:pt x="14416" y="18312"/>
                    </a:cubicBezTo>
                    <a:cubicBezTo>
                      <a:pt x="15764" y="18312"/>
                      <a:pt x="17063" y="18236"/>
                      <a:pt x="18274" y="18136"/>
                    </a:cubicBezTo>
                    <a:cubicBezTo>
                      <a:pt x="23670" y="17692"/>
                      <a:pt x="29134" y="16335"/>
                      <a:pt x="33955" y="15136"/>
                    </a:cubicBezTo>
                    <a:cubicBezTo>
                      <a:pt x="36148" y="14591"/>
                      <a:pt x="38370" y="14008"/>
                      <a:pt x="40521" y="13444"/>
                    </a:cubicBezTo>
                    <a:cubicBezTo>
                      <a:pt x="45471" y="12145"/>
                      <a:pt x="50591" y="10802"/>
                      <a:pt x="55682" y="9836"/>
                    </a:cubicBezTo>
                    <a:cubicBezTo>
                      <a:pt x="61914" y="8652"/>
                      <a:pt x="67733" y="8068"/>
                      <a:pt x="73339" y="8068"/>
                    </a:cubicBezTo>
                    <a:cubicBezTo>
                      <a:pt x="74883" y="8068"/>
                      <a:pt x="76410" y="8112"/>
                      <a:pt x="77924" y="8200"/>
                    </a:cubicBezTo>
                    <a:cubicBezTo>
                      <a:pt x="85109" y="8620"/>
                      <a:pt x="92423" y="10126"/>
                      <a:pt x="99664" y="12674"/>
                    </a:cubicBezTo>
                    <a:cubicBezTo>
                      <a:pt x="102926" y="13823"/>
                      <a:pt x="105569" y="14839"/>
                      <a:pt x="107978" y="15872"/>
                    </a:cubicBezTo>
                    <a:cubicBezTo>
                      <a:pt x="110192" y="16820"/>
                      <a:pt x="112765" y="18046"/>
                      <a:pt x="115074" y="19959"/>
                    </a:cubicBezTo>
                    <a:cubicBezTo>
                      <a:pt x="118366" y="22686"/>
                      <a:pt x="120289" y="26638"/>
                      <a:pt x="120224" y="30531"/>
                    </a:cubicBezTo>
                    <a:cubicBezTo>
                      <a:pt x="120108" y="37304"/>
                      <a:pt x="113565" y="40179"/>
                      <a:pt x="108656" y="41753"/>
                    </a:cubicBezTo>
                    <a:cubicBezTo>
                      <a:pt x="101534" y="44037"/>
                      <a:pt x="93982" y="44584"/>
                      <a:pt x="87532" y="44818"/>
                    </a:cubicBezTo>
                    <a:cubicBezTo>
                      <a:pt x="85053" y="44908"/>
                      <a:pt x="82593" y="44953"/>
                      <a:pt x="80156" y="44953"/>
                    </a:cubicBezTo>
                    <a:cubicBezTo>
                      <a:pt x="73174" y="44953"/>
                      <a:pt x="66385" y="44584"/>
                      <a:pt x="59897" y="43849"/>
                    </a:cubicBezTo>
                    <a:cubicBezTo>
                      <a:pt x="51824" y="42936"/>
                      <a:pt x="43978" y="41560"/>
                      <a:pt x="37366" y="40335"/>
                    </a:cubicBezTo>
                    <a:cubicBezTo>
                      <a:pt x="34874" y="39874"/>
                      <a:pt x="32343" y="39371"/>
                      <a:pt x="29894" y="38889"/>
                    </a:cubicBezTo>
                    <a:cubicBezTo>
                      <a:pt x="24935" y="37906"/>
                      <a:pt x="19807" y="36891"/>
                      <a:pt x="14740" y="36147"/>
                    </a:cubicBezTo>
                    <a:cubicBezTo>
                      <a:pt x="9938" y="35440"/>
                      <a:pt x="5923" y="35101"/>
                      <a:pt x="2306" y="35101"/>
                    </a:cubicBezTo>
                    <a:cubicBezTo>
                      <a:pt x="1587" y="35101"/>
                      <a:pt x="884" y="35114"/>
                      <a:pt x="193" y="35141"/>
                    </a:cubicBezTo>
                    <a:lnTo>
                      <a:pt x="0" y="35148"/>
                    </a:lnTo>
                    <a:lnTo>
                      <a:pt x="0" y="41850"/>
                    </a:lnTo>
                    <a:lnTo>
                      <a:pt x="250" y="41789"/>
                    </a:lnTo>
                    <a:cubicBezTo>
                      <a:pt x="1438" y="41486"/>
                      <a:pt x="2642" y="41153"/>
                      <a:pt x="3807" y="40829"/>
                    </a:cubicBezTo>
                    <a:cubicBezTo>
                      <a:pt x="6459" y="40093"/>
                      <a:pt x="9201" y="39331"/>
                      <a:pt x="11931" y="38920"/>
                    </a:cubicBezTo>
                    <a:cubicBezTo>
                      <a:pt x="13025" y="38755"/>
                      <a:pt x="14155" y="38672"/>
                      <a:pt x="15326" y="38672"/>
                    </a:cubicBezTo>
                    <a:cubicBezTo>
                      <a:pt x="18207" y="38672"/>
                      <a:pt x="21339" y="39173"/>
                      <a:pt x="24808" y="40183"/>
                    </a:cubicBezTo>
                    <a:cubicBezTo>
                      <a:pt x="27977" y="41106"/>
                      <a:pt x="31136" y="42346"/>
                      <a:pt x="34192" y="43547"/>
                    </a:cubicBezTo>
                    <a:cubicBezTo>
                      <a:pt x="35480" y="44051"/>
                      <a:pt x="36810" y="44575"/>
                      <a:pt x="38124" y="45065"/>
                    </a:cubicBezTo>
                    <a:cubicBezTo>
                      <a:pt x="42272" y="46618"/>
                      <a:pt x="46826" y="47913"/>
                      <a:pt x="52458" y="49140"/>
                    </a:cubicBezTo>
                    <a:cubicBezTo>
                      <a:pt x="61960" y="51209"/>
                      <a:pt x="71376" y="52242"/>
                      <a:pt x="80515" y="52242"/>
                    </a:cubicBezTo>
                    <a:cubicBezTo>
                      <a:pt x="91963" y="52242"/>
                      <a:pt x="102972" y="50622"/>
                      <a:pt x="113151" y="47393"/>
                    </a:cubicBezTo>
                    <a:cubicBezTo>
                      <a:pt x="122171" y="44531"/>
                      <a:pt x="130760" y="39837"/>
                      <a:pt x="139068" y="35298"/>
                    </a:cubicBezTo>
                    <a:lnTo>
                      <a:pt x="139990" y="34794"/>
                    </a:lnTo>
                    <a:cubicBezTo>
                      <a:pt x="144149" y="32523"/>
                      <a:pt x="147959" y="30939"/>
                      <a:pt x="151635" y="29954"/>
                    </a:cubicBezTo>
                    <a:cubicBezTo>
                      <a:pt x="156001" y="28784"/>
                      <a:pt x="160459" y="28512"/>
                      <a:pt x="165023" y="28318"/>
                    </a:cubicBezTo>
                    <a:cubicBezTo>
                      <a:pt x="167510" y="28212"/>
                      <a:pt x="170027" y="28159"/>
                      <a:pt x="172583" y="28159"/>
                    </a:cubicBezTo>
                    <a:cubicBezTo>
                      <a:pt x="187551" y="28159"/>
                      <a:pt x="203846" y="29985"/>
                      <a:pt x="223155" y="33798"/>
                    </a:cubicBezTo>
                    <a:cubicBezTo>
                      <a:pt x="227133" y="34583"/>
                      <a:pt x="230708" y="35389"/>
                      <a:pt x="234091" y="36262"/>
                    </a:cubicBezTo>
                    <a:lnTo>
                      <a:pt x="234343" y="36327"/>
                    </a:lnTo>
                    <a:lnTo>
                      <a:pt x="234343" y="9942"/>
                    </a:lnTo>
                    <a:lnTo>
                      <a:pt x="234144" y="9938"/>
                    </a:lnTo>
                    <a:cubicBezTo>
                      <a:pt x="233436" y="9926"/>
                      <a:pt x="232728" y="9920"/>
                      <a:pt x="232019" y="9920"/>
                    </a:cubicBezTo>
                    <a:cubicBezTo>
                      <a:pt x="221533" y="9920"/>
                      <a:pt x="210937" y="11173"/>
                      <a:pt x="200668" y="12387"/>
                    </a:cubicBezTo>
                    <a:cubicBezTo>
                      <a:pt x="199192" y="12560"/>
                      <a:pt x="197716" y="12735"/>
                      <a:pt x="196241" y="12907"/>
                    </a:cubicBezTo>
                    <a:cubicBezTo>
                      <a:pt x="188833" y="13765"/>
                      <a:pt x="180900" y="14784"/>
                      <a:pt x="173099" y="16399"/>
                    </a:cubicBezTo>
                    <a:cubicBezTo>
                      <a:pt x="168984" y="17250"/>
                      <a:pt x="165266" y="18189"/>
                      <a:pt x="161730" y="19271"/>
                    </a:cubicBezTo>
                    <a:cubicBezTo>
                      <a:pt x="158729" y="20188"/>
                      <a:pt x="155634" y="21574"/>
                      <a:pt x="151992" y="23636"/>
                    </a:cubicBezTo>
                    <a:cubicBezTo>
                      <a:pt x="147694" y="26067"/>
                      <a:pt x="143448" y="28211"/>
                      <a:pt x="139076" y="28211"/>
                    </a:cubicBezTo>
                    <a:cubicBezTo>
                      <a:pt x="137648" y="28211"/>
                      <a:pt x="136206" y="27982"/>
                      <a:pt x="134745" y="27459"/>
                    </a:cubicBezTo>
                    <a:cubicBezTo>
                      <a:pt x="129659" y="25640"/>
                      <a:pt x="126097" y="20292"/>
                      <a:pt x="125882" y="14148"/>
                    </a:cubicBezTo>
                    <a:cubicBezTo>
                      <a:pt x="125729" y="9782"/>
                      <a:pt x="128305" y="6844"/>
                      <a:pt x="133544" y="5415"/>
                    </a:cubicBezTo>
                    <a:cubicBezTo>
                      <a:pt x="139606" y="3761"/>
                      <a:pt x="145790" y="3559"/>
                      <a:pt x="152664" y="3482"/>
                    </a:cubicBezTo>
                    <a:lnTo>
                      <a:pt x="153767" y="3469"/>
                    </a:lnTo>
                    <a:cubicBezTo>
                      <a:pt x="160981" y="3392"/>
                      <a:pt x="168439" y="3314"/>
                      <a:pt x="175499" y="719"/>
                    </a:cubicBezTo>
                    <a:cubicBezTo>
                      <a:pt x="175781" y="617"/>
                      <a:pt x="176061" y="506"/>
                      <a:pt x="176341" y="389"/>
                    </a:cubicBezTo>
                    <a:lnTo>
                      <a:pt x="1772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2" name="Google Shape;1092;p34"/>
            <p:cNvSpPr/>
            <p:nvPr/>
          </p:nvSpPr>
          <p:spPr>
            <a:xfrm>
              <a:off x="-97224" y="-1018288"/>
              <a:ext cx="8367499" cy="1836163"/>
            </a:xfrm>
            <a:custGeom>
              <a:rect b="b" l="l" r="r" t="t"/>
              <a:pathLst>
                <a:path extrusionOk="0" h="45884" w="209096">
                  <a:moveTo>
                    <a:pt x="173615" y="405"/>
                  </a:moveTo>
                  <a:cubicBezTo>
                    <a:pt x="176375" y="405"/>
                    <a:pt x="179213" y="507"/>
                    <a:pt x="182050" y="829"/>
                  </a:cubicBezTo>
                  <a:cubicBezTo>
                    <a:pt x="188207" y="1528"/>
                    <a:pt x="194615" y="3672"/>
                    <a:pt x="201642" y="7381"/>
                  </a:cubicBezTo>
                  <a:lnTo>
                    <a:pt x="202000" y="7570"/>
                  </a:lnTo>
                  <a:cubicBezTo>
                    <a:pt x="204160" y="8703"/>
                    <a:pt x="207122" y="10258"/>
                    <a:pt x="208209" y="13014"/>
                  </a:cubicBezTo>
                  <a:cubicBezTo>
                    <a:pt x="208659" y="14157"/>
                    <a:pt x="208681" y="15157"/>
                    <a:pt x="208272" y="15990"/>
                  </a:cubicBezTo>
                  <a:cubicBezTo>
                    <a:pt x="207624" y="17309"/>
                    <a:pt x="205989" y="18018"/>
                    <a:pt x="204732" y="18381"/>
                  </a:cubicBezTo>
                  <a:cubicBezTo>
                    <a:pt x="201461" y="19325"/>
                    <a:pt x="198006" y="19797"/>
                    <a:pt x="194392" y="19797"/>
                  </a:cubicBezTo>
                  <a:cubicBezTo>
                    <a:pt x="190821" y="19797"/>
                    <a:pt x="187096" y="19336"/>
                    <a:pt x="183241" y="18415"/>
                  </a:cubicBezTo>
                  <a:cubicBezTo>
                    <a:pt x="179114" y="17429"/>
                    <a:pt x="174866" y="16057"/>
                    <a:pt x="170611" y="14337"/>
                  </a:cubicBezTo>
                  <a:cubicBezTo>
                    <a:pt x="166998" y="12878"/>
                    <a:pt x="163261" y="11368"/>
                    <a:pt x="159428" y="10535"/>
                  </a:cubicBezTo>
                  <a:cubicBezTo>
                    <a:pt x="157531" y="10122"/>
                    <a:pt x="155742" y="9916"/>
                    <a:pt x="154034" y="9916"/>
                  </a:cubicBezTo>
                  <a:cubicBezTo>
                    <a:pt x="152450" y="9916"/>
                    <a:pt x="150935" y="10094"/>
                    <a:pt x="149470" y="10449"/>
                  </a:cubicBezTo>
                  <a:cubicBezTo>
                    <a:pt x="145504" y="11411"/>
                    <a:pt x="142070" y="13874"/>
                    <a:pt x="138895" y="16316"/>
                  </a:cubicBezTo>
                  <a:cubicBezTo>
                    <a:pt x="136054" y="18501"/>
                    <a:pt x="133233" y="20858"/>
                    <a:pt x="130505" y="23139"/>
                  </a:cubicBezTo>
                  <a:cubicBezTo>
                    <a:pt x="126905" y="26149"/>
                    <a:pt x="123181" y="29264"/>
                    <a:pt x="119366" y="32010"/>
                  </a:cubicBezTo>
                  <a:cubicBezTo>
                    <a:pt x="107458" y="40580"/>
                    <a:pt x="92880" y="45107"/>
                    <a:pt x="76028" y="45462"/>
                  </a:cubicBezTo>
                  <a:cubicBezTo>
                    <a:pt x="75424" y="45475"/>
                    <a:pt x="74822" y="45482"/>
                    <a:pt x="74224" y="45482"/>
                  </a:cubicBezTo>
                  <a:cubicBezTo>
                    <a:pt x="58269" y="45482"/>
                    <a:pt x="44689" y="40929"/>
                    <a:pt x="33828" y="31942"/>
                  </a:cubicBezTo>
                  <a:cubicBezTo>
                    <a:pt x="27187" y="26448"/>
                    <a:pt x="20603" y="21405"/>
                    <a:pt x="13056" y="20088"/>
                  </a:cubicBezTo>
                  <a:cubicBezTo>
                    <a:pt x="11967" y="19897"/>
                    <a:pt x="10865" y="19801"/>
                    <a:pt x="9746" y="19801"/>
                  </a:cubicBezTo>
                  <a:cubicBezTo>
                    <a:pt x="6781" y="19801"/>
                    <a:pt x="3696" y="20474"/>
                    <a:pt x="406" y="21833"/>
                  </a:cubicBezTo>
                  <a:lnTo>
                    <a:pt x="406" y="14358"/>
                  </a:lnTo>
                  <a:cubicBezTo>
                    <a:pt x="1109" y="14230"/>
                    <a:pt x="1864" y="14110"/>
                    <a:pt x="2702" y="13993"/>
                  </a:cubicBezTo>
                  <a:cubicBezTo>
                    <a:pt x="5594" y="13588"/>
                    <a:pt x="8552" y="13414"/>
                    <a:pt x="11411" y="13245"/>
                  </a:cubicBezTo>
                  <a:lnTo>
                    <a:pt x="12958" y="13152"/>
                  </a:lnTo>
                  <a:cubicBezTo>
                    <a:pt x="15818" y="12978"/>
                    <a:pt x="18953" y="12785"/>
                    <a:pt x="22145" y="12785"/>
                  </a:cubicBezTo>
                  <a:cubicBezTo>
                    <a:pt x="23389" y="12785"/>
                    <a:pt x="24641" y="12814"/>
                    <a:pt x="25889" y="12885"/>
                  </a:cubicBezTo>
                  <a:cubicBezTo>
                    <a:pt x="29786" y="13104"/>
                    <a:pt x="33808" y="14150"/>
                    <a:pt x="38546" y="16169"/>
                  </a:cubicBezTo>
                  <a:cubicBezTo>
                    <a:pt x="52883" y="22283"/>
                    <a:pt x="69842" y="28659"/>
                    <a:pt x="86902" y="29591"/>
                  </a:cubicBezTo>
                  <a:cubicBezTo>
                    <a:pt x="88135" y="29659"/>
                    <a:pt x="89353" y="29692"/>
                    <a:pt x="90554" y="29692"/>
                  </a:cubicBezTo>
                  <a:cubicBezTo>
                    <a:pt x="97955" y="29692"/>
                    <a:pt x="104738" y="28414"/>
                    <a:pt x="110758" y="25880"/>
                  </a:cubicBezTo>
                  <a:cubicBezTo>
                    <a:pt x="117187" y="23174"/>
                    <a:pt x="123174" y="18993"/>
                    <a:pt x="128962" y="14950"/>
                  </a:cubicBezTo>
                  <a:cubicBezTo>
                    <a:pt x="130301" y="14015"/>
                    <a:pt x="131684" y="13050"/>
                    <a:pt x="133052" y="12117"/>
                  </a:cubicBezTo>
                  <a:cubicBezTo>
                    <a:pt x="136569" y="9716"/>
                    <a:pt x="140379" y="7249"/>
                    <a:pt x="144384" y="5460"/>
                  </a:cubicBezTo>
                  <a:cubicBezTo>
                    <a:pt x="148006" y="3842"/>
                    <a:pt x="151905" y="2608"/>
                    <a:pt x="155970" y="1792"/>
                  </a:cubicBezTo>
                  <a:cubicBezTo>
                    <a:pt x="159701" y="1042"/>
                    <a:pt x="163680" y="640"/>
                    <a:pt x="168868" y="486"/>
                  </a:cubicBezTo>
                  <a:cubicBezTo>
                    <a:pt x="170413" y="440"/>
                    <a:pt x="172001" y="405"/>
                    <a:pt x="173615" y="405"/>
                  </a:cubicBezTo>
                  <a:close/>
                  <a:moveTo>
                    <a:pt x="173609" y="0"/>
                  </a:moveTo>
                  <a:cubicBezTo>
                    <a:pt x="171993" y="0"/>
                    <a:pt x="170405" y="35"/>
                    <a:pt x="168858" y="80"/>
                  </a:cubicBezTo>
                  <a:cubicBezTo>
                    <a:pt x="163644" y="234"/>
                    <a:pt x="159645" y="639"/>
                    <a:pt x="155891" y="1393"/>
                  </a:cubicBezTo>
                  <a:cubicBezTo>
                    <a:pt x="151795" y="2216"/>
                    <a:pt x="147870" y="3459"/>
                    <a:pt x="144219" y="5088"/>
                  </a:cubicBezTo>
                  <a:cubicBezTo>
                    <a:pt x="140186" y="6888"/>
                    <a:pt x="136359" y="9369"/>
                    <a:pt x="132824" y="11781"/>
                  </a:cubicBezTo>
                  <a:cubicBezTo>
                    <a:pt x="131454" y="12715"/>
                    <a:pt x="130070" y="13683"/>
                    <a:pt x="128732" y="14617"/>
                  </a:cubicBezTo>
                  <a:cubicBezTo>
                    <a:pt x="122961" y="18648"/>
                    <a:pt x="116993" y="22817"/>
                    <a:pt x="110602" y="25506"/>
                  </a:cubicBezTo>
                  <a:cubicBezTo>
                    <a:pt x="104631" y="28019"/>
                    <a:pt x="97899" y="29287"/>
                    <a:pt x="90554" y="29287"/>
                  </a:cubicBezTo>
                  <a:cubicBezTo>
                    <a:pt x="89360" y="29287"/>
                    <a:pt x="88149" y="29254"/>
                    <a:pt x="86923" y="29187"/>
                  </a:cubicBezTo>
                  <a:cubicBezTo>
                    <a:pt x="69926" y="28261"/>
                    <a:pt x="53010" y="21898"/>
                    <a:pt x="38703" y="15797"/>
                  </a:cubicBezTo>
                  <a:cubicBezTo>
                    <a:pt x="33922" y="13758"/>
                    <a:pt x="29857" y="12704"/>
                    <a:pt x="25911" y="12481"/>
                  </a:cubicBezTo>
                  <a:cubicBezTo>
                    <a:pt x="24653" y="12410"/>
                    <a:pt x="23392" y="12381"/>
                    <a:pt x="22140" y="12381"/>
                  </a:cubicBezTo>
                  <a:cubicBezTo>
                    <a:pt x="18938" y="12381"/>
                    <a:pt x="15797" y="12572"/>
                    <a:pt x="12931" y="12748"/>
                  </a:cubicBezTo>
                  <a:lnTo>
                    <a:pt x="11384" y="12841"/>
                  </a:lnTo>
                  <a:cubicBezTo>
                    <a:pt x="8518" y="13010"/>
                    <a:pt x="5551" y="13184"/>
                    <a:pt x="2644" y="13591"/>
                  </a:cubicBezTo>
                  <a:cubicBezTo>
                    <a:pt x="1731" y="13718"/>
                    <a:pt x="921" y="13848"/>
                    <a:pt x="165" y="13990"/>
                  </a:cubicBezTo>
                  <a:lnTo>
                    <a:pt x="0" y="14020"/>
                  </a:lnTo>
                  <a:lnTo>
                    <a:pt x="0" y="22434"/>
                  </a:lnTo>
                  <a:lnTo>
                    <a:pt x="280" y="22317"/>
                  </a:lnTo>
                  <a:cubicBezTo>
                    <a:pt x="3624" y="20902"/>
                    <a:pt x="6748" y="20202"/>
                    <a:pt x="9745" y="20202"/>
                  </a:cubicBezTo>
                  <a:cubicBezTo>
                    <a:pt x="10841" y="20202"/>
                    <a:pt x="11920" y="20296"/>
                    <a:pt x="12987" y="20482"/>
                  </a:cubicBezTo>
                  <a:cubicBezTo>
                    <a:pt x="20436" y="21784"/>
                    <a:pt x="26975" y="26792"/>
                    <a:pt x="33571" y="32250"/>
                  </a:cubicBezTo>
                  <a:cubicBezTo>
                    <a:pt x="44508" y="41302"/>
                    <a:pt x="58178" y="45884"/>
                    <a:pt x="74230" y="45884"/>
                  </a:cubicBezTo>
                  <a:cubicBezTo>
                    <a:pt x="74828" y="45884"/>
                    <a:pt x="75434" y="45878"/>
                    <a:pt x="76041" y="45864"/>
                  </a:cubicBezTo>
                  <a:cubicBezTo>
                    <a:pt x="92973" y="45507"/>
                    <a:pt x="107630" y="40953"/>
                    <a:pt x="119603" y="32334"/>
                  </a:cubicBezTo>
                  <a:cubicBezTo>
                    <a:pt x="123430" y="29580"/>
                    <a:pt x="127160" y="26462"/>
                    <a:pt x="130767" y="23446"/>
                  </a:cubicBezTo>
                  <a:cubicBezTo>
                    <a:pt x="133490" y="21168"/>
                    <a:pt x="136306" y="18812"/>
                    <a:pt x="139143" y="16633"/>
                  </a:cubicBezTo>
                  <a:cubicBezTo>
                    <a:pt x="142286" y="14218"/>
                    <a:pt x="145678" y="11782"/>
                    <a:pt x="149569" y="10839"/>
                  </a:cubicBezTo>
                  <a:cubicBezTo>
                    <a:pt x="151002" y="10492"/>
                    <a:pt x="152486" y="10318"/>
                    <a:pt x="154040" y="10318"/>
                  </a:cubicBezTo>
                  <a:cubicBezTo>
                    <a:pt x="155718" y="10318"/>
                    <a:pt x="157477" y="10521"/>
                    <a:pt x="159345" y="10926"/>
                  </a:cubicBezTo>
                  <a:cubicBezTo>
                    <a:pt x="163146" y="11754"/>
                    <a:pt x="166866" y="13255"/>
                    <a:pt x="170463" y="14710"/>
                  </a:cubicBezTo>
                  <a:cubicBezTo>
                    <a:pt x="174735" y="16434"/>
                    <a:pt x="179004" y="17813"/>
                    <a:pt x="183149" y="18805"/>
                  </a:cubicBezTo>
                  <a:cubicBezTo>
                    <a:pt x="187035" y="19734"/>
                    <a:pt x="190791" y="20198"/>
                    <a:pt x="194393" y="20198"/>
                  </a:cubicBezTo>
                  <a:cubicBezTo>
                    <a:pt x="198045" y="20198"/>
                    <a:pt x="201538" y="19721"/>
                    <a:pt x="204846" y="18766"/>
                  </a:cubicBezTo>
                  <a:cubicBezTo>
                    <a:pt x="206788" y="18205"/>
                    <a:pt x="208062" y="17332"/>
                    <a:pt x="208634" y="16167"/>
                  </a:cubicBezTo>
                  <a:cubicBezTo>
                    <a:pt x="209095" y="15229"/>
                    <a:pt x="209080" y="14117"/>
                    <a:pt x="208584" y="12865"/>
                  </a:cubicBezTo>
                  <a:cubicBezTo>
                    <a:pt x="207441" y="9969"/>
                    <a:pt x="204404" y="8376"/>
                    <a:pt x="202188" y="7211"/>
                  </a:cubicBezTo>
                  <a:lnTo>
                    <a:pt x="201831" y="7024"/>
                  </a:lnTo>
                  <a:cubicBezTo>
                    <a:pt x="194760" y="3289"/>
                    <a:pt x="188306" y="1132"/>
                    <a:pt x="182098" y="427"/>
                  </a:cubicBezTo>
                  <a:cubicBezTo>
                    <a:pt x="179239" y="102"/>
                    <a:pt x="176384" y="0"/>
                    <a:pt x="1736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4"/>
            <p:cNvSpPr/>
            <p:nvPr/>
          </p:nvSpPr>
          <p:spPr>
            <a:xfrm>
              <a:off x="-97184" y="87130"/>
              <a:ext cx="807313" cy="330705"/>
            </a:xfrm>
            <a:custGeom>
              <a:rect b="b" l="l" r="r" t="t"/>
              <a:pathLst>
                <a:path extrusionOk="0" h="8264" w="20174">
                  <a:moveTo>
                    <a:pt x="10888" y="404"/>
                  </a:moveTo>
                  <a:cubicBezTo>
                    <a:pt x="11749" y="404"/>
                    <a:pt x="12597" y="461"/>
                    <a:pt x="13422" y="602"/>
                  </a:cubicBezTo>
                  <a:cubicBezTo>
                    <a:pt x="15472" y="954"/>
                    <a:pt x="17153" y="1897"/>
                    <a:pt x="18413" y="3404"/>
                  </a:cubicBezTo>
                  <a:cubicBezTo>
                    <a:pt x="19054" y="4170"/>
                    <a:pt x="19787" y="5267"/>
                    <a:pt x="19634" y="6147"/>
                  </a:cubicBezTo>
                  <a:cubicBezTo>
                    <a:pt x="19567" y="6546"/>
                    <a:pt x="19324" y="6863"/>
                    <a:pt x="18894" y="7118"/>
                  </a:cubicBezTo>
                  <a:cubicBezTo>
                    <a:pt x="17704" y="7820"/>
                    <a:pt x="16206" y="7861"/>
                    <a:pt x="14950" y="7861"/>
                  </a:cubicBezTo>
                  <a:cubicBezTo>
                    <a:pt x="14860" y="7861"/>
                    <a:pt x="14771" y="7861"/>
                    <a:pt x="14684" y="7861"/>
                  </a:cubicBezTo>
                  <a:cubicBezTo>
                    <a:pt x="13289" y="7856"/>
                    <a:pt x="11866" y="7753"/>
                    <a:pt x="10488" y="7653"/>
                  </a:cubicBezTo>
                  <a:cubicBezTo>
                    <a:pt x="9887" y="7608"/>
                    <a:pt x="9287" y="7565"/>
                    <a:pt x="8687" y="7529"/>
                  </a:cubicBezTo>
                  <a:cubicBezTo>
                    <a:pt x="5827" y="7359"/>
                    <a:pt x="3245" y="7206"/>
                    <a:pt x="649" y="7206"/>
                  </a:cubicBezTo>
                  <a:cubicBezTo>
                    <a:pt x="568" y="7206"/>
                    <a:pt x="486" y="7206"/>
                    <a:pt x="405" y="7206"/>
                  </a:cubicBezTo>
                  <a:lnTo>
                    <a:pt x="405" y="1428"/>
                  </a:lnTo>
                  <a:cubicBezTo>
                    <a:pt x="2017" y="1368"/>
                    <a:pt x="3674" y="1139"/>
                    <a:pt x="5280" y="919"/>
                  </a:cubicBezTo>
                  <a:cubicBezTo>
                    <a:pt x="7141" y="665"/>
                    <a:pt x="9044" y="404"/>
                    <a:pt x="10888" y="404"/>
                  </a:cubicBezTo>
                  <a:close/>
                  <a:moveTo>
                    <a:pt x="10888" y="1"/>
                  </a:moveTo>
                  <a:cubicBezTo>
                    <a:pt x="9018" y="1"/>
                    <a:pt x="7099" y="265"/>
                    <a:pt x="5223" y="522"/>
                  </a:cubicBezTo>
                  <a:cubicBezTo>
                    <a:pt x="3564" y="751"/>
                    <a:pt x="1848" y="984"/>
                    <a:pt x="195" y="1034"/>
                  </a:cubicBezTo>
                  <a:lnTo>
                    <a:pt x="1" y="1039"/>
                  </a:lnTo>
                  <a:lnTo>
                    <a:pt x="1" y="7612"/>
                  </a:lnTo>
                  <a:lnTo>
                    <a:pt x="202" y="7612"/>
                  </a:lnTo>
                  <a:cubicBezTo>
                    <a:pt x="266" y="7612"/>
                    <a:pt x="330" y="7612"/>
                    <a:pt x="393" y="7612"/>
                  </a:cubicBezTo>
                  <a:cubicBezTo>
                    <a:pt x="3056" y="7612"/>
                    <a:pt x="5717" y="7756"/>
                    <a:pt x="8664" y="7932"/>
                  </a:cubicBezTo>
                  <a:cubicBezTo>
                    <a:pt x="9261" y="7968"/>
                    <a:pt x="9860" y="8012"/>
                    <a:pt x="10460" y="8055"/>
                  </a:cubicBezTo>
                  <a:cubicBezTo>
                    <a:pt x="11844" y="8155"/>
                    <a:pt x="13275" y="8259"/>
                    <a:pt x="14682" y="8264"/>
                  </a:cubicBezTo>
                  <a:lnTo>
                    <a:pt x="14998" y="8264"/>
                  </a:lnTo>
                  <a:cubicBezTo>
                    <a:pt x="16295" y="8264"/>
                    <a:pt x="17831" y="8211"/>
                    <a:pt x="19096" y="7463"/>
                  </a:cubicBezTo>
                  <a:cubicBezTo>
                    <a:pt x="19626" y="7152"/>
                    <a:pt x="19940" y="6730"/>
                    <a:pt x="20030" y="6216"/>
                  </a:cubicBezTo>
                  <a:cubicBezTo>
                    <a:pt x="20173" y="5387"/>
                    <a:pt x="19732" y="4354"/>
                    <a:pt x="18720" y="3145"/>
                  </a:cubicBezTo>
                  <a:cubicBezTo>
                    <a:pt x="17395" y="1562"/>
                    <a:pt x="15637" y="574"/>
                    <a:pt x="13488" y="205"/>
                  </a:cubicBezTo>
                  <a:cubicBezTo>
                    <a:pt x="12639" y="59"/>
                    <a:pt x="11769" y="1"/>
                    <a:pt x="108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4"/>
            <p:cNvSpPr/>
            <p:nvPr/>
          </p:nvSpPr>
          <p:spPr>
            <a:xfrm>
              <a:off x="-97104" y="-258065"/>
              <a:ext cx="9377861" cy="2035410"/>
            </a:xfrm>
            <a:custGeom>
              <a:rect b="b" l="l" r="r" t="t"/>
              <a:pathLst>
                <a:path extrusionOk="0" h="50863" w="234344">
                  <a:moveTo>
                    <a:pt x="233940" y="621"/>
                  </a:moveTo>
                  <a:lnTo>
                    <a:pt x="233940" y="12077"/>
                  </a:lnTo>
                  <a:cubicBezTo>
                    <a:pt x="232371" y="13846"/>
                    <a:pt x="230619" y="15358"/>
                    <a:pt x="228734" y="16565"/>
                  </a:cubicBezTo>
                  <a:cubicBezTo>
                    <a:pt x="224484" y="19289"/>
                    <a:pt x="219376" y="20857"/>
                    <a:pt x="213122" y="21360"/>
                  </a:cubicBezTo>
                  <a:cubicBezTo>
                    <a:pt x="211653" y="21479"/>
                    <a:pt x="210146" y="21539"/>
                    <a:pt x="208580" y="21539"/>
                  </a:cubicBezTo>
                  <a:cubicBezTo>
                    <a:pt x="205000" y="21539"/>
                    <a:pt x="201109" y="21226"/>
                    <a:pt x="196647" y="20590"/>
                  </a:cubicBezTo>
                  <a:lnTo>
                    <a:pt x="196529" y="20574"/>
                  </a:lnTo>
                  <a:cubicBezTo>
                    <a:pt x="194477" y="20283"/>
                    <a:pt x="192356" y="19981"/>
                    <a:pt x="190306" y="19457"/>
                  </a:cubicBezTo>
                  <a:cubicBezTo>
                    <a:pt x="188131" y="18901"/>
                    <a:pt x="186302" y="18457"/>
                    <a:pt x="184446" y="18095"/>
                  </a:cubicBezTo>
                  <a:cubicBezTo>
                    <a:pt x="182413" y="17700"/>
                    <a:pt x="180221" y="17338"/>
                    <a:pt x="178016" y="17338"/>
                  </a:cubicBezTo>
                  <a:cubicBezTo>
                    <a:pt x="177942" y="17338"/>
                    <a:pt x="177867" y="17339"/>
                    <a:pt x="177792" y="17340"/>
                  </a:cubicBezTo>
                  <a:cubicBezTo>
                    <a:pt x="176496" y="17354"/>
                    <a:pt x="174542" y="17378"/>
                    <a:pt x="173323" y="18637"/>
                  </a:cubicBezTo>
                  <a:cubicBezTo>
                    <a:pt x="172261" y="19733"/>
                    <a:pt x="172397" y="21555"/>
                    <a:pt x="173080" y="22788"/>
                  </a:cubicBezTo>
                  <a:cubicBezTo>
                    <a:pt x="174004" y="24459"/>
                    <a:pt x="175665" y="25395"/>
                    <a:pt x="177319" y="26158"/>
                  </a:cubicBezTo>
                  <a:cubicBezTo>
                    <a:pt x="180088" y="27433"/>
                    <a:pt x="183032" y="28076"/>
                    <a:pt x="185878" y="28699"/>
                  </a:cubicBezTo>
                  <a:cubicBezTo>
                    <a:pt x="186544" y="28844"/>
                    <a:pt x="187205" y="28990"/>
                    <a:pt x="187866" y="29142"/>
                  </a:cubicBezTo>
                  <a:cubicBezTo>
                    <a:pt x="191326" y="29942"/>
                    <a:pt x="194903" y="30405"/>
                    <a:pt x="198362" y="30852"/>
                  </a:cubicBezTo>
                  <a:lnTo>
                    <a:pt x="199879" y="31048"/>
                  </a:lnTo>
                  <a:cubicBezTo>
                    <a:pt x="203501" y="31524"/>
                    <a:pt x="207493" y="31975"/>
                    <a:pt x="212443" y="32469"/>
                  </a:cubicBezTo>
                  <a:cubicBezTo>
                    <a:pt x="216296" y="32854"/>
                    <a:pt x="220110" y="33192"/>
                    <a:pt x="223683" y="33505"/>
                  </a:cubicBezTo>
                  <a:cubicBezTo>
                    <a:pt x="226437" y="33747"/>
                    <a:pt x="229366" y="34040"/>
                    <a:pt x="232268" y="34727"/>
                  </a:cubicBezTo>
                  <a:cubicBezTo>
                    <a:pt x="232812" y="34856"/>
                    <a:pt x="233374" y="35011"/>
                    <a:pt x="233940" y="35186"/>
                  </a:cubicBezTo>
                  <a:lnTo>
                    <a:pt x="233940" y="50330"/>
                  </a:lnTo>
                  <a:cubicBezTo>
                    <a:pt x="227593" y="48509"/>
                    <a:pt x="220754" y="46238"/>
                    <a:pt x="213042" y="43386"/>
                  </a:cubicBezTo>
                  <a:cubicBezTo>
                    <a:pt x="208088" y="41555"/>
                    <a:pt x="202988" y="39512"/>
                    <a:pt x="197884" y="37317"/>
                  </a:cubicBezTo>
                  <a:cubicBezTo>
                    <a:pt x="195613" y="36339"/>
                    <a:pt x="193318" y="35281"/>
                    <a:pt x="191099" y="34257"/>
                  </a:cubicBezTo>
                  <a:cubicBezTo>
                    <a:pt x="188401" y="33014"/>
                    <a:pt x="185611" y="31726"/>
                    <a:pt x="182833" y="30573"/>
                  </a:cubicBezTo>
                  <a:cubicBezTo>
                    <a:pt x="172649" y="26340"/>
                    <a:pt x="162754" y="24195"/>
                    <a:pt x="153409" y="24195"/>
                  </a:cubicBezTo>
                  <a:cubicBezTo>
                    <a:pt x="153178" y="24195"/>
                    <a:pt x="152948" y="24197"/>
                    <a:pt x="152719" y="24198"/>
                  </a:cubicBezTo>
                  <a:cubicBezTo>
                    <a:pt x="142080" y="24319"/>
                    <a:pt x="132064" y="27884"/>
                    <a:pt x="122824" y="31721"/>
                  </a:cubicBezTo>
                  <a:cubicBezTo>
                    <a:pt x="112729" y="35913"/>
                    <a:pt x="102805" y="39822"/>
                    <a:pt x="92400" y="41608"/>
                  </a:cubicBezTo>
                  <a:cubicBezTo>
                    <a:pt x="82867" y="43244"/>
                    <a:pt x="72721" y="44299"/>
                    <a:pt x="61383" y="44830"/>
                  </a:cubicBezTo>
                  <a:cubicBezTo>
                    <a:pt x="58519" y="44965"/>
                    <a:pt x="55783" y="45032"/>
                    <a:pt x="53152" y="45032"/>
                  </a:cubicBezTo>
                  <a:cubicBezTo>
                    <a:pt x="45012" y="45032"/>
                    <a:pt x="37887" y="44383"/>
                    <a:pt x="31169" y="43050"/>
                  </a:cubicBezTo>
                  <a:cubicBezTo>
                    <a:pt x="24718" y="41770"/>
                    <a:pt x="18066" y="39641"/>
                    <a:pt x="11397" y="36720"/>
                  </a:cubicBezTo>
                  <a:cubicBezTo>
                    <a:pt x="7680" y="35093"/>
                    <a:pt x="3780" y="33224"/>
                    <a:pt x="405" y="30582"/>
                  </a:cubicBezTo>
                  <a:lnTo>
                    <a:pt x="405" y="21725"/>
                  </a:lnTo>
                  <a:cubicBezTo>
                    <a:pt x="5173" y="23118"/>
                    <a:pt x="10001" y="24631"/>
                    <a:pt x="14673" y="26094"/>
                  </a:cubicBezTo>
                  <a:cubicBezTo>
                    <a:pt x="18472" y="27283"/>
                    <a:pt x="22397" y="28512"/>
                    <a:pt x="26269" y="29670"/>
                  </a:cubicBezTo>
                  <a:cubicBezTo>
                    <a:pt x="42759" y="34607"/>
                    <a:pt x="58954" y="38982"/>
                    <a:pt x="74991" y="38982"/>
                  </a:cubicBezTo>
                  <a:cubicBezTo>
                    <a:pt x="78823" y="38982"/>
                    <a:pt x="82649" y="38732"/>
                    <a:pt x="86466" y="38179"/>
                  </a:cubicBezTo>
                  <a:cubicBezTo>
                    <a:pt x="95509" y="36872"/>
                    <a:pt x="104228" y="33938"/>
                    <a:pt x="112383" y="29455"/>
                  </a:cubicBezTo>
                  <a:cubicBezTo>
                    <a:pt x="116730" y="27066"/>
                    <a:pt x="120985" y="24195"/>
                    <a:pt x="125029" y="20922"/>
                  </a:cubicBezTo>
                  <a:cubicBezTo>
                    <a:pt x="126767" y="19511"/>
                    <a:pt x="128488" y="17994"/>
                    <a:pt x="130152" y="16524"/>
                  </a:cubicBezTo>
                  <a:cubicBezTo>
                    <a:pt x="131788" y="15078"/>
                    <a:pt x="133483" y="13582"/>
                    <a:pt x="135190" y="12196"/>
                  </a:cubicBezTo>
                  <a:cubicBezTo>
                    <a:pt x="137654" y="10200"/>
                    <a:pt x="140969" y="7788"/>
                    <a:pt x="144768" y="6873"/>
                  </a:cubicBezTo>
                  <a:cubicBezTo>
                    <a:pt x="145990" y="6580"/>
                    <a:pt x="147258" y="6432"/>
                    <a:pt x="148594" y="6432"/>
                  </a:cubicBezTo>
                  <a:cubicBezTo>
                    <a:pt x="151134" y="6432"/>
                    <a:pt x="153922" y="6966"/>
                    <a:pt x="157120" y="8052"/>
                  </a:cubicBezTo>
                  <a:cubicBezTo>
                    <a:pt x="165254" y="10813"/>
                    <a:pt x="174727" y="13878"/>
                    <a:pt x="184226" y="15304"/>
                  </a:cubicBezTo>
                  <a:cubicBezTo>
                    <a:pt x="187914" y="15858"/>
                    <a:pt x="191419" y="16136"/>
                    <a:pt x="194766" y="16136"/>
                  </a:cubicBezTo>
                  <a:cubicBezTo>
                    <a:pt x="200932" y="16136"/>
                    <a:pt x="206557" y="15192"/>
                    <a:pt x="211781" y="13295"/>
                  </a:cubicBezTo>
                  <a:cubicBezTo>
                    <a:pt x="216509" y="11579"/>
                    <a:pt x="220789" y="8892"/>
                    <a:pt x="224351" y="6492"/>
                  </a:cubicBezTo>
                  <a:cubicBezTo>
                    <a:pt x="224766" y="6212"/>
                    <a:pt x="225182" y="5928"/>
                    <a:pt x="225598" y="5645"/>
                  </a:cubicBezTo>
                  <a:cubicBezTo>
                    <a:pt x="228277" y="3826"/>
                    <a:pt x="231045" y="1944"/>
                    <a:pt x="233940" y="621"/>
                  </a:cubicBezTo>
                  <a:close/>
                  <a:moveTo>
                    <a:pt x="234344" y="1"/>
                  </a:moveTo>
                  <a:lnTo>
                    <a:pt x="234062" y="127"/>
                  </a:lnTo>
                  <a:cubicBezTo>
                    <a:pt x="231032" y="1470"/>
                    <a:pt x="228156" y="3423"/>
                    <a:pt x="225375" y="5313"/>
                  </a:cubicBezTo>
                  <a:cubicBezTo>
                    <a:pt x="224959" y="5595"/>
                    <a:pt x="224545" y="5878"/>
                    <a:pt x="224128" y="6158"/>
                  </a:cubicBezTo>
                  <a:cubicBezTo>
                    <a:pt x="220589" y="8544"/>
                    <a:pt x="216336" y="11214"/>
                    <a:pt x="211647" y="12916"/>
                  </a:cubicBezTo>
                  <a:cubicBezTo>
                    <a:pt x="206466" y="14796"/>
                    <a:pt x="200885" y="15732"/>
                    <a:pt x="194765" y="15732"/>
                  </a:cubicBezTo>
                  <a:cubicBezTo>
                    <a:pt x="191440" y="15732"/>
                    <a:pt x="187955" y="15456"/>
                    <a:pt x="184289" y="14905"/>
                  </a:cubicBezTo>
                  <a:cubicBezTo>
                    <a:pt x="174822" y="13485"/>
                    <a:pt x="165370" y="10424"/>
                    <a:pt x="157251" y="7671"/>
                  </a:cubicBezTo>
                  <a:cubicBezTo>
                    <a:pt x="154011" y="6571"/>
                    <a:pt x="151182" y="6028"/>
                    <a:pt x="148600" y="6028"/>
                  </a:cubicBezTo>
                  <a:cubicBezTo>
                    <a:pt x="147230" y="6028"/>
                    <a:pt x="145930" y="6181"/>
                    <a:pt x="144675" y="6483"/>
                  </a:cubicBezTo>
                  <a:cubicBezTo>
                    <a:pt x="140797" y="7416"/>
                    <a:pt x="137434" y="9860"/>
                    <a:pt x="134939" y="11886"/>
                  </a:cubicBezTo>
                  <a:cubicBezTo>
                    <a:pt x="133224" y="13277"/>
                    <a:pt x="131528" y="14775"/>
                    <a:pt x="129887" y="16224"/>
                  </a:cubicBezTo>
                  <a:cubicBezTo>
                    <a:pt x="128225" y="17690"/>
                    <a:pt x="126509" y="19207"/>
                    <a:pt x="124774" y="20610"/>
                  </a:cubicBezTo>
                  <a:cubicBezTo>
                    <a:pt x="120749" y="23869"/>
                    <a:pt x="116514" y="26727"/>
                    <a:pt x="112189" y="29105"/>
                  </a:cubicBezTo>
                  <a:cubicBezTo>
                    <a:pt x="104076" y="33564"/>
                    <a:pt x="95402" y="36484"/>
                    <a:pt x="86407" y="37785"/>
                  </a:cubicBezTo>
                  <a:cubicBezTo>
                    <a:pt x="82611" y="38334"/>
                    <a:pt x="78806" y="38583"/>
                    <a:pt x="74991" y="38583"/>
                  </a:cubicBezTo>
                  <a:cubicBezTo>
                    <a:pt x="59005" y="38583"/>
                    <a:pt x="42843" y="34216"/>
                    <a:pt x="26384" y="29289"/>
                  </a:cubicBezTo>
                  <a:cubicBezTo>
                    <a:pt x="22516" y="28130"/>
                    <a:pt x="18589" y="26901"/>
                    <a:pt x="14793" y="25711"/>
                  </a:cubicBezTo>
                  <a:cubicBezTo>
                    <a:pt x="10035" y="24222"/>
                    <a:pt x="5116" y="22681"/>
                    <a:pt x="257" y="21265"/>
                  </a:cubicBezTo>
                  <a:lnTo>
                    <a:pt x="0" y="21189"/>
                  </a:lnTo>
                  <a:lnTo>
                    <a:pt x="0" y="30778"/>
                  </a:lnTo>
                  <a:lnTo>
                    <a:pt x="77" y="30839"/>
                  </a:lnTo>
                  <a:cubicBezTo>
                    <a:pt x="3505" y="33541"/>
                    <a:pt x="7466" y="35440"/>
                    <a:pt x="11235" y="37090"/>
                  </a:cubicBezTo>
                  <a:cubicBezTo>
                    <a:pt x="17931" y="40022"/>
                    <a:pt x="24610" y="42161"/>
                    <a:pt x="31090" y="43447"/>
                  </a:cubicBezTo>
                  <a:cubicBezTo>
                    <a:pt x="37834" y="44786"/>
                    <a:pt x="44983" y="45437"/>
                    <a:pt x="53148" y="45437"/>
                  </a:cubicBezTo>
                  <a:cubicBezTo>
                    <a:pt x="55786" y="45437"/>
                    <a:pt x="58530" y="45369"/>
                    <a:pt x="61401" y="45235"/>
                  </a:cubicBezTo>
                  <a:cubicBezTo>
                    <a:pt x="72756" y="44700"/>
                    <a:pt x="82917" y="43644"/>
                    <a:pt x="92467" y="42007"/>
                  </a:cubicBezTo>
                  <a:cubicBezTo>
                    <a:pt x="102913" y="40214"/>
                    <a:pt x="112861" y="36296"/>
                    <a:pt x="122978" y="32095"/>
                  </a:cubicBezTo>
                  <a:cubicBezTo>
                    <a:pt x="132181" y="28274"/>
                    <a:pt x="142153" y="24722"/>
                    <a:pt x="152725" y="24602"/>
                  </a:cubicBezTo>
                  <a:cubicBezTo>
                    <a:pt x="152952" y="24600"/>
                    <a:pt x="153179" y="24598"/>
                    <a:pt x="153407" y="24598"/>
                  </a:cubicBezTo>
                  <a:cubicBezTo>
                    <a:pt x="162694" y="24598"/>
                    <a:pt x="172541" y="26730"/>
                    <a:pt x="182679" y="30945"/>
                  </a:cubicBezTo>
                  <a:cubicBezTo>
                    <a:pt x="185447" y="32095"/>
                    <a:pt x="188234" y="33381"/>
                    <a:pt x="190930" y="34624"/>
                  </a:cubicBezTo>
                  <a:cubicBezTo>
                    <a:pt x="193152" y="35649"/>
                    <a:pt x="195448" y="36707"/>
                    <a:pt x="197726" y="37686"/>
                  </a:cubicBezTo>
                  <a:cubicBezTo>
                    <a:pt x="202837" y="39885"/>
                    <a:pt x="207942" y="41928"/>
                    <a:pt x="212901" y="43763"/>
                  </a:cubicBezTo>
                  <a:cubicBezTo>
                    <a:pt x="220729" y="46656"/>
                    <a:pt x="227658" y="48955"/>
                    <a:pt x="234085" y="50788"/>
                  </a:cubicBezTo>
                  <a:lnTo>
                    <a:pt x="234341" y="50863"/>
                  </a:lnTo>
                  <a:lnTo>
                    <a:pt x="234344" y="50863"/>
                  </a:lnTo>
                  <a:lnTo>
                    <a:pt x="234344" y="34896"/>
                  </a:lnTo>
                  <a:lnTo>
                    <a:pt x="234204" y="34850"/>
                  </a:lnTo>
                  <a:cubicBezTo>
                    <a:pt x="233582" y="34654"/>
                    <a:pt x="232962" y="34481"/>
                    <a:pt x="232362" y="34340"/>
                  </a:cubicBezTo>
                  <a:cubicBezTo>
                    <a:pt x="229433" y="33647"/>
                    <a:pt x="226488" y="33352"/>
                    <a:pt x="223721" y="33110"/>
                  </a:cubicBezTo>
                  <a:cubicBezTo>
                    <a:pt x="220148" y="32797"/>
                    <a:pt x="216338" y="32457"/>
                    <a:pt x="212486" y="32074"/>
                  </a:cubicBezTo>
                  <a:cubicBezTo>
                    <a:pt x="207542" y="31581"/>
                    <a:pt x="203553" y="31128"/>
                    <a:pt x="199935" y="30653"/>
                  </a:cubicBezTo>
                  <a:lnTo>
                    <a:pt x="198416" y="30455"/>
                  </a:lnTo>
                  <a:cubicBezTo>
                    <a:pt x="194968" y="30009"/>
                    <a:pt x="191400" y="29547"/>
                    <a:pt x="187960" y="28753"/>
                  </a:cubicBezTo>
                  <a:cubicBezTo>
                    <a:pt x="187298" y="28602"/>
                    <a:pt x="186634" y="28454"/>
                    <a:pt x="185969" y="28310"/>
                  </a:cubicBezTo>
                  <a:cubicBezTo>
                    <a:pt x="183145" y="27690"/>
                    <a:pt x="180223" y="27051"/>
                    <a:pt x="177494" y="25795"/>
                  </a:cubicBezTo>
                  <a:cubicBezTo>
                    <a:pt x="176009" y="25111"/>
                    <a:pt x="174350" y="24245"/>
                    <a:pt x="173437" y="22596"/>
                  </a:cubicBezTo>
                  <a:cubicBezTo>
                    <a:pt x="172829" y="21493"/>
                    <a:pt x="172693" y="19876"/>
                    <a:pt x="173617" y="18921"/>
                  </a:cubicBezTo>
                  <a:cubicBezTo>
                    <a:pt x="174717" y="17783"/>
                    <a:pt x="176574" y="17760"/>
                    <a:pt x="177801" y="17745"/>
                  </a:cubicBezTo>
                  <a:cubicBezTo>
                    <a:pt x="177883" y="17744"/>
                    <a:pt x="177965" y="17744"/>
                    <a:pt x="178047" y="17744"/>
                  </a:cubicBezTo>
                  <a:cubicBezTo>
                    <a:pt x="180223" y="17744"/>
                    <a:pt x="182367" y="18103"/>
                    <a:pt x="184375" y="18494"/>
                  </a:cubicBezTo>
                  <a:cubicBezTo>
                    <a:pt x="186221" y="18853"/>
                    <a:pt x="188043" y="19296"/>
                    <a:pt x="190212" y="19850"/>
                  </a:cubicBezTo>
                  <a:cubicBezTo>
                    <a:pt x="192283" y="20380"/>
                    <a:pt x="194415" y="20683"/>
                    <a:pt x="196477" y="20976"/>
                  </a:cubicBezTo>
                  <a:lnTo>
                    <a:pt x="196594" y="20993"/>
                  </a:lnTo>
                  <a:cubicBezTo>
                    <a:pt x="201071" y="21630"/>
                    <a:pt x="204978" y="21943"/>
                    <a:pt x="208576" y="21943"/>
                  </a:cubicBezTo>
                  <a:cubicBezTo>
                    <a:pt x="210156" y="21943"/>
                    <a:pt x="211676" y="21883"/>
                    <a:pt x="213159" y="21763"/>
                  </a:cubicBezTo>
                  <a:cubicBezTo>
                    <a:pt x="219481" y="21255"/>
                    <a:pt x="224648" y="19666"/>
                    <a:pt x="228956" y="16905"/>
                  </a:cubicBezTo>
                  <a:cubicBezTo>
                    <a:pt x="230892" y="15665"/>
                    <a:pt x="232689" y="14110"/>
                    <a:pt x="234294" y="12287"/>
                  </a:cubicBezTo>
                  <a:lnTo>
                    <a:pt x="234344" y="12230"/>
                  </a:lnTo>
                  <a:lnTo>
                    <a:pt x="23434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4"/>
            <p:cNvSpPr/>
            <p:nvPr/>
          </p:nvSpPr>
          <p:spPr>
            <a:xfrm>
              <a:off x="-97264" y="1162055"/>
              <a:ext cx="5171942" cy="1031731"/>
            </a:xfrm>
            <a:custGeom>
              <a:rect b="b" l="l" r="r" t="t"/>
              <a:pathLst>
                <a:path extrusionOk="0" h="25782" w="129242">
                  <a:moveTo>
                    <a:pt x="125667" y="404"/>
                  </a:moveTo>
                  <a:cubicBezTo>
                    <a:pt x="125949" y="404"/>
                    <a:pt x="126232" y="415"/>
                    <a:pt x="126514" y="437"/>
                  </a:cubicBezTo>
                  <a:cubicBezTo>
                    <a:pt x="127419" y="510"/>
                    <a:pt x="128375" y="690"/>
                    <a:pt x="128733" y="1442"/>
                  </a:cubicBezTo>
                  <a:cubicBezTo>
                    <a:pt x="127667" y="1898"/>
                    <a:pt x="126604" y="2366"/>
                    <a:pt x="125540" y="2833"/>
                  </a:cubicBezTo>
                  <a:cubicBezTo>
                    <a:pt x="121951" y="4414"/>
                    <a:pt x="118237" y="6047"/>
                    <a:pt x="114473" y="7141"/>
                  </a:cubicBezTo>
                  <a:cubicBezTo>
                    <a:pt x="113881" y="7314"/>
                    <a:pt x="113286" y="7483"/>
                    <a:pt x="112693" y="7649"/>
                  </a:cubicBezTo>
                  <a:cubicBezTo>
                    <a:pt x="110914" y="8149"/>
                    <a:pt x="109073" y="8666"/>
                    <a:pt x="107278" y="9330"/>
                  </a:cubicBezTo>
                  <a:cubicBezTo>
                    <a:pt x="105183" y="10108"/>
                    <a:pt x="102936" y="11055"/>
                    <a:pt x="100411" y="12228"/>
                  </a:cubicBezTo>
                  <a:cubicBezTo>
                    <a:pt x="97928" y="13381"/>
                    <a:pt x="95424" y="14634"/>
                    <a:pt x="93002" y="15844"/>
                  </a:cubicBezTo>
                  <a:cubicBezTo>
                    <a:pt x="86663" y="19013"/>
                    <a:pt x="80109" y="22288"/>
                    <a:pt x="73322" y="24097"/>
                  </a:cubicBezTo>
                  <a:cubicBezTo>
                    <a:pt x="70106" y="24955"/>
                    <a:pt x="66829" y="25381"/>
                    <a:pt x="63411" y="25381"/>
                  </a:cubicBezTo>
                  <a:cubicBezTo>
                    <a:pt x="61691" y="25381"/>
                    <a:pt x="59935" y="25273"/>
                    <a:pt x="58132" y="25057"/>
                  </a:cubicBezTo>
                  <a:cubicBezTo>
                    <a:pt x="54870" y="24667"/>
                    <a:pt x="51578" y="24000"/>
                    <a:pt x="48394" y="23351"/>
                  </a:cubicBezTo>
                  <a:cubicBezTo>
                    <a:pt x="46720" y="23010"/>
                    <a:pt x="44988" y="22658"/>
                    <a:pt x="43281" y="22351"/>
                  </a:cubicBezTo>
                  <a:cubicBezTo>
                    <a:pt x="38827" y="21551"/>
                    <a:pt x="34306" y="21314"/>
                    <a:pt x="29931" y="21085"/>
                  </a:cubicBezTo>
                  <a:lnTo>
                    <a:pt x="28914" y="21031"/>
                  </a:lnTo>
                  <a:cubicBezTo>
                    <a:pt x="25978" y="20874"/>
                    <a:pt x="23609" y="20501"/>
                    <a:pt x="21462" y="19855"/>
                  </a:cubicBezTo>
                  <a:cubicBezTo>
                    <a:pt x="19489" y="19259"/>
                    <a:pt x="17512" y="18432"/>
                    <a:pt x="15599" y="17635"/>
                  </a:cubicBezTo>
                  <a:cubicBezTo>
                    <a:pt x="15171" y="17457"/>
                    <a:pt x="14747" y="17279"/>
                    <a:pt x="14321" y="17105"/>
                  </a:cubicBezTo>
                  <a:cubicBezTo>
                    <a:pt x="12341" y="16286"/>
                    <a:pt x="10328" y="15433"/>
                    <a:pt x="8383" y="14606"/>
                  </a:cubicBezTo>
                  <a:cubicBezTo>
                    <a:pt x="5772" y="13497"/>
                    <a:pt x="3075" y="12349"/>
                    <a:pt x="404" y="11276"/>
                  </a:cubicBezTo>
                  <a:lnTo>
                    <a:pt x="403" y="11276"/>
                  </a:lnTo>
                  <a:lnTo>
                    <a:pt x="403" y="5584"/>
                  </a:lnTo>
                  <a:cubicBezTo>
                    <a:pt x="967" y="5874"/>
                    <a:pt x="1566" y="6170"/>
                    <a:pt x="2220" y="6484"/>
                  </a:cubicBezTo>
                  <a:cubicBezTo>
                    <a:pt x="2905" y="6811"/>
                    <a:pt x="3592" y="7131"/>
                    <a:pt x="4281" y="7450"/>
                  </a:cubicBezTo>
                  <a:cubicBezTo>
                    <a:pt x="6227" y="8357"/>
                    <a:pt x="8240" y="9293"/>
                    <a:pt x="10153" y="10412"/>
                  </a:cubicBezTo>
                  <a:cubicBezTo>
                    <a:pt x="12434" y="11746"/>
                    <a:pt x="14871" y="13148"/>
                    <a:pt x="17395" y="14337"/>
                  </a:cubicBezTo>
                  <a:cubicBezTo>
                    <a:pt x="25707" y="18255"/>
                    <a:pt x="35202" y="20169"/>
                    <a:pt x="46355" y="20169"/>
                  </a:cubicBezTo>
                  <a:cubicBezTo>
                    <a:pt x="47079" y="20169"/>
                    <a:pt x="47811" y="20161"/>
                    <a:pt x="48549" y="20145"/>
                  </a:cubicBezTo>
                  <a:cubicBezTo>
                    <a:pt x="59131" y="19914"/>
                    <a:pt x="70411" y="17805"/>
                    <a:pt x="84049" y="13504"/>
                  </a:cubicBezTo>
                  <a:cubicBezTo>
                    <a:pt x="89815" y="11685"/>
                    <a:pt x="95612" y="9562"/>
                    <a:pt x="101217" y="7507"/>
                  </a:cubicBezTo>
                  <a:cubicBezTo>
                    <a:pt x="104315" y="6374"/>
                    <a:pt x="107517" y="5200"/>
                    <a:pt x="110679" y="4091"/>
                  </a:cubicBezTo>
                  <a:cubicBezTo>
                    <a:pt x="114143" y="2876"/>
                    <a:pt x="117874" y="1648"/>
                    <a:pt x="121675" y="895"/>
                  </a:cubicBezTo>
                  <a:cubicBezTo>
                    <a:pt x="122896" y="652"/>
                    <a:pt x="124279" y="404"/>
                    <a:pt x="125667" y="404"/>
                  </a:cubicBezTo>
                  <a:close/>
                  <a:moveTo>
                    <a:pt x="125672" y="1"/>
                  </a:moveTo>
                  <a:cubicBezTo>
                    <a:pt x="124248" y="1"/>
                    <a:pt x="122839" y="252"/>
                    <a:pt x="121598" y="497"/>
                  </a:cubicBezTo>
                  <a:cubicBezTo>
                    <a:pt x="117773" y="1256"/>
                    <a:pt x="114025" y="2491"/>
                    <a:pt x="110546" y="3711"/>
                  </a:cubicBezTo>
                  <a:cubicBezTo>
                    <a:pt x="107384" y="4820"/>
                    <a:pt x="104179" y="5993"/>
                    <a:pt x="101080" y="7129"/>
                  </a:cubicBezTo>
                  <a:cubicBezTo>
                    <a:pt x="95477" y="9180"/>
                    <a:pt x="89685" y="11305"/>
                    <a:pt x="83929" y="13120"/>
                  </a:cubicBezTo>
                  <a:cubicBezTo>
                    <a:pt x="70328" y="17407"/>
                    <a:pt x="59084" y="19512"/>
                    <a:pt x="48540" y="19742"/>
                  </a:cubicBezTo>
                  <a:cubicBezTo>
                    <a:pt x="47811" y="19758"/>
                    <a:pt x="47089" y="19766"/>
                    <a:pt x="46374" y="19766"/>
                  </a:cubicBezTo>
                  <a:cubicBezTo>
                    <a:pt x="35268" y="19766"/>
                    <a:pt x="25827" y="17865"/>
                    <a:pt x="17567" y="13971"/>
                  </a:cubicBezTo>
                  <a:cubicBezTo>
                    <a:pt x="15057" y="12788"/>
                    <a:pt x="12628" y="11391"/>
                    <a:pt x="10355" y="10062"/>
                  </a:cubicBezTo>
                  <a:cubicBezTo>
                    <a:pt x="8426" y="8935"/>
                    <a:pt x="6404" y="7993"/>
                    <a:pt x="4448" y="7084"/>
                  </a:cubicBezTo>
                  <a:cubicBezTo>
                    <a:pt x="3762" y="6767"/>
                    <a:pt x="3076" y="6447"/>
                    <a:pt x="2395" y="6120"/>
                  </a:cubicBezTo>
                  <a:cubicBezTo>
                    <a:pt x="1626" y="5754"/>
                    <a:pt x="940" y="5411"/>
                    <a:pt x="294" y="5075"/>
                  </a:cubicBezTo>
                  <a:lnTo>
                    <a:pt x="0" y="4921"/>
                  </a:lnTo>
                  <a:lnTo>
                    <a:pt x="0" y="11545"/>
                  </a:lnTo>
                  <a:lnTo>
                    <a:pt x="126" y="11595"/>
                  </a:lnTo>
                  <a:cubicBezTo>
                    <a:pt x="2833" y="12684"/>
                    <a:pt x="5574" y="13848"/>
                    <a:pt x="8224" y="14973"/>
                  </a:cubicBezTo>
                  <a:cubicBezTo>
                    <a:pt x="10170" y="15801"/>
                    <a:pt x="12184" y="16656"/>
                    <a:pt x="14167" y="17473"/>
                  </a:cubicBezTo>
                  <a:cubicBezTo>
                    <a:pt x="14591" y="17649"/>
                    <a:pt x="15016" y="17828"/>
                    <a:pt x="15441" y="18003"/>
                  </a:cubicBezTo>
                  <a:cubicBezTo>
                    <a:pt x="17363" y="18808"/>
                    <a:pt x="19349" y="19638"/>
                    <a:pt x="21344" y="20238"/>
                  </a:cubicBezTo>
                  <a:cubicBezTo>
                    <a:pt x="23523" y="20895"/>
                    <a:pt x="25922" y="21274"/>
                    <a:pt x="28892" y="21431"/>
                  </a:cubicBezTo>
                  <a:lnTo>
                    <a:pt x="29910" y="21485"/>
                  </a:lnTo>
                  <a:cubicBezTo>
                    <a:pt x="34272" y="21714"/>
                    <a:pt x="38783" y="21950"/>
                    <a:pt x="43209" y="22746"/>
                  </a:cubicBezTo>
                  <a:cubicBezTo>
                    <a:pt x="44912" y="23053"/>
                    <a:pt x="46641" y="23406"/>
                    <a:pt x="48313" y="23744"/>
                  </a:cubicBezTo>
                  <a:cubicBezTo>
                    <a:pt x="51505" y="24393"/>
                    <a:pt x="54806" y="25065"/>
                    <a:pt x="58085" y="25456"/>
                  </a:cubicBezTo>
                  <a:cubicBezTo>
                    <a:pt x="59905" y="25673"/>
                    <a:pt x="61677" y="25782"/>
                    <a:pt x="63414" y="25782"/>
                  </a:cubicBezTo>
                  <a:cubicBezTo>
                    <a:pt x="66866" y="25782"/>
                    <a:pt x="70177" y="25352"/>
                    <a:pt x="73425" y="24486"/>
                  </a:cubicBezTo>
                  <a:cubicBezTo>
                    <a:pt x="80253" y="22666"/>
                    <a:pt x="86826" y="19379"/>
                    <a:pt x="93183" y="16202"/>
                  </a:cubicBezTo>
                  <a:cubicBezTo>
                    <a:pt x="95603" y="14991"/>
                    <a:pt x="98105" y="13741"/>
                    <a:pt x="100582" y="12591"/>
                  </a:cubicBezTo>
                  <a:cubicBezTo>
                    <a:pt x="103097" y="11422"/>
                    <a:pt x="105333" y="10479"/>
                    <a:pt x="107419" y="9706"/>
                  </a:cubicBezTo>
                  <a:cubicBezTo>
                    <a:pt x="109198" y="9046"/>
                    <a:pt x="111031" y="8532"/>
                    <a:pt x="112803" y="8033"/>
                  </a:cubicBezTo>
                  <a:cubicBezTo>
                    <a:pt x="113399" y="7867"/>
                    <a:pt x="113993" y="7699"/>
                    <a:pt x="114588" y="7526"/>
                  </a:cubicBezTo>
                  <a:cubicBezTo>
                    <a:pt x="118376" y="6424"/>
                    <a:pt x="122102" y="4784"/>
                    <a:pt x="125704" y="3199"/>
                  </a:cubicBezTo>
                  <a:cubicBezTo>
                    <a:pt x="126826" y="2705"/>
                    <a:pt x="127947" y="2212"/>
                    <a:pt x="129073" y="1733"/>
                  </a:cubicBezTo>
                  <a:lnTo>
                    <a:pt x="129242" y="1662"/>
                  </a:lnTo>
                  <a:lnTo>
                    <a:pt x="129185" y="1488"/>
                  </a:lnTo>
                  <a:cubicBezTo>
                    <a:pt x="128775" y="216"/>
                    <a:pt x="127216" y="89"/>
                    <a:pt x="126549" y="34"/>
                  </a:cubicBezTo>
                  <a:cubicBezTo>
                    <a:pt x="126257" y="11"/>
                    <a:pt x="125964" y="1"/>
                    <a:pt x="1256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4"/>
            <p:cNvSpPr/>
            <p:nvPr/>
          </p:nvSpPr>
          <p:spPr>
            <a:xfrm>
              <a:off x="-97184" y="1487081"/>
              <a:ext cx="9378021" cy="2233737"/>
            </a:xfrm>
            <a:custGeom>
              <a:rect b="b" l="l" r="r" t="t"/>
              <a:pathLst>
                <a:path extrusionOk="0" h="55819" w="234348">
                  <a:moveTo>
                    <a:pt x="144981" y="403"/>
                  </a:moveTo>
                  <a:cubicBezTo>
                    <a:pt x="150962" y="403"/>
                    <a:pt x="156924" y="882"/>
                    <a:pt x="162787" y="1836"/>
                  </a:cubicBezTo>
                  <a:cubicBezTo>
                    <a:pt x="170740" y="3127"/>
                    <a:pt x="179016" y="5583"/>
                    <a:pt x="189615" y="9797"/>
                  </a:cubicBezTo>
                  <a:cubicBezTo>
                    <a:pt x="198427" y="13299"/>
                    <a:pt x="207411" y="17431"/>
                    <a:pt x="216323" y="22082"/>
                  </a:cubicBezTo>
                  <a:lnTo>
                    <a:pt x="218254" y="23088"/>
                  </a:lnTo>
                  <a:cubicBezTo>
                    <a:pt x="223483" y="25804"/>
                    <a:pt x="228885" y="28612"/>
                    <a:pt x="233942" y="32005"/>
                  </a:cubicBezTo>
                  <a:lnTo>
                    <a:pt x="233942" y="40242"/>
                  </a:lnTo>
                  <a:cubicBezTo>
                    <a:pt x="230357" y="38005"/>
                    <a:pt x="227378" y="36353"/>
                    <a:pt x="224590" y="35054"/>
                  </a:cubicBezTo>
                  <a:cubicBezTo>
                    <a:pt x="215470" y="30808"/>
                    <a:pt x="205746" y="28155"/>
                    <a:pt x="196343" y="25590"/>
                  </a:cubicBezTo>
                  <a:cubicBezTo>
                    <a:pt x="195383" y="25330"/>
                    <a:pt x="194423" y="25067"/>
                    <a:pt x="193466" y="24804"/>
                  </a:cubicBezTo>
                  <a:cubicBezTo>
                    <a:pt x="172307" y="18995"/>
                    <a:pt x="155262" y="16255"/>
                    <a:pt x="139723" y="16255"/>
                  </a:cubicBezTo>
                  <a:cubicBezTo>
                    <a:pt x="136241" y="16255"/>
                    <a:pt x="132834" y="16392"/>
                    <a:pt x="129473" y="16664"/>
                  </a:cubicBezTo>
                  <a:cubicBezTo>
                    <a:pt x="117659" y="17617"/>
                    <a:pt x="108992" y="19950"/>
                    <a:pt x="101363" y="24225"/>
                  </a:cubicBezTo>
                  <a:cubicBezTo>
                    <a:pt x="95848" y="27316"/>
                    <a:pt x="90586" y="31262"/>
                    <a:pt x="85495" y="35080"/>
                  </a:cubicBezTo>
                  <a:cubicBezTo>
                    <a:pt x="82539" y="37296"/>
                    <a:pt x="79484" y="39588"/>
                    <a:pt x="76413" y="41684"/>
                  </a:cubicBezTo>
                  <a:cubicBezTo>
                    <a:pt x="71394" y="45113"/>
                    <a:pt x="67146" y="47471"/>
                    <a:pt x="63039" y="49108"/>
                  </a:cubicBezTo>
                  <a:cubicBezTo>
                    <a:pt x="58787" y="50804"/>
                    <a:pt x="54022" y="52109"/>
                    <a:pt x="48045" y="53216"/>
                  </a:cubicBezTo>
                  <a:cubicBezTo>
                    <a:pt x="40031" y="54703"/>
                    <a:pt x="31384" y="55416"/>
                    <a:pt x="21189" y="55416"/>
                  </a:cubicBezTo>
                  <a:cubicBezTo>
                    <a:pt x="19290" y="55416"/>
                    <a:pt x="17337" y="55391"/>
                    <a:pt x="15325" y="55342"/>
                  </a:cubicBezTo>
                  <a:cubicBezTo>
                    <a:pt x="9761" y="55207"/>
                    <a:pt x="4879" y="54966"/>
                    <a:pt x="402" y="54612"/>
                  </a:cubicBezTo>
                  <a:lnTo>
                    <a:pt x="407" y="54612"/>
                  </a:lnTo>
                  <a:lnTo>
                    <a:pt x="407" y="49284"/>
                  </a:lnTo>
                  <a:cubicBezTo>
                    <a:pt x="817" y="49421"/>
                    <a:pt x="1230" y="49561"/>
                    <a:pt x="1643" y="49700"/>
                  </a:cubicBezTo>
                  <a:cubicBezTo>
                    <a:pt x="4359" y="50619"/>
                    <a:pt x="7168" y="51566"/>
                    <a:pt x="9980" y="52235"/>
                  </a:cubicBezTo>
                  <a:cubicBezTo>
                    <a:pt x="12206" y="52763"/>
                    <a:pt x="14788" y="53377"/>
                    <a:pt x="17344" y="53377"/>
                  </a:cubicBezTo>
                  <a:cubicBezTo>
                    <a:pt x="18683" y="53377"/>
                    <a:pt x="20014" y="53208"/>
                    <a:pt x="21283" y="52772"/>
                  </a:cubicBezTo>
                  <a:cubicBezTo>
                    <a:pt x="22931" y="52205"/>
                    <a:pt x="23878" y="51164"/>
                    <a:pt x="24025" y="49761"/>
                  </a:cubicBezTo>
                  <a:cubicBezTo>
                    <a:pt x="24231" y="47784"/>
                    <a:pt x="23055" y="45926"/>
                    <a:pt x="21802" y="44960"/>
                  </a:cubicBezTo>
                  <a:cubicBezTo>
                    <a:pt x="20124" y="43670"/>
                    <a:pt x="18067" y="43236"/>
                    <a:pt x="16094" y="42961"/>
                  </a:cubicBezTo>
                  <a:cubicBezTo>
                    <a:pt x="13968" y="42663"/>
                    <a:pt x="11797" y="42629"/>
                    <a:pt x="9701" y="42596"/>
                  </a:cubicBezTo>
                  <a:lnTo>
                    <a:pt x="9254" y="42589"/>
                  </a:lnTo>
                  <a:cubicBezTo>
                    <a:pt x="6994" y="42550"/>
                    <a:pt x="4310" y="42346"/>
                    <a:pt x="1553" y="41105"/>
                  </a:cubicBezTo>
                  <a:cubicBezTo>
                    <a:pt x="1170" y="40933"/>
                    <a:pt x="784" y="40741"/>
                    <a:pt x="402" y="40534"/>
                  </a:cubicBezTo>
                  <a:lnTo>
                    <a:pt x="402" y="31531"/>
                  </a:lnTo>
                  <a:cubicBezTo>
                    <a:pt x="6844" y="32915"/>
                    <a:pt x="13326" y="34726"/>
                    <a:pt x="19599" y="36477"/>
                  </a:cubicBezTo>
                  <a:cubicBezTo>
                    <a:pt x="22674" y="37335"/>
                    <a:pt x="25850" y="38224"/>
                    <a:pt x="28985" y="39049"/>
                  </a:cubicBezTo>
                  <a:cubicBezTo>
                    <a:pt x="36397" y="41005"/>
                    <a:pt x="46195" y="43249"/>
                    <a:pt x="56268" y="43249"/>
                  </a:cubicBezTo>
                  <a:lnTo>
                    <a:pt x="56298" y="43249"/>
                  </a:lnTo>
                  <a:cubicBezTo>
                    <a:pt x="60549" y="43247"/>
                    <a:pt x="65413" y="43043"/>
                    <a:pt x="69372" y="40633"/>
                  </a:cubicBezTo>
                  <a:cubicBezTo>
                    <a:pt x="71055" y="39609"/>
                    <a:pt x="72214" y="38269"/>
                    <a:pt x="72821" y="36652"/>
                  </a:cubicBezTo>
                  <a:cubicBezTo>
                    <a:pt x="73454" y="34967"/>
                    <a:pt x="73654" y="32595"/>
                    <a:pt x="72675" y="31095"/>
                  </a:cubicBezTo>
                  <a:cubicBezTo>
                    <a:pt x="71475" y="29255"/>
                    <a:pt x="69235" y="29002"/>
                    <a:pt x="67193" y="29002"/>
                  </a:cubicBezTo>
                  <a:lnTo>
                    <a:pt x="67163" y="29002"/>
                  </a:lnTo>
                  <a:cubicBezTo>
                    <a:pt x="64338" y="29005"/>
                    <a:pt x="61485" y="29632"/>
                    <a:pt x="59033" y="30219"/>
                  </a:cubicBezTo>
                  <a:cubicBezTo>
                    <a:pt x="58197" y="30419"/>
                    <a:pt x="57351" y="30648"/>
                    <a:pt x="56532" y="30868"/>
                  </a:cubicBezTo>
                  <a:cubicBezTo>
                    <a:pt x="55224" y="31222"/>
                    <a:pt x="53869" y="31587"/>
                    <a:pt x="52529" y="31845"/>
                  </a:cubicBezTo>
                  <a:cubicBezTo>
                    <a:pt x="48490" y="32626"/>
                    <a:pt x="44235" y="33024"/>
                    <a:pt x="39894" y="33024"/>
                  </a:cubicBezTo>
                  <a:cubicBezTo>
                    <a:pt x="39863" y="33024"/>
                    <a:pt x="39832" y="33024"/>
                    <a:pt x="39801" y="33024"/>
                  </a:cubicBezTo>
                  <a:cubicBezTo>
                    <a:pt x="26833" y="33011"/>
                    <a:pt x="13576" y="29869"/>
                    <a:pt x="402" y="23687"/>
                  </a:cubicBezTo>
                  <a:lnTo>
                    <a:pt x="402" y="6011"/>
                  </a:lnTo>
                  <a:cubicBezTo>
                    <a:pt x="1635" y="6344"/>
                    <a:pt x="2827" y="6712"/>
                    <a:pt x="3952" y="7104"/>
                  </a:cubicBezTo>
                  <a:cubicBezTo>
                    <a:pt x="7474" y="8330"/>
                    <a:pt x="10930" y="10023"/>
                    <a:pt x="14269" y="11659"/>
                  </a:cubicBezTo>
                  <a:cubicBezTo>
                    <a:pt x="15159" y="12095"/>
                    <a:pt x="16051" y="12530"/>
                    <a:pt x="16944" y="12959"/>
                  </a:cubicBezTo>
                  <a:cubicBezTo>
                    <a:pt x="21849" y="15315"/>
                    <a:pt x="26184" y="17153"/>
                    <a:pt x="30193" y="18579"/>
                  </a:cubicBezTo>
                  <a:cubicBezTo>
                    <a:pt x="37329" y="21116"/>
                    <a:pt x="44835" y="22386"/>
                    <a:pt x="52799" y="22386"/>
                  </a:cubicBezTo>
                  <a:cubicBezTo>
                    <a:pt x="62775" y="22386"/>
                    <a:pt x="73472" y="20393"/>
                    <a:pt x="85065" y="16400"/>
                  </a:cubicBezTo>
                  <a:cubicBezTo>
                    <a:pt x="89374" y="14915"/>
                    <a:pt x="93852" y="13162"/>
                    <a:pt x="98753" y="11037"/>
                  </a:cubicBezTo>
                  <a:cubicBezTo>
                    <a:pt x="99763" y="10600"/>
                    <a:pt x="100773" y="10151"/>
                    <a:pt x="101781" y="9706"/>
                  </a:cubicBezTo>
                  <a:cubicBezTo>
                    <a:pt x="104805" y="8364"/>
                    <a:pt x="107933" y="6975"/>
                    <a:pt x="111082" y="5882"/>
                  </a:cubicBezTo>
                  <a:cubicBezTo>
                    <a:pt x="119135" y="3086"/>
                    <a:pt x="127851" y="1338"/>
                    <a:pt x="136984" y="688"/>
                  </a:cubicBezTo>
                  <a:cubicBezTo>
                    <a:pt x="139649" y="498"/>
                    <a:pt x="142317" y="403"/>
                    <a:pt x="144981" y="403"/>
                  </a:cubicBezTo>
                  <a:close/>
                  <a:moveTo>
                    <a:pt x="144959" y="1"/>
                  </a:moveTo>
                  <a:cubicBezTo>
                    <a:pt x="142293" y="1"/>
                    <a:pt x="139623" y="96"/>
                    <a:pt x="136956" y="285"/>
                  </a:cubicBezTo>
                  <a:cubicBezTo>
                    <a:pt x="127785" y="938"/>
                    <a:pt x="119037" y="2693"/>
                    <a:pt x="110949" y="5501"/>
                  </a:cubicBezTo>
                  <a:cubicBezTo>
                    <a:pt x="107786" y="6599"/>
                    <a:pt x="104650" y="7991"/>
                    <a:pt x="101618" y="9337"/>
                  </a:cubicBezTo>
                  <a:cubicBezTo>
                    <a:pt x="100610" y="9784"/>
                    <a:pt x="99605" y="10230"/>
                    <a:pt x="98594" y="10669"/>
                  </a:cubicBezTo>
                  <a:cubicBezTo>
                    <a:pt x="93702" y="12788"/>
                    <a:pt x="89236" y="14538"/>
                    <a:pt x="84935" y="16020"/>
                  </a:cubicBezTo>
                  <a:cubicBezTo>
                    <a:pt x="73384" y="19997"/>
                    <a:pt x="62731" y="21983"/>
                    <a:pt x="52798" y="21983"/>
                  </a:cubicBezTo>
                  <a:cubicBezTo>
                    <a:pt x="44880" y="21983"/>
                    <a:pt x="37420" y="20721"/>
                    <a:pt x="30329" y="18200"/>
                  </a:cubicBezTo>
                  <a:cubicBezTo>
                    <a:pt x="26334" y="16780"/>
                    <a:pt x="22012" y="14948"/>
                    <a:pt x="17118" y="12599"/>
                  </a:cubicBezTo>
                  <a:cubicBezTo>
                    <a:pt x="16225" y="12172"/>
                    <a:pt x="15335" y="11736"/>
                    <a:pt x="14448" y="11300"/>
                  </a:cubicBezTo>
                  <a:cubicBezTo>
                    <a:pt x="11097" y="9658"/>
                    <a:pt x="7631" y="7961"/>
                    <a:pt x="4086" y="6726"/>
                  </a:cubicBezTo>
                  <a:cubicBezTo>
                    <a:pt x="2874" y="6305"/>
                    <a:pt x="1587" y="5911"/>
                    <a:pt x="257" y="5556"/>
                  </a:cubicBezTo>
                  <a:lnTo>
                    <a:pt x="2" y="5489"/>
                  </a:lnTo>
                  <a:lnTo>
                    <a:pt x="2" y="23947"/>
                  </a:lnTo>
                  <a:lnTo>
                    <a:pt x="118" y="24001"/>
                  </a:lnTo>
                  <a:cubicBezTo>
                    <a:pt x="13383" y="30245"/>
                    <a:pt x="26736" y="33418"/>
                    <a:pt x="39802" y="33430"/>
                  </a:cubicBezTo>
                  <a:cubicBezTo>
                    <a:pt x="39862" y="33430"/>
                    <a:pt x="39922" y="33430"/>
                    <a:pt x="39983" y="33430"/>
                  </a:cubicBezTo>
                  <a:cubicBezTo>
                    <a:pt x="44319" y="33430"/>
                    <a:pt x="48571" y="33023"/>
                    <a:pt x="52607" y="32244"/>
                  </a:cubicBezTo>
                  <a:cubicBezTo>
                    <a:pt x="53961" y="31982"/>
                    <a:pt x="55324" y="31615"/>
                    <a:pt x="56640" y="31261"/>
                  </a:cubicBezTo>
                  <a:cubicBezTo>
                    <a:pt x="57454" y="31041"/>
                    <a:pt x="58297" y="30815"/>
                    <a:pt x="59127" y="30616"/>
                  </a:cubicBezTo>
                  <a:cubicBezTo>
                    <a:pt x="61559" y="30033"/>
                    <a:pt x="64382" y="29412"/>
                    <a:pt x="67164" y="29409"/>
                  </a:cubicBezTo>
                  <a:cubicBezTo>
                    <a:pt x="67187" y="29409"/>
                    <a:pt x="67210" y="29409"/>
                    <a:pt x="67233" y="29409"/>
                  </a:cubicBezTo>
                  <a:cubicBezTo>
                    <a:pt x="69147" y="29409"/>
                    <a:pt x="71252" y="29651"/>
                    <a:pt x="72340" y="31318"/>
                  </a:cubicBezTo>
                  <a:cubicBezTo>
                    <a:pt x="73241" y="32701"/>
                    <a:pt x="73043" y="34924"/>
                    <a:pt x="72447" y="36513"/>
                  </a:cubicBezTo>
                  <a:cubicBezTo>
                    <a:pt x="71871" y="38046"/>
                    <a:pt x="70768" y="39317"/>
                    <a:pt x="69163" y="40292"/>
                  </a:cubicBezTo>
                  <a:cubicBezTo>
                    <a:pt x="65293" y="42649"/>
                    <a:pt x="60492" y="42849"/>
                    <a:pt x="56298" y="42850"/>
                  </a:cubicBezTo>
                  <a:lnTo>
                    <a:pt x="56268" y="42850"/>
                  </a:lnTo>
                  <a:cubicBezTo>
                    <a:pt x="46241" y="42850"/>
                    <a:pt x="36475" y="40614"/>
                    <a:pt x="29086" y="38666"/>
                  </a:cubicBezTo>
                  <a:cubicBezTo>
                    <a:pt x="25956" y="37839"/>
                    <a:pt x="22778" y="36952"/>
                    <a:pt x="19706" y="36095"/>
                  </a:cubicBezTo>
                  <a:cubicBezTo>
                    <a:pt x="13350" y="34319"/>
                    <a:pt x="6776" y="32482"/>
                    <a:pt x="244" y="31089"/>
                  </a:cubicBezTo>
                  <a:lnTo>
                    <a:pt x="1" y="31038"/>
                  </a:lnTo>
                  <a:lnTo>
                    <a:pt x="1" y="40777"/>
                  </a:lnTo>
                  <a:lnTo>
                    <a:pt x="105" y="40834"/>
                  </a:lnTo>
                  <a:cubicBezTo>
                    <a:pt x="528" y="41068"/>
                    <a:pt x="960" y="41284"/>
                    <a:pt x="1387" y="41477"/>
                  </a:cubicBezTo>
                  <a:cubicBezTo>
                    <a:pt x="4210" y="42747"/>
                    <a:pt x="6945" y="42957"/>
                    <a:pt x="9247" y="42996"/>
                  </a:cubicBezTo>
                  <a:lnTo>
                    <a:pt x="9694" y="43003"/>
                  </a:lnTo>
                  <a:cubicBezTo>
                    <a:pt x="11777" y="43036"/>
                    <a:pt x="13933" y="43072"/>
                    <a:pt x="16035" y="43364"/>
                  </a:cubicBezTo>
                  <a:cubicBezTo>
                    <a:pt x="17956" y="43633"/>
                    <a:pt x="19953" y="44050"/>
                    <a:pt x="21555" y="45283"/>
                  </a:cubicBezTo>
                  <a:cubicBezTo>
                    <a:pt x="22721" y="46179"/>
                    <a:pt x="23812" y="47901"/>
                    <a:pt x="23624" y="49723"/>
                  </a:cubicBezTo>
                  <a:cubicBezTo>
                    <a:pt x="23492" y="50977"/>
                    <a:pt x="22661" y="51876"/>
                    <a:pt x="21149" y="52395"/>
                  </a:cubicBezTo>
                  <a:cubicBezTo>
                    <a:pt x="19929" y="52815"/>
                    <a:pt x="18642" y="52977"/>
                    <a:pt x="17343" y="52977"/>
                  </a:cubicBezTo>
                  <a:cubicBezTo>
                    <a:pt x="14829" y="52977"/>
                    <a:pt x="12272" y="52369"/>
                    <a:pt x="10068" y="51847"/>
                  </a:cubicBezTo>
                  <a:cubicBezTo>
                    <a:pt x="7275" y="51184"/>
                    <a:pt x="4475" y="50237"/>
                    <a:pt x="1767" y="49323"/>
                  </a:cubicBezTo>
                  <a:cubicBezTo>
                    <a:pt x="1267" y="49155"/>
                    <a:pt x="767" y="48985"/>
                    <a:pt x="265" y="48818"/>
                  </a:cubicBezTo>
                  <a:lnTo>
                    <a:pt x="1" y="48728"/>
                  </a:lnTo>
                  <a:lnTo>
                    <a:pt x="1" y="54985"/>
                  </a:lnTo>
                  <a:lnTo>
                    <a:pt x="187" y="54999"/>
                  </a:lnTo>
                  <a:cubicBezTo>
                    <a:pt x="4720" y="55364"/>
                    <a:pt x="9668" y="55608"/>
                    <a:pt x="15316" y="55745"/>
                  </a:cubicBezTo>
                  <a:cubicBezTo>
                    <a:pt x="17327" y="55794"/>
                    <a:pt x="19280" y="55818"/>
                    <a:pt x="21180" y="55818"/>
                  </a:cubicBezTo>
                  <a:cubicBezTo>
                    <a:pt x="31405" y="55818"/>
                    <a:pt x="40078" y="55104"/>
                    <a:pt x="48122" y="53615"/>
                  </a:cubicBezTo>
                  <a:cubicBezTo>
                    <a:pt x="54125" y="52502"/>
                    <a:pt x="58913" y="51189"/>
                    <a:pt x="63191" y="49484"/>
                  </a:cubicBezTo>
                  <a:cubicBezTo>
                    <a:pt x="67326" y="47835"/>
                    <a:pt x="71599" y="45463"/>
                    <a:pt x="76643" y="42018"/>
                  </a:cubicBezTo>
                  <a:cubicBezTo>
                    <a:pt x="79721" y="39917"/>
                    <a:pt x="82780" y="37621"/>
                    <a:pt x="85739" y="35403"/>
                  </a:cubicBezTo>
                  <a:cubicBezTo>
                    <a:pt x="90819" y="31594"/>
                    <a:pt x="96072" y="27654"/>
                    <a:pt x="101563" y="24578"/>
                  </a:cubicBezTo>
                  <a:cubicBezTo>
                    <a:pt x="109139" y="20330"/>
                    <a:pt x="117758" y="18014"/>
                    <a:pt x="129508" y="17065"/>
                  </a:cubicBezTo>
                  <a:cubicBezTo>
                    <a:pt x="132858" y="16795"/>
                    <a:pt x="136254" y="16658"/>
                    <a:pt x="139725" y="16658"/>
                  </a:cubicBezTo>
                  <a:cubicBezTo>
                    <a:pt x="155229" y="16658"/>
                    <a:pt x="172239" y="19393"/>
                    <a:pt x="193363" y="25194"/>
                  </a:cubicBezTo>
                  <a:cubicBezTo>
                    <a:pt x="194320" y="25456"/>
                    <a:pt x="195279" y="25717"/>
                    <a:pt x="196240" y="25980"/>
                  </a:cubicBezTo>
                  <a:cubicBezTo>
                    <a:pt x="205628" y="28540"/>
                    <a:pt x="215334" y="31188"/>
                    <a:pt x="224421" y="35420"/>
                  </a:cubicBezTo>
                  <a:cubicBezTo>
                    <a:pt x="227275" y="36749"/>
                    <a:pt x="230329" y="38452"/>
                    <a:pt x="234037" y="40778"/>
                  </a:cubicBezTo>
                  <a:lnTo>
                    <a:pt x="234347" y="40971"/>
                  </a:lnTo>
                  <a:lnTo>
                    <a:pt x="234347" y="31794"/>
                  </a:lnTo>
                  <a:lnTo>
                    <a:pt x="234257" y="31734"/>
                  </a:lnTo>
                  <a:cubicBezTo>
                    <a:pt x="229156" y="28302"/>
                    <a:pt x="223710" y="25471"/>
                    <a:pt x="218442" y="22732"/>
                  </a:cubicBezTo>
                  <a:lnTo>
                    <a:pt x="216510" y="21728"/>
                  </a:lnTo>
                  <a:cubicBezTo>
                    <a:pt x="207587" y="17070"/>
                    <a:pt x="198587" y="12930"/>
                    <a:pt x="189764" y="9423"/>
                  </a:cubicBezTo>
                  <a:cubicBezTo>
                    <a:pt x="179135" y="5199"/>
                    <a:pt x="170836" y="2739"/>
                    <a:pt x="162852" y="1440"/>
                  </a:cubicBezTo>
                  <a:cubicBezTo>
                    <a:pt x="156959" y="482"/>
                    <a:pt x="150969" y="1"/>
                    <a:pt x="144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4"/>
            <p:cNvSpPr/>
            <p:nvPr/>
          </p:nvSpPr>
          <p:spPr>
            <a:xfrm>
              <a:off x="4303273" y="2401574"/>
              <a:ext cx="4977457" cy="2219891"/>
            </a:xfrm>
            <a:custGeom>
              <a:rect b="b" l="l" r="r" t="t"/>
              <a:pathLst>
                <a:path extrusionOk="0" h="55473" w="124382">
                  <a:moveTo>
                    <a:pt x="25918" y="402"/>
                  </a:moveTo>
                  <a:cubicBezTo>
                    <a:pt x="36041" y="402"/>
                    <a:pt x="47026" y="1991"/>
                    <a:pt x="60462" y="5393"/>
                  </a:cubicBezTo>
                  <a:cubicBezTo>
                    <a:pt x="70856" y="8024"/>
                    <a:pt x="81175" y="11807"/>
                    <a:pt x="91155" y="15464"/>
                  </a:cubicBezTo>
                  <a:cubicBezTo>
                    <a:pt x="92391" y="15917"/>
                    <a:pt x="93627" y="16369"/>
                    <a:pt x="94863" y="16822"/>
                  </a:cubicBezTo>
                  <a:lnTo>
                    <a:pt x="95647" y="17108"/>
                  </a:lnTo>
                  <a:cubicBezTo>
                    <a:pt x="105319" y="20631"/>
                    <a:pt x="115319" y="24277"/>
                    <a:pt x="123981" y="30890"/>
                  </a:cubicBezTo>
                  <a:lnTo>
                    <a:pt x="123981" y="53695"/>
                  </a:lnTo>
                  <a:cubicBezTo>
                    <a:pt x="123931" y="53594"/>
                    <a:pt x="123881" y="53490"/>
                    <a:pt x="123831" y="53388"/>
                  </a:cubicBezTo>
                  <a:cubicBezTo>
                    <a:pt x="121216" y="48116"/>
                    <a:pt x="118223" y="43645"/>
                    <a:pt x="114937" y="40100"/>
                  </a:cubicBezTo>
                  <a:cubicBezTo>
                    <a:pt x="110571" y="35392"/>
                    <a:pt x="105339" y="32142"/>
                    <a:pt x="101268" y="29834"/>
                  </a:cubicBezTo>
                  <a:cubicBezTo>
                    <a:pt x="91058" y="24049"/>
                    <a:pt x="80265" y="20787"/>
                    <a:pt x="69187" y="20137"/>
                  </a:cubicBezTo>
                  <a:cubicBezTo>
                    <a:pt x="67907" y="20061"/>
                    <a:pt x="66618" y="20024"/>
                    <a:pt x="65319" y="20024"/>
                  </a:cubicBezTo>
                  <a:cubicBezTo>
                    <a:pt x="61141" y="20024"/>
                    <a:pt x="56870" y="20411"/>
                    <a:pt x="52577" y="21181"/>
                  </a:cubicBezTo>
                  <a:cubicBezTo>
                    <a:pt x="48332" y="21940"/>
                    <a:pt x="44099" y="23239"/>
                    <a:pt x="40004" y="24495"/>
                  </a:cubicBezTo>
                  <a:cubicBezTo>
                    <a:pt x="38744" y="24880"/>
                    <a:pt x="37484" y="25268"/>
                    <a:pt x="36221" y="25639"/>
                  </a:cubicBezTo>
                  <a:cubicBezTo>
                    <a:pt x="30814" y="27232"/>
                    <a:pt x="25249" y="28662"/>
                    <a:pt x="19858" y="28662"/>
                  </a:cubicBezTo>
                  <a:cubicBezTo>
                    <a:pt x="15618" y="28662"/>
                    <a:pt x="11486" y="27778"/>
                    <a:pt x="7624" y="25392"/>
                  </a:cubicBezTo>
                  <a:cubicBezTo>
                    <a:pt x="1653" y="21703"/>
                    <a:pt x="639" y="17073"/>
                    <a:pt x="567" y="14640"/>
                  </a:cubicBezTo>
                  <a:cubicBezTo>
                    <a:pt x="413" y="9480"/>
                    <a:pt x="3668" y="6464"/>
                    <a:pt x="5623" y="5124"/>
                  </a:cubicBezTo>
                  <a:cubicBezTo>
                    <a:pt x="9015" y="2801"/>
                    <a:pt x="12910" y="1856"/>
                    <a:pt x="15924" y="1292"/>
                  </a:cubicBezTo>
                  <a:cubicBezTo>
                    <a:pt x="19039" y="709"/>
                    <a:pt x="22328" y="409"/>
                    <a:pt x="25700" y="402"/>
                  </a:cubicBezTo>
                  <a:close/>
                  <a:moveTo>
                    <a:pt x="25696" y="0"/>
                  </a:moveTo>
                  <a:cubicBezTo>
                    <a:pt x="22298" y="9"/>
                    <a:pt x="18984" y="309"/>
                    <a:pt x="15846" y="896"/>
                  </a:cubicBezTo>
                  <a:cubicBezTo>
                    <a:pt x="12791" y="1468"/>
                    <a:pt x="8843" y="2428"/>
                    <a:pt x="5390" y="4792"/>
                  </a:cubicBezTo>
                  <a:cubicBezTo>
                    <a:pt x="3368" y="6176"/>
                    <a:pt x="0" y="9300"/>
                    <a:pt x="160" y="14653"/>
                  </a:cubicBezTo>
                  <a:cubicBezTo>
                    <a:pt x="236" y="17166"/>
                    <a:pt x="1277" y="21947"/>
                    <a:pt x="7409" y="25735"/>
                  </a:cubicBezTo>
                  <a:cubicBezTo>
                    <a:pt x="11344" y="28167"/>
                    <a:pt x="15543" y="29067"/>
                    <a:pt x="19845" y="29067"/>
                  </a:cubicBezTo>
                  <a:cubicBezTo>
                    <a:pt x="25284" y="29067"/>
                    <a:pt x="30887" y="27628"/>
                    <a:pt x="36329" y="26025"/>
                  </a:cubicBezTo>
                  <a:cubicBezTo>
                    <a:pt x="37594" y="25653"/>
                    <a:pt x="38857" y="25265"/>
                    <a:pt x="40120" y="24877"/>
                  </a:cubicBezTo>
                  <a:cubicBezTo>
                    <a:pt x="44202" y="23626"/>
                    <a:pt x="48423" y="22331"/>
                    <a:pt x="52645" y="21575"/>
                  </a:cubicBezTo>
                  <a:cubicBezTo>
                    <a:pt x="56919" y="20811"/>
                    <a:pt x="61167" y="20426"/>
                    <a:pt x="65320" y="20426"/>
                  </a:cubicBezTo>
                  <a:cubicBezTo>
                    <a:pt x="66611" y="20426"/>
                    <a:pt x="67892" y="20464"/>
                    <a:pt x="69163" y="20538"/>
                  </a:cubicBezTo>
                  <a:cubicBezTo>
                    <a:pt x="80177" y="21183"/>
                    <a:pt x="90911" y="24429"/>
                    <a:pt x="101068" y="30184"/>
                  </a:cubicBezTo>
                  <a:cubicBezTo>
                    <a:pt x="105113" y="32476"/>
                    <a:pt x="110313" y="35707"/>
                    <a:pt x="114641" y="40373"/>
                  </a:cubicBezTo>
                  <a:cubicBezTo>
                    <a:pt x="117901" y="43892"/>
                    <a:pt x="120872" y="48330"/>
                    <a:pt x="123468" y="53567"/>
                  </a:cubicBezTo>
                  <a:cubicBezTo>
                    <a:pt x="123595" y="53824"/>
                    <a:pt x="123718" y="54084"/>
                    <a:pt x="123842" y="54344"/>
                  </a:cubicBezTo>
                  <a:lnTo>
                    <a:pt x="124380" y="55470"/>
                  </a:lnTo>
                  <a:lnTo>
                    <a:pt x="124380" y="30691"/>
                  </a:lnTo>
                  <a:lnTo>
                    <a:pt x="124301" y="30630"/>
                  </a:lnTo>
                  <a:cubicBezTo>
                    <a:pt x="115571" y="23942"/>
                    <a:pt x="105512" y="20275"/>
                    <a:pt x="95782" y="16727"/>
                  </a:cubicBezTo>
                  <a:lnTo>
                    <a:pt x="94996" y="16442"/>
                  </a:lnTo>
                  <a:cubicBezTo>
                    <a:pt x="93760" y="15992"/>
                    <a:pt x="92525" y="15539"/>
                    <a:pt x="91289" y="15087"/>
                  </a:cubicBezTo>
                  <a:cubicBezTo>
                    <a:pt x="81300" y="11425"/>
                    <a:pt x="70971" y="7640"/>
                    <a:pt x="60557" y="5003"/>
                  </a:cubicBezTo>
                  <a:cubicBezTo>
                    <a:pt x="47087" y="1592"/>
                    <a:pt x="36071" y="0"/>
                    <a:pt x="25913" y="0"/>
                  </a:cubicBezTo>
                  <a:close/>
                  <a:moveTo>
                    <a:pt x="124380" y="55470"/>
                  </a:moveTo>
                  <a:lnTo>
                    <a:pt x="124380" y="55473"/>
                  </a:lnTo>
                  <a:lnTo>
                    <a:pt x="124381" y="55473"/>
                  </a:lnTo>
                  <a:lnTo>
                    <a:pt x="124380" y="5547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4"/>
            <p:cNvSpPr/>
            <p:nvPr/>
          </p:nvSpPr>
          <p:spPr>
            <a:xfrm>
              <a:off x="-97184" y="3183486"/>
              <a:ext cx="4473596" cy="1988630"/>
            </a:xfrm>
            <a:custGeom>
              <a:rect b="b" l="l" r="r" t="t"/>
              <a:pathLst>
                <a:path extrusionOk="0" h="49694" w="111791">
                  <a:moveTo>
                    <a:pt x="97341" y="420"/>
                  </a:moveTo>
                  <a:cubicBezTo>
                    <a:pt x="98733" y="420"/>
                    <a:pt x="99979" y="773"/>
                    <a:pt x="101045" y="1273"/>
                  </a:cubicBezTo>
                  <a:cubicBezTo>
                    <a:pt x="104764" y="3021"/>
                    <a:pt x="109232" y="7243"/>
                    <a:pt x="110572" y="11931"/>
                  </a:cubicBezTo>
                  <a:cubicBezTo>
                    <a:pt x="111369" y="14719"/>
                    <a:pt x="110985" y="17351"/>
                    <a:pt x="109429" y="19750"/>
                  </a:cubicBezTo>
                  <a:cubicBezTo>
                    <a:pt x="107469" y="22776"/>
                    <a:pt x="104270" y="24339"/>
                    <a:pt x="101702" y="25361"/>
                  </a:cubicBezTo>
                  <a:cubicBezTo>
                    <a:pt x="98754" y="26534"/>
                    <a:pt x="95452" y="27464"/>
                    <a:pt x="91607" y="28204"/>
                  </a:cubicBezTo>
                  <a:cubicBezTo>
                    <a:pt x="89921" y="28528"/>
                    <a:pt x="88200" y="28811"/>
                    <a:pt x="86532" y="29084"/>
                  </a:cubicBezTo>
                  <a:cubicBezTo>
                    <a:pt x="79681" y="30207"/>
                    <a:pt x="72597" y="31372"/>
                    <a:pt x="66253" y="35734"/>
                  </a:cubicBezTo>
                  <a:cubicBezTo>
                    <a:pt x="61721" y="38849"/>
                    <a:pt x="57707" y="43535"/>
                    <a:pt x="54638" y="49289"/>
                  </a:cubicBezTo>
                  <a:lnTo>
                    <a:pt x="3363" y="49289"/>
                  </a:lnTo>
                  <a:cubicBezTo>
                    <a:pt x="1730" y="49289"/>
                    <a:pt x="402" y="47585"/>
                    <a:pt x="402" y="45488"/>
                  </a:cubicBezTo>
                  <a:lnTo>
                    <a:pt x="402" y="27817"/>
                  </a:lnTo>
                  <a:cubicBezTo>
                    <a:pt x="6956" y="29756"/>
                    <a:pt x="13549" y="31125"/>
                    <a:pt x="20006" y="31888"/>
                  </a:cubicBezTo>
                  <a:cubicBezTo>
                    <a:pt x="24832" y="32458"/>
                    <a:pt x="29867" y="32744"/>
                    <a:pt x="35067" y="32744"/>
                  </a:cubicBezTo>
                  <a:cubicBezTo>
                    <a:pt x="39433" y="32744"/>
                    <a:pt x="43915" y="32543"/>
                    <a:pt x="48490" y="32140"/>
                  </a:cubicBezTo>
                  <a:cubicBezTo>
                    <a:pt x="52725" y="31766"/>
                    <a:pt x="57090" y="31156"/>
                    <a:pt x="61838" y="30276"/>
                  </a:cubicBezTo>
                  <a:cubicBezTo>
                    <a:pt x="65200" y="29650"/>
                    <a:pt x="69115" y="28700"/>
                    <a:pt x="72658" y="26377"/>
                  </a:cubicBezTo>
                  <a:cubicBezTo>
                    <a:pt x="76773" y="23677"/>
                    <a:pt x="79509" y="18971"/>
                    <a:pt x="82157" y="14419"/>
                  </a:cubicBezTo>
                  <a:cubicBezTo>
                    <a:pt x="83207" y="12610"/>
                    <a:pt x="84295" y="10742"/>
                    <a:pt x="85446" y="9038"/>
                  </a:cubicBezTo>
                  <a:cubicBezTo>
                    <a:pt x="89943" y="2389"/>
                    <a:pt x="94052" y="420"/>
                    <a:pt x="97341" y="420"/>
                  </a:cubicBezTo>
                  <a:close/>
                  <a:moveTo>
                    <a:pt x="97320" y="1"/>
                  </a:moveTo>
                  <a:cubicBezTo>
                    <a:pt x="92272" y="1"/>
                    <a:pt x="88015" y="4523"/>
                    <a:pt x="85113" y="8813"/>
                  </a:cubicBezTo>
                  <a:cubicBezTo>
                    <a:pt x="83953" y="10529"/>
                    <a:pt x="82863" y="12404"/>
                    <a:pt x="81808" y="14217"/>
                  </a:cubicBezTo>
                  <a:cubicBezTo>
                    <a:pt x="79187" y="18729"/>
                    <a:pt x="76473" y="23393"/>
                    <a:pt x="72437" y="26041"/>
                  </a:cubicBezTo>
                  <a:cubicBezTo>
                    <a:pt x="68955" y="28325"/>
                    <a:pt x="65088" y="29264"/>
                    <a:pt x="61763" y="29881"/>
                  </a:cubicBezTo>
                  <a:cubicBezTo>
                    <a:pt x="57027" y="30760"/>
                    <a:pt x="52675" y="31369"/>
                    <a:pt x="48454" y="31740"/>
                  </a:cubicBezTo>
                  <a:cubicBezTo>
                    <a:pt x="43892" y="32141"/>
                    <a:pt x="39422" y="32342"/>
                    <a:pt x="35069" y="32342"/>
                  </a:cubicBezTo>
                  <a:cubicBezTo>
                    <a:pt x="29883" y="32342"/>
                    <a:pt x="24864" y="32057"/>
                    <a:pt x="20053" y="31489"/>
                  </a:cubicBezTo>
                  <a:cubicBezTo>
                    <a:pt x="13535" y="30716"/>
                    <a:pt x="6875" y="29326"/>
                    <a:pt x="259" y="27354"/>
                  </a:cubicBezTo>
                  <a:lnTo>
                    <a:pt x="1" y="27277"/>
                  </a:lnTo>
                  <a:lnTo>
                    <a:pt x="1" y="45491"/>
                  </a:lnTo>
                  <a:cubicBezTo>
                    <a:pt x="1" y="47809"/>
                    <a:pt x="1508" y="49694"/>
                    <a:pt x="3363" y="49694"/>
                  </a:cubicBezTo>
                  <a:lnTo>
                    <a:pt x="54879" y="49694"/>
                  </a:lnTo>
                  <a:lnTo>
                    <a:pt x="54936" y="49585"/>
                  </a:lnTo>
                  <a:cubicBezTo>
                    <a:pt x="57983" y="43837"/>
                    <a:pt x="61975" y="39163"/>
                    <a:pt x="66481" y="36064"/>
                  </a:cubicBezTo>
                  <a:cubicBezTo>
                    <a:pt x="72751" y="31752"/>
                    <a:pt x="79791" y="30597"/>
                    <a:pt x="86599" y="29479"/>
                  </a:cubicBezTo>
                  <a:cubicBezTo>
                    <a:pt x="88267" y="29206"/>
                    <a:pt x="89993" y="28921"/>
                    <a:pt x="91683" y="28597"/>
                  </a:cubicBezTo>
                  <a:cubicBezTo>
                    <a:pt x="95554" y="27852"/>
                    <a:pt x="98882" y="26914"/>
                    <a:pt x="101852" y="25732"/>
                  </a:cubicBezTo>
                  <a:cubicBezTo>
                    <a:pt x="104477" y="24689"/>
                    <a:pt x="107747" y="23089"/>
                    <a:pt x="109769" y="19968"/>
                  </a:cubicBezTo>
                  <a:cubicBezTo>
                    <a:pt x="111389" y="17466"/>
                    <a:pt x="111791" y="14724"/>
                    <a:pt x="110961" y="11820"/>
                  </a:cubicBezTo>
                  <a:cubicBezTo>
                    <a:pt x="109585" y="7016"/>
                    <a:pt x="105018" y="2695"/>
                    <a:pt x="101216" y="909"/>
                  </a:cubicBezTo>
                  <a:cubicBezTo>
                    <a:pt x="99874" y="279"/>
                    <a:pt x="98573" y="1"/>
                    <a:pt x="973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4"/>
            <p:cNvSpPr/>
            <p:nvPr/>
          </p:nvSpPr>
          <p:spPr>
            <a:xfrm>
              <a:off x="2768223" y="4443454"/>
              <a:ext cx="4335456" cy="728679"/>
            </a:xfrm>
            <a:custGeom>
              <a:rect b="b" l="l" r="r" t="t"/>
              <a:pathLst>
                <a:path extrusionOk="0" h="18209" w="108339">
                  <a:moveTo>
                    <a:pt x="27698" y="402"/>
                  </a:moveTo>
                  <a:cubicBezTo>
                    <a:pt x="32888" y="402"/>
                    <a:pt x="38022" y="2124"/>
                    <a:pt x="42576" y="3656"/>
                  </a:cubicBezTo>
                  <a:cubicBezTo>
                    <a:pt x="47416" y="5283"/>
                    <a:pt x="52582" y="6948"/>
                    <a:pt x="57857" y="7844"/>
                  </a:cubicBezTo>
                  <a:cubicBezTo>
                    <a:pt x="62292" y="8597"/>
                    <a:pt x="66755" y="8977"/>
                    <a:pt x="71177" y="8977"/>
                  </a:cubicBezTo>
                  <a:cubicBezTo>
                    <a:pt x="72693" y="8977"/>
                    <a:pt x="74204" y="8932"/>
                    <a:pt x="75707" y="8843"/>
                  </a:cubicBezTo>
                  <a:cubicBezTo>
                    <a:pt x="78578" y="8671"/>
                    <a:pt x="81363" y="8335"/>
                    <a:pt x="83983" y="7841"/>
                  </a:cubicBezTo>
                  <a:cubicBezTo>
                    <a:pt x="84740" y="7698"/>
                    <a:pt x="85506" y="7531"/>
                    <a:pt x="86246" y="7371"/>
                  </a:cubicBezTo>
                  <a:cubicBezTo>
                    <a:pt x="87567" y="7085"/>
                    <a:pt x="88932" y="6788"/>
                    <a:pt x="90288" y="6616"/>
                  </a:cubicBezTo>
                  <a:cubicBezTo>
                    <a:pt x="91569" y="6455"/>
                    <a:pt x="92767" y="6374"/>
                    <a:pt x="93889" y="6374"/>
                  </a:cubicBezTo>
                  <a:cubicBezTo>
                    <a:pt x="97369" y="6374"/>
                    <a:pt x="100126" y="7157"/>
                    <a:pt x="102405" y="8765"/>
                  </a:cubicBezTo>
                  <a:cubicBezTo>
                    <a:pt x="104715" y="10399"/>
                    <a:pt x="107752" y="14521"/>
                    <a:pt x="107336" y="17804"/>
                  </a:cubicBezTo>
                  <a:lnTo>
                    <a:pt x="2840" y="17804"/>
                  </a:lnTo>
                  <a:cubicBezTo>
                    <a:pt x="2038" y="16930"/>
                    <a:pt x="1495" y="16015"/>
                    <a:pt x="1180" y="15011"/>
                  </a:cubicBezTo>
                  <a:cubicBezTo>
                    <a:pt x="328" y="12292"/>
                    <a:pt x="1140" y="8835"/>
                    <a:pt x="2950" y="7464"/>
                  </a:cubicBezTo>
                  <a:cubicBezTo>
                    <a:pt x="4188" y="6527"/>
                    <a:pt x="5746" y="6255"/>
                    <a:pt x="7263" y="6255"/>
                  </a:cubicBezTo>
                  <a:cubicBezTo>
                    <a:pt x="8508" y="6255"/>
                    <a:pt x="9724" y="6438"/>
                    <a:pt x="10713" y="6586"/>
                  </a:cubicBezTo>
                  <a:cubicBezTo>
                    <a:pt x="13555" y="7015"/>
                    <a:pt x="16398" y="7815"/>
                    <a:pt x="19148" y="8591"/>
                  </a:cubicBezTo>
                  <a:cubicBezTo>
                    <a:pt x="20420" y="8950"/>
                    <a:pt x="21733" y="9320"/>
                    <a:pt x="23031" y="9648"/>
                  </a:cubicBezTo>
                  <a:cubicBezTo>
                    <a:pt x="23892" y="9867"/>
                    <a:pt x="24772" y="10044"/>
                    <a:pt x="25624" y="10217"/>
                  </a:cubicBezTo>
                  <a:cubicBezTo>
                    <a:pt x="26578" y="10410"/>
                    <a:pt x="27561" y="10610"/>
                    <a:pt x="28520" y="10866"/>
                  </a:cubicBezTo>
                  <a:cubicBezTo>
                    <a:pt x="29266" y="11066"/>
                    <a:pt x="30023" y="11287"/>
                    <a:pt x="30753" y="11502"/>
                  </a:cubicBezTo>
                  <a:cubicBezTo>
                    <a:pt x="31592" y="11746"/>
                    <a:pt x="32458" y="12000"/>
                    <a:pt x="33317" y="12223"/>
                  </a:cubicBezTo>
                  <a:lnTo>
                    <a:pt x="33467" y="12263"/>
                  </a:lnTo>
                  <a:cubicBezTo>
                    <a:pt x="34991" y="12659"/>
                    <a:pt x="36728" y="13111"/>
                    <a:pt x="38421" y="13111"/>
                  </a:cubicBezTo>
                  <a:cubicBezTo>
                    <a:pt x="39680" y="13111"/>
                    <a:pt x="40914" y="12861"/>
                    <a:pt x="42017" y="12152"/>
                  </a:cubicBezTo>
                  <a:cubicBezTo>
                    <a:pt x="42247" y="12003"/>
                    <a:pt x="42254" y="11687"/>
                    <a:pt x="42130" y="11480"/>
                  </a:cubicBezTo>
                  <a:cubicBezTo>
                    <a:pt x="39927" y="7838"/>
                    <a:pt x="35420" y="7355"/>
                    <a:pt x="32131" y="7002"/>
                  </a:cubicBezTo>
                  <a:cubicBezTo>
                    <a:pt x="30552" y="6834"/>
                    <a:pt x="28936" y="6794"/>
                    <a:pt x="27373" y="6755"/>
                  </a:cubicBezTo>
                  <a:cubicBezTo>
                    <a:pt x="24971" y="6694"/>
                    <a:pt x="22485" y="6634"/>
                    <a:pt x="20094" y="6098"/>
                  </a:cubicBezTo>
                  <a:lnTo>
                    <a:pt x="19861" y="6045"/>
                  </a:lnTo>
                  <a:cubicBezTo>
                    <a:pt x="19174" y="5899"/>
                    <a:pt x="18323" y="5715"/>
                    <a:pt x="17845" y="5185"/>
                  </a:cubicBezTo>
                  <a:cubicBezTo>
                    <a:pt x="17683" y="5000"/>
                    <a:pt x="17613" y="4809"/>
                    <a:pt x="17637" y="4599"/>
                  </a:cubicBezTo>
                  <a:cubicBezTo>
                    <a:pt x="17720" y="3886"/>
                    <a:pt x="18816" y="3119"/>
                    <a:pt x="19284" y="2791"/>
                  </a:cubicBezTo>
                  <a:lnTo>
                    <a:pt x="19370" y="2730"/>
                  </a:lnTo>
                  <a:cubicBezTo>
                    <a:pt x="21382" y="1313"/>
                    <a:pt x="23882" y="535"/>
                    <a:pt x="26803" y="420"/>
                  </a:cubicBezTo>
                  <a:cubicBezTo>
                    <a:pt x="27101" y="408"/>
                    <a:pt x="27399" y="402"/>
                    <a:pt x="27698" y="402"/>
                  </a:cubicBezTo>
                  <a:close/>
                  <a:moveTo>
                    <a:pt x="27716" y="0"/>
                  </a:moveTo>
                  <a:cubicBezTo>
                    <a:pt x="27408" y="0"/>
                    <a:pt x="27101" y="6"/>
                    <a:pt x="26793" y="18"/>
                  </a:cubicBezTo>
                  <a:cubicBezTo>
                    <a:pt x="23792" y="137"/>
                    <a:pt x="21220" y="940"/>
                    <a:pt x="19143" y="2401"/>
                  </a:cubicBezTo>
                  <a:lnTo>
                    <a:pt x="19057" y="2461"/>
                  </a:lnTo>
                  <a:cubicBezTo>
                    <a:pt x="18500" y="2850"/>
                    <a:pt x="17342" y="3659"/>
                    <a:pt x="17241" y="4552"/>
                  </a:cubicBezTo>
                  <a:cubicBezTo>
                    <a:pt x="17204" y="4879"/>
                    <a:pt x="17307" y="5183"/>
                    <a:pt x="17550" y="5452"/>
                  </a:cubicBezTo>
                  <a:cubicBezTo>
                    <a:pt x="18114" y="6081"/>
                    <a:pt x="19037" y="6279"/>
                    <a:pt x="19779" y="6438"/>
                  </a:cubicBezTo>
                  <a:lnTo>
                    <a:pt x="20009" y="6488"/>
                  </a:lnTo>
                  <a:cubicBezTo>
                    <a:pt x="22436" y="7034"/>
                    <a:pt x="24942" y="7095"/>
                    <a:pt x="27366" y="7155"/>
                  </a:cubicBezTo>
                  <a:cubicBezTo>
                    <a:pt x="28920" y="7194"/>
                    <a:pt x="30528" y="7234"/>
                    <a:pt x="32089" y="7401"/>
                  </a:cubicBezTo>
                  <a:cubicBezTo>
                    <a:pt x="35297" y="7744"/>
                    <a:pt x="39689" y="8215"/>
                    <a:pt x="41788" y="11686"/>
                  </a:cubicBezTo>
                  <a:cubicBezTo>
                    <a:pt x="41818" y="11736"/>
                    <a:pt x="41813" y="11800"/>
                    <a:pt x="41803" y="11810"/>
                  </a:cubicBezTo>
                  <a:cubicBezTo>
                    <a:pt x="40777" y="12469"/>
                    <a:pt x="39614" y="12703"/>
                    <a:pt x="38419" y="12703"/>
                  </a:cubicBezTo>
                  <a:cubicBezTo>
                    <a:pt x="36773" y="12703"/>
                    <a:pt x="35066" y="12260"/>
                    <a:pt x="33571" y="11872"/>
                  </a:cubicBezTo>
                  <a:lnTo>
                    <a:pt x="33421" y="11832"/>
                  </a:lnTo>
                  <a:cubicBezTo>
                    <a:pt x="32568" y="11613"/>
                    <a:pt x="31706" y="11359"/>
                    <a:pt x="30871" y="11114"/>
                  </a:cubicBezTo>
                  <a:cubicBezTo>
                    <a:pt x="30136" y="10900"/>
                    <a:pt x="29377" y="10677"/>
                    <a:pt x="28627" y="10477"/>
                  </a:cubicBezTo>
                  <a:cubicBezTo>
                    <a:pt x="27659" y="10217"/>
                    <a:pt x="26667" y="10017"/>
                    <a:pt x="25708" y="9823"/>
                  </a:cubicBezTo>
                  <a:cubicBezTo>
                    <a:pt x="24862" y="9650"/>
                    <a:pt x="23985" y="9473"/>
                    <a:pt x="23133" y="9257"/>
                  </a:cubicBezTo>
                  <a:cubicBezTo>
                    <a:pt x="21840" y="8930"/>
                    <a:pt x="20529" y="8560"/>
                    <a:pt x="19261" y="8202"/>
                  </a:cubicBezTo>
                  <a:cubicBezTo>
                    <a:pt x="16498" y="7424"/>
                    <a:pt x="13642" y="6619"/>
                    <a:pt x="10776" y="6188"/>
                  </a:cubicBezTo>
                  <a:cubicBezTo>
                    <a:pt x="9769" y="6036"/>
                    <a:pt x="8534" y="5850"/>
                    <a:pt x="7263" y="5850"/>
                  </a:cubicBezTo>
                  <a:cubicBezTo>
                    <a:pt x="5677" y="5850"/>
                    <a:pt x="4036" y="6139"/>
                    <a:pt x="2711" y="7142"/>
                  </a:cubicBezTo>
                  <a:cubicBezTo>
                    <a:pt x="579" y="8757"/>
                    <a:pt x="1" y="12576"/>
                    <a:pt x="798" y="15131"/>
                  </a:cubicBezTo>
                  <a:cubicBezTo>
                    <a:pt x="1138" y="16218"/>
                    <a:pt x="1730" y="17203"/>
                    <a:pt x="2606" y="18144"/>
                  </a:cubicBezTo>
                  <a:lnTo>
                    <a:pt x="2666" y="18209"/>
                  </a:lnTo>
                  <a:lnTo>
                    <a:pt x="107680" y="18209"/>
                  </a:lnTo>
                  <a:lnTo>
                    <a:pt x="107713" y="18040"/>
                  </a:lnTo>
                  <a:cubicBezTo>
                    <a:pt x="108339" y="14231"/>
                    <a:pt x="104720" y="9907"/>
                    <a:pt x="102642" y="8438"/>
                  </a:cubicBezTo>
                  <a:cubicBezTo>
                    <a:pt x="100295" y="6780"/>
                    <a:pt x="97465" y="5972"/>
                    <a:pt x="93901" y="5972"/>
                  </a:cubicBezTo>
                  <a:cubicBezTo>
                    <a:pt x="92759" y="5972"/>
                    <a:pt x="91543" y="6055"/>
                    <a:pt x="90243" y="6219"/>
                  </a:cubicBezTo>
                  <a:cubicBezTo>
                    <a:pt x="88870" y="6392"/>
                    <a:pt x="87495" y="6691"/>
                    <a:pt x="86166" y="6979"/>
                  </a:cubicBezTo>
                  <a:cubicBezTo>
                    <a:pt x="85428" y="7141"/>
                    <a:pt x="84666" y="7307"/>
                    <a:pt x="83913" y="7448"/>
                  </a:cubicBezTo>
                  <a:cubicBezTo>
                    <a:pt x="81310" y="7937"/>
                    <a:pt x="78543" y="8272"/>
                    <a:pt x="75687" y="8443"/>
                  </a:cubicBezTo>
                  <a:cubicBezTo>
                    <a:pt x="74193" y="8531"/>
                    <a:pt x="72692" y="8575"/>
                    <a:pt x="71186" y="8575"/>
                  </a:cubicBezTo>
                  <a:cubicBezTo>
                    <a:pt x="66784" y="8575"/>
                    <a:pt x="62342" y="8199"/>
                    <a:pt x="57928" y="7448"/>
                  </a:cubicBezTo>
                  <a:cubicBezTo>
                    <a:pt x="52682" y="6556"/>
                    <a:pt x="47532" y="4898"/>
                    <a:pt x="42708" y="3276"/>
                  </a:cubicBezTo>
                  <a:cubicBezTo>
                    <a:pt x="38128" y="1734"/>
                    <a:pt x="32975" y="0"/>
                    <a:pt x="27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4"/>
            <p:cNvSpPr/>
            <p:nvPr/>
          </p:nvSpPr>
          <p:spPr>
            <a:xfrm>
              <a:off x="4932235" y="3608718"/>
              <a:ext cx="4348422" cy="1563444"/>
            </a:xfrm>
            <a:custGeom>
              <a:rect b="b" l="l" r="r" t="t"/>
              <a:pathLst>
                <a:path extrusionOk="0" h="39069" w="108663">
                  <a:moveTo>
                    <a:pt x="46151" y="403"/>
                  </a:moveTo>
                  <a:cubicBezTo>
                    <a:pt x="46500" y="403"/>
                    <a:pt x="46847" y="405"/>
                    <a:pt x="47194" y="409"/>
                  </a:cubicBezTo>
                  <a:cubicBezTo>
                    <a:pt x="60555" y="576"/>
                    <a:pt x="71907" y="4288"/>
                    <a:pt x="80932" y="11441"/>
                  </a:cubicBezTo>
                  <a:cubicBezTo>
                    <a:pt x="84958" y="14633"/>
                    <a:pt x="88903" y="18201"/>
                    <a:pt x="92718" y="21653"/>
                  </a:cubicBezTo>
                  <a:cubicBezTo>
                    <a:pt x="94523" y="23286"/>
                    <a:pt x="96389" y="24974"/>
                    <a:pt x="98238" y="26600"/>
                  </a:cubicBezTo>
                  <a:cubicBezTo>
                    <a:pt x="101177" y="29181"/>
                    <a:pt x="104663" y="32202"/>
                    <a:pt x="108257" y="35034"/>
                  </a:cubicBezTo>
                  <a:cubicBezTo>
                    <a:pt x="108185" y="37046"/>
                    <a:pt x="106877" y="38663"/>
                    <a:pt x="105303" y="38663"/>
                  </a:cubicBezTo>
                  <a:lnTo>
                    <a:pt x="95006" y="38663"/>
                  </a:lnTo>
                  <a:cubicBezTo>
                    <a:pt x="94337" y="37862"/>
                    <a:pt x="93741" y="37110"/>
                    <a:pt x="93190" y="36368"/>
                  </a:cubicBezTo>
                  <a:cubicBezTo>
                    <a:pt x="91738" y="34415"/>
                    <a:pt x="90482" y="32209"/>
                    <a:pt x="89268" y="30076"/>
                  </a:cubicBezTo>
                  <a:cubicBezTo>
                    <a:pt x="88255" y="28296"/>
                    <a:pt x="87207" y="26455"/>
                    <a:pt x="86046" y="24761"/>
                  </a:cubicBezTo>
                  <a:cubicBezTo>
                    <a:pt x="84901" y="23090"/>
                    <a:pt x="83654" y="21394"/>
                    <a:pt x="82109" y="20589"/>
                  </a:cubicBezTo>
                  <a:cubicBezTo>
                    <a:pt x="81766" y="20411"/>
                    <a:pt x="81285" y="20282"/>
                    <a:pt x="80790" y="20282"/>
                  </a:cubicBezTo>
                  <a:cubicBezTo>
                    <a:pt x="80446" y="20282"/>
                    <a:pt x="80095" y="20344"/>
                    <a:pt x="79779" y="20494"/>
                  </a:cubicBezTo>
                  <a:cubicBezTo>
                    <a:pt x="79253" y="20744"/>
                    <a:pt x="78909" y="21200"/>
                    <a:pt x="78784" y="21809"/>
                  </a:cubicBezTo>
                  <a:cubicBezTo>
                    <a:pt x="78479" y="23295"/>
                    <a:pt x="79725" y="24879"/>
                    <a:pt x="80550" y="25925"/>
                  </a:cubicBezTo>
                  <a:cubicBezTo>
                    <a:pt x="80666" y="26074"/>
                    <a:pt x="80775" y="26210"/>
                    <a:pt x="80868" y="26335"/>
                  </a:cubicBezTo>
                  <a:cubicBezTo>
                    <a:pt x="81946" y="27764"/>
                    <a:pt x="82835" y="29354"/>
                    <a:pt x="83661" y="31345"/>
                  </a:cubicBezTo>
                  <a:cubicBezTo>
                    <a:pt x="84287" y="32848"/>
                    <a:pt x="85364" y="35767"/>
                    <a:pt x="85660" y="38663"/>
                  </a:cubicBezTo>
                  <a:lnTo>
                    <a:pt x="76327" y="38663"/>
                  </a:lnTo>
                  <a:cubicBezTo>
                    <a:pt x="76685" y="34328"/>
                    <a:pt x="75134" y="29497"/>
                    <a:pt x="72336" y="26295"/>
                  </a:cubicBezTo>
                  <a:cubicBezTo>
                    <a:pt x="70016" y="23636"/>
                    <a:pt x="66829" y="21619"/>
                    <a:pt x="62597" y="20130"/>
                  </a:cubicBezTo>
                  <a:cubicBezTo>
                    <a:pt x="58968" y="18853"/>
                    <a:pt x="54987" y="18071"/>
                    <a:pt x="50066" y="17668"/>
                  </a:cubicBezTo>
                  <a:cubicBezTo>
                    <a:pt x="47919" y="17494"/>
                    <a:pt x="45723" y="17407"/>
                    <a:pt x="43437" y="17407"/>
                  </a:cubicBezTo>
                  <a:cubicBezTo>
                    <a:pt x="41731" y="17407"/>
                    <a:pt x="39974" y="17455"/>
                    <a:pt x="38150" y="17552"/>
                  </a:cubicBezTo>
                  <a:cubicBezTo>
                    <a:pt x="34341" y="17757"/>
                    <a:pt x="31394" y="18197"/>
                    <a:pt x="28604" y="18985"/>
                  </a:cubicBezTo>
                  <a:cubicBezTo>
                    <a:pt x="27525" y="19288"/>
                    <a:pt x="26448" y="19608"/>
                    <a:pt x="25369" y="19927"/>
                  </a:cubicBezTo>
                  <a:cubicBezTo>
                    <a:pt x="21997" y="20924"/>
                    <a:pt x="18511" y="21956"/>
                    <a:pt x="15020" y="22506"/>
                  </a:cubicBezTo>
                  <a:cubicBezTo>
                    <a:pt x="13538" y="22740"/>
                    <a:pt x="11993" y="22922"/>
                    <a:pt x="10477" y="22922"/>
                  </a:cubicBezTo>
                  <a:cubicBezTo>
                    <a:pt x="7660" y="22922"/>
                    <a:pt x="4942" y="22294"/>
                    <a:pt x="2908" y="20201"/>
                  </a:cubicBezTo>
                  <a:cubicBezTo>
                    <a:pt x="2318" y="19594"/>
                    <a:pt x="445" y="17417"/>
                    <a:pt x="1110" y="14892"/>
                  </a:cubicBezTo>
                  <a:cubicBezTo>
                    <a:pt x="1609" y="13004"/>
                    <a:pt x="3139" y="11676"/>
                    <a:pt x="4417" y="10728"/>
                  </a:cubicBezTo>
                  <a:cubicBezTo>
                    <a:pt x="7502" y="8442"/>
                    <a:pt x="11094" y="7120"/>
                    <a:pt x="14506" y="5962"/>
                  </a:cubicBezTo>
                  <a:cubicBezTo>
                    <a:pt x="25380" y="2272"/>
                    <a:pt x="36012" y="403"/>
                    <a:pt x="46151" y="403"/>
                  </a:cubicBezTo>
                  <a:close/>
                  <a:moveTo>
                    <a:pt x="46184" y="0"/>
                  </a:moveTo>
                  <a:cubicBezTo>
                    <a:pt x="35995" y="0"/>
                    <a:pt x="25302" y="1873"/>
                    <a:pt x="14376" y="5582"/>
                  </a:cubicBezTo>
                  <a:cubicBezTo>
                    <a:pt x="10932" y="6749"/>
                    <a:pt x="7309" y="8083"/>
                    <a:pt x="4175" y="10405"/>
                  </a:cubicBezTo>
                  <a:cubicBezTo>
                    <a:pt x="2845" y="11391"/>
                    <a:pt x="1250" y="12780"/>
                    <a:pt x="720" y="14790"/>
                  </a:cubicBezTo>
                  <a:cubicBezTo>
                    <a:pt x="0" y="17521"/>
                    <a:pt x="1992" y="19837"/>
                    <a:pt x="2618" y="20484"/>
                  </a:cubicBezTo>
                  <a:cubicBezTo>
                    <a:pt x="4745" y="22672"/>
                    <a:pt x="7559" y="23326"/>
                    <a:pt x="10464" y="23326"/>
                  </a:cubicBezTo>
                  <a:cubicBezTo>
                    <a:pt x="12008" y="23326"/>
                    <a:pt x="13578" y="23141"/>
                    <a:pt x="15083" y="22903"/>
                  </a:cubicBezTo>
                  <a:cubicBezTo>
                    <a:pt x="18599" y="22350"/>
                    <a:pt x="22098" y="21314"/>
                    <a:pt x="25483" y="20314"/>
                  </a:cubicBezTo>
                  <a:cubicBezTo>
                    <a:pt x="26558" y="19996"/>
                    <a:pt x="27635" y="19678"/>
                    <a:pt x="28713" y="19374"/>
                  </a:cubicBezTo>
                  <a:cubicBezTo>
                    <a:pt x="31476" y="18595"/>
                    <a:pt x="34392" y="18158"/>
                    <a:pt x="38171" y="17957"/>
                  </a:cubicBezTo>
                  <a:cubicBezTo>
                    <a:pt x="39992" y="17859"/>
                    <a:pt x="41744" y="17811"/>
                    <a:pt x="43446" y="17811"/>
                  </a:cubicBezTo>
                  <a:cubicBezTo>
                    <a:pt x="45718" y="17811"/>
                    <a:pt x="47900" y="17898"/>
                    <a:pt x="50034" y="18072"/>
                  </a:cubicBezTo>
                  <a:cubicBezTo>
                    <a:pt x="54919" y="18471"/>
                    <a:pt x="58869" y="19245"/>
                    <a:pt x="62464" y="20513"/>
                  </a:cubicBezTo>
                  <a:cubicBezTo>
                    <a:pt x="66629" y="21980"/>
                    <a:pt x="69761" y="23959"/>
                    <a:pt x="72035" y="26564"/>
                  </a:cubicBezTo>
                  <a:cubicBezTo>
                    <a:pt x="74808" y="29740"/>
                    <a:pt x="76328" y="34562"/>
                    <a:pt x="75907" y="38847"/>
                  </a:cubicBezTo>
                  <a:lnTo>
                    <a:pt x="75885" y="39069"/>
                  </a:lnTo>
                  <a:lnTo>
                    <a:pt x="86103" y="39069"/>
                  </a:lnTo>
                  <a:lnTo>
                    <a:pt x="86083" y="38849"/>
                  </a:lnTo>
                  <a:cubicBezTo>
                    <a:pt x="85816" y="35827"/>
                    <a:pt x="84685" y="32755"/>
                    <a:pt x="84035" y="31193"/>
                  </a:cubicBezTo>
                  <a:cubicBezTo>
                    <a:pt x="83194" y="29170"/>
                    <a:pt x="82289" y="27550"/>
                    <a:pt x="81192" y="26094"/>
                  </a:cubicBezTo>
                  <a:cubicBezTo>
                    <a:pt x="81095" y="25968"/>
                    <a:pt x="80986" y="25829"/>
                    <a:pt x="80868" y="25679"/>
                  </a:cubicBezTo>
                  <a:cubicBezTo>
                    <a:pt x="80089" y="24692"/>
                    <a:pt x="78913" y="23196"/>
                    <a:pt x="79180" y="21893"/>
                  </a:cubicBezTo>
                  <a:cubicBezTo>
                    <a:pt x="79280" y="21406"/>
                    <a:pt x="79542" y="21057"/>
                    <a:pt x="79953" y="20860"/>
                  </a:cubicBezTo>
                  <a:cubicBezTo>
                    <a:pt x="80215" y="20736"/>
                    <a:pt x="80506" y="20684"/>
                    <a:pt x="80793" y="20684"/>
                  </a:cubicBezTo>
                  <a:cubicBezTo>
                    <a:pt x="81216" y="20684"/>
                    <a:pt x="81630" y="20796"/>
                    <a:pt x="81925" y="20950"/>
                  </a:cubicBezTo>
                  <a:cubicBezTo>
                    <a:pt x="83388" y="21710"/>
                    <a:pt x="84600" y="23365"/>
                    <a:pt x="85716" y="24991"/>
                  </a:cubicBezTo>
                  <a:cubicBezTo>
                    <a:pt x="86867" y="26672"/>
                    <a:pt x="87910" y="28506"/>
                    <a:pt x="88919" y="30277"/>
                  </a:cubicBezTo>
                  <a:cubicBezTo>
                    <a:pt x="90139" y="32421"/>
                    <a:pt x="91401" y="34638"/>
                    <a:pt x="92868" y="36611"/>
                  </a:cubicBezTo>
                  <a:cubicBezTo>
                    <a:pt x="93440" y="37380"/>
                    <a:pt x="94059" y="38160"/>
                    <a:pt x="94759" y="38996"/>
                  </a:cubicBezTo>
                  <a:lnTo>
                    <a:pt x="94819" y="39068"/>
                  </a:lnTo>
                  <a:lnTo>
                    <a:pt x="105303" y="39068"/>
                  </a:lnTo>
                  <a:cubicBezTo>
                    <a:pt x="107121" y="39068"/>
                    <a:pt x="108627" y="37217"/>
                    <a:pt x="108661" y="34947"/>
                  </a:cubicBezTo>
                  <a:lnTo>
                    <a:pt x="108663" y="34847"/>
                  </a:lnTo>
                  <a:lnTo>
                    <a:pt x="108584" y="34784"/>
                  </a:lnTo>
                  <a:cubicBezTo>
                    <a:pt x="104971" y="31939"/>
                    <a:pt x="101460" y="28897"/>
                    <a:pt x="98502" y="26300"/>
                  </a:cubicBezTo>
                  <a:cubicBezTo>
                    <a:pt x="96655" y="24675"/>
                    <a:pt x="94790" y="22989"/>
                    <a:pt x="92987" y="21357"/>
                  </a:cubicBezTo>
                  <a:cubicBezTo>
                    <a:pt x="89168" y="17899"/>
                    <a:pt x="85217" y="14326"/>
                    <a:pt x="81181" y="11127"/>
                  </a:cubicBezTo>
                  <a:cubicBezTo>
                    <a:pt x="72085" y="3918"/>
                    <a:pt x="60650" y="176"/>
                    <a:pt x="47197" y="6"/>
                  </a:cubicBezTo>
                  <a:cubicBezTo>
                    <a:pt x="46860" y="2"/>
                    <a:pt x="46522" y="0"/>
                    <a:pt x="46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4"/>
            <p:cNvSpPr/>
            <p:nvPr/>
          </p:nvSpPr>
          <p:spPr>
            <a:xfrm>
              <a:off x="5065015" y="-2406714"/>
              <a:ext cx="4355665" cy="807744"/>
            </a:xfrm>
            <a:custGeom>
              <a:rect b="b" l="l" r="r" t="t"/>
              <a:pathLst>
                <a:path extrusionOk="0" h="28164" w="108844">
                  <a:moveTo>
                    <a:pt x="105484" y="409"/>
                  </a:moveTo>
                  <a:cubicBezTo>
                    <a:pt x="107116" y="409"/>
                    <a:pt x="108443" y="2114"/>
                    <a:pt x="108443" y="4208"/>
                  </a:cubicBezTo>
                  <a:lnTo>
                    <a:pt x="108443" y="9441"/>
                  </a:lnTo>
                  <a:cubicBezTo>
                    <a:pt x="107791" y="9431"/>
                    <a:pt x="107138" y="9426"/>
                    <a:pt x="106485" y="9426"/>
                  </a:cubicBezTo>
                  <a:cubicBezTo>
                    <a:pt x="96929" y="9426"/>
                    <a:pt x="87281" y="10461"/>
                    <a:pt x="77432" y="11618"/>
                  </a:cubicBezTo>
                  <a:lnTo>
                    <a:pt x="74438" y="11967"/>
                  </a:lnTo>
                  <a:cubicBezTo>
                    <a:pt x="68077" y="12707"/>
                    <a:pt x="61497" y="13471"/>
                    <a:pt x="55052" y="14524"/>
                  </a:cubicBezTo>
                  <a:cubicBezTo>
                    <a:pt x="50937" y="15196"/>
                    <a:pt x="47239" y="15919"/>
                    <a:pt x="43750" y="16739"/>
                  </a:cubicBezTo>
                  <a:cubicBezTo>
                    <a:pt x="39671" y="17698"/>
                    <a:pt x="36280" y="18535"/>
                    <a:pt x="32894" y="19868"/>
                  </a:cubicBezTo>
                  <a:cubicBezTo>
                    <a:pt x="30642" y="20754"/>
                    <a:pt x="28443" y="21986"/>
                    <a:pt x="26315" y="23179"/>
                  </a:cubicBezTo>
                  <a:cubicBezTo>
                    <a:pt x="22603" y="25262"/>
                    <a:pt x="18761" y="27414"/>
                    <a:pt x="14582" y="27728"/>
                  </a:cubicBezTo>
                  <a:cubicBezTo>
                    <a:pt x="14284" y="27750"/>
                    <a:pt x="13983" y="27761"/>
                    <a:pt x="13680" y="27761"/>
                  </a:cubicBezTo>
                  <a:cubicBezTo>
                    <a:pt x="8600" y="27761"/>
                    <a:pt x="3011" y="24606"/>
                    <a:pt x="1265" y="17265"/>
                  </a:cubicBezTo>
                  <a:cubicBezTo>
                    <a:pt x="424" y="13728"/>
                    <a:pt x="774" y="10998"/>
                    <a:pt x="2304" y="9148"/>
                  </a:cubicBezTo>
                  <a:cubicBezTo>
                    <a:pt x="3847" y="7282"/>
                    <a:pt x="6123" y="6467"/>
                    <a:pt x="8144" y="5916"/>
                  </a:cubicBezTo>
                  <a:cubicBezTo>
                    <a:pt x="14663" y="4135"/>
                    <a:pt x="21503" y="4060"/>
                    <a:pt x="27536" y="3991"/>
                  </a:cubicBezTo>
                  <a:lnTo>
                    <a:pt x="28284" y="3982"/>
                  </a:lnTo>
                  <a:cubicBezTo>
                    <a:pt x="35338" y="3908"/>
                    <a:pt x="42635" y="3830"/>
                    <a:pt x="49562" y="1411"/>
                  </a:cubicBezTo>
                  <a:cubicBezTo>
                    <a:pt x="50530" y="1072"/>
                    <a:pt x="51303" y="753"/>
                    <a:pt x="51989" y="409"/>
                  </a:cubicBezTo>
                  <a:lnTo>
                    <a:pt x="51989" y="410"/>
                  </a:lnTo>
                  <a:lnTo>
                    <a:pt x="77472" y="410"/>
                  </a:lnTo>
                  <a:cubicBezTo>
                    <a:pt x="75657" y="1022"/>
                    <a:pt x="73845" y="1526"/>
                    <a:pt x="72138" y="1986"/>
                  </a:cubicBezTo>
                  <a:cubicBezTo>
                    <a:pt x="71479" y="2162"/>
                    <a:pt x="70816" y="2334"/>
                    <a:pt x="70156" y="2505"/>
                  </a:cubicBezTo>
                  <a:cubicBezTo>
                    <a:pt x="68329" y="2977"/>
                    <a:pt x="66440" y="3467"/>
                    <a:pt x="64605" y="4082"/>
                  </a:cubicBezTo>
                  <a:cubicBezTo>
                    <a:pt x="61004" y="5291"/>
                    <a:pt x="57124" y="6040"/>
                    <a:pt x="52740" y="6369"/>
                  </a:cubicBezTo>
                  <a:cubicBezTo>
                    <a:pt x="49638" y="6602"/>
                    <a:pt x="46418" y="6602"/>
                    <a:pt x="43304" y="6603"/>
                  </a:cubicBezTo>
                  <a:cubicBezTo>
                    <a:pt x="34965" y="6606"/>
                    <a:pt x="26344" y="6609"/>
                    <a:pt x="18528" y="10955"/>
                  </a:cubicBezTo>
                  <a:cubicBezTo>
                    <a:pt x="14223" y="13350"/>
                    <a:pt x="12644" y="15910"/>
                    <a:pt x="13835" y="18561"/>
                  </a:cubicBezTo>
                  <a:cubicBezTo>
                    <a:pt x="14838" y="20791"/>
                    <a:pt x="17057" y="22107"/>
                    <a:pt x="18813" y="22421"/>
                  </a:cubicBezTo>
                  <a:cubicBezTo>
                    <a:pt x="19239" y="22498"/>
                    <a:pt x="19668" y="22533"/>
                    <a:pt x="20097" y="22533"/>
                  </a:cubicBezTo>
                  <a:cubicBezTo>
                    <a:pt x="22307" y="22533"/>
                    <a:pt x="24513" y="21604"/>
                    <a:pt x="26433" y="20647"/>
                  </a:cubicBezTo>
                  <a:cubicBezTo>
                    <a:pt x="27444" y="20142"/>
                    <a:pt x="28451" y="19561"/>
                    <a:pt x="29427" y="18998"/>
                  </a:cubicBezTo>
                  <a:cubicBezTo>
                    <a:pt x="30955" y="18116"/>
                    <a:pt x="32534" y="17203"/>
                    <a:pt x="34157" y="16576"/>
                  </a:cubicBezTo>
                  <a:cubicBezTo>
                    <a:pt x="37956" y="15106"/>
                    <a:pt x="41874" y="14247"/>
                    <a:pt x="44864" y="13661"/>
                  </a:cubicBezTo>
                  <a:cubicBezTo>
                    <a:pt x="49244" y="12804"/>
                    <a:pt x="53720" y="12190"/>
                    <a:pt x="58050" y="11597"/>
                  </a:cubicBezTo>
                  <a:cubicBezTo>
                    <a:pt x="61146" y="11172"/>
                    <a:pt x="64344" y="10734"/>
                    <a:pt x="67486" y="10209"/>
                  </a:cubicBezTo>
                  <a:cubicBezTo>
                    <a:pt x="71305" y="9572"/>
                    <a:pt x="74827" y="8898"/>
                    <a:pt x="78252" y="8150"/>
                  </a:cubicBezTo>
                  <a:cubicBezTo>
                    <a:pt x="80759" y="7602"/>
                    <a:pt x="84017" y="6743"/>
                    <a:pt x="86995" y="4937"/>
                  </a:cubicBezTo>
                  <a:cubicBezTo>
                    <a:pt x="88677" y="3915"/>
                    <a:pt x="90044" y="2435"/>
                    <a:pt x="91173" y="409"/>
                  </a:cubicBezTo>
                  <a:close/>
                  <a:moveTo>
                    <a:pt x="90934" y="0"/>
                  </a:moveTo>
                  <a:lnTo>
                    <a:pt x="90877" y="105"/>
                  </a:lnTo>
                  <a:cubicBezTo>
                    <a:pt x="89755" y="2148"/>
                    <a:pt x="88458" y="3572"/>
                    <a:pt x="86786" y="4587"/>
                  </a:cubicBezTo>
                  <a:cubicBezTo>
                    <a:pt x="83860" y="6361"/>
                    <a:pt x="80642" y="7209"/>
                    <a:pt x="78166" y="7749"/>
                  </a:cubicBezTo>
                  <a:cubicBezTo>
                    <a:pt x="74747" y="8496"/>
                    <a:pt x="71232" y="9168"/>
                    <a:pt x="67420" y="9804"/>
                  </a:cubicBezTo>
                  <a:cubicBezTo>
                    <a:pt x="64284" y="10326"/>
                    <a:pt x="61086" y="10767"/>
                    <a:pt x="57994" y="11189"/>
                  </a:cubicBezTo>
                  <a:cubicBezTo>
                    <a:pt x="53660" y="11784"/>
                    <a:pt x="49177" y="12398"/>
                    <a:pt x="44787" y="13257"/>
                  </a:cubicBezTo>
                  <a:cubicBezTo>
                    <a:pt x="41781" y="13846"/>
                    <a:pt x="37840" y="14712"/>
                    <a:pt x="34011" y="16192"/>
                  </a:cubicBezTo>
                  <a:cubicBezTo>
                    <a:pt x="32361" y="16832"/>
                    <a:pt x="30768" y="17751"/>
                    <a:pt x="29227" y="18641"/>
                  </a:cubicBezTo>
                  <a:cubicBezTo>
                    <a:pt x="28257" y="19199"/>
                    <a:pt x="27256" y="19778"/>
                    <a:pt x="26252" y="20278"/>
                  </a:cubicBezTo>
                  <a:cubicBezTo>
                    <a:pt x="24377" y="21213"/>
                    <a:pt x="22228" y="22123"/>
                    <a:pt x="20096" y="22123"/>
                  </a:cubicBezTo>
                  <a:cubicBezTo>
                    <a:pt x="19691" y="22123"/>
                    <a:pt x="19286" y="22090"/>
                    <a:pt x="18884" y="22019"/>
                  </a:cubicBezTo>
                  <a:cubicBezTo>
                    <a:pt x="17234" y="21723"/>
                    <a:pt x="15146" y="20485"/>
                    <a:pt x="14203" y="18389"/>
                  </a:cubicBezTo>
                  <a:cubicBezTo>
                    <a:pt x="13112" y="15962"/>
                    <a:pt x="14633" y="13577"/>
                    <a:pt x="18725" y="11302"/>
                  </a:cubicBezTo>
                  <a:cubicBezTo>
                    <a:pt x="26450" y="7006"/>
                    <a:pt x="35017" y="7004"/>
                    <a:pt x="43304" y="7002"/>
                  </a:cubicBezTo>
                  <a:cubicBezTo>
                    <a:pt x="46426" y="7002"/>
                    <a:pt x="49654" y="6999"/>
                    <a:pt x="52770" y="6766"/>
                  </a:cubicBezTo>
                  <a:cubicBezTo>
                    <a:pt x="57188" y="6433"/>
                    <a:pt x="61100" y="5680"/>
                    <a:pt x="64734" y="4460"/>
                  </a:cubicBezTo>
                  <a:cubicBezTo>
                    <a:pt x="66555" y="3847"/>
                    <a:pt x="68437" y="3359"/>
                    <a:pt x="70258" y="2889"/>
                  </a:cubicBezTo>
                  <a:cubicBezTo>
                    <a:pt x="70921" y="2718"/>
                    <a:pt x="71583" y="2546"/>
                    <a:pt x="72244" y="2369"/>
                  </a:cubicBezTo>
                  <a:cubicBezTo>
                    <a:pt x="74310" y="1815"/>
                    <a:pt x="76526" y="1191"/>
                    <a:pt x="78725" y="393"/>
                  </a:cubicBezTo>
                  <a:lnTo>
                    <a:pt x="79801" y="3"/>
                  </a:lnTo>
                  <a:lnTo>
                    <a:pt x="51891" y="3"/>
                  </a:lnTo>
                  <a:lnTo>
                    <a:pt x="51849" y="25"/>
                  </a:lnTo>
                  <a:cubicBezTo>
                    <a:pt x="51168" y="369"/>
                    <a:pt x="50398" y="688"/>
                    <a:pt x="49430" y="1026"/>
                  </a:cubicBezTo>
                  <a:cubicBezTo>
                    <a:pt x="42565" y="3424"/>
                    <a:pt x="35301" y="3502"/>
                    <a:pt x="28279" y="3577"/>
                  </a:cubicBezTo>
                  <a:lnTo>
                    <a:pt x="27530" y="3587"/>
                  </a:lnTo>
                  <a:cubicBezTo>
                    <a:pt x="21472" y="3654"/>
                    <a:pt x="14606" y="3731"/>
                    <a:pt x="8035" y="5524"/>
                  </a:cubicBezTo>
                  <a:cubicBezTo>
                    <a:pt x="5955" y="6091"/>
                    <a:pt x="3608" y="6937"/>
                    <a:pt x="1994" y="8889"/>
                  </a:cubicBezTo>
                  <a:cubicBezTo>
                    <a:pt x="378" y="10842"/>
                    <a:pt x="1" y="13691"/>
                    <a:pt x="872" y="17356"/>
                  </a:cubicBezTo>
                  <a:cubicBezTo>
                    <a:pt x="2415" y="23842"/>
                    <a:pt x="7591" y="28164"/>
                    <a:pt x="13647" y="28164"/>
                  </a:cubicBezTo>
                  <a:cubicBezTo>
                    <a:pt x="13966" y="28164"/>
                    <a:pt x="14287" y="28154"/>
                    <a:pt x="14609" y="28121"/>
                  </a:cubicBezTo>
                  <a:cubicBezTo>
                    <a:pt x="18878" y="27800"/>
                    <a:pt x="22758" y="25623"/>
                    <a:pt x="26511" y="23520"/>
                  </a:cubicBezTo>
                  <a:cubicBezTo>
                    <a:pt x="28626" y="22334"/>
                    <a:pt x="30812" y="21108"/>
                    <a:pt x="33038" y="20233"/>
                  </a:cubicBezTo>
                  <a:cubicBezTo>
                    <a:pt x="36400" y="18911"/>
                    <a:pt x="39775" y="18075"/>
                    <a:pt x="43838" y="17121"/>
                  </a:cubicBezTo>
                  <a:cubicBezTo>
                    <a:pt x="47319" y="16305"/>
                    <a:pt x="51008" y="15582"/>
                    <a:pt x="55113" y="14912"/>
                  </a:cubicBezTo>
                  <a:cubicBezTo>
                    <a:pt x="61550" y="13861"/>
                    <a:pt x="68126" y="13097"/>
                    <a:pt x="74484" y="12357"/>
                  </a:cubicBezTo>
                  <a:lnTo>
                    <a:pt x="77477" y="12010"/>
                  </a:lnTo>
                  <a:cubicBezTo>
                    <a:pt x="87323" y="10854"/>
                    <a:pt x="96973" y="9822"/>
                    <a:pt x="106514" y="9822"/>
                  </a:cubicBezTo>
                  <a:cubicBezTo>
                    <a:pt x="107222" y="9822"/>
                    <a:pt x="107930" y="9827"/>
                    <a:pt x="108637" y="9839"/>
                  </a:cubicBezTo>
                  <a:lnTo>
                    <a:pt x="108843" y="9842"/>
                  </a:lnTo>
                  <a:lnTo>
                    <a:pt x="108843" y="4203"/>
                  </a:lnTo>
                  <a:cubicBezTo>
                    <a:pt x="108843" y="1884"/>
                    <a:pt x="107336" y="0"/>
                    <a:pt x="1054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105" name="Shape 1105"/>
        <p:cNvGrpSpPr/>
        <p:nvPr/>
      </p:nvGrpSpPr>
      <p:grpSpPr>
        <a:xfrm>
          <a:off x="0" y="0"/>
          <a:ext cx="0" cy="0"/>
          <a:chOff x="0" y="0"/>
          <a:chExt cx="0" cy="0"/>
        </a:xfrm>
      </p:grpSpPr>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109" name="Shape 1109"/>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34" Type="http://schemas.openxmlformats.org/officeDocument/2006/relationships/theme" Target="../theme/theme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theme" Target="../theme/theme1.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theme" Target="../theme/theme4.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3600"/>
              <a:buFont typeface="Bahiana"/>
              <a:buNone/>
              <a:defRPr sz="3600">
                <a:latin typeface="Bahiana"/>
                <a:ea typeface="Bahiana"/>
                <a:cs typeface="Bahiana"/>
                <a:sym typeface="Bahiana"/>
              </a:defRPr>
            </a:lvl1pPr>
            <a:lvl2pPr lvl="1" rtl="0">
              <a:spcBef>
                <a:spcPts val="0"/>
              </a:spcBef>
              <a:spcAft>
                <a:spcPts val="0"/>
              </a:spcAft>
              <a:buSzPts val="2800"/>
              <a:buFont typeface="Bebas Neue"/>
              <a:buNone/>
              <a:defRPr sz="2800">
                <a:latin typeface="Bebas Neue"/>
                <a:ea typeface="Bebas Neue"/>
                <a:cs typeface="Bebas Neue"/>
                <a:sym typeface="Bebas Neue"/>
              </a:defRPr>
            </a:lvl2pPr>
            <a:lvl3pPr lvl="2" rtl="0">
              <a:spcBef>
                <a:spcPts val="0"/>
              </a:spcBef>
              <a:spcAft>
                <a:spcPts val="0"/>
              </a:spcAft>
              <a:buSzPts val="2800"/>
              <a:buFont typeface="Bebas Neue"/>
              <a:buNone/>
              <a:defRPr sz="2800">
                <a:latin typeface="Bebas Neue"/>
                <a:ea typeface="Bebas Neue"/>
                <a:cs typeface="Bebas Neue"/>
                <a:sym typeface="Bebas Neue"/>
              </a:defRPr>
            </a:lvl3pPr>
            <a:lvl4pPr lvl="3" rtl="0">
              <a:spcBef>
                <a:spcPts val="0"/>
              </a:spcBef>
              <a:spcAft>
                <a:spcPts val="0"/>
              </a:spcAft>
              <a:buSzPts val="2800"/>
              <a:buFont typeface="Bebas Neue"/>
              <a:buNone/>
              <a:defRPr sz="2800">
                <a:latin typeface="Bebas Neue"/>
                <a:ea typeface="Bebas Neue"/>
                <a:cs typeface="Bebas Neue"/>
                <a:sym typeface="Bebas Neue"/>
              </a:defRPr>
            </a:lvl4pPr>
            <a:lvl5pPr lvl="4" rtl="0">
              <a:spcBef>
                <a:spcPts val="0"/>
              </a:spcBef>
              <a:spcAft>
                <a:spcPts val="0"/>
              </a:spcAft>
              <a:buSzPts val="2800"/>
              <a:buFont typeface="Bebas Neue"/>
              <a:buNone/>
              <a:defRPr sz="2800">
                <a:latin typeface="Bebas Neue"/>
                <a:ea typeface="Bebas Neue"/>
                <a:cs typeface="Bebas Neue"/>
                <a:sym typeface="Bebas Neue"/>
              </a:defRPr>
            </a:lvl5pPr>
            <a:lvl6pPr lvl="5" rtl="0">
              <a:spcBef>
                <a:spcPts val="0"/>
              </a:spcBef>
              <a:spcAft>
                <a:spcPts val="0"/>
              </a:spcAft>
              <a:buSzPts val="2800"/>
              <a:buFont typeface="Bebas Neue"/>
              <a:buNone/>
              <a:defRPr sz="2800">
                <a:latin typeface="Bebas Neue"/>
                <a:ea typeface="Bebas Neue"/>
                <a:cs typeface="Bebas Neue"/>
                <a:sym typeface="Bebas Neue"/>
              </a:defRPr>
            </a:lvl6pPr>
            <a:lvl7pPr lvl="6" rtl="0">
              <a:spcBef>
                <a:spcPts val="0"/>
              </a:spcBef>
              <a:spcAft>
                <a:spcPts val="0"/>
              </a:spcAft>
              <a:buSzPts val="2800"/>
              <a:buFont typeface="Bebas Neue"/>
              <a:buNone/>
              <a:defRPr sz="2800">
                <a:latin typeface="Bebas Neue"/>
                <a:ea typeface="Bebas Neue"/>
                <a:cs typeface="Bebas Neue"/>
                <a:sym typeface="Bebas Neue"/>
              </a:defRPr>
            </a:lvl7pPr>
            <a:lvl8pPr lvl="7" rtl="0">
              <a:spcBef>
                <a:spcPts val="0"/>
              </a:spcBef>
              <a:spcAft>
                <a:spcPts val="0"/>
              </a:spcAft>
              <a:buSzPts val="2800"/>
              <a:buFont typeface="Bebas Neue"/>
              <a:buNone/>
              <a:defRPr sz="2800">
                <a:latin typeface="Bebas Neue"/>
                <a:ea typeface="Bebas Neue"/>
                <a:cs typeface="Bebas Neue"/>
                <a:sym typeface="Bebas Neue"/>
              </a:defRPr>
            </a:lvl8pPr>
            <a:lvl9pPr lvl="8" rtl="0">
              <a:spcBef>
                <a:spcPts val="0"/>
              </a:spcBef>
              <a:spcAft>
                <a:spcPts val="0"/>
              </a:spcAft>
              <a:buSzPts val="2800"/>
              <a:buFont typeface="Bebas Neue"/>
              <a:buNone/>
              <a:defRPr sz="2800">
                <a:latin typeface="Bebas Neue"/>
                <a:ea typeface="Bebas Neue"/>
                <a:cs typeface="Bebas Neue"/>
                <a:sym typeface="Bebas Neue"/>
              </a:defRPr>
            </a:lvl9pPr>
          </a:lstStyle>
          <a:p/>
        </p:txBody>
      </p:sp>
      <p:sp>
        <p:nvSpPr>
          <p:cNvPr id="7" name="Google Shape;7;p1"/>
          <p:cNvSpPr txBox="1"/>
          <p:nvPr>
            <p:ph idx="1" type="body"/>
          </p:nvPr>
        </p:nvSpPr>
        <p:spPr>
          <a:xfrm>
            <a:off x="720000" y="1237083"/>
            <a:ext cx="7704000" cy="33663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SzPts val="1400"/>
              <a:buFont typeface="Didact Gothic"/>
              <a:buChar char="●"/>
              <a:defRPr>
                <a:latin typeface="Didact Gothic"/>
                <a:ea typeface="Didact Gothic"/>
                <a:cs typeface="Didact Gothic"/>
                <a:sym typeface="Didact Gothic"/>
              </a:defRPr>
            </a:lvl1pPr>
            <a:lvl2pPr indent="-317500" lvl="1" marL="914400">
              <a:lnSpc>
                <a:spcPct val="100000"/>
              </a:lnSpc>
              <a:spcBef>
                <a:spcPts val="1600"/>
              </a:spcBef>
              <a:spcAft>
                <a:spcPts val="0"/>
              </a:spcAft>
              <a:buSzPts val="1400"/>
              <a:buFont typeface="Didact Gothic"/>
              <a:buChar char="○"/>
              <a:defRPr>
                <a:latin typeface="Didact Gothic"/>
                <a:ea typeface="Didact Gothic"/>
                <a:cs typeface="Didact Gothic"/>
                <a:sym typeface="Didact Gothic"/>
              </a:defRPr>
            </a:lvl2pPr>
            <a:lvl3pPr indent="-317500" lvl="2" marL="1371600">
              <a:lnSpc>
                <a:spcPct val="100000"/>
              </a:lnSpc>
              <a:spcBef>
                <a:spcPts val="1600"/>
              </a:spcBef>
              <a:spcAft>
                <a:spcPts val="0"/>
              </a:spcAft>
              <a:buSzPts val="1400"/>
              <a:buFont typeface="Didact Gothic"/>
              <a:buChar char="■"/>
              <a:defRPr>
                <a:latin typeface="Didact Gothic"/>
                <a:ea typeface="Didact Gothic"/>
                <a:cs typeface="Didact Gothic"/>
                <a:sym typeface="Didact Gothic"/>
              </a:defRPr>
            </a:lvl3pPr>
            <a:lvl4pPr indent="-317500" lvl="3" marL="1828800">
              <a:lnSpc>
                <a:spcPct val="100000"/>
              </a:lnSpc>
              <a:spcBef>
                <a:spcPts val="1600"/>
              </a:spcBef>
              <a:spcAft>
                <a:spcPts val="0"/>
              </a:spcAft>
              <a:buSzPts val="1400"/>
              <a:buFont typeface="Didact Gothic"/>
              <a:buChar char="●"/>
              <a:defRPr>
                <a:latin typeface="Didact Gothic"/>
                <a:ea typeface="Didact Gothic"/>
                <a:cs typeface="Didact Gothic"/>
                <a:sym typeface="Didact Gothic"/>
              </a:defRPr>
            </a:lvl4pPr>
            <a:lvl5pPr indent="-317500" lvl="4" marL="2286000">
              <a:lnSpc>
                <a:spcPct val="100000"/>
              </a:lnSpc>
              <a:spcBef>
                <a:spcPts val="1600"/>
              </a:spcBef>
              <a:spcAft>
                <a:spcPts val="0"/>
              </a:spcAft>
              <a:buSzPts val="1400"/>
              <a:buFont typeface="Didact Gothic"/>
              <a:buChar char="○"/>
              <a:defRPr>
                <a:latin typeface="Didact Gothic"/>
                <a:ea typeface="Didact Gothic"/>
                <a:cs typeface="Didact Gothic"/>
                <a:sym typeface="Didact Gothic"/>
              </a:defRPr>
            </a:lvl5pPr>
            <a:lvl6pPr indent="-317500" lvl="5" marL="2743200">
              <a:lnSpc>
                <a:spcPct val="100000"/>
              </a:lnSpc>
              <a:spcBef>
                <a:spcPts val="1600"/>
              </a:spcBef>
              <a:spcAft>
                <a:spcPts val="0"/>
              </a:spcAft>
              <a:buSzPts val="1400"/>
              <a:buFont typeface="Didact Gothic"/>
              <a:buChar char="■"/>
              <a:defRPr>
                <a:latin typeface="Didact Gothic"/>
                <a:ea typeface="Didact Gothic"/>
                <a:cs typeface="Didact Gothic"/>
                <a:sym typeface="Didact Gothic"/>
              </a:defRPr>
            </a:lvl6pPr>
            <a:lvl7pPr indent="-317500" lvl="6" marL="3200400">
              <a:lnSpc>
                <a:spcPct val="100000"/>
              </a:lnSpc>
              <a:spcBef>
                <a:spcPts val="1600"/>
              </a:spcBef>
              <a:spcAft>
                <a:spcPts val="0"/>
              </a:spcAft>
              <a:buSzPts val="1400"/>
              <a:buFont typeface="Didact Gothic"/>
              <a:buChar char="●"/>
              <a:defRPr>
                <a:latin typeface="Didact Gothic"/>
                <a:ea typeface="Didact Gothic"/>
                <a:cs typeface="Didact Gothic"/>
                <a:sym typeface="Didact Gothic"/>
              </a:defRPr>
            </a:lvl7pPr>
            <a:lvl8pPr indent="-317500" lvl="7" marL="3657600">
              <a:lnSpc>
                <a:spcPct val="100000"/>
              </a:lnSpc>
              <a:spcBef>
                <a:spcPts val="1600"/>
              </a:spcBef>
              <a:spcAft>
                <a:spcPts val="0"/>
              </a:spcAft>
              <a:buSzPts val="1400"/>
              <a:buFont typeface="Didact Gothic"/>
              <a:buChar char="○"/>
              <a:defRPr>
                <a:latin typeface="Didact Gothic"/>
                <a:ea typeface="Didact Gothic"/>
                <a:cs typeface="Didact Gothic"/>
                <a:sym typeface="Didact Gothic"/>
              </a:defRPr>
            </a:lvl8pPr>
            <a:lvl9pPr indent="-317500" lvl="8" marL="4114800">
              <a:lnSpc>
                <a:spcPct val="100000"/>
              </a:lnSpc>
              <a:spcBef>
                <a:spcPts val="1600"/>
              </a:spcBef>
              <a:spcAft>
                <a:spcPts val="1600"/>
              </a:spcAft>
              <a:buSzPts val="1400"/>
              <a:buFont typeface="Didact Gothic"/>
              <a:buChar char="■"/>
              <a:defRPr>
                <a:latin typeface="Didact Gothic"/>
                <a:ea typeface="Didact Gothic"/>
                <a:cs typeface="Didact Gothic"/>
                <a:sym typeface="Didact Gothic"/>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102" name="Shape 1102"/>
        <p:cNvGrpSpPr/>
        <p:nvPr/>
      </p:nvGrpSpPr>
      <p:grpSpPr>
        <a:xfrm>
          <a:off x="0" y="0"/>
          <a:ext cx="0" cy="0"/>
          <a:chOff x="0" y="0"/>
          <a:chExt cx="0" cy="0"/>
        </a:xfrm>
      </p:grpSpPr>
      <p:sp>
        <p:nvSpPr>
          <p:cNvPr id="1103" name="Google Shape;1103;p3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104" name="Google Shape;1104;p3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1"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106" name="Shape 1106"/>
        <p:cNvGrpSpPr/>
        <p:nvPr/>
      </p:nvGrpSpPr>
      <p:grpSpPr>
        <a:xfrm>
          <a:off x="0" y="0"/>
          <a:ext cx="0" cy="0"/>
          <a:chOff x="0" y="0"/>
          <a:chExt cx="0" cy="0"/>
        </a:xfrm>
      </p:grpSpPr>
      <p:sp>
        <p:nvSpPr>
          <p:cNvPr id="1107" name="Google Shape;1107;p37"/>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108" name="Google Shape;1108;p37"/>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2"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2Tynxth" TargetMode="External"/><Relationship Id="rId9" Type="http://schemas.openxmlformats.org/officeDocument/2006/relationships/slide" Target="/ppt/slides/slide30.xml"/><Relationship Id="rId5" Type="http://schemas.openxmlformats.org/officeDocument/2006/relationships/hyperlink" Target="http://bit.ly/30B07Gq" TargetMode="External"/><Relationship Id="rId6" Type="http://schemas.openxmlformats.org/officeDocument/2006/relationships/hyperlink" Target="http://bit.ly/33VAFh3" TargetMode="External"/><Relationship Id="rId7" Type="http://schemas.openxmlformats.org/officeDocument/2006/relationships/slide" Target="/ppt/slides/slide33.xml"/><Relationship Id="rId8" Type="http://schemas.openxmlformats.org/officeDocument/2006/relationships/slide" Target="/ppt/slides/slide30.xml"/><Relationship Id="rId11" Type="http://schemas.openxmlformats.org/officeDocument/2006/relationships/slide" Target="/ppt/slides/slide36.xml"/><Relationship Id="rId10" Type="http://schemas.openxmlformats.org/officeDocument/2006/relationships/slide" Target="/ppt/slides/slide36.xml"/><Relationship Id="rId13" Type="http://schemas.openxmlformats.org/officeDocument/2006/relationships/slide" Target="/ppt/slides/slide40.xml"/><Relationship Id="rId12" Type="http://schemas.openxmlformats.org/officeDocument/2006/relationships/slide" Target="/ppt/slides/slide39.xml"/><Relationship Id="rId15" Type="http://schemas.openxmlformats.org/officeDocument/2006/relationships/slide" Target="/ppt/slides/slide41.xml"/><Relationship Id="rId14" Type="http://schemas.openxmlformats.org/officeDocument/2006/relationships/hyperlink" Target="https://storyset.com/?utm=www.freepik.com" TargetMode="External"/><Relationship Id="rId16" Type="http://schemas.openxmlformats.org/officeDocument/2006/relationships/slide" Target="/ppt/slides/slide4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xml"/><Relationship Id="rId3" Type="http://schemas.openxmlformats.org/officeDocument/2006/relationships/hyperlink" Target="https://docs.google.com/spreadsheets/d/1-QwkNKPIsD011TRjCR4KwwcSxZECT3hjFJ-_eZRidoI/copy" TargetMode="External"/><Relationship Id="rId4" Type="http://schemas.openxmlformats.org/officeDocument/2006/relationships/image" Target="../media/image1.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0.xml"/><Relationship Id="rId3" Type="http://schemas.openxmlformats.org/officeDocument/2006/relationships/image" Target="../media/image3.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6.xml"/><Relationship Id="rId3" Type="http://schemas.openxmlformats.org/officeDocument/2006/relationships/image" Target="../media/image10.png"/><Relationship Id="rId4" Type="http://schemas.openxmlformats.org/officeDocument/2006/relationships/image" Target="../media/image9.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7.xml"/><Relationship Id="rId3" Type="http://schemas.openxmlformats.org/officeDocument/2006/relationships/image" Target="../media/image2.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8.xml"/><Relationship Id="rId3" Type="http://schemas.openxmlformats.org/officeDocument/2006/relationships/image" Target="../media/image12.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5.xml"/><Relationship Id="rId3" Type="http://schemas.openxmlformats.org/officeDocument/2006/relationships/hyperlink" Target="https://www.freepik.com/premium-photo/ruler-rubbers-percentage-design-top-view_6621891.htm/?utm_source=slidesgo_template&amp;utm_medium=referral-link&amp;utm_campaign=sg_resources&amp;utm_content=freepik" TargetMode="External"/><Relationship Id="rId4" Type="http://schemas.openxmlformats.org/officeDocument/2006/relationships/hyperlink" Target="https://www.freepik.com/free-vector/creative-maze-kids-worksheet_11404791.htm#page=3&amp;query=children+exercise+freepik&amp;position=11/?utm_source=slidesgo_template&amp;utm_medium=referral-link&amp;utm_campaign=sg_resources&amp;utm_content=freepik" TargetMode="External"/><Relationship Id="rId9" Type="http://schemas.openxmlformats.org/officeDocument/2006/relationships/hyperlink" Target="https://www.freepik.com/free-vector/hand-drawn-people-avatar-collection_5162738.htm#page=1&amp;query=characters%20freepik&amp;position=0/?utm_source=slidesgo_template&amp;utm_medium=referral-link&amp;utm_campaign=sg_resources&amp;utm_content=freepik" TargetMode="External"/><Relationship Id="rId5" Type="http://schemas.openxmlformats.org/officeDocument/2006/relationships/hyperlink" Target="https://www.freepik.com/free-vector/hand-drawn-school-infographic-elements-pack_11322545.htm#page=1&amp;query=educational%20game%20freepik&amp;position=0/?utm_source=slidesgo_template&amp;utm_medium=referral-link&amp;utm_campaign=sg_resources&amp;utm_content=freepik" TargetMode="External"/><Relationship Id="rId6" Type="http://schemas.openxmlformats.org/officeDocument/2006/relationships/hyperlink" Target="https://www.freepik.com/free-vector/realistic-math-chalkboard-background_4412903.htm#page=1&amp;query=mathematics%20freepik&amp;position=17/?utm_source=slidesgo_template&amp;utm_medium=referral-link&amp;utm_campaign=sg_resources&amp;utm_content=freepik" TargetMode="External"/><Relationship Id="rId7" Type="http://schemas.openxmlformats.org/officeDocument/2006/relationships/hyperlink" Target="https://www.freepik.com/free-vector/person-different-ages-design_6501850.htm#page=1&amp;query=characters%20freepik&amp;position=1/?utm_source=slidesgo_template&amp;utm_medium=referral-link&amp;utm_campaign=sg_resources&amp;utm_content=freepik" TargetMode="External"/><Relationship Id="rId8" Type="http://schemas.openxmlformats.org/officeDocument/2006/relationships/hyperlink" Target="https://www.freepik.com/free-vector/hand-drawn-black-girl-different-poses_12176836.htm/?utm_source=slidesgo_template&amp;utm_medium=referral-link&amp;utm_campaign=sg_resources&amp;utm_content=freepik" TargetMode="External"/><Relationship Id="rId11" Type="http://schemas.openxmlformats.org/officeDocument/2006/relationships/hyperlink" Target="https://www.freepik.com/free-vector/travel-pattern-with-elements_3956094.htm#page=2&amp;query=travel+elements+freepik&amp;position=33/?utm_source=slidesgo_template&amp;utm_medium=referral-link&amp;utm_campaign=sg_resources&amp;utm_content=freepik" TargetMode="External"/><Relationship Id="rId10" Type="http://schemas.openxmlformats.org/officeDocument/2006/relationships/hyperlink" Target="https://www.freepik.com/free-vector/back-school-instagram-stories-set_9174493.htm#page=8&amp;query=high+school&amp;position=1/?utm_source=slidesgo_template&amp;utm_medium=referral-link&amp;utm_campaign=sg_resources&amp;utm_content=freepik" TargetMode="External"/><Relationship Id="rId12" Type="http://schemas.openxmlformats.org/officeDocument/2006/relationships/hyperlink" Target="https://www.flaticon.com/packs/human-mind-54?word=problem/?utm_source=slidesgo_template&amp;utm_medium=referral-link&amp;utm_campaign=sg_resources&amp;utm_content=flaticon"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6.xml"/><Relationship Id="rId3" Type="http://schemas.openxmlformats.org/officeDocument/2006/relationships/hyperlink" Target="https://www.freepik.com/free-photo/colourful-statistical-pie-charts-science-fractions_6626366.htm#query=mathematics%20freepik&amp;position=40/?utm_source=slidesgo_template&amp;utm_medium=referral-link&amp;utm_campaign=sg_resources&amp;utm_content=freepik" TargetMode="External"/><Relationship Id="rId4" Type="http://schemas.openxmlformats.org/officeDocument/2006/relationships/hyperlink" Target="https://www.freepik.com/premium-photo/school-stationery-blue-items-copy-space-background_6621897.htm/?utm_source=slidesgo_template&amp;utm_medium=referral-link&amp;utm_campaign=sg_resources&amp;utm_content=freepik" TargetMode="External"/><Relationship Id="rId9" Type="http://schemas.openxmlformats.org/officeDocument/2006/relationships/hyperlink" Target="https://www.flaticon.com/packs/back-to-school-6?word=education/?utm_source=slidesgo_template&amp;utm_medium=referral-link&amp;utm_campaign=sg_resources&amp;utm_content=flaticon" TargetMode="External"/><Relationship Id="rId5" Type="http://schemas.openxmlformats.org/officeDocument/2006/relationships/hyperlink" Target="https://www.freepik.com/premium-photo/colourful-math-numbers-fractions_6625035.htm/?utm_source=slidesgo_template&amp;utm_medium=referral-link&amp;utm_campaign=sg_resources&amp;utm_content=freepik" TargetMode="External"/><Relationship Id="rId6" Type="http://schemas.openxmlformats.org/officeDocument/2006/relationships/hyperlink" Target="https://www.freepik.com/free-vector/cute-counting-game-with-school-elements_11404796.htm#page=4&amp;query=educational+game+freepik&amp;position=22/?utm_source=slidesgo_template&amp;utm_medium=referral-link&amp;utm_campaign=sg_resources&amp;utm_content=freepik" TargetMode="External"/><Relationship Id="rId7" Type="http://schemas.openxmlformats.org/officeDocument/2006/relationships/hyperlink" Target="https://www.freepik.com/free-vector/maze-kids-with-pirate-treasure_11301556.htm#page=3&amp;query=educational+game+freepik&amp;position=15/?utm_source=slidesgo_template&amp;utm_medium=referral-link&amp;utm_campaign=sg_resources&amp;utm_content=freepik" TargetMode="External"/><Relationship Id="rId8" Type="http://schemas.openxmlformats.org/officeDocument/2006/relationships/hyperlink" Target="https://www.freepik.com/free-vector/character-poses-with-skateboarder_7081799.htm#page=1&amp;query=character%20freepik&amp;position=25/?utm_source=slidesgo_template&amp;utm_medium=referral-link&amp;utm_campaign=sg_resources&amp;utm_content=freepik" TargetMode="External"/><Relationship Id="rId10" Type="http://schemas.openxmlformats.org/officeDocument/2006/relationships/hyperlink" Target="https://www.flaticon.com/packs/adventure-42?word=adventure/?utm_source=slidesgo_template&amp;utm_medium=referral-link&amp;utm_campaign=sg_resources&amp;utm_content=flaticon"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7.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8.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9.xml"/><Relationship Id="rId3" Type="http://schemas.openxmlformats.org/officeDocument/2006/relationships/hyperlink" Target="https://fonts.google.com/specimen/Bahiana?preview.text_type=custom" TargetMode="External"/><Relationship Id="rId4" Type="http://schemas.openxmlformats.org/officeDocument/2006/relationships/hyperlink" Target="https://fonts.google.com/specimen/Didact+Gothic?preview.text_type=custom"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0.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5.gif"/><Relationship Id="rId9" Type="http://schemas.openxmlformats.org/officeDocument/2006/relationships/image" Target="../media/image8.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1" Type="http://schemas.openxmlformats.org/officeDocument/2006/relationships/image" Target="../media/image7.gif"/><Relationship Id="rId10" Type="http://schemas.openxmlformats.org/officeDocument/2006/relationships/image" Target="../media/image6.gif"/><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12" Type="http://schemas.openxmlformats.org/officeDocument/2006/relationships/image" Target="../media/image4.gif"/></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1.xml"/><Relationship Id="rId3" Type="http://schemas.openxmlformats.org/officeDocument/2006/relationships/hyperlink" Target="https://bit.ly/2ZjL1pd"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7.xml"/><Relationship Id="rId3" Type="http://schemas.openxmlformats.org/officeDocument/2006/relationships/hyperlink" Target="https://chrome.google.com/webstore/detail/flaticon-for-gsuit-gslide/haekgjfnhhdkgfgmldhfokhmfkgmciba" TargetMode="Externa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4.xml"/><Relationship Id="rId3" Type="http://schemas.openxmlformats.org/officeDocument/2006/relationships/hyperlink" Target="http://bit.ly/2PfT4lq" TargetMode="External"/><Relationship Id="rId4" Type="http://schemas.openxmlformats.org/officeDocument/2006/relationships/image" Target="../media/image11.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 name="Shape 1113"/>
        <p:cNvGrpSpPr/>
        <p:nvPr/>
      </p:nvGrpSpPr>
      <p:grpSpPr>
        <a:xfrm>
          <a:off x="0" y="0"/>
          <a:ext cx="0" cy="0"/>
          <a:chOff x="0" y="0"/>
          <a:chExt cx="0" cy="0"/>
        </a:xfrm>
      </p:grpSpPr>
      <p:sp>
        <p:nvSpPr>
          <p:cNvPr id="1114" name="Google Shape;1114;p39"/>
          <p:cNvSpPr txBox="1"/>
          <p:nvPr>
            <p:ph type="ctrTitle"/>
          </p:nvPr>
        </p:nvSpPr>
        <p:spPr>
          <a:xfrm>
            <a:off x="2293900" y="740925"/>
            <a:ext cx="4567500" cy="2978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n"/>
              <a:t>Math mystery </a:t>
            </a:r>
            <a:r>
              <a:rPr lang="en">
                <a:solidFill>
                  <a:schemeClr val="accent4"/>
                </a:solidFill>
              </a:rPr>
              <a:t>Escape room</a:t>
            </a:r>
            <a:endParaRPr>
              <a:solidFill>
                <a:schemeClr val="accent4"/>
              </a:solidFill>
            </a:endParaRPr>
          </a:p>
        </p:txBody>
      </p:sp>
      <p:sp>
        <p:nvSpPr>
          <p:cNvPr id="1115" name="Google Shape;1115;p39"/>
          <p:cNvSpPr txBox="1"/>
          <p:nvPr>
            <p:ph idx="1" type="subTitle"/>
          </p:nvPr>
        </p:nvSpPr>
        <p:spPr>
          <a:xfrm>
            <a:off x="2293775" y="3755875"/>
            <a:ext cx="4567500" cy="44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1116" name="Google Shape;1116;p39"/>
          <p:cNvGrpSpPr/>
          <p:nvPr/>
        </p:nvGrpSpPr>
        <p:grpSpPr>
          <a:xfrm>
            <a:off x="8326875" y="3208575"/>
            <a:ext cx="500925" cy="995200"/>
            <a:chOff x="8326875" y="3208575"/>
            <a:chExt cx="500925" cy="995200"/>
          </a:xfrm>
        </p:grpSpPr>
        <p:sp>
          <p:nvSpPr>
            <p:cNvPr id="1117" name="Google Shape;1117;p39"/>
            <p:cNvSpPr/>
            <p:nvPr/>
          </p:nvSpPr>
          <p:spPr>
            <a:xfrm>
              <a:off x="8609175" y="3231375"/>
              <a:ext cx="218575" cy="195050"/>
            </a:xfrm>
            <a:custGeom>
              <a:rect b="b" l="l" r="r" t="t"/>
              <a:pathLst>
                <a:path extrusionOk="0" h="7802" w="8743">
                  <a:moveTo>
                    <a:pt x="6174" y="0"/>
                  </a:moveTo>
                  <a:cubicBezTo>
                    <a:pt x="6073" y="0"/>
                    <a:pt x="5971" y="22"/>
                    <a:pt x="5874" y="68"/>
                  </a:cubicBezTo>
                  <a:lnTo>
                    <a:pt x="365" y="3812"/>
                  </a:lnTo>
                  <a:lnTo>
                    <a:pt x="0" y="4844"/>
                  </a:lnTo>
                  <a:lnTo>
                    <a:pt x="8378" y="7801"/>
                  </a:lnTo>
                  <a:lnTo>
                    <a:pt x="8742" y="6770"/>
                  </a:lnTo>
                  <a:lnTo>
                    <a:pt x="6805" y="397"/>
                  </a:lnTo>
                  <a:cubicBezTo>
                    <a:pt x="6685" y="147"/>
                    <a:pt x="6434" y="0"/>
                    <a:pt x="6174" y="0"/>
                  </a:cubicBezTo>
                  <a:close/>
                </a:path>
              </a:pathLst>
            </a:custGeom>
            <a:solidFill>
              <a:srgbClr val="F550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9"/>
            <p:cNvSpPr/>
            <p:nvPr/>
          </p:nvSpPr>
          <p:spPr>
            <a:xfrm>
              <a:off x="8609250" y="3265400"/>
              <a:ext cx="218550" cy="161025"/>
            </a:xfrm>
            <a:custGeom>
              <a:rect b="b" l="l" r="r" t="t"/>
              <a:pathLst>
                <a:path extrusionOk="0" h="6441" w="8742">
                  <a:moveTo>
                    <a:pt x="3970" y="1"/>
                  </a:moveTo>
                  <a:lnTo>
                    <a:pt x="363" y="2451"/>
                  </a:lnTo>
                  <a:lnTo>
                    <a:pt x="0" y="3483"/>
                  </a:lnTo>
                  <a:lnTo>
                    <a:pt x="8378" y="6440"/>
                  </a:lnTo>
                  <a:lnTo>
                    <a:pt x="8742" y="5409"/>
                  </a:lnTo>
                  <a:lnTo>
                    <a:pt x="7477" y="1252"/>
                  </a:lnTo>
                  <a:lnTo>
                    <a:pt x="4188" y="92"/>
                  </a:lnTo>
                  <a:cubicBezTo>
                    <a:pt x="4114" y="65"/>
                    <a:pt x="4041" y="32"/>
                    <a:pt x="3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9"/>
            <p:cNvSpPr/>
            <p:nvPr/>
          </p:nvSpPr>
          <p:spPr>
            <a:xfrm>
              <a:off x="8708400" y="3231375"/>
              <a:ext cx="87725" cy="65350"/>
            </a:xfrm>
            <a:custGeom>
              <a:rect b="b" l="l" r="r" t="t"/>
              <a:pathLst>
                <a:path extrusionOk="0" h="2614" w="3509">
                  <a:moveTo>
                    <a:pt x="2205" y="0"/>
                  </a:moveTo>
                  <a:cubicBezTo>
                    <a:pt x="2104" y="0"/>
                    <a:pt x="2002" y="22"/>
                    <a:pt x="1905" y="68"/>
                  </a:cubicBezTo>
                  <a:lnTo>
                    <a:pt x="1" y="1362"/>
                  </a:lnTo>
                  <a:cubicBezTo>
                    <a:pt x="75" y="1393"/>
                    <a:pt x="146" y="1426"/>
                    <a:pt x="221" y="1453"/>
                  </a:cubicBezTo>
                  <a:lnTo>
                    <a:pt x="3509" y="2613"/>
                  </a:lnTo>
                  <a:lnTo>
                    <a:pt x="2836" y="397"/>
                  </a:lnTo>
                  <a:cubicBezTo>
                    <a:pt x="2716" y="147"/>
                    <a:pt x="2465" y="0"/>
                    <a:pt x="2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9"/>
            <p:cNvSpPr/>
            <p:nvPr/>
          </p:nvSpPr>
          <p:spPr>
            <a:xfrm>
              <a:off x="8339650" y="3980300"/>
              <a:ext cx="251725" cy="223475"/>
            </a:xfrm>
            <a:custGeom>
              <a:rect b="b" l="l" r="r" t="t"/>
              <a:pathLst>
                <a:path extrusionOk="0" h="8939" w="10069">
                  <a:moveTo>
                    <a:pt x="5034" y="1"/>
                  </a:moveTo>
                  <a:cubicBezTo>
                    <a:pt x="3193" y="1"/>
                    <a:pt x="1470" y="1148"/>
                    <a:pt x="823" y="2983"/>
                  </a:cubicBezTo>
                  <a:cubicBezTo>
                    <a:pt x="1" y="5309"/>
                    <a:pt x="1220" y="7861"/>
                    <a:pt x="3547" y="8683"/>
                  </a:cubicBezTo>
                  <a:cubicBezTo>
                    <a:pt x="4039" y="8856"/>
                    <a:pt x="4541" y="8939"/>
                    <a:pt x="5035" y="8939"/>
                  </a:cubicBezTo>
                  <a:cubicBezTo>
                    <a:pt x="6876" y="8939"/>
                    <a:pt x="8599" y="7792"/>
                    <a:pt x="9247" y="5956"/>
                  </a:cubicBezTo>
                  <a:cubicBezTo>
                    <a:pt x="10068" y="3629"/>
                    <a:pt x="8848" y="1078"/>
                    <a:pt x="6521" y="257"/>
                  </a:cubicBezTo>
                  <a:cubicBezTo>
                    <a:pt x="6029" y="83"/>
                    <a:pt x="5527" y="1"/>
                    <a:pt x="5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9"/>
            <p:cNvSpPr/>
            <p:nvPr/>
          </p:nvSpPr>
          <p:spPr>
            <a:xfrm>
              <a:off x="8372450" y="4101375"/>
              <a:ext cx="81825" cy="71300"/>
            </a:xfrm>
            <a:custGeom>
              <a:rect b="b" l="l" r="r" t="t"/>
              <a:pathLst>
                <a:path extrusionOk="0" h="2852" w="3273">
                  <a:moveTo>
                    <a:pt x="777" y="0"/>
                  </a:moveTo>
                  <a:cubicBezTo>
                    <a:pt x="703" y="0"/>
                    <a:pt x="621" y="39"/>
                    <a:pt x="522" y="129"/>
                  </a:cubicBezTo>
                  <a:cubicBezTo>
                    <a:pt x="1" y="605"/>
                    <a:pt x="78" y="1536"/>
                    <a:pt x="694" y="2214"/>
                  </a:cubicBezTo>
                  <a:cubicBezTo>
                    <a:pt x="1071" y="2629"/>
                    <a:pt x="1564" y="2851"/>
                    <a:pt x="2009" y="2851"/>
                  </a:cubicBezTo>
                  <a:cubicBezTo>
                    <a:pt x="2289" y="2851"/>
                    <a:pt x="2550" y="2763"/>
                    <a:pt x="2751" y="2581"/>
                  </a:cubicBezTo>
                  <a:cubicBezTo>
                    <a:pt x="3273" y="2105"/>
                    <a:pt x="2351" y="1942"/>
                    <a:pt x="1735" y="1266"/>
                  </a:cubicBezTo>
                  <a:cubicBezTo>
                    <a:pt x="1236" y="717"/>
                    <a:pt x="1091" y="0"/>
                    <a:pt x="777"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9"/>
            <p:cNvSpPr/>
            <p:nvPr/>
          </p:nvSpPr>
          <p:spPr>
            <a:xfrm>
              <a:off x="8455250" y="4158000"/>
              <a:ext cx="15000" cy="13325"/>
            </a:xfrm>
            <a:custGeom>
              <a:rect b="b" l="l" r="r" t="t"/>
              <a:pathLst>
                <a:path extrusionOk="0" h="533" w="600">
                  <a:moveTo>
                    <a:pt x="298" y="1"/>
                  </a:moveTo>
                  <a:cubicBezTo>
                    <a:pt x="188" y="1"/>
                    <a:pt x="86" y="68"/>
                    <a:pt x="49" y="177"/>
                  </a:cubicBezTo>
                  <a:cubicBezTo>
                    <a:pt x="1" y="316"/>
                    <a:pt x="73" y="469"/>
                    <a:pt x="211" y="517"/>
                  </a:cubicBezTo>
                  <a:cubicBezTo>
                    <a:pt x="240" y="528"/>
                    <a:pt x="271" y="533"/>
                    <a:pt x="300" y="533"/>
                  </a:cubicBezTo>
                  <a:cubicBezTo>
                    <a:pt x="410" y="533"/>
                    <a:pt x="512" y="465"/>
                    <a:pt x="551" y="354"/>
                  </a:cubicBezTo>
                  <a:cubicBezTo>
                    <a:pt x="599" y="216"/>
                    <a:pt x="528" y="63"/>
                    <a:pt x="388" y="16"/>
                  </a:cubicBezTo>
                  <a:cubicBezTo>
                    <a:pt x="358" y="5"/>
                    <a:pt x="328" y="1"/>
                    <a:pt x="298"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9"/>
            <p:cNvSpPr/>
            <p:nvPr/>
          </p:nvSpPr>
          <p:spPr>
            <a:xfrm>
              <a:off x="8356525" y="3346425"/>
              <a:ext cx="468400" cy="780950"/>
            </a:xfrm>
            <a:custGeom>
              <a:rect b="b" l="l" r="r" t="t"/>
              <a:pathLst>
                <a:path extrusionOk="0" h="31238" w="18736">
                  <a:moveTo>
                    <a:pt x="9931" y="0"/>
                  </a:moveTo>
                  <a:lnTo>
                    <a:pt x="0" y="28129"/>
                  </a:lnTo>
                  <a:lnTo>
                    <a:pt x="8805" y="31237"/>
                  </a:lnTo>
                  <a:lnTo>
                    <a:pt x="18735" y="3108"/>
                  </a:lnTo>
                  <a:lnTo>
                    <a:pt x="993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9"/>
            <p:cNvSpPr/>
            <p:nvPr/>
          </p:nvSpPr>
          <p:spPr>
            <a:xfrm>
              <a:off x="8436325" y="3374575"/>
              <a:ext cx="308800" cy="724650"/>
            </a:xfrm>
            <a:custGeom>
              <a:rect b="b" l="l" r="r" t="t"/>
              <a:pathLst>
                <a:path extrusionOk="0" h="28986" w="12352">
                  <a:moveTo>
                    <a:pt x="9931" y="0"/>
                  </a:moveTo>
                  <a:lnTo>
                    <a:pt x="0" y="28131"/>
                  </a:lnTo>
                  <a:lnTo>
                    <a:pt x="2421" y="28985"/>
                  </a:lnTo>
                  <a:lnTo>
                    <a:pt x="12351" y="855"/>
                  </a:lnTo>
                  <a:lnTo>
                    <a:pt x="993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9"/>
            <p:cNvSpPr/>
            <p:nvPr/>
          </p:nvSpPr>
          <p:spPr>
            <a:xfrm>
              <a:off x="8596425" y="3242575"/>
              <a:ext cx="226875" cy="168800"/>
            </a:xfrm>
            <a:custGeom>
              <a:rect b="b" l="l" r="r" t="t"/>
              <a:pathLst>
                <a:path extrusionOk="0" h="6752" w="9075">
                  <a:moveTo>
                    <a:pt x="4158" y="333"/>
                  </a:moveTo>
                  <a:cubicBezTo>
                    <a:pt x="4208" y="355"/>
                    <a:pt x="4258" y="376"/>
                    <a:pt x="4311" y="393"/>
                  </a:cubicBezTo>
                  <a:lnTo>
                    <a:pt x="7526" y="1528"/>
                  </a:lnTo>
                  <a:lnTo>
                    <a:pt x="8752" y="5560"/>
                  </a:lnTo>
                  <a:lnTo>
                    <a:pt x="8458" y="6399"/>
                  </a:lnTo>
                  <a:lnTo>
                    <a:pt x="372" y="3544"/>
                  </a:lnTo>
                  <a:lnTo>
                    <a:pt x="668" y="2707"/>
                  </a:lnTo>
                  <a:lnTo>
                    <a:pt x="4158" y="333"/>
                  </a:lnTo>
                  <a:close/>
                  <a:moveTo>
                    <a:pt x="4145" y="0"/>
                  </a:moveTo>
                  <a:cubicBezTo>
                    <a:pt x="4115" y="0"/>
                    <a:pt x="4084" y="9"/>
                    <a:pt x="4058" y="28"/>
                  </a:cubicBezTo>
                  <a:lnTo>
                    <a:pt x="453" y="2478"/>
                  </a:lnTo>
                  <a:cubicBezTo>
                    <a:pt x="426" y="2497"/>
                    <a:pt x="405" y="2524"/>
                    <a:pt x="393" y="2554"/>
                  </a:cubicBezTo>
                  <a:lnTo>
                    <a:pt x="29" y="3587"/>
                  </a:lnTo>
                  <a:cubicBezTo>
                    <a:pt x="0" y="3667"/>
                    <a:pt x="43" y="3757"/>
                    <a:pt x="125" y="3786"/>
                  </a:cubicBezTo>
                  <a:lnTo>
                    <a:pt x="8500" y="6743"/>
                  </a:lnTo>
                  <a:cubicBezTo>
                    <a:pt x="8519" y="6749"/>
                    <a:pt x="8535" y="6752"/>
                    <a:pt x="8552" y="6752"/>
                  </a:cubicBezTo>
                  <a:cubicBezTo>
                    <a:pt x="8573" y="6752"/>
                    <a:pt x="8598" y="6746"/>
                    <a:pt x="8622" y="6733"/>
                  </a:cubicBezTo>
                  <a:cubicBezTo>
                    <a:pt x="8658" y="6716"/>
                    <a:pt x="8686" y="6686"/>
                    <a:pt x="8700" y="6646"/>
                  </a:cubicBezTo>
                  <a:lnTo>
                    <a:pt x="9065" y="5614"/>
                  </a:lnTo>
                  <a:cubicBezTo>
                    <a:pt x="9075" y="5583"/>
                    <a:pt x="9075" y="5550"/>
                    <a:pt x="9066" y="5517"/>
                  </a:cubicBezTo>
                  <a:lnTo>
                    <a:pt x="7802" y="1361"/>
                  </a:lnTo>
                  <a:cubicBezTo>
                    <a:pt x="7787" y="1314"/>
                    <a:pt x="7752" y="1275"/>
                    <a:pt x="7706" y="1259"/>
                  </a:cubicBezTo>
                  <a:lnTo>
                    <a:pt x="4417" y="99"/>
                  </a:lnTo>
                  <a:cubicBezTo>
                    <a:pt x="4344" y="73"/>
                    <a:pt x="4277" y="43"/>
                    <a:pt x="4208" y="13"/>
                  </a:cubicBezTo>
                  <a:cubicBezTo>
                    <a:pt x="4188" y="5"/>
                    <a:pt x="4167" y="0"/>
                    <a:pt x="414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9"/>
            <p:cNvSpPr/>
            <p:nvPr/>
          </p:nvSpPr>
          <p:spPr>
            <a:xfrm>
              <a:off x="8696050" y="3208575"/>
              <a:ext cx="95900" cy="73100"/>
            </a:xfrm>
            <a:custGeom>
              <a:rect b="b" l="l" r="r" t="t"/>
              <a:pathLst>
                <a:path extrusionOk="0" h="2924" w="3836">
                  <a:moveTo>
                    <a:pt x="2363" y="310"/>
                  </a:moveTo>
                  <a:cubicBezTo>
                    <a:pt x="2424" y="310"/>
                    <a:pt x="2486" y="320"/>
                    <a:pt x="2545" y="340"/>
                  </a:cubicBezTo>
                  <a:cubicBezTo>
                    <a:pt x="2681" y="389"/>
                    <a:pt x="2792" y="488"/>
                    <a:pt x="2845" y="596"/>
                  </a:cubicBezTo>
                  <a:lnTo>
                    <a:pt x="3430" y="2518"/>
                  </a:lnTo>
                  <a:lnTo>
                    <a:pt x="3430" y="2518"/>
                  </a:lnTo>
                  <a:lnTo>
                    <a:pt x="488" y="1481"/>
                  </a:lnTo>
                  <a:lnTo>
                    <a:pt x="2131" y="362"/>
                  </a:lnTo>
                  <a:cubicBezTo>
                    <a:pt x="2205" y="327"/>
                    <a:pt x="2284" y="310"/>
                    <a:pt x="2363" y="310"/>
                  </a:cubicBezTo>
                  <a:close/>
                  <a:moveTo>
                    <a:pt x="2373" y="1"/>
                  </a:moveTo>
                  <a:cubicBezTo>
                    <a:pt x="2242" y="1"/>
                    <a:pt x="2108" y="31"/>
                    <a:pt x="1978" y="95"/>
                  </a:cubicBezTo>
                  <a:lnTo>
                    <a:pt x="73" y="1388"/>
                  </a:lnTo>
                  <a:cubicBezTo>
                    <a:pt x="28" y="1419"/>
                    <a:pt x="0" y="1475"/>
                    <a:pt x="6" y="1531"/>
                  </a:cubicBezTo>
                  <a:cubicBezTo>
                    <a:pt x="12" y="1588"/>
                    <a:pt x="45" y="1635"/>
                    <a:pt x="98" y="1659"/>
                  </a:cubicBezTo>
                  <a:cubicBezTo>
                    <a:pt x="172" y="1693"/>
                    <a:pt x="249" y="1725"/>
                    <a:pt x="328" y="1753"/>
                  </a:cubicBezTo>
                  <a:lnTo>
                    <a:pt x="3615" y="2915"/>
                  </a:lnTo>
                  <a:cubicBezTo>
                    <a:pt x="3634" y="2919"/>
                    <a:pt x="3650" y="2924"/>
                    <a:pt x="3667" y="2924"/>
                  </a:cubicBezTo>
                  <a:cubicBezTo>
                    <a:pt x="3707" y="2924"/>
                    <a:pt x="3744" y="2908"/>
                    <a:pt x="3777" y="2879"/>
                  </a:cubicBezTo>
                  <a:cubicBezTo>
                    <a:pt x="3820" y="2839"/>
                    <a:pt x="3835" y="2777"/>
                    <a:pt x="3817" y="2722"/>
                  </a:cubicBezTo>
                  <a:lnTo>
                    <a:pt x="3135" y="483"/>
                  </a:lnTo>
                  <a:cubicBezTo>
                    <a:pt x="3037" y="278"/>
                    <a:pt x="2865" y="125"/>
                    <a:pt x="2649" y="47"/>
                  </a:cubicBezTo>
                  <a:cubicBezTo>
                    <a:pt x="2560" y="16"/>
                    <a:pt x="2467" y="1"/>
                    <a:pt x="2373"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9"/>
            <p:cNvSpPr/>
            <p:nvPr/>
          </p:nvSpPr>
          <p:spPr>
            <a:xfrm>
              <a:off x="8326875" y="4032075"/>
              <a:ext cx="239875" cy="156700"/>
            </a:xfrm>
            <a:custGeom>
              <a:rect b="b" l="l" r="r" t="t"/>
              <a:pathLst>
                <a:path extrusionOk="0" h="6268" w="9595">
                  <a:moveTo>
                    <a:pt x="996" y="0"/>
                  </a:moveTo>
                  <a:cubicBezTo>
                    <a:pt x="932" y="0"/>
                    <a:pt x="872" y="40"/>
                    <a:pt x="849" y="103"/>
                  </a:cubicBezTo>
                  <a:cubicBezTo>
                    <a:pt x="0" y="2507"/>
                    <a:pt x="1265" y="5153"/>
                    <a:pt x="3670" y="6000"/>
                  </a:cubicBezTo>
                  <a:cubicBezTo>
                    <a:pt x="4173" y="6179"/>
                    <a:pt x="4694" y="6267"/>
                    <a:pt x="5213" y="6267"/>
                  </a:cubicBezTo>
                  <a:cubicBezTo>
                    <a:pt x="5893" y="6267"/>
                    <a:pt x="6570" y="6114"/>
                    <a:pt x="7202" y="5813"/>
                  </a:cubicBezTo>
                  <a:cubicBezTo>
                    <a:pt x="8316" y="5281"/>
                    <a:pt x="9156" y="4347"/>
                    <a:pt x="9566" y="3182"/>
                  </a:cubicBezTo>
                  <a:cubicBezTo>
                    <a:pt x="9595" y="3102"/>
                    <a:pt x="9552" y="3012"/>
                    <a:pt x="9472" y="2984"/>
                  </a:cubicBezTo>
                  <a:cubicBezTo>
                    <a:pt x="9455" y="2978"/>
                    <a:pt x="9438" y="2975"/>
                    <a:pt x="9421" y="2975"/>
                  </a:cubicBezTo>
                  <a:cubicBezTo>
                    <a:pt x="9357" y="2975"/>
                    <a:pt x="9296" y="3015"/>
                    <a:pt x="9274" y="3078"/>
                  </a:cubicBezTo>
                  <a:cubicBezTo>
                    <a:pt x="8889" y="4164"/>
                    <a:pt x="8108" y="5036"/>
                    <a:pt x="7067" y="5533"/>
                  </a:cubicBezTo>
                  <a:cubicBezTo>
                    <a:pt x="6479" y="5814"/>
                    <a:pt x="5847" y="5956"/>
                    <a:pt x="5212" y="5956"/>
                  </a:cubicBezTo>
                  <a:cubicBezTo>
                    <a:pt x="4728" y="5956"/>
                    <a:pt x="4242" y="5874"/>
                    <a:pt x="3773" y="5707"/>
                  </a:cubicBezTo>
                  <a:cubicBezTo>
                    <a:pt x="1529" y="4917"/>
                    <a:pt x="350" y="2448"/>
                    <a:pt x="1142" y="206"/>
                  </a:cubicBezTo>
                  <a:cubicBezTo>
                    <a:pt x="1171" y="126"/>
                    <a:pt x="1128" y="38"/>
                    <a:pt x="1048" y="9"/>
                  </a:cubicBezTo>
                  <a:cubicBezTo>
                    <a:pt x="1031" y="3"/>
                    <a:pt x="1013" y="0"/>
                    <a:pt x="99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9"/>
            <p:cNvSpPr/>
            <p:nvPr/>
          </p:nvSpPr>
          <p:spPr>
            <a:xfrm>
              <a:off x="8343950" y="3323600"/>
              <a:ext cx="476725" cy="788650"/>
            </a:xfrm>
            <a:custGeom>
              <a:rect b="b" l="l" r="r" t="t"/>
              <a:pathLst>
                <a:path extrusionOk="0" h="31546" w="19069">
                  <a:moveTo>
                    <a:pt x="10199" y="354"/>
                  </a:moveTo>
                  <a:lnTo>
                    <a:pt x="18711" y="3359"/>
                  </a:lnTo>
                  <a:lnTo>
                    <a:pt x="8883" y="31194"/>
                  </a:lnTo>
                  <a:lnTo>
                    <a:pt x="373" y="28191"/>
                  </a:lnTo>
                  <a:lnTo>
                    <a:pt x="10199" y="354"/>
                  </a:lnTo>
                  <a:close/>
                  <a:moveTo>
                    <a:pt x="10105" y="0"/>
                  </a:moveTo>
                  <a:cubicBezTo>
                    <a:pt x="10082" y="0"/>
                    <a:pt x="10059" y="5"/>
                    <a:pt x="10038" y="16"/>
                  </a:cubicBezTo>
                  <a:cubicBezTo>
                    <a:pt x="10002" y="33"/>
                    <a:pt x="9974" y="64"/>
                    <a:pt x="9959" y="103"/>
                  </a:cubicBezTo>
                  <a:lnTo>
                    <a:pt x="29" y="28231"/>
                  </a:lnTo>
                  <a:cubicBezTo>
                    <a:pt x="0" y="28312"/>
                    <a:pt x="43" y="28401"/>
                    <a:pt x="123" y="28429"/>
                  </a:cubicBezTo>
                  <a:lnTo>
                    <a:pt x="8926" y="31537"/>
                  </a:lnTo>
                  <a:cubicBezTo>
                    <a:pt x="8945" y="31543"/>
                    <a:pt x="8961" y="31546"/>
                    <a:pt x="8978" y="31546"/>
                  </a:cubicBezTo>
                  <a:cubicBezTo>
                    <a:pt x="9041" y="31546"/>
                    <a:pt x="9102" y="31507"/>
                    <a:pt x="9125" y="31441"/>
                  </a:cubicBezTo>
                  <a:lnTo>
                    <a:pt x="19055" y="3312"/>
                  </a:lnTo>
                  <a:cubicBezTo>
                    <a:pt x="19068" y="3275"/>
                    <a:pt x="19065" y="3232"/>
                    <a:pt x="19048" y="3195"/>
                  </a:cubicBezTo>
                  <a:cubicBezTo>
                    <a:pt x="19030" y="3159"/>
                    <a:pt x="19000" y="3131"/>
                    <a:pt x="18961" y="3116"/>
                  </a:cubicBezTo>
                  <a:lnTo>
                    <a:pt x="10157" y="9"/>
                  </a:lnTo>
                  <a:cubicBezTo>
                    <a:pt x="10140" y="3"/>
                    <a:pt x="10122" y="0"/>
                    <a:pt x="1010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9"/>
            <p:cNvSpPr/>
            <p:nvPr/>
          </p:nvSpPr>
          <p:spPr>
            <a:xfrm>
              <a:off x="8424150" y="3351825"/>
              <a:ext cx="316750" cy="732325"/>
            </a:xfrm>
            <a:custGeom>
              <a:rect b="b" l="l" r="r" t="t"/>
              <a:pathLst>
                <a:path extrusionOk="0" h="29293" w="12670">
                  <a:moveTo>
                    <a:pt x="10182" y="350"/>
                  </a:moveTo>
                  <a:lnTo>
                    <a:pt x="12311" y="1102"/>
                  </a:lnTo>
                  <a:lnTo>
                    <a:pt x="2483" y="28937"/>
                  </a:lnTo>
                  <a:lnTo>
                    <a:pt x="354" y="28186"/>
                  </a:lnTo>
                  <a:lnTo>
                    <a:pt x="10182" y="350"/>
                  </a:lnTo>
                  <a:close/>
                  <a:moveTo>
                    <a:pt x="10088" y="0"/>
                  </a:moveTo>
                  <a:cubicBezTo>
                    <a:pt x="10065" y="0"/>
                    <a:pt x="10042" y="5"/>
                    <a:pt x="10020" y="16"/>
                  </a:cubicBezTo>
                  <a:cubicBezTo>
                    <a:pt x="9985" y="33"/>
                    <a:pt x="9956" y="64"/>
                    <a:pt x="9942" y="103"/>
                  </a:cubicBezTo>
                  <a:lnTo>
                    <a:pt x="12" y="28231"/>
                  </a:lnTo>
                  <a:cubicBezTo>
                    <a:pt x="0" y="28271"/>
                    <a:pt x="2" y="28314"/>
                    <a:pt x="19" y="28351"/>
                  </a:cubicBezTo>
                  <a:cubicBezTo>
                    <a:pt x="37" y="28386"/>
                    <a:pt x="67" y="28415"/>
                    <a:pt x="107" y="28429"/>
                  </a:cubicBezTo>
                  <a:lnTo>
                    <a:pt x="2526" y="29284"/>
                  </a:lnTo>
                  <a:cubicBezTo>
                    <a:pt x="2545" y="29288"/>
                    <a:pt x="2561" y="29292"/>
                    <a:pt x="2579" y="29292"/>
                  </a:cubicBezTo>
                  <a:cubicBezTo>
                    <a:pt x="2643" y="29292"/>
                    <a:pt x="2702" y="29251"/>
                    <a:pt x="2726" y="29188"/>
                  </a:cubicBezTo>
                  <a:lnTo>
                    <a:pt x="12657" y="1060"/>
                  </a:lnTo>
                  <a:cubicBezTo>
                    <a:pt x="12670" y="1023"/>
                    <a:pt x="12668" y="980"/>
                    <a:pt x="12650" y="943"/>
                  </a:cubicBezTo>
                  <a:cubicBezTo>
                    <a:pt x="12632" y="907"/>
                    <a:pt x="12602" y="879"/>
                    <a:pt x="12562" y="864"/>
                  </a:cubicBezTo>
                  <a:lnTo>
                    <a:pt x="10141" y="8"/>
                  </a:lnTo>
                  <a:cubicBezTo>
                    <a:pt x="10123" y="3"/>
                    <a:pt x="10105" y="0"/>
                    <a:pt x="1008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 name="Google Shape;1130;p39"/>
          <p:cNvGrpSpPr/>
          <p:nvPr/>
        </p:nvGrpSpPr>
        <p:grpSpPr>
          <a:xfrm>
            <a:off x="340400" y="2027350"/>
            <a:ext cx="373125" cy="345125"/>
            <a:chOff x="340400" y="2027350"/>
            <a:chExt cx="373125" cy="345125"/>
          </a:xfrm>
        </p:grpSpPr>
        <p:sp>
          <p:nvSpPr>
            <p:cNvPr id="1131" name="Google Shape;1131;p39"/>
            <p:cNvSpPr/>
            <p:nvPr/>
          </p:nvSpPr>
          <p:spPr>
            <a:xfrm>
              <a:off x="340400" y="2031750"/>
              <a:ext cx="348950" cy="339000"/>
            </a:xfrm>
            <a:custGeom>
              <a:rect b="b" l="l" r="r" t="t"/>
              <a:pathLst>
                <a:path extrusionOk="0" h="13560" w="13958">
                  <a:moveTo>
                    <a:pt x="6643" y="0"/>
                  </a:moveTo>
                  <a:lnTo>
                    <a:pt x="4775" y="4514"/>
                  </a:lnTo>
                  <a:lnTo>
                    <a:pt x="0" y="5533"/>
                  </a:lnTo>
                  <a:lnTo>
                    <a:pt x="3714" y="8705"/>
                  </a:lnTo>
                  <a:lnTo>
                    <a:pt x="3207" y="13560"/>
                  </a:lnTo>
                  <a:lnTo>
                    <a:pt x="3207" y="13560"/>
                  </a:lnTo>
                  <a:lnTo>
                    <a:pt x="7370" y="11008"/>
                  </a:lnTo>
                  <a:lnTo>
                    <a:pt x="11834" y="12991"/>
                  </a:lnTo>
                  <a:lnTo>
                    <a:pt x="10692" y="8242"/>
                  </a:lnTo>
                  <a:lnTo>
                    <a:pt x="13957" y="4611"/>
                  </a:lnTo>
                  <a:lnTo>
                    <a:pt x="9088" y="4228"/>
                  </a:lnTo>
                  <a:lnTo>
                    <a:pt x="664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9"/>
            <p:cNvSpPr/>
            <p:nvPr/>
          </p:nvSpPr>
          <p:spPr>
            <a:xfrm>
              <a:off x="358050" y="2027350"/>
              <a:ext cx="355475" cy="345125"/>
            </a:xfrm>
            <a:custGeom>
              <a:rect b="b" l="l" r="r" t="t"/>
              <a:pathLst>
                <a:path extrusionOk="0" h="13805" w="14219">
                  <a:moveTo>
                    <a:pt x="6786" y="398"/>
                  </a:moveTo>
                  <a:lnTo>
                    <a:pt x="9108" y="4411"/>
                  </a:lnTo>
                  <a:cubicBezTo>
                    <a:pt x="9128" y="4447"/>
                    <a:pt x="9165" y="4469"/>
                    <a:pt x="9203" y="4473"/>
                  </a:cubicBezTo>
                  <a:lnTo>
                    <a:pt x="13825" y="4834"/>
                  </a:lnTo>
                  <a:lnTo>
                    <a:pt x="10728" y="8282"/>
                  </a:lnTo>
                  <a:cubicBezTo>
                    <a:pt x="10699" y="8312"/>
                    <a:pt x="10689" y="8354"/>
                    <a:pt x="10699" y="8392"/>
                  </a:cubicBezTo>
                  <a:lnTo>
                    <a:pt x="11782" y="12900"/>
                  </a:lnTo>
                  <a:lnTo>
                    <a:pt x="7546" y="11018"/>
                  </a:lnTo>
                  <a:cubicBezTo>
                    <a:pt x="7530" y="11011"/>
                    <a:pt x="7513" y="11008"/>
                    <a:pt x="7496" y="11008"/>
                  </a:cubicBezTo>
                  <a:cubicBezTo>
                    <a:pt x="7474" y="11008"/>
                    <a:pt x="7453" y="11013"/>
                    <a:pt x="7434" y="11025"/>
                  </a:cubicBezTo>
                  <a:lnTo>
                    <a:pt x="3481" y="13449"/>
                  </a:lnTo>
                  <a:lnTo>
                    <a:pt x="3481" y="13449"/>
                  </a:lnTo>
                  <a:lnTo>
                    <a:pt x="3962" y="8838"/>
                  </a:lnTo>
                  <a:cubicBezTo>
                    <a:pt x="3965" y="8798"/>
                    <a:pt x="3949" y="8756"/>
                    <a:pt x="3919" y="8732"/>
                  </a:cubicBezTo>
                  <a:lnTo>
                    <a:pt x="393" y="5720"/>
                  </a:lnTo>
                  <a:lnTo>
                    <a:pt x="4924" y="4754"/>
                  </a:lnTo>
                  <a:cubicBezTo>
                    <a:pt x="4964" y="4746"/>
                    <a:pt x="4995" y="4719"/>
                    <a:pt x="5012" y="4681"/>
                  </a:cubicBezTo>
                  <a:lnTo>
                    <a:pt x="6786" y="398"/>
                  </a:lnTo>
                  <a:close/>
                  <a:moveTo>
                    <a:pt x="6777" y="0"/>
                  </a:moveTo>
                  <a:cubicBezTo>
                    <a:pt x="6773" y="0"/>
                    <a:pt x="6769" y="0"/>
                    <a:pt x="6766" y="1"/>
                  </a:cubicBezTo>
                  <a:cubicBezTo>
                    <a:pt x="6720" y="3"/>
                    <a:pt x="6678" y="32"/>
                    <a:pt x="6660" y="75"/>
                  </a:cubicBezTo>
                  <a:lnTo>
                    <a:pt x="4817" y="4527"/>
                  </a:lnTo>
                  <a:lnTo>
                    <a:pt x="104" y="5533"/>
                  </a:lnTo>
                  <a:cubicBezTo>
                    <a:pt x="59" y="5542"/>
                    <a:pt x="22" y="5577"/>
                    <a:pt x="12" y="5623"/>
                  </a:cubicBezTo>
                  <a:cubicBezTo>
                    <a:pt x="0" y="5669"/>
                    <a:pt x="14" y="5716"/>
                    <a:pt x="50" y="5746"/>
                  </a:cubicBezTo>
                  <a:lnTo>
                    <a:pt x="3715" y="8875"/>
                  </a:lnTo>
                  <a:lnTo>
                    <a:pt x="3215" y="13669"/>
                  </a:lnTo>
                  <a:cubicBezTo>
                    <a:pt x="3209" y="13714"/>
                    <a:pt x="3231" y="13760"/>
                    <a:pt x="3271" y="13784"/>
                  </a:cubicBezTo>
                  <a:cubicBezTo>
                    <a:pt x="3291" y="13797"/>
                    <a:pt x="3311" y="13804"/>
                    <a:pt x="3335" y="13804"/>
                  </a:cubicBezTo>
                  <a:cubicBezTo>
                    <a:pt x="3356" y="13804"/>
                    <a:pt x="3378" y="13797"/>
                    <a:pt x="3399" y="13784"/>
                  </a:cubicBezTo>
                  <a:lnTo>
                    <a:pt x="7507" y="11267"/>
                  </a:lnTo>
                  <a:lnTo>
                    <a:pt x="11914" y="13224"/>
                  </a:lnTo>
                  <a:cubicBezTo>
                    <a:pt x="11929" y="13231"/>
                    <a:pt x="11945" y="13234"/>
                    <a:pt x="11961" y="13234"/>
                  </a:cubicBezTo>
                  <a:cubicBezTo>
                    <a:pt x="11989" y="13234"/>
                    <a:pt x="12017" y="13225"/>
                    <a:pt x="12039" y="13206"/>
                  </a:cubicBezTo>
                  <a:cubicBezTo>
                    <a:pt x="12075" y="13177"/>
                    <a:pt x="12092" y="13129"/>
                    <a:pt x="12081" y="13084"/>
                  </a:cubicBezTo>
                  <a:lnTo>
                    <a:pt x="10956" y="8398"/>
                  </a:lnTo>
                  <a:lnTo>
                    <a:pt x="14178" y="4813"/>
                  </a:lnTo>
                  <a:cubicBezTo>
                    <a:pt x="14210" y="4780"/>
                    <a:pt x="14218" y="4730"/>
                    <a:pt x="14201" y="4687"/>
                  </a:cubicBezTo>
                  <a:cubicBezTo>
                    <a:pt x="14183" y="4644"/>
                    <a:pt x="14144" y="4613"/>
                    <a:pt x="14097" y="4610"/>
                  </a:cubicBezTo>
                  <a:lnTo>
                    <a:pt x="9293" y="4233"/>
                  </a:lnTo>
                  <a:lnTo>
                    <a:pt x="6880" y="61"/>
                  </a:lnTo>
                  <a:cubicBezTo>
                    <a:pt x="6859" y="25"/>
                    <a:pt x="6823" y="0"/>
                    <a:pt x="677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 name="Google Shape;1133;p39"/>
          <p:cNvGrpSpPr/>
          <p:nvPr/>
        </p:nvGrpSpPr>
        <p:grpSpPr>
          <a:xfrm>
            <a:off x="4832338" y="4160888"/>
            <a:ext cx="491350" cy="799475"/>
            <a:chOff x="6865275" y="5874163"/>
            <a:chExt cx="491350" cy="799475"/>
          </a:xfrm>
        </p:grpSpPr>
        <p:sp>
          <p:nvSpPr>
            <p:cNvPr id="1134" name="Google Shape;1134;p39"/>
            <p:cNvSpPr/>
            <p:nvPr/>
          </p:nvSpPr>
          <p:spPr>
            <a:xfrm>
              <a:off x="6884025" y="5877463"/>
              <a:ext cx="472600" cy="791700"/>
            </a:xfrm>
            <a:custGeom>
              <a:rect b="b" l="l" r="r" t="t"/>
              <a:pathLst>
                <a:path extrusionOk="0" h="31668" w="18904">
                  <a:moveTo>
                    <a:pt x="11591" y="1"/>
                  </a:moveTo>
                  <a:lnTo>
                    <a:pt x="0" y="2953"/>
                  </a:lnTo>
                  <a:lnTo>
                    <a:pt x="7313" y="31668"/>
                  </a:lnTo>
                  <a:lnTo>
                    <a:pt x="18904" y="28716"/>
                  </a:lnTo>
                  <a:lnTo>
                    <a:pt x="115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9"/>
            <p:cNvSpPr/>
            <p:nvPr/>
          </p:nvSpPr>
          <p:spPr>
            <a:xfrm>
              <a:off x="6915025" y="5903638"/>
              <a:ext cx="413200" cy="735875"/>
            </a:xfrm>
            <a:custGeom>
              <a:rect b="b" l="l" r="r" t="t"/>
              <a:pathLst>
                <a:path extrusionOk="0" h="29435" w="16528">
                  <a:moveTo>
                    <a:pt x="9656" y="1"/>
                  </a:moveTo>
                  <a:lnTo>
                    <a:pt x="0" y="2461"/>
                  </a:lnTo>
                  <a:lnTo>
                    <a:pt x="0" y="5815"/>
                  </a:lnTo>
                  <a:lnTo>
                    <a:pt x="6016" y="29435"/>
                  </a:lnTo>
                  <a:lnTo>
                    <a:pt x="6870" y="29435"/>
                  </a:lnTo>
                  <a:lnTo>
                    <a:pt x="16528" y="26977"/>
                  </a:lnTo>
                  <a:lnTo>
                    <a:pt x="16528" y="23622"/>
                  </a:lnTo>
                  <a:lnTo>
                    <a:pt x="1051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9"/>
            <p:cNvSpPr/>
            <p:nvPr/>
          </p:nvSpPr>
          <p:spPr>
            <a:xfrm>
              <a:off x="7037175" y="6478513"/>
              <a:ext cx="296200" cy="98850"/>
            </a:xfrm>
            <a:custGeom>
              <a:rect b="b" l="l" r="r" t="t"/>
              <a:pathLst>
                <a:path extrusionOk="0" h="3954" w="11848">
                  <a:moveTo>
                    <a:pt x="11592" y="0"/>
                  </a:moveTo>
                  <a:lnTo>
                    <a:pt x="1" y="2952"/>
                  </a:lnTo>
                  <a:lnTo>
                    <a:pt x="255" y="3954"/>
                  </a:lnTo>
                  <a:lnTo>
                    <a:pt x="11847" y="1002"/>
                  </a:lnTo>
                  <a:lnTo>
                    <a:pt x="1159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9"/>
            <p:cNvSpPr/>
            <p:nvPr/>
          </p:nvSpPr>
          <p:spPr>
            <a:xfrm>
              <a:off x="7049725" y="6528088"/>
              <a:ext cx="296175" cy="98825"/>
            </a:xfrm>
            <a:custGeom>
              <a:rect b="b" l="l" r="r" t="t"/>
              <a:pathLst>
                <a:path extrusionOk="0" h="3953" w="11847">
                  <a:moveTo>
                    <a:pt x="11593" y="0"/>
                  </a:moveTo>
                  <a:lnTo>
                    <a:pt x="1" y="2952"/>
                  </a:lnTo>
                  <a:lnTo>
                    <a:pt x="256" y="3952"/>
                  </a:lnTo>
                  <a:lnTo>
                    <a:pt x="11847" y="1000"/>
                  </a:lnTo>
                  <a:lnTo>
                    <a:pt x="1159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9"/>
            <p:cNvSpPr/>
            <p:nvPr/>
          </p:nvSpPr>
          <p:spPr>
            <a:xfrm>
              <a:off x="6893350" y="5914513"/>
              <a:ext cx="296175" cy="98825"/>
            </a:xfrm>
            <a:custGeom>
              <a:rect b="b" l="l" r="r" t="t"/>
              <a:pathLst>
                <a:path extrusionOk="0" h="3953" w="11847">
                  <a:moveTo>
                    <a:pt x="11591" y="0"/>
                  </a:moveTo>
                  <a:lnTo>
                    <a:pt x="0" y="2952"/>
                  </a:lnTo>
                  <a:lnTo>
                    <a:pt x="254" y="3952"/>
                  </a:lnTo>
                  <a:lnTo>
                    <a:pt x="11847" y="1000"/>
                  </a:lnTo>
                  <a:lnTo>
                    <a:pt x="115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9"/>
            <p:cNvSpPr/>
            <p:nvPr/>
          </p:nvSpPr>
          <p:spPr>
            <a:xfrm>
              <a:off x="6905850" y="5964313"/>
              <a:ext cx="296175" cy="98850"/>
            </a:xfrm>
            <a:custGeom>
              <a:rect b="b" l="l" r="r" t="t"/>
              <a:pathLst>
                <a:path extrusionOk="0" h="3954" w="11847">
                  <a:moveTo>
                    <a:pt x="11591" y="0"/>
                  </a:moveTo>
                  <a:lnTo>
                    <a:pt x="0" y="2953"/>
                  </a:lnTo>
                  <a:lnTo>
                    <a:pt x="256" y="3954"/>
                  </a:lnTo>
                  <a:lnTo>
                    <a:pt x="11847" y="1000"/>
                  </a:lnTo>
                  <a:lnTo>
                    <a:pt x="115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9"/>
            <p:cNvSpPr/>
            <p:nvPr/>
          </p:nvSpPr>
          <p:spPr>
            <a:xfrm>
              <a:off x="6865275" y="5874163"/>
              <a:ext cx="480675" cy="799475"/>
            </a:xfrm>
            <a:custGeom>
              <a:rect b="b" l="l" r="r" t="t"/>
              <a:pathLst>
                <a:path extrusionOk="0" h="31979" w="19227">
                  <a:moveTo>
                    <a:pt x="11638" y="344"/>
                  </a:moveTo>
                  <a:lnTo>
                    <a:pt x="18875" y="28761"/>
                  </a:lnTo>
                  <a:lnTo>
                    <a:pt x="7584" y="31635"/>
                  </a:lnTo>
                  <a:lnTo>
                    <a:pt x="347" y="3220"/>
                  </a:lnTo>
                  <a:lnTo>
                    <a:pt x="11638" y="344"/>
                  </a:lnTo>
                  <a:close/>
                  <a:moveTo>
                    <a:pt x="11751" y="1"/>
                  </a:moveTo>
                  <a:cubicBezTo>
                    <a:pt x="11738" y="1"/>
                    <a:pt x="11725" y="2"/>
                    <a:pt x="11712" y="5"/>
                  </a:cubicBezTo>
                  <a:lnTo>
                    <a:pt x="123" y="2957"/>
                  </a:lnTo>
                  <a:cubicBezTo>
                    <a:pt x="83" y="2967"/>
                    <a:pt x="50" y="2993"/>
                    <a:pt x="29" y="3029"/>
                  </a:cubicBezTo>
                  <a:cubicBezTo>
                    <a:pt x="7" y="3065"/>
                    <a:pt x="0" y="3107"/>
                    <a:pt x="10" y="3146"/>
                  </a:cubicBezTo>
                  <a:lnTo>
                    <a:pt x="7324" y="31863"/>
                  </a:lnTo>
                  <a:cubicBezTo>
                    <a:pt x="7341" y="31933"/>
                    <a:pt x="7404" y="31978"/>
                    <a:pt x="7474" y="31978"/>
                  </a:cubicBezTo>
                  <a:cubicBezTo>
                    <a:pt x="7487" y="31978"/>
                    <a:pt x="7499" y="31977"/>
                    <a:pt x="7513" y="31975"/>
                  </a:cubicBezTo>
                  <a:lnTo>
                    <a:pt x="19103" y="29023"/>
                  </a:lnTo>
                  <a:cubicBezTo>
                    <a:pt x="19142" y="29012"/>
                    <a:pt x="19176" y="28988"/>
                    <a:pt x="19198" y="28952"/>
                  </a:cubicBezTo>
                  <a:cubicBezTo>
                    <a:pt x="19219" y="28916"/>
                    <a:pt x="19226" y="28872"/>
                    <a:pt x="19215" y="28833"/>
                  </a:cubicBezTo>
                  <a:lnTo>
                    <a:pt x="11902" y="118"/>
                  </a:lnTo>
                  <a:cubicBezTo>
                    <a:pt x="11884" y="47"/>
                    <a:pt x="11822" y="1"/>
                    <a:pt x="11751"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9"/>
            <p:cNvSpPr/>
            <p:nvPr/>
          </p:nvSpPr>
          <p:spPr>
            <a:xfrm>
              <a:off x="7018325" y="6475213"/>
              <a:ext cx="304225" cy="106575"/>
            </a:xfrm>
            <a:custGeom>
              <a:rect b="b" l="l" r="r" t="t"/>
              <a:pathLst>
                <a:path extrusionOk="0" h="4263" w="12169">
                  <a:moveTo>
                    <a:pt x="11640" y="345"/>
                  </a:moveTo>
                  <a:lnTo>
                    <a:pt x="11818" y="1042"/>
                  </a:lnTo>
                  <a:lnTo>
                    <a:pt x="529" y="3918"/>
                  </a:lnTo>
                  <a:lnTo>
                    <a:pt x="351" y="3220"/>
                  </a:lnTo>
                  <a:lnTo>
                    <a:pt x="11640" y="345"/>
                  </a:lnTo>
                  <a:close/>
                  <a:moveTo>
                    <a:pt x="11751" y="0"/>
                  </a:moveTo>
                  <a:cubicBezTo>
                    <a:pt x="11739" y="0"/>
                    <a:pt x="11726" y="2"/>
                    <a:pt x="11713" y="5"/>
                  </a:cubicBezTo>
                  <a:lnTo>
                    <a:pt x="123" y="2957"/>
                  </a:lnTo>
                  <a:cubicBezTo>
                    <a:pt x="83" y="2968"/>
                    <a:pt x="51" y="2993"/>
                    <a:pt x="29" y="3028"/>
                  </a:cubicBezTo>
                  <a:cubicBezTo>
                    <a:pt x="8" y="3064"/>
                    <a:pt x="1" y="3107"/>
                    <a:pt x="11" y="3147"/>
                  </a:cubicBezTo>
                  <a:lnTo>
                    <a:pt x="266" y="4147"/>
                  </a:lnTo>
                  <a:cubicBezTo>
                    <a:pt x="283" y="4217"/>
                    <a:pt x="346" y="4263"/>
                    <a:pt x="416" y="4263"/>
                  </a:cubicBezTo>
                  <a:cubicBezTo>
                    <a:pt x="429" y="4263"/>
                    <a:pt x="441" y="4261"/>
                    <a:pt x="455" y="4260"/>
                  </a:cubicBezTo>
                  <a:lnTo>
                    <a:pt x="12046" y="1307"/>
                  </a:lnTo>
                  <a:cubicBezTo>
                    <a:pt x="12084" y="1297"/>
                    <a:pt x="12118" y="1271"/>
                    <a:pt x="12140" y="1235"/>
                  </a:cubicBezTo>
                  <a:cubicBezTo>
                    <a:pt x="12161" y="1199"/>
                    <a:pt x="12168" y="1157"/>
                    <a:pt x="12157" y="1118"/>
                  </a:cubicBezTo>
                  <a:lnTo>
                    <a:pt x="11903" y="118"/>
                  </a:lnTo>
                  <a:cubicBezTo>
                    <a:pt x="11885" y="46"/>
                    <a:pt x="11822" y="0"/>
                    <a:pt x="11751"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9"/>
            <p:cNvSpPr/>
            <p:nvPr/>
          </p:nvSpPr>
          <p:spPr>
            <a:xfrm>
              <a:off x="7030925" y="6524813"/>
              <a:ext cx="304275" cy="106600"/>
            </a:xfrm>
            <a:custGeom>
              <a:rect b="b" l="l" r="r" t="t"/>
              <a:pathLst>
                <a:path extrusionOk="0" h="4264" w="12171">
                  <a:moveTo>
                    <a:pt x="11642" y="344"/>
                  </a:moveTo>
                  <a:lnTo>
                    <a:pt x="11820" y="1043"/>
                  </a:lnTo>
                  <a:lnTo>
                    <a:pt x="530" y="3919"/>
                  </a:lnTo>
                  <a:lnTo>
                    <a:pt x="351" y="3220"/>
                  </a:lnTo>
                  <a:lnTo>
                    <a:pt x="11642" y="344"/>
                  </a:lnTo>
                  <a:close/>
                  <a:moveTo>
                    <a:pt x="11754" y="1"/>
                  </a:moveTo>
                  <a:cubicBezTo>
                    <a:pt x="11741" y="1"/>
                    <a:pt x="11728" y="2"/>
                    <a:pt x="11714" y="6"/>
                  </a:cubicBezTo>
                  <a:lnTo>
                    <a:pt x="125" y="2957"/>
                  </a:lnTo>
                  <a:cubicBezTo>
                    <a:pt x="85" y="2969"/>
                    <a:pt x="51" y="2993"/>
                    <a:pt x="30" y="3029"/>
                  </a:cubicBezTo>
                  <a:cubicBezTo>
                    <a:pt x="8" y="3065"/>
                    <a:pt x="1" y="3107"/>
                    <a:pt x="12" y="3148"/>
                  </a:cubicBezTo>
                  <a:lnTo>
                    <a:pt x="268" y="4148"/>
                  </a:lnTo>
                  <a:cubicBezTo>
                    <a:pt x="285" y="4216"/>
                    <a:pt x="348" y="4263"/>
                    <a:pt x="418" y="4263"/>
                  </a:cubicBezTo>
                  <a:cubicBezTo>
                    <a:pt x="430" y="4263"/>
                    <a:pt x="442" y="4262"/>
                    <a:pt x="457" y="4259"/>
                  </a:cubicBezTo>
                  <a:lnTo>
                    <a:pt x="12046" y="1307"/>
                  </a:lnTo>
                  <a:cubicBezTo>
                    <a:pt x="12086" y="1297"/>
                    <a:pt x="12120" y="1271"/>
                    <a:pt x="12142" y="1236"/>
                  </a:cubicBezTo>
                  <a:cubicBezTo>
                    <a:pt x="12163" y="1200"/>
                    <a:pt x="12170" y="1157"/>
                    <a:pt x="12159" y="1119"/>
                  </a:cubicBezTo>
                  <a:lnTo>
                    <a:pt x="11903" y="118"/>
                  </a:lnTo>
                  <a:cubicBezTo>
                    <a:pt x="11885" y="47"/>
                    <a:pt x="11824" y="1"/>
                    <a:pt x="1175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9"/>
            <p:cNvSpPr/>
            <p:nvPr/>
          </p:nvSpPr>
          <p:spPr>
            <a:xfrm>
              <a:off x="6874400" y="5911313"/>
              <a:ext cx="304525" cy="106600"/>
            </a:xfrm>
            <a:custGeom>
              <a:rect b="b" l="l" r="r" t="t"/>
              <a:pathLst>
                <a:path extrusionOk="0" h="4264" w="12181">
                  <a:moveTo>
                    <a:pt x="11651" y="344"/>
                  </a:moveTo>
                  <a:lnTo>
                    <a:pt x="11830" y="1043"/>
                  </a:lnTo>
                  <a:lnTo>
                    <a:pt x="539" y="3919"/>
                  </a:lnTo>
                  <a:lnTo>
                    <a:pt x="361" y="3220"/>
                  </a:lnTo>
                  <a:lnTo>
                    <a:pt x="11651" y="344"/>
                  </a:lnTo>
                  <a:close/>
                  <a:moveTo>
                    <a:pt x="11764" y="0"/>
                  </a:moveTo>
                  <a:cubicBezTo>
                    <a:pt x="11751" y="0"/>
                    <a:pt x="11738" y="2"/>
                    <a:pt x="11724" y="5"/>
                  </a:cubicBezTo>
                  <a:lnTo>
                    <a:pt x="135" y="2957"/>
                  </a:lnTo>
                  <a:cubicBezTo>
                    <a:pt x="51" y="2979"/>
                    <a:pt x="1" y="3063"/>
                    <a:pt x="22" y="3147"/>
                  </a:cubicBezTo>
                  <a:lnTo>
                    <a:pt x="278" y="4148"/>
                  </a:lnTo>
                  <a:cubicBezTo>
                    <a:pt x="288" y="4186"/>
                    <a:pt x="314" y="4220"/>
                    <a:pt x="349" y="4242"/>
                  </a:cubicBezTo>
                  <a:cubicBezTo>
                    <a:pt x="372" y="4256"/>
                    <a:pt x="401" y="4263"/>
                    <a:pt x="428" y="4263"/>
                  </a:cubicBezTo>
                  <a:cubicBezTo>
                    <a:pt x="439" y="4263"/>
                    <a:pt x="454" y="4262"/>
                    <a:pt x="467" y="4259"/>
                  </a:cubicBezTo>
                  <a:lnTo>
                    <a:pt x="12056" y="1307"/>
                  </a:lnTo>
                  <a:cubicBezTo>
                    <a:pt x="12096" y="1297"/>
                    <a:pt x="12130" y="1271"/>
                    <a:pt x="12152" y="1236"/>
                  </a:cubicBezTo>
                  <a:cubicBezTo>
                    <a:pt x="12173" y="1200"/>
                    <a:pt x="12180" y="1157"/>
                    <a:pt x="12169" y="1118"/>
                  </a:cubicBezTo>
                  <a:lnTo>
                    <a:pt x="11913" y="118"/>
                  </a:lnTo>
                  <a:cubicBezTo>
                    <a:pt x="11895" y="47"/>
                    <a:pt x="11834" y="0"/>
                    <a:pt x="11764"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9"/>
            <p:cNvSpPr/>
            <p:nvPr/>
          </p:nvSpPr>
          <p:spPr>
            <a:xfrm>
              <a:off x="6887300" y="5960888"/>
              <a:ext cx="304225" cy="106575"/>
            </a:xfrm>
            <a:custGeom>
              <a:rect b="b" l="l" r="r" t="t"/>
              <a:pathLst>
                <a:path extrusionOk="0" h="4263" w="12169">
                  <a:moveTo>
                    <a:pt x="11640" y="344"/>
                  </a:moveTo>
                  <a:lnTo>
                    <a:pt x="11818" y="1043"/>
                  </a:lnTo>
                  <a:lnTo>
                    <a:pt x="529" y="3918"/>
                  </a:lnTo>
                  <a:lnTo>
                    <a:pt x="351" y="3219"/>
                  </a:lnTo>
                  <a:lnTo>
                    <a:pt x="11640" y="344"/>
                  </a:lnTo>
                  <a:close/>
                  <a:moveTo>
                    <a:pt x="11751" y="0"/>
                  </a:moveTo>
                  <a:cubicBezTo>
                    <a:pt x="11739" y="0"/>
                    <a:pt x="11727" y="1"/>
                    <a:pt x="11714" y="4"/>
                  </a:cubicBezTo>
                  <a:lnTo>
                    <a:pt x="123" y="2958"/>
                  </a:lnTo>
                  <a:cubicBezTo>
                    <a:pt x="85" y="2968"/>
                    <a:pt x="51" y="2993"/>
                    <a:pt x="29" y="3029"/>
                  </a:cubicBezTo>
                  <a:cubicBezTo>
                    <a:pt x="8" y="3065"/>
                    <a:pt x="1" y="3108"/>
                    <a:pt x="12" y="3146"/>
                  </a:cubicBezTo>
                  <a:lnTo>
                    <a:pt x="266" y="4146"/>
                  </a:lnTo>
                  <a:cubicBezTo>
                    <a:pt x="285" y="4216"/>
                    <a:pt x="348" y="4262"/>
                    <a:pt x="416" y="4262"/>
                  </a:cubicBezTo>
                  <a:cubicBezTo>
                    <a:pt x="429" y="4262"/>
                    <a:pt x="442" y="4261"/>
                    <a:pt x="456" y="4259"/>
                  </a:cubicBezTo>
                  <a:lnTo>
                    <a:pt x="12046" y="1307"/>
                  </a:lnTo>
                  <a:cubicBezTo>
                    <a:pt x="12086" y="1296"/>
                    <a:pt x="12119" y="1272"/>
                    <a:pt x="12140" y="1236"/>
                  </a:cubicBezTo>
                  <a:cubicBezTo>
                    <a:pt x="12161" y="1200"/>
                    <a:pt x="12169" y="1157"/>
                    <a:pt x="12159" y="1117"/>
                  </a:cubicBezTo>
                  <a:lnTo>
                    <a:pt x="11903" y="117"/>
                  </a:lnTo>
                  <a:cubicBezTo>
                    <a:pt x="11884" y="45"/>
                    <a:pt x="11822" y="0"/>
                    <a:pt x="11751"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 name="Google Shape;1145;p39"/>
          <p:cNvGrpSpPr/>
          <p:nvPr/>
        </p:nvGrpSpPr>
        <p:grpSpPr>
          <a:xfrm>
            <a:off x="6754175" y="372325"/>
            <a:ext cx="1134950" cy="991675"/>
            <a:chOff x="6754175" y="372325"/>
            <a:chExt cx="1134950" cy="991675"/>
          </a:xfrm>
        </p:grpSpPr>
        <p:sp>
          <p:nvSpPr>
            <p:cNvPr id="1146" name="Google Shape;1146;p39"/>
            <p:cNvSpPr/>
            <p:nvPr/>
          </p:nvSpPr>
          <p:spPr>
            <a:xfrm>
              <a:off x="6755375" y="383600"/>
              <a:ext cx="1133750" cy="979825"/>
            </a:xfrm>
            <a:custGeom>
              <a:rect b="b" l="l" r="r" t="t"/>
              <a:pathLst>
                <a:path extrusionOk="0" h="39193" w="45350">
                  <a:moveTo>
                    <a:pt x="24257" y="6929"/>
                  </a:moveTo>
                  <a:cubicBezTo>
                    <a:pt x="26536" y="6929"/>
                    <a:pt x="28838" y="7608"/>
                    <a:pt x="30844" y="9020"/>
                  </a:cubicBezTo>
                  <a:cubicBezTo>
                    <a:pt x="36019" y="12663"/>
                    <a:pt x="37260" y="19813"/>
                    <a:pt x="33617" y="24987"/>
                  </a:cubicBezTo>
                  <a:lnTo>
                    <a:pt x="25488" y="19263"/>
                  </a:lnTo>
                  <a:cubicBezTo>
                    <a:pt x="25738" y="18607"/>
                    <a:pt x="25527" y="17843"/>
                    <a:pt x="24930" y="17421"/>
                  </a:cubicBezTo>
                  <a:cubicBezTo>
                    <a:pt x="24656" y="17229"/>
                    <a:pt x="24343" y="17137"/>
                    <a:pt x="24032" y="17137"/>
                  </a:cubicBezTo>
                  <a:cubicBezTo>
                    <a:pt x="23662" y="17137"/>
                    <a:pt x="23296" y="17268"/>
                    <a:pt x="23005" y="17516"/>
                  </a:cubicBezTo>
                  <a:lnTo>
                    <a:pt x="14876" y="11792"/>
                  </a:lnTo>
                  <a:cubicBezTo>
                    <a:pt x="17108" y="8623"/>
                    <a:pt x="20654" y="6929"/>
                    <a:pt x="24257" y="6929"/>
                  </a:cubicBezTo>
                  <a:close/>
                  <a:moveTo>
                    <a:pt x="23804" y="1"/>
                  </a:moveTo>
                  <a:cubicBezTo>
                    <a:pt x="17950" y="1"/>
                    <a:pt x="12186" y="2693"/>
                    <a:pt x="8464" y="7738"/>
                  </a:cubicBezTo>
                  <a:lnTo>
                    <a:pt x="4993" y="5293"/>
                  </a:lnTo>
                  <a:lnTo>
                    <a:pt x="1" y="12385"/>
                  </a:lnTo>
                  <a:lnTo>
                    <a:pt x="38071" y="39192"/>
                  </a:lnTo>
                  <a:lnTo>
                    <a:pt x="43064" y="32102"/>
                  </a:lnTo>
                  <a:lnTo>
                    <a:pt x="39592" y="29659"/>
                  </a:lnTo>
                  <a:cubicBezTo>
                    <a:pt x="45349" y="21090"/>
                    <a:pt x="43232" y="9448"/>
                    <a:pt x="34749" y="3474"/>
                  </a:cubicBezTo>
                  <a:cubicBezTo>
                    <a:pt x="31416" y="1128"/>
                    <a:pt x="27591" y="1"/>
                    <a:pt x="238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9"/>
            <p:cNvSpPr/>
            <p:nvPr/>
          </p:nvSpPr>
          <p:spPr>
            <a:xfrm>
              <a:off x="6773350" y="372325"/>
              <a:ext cx="1093150" cy="987675"/>
            </a:xfrm>
            <a:custGeom>
              <a:rect b="b" l="l" r="r" t="t"/>
              <a:pathLst>
                <a:path extrusionOk="0" h="39507" w="43726">
                  <a:moveTo>
                    <a:pt x="24423" y="7249"/>
                  </a:moveTo>
                  <a:cubicBezTo>
                    <a:pt x="26671" y="7249"/>
                    <a:pt x="28941" y="7916"/>
                    <a:pt x="30915" y="9306"/>
                  </a:cubicBezTo>
                  <a:cubicBezTo>
                    <a:pt x="35967" y="12864"/>
                    <a:pt x="37216" y="19844"/>
                    <a:pt x="33737" y="24929"/>
                  </a:cubicBezTo>
                  <a:lnTo>
                    <a:pt x="25831" y="19363"/>
                  </a:lnTo>
                  <a:cubicBezTo>
                    <a:pt x="26045" y="18652"/>
                    <a:pt x="25787" y="17881"/>
                    <a:pt x="25178" y="17455"/>
                  </a:cubicBezTo>
                  <a:cubicBezTo>
                    <a:pt x="24880" y="17245"/>
                    <a:pt x="24535" y="17141"/>
                    <a:pt x="24189" y="17141"/>
                  </a:cubicBezTo>
                  <a:cubicBezTo>
                    <a:pt x="23827" y="17141"/>
                    <a:pt x="23465" y="17255"/>
                    <a:pt x="23161" y="17481"/>
                  </a:cubicBezTo>
                  <a:lnTo>
                    <a:pt x="15255" y="11914"/>
                  </a:lnTo>
                  <a:cubicBezTo>
                    <a:pt x="17458" y="8873"/>
                    <a:pt x="20914" y="7249"/>
                    <a:pt x="24423" y="7249"/>
                  </a:cubicBezTo>
                  <a:close/>
                  <a:moveTo>
                    <a:pt x="24423" y="6937"/>
                  </a:moveTo>
                  <a:cubicBezTo>
                    <a:pt x="20769" y="6937"/>
                    <a:pt x="17170" y="8652"/>
                    <a:pt x="14910" y="11860"/>
                  </a:cubicBezTo>
                  <a:cubicBezTo>
                    <a:pt x="14886" y="11894"/>
                    <a:pt x="14878" y="11935"/>
                    <a:pt x="14885" y="11977"/>
                  </a:cubicBezTo>
                  <a:cubicBezTo>
                    <a:pt x="14892" y="12018"/>
                    <a:pt x="14915" y="12054"/>
                    <a:pt x="14949" y="12077"/>
                  </a:cubicBezTo>
                  <a:lnTo>
                    <a:pt x="23078" y="17801"/>
                  </a:lnTo>
                  <a:cubicBezTo>
                    <a:pt x="23104" y="17820"/>
                    <a:pt x="23135" y="17829"/>
                    <a:pt x="23166" y="17829"/>
                  </a:cubicBezTo>
                  <a:cubicBezTo>
                    <a:pt x="23202" y="17829"/>
                    <a:pt x="23238" y="17817"/>
                    <a:pt x="23266" y="17792"/>
                  </a:cubicBezTo>
                  <a:cubicBezTo>
                    <a:pt x="23531" y="17565"/>
                    <a:pt x="23860" y="17450"/>
                    <a:pt x="24189" y="17450"/>
                  </a:cubicBezTo>
                  <a:cubicBezTo>
                    <a:pt x="24472" y="17450"/>
                    <a:pt x="24756" y="17535"/>
                    <a:pt x="24999" y="17706"/>
                  </a:cubicBezTo>
                  <a:cubicBezTo>
                    <a:pt x="25527" y="18075"/>
                    <a:pt x="25734" y="18760"/>
                    <a:pt x="25504" y="19365"/>
                  </a:cubicBezTo>
                  <a:cubicBezTo>
                    <a:pt x="25478" y="19431"/>
                    <a:pt x="25499" y="19507"/>
                    <a:pt x="25558" y="19548"/>
                  </a:cubicBezTo>
                  <a:lnTo>
                    <a:pt x="33687" y="25272"/>
                  </a:lnTo>
                  <a:cubicBezTo>
                    <a:pt x="33714" y="25292"/>
                    <a:pt x="33744" y="25301"/>
                    <a:pt x="33777" y="25301"/>
                  </a:cubicBezTo>
                  <a:cubicBezTo>
                    <a:pt x="33785" y="25301"/>
                    <a:pt x="33794" y="25301"/>
                    <a:pt x="33802" y="25299"/>
                  </a:cubicBezTo>
                  <a:cubicBezTo>
                    <a:pt x="33844" y="25292"/>
                    <a:pt x="33880" y="25268"/>
                    <a:pt x="33902" y="25235"/>
                  </a:cubicBezTo>
                  <a:cubicBezTo>
                    <a:pt x="37589" y="19997"/>
                    <a:pt x="36330" y="12740"/>
                    <a:pt x="31093" y="9051"/>
                  </a:cubicBezTo>
                  <a:cubicBezTo>
                    <a:pt x="29065" y="7623"/>
                    <a:pt x="26733" y="6937"/>
                    <a:pt x="24423" y="6937"/>
                  </a:cubicBezTo>
                  <a:close/>
                  <a:moveTo>
                    <a:pt x="23980" y="313"/>
                  </a:moveTo>
                  <a:cubicBezTo>
                    <a:pt x="27841" y="313"/>
                    <a:pt x="31605" y="1496"/>
                    <a:pt x="34821" y="3761"/>
                  </a:cubicBezTo>
                  <a:cubicBezTo>
                    <a:pt x="38886" y="6625"/>
                    <a:pt x="41618" y="10892"/>
                    <a:pt x="42518" y="15780"/>
                  </a:cubicBezTo>
                  <a:cubicBezTo>
                    <a:pt x="43417" y="20663"/>
                    <a:pt x="42388" y="25616"/>
                    <a:pt x="39623" y="29731"/>
                  </a:cubicBezTo>
                  <a:cubicBezTo>
                    <a:pt x="39578" y="29802"/>
                    <a:pt x="39593" y="29896"/>
                    <a:pt x="39663" y="29944"/>
                  </a:cubicBezTo>
                  <a:lnTo>
                    <a:pt x="43007" y="32298"/>
                  </a:lnTo>
                  <a:lnTo>
                    <a:pt x="38193" y="39135"/>
                  </a:lnTo>
                  <a:lnTo>
                    <a:pt x="378" y="12506"/>
                  </a:lnTo>
                  <a:lnTo>
                    <a:pt x="5193" y="5669"/>
                  </a:lnTo>
                  <a:lnTo>
                    <a:pt x="8536" y="8022"/>
                  </a:lnTo>
                  <a:cubicBezTo>
                    <a:pt x="8563" y="8041"/>
                    <a:pt x="8595" y="8051"/>
                    <a:pt x="8626" y="8051"/>
                  </a:cubicBezTo>
                  <a:cubicBezTo>
                    <a:pt x="8674" y="8051"/>
                    <a:pt x="8721" y="8029"/>
                    <a:pt x="8751" y="7989"/>
                  </a:cubicBezTo>
                  <a:cubicBezTo>
                    <a:pt x="11694" y="3998"/>
                    <a:pt x="16012" y="1362"/>
                    <a:pt x="20910" y="562"/>
                  </a:cubicBezTo>
                  <a:cubicBezTo>
                    <a:pt x="21935" y="395"/>
                    <a:pt x="22961" y="313"/>
                    <a:pt x="23980" y="313"/>
                  </a:cubicBezTo>
                  <a:close/>
                  <a:moveTo>
                    <a:pt x="23979" y="1"/>
                  </a:moveTo>
                  <a:cubicBezTo>
                    <a:pt x="22943" y="1"/>
                    <a:pt x="21899" y="85"/>
                    <a:pt x="20857" y="255"/>
                  </a:cubicBezTo>
                  <a:cubicBezTo>
                    <a:pt x="15931" y="1058"/>
                    <a:pt x="11578" y="3693"/>
                    <a:pt x="8589" y="7680"/>
                  </a:cubicBezTo>
                  <a:lnTo>
                    <a:pt x="5243" y="5323"/>
                  </a:lnTo>
                  <a:cubicBezTo>
                    <a:pt x="5217" y="5305"/>
                    <a:pt x="5186" y="5296"/>
                    <a:pt x="5154" y="5296"/>
                  </a:cubicBezTo>
                  <a:cubicBezTo>
                    <a:pt x="5145" y="5296"/>
                    <a:pt x="5135" y="5297"/>
                    <a:pt x="5126" y="5299"/>
                  </a:cubicBezTo>
                  <a:cubicBezTo>
                    <a:pt x="5086" y="5306"/>
                    <a:pt x="5050" y="5329"/>
                    <a:pt x="5026" y="5363"/>
                  </a:cubicBezTo>
                  <a:lnTo>
                    <a:pt x="32" y="12454"/>
                  </a:lnTo>
                  <a:cubicBezTo>
                    <a:pt x="9" y="12487"/>
                    <a:pt x="1" y="12528"/>
                    <a:pt x="8" y="12570"/>
                  </a:cubicBezTo>
                  <a:cubicBezTo>
                    <a:pt x="15" y="12611"/>
                    <a:pt x="38" y="12647"/>
                    <a:pt x="72" y="12670"/>
                  </a:cubicBezTo>
                  <a:lnTo>
                    <a:pt x="38142" y="39478"/>
                  </a:lnTo>
                  <a:cubicBezTo>
                    <a:pt x="38167" y="39498"/>
                    <a:pt x="38199" y="39506"/>
                    <a:pt x="38230" y="39506"/>
                  </a:cubicBezTo>
                  <a:lnTo>
                    <a:pt x="38259" y="39506"/>
                  </a:lnTo>
                  <a:cubicBezTo>
                    <a:pt x="38300" y="39499"/>
                    <a:pt x="38336" y="39476"/>
                    <a:pt x="38359" y="39442"/>
                  </a:cubicBezTo>
                  <a:lnTo>
                    <a:pt x="43351" y="32352"/>
                  </a:lnTo>
                  <a:cubicBezTo>
                    <a:pt x="43374" y="32318"/>
                    <a:pt x="43383" y="32276"/>
                    <a:pt x="43376" y="32235"/>
                  </a:cubicBezTo>
                  <a:cubicBezTo>
                    <a:pt x="43368" y="32195"/>
                    <a:pt x="43346" y="32159"/>
                    <a:pt x="43311" y="32135"/>
                  </a:cubicBezTo>
                  <a:lnTo>
                    <a:pt x="39965" y="29777"/>
                  </a:lnTo>
                  <a:cubicBezTo>
                    <a:pt x="42711" y="25619"/>
                    <a:pt x="43726" y="20636"/>
                    <a:pt x="42823" y="15723"/>
                  </a:cubicBezTo>
                  <a:cubicBezTo>
                    <a:pt x="41908" y="10755"/>
                    <a:pt x="39129" y="6414"/>
                    <a:pt x="34998" y="3505"/>
                  </a:cubicBezTo>
                  <a:cubicBezTo>
                    <a:pt x="31729" y="1204"/>
                    <a:pt x="27904" y="1"/>
                    <a:pt x="239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9"/>
            <p:cNvSpPr/>
            <p:nvPr/>
          </p:nvSpPr>
          <p:spPr>
            <a:xfrm>
              <a:off x="6754175" y="664875"/>
              <a:ext cx="972275" cy="698650"/>
            </a:xfrm>
            <a:custGeom>
              <a:rect b="b" l="l" r="r" t="t"/>
              <a:pathLst>
                <a:path extrusionOk="0" h="27946" w="38891">
                  <a:moveTo>
                    <a:pt x="778" y="1"/>
                  </a:moveTo>
                  <a:lnTo>
                    <a:pt x="0" y="1105"/>
                  </a:lnTo>
                  <a:lnTo>
                    <a:pt x="38113" y="27946"/>
                  </a:lnTo>
                  <a:lnTo>
                    <a:pt x="38890" y="26842"/>
                  </a:lnTo>
                  <a:lnTo>
                    <a:pt x="7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9"/>
            <p:cNvSpPr/>
            <p:nvPr/>
          </p:nvSpPr>
          <p:spPr>
            <a:xfrm>
              <a:off x="6758575" y="649275"/>
              <a:ext cx="40850" cy="53200"/>
            </a:xfrm>
            <a:custGeom>
              <a:rect b="b" l="l" r="r" t="t"/>
              <a:pathLst>
                <a:path extrusionOk="0" h="2128" w="1634">
                  <a:moveTo>
                    <a:pt x="1456" y="1"/>
                  </a:moveTo>
                  <a:cubicBezTo>
                    <a:pt x="1408" y="1"/>
                    <a:pt x="1359" y="23"/>
                    <a:pt x="1329" y="66"/>
                  </a:cubicBezTo>
                  <a:lnTo>
                    <a:pt x="50" y="1882"/>
                  </a:lnTo>
                  <a:cubicBezTo>
                    <a:pt x="0" y="1952"/>
                    <a:pt x="19" y="2049"/>
                    <a:pt x="87" y="2099"/>
                  </a:cubicBezTo>
                  <a:cubicBezTo>
                    <a:pt x="114" y="2119"/>
                    <a:pt x="147" y="2128"/>
                    <a:pt x="177" y="2128"/>
                  </a:cubicBezTo>
                  <a:cubicBezTo>
                    <a:pt x="226" y="2128"/>
                    <a:pt x="273" y="2105"/>
                    <a:pt x="304" y="2061"/>
                  </a:cubicBezTo>
                  <a:lnTo>
                    <a:pt x="1583" y="245"/>
                  </a:lnTo>
                  <a:cubicBezTo>
                    <a:pt x="1633" y="174"/>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9"/>
            <p:cNvSpPr/>
            <p:nvPr/>
          </p:nvSpPr>
          <p:spPr>
            <a:xfrm>
              <a:off x="6808725" y="684575"/>
              <a:ext cx="40800" cy="53150"/>
            </a:xfrm>
            <a:custGeom>
              <a:rect b="b" l="l" r="r" t="t"/>
              <a:pathLst>
                <a:path extrusionOk="0" h="2126" w="1632">
                  <a:moveTo>
                    <a:pt x="1456" y="0"/>
                  </a:moveTo>
                  <a:cubicBezTo>
                    <a:pt x="1408" y="0"/>
                    <a:pt x="1360" y="23"/>
                    <a:pt x="1329" y="66"/>
                  </a:cubicBezTo>
                  <a:lnTo>
                    <a:pt x="50" y="1882"/>
                  </a:lnTo>
                  <a:cubicBezTo>
                    <a:pt x="0" y="1952"/>
                    <a:pt x="17" y="2047"/>
                    <a:pt x="87" y="2097"/>
                  </a:cubicBezTo>
                  <a:cubicBezTo>
                    <a:pt x="114" y="2117"/>
                    <a:pt x="146" y="2126"/>
                    <a:pt x="177" y="2126"/>
                  </a:cubicBezTo>
                  <a:cubicBezTo>
                    <a:pt x="224" y="2126"/>
                    <a:pt x="273" y="2105"/>
                    <a:pt x="303" y="2060"/>
                  </a:cubicBezTo>
                  <a:lnTo>
                    <a:pt x="1582" y="244"/>
                  </a:lnTo>
                  <a:cubicBezTo>
                    <a:pt x="1632" y="174"/>
                    <a:pt x="1615" y="77"/>
                    <a:pt x="1545" y="27"/>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9"/>
            <p:cNvSpPr/>
            <p:nvPr/>
          </p:nvSpPr>
          <p:spPr>
            <a:xfrm>
              <a:off x="6775275" y="678500"/>
              <a:ext cx="28525" cy="35700"/>
            </a:xfrm>
            <a:custGeom>
              <a:rect b="b" l="l" r="r" t="t"/>
              <a:pathLst>
                <a:path extrusionOk="0" h="1428" w="1141">
                  <a:moveTo>
                    <a:pt x="966" y="0"/>
                  </a:moveTo>
                  <a:cubicBezTo>
                    <a:pt x="917" y="0"/>
                    <a:pt x="869" y="23"/>
                    <a:pt x="838" y="66"/>
                  </a:cubicBezTo>
                  <a:lnTo>
                    <a:pt x="51" y="1183"/>
                  </a:lnTo>
                  <a:cubicBezTo>
                    <a:pt x="1" y="1253"/>
                    <a:pt x="18" y="1350"/>
                    <a:pt x="88" y="1399"/>
                  </a:cubicBezTo>
                  <a:cubicBezTo>
                    <a:pt x="115" y="1419"/>
                    <a:pt x="147" y="1427"/>
                    <a:pt x="177" y="1427"/>
                  </a:cubicBezTo>
                  <a:cubicBezTo>
                    <a:pt x="227" y="1427"/>
                    <a:pt x="274" y="1404"/>
                    <a:pt x="304" y="1362"/>
                  </a:cubicBezTo>
                  <a:lnTo>
                    <a:pt x="1091" y="244"/>
                  </a:lnTo>
                  <a:cubicBezTo>
                    <a:pt x="1141" y="174"/>
                    <a:pt x="1124" y="77"/>
                    <a:pt x="1054" y="27"/>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9"/>
            <p:cNvSpPr/>
            <p:nvPr/>
          </p:nvSpPr>
          <p:spPr>
            <a:xfrm>
              <a:off x="6790525" y="689250"/>
              <a:ext cx="28575" cy="35725"/>
            </a:xfrm>
            <a:custGeom>
              <a:rect b="b" l="l" r="r" t="t"/>
              <a:pathLst>
                <a:path extrusionOk="0" h="1429" w="1143">
                  <a:moveTo>
                    <a:pt x="966" y="1"/>
                  </a:moveTo>
                  <a:cubicBezTo>
                    <a:pt x="917" y="1"/>
                    <a:pt x="869" y="23"/>
                    <a:pt x="838" y="66"/>
                  </a:cubicBezTo>
                  <a:lnTo>
                    <a:pt x="51" y="1183"/>
                  </a:lnTo>
                  <a:cubicBezTo>
                    <a:pt x="1" y="1253"/>
                    <a:pt x="19" y="1350"/>
                    <a:pt x="88" y="1400"/>
                  </a:cubicBezTo>
                  <a:cubicBezTo>
                    <a:pt x="115" y="1420"/>
                    <a:pt x="148" y="1429"/>
                    <a:pt x="178" y="1429"/>
                  </a:cubicBezTo>
                  <a:cubicBezTo>
                    <a:pt x="227" y="1429"/>
                    <a:pt x="274" y="1406"/>
                    <a:pt x="305" y="1362"/>
                  </a:cubicBezTo>
                  <a:lnTo>
                    <a:pt x="1093" y="244"/>
                  </a:lnTo>
                  <a:cubicBezTo>
                    <a:pt x="1143" y="174"/>
                    <a:pt x="1124" y="79"/>
                    <a:pt x="1055" y="29"/>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9"/>
            <p:cNvSpPr/>
            <p:nvPr/>
          </p:nvSpPr>
          <p:spPr>
            <a:xfrm>
              <a:off x="6858075" y="719400"/>
              <a:ext cx="40850" cy="53175"/>
            </a:xfrm>
            <a:custGeom>
              <a:rect b="b" l="l" r="r" t="t"/>
              <a:pathLst>
                <a:path extrusionOk="0" h="2127" w="1634">
                  <a:moveTo>
                    <a:pt x="1458" y="0"/>
                  </a:moveTo>
                  <a:cubicBezTo>
                    <a:pt x="1409" y="0"/>
                    <a:pt x="1360" y="23"/>
                    <a:pt x="1330" y="66"/>
                  </a:cubicBezTo>
                  <a:lnTo>
                    <a:pt x="51" y="1882"/>
                  </a:lnTo>
                  <a:cubicBezTo>
                    <a:pt x="1" y="1952"/>
                    <a:pt x="19" y="2047"/>
                    <a:pt x="89" y="2097"/>
                  </a:cubicBezTo>
                  <a:cubicBezTo>
                    <a:pt x="115" y="2117"/>
                    <a:pt x="148" y="2126"/>
                    <a:pt x="178" y="2126"/>
                  </a:cubicBezTo>
                  <a:cubicBezTo>
                    <a:pt x="227" y="2126"/>
                    <a:pt x="275" y="2103"/>
                    <a:pt x="305" y="2060"/>
                  </a:cubicBezTo>
                  <a:lnTo>
                    <a:pt x="1584" y="244"/>
                  </a:lnTo>
                  <a:cubicBezTo>
                    <a:pt x="1634" y="174"/>
                    <a:pt x="1615" y="77"/>
                    <a:pt x="1547" y="27"/>
                  </a:cubicBezTo>
                  <a:cubicBezTo>
                    <a:pt x="1520" y="9"/>
                    <a:pt x="1489" y="0"/>
                    <a:pt x="145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9"/>
            <p:cNvSpPr/>
            <p:nvPr/>
          </p:nvSpPr>
          <p:spPr>
            <a:xfrm>
              <a:off x="6824675" y="713300"/>
              <a:ext cx="28575" cy="35725"/>
            </a:xfrm>
            <a:custGeom>
              <a:rect b="b" l="l" r="r" t="t"/>
              <a:pathLst>
                <a:path extrusionOk="0" h="1429" w="1143">
                  <a:moveTo>
                    <a:pt x="966" y="1"/>
                  </a:moveTo>
                  <a:cubicBezTo>
                    <a:pt x="918" y="1"/>
                    <a:pt x="870" y="23"/>
                    <a:pt x="840" y="67"/>
                  </a:cubicBezTo>
                  <a:lnTo>
                    <a:pt x="51" y="1184"/>
                  </a:lnTo>
                  <a:cubicBezTo>
                    <a:pt x="1" y="1254"/>
                    <a:pt x="19" y="1351"/>
                    <a:pt x="89" y="1400"/>
                  </a:cubicBezTo>
                  <a:cubicBezTo>
                    <a:pt x="115" y="1420"/>
                    <a:pt x="148" y="1428"/>
                    <a:pt x="178" y="1428"/>
                  </a:cubicBezTo>
                  <a:cubicBezTo>
                    <a:pt x="227" y="1428"/>
                    <a:pt x="275" y="1406"/>
                    <a:pt x="305" y="1363"/>
                  </a:cubicBezTo>
                  <a:lnTo>
                    <a:pt x="1092" y="245"/>
                  </a:lnTo>
                  <a:cubicBezTo>
                    <a:pt x="1142" y="175"/>
                    <a:pt x="1125" y="78"/>
                    <a:pt x="1055"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9"/>
            <p:cNvSpPr/>
            <p:nvPr/>
          </p:nvSpPr>
          <p:spPr>
            <a:xfrm>
              <a:off x="6839925" y="724025"/>
              <a:ext cx="28550" cy="35725"/>
            </a:xfrm>
            <a:custGeom>
              <a:rect b="b" l="l" r="r" t="t"/>
              <a:pathLst>
                <a:path extrusionOk="0" h="1429" w="1142">
                  <a:moveTo>
                    <a:pt x="966" y="1"/>
                  </a:moveTo>
                  <a:cubicBezTo>
                    <a:pt x="917" y="1"/>
                    <a:pt x="869" y="23"/>
                    <a:pt x="838" y="66"/>
                  </a:cubicBezTo>
                  <a:lnTo>
                    <a:pt x="51" y="1184"/>
                  </a:lnTo>
                  <a:cubicBezTo>
                    <a:pt x="1" y="1254"/>
                    <a:pt x="18" y="1351"/>
                    <a:pt x="88" y="1400"/>
                  </a:cubicBezTo>
                  <a:cubicBezTo>
                    <a:pt x="115" y="1420"/>
                    <a:pt x="147" y="1428"/>
                    <a:pt x="177" y="1428"/>
                  </a:cubicBezTo>
                  <a:cubicBezTo>
                    <a:pt x="225" y="1428"/>
                    <a:pt x="274" y="1405"/>
                    <a:pt x="304" y="1362"/>
                  </a:cubicBezTo>
                  <a:lnTo>
                    <a:pt x="1091" y="245"/>
                  </a:lnTo>
                  <a:cubicBezTo>
                    <a:pt x="1141" y="175"/>
                    <a:pt x="1124" y="78"/>
                    <a:pt x="1054" y="28"/>
                  </a:cubicBezTo>
                  <a:cubicBezTo>
                    <a:pt x="1027" y="10"/>
                    <a:pt x="996"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9"/>
            <p:cNvSpPr/>
            <p:nvPr/>
          </p:nvSpPr>
          <p:spPr>
            <a:xfrm>
              <a:off x="6907525" y="754175"/>
              <a:ext cx="40850" cy="53175"/>
            </a:xfrm>
            <a:custGeom>
              <a:rect b="b" l="l" r="r" t="t"/>
              <a:pathLst>
                <a:path extrusionOk="0" h="2127" w="1634">
                  <a:moveTo>
                    <a:pt x="1457" y="0"/>
                  </a:moveTo>
                  <a:cubicBezTo>
                    <a:pt x="1408" y="0"/>
                    <a:pt x="1360" y="23"/>
                    <a:pt x="1329" y="65"/>
                  </a:cubicBezTo>
                  <a:lnTo>
                    <a:pt x="50" y="1882"/>
                  </a:lnTo>
                  <a:cubicBezTo>
                    <a:pt x="0" y="1951"/>
                    <a:pt x="19" y="2048"/>
                    <a:pt x="87" y="2098"/>
                  </a:cubicBezTo>
                  <a:cubicBezTo>
                    <a:pt x="115" y="2118"/>
                    <a:pt x="147" y="2127"/>
                    <a:pt x="177" y="2127"/>
                  </a:cubicBezTo>
                  <a:cubicBezTo>
                    <a:pt x="226" y="2127"/>
                    <a:pt x="273" y="2104"/>
                    <a:pt x="305" y="2061"/>
                  </a:cubicBezTo>
                  <a:lnTo>
                    <a:pt x="1583" y="244"/>
                  </a:lnTo>
                  <a:cubicBezTo>
                    <a:pt x="1633" y="175"/>
                    <a:pt x="1615" y="78"/>
                    <a:pt x="1545" y="28"/>
                  </a:cubicBezTo>
                  <a:cubicBezTo>
                    <a:pt x="1518"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9"/>
            <p:cNvSpPr/>
            <p:nvPr/>
          </p:nvSpPr>
          <p:spPr>
            <a:xfrm>
              <a:off x="6874075" y="748100"/>
              <a:ext cx="28575" cy="35725"/>
            </a:xfrm>
            <a:custGeom>
              <a:rect b="b" l="l" r="r" t="t"/>
              <a:pathLst>
                <a:path extrusionOk="0" h="1429" w="1143">
                  <a:moveTo>
                    <a:pt x="966" y="1"/>
                  </a:moveTo>
                  <a:cubicBezTo>
                    <a:pt x="918" y="1"/>
                    <a:pt x="869" y="23"/>
                    <a:pt x="838" y="66"/>
                  </a:cubicBezTo>
                  <a:lnTo>
                    <a:pt x="51" y="1184"/>
                  </a:lnTo>
                  <a:cubicBezTo>
                    <a:pt x="1" y="1254"/>
                    <a:pt x="18" y="1350"/>
                    <a:pt x="88" y="1400"/>
                  </a:cubicBezTo>
                  <a:cubicBezTo>
                    <a:pt x="115" y="1420"/>
                    <a:pt x="147" y="1428"/>
                    <a:pt x="178" y="1428"/>
                  </a:cubicBezTo>
                  <a:cubicBezTo>
                    <a:pt x="225" y="1428"/>
                    <a:pt x="274" y="1405"/>
                    <a:pt x="304" y="1362"/>
                  </a:cubicBezTo>
                  <a:lnTo>
                    <a:pt x="1093" y="245"/>
                  </a:lnTo>
                  <a:cubicBezTo>
                    <a:pt x="1143" y="175"/>
                    <a:pt x="1124" y="78"/>
                    <a:pt x="1054"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9"/>
            <p:cNvSpPr/>
            <p:nvPr/>
          </p:nvSpPr>
          <p:spPr>
            <a:xfrm>
              <a:off x="6889350" y="758825"/>
              <a:ext cx="28550" cy="35700"/>
            </a:xfrm>
            <a:custGeom>
              <a:rect b="b" l="l" r="r" t="t"/>
              <a:pathLst>
                <a:path extrusionOk="0" h="1428" w="1142">
                  <a:moveTo>
                    <a:pt x="966" y="1"/>
                  </a:moveTo>
                  <a:cubicBezTo>
                    <a:pt x="918" y="1"/>
                    <a:pt x="869" y="23"/>
                    <a:pt x="839" y="66"/>
                  </a:cubicBezTo>
                  <a:lnTo>
                    <a:pt x="50" y="1183"/>
                  </a:lnTo>
                  <a:cubicBezTo>
                    <a:pt x="0" y="1253"/>
                    <a:pt x="19" y="1349"/>
                    <a:pt x="89" y="1399"/>
                  </a:cubicBezTo>
                  <a:cubicBezTo>
                    <a:pt x="114" y="1419"/>
                    <a:pt x="147" y="1428"/>
                    <a:pt x="177" y="1428"/>
                  </a:cubicBezTo>
                  <a:cubicBezTo>
                    <a:pt x="226" y="1428"/>
                    <a:pt x="274" y="1405"/>
                    <a:pt x="304" y="1362"/>
                  </a:cubicBezTo>
                  <a:lnTo>
                    <a:pt x="1092" y="245"/>
                  </a:lnTo>
                  <a:cubicBezTo>
                    <a:pt x="1142" y="175"/>
                    <a:pt x="1125" y="78"/>
                    <a:pt x="1055" y="28"/>
                  </a:cubicBezTo>
                  <a:cubicBezTo>
                    <a:pt x="1028" y="9"/>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9"/>
            <p:cNvSpPr/>
            <p:nvPr/>
          </p:nvSpPr>
          <p:spPr>
            <a:xfrm>
              <a:off x="6956925" y="788950"/>
              <a:ext cx="40825" cy="53200"/>
            </a:xfrm>
            <a:custGeom>
              <a:rect b="b" l="l" r="r" t="t"/>
              <a:pathLst>
                <a:path extrusionOk="0" h="2128" w="1633">
                  <a:moveTo>
                    <a:pt x="1456" y="0"/>
                  </a:moveTo>
                  <a:cubicBezTo>
                    <a:pt x="1407" y="0"/>
                    <a:pt x="1360" y="23"/>
                    <a:pt x="1329" y="66"/>
                  </a:cubicBezTo>
                  <a:lnTo>
                    <a:pt x="50" y="1882"/>
                  </a:lnTo>
                  <a:cubicBezTo>
                    <a:pt x="0" y="1952"/>
                    <a:pt x="18" y="2049"/>
                    <a:pt x="88" y="2099"/>
                  </a:cubicBezTo>
                  <a:cubicBezTo>
                    <a:pt x="115" y="2117"/>
                    <a:pt x="146" y="2127"/>
                    <a:pt x="176" y="2127"/>
                  </a:cubicBezTo>
                  <a:cubicBezTo>
                    <a:pt x="225" y="2127"/>
                    <a:pt x="273" y="2105"/>
                    <a:pt x="303" y="2060"/>
                  </a:cubicBezTo>
                  <a:lnTo>
                    <a:pt x="1582" y="244"/>
                  </a:lnTo>
                  <a:cubicBezTo>
                    <a:pt x="1632" y="174"/>
                    <a:pt x="1615" y="78"/>
                    <a:pt x="1545" y="28"/>
                  </a:cubicBezTo>
                  <a:cubicBezTo>
                    <a:pt x="1518" y="10"/>
                    <a:pt x="1486"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9"/>
            <p:cNvSpPr/>
            <p:nvPr/>
          </p:nvSpPr>
          <p:spPr>
            <a:xfrm>
              <a:off x="6923450" y="782875"/>
              <a:ext cx="28575" cy="35725"/>
            </a:xfrm>
            <a:custGeom>
              <a:rect b="b" l="l" r="r" t="t"/>
              <a:pathLst>
                <a:path extrusionOk="0" h="1429" w="1143">
                  <a:moveTo>
                    <a:pt x="967" y="1"/>
                  </a:moveTo>
                  <a:cubicBezTo>
                    <a:pt x="918" y="1"/>
                    <a:pt x="870" y="24"/>
                    <a:pt x="839" y="66"/>
                  </a:cubicBezTo>
                  <a:lnTo>
                    <a:pt x="51" y="1184"/>
                  </a:lnTo>
                  <a:cubicBezTo>
                    <a:pt x="1" y="1253"/>
                    <a:pt x="19" y="1350"/>
                    <a:pt x="89" y="1400"/>
                  </a:cubicBezTo>
                  <a:cubicBezTo>
                    <a:pt x="115" y="1420"/>
                    <a:pt x="148" y="1429"/>
                    <a:pt x="178" y="1429"/>
                  </a:cubicBezTo>
                  <a:cubicBezTo>
                    <a:pt x="228" y="1429"/>
                    <a:pt x="276" y="1406"/>
                    <a:pt x="305" y="1363"/>
                  </a:cubicBezTo>
                  <a:lnTo>
                    <a:pt x="1092" y="244"/>
                  </a:lnTo>
                  <a:cubicBezTo>
                    <a:pt x="1142" y="176"/>
                    <a:pt x="1125" y="79"/>
                    <a:pt x="1055" y="29"/>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9"/>
            <p:cNvSpPr/>
            <p:nvPr/>
          </p:nvSpPr>
          <p:spPr>
            <a:xfrm>
              <a:off x="6938750" y="793575"/>
              <a:ext cx="28550" cy="35750"/>
            </a:xfrm>
            <a:custGeom>
              <a:rect b="b" l="l" r="r" t="t"/>
              <a:pathLst>
                <a:path extrusionOk="0" h="1430" w="1142">
                  <a:moveTo>
                    <a:pt x="964" y="1"/>
                  </a:moveTo>
                  <a:cubicBezTo>
                    <a:pt x="915" y="1"/>
                    <a:pt x="868" y="23"/>
                    <a:pt x="837" y="66"/>
                  </a:cubicBezTo>
                  <a:lnTo>
                    <a:pt x="50" y="1185"/>
                  </a:lnTo>
                  <a:cubicBezTo>
                    <a:pt x="0" y="1254"/>
                    <a:pt x="17" y="1351"/>
                    <a:pt x="87" y="1401"/>
                  </a:cubicBezTo>
                  <a:cubicBezTo>
                    <a:pt x="114" y="1421"/>
                    <a:pt x="146" y="1429"/>
                    <a:pt x="177" y="1429"/>
                  </a:cubicBezTo>
                  <a:cubicBezTo>
                    <a:pt x="224" y="1429"/>
                    <a:pt x="273" y="1408"/>
                    <a:pt x="303" y="1364"/>
                  </a:cubicBezTo>
                  <a:lnTo>
                    <a:pt x="1092" y="245"/>
                  </a:lnTo>
                  <a:cubicBezTo>
                    <a:pt x="1142" y="176"/>
                    <a:pt x="1123" y="79"/>
                    <a:pt x="1053" y="29"/>
                  </a:cubicBezTo>
                  <a:cubicBezTo>
                    <a:pt x="1026" y="10"/>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9"/>
            <p:cNvSpPr/>
            <p:nvPr/>
          </p:nvSpPr>
          <p:spPr>
            <a:xfrm>
              <a:off x="7006300" y="823775"/>
              <a:ext cx="40850" cy="53175"/>
            </a:xfrm>
            <a:custGeom>
              <a:rect b="b" l="l" r="r" t="t"/>
              <a:pathLst>
                <a:path extrusionOk="0" h="2127" w="1634">
                  <a:moveTo>
                    <a:pt x="1457" y="1"/>
                  </a:moveTo>
                  <a:cubicBezTo>
                    <a:pt x="1408" y="1"/>
                    <a:pt x="1360" y="24"/>
                    <a:pt x="1329" y="66"/>
                  </a:cubicBezTo>
                  <a:lnTo>
                    <a:pt x="50" y="1880"/>
                  </a:lnTo>
                  <a:cubicBezTo>
                    <a:pt x="0" y="1950"/>
                    <a:pt x="19" y="2047"/>
                    <a:pt x="87" y="2098"/>
                  </a:cubicBezTo>
                  <a:cubicBezTo>
                    <a:pt x="114" y="2116"/>
                    <a:pt x="147" y="2126"/>
                    <a:pt x="177" y="2126"/>
                  </a:cubicBezTo>
                  <a:cubicBezTo>
                    <a:pt x="226" y="2126"/>
                    <a:pt x="273" y="2102"/>
                    <a:pt x="304" y="2059"/>
                  </a:cubicBezTo>
                  <a:lnTo>
                    <a:pt x="1583" y="244"/>
                  </a:lnTo>
                  <a:cubicBezTo>
                    <a:pt x="1633" y="176"/>
                    <a:pt x="1615" y="79"/>
                    <a:pt x="1545" y="29"/>
                  </a:cubicBezTo>
                  <a:cubicBezTo>
                    <a:pt x="1518"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9"/>
            <p:cNvSpPr/>
            <p:nvPr/>
          </p:nvSpPr>
          <p:spPr>
            <a:xfrm>
              <a:off x="6972900" y="817675"/>
              <a:ext cx="28550" cy="35725"/>
            </a:xfrm>
            <a:custGeom>
              <a:rect b="b" l="l" r="r" t="t"/>
              <a:pathLst>
                <a:path extrusionOk="0" h="1429" w="1142">
                  <a:moveTo>
                    <a:pt x="965" y="0"/>
                  </a:moveTo>
                  <a:cubicBezTo>
                    <a:pt x="916" y="0"/>
                    <a:pt x="868" y="23"/>
                    <a:pt x="837" y="65"/>
                  </a:cubicBezTo>
                  <a:lnTo>
                    <a:pt x="50" y="1183"/>
                  </a:lnTo>
                  <a:cubicBezTo>
                    <a:pt x="0" y="1253"/>
                    <a:pt x="19" y="1350"/>
                    <a:pt x="87" y="1400"/>
                  </a:cubicBezTo>
                  <a:cubicBezTo>
                    <a:pt x="114" y="1420"/>
                    <a:pt x="147" y="1428"/>
                    <a:pt x="177" y="1428"/>
                  </a:cubicBezTo>
                  <a:cubicBezTo>
                    <a:pt x="226" y="1428"/>
                    <a:pt x="273" y="1406"/>
                    <a:pt x="304" y="1361"/>
                  </a:cubicBezTo>
                  <a:lnTo>
                    <a:pt x="1092" y="244"/>
                  </a:lnTo>
                  <a:cubicBezTo>
                    <a:pt x="1142" y="174"/>
                    <a:pt x="1123" y="78"/>
                    <a:pt x="1055"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9"/>
            <p:cNvSpPr/>
            <p:nvPr/>
          </p:nvSpPr>
          <p:spPr>
            <a:xfrm>
              <a:off x="6988175" y="828425"/>
              <a:ext cx="28525" cy="35725"/>
            </a:xfrm>
            <a:custGeom>
              <a:rect b="b" l="l" r="r" t="t"/>
              <a:pathLst>
                <a:path extrusionOk="0" h="1429" w="1141">
                  <a:moveTo>
                    <a:pt x="965" y="1"/>
                  </a:moveTo>
                  <a:cubicBezTo>
                    <a:pt x="917" y="1"/>
                    <a:pt x="869" y="23"/>
                    <a:pt x="838" y="65"/>
                  </a:cubicBezTo>
                  <a:lnTo>
                    <a:pt x="51" y="1184"/>
                  </a:lnTo>
                  <a:cubicBezTo>
                    <a:pt x="1" y="1253"/>
                    <a:pt x="18" y="1350"/>
                    <a:pt x="88" y="1400"/>
                  </a:cubicBezTo>
                  <a:cubicBezTo>
                    <a:pt x="115" y="1420"/>
                    <a:pt x="146" y="1429"/>
                    <a:pt x="176" y="1429"/>
                  </a:cubicBezTo>
                  <a:cubicBezTo>
                    <a:pt x="225" y="1429"/>
                    <a:pt x="274" y="1406"/>
                    <a:pt x="304" y="1363"/>
                  </a:cubicBezTo>
                  <a:lnTo>
                    <a:pt x="1091" y="244"/>
                  </a:lnTo>
                  <a:cubicBezTo>
                    <a:pt x="1141" y="175"/>
                    <a:pt x="1124" y="78"/>
                    <a:pt x="1054" y="28"/>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9"/>
            <p:cNvSpPr/>
            <p:nvPr/>
          </p:nvSpPr>
          <p:spPr>
            <a:xfrm>
              <a:off x="7055725" y="858575"/>
              <a:ext cx="40825" cy="53125"/>
            </a:xfrm>
            <a:custGeom>
              <a:rect b="b" l="l" r="r" t="t"/>
              <a:pathLst>
                <a:path extrusionOk="0" h="2125" w="1633">
                  <a:moveTo>
                    <a:pt x="1456" y="0"/>
                  </a:moveTo>
                  <a:cubicBezTo>
                    <a:pt x="1407" y="0"/>
                    <a:pt x="1360" y="23"/>
                    <a:pt x="1329" y="65"/>
                  </a:cubicBezTo>
                  <a:lnTo>
                    <a:pt x="51" y="1880"/>
                  </a:lnTo>
                  <a:cubicBezTo>
                    <a:pt x="1" y="1950"/>
                    <a:pt x="18" y="2046"/>
                    <a:pt x="88" y="2096"/>
                  </a:cubicBezTo>
                  <a:cubicBezTo>
                    <a:pt x="115" y="2116"/>
                    <a:pt x="146" y="2124"/>
                    <a:pt x="178" y="2124"/>
                  </a:cubicBezTo>
                  <a:cubicBezTo>
                    <a:pt x="225" y="2124"/>
                    <a:pt x="273" y="2101"/>
                    <a:pt x="303" y="2059"/>
                  </a:cubicBezTo>
                  <a:lnTo>
                    <a:pt x="1582" y="244"/>
                  </a:lnTo>
                  <a:cubicBezTo>
                    <a:pt x="1632" y="174"/>
                    <a:pt x="1615" y="78"/>
                    <a:pt x="1545" y="28"/>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9"/>
            <p:cNvSpPr/>
            <p:nvPr/>
          </p:nvSpPr>
          <p:spPr>
            <a:xfrm>
              <a:off x="7022300" y="852450"/>
              <a:ext cx="28525" cy="35750"/>
            </a:xfrm>
            <a:custGeom>
              <a:rect b="b" l="l" r="r" t="t"/>
              <a:pathLst>
                <a:path extrusionOk="0" h="1430" w="1141">
                  <a:moveTo>
                    <a:pt x="965" y="0"/>
                  </a:moveTo>
                  <a:cubicBezTo>
                    <a:pt x="916" y="0"/>
                    <a:pt x="868" y="23"/>
                    <a:pt x="837" y="66"/>
                  </a:cubicBezTo>
                  <a:lnTo>
                    <a:pt x="49" y="1183"/>
                  </a:lnTo>
                  <a:cubicBezTo>
                    <a:pt x="0" y="1253"/>
                    <a:pt x="17" y="1351"/>
                    <a:pt x="87" y="1399"/>
                  </a:cubicBezTo>
                  <a:cubicBezTo>
                    <a:pt x="114" y="1419"/>
                    <a:pt x="146" y="1429"/>
                    <a:pt x="176" y="1429"/>
                  </a:cubicBezTo>
                  <a:cubicBezTo>
                    <a:pt x="224" y="1429"/>
                    <a:pt x="273" y="1405"/>
                    <a:pt x="303" y="1362"/>
                  </a:cubicBezTo>
                  <a:lnTo>
                    <a:pt x="1090" y="245"/>
                  </a:lnTo>
                  <a:cubicBezTo>
                    <a:pt x="1140" y="175"/>
                    <a:pt x="1123" y="77"/>
                    <a:pt x="1053" y="27"/>
                  </a:cubicBezTo>
                  <a:cubicBezTo>
                    <a:pt x="1026" y="9"/>
                    <a:pt x="995"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9"/>
            <p:cNvSpPr/>
            <p:nvPr/>
          </p:nvSpPr>
          <p:spPr>
            <a:xfrm>
              <a:off x="7037550" y="863200"/>
              <a:ext cx="28550" cy="35750"/>
            </a:xfrm>
            <a:custGeom>
              <a:rect b="b" l="l" r="r" t="t"/>
              <a:pathLst>
                <a:path extrusionOk="0" h="1430" w="1142">
                  <a:moveTo>
                    <a:pt x="965" y="1"/>
                  </a:moveTo>
                  <a:cubicBezTo>
                    <a:pt x="916" y="1"/>
                    <a:pt x="868" y="23"/>
                    <a:pt x="838" y="66"/>
                  </a:cubicBezTo>
                  <a:lnTo>
                    <a:pt x="50" y="1183"/>
                  </a:lnTo>
                  <a:cubicBezTo>
                    <a:pt x="0" y="1253"/>
                    <a:pt x="19" y="1351"/>
                    <a:pt x="87" y="1401"/>
                  </a:cubicBezTo>
                  <a:cubicBezTo>
                    <a:pt x="115" y="1421"/>
                    <a:pt x="147" y="1429"/>
                    <a:pt x="177" y="1429"/>
                  </a:cubicBezTo>
                  <a:cubicBezTo>
                    <a:pt x="226" y="1429"/>
                    <a:pt x="273" y="1406"/>
                    <a:pt x="305" y="1362"/>
                  </a:cubicBezTo>
                  <a:lnTo>
                    <a:pt x="1092" y="245"/>
                  </a:lnTo>
                  <a:cubicBezTo>
                    <a:pt x="1142" y="175"/>
                    <a:pt x="1123" y="79"/>
                    <a:pt x="1055"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9"/>
            <p:cNvSpPr/>
            <p:nvPr/>
          </p:nvSpPr>
          <p:spPr>
            <a:xfrm>
              <a:off x="7105100" y="893300"/>
              <a:ext cx="40850" cy="53175"/>
            </a:xfrm>
            <a:custGeom>
              <a:rect b="b" l="l" r="r" t="t"/>
              <a:pathLst>
                <a:path extrusionOk="0" h="2127" w="1634">
                  <a:moveTo>
                    <a:pt x="1457" y="0"/>
                  </a:moveTo>
                  <a:cubicBezTo>
                    <a:pt x="1408" y="0"/>
                    <a:pt x="1360" y="23"/>
                    <a:pt x="1329" y="65"/>
                  </a:cubicBezTo>
                  <a:lnTo>
                    <a:pt x="50" y="1883"/>
                  </a:lnTo>
                  <a:cubicBezTo>
                    <a:pt x="0" y="1951"/>
                    <a:pt x="19" y="2048"/>
                    <a:pt x="89" y="2098"/>
                  </a:cubicBezTo>
                  <a:cubicBezTo>
                    <a:pt x="114" y="2118"/>
                    <a:pt x="147" y="2127"/>
                    <a:pt x="177" y="2127"/>
                  </a:cubicBezTo>
                  <a:cubicBezTo>
                    <a:pt x="226" y="2127"/>
                    <a:pt x="274" y="2104"/>
                    <a:pt x="304" y="2061"/>
                  </a:cubicBezTo>
                  <a:lnTo>
                    <a:pt x="1583" y="244"/>
                  </a:lnTo>
                  <a:cubicBezTo>
                    <a:pt x="1633" y="175"/>
                    <a:pt x="1615" y="78"/>
                    <a:pt x="1546" y="28"/>
                  </a:cubicBezTo>
                  <a:cubicBezTo>
                    <a:pt x="1519"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9"/>
            <p:cNvSpPr/>
            <p:nvPr/>
          </p:nvSpPr>
          <p:spPr>
            <a:xfrm>
              <a:off x="7071700" y="887225"/>
              <a:ext cx="28550" cy="35725"/>
            </a:xfrm>
            <a:custGeom>
              <a:rect b="b" l="l" r="r" t="t"/>
              <a:pathLst>
                <a:path extrusionOk="0" h="1429" w="1142">
                  <a:moveTo>
                    <a:pt x="966" y="0"/>
                  </a:moveTo>
                  <a:cubicBezTo>
                    <a:pt x="918" y="0"/>
                    <a:pt x="870" y="23"/>
                    <a:pt x="839" y="65"/>
                  </a:cubicBezTo>
                  <a:lnTo>
                    <a:pt x="50" y="1184"/>
                  </a:lnTo>
                  <a:cubicBezTo>
                    <a:pt x="0" y="1254"/>
                    <a:pt x="19" y="1350"/>
                    <a:pt x="89" y="1400"/>
                  </a:cubicBezTo>
                  <a:cubicBezTo>
                    <a:pt x="115" y="1420"/>
                    <a:pt x="147" y="1428"/>
                    <a:pt x="177" y="1428"/>
                  </a:cubicBezTo>
                  <a:cubicBezTo>
                    <a:pt x="226" y="1428"/>
                    <a:pt x="275" y="1406"/>
                    <a:pt x="305" y="1363"/>
                  </a:cubicBezTo>
                  <a:lnTo>
                    <a:pt x="1092" y="244"/>
                  </a:lnTo>
                  <a:cubicBezTo>
                    <a:pt x="1142" y="175"/>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9"/>
            <p:cNvSpPr/>
            <p:nvPr/>
          </p:nvSpPr>
          <p:spPr>
            <a:xfrm>
              <a:off x="7086950" y="898000"/>
              <a:ext cx="28525" cy="35725"/>
            </a:xfrm>
            <a:custGeom>
              <a:rect b="b" l="l" r="r" t="t"/>
              <a:pathLst>
                <a:path extrusionOk="0" h="1429" w="1141">
                  <a:moveTo>
                    <a:pt x="965" y="0"/>
                  </a:moveTo>
                  <a:cubicBezTo>
                    <a:pt x="916" y="0"/>
                    <a:pt x="868" y="23"/>
                    <a:pt x="838" y="66"/>
                  </a:cubicBezTo>
                  <a:lnTo>
                    <a:pt x="50" y="1183"/>
                  </a:lnTo>
                  <a:cubicBezTo>
                    <a:pt x="0" y="1253"/>
                    <a:pt x="17" y="1350"/>
                    <a:pt x="87" y="1399"/>
                  </a:cubicBezTo>
                  <a:cubicBezTo>
                    <a:pt x="115" y="1419"/>
                    <a:pt x="146" y="1429"/>
                    <a:pt x="176" y="1429"/>
                  </a:cubicBezTo>
                  <a:cubicBezTo>
                    <a:pt x="226" y="1429"/>
                    <a:pt x="275" y="1405"/>
                    <a:pt x="303" y="1362"/>
                  </a:cubicBezTo>
                  <a:lnTo>
                    <a:pt x="1091" y="244"/>
                  </a:lnTo>
                  <a:cubicBezTo>
                    <a:pt x="1141" y="174"/>
                    <a:pt x="1123" y="77"/>
                    <a:pt x="1053" y="27"/>
                  </a:cubicBezTo>
                  <a:cubicBezTo>
                    <a:pt x="1026"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9"/>
            <p:cNvSpPr/>
            <p:nvPr/>
          </p:nvSpPr>
          <p:spPr>
            <a:xfrm>
              <a:off x="7154525" y="928075"/>
              <a:ext cx="40850" cy="53200"/>
            </a:xfrm>
            <a:custGeom>
              <a:rect b="b" l="l" r="r" t="t"/>
              <a:pathLst>
                <a:path extrusionOk="0" h="2128" w="1634">
                  <a:moveTo>
                    <a:pt x="1457" y="1"/>
                  </a:moveTo>
                  <a:cubicBezTo>
                    <a:pt x="1408" y="1"/>
                    <a:pt x="1360" y="23"/>
                    <a:pt x="1329" y="66"/>
                  </a:cubicBezTo>
                  <a:lnTo>
                    <a:pt x="51" y="1882"/>
                  </a:lnTo>
                  <a:cubicBezTo>
                    <a:pt x="1" y="1952"/>
                    <a:pt x="19" y="2049"/>
                    <a:pt x="88" y="2099"/>
                  </a:cubicBezTo>
                  <a:cubicBezTo>
                    <a:pt x="115" y="2119"/>
                    <a:pt x="148" y="2128"/>
                    <a:pt x="178" y="2128"/>
                  </a:cubicBezTo>
                  <a:cubicBezTo>
                    <a:pt x="225" y="2128"/>
                    <a:pt x="274" y="2106"/>
                    <a:pt x="305" y="2061"/>
                  </a:cubicBezTo>
                  <a:lnTo>
                    <a:pt x="1584" y="244"/>
                  </a:lnTo>
                  <a:cubicBezTo>
                    <a:pt x="1634" y="174"/>
                    <a:pt x="1615" y="79"/>
                    <a:pt x="1545" y="29"/>
                  </a:cubicBezTo>
                  <a:cubicBezTo>
                    <a:pt x="1518"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9"/>
            <p:cNvSpPr/>
            <p:nvPr/>
          </p:nvSpPr>
          <p:spPr>
            <a:xfrm>
              <a:off x="7121100" y="922025"/>
              <a:ext cx="28550" cy="35725"/>
            </a:xfrm>
            <a:custGeom>
              <a:rect b="b" l="l" r="r" t="t"/>
              <a:pathLst>
                <a:path extrusionOk="0" h="1429" w="1142">
                  <a:moveTo>
                    <a:pt x="966" y="0"/>
                  </a:moveTo>
                  <a:cubicBezTo>
                    <a:pt x="917" y="0"/>
                    <a:pt x="868" y="23"/>
                    <a:pt x="838" y="65"/>
                  </a:cubicBezTo>
                  <a:lnTo>
                    <a:pt x="50" y="1184"/>
                  </a:lnTo>
                  <a:cubicBezTo>
                    <a:pt x="0" y="1254"/>
                    <a:pt x="17" y="1350"/>
                    <a:pt x="87" y="1400"/>
                  </a:cubicBezTo>
                  <a:cubicBezTo>
                    <a:pt x="115" y="1420"/>
                    <a:pt x="146" y="1428"/>
                    <a:pt x="177" y="1428"/>
                  </a:cubicBezTo>
                  <a:cubicBezTo>
                    <a:pt x="225" y="1428"/>
                    <a:pt x="273" y="1407"/>
                    <a:pt x="303" y="1362"/>
                  </a:cubicBezTo>
                  <a:lnTo>
                    <a:pt x="1092" y="244"/>
                  </a:lnTo>
                  <a:cubicBezTo>
                    <a:pt x="1142" y="175"/>
                    <a:pt x="1123" y="78"/>
                    <a:pt x="1053" y="28"/>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9"/>
            <p:cNvSpPr/>
            <p:nvPr/>
          </p:nvSpPr>
          <p:spPr>
            <a:xfrm>
              <a:off x="7136350" y="932775"/>
              <a:ext cx="28550" cy="35725"/>
            </a:xfrm>
            <a:custGeom>
              <a:rect b="b" l="l" r="r" t="t"/>
              <a:pathLst>
                <a:path extrusionOk="0" h="1429" w="1142">
                  <a:moveTo>
                    <a:pt x="966" y="0"/>
                  </a:moveTo>
                  <a:cubicBezTo>
                    <a:pt x="917" y="0"/>
                    <a:pt x="869" y="23"/>
                    <a:pt x="839" y="65"/>
                  </a:cubicBezTo>
                  <a:lnTo>
                    <a:pt x="50" y="1184"/>
                  </a:lnTo>
                  <a:cubicBezTo>
                    <a:pt x="0" y="1254"/>
                    <a:pt x="19" y="1350"/>
                    <a:pt x="89" y="1400"/>
                  </a:cubicBezTo>
                  <a:cubicBezTo>
                    <a:pt x="115" y="1420"/>
                    <a:pt x="148" y="1428"/>
                    <a:pt x="178" y="1428"/>
                  </a:cubicBezTo>
                  <a:cubicBezTo>
                    <a:pt x="226" y="1428"/>
                    <a:pt x="275" y="1405"/>
                    <a:pt x="305" y="1362"/>
                  </a:cubicBezTo>
                  <a:lnTo>
                    <a:pt x="1092" y="244"/>
                  </a:lnTo>
                  <a:cubicBezTo>
                    <a:pt x="1142" y="175"/>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9"/>
            <p:cNvSpPr/>
            <p:nvPr/>
          </p:nvSpPr>
          <p:spPr>
            <a:xfrm>
              <a:off x="7203925" y="962900"/>
              <a:ext cx="40825" cy="53200"/>
            </a:xfrm>
            <a:custGeom>
              <a:rect b="b" l="l" r="r" t="t"/>
              <a:pathLst>
                <a:path extrusionOk="0" h="2128" w="1633">
                  <a:moveTo>
                    <a:pt x="1456" y="1"/>
                  </a:moveTo>
                  <a:cubicBezTo>
                    <a:pt x="1408" y="1"/>
                    <a:pt x="1360" y="23"/>
                    <a:pt x="1330" y="66"/>
                  </a:cubicBezTo>
                  <a:lnTo>
                    <a:pt x="51" y="1882"/>
                  </a:lnTo>
                  <a:cubicBezTo>
                    <a:pt x="1" y="1952"/>
                    <a:pt x="18" y="2049"/>
                    <a:pt x="88" y="2099"/>
                  </a:cubicBezTo>
                  <a:cubicBezTo>
                    <a:pt x="115" y="2119"/>
                    <a:pt x="146" y="2128"/>
                    <a:pt x="176" y="2128"/>
                  </a:cubicBezTo>
                  <a:cubicBezTo>
                    <a:pt x="225" y="2128"/>
                    <a:pt x="274" y="2105"/>
                    <a:pt x="304" y="2061"/>
                  </a:cubicBezTo>
                  <a:lnTo>
                    <a:pt x="1582" y="245"/>
                  </a:lnTo>
                  <a:cubicBezTo>
                    <a:pt x="1632" y="175"/>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9"/>
            <p:cNvSpPr/>
            <p:nvPr/>
          </p:nvSpPr>
          <p:spPr>
            <a:xfrm>
              <a:off x="7170525" y="956850"/>
              <a:ext cx="28525" cy="35725"/>
            </a:xfrm>
            <a:custGeom>
              <a:rect b="b" l="l" r="r" t="t"/>
              <a:pathLst>
                <a:path extrusionOk="0" h="1429" w="1141">
                  <a:moveTo>
                    <a:pt x="965" y="0"/>
                  </a:moveTo>
                  <a:cubicBezTo>
                    <a:pt x="917" y="0"/>
                    <a:pt x="869" y="23"/>
                    <a:pt x="838" y="65"/>
                  </a:cubicBezTo>
                  <a:lnTo>
                    <a:pt x="49" y="1184"/>
                  </a:lnTo>
                  <a:cubicBezTo>
                    <a:pt x="1" y="1254"/>
                    <a:pt x="18" y="1350"/>
                    <a:pt x="88" y="1400"/>
                  </a:cubicBezTo>
                  <a:cubicBezTo>
                    <a:pt x="115" y="1420"/>
                    <a:pt x="147" y="1428"/>
                    <a:pt x="177" y="1428"/>
                  </a:cubicBezTo>
                  <a:cubicBezTo>
                    <a:pt x="225" y="1428"/>
                    <a:pt x="274" y="1405"/>
                    <a:pt x="304" y="1362"/>
                  </a:cubicBezTo>
                  <a:lnTo>
                    <a:pt x="1091" y="244"/>
                  </a:lnTo>
                  <a:cubicBezTo>
                    <a:pt x="1141" y="175"/>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9"/>
            <p:cNvSpPr/>
            <p:nvPr/>
          </p:nvSpPr>
          <p:spPr>
            <a:xfrm>
              <a:off x="7185750" y="967550"/>
              <a:ext cx="28575" cy="35725"/>
            </a:xfrm>
            <a:custGeom>
              <a:rect b="b" l="l" r="r" t="t"/>
              <a:pathLst>
                <a:path extrusionOk="0" h="1429" w="1143">
                  <a:moveTo>
                    <a:pt x="966" y="1"/>
                  </a:moveTo>
                  <a:cubicBezTo>
                    <a:pt x="917" y="1"/>
                    <a:pt x="868" y="24"/>
                    <a:pt x="838" y="66"/>
                  </a:cubicBezTo>
                  <a:lnTo>
                    <a:pt x="50" y="1185"/>
                  </a:lnTo>
                  <a:cubicBezTo>
                    <a:pt x="0" y="1255"/>
                    <a:pt x="18" y="1350"/>
                    <a:pt x="88" y="1400"/>
                  </a:cubicBezTo>
                  <a:cubicBezTo>
                    <a:pt x="115" y="1420"/>
                    <a:pt x="146" y="1429"/>
                    <a:pt x="178" y="1429"/>
                  </a:cubicBezTo>
                  <a:cubicBezTo>
                    <a:pt x="225" y="1429"/>
                    <a:pt x="273" y="1406"/>
                    <a:pt x="303" y="1363"/>
                  </a:cubicBezTo>
                  <a:lnTo>
                    <a:pt x="1092" y="244"/>
                  </a:lnTo>
                  <a:cubicBezTo>
                    <a:pt x="1142" y="176"/>
                    <a:pt x="1124" y="79"/>
                    <a:pt x="1053" y="29"/>
                  </a:cubicBezTo>
                  <a:cubicBezTo>
                    <a:pt x="1027" y="10"/>
                    <a:pt x="996"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9"/>
            <p:cNvSpPr/>
            <p:nvPr/>
          </p:nvSpPr>
          <p:spPr>
            <a:xfrm>
              <a:off x="7253300" y="997700"/>
              <a:ext cx="40825" cy="53175"/>
            </a:xfrm>
            <a:custGeom>
              <a:rect b="b" l="l" r="r" t="t"/>
              <a:pathLst>
                <a:path extrusionOk="0" h="2127" w="1633">
                  <a:moveTo>
                    <a:pt x="1456" y="0"/>
                  </a:moveTo>
                  <a:cubicBezTo>
                    <a:pt x="1408" y="0"/>
                    <a:pt x="1360" y="23"/>
                    <a:pt x="1329" y="66"/>
                  </a:cubicBezTo>
                  <a:lnTo>
                    <a:pt x="50" y="1882"/>
                  </a:lnTo>
                  <a:cubicBezTo>
                    <a:pt x="0" y="1952"/>
                    <a:pt x="19" y="2049"/>
                    <a:pt x="88" y="2097"/>
                  </a:cubicBezTo>
                  <a:cubicBezTo>
                    <a:pt x="115" y="2117"/>
                    <a:pt x="146" y="2126"/>
                    <a:pt x="178" y="2126"/>
                  </a:cubicBezTo>
                  <a:cubicBezTo>
                    <a:pt x="228" y="2126"/>
                    <a:pt x="273" y="2103"/>
                    <a:pt x="305" y="2060"/>
                  </a:cubicBezTo>
                  <a:lnTo>
                    <a:pt x="1584" y="244"/>
                  </a:lnTo>
                  <a:cubicBezTo>
                    <a:pt x="1632" y="174"/>
                    <a:pt x="1615" y="79"/>
                    <a:pt x="1545" y="29"/>
                  </a:cubicBezTo>
                  <a:cubicBezTo>
                    <a:pt x="1518" y="10"/>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9"/>
            <p:cNvSpPr/>
            <p:nvPr/>
          </p:nvSpPr>
          <p:spPr>
            <a:xfrm>
              <a:off x="7219900" y="991625"/>
              <a:ext cx="28575" cy="35725"/>
            </a:xfrm>
            <a:custGeom>
              <a:rect b="b" l="l" r="r" t="t"/>
              <a:pathLst>
                <a:path extrusionOk="0" h="1429" w="1143">
                  <a:moveTo>
                    <a:pt x="965" y="1"/>
                  </a:moveTo>
                  <a:cubicBezTo>
                    <a:pt x="916" y="1"/>
                    <a:pt x="868" y="23"/>
                    <a:pt x="838" y="66"/>
                  </a:cubicBezTo>
                  <a:lnTo>
                    <a:pt x="50" y="1185"/>
                  </a:lnTo>
                  <a:cubicBezTo>
                    <a:pt x="0" y="1253"/>
                    <a:pt x="19" y="1350"/>
                    <a:pt x="88" y="1400"/>
                  </a:cubicBezTo>
                  <a:cubicBezTo>
                    <a:pt x="115" y="1420"/>
                    <a:pt x="146" y="1429"/>
                    <a:pt x="178" y="1429"/>
                  </a:cubicBezTo>
                  <a:cubicBezTo>
                    <a:pt x="226" y="1429"/>
                    <a:pt x="273" y="1405"/>
                    <a:pt x="305" y="1363"/>
                  </a:cubicBezTo>
                  <a:lnTo>
                    <a:pt x="1092" y="244"/>
                  </a:lnTo>
                  <a:cubicBezTo>
                    <a:pt x="1142" y="174"/>
                    <a:pt x="1123" y="79"/>
                    <a:pt x="1055" y="29"/>
                  </a:cubicBezTo>
                  <a:cubicBezTo>
                    <a:pt x="1028"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9"/>
            <p:cNvSpPr/>
            <p:nvPr/>
          </p:nvSpPr>
          <p:spPr>
            <a:xfrm>
              <a:off x="7235175" y="1002350"/>
              <a:ext cx="28550" cy="35725"/>
            </a:xfrm>
            <a:custGeom>
              <a:rect b="b" l="l" r="r" t="t"/>
              <a:pathLst>
                <a:path extrusionOk="0" h="1429" w="1142">
                  <a:moveTo>
                    <a:pt x="965" y="0"/>
                  </a:moveTo>
                  <a:cubicBezTo>
                    <a:pt x="916" y="0"/>
                    <a:pt x="869" y="23"/>
                    <a:pt x="838" y="65"/>
                  </a:cubicBezTo>
                  <a:lnTo>
                    <a:pt x="51" y="1184"/>
                  </a:lnTo>
                  <a:cubicBezTo>
                    <a:pt x="1" y="1253"/>
                    <a:pt x="18" y="1350"/>
                    <a:pt x="88" y="1400"/>
                  </a:cubicBezTo>
                  <a:cubicBezTo>
                    <a:pt x="115" y="1420"/>
                    <a:pt x="147" y="1429"/>
                    <a:pt x="177" y="1429"/>
                  </a:cubicBezTo>
                  <a:cubicBezTo>
                    <a:pt x="225" y="1429"/>
                    <a:pt x="274" y="1404"/>
                    <a:pt x="304" y="1363"/>
                  </a:cubicBezTo>
                  <a:lnTo>
                    <a:pt x="1091" y="244"/>
                  </a:lnTo>
                  <a:cubicBezTo>
                    <a:pt x="1141" y="174"/>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9"/>
            <p:cNvSpPr/>
            <p:nvPr/>
          </p:nvSpPr>
          <p:spPr>
            <a:xfrm>
              <a:off x="7302725" y="1032475"/>
              <a:ext cx="40825" cy="53175"/>
            </a:xfrm>
            <a:custGeom>
              <a:rect b="b" l="l" r="r" t="t"/>
              <a:pathLst>
                <a:path extrusionOk="0" h="2127" w="1633">
                  <a:moveTo>
                    <a:pt x="1457" y="1"/>
                  </a:moveTo>
                  <a:cubicBezTo>
                    <a:pt x="1408" y="1"/>
                    <a:pt x="1360" y="23"/>
                    <a:pt x="1330" y="66"/>
                  </a:cubicBezTo>
                  <a:lnTo>
                    <a:pt x="51" y="1882"/>
                  </a:lnTo>
                  <a:cubicBezTo>
                    <a:pt x="1" y="1952"/>
                    <a:pt x="18" y="2048"/>
                    <a:pt x="88" y="2098"/>
                  </a:cubicBezTo>
                  <a:cubicBezTo>
                    <a:pt x="115" y="2118"/>
                    <a:pt x="147" y="2127"/>
                    <a:pt x="178" y="2127"/>
                  </a:cubicBezTo>
                  <a:cubicBezTo>
                    <a:pt x="225" y="2127"/>
                    <a:pt x="274" y="2104"/>
                    <a:pt x="304" y="2061"/>
                  </a:cubicBezTo>
                  <a:lnTo>
                    <a:pt x="1583" y="245"/>
                  </a:lnTo>
                  <a:cubicBezTo>
                    <a:pt x="1633" y="175"/>
                    <a:pt x="1615" y="78"/>
                    <a:pt x="1545" y="28"/>
                  </a:cubicBezTo>
                  <a:cubicBezTo>
                    <a:pt x="1518" y="10"/>
                    <a:pt x="1488"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9"/>
            <p:cNvSpPr/>
            <p:nvPr/>
          </p:nvSpPr>
          <p:spPr>
            <a:xfrm>
              <a:off x="7269300" y="1026400"/>
              <a:ext cx="28525" cy="35750"/>
            </a:xfrm>
            <a:custGeom>
              <a:rect b="b" l="l" r="r" t="t"/>
              <a:pathLst>
                <a:path extrusionOk="0" h="1430" w="1141">
                  <a:moveTo>
                    <a:pt x="965" y="1"/>
                  </a:moveTo>
                  <a:cubicBezTo>
                    <a:pt x="917" y="1"/>
                    <a:pt x="869" y="23"/>
                    <a:pt x="838" y="66"/>
                  </a:cubicBezTo>
                  <a:lnTo>
                    <a:pt x="50" y="1184"/>
                  </a:lnTo>
                  <a:cubicBezTo>
                    <a:pt x="0" y="1254"/>
                    <a:pt x="18" y="1351"/>
                    <a:pt x="88" y="1401"/>
                  </a:cubicBezTo>
                  <a:cubicBezTo>
                    <a:pt x="115" y="1420"/>
                    <a:pt x="146" y="1430"/>
                    <a:pt x="176" y="1430"/>
                  </a:cubicBezTo>
                  <a:cubicBezTo>
                    <a:pt x="225" y="1430"/>
                    <a:pt x="273" y="1405"/>
                    <a:pt x="303" y="1362"/>
                  </a:cubicBezTo>
                  <a:lnTo>
                    <a:pt x="1091" y="245"/>
                  </a:lnTo>
                  <a:cubicBezTo>
                    <a:pt x="1141" y="175"/>
                    <a:pt x="1124" y="78"/>
                    <a:pt x="1054" y="28"/>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9"/>
            <p:cNvSpPr/>
            <p:nvPr/>
          </p:nvSpPr>
          <p:spPr>
            <a:xfrm>
              <a:off x="7284550" y="1037175"/>
              <a:ext cx="28575" cy="35725"/>
            </a:xfrm>
            <a:custGeom>
              <a:rect b="b" l="l" r="r" t="t"/>
              <a:pathLst>
                <a:path extrusionOk="0" h="1429" w="1143">
                  <a:moveTo>
                    <a:pt x="965" y="0"/>
                  </a:moveTo>
                  <a:cubicBezTo>
                    <a:pt x="917" y="0"/>
                    <a:pt x="868" y="23"/>
                    <a:pt x="838" y="66"/>
                  </a:cubicBezTo>
                  <a:lnTo>
                    <a:pt x="51" y="1184"/>
                  </a:lnTo>
                  <a:cubicBezTo>
                    <a:pt x="1" y="1253"/>
                    <a:pt x="19" y="1350"/>
                    <a:pt x="88" y="1400"/>
                  </a:cubicBezTo>
                  <a:cubicBezTo>
                    <a:pt x="115" y="1420"/>
                    <a:pt x="146" y="1429"/>
                    <a:pt x="178" y="1429"/>
                  </a:cubicBezTo>
                  <a:cubicBezTo>
                    <a:pt x="226" y="1429"/>
                    <a:pt x="273" y="1404"/>
                    <a:pt x="305" y="1363"/>
                  </a:cubicBezTo>
                  <a:lnTo>
                    <a:pt x="1092" y="244"/>
                  </a:lnTo>
                  <a:cubicBezTo>
                    <a:pt x="1142" y="174"/>
                    <a:pt x="1124" y="78"/>
                    <a:pt x="1055" y="28"/>
                  </a:cubicBezTo>
                  <a:cubicBezTo>
                    <a:pt x="1028"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9"/>
            <p:cNvSpPr/>
            <p:nvPr/>
          </p:nvSpPr>
          <p:spPr>
            <a:xfrm>
              <a:off x="7352100" y="1067275"/>
              <a:ext cx="40850" cy="53175"/>
            </a:xfrm>
            <a:custGeom>
              <a:rect b="b" l="l" r="r" t="t"/>
              <a:pathLst>
                <a:path extrusionOk="0" h="2127" w="1634">
                  <a:moveTo>
                    <a:pt x="1457" y="0"/>
                  </a:moveTo>
                  <a:cubicBezTo>
                    <a:pt x="1408" y="0"/>
                    <a:pt x="1360" y="23"/>
                    <a:pt x="1329" y="65"/>
                  </a:cubicBezTo>
                  <a:lnTo>
                    <a:pt x="51" y="1882"/>
                  </a:lnTo>
                  <a:cubicBezTo>
                    <a:pt x="1" y="1951"/>
                    <a:pt x="19" y="2048"/>
                    <a:pt x="89" y="2098"/>
                  </a:cubicBezTo>
                  <a:cubicBezTo>
                    <a:pt x="115" y="2118"/>
                    <a:pt x="148" y="2126"/>
                    <a:pt x="178" y="2126"/>
                  </a:cubicBezTo>
                  <a:cubicBezTo>
                    <a:pt x="226" y="2126"/>
                    <a:pt x="275" y="2104"/>
                    <a:pt x="305" y="2061"/>
                  </a:cubicBezTo>
                  <a:lnTo>
                    <a:pt x="1584" y="243"/>
                  </a:lnTo>
                  <a:cubicBezTo>
                    <a:pt x="1634" y="175"/>
                    <a:pt x="1615" y="77"/>
                    <a:pt x="1546" y="27"/>
                  </a:cubicBezTo>
                  <a:cubicBezTo>
                    <a:pt x="1519"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9"/>
            <p:cNvSpPr/>
            <p:nvPr/>
          </p:nvSpPr>
          <p:spPr>
            <a:xfrm>
              <a:off x="7318700" y="1061175"/>
              <a:ext cx="28575" cy="35725"/>
            </a:xfrm>
            <a:custGeom>
              <a:rect b="b" l="l" r="r" t="t"/>
              <a:pathLst>
                <a:path extrusionOk="0" h="1429" w="1143">
                  <a:moveTo>
                    <a:pt x="966" y="1"/>
                  </a:moveTo>
                  <a:cubicBezTo>
                    <a:pt x="917" y="1"/>
                    <a:pt x="869" y="24"/>
                    <a:pt x="838" y="66"/>
                  </a:cubicBezTo>
                  <a:lnTo>
                    <a:pt x="51" y="1184"/>
                  </a:lnTo>
                  <a:cubicBezTo>
                    <a:pt x="1" y="1254"/>
                    <a:pt x="19" y="1350"/>
                    <a:pt x="88" y="1400"/>
                  </a:cubicBezTo>
                  <a:cubicBezTo>
                    <a:pt x="115" y="1420"/>
                    <a:pt x="148" y="1429"/>
                    <a:pt x="178" y="1429"/>
                  </a:cubicBezTo>
                  <a:cubicBezTo>
                    <a:pt x="226" y="1429"/>
                    <a:pt x="275" y="1406"/>
                    <a:pt x="305" y="1363"/>
                  </a:cubicBezTo>
                  <a:lnTo>
                    <a:pt x="1092" y="244"/>
                  </a:lnTo>
                  <a:cubicBezTo>
                    <a:pt x="1142" y="176"/>
                    <a:pt x="1124" y="79"/>
                    <a:pt x="1055" y="29"/>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9"/>
            <p:cNvSpPr/>
            <p:nvPr/>
          </p:nvSpPr>
          <p:spPr>
            <a:xfrm>
              <a:off x="7333950" y="1071950"/>
              <a:ext cx="28525" cy="35750"/>
            </a:xfrm>
            <a:custGeom>
              <a:rect b="b" l="l" r="r" t="t"/>
              <a:pathLst>
                <a:path extrusionOk="0" h="1430" w="1141">
                  <a:moveTo>
                    <a:pt x="965" y="1"/>
                  </a:moveTo>
                  <a:cubicBezTo>
                    <a:pt x="917" y="1"/>
                    <a:pt x="869" y="23"/>
                    <a:pt x="838" y="66"/>
                  </a:cubicBezTo>
                  <a:lnTo>
                    <a:pt x="49" y="1184"/>
                  </a:lnTo>
                  <a:cubicBezTo>
                    <a:pt x="1" y="1254"/>
                    <a:pt x="18" y="1351"/>
                    <a:pt x="88" y="1401"/>
                  </a:cubicBezTo>
                  <a:cubicBezTo>
                    <a:pt x="115" y="1419"/>
                    <a:pt x="146" y="1429"/>
                    <a:pt x="176" y="1429"/>
                  </a:cubicBezTo>
                  <a:cubicBezTo>
                    <a:pt x="226" y="1429"/>
                    <a:pt x="274" y="1405"/>
                    <a:pt x="304" y="1362"/>
                  </a:cubicBezTo>
                  <a:lnTo>
                    <a:pt x="1091" y="245"/>
                  </a:lnTo>
                  <a:cubicBezTo>
                    <a:pt x="1141" y="175"/>
                    <a:pt x="1124" y="78"/>
                    <a:pt x="1054" y="28"/>
                  </a:cubicBezTo>
                  <a:cubicBezTo>
                    <a:pt x="1027" y="9"/>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9"/>
            <p:cNvSpPr/>
            <p:nvPr/>
          </p:nvSpPr>
          <p:spPr>
            <a:xfrm>
              <a:off x="7401500" y="1102100"/>
              <a:ext cx="40825" cy="53150"/>
            </a:xfrm>
            <a:custGeom>
              <a:rect b="b" l="l" r="r" t="t"/>
              <a:pathLst>
                <a:path extrusionOk="0" h="2126" w="1633">
                  <a:moveTo>
                    <a:pt x="1456" y="0"/>
                  </a:moveTo>
                  <a:cubicBezTo>
                    <a:pt x="1408" y="0"/>
                    <a:pt x="1360" y="23"/>
                    <a:pt x="1329" y="65"/>
                  </a:cubicBezTo>
                  <a:lnTo>
                    <a:pt x="51" y="1879"/>
                  </a:lnTo>
                  <a:cubicBezTo>
                    <a:pt x="1" y="1949"/>
                    <a:pt x="18" y="2046"/>
                    <a:pt x="88" y="2096"/>
                  </a:cubicBezTo>
                  <a:cubicBezTo>
                    <a:pt x="115" y="2116"/>
                    <a:pt x="146" y="2125"/>
                    <a:pt x="178" y="2125"/>
                  </a:cubicBezTo>
                  <a:cubicBezTo>
                    <a:pt x="228" y="2125"/>
                    <a:pt x="275" y="2102"/>
                    <a:pt x="303" y="2058"/>
                  </a:cubicBezTo>
                  <a:lnTo>
                    <a:pt x="1582" y="243"/>
                  </a:lnTo>
                  <a:cubicBezTo>
                    <a:pt x="1632" y="175"/>
                    <a:pt x="1615" y="78"/>
                    <a:pt x="1545" y="28"/>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9"/>
            <p:cNvSpPr/>
            <p:nvPr/>
          </p:nvSpPr>
          <p:spPr>
            <a:xfrm>
              <a:off x="7368100" y="1095975"/>
              <a:ext cx="28575" cy="35725"/>
            </a:xfrm>
            <a:custGeom>
              <a:rect b="b" l="l" r="r" t="t"/>
              <a:pathLst>
                <a:path extrusionOk="0" h="1429" w="1143">
                  <a:moveTo>
                    <a:pt x="965" y="0"/>
                  </a:moveTo>
                  <a:cubicBezTo>
                    <a:pt x="917" y="0"/>
                    <a:pt x="868" y="23"/>
                    <a:pt x="838" y="65"/>
                  </a:cubicBezTo>
                  <a:lnTo>
                    <a:pt x="51" y="1184"/>
                  </a:lnTo>
                  <a:cubicBezTo>
                    <a:pt x="1" y="1253"/>
                    <a:pt x="18" y="1350"/>
                    <a:pt x="88" y="1400"/>
                  </a:cubicBezTo>
                  <a:cubicBezTo>
                    <a:pt x="115" y="1420"/>
                    <a:pt x="146" y="1428"/>
                    <a:pt x="178" y="1428"/>
                  </a:cubicBezTo>
                  <a:cubicBezTo>
                    <a:pt x="225" y="1428"/>
                    <a:pt x="274" y="1406"/>
                    <a:pt x="304" y="1363"/>
                  </a:cubicBezTo>
                  <a:lnTo>
                    <a:pt x="1092" y="244"/>
                  </a:lnTo>
                  <a:cubicBezTo>
                    <a:pt x="1142" y="174"/>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9"/>
            <p:cNvSpPr/>
            <p:nvPr/>
          </p:nvSpPr>
          <p:spPr>
            <a:xfrm>
              <a:off x="7383350" y="1106725"/>
              <a:ext cx="28575" cy="35725"/>
            </a:xfrm>
            <a:custGeom>
              <a:rect b="b" l="l" r="r" t="t"/>
              <a:pathLst>
                <a:path extrusionOk="0" h="1429" w="1143">
                  <a:moveTo>
                    <a:pt x="967" y="1"/>
                  </a:moveTo>
                  <a:cubicBezTo>
                    <a:pt x="918" y="1"/>
                    <a:pt x="870" y="23"/>
                    <a:pt x="839" y="65"/>
                  </a:cubicBezTo>
                  <a:lnTo>
                    <a:pt x="51" y="1184"/>
                  </a:lnTo>
                  <a:cubicBezTo>
                    <a:pt x="1" y="1254"/>
                    <a:pt x="19" y="1350"/>
                    <a:pt x="89" y="1400"/>
                  </a:cubicBezTo>
                  <a:cubicBezTo>
                    <a:pt x="115" y="1420"/>
                    <a:pt x="148" y="1429"/>
                    <a:pt x="178" y="1429"/>
                  </a:cubicBezTo>
                  <a:cubicBezTo>
                    <a:pt x="226" y="1429"/>
                    <a:pt x="275" y="1406"/>
                    <a:pt x="305" y="1363"/>
                  </a:cubicBezTo>
                  <a:lnTo>
                    <a:pt x="1092" y="244"/>
                  </a:lnTo>
                  <a:cubicBezTo>
                    <a:pt x="1142" y="175"/>
                    <a:pt x="1125" y="78"/>
                    <a:pt x="1055" y="28"/>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9"/>
            <p:cNvSpPr/>
            <p:nvPr/>
          </p:nvSpPr>
          <p:spPr>
            <a:xfrm>
              <a:off x="7450950" y="1136825"/>
              <a:ext cx="40800" cy="53200"/>
            </a:xfrm>
            <a:custGeom>
              <a:rect b="b" l="l" r="r" t="t"/>
              <a:pathLst>
                <a:path extrusionOk="0" h="2128" w="1632">
                  <a:moveTo>
                    <a:pt x="1455" y="1"/>
                  </a:moveTo>
                  <a:cubicBezTo>
                    <a:pt x="1406" y="1"/>
                    <a:pt x="1359" y="23"/>
                    <a:pt x="1329" y="66"/>
                  </a:cubicBezTo>
                  <a:lnTo>
                    <a:pt x="49" y="1882"/>
                  </a:lnTo>
                  <a:cubicBezTo>
                    <a:pt x="0" y="1952"/>
                    <a:pt x="17" y="2049"/>
                    <a:pt x="87" y="2098"/>
                  </a:cubicBezTo>
                  <a:cubicBezTo>
                    <a:pt x="114" y="2118"/>
                    <a:pt x="146" y="2128"/>
                    <a:pt x="176" y="2128"/>
                  </a:cubicBezTo>
                  <a:cubicBezTo>
                    <a:pt x="224" y="2128"/>
                    <a:pt x="273" y="2103"/>
                    <a:pt x="303" y="2061"/>
                  </a:cubicBezTo>
                  <a:lnTo>
                    <a:pt x="1582" y="245"/>
                  </a:lnTo>
                  <a:cubicBezTo>
                    <a:pt x="1632" y="175"/>
                    <a:pt x="1615" y="79"/>
                    <a:pt x="1545" y="29"/>
                  </a:cubicBezTo>
                  <a:cubicBezTo>
                    <a:pt x="1517" y="10"/>
                    <a:pt x="1486" y="1"/>
                    <a:pt x="145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9"/>
            <p:cNvSpPr/>
            <p:nvPr/>
          </p:nvSpPr>
          <p:spPr>
            <a:xfrm>
              <a:off x="7417475" y="1130750"/>
              <a:ext cx="28550" cy="35750"/>
            </a:xfrm>
            <a:custGeom>
              <a:rect b="b" l="l" r="r" t="t"/>
              <a:pathLst>
                <a:path extrusionOk="0" h="1430" w="1142">
                  <a:moveTo>
                    <a:pt x="965" y="1"/>
                  </a:moveTo>
                  <a:cubicBezTo>
                    <a:pt x="916" y="1"/>
                    <a:pt x="869" y="23"/>
                    <a:pt x="839" y="66"/>
                  </a:cubicBezTo>
                  <a:lnTo>
                    <a:pt x="50" y="1185"/>
                  </a:lnTo>
                  <a:cubicBezTo>
                    <a:pt x="0" y="1253"/>
                    <a:pt x="19" y="1351"/>
                    <a:pt x="89" y="1401"/>
                  </a:cubicBezTo>
                  <a:cubicBezTo>
                    <a:pt x="115" y="1421"/>
                    <a:pt x="147" y="1429"/>
                    <a:pt x="177" y="1429"/>
                  </a:cubicBezTo>
                  <a:cubicBezTo>
                    <a:pt x="227" y="1429"/>
                    <a:pt x="276" y="1406"/>
                    <a:pt x="305" y="1363"/>
                  </a:cubicBezTo>
                  <a:lnTo>
                    <a:pt x="1092" y="245"/>
                  </a:lnTo>
                  <a:cubicBezTo>
                    <a:pt x="1142" y="175"/>
                    <a:pt x="1125" y="79"/>
                    <a:pt x="1055"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9"/>
            <p:cNvSpPr/>
            <p:nvPr/>
          </p:nvSpPr>
          <p:spPr>
            <a:xfrm>
              <a:off x="7432750" y="1141500"/>
              <a:ext cx="28575" cy="35750"/>
            </a:xfrm>
            <a:custGeom>
              <a:rect b="b" l="l" r="r" t="t"/>
              <a:pathLst>
                <a:path extrusionOk="0" h="1430" w="1143">
                  <a:moveTo>
                    <a:pt x="965" y="1"/>
                  </a:moveTo>
                  <a:cubicBezTo>
                    <a:pt x="917" y="1"/>
                    <a:pt x="869" y="23"/>
                    <a:pt x="838" y="66"/>
                  </a:cubicBezTo>
                  <a:lnTo>
                    <a:pt x="51" y="1185"/>
                  </a:lnTo>
                  <a:cubicBezTo>
                    <a:pt x="1" y="1253"/>
                    <a:pt x="18" y="1351"/>
                    <a:pt x="88" y="1401"/>
                  </a:cubicBezTo>
                  <a:cubicBezTo>
                    <a:pt x="115" y="1421"/>
                    <a:pt x="147" y="1429"/>
                    <a:pt x="178" y="1429"/>
                  </a:cubicBezTo>
                  <a:cubicBezTo>
                    <a:pt x="225" y="1429"/>
                    <a:pt x="274" y="1406"/>
                    <a:pt x="304" y="1363"/>
                  </a:cubicBezTo>
                  <a:lnTo>
                    <a:pt x="1092" y="245"/>
                  </a:lnTo>
                  <a:cubicBezTo>
                    <a:pt x="1142" y="175"/>
                    <a:pt x="1124" y="79"/>
                    <a:pt x="1054"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9"/>
            <p:cNvSpPr/>
            <p:nvPr/>
          </p:nvSpPr>
          <p:spPr>
            <a:xfrm>
              <a:off x="7500300" y="1171650"/>
              <a:ext cx="40850" cy="53200"/>
            </a:xfrm>
            <a:custGeom>
              <a:rect b="b" l="l" r="r" t="t"/>
              <a:pathLst>
                <a:path extrusionOk="0" h="2128" w="1634">
                  <a:moveTo>
                    <a:pt x="1457" y="1"/>
                  </a:moveTo>
                  <a:cubicBezTo>
                    <a:pt x="1408" y="1"/>
                    <a:pt x="1360" y="23"/>
                    <a:pt x="1330" y="66"/>
                  </a:cubicBezTo>
                  <a:lnTo>
                    <a:pt x="51" y="1882"/>
                  </a:lnTo>
                  <a:cubicBezTo>
                    <a:pt x="1" y="1952"/>
                    <a:pt x="19" y="2049"/>
                    <a:pt x="88" y="2098"/>
                  </a:cubicBezTo>
                  <a:cubicBezTo>
                    <a:pt x="115" y="2118"/>
                    <a:pt x="146" y="2128"/>
                    <a:pt x="178" y="2128"/>
                  </a:cubicBezTo>
                  <a:cubicBezTo>
                    <a:pt x="226" y="2128"/>
                    <a:pt x="274" y="2104"/>
                    <a:pt x="305" y="2061"/>
                  </a:cubicBezTo>
                  <a:lnTo>
                    <a:pt x="1584" y="245"/>
                  </a:lnTo>
                  <a:cubicBezTo>
                    <a:pt x="1634" y="175"/>
                    <a:pt x="1615" y="79"/>
                    <a:pt x="1545" y="29"/>
                  </a:cubicBezTo>
                  <a:cubicBezTo>
                    <a:pt x="1519"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9"/>
            <p:cNvSpPr/>
            <p:nvPr/>
          </p:nvSpPr>
          <p:spPr>
            <a:xfrm>
              <a:off x="7466900" y="1165550"/>
              <a:ext cx="28575" cy="35725"/>
            </a:xfrm>
            <a:custGeom>
              <a:rect b="b" l="l" r="r" t="t"/>
              <a:pathLst>
                <a:path extrusionOk="0" h="1429" w="1143">
                  <a:moveTo>
                    <a:pt x="967" y="0"/>
                  </a:moveTo>
                  <a:cubicBezTo>
                    <a:pt x="917" y="0"/>
                    <a:pt x="869" y="23"/>
                    <a:pt x="838" y="66"/>
                  </a:cubicBezTo>
                  <a:lnTo>
                    <a:pt x="51" y="1183"/>
                  </a:lnTo>
                  <a:cubicBezTo>
                    <a:pt x="1" y="1253"/>
                    <a:pt x="19" y="1350"/>
                    <a:pt x="88" y="1400"/>
                  </a:cubicBezTo>
                  <a:cubicBezTo>
                    <a:pt x="115" y="1419"/>
                    <a:pt x="148" y="1429"/>
                    <a:pt x="178" y="1429"/>
                  </a:cubicBezTo>
                  <a:cubicBezTo>
                    <a:pt x="227" y="1429"/>
                    <a:pt x="274" y="1407"/>
                    <a:pt x="305" y="1362"/>
                  </a:cubicBezTo>
                  <a:lnTo>
                    <a:pt x="1092" y="244"/>
                  </a:lnTo>
                  <a:cubicBezTo>
                    <a:pt x="1142" y="174"/>
                    <a:pt x="1124" y="77"/>
                    <a:pt x="1055" y="27"/>
                  </a:cubicBezTo>
                  <a:cubicBezTo>
                    <a:pt x="1028" y="9"/>
                    <a:pt x="997" y="0"/>
                    <a:pt x="96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9"/>
            <p:cNvSpPr/>
            <p:nvPr/>
          </p:nvSpPr>
          <p:spPr>
            <a:xfrm>
              <a:off x="7482200" y="1176300"/>
              <a:ext cx="28525" cy="35725"/>
            </a:xfrm>
            <a:custGeom>
              <a:rect b="b" l="l" r="r" t="t"/>
              <a:pathLst>
                <a:path extrusionOk="0" h="1429" w="1141">
                  <a:moveTo>
                    <a:pt x="964" y="1"/>
                  </a:moveTo>
                  <a:cubicBezTo>
                    <a:pt x="916" y="1"/>
                    <a:pt x="868" y="23"/>
                    <a:pt x="838" y="66"/>
                  </a:cubicBezTo>
                  <a:lnTo>
                    <a:pt x="49" y="1185"/>
                  </a:lnTo>
                  <a:cubicBezTo>
                    <a:pt x="0" y="1253"/>
                    <a:pt x="17" y="1350"/>
                    <a:pt x="87" y="1400"/>
                  </a:cubicBezTo>
                  <a:cubicBezTo>
                    <a:pt x="115" y="1420"/>
                    <a:pt x="146" y="1429"/>
                    <a:pt x="176" y="1429"/>
                  </a:cubicBezTo>
                  <a:cubicBezTo>
                    <a:pt x="225" y="1429"/>
                    <a:pt x="273" y="1406"/>
                    <a:pt x="303" y="1363"/>
                  </a:cubicBezTo>
                  <a:lnTo>
                    <a:pt x="1090" y="244"/>
                  </a:lnTo>
                  <a:cubicBezTo>
                    <a:pt x="1140" y="174"/>
                    <a:pt x="1123" y="79"/>
                    <a:pt x="1053" y="29"/>
                  </a:cubicBezTo>
                  <a:cubicBezTo>
                    <a:pt x="1026" y="10"/>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9"/>
            <p:cNvSpPr/>
            <p:nvPr/>
          </p:nvSpPr>
          <p:spPr>
            <a:xfrm>
              <a:off x="7549750" y="1206450"/>
              <a:ext cx="40800" cy="53175"/>
            </a:xfrm>
            <a:custGeom>
              <a:rect b="b" l="l" r="r" t="t"/>
              <a:pathLst>
                <a:path extrusionOk="0" h="2127" w="1632">
                  <a:moveTo>
                    <a:pt x="1457" y="0"/>
                  </a:moveTo>
                  <a:cubicBezTo>
                    <a:pt x="1408" y="0"/>
                    <a:pt x="1360" y="23"/>
                    <a:pt x="1329" y="66"/>
                  </a:cubicBezTo>
                  <a:lnTo>
                    <a:pt x="50" y="1882"/>
                  </a:lnTo>
                  <a:cubicBezTo>
                    <a:pt x="0" y="1952"/>
                    <a:pt x="17" y="2048"/>
                    <a:pt x="87" y="2098"/>
                  </a:cubicBezTo>
                  <a:cubicBezTo>
                    <a:pt x="115" y="2118"/>
                    <a:pt x="146" y="2126"/>
                    <a:pt x="177" y="2126"/>
                  </a:cubicBezTo>
                  <a:cubicBezTo>
                    <a:pt x="225" y="2126"/>
                    <a:pt x="273" y="2103"/>
                    <a:pt x="303" y="2060"/>
                  </a:cubicBezTo>
                  <a:lnTo>
                    <a:pt x="1582" y="244"/>
                  </a:lnTo>
                  <a:cubicBezTo>
                    <a:pt x="1632" y="174"/>
                    <a:pt x="1615" y="77"/>
                    <a:pt x="1545" y="27"/>
                  </a:cubicBezTo>
                  <a:cubicBezTo>
                    <a:pt x="1518" y="9"/>
                    <a:pt x="1487"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9"/>
            <p:cNvSpPr/>
            <p:nvPr/>
          </p:nvSpPr>
          <p:spPr>
            <a:xfrm>
              <a:off x="7516300" y="1200375"/>
              <a:ext cx="28550" cy="35725"/>
            </a:xfrm>
            <a:custGeom>
              <a:rect b="b" l="l" r="r" t="t"/>
              <a:pathLst>
                <a:path extrusionOk="0" h="1429" w="1142">
                  <a:moveTo>
                    <a:pt x="966" y="0"/>
                  </a:moveTo>
                  <a:cubicBezTo>
                    <a:pt x="917" y="0"/>
                    <a:pt x="869" y="23"/>
                    <a:pt x="838" y="66"/>
                  </a:cubicBezTo>
                  <a:lnTo>
                    <a:pt x="49" y="1183"/>
                  </a:lnTo>
                  <a:cubicBezTo>
                    <a:pt x="1" y="1253"/>
                    <a:pt x="18" y="1350"/>
                    <a:pt x="88" y="1400"/>
                  </a:cubicBezTo>
                  <a:cubicBezTo>
                    <a:pt x="114" y="1419"/>
                    <a:pt x="147" y="1429"/>
                    <a:pt x="177" y="1429"/>
                  </a:cubicBezTo>
                  <a:cubicBezTo>
                    <a:pt x="225" y="1429"/>
                    <a:pt x="274" y="1405"/>
                    <a:pt x="304" y="1362"/>
                  </a:cubicBezTo>
                  <a:lnTo>
                    <a:pt x="1091" y="244"/>
                  </a:lnTo>
                  <a:cubicBezTo>
                    <a:pt x="1141" y="174"/>
                    <a:pt x="1124" y="77"/>
                    <a:pt x="1054" y="27"/>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9"/>
            <p:cNvSpPr/>
            <p:nvPr/>
          </p:nvSpPr>
          <p:spPr>
            <a:xfrm>
              <a:off x="7531550" y="1211075"/>
              <a:ext cx="28575" cy="35750"/>
            </a:xfrm>
            <a:custGeom>
              <a:rect b="b" l="l" r="r" t="t"/>
              <a:pathLst>
                <a:path extrusionOk="0" h="1430" w="1143">
                  <a:moveTo>
                    <a:pt x="967" y="1"/>
                  </a:moveTo>
                  <a:cubicBezTo>
                    <a:pt x="918" y="1"/>
                    <a:pt x="869" y="23"/>
                    <a:pt x="838" y="66"/>
                  </a:cubicBezTo>
                  <a:lnTo>
                    <a:pt x="51" y="1184"/>
                  </a:lnTo>
                  <a:cubicBezTo>
                    <a:pt x="1" y="1254"/>
                    <a:pt x="20" y="1351"/>
                    <a:pt x="88" y="1401"/>
                  </a:cubicBezTo>
                  <a:cubicBezTo>
                    <a:pt x="115" y="1420"/>
                    <a:pt x="147" y="1430"/>
                    <a:pt x="178" y="1430"/>
                  </a:cubicBezTo>
                  <a:cubicBezTo>
                    <a:pt x="227" y="1430"/>
                    <a:pt x="274" y="1405"/>
                    <a:pt x="305" y="1362"/>
                  </a:cubicBezTo>
                  <a:lnTo>
                    <a:pt x="1093" y="245"/>
                  </a:lnTo>
                  <a:cubicBezTo>
                    <a:pt x="1143" y="175"/>
                    <a:pt x="1124" y="78"/>
                    <a:pt x="1055" y="28"/>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9"/>
            <p:cNvSpPr/>
            <p:nvPr/>
          </p:nvSpPr>
          <p:spPr>
            <a:xfrm>
              <a:off x="7599100" y="1241225"/>
              <a:ext cx="40850" cy="53175"/>
            </a:xfrm>
            <a:custGeom>
              <a:rect b="b" l="l" r="r" t="t"/>
              <a:pathLst>
                <a:path extrusionOk="0" h="2127" w="1634">
                  <a:moveTo>
                    <a:pt x="1458" y="1"/>
                  </a:moveTo>
                  <a:cubicBezTo>
                    <a:pt x="1409" y="1"/>
                    <a:pt x="1360" y="23"/>
                    <a:pt x="1330" y="65"/>
                  </a:cubicBezTo>
                  <a:lnTo>
                    <a:pt x="51" y="1882"/>
                  </a:lnTo>
                  <a:cubicBezTo>
                    <a:pt x="1" y="1952"/>
                    <a:pt x="19" y="2048"/>
                    <a:pt x="88" y="2098"/>
                  </a:cubicBezTo>
                  <a:cubicBezTo>
                    <a:pt x="115" y="2118"/>
                    <a:pt x="148" y="2127"/>
                    <a:pt x="178" y="2127"/>
                  </a:cubicBezTo>
                  <a:cubicBezTo>
                    <a:pt x="227" y="2127"/>
                    <a:pt x="275" y="2104"/>
                    <a:pt x="305" y="2061"/>
                  </a:cubicBezTo>
                  <a:lnTo>
                    <a:pt x="1584" y="244"/>
                  </a:lnTo>
                  <a:cubicBezTo>
                    <a:pt x="1634" y="175"/>
                    <a:pt x="1615" y="78"/>
                    <a:pt x="1547" y="28"/>
                  </a:cubicBezTo>
                  <a:cubicBezTo>
                    <a:pt x="1520" y="10"/>
                    <a:pt x="1489" y="1"/>
                    <a:pt x="1458"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9"/>
            <p:cNvSpPr/>
            <p:nvPr/>
          </p:nvSpPr>
          <p:spPr>
            <a:xfrm>
              <a:off x="7565700" y="1235150"/>
              <a:ext cx="28575" cy="35725"/>
            </a:xfrm>
            <a:custGeom>
              <a:rect b="b" l="l" r="r" t="t"/>
              <a:pathLst>
                <a:path extrusionOk="0" h="1429" w="1143">
                  <a:moveTo>
                    <a:pt x="966" y="1"/>
                  </a:moveTo>
                  <a:cubicBezTo>
                    <a:pt x="917" y="1"/>
                    <a:pt x="869" y="23"/>
                    <a:pt x="840" y="65"/>
                  </a:cubicBezTo>
                  <a:lnTo>
                    <a:pt x="51" y="1184"/>
                  </a:lnTo>
                  <a:cubicBezTo>
                    <a:pt x="1" y="1254"/>
                    <a:pt x="19" y="1350"/>
                    <a:pt x="89" y="1400"/>
                  </a:cubicBezTo>
                  <a:cubicBezTo>
                    <a:pt x="115" y="1420"/>
                    <a:pt x="148" y="1428"/>
                    <a:pt x="178" y="1428"/>
                  </a:cubicBezTo>
                  <a:cubicBezTo>
                    <a:pt x="227" y="1428"/>
                    <a:pt x="275" y="1405"/>
                    <a:pt x="305" y="1362"/>
                  </a:cubicBezTo>
                  <a:lnTo>
                    <a:pt x="1093" y="244"/>
                  </a:lnTo>
                  <a:cubicBezTo>
                    <a:pt x="1143" y="175"/>
                    <a:pt x="1125" y="78"/>
                    <a:pt x="1055"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9"/>
            <p:cNvSpPr/>
            <p:nvPr/>
          </p:nvSpPr>
          <p:spPr>
            <a:xfrm>
              <a:off x="7580975" y="1245875"/>
              <a:ext cx="28525" cy="35700"/>
            </a:xfrm>
            <a:custGeom>
              <a:rect b="b" l="l" r="r" t="t"/>
              <a:pathLst>
                <a:path extrusionOk="0" h="1428" w="1141">
                  <a:moveTo>
                    <a:pt x="964" y="1"/>
                  </a:moveTo>
                  <a:cubicBezTo>
                    <a:pt x="916" y="1"/>
                    <a:pt x="868" y="23"/>
                    <a:pt x="837" y="65"/>
                  </a:cubicBezTo>
                  <a:lnTo>
                    <a:pt x="50" y="1183"/>
                  </a:lnTo>
                  <a:cubicBezTo>
                    <a:pt x="0" y="1254"/>
                    <a:pt x="17" y="1349"/>
                    <a:pt x="87" y="1399"/>
                  </a:cubicBezTo>
                  <a:cubicBezTo>
                    <a:pt x="114" y="1419"/>
                    <a:pt x="146" y="1428"/>
                    <a:pt x="176" y="1428"/>
                  </a:cubicBezTo>
                  <a:cubicBezTo>
                    <a:pt x="224" y="1428"/>
                    <a:pt x="273" y="1406"/>
                    <a:pt x="303" y="1362"/>
                  </a:cubicBezTo>
                  <a:lnTo>
                    <a:pt x="1090" y="243"/>
                  </a:lnTo>
                  <a:cubicBezTo>
                    <a:pt x="1140" y="175"/>
                    <a:pt x="1123" y="78"/>
                    <a:pt x="1053" y="28"/>
                  </a:cubicBezTo>
                  <a:cubicBezTo>
                    <a:pt x="1026" y="9"/>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9"/>
            <p:cNvSpPr/>
            <p:nvPr/>
          </p:nvSpPr>
          <p:spPr>
            <a:xfrm>
              <a:off x="7648500" y="1276000"/>
              <a:ext cx="40825" cy="53200"/>
            </a:xfrm>
            <a:custGeom>
              <a:rect b="b" l="l" r="r" t="t"/>
              <a:pathLst>
                <a:path extrusionOk="0" h="2128" w="1633">
                  <a:moveTo>
                    <a:pt x="1456" y="0"/>
                  </a:moveTo>
                  <a:cubicBezTo>
                    <a:pt x="1408" y="0"/>
                    <a:pt x="1360" y="23"/>
                    <a:pt x="1330" y="66"/>
                  </a:cubicBezTo>
                  <a:lnTo>
                    <a:pt x="51" y="1883"/>
                  </a:lnTo>
                  <a:cubicBezTo>
                    <a:pt x="1" y="1952"/>
                    <a:pt x="18" y="2049"/>
                    <a:pt x="88" y="2099"/>
                  </a:cubicBezTo>
                  <a:cubicBezTo>
                    <a:pt x="115" y="2119"/>
                    <a:pt x="147" y="2127"/>
                    <a:pt x="178" y="2127"/>
                  </a:cubicBezTo>
                  <a:cubicBezTo>
                    <a:pt x="228" y="2127"/>
                    <a:pt x="274" y="2103"/>
                    <a:pt x="304" y="2062"/>
                  </a:cubicBezTo>
                  <a:lnTo>
                    <a:pt x="1583" y="244"/>
                  </a:lnTo>
                  <a:cubicBezTo>
                    <a:pt x="1633" y="174"/>
                    <a:pt x="1615" y="79"/>
                    <a:pt x="1545" y="29"/>
                  </a:cubicBezTo>
                  <a:cubicBezTo>
                    <a:pt x="1518" y="10"/>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9"/>
            <p:cNvSpPr/>
            <p:nvPr/>
          </p:nvSpPr>
          <p:spPr>
            <a:xfrm>
              <a:off x="7615100" y="1269925"/>
              <a:ext cx="28575" cy="35725"/>
            </a:xfrm>
            <a:custGeom>
              <a:rect b="b" l="l" r="r" t="t"/>
              <a:pathLst>
                <a:path extrusionOk="0" h="1429" w="1143">
                  <a:moveTo>
                    <a:pt x="965" y="1"/>
                  </a:moveTo>
                  <a:cubicBezTo>
                    <a:pt x="917" y="1"/>
                    <a:pt x="869" y="23"/>
                    <a:pt x="838" y="66"/>
                  </a:cubicBezTo>
                  <a:lnTo>
                    <a:pt x="51" y="1185"/>
                  </a:lnTo>
                  <a:cubicBezTo>
                    <a:pt x="1" y="1253"/>
                    <a:pt x="18" y="1350"/>
                    <a:pt x="88" y="1400"/>
                  </a:cubicBezTo>
                  <a:cubicBezTo>
                    <a:pt x="115" y="1420"/>
                    <a:pt x="147" y="1429"/>
                    <a:pt x="178" y="1429"/>
                  </a:cubicBezTo>
                  <a:cubicBezTo>
                    <a:pt x="225" y="1429"/>
                    <a:pt x="274" y="1406"/>
                    <a:pt x="304" y="1363"/>
                  </a:cubicBezTo>
                  <a:lnTo>
                    <a:pt x="1093" y="244"/>
                  </a:lnTo>
                  <a:cubicBezTo>
                    <a:pt x="1143" y="174"/>
                    <a:pt x="1124" y="79"/>
                    <a:pt x="1054"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9"/>
            <p:cNvSpPr/>
            <p:nvPr/>
          </p:nvSpPr>
          <p:spPr>
            <a:xfrm>
              <a:off x="7630375" y="1280700"/>
              <a:ext cx="28550" cy="35700"/>
            </a:xfrm>
            <a:custGeom>
              <a:rect b="b" l="l" r="r" t="t"/>
              <a:pathLst>
                <a:path extrusionOk="0" h="1428" w="1142">
                  <a:moveTo>
                    <a:pt x="965" y="1"/>
                  </a:moveTo>
                  <a:cubicBezTo>
                    <a:pt x="916" y="1"/>
                    <a:pt x="868" y="23"/>
                    <a:pt x="837" y="65"/>
                  </a:cubicBezTo>
                  <a:lnTo>
                    <a:pt x="50" y="1184"/>
                  </a:lnTo>
                  <a:cubicBezTo>
                    <a:pt x="0" y="1254"/>
                    <a:pt x="19" y="1349"/>
                    <a:pt x="87" y="1399"/>
                  </a:cubicBezTo>
                  <a:cubicBezTo>
                    <a:pt x="114" y="1419"/>
                    <a:pt x="147" y="1428"/>
                    <a:pt x="177" y="1428"/>
                  </a:cubicBezTo>
                  <a:cubicBezTo>
                    <a:pt x="226" y="1428"/>
                    <a:pt x="274" y="1405"/>
                    <a:pt x="304" y="1362"/>
                  </a:cubicBezTo>
                  <a:lnTo>
                    <a:pt x="1092" y="243"/>
                  </a:lnTo>
                  <a:cubicBezTo>
                    <a:pt x="1142" y="175"/>
                    <a:pt x="1123" y="78"/>
                    <a:pt x="1055" y="28"/>
                  </a:cubicBezTo>
                  <a:cubicBezTo>
                    <a:pt x="1027" y="9"/>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9"/>
            <p:cNvSpPr/>
            <p:nvPr/>
          </p:nvSpPr>
          <p:spPr>
            <a:xfrm>
              <a:off x="7697950" y="1310825"/>
              <a:ext cx="40825" cy="53175"/>
            </a:xfrm>
            <a:custGeom>
              <a:rect b="b" l="l" r="r" t="t"/>
              <a:pathLst>
                <a:path extrusionOk="0" h="2127" w="1633">
                  <a:moveTo>
                    <a:pt x="1456" y="1"/>
                  </a:moveTo>
                  <a:cubicBezTo>
                    <a:pt x="1407" y="1"/>
                    <a:pt x="1360" y="23"/>
                    <a:pt x="1329" y="66"/>
                  </a:cubicBezTo>
                  <a:lnTo>
                    <a:pt x="50" y="1880"/>
                  </a:lnTo>
                  <a:cubicBezTo>
                    <a:pt x="0" y="1950"/>
                    <a:pt x="18" y="2048"/>
                    <a:pt x="88" y="2098"/>
                  </a:cubicBezTo>
                  <a:cubicBezTo>
                    <a:pt x="115" y="2116"/>
                    <a:pt x="146" y="2126"/>
                    <a:pt x="176" y="2126"/>
                  </a:cubicBezTo>
                  <a:cubicBezTo>
                    <a:pt x="225" y="2126"/>
                    <a:pt x="273" y="2102"/>
                    <a:pt x="303" y="2059"/>
                  </a:cubicBezTo>
                  <a:lnTo>
                    <a:pt x="1582" y="244"/>
                  </a:lnTo>
                  <a:cubicBezTo>
                    <a:pt x="1632" y="174"/>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9"/>
            <p:cNvSpPr/>
            <p:nvPr/>
          </p:nvSpPr>
          <p:spPr>
            <a:xfrm>
              <a:off x="7664475" y="1304725"/>
              <a:ext cx="28575" cy="35725"/>
            </a:xfrm>
            <a:custGeom>
              <a:rect b="b" l="l" r="r" t="t"/>
              <a:pathLst>
                <a:path extrusionOk="0" h="1429" w="1143">
                  <a:moveTo>
                    <a:pt x="966" y="0"/>
                  </a:moveTo>
                  <a:cubicBezTo>
                    <a:pt x="917" y="0"/>
                    <a:pt x="870" y="23"/>
                    <a:pt x="839" y="65"/>
                  </a:cubicBezTo>
                  <a:lnTo>
                    <a:pt x="51" y="1183"/>
                  </a:lnTo>
                  <a:cubicBezTo>
                    <a:pt x="1" y="1253"/>
                    <a:pt x="19" y="1350"/>
                    <a:pt x="89" y="1400"/>
                  </a:cubicBezTo>
                  <a:cubicBezTo>
                    <a:pt x="115" y="1419"/>
                    <a:pt x="148" y="1429"/>
                    <a:pt x="178" y="1429"/>
                  </a:cubicBezTo>
                  <a:cubicBezTo>
                    <a:pt x="228" y="1429"/>
                    <a:pt x="275" y="1406"/>
                    <a:pt x="305" y="1361"/>
                  </a:cubicBezTo>
                  <a:lnTo>
                    <a:pt x="1092" y="244"/>
                  </a:lnTo>
                  <a:cubicBezTo>
                    <a:pt x="1142" y="174"/>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9"/>
            <p:cNvSpPr/>
            <p:nvPr/>
          </p:nvSpPr>
          <p:spPr>
            <a:xfrm>
              <a:off x="7679775" y="1315475"/>
              <a:ext cx="28550" cy="35725"/>
            </a:xfrm>
            <a:custGeom>
              <a:rect b="b" l="l" r="r" t="t"/>
              <a:pathLst>
                <a:path extrusionOk="0" h="1429" w="1142">
                  <a:moveTo>
                    <a:pt x="965" y="0"/>
                  </a:moveTo>
                  <a:cubicBezTo>
                    <a:pt x="916" y="0"/>
                    <a:pt x="868" y="23"/>
                    <a:pt x="837" y="66"/>
                  </a:cubicBezTo>
                  <a:lnTo>
                    <a:pt x="50" y="1184"/>
                  </a:lnTo>
                  <a:cubicBezTo>
                    <a:pt x="0" y="1253"/>
                    <a:pt x="17" y="1350"/>
                    <a:pt x="87" y="1400"/>
                  </a:cubicBezTo>
                  <a:cubicBezTo>
                    <a:pt x="114" y="1420"/>
                    <a:pt x="146" y="1429"/>
                    <a:pt x="177" y="1429"/>
                  </a:cubicBezTo>
                  <a:cubicBezTo>
                    <a:pt x="224" y="1429"/>
                    <a:pt x="273" y="1406"/>
                    <a:pt x="303" y="1363"/>
                  </a:cubicBezTo>
                  <a:lnTo>
                    <a:pt x="1092" y="244"/>
                  </a:lnTo>
                  <a:cubicBezTo>
                    <a:pt x="1142" y="174"/>
                    <a:pt x="1123" y="78"/>
                    <a:pt x="1053" y="28"/>
                  </a:cubicBezTo>
                  <a:cubicBezTo>
                    <a:pt x="1026" y="9"/>
                    <a:pt x="995"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9"/>
            <p:cNvSpPr/>
            <p:nvPr/>
          </p:nvSpPr>
          <p:spPr>
            <a:xfrm>
              <a:off x="7348250" y="836025"/>
              <a:ext cx="32625" cy="41525"/>
            </a:xfrm>
            <a:custGeom>
              <a:rect b="b" l="l" r="r" t="t"/>
              <a:pathLst>
                <a:path extrusionOk="0" h="1661" w="1305">
                  <a:moveTo>
                    <a:pt x="1129" y="0"/>
                  </a:moveTo>
                  <a:cubicBezTo>
                    <a:pt x="1081" y="0"/>
                    <a:pt x="1033" y="23"/>
                    <a:pt x="1002" y="66"/>
                  </a:cubicBezTo>
                  <a:lnTo>
                    <a:pt x="49" y="1416"/>
                  </a:lnTo>
                  <a:cubicBezTo>
                    <a:pt x="0" y="1485"/>
                    <a:pt x="17" y="1582"/>
                    <a:pt x="87" y="1632"/>
                  </a:cubicBezTo>
                  <a:cubicBezTo>
                    <a:pt x="114" y="1652"/>
                    <a:pt x="146" y="1660"/>
                    <a:pt x="176" y="1660"/>
                  </a:cubicBezTo>
                  <a:cubicBezTo>
                    <a:pt x="225" y="1660"/>
                    <a:pt x="273" y="1638"/>
                    <a:pt x="303" y="1595"/>
                  </a:cubicBezTo>
                  <a:lnTo>
                    <a:pt x="1255" y="244"/>
                  </a:lnTo>
                  <a:cubicBezTo>
                    <a:pt x="1305" y="174"/>
                    <a:pt x="1288" y="77"/>
                    <a:pt x="1218" y="27"/>
                  </a:cubicBezTo>
                  <a:cubicBezTo>
                    <a:pt x="1191" y="9"/>
                    <a:pt x="1160" y="0"/>
                    <a:pt x="1129"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9"/>
            <p:cNvSpPr/>
            <p:nvPr/>
          </p:nvSpPr>
          <p:spPr>
            <a:xfrm>
              <a:off x="7343200" y="840975"/>
              <a:ext cx="42675" cy="31575"/>
            </a:xfrm>
            <a:custGeom>
              <a:rect b="b" l="l" r="r" t="t"/>
              <a:pathLst>
                <a:path extrusionOk="0" h="1263" w="1707">
                  <a:moveTo>
                    <a:pt x="179" y="1"/>
                  </a:moveTo>
                  <a:cubicBezTo>
                    <a:pt x="130" y="1"/>
                    <a:pt x="81" y="23"/>
                    <a:pt x="51" y="66"/>
                  </a:cubicBezTo>
                  <a:cubicBezTo>
                    <a:pt x="1" y="135"/>
                    <a:pt x="19" y="232"/>
                    <a:pt x="89" y="282"/>
                  </a:cubicBezTo>
                  <a:lnTo>
                    <a:pt x="1441" y="1234"/>
                  </a:lnTo>
                  <a:cubicBezTo>
                    <a:pt x="1468" y="1254"/>
                    <a:pt x="1500" y="1262"/>
                    <a:pt x="1531" y="1262"/>
                  </a:cubicBezTo>
                  <a:cubicBezTo>
                    <a:pt x="1578" y="1262"/>
                    <a:pt x="1627" y="1239"/>
                    <a:pt x="1657" y="1197"/>
                  </a:cubicBezTo>
                  <a:cubicBezTo>
                    <a:pt x="1707" y="1127"/>
                    <a:pt x="1690" y="1029"/>
                    <a:pt x="1620" y="979"/>
                  </a:cubicBezTo>
                  <a:lnTo>
                    <a:pt x="268" y="28"/>
                  </a:lnTo>
                  <a:cubicBezTo>
                    <a:pt x="241" y="10"/>
                    <a:pt x="210" y="1"/>
                    <a:pt x="179"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 name="Google Shape;1209;p39"/>
          <p:cNvGrpSpPr/>
          <p:nvPr/>
        </p:nvGrpSpPr>
        <p:grpSpPr>
          <a:xfrm>
            <a:off x="2262484" y="4411364"/>
            <a:ext cx="624049" cy="549010"/>
            <a:chOff x="2262484" y="4411364"/>
            <a:chExt cx="624049" cy="549010"/>
          </a:xfrm>
        </p:grpSpPr>
        <p:sp>
          <p:nvSpPr>
            <p:cNvPr id="1210" name="Google Shape;1210;p39"/>
            <p:cNvSpPr/>
            <p:nvPr/>
          </p:nvSpPr>
          <p:spPr>
            <a:xfrm rot="1020749">
              <a:off x="2508104" y="4443750"/>
              <a:ext cx="288192" cy="446665"/>
            </a:xfrm>
            <a:custGeom>
              <a:rect b="b" l="l" r="r" t="t"/>
              <a:pathLst>
                <a:path extrusionOk="0" h="27340" w="17640">
                  <a:moveTo>
                    <a:pt x="17090" y="1"/>
                  </a:moveTo>
                  <a:cubicBezTo>
                    <a:pt x="16970" y="1"/>
                    <a:pt x="16849" y="54"/>
                    <a:pt x="16765" y="182"/>
                  </a:cubicBezTo>
                  <a:cubicBezTo>
                    <a:pt x="11082" y="8942"/>
                    <a:pt x="5555" y="17801"/>
                    <a:pt x="181" y="26753"/>
                  </a:cubicBezTo>
                  <a:cubicBezTo>
                    <a:pt x="0" y="27056"/>
                    <a:pt x="272" y="27339"/>
                    <a:pt x="543" y="27339"/>
                  </a:cubicBezTo>
                  <a:cubicBezTo>
                    <a:pt x="662" y="27339"/>
                    <a:pt x="781" y="27284"/>
                    <a:pt x="861" y="27151"/>
                  </a:cubicBezTo>
                  <a:cubicBezTo>
                    <a:pt x="6234" y="18197"/>
                    <a:pt x="11762" y="9338"/>
                    <a:pt x="17445" y="580"/>
                  </a:cubicBezTo>
                  <a:cubicBezTo>
                    <a:pt x="17639" y="283"/>
                    <a:pt x="17366" y="1"/>
                    <a:pt x="170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9"/>
            <p:cNvSpPr/>
            <p:nvPr/>
          </p:nvSpPr>
          <p:spPr>
            <a:xfrm rot="1020749">
              <a:off x="2777551" y="4483121"/>
              <a:ext cx="14442" cy="443953"/>
            </a:xfrm>
            <a:custGeom>
              <a:rect b="b" l="l" r="r" t="t"/>
              <a:pathLst>
                <a:path extrusionOk="0" h="27174" w="884">
                  <a:moveTo>
                    <a:pt x="392" y="1"/>
                  </a:moveTo>
                  <a:cubicBezTo>
                    <a:pt x="196" y="1"/>
                    <a:pt x="0" y="127"/>
                    <a:pt x="3" y="381"/>
                  </a:cubicBezTo>
                  <a:cubicBezTo>
                    <a:pt x="96" y="9182"/>
                    <a:pt x="25" y="17991"/>
                    <a:pt x="3" y="26793"/>
                  </a:cubicBezTo>
                  <a:cubicBezTo>
                    <a:pt x="3" y="27046"/>
                    <a:pt x="200" y="27173"/>
                    <a:pt x="397" y="27173"/>
                  </a:cubicBezTo>
                  <a:cubicBezTo>
                    <a:pt x="593" y="27173"/>
                    <a:pt x="790" y="27047"/>
                    <a:pt x="791" y="26793"/>
                  </a:cubicBezTo>
                  <a:cubicBezTo>
                    <a:pt x="812" y="17991"/>
                    <a:pt x="884" y="9182"/>
                    <a:pt x="791" y="381"/>
                  </a:cubicBezTo>
                  <a:cubicBezTo>
                    <a:pt x="788" y="128"/>
                    <a:pt x="589" y="1"/>
                    <a:pt x="39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9"/>
            <p:cNvSpPr/>
            <p:nvPr/>
          </p:nvSpPr>
          <p:spPr>
            <a:xfrm rot="1020749">
              <a:off x="2442396" y="4883314"/>
              <a:ext cx="416539" cy="16484"/>
            </a:xfrm>
            <a:custGeom>
              <a:rect b="b" l="l" r="r" t="t"/>
              <a:pathLst>
                <a:path extrusionOk="0" h="1009" w="25496">
                  <a:moveTo>
                    <a:pt x="24992" y="1"/>
                  </a:moveTo>
                  <a:cubicBezTo>
                    <a:pt x="24990" y="1"/>
                    <a:pt x="24989" y="1"/>
                    <a:pt x="24988" y="1"/>
                  </a:cubicBezTo>
                  <a:lnTo>
                    <a:pt x="508" y="221"/>
                  </a:lnTo>
                  <a:cubicBezTo>
                    <a:pt x="3" y="226"/>
                    <a:pt x="0" y="1009"/>
                    <a:pt x="504" y="1009"/>
                  </a:cubicBezTo>
                  <a:cubicBezTo>
                    <a:pt x="506" y="1009"/>
                    <a:pt x="507" y="1009"/>
                    <a:pt x="508" y="1009"/>
                  </a:cubicBezTo>
                  <a:lnTo>
                    <a:pt x="24988" y="788"/>
                  </a:lnTo>
                  <a:cubicBezTo>
                    <a:pt x="25493" y="784"/>
                    <a:pt x="25496" y="1"/>
                    <a:pt x="2499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9"/>
            <p:cNvSpPr/>
            <p:nvPr/>
          </p:nvSpPr>
          <p:spPr>
            <a:xfrm rot="1020749">
              <a:off x="2726617" y="4820370"/>
              <a:ext cx="85494" cy="110130"/>
            </a:xfrm>
            <a:custGeom>
              <a:rect b="b" l="l" r="r" t="t"/>
              <a:pathLst>
                <a:path extrusionOk="0" h="6741" w="5233">
                  <a:moveTo>
                    <a:pt x="506" y="1"/>
                  </a:moveTo>
                  <a:cubicBezTo>
                    <a:pt x="1" y="1"/>
                    <a:pt x="1" y="787"/>
                    <a:pt x="507" y="788"/>
                  </a:cubicBezTo>
                  <a:cubicBezTo>
                    <a:pt x="1784" y="792"/>
                    <a:pt x="3058" y="794"/>
                    <a:pt x="4334" y="796"/>
                  </a:cubicBezTo>
                  <a:lnTo>
                    <a:pt x="4334" y="796"/>
                  </a:lnTo>
                  <a:cubicBezTo>
                    <a:pt x="4401" y="2647"/>
                    <a:pt x="4439" y="4512"/>
                    <a:pt x="4353" y="6361"/>
                  </a:cubicBezTo>
                  <a:cubicBezTo>
                    <a:pt x="4341" y="6614"/>
                    <a:pt x="4532" y="6740"/>
                    <a:pt x="4729" y="6740"/>
                  </a:cubicBezTo>
                  <a:cubicBezTo>
                    <a:pt x="4926" y="6740"/>
                    <a:pt x="5128" y="6614"/>
                    <a:pt x="5140" y="6361"/>
                  </a:cubicBezTo>
                  <a:cubicBezTo>
                    <a:pt x="5233" y="4381"/>
                    <a:pt x="5183" y="2383"/>
                    <a:pt x="5107" y="403"/>
                  </a:cubicBezTo>
                  <a:cubicBezTo>
                    <a:pt x="5100" y="191"/>
                    <a:pt x="4934" y="9"/>
                    <a:pt x="4713" y="9"/>
                  </a:cubicBezTo>
                  <a:cubicBezTo>
                    <a:pt x="3310" y="7"/>
                    <a:pt x="1910" y="5"/>
                    <a:pt x="507" y="1"/>
                  </a:cubicBezTo>
                  <a:cubicBezTo>
                    <a:pt x="507" y="1"/>
                    <a:pt x="506" y="1"/>
                    <a:pt x="50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9"/>
            <p:cNvSpPr/>
            <p:nvPr/>
          </p:nvSpPr>
          <p:spPr>
            <a:xfrm rot="1020749">
              <a:off x="2737800" y="4586666"/>
              <a:ext cx="83599" cy="35534"/>
            </a:xfrm>
            <a:custGeom>
              <a:rect b="b" l="l" r="r" t="t"/>
              <a:pathLst>
                <a:path extrusionOk="0" h="2175" w="5117">
                  <a:moveTo>
                    <a:pt x="553" y="1"/>
                  </a:moveTo>
                  <a:cubicBezTo>
                    <a:pt x="265" y="1"/>
                    <a:pt x="1" y="396"/>
                    <a:pt x="256" y="686"/>
                  </a:cubicBezTo>
                  <a:cubicBezTo>
                    <a:pt x="1105" y="1654"/>
                    <a:pt x="2299" y="2174"/>
                    <a:pt x="3539" y="2174"/>
                  </a:cubicBezTo>
                  <a:cubicBezTo>
                    <a:pt x="3912" y="2174"/>
                    <a:pt x="4290" y="2127"/>
                    <a:pt x="4663" y="2031"/>
                  </a:cubicBezTo>
                  <a:cubicBezTo>
                    <a:pt x="5117" y="1916"/>
                    <a:pt x="4974" y="1259"/>
                    <a:pt x="4562" y="1259"/>
                  </a:cubicBezTo>
                  <a:cubicBezTo>
                    <a:pt x="4528" y="1259"/>
                    <a:pt x="4492" y="1263"/>
                    <a:pt x="4454" y="1273"/>
                  </a:cubicBezTo>
                  <a:cubicBezTo>
                    <a:pt x="4144" y="1352"/>
                    <a:pt x="3835" y="1391"/>
                    <a:pt x="3531" y="1391"/>
                  </a:cubicBezTo>
                  <a:cubicBezTo>
                    <a:pt x="2497" y="1391"/>
                    <a:pt x="1526" y="944"/>
                    <a:pt x="813" y="129"/>
                  </a:cubicBezTo>
                  <a:cubicBezTo>
                    <a:pt x="733" y="39"/>
                    <a:pt x="642" y="1"/>
                    <a:pt x="55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9"/>
            <p:cNvSpPr/>
            <p:nvPr/>
          </p:nvSpPr>
          <p:spPr>
            <a:xfrm rot="1020749">
              <a:off x="2263426" y="4695477"/>
              <a:ext cx="43049" cy="12874"/>
            </a:xfrm>
            <a:custGeom>
              <a:rect b="b" l="l" r="r" t="t"/>
              <a:pathLst>
                <a:path extrusionOk="0" h="788" w="2635">
                  <a:moveTo>
                    <a:pt x="509" y="0"/>
                  </a:moveTo>
                  <a:cubicBezTo>
                    <a:pt x="2" y="0"/>
                    <a:pt x="1" y="788"/>
                    <a:pt x="509" y="788"/>
                  </a:cubicBezTo>
                  <a:lnTo>
                    <a:pt x="2126" y="788"/>
                  </a:lnTo>
                  <a:cubicBezTo>
                    <a:pt x="2633" y="788"/>
                    <a:pt x="2635" y="0"/>
                    <a:pt x="212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9"/>
            <p:cNvSpPr/>
            <p:nvPr/>
          </p:nvSpPr>
          <p:spPr>
            <a:xfrm rot="1020749">
              <a:off x="2309545" y="4709585"/>
              <a:ext cx="43033" cy="12874"/>
            </a:xfrm>
            <a:custGeom>
              <a:rect b="b" l="l" r="r" t="t"/>
              <a:pathLst>
                <a:path extrusionOk="0" h="788" w="2634">
                  <a:moveTo>
                    <a:pt x="507" y="0"/>
                  </a:moveTo>
                  <a:cubicBezTo>
                    <a:pt x="0" y="0"/>
                    <a:pt x="0" y="788"/>
                    <a:pt x="507" y="788"/>
                  </a:cubicBezTo>
                  <a:lnTo>
                    <a:pt x="2125" y="788"/>
                  </a:lnTo>
                  <a:cubicBezTo>
                    <a:pt x="2632" y="788"/>
                    <a:pt x="2633" y="0"/>
                    <a:pt x="21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9"/>
            <p:cNvSpPr/>
            <p:nvPr/>
          </p:nvSpPr>
          <p:spPr>
            <a:xfrm rot="1020749">
              <a:off x="2355663" y="4723698"/>
              <a:ext cx="43049" cy="12874"/>
            </a:xfrm>
            <a:custGeom>
              <a:rect b="b" l="l" r="r" t="t"/>
              <a:pathLst>
                <a:path extrusionOk="0" h="788" w="2635">
                  <a:moveTo>
                    <a:pt x="509" y="0"/>
                  </a:moveTo>
                  <a:cubicBezTo>
                    <a:pt x="0" y="0"/>
                    <a:pt x="0" y="788"/>
                    <a:pt x="509" y="788"/>
                  </a:cubicBezTo>
                  <a:lnTo>
                    <a:pt x="2126" y="788"/>
                  </a:lnTo>
                  <a:cubicBezTo>
                    <a:pt x="2631" y="788"/>
                    <a:pt x="2634" y="0"/>
                    <a:pt x="212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9"/>
            <p:cNvSpPr/>
            <p:nvPr/>
          </p:nvSpPr>
          <p:spPr>
            <a:xfrm rot="1020749">
              <a:off x="2401751" y="4737799"/>
              <a:ext cx="43049" cy="12874"/>
            </a:xfrm>
            <a:custGeom>
              <a:rect b="b" l="l" r="r" t="t"/>
              <a:pathLst>
                <a:path extrusionOk="0" h="788" w="2635">
                  <a:moveTo>
                    <a:pt x="509" y="0"/>
                  </a:moveTo>
                  <a:cubicBezTo>
                    <a:pt x="2" y="0"/>
                    <a:pt x="1" y="788"/>
                    <a:pt x="509" y="788"/>
                  </a:cubicBezTo>
                  <a:lnTo>
                    <a:pt x="2127" y="788"/>
                  </a:lnTo>
                  <a:cubicBezTo>
                    <a:pt x="2633" y="788"/>
                    <a:pt x="2635" y="0"/>
                    <a:pt x="21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9"/>
            <p:cNvSpPr/>
            <p:nvPr/>
          </p:nvSpPr>
          <p:spPr>
            <a:xfrm rot="1020749">
              <a:off x="2447886" y="4751909"/>
              <a:ext cx="43016" cy="12874"/>
            </a:xfrm>
            <a:custGeom>
              <a:rect b="b" l="l" r="r" t="t"/>
              <a:pathLst>
                <a:path extrusionOk="0" h="788" w="2633">
                  <a:moveTo>
                    <a:pt x="506" y="0"/>
                  </a:moveTo>
                  <a:cubicBezTo>
                    <a:pt x="1" y="0"/>
                    <a:pt x="1" y="788"/>
                    <a:pt x="506" y="788"/>
                  </a:cubicBezTo>
                  <a:lnTo>
                    <a:pt x="2124" y="788"/>
                  </a:lnTo>
                  <a:cubicBezTo>
                    <a:pt x="2631" y="788"/>
                    <a:pt x="2632" y="0"/>
                    <a:pt x="212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9"/>
            <p:cNvSpPr/>
            <p:nvPr/>
          </p:nvSpPr>
          <p:spPr>
            <a:xfrm rot="1020749">
              <a:off x="2513277" y="4614676"/>
              <a:ext cx="37364" cy="51250"/>
            </a:xfrm>
            <a:custGeom>
              <a:rect b="b" l="l" r="r" t="t"/>
              <a:pathLst>
                <a:path extrusionOk="0" h="3137" w="2287">
                  <a:moveTo>
                    <a:pt x="1750" y="1"/>
                  </a:moveTo>
                  <a:cubicBezTo>
                    <a:pt x="1631" y="1"/>
                    <a:pt x="1514" y="58"/>
                    <a:pt x="1439" y="197"/>
                  </a:cubicBezTo>
                  <a:cubicBezTo>
                    <a:pt x="1016" y="979"/>
                    <a:pt x="592" y="1762"/>
                    <a:pt x="167" y="2545"/>
                  </a:cubicBezTo>
                  <a:cubicBezTo>
                    <a:pt x="1" y="2852"/>
                    <a:pt x="273" y="3137"/>
                    <a:pt x="537" y="3137"/>
                  </a:cubicBezTo>
                  <a:cubicBezTo>
                    <a:pt x="656" y="3137"/>
                    <a:pt x="772" y="3080"/>
                    <a:pt x="847" y="2941"/>
                  </a:cubicBezTo>
                  <a:cubicBezTo>
                    <a:pt x="1272" y="2160"/>
                    <a:pt x="1696" y="1375"/>
                    <a:pt x="2119" y="594"/>
                  </a:cubicBezTo>
                  <a:cubicBezTo>
                    <a:pt x="2286" y="286"/>
                    <a:pt x="2014" y="1"/>
                    <a:pt x="175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9"/>
            <p:cNvSpPr/>
            <p:nvPr/>
          </p:nvSpPr>
          <p:spPr>
            <a:xfrm rot="1020749">
              <a:off x="2535941" y="4621852"/>
              <a:ext cx="34047" cy="50417"/>
            </a:xfrm>
            <a:custGeom>
              <a:rect b="b" l="l" r="r" t="t"/>
              <a:pathLst>
                <a:path extrusionOk="0" h="3086" w="2084">
                  <a:moveTo>
                    <a:pt x="557" y="0"/>
                  </a:moveTo>
                  <a:cubicBezTo>
                    <a:pt x="274" y="0"/>
                    <a:pt x="1" y="281"/>
                    <a:pt x="206" y="572"/>
                  </a:cubicBezTo>
                  <a:cubicBezTo>
                    <a:pt x="689" y="1257"/>
                    <a:pt x="1034" y="1993"/>
                    <a:pt x="1247" y="2805"/>
                  </a:cubicBezTo>
                  <a:cubicBezTo>
                    <a:pt x="1298" y="3000"/>
                    <a:pt x="1450" y="3085"/>
                    <a:pt x="1605" y="3085"/>
                  </a:cubicBezTo>
                  <a:cubicBezTo>
                    <a:pt x="1840" y="3085"/>
                    <a:pt x="2083" y="2892"/>
                    <a:pt x="2006" y="2596"/>
                  </a:cubicBezTo>
                  <a:cubicBezTo>
                    <a:pt x="1778" y="1724"/>
                    <a:pt x="1405" y="911"/>
                    <a:pt x="886" y="175"/>
                  </a:cubicBezTo>
                  <a:cubicBezTo>
                    <a:pt x="799" y="52"/>
                    <a:pt x="677" y="0"/>
                    <a:pt x="55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9"/>
            <p:cNvSpPr/>
            <p:nvPr/>
          </p:nvSpPr>
          <p:spPr>
            <a:xfrm rot="1020749">
              <a:off x="2517217" y="4646303"/>
              <a:ext cx="45042" cy="14540"/>
            </a:xfrm>
            <a:custGeom>
              <a:rect b="b" l="l" r="r" t="t"/>
              <a:pathLst>
                <a:path extrusionOk="0" h="890" w="2757">
                  <a:moveTo>
                    <a:pt x="1324" y="1"/>
                  </a:moveTo>
                  <a:cubicBezTo>
                    <a:pt x="1038" y="1"/>
                    <a:pt x="752" y="31"/>
                    <a:pt x="465" y="90"/>
                  </a:cubicBezTo>
                  <a:cubicBezTo>
                    <a:pt x="0" y="183"/>
                    <a:pt x="155" y="858"/>
                    <a:pt x="584" y="858"/>
                  </a:cubicBezTo>
                  <a:cubicBezTo>
                    <a:pt x="613" y="858"/>
                    <a:pt x="643" y="855"/>
                    <a:pt x="674" y="848"/>
                  </a:cubicBezTo>
                  <a:cubicBezTo>
                    <a:pt x="887" y="804"/>
                    <a:pt x="1100" y="783"/>
                    <a:pt x="1313" y="783"/>
                  </a:cubicBezTo>
                  <a:cubicBezTo>
                    <a:pt x="1573" y="783"/>
                    <a:pt x="1831" y="815"/>
                    <a:pt x="2089" y="877"/>
                  </a:cubicBezTo>
                  <a:cubicBezTo>
                    <a:pt x="2125" y="885"/>
                    <a:pt x="2158" y="889"/>
                    <a:pt x="2190" y="889"/>
                  </a:cubicBezTo>
                  <a:cubicBezTo>
                    <a:pt x="2608" y="889"/>
                    <a:pt x="2757" y="227"/>
                    <a:pt x="2298" y="118"/>
                  </a:cubicBezTo>
                  <a:cubicBezTo>
                    <a:pt x="1973" y="40"/>
                    <a:pt x="1649" y="1"/>
                    <a:pt x="132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9"/>
            <p:cNvSpPr/>
            <p:nvPr/>
          </p:nvSpPr>
          <p:spPr>
            <a:xfrm rot="1020749">
              <a:off x="2838723" y="4789194"/>
              <a:ext cx="41154" cy="51659"/>
            </a:xfrm>
            <a:custGeom>
              <a:rect b="b" l="l" r="r" t="t"/>
              <a:pathLst>
                <a:path extrusionOk="0" h="3162" w="2519">
                  <a:moveTo>
                    <a:pt x="1722" y="0"/>
                  </a:moveTo>
                  <a:cubicBezTo>
                    <a:pt x="1698" y="0"/>
                    <a:pt x="1673" y="2"/>
                    <a:pt x="1648" y="7"/>
                  </a:cubicBezTo>
                  <a:cubicBezTo>
                    <a:pt x="769" y="151"/>
                    <a:pt x="0" y="999"/>
                    <a:pt x="169" y="1923"/>
                  </a:cubicBezTo>
                  <a:cubicBezTo>
                    <a:pt x="300" y="2633"/>
                    <a:pt x="958" y="3161"/>
                    <a:pt x="1656" y="3161"/>
                  </a:cubicBezTo>
                  <a:cubicBezTo>
                    <a:pt x="1799" y="3161"/>
                    <a:pt x="1944" y="3139"/>
                    <a:pt x="2086" y="3092"/>
                  </a:cubicBezTo>
                  <a:cubicBezTo>
                    <a:pt x="2518" y="2948"/>
                    <a:pt x="2392" y="2310"/>
                    <a:pt x="2007" y="2310"/>
                  </a:cubicBezTo>
                  <a:cubicBezTo>
                    <a:pt x="1967" y="2310"/>
                    <a:pt x="1923" y="2317"/>
                    <a:pt x="1877" y="2333"/>
                  </a:cubicBezTo>
                  <a:cubicBezTo>
                    <a:pt x="1805" y="2357"/>
                    <a:pt x="1732" y="2368"/>
                    <a:pt x="1659" y="2368"/>
                  </a:cubicBezTo>
                  <a:cubicBezTo>
                    <a:pt x="1295" y="2368"/>
                    <a:pt x="946" y="2087"/>
                    <a:pt x="935" y="1693"/>
                  </a:cubicBezTo>
                  <a:cubicBezTo>
                    <a:pt x="919" y="1178"/>
                    <a:pt x="1403" y="843"/>
                    <a:pt x="1858" y="767"/>
                  </a:cubicBezTo>
                  <a:cubicBezTo>
                    <a:pt x="2331" y="688"/>
                    <a:pt x="2164" y="0"/>
                    <a:pt x="172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 name="Google Shape;1224;p39"/>
          <p:cNvGrpSpPr/>
          <p:nvPr/>
        </p:nvGrpSpPr>
        <p:grpSpPr>
          <a:xfrm>
            <a:off x="237450" y="257038"/>
            <a:ext cx="1214675" cy="811125"/>
            <a:chOff x="237450" y="257038"/>
            <a:chExt cx="1214675" cy="811125"/>
          </a:xfrm>
        </p:grpSpPr>
        <p:sp>
          <p:nvSpPr>
            <p:cNvPr id="1225" name="Google Shape;1225;p39"/>
            <p:cNvSpPr/>
            <p:nvPr/>
          </p:nvSpPr>
          <p:spPr>
            <a:xfrm>
              <a:off x="237875" y="282863"/>
              <a:ext cx="52575" cy="106625"/>
            </a:xfrm>
            <a:custGeom>
              <a:rect b="b" l="l" r="r" t="t"/>
              <a:pathLst>
                <a:path extrusionOk="0" h="4265" w="2103">
                  <a:moveTo>
                    <a:pt x="947" y="365"/>
                  </a:moveTo>
                  <a:cubicBezTo>
                    <a:pt x="1224" y="365"/>
                    <a:pt x="1360" y="547"/>
                    <a:pt x="1354" y="912"/>
                  </a:cubicBezTo>
                  <a:cubicBezTo>
                    <a:pt x="1641" y="1387"/>
                    <a:pt x="1451" y="1654"/>
                    <a:pt x="783" y="1711"/>
                  </a:cubicBezTo>
                  <a:cubicBezTo>
                    <a:pt x="552" y="1712"/>
                    <a:pt x="526" y="2024"/>
                    <a:pt x="731" y="2097"/>
                  </a:cubicBezTo>
                  <a:cubicBezTo>
                    <a:pt x="1372" y="2326"/>
                    <a:pt x="1534" y="3160"/>
                    <a:pt x="1033" y="3609"/>
                  </a:cubicBezTo>
                  <a:cubicBezTo>
                    <a:pt x="883" y="3743"/>
                    <a:pt x="775" y="3798"/>
                    <a:pt x="695" y="3798"/>
                  </a:cubicBezTo>
                  <a:cubicBezTo>
                    <a:pt x="433" y="3798"/>
                    <a:pt x="498" y="3193"/>
                    <a:pt x="499" y="2863"/>
                  </a:cubicBezTo>
                  <a:cubicBezTo>
                    <a:pt x="505" y="2063"/>
                    <a:pt x="510" y="1263"/>
                    <a:pt x="515" y="462"/>
                  </a:cubicBezTo>
                  <a:lnTo>
                    <a:pt x="515" y="462"/>
                  </a:lnTo>
                  <a:cubicBezTo>
                    <a:pt x="528" y="459"/>
                    <a:pt x="541" y="455"/>
                    <a:pt x="553" y="450"/>
                  </a:cubicBezTo>
                  <a:cubicBezTo>
                    <a:pt x="707" y="393"/>
                    <a:pt x="838" y="365"/>
                    <a:pt x="947" y="365"/>
                  </a:cubicBezTo>
                  <a:close/>
                  <a:moveTo>
                    <a:pt x="878" y="0"/>
                  </a:moveTo>
                  <a:cubicBezTo>
                    <a:pt x="701" y="0"/>
                    <a:pt x="521" y="37"/>
                    <a:pt x="354" y="109"/>
                  </a:cubicBezTo>
                  <a:cubicBezTo>
                    <a:pt x="329" y="120"/>
                    <a:pt x="309" y="134"/>
                    <a:pt x="294" y="149"/>
                  </a:cubicBezTo>
                  <a:lnTo>
                    <a:pt x="294" y="149"/>
                  </a:lnTo>
                  <a:cubicBezTo>
                    <a:pt x="204" y="159"/>
                    <a:pt x="121" y="222"/>
                    <a:pt x="120" y="338"/>
                  </a:cubicBezTo>
                  <a:cubicBezTo>
                    <a:pt x="117" y="1031"/>
                    <a:pt x="111" y="1725"/>
                    <a:pt x="108" y="2418"/>
                  </a:cubicBezTo>
                  <a:cubicBezTo>
                    <a:pt x="104" y="2959"/>
                    <a:pt x="1" y="3588"/>
                    <a:pt x="148" y="4107"/>
                  </a:cubicBezTo>
                  <a:cubicBezTo>
                    <a:pt x="167" y="4167"/>
                    <a:pt x="220" y="4233"/>
                    <a:pt x="287" y="4245"/>
                  </a:cubicBezTo>
                  <a:cubicBezTo>
                    <a:pt x="366" y="4258"/>
                    <a:pt x="442" y="4264"/>
                    <a:pt x="515" y="4264"/>
                  </a:cubicBezTo>
                  <a:cubicBezTo>
                    <a:pt x="1659" y="4264"/>
                    <a:pt x="2067" y="2721"/>
                    <a:pt x="1291" y="1993"/>
                  </a:cubicBezTo>
                  <a:lnTo>
                    <a:pt x="1291" y="1993"/>
                  </a:lnTo>
                  <a:cubicBezTo>
                    <a:pt x="1768" y="1779"/>
                    <a:pt x="2103" y="1284"/>
                    <a:pt x="1922" y="723"/>
                  </a:cubicBezTo>
                  <a:cubicBezTo>
                    <a:pt x="1767" y="239"/>
                    <a:pt x="1331" y="0"/>
                    <a:pt x="8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9"/>
            <p:cNvSpPr/>
            <p:nvPr/>
          </p:nvSpPr>
          <p:spPr>
            <a:xfrm>
              <a:off x="310000" y="257038"/>
              <a:ext cx="41750" cy="63600"/>
            </a:xfrm>
            <a:custGeom>
              <a:rect b="b" l="l" r="r" t="t"/>
              <a:pathLst>
                <a:path extrusionOk="0" h="2544" w="1670">
                  <a:moveTo>
                    <a:pt x="696" y="0"/>
                  </a:moveTo>
                  <a:cubicBezTo>
                    <a:pt x="468" y="0"/>
                    <a:pt x="241" y="130"/>
                    <a:pt x="102" y="330"/>
                  </a:cubicBezTo>
                  <a:cubicBezTo>
                    <a:pt x="1" y="478"/>
                    <a:pt x="138" y="619"/>
                    <a:pt x="279" y="619"/>
                  </a:cubicBezTo>
                  <a:cubicBezTo>
                    <a:pt x="339" y="619"/>
                    <a:pt x="400" y="593"/>
                    <a:pt x="444" y="531"/>
                  </a:cubicBezTo>
                  <a:cubicBezTo>
                    <a:pt x="544" y="433"/>
                    <a:pt x="624" y="383"/>
                    <a:pt x="684" y="383"/>
                  </a:cubicBezTo>
                  <a:cubicBezTo>
                    <a:pt x="753" y="383"/>
                    <a:pt x="795" y="449"/>
                    <a:pt x="809" y="582"/>
                  </a:cubicBezTo>
                  <a:cubicBezTo>
                    <a:pt x="905" y="685"/>
                    <a:pt x="909" y="777"/>
                    <a:pt x="816" y="860"/>
                  </a:cubicBezTo>
                  <a:cubicBezTo>
                    <a:pt x="776" y="954"/>
                    <a:pt x="712" y="997"/>
                    <a:pt x="696" y="1103"/>
                  </a:cubicBezTo>
                  <a:cubicBezTo>
                    <a:pt x="678" y="1225"/>
                    <a:pt x="712" y="1335"/>
                    <a:pt x="793" y="1423"/>
                  </a:cubicBezTo>
                  <a:cubicBezTo>
                    <a:pt x="927" y="1564"/>
                    <a:pt x="1199" y="1507"/>
                    <a:pt x="1259" y="1730"/>
                  </a:cubicBezTo>
                  <a:cubicBezTo>
                    <a:pt x="1372" y="2143"/>
                    <a:pt x="627" y="2150"/>
                    <a:pt x="398" y="2150"/>
                  </a:cubicBezTo>
                  <a:cubicBezTo>
                    <a:pt x="145" y="2150"/>
                    <a:pt x="145" y="2543"/>
                    <a:pt x="398" y="2543"/>
                  </a:cubicBezTo>
                  <a:cubicBezTo>
                    <a:pt x="862" y="2543"/>
                    <a:pt x="1456" y="2488"/>
                    <a:pt x="1619" y="1967"/>
                  </a:cubicBezTo>
                  <a:cubicBezTo>
                    <a:pt x="1670" y="1806"/>
                    <a:pt x="1668" y="1613"/>
                    <a:pt x="1591" y="1458"/>
                  </a:cubicBezTo>
                  <a:cubicBezTo>
                    <a:pt x="1492" y="1262"/>
                    <a:pt x="1337" y="1294"/>
                    <a:pt x="1197" y="1175"/>
                  </a:cubicBezTo>
                  <a:cubicBezTo>
                    <a:pt x="1187" y="1176"/>
                    <a:pt x="1177" y="1176"/>
                    <a:pt x="1169" y="1176"/>
                  </a:cubicBezTo>
                  <a:cubicBezTo>
                    <a:pt x="1078" y="1176"/>
                    <a:pt x="1075" y="1136"/>
                    <a:pt x="1154" y="1056"/>
                  </a:cubicBezTo>
                  <a:cubicBezTo>
                    <a:pt x="1191" y="1013"/>
                    <a:pt x="1219" y="967"/>
                    <a:pt x="1239" y="913"/>
                  </a:cubicBezTo>
                  <a:cubicBezTo>
                    <a:pt x="1270" y="833"/>
                    <a:pt x="1297" y="757"/>
                    <a:pt x="1300" y="670"/>
                  </a:cubicBezTo>
                  <a:cubicBezTo>
                    <a:pt x="1310" y="489"/>
                    <a:pt x="1233" y="292"/>
                    <a:pt x="1103" y="167"/>
                  </a:cubicBezTo>
                  <a:cubicBezTo>
                    <a:pt x="981" y="51"/>
                    <a:pt x="838" y="0"/>
                    <a:pt x="6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9"/>
            <p:cNvSpPr/>
            <p:nvPr/>
          </p:nvSpPr>
          <p:spPr>
            <a:xfrm>
              <a:off x="409550" y="320163"/>
              <a:ext cx="40875" cy="12800"/>
            </a:xfrm>
            <a:custGeom>
              <a:rect b="b" l="l" r="r" t="t"/>
              <a:pathLst>
                <a:path extrusionOk="0" h="512" w="1635">
                  <a:moveTo>
                    <a:pt x="887" y="0"/>
                  </a:moveTo>
                  <a:cubicBezTo>
                    <a:pt x="659" y="0"/>
                    <a:pt x="433" y="40"/>
                    <a:pt x="213" y="120"/>
                  </a:cubicBezTo>
                  <a:cubicBezTo>
                    <a:pt x="0" y="197"/>
                    <a:pt x="61" y="512"/>
                    <a:pt x="249" y="512"/>
                  </a:cubicBezTo>
                  <a:cubicBezTo>
                    <a:pt x="269" y="512"/>
                    <a:pt x="292" y="508"/>
                    <a:pt x="316" y="499"/>
                  </a:cubicBezTo>
                  <a:cubicBezTo>
                    <a:pt x="508" y="430"/>
                    <a:pt x="699" y="395"/>
                    <a:pt x="892" y="395"/>
                  </a:cubicBezTo>
                  <a:cubicBezTo>
                    <a:pt x="1028" y="395"/>
                    <a:pt x="1164" y="412"/>
                    <a:pt x="1302" y="448"/>
                  </a:cubicBezTo>
                  <a:cubicBezTo>
                    <a:pt x="1321" y="453"/>
                    <a:pt x="1339" y="455"/>
                    <a:pt x="1356" y="455"/>
                  </a:cubicBezTo>
                  <a:cubicBezTo>
                    <a:pt x="1561" y="455"/>
                    <a:pt x="1634" y="127"/>
                    <a:pt x="1408" y="69"/>
                  </a:cubicBezTo>
                  <a:cubicBezTo>
                    <a:pt x="1235" y="23"/>
                    <a:pt x="1061" y="0"/>
                    <a:pt x="8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9"/>
            <p:cNvSpPr/>
            <p:nvPr/>
          </p:nvSpPr>
          <p:spPr>
            <a:xfrm>
              <a:off x="415050" y="346638"/>
              <a:ext cx="33050" cy="12700"/>
            </a:xfrm>
            <a:custGeom>
              <a:rect b="b" l="l" r="r" t="t"/>
              <a:pathLst>
                <a:path extrusionOk="0" h="508" w="1322">
                  <a:moveTo>
                    <a:pt x="434" y="1"/>
                  </a:moveTo>
                  <a:cubicBezTo>
                    <a:pt x="374" y="1"/>
                    <a:pt x="313" y="4"/>
                    <a:pt x="252" y="12"/>
                  </a:cubicBezTo>
                  <a:cubicBezTo>
                    <a:pt x="12" y="41"/>
                    <a:pt x="0" y="408"/>
                    <a:pt x="226" y="408"/>
                  </a:cubicBezTo>
                  <a:cubicBezTo>
                    <a:pt x="235" y="408"/>
                    <a:pt x="243" y="408"/>
                    <a:pt x="252" y="407"/>
                  </a:cubicBezTo>
                  <a:cubicBezTo>
                    <a:pt x="314" y="399"/>
                    <a:pt x="375" y="395"/>
                    <a:pt x="436" y="395"/>
                  </a:cubicBezTo>
                  <a:cubicBezTo>
                    <a:pt x="602" y="395"/>
                    <a:pt x="763" y="424"/>
                    <a:pt x="919" y="490"/>
                  </a:cubicBezTo>
                  <a:cubicBezTo>
                    <a:pt x="947" y="502"/>
                    <a:pt x="975" y="507"/>
                    <a:pt x="1002" y="507"/>
                  </a:cubicBezTo>
                  <a:cubicBezTo>
                    <a:pt x="1192" y="507"/>
                    <a:pt x="1321" y="236"/>
                    <a:pt x="1118" y="149"/>
                  </a:cubicBezTo>
                  <a:cubicBezTo>
                    <a:pt x="895" y="55"/>
                    <a:pt x="670" y="1"/>
                    <a:pt x="4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9"/>
            <p:cNvSpPr/>
            <p:nvPr/>
          </p:nvSpPr>
          <p:spPr>
            <a:xfrm>
              <a:off x="237775" y="452538"/>
              <a:ext cx="52575" cy="106600"/>
            </a:xfrm>
            <a:custGeom>
              <a:rect b="b" l="l" r="r" t="t"/>
              <a:pathLst>
                <a:path extrusionOk="0" h="4264" w="2103">
                  <a:moveTo>
                    <a:pt x="947" y="365"/>
                  </a:moveTo>
                  <a:cubicBezTo>
                    <a:pt x="1224" y="365"/>
                    <a:pt x="1360" y="547"/>
                    <a:pt x="1353" y="912"/>
                  </a:cubicBezTo>
                  <a:cubicBezTo>
                    <a:pt x="1641" y="1387"/>
                    <a:pt x="1452" y="1653"/>
                    <a:pt x="782" y="1711"/>
                  </a:cubicBezTo>
                  <a:cubicBezTo>
                    <a:pt x="552" y="1712"/>
                    <a:pt x="527" y="2024"/>
                    <a:pt x="731" y="2097"/>
                  </a:cubicBezTo>
                  <a:cubicBezTo>
                    <a:pt x="1373" y="2326"/>
                    <a:pt x="1534" y="3159"/>
                    <a:pt x="1033" y="3609"/>
                  </a:cubicBezTo>
                  <a:cubicBezTo>
                    <a:pt x="883" y="3743"/>
                    <a:pt x="774" y="3798"/>
                    <a:pt x="695" y="3798"/>
                  </a:cubicBezTo>
                  <a:cubicBezTo>
                    <a:pt x="433" y="3798"/>
                    <a:pt x="499" y="3193"/>
                    <a:pt x="500" y="2863"/>
                  </a:cubicBezTo>
                  <a:cubicBezTo>
                    <a:pt x="506" y="2063"/>
                    <a:pt x="510" y="1263"/>
                    <a:pt x="515" y="462"/>
                  </a:cubicBezTo>
                  <a:lnTo>
                    <a:pt x="515" y="462"/>
                  </a:lnTo>
                  <a:cubicBezTo>
                    <a:pt x="528" y="459"/>
                    <a:pt x="540" y="455"/>
                    <a:pt x="553" y="450"/>
                  </a:cubicBezTo>
                  <a:cubicBezTo>
                    <a:pt x="706" y="393"/>
                    <a:pt x="837" y="365"/>
                    <a:pt x="947" y="365"/>
                  </a:cubicBezTo>
                  <a:close/>
                  <a:moveTo>
                    <a:pt x="879" y="0"/>
                  </a:moveTo>
                  <a:cubicBezTo>
                    <a:pt x="702" y="0"/>
                    <a:pt x="522" y="37"/>
                    <a:pt x="356" y="109"/>
                  </a:cubicBezTo>
                  <a:cubicBezTo>
                    <a:pt x="330" y="120"/>
                    <a:pt x="310" y="133"/>
                    <a:pt x="294" y="149"/>
                  </a:cubicBezTo>
                  <a:lnTo>
                    <a:pt x="294" y="149"/>
                  </a:lnTo>
                  <a:cubicBezTo>
                    <a:pt x="205" y="159"/>
                    <a:pt x="121" y="222"/>
                    <a:pt x="121" y="338"/>
                  </a:cubicBezTo>
                  <a:cubicBezTo>
                    <a:pt x="117" y="1031"/>
                    <a:pt x="112" y="1725"/>
                    <a:pt x="108" y="2418"/>
                  </a:cubicBezTo>
                  <a:cubicBezTo>
                    <a:pt x="104" y="2960"/>
                    <a:pt x="1" y="3587"/>
                    <a:pt x="149" y="4107"/>
                  </a:cubicBezTo>
                  <a:cubicBezTo>
                    <a:pt x="167" y="4167"/>
                    <a:pt x="221" y="4233"/>
                    <a:pt x="287" y="4245"/>
                  </a:cubicBezTo>
                  <a:cubicBezTo>
                    <a:pt x="366" y="4258"/>
                    <a:pt x="442" y="4264"/>
                    <a:pt x="515" y="4264"/>
                  </a:cubicBezTo>
                  <a:cubicBezTo>
                    <a:pt x="1659" y="4264"/>
                    <a:pt x="2067" y="2721"/>
                    <a:pt x="1292" y="1993"/>
                  </a:cubicBezTo>
                  <a:lnTo>
                    <a:pt x="1292" y="1993"/>
                  </a:lnTo>
                  <a:cubicBezTo>
                    <a:pt x="1769" y="1779"/>
                    <a:pt x="2102" y="1284"/>
                    <a:pt x="1923" y="723"/>
                  </a:cubicBezTo>
                  <a:cubicBezTo>
                    <a:pt x="1767" y="239"/>
                    <a:pt x="1332" y="0"/>
                    <a:pt x="87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9"/>
            <p:cNvSpPr/>
            <p:nvPr/>
          </p:nvSpPr>
          <p:spPr>
            <a:xfrm>
              <a:off x="309900" y="426713"/>
              <a:ext cx="41750" cy="63600"/>
            </a:xfrm>
            <a:custGeom>
              <a:rect b="b" l="l" r="r" t="t"/>
              <a:pathLst>
                <a:path extrusionOk="0" h="2544" w="1670">
                  <a:moveTo>
                    <a:pt x="697" y="0"/>
                  </a:moveTo>
                  <a:cubicBezTo>
                    <a:pt x="469" y="0"/>
                    <a:pt x="242" y="131"/>
                    <a:pt x="102" y="330"/>
                  </a:cubicBezTo>
                  <a:cubicBezTo>
                    <a:pt x="0" y="477"/>
                    <a:pt x="138" y="618"/>
                    <a:pt x="280" y="618"/>
                  </a:cubicBezTo>
                  <a:cubicBezTo>
                    <a:pt x="340" y="618"/>
                    <a:pt x="401" y="592"/>
                    <a:pt x="444" y="531"/>
                  </a:cubicBezTo>
                  <a:cubicBezTo>
                    <a:pt x="544" y="432"/>
                    <a:pt x="624" y="383"/>
                    <a:pt x="684" y="383"/>
                  </a:cubicBezTo>
                  <a:cubicBezTo>
                    <a:pt x="753" y="383"/>
                    <a:pt x="794" y="449"/>
                    <a:pt x="809" y="582"/>
                  </a:cubicBezTo>
                  <a:cubicBezTo>
                    <a:pt x="906" y="687"/>
                    <a:pt x="909" y="777"/>
                    <a:pt x="816" y="860"/>
                  </a:cubicBezTo>
                  <a:cubicBezTo>
                    <a:pt x="777" y="954"/>
                    <a:pt x="713" y="997"/>
                    <a:pt x="696" y="1103"/>
                  </a:cubicBezTo>
                  <a:cubicBezTo>
                    <a:pt x="679" y="1225"/>
                    <a:pt x="713" y="1335"/>
                    <a:pt x="795" y="1424"/>
                  </a:cubicBezTo>
                  <a:cubicBezTo>
                    <a:pt x="928" y="1564"/>
                    <a:pt x="1200" y="1507"/>
                    <a:pt x="1260" y="1732"/>
                  </a:cubicBezTo>
                  <a:cubicBezTo>
                    <a:pt x="1373" y="2142"/>
                    <a:pt x="629" y="2150"/>
                    <a:pt x="400" y="2150"/>
                  </a:cubicBezTo>
                  <a:cubicBezTo>
                    <a:pt x="145" y="2150"/>
                    <a:pt x="145" y="2543"/>
                    <a:pt x="400" y="2543"/>
                  </a:cubicBezTo>
                  <a:cubicBezTo>
                    <a:pt x="862" y="2543"/>
                    <a:pt x="1457" y="2487"/>
                    <a:pt x="1619" y="1968"/>
                  </a:cubicBezTo>
                  <a:cubicBezTo>
                    <a:pt x="1669" y="1806"/>
                    <a:pt x="1668" y="1613"/>
                    <a:pt x="1591" y="1458"/>
                  </a:cubicBezTo>
                  <a:cubicBezTo>
                    <a:pt x="1493" y="1262"/>
                    <a:pt x="1339" y="1294"/>
                    <a:pt x="1197" y="1175"/>
                  </a:cubicBezTo>
                  <a:cubicBezTo>
                    <a:pt x="1187" y="1176"/>
                    <a:pt x="1177" y="1176"/>
                    <a:pt x="1169" y="1176"/>
                  </a:cubicBezTo>
                  <a:cubicBezTo>
                    <a:pt x="1079" y="1176"/>
                    <a:pt x="1074" y="1136"/>
                    <a:pt x="1154" y="1056"/>
                  </a:cubicBezTo>
                  <a:cubicBezTo>
                    <a:pt x="1193" y="1013"/>
                    <a:pt x="1218" y="967"/>
                    <a:pt x="1238" y="913"/>
                  </a:cubicBezTo>
                  <a:cubicBezTo>
                    <a:pt x="1271" y="833"/>
                    <a:pt x="1297" y="757"/>
                    <a:pt x="1301" y="669"/>
                  </a:cubicBezTo>
                  <a:cubicBezTo>
                    <a:pt x="1310" y="489"/>
                    <a:pt x="1233" y="293"/>
                    <a:pt x="1102" y="167"/>
                  </a:cubicBezTo>
                  <a:cubicBezTo>
                    <a:pt x="981" y="51"/>
                    <a:pt x="839" y="0"/>
                    <a:pt x="6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9"/>
            <p:cNvSpPr/>
            <p:nvPr/>
          </p:nvSpPr>
          <p:spPr>
            <a:xfrm>
              <a:off x="409425" y="489863"/>
              <a:ext cx="40875" cy="12775"/>
            </a:xfrm>
            <a:custGeom>
              <a:rect b="b" l="l" r="r" t="t"/>
              <a:pathLst>
                <a:path extrusionOk="0" h="511" w="1635">
                  <a:moveTo>
                    <a:pt x="887" y="1"/>
                  </a:moveTo>
                  <a:cubicBezTo>
                    <a:pt x="660" y="1"/>
                    <a:pt x="433" y="39"/>
                    <a:pt x="214" y="119"/>
                  </a:cubicBezTo>
                  <a:cubicBezTo>
                    <a:pt x="1" y="195"/>
                    <a:pt x="62" y="511"/>
                    <a:pt x="250" y="511"/>
                  </a:cubicBezTo>
                  <a:cubicBezTo>
                    <a:pt x="271" y="511"/>
                    <a:pt x="294" y="507"/>
                    <a:pt x="318" y="498"/>
                  </a:cubicBezTo>
                  <a:cubicBezTo>
                    <a:pt x="509" y="429"/>
                    <a:pt x="700" y="394"/>
                    <a:pt x="894" y="394"/>
                  </a:cubicBezTo>
                  <a:cubicBezTo>
                    <a:pt x="1029" y="394"/>
                    <a:pt x="1165" y="411"/>
                    <a:pt x="1303" y="447"/>
                  </a:cubicBezTo>
                  <a:cubicBezTo>
                    <a:pt x="1322" y="452"/>
                    <a:pt x="1340" y="454"/>
                    <a:pt x="1357" y="454"/>
                  </a:cubicBezTo>
                  <a:cubicBezTo>
                    <a:pt x="1563" y="454"/>
                    <a:pt x="1635" y="126"/>
                    <a:pt x="1409" y="67"/>
                  </a:cubicBezTo>
                  <a:cubicBezTo>
                    <a:pt x="1236" y="23"/>
                    <a:pt x="1061" y="1"/>
                    <a:pt x="88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9"/>
            <p:cNvSpPr/>
            <p:nvPr/>
          </p:nvSpPr>
          <p:spPr>
            <a:xfrm>
              <a:off x="414950" y="516288"/>
              <a:ext cx="33075" cy="12675"/>
            </a:xfrm>
            <a:custGeom>
              <a:rect b="b" l="l" r="r" t="t"/>
              <a:pathLst>
                <a:path extrusionOk="0" h="507" w="1323">
                  <a:moveTo>
                    <a:pt x="434" y="0"/>
                  </a:moveTo>
                  <a:cubicBezTo>
                    <a:pt x="374" y="0"/>
                    <a:pt x="313" y="4"/>
                    <a:pt x="252" y="11"/>
                  </a:cubicBezTo>
                  <a:cubicBezTo>
                    <a:pt x="13" y="41"/>
                    <a:pt x="0" y="408"/>
                    <a:pt x="225" y="408"/>
                  </a:cubicBezTo>
                  <a:cubicBezTo>
                    <a:pt x="233" y="408"/>
                    <a:pt x="242" y="407"/>
                    <a:pt x="252" y="406"/>
                  </a:cubicBezTo>
                  <a:cubicBezTo>
                    <a:pt x="314" y="399"/>
                    <a:pt x="375" y="395"/>
                    <a:pt x="436" y="395"/>
                  </a:cubicBezTo>
                  <a:cubicBezTo>
                    <a:pt x="602" y="395"/>
                    <a:pt x="764" y="423"/>
                    <a:pt x="919" y="489"/>
                  </a:cubicBezTo>
                  <a:cubicBezTo>
                    <a:pt x="947" y="501"/>
                    <a:pt x="975" y="507"/>
                    <a:pt x="1002" y="507"/>
                  </a:cubicBezTo>
                  <a:cubicBezTo>
                    <a:pt x="1193" y="507"/>
                    <a:pt x="1322" y="235"/>
                    <a:pt x="1118" y="148"/>
                  </a:cubicBezTo>
                  <a:cubicBezTo>
                    <a:pt x="895" y="55"/>
                    <a:pt x="670" y="0"/>
                    <a:pt x="4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9"/>
            <p:cNvSpPr/>
            <p:nvPr/>
          </p:nvSpPr>
          <p:spPr>
            <a:xfrm>
              <a:off x="237700" y="622163"/>
              <a:ext cx="52575" cy="106625"/>
            </a:xfrm>
            <a:custGeom>
              <a:rect b="b" l="l" r="r" t="t"/>
              <a:pathLst>
                <a:path extrusionOk="0" h="4265" w="2103">
                  <a:moveTo>
                    <a:pt x="945" y="366"/>
                  </a:moveTo>
                  <a:cubicBezTo>
                    <a:pt x="1224" y="366"/>
                    <a:pt x="1360" y="549"/>
                    <a:pt x="1354" y="914"/>
                  </a:cubicBezTo>
                  <a:cubicBezTo>
                    <a:pt x="1641" y="1388"/>
                    <a:pt x="1451" y="1654"/>
                    <a:pt x="782" y="1711"/>
                  </a:cubicBezTo>
                  <a:cubicBezTo>
                    <a:pt x="552" y="1713"/>
                    <a:pt x="526" y="2025"/>
                    <a:pt x="731" y="2098"/>
                  </a:cubicBezTo>
                  <a:cubicBezTo>
                    <a:pt x="1372" y="2327"/>
                    <a:pt x="1534" y="3161"/>
                    <a:pt x="1033" y="3609"/>
                  </a:cubicBezTo>
                  <a:cubicBezTo>
                    <a:pt x="883" y="3743"/>
                    <a:pt x="774" y="3798"/>
                    <a:pt x="695" y="3798"/>
                  </a:cubicBezTo>
                  <a:cubicBezTo>
                    <a:pt x="432" y="3798"/>
                    <a:pt x="498" y="3194"/>
                    <a:pt x="499" y="2864"/>
                  </a:cubicBezTo>
                  <a:cubicBezTo>
                    <a:pt x="504" y="2065"/>
                    <a:pt x="510" y="1263"/>
                    <a:pt x="515" y="463"/>
                  </a:cubicBezTo>
                  <a:lnTo>
                    <a:pt x="515" y="463"/>
                  </a:lnTo>
                  <a:cubicBezTo>
                    <a:pt x="528" y="460"/>
                    <a:pt x="540" y="456"/>
                    <a:pt x="553" y="450"/>
                  </a:cubicBezTo>
                  <a:cubicBezTo>
                    <a:pt x="706" y="394"/>
                    <a:pt x="836" y="366"/>
                    <a:pt x="945" y="366"/>
                  </a:cubicBezTo>
                  <a:close/>
                  <a:moveTo>
                    <a:pt x="878" y="1"/>
                  </a:moveTo>
                  <a:cubicBezTo>
                    <a:pt x="701" y="1"/>
                    <a:pt x="521" y="37"/>
                    <a:pt x="354" y="109"/>
                  </a:cubicBezTo>
                  <a:cubicBezTo>
                    <a:pt x="329" y="120"/>
                    <a:pt x="308" y="134"/>
                    <a:pt x="293" y="150"/>
                  </a:cubicBezTo>
                  <a:lnTo>
                    <a:pt x="293" y="150"/>
                  </a:lnTo>
                  <a:cubicBezTo>
                    <a:pt x="203" y="160"/>
                    <a:pt x="121" y="223"/>
                    <a:pt x="120" y="338"/>
                  </a:cubicBezTo>
                  <a:cubicBezTo>
                    <a:pt x="117" y="1031"/>
                    <a:pt x="111" y="1725"/>
                    <a:pt x="108" y="2418"/>
                  </a:cubicBezTo>
                  <a:cubicBezTo>
                    <a:pt x="104" y="2961"/>
                    <a:pt x="1" y="3588"/>
                    <a:pt x="148" y="4108"/>
                  </a:cubicBezTo>
                  <a:cubicBezTo>
                    <a:pt x="167" y="4168"/>
                    <a:pt x="220" y="4235"/>
                    <a:pt x="287" y="4245"/>
                  </a:cubicBezTo>
                  <a:cubicBezTo>
                    <a:pt x="366" y="4258"/>
                    <a:pt x="442" y="4264"/>
                    <a:pt x="515" y="4264"/>
                  </a:cubicBezTo>
                  <a:cubicBezTo>
                    <a:pt x="1659" y="4264"/>
                    <a:pt x="2067" y="2723"/>
                    <a:pt x="1291" y="1994"/>
                  </a:cubicBezTo>
                  <a:lnTo>
                    <a:pt x="1291" y="1994"/>
                  </a:lnTo>
                  <a:cubicBezTo>
                    <a:pt x="1768" y="1780"/>
                    <a:pt x="2102" y="1285"/>
                    <a:pt x="1922" y="723"/>
                  </a:cubicBezTo>
                  <a:cubicBezTo>
                    <a:pt x="1766" y="239"/>
                    <a:pt x="1332" y="1"/>
                    <a:pt x="8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9"/>
            <p:cNvSpPr/>
            <p:nvPr/>
          </p:nvSpPr>
          <p:spPr>
            <a:xfrm>
              <a:off x="309825" y="596388"/>
              <a:ext cx="41750" cy="63600"/>
            </a:xfrm>
            <a:custGeom>
              <a:rect b="b" l="l" r="r" t="t"/>
              <a:pathLst>
                <a:path extrusionOk="0" h="2544" w="1670">
                  <a:moveTo>
                    <a:pt x="696" y="0"/>
                  </a:moveTo>
                  <a:cubicBezTo>
                    <a:pt x="468" y="0"/>
                    <a:pt x="241" y="131"/>
                    <a:pt x="102" y="330"/>
                  </a:cubicBezTo>
                  <a:cubicBezTo>
                    <a:pt x="1" y="477"/>
                    <a:pt x="138" y="618"/>
                    <a:pt x="279" y="618"/>
                  </a:cubicBezTo>
                  <a:cubicBezTo>
                    <a:pt x="339" y="618"/>
                    <a:pt x="400" y="592"/>
                    <a:pt x="444" y="530"/>
                  </a:cubicBezTo>
                  <a:cubicBezTo>
                    <a:pt x="544" y="433"/>
                    <a:pt x="624" y="384"/>
                    <a:pt x="684" y="384"/>
                  </a:cubicBezTo>
                  <a:cubicBezTo>
                    <a:pt x="753" y="384"/>
                    <a:pt x="794" y="450"/>
                    <a:pt x="809" y="582"/>
                  </a:cubicBezTo>
                  <a:cubicBezTo>
                    <a:pt x="905" y="686"/>
                    <a:pt x="909" y="778"/>
                    <a:pt x="816" y="860"/>
                  </a:cubicBezTo>
                  <a:cubicBezTo>
                    <a:pt x="776" y="954"/>
                    <a:pt x="712" y="997"/>
                    <a:pt x="696" y="1103"/>
                  </a:cubicBezTo>
                  <a:cubicBezTo>
                    <a:pt x="677" y="1225"/>
                    <a:pt x="712" y="1336"/>
                    <a:pt x="793" y="1424"/>
                  </a:cubicBezTo>
                  <a:cubicBezTo>
                    <a:pt x="926" y="1565"/>
                    <a:pt x="1198" y="1508"/>
                    <a:pt x="1259" y="1732"/>
                  </a:cubicBezTo>
                  <a:cubicBezTo>
                    <a:pt x="1372" y="2142"/>
                    <a:pt x="627" y="2150"/>
                    <a:pt x="398" y="2150"/>
                  </a:cubicBezTo>
                  <a:cubicBezTo>
                    <a:pt x="145" y="2150"/>
                    <a:pt x="145" y="2543"/>
                    <a:pt x="398" y="2543"/>
                  </a:cubicBezTo>
                  <a:cubicBezTo>
                    <a:pt x="862" y="2543"/>
                    <a:pt x="1456" y="2489"/>
                    <a:pt x="1619" y="1968"/>
                  </a:cubicBezTo>
                  <a:cubicBezTo>
                    <a:pt x="1669" y="1806"/>
                    <a:pt x="1668" y="1613"/>
                    <a:pt x="1591" y="1460"/>
                  </a:cubicBezTo>
                  <a:cubicBezTo>
                    <a:pt x="1492" y="1262"/>
                    <a:pt x="1337" y="1295"/>
                    <a:pt x="1197" y="1175"/>
                  </a:cubicBezTo>
                  <a:cubicBezTo>
                    <a:pt x="1186" y="1175"/>
                    <a:pt x="1177" y="1176"/>
                    <a:pt x="1168" y="1176"/>
                  </a:cubicBezTo>
                  <a:cubicBezTo>
                    <a:pt x="1078" y="1176"/>
                    <a:pt x="1075" y="1137"/>
                    <a:pt x="1154" y="1057"/>
                  </a:cubicBezTo>
                  <a:cubicBezTo>
                    <a:pt x="1191" y="1014"/>
                    <a:pt x="1219" y="967"/>
                    <a:pt x="1239" y="914"/>
                  </a:cubicBezTo>
                  <a:cubicBezTo>
                    <a:pt x="1270" y="833"/>
                    <a:pt x="1297" y="758"/>
                    <a:pt x="1300" y="671"/>
                  </a:cubicBezTo>
                  <a:cubicBezTo>
                    <a:pt x="1310" y="489"/>
                    <a:pt x="1233" y="293"/>
                    <a:pt x="1103" y="167"/>
                  </a:cubicBezTo>
                  <a:cubicBezTo>
                    <a:pt x="981" y="51"/>
                    <a:pt x="838" y="0"/>
                    <a:pt x="6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9"/>
            <p:cNvSpPr/>
            <p:nvPr/>
          </p:nvSpPr>
          <p:spPr>
            <a:xfrm>
              <a:off x="409375" y="659488"/>
              <a:ext cx="40900" cy="12825"/>
            </a:xfrm>
            <a:custGeom>
              <a:rect b="b" l="l" r="r" t="t"/>
              <a:pathLst>
                <a:path extrusionOk="0" h="513" w="1636">
                  <a:moveTo>
                    <a:pt x="890" y="0"/>
                  </a:moveTo>
                  <a:cubicBezTo>
                    <a:pt x="662" y="0"/>
                    <a:pt x="435" y="40"/>
                    <a:pt x="214" y="119"/>
                  </a:cubicBezTo>
                  <a:cubicBezTo>
                    <a:pt x="1" y="196"/>
                    <a:pt x="61" y="512"/>
                    <a:pt x="248" y="512"/>
                  </a:cubicBezTo>
                  <a:cubicBezTo>
                    <a:pt x="269" y="512"/>
                    <a:pt x="293" y="508"/>
                    <a:pt x="317" y="499"/>
                  </a:cubicBezTo>
                  <a:cubicBezTo>
                    <a:pt x="509" y="430"/>
                    <a:pt x="700" y="394"/>
                    <a:pt x="893" y="394"/>
                  </a:cubicBezTo>
                  <a:cubicBezTo>
                    <a:pt x="1029" y="394"/>
                    <a:pt x="1165" y="412"/>
                    <a:pt x="1303" y="447"/>
                  </a:cubicBezTo>
                  <a:cubicBezTo>
                    <a:pt x="1322" y="452"/>
                    <a:pt x="1340" y="454"/>
                    <a:pt x="1357" y="454"/>
                  </a:cubicBezTo>
                  <a:cubicBezTo>
                    <a:pt x="1562" y="454"/>
                    <a:pt x="1636" y="126"/>
                    <a:pt x="1409" y="68"/>
                  </a:cubicBezTo>
                  <a:cubicBezTo>
                    <a:pt x="1237" y="23"/>
                    <a:pt x="1063" y="0"/>
                    <a:pt x="8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9"/>
            <p:cNvSpPr/>
            <p:nvPr/>
          </p:nvSpPr>
          <p:spPr>
            <a:xfrm>
              <a:off x="414875" y="685963"/>
              <a:ext cx="33050" cy="12675"/>
            </a:xfrm>
            <a:custGeom>
              <a:rect b="b" l="l" r="r" t="t"/>
              <a:pathLst>
                <a:path extrusionOk="0" h="507" w="1322">
                  <a:moveTo>
                    <a:pt x="433" y="0"/>
                  </a:moveTo>
                  <a:cubicBezTo>
                    <a:pt x="374" y="0"/>
                    <a:pt x="313" y="4"/>
                    <a:pt x="252" y="11"/>
                  </a:cubicBezTo>
                  <a:cubicBezTo>
                    <a:pt x="12" y="40"/>
                    <a:pt x="0" y="408"/>
                    <a:pt x="224" y="408"/>
                  </a:cubicBezTo>
                  <a:cubicBezTo>
                    <a:pt x="233" y="408"/>
                    <a:pt x="242" y="407"/>
                    <a:pt x="252" y="406"/>
                  </a:cubicBezTo>
                  <a:cubicBezTo>
                    <a:pt x="314" y="399"/>
                    <a:pt x="375" y="395"/>
                    <a:pt x="436" y="395"/>
                  </a:cubicBezTo>
                  <a:cubicBezTo>
                    <a:pt x="601" y="395"/>
                    <a:pt x="763" y="423"/>
                    <a:pt x="919" y="489"/>
                  </a:cubicBezTo>
                  <a:cubicBezTo>
                    <a:pt x="947" y="501"/>
                    <a:pt x="975" y="506"/>
                    <a:pt x="1002" y="506"/>
                  </a:cubicBezTo>
                  <a:cubicBezTo>
                    <a:pt x="1192" y="506"/>
                    <a:pt x="1321" y="235"/>
                    <a:pt x="1118" y="148"/>
                  </a:cubicBezTo>
                  <a:cubicBezTo>
                    <a:pt x="895" y="55"/>
                    <a:pt x="670" y="0"/>
                    <a:pt x="4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9"/>
            <p:cNvSpPr/>
            <p:nvPr/>
          </p:nvSpPr>
          <p:spPr>
            <a:xfrm>
              <a:off x="237600" y="791863"/>
              <a:ext cx="52575" cy="106600"/>
            </a:xfrm>
            <a:custGeom>
              <a:rect b="b" l="l" r="r" t="t"/>
              <a:pathLst>
                <a:path extrusionOk="0" h="4264" w="2103">
                  <a:moveTo>
                    <a:pt x="945" y="365"/>
                  </a:moveTo>
                  <a:cubicBezTo>
                    <a:pt x="1224" y="365"/>
                    <a:pt x="1359" y="548"/>
                    <a:pt x="1353" y="913"/>
                  </a:cubicBezTo>
                  <a:cubicBezTo>
                    <a:pt x="1641" y="1387"/>
                    <a:pt x="1452" y="1653"/>
                    <a:pt x="782" y="1710"/>
                  </a:cubicBezTo>
                  <a:cubicBezTo>
                    <a:pt x="552" y="1712"/>
                    <a:pt x="527" y="2024"/>
                    <a:pt x="731" y="2097"/>
                  </a:cubicBezTo>
                  <a:cubicBezTo>
                    <a:pt x="1373" y="2326"/>
                    <a:pt x="1534" y="3160"/>
                    <a:pt x="1033" y="3608"/>
                  </a:cubicBezTo>
                  <a:cubicBezTo>
                    <a:pt x="883" y="3742"/>
                    <a:pt x="774" y="3797"/>
                    <a:pt x="695" y="3797"/>
                  </a:cubicBezTo>
                  <a:cubicBezTo>
                    <a:pt x="433" y="3797"/>
                    <a:pt x="499" y="3192"/>
                    <a:pt x="500" y="2862"/>
                  </a:cubicBezTo>
                  <a:cubicBezTo>
                    <a:pt x="505" y="2063"/>
                    <a:pt x="510" y="1261"/>
                    <a:pt x="515" y="462"/>
                  </a:cubicBezTo>
                  <a:lnTo>
                    <a:pt x="515" y="462"/>
                  </a:lnTo>
                  <a:cubicBezTo>
                    <a:pt x="527" y="459"/>
                    <a:pt x="540" y="454"/>
                    <a:pt x="553" y="449"/>
                  </a:cubicBezTo>
                  <a:cubicBezTo>
                    <a:pt x="706" y="393"/>
                    <a:pt x="836" y="365"/>
                    <a:pt x="945" y="365"/>
                  </a:cubicBezTo>
                  <a:close/>
                  <a:moveTo>
                    <a:pt x="880" y="1"/>
                  </a:moveTo>
                  <a:cubicBezTo>
                    <a:pt x="702" y="1"/>
                    <a:pt x="523" y="37"/>
                    <a:pt x="355" y="110"/>
                  </a:cubicBezTo>
                  <a:cubicBezTo>
                    <a:pt x="330" y="120"/>
                    <a:pt x="310" y="134"/>
                    <a:pt x="295" y="149"/>
                  </a:cubicBezTo>
                  <a:lnTo>
                    <a:pt x="295" y="149"/>
                  </a:lnTo>
                  <a:cubicBezTo>
                    <a:pt x="205" y="158"/>
                    <a:pt x="121" y="222"/>
                    <a:pt x="121" y="339"/>
                  </a:cubicBezTo>
                  <a:cubicBezTo>
                    <a:pt x="116" y="1030"/>
                    <a:pt x="112" y="1724"/>
                    <a:pt x="108" y="2417"/>
                  </a:cubicBezTo>
                  <a:cubicBezTo>
                    <a:pt x="104" y="2960"/>
                    <a:pt x="0" y="3588"/>
                    <a:pt x="149" y="4106"/>
                  </a:cubicBezTo>
                  <a:cubicBezTo>
                    <a:pt x="166" y="4168"/>
                    <a:pt x="221" y="4234"/>
                    <a:pt x="287" y="4244"/>
                  </a:cubicBezTo>
                  <a:cubicBezTo>
                    <a:pt x="366" y="4257"/>
                    <a:pt x="442" y="4263"/>
                    <a:pt x="515" y="4263"/>
                  </a:cubicBezTo>
                  <a:cubicBezTo>
                    <a:pt x="1659" y="4263"/>
                    <a:pt x="2067" y="2721"/>
                    <a:pt x="1292" y="1992"/>
                  </a:cubicBezTo>
                  <a:lnTo>
                    <a:pt x="1292" y="1992"/>
                  </a:lnTo>
                  <a:cubicBezTo>
                    <a:pt x="1768" y="1779"/>
                    <a:pt x="2102" y="1284"/>
                    <a:pt x="1923" y="722"/>
                  </a:cubicBezTo>
                  <a:cubicBezTo>
                    <a:pt x="1767" y="239"/>
                    <a:pt x="1332" y="1"/>
                    <a:pt x="88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9"/>
            <p:cNvSpPr/>
            <p:nvPr/>
          </p:nvSpPr>
          <p:spPr>
            <a:xfrm>
              <a:off x="309725" y="766013"/>
              <a:ext cx="41750" cy="63600"/>
            </a:xfrm>
            <a:custGeom>
              <a:rect b="b" l="l" r="r" t="t"/>
              <a:pathLst>
                <a:path extrusionOk="0" h="2544" w="1670">
                  <a:moveTo>
                    <a:pt x="697" y="1"/>
                  </a:moveTo>
                  <a:cubicBezTo>
                    <a:pt x="469" y="1"/>
                    <a:pt x="242" y="131"/>
                    <a:pt x="102" y="331"/>
                  </a:cubicBezTo>
                  <a:cubicBezTo>
                    <a:pt x="0" y="479"/>
                    <a:pt x="138" y="619"/>
                    <a:pt x="278" y="619"/>
                  </a:cubicBezTo>
                  <a:cubicBezTo>
                    <a:pt x="339" y="619"/>
                    <a:pt x="400" y="593"/>
                    <a:pt x="444" y="531"/>
                  </a:cubicBezTo>
                  <a:cubicBezTo>
                    <a:pt x="544" y="433"/>
                    <a:pt x="624" y="385"/>
                    <a:pt x="683" y="385"/>
                  </a:cubicBezTo>
                  <a:cubicBezTo>
                    <a:pt x="752" y="385"/>
                    <a:pt x="794" y="450"/>
                    <a:pt x="809" y="582"/>
                  </a:cubicBezTo>
                  <a:cubicBezTo>
                    <a:pt x="905" y="687"/>
                    <a:pt x="909" y="779"/>
                    <a:pt x="816" y="860"/>
                  </a:cubicBezTo>
                  <a:cubicBezTo>
                    <a:pt x="776" y="955"/>
                    <a:pt x="713" y="998"/>
                    <a:pt x="696" y="1104"/>
                  </a:cubicBezTo>
                  <a:cubicBezTo>
                    <a:pt x="679" y="1225"/>
                    <a:pt x="711" y="1337"/>
                    <a:pt x="794" y="1424"/>
                  </a:cubicBezTo>
                  <a:cubicBezTo>
                    <a:pt x="926" y="1566"/>
                    <a:pt x="1198" y="1509"/>
                    <a:pt x="1260" y="1732"/>
                  </a:cubicBezTo>
                  <a:cubicBezTo>
                    <a:pt x="1373" y="2143"/>
                    <a:pt x="628" y="2150"/>
                    <a:pt x="399" y="2150"/>
                  </a:cubicBezTo>
                  <a:cubicBezTo>
                    <a:pt x="145" y="2150"/>
                    <a:pt x="145" y="2544"/>
                    <a:pt x="399" y="2544"/>
                  </a:cubicBezTo>
                  <a:cubicBezTo>
                    <a:pt x="862" y="2544"/>
                    <a:pt x="1456" y="2489"/>
                    <a:pt x="1619" y="1968"/>
                  </a:cubicBezTo>
                  <a:cubicBezTo>
                    <a:pt x="1669" y="1806"/>
                    <a:pt x="1668" y="1613"/>
                    <a:pt x="1590" y="1460"/>
                  </a:cubicBezTo>
                  <a:cubicBezTo>
                    <a:pt x="1492" y="1262"/>
                    <a:pt x="1338" y="1295"/>
                    <a:pt x="1197" y="1175"/>
                  </a:cubicBezTo>
                  <a:cubicBezTo>
                    <a:pt x="1186" y="1176"/>
                    <a:pt x="1177" y="1176"/>
                    <a:pt x="1168" y="1176"/>
                  </a:cubicBezTo>
                  <a:cubicBezTo>
                    <a:pt x="1079" y="1176"/>
                    <a:pt x="1074" y="1137"/>
                    <a:pt x="1154" y="1058"/>
                  </a:cubicBezTo>
                  <a:cubicBezTo>
                    <a:pt x="1191" y="1015"/>
                    <a:pt x="1218" y="968"/>
                    <a:pt x="1238" y="915"/>
                  </a:cubicBezTo>
                  <a:cubicBezTo>
                    <a:pt x="1270" y="833"/>
                    <a:pt x="1297" y="759"/>
                    <a:pt x="1301" y="671"/>
                  </a:cubicBezTo>
                  <a:cubicBezTo>
                    <a:pt x="1310" y="489"/>
                    <a:pt x="1233" y="293"/>
                    <a:pt x="1102" y="167"/>
                  </a:cubicBezTo>
                  <a:cubicBezTo>
                    <a:pt x="981" y="51"/>
                    <a:pt x="839" y="1"/>
                    <a:pt x="6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9"/>
            <p:cNvSpPr/>
            <p:nvPr/>
          </p:nvSpPr>
          <p:spPr>
            <a:xfrm>
              <a:off x="409275" y="829163"/>
              <a:ext cx="40925" cy="12825"/>
            </a:xfrm>
            <a:custGeom>
              <a:rect b="b" l="l" r="r" t="t"/>
              <a:pathLst>
                <a:path extrusionOk="0" h="513" w="1637">
                  <a:moveTo>
                    <a:pt x="891" y="1"/>
                  </a:moveTo>
                  <a:cubicBezTo>
                    <a:pt x="663" y="1"/>
                    <a:pt x="435" y="40"/>
                    <a:pt x="214" y="121"/>
                  </a:cubicBezTo>
                  <a:cubicBezTo>
                    <a:pt x="0" y="198"/>
                    <a:pt x="61" y="513"/>
                    <a:pt x="250" y="513"/>
                  </a:cubicBezTo>
                  <a:cubicBezTo>
                    <a:pt x="271" y="513"/>
                    <a:pt x="294" y="509"/>
                    <a:pt x="318" y="500"/>
                  </a:cubicBezTo>
                  <a:cubicBezTo>
                    <a:pt x="510" y="430"/>
                    <a:pt x="702" y="394"/>
                    <a:pt x="895" y="394"/>
                  </a:cubicBezTo>
                  <a:cubicBezTo>
                    <a:pt x="1031" y="394"/>
                    <a:pt x="1167" y="412"/>
                    <a:pt x="1305" y="447"/>
                  </a:cubicBezTo>
                  <a:cubicBezTo>
                    <a:pt x="1323" y="452"/>
                    <a:pt x="1341" y="454"/>
                    <a:pt x="1358" y="454"/>
                  </a:cubicBezTo>
                  <a:cubicBezTo>
                    <a:pt x="1564" y="454"/>
                    <a:pt x="1637" y="126"/>
                    <a:pt x="1409" y="68"/>
                  </a:cubicBezTo>
                  <a:cubicBezTo>
                    <a:pt x="1238" y="23"/>
                    <a:pt x="1064" y="1"/>
                    <a:pt x="89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9"/>
            <p:cNvSpPr/>
            <p:nvPr/>
          </p:nvSpPr>
          <p:spPr>
            <a:xfrm>
              <a:off x="414775" y="855638"/>
              <a:ext cx="33050" cy="12675"/>
            </a:xfrm>
            <a:custGeom>
              <a:rect b="b" l="l" r="r" t="t"/>
              <a:pathLst>
                <a:path extrusionOk="0" h="507" w="1322">
                  <a:moveTo>
                    <a:pt x="433" y="0"/>
                  </a:moveTo>
                  <a:cubicBezTo>
                    <a:pt x="374" y="0"/>
                    <a:pt x="313" y="4"/>
                    <a:pt x="251" y="11"/>
                  </a:cubicBezTo>
                  <a:cubicBezTo>
                    <a:pt x="12" y="41"/>
                    <a:pt x="0" y="409"/>
                    <a:pt x="226" y="409"/>
                  </a:cubicBezTo>
                  <a:cubicBezTo>
                    <a:pt x="234" y="409"/>
                    <a:pt x="243" y="408"/>
                    <a:pt x="251" y="407"/>
                  </a:cubicBezTo>
                  <a:cubicBezTo>
                    <a:pt x="314" y="400"/>
                    <a:pt x="375" y="396"/>
                    <a:pt x="437" y="396"/>
                  </a:cubicBezTo>
                  <a:cubicBezTo>
                    <a:pt x="602" y="396"/>
                    <a:pt x="765" y="424"/>
                    <a:pt x="920" y="489"/>
                  </a:cubicBezTo>
                  <a:cubicBezTo>
                    <a:pt x="949" y="501"/>
                    <a:pt x="977" y="507"/>
                    <a:pt x="1004" y="507"/>
                  </a:cubicBezTo>
                  <a:cubicBezTo>
                    <a:pt x="1194" y="507"/>
                    <a:pt x="1322" y="235"/>
                    <a:pt x="1118" y="150"/>
                  </a:cubicBezTo>
                  <a:cubicBezTo>
                    <a:pt x="895" y="55"/>
                    <a:pt x="670" y="0"/>
                    <a:pt x="4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9"/>
            <p:cNvSpPr/>
            <p:nvPr/>
          </p:nvSpPr>
          <p:spPr>
            <a:xfrm>
              <a:off x="237450" y="961538"/>
              <a:ext cx="52575" cy="106625"/>
            </a:xfrm>
            <a:custGeom>
              <a:rect b="b" l="l" r="r" t="t"/>
              <a:pathLst>
                <a:path extrusionOk="0" h="4265" w="2103">
                  <a:moveTo>
                    <a:pt x="946" y="365"/>
                  </a:moveTo>
                  <a:cubicBezTo>
                    <a:pt x="1224" y="365"/>
                    <a:pt x="1361" y="547"/>
                    <a:pt x="1354" y="913"/>
                  </a:cubicBezTo>
                  <a:cubicBezTo>
                    <a:pt x="1643" y="1386"/>
                    <a:pt x="1452" y="1654"/>
                    <a:pt x="784" y="1711"/>
                  </a:cubicBezTo>
                  <a:cubicBezTo>
                    <a:pt x="552" y="1713"/>
                    <a:pt x="528" y="2023"/>
                    <a:pt x="731" y="2098"/>
                  </a:cubicBezTo>
                  <a:cubicBezTo>
                    <a:pt x="1374" y="2327"/>
                    <a:pt x="1535" y="3160"/>
                    <a:pt x="1034" y="3610"/>
                  </a:cubicBezTo>
                  <a:cubicBezTo>
                    <a:pt x="884" y="3744"/>
                    <a:pt x="775" y="3798"/>
                    <a:pt x="696" y="3798"/>
                  </a:cubicBezTo>
                  <a:cubicBezTo>
                    <a:pt x="433" y="3798"/>
                    <a:pt x="499" y="3194"/>
                    <a:pt x="500" y="2864"/>
                  </a:cubicBezTo>
                  <a:cubicBezTo>
                    <a:pt x="506" y="2063"/>
                    <a:pt x="511" y="1261"/>
                    <a:pt x="515" y="462"/>
                  </a:cubicBezTo>
                  <a:lnTo>
                    <a:pt x="515" y="462"/>
                  </a:lnTo>
                  <a:cubicBezTo>
                    <a:pt x="528" y="459"/>
                    <a:pt x="541" y="454"/>
                    <a:pt x="555" y="449"/>
                  </a:cubicBezTo>
                  <a:cubicBezTo>
                    <a:pt x="707" y="393"/>
                    <a:pt x="837" y="365"/>
                    <a:pt x="946" y="365"/>
                  </a:cubicBezTo>
                  <a:close/>
                  <a:moveTo>
                    <a:pt x="880" y="1"/>
                  </a:moveTo>
                  <a:cubicBezTo>
                    <a:pt x="703" y="1"/>
                    <a:pt x="523" y="37"/>
                    <a:pt x="356" y="110"/>
                  </a:cubicBezTo>
                  <a:cubicBezTo>
                    <a:pt x="331" y="120"/>
                    <a:pt x="311" y="134"/>
                    <a:pt x="295" y="149"/>
                  </a:cubicBezTo>
                  <a:lnTo>
                    <a:pt x="295" y="149"/>
                  </a:lnTo>
                  <a:cubicBezTo>
                    <a:pt x="206" y="159"/>
                    <a:pt x="124" y="222"/>
                    <a:pt x="122" y="339"/>
                  </a:cubicBezTo>
                  <a:cubicBezTo>
                    <a:pt x="118" y="1031"/>
                    <a:pt x="114" y="1726"/>
                    <a:pt x="108" y="2417"/>
                  </a:cubicBezTo>
                  <a:cubicBezTo>
                    <a:pt x="105" y="2960"/>
                    <a:pt x="1" y="3588"/>
                    <a:pt x="150" y="4106"/>
                  </a:cubicBezTo>
                  <a:cubicBezTo>
                    <a:pt x="168" y="4168"/>
                    <a:pt x="221" y="4234"/>
                    <a:pt x="287" y="4245"/>
                  </a:cubicBezTo>
                  <a:cubicBezTo>
                    <a:pt x="366" y="4258"/>
                    <a:pt x="442" y="4265"/>
                    <a:pt x="515" y="4265"/>
                  </a:cubicBezTo>
                  <a:cubicBezTo>
                    <a:pt x="1659" y="4265"/>
                    <a:pt x="2068" y="2721"/>
                    <a:pt x="1292" y="1993"/>
                  </a:cubicBezTo>
                  <a:lnTo>
                    <a:pt x="1292" y="1993"/>
                  </a:lnTo>
                  <a:cubicBezTo>
                    <a:pt x="1768" y="1779"/>
                    <a:pt x="2103" y="1284"/>
                    <a:pt x="1923" y="724"/>
                  </a:cubicBezTo>
                  <a:cubicBezTo>
                    <a:pt x="1768" y="240"/>
                    <a:pt x="1333" y="1"/>
                    <a:pt x="88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9"/>
            <p:cNvSpPr/>
            <p:nvPr/>
          </p:nvSpPr>
          <p:spPr>
            <a:xfrm>
              <a:off x="309650" y="935713"/>
              <a:ext cx="41750" cy="63600"/>
            </a:xfrm>
            <a:custGeom>
              <a:rect b="b" l="l" r="r" t="t"/>
              <a:pathLst>
                <a:path extrusionOk="0" h="2544" w="1670">
                  <a:moveTo>
                    <a:pt x="696" y="0"/>
                  </a:moveTo>
                  <a:cubicBezTo>
                    <a:pt x="468" y="0"/>
                    <a:pt x="242" y="130"/>
                    <a:pt x="102" y="329"/>
                  </a:cubicBezTo>
                  <a:cubicBezTo>
                    <a:pt x="0" y="477"/>
                    <a:pt x="137" y="617"/>
                    <a:pt x="279" y="617"/>
                  </a:cubicBezTo>
                  <a:cubicBezTo>
                    <a:pt x="339" y="617"/>
                    <a:pt x="400" y="592"/>
                    <a:pt x="444" y="530"/>
                  </a:cubicBezTo>
                  <a:cubicBezTo>
                    <a:pt x="544" y="432"/>
                    <a:pt x="624" y="384"/>
                    <a:pt x="683" y="384"/>
                  </a:cubicBezTo>
                  <a:cubicBezTo>
                    <a:pt x="752" y="384"/>
                    <a:pt x="794" y="450"/>
                    <a:pt x="809" y="583"/>
                  </a:cubicBezTo>
                  <a:cubicBezTo>
                    <a:pt x="905" y="686"/>
                    <a:pt x="909" y="777"/>
                    <a:pt x="816" y="859"/>
                  </a:cubicBezTo>
                  <a:cubicBezTo>
                    <a:pt x="776" y="955"/>
                    <a:pt x="712" y="998"/>
                    <a:pt x="696" y="1102"/>
                  </a:cubicBezTo>
                  <a:cubicBezTo>
                    <a:pt x="677" y="1224"/>
                    <a:pt x="712" y="1336"/>
                    <a:pt x="795" y="1423"/>
                  </a:cubicBezTo>
                  <a:cubicBezTo>
                    <a:pt x="926" y="1565"/>
                    <a:pt x="1198" y="1508"/>
                    <a:pt x="1260" y="1731"/>
                  </a:cubicBezTo>
                  <a:cubicBezTo>
                    <a:pt x="1372" y="2143"/>
                    <a:pt x="627" y="2150"/>
                    <a:pt x="398" y="2150"/>
                  </a:cubicBezTo>
                  <a:cubicBezTo>
                    <a:pt x="145" y="2150"/>
                    <a:pt x="145" y="2544"/>
                    <a:pt x="398" y="2544"/>
                  </a:cubicBezTo>
                  <a:cubicBezTo>
                    <a:pt x="862" y="2544"/>
                    <a:pt x="1456" y="2488"/>
                    <a:pt x="1619" y="1967"/>
                  </a:cubicBezTo>
                  <a:cubicBezTo>
                    <a:pt x="1669" y="1807"/>
                    <a:pt x="1668" y="1613"/>
                    <a:pt x="1591" y="1459"/>
                  </a:cubicBezTo>
                  <a:cubicBezTo>
                    <a:pt x="1492" y="1263"/>
                    <a:pt x="1337" y="1294"/>
                    <a:pt x="1197" y="1174"/>
                  </a:cubicBezTo>
                  <a:cubicBezTo>
                    <a:pt x="1185" y="1175"/>
                    <a:pt x="1175" y="1176"/>
                    <a:pt x="1165" y="1176"/>
                  </a:cubicBezTo>
                  <a:cubicBezTo>
                    <a:pt x="1079" y="1176"/>
                    <a:pt x="1075" y="1135"/>
                    <a:pt x="1154" y="1057"/>
                  </a:cubicBezTo>
                  <a:cubicBezTo>
                    <a:pt x="1191" y="1014"/>
                    <a:pt x="1218" y="966"/>
                    <a:pt x="1238" y="913"/>
                  </a:cubicBezTo>
                  <a:cubicBezTo>
                    <a:pt x="1270" y="833"/>
                    <a:pt x="1297" y="757"/>
                    <a:pt x="1300" y="670"/>
                  </a:cubicBezTo>
                  <a:cubicBezTo>
                    <a:pt x="1310" y="490"/>
                    <a:pt x="1233" y="292"/>
                    <a:pt x="1102" y="168"/>
                  </a:cubicBezTo>
                  <a:cubicBezTo>
                    <a:pt x="980" y="51"/>
                    <a:pt x="838" y="0"/>
                    <a:pt x="6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9"/>
            <p:cNvSpPr/>
            <p:nvPr/>
          </p:nvSpPr>
          <p:spPr>
            <a:xfrm>
              <a:off x="409200" y="998863"/>
              <a:ext cx="40900" cy="12800"/>
            </a:xfrm>
            <a:custGeom>
              <a:rect b="b" l="l" r="r" t="t"/>
              <a:pathLst>
                <a:path extrusionOk="0" h="512" w="1636">
                  <a:moveTo>
                    <a:pt x="887" y="0"/>
                  </a:moveTo>
                  <a:cubicBezTo>
                    <a:pt x="660" y="0"/>
                    <a:pt x="434" y="39"/>
                    <a:pt x="214" y="120"/>
                  </a:cubicBezTo>
                  <a:cubicBezTo>
                    <a:pt x="0" y="196"/>
                    <a:pt x="61" y="512"/>
                    <a:pt x="249" y="512"/>
                  </a:cubicBezTo>
                  <a:cubicBezTo>
                    <a:pt x="270" y="512"/>
                    <a:pt x="293" y="508"/>
                    <a:pt x="317" y="499"/>
                  </a:cubicBezTo>
                  <a:cubicBezTo>
                    <a:pt x="508" y="429"/>
                    <a:pt x="699" y="394"/>
                    <a:pt x="891" y="394"/>
                  </a:cubicBezTo>
                  <a:cubicBezTo>
                    <a:pt x="1027" y="394"/>
                    <a:pt x="1164" y="412"/>
                    <a:pt x="1303" y="447"/>
                  </a:cubicBezTo>
                  <a:cubicBezTo>
                    <a:pt x="1322" y="452"/>
                    <a:pt x="1339" y="454"/>
                    <a:pt x="1356" y="454"/>
                  </a:cubicBezTo>
                  <a:cubicBezTo>
                    <a:pt x="1562" y="454"/>
                    <a:pt x="1636" y="125"/>
                    <a:pt x="1409" y="68"/>
                  </a:cubicBezTo>
                  <a:cubicBezTo>
                    <a:pt x="1236" y="23"/>
                    <a:pt x="1061" y="0"/>
                    <a:pt x="8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9"/>
            <p:cNvSpPr/>
            <p:nvPr/>
          </p:nvSpPr>
          <p:spPr>
            <a:xfrm>
              <a:off x="414700" y="1025313"/>
              <a:ext cx="33025" cy="12650"/>
            </a:xfrm>
            <a:custGeom>
              <a:rect b="b" l="l" r="r" t="t"/>
              <a:pathLst>
                <a:path extrusionOk="0" h="506" w="1321">
                  <a:moveTo>
                    <a:pt x="442" y="0"/>
                  </a:moveTo>
                  <a:cubicBezTo>
                    <a:pt x="379" y="0"/>
                    <a:pt x="316" y="4"/>
                    <a:pt x="252" y="12"/>
                  </a:cubicBezTo>
                  <a:cubicBezTo>
                    <a:pt x="12" y="41"/>
                    <a:pt x="0" y="407"/>
                    <a:pt x="225" y="407"/>
                  </a:cubicBezTo>
                  <a:cubicBezTo>
                    <a:pt x="233" y="407"/>
                    <a:pt x="242" y="407"/>
                    <a:pt x="252" y="406"/>
                  </a:cubicBezTo>
                  <a:cubicBezTo>
                    <a:pt x="314" y="398"/>
                    <a:pt x="376" y="395"/>
                    <a:pt x="437" y="395"/>
                  </a:cubicBezTo>
                  <a:cubicBezTo>
                    <a:pt x="602" y="395"/>
                    <a:pt x="763" y="423"/>
                    <a:pt x="919" y="487"/>
                  </a:cubicBezTo>
                  <a:cubicBezTo>
                    <a:pt x="947" y="500"/>
                    <a:pt x="976" y="505"/>
                    <a:pt x="1003" y="505"/>
                  </a:cubicBezTo>
                  <a:cubicBezTo>
                    <a:pt x="1192" y="505"/>
                    <a:pt x="1321" y="233"/>
                    <a:pt x="1118" y="148"/>
                  </a:cubicBezTo>
                  <a:cubicBezTo>
                    <a:pt x="898" y="55"/>
                    <a:pt x="675" y="0"/>
                    <a:pt x="44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9"/>
            <p:cNvSpPr/>
            <p:nvPr/>
          </p:nvSpPr>
          <p:spPr>
            <a:xfrm>
              <a:off x="523000" y="279388"/>
              <a:ext cx="63500" cy="88225"/>
            </a:xfrm>
            <a:custGeom>
              <a:rect b="b" l="l" r="r" t="t"/>
              <a:pathLst>
                <a:path extrusionOk="0" h="3529" w="2540">
                  <a:moveTo>
                    <a:pt x="1872" y="0"/>
                  </a:moveTo>
                  <a:cubicBezTo>
                    <a:pt x="418" y="0"/>
                    <a:pt x="1" y="3528"/>
                    <a:pt x="2070" y="3528"/>
                  </a:cubicBezTo>
                  <a:cubicBezTo>
                    <a:pt x="2140" y="3528"/>
                    <a:pt x="2212" y="3524"/>
                    <a:pt x="2287" y="3516"/>
                  </a:cubicBezTo>
                  <a:cubicBezTo>
                    <a:pt x="2527" y="3490"/>
                    <a:pt x="2540" y="3121"/>
                    <a:pt x="2313" y="3121"/>
                  </a:cubicBezTo>
                  <a:cubicBezTo>
                    <a:pt x="2304" y="3121"/>
                    <a:pt x="2296" y="3121"/>
                    <a:pt x="2287" y="3122"/>
                  </a:cubicBezTo>
                  <a:cubicBezTo>
                    <a:pt x="2224" y="3129"/>
                    <a:pt x="2164" y="3133"/>
                    <a:pt x="2107" y="3133"/>
                  </a:cubicBezTo>
                  <a:cubicBezTo>
                    <a:pt x="464" y="3133"/>
                    <a:pt x="940" y="414"/>
                    <a:pt x="1930" y="414"/>
                  </a:cubicBezTo>
                  <a:cubicBezTo>
                    <a:pt x="2001" y="414"/>
                    <a:pt x="2074" y="427"/>
                    <a:pt x="2150" y="457"/>
                  </a:cubicBezTo>
                  <a:cubicBezTo>
                    <a:pt x="2175" y="467"/>
                    <a:pt x="2199" y="471"/>
                    <a:pt x="2222" y="471"/>
                  </a:cubicBezTo>
                  <a:cubicBezTo>
                    <a:pt x="2407" y="471"/>
                    <a:pt x="2465" y="159"/>
                    <a:pt x="2256" y="78"/>
                  </a:cubicBezTo>
                  <a:cubicBezTo>
                    <a:pt x="2121" y="25"/>
                    <a:pt x="1993" y="0"/>
                    <a:pt x="187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9"/>
            <p:cNvSpPr/>
            <p:nvPr/>
          </p:nvSpPr>
          <p:spPr>
            <a:xfrm>
              <a:off x="605225" y="277863"/>
              <a:ext cx="59150" cy="91750"/>
            </a:xfrm>
            <a:custGeom>
              <a:rect b="b" l="l" r="r" t="t"/>
              <a:pathLst>
                <a:path extrusionOk="0" h="3670" w="2366">
                  <a:moveTo>
                    <a:pt x="398" y="402"/>
                  </a:moveTo>
                  <a:lnTo>
                    <a:pt x="398" y="402"/>
                  </a:lnTo>
                  <a:cubicBezTo>
                    <a:pt x="1274" y="500"/>
                    <a:pt x="2205" y="898"/>
                    <a:pt x="1788" y="1987"/>
                  </a:cubicBezTo>
                  <a:cubicBezTo>
                    <a:pt x="1553" y="2603"/>
                    <a:pt x="1034" y="3023"/>
                    <a:pt x="424" y="3219"/>
                  </a:cubicBezTo>
                  <a:lnTo>
                    <a:pt x="424" y="3219"/>
                  </a:lnTo>
                  <a:cubicBezTo>
                    <a:pt x="425" y="2279"/>
                    <a:pt x="417" y="1341"/>
                    <a:pt x="398" y="402"/>
                  </a:cubicBezTo>
                  <a:close/>
                  <a:moveTo>
                    <a:pt x="307" y="0"/>
                  </a:moveTo>
                  <a:cubicBezTo>
                    <a:pt x="212" y="0"/>
                    <a:pt x="157" y="64"/>
                    <a:pt x="143" y="140"/>
                  </a:cubicBezTo>
                  <a:lnTo>
                    <a:pt x="143" y="140"/>
                  </a:lnTo>
                  <a:cubicBezTo>
                    <a:pt x="66" y="158"/>
                    <a:pt x="1" y="220"/>
                    <a:pt x="3" y="323"/>
                  </a:cubicBezTo>
                  <a:cubicBezTo>
                    <a:pt x="24" y="1374"/>
                    <a:pt x="33" y="2425"/>
                    <a:pt x="30" y="3474"/>
                  </a:cubicBezTo>
                  <a:cubicBezTo>
                    <a:pt x="30" y="3592"/>
                    <a:pt x="126" y="3669"/>
                    <a:pt x="232" y="3669"/>
                  </a:cubicBezTo>
                  <a:cubicBezTo>
                    <a:pt x="247" y="3669"/>
                    <a:pt x="263" y="3668"/>
                    <a:pt x="278" y="3664"/>
                  </a:cubicBezTo>
                  <a:cubicBezTo>
                    <a:pt x="1277" y="3451"/>
                    <a:pt x="2223" y="2634"/>
                    <a:pt x="2293" y="1562"/>
                  </a:cubicBezTo>
                  <a:cubicBezTo>
                    <a:pt x="2365" y="432"/>
                    <a:pt x="1247" y="87"/>
                    <a:pt x="328" y="1"/>
                  </a:cubicBezTo>
                  <a:cubicBezTo>
                    <a:pt x="321" y="1"/>
                    <a:pt x="314" y="0"/>
                    <a:pt x="3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9"/>
            <p:cNvSpPr/>
            <p:nvPr/>
          </p:nvSpPr>
          <p:spPr>
            <a:xfrm>
              <a:off x="748675" y="286788"/>
              <a:ext cx="13275" cy="69900"/>
            </a:xfrm>
            <a:custGeom>
              <a:rect b="b" l="l" r="r" t="t"/>
              <a:pathLst>
                <a:path extrusionOk="0" h="2796" w="531">
                  <a:moveTo>
                    <a:pt x="194" y="1"/>
                  </a:moveTo>
                  <a:cubicBezTo>
                    <a:pt x="96" y="1"/>
                    <a:pt x="0" y="64"/>
                    <a:pt x="7" y="190"/>
                  </a:cubicBezTo>
                  <a:lnTo>
                    <a:pt x="130" y="2606"/>
                  </a:lnTo>
                  <a:cubicBezTo>
                    <a:pt x="136" y="2732"/>
                    <a:pt x="238" y="2796"/>
                    <a:pt x="337" y="2796"/>
                  </a:cubicBezTo>
                  <a:cubicBezTo>
                    <a:pt x="435" y="2796"/>
                    <a:pt x="530" y="2733"/>
                    <a:pt x="524" y="2606"/>
                  </a:cubicBezTo>
                  <a:lnTo>
                    <a:pt x="401" y="190"/>
                  </a:lnTo>
                  <a:cubicBezTo>
                    <a:pt x="394" y="64"/>
                    <a:pt x="292" y="1"/>
                    <a:pt x="19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9"/>
            <p:cNvSpPr/>
            <p:nvPr/>
          </p:nvSpPr>
          <p:spPr>
            <a:xfrm>
              <a:off x="730700" y="319563"/>
              <a:ext cx="48400" cy="9875"/>
            </a:xfrm>
            <a:custGeom>
              <a:rect b="b" l="l" r="r" t="t"/>
              <a:pathLst>
                <a:path extrusionOk="0" h="395" w="1936">
                  <a:moveTo>
                    <a:pt x="253" y="1"/>
                  </a:moveTo>
                  <a:cubicBezTo>
                    <a:pt x="0" y="1"/>
                    <a:pt x="0" y="395"/>
                    <a:pt x="253" y="395"/>
                  </a:cubicBezTo>
                  <a:lnTo>
                    <a:pt x="1682" y="395"/>
                  </a:lnTo>
                  <a:cubicBezTo>
                    <a:pt x="1936" y="395"/>
                    <a:pt x="1936" y="1"/>
                    <a:pt x="168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9"/>
            <p:cNvSpPr/>
            <p:nvPr/>
          </p:nvSpPr>
          <p:spPr>
            <a:xfrm>
              <a:off x="849175" y="275913"/>
              <a:ext cx="12875" cy="78200"/>
            </a:xfrm>
            <a:custGeom>
              <a:rect b="b" l="l" r="r" t="t"/>
              <a:pathLst>
                <a:path extrusionOk="0" h="3128" w="515">
                  <a:moveTo>
                    <a:pt x="259" y="0"/>
                  </a:moveTo>
                  <a:cubicBezTo>
                    <a:pt x="160" y="0"/>
                    <a:pt x="58" y="64"/>
                    <a:pt x="51" y="191"/>
                  </a:cubicBezTo>
                  <a:cubicBezTo>
                    <a:pt x="1" y="1108"/>
                    <a:pt x="21" y="2023"/>
                    <a:pt x="108" y="2939"/>
                  </a:cubicBezTo>
                  <a:cubicBezTo>
                    <a:pt x="120" y="3065"/>
                    <a:pt x="225" y="3128"/>
                    <a:pt x="323" y="3128"/>
                  </a:cubicBezTo>
                  <a:cubicBezTo>
                    <a:pt x="422" y="3128"/>
                    <a:pt x="514" y="3065"/>
                    <a:pt x="502" y="2939"/>
                  </a:cubicBezTo>
                  <a:cubicBezTo>
                    <a:pt x="415" y="2023"/>
                    <a:pt x="395" y="1108"/>
                    <a:pt x="445" y="191"/>
                  </a:cubicBezTo>
                  <a:cubicBezTo>
                    <a:pt x="452" y="64"/>
                    <a:pt x="357" y="0"/>
                    <a:pt x="2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9"/>
            <p:cNvSpPr/>
            <p:nvPr/>
          </p:nvSpPr>
          <p:spPr>
            <a:xfrm>
              <a:off x="850700" y="277513"/>
              <a:ext cx="49050" cy="82575"/>
            </a:xfrm>
            <a:custGeom>
              <a:rect b="b" l="l" r="r" t="t"/>
              <a:pathLst>
                <a:path extrusionOk="0" h="3303" w="1962">
                  <a:moveTo>
                    <a:pt x="286" y="1"/>
                  </a:moveTo>
                  <a:cubicBezTo>
                    <a:pt x="76" y="1"/>
                    <a:pt x="0" y="333"/>
                    <a:pt x="229" y="386"/>
                  </a:cubicBezTo>
                  <a:cubicBezTo>
                    <a:pt x="829" y="525"/>
                    <a:pt x="1414" y="946"/>
                    <a:pt x="1500" y="1598"/>
                  </a:cubicBezTo>
                  <a:cubicBezTo>
                    <a:pt x="1585" y="2233"/>
                    <a:pt x="1167" y="2808"/>
                    <a:pt x="540" y="2920"/>
                  </a:cubicBezTo>
                  <a:cubicBezTo>
                    <a:pt x="304" y="2960"/>
                    <a:pt x="386" y="3302"/>
                    <a:pt x="606" y="3302"/>
                  </a:cubicBezTo>
                  <a:cubicBezTo>
                    <a:pt x="618" y="3302"/>
                    <a:pt x="631" y="3301"/>
                    <a:pt x="644" y="3299"/>
                  </a:cubicBezTo>
                  <a:cubicBezTo>
                    <a:pt x="1416" y="3165"/>
                    <a:pt x="1961" y="2433"/>
                    <a:pt x="1908" y="1653"/>
                  </a:cubicBezTo>
                  <a:cubicBezTo>
                    <a:pt x="1850" y="803"/>
                    <a:pt x="1121" y="191"/>
                    <a:pt x="335" y="7"/>
                  </a:cubicBezTo>
                  <a:cubicBezTo>
                    <a:pt x="318" y="3"/>
                    <a:pt x="301" y="1"/>
                    <a:pt x="2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9"/>
            <p:cNvSpPr/>
            <p:nvPr/>
          </p:nvSpPr>
          <p:spPr>
            <a:xfrm>
              <a:off x="910575" y="273738"/>
              <a:ext cx="69450" cy="85850"/>
            </a:xfrm>
            <a:custGeom>
              <a:rect b="b" l="l" r="r" t="t"/>
              <a:pathLst>
                <a:path extrusionOk="0" h="3434" w="2778">
                  <a:moveTo>
                    <a:pt x="1796" y="0"/>
                  </a:moveTo>
                  <a:cubicBezTo>
                    <a:pt x="1724" y="0"/>
                    <a:pt x="1648" y="37"/>
                    <a:pt x="1610" y="96"/>
                  </a:cubicBezTo>
                  <a:cubicBezTo>
                    <a:pt x="1041" y="1015"/>
                    <a:pt x="530" y="1963"/>
                    <a:pt x="73" y="2943"/>
                  </a:cubicBezTo>
                  <a:cubicBezTo>
                    <a:pt x="0" y="3101"/>
                    <a:pt x="137" y="3244"/>
                    <a:pt x="265" y="3244"/>
                  </a:cubicBezTo>
                  <a:cubicBezTo>
                    <a:pt x="324" y="3244"/>
                    <a:pt x="380" y="3215"/>
                    <a:pt x="414" y="3142"/>
                  </a:cubicBezTo>
                  <a:cubicBezTo>
                    <a:pt x="814" y="2280"/>
                    <a:pt x="1258" y="1445"/>
                    <a:pt x="1746" y="630"/>
                  </a:cubicBezTo>
                  <a:lnTo>
                    <a:pt x="1746" y="630"/>
                  </a:lnTo>
                  <a:cubicBezTo>
                    <a:pt x="2069" y="1472"/>
                    <a:pt x="2277" y="2345"/>
                    <a:pt x="2371" y="3245"/>
                  </a:cubicBezTo>
                  <a:cubicBezTo>
                    <a:pt x="2384" y="3370"/>
                    <a:pt x="2490" y="3434"/>
                    <a:pt x="2589" y="3434"/>
                  </a:cubicBezTo>
                  <a:cubicBezTo>
                    <a:pt x="2687" y="3434"/>
                    <a:pt x="2778" y="3372"/>
                    <a:pt x="2764" y="3245"/>
                  </a:cubicBezTo>
                  <a:cubicBezTo>
                    <a:pt x="2650" y="2150"/>
                    <a:pt x="2379" y="1110"/>
                    <a:pt x="1950" y="96"/>
                  </a:cubicBezTo>
                  <a:cubicBezTo>
                    <a:pt x="1922" y="29"/>
                    <a:pt x="1860" y="0"/>
                    <a:pt x="17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9"/>
            <p:cNvSpPr/>
            <p:nvPr/>
          </p:nvSpPr>
          <p:spPr>
            <a:xfrm>
              <a:off x="930825" y="322463"/>
              <a:ext cx="46400" cy="12850"/>
            </a:xfrm>
            <a:custGeom>
              <a:rect b="b" l="l" r="r" t="t"/>
              <a:pathLst>
                <a:path extrusionOk="0" h="514" w="1856">
                  <a:moveTo>
                    <a:pt x="944" y="0"/>
                  </a:moveTo>
                  <a:cubicBezTo>
                    <a:pt x="699" y="0"/>
                    <a:pt x="454" y="41"/>
                    <a:pt x="215" y="123"/>
                  </a:cubicBezTo>
                  <a:cubicBezTo>
                    <a:pt x="0" y="196"/>
                    <a:pt x="62" y="514"/>
                    <a:pt x="253" y="514"/>
                  </a:cubicBezTo>
                  <a:cubicBezTo>
                    <a:pt x="274" y="514"/>
                    <a:pt x="296" y="510"/>
                    <a:pt x="319" y="502"/>
                  </a:cubicBezTo>
                  <a:cubicBezTo>
                    <a:pt x="527" y="431"/>
                    <a:pt x="734" y="396"/>
                    <a:pt x="941" y="396"/>
                  </a:cubicBezTo>
                  <a:cubicBezTo>
                    <a:pt x="1137" y="396"/>
                    <a:pt x="1334" y="428"/>
                    <a:pt x="1532" y="490"/>
                  </a:cubicBezTo>
                  <a:cubicBezTo>
                    <a:pt x="1554" y="497"/>
                    <a:pt x="1574" y="500"/>
                    <a:pt x="1594" y="500"/>
                  </a:cubicBezTo>
                  <a:cubicBezTo>
                    <a:pt x="1790" y="500"/>
                    <a:pt x="1855" y="180"/>
                    <a:pt x="1638" y="111"/>
                  </a:cubicBezTo>
                  <a:cubicBezTo>
                    <a:pt x="1411" y="37"/>
                    <a:pt x="1177" y="0"/>
                    <a:pt x="9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39"/>
            <p:cNvSpPr/>
            <p:nvPr/>
          </p:nvSpPr>
          <p:spPr>
            <a:xfrm>
              <a:off x="519900" y="418738"/>
              <a:ext cx="50700" cy="128125"/>
            </a:xfrm>
            <a:custGeom>
              <a:rect b="b" l="l" r="r" t="t"/>
              <a:pathLst>
                <a:path extrusionOk="0" h="5125" w="2028">
                  <a:moveTo>
                    <a:pt x="1664" y="0"/>
                  </a:moveTo>
                  <a:cubicBezTo>
                    <a:pt x="1620" y="0"/>
                    <a:pt x="1575" y="16"/>
                    <a:pt x="1534" y="54"/>
                  </a:cubicBezTo>
                  <a:cubicBezTo>
                    <a:pt x="0" y="1441"/>
                    <a:pt x="25" y="3727"/>
                    <a:pt x="1598" y="5074"/>
                  </a:cubicBezTo>
                  <a:cubicBezTo>
                    <a:pt x="1639" y="5109"/>
                    <a:pt x="1685" y="5124"/>
                    <a:pt x="1728" y="5124"/>
                  </a:cubicBezTo>
                  <a:cubicBezTo>
                    <a:pt x="1888" y="5124"/>
                    <a:pt x="2028" y="4925"/>
                    <a:pt x="1877" y="4795"/>
                  </a:cubicBezTo>
                  <a:cubicBezTo>
                    <a:pt x="461" y="3584"/>
                    <a:pt x="424" y="1587"/>
                    <a:pt x="1813" y="330"/>
                  </a:cubicBezTo>
                  <a:cubicBezTo>
                    <a:pt x="1959" y="199"/>
                    <a:pt x="1821" y="0"/>
                    <a:pt x="166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9"/>
            <p:cNvSpPr/>
            <p:nvPr/>
          </p:nvSpPr>
          <p:spPr>
            <a:xfrm>
              <a:off x="590125" y="448088"/>
              <a:ext cx="57550" cy="80050"/>
            </a:xfrm>
            <a:custGeom>
              <a:rect b="b" l="l" r="r" t="t"/>
              <a:pathLst>
                <a:path extrusionOk="0" h="3202" w="2302">
                  <a:moveTo>
                    <a:pt x="490" y="419"/>
                  </a:moveTo>
                  <a:lnTo>
                    <a:pt x="490" y="419"/>
                  </a:lnTo>
                  <a:cubicBezTo>
                    <a:pt x="1167" y="615"/>
                    <a:pt x="2011" y="1000"/>
                    <a:pt x="1586" y="1876"/>
                  </a:cubicBezTo>
                  <a:cubicBezTo>
                    <a:pt x="1357" y="2347"/>
                    <a:pt x="906" y="2659"/>
                    <a:pt x="406" y="2771"/>
                  </a:cubicBezTo>
                  <a:lnTo>
                    <a:pt x="406" y="2771"/>
                  </a:lnTo>
                  <a:cubicBezTo>
                    <a:pt x="434" y="1987"/>
                    <a:pt x="461" y="1203"/>
                    <a:pt x="490" y="419"/>
                  </a:cubicBezTo>
                  <a:close/>
                  <a:moveTo>
                    <a:pt x="426" y="0"/>
                  </a:moveTo>
                  <a:cubicBezTo>
                    <a:pt x="320" y="0"/>
                    <a:pt x="251" y="88"/>
                    <a:pt x="239" y="180"/>
                  </a:cubicBezTo>
                  <a:lnTo>
                    <a:pt x="239" y="180"/>
                  </a:lnTo>
                  <a:cubicBezTo>
                    <a:pt x="165" y="202"/>
                    <a:pt x="102" y="263"/>
                    <a:pt x="99" y="363"/>
                  </a:cubicBezTo>
                  <a:cubicBezTo>
                    <a:pt x="66" y="1243"/>
                    <a:pt x="34" y="2123"/>
                    <a:pt x="4" y="3004"/>
                  </a:cubicBezTo>
                  <a:cubicBezTo>
                    <a:pt x="0" y="3097"/>
                    <a:pt x="87" y="3201"/>
                    <a:pt x="184" y="3201"/>
                  </a:cubicBezTo>
                  <a:cubicBezTo>
                    <a:pt x="189" y="3201"/>
                    <a:pt x="195" y="3201"/>
                    <a:pt x="200" y="3200"/>
                  </a:cubicBezTo>
                  <a:cubicBezTo>
                    <a:pt x="1031" y="3106"/>
                    <a:pt x="1868" y="2569"/>
                    <a:pt x="2067" y="1708"/>
                  </a:cubicBezTo>
                  <a:cubicBezTo>
                    <a:pt x="2302" y="692"/>
                    <a:pt x="1281" y="224"/>
                    <a:pt x="481" y="8"/>
                  </a:cubicBezTo>
                  <a:cubicBezTo>
                    <a:pt x="462" y="2"/>
                    <a:pt x="443" y="0"/>
                    <a:pt x="42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9"/>
            <p:cNvSpPr/>
            <p:nvPr/>
          </p:nvSpPr>
          <p:spPr>
            <a:xfrm>
              <a:off x="685775" y="479788"/>
              <a:ext cx="29200" cy="10150"/>
            </a:xfrm>
            <a:custGeom>
              <a:rect b="b" l="l" r="r" t="t"/>
              <a:pathLst>
                <a:path extrusionOk="0" h="406" w="1168">
                  <a:moveTo>
                    <a:pt x="251" y="1"/>
                  </a:moveTo>
                  <a:cubicBezTo>
                    <a:pt x="1" y="1"/>
                    <a:pt x="1" y="392"/>
                    <a:pt x="254" y="395"/>
                  </a:cubicBezTo>
                  <a:cubicBezTo>
                    <a:pt x="474" y="399"/>
                    <a:pt x="692" y="403"/>
                    <a:pt x="912" y="406"/>
                  </a:cubicBezTo>
                  <a:cubicBezTo>
                    <a:pt x="913" y="406"/>
                    <a:pt x="914" y="406"/>
                    <a:pt x="915" y="406"/>
                  </a:cubicBezTo>
                  <a:cubicBezTo>
                    <a:pt x="1167" y="406"/>
                    <a:pt x="1166" y="15"/>
                    <a:pt x="912" y="12"/>
                  </a:cubicBezTo>
                  <a:cubicBezTo>
                    <a:pt x="692" y="9"/>
                    <a:pt x="474" y="5"/>
                    <a:pt x="254" y="1"/>
                  </a:cubicBezTo>
                  <a:cubicBezTo>
                    <a:pt x="253" y="1"/>
                    <a:pt x="252" y="1"/>
                    <a:pt x="2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9"/>
            <p:cNvSpPr/>
            <p:nvPr/>
          </p:nvSpPr>
          <p:spPr>
            <a:xfrm>
              <a:off x="752050" y="443088"/>
              <a:ext cx="41650" cy="81525"/>
            </a:xfrm>
            <a:custGeom>
              <a:rect b="b" l="l" r="r" t="t"/>
              <a:pathLst>
                <a:path extrusionOk="0" h="3261" w="1666">
                  <a:moveTo>
                    <a:pt x="1397" y="0"/>
                  </a:moveTo>
                  <a:cubicBezTo>
                    <a:pt x="558" y="0"/>
                    <a:pt x="2" y="952"/>
                    <a:pt x="2" y="1715"/>
                  </a:cubicBezTo>
                  <a:cubicBezTo>
                    <a:pt x="1" y="2531"/>
                    <a:pt x="616" y="3174"/>
                    <a:pt x="1411" y="3260"/>
                  </a:cubicBezTo>
                  <a:cubicBezTo>
                    <a:pt x="1419" y="3261"/>
                    <a:pt x="1426" y="3261"/>
                    <a:pt x="1434" y="3261"/>
                  </a:cubicBezTo>
                  <a:cubicBezTo>
                    <a:pt x="1662" y="3261"/>
                    <a:pt x="1653" y="2891"/>
                    <a:pt x="1411" y="2866"/>
                  </a:cubicBezTo>
                  <a:cubicBezTo>
                    <a:pt x="822" y="2803"/>
                    <a:pt x="400" y="2298"/>
                    <a:pt x="396" y="1715"/>
                  </a:cubicBezTo>
                  <a:cubicBezTo>
                    <a:pt x="394" y="1167"/>
                    <a:pt x="781" y="394"/>
                    <a:pt x="1402" y="394"/>
                  </a:cubicBezTo>
                  <a:cubicBezTo>
                    <a:pt x="1405" y="394"/>
                    <a:pt x="1409" y="394"/>
                    <a:pt x="1412" y="394"/>
                  </a:cubicBezTo>
                  <a:cubicBezTo>
                    <a:pt x="1414" y="394"/>
                    <a:pt x="1415" y="394"/>
                    <a:pt x="1416" y="394"/>
                  </a:cubicBezTo>
                  <a:cubicBezTo>
                    <a:pt x="1666" y="394"/>
                    <a:pt x="1664" y="4"/>
                    <a:pt x="1412" y="0"/>
                  </a:cubicBezTo>
                  <a:cubicBezTo>
                    <a:pt x="1407" y="0"/>
                    <a:pt x="1402" y="0"/>
                    <a:pt x="13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9"/>
            <p:cNvSpPr/>
            <p:nvPr/>
          </p:nvSpPr>
          <p:spPr>
            <a:xfrm>
              <a:off x="814850" y="443463"/>
              <a:ext cx="39750" cy="74575"/>
            </a:xfrm>
            <a:custGeom>
              <a:rect b="b" l="l" r="r" t="t"/>
              <a:pathLst>
                <a:path extrusionOk="0" h="2983" w="1590">
                  <a:moveTo>
                    <a:pt x="1320" y="1"/>
                  </a:moveTo>
                  <a:cubicBezTo>
                    <a:pt x="1287" y="1"/>
                    <a:pt x="1253" y="11"/>
                    <a:pt x="1218" y="35"/>
                  </a:cubicBezTo>
                  <a:cubicBezTo>
                    <a:pt x="853" y="283"/>
                    <a:pt x="439" y="606"/>
                    <a:pt x="485" y="1100"/>
                  </a:cubicBezTo>
                  <a:cubicBezTo>
                    <a:pt x="501" y="1278"/>
                    <a:pt x="571" y="1414"/>
                    <a:pt x="688" y="1545"/>
                  </a:cubicBezTo>
                  <a:cubicBezTo>
                    <a:pt x="843" y="1717"/>
                    <a:pt x="1062" y="1770"/>
                    <a:pt x="1088" y="2059"/>
                  </a:cubicBezTo>
                  <a:cubicBezTo>
                    <a:pt x="1120" y="2412"/>
                    <a:pt x="764" y="2594"/>
                    <a:pt x="452" y="2594"/>
                  </a:cubicBezTo>
                  <a:cubicBezTo>
                    <a:pt x="415" y="2594"/>
                    <a:pt x="378" y="2591"/>
                    <a:pt x="343" y="2586"/>
                  </a:cubicBezTo>
                  <a:cubicBezTo>
                    <a:pt x="331" y="2584"/>
                    <a:pt x="319" y="2583"/>
                    <a:pt x="308" y="2583"/>
                  </a:cubicBezTo>
                  <a:cubicBezTo>
                    <a:pt x="85" y="2583"/>
                    <a:pt x="0" y="2929"/>
                    <a:pt x="237" y="2966"/>
                  </a:cubicBezTo>
                  <a:cubicBezTo>
                    <a:pt x="310" y="2977"/>
                    <a:pt x="384" y="2982"/>
                    <a:pt x="458" y="2982"/>
                  </a:cubicBezTo>
                  <a:cubicBezTo>
                    <a:pt x="924" y="2982"/>
                    <a:pt x="1379" y="2755"/>
                    <a:pt x="1466" y="2240"/>
                  </a:cubicBezTo>
                  <a:cubicBezTo>
                    <a:pt x="1503" y="2015"/>
                    <a:pt x="1456" y="1793"/>
                    <a:pt x="1327" y="1606"/>
                  </a:cubicBezTo>
                  <a:cubicBezTo>
                    <a:pt x="1232" y="1467"/>
                    <a:pt x="1059" y="1399"/>
                    <a:pt x="966" y="1266"/>
                  </a:cubicBezTo>
                  <a:cubicBezTo>
                    <a:pt x="694" y="880"/>
                    <a:pt x="1131" y="569"/>
                    <a:pt x="1415" y="376"/>
                  </a:cubicBezTo>
                  <a:cubicBezTo>
                    <a:pt x="1589" y="258"/>
                    <a:pt x="1482" y="1"/>
                    <a:pt x="132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9"/>
            <p:cNvSpPr/>
            <p:nvPr/>
          </p:nvSpPr>
          <p:spPr>
            <a:xfrm>
              <a:off x="875675" y="443338"/>
              <a:ext cx="9900" cy="73625"/>
            </a:xfrm>
            <a:custGeom>
              <a:rect b="b" l="l" r="r" t="t"/>
              <a:pathLst>
                <a:path extrusionOk="0" h="2945" w="396">
                  <a:moveTo>
                    <a:pt x="199" y="0"/>
                  </a:moveTo>
                  <a:cubicBezTo>
                    <a:pt x="100" y="0"/>
                    <a:pt x="2" y="64"/>
                    <a:pt x="2" y="191"/>
                  </a:cubicBezTo>
                  <a:cubicBezTo>
                    <a:pt x="2" y="1045"/>
                    <a:pt x="2" y="1900"/>
                    <a:pt x="0" y="2753"/>
                  </a:cubicBezTo>
                  <a:cubicBezTo>
                    <a:pt x="0" y="2880"/>
                    <a:pt x="99" y="2944"/>
                    <a:pt x="197" y="2944"/>
                  </a:cubicBezTo>
                  <a:cubicBezTo>
                    <a:pt x="296" y="2944"/>
                    <a:pt x="394" y="2880"/>
                    <a:pt x="394" y="2753"/>
                  </a:cubicBezTo>
                  <a:cubicBezTo>
                    <a:pt x="394" y="1900"/>
                    <a:pt x="394" y="1045"/>
                    <a:pt x="395" y="191"/>
                  </a:cubicBezTo>
                  <a:cubicBezTo>
                    <a:pt x="395" y="64"/>
                    <a:pt x="297" y="0"/>
                    <a:pt x="1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9"/>
            <p:cNvSpPr/>
            <p:nvPr/>
          </p:nvSpPr>
          <p:spPr>
            <a:xfrm>
              <a:off x="903200" y="445188"/>
              <a:ext cx="11475" cy="73575"/>
            </a:xfrm>
            <a:custGeom>
              <a:rect b="b" l="l" r="r" t="t"/>
              <a:pathLst>
                <a:path extrusionOk="0" h="2943" w="459">
                  <a:moveTo>
                    <a:pt x="195" y="0"/>
                  </a:moveTo>
                  <a:cubicBezTo>
                    <a:pt x="97" y="0"/>
                    <a:pt x="1" y="64"/>
                    <a:pt x="4" y="191"/>
                  </a:cubicBezTo>
                  <a:cubicBezTo>
                    <a:pt x="24" y="1044"/>
                    <a:pt x="43" y="1899"/>
                    <a:pt x="62" y="2753"/>
                  </a:cubicBezTo>
                  <a:cubicBezTo>
                    <a:pt x="65" y="2880"/>
                    <a:pt x="165" y="2943"/>
                    <a:pt x="263" y="2943"/>
                  </a:cubicBezTo>
                  <a:cubicBezTo>
                    <a:pt x="361" y="2943"/>
                    <a:pt x="458" y="2880"/>
                    <a:pt x="455" y="2753"/>
                  </a:cubicBezTo>
                  <a:cubicBezTo>
                    <a:pt x="437" y="1899"/>
                    <a:pt x="418" y="1044"/>
                    <a:pt x="398" y="191"/>
                  </a:cubicBezTo>
                  <a:cubicBezTo>
                    <a:pt x="394" y="64"/>
                    <a:pt x="294" y="0"/>
                    <a:pt x="19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9"/>
            <p:cNvSpPr/>
            <p:nvPr/>
          </p:nvSpPr>
          <p:spPr>
            <a:xfrm>
              <a:off x="903750" y="443463"/>
              <a:ext cx="61600" cy="70925"/>
            </a:xfrm>
            <a:custGeom>
              <a:rect b="b" l="l" r="r" t="t"/>
              <a:pathLst>
                <a:path extrusionOk="0" h="2837" w="2464">
                  <a:moveTo>
                    <a:pt x="2193" y="0"/>
                  </a:moveTo>
                  <a:cubicBezTo>
                    <a:pt x="2095" y="0"/>
                    <a:pt x="2002" y="63"/>
                    <a:pt x="2011" y="190"/>
                  </a:cubicBezTo>
                  <a:cubicBezTo>
                    <a:pt x="2059" y="860"/>
                    <a:pt x="2050" y="1528"/>
                    <a:pt x="1978" y="2194"/>
                  </a:cubicBezTo>
                  <a:lnTo>
                    <a:pt x="1978" y="2194"/>
                  </a:lnTo>
                  <a:cubicBezTo>
                    <a:pt x="1411" y="1552"/>
                    <a:pt x="898" y="870"/>
                    <a:pt x="436" y="148"/>
                  </a:cubicBezTo>
                  <a:cubicBezTo>
                    <a:pt x="395" y="85"/>
                    <a:pt x="335" y="58"/>
                    <a:pt x="275" y="58"/>
                  </a:cubicBezTo>
                  <a:cubicBezTo>
                    <a:pt x="138" y="58"/>
                    <a:pt x="1" y="199"/>
                    <a:pt x="95" y="349"/>
                  </a:cubicBezTo>
                  <a:cubicBezTo>
                    <a:pt x="651" y="1215"/>
                    <a:pt x="1278" y="2028"/>
                    <a:pt x="1978" y="2781"/>
                  </a:cubicBezTo>
                  <a:cubicBezTo>
                    <a:pt x="2013" y="2818"/>
                    <a:pt x="2064" y="2836"/>
                    <a:pt x="2117" y="2836"/>
                  </a:cubicBezTo>
                  <a:cubicBezTo>
                    <a:pt x="2204" y="2836"/>
                    <a:pt x="2294" y="2786"/>
                    <a:pt x="2307" y="2694"/>
                  </a:cubicBezTo>
                  <a:cubicBezTo>
                    <a:pt x="2429" y="1859"/>
                    <a:pt x="2463" y="1029"/>
                    <a:pt x="2405" y="190"/>
                  </a:cubicBezTo>
                  <a:cubicBezTo>
                    <a:pt x="2395" y="64"/>
                    <a:pt x="2291" y="0"/>
                    <a:pt x="21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9"/>
            <p:cNvSpPr/>
            <p:nvPr/>
          </p:nvSpPr>
          <p:spPr>
            <a:xfrm>
              <a:off x="1013650" y="410488"/>
              <a:ext cx="49475" cy="114400"/>
            </a:xfrm>
            <a:custGeom>
              <a:rect b="b" l="l" r="r" t="t"/>
              <a:pathLst>
                <a:path extrusionOk="0" h="4576" w="1979">
                  <a:moveTo>
                    <a:pt x="450" y="425"/>
                  </a:moveTo>
                  <a:lnTo>
                    <a:pt x="450" y="425"/>
                  </a:lnTo>
                  <a:cubicBezTo>
                    <a:pt x="473" y="436"/>
                    <a:pt x="500" y="443"/>
                    <a:pt x="531" y="443"/>
                  </a:cubicBezTo>
                  <a:cubicBezTo>
                    <a:pt x="535" y="443"/>
                    <a:pt x="540" y="443"/>
                    <a:pt x="545" y="442"/>
                  </a:cubicBezTo>
                  <a:cubicBezTo>
                    <a:pt x="671" y="448"/>
                    <a:pt x="796" y="451"/>
                    <a:pt x="923" y="457"/>
                  </a:cubicBezTo>
                  <a:cubicBezTo>
                    <a:pt x="1573" y="786"/>
                    <a:pt x="1709" y="1160"/>
                    <a:pt x="1331" y="1580"/>
                  </a:cubicBezTo>
                  <a:cubicBezTo>
                    <a:pt x="1109" y="1984"/>
                    <a:pt x="998" y="2033"/>
                    <a:pt x="582" y="2170"/>
                  </a:cubicBezTo>
                  <a:cubicBezTo>
                    <a:pt x="392" y="2233"/>
                    <a:pt x="401" y="2484"/>
                    <a:pt x="582" y="2550"/>
                  </a:cubicBezTo>
                  <a:cubicBezTo>
                    <a:pt x="1109" y="2741"/>
                    <a:pt x="1497" y="3311"/>
                    <a:pt x="1045" y="3772"/>
                  </a:cubicBezTo>
                  <a:cubicBezTo>
                    <a:pt x="861" y="3958"/>
                    <a:pt x="636" y="4050"/>
                    <a:pt x="397" y="4121"/>
                  </a:cubicBezTo>
                  <a:lnTo>
                    <a:pt x="397" y="4121"/>
                  </a:lnTo>
                  <a:cubicBezTo>
                    <a:pt x="408" y="2890"/>
                    <a:pt x="426" y="1657"/>
                    <a:pt x="450" y="425"/>
                  </a:cubicBezTo>
                  <a:close/>
                  <a:moveTo>
                    <a:pt x="262" y="1"/>
                  </a:moveTo>
                  <a:cubicBezTo>
                    <a:pt x="164" y="1"/>
                    <a:pt x="65" y="64"/>
                    <a:pt x="63" y="190"/>
                  </a:cubicBezTo>
                  <a:cubicBezTo>
                    <a:pt x="34" y="1586"/>
                    <a:pt x="13" y="2983"/>
                    <a:pt x="1" y="4379"/>
                  </a:cubicBezTo>
                  <a:cubicBezTo>
                    <a:pt x="0" y="4490"/>
                    <a:pt x="95" y="4575"/>
                    <a:pt x="199" y="4575"/>
                  </a:cubicBezTo>
                  <a:cubicBezTo>
                    <a:pt x="216" y="4575"/>
                    <a:pt x="233" y="4573"/>
                    <a:pt x="250" y="4568"/>
                  </a:cubicBezTo>
                  <a:cubicBezTo>
                    <a:pt x="873" y="4396"/>
                    <a:pt x="1706" y="4100"/>
                    <a:pt x="1746" y="3323"/>
                  </a:cubicBezTo>
                  <a:cubicBezTo>
                    <a:pt x="1771" y="2862"/>
                    <a:pt x="1487" y="2568"/>
                    <a:pt x="1131" y="2368"/>
                  </a:cubicBezTo>
                  <a:lnTo>
                    <a:pt x="1131" y="2368"/>
                  </a:lnTo>
                  <a:cubicBezTo>
                    <a:pt x="1616" y="2123"/>
                    <a:pt x="1979" y="1740"/>
                    <a:pt x="1912" y="1107"/>
                  </a:cubicBezTo>
                  <a:cubicBezTo>
                    <a:pt x="1843" y="435"/>
                    <a:pt x="1276" y="46"/>
                    <a:pt x="642" y="46"/>
                  </a:cubicBezTo>
                  <a:cubicBezTo>
                    <a:pt x="610" y="46"/>
                    <a:pt x="578" y="47"/>
                    <a:pt x="545" y="49"/>
                  </a:cubicBezTo>
                  <a:cubicBezTo>
                    <a:pt x="499" y="52"/>
                    <a:pt x="461" y="67"/>
                    <a:pt x="431" y="91"/>
                  </a:cubicBezTo>
                  <a:lnTo>
                    <a:pt x="431" y="91"/>
                  </a:lnTo>
                  <a:cubicBezTo>
                    <a:pt x="397" y="31"/>
                    <a:pt x="330" y="1"/>
                    <a:pt x="26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9"/>
            <p:cNvSpPr/>
            <p:nvPr/>
          </p:nvSpPr>
          <p:spPr>
            <a:xfrm>
              <a:off x="1087650" y="415763"/>
              <a:ext cx="51525" cy="105450"/>
            </a:xfrm>
            <a:custGeom>
              <a:rect b="b" l="l" r="r" t="t"/>
              <a:pathLst>
                <a:path extrusionOk="0" h="4218" w="2061">
                  <a:moveTo>
                    <a:pt x="290" y="0"/>
                  </a:moveTo>
                  <a:cubicBezTo>
                    <a:pt x="116" y="0"/>
                    <a:pt x="0" y="263"/>
                    <a:pt x="188" y="367"/>
                  </a:cubicBezTo>
                  <a:cubicBezTo>
                    <a:pt x="1605" y="1156"/>
                    <a:pt x="1612" y="3054"/>
                    <a:pt x="191" y="3850"/>
                  </a:cubicBezTo>
                  <a:cubicBezTo>
                    <a:pt x="2" y="3956"/>
                    <a:pt x="118" y="4217"/>
                    <a:pt x="293" y="4217"/>
                  </a:cubicBezTo>
                  <a:cubicBezTo>
                    <a:pt x="324" y="4217"/>
                    <a:pt x="356" y="4209"/>
                    <a:pt x="390" y="4191"/>
                  </a:cubicBezTo>
                  <a:cubicBezTo>
                    <a:pt x="2060" y="3258"/>
                    <a:pt x="2060" y="961"/>
                    <a:pt x="385" y="27"/>
                  </a:cubicBezTo>
                  <a:cubicBezTo>
                    <a:pt x="353" y="8"/>
                    <a:pt x="320" y="0"/>
                    <a:pt x="2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9"/>
            <p:cNvSpPr/>
            <p:nvPr/>
          </p:nvSpPr>
          <p:spPr>
            <a:xfrm>
              <a:off x="540375" y="616213"/>
              <a:ext cx="47750" cy="89250"/>
            </a:xfrm>
            <a:custGeom>
              <a:rect b="b" l="l" r="r" t="t"/>
              <a:pathLst>
                <a:path extrusionOk="0" h="3570" w="1910">
                  <a:moveTo>
                    <a:pt x="435" y="409"/>
                  </a:moveTo>
                  <a:cubicBezTo>
                    <a:pt x="1111" y="515"/>
                    <a:pt x="1575" y="1162"/>
                    <a:pt x="1473" y="1850"/>
                  </a:cubicBezTo>
                  <a:cubicBezTo>
                    <a:pt x="1390" y="2422"/>
                    <a:pt x="981" y="2849"/>
                    <a:pt x="480" y="3087"/>
                  </a:cubicBezTo>
                  <a:lnTo>
                    <a:pt x="480" y="3087"/>
                  </a:lnTo>
                  <a:cubicBezTo>
                    <a:pt x="415" y="2195"/>
                    <a:pt x="400" y="1303"/>
                    <a:pt x="435" y="409"/>
                  </a:cubicBezTo>
                  <a:close/>
                  <a:moveTo>
                    <a:pt x="278" y="1"/>
                  </a:moveTo>
                  <a:cubicBezTo>
                    <a:pt x="212" y="1"/>
                    <a:pt x="163" y="29"/>
                    <a:pt x="133" y="70"/>
                  </a:cubicBezTo>
                  <a:lnTo>
                    <a:pt x="133" y="70"/>
                  </a:lnTo>
                  <a:cubicBezTo>
                    <a:pt x="86" y="101"/>
                    <a:pt x="52" y="153"/>
                    <a:pt x="49" y="226"/>
                  </a:cubicBezTo>
                  <a:cubicBezTo>
                    <a:pt x="0" y="1276"/>
                    <a:pt x="22" y="2321"/>
                    <a:pt x="109" y="3369"/>
                  </a:cubicBezTo>
                  <a:cubicBezTo>
                    <a:pt x="119" y="3470"/>
                    <a:pt x="197" y="3570"/>
                    <a:pt x="301" y="3570"/>
                  </a:cubicBezTo>
                  <a:cubicBezTo>
                    <a:pt x="319" y="3570"/>
                    <a:pt x="338" y="3567"/>
                    <a:pt x="358" y="3560"/>
                  </a:cubicBezTo>
                  <a:cubicBezTo>
                    <a:pt x="1190" y="3269"/>
                    <a:pt x="1910" y="2546"/>
                    <a:pt x="1888" y="1614"/>
                  </a:cubicBezTo>
                  <a:cubicBezTo>
                    <a:pt x="1867" y="735"/>
                    <a:pt x="1150" y="32"/>
                    <a:pt x="287" y="1"/>
                  </a:cubicBezTo>
                  <a:cubicBezTo>
                    <a:pt x="284" y="1"/>
                    <a:pt x="281" y="1"/>
                    <a:pt x="2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9"/>
            <p:cNvSpPr/>
            <p:nvPr/>
          </p:nvSpPr>
          <p:spPr>
            <a:xfrm>
              <a:off x="583575" y="595538"/>
              <a:ext cx="38700" cy="32900"/>
            </a:xfrm>
            <a:custGeom>
              <a:rect b="b" l="l" r="r" t="t"/>
              <a:pathLst>
                <a:path extrusionOk="0" h="1316" w="1548">
                  <a:moveTo>
                    <a:pt x="614" y="1"/>
                  </a:moveTo>
                  <a:cubicBezTo>
                    <a:pt x="454" y="1"/>
                    <a:pt x="281" y="80"/>
                    <a:pt x="162" y="171"/>
                  </a:cubicBezTo>
                  <a:cubicBezTo>
                    <a:pt x="0" y="293"/>
                    <a:pt x="104" y="548"/>
                    <a:pt x="258" y="548"/>
                  </a:cubicBezTo>
                  <a:cubicBezTo>
                    <a:pt x="291" y="548"/>
                    <a:pt x="327" y="536"/>
                    <a:pt x="362" y="509"/>
                  </a:cubicBezTo>
                  <a:cubicBezTo>
                    <a:pt x="414" y="470"/>
                    <a:pt x="470" y="428"/>
                    <a:pt x="533" y="408"/>
                  </a:cubicBezTo>
                  <a:cubicBezTo>
                    <a:pt x="570" y="396"/>
                    <a:pt x="590" y="390"/>
                    <a:pt x="598" y="390"/>
                  </a:cubicBezTo>
                  <a:cubicBezTo>
                    <a:pt x="615" y="390"/>
                    <a:pt x="583" y="415"/>
                    <a:pt x="547" y="457"/>
                  </a:cubicBezTo>
                  <a:cubicBezTo>
                    <a:pt x="427" y="600"/>
                    <a:pt x="335" y="785"/>
                    <a:pt x="233" y="942"/>
                  </a:cubicBezTo>
                  <a:cubicBezTo>
                    <a:pt x="154" y="1065"/>
                    <a:pt x="255" y="1239"/>
                    <a:pt x="399" y="1239"/>
                  </a:cubicBezTo>
                  <a:cubicBezTo>
                    <a:pt x="400" y="1239"/>
                    <a:pt x="402" y="1239"/>
                    <a:pt x="404" y="1239"/>
                  </a:cubicBezTo>
                  <a:cubicBezTo>
                    <a:pt x="437" y="1238"/>
                    <a:pt x="471" y="1237"/>
                    <a:pt x="504" y="1237"/>
                  </a:cubicBezTo>
                  <a:cubicBezTo>
                    <a:pt x="743" y="1237"/>
                    <a:pt x="976" y="1260"/>
                    <a:pt x="1211" y="1310"/>
                  </a:cubicBezTo>
                  <a:cubicBezTo>
                    <a:pt x="1227" y="1314"/>
                    <a:pt x="1242" y="1315"/>
                    <a:pt x="1257" y="1315"/>
                  </a:cubicBezTo>
                  <a:cubicBezTo>
                    <a:pt x="1470" y="1315"/>
                    <a:pt x="1547" y="979"/>
                    <a:pt x="1316" y="931"/>
                  </a:cubicBezTo>
                  <a:cubicBezTo>
                    <a:pt x="1138" y="893"/>
                    <a:pt x="959" y="867"/>
                    <a:pt x="779" y="854"/>
                  </a:cubicBezTo>
                  <a:lnTo>
                    <a:pt x="779" y="854"/>
                  </a:lnTo>
                  <a:cubicBezTo>
                    <a:pt x="935" y="624"/>
                    <a:pt x="1073" y="357"/>
                    <a:pt x="909" y="142"/>
                  </a:cubicBezTo>
                  <a:cubicBezTo>
                    <a:pt x="832" y="40"/>
                    <a:pt x="726" y="1"/>
                    <a:pt x="61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9"/>
            <p:cNvSpPr/>
            <p:nvPr/>
          </p:nvSpPr>
          <p:spPr>
            <a:xfrm>
              <a:off x="630775" y="649863"/>
              <a:ext cx="34700" cy="9875"/>
            </a:xfrm>
            <a:custGeom>
              <a:rect b="b" l="l" r="r" t="t"/>
              <a:pathLst>
                <a:path extrusionOk="0" h="395" w="1388">
                  <a:moveTo>
                    <a:pt x="255" y="1"/>
                  </a:moveTo>
                  <a:cubicBezTo>
                    <a:pt x="0" y="1"/>
                    <a:pt x="0" y="394"/>
                    <a:pt x="255" y="394"/>
                  </a:cubicBezTo>
                  <a:lnTo>
                    <a:pt x="1134" y="394"/>
                  </a:lnTo>
                  <a:cubicBezTo>
                    <a:pt x="1387" y="394"/>
                    <a:pt x="1387" y="1"/>
                    <a:pt x="11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9"/>
            <p:cNvSpPr/>
            <p:nvPr/>
          </p:nvSpPr>
          <p:spPr>
            <a:xfrm>
              <a:off x="685600" y="615913"/>
              <a:ext cx="38100" cy="66050"/>
            </a:xfrm>
            <a:custGeom>
              <a:rect b="b" l="l" r="r" t="t"/>
              <a:pathLst>
                <a:path extrusionOk="0" h="2642" w="1524">
                  <a:moveTo>
                    <a:pt x="751" y="1"/>
                  </a:moveTo>
                  <a:cubicBezTo>
                    <a:pt x="559" y="1"/>
                    <a:pt x="360" y="131"/>
                    <a:pt x="217" y="259"/>
                  </a:cubicBezTo>
                  <a:cubicBezTo>
                    <a:pt x="68" y="389"/>
                    <a:pt x="206" y="587"/>
                    <a:pt x="364" y="587"/>
                  </a:cubicBezTo>
                  <a:cubicBezTo>
                    <a:pt x="408" y="587"/>
                    <a:pt x="453" y="572"/>
                    <a:pt x="494" y="535"/>
                  </a:cubicBezTo>
                  <a:lnTo>
                    <a:pt x="719" y="487"/>
                  </a:lnTo>
                  <a:lnTo>
                    <a:pt x="719" y="487"/>
                  </a:lnTo>
                  <a:cubicBezTo>
                    <a:pt x="677" y="565"/>
                    <a:pt x="639" y="644"/>
                    <a:pt x="597" y="723"/>
                  </a:cubicBezTo>
                  <a:cubicBezTo>
                    <a:pt x="530" y="853"/>
                    <a:pt x="463" y="986"/>
                    <a:pt x="395" y="1117"/>
                  </a:cubicBezTo>
                  <a:cubicBezTo>
                    <a:pt x="340" y="1225"/>
                    <a:pt x="383" y="1374"/>
                    <a:pt x="513" y="1407"/>
                  </a:cubicBezTo>
                  <a:cubicBezTo>
                    <a:pt x="785" y="1473"/>
                    <a:pt x="1207" y="1648"/>
                    <a:pt x="985" y="1997"/>
                  </a:cubicBezTo>
                  <a:cubicBezTo>
                    <a:pt x="841" y="2223"/>
                    <a:pt x="553" y="2248"/>
                    <a:pt x="308" y="2248"/>
                  </a:cubicBezTo>
                  <a:cubicBezTo>
                    <a:pt x="290" y="2248"/>
                    <a:pt x="272" y="2248"/>
                    <a:pt x="254" y="2247"/>
                  </a:cubicBezTo>
                  <a:cubicBezTo>
                    <a:pt x="252" y="2247"/>
                    <a:pt x="250" y="2247"/>
                    <a:pt x="248" y="2247"/>
                  </a:cubicBezTo>
                  <a:cubicBezTo>
                    <a:pt x="0" y="2247"/>
                    <a:pt x="2" y="2638"/>
                    <a:pt x="254" y="2641"/>
                  </a:cubicBezTo>
                  <a:cubicBezTo>
                    <a:pt x="266" y="2641"/>
                    <a:pt x="278" y="2641"/>
                    <a:pt x="290" y="2641"/>
                  </a:cubicBezTo>
                  <a:cubicBezTo>
                    <a:pt x="767" y="2641"/>
                    <a:pt x="1320" y="2474"/>
                    <a:pt x="1432" y="1941"/>
                  </a:cubicBezTo>
                  <a:cubicBezTo>
                    <a:pt x="1523" y="1495"/>
                    <a:pt x="1224" y="1241"/>
                    <a:pt x="862" y="1104"/>
                  </a:cubicBezTo>
                  <a:lnTo>
                    <a:pt x="862" y="1104"/>
                  </a:lnTo>
                  <a:cubicBezTo>
                    <a:pt x="1045" y="801"/>
                    <a:pt x="1285" y="384"/>
                    <a:pt x="1045" y="132"/>
                  </a:cubicBezTo>
                  <a:cubicBezTo>
                    <a:pt x="955" y="38"/>
                    <a:pt x="854" y="1"/>
                    <a:pt x="7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9"/>
            <p:cNvSpPr/>
            <p:nvPr/>
          </p:nvSpPr>
          <p:spPr>
            <a:xfrm>
              <a:off x="729750" y="614513"/>
              <a:ext cx="52775" cy="68925"/>
            </a:xfrm>
            <a:custGeom>
              <a:rect b="b" l="l" r="r" t="t"/>
              <a:pathLst>
                <a:path extrusionOk="0" h="2757" w="2111">
                  <a:moveTo>
                    <a:pt x="1435" y="0"/>
                  </a:moveTo>
                  <a:cubicBezTo>
                    <a:pt x="1370" y="0"/>
                    <a:pt x="1304" y="31"/>
                    <a:pt x="1266" y="96"/>
                  </a:cubicBezTo>
                  <a:cubicBezTo>
                    <a:pt x="811" y="875"/>
                    <a:pt x="410" y="1681"/>
                    <a:pt x="60" y="2512"/>
                  </a:cubicBezTo>
                  <a:cubicBezTo>
                    <a:pt x="1" y="2655"/>
                    <a:pt x="117" y="2748"/>
                    <a:pt x="240" y="2748"/>
                  </a:cubicBezTo>
                  <a:cubicBezTo>
                    <a:pt x="320" y="2748"/>
                    <a:pt x="402" y="2709"/>
                    <a:pt x="440" y="2618"/>
                  </a:cubicBezTo>
                  <a:cubicBezTo>
                    <a:pt x="714" y="1968"/>
                    <a:pt x="1025" y="1334"/>
                    <a:pt x="1367" y="716"/>
                  </a:cubicBezTo>
                  <a:lnTo>
                    <a:pt x="1367" y="716"/>
                  </a:lnTo>
                  <a:cubicBezTo>
                    <a:pt x="1513" y="1327"/>
                    <a:pt x="1626" y="1945"/>
                    <a:pt x="1702" y="2568"/>
                  </a:cubicBezTo>
                  <a:cubicBezTo>
                    <a:pt x="1717" y="2693"/>
                    <a:pt x="1823" y="2756"/>
                    <a:pt x="1922" y="2756"/>
                  </a:cubicBezTo>
                  <a:cubicBezTo>
                    <a:pt x="2020" y="2756"/>
                    <a:pt x="2110" y="2694"/>
                    <a:pt x="2095" y="2568"/>
                  </a:cubicBezTo>
                  <a:cubicBezTo>
                    <a:pt x="1995" y="1747"/>
                    <a:pt x="1843" y="939"/>
                    <a:pt x="1627" y="142"/>
                  </a:cubicBezTo>
                  <a:cubicBezTo>
                    <a:pt x="1601" y="50"/>
                    <a:pt x="1519" y="0"/>
                    <a:pt x="14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9"/>
            <p:cNvSpPr/>
            <p:nvPr/>
          </p:nvSpPr>
          <p:spPr>
            <a:xfrm>
              <a:off x="738775" y="655138"/>
              <a:ext cx="44825" cy="11275"/>
            </a:xfrm>
            <a:custGeom>
              <a:rect b="b" l="l" r="r" t="t"/>
              <a:pathLst>
                <a:path extrusionOk="0" h="451" w="1793">
                  <a:moveTo>
                    <a:pt x="686" y="1"/>
                  </a:moveTo>
                  <a:cubicBezTo>
                    <a:pt x="542" y="1"/>
                    <a:pt x="399" y="7"/>
                    <a:pt x="254" y="19"/>
                  </a:cubicBezTo>
                  <a:cubicBezTo>
                    <a:pt x="9" y="39"/>
                    <a:pt x="1" y="413"/>
                    <a:pt x="234" y="413"/>
                  </a:cubicBezTo>
                  <a:cubicBezTo>
                    <a:pt x="241" y="413"/>
                    <a:pt x="247" y="413"/>
                    <a:pt x="254" y="412"/>
                  </a:cubicBezTo>
                  <a:cubicBezTo>
                    <a:pt x="407" y="399"/>
                    <a:pt x="560" y="392"/>
                    <a:pt x="713" y="392"/>
                  </a:cubicBezTo>
                  <a:cubicBezTo>
                    <a:pt x="959" y="392"/>
                    <a:pt x="1205" y="410"/>
                    <a:pt x="1449" y="448"/>
                  </a:cubicBezTo>
                  <a:cubicBezTo>
                    <a:pt x="1461" y="450"/>
                    <a:pt x="1472" y="451"/>
                    <a:pt x="1483" y="451"/>
                  </a:cubicBezTo>
                  <a:cubicBezTo>
                    <a:pt x="1708" y="451"/>
                    <a:pt x="1793" y="104"/>
                    <a:pt x="1555" y="69"/>
                  </a:cubicBezTo>
                  <a:cubicBezTo>
                    <a:pt x="1265" y="25"/>
                    <a:pt x="976" y="1"/>
                    <a:pt x="6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9"/>
            <p:cNvSpPr/>
            <p:nvPr/>
          </p:nvSpPr>
          <p:spPr>
            <a:xfrm>
              <a:off x="808525" y="611113"/>
              <a:ext cx="43150" cy="68750"/>
            </a:xfrm>
            <a:custGeom>
              <a:rect b="b" l="l" r="r" t="t"/>
              <a:pathLst>
                <a:path extrusionOk="0" h="2750" w="1726">
                  <a:moveTo>
                    <a:pt x="1107" y="0"/>
                  </a:moveTo>
                  <a:cubicBezTo>
                    <a:pt x="1078" y="0"/>
                    <a:pt x="1049" y="6"/>
                    <a:pt x="1019" y="20"/>
                  </a:cubicBezTo>
                  <a:cubicBezTo>
                    <a:pt x="403" y="299"/>
                    <a:pt x="1" y="931"/>
                    <a:pt x="88" y="1616"/>
                  </a:cubicBezTo>
                  <a:cubicBezTo>
                    <a:pt x="171" y="2264"/>
                    <a:pt x="692" y="2749"/>
                    <a:pt x="1331" y="2749"/>
                  </a:cubicBezTo>
                  <a:cubicBezTo>
                    <a:pt x="1378" y="2749"/>
                    <a:pt x="1425" y="2747"/>
                    <a:pt x="1472" y="2742"/>
                  </a:cubicBezTo>
                  <a:cubicBezTo>
                    <a:pt x="1714" y="2717"/>
                    <a:pt x="1725" y="2347"/>
                    <a:pt x="1496" y="2347"/>
                  </a:cubicBezTo>
                  <a:cubicBezTo>
                    <a:pt x="1488" y="2347"/>
                    <a:pt x="1480" y="2347"/>
                    <a:pt x="1472" y="2348"/>
                  </a:cubicBezTo>
                  <a:cubicBezTo>
                    <a:pt x="1435" y="2352"/>
                    <a:pt x="1398" y="2354"/>
                    <a:pt x="1361" y="2354"/>
                  </a:cubicBezTo>
                  <a:cubicBezTo>
                    <a:pt x="850" y="2354"/>
                    <a:pt x="467" y="1959"/>
                    <a:pt x="467" y="1430"/>
                  </a:cubicBezTo>
                  <a:cubicBezTo>
                    <a:pt x="465" y="938"/>
                    <a:pt x="787" y="557"/>
                    <a:pt x="1216" y="359"/>
                  </a:cubicBezTo>
                  <a:cubicBezTo>
                    <a:pt x="1417" y="269"/>
                    <a:pt x="1293" y="0"/>
                    <a:pt x="11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9"/>
            <p:cNvSpPr/>
            <p:nvPr/>
          </p:nvSpPr>
          <p:spPr>
            <a:xfrm>
              <a:off x="847475" y="610313"/>
              <a:ext cx="74375" cy="72000"/>
            </a:xfrm>
            <a:custGeom>
              <a:rect b="b" l="l" r="r" t="t"/>
              <a:pathLst>
                <a:path extrusionOk="0" h="2880" w="2975">
                  <a:moveTo>
                    <a:pt x="1783" y="417"/>
                  </a:moveTo>
                  <a:cubicBezTo>
                    <a:pt x="2647" y="760"/>
                    <a:pt x="2790" y="2013"/>
                    <a:pt x="1853" y="2407"/>
                  </a:cubicBezTo>
                  <a:cubicBezTo>
                    <a:pt x="1745" y="2452"/>
                    <a:pt x="1644" y="2473"/>
                    <a:pt x="1550" y="2473"/>
                  </a:cubicBezTo>
                  <a:cubicBezTo>
                    <a:pt x="615" y="2473"/>
                    <a:pt x="410" y="430"/>
                    <a:pt x="1644" y="430"/>
                  </a:cubicBezTo>
                  <a:cubicBezTo>
                    <a:pt x="1660" y="430"/>
                    <a:pt x="1677" y="431"/>
                    <a:pt x="1694" y="432"/>
                  </a:cubicBezTo>
                  <a:cubicBezTo>
                    <a:pt x="1698" y="432"/>
                    <a:pt x="1703" y="432"/>
                    <a:pt x="1707" y="432"/>
                  </a:cubicBezTo>
                  <a:cubicBezTo>
                    <a:pt x="1736" y="432"/>
                    <a:pt x="1761" y="426"/>
                    <a:pt x="1783" y="417"/>
                  </a:cubicBezTo>
                  <a:close/>
                  <a:moveTo>
                    <a:pt x="1752" y="0"/>
                  </a:moveTo>
                  <a:cubicBezTo>
                    <a:pt x="1711" y="0"/>
                    <a:pt x="1675" y="15"/>
                    <a:pt x="1647" y="38"/>
                  </a:cubicBezTo>
                  <a:lnTo>
                    <a:pt x="1647" y="38"/>
                  </a:lnTo>
                  <a:cubicBezTo>
                    <a:pt x="1642" y="38"/>
                    <a:pt x="1637" y="38"/>
                    <a:pt x="1632" y="38"/>
                  </a:cubicBezTo>
                  <a:cubicBezTo>
                    <a:pt x="0" y="38"/>
                    <a:pt x="14" y="2880"/>
                    <a:pt x="1511" y="2880"/>
                  </a:cubicBezTo>
                  <a:cubicBezTo>
                    <a:pt x="1540" y="2880"/>
                    <a:pt x="1570" y="2879"/>
                    <a:pt x="1601" y="2877"/>
                  </a:cubicBezTo>
                  <a:cubicBezTo>
                    <a:pt x="2273" y="2825"/>
                    <a:pt x="2832" y="2230"/>
                    <a:pt x="2899" y="1568"/>
                  </a:cubicBezTo>
                  <a:cubicBezTo>
                    <a:pt x="2975" y="847"/>
                    <a:pt x="2481" y="225"/>
                    <a:pt x="1815" y="11"/>
                  </a:cubicBezTo>
                  <a:cubicBezTo>
                    <a:pt x="1793" y="3"/>
                    <a:pt x="1772" y="0"/>
                    <a:pt x="175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9"/>
            <p:cNvSpPr/>
            <p:nvPr/>
          </p:nvSpPr>
          <p:spPr>
            <a:xfrm>
              <a:off x="920050" y="613688"/>
              <a:ext cx="41225" cy="64525"/>
            </a:xfrm>
            <a:custGeom>
              <a:rect b="b" l="l" r="r" t="t"/>
              <a:pathLst>
                <a:path extrusionOk="0" h="2581" w="1649">
                  <a:moveTo>
                    <a:pt x="1114" y="1"/>
                  </a:moveTo>
                  <a:cubicBezTo>
                    <a:pt x="662" y="1"/>
                    <a:pt x="268" y="376"/>
                    <a:pt x="444" y="869"/>
                  </a:cubicBezTo>
                  <a:cubicBezTo>
                    <a:pt x="529" y="1104"/>
                    <a:pt x="729" y="1214"/>
                    <a:pt x="931" y="1336"/>
                  </a:cubicBezTo>
                  <a:cubicBezTo>
                    <a:pt x="998" y="1377"/>
                    <a:pt x="1106" y="1417"/>
                    <a:pt x="1153" y="1480"/>
                  </a:cubicBezTo>
                  <a:cubicBezTo>
                    <a:pt x="1342" y="1742"/>
                    <a:pt x="1130" y="1937"/>
                    <a:pt x="948" y="2043"/>
                  </a:cubicBezTo>
                  <a:cubicBezTo>
                    <a:pt x="738" y="2166"/>
                    <a:pt x="493" y="2173"/>
                    <a:pt x="254" y="2186"/>
                  </a:cubicBezTo>
                  <a:cubicBezTo>
                    <a:pt x="6" y="2200"/>
                    <a:pt x="0" y="2580"/>
                    <a:pt x="240" y="2580"/>
                  </a:cubicBezTo>
                  <a:cubicBezTo>
                    <a:pt x="245" y="2580"/>
                    <a:pt x="249" y="2580"/>
                    <a:pt x="254" y="2580"/>
                  </a:cubicBezTo>
                  <a:cubicBezTo>
                    <a:pt x="769" y="2553"/>
                    <a:pt x="1395" y="2462"/>
                    <a:pt x="1581" y="1891"/>
                  </a:cubicBezTo>
                  <a:cubicBezTo>
                    <a:pt x="1648" y="1684"/>
                    <a:pt x="1627" y="1462"/>
                    <a:pt x="1496" y="1283"/>
                  </a:cubicBezTo>
                  <a:cubicBezTo>
                    <a:pt x="1423" y="1181"/>
                    <a:pt x="1327" y="1114"/>
                    <a:pt x="1223" y="1047"/>
                  </a:cubicBezTo>
                  <a:cubicBezTo>
                    <a:pt x="1160" y="1011"/>
                    <a:pt x="1097" y="977"/>
                    <a:pt x="1034" y="942"/>
                  </a:cubicBezTo>
                  <a:cubicBezTo>
                    <a:pt x="808" y="846"/>
                    <a:pt x="845" y="662"/>
                    <a:pt x="1144" y="390"/>
                  </a:cubicBezTo>
                  <a:cubicBezTo>
                    <a:pt x="1157" y="392"/>
                    <a:pt x="1170" y="393"/>
                    <a:pt x="1182" y="393"/>
                  </a:cubicBezTo>
                  <a:cubicBezTo>
                    <a:pt x="1401" y="393"/>
                    <a:pt x="1484" y="51"/>
                    <a:pt x="1247" y="12"/>
                  </a:cubicBezTo>
                  <a:cubicBezTo>
                    <a:pt x="1203" y="4"/>
                    <a:pt x="1158" y="1"/>
                    <a:pt x="111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9"/>
            <p:cNvSpPr/>
            <p:nvPr/>
          </p:nvSpPr>
          <p:spPr>
            <a:xfrm>
              <a:off x="988725" y="607788"/>
              <a:ext cx="47275" cy="86525"/>
            </a:xfrm>
            <a:custGeom>
              <a:rect b="b" l="l" r="r" t="t"/>
              <a:pathLst>
                <a:path extrusionOk="0" h="3461" w="1891">
                  <a:moveTo>
                    <a:pt x="822" y="363"/>
                  </a:moveTo>
                  <a:cubicBezTo>
                    <a:pt x="1021" y="363"/>
                    <a:pt x="1139" y="488"/>
                    <a:pt x="1177" y="734"/>
                  </a:cubicBezTo>
                  <a:cubicBezTo>
                    <a:pt x="1445" y="985"/>
                    <a:pt x="1405" y="1187"/>
                    <a:pt x="1056" y="1336"/>
                  </a:cubicBezTo>
                  <a:cubicBezTo>
                    <a:pt x="896" y="1418"/>
                    <a:pt x="730" y="1484"/>
                    <a:pt x="558" y="1534"/>
                  </a:cubicBezTo>
                  <a:lnTo>
                    <a:pt x="558" y="1534"/>
                  </a:lnTo>
                  <a:cubicBezTo>
                    <a:pt x="557" y="1534"/>
                    <a:pt x="556" y="1534"/>
                    <a:pt x="554" y="1535"/>
                  </a:cubicBezTo>
                  <a:cubicBezTo>
                    <a:pt x="555" y="1535"/>
                    <a:pt x="555" y="1535"/>
                    <a:pt x="555" y="1535"/>
                  </a:cubicBezTo>
                  <a:lnTo>
                    <a:pt x="555" y="1535"/>
                  </a:lnTo>
                  <a:cubicBezTo>
                    <a:pt x="527" y="1544"/>
                    <a:pt x="504" y="1557"/>
                    <a:pt x="485" y="1572"/>
                  </a:cubicBezTo>
                  <a:lnTo>
                    <a:pt x="485" y="1572"/>
                  </a:lnTo>
                  <a:cubicBezTo>
                    <a:pt x="486" y="1179"/>
                    <a:pt x="487" y="786"/>
                    <a:pt x="487" y="394"/>
                  </a:cubicBezTo>
                  <a:lnTo>
                    <a:pt x="487" y="394"/>
                  </a:lnTo>
                  <a:cubicBezTo>
                    <a:pt x="549" y="389"/>
                    <a:pt x="611" y="385"/>
                    <a:pt x="675" y="382"/>
                  </a:cubicBezTo>
                  <a:cubicBezTo>
                    <a:pt x="728" y="370"/>
                    <a:pt x="777" y="363"/>
                    <a:pt x="822" y="363"/>
                  </a:cubicBezTo>
                  <a:close/>
                  <a:moveTo>
                    <a:pt x="484" y="1867"/>
                  </a:moveTo>
                  <a:cubicBezTo>
                    <a:pt x="519" y="1898"/>
                    <a:pt x="565" y="1917"/>
                    <a:pt x="621" y="1917"/>
                  </a:cubicBezTo>
                  <a:cubicBezTo>
                    <a:pt x="634" y="1917"/>
                    <a:pt x="648" y="1916"/>
                    <a:pt x="662" y="1914"/>
                  </a:cubicBezTo>
                  <a:cubicBezTo>
                    <a:pt x="1212" y="1963"/>
                    <a:pt x="1399" y="2235"/>
                    <a:pt x="1226" y="2731"/>
                  </a:cubicBezTo>
                  <a:cubicBezTo>
                    <a:pt x="1068" y="2948"/>
                    <a:pt x="855" y="3059"/>
                    <a:pt x="589" y="3065"/>
                  </a:cubicBezTo>
                  <a:cubicBezTo>
                    <a:pt x="381" y="2922"/>
                    <a:pt x="484" y="2338"/>
                    <a:pt x="484" y="2129"/>
                  </a:cubicBezTo>
                  <a:cubicBezTo>
                    <a:pt x="484" y="2041"/>
                    <a:pt x="484" y="1954"/>
                    <a:pt x="484" y="1867"/>
                  </a:cubicBezTo>
                  <a:close/>
                  <a:moveTo>
                    <a:pt x="655" y="1"/>
                  </a:moveTo>
                  <a:cubicBezTo>
                    <a:pt x="528" y="1"/>
                    <a:pt x="403" y="10"/>
                    <a:pt x="288" y="23"/>
                  </a:cubicBezTo>
                  <a:cubicBezTo>
                    <a:pt x="181" y="35"/>
                    <a:pt x="120" y="115"/>
                    <a:pt x="104" y="199"/>
                  </a:cubicBezTo>
                  <a:lnTo>
                    <a:pt x="104" y="199"/>
                  </a:lnTo>
                  <a:cubicBezTo>
                    <a:pt x="95" y="221"/>
                    <a:pt x="89" y="247"/>
                    <a:pt x="89" y="276"/>
                  </a:cubicBezTo>
                  <a:cubicBezTo>
                    <a:pt x="89" y="777"/>
                    <a:pt x="88" y="1280"/>
                    <a:pt x="88" y="1781"/>
                  </a:cubicBezTo>
                  <a:cubicBezTo>
                    <a:pt x="88" y="2186"/>
                    <a:pt x="0" y="2710"/>
                    <a:pt x="92" y="3108"/>
                  </a:cubicBezTo>
                  <a:cubicBezTo>
                    <a:pt x="154" y="3367"/>
                    <a:pt x="361" y="3460"/>
                    <a:pt x="592" y="3460"/>
                  </a:cubicBezTo>
                  <a:cubicBezTo>
                    <a:pt x="754" y="3460"/>
                    <a:pt x="928" y="3414"/>
                    <a:pt x="1071" y="3348"/>
                  </a:cubicBezTo>
                  <a:cubicBezTo>
                    <a:pt x="1863" y="2987"/>
                    <a:pt x="1808" y="2027"/>
                    <a:pt x="1243" y="1663"/>
                  </a:cubicBezTo>
                  <a:lnTo>
                    <a:pt x="1243" y="1663"/>
                  </a:lnTo>
                  <a:cubicBezTo>
                    <a:pt x="1603" y="1455"/>
                    <a:pt x="1890" y="1146"/>
                    <a:pt x="1793" y="684"/>
                  </a:cubicBezTo>
                  <a:cubicBezTo>
                    <a:pt x="1678" y="134"/>
                    <a:pt x="1147" y="1"/>
                    <a:pt x="65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9"/>
            <p:cNvSpPr/>
            <p:nvPr/>
          </p:nvSpPr>
          <p:spPr>
            <a:xfrm>
              <a:off x="1057350" y="579363"/>
              <a:ext cx="27225" cy="33375"/>
            </a:xfrm>
            <a:custGeom>
              <a:rect b="b" l="l" r="r" t="t"/>
              <a:pathLst>
                <a:path extrusionOk="0" h="1335" w="1089">
                  <a:moveTo>
                    <a:pt x="429" y="1"/>
                  </a:moveTo>
                  <a:cubicBezTo>
                    <a:pt x="312" y="1"/>
                    <a:pt x="195" y="52"/>
                    <a:pt x="109" y="165"/>
                  </a:cubicBezTo>
                  <a:cubicBezTo>
                    <a:pt x="1" y="306"/>
                    <a:pt x="138" y="444"/>
                    <a:pt x="282" y="444"/>
                  </a:cubicBezTo>
                  <a:cubicBezTo>
                    <a:pt x="343" y="444"/>
                    <a:pt x="404" y="420"/>
                    <a:pt x="449" y="361"/>
                  </a:cubicBezTo>
                  <a:lnTo>
                    <a:pt x="449" y="361"/>
                  </a:lnTo>
                  <a:cubicBezTo>
                    <a:pt x="401" y="426"/>
                    <a:pt x="469" y="374"/>
                    <a:pt x="479" y="424"/>
                  </a:cubicBezTo>
                  <a:cubicBezTo>
                    <a:pt x="491" y="476"/>
                    <a:pt x="495" y="494"/>
                    <a:pt x="466" y="550"/>
                  </a:cubicBezTo>
                  <a:cubicBezTo>
                    <a:pt x="413" y="653"/>
                    <a:pt x="295" y="726"/>
                    <a:pt x="200" y="791"/>
                  </a:cubicBezTo>
                  <a:cubicBezTo>
                    <a:pt x="87" y="868"/>
                    <a:pt x="77" y="998"/>
                    <a:pt x="161" y="1101"/>
                  </a:cubicBezTo>
                  <a:cubicBezTo>
                    <a:pt x="284" y="1252"/>
                    <a:pt x="468" y="1334"/>
                    <a:pt x="656" y="1334"/>
                  </a:cubicBezTo>
                  <a:cubicBezTo>
                    <a:pt x="731" y="1334"/>
                    <a:pt x="806" y="1321"/>
                    <a:pt x="879" y="1294"/>
                  </a:cubicBezTo>
                  <a:cubicBezTo>
                    <a:pt x="1089" y="1215"/>
                    <a:pt x="1028" y="901"/>
                    <a:pt x="843" y="901"/>
                  </a:cubicBezTo>
                  <a:cubicBezTo>
                    <a:pt x="821" y="901"/>
                    <a:pt x="798" y="906"/>
                    <a:pt x="773" y="915"/>
                  </a:cubicBezTo>
                  <a:cubicBezTo>
                    <a:pt x="729" y="932"/>
                    <a:pt x="689" y="940"/>
                    <a:pt x="651" y="940"/>
                  </a:cubicBezTo>
                  <a:cubicBezTo>
                    <a:pt x="648" y="940"/>
                    <a:pt x="646" y="940"/>
                    <a:pt x="643" y="940"/>
                  </a:cubicBezTo>
                  <a:lnTo>
                    <a:pt x="643" y="940"/>
                  </a:lnTo>
                  <a:cubicBezTo>
                    <a:pt x="828" y="764"/>
                    <a:pt x="967" y="537"/>
                    <a:pt x="847" y="281"/>
                  </a:cubicBezTo>
                  <a:cubicBezTo>
                    <a:pt x="765" y="104"/>
                    <a:pt x="597" y="1"/>
                    <a:pt x="42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9"/>
            <p:cNvSpPr/>
            <p:nvPr/>
          </p:nvSpPr>
          <p:spPr>
            <a:xfrm>
              <a:off x="1114300" y="622838"/>
              <a:ext cx="11450" cy="48000"/>
            </a:xfrm>
            <a:custGeom>
              <a:rect b="b" l="l" r="r" t="t"/>
              <a:pathLst>
                <a:path extrusionOk="0" h="1920" w="458">
                  <a:moveTo>
                    <a:pt x="225" y="1"/>
                  </a:moveTo>
                  <a:cubicBezTo>
                    <a:pt x="126" y="1"/>
                    <a:pt x="31" y="64"/>
                    <a:pt x="38" y="190"/>
                  </a:cubicBezTo>
                  <a:cubicBezTo>
                    <a:pt x="64" y="705"/>
                    <a:pt x="55" y="1217"/>
                    <a:pt x="11" y="1731"/>
                  </a:cubicBezTo>
                  <a:cubicBezTo>
                    <a:pt x="0" y="1857"/>
                    <a:pt x="93" y="1920"/>
                    <a:pt x="191" y="1920"/>
                  </a:cubicBezTo>
                  <a:cubicBezTo>
                    <a:pt x="290" y="1920"/>
                    <a:pt x="394" y="1857"/>
                    <a:pt x="404" y="1731"/>
                  </a:cubicBezTo>
                  <a:cubicBezTo>
                    <a:pt x="449" y="1217"/>
                    <a:pt x="457" y="705"/>
                    <a:pt x="432" y="190"/>
                  </a:cubicBezTo>
                  <a:cubicBezTo>
                    <a:pt x="425" y="64"/>
                    <a:pt x="323" y="1"/>
                    <a:pt x="22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9"/>
            <p:cNvSpPr/>
            <p:nvPr/>
          </p:nvSpPr>
          <p:spPr>
            <a:xfrm>
              <a:off x="1104775" y="639163"/>
              <a:ext cx="38400" cy="10250"/>
            </a:xfrm>
            <a:custGeom>
              <a:rect b="b" l="l" r="r" t="t"/>
              <a:pathLst>
                <a:path extrusionOk="0" h="410" w="1536">
                  <a:moveTo>
                    <a:pt x="1283" y="0"/>
                  </a:moveTo>
                  <a:cubicBezTo>
                    <a:pt x="1283" y="0"/>
                    <a:pt x="1282" y="0"/>
                    <a:pt x="1281" y="0"/>
                  </a:cubicBezTo>
                  <a:lnTo>
                    <a:pt x="256" y="16"/>
                  </a:lnTo>
                  <a:cubicBezTo>
                    <a:pt x="2" y="20"/>
                    <a:pt x="1" y="410"/>
                    <a:pt x="252" y="410"/>
                  </a:cubicBezTo>
                  <a:cubicBezTo>
                    <a:pt x="253" y="410"/>
                    <a:pt x="254" y="410"/>
                    <a:pt x="256" y="410"/>
                  </a:cubicBezTo>
                  <a:lnTo>
                    <a:pt x="1281" y="394"/>
                  </a:lnTo>
                  <a:cubicBezTo>
                    <a:pt x="1532" y="391"/>
                    <a:pt x="1536" y="0"/>
                    <a:pt x="12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9"/>
            <p:cNvSpPr/>
            <p:nvPr/>
          </p:nvSpPr>
          <p:spPr>
            <a:xfrm>
              <a:off x="1171975" y="617213"/>
              <a:ext cx="33400" cy="55150"/>
            </a:xfrm>
            <a:custGeom>
              <a:rect b="b" l="l" r="r" t="t"/>
              <a:pathLst>
                <a:path extrusionOk="0" h="2206" w="1336">
                  <a:moveTo>
                    <a:pt x="1066" y="1"/>
                  </a:moveTo>
                  <a:cubicBezTo>
                    <a:pt x="1007" y="1"/>
                    <a:pt x="948" y="29"/>
                    <a:pt x="909" y="97"/>
                  </a:cubicBezTo>
                  <a:cubicBezTo>
                    <a:pt x="565" y="692"/>
                    <a:pt x="281" y="1315"/>
                    <a:pt x="51" y="1965"/>
                  </a:cubicBezTo>
                  <a:cubicBezTo>
                    <a:pt x="0" y="2110"/>
                    <a:pt x="120" y="2205"/>
                    <a:pt x="240" y="2205"/>
                  </a:cubicBezTo>
                  <a:cubicBezTo>
                    <a:pt x="319" y="2205"/>
                    <a:pt x="398" y="2165"/>
                    <a:pt x="431" y="2071"/>
                  </a:cubicBezTo>
                  <a:cubicBezTo>
                    <a:pt x="647" y="1453"/>
                    <a:pt x="919" y="864"/>
                    <a:pt x="1247" y="297"/>
                  </a:cubicBezTo>
                  <a:cubicBezTo>
                    <a:pt x="1336" y="144"/>
                    <a:pt x="1200" y="1"/>
                    <a:pt x="10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9"/>
            <p:cNvSpPr/>
            <p:nvPr/>
          </p:nvSpPr>
          <p:spPr>
            <a:xfrm>
              <a:off x="1191925" y="618988"/>
              <a:ext cx="23100" cy="55650"/>
            </a:xfrm>
            <a:custGeom>
              <a:rect b="b" l="l" r="r" t="t"/>
              <a:pathLst>
                <a:path extrusionOk="0" h="2226" w="924">
                  <a:moveTo>
                    <a:pt x="239" y="1"/>
                  </a:moveTo>
                  <a:cubicBezTo>
                    <a:pt x="118" y="1"/>
                    <a:pt x="0" y="95"/>
                    <a:pt x="54" y="241"/>
                  </a:cubicBezTo>
                  <a:cubicBezTo>
                    <a:pt x="271" y="839"/>
                    <a:pt x="427" y="1453"/>
                    <a:pt x="522" y="2083"/>
                  </a:cubicBezTo>
                  <a:cubicBezTo>
                    <a:pt x="537" y="2183"/>
                    <a:pt x="606" y="2226"/>
                    <a:pt x="681" y="2226"/>
                  </a:cubicBezTo>
                  <a:cubicBezTo>
                    <a:pt x="795" y="2226"/>
                    <a:pt x="924" y="2127"/>
                    <a:pt x="901" y="1977"/>
                  </a:cubicBezTo>
                  <a:cubicBezTo>
                    <a:pt x="805" y="1346"/>
                    <a:pt x="649" y="734"/>
                    <a:pt x="433" y="135"/>
                  </a:cubicBezTo>
                  <a:cubicBezTo>
                    <a:pt x="399" y="41"/>
                    <a:pt x="319" y="1"/>
                    <a:pt x="23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9"/>
            <p:cNvSpPr/>
            <p:nvPr/>
          </p:nvSpPr>
          <p:spPr>
            <a:xfrm>
              <a:off x="1176175" y="650188"/>
              <a:ext cx="36500" cy="9875"/>
            </a:xfrm>
            <a:custGeom>
              <a:rect b="b" l="l" r="r" t="t"/>
              <a:pathLst>
                <a:path extrusionOk="0" h="395" w="1460">
                  <a:moveTo>
                    <a:pt x="252" y="0"/>
                  </a:moveTo>
                  <a:cubicBezTo>
                    <a:pt x="1" y="0"/>
                    <a:pt x="0" y="394"/>
                    <a:pt x="254" y="394"/>
                  </a:cubicBezTo>
                  <a:lnTo>
                    <a:pt x="1206" y="394"/>
                  </a:lnTo>
                  <a:cubicBezTo>
                    <a:pt x="1460" y="394"/>
                    <a:pt x="1460" y="0"/>
                    <a:pt x="1206" y="0"/>
                  </a:cubicBezTo>
                  <a:lnTo>
                    <a:pt x="254" y="0"/>
                  </a:lnTo>
                  <a:cubicBezTo>
                    <a:pt x="253" y="0"/>
                    <a:pt x="252" y="0"/>
                    <a:pt x="25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9"/>
            <p:cNvSpPr/>
            <p:nvPr/>
          </p:nvSpPr>
          <p:spPr>
            <a:xfrm>
              <a:off x="1252450" y="610638"/>
              <a:ext cx="37750" cy="62950"/>
            </a:xfrm>
            <a:custGeom>
              <a:rect b="b" l="l" r="r" t="t"/>
              <a:pathLst>
                <a:path extrusionOk="0" h="2518" w="1510">
                  <a:moveTo>
                    <a:pt x="1055" y="0"/>
                  </a:moveTo>
                  <a:cubicBezTo>
                    <a:pt x="569" y="0"/>
                    <a:pt x="165" y="423"/>
                    <a:pt x="335" y="950"/>
                  </a:cubicBezTo>
                  <a:cubicBezTo>
                    <a:pt x="418" y="1207"/>
                    <a:pt x="633" y="1340"/>
                    <a:pt x="842" y="1486"/>
                  </a:cubicBezTo>
                  <a:cubicBezTo>
                    <a:pt x="961" y="1571"/>
                    <a:pt x="990" y="1570"/>
                    <a:pt x="998" y="1730"/>
                  </a:cubicBezTo>
                  <a:cubicBezTo>
                    <a:pt x="1011" y="1942"/>
                    <a:pt x="882" y="1945"/>
                    <a:pt x="708" y="1996"/>
                  </a:cubicBezTo>
                  <a:cubicBezTo>
                    <a:pt x="533" y="2049"/>
                    <a:pt x="367" y="2079"/>
                    <a:pt x="199" y="2158"/>
                  </a:cubicBezTo>
                  <a:cubicBezTo>
                    <a:pt x="1" y="2251"/>
                    <a:pt x="124" y="2517"/>
                    <a:pt x="310" y="2517"/>
                  </a:cubicBezTo>
                  <a:cubicBezTo>
                    <a:pt x="338" y="2517"/>
                    <a:pt x="368" y="2511"/>
                    <a:pt x="398" y="2497"/>
                  </a:cubicBezTo>
                  <a:cubicBezTo>
                    <a:pt x="782" y="2321"/>
                    <a:pt x="1509" y="2311"/>
                    <a:pt x="1465" y="1705"/>
                  </a:cubicBezTo>
                  <a:cubicBezTo>
                    <a:pt x="1451" y="1514"/>
                    <a:pt x="1342" y="1378"/>
                    <a:pt x="1197" y="1259"/>
                  </a:cubicBezTo>
                  <a:cubicBezTo>
                    <a:pt x="1108" y="1187"/>
                    <a:pt x="1005" y="1137"/>
                    <a:pt x="918" y="1066"/>
                  </a:cubicBezTo>
                  <a:cubicBezTo>
                    <a:pt x="791" y="993"/>
                    <a:pt x="715" y="880"/>
                    <a:pt x="689" y="728"/>
                  </a:cubicBezTo>
                  <a:cubicBezTo>
                    <a:pt x="743" y="498"/>
                    <a:pt x="852" y="385"/>
                    <a:pt x="1016" y="385"/>
                  </a:cubicBezTo>
                  <a:cubicBezTo>
                    <a:pt x="1061" y="385"/>
                    <a:pt x="1110" y="393"/>
                    <a:pt x="1163" y="410"/>
                  </a:cubicBezTo>
                  <a:cubicBezTo>
                    <a:pt x="1182" y="415"/>
                    <a:pt x="1199" y="417"/>
                    <a:pt x="1216" y="417"/>
                  </a:cubicBezTo>
                  <a:cubicBezTo>
                    <a:pt x="1422" y="417"/>
                    <a:pt x="1495" y="89"/>
                    <a:pt x="1269" y="28"/>
                  </a:cubicBezTo>
                  <a:cubicBezTo>
                    <a:pt x="1197" y="9"/>
                    <a:pt x="1125" y="0"/>
                    <a:pt x="105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9"/>
            <p:cNvSpPr/>
            <p:nvPr/>
          </p:nvSpPr>
          <p:spPr>
            <a:xfrm>
              <a:off x="1299875" y="611938"/>
              <a:ext cx="11550" cy="55250"/>
            </a:xfrm>
            <a:custGeom>
              <a:rect b="b" l="l" r="r" t="t"/>
              <a:pathLst>
                <a:path extrusionOk="0" h="2210" w="462">
                  <a:moveTo>
                    <a:pt x="195" y="1"/>
                  </a:moveTo>
                  <a:cubicBezTo>
                    <a:pt x="96" y="1"/>
                    <a:pt x="0" y="64"/>
                    <a:pt x="5" y="190"/>
                  </a:cubicBezTo>
                  <a:cubicBezTo>
                    <a:pt x="25" y="802"/>
                    <a:pt x="45" y="1410"/>
                    <a:pt x="63" y="2020"/>
                  </a:cubicBezTo>
                  <a:cubicBezTo>
                    <a:pt x="68" y="2146"/>
                    <a:pt x="169" y="2209"/>
                    <a:pt x="268" y="2209"/>
                  </a:cubicBezTo>
                  <a:cubicBezTo>
                    <a:pt x="366" y="2209"/>
                    <a:pt x="462" y="2146"/>
                    <a:pt x="457" y="2020"/>
                  </a:cubicBezTo>
                  <a:cubicBezTo>
                    <a:pt x="438" y="1410"/>
                    <a:pt x="418" y="802"/>
                    <a:pt x="398" y="190"/>
                  </a:cubicBezTo>
                  <a:cubicBezTo>
                    <a:pt x="394" y="64"/>
                    <a:pt x="293" y="1"/>
                    <a:pt x="19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9"/>
            <p:cNvSpPr/>
            <p:nvPr/>
          </p:nvSpPr>
          <p:spPr>
            <a:xfrm>
              <a:off x="1320350" y="613763"/>
              <a:ext cx="9900" cy="57150"/>
            </a:xfrm>
            <a:custGeom>
              <a:rect b="b" l="l" r="r" t="t"/>
              <a:pathLst>
                <a:path extrusionOk="0" h="2286" w="396">
                  <a:moveTo>
                    <a:pt x="198" y="1"/>
                  </a:moveTo>
                  <a:cubicBezTo>
                    <a:pt x="100" y="1"/>
                    <a:pt x="2" y="65"/>
                    <a:pt x="2" y="192"/>
                  </a:cubicBezTo>
                  <a:cubicBezTo>
                    <a:pt x="2" y="828"/>
                    <a:pt x="2" y="1460"/>
                    <a:pt x="0" y="2096"/>
                  </a:cubicBezTo>
                  <a:cubicBezTo>
                    <a:pt x="0" y="2223"/>
                    <a:pt x="98" y="2286"/>
                    <a:pt x="197" y="2286"/>
                  </a:cubicBezTo>
                  <a:cubicBezTo>
                    <a:pt x="295" y="2286"/>
                    <a:pt x="394" y="2223"/>
                    <a:pt x="394" y="2096"/>
                  </a:cubicBezTo>
                  <a:cubicBezTo>
                    <a:pt x="394" y="1460"/>
                    <a:pt x="394" y="828"/>
                    <a:pt x="395" y="192"/>
                  </a:cubicBezTo>
                  <a:cubicBezTo>
                    <a:pt x="395" y="65"/>
                    <a:pt x="297" y="1"/>
                    <a:pt x="1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39"/>
            <p:cNvSpPr/>
            <p:nvPr/>
          </p:nvSpPr>
          <p:spPr>
            <a:xfrm>
              <a:off x="1321125" y="613838"/>
              <a:ext cx="46125" cy="57850"/>
            </a:xfrm>
            <a:custGeom>
              <a:rect b="b" l="l" r="r" t="t"/>
              <a:pathLst>
                <a:path extrusionOk="0" h="2314" w="1845">
                  <a:moveTo>
                    <a:pt x="239" y="0"/>
                  </a:moveTo>
                  <a:cubicBezTo>
                    <a:pt x="118" y="0"/>
                    <a:pt x="0" y="95"/>
                    <a:pt x="56" y="239"/>
                  </a:cubicBezTo>
                  <a:cubicBezTo>
                    <a:pt x="356" y="1013"/>
                    <a:pt x="808" y="1695"/>
                    <a:pt x="1415" y="2260"/>
                  </a:cubicBezTo>
                  <a:cubicBezTo>
                    <a:pt x="1452" y="2296"/>
                    <a:pt x="1507" y="2314"/>
                    <a:pt x="1562" y="2314"/>
                  </a:cubicBezTo>
                  <a:cubicBezTo>
                    <a:pt x="1647" y="2314"/>
                    <a:pt x="1731" y="2269"/>
                    <a:pt x="1744" y="2173"/>
                  </a:cubicBezTo>
                  <a:cubicBezTo>
                    <a:pt x="1833" y="1532"/>
                    <a:pt x="1844" y="900"/>
                    <a:pt x="1766" y="260"/>
                  </a:cubicBezTo>
                  <a:cubicBezTo>
                    <a:pt x="1751" y="135"/>
                    <a:pt x="1644" y="72"/>
                    <a:pt x="1545" y="72"/>
                  </a:cubicBezTo>
                  <a:cubicBezTo>
                    <a:pt x="1447" y="72"/>
                    <a:pt x="1357" y="134"/>
                    <a:pt x="1372" y="260"/>
                  </a:cubicBezTo>
                  <a:cubicBezTo>
                    <a:pt x="1430" y="737"/>
                    <a:pt x="1443" y="1214"/>
                    <a:pt x="1405" y="1691"/>
                  </a:cubicBezTo>
                  <a:lnTo>
                    <a:pt x="1405" y="1691"/>
                  </a:lnTo>
                  <a:cubicBezTo>
                    <a:pt x="988" y="1236"/>
                    <a:pt x="660" y="714"/>
                    <a:pt x="436" y="133"/>
                  </a:cubicBezTo>
                  <a:cubicBezTo>
                    <a:pt x="400" y="41"/>
                    <a:pt x="319" y="0"/>
                    <a:pt x="23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9"/>
            <p:cNvSpPr/>
            <p:nvPr/>
          </p:nvSpPr>
          <p:spPr>
            <a:xfrm>
              <a:off x="1410075" y="602513"/>
              <a:ext cx="42050" cy="76100"/>
            </a:xfrm>
            <a:custGeom>
              <a:rect b="b" l="l" r="r" t="t"/>
              <a:pathLst>
                <a:path extrusionOk="0" h="3044" w="1682">
                  <a:moveTo>
                    <a:pt x="792" y="398"/>
                  </a:moveTo>
                  <a:cubicBezTo>
                    <a:pt x="955" y="398"/>
                    <a:pt x="1205" y="445"/>
                    <a:pt x="1221" y="635"/>
                  </a:cubicBezTo>
                  <a:cubicBezTo>
                    <a:pt x="1243" y="922"/>
                    <a:pt x="739" y="992"/>
                    <a:pt x="507" y="1016"/>
                  </a:cubicBezTo>
                  <a:lnTo>
                    <a:pt x="507" y="1016"/>
                  </a:lnTo>
                  <a:cubicBezTo>
                    <a:pt x="516" y="818"/>
                    <a:pt x="531" y="620"/>
                    <a:pt x="551" y="421"/>
                  </a:cubicBezTo>
                  <a:cubicBezTo>
                    <a:pt x="551" y="419"/>
                    <a:pt x="552" y="416"/>
                    <a:pt x="552" y="414"/>
                  </a:cubicBezTo>
                  <a:lnTo>
                    <a:pt x="552" y="414"/>
                  </a:lnTo>
                  <a:cubicBezTo>
                    <a:pt x="607" y="412"/>
                    <a:pt x="663" y="408"/>
                    <a:pt x="723" y="401"/>
                  </a:cubicBezTo>
                  <a:cubicBezTo>
                    <a:pt x="743" y="399"/>
                    <a:pt x="766" y="398"/>
                    <a:pt x="792" y="398"/>
                  </a:cubicBezTo>
                  <a:close/>
                  <a:moveTo>
                    <a:pt x="496" y="1433"/>
                  </a:moveTo>
                  <a:cubicBezTo>
                    <a:pt x="719" y="1484"/>
                    <a:pt x="1033" y="1562"/>
                    <a:pt x="1142" y="1734"/>
                  </a:cubicBezTo>
                  <a:cubicBezTo>
                    <a:pt x="1459" y="2240"/>
                    <a:pt x="1007" y="2585"/>
                    <a:pt x="554" y="2638"/>
                  </a:cubicBezTo>
                  <a:lnTo>
                    <a:pt x="554" y="2638"/>
                  </a:lnTo>
                  <a:cubicBezTo>
                    <a:pt x="512" y="2236"/>
                    <a:pt x="493" y="1835"/>
                    <a:pt x="496" y="1433"/>
                  </a:cubicBezTo>
                  <a:close/>
                  <a:moveTo>
                    <a:pt x="277" y="1"/>
                  </a:moveTo>
                  <a:cubicBezTo>
                    <a:pt x="81" y="1"/>
                    <a:pt x="1" y="285"/>
                    <a:pt x="170" y="369"/>
                  </a:cubicBezTo>
                  <a:lnTo>
                    <a:pt x="170" y="369"/>
                  </a:lnTo>
                  <a:cubicBezTo>
                    <a:pt x="164" y="386"/>
                    <a:pt x="159" y="404"/>
                    <a:pt x="157" y="424"/>
                  </a:cubicBezTo>
                  <a:cubicBezTo>
                    <a:pt x="76" y="1233"/>
                    <a:pt x="84" y="2038"/>
                    <a:pt x="183" y="2844"/>
                  </a:cubicBezTo>
                  <a:cubicBezTo>
                    <a:pt x="197" y="2955"/>
                    <a:pt x="262" y="3034"/>
                    <a:pt x="379" y="3041"/>
                  </a:cubicBezTo>
                  <a:cubicBezTo>
                    <a:pt x="409" y="3043"/>
                    <a:pt x="438" y="3044"/>
                    <a:pt x="468" y="3044"/>
                  </a:cubicBezTo>
                  <a:cubicBezTo>
                    <a:pt x="1036" y="3044"/>
                    <a:pt x="1629" y="2732"/>
                    <a:pt x="1661" y="2096"/>
                  </a:cubicBezTo>
                  <a:cubicBezTo>
                    <a:pt x="1682" y="1684"/>
                    <a:pt x="1441" y="1425"/>
                    <a:pt x="1127" y="1257"/>
                  </a:cubicBezTo>
                  <a:lnTo>
                    <a:pt x="1127" y="1257"/>
                  </a:lnTo>
                  <a:cubicBezTo>
                    <a:pt x="1425" y="1126"/>
                    <a:pt x="1654" y="902"/>
                    <a:pt x="1620" y="515"/>
                  </a:cubicBezTo>
                  <a:cubicBezTo>
                    <a:pt x="1583" y="81"/>
                    <a:pt x="1304" y="14"/>
                    <a:pt x="987" y="14"/>
                  </a:cubicBezTo>
                  <a:cubicBezTo>
                    <a:pt x="848" y="14"/>
                    <a:pt x="701" y="27"/>
                    <a:pt x="564" y="27"/>
                  </a:cubicBezTo>
                  <a:cubicBezTo>
                    <a:pt x="479" y="27"/>
                    <a:pt x="398" y="22"/>
                    <a:pt x="325" y="6"/>
                  </a:cubicBezTo>
                  <a:cubicBezTo>
                    <a:pt x="308" y="3"/>
                    <a:pt x="293" y="1"/>
                    <a:pt x="2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9"/>
            <p:cNvSpPr/>
            <p:nvPr/>
          </p:nvSpPr>
          <p:spPr>
            <a:xfrm>
              <a:off x="545050" y="783638"/>
              <a:ext cx="49175" cy="82175"/>
            </a:xfrm>
            <a:custGeom>
              <a:rect b="b" l="l" r="r" t="t"/>
              <a:pathLst>
                <a:path extrusionOk="0" h="3287" w="1967">
                  <a:moveTo>
                    <a:pt x="480" y="410"/>
                  </a:moveTo>
                  <a:cubicBezTo>
                    <a:pt x="1097" y="508"/>
                    <a:pt x="1603" y="1074"/>
                    <a:pt x="1517" y="1728"/>
                  </a:cubicBezTo>
                  <a:cubicBezTo>
                    <a:pt x="1442" y="2290"/>
                    <a:pt x="1024" y="2694"/>
                    <a:pt x="508" y="2853"/>
                  </a:cubicBezTo>
                  <a:lnTo>
                    <a:pt x="508" y="2853"/>
                  </a:lnTo>
                  <a:cubicBezTo>
                    <a:pt x="410" y="2040"/>
                    <a:pt x="403" y="1225"/>
                    <a:pt x="480" y="410"/>
                  </a:cubicBezTo>
                  <a:close/>
                  <a:moveTo>
                    <a:pt x="330" y="1"/>
                  </a:moveTo>
                  <a:cubicBezTo>
                    <a:pt x="323" y="1"/>
                    <a:pt x="316" y="1"/>
                    <a:pt x="309" y="2"/>
                  </a:cubicBezTo>
                  <a:lnTo>
                    <a:pt x="309" y="2"/>
                  </a:lnTo>
                  <a:cubicBezTo>
                    <a:pt x="308" y="2"/>
                    <a:pt x="308" y="2"/>
                    <a:pt x="307" y="2"/>
                  </a:cubicBezTo>
                  <a:cubicBezTo>
                    <a:pt x="228" y="2"/>
                    <a:pt x="174" y="42"/>
                    <a:pt x="145" y="96"/>
                  </a:cubicBezTo>
                  <a:lnTo>
                    <a:pt x="145" y="96"/>
                  </a:lnTo>
                  <a:cubicBezTo>
                    <a:pt x="128" y="121"/>
                    <a:pt x="117" y="152"/>
                    <a:pt x="112" y="188"/>
                  </a:cubicBezTo>
                  <a:cubicBezTo>
                    <a:pt x="1" y="1179"/>
                    <a:pt x="19" y="2158"/>
                    <a:pt x="155" y="3146"/>
                  </a:cubicBezTo>
                  <a:cubicBezTo>
                    <a:pt x="169" y="3243"/>
                    <a:pt x="269" y="3286"/>
                    <a:pt x="356" y="3286"/>
                  </a:cubicBezTo>
                  <a:cubicBezTo>
                    <a:pt x="370" y="3286"/>
                    <a:pt x="384" y="3285"/>
                    <a:pt x="397" y="3283"/>
                  </a:cubicBezTo>
                  <a:cubicBezTo>
                    <a:pt x="1239" y="3140"/>
                    <a:pt x="1966" y="2410"/>
                    <a:pt x="1923" y="1519"/>
                  </a:cubicBezTo>
                  <a:cubicBezTo>
                    <a:pt x="1883" y="686"/>
                    <a:pt x="1175" y="46"/>
                    <a:pt x="367" y="4"/>
                  </a:cubicBezTo>
                  <a:lnTo>
                    <a:pt x="367" y="4"/>
                  </a:lnTo>
                  <a:cubicBezTo>
                    <a:pt x="355" y="2"/>
                    <a:pt x="343" y="1"/>
                    <a:pt x="3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9"/>
            <p:cNvSpPr/>
            <p:nvPr/>
          </p:nvSpPr>
          <p:spPr>
            <a:xfrm>
              <a:off x="597250" y="766288"/>
              <a:ext cx="34975" cy="38900"/>
            </a:xfrm>
            <a:custGeom>
              <a:rect b="b" l="l" r="r" t="t"/>
              <a:pathLst>
                <a:path extrusionOk="0" h="1556" w="1399">
                  <a:moveTo>
                    <a:pt x="416" y="1"/>
                  </a:moveTo>
                  <a:cubicBezTo>
                    <a:pt x="338" y="1"/>
                    <a:pt x="258" y="22"/>
                    <a:pt x="182" y="68"/>
                  </a:cubicBezTo>
                  <a:cubicBezTo>
                    <a:pt x="1" y="177"/>
                    <a:pt x="113" y="437"/>
                    <a:pt x="282" y="437"/>
                  </a:cubicBezTo>
                  <a:cubicBezTo>
                    <a:pt x="314" y="437"/>
                    <a:pt x="348" y="428"/>
                    <a:pt x="382" y="407"/>
                  </a:cubicBezTo>
                  <a:cubicBezTo>
                    <a:pt x="403" y="394"/>
                    <a:pt x="421" y="389"/>
                    <a:pt x="438" y="389"/>
                  </a:cubicBezTo>
                  <a:cubicBezTo>
                    <a:pt x="540" y="389"/>
                    <a:pt x="563" y="601"/>
                    <a:pt x="537" y="675"/>
                  </a:cubicBezTo>
                  <a:cubicBezTo>
                    <a:pt x="485" y="815"/>
                    <a:pt x="368" y="926"/>
                    <a:pt x="266" y="1032"/>
                  </a:cubicBezTo>
                  <a:cubicBezTo>
                    <a:pt x="175" y="1127"/>
                    <a:pt x="200" y="1271"/>
                    <a:pt x="306" y="1342"/>
                  </a:cubicBezTo>
                  <a:cubicBezTo>
                    <a:pt x="521" y="1482"/>
                    <a:pt x="762" y="1556"/>
                    <a:pt x="1015" y="1556"/>
                  </a:cubicBezTo>
                  <a:cubicBezTo>
                    <a:pt x="1058" y="1556"/>
                    <a:pt x="1102" y="1554"/>
                    <a:pt x="1147" y="1549"/>
                  </a:cubicBezTo>
                  <a:cubicBezTo>
                    <a:pt x="1389" y="1524"/>
                    <a:pt x="1398" y="1154"/>
                    <a:pt x="1171" y="1154"/>
                  </a:cubicBezTo>
                  <a:cubicBezTo>
                    <a:pt x="1163" y="1154"/>
                    <a:pt x="1155" y="1155"/>
                    <a:pt x="1147" y="1156"/>
                  </a:cubicBezTo>
                  <a:cubicBezTo>
                    <a:pt x="1107" y="1160"/>
                    <a:pt x="1068" y="1162"/>
                    <a:pt x="1030" y="1162"/>
                  </a:cubicBezTo>
                  <a:cubicBezTo>
                    <a:pt x="923" y="1162"/>
                    <a:pt x="821" y="1145"/>
                    <a:pt x="723" y="1111"/>
                  </a:cubicBezTo>
                  <a:lnTo>
                    <a:pt x="723" y="1111"/>
                  </a:lnTo>
                  <a:cubicBezTo>
                    <a:pt x="891" y="899"/>
                    <a:pt x="1017" y="647"/>
                    <a:pt x="919" y="377"/>
                  </a:cubicBezTo>
                  <a:cubicBezTo>
                    <a:pt x="840" y="159"/>
                    <a:pt x="634" y="1"/>
                    <a:pt x="4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9"/>
            <p:cNvSpPr/>
            <p:nvPr/>
          </p:nvSpPr>
          <p:spPr>
            <a:xfrm>
              <a:off x="649100" y="814988"/>
              <a:ext cx="33425" cy="11600"/>
            </a:xfrm>
            <a:custGeom>
              <a:rect b="b" l="l" r="r" t="t"/>
              <a:pathLst>
                <a:path extrusionOk="0" h="464" w="1337">
                  <a:moveTo>
                    <a:pt x="1060" y="0"/>
                  </a:moveTo>
                  <a:cubicBezTo>
                    <a:pt x="1043" y="0"/>
                    <a:pt x="1024" y="3"/>
                    <a:pt x="1005" y="8"/>
                  </a:cubicBezTo>
                  <a:cubicBezTo>
                    <a:pt x="843" y="50"/>
                    <a:pt x="683" y="69"/>
                    <a:pt x="521" y="69"/>
                  </a:cubicBezTo>
                  <a:cubicBezTo>
                    <a:pt x="431" y="69"/>
                    <a:pt x="340" y="63"/>
                    <a:pt x="248" y="52"/>
                  </a:cubicBezTo>
                  <a:cubicBezTo>
                    <a:pt x="238" y="51"/>
                    <a:pt x="228" y="50"/>
                    <a:pt x="219" y="50"/>
                  </a:cubicBezTo>
                  <a:cubicBezTo>
                    <a:pt x="1" y="50"/>
                    <a:pt x="12" y="414"/>
                    <a:pt x="251" y="446"/>
                  </a:cubicBezTo>
                  <a:cubicBezTo>
                    <a:pt x="344" y="458"/>
                    <a:pt x="438" y="464"/>
                    <a:pt x="530" y="464"/>
                  </a:cubicBezTo>
                  <a:cubicBezTo>
                    <a:pt x="725" y="464"/>
                    <a:pt x="919" y="438"/>
                    <a:pt x="1111" y="387"/>
                  </a:cubicBezTo>
                  <a:cubicBezTo>
                    <a:pt x="1337" y="328"/>
                    <a:pt x="1267" y="0"/>
                    <a:pt x="10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9"/>
            <p:cNvSpPr/>
            <p:nvPr/>
          </p:nvSpPr>
          <p:spPr>
            <a:xfrm>
              <a:off x="705825" y="769188"/>
              <a:ext cx="44300" cy="57250"/>
            </a:xfrm>
            <a:custGeom>
              <a:rect b="b" l="l" r="r" t="t"/>
              <a:pathLst>
                <a:path extrusionOk="0" h="2290" w="1772">
                  <a:moveTo>
                    <a:pt x="1493" y="1"/>
                  </a:moveTo>
                  <a:cubicBezTo>
                    <a:pt x="1432" y="1"/>
                    <a:pt x="1372" y="27"/>
                    <a:pt x="1329" y="89"/>
                  </a:cubicBezTo>
                  <a:cubicBezTo>
                    <a:pt x="911" y="695"/>
                    <a:pt x="490" y="1299"/>
                    <a:pt x="72" y="1904"/>
                  </a:cubicBezTo>
                  <a:cubicBezTo>
                    <a:pt x="0" y="2007"/>
                    <a:pt x="72" y="2165"/>
                    <a:pt x="189" y="2193"/>
                  </a:cubicBezTo>
                  <a:cubicBezTo>
                    <a:pt x="455" y="2257"/>
                    <a:pt x="717" y="2290"/>
                    <a:pt x="984" y="2290"/>
                  </a:cubicBezTo>
                  <a:cubicBezTo>
                    <a:pt x="1104" y="2290"/>
                    <a:pt x="1225" y="2283"/>
                    <a:pt x="1347" y="2269"/>
                  </a:cubicBezTo>
                  <a:cubicBezTo>
                    <a:pt x="1588" y="2242"/>
                    <a:pt x="1599" y="1874"/>
                    <a:pt x="1373" y="1874"/>
                  </a:cubicBezTo>
                  <a:cubicBezTo>
                    <a:pt x="1365" y="1874"/>
                    <a:pt x="1356" y="1875"/>
                    <a:pt x="1347" y="1876"/>
                  </a:cubicBezTo>
                  <a:cubicBezTo>
                    <a:pt x="1225" y="1889"/>
                    <a:pt x="1105" y="1896"/>
                    <a:pt x="986" y="1896"/>
                  </a:cubicBezTo>
                  <a:cubicBezTo>
                    <a:pt x="849" y="1896"/>
                    <a:pt x="713" y="1886"/>
                    <a:pt x="576" y="1867"/>
                  </a:cubicBezTo>
                  <a:lnTo>
                    <a:pt x="576" y="1867"/>
                  </a:lnTo>
                  <a:cubicBezTo>
                    <a:pt x="941" y="1341"/>
                    <a:pt x="1307" y="815"/>
                    <a:pt x="1671" y="289"/>
                  </a:cubicBezTo>
                  <a:cubicBezTo>
                    <a:pt x="1771" y="142"/>
                    <a:pt x="1633" y="1"/>
                    <a:pt x="149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9"/>
            <p:cNvSpPr/>
            <p:nvPr/>
          </p:nvSpPr>
          <p:spPr>
            <a:xfrm>
              <a:off x="735700" y="798238"/>
              <a:ext cx="14900" cy="51700"/>
            </a:xfrm>
            <a:custGeom>
              <a:rect b="b" l="l" r="r" t="t"/>
              <a:pathLst>
                <a:path extrusionOk="0" h="2068" w="596">
                  <a:moveTo>
                    <a:pt x="356" y="1"/>
                  </a:moveTo>
                  <a:cubicBezTo>
                    <a:pt x="278" y="1"/>
                    <a:pt x="205" y="43"/>
                    <a:pt x="182" y="142"/>
                  </a:cubicBezTo>
                  <a:cubicBezTo>
                    <a:pt x="52" y="715"/>
                    <a:pt x="1" y="1290"/>
                    <a:pt x="32" y="1877"/>
                  </a:cubicBezTo>
                  <a:cubicBezTo>
                    <a:pt x="39" y="2004"/>
                    <a:pt x="141" y="2068"/>
                    <a:pt x="240" y="2068"/>
                  </a:cubicBezTo>
                  <a:cubicBezTo>
                    <a:pt x="338" y="2068"/>
                    <a:pt x="433" y="2005"/>
                    <a:pt x="426" y="1877"/>
                  </a:cubicBezTo>
                  <a:cubicBezTo>
                    <a:pt x="396" y="1326"/>
                    <a:pt x="439" y="785"/>
                    <a:pt x="562" y="245"/>
                  </a:cubicBezTo>
                  <a:cubicBezTo>
                    <a:pt x="595" y="98"/>
                    <a:pt x="472" y="1"/>
                    <a:pt x="35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9"/>
            <p:cNvSpPr/>
            <p:nvPr/>
          </p:nvSpPr>
          <p:spPr>
            <a:xfrm>
              <a:off x="756875" y="778413"/>
              <a:ext cx="49975" cy="71725"/>
            </a:xfrm>
            <a:custGeom>
              <a:rect b="b" l="l" r="r" t="t"/>
              <a:pathLst>
                <a:path extrusionOk="0" h="2869" w="1999">
                  <a:moveTo>
                    <a:pt x="1420" y="0"/>
                  </a:moveTo>
                  <a:cubicBezTo>
                    <a:pt x="1350" y="0"/>
                    <a:pt x="1278" y="32"/>
                    <a:pt x="1244" y="94"/>
                  </a:cubicBezTo>
                  <a:cubicBezTo>
                    <a:pt x="811" y="849"/>
                    <a:pt x="420" y="1622"/>
                    <a:pt x="70" y="2418"/>
                  </a:cubicBezTo>
                  <a:cubicBezTo>
                    <a:pt x="1" y="2577"/>
                    <a:pt x="138" y="2720"/>
                    <a:pt x="264" y="2720"/>
                  </a:cubicBezTo>
                  <a:cubicBezTo>
                    <a:pt x="322" y="2720"/>
                    <a:pt x="377" y="2690"/>
                    <a:pt x="409" y="2617"/>
                  </a:cubicBezTo>
                  <a:cubicBezTo>
                    <a:pt x="683" y="1995"/>
                    <a:pt x="982" y="1387"/>
                    <a:pt x="1306" y="790"/>
                  </a:cubicBezTo>
                  <a:lnTo>
                    <a:pt x="1306" y="790"/>
                  </a:lnTo>
                  <a:cubicBezTo>
                    <a:pt x="1403" y="1435"/>
                    <a:pt x="1501" y="2081"/>
                    <a:pt x="1597" y="2726"/>
                  </a:cubicBezTo>
                  <a:cubicBezTo>
                    <a:pt x="1612" y="2826"/>
                    <a:pt x="1681" y="2869"/>
                    <a:pt x="1756" y="2869"/>
                  </a:cubicBezTo>
                  <a:cubicBezTo>
                    <a:pt x="1870" y="2869"/>
                    <a:pt x="1999" y="2770"/>
                    <a:pt x="1977" y="2620"/>
                  </a:cubicBezTo>
                  <a:cubicBezTo>
                    <a:pt x="1852" y="1794"/>
                    <a:pt x="1727" y="967"/>
                    <a:pt x="1603" y="141"/>
                  </a:cubicBezTo>
                  <a:cubicBezTo>
                    <a:pt x="1588" y="46"/>
                    <a:pt x="1505" y="0"/>
                    <a:pt x="142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9"/>
            <p:cNvSpPr/>
            <p:nvPr/>
          </p:nvSpPr>
          <p:spPr>
            <a:xfrm>
              <a:off x="765250" y="817938"/>
              <a:ext cx="39975" cy="13975"/>
            </a:xfrm>
            <a:custGeom>
              <a:rect b="b" l="l" r="r" t="t"/>
              <a:pathLst>
                <a:path extrusionOk="0" h="559" w="1599">
                  <a:moveTo>
                    <a:pt x="1295" y="1"/>
                  </a:moveTo>
                  <a:cubicBezTo>
                    <a:pt x="1283" y="1"/>
                    <a:pt x="1270" y="2"/>
                    <a:pt x="1256" y="4"/>
                  </a:cubicBezTo>
                  <a:lnTo>
                    <a:pt x="237" y="176"/>
                  </a:lnTo>
                  <a:cubicBezTo>
                    <a:pt x="1" y="214"/>
                    <a:pt x="84" y="558"/>
                    <a:pt x="307" y="558"/>
                  </a:cubicBezTo>
                  <a:cubicBezTo>
                    <a:pt x="319" y="558"/>
                    <a:pt x="331" y="557"/>
                    <a:pt x="343" y="555"/>
                  </a:cubicBezTo>
                  <a:lnTo>
                    <a:pt x="1362" y="384"/>
                  </a:lnTo>
                  <a:cubicBezTo>
                    <a:pt x="1598" y="343"/>
                    <a:pt x="1516" y="1"/>
                    <a:pt x="129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9"/>
            <p:cNvSpPr/>
            <p:nvPr/>
          </p:nvSpPr>
          <p:spPr>
            <a:xfrm>
              <a:off x="841000" y="786588"/>
              <a:ext cx="43125" cy="60725"/>
            </a:xfrm>
            <a:custGeom>
              <a:rect b="b" l="l" r="r" t="t"/>
              <a:pathLst>
                <a:path extrusionOk="0" h="2429" w="1725">
                  <a:moveTo>
                    <a:pt x="1286" y="1"/>
                  </a:moveTo>
                  <a:cubicBezTo>
                    <a:pt x="1270" y="1"/>
                    <a:pt x="1253" y="3"/>
                    <a:pt x="1236" y="7"/>
                  </a:cubicBezTo>
                  <a:cubicBezTo>
                    <a:pt x="584" y="165"/>
                    <a:pt x="0" y="772"/>
                    <a:pt x="115" y="1482"/>
                  </a:cubicBezTo>
                  <a:cubicBezTo>
                    <a:pt x="204" y="2028"/>
                    <a:pt x="697" y="2428"/>
                    <a:pt x="1229" y="2428"/>
                  </a:cubicBezTo>
                  <a:cubicBezTo>
                    <a:pt x="1318" y="2428"/>
                    <a:pt x="1408" y="2417"/>
                    <a:pt x="1497" y="2393"/>
                  </a:cubicBezTo>
                  <a:cubicBezTo>
                    <a:pt x="1725" y="2334"/>
                    <a:pt x="1653" y="2007"/>
                    <a:pt x="1448" y="2007"/>
                  </a:cubicBezTo>
                  <a:cubicBezTo>
                    <a:pt x="1430" y="2007"/>
                    <a:pt x="1412" y="2009"/>
                    <a:pt x="1393" y="2014"/>
                  </a:cubicBezTo>
                  <a:cubicBezTo>
                    <a:pt x="1337" y="2029"/>
                    <a:pt x="1281" y="2036"/>
                    <a:pt x="1225" y="2036"/>
                  </a:cubicBezTo>
                  <a:cubicBezTo>
                    <a:pt x="839" y="2036"/>
                    <a:pt x="491" y="1699"/>
                    <a:pt x="494" y="1297"/>
                  </a:cubicBezTo>
                  <a:cubicBezTo>
                    <a:pt x="500" y="826"/>
                    <a:pt x="915" y="488"/>
                    <a:pt x="1339" y="386"/>
                  </a:cubicBezTo>
                  <a:cubicBezTo>
                    <a:pt x="1569" y="332"/>
                    <a:pt x="1495" y="1"/>
                    <a:pt x="12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9"/>
            <p:cNvSpPr/>
            <p:nvPr/>
          </p:nvSpPr>
          <p:spPr>
            <a:xfrm>
              <a:off x="886475" y="778713"/>
              <a:ext cx="58675" cy="69900"/>
            </a:xfrm>
            <a:custGeom>
              <a:rect b="b" l="l" r="r" t="t"/>
              <a:pathLst>
                <a:path extrusionOk="0" h="2796" w="2347">
                  <a:moveTo>
                    <a:pt x="1339" y="455"/>
                  </a:moveTo>
                  <a:cubicBezTo>
                    <a:pt x="2020" y="809"/>
                    <a:pt x="2209" y="1924"/>
                    <a:pt x="1418" y="2311"/>
                  </a:cubicBezTo>
                  <a:cubicBezTo>
                    <a:pt x="1324" y="2356"/>
                    <a:pt x="1234" y="2377"/>
                    <a:pt x="1149" y="2377"/>
                  </a:cubicBezTo>
                  <a:cubicBezTo>
                    <a:pt x="417" y="2377"/>
                    <a:pt x="113" y="809"/>
                    <a:pt x="1194" y="614"/>
                  </a:cubicBezTo>
                  <a:cubicBezTo>
                    <a:pt x="1292" y="596"/>
                    <a:pt x="1336" y="529"/>
                    <a:pt x="1339" y="455"/>
                  </a:cubicBezTo>
                  <a:close/>
                  <a:moveTo>
                    <a:pt x="1224" y="0"/>
                  </a:moveTo>
                  <a:cubicBezTo>
                    <a:pt x="1098" y="0"/>
                    <a:pt x="1025" y="130"/>
                    <a:pt x="1045" y="242"/>
                  </a:cubicBezTo>
                  <a:lnTo>
                    <a:pt x="1045" y="242"/>
                  </a:lnTo>
                  <a:cubicBezTo>
                    <a:pt x="418" y="380"/>
                    <a:pt x="1" y="961"/>
                    <a:pt x="71" y="1606"/>
                  </a:cubicBezTo>
                  <a:cubicBezTo>
                    <a:pt x="129" y="2144"/>
                    <a:pt x="566" y="2796"/>
                    <a:pt x="1158" y="2796"/>
                  </a:cubicBezTo>
                  <a:cubicBezTo>
                    <a:pt x="1180" y="2796"/>
                    <a:pt x="1202" y="2795"/>
                    <a:pt x="1225" y="2793"/>
                  </a:cubicBezTo>
                  <a:cubicBezTo>
                    <a:pt x="1880" y="2740"/>
                    <a:pt x="2311" y="2026"/>
                    <a:pt x="2327" y="1423"/>
                  </a:cubicBezTo>
                  <a:cubicBezTo>
                    <a:pt x="2347" y="754"/>
                    <a:pt x="1910" y="202"/>
                    <a:pt x="1285" y="10"/>
                  </a:cubicBezTo>
                  <a:cubicBezTo>
                    <a:pt x="1263" y="3"/>
                    <a:pt x="1243" y="0"/>
                    <a:pt x="122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9"/>
            <p:cNvSpPr/>
            <p:nvPr/>
          </p:nvSpPr>
          <p:spPr>
            <a:xfrm>
              <a:off x="951375" y="779713"/>
              <a:ext cx="34725" cy="63200"/>
            </a:xfrm>
            <a:custGeom>
              <a:rect b="b" l="l" r="r" t="t"/>
              <a:pathLst>
                <a:path extrusionOk="0" h="2528" w="1389">
                  <a:moveTo>
                    <a:pt x="881" y="0"/>
                  </a:moveTo>
                  <a:cubicBezTo>
                    <a:pt x="852" y="0"/>
                    <a:pt x="821" y="7"/>
                    <a:pt x="789" y="23"/>
                  </a:cubicBezTo>
                  <a:cubicBezTo>
                    <a:pt x="428" y="202"/>
                    <a:pt x="43" y="636"/>
                    <a:pt x="222" y="1071"/>
                  </a:cubicBezTo>
                  <a:cubicBezTo>
                    <a:pt x="293" y="1244"/>
                    <a:pt x="438" y="1337"/>
                    <a:pt x="600" y="1420"/>
                  </a:cubicBezTo>
                  <a:cubicBezTo>
                    <a:pt x="684" y="1463"/>
                    <a:pt x="845" y="1499"/>
                    <a:pt x="898" y="1578"/>
                  </a:cubicBezTo>
                  <a:cubicBezTo>
                    <a:pt x="1168" y="1980"/>
                    <a:pt x="482" y="2103"/>
                    <a:pt x="250" y="2132"/>
                  </a:cubicBezTo>
                  <a:cubicBezTo>
                    <a:pt x="11" y="2163"/>
                    <a:pt x="0" y="2527"/>
                    <a:pt x="222" y="2527"/>
                  </a:cubicBezTo>
                  <a:cubicBezTo>
                    <a:pt x="231" y="2527"/>
                    <a:pt x="240" y="2527"/>
                    <a:pt x="250" y="2525"/>
                  </a:cubicBezTo>
                  <a:cubicBezTo>
                    <a:pt x="729" y="2465"/>
                    <a:pt x="1389" y="2288"/>
                    <a:pt x="1346" y="1671"/>
                  </a:cubicBezTo>
                  <a:cubicBezTo>
                    <a:pt x="1331" y="1472"/>
                    <a:pt x="1225" y="1321"/>
                    <a:pt x="1062" y="1208"/>
                  </a:cubicBezTo>
                  <a:cubicBezTo>
                    <a:pt x="961" y="1140"/>
                    <a:pt x="800" y="1118"/>
                    <a:pt x="711" y="1035"/>
                  </a:cubicBezTo>
                  <a:cubicBezTo>
                    <a:pt x="401" y="742"/>
                    <a:pt x="767" y="471"/>
                    <a:pt x="989" y="361"/>
                  </a:cubicBezTo>
                  <a:cubicBezTo>
                    <a:pt x="1184" y="265"/>
                    <a:pt x="1064" y="0"/>
                    <a:pt x="88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9"/>
            <p:cNvSpPr/>
            <p:nvPr/>
          </p:nvSpPr>
          <p:spPr>
            <a:xfrm>
              <a:off x="1020575" y="765138"/>
              <a:ext cx="45775" cy="97200"/>
            </a:xfrm>
            <a:custGeom>
              <a:rect b="b" l="l" r="r" t="t"/>
              <a:pathLst>
                <a:path extrusionOk="0" h="3888" w="1831">
                  <a:moveTo>
                    <a:pt x="462" y="411"/>
                  </a:moveTo>
                  <a:lnTo>
                    <a:pt x="462" y="411"/>
                  </a:lnTo>
                  <a:cubicBezTo>
                    <a:pt x="842" y="459"/>
                    <a:pt x="1483" y="592"/>
                    <a:pt x="1172" y="1150"/>
                  </a:cubicBezTo>
                  <a:cubicBezTo>
                    <a:pt x="1048" y="1370"/>
                    <a:pt x="694" y="1483"/>
                    <a:pt x="413" y="1533"/>
                  </a:cubicBezTo>
                  <a:lnTo>
                    <a:pt x="413" y="1533"/>
                  </a:lnTo>
                  <a:cubicBezTo>
                    <a:pt x="420" y="1159"/>
                    <a:pt x="436" y="785"/>
                    <a:pt x="462" y="411"/>
                  </a:cubicBezTo>
                  <a:close/>
                  <a:moveTo>
                    <a:pt x="410" y="1960"/>
                  </a:moveTo>
                  <a:cubicBezTo>
                    <a:pt x="620" y="1968"/>
                    <a:pt x="820" y="1997"/>
                    <a:pt x="990" y="2155"/>
                  </a:cubicBezTo>
                  <a:cubicBezTo>
                    <a:pt x="1230" y="2214"/>
                    <a:pt x="1290" y="2350"/>
                    <a:pt x="1164" y="2564"/>
                  </a:cubicBezTo>
                  <a:cubicBezTo>
                    <a:pt x="1180" y="2783"/>
                    <a:pt x="1086" y="2932"/>
                    <a:pt x="878" y="3014"/>
                  </a:cubicBezTo>
                  <a:cubicBezTo>
                    <a:pt x="734" y="3114"/>
                    <a:pt x="589" y="3199"/>
                    <a:pt x="451" y="3294"/>
                  </a:cubicBezTo>
                  <a:lnTo>
                    <a:pt x="451" y="3294"/>
                  </a:lnTo>
                  <a:cubicBezTo>
                    <a:pt x="424" y="2850"/>
                    <a:pt x="410" y="2405"/>
                    <a:pt x="410" y="1960"/>
                  </a:cubicBezTo>
                  <a:close/>
                  <a:moveTo>
                    <a:pt x="301" y="1"/>
                  </a:moveTo>
                  <a:cubicBezTo>
                    <a:pt x="203" y="1"/>
                    <a:pt x="149" y="68"/>
                    <a:pt x="137" y="147"/>
                  </a:cubicBezTo>
                  <a:lnTo>
                    <a:pt x="137" y="147"/>
                  </a:lnTo>
                  <a:cubicBezTo>
                    <a:pt x="106" y="178"/>
                    <a:pt x="83" y="221"/>
                    <a:pt x="79" y="277"/>
                  </a:cubicBezTo>
                  <a:cubicBezTo>
                    <a:pt x="44" y="748"/>
                    <a:pt x="24" y="1219"/>
                    <a:pt x="19" y="1689"/>
                  </a:cubicBezTo>
                  <a:lnTo>
                    <a:pt x="19" y="1689"/>
                  </a:lnTo>
                  <a:cubicBezTo>
                    <a:pt x="1" y="1736"/>
                    <a:pt x="1" y="1789"/>
                    <a:pt x="18" y="1835"/>
                  </a:cubicBezTo>
                  <a:lnTo>
                    <a:pt x="18" y="1835"/>
                  </a:lnTo>
                  <a:cubicBezTo>
                    <a:pt x="15" y="2453"/>
                    <a:pt x="37" y="3071"/>
                    <a:pt x="86" y="3691"/>
                  </a:cubicBezTo>
                  <a:cubicBezTo>
                    <a:pt x="94" y="3802"/>
                    <a:pt x="191" y="3888"/>
                    <a:pt x="292" y="3888"/>
                  </a:cubicBezTo>
                  <a:cubicBezTo>
                    <a:pt x="337" y="3888"/>
                    <a:pt x="383" y="3870"/>
                    <a:pt x="421" y="3830"/>
                  </a:cubicBezTo>
                  <a:cubicBezTo>
                    <a:pt x="839" y="3393"/>
                    <a:pt x="1830" y="3121"/>
                    <a:pt x="1644" y="2327"/>
                  </a:cubicBezTo>
                  <a:cubicBezTo>
                    <a:pt x="1568" y="2005"/>
                    <a:pt x="1350" y="1818"/>
                    <a:pt x="1081" y="1709"/>
                  </a:cubicBezTo>
                  <a:lnTo>
                    <a:pt x="1081" y="1709"/>
                  </a:lnTo>
                  <a:cubicBezTo>
                    <a:pt x="1433" y="1537"/>
                    <a:pt x="1729" y="1274"/>
                    <a:pt x="1760" y="908"/>
                  </a:cubicBezTo>
                  <a:cubicBezTo>
                    <a:pt x="1817" y="228"/>
                    <a:pt x="801" y="55"/>
                    <a:pt x="324" y="2"/>
                  </a:cubicBezTo>
                  <a:cubicBezTo>
                    <a:pt x="316" y="1"/>
                    <a:pt x="308" y="1"/>
                    <a:pt x="3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9"/>
            <p:cNvSpPr/>
            <p:nvPr/>
          </p:nvSpPr>
          <p:spPr>
            <a:xfrm>
              <a:off x="1068775" y="743138"/>
              <a:ext cx="28700" cy="44525"/>
            </a:xfrm>
            <a:custGeom>
              <a:rect b="b" l="l" r="r" t="t"/>
              <a:pathLst>
                <a:path extrusionOk="0" h="1781" w="1148">
                  <a:moveTo>
                    <a:pt x="493" y="0"/>
                  </a:moveTo>
                  <a:cubicBezTo>
                    <a:pt x="357" y="0"/>
                    <a:pt x="219" y="57"/>
                    <a:pt x="125" y="165"/>
                  </a:cubicBezTo>
                  <a:cubicBezTo>
                    <a:pt x="1" y="308"/>
                    <a:pt x="133" y="505"/>
                    <a:pt x="276" y="505"/>
                  </a:cubicBezTo>
                  <a:cubicBezTo>
                    <a:pt x="321" y="505"/>
                    <a:pt x="366" y="486"/>
                    <a:pt x="406" y="441"/>
                  </a:cubicBezTo>
                  <a:cubicBezTo>
                    <a:pt x="439" y="405"/>
                    <a:pt x="463" y="387"/>
                    <a:pt x="477" y="387"/>
                  </a:cubicBezTo>
                  <a:cubicBezTo>
                    <a:pt x="499" y="387"/>
                    <a:pt x="499" y="427"/>
                    <a:pt x="478" y="508"/>
                  </a:cubicBezTo>
                  <a:cubicBezTo>
                    <a:pt x="432" y="528"/>
                    <a:pt x="392" y="553"/>
                    <a:pt x="352" y="581"/>
                  </a:cubicBezTo>
                  <a:cubicBezTo>
                    <a:pt x="310" y="614"/>
                    <a:pt x="273" y="650"/>
                    <a:pt x="246" y="696"/>
                  </a:cubicBezTo>
                  <a:cubicBezTo>
                    <a:pt x="184" y="806"/>
                    <a:pt x="185" y="938"/>
                    <a:pt x="258" y="1039"/>
                  </a:cubicBezTo>
                  <a:cubicBezTo>
                    <a:pt x="304" y="1103"/>
                    <a:pt x="361" y="1136"/>
                    <a:pt x="431" y="1136"/>
                  </a:cubicBezTo>
                  <a:cubicBezTo>
                    <a:pt x="447" y="1136"/>
                    <a:pt x="463" y="1134"/>
                    <a:pt x="480" y="1131"/>
                  </a:cubicBezTo>
                  <a:cubicBezTo>
                    <a:pt x="499" y="1128"/>
                    <a:pt x="519" y="1126"/>
                    <a:pt x="538" y="1126"/>
                  </a:cubicBezTo>
                  <a:cubicBezTo>
                    <a:pt x="610" y="1126"/>
                    <a:pt x="685" y="1150"/>
                    <a:pt x="722" y="1215"/>
                  </a:cubicBezTo>
                  <a:cubicBezTo>
                    <a:pt x="760" y="1284"/>
                    <a:pt x="723" y="1395"/>
                    <a:pt x="643" y="1395"/>
                  </a:cubicBezTo>
                  <a:cubicBezTo>
                    <a:pt x="626" y="1395"/>
                    <a:pt x="607" y="1390"/>
                    <a:pt x="586" y="1379"/>
                  </a:cubicBezTo>
                  <a:cubicBezTo>
                    <a:pt x="553" y="1360"/>
                    <a:pt x="520" y="1351"/>
                    <a:pt x="489" y="1351"/>
                  </a:cubicBezTo>
                  <a:cubicBezTo>
                    <a:pt x="315" y="1351"/>
                    <a:pt x="200" y="1612"/>
                    <a:pt x="387" y="1718"/>
                  </a:cubicBezTo>
                  <a:cubicBezTo>
                    <a:pt x="463" y="1761"/>
                    <a:pt x="545" y="1781"/>
                    <a:pt x="626" y="1781"/>
                  </a:cubicBezTo>
                  <a:cubicBezTo>
                    <a:pt x="888" y="1781"/>
                    <a:pt x="1140" y="1576"/>
                    <a:pt x="1145" y="1287"/>
                  </a:cubicBezTo>
                  <a:cubicBezTo>
                    <a:pt x="1147" y="1036"/>
                    <a:pt x="982" y="863"/>
                    <a:pt x="773" y="786"/>
                  </a:cubicBezTo>
                  <a:lnTo>
                    <a:pt x="773" y="786"/>
                  </a:lnTo>
                  <a:cubicBezTo>
                    <a:pt x="832" y="724"/>
                    <a:pt x="885" y="642"/>
                    <a:pt x="901" y="596"/>
                  </a:cubicBezTo>
                  <a:cubicBezTo>
                    <a:pt x="944" y="468"/>
                    <a:pt x="931" y="318"/>
                    <a:pt x="861" y="202"/>
                  </a:cubicBezTo>
                  <a:cubicBezTo>
                    <a:pt x="779" y="65"/>
                    <a:pt x="637" y="0"/>
                    <a:pt x="4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9"/>
            <p:cNvSpPr/>
            <p:nvPr/>
          </p:nvSpPr>
          <p:spPr>
            <a:xfrm>
              <a:off x="1117100" y="789363"/>
              <a:ext cx="9875" cy="51650"/>
            </a:xfrm>
            <a:custGeom>
              <a:rect b="b" l="l" r="r" t="t"/>
              <a:pathLst>
                <a:path extrusionOk="0" h="2066" w="395">
                  <a:moveTo>
                    <a:pt x="198" y="1"/>
                  </a:moveTo>
                  <a:cubicBezTo>
                    <a:pt x="100" y="1"/>
                    <a:pt x="1" y="64"/>
                    <a:pt x="0" y="191"/>
                  </a:cubicBezTo>
                  <a:lnTo>
                    <a:pt x="0" y="1874"/>
                  </a:lnTo>
                  <a:cubicBezTo>
                    <a:pt x="0" y="2002"/>
                    <a:pt x="99" y="2066"/>
                    <a:pt x="197" y="2066"/>
                  </a:cubicBezTo>
                  <a:cubicBezTo>
                    <a:pt x="296" y="2066"/>
                    <a:pt x="394" y="2002"/>
                    <a:pt x="394" y="1874"/>
                  </a:cubicBezTo>
                  <a:lnTo>
                    <a:pt x="394" y="191"/>
                  </a:lnTo>
                  <a:cubicBezTo>
                    <a:pt x="395" y="64"/>
                    <a:pt x="297" y="1"/>
                    <a:pt x="1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9"/>
            <p:cNvSpPr/>
            <p:nvPr/>
          </p:nvSpPr>
          <p:spPr>
            <a:xfrm>
              <a:off x="1102900" y="809338"/>
              <a:ext cx="42000" cy="9875"/>
            </a:xfrm>
            <a:custGeom>
              <a:rect b="b" l="l" r="r" t="t"/>
              <a:pathLst>
                <a:path extrusionOk="0" h="395" w="1680">
                  <a:moveTo>
                    <a:pt x="253" y="0"/>
                  </a:moveTo>
                  <a:cubicBezTo>
                    <a:pt x="0" y="0"/>
                    <a:pt x="0" y="394"/>
                    <a:pt x="253" y="394"/>
                  </a:cubicBezTo>
                  <a:lnTo>
                    <a:pt x="1426" y="394"/>
                  </a:lnTo>
                  <a:cubicBezTo>
                    <a:pt x="1679" y="394"/>
                    <a:pt x="1679" y="0"/>
                    <a:pt x="142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9"/>
            <p:cNvSpPr/>
            <p:nvPr/>
          </p:nvSpPr>
          <p:spPr>
            <a:xfrm>
              <a:off x="1173400" y="779063"/>
              <a:ext cx="42675" cy="56400"/>
            </a:xfrm>
            <a:custGeom>
              <a:rect b="b" l="l" r="r" t="t"/>
              <a:pathLst>
                <a:path extrusionOk="0" h="2256" w="1707">
                  <a:moveTo>
                    <a:pt x="1184" y="0"/>
                  </a:moveTo>
                  <a:cubicBezTo>
                    <a:pt x="1181" y="0"/>
                    <a:pt x="1179" y="0"/>
                    <a:pt x="1177" y="0"/>
                  </a:cubicBezTo>
                  <a:cubicBezTo>
                    <a:pt x="551" y="16"/>
                    <a:pt x="0" y="516"/>
                    <a:pt x="37" y="1167"/>
                  </a:cubicBezTo>
                  <a:cubicBezTo>
                    <a:pt x="83" y="1950"/>
                    <a:pt x="768" y="2235"/>
                    <a:pt x="1453" y="2255"/>
                  </a:cubicBezTo>
                  <a:cubicBezTo>
                    <a:pt x="1455" y="2255"/>
                    <a:pt x="1458" y="2255"/>
                    <a:pt x="1460" y="2255"/>
                  </a:cubicBezTo>
                  <a:cubicBezTo>
                    <a:pt x="1707" y="2255"/>
                    <a:pt x="1704" y="1868"/>
                    <a:pt x="1453" y="1861"/>
                  </a:cubicBezTo>
                  <a:cubicBezTo>
                    <a:pt x="989" y="1848"/>
                    <a:pt x="504" y="1727"/>
                    <a:pt x="437" y="1189"/>
                  </a:cubicBezTo>
                  <a:cubicBezTo>
                    <a:pt x="381" y="748"/>
                    <a:pt x="753" y="404"/>
                    <a:pt x="1177" y="393"/>
                  </a:cubicBezTo>
                  <a:cubicBezTo>
                    <a:pt x="1427" y="387"/>
                    <a:pt x="1432" y="0"/>
                    <a:pt x="118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9"/>
            <p:cNvSpPr/>
            <p:nvPr/>
          </p:nvSpPr>
          <p:spPr>
            <a:xfrm>
              <a:off x="1242175" y="762838"/>
              <a:ext cx="46550" cy="81775"/>
            </a:xfrm>
            <a:custGeom>
              <a:rect b="b" l="l" r="r" t="t"/>
              <a:pathLst>
                <a:path extrusionOk="0" h="3271" w="1862">
                  <a:moveTo>
                    <a:pt x="1387" y="0"/>
                  </a:moveTo>
                  <a:cubicBezTo>
                    <a:pt x="838" y="0"/>
                    <a:pt x="341" y="386"/>
                    <a:pt x="394" y="999"/>
                  </a:cubicBezTo>
                  <a:cubicBezTo>
                    <a:pt x="417" y="1261"/>
                    <a:pt x="546" y="1497"/>
                    <a:pt x="751" y="1664"/>
                  </a:cubicBezTo>
                  <a:cubicBezTo>
                    <a:pt x="825" y="1724"/>
                    <a:pt x="910" y="1767"/>
                    <a:pt x="993" y="1815"/>
                  </a:cubicBezTo>
                  <a:cubicBezTo>
                    <a:pt x="1275" y="1976"/>
                    <a:pt x="1243" y="1866"/>
                    <a:pt x="1252" y="2296"/>
                  </a:cubicBezTo>
                  <a:cubicBezTo>
                    <a:pt x="1361" y="2539"/>
                    <a:pt x="1303" y="2685"/>
                    <a:pt x="1083" y="2732"/>
                  </a:cubicBezTo>
                  <a:cubicBezTo>
                    <a:pt x="987" y="2805"/>
                    <a:pt x="880" y="2842"/>
                    <a:pt x="759" y="2847"/>
                  </a:cubicBezTo>
                  <a:cubicBezTo>
                    <a:pt x="625" y="2874"/>
                    <a:pt x="491" y="2877"/>
                    <a:pt x="356" y="2877"/>
                  </a:cubicBezTo>
                  <a:cubicBezTo>
                    <a:pt x="322" y="2877"/>
                    <a:pt x="288" y="2877"/>
                    <a:pt x="254" y="2877"/>
                  </a:cubicBezTo>
                  <a:cubicBezTo>
                    <a:pt x="254" y="2877"/>
                    <a:pt x="253" y="2877"/>
                    <a:pt x="253" y="2877"/>
                  </a:cubicBezTo>
                  <a:cubicBezTo>
                    <a:pt x="1" y="2877"/>
                    <a:pt x="1" y="3269"/>
                    <a:pt x="254" y="3270"/>
                  </a:cubicBezTo>
                  <a:cubicBezTo>
                    <a:pt x="264" y="3271"/>
                    <a:pt x="273" y="3271"/>
                    <a:pt x="283" y="3271"/>
                  </a:cubicBezTo>
                  <a:cubicBezTo>
                    <a:pt x="910" y="3271"/>
                    <a:pt x="1704" y="3130"/>
                    <a:pt x="1819" y="2384"/>
                  </a:cubicBezTo>
                  <a:cubicBezTo>
                    <a:pt x="1862" y="2109"/>
                    <a:pt x="1767" y="1869"/>
                    <a:pt x="1557" y="1690"/>
                  </a:cubicBezTo>
                  <a:cubicBezTo>
                    <a:pt x="1411" y="1566"/>
                    <a:pt x="1217" y="1521"/>
                    <a:pt x="1069" y="1404"/>
                  </a:cubicBezTo>
                  <a:cubicBezTo>
                    <a:pt x="618" y="1054"/>
                    <a:pt x="780" y="384"/>
                    <a:pt x="1346" y="384"/>
                  </a:cubicBezTo>
                  <a:cubicBezTo>
                    <a:pt x="1384" y="384"/>
                    <a:pt x="1425" y="387"/>
                    <a:pt x="1466" y="393"/>
                  </a:cubicBezTo>
                  <a:cubicBezTo>
                    <a:pt x="1479" y="395"/>
                    <a:pt x="1491" y="396"/>
                    <a:pt x="1502" y="396"/>
                  </a:cubicBezTo>
                  <a:cubicBezTo>
                    <a:pt x="1720" y="396"/>
                    <a:pt x="1805" y="52"/>
                    <a:pt x="1567" y="14"/>
                  </a:cubicBezTo>
                  <a:cubicBezTo>
                    <a:pt x="1507" y="5"/>
                    <a:pt x="1447" y="0"/>
                    <a:pt x="13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39"/>
            <p:cNvSpPr/>
            <p:nvPr/>
          </p:nvSpPr>
          <p:spPr>
            <a:xfrm>
              <a:off x="1298825" y="773038"/>
              <a:ext cx="13650" cy="55150"/>
            </a:xfrm>
            <a:custGeom>
              <a:rect b="b" l="l" r="r" t="t"/>
              <a:pathLst>
                <a:path extrusionOk="0" h="2206" w="546">
                  <a:moveTo>
                    <a:pt x="196" y="0"/>
                  </a:moveTo>
                  <a:cubicBezTo>
                    <a:pt x="97" y="0"/>
                    <a:pt x="0" y="64"/>
                    <a:pt x="4" y="191"/>
                  </a:cubicBezTo>
                  <a:cubicBezTo>
                    <a:pt x="19" y="802"/>
                    <a:pt x="65" y="1411"/>
                    <a:pt x="137" y="2018"/>
                  </a:cubicBezTo>
                  <a:cubicBezTo>
                    <a:pt x="151" y="2143"/>
                    <a:pt x="258" y="2206"/>
                    <a:pt x="356" y="2206"/>
                  </a:cubicBezTo>
                  <a:cubicBezTo>
                    <a:pt x="455" y="2206"/>
                    <a:pt x="545" y="2143"/>
                    <a:pt x="530" y="2018"/>
                  </a:cubicBezTo>
                  <a:cubicBezTo>
                    <a:pt x="459" y="1411"/>
                    <a:pt x="413" y="801"/>
                    <a:pt x="397" y="191"/>
                  </a:cubicBezTo>
                  <a:cubicBezTo>
                    <a:pt x="394" y="64"/>
                    <a:pt x="294" y="0"/>
                    <a:pt x="1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9"/>
            <p:cNvSpPr/>
            <p:nvPr/>
          </p:nvSpPr>
          <p:spPr>
            <a:xfrm>
              <a:off x="1326075" y="774688"/>
              <a:ext cx="13425" cy="59025"/>
            </a:xfrm>
            <a:custGeom>
              <a:rect b="b" l="l" r="r" t="t"/>
              <a:pathLst>
                <a:path extrusionOk="0" h="2361" w="537">
                  <a:moveTo>
                    <a:pt x="295" y="1"/>
                  </a:moveTo>
                  <a:cubicBezTo>
                    <a:pt x="220" y="1"/>
                    <a:pt x="150" y="44"/>
                    <a:pt x="135" y="142"/>
                  </a:cubicBezTo>
                  <a:cubicBezTo>
                    <a:pt x="24" y="820"/>
                    <a:pt x="0" y="1491"/>
                    <a:pt x="70" y="2172"/>
                  </a:cubicBezTo>
                  <a:cubicBezTo>
                    <a:pt x="82" y="2298"/>
                    <a:pt x="187" y="2361"/>
                    <a:pt x="286" y="2361"/>
                  </a:cubicBezTo>
                  <a:cubicBezTo>
                    <a:pt x="384" y="2361"/>
                    <a:pt x="476" y="2298"/>
                    <a:pt x="464" y="2172"/>
                  </a:cubicBezTo>
                  <a:cubicBezTo>
                    <a:pt x="397" y="1528"/>
                    <a:pt x="411" y="887"/>
                    <a:pt x="513" y="247"/>
                  </a:cubicBezTo>
                  <a:cubicBezTo>
                    <a:pt x="537" y="98"/>
                    <a:pt x="409" y="1"/>
                    <a:pt x="29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9"/>
            <p:cNvSpPr/>
            <p:nvPr/>
          </p:nvSpPr>
          <p:spPr>
            <a:xfrm>
              <a:off x="1328175" y="769338"/>
              <a:ext cx="42875" cy="62475"/>
            </a:xfrm>
            <a:custGeom>
              <a:rect b="b" l="l" r="r" t="t"/>
              <a:pathLst>
                <a:path extrusionOk="0" h="2499" w="1715">
                  <a:moveTo>
                    <a:pt x="1473" y="1"/>
                  </a:moveTo>
                  <a:cubicBezTo>
                    <a:pt x="1375" y="1"/>
                    <a:pt x="1280" y="64"/>
                    <a:pt x="1286" y="190"/>
                  </a:cubicBezTo>
                  <a:cubicBezTo>
                    <a:pt x="1312" y="725"/>
                    <a:pt x="1306" y="1255"/>
                    <a:pt x="1268" y="1786"/>
                  </a:cubicBezTo>
                  <a:lnTo>
                    <a:pt x="1268" y="1786"/>
                  </a:lnTo>
                  <a:cubicBezTo>
                    <a:pt x="938" y="1337"/>
                    <a:pt x="655" y="858"/>
                    <a:pt x="414" y="351"/>
                  </a:cubicBezTo>
                  <a:cubicBezTo>
                    <a:pt x="381" y="281"/>
                    <a:pt x="326" y="251"/>
                    <a:pt x="268" y="251"/>
                  </a:cubicBezTo>
                  <a:cubicBezTo>
                    <a:pt x="140" y="251"/>
                    <a:pt x="1" y="396"/>
                    <a:pt x="75" y="553"/>
                  </a:cubicBezTo>
                  <a:cubicBezTo>
                    <a:pt x="397" y="1233"/>
                    <a:pt x="799" y="1858"/>
                    <a:pt x="1279" y="2436"/>
                  </a:cubicBezTo>
                  <a:cubicBezTo>
                    <a:pt x="1316" y="2481"/>
                    <a:pt x="1360" y="2499"/>
                    <a:pt x="1403" y="2499"/>
                  </a:cubicBezTo>
                  <a:cubicBezTo>
                    <a:pt x="1504" y="2499"/>
                    <a:pt x="1604" y="2401"/>
                    <a:pt x="1615" y="2296"/>
                  </a:cubicBezTo>
                  <a:cubicBezTo>
                    <a:pt x="1693" y="1595"/>
                    <a:pt x="1714" y="895"/>
                    <a:pt x="1680" y="190"/>
                  </a:cubicBezTo>
                  <a:cubicBezTo>
                    <a:pt x="1673" y="64"/>
                    <a:pt x="1571" y="1"/>
                    <a:pt x="147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9"/>
            <p:cNvSpPr/>
            <p:nvPr/>
          </p:nvSpPr>
          <p:spPr>
            <a:xfrm>
              <a:off x="1407550" y="765438"/>
              <a:ext cx="44000" cy="66875"/>
            </a:xfrm>
            <a:custGeom>
              <a:rect b="b" l="l" r="r" t="t"/>
              <a:pathLst>
                <a:path extrusionOk="0" h="2675" w="1760">
                  <a:moveTo>
                    <a:pt x="442" y="397"/>
                  </a:moveTo>
                  <a:cubicBezTo>
                    <a:pt x="771" y="397"/>
                    <a:pt x="1284" y="440"/>
                    <a:pt x="1295" y="621"/>
                  </a:cubicBezTo>
                  <a:cubicBezTo>
                    <a:pt x="1299" y="691"/>
                    <a:pt x="994" y="869"/>
                    <a:pt x="943" y="897"/>
                  </a:cubicBezTo>
                  <a:cubicBezTo>
                    <a:pt x="829" y="963"/>
                    <a:pt x="713" y="1005"/>
                    <a:pt x="591" y="1036"/>
                  </a:cubicBezTo>
                  <a:lnTo>
                    <a:pt x="591" y="1036"/>
                  </a:lnTo>
                  <a:cubicBezTo>
                    <a:pt x="540" y="1041"/>
                    <a:pt x="487" y="1052"/>
                    <a:pt x="434" y="1069"/>
                  </a:cubicBezTo>
                  <a:cubicBezTo>
                    <a:pt x="429" y="1071"/>
                    <a:pt x="424" y="1073"/>
                    <a:pt x="419" y="1075"/>
                  </a:cubicBezTo>
                  <a:lnTo>
                    <a:pt x="419" y="1075"/>
                  </a:lnTo>
                  <a:cubicBezTo>
                    <a:pt x="419" y="857"/>
                    <a:pt x="419" y="639"/>
                    <a:pt x="419" y="421"/>
                  </a:cubicBezTo>
                  <a:cubicBezTo>
                    <a:pt x="419" y="413"/>
                    <a:pt x="418" y="405"/>
                    <a:pt x="417" y="397"/>
                  </a:cubicBezTo>
                  <a:lnTo>
                    <a:pt x="417" y="397"/>
                  </a:lnTo>
                  <a:cubicBezTo>
                    <a:pt x="425" y="397"/>
                    <a:pt x="434" y="397"/>
                    <a:pt x="442" y="397"/>
                  </a:cubicBezTo>
                  <a:close/>
                  <a:moveTo>
                    <a:pt x="656" y="1428"/>
                  </a:moveTo>
                  <a:cubicBezTo>
                    <a:pt x="963" y="1428"/>
                    <a:pt x="1018" y="1908"/>
                    <a:pt x="812" y="2103"/>
                  </a:cubicBezTo>
                  <a:cubicBezTo>
                    <a:pt x="708" y="2202"/>
                    <a:pt x="564" y="2249"/>
                    <a:pt x="420" y="2268"/>
                  </a:cubicBezTo>
                  <a:lnTo>
                    <a:pt x="420" y="2268"/>
                  </a:lnTo>
                  <a:cubicBezTo>
                    <a:pt x="419" y="1991"/>
                    <a:pt x="419" y="1714"/>
                    <a:pt x="419" y="1438"/>
                  </a:cubicBezTo>
                  <a:lnTo>
                    <a:pt x="419" y="1438"/>
                  </a:lnTo>
                  <a:cubicBezTo>
                    <a:pt x="442" y="1447"/>
                    <a:pt x="468" y="1453"/>
                    <a:pt x="497" y="1453"/>
                  </a:cubicBezTo>
                  <a:cubicBezTo>
                    <a:pt x="511" y="1453"/>
                    <a:pt x="525" y="1451"/>
                    <a:pt x="540" y="1449"/>
                  </a:cubicBezTo>
                  <a:cubicBezTo>
                    <a:pt x="568" y="1444"/>
                    <a:pt x="598" y="1437"/>
                    <a:pt x="630" y="1430"/>
                  </a:cubicBezTo>
                  <a:lnTo>
                    <a:pt x="630" y="1430"/>
                  </a:lnTo>
                  <a:cubicBezTo>
                    <a:pt x="639" y="1429"/>
                    <a:pt x="648" y="1428"/>
                    <a:pt x="656" y="1428"/>
                  </a:cubicBezTo>
                  <a:close/>
                  <a:moveTo>
                    <a:pt x="474" y="1"/>
                  </a:moveTo>
                  <a:cubicBezTo>
                    <a:pt x="374" y="1"/>
                    <a:pt x="287" y="5"/>
                    <a:pt x="223" y="11"/>
                  </a:cubicBezTo>
                  <a:cubicBezTo>
                    <a:pt x="58" y="26"/>
                    <a:pt x="1" y="202"/>
                    <a:pt x="53" y="314"/>
                  </a:cubicBezTo>
                  <a:lnTo>
                    <a:pt x="53" y="314"/>
                  </a:lnTo>
                  <a:cubicBezTo>
                    <a:pt x="34" y="343"/>
                    <a:pt x="22" y="379"/>
                    <a:pt x="22" y="422"/>
                  </a:cubicBezTo>
                  <a:cubicBezTo>
                    <a:pt x="25" y="1106"/>
                    <a:pt x="25" y="1792"/>
                    <a:pt x="26" y="2478"/>
                  </a:cubicBezTo>
                  <a:cubicBezTo>
                    <a:pt x="26" y="2584"/>
                    <a:pt x="115" y="2674"/>
                    <a:pt x="223" y="2674"/>
                  </a:cubicBezTo>
                  <a:cubicBezTo>
                    <a:pt x="758" y="2674"/>
                    <a:pt x="1345" y="2388"/>
                    <a:pt x="1371" y="1782"/>
                  </a:cubicBezTo>
                  <a:cubicBezTo>
                    <a:pt x="1380" y="1562"/>
                    <a:pt x="1295" y="1368"/>
                    <a:pt x="1157" y="1233"/>
                  </a:cubicBezTo>
                  <a:lnTo>
                    <a:pt x="1157" y="1233"/>
                  </a:lnTo>
                  <a:cubicBezTo>
                    <a:pt x="1473" y="1074"/>
                    <a:pt x="1760" y="837"/>
                    <a:pt x="1737" y="547"/>
                  </a:cubicBezTo>
                  <a:cubicBezTo>
                    <a:pt x="1702" y="98"/>
                    <a:pt x="945" y="1"/>
                    <a:pt x="47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39"/>
            <p:cNvSpPr/>
            <p:nvPr/>
          </p:nvSpPr>
          <p:spPr>
            <a:xfrm>
              <a:off x="549775" y="951938"/>
              <a:ext cx="53025" cy="64550"/>
            </a:xfrm>
            <a:custGeom>
              <a:rect b="b" l="l" r="r" t="t"/>
              <a:pathLst>
                <a:path extrusionOk="0" h="2582" w="2121">
                  <a:moveTo>
                    <a:pt x="1507" y="0"/>
                  </a:moveTo>
                  <a:cubicBezTo>
                    <a:pt x="727" y="0"/>
                    <a:pt x="0" y="733"/>
                    <a:pt x="167" y="1540"/>
                  </a:cubicBezTo>
                  <a:cubicBezTo>
                    <a:pt x="296" y="2165"/>
                    <a:pt x="891" y="2582"/>
                    <a:pt x="1501" y="2582"/>
                  </a:cubicBezTo>
                  <a:cubicBezTo>
                    <a:pt x="1636" y="2582"/>
                    <a:pt x="1773" y="2561"/>
                    <a:pt x="1905" y="2518"/>
                  </a:cubicBezTo>
                  <a:cubicBezTo>
                    <a:pt x="2121" y="2446"/>
                    <a:pt x="2057" y="2127"/>
                    <a:pt x="1864" y="2127"/>
                  </a:cubicBezTo>
                  <a:cubicBezTo>
                    <a:pt x="1844" y="2127"/>
                    <a:pt x="1822" y="2131"/>
                    <a:pt x="1799" y="2138"/>
                  </a:cubicBezTo>
                  <a:cubicBezTo>
                    <a:pt x="1700" y="2171"/>
                    <a:pt x="1597" y="2187"/>
                    <a:pt x="1494" y="2187"/>
                  </a:cubicBezTo>
                  <a:cubicBezTo>
                    <a:pt x="1100" y="2187"/>
                    <a:pt x="713" y="1955"/>
                    <a:pt x="580" y="1563"/>
                  </a:cubicBezTo>
                  <a:cubicBezTo>
                    <a:pt x="374" y="956"/>
                    <a:pt x="940" y="397"/>
                    <a:pt x="1525" y="397"/>
                  </a:cubicBezTo>
                  <a:cubicBezTo>
                    <a:pt x="1544" y="397"/>
                    <a:pt x="1563" y="398"/>
                    <a:pt x="1583" y="399"/>
                  </a:cubicBezTo>
                  <a:cubicBezTo>
                    <a:pt x="1587" y="399"/>
                    <a:pt x="1592" y="399"/>
                    <a:pt x="1596" y="399"/>
                  </a:cubicBezTo>
                  <a:cubicBezTo>
                    <a:pt x="1836" y="399"/>
                    <a:pt x="1831" y="19"/>
                    <a:pt x="1584" y="2"/>
                  </a:cubicBezTo>
                  <a:cubicBezTo>
                    <a:pt x="1558" y="1"/>
                    <a:pt x="1533" y="0"/>
                    <a:pt x="15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39"/>
            <p:cNvSpPr/>
            <p:nvPr/>
          </p:nvSpPr>
          <p:spPr>
            <a:xfrm>
              <a:off x="609775" y="922138"/>
              <a:ext cx="34750" cy="51525"/>
            </a:xfrm>
            <a:custGeom>
              <a:rect b="b" l="l" r="r" t="t"/>
              <a:pathLst>
                <a:path extrusionOk="0" h="2061" w="1390">
                  <a:moveTo>
                    <a:pt x="535" y="0"/>
                  </a:moveTo>
                  <a:cubicBezTo>
                    <a:pt x="422" y="0"/>
                    <a:pt x="306" y="25"/>
                    <a:pt x="200" y="74"/>
                  </a:cubicBezTo>
                  <a:cubicBezTo>
                    <a:pt x="0" y="164"/>
                    <a:pt x="125" y="433"/>
                    <a:pt x="312" y="433"/>
                  </a:cubicBezTo>
                  <a:cubicBezTo>
                    <a:pt x="340" y="433"/>
                    <a:pt x="369" y="427"/>
                    <a:pt x="399" y="413"/>
                  </a:cubicBezTo>
                  <a:cubicBezTo>
                    <a:pt x="449" y="390"/>
                    <a:pt x="495" y="380"/>
                    <a:pt x="537" y="380"/>
                  </a:cubicBezTo>
                  <a:cubicBezTo>
                    <a:pt x="796" y="380"/>
                    <a:pt x="893" y="767"/>
                    <a:pt x="601" y="912"/>
                  </a:cubicBezTo>
                  <a:cubicBezTo>
                    <a:pt x="445" y="990"/>
                    <a:pt x="492" y="1229"/>
                    <a:pt x="647" y="1272"/>
                  </a:cubicBezTo>
                  <a:cubicBezTo>
                    <a:pt x="697" y="1283"/>
                    <a:pt x="746" y="1299"/>
                    <a:pt x="793" y="1319"/>
                  </a:cubicBezTo>
                  <a:cubicBezTo>
                    <a:pt x="939" y="1352"/>
                    <a:pt x="925" y="1462"/>
                    <a:pt x="750" y="1645"/>
                  </a:cubicBezTo>
                  <a:cubicBezTo>
                    <a:pt x="707" y="1670"/>
                    <a:pt x="643" y="1678"/>
                    <a:pt x="577" y="1678"/>
                  </a:cubicBezTo>
                  <a:cubicBezTo>
                    <a:pt x="500" y="1678"/>
                    <a:pt x="419" y="1668"/>
                    <a:pt x="365" y="1665"/>
                  </a:cubicBezTo>
                  <a:cubicBezTo>
                    <a:pt x="362" y="1665"/>
                    <a:pt x="360" y="1665"/>
                    <a:pt x="357" y="1665"/>
                  </a:cubicBezTo>
                  <a:cubicBezTo>
                    <a:pt x="110" y="1665"/>
                    <a:pt x="116" y="2051"/>
                    <a:pt x="365" y="2059"/>
                  </a:cubicBezTo>
                  <a:cubicBezTo>
                    <a:pt x="395" y="2060"/>
                    <a:pt x="426" y="2061"/>
                    <a:pt x="457" y="2061"/>
                  </a:cubicBezTo>
                  <a:cubicBezTo>
                    <a:pt x="814" y="2061"/>
                    <a:pt x="1221" y="1976"/>
                    <a:pt x="1324" y="1577"/>
                  </a:cubicBezTo>
                  <a:cubicBezTo>
                    <a:pt x="1390" y="1316"/>
                    <a:pt x="1257" y="1138"/>
                    <a:pt x="1066" y="1022"/>
                  </a:cubicBezTo>
                  <a:lnTo>
                    <a:pt x="1066" y="1022"/>
                  </a:lnTo>
                  <a:cubicBezTo>
                    <a:pt x="1201" y="829"/>
                    <a:pt x="1239" y="572"/>
                    <a:pt x="1125" y="347"/>
                  </a:cubicBezTo>
                  <a:cubicBezTo>
                    <a:pt x="1007" y="111"/>
                    <a:pt x="775" y="0"/>
                    <a:pt x="5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9"/>
            <p:cNvSpPr/>
            <p:nvPr/>
          </p:nvSpPr>
          <p:spPr>
            <a:xfrm>
              <a:off x="647050" y="981113"/>
              <a:ext cx="34700" cy="9875"/>
            </a:xfrm>
            <a:custGeom>
              <a:rect b="b" l="l" r="r" t="t"/>
              <a:pathLst>
                <a:path extrusionOk="0" h="395" w="1388">
                  <a:moveTo>
                    <a:pt x="255" y="1"/>
                  </a:moveTo>
                  <a:cubicBezTo>
                    <a:pt x="1" y="1"/>
                    <a:pt x="1" y="394"/>
                    <a:pt x="255" y="394"/>
                  </a:cubicBezTo>
                  <a:lnTo>
                    <a:pt x="1134" y="394"/>
                  </a:lnTo>
                  <a:cubicBezTo>
                    <a:pt x="1388" y="394"/>
                    <a:pt x="1388" y="1"/>
                    <a:pt x="11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9"/>
            <p:cNvSpPr/>
            <p:nvPr/>
          </p:nvSpPr>
          <p:spPr>
            <a:xfrm>
              <a:off x="729925" y="947063"/>
              <a:ext cx="42525" cy="66950"/>
            </a:xfrm>
            <a:custGeom>
              <a:rect b="b" l="l" r="r" t="t"/>
              <a:pathLst>
                <a:path extrusionOk="0" h="2678" w="1701">
                  <a:moveTo>
                    <a:pt x="1423" y="1"/>
                  </a:moveTo>
                  <a:cubicBezTo>
                    <a:pt x="1363" y="1"/>
                    <a:pt x="1302" y="26"/>
                    <a:pt x="1259" y="89"/>
                  </a:cubicBezTo>
                  <a:cubicBezTo>
                    <a:pt x="754" y="819"/>
                    <a:pt x="355" y="1605"/>
                    <a:pt x="53" y="2438"/>
                  </a:cubicBezTo>
                  <a:cubicBezTo>
                    <a:pt x="1" y="2583"/>
                    <a:pt x="119" y="2677"/>
                    <a:pt x="240" y="2677"/>
                  </a:cubicBezTo>
                  <a:cubicBezTo>
                    <a:pt x="318" y="2677"/>
                    <a:pt x="398" y="2637"/>
                    <a:pt x="432" y="2544"/>
                  </a:cubicBezTo>
                  <a:cubicBezTo>
                    <a:pt x="721" y="1739"/>
                    <a:pt x="1113" y="991"/>
                    <a:pt x="1600" y="288"/>
                  </a:cubicBezTo>
                  <a:cubicBezTo>
                    <a:pt x="1700" y="141"/>
                    <a:pt x="1563" y="1"/>
                    <a:pt x="142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9"/>
            <p:cNvSpPr/>
            <p:nvPr/>
          </p:nvSpPr>
          <p:spPr>
            <a:xfrm>
              <a:off x="762925" y="944363"/>
              <a:ext cx="31375" cy="68650"/>
            </a:xfrm>
            <a:custGeom>
              <a:rect b="b" l="l" r="r" t="t"/>
              <a:pathLst>
                <a:path extrusionOk="0" h="2746" w="1255">
                  <a:moveTo>
                    <a:pt x="267" y="0"/>
                  </a:moveTo>
                  <a:cubicBezTo>
                    <a:pt x="138" y="0"/>
                    <a:pt x="1" y="144"/>
                    <a:pt x="75" y="301"/>
                  </a:cubicBezTo>
                  <a:cubicBezTo>
                    <a:pt x="426" y="1038"/>
                    <a:pt x="679" y="1804"/>
                    <a:pt x="844" y="2603"/>
                  </a:cubicBezTo>
                  <a:cubicBezTo>
                    <a:pt x="865" y="2702"/>
                    <a:pt x="937" y="2745"/>
                    <a:pt x="1014" y="2745"/>
                  </a:cubicBezTo>
                  <a:cubicBezTo>
                    <a:pt x="1130" y="2745"/>
                    <a:pt x="1254" y="2648"/>
                    <a:pt x="1223" y="2499"/>
                  </a:cubicBezTo>
                  <a:cubicBezTo>
                    <a:pt x="1052" y="1665"/>
                    <a:pt x="780" y="870"/>
                    <a:pt x="416" y="101"/>
                  </a:cubicBezTo>
                  <a:cubicBezTo>
                    <a:pt x="382" y="30"/>
                    <a:pt x="326" y="0"/>
                    <a:pt x="2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9"/>
            <p:cNvSpPr/>
            <p:nvPr/>
          </p:nvSpPr>
          <p:spPr>
            <a:xfrm>
              <a:off x="739725" y="981613"/>
              <a:ext cx="49150" cy="11725"/>
            </a:xfrm>
            <a:custGeom>
              <a:rect b="b" l="l" r="r" t="t"/>
              <a:pathLst>
                <a:path extrusionOk="0" h="469" w="1966">
                  <a:moveTo>
                    <a:pt x="1078" y="1"/>
                  </a:moveTo>
                  <a:cubicBezTo>
                    <a:pt x="797" y="1"/>
                    <a:pt x="517" y="29"/>
                    <a:pt x="235" y="85"/>
                  </a:cubicBezTo>
                  <a:cubicBezTo>
                    <a:pt x="0" y="130"/>
                    <a:pt x="79" y="469"/>
                    <a:pt x="296" y="469"/>
                  </a:cubicBezTo>
                  <a:cubicBezTo>
                    <a:pt x="309" y="469"/>
                    <a:pt x="323" y="467"/>
                    <a:pt x="338" y="465"/>
                  </a:cubicBezTo>
                  <a:cubicBezTo>
                    <a:pt x="586" y="415"/>
                    <a:pt x="837" y="390"/>
                    <a:pt x="1088" y="390"/>
                  </a:cubicBezTo>
                  <a:cubicBezTo>
                    <a:pt x="1266" y="390"/>
                    <a:pt x="1445" y="403"/>
                    <a:pt x="1623" y="429"/>
                  </a:cubicBezTo>
                  <a:cubicBezTo>
                    <a:pt x="1634" y="430"/>
                    <a:pt x="1645" y="431"/>
                    <a:pt x="1656" y="431"/>
                  </a:cubicBezTo>
                  <a:cubicBezTo>
                    <a:pt x="1881" y="431"/>
                    <a:pt x="1966" y="84"/>
                    <a:pt x="1729" y="49"/>
                  </a:cubicBezTo>
                  <a:cubicBezTo>
                    <a:pt x="1510" y="17"/>
                    <a:pt x="1294" y="1"/>
                    <a:pt x="10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9"/>
            <p:cNvSpPr/>
            <p:nvPr/>
          </p:nvSpPr>
          <p:spPr>
            <a:xfrm>
              <a:off x="787950" y="927838"/>
              <a:ext cx="35550" cy="34550"/>
            </a:xfrm>
            <a:custGeom>
              <a:rect b="b" l="l" r="r" t="t"/>
              <a:pathLst>
                <a:path extrusionOk="0" h="1382" w="1422">
                  <a:moveTo>
                    <a:pt x="449" y="1"/>
                  </a:moveTo>
                  <a:cubicBezTo>
                    <a:pt x="302" y="1"/>
                    <a:pt x="162" y="65"/>
                    <a:pt x="82" y="212"/>
                  </a:cubicBezTo>
                  <a:cubicBezTo>
                    <a:pt x="1" y="366"/>
                    <a:pt x="138" y="510"/>
                    <a:pt x="270" y="510"/>
                  </a:cubicBezTo>
                  <a:cubicBezTo>
                    <a:pt x="329" y="510"/>
                    <a:pt x="387" y="481"/>
                    <a:pt x="424" y="412"/>
                  </a:cubicBezTo>
                  <a:cubicBezTo>
                    <a:pt x="433" y="396"/>
                    <a:pt x="447" y="389"/>
                    <a:pt x="462" y="389"/>
                  </a:cubicBezTo>
                  <a:cubicBezTo>
                    <a:pt x="509" y="389"/>
                    <a:pt x="573" y="455"/>
                    <a:pt x="582" y="493"/>
                  </a:cubicBezTo>
                  <a:cubicBezTo>
                    <a:pt x="613" y="656"/>
                    <a:pt x="387" y="790"/>
                    <a:pt x="273" y="848"/>
                  </a:cubicBezTo>
                  <a:cubicBezTo>
                    <a:pt x="132" y="916"/>
                    <a:pt x="155" y="1113"/>
                    <a:pt x="273" y="1187"/>
                  </a:cubicBezTo>
                  <a:cubicBezTo>
                    <a:pt x="479" y="1319"/>
                    <a:pt x="704" y="1381"/>
                    <a:pt x="937" y="1381"/>
                  </a:cubicBezTo>
                  <a:cubicBezTo>
                    <a:pt x="1019" y="1381"/>
                    <a:pt x="1102" y="1374"/>
                    <a:pt x="1186" y="1359"/>
                  </a:cubicBezTo>
                  <a:cubicBezTo>
                    <a:pt x="1421" y="1317"/>
                    <a:pt x="1340" y="976"/>
                    <a:pt x="1121" y="976"/>
                  </a:cubicBezTo>
                  <a:cubicBezTo>
                    <a:pt x="1108" y="976"/>
                    <a:pt x="1095" y="977"/>
                    <a:pt x="1081" y="979"/>
                  </a:cubicBezTo>
                  <a:cubicBezTo>
                    <a:pt x="1032" y="988"/>
                    <a:pt x="984" y="993"/>
                    <a:pt x="936" y="993"/>
                  </a:cubicBezTo>
                  <a:cubicBezTo>
                    <a:pt x="876" y="993"/>
                    <a:pt x="817" y="986"/>
                    <a:pt x="759" y="972"/>
                  </a:cubicBezTo>
                  <a:lnTo>
                    <a:pt x="759" y="972"/>
                  </a:lnTo>
                  <a:cubicBezTo>
                    <a:pt x="955" y="770"/>
                    <a:pt x="1068" y="490"/>
                    <a:pt x="892" y="232"/>
                  </a:cubicBezTo>
                  <a:cubicBezTo>
                    <a:pt x="794" y="87"/>
                    <a:pt x="618" y="1"/>
                    <a:pt x="44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9"/>
            <p:cNvSpPr/>
            <p:nvPr/>
          </p:nvSpPr>
          <p:spPr>
            <a:xfrm>
              <a:off x="852100" y="966238"/>
              <a:ext cx="32700" cy="12000"/>
            </a:xfrm>
            <a:custGeom>
              <a:rect b="b" l="l" r="r" t="t"/>
              <a:pathLst>
                <a:path extrusionOk="0" h="480" w="1308">
                  <a:moveTo>
                    <a:pt x="1081" y="0"/>
                  </a:moveTo>
                  <a:cubicBezTo>
                    <a:pt x="1073" y="0"/>
                    <a:pt x="1065" y="1"/>
                    <a:pt x="1056" y="2"/>
                  </a:cubicBezTo>
                  <a:cubicBezTo>
                    <a:pt x="787" y="29"/>
                    <a:pt x="520" y="58"/>
                    <a:pt x="252" y="85"/>
                  </a:cubicBezTo>
                  <a:cubicBezTo>
                    <a:pt x="9" y="110"/>
                    <a:pt x="0" y="480"/>
                    <a:pt x="229" y="480"/>
                  </a:cubicBezTo>
                  <a:cubicBezTo>
                    <a:pt x="236" y="480"/>
                    <a:pt x="244" y="479"/>
                    <a:pt x="252" y="478"/>
                  </a:cubicBezTo>
                  <a:cubicBezTo>
                    <a:pt x="521" y="451"/>
                    <a:pt x="789" y="423"/>
                    <a:pt x="1056" y="395"/>
                  </a:cubicBezTo>
                  <a:cubicBezTo>
                    <a:pt x="1299" y="372"/>
                    <a:pt x="1308" y="0"/>
                    <a:pt x="108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9"/>
            <p:cNvSpPr/>
            <p:nvPr/>
          </p:nvSpPr>
          <p:spPr>
            <a:xfrm>
              <a:off x="914325" y="934988"/>
              <a:ext cx="44525" cy="67250"/>
            </a:xfrm>
            <a:custGeom>
              <a:rect b="b" l="l" r="r" t="t"/>
              <a:pathLst>
                <a:path extrusionOk="0" h="2690" w="1781">
                  <a:moveTo>
                    <a:pt x="861" y="1"/>
                  </a:moveTo>
                  <a:cubicBezTo>
                    <a:pt x="737" y="1"/>
                    <a:pt x="612" y="18"/>
                    <a:pt x="503" y="39"/>
                  </a:cubicBezTo>
                  <a:cubicBezTo>
                    <a:pt x="267" y="84"/>
                    <a:pt x="347" y="423"/>
                    <a:pt x="565" y="423"/>
                  </a:cubicBezTo>
                  <a:cubicBezTo>
                    <a:pt x="579" y="423"/>
                    <a:pt x="593" y="421"/>
                    <a:pt x="607" y="419"/>
                  </a:cubicBezTo>
                  <a:cubicBezTo>
                    <a:pt x="656" y="409"/>
                    <a:pt x="706" y="403"/>
                    <a:pt x="755" y="403"/>
                  </a:cubicBezTo>
                  <a:cubicBezTo>
                    <a:pt x="970" y="403"/>
                    <a:pt x="1142" y="511"/>
                    <a:pt x="927" y="819"/>
                  </a:cubicBezTo>
                  <a:cubicBezTo>
                    <a:pt x="836" y="950"/>
                    <a:pt x="672" y="1044"/>
                    <a:pt x="567" y="1173"/>
                  </a:cubicBezTo>
                  <a:cubicBezTo>
                    <a:pt x="468" y="1298"/>
                    <a:pt x="519" y="1509"/>
                    <a:pt x="701" y="1509"/>
                  </a:cubicBezTo>
                  <a:cubicBezTo>
                    <a:pt x="702" y="1509"/>
                    <a:pt x="704" y="1509"/>
                    <a:pt x="706" y="1509"/>
                  </a:cubicBezTo>
                  <a:cubicBezTo>
                    <a:pt x="740" y="1507"/>
                    <a:pt x="774" y="1506"/>
                    <a:pt x="807" y="1506"/>
                  </a:cubicBezTo>
                  <a:cubicBezTo>
                    <a:pt x="896" y="1506"/>
                    <a:pt x="985" y="1514"/>
                    <a:pt x="1071" y="1529"/>
                  </a:cubicBezTo>
                  <a:cubicBezTo>
                    <a:pt x="1284" y="1786"/>
                    <a:pt x="1257" y="1962"/>
                    <a:pt x="995" y="2062"/>
                  </a:cubicBezTo>
                  <a:cubicBezTo>
                    <a:pt x="766" y="2205"/>
                    <a:pt x="519" y="2274"/>
                    <a:pt x="252" y="2295"/>
                  </a:cubicBezTo>
                  <a:cubicBezTo>
                    <a:pt x="8" y="2316"/>
                    <a:pt x="1" y="2690"/>
                    <a:pt x="233" y="2690"/>
                  </a:cubicBezTo>
                  <a:cubicBezTo>
                    <a:pt x="239" y="2690"/>
                    <a:pt x="246" y="2690"/>
                    <a:pt x="252" y="2689"/>
                  </a:cubicBezTo>
                  <a:cubicBezTo>
                    <a:pt x="730" y="2649"/>
                    <a:pt x="1552" y="2423"/>
                    <a:pt x="1682" y="1869"/>
                  </a:cubicBezTo>
                  <a:cubicBezTo>
                    <a:pt x="1781" y="1455"/>
                    <a:pt x="1474" y="1246"/>
                    <a:pt x="1131" y="1161"/>
                  </a:cubicBezTo>
                  <a:lnTo>
                    <a:pt x="1131" y="1161"/>
                  </a:lnTo>
                  <a:cubicBezTo>
                    <a:pt x="1369" y="933"/>
                    <a:pt x="1597" y="683"/>
                    <a:pt x="1463" y="335"/>
                  </a:cubicBezTo>
                  <a:cubicBezTo>
                    <a:pt x="1362" y="74"/>
                    <a:pt x="1114" y="1"/>
                    <a:pt x="86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9"/>
            <p:cNvSpPr/>
            <p:nvPr/>
          </p:nvSpPr>
          <p:spPr>
            <a:xfrm>
              <a:off x="990575" y="933813"/>
              <a:ext cx="46300" cy="67125"/>
            </a:xfrm>
            <a:custGeom>
              <a:rect b="b" l="l" r="r" t="t"/>
              <a:pathLst>
                <a:path extrusionOk="0" h="2685" w="1852">
                  <a:moveTo>
                    <a:pt x="1396" y="1"/>
                  </a:moveTo>
                  <a:cubicBezTo>
                    <a:pt x="1390" y="1"/>
                    <a:pt x="1383" y="1"/>
                    <a:pt x="1377" y="2"/>
                  </a:cubicBezTo>
                  <a:cubicBezTo>
                    <a:pt x="642" y="65"/>
                    <a:pt x="1" y="687"/>
                    <a:pt x="62" y="1458"/>
                  </a:cubicBezTo>
                  <a:cubicBezTo>
                    <a:pt x="117" y="2166"/>
                    <a:pt x="774" y="2685"/>
                    <a:pt x="1456" y="2685"/>
                  </a:cubicBezTo>
                  <a:cubicBezTo>
                    <a:pt x="1504" y="2685"/>
                    <a:pt x="1551" y="2682"/>
                    <a:pt x="1599" y="2677"/>
                  </a:cubicBezTo>
                  <a:cubicBezTo>
                    <a:pt x="1839" y="2651"/>
                    <a:pt x="1851" y="2282"/>
                    <a:pt x="1623" y="2282"/>
                  </a:cubicBezTo>
                  <a:cubicBezTo>
                    <a:pt x="1615" y="2282"/>
                    <a:pt x="1607" y="2283"/>
                    <a:pt x="1599" y="2284"/>
                  </a:cubicBezTo>
                  <a:cubicBezTo>
                    <a:pt x="1560" y="2288"/>
                    <a:pt x="1521" y="2290"/>
                    <a:pt x="1483" y="2290"/>
                  </a:cubicBezTo>
                  <a:cubicBezTo>
                    <a:pt x="1025" y="2290"/>
                    <a:pt x="569" y="2004"/>
                    <a:pt x="468" y="1529"/>
                  </a:cubicBezTo>
                  <a:cubicBezTo>
                    <a:pt x="350" y="968"/>
                    <a:pt x="834" y="441"/>
                    <a:pt x="1377" y="395"/>
                  </a:cubicBezTo>
                  <a:cubicBezTo>
                    <a:pt x="1620" y="374"/>
                    <a:pt x="1630" y="1"/>
                    <a:pt x="13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39"/>
            <p:cNvSpPr/>
            <p:nvPr/>
          </p:nvSpPr>
          <p:spPr>
            <a:xfrm>
              <a:off x="1035650" y="935238"/>
              <a:ext cx="59200" cy="60075"/>
            </a:xfrm>
            <a:custGeom>
              <a:rect b="b" l="l" r="r" t="t"/>
              <a:pathLst>
                <a:path extrusionOk="0" h="2403" w="2368">
                  <a:moveTo>
                    <a:pt x="1007" y="422"/>
                  </a:moveTo>
                  <a:cubicBezTo>
                    <a:pt x="1038" y="422"/>
                    <a:pt x="1070" y="429"/>
                    <a:pt x="1101" y="444"/>
                  </a:cubicBezTo>
                  <a:cubicBezTo>
                    <a:pt x="1131" y="458"/>
                    <a:pt x="1161" y="464"/>
                    <a:pt x="1189" y="464"/>
                  </a:cubicBezTo>
                  <a:cubicBezTo>
                    <a:pt x="1232" y="464"/>
                    <a:pt x="1273" y="450"/>
                    <a:pt x="1306" y="426"/>
                  </a:cubicBezTo>
                  <a:lnTo>
                    <a:pt x="1306" y="426"/>
                  </a:lnTo>
                  <a:cubicBezTo>
                    <a:pt x="1623" y="564"/>
                    <a:pt x="1875" y="846"/>
                    <a:pt x="1890" y="1207"/>
                  </a:cubicBezTo>
                  <a:cubicBezTo>
                    <a:pt x="1904" y="1571"/>
                    <a:pt x="1655" y="1935"/>
                    <a:pt x="1289" y="1999"/>
                  </a:cubicBezTo>
                  <a:cubicBezTo>
                    <a:pt x="1222" y="2011"/>
                    <a:pt x="1160" y="2016"/>
                    <a:pt x="1103" y="2016"/>
                  </a:cubicBezTo>
                  <a:cubicBezTo>
                    <a:pt x="137" y="2016"/>
                    <a:pt x="540" y="422"/>
                    <a:pt x="1007" y="422"/>
                  </a:cubicBezTo>
                  <a:close/>
                  <a:moveTo>
                    <a:pt x="1256" y="1"/>
                  </a:moveTo>
                  <a:cubicBezTo>
                    <a:pt x="1211" y="1"/>
                    <a:pt x="1173" y="18"/>
                    <a:pt x="1144" y="45"/>
                  </a:cubicBezTo>
                  <a:lnTo>
                    <a:pt x="1144" y="45"/>
                  </a:lnTo>
                  <a:cubicBezTo>
                    <a:pt x="1089" y="31"/>
                    <a:pt x="1036" y="25"/>
                    <a:pt x="985" y="25"/>
                  </a:cubicBezTo>
                  <a:cubicBezTo>
                    <a:pt x="518" y="25"/>
                    <a:pt x="212" y="560"/>
                    <a:pt x="123" y="1021"/>
                  </a:cubicBezTo>
                  <a:cubicBezTo>
                    <a:pt x="0" y="1658"/>
                    <a:pt x="328" y="2280"/>
                    <a:pt x="997" y="2388"/>
                  </a:cubicBezTo>
                  <a:cubicBezTo>
                    <a:pt x="1055" y="2398"/>
                    <a:pt x="1113" y="2403"/>
                    <a:pt x="1170" y="2403"/>
                  </a:cubicBezTo>
                  <a:cubicBezTo>
                    <a:pt x="1719" y="2403"/>
                    <a:pt x="2179" y="1969"/>
                    <a:pt x="2265" y="1419"/>
                  </a:cubicBezTo>
                  <a:cubicBezTo>
                    <a:pt x="2368" y="766"/>
                    <a:pt x="1917" y="211"/>
                    <a:pt x="1320" y="12"/>
                  </a:cubicBezTo>
                  <a:cubicBezTo>
                    <a:pt x="1297" y="4"/>
                    <a:pt x="1276" y="1"/>
                    <a:pt x="125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9"/>
            <p:cNvSpPr/>
            <p:nvPr/>
          </p:nvSpPr>
          <p:spPr>
            <a:xfrm>
              <a:off x="1084900" y="931638"/>
              <a:ext cx="35650" cy="62350"/>
            </a:xfrm>
            <a:custGeom>
              <a:rect b="b" l="l" r="r" t="t"/>
              <a:pathLst>
                <a:path extrusionOk="0" h="2494" w="1426">
                  <a:moveTo>
                    <a:pt x="937" y="1"/>
                  </a:moveTo>
                  <a:cubicBezTo>
                    <a:pt x="892" y="1"/>
                    <a:pt x="846" y="19"/>
                    <a:pt x="806" y="62"/>
                  </a:cubicBezTo>
                  <a:cubicBezTo>
                    <a:pt x="543" y="338"/>
                    <a:pt x="272" y="696"/>
                    <a:pt x="461" y="1086"/>
                  </a:cubicBezTo>
                  <a:cubicBezTo>
                    <a:pt x="544" y="1258"/>
                    <a:pt x="693" y="1328"/>
                    <a:pt x="815" y="1463"/>
                  </a:cubicBezTo>
                  <a:cubicBezTo>
                    <a:pt x="1253" y="1948"/>
                    <a:pt x="666" y="2093"/>
                    <a:pt x="255" y="2100"/>
                  </a:cubicBezTo>
                  <a:cubicBezTo>
                    <a:pt x="3" y="2106"/>
                    <a:pt x="0" y="2494"/>
                    <a:pt x="249" y="2494"/>
                  </a:cubicBezTo>
                  <a:cubicBezTo>
                    <a:pt x="251" y="2494"/>
                    <a:pt x="253" y="2494"/>
                    <a:pt x="255" y="2494"/>
                  </a:cubicBezTo>
                  <a:cubicBezTo>
                    <a:pt x="727" y="2485"/>
                    <a:pt x="1367" y="2368"/>
                    <a:pt x="1412" y="1778"/>
                  </a:cubicBezTo>
                  <a:cubicBezTo>
                    <a:pt x="1426" y="1580"/>
                    <a:pt x="1336" y="1413"/>
                    <a:pt x="1201" y="1277"/>
                  </a:cubicBezTo>
                  <a:cubicBezTo>
                    <a:pt x="1114" y="1187"/>
                    <a:pt x="989" y="1127"/>
                    <a:pt x="909" y="1029"/>
                  </a:cubicBezTo>
                  <a:cubicBezTo>
                    <a:pt x="696" y="776"/>
                    <a:pt x="899" y="534"/>
                    <a:pt x="1085" y="339"/>
                  </a:cubicBezTo>
                  <a:cubicBezTo>
                    <a:pt x="1219" y="198"/>
                    <a:pt x="1085" y="1"/>
                    <a:pt x="93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9"/>
            <p:cNvSpPr/>
            <p:nvPr/>
          </p:nvSpPr>
          <p:spPr>
            <a:xfrm>
              <a:off x="1185775" y="920263"/>
              <a:ext cx="51475" cy="81525"/>
            </a:xfrm>
            <a:custGeom>
              <a:rect b="b" l="l" r="r" t="t"/>
              <a:pathLst>
                <a:path extrusionOk="0" h="3261" w="2059">
                  <a:moveTo>
                    <a:pt x="897" y="360"/>
                  </a:moveTo>
                  <a:cubicBezTo>
                    <a:pt x="1094" y="360"/>
                    <a:pt x="1191" y="486"/>
                    <a:pt x="1190" y="737"/>
                  </a:cubicBezTo>
                  <a:cubicBezTo>
                    <a:pt x="1413" y="1010"/>
                    <a:pt x="1352" y="1172"/>
                    <a:pt x="1005" y="1219"/>
                  </a:cubicBezTo>
                  <a:cubicBezTo>
                    <a:pt x="861" y="1248"/>
                    <a:pt x="714" y="1267"/>
                    <a:pt x="565" y="1269"/>
                  </a:cubicBezTo>
                  <a:lnTo>
                    <a:pt x="565" y="1269"/>
                  </a:lnTo>
                  <a:cubicBezTo>
                    <a:pt x="559" y="977"/>
                    <a:pt x="550" y="685"/>
                    <a:pt x="538" y="393"/>
                  </a:cubicBezTo>
                  <a:lnTo>
                    <a:pt x="538" y="393"/>
                  </a:lnTo>
                  <a:cubicBezTo>
                    <a:pt x="616" y="383"/>
                    <a:pt x="694" y="377"/>
                    <a:pt x="774" y="373"/>
                  </a:cubicBezTo>
                  <a:cubicBezTo>
                    <a:pt x="818" y="364"/>
                    <a:pt x="859" y="360"/>
                    <a:pt x="897" y="360"/>
                  </a:cubicBezTo>
                  <a:close/>
                  <a:moveTo>
                    <a:pt x="621" y="1661"/>
                  </a:moveTo>
                  <a:cubicBezTo>
                    <a:pt x="1060" y="1661"/>
                    <a:pt x="2059" y="1866"/>
                    <a:pt x="1421" y="2440"/>
                  </a:cubicBezTo>
                  <a:cubicBezTo>
                    <a:pt x="1221" y="2619"/>
                    <a:pt x="875" y="2718"/>
                    <a:pt x="575" y="2800"/>
                  </a:cubicBezTo>
                  <a:lnTo>
                    <a:pt x="575" y="2800"/>
                  </a:lnTo>
                  <a:cubicBezTo>
                    <a:pt x="578" y="2421"/>
                    <a:pt x="577" y="2043"/>
                    <a:pt x="572" y="1665"/>
                  </a:cubicBezTo>
                  <a:lnTo>
                    <a:pt x="572" y="1665"/>
                  </a:lnTo>
                  <a:cubicBezTo>
                    <a:pt x="588" y="1663"/>
                    <a:pt x="604" y="1662"/>
                    <a:pt x="620" y="1661"/>
                  </a:cubicBezTo>
                  <a:lnTo>
                    <a:pt x="620" y="1661"/>
                  </a:lnTo>
                  <a:cubicBezTo>
                    <a:pt x="621" y="1661"/>
                    <a:pt x="621" y="1661"/>
                    <a:pt x="621" y="1661"/>
                  </a:cubicBezTo>
                  <a:close/>
                  <a:moveTo>
                    <a:pt x="757" y="0"/>
                  </a:moveTo>
                  <a:cubicBezTo>
                    <a:pt x="558" y="0"/>
                    <a:pt x="359" y="25"/>
                    <a:pt x="189" y="56"/>
                  </a:cubicBezTo>
                  <a:cubicBezTo>
                    <a:pt x="0" y="89"/>
                    <a:pt x="17" y="319"/>
                    <a:pt x="146" y="405"/>
                  </a:cubicBezTo>
                  <a:lnTo>
                    <a:pt x="146" y="405"/>
                  </a:lnTo>
                  <a:cubicBezTo>
                    <a:pt x="181" y="1291"/>
                    <a:pt x="194" y="2178"/>
                    <a:pt x="179" y="3063"/>
                  </a:cubicBezTo>
                  <a:cubicBezTo>
                    <a:pt x="178" y="3170"/>
                    <a:pt x="272" y="3260"/>
                    <a:pt x="375" y="3260"/>
                  </a:cubicBezTo>
                  <a:cubicBezTo>
                    <a:pt x="393" y="3260"/>
                    <a:pt x="411" y="3258"/>
                    <a:pt x="429" y="3252"/>
                  </a:cubicBezTo>
                  <a:cubicBezTo>
                    <a:pt x="960" y="3088"/>
                    <a:pt x="2042" y="2858"/>
                    <a:pt x="2020" y="2127"/>
                  </a:cubicBezTo>
                  <a:cubicBezTo>
                    <a:pt x="2009" y="1749"/>
                    <a:pt x="1794" y="1526"/>
                    <a:pt x="1509" y="1402"/>
                  </a:cubicBezTo>
                  <a:lnTo>
                    <a:pt x="1509" y="1402"/>
                  </a:lnTo>
                  <a:cubicBezTo>
                    <a:pt x="1736" y="1252"/>
                    <a:pt x="1881" y="1024"/>
                    <a:pt x="1820" y="684"/>
                  </a:cubicBezTo>
                  <a:cubicBezTo>
                    <a:pt x="1722" y="143"/>
                    <a:pt x="1238" y="0"/>
                    <a:pt x="75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 name="Google Shape;1317;p39"/>
          <p:cNvGrpSpPr/>
          <p:nvPr/>
        </p:nvGrpSpPr>
        <p:grpSpPr>
          <a:xfrm>
            <a:off x="8424788" y="344175"/>
            <a:ext cx="305100" cy="636875"/>
            <a:chOff x="8424788" y="344175"/>
            <a:chExt cx="305100" cy="636875"/>
          </a:xfrm>
        </p:grpSpPr>
        <p:sp>
          <p:nvSpPr>
            <p:cNvPr id="1318" name="Google Shape;1318;p39"/>
            <p:cNvSpPr/>
            <p:nvPr/>
          </p:nvSpPr>
          <p:spPr>
            <a:xfrm>
              <a:off x="8442688" y="344175"/>
              <a:ext cx="11875" cy="635225"/>
            </a:xfrm>
            <a:custGeom>
              <a:rect b="b" l="l" r="r" t="t"/>
              <a:pathLst>
                <a:path extrusionOk="0" h="25409" w="475">
                  <a:moveTo>
                    <a:pt x="278" y="1"/>
                  </a:moveTo>
                  <a:cubicBezTo>
                    <a:pt x="180" y="1"/>
                    <a:pt x="80" y="64"/>
                    <a:pt x="79" y="191"/>
                  </a:cubicBezTo>
                  <a:cubicBezTo>
                    <a:pt x="0" y="8534"/>
                    <a:pt x="48" y="16875"/>
                    <a:pt x="79" y="25218"/>
                  </a:cubicBezTo>
                  <a:cubicBezTo>
                    <a:pt x="80" y="25345"/>
                    <a:pt x="178" y="25408"/>
                    <a:pt x="277" y="25408"/>
                  </a:cubicBezTo>
                  <a:cubicBezTo>
                    <a:pt x="375" y="25408"/>
                    <a:pt x="473" y="25345"/>
                    <a:pt x="473" y="25218"/>
                  </a:cubicBezTo>
                  <a:cubicBezTo>
                    <a:pt x="441" y="16875"/>
                    <a:pt x="394" y="8532"/>
                    <a:pt x="473" y="191"/>
                  </a:cubicBezTo>
                  <a:cubicBezTo>
                    <a:pt x="474" y="64"/>
                    <a:pt x="376" y="1"/>
                    <a:pt x="2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9"/>
            <p:cNvSpPr/>
            <p:nvPr/>
          </p:nvSpPr>
          <p:spPr>
            <a:xfrm>
              <a:off x="8443588" y="968400"/>
              <a:ext cx="280050" cy="12650"/>
            </a:xfrm>
            <a:custGeom>
              <a:rect b="b" l="l" r="r" t="t"/>
              <a:pathLst>
                <a:path extrusionOk="0" h="506" w="11202">
                  <a:moveTo>
                    <a:pt x="240" y="0"/>
                  </a:moveTo>
                  <a:cubicBezTo>
                    <a:pt x="0" y="0"/>
                    <a:pt x="4" y="381"/>
                    <a:pt x="252" y="394"/>
                  </a:cubicBezTo>
                  <a:cubicBezTo>
                    <a:pt x="2151" y="486"/>
                    <a:pt x="4055" y="506"/>
                    <a:pt x="5960" y="506"/>
                  </a:cubicBezTo>
                  <a:cubicBezTo>
                    <a:pt x="7343" y="506"/>
                    <a:pt x="8727" y="496"/>
                    <a:pt x="10109" y="496"/>
                  </a:cubicBezTo>
                  <a:cubicBezTo>
                    <a:pt x="10388" y="496"/>
                    <a:pt x="10668" y="496"/>
                    <a:pt x="10947" y="497"/>
                  </a:cubicBezTo>
                  <a:cubicBezTo>
                    <a:pt x="10948" y="497"/>
                    <a:pt x="10949" y="497"/>
                    <a:pt x="10950" y="497"/>
                  </a:cubicBezTo>
                  <a:cubicBezTo>
                    <a:pt x="11202" y="497"/>
                    <a:pt x="11201" y="103"/>
                    <a:pt x="10947" y="103"/>
                  </a:cubicBezTo>
                  <a:cubicBezTo>
                    <a:pt x="10642" y="102"/>
                    <a:pt x="10336" y="102"/>
                    <a:pt x="10031" y="102"/>
                  </a:cubicBezTo>
                  <a:cubicBezTo>
                    <a:pt x="8667" y="102"/>
                    <a:pt x="7301" y="112"/>
                    <a:pt x="5936" y="112"/>
                  </a:cubicBezTo>
                  <a:cubicBezTo>
                    <a:pt x="4039" y="112"/>
                    <a:pt x="2143" y="92"/>
                    <a:pt x="252" y="0"/>
                  </a:cubicBezTo>
                  <a:cubicBezTo>
                    <a:pt x="248" y="0"/>
                    <a:pt x="244" y="0"/>
                    <a:pt x="24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9"/>
            <p:cNvSpPr/>
            <p:nvPr/>
          </p:nvSpPr>
          <p:spPr>
            <a:xfrm>
              <a:off x="8448963" y="826025"/>
              <a:ext cx="177700" cy="149975"/>
            </a:xfrm>
            <a:custGeom>
              <a:rect b="b" l="l" r="r" t="t"/>
              <a:pathLst>
                <a:path extrusionOk="0" h="5999" w="7108">
                  <a:moveTo>
                    <a:pt x="803" y="0"/>
                  </a:moveTo>
                  <a:cubicBezTo>
                    <a:pt x="620" y="0"/>
                    <a:pt x="436" y="8"/>
                    <a:pt x="252" y="22"/>
                  </a:cubicBezTo>
                  <a:cubicBezTo>
                    <a:pt x="7" y="42"/>
                    <a:pt x="0" y="417"/>
                    <a:pt x="233" y="417"/>
                  </a:cubicBezTo>
                  <a:cubicBezTo>
                    <a:pt x="239" y="417"/>
                    <a:pt x="245" y="416"/>
                    <a:pt x="252" y="416"/>
                  </a:cubicBezTo>
                  <a:cubicBezTo>
                    <a:pt x="429" y="402"/>
                    <a:pt x="606" y="395"/>
                    <a:pt x="782" y="395"/>
                  </a:cubicBezTo>
                  <a:cubicBezTo>
                    <a:pt x="3853" y="395"/>
                    <a:pt x="6710" y="2494"/>
                    <a:pt x="6646" y="5808"/>
                  </a:cubicBezTo>
                  <a:cubicBezTo>
                    <a:pt x="6644" y="5935"/>
                    <a:pt x="6742" y="5998"/>
                    <a:pt x="6840" y="5998"/>
                  </a:cubicBezTo>
                  <a:cubicBezTo>
                    <a:pt x="6938" y="5998"/>
                    <a:pt x="7038" y="5935"/>
                    <a:pt x="7040" y="5808"/>
                  </a:cubicBezTo>
                  <a:cubicBezTo>
                    <a:pt x="7108" y="2300"/>
                    <a:pt x="4080" y="0"/>
                    <a:pt x="8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9"/>
            <p:cNvSpPr/>
            <p:nvPr/>
          </p:nvSpPr>
          <p:spPr>
            <a:xfrm>
              <a:off x="8424788" y="604300"/>
              <a:ext cx="302000" cy="15450"/>
            </a:xfrm>
            <a:custGeom>
              <a:rect b="b" l="l" r="r" t="t"/>
              <a:pathLst>
                <a:path extrusionOk="0" h="618" w="12080">
                  <a:moveTo>
                    <a:pt x="3928" y="0"/>
                  </a:moveTo>
                  <a:cubicBezTo>
                    <a:pt x="2703" y="0"/>
                    <a:pt x="1478" y="16"/>
                    <a:pt x="254" y="49"/>
                  </a:cubicBezTo>
                  <a:cubicBezTo>
                    <a:pt x="3" y="54"/>
                    <a:pt x="1" y="442"/>
                    <a:pt x="247" y="442"/>
                  </a:cubicBezTo>
                  <a:cubicBezTo>
                    <a:pt x="249" y="442"/>
                    <a:pt x="252" y="442"/>
                    <a:pt x="254" y="442"/>
                  </a:cubicBezTo>
                  <a:cubicBezTo>
                    <a:pt x="1479" y="410"/>
                    <a:pt x="2704" y="394"/>
                    <a:pt x="3929" y="394"/>
                  </a:cubicBezTo>
                  <a:cubicBezTo>
                    <a:pt x="6562" y="394"/>
                    <a:pt x="9195" y="468"/>
                    <a:pt x="11826" y="617"/>
                  </a:cubicBezTo>
                  <a:cubicBezTo>
                    <a:pt x="11831" y="617"/>
                    <a:pt x="11835" y="617"/>
                    <a:pt x="11840" y="617"/>
                  </a:cubicBezTo>
                  <a:cubicBezTo>
                    <a:pt x="12080" y="617"/>
                    <a:pt x="12074" y="237"/>
                    <a:pt x="11826" y="223"/>
                  </a:cubicBezTo>
                  <a:cubicBezTo>
                    <a:pt x="9195" y="75"/>
                    <a:pt x="6562" y="0"/>
                    <a:pt x="392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9"/>
            <p:cNvSpPr/>
            <p:nvPr/>
          </p:nvSpPr>
          <p:spPr>
            <a:xfrm>
              <a:off x="8446263" y="499050"/>
              <a:ext cx="283625" cy="331225"/>
            </a:xfrm>
            <a:custGeom>
              <a:rect b="b" l="l" r="r" t="t"/>
              <a:pathLst>
                <a:path extrusionOk="0" h="13249" w="11345">
                  <a:moveTo>
                    <a:pt x="6602" y="0"/>
                  </a:moveTo>
                  <a:cubicBezTo>
                    <a:pt x="4968" y="0"/>
                    <a:pt x="4608" y="2388"/>
                    <a:pt x="4325" y="3606"/>
                  </a:cubicBezTo>
                  <a:cubicBezTo>
                    <a:pt x="3747" y="6097"/>
                    <a:pt x="2968" y="9081"/>
                    <a:pt x="218" y="9943"/>
                  </a:cubicBezTo>
                  <a:cubicBezTo>
                    <a:pt x="1" y="10010"/>
                    <a:pt x="66" y="10331"/>
                    <a:pt x="263" y="10331"/>
                  </a:cubicBezTo>
                  <a:cubicBezTo>
                    <a:pt x="282" y="10331"/>
                    <a:pt x="303" y="10328"/>
                    <a:pt x="325" y="10321"/>
                  </a:cubicBezTo>
                  <a:cubicBezTo>
                    <a:pt x="2112" y="9761"/>
                    <a:pt x="3267" y="8245"/>
                    <a:pt x="3917" y="6548"/>
                  </a:cubicBezTo>
                  <a:cubicBezTo>
                    <a:pt x="4352" y="5411"/>
                    <a:pt x="4581" y="4210"/>
                    <a:pt x="4868" y="3030"/>
                  </a:cubicBezTo>
                  <a:cubicBezTo>
                    <a:pt x="5014" y="2422"/>
                    <a:pt x="5142" y="1761"/>
                    <a:pt x="5456" y="1211"/>
                  </a:cubicBezTo>
                  <a:cubicBezTo>
                    <a:pt x="5751" y="694"/>
                    <a:pt x="6199" y="451"/>
                    <a:pt x="6659" y="451"/>
                  </a:cubicBezTo>
                  <a:cubicBezTo>
                    <a:pt x="7111" y="451"/>
                    <a:pt x="7575" y="685"/>
                    <a:pt x="7920" y="1125"/>
                  </a:cubicBezTo>
                  <a:cubicBezTo>
                    <a:pt x="8766" y="2206"/>
                    <a:pt x="8800" y="3916"/>
                    <a:pt x="8813" y="5226"/>
                  </a:cubicBezTo>
                  <a:cubicBezTo>
                    <a:pt x="8827" y="6552"/>
                    <a:pt x="8716" y="7876"/>
                    <a:pt x="8757" y="9203"/>
                  </a:cubicBezTo>
                  <a:cubicBezTo>
                    <a:pt x="8807" y="10825"/>
                    <a:pt x="9085" y="13064"/>
                    <a:pt x="11092" y="13247"/>
                  </a:cubicBezTo>
                  <a:cubicBezTo>
                    <a:pt x="11099" y="13248"/>
                    <a:pt x="11106" y="13248"/>
                    <a:pt x="11113" y="13248"/>
                  </a:cubicBezTo>
                  <a:cubicBezTo>
                    <a:pt x="11345" y="13248"/>
                    <a:pt x="11335" y="12876"/>
                    <a:pt x="11092" y="12854"/>
                  </a:cubicBezTo>
                  <a:cubicBezTo>
                    <a:pt x="8176" y="12590"/>
                    <a:pt x="9257" y="6795"/>
                    <a:pt x="9199" y="4868"/>
                  </a:cubicBezTo>
                  <a:cubicBezTo>
                    <a:pt x="9151" y="3268"/>
                    <a:pt x="8958" y="375"/>
                    <a:pt x="6919" y="28"/>
                  </a:cubicBezTo>
                  <a:cubicBezTo>
                    <a:pt x="6808" y="9"/>
                    <a:pt x="6703" y="0"/>
                    <a:pt x="66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9"/>
            <p:cNvSpPr/>
            <p:nvPr/>
          </p:nvSpPr>
          <p:spPr>
            <a:xfrm>
              <a:off x="8663838" y="448100"/>
              <a:ext cx="30925" cy="58025"/>
            </a:xfrm>
            <a:custGeom>
              <a:rect b="b" l="l" r="r" t="t"/>
              <a:pathLst>
                <a:path extrusionOk="0" h="2321" w="1237">
                  <a:moveTo>
                    <a:pt x="998" y="1"/>
                  </a:moveTo>
                  <a:cubicBezTo>
                    <a:pt x="919" y="1"/>
                    <a:pt x="838" y="41"/>
                    <a:pt x="803" y="134"/>
                  </a:cubicBezTo>
                  <a:lnTo>
                    <a:pt x="56" y="2082"/>
                  </a:lnTo>
                  <a:cubicBezTo>
                    <a:pt x="1" y="2225"/>
                    <a:pt x="119" y="2320"/>
                    <a:pt x="241" y="2320"/>
                  </a:cubicBezTo>
                  <a:cubicBezTo>
                    <a:pt x="320" y="2320"/>
                    <a:pt x="400" y="2280"/>
                    <a:pt x="435" y="2188"/>
                  </a:cubicBezTo>
                  <a:lnTo>
                    <a:pt x="1182" y="240"/>
                  </a:lnTo>
                  <a:cubicBezTo>
                    <a:pt x="1237" y="95"/>
                    <a:pt x="1119" y="1"/>
                    <a:pt x="9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9"/>
            <p:cNvSpPr/>
            <p:nvPr/>
          </p:nvSpPr>
          <p:spPr>
            <a:xfrm>
              <a:off x="8682988" y="448025"/>
              <a:ext cx="28125" cy="57950"/>
            </a:xfrm>
            <a:custGeom>
              <a:rect b="b" l="l" r="r" t="t"/>
              <a:pathLst>
                <a:path extrusionOk="0" h="2318" w="1125">
                  <a:moveTo>
                    <a:pt x="240" y="0"/>
                  </a:moveTo>
                  <a:cubicBezTo>
                    <a:pt x="118" y="0"/>
                    <a:pt x="0" y="94"/>
                    <a:pt x="58" y="237"/>
                  </a:cubicBezTo>
                  <a:cubicBezTo>
                    <a:pt x="313" y="873"/>
                    <a:pt x="528" y="1518"/>
                    <a:pt x="705" y="2178"/>
                  </a:cubicBezTo>
                  <a:cubicBezTo>
                    <a:pt x="732" y="2276"/>
                    <a:pt x="807" y="2318"/>
                    <a:pt x="885" y="2318"/>
                  </a:cubicBezTo>
                  <a:cubicBezTo>
                    <a:pt x="1003" y="2318"/>
                    <a:pt x="1124" y="2221"/>
                    <a:pt x="1085" y="2072"/>
                  </a:cubicBezTo>
                  <a:cubicBezTo>
                    <a:pt x="907" y="1412"/>
                    <a:pt x="692" y="767"/>
                    <a:pt x="438" y="131"/>
                  </a:cubicBezTo>
                  <a:cubicBezTo>
                    <a:pt x="401" y="40"/>
                    <a:pt x="319" y="0"/>
                    <a:pt x="24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9"/>
            <p:cNvSpPr/>
            <p:nvPr/>
          </p:nvSpPr>
          <p:spPr>
            <a:xfrm>
              <a:off x="8672563" y="480825"/>
              <a:ext cx="33400" cy="9850"/>
            </a:xfrm>
            <a:custGeom>
              <a:rect b="b" l="l" r="r" t="t"/>
              <a:pathLst>
                <a:path extrusionOk="0" h="394" w="1336">
                  <a:moveTo>
                    <a:pt x="253" y="0"/>
                  </a:moveTo>
                  <a:cubicBezTo>
                    <a:pt x="0" y="0"/>
                    <a:pt x="0" y="394"/>
                    <a:pt x="253" y="394"/>
                  </a:cubicBezTo>
                  <a:lnTo>
                    <a:pt x="1081" y="394"/>
                  </a:lnTo>
                  <a:cubicBezTo>
                    <a:pt x="1336" y="394"/>
                    <a:pt x="1336" y="0"/>
                    <a:pt x="108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9"/>
            <p:cNvSpPr/>
            <p:nvPr/>
          </p:nvSpPr>
          <p:spPr>
            <a:xfrm>
              <a:off x="8526863" y="715450"/>
              <a:ext cx="33875" cy="54525"/>
            </a:xfrm>
            <a:custGeom>
              <a:rect b="b" l="l" r="r" t="t"/>
              <a:pathLst>
                <a:path extrusionOk="0" h="2181" w="1355">
                  <a:moveTo>
                    <a:pt x="1013" y="1"/>
                  </a:moveTo>
                  <a:cubicBezTo>
                    <a:pt x="998" y="1"/>
                    <a:pt x="983" y="3"/>
                    <a:pt x="967" y="6"/>
                  </a:cubicBezTo>
                  <a:cubicBezTo>
                    <a:pt x="417" y="128"/>
                    <a:pt x="0" y="647"/>
                    <a:pt x="72" y="1221"/>
                  </a:cubicBezTo>
                  <a:cubicBezTo>
                    <a:pt x="141" y="1754"/>
                    <a:pt x="593" y="2119"/>
                    <a:pt x="1104" y="2179"/>
                  </a:cubicBezTo>
                  <a:cubicBezTo>
                    <a:pt x="1113" y="2180"/>
                    <a:pt x="1122" y="2181"/>
                    <a:pt x="1130" y="2181"/>
                  </a:cubicBezTo>
                  <a:cubicBezTo>
                    <a:pt x="1354" y="2181"/>
                    <a:pt x="1344" y="1813"/>
                    <a:pt x="1104" y="1785"/>
                  </a:cubicBezTo>
                  <a:cubicBezTo>
                    <a:pt x="272" y="1687"/>
                    <a:pt x="285" y="561"/>
                    <a:pt x="1071" y="387"/>
                  </a:cubicBezTo>
                  <a:cubicBezTo>
                    <a:pt x="1303" y="336"/>
                    <a:pt x="1228" y="1"/>
                    <a:pt x="101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9"/>
            <p:cNvSpPr/>
            <p:nvPr/>
          </p:nvSpPr>
          <p:spPr>
            <a:xfrm>
              <a:off x="8641013" y="884050"/>
              <a:ext cx="34525" cy="53700"/>
            </a:xfrm>
            <a:custGeom>
              <a:rect b="b" l="l" r="r" t="t"/>
              <a:pathLst>
                <a:path extrusionOk="0" h="2148" w="1381">
                  <a:moveTo>
                    <a:pt x="451" y="396"/>
                  </a:moveTo>
                  <a:cubicBezTo>
                    <a:pt x="771" y="396"/>
                    <a:pt x="984" y="723"/>
                    <a:pt x="913" y="1065"/>
                  </a:cubicBezTo>
                  <a:cubicBezTo>
                    <a:pt x="856" y="1339"/>
                    <a:pt x="659" y="1530"/>
                    <a:pt x="425" y="1656"/>
                  </a:cubicBezTo>
                  <a:lnTo>
                    <a:pt x="425" y="1656"/>
                  </a:lnTo>
                  <a:cubicBezTo>
                    <a:pt x="406" y="1237"/>
                    <a:pt x="397" y="819"/>
                    <a:pt x="397" y="399"/>
                  </a:cubicBezTo>
                  <a:lnTo>
                    <a:pt x="397" y="399"/>
                  </a:lnTo>
                  <a:cubicBezTo>
                    <a:pt x="415" y="397"/>
                    <a:pt x="433" y="396"/>
                    <a:pt x="451" y="396"/>
                  </a:cubicBezTo>
                  <a:close/>
                  <a:moveTo>
                    <a:pt x="446" y="0"/>
                  </a:moveTo>
                  <a:cubicBezTo>
                    <a:pt x="351" y="0"/>
                    <a:pt x="254" y="16"/>
                    <a:pt x="158" y="52"/>
                  </a:cubicBezTo>
                  <a:cubicBezTo>
                    <a:pt x="97" y="74"/>
                    <a:pt x="59" y="116"/>
                    <a:pt x="39" y="164"/>
                  </a:cubicBezTo>
                  <a:lnTo>
                    <a:pt x="39" y="164"/>
                  </a:lnTo>
                  <a:cubicBezTo>
                    <a:pt x="18" y="194"/>
                    <a:pt x="5" y="231"/>
                    <a:pt x="5" y="276"/>
                  </a:cubicBezTo>
                  <a:cubicBezTo>
                    <a:pt x="1" y="835"/>
                    <a:pt x="15" y="1392"/>
                    <a:pt x="48" y="1949"/>
                  </a:cubicBezTo>
                  <a:cubicBezTo>
                    <a:pt x="54" y="2048"/>
                    <a:pt x="138" y="2147"/>
                    <a:pt x="240" y="2147"/>
                  </a:cubicBezTo>
                  <a:cubicBezTo>
                    <a:pt x="258" y="2147"/>
                    <a:pt x="277" y="2144"/>
                    <a:pt x="296" y="2137"/>
                  </a:cubicBezTo>
                  <a:cubicBezTo>
                    <a:pt x="873" y="1936"/>
                    <a:pt x="1381" y="1468"/>
                    <a:pt x="1315" y="808"/>
                  </a:cubicBezTo>
                  <a:cubicBezTo>
                    <a:pt x="1269" y="348"/>
                    <a:pt x="881" y="0"/>
                    <a:pt x="44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9"/>
            <p:cNvSpPr/>
            <p:nvPr/>
          </p:nvSpPr>
          <p:spPr>
            <a:xfrm>
              <a:off x="8444063" y="829325"/>
              <a:ext cx="63075" cy="49450"/>
            </a:xfrm>
            <a:custGeom>
              <a:rect b="b" l="l" r="r" t="t"/>
              <a:pathLst>
                <a:path extrusionOk="0" h="1978" w="2523">
                  <a:moveTo>
                    <a:pt x="2227" y="0"/>
                  </a:moveTo>
                  <a:cubicBezTo>
                    <a:pt x="2197" y="0"/>
                    <a:pt x="2165" y="8"/>
                    <a:pt x="2133" y="25"/>
                  </a:cubicBezTo>
                  <a:cubicBezTo>
                    <a:pt x="1378" y="424"/>
                    <a:pt x="965" y="1242"/>
                    <a:pt x="197" y="1615"/>
                  </a:cubicBezTo>
                  <a:cubicBezTo>
                    <a:pt x="0" y="1710"/>
                    <a:pt x="123" y="1977"/>
                    <a:pt x="306" y="1977"/>
                  </a:cubicBezTo>
                  <a:cubicBezTo>
                    <a:pt x="335" y="1977"/>
                    <a:pt x="365" y="1971"/>
                    <a:pt x="396" y="1956"/>
                  </a:cubicBezTo>
                  <a:cubicBezTo>
                    <a:pt x="1169" y="1579"/>
                    <a:pt x="1579" y="762"/>
                    <a:pt x="2332" y="364"/>
                  </a:cubicBezTo>
                  <a:cubicBezTo>
                    <a:pt x="2523" y="264"/>
                    <a:pt x="2406" y="0"/>
                    <a:pt x="22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9"/>
            <p:cNvSpPr/>
            <p:nvPr/>
          </p:nvSpPr>
          <p:spPr>
            <a:xfrm>
              <a:off x="8443438" y="840675"/>
              <a:ext cx="96875" cy="78400"/>
            </a:xfrm>
            <a:custGeom>
              <a:rect b="b" l="l" r="r" t="t"/>
              <a:pathLst>
                <a:path extrusionOk="0" h="3136" w="3875">
                  <a:moveTo>
                    <a:pt x="3573" y="1"/>
                  </a:moveTo>
                  <a:cubicBezTo>
                    <a:pt x="3530" y="1"/>
                    <a:pt x="3484" y="15"/>
                    <a:pt x="3443" y="50"/>
                  </a:cubicBezTo>
                  <a:cubicBezTo>
                    <a:pt x="2349" y="974"/>
                    <a:pt x="1254" y="1894"/>
                    <a:pt x="154" y="2807"/>
                  </a:cubicBezTo>
                  <a:cubicBezTo>
                    <a:pt x="0" y="2936"/>
                    <a:pt x="142" y="3135"/>
                    <a:pt x="303" y="3135"/>
                  </a:cubicBezTo>
                  <a:cubicBezTo>
                    <a:pt x="347" y="3135"/>
                    <a:pt x="392" y="3121"/>
                    <a:pt x="433" y="3087"/>
                  </a:cubicBezTo>
                  <a:cubicBezTo>
                    <a:pt x="1534" y="2173"/>
                    <a:pt x="2629" y="1253"/>
                    <a:pt x="3722" y="329"/>
                  </a:cubicBezTo>
                  <a:cubicBezTo>
                    <a:pt x="3874" y="200"/>
                    <a:pt x="3734" y="1"/>
                    <a:pt x="357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9"/>
            <p:cNvSpPr/>
            <p:nvPr/>
          </p:nvSpPr>
          <p:spPr>
            <a:xfrm>
              <a:off x="8444813" y="857850"/>
              <a:ext cx="126525" cy="103125"/>
            </a:xfrm>
            <a:custGeom>
              <a:rect b="b" l="l" r="r" t="t"/>
              <a:pathLst>
                <a:path extrusionOk="0" h="4125" w="5061">
                  <a:moveTo>
                    <a:pt x="4763" y="0"/>
                  </a:moveTo>
                  <a:cubicBezTo>
                    <a:pt x="4720" y="0"/>
                    <a:pt x="4674" y="15"/>
                    <a:pt x="4634" y="52"/>
                  </a:cubicBezTo>
                  <a:cubicBezTo>
                    <a:pt x="3186" y="1355"/>
                    <a:pt x="1695" y="2604"/>
                    <a:pt x="160" y="3801"/>
                  </a:cubicBezTo>
                  <a:cubicBezTo>
                    <a:pt x="1" y="3925"/>
                    <a:pt x="145" y="4125"/>
                    <a:pt x="311" y="4125"/>
                  </a:cubicBezTo>
                  <a:cubicBezTo>
                    <a:pt x="354" y="4125"/>
                    <a:pt x="398" y="4112"/>
                    <a:pt x="439" y="4080"/>
                  </a:cubicBezTo>
                  <a:cubicBezTo>
                    <a:pt x="1974" y="2883"/>
                    <a:pt x="3465" y="1634"/>
                    <a:pt x="4913" y="331"/>
                  </a:cubicBezTo>
                  <a:cubicBezTo>
                    <a:pt x="5061" y="199"/>
                    <a:pt x="4921" y="0"/>
                    <a:pt x="476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9"/>
            <p:cNvSpPr/>
            <p:nvPr/>
          </p:nvSpPr>
          <p:spPr>
            <a:xfrm>
              <a:off x="8489038" y="891325"/>
              <a:ext cx="112675" cy="87150"/>
            </a:xfrm>
            <a:custGeom>
              <a:rect b="b" l="l" r="r" t="t"/>
              <a:pathLst>
                <a:path extrusionOk="0" h="3486" w="4507">
                  <a:moveTo>
                    <a:pt x="4199" y="1"/>
                  </a:moveTo>
                  <a:cubicBezTo>
                    <a:pt x="4156" y="1"/>
                    <a:pt x="4111" y="14"/>
                    <a:pt x="4070" y="47"/>
                  </a:cubicBezTo>
                  <a:cubicBezTo>
                    <a:pt x="2780" y="1081"/>
                    <a:pt x="1477" y="2101"/>
                    <a:pt x="165" y="3106"/>
                  </a:cubicBezTo>
                  <a:cubicBezTo>
                    <a:pt x="1" y="3231"/>
                    <a:pt x="104" y="3486"/>
                    <a:pt x="258" y="3486"/>
                  </a:cubicBezTo>
                  <a:cubicBezTo>
                    <a:pt x="291" y="3486"/>
                    <a:pt x="327" y="3474"/>
                    <a:pt x="362" y="3447"/>
                  </a:cubicBezTo>
                  <a:cubicBezTo>
                    <a:pt x="1704" y="2421"/>
                    <a:pt x="3032" y="1381"/>
                    <a:pt x="4349" y="326"/>
                  </a:cubicBezTo>
                  <a:cubicBezTo>
                    <a:pt x="4507" y="199"/>
                    <a:pt x="4364"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9"/>
            <p:cNvSpPr/>
            <p:nvPr/>
          </p:nvSpPr>
          <p:spPr>
            <a:xfrm>
              <a:off x="8553613" y="932125"/>
              <a:ext cx="63850" cy="47450"/>
            </a:xfrm>
            <a:custGeom>
              <a:rect b="b" l="l" r="r" t="t"/>
              <a:pathLst>
                <a:path extrusionOk="0" h="1898" w="2554">
                  <a:moveTo>
                    <a:pt x="2259" y="1"/>
                  </a:moveTo>
                  <a:cubicBezTo>
                    <a:pt x="2215" y="1"/>
                    <a:pt x="2170" y="17"/>
                    <a:pt x="2128" y="54"/>
                  </a:cubicBezTo>
                  <a:cubicBezTo>
                    <a:pt x="1523" y="605"/>
                    <a:pt x="874" y="1093"/>
                    <a:pt x="180" y="1524"/>
                  </a:cubicBezTo>
                  <a:cubicBezTo>
                    <a:pt x="1" y="1637"/>
                    <a:pt x="111" y="1897"/>
                    <a:pt x="280" y="1897"/>
                  </a:cubicBezTo>
                  <a:cubicBezTo>
                    <a:pt x="312" y="1897"/>
                    <a:pt x="346" y="1888"/>
                    <a:pt x="380" y="1866"/>
                  </a:cubicBezTo>
                  <a:cubicBezTo>
                    <a:pt x="1103" y="1417"/>
                    <a:pt x="1779" y="906"/>
                    <a:pt x="2407" y="333"/>
                  </a:cubicBezTo>
                  <a:cubicBezTo>
                    <a:pt x="2554" y="199"/>
                    <a:pt x="2416" y="1"/>
                    <a:pt x="225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 name="Google Shape;1333;p39"/>
          <p:cNvGrpSpPr/>
          <p:nvPr/>
        </p:nvGrpSpPr>
        <p:grpSpPr>
          <a:xfrm>
            <a:off x="7239450" y="2244338"/>
            <a:ext cx="1998575" cy="280375"/>
            <a:chOff x="7239450" y="2244338"/>
            <a:chExt cx="1998575" cy="280375"/>
          </a:xfrm>
        </p:grpSpPr>
        <p:sp>
          <p:nvSpPr>
            <p:cNvPr id="1334" name="Google Shape;1334;p39"/>
            <p:cNvSpPr/>
            <p:nvPr/>
          </p:nvSpPr>
          <p:spPr>
            <a:xfrm>
              <a:off x="7239450" y="2354313"/>
              <a:ext cx="111500" cy="105125"/>
            </a:xfrm>
            <a:custGeom>
              <a:rect b="b" l="l" r="r" t="t"/>
              <a:pathLst>
                <a:path extrusionOk="0" h="4205" w="4460">
                  <a:moveTo>
                    <a:pt x="288" y="1"/>
                  </a:moveTo>
                  <a:cubicBezTo>
                    <a:pt x="136" y="1"/>
                    <a:pt x="1" y="198"/>
                    <a:pt x="140" y="337"/>
                  </a:cubicBezTo>
                  <a:cubicBezTo>
                    <a:pt x="1442" y="1607"/>
                    <a:pt x="2743" y="2878"/>
                    <a:pt x="4041" y="4148"/>
                  </a:cubicBezTo>
                  <a:cubicBezTo>
                    <a:pt x="4082" y="4188"/>
                    <a:pt x="4128" y="4205"/>
                    <a:pt x="4172" y="4205"/>
                  </a:cubicBezTo>
                  <a:cubicBezTo>
                    <a:pt x="4324" y="4205"/>
                    <a:pt x="4460" y="4007"/>
                    <a:pt x="4320" y="3868"/>
                  </a:cubicBezTo>
                  <a:cubicBezTo>
                    <a:pt x="3019" y="2599"/>
                    <a:pt x="1719" y="1328"/>
                    <a:pt x="419" y="58"/>
                  </a:cubicBezTo>
                  <a:cubicBezTo>
                    <a:pt x="378" y="18"/>
                    <a:pt x="332" y="1"/>
                    <a:pt x="28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9"/>
            <p:cNvSpPr/>
            <p:nvPr/>
          </p:nvSpPr>
          <p:spPr>
            <a:xfrm>
              <a:off x="7246750" y="2348488"/>
              <a:ext cx="95775" cy="108250"/>
            </a:xfrm>
            <a:custGeom>
              <a:rect b="b" l="l" r="r" t="t"/>
              <a:pathLst>
                <a:path extrusionOk="0" h="4330" w="3831">
                  <a:moveTo>
                    <a:pt x="3557" y="0"/>
                  </a:moveTo>
                  <a:cubicBezTo>
                    <a:pt x="3513" y="0"/>
                    <a:pt x="3467" y="20"/>
                    <a:pt x="3429" y="66"/>
                  </a:cubicBezTo>
                  <a:cubicBezTo>
                    <a:pt x="2326" y="1373"/>
                    <a:pt x="1224" y="2679"/>
                    <a:pt x="125" y="3986"/>
                  </a:cubicBezTo>
                  <a:cubicBezTo>
                    <a:pt x="0" y="4133"/>
                    <a:pt x="132" y="4330"/>
                    <a:pt x="274" y="4330"/>
                  </a:cubicBezTo>
                  <a:cubicBezTo>
                    <a:pt x="319" y="4330"/>
                    <a:pt x="365" y="4311"/>
                    <a:pt x="404" y="4265"/>
                  </a:cubicBezTo>
                  <a:cubicBezTo>
                    <a:pt x="1506" y="2958"/>
                    <a:pt x="2608" y="1652"/>
                    <a:pt x="3708" y="345"/>
                  </a:cubicBezTo>
                  <a:cubicBezTo>
                    <a:pt x="3831" y="198"/>
                    <a:pt x="3699" y="0"/>
                    <a:pt x="355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9"/>
            <p:cNvSpPr/>
            <p:nvPr/>
          </p:nvSpPr>
          <p:spPr>
            <a:xfrm>
              <a:off x="7402400" y="2441288"/>
              <a:ext cx="71075" cy="74625"/>
            </a:xfrm>
            <a:custGeom>
              <a:rect b="b" l="l" r="r" t="t"/>
              <a:pathLst>
                <a:path extrusionOk="0" h="2985" w="2843">
                  <a:moveTo>
                    <a:pt x="655" y="0"/>
                  </a:moveTo>
                  <a:cubicBezTo>
                    <a:pt x="467" y="0"/>
                    <a:pt x="283" y="71"/>
                    <a:pt x="130" y="239"/>
                  </a:cubicBezTo>
                  <a:cubicBezTo>
                    <a:pt x="1" y="382"/>
                    <a:pt x="133" y="579"/>
                    <a:pt x="279" y="579"/>
                  </a:cubicBezTo>
                  <a:cubicBezTo>
                    <a:pt x="323" y="579"/>
                    <a:pt x="369" y="561"/>
                    <a:pt x="409" y="517"/>
                  </a:cubicBezTo>
                  <a:cubicBezTo>
                    <a:pt x="488" y="430"/>
                    <a:pt x="579" y="395"/>
                    <a:pt x="672" y="395"/>
                  </a:cubicBezTo>
                  <a:cubicBezTo>
                    <a:pt x="812" y="395"/>
                    <a:pt x="955" y="475"/>
                    <a:pt x="1068" y="587"/>
                  </a:cubicBezTo>
                  <a:cubicBezTo>
                    <a:pt x="1272" y="787"/>
                    <a:pt x="1315" y="1035"/>
                    <a:pt x="1224" y="1300"/>
                  </a:cubicBezTo>
                  <a:cubicBezTo>
                    <a:pt x="1059" y="1772"/>
                    <a:pt x="570" y="2084"/>
                    <a:pt x="172" y="2344"/>
                  </a:cubicBezTo>
                  <a:cubicBezTo>
                    <a:pt x="61" y="2417"/>
                    <a:pt x="27" y="2618"/>
                    <a:pt x="172" y="2684"/>
                  </a:cubicBezTo>
                  <a:cubicBezTo>
                    <a:pt x="619" y="2882"/>
                    <a:pt x="1082" y="2984"/>
                    <a:pt x="1549" y="2984"/>
                  </a:cubicBezTo>
                  <a:cubicBezTo>
                    <a:pt x="1908" y="2984"/>
                    <a:pt x="2270" y="2924"/>
                    <a:pt x="2628" y="2800"/>
                  </a:cubicBezTo>
                  <a:cubicBezTo>
                    <a:pt x="2842" y="2725"/>
                    <a:pt x="2781" y="2409"/>
                    <a:pt x="2591" y="2409"/>
                  </a:cubicBezTo>
                  <a:cubicBezTo>
                    <a:pt x="2570" y="2409"/>
                    <a:pt x="2547" y="2412"/>
                    <a:pt x="2524" y="2421"/>
                  </a:cubicBezTo>
                  <a:cubicBezTo>
                    <a:pt x="2195" y="2534"/>
                    <a:pt x="1861" y="2591"/>
                    <a:pt x="1530" y="2591"/>
                  </a:cubicBezTo>
                  <a:cubicBezTo>
                    <a:pt x="1248" y="2591"/>
                    <a:pt x="967" y="2550"/>
                    <a:pt x="692" y="2464"/>
                  </a:cubicBezTo>
                  <a:lnTo>
                    <a:pt x="692" y="2464"/>
                  </a:lnTo>
                  <a:cubicBezTo>
                    <a:pt x="1253" y="2056"/>
                    <a:pt x="1858" y="1466"/>
                    <a:pt x="1625" y="749"/>
                  </a:cubicBezTo>
                  <a:cubicBezTo>
                    <a:pt x="1492" y="341"/>
                    <a:pt x="1066" y="0"/>
                    <a:pt x="65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9"/>
            <p:cNvSpPr/>
            <p:nvPr/>
          </p:nvSpPr>
          <p:spPr>
            <a:xfrm>
              <a:off x="7548150" y="2356663"/>
              <a:ext cx="16075" cy="103275"/>
            </a:xfrm>
            <a:custGeom>
              <a:rect b="b" l="l" r="r" t="t"/>
              <a:pathLst>
                <a:path extrusionOk="0" h="4131" w="643">
                  <a:moveTo>
                    <a:pt x="331" y="0"/>
                  </a:moveTo>
                  <a:cubicBezTo>
                    <a:pt x="232" y="0"/>
                    <a:pt x="128" y="63"/>
                    <a:pt x="116" y="189"/>
                  </a:cubicBezTo>
                  <a:cubicBezTo>
                    <a:pt x="0" y="1464"/>
                    <a:pt x="45" y="2722"/>
                    <a:pt x="240" y="3988"/>
                  </a:cubicBezTo>
                  <a:cubicBezTo>
                    <a:pt x="255" y="4087"/>
                    <a:pt x="325" y="4130"/>
                    <a:pt x="401" y="4130"/>
                  </a:cubicBezTo>
                  <a:cubicBezTo>
                    <a:pt x="515" y="4130"/>
                    <a:pt x="643" y="4032"/>
                    <a:pt x="619" y="3882"/>
                  </a:cubicBezTo>
                  <a:cubicBezTo>
                    <a:pt x="430" y="2652"/>
                    <a:pt x="397" y="1427"/>
                    <a:pt x="510" y="189"/>
                  </a:cubicBezTo>
                  <a:cubicBezTo>
                    <a:pt x="521" y="63"/>
                    <a:pt x="429" y="0"/>
                    <a:pt x="33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9"/>
            <p:cNvSpPr/>
            <p:nvPr/>
          </p:nvSpPr>
          <p:spPr>
            <a:xfrm>
              <a:off x="7517900" y="2392488"/>
              <a:ext cx="74875" cy="10775"/>
            </a:xfrm>
            <a:custGeom>
              <a:rect b="b" l="l" r="r" t="t"/>
              <a:pathLst>
                <a:path extrusionOk="0" h="431" w="2995">
                  <a:moveTo>
                    <a:pt x="2742" y="1"/>
                  </a:moveTo>
                  <a:cubicBezTo>
                    <a:pt x="2741" y="1"/>
                    <a:pt x="2740" y="1"/>
                    <a:pt x="2739" y="1"/>
                  </a:cubicBezTo>
                  <a:cubicBezTo>
                    <a:pt x="1912" y="14"/>
                    <a:pt x="1082" y="24"/>
                    <a:pt x="253" y="37"/>
                  </a:cubicBezTo>
                  <a:cubicBezTo>
                    <a:pt x="2" y="41"/>
                    <a:pt x="1" y="430"/>
                    <a:pt x="249" y="430"/>
                  </a:cubicBezTo>
                  <a:cubicBezTo>
                    <a:pt x="250" y="430"/>
                    <a:pt x="251" y="430"/>
                    <a:pt x="253" y="430"/>
                  </a:cubicBezTo>
                  <a:cubicBezTo>
                    <a:pt x="1082" y="418"/>
                    <a:pt x="1912" y="407"/>
                    <a:pt x="2739" y="395"/>
                  </a:cubicBezTo>
                  <a:cubicBezTo>
                    <a:pt x="2993" y="392"/>
                    <a:pt x="2994" y="1"/>
                    <a:pt x="274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9"/>
            <p:cNvSpPr/>
            <p:nvPr/>
          </p:nvSpPr>
          <p:spPr>
            <a:xfrm>
              <a:off x="7398950" y="2256913"/>
              <a:ext cx="75575" cy="84675"/>
            </a:xfrm>
            <a:custGeom>
              <a:rect b="b" l="l" r="r" t="t"/>
              <a:pathLst>
                <a:path extrusionOk="0" h="3387" w="3023">
                  <a:moveTo>
                    <a:pt x="2003" y="0"/>
                  </a:moveTo>
                  <a:cubicBezTo>
                    <a:pt x="1943" y="0"/>
                    <a:pt x="1882" y="25"/>
                    <a:pt x="1838" y="86"/>
                  </a:cubicBezTo>
                  <a:cubicBezTo>
                    <a:pt x="1253" y="899"/>
                    <a:pt x="667" y="1709"/>
                    <a:pt x="82" y="2522"/>
                  </a:cubicBezTo>
                  <a:cubicBezTo>
                    <a:pt x="0" y="2634"/>
                    <a:pt x="93" y="2768"/>
                    <a:pt x="201" y="2811"/>
                  </a:cubicBezTo>
                  <a:cubicBezTo>
                    <a:pt x="1031" y="3135"/>
                    <a:pt x="1883" y="3321"/>
                    <a:pt x="2770" y="3385"/>
                  </a:cubicBezTo>
                  <a:cubicBezTo>
                    <a:pt x="2776" y="3386"/>
                    <a:pt x="2782" y="3386"/>
                    <a:pt x="2787" y="3386"/>
                  </a:cubicBezTo>
                  <a:cubicBezTo>
                    <a:pt x="3022" y="3386"/>
                    <a:pt x="3017" y="3010"/>
                    <a:pt x="2770" y="2992"/>
                  </a:cubicBezTo>
                  <a:cubicBezTo>
                    <a:pt x="2009" y="2938"/>
                    <a:pt x="1278" y="2781"/>
                    <a:pt x="564" y="2528"/>
                  </a:cubicBezTo>
                  <a:lnTo>
                    <a:pt x="564" y="2528"/>
                  </a:lnTo>
                  <a:cubicBezTo>
                    <a:pt x="1103" y="1780"/>
                    <a:pt x="1642" y="1034"/>
                    <a:pt x="2179" y="286"/>
                  </a:cubicBezTo>
                  <a:cubicBezTo>
                    <a:pt x="2283" y="140"/>
                    <a:pt x="2145" y="0"/>
                    <a:pt x="20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9"/>
            <p:cNvSpPr/>
            <p:nvPr/>
          </p:nvSpPr>
          <p:spPr>
            <a:xfrm>
              <a:off x="7460000" y="2299488"/>
              <a:ext cx="20025" cy="91500"/>
            </a:xfrm>
            <a:custGeom>
              <a:rect b="b" l="l" r="r" t="t"/>
              <a:pathLst>
                <a:path extrusionOk="0" h="3660" w="801">
                  <a:moveTo>
                    <a:pt x="494" y="0"/>
                  </a:moveTo>
                  <a:cubicBezTo>
                    <a:pt x="379" y="0"/>
                    <a:pt x="257" y="68"/>
                    <a:pt x="178" y="215"/>
                  </a:cubicBezTo>
                  <a:cubicBezTo>
                    <a:pt x="1" y="544"/>
                    <a:pt x="122" y="1160"/>
                    <a:pt x="127" y="1519"/>
                  </a:cubicBezTo>
                  <a:lnTo>
                    <a:pt x="142" y="3469"/>
                  </a:lnTo>
                  <a:cubicBezTo>
                    <a:pt x="143" y="3596"/>
                    <a:pt x="242" y="3659"/>
                    <a:pt x="340" y="3659"/>
                  </a:cubicBezTo>
                  <a:cubicBezTo>
                    <a:pt x="439" y="3659"/>
                    <a:pt x="537" y="3596"/>
                    <a:pt x="536" y="3469"/>
                  </a:cubicBezTo>
                  <a:cubicBezTo>
                    <a:pt x="532" y="2941"/>
                    <a:pt x="527" y="2413"/>
                    <a:pt x="523" y="1887"/>
                  </a:cubicBezTo>
                  <a:lnTo>
                    <a:pt x="517" y="1157"/>
                  </a:lnTo>
                  <a:cubicBezTo>
                    <a:pt x="516" y="1035"/>
                    <a:pt x="516" y="914"/>
                    <a:pt x="514" y="792"/>
                  </a:cubicBezTo>
                  <a:cubicBezTo>
                    <a:pt x="531" y="722"/>
                    <a:pt x="534" y="656"/>
                    <a:pt x="523" y="593"/>
                  </a:cubicBezTo>
                  <a:lnTo>
                    <a:pt x="523" y="593"/>
                  </a:lnTo>
                  <a:cubicBezTo>
                    <a:pt x="544" y="593"/>
                    <a:pt x="567" y="588"/>
                    <a:pt x="592" y="579"/>
                  </a:cubicBezTo>
                  <a:cubicBezTo>
                    <a:pt x="613" y="570"/>
                    <a:pt x="635" y="562"/>
                    <a:pt x="656" y="554"/>
                  </a:cubicBezTo>
                  <a:cubicBezTo>
                    <a:pt x="738" y="521"/>
                    <a:pt x="801" y="457"/>
                    <a:pt x="801" y="364"/>
                  </a:cubicBezTo>
                  <a:cubicBezTo>
                    <a:pt x="800" y="131"/>
                    <a:pt x="654" y="0"/>
                    <a:pt x="49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9"/>
            <p:cNvSpPr/>
            <p:nvPr/>
          </p:nvSpPr>
          <p:spPr>
            <a:xfrm>
              <a:off x="7678825" y="2350288"/>
              <a:ext cx="100350" cy="97525"/>
            </a:xfrm>
            <a:custGeom>
              <a:rect b="b" l="l" r="r" t="t"/>
              <a:pathLst>
                <a:path extrusionOk="0" h="3901" w="4014">
                  <a:moveTo>
                    <a:pt x="285" y="0"/>
                  </a:moveTo>
                  <a:cubicBezTo>
                    <a:pt x="135" y="0"/>
                    <a:pt x="0" y="198"/>
                    <a:pt x="137" y="338"/>
                  </a:cubicBezTo>
                  <a:cubicBezTo>
                    <a:pt x="1291" y="1507"/>
                    <a:pt x="2444" y="2674"/>
                    <a:pt x="3599" y="3842"/>
                  </a:cubicBezTo>
                  <a:cubicBezTo>
                    <a:pt x="3640" y="3883"/>
                    <a:pt x="3685" y="3900"/>
                    <a:pt x="3730" y="3900"/>
                  </a:cubicBezTo>
                  <a:cubicBezTo>
                    <a:pt x="3880" y="3900"/>
                    <a:pt x="4014" y="3702"/>
                    <a:pt x="3878" y="3563"/>
                  </a:cubicBezTo>
                  <a:cubicBezTo>
                    <a:pt x="2723" y="2393"/>
                    <a:pt x="1570" y="1227"/>
                    <a:pt x="417" y="58"/>
                  </a:cubicBezTo>
                  <a:cubicBezTo>
                    <a:pt x="376" y="17"/>
                    <a:pt x="330" y="0"/>
                    <a:pt x="28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9"/>
            <p:cNvSpPr/>
            <p:nvPr/>
          </p:nvSpPr>
          <p:spPr>
            <a:xfrm>
              <a:off x="7666400" y="2355263"/>
              <a:ext cx="112850" cy="110325"/>
            </a:xfrm>
            <a:custGeom>
              <a:rect b="b" l="l" r="r" t="t"/>
              <a:pathLst>
                <a:path extrusionOk="0" h="4413" w="4514">
                  <a:moveTo>
                    <a:pt x="4209" y="0"/>
                  </a:moveTo>
                  <a:cubicBezTo>
                    <a:pt x="4165" y="0"/>
                    <a:pt x="4120" y="15"/>
                    <a:pt x="4079" y="48"/>
                  </a:cubicBezTo>
                  <a:cubicBezTo>
                    <a:pt x="2614" y="1241"/>
                    <a:pt x="1293" y="2582"/>
                    <a:pt x="119" y="4065"/>
                  </a:cubicBezTo>
                  <a:cubicBezTo>
                    <a:pt x="1" y="4214"/>
                    <a:pt x="132" y="4412"/>
                    <a:pt x="271" y="4412"/>
                  </a:cubicBezTo>
                  <a:cubicBezTo>
                    <a:pt x="315" y="4412"/>
                    <a:pt x="360" y="4392"/>
                    <a:pt x="398" y="4344"/>
                  </a:cubicBezTo>
                  <a:cubicBezTo>
                    <a:pt x="1571" y="2861"/>
                    <a:pt x="2890" y="1520"/>
                    <a:pt x="4358" y="328"/>
                  </a:cubicBezTo>
                  <a:cubicBezTo>
                    <a:pt x="4514" y="200"/>
                    <a:pt x="4372" y="0"/>
                    <a:pt x="420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9"/>
            <p:cNvSpPr/>
            <p:nvPr/>
          </p:nvSpPr>
          <p:spPr>
            <a:xfrm>
              <a:off x="7822075" y="2423063"/>
              <a:ext cx="84350" cy="101650"/>
            </a:xfrm>
            <a:custGeom>
              <a:rect b="b" l="l" r="r" t="t"/>
              <a:pathLst>
                <a:path extrusionOk="0" h="4066" w="3374">
                  <a:moveTo>
                    <a:pt x="1225" y="0"/>
                  </a:moveTo>
                  <a:cubicBezTo>
                    <a:pt x="1075" y="0"/>
                    <a:pt x="912" y="32"/>
                    <a:pt x="739" y="102"/>
                  </a:cubicBezTo>
                  <a:cubicBezTo>
                    <a:pt x="530" y="186"/>
                    <a:pt x="587" y="497"/>
                    <a:pt x="767" y="497"/>
                  </a:cubicBezTo>
                  <a:cubicBezTo>
                    <a:pt x="790" y="497"/>
                    <a:pt x="815" y="492"/>
                    <a:pt x="841" y="481"/>
                  </a:cubicBezTo>
                  <a:cubicBezTo>
                    <a:pt x="955" y="435"/>
                    <a:pt x="1085" y="407"/>
                    <a:pt x="1214" y="407"/>
                  </a:cubicBezTo>
                  <a:cubicBezTo>
                    <a:pt x="1456" y="407"/>
                    <a:pt x="1696" y="502"/>
                    <a:pt x="1830" y="738"/>
                  </a:cubicBezTo>
                  <a:cubicBezTo>
                    <a:pt x="2079" y="1170"/>
                    <a:pt x="1730" y="1668"/>
                    <a:pt x="1305" y="1784"/>
                  </a:cubicBezTo>
                  <a:cubicBezTo>
                    <a:pt x="1118" y="1834"/>
                    <a:pt x="1114" y="2115"/>
                    <a:pt x="1305" y="2164"/>
                  </a:cubicBezTo>
                  <a:cubicBezTo>
                    <a:pt x="1753" y="2277"/>
                    <a:pt x="2125" y="2370"/>
                    <a:pt x="2415" y="2738"/>
                  </a:cubicBezTo>
                  <a:cubicBezTo>
                    <a:pt x="2716" y="3121"/>
                    <a:pt x="2557" y="3594"/>
                    <a:pt x="2078" y="3671"/>
                  </a:cubicBezTo>
                  <a:cubicBezTo>
                    <a:pt x="2050" y="3675"/>
                    <a:pt x="2022" y="3677"/>
                    <a:pt x="1994" y="3677"/>
                  </a:cubicBezTo>
                  <a:cubicBezTo>
                    <a:pt x="1852" y="3677"/>
                    <a:pt x="1700" y="3631"/>
                    <a:pt x="1566" y="3608"/>
                  </a:cubicBezTo>
                  <a:cubicBezTo>
                    <a:pt x="1272" y="3557"/>
                    <a:pt x="990" y="3499"/>
                    <a:pt x="704" y="3499"/>
                  </a:cubicBezTo>
                  <a:cubicBezTo>
                    <a:pt x="546" y="3499"/>
                    <a:pt x="387" y="3517"/>
                    <a:pt x="224" y="3564"/>
                  </a:cubicBezTo>
                  <a:cubicBezTo>
                    <a:pt x="0" y="3627"/>
                    <a:pt x="69" y="3951"/>
                    <a:pt x="271" y="3951"/>
                  </a:cubicBezTo>
                  <a:cubicBezTo>
                    <a:pt x="289" y="3951"/>
                    <a:pt x="308" y="3949"/>
                    <a:pt x="328" y="3943"/>
                  </a:cubicBezTo>
                  <a:cubicBezTo>
                    <a:pt x="427" y="3915"/>
                    <a:pt x="534" y="3903"/>
                    <a:pt x="648" y="3903"/>
                  </a:cubicBezTo>
                  <a:cubicBezTo>
                    <a:pt x="1080" y="3903"/>
                    <a:pt x="1602" y="4065"/>
                    <a:pt x="2055" y="4065"/>
                  </a:cubicBezTo>
                  <a:cubicBezTo>
                    <a:pt x="2411" y="4065"/>
                    <a:pt x="2725" y="3965"/>
                    <a:pt x="2919" y="3609"/>
                  </a:cubicBezTo>
                  <a:cubicBezTo>
                    <a:pt x="3373" y="2777"/>
                    <a:pt x="2594" y="2219"/>
                    <a:pt x="1879" y="1936"/>
                  </a:cubicBezTo>
                  <a:lnTo>
                    <a:pt x="1879" y="1936"/>
                  </a:lnTo>
                  <a:cubicBezTo>
                    <a:pt x="2643" y="1331"/>
                    <a:pt x="2200" y="0"/>
                    <a:pt x="12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9"/>
            <p:cNvSpPr/>
            <p:nvPr/>
          </p:nvSpPr>
          <p:spPr>
            <a:xfrm>
              <a:off x="7847475" y="2272638"/>
              <a:ext cx="87225" cy="77825"/>
            </a:xfrm>
            <a:custGeom>
              <a:rect b="b" l="l" r="r" t="t"/>
              <a:pathLst>
                <a:path extrusionOk="0" h="3113" w="3489">
                  <a:moveTo>
                    <a:pt x="951" y="0"/>
                  </a:moveTo>
                  <a:cubicBezTo>
                    <a:pt x="504" y="0"/>
                    <a:pt x="70" y="301"/>
                    <a:pt x="14" y="812"/>
                  </a:cubicBezTo>
                  <a:cubicBezTo>
                    <a:pt x="1" y="937"/>
                    <a:pt x="92" y="999"/>
                    <a:pt x="190" y="999"/>
                  </a:cubicBezTo>
                  <a:cubicBezTo>
                    <a:pt x="289" y="999"/>
                    <a:pt x="394" y="937"/>
                    <a:pt x="407" y="812"/>
                  </a:cubicBezTo>
                  <a:cubicBezTo>
                    <a:pt x="438" y="526"/>
                    <a:pt x="681" y="392"/>
                    <a:pt x="927" y="392"/>
                  </a:cubicBezTo>
                  <a:cubicBezTo>
                    <a:pt x="1078" y="392"/>
                    <a:pt x="1230" y="442"/>
                    <a:pt x="1336" y="538"/>
                  </a:cubicBezTo>
                  <a:cubicBezTo>
                    <a:pt x="1564" y="744"/>
                    <a:pt x="1607" y="1077"/>
                    <a:pt x="1570" y="1361"/>
                  </a:cubicBezTo>
                  <a:cubicBezTo>
                    <a:pt x="1494" y="1948"/>
                    <a:pt x="1029" y="2370"/>
                    <a:pt x="613" y="2748"/>
                  </a:cubicBezTo>
                  <a:cubicBezTo>
                    <a:pt x="477" y="2870"/>
                    <a:pt x="593" y="3074"/>
                    <a:pt x="754" y="3084"/>
                  </a:cubicBezTo>
                  <a:cubicBezTo>
                    <a:pt x="1034" y="3103"/>
                    <a:pt x="1313" y="3112"/>
                    <a:pt x="1591" y="3112"/>
                  </a:cubicBezTo>
                  <a:cubicBezTo>
                    <a:pt x="2141" y="3112"/>
                    <a:pt x="2689" y="3076"/>
                    <a:pt x="3239" y="3003"/>
                  </a:cubicBezTo>
                  <a:cubicBezTo>
                    <a:pt x="3475" y="2971"/>
                    <a:pt x="3489" y="2607"/>
                    <a:pt x="3269" y="2607"/>
                  </a:cubicBezTo>
                  <a:cubicBezTo>
                    <a:pt x="3259" y="2607"/>
                    <a:pt x="3249" y="2608"/>
                    <a:pt x="3239" y="2609"/>
                  </a:cubicBezTo>
                  <a:cubicBezTo>
                    <a:pt x="2689" y="2682"/>
                    <a:pt x="2141" y="2719"/>
                    <a:pt x="1591" y="2719"/>
                  </a:cubicBezTo>
                  <a:cubicBezTo>
                    <a:pt x="1465" y="2719"/>
                    <a:pt x="1338" y="2717"/>
                    <a:pt x="1212" y="2713"/>
                  </a:cubicBezTo>
                  <a:lnTo>
                    <a:pt x="1212" y="2713"/>
                  </a:lnTo>
                  <a:cubicBezTo>
                    <a:pt x="1824" y="2054"/>
                    <a:pt x="2372" y="1100"/>
                    <a:pt x="1664" y="316"/>
                  </a:cubicBezTo>
                  <a:cubicBezTo>
                    <a:pt x="1469" y="100"/>
                    <a:pt x="1208" y="0"/>
                    <a:pt x="95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9"/>
            <p:cNvSpPr/>
            <p:nvPr/>
          </p:nvSpPr>
          <p:spPr>
            <a:xfrm>
              <a:off x="8092250" y="2345463"/>
              <a:ext cx="74925" cy="9875"/>
            </a:xfrm>
            <a:custGeom>
              <a:rect b="b" l="l" r="r" t="t"/>
              <a:pathLst>
                <a:path extrusionOk="0" h="395" w="2997">
                  <a:moveTo>
                    <a:pt x="255" y="1"/>
                  </a:moveTo>
                  <a:cubicBezTo>
                    <a:pt x="3" y="1"/>
                    <a:pt x="0" y="395"/>
                    <a:pt x="255" y="395"/>
                  </a:cubicBezTo>
                  <a:lnTo>
                    <a:pt x="2741" y="395"/>
                  </a:lnTo>
                  <a:cubicBezTo>
                    <a:pt x="2996" y="395"/>
                    <a:pt x="2996" y="1"/>
                    <a:pt x="274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9"/>
            <p:cNvSpPr/>
            <p:nvPr/>
          </p:nvSpPr>
          <p:spPr>
            <a:xfrm>
              <a:off x="8098500" y="2386863"/>
              <a:ext cx="62300" cy="12300"/>
            </a:xfrm>
            <a:custGeom>
              <a:rect b="b" l="l" r="r" t="t"/>
              <a:pathLst>
                <a:path extrusionOk="0" h="492" w="2492">
                  <a:moveTo>
                    <a:pt x="2250" y="1"/>
                  </a:moveTo>
                  <a:cubicBezTo>
                    <a:pt x="2246" y="1"/>
                    <a:pt x="2242" y="1"/>
                    <a:pt x="2238" y="1"/>
                  </a:cubicBezTo>
                  <a:cubicBezTo>
                    <a:pt x="1575" y="33"/>
                    <a:pt x="914" y="66"/>
                    <a:pt x="254" y="97"/>
                  </a:cubicBezTo>
                  <a:cubicBezTo>
                    <a:pt x="5" y="110"/>
                    <a:pt x="1" y="491"/>
                    <a:pt x="242" y="491"/>
                  </a:cubicBezTo>
                  <a:cubicBezTo>
                    <a:pt x="246" y="491"/>
                    <a:pt x="250" y="491"/>
                    <a:pt x="254" y="491"/>
                  </a:cubicBezTo>
                  <a:cubicBezTo>
                    <a:pt x="915" y="458"/>
                    <a:pt x="1578" y="426"/>
                    <a:pt x="2238" y="395"/>
                  </a:cubicBezTo>
                  <a:cubicBezTo>
                    <a:pt x="2486" y="382"/>
                    <a:pt x="2491" y="1"/>
                    <a:pt x="225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9"/>
            <p:cNvSpPr/>
            <p:nvPr/>
          </p:nvSpPr>
          <p:spPr>
            <a:xfrm>
              <a:off x="8335350" y="2326063"/>
              <a:ext cx="97550" cy="100300"/>
            </a:xfrm>
            <a:custGeom>
              <a:rect b="b" l="l" r="r" t="t"/>
              <a:pathLst>
                <a:path extrusionOk="0" h="4012" w="3902">
                  <a:moveTo>
                    <a:pt x="271" y="0"/>
                  </a:moveTo>
                  <a:cubicBezTo>
                    <a:pt x="132" y="0"/>
                    <a:pt x="0" y="198"/>
                    <a:pt x="118" y="346"/>
                  </a:cubicBezTo>
                  <a:cubicBezTo>
                    <a:pt x="1141" y="1637"/>
                    <a:pt x="2262" y="2843"/>
                    <a:pt x="3478" y="3958"/>
                  </a:cubicBezTo>
                  <a:cubicBezTo>
                    <a:pt x="3519" y="3996"/>
                    <a:pt x="3564" y="4012"/>
                    <a:pt x="3608" y="4012"/>
                  </a:cubicBezTo>
                  <a:cubicBezTo>
                    <a:pt x="3764" y="4012"/>
                    <a:pt x="3902" y="3813"/>
                    <a:pt x="3757" y="3679"/>
                  </a:cubicBezTo>
                  <a:cubicBezTo>
                    <a:pt x="2541" y="2563"/>
                    <a:pt x="1423" y="1358"/>
                    <a:pt x="397" y="67"/>
                  </a:cubicBezTo>
                  <a:cubicBezTo>
                    <a:pt x="359" y="20"/>
                    <a:pt x="315" y="0"/>
                    <a:pt x="27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9"/>
            <p:cNvSpPr/>
            <p:nvPr/>
          </p:nvSpPr>
          <p:spPr>
            <a:xfrm>
              <a:off x="8312825" y="2321113"/>
              <a:ext cx="110175" cy="130900"/>
            </a:xfrm>
            <a:custGeom>
              <a:rect b="b" l="l" r="r" t="t"/>
              <a:pathLst>
                <a:path extrusionOk="0" h="5236" w="4407">
                  <a:moveTo>
                    <a:pt x="4136" y="0"/>
                  </a:moveTo>
                  <a:cubicBezTo>
                    <a:pt x="4076" y="0"/>
                    <a:pt x="4017" y="28"/>
                    <a:pt x="3978" y="95"/>
                  </a:cubicBezTo>
                  <a:cubicBezTo>
                    <a:pt x="2927" y="1877"/>
                    <a:pt x="1647" y="3480"/>
                    <a:pt x="144" y="4902"/>
                  </a:cubicBezTo>
                  <a:cubicBezTo>
                    <a:pt x="0" y="5036"/>
                    <a:pt x="138" y="5235"/>
                    <a:pt x="293" y="5235"/>
                  </a:cubicBezTo>
                  <a:cubicBezTo>
                    <a:pt x="337" y="5235"/>
                    <a:pt x="382" y="5219"/>
                    <a:pt x="423" y="5181"/>
                  </a:cubicBezTo>
                  <a:cubicBezTo>
                    <a:pt x="1951" y="3736"/>
                    <a:pt x="3252" y="2106"/>
                    <a:pt x="4319" y="295"/>
                  </a:cubicBezTo>
                  <a:cubicBezTo>
                    <a:pt x="4407" y="143"/>
                    <a:pt x="4270" y="0"/>
                    <a:pt x="41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9"/>
            <p:cNvSpPr/>
            <p:nvPr/>
          </p:nvSpPr>
          <p:spPr>
            <a:xfrm>
              <a:off x="8201225" y="2261413"/>
              <a:ext cx="117600" cy="245250"/>
            </a:xfrm>
            <a:custGeom>
              <a:rect b="b" l="l" r="r" t="t"/>
              <a:pathLst>
                <a:path extrusionOk="0" h="9810" w="4704">
                  <a:moveTo>
                    <a:pt x="4415" y="1"/>
                  </a:moveTo>
                  <a:cubicBezTo>
                    <a:pt x="4384" y="1"/>
                    <a:pt x="4352" y="9"/>
                    <a:pt x="4319" y="27"/>
                  </a:cubicBezTo>
                  <a:cubicBezTo>
                    <a:pt x="783" y="2032"/>
                    <a:pt x="0" y="6664"/>
                    <a:pt x="2638" y="9745"/>
                  </a:cubicBezTo>
                  <a:cubicBezTo>
                    <a:pt x="2677" y="9791"/>
                    <a:pt x="2723" y="9810"/>
                    <a:pt x="2767" y="9810"/>
                  </a:cubicBezTo>
                  <a:cubicBezTo>
                    <a:pt x="2910" y="9810"/>
                    <a:pt x="3042" y="9612"/>
                    <a:pt x="2918" y="9466"/>
                  </a:cubicBezTo>
                  <a:cubicBezTo>
                    <a:pt x="440" y="6574"/>
                    <a:pt x="1214" y="2239"/>
                    <a:pt x="4517" y="368"/>
                  </a:cubicBezTo>
                  <a:cubicBezTo>
                    <a:pt x="4704" y="263"/>
                    <a:pt x="4588" y="1"/>
                    <a:pt x="44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9"/>
            <p:cNvSpPr/>
            <p:nvPr/>
          </p:nvSpPr>
          <p:spPr>
            <a:xfrm>
              <a:off x="8486525" y="2419113"/>
              <a:ext cx="67450" cy="86225"/>
            </a:xfrm>
            <a:custGeom>
              <a:rect b="b" l="l" r="r" t="t"/>
              <a:pathLst>
                <a:path extrusionOk="0" h="3449" w="2698">
                  <a:moveTo>
                    <a:pt x="1001" y="0"/>
                  </a:moveTo>
                  <a:cubicBezTo>
                    <a:pt x="869" y="0"/>
                    <a:pt x="736" y="41"/>
                    <a:pt x="616" y="133"/>
                  </a:cubicBezTo>
                  <a:cubicBezTo>
                    <a:pt x="452" y="259"/>
                    <a:pt x="556" y="512"/>
                    <a:pt x="710" y="512"/>
                  </a:cubicBezTo>
                  <a:cubicBezTo>
                    <a:pt x="743" y="512"/>
                    <a:pt x="778" y="500"/>
                    <a:pt x="813" y="473"/>
                  </a:cubicBezTo>
                  <a:cubicBezTo>
                    <a:pt x="873" y="428"/>
                    <a:pt x="941" y="408"/>
                    <a:pt x="1009" y="408"/>
                  </a:cubicBezTo>
                  <a:cubicBezTo>
                    <a:pt x="1111" y="408"/>
                    <a:pt x="1212" y="453"/>
                    <a:pt x="1284" y="529"/>
                  </a:cubicBezTo>
                  <a:cubicBezTo>
                    <a:pt x="1493" y="747"/>
                    <a:pt x="1413" y="1032"/>
                    <a:pt x="1290" y="1262"/>
                  </a:cubicBezTo>
                  <a:cubicBezTo>
                    <a:pt x="1151" y="1518"/>
                    <a:pt x="908" y="1713"/>
                    <a:pt x="703" y="1912"/>
                  </a:cubicBezTo>
                  <a:cubicBezTo>
                    <a:pt x="388" y="2214"/>
                    <a:pt x="126" y="2520"/>
                    <a:pt x="26" y="2953"/>
                  </a:cubicBezTo>
                  <a:cubicBezTo>
                    <a:pt x="0" y="3067"/>
                    <a:pt x="62" y="3152"/>
                    <a:pt x="165" y="3195"/>
                  </a:cubicBezTo>
                  <a:cubicBezTo>
                    <a:pt x="569" y="3364"/>
                    <a:pt x="984" y="3449"/>
                    <a:pt x="1400" y="3449"/>
                  </a:cubicBezTo>
                  <a:cubicBezTo>
                    <a:pt x="1762" y="3449"/>
                    <a:pt x="2125" y="3385"/>
                    <a:pt x="2484" y="3258"/>
                  </a:cubicBezTo>
                  <a:cubicBezTo>
                    <a:pt x="2698" y="3182"/>
                    <a:pt x="2635" y="2866"/>
                    <a:pt x="2446" y="2866"/>
                  </a:cubicBezTo>
                  <a:cubicBezTo>
                    <a:pt x="2425" y="2866"/>
                    <a:pt x="2402" y="2870"/>
                    <a:pt x="2378" y="2878"/>
                  </a:cubicBezTo>
                  <a:cubicBezTo>
                    <a:pt x="2049" y="2995"/>
                    <a:pt x="1723" y="3053"/>
                    <a:pt x="1398" y="3053"/>
                  </a:cubicBezTo>
                  <a:cubicBezTo>
                    <a:pt x="1084" y="3053"/>
                    <a:pt x="771" y="2998"/>
                    <a:pt x="460" y="2889"/>
                  </a:cubicBezTo>
                  <a:lnTo>
                    <a:pt x="460" y="2889"/>
                  </a:lnTo>
                  <a:cubicBezTo>
                    <a:pt x="783" y="2113"/>
                    <a:pt x="1974" y="1664"/>
                    <a:pt x="1804" y="702"/>
                  </a:cubicBezTo>
                  <a:cubicBezTo>
                    <a:pt x="1735" y="318"/>
                    <a:pt x="1371" y="0"/>
                    <a:pt x="10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9"/>
            <p:cNvSpPr/>
            <p:nvPr/>
          </p:nvSpPr>
          <p:spPr>
            <a:xfrm>
              <a:off x="8638350" y="2320813"/>
              <a:ext cx="13300" cy="115175"/>
            </a:xfrm>
            <a:custGeom>
              <a:rect b="b" l="l" r="r" t="t"/>
              <a:pathLst>
                <a:path extrusionOk="0" h="4607" w="532">
                  <a:moveTo>
                    <a:pt x="337" y="1"/>
                  </a:moveTo>
                  <a:cubicBezTo>
                    <a:pt x="238" y="1"/>
                    <a:pt x="138" y="64"/>
                    <a:pt x="134" y="191"/>
                  </a:cubicBezTo>
                  <a:cubicBezTo>
                    <a:pt x="91" y="1600"/>
                    <a:pt x="49" y="3008"/>
                    <a:pt x="4" y="4415"/>
                  </a:cubicBezTo>
                  <a:cubicBezTo>
                    <a:pt x="1" y="4543"/>
                    <a:pt x="97" y="4607"/>
                    <a:pt x="196" y="4607"/>
                  </a:cubicBezTo>
                  <a:cubicBezTo>
                    <a:pt x="294" y="4607"/>
                    <a:pt x="394" y="4543"/>
                    <a:pt x="398" y="4415"/>
                  </a:cubicBezTo>
                  <a:cubicBezTo>
                    <a:pt x="441" y="3008"/>
                    <a:pt x="484" y="1600"/>
                    <a:pt x="528" y="191"/>
                  </a:cubicBezTo>
                  <a:cubicBezTo>
                    <a:pt x="532" y="64"/>
                    <a:pt x="435" y="1"/>
                    <a:pt x="33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9"/>
            <p:cNvSpPr/>
            <p:nvPr/>
          </p:nvSpPr>
          <p:spPr>
            <a:xfrm>
              <a:off x="8602150" y="2366488"/>
              <a:ext cx="99875" cy="12075"/>
            </a:xfrm>
            <a:custGeom>
              <a:rect b="b" l="l" r="r" t="t"/>
              <a:pathLst>
                <a:path extrusionOk="0" h="483" w="3995">
                  <a:moveTo>
                    <a:pt x="3747" y="0"/>
                  </a:moveTo>
                  <a:cubicBezTo>
                    <a:pt x="3744" y="0"/>
                    <a:pt x="3742" y="0"/>
                    <a:pt x="3740" y="0"/>
                  </a:cubicBezTo>
                  <a:cubicBezTo>
                    <a:pt x="2579" y="30"/>
                    <a:pt x="1416" y="59"/>
                    <a:pt x="254" y="89"/>
                  </a:cubicBezTo>
                  <a:cubicBezTo>
                    <a:pt x="2" y="95"/>
                    <a:pt x="1" y="483"/>
                    <a:pt x="248" y="483"/>
                  </a:cubicBezTo>
                  <a:cubicBezTo>
                    <a:pt x="250" y="483"/>
                    <a:pt x="252" y="483"/>
                    <a:pt x="254" y="483"/>
                  </a:cubicBezTo>
                  <a:cubicBezTo>
                    <a:pt x="1416" y="453"/>
                    <a:pt x="2579" y="424"/>
                    <a:pt x="3740" y="394"/>
                  </a:cubicBezTo>
                  <a:cubicBezTo>
                    <a:pt x="3991" y="387"/>
                    <a:pt x="3994" y="0"/>
                    <a:pt x="374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9"/>
            <p:cNvSpPr/>
            <p:nvPr/>
          </p:nvSpPr>
          <p:spPr>
            <a:xfrm>
              <a:off x="8750025" y="2327663"/>
              <a:ext cx="100800" cy="115500"/>
            </a:xfrm>
            <a:custGeom>
              <a:rect b="b" l="l" r="r" t="t"/>
              <a:pathLst>
                <a:path extrusionOk="0" h="4620" w="4032">
                  <a:moveTo>
                    <a:pt x="273" y="0"/>
                  </a:moveTo>
                  <a:cubicBezTo>
                    <a:pt x="132" y="0"/>
                    <a:pt x="0" y="198"/>
                    <a:pt x="122" y="345"/>
                  </a:cubicBezTo>
                  <a:cubicBezTo>
                    <a:pt x="1292" y="1748"/>
                    <a:pt x="2461" y="3151"/>
                    <a:pt x="3630" y="4554"/>
                  </a:cubicBezTo>
                  <a:cubicBezTo>
                    <a:pt x="3669" y="4600"/>
                    <a:pt x="3714" y="4620"/>
                    <a:pt x="3758" y="4620"/>
                  </a:cubicBezTo>
                  <a:cubicBezTo>
                    <a:pt x="3900" y="4620"/>
                    <a:pt x="4032" y="4422"/>
                    <a:pt x="3909" y="4275"/>
                  </a:cubicBezTo>
                  <a:cubicBezTo>
                    <a:pt x="2741" y="2872"/>
                    <a:pt x="1571" y="1469"/>
                    <a:pt x="401" y="66"/>
                  </a:cubicBezTo>
                  <a:cubicBezTo>
                    <a:pt x="363" y="19"/>
                    <a:pt x="318" y="0"/>
                    <a:pt x="27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9"/>
            <p:cNvSpPr/>
            <p:nvPr/>
          </p:nvSpPr>
          <p:spPr>
            <a:xfrm>
              <a:off x="8732000" y="2313438"/>
              <a:ext cx="112300" cy="128700"/>
            </a:xfrm>
            <a:custGeom>
              <a:rect b="b" l="l" r="r" t="t"/>
              <a:pathLst>
                <a:path extrusionOk="0" h="5148" w="4492">
                  <a:moveTo>
                    <a:pt x="4219" y="1"/>
                  </a:moveTo>
                  <a:cubicBezTo>
                    <a:pt x="4175" y="1"/>
                    <a:pt x="4129" y="20"/>
                    <a:pt x="4090" y="67"/>
                  </a:cubicBezTo>
                  <a:cubicBezTo>
                    <a:pt x="2767" y="1646"/>
                    <a:pt x="1445" y="3226"/>
                    <a:pt x="123" y="4803"/>
                  </a:cubicBezTo>
                  <a:cubicBezTo>
                    <a:pt x="0" y="4951"/>
                    <a:pt x="132" y="5148"/>
                    <a:pt x="274" y="5148"/>
                  </a:cubicBezTo>
                  <a:cubicBezTo>
                    <a:pt x="318" y="5148"/>
                    <a:pt x="364" y="5129"/>
                    <a:pt x="402" y="5083"/>
                  </a:cubicBezTo>
                  <a:cubicBezTo>
                    <a:pt x="1724" y="3505"/>
                    <a:pt x="3046" y="1925"/>
                    <a:pt x="4369" y="347"/>
                  </a:cubicBezTo>
                  <a:cubicBezTo>
                    <a:pt x="4491" y="198"/>
                    <a:pt x="4360" y="1"/>
                    <a:pt x="42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9"/>
            <p:cNvSpPr/>
            <p:nvPr/>
          </p:nvSpPr>
          <p:spPr>
            <a:xfrm>
              <a:off x="8908950" y="2377513"/>
              <a:ext cx="69900" cy="118950"/>
            </a:xfrm>
            <a:custGeom>
              <a:rect b="b" l="l" r="r" t="t"/>
              <a:pathLst>
                <a:path extrusionOk="0" h="4758" w="2796">
                  <a:moveTo>
                    <a:pt x="1174" y="0"/>
                  </a:moveTo>
                  <a:cubicBezTo>
                    <a:pt x="803" y="0"/>
                    <a:pt x="429" y="130"/>
                    <a:pt x="147" y="384"/>
                  </a:cubicBezTo>
                  <a:cubicBezTo>
                    <a:pt x="0" y="515"/>
                    <a:pt x="139" y="713"/>
                    <a:pt x="297" y="713"/>
                  </a:cubicBezTo>
                  <a:cubicBezTo>
                    <a:pt x="340" y="713"/>
                    <a:pt x="385" y="698"/>
                    <a:pt x="426" y="661"/>
                  </a:cubicBezTo>
                  <a:cubicBezTo>
                    <a:pt x="624" y="482"/>
                    <a:pt x="899" y="388"/>
                    <a:pt x="1172" y="388"/>
                  </a:cubicBezTo>
                  <a:cubicBezTo>
                    <a:pt x="1505" y="388"/>
                    <a:pt x="1835" y="528"/>
                    <a:pt x="2021" y="826"/>
                  </a:cubicBezTo>
                  <a:cubicBezTo>
                    <a:pt x="2386" y="1411"/>
                    <a:pt x="1927" y="2105"/>
                    <a:pt x="1340" y="2283"/>
                  </a:cubicBezTo>
                  <a:lnTo>
                    <a:pt x="1340" y="2283"/>
                  </a:lnTo>
                  <a:cubicBezTo>
                    <a:pt x="1236" y="2289"/>
                    <a:pt x="1133" y="2305"/>
                    <a:pt x="1033" y="2334"/>
                  </a:cubicBezTo>
                  <a:cubicBezTo>
                    <a:pt x="826" y="2393"/>
                    <a:pt x="858" y="2720"/>
                    <a:pt x="1075" y="2720"/>
                  </a:cubicBezTo>
                  <a:cubicBezTo>
                    <a:pt x="1078" y="2720"/>
                    <a:pt x="1081" y="2720"/>
                    <a:pt x="1085" y="2720"/>
                  </a:cubicBezTo>
                  <a:cubicBezTo>
                    <a:pt x="1191" y="2716"/>
                    <a:pt x="1296" y="2701"/>
                    <a:pt x="1398" y="2674"/>
                  </a:cubicBezTo>
                  <a:lnTo>
                    <a:pt x="1398" y="2674"/>
                  </a:lnTo>
                  <a:cubicBezTo>
                    <a:pt x="1408" y="2674"/>
                    <a:pt x="1419" y="2673"/>
                    <a:pt x="1429" y="2673"/>
                  </a:cubicBezTo>
                  <a:cubicBezTo>
                    <a:pt x="1825" y="2673"/>
                    <a:pt x="2234" y="2882"/>
                    <a:pt x="2342" y="3314"/>
                  </a:cubicBezTo>
                  <a:cubicBezTo>
                    <a:pt x="2486" y="3893"/>
                    <a:pt x="1938" y="4371"/>
                    <a:pt x="1396" y="4371"/>
                  </a:cubicBezTo>
                  <a:cubicBezTo>
                    <a:pt x="1345" y="4371"/>
                    <a:pt x="1294" y="4366"/>
                    <a:pt x="1244" y="4358"/>
                  </a:cubicBezTo>
                  <a:cubicBezTo>
                    <a:pt x="1230" y="4355"/>
                    <a:pt x="1217" y="4354"/>
                    <a:pt x="1205" y="4354"/>
                  </a:cubicBezTo>
                  <a:cubicBezTo>
                    <a:pt x="984" y="4354"/>
                    <a:pt x="903" y="4696"/>
                    <a:pt x="1138" y="4737"/>
                  </a:cubicBezTo>
                  <a:cubicBezTo>
                    <a:pt x="1218" y="4751"/>
                    <a:pt x="1300" y="4758"/>
                    <a:pt x="1382" y="4758"/>
                  </a:cubicBezTo>
                  <a:cubicBezTo>
                    <a:pt x="2090" y="4758"/>
                    <a:pt x="2796" y="4243"/>
                    <a:pt x="2761" y="3462"/>
                  </a:cubicBezTo>
                  <a:cubicBezTo>
                    <a:pt x="2739" y="2946"/>
                    <a:pt x="2400" y="2566"/>
                    <a:pt x="1968" y="2390"/>
                  </a:cubicBezTo>
                  <a:lnTo>
                    <a:pt x="1968" y="2390"/>
                  </a:lnTo>
                  <a:cubicBezTo>
                    <a:pt x="2442" y="2023"/>
                    <a:pt x="2707" y="1399"/>
                    <a:pt x="2442" y="790"/>
                  </a:cubicBezTo>
                  <a:cubicBezTo>
                    <a:pt x="2213" y="259"/>
                    <a:pt x="1698" y="0"/>
                    <a:pt x="117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9"/>
            <p:cNvSpPr/>
            <p:nvPr/>
          </p:nvSpPr>
          <p:spPr>
            <a:xfrm>
              <a:off x="8991200" y="2256363"/>
              <a:ext cx="121750" cy="239350"/>
            </a:xfrm>
            <a:custGeom>
              <a:rect b="b" l="l" r="r" t="t"/>
              <a:pathLst>
                <a:path extrusionOk="0" h="9574" w="4870">
                  <a:moveTo>
                    <a:pt x="317" y="1"/>
                  </a:moveTo>
                  <a:cubicBezTo>
                    <a:pt x="127" y="1"/>
                    <a:pt x="0" y="271"/>
                    <a:pt x="203" y="358"/>
                  </a:cubicBezTo>
                  <a:cubicBezTo>
                    <a:pt x="3867" y="1940"/>
                    <a:pt x="4459" y="6857"/>
                    <a:pt x="1182" y="9197"/>
                  </a:cubicBezTo>
                  <a:cubicBezTo>
                    <a:pt x="1013" y="9319"/>
                    <a:pt x="1118" y="9573"/>
                    <a:pt x="1277" y="9573"/>
                  </a:cubicBezTo>
                  <a:cubicBezTo>
                    <a:pt x="1310" y="9573"/>
                    <a:pt x="1345" y="9563"/>
                    <a:pt x="1381" y="9537"/>
                  </a:cubicBezTo>
                  <a:cubicBezTo>
                    <a:pt x="4869" y="7046"/>
                    <a:pt x="4368" y="1731"/>
                    <a:pt x="402" y="19"/>
                  </a:cubicBezTo>
                  <a:cubicBezTo>
                    <a:pt x="372" y="6"/>
                    <a:pt x="344" y="1"/>
                    <a:pt x="31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9"/>
            <p:cNvSpPr/>
            <p:nvPr/>
          </p:nvSpPr>
          <p:spPr>
            <a:xfrm>
              <a:off x="9156125" y="2244338"/>
              <a:ext cx="81900" cy="90125"/>
            </a:xfrm>
            <a:custGeom>
              <a:rect b="b" l="l" r="r" t="t"/>
              <a:pathLst>
                <a:path extrusionOk="0" h="3605" w="3276">
                  <a:moveTo>
                    <a:pt x="1042" y="1"/>
                  </a:moveTo>
                  <a:cubicBezTo>
                    <a:pt x="603" y="1"/>
                    <a:pt x="174" y="247"/>
                    <a:pt x="40" y="749"/>
                  </a:cubicBezTo>
                  <a:cubicBezTo>
                    <a:pt x="1" y="897"/>
                    <a:pt x="123" y="994"/>
                    <a:pt x="240" y="994"/>
                  </a:cubicBezTo>
                  <a:cubicBezTo>
                    <a:pt x="318" y="994"/>
                    <a:pt x="394" y="952"/>
                    <a:pt x="420" y="854"/>
                  </a:cubicBezTo>
                  <a:cubicBezTo>
                    <a:pt x="496" y="568"/>
                    <a:pt x="767" y="383"/>
                    <a:pt x="1054" y="383"/>
                  </a:cubicBezTo>
                  <a:cubicBezTo>
                    <a:pt x="1105" y="383"/>
                    <a:pt x="1156" y="389"/>
                    <a:pt x="1207" y="401"/>
                  </a:cubicBezTo>
                  <a:cubicBezTo>
                    <a:pt x="1618" y="497"/>
                    <a:pt x="1825" y="915"/>
                    <a:pt x="1811" y="1316"/>
                  </a:cubicBezTo>
                  <a:cubicBezTo>
                    <a:pt x="1784" y="2065"/>
                    <a:pt x="1103" y="2534"/>
                    <a:pt x="476" y="2795"/>
                  </a:cubicBezTo>
                  <a:cubicBezTo>
                    <a:pt x="320" y="2861"/>
                    <a:pt x="259" y="3137"/>
                    <a:pt x="476" y="3174"/>
                  </a:cubicBezTo>
                  <a:cubicBezTo>
                    <a:pt x="1296" y="3316"/>
                    <a:pt x="2115" y="3459"/>
                    <a:pt x="2935" y="3601"/>
                  </a:cubicBezTo>
                  <a:cubicBezTo>
                    <a:pt x="2948" y="3603"/>
                    <a:pt x="2961" y="3604"/>
                    <a:pt x="2973" y="3604"/>
                  </a:cubicBezTo>
                  <a:cubicBezTo>
                    <a:pt x="3193" y="3604"/>
                    <a:pt x="3275" y="3262"/>
                    <a:pt x="3039" y="3221"/>
                  </a:cubicBezTo>
                  <a:cubicBezTo>
                    <a:pt x="2402" y="3111"/>
                    <a:pt x="1764" y="3000"/>
                    <a:pt x="1126" y="2889"/>
                  </a:cubicBezTo>
                  <a:lnTo>
                    <a:pt x="1126" y="2889"/>
                  </a:lnTo>
                  <a:cubicBezTo>
                    <a:pt x="1906" y="2392"/>
                    <a:pt x="2535" y="1560"/>
                    <a:pt x="2056" y="609"/>
                  </a:cubicBezTo>
                  <a:cubicBezTo>
                    <a:pt x="1852" y="206"/>
                    <a:pt x="1443" y="1"/>
                    <a:pt x="104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 name="Google Shape;1358;p39"/>
          <p:cNvGrpSpPr/>
          <p:nvPr/>
        </p:nvGrpSpPr>
        <p:grpSpPr>
          <a:xfrm>
            <a:off x="3844420" y="-114761"/>
            <a:ext cx="1537107" cy="579865"/>
            <a:chOff x="3844420" y="-114761"/>
            <a:chExt cx="1537107" cy="579865"/>
          </a:xfrm>
        </p:grpSpPr>
        <p:sp>
          <p:nvSpPr>
            <p:cNvPr id="1359" name="Google Shape;1359;p39"/>
            <p:cNvSpPr/>
            <p:nvPr/>
          </p:nvSpPr>
          <p:spPr>
            <a:xfrm rot="-252901">
              <a:off x="3859669" y="-60030"/>
              <a:ext cx="1506607" cy="470402"/>
            </a:xfrm>
            <a:custGeom>
              <a:rect b="b" l="l" r="r" t="t"/>
              <a:pathLst>
                <a:path extrusionOk="0" h="18816" w="60264">
                  <a:moveTo>
                    <a:pt x="551" y="0"/>
                  </a:moveTo>
                  <a:cubicBezTo>
                    <a:pt x="354" y="0"/>
                    <a:pt x="155" y="127"/>
                    <a:pt x="149" y="381"/>
                  </a:cubicBezTo>
                  <a:cubicBezTo>
                    <a:pt x="0" y="6394"/>
                    <a:pt x="32" y="12405"/>
                    <a:pt x="249" y="18414"/>
                  </a:cubicBezTo>
                  <a:cubicBezTo>
                    <a:pt x="256" y="18595"/>
                    <a:pt x="406" y="18810"/>
                    <a:pt x="606" y="18810"/>
                  </a:cubicBezTo>
                  <a:cubicBezTo>
                    <a:pt x="618" y="18810"/>
                    <a:pt x="631" y="18810"/>
                    <a:pt x="643" y="18808"/>
                  </a:cubicBezTo>
                  <a:cubicBezTo>
                    <a:pt x="1426" y="18707"/>
                    <a:pt x="2231" y="18680"/>
                    <a:pt x="3038" y="18680"/>
                  </a:cubicBezTo>
                  <a:cubicBezTo>
                    <a:pt x="3959" y="18680"/>
                    <a:pt x="4884" y="18715"/>
                    <a:pt x="5785" y="18715"/>
                  </a:cubicBezTo>
                  <a:cubicBezTo>
                    <a:pt x="5830" y="18715"/>
                    <a:pt x="5876" y="18715"/>
                    <a:pt x="5921" y="18715"/>
                  </a:cubicBezTo>
                  <a:cubicBezTo>
                    <a:pt x="7808" y="18707"/>
                    <a:pt x="9695" y="18704"/>
                    <a:pt x="11582" y="18704"/>
                  </a:cubicBezTo>
                  <a:cubicBezTo>
                    <a:pt x="13581" y="18704"/>
                    <a:pt x="15581" y="18707"/>
                    <a:pt x="17580" y="18711"/>
                  </a:cubicBezTo>
                  <a:cubicBezTo>
                    <a:pt x="27394" y="18728"/>
                    <a:pt x="37209" y="18772"/>
                    <a:pt x="47025" y="18799"/>
                  </a:cubicBezTo>
                  <a:cubicBezTo>
                    <a:pt x="50026" y="18807"/>
                    <a:pt x="53028" y="18816"/>
                    <a:pt x="56028" y="18816"/>
                  </a:cubicBezTo>
                  <a:cubicBezTo>
                    <a:pt x="57271" y="18816"/>
                    <a:pt x="58513" y="18814"/>
                    <a:pt x="59756" y="18811"/>
                  </a:cubicBezTo>
                  <a:cubicBezTo>
                    <a:pt x="60261" y="18808"/>
                    <a:pt x="60264" y="18023"/>
                    <a:pt x="59758" y="18023"/>
                  </a:cubicBezTo>
                  <a:cubicBezTo>
                    <a:pt x="59757" y="18023"/>
                    <a:pt x="59756" y="18023"/>
                    <a:pt x="59756" y="18023"/>
                  </a:cubicBezTo>
                  <a:cubicBezTo>
                    <a:pt x="58362" y="18028"/>
                    <a:pt x="56969" y="18030"/>
                    <a:pt x="55576" y="18030"/>
                  </a:cubicBezTo>
                  <a:cubicBezTo>
                    <a:pt x="42836" y="18030"/>
                    <a:pt x="30093" y="17863"/>
                    <a:pt x="17353" y="17863"/>
                  </a:cubicBezTo>
                  <a:cubicBezTo>
                    <a:pt x="12522" y="17863"/>
                    <a:pt x="7693" y="17887"/>
                    <a:pt x="2863" y="17953"/>
                  </a:cubicBezTo>
                  <a:cubicBezTo>
                    <a:pt x="2477" y="17959"/>
                    <a:pt x="2066" y="18002"/>
                    <a:pt x="1669" y="18002"/>
                  </a:cubicBezTo>
                  <a:cubicBezTo>
                    <a:pt x="1537" y="18002"/>
                    <a:pt x="1407" y="17997"/>
                    <a:pt x="1280" y="17985"/>
                  </a:cubicBezTo>
                  <a:cubicBezTo>
                    <a:pt x="388" y="17899"/>
                    <a:pt x="905" y="18056"/>
                    <a:pt x="981" y="16850"/>
                  </a:cubicBezTo>
                  <a:cubicBezTo>
                    <a:pt x="1140" y="14274"/>
                    <a:pt x="851" y="11593"/>
                    <a:pt x="839" y="9008"/>
                  </a:cubicBezTo>
                  <a:cubicBezTo>
                    <a:pt x="826" y="6132"/>
                    <a:pt x="862" y="3257"/>
                    <a:pt x="934" y="383"/>
                  </a:cubicBezTo>
                  <a:cubicBezTo>
                    <a:pt x="941" y="128"/>
                    <a:pt x="747" y="0"/>
                    <a:pt x="55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9"/>
            <p:cNvSpPr/>
            <p:nvPr/>
          </p:nvSpPr>
          <p:spPr>
            <a:xfrm rot="-252901">
              <a:off x="3873465" y="-35046"/>
              <a:ext cx="1450757" cy="360827"/>
            </a:xfrm>
            <a:custGeom>
              <a:rect b="b" l="l" r="r" t="t"/>
              <a:pathLst>
                <a:path extrusionOk="0" h="14433" w="58030">
                  <a:moveTo>
                    <a:pt x="32526" y="0"/>
                  </a:moveTo>
                  <a:cubicBezTo>
                    <a:pt x="32260" y="0"/>
                    <a:pt x="31995" y="14"/>
                    <a:pt x="31732" y="43"/>
                  </a:cubicBezTo>
                  <a:cubicBezTo>
                    <a:pt x="29273" y="311"/>
                    <a:pt x="27409" y="1934"/>
                    <a:pt x="26086" y="3938"/>
                  </a:cubicBezTo>
                  <a:cubicBezTo>
                    <a:pt x="24471" y="6385"/>
                    <a:pt x="23541" y="10901"/>
                    <a:pt x="20104" y="11361"/>
                  </a:cubicBezTo>
                  <a:cubicBezTo>
                    <a:pt x="19955" y="11381"/>
                    <a:pt x="19811" y="11390"/>
                    <a:pt x="19671" y="11390"/>
                  </a:cubicBezTo>
                  <a:cubicBezTo>
                    <a:pt x="17422" y="11390"/>
                    <a:pt x="16291" y="8911"/>
                    <a:pt x="15295" y="7201"/>
                  </a:cubicBezTo>
                  <a:cubicBezTo>
                    <a:pt x="14265" y="5426"/>
                    <a:pt x="12917" y="3706"/>
                    <a:pt x="10786" y="3706"/>
                  </a:cubicBezTo>
                  <a:cubicBezTo>
                    <a:pt x="10573" y="3706"/>
                    <a:pt x="10352" y="3723"/>
                    <a:pt x="10123" y="3759"/>
                  </a:cubicBezTo>
                  <a:cubicBezTo>
                    <a:pt x="6881" y="4271"/>
                    <a:pt x="4588" y="8032"/>
                    <a:pt x="1293" y="8032"/>
                  </a:cubicBezTo>
                  <a:cubicBezTo>
                    <a:pt x="983" y="8032"/>
                    <a:pt x="664" y="7999"/>
                    <a:pt x="334" y="7926"/>
                  </a:cubicBezTo>
                  <a:cubicBezTo>
                    <a:pt x="317" y="7922"/>
                    <a:pt x="301" y="7921"/>
                    <a:pt x="285" y="7921"/>
                  </a:cubicBezTo>
                  <a:cubicBezTo>
                    <a:pt x="76" y="7921"/>
                    <a:pt x="1" y="8252"/>
                    <a:pt x="231" y="8303"/>
                  </a:cubicBezTo>
                  <a:cubicBezTo>
                    <a:pt x="575" y="8378"/>
                    <a:pt x="908" y="8413"/>
                    <a:pt x="1232" y="8413"/>
                  </a:cubicBezTo>
                  <a:cubicBezTo>
                    <a:pt x="3771" y="8413"/>
                    <a:pt x="5741" y="6287"/>
                    <a:pt x="7858" y="5055"/>
                  </a:cubicBezTo>
                  <a:cubicBezTo>
                    <a:pt x="8771" y="4523"/>
                    <a:pt x="9813" y="4106"/>
                    <a:pt x="10844" y="4106"/>
                  </a:cubicBezTo>
                  <a:cubicBezTo>
                    <a:pt x="11449" y="4106"/>
                    <a:pt x="12051" y="4250"/>
                    <a:pt x="12621" y="4598"/>
                  </a:cubicBezTo>
                  <a:cubicBezTo>
                    <a:pt x="13580" y="5185"/>
                    <a:pt x="14222" y="6164"/>
                    <a:pt x="14787" y="7110"/>
                  </a:cubicBezTo>
                  <a:cubicBezTo>
                    <a:pt x="15715" y="8664"/>
                    <a:pt x="16548" y="10694"/>
                    <a:pt x="18304" y="11487"/>
                  </a:cubicBezTo>
                  <a:cubicBezTo>
                    <a:pt x="18769" y="11697"/>
                    <a:pt x="19231" y="11790"/>
                    <a:pt x="19681" y="11790"/>
                  </a:cubicBezTo>
                  <a:cubicBezTo>
                    <a:pt x="21378" y="11790"/>
                    <a:pt x="22907" y="10458"/>
                    <a:pt x="23809" y="9020"/>
                  </a:cubicBezTo>
                  <a:cubicBezTo>
                    <a:pt x="25512" y="6302"/>
                    <a:pt x="26335" y="3006"/>
                    <a:pt x="29274" y="1253"/>
                  </a:cubicBezTo>
                  <a:cubicBezTo>
                    <a:pt x="30262" y="663"/>
                    <a:pt x="31384" y="392"/>
                    <a:pt x="32513" y="392"/>
                  </a:cubicBezTo>
                  <a:cubicBezTo>
                    <a:pt x="33990" y="392"/>
                    <a:pt x="35479" y="856"/>
                    <a:pt x="36700" y="1678"/>
                  </a:cubicBezTo>
                  <a:cubicBezTo>
                    <a:pt x="39452" y="3534"/>
                    <a:pt x="39480" y="6541"/>
                    <a:pt x="40117" y="9485"/>
                  </a:cubicBezTo>
                  <a:cubicBezTo>
                    <a:pt x="40625" y="11833"/>
                    <a:pt x="41978" y="13773"/>
                    <a:pt x="44430" y="14301"/>
                  </a:cubicBezTo>
                  <a:cubicBezTo>
                    <a:pt x="44841" y="14390"/>
                    <a:pt x="45240" y="14432"/>
                    <a:pt x="45627" y="14432"/>
                  </a:cubicBezTo>
                  <a:cubicBezTo>
                    <a:pt x="47795" y="14432"/>
                    <a:pt x="49556" y="13098"/>
                    <a:pt x="50674" y="11139"/>
                  </a:cubicBezTo>
                  <a:cubicBezTo>
                    <a:pt x="52033" y="8758"/>
                    <a:pt x="53401" y="4111"/>
                    <a:pt x="56715" y="4111"/>
                  </a:cubicBezTo>
                  <a:cubicBezTo>
                    <a:pt x="57025" y="4111"/>
                    <a:pt x="57352" y="4152"/>
                    <a:pt x="57697" y="4239"/>
                  </a:cubicBezTo>
                  <a:cubicBezTo>
                    <a:pt x="57716" y="4244"/>
                    <a:pt x="57734" y="4246"/>
                    <a:pt x="57751" y="4246"/>
                  </a:cubicBezTo>
                  <a:cubicBezTo>
                    <a:pt x="57957" y="4246"/>
                    <a:pt x="58029" y="3916"/>
                    <a:pt x="57803" y="3859"/>
                  </a:cubicBezTo>
                  <a:cubicBezTo>
                    <a:pt x="57490" y="3781"/>
                    <a:pt x="57184" y="3744"/>
                    <a:pt x="56885" y="3744"/>
                  </a:cubicBezTo>
                  <a:cubicBezTo>
                    <a:pt x="54780" y="3744"/>
                    <a:pt x="53054" y="5560"/>
                    <a:pt x="52090" y="7357"/>
                  </a:cubicBezTo>
                  <a:cubicBezTo>
                    <a:pt x="50773" y="9809"/>
                    <a:pt x="49915" y="13197"/>
                    <a:pt x="46810" y="13915"/>
                  </a:cubicBezTo>
                  <a:cubicBezTo>
                    <a:pt x="46434" y="14001"/>
                    <a:pt x="46048" y="14044"/>
                    <a:pt x="45660" y="14044"/>
                  </a:cubicBezTo>
                  <a:cubicBezTo>
                    <a:pt x="44627" y="14044"/>
                    <a:pt x="43587" y="13742"/>
                    <a:pt x="42729" y="13170"/>
                  </a:cubicBezTo>
                  <a:cubicBezTo>
                    <a:pt x="41332" y="12238"/>
                    <a:pt x="40745" y="10665"/>
                    <a:pt x="40436" y="9079"/>
                  </a:cubicBezTo>
                  <a:cubicBezTo>
                    <a:pt x="39938" y="6541"/>
                    <a:pt x="39825" y="3931"/>
                    <a:pt x="37809" y="2060"/>
                  </a:cubicBezTo>
                  <a:cubicBezTo>
                    <a:pt x="36396" y="747"/>
                    <a:pt x="34455" y="0"/>
                    <a:pt x="3252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9"/>
            <p:cNvSpPr/>
            <p:nvPr/>
          </p:nvSpPr>
          <p:spPr>
            <a:xfrm rot="-252901">
              <a:off x="3878919" y="213807"/>
              <a:ext cx="1450807" cy="15475"/>
            </a:xfrm>
            <a:custGeom>
              <a:rect b="b" l="l" r="r" t="t"/>
              <a:pathLst>
                <a:path extrusionOk="0" h="619" w="58032">
                  <a:moveTo>
                    <a:pt x="57780" y="0"/>
                  </a:moveTo>
                  <a:cubicBezTo>
                    <a:pt x="57780" y="0"/>
                    <a:pt x="57779" y="0"/>
                    <a:pt x="57778" y="0"/>
                  </a:cubicBezTo>
                  <a:cubicBezTo>
                    <a:pt x="51207" y="26"/>
                    <a:pt x="44636" y="52"/>
                    <a:pt x="38066" y="76"/>
                  </a:cubicBezTo>
                  <a:cubicBezTo>
                    <a:pt x="28016" y="116"/>
                    <a:pt x="17968" y="155"/>
                    <a:pt x="7919" y="195"/>
                  </a:cubicBezTo>
                  <a:cubicBezTo>
                    <a:pt x="5364" y="205"/>
                    <a:pt x="2810" y="215"/>
                    <a:pt x="254" y="225"/>
                  </a:cubicBezTo>
                  <a:cubicBezTo>
                    <a:pt x="2" y="225"/>
                    <a:pt x="1" y="618"/>
                    <a:pt x="254" y="618"/>
                  </a:cubicBezTo>
                  <a:cubicBezTo>
                    <a:pt x="6825" y="591"/>
                    <a:pt x="13396" y="567"/>
                    <a:pt x="19967" y="541"/>
                  </a:cubicBezTo>
                  <a:cubicBezTo>
                    <a:pt x="30016" y="503"/>
                    <a:pt x="40064" y="462"/>
                    <a:pt x="50113" y="424"/>
                  </a:cubicBezTo>
                  <a:cubicBezTo>
                    <a:pt x="52669" y="412"/>
                    <a:pt x="55222" y="404"/>
                    <a:pt x="57778" y="394"/>
                  </a:cubicBezTo>
                  <a:cubicBezTo>
                    <a:pt x="58030" y="391"/>
                    <a:pt x="58031" y="0"/>
                    <a:pt x="5778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9"/>
            <p:cNvSpPr/>
            <p:nvPr/>
          </p:nvSpPr>
          <p:spPr>
            <a:xfrm rot="-252901">
              <a:off x="4902511" y="192654"/>
              <a:ext cx="48475" cy="43350"/>
            </a:xfrm>
            <a:custGeom>
              <a:rect b="b" l="l" r="r" t="t"/>
              <a:pathLst>
                <a:path extrusionOk="0" h="1734" w="1939">
                  <a:moveTo>
                    <a:pt x="1659" y="0"/>
                  </a:moveTo>
                  <a:cubicBezTo>
                    <a:pt x="1599" y="0"/>
                    <a:pt x="1538" y="26"/>
                    <a:pt x="1495" y="87"/>
                  </a:cubicBezTo>
                  <a:cubicBezTo>
                    <a:pt x="1132" y="588"/>
                    <a:pt x="689" y="1017"/>
                    <a:pt x="175" y="1361"/>
                  </a:cubicBezTo>
                  <a:cubicBezTo>
                    <a:pt x="1" y="1479"/>
                    <a:pt x="109" y="1734"/>
                    <a:pt x="271" y="1734"/>
                  </a:cubicBezTo>
                  <a:cubicBezTo>
                    <a:pt x="304" y="1734"/>
                    <a:pt x="338" y="1724"/>
                    <a:pt x="374" y="1700"/>
                  </a:cubicBezTo>
                  <a:cubicBezTo>
                    <a:pt x="945" y="1316"/>
                    <a:pt x="1432" y="844"/>
                    <a:pt x="1834" y="284"/>
                  </a:cubicBezTo>
                  <a:cubicBezTo>
                    <a:pt x="1938" y="140"/>
                    <a:pt x="1801" y="0"/>
                    <a:pt x="16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9"/>
            <p:cNvSpPr/>
            <p:nvPr/>
          </p:nvSpPr>
          <p:spPr>
            <a:xfrm rot="-252901">
              <a:off x="4919658" y="195421"/>
              <a:ext cx="65150" cy="67175"/>
            </a:xfrm>
            <a:custGeom>
              <a:rect b="b" l="l" r="r" t="t"/>
              <a:pathLst>
                <a:path extrusionOk="0" h="2687" w="2606">
                  <a:moveTo>
                    <a:pt x="2327" y="1"/>
                  </a:moveTo>
                  <a:cubicBezTo>
                    <a:pt x="2282" y="1"/>
                    <a:pt x="2236" y="19"/>
                    <a:pt x="2196" y="63"/>
                  </a:cubicBezTo>
                  <a:lnTo>
                    <a:pt x="129" y="2345"/>
                  </a:lnTo>
                  <a:cubicBezTo>
                    <a:pt x="0" y="2489"/>
                    <a:pt x="134" y="2686"/>
                    <a:pt x="279" y="2686"/>
                  </a:cubicBezTo>
                  <a:cubicBezTo>
                    <a:pt x="323" y="2686"/>
                    <a:pt x="368" y="2668"/>
                    <a:pt x="408" y="2624"/>
                  </a:cubicBezTo>
                  <a:lnTo>
                    <a:pt x="2475" y="342"/>
                  </a:lnTo>
                  <a:cubicBezTo>
                    <a:pt x="2606" y="198"/>
                    <a:pt x="2473"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9"/>
            <p:cNvSpPr/>
            <p:nvPr/>
          </p:nvSpPr>
          <p:spPr>
            <a:xfrm rot="-252901">
              <a:off x="4947028" y="197287"/>
              <a:ext cx="76725" cy="83300"/>
            </a:xfrm>
            <a:custGeom>
              <a:rect b="b" l="l" r="r" t="t"/>
              <a:pathLst>
                <a:path extrusionOk="0" h="3332" w="3069">
                  <a:moveTo>
                    <a:pt x="2794" y="0"/>
                  </a:moveTo>
                  <a:cubicBezTo>
                    <a:pt x="2734" y="0"/>
                    <a:pt x="2675" y="27"/>
                    <a:pt x="2634" y="92"/>
                  </a:cubicBezTo>
                  <a:cubicBezTo>
                    <a:pt x="1948" y="1185"/>
                    <a:pt x="1118" y="2152"/>
                    <a:pt x="150" y="3003"/>
                  </a:cubicBezTo>
                  <a:cubicBezTo>
                    <a:pt x="0" y="3133"/>
                    <a:pt x="139" y="3331"/>
                    <a:pt x="297" y="3331"/>
                  </a:cubicBezTo>
                  <a:cubicBezTo>
                    <a:pt x="341" y="3331"/>
                    <a:pt x="386" y="3316"/>
                    <a:pt x="427" y="3280"/>
                  </a:cubicBezTo>
                  <a:cubicBezTo>
                    <a:pt x="1420" y="2409"/>
                    <a:pt x="2271" y="1409"/>
                    <a:pt x="2973" y="291"/>
                  </a:cubicBezTo>
                  <a:cubicBezTo>
                    <a:pt x="3068" y="142"/>
                    <a:pt x="2931" y="0"/>
                    <a:pt x="279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9"/>
            <p:cNvSpPr/>
            <p:nvPr/>
          </p:nvSpPr>
          <p:spPr>
            <a:xfrm rot="-252901">
              <a:off x="4984337" y="192485"/>
              <a:ext cx="91450" cy="96675"/>
            </a:xfrm>
            <a:custGeom>
              <a:rect b="b" l="l" r="r" t="t"/>
              <a:pathLst>
                <a:path extrusionOk="0" h="3867" w="3658">
                  <a:moveTo>
                    <a:pt x="3375" y="0"/>
                  </a:moveTo>
                  <a:cubicBezTo>
                    <a:pt x="3330" y="0"/>
                    <a:pt x="3285" y="18"/>
                    <a:pt x="3245" y="60"/>
                  </a:cubicBezTo>
                  <a:cubicBezTo>
                    <a:pt x="2184" y="1196"/>
                    <a:pt x="1146" y="2349"/>
                    <a:pt x="126" y="3523"/>
                  </a:cubicBezTo>
                  <a:cubicBezTo>
                    <a:pt x="0" y="3670"/>
                    <a:pt x="132" y="3867"/>
                    <a:pt x="275" y="3867"/>
                  </a:cubicBezTo>
                  <a:cubicBezTo>
                    <a:pt x="320" y="3867"/>
                    <a:pt x="366" y="3848"/>
                    <a:pt x="405" y="3802"/>
                  </a:cubicBezTo>
                  <a:cubicBezTo>
                    <a:pt x="1424" y="2630"/>
                    <a:pt x="2463" y="1476"/>
                    <a:pt x="3524" y="339"/>
                  </a:cubicBezTo>
                  <a:cubicBezTo>
                    <a:pt x="3658" y="198"/>
                    <a:pt x="3523" y="0"/>
                    <a:pt x="337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9"/>
            <p:cNvSpPr/>
            <p:nvPr/>
          </p:nvSpPr>
          <p:spPr>
            <a:xfrm rot="-252901">
              <a:off x="5035612" y="183387"/>
              <a:ext cx="93925" cy="103525"/>
            </a:xfrm>
            <a:custGeom>
              <a:rect b="b" l="l" r="r" t="t"/>
              <a:pathLst>
                <a:path extrusionOk="0" h="4141" w="3757">
                  <a:moveTo>
                    <a:pt x="3470" y="1"/>
                  </a:moveTo>
                  <a:cubicBezTo>
                    <a:pt x="3426" y="1"/>
                    <a:pt x="3380" y="18"/>
                    <a:pt x="3339" y="59"/>
                  </a:cubicBezTo>
                  <a:cubicBezTo>
                    <a:pt x="2169" y="1246"/>
                    <a:pt x="1091" y="2513"/>
                    <a:pt x="105" y="3855"/>
                  </a:cubicBezTo>
                  <a:cubicBezTo>
                    <a:pt x="0" y="4000"/>
                    <a:pt x="137" y="4140"/>
                    <a:pt x="280" y="4140"/>
                  </a:cubicBezTo>
                  <a:cubicBezTo>
                    <a:pt x="340" y="4140"/>
                    <a:pt x="401" y="4116"/>
                    <a:pt x="446" y="4056"/>
                  </a:cubicBezTo>
                  <a:cubicBezTo>
                    <a:pt x="1412" y="2739"/>
                    <a:pt x="2471" y="1500"/>
                    <a:pt x="3618" y="338"/>
                  </a:cubicBezTo>
                  <a:cubicBezTo>
                    <a:pt x="3756" y="199"/>
                    <a:pt x="3621" y="1"/>
                    <a:pt x="347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9"/>
            <p:cNvSpPr/>
            <p:nvPr/>
          </p:nvSpPr>
          <p:spPr>
            <a:xfrm rot="-252901">
              <a:off x="4667755" y="-32100"/>
              <a:ext cx="9850" cy="71700"/>
            </a:xfrm>
            <a:custGeom>
              <a:rect b="b" l="l" r="r" t="t"/>
              <a:pathLst>
                <a:path extrusionOk="0" h="2868" w="394">
                  <a:moveTo>
                    <a:pt x="197" y="0"/>
                  </a:moveTo>
                  <a:cubicBezTo>
                    <a:pt x="99" y="0"/>
                    <a:pt x="0" y="63"/>
                    <a:pt x="0" y="189"/>
                  </a:cubicBezTo>
                  <a:lnTo>
                    <a:pt x="0" y="2677"/>
                  </a:lnTo>
                  <a:cubicBezTo>
                    <a:pt x="0" y="2804"/>
                    <a:pt x="99" y="2867"/>
                    <a:pt x="197" y="2867"/>
                  </a:cubicBezTo>
                  <a:cubicBezTo>
                    <a:pt x="295" y="2867"/>
                    <a:pt x="394" y="2804"/>
                    <a:pt x="394" y="2677"/>
                  </a:cubicBezTo>
                  <a:lnTo>
                    <a:pt x="394" y="189"/>
                  </a:lnTo>
                  <a:cubicBezTo>
                    <a:pt x="394" y="63"/>
                    <a:pt x="295" y="0"/>
                    <a:pt x="1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9"/>
            <p:cNvSpPr/>
            <p:nvPr/>
          </p:nvSpPr>
          <p:spPr>
            <a:xfrm rot="-252901">
              <a:off x="4676492" y="63812"/>
              <a:ext cx="9850" cy="31350"/>
            </a:xfrm>
            <a:custGeom>
              <a:rect b="b" l="l" r="r" t="t"/>
              <a:pathLst>
                <a:path extrusionOk="0" h="1254" w="394">
                  <a:moveTo>
                    <a:pt x="197" y="1"/>
                  </a:moveTo>
                  <a:cubicBezTo>
                    <a:pt x="99" y="1"/>
                    <a:pt x="0" y="64"/>
                    <a:pt x="0" y="192"/>
                  </a:cubicBezTo>
                  <a:lnTo>
                    <a:pt x="0" y="1064"/>
                  </a:lnTo>
                  <a:cubicBezTo>
                    <a:pt x="0" y="1190"/>
                    <a:pt x="99" y="1254"/>
                    <a:pt x="197" y="1254"/>
                  </a:cubicBezTo>
                  <a:cubicBezTo>
                    <a:pt x="295" y="1254"/>
                    <a:pt x="394" y="1190"/>
                    <a:pt x="394" y="1064"/>
                  </a:cubicBezTo>
                  <a:lnTo>
                    <a:pt x="394" y="192"/>
                  </a:lnTo>
                  <a:cubicBezTo>
                    <a:pt x="394" y="64"/>
                    <a:pt x="295" y="1"/>
                    <a:pt x="1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9"/>
            <p:cNvSpPr/>
            <p:nvPr/>
          </p:nvSpPr>
          <p:spPr>
            <a:xfrm rot="-252901">
              <a:off x="4683004" y="122698"/>
              <a:ext cx="9850" cy="90375"/>
            </a:xfrm>
            <a:custGeom>
              <a:rect b="b" l="l" r="r" t="t"/>
              <a:pathLst>
                <a:path extrusionOk="0" h="3615" w="394">
                  <a:moveTo>
                    <a:pt x="197" y="0"/>
                  </a:moveTo>
                  <a:cubicBezTo>
                    <a:pt x="99" y="0"/>
                    <a:pt x="0" y="64"/>
                    <a:pt x="0" y="190"/>
                  </a:cubicBezTo>
                  <a:lnTo>
                    <a:pt x="0" y="3424"/>
                  </a:lnTo>
                  <a:cubicBezTo>
                    <a:pt x="0" y="3551"/>
                    <a:pt x="99" y="3614"/>
                    <a:pt x="197" y="3614"/>
                  </a:cubicBezTo>
                  <a:cubicBezTo>
                    <a:pt x="295" y="3614"/>
                    <a:pt x="394" y="3551"/>
                    <a:pt x="394" y="3424"/>
                  </a:cubicBezTo>
                  <a:lnTo>
                    <a:pt x="394" y="190"/>
                  </a:lnTo>
                  <a:cubicBezTo>
                    <a:pt x="394" y="64"/>
                    <a:pt x="295" y="0"/>
                    <a:pt x="1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9"/>
            <p:cNvSpPr/>
            <p:nvPr/>
          </p:nvSpPr>
          <p:spPr>
            <a:xfrm rot="-252901">
              <a:off x="4281194" y="141678"/>
              <a:ext cx="171276" cy="11800"/>
            </a:xfrm>
            <a:custGeom>
              <a:rect b="b" l="l" r="r" t="t"/>
              <a:pathLst>
                <a:path extrusionOk="0" h="472" w="6851">
                  <a:moveTo>
                    <a:pt x="2475" y="0"/>
                  </a:moveTo>
                  <a:cubicBezTo>
                    <a:pt x="1735" y="0"/>
                    <a:pt x="994" y="8"/>
                    <a:pt x="254" y="23"/>
                  </a:cubicBezTo>
                  <a:cubicBezTo>
                    <a:pt x="4" y="29"/>
                    <a:pt x="1" y="417"/>
                    <a:pt x="249" y="417"/>
                  </a:cubicBezTo>
                  <a:cubicBezTo>
                    <a:pt x="251" y="417"/>
                    <a:pt x="252" y="417"/>
                    <a:pt x="254" y="417"/>
                  </a:cubicBezTo>
                  <a:cubicBezTo>
                    <a:pt x="1004" y="401"/>
                    <a:pt x="1752" y="394"/>
                    <a:pt x="2501" y="394"/>
                  </a:cubicBezTo>
                  <a:cubicBezTo>
                    <a:pt x="3867" y="394"/>
                    <a:pt x="5231" y="419"/>
                    <a:pt x="6596" y="471"/>
                  </a:cubicBezTo>
                  <a:cubicBezTo>
                    <a:pt x="6599" y="471"/>
                    <a:pt x="6601" y="471"/>
                    <a:pt x="6604" y="471"/>
                  </a:cubicBezTo>
                  <a:cubicBezTo>
                    <a:pt x="6851" y="471"/>
                    <a:pt x="6845" y="86"/>
                    <a:pt x="6596" y="77"/>
                  </a:cubicBezTo>
                  <a:cubicBezTo>
                    <a:pt x="5223" y="26"/>
                    <a:pt x="3849" y="0"/>
                    <a:pt x="247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9"/>
            <p:cNvSpPr/>
            <p:nvPr/>
          </p:nvSpPr>
          <p:spPr>
            <a:xfrm rot="-252901">
              <a:off x="4366063" y="289364"/>
              <a:ext cx="9850" cy="40625"/>
            </a:xfrm>
            <a:custGeom>
              <a:rect b="b" l="l" r="r" t="t"/>
              <a:pathLst>
                <a:path extrusionOk="0" h="1625" w="394">
                  <a:moveTo>
                    <a:pt x="197" y="1"/>
                  </a:moveTo>
                  <a:cubicBezTo>
                    <a:pt x="99" y="1"/>
                    <a:pt x="0" y="64"/>
                    <a:pt x="0" y="191"/>
                  </a:cubicBezTo>
                  <a:lnTo>
                    <a:pt x="0" y="1435"/>
                  </a:lnTo>
                  <a:cubicBezTo>
                    <a:pt x="0" y="1561"/>
                    <a:pt x="99" y="1625"/>
                    <a:pt x="197" y="1625"/>
                  </a:cubicBezTo>
                  <a:cubicBezTo>
                    <a:pt x="296" y="1625"/>
                    <a:pt x="394" y="1561"/>
                    <a:pt x="394" y="1435"/>
                  </a:cubicBezTo>
                  <a:lnTo>
                    <a:pt x="394" y="191"/>
                  </a:lnTo>
                  <a:cubicBezTo>
                    <a:pt x="394" y="64"/>
                    <a:pt x="296" y="1"/>
                    <a:pt x="1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9"/>
            <p:cNvSpPr/>
            <p:nvPr/>
          </p:nvSpPr>
          <p:spPr>
            <a:xfrm rot="-252901">
              <a:off x="4373152" y="341838"/>
              <a:ext cx="9875" cy="43750"/>
            </a:xfrm>
            <a:custGeom>
              <a:rect b="b" l="l" r="r" t="t"/>
              <a:pathLst>
                <a:path extrusionOk="0" h="1750" w="395">
                  <a:moveTo>
                    <a:pt x="197" y="1"/>
                  </a:moveTo>
                  <a:cubicBezTo>
                    <a:pt x="99" y="1"/>
                    <a:pt x="1" y="64"/>
                    <a:pt x="1" y="191"/>
                  </a:cubicBezTo>
                  <a:lnTo>
                    <a:pt x="1" y="1560"/>
                  </a:lnTo>
                  <a:cubicBezTo>
                    <a:pt x="1" y="1686"/>
                    <a:pt x="99" y="1750"/>
                    <a:pt x="198" y="1750"/>
                  </a:cubicBezTo>
                  <a:cubicBezTo>
                    <a:pt x="296" y="1750"/>
                    <a:pt x="394" y="1686"/>
                    <a:pt x="394" y="1560"/>
                  </a:cubicBezTo>
                  <a:lnTo>
                    <a:pt x="394" y="191"/>
                  </a:lnTo>
                  <a:cubicBezTo>
                    <a:pt x="394" y="64"/>
                    <a:pt x="296" y="1"/>
                    <a:pt x="1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373" name="Google Shape;1373;p39"/>
          <p:cNvCxnSpPr/>
          <p:nvPr/>
        </p:nvCxnSpPr>
        <p:spPr>
          <a:xfrm>
            <a:off x="4322950" y="3706175"/>
            <a:ext cx="509400" cy="0"/>
          </a:xfrm>
          <a:prstGeom prst="straightConnector1">
            <a:avLst/>
          </a:prstGeom>
          <a:noFill/>
          <a:ln cap="flat" cmpd="sng" w="9525">
            <a:solidFill>
              <a:srgbClr val="000000"/>
            </a:solidFill>
            <a:prstDash val="solid"/>
            <a:round/>
            <a:headEnd len="med" w="med" type="none"/>
            <a:tailEnd len="med" w="med" type="none"/>
          </a:ln>
        </p:spPr>
      </p:cxnSp>
      <p:grpSp>
        <p:nvGrpSpPr>
          <p:cNvPr id="1374" name="Google Shape;1374;p39"/>
          <p:cNvGrpSpPr/>
          <p:nvPr/>
        </p:nvGrpSpPr>
        <p:grpSpPr>
          <a:xfrm>
            <a:off x="340410" y="1710004"/>
            <a:ext cx="2313964" cy="5212176"/>
            <a:chOff x="340410" y="1710004"/>
            <a:chExt cx="2313964" cy="5212176"/>
          </a:xfrm>
        </p:grpSpPr>
        <p:sp>
          <p:nvSpPr>
            <p:cNvPr id="1375" name="Google Shape;1375;p39"/>
            <p:cNvSpPr/>
            <p:nvPr/>
          </p:nvSpPr>
          <p:spPr>
            <a:xfrm>
              <a:off x="1618799" y="2859261"/>
              <a:ext cx="535329" cy="803083"/>
            </a:xfrm>
            <a:custGeom>
              <a:rect b="b" l="l" r="r" t="t"/>
              <a:pathLst>
                <a:path extrusionOk="0" h="17948" w="11964">
                  <a:moveTo>
                    <a:pt x="6190" y="1"/>
                  </a:moveTo>
                  <a:lnTo>
                    <a:pt x="0" y="2406"/>
                  </a:lnTo>
                  <a:lnTo>
                    <a:pt x="5108" y="15829"/>
                  </a:lnTo>
                  <a:cubicBezTo>
                    <a:pt x="5619" y="17142"/>
                    <a:pt x="6875" y="17947"/>
                    <a:pt x="8205" y="17947"/>
                  </a:cubicBezTo>
                  <a:cubicBezTo>
                    <a:pt x="8605" y="17947"/>
                    <a:pt x="9012" y="17874"/>
                    <a:pt x="9407" y="17721"/>
                  </a:cubicBezTo>
                  <a:cubicBezTo>
                    <a:pt x="11116" y="17057"/>
                    <a:pt x="11964" y="15132"/>
                    <a:pt x="11299" y="13423"/>
                  </a:cubicBezTo>
                  <a:lnTo>
                    <a:pt x="619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9"/>
            <p:cNvSpPr/>
            <p:nvPr/>
          </p:nvSpPr>
          <p:spPr>
            <a:xfrm>
              <a:off x="1494007" y="2573345"/>
              <a:ext cx="571170" cy="723124"/>
            </a:xfrm>
            <a:custGeom>
              <a:rect b="b" l="l" r="r" t="t"/>
              <a:pathLst>
                <a:path extrusionOk="0" h="16161" w="12765">
                  <a:moveTo>
                    <a:pt x="3257" y="1"/>
                  </a:moveTo>
                  <a:cubicBezTo>
                    <a:pt x="3257" y="1"/>
                    <a:pt x="1" y="4420"/>
                    <a:pt x="919" y="6644"/>
                  </a:cubicBezTo>
                  <a:lnTo>
                    <a:pt x="4709" y="16160"/>
                  </a:lnTo>
                  <a:lnTo>
                    <a:pt x="5780" y="16009"/>
                  </a:lnTo>
                  <a:cubicBezTo>
                    <a:pt x="8005" y="15694"/>
                    <a:pt x="10115" y="14822"/>
                    <a:pt x="11911" y="13472"/>
                  </a:cubicBezTo>
                  <a:lnTo>
                    <a:pt x="12765" y="12832"/>
                  </a:lnTo>
                  <a:lnTo>
                    <a:pt x="8976" y="3314"/>
                  </a:lnTo>
                  <a:cubicBezTo>
                    <a:pt x="8055" y="1089"/>
                    <a:pt x="5852" y="496"/>
                    <a:pt x="32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9"/>
            <p:cNvSpPr/>
            <p:nvPr/>
          </p:nvSpPr>
          <p:spPr>
            <a:xfrm>
              <a:off x="649503" y="3932452"/>
              <a:ext cx="675605" cy="2675662"/>
            </a:xfrm>
            <a:custGeom>
              <a:rect b="b" l="l" r="r" t="t"/>
              <a:pathLst>
                <a:path extrusionOk="0" h="59798" w="15099">
                  <a:moveTo>
                    <a:pt x="9658" y="1"/>
                  </a:moveTo>
                  <a:cubicBezTo>
                    <a:pt x="9518" y="1"/>
                    <a:pt x="9377" y="6"/>
                    <a:pt x="9235" y="17"/>
                  </a:cubicBezTo>
                  <a:cubicBezTo>
                    <a:pt x="6100" y="259"/>
                    <a:pt x="3815" y="3090"/>
                    <a:pt x="4241" y="6205"/>
                  </a:cubicBezTo>
                  <a:lnTo>
                    <a:pt x="1" y="59384"/>
                  </a:lnTo>
                  <a:lnTo>
                    <a:pt x="6508" y="59797"/>
                  </a:lnTo>
                  <a:lnTo>
                    <a:pt x="15099" y="5044"/>
                  </a:lnTo>
                  <a:cubicBezTo>
                    <a:pt x="14877" y="2180"/>
                    <a:pt x="12484" y="1"/>
                    <a:pt x="9658" y="1"/>
                  </a:cubicBezTo>
                  <a:close/>
                </a:path>
              </a:pathLst>
            </a:custGeom>
            <a:solidFill>
              <a:srgbClr val="FBC1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9"/>
            <p:cNvSpPr/>
            <p:nvPr/>
          </p:nvSpPr>
          <p:spPr>
            <a:xfrm>
              <a:off x="649503" y="6299827"/>
              <a:ext cx="337556" cy="308248"/>
            </a:xfrm>
            <a:custGeom>
              <a:rect b="b" l="l" r="r" t="t"/>
              <a:pathLst>
                <a:path extrusionOk="0" h="6889" w="7544">
                  <a:moveTo>
                    <a:pt x="518" y="0"/>
                  </a:moveTo>
                  <a:lnTo>
                    <a:pt x="1" y="6478"/>
                  </a:lnTo>
                  <a:lnTo>
                    <a:pt x="6508" y="6888"/>
                  </a:lnTo>
                  <a:lnTo>
                    <a:pt x="7543" y="181"/>
                  </a:lnTo>
                  <a:lnTo>
                    <a:pt x="5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9"/>
            <p:cNvSpPr/>
            <p:nvPr/>
          </p:nvSpPr>
          <p:spPr>
            <a:xfrm>
              <a:off x="776532" y="4200560"/>
              <a:ext cx="541951" cy="842638"/>
            </a:xfrm>
            <a:custGeom>
              <a:rect b="b" l="l" r="r" t="t"/>
              <a:pathLst>
                <a:path extrusionOk="0" h="18832" w="12112">
                  <a:moveTo>
                    <a:pt x="12111" y="0"/>
                  </a:moveTo>
                  <a:cubicBezTo>
                    <a:pt x="8789" y="113"/>
                    <a:pt x="4892" y="246"/>
                    <a:pt x="1392" y="366"/>
                  </a:cubicBezTo>
                  <a:lnTo>
                    <a:pt x="0" y="17807"/>
                  </a:lnTo>
                  <a:lnTo>
                    <a:pt x="9156" y="18831"/>
                  </a:lnTo>
                  <a:lnTo>
                    <a:pt x="1211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9"/>
            <p:cNvSpPr/>
            <p:nvPr/>
          </p:nvSpPr>
          <p:spPr>
            <a:xfrm>
              <a:off x="529947" y="6592723"/>
              <a:ext cx="457115" cy="329457"/>
            </a:xfrm>
            <a:custGeom>
              <a:rect b="b" l="l" r="r" t="t"/>
              <a:pathLst>
                <a:path extrusionOk="0" h="7363" w="10216">
                  <a:moveTo>
                    <a:pt x="1876" y="0"/>
                  </a:moveTo>
                  <a:lnTo>
                    <a:pt x="1" y="7363"/>
                  </a:lnTo>
                  <a:lnTo>
                    <a:pt x="10215" y="7363"/>
                  </a:lnTo>
                  <a:lnTo>
                    <a:pt x="95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9"/>
            <p:cNvSpPr/>
            <p:nvPr/>
          </p:nvSpPr>
          <p:spPr>
            <a:xfrm>
              <a:off x="559523" y="6584758"/>
              <a:ext cx="193567" cy="65507"/>
            </a:xfrm>
            <a:custGeom>
              <a:rect b="b" l="l" r="r" t="t"/>
              <a:pathLst>
                <a:path extrusionOk="0" h="1464" w="4326">
                  <a:moveTo>
                    <a:pt x="1613" y="0"/>
                  </a:moveTo>
                  <a:cubicBezTo>
                    <a:pt x="1227" y="0"/>
                    <a:pt x="842" y="38"/>
                    <a:pt x="464" y="112"/>
                  </a:cubicBezTo>
                  <a:cubicBezTo>
                    <a:pt x="184" y="168"/>
                    <a:pt x="1" y="440"/>
                    <a:pt x="56" y="720"/>
                  </a:cubicBezTo>
                  <a:cubicBezTo>
                    <a:pt x="105" y="966"/>
                    <a:pt x="318" y="1138"/>
                    <a:pt x="561" y="1138"/>
                  </a:cubicBezTo>
                  <a:cubicBezTo>
                    <a:pt x="595" y="1138"/>
                    <a:pt x="630" y="1135"/>
                    <a:pt x="664" y="1128"/>
                  </a:cubicBezTo>
                  <a:cubicBezTo>
                    <a:pt x="975" y="1066"/>
                    <a:pt x="1292" y="1035"/>
                    <a:pt x="1610" y="1035"/>
                  </a:cubicBezTo>
                  <a:cubicBezTo>
                    <a:pt x="1817" y="1035"/>
                    <a:pt x="2024" y="1048"/>
                    <a:pt x="2230" y="1075"/>
                  </a:cubicBezTo>
                  <a:cubicBezTo>
                    <a:pt x="2682" y="1132"/>
                    <a:pt x="3123" y="1248"/>
                    <a:pt x="3538" y="1423"/>
                  </a:cubicBezTo>
                  <a:cubicBezTo>
                    <a:pt x="3603" y="1451"/>
                    <a:pt x="3671" y="1464"/>
                    <a:pt x="3738" y="1464"/>
                  </a:cubicBezTo>
                  <a:cubicBezTo>
                    <a:pt x="3939" y="1464"/>
                    <a:pt x="4133" y="1344"/>
                    <a:pt x="4215" y="1146"/>
                  </a:cubicBezTo>
                  <a:cubicBezTo>
                    <a:pt x="4326" y="882"/>
                    <a:pt x="4203" y="579"/>
                    <a:pt x="3939" y="469"/>
                  </a:cubicBezTo>
                  <a:cubicBezTo>
                    <a:pt x="3436" y="257"/>
                    <a:pt x="2905" y="114"/>
                    <a:pt x="2359" y="47"/>
                  </a:cubicBezTo>
                  <a:cubicBezTo>
                    <a:pt x="2110" y="16"/>
                    <a:pt x="1861" y="0"/>
                    <a:pt x="16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9"/>
            <p:cNvSpPr/>
            <p:nvPr/>
          </p:nvSpPr>
          <p:spPr>
            <a:xfrm>
              <a:off x="462338" y="6642747"/>
              <a:ext cx="265651" cy="70966"/>
            </a:xfrm>
            <a:custGeom>
              <a:rect b="b" l="l" r="r" t="t"/>
              <a:pathLst>
                <a:path extrusionOk="0" h="1586" w="5937">
                  <a:moveTo>
                    <a:pt x="2951" y="1"/>
                  </a:moveTo>
                  <a:cubicBezTo>
                    <a:pt x="2056" y="1"/>
                    <a:pt x="1171" y="200"/>
                    <a:pt x="365" y="588"/>
                  </a:cubicBezTo>
                  <a:cubicBezTo>
                    <a:pt x="108" y="711"/>
                    <a:pt x="0" y="1020"/>
                    <a:pt x="123" y="1278"/>
                  </a:cubicBezTo>
                  <a:cubicBezTo>
                    <a:pt x="213" y="1463"/>
                    <a:pt x="398" y="1570"/>
                    <a:pt x="590" y="1570"/>
                  </a:cubicBezTo>
                  <a:cubicBezTo>
                    <a:pt x="665" y="1570"/>
                    <a:pt x="742" y="1554"/>
                    <a:pt x="814" y="1519"/>
                  </a:cubicBezTo>
                  <a:cubicBezTo>
                    <a:pt x="1480" y="1198"/>
                    <a:pt x="2211" y="1034"/>
                    <a:pt x="2951" y="1034"/>
                  </a:cubicBezTo>
                  <a:cubicBezTo>
                    <a:pt x="3091" y="1034"/>
                    <a:pt x="3231" y="1040"/>
                    <a:pt x="3371" y="1052"/>
                  </a:cubicBezTo>
                  <a:cubicBezTo>
                    <a:pt x="3983" y="1103"/>
                    <a:pt x="4571" y="1266"/>
                    <a:pt x="5120" y="1534"/>
                  </a:cubicBezTo>
                  <a:cubicBezTo>
                    <a:pt x="5195" y="1568"/>
                    <a:pt x="5270" y="1585"/>
                    <a:pt x="5348" y="1585"/>
                  </a:cubicBezTo>
                  <a:cubicBezTo>
                    <a:pt x="5539" y="1585"/>
                    <a:pt x="5724" y="1478"/>
                    <a:pt x="5813" y="1298"/>
                  </a:cubicBezTo>
                  <a:cubicBezTo>
                    <a:pt x="5937" y="1042"/>
                    <a:pt x="5830" y="731"/>
                    <a:pt x="5575" y="606"/>
                  </a:cubicBezTo>
                  <a:cubicBezTo>
                    <a:pt x="4912" y="281"/>
                    <a:pt x="4199" y="84"/>
                    <a:pt x="3458" y="22"/>
                  </a:cubicBezTo>
                  <a:cubicBezTo>
                    <a:pt x="3289" y="8"/>
                    <a:pt x="3120" y="1"/>
                    <a:pt x="29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9"/>
            <p:cNvSpPr/>
            <p:nvPr/>
          </p:nvSpPr>
          <p:spPr>
            <a:xfrm>
              <a:off x="344884" y="6678095"/>
              <a:ext cx="488123" cy="244084"/>
            </a:xfrm>
            <a:custGeom>
              <a:rect b="b" l="l" r="r" t="t"/>
              <a:pathLst>
                <a:path extrusionOk="0" h="5455" w="10909">
                  <a:moveTo>
                    <a:pt x="5456" y="0"/>
                  </a:moveTo>
                  <a:cubicBezTo>
                    <a:pt x="2444" y="0"/>
                    <a:pt x="1" y="2443"/>
                    <a:pt x="1" y="5455"/>
                  </a:cubicBezTo>
                  <a:lnTo>
                    <a:pt x="10909" y="5455"/>
                  </a:lnTo>
                  <a:cubicBezTo>
                    <a:pt x="10909" y="2443"/>
                    <a:pt x="8468" y="0"/>
                    <a:pt x="54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9"/>
            <p:cNvSpPr/>
            <p:nvPr/>
          </p:nvSpPr>
          <p:spPr>
            <a:xfrm>
              <a:off x="340410" y="6869690"/>
              <a:ext cx="646655" cy="52486"/>
            </a:xfrm>
            <a:custGeom>
              <a:rect b="b" l="l" r="r" t="t"/>
              <a:pathLst>
                <a:path extrusionOk="0" h="1173" w="14452">
                  <a:moveTo>
                    <a:pt x="1" y="0"/>
                  </a:moveTo>
                  <a:lnTo>
                    <a:pt x="1" y="1173"/>
                  </a:lnTo>
                  <a:lnTo>
                    <a:pt x="14451" y="1173"/>
                  </a:lnTo>
                  <a:lnTo>
                    <a:pt x="1434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9"/>
            <p:cNvSpPr/>
            <p:nvPr/>
          </p:nvSpPr>
          <p:spPr>
            <a:xfrm>
              <a:off x="850763" y="6661361"/>
              <a:ext cx="105195" cy="162424"/>
            </a:xfrm>
            <a:custGeom>
              <a:rect b="b" l="l" r="r" t="t"/>
              <a:pathLst>
                <a:path extrusionOk="0" h="3630" w="2351">
                  <a:moveTo>
                    <a:pt x="1176" y="195"/>
                  </a:moveTo>
                  <a:cubicBezTo>
                    <a:pt x="1715" y="195"/>
                    <a:pt x="2156" y="922"/>
                    <a:pt x="2156" y="1816"/>
                  </a:cubicBezTo>
                  <a:cubicBezTo>
                    <a:pt x="2156" y="2710"/>
                    <a:pt x="1715" y="3435"/>
                    <a:pt x="1176" y="3435"/>
                  </a:cubicBezTo>
                  <a:cubicBezTo>
                    <a:pt x="635" y="3435"/>
                    <a:pt x="196" y="2710"/>
                    <a:pt x="196" y="1816"/>
                  </a:cubicBezTo>
                  <a:cubicBezTo>
                    <a:pt x="196" y="922"/>
                    <a:pt x="635" y="195"/>
                    <a:pt x="1176" y="195"/>
                  </a:cubicBezTo>
                  <a:close/>
                  <a:moveTo>
                    <a:pt x="1176" y="1"/>
                  </a:moveTo>
                  <a:cubicBezTo>
                    <a:pt x="528" y="1"/>
                    <a:pt x="0" y="815"/>
                    <a:pt x="0" y="1816"/>
                  </a:cubicBezTo>
                  <a:cubicBezTo>
                    <a:pt x="0" y="2817"/>
                    <a:pt x="528" y="3629"/>
                    <a:pt x="1176" y="3629"/>
                  </a:cubicBezTo>
                  <a:cubicBezTo>
                    <a:pt x="1823" y="3629"/>
                    <a:pt x="2350" y="2817"/>
                    <a:pt x="2350" y="1816"/>
                  </a:cubicBezTo>
                  <a:cubicBezTo>
                    <a:pt x="2350" y="815"/>
                    <a:pt x="1823" y="1"/>
                    <a:pt x="117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9"/>
            <p:cNvSpPr/>
            <p:nvPr/>
          </p:nvSpPr>
          <p:spPr>
            <a:xfrm>
              <a:off x="1346261" y="3933302"/>
              <a:ext cx="634574" cy="2667428"/>
            </a:xfrm>
            <a:custGeom>
              <a:rect b="b" l="l" r="r" t="t"/>
              <a:pathLst>
                <a:path extrusionOk="0" h="59614" w="14182">
                  <a:moveTo>
                    <a:pt x="5904" y="1"/>
                  </a:moveTo>
                  <a:cubicBezTo>
                    <a:pt x="5718" y="1"/>
                    <a:pt x="5530" y="10"/>
                    <a:pt x="5341" y="29"/>
                  </a:cubicBezTo>
                  <a:cubicBezTo>
                    <a:pt x="2211" y="348"/>
                    <a:pt x="0" y="3237"/>
                    <a:pt x="507" y="6341"/>
                  </a:cubicBezTo>
                  <a:lnTo>
                    <a:pt x="5092" y="34244"/>
                  </a:lnTo>
                  <a:cubicBezTo>
                    <a:pt x="5180" y="34787"/>
                    <a:pt x="5242" y="35335"/>
                    <a:pt x="5273" y="35884"/>
                  </a:cubicBezTo>
                  <a:lnTo>
                    <a:pt x="6674" y="59614"/>
                  </a:lnTo>
                  <a:lnTo>
                    <a:pt x="13222" y="58943"/>
                  </a:lnTo>
                  <a:lnTo>
                    <a:pt x="14162" y="34751"/>
                  </a:lnTo>
                  <a:cubicBezTo>
                    <a:pt x="14182" y="34268"/>
                    <a:pt x="14168" y="33782"/>
                    <a:pt x="14119" y="33298"/>
                  </a:cubicBezTo>
                  <a:lnTo>
                    <a:pt x="11329" y="4906"/>
                  </a:lnTo>
                  <a:cubicBezTo>
                    <a:pt x="11041" y="2094"/>
                    <a:pt x="8669" y="1"/>
                    <a:pt x="5904" y="1"/>
                  </a:cubicBezTo>
                  <a:close/>
                </a:path>
              </a:pathLst>
            </a:custGeom>
            <a:solidFill>
              <a:srgbClr val="FBC1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9"/>
            <p:cNvSpPr/>
            <p:nvPr/>
          </p:nvSpPr>
          <p:spPr>
            <a:xfrm>
              <a:off x="1353376" y="3978807"/>
              <a:ext cx="577524" cy="1053566"/>
            </a:xfrm>
            <a:custGeom>
              <a:rect b="b" l="l" r="r" t="t"/>
              <a:pathLst>
                <a:path extrusionOk="0" h="23546" w="12907">
                  <a:moveTo>
                    <a:pt x="2563" y="1"/>
                  </a:moveTo>
                  <a:cubicBezTo>
                    <a:pt x="934" y="1166"/>
                    <a:pt x="0" y="3196"/>
                    <a:pt x="348" y="5324"/>
                  </a:cubicBezTo>
                  <a:lnTo>
                    <a:pt x="3341" y="23546"/>
                  </a:lnTo>
                  <a:lnTo>
                    <a:pt x="12906" y="21551"/>
                  </a:lnTo>
                  <a:lnTo>
                    <a:pt x="11170" y="3888"/>
                  </a:lnTo>
                  <a:cubicBezTo>
                    <a:pt x="11005" y="2283"/>
                    <a:pt x="10159" y="917"/>
                    <a:pt x="8950" y="36"/>
                  </a:cubicBezTo>
                  <a:cubicBezTo>
                    <a:pt x="6668" y="19"/>
                    <a:pt x="4427" y="5"/>
                    <a:pt x="256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9"/>
            <p:cNvSpPr/>
            <p:nvPr/>
          </p:nvSpPr>
          <p:spPr>
            <a:xfrm>
              <a:off x="1628598" y="6312221"/>
              <a:ext cx="314826" cy="288426"/>
            </a:xfrm>
            <a:custGeom>
              <a:rect b="b" l="l" r="r" t="t"/>
              <a:pathLst>
                <a:path extrusionOk="0" h="6446" w="7036">
                  <a:moveTo>
                    <a:pt x="7035" y="1"/>
                  </a:moveTo>
                  <a:lnTo>
                    <a:pt x="0" y="278"/>
                  </a:lnTo>
                  <a:lnTo>
                    <a:pt x="364" y="6445"/>
                  </a:lnTo>
                  <a:lnTo>
                    <a:pt x="6912" y="5774"/>
                  </a:lnTo>
                  <a:lnTo>
                    <a:pt x="703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9"/>
            <p:cNvSpPr/>
            <p:nvPr/>
          </p:nvSpPr>
          <p:spPr>
            <a:xfrm>
              <a:off x="1644840" y="6570575"/>
              <a:ext cx="818476" cy="349369"/>
            </a:xfrm>
            <a:custGeom>
              <a:rect b="b" l="l" r="r" t="t"/>
              <a:pathLst>
                <a:path extrusionOk="0" h="7808" w="18292">
                  <a:moveTo>
                    <a:pt x="6549" y="0"/>
                  </a:moveTo>
                  <a:lnTo>
                    <a:pt x="1" y="671"/>
                  </a:lnTo>
                  <a:lnTo>
                    <a:pt x="217" y="7808"/>
                  </a:lnTo>
                  <a:lnTo>
                    <a:pt x="18291" y="7808"/>
                  </a:lnTo>
                  <a:lnTo>
                    <a:pt x="18032" y="5784"/>
                  </a:lnTo>
                  <a:cubicBezTo>
                    <a:pt x="17646" y="4364"/>
                    <a:pt x="16568" y="3237"/>
                    <a:pt x="15168" y="2784"/>
                  </a:cubicBezTo>
                  <a:lnTo>
                    <a:pt x="65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9"/>
            <p:cNvSpPr/>
            <p:nvPr/>
          </p:nvSpPr>
          <p:spPr>
            <a:xfrm>
              <a:off x="1652894" y="6670399"/>
              <a:ext cx="810421" cy="249632"/>
            </a:xfrm>
            <a:custGeom>
              <a:rect b="b" l="l" r="r" t="t"/>
              <a:pathLst>
                <a:path extrusionOk="0" h="5579" w="18112">
                  <a:moveTo>
                    <a:pt x="13276" y="0"/>
                  </a:moveTo>
                  <a:cubicBezTo>
                    <a:pt x="12303" y="628"/>
                    <a:pt x="10810" y="1960"/>
                    <a:pt x="10370" y="4405"/>
                  </a:cubicBezTo>
                  <a:lnTo>
                    <a:pt x="1" y="4405"/>
                  </a:lnTo>
                  <a:lnTo>
                    <a:pt x="37" y="5578"/>
                  </a:lnTo>
                  <a:lnTo>
                    <a:pt x="18111" y="5578"/>
                  </a:lnTo>
                  <a:lnTo>
                    <a:pt x="17961" y="4405"/>
                  </a:lnTo>
                  <a:lnTo>
                    <a:pt x="10969" y="4405"/>
                  </a:lnTo>
                  <a:cubicBezTo>
                    <a:pt x="11477" y="1843"/>
                    <a:pt x="13280" y="641"/>
                    <a:pt x="14028" y="244"/>
                  </a:cubicBezTo>
                  <a:lnTo>
                    <a:pt x="1327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9"/>
            <p:cNvSpPr/>
            <p:nvPr/>
          </p:nvSpPr>
          <p:spPr>
            <a:xfrm>
              <a:off x="2084407" y="6604759"/>
              <a:ext cx="112757" cy="108417"/>
            </a:xfrm>
            <a:custGeom>
              <a:rect b="b" l="l" r="r" t="t"/>
              <a:pathLst>
                <a:path extrusionOk="0" h="2423" w="2520">
                  <a:moveTo>
                    <a:pt x="1882" y="0"/>
                  </a:moveTo>
                  <a:cubicBezTo>
                    <a:pt x="1756" y="0"/>
                    <a:pt x="1631" y="48"/>
                    <a:pt x="1537" y="143"/>
                  </a:cubicBezTo>
                  <a:lnTo>
                    <a:pt x="192" y="1488"/>
                  </a:lnTo>
                  <a:cubicBezTo>
                    <a:pt x="0" y="1676"/>
                    <a:pt x="0" y="1990"/>
                    <a:pt x="192" y="2180"/>
                  </a:cubicBezTo>
                  <a:lnTo>
                    <a:pt x="294" y="2281"/>
                  </a:lnTo>
                  <a:cubicBezTo>
                    <a:pt x="388" y="2376"/>
                    <a:pt x="514" y="2423"/>
                    <a:pt x="639" y="2423"/>
                  </a:cubicBezTo>
                  <a:cubicBezTo>
                    <a:pt x="765" y="2423"/>
                    <a:pt x="891" y="2376"/>
                    <a:pt x="986" y="2281"/>
                  </a:cubicBezTo>
                  <a:lnTo>
                    <a:pt x="2330" y="937"/>
                  </a:lnTo>
                  <a:cubicBezTo>
                    <a:pt x="2519" y="747"/>
                    <a:pt x="2519" y="433"/>
                    <a:pt x="2330" y="245"/>
                  </a:cubicBezTo>
                  <a:lnTo>
                    <a:pt x="2227" y="143"/>
                  </a:lnTo>
                  <a:cubicBezTo>
                    <a:pt x="2133" y="48"/>
                    <a:pt x="2007" y="0"/>
                    <a:pt x="188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9"/>
            <p:cNvSpPr/>
            <p:nvPr/>
          </p:nvSpPr>
          <p:spPr>
            <a:xfrm>
              <a:off x="2004718" y="6579344"/>
              <a:ext cx="112713" cy="108417"/>
            </a:xfrm>
            <a:custGeom>
              <a:rect b="b" l="l" r="r" t="t"/>
              <a:pathLst>
                <a:path extrusionOk="0" h="2423" w="2519">
                  <a:moveTo>
                    <a:pt x="1881" y="0"/>
                  </a:moveTo>
                  <a:cubicBezTo>
                    <a:pt x="1755" y="0"/>
                    <a:pt x="1629" y="48"/>
                    <a:pt x="1534" y="142"/>
                  </a:cubicBezTo>
                  <a:lnTo>
                    <a:pt x="190" y="1486"/>
                  </a:lnTo>
                  <a:cubicBezTo>
                    <a:pt x="1" y="1677"/>
                    <a:pt x="1" y="1987"/>
                    <a:pt x="190" y="2179"/>
                  </a:cubicBezTo>
                  <a:lnTo>
                    <a:pt x="293" y="2280"/>
                  </a:lnTo>
                  <a:cubicBezTo>
                    <a:pt x="387" y="2375"/>
                    <a:pt x="513" y="2423"/>
                    <a:pt x="638" y="2423"/>
                  </a:cubicBezTo>
                  <a:cubicBezTo>
                    <a:pt x="764" y="2423"/>
                    <a:pt x="889" y="2375"/>
                    <a:pt x="983" y="2280"/>
                  </a:cubicBezTo>
                  <a:lnTo>
                    <a:pt x="2328" y="936"/>
                  </a:lnTo>
                  <a:cubicBezTo>
                    <a:pt x="2518" y="747"/>
                    <a:pt x="2518" y="434"/>
                    <a:pt x="2328" y="243"/>
                  </a:cubicBezTo>
                  <a:lnTo>
                    <a:pt x="2226" y="142"/>
                  </a:lnTo>
                  <a:cubicBezTo>
                    <a:pt x="2132" y="48"/>
                    <a:pt x="2006" y="0"/>
                    <a:pt x="188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9"/>
            <p:cNvSpPr/>
            <p:nvPr/>
          </p:nvSpPr>
          <p:spPr>
            <a:xfrm>
              <a:off x="1921673" y="6550529"/>
              <a:ext cx="112668" cy="108462"/>
            </a:xfrm>
            <a:custGeom>
              <a:rect b="b" l="l" r="r" t="t"/>
              <a:pathLst>
                <a:path extrusionOk="0" h="2424" w="2518">
                  <a:moveTo>
                    <a:pt x="1881" y="1"/>
                  </a:moveTo>
                  <a:cubicBezTo>
                    <a:pt x="1755" y="1"/>
                    <a:pt x="1630" y="48"/>
                    <a:pt x="1535" y="142"/>
                  </a:cubicBezTo>
                  <a:lnTo>
                    <a:pt x="191" y="1487"/>
                  </a:lnTo>
                  <a:cubicBezTo>
                    <a:pt x="1" y="1678"/>
                    <a:pt x="1" y="1990"/>
                    <a:pt x="191" y="2179"/>
                  </a:cubicBezTo>
                  <a:lnTo>
                    <a:pt x="292" y="2280"/>
                  </a:lnTo>
                  <a:cubicBezTo>
                    <a:pt x="387" y="2376"/>
                    <a:pt x="513" y="2423"/>
                    <a:pt x="638" y="2423"/>
                  </a:cubicBezTo>
                  <a:cubicBezTo>
                    <a:pt x="764" y="2423"/>
                    <a:pt x="889" y="2376"/>
                    <a:pt x="985" y="2280"/>
                  </a:cubicBezTo>
                  <a:lnTo>
                    <a:pt x="2329" y="936"/>
                  </a:lnTo>
                  <a:cubicBezTo>
                    <a:pt x="2518" y="747"/>
                    <a:pt x="2518" y="434"/>
                    <a:pt x="2329" y="244"/>
                  </a:cubicBezTo>
                  <a:lnTo>
                    <a:pt x="2227" y="142"/>
                  </a:lnTo>
                  <a:cubicBezTo>
                    <a:pt x="2132" y="48"/>
                    <a:pt x="2006" y="1"/>
                    <a:pt x="18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9"/>
            <p:cNvSpPr/>
            <p:nvPr/>
          </p:nvSpPr>
          <p:spPr>
            <a:xfrm>
              <a:off x="1739787" y="6663106"/>
              <a:ext cx="148643" cy="148688"/>
            </a:xfrm>
            <a:custGeom>
              <a:rect b="b" l="l" r="r" t="t"/>
              <a:pathLst>
                <a:path extrusionOk="0" h="3323" w="3322">
                  <a:moveTo>
                    <a:pt x="1661" y="195"/>
                  </a:moveTo>
                  <a:cubicBezTo>
                    <a:pt x="2469" y="195"/>
                    <a:pt x="3126" y="854"/>
                    <a:pt x="3127" y="1662"/>
                  </a:cubicBezTo>
                  <a:cubicBezTo>
                    <a:pt x="3127" y="2470"/>
                    <a:pt x="2469" y="3128"/>
                    <a:pt x="1661" y="3128"/>
                  </a:cubicBezTo>
                  <a:cubicBezTo>
                    <a:pt x="853" y="3128"/>
                    <a:pt x="195" y="2470"/>
                    <a:pt x="195" y="1662"/>
                  </a:cubicBezTo>
                  <a:cubicBezTo>
                    <a:pt x="195" y="853"/>
                    <a:pt x="853" y="195"/>
                    <a:pt x="1661" y="195"/>
                  </a:cubicBezTo>
                  <a:close/>
                  <a:moveTo>
                    <a:pt x="1661" y="0"/>
                  </a:moveTo>
                  <a:cubicBezTo>
                    <a:pt x="746" y="0"/>
                    <a:pt x="1" y="747"/>
                    <a:pt x="1" y="1662"/>
                  </a:cubicBezTo>
                  <a:cubicBezTo>
                    <a:pt x="1" y="2578"/>
                    <a:pt x="746" y="3323"/>
                    <a:pt x="1661" y="3323"/>
                  </a:cubicBezTo>
                  <a:cubicBezTo>
                    <a:pt x="2577" y="3323"/>
                    <a:pt x="3322" y="2578"/>
                    <a:pt x="3322" y="1662"/>
                  </a:cubicBezTo>
                  <a:cubicBezTo>
                    <a:pt x="3322" y="747"/>
                    <a:pt x="2577" y="0"/>
                    <a:pt x="166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9"/>
            <p:cNvSpPr/>
            <p:nvPr/>
          </p:nvSpPr>
          <p:spPr>
            <a:xfrm>
              <a:off x="710624" y="3781798"/>
              <a:ext cx="1284182" cy="1178360"/>
            </a:xfrm>
            <a:custGeom>
              <a:rect b="b" l="l" r="r" t="t"/>
              <a:pathLst>
                <a:path extrusionOk="0" h="26335" w="28700">
                  <a:moveTo>
                    <a:pt x="3941" y="0"/>
                  </a:moveTo>
                  <a:cubicBezTo>
                    <a:pt x="3941" y="0"/>
                    <a:pt x="0" y="5096"/>
                    <a:pt x="447" y="12583"/>
                  </a:cubicBezTo>
                  <a:cubicBezTo>
                    <a:pt x="850" y="19388"/>
                    <a:pt x="82" y="25287"/>
                    <a:pt x="82" y="25287"/>
                  </a:cubicBezTo>
                  <a:lnTo>
                    <a:pt x="13684" y="26334"/>
                  </a:lnTo>
                  <a:lnTo>
                    <a:pt x="15079" y="20131"/>
                  </a:lnTo>
                  <a:lnTo>
                    <a:pt x="15359" y="26334"/>
                  </a:lnTo>
                  <a:lnTo>
                    <a:pt x="28700" y="24651"/>
                  </a:lnTo>
                  <a:lnTo>
                    <a:pt x="249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9"/>
            <p:cNvSpPr/>
            <p:nvPr/>
          </p:nvSpPr>
          <p:spPr>
            <a:xfrm>
              <a:off x="787092" y="3781798"/>
              <a:ext cx="1051329" cy="204037"/>
            </a:xfrm>
            <a:custGeom>
              <a:rect b="b" l="l" r="r" t="t"/>
              <a:pathLst>
                <a:path extrusionOk="0" h="4560" w="23496">
                  <a:moveTo>
                    <a:pt x="2232" y="0"/>
                  </a:moveTo>
                  <a:cubicBezTo>
                    <a:pt x="2232" y="0"/>
                    <a:pt x="1007" y="1585"/>
                    <a:pt x="0" y="4284"/>
                  </a:cubicBezTo>
                  <a:cubicBezTo>
                    <a:pt x="2284" y="4477"/>
                    <a:pt x="4407" y="4559"/>
                    <a:pt x="6368" y="4559"/>
                  </a:cubicBezTo>
                  <a:cubicBezTo>
                    <a:pt x="17607" y="4559"/>
                    <a:pt x="23495" y="1852"/>
                    <a:pt x="23495" y="1852"/>
                  </a:cubicBezTo>
                  <a:lnTo>
                    <a:pt x="2321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9"/>
            <p:cNvSpPr/>
            <p:nvPr/>
          </p:nvSpPr>
          <p:spPr>
            <a:xfrm>
              <a:off x="1502374" y="3776071"/>
              <a:ext cx="88371" cy="408611"/>
            </a:xfrm>
            <a:custGeom>
              <a:rect b="b" l="l" r="r" t="t"/>
              <a:pathLst>
                <a:path extrusionOk="0" h="9132" w="1975">
                  <a:moveTo>
                    <a:pt x="1845" y="1"/>
                  </a:moveTo>
                  <a:cubicBezTo>
                    <a:pt x="1774" y="1"/>
                    <a:pt x="1716" y="57"/>
                    <a:pt x="1716" y="128"/>
                  </a:cubicBezTo>
                  <a:lnTo>
                    <a:pt x="1609" y="7721"/>
                  </a:lnTo>
                  <a:cubicBezTo>
                    <a:pt x="1609" y="8356"/>
                    <a:pt x="1089" y="8874"/>
                    <a:pt x="453" y="8874"/>
                  </a:cubicBezTo>
                  <a:lnTo>
                    <a:pt x="130" y="8874"/>
                  </a:lnTo>
                  <a:cubicBezTo>
                    <a:pt x="58" y="8874"/>
                    <a:pt x="1" y="8931"/>
                    <a:pt x="1" y="9002"/>
                  </a:cubicBezTo>
                  <a:cubicBezTo>
                    <a:pt x="1" y="9074"/>
                    <a:pt x="58" y="9131"/>
                    <a:pt x="130" y="9131"/>
                  </a:cubicBezTo>
                  <a:lnTo>
                    <a:pt x="453" y="9131"/>
                  </a:lnTo>
                  <a:cubicBezTo>
                    <a:pt x="1232" y="9131"/>
                    <a:pt x="1866" y="8499"/>
                    <a:pt x="1866" y="7722"/>
                  </a:cubicBezTo>
                  <a:lnTo>
                    <a:pt x="1973" y="132"/>
                  </a:lnTo>
                  <a:cubicBezTo>
                    <a:pt x="1975" y="61"/>
                    <a:pt x="1917" y="4"/>
                    <a:pt x="18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9"/>
            <p:cNvSpPr/>
            <p:nvPr/>
          </p:nvSpPr>
          <p:spPr>
            <a:xfrm>
              <a:off x="717604" y="3776026"/>
              <a:ext cx="284489" cy="418858"/>
            </a:xfrm>
            <a:custGeom>
              <a:rect b="b" l="l" r="r" t="t"/>
              <a:pathLst>
                <a:path extrusionOk="0" h="9361" w="6358">
                  <a:moveTo>
                    <a:pt x="6219" y="0"/>
                  </a:moveTo>
                  <a:cubicBezTo>
                    <a:pt x="6157" y="0"/>
                    <a:pt x="6103" y="42"/>
                    <a:pt x="6090" y="105"/>
                  </a:cubicBezTo>
                  <a:lnTo>
                    <a:pt x="5528" y="2909"/>
                  </a:lnTo>
                  <a:cubicBezTo>
                    <a:pt x="4969" y="5708"/>
                    <a:pt x="3044" y="7988"/>
                    <a:pt x="376" y="9008"/>
                  </a:cubicBezTo>
                  <a:lnTo>
                    <a:pt x="100" y="9112"/>
                  </a:lnTo>
                  <a:cubicBezTo>
                    <a:pt x="33" y="9138"/>
                    <a:pt x="0" y="9212"/>
                    <a:pt x="26" y="9279"/>
                  </a:cubicBezTo>
                  <a:cubicBezTo>
                    <a:pt x="45" y="9330"/>
                    <a:pt x="95" y="9361"/>
                    <a:pt x="148" y="9361"/>
                  </a:cubicBezTo>
                  <a:cubicBezTo>
                    <a:pt x="163" y="9361"/>
                    <a:pt x="179" y="9360"/>
                    <a:pt x="195" y="9354"/>
                  </a:cubicBezTo>
                  <a:lnTo>
                    <a:pt x="471" y="9248"/>
                  </a:lnTo>
                  <a:cubicBezTo>
                    <a:pt x="3220" y="8197"/>
                    <a:pt x="5206" y="5847"/>
                    <a:pt x="5784" y="2960"/>
                  </a:cubicBezTo>
                  <a:lnTo>
                    <a:pt x="6343" y="155"/>
                  </a:lnTo>
                  <a:cubicBezTo>
                    <a:pt x="6357" y="85"/>
                    <a:pt x="6312" y="16"/>
                    <a:pt x="6242" y="2"/>
                  </a:cubicBezTo>
                  <a:cubicBezTo>
                    <a:pt x="6234" y="1"/>
                    <a:pt x="6227" y="0"/>
                    <a:pt x="62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9"/>
            <p:cNvSpPr/>
            <p:nvPr/>
          </p:nvSpPr>
          <p:spPr>
            <a:xfrm>
              <a:off x="1378701" y="3775982"/>
              <a:ext cx="143721" cy="912395"/>
            </a:xfrm>
            <a:custGeom>
              <a:rect b="b" l="l" r="r" t="t"/>
              <a:pathLst>
                <a:path extrusionOk="0" h="20391" w="3212">
                  <a:moveTo>
                    <a:pt x="3085" y="0"/>
                  </a:moveTo>
                  <a:cubicBezTo>
                    <a:pt x="3018" y="1"/>
                    <a:pt x="2954" y="53"/>
                    <a:pt x="2951" y="124"/>
                  </a:cubicBezTo>
                  <a:cubicBezTo>
                    <a:pt x="2949" y="192"/>
                    <a:pt x="2692" y="6945"/>
                    <a:pt x="2628" y="11740"/>
                  </a:cubicBezTo>
                  <a:cubicBezTo>
                    <a:pt x="2563" y="16491"/>
                    <a:pt x="68" y="20151"/>
                    <a:pt x="42" y="20187"/>
                  </a:cubicBezTo>
                  <a:cubicBezTo>
                    <a:pt x="0" y="20246"/>
                    <a:pt x="15" y="20326"/>
                    <a:pt x="75" y="20367"/>
                  </a:cubicBezTo>
                  <a:cubicBezTo>
                    <a:pt x="96" y="20383"/>
                    <a:pt x="122" y="20390"/>
                    <a:pt x="148" y="20390"/>
                  </a:cubicBezTo>
                  <a:cubicBezTo>
                    <a:pt x="189" y="20390"/>
                    <a:pt x="228" y="20372"/>
                    <a:pt x="256" y="20333"/>
                  </a:cubicBezTo>
                  <a:cubicBezTo>
                    <a:pt x="282" y="20297"/>
                    <a:pt x="2822" y="16576"/>
                    <a:pt x="2887" y="11743"/>
                  </a:cubicBezTo>
                  <a:cubicBezTo>
                    <a:pt x="2951" y="6951"/>
                    <a:pt x="3207" y="202"/>
                    <a:pt x="3210" y="134"/>
                  </a:cubicBezTo>
                  <a:cubicBezTo>
                    <a:pt x="3211" y="63"/>
                    <a:pt x="3157" y="3"/>
                    <a:pt x="308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9"/>
            <p:cNvSpPr/>
            <p:nvPr/>
          </p:nvSpPr>
          <p:spPr>
            <a:xfrm>
              <a:off x="848973" y="2534418"/>
              <a:ext cx="989446" cy="1395597"/>
            </a:xfrm>
            <a:custGeom>
              <a:rect b="b" l="l" r="r" t="t"/>
              <a:pathLst>
                <a:path extrusionOk="0" h="31190" w="22113">
                  <a:moveTo>
                    <a:pt x="11311" y="1"/>
                  </a:moveTo>
                  <a:cubicBezTo>
                    <a:pt x="10257" y="1"/>
                    <a:pt x="9203" y="90"/>
                    <a:pt x="8161" y="267"/>
                  </a:cubicBezTo>
                  <a:lnTo>
                    <a:pt x="0" y="1817"/>
                  </a:lnTo>
                  <a:cubicBezTo>
                    <a:pt x="0" y="1817"/>
                    <a:pt x="2018" y="14712"/>
                    <a:pt x="1409" y="20393"/>
                  </a:cubicBezTo>
                  <a:cubicBezTo>
                    <a:pt x="1145" y="22858"/>
                    <a:pt x="284" y="28579"/>
                    <a:pt x="284" y="28579"/>
                  </a:cubicBezTo>
                  <a:cubicBezTo>
                    <a:pt x="284" y="28579"/>
                    <a:pt x="2815" y="31189"/>
                    <a:pt x="11307" y="31189"/>
                  </a:cubicBezTo>
                  <a:cubicBezTo>
                    <a:pt x="19798" y="31189"/>
                    <a:pt x="22112" y="29729"/>
                    <a:pt x="22112" y="29729"/>
                  </a:cubicBezTo>
                  <a:cubicBezTo>
                    <a:pt x="22112" y="29729"/>
                    <a:pt x="21367" y="22870"/>
                    <a:pt x="21256" y="20391"/>
                  </a:cubicBezTo>
                  <a:cubicBezTo>
                    <a:pt x="21054" y="15873"/>
                    <a:pt x="21160" y="8965"/>
                    <a:pt x="21400" y="4732"/>
                  </a:cubicBezTo>
                  <a:cubicBezTo>
                    <a:pt x="21503" y="2947"/>
                    <a:pt x="20262" y="1363"/>
                    <a:pt x="18504" y="1031"/>
                  </a:cubicBezTo>
                  <a:lnTo>
                    <a:pt x="14454" y="266"/>
                  </a:lnTo>
                  <a:cubicBezTo>
                    <a:pt x="13414" y="89"/>
                    <a:pt x="12362" y="1"/>
                    <a:pt x="113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9"/>
            <p:cNvSpPr/>
            <p:nvPr/>
          </p:nvSpPr>
          <p:spPr>
            <a:xfrm>
              <a:off x="1094261" y="2566902"/>
              <a:ext cx="520921" cy="241668"/>
            </a:xfrm>
            <a:custGeom>
              <a:rect b="b" l="l" r="r" t="t"/>
              <a:pathLst>
                <a:path extrusionOk="0" h="5401" w="11642">
                  <a:moveTo>
                    <a:pt x="11416" y="0"/>
                  </a:moveTo>
                  <a:cubicBezTo>
                    <a:pt x="11273" y="2875"/>
                    <a:pt x="9594" y="5172"/>
                    <a:pt x="6598" y="5172"/>
                  </a:cubicBezTo>
                  <a:cubicBezTo>
                    <a:pt x="3603" y="5172"/>
                    <a:pt x="374" y="2879"/>
                    <a:pt x="228" y="6"/>
                  </a:cubicBezTo>
                  <a:lnTo>
                    <a:pt x="0" y="49"/>
                  </a:lnTo>
                  <a:cubicBezTo>
                    <a:pt x="169" y="3029"/>
                    <a:pt x="3490" y="5401"/>
                    <a:pt x="6598" y="5401"/>
                  </a:cubicBezTo>
                  <a:cubicBezTo>
                    <a:pt x="6600" y="5401"/>
                    <a:pt x="6601" y="5401"/>
                    <a:pt x="6603" y="5401"/>
                  </a:cubicBezTo>
                  <a:cubicBezTo>
                    <a:pt x="9709" y="5401"/>
                    <a:pt x="11478" y="3023"/>
                    <a:pt x="11642" y="43"/>
                  </a:cubicBezTo>
                  <a:lnTo>
                    <a:pt x="1141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9"/>
            <p:cNvSpPr/>
            <p:nvPr/>
          </p:nvSpPr>
          <p:spPr>
            <a:xfrm>
              <a:off x="1135739" y="2534418"/>
              <a:ext cx="440604" cy="224128"/>
            </a:xfrm>
            <a:custGeom>
              <a:rect b="b" l="l" r="r" t="t"/>
              <a:pathLst>
                <a:path extrusionOk="0" h="5009" w="9847">
                  <a:moveTo>
                    <a:pt x="4903" y="1"/>
                  </a:moveTo>
                  <a:cubicBezTo>
                    <a:pt x="3849" y="1"/>
                    <a:pt x="2796" y="90"/>
                    <a:pt x="1753" y="267"/>
                  </a:cubicBezTo>
                  <a:lnTo>
                    <a:pt x="0" y="563"/>
                  </a:lnTo>
                  <a:cubicBezTo>
                    <a:pt x="252" y="3062"/>
                    <a:pt x="3135" y="5008"/>
                    <a:pt x="5699" y="5008"/>
                  </a:cubicBezTo>
                  <a:cubicBezTo>
                    <a:pt x="8261" y="5008"/>
                    <a:pt x="9591" y="3063"/>
                    <a:pt x="9847" y="569"/>
                  </a:cubicBezTo>
                  <a:lnTo>
                    <a:pt x="8046" y="266"/>
                  </a:lnTo>
                  <a:cubicBezTo>
                    <a:pt x="7006" y="89"/>
                    <a:pt x="5955" y="1"/>
                    <a:pt x="4903" y="1"/>
                  </a:cubicBezTo>
                  <a:close/>
                </a:path>
              </a:pathLst>
            </a:custGeom>
            <a:solidFill>
              <a:srgbClr val="FBC1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9"/>
            <p:cNvSpPr/>
            <p:nvPr/>
          </p:nvSpPr>
          <p:spPr>
            <a:xfrm>
              <a:off x="1224691" y="2290114"/>
              <a:ext cx="289411" cy="421632"/>
            </a:xfrm>
            <a:custGeom>
              <a:rect b="b" l="l" r="r" t="t"/>
              <a:pathLst>
                <a:path extrusionOk="0" h="9423" w="6468">
                  <a:moveTo>
                    <a:pt x="488" y="1"/>
                  </a:moveTo>
                  <a:lnTo>
                    <a:pt x="102" y="6242"/>
                  </a:lnTo>
                  <a:cubicBezTo>
                    <a:pt x="0" y="7894"/>
                    <a:pt x="1254" y="9315"/>
                    <a:pt x="2906" y="9417"/>
                  </a:cubicBezTo>
                  <a:cubicBezTo>
                    <a:pt x="2970" y="9421"/>
                    <a:pt x="3033" y="9423"/>
                    <a:pt x="3095" y="9423"/>
                  </a:cubicBezTo>
                  <a:cubicBezTo>
                    <a:pt x="4665" y="9423"/>
                    <a:pt x="5984" y="8201"/>
                    <a:pt x="6081" y="6611"/>
                  </a:cubicBezTo>
                  <a:lnTo>
                    <a:pt x="6467" y="371"/>
                  </a:lnTo>
                  <a:lnTo>
                    <a:pt x="488" y="1"/>
                  </a:lnTo>
                  <a:close/>
                </a:path>
              </a:pathLst>
            </a:custGeom>
            <a:solidFill>
              <a:srgbClr val="FBC1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9"/>
            <p:cNvSpPr/>
            <p:nvPr/>
          </p:nvSpPr>
          <p:spPr>
            <a:xfrm>
              <a:off x="1239949" y="2290114"/>
              <a:ext cx="274153" cy="243458"/>
            </a:xfrm>
            <a:custGeom>
              <a:rect b="b" l="l" r="r" t="t"/>
              <a:pathLst>
                <a:path extrusionOk="0" h="5441" w="6127">
                  <a:moveTo>
                    <a:pt x="147" y="1"/>
                  </a:moveTo>
                  <a:lnTo>
                    <a:pt x="1" y="2379"/>
                  </a:lnTo>
                  <a:cubicBezTo>
                    <a:pt x="782" y="3444"/>
                    <a:pt x="3073" y="5441"/>
                    <a:pt x="5171" y="5441"/>
                  </a:cubicBezTo>
                  <a:cubicBezTo>
                    <a:pt x="5389" y="5441"/>
                    <a:pt x="5605" y="5419"/>
                    <a:pt x="5817" y="5372"/>
                  </a:cubicBezTo>
                  <a:lnTo>
                    <a:pt x="6126" y="371"/>
                  </a:lnTo>
                  <a:lnTo>
                    <a:pt x="147"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9"/>
            <p:cNvSpPr/>
            <p:nvPr/>
          </p:nvSpPr>
          <p:spPr>
            <a:xfrm>
              <a:off x="1066341" y="2089480"/>
              <a:ext cx="159471" cy="166228"/>
            </a:xfrm>
            <a:custGeom>
              <a:rect b="b" l="l" r="r" t="t"/>
              <a:pathLst>
                <a:path extrusionOk="0" h="3715" w="3564">
                  <a:moveTo>
                    <a:pt x="1544" y="1"/>
                  </a:moveTo>
                  <a:cubicBezTo>
                    <a:pt x="1399" y="1"/>
                    <a:pt x="1254" y="26"/>
                    <a:pt x="1113" y="78"/>
                  </a:cubicBezTo>
                  <a:cubicBezTo>
                    <a:pt x="334" y="371"/>
                    <a:pt x="1" y="1404"/>
                    <a:pt x="371" y="2388"/>
                  </a:cubicBezTo>
                  <a:cubicBezTo>
                    <a:pt x="675" y="3194"/>
                    <a:pt x="1355" y="3715"/>
                    <a:pt x="2020" y="3715"/>
                  </a:cubicBezTo>
                  <a:cubicBezTo>
                    <a:pt x="2166" y="3715"/>
                    <a:pt x="2312" y="3689"/>
                    <a:pt x="2452" y="3637"/>
                  </a:cubicBezTo>
                  <a:cubicBezTo>
                    <a:pt x="3232" y="3345"/>
                    <a:pt x="3563" y="2311"/>
                    <a:pt x="3194" y="1327"/>
                  </a:cubicBezTo>
                  <a:cubicBezTo>
                    <a:pt x="2891" y="521"/>
                    <a:pt x="2210" y="1"/>
                    <a:pt x="1544" y="1"/>
                  </a:cubicBezTo>
                  <a:close/>
                </a:path>
              </a:pathLst>
            </a:custGeom>
            <a:solidFill>
              <a:srgbClr val="FBC1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9"/>
            <p:cNvSpPr/>
            <p:nvPr/>
          </p:nvSpPr>
          <p:spPr>
            <a:xfrm>
              <a:off x="1504253" y="2090599"/>
              <a:ext cx="159471" cy="166272"/>
            </a:xfrm>
            <a:custGeom>
              <a:rect b="b" l="l" r="r" t="t"/>
              <a:pathLst>
                <a:path extrusionOk="0" h="3716" w="3564">
                  <a:moveTo>
                    <a:pt x="2021" y="1"/>
                  </a:moveTo>
                  <a:cubicBezTo>
                    <a:pt x="1355" y="1"/>
                    <a:pt x="672" y="522"/>
                    <a:pt x="369" y="1328"/>
                  </a:cubicBezTo>
                  <a:cubicBezTo>
                    <a:pt x="0" y="2312"/>
                    <a:pt x="332" y="3344"/>
                    <a:pt x="1112" y="3637"/>
                  </a:cubicBezTo>
                  <a:cubicBezTo>
                    <a:pt x="1252" y="3690"/>
                    <a:pt x="1397" y="3715"/>
                    <a:pt x="1543" y="3715"/>
                  </a:cubicBezTo>
                  <a:cubicBezTo>
                    <a:pt x="2208" y="3715"/>
                    <a:pt x="2889" y="3194"/>
                    <a:pt x="3193" y="2387"/>
                  </a:cubicBezTo>
                  <a:cubicBezTo>
                    <a:pt x="3563" y="1405"/>
                    <a:pt x="3230" y="371"/>
                    <a:pt x="2450" y="78"/>
                  </a:cubicBezTo>
                  <a:cubicBezTo>
                    <a:pt x="2311" y="26"/>
                    <a:pt x="2167" y="1"/>
                    <a:pt x="2021" y="1"/>
                  </a:cubicBezTo>
                  <a:close/>
                </a:path>
              </a:pathLst>
            </a:custGeom>
            <a:solidFill>
              <a:srgbClr val="8C8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9"/>
            <p:cNvSpPr/>
            <p:nvPr/>
          </p:nvSpPr>
          <p:spPr>
            <a:xfrm>
              <a:off x="1101152" y="1710004"/>
              <a:ext cx="599941" cy="497027"/>
            </a:xfrm>
            <a:custGeom>
              <a:rect b="b" l="l" r="r" t="t"/>
              <a:pathLst>
                <a:path extrusionOk="0" h="11108" w="13408">
                  <a:moveTo>
                    <a:pt x="7081" y="1"/>
                  </a:moveTo>
                  <a:cubicBezTo>
                    <a:pt x="6376" y="1"/>
                    <a:pt x="5682" y="77"/>
                    <a:pt x="5042" y="194"/>
                  </a:cubicBezTo>
                  <a:cubicBezTo>
                    <a:pt x="3771" y="429"/>
                    <a:pt x="3081" y="1253"/>
                    <a:pt x="2731" y="1883"/>
                  </a:cubicBezTo>
                  <a:cubicBezTo>
                    <a:pt x="2649" y="1303"/>
                    <a:pt x="2403" y="816"/>
                    <a:pt x="2403" y="816"/>
                  </a:cubicBezTo>
                  <a:cubicBezTo>
                    <a:pt x="2180" y="872"/>
                    <a:pt x="1718" y="1111"/>
                    <a:pt x="1665" y="1489"/>
                  </a:cubicBezTo>
                  <a:cubicBezTo>
                    <a:pt x="1625" y="1766"/>
                    <a:pt x="1665" y="2176"/>
                    <a:pt x="1665" y="2176"/>
                  </a:cubicBezTo>
                  <a:cubicBezTo>
                    <a:pt x="1665" y="2176"/>
                    <a:pt x="1426" y="2048"/>
                    <a:pt x="1118" y="2048"/>
                  </a:cubicBezTo>
                  <a:cubicBezTo>
                    <a:pt x="1006" y="2048"/>
                    <a:pt x="886" y="2065"/>
                    <a:pt x="764" y="2111"/>
                  </a:cubicBezTo>
                  <a:cubicBezTo>
                    <a:pt x="530" y="2198"/>
                    <a:pt x="230" y="2339"/>
                    <a:pt x="325" y="2603"/>
                  </a:cubicBezTo>
                  <a:cubicBezTo>
                    <a:pt x="325" y="2603"/>
                    <a:pt x="1281" y="3037"/>
                    <a:pt x="1355" y="3059"/>
                  </a:cubicBezTo>
                  <a:cubicBezTo>
                    <a:pt x="754" y="3519"/>
                    <a:pt x="461" y="4307"/>
                    <a:pt x="321" y="5158"/>
                  </a:cubicBezTo>
                  <a:cubicBezTo>
                    <a:pt x="1" y="7078"/>
                    <a:pt x="1082" y="8920"/>
                    <a:pt x="1082" y="9855"/>
                  </a:cubicBezTo>
                  <a:cubicBezTo>
                    <a:pt x="1082" y="10790"/>
                    <a:pt x="1869" y="11108"/>
                    <a:pt x="1869" y="11108"/>
                  </a:cubicBezTo>
                  <a:lnTo>
                    <a:pt x="10554" y="11108"/>
                  </a:lnTo>
                  <a:cubicBezTo>
                    <a:pt x="11464" y="11058"/>
                    <a:pt x="11807" y="10446"/>
                    <a:pt x="11881" y="9855"/>
                  </a:cubicBezTo>
                  <a:cubicBezTo>
                    <a:pt x="11956" y="9266"/>
                    <a:pt x="12571" y="7372"/>
                    <a:pt x="12742" y="6437"/>
                  </a:cubicBezTo>
                  <a:cubicBezTo>
                    <a:pt x="12915" y="5506"/>
                    <a:pt x="12153" y="4990"/>
                    <a:pt x="12153" y="4990"/>
                  </a:cubicBezTo>
                  <a:lnTo>
                    <a:pt x="12153" y="4990"/>
                  </a:lnTo>
                  <a:lnTo>
                    <a:pt x="13407" y="5556"/>
                  </a:lnTo>
                  <a:cubicBezTo>
                    <a:pt x="13407" y="5556"/>
                    <a:pt x="13329" y="3514"/>
                    <a:pt x="11631" y="1694"/>
                  </a:cubicBezTo>
                  <a:cubicBezTo>
                    <a:pt x="10442" y="418"/>
                    <a:pt x="8733" y="1"/>
                    <a:pt x="70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39"/>
            <p:cNvSpPr/>
            <p:nvPr/>
          </p:nvSpPr>
          <p:spPr>
            <a:xfrm>
              <a:off x="1175696" y="1917573"/>
              <a:ext cx="445884" cy="534882"/>
            </a:xfrm>
            <a:custGeom>
              <a:rect b="b" l="l" r="r" t="t"/>
              <a:pathLst>
                <a:path extrusionOk="0" h="11954" w="9965">
                  <a:moveTo>
                    <a:pt x="1942" y="0"/>
                  </a:moveTo>
                  <a:cubicBezTo>
                    <a:pt x="1933" y="2559"/>
                    <a:pt x="986" y="4088"/>
                    <a:pt x="417" y="4774"/>
                  </a:cubicBezTo>
                  <a:cubicBezTo>
                    <a:pt x="140" y="5109"/>
                    <a:pt x="1" y="5536"/>
                    <a:pt x="1" y="5971"/>
                  </a:cubicBezTo>
                  <a:lnTo>
                    <a:pt x="1" y="6972"/>
                  </a:lnTo>
                  <a:cubicBezTo>
                    <a:pt x="1" y="9713"/>
                    <a:pt x="2242" y="11954"/>
                    <a:pt x="4984" y="11954"/>
                  </a:cubicBezTo>
                  <a:cubicBezTo>
                    <a:pt x="7724" y="11954"/>
                    <a:pt x="9965" y="9713"/>
                    <a:pt x="9965" y="6972"/>
                  </a:cubicBezTo>
                  <a:lnTo>
                    <a:pt x="9965" y="3227"/>
                  </a:lnTo>
                  <a:cubicBezTo>
                    <a:pt x="9253" y="1841"/>
                    <a:pt x="7948" y="2047"/>
                    <a:pt x="5786" y="1628"/>
                  </a:cubicBezTo>
                  <a:cubicBezTo>
                    <a:pt x="3729" y="1232"/>
                    <a:pt x="1942" y="0"/>
                    <a:pt x="1942" y="0"/>
                  </a:cubicBezTo>
                  <a:close/>
                </a:path>
              </a:pathLst>
            </a:custGeom>
            <a:solidFill>
              <a:srgbClr val="FBC1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39"/>
            <p:cNvSpPr/>
            <p:nvPr/>
          </p:nvSpPr>
          <p:spPr>
            <a:xfrm>
              <a:off x="1427606" y="2122546"/>
              <a:ext cx="52799" cy="125465"/>
            </a:xfrm>
            <a:custGeom>
              <a:rect b="b" l="l" r="r" t="t"/>
              <a:pathLst>
                <a:path extrusionOk="0" h="2804" w="1180">
                  <a:moveTo>
                    <a:pt x="591" y="0"/>
                  </a:moveTo>
                  <a:cubicBezTo>
                    <a:pt x="265" y="0"/>
                    <a:pt x="0" y="1217"/>
                    <a:pt x="0" y="1992"/>
                  </a:cubicBezTo>
                  <a:cubicBezTo>
                    <a:pt x="0" y="2766"/>
                    <a:pt x="265" y="2803"/>
                    <a:pt x="591" y="2803"/>
                  </a:cubicBezTo>
                  <a:cubicBezTo>
                    <a:pt x="915" y="2803"/>
                    <a:pt x="1180" y="2766"/>
                    <a:pt x="1180" y="1992"/>
                  </a:cubicBezTo>
                  <a:cubicBezTo>
                    <a:pt x="1180" y="1219"/>
                    <a:pt x="915" y="0"/>
                    <a:pt x="591" y="0"/>
                  </a:cubicBezTo>
                  <a:close/>
                </a:path>
              </a:pathLst>
            </a:custGeom>
            <a:solidFill>
              <a:srgbClr val="F370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9"/>
            <p:cNvSpPr/>
            <p:nvPr/>
          </p:nvSpPr>
          <p:spPr>
            <a:xfrm>
              <a:off x="1287109" y="2044334"/>
              <a:ext cx="99334" cy="32664"/>
            </a:xfrm>
            <a:custGeom>
              <a:rect b="b" l="l" r="r" t="t"/>
              <a:pathLst>
                <a:path extrusionOk="0" h="730" w="2220">
                  <a:moveTo>
                    <a:pt x="1100" y="0"/>
                  </a:moveTo>
                  <a:cubicBezTo>
                    <a:pt x="646" y="0"/>
                    <a:pt x="274" y="210"/>
                    <a:pt x="85" y="388"/>
                  </a:cubicBezTo>
                  <a:cubicBezTo>
                    <a:pt x="7" y="464"/>
                    <a:pt x="1" y="588"/>
                    <a:pt x="75" y="667"/>
                  </a:cubicBezTo>
                  <a:cubicBezTo>
                    <a:pt x="115" y="708"/>
                    <a:pt x="167" y="729"/>
                    <a:pt x="219" y="729"/>
                  </a:cubicBezTo>
                  <a:cubicBezTo>
                    <a:pt x="268" y="729"/>
                    <a:pt x="316" y="711"/>
                    <a:pt x="354" y="675"/>
                  </a:cubicBezTo>
                  <a:cubicBezTo>
                    <a:pt x="372" y="659"/>
                    <a:pt x="663" y="393"/>
                    <a:pt x="1097" y="393"/>
                  </a:cubicBezTo>
                  <a:cubicBezTo>
                    <a:pt x="1325" y="393"/>
                    <a:pt x="1592" y="467"/>
                    <a:pt x="1879" y="688"/>
                  </a:cubicBezTo>
                  <a:cubicBezTo>
                    <a:pt x="1914" y="717"/>
                    <a:pt x="1954" y="730"/>
                    <a:pt x="1997" y="730"/>
                  </a:cubicBezTo>
                  <a:cubicBezTo>
                    <a:pt x="2057" y="730"/>
                    <a:pt x="2116" y="703"/>
                    <a:pt x="2153" y="651"/>
                  </a:cubicBezTo>
                  <a:cubicBezTo>
                    <a:pt x="2219" y="565"/>
                    <a:pt x="2203" y="441"/>
                    <a:pt x="2118" y="375"/>
                  </a:cubicBezTo>
                  <a:cubicBezTo>
                    <a:pt x="1762" y="99"/>
                    <a:pt x="1412" y="0"/>
                    <a:pt x="110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9"/>
            <p:cNvSpPr/>
            <p:nvPr/>
          </p:nvSpPr>
          <p:spPr>
            <a:xfrm>
              <a:off x="1483895" y="2044423"/>
              <a:ext cx="99244" cy="32619"/>
            </a:xfrm>
            <a:custGeom>
              <a:rect b="b" l="l" r="r" t="t"/>
              <a:pathLst>
                <a:path extrusionOk="0" h="729" w="2218">
                  <a:moveTo>
                    <a:pt x="1122" y="1"/>
                  </a:moveTo>
                  <a:cubicBezTo>
                    <a:pt x="810" y="1"/>
                    <a:pt x="460" y="100"/>
                    <a:pt x="102" y="376"/>
                  </a:cubicBezTo>
                  <a:cubicBezTo>
                    <a:pt x="16" y="442"/>
                    <a:pt x="1" y="565"/>
                    <a:pt x="66" y="651"/>
                  </a:cubicBezTo>
                  <a:cubicBezTo>
                    <a:pt x="107" y="701"/>
                    <a:pt x="164" y="728"/>
                    <a:pt x="222" y="728"/>
                  </a:cubicBezTo>
                  <a:cubicBezTo>
                    <a:pt x="265" y="728"/>
                    <a:pt x="307" y="715"/>
                    <a:pt x="342" y="686"/>
                  </a:cubicBezTo>
                  <a:cubicBezTo>
                    <a:pt x="627" y="467"/>
                    <a:pt x="893" y="395"/>
                    <a:pt x="1120" y="395"/>
                  </a:cubicBezTo>
                  <a:cubicBezTo>
                    <a:pt x="1554" y="395"/>
                    <a:pt x="1848" y="659"/>
                    <a:pt x="1867" y="676"/>
                  </a:cubicBezTo>
                  <a:cubicBezTo>
                    <a:pt x="1904" y="712"/>
                    <a:pt x="1952" y="729"/>
                    <a:pt x="2000" y="729"/>
                  </a:cubicBezTo>
                  <a:cubicBezTo>
                    <a:pt x="2053" y="729"/>
                    <a:pt x="2106" y="708"/>
                    <a:pt x="2145" y="666"/>
                  </a:cubicBezTo>
                  <a:cubicBezTo>
                    <a:pt x="2217" y="586"/>
                    <a:pt x="2215" y="463"/>
                    <a:pt x="2136" y="387"/>
                  </a:cubicBezTo>
                  <a:cubicBezTo>
                    <a:pt x="1946" y="210"/>
                    <a:pt x="1575" y="1"/>
                    <a:pt x="112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9"/>
            <p:cNvSpPr/>
            <p:nvPr/>
          </p:nvSpPr>
          <p:spPr>
            <a:xfrm>
              <a:off x="1327513" y="2245414"/>
              <a:ext cx="123854" cy="54365"/>
            </a:xfrm>
            <a:custGeom>
              <a:rect b="b" l="l" r="r" t="t"/>
              <a:pathLst>
                <a:path extrusionOk="0" h="1215" w="2768">
                  <a:moveTo>
                    <a:pt x="738" y="0"/>
                  </a:moveTo>
                  <a:cubicBezTo>
                    <a:pt x="682" y="0"/>
                    <a:pt x="627" y="11"/>
                    <a:pt x="578" y="26"/>
                  </a:cubicBezTo>
                  <a:cubicBezTo>
                    <a:pt x="465" y="56"/>
                    <a:pt x="371" y="117"/>
                    <a:pt x="289" y="183"/>
                  </a:cubicBezTo>
                  <a:cubicBezTo>
                    <a:pt x="132" y="326"/>
                    <a:pt x="10" y="506"/>
                    <a:pt x="0" y="758"/>
                  </a:cubicBezTo>
                  <a:cubicBezTo>
                    <a:pt x="201" y="715"/>
                    <a:pt x="294" y="666"/>
                    <a:pt x="415" y="576"/>
                  </a:cubicBezTo>
                  <a:cubicBezTo>
                    <a:pt x="582" y="711"/>
                    <a:pt x="1199" y="1071"/>
                    <a:pt x="1419" y="1130"/>
                  </a:cubicBezTo>
                  <a:cubicBezTo>
                    <a:pt x="1641" y="1190"/>
                    <a:pt x="1871" y="1214"/>
                    <a:pt x="2096" y="1214"/>
                  </a:cubicBezTo>
                  <a:cubicBezTo>
                    <a:pt x="2323" y="1213"/>
                    <a:pt x="2545" y="1157"/>
                    <a:pt x="2753" y="1094"/>
                  </a:cubicBezTo>
                  <a:cubicBezTo>
                    <a:pt x="2763" y="1091"/>
                    <a:pt x="2768" y="1083"/>
                    <a:pt x="2768" y="1073"/>
                  </a:cubicBezTo>
                  <a:cubicBezTo>
                    <a:pt x="2768" y="1063"/>
                    <a:pt x="2759" y="1057"/>
                    <a:pt x="2749" y="1057"/>
                  </a:cubicBezTo>
                  <a:cubicBezTo>
                    <a:pt x="2748" y="1057"/>
                    <a:pt x="2747" y="1057"/>
                    <a:pt x="2746" y="1057"/>
                  </a:cubicBezTo>
                  <a:cubicBezTo>
                    <a:pt x="2676" y="1061"/>
                    <a:pt x="2605" y="1063"/>
                    <a:pt x="2536" y="1063"/>
                  </a:cubicBezTo>
                  <a:cubicBezTo>
                    <a:pt x="2392" y="1063"/>
                    <a:pt x="2250" y="1052"/>
                    <a:pt x="2113" y="1020"/>
                  </a:cubicBezTo>
                  <a:cubicBezTo>
                    <a:pt x="1907" y="981"/>
                    <a:pt x="1708" y="922"/>
                    <a:pt x="1522" y="834"/>
                  </a:cubicBezTo>
                  <a:lnTo>
                    <a:pt x="665" y="360"/>
                  </a:lnTo>
                  <a:cubicBezTo>
                    <a:pt x="700" y="326"/>
                    <a:pt x="704" y="328"/>
                    <a:pt x="734" y="290"/>
                  </a:cubicBezTo>
                  <a:cubicBezTo>
                    <a:pt x="797" y="222"/>
                    <a:pt x="843" y="147"/>
                    <a:pt x="934" y="57"/>
                  </a:cubicBezTo>
                  <a:cubicBezTo>
                    <a:pt x="875" y="16"/>
                    <a:pt x="806" y="0"/>
                    <a:pt x="73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9"/>
            <p:cNvSpPr/>
            <p:nvPr/>
          </p:nvSpPr>
          <p:spPr>
            <a:xfrm>
              <a:off x="1306976" y="2105588"/>
              <a:ext cx="70160" cy="30606"/>
            </a:xfrm>
            <a:custGeom>
              <a:rect b="b" l="l" r="r" t="t"/>
              <a:pathLst>
                <a:path extrusionOk="0" h="684" w="1568">
                  <a:moveTo>
                    <a:pt x="817" y="0"/>
                  </a:moveTo>
                  <a:cubicBezTo>
                    <a:pt x="792" y="0"/>
                    <a:pt x="766" y="1"/>
                    <a:pt x="741" y="3"/>
                  </a:cubicBezTo>
                  <a:cubicBezTo>
                    <a:pt x="565" y="27"/>
                    <a:pt x="402" y="86"/>
                    <a:pt x="272" y="197"/>
                  </a:cubicBezTo>
                  <a:cubicBezTo>
                    <a:pt x="142" y="305"/>
                    <a:pt x="36" y="446"/>
                    <a:pt x="0" y="649"/>
                  </a:cubicBezTo>
                  <a:lnTo>
                    <a:pt x="26" y="684"/>
                  </a:lnTo>
                  <a:cubicBezTo>
                    <a:pt x="255" y="541"/>
                    <a:pt x="517" y="443"/>
                    <a:pt x="784" y="421"/>
                  </a:cubicBezTo>
                  <a:cubicBezTo>
                    <a:pt x="831" y="413"/>
                    <a:pt x="878" y="410"/>
                    <a:pt x="925" y="410"/>
                  </a:cubicBezTo>
                  <a:cubicBezTo>
                    <a:pt x="1010" y="410"/>
                    <a:pt x="1096" y="421"/>
                    <a:pt x="1180" y="441"/>
                  </a:cubicBezTo>
                  <a:cubicBezTo>
                    <a:pt x="1313" y="468"/>
                    <a:pt x="1429" y="536"/>
                    <a:pt x="1542" y="612"/>
                  </a:cubicBezTo>
                  <a:lnTo>
                    <a:pt x="1568" y="579"/>
                  </a:lnTo>
                  <a:cubicBezTo>
                    <a:pt x="1546" y="382"/>
                    <a:pt x="1429" y="215"/>
                    <a:pt x="1267" y="122"/>
                  </a:cubicBezTo>
                  <a:cubicBezTo>
                    <a:pt x="1131" y="35"/>
                    <a:pt x="971" y="0"/>
                    <a:pt x="81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9"/>
            <p:cNvSpPr/>
            <p:nvPr/>
          </p:nvSpPr>
          <p:spPr>
            <a:xfrm>
              <a:off x="1502732" y="2113240"/>
              <a:ext cx="69802" cy="32888"/>
            </a:xfrm>
            <a:custGeom>
              <a:rect b="b" l="l" r="r" t="t"/>
              <a:pathLst>
                <a:path extrusionOk="0" h="735" w="1560">
                  <a:moveTo>
                    <a:pt x="725" y="0"/>
                  </a:moveTo>
                  <a:cubicBezTo>
                    <a:pt x="589" y="0"/>
                    <a:pt x="449" y="28"/>
                    <a:pt x="328" y="97"/>
                  </a:cubicBezTo>
                  <a:cubicBezTo>
                    <a:pt x="160" y="178"/>
                    <a:pt x="34" y="337"/>
                    <a:pt x="0" y="534"/>
                  </a:cubicBezTo>
                  <a:lnTo>
                    <a:pt x="23" y="567"/>
                  </a:lnTo>
                  <a:cubicBezTo>
                    <a:pt x="139" y="500"/>
                    <a:pt x="260" y="438"/>
                    <a:pt x="395" y="420"/>
                  </a:cubicBezTo>
                  <a:cubicBezTo>
                    <a:pt x="457" y="409"/>
                    <a:pt x="520" y="404"/>
                    <a:pt x="584" y="404"/>
                  </a:cubicBezTo>
                  <a:cubicBezTo>
                    <a:pt x="654" y="404"/>
                    <a:pt x="724" y="411"/>
                    <a:pt x="792" y="424"/>
                  </a:cubicBezTo>
                  <a:cubicBezTo>
                    <a:pt x="1054" y="464"/>
                    <a:pt x="1312" y="578"/>
                    <a:pt x="1532" y="734"/>
                  </a:cubicBezTo>
                  <a:lnTo>
                    <a:pt x="1559" y="704"/>
                  </a:lnTo>
                  <a:cubicBezTo>
                    <a:pt x="1536" y="498"/>
                    <a:pt x="1439" y="350"/>
                    <a:pt x="1316" y="235"/>
                  </a:cubicBezTo>
                  <a:cubicBezTo>
                    <a:pt x="1193" y="117"/>
                    <a:pt x="1033" y="48"/>
                    <a:pt x="860" y="9"/>
                  </a:cubicBezTo>
                  <a:cubicBezTo>
                    <a:pt x="816" y="3"/>
                    <a:pt x="770" y="0"/>
                    <a:pt x="7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9"/>
            <p:cNvSpPr/>
            <p:nvPr/>
          </p:nvSpPr>
          <p:spPr>
            <a:xfrm>
              <a:off x="484397" y="2955909"/>
              <a:ext cx="502352" cy="1845687"/>
            </a:xfrm>
            <a:custGeom>
              <a:rect b="b" l="l" r="r" t="t"/>
              <a:pathLst>
                <a:path extrusionOk="0" h="41249" w="11227">
                  <a:moveTo>
                    <a:pt x="4685" y="0"/>
                  </a:moveTo>
                  <a:lnTo>
                    <a:pt x="487" y="12471"/>
                  </a:lnTo>
                  <a:cubicBezTo>
                    <a:pt x="440" y="12617"/>
                    <a:pt x="405" y="12765"/>
                    <a:pt x="378" y="12913"/>
                  </a:cubicBezTo>
                  <a:cubicBezTo>
                    <a:pt x="127" y="13428"/>
                    <a:pt x="1" y="14015"/>
                    <a:pt x="49" y="14627"/>
                  </a:cubicBezTo>
                  <a:lnTo>
                    <a:pt x="2320" y="30978"/>
                  </a:lnTo>
                  <a:lnTo>
                    <a:pt x="2352" y="30975"/>
                  </a:lnTo>
                  <a:lnTo>
                    <a:pt x="1412" y="38618"/>
                  </a:lnTo>
                  <a:cubicBezTo>
                    <a:pt x="1354" y="39003"/>
                    <a:pt x="1652" y="39362"/>
                    <a:pt x="2056" y="39362"/>
                  </a:cubicBezTo>
                  <a:cubicBezTo>
                    <a:pt x="2071" y="39362"/>
                    <a:pt x="2085" y="39361"/>
                    <a:pt x="2100" y="39360"/>
                  </a:cubicBezTo>
                  <a:cubicBezTo>
                    <a:pt x="2409" y="39340"/>
                    <a:pt x="2657" y="39091"/>
                    <a:pt x="2701" y="38784"/>
                  </a:cubicBezTo>
                  <a:lnTo>
                    <a:pt x="3136" y="35806"/>
                  </a:lnTo>
                  <a:lnTo>
                    <a:pt x="3711" y="40278"/>
                  </a:lnTo>
                  <a:cubicBezTo>
                    <a:pt x="3723" y="40628"/>
                    <a:pt x="4011" y="40907"/>
                    <a:pt x="4358" y="40907"/>
                  </a:cubicBezTo>
                  <a:cubicBezTo>
                    <a:pt x="4366" y="40907"/>
                    <a:pt x="4373" y="40907"/>
                    <a:pt x="4381" y="40906"/>
                  </a:cubicBezTo>
                  <a:cubicBezTo>
                    <a:pt x="4739" y="40893"/>
                    <a:pt x="5021" y="40593"/>
                    <a:pt x="5009" y="40236"/>
                  </a:cubicBezTo>
                  <a:lnTo>
                    <a:pt x="4860" y="35876"/>
                  </a:lnTo>
                  <a:lnTo>
                    <a:pt x="6537" y="40766"/>
                  </a:lnTo>
                  <a:cubicBezTo>
                    <a:pt x="6613" y="41056"/>
                    <a:pt x="6878" y="41248"/>
                    <a:pt x="7165" y="41248"/>
                  </a:cubicBezTo>
                  <a:cubicBezTo>
                    <a:pt x="7220" y="41248"/>
                    <a:pt x="7275" y="41241"/>
                    <a:pt x="7330" y="41227"/>
                  </a:cubicBezTo>
                  <a:cubicBezTo>
                    <a:pt x="7676" y="41135"/>
                    <a:pt x="7884" y="40778"/>
                    <a:pt x="7792" y="40433"/>
                  </a:cubicBezTo>
                  <a:lnTo>
                    <a:pt x="6529" y="35310"/>
                  </a:lnTo>
                  <a:lnTo>
                    <a:pt x="8510" y="39293"/>
                  </a:lnTo>
                  <a:cubicBezTo>
                    <a:pt x="8614" y="39545"/>
                    <a:pt x="8858" y="39699"/>
                    <a:pt x="9115" y="39699"/>
                  </a:cubicBezTo>
                  <a:cubicBezTo>
                    <a:pt x="9238" y="39699"/>
                    <a:pt x="9365" y="39663"/>
                    <a:pt x="9480" y="39586"/>
                  </a:cubicBezTo>
                  <a:cubicBezTo>
                    <a:pt x="9737" y="39412"/>
                    <a:pt x="9823" y="39073"/>
                    <a:pt x="9707" y="38784"/>
                  </a:cubicBezTo>
                  <a:lnTo>
                    <a:pt x="8057" y="34711"/>
                  </a:lnTo>
                  <a:lnTo>
                    <a:pt x="7993" y="34152"/>
                  </a:lnTo>
                  <a:cubicBezTo>
                    <a:pt x="7968" y="33944"/>
                    <a:pt x="8133" y="33777"/>
                    <a:pt x="8326" y="33777"/>
                  </a:cubicBezTo>
                  <a:cubicBezTo>
                    <a:pt x="8362" y="33777"/>
                    <a:pt x="8399" y="33783"/>
                    <a:pt x="8436" y="33795"/>
                  </a:cubicBezTo>
                  <a:lnTo>
                    <a:pt x="10136" y="34376"/>
                  </a:lnTo>
                  <a:cubicBezTo>
                    <a:pt x="10230" y="34418"/>
                    <a:pt x="10329" y="34438"/>
                    <a:pt x="10426" y="34438"/>
                  </a:cubicBezTo>
                  <a:cubicBezTo>
                    <a:pt x="10722" y="34438"/>
                    <a:pt x="11006" y="34253"/>
                    <a:pt x="11106" y="33947"/>
                  </a:cubicBezTo>
                  <a:cubicBezTo>
                    <a:pt x="11226" y="33591"/>
                    <a:pt x="11032" y="33209"/>
                    <a:pt x="10691" y="33057"/>
                  </a:cubicBezTo>
                  <a:lnTo>
                    <a:pt x="9736" y="32630"/>
                  </a:lnTo>
                  <a:cubicBezTo>
                    <a:pt x="9368" y="32465"/>
                    <a:pt x="9054" y="32202"/>
                    <a:pt x="8828" y="31870"/>
                  </a:cubicBezTo>
                  <a:cubicBezTo>
                    <a:pt x="8579" y="31506"/>
                    <a:pt x="8267" y="31188"/>
                    <a:pt x="7908" y="30931"/>
                  </a:cubicBezTo>
                  <a:lnTo>
                    <a:pt x="7186" y="30413"/>
                  </a:lnTo>
                  <a:lnTo>
                    <a:pt x="6697" y="14813"/>
                  </a:lnTo>
                  <a:cubicBezTo>
                    <a:pt x="6734" y="14725"/>
                    <a:pt x="6770" y="14638"/>
                    <a:pt x="6798" y="14547"/>
                  </a:cubicBezTo>
                  <a:lnTo>
                    <a:pt x="10996" y="2075"/>
                  </a:lnTo>
                  <a:lnTo>
                    <a:pt x="4685" y="0"/>
                  </a:lnTo>
                  <a:close/>
                </a:path>
              </a:pathLst>
            </a:custGeom>
            <a:solidFill>
              <a:srgbClr val="FBC1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9"/>
            <p:cNvSpPr/>
            <p:nvPr/>
          </p:nvSpPr>
          <p:spPr>
            <a:xfrm>
              <a:off x="572588" y="2955909"/>
              <a:ext cx="403779" cy="449956"/>
            </a:xfrm>
            <a:custGeom>
              <a:rect b="b" l="l" r="r" t="t"/>
              <a:pathLst>
                <a:path extrusionOk="0" h="10056" w="9024">
                  <a:moveTo>
                    <a:pt x="2712" y="0"/>
                  </a:moveTo>
                  <a:lnTo>
                    <a:pt x="0" y="8059"/>
                  </a:lnTo>
                  <a:lnTo>
                    <a:pt x="6338" y="10056"/>
                  </a:lnTo>
                  <a:lnTo>
                    <a:pt x="9023" y="2075"/>
                  </a:lnTo>
                  <a:lnTo>
                    <a:pt x="2712"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9"/>
            <p:cNvSpPr/>
            <p:nvPr/>
          </p:nvSpPr>
          <p:spPr>
            <a:xfrm>
              <a:off x="558762" y="2613525"/>
              <a:ext cx="551527" cy="755564"/>
            </a:xfrm>
            <a:custGeom>
              <a:rect b="b" l="l" r="r" t="t"/>
              <a:pathLst>
                <a:path extrusionOk="0" h="16886" w="12326">
                  <a:moveTo>
                    <a:pt x="7468" y="0"/>
                  </a:moveTo>
                  <a:cubicBezTo>
                    <a:pt x="5579" y="0"/>
                    <a:pt x="3837" y="1239"/>
                    <a:pt x="3284" y="3146"/>
                  </a:cubicBezTo>
                  <a:lnTo>
                    <a:pt x="1" y="14456"/>
                  </a:lnTo>
                  <a:lnTo>
                    <a:pt x="8371" y="16886"/>
                  </a:lnTo>
                  <a:lnTo>
                    <a:pt x="11657" y="5574"/>
                  </a:lnTo>
                  <a:cubicBezTo>
                    <a:pt x="12326" y="3263"/>
                    <a:pt x="10996" y="845"/>
                    <a:pt x="8685" y="174"/>
                  </a:cubicBezTo>
                  <a:cubicBezTo>
                    <a:pt x="8279" y="56"/>
                    <a:pt x="7870" y="0"/>
                    <a:pt x="74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9"/>
            <p:cNvSpPr/>
            <p:nvPr/>
          </p:nvSpPr>
          <p:spPr>
            <a:xfrm>
              <a:off x="906962" y="3075286"/>
              <a:ext cx="46490" cy="310351"/>
            </a:xfrm>
            <a:custGeom>
              <a:rect b="b" l="l" r="r" t="t"/>
              <a:pathLst>
                <a:path extrusionOk="0" h="6936" w="1039">
                  <a:moveTo>
                    <a:pt x="901" y="0"/>
                  </a:moveTo>
                  <a:cubicBezTo>
                    <a:pt x="836" y="0"/>
                    <a:pt x="781" y="49"/>
                    <a:pt x="774" y="115"/>
                  </a:cubicBezTo>
                  <a:lnTo>
                    <a:pt x="7" y="6793"/>
                  </a:lnTo>
                  <a:cubicBezTo>
                    <a:pt x="0" y="6864"/>
                    <a:pt x="50" y="6927"/>
                    <a:pt x="122" y="6936"/>
                  </a:cubicBezTo>
                  <a:lnTo>
                    <a:pt x="136" y="6936"/>
                  </a:lnTo>
                  <a:cubicBezTo>
                    <a:pt x="202" y="6936"/>
                    <a:pt x="258" y="6887"/>
                    <a:pt x="265" y="6822"/>
                  </a:cubicBezTo>
                  <a:lnTo>
                    <a:pt x="1031" y="144"/>
                  </a:lnTo>
                  <a:cubicBezTo>
                    <a:pt x="1038" y="73"/>
                    <a:pt x="988" y="10"/>
                    <a:pt x="917" y="1"/>
                  </a:cubicBezTo>
                  <a:cubicBezTo>
                    <a:pt x="912" y="0"/>
                    <a:pt x="906" y="0"/>
                    <a:pt x="9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9"/>
            <p:cNvSpPr/>
            <p:nvPr/>
          </p:nvSpPr>
          <p:spPr>
            <a:xfrm>
              <a:off x="1819163" y="2570034"/>
              <a:ext cx="835210" cy="1092270"/>
            </a:xfrm>
            <a:custGeom>
              <a:rect b="b" l="l" r="r" t="t"/>
              <a:pathLst>
                <a:path extrusionOk="0" h="24411" w="18666">
                  <a:moveTo>
                    <a:pt x="13604" y="0"/>
                  </a:moveTo>
                  <a:cubicBezTo>
                    <a:pt x="13237" y="0"/>
                    <a:pt x="12932" y="298"/>
                    <a:pt x="12889" y="665"/>
                  </a:cubicBezTo>
                  <a:lnTo>
                    <a:pt x="12766" y="1965"/>
                  </a:lnTo>
                  <a:cubicBezTo>
                    <a:pt x="12720" y="2366"/>
                    <a:pt x="12563" y="2742"/>
                    <a:pt x="12314" y="3059"/>
                  </a:cubicBezTo>
                  <a:cubicBezTo>
                    <a:pt x="12041" y="3406"/>
                    <a:pt x="11831" y="3797"/>
                    <a:pt x="11692" y="4215"/>
                  </a:cubicBezTo>
                  <a:lnTo>
                    <a:pt x="10958" y="6192"/>
                  </a:lnTo>
                  <a:lnTo>
                    <a:pt x="1043" y="19203"/>
                  </a:lnTo>
                  <a:cubicBezTo>
                    <a:pt x="0" y="20715"/>
                    <a:pt x="381" y="22783"/>
                    <a:pt x="1891" y="23823"/>
                  </a:cubicBezTo>
                  <a:cubicBezTo>
                    <a:pt x="2467" y="24220"/>
                    <a:pt x="3125" y="24411"/>
                    <a:pt x="3775" y="24411"/>
                  </a:cubicBezTo>
                  <a:cubicBezTo>
                    <a:pt x="4830" y="24411"/>
                    <a:pt x="5867" y="23909"/>
                    <a:pt x="6511" y="22973"/>
                  </a:cubicBezTo>
                  <a:lnTo>
                    <a:pt x="14913" y="9099"/>
                  </a:lnTo>
                  <a:lnTo>
                    <a:pt x="16658" y="8006"/>
                  </a:lnTo>
                  <a:lnTo>
                    <a:pt x="17869" y="7728"/>
                  </a:lnTo>
                  <a:cubicBezTo>
                    <a:pt x="18224" y="7646"/>
                    <a:pt x="18448" y="7288"/>
                    <a:pt x="18365" y="6932"/>
                  </a:cubicBezTo>
                  <a:lnTo>
                    <a:pt x="18324" y="6755"/>
                  </a:lnTo>
                  <a:cubicBezTo>
                    <a:pt x="18258" y="6466"/>
                    <a:pt x="18006" y="6266"/>
                    <a:pt x="17723" y="6246"/>
                  </a:cubicBezTo>
                  <a:lnTo>
                    <a:pt x="17870" y="6212"/>
                  </a:lnTo>
                  <a:cubicBezTo>
                    <a:pt x="18267" y="6123"/>
                    <a:pt x="18516" y="5724"/>
                    <a:pt x="18424" y="5329"/>
                  </a:cubicBezTo>
                  <a:lnTo>
                    <a:pt x="18417" y="5301"/>
                  </a:lnTo>
                  <a:cubicBezTo>
                    <a:pt x="18350" y="5007"/>
                    <a:pt x="18115" y="4797"/>
                    <a:pt x="17836" y="4743"/>
                  </a:cubicBezTo>
                  <a:lnTo>
                    <a:pt x="18021" y="4700"/>
                  </a:lnTo>
                  <a:cubicBezTo>
                    <a:pt x="18415" y="4608"/>
                    <a:pt x="18666" y="4211"/>
                    <a:pt x="18574" y="3815"/>
                  </a:cubicBezTo>
                  <a:lnTo>
                    <a:pt x="18567" y="3786"/>
                  </a:lnTo>
                  <a:cubicBezTo>
                    <a:pt x="18505" y="3513"/>
                    <a:pt x="18292" y="3311"/>
                    <a:pt x="18036" y="3243"/>
                  </a:cubicBezTo>
                  <a:cubicBezTo>
                    <a:pt x="18237" y="3069"/>
                    <a:pt x="18338" y="2796"/>
                    <a:pt x="18277" y="2520"/>
                  </a:cubicBezTo>
                  <a:lnTo>
                    <a:pt x="18270" y="2492"/>
                  </a:lnTo>
                  <a:cubicBezTo>
                    <a:pt x="18191" y="2152"/>
                    <a:pt x="17884" y="1919"/>
                    <a:pt x="17549" y="1919"/>
                  </a:cubicBezTo>
                  <a:cubicBezTo>
                    <a:pt x="17494" y="1919"/>
                    <a:pt x="17439" y="1925"/>
                    <a:pt x="17384" y="1938"/>
                  </a:cubicBezTo>
                  <a:lnTo>
                    <a:pt x="14970" y="2495"/>
                  </a:lnTo>
                  <a:cubicBezTo>
                    <a:pt x="14754" y="2545"/>
                    <a:pt x="14584" y="2688"/>
                    <a:pt x="14488" y="2871"/>
                  </a:cubicBezTo>
                  <a:lnTo>
                    <a:pt x="14266" y="2852"/>
                  </a:lnTo>
                  <a:lnTo>
                    <a:pt x="14312" y="797"/>
                  </a:lnTo>
                  <a:cubicBezTo>
                    <a:pt x="14361" y="382"/>
                    <a:pt x="14040" y="7"/>
                    <a:pt x="13614" y="0"/>
                  </a:cubicBezTo>
                  <a:cubicBezTo>
                    <a:pt x="13611" y="0"/>
                    <a:pt x="13607" y="0"/>
                    <a:pt x="13604" y="0"/>
                  </a:cubicBezTo>
                  <a:close/>
                </a:path>
              </a:pathLst>
            </a:custGeom>
            <a:solidFill>
              <a:srgbClr val="FBC1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9"/>
            <p:cNvSpPr/>
            <p:nvPr/>
          </p:nvSpPr>
          <p:spPr>
            <a:xfrm>
              <a:off x="2410772" y="2651200"/>
              <a:ext cx="220817" cy="290082"/>
            </a:xfrm>
            <a:custGeom>
              <a:rect b="b" l="l" r="r" t="t"/>
              <a:pathLst>
                <a:path extrusionOk="0" h="6483" w="4935">
                  <a:moveTo>
                    <a:pt x="4159" y="1"/>
                  </a:moveTo>
                  <a:cubicBezTo>
                    <a:pt x="4149" y="1"/>
                    <a:pt x="4139" y="2"/>
                    <a:pt x="4129" y="4"/>
                  </a:cubicBezTo>
                  <a:lnTo>
                    <a:pt x="1717" y="562"/>
                  </a:lnTo>
                  <a:cubicBezTo>
                    <a:pt x="1249" y="669"/>
                    <a:pt x="959" y="1135"/>
                    <a:pt x="1073" y="1632"/>
                  </a:cubicBezTo>
                  <a:cubicBezTo>
                    <a:pt x="1130" y="1878"/>
                    <a:pt x="1292" y="2079"/>
                    <a:pt x="1511" y="2197"/>
                  </a:cubicBezTo>
                  <a:cubicBezTo>
                    <a:pt x="1468" y="2257"/>
                    <a:pt x="1433" y="2327"/>
                    <a:pt x="1406" y="2398"/>
                  </a:cubicBezTo>
                  <a:cubicBezTo>
                    <a:pt x="1376" y="2420"/>
                    <a:pt x="1353" y="2454"/>
                    <a:pt x="1346" y="2493"/>
                  </a:cubicBezTo>
                  <a:cubicBezTo>
                    <a:pt x="1342" y="2508"/>
                    <a:pt x="1056" y="4016"/>
                    <a:pt x="102" y="4522"/>
                  </a:cubicBezTo>
                  <a:cubicBezTo>
                    <a:pt x="29" y="4561"/>
                    <a:pt x="0" y="4652"/>
                    <a:pt x="39" y="4728"/>
                  </a:cubicBezTo>
                  <a:cubicBezTo>
                    <a:pt x="66" y="4779"/>
                    <a:pt x="119" y="4808"/>
                    <a:pt x="173" y="4808"/>
                  </a:cubicBezTo>
                  <a:cubicBezTo>
                    <a:pt x="196" y="4808"/>
                    <a:pt x="222" y="4802"/>
                    <a:pt x="245" y="4789"/>
                  </a:cubicBezTo>
                  <a:cubicBezTo>
                    <a:pt x="909" y="4438"/>
                    <a:pt x="1280" y="3701"/>
                    <a:pt x="1471" y="3169"/>
                  </a:cubicBezTo>
                  <a:cubicBezTo>
                    <a:pt x="1532" y="3271"/>
                    <a:pt x="1609" y="3358"/>
                    <a:pt x="1702" y="3428"/>
                  </a:cubicBezTo>
                  <a:cubicBezTo>
                    <a:pt x="1333" y="3595"/>
                    <a:pt x="1123" y="4007"/>
                    <a:pt x="1220" y="4442"/>
                  </a:cubicBezTo>
                  <a:cubicBezTo>
                    <a:pt x="1309" y="4817"/>
                    <a:pt x="1628" y="5075"/>
                    <a:pt x="1996" y="5108"/>
                  </a:cubicBezTo>
                  <a:cubicBezTo>
                    <a:pt x="1891" y="5273"/>
                    <a:pt x="1852" y="5476"/>
                    <a:pt x="1903" y="5690"/>
                  </a:cubicBezTo>
                  <a:lnTo>
                    <a:pt x="1943" y="5868"/>
                  </a:lnTo>
                  <a:cubicBezTo>
                    <a:pt x="1991" y="6074"/>
                    <a:pt x="2117" y="6248"/>
                    <a:pt x="2296" y="6361"/>
                  </a:cubicBezTo>
                  <a:cubicBezTo>
                    <a:pt x="2422" y="6441"/>
                    <a:pt x="2568" y="6483"/>
                    <a:pt x="2713" y="6483"/>
                  </a:cubicBezTo>
                  <a:cubicBezTo>
                    <a:pt x="2772" y="6483"/>
                    <a:pt x="2834" y="6476"/>
                    <a:pt x="2892" y="6463"/>
                  </a:cubicBezTo>
                  <a:lnTo>
                    <a:pt x="4674" y="6052"/>
                  </a:lnTo>
                  <a:cubicBezTo>
                    <a:pt x="4744" y="6037"/>
                    <a:pt x="4787" y="5966"/>
                    <a:pt x="4771" y="5896"/>
                  </a:cubicBezTo>
                  <a:cubicBezTo>
                    <a:pt x="4758" y="5837"/>
                    <a:pt x="4706" y="5797"/>
                    <a:pt x="4647" y="5797"/>
                  </a:cubicBezTo>
                  <a:cubicBezTo>
                    <a:pt x="4637" y="5797"/>
                    <a:pt x="4626" y="5798"/>
                    <a:pt x="4616" y="5801"/>
                  </a:cubicBezTo>
                  <a:lnTo>
                    <a:pt x="2834" y="6211"/>
                  </a:lnTo>
                  <a:cubicBezTo>
                    <a:pt x="2794" y="6220"/>
                    <a:pt x="2754" y="6225"/>
                    <a:pt x="2714" y="6225"/>
                  </a:cubicBezTo>
                  <a:cubicBezTo>
                    <a:pt x="2616" y="6225"/>
                    <a:pt x="2518" y="6197"/>
                    <a:pt x="2432" y="6144"/>
                  </a:cubicBezTo>
                  <a:cubicBezTo>
                    <a:pt x="2310" y="6068"/>
                    <a:pt x="2226" y="5951"/>
                    <a:pt x="2193" y="5812"/>
                  </a:cubicBezTo>
                  <a:lnTo>
                    <a:pt x="2153" y="5636"/>
                  </a:lnTo>
                  <a:cubicBezTo>
                    <a:pt x="2086" y="5347"/>
                    <a:pt x="2240" y="5101"/>
                    <a:pt x="2528" y="5033"/>
                  </a:cubicBezTo>
                  <a:lnTo>
                    <a:pt x="4673" y="4538"/>
                  </a:lnTo>
                  <a:cubicBezTo>
                    <a:pt x="4743" y="4522"/>
                    <a:pt x="4786" y="4452"/>
                    <a:pt x="4770" y="4382"/>
                  </a:cubicBezTo>
                  <a:cubicBezTo>
                    <a:pt x="4755" y="4323"/>
                    <a:pt x="4703" y="4283"/>
                    <a:pt x="4644" y="4283"/>
                  </a:cubicBezTo>
                  <a:cubicBezTo>
                    <a:pt x="4634" y="4283"/>
                    <a:pt x="4624" y="4284"/>
                    <a:pt x="4614" y="4286"/>
                  </a:cubicBezTo>
                  <a:lnTo>
                    <a:pt x="2200" y="4844"/>
                  </a:lnTo>
                  <a:cubicBezTo>
                    <a:pt x="2154" y="4855"/>
                    <a:pt x="2109" y="4860"/>
                    <a:pt x="2064" y="4860"/>
                  </a:cubicBezTo>
                  <a:cubicBezTo>
                    <a:pt x="1789" y="4860"/>
                    <a:pt x="1535" y="4665"/>
                    <a:pt x="1463" y="4359"/>
                  </a:cubicBezTo>
                  <a:cubicBezTo>
                    <a:pt x="1389" y="4031"/>
                    <a:pt x="1592" y="3705"/>
                    <a:pt x="1903" y="3631"/>
                  </a:cubicBezTo>
                  <a:lnTo>
                    <a:pt x="2231" y="3605"/>
                  </a:lnTo>
                  <a:cubicBezTo>
                    <a:pt x="2233" y="3605"/>
                    <a:pt x="2233" y="3602"/>
                    <a:pt x="2234" y="3602"/>
                  </a:cubicBezTo>
                  <a:cubicBezTo>
                    <a:pt x="2292" y="3601"/>
                    <a:pt x="2350" y="3595"/>
                    <a:pt x="2407" y="3584"/>
                  </a:cubicBezTo>
                  <a:lnTo>
                    <a:pt x="4822" y="3026"/>
                  </a:lnTo>
                  <a:cubicBezTo>
                    <a:pt x="4892" y="3009"/>
                    <a:pt x="4935" y="2940"/>
                    <a:pt x="4917" y="2870"/>
                  </a:cubicBezTo>
                  <a:cubicBezTo>
                    <a:pt x="4909" y="2799"/>
                    <a:pt x="4860" y="2758"/>
                    <a:pt x="4800" y="2758"/>
                  </a:cubicBezTo>
                  <a:cubicBezTo>
                    <a:pt x="4790" y="2758"/>
                    <a:pt x="4779" y="2759"/>
                    <a:pt x="4769" y="2761"/>
                  </a:cubicBezTo>
                  <a:lnTo>
                    <a:pt x="2354" y="3319"/>
                  </a:lnTo>
                  <a:cubicBezTo>
                    <a:pt x="2309" y="3330"/>
                    <a:pt x="2264" y="3335"/>
                    <a:pt x="2219" y="3335"/>
                  </a:cubicBezTo>
                  <a:cubicBezTo>
                    <a:pt x="1943" y="3335"/>
                    <a:pt x="1689" y="3141"/>
                    <a:pt x="1618" y="2834"/>
                  </a:cubicBezTo>
                  <a:cubicBezTo>
                    <a:pt x="1609" y="2796"/>
                    <a:pt x="1609" y="2759"/>
                    <a:pt x="1608" y="2720"/>
                  </a:cubicBezTo>
                  <a:cubicBezTo>
                    <a:pt x="1632" y="2620"/>
                    <a:pt x="1645" y="2555"/>
                    <a:pt x="1647" y="2543"/>
                  </a:cubicBezTo>
                  <a:cubicBezTo>
                    <a:pt x="1651" y="2521"/>
                    <a:pt x="1651" y="2501"/>
                    <a:pt x="1645" y="2483"/>
                  </a:cubicBezTo>
                  <a:cubicBezTo>
                    <a:pt x="1679" y="2392"/>
                    <a:pt x="1731" y="2312"/>
                    <a:pt x="1802" y="2248"/>
                  </a:cubicBezTo>
                  <a:cubicBezTo>
                    <a:pt x="1804" y="2247"/>
                    <a:pt x="1805" y="2244"/>
                    <a:pt x="1807" y="2244"/>
                  </a:cubicBezTo>
                  <a:cubicBezTo>
                    <a:pt x="1881" y="2178"/>
                    <a:pt x="1970" y="2128"/>
                    <a:pt x="2074" y="2105"/>
                  </a:cubicBezTo>
                  <a:lnTo>
                    <a:pt x="4487" y="1549"/>
                  </a:lnTo>
                  <a:cubicBezTo>
                    <a:pt x="4557" y="1533"/>
                    <a:pt x="4600" y="1463"/>
                    <a:pt x="4584" y="1393"/>
                  </a:cubicBezTo>
                  <a:cubicBezTo>
                    <a:pt x="4569" y="1334"/>
                    <a:pt x="4518" y="1294"/>
                    <a:pt x="4458" y="1294"/>
                  </a:cubicBezTo>
                  <a:cubicBezTo>
                    <a:pt x="4448" y="1294"/>
                    <a:pt x="4438" y="1295"/>
                    <a:pt x="4428" y="1297"/>
                  </a:cubicBezTo>
                  <a:lnTo>
                    <a:pt x="2014" y="1855"/>
                  </a:lnTo>
                  <a:cubicBezTo>
                    <a:pt x="1898" y="1882"/>
                    <a:pt x="1792" y="1932"/>
                    <a:pt x="1702" y="1998"/>
                  </a:cubicBezTo>
                  <a:cubicBezTo>
                    <a:pt x="1514" y="1925"/>
                    <a:pt x="1371" y="1767"/>
                    <a:pt x="1319" y="1543"/>
                  </a:cubicBezTo>
                  <a:cubicBezTo>
                    <a:pt x="1245" y="1217"/>
                    <a:pt x="1448" y="889"/>
                    <a:pt x="1775" y="814"/>
                  </a:cubicBezTo>
                  <a:lnTo>
                    <a:pt x="4188" y="256"/>
                  </a:lnTo>
                  <a:cubicBezTo>
                    <a:pt x="4258" y="240"/>
                    <a:pt x="4301" y="170"/>
                    <a:pt x="4285" y="101"/>
                  </a:cubicBezTo>
                  <a:cubicBezTo>
                    <a:pt x="4272" y="41"/>
                    <a:pt x="4219" y="1"/>
                    <a:pt x="415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9"/>
            <p:cNvSpPr/>
            <p:nvPr/>
          </p:nvSpPr>
          <p:spPr>
            <a:xfrm>
              <a:off x="1790124" y="3032108"/>
              <a:ext cx="11544" cy="258626"/>
            </a:xfrm>
            <a:custGeom>
              <a:rect b="b" l="l" r="r" t="t"/>
              <a:pathLst>
                <a:path extrusionOk="0" h="5780" w="258">
                  <a:moveTo>
                    <a:pt x="129" y="1"/>
                  </a:moveTo>
                  <a:cubicBezTo>
                    <a:pt x="57" y="1"/>
                    <a:pt x="0" y="58"/>
                    <a:pt x="0" y="129"/>
                  </a:cubicBezTo>
                  <a:lnTo>
                    <a:pt x="0" y="5651"/>
                  </a:lnTo>
                  <a:cubicBezTo>
                    <a:pt x="0" y="5723"/>
                    <a:pt x="57" y="5780"/>
                    <a:pt x="129" y="5780"/>
                  </a:cubicBezTo>
                  <a:cubicBezTo>
                    <a:pt x="200" y="5780"/>
                    <a:pt x="258" y="5723"/>
                    <a:pt x="258" y="5651"/>
                  </a:cubicBezTo>
                  <a:lnTo>
                    <a:pt x="258" y="129"/>
                  </a:lnTo>
                  <a:cubicBezTo>
                    <a:pt x="258" y="58"/>
                    <a:pt x="200" y="1"/>
                    <a:pt x="12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 name="Google Shape;1422;p39"/>
          <p:cNvGrpSpPr/>
          <p:nvPr/>
        </p:nvGrpSpPr>
        <p:grpSpPr>
          <a:xfrm>
            <a:off x="6580775" y="3542238"/>
            <a:ext cx="814400" cy="1093000"/>
            <a:chOff x="6580775" y="3542238"/>
            <a:chExt cx="814400" cy="1093000"/>
          </a:xfrm>
        </p:grpSpPr>
        <p:sp>
          <p:nvSpPr>
            <p:cNvPr id="1423" name="Google Shape;1423;p39"/>
            <p:cNvSpPr/>
            <p:nvPr/>
          </p:nvSpPr>
          <p:spPr>
            <a:xfrm>
              <a:off x="6625475" y="4162363"/>
              <a:ext cx="23175" cy="30575"/>
            </a:xfrm>
            <a:custGeom>
              <a:rect b="b" l="l" r="r" t="t"/>
              <a:pathLst>
                <a:path extrusionOk="0" h="1223" w="927">
                  <a:moveTo>
                    <a:pt x="672" y="0"/>
                  </a:moveTo>
                  <a:cubicBezTo>
                    <a:pt x="596" y="0"/>
                    <a:pt x="521" y="40"/>
                    <a:pt x="481" y="111"/>
                  </a:cubicBezTo>
                  <a:cubicBezTo>
                    <a:pt x="332" y="370"/>
                    <a:pt x="191" y="633"/>
                    <a:pt x="56" y="901"/>
                  </a:cubicBezTo>
                  <a:cubicBezTo>
                    <a:pt x="1" y="1008"/>
                    <a:pt x="43" y="1142"/>
                    <a:pt x="154" y="1198"/>
                  </a:cubicBezTo>
                  <a:cubicBezTo>
                    <a:pt x="185" y="1214"/>
                    <a:pt x="220" y="1223"/>
                    <a:pt x="254" y="1223"/>
                  </a:cubicBezTo>
                  <a:cubicBezTo>
                    <a:pt x="334" y="1223"/>
                    <a:pt x="412" y="1179"/>
                    <a:pt x="451" y="1102"/>
                  </a:cubicBezTo>
                  <a:cubicBezTo>
                    <a:pt x="582" y="844"/>
                    <a:pt x="722" y="586"/>
                    <a:pt x="866" y="333"/>
                  </a:cubicBezTo>
                  <a:cubicBezTo>
                    <a:pt x="927" y="224"/>
                    <a:pt x="888" y="90"/>
                    <a:pt x="782" y="30"/>
                  </a:cubicBezTo>
                  <a:cubicBezTo>
                    <a:pt x="748" y="10"/>
                    <a:pt x="710" y="0"/>
                    <a:pt x="67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9"/>
            <p:cNvSpPr/>
            <p:nvPr/>
          </p:nvSpPr>
          <p:spPr>
            <a:xfrm>
              <a:off x="6600450" y="4222263"/>
              <a:ext cx="19725" cy="32000"/>
            </a:xfrm>
            <a:custGeom>
              <a:rect b="b" l="l" r="r" t="t"/>
              <a:pathLst>
                <a:path extrusionOk="0" h="1280" w="789">
                  <a:moveTo>
                    <a:pt x="540" y="1"/>
                  </a:moveTo>
                  <a:cubicBezTo>
                    <a:pt x="451" y="1"/>
                    <a:pt x="366" y="55"/>
                    <a:pt x="332" y="144"/>
                  </a:cubicBezTo>
                  <a:cubicBezTo>
                    <a:pt x="226" y="423"/>
                    <a:pt x="128" y="706"/>
                    <a:pt x="37" y="991"/>
                  </a:cubicBezTo>
                  <a:cubicBezTo>
                    <a:pt x="0" y="1108"/>
                    <a:pt x="64" y="1232"/>
                    <a:pt x="180" y="1270"/>
                  </a:cubicBezTo>
                  <a:cubicBezTo>
                    <a:pt x="202" y="1277"/>
                    <a:pt x="226" y="1280"/>
                    <a:pt x="249" y="1280"/>
                  </a:cubicBezTo>
                  <a:cubicBezTo>
                    <a:pt x="342" y="1280"/>
                    <a:pt x="429" y="1220"/>
                    <a:pt x="458" y="1125"/>
                  </a:cubicBezTo>
                  <a:cubicBezTo>
                    <a:pt x="548" y="849"/>
                    <a:pt x="643" y="575"/>
                    <a:pt x="746" y="301"/>
                  </a:cubicBezTo>
                  <a:cubicBezTo>
                    <a:pt x="789" y="187"/>
                    <a:pt x="732" y="59"/>
                    <a:pt x="617" y="15"/>
                  </a:cubicBezTo>
                  <a:cubicBezTo>
                    <a:pt x="592" y="5"/>
                    <a:pt x="566" y="1"/>
                    <a:pt x="5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9"/>
            <p:cNvSpPr/>
            <p:nvPr/>
          </p:nvSpPr>
          <p:spPr>
            <a:xfrm>
              <a:off x="7172725" y="4018838"/>
              <a:ext cx="24425" cy="29775"/>
            </a:xfrm>
            <a:custGeom>
              <a:rect b="b" l="l" r="r" t="t"/>
              <a:pathLst>
                <a:path extrusionOk="0" h="1191" w="977">
                  <a:moveTo>
                    <a:pt x="250" y="0"/>
                  </a:moveTo>
                  <a:cubicBezTo>
                    <a:pt x="205" y="0"/>
                    <a:pt x="160" y="14"/>
                    <a:pt x="121" y="42"/>
                  </a:cubicBezTo>
                  <a:cubicBezTo>
                    <a:pt x="22" y="113"/>
                    <a:pt x="0" y="253"/>
                    <a:pt x="71" y="350"/>
                  </a:cubicBezTo>
                  <a:cubicBezTo>
                    <a:pt x="242" y="584"/>
                    <a:pt x="395" y="827"/>
                    <a:pt x="528" y="1073"/>
                  </a:cubicBezTo>
                  <a:cubicBezTo>
                    <a:pt x="568" y="1148"/>
                    <a:pt x="644" y="1190"/>
                    <a:pt x="724" y="1190"/>
                  </a:cubicBezTo>
                  <a:cubicBezTo>
                    <a:pt x="759" y="1190"/>
                    <a:pt x="795" y="1182"/>
                    <a:pt x="829" y="1164"/>
                  </a:cubicBezTo>
                  <a:cubicBezTo>
                    <a:pt x="936" y="1105"/>
                    <a:pt x="976" y="972"/>
                    <a:pt x="918" y="864"/>
                  </a:cubicBezTo>
                  <a:cubicBezTo>
                    <a:pt x="776" y="599"/>
                    <a:pt x="610" y="341"/>
                    <a:pt x="430" y="91"/>
                  </a:cubicBezTo>
                  <a:cubicBezTo>
                    <a:pt x="386" y="32"/>
                    <a:pt x="319" y="0"/>
                    <a:pt x="250"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9"/>
            <p:cNvSpPr/>
            <p:nvPr/>
          </p:nvSpPr>
          <p:spPr>
            <a:xfrm>
              <a:off x="7124550" y="3973738"/>
              <a:ext cx="30475" cy="24025"/>
            </a:xfrm>
            <a:custGeom>
              <a:rect b="b" l="l" r="r" t="t"/>
              <a:pathLst>
                <a:path extrusionOk="0" h="961" w="1219">
                  <a:moveTo>
                    <a:pt x="255" y="0"/>
                  </a:moveTo>
                  <a:cubicBezTo>
                    <a:pt x="181" y="0"/>
                    <a:pt x="109" y="37"/>
                    <a:pt x="67" y="103"/>
                  </a:cubicBezTo>
                  <a:cubicBezTo>
                    <a:pt x="0" y="207"/>
                    <a:pt x="33" y="343"/>
                    <a:pt x="135" y="408"/>
                  </a:cubicBezTo>
                  <a:cubicBezTo>
                    <a:pt x="373" y="557"/>
                    <a:pt x="607" y="727"/>
                    <a:pt x="830" y="910"/>
                  </a:cubicBezTo>
                  <a:cubicBezTo>
                    <a:pt x="871" y="945"/>
                    <a:pt x="921" y="961"/>
                    <a:pt x="970" y="961"/>
                  </a:cubicBezTo>
                  <a:cubicBezTo>
                    <a:pt x="1034" y="961"/>
                    <a:pt x="1098" y="934"/>
                    <a:pt x="1140" y="882"/>
                  </a:cubicBezTo>
                  <a:cubicBezTo>
                    <a:pt x="1218" y="788"/>
                    <a:pt x="1204" y="648"/>
                    <a:pt x="1111" y="570"/>
                  </a:cubicBezTo>
                  <a:cubicBezTo>
                    <a:pt x="874" y="374"/>
                    <a:pt x="626" y="195"/>
                    <a:pt x="372" y="34"/>
                  </a:cubicBezTo>
                  <a:cubicBezTo>
                    <a:pt x="335" y="11"/>
                    <a:pt x="295" y="0"/>
                    <a:pt x="255"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9"/>
            <p:cNvSpPr/>
            <p:nvPr/>
          </p:nvSpPr>
          <p:spPr>
            <a:xfrm>
              <a:off x="7130850" y="4191713"/>
              <a:ext cx="29200" cy="14175"/>
            </a:xfrm>
            <a:custGeom>
              <a:rect b="b" l="l" r="r" t="t"/>
              <a:pathLst>
                <a:path extrusionOk="0" h="567" w="1168">
                  <a:moveTo>
                    <a:pt x="1016" y="0"/>
                  </a:moveTo>
                  <a:cubicBezTo>
                    <a:pt x="785" y="84"/>
                    <a:pt x="544" y="125"/>
                    <a:pt x="300" y="125"/>
                  </a:cubicBezTo>
                  <a:lnTo>
                    <a:pt x="233" y="124"/>
                  </a:lnTo>
                  <a:cubicBezTo>
                    <a:pt x="231" y="124"/>
                    <a:pt x="230" y="124"/>
                    <a:pt x="228" y="124"/>
                  </a:cubicBezTo>
                  <a:cubicBezTo>
                    <a:pt x="110" y="124"/>
                    <a:pt x="8" y="218"/>
                    <a:pt x="5" y="336"/>
                  </a:cubicBezTo>
                  <a:cubicBezTo>
                    <a:pt x="1" y="458"/>
                    <a:pt x="97" y="561"/>
                    <a:pt x="218" y="565"/>
                  </a:cubicBezTo>
                  <a:lnTo>
                    <a:pt x="300" y="566"/>
                  </a:lnTo>
                  <a:cubicBezTo>
                    <a:pt x="591" y="566"/>
                    <a:pt x="880" y="517"/>
                    <a:pt x="1163" y="419"/>
                  </a:cubicBezTo>
                  <a:cubicBezTo>
                    <a:pt x="1165" y="419"/>
                    <a:pt x="1165" y="419"/>
                    <a:pt x="1168" y="417"/>
                  </a:cubicBezTo>
                  <a:lnTo>
                    <a:pt x="1016" y="0"/>
                  </a:ln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9"/>
            <p:cNvSpPr/>
            <p:nvPr/>
          </p:nvSpPr>
          <p:spPr>
            <a:xfrm>
              <a:off x="7146675" y="3688113"/>
              <a:ext cx="27925" cy="26725"/>
            </a:xfrm>
            <a:custGeom>
              <a:rect b="b" l="l" r="r" t="t"/>
              <a:pathLst>
                <a:path extrusionOk="0" h="1069" w="1117">
                  <a:moveTo>
                    <a:pt x="872" y="0"/>
                  </a:moveTo>
                  <a:cubicBezTo>
                    <a:pt x="817" y="0"/>
                    <a:pt x="761" y="21"/>
                    <a:pt x="719" y="63"/>
                  </a:cubicBezTo>
                  <a:cubicBezTo>
                    <a:pt x="504" y="268"/>
                    <a:pt x="294" y="480"/>
                    <a:pt x="85" y="694"/>
                  </a:cubicBezTo>
                  <a:cubicBezTo>
                    <a:pt x="0" y="783"/>
                    <a:pt x="4" y="922"/>
                    <a:pt x="91" y="1006"/>
                  </a:cubicBezTo>
                  <a:cubicBezTo>
                    <a:pt x="133" y="1047"/>
                    <a:pt x="189" y="1068"/>
                    <a:pt x="245" y="1068"/>
                  </a:cubicBezTo>
                  <a:cubicBezTo>
                    <a:pt x="304" y="1068"/>
                    <a:pt x="360" y="1045"/>
                    <a:pt x="404" y="1000"/>
                  </a:cubicBezTo>
                  <a:cubicBezTo>
                    <a:pt x="607" y="790"/>
                    <a:pt x="814" y="584"/>
                    <a:pt x="1025" y="382"/>
                  </a:cubicBezTo>
                  <a:cubicBezTo>
                    <a:pt x="1112" y="297"/>
                    <a:pt x="1116" y="156"/>
                    <a:pt x="1031" y="68"/>
                  </a:cubicBezTo>
                  <a:cubicBezTo>
                    <a:pt x="988" y="23"/>
                    <a:pt x="930" y="0"/>
                    <a:pt x="87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9"/>
            <p:cNvSpPr/>
            <p:nvPr/>
          </p:nvSpPr>
          <p:spPr>
            <a:xfrm>
              <a:off x="7103550" y="3736838"/>
              <a:ext cx="26125" cy="28550"/>
            </a:xfrm>
            <a:custGeom>
              <a:rect b="b" l="l" r="r" t="t"/>
              <a:pathLst>
                <a:path extrusionOk="0" h="1142" w="1045">
                  <a:moveTo>
                    <a:pt x="797" y="0"/>
                  </a:moveTo>
                  <a:cubicBezTo>
                    <a:pt x="732" y="0"/>
                    <a:pt x="668" y="28"/>
                    <a:pt x="623" y="82"/>
                  </a:cubicBezTo>
                  <a:cubicBezTo>
                    <a:pt x="435" y="312"/>
                    <a:pt x="250" y="547"/>
                    <a:pt x="73" y="787"/>
                  </a:cubicBezTo>
                  <a:cubicBezTo>
                    <a:pt x="1" y="885"/>
                    <a:pt x="21" y="1022"/>
                    <a:pt x="118" y="1097"/>
                  </a:cubicBezTo>
                  <a:cubicBezTo>
                    <a:pt x="157" y="1127"/>
                    <a:pt x="205" y="1141"/>
                    <a:pt x="250" y="1141"/>
                  </a:cubicBezTo>
                  <a:cubicBezTo>
                    <a:pt x="318" y="1141"/>
                    <a:pt x="385" y="1111"/>
                    <a:pt x="428" y="1053"/>
                  </a:cubicBezTo>
                  <a:cubicBezTo>
                    <a:pt x="603" y="818"/>
                    <a:pt x="782" y="588"/>
                    <a:pt x="966" y="363"/>
                  </a:cubicBezTo>
                  <a:cubicBezTo>
                    <a:pt x="1044" y="266"/>
                    <a:pt x="1030" y="126"/>
                    <a:pt x="935" y="49"/>
                  </a:cubicBezTo>
                  <a:cubicBezTo>
                    <a:pt x="895" y="16"/>
                    <a:pt x="846" y="0"/>
                    <a:pt x="797"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9"/>
            <p:cNvSpPr/>
            <p:nvPr/>
          </p:nvSpPr>
          <p:spPr>
            <a:xfrm>
              <a:off x="7067900" y="3790938"/>
              <a:ext cx="23600" cy="30325"/>
            </a:xfrm>
            <a:custGeom>
              <a:rect b="b" l="l" r="r" t="t"/>
              <a:pathLst>
                <a:path extrusionOk="0" h="1213" w="944">
                  <a:moveTo>
                    <a:pt x="689" y="1"/>
                  </a:moveTo>
                  <a:cubicBezTo>
                    <a:pt x="613" y="1"/>
                    <a:pt x="540" y="39"/>
                    <a:pt x="499" y="109"/>
                  </a:cubicBezTo>
                  <a:cubicBezTo>
                    <a:pt x="346" y="364"/>
                    <a:pt x="199" y="624"/>
                    <a:pt x="57" y="886"/>
                  </a:cubicBezTo>
                  <a:cubicBezTo>
                    <a:pt x="0" y="995"/>
                    <a:pt x="41" y="1127"/>
                    <a:pt x="148" y="1187"/>
                  </a:cubicBezTo>
                  <a:cubicBezTo>
                    <a:pt x="180" y="1204"/>
                    <a:pt x="216" y="1212"/>
                    <a:pt x="251" y="1212"/>
                  </a:cubicBezTo>
                  <a:cubicBezTo>
                    <a:pt x="329" y="1212"/>
                    <a:pt x="407" y="1170"/>
                    <a:pt x="447" y="1096"/>
                  </a:cubicBezTo>
                  <a:cubicBezTo>
                    <a:pt x="584" y="839"/>
                    <a:pt x="729" y="585"/>
                    <a:pt x="879" y="336"/>
                  </a:cubicBezTo>
                  <a:cubicBezTo>
                    <a:pt x="943" y="231"/>
                    <a:pt x="908" y="95"/>
                    <a:pt x="803" y="32"/>
                  </a:cubicBezTo>
                  <a:cubicBezTo>
                    <a:pt x="767" y="11"/>
                    <a:pt x="727" y="1"/>
                    <a:pt x="689"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9"/>
            <p:cNvSpPr/>
            <p:nvPr/>
          </p:nvSpPr>
          <p:spPr>
            <a:xfrm>
              <a:off x="7063675" y="3948613"/>
              <a:ext cx="33525" cy="17300"/>
            </a:xfrm>
            <a:custGeom>
              <a:rect b="b" l="l" r="r" t="t"/>
              <a:pathLst>
                <a:path extrusionOk="0" h="692" w="1341">
                  <a:moveTo>
                    <a:pt x="240" y="1"/>
                  </a:moveTo>
                  <a:cubicBezTo>
                    <a:pt x="140" y="1"/>
                    <a:pt x="52" y="69"/>
                    <a:pt x="29" y="171"/>
                  </a:cubicBezTo>
                  <a:cubicBezTo>
                    <a:pt x="0" y="288"/>
                    <a:pt x="73" y="407"/>
                    <a:pt x="192" y="437"/>
                  </a:cubicBezTo>
                  <a:cubicBezTo>
                    <a:pt x="475" y="505"/>
                    <a:pt x="753" y="586"/>
                    <a:pt x="1020" y="678"/>
                  </a:cubicBezTo>
                  <a:cubicBezTo>
                    <a:pt x="1044" y="688"/>
                    <a:pt x="1070" y="691"/>
                    <a:pt x="1092" y="691"/>
                  </a:cubicBezTo>
                  <a:cubicBezTo>
                    <a:pt x="1184" y="691"/>
                    <a:pt x="1270" y="634"/>
                    <a:pt x="1301" y="542"/>
                  </a:cubicBezTo>
                  <a:cubicBezTo>
                    <a:pt x="1340" y="427"/>
                    <a:pt x="1279" y="301"/>
                    <a:pt x="1165" y="261"/>
                  </a:cubicBezTo>
                  <a:cubicBezTo>
                    <a:pt x="885" y="164"/>
                    <a:pt x="592" y="78"/>
                    <a:pt x="294" y="8"/>
                  </a:cubicBezTo>
                  <a:cubicBezTo>
                    <a:pt x="276" y="3"/>
                    <a:pt x="258" y="1"/>
                    <a:pt x="2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9"/>
            <p:cNvSpPr/>
            <p:nvPr/>
          </p:nvSpPr>
          <p:spPr>
            <a:xfrm>
              <a:off x="7072850" y="4165238"/>
              <a:ext cx="29100" cy="25550"/>
            </a:xfrm>
            <a:custGeom>
              <a:rect b="b" l="l" r="r" t="t"/>
              <a:pathLst>
                <a:path extrusionOk="0" h="1022" w="1164">
                  <a:moveTo>
                    <a:pt x="244" y="0"/>
                  </a:moveTo>
                  <a:cubicBezTo>
                    <a:pt x="189" y="0"/>
                    <a:pt x="134" y="21"/>
                    <a:pt x="91" y="62"/>
                  </a:cubicBezTo>
                  <a:cubicBezTo>
                    <a:pt x="3" y="148"/>
                    <a:pt x="1" y="287"/>
                    <a:pt x="86" y="374"/>
                  </a:cubicBezTo>
                  <a:cubicBezTo>
                    <a:pt x="308" y="604"/>
                    <a:pt x="542" y="808"/>
                    <a:pt x="783" y="980"/>
                  </a:cubicBezTo>
                  <a:cubicBezTo>
                    <a:pt x="823" y="1008"/>
                    <a:pt x="867" y="1021"/>
                    <a:pt x="911" y="1021"/>
                  </a:cubicBezTo>
                  <a:cubicBezTo>
                    <a:pt x="981" y="1021"/>
                    <a:pt x="1049" y="988"/>
                    <a:pt x="1093" y="929"/>
                  </a:cubicBezTo>
                  <a:cubicBezTo>
                    <a:pt x="1163" y="830"/>
                    <a:pt x="1141" y="691"/>
                    <a:pt x="1042" y="620"/>
                  </a:cubicBezTo>
                  <a:cubicBezTo>
                    <a:pt x="822" y="467"/>
                    <a:pt x="606" y="279"/>
                    <a:pt x="403" y="67"/>
                  </a:cubicBezTo>
                  <a:cubicBezTo>
                    <a:pt x="360" y="23"/>
                    <a:pt x="302" y="0"/>
                    <a:pt x="244"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9"/>
            <p:cNvSpPr/>
            <p:nvPr/>
          </p:nvSpPr>
          <p:spPr>
            <a:xfrm>
              <a:off x="7362650" y="3542238"/>
              <a:ext cx="32525" cy="20750"/>
            </a:xfrm>
            <a:custGeom>
              <a:rect b="b" l="l" r="r" t="t"/>
              <a:pathLst>
                <a:path extrusionOk="0" h="830" w="1301">
                  <a:moveTo>
                    <a:pt x="1047" y="1"/>
                  </a:moveTo>
                  <a:cubicBezTo>
                    <a:pt x="1015" y="1"/>
                    <a:pt x="983" y="8"/>
                    <a:pt x="953" y="22"/>
                  </a:cubicBezTo>
                  <a:cubicBezTo>
                    <a:pt x="685" y="151"/>
                    <a:pt x="420" y="281"/>
                    <a:pt x="153" y="411"/>
                  </a:cubicBezTo>
                  <a:cubicBezTo>
                    <a:pt x="44" y="466"/>
                    <a:pt x="0" y="600"/>
                    <a:pt x="54" y="707"/>
                  </a:cubicBezTo>
                  <a:cubicBezTo>
                    <a:pt x="94" y="785"/>
                    <a:pt x="172" y="829"/>
                    <a:pt x="253" y="829"/>
                  </a:cubicBezTo>
                  <a:cubicBezTo>
                    <a:pt x="287" y="829"/>
                    <a:pt x="321" y="822"/>
                    <a:pt x="352" y="807"/>
                  </a:cubicBezTo>
                  <a:cubicBezTo>
                    <a:pt x="614" y="676"/>
                    <a:pt x="881" y="549"/>
                    <a:pt x="1145" y="422"/>
                  </a:cubicBezTo>
                  <a:cubicBezTo>
                    <a:pt x="1252" y="371"/>
                    <a:pt x="1301" y="239"/>
                    <a:pt x="1248" y="127"/>
                  </a:cubicBezTo>
                  <a:cubicBezTo>
                    <a:pt x="1210" y="48"/>
                    <a:pt x="1130" y="1"/>
                    <a:pt x="104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9"/>
            <p:cNvSpPr/>
            <p:nvPr/>
          </p:nvSpPr>
          <p:spPr>
            <a:xfrm>
              <a:off x="7304175" y="3572438"/>
              <a:ext cx="31825" cy="21925"/>
            </a:xfrm>
            <a:custGeom>
              <a:rect b="b" l="l" r="r" t="t"/>
              <a:pathLst>
                <a:path extrusionOk="0" h="877" w="1273">
                  <a:moveTo>
                    <a:pt x="1023" y="1"/>
                  </a:moveTo>
                  <a:cubicBezTo>
                    <a:pt x="987" y="1"/>
                    <a:pt x="950" y="9"/>
                    <a:pt x="917" y="28"/>
                  </a:cubicBezTo>
                  <a:cubicBezTo>
                    <a:pt x="659" y="172"/>
                    <a:pt x="399" y="316"/>
                    <a:pt x="143" y="465"/>
                  </a:cubicBezTo>
                  <a:cubicBezTo>
                    <a:pt x="36" y="526"/>
                    <a:pt x="1" y="662"/>
                    <a:pt x="60" y="767"/>
                  </a:cubicBezTo>
                  <a:cubicBezTo>
                    <a:pt x="101" y="838"/>
                    <a:pt x="177" y="876"/>
                    <a:pt x="252" y="876"/>
                  </a:cubicBezTo>
                  <a:cubicBezTo>
                    <a:pt x="290" y="876"/>
                    <a:pt x="328" y="868"/>
                    <a:pt x="362" y="847"/>
                  </a:cubicBezTo>
                  <a:cubicBezTo>
                    <a:pt x="615" y="699"/>
                    <a:pt x="873" y="556"/>
                    <a:pt x="1128" y="414"/>
                  </a:cubicBezTo>
                  <a:cubicBezTo>
                    <a:pt x="1235" y="356"/>
                    <a:pt x="1273" y="221"/>
                    <a:pt x="1215" y="113"/>
                  </a:cubicBezTo>
                  <a:cubicBezTo>
                    <a:pt x="1176" y="42"/>
                    <a:pt x="1100" y="1"/>
                    <a:pt x="102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9"/>
            <p:cNvSpPr/>
            <p:nvPr/>
          </p:nvSpPr>
          <p:spPr>
            <a:xfrm>
              <a:off x="7185600" y="4144288"/>
              <a:ext cx="22525" cy="30775"/>
            </a:xfrm>
            <a:custGeom>
              <a:rect b="b" l="l" r="r" t="t"/>
              <a:pathLst>
                <a:path extrusionOk="0" h="1231" w="901">
                  <a:moveTo>
                    <a:pt x="651" y="0"/>
                  </a:moveTo>
                  <a:cubicBezTo>
                    <a:pt x="561" y="0"/>
                    <a:pt x="478" y="55"/>
                    <a:pt x="443" y="145"/>
                  </a:cubicBezTo>
                  <a:cubicBezTo>
                    <a:pt x="343" y="414"/>
                    <a:pt x="217" y="662"/>
                    <a:pt x="67" y="888"/>
                  </a:cubicBezTo>
                  <a:cubicBezTo>
                    <a:pt x="0" y="988"/>
                    <a:pt x="27" y="1127"/>
                    <a:pt x="129" y="1194"/>
                  </a:cubicBezTo>
                  <a:cubicBezTo>
                    <a:pt x="166" y="1220"/>
                    <a:pt x="209" y="1231"/>
                    <a:pt x="251" y="1231"/>
                  </a:cubicBezTo>
                  <a:cubicBezTo>
                    <a:pt x="322" y="1231"/>
                    <a:pt x="393" y="1198"/>
                    <a:pt x="436" y="1132"/>
                  </a:cubicBezTo>
                  <a:cubicBezTo>
                    <a:pt x="604" y="881"/>
                    <a:pt x="746" y="598"/>
                    <a:pt x="858" y="299"/>
                  </a:cubicBezTo>
                  <a:cubicBezTo>
                    <a:pt x="901" y="184"/>
                    <a:pt x="844" y="57"/>
                    <a:pt x="729" y="14"/>
                  </a:cubicBezTo>
                  <a:cubicBezTo>
                    <a:pt x="703" y="5"/>
                    <a:pt x="677" y="0"/>
                    <a:pt x="651"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9"/>
            <p:cNvSpPr/>
            <p:nvPr/>
          </p:nvSpPr>
          <p:spPr>
            <a:xfrm>
              <a:off x="7199975" y="4078863"/>
              <a:ext cx="14250" cy="33025"/>
            </a:xfrm>
            <a:custGeom>
              <a:rect b="b" l="l" r="r" t="t"/>
              <a:pathLst>
                <a:path extrusionOk="0" h="1321" w="570">
                  <a:moveTo>
                    <a:pt x="239" y="1"/>
                  </a:moveTo>
                  <a:cubicBezTo>
                    <a:pt x="226" y="1"/>
                    <a:pt x="212" y="2"/>
                    <a:pt x="198" y="5"/>
                  </a:cubicBezTo>
                  <a:cubicBezTo>
                    <a:pt x="78" y="30"/>
                    <a:pt x="1" y="147"/>
                    <a:pt x="24" y="266"/>
                  </a:cubicBezTo>
                  <a:cubicBezTo>
                    <a:pt x="80" y="544"/>
                    <a:pt x="114" y="827"/>
                    <a:pt x="123" y="1105"/>
                  </a:cubicBezTo>
                  <a:cubicBezTo>
                    <a:pt x="127" y="1227"/>
                    <a:pt x="226" y="1321"/>
                    <a:pt x="346" y="1321"/>
                  </a:cubicBezTo>
                  <a:lnTo>
                    <a:pt x="353" y="1321"/>
                  </a:lnTo>
                  <a:cubicBezTo>
                    <a:pt x="475" y="1317"/>
                    <a:pt x="570" y="1214"/>
                    <a:pt x="567" y="1091"/>
                  </a:cubicBezTo>
                  <a:cubicBezTo>
                    <a:pt x="555" y="786"/>
                    <a:pt x="520" y="480"/>
                    <a:pt x="459" y="176"/>
                  </a:cubicBezTo>
                  <a:cubicBezTo>
                    <a:pt x="438" y="73"/>
                    <a:pt x="342" y="1"/>
                    <a:pt x="239"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9"/>
            <p:cNvSpPr/>
            <p:nvPr/>
          </p:nvSpPr>
          <p:spPr>
            <a:xfrm>
              <a:off x="7195200" y="3644763"/>
              <a:ext cx="29675" cy="24925"/>
            </a:xfrm>
            <a:custGeom>
              <a:rect b="b" l="l" r="r" t="t"/>
              <a:pathLst>
                <a:path extrusionOk="0" h="997" w="1187">
                  <a:moveTo>
                    <a:pt x="937" y="0"/>
                  </a:moveTo>
                  <a:cubicBezTo>
                    <a:pt x="889" y="0"/>
                    <a:pt x="841" y="16"/>
                    <a:pt x="802" y="47"/>
                  </a:cubicBezTo>
                  <a:cubicBezTo>
                    <a:pt x="568" y="230"/>
                    <a:pt x="335" y="415"/>
                    <a:pt x="107" y="605"/>
                  </a:cubicBezTo>
                  <a:cubicBezTo>
                    <a:pt x="13" y="683"/>
                    <a:pt x="1" y="824"/>
                    <a:pt x="79" y="917"/>
                  </a:cubicBezTo>
                  <a:cubicBezTo>
                    <a:pt x="122" y="971"/>
                    <a:pt x="185" y="997"/>
                    <a:pt x="249" y="997"/>
                  </a:cubicBezTo>
                  <a:cubicBezTo>
                    <a:pt x="298" y="997"/>
                    <a:pt x="349" y="981"/>
                    <a:pt x="390" y="946"/>
                  </a:cubicBezTo>
                  <a:cubicBezTo>
                    <a:pt x="616" y="759"/>
                    <a:pt x="843" y="576"/>
                    <a:pt x="1073" y="394"/>
                  </a:cubicBezTo>
                  <a:cubicBezTo>
                    <a:pt x="1169" y="320"/>
                    <a:pt x="1186" y="180"/>
                    <a:pt x="1112" y="85"/>
                  </a:cubicBezTo>
                  <a:cubicBezTo>
                    <a:pt x="1068" y="29"/>
                    <a:pt x="1002" y="0"/>
                    <a:pt x="937"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9"/>
            <p:cNvSpPr/>
            <p:nvPr/>
          </p:nvSpPr>
          <p:spPr>
            <a:xfrm>
              <a:off x="7248050" y="3606413"/>
              <a:ext cx="31025" cy="23375"/>
            </a:xfrm>
            <a:custGeom>
              <a:rect b="b" l="l" r="r" t="t"/>
              <a:pathLst>
                <a:path extrusionOk="0" h="935" w="1241">
                  <a:moveTo>
                    <a:pt x="988" y="0"/>
                  </a:moveTo>
                  <a:cubicBezTo>
                    <a:pt x="947" y="0"/>
                    <a:pt x="906" y="11"/>
                    <a:pt x="869" y="35"/>
                  </a:cubicBezTo>
                  <a:cubicBezTo>
                    <a:pt x="618" y="197"/>
                    <a:pt x="372" y="361"/>
                    <a:pt x="127" y="530"/>
                  </a:cubicBezTo>
                  <a:cubicBezTo>
                    <a:pt x="26" y="599"/>
                    <a:pt x="1" y="737"/>
                    <a:pt x="70" y="839"/>
                  </a:cubicBezTo>
                  <a:cubicBezTo>
                    <a:pt x="113" y="900"/>
                    <a:pt x="182" y="934"/>
                    <a:pt x="253" y="934"/>
                  </a:cubicBezTo>
                  <a:cubicBezTo>
                    <a:pt x="296" y="934"/>
                    <a:pt x="340" y="921"/>
                    <a:pt x="380" y="896"/>
                  </a:cubicBezTo>
                  <a:cubicBezTo>
                    <a:pt x="621" y="730"/>
                    <a:pt x="863" y="567"/>
                    <a:pt x="1110" y="408"/>
                  </a:cubicBezTo>
                  <a:cubicBezTo>
                    <a:pt x="1212" y="340"/>
                    <a:pt x="1240" y="204"/>
                    <a:pt x="1175" y="102"/>
                  </a:cubicBezTo>
                  <a:cubicBezTo>
                    <a:pt x="1132" y="35"/>
                    <a:pt x="1060" y="0"/>
                    <a:pt x="98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9"/>
            <p:cNvSpPr/>
            <p:nvPr/>
          </p:nvSpPr>
          <p:spPr>
            <a:xfrm>
              <a:off x="6580775" y="4351713"/>
              <a:ext cx="11900" cy="33175"/>
            </a:xfrm>
            <a:custGeom>
              <a:rect b="b" l="l" r="r" t="t"/>
              <a:pathLst>
                <a:path extrusionOk="0" h="1327" w="476">
                  <a:moveTo>
                    <a:pt x="248" y="0"/>
                  </a:moveTo>
                  <a:cubicBezTo>
                    <a:pt x="132" y="0"/>
                    <a:pt x="34" y="90"/>
                    <a:pt x="27" y="209"/>
                  </a:cubicBezTo>
                  <a:cubicBezTo>
                    <a:pt x="10" y="507"/>
                    <a:pt x="2" y="804"/>
                    <a:pt x="0" y="1105"/>
                  </a:cubicBezTo>
                  <a:cubicBezTo>
                    <a:pt x="0" y="1227"/>
                    <a:pt x="100" y="1326"/>
                    <a:pt x="222" y="1326"/>
                  </a:cubicBezTo>
                  <a:cubicBezTo>
                    <a:pt x="343" y="1326"/>
                    <a:pt x="443" y="1227"/>
                    <a:pt x="443" y="1106"/>
                  </a:cubicBezTo>
                  <a:cubicBezTo>
                    <a:pt x="446" y="816"/>
                    <a:pt x="454" y="524"/>
                    <a:pt x="468" y="233"/>
                  </a:cubicBezTo>
                  <a:cubicBezTo>
                    <a:pt x="475" y="109"/>
                    <a:pt x="382" y="6"/>
                    <a:pt x="258" y="0"/>
                  </a:cubicBezTo>
                  <a:cubicBezTo>
                    <a:pt x="255" y="0"/>
                    <a:pt x="251" y="0"/>
                    <a:pt x="24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9"/>
            <p:cNvSpPr/>
            <p:nvPr/>
          </p:nvSpPr>
          <p:spPr>
            <a:xfrm>
              <a:off x="6613375" y="4546413"/>
              <a:ext cx="21475" cy="31375"/>
            </a:xfrm>
            <a:custGeom>
              <a:rect b="b" l="l" r="r" t="t"/>
              <a:pathLst>
                <a:path extrusionOk="0" h="1255" w="859">
                  <a:moveTo>
                    <a:pt x="252" y="0"/>
                  </a:moveTo>
                  <a:cubicBezTo>
                    <a:pt x="224" y="0"/>
                    <a:pt x="195" y="6"/>
                    <a:pt x="167" y="18"/>
                  </a:cubicBezTo>
                  <a:cubicBezTo>
                    <a:pt x="53" y="63"/>
                    <a:pt x="1" y="192"/>
                    <a:pt x="46" y="305"/>
                  </a:cubicBezTo>
                  <a:cubicBezTo>
                    <a:pt x="160" y="582"/>
                    <a:pt x="280" y="856"/>
                    <a:pt x="407" y="1126"/>
                  </a:cubicBezTo>
                  <a:cubicBezTo>
                    <a:pt x="443" y="1206"/>
                    <a:pt x="524" y="1254"/>
                    <a:pt x="606" y="1254"/>
                  </a:cubicBezTo>
                  <a:cubicBezTo>
                    <a:pt x="639" y="1254"/>
                    <a:pt x="670" y="1247"/>
                    <a:pt x="700" y="1233"/>
                  </a:cubicBezTo>
                  <a:cubicBezTo>
                    <a:pt x="811" y="1182"/>
                    <a:pt x="859" y="1048"/>
                    <a:pt x="806" y="939"/>
                  </a:cubicBezTo>
                  <a:cubicBezTo>
                    <a:pt x="684" y="674"/>
                    <a:pt x="568" y="407"/>
                    <a:pt x="456" y="138"/>
                  </a:cubicBezTo>
                  <a:cubicBezTo>
                    <a:pt x="421" y="53"/>
                    <a:pt x="339" y="0"/>
                    <a:pt x="25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9"/>
            <p:cNvSpPr/>
            <p:nvPr/>
          </p:nvSpPr>
          <p:spPr>
            <a:xfrm>
              <a:off x="6585600" y="4285888"/>
              <a:ext cx="15875" cy="32875"/>
            </a:xfrm>
            <a:custGeom>
              <a:rect b="b" l="l" r="r" t="t"/>
              <a:pathLst>
                <a:path extrusionOk="0" h="1315" w="635">
                  <a:moveTo>
                    <a:pt x="396" y="0"/>
                  </a:moveTo>
                  <a:cubicBezTo>
                    <a:pt x="293" y="0"/>
                    <a:pt x="197" y="70"/>
                    <a:pt x="177" y="176"/>
                  </a:cubicBezTo>
                  <a:cubicBezTo>
                    <a:pt x="116" y="468"/>
                    <a:pt x="64" y="763"/>
                    <a:pt x="17" y="1056"/>
                  </a:cubicBezTo>
                  <a:cubicBezTo>
                    <a:pt x="0" y="1181"/>
                    <a:pt x="84" y="1295"/>
                    <a:pt x="204" y="1313"/>
                  </a:cubicBezTo>
                  <a:cubicBezTo>
                    <a:pt x="214" y="1314"/>
                    <a:pt x="227" y="1314"/>
                    <a:pt x="237" y="1314"/>
                  </a:cubicBezTo>
                  <a:cubicBezTo>
                    <a:pt x="343" y="1314"/>
                    <a:pt x="440" y="1236"/>
                    <a:pt x="455" y="1126"/>
                  </a:cubicBezTo>
                  <a:cubicBezTo>
                    <a:pt x="499" y="839"/>
                    <a:pt x="552" y="551"/>
                    <a:pt x="610" y="266"/>
                  </a:cubicBezTo>
                  <a:cubicBezTo>
                    <a:pt x="634" y="147"/>
                    <a:pt x="559" y="31"/>
                    <a:pt x="438" y="4"/>
                  </a:cubicBezTo>
                  <a:cubicBezTo>
                    <a:pt x="424" y="1"/>
                    <a:pt x="410" y="0"/>
                    <a:pt x="39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9"/>
            <p:cNvSpPr/>
            <p:nvPr/>
          </p:nvSpPr>
          <p:spPr>
            <a:xfrm>
              <a:off x="6593150" y="4483338"/>
              <a:ext cx="18125" cy="32425"/>
            </a:xfrm>
            <a:custGeom>
              <a:rect b="b" l="l" r="r" t="t"/>
              <a:pathLst>
                <a:path extrusionOk="0" h="1297" w="725">
                  <a:moveTo>
                    <a:pt x="243" y="0"/>
                  </a:moveTo>
                  <a:cubicBezTo>
                    <a:pt x="225" y="0"/>
                    <a:pt x="208" y="2"/>
                    <a:pt x="190" y="6"/>
                  </a:cubicBezTo>
                  <a:cubicBezTo>
                    <a:pt x="73" y="35"/>
                    <a:pt x="0" y="155"/>
                    <a:pt x="30" y="274"/>
                  </a:cubicBezTo>
                  <a:cubicBezTo>
                    <a:pt x="101" y="565"/>
                    <a:pt x="179" y="853"/>
                    <a:pt x="264" y="1139"/>
                  </a:cubicBezTo>
                  <a:cubicBezTo>
                    <a:pt x="292" y="1236"/>
                    <a:pt x="380" y="1297"/>
                    <a:pt x="477" y="1297"/>
                  </a:cubicBezTo>
                  <a:cubicBezTo>
                    <a:pt x="498" y="1297"/>
                    <a:pt x="519" y="1294"/>
                    <a:pt x="541" y="1288"/>
                  </a:cubicBezTo>
                  <a:cubicBezTo>
                    <a:pt x="657" y="1253"/>
                    <a:pt x="725" y="1131"/>
                    <a:pt x="689" y="1013"/>
                  </a:cubicBezTo>
                  <a:cubicBezTo>
                    <a:pt x="604" y="734"/>
                    <a:pt x="528" y="453"/>
                    <a:pt x="458" y="169"/>
                  </a:cubicBezTo>
                  <a:cubicBezTo>
                    <a:pt x="434" y="69"/>
                    <a:pt x="344" y="0"/>
                    <a:pt x="24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9"/>
            <p:cNvSpPr/>
            <p:nvPr/>
          </p:nvSpPr>
          <p:spPr>
            <a:xfrm>
              <a:off x="6582500" y="4417963"/>
              <a:ext cx="14275" cy="33025"/>
            </a:xfrm>
            <a:custGeom>
              <a:rect b="b" l="l" r="r" t="t"/>
              <a:pathLst>
                <a:path extrusionOk="0" h="1321" w="571">
                  <a:moveTo>
                    <a:pt x="235" y="1"/>
                  </a:moveTo>
                  <a:cubicBezTo>
                    <a:pt x="227" y="1"/>
                    <a:pt x="219" y="1"/>
                    <a:pt x="211" y="2"/>
                  </a:cubicBezTo>
                  <a:cubicBezTo>
                    <a:pt x="89" y="12"/>
                    <a:pt x="1" y="121"/>
                    <a:pt x="11" y="243"/>
                  </a:cubicBezTo>
                  <a:cubicBezTo>
                    <a:pt x="39" y="541"/>
                    <a:pt x="75" y="837"/>
                    <a:pt x="116" y="1131"/>
                  </a:cubicBezTo>
                  <a:cubicBezTo>
                    <a:pt x="131" y="1242"/>
                    <a:pt x="225" y="1321"/>
                    <a:pt x="334" y="1321"/>
                  </a:cubicBezTo>
                  <a:cubicBezTo>
                    <a:pt x="344" y="1321"/>
                    <a:pt x="355" y="1321"/>
                    <a:pt x="365" y="1320"/>
                  </a:cubicBezTo>
                  <a:cubicBezTo>
                    <a:pt x="487" y="1303"/>
                    <a:pt x="571" y="1192"/>
                    <a:pt x="555" y="1069"/>
                  </a:cubicBezTo>
                  <a:cubicBezTo>
                    <a:pt x="514" y="781"/>
                    <a:pt x="480" y="491"/>
                    <a:pt x="452" y="201"/>
                  </a:cubicBezTo>
                  <a:cubicBezTo>
                    <a:pt x="441" y="88"/>
                    <a:pt x="344" y="1"/>
                    <a:pt x="235"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9"/>
            <p:cNvSpPr/>
            <p:nvPr/>
          </p:nvSpPr>
          <p:spPr>
            <a:xfrm>
              <a:off x="6643125" y="4605638"/>
              <a:ext cx="24600" cy="29600"/>
            </a:xfrm>
            <a:custGeom>
              <a:rect b="b" l="l" r="r" t="t"/>
              <a:pathLst>
                <a:path extrusionOk="0" h="1184" w="984">
                  <a:moveTo>
                    <a:pt x="253" y="0"/>
                  </a:moveTo>
                  <a:cubicBezTo>
                    <a:pt x="214" y="0"/>
                    <a:pt x="174" y="10"/>
                    <a:pt x="138" y="32"/>
                  </a:cubicBezTo>
                  <a:cubicBezTo>
                    <a:pt x="33" y="96"/>
                    <a:pt x="1" y="231"/>
                    <a:pt x="63" y="336"/>
                  </a:cubicBezTo>
                  <a:cubicBezTo>
                    <a:pt x="219" y="591"/>
                    <a:pt x="381" y="842"/>
                    <a:pt x="550" y="1089"/>
                  </a:cubicBezTo>
                  <a:cubicBezTo>
                    <a:pt x="592" y="1151"/>
                    <a:pt x="662" y="1184"/>
                    <a:pt x="732" y="1184"/>
                  </a:cubicBezTo>
                  <a:cubicBezTo>
                    <a:pt x="775" y="1184"/>
                    <a:pt x="819" y="1172"/>
                    <a:pt x="856" y="1146"/>
                  </a:cubicBezTo>
                  <a:cubicBezTo>
                    <a:pt x="957" y="1076"/>
                    <a:pt x="983" y="940"/>
                    <a:pt x="914" y="839"/>
                  </a:cubicBezTo>
                  <a:cubicBezTo>
                    <a:pt x="752" y="600"/>
                    <a:pt x="594" y="354"/>
                    <a:pt x="443" y="106"/>
                  </a:cubicBezTo>
                  <a:cubicBezTo>
                    <a:pt x="401" y="38"/>
                    <a:pt x="328" y="0"/>
                    <a:pt x="25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9"/>
            <p:cNvSpPr/>
            <p:nvPr/>
          </p:nvSpPr>
          <p:spPr>
            <a:xfrm>
              <a:off x="6807675" y="3983988"/>
              <a:ext cx="32175" cy="21275"/>
            </a:xfrm>
            <a:custGeom>
              <a:rect b="b" l="l" r="r" t="t"/>
              <a:pathLst>
                <a:path extrusionOk="0" h="851" w="1287">
                  <a:moveTo>
                    <a:pt x="1038" y="0"/>
                  </a:moveTo>
                  <a:cubicBezTo>
                    <a:pt x="1005" y="0"/>
                    <a:pt x="971" y="8"/>
                    <a:pt x="939" y="23"/>
                  </a:cubicBezTo>
                  <a:cubicBezTo>
                    <a:pt x="672" y="154"/>
                    <a:pt x="407" y="291"/>
                    <a:pt x="145" y="436"/>
                  </a:cubicBezTo>
                  <a:cubicBezTo>
                    <a:pt x="38" y="494"/>
                    <a:pt x="0" y="629"/>
                    <a:pt x="58" y="737"/>
                  </a:cubicBezTo>
                  <a:cubicBezTo>
                    <a:pt x="99" y="810"/>
                    <a:pt x="173" y="850"/>
                    <a:pt x="251" y="850"/>
                  </a:cubicBezTo>
                  <a:cubicBezTo>
                    <a:pt x="287" y="850"/>
                    <a:pt x="325" y="842"/>
                    <a:pt x="358" y="822"/>
                  </a:cubicBezTo>
                  <a:cubicBezTo>
                    <a:pt x="613" y="680"/>
                    <a:pt x="872" y="545"/>
                    <a:pt x="1133" y="418"/>
                  </a:cubicBezTo>
                  <a:cubicBezTo>
                    <a:pt x="1242" y="365"/>
                    <a:pt x="1286" y="232"/>
                    <a:pt x="1234" y="123"/>
                  </a:cubicBezTo>
                  <a:cubicBezTo>
                    <a:pt x="1198" y="45"/>
                    <a:pt x="1120" y="0"/>
                    <a:pt x="103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9"/>
            <p:cNvSpPr/>
            <p:nvPr/>
          </p:nvSpPr>
          <p:spPr>
            <a:xfrm>
              <a:off x="6868000" y="3959438"/>
              <a:ext cx="33425" cy="18225"/>
            </a:xfrm>
            <a:custGeom>
              <a:rect b="b" l="l" r="r" t="t"/>
              <a:pathLst>
                <a:path extrusionOk="0" h="729" w="1337">
                  <a:moveTo>
                    <a:pt x="1086" y="0"/>
                  </a:moveTo>
                  <a:cubicBezTo>
                    <a:pt x="1065" y="0"/>
                    <a:pt x="1043" y="3"/>
                    <a:pt x="1022" y="10"/>
                  </a:cubicBezTo>
                  <a:cubicBezTo>
                    <a:pt x="737" y="99"/>
                    <a:pt x="455" y="194"/>
                    <a:pt x="175" y="299"/>
                  </a:cubicBezTo>
                  <a:cubicBezTo>
                    <a:pt x="60" y="342"/>
                    <a:pt x="1" y="469"/>
                    <a:pt x="43" y="583"/>
                  </a:cubicBezTo>
                  <a:cubicBezTo>
                    <a:pt x="77" y="672"/>
                    <a:pt x="161" y="729"/>
                    <a:pt x="252" y="729"/>
                  </a:cubicBezTo>
                  <a:cubicBezTo>
                    <a:pt x="276" y="729"/>
                    <a:pt x="303" y="725"/>
                    <a:pt x="327" y="715"/>
                  </a:cubicBezTo>
                  <a:cubicBezTo>
                    <a:pt x="601" y="613"/>
                    <a:pt x="876" y="519"/>
                    <a:pt x="1154" y="432"/>
                  </a:cubicBezTo>
                  <a:cubicBezTo>
                    <a:pt x="1270" y="397"/>
                    <a:pt x="1337" y="272"/>
                    <a:pt x="1298" y="156"/>
                  </a:cubicBezTo>
                  <a:cubicBezTo>
                    <a:pt x="1269" y="62"/>
                    <a:pt x="1182" y="0"/>
                    <a:pt x="108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9"/>
            <p:cNvSpPr/>
            <p:nvPr/>
          </p:nvSpPr>
          <p:spPr>
            <a:xfrm>
              <a:off x="6702800" y="4058988"/>
              <a:ext cx="28000" cy="26500"/>
            </a:xfrm>
            <a:custGeom>
              <a:rect b="b" l="l" r="r" t="t"/>
              <a:pathLst>
                <a:path extrusionOk="0" h="1060" w="1120">
                  <a:moveTo>
                    <a:pt x="876" y="0"/>
                  </a:moveTo>
                  <a:cubicBezTo>
                    <a:pt x="822" y="0"/>
                    <a:pt x="768" y="20"/>
                    <a:pt x="725" y="60"/>
                  </a:cubicBezTo>
                  <a:cubicBezTo>
                    <a:pt x="508" y="264"/>
                    <a:pt x="294" y="471"/>
                    <a:pt x="86" y="685"/>
                  </a:cubicBezTo>
                  <a:cubicBezTo>
                    <a:pt x="0" y="771"/>
                    <a:pt x="2" y="912"/>
                    <a:pt x="90" y="997"/>
                  </a:cubicBezTo>
                  <a:cubicBezTo>
                    <a:pt x="132" y="1039"/>
                    <a:pt x="189" y="1059"/>
                    <a:pt x="244" y="1059"/>
                  </a:cubicBezTo>
                  <a:cubicBezTo>
                    <a:pt x="301" y="1059"/>
                    <a:pt x="359" y="1037"/>
                    <a:pt x="402" y="991"/>
                  </a:cubicBezTo>
                  <a:cubicBezTo>
                    <a:pt x="606" y="783"/>
                    <a:pt x="813" y="579"/>
                    <a:pt x="1026" y="381"/>
                  </a:cubicBezTo>
                  <a:cubicBezTo>
                    <a:pt x="1114" y="299"/>
                    <a:pt x="1119" y="159"/>
                    <a:pt x="1036" y="69"/>
                  </a:cubicBezTo>
                  <a:cubicBezTo>
                    <a:pt x="993" y="24"/>
                    <a:pt x="935" y="0"/>
                    <a:pt x="87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9"/>
            <p:cNvSpPr/>
            <p:nvPr/>
          </p:nvSpPr>
          <p:spPr>
            <a:xfrm>
              <a:off x="6660000" y="4107588"/>
              <a:ext cx="25850" cy="28675"/>
            </a:xfrm>
            <a:custGeom>
              <a:rect b="b" l="l" r="r" t="t"/>
              <a:pathLst>
                <a:path extrusionOk="0" h="1147" w="1034">
                  <a:moveTo>
                    <a:pt x="785" y="0"/>
                  </a:moveTo>
                  <a:cubicBezTo>
                    <a:pt x="720" y="0"/>
                    <a:pt x="656" y="28"/>
                    <a:pt x="612" y="82"/>
                  </a:cubicBezTo>
                  <a:cubicBezTo>
                    <a:pt x="426" y="316"/>
                    <a:pt x="245" y="555"/>
                    <a:pt x="72" y="796"/>
                  </a:cubicBezTo>
                  <a:cubicBezTo>
                    <a:pt x="1" y="895"/>
                    <a:pt x="22" y="1033"/>
                    <a:pt x="121" y="1104"/>
                  </a:cubicBezTo>
                  <a:cubicBezTo>
                    <a:pt x="160" y="1132"/>
                    <a:pt x="206" y="1146"/>
                    <a:pt x="250" y="1146"/>
                  </a:cubicBezTo>
                  <a:cubicBezTo>
                    <a:pt x="320" y="1146"/>
                    <a:pt x="386" y="1115"/>
                    <a:pt x="429" y="1054"/>
                  </a:cubicBezTo>
                  <a:cubicBezTo>
                    <a:pt x="599" y="818"/>
                    <a:pt x="776" y="586"/>
                    <a:pt x="958" y="358"/>
                  </a:cubicBezTo>
                  <a:cubicBezTo>
                    <a:pt x="1033" y="263"/>
                    <a:pt x="1018" y="124"/>
                    <a:pt x="923" y="47"/>
                  </a:cubicBezTo>
                  <a:cubicBezTo>
                    <a:pt x="881" y="16"/>
                    <a:pt x="833" y="0"/>
                    <a:pt x="785"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9"/>
            <p:cNvSpPr/>
            <p:nvPr/>
          </p:nvSpPr>
          <p:spPr>
            <a:xfrm>
              <a:off x="6752250" y="4017463"/>
              <a:ext cx="30475" cy="24100"/>
            </a:xfrm>
            <a:custGeom>
              <a:rect b="b" l="l" r="r" t="t"/>
              <a:pathLst>
                <a:path extrusionOk="0" h="964" w="1219">
                  <a:moveTo>
                    <a:pt x="966" y="1"/>
                  </a:moveTo>
                  <a:cubicBezTo>
                    <a:pt x="923" y="1"/>
                    <a:pt x="880" y="14"/>
                    <a:pt x="842" y="40"/>
                  </a:cubicBezTo>
                  <a:cubicBezTo>
                    <a:pt x="596" y="210"/>
                    <a:pt x="354" y="383"/>
                    <a:pt x="117" y="566"/>
                  </a:cubicBezTo>
                  <a:cubicBezTo>
                    <a:pt x="19" y="640"/>
                    <a:pt x="1" y="779"/>
                    <a:pt x="76" y="877"/>
                  </a:cubicBezTo>
                  <a:cubicBezTo>
                    <a:pt x="120" y="934"/>
                    <a:pt x="185" y="963"/>
                    <a:pt x="252" y="963"/>
                  </a:cubicBezTo>
                  <a:cubicBezTo>
                    <a:pt x="298" y="963"/>
                    <a:pt x="345" y="949"/>
                    <a:pt x="386" y="918"/>
                  </a:cubicBezTo>
                  <a:cubicBezTo>
                    <a:pt x="618" y="741"/>
                    <a:pt x="854" y="570"/>
                    <a:pt x="1093" y="403"/>
                  </a:cubicBezTo>
                  <a:cubicBezTo>
                    <a:pt x="1195" y="334"/>
                    <a:pt x="1219" y="196"/>
                    <a:pt x="1149" y="95"/>
                  </a:cubicBezTo>
                  <a:cubicBezTo>
                    <a:pt x="1106" y="34"/>
                    <a:pt x="1036" y="1"/>
                    <a:pt x="966"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9"/>
            <p:cNvSpPr/>
            <p:nvPr/>
          </p:nvSpPr>
          <p:spPr>
            <a:xfrm>
              <a:off x="7041150" y="3850163"/>
              <a:ext cx="20450" cy="31725"/>
            </a:xfrm>
            <a:custGeom>
              <a:rect b="b" l="l" r="r" t="t"/>
              <a:pathLst>
                <a:path extrusionOk="0" h="1269" w="818">
                  <a:moveTo>
                    <a:pt x="567" y="1"/>
                  </a:moveTo>
                  <a:cubicBezTo>
                    <a:pt x="481" y="1"/>
                    <a:pt x="397" y="52"/>
                    <a:pt x="361" y="138"/>
                  </a:cubicBezTo>
                  <a:cubicBezTo>
                    <a:pt x="248" y="414"/>
                    <a:pt x="141" y="692"/>
                    <a:pt x="42" y="975"/>
                  </a:cubicBezTo>
                  <a:cubicBezTo>
                    <a:pt x="1" y="1089"/>
                    <a:pt x="62" y="1216"/>
                    <a:pt x="177" y="1257"/>
                  </a:cubicBezTo>
                  <a:cubicBezTo>
                    <a:pt x="201" y="1265"/>
                    <a:pt x="226" y="1268"/>
                    <a:pt x="249" y="1268"/>
                  </a:cubicBezTo>
                  <a:cubicBezTo>
                    <a:pt x="340" y="1268"/>
                    <a:pt x="426" y="1211"/>
                    <a:pt x="459" y="1121"/>
                  </a:cubicBezTo>
                  <a:cubicBezTo>
                    <a:pt x="555" y="847"/>
                    <a:pt x="659" y="575"/>
                    <a:pt x="771" y="305"/>
                  </a:cubicBezTo>
                  <a:cubicBezTo>
                    <a:pt x="818" y="193"/>
                    <a:pt x="764" y="63"/>
                    <a:pt x="650" y="17"/>
                  </a:cubicBezTo>
                  <a:cubicBezTo>
                    <a:pt x="623" y="6"/>
                    <a:pt x="595" y="1"/>
                    <a:pt x="56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9"/>
            <p:cNvSpPr/>
            <p:nvPr/>
          </p:nvSpPr>
          <p:spPr>
            <a:xfrm>
              <a:off x="7038000" y="4109188"/>
              <a:ext cx="21475" cy="31250"/>
            </a:xfrm>
            <a:custGeom>
              <a:rect b="b" l="l" r="r" t="t"/>
              <a:pathLst>
                <a:path extrusionOk="0" h="1250" w="859">
                  <a:moveTo>
                    <a:pt x="249" y="0"/>
                  </a:moveTo>
                  <a:cubicBezTo>
                    <a:pt x="224" y="0"/>
                    <a:pt x="199" y="5"/>
                    <a:pt x="174" y="14"/>
                  </a:cubicBezTo>
                  <a:cubicBezTo>
                    <a:pt x="57" y="57"/>
                    <a:pt x="1" y="184"/>
                    <a:pt x="42" y="298"/>
                  </a:cubicBezTo>
                  <a:lnTo>
                    <a:pt x="103" y="455"/>
                  </a:lnTo>
                  <a:cubicBezTo>
                    <a:pt x="191" y="684"/>
                    <a:pt x="297" y="910"/>
                    <a:pt x="412" y="1132"/>
                  </a:cubicBezTo>
                  <a:cubicBezTo>
                    <a:pt x="452" y="1207"/>
                    <a:pt x="530" y="1249"/>
                    <a:pt x="608" y="1249"/>
                  </a:cubicBezTo>
                  <a:cubicBezTo>
                    <a:pt x="643" y="1249"/>
                    <a:pt x="678" y="1241"/>
                    <a:pt x="710" y="1224"/>
                  </a:cubicBezTo>
                  <a:cubicBezTo>
                    <a:pt x="819" y="1167"/>
                    <a:pt x="859" y="1032"/>
                    <a:pt x="802" y="925"/>
                  </a:cubicBezTo>
                  <a:cubicBezTo>
                    <a:pt x="694" y="719"/>
                    <a:pt x="596" y="506"/>
                    <a:pt x="514" y="295"/>
                  </a:cubicBezTo>
                  <a:lnTo>
                    <a:pt x="457" y="145"/>
                  </a:lnTo>
                  <a:cubicBezTo>
                    <a:pt x="424" y="56"/>
                    <a:pt x="339" y="0"/>
                    <a:pt x="249"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9"/>
            <p:cNvSpPr/>
            <p:nvPr/>
          </p:nvSpPr>
          <p:spPr>
            <a:xfrm>
              <a:off x="7022025" y="4044963"/>
              <a:ext cx="15800" cy="32900"/>
            </a:xfrm>
            <a:custGeom>
              <a:rect b="b" l="l" r="r" t="t"/>
              <a:pathLst>
                <a:path extrusionOk="0" h="1316" w="632">
                  <a:moveTo>
                    <a:pt x="240" y="1"/>
                  </a:moveTo>
                  <a:cubicBezTo>
                    <a:pt x="229" y="1"/>
                    <a:pt x="217" y="2"/>
                    <a:pt x="206" y="4"/>
                  </a:cubicBezTo>
                  <a:cubicBezTo>
                    <a:pt x="85" y="21"/>
                    <a:pt x="0" y="133"/>
                    <a:pt x="18" y="253"/>
                  </a:cubicBezTo>
                  <a:cubicBezTo>
                    <a:pt x="58" y="550"/>
                    <a:pt x="112" y="847"/>
                    <a:pt x="173" y="1140"/>
                  </a:cubicBezTo>
                  <a:cubicBezTo>
                    <a:pt x="197" y="1245"/>
                    <a:pt x="287" y="1315"/>
                    <a:pt x="390" y="1315"/>
                  </a:cubicBezTo>
                  <a:cubicBezTo>
                    <a:pt x="406" y="1315"/>
                    <a:pt x="421" y="1314"/>
                    <a:pt x="437" y="1310"/>
                  </a:cubicBezTo>
                  <a:cubicBezTo>
                    <a:pt x="556" y="1284"/>
                    <a:pt x="631" y="1167"/>
                    <a:pt x="607" y="1047"/>
                  </a:cubicBezTo>
                  <a:cubicBezTo>
                    <a:pt x="546" y="765"/>
                    <a:pt x="496" y="479"/>
                    <a:pt x="455" y="191"/>
                  </a:cubicBezTo>
                  <a:cubicBezTo>
                    <a:pt x="440" y="82"/>
                    <a:pt x="346" y="1"/>
                    <a:pt x="2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9"/>
            <p:cNvSpPr/>
            <p:nvPr/>
          </p:nvSpPr>
          <p:spPr>
            <a:xfrm>
              <a:off x="6998375" y="3913213"/>
              <a:ext cx="42675" cy="40025"/>
            </a:xfrm>
            <a:custGeom>
              <a:rect b="b" l="l" r="r" t="t"/>
              <a:pathLst>
                <a:path extrusionOk="0" h="1601" w="1707">
                  <a:moveTo>
                    <a:pt x="1463" y="1"/>
                  </a:moveTo>
                  <a:cubicBezTo>
                    <a:pt x="1362" y="1"/>
                    <a:pt x="1272" y="70"/>
                    <a:pt x="1248" y="171"/>
                  </a:cubicBezTo>
                  <a:cubicBezTo>
                    <a:pt x="1179" y="465"/>
                    <a:pt x="1118" y="757"/>
                    <a:pt x="1067" y="1051"/>
                  </a:cubicBezTo>
                  <a:cubicBezTo>
                    <a:pt x="1060" y="1089"/>
                    <a:pt x="1062" y="1124"/>
                    <a:pt x="1074" y="1156"/>
                  </a:cubicBezTo>
                  <a:cubicBezTo>
                    <a:pt x="828" y="1141"/>
                    <a:pt x="584" y="1134"/>
                    <a:pt x="339" y="1134"/>
                  </a:cubicBezTo>
                  <a:lnTo>
                    <a:pt x="220" y="1134"/>
                  </a:lnTo>
                  <a:cubicBezTo>
                    <a:pt x="97" y="1136"/>
                    <a:pt x="0" y="1235"/>
                    <a:pt x="2" y="1358"/>
                  </a:cubicBezTo>
                  <a:cubicBezTo>
                    <a:pt x="3" y="1479"/>
                    <a:pt x="102" y="1575"/>
                    <a:pt x="223" y="1575"/>
                  </a:cubicBezTo>
                  <a:lnTo>
                    <a:pt x="338" y="1575"/>
                  </a:lnTo>
                  <a:cubicBezTo>
                    <a:pt x="590" y="1575"/>
                    <a:pt x="841" y="1582"/>
                    <a:pt x="1094" y="1601"/>
                  </a:cubicBezTo>
                  <a:lnTo>
                    <a:pt x="1108" y="1601"/>
                  </a:lnTo>
                  <a:cubicBezTo>
                    <a:pt x="1223" y="1601"/>
                    <a:pt x="1320" y="1510"/>
                    <a:pt x="1328" y="1394"/>
                  </a:cubicBezTo>
                  <a:cubicBezTo>
                    <a:pt x="1329" y="1363"/>
                    <a:pt x="1325" y="1334"/>
                    <a:pt x="1316" y="1309"/>
                  </a:cubicBezTo>
                  <a:cubicBezTo>
                    <a:pt x="1408" y="1294"/>
                    <a:pt x="1485" y="1225"/>
                    <a:pt x="1502" y="1127"/>
                  </a:cubicBezTo>
                  <a:cubicBezTo>
                    <a:pt x="1554" y="842"/>
                    <a:pt x="1613" y="557"/>
                    <a:pt x="1678" y="273"/>
                  </a:cubicBezTo>
                  <a:cubicBezTo>
                    <a:pt x="1706" y="154"/>
                    <a:pt x="1632" y="35"/>
                    <a:pt x="1513" y="7"/>
                  </a:cubicBezTo>
                  <a:cubicBezTo>
                    <a:pt x="1496" y="3"/>
                    <a:pt x="1479" y="1"/>
                    <a:pt x="146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9"/>
            <p:cNvSpPr/>
            <p:nvPr/>
          </p:nvSpPr>
          <p:spPr>
            <a:xfrm>
              <a:off x="6932425" y="3944888"/>
              <a:ext cx="33350" cy="14600"/>
            </a:xfrm>
            <a:custGeom>
              <a:rect b="b" l="l" r="r" t="t"/>
              <a:pathLst>
                <a:path extrusionOk="0" h="584" w="1334">
                  <a:moveTo>
                    <a:pt x="1096" y="0"/>
                  </a:moveTo>
                  <a:cubicBezTo>
                    <a:pt x="1086" y="0"/>
                    <a:pt x="1077" y="1"/>
                    <a:pt x="1067" y="2"/>
                  </a:cubicBezTo>
                  <a:cubicBezTo>
                    <a:pt x="780" y="40"/>
                    <a:pt x="494" y="88"/>
                    <a:pt x="210" y="145"/>
                  </a:cubicBezTo>
                  <a:lnTo>
                    <a:pt x="225" y="366"/>
                  </a:lnTo>
                  <a:lnTo>
                    <a:pt x="182" y="151"/>
                  </a:lnTo>
                  <a:cubicBezTo>
                    <a:pt x="61" y="174"/>
                    <a:pt x="0" y="287"/>
                    <a:pt x="23" y="408"/>
                  </a:cubicBezTo>
                  <a:cubicBezTo>
                    <a:pt x="43" y="512"/>
                    <a:pt x="147" y="583"/>
                    <a:pt x="253" y="583"/>
                  </a:cubicBezTo>
                  <a:cubicBezTo>
                    <a:pt x="270" y="583"/>
                    <a:pt x="284" y="582"/>
                    <a:pt x="298" y="581"/>
                  </a:cubicBezTo>
                  <a:cubicBezTo>
                    <a:pt x="572" y="527"/>
                    <a:pt x="849" y="478"/>
                    <a:pt x="1128" y="442"/>
                  </a:cubicBezTo>
                  <a:cubicBezTo>
                    <a:pt x="1248" y="426"/>
                    <a:pt x="1334" y="314"/>
                    <a:pt x="1316" y="192"/>
                  </a:cubicBezTo>
                  <a:cubicBezTo>
                    <a:pt x="1301" y="80"/>
                    <a:pt x="1204" y="0"/>
                    <a:pt x="109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9"/>
            <p:cNvSpPr/>
            <p:nvPr/>
          </p:nvSpPr>
          <p:spPr>
            <a:xfrm>
              <a:off x="7019225" y="3978813"/>
              <a:ext cx="11825" cy="33150"/>
            </a:xfrm>
            <a:custGeom>
              <a:rect b="b" l="l" r="r" t="t"/>
              <a:pathLst>
                <a:path extrusionOk="0" h="1326" w="473">
                  <a:moveTo>
                    <a:pt x="257" y="1"/>
                  </a:moveTo>
                  <a:cubicBezTo>
                    <a:pt x="129" y="1"/>
                    <a:pt x="30" y="89"/>
                    <a:pt x="23" y="209"/>
                  </a:cubicBezTo>
                  <a:cubicBezTo>
                    <a:pt x="7" y="480"/>
                    <a:pt x="0" y="751"/>
                    <a:pt x="0" y="1025"/>
                  </a:cubicBezTo>
                  <a:lnTo>
                    <a:pt x="0" y="1104"/>
                  </a:lnTo>
                  <a:cubicBezTo>
                    <a:pt x="0" y="1226"/>
                    <a:pt x="99" y="1325"/>
                    <a:pt x="221" y="1325"/>
                  </a:cubicBezTo>
                  <a:cubicBezTo>
                    <a:pt x="222" y="1325"/>
                    <a:pt x="223" y="1325"/>
                    <a:pt x="224" y="1325"/>
                  </a:cubicBezTo>
                  <a:cubicBezTo>
                    <a:pt x="346" y="1325"/>
                    <a:pt x="442" y="1226"/>
                    <a:pt x="442" y="1105"/>
                  </a:cubicBezTo>
                  <a:lnTo>
                    <a:pt x="442" y="1022"/>
                  </a:lnTo>
                  <a:cubicBezTo>
                    <a:pt x="442" y="759"/>
                    <a:pt x="450" y="497"/>
                    <a:pt x="465" y="235"/>
                  </a:cubicBezTo>
                  <a:cubicBezTo>
                    <a:pt x="472" y="113"/>
                    <a:pt x="379" y="8"/>
                    <a:pt x="25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9" name="Shape 1459"/>
        <p:cNvGrpSpPr/>
        <p:nvPr/>
      </p:nvGrpSpPr>
      <p:grpSpPr>
        <a:xfrm>
          <a:off x="0" y="0"/>
          <a:ext cx="0" cy="0"/>
          <a:chOff x="0" y="0"/>
          <a:chExt cx="0" cy="0"/>
        </a:xfrm>
      </p:grpSpPr>
      <p:sp>
        <p:nvSpPr>
          <p:cNvPr id="1460" name="Google Shape;1460;p40"/>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accent4"/>
                </a:solidFill>
              </a:rPr>
              <a:t>Contents</a:t>
            </a:r>
            <a:r>
              <a:rPr lang="en"/>
              <a:t> of this Template</a:t>
            </a:r>
            <a:endParaRPr/>
          </a:p>
        </p:txBody>
      </p:sp>
      <p:sp>
        <p:nvSpPr>
          <p:cNvPr id="1461" name="Google Shape;1461;p40"/>
          <p:cNvSpPr txBox="1"/>
          <p:nvPr>
            <p:ph idx="1" type="body"/>
          </p:nvPr>
        </p:nvSpPr>
        <p:spPr>
          <a:xfrm>
            <a:off x="720000" y="1237083"/>
            <a:ext cx="7704000" cy="336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050">
                <a:solidFill>
                  <a:srgbClr val="000000"/>
                </a:solidFill>
              </a:rPr>
              <a:t>Here’s what you’ll find in this </a:t>
            </a:r>
            <a:r>
              <a:rPr b="1" lang="en" sz="1050" u="sng">
                <a:solidFill>
                  <a:srgbClr val="FFFFFF"/>
                </a:solidFill>
                <a:highlight>
                  <a:schemeClr val="accent4"/>
                </a:highlight>
                <a:hlinkClick r:id="rId3">
                  <a:extLst>
                    <a:ext uri="{A12FA001-AC4F-418D-AE19-62706E023703}">
                      <ahyp:hlinkClr val="tx"/>
                    </a:ext>
                  </a:extLst>
                </a:hlinkClick>
              </a:rPr>
              <a:t>Slidesgo</a:t>
            </a:r>
            <a:r>
              <a:rPr lang="en" sz="1050">
                <a:solidFill>
                  <a:srgbClr val="000000"/>
                </a:solidFill>
                <a:uFill>
                  <a:noFill/>
                </a:uFill>
                <a:hlinkClick r:id="rId4">
                  <a:extLst>
                    <a:ext uri="{A12FA001-AC4F-418D-AE19-62706E023703}">
                      <ahyp:hlinkClr val="tx"/>
                    </a:ext>
                  </a:extLst>
                </a:hlinkClick>
              </a:rPr>
              <a:t> </a:t>
            </a:r>
            <a:r>
              <a:rPr lang="en" sz="1050">
                <a:solidFill>
                  <a:srgbClr val="000000"/>
                </a:solidFill>
              </a:rPr>
              <a:t>template:</a:t>
            </a:r>
            <a:endParaRPr sz="1050">
              <a:solidFill>
                <a:srgbClr val="000000"/>
              </a:solidFill>
            </a:endParaRPr>
          </a:p>
          <a:p>
            <a:pPr indent="-295275" lvl="0" marL="457200" rtl="0" algn="l">
              <a:spcBef>
                <a:spcPts val="1600"/>
              </a:spcBef>
              <a:spcAft>
                <a:spcPts val="0"/>
              </a:spcAft>
              <a:buClr>
                <a:schemeClr val="accent4"/>
              </a:buClr>
              <a:buSzPts val="1050"/>
              <a:buAutoNum type="arabicPeriod"/>
            </a:pPr>
            <a:r>
              <a:rPr lang="en" sz="1050">
                <a:solidFill>
                  <a:srgbClr val="000000"/>
                </a:solidFill>
              </a:rPr>
              <a:t>A slide structure based on an educational presentation for high school, which you can easily adapt to your needs. For more info on how to edit the template, please visit </a:t>
            </a:r>
            <a:r>
              <a:rPr b="1" lang="en" sz="1050" u="sng">
                <a:solidFill>
                  <a:srgbClr val="FFFFFF"/>
                </a:solidFill>
                <a:highlight>
                  <a:schemeClr val="accent4"/>
                </a:highlight>
                <a:hlinkClick r:id="rId5">
                  <a:extLst>
                    <a:ext uri="{A12FA001-AC4F-418D-AE19-62706E023703}">
                      <ahyp:hlinkClr val="tx"/>
                    </a:ext>
                  </a:extLst>
                </a:hlinkClick>
              </a:rPr>
              <a:t>Slidesgo School</a:t>
            </a:r>
            <a:r>
              <a:rPr b="1" lang="en" sz="1050">
                <a:solidFill>
                  <a:srgbClr val="000000"/>
                </a:solidFill>
              </a:rPr>
              <a:t> </a:t>
            </a:r>
            <a:r>
              <a:rPr lang="en" sz="1050">
                <a:solidFill>
                  <a:srgbClr val="000000"/>
                </a:solidFill>
              </a:rPr>
              <a:t>or read our </a:t>
            </a:r>
            <a:r>
              <a:rPr b="1" lang="en" sz="1050" u="sng">
                <a:solidFill>
                  <a:srgbClr val="FFFFFF"/>
                </a:solidFill>
                <a:highlight>
                  <a:schemeClr val="accent4"/>
                </a:highlight>
                <a:hlinkClick r:id="rId6">
                  <a:extLst>
                    <a:ext uri="{A12FA001-AC4F-418D-AE19-62706E023703}">
                      <ahyp:hlinkClr val="tx"/>
                    </a:ext>
                  </a:extLst>
                </a:hlinkClick>
              </a:rPr>
              <a:t>FAQs</a:t>
            </a:r>
            <a:r>
              <a:rPr b="1" lang="en" sz="1050" u="sng">
                <a:solidFill>
                  <a:srgbClr val="FFFFFF"/>
                </a:solidFill>
                <a:highlight>
                  <a:schemeClr val="accent4"/>
                </a:highlight>
              </a:rPr>
              <a:t>.</a:t>
            </a:r>
            <a:endParaRPr b="1" sz="1050" u="sng">
              <a:solidFill>
                <a:srgbClr val="FFFFFF"/>
              </a:solidFill>
              <a:highlight>
                <a:schemeClr val="accent4"/>
              </a:highlight>
            </a:endParaRPr>
          </a:p>
          <a:p>
            <a:pPr indent="-295275" lvl="0" marL="457200" rtl="0" algn="l">
              <a:spcBef>
                <a:spcPts val="0"/>
              </a:spcBef>
              <a:spcAft>
                <a:spcPts val="0"/>
              </a:spcAft>
              <a:buClr>
                <a:schemeClr val="accent4"/>
              </a:buClr>
              <a:buSzPts val="1050"/>
              <a:buAutoNum type="arabicPeriod"/>
            </a:pPr>
            <a:r>
              <a:rPr lang="en" sz="1050">
                <a:solidFill>
                  <a:srgbClr val="000000"/>
                </a:solidFill>
              </a:rPr>
              <a:t>An assortment of graphic resources that are suitable for use in the presentation can be found in the </a:t>
            </a:r>
            <a:r>
              <a:rPr b="1" lang="en" sz="1050" u="sng">
                <a:solidFill>
                  <a:srgbClr val="FFFFFF"/>
                </a:solidFill>
                <a:highlight>
                  <a:schemeClr val="accent4"/>
                </a:highlight>
                <a:hlinkClick action="ppaction://hlinksldjump" r:id="rId7">
                  <a:extLst>
                    <a:ext uri="{A12FA001-AC4F-418D-AE19-62706E023703}">
                      <ahyp:hlinkClr val="tx"/>
                    </a:ext>
                  </a:extLst>
                </a:hlinkClick>
              </a:rPr>
              <a:t>alternative resources</a:t>
            </a:r>
            <a:r>
              <a:rPr lang="en" sz="1050">
                <a:solidFill>
                  <a:srgbClr val="000000"/>
                </a:solidFill>
              </a:rPr>
              <a:t> slide.</a:t>
            </a:r>
            <a:endParaRPr b="1" sz="1050">
              <a:solidFill>
                <a:srgbClr val="000000"/>
              </a:solidFill>
            </a:endParaRPr>
          </a:p>
          <a:p>
            <a:pPr indent="-295275" lvl="0" marL="457200" rtl="0" algn="l">
              <a:spcBef>
                <a:spcPts val="0"/>
              </a:spcBef>
              <a:spcAft>
                <a:spcPts val="0"/>
              </a:spcAft>
              <a:buClr>
                <a:schemeClr val="accent4"/>
              </a:buClr>
              <a:buSzPts val="1050"/>
              <a:buAutoNum type="arabicPeriod"/>
            </a:pPr>
            <a:r>
              <a:rPr lang="en" sz="1050">
                <a:solidFill>
                  <a:srgbClr val="000000"/>
                </a:solidFill>
              </a:rPr>
              <a:t>A </a:t>
            </a:r>
            <a:r>
              <a:rPr b="1" lang="en" sz="1050" u="sng">
                <a:solidFill>
                  <a:srgbClr val="FFFFFF"/>
                </a:solidFill>
                <a:highlight>
                  <a:schemeClr val="accent4"/>
                </a:highlight>
                <a:hlinkClick action="ppaction://hlinksldjump" r:id="rId8">
                  <a:extLst>
                    <a:ext uri="{A12FA001-AC4F-418D-AE19-62706E023703}">
                      <ahyp:hlinkClr val="tx"/>
                    </a:ext>
                  </a:extLst>
                </a:hlinkClick>
              </a:rPr>
              <a:t>thanks</a:t>
            </a:r>
            <a:r>
              <a:rPr lang="en" sz="1050">
                <a:solidFill>
                  <a:srgbClr val="000000"/>
                </a:solidFill>
                <a:uFill>
                  <a:noFill/>
                </a:uFill>
                <a:latin typeface="Barlow Condensed SemiBold"/>
                <a:ea typeface="Barlow Condensed SemiBold"/>
                <a:cs typeface="Barlow Condensed SemiBold"/>
                <a:sym typeface="Barlow Condensed SemiBold"/>
                <a:hlinkClick action="ppaction://hlinksldjump" r:id="rId9">
                  <a:extLst>
                    <a:ext uri="{A12FA001-AC4F-418D-AE19-62706E023703}">
                      <ahyp:hlinkClr val="tx"/>
                    </a:ext>
                  </a:extLst>
                </a:hlinkClick>
              </a:rPr>
              <a:t> </a:t>
            </a:r>
            <a:r>
              <a:rPr lang="en" sz="1050">
                <a:solidFill>
                  <a:srgbClr val="000000"/>
                </a:solidFill>
              </a:rPr>
              <a:t>slide, which you must keep so that proper credits for our design are given.</a:t>
            </a:r>
            <a:endParaRPr sz="1050">
              <a:solidFill>
                <a:srgbClr val="000000"/>
              </a:solidFill>
            </a:endParaRPr>
          </a:p>
          <a:p>
            <a:pPr indent="-295275" lvl="0" marL="457200" rtl="0" algn="l">
              <a:spcBef>
                <a:spcPts val="0"/>
              </a:spcBef>
              <a:spcAft>
                <a:spcPts val="0"/>
              </a:spcAft>
              <a:buClr>
                <a:schemeClr val="accent4"/>
              </a:buClr>
              <a:buSzPts val="1050"/>
              <a:buAutoNum type="arabicPeriod"/>
            </a:pPr>
            <a:r>
              <a:rPr lang="en" sz="1050">
                <a:solidFill>
                  <a:srgbClr val="000000"/>
                </a:solidFill>
              </a:rPr>
              <a:t>A </a:t>
            </a:r>
            <a:r>
              <a:rPr b="1" lang="en" sz="1050" u="sng">
                <a:solidFill>
                  <a:srgbClr val="FFFFFF"/>
                </a:solidFill>
                <a:highlight>
                  <a:schemeClr val="accent4"/>
                </a:highlight>
                <a:hlinkClick action="ppaction://hlinksldjump" r:id="rId10">
                  <a:extLst>
                    <a:ext uri="{A12FA001-AC4F-418D-AE19-62706E023703}">
                      <ahyp:hlinkClr val="tx"/>
                    </a:ext>
                  </a:extLst>
                </a:hlinkClick>
              </a:rPr>
              <a:t>resources</a:t>
            </a:r>
            <a:r>
              <a:rPr lang="en" sz="1050">
                <a:solidFill>
                  <a:srgbClr val="000000"/>
                </a:solidFill>
                <a:uFill>
                  <a:noFill/>
                </a:uFill>
                <a:latin typeface="Barlow Condensed SemiBold"/>
                <a:ea typeface="Barlow Condensed SemiBold"/>
                <a:cs typeface="Barlow Condensed SemiBold"/>
                <a:sym typeface="Barlow Condensed SemiBold"/>
                <a:hlinkClick action="ppaction://hlinksldjump" r:id="rId11">
                  <a:extLst>
                    <a:ext uri="{A12FA001-AC4F-418D-AE19-62706E023703}">
                      <ahyp:hlinkClr val="tx"/>
                    </a:ext>
                  </a:extLst>
                </a:hlinkClick>
              </a:rPr>
              <a:t> </a:t>
            </a:r>
            <a:r>
              <a:rPr lang="en" sz="1050">
                <a:solidFill>
                  <a:srgbClr val="000000"/>
                </a:solidFill>
              </a:rPr>
              <a:t>slide, where you’ll find links to all the elements used in the template.</a:t>
            </a:r>
            <a:endParaRPr sz="1050">
              <a:solidFill>
                <a:srgbClr val="000000"/>
              </a:solidFill>
            </a:endParaRPr>
          </a:p>
          <a:p>
            <a:pPr indent="-295275" lvl="0" marL="457200" rtl="0" algn="l">
              <a:spcBef>
                <a:spcPts val="0"/>
              </a:spcBef>
              <a:spcAft>
                <a:spcPts val="0"/>
              </a:spcAft>
              <a:buClr>
                <a:schemeClr val="accent4"/>
              </a:buClr>
              <a:buSzPts val="1050"/>
              <a:buAutoNum type="arabicPeriod"/>
            </a:pPr>
            <a:r>
              <a:rPr b="1" lang="en" sz="1050" u="sng">
                <a:solidFill>
                  <a:srgbClr val="FFFFFF"/>
                </a:solidFill>
                <a:highlight>
                  <a:schemeClr val="accent4"/>
                </a:highlight>
                <a:hlinkClick>
                  <a:extLst>
                    <a:ext uri="{A12FA001-AC4F-418D-AE19-62706E023703}">
                      <ahyp:hlinkClr val="tx"/>
                    </a:ext>
                  </a:extLst>
                </a:hlinkClick>
              </a:rPr>
              <a:t>Instructions for use</a:t>
            </a:r>
            <a:r>
              <a:rPr b="1" lang="en" sz="1050" u="sng">
                <a:solidFill>
                  <a:srgbClr val="000000"/>
                </a:solidFill>
              </a:rPr>
              <a:t> </a:t>
            </a:r>
            <a:endParaRPr b="1" sz="1050" u="sng">
              <a:solidFill>
                <a:srgbClr val="000000"/>
              </a:solidFill>
            </a:endParaRPr>
          </a:p>
          <a:p>
            <a:pPr indent="-295275" lvl="0" marL="457200" rtl="0" algn="l">
              <a:spcBef>
                <a:spcPts val="0"/>
              </a:spcBef>
              <a:spcAft>
                <a:spcPts val="0"/>
              </a:spcAft>
              <a:buClr>
                <a:schemeClr val="accent4"/>
              </a:buClr>
              <a:buSzPts val="1050"/>
              <a:buAutoNum type="arabicPeriod"/>
            </a:pPr>
            <a:r>
              <a:rPr lang="en" sz="1050">
                <a:solidFill>
                  <a:srgbClr val="000000"/>
                </a:solidFill>
              </a:rPr>
              <a:t>Final slides with: </a:t>
            </a:r>
            <a:endParaRPr sz="1050">
              <a:solidFill>
                <a:srgbClr val="000000"/>
              </a:solidFill>
            </a:endParaRPr>
          </a:p>
          <a:p>
            <a:pPr indent="-203835" lvl="0" marL="822960" rtl="0" algn="l">
              <a:spcBef>
                <a:spcPts val="0"/>
              </a:spcBef>
              <a:spcAft>
                <a:spcPts val="0"/>
              </a:spcAft>
              <a:buClr>
                <a:srgbClr val="000000"/>
              </a:buClr>
              <a:buSzPts val="1050"/>
              <a:buChar char="●"/>
            </a:pPr>
            <a:r>
              <a:rPr lang="en" sz="1050">
                <a:solidFill>
                  <a:srgbClr val="000000"/>
                </a:solidFill>
              </a:rPr>
              <a:t>The </a:t>
            </a:r>
            <a:r>
              <a:rPr b="1" lang="en" sz="1050" u="sng">
                <a:solidFill>
                  <a:srgbClr val="FFFFFF"/>
                </a:solidFill>
                <a:highlight>
                  <a:schemeClr val="accent4"/>
                </a:highlight>
                <a:hlinkClick action="ppaction://hlinksldjump" r:id="rId12">
                  <a:extLst>
                    <a:ext uri="{A12FA001-AC4F-418D-AE19-62706E023703}">
                      <ahyp:hlinkClr val="tx"/>
                    </a:ext>
                  </a:extLst>
                </a:hlinkClick>
              </a:rPr>
              <a:t>fonts and colors</a:t>
            </a:r>
            <a:r>
              <a:rPr lang="en" sz="1050">
                <a:solidFill>
                  <a:srgbClr val="000000"/>
                </a:solidFill>
              </a:rPr>
              <a:t> used in the template.</a:t>
            </a:r>
            <a:endParaRPr sz="1050">
              <a:solidFill>
                <a:srgbClr val="000000"/>
              </a:solidFill>
            </a:endParaRPr>
          </a:p>
          <a:p>
            <a:pPr indent="-203835" lvl="0" marL="822960" rtl="0" algn="l">
              <a:spcBef>
                <a:spcPts val="0"/>
              </a:spcBef>
              <a:spcAft>
                <a:spcPts val="0"/>
              </a:spcAft>
              <a:buClr>
                <a:srgbClr val="000000"/>
              </a:buClr>
              <a:buSzPts val="1050"/>
              <a:buChar char="●"/>
            </a:pPr>
            <a:r>
              <a:rPr lang="en" sz="1050">
                <a:solidFill>
                  <a:srgbClr val="000000"/>
                </a:solidFill>
              </a:rPr>
              <a:t>A selection of </a:t>
            </a:r>
            <a:r>
              <a:rPr b="1" lang="en" sz="1050" u="sng">
                <a:solidFill>
                  <a:srgbClr val="FFFFFF"/>
                </a:solidFill>
                <a:highlight>
                  <a:schemeClr val="accent4"/>
                </a:highlight>
                <a:hlinkClick action="ppaction://hlinksldjump" r:id="rId13">
                  <a:extLst>
                    <a:ext uri="{A12FA001-AC4F-418D-AE19-62706E023703}">
                      <ahyp:hlinkClr val="tx"/>
                    </a:ext>
                  </a:extLst>
                </a:hlinkClick>
              </a:rPr>
              <a:t>illustrations</a:t>
            </a:r>
            <a:r>
              <a:rPr lang="en" sz="1050" u="sng">
                <a:solidFill>
                  <a:srgbClr val="FFFFFF"/>
                </a:solidFill>
                <a:highlight>
                  <a:schemeClr val="accent4"/>
                </a:highlight>
                <a:latin typeface="Barlow Condensed SemiBold"/>
                <a:ea typeface="Barlow Condensed SemiBold"/>
                <a:cs typeface="Barlow Condensed SemiBold"/>
                <a:sym typeface="Barlow Condensed SemiBold"/>
              </a:rPr>
              <a:t>.</a:t>
            </a:r>
            <a:r>
              <a:rPr lang="en" sz="1050">
                <a:solidFill>
                  <a:srgbClr val="000000"/>
                </a:solidFill>
                <a:latin typeface="Barlow Condensed SemiBold"/>
                <a:ea typeface="Barlow Condensed SemiBold"/>
                <a:cs typeface="Barlow Condensed SemiBold"/>
                <a:sym typeface="Barlow Condensed SemiBold"/>
              </a:rPr>
              <a:t> </a:t>
            </a:r>
            <a:r>
              <a:rPr lang="en" sz="1050">
                <a:solidFill>
                  <a:srgbClr val="000000"/>
                </a:solidFill>
              </a:rPr>
              <a:t>You can also customize and animate them as you wish with the online editor. Visit </a:t>
            </a:r>
            <a:r>
              <a:rPr b="1" lang="en" sz="1050" u="sng">
                <a:solidFill>
                  <a:srgbClr val="FFFFFF"/>
                </a:solidFill>
                <a:highlight>
                  <a:schemeClr val="accent4"/>
                </a:highlight>
                <a:hlinkClick r:id="rId14">
                  <a:extLst>
                    <a:ext uri="{A12FA001-AC4F-418D-AE19-62706E023703}">
                      <ahyp:hlinkClr val="tx"/>
                    </a:ext>
                  </a:extLst>
                </a:hlinkClick>
              </a:rPr>
              <a:t>Storyset</a:t>
            </a:r>
            <a:r>
              <a:rPr lang="en" sz="1050">
                <a:solidFill>
                  <a:srgbClr val="000000"/>
                </a:solidFill>
              </a:rPr>
              <a:t> to find more.</a:t>
            </a:r>
            <a:endParaRPr sz="1050">
              <a:solidFill>
                <a:srgbClr val="000000"/>
              </a:solidFill>
            </a:endParaRPr>
          </a:p>
          <a:p>
            <a:pPr indent="-203835" lvl="0" marL="822960" rtl="0" algn="l">
              <a:spcBef>
                <a:spcPts val="0"/>
              </a:spcBef>
              <a:spcAft>
                <a:spcPts val="0"/>
              </a:spcAft>
              <a:buClr>
                <a:srgbClr val="000000"/>
              </a:buClr>
              <a:buSzPts val="1050"/>
              <a:buChar char="●"/>
            </a:pPr>
            <a:r>
              <a:rPr lang="en" sz="1050">
                <a:solidFill>
                  <a:srgbClr val="000000"/>
                </a:solidFill>
              </a:rPr>
              <a:t>More</a:t>
            </a:r>
            <a:r>
              <a:rPr b="1" lang="en" sz="1050">
                <a:solidFill>
                  <a:srgbClr val="000000"/>
                </a:solidFill>
              </a:rPr>
              <a:t> </a:t>
            </a:r>
            <a:r>
              <a:rPr b="1" lang="en" sz="1050" u="sng">
                <a:solidFill>
                  <a:srgbClr val="FFFFFF"/>
                </a:solidFill>
                <a:highlight>
                  <a:schemeClr val="accent4"/>
                </a:highlight>
                <a:hlinkClick action="ppaction://hlinksldjump" r:id="rId15">
                  <a:extLst>
                    <a:ext uri="{A12FA001-AC4F-418D-AE19-62706E023703}">
                      <ahyp:hlinkClr val="tx"/>
                    </a:ext>
                  </a:extLst>
                </a:hlinkClick>
              </a:rPr>
              <a:t>infographic resources</a:t>
            </a:r>
            <a:r>
              <a:rPr b="1" lang="en" sz="1050" u="sng">
                <a:solidFill>
                  <a:srgbClr val="FFFFFF"/>
                </a:solidFill>
                <a:highlight>
                  <a:schemeClr val="accent4"/>
                </a:highlight>
                <a:latin typeface="Barlow Condensed"/>
                <a:ea typeface="Barlow Condensed"/>
                <a:cs typeface="Barlow Condensed"/>
                <a:sym typeface="Barlow Condensed"/>
              </a:rPr>
              <a:t>,</a:t>
            </a:r>
            <a:r>
              <a:rPr b="1" lang="en" sz="1050">
                <a:solidFill>
                  <a:srgbClr val="000000"/>
                </a:solidFill>
              </a:rPr>
              <a:t> </a:t>
            </a:r>
            <a:r>
              <a:rPr lang="en" sz="1050">
                <a:solidFill>
                  <a:srgbClr val="000000"/>
                </a:solidFill>
              </a:rPr>
              <a:t>whose size and color can be edited. </a:t>
            </a:r>
            <a:endParaRPr sz="1050">
              <a:solidFill>
                <a:srgbClr val="000000"/>
              </a:solidFill>
            </a:endParaRPr>
          </a:p>
          <a:p>
            <a:pPr indent="-203835" lvl="0" marL="822960" rtl="0" algn="l">
              <a:spcBef>
                <a:spcPts val="0"/>
              </a:spcBef>
              <a:spcAft>
                <a:spcPts val="0"/>
              </a:spcAft>
              <a:buClr>
                <a:srgbClr val="000000"/>
              </a:buClr>
              <a:buSzPts val="1050"/>
              <a:buChar char="●"/>
            </a:pPr>
            <a:r>
              <a:rPr lang="en" sz="1050">
                <a:solidFill>
                  <a:srgbClr val="000000"/>
                </a:solidFill>
              </a:rPr>
              <a:t>Sets of </a:t>
            </a:r>
            <a:r>
              <a:rPr b="1" lang="en" sz="1050" u="sng">
                <a:solidFill>
                  <a:srgbClr val="FFFFFF"/>
                </a:solidFill>
                <a:highlight>
                  <a:schemeClr val="accent4"/>
                </a:highlight>
                <a:hlinkClick action="ppaction://hlinksldjump" r:id="rId16">
                  <a:extLst>
                    <a:ext uri="{A12FA001-AC4F-418D-AE19-62706E023703}">
                      <ahyp:hlinkClr val="tx"/>
                    </a:ext>
                  </a:extLst>
                </a:hlinkClick>
              </a:rPr>
              <a:t>customizable icons</a:t>
            </a:r>
            <a:r>
              <a:rPr lang="en" sz="1050">
                <a:solidFill>
                  <a:srgbClr val="000000"/>
                </a:solidFill>
              </a:rPr>
              <a:t> of the following themes: general, business, avatar, creative process, education, help &amp; support, medical, nature, performing arts, SEO &amp; marketing, and teamwork.</a:t>
            </a:r>
            <a:endParaRPr sz="1050">
              <a:solidFill>
                <a:srgbClr val="000000"/>
              </a:solidFill>
            </a:endParaRPr>
          </a:p>
          <a:p>
            <a:pPr indent="0" lvl="0" marL="457200" rtl="0" algn="l">
              <a:spcBef>
                <a:spcPts val="0"/>
              </a:spcBef>
              <a:spcAft>
                <a:spcPts val="0"/>
              </a:spcAft>
              <a:buNone/>
            </a:pPr>
            <a:r>
              <a:t/>
            </a:r>
            <a:endParaRPr sz="1050">
              <a:solidFill>
                <a:srgbClr val="000000"/>
              </a:solidFill>
            </a:endParaRPr>
          </a:p>
          <a:p>
            <a:pPr indent="0" lvl="0" marL="0" rtl="0" algn="l">
              <a:spcBef>
                <a:spcPts val="0"/>
              </a:spcBef>
              <a:spcAft>
                <a:spcPts val="0"/>
              </a:spcAft>
              <a:buNone/>
            </a:pPr>
            <a:r>
              <a:rPr lang="en" sz="1050">
                <a:solidFill>
                  <a:srgbClr val="000000"/>
                </a:solidFill>
              </a:rPr>
              <a:t>You can delete this slide when you’re done editing the presentation.</a:t>
            </a:r>
            <a:endParaRPr sz="1050">
              <a:solidFill>
                <a:srgbClr val="000000"/>
              </a:solidFill>
              <a:latin typeface="Work Sans"/>
              <a:ea typeface="Work Sans"/>
              <a:cs typeface="Work Sans"/>
              <a:sym typeface="Work Sans"/>
            </a:endParaRPr>
          </a:p>
        </p:txBody>
      </p:sp>
      <p:grpSp>
        <p:nvGrpSpPr>
          <p:cNvPr id="1462" name="Google Shape;1462;p40"/>
          <p:cNvGrpSpPr/>
          <p:nvPr/>
        </p:nvGrpSpPr>
        <p:grpSpPr>
          <a:xfrm>
            <a:off x="5575175" y="701800"/>
            <a:ext cx="373125" cy="345125"/>
            <a:chOff x="5575175" y="701800"/>
            <a:chExt cx="373125" cy="345125"/>
          </a:xfrm>
        </p:grpSpPr>
        <p:sp>
          <p:nvSpPr>
            <p:cNvPr id="1463" name="Google Shape;1463;p40"/>
            <p:cNvSpPr/>
            <p:nvPr/>
          </p:nvSpPr>
          <p:spPr>
            <a:xfrm>
              <a:off x="5575175" y="706200"/>
              <a:ext cx="348950" cy="339000"/>
            </a:xfrm>
            <a:custGeom>
              <a:rect b="b" l="l" r="r" t="t"/>
              <a:pathLst>
                <a:path extrusionOk="0" h="13560" w="13958">
                  <a:moveTo>
                    <a:pt x="6643" y="0"/>
                  </a:moveTo>
                  <a:lnTo>
                    <a:pt x="4775" y="4514"/>
                  </a:lnTo>
                  <a:lnTo>
                    <a:pt x="0" y="5533"/>
                  </a:lnTo>
                  <a:lnTo>
                    <a:pt x="3714" y="8705"/>
                  </a:lnTo>
                  <a:lnTo>
                    <a:pt x="3207" y="13560"/>
                  </a:lnTo>
                  <a:lnTo>
                    <a:pt x="3207" y="13560"/>
                  </a:lnTo>
                  <a:lnTo>
                    <a:pt x="7370" y="11008"/>
                  </a:lnTo>
                  <a:lnTo>
                    <a:pt x="11834" y="12991"/>
                  </a:lnTo>
                  <a:lnTo>
                    <a:pt x="10692" y="8242"/>
                  </a:lnTo>
                  <a:lnTo>
                    <a:pt x="13957" y="4611"/>
                  </a:lnTo>
                  <a:lnTo>
                    <a:pt x="9088" y="4228"/>
                  </a:lnTo>
                  <a:lnTo>
                    <a:pt x="664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0"/>
            <p:cNvSpPr/>
            <p:nvPr/>
          </p:nvSpPr>
          <p:spPr>
            <a:xfrm>
              <a:off x="5592825" y="701800"/>
              <a:ext cx="355475" cy="345125"/>
            </a:xfrm>
            <a:custGeom>
              <a:rect b="b" l="l" r="r" t="t"/>
              <a:pathLst>
                <a:path extrusionOk="0" h="13805" w="14219">
                  <a:moveTo>
                    <a:pt x="6786" y="398"/>
                  </a:moveTo>
                  <a:lnTo>
                    <a:pt x="9108" y="4411"/>
                  </a:lnTo>
                  <a:cubicBezTo>
                    <a:pt x="9128" y="4447"/>
                    <a:pt x="9165" y="4469"/>
                    <a:pt x="9203" y="4473"/>
                  </a:cubicBezTo>
                  <a:lnTo>
                    <a:pt x="13825" y="4834"/>
                  </a:lnTo>
                  <a:lnTo>
                    <a:pt x="10728" y="8282"/>
                  </a:lnTo>
                  <a:cubicBezTo>
                    <a:pt x="10699" y="8312"/>
                    <a:pt x="10689" y="8354"/>
                    <a:pt x="10699" y="8392"/>
                  </a:cubicBezTo>
                  <a:lnTo>
                    <a:pt x="11782" y="12900"/>
                  </a:lnTo>
                  <a:lnTo>
                    <a:pt x="7546" y="11018"/>
                  </a:lnTo>
                  <a:cubicBezTo>
                    <a:pt x="7530" y="11011"/>
                    <a:pt x="7513" y="11008"/>
                    <a:pt x="7496" y="11008"/>
                  </a:cubicBezTo>
                  <a:cubicBezTo>
                    <a:pt x="7474" y="11008"/>
                    <a:pt x="7453" y="11013"/>
                    <a:pt x="7434" y="11025"/>
                  </a:cubicBezTo>
                  <a:lnTo>
                    <a:pt x="3481" y="13449"/>
                  </a:lnTo>
                  <a:lnTo>
                    <a:pt x="3481" y="13449"/>
                  </a:lnTo>
                  <a:lnTo>
                    <a:pt x="3962" y="8838"/>
                  </a:lnTo>
                  <a:cubicBezTo>
                    <a:pt x="3965" y="8798"/>
                    <a:pt x="3949" y="8756"/>
                    <a:pt x="3919" y="8732"/>
                  </a:cubicBezTo>
                  <a:lnTo>
                    <a:pt x="393" y="5720"/>
                  </a:lnTo>
                  <a:lnTo>
                    <a:pt x="4924" y="4754"/>
                  </a:lnTo>
                  <a:cubicBezTo>
                    <a:pt x="4964" y="4746"/>
                    <a:pt x="4995" y="4719"/>
                    <a:pt x="5012" y="4681"/>
                  </a:cubicBezTo>
                  <a:lnTo>
                    <a:pt x="6786" y="398"/>
                  </a:lnTo>
                  <a:close/>
                  <a:moveTo>
                    <a:pt x="6777" y="0"/>
                  </a:moveTo>
                  <a:cubicBezTo>
                    <a:pt x="6773" y="0"/>
                    <a:pt x="6769" y="0"/>
                    <a:pt x="6766" y="1"/>
                  </a:cubicBezTo>
                  <a:cubicBezTo>
                    <a:pt x="6720" y="3"/>
                    <a:pt x="6678" y="32"/>
                    <a:pt x="6660" y="75"/>
                  </a:cubicBezTo>
                  <a:lnTo>
                    <a:pt x="4817" y="4527"/>
                  </a:lnTo>
                  <a:lnTo>
                    <a:pt x="104" y="5533"/>
                  </a:lnTo>
                  <a:cubicBezTo>
                    <a:pt x="59" y="5542"/>
                    <a:pt x="22" y="5577"/>
                    <a:pt x="12" y="5623"/>
                  </a:cubicBezTo>
                  <a:cubicBezTo>
                    <a:pt x="0" y="5669"/>
                    <a:pt x="14" y="5716"/>
                    <a:pt x="50" y="5746"/>
                  </a:cubicBezTo>
                  <a:lnTo>
                    <a:pt x="3715" y="8875"/>
                  </a:lnTo>
                  <a:lnTo>
                    <a:pt x="3215" y="13669"/>
                  </a:lnTo>
                  <a:cubicBezTo>
                    <a:pt x="3209" y="13714"/>
                    <a:pt x="3231" y="13760"/>
                    <a:pt x="3271" y="13784"/>
                  </a:cubicBezTo>
                  <a:cubicBezTo>
                    <a:pt x="3291" y="13797"/>
                    <a:pt x="3311" y="13804"/>
                    <a:pt x="3335" y="13804"/>
                  </a:cubicBezTo>
                  <a:cubicBezTo>
                    <a:pt x="3356" y="13804"/>
                    <a:pt x="3378" y="13797"/>
                    <a:pt x="3399" y="13784"/>
                  </a:cubicBezTo>
                  <a:lnTo>
                    <a:pt x="7507" y="11267"/>
                  </a:lnTo>
                  <a:lnTo>
                    <a:pt x="11914" y="13224"/>
                  </a:lnTo>
                  <a:cubicBezTo>
                    <a:pt x="11929" y="13231"/>
                    <a:pt x="11945" y="13234"/>
                    <a:pt x="11961" y="13234"/>
                  </a:cubicBezTo>
                  <a:cubicBezTo>
                    <a:pt x="11989" y="13234"/>
                    <a:pt x="12017" y="13225"/>
                    <a:pt x="12039" y="13206"/>
                  </a:cubicBezTo>
                  <a:cubicBezTo>
                    <a:pt x="12075" y="13177"/>
                    <a:pt x="12092" y="13129"/>
                    <a:pt x="12081" y="13084"/>
                  </a:cubicBezTo>
                  <a:lnTo>
                    <a:pt x="10956" y="8398"/>
                  </a:lnTo>
                  <a:lnTo>
                    <a:pt x="14178" y="4813"/>
                  </a:lnTo>
                  <a:cubicBezTo>
                    <a:pt x="14210" y="4780"/>
                    <a:pt x="14218" y="4730"/>
                    <a:pt x="14201" y="4687"/>
                  </a:cubicBezTo>
                  <a:cubicBezTo>
                    <a:pt x="14183" y="4644"/>
                    <a:pt x="14144" y="4613"/>
                    <a:pt x="14097" y="4610"/>
                  </a:cubicBezTo>
                  <a:lnTo>
                    <a:pt x="9293" y="4233"/>
                  </a:lnTo>
                  <a:lnTo>
                    <a:pt x="6880" y="61"/>
                  </a:lnTo>
                  <a:cubicBezTo>
                    <a:pt x="6859" y="25"/>
                    <a:pt x="6823" y="0"/>
                    <a:pt x="677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 name="Google Shape;1465;p40"/>
          <p:cNvGrpSpPr/>
          <p:nvPr/>
        </p:nvGrpSpPr>
        <p:grpSpPr>
          <a:xfrm>
            <a:off x="7401334" y="782830"/>
            <a:ext cx="944592" cy="707305"/>
            <a:chOff x="7401334" y="782830"/>
            <a:chExt cx="944592" cy="707305"/>
          </a:xfrm>
        </p:grpSpPr>
        <p:sp>
          <p:nvSpPr>
            <p:cNvPr id="1466" name="Google Shape;1466;p40"/>
            <p:cNvSpPr/>
            <p:nvPr/>
          </p:nvSpPr>
          <p:spPr>
            <a:xfrm rot="-4603600">
              <a:off x="7414304" y="814064"/>
              <a:ext cx="218578" cy="195053"/>
            </a:xfrm>
            <a:custGeom>
              <a:rect b="b" l="l" r="r" t="t"/>
              <a:pathLst>
                <a:path extrusionOk="0" h="7802" w="8743">
                  <a:moveTo>
                    <a:pt x="6174" y="0"/>
                  </a:moveTo>
                  <a:cubicBezTo>
                    <a:pt x="6073" y="0"/>
                    <a:pt x="5971" y="22"/>
                    <a:pt x="5874" y="68"/>
                  </a:cubicBezTo>
                  <a:lnTo>
                    <a:pt x="365" y="3812"/>
                  </a:lnTo>
                  <a:lnTo>
                    <a:pt x="0" y="4844"/>
                  </a:lnTo>
                  <a:lnTo>
                    <a:pt x="8378" y="7801"/>
                  </a:lnTo>
                  <a:lnTo>
                    <a:pt x="8742" y="6770"/>
                  </a:lnTo>
                  <a:lnTo>
                    <a:pt x="6805" y="397"/>
                  </a:lnTo>
                  <a:cubicBezTo>
                    <a:pt x="6685" y="147"/>
                    <a:pt x="6434" y="0"/>
                    <a:pt x="6174" y="0"/>
                  </a:cubicBezTo>
                  <a:close/>
                </a:path>
              </a:pathLst>
            </a:custGeom>
            <a:solidFill>
              <a:srgbClr val="F550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0"/>
            <p:cNvSpPr/>
            <p:nvPr/>
          </p:nvSpPr>
          <p:spPr>
            <a:xfrm rot="-4603600">
              <a:off x="7430889" y="834922"/>
              <a:ext cx="218553" cy="161027"/>
            </a:xfrm>
            <a:custGeom>
              <a:rect b="b" l="l" r="r" t="t"/>
              <a:pathLst>
                <a:path extrusionOk="0" h="6441" w="8742">
                  <a:moveTo>
                    <a:pt x="3970" y="1"/>
                  </a:moveTo>
                  <a:lnTo>
                    <a:pt x="363" y="2451"/>
                  </a:lnTo>
                  <a:lnTo>
                    <a:pt x="0" y="3483"/>
                  </a:lnTo>
                  <a:lnTo>
                    <a:pt x="8378" y="6440"/>
                  </a:lnTo>
                  <a:lnTo>
                    <a:pt x="8742" y="5409"/>
                  </a:lnTo>
                  <a:lnTo>
                    <a:pt x="7477" y="1252"/>
                  </a:lnTo>
                  <a:lnTo>
                    <a:pt x="4188" y="92"/>
                  </a:lnTo>
                  <a:cubicBezTo>
                    <a:pt x="4114" y="65"/>
                    <a:pt x="4041" y="32"/>
                    <a:pt x="3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0"/>
            <p:cNvSpPr/>
            <p:nvPr/>
          </p:nvSpPr>
          <p:spPr>
            <a:xfrm rot="-4603600">
              <a:off x="7424370" y="831129"/>
              <a:ext cx="87726" cy="65351"/>
            </a:xfrm>
            <a:custGeom>
              <a:rect b="b" l="l" r="r" t="t"/>
              <a:pathLst>
                <a:path extrusionOk="0" h="2614" w="3509">
                  <a:moveTo>
                    <a:pt x="2205" y="0"/>
                  </a:moveTo>
                  <a:cubicBezTo>
                    <a:pt x="2104" y="0"/>
                    <a:pt x="2002" y="22"/>
                    <a:pt x="1905" y="68"/>
                  </a:cubicBezTo>
                  <a:lnTo>
                    <a:pt x="1" y="1362"/>
                  </a:lnTo>
                  <a:cubicBezTo>
                    <a:pt x="75" y="1393"/>
                    <a:pt x="146" y="1426"/>
                    <a:pt x="221" y="1453"/>
                  </a:cubicBezTo>
                  <a:lnTo>
                    <a:pt x="3509" y="2613"/>
                  </a:lnTo>
                  <a:lnTo>
                    <a:pt x="2836" y="397"/>
                  </a:lnTo>
                  <a:cubicBezTo>
                    <a:pt x="2716" y="147"/>
                    <a:pt x="2465" y="0"/>
                    <a:pt x="2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0"/>
            <p:cNvSpPr/>
            <p:nvPr/>
          </p:nvSpPr>
          <p:spPr>
            <a:xfrm rot="-4603600">
              <a:off x="8082409" y="1221250"/>
              <a:ext cx="251729" cy="223478"/>
            </a:xfrm>
            <a:custGeom>
              <a:rect b="b" l="l" r="r" t="t"/>
              <a:pathLst>
                <a:path extrusionOk="0" h="8939" w="10069">
                  <a:moveTo>
                    <a:pt x="5034" y="1"/>
                  </a:moveTo>
                  <a:cubicBezTo>
                    <a:pt x="3193" y="1"/>
                    <a:pt x="1470" y="1148"/>
                    <a:pt x="823" y="2983"/>
                  </a:cubicBezTo>
                  <a:cubicBezTo>
                    <a:pt x="1" y="5309"/>
                    <a:pt x="1220" y="7861"/>
                    <a:pt x="3547" y="8683"/>
                  </a:cubicBezTo>
                  <a:cubicBezTo>
                    <a:pt x="4039" y="8856"/>
                    <a:pt x="4541" y="8939"/>
                    <a:pt x="5035" y="8939"/>
                  </a:cubicBezTo>
                  <a:cubicBezTo>
                    <a:pt x="6876" y="8939"/>
                    <a:pt x="8599" y="7792"/>
                    <a:pt x="9247" y="5956"/>
                  </a:cubicBezTo>
                  <a:cubicBezTo>
                    <a:pt x="10068" y="3629"/>
                    <a:pt x="8848" y="1078"/>
                    <a:pt x="6521" y="257"/>
                  </a:cubicBezTo>
                  <a:cubicBezTo>
                    <a:pt x="6029" y="83"/>
                    <a:pt x="5527" y="1"/>
                    <a:pt x="5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0"/>
            <p:cNvSpPr/>
            <p:nvPr/>
          </p:nvSpPr>
          <p:spPr>
            <a:xfrm rot="-4603600">
              <a:off x="8199171" y="1358424"/>
              <a:ext cx="81826" cy="71301"/>
            </a:xfrm>
            <a:custGeom>
              <a:rect b="b" l="l" r="r" t="t"/>
              <a:pathLst>
                <a:path extrusionOk="0" h="2852" w="3273">
                  <a:moveTo>
                    <a:pt x="777" y="0"/>
                  </a:moveTo>
                  <a:cubicBezTo>
                    <a:pt x="703" y="0"/>
                    <a:pt x="621" y="39"/>
                    <a:pt x="522" y="129"/>
                  </a:cubicBezTo>
                  <a:cubicBezTo>
                    <a:pt x="1" y="605"/>
                    <a:pt x="78" y="1536"/>
                    <a:pt x="694" y="2214"/>
                  </a:cubicBezTo>
                  <a:cubicBezTo>
                    <a:pt x="1071" y="2629"/>
                    <a:pt x="1564" y="2851"/>
                    <a:pt x="2009" y="2851"/>
                  </a:cubicBezTo>
                  <a:cubicBezTo>
                    <a:pt x="2289" y="2851"/>
                    <a:pt x="2550" y="2763"/>
                    <a:pt x="2751" y="2581"/>
                  </a:cubicBezTo>
                  <a:cubicBezTo>
                    <a:pt x="3273" y="2105"/>
                    <a:pt x="2351" y="1942"/>
                    <a:pt x="1735" y="1266"/>
                  </a:cubicBezTo>
                  <a:cubicBezTo>
                    <a:pt x="1236" y="717"/>
                    <a:pt x="1091" y="0"/>
                    <a:pt x="777"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0"/>
            <p:cNvSpPr/>
            <p:nvPr/>
          </p:nvSpPr>
          <p:spPr>
            <a:xfrm rot="-4603600">
              <a:off x="8270821" y="1345688"/>
              <a:ext cx="15000" cy="13325"/>
            </a:xfrm>
            <a:custGeom>
              <a:rect b="b" l="l" r="r" t="t"/>
              <a:pathLst>
                <a:path extrusionOk="0" h="533" w="600">
                  <a:moveTo>
                    <a:pt x="298" y="1"/>
                  </a:moveTo>
                  <a:cubicBezTo>
                    <a:pt x="188" y="1"/>
                    <a:pt x="86" y="68"/>
                    <a:pt x="49" y="177"/>
                  </a:cubicBezTo>
                  <a:cubicBezTo>
                    <a:pt x="1" y="316"/>
                    <a:pt x="73" y="469"/>
                    <a:pt x="211" y="517"/>
                  </a:cubicBezTo>
                  <a:cubicBezTo>
                    <a:pt x="240" y="528"/>
                    <a:pt x="271" y="533"/>
                    <a:pt x="300" y="533"/>
                  </a:cubicBezTo>
                  <a:cubicBezTo>
                    <a:pt x="410" y="533"/>
                    <a:pt x="512" y="465"/>
                    <a:pt x="551" y="354"/>
                  </a:cubicBezTo>
                  <a:cubicBezTo>
                    <a:pt x="599" y="216"/>
                    <a:pt x="528" y="63"/>
                    <a:pt x="388" y="16"/>
                  </a:cubicBezTo>
                  <a:cubicBezTo>
                    <a:pt x="358" y="5"/>
                    <a:pt x="328" y="1"/>
                    <a:pt x="298"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0"/>
            <p:cNvSpPr/>
            <p:nvPr/>
          </p:nvSpPr>
          <p:spPr>
            <a:xfrm rot="-4603600">
              <a:off x="7657170" y="739109"/>
              <a:ext cx="468407" cy="780961"/>
            </a:xfrm>
            <a:custGeom>
              <a:rect b="b" l="l" r="r" t="t"/>
              <a:pathLst>
                <a:path extrusionOk="0" h="31238" w="18736">
                  <a:moveTo>
                    <a:pt x="9931" y="0"/>
                  </a:moveTo>
                  <a:lnTo>
                    <a:pt x="0" y="28129"/>
                  </a:lnTo>
                  <a:lnTo>
                    <a:pt x="8805" y="31237"/>
                  </a:lnTo>
                  <a:lnTo>
                    <a:pt x="18735" y="3108"/>
                  </a:lnTo>
                  <a:lnTo>
                    <a:pt x="993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0"/>
            <p:cNvSpPr/>
            <p:nvPr/>
          </p:nvSpPr>
          <p:spPr>
            <a:xfrm rot="-4603600">
              <a:off x="7736970" y="767260"/>
              <a:ext cx="308804" cy="724661"/>
            </a:xfrm>
            <a:custGeom>
              <a:rect b="b" l="l" r="r" t="t"/>
              <a:pathLst>
                <a:path extrusionOk="0" h="28986" w="12352">
                  <a:moveTo>
                    <a:pt x="9931" y="0"/>
                  </a:moveTo>
                  <a:lnTo>
                    <a:pt x="0" y="28131"/>
                  </a:lnTo>
                  <a:lnTo>
                    <a:pt x="2421" y="28985"/>
                  </a:lnTo>
                  <a:lnTo>
                    <a:pt x="12351" y="855"/>
                  </a:lnTo>
                  <a:lnTo>
                    <a:pt x="993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0"/>
            <p:cNvSpPr/>
            <p:nvPr/>
          </p:nvSpPr>
          <p:spPr>
            <a:xfrm rot="-4603600">
              <a:off x="7406306" y="835118"/>
              <a:ext cx="226878" cy="168802"/>
            </a:xfrm>
            <a:custGeom>
              <a:rect b="b" l="l" r="r" t="t"/>
              <a:pathLst>
                <a:path extrusionOk="0" h="6752" w="9075">
                  <a:moveTo>
                    <a:pt x="4158" y="333"/>
                  </a:moveTo>
                  <a:cubicBezTo>
                    <a:pt x="4208" y="355"/>
                    <a:pt x="4258" y="376"/>
                    <a:pt x="4311" y="393"/>
                  </a:cubicBezTo>
                  <a:lnTo>
                    <a:pt x="7526" y="1528"/>
                  </a:lnTo>
                  <a:lnTo>
                    <a:pt x="8752" y="5560"/>
                  </a:lnTo>
                  <a:lnTo>
                    <a:pt x="8458" y="6399"/>
                  </a:lnTo>
                  <a:lnTo>
                    <a:pt x="372" y="3544"/>
                  </a:lnTo>
                  <a:lnTo>
                    <a:pt x="668" y="2707"/>
                  </a:lnTo>
                  <a:lnTo>
                    <a:pt x="4158" y="333"/>
                  </a:lnTo>
                  <a:close/>
                  <a:moveTo>
                    <a:pt x="4145" y="0"/>
                  </a:moveTo>
                  <a:cubicBezTo>
                    <a:pt x="4115" y="0"/>
                    <a:pt x="4084" y="9"/>
                    <a:pt x="4058" y="28"/>
                  </a:cubicBezTo>
                  <a:lnTo>
                    <a:pt x="453" y="2478"/>
                  </a:lnTo>
                  <a:cubicBezTo>
                    <a:pt x="426" y="2497"/>
                    <a:pt x="405" y="2524"/>
                    <a:pt x="393" y="2554"/>
                  </a:cubicBezTo>
                  <a:lnTo>
                    <a:pt x="29" y="3587"/>
                  </a:lnTo>
                  <a:cubicBezTo>
                    <a:pt x="0" y="3667"/>
                    <a:pt x="43" y="3757"/>
                    <a:pt x="125" y="3786"/>
                  </a:cubicBezTo>
                  <a:lnTo>
                    <a:pt x="8500" y="6743"/>
                  </a:lnTo>
                  <a:cubicBezTo>
                    <a:pt x="8519" y="6749"/>
                    <a:pt x="8535" y="6752"/>
                    <a:pt x="8552" y="6752"/>
                  </a:cubicBezTo>
                  <a:cubicBezTo>
                    <a:pt x="8573" y="6752"/>
                    <a:pt x="8598" y="6746"/>
                    <a:pt x="8622" y="6733"/>
                  </a:cubicBezTo>
                  <a:cubicBezTo>
                    <a:pt x="8658" y="6716"/>
                    <a:pt x="8686" y="6686"/>
                    <a:pt x="8700" y="6646"/>
                  </a:cubicBezTo>
                  <a:lnTo>
                    <a:pt x="9065" y="5614"/>
                  </a:lnTo>
                  <a:cubicBezTo>
                    <a:pt x="9075" y="5583"/>
                    <a:pt x="9075" y="5550"/>
                    <a:pt x="9066" y="5517"/>
                  </a:cubicBezTo>
                  <a:lnTo>
                    <a:pt x="7802" y="1361"/>
                  </a:lnTo>
                  <a:cubicBezTo>
                    <a:pt x="7787" y="1314"/>
                    <a:pt x="7752" y="1275"/>
                    <a:pt x="7706" y="1259"/>
                  </a:cubicBezTo>
                  <a:lnTo>
                    <a:pt x="4417" y="99"/>
                  </a:lnTo>
                  <a:cubicBezTo>
                    <a:pt x="4344" y="73"/>
                    <a:pt x="4277" y="43"/>
                    <a:pt x="4208" y="13"/>
                  </a:cubicBezTo>
                  <a:cubicBezTo>
                    <a:pt x="4188" y="5"/>
                    <a:pt x="4167" y="0"/>
                    <a:pt x="414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0"/>
            <p:cNvSpPr/>
            <p:nvPr/>
          </p:nvSpPr>
          <p:spPr>
            <a:xfrm rot="-4603600">
              <a:off x="7399966" y="830951"/>
              <a:ext cx="95901" cy="73101"/>
            </a:xfrm>
            <a:custGeom>
              <a:rect b="b" l="l" r="r" t="t"/>
              <a:pathLst>
                <a:path extrusionOk="0" h="2924" w="3836">
                  <a:moveTo>
                    <a:pt x="2363" y="310"/>
                  </a:moveTo>
                  <a:cubicBezTo>
                    <a:pt x="2424" y="310"/>
                    <a:pt x="2486" y="320"/>
                    <a:pt x="2545" y="340"/>
                  </a:cubicBezTo>
                  <a:cubicBezTo>
                    <a:pt x="2681" y="389"/>
                    <a:pt x="2792" y="488"/>
                    <a:pt x="2845" y="596"/>
                  </a:cubicBezTo>
                  <a:lnTo>
                    <a:pt x="3430" y="2518"/>
                  </a:lnTo>
                  <a:lnTo>
                    <a:pt x="3430" y="2518"/>
                  </a:lnTo>
                  <a:lnTo>
                    <a:pt x="488" y="1481"/>
                  </a:lnTo>
                  <a:lnTo>
                    <a:pt x="2131" y="362"/>
                  </a:lnTo>
                  <a:cubicBezTo>
                    <a:pt x="2205" y="327"/>
                    <a:pt x="2284" y="310"/>
                    <a:pt x="2363" y="310"/>
                  </a:cubicBezTo>
                  <a:close/>
                  <a:moveTo>
                    <a:pt x="2373" y="1"/>
                  </a:moveTo>
                  <a:cubicBezTo>
                    <a:pt x="2242" y="1"/>
                    <a:pt x="2108" y="31"/>
                    <a:pt x="1978" y="95"/>
                  </a:cubicBezTo>
                  <a:lnTo>
                    <a:pt x="73" y="1388"/>
                  </a:lnTo>
                  <a:cubicBezTo>
                    <a:pt x="28" y="1419"/>
                    <a:pt x="0" y="1475"/>
                    <a:pt x="6" y="1531"/>
                  </a:cubicBezTo>
                  <a:cubicBezTo>
                    <a:pt x="12" y="1588"/>
                    <a:pt x="45" y="1635"/>
                    <a:pt x="98" y="1659"/>
                  </a:cubicBezTo>
                  <a:cubicBezTo>
                    <a:pt x="172" y="1693"/>
                    <a:pt x="249" y="1725"/>
                    <a:pt x="328" y="1753"/>
                  </a:cubicBezTo>
                  <a:lnTo>
                    <a:pt x="3615" y="2915"/>
                  </a:lnTo>
                  <a:cubicBezTo>
                    <a:pt x="3634" y="2919"/>
                    <a:pt x="3650" y="2924"/>
                    <a:pt x="3667" y="2924"/>
                  </a:cubicBezTo>
                  <a:cubicBezTo>
                    <a:pt x="3707" y="2924"/>
                    <a:pt x="3744" y="2908"/>
                    <a:pt x="3777" y="2879"/>
                  </a:cubicBezTo>
                  <a:cubicBezTo>
                    <a:pt x="3820" y="2839"/>
                    <a:pt x="3835" y="2777"/>
                    <a:pt x="3817" y="2722"/>
                  </a:cubicBezTo>
                  <a:lnTo>
                    <a:pt x="3135" y="483"/>
                  </a:lnTo>
                  <a:cubicBezTo>
                    <a:pt x="3037" y="278"/>
                    <a:pt x="2865" y="125"/>
                    <a:pt x="2649" y="47"/>
                  </a:cubicBezTo>
                  <a:cubicBezTo>
                    <a:pt x="2560" y="16"/>
                    <a:pt x="2467" y="1"/>
                    <a:pt x="2373"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0"/>
            <p:cNvSpPr/>
            <p:nvPr/>
          </p:nvSpPr>
          <p:spPr>
            <a:xfrm rot="-4603600">
              <a:off x="8101936" y="1277059"/>
              <a:ext cx="239878" cy="156702"/>
            </a:xfrm>
            <a:custGeom>
              <a:rect b="b" l="l" r="r" t="t"/>
              <a:pathLst>
                <a:path extrusionOk="0" h="6268" w="9595">
                  <a:moveTo>
                    <a:pt x="996" y="0"/>
                  </a:moveTo>
                  <a:cubicBezTo>
                    <a:pt x="932" y="0"/>
                    <a:pt x="872" y="40"/>
                    <a:pt x="849" y="103"/>
                  </a:cubicBezTo>
                  <a:cubicBezTo>
                    <a:pt x="0" y="2507"/>
                    <a:pt x="1265" y="5153"/>
                    <a:pt x="3670" y="6000"/>
                  </a:cubicBezTo>
                  <a:cubicBezTo>
                    <a:pt x="4173" y="6179"/>
                    <a:pt x="4694" y="6267"/>
                    <a:pt x="5213" y="6267"/>
                  </a:cubicBezTo>
                  <a:cubicBezTo>
                    <a:pt x="5893" y="6267"/>
                    <a:pt x="6570" y="6114"/>
                    <a:pt x="7202" y="5813"/>
                  </a:cubicBezTo>
                  <a:cubicBezTo>
                    <a:pt x="8316" y="5281"/>
                    <a:pt x="9156" y="4347"/>
                    <a:pt x="9566" y="3182"/>
                  </a:cubicBezTo>
                  <a:cubicBezTo>
                    <a:pt x="9595" y="3102"/>
                    <a:pt x="9552" y="3012"/>
                    <a:pt x="9472" y="2984"/>
                  </a:cubicBezTo>
                  <a:cubicBezTo>
                    <a:pt x="9455" y="2978"/>
                    <a:pt x="9438" y="2975"/>
                    <a:pt x="9421" y="2975"/>
                  </a:cubicBezTo>
                  <a:cubicBezTo>
                    <a:pt x="9357" y="2975"/>
                    <a:pt x="9296" y="3015"/>
                    <a:pt x="9274" y="3078"/>
                  </a:cubicBezTo>
                  <a:cubicBezTo>
                    <a:pt x="8889" y="4164"/>
                    <a:pt x="8108" y="5036"/>
                    <a:pt x="7067" y="5533"/>
                  </a:cubicBezTo>
                  <a:cubicBezTo>
                    <a:pt x="6479" y="5814"/>
                    <a:pt x="5847" y="5956"/>
                    <a:pt x="5212" y="5956"/>
                  </a:cubicBezTo>
                  <a:cubicBezTo>
                    <a:pt x="4728" y="5956"/>
                    <a:pt x="4242" y="5874"/>
                    <a:pt x="3773" y="5707"/>
                  </a:cubicBezTo>
                  <a:cubicBezTo>
                    <a:pt x="1529" y="4917"/>
                    <a:pt x="350" y="2448"/>
                    <a:pt x="1142" y="206"/>
                  </a:cubicBezTo>
                  <a:cubicBezTo>
                    <a:pt x="1171" y="126"/>
                    <a:pt x="1128" y="38"/>
                    <a:pt x="1048" y="9"/>
                  </a:cubicBezTo>
                  <a:cubicBezTo>
                    <a:pt x="1031" y="3"/>
                    <a:pt x="1013" y="0"/>
                    <a:pt x="99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0"/>
            <p:cNvSpPr/>
            <p:nvPr/>
          </p:nvSpPr>
          <p:spPr>
            <a:xfrm rot="-4603600">
              <a:off x="7632608" y="739091"/>
              <a:ext cx="476732" cy="788661"/>
            </a:xfrm>
            <a:custGeom>
              <a:rect b="b" l="l" r="r" t="t"/>
              <a:pathLst>
                <a:path extrusionOk="0" h="31546" w="19069">
                  <a:moveTo>
                    <a:pt x="10199" y="354"/>
                  </a:moveTo>
                  <a:lnTo>
                    <a:pt x="18711" y="3359"/>
                  </a:lnTo>
                  <a:lnTo>
                    <a:pt x="8883" y="31194"/>
                  </a:lnTo>
                  <a:lnTo>
                    <a:pt x="373" y="28191"/>
                  </a:lnTo>
                  <a:lnTo>
                    <a:pt x="10199" y="354"/>
                  </a:lnTo>
                  <a:close/>
                  <a:moveTo>
                    <a:pt x="10105" y="0"/>
                  </a:moveTo>
                  <a:cubicBezTo>
                    <a:pt x="10082" y="0"/>
                    <a:pt x="10059" y="5"/>
                    <a:pt x="10038" y="16"/>
                  </a:cubicBezTo>
                  <a:cubicBezTo>
                    <a:pt x="10002" y="33"/>
                    <a:pt x="9974" y="64"/>
                    <a:pt x="9959" y="103"/>
                  </a:cubicBezTo>
                  <a:lnTo>
                    <a:pt x="29" y="28231"/>
                  </a:lnTo>
                  <a:cubicBezTo>
                    <a:pt x="0" y="28312"/>
                    <a:pt x="43" y="28401"/>
                    <a:pt x="123" y="28429"/>
                  </a:cubicBezTo>
                  <a:lnTo>
                    <a:pt x="8926" y="31537"/>
                  </a:lnTo>
                  <a:cubicBezTo>
                    <a:pt x="8945" y="31543"/>
                    <a:pt x="8961" y="31546"/>
                    <a:pt x="8978" y="31546"/>
                  </a:cubicBezTo>
                  <a:cubicBezTo>
                    <a:pt x="9041" y="31546"/>
                    <a:pt x="9102" y="31507"/>
                    <a:pt x="9125" y="31441"/>
                  </a:cubicBezTo>
                  <a:lnTo>
                    <a:pt x="19055" y="3312"/>
                  </a:lnTo>
                  <a:cubicBezTo>
                    <a:pt x="19068" y="3275"/>
                    <a:pt x="19065" y="3232"/>
                    <a:pt x="19048" y="3195"/>
                  </a:cubicBezTo>
                  <a:cubicBezTo>
                    <a:pt x="19030" y="3159"/>
                    <a:pt x="19000" y="3131"/>
                    <a:pt x="18961" y="3116"/>
                  </a:cubicBezTo>
                  <a:lnTo>
                    <a:pt x="10157" y="9"/>
                  </a:lnTo>
                  <a:cubicBezTo>
                    <a:pt x="10140" y="3"/>
                    <a:pt x="10122" y="0"/>
                    <a:pt x="1010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0"/>
            <p:cNvSpPr/>
            <p:nvPr/>
          </p:nvSpPr>
          <p:spPr>
            <a:xfrm rot="-4603600">
              <a:off x="7712705" y="767062"/>
              <a:ext cx="316755" cy="732336"/>
            </a:xfrm>
            <a:custGeom>
              <a:rect b="b" l="l" r="r" t="t"/>
              <a:pathLst>
                <a:path extrusionOk="0" h="29293" w="12670">
                  <a:moveTo>
                    <a:pt x="10182" y="350"/>
                  </a:moveTo>
                  <a:lnTo>
                    <a:pt x="12311" y="1102"/>
                  </a:lnTo>
                  <a:lnTo>
                    <a:pt x="2483" y="28937"/>
                  </a:lnTo>
                  <a:lnTo>
                    <a:pt x="354" y="28186"/>
                  </a:lnTo>
                  <a:lnTo>
                    <a:pt x="10182" y="350"/>
                  </a:lnTo>
                  <a:close/>
                  <a:moveTo>
                    <a:pt x="10088" y="0"/>
                  </a:moveTo>
                  <a:cubicBezTo>
                    <a:pt x="10065" y="0"/>
                    <a:pt x="10042" y="5"/>
                    <a:pt x="10020" y="16"/>
                  </a:cubicBezTo>
                  <a:cubicBezTo>
                    <a:pt x="9985" y="33"/>
                    <a:pt x="9956" y="64"/>
                    <a:pt x="9942" y="103"/>
                  </a:cubicBezTo>
                  <a:lnTo>
                    <a:pt x="12" y="28231"/>
                  </a:lnTo>
                  <a:cubicBezTo>
                    <a:pt x="0" y="28271"/>
                    <a:pt x="2" y="28314"/>
                    <a:pt x="19" y="28351"/>
                  </a:cubicBezTo>
                  <a:cubicBezTo>
                    <a:pt x="37" y="28386"/>
                    <a:pt x="67" y="28415"/>
                    <a:pt x="107" y="28429"/>
                  </a:cubicBezTo>
                  <a:lnTo>
                    <a:pt x="2526" y="29284"/>
                  </a:lnTo>
                  <a:cubicBezTo>
                    <a:pt x="2545" y="29288"/>
                    <a:pt x="2561" y="29292"/>
                    <a:pt x="2579" y="29292"/>
                  </a:cubicBezTo>
                  <a:cubicBezTo>
                    <a:pt x="2643" y="29292"/>
                    <a:pt x="2702" y="29251"/>
                    <a:pt x="2726" y="29188"/>
                  </a:cubicBezTo>
                  <a:lnTo>
                    <a:pt x="12657" y="1060"/>
                  </a:lnTo>
                  <a:cubicBezTo>
                    <a:pt x="12670" y="1023"/>
                    <a:pt x="12668" y="980"/>
                    <a:pt x="12650" y="943"/>
                  </a:cubicBezTo>
                  <a:cubicBezTo>
                    <a:pt x="12632" y="907"/>
                    <a:pt x="12602" y="879"/>
                    <a:pt x="12562" y="864"/>
                  </a:cubicBezTo>
                  <a:lnTo>
                    <a:pt x="10141" y="8"/>
                  </a:lnTo>
                  <a:cubicBezTo>
                    <a:pt x="10123" y="3"/>
                    <a:pt x="10105" y="0"/>
                    <a:pt x="1008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 name="Google Shape;1479;p40"/>
          <p:cNvGrpSpPr/>
          <p:nvPr/>
        </p:nvGrpSpPr>
        <p:grpSpPr>
          <a:xfrm>
            <a:off x="6200700" y="617350"/>
            <a:ext cx="723550" cy="463100"/>
            <a:chOff x="6200700" y="617350"/>
            <a:chExt cx="723550" cy="463100"/>
          </a:xfrm>
        </p:grpSpPr>
        <p:sp>
          <p:nvSpPr>
            <p:cNvPr id="1480" name="Google Shape;1480;p40"/>
            <p:cNvSpPr/>
            <p:nvPr/>
          </p:nvSpPr>
          <p:spPr>
            <a:xfrm>
              <a:off x="6241175" y="650075"/>
              <a:ext cx="77675" cy="105275"/>
            </a:xfrm>
            <a:custGeom>
              <a:rect b="b" l="l" r="r" t="t"/>
              <a:pathLst>
                <a:path extrusionOk="0" h="4211" w="3107">
                  <a:moveTo>
                    <a:pt x="2161" y="0"/>
                  </a:moveTo>
                  <a:cubicBezTo>
                    <a:pt x="1381" y="0"/>
                    <a:pt x="0" y="467"/>
                    <a:pt x="564" y="1524"/>
                  </a:cubicBezTo>
                  <a:cubicBezTo>
                    <a:pt x="746" y="1866"/>
                    <a:pt x="1118" y="2028"/>
                    <a:pt x="1452" y="2188"/>
                  </a:cubicBezTo>
                  <a:cubicBezTo>
                    <a:pt x="1646" y="2281"/>
                    <a:pt x="2022" y="2390"/>
                    <a:pt x="2136" y="2577"/>
                  </a:cubicBezTo>
                  <a:cubicBezTo>
                    <a:pt x="2444" y="3083"/>
                    <a:pt x="2119" y="3512"/>
                    <a:pt x="1662" y="3724"/>
                  </a:cubicBezTo>
                  <a:cubicBezTo>
                    <a:pt x="1485" y="3807"/>
                    <a:pt x="1219" y="3818"/>
                    <a:pt x="980" y="3818"/>
                  </a:cubicBezTo>
                  <a:cubicBezTo>
                    <a:pt x="892" y="3818"/>
                    <a:pt x="807" y="3817"/>
                    <a:pt x="732" y="3817"/>
                  </a:cubicBezTo>
                  <a:cubicBezTo>
                    <a:pt x="724" y="3817"/>
                    <a:pt x="715" y="3817"/>
                    <a:pt x="707" y="3817"/>
                  </a:cubicBezTo>
                  <a:cubicBezTo>
                    <a:pt x="453" y="3820"/>
                    <a:pt x="453" y="4211"/>
                    <a:pt x="705" y="4211"/>
                  </a:cubicBezTo>
                  <a:cubicBezTo>
                    <a:pt x="706" y="4211"/>
                    <a:pt x="706" y="4211"/>
                    <a:pt x="707" y="4211"/>
                  </a:cubicBezTo>
                  <a:cubicBezTo>
                    <a:pt x="1513" y="4206"/>
                    <a:pt x="3107" y="3874"/>
                    <a:pt x="2663" y="2675"/>
                  </a:cubicBezTo>
                  <a:cubicBezTo>
                    <a:pt x="2540" y="2338"/>
                    <a:pt x="2242" y="2142"/>
                    <a:pt x="1936" y="1983"/>
                  </a:cubicBezTo>
                  <a:cubicBezTo>
                    <a:pt x="1727" y="1874"/>
                    <a:pt x="1499" y="1797"/>
                    <a:pt x="1297" y="1675"/>
                  </a:cubicBezTo>
                  <a:cubicBezTo>
                    <a:pt x="1196" y="1615"/>
                    <a:pt x="1061" y="1547"/>
                    <a:pt x="989" y="1452"/>
                  </a:cubicBezTo>
                  <a:cubicBezTo>
                    <a:pt x="968" y="766"/>
                    <a:pt x="1199" y="423"/>
                    <a:pt x="1683" y="423"/>
                  </a:cubicBezTo>
                  <a:cubicBezTo>
                    <a:pt x="1685" y="423"/>
                    <a:pt x="1687" y="423"/>
                    <a:pt x="1689" y="423"/>
                  </a:cubicBezTo>
                  <a:cubicBezTo>
                    <a:pt x="1802" y="399"/>
                    <a:pt x="1917" y="388"/>
                    <a:pt x="2033" y="388"/>
                  </a:cubicBezTo>
                  <a:cubicBezTo>
                    <a:pt x="2087" y="388"/>
                    <a:pt x="2142" y="391"/>
                    <a:pt x="2196" y="396"/>
                  </a:cubicBezTo>
                  <a:cubicBezTo>
                    <a:pt x="2197" y="396"/>
                    <a:pt x="2198" y="396"/>
                    <a:pt x="2199" y="396"/>
                  </a:cubicBezTo>
                  <a:cubicBezTo>
                    <a:pt x="2450" y="396"/>
                    <a:pt x="2449" y="5"/>
                    <a:pt x="2196" y="1"/>
                  </a:cubicBezTo>
                  <a:cubicBezTo>
                    <a:pt x="2185" y="0"/>
                    <a:pt x="2173" y="0"/>
                    <a:pt x="216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0"/>
            <p:cNvSpPr/>
            <p:nvPr/>
          </p:nvSpPr>
          <p:spPr>
            <a:xfrm>
              <a:off x="6332600" y="650275"/>
              <a:ext cx="9875" cy="100775"/>
            </a:xfrm>
            <a:custGeom>
              <a:rect b="b" l="l" r="r" t="t"/>
              <a:pathLst>
                <a:path extrusionOk="0" h="4031" w="395">
                  <a:moveTo>
                    <a:pt x="198" y="0"/>
                  </a:moveTo>
                  <a:cubicBezTo>
                    <a:pt x="99" y="0"/>
                    <a:pt x="1" y="64"/>
                    <a:pt x="1" y="192"/>
                  </a:cubicBezTo>
                  <a:lnTo>
                    <a:pt x="1" y="3839"/>
                  </a:lnTo>
                  <a:cubicBezTo>
                    <a:pt x="1" y="3966"/>
                    <a:pt x="99" y="4030"/>
                    <a:pt x="198" y="4030"/>
                  </a:cubicBezTo>
                  <a:cubicBezTo>
                    <a:pt x="296" y="4030"/>
                    <a:pt x="394" y="3966"/>
                    <a:pt x="394" y="3839"/>
                  </a:cubicBezTo>
                  <a:lnTo>
                    <a:pt x="394" y="192"/>
                  </a:lnTo>
                  <a:cubicBezTo>
                    <a:pt x="394" y="64"/>
                    <a:pt x="296" y="0"/>
                    <a:pt x="19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0"/>
            <p:cNvSpPr/>
            <p:nvPr/>
          </p:nvSpPr>
          <p:spPr>
            <a:xfrm>
              <a:off x="6365750" y="650275"/>
              <a:ext cx="9875" cy="109050"/>
            </a:xfrm>
            <a:custGeom>
              <a:rect b="b" l="l" r="r" t="t"/>
              <a:pathLst>
                <a:path extrusionOk="0" h="4362" w="395">
                  <a:moveTo>
                    <a:pt x="197" y="0"/>
                  </a:moveTo>
                  <a:cubicBezTo>
                    <a:pt x="99" y="0"/>
                    <a:pt x="0" y="64"/>
                    <a:pt x="0" y="192"/>
                  </a:cubicBezTo>
                  <a:lnTo>
                    <a:pt x="0" y="4171"/>
                  </a:lnTo>
                  <a:cubicBezTo>
                    <a:pt x="0" y="4298"/>
                    <a:pt x="99" y="4361"/>
                    <a:pt x="197" y="4361"/>
                  </a:cubicBezTo>
                  <a:cubicBezTo>
                    <a:pt x="296" y="4361"/>
                    <a:pt x="394" y="4298"/>
                    <a:pt x="394" y="4171"/>
                  </a:cubicBezTo>
                  <a:lnTo>
                    <a:pt x="394" y="192"/>
                  </a:lnTo>
                  <a:cubicBezTo>
                    <a:pt x="394" y="64"/>
                    <a:pt x="296" y="0"/>
                    <a:pt x="1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0"/>
            <p:cNvSpPr/>
            <p:nvPr/>
          </p:nvSpPr>
          <p:spPr>
            <a:xfrm>
              <a:off x="6367025" y="646125"/>
              <a:ext cx="58975" cy="106625"/>
            </a:xfrm>
            <a:custGeom>
              <a:rect b="b" l="l" r="r" t="t"/>
              <a:pathLst>
                <a:path extrusionOk="0" h="4265" w="2359">
                  <a:moveTo>
                    <a:pt x="2122" y="1"/>
                  </a:moveTo>
                  <a:cubicBezTo>
                    <a:pt x="2023" y="1"/>
                    <a:pt x="1927" y="64"/>
                    <a:pt x="1931" y="190"/>
                  </a:cubicBezTo>
                  <a:cubicBezTo>
                    <a:pt x="1960" y="1294"/>
                    <a:pt x="1952" y="2397"/>
                    <a:pt x="1907" y="3500"/>
                  </a:cubicBezTo>
                  <a:lnTo>
                    <a:pt x="1907" y="3500"/>
                  </a:lnTo>
                  <a:cubicBezTo>
                    <a:pt x="1264" y="2557"/>
                    <a:pt x="771" y="1543"/>
                    <a:pt x="426" y="443"/>
                  </a:cubicBezTo>
                  <a:cubicBezTo>
                    <a:pt x="396" y="348"/>
                    <a:pt x="318" y="307"/>
                    <a:pt x="240" y="307"/>
                  </a:cubicBezTo>
                  <a:cubicBezTo>
                    <a:pt x="120" y="307"/>
                    <a:pt x="0" y="403"/>
                    <a:pt x="47" y="548"/>
                  </a:cubicBezTo>
                  <a:cubicBezTo>
                    <a:pt x="459" y="1863"/>
                    <a:pt x="1077" y="3072"/>
                    <a:pt x="1908" y="4174"/>
                  </a:cubicBezTo>
                  <a:cubicBezTo>
                    <a:pt x="1954" y="4235"/>
                    <a:pt x="2020" y="4264"/>
                    <a:pt x="2083" y="4264"/>
                  </a:cubicBezTo>
                  <a:cubicBezTo>
                    <a:pt x="2178" y="4264"/>
                    <a:pt x="2267" y="4198"/>
                    <a:pt x="2274" y="4074"/>
                  </a:cubicBezTo>
                  <a:cubicBezTo>
                    <a:pt x="2341" y="2780"/>
                    <a:pt x="2359" y="1486"/>
                    <a:pt x="2324" y="190"/>
                  </a:cubicBezTo>
                  <a:cubicBezTo>
                    <a:pt x="2321" y="64"/>
                    <a:pt x="2220" y="1"/>
                    <a:pt x="212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0"/>
            <p:cNvSpPr/>
            <p:nvPr/>
          </p:nvSpPr>
          <p:spPr>
            <a:xfrm>
              <a:off x="6457525" y="617350"/>
              <a:ext cx="43850" cy="55625"/>
            </a:xfrm>
            <a:custGeom>
              <a:rect b="b" l="l" r="r" t="t"/>
              <a:pathLst>
                <a:path extrusionOk="0" h="2225" w="1754">
                  <a:moveTo>
                    <a:pt x="423" y="0"/>
                  </a:moveTo>
                  <a:cubicBezTo>
                    <a:pt x="358" y="0"/>
                    <a:pt x="291" y="10"/>
                    <a:pt x="223" y="30"/>
                  </a:cubicBezTo>
                  <a:cubicBezTo>
                    <a:pt x="1" y="93"/>
                    <a:pt x="69" y="417"/>
                    <a:pt x="269" y="417"/>
                  </a:cubicBezTo>
                  <a:cubicBezTo>
                    <a:pt x="287" y="417"/>
                    <a:pt x="307" y="414"/>
                    <a:pt x="328" y="408"/>
                  </a:cubicBezTo>
                  <a:cubicBezTo>
                    <a:pt x="370" y="395"/>
                    <a:pt x="410" y="389"/>
                    <a:pt x="446" y="389"/>
                  </a:cubicBezTo>
                  <a:cubicBezTo>
                    <a:pt x="786" y="389"/>
                    <a:pt x="856" y="895"/>
                    <a:pt x="738" y="1152"/>
                  </a:cubicBezTo>
                  <a:cubicBezTo>
                    <a:pt x="618" y="1411"/>
                    <a:pt x="395" y="1612"/>
                    <a:pt x="192" y="1803"/>
                  </a:cubicBezTo>
                  <a:cubicBezTo>
                    <a:pt x="59" y="1929"/>
                    <a:pt x="170" y="2127"/>
                    <a:pt x="331" y="2140"/>
                  </a:cubicBezTo>
                  <a:cubicBezTo>
                    <a:pt x="721" y="2168"/>
                    <a:pt x="1111" y="2196"/>
                    <a:pt x="1501" y="2224"/>
                  </a:cubicBezTo>
                  <a:cubicBezTo>
                    <a:pt x="1507" y="2225"/>
                    <a:pt x="1512" y="2225"/>
                    <a:pt x="1517" y="2225"/>
                  </a:cubicBezTo>
                  <a:cubicBezTo>
                    <a:pt x="1753" y="2225"/>
                    <a:pt x="1748" y="1847"/>
                    <a:pt x="1501" y="1831"/>
                  </a:cubicBezTo>
                  <a:cubicBezTo>
                    <a:pt x="1258" y="1813"/>
                    <a:pt x="1016" y="1796"/>
                    <a:pt x="773" y="1778"/>
                  </a:cubicBezTo>
                  <a:lnTo>
                    <a:pt x="773" y="1778"/>
                  </a:lnTo>
                  <a:cubicBezTo>
                    <a:pt x="1048" y="1474"/>
                    <a:pt x="1276" y="1107"/>
                    <a:pt x="1189" y="694"/>
                  </a:cubicBezTo>
                  <a:cubicBezTo>
                    <a:pt x="1110" y="315"/>
                    <a:pt x="799" y="0"/>
                    <a:pt x="42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0"/>
            <p:cNvSpPr/>
            <p:nvPr/>
          </p:nvSpPr>
          <p:spPr>
            <a:xfrm>
              <a:off x="6547375" y="662725"/>
              <a:ext cx="15875" cy="84150"/>
            </a:xfrm>
            <a:custGeom>
              <a:rect b="b" l="l" r="r" t="t"/>
              <a:pathLst>
                <a:path extrusionOk="0" h="3366" w="635">
                  <a:moveTo>
                    <a:pt x="231" y="0"/>
                  </a:moveTo>
                  <a:cubicBezTo>
                    <a:pt x="133" y="0"/>
                    <a:pt x="33" y="64"/>
                    <a:pt x="29" y="190"/>
                  </a:cubicBezTo>
                  <a:cubicBezTo>
                    <a:pt x="0" y="1208"/>
                    <a:pt x="71" y="2216"/>
                    <a:pt x="231" y="3224"/>
                  </a:cubicBezTo>
                  <a:cubicBezTo>
                    <a:pt x="247" y="3323"/>
                    <a:pt x="317" y="3366"/>
                    <a:pt x="392" y="3366"/>
                  </a:cubicBezTo>
                  <a:cubicBezTo>
                    <a:pt x="507" y="3366"/>
                    <a:pt x="634" y="3268"/>
                    <a:pt x="610" y="3118"/>
                  </a:cubicBezTo>
                  <a:cubicBezTo>
                    <a:pt x="456" y="2147"/>
                    <a:pt x="394" y="1174"/>
                    <a:pt x="423" y="190"/>
                  </a:cubicBezTo>
                  <a:cubicBezTo>
                    <a:pt x="426" y="64"/>
                    <a:pt x="330" y="0"/>
                    <a:pt x="23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0"/>
            <p:cNvSpPr/>
            <p:nvPr/>
          </p:nvSpPr>
          <p:spPr>
            <a:xfrm>
              <a:off x="6533500" y="707425"/>
              <a:ext cx="55850" cy="13750"/>
            </a:xfrm>
            <a:custGeom>
              <a:rect b="b" l="l" r="r" t="t"/>
              <a:pathLst>
                <a:path extrusionOk="0" h="550" w="2234">
                  <a:moveTo>
                    <a:pt x="1353" y="0"/>
                  </a:moveTo>
                  <a:cubicBezTo>
                    <a:pt x="973" y="0"/>
                    <a:pt x="598" y="52"/>
                    <a:pt x="223" y="162"/>
                  </a:cubicBezTo>
                  <a:cubicBezTo>
                    <a:pt x="1" y="227"/>
                    <a:pt x="68" y="550"/>
                    <a:pt x="267" y="550"/>
                  </a:cubicBezTo>
                  <a:cubicBezTo>
                    <a:pt x="286" y="550"/>
                    <a:pt x="306" y="547"/>
                    <a:pt x="326" y="541"/>
                  </a:cubicBezTo>
                  <a:cubicBezTo>
                    <a:pt x="670" y="441"/>
                    <a:pt x="1018" y="389"/>
                    <a:pt x="1368" y="389"/>
                  </a:cubicBezTo>
                  <a:cubicBezTo>
                    <a:pt x="1542" y="389"/>
                    <a:pt x="1716" y="402"/>
                    <a:pt x="1891" y="428"/>
                  </a:cubicBezTo>
                  <a:cubicBezTo>
                    <a:pt x="1902" y="429"/>
                    <a:pt x="1913" y="430"/>
                    <a:pt x="1924" y="430"/>
                  </a:cubicBezTo>
                  <a:cubicBezTo>
                    <a:pt x="2147" y="430"/>
                    <a:pt x="2233" y="83"/>
                    <a:pt x="1996" y="49"/>
                  </a:cubicBezTo>
                  <a:cubicBezTo>
                    <a:pt x="1780" y="17"/>
                    <a:pt x="1566" y="0"/>
                    <a:pt x="135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0"/>
            <p:cNvSpPr/>
            <p:nvPr/>
          </p:nvSpPr>
          <p:spPr>
            <a:xfrm>
              <a:off x="6632250" y="653625"/>
              <a:ext cx="64000" cy="85525"/>
            </a:xfrm>
            <a:custGeom>
              <a:rect b="b" l="l" r="r" t="t"/>
              <a:pathLst>
                <a:path extrusionOk="0" h="3421" w="2560">
                  <a:moveTo>
                    <a:pt x="1498" y="1"/>
                  </a:moveTo>
                  <a:cubicBezTo>
                    <a:pt x="1091" y="1"/>
                    <a:pt x="605" y="336"/>
                    <a:pt x="359" y="587"/>
                  </a:cubicBezTo>
                  <a:cubicBezTo>
                    <a:pt x="225" y="726"/>
                    <a:pt x="360" y="924"/>
                    <a:pt x="510" y="924"/>
                  </a:cubicBezTo>
                  <a:cubicBezTo>
                    <a:pt x="554" y="924"/>
                    <a:pt x="600" y="907"/>
                    <a:pt x="641" y="865"/>
                  </a:cubicBezTo>
                  <a:cubicBezTo>
                    <a:pt x="794" y="707"/>
                    <a:pt x="1200" y="397"/>
                    <a:pt x="1451" y="397"/>
                  </a:cubicBezTo>
                  <a:cubicBezTo>
                    <a:pt x="1604" y="397"/>
                    <a:pt x="1700" y="511"/>
                    <a:pt x="1647" y="843"/>
                  </a:cubicBezTo>
                  <a:cubicBezTo>
                    <a:pt x="1616" y="1052"/>
                    <a:pt x="1278" y="1377"/>
                    <a:pt x="1155" y="1552"/>
                  </a:cubicBezTo>
                  <a:lnTo>
                    <a:pt x="91" y="3059"/>
                  </a:lnTo>
                  <a:cubicBezTo>
                    <a:pt x="1" y="3188"/>
                    <a:pt x="123" y="3351"/>
                    <a:pt x="262" y="3357"/>
                  </a:cubicBezTo>
                  <a:cubicBezTo>
                    <a:pt x="943" y="3379"/>
                    <a:pt x="1623" y="3399"/>
                    <a:pt x="2304" y="3420"/>
                  </a:cubicBezTo>
                  <a:cubicBezTo>
                    <a:pt x="2307" y="3420"/>
                    <a:pt x="2309" y="3420"/>
                    <a:pt x="2311" y="3420"/>
                  </a:cubicBezTo>
                  <a:cubicBezTo>
                    <a:pt x="2559" y="3420"/>
                    <a:pt x="2557" y="3034"/>
                    <a:pt x="2304" y="3027"/>
                  </a:cubicBezTo>
                  <a:cubicBezTo>
                    <a:pt x="1746" y="3009"/>
                    <a:pt x="1189" y="2992"/>
                    <a:pt x="632" y="2975"/>
                  </a:cubicBezTo>
                  <a:lnTo>
                    <a:pt x="632" y="2975"/>
                  </a:lnTo>
                  <a:cubicBezTo>
                    <a:pt x="963" y="2505"/>
                    <a:pt x="1295" y="2034"/>
                    <a:pt x="1626" y="1563"/>
                  </a:cubicBezTo>
                  <a:cubicBezTo>
                    <a:pt x="1849" y="1249"/>
                    <a:pt x="2230" y="858"/>
                    <a:pt x="2070" y="435"/>
                  </a:cubicBezTo>
                  <a:cubicBezTo>
                    <a:pt x="1950" y="117"/>
                    <a:pt x="1738" y="1"/>
                    <a:pt x="14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0"/>
            <p:cNvSpPr/>
            <p:nvPr/>
          </p:nvSpPr>
          <p:spPr>
            <a:xfrm>
              <a:off x="6737850" y="643325"/>
              <a:ext cx="55900" cy="95375"/>
            </a:xfrm>
            <a:custGeom>
              <a:rect b="b" l="l" r="r" t="t"/>
              <a:pathLst>
                <a:path extrusionOk="0" h="3815" w="2236">
                  <a:moveTo>
                    <a:pt x="1730" y="1"/>
                  </a:moveTo>
                  <a:cubicBezTo>
                    <a:pt x="746" y="1"/>
                    <a:pt x="53" y="1330"/>
                    <a:pt x="26" y="2205"/>
                  </a:cubicBezTo>
                  <a:cubicBezTo>
                    <a:pt x="1" y="3016"/>
                    <a:pt x="628" y="3814"/>
                    <a:pt x="1414" y="3814"/>
                  </a:cubicBezTo>
                  <a:cubicBezTo>
                    <a:pt x="1570" y="3814"/>
                    <a:pt x="1731" y="3783"/>
                    <a:pt x="1895" y="3715"/>
                  </a:cubicBezTo>
                  <a:cubicBezTo>
                    <a:pt x="2101" y="3630"/>
                    <a:pt x="2043" y="3319"/>
                    <a:pt x="1865" y="3319"/>
                  </a:cubicBezTo>
                  <a:cubicBezTo>
                    <a:pt x="1842" y="3319"/>
                    <a:pt x="1817" y="3324"/>
                    <a:pt x="1791" y="3335"/>
                  </a:cubicBezTo>
                  <a:cubicBezTo>
                    <a:pt x="1658" y="3391"/>
                    <a:pt x="1530" y="3416"/>
                    <a:pt x="1410" y="3416"/>
                  </a:cubicBezTo>
                  <a:cubicBezTo>
                    <a:pt x="796" y="3416"/>
                    <a:pt x="381" y="2760"/>
                    <a:pt x="431" y="2133"/>
                  </a:cubicBezTo>
                  <a:cubicBezTo>
                    <a:pt x="475" y="1556"/>
                    <a:pt x="974" y="395"/>
                    <a:pt x="1719" y="395"/>
                  </a:cubicBezTo>
                  <a:cubicBezTo>
                    <a:pt x="1778" y="395"/>
                    <a:pt x="1840" y="402"/>
                    <a:pt x="1903" y="418"/>
                  </a:cubicBezTo>
                  <a:cubicBezTo>
                    <a:pt x="1921" y="422"/>
                    <a:pt x="1938" y="424"/>
                    <a:pt x="1954" y="424"/>
                  </a:cubicBezTo>
                  <a:cubicBezTo>
                    <a:pt x="2163" y="424"/>
                    <a:pt x="2235" y="94"/>
                    <a:pt x="2008" y="36"/>
                  </a:cubicBezTo>
                  <a:cubicBezTo>
                    <a:pt x="1913" y="12"/>
                    <a:pt x="1820" y="1"/>
                    <a:pt x="17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0"/>
            <p:cNvSpPr/>
            <p:nvPr/>
          </p:nvSpPr>
          <p:spPr>
            <a:xfrm>
              <a:off x="6804450" y="650200"/>
              <a:ext cx="65450" cy="92850"/>
            </a:xfrm>
            <a:custGeom>
              <a:rect b="b" l="l" r="r" t="t"/>
              <a:pathLst>
                <a:path extrusionOk="0" h="3714" w="2618">
                  <a:moveTo>
                    <a:pt x="1188" y="495"/>
                  </a:moveTo>
                  <a:cubicBezTo>
                    <a:pt x="1962" y="495"/>
                    <a:pt x="2285" y="1316"/>
                    <a:pt x="2159" y="2013"/>
                  </a:cubicBezTo>
                  <a:cubicBezTo>
                    <a:pt x="2075" y="2484"/>
                    <a:pt x="1748" y="3262"/>
                    <a:pt x="1296" y="3262"/>
                  </a:cubicBezTo>
                  <a:cubicBezTo>
                    <a:pt x="1143" y="3262"/>
                    <a:pt x="976" y="3172"/>
                    <a:pt x="799" y="2952"/>
                  </a:cubicBezTo>
                  <a:cubicBezTo>
                    <a:pt x="213" y="2217"/>
                    <a:pt x="389" y="1082"/>
                    <a:pt x="1087" y="500"/>
                  </a:cubicBezTo>
                  <a:lnTo>
                    <a:pt x="1087" y="500"/>
                  </a:lnTo>
                  <a:cubicBezTo>
                    <a:pt x="1121" y="496"/>
                    <a:pt x="1155" y="495"/>
                    <a:pt x="1188" y="495"/>
                  </a:cubicBezTo>
                  <a:close/>
                  <a:moveTo>
                    <a:pt x="1167" y="0"/>
                  </a:moveTo>
                  <a:cubicBezTo>
                    <a:pt x="1135" y="0"/>
                    <a:pt x="1101" y="10"/>
                    <a:pt x="1067" y="31"/>
                  </a:cubicBezTo>
                  <a:cubicBezTo>
                    <a:pt x="369" y="467"/>
                    <a:pt x="0" y="1252"/>
                    <a:pt x="65" y="2070"/>
                  </a:cubicBezTo>
                  <a:cubicBezTo>
                    <a:pt x="115" y="2707"/>
                    <a:pt x="554" y="3696"/>
                    <a:pt x="1314" y="3713"/>
                  </a:cubicBezTo>
                  <a:cubicBezTo>
                    <a:pt x="1321" y="3713"/>
                    <a:pt x="1327" y="3713"/>
                    <a:pt x="1333" y="3713"/>
                  </a:cubicBezTo>
                  <a:cubicBezTo>
                    <a:pt x="2175" y="3713"/>
                    <a:pt x="2556" y="2387"/>
                    <a:pt x="2584" y="1743"/>
                  </a:cubicBezTo>
                  <a:cubicBezTo>
                    <a:pt x="2617" y="960"/>
                    <a:pt x="2110" y="179"/>
                    <a:pt x="1330" y="106"/>
                  </a:cubicBezTo>
                  <a:lnTo>
                    <a:pt x="1330" y="106"/>
                  </a:lnTo>
                  <a:cubicBezTo>
                    <a:pt x="1297" y="45"/>
                    <a:pt x="1237" y="0"/>
                    <a:pt x="1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0"/>
            <p:cNvSpPr/>
            <p:nvPr/>
          </p:nvSpPr>
          <p:spPr>
            <a:xfrm>
              <a:off x="6878650" y="641075"/>
              <a:ext cx="45600" cy="92250"/>
            </a:xfrm>
            <a:custGeom>
              <a:rect b="b" l="l" r="r" t="t"/>
              <a:pathLst>
                <a:path extrusionOk="0" h="3690" w="1824">
                  <a:moveTo>
                    <a:pt x="1136" y="1"/>
                  </a:moveTo>
                  <a:cubicBezTo>
                    <a:pt x="772" y="1"/>
                    <a:pt x="433" y="341"/>
                    <a:pt x="412" y="738"/>
                  </a:cubicBezTo>
                  <a:cubicBezTo>
                    <a:pt x="392" y="1125"/>
                    <a:pt x="658" y="1441"/>
                    <a:pt x="879" y="1726"/>
                  </a:cubicBezTo>
                  <a:cubicBezTo>
                    <a:pt x="1158" y="2087"/>
                    <a:pt x="1723" y="2599"/>
                    <a:pt x="1098" y="3060"/>
                  </a:cubicBezTo>
                  <a:cubicBezTo>
                    <a:pt x="876" y="3224"/>
                    <a:pt x="514" y="3264"/>
                    <a:pt x="253" y="3294"/>
                  </a:cubicBezTo>
                  <a:cubicBezTo>
                    <a:pt x="13" y="3321"/>
                    <a:pt x="0" y="3689"/>
                    <a:pt x="226" y="3689"/>
                  </a:cubicBezTo>
                  <a:cubicBezTo>
                    <a:pt x="235" y="3689"/>
                    <a:pt x="244" y="3689"/>
                    <a:pt x="253" y="3687"/>
                  </a:cubicBezTo>
                  <a:cubicBezTo>
                    <a:pt x="804" y="3623"/>
                    <a:pt x="1513" y="3494"/>
                    <a:pt x="1722" y="2893"/>
                  </a:cubicBezTo>
                  <a:cubicBezTo>
                    <a:pt x="1823" y="2598"/>
                    <a:pt x="1750" y="2302"/>
                    <a:pt x="1603" y="2034"/>
                  </a:cubicBezTo>
                  <a:cubicBezTo>
                    <a:pt x="1514" y="1871"/>
                    <a:pt x="1398" y="1739"/>
                    <a:pt x="1285" y="1593"/>
                  </a:cubicBezTo>
                  <a:cubicBezTo>
                    <a:pt x="1165" y="1460"/>
                    <a:pt x="1055" y="1320"/>
                    <a:pt x="952" y="1171"/>
                  </a:cubicBezTo>
                  <a:cubicBezTo>
                    <a:pt x="736" y="684"/>
                    <a:pt x="794" y="441"/>
                    <a:pt x="1131" y="441"/>
                  </a:cubicBezTo>
                  <a:cubicBezTo>
                    <a:pt x="1178" y="441"/>
                    <a:pt x="1230" y="446"/>
                    <a:pt x="1288" y="455"/>
                  </a:cubicBezTo>
                  <a:cubicBezTo>
                    <a:pt x="1324" y="481"/>
                    <a:pt x="1360" y="492"/>
                    <a:pt x="1393" y="492"/>
                  </a:cubicBezTo>
                  <a:cubicBezTo>
                    <a:pt x="1551" y="492"/>
                    <a:pt x="1656" y="239"/>
                    <a:pt x="1487" y="117"/>
                  </a:cubicBezTo>
                  <a:cubicBezTo>
                    <a:pt x="1374" y="36"/>
                    <a:pt x="1254" y="1"/>
                    <a:pt x="113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0"/>
            <p:cNvSpPr/>
            <p:nvPr/>
          </p:nvSpPr>
          <p:spPr>
            <a:xfrm>
              <a:off x="6200700" y="959800"/>
              <a:ext cx="705125" cy="27725"/>
            </a:xfrm>
            <a:custGeom>
              <a:rect b="b" l="l" r="r" t="t"/>
              <a:pathLst>
                <a:path extrusionOk="0" h="1109" w="28205">
                  <a:moveTo>
                    <a:pt x="487" y="1"/>
                  </a:moveTo>
                  <a:cubicBezTo>
                    <a:pt x="0" y="1"/>
                    <a:pt x="9" y="766"/>
                    <a:pt x="508" y="789"/>
                  </a:cubicBezTo>
                  <a:cubicBezTo>
                    <a:pt x="5307" y="1002"/>
                    <a:pt x="10109" y="1108"/>
                    <a:pt x="14911" y="1108"/>
                  </a:cubicBezTo>
                  <a:cubicBezTo>
                    <a:pt x="19173" y="1108"/>
                    <a:pt x="23435" y="1024"/>
                    <a:pt x="27696" y="857"/>
                  </a:cubicBezTo>
                  <a:cubicBezTo>
                    <a:pt x="28195" y="838"/>
                    <a:pt x="28204" y="70"/>
                    <a:pt x="27715" y="70"/>
                  </a:cubicBezTo>
                  <a:cubicBezTo>
                    <a:pt x="27709" y="70"/>
                    <a:pt x="27702" y="70"/>
                    <a:pt x="27696" y="70"/>
                  </a:cubicBezTo>
                  <a:cubicBezTo>
                    <a:pt x="23440" y="237"/>
                    <a:pt x="19182" y="320"/>
                    <a:pt x="14925" y="320"/>
                  </a:cubicBezTo>
                  <a:cubicBezTo>
                    <a:pt x="10119" y="320"/>
                    <a:pt x="5312" y="214"/>
                    <a:pt x="508" y="1"/>
                  </a:cubicBezTo>
                  <a:cubicBezTo>
                    <a:pt x="501" y="1"/>
                    <a:pt x="494" y="1"/>
                    <a:pt x="48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0"/>
            <p:cNvSpPr/>
            <p:nvPr/>
          </p:nvSpPr>
          <p:spPr>
            <a:xfrm>
              <a:off x="6229775" y="832500"/>
              <a:ext cx="650175" cy="247950"/>
            </a:xfrm>
            <a:custGeom>
              <a:rect b="b" l="l" r="r" t="t"/>
              <a:pathLst>
                <a:path extrusionOk="0" h="9918" w="26007">
                  <a:moveTo>
                    <a:pt x="24008" y="0"/>
                  </a:moveTo>
                  <a:cubicBezTo>
                    <a:pt x="22119" y="0"/>
                    <a:pt x="20295" y="706"/>
                    <a:pt x="18876" y="2047"/>
                  </a:cubicBezTo>
                  <a:cubicBezTo>
                    <a:pt x="16700" y="4106"/>
                    <a:pt x="15602" y="7291"/>
                    <a:pt x="12928" y="8824"/>
                  </a:cubicBezTo>
                  <a:cubicBezTo>
                    <a:pt x="12187" y="9250"/>
                    <a:pt x="11305" y="9520"/>
                    <a:pt x="10440" y="9520"/>
                  </a:cubicBezTo>
                  <a:cubicBezTo>
                    <a:pt x="9694" y="9520"/>
                    <a:pt x="8962" y="9319"/>
                    <a:pt x="8344" y="8845"/>
                  </a:cubicBezTo>
                  <a:cubicBezTo>
                    <a:pt x="7194" y="7965"/>
                    <a:pt x="6862" y="6483"/>
                    <a:pt x="6507" y="5154"/>
                  </a:cubicBezTo>
                  <a:cubicBezTo>
                    <a:pt x="6139" y="3770"/>
                    <a:pt x="5274" y="1023"/>
                    <a:pt x="3469" y="1023"/>
                  </a:cubicBezTo>
                  <a:cubicBezTo>
                    <a:pt x="3252" y="1023"/>
                    <a:pt x="3022" y="1063"/>
                    <a:pt x="2777" y="1150"/>
                  </a:cubicBezTo>
                  <a:cubicBezTo>
                    <a:pt x="1687" y="1535"/>
                    <a:pt x="1172" y="2913"/>
                    <a:pt x="805" y="3897"/>
                  </a:cubicBezTo>
                  <a:cubicBezTo>
                    <a:pt x="197" y="5526"/>
                    <a:pt x="1" y="7264"/>
                    <a:pt x="156" y="8993"/>
                  </a:cubicBezTo>
                  <a:cubicBezTo>
                    <a:pt x="166" y="9118"/>
                    <a:pt x="271" y="9181"/>
                    <a:pt x="369" y="9181"/>
                  </a:cubicBezTo>
                  <a:cubicBezTo>
                    <a:pt x="468" y="9181"/>
                    <a:pt x="561" y="9119"/>
                    <a:pt x="549" y="8993"/>
                  </a:cubicBezTo>
                  <a:cubicBezTo>
                    <a:pt x="367" y="6974"/>
                    <a:pt x="678" y="4940"/>
                    <a:pt x="1566" y="3105"/>
                  </a:cubicBezTo>
                  <a:cubicBezTo>
                    <a:pt x="1958" y="2295"/>
                    <a:pt x="2561" y="1466"/>
                    <a:pt x="3394" y="1466"/>
                  </a:cubicBezTo>
                  <a:cubicBezTo>
                    <a:pt x="3653" y="1466"/>
                    <a:pt x="3934" y="1546"/>
                    <a:pt x="4238" y="1731"/>
                  </a:cubicBezTo>
                  <a:cubicBezTo>
                    <a:pt x="5081" y="2245"/>
                    <a:pt x="5495" y="3182"/>
                    <a:pt x="5790" y="4078"/>
                  </a:cubicBezTo>
                  <a:cubicBezTo>
                    <a:pt x="6550" y="6393"/>
                    <a:pt x="6864" y="9445"/>
                    <a:pt x="9817" y="9868"/>
                  </a:cubicBezTo>
                  <a:cubicBezTo>
                    <a:pt x="10052" y="9901"/>
                    <a:pt x="10281" y="9917"/>
                    <a:pt x="10506" y="9917"/>
                  </a:cubicBezTo>
                  <a:cubicBezTo>
                    <a:pt x="13141" y="9917"/>
                    <a:pt x="15073" y="7697"/>
                    <a:pt x="16509" y="5673"/>
                  </a:cubicBezTo>
                  <a:cubicBezTo>
                    <a:pt x="17590" y="4153"/>
                    <a:pt x="18624" y="2507"/>
                    <a:pt x="20224" y="1473"/>
                  </a:cubicBezTo>
                  <a:cubicBezTo>
                    <a:pt x="21355" y="745"/>
                    <a:pt x="22656" y="388"/>
                    <a:pt x="23973" y="388"/>
                  </a:cubicBezTo>
                  <a:cubicBezTo>
                    <a:pt x="24541" y="388"/>
                    <a:pt x="25111" y="454"/>
                    <a:pt x="25671" y="586"/>
                  </a:cubicBezTo>
                  <a:cubicBezTo>
                    <a:pt x="25688" y="590"/>
                    <a:pt x="25705" y="591"/>
                    <a:pt x="25721" y="591"/>
                  </a:cubicBezTo>
                  <a:cubicBezTo>
                    <a:pt x="25931" y="591"/>
                    <a:pt x="26006" y="259"/>
                    <a:pt x="25776" y="206"/>
                  </a:cubicBezTo>
                  <a:cubicBezTo>
                    <a:pt x="25187" y="68"/>
                    <a:pt x="24594" y="0"/>
                    <a:pt x="2400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6" name="Shape 1496"/>
        <p:cNvGrpSpPr/>
        <p:nvPr/>
      </p:nvGrpSpPr>
      <p:grpSpPr>
        <a:xfrm>
          <a:off x="0" y="0"/>
          <a:ext cx="0" cy="0"/>
          <a:chOff x="0" y="0"/>
          <a:chExt cx="0" cy="0"/>
        </a:xfrm>
      </p:grpSpPr>
      <p:sp>
        <p:nvSpPr>
          <p:cNvPr id="1497" name="Google Shape;1497;p41"/>
          <p:cNvSpPr/>
          <p:nvPr/>
        </p:nvSpPr>
        <p:spPr>
          <a:xfrm>
            <a:off x="3628771" y="1924977"/>
            <a:ext cx="749100" cy="7491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47625">
              <a:schemeClr val="accent6"/>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1"/>
          <p:cNvSpPr/>
          <p:nvPr/>
        </p:nvSpPr>
        <p:spPr>
          <a:xfrm>
            <a:off x="4767796" y="1924977"/>
            <a:ext cx="749100" cy="7491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47625">
              <a:schemeClr val="accent6"/>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1"/>
          <p:cNvSpPr/>
          <p:nvPr/>
        </p:nvSpPr>
        <p:spPr>
          <a:xfrm>
            <a:off x="3628771" y="3317127"/>
            <a:ext cx="749100" cy="7491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47625">
              <a:schemeClr val="accent6"/>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1"/>
          <p:cNvSpPr/>
          <p:nvPr/>
        </p:nvSpPr>
        <p:spPr>
          <a:xfrm>
            <a:off x="4767796" y="3317127"/>
            <a:ext cx="749100" cy="7491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47625">
              <a:schemeClr val="accent6"/>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1"/>
          <p:cNvSpPr txBox="1"/>
          <p:nvPr>
            <p:ph type="title"/>
          </p:nvPr>
        </p:nvSpPr>
        <p:spPr>
          <a:xfrm>
            <a:off x="719988" y="1766225"/>
            <a:ext cx="2336400" cy="527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b="1" lang="en"/>
              <a:t>Introducing</a:t>
            </a:r>
            <a:r>
              <a:rPr lang="en"/>
              <a:t> ourselves</a:t>
            </a:r>
            <a:endParaRPr/>
          </a:p>
        </p:txBody>
      </p:sp>
      <p:sp>
        <p:nvSpPr>
          <p:cNvPr id="1502" name="Google Shape;1502;p41"/>
          <p:cNvSpPr txBox="1"/>
          <p:nvPr>
            <p:ph idx="2" type="title"/>
          </p:nvPr>
        </p:nvSpPr>
        <p:spPr>
          <a:xfrm>
            <a:off x="3684413" y="1840075"/>
            <a:ext cx="637800" cy="91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503" name="Google Shape;1503;p41"/>
          <p:cNvSpPr txBox="1"/>
          <p:nvPr>
            <p:ph idx="1" type="subTitle"/>
          </p:nvPr>
        </p:nvSpPr>
        <p:spPr>
          <a:xfrm>
            <a:off x="719988" y="2200350"/>
            <a:ext cx="2336400" cy="484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Here you </a:t>
            </a:r>
            <a:r>
              <a:rPr lang="en"/>
              <a:t>can</a:t>
            </a:r>
            <a:r>
              <a:rPr lang="en"/>
              <a:t> describe the content of the section</a:t>
            </a:r>
            <a:endParaRPr/>
          </a:p>
        </p:txBody>
      </p:sp>
      <p:sp>
        <p:nvSpPr>
          <p:cNvPr id="1504" name="Google Shape;1504;p41"/>
          <p:cNvSpPr txBox="1"/>
          <p:nvPr>
            <p:ph idx="3" type="title"/>
          </p:nvPr>
        </p:nvSpPr>
        <p:spPr>
          <a:xfrm>
            <a:off x="719988" y="3157025"/>
            <a:ext cx="2336400" cy="527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hlink"/>
                </a:solidFill>
              </a:rPr>
              <a:t>Collecting </a:t>
            </a:r>
            <a:r>
              <a:rPr b="1" lang="en">
                <a:solidFill>
                  <a:schemeClr val="hlink"/>
                </a:solidFill>
              </a:rPr>
              <a:t>evidence</a:t>
            </a:r>
            <a:endParaRPr b="1"/>
          </a:p>
        </p:txBody>
      </p:sp>
      <p:sp>
        <p:nvSpPr>
          <p:cNvPr id="1505" name="Google Shape;1505;p41"/>
          <p:cNvSpPr txBox="1"/>
          <p:nvPr>
            <p:ph idx="4" type="title"/>
          </p:nvPr>
        </p:nvSpPr>
        <p:spPr>
          <a:xfrm>
            <a:off x="3684413" y="3232225"/>
            <a:ext cx="637800" cy="91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506" name="Google Shape;1506;p41"/>
          <p:cNvSpPr txBox="1"/>
          <p:nvPr>
            <p:ph idx="5" type="subTitle"/>
          </p:nvPr>
        </p:nvSpPr>
        <p:spPr>
          <a:xfrm>
            <a:off x="719988" y="3591150"/>
            <a:ext cx="2336400" cy="484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Here you can describe the content of the section</a:t>
            </a:r>
            <a:endParaRPr/>
          </a:p>
        </p:txBody>
      </p:sp>
      <p:sp>
        <p:nvSpPr>
          <p:cNvPr id="1507" name="Google Shape;1507;p41"/>
          <p:cNvSpPr txBox="1"/>
          <p:nvPr>
            <p:ph idx="6" type="title"/>
          </p:nvPr>
        </p:nvSpPr>
        <p:spPr>
          <a:xfrm>
            <a:off x="6087588" y="1766225"/>
            <a:ext cx="23364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a:t>Understanding</a:t>
            </a:r>
            <a:r>
              <a:rPr lang="en"/>
              <a:t> it</a:t>
            </a:r>
            <a:endParaRPr/>
          </a:p>
        </p:txBody>
      </p:sp>
      <p:sp>
        <p:nvSpPr>
          <p:cNvPr id="1508" name="Google Shape;1508;p41"/>
          <p:cNvSpPr txBox="1"/>
          <p:nvPr>
            <p:ph idx="7" type="title"/>
          </p:nvPr>
        </p:nvSpPr>
        <p:spPr>
          <a:xfrm>
            <a:off x="4823438" y="1840075"/>
            <a:ext cx="637800" cy="91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509" name="Google Shape;1509;p41"/>
          <p:cNvSpPr txBox="1"/>
          <p:nvPr>
            <p:ph idx="8" type="subTitle"/>
          </p:nvPr>
        </p:nvSpPr>
        <p:spPr>
          <a:xfrm>
            <a:off x="6087588" y="2200350"/>
            <a:ext cx="2336400" cy="484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can describe the content of the section</a:t>
            </a:r>
            <a:endParaRPr/>
          </a:p>
        </p:txBody>
      </p:sp>
      <p:sp>
        <p:nvSpPr>
          <p:cNvPr id="1510" name="Google Shape;1510;p41"/>
          <p:cNvSpPr txBox="1"/>
          <p:nvPr>
            <p:ph idx="9" type="title"/>
          </p:nvPr>
        </p:nvSpPr>
        <p:spPr>
          <a:xfrm>
            <a:off x="6087588" y="3157025"/>
            <a:ext cx="23364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We’ve found a </a:t>
            </a:r>
            <a:r>
              <a:rPr b="1" lang="en"/>
              <a:t>solution!</a:t>
            </a:r>
            <a:endParaRPr b="1"/>
          </a:p>
        </p:txBody>
      </p:sp>
      <p:sp>
        <p:nvSpPr>
          <p:cNvPr id="1511" name="Google Shape;1511;p41"/>
          <p:cNvSpPr txBox="1"/>
          <p:nvPr>
            <p:ph idx="13" type="title"/>
          </p:nvPr>
        </p:nvSpPr>
        <p:spPr>
          <a:xfrm>
            <a:off x="4823438" y="3232225"/>
            <a:ext cx="637800" cy="91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512" name="Google Shape;1512;p41"/>
          <p:cNvSpPr txBox="1"/>
          <p:nvPr>
            <p:ph idx="14" type="subTitle"/>
          </p:nvPr>
        </p:nvSpPr>
        <p:spPr>
          <a:xfrm>
            <a:off x="6087588" y="3591150"/>
            <a:ext cx="2336400" cy="484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can describe the content of the section</a:t>
            </a:r>
            <a:endParaRPr/>
          </a:p>
        </p:txBody>
      </p:sp>
      <p:sp>
        <p:nvSpPr>
          <p:cNvPr id="1513" name="Google Shape;1513;p41"/>
          <p:cNvSpPr txBox="1"/>
          <p:nvPr>
            <p:ph idx="15"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accent4"/>
                </a:solidFill>
              </a:rPr>
              <a:t>TABLE</a:t>
            </a:r>
            <a:r>
              <a:rPr lang="en"/>
              <a:t> of contents</a:t>
            </a:r>
            <a:endParaRPr/>
          </a:p>
        </p:txBody>
      </p:sp>
      <p:cxnSp>
        <p:nvCxnSpPr>
          <p:cNvPr id="1514" name="Google Shape;1514;p41"/>
          <p:cNvCxnSpPr>
            <a:stCxn id="1497" idx="2"/>
          </p:cNvCxnSpPr>
          <p:nvPr/>
        </p:nvCxnSpPr>
        <p:spPr>
          <a:xfrm rot="10800000">
            <a:off x="3179971" y="2299527"/>
            <a:ext cx="448800" cy="0"/>
          </a:xfrm>
          <a:prstGeom prst="straightConnector1">
            <a:avLst/>
          </a:prstGeom>
          <a:noFill/>
          <a:ln cap="flat" cmpd="sng" w="9525">
            <a:solidFill>
              <a:srgbClr val="000000"/>
            </a:solidFill>
            <a:prstDash val="solid"/>
            <a:round/>
            <a:headEnd len="med" w="med" type="none"/>
            <a:tailEnd len="med" w="med" type="none"/>
          </a:ln>
        </p:spPr>
      </p:cxnSp>
      <p:cxnSp>
        <p:nvCxnSpPr>
          <p:cNvPr id="1515" name="Google Shape;1515;p41"/>
          <p:cNvCxnSpPr>
            <a:stCxn id="1499" idx="2"/>
          </p:cNvCxnSpPr>
          <p:nvPr/>
        </p:nvCxnSpPr>
        <p:spPr>
          <a:xfrm rot="10800000">
            <a:off x="3179971" y="3691677"/>
            <a:ext cx="448800" cy="0"/>
          </a:xfrm>
          <a:prstGeom prst="straightConnector1">
            <a:avLst/>
          </a:prstGeom>
          <a:noFill/>
          <a:ln cap="flat" cmpd="sng" w="9525">
            <a:solidFill>
              <a:srgbClr val="000000"/>
            </a:solidFill>
            <a:prstDash val="solid"/>
            <a:round/>
            <a:headEnd len="med" w="med" type="none"/>
            <a:tailEnd len="med" w="med" type="none"/>
          </a:ln>
        </p:spPr>
      </p:cxnSp>
      <p:cxnSp>
        <p:nvCxnSpPr>
          <p:cNvPr id="1516" name="Google Shape;1516;p41"/>
          <p:cNvCxnSpPr>
            <a:endCxn id="1498" idx="6"/>
          </p:cNvCxnSpPr>
          <p:nvPr/>
        </p:nvCxnSpPr>
        <p:spPr>
          <a:xfrm rot="10800000">
            <a:off x="5516896" y="2299527"/>
            <a:ext cx="448800" cy="0"/>
          </a:xfrm>
          <a:prstGeom prst="straightConnector1">
            <a:avLst/>
          </a:prstGeom>
          <a:noFill/>
          <a:ln cap="flat" cmpd="sng" w="9525">
            <a:solidFill>
              <a:srgbClr val="000000"/>
            </a:solidFill>
            <a:prstDash val="solid"/>
            <a:round/>
            <a:headEnd len="med" w="med" type="none"/>
            <a:tailEnd len="med" w="med" type="none"/>
          </a:ln>
        </p:spPr>
      </p:cxnSp>
      <p:cxnSp>
        <p:nvCxnSpPr>
          <p:cNvPr id="1517" name="Google Shape;1517;p41"/>
          <p:cNvCxnSpPr>
            <a:endCxn id="1500" idx="6"/>
          </p:cNvCxnSpPr>
          <p:nvPr/>
        </p:nvCxnSpPr>
        <p:spPr>
          <a:xfrm rot="10800000">
            <a:off x="5516896" y="3691677"/>
            <a:ext cx="448800" cy="0"/>
          </a:xfrm>
          <a:prstGeom prst="straightConnector1">
            <a:avLst/>
          </a:prstGeom>
          <a:noFill/>
          <a:ln cap="flat" cmpd="sng" w="9525">
            <a:solidFill>
              <a:srgbClr val="000000"/>
            </a:solidFill>
            <a:prstDash val="solid"/>
            <a:round/>
            <a:headEnd len="med" w="med" type="none"/>
            <a:tailEnd len="med" w="med" type="none"/>
          </a:ln>
        </p:spPr>
      </p:cxnSp>
      <p:grpSp>
        <p:nvGrpSpPr>
          <p:cNvPr id="1518" name="Google Shape;1518;p41"/>
          <p:cNvGrpSpPr/>
          <p:nvPr/>
        </p:nvGrpSpPr>
        <p:grpSpPr>
          <a:xfrm>
            <a:off x="6128838" y="577338"/>
            <a:ext cx="1759003" cy="859858"/>
            <a:chOff x="6128838" y="577338"/>
            <a:chExt cx="1759003" cy="859858"/>
          </a:xfrm>
        </p:grpSpPr>
        <p:sp>
          <p:nvSpPr>
            <p:cNvPr id="1519" name="Google Shape;1519;p41"/>
            <p:cNvSpPr/>
            <p:nvPr/>
          </p:nvSpPr>
          <p:spPr>
            <a:xfrm rot="2521737">
              <a:off x="7093975" y="939261"/>
              <a:ext cx="13275" cy="33150"/>
            </a:xfrm>
            <a:custGeom>
              <a:rect b="b" l="l" r="r" t="t"/>
              <a:pathLst>
                <a:path extrusionOk="0" h="1326" w="531">
                  <a:moveTo>
                    <a:pt x="232" y="0"/>
                  </a:moveTo>
                  <a:cubicBezTo>
                    <a:pt x="224" y="0"/>
                    <a:pt x="217" y="0"/>
                    <a:pt x="210" y="1"/>
                  </a:cubicBezTo>
                  <a:cubicBezTo>
                    <a:pt x="89" y="15"/>
                    <a:pt x="0" y="124"/>
                    <a:pt x="14" y="246"/>
                  </a:cubicBezTo>
                  <a:cubicBezTo>
                    <a:pt x="47" y="536"/>
                    <a:pt x="68" y="826"/>
                    <a:pt x="82" y="1117"/>
                  </a:cubicBezTo>
                  <a:cubicBezTo>
                    <a:pt x="87" y="1235"/>
                    <a:pt x="184" y="1326"/>
                    <a:pt x="303" y="1326"/>
                  </a:cubicBezTo>
                  <a:lnTo>
                    <a:pt x="313" y="1326"/>
                  </a:lnTo>
                  <a:cubicBezTo>
                    <a:pt x="437" y="1318"/>
                    <a:pt x="530" y="1216"/>
                    <a:pt x="523" y="1093"/>
                  </a:cubicBezTo>
                  <a:cubicBezTo>
                    <a:pt x="508" y="794"/>
                    <a:pt x="484" y="496"/>
                    <a:pt x="452" y="198"/>
                  </a:cubicBezTo>
                  <a:cubicBezTo>
                    <a:pt x="440" y="85"/>
                    <a:pt x="347" y="0"/>
                    <a:pt x="23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1"/>
            <p:cNvSpPr/>
            <p:nvPr/>
          </p:nvSpPr>
          <p:spPr>
            <a:xfrm rot="2521737">
              <a:off x="7125962" y="883472"/>
              <a:ext cx="18850" cy="32200"/>
            </a:xfrm>
            <a:custGeom>
              <a:rect b="b" l="l" r="r" t="t"/>
              <a:pathLst>
                <a:path extrusionOk="0" h="1288" w="754">
                  <a:moveTo>
                    <a:pt x="248" y="0"/>
                  </a:moveTo>
                  <a:cubicBezTo>
                    <a:pt x="223" y="0"/>
                    <a:pt x="198" y="4"/>
                    <a:pt x="174" y="13"/>
                  </a:cubicBezTo>
                  <a:cubicBezTo>
                    <a:pt x="59" y="55"/>
                    <a:pt x="1" y="181"/>
                    <a:pt x="40" y="296"/>
                  </a:cubicBezTo>
                  <a:cubicBezTo>
                    <a:pt x="135" y="557"/>
                    <a:pt x="221" y="834"/>
                    <a:pt x="294" y="1122"/>
                  </a:cubicBezTo>
                  <a:cubicBezTo>
                    <a:pt x="321" y="1221"/>
                    <a:pt x="409" y="1287"/>
                    <a:pt x="508" y="1287"/>
                  </a:cubicBezTo>
                  <a:cubicBezTo>
                    <a:pt x="527" y="1287"/>
                    <a:pt x="547" y="1286"/>
                    <a:pt x="564" y="1280"/>
                  </a:cubicBezTo>
                  <a:cubicBezTo>
                    <a:pt x="683" y="1251"/>
                    <a:pt x="754" y="1130"/>
                    <a:pt x="724" y="1011"/>
                  </a:cubicBezTo>
                  <a:cubicBezTo>
                    <a:pt x="646" y="712"/>
                    <a:pt x="557" y="421"/>
                    <a:pt x="457" y="146"/>
                  </a:cubicBezTo>
                  <a:cubicBezTo>
                    <a:pt x="424" y="55"/>
                    <a:pt x="338" y="0"/>
                    <a:pt x="24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1"/>
            <p:cNvSpPr/>
            <p:nvPr/>
          </p:nvSpPr>
          <p:spPr>
            <a:xfrm rot="2521737">
              <a:off x="7050055" y="988699"/>
              <a:ext cx="12750" cy="33175"/>
            </a:xfrm>
            <a:custGeom>
              <a:rect b="b" l="l" r="r" t="t"/>
              <a:pathLst>
                <a:path extrusionOk="0" h="1327" w="510">
                  <a:moveTo>
                    <a:pt x="289" y="1"/>
                  </a:moveTo>
                  <a:cubicBezTo>
                    <a:pt x="173" y="1"/>
                    <a:pt x="69" y="93"/>
                    <a:pt x="63" y="212"/>
                  </a:cubicBezTo>
                  <a:cubicBezTo>
                    <a:pt x="56" y="372"/>
                    <a:pt x="49" y="530"/>
                    <a:pt x="39" y="686"/>
                  </a:cubicBezTo>
                  <a:lnTo>
                    <a:pt x="11" y="1090"/>
                  </a:lnTo>
                  <a:cubicBezTo>
                    <a:pt x="1" y="1212"/>
                    <a:pt x="93" y="1318"/>
                    <a:pt x="213" y="1327"/>
                  </a:cubicBezTo>
                  <a:lnTo>
                    <a:pt x="230" y="1327"/>
                  </a:lnTo>
                  <a:cubicBezTo>
                    <a:pt x="347" y="1325"/>
                    <a:pt x="445" y="1237"/>
                    <a:pt x="452" y="1121"/>
                  </a:cubicBezTo>
                  <a:lnTo>
                    <a:pt x="480" y="714"/>
                  </a:lnTo>
                  <a:cubicBezTo>
                    <a:pt x="490" y="554"/>
                    <a:pt x="497" y="394"/>
                    <a:pt x="504" y="232"/>
                  </a:cubicBezTo>
                  <a:cubicBezTo>
                    <a:pt x="510" y="110"/>
                    <a:pt x="415" y="7"/>
                    <a:pt x="294" y="1"/>
                  </a:cubicBezTo>
                  <a:cubicBezTo>
                    <a:pt x="293" y="1"/>
                    <a:pt x="291" y="1"/>
                    <a:pt x="289"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1"/>
            <p:cNvSpPr/>
            <p:nvPr/>
          </p:nvSpPr>
          <p:spPr>
            <a:xfrm rot="2521737">
              <a:off x="6807275" y="600257"/>
              <a:ext cx="20050" cy="31875"/>
            </a:xfrm>
            <a:custGeom>
              <a:rect b="b" l="l" r="r" t="t"/>
              <a:pathLst>
                <a:path extrusionOk="0" h="1275" w="802">
                  <a:moveTo>
                    <a:pt x="551" y="0"/>
                  </a:moveTo>
                  <a:cubicBezTo>
                    <a:pt x="464" y="0"/>
                    <a:pt x="382" y="51"/>
                    <a:pt x="347" y="136"/>
                  </a:cubicBezTo>
                  <a:cubicBezTo>
                    <a:pt x="232" y="407"/>
                    <a:pt x="127" y="693"/>
                    <a:pt x="36" y="988"/>
                  </a:cubicBezTo>
                  <a:cubicBezTo>
                    <a:pt x="1" y="1107"/>
                    <a:pt x="69" y="1231"/>
                    <a:pt x="184" y="1266"/>
                  </a:cubicBezTo>
                  <a:cubicBezTo>
                    <a:pt x="205" y="1273"/>
                    <a:pt x="226" y="1275"/>
                    <a:pt x="249" y="1275"/>
                  </a:cubicBezTo>
                  <a:cubicBezTo>
                    <a:pt x="342" y="1275"/>
                    <a:pt x="432" y="1215"/>
                    <a:pt x="460" y="1119"/>
                  </a:cubicBezTo>
                  <a:cubicBezTo>
                    <a:pt x="545" y="839"/>
                    <a:pt x="644" y="568"/>
                    <a:pt x="754" y="309"/>
                  </a:cubicBezTo>
                  <a:cubicBezTo>
                    <a:pt x="802" y="197"/>
                    <a:pt x="751" y="66"/>
                    <a:pt x="637" y="18"/>
                  </a:cubicBezTo>
                  <a:cubicBezTo>
                    <a:pt x="609" y="6"/>
                    <a:pt x="580" y="0"/>
                    <a:pt x="551"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1"/>
            <p:cNvSpPr/>
            <p:nvPr/>
          </p:nvSpPr>
          <p:spPr>
            <a:xfrm rot="2521737">
              <a:off x="6701651" y="760735"/>
              <a:ext cx="25700" cy="28800"/>
            </a:xfrm>
            <a:custGeom>
              <a:rect b="b" l="l" r="r" t="t"/>
              <a:pathLst>
                <a:path extrusionOk="0" h="1152" w="1028">
                  <a:moveTo>
                    <a:pt x="251" y="0"/>
                  </a:moveTo>
                  <a:cubicBezTo>
                    <a:pt x="207" y="0"/>
                    <a:pt x="163" y="13"/>
                    <a:pt x="124" y="40"/>
                  </a:cubicBezTo>
                  <a:cubicBezTo>
                    <a:pt x="23" y="109"/>
                    <a:pt x="1" y="247"/>
                    <a:pt x="69" y="349"/>
                  </a:cubicBezTo>
                  <a:cubicBezTo>
                    <a:pt x="236" y="587"/>
                    <a:pt x="416" y="828"/>
                    <a:pt x="608" y="1068"/>
                  </a:cubicBezTo>
                  <a:cubicBezTo>
                    <a:pt x="652" y="1123"/>
                    <a:pt x="717" y="1151"/>
                    <a:pt x="779" y="1151"/>
                  </a:cubicBezTo>
                  <a:cubicBezTo>
                    <a:pt x="828" y="1151"/>
                    <a:pt x="877" y="1134"/>
                    <a:pt x="918" y="1103"/>
                  </a:cubicBezTo>
                  <a:cubicBezTo>
                    <a:pt x="1013" y="1027"/>
                    <a:pt x="1027" y="886"/>
                    <a:pt x="952" y="793"/>
                  </a:cubicBezTo>
                  <a:cubicBezTo>
                    <a:pt x="775" y="566"/>
                    <a:pt x="599" y="332"/>
                    <a:pt x="433" y="95"/>
                  </a:cubicBezTo>
                  <a:cubicBezTo>
                    <a:pt x="391" y="33"/>
                    <a:pt x="321" y="0"/>
                    <a:pt x="251"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1"/>
            <p:cNvSpPr/>
            <p:nvPr/>
          </p:nvSpPr>
          <p:spPr>
            <a:xfrm rot="2521737">
              <a:off x="6757743" y="638897"/>
              <a:ext cx="12750" cy="33100"/>
            </a:xfrm>
            <a:custGeom>
              <a:rect b="b" l="l" r="r" t="t"/>
              <a:pathLst>
                <a:path extrusionOk="0" h="1324" w="510">
                  <a:moveTo>
                    <a:pt x="276" y="1"/>
                  </a:moveTo>
                  <a:cubicBezTo>
                    <a:pt x="164" y="1"/>
                    <a:pt x="69" y="84"/>
                    <a:pt x="56" y="196"/>
                  </a:cubicBezTo>
                  <a:cubicBezTo>
                    <a:pt x="35" y="381"/>
                    <a:pt x="21" y="563"/>
                    <a:pt x="9" y="742"/>
                  </a:cubicBezTo>
                  <a:cubicBezTo>
                    <a:pt x="4" y="846"/>
                    <a:pt x="1" y="946"/>
                    <a:pt x="1" y="1048"/>
                  </a:cubicBezTo>
                  <a:lnTo>
                    <a:pt x="1" y="1105"/>
                  </a:lnTo>
                  <a:cubicBezTo>
                    <a:pt x="2" y="1226"/>
                    <a:pt x="101" y="1324"/>
                    <a:pt x="222" y="1324"/>
                  </a:cubicBezTo>
                  <a:lnTo>
                    <a:pt x="225" y="1324"/>
                  </a:lnTo>
                  <a:cubicBezTo>
                    <a:pt x="347" y="1322"/>
                    <a:pt x="443" y="1223"/>
                    <a:pt x="442" y="1101"/>
                  </a:cubicBezTo>
                  <a:lnTo>
                    <a:pt x="442" y="1048"/>
                  </a:lnTo>
                  <a:cubicBezTo>
                    <a:pt x="442" y="955"/>
                    <a:pt x="445" y="863"/>
                    <a:pt x="452" y="769"/>
                  </a:cubicBezTo>
                  <a:cubicBezTo>
                    <a:pt x="462" y="598"/>
                    <a:pt x="476" y="422"/>
                    <a:pt x="496" y="246"/>
                  </a:cubicBezTo>
                  <a:cubicBezTo>
                    <a:pt x="510" y="125"/>
                    <a:pt x="421" y="16"/>
                    <a:pt x="300" y="2"/>
                  </a:cubicBezTo>
                  <a:cubicBezTo>
                    <a:pt x="292" y="1"/>
                    <a:pt x="284" y="1"/>
                    <a:pt x="276"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1"/>
            <p:cNvSpPr/>
            <p:nvPr/>
          </p:nvSpPr>
          <p:spPr>
            <a:xfrm rot="2521737">
              <a:off x="6718348" y="694799"/>
              <a:ext cx="20550" cy="31650"/>
            </a:xfrm>
            <a:custGeom>
              <a:rect b="b" l="l" r="r" t="t"/>
              <a:pathLst>
                <a:path extrusionOk="0" h="1266" w="822">
                  <a:moveTo>
                    <a:pt x="248" y="0"/>
                  </a:moveTo>
                  <a:cubicBezTo>
                    <a:pt x="225" y="0"/>
                    <a:pt x="203" y="4"/>
                    <a:pt x="180" y="11"/>
                  </a:cubicBezTo>
                  <a:cubicBezTo>
                    <a:pt x="64" y="49"/>
                    <a:pt x="0" y="174"/>
                    <a:pt x="37" y="290"/>
                  </a:cubicBezTo>
                  <a:cubicBezTo>
                    <a:pt x="128" y="569"/>
                    <a:pt x="239" y="854"/>
                    <a:pt x="368" y="1137"/>
                  </a:cubicBezTo>
                  <a:cubicBezTo>
                    <a:pt x="406" y="1219"/>
                    <a:pt x="485" y="1266"/>
                    <a:pt x="570" y="1266"/>
                  </a:cubicBezTo>
                  <a:cubicBezTo>
                    <a:pt x="600" y="1266"/>
                    <a:pt x="633" y="1259"/>
                    <a:pt x="663" y="1247"/>
                  </a:cubicBezTo>
                  <a:cubicBezTo>
                    <a:pt x="775" y="1195"/>
                    <a:pt x="821" y="1064"/>
                    <a:pt x="770" y="954"/>
                  </a:cubicBezTo>
                  <a:cubicBezTo>
                    <a:pt x="648" y="687"/>
                    <a:pt x="544" y="419"/>
                    <a:pt x="458" y="155"/>
                  </a:cubicBezTo>
                  <a:cubicBezTo>
                    <a:pt x="429" y="60"/>
                    <a:pt x="341" y="0"/>
                    <a:pt x="24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1"/>
            <p:cNvSpPr/>
            <p:nvPr/>
          </p:nvSpPr>
          <p:spPr>
            <a:xfrm rot="2521737">
              <a:off x="7018832" y="1307378"/>
              <a:ext cx="33725" cy="15875"/>
            </a:xfrm>
            <a:custGeom>
              <a:rect b="b" l="l" r="r" t="t"/>
              <a:pathLst>
                <a:path extrusionOk="0" h="635" w="1349">
                  <a:moveTo>
                    <a:pt x="1106" y="0"/>
                  </a:moveTo>
                  <a:cubicBezTo>
                    <a:pt x="1090" y="0"/>
                    <a:pt x="1072" y="2"/>
                    <a:pt x="1055" y="6"/>
                  </a:cubicBezTo>
                  <a:cubicBezTo>
                    <a:pt x="770" y="74"/>
                    <a:pt x="484" y="136"/>
                    <a:pt x="197" y="196"/>
                  </a:cubicBezTo>
                  <a:cubicBezTo>
                    <a:pt x="78" y="222"/>
                    <a:pt x="0" y="338"/>
                    <a:pt x="26" y="457"/>
                  </a:cubicBezTo>
                  <a:cubicBezTo>
                    <a:pt x="47" y="562"/>
                    <a:pt x="139" y="634"/>
                    <a:pt x="241" y="634"/>
                  </a:cubicBezTo>
                  <a:cubicBezTo>
                    <a:pt x="257" y="634"/>
                    <a:pt x="271" y="633"/>
                    <a:pt x="285" y="629"/>
                  </a:cubicBezTo>
                  <a:cubicBezTo>
                    <a:pt x="576" y="569"/>
                    <a:pt x="867" y="505"/>
                    <a:pt x="1156" y="437"/>
                  </a:cubicBezTo>
                  <a:cubicBezTo>
                    <a:pt x="1275" y="409"/>
                    <a:pt x="1349" y="290"/>
                    <a:pt x="1320" y="172"/>
                  </a:cubicBezTo>
                  <a:cubicBezTo>
                    <a:pt x="1296" y="70"/>
                    <a:pt x="1207" y="0"/>
                    <a:pt x="110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1"/>
            <p:cNvSpPr/>
            <p:nvPr/>
          </p:nvSpPr>
          <p:spPr>
            <a:xfrm rot="2521737">
              <a:off x="6962674" y="1273035"/>
              <a:ext cx="33775" cy="13900"/>
            </a:xfrm>
            <a:custGeom>
              <a:rect b="b" l="l" r="r" t="t"/>
              <a:pathLst>
                <a:path extrusionOk="0" h="556" w="1351">
                  <a:moveTo>
                    <a:pt x="1113" y="0"/>
                  </a:moveTo>
                  <a:cubicBezTo>
                    <a:pt x="1103" y="0"/>
                    <a:pt x="1092" y="1"/>
                    <a:pt x="1082" y="2"/>
                  </a:cubicBezTo>
                  <a:cubicBezTo>
                    <a:pt x="791" y="43"/>
                    <a:pt x="501" y="80"/>
                    <a:pt x="210" y="114"/>
                  </a:cubicBezTo>
                  <a:cubicBezTo>
                    <a:pt x="88" y="128"/>
                    <a:pt x="0" y="239"/>
                    <a:pt x="14" y="360"/>
                  </a:cubicBezTo>
                  <a:cubicBezTo>
                    <a:pt x="27" y="473"/>
                    <a:pt x="123" y="555"/>
                    <a:pt x="234" y="555"/>
                  </a:cubicBezTo>
                  <a:cubicBezTo>
                    <a:pt x="244" y="555"/>
                    <a:pt x="251" y="555"/>
                    <a:pt x="260" y="554"/>
                  </a:cubicBezTo>
                  <a:cubicBezTo>
                    <a:pt x="553" y="520"/>
                    <a:pt x="850" y="483"/>
                    <a:pt x="1143" y="440"/>
                  </a:cubicBezTo>
                  <a:cubicBezTo>
                    <a:pt x="1264" y="423"/>
                    <a:pt x="1350" y="311"/>
                    <a:pt x="1332" y="191"/>
                  </a:cubicBezTo>
                  <a:cubicBezTo>
                    <a:pt x="1317" y="81"/>
                    <a:pt x="1220" y="0"/>
                    <a:pt x="111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1"/>
            <p:cNvSpPr/>
            <p:nvPr/>
          </p:nvSpPr>
          <p:spPr>
            <a:xfrm rot="2521737">
              <a:off x="6910180" y="1233854"/>
              <a:ext cx="33425" cy="11825"/>
            </a:xfrm>
            <a:custGeom>
              <a:rect b="b" l="l" r="r" t="t"/>
              <a:pathLst>
                <a:path extrusionOk="0" h="473" w="1337">
                  <a:moveTo>
                    <a:pt x="1105" y="0"/>
                  </a:moveTo>
                  <a:cubicBezTo>
                    <a:pt x="1102" y="0"/>
                    <a:pt x="1099" y="0"/>
                    <a:pt x="1096" y="1"/>
                  </a:cubicBezTo>
                  <a:cubicBezTo>
                    <a:pt x="804" y="15"/>
                    <a:pt x="512" y="26"/>
                    <a:pt x="220" y="32"/>
                  </a:cubicBezTo>
                  <a:cubicBezTo>
                    <a:pt x="97" y="33"/>
                    <a:pt x="0" y="134"/>
                    <a:pt x="3" y="256"/>
                  </a:cubicBezTo>
                  <a:cubicBezTo>
                    <a:pt x="5" y="376"/>
                    <a:pt x="104" y="473"/>
                    <a:pt x="224" y="473"/>
                  </a:cubicBezTo>
                  <a:lnTo>
                    <a:pt x="229" y="473"/>
                  </a:lnTo>
                  <a:cubicBezTo>
                    <a:pt x="525" y="467"/>
                    <a:pt x="823" y="457"/>
                    <a:pt x="1121" y="440"/>
                  </a:cubicBezTo>
                  <a:cubicBezTo>
                    <a:pt x="1243" y="433"/>
                    <a:pt x="1336" y="331"/>
                    <a:pt x="1329" y="209"/>
                  </a:cubicBezTo>
                  <a:cubicBezTo>
                    <a:pt x="1322" y="91"/>
                    <a:pt x="1224" y="0"/>
                    <a:pt x="1105"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1"/>
            <p:cNvSpPr/>
            <p:nvPr/>
          </p:nvSpPr>
          <p:spPr>
            <a:xfrm rot="2521737">
              <a:off x="6946260" y="1074191"/>
              <a:ext cx="17250" cy="32700"/>
            </a:xfrm>
            <a:custGeom>
              <a:rect b="b" l="l" r="r" t="t"/>
              <a:pathLst>
                <a:path extrusionOk="0" h="1308" w="690">
                  <a:moveTo>
                    <a:pt x="446" y="0"/>
                  </a:moveTo>
                  <a:cubicBezTo>
                    <a:pt x="345" y="0"/>
                    <a:pt x="253" y="72"/>
                    <a:pt x="232" y="176"/>
                  </a:cubicBezTo>
                  <a:cubicBezTo>
                    <a:pt x="170" y="461"/>
                    <a:pt x="101" y="747"/>
                    <a:pt x="31" y="1031"/>
                  </a:cubicBezTo>
                  <a:cubicBezTo>
                    <a:pt x="1" y="1149"/>
                    <a:pt x="73" y="1269"/>
                    <a:pt x="191" y="1300"/>
                  </a:cubicBezTo>
                  <a:cubicBezTo>
                    <a:pt x="208" y="1305"/>
                    <a:pt x="228" y="1307"/>
                    <a:pt x="246" y="1307"/>
                  </a:cubicBezTo>
                  <a:cubicBezTo>
                    <a:pt x="345" y="1303"/>
                    <a:pt x="435" y="1238"/>
                    <a:pt x="460" y="1137"/>
                  </a:cubicBezTo>
                  <a:cubicBezTo>
                    <a:pt x="533" y="848"/>
                    <a:pt x="601" y="559"/>
                    <a:pt x="664" y="268"/>
                  </a:cubicBezTo>
                  <a:cubicBezTo>
                    <a:pt x="690" y="149"/>
                    <a:pt x="615" y="31"/>
                    <a:pt x="494" y="6"/>
                  </a:cubicBezTo>
                  <a:cubicBezTo>
                    <a:pt x="478" y="2"/>
                    <a:pt x="462" y="0"/>
                    <a:pt x="44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1"/>
            <p:cNvSpPr/>
            <p:nvPr/>
          </p:nvSpPr>
          <p:spPr>
            <a:xfrm rot="2521737">
              <a:off x="6693949" y="1163388"/>
              <a:ext cx="28175" cy="26450"/>
            </a:xfrm>
            <a:custGeom>
              <a:rect b="b" l="l" r="r" t="t"/>
              <a:pathLst>
                <a:path extrusionOk="0" h="1058" w="1127">
                  <a:moveTo>
                    <a:pt x="881" y="1"/>
                  </a:moveTo>
                  <a:cubicBezTo>
                    <a:pt x="823" y="1"/>
                    <a:pt x="767" y="23"/>
                    <a:pt x="724" y="66"/>
                  </a:cubicBezTo>
                  <a:cubicBezTo>
                    <a:pt x="519" y="275"/>
                    <a:pt x="311" y="478"/>
                    <a:pt x="95" y="675"/>
                  </a:cubicBezTo>
                  <a:cubicBezTo>
                    <a:pt x="6" y="759"/>
                    <a:pt x="0" y="897"/>
                    <a:pt x="84" y="987"/>
                  </a:cubicBezTo>
                  <a:cubicBezTo>
                    <a:pt x="128" y="1035"/>
                    <a:pt x="186" y="1058"/>
                    <a:pt x="247" y="1058"/>
                  </a:cubicBezTo>
                  <a:cubicBezTo>
                    <a:pt x="300" y="1058"/>
                    <a:pt x="355" y="1038"/>
                    <a:pt x="397" y="1000"/>
                  </a:cubicBezTo>
                  <a:cubicBezTo>
                    <a:pt x="617" y="797"/>
                    <a:pt x="831" y="590"/>
                    <a:pt x="1041" y="377"/>
                  </a:cubicBezTo>
                  <a:cubicBezTo>
                    <a:pt x="1126" y="291"/>
                    <a:pt x="1126" y="150"/>
                    <a:pt x="1038" y="65"/>
                  </a:cubicBezTo>
                  <a:cubicBezTo>
                    <a:pt x="994" y="22"/>
                    <a:pt x="937" y="1"/>
                    <a:pt x="881"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1"/>
            <p:cNvSpPr/>
            <p:nvPr/>
          </p:nvSpPr>
          <p:spPr>
            <a:xfrm rot="2521737">
              <a:off x="7125361" y="760803"/>
              <a:ext cx="32350" cy="21025"/>
            </a:xfrm>
            <a:custGeom>
              <a:rect b="b" l="l" r="r" t="t"/>
              <a:pathLst>
                <a:path extrusionOk="0" h="841" w="1294">
                  <a:moveTo>
                    <a:pt x="252" y="0"/>
                  </a:moveTo>
                  <a:cubicBezTo>
                    <a:pt x="167" y="0"/>
                    <a:pt x="86" y="49"/>
                    <a:pt x="50" y="131"/>
                  </a:cubicBezTo>
                  <a:cubicBezTo>
                    <a:pt x="0" y="245"/>
                    <a:pt x="50" y="374"/>
                    <a:pt x="162" y="424"/>
                  </a:cubicBezTo>
                  <a:cubicBezTo>
                    <a:pt x="426" y="543"/>
                    <a:pt x="687" y="672"/>
                    <a:pt x="932" y="812"/>
                  </a:cubicBezTo>
                  <a:cubicBezTo>
                    <a:pt x="966" y="832"/>
                    <a:pt x="1006" y="840"/>
                    <a:pt x="1041" y="840"/>
                  </a:cubicBezTo>
                  <a:cubicBezTo>
                    <a:pt x="1116" y="840"/>
                    <a:pt x="1193" y="799"/>
                    <a:pt x="1234" y="728"/>
                  </a:cubicBezTo>
                  <a:cubicBezTo>
                    <a:pt x="1293" y="622"/>
                    <a:pt x="1257" y="487"/>
                    <a:pt x="1150" y="428"/>
                  </a:cubicBezTo>
                  <a:cubicBezTo>
                    <a:pt x="892" y="280"/>
                    <a:pt x="618" y="144"/>
                    <a:pt x="342" y="19"/>
                  </a:cubicBezTo>
                  <a:cubicBezTo>
                    <a:pt x="313" y="6"/>
                    <a:pt x="282" y="0"/>
                    <a:pt x="25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1"/>
            <p:cNvSpPr/>
            <p:nvPr/>
          </p:nvSpPr>
          <p:spPr>
            <a:xfrm rot="2521737">
              <a:off x="6888352" y="1109187"/>
              <a:ext cx="20075" cy="31875"/>
            </a:xfrm>
            <a:custGeom>
              <a:rect b="b" l="l" r="r" t="t"/>
              <a:pathLst>
                <a:path extrusionOk="0" h="1275" w="803">
                  <a:moveTo>
                    <a:pt x="553" y="1"/>
                  </a:moveTo>
                  <a:cubicBezTo>
                    <a:pt x="461" y="1"/>
                    <a:pt x="375" y="59"/>
                    <a:pt x="343" y="150"/>
                  </a:cubicBezTo>
                  <a:cubicBezTo>
                    <a:pt x="250" y="427"/>
                    <a:pt x="150" y="700"/>
                    <a:pt x="44" y="973"/>
                  </a:cubicBezTo>
                  <a:cubicBezTo>
                    <a:pt x="0" y="1086"/>
                    <a:pt x="57" y="1214"/>
                    <a:pt x="170" y="1258"/>
                  </a:cubicBezTo>
                  <a:cubicBezTo>
                    <a:pt x="197" y="1269"/>
                    <a:pt x="223" y="1275"/>
                    <a:pt x="250" y="1275"/>
                  </a:cubicBezTo>
                  <a:cubicBezTo>
                    <a:pt x="339" y="1275"/>
                    <a:pt x="421" y="1221"/>
                    <a:pt x="455" y="1133"/>
                  </a:cubicBezTo>
                  <a:cubicBezTo>
                    <a:pt x="563" y="854"/>
                    <a:pt x="667" y="574"/>
                    <a:pt x="762" y="292"/>
                  </a:cubicBezTo>
                  <a:cubicBezTo>
                    <a:pt x="803" y="179"/>
                    <a:pt x="740" y="52"/>
                    <a:pt x="624" y="13"/>
                  </a:cubicBezTo>
                  <a:cubicBezTo>
                    <a:pt x="601" y="4"/>
                    <a:pt x="577" y="1"/>
                    <a:pt x="55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1"/>
            <p:cNvSpPr/>
            <p:nvPr/>
          </p:nvSpPr>
          <p:spPr>
            <a:xfrm rot="2521737">
              <a:off x="7139526" y="821841"/>
              <a:ext cx="26175" cy="28400"/>
            </a:xfrm>
            <a:custGeom>
              <a:rect b="b" l="l" r="r" t="t"/>
              <a:pathLst>
                <a:path extrusionOk="0" h="1136" w="1047">
                  <a:moveTo>
                    <a:pt x="247" y="0"/>
                  </a:moveTo>
                  <a:cubicBezTo>
                    <a:pt x="193" y="0"/>
                    <a:pt x="139" y="20"/>
                    <a:pt x="97" y="59"/>
                  </a:cubicBezTo>
                  <a:cubicBezTo>
                    <a:pt x="7" y="143"/>
                    <a:pt x="1" y="283"/>
                    <a:pt x="85" y="371"/>
                  </a:cubicBezTo>
                  <a:cubicBezTo>
                    <a:pt x="275" y="575"/>
                    <a:pt x="452" y="801"/>
                    <a:pt x="611" y="1039"/>
                  </a:cubicBezTo>
                  <a:cubicBezTo>
                    <a:pt x="653" y="1103"/>
                    <a:pt x="723" y="1135"/>
                    <a:pt x="794" y="1135"/>
                  </a:cubicBezTo>
                  <a:cubicBezTo>
                    <a:pt x="836" y="1135"/>
                    <a:pt x="879" y="1124"/>
                    <a:pt x="918" y="1099"/>
                  </a:cubicBezTo>
                  <a:cubicBezTo>
                    <a:pt x="1019" y="1031"/>
                    <a:pt x="1046" y="893"/>
                    <a:pt x="978" y="792"/>
                  </a:cubicBezTo>
                  <a:cubicBezTo>
                    <a:pt x="804" y="534"/>
                    <a:pt x="612" y="293"/>
                    <a:pt x="409" y="72"/>
                  </a:cubicBezTo>
                  <a:cubicBezTo>
                    <a:pt x="365" y="24"/>
                    <a:pt x="306" y="0"/>
                    <a:pt x="247"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1"/>
            <p:cNvSpPr/>
            <p:nvPr/>
          </p:nvSpPr>
          <p:spPr>
            <a:xfrm rot="2521737">
              <a:off x="6131237" y="767340"/>
              <a:ext cx="32950" cy="19825"/>
            </a:xfrm>
            <a:custGeom>
              <a:rect b="b" l="l" r="r" t="t"/>
              <a:pathLst>
                <a:path extrusionOk="0" h="793" w="1318">
                  <a:moveTo>
                    <a:pt x="253" y="0"/>
                  </a:moveTo>
                  <a:cubicBezTo>
                    <a:pt x="168" y="0"/>
                    <a:pt x="87" y="49"/>
                    <a:pt x="50" y="131"/>
                  </a:cubicBezTo>
                  <a:cubicBezTo>
                    <a:pt x="0" y="243"/>
                    <a:pt x="51" y="374"/>
                    <a:pt x="164" y="423"/>
                  </a:cubicBezTo>
                  <a:cubicBezTo>
                    <a:pt x="434" y="544"/>
                    <a:pt x="708" y="662"/>
                    <a:pt x="983" y="775"/>
                  </a:cubicBezTo>
                  <a:cubicBezTo>
                    <a:pt x="1012" y="785"/>
                    <a:pt x="1040" y="792"/>
                    <a:pt x="1068" y="792"/>
                  </a:cubicBezTo>
                  <a:cubicBezTo>
                    <a:pt x="1155" y="792"/>
                    <a:pt x="1236" y="741"/>
                    <a:pt x="1271" y="656"/>
                  </a:cubicBezTo>
                  <a:cubicBezTo>
                    <a:pt x="1318" y="543"/>
                    <a:pt x="1264" y="413"/>
                    <a:pt x="1151" y="367"/>
                  </a:cubicBezTo>
                  <a:cubicBezTo>
                    <a:pt x="880" y="255"/>
                    <a:pt x="610" y="140"/>
                    <a:pt x="342" y="19"/>
                  </a:cubicBezTo>
                  <a:cubicBezTo>
                    <a:pt x="313" y="6"/>
                    <a:pt x="283" y="0"/>
                    <a:pt x="25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1"/>
            <p:cNvSpPr/>
            <p:nvPr/>
          </p:nvSpPr>
          <p:spPr>
            <a:xfrm rot="2521737">
              <a:off x="6861396" y="1188416"/>
              <a:ext cx="33500" cy="12475"/>
            </a:xfrm>
            <a:custGeom>
              <a:rect b="b" l="l" r="r" t="t"/>
              <a:pathLst>
                <a:path extrusionOk="0" h="499" w="1340">
                  <a:moveTo>
                    <a:pt x="229" y="1"/>
                  </a:moveTo>
                  <a:cubicBezTo>
                    <a:pt x="116" y="1"/>
                    <a:pt x="17" y="89"/>
                    <a:pt x="9" y="205"/>
                  </a:cubicBezTo>
                  <a:cubicBezTo>
                    <a:pt x="1" y="328"/>
                    <a:pt x="91" y="434"/>
                    <a:pt x="213" y="443"/>
                  </a:cubicBezTo>
                  <a:cubicBezTo>
                    <a:pt x="510" y="465"/>
                    <a:pt x="805" y="485"/>
                    <a:pt x="1103" y="498"/>
                  </a:cubicBezTo>
                  <a:lnTo>
                    <a:pt x="1114" y="498"/>
                  </a:lnTo>
                  <a:cubicBezTo>
                    <a:pt x="1230" y="498"/>
                    <a:pt x="1328" y="406"/>
                    <a:pt x="1335" y="287"/>
                  </a:cubicBezTo>
                  <a:cubicBezTo>
                    <a:pt x="1339" y="165"/>
                    <a:pt x="1244" y="61"/>
                    <a:pt x="1122" y="56"/>
                  </a:cubicBezTo>
                  <a:cubicBezTo>
                    <a:pt x="830" y="44"/>
                    <a:pt x="540" y="24"/>
                    <a:pt x="247" y="2"/>
                  </a:cubicBezTo>
                  <a:cubicBezTo>
                    <a:pt x="241" y="1"/>
                    <a:pt x="235" y="1"/>
                    <a:pt x="229"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1"/>
            <p:cNvSpPr/>
            <p:nvPr/>
          </p:nvSpPr>
          <p:spPr>
            <a:xfrm rot="2521737">
              <a:off x="7000129" y="1033539"/>
              <a:ext cx="14775" cy="33025"/>
            </a:xfrm>
            <a:custGeom>
              <a:rect b="b" l="l" r="r" t="t"/>
              <a:pathLst>
                <a:path extrusionOk="0" h="1321" w="591">
                  <a:moveTo>
                    <a:pt x="355" y="1"/>
                  </a:moveTo>
                  <a:cubicBezTo>
                    <a:pt x="243" y="1"/>
                    <a:pt x="150" y="86"/>
                    <a:pt x="137" y="197"/>
                  </a:cubicBezTo>
                  <a:cubicBezTo>
                    <a:pt x="101" y="488"/>
                    <a:pt x="62" y="778"/>
                    <a:pt x="18" y="1066"/>
                  </a:cubicBezTo>
                  <a:cubicBezTo>
                    <a:pt x="1" y="1187"/>
                    <a:pt x="83" y="1300"/>
                    <a:pt x="204" y="1319"/>
                  </a:cubicBezTo>
                  <a:cubicBezTo>
                    <a:pt x="215" y="1320"/>
                    <a:pt x="228" y="1320"/>
                    <a:pt x="238" y="1320"/>
                  </a:cubicBezTo>
                  <a:cubicBezTo>
                    <a:pt x="345" y="1320"/>
                    <a:pt x="440" y="1242"/>
                    <a:pt x="456" y="1133"/>
                  </a:cubicBezTo>
                  <a:cubicBezTo>
                    <a:pt x="500" y="838"/>
                    <a:pt x="541" y="544"/>
                    <a:pt x="576" y="249"/>
                  </a:cubicBezTo>
                  <a:cubicBezTo>
                    <a:pt x="591" y="129"/>
                    <a:pt x="506" y="17"/>
                    <a:pt x="384" y="3"/>
                  </a:cubicBezTo>
                  <a:cubicBezTo>
                    <a:pt x="374" y="1"/>
                    <a:pt x="365" y="1"/>
                    <a:pt x="355"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1"/>
            <p:cNvSpPr/>
            <p:nvPr/>
          </p:nvSpPr>
          <p:spPr>
            <a:xfrm rot="2521737">
              <a:off x="6815165" y="1132530"/>
              <a:ext cx="35850" cy="30575"/>
            </a:xfrm>
            <a:custGeom>
              <a:rect b="b" l="l" r="r" t="t"/>
              <a:pathLst>
                <a:path extrusionOk="0" h="1223" w="1434">
                  <a:moveTo>
                    <a:pt x="1181" y="0"/>
                  </a:moveTo>
                  <a:cubicBezTo>
                    <a:pt x="1101" y="0"/>
                    <a:pt x="1022" y="44"/>
                    <a:pt x="983" y="120"/>
                  </a:cubicBezTo>
                  <a:cubicBezTo>
                    <a:pt x="952" y="184"/>
                    <a:pt x="919" y="247"/>
                    <a:pt x="885" y="310"/>
                  </a:cubicBezTo>
                  <a:cubicBezTo>
                    <a:pt x="684" y="279"/>
                    <a:pt x="481" y="244"/>
                    <a:pt x="281" y="206"/>
                  </a:cubicBezTo>
                  <a:cubicBezTo>
                    <a:pt x="267" y="203"/>
                    <a:pt x="252" y="201"/>
                    <a:pt x="238" y="201"/>
                  </a:cubicBezTo>
                  <a:cubicBezTo>
                    <a:pt x="134" y="201"/>
                    <a:pt x="43" y="277"/>
                    <a:pt x="24" y="383"/>
                  </a:cubicBezTo>
                  <a:cubicBezTo>
                    <a:pt x="0" y="503"/>
                    <a:pt x="81" y="620"/>
                    <a:pt x="202" y="641"/>
                  </a:cubicBezTo>
                  <a:cubicBezTo>
                    <a:pt x="355" y="669"/>
                    <a:pt x="509" y="695"/>
                    <a:pt x="665" y="722"/>
                  </a:cubicBezTo>
                  <a:lnTo>
                    <a:pt x="623" y="797"/>
                  </a:lnTo>
                  <a:lnTo>
                    <a:pt x="570" y="890"/>
                  </a:lnTo>
                  <a:cubicBezTo>
                    <a:pt x="509" y="997"/>
                    <a:pt x="545" y="1132"/>
                    <a:pt x="651" y="1191"/>
                  </a:cubicBezTo>
                  <a:cubicBezTo>
                    <a:pt x="687" y="1211"/>
                    <a:pt x="725" y="1222"/>
                    <a:pt x="762" y="1222"/>
                  </a:cubicBezTo>
                  <a:cubicBezTo>
                    <a:pt x="838" y="1222"/>
                    <a:pt x="912" y="1183"/>
                    <a:pt x="953" y="1110"/>
                  </a:cubicBezTo>
                  <a:lnTo>
                    <a:pt x="1008" y="1012"/>
                  </a:lnTo>
                  <a:cubicBezTo>
                    <a:pt x="1051" y="939"/>
                    <a:pt x="1091" y="864"/>
                    <a:pt x="1132" y="790"/>
                  </a:cubicBezTo>
                  <a:cubicBezTo>
                    <a:pt x="1231" y="780"/>
                    <a:pt x="1316" y="705"/>
                    <a:pt x="1332" y="601"/>
                  </a:cubicBezTo>
                  <a:cubicBezTo>
                    <a:pt x="1339" y="552"/>
                    <a:pt x="1330" y="502"/>
                    <a:pt x="1306" y="461"/>
                  </a:cubicBezTo>
                  <a:cubicBezTo>
                    <a:pt x="1330" y="415"/>
                    <a:pt x="1353" y="367"/>
                    <a:pt x="1377" y="322"/>
                  </a:cubicBezTo>
                  <a:cubicBezTo>
                    <a:pt x="1434" y="211"/>
                    <a:pt x="1389" y="78"/>
                    <a:pt x="1281" y="24"/>
                  </a:cubicBezTo>
                  <a:cubicBezTo>
                    <a:pt x="1249" y="8"/>
                    <a:pt x="1215" y="0"/>
                    <a:pt x="1181"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1"/>
            <p:cNvSpPr/>
            <p:nvPr/>
          </p:nvSpPr>
          <p:spPr>
            <a:xfrm rot="2521737">
              <a:off x="6760940" y="1155012"/>
              <a:ext cx="25900" cy="28700"/>
            </a:xfrm>
            <a:custGeom>
              <a:rect b="b" l="l" r="r" t="t"/>
              <a:pathLst>
                <a:path extrusionOk="0" h="1148" w="1036">
                  <a:moveTo>
                    <a:pt x="787" y="1"/>
                  </a:moveTo>
                  <a:cubicBezTo>
                    <a:pt x="717" y="1"/>
                    <a:pt x="649" y="33"/>
                    <a:pt x="606" y="94"/>
                  </a:cubicBezTo>
                  <a:cubicBezTo>
                    <a:pt x="436" y="329"/>
                    <a:pt x="259" y="562"/>
                    <a:pt x="77" y="789"/>
                  </a:cubicBezTo>
                  <a:cubicBezTo>
                    <a:pt x="0" y="884"/>
                    <a:pt x="15" y="1023"/>
                    <a:pt x="110" y="1098"/>
                  </a:cubicBezTo>
                  <a:cubicBezTo>
                    <a:pt x="151" y="1132"/>
                    <a:pt x="200" y="1147"/>
                    <a:pt x="249" y="1147"/>
                  </a:cubicBezTo>
                  <a:cubicBezTo>
                    <a:pt x="314" y="1147"/>
                    <a:pt x="378" y="1119"/>
                    <a:pt x="420" y="1065"/>
                  </a:cubicBezTo>
                  <a:cubicBezTo>
                    <a:pt x="609" y="833"/>
                    <a:pt x="789" y="594"/>
                    <a:pt x="965" y="352"/>
                  </a:cubicBezTo>
                  <a:cubicBezTo>
                    <a:pt x="1036" y="253"/>
                    <a:pt x="1014" y="114"/>
                    <a:pt x="915" y="43"/>
                  </a:cubicBezTo>
                  <a:cubicBezTo>
                    <a:pt x="876" y="14"/>
                    <a:pt x="831" y="1"/>
                    <a:pt x="78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1"/>
            <p:cNvSpPr/>
            <p:nvPr/>
          </p:nvSpPr>
          <p:spPr>
            <a:xfrm rot="2521737">
              <a:off x="6161050" y="827257"/>
              <a:ext cx="33400" cy="18250"/>
            </a:xfrm>
            <a:custGeom>
              <a:rect b="b" l="l" r="r" t="t"/>
              <a:pathLst>
                <a:path extrusionOk="0" h="730" w="1336">
                  <a:moveTo>
                    <a:pt x="249" y="0"/>
                  </a:moveTo>
                  <a:cubicBezTo>
                    <a:pt x="158" y="0"/>
                    <a:pt x="74" y="58"/>
                    <a:pt x="42" y="148"/>
                  </a:cubicBezTo>
                  <a:cubicBezTo>
                    <a:pt x="1" y="263"/>
                    <a:pt x="62" y="390"/>
                    <a:pt x="177" y="431"/>
                  </a:cubicBezTo>
                  <a:cubicBezTo>
                    <a:pt x="456" y="530"/>
                    <a:pt x="737" y="628"/>
                    <a:pt x="1019" y="720"/>
                  </a:cubicBezTo>
                  <a:cubicBezTo>
                    <a:pt x="1042" y="727"/>
                    <a:pt x="1065" y="730"/>
                    <a:pt x="1087" y="730"/>
                  </a:cubicBezTo>
                  <a:cubicBezTo>
                    <a:pt x="1182" y="730"/>
                    <a:pt x="1267" y="672"/>
                    <a:pt x="1298" y="578"/>
                  </a:cubicBezTo>
                  <a:cubicBezTo>
                    <a:pt x="1335" y="462"/>
                    <a:pt x="1272" y="338"/>
                    <a:pt x="1155" y="299"/>
                  </a:cubicBezTo>
                  <a:cubicBezTo>
                    <a:pt x="877" y="209"/>
                    <a:pt x="601" y="113"/>
                    <a:pt x="324" y="14"/>
                  </a:cubicBezTo>
                  <a:cubicBezTo>
                    <a:pt x="299" y="5"/>
                    <a:pt x="274" y="0"/>
                    <a:pt x="249"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1"/>
            <p:cNvSpPr/>
            <p:nvPr/>
          </p:nvSpPr>
          <p:spPr>
            <a:xfrm rot="2521737">
              <a:off x="7795288" y="1339296"/>
              <a:ext cx="23425" cy="30425"/>
            </a:xfrm>
            <a:custGeom>
              <a:rect b="b" l="l" r="r" t="t"/>
              <a:pathLst>
                <a:path extrusionOk="0" h="1217" w="937">
                  <a:moveTo>
                    <a:pt x="683" y="1"/>
                  </a:moveTo>
                  <a:cubicBezTo>
                    <a:pt x="604" y="1"/>
                    <a:pt x="527" y="43"/>
                    <a:pt x="488" y="116"/>
                  </a:cubicBezTo>
                  <a:cubicBezTo>
                    <a:pt x="348" y="374"/>
                    <a:pt x="206" y="632"/>
                    <a:pt x="61" y="888"/>
                  </a:cubicBezTo>
                  <a:cubicBezTo>
                    <a:pt x="0" y="994"/>
                    <a:pt x="38" y="1129"/>
                    <a:pt x="145" y="1188"/>
                  </a:cubicBezTo>
                  <a:cubicBezTo>
                    <a:pt x="177" y="1208"/>
                    <a:pt x="216" y="1217"/>
                    <a:pt x="253" y="1217"/>
                  </a:cubicBezTo>
                  <a:cubicBezTo>
                    <a:pt x="329" y="1217"/>
                    <a:pt x="404" y="1175"/>
                    <a:pt x="445" y="1105"/>
                  </a:cubicBezTo>
                  <a:cubicBezTo>
                    <a:pt x="591" y="846"/>
                    <a:pt x="735" y="587"/>
                    <a:pt x="875" y="327"/>
                  </a:cubicBezTo>
                  <a:cubicBezTo>
                    <a:pt x="936" y="218"/>
                    <a:pt x="896" y="86"/>
                    <a:pt x="787" y="27"/>
                  </a:cubicBezTo>
                  <a:cubicBezTo>
                    <a:pt x="754" y="9"/>
                    <a:pt x="718" y="1"/>
                    <a:pt x="68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1"/>
            <p:cNvSpPr/>
            <p:nvPr/>
          </p:nvSpPr>
          <p:spPr>
            <a:xfrm rot="2521737">
              <a:off x="6723245" y="960438"/>
              <a:ext cx="31850" cy="22000"/>
            </a:xfrm>
            <a:custGeom>
              <a:rect b="b" l="l" r="r" t="t"/>
              <a:pathLst>
                <a:path extrusionOk="0" h="880" w="1274">
                  <a:moveTo>
                    <a:pt x="253" y="1"/>
                  </a:moveTo>
                  <a:cubicBezTo>
                    <a:pt x="178" y="1"/>
                    <a:pt x="104" y="39"/>
                    <a:pt x="63" y="108"/>
                  </a:cubicBezTo>
                  <a:cubicBezTo>
                    <a:pt x="0" y="213"/>
                    <a:pt x="35" y="349"/>
                    <a:pt x="139" y="411"/>
                  </a:cubicBezTo>
                  <a:cubicBezTo>
                    <a:pt x="396" y="563"/>
                    <a:pt x="654" y="712"/>
                    <a:pt x="917" y="852"/>
                  </a:cubicBezTo>
                  <a:cubicBezTo>
                    <a:pt x="948" y="871"/>
                    <a:pt x="985" y="879"/>
                    <a:pt x="1020" y="879"/>
                  </a:cubicBezTo>
                  <a:cubicBezTo>
                    <a:pt x="1098" y="879"/>
                    <a:pt x="1175" y="837"/>
                    <a:pt x="1214" y="764"/>
                  </a:cubicBezTo>
                  <a:cubicBezTo>
                    <a:pt x="1274" y="656"/>
                    <a:pt x="1233" y="523"/>
                    <a:pt x="1126" y="465"/>
                  </a:cubicBezTo>
                  <a:cubicBezTo>
                    <a:pt x="870" y="326"/>
                    <a:pt x="616" y="183"/>
                    <a:pt x="366" y="31"/>
                  </a:cubicBezTo>
                  <a:cubicBezTo>
                    <a:pt x="331" y="11"/>
                    <a:pt x="292" y="1"/>
                    <a:pt x="25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1"/>
            <p:cNvSpPr/>
            <p:nvPr/>
          </p:nvSpPr>
          <p:spPr>
            <a:xfrm rot="2521737">
              <a:off x="6560402" y="1152342"/>
              <a:ext cx="32050" cy="21650"/>
            </a:xfrm>
            <a:custGeom>
              <a:rect b="b" l="l" r="r" t="t"/>
              <a:pathLst>
                <a:path extrusionOk="0" h="866" w="1282">
                  <a:moveTo>
                    <a:pt x="1028" y="1"/>
                  </a:moveTo>
                  <a:cubicBezTo>
                    <a:pt x="991" y="1"/>
                    <a:pt x="953" y="10"/>
                    <a:pt x="919" y="29"/>
                  </a:cubicBezTo>
                  <a:cubicBezTo>
                    <a:pt x="667" y="175"/>
                    <a:pt x="412" y="316"/>
                    <a:pt x="151" y="450"/>
                  </a:cubicBezTo>
                  <a:cubicBezTo>
                    <a:pt x="43" y="507"/>
                    <a:pt x="0" y="639"/>
                    <a:pt x="57" y="748"/>
                  </a:cubicBezTo>
                  <a:cubicBezTo>
                    <a:pt x="95" y="823"/>
                    <a:pt x="173" y="866"/>
                    <a:pt x="253" y="866"/>
                  </a:cubicBezTo>
                  <a:cubicBezTo>
                    <a:pt x="287" y="866"/>
                    <a:pt x="322" y="857"/>
                    <a:pt x="355" y="842"/>
                  </a:cubicBezTo>
                  <a:cubicBezTo>
                    <a:pt x="619" y="703"/>
                    <a:pt x="881" y="561"/>
                    <a:pt x="1139" y="412"/>
                  </a:cubicBezTo>
                  <a:cubicBezTo>
                    <a:pt x="1246" y="352"/>
                    <a:pt x="1281" y="216"/>
                    <a:pt x="1221" y="111"/>
                  </a:cubicBezTo>
                  <a:cubicBezTo>
                    <a:pt x="1180" y="40"/>
                    <a:pt x="1105" y="1"/>
                    <a:pt x="1028"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1"/>
            <p:cNvSpPr/>
            <p:nvPr/>
          </p:nvSpPr>
          <p:spPr>
            <a:xfrm rot="2521737">
              <a:off x="7731553" y="1359603"/>
              <a:ext cx="24350" cy="29800"/>
            </a:xfrm>
            <a:custGeom>
              <a:rect b="b" l="l" r="r" t="t"/>
              <a:pathLst>
                <a:path extrusionOk="0" h="1192" w="974">
                  <a:moveTo>
                    <a:pt x="722" y="0"/>
                  </a:moveTo>
                  <a:cubicBezTo>
                    <a:pt x="648" y="0"/>
                    <a:pt x="575" y="37"/>
                    <a:pt x="532" y="105"/>
                  </a:cubicBezTo>
                  <a:cubicBezTo>
                    <a:pt x="380" y="355"/>
                    <a:pt x="224" y="604"/>
                    <a:pt x="66" y="851"/>
                  </a:cubicBezTo>
                  <a:cubicBezTo>
                    <a:pt x="0" y="955"/>
                    <a:pt x="30" y="1091"/>
                    <a:pt x="134" y="1156"/>
                  </a:cubicBezTo>
                  <a:cubicBezTo>
                    <a:pt x="171" y="1179"/>
                    <a:pt x="212" y="1192"/>
                    <a:pt x="253" y="1192"/>
                  </a:cubicBezTo>
                  <a:cubicBezTo>
                    <a:pt x="325" y="1192"/>
                    <a:pt x="396" y="1156"/>
                    <a:pt x="439" y="1089"/>
                  </a:cubicBezTo>
                  <a:cubicBezTo>
                    <a:pt x="597" y="838"/>
                    <a:pt x="753" y="587"/>
                    <a:pt x="909" y="335"/>
                  </a:cubicBezTo>
                  <a:cubicBezTo>
                    <a:pt x="973" y="233"/>
                    <a:pt x="941" y="97"/>
                    <a:pt x="837" y="33"/>
                  </a:cubicBezTo>
                  <a:cubicBezTo>
                    <a:pt x="801" y="11"/>
                    <a:pt x="761" y="0"/>
                    <a:pt x="72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1"/>
            <p:cNvSpPr/>
            <p:nvPr/>
          </p:nvSpPr>
          <p:spPr>
            <a:xfrm rot="2521737">
              <a:off x="6496411" y="1134190"/>
              <a:ext cx="33100" cy="19175"/>
            </a:xfrm>
            <a:custGeom>
              <a:rect b="b" l="l" r="r" t="t"/>
              <a:pathLst>
                <a:path extrusionOk="0" h="767" w="1324">
                  <a:moveTo>
                    <a:pt x="1075" y="0"/>
                  </a:moveTo>
                  <a:cubicBezTo>
                    <a:pt x="1047" y="0"/>
                    <a:pt x="1018" y="6"/>
                    <a:pt x="990" y="18"/>
                  </a:cubicBezTo>
                  <a:cubicBezTo>
                    <a:pt x="720" y="131"/>
                    <a:pt x="450" y="237"/>
                    <a:pt x="175" y="338"/>
                  </a:cubicBezTo>
                  <a:cubicBezTo>
                    <a:pt x="60" y="381"/>
                    <a:pt x="0" y="508"/>
                    <a:pt x="44" y="622"/>
                  </a:cubicBezTo>
                  <a:cubicBezTo>
                    <a:pt x="77" y="711"/>
                    <a:pt x="160" y="766"/>
                    <a:pt x="251" y="766"/>
                  </a:cubicBezTo>
                  <a:cubicBezTo>
                    <a:pt x="275" y="766"/>
                    <a:pt x="302" y="762"/>
                    <a:pt x="328" y="752"/>
                  </a:cubicBezTo>
                  <a:cubicBezTo>
                    <a:pt x="607" y="649"/>
                    <a:pt x="884" y="539"/>
                    <a:pt x="1159" y="423"/>
                  </a:cubicBezTo>
                  <a:cubicBezTo>
                    <a:pt x="1271" y="376"/>
                    <a:pt x="1323" y="246"/>
                    <a:pt x="1276" y="135"/>
                  </a:cubicBezTo>
                  <a:cubicBezTo>
                    <a:pt x="1243" y="52"/>
                    <a:pt x="1162" y="0"/>
                    <a:pt x="1075"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1"/>
            <p:cNvSpPr/>
            <p:nvPr/>
          </p:nvSpPr>
          <p:spPr>
            <a:xfrm rot="2521737">
              <a:off x="6707259" y="895095"/>
              <a:ext cx="30150" cy="24400"/>
            </a:xfrm>
            <a:custGeom>
              <a:rect b="b" l="l" r="r" t="t"/>
              <a:pathLst>
                <a:path extrusionOk="0" h="976" w="1206">
                  <a:moveTo>
                    <a:pt x="252" y="0"/>
                  </a:moveTo>
                  <a:cubicBezTo>
                    <a:pt x="187" y="0"/>
                    <a:pt x="122" y="30"/>
                    <a:pt x="77" y="85"/>
                  </a:cubicBezTo>
                  <a:cubicBezTo>
                    <a:pt x="1" y="181"/>
                    <a:pt x="19" y="320"/>
                    <a:pt x="114" y="395"/>
                  </a:cubicBezTo>
                  <a:cubicBezTo>
                    <a:pt x="347" y="580"/>
                    <a:pt x="585" y="758"/>
                    <a:pt x="827" y="933"/>
                  </a:cubicBezTo>
                  <a:cubicBezTo>
                    <a:pt x="866" y="961"/>
                    <a:pt x="912" y="975"/>
                    <a:pt x="956" y="975"/>
                  </a:cubicBezTo>
                  <a:cubicBezTo>
                    <a:pt x="1026" y="975"/>
                    <a:pt x="1093" y="943"/>
                    <a:pt x="1135" y="883"/>
                  </a:cubicBezTo>
                  <a:cubicBezTo>
                    <a:pt x="1206" y="784"/>
                    <a:pt x="1185" y="645"/>
                    <a:pt x="1085" y="574"/>
                  </a:cubicBezTo>
                  <a:cubicBezTo>
                    <a:pt x="850" y="404"/>
                    <a:pt x="616" y="228"/>
                    <a:pt x="388" y="48"/>
                  </a:cubicBezTo>
                  <a:cubicBezTo>
                    <a:pt x="347" y="16"/>
                    <a:pt x="299" y="0"/>
                    <a:pt x="25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1"/>
            <p:cNvSpPr/>
            <p:nvPr/>
          </p:nvSpPr>
          <p:spPr>
            <a:xfrm rot="2521737">
              <a:off x="6989428" y="623530"/>
              <a:ext cx="33650" cy="16975"/>
            </a:xfrm>
            <a:custGeom>
              <a:rect b="b" l="l" r="r" t="t"/>
              <a:pathLst>
                <a:path extrusionOk="0" h="679" w="1346">
                  <a:moveTo>
                    <a:pt x="1103" y="1"/>
                  </a:moveTo>
                  <a:cubicBezTo>
                    <a:pt x="1085" y="1"/>
                    <a:pt x="1067" y="3"/>
                    <a:pt x="1049" y="8"/>
                  </a:cubicBezTo>
                  <a:cubicBezTo>
                    <a:pt x="758" y="79"/>
                    <a:pt x="470" y="158"/>
                    <a:pt x="184" y="246"/>
                  </a:cubicBezTo>
                  <a:cubicBezTo>
                    <a:pt x="66" y="281"/>
                    <a:pt x="1" y="405"/>
                    <a:pt x="36" y="522"/>
                  </a:cubicBezTo>
                  <a:cubicBezTo>
                    <a:pt x="65" y="617"/>
                    <a:pt x="154" y="678"/>
                    <a:pt x="247" y="678"/>
                  </a:cubicBezTo>
                  <a:cubicBezTo>
                    <a:pt x="269" y="678"/>
                    <a:pt x="290" y="674"/>
                    <a:pt x="311" y="670"/>
                  </a:cubicBezTo>
                  <a:cubicBezTo>
                    <a:pt x="589" y="583"/>
                    <a:pt x="870" y="507"/>
                    <a:pt x="1151" y="437"/>
                  </a:cubicBezTo>
                  <a:cubicBezTo>
                    <a:pt x="1273" y="408"/>
                    <a:pt x="1345" y="288"/>
                    <a:pt x="1317" y="169"/>
                  </a:cubicBezTo>
                  <a:cubicBezTo>
                    <a:pt x="1293" y="68"/>
                    <a:pt x="1202" y="1"/>
                    <a:pt x="110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1"/>
            <p:cNvSpPr/>
            <p:nvPr/>
          </p:nvSpPr>
          <p:spPr>
            <a:xfrm rot="2521737">
              <a:off x="7666848" y="1376450"/>
              <a:ext cx="25300" cy="29150"/>
            </a:xfrm>
            <a:custGeom>
              <a:rect b="b" l="l" r="r" t="t"/>
              <a:pathLst>
                <a:path extrusionOk="0" h="1166" w="1012">
                  <a:moveTo>
                    <a:pt x="761" y="1"/>
                  </a:moveTo>
                  <a:cubicBezTo>
                    <a:pt x="690" y="1"/>
                    <a:pt x="621" y="34"/>
                    <a:pt x="578" y="96"/>
                  </a:cubicBezTo>
                  <a:cubicBezTo>
                    <a:pt x="412" y="337"/>
                    <a:pt x="242" y="579"/>
                    <a:pt x="71" y="817"/>
                  </a:cubicBezTo>
                  <a:cubicBezTo>
                    <a:pt x="1" y="916"/>
                    <a:pt x="23" y="1054"/>
                    <a:pt x="123" y="1125"/>
                  </a:cubicBezTo>
                  <a:cubicBezTo>
                    <a:pt x="161" y="1153"/>
                    <a:pt x="206" y="1166"/>
                    <a:pt x="252" y="1166"/>
                  </a:cubicBezTo>
                  <a:cubicBezTo>
                    <a:pt x="321" y="1166"/>
                    <a:pt x="388" y="1134"/>
                    <a:pt x="430" y="1073"/>
                  </a:cubicBezTo>
                  <a:cubicBezTo>
                    <a:pt x="605" y="832"/>
                    <a:pt x="775" y="591"/>
                    <a:pt x="944" y="346"/>
                  </a:cubicBezTo>
                  <a:cubicBezTo>
                    <a:pt x="1012" y="245"/>
                    <a:pt x="988" y="109"/>
                    <a:pt x="887" y="38"/>
                  </a:cubicBezTo>
                  <a:cubicBezTo>
                    <a:pt x="848" y="13"/>
                    <a:pt x="805" y="1"/>
                    <a:pt x="761"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1"/>
            <p:cNvSpPr/>
            <p:nvPr/>
          </p:nvSpPr>
          <p:spPr>
            <a:xfrm rot="2521737">
              <a:off x="7045770" y="660348"/>
              <a:ext cx="33550" cy="12975"/>
            </a:xfrm>
            <a:custGeom>
              <a:rect b="b" l="l" r="r" t="t"/>
              <a:pathLst>
                <a:path extrusionOk="0" h="519" w="1342">
                  <a:moveTo>
                    <a:pt x="1118" y="0"/>
                  </a:moveTo>
                  <a:cubicBezTo>
                    <a:pt x="1113" y="0"/>
                    <a:pt x="1108" y="0"/>
                    <a:pt x="1103" y="1"/>
                  </a:cubicBezTo>
                  <a:cubicBezTo>
                    <a:pt x="810" y="15"/>
                    <a:pt x="506" y="39"/>
                    <a:pt x="207" y="77"/>
                  </a:cubicBezTo>
                  <a:cubicBezTo>
                    <a:pt x="87" y="92"/>
                    <a:pt x="0" y="201"/>
                    <a:pt x="14" y="323"/>
                  </a:cubicBezTo>
                  <a:cubicBezTo>
                    <a:pt x="29" y="435"/>
                    <a:pt x="122" y="518"/>
                    <a:pt x="234" y="518"/>
                  </a:cubicBezTo>
                  <a:cubicBezTo>
                    <a:pt x="243" y="518"/>
                    <a:pt x="251" y="518"/>
                    <a:pt x="260" y="517"/>
                  </a:cubicBezTo>
                  <a:cubicBezTo>
                    <a:pt x="550" y="483"/>
                    <a:pt x="841" y="457"/>
                    <a:pt x="1128" y="443"/>
                  </a:cubicBezTo>
                  <a:cubicBezTo>
                    <a:pt x="1248" y="436"/>
                    <a:pt x="1342" y="334"/>
                    <a:pt x="1336" y="212"/>
                  </a:cubicBezTo>
                  <a:cubicBezTo>
                    <a:pt x="1331" y="94"/>
                    <a:pt x="1230" y="0"/>
                    <a:pt x="111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1"/>
            <p:cNvSpPr/>
            <p:nvPr/>
          </p:nvSpPr>
          <p:spPr>
            <a:xfrm rot="2521737">
              <a:off x="7203409" y="1379578"/>
              <a:ext cx="32375" cy="21200"/>
            </a:xfrm>
            <a:custGeom>
              <a:rect b="b" l="l" r="r" t="t"/>
              <a:pathLst>
                <a:path extrusionOk="0" h="848" w="1295">
                  <a:moveTo>
                    <a:pt x="1039" y="1"/>
                  </a:moveTo>
                  <a:cubicBezTo>
                    <a:pt x="1004" y="1"/>
                    <a:pt x="969" y="9"/>
                    <a:pt x="936" y="26"/>
                  </a:cubicBezTo>
                  <a:cubicBezTo>
                    <a:pt x="678" y="164"/>
                    <a:pt x="417" y="297"/>
                    <a:pt x="155" y="429"/>
                  </a:cubicBezTo>
                  <a:cubicBezTo>
                    <a:pt x="46" y="484"/>
                    <a:pt x="0" y="616"/>
                    <a:pt x="56" y="726"/>
                  </a:cubicBezTo>
                  <a:cubicBezTo>
                    <a:pt x="94" y="804"/>
                    <a:pt x="173" y="848"/>
                    <a:pt x="254" y="848"/>
                  </a:cubicBezTo>
                  <a:cubicBezTo>
                    <a:pt x="288" y="848"/>
                    <a:pt x="321" y="840"/>
                    <a:pt x="353" y="825"/>
                  </a:cubicBezTo>
                  <a:cubicBezTo>
                    <a:pt x="618" y="692"/>
                    <a:pt x="884" y="557"/>
                    <a:pt x="1146" y="416"/>
                  </a:cubicBezTo>
                  <a:cubicBezTo>
                    <a:pt x="1254" y="360"/>
                    <a:pt x="1295" y="225"/>
                    <a:pt x="1238" y="117"/>
                  </a:cubicBezTo>
                  <a:cubicBezTo>
                    <a:pt x="1196" y="43"/>
                    <a:pt x="1118" y="1"/>
                    <a:pt x="1039"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1"/>
            <p:cNvSpPr/>
            <p:nvPr/>
          </p:nvSpPr>
          <p:spPr>
            <a:xfrm rot="2521737">
              <a:off x="7077985" y="1336637"/>
              <a:ext cx="33575" cy="17675"/>
            </a:xfrm>
            <a:custGeom>
              <a:rect b="b" l="l" r="r" t="t"/>
              <a:pathLst>
                <a:path extrusionOk="0" h="707" w="1343">
                  <a:moveTo>
                    <a:pt x="1093" y="1"/>
                  </a:moveTo>
                  <a:cubicBezTo>
                    <a:pt x="1070" y="1"/>
                    <a:pt x="1046" y="4"/>
                    <a:pt x="1023" y="12"/>
                  </a:cubicBezTo>
                  <a:cubicBezTo>
                    <a:pt x="745" y="104"/>
                    <a:pt x="466" y="192"/>
                    <a:pt x="185" y="274"/>
                  </a:cubicBezTo>
                  <a:cubicBezTo>
                    <a:pt x="69" y="310"/>
                    <a:pt x="1" y="433"/>
                    <a:pt x="36" y="549"/>
                  </a:cubicBezTo>
                  <a:cubicBezTo>
                    <a:pt x="65" y="646"/>
                    <a:pt x="154" y="707"/>
                    <a:pt x="249" y="707"/>
                  </a:cubicBezTo>
                  <a:cubicBezTo>
                    <a:pt x="270" y="707"/>
                    <a:pt x="292" y="704"/>
                    <a:pt x="313" y="698"/>
                  </a:cubicBezTo>
                  <a:cubicBezTo>
                    <a:pt x="598" y="613"/>
                    <a:pt x="880" y="525"/>
                    <a:pt x="1164" y="430"/>
                  </a:cubicBezTo>
                  <a:cubicBezTo>
                    <a:pt x="1281" y="392"/>
                    <a:pt x="1342" y="267"/>
                    <a:pt x="1304" y="151"/>
                  </a:cubicBezTo>
                  <a:cubicBezTo>
                    <a:pt x="1272" y="60"/>
                    <a:pt x="1186" y="1"/>
                    <a:pt x="109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1"/>
            <p:cNvSpPr/>
            <p:nvPr/>
          </p:nvSpPr>
          <p:spPr>
            <a:xfrm rot="2521737">
              <a:off x="7139654" y="1360751"/>
              <a:ext cx="33100" cy="19500"/>
            </a:xfrm>
            <a:custGeom>
              <a:rect b="b" l="l" r="r" t="t"/>
              <a:pathLst>
                <a:path extrusionOk="0" h="780" w="1324">
                  <a:moveTo>
                    <a:pt x="1070" y="0"/>
                  </a:moveTo>
                  <a:cubicBezTo>
                    <a:pt x="1042" y="0"/>
                    <a:pt x="1012" y="6"/>
                    <a:pt x="984" y="18"/>
                  </a:cubicBezTo>
                  <a:cubicBezTo>
                    <a:pt x="715" y="133"/>
                    <a:pt x="444" y="245"/>
                    <a:pt x="170" y="353"/>
                  </a:cubicBezTo>
                  <a:cubicBezTo>
                    <a:pt x="57" y="397"/>
                    <a:pt x="0" y="527"/>
                    <a:pt x="47" y="641"/>
                  </a:cubicBezTo>
                  <a:cubicBezTo>
                    <a:pt x="81" y="727"/>
                    <a:pt x="163" y="780"/>
                    <a:pt x="253" y="780"/>
                  </a:cubicBezTo>
                  <a:cubicBezTo>
                    <a:pt x="280" y="780"/>
                    <a:pt x="308" y="775"/>
                    <a:pt x="333" y="764"/>
                  </a:cubicBezTo>
                  <a:cubicBezTo>
                    <a:pt x="610" y="655"/>
                    <a:pt x="885" y="541"/>
                    <a:pt x="1159" y="424"/>
                  </a:cubicBezTo>
                  <a:cubicBezTo>
                    <a:pt x="1269" y="376"/>
                    <a:pt x="1323" y="246"/>
                    <a:pt x="1275" y="133"/>
                  </a:cubicBezTo>
                  <a:cubicBezTo>
                    <a:pt x="1238" y="51"/>
                    <a:pt x="1156" y="0"/>
                    <a:pt x="1070"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1"/>
            <p:cNvSpPr/>
            <p:nvPr/>
          </p:nvSpPr>
          <p:spPr>
            <a:xfrm rot="2521737">
              <a:off x="7334786" y="1401637"/>
              <a:ext cx="30450" cy="24100"/>
            </a:xfrm>
            <a:custGeom>
              <a:rect b="b" l="l" r="r" t="t"/>
              <a:pathLst>
                <a:path extrusionOk="0" h="964" w="1218">
                  <a:moveTo>
                    <a:pt x="966" y="0"/>
                  </a:moveTo>
                  <a:cubicBezTo>
                    <a:pt x="920" y="0"/>
                    <a:pt x="872" y="15"/>
                    <a:pt x="832" y="45"/>
                  </a:cubicBezTo>
                  <a:cubicBezTo>
                    <a:pt x="598" y="219"/>
                    <a:pt x="362" y="394"/>
                    <a:pt x="123" y="564"/>
                  </a:cubicBezTo>
                  <a:cubicBezTo>
                    <a:pt x="24" y="635"/>
                    <a:pt x="1" y="773"/>
                    <a:pt x="72" y="872"/>
                  </a:cubicBezTo>
                  <a:cubicBezTo>
                    <a:pt x="114" y="933"/>
                    <a:pt x="184" y="964"/>
                    <a:pt x="253" y="964"/>
                  </a:cubicBezTo>
                  <a:cubicBezTo>
                    <a:pt x="297" y="964"/>
                    <a:pt x="341" y="950"/>
                    <a:pt x="382" y="924"/>
                  </a:cubicBezTo>
                  <a:cubicBezTo>
                    <a:pt x="623" y="751"/>
                    <a:pt x="863" y="577"/>
                    <a:pt x="1100" y="397"/>
                  </a:cubicBezTo>
                  <a:cubicBezTo>
                    <a:pt x="1198" y="324"/>
                    <a:pt x="1218" y="184"/>
                    <a:pt x="1144" y="88"/>
                  </a:cubicBezTo>
                  <a:cubicBezTo>
                    <a:pt x="1100" y="31"/>
                    <a:pt x="1034" y="0"/>
                    <a:pt x="96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1"/>
            <p:cNvSpPr/>
            <p:nvPr/>
          </p:nvSpPr>
          <p:spPr>
            <a:xfrm rot="2521737">
              <a:off x="7401550" y="1405280"/>
              <a:ext cx="29225" cy="25400"/>
            </a:xfrm>
            <a:custGeom>
              <a:rect b="b" l="l" r="r" t="t"/>
              <a:pathLst>
                <a:path extrusionOk="0" h="1016" w="1169">
                  <a:moveTo>
                    <a:pt x="921" y="1"/>
                  </a:moveTo>
                  <a:cubicBezTo>
                    <a:pt x="869" y="1"/>
                    <a:pt x="817" y="19"/>
                    <a:pt x="775" y="56"/>
                  </a:cubicBezTo>
                  <a:cubicBezTo>
                    <a:pt x="553" y="249"/>
                    <a:pt x="332" y="439"/>
                    <a:pt x="107" y="625"/>
                  </a:cubicBezTo>
                  <a:cubicBezTo>
                    <a:pt x="13" y="703"/>
                    <a:pt x="0" y="843"/>
                    <a:pt x="78" y="937"/>
                  </a:cubicBezTo>
                  <a:cubicBezTo>
                    <a:pt x="122" y="989"/>
                    <a:pt x="185" y="1016"/>
                    <a:pt x="248" y="1016"/>
                  </a:cubicBezTo>
                  <a:cubicBezTo>
                    <a:pt x="298" y="1016"/>
                    <a:pt x="349" y="999"/>
                    <a:pt x="390" y="965"/>
                  </a:cubicBezTo>
                  <a:cubicBezTo>
                    <a:pt x="617" y="775"/>
                    <a:pt x="844" y="583"/>
                    <a:pt x="1067" y="388"/>
                  </a:cubicBezTo>
                  <a:cubicBezTo>
                    <a:pt x="1159" y="308"/>
                    <a:pt x="1169" y="168"/>
                    <a:pt x="1088" y="76"/>
                  </a:cubicBezTo>
                  <a:cubicBezTo>
                    <a:pt x="1044" y="26"/>
                    <a:pt x="983" y="1"/>
                    <a:pt x="921"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1"/>
            <p:cNvSpPr/>
            <p:nvPr/>
          </p:nvSpPr>
          <p:spPr>
            <a:xfrm rot="2521737">
              <a:off x="7535082" y="1399013"/>
              <a:ext cx="27125" cy="27525"/>
            </a:xfrm>
            <a:custGeom>
              <a:rect b="b" l="l" r="r" t="t"/>
              <a:pathLst>
                <a:path extrusionOk="0" h="1101" w="1085">
                  <a:moveTo>
                    <a:pt x="838" y="1"/>
                  </a:moveTo>
                  <a:cubicBezTo>
                    <a:pt x="777" y="1"/>
                    <a:pt x="717" y="26"/>
                    <a:pt x="672" y="76"/>
                  </a:cubicBezTo>
                  <a:cubicBezTo>
                    <a:pt x="478" y="295"/>
                    <a:pt x="282" y="514"/>
                    <a:pt x="84" y="731"/>
                  </a:cubicBezTo>
                  <a:cubicBezTo>
                    <a:pt x="0" y="820"/>
                    <a:pt x="7" y="960"/>
                    <a:pt x="98" y="1043"/>
                  </a:cubicBezTo>
                  <a:cubicBezTo>
                    <a:pt x="141" y="1081"/>
                    <a:pt x="194" y="1101"/>
                    <a:pt x="247" y="1101"/>
                  </a:cubicBezTo>
                  <a:cubicBezTo>
                    <a:pt x="306" y="1101"/>
                    <a:pt x="366" y="1075"/>
                    <a:pt x="410" y="1030"/>
                  </a:cubicBezTo>
                  <a:cubicBezTo>
                    <a:pt x="610" y="812"/>
                    <a:pt x="808" y="592"/>
                    <a:pt x="1004" y="369"/>
                  </a:cubicBezTo>
                  <a:cubicBezTo>
                    <a:pt x="1085" y="277"/>
                    <a:pt x="1076" y="138"/>
                    <a:pt x="984" y="57"/>
                  </a:cubicBezTo>
                  <a:cubicBezTo>
                    <a:pt x="942" y="19"/>
                    <a:pt x="890" y="1"/>
                    <a:pt x="838"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1"/>
            <p:cNvSpPr/>
            <p:nvPr/>
          </p:nvSpPr>
          <p:spPr>
            <a:xfrm rot="2521737">
              <a:off x="7601231" y="1389627"/>
              <a:ext cx="26250" cy="28375"/>
            </a:xfrm>
            <a:custGeom>
              <a:rect b="b" l="l" r="r" t="t"/>
              <a:pathLst>
                <a:path extrusionOk="0" h="1135" w="1050">
                  <a:moveTo>
                    <a:pt x="802" y="1"/>
                  </a:moveTo>
                  <a:cubicBezTo>
                    <a:pt x="736" y="1"/>
                    <a:pt x="671" y="30"/>
                    <a:pt x="627" y="86"/>
                  </a:cubicBezTo>
                  <a:cubicBezTo>
                    <a:pt x="445" y="318"/>
                    <a:pt x="263" y="547"/>
                    <a:pt x="78" y="773"/>
                  </a:cubicBezTo>
                  <a:cubicBezTo>
                    <a:pt x="0" y="868"/>
                    <a:pt x="17" y="1008"/>
                    <a:pt x="111" y="1086"/>
                  </a:cubicBezTo>
                  <a:cubicBezTo>
                    <a:pt x="152" y="1119"/>
                    <a:pt x="202" y="1134"/>
                    <a:pt x="251" y="1134"/>
                  </a:cubicBezTo>
                  <a:cubicBezTo>
                    <a:pt x="315" y="1134"/>
                    <a:pt x="379" y="1106"/>
                    <a:pt x="423" y="1054"/>
                  </a:cubicBezTo>
                  <a:cubicBezTo>
                    <a:pt x="610" y="822"/>
                    <a:pt x="794" y="591"/>
                    <a:pt x="976" y="357"/>
                  </a:cubicBezTo>
                  <a:cubicBezTo>
                    <a:pt x="1050" y="261"/>
                    <a:pt x="1033" y="122"/>
                    <a:pt x="936" y="47"/>
                  </a:cubicBezTo>
                  <a:cubicBezTo>
                    <a:pt x="897" y="16"/>
                    <a:pt x="849" y="1"/>
                    <a:pt x="802"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1"/>
            <p:cNvSpPr/>
            <p:nvPr/>
          </p:nvSpPr>
          <p:spPr>
            <a:xfrm rot="2521737">
              <a:off x="7468475" y="1404307"/>
              <a:ext cx="28025" cy="26550"/>
            </a:xfrm>
            <a:custGeom>
              <a:rect b="b" l="l" r="r" t="t"/>
              <a:pathLst>
                <a:path extrusionOk="0" h="1062" w="1121">
                  <a:moveTo>
                    <a:pt x="877" y="0"/>
                  </a:moveTo>
                  <a:cubicBezTo>
                    <a:pt x="821" y="0"/>
                    <a:pt x="764" y="22"/>
                    <a:pt x="721" y="66"/>
                  </a:cubicBezTo>
                  <a:cubicBezTo>
                    <a:pt x="514" y="273"/>
                    <a:pt x="305" y="477"/>
                    <a:pt x="92" y="680"/>
                  </a:cubicBezTo>
                  <a:cubicBezTo>
                    <a:pt x="3" y="765"/>
                    <a:pt x="0" y="904"/>
                    <a:pt x="85" y="992"/>
                  </a:cubicBezTo>
                  <a:cubicBezTo>
                    <a:pt x="128" y="1039"/>
                    <a:pt x="186" y="1061"/>
                    <a:pt x="244" y="1061"/>
                  </a:cubicBezTo>
                  <a:cubicBezTo>
                    <a:pt x="299" y="1061"/>
                    <a:pt x="355" y="1042"/>
                    <a:pt x="397" y="999"/>
                  </a:cubicBezTo>
                  <a:cubicBezTo>
                    <a:pt x="611" y="796"/>
                    <a:pt x="823" y="588"/>
                    <a:pt x="1033" y="379"/>
                  </a:cubicBezTo>
                  <a:cubicBezTo>
                    <a:pt x="1121" y="293"/>
                    <a:pt x="1121" y="152"/>
                    <a:pt x="1033" y="67"/>
                  </a:cubicBezTo>
                  <a:cubicBezTo>
                    <a:pt x="990" y="22"/>
                    <a:pt x="934" y="0"/>
                    <a:pt x="877"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1"/>
            <p:cNvSpPr/>
            <p:nvPr/>
          </p:nvSpPr>
          <p:spPr>
            <a:xfrm rot="2521737">
              <a:off x="6866243" y="583049"/>
              <a:ext cx="27500" cy="27175"/>
            </a:xfrm>
            <a:custGeom>
              <a:rect b="b" l="l" r="r" t="t"/>
              <a:pathLst>
                <a:path extrusionOk="0" h="1087" w="1100">
                  <a:moveTo>
                    <a:pt x="855" y="1"/>
                  </a:moveTo>
                  <a:cubicBezTo>
                    <a:pt x="803" y="1"/>
                    <a:pt x="750" y="19"/>
                    <a:pt x="708" y="57"/>
                  </a:cubicBezTo>
                  <a:cubicBezTo>
                    <a:pt x="484" y="256"/>
                    <a:pt x="273" y="482"/>
                    <a:pt x="76" y="729"/>
                  </a:cubicBezTo>
                  <a:cubicBezTo>
                    <a:pt x="0" y="824"/>
                    <a:pt x="16" y="965"/>
                    <a:pt x="111" y="1040"/>
                  </a:cubicBezTo>
                  <a:cubicBezTo>
                    <a:pt x="152" y="1071"/>
                    <a:pt x="200" y="1087"/>
                    <a:pt x="249" y="1087"/>
                  </a:cubicBezTo>
                  <a:cubicBezTo>
                    <a:pt x="314" y="1087"/>
                    <a:pt x="378" y="1058"/>
                    <a:pt x="422" y="1004"/>
                  </a:cubicBezTo>
                  <a:cubicBezTo>
                    <a:pt x="602" y="777"/>
                    <a:pt x="796" y="569"/>
                    <a:pt x="1000" y="387"/>
                  </a:cubicBezTo>
                  <a:cubicBezTo>
                    <a:pt x="1091" y="305"/>
                    <a:pt x="1100" y="165"/>
                    <a:pt x="1017" y="74"/>
                  </a:cubicBezTo>
                  <a:cubicBezTo>
                    <a:pt x="975" y="25"/>
                    <a:pt x="915" y="1"/>
                    <a:pt x="855"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1"/>
            <p:cNvSpPr/>
            <p:nvPr/>
          </p:nvSpPr>
          <p:spPr>
            <a:xfrm rot="2521737">
              <a:off x="6435653" y="1108529"/>
              <a:ext cx="33625" cy="16575"/>
            </a:xfrm>
            <a:custGeom>
              <a:rect b="b" l="l" r="r" t="t"/>
              <a:pathLst>
                <a:path extrusionOk="0" h="663" w="1345">
                  <a:moveTo>
                    <a:pt x="1099" y="1"/>
                  </a:moveTo>
                  <a:cubicBezTo>
                    <a:pt x="1080" y="1"/>
                    <a:pt x="1060" y="3"/>
                    <a:pt x="1040" y="9"/>
                  </a:cubicBezTo>
                  <a:cubicBezTo>
                    <a:pt x="759" y="87"/>
                    <a:pt x="477" y="160"/>
                    <a:pt x="193" y="226"/>
                  </a:cubicBezTo>
                  <a:cubicBezTo>
                    <a:pt x="74" y="254"/>
                    <a:pt x="0" y="373"/>
                    <a:pt x="29" y="492"/>
                  </a:cubicBezTo>
                  <a:cubicBezTo>
                    <a:pt x="53" y="593"/>
                    <a:pt x="143" y="662"/>
                    <a:pt x="243" y="662"/>
                  </a:cubicBezTo>
                  <a:cubicBezTo>
                    <a:pt x="260" y="662"/>
                    <a:pt x="277" y="661"/>
                    <a:pt x="294" y="657"/>
                  </a:cubicBezTo>
                  <a:cubicBezTo>
                    <a:pt x="583" y="587"/>
                    <a:pt x="872" y="514"/>
                    <a:pt x="1159" y="434"/>
                  </a:cubicBezTo>
                  <a:cubicBezTo>
                    <a:pt x="1276" y="400"/>
                    <a:pt x="1345" y="278"/>
                    <a:pt x="1312" y="160"/>
                  </a:cubicBezTo>
                  <a:cubicBezTo>
                    <a:pt x="1285" y="64"/>
                    <a:pt x="1196" y="1"/>
                    <a:pt x="1099"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1"/>
            <p:cNvSpPr/>
            <p:nvPr/>
          </p:nvSpPr>
          <p:spPr>
            <a:xfrm rot="2521737">
              <a:off x="6378825" y="1075685"/>
              <a:ext cx="33650" cy="13975"/>
            </a:xfrm>
            <a:custGeom>
              <a:rect b="b" l="l" r="r" t="t"/>
              <a:pathLst>
                <a:path extrusionOk="0" h="559" w="1346">
                  <a:moveTo>
                    <a:pt x="1110" y="0"/>
                  </a:moveTo>
                  <a:cubicBezTo>
                    <a:pt x="1099" y="0"/>
                    <a:pt x="1087" y="1"/>
                    <a:pt x="1076" y="3"/>
                  </a:cubicBezTo>
                  <a:cubicBezTo>
                    <a:pt x="788" y="47"/>
                    <a:pt x="499" y="85"/>
                    <a:pt x="208" y="119"/>
                  </a:cubicBezTo>
                  <a:cubicBezTo>
                    <a:pt x="87" y="133"/>
                    <a:pt x="1" y="244"/>
                    <a:pt x="12" y="364"/>
                  </a:cubicBezTo>
                  <a:cubicBezTo>
                    <a:pt x="25" y="478"/>
                    <a:pt x="121" y="559"/>
                    <a:pt x="232" y="559"/>
                  </a:cubicBezTo>
                  <a:cubicBezTo>
                    <a:pt x="241" y="559"/>
                    <a:pt x="251" y="559"/>
                    <a:pt x="258" y="557"/>
                  </a:cubicBezTo>
                  <a:cubicBezTo>
                    <a:pt x="553" y="523"/>
                    <a:pt x="848" y="482"/>
                    <a:pt x="1141" y="438"/>
                  </a:cubicBezTo>
                  <a:cubicBezTo>
                    <a:pt x="1262" y="418"/>
                    <a:pt x="1345" y="308"/>
                    <a:pt x="1325" y="187"/>
                  </a:cubicBezTo>
                  <a:cubicBezTo>
                    <a:pt x="1311" y="78"/>
                    <a:pt x="1217" y="0"/>
                    <a:pt x="1110"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1"/>
            <p:cNvSpPr/>
            <p:nvPr/>
          </p:nvSpPr>
          <p:spPr>
            <a:xfrm rot="2521737">
              <a:off x="6699996" y="828203"/>
              <a:ext cx="28000" cy="26500"/>
            </a:xfrm>
            <a:custGeom>
              <a:rect b="b" l="l" r="r" t="t"/>
              <a:pathLst>
                <a:path extrusionOk="0" h="1060" w="1120">
                  <a:moveTo>
                    <a:pt x="244" y="0"/>
                  </a:moveTo>
                  <a:cubicBezTo>
                    <a:pt x="188" y="0"/>
                    <a:pt x="132" y="21"/>
                    <a:pt x="90" y="63"/>
                  </a:cubicBezTo>
                  <a:cubicBezTo>
                    <a:pt x="3" y="148"/>
                    <a:pt x="0" y="287"/>
                    <a:pt x="87" y="375"/>
                  </a:cubicBezTo>
                  <a:cubicBezTo>
                    <a:pt x="295" y="589"/>
                    <a:pt x="508" y="798"/>
                    <a:pt x="725" y="1000"/>
                  </a:cubicBezTo>
                  <a:cubicBezTo>
                    <a:pt x="766" y="1040"/>
                    <a:pt x="821" y="1060"/>
                    <a:pt x="875" y="1060"/>
                  </a:cubicBezTo>
                  <a:cubicBezTo>
                    <a:pt x="933" y="1060"/>
                    <a:pt x="992" y="1037"/>
                    <a:pt x="1037" y="991"/>
                  </a:cubicBezTo>
                  <a:cubicBezTo>
                    <a:pt x="1119" y="903"/>
                    <a:pt x="1116" y="762"/>
                    <a:pt x="1027" y="680"/>
                  </a:cubicBezTo>
                  <a:cubicBezTo>
                    <a:pt x="814" y="481"/>
                    <a:pt x="607" y="276"/>
                    <a:pt x="402" y="66"/>
                  </a:cubicBezTo>
                  <a:cubicBezTo>
                    <a:pt x="359" y="22"/>
                    <a:pt x="301" y="0"/>
                    <a:pt x="244"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1"/>
            <p:cNvSpPr/>
            <p:nvPr/>
          </p:nvSpPr>
          <p:spPr>
            <a:xfrm rot="2521737">
              <a:off x="7092533" y="706021"/>
              <a:ext cx="33750" cy="15325"/>
            </a:xfrm>
            <a:custGeom>
              <a:rect b="b" l="l" r="r" t="t"/>
              <a:pathLst>
                <a:path extrusionOk="0" h="613" w="1350">
                  <a:moveTo>
                    <a:pt x="239" y="1"/>
                  </a:moveTo>
                  <a:cubicBezTo>
                    <a:pt x="128" y="1"/>
                    <a:pt x="34" y="78"/>
                    <a:pt x="18" y="189"/>
                  </a:cubicBezTo>
                  <a:cubicBezTo>
                    <a:pt x="1" y="309"/>
                    <a:pt x="83" y="423"/>
                    <a:pt x="203" y="440"/>
                  </a:cubicBezTo>
                  <a:cubicBezTo>
                    <a:pt x="486" y="482"/>
                    <a:pt x="771" y="538"/>
                    <a:pt x="1053" y="606"/>
                  </a:cubicBezTo>
                  <a:cubicBezTo>
                    <a:pt x="1071" y="611"/>
                    <a:pt x="1088" y="613"/>
                    <a:pt x="1107" y="613"/>
                  </a:cubicBezTo>
                  <a:cubicBezTo>
                    <a:pt x="1206" y="613"/>
                    <a:pt x="1295" y="545"/>
                    <a:pt x="1321" y="444"/>
                  </a:cubicBezTo>
                  <a:cubicBezTo>
                    <a:pt x="1349" y="325"/>
                    <a:pt x="1277" y="207"/>
                    <a:pt x="1158" y="176"/>
                  </a:cubicBezTo>
                  <a:cubicBezTo>
                    <a:pt x="866" y="105"/>
                    <a:pt x="565" y="47"/>
                    <a:pt x="270" y="3"/>
                  </a:cubicBezTo>
                  <a:cubicBezTo>
                    <a:pt x="260" y="2"/>
                    <a:pt x="249" y="1"/>
                    <a:pt x="239"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1"/>
            <p:cNvSpPr/>
            <p:nvPr/>
          </p:nvSpPr>
          <p:spPr>
            <a:xfrm rot="2521737">
              <a:off x="6747424" y="1023064"/>
              <a:ext cx="33025" cy="19575"/>
            </a:xfrm>
            <a:custGeom>
              <a:rect b="b" l="l" r="r" t="t"/>
              <a:pathLst>
                <a:path extrusionOk="0" h="783" w="1321">
                  <a:moveTo>
                    <a:pt x="252" y="1"/>
                  </a:moveTo>
                  <a:cubicBezTo>
                    <a:pt x="166" y="1"/>
                    <a:pt x="86" y="51"/>
                    <a:pt x="50" y="134"/>
                  </a:cubicBezTo>
                  <a:cubicBezTo>
                    <a:pt x="0" y="245"/>
                    <a:pt x="53" y="377"/>
                    <a:pt x="163" y="425"/>
                  </a:cubicBezTo>
                  <a:cubicBezTo>
                    <a:pt x="437" y="543"/>
                    <a:pt x="712" y="659"/>
                    <a:pt x="990" y="767"/>
                  </a:cubicBezTo>
                  <a:cubicBezTo>
                    <a:pt x="1016" y="780"/>
                    <a:pt x="1043" y="782"/>
                    <a:pt x="1070" y="782"/>
                  </a:cubicBezTo>
                  <a:cubicBezTo>
                    <a:pt x="1159" y="782"/>
                    <a:pt x="1241" y="730"/>
                    <a:pt x="1275" y="642"/>
                  </a:cubicBezTo>
                  <a:cubicBezTo>
                    <a:pt x="1321" y="528"/>
                    <a:pt x="1264" y="401"/>
                    <a:pt x="1149" y="355"/>
                  </a:cubicBezTo>
                  <a:cubicBezTo>
                    <a:pt x="878" y="249"/>
                    <a:pt x="609" y="137"/>
                    <a:pt x="341" y="19"/>
                  </a:cubicBezTo>
                  <a:cubicBezTo>
                    <a:pt x="312" y="7"/>
                    <a:pt x="281" y="1"/>
                    <a:pt x="252"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1"/>
            <p:cNvSpPr/>
            <p:nvPr/>
          </p:nvSpPr>
          <p:spPr>
            <a:xfrm rot="2521737">
              <a:off x="6626508" y="1162238"/>
              <a:ext cx="30425" cy="24075"/>
            </a:xfrm>
            <a:custGeom>
              <a:rect b="b" l="l" r="r" t="t"/>
              <a:pathLst>
                <a:path extrusionOk="0" h="963" w="1217">
                  <a:moveTo>
                    <a:pt x="968" y="0"/>
                  </a:moveTo>
                  <a:cubicBezTo>
                    <a:pt x="921" y="0"/>
                    <a:pt x="874" y="15"/>
                    <a:pt x="833" y="45"/>
                  </a:cubicBezTo>
                  <a:cubicBezTo>
                    <a:pt x="602" y="223"/>
                    <a:pt x="365" y="394"/>
                    <a:pt x="127" y="560"/>
                  </a:cubicBezTo>
                  <a:cubicBezTo>
                    <a:pt x="25" y="630"/>
                    <a:pt x="1" y="769"/>
                    <a:pt x="72" y="869"/>
                  </a:cubicBezTo>
                  <a:cubicBezTo>
                    <a:pt x="114" y="932"/>
                    <a:pt x="184" y="963"/>
                    <a:pt x="252" y="963"/>
                  </a:cubicBezTo>
                  <a:cubicBezTo>
                    <a:pt x="297" y="963"/>
                    <a:pt x="338" y="950"/>
                    <a:pt x="378" y="925"/>
                  </a:cubicBezTo>
                  <a:cubicBezTo>
                    <a:pt x="623" y="754"/>
                    <a:pt x="864" y="579"/>
                    <a:pt x="1101" y="397"/>
                  </a:cubicBezTo>
                  <a:cubicBezTo>
                    <a:pt x="1199" y="323"/>
                    <a:pt x="1216" y="184"/>
                    <a:pt x="1142" y="88"/>
                  </a:cubicBezTo>
                  <a:cubicBezTo>
                    <a:pt x="1100" y="30"/>
                    <a:pt x="1034" y="0"/>
                    <a:pt x="96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1"/>
            <p:cNvSpPr/>
            <p:nvPr/>
          </p:nvSpPr>
          <p:spPr>
            <a:xfrm rot="2521737">
              <a:off x="6278032" y="990381"/>
              <a:ext cx="33525" cy="12675"/>
            </a:xfrm>
            <a:custGeom>
              <a:rect b="b" l="l" r="r" t="t"/>
              <a:pathLst>
                <a:path extrusionOk="0" h="507" w="1341">
                  <a:moveTo>
                    <a:pt x="229" y="0"/>
                  </a:moveTo>
                  <a:cubicBezTo>
                    <a:pt x="116" y="0"/>
                    <a:pt x="21" y="88"/>
                    <a:pt x="10" y="201"/>
                  </a:cubicBezTo>
                  <a:cubicBezTo>
                    <a:pt x="0" y="323"/>
                    <a:pt x="88" y="430"/>
                    <a:pt x="210" y="441"/>
                  </a:cubicBezTo>
                  <a:cubicBezTo>
                    <a:pt x="507" y="468"/>
                    <a:pt x="803" y="489"/>
                    <a:pt x="1101" y="506"/>
                  </a:cubicBezTo>
                  <a:lnTo>
                    <a:pt x="1114" y="506"/>
                  </a:lnTo>
                  <a:cubicBezTo>
                    <a:pt x="1230" y="506"/>
                    <a:pt x="1328" y="415"/>
                    <a:pt x="1333" y="298"/>
                  </a:cubicBezTo>
                  <a:cubicBezTo>
                    <a:pt x="1340" y="177"/>
                    <a:pt x="1247" y="72"/>
                    <a:pt x="1125" y="65"/>
                  </a:cubicBezTo>
                  <a:cubicBezTo>
                    <a:pt x="833" y="50"/>
                    <a:pt x="542" y="26"/>
                    <a:pt x="250" y="1"/>
                  </a:cubicBezTo>
                  <a:cubicBezTo>
                    <a:pt x="243" y="1"/>
                    <a:pt x="236" y="0"/>
                    <a:pt x="229"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1"/>
            <p:cNvSpPr/>
            <p:nvPr/>
          </p:nvSpPr>
          <p:spPr>
            <a:xfrm rot="2521737">
              <a:off x="6326363" y="1036512"/>
              <a:ext cx="33275" cy="11650"/>
            </a:xfrm>
            <a:custGeom>
              <a:rect b="b" l="l" r="r" t="t"/>
              <a:pathLst>
                <a:path extrusionOk="0" h="466" w="1331">
                  <a:moveTo>
                    <a:pt x="1102" y="0"/>
                  </a:moveTo>
                  <a:cubicBezTo>
                    <a:pt x="1100" y="0"/>
                    <a:pt x="1098" y="0"/>
                    <a:pt x="1096" y="0"/>
                  </a:cubicBezTo>
                  <a:cubicBezTo>
                    <a:pt x="804" y="11"/>
                    <a:pt x="512" y="21"/>
                    <a:pt x="219" y="23"/>
                  </a:cubicBezTo>
                  <a:cubicBezTo>
                    <a:pt x="97" y="24"/>
                    <a:pt x="0" y="123"/>
                    <a:pt x="0" y="245"/>
                  </a:cubicBezTo>
                  <a:cubicBezTo>
                    <a:pt x="2" y="366"/>
                    <a:pt x="100" y="465"/>
                    <a:pt x="221" y="465"/>
                  </a:cubicBezTo>
                  <a:lnTo>
                    <a:pt x="223" y="465"/>
                  </a:lnTo>
                  <a:cubicBezTo>
                    <a:pt x="521" y="464"/>
                    <a:pt x="819" y="455"/>
                    <a:pt x="1115" y="443"/>
                  </a:cubicBezTo>
                  <a:cubicBezTo>
                    <a:pt x="1237" y="437"/>
                    <a:pt x="1330" y="335"/>
                    <a:pt x="1326" y="213"/>
                  </a:cubicBezTo>
                  <a:cubicBezTo>
                    <a:pt x="1322" y="91"/>
                    <a:pt x="1226" y="0"/>
                    <a:pt x="110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1"/>
            <p:cNvSpPr/>
            <p:nvPr/>
          </p:nvSpPr>
          <p:spPr>
            <a:xfrm rot="2521737">
              <a:off x="6234346" y="939375"/>
              <a:ext cx="33750" cy="14700"/>
            </a:xfrm>
            <a:custGeom>
              <a:rect b="b" l="l" r="r" t="t"/>
              <a:pathLst>
                <a:path extrusionOk="0" h="588" w="1350">
                  <a:moveTo>
                    <a:pt x="237" y="0"/>
                  </a:moveTo>
                  <a:cubicBezTo>
                    <a:pt x="133" y="0"/>
                    <a:pt x="41" y="77"/>
                    <a:pt x="22" y="182"/>
                  </a:cubicBezTo>
                  <a:cubicBezTo>
                    <a:pt x="1" y="302"/>
                    <a:pt x="80" y="417"/>
                    <a:pt x="199" y="438"/>
                  </a:cubicBezTo>
                  <a:cubicBezTo>
                    <a:pt x="491" y="491"/>
                    <a:pt x="783" y="541"/>
                    <a:pt x="1078" y="586"/>
                  </a:cubicBezTo>
                  <a:cubicBezTo>
                    <a:pt x="1088" y="587"/>
                    <a:pt x="1101" y="587"/>
                    <a:pt x="1111" y="587"/>
                  </a:cubicBezTo>
                  <a:cubicBezTo>
                    <a:pt x="1220" y="587"/>
                    <a:pt x="1314" y="509"/>
                    <a:pt x="1329" y="399"/>
                  </a:cubicBezTo>
                  <a:cubicBezTo>
                    <a:pt x="1349" y="281"/>
                    <a:pt x="1266" y="168"/>
                    <a:pt x="1145" y="149"/>
                  </a:cubicBezTo>
                  <a:cubicBezTo>
                    <a:pt x="856" y="105"/>
                    <a:pt x="568" y="57"/>
                    <a:pt x="279" y="4"/>
                  </a:cubicBezTo>
                  <a:cubicBezTo>
                    <a:pt x="265" y="2"/>
                    <a:pt x="251" y="0"/>
                    <a:pt x="237"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1"/>
            <p:cNvSpPr/>
            <p:nvPr/>
          </p:nvSpPr>
          <p:spPr>
            <a:xfrm rot="2521737">
              <a:off x="6779084" y="1082349"/>
              <a:ext cx="33650" cy="17100"/>
            </a:xfrm>
            <a:custGeom>
              <a:rect b="b" l="l" r="r" t="t"/>
              <a:pathLst>
                <a:path extrusionOk="0" h="684" w="1346">
                  <a:moveTo>
                    <a:pt x="247" y="1"/>
                  </a:moveTo>
                  <a:cubicBezTo>
                    <a:pt x="152" y="1"/>
                    <a:pt x="64" y="62"/>
                    <a:pt x="35" y="156"/>
                  </a:cubicBezTo>
                  <a:cubicBezTo>
                    <a:pt x="0" y="274"/>
                    <a:pt x="65" y="398"/>
                    <a:pt x="183" y="433"/>
                  </a:cubicBezTo>
                  <a:cubicBezTo>
                    <a:pt x="467" y="521"/>
                    <a:pt x="753" y="600"/>
                    <a:pt x="1042" y="677"/>
                  </a:cubicBezTo>
                  <a:cubicBezTo>
                    <a:pt x="1062" y="681"/>
                    <a:pt x="1079" y="684"/>
                    <a:pt x="1099" y="684"/>
                  </a:cubicBezTo>
                  <a:cubicBezTo>
                    <a:pt x="1197" y="684"/>
                    <a:pt x="1286" y="617"/>
                    <a:pt x="1312" y="518"/>
                  </a:cubicBezTo>
                  <a:cubicBezTo>
                    <a:pt x="1346" y="402"/>
                    <a:pt x="1275" y="281"/>
                    <a:pt x="1156" y="249"/>
                  </a:cubicBezTo>
                  <a:cubicBezTo>
                    <a:pt x="872" y="175"/>
                    <a:pt x="591" y="95"/>
                    <a:pt x="312" y="10"/>
                  </a:cubicBezTo>
                  <a:cubicBezTo>
                    <a:pt x="290" y="4"/>
                    <a:pt x="268" y="1"/>
                    <a:pt x="24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1"/>
            <p:cNvSpPr/>
            <p:nvPr/>
          </p:nvSpPr>
          <p:spPr>
            <a:xfrm rot="2521737">
              <a:off x="6928514" y="596994"/>
              <a:ext cx="32800" cy="20125"/>
            </a:xfrm>
            <a:custGeom>
              <a:rect b="b" l="l" r="r" t="t"/>
              <a:pathLst>
                <a:path extrusionOk="0" h="805" w="1312">
                  <a:moveTo>
                    <a:pt x="1059" y="1"/>
                  </a:moveTo>
                  <a:cubicBezTo>
                    <a:pt x="1030" y="1"/>
                    <a:pt x="1002" y="6"/>
                    <a:pt x="974" y="18"/>
                  </a:cubicBezTo>
                  <a:cubicBezTo>
                    <a:pt x="698" y="134"/>
                    <a:pt x="424" y="257"/>
                    <a:pt x="156" y="385"/>
                  </a:cubicBezTo>
                  <a:cubicBezTo>
                    <a:pt x="47" y="437"/>
                    <a:pt x="0" y="569"/>
                    <a:pt x="54" y="679"/>
                  </a:cubicBezTo>
                  <a:cubicBezTo>
                    <a:pt x="91" y="758"/>
                    <a:pt x="170" y="805"/>
                    <a:pt x="254" y="805"/>
                  </a:cubicBezTo>
                  <a:cubicBezTo>
                    <a:pt x="287" y="805"/>
                    <a:pt x="318" y="798"/>
                    <a:pt x="349" y="783"/>
                  </a:cubicBezTo>
                  <a:cubicBezTo>
                    <a:pt x="610" y="657"/>
                    <a:pt x="878" y="538"/>
                    <a:pt x="1147" y="425"/>
                  </a:cubicBezTo>
                  <a:cubicBezTo>
                    <a:pt x="1259" y="378"/>
                    <a:pt x="1312" y="247"/>
                    <a:pt x="1266" y="137"/>
                  </a:cubicBezTo>
                  <a:cubicBezTo>
                    <a:pt x="1229" y="51"/>
                    <a:pt x="1145" y="1"/>
                    <a:pt x="1059"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1"/>
            <p:cNvSpPr/>
            <p:nvPr/>
          </p:nvSpPr>
          <p:spPr>
            <a:xfrm rot="2521737">
              <a:off x="6195368" y="884761"/>
              <a:ext cx="33700" cy="16600"/>
            </a:xfrm>
            <a:custGeom>
              <a:rect b="b" l="l" r="r" t="t"/>
              <a:pathLst>
                <a:path extrusionOk="0" h="664" w="1348">
                  <a:moveTo>
                    <a:pt x="244" y="0"/>
                  </a:moveTo>
                  <a:cubicBezTo>
                    <a:pt x="147" y="0"/>
                    <a:pt x="59" y="66"/>
                    <a:pt x="32" y="164"/>
                  </a:cubicBezTo>
                  <a:cubicBezTo>
                    <a:pt x="1" y="283"/>
                    <a:pt x="69" y="404"/>
                    <a:pt x="188" y="436"/>
                  </a:cubicBezTo>
                  <a:cubicBezTo>
                    <a:pt x="476" y="514"/>
                    <a:pt x="762" y="587"/>
                    <a:pt x="1051" y="658"/>
                  </a:cubicBezTo>
                  <a:cubicBezTo>
                    <a:pt x="1068" y="661"/>
                    <a:pt x="1087" y="663"/>
                    <a:pt x="1102" y="663"/>
                  </a:cubicBezTo>
                  <a:cubicBezTo>
                    <a:pt x="1202" y="663"/>
                    <a:pt x="1292" y="595"/>
                    <a:pt x="1317" y="493"/>
                  </a:cubicBezTo>
                  <a:cubicBezTo>
                    <a:pt x="1348" y="375"/>
                    <a:pt x="1273" y="256"/>
                    <a:pt x="1153" y="227"/>
                  </a:cubicBezTo>
                  <a:cubicBezTo>
                    <a:pt x="870" y="157"/>
                    <a:pt x="585" y="85"/>
                    <a:pt x="303" y="8"/>
                  </a:cubicBezTo>
                  <a:cubicBezTo>
                    <a:pt x="283" y="3"/>
                    <a:pt x="264" y="0"/>
                    <a:pt x="244"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1"/>
            <p:cNvSpPr/>
            <p:nvPr/>
          </p:nvSpPr>
          <p:spPr>
            <a:xfrm rot="2521737">
              <a:off x="7268603" y="1393127"/>
              <a:ext cx="31400" cy="22700"/>
            </a:xfrm>
            <a:custGeom>
              <a:rect b="b" l="l" r="r" t="t"/>
              <a:pathLst>
                <a:path extrusionOk="0" h="908" w="1256">
                  <a:moveTo>
                    <a:pt x="1006" y="1"/>
                  </a:moveTo>
                  <a:cubicBezTo>
                    <a:pt x="965" y="1"/>
                    <a:pt x="923" y="12"/>
                    <a:pt x="886" y="36"/>
                  </a:cubicBezTo>
                  <a:cubicBezTo>
                    <a:pt x="639" y="193"/>
                    <a:pt x="389" y="348"/>
                    <a:pt x="140" y="498"/>
                  </a:cubicBezTo>
                  <a:cubicBezTo>
                    <a:pt x="35" y="562"/>
                    <a:pt x="1" y="697"/>
                    <a:pt x="63" y="801"/>
                  </a:cubicBezTo>
                  <a:cubicBezTo>
                    <a:pt x="106" y="870"/>
                    <a:pt x="178" y="908"/>
                    <a:pt x="253" y="908"/>
                  </a:cubicBezTo>
                  <a:cubicBezTo>
                    <a:pt x="292" y="908"/>
                    <a:pt x="331" y="896"/>
                    <a:pt x="367" y="875"/>
                  </a:cubicBezTo>
                  <a:cubicBezTo>
                    <a:pt x="622" y="721"/>
                    <a:pt x="873" y="565"/>
                    <a:pt x="1123" y="406"/>
                  </a:cubicBezTo>
                  <a:cubicBezTo>
                    <a:pt x="1226" y="341"/>
                    <a:pt x="1256" y="203"/>
                    <a:pt x="1191" y="101"/>
                  </a:cubicBezTo>
                  <a:cubicBezTo>
                    <a:pt x="1149" y="36"/>
                    <a:pt x="1079" y="1"/>
                    <a:pt x="1006"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1"/>
            <p:cNvSpPr/>
            <p:nvPr/>
          </p:nvSpPr>
          <p:spPr>
            <a:xfrm rot="2521737">
              <a:off x="7858026" y="1315741"/>
              <a:ext cx="22325" cy="30950"/>
            </a:xfrm>
            <a:custGeom>
              <a:rect b="b" l="l" r="r" t="t"/>
              <a:pathLst>
                <a:path extrusionOk="0" h="1238" w="893">
                  <a:moveTo>
                    <a:pt x="640" y="1"/>
                  </a:moveTo>
                  <a:cubicBezTo>
                    <a:pt x="557" y="1"/>
                    <a:pt x="477" y="47"/>
                    <a:pt x="440" y="126"/>
                  </a:cubicBezTo>
                  <a:cubicBezTo>
                    <a:pt x="314" y="392"/>
                    <a:pt x="185" y="656"/>
                    <a:pt x="53" y="919"/>
                  </a:cubicBezTo>
                  <a:cubicBezTo>
                    <a:pt x="1" y="1028"/>
                    <a:pt x="45" y="1161"/>
                    <a:pt x="154" y="1215"/>
                  </a:cubicBezTo>
                  <a:cubicBezTo>
                    <a:pt x="185" y="1230"/>
                    <a:pt x="219" y="1238"/>
                    <a:pt x="253" y="1238"/>
                  </a:cubicBezTo>
                  <a:cubicBezTo>
                    <a:pt x="334" y="1238"/>
                    <a:pt x="412" y="1194"/>
                    <a:pt x="452" y="1116"/>
                  </a:cubicBezTo>
                  <a:cubicBezTo>
                    <a:pt x="582" y="849"/>
                    <a:pt x="711" y="584"/>
                    <a:pt x="839" y="316"/>
                  </a:cubicBezTo>
                  <a:cubicBezTo>
                    <a:pt x="893" y="208"/>
                    <a:pt x="844" y="75"/>
                    <a:pt x="735" y="22"/>
                  </a:cubicBezTo>
                  <a:cubicBezTo>
                    <a:pt x="704" y="8"/>
                    <a:pt x="672" y="1"/>
                    <a:pt x="6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 name="Google Shape;1572;p41"/>
          <p:cNvGrpSpPr/>
          <p:nvPr/>
        </p:nvGrpSpPr>
        <p:grpSpPr>
          <a:xfrm>
            <a:off x="4823450" y="184250"/>
            <a:ext cx="1134950" cy="991675"/>
            <a:chOff x="4823450" y="184250"/>
            <a:chExt cx="1134950" cy="991675"/>
          </a:xfrm>
        </p:grpSpPr>
        <p:sp>
          <p:nvSpPr>
            <p:cNvPr id="1573" name="Google Shape;1573;p41"/>
            <p:cNvSpPr/>
            <p:nvPr/>
          </p:nvSpPr>
          <p:spPr>
            <a:xfrm>
              <a:off x="4824650" y="195525"/>
              <a:ext cx="1133750" cy="979825"/>
            </a:xfrm>
            <a:custGeom>
              <a:rect b="b" l="l" r="r" t="t"/>
              <a:pathLst>
                <a:path extrusionOk="0" h="39193" w="45350">
                  <a:moveTo>
                    <a:pt x="24257" y="6929"/>
                  </a:moveTo>
                  <a:cubicBezTo>
                    <a:pt x="26536" y="6929"/>
                    <a:pt x="28838" y="7608"/>
                    <a:pt x="30844" y="9020"/>
                  </a:cubicBezTo>
                  <a:cubicBezTo>
                    <a:pt x="36019" y="12663"/>
                    <a:pt x="37260" y="19813"/>
                    <a:pt x="33617" y="24987"/>
                  </a:cubicBezTo>
                  <a:lnTo>
                    <a:pt x="25488" y="19263"/>
                  </a:lnTo>
                  <a:cubicBezTo>
                    <a:pt x="25738" y="18607"/>
                    <a:pt x="25527" y="17843"/>
                    <a:pt x="24930" y="17421"/>
                  </a:cubicBezTo>
                  <a:cubicBezTo>
                    <a:pt x="24656" y="17229"/>
                    <a:pt x="24343" y="17137"/>
                    <a:pt x="24032" y="17137"/>
                  </a:cubicBezTo>
                  <a:cubicBezTo>
                    <a:pt x="23662" y="17137"/>
                    <a:pt x="23296" y="17268"/>
                    <a:pt x="23005" y="17516"/>
                  </a:cubicBezTo>
                  <a:lnTo>
                    <a:pt x="14876" y="11792"/>
                  </a:lnTo>
                  <a:cubicBezTo>
                    <a:pt x="17108" y="8623"/>
                    <a:pt x="20654" y="6929"/>
                    <a:pt x="24257" y="6929"/>
                  </a:cubicBezTo>
                  <a:close/>
                  <a:moveTo>
                    <a:pt x="23804" y="1"/>
                  </a:moveTo>
                  <a:cubicBezTo>
                    <a:pt x="17950" y="1"/>
                    <a:pt x="12186" y="2693"/>
                    <a:pt x="8464" y="7738"/>
                  </a:cubicBezTo>
                  <a:lnTo>
                    <a:pt x="4993" y="5293"/>
                  </a:lnTo>
                  <a:lnTo>
                    <a:pt x="1" y="12385"/>
                  </a:lnTo>
                  <a:lnTo>
                    <a:pt x="38071" y="39192"/>
                  </a:lnTo>
                  <a:lnTo>
                    <a:pt x="43064" y="32102"/>
                  </a:lnTo>
                  <a:lnTo>
                    <a:pt x="39592" y="29659"/>
                  </a:lnTo>
                  <a:cubicBezTo>
                    <a:pt x="45349" y="21090"/>
                    <a:pt x="43232" y="9448"/>
                    <a:pt x="34749" y="3474"/>
                  </a:cubicBezTo>
                  <a:cubicBezTo>
                    <a:pt x="31416" y="1128"/>
                    <a:pt x="27591" y="1"/>
                    <a:pt x="238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1"/>
            <p:cNvSpPr/>
            <p:nvPr/>
          </p:nvSpPr>
          <p:spPr>
            <a:xfrm>
              <a:off x="4842625" y="184250"/>
              <a:ext cx="1093150" cy="987675"/>
            </a:xfrm>
            <a:custGeom>
              <a:rect b="b" l="l" r="r" t="t"/>
              <a:pathLst>
                <a:path extrusionOk="0" h="39507" w="43726">
                  <a:moveTo>
                    <a:pt x="24423" y="7249"/>
                  </a:moveTo>
                  <a:cubicBezTo>
                    <a:pt x="26671" y="7249"/>
                    <a:pt x="28941" y="7916"/>
                    <a:pt x="30915" y="9306"/>
                  </a:cubicBezTo>
                  <a:cubicBezTo>
                    <a:pt x="35967" y="12864"/>
                    <a:pt x="37216" y="19844"/>
                    <a:pt x="33737" y="24929"/>
                  </a:cubicBezTo>
                  <a:lnTo>
                    <a:pt x="25831" y="19363"/>
                  </a:lnTo>
                  <a:cubicBezTo>
                    <a:pt x="26045" y="18652"/>
                    <a:pt x="25787" y="17881"/>
                    <a:pt x="25178" y="17455"/>
                  </a:cubicBezTo>
                  <a:cubicBezTo>
                    <a:pt x="24880" y="17245"/>
                    <a:pt x="24535" y="17141"/>
                    <a:pt x="24189" y="17141"/>
                  </a:cubicBezTo>
                  <a:cubicBezTo>
                    <a:pt x="23827" y="17141"/>
                    <a:pt x="23465" y="17255"/>
                    <a:pt x="23161" y="17481"/>
                  </a:cubicBezTo>
                  <a:lnTo>
                    <a:pt x="15255" y="11914"/>
                  </a:lnTo>
                  <a:cubicBezTo>
                    <a:pt x="17458" y="8873"/>
                    <a:pt x="20914" y="7249"/>
                    <a:pt x="24423" y="7249"/>
                  </a:cubicBezTo>
                  <a:close/>
                  <a:moveTo>
                    <a:pt x="24423" y="6937"/>
                  </a:moveTo>
                  <a:cubicBezTo>
                    <a:pt x="20769" y="6937"/>
                    <a:pt x="17170" y="8652"/>
                    <a:pt x="14910" y="11860"/>
                  </a:cubicBezTo>
                  <a:cubicBezTo>
                    <a:pt x="14886" y="11894"/>
                    <a:pt x="14878" y="11935"/>
                    <a:pt x="14885" y="11977"/>
                  </a:cubicBezTo>
                  <a:cubicBezTo>
                    <a:pt x="14892" y="12018"/>
                    <a:pt x="14915" y="12054"/>
                    <a:pt x="14949" y="12077"/>
                  </a:cubicBezTo>
                  <a:lnTo>
                    <a:pt x="23078" y="17801"/>
                  </a:lnTo>
                  <a:cubicBezTo>
                    <a:pt x="23104" y="17820"/>
                    <a:pt x="23135" y="17829"/>
                    <a:pt x="23166" y="17829"/>
                  </a:cubicBezTo>
                  <a:cubicBezTo>
                    <a:pt x="23202" y="17829"/>
                    <a:pt x="23238" y="17817"/>
                    <a:pt x="23266" y="17792"/>
                  </a:cubicBezTo>
                  <a:cubicBezTo>
                    <a:pt x="23531" y="17565"/>
                    <a:pt x="23860" y="17450"/>
                    <a:pt x="24189" y="17450"/>
                  </a:cubicBezTo>
                  <a:cubicBezTo>
                    <a:pt x="24472" y="17450"/>
                    <a:pt x="24756" y="17535"/>
                    <a:pt x="24999" y="17706"/>
                  </a:cubicBezTo>
                  <a:cubicBezTo>
                    <a:pt x="25527" y="18075"/>
                    <a:pt x="25734" y="18760"/>
                    <a:pt x="25504" y="19365"/>
                  </a:cubicBezTo>
                  <a:cubicBezTo>
                    <a:pt x="25478" y="19431"/>
                    <a:pt x="25499" y="19507"/>
                    <a:pt x="25558" y="19548"/>
                  </a:cubicBezTo>
                  <a:lnTo>
                    <a:pt x="33687" y="25272"/>
                  </a:lnTo>
                  <a:cubicBezTo>
                    <a:pt x="33714" y="25292"/>
                    <a:pt x="33744" y="25301"/>
                    <a:pt x="33777" y="25301"/>
                  </a:cubicBezTo>
                  <a:cubicBezTo>
                    <a:pt x="33785" y="25301"/>
                    <a:pt x="33794" y="25301"/>
                    <a:pt x="33802" y="25299"/>
                  </a:cubicBezTo>
                  <a:cubicBezTo>
                    <a:pt x="33844" y="25292"/>
                    <a:pt x="33880" y="25268"/>
                    <a:pt x="33902" y="25235"/>
                  </a:cubicBezTo>
                  <a:cubicBezTo>
                    <a:pt x="37589" y="19997"/>
                    <a:pt x="36330" y="12740"/>
                    <a:pt x="31093" y="9051"/>
                  </a:cubicBezTo>
                  <a:cubicBezTo>
                    <a:pt x="29065" y="7623"/>
                    <a:pt x="26733" y="6937"/>
                    <a:pt x="24423" y="6937"/>
                  </a:cubicBezTo>
                  <a:close/>
                  <a:moveTo>
                    <a:pt x="23980" y="313"/>
                  </a:moveTo>
                  <a:cubicBezTo>
                    <a:pt x="27841" y="313"/>
                    <a:pt x="31605" y="1496"/>
                    <a:pt x="34821" y="3761"/>
                  </a:cubicBezTo>
                  <a:cubicBezTo>
                    <a:pt x="38886" y="6625"/>
                    <a:pt x="41618" y="10892"/>
                    <a:pt x="42518" y="15780"/>
                  </a:cubicBezTo>
                  <a:cubicBezTo>
                    <a:pt x="43417" y="20663"/>
                    <a:pt x="42388" y="25616"/>
                    <a:pt x="39623" y="29731"/>
                  </a:cubicBezTo>
                  <a:cubicBezTo>
                    <a:pt x="39578" y="29802"/>
                    <a:pt x="39593" y="29896"/>
                    <a:pt x="39663" y="29944"/>
                  </a:cubicBezTo>
                  <a:lnTo>
                    <a:pt x="43007" y="32298"/>
                  </a:lnTo>
                  <a:lnTo>
                    <a:pt x="38193" y="39135"/>
                  </a:lnTo>
                  <a:lnTo>
                    <a:pt x="378" y="12506"/>
                  </a:lnTo>
                  <a:lnTo>
                    <a:pt x="5193" y="5669"/>
                  </a:lnTo>
                  <a:lnTo>
                    <a:pt x="8536" y="8022"/>
                  </a:lnTo>
                  <a:cubicBezTo>
                    <a:pt x="8563" y="8041"/>
                    <a:pt x="8595" y="8051"/>
                    <a:pt x="8626" y="8051"/>
                  </a:cubicBezTo>
                  <a:cubicBezTo>
                    <a:pt x="8674" y="8051"/>
                    <a:pt x="8721" y="8029"/>
                    <a:pt x="8751" y="7989"/>
                  </a:cubicBezTo>
                  <a:cubicBezTo>
                    <a:pt x="11694" y="3998"/>
                    <a:pt x="16012" y="1362"/>
                    <a:pt x="20910" y="562"/>
                  </a:cubicBezTo>
                  <a:cubicBezTo>
                    <a:pt x="21935" y="395"/>
                    <a:pt x="22961" y="313"/>
                    <a:pt x="23980" y="313"/>
                  </a:cubicBezTo>
                  <a:close/>
                  <a:moveTo>
                    <a:pt x="23979" y="1"/>
                  </a:moveTo>
                  <a:cubicBezTo>
                    <a:pt x="22943" y="1"/>
                    <a:pt x="21899" y="85"/>
                    <a:pt x="20857" y="255"/>
                  </a:cubicBezTo>
                  <a:cubicBezTo>
                    <a:pt x="15931" y="1058"/>
                    <a:pt x="11578" y="3693"/>
                    <a:pt x="8589" y="7680"/>
                  </a:cubicBezTo>
                  <a:lnTo>
                    <a:pt x="5243" y="5323"/>
                  </a:lnTo>
                  <a:cubicBezTo>
                    <a:pt x="5217" y="5305"/>
                    <a:pt x="5186" y="5296"/>
                    <a:pt x="5154" y="5296"/>
                  </a:cubicBezTo>
                  <a:cubicBezTo>
                    <a:pt x="5145" y="5296"/>
                    <a:pt x="5135" y="5297"/>
                    <a:pt x="5126" y="5299"/>
                  </a:cubicBezTo>
                  <a:cubicBezTo>
                    <a:pt x="5086" y="5306"/>
                    <a:pt x="5050" y="5329"/>
                    <a:pt x="5026" y="5363"/>
                  </a:cubicBezTo>
                  <a:lnTo>
                    <a:pt x="32" y="12454"/>
                  </a:lnTo>
                  <a:cubicBezTo>
                    <a:pt x="9" y="12487"/>
                    <a:pt x="1" y="12528"/>
                    <a:pt x="8" y="12570"/>
                  </a:cubicBezTo>
                  <a:cubicBezTo>
                    <a:pt x="15" y="12611"/>
                    <a:pt x="38" y="12647"/>
                    <a:pt x="72" y="12670"/>
                  </a:cubicBezTo>
                  <a:lnTo>
                    <a:pt x="38142" y="39478"/>
                  </a:lnTo>
                  <a:cubicBezTo>
                    <a:pt x="38167" y="39498"/>
                    <a:pt x="38199" y="39506"/>
                    <a:pt x="38230" y="39506"/>
                  </a:cubicBezTo>
                  <a:lnTo>
                    <a:pt x="38259" y="39506"/>
                  </a:lnTo>
                  <a:cubicBezTo>
                    <a:pt x="38300" y="39499"/>
                    <a:pt x="38336" y="39476"/>
                    <a:pt x="38359" y="39442"/>
                  </a:cubicBezTo>
                  <a:lnTo>
                    <a:pt x="43351" y="32352"/>
                  </a:lnTo>
                  <a:cubicBezTo>
                    <a:pt x="43374" y="32318"/>
                    <a:pt x="43383" y="32276"/>
                    <a:pt x="43376" y="32235"/>
                  </a:cubicBezTo>
                  <a:cubicBezTo>
                    <a:pt x="43368" y="32195"/>
                    <a:pt x="43346" y="32159"/>
                    <a:pt x="43311" y="32135"/>
                  </a:cubicBezTo>
                  <a:lnTo>
                    <a:pt x="39965" y="29777"/>
                  </a:lnTo>
                  <a:cubicBezTo>
                    <a:pt x="42711" y="25619"/>
                    <a:pt x="43726" y="20636"/>
                    <a:pt x="42823" y="15723"/>
                  </a:cubicBezTo>
                  <a:cubicBezTo>
                    <a:pt x="41908" y="10755"/>
                    <a:pt x="39129" y="6414"/>
                    <a:pt x="34998" y="3505"/>
                  </a:cubicBezTo>
                  <a:cubicBezTo>
                    <a:pt x="31729" y="1204"/>
                    <a:pt x="27904" y="1"/>
                    <a:pt x="239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1"/>
            <p:cNvSpPr/>
            <p:nvPr/>
          </p:nvSpPr>
          <p:spPr>
            <a:xfrm>
              <a:off x="4823450" y="476800"/>
              <a:ext cx="972275" cy="698650"/>
            </a:xfrm>
            <a:custGeom>
              <a:rect b="b" l="l" r="r" t="t"/>
              <a:pathLst>
                <a:path extrusionOk="0" h="27946" w="38891">
                  <a:moveTo>
                    <a:pt x="778" y="1"/>
                  </a:moveTo>
                  <a:lnTo>
                    <a:pt x="0" y="1105"/>
                  </a:lnTo>
                  <a:lnTo>
                    <a:pt x="38113" y="27946"/>
                  </a:lnTo>
                  <a:lnTo>
                    <a:pt x="38890" y="26842"/>
                  </a:lnTo>
                  <a:lnTo>
                    <a:pt x="7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1"/>
            <p:cNvSpPr/>
            <p:nvPr/>
          </p:nvSpPr>
          <p:spPr>
            <a:xfrm>
              <a:off x="4827850" y="461200"/>
              <a:ext cx="40850" cy="53200"/>
            </a:xfrm>
            <a:custGeom>
              <a:rect b="b" l="l" r="r" t="t"/>
              <a:pathLst>
                <a:path extrusionOk="0" h="2128" w="1634">
                  <a:moveTo>
                    <a:pt x="1456" y="1"/>
                  </a:moveTo>
                  <a:cubicBezTo>
                    <a:pt x="1408" y="1"/>
                    <a:pt x="1359" y="23"/>
                    <a:pt x="1329" y="66"/>
                  </a:cubicBezTo>
                  <a:lnTo>
                    <a:pt x="50" y="1882"/>
                  </a:lnTo>
                  <a:cubicBezTo>
                    <a:pt x="0" y="1952"/>
                    <a:pt x="19" y="2049"/>
                    <a:pt x="87" y="2099"/>
                  </a:cubicBezTo>
                  <a:cubicBezTo>
                    <a:pt x="114" y="2119"/>
                    <a:pt x="147" y="2128"/>
                    <a:pt x="177" y="2128"/>
                  </a:cubicBezTo>
                  <a:cubicBezTo>
                    <a:pt x="226" y="2128"/>
                    <a:pt x="273" y="2105"/>
                    <a:pt x="304" y="2061"/>
                  </a:cubicBezTo>
                  <a:lnTo>
                    <a:pt x="1583" y="245"/>
                  </a:lnTo>
                  <a:cubicBezTo>
                    <a:pt x="1633" y="174"/>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1"/>
            <p:cNvSpPr/>
            <p:nvPr/>
          </p:nvSpPr>
          <p:spPr>
            <a:xfrm>
              <a:off x="4878000" y="496500"/>
              <a:ext cx="40800" cy="53150"/>
            </a:xfrm>
            <a:custGeom>
              <a:rect b="b" l="l" r="r" t="t"/>
              <a:pathLst>
                <a:path extrusionOk="0" h="2126" w="1632">
                  <a:moveTo>
                    <a:pt x="1456" y="0"/>
                  </a:moveTo>
                  <a:cubicBezTo>
                    <a:pt x="1408" y="0"/>
                    <a:pt x="1360" y="23"/>
                    <a:pt x="1329" y="66"/>
                  </a:cubicBezTo>
                  <a:lnTo>
                    <a:pt x="50" y="1882"/>
                  </a:lnTo>
                  <a:cubicBezTo>
                    <a:pt x="0" y="1952"/>
                    <a:pt x="17" y="2047"/>
                    <a:pt x="87" y="2097"/>
                  </a:cubicBezTo>
                  <a:cubicBezTo>
                    <a:pt x="114" y="2117"/>
                    <a:pt x="146" y="2126"/>
                    <a:pt x="177" y="2126"/>
                  </a:cubicBezTo>
                  <a:cubicBezTo>
                    <a:pt x="224" y="2126"/>
                    <a:pt x="273" y="2105"/>
                    <a:pt x="303" y="2060"/>
                  </a:cubicBezTo>
                  <a:lnTo>
                    <a:pt x="1582" y="244"/>
                  </a:lnTo>
                  <a:cubicBezTo>
                    <a:pt x="1632" y="174"/>
                    <a:pt x="1615" y="77"/>
                    <a:pt x="1545" y="27"/>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1"/>
            <p:cNvSpPr/>
            <p:nvPr/>
          </p:nvSpPr>
          <p:spPr>
            <a:xfrm>
              <a:off x="4844550" y="490425"/>
              <a:ext cx="28525" cy="35700"/>
            </a:xfrm>
            <a:custGeom>
              <a:rect b="b" l="l" r="r" t="t"/>
              <a:pathLst>
                <a:path extrusionOk="0" h="1428" w="1141">
                  <a:moveTo>
                    <a:pt x="966" y="0"/>
                  </a:moveTo>
                  <a:cubicBezTo>
                    <a:pt x="917" y="0"/>
                    <a:pt x="869" y="23"/>
                    <a:pt x="838" y="66"/>
                  </a:cubicBezTo>
                  <a:lnTo>
                    <a:pt x="51" y="1183"/>
                  </a:lnTo>
                  <a:cubicBezTo>
                    <a:pt x="1" y="1253"/>
                    <a:pt x="18" y="1350"/>
                    <a:pt x="88" y="1399"/>
                  </a:cubicBezTo>
                  <a:cubicBezTo>
                    <a:pt x="115" y="1419"/>
                    <a:pt x="147" y="1427"/>
                    <a:pt x="177" y="1427"/>
                  </a:cubicBezTo>
                  <a:cubicBezTo>
                    <a:pt x="227" y="1427"/>
                    <a:pt x="274" y="1404"/>
                    <a:pt x="304" y="1362"/>
                  </a:cubicBezTo>
                  <a:lnTo>
                    <a:pt x="1091" y="244"/>
                  </a:lnTo>
                  <a:cubicBezTo>
                    <a:pt x="1141" y="174"/>
                    <a:pt x="1124" y="77"/>
                    <a:pt x="1054" y="27"/>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1"/>
            <p:cNvSpPr/>
            <p:nvPr/>
          </p:nvSpPr>
          <p:spPr>
            <a:xfrm>
              <a:off x="4859800" y="501175"/>
              <a:ext cx="28575" cy="35725"/>
            </a:xfrm>
            <a:custGeom>
              <a:rect b="b" l="l" r="r" t="t"/>
              <a:pathLst>
                <a:path extrusionOk="0" h="1429" w="1143">
                  <a:moveTo>
                    <a:pt x="966" y="1"/>
                  </a:moveTo>
                  <a:cubicBezTo>
                    <a:pt x="917" y="1"/>
                    <a:pt x="869" y="23"/>
                    <a:pt x="838" y="66"/>
                  </a:cubicBezTo>
                  <a:lnTo>
                    <a:pt x="51" y="1183"/>
                  </a:lnTo>
                  <a:cubicBezTo>
                    <a:pt x="1" y="1253"/>
                    <a:pt x="19" y="1350"/>
                    <a:pt x="88" y="1400"/>
                  </a:cubicBezTo>
                  <a:cubicBezTo>
                    <a:pt x="115" y="1420"/>
                    <a:pt x="148" y="1429"/>
                    <a:pt x="178" y="1429"/>
                  </a:cubicBezTo>
                  <a:cubicBezTo>
                    <a:pt x="227" y="1429"/>
                    <a:pt x="274" y="1406"/>
                    <a:pt x="305" y="1362"/>
                  </a:cubicBezTo>
                  <a:lnTo>
                    <a:pt x="1093" y="244"/>
                  </a:lnTo>
                  <a:cubicBezTo>
                    <a:pt x="1143" y="174"/>
                    <a:pt x="1124" y="79"/>
                    <a:pt x="1055" y="29"/>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1"/>
            <p:cNvSpPr/>
            <p:nvPr/>
          </p:nvSpPr>
          <p:spPr>
            <a:xfrm>
              <a:off x="4927350" y="531325"/>
              <a:ext cx="40850" cy="53175"/>
            </a:xfrm>
            <a:custGeom>
              <a:rect b="b" l="l" r="r" t="t"/>
              <a:pathLst>
                <a:path extrusionOk="0" h="2127" w="1634">
                  <a:moveTo>
                    <a:pt x="1458" y="0"/>
                  </a:moveTo>
                  <a:cubicBezTo>
                    <a:pt x="1409" y="0"/>
                    <a:pt x="1360" y="23"/>
                    <a:pt x="1330" y="66"/>
                  </a:cubicBezTo>
                  <a:lnTo>
                    <a:pt x="51" y="1882"/>
                  </a:lnTo>
                  <a:cubicBezTo>
                    <a:pt x="1" y="1952"/>
                    <a:pt x="19" y="2047"/>
                    <a:pt x="89" y="2097"/>
                  </a:cubicBezTo>
                  <a:cubicBezTo>
                    <a:pt x="115" y="2117"/>
                    <a:pt x="148" y="2126"/>
                    <a:pt x="178" y="2126"/>
                  </a:cubicBezTo>
                  <a:cubicBezTo>
                    <a:pt x="227" y="2126"/>
                    <a:pt x="275" y="2103"/>
                    <a:pt x="305" y="2060"/>
                  </a:cubicBezTo>
                  <a:lnTo>
                    <a:pt x="1584" y="244"/>
                  </a:lnTo>
                  <a:cubicBezTo>
                    <a:pt x="1634" y="174"/>
                    <a:pt x="1615" y="77"/>
                    <a:pt x="1547" y="27"/>
                  </a:cubicBezTo>
                  <a:cubicBezTo>
                    <a:pt x="1520" y="9"/>
                    <a:pt x="1489" y="0"/>
                    <a:pt x="145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1"/>
            <p:cNvSpPr/>
            <p:nvPr/>
          </p:nvSpPr>
          <p:spPr>
            <a:xfrm>
              <a:off x="4893950" y="525225"/>
              <a:ext cx="28575" cy="35725"/>
            </a:xfrm>
            <a:custGeom>
              <a:rect b="b" l="l" r="r" t="t"/>
              <a:pathLst>
                <a:path extrusionOk="0" h="1429" w="1143">
                  <a:moveTo>
                    <a:pt x="966" y="1"/>
                  </a:moveTo>
                  <a:cubicBezTo>
                    <a:pt x="918" y="1"/>
                    <a:pt x="870" y="23"/>
                    <a:pt x="840" y="67"/>
                  </a:cubicBezTo>
                  <a:lnTo>
                    <a:pt x="51" y="1184"/>
                  </a:lnTo>
                  <a:cubicBezTo>
                    <a:pt x="1" y="1254"/>
                    <a:pt x="19" y="1351"/>
                    <a:pt x="89" y="1400"/>
                  </a:cubicBezTo>
                  <a:cubicBezTo>
                    <a:pt x="115" y="1420"/>
                    <a:pt x="148" y="1428"/>
                    <a:pt x="178" y="1428"/>
                  </a:cubicBezTo>
                  <a:cubicBezTo>
                    <a:pt x="227" y="1428"/>
                    <a:pt x="275" y="1406"/>
                    <a:pt x="305" y="1363"/>
                  </a:cubicBezTo>
                  <a:lnTo>
                    <a:pt x="1092" y="245"/>
                  </a:lnTo>
                  <a:cubicBezTo>
                    <a:pt x="1142" y="175"/>
                    <a:pt x="1125" y="78"/>
                    <a:pt x="1055"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1"/>
            <p:cNvSpPr/>
            <p:nvPr/>
          </p:nvSpPr>
          <p:spPr>
            <a:xfrm>
              <a:off x="4909200" y="535950"/>
              <a:ext cx="28550" cy="35725"/>
            </a:xfrm>
            <a:custGeom>
              <a:rect b="b" l="l" r="r" t="t"/>
              <a:pathLst>
                <a:path extrusionOk="0" h="1429" w="1142">
                  <a:moveTo>
                    <a:pt x="966" y="1"/>
                  </a:moveTo>
                  <a:cubicBezTo>
                    <a:pt x="917" y="1"/>
                    <a:pt x="869" y="23"/>
                    <a:pt x="838" y="66"/>
                  </a:cubicBezTo>
                  <a:lnTo>
                    <a:pt x="51" y="1184"/>
                  </a:lnTo>
                  <a:cubicBezTo>
                    <a:pt x="1" y="1254"/>
                    <a:pt x="18" y="1351"/>
                    <a:pt x="88" y="1400"/>
                  </a:cubicBezTo>
                  <a:cubicBezTo>
                    <a:pt x="115" y="1420"/>
                    <a:pt x="147" y="1428"/>
                    <a:pt x="177" y="1428"/>
                  </a:cubicBezTo>
                  <a:cubicBezTo>
                    <a:pt x="225" y="1428"/>
                    <a:pt x="274" y="1405"/>
                    <a:pt x="304" y="1362"/>
                  </a:cubicBezTo>
                  <a:lnTo>
                    <a:pt x="1091" y="245"/>
                  </a:lnTo>
                  <a:cubicBezTo>
                    <a:pt x="1141" y="175"/>
                    <a:pt x="1124" y="78"/>
                    <a:pt x="1054" y="28"/>
                  </a:cubicBezTo>
                  <a:cubicBezTo>
                    <a:pt x="1027" y="10"/>
                    <a:pt x="996"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1"/>
            <p:cNvSpPr/>
            <p:nvPr/>
          </p:nvSpPr>
          <p:spPr>
            <a:xfrm>
              <a:off x="4976800" y="566100"/>
              <a:ext cx="40850" cy="53175"/>
            </a:xfrm>
            <a:custGeom>
              <a:rect b="b" l="l" r="r" t="t"/>
              <a:pathLst>
                <a:path extrusionOk="0" h="2127" w="1634">
                  <a:moveTo>
                    <a:pt x="1457" y="0"/>
                  </a:moveTo>
                  <a:cubicBezTo>
                    <a:pt x="1408" y="0"/>
                    <a:pt x="1360" y="23"/>
                    <a:pt x="1329" y="65"/>
                  </a:cubicBezTo>
                  <a:lnTo>
                    <a:pt x="50" y="1882"/>
                  </a:lnTo>
                  <a:cubicBezTo>
                    <a:pt x="0" y="1951"/>
                    <a:pt x="19" y="2048"/>
                    <a:pt x="87" y="2098"/>
                  </a:cubicBezTo>
                  <a:cubicBezTo>
                    <a:pt x="115" y="2118"/>
                    <a:pt x="147" y="2127"/>
                    <a:pt x="177" y="2127"/>
                  </a:cubicBezTo>
                  <a:cubicBezTo>
                    <a:pt x="226" y="2127"/>
                    <a:pt x="273" y="2104"/>
                    <a:pt x="305" y="2061"/>
                  </a:cubicBezTo>
                  <a:lnTo>
                    <a:pt x="1583" y="244"/>
                  </a:lnTo>
                  <a:cubicBezTo>
                    <a:pt x="1633" y="175"/>
                    <a:pt x="1615" y="78"/>
                    <a:pt x="1545" y="28"/>
                  </a:cubicBezTo>
                  <a:cubicBezTo>
                    <a:pt x="1518"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1"/>
            <p:cNvSpPr/>
            <p:nvPr/>
          </p:nvSpPr>
          <p:spPr>
            <a:xfrm>
              <a:off x="4943350" y="560025"/>
              <a:ext cx="28575" cy="35725"/>
            </a:xfrm>
            <a:custGeom>
              <a:rect b="b" l="l" r="r" t="t"/>
              <a:pathLst>
                <a:path extrusionOk="0" h="1429" w="1143">
                  <a:moveTo>
                    <a:pt x="966" y="1"/>
                  </a:moveTo>
                  <a:cubicBezTo>
                    <a:pt x="918" y="1"/>
                    <a:pt x="869" y="23"/>
                    <a:pt x="838" y="66"/>
                  </a:cubicBezTo>
                  <a:lnTo>
                    <a:pt x="51" y="1184"/>
                  </a:lnTo>
                  <a:cubicBezTo>
                    <a:pt x="1" y="1254"/>
                    <a:pt x="18" y="1350"/>
                    <a:pt x="88" y="1400"/>
                  </a:cubicBezTo>
                  <a:cubicBezTo>
                    <a:pt x="115" y="1420"/>
                    <a:pt x="147" y="1428"/>
                    <a:pt x="178" y="1428"/>
                  </a:cubicBezTo>
                  <a:cubicBezTo>
                    <a:pt x="225" y="1428"/>
                    <a:pt x="274" y="1405"/>
                    <a:pt x="304" y="1362"/>
                  </a:cubicBezTo>
                  <a:lnTo>
                    <a:pt x="1093" y="245"/>
                  </a:lnTo>
                  <a:cubicBezTo>
                    <a:pt x="1143" y="175"/>
                    <a:pt x="1124" y="78"/>
                    <a:pt x="1054"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1"/>
            <p:cNvSpPr/>
            <p:nvPr/>
          </p:nvSpPr>
          <p:spPr>
            <a:xfrm>
              <a:off x="4958625" y="570750"/>
              <a:ext cx="28550" cy="35700"/>
            </a:xfrm>
            <a:custGeom>
              <a:rect b="b" l="l" r="r" t="t"/>
              <a:pathLst>
                <a:path extrusionOk="0" h="1428" w="1142">
                  <a:moveTo>
                    <a:pt x="966" y="1"/>
                  </a:moveTo>
                  <a:cubicBezTo>
                    <a:pt x="918" y="1"/>
                    <a:pt x="869" y="23"/>
                    <a:pt x="839" y="66"/>
                  </a:cubicBezTo>
                  <a:lnTo>
                    <a:pt x="50" y="1183"/>
                  </a:lnTo>
                  <a:cubicBezTo>
                    <a:pt x="0" y="1253"/>
                    <a:pt x="19" y="1349"/>
                    <a:pt x="89" y="1399"/>
                  </a:cubicBezTo>
                  <a:cubicBezTo>
                    <a:pt x="114" y="1419"/>
                    <a:pt x="147" y="1428"/>
                    <a:pt x="177" y="1428"/>
                  </a:cubicBezTo>
                  <a:cubicBezTo>
                    <a:pt x="226" y="1428"/>
                    <a:pt x="274" y="1405"/>
                    <a:pt x="304" y="1362"/>
                  </a:cubicBezTo>
                  <a:lnTo>
                    <a:pt x="1092" y="245"/>
                  </a:lnTo>
                  <a:cubicBezTo>
                    <a:pt x="1142" y="175"/>
                    <a:pt x="1125" y="78"/>
                    <a:pt x="1055" y="28"/>
                  </a:cubicBezTo>
                  <a:cubicBezTo>
                    <a:pt x="1028" y="9"/>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1"/>
            <p:cNvSpPr/>
            <p:nvPr/>
          </p:nvSpPr>
          <p:spPr>
            <a:xfrm>
              <a:off x="5026200" y="600875"/>
              <a:ext cx="40825" cy="53200"/>
            </a:xfrm>
            <a:custGeom>
              <a:rect b="b" l="l" r="r" t="t"/>
              <a:pathLst>
                <a:path extrusionOk="0" h="2128" w="1633">
                  <a:moveTo>
                    <a:pt x="1456" y="0"/>
                  </a:moveTo>
                  <a:cubicBezTo>
                    <a:pt x="1407" y="0"/>
                    <a:pt x="1360" y="23"/>
                    <a:pt x="1329" y="66"/>
                  </a:cubicBezTo>
                  <a:lnTo>
                    <a:pt x="50" y="1882"/>
                  </a:lnTo>
                  <a:cubicBezTo>
                    <a:pt x="0" y="1952"/>
                    <a:pt x="18" y="2049"/>
                    <a:pt x="88" y="2099"/>
                  </a:cubicBezTo>
                  <a:cubicBezTo>
                    <a:pt x="115" y="2117"/>
                    <a:pt x="146" y="2127"/>
                    <a:pt x="176" y="2127"/>
                  </a:cubicBezTo>
                  <a:cubicBezTo>
                    <a:pt x="225" y="2127"/>
                    <a:pt x="273" y="2105"/>
                    <a:pt x="303" y="2060"/>
                  </a:cubicBezTo>
                  <a:lnTo>
                    <a:pt x="1582" y="244"/>
                  </a:lnTo>
                  <a:cubicBezTo>
                    <a:pt x="1632" y="174"/>
                    <a:pt x="1615" y="78"/>
                    <a:pt x="1545" y="28"/>
                  </a:cubicBezTo>
                  <a:cubicBezTo>
                    <a:pt x="1518" y="10"/>
                    <a:pt x="1486"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1"/>
            <p:cNvSpPr/>
            <p:nvPr/>
          </p:nvSpPr>
          <p:spPr>
            <a:xfrm>
              <a:off x="4992725" y="594800"/>
              <a:ext cx="28575" cy="35725"/>
            </a:xfrm>
            <a:custGeom>
              <a:rect b="b" l="l" r="r" t="t"/>
              <a:pathLst>
                <a:path extrusionOk="0" h="1429" w="1143">
                  <a:moveTo>
                    <a:pt x="967" y="1"/>
                  </a:moveTo>
                  <a:cubicBezTo>
                    <a:pt x="918" y="1"/>
                    <a:pt x="870" y="24"/>
                    <a:pt x="839" y="66"/>
                  </a:cubicBezTo>
                  <a:lnTo>
                    <a:pt x="51" y="1184"/>
                  </a:lnTo>
                  <a:cubicBezTo>
                    <a:pt x="1" y="1253"/>
                    <a:pt x="19" y="1350"/>
                    <a:pt x="89" y="1400"/>
                  </a:cubicBezTo>
                  <a:cubicBezTo>
                    <a:pt x="115" y="1420"/>
                    <a:pt x="148" y="1429"/>
                    <a:pt x="178" y="1429"/>
                  </a:cubicBezTo>
                  <a:cubicBezTo>
                    <a:pt x="228" y="1429"/>
                    <a:pt x="276" y="1406"/>
                    <a:pt x="305" y="1363"/>
                  </a:cubicBezTo>
                  <a:lnTo>
                    <a:pt x="1092" y="244"/>
                  </a:lnTo>
                  <a:cubicBezTo>
                    <a:pt x="1142" y="176"/>
                    <a:pt x="1125" y="79"/>
                    <a:pt x="1055" y="29"/>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1"/>
            <p:cNvSpPr/>
            <p:nvPr/>
          </p:nvSpPr>
          <p:spPr>
            <a:xfrm>
              <a:off x="5008025" y="605500"/>
              <a:ext cx="28550" cy="35750"/>
            </a:xfrm>
            <a:custGeom>
              <a:rect b="b" l="l" r="r" t="t"/>
              <a:pathLst>
                <a:path extrusionOk="0" h="1430" w="1142">
                  <a:moveTo>
                    <a:pt x="964" y="1"/>
                  </a:moveTo>
                  <a:cubicBezTo>
                    <a:pt x="915" y="1"/>
                    <a:pt x="868" y="23"/>
                    <a:pt x="837" y="66"/>
                  </a:cubicBezTo>
                  <a:lnTo>
                    <a:pt x="50" y="1185"/>
                  </a:lnTo>
                  <a:cubicBezTo>
                    <a:pt x="0" y="1254"/>
                    <a:pt x="17" y="1351"/>
                    <a:pt x="87" y="1401"/>
                  </a:cubicBezTo>
                  <a:cubicBezTo>
                    <a:pt x="114" y="1421"/>
                    <a:pt x="146" y="1429"/>
                    <a:pt x="177" y="1429"/>
                  </a:cubicBezTo>
                  <a:cubicBezTo>
                    <a:pt x="224" y="1429"/>
                    <a:pt x="273" y="1408"/>
                    <a:pt x="303" y="1364"/>
                  </a:cubicBezTo>
                  <a:lnTo>
                    <a:pt x="1092" y="245"/>
                  </a:lnTo>
                  <a:cubicBezTo>
                    <a:pt x="1142" y="176"/>
                    <a:pt x="1123" y="79"/>
                    <a:pt x="1053" y="29"/>
                  </a:cubicBezTo>
                  <a:cubicBezTo>
                    <a:pt x="1026" y="10"/>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1"/>
            <p:cNvSpPr/>
            <p:nvPr/>
          </p:nvSpPr>
          <p:spPr>
            <a:xfrm>
              <a:off x="5075575" y="635700"/>
              <a:ext cx="40850" cy="53175"/>
            </a:xfrm>
            <a:custGeom>
              <a:rect b="b" l="l" r="r" t="t"/>
              <a:pathLst>
                <a:path extrusionOk="0" h="2127" w="1634">
                  <a:moveTo>
                    <a:pt x="1457" y="1"/>
                  </a:moveTo>
                  <a:cubicBezTo>
                    <a:pt x="1408" y="1"/>
                    <a:pt x="1360" y="24"/>
                    <a:pt x="1329" y="66"/>
                  </a:cubicBezTo>
                  <a:lnTo>
                    <a:pt x="50" y="1880"/>
                  </a:lnTo>
                  <a:cubicBezTo>
                    <a:pt x="0" y="1950"/>
                    <a:pt x="19" y="2047"/>
                    <a:pt x="87" y="2098"/>
                  </a:cubicBezTo>
                  <a:cubicBezTo>
                    <a:pt x="114" y="2116"/>
                    <a:pt x="147" y="2126"/>
                    <a:pt x="177" y="2126"/>
                  </a:cubicBezTo>
                  <a:cubicBezTo>
                    <a:pt x="226" y="2126"/>
                    <a:pt x="273" y="2102"/>
                    <a:pt x="304" y="2059"/>
                  </a:cubicBezTo>
                  <a:lnTo>
                    <a:pt x="1583" y="244"/>
                  </a:lnTo>
                  <a:cubicBezTo>
                    <a:pt x="1633" y="176"/>
                    <a:pt x="1615" y="79"/>
                    <a:pt x="1545" y="29"/>
                  </a:cubicBezTo>
                  <a:cubicBezTo>
                    <a:pt x="1518"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1"/>
            <p:cNvSpPr/>
            <p:nvPr/>
          </p:nvSpPr>
          <p:spPr>
            <a:xfrm>
              <a:off x="5042175" y="629600"/>
              <a:ext cx="28550" cy="35725"/>
            </a:xfrm>
            <a:custGeom>
              <a:rect b="b" l="l" r="r" t="t"/>
              <a:pathLst>
                <a:path extrusionOk="0" h="1429" w="1142">
                  <a:moveTo>
                    <a:pt x="965" y="0"/>
                  </a:moveTo>
                  <a:cubicBezTo>
                    <a:pt x="916" y="0"/>
                    <a:pt x="868" y="23"/>
                    <a:pt x="837" y="65"/>
                  </a:cubicBezTo>
                  <a:lnTo>
                    <a:pt x="50" y="1183"/>
                  </a:lnTo>
                  <a:cubicBezTo>
                    <a:pt x="0" y="1253"/>
                    <a:pt x="19" y="1350"/>
                    <a:pt x="87" y="1400"/>
                  </a:cubicBezTo>
                  <a:cubicBezTo>
                    <a:pt x="114" y="1420"/>
                    <a:pt x="147" y="1428"/>
                    <a:pt x="177" y="1428"/>
                  </a:cubicBezTo>
                  <a:cubicBezTo>
                    <a:pt x="226" y="1428"/>
                    <a:pt x="273" y="1406"/>
                    <a:pt x="304" y="1361"/>
                  </a:cubicBezTo>
                  <a:lnTo>
                    <a:pt x="1092" y="244"/>
                  </a:lnTo>
                  <a:cubicBezTo>
                    <a:pt x="1142" y="174"/>
                    <a:pt x="1123" y="78"/>
                    <a:pt x="1055"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1"/>
            <p:cNvSpPr/>
            <p:nvPr/>
          </p:nvSpPr>
          <p:spPr>
            <a:xfrm>
              <a:off x="5057450" y="640350"/>
              <a:ext cx="28525" cy="35725"/>
            </a:xfrm>
            <a:custGeom>
              <a:rect b="b" l="l" r="r" t="t"/>
              <a:pathLst>
                <a:path extrusionOk="0" h="1429" w="1141">
                  <a:moveTo>
                    <a:pt x="965" y="1"/>
                  </a:moveTo>
                  <a:cubicBezTo>
                    <a:pt x="917" y="1"/>
                    <a:pt x="869" y="23"/>
                    <a:pt x="838" y="65"/>
                  </a:cubicBezTo>
                  <a:lnTo>
                    <a:pt x="51" y="1184"/>
                  </a:lnTo>
                  <a:cubicBezTo>
                    <a:pt x="1" y="1253"/>
                    <a:pt x="18" y="1350"/>
                    <a:pt x="88" y="1400"/>
                  </a:cubicBezTo>
                  <a:cubicBezTo>
                    <a:pt x="115" y="1420"/>
                    <a:pt x="146" y="1429"/>
                    <a:pt x="176" y="1429"/>
                  </a:cubicBezTo>
                  <a:cubicBezTo>
                    <a:pt x="225" y="1429"/>
                    <a:pt x="274" y="1406"/>
                    <a:pt x="304" y="1363"/>
                  </a:cubicBezTo>
                  <a:lnTo>
                    <a:pt x="1091" y="244"/>
                  </a:lnTo>
                  <a:cubicBezTo>
                    <a:pt x="1141" y="175"/>
                    <a:pt x="1124" y="78"/>
                    <a:pt x="1054" y="28"/>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1"/>
            <p:cNvSpPr/>
            <p:nvPr/>
          </p:nvSpPr>
          <p:spPr>
            <a:xfrm>
              <a:off x="5125000" y="670500"/>
              <a:ext cx="40825" cy="53125"/>
            </a:xfrm>
            <a:custGeom>
              <a:rect b="b" l="l" r="r" t="t"/>
              <a:pathLst>
                <a:path extrusionOk="0" h="2125" w="1633">
                  <a:moveTo>
                    <a:pt x="1456" y="0"/>
                  </a:moveTo>
                  <a:cubicBezTo>
                    <a:pt x="1407" y="0"/>
                    <a:pt x="1360" y="23"/>
                    <a:pt x="1329" y="65"/>
                  </a:cubicBezTo>
                  <a:lnTo>
                    <a:pt x="51" y="1880"/>
                  </a:lnTo>
                  <a:cubicBezTo>
                    <a:pt x="1" y="1950"/>
                    <a:pt x="18" y="2046"/>
                    <a:pt x="88" y="2096"/>
                  </a:cubicBezTo>
                  <a:cubicBezTo>
                    <a:pt x="115" y="2116"/>
                    <a:pt x="146" y="2124"/>
                    <a:pt x="178" y="2124"/>
                  </a:cubicBezTo>
                  <a:cubicBezTo>
                    <a:pt x="225" y="2124"/>
                    <a:pt x="273" y="2101"/>
                    <a:pt x="303" y="2059"/>
                  </a:cubicBezTo>
                  <a:lnTo>
                    <a:pt x="1582" y="244"/>
                  </a:lnTo>
                  <a:cubicBezTo>
                    <a:pt x="1632" y="174"/>
                    <a:pt x="1615" y="78"/>
                    <a:pt x="1545" y="28"/>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1"/>
            <p:cNvSpPr/>
            <p:nvPr/>
          </p:nvSpPr>
          <p:spPr>
            <a:xfrm>
              <a:off x="5091575" y="664375"/>
              <a:ext cx="28525" cy="35750"/>
            </a:xfrm>
            <a:custGeom>
              <a:rect b="b" l="l" r="r" t="t"/>
              <a:pathLst>
                <a:path extrusionOk="0" h="1430" w="1141">
                  <a:moveTo>
                    <a:pt x="965" y="0"/>
                  </a:moveTo>
                  <a:cubicBezTo>
                    <a:pt x="916" y="0"/>
                    <a:pt x="868" y="23"/>
                    <a:pt x="837" y="66"/>
                  </a:cubicBezTo>
                  <a:lnTo>
                    <a:pt x="49" y="1183"/>
                  </a:lnTo>
                  <a:cubicBezTo>
                    <a:pt x="0" y="1253"/>
                    <a:pt x="17" y="1351"/>
                    <a:pt x="87" y="1399"/>
                  </a:cubicBezTo>
                  <a:cubicBezTo>
                    <a:pt x="114" y="1419"/>
                    <a:pt x="146" y="1429"/>
                    <a:pt x="176" y="1429"/>
                  </a:cubicBezTo>
                  <a:cubicBezTo>
                    <a:pt x="224" y="1429"/>
                    <a:pt x="273" y="1405"/>
                    <a:pt x="303" y="1362"/>
                  </a:cubicBezTo>
                  <a:lnTo>
                    <a:pt x="1090" y="245"/>
                  </a:lnTo>
                  <a:cubicBezTo>
                    <a:pt x="1140" y="175"/>
                    <a:pt x="1123" y="77"/>
                    <a:pt x="1053" y="27"/>
                  </a:cubicBezTo>
                  <a:cubicBezTo>
                    <a:pt x="1026" y="9"/>
                    <a:pt x="995"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1"/>
            <p:cNvSpPr/>
            <p:nvPr/>
          </p:nvSpPr>
          <p:spPr>
            <a:xfrm>
              <a:off x="5106825" y="675125"/>
              <a:ext cx="28550" cy="35750"/>
            </a:xfrm>
            <a:custGeom>
              <a:rect b="b" l="l" r="r" t="t"/>
              <a:pathLst>
                <a:path extrusionOk="0" h="1430" w="1142">
                  <a:moveTo>
                    <a:pt x="965" y="1"/>
                  </a:moveTo>
                  <a:cubicBezTo>
                    <a:pt x="916" y="1"/>
                    <a:pt x="868" y="23"/>
                    <a:pt x="838" y="66"/>
                  </a:cubicBezTo>
                  <a:lnTo>
                    <a:pt x="50" y="1183"/>
                  </a:lnTo>
                  <a:cubicBezTo>
                    <a:pt x="0" y="1253"/>
                    <a:pt x="19" y="1351"/>
                    <a:pt x="87" y="1401"/>
                  </a:cubicBezTo>
                  <a:cubicBezTo>
                    <a:pt x="115" y="1421"/>
                    <a:pt x="147" y="1429"/>
                    <a:pt x="177" y="1429"/>
                  </a:cubicBezTo>
                  <a:cubicBezTo>
                    <a:pt x="226" y="1429"/>
                    <a:pt x="273" y="1406"/>
                    <a:pt x="305" y="1362"/>
                  </a:cubicBezTo>
                  <a:lnTo>
                    <a:pt x="1092" y="245"/>
                  </a:lnTo>
                  <a:cubicBezTo>
                    <a:pt x="1142" y="175"/>
                    <a:pt x="1123" y="79"/>
                    <a:pt x="1055"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1"/>
            <p:cNvSpPr/>
            <p:nvPr/>
          </p:nvSpPr>
          <p:spPr>
            <a:xfrm>
              <a:off x="5174375" y="705225"/>
              <a:ext cx="40850" cy="53175"/>
            </a:xfrm>
            <a:custGeom>
              <a:rect b="b" l="l" r="r" t="t"/>
              <a:pathLst>
                <a:path extrusionOk="0" h="2127" w="1634">
                  <a:moveTo>
                    <a:pt x="1457" y="0"/>
                  </a:moveTo>
                  <a:cubicBezTo>
                    <a:pt x="1408" y="0"/>
                    <a:pt x="1360" y="23"/>
                    <a:pt x="1329" y="65"/>
                  </a:cubicBezTo>
                  <a:lnTo>
                    <a:pt x="50" y="1883"/>
                  </a:lnTo>
                  <a:cubicBezTo>
                    <a:pt x="0" y="1951"/>
                    <a:pt x="19" y="2048"/>
                    <a:pt x="89" y="2098"/>
                  </a:cubicBezTo>
                  <a:cubicBezTo>
                    <a:pt x="114" y="2118"/>
                    <a:pt x="147" y="2127"/>
                    <a:pt x="177" y="2127"/>
                  </a:cubicBezTo>
                  <a:cubicBezTo>
                    <a:pt x="226" y="2127"/>
                    <a:pt x="274" y="2104"/>
                    <a:pt x="304" y="2061"/>
                  </a:cubicBezTo>
                  <a:lnTo>
                    <a:pt x="1583" y="244"/>
                  </a:lnTo>
                  <a:cubicBezTo>
                    <a:pt x="1633" y="175"/>
                    <a:pt x="1615" y="78"/>
                    <a:pt x="1546" y="28"/>
                  </a:cubicBezTo>
                  <a:cubicBezTo>
                    <a:pt x="1519"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1"/>
            <p:cNvSpPr/>
            <p:nvPr/>
          </p:nvSpPr>
          <p:spPr>
            <a:xfrm>
              <a:off x="5140975" y="699150"/>
              <a:ext cx="28550" cy="35725"/>
            </a:xfrm>
            <a:custGeom>
              <a:rect b="b" l="l" r="r" t="t"/>
              <a:pathLst>
                <a:path extrusionOk="0" h="1429" w="1142">
                  <a:moveTo>
                    <a:pt x="966" y="0"/>
                  </a:moveTo>
                  <a:cubicBezTo>
                    <a:pt x="918" y="0"/>
                    <a:pt x="870" y="23"/>
                    <a:pt x="839" y="65"/>
                  </a:cubicBezTo>
                  <a:lnTo>
                    <a:pt x="50" y="1184"/>
                  </a:lnTo>
                  <a:cubicBezTo>
                    <a:pt x="0" y="1254"/>
                    <a:pt x="19" y="1350"/>
                    <a:pt x="89" y="1400"/>
                  </a:cubicBezTo>
                  <a:cubicBezTo>
                    <a:pt x="115" y="1420"/>
                    <a:pt x="147" y="1428"/>
                    <a:pt x="177" y="1428"/>
                  </a:cubicBezTo>
                  <a:cubicBezTo>
                    <a:pt x="226" y="1428"/>
                    <a:pt x="275" y="1406"/>
                    <a:pt x="305" y="1363"/>
                  </a:cubicBezTo>
                  <a:lnTo>
                    <a:pt x="1092" y="244"/>
                  </a:lnTo>
                  <a:cubicBezTo>
                    <a:pt x="1142" y="175"/>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1"/>
            <p:cNvSpPr/>
            <p:nvPr/>
          </p:nvSpPr>
          <p:spPr>
            <a:xfrm>
              <a:off x="5156225" y="709925"/>
              <a:ext cx="28525" cy="35725"/>
            </a:xfrm>
            <a:custGeom>
              <a:rect b="b" l="l" r="r" t="t"/>
              <a:pathLst>
                <a:path extrusionOk="0" h="1429" w="1141">
                  <a:moveTo>
                    <a:pt x="965" y="0"/>
                  </a:moveTo>
                  <a:cubicBezTo>
                    <a:pt x="916" y="0"/>
                    <a:pt x="868" y="23"/>
                    <a:pt x="838" y="66"/>
                  </a:cubicBezTo>
                  <a:lnTo>
                    <a:pt x="50" y="1183"/>
                  </a:lnTo>
                  <a:cubicBezTo>
                    <a:pt x="0" y="1253"/>
                    <a:pt x="17" y="1350"/>
                    <a:pt x="87" y="1399"/>
                  </a:cubicBezTo>
                  <a:cubicBezTo>
                    <a:pt x="115" y="1419"/>
                    <a:pt x="146" y="1429"/>
                    <a:pt x="176" y="1429"/>
                  </a:cubicBezTo>
                  <a:cubicBezTo>
                    <a:pt x="226" y="1429"/>
                    <a:pt x="275" y="1405"/>
                    <a:pt x="303" y="1362"/>
                  </a:cubicBezTo>
                  <a:lnTo>
                    <a:pt x="1091" y="244"/>
                  </a:lnTo>
                  <a:cubicBezTo>
                    <a:pt x="1141" y="174"/>
                    <a:pt x="1123" y="77"/>
                    <a:pt x="1053" y="27"/>
                  </a:cubicBezTo>
                  <a:cubicBezTo>
                    <a:pt x="1026"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1"/>
            <p:cNvSpPr/>
            <p:nvPr/>
          </p:nvSpPr>
          <p:spPr>
            <a:xfrm>
              <a:off x="5223800" y="740000"/>
              <a:ext cx="40850" cy="53200"/>
            </a:xfrm>
            <a:custGeom>
              <a:rect b="b" l="l" r="r" t="t"/>
              <a:pathLst>
                <a:path extrusionOk="0" h="2128" w="1634">
                  <a:moveTo>
                    <a:pt x="1457" y="1"/>
                  </a:moveTo>
                  <a:cubicBezTo>
                    <a:pt x="1408" y="1"/>
                    <a:pt x="1360" y="23"/>
                    <a:pt x="1329" y="66"/>
                  </a:cubicBezTo>
                  <a:lnTo>
                    <a:pt x="51" y="1882"/>
                  </a:lnTo>
                  <a:cubicBezTo>
                    <a:pt x="1" y="1952"/>
                    <a:pt x="19" y="2049"/>
                    <a:pt x="88" y="2099"/>
                  </a:cubicBezTo>
                  <a:cubicBezTo>
                    <a:pt x="115" y="2119"/>
                    <a:pt x="148" y="2128"/>
                    <a:pt x="178" y="2128"/>
                  </a:cubicBezTo>
                  <a:cubicBezTo>
                    <a:pt x="225" y="2128"/>
                    <a:pt x="274" y="2106"/>
                    <a:pt x="305" y="2061"/>
                  </a:cubicBezTo>
                  <a:lnTo>
                    <a:pt x="1584" y="244"/>
                  </a:lnTo>
                  <a:cubicBezTo>
                    <a:pt x="1634" y="174"/>
                    <a:pt x="1615" y="79"/>
                    <a:pt x="1545" y="29"/>
                  </a:cubicBezTo>
                  <a:cubicBezTo>
                    <a:pt x="1518"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1"/>
            <p:cNvSpPr/>
            <p:nvPr/>
          </p:nvSpPr>
          <p:spPr>
            <a:xfrm>
              <a:off x="5190375" y="733950"/>
              <a:ext cx="28550" cy="35725"/>
            </a:xfrm>
            <a:custGeom>
              <a:rect b="b" l="l" r="r" t="t"/>
              <a:pathLst>
                <a:path extrusionOk="0" h="1429" w="1142">
                  <a:moveTo>
                    <a:pt x="966" y="0"/>
                  </a:moveTo>
                  <a:cubicBezTo>
                    <a:pt x="917" y="0"/>
                    <a:pt x="868" y="23"/>
                    <a:pt x="838" y="65"/>
                  </a:cubicBezTo>
                  <a:lnTo>
                    <a:pt x="50" y="1184"/>
                  </a:lnTo>
                  <a:cubicBezTo>
                    <a:pt x="0" y="1254"/>
                    <a:pt x="17" y="1350"/>
                    <a:pt x="87" y="1400"/>
                  </a:cubicBezTo>
                  <a:cubicBezTo>
                    <a:pt x="115" y="1420"/>
                    <a:pt x="146" y="1428"/>
                    <a:pt x="177" y="1428"/>
                  </a:cubicBezTo>
                  <a:cubicBezTo>
                    <a:pt x="225" y="1428"/>
                    <a:pt x="273" y="1407"/>
                    <a:pt x="303" y="1362"/>
                  </a:cubicBezTo>
                  <a:lnTo>
                    <a:pt x="1092" y="244"/>
                  </a:lnTo>
                  <a:cubicBezTo>
                    <a:pt x="1142" y="175"/>
                    <a:pt x="1123" y="78"/>
                    <a:pt x="1053" y="28"/>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1"/>
            <p:cNvSpPr/>
            <p:nvPr/>
          </p:nvSpPr>
          <p:spPr>
            <a:xfrm>
              <a:off x="5205625" y="744700"/>
              <a:ext cx="28550" cy="35725"/>
            </a:xfrm>
            <a:custGeom>
              <a:rect b="b" l="l" r="r" t="t"/>
              <a:pathLst>
                <a:path extrusionOk="0" h="1429" w="1142">
                  <a:moveTo>
                    <a:pt x="966" y="0"/>
                  </a:moveTo>
                  <a:cubicBezTo>
                    <a:pt x="917" y="0"/>
                    <a:pt x="869" y="23"/>
                    <a:pt x="839" y="65"/>
                  </a:cubicBezTo>
                  <a:lnTo>
                    <a:pt x="50" y="1184"/>
                  </a:lnTo>
                  <a:cubicBezTo>
                    <a:pt x="0" y="1254"/>
                    <a:pt x="19" y="1350"/>
                    <a:pt x="89" y="1400"/>
                  </a:cubicBezTo>
                  <a:cubicBezTo>
                    <a:pt x="115" y="1420"/>
                    <a:pt x="148" y="1428"/>
                    <a:pt x="178" y="1428"/>
                  </a:cubicBezTo>
                  <a:cubicBezTo>
                    <a:pt x="226" y="1428"/>
                    <a:pt x="275" y="1405"/>
                    <a:pt x="305" y="1362"/>
                  </a:cubicBezTo>
                  <a:lnTo>
                    <a:pt x="1092" y="244"/>
                  </a:lnTo>
                  <a:cubicBezTo>
                    <a:pt x="1142" y="175"/>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1"/>
            <p:cNvSpPr/>
            <p:nvPr/>
          </p:nvSpPr>
          <p:spPr>
            <a:xfrm>
              <a:off x="5273200" y="774825"/>
              <a:ext cx="40825" cy="53200"/>
            </a:xfrm>
            <a:custGeom>
              <a:rect b="b" l="l" r="r" t="t"/>
              <a:pathLst>
                <a:path extrusionOk="0" h="2128" w="1633">
                  <a:moveTo>
                    <a:pt x="1456" y="1"/>
                  </a:moveTo>
                  <a:cubicBezTo>
                    <a:pt x="1408" y="1"/>
                    <a:pt x="1360" y="23"/>
                    <a:pt x="1330" y="66"/>
                  </a:cubicBezTo>
                  <a:lnTo>
                    <a:pt x="51" y="1882"/>
                  </a:lnTo>
                  <a:cubicBezTo>
                    <a:pt x="1" y="1952"/>
                    <a:pt x="18" y="2049"/>
                    <a:pt x="88" y="2099"/>
                  </a:cubicBezTo>
                  <a:cubicBezTo>
                    <a:pt x="115" y="2119"/>
                    <a:pt x="146" y="2128"/>
                    <a:pt x="176" y="2128"/>
                  </a:cubicBezTo>
                  <a:cubicBezTo>
                    <a:pt x="225" y="2128"/>
                    <a:pt x="274" y="2105"/>
                    <a:pt x="304" y="2061"/>
                  </a:cubicBezTo>
                  <a:lnTo>
                    <a:pt x="1582" y="245"/>
                  </a:lnTo>
                  <a:cubicBezTo>
                    <a:pt x="1632" y="175"/>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1"/>
            <p:cNvSpPr/>
            <p:nvPr/>
          </p:nvSpPr>
          <p:spPr>
            <a:xfrm>
              <a:off x="5239800" y="768775"/>
              <a:ext cx="28525" cy="35725"/>
            </a:xfrm>
            <a:custGeom>
              <a:rect b="b" l="l" r="r" t="t"/>
              <a:pathLst>
                <a:path extrusionOk="0" h="1429" w="1141">
                  <a:moveTo>
                    <a:pt x="965" y="0"/>
                  </a:moveTo>
                  <a:cubicBezTo>
                    <a:pt x="917" y="0"/>
                    <a:pt x="869" y="23"/>
                    <a:pt x="838" y="65"/>
                  </a:cubicBezTo>
                  <a:lnTo>
                    <a:pt x="49" y="1184"/>
                  </a:lnTo>
                  <a:cubicBezTo>
                    <a:pt x="1" y="1254"/>
                    <a:pt x="18" y="1350"/>
                    <a:pt x="88" y="1400"/>
                  </a:cubicBezTo>
                  <a:cubicBezTo>
                    <a:pt x="115" y="1420"/>
                    <a:pt x="147" y="1428"/>
                    <a:pt x="177" y="1428"/>
                  </a:cubicBezTo>
                  <a:cubicBezTo>
                    <a:pt x="225" y="1428"/>
                    <a:pt x="274" y="1405"/>
                    <a:pt x="304" y="1362"/>
                  </a:cubicBezTo>
                  <a:lnTo>
                    <a:pt x="1091" y="244"/>
                  </a:lnTo>
                  <a:cubicBezTo>
                    <a:pt x="1141" y="175"/>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1"/>
            <p:cNvSpPr/>
            <p:nvPr/>
          </p:nvSpPr>
          <p:spPr>
            <a:xfrm>
              <a:off x="5255025" y="779475"/>
              <a:ext cx="28575" cy="35725"/>
            </a:xfrm>
            <a:custGeom>
              <a:rect b="b" l="l" r="r" t="t"/>
              <a:pathLst>
                <a:path extrusionOk="0" h="1429" w="1143">
                  <a:moveTo>
                    <a:pt x="966" y="1"/>
                  </a:moveTo>
                  <a:cubicBezTo>
                    <a:pt x="917" y="1"/>
                    <a:pt x="868" y="24"/>
                    <a:pt x="838" y="66"/>
                  </a:cubicBezTo>
                  <a:lnTo>
                    <a:pt x="50" y="1185"/>
                  </a:lnTo>
                  <a:cubicBezTo>
                    <a:pt x="0" y="1255"/>
                    <a:pt x="18" y="1350"/>
                    <a:pt x="88" y="1400"/>
                  </a:cubicBezTo>
                  <a:cubicBezTo>
                    <a:pt x="115" y="1420"/>
                    <a:pt x="146" y="1429"/>
                    <a:pt x="178" y="1429"/>
                  </a:cubicBezTo>
                  <a:cubicBezTo>
                    <a:pt x="225" y="1429"/>
                    <a:pt x="273" y="1406"/>
                    <a:pt x="303" y="1363"/>
                  </a:cubicBezTo>
                  <a:lnTo>
                    <a:pt x="1092" y="244"/>
                  </a:lnTo>
                  <a:cubicBezTo>
                    <a:pt x="1142" y="176"/>
                    <a:pt x="1124" y="79"/>
                    <a:pt x="1053" y="29"/>
                  </a:cubicBezTo>
                  <a:cubicBezTo>
                    <a:pt x="1027" y="10"/>
                    <a:pt x="996"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1"/>
            <p:cNvSpPr/>
            <p:nvPr/>
          </p:nvSpPr>
          <p:spPr>
            <a:xfrm>
              <a:off x="5322575" y="809625"/>
              <a:ext cx="40825" cy="53175"/>
            </a:xfrm>
            <a:custGeom>
              <a:rect b="b" l="l" r="r" t="t"/>
              <a:pathLst>
                <a:path extrusionOk="0" h="2127" w="1633">
                  <a:moveTo>
                    <a:pt x="1456" y="0"/>
                  </a:moveTo>
                  <a:cubicBezTo>
                    <a:pt x="1408" y="0"/>
                    <a:pt x="1360" y="23"/>
                    <a:pt x="1329" y="66"/>
                  </a:cubicBezTo>
                  <a:lnTo>
                    <a:pt x="50" y="1882"/>
                  </a:lnTo>
                  <a:cubicBezTo>
                    <a:pt x="0" y="1952"/>
                    <a:pt x="19" y="2049"/>
                    <a:pt x="88" y="2097"/>
                  </a:cubicBezTo>
                  <a:cubicBezTo>
                    <a:pt x="115" y="2117"/>
                    <a:pt x="146" y="2126"/>
                    <a:pt x="178" y="2126"/>
                  </a:cubicBezTo>
                  <a:cubicBezTo>
                    <a:pt x="228" y="2126"/>
                    <a:pt x="273" y="2103"/>
                    <a:pt x="305" y="2060"/>
                  </a:cubicBezTo>
                  <a:lnTo>
                    <a:pt x="1584" y="244"/>
                  </a:lnTo>
                  <a:cubicBezTo>
                    <a:pt x="1632" y="174"/>
                    <a:pt x="1615" y="79"/>
                    <a:pt x="1545" y="29"/>
                  </a:cubicBezTo>
                  <a:cubicBezTo>
                    <a:pt x="1518" y="10"/>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1"/>
            <p:cNvSpPr/>
            <p:nvPr/>
          </p:nvSpPr>
          <p:spPr>
            <a:xfrm>
              <a:off x="5289175" y="803550"/>
              <a:ext cx="28575" cy="35725"/>
            </a:xfrm>
            <a:custGeom>
              <a:rect b="b" l="l" r="r" t="t"/>
              <a:pathLst>
                <a:path extrusionOk="0" h="1429" w="1143">
                  <a:moveTo>
                    <a:pt x="965" y="1"/>
                  </a:moveTo>
                  <a:cubicBezTo>
                    <a:pt x="916" y="1"/>
                    <a:pt x="868" y="23"/>
                    <a:pt x="838" y="66"/>
                  </a:cubicBezTo>
                  <a:lnTo>
                    <a:pt x="50" y="1185"/>
                  </a:lnTo>
                  <a:cubicBezTo>
                    <a:pt x="0" y="1253"/>
                    <a:pt x="19" y="1350"/>
                    <a:pt x="88" y="1400"/>
                  </a:cubicBezTo>
                  <a:cubicBezTo>
                    <a:pt x="115" y="1420"/>
                    <a:pt x="146" y="1429"/>
                    <a:pt x="178" y="1429"/>
                  </a:cubicBezTo>
                  <a:cubicBezTo>
                    <a:pt x="226" y="1429"/>
                    <a:pt x="273" y="1405"/>
                    <a:pt x="305" y="1363"/>
                  </a:cubicBezTo>
                  <a:lnTo>
                    <a:pt x="1092" y="244"/>
                  </a:lnTo>
                  <a:cubicBezTo>
                    <a:pt x="1142" y="174"/>
                    <a:pt x="1123" y="79"/>
                    <a:pt x="1055" y="29"/>
                  </a:cubicBezTo>
                  <a:cubicBezTo>
                    <a:pt x="1028"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1"/>
            <p:cNvSpPr/>
            <p:nvPr/>
          </p:nvSpPr>
          <p:spPr>
            <a:xfrm>
              <a:off x="5304450" y="814275"/>
              <a:ext cx="28550" cy="35725"/>
            </a:xfrm>
            <a:custGeom>
              <a:rect b="b" l="l" r="r" t="t"/>
              <a:pathLst>
                <a:path extrusionOk="0" h="1429" w="1142">
                  <a:moveTo>
                    <a:pt x="965" y="0"/>
                  </a:moveTo>
                  <a:cubicBezTo>
                    <a:pt x="916" y="0"/>
                    <a:pt x="869" y="23"/>
                    <a:pt x="838" y="65"/>
                  </a:cubicBezTo>
                  <a:lnTo>
                    <a:pt x="51" y="1184"/>
                  </a:lnTo>
                  <a:cubicBezTo>
                    <a:pt x="1" y="1253"/>
                    <a:pt x="18" y="1350"/>
                    <a:pt x="88" y="1400"/>
                  </a:cubicBezTo>
                  <a:cubicBezTo>
                    <a:pt x="115" y="1420"/>
                    <a:pt x="147" y="1429"/>
                    <a:pt x="177" y="1429"/>
                  </a:cubicBezTo>
                  <a:cubicBezTo>
                    <a:pt x="225" y="1429"/>
                    <a:pt x="274" y="1404"/>
                    <a:pt x="304" y="1363"/>
                  </a:cubicBezTo>
                  <a:lnTo>
                    <a:pt x="1091" y="244"/>
                  </a:lnTo>
                  <a:cubicBezTo>
                    <a:pt x="1141" y="174"/>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1"/>
            <p:cNvSpPr/>
            <p:nvPr/>
          </p:nvSpPr>
          <p:spPr>
            <a:xfrm>
              <a:off x="5372000" y="844400"/>
              <a:ext cx="40825" cy="53175"/>
            </a:xfrm>
            <a:custGeom>
              <a:rect b="b" l="l" r="r" t="t"/>
              <a:pathLst>
                <a:path extrusionOk="0" h="2127" w="1633">
                  <a:moveTo>
                    <a:pt x="1457" y="1"/>
                  </a:moveTo>
                  <a:cubicBezTo>
                    <a:pt x="1408" y="1"/>
                    <a:pt x="1360" y="23"/>
                    <a:pt x="1330" y="66"/>
                  </a:cubicBezTo>
                  <a:lnTo>
                    <a:pt x="51" y="1882"/>
                  </a:lnTo>
                  <a:cubicBezTo>
                    <a:pt x="1" y="1952"/>
                    <a:pt x="18" y="2048"/>
                    <a:pt x="88" y="2098"/>
                  </a:cubicBezTo>
                  <a:cubicBezTo>
                    <a:pt x="115" y="2118"/>
                    <a:pt x="147" y="2127"/>
                    <a:pt x="178" y="2127"/>
                  </a:cubicBezTo>
                  <a:cubicBezTo>
                    <a:pt x="225" y="2127"/>
                    <a:pt x="274" y="2104"/>
                    <a:pt x="304" y="2061"/>
                  </a:cubicBezTo>
                  <a:lnTo>
                    <a:pt x="1583" y="245"/>
                  </a:lnTo>
                  <a:cubicBezTo>
                    <a:pt x="1633" y="175"/>
                    <a:pt x="1615" y="78"/>
                    <a:pt x="1545" y="28"/>
                  </a:cubicBezTo>
                  <a:cubicBezTo>
                    <a:pt x="1518" y="10"/>
                    <a:pt x="1488"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1"/>
            <p:cNvSpPr/>
            <p:nvPr/>
          </p:nvSpPr>
          <p:spPr>
            <a:xfrm>
              <a:off x="5338575" y="838325"/>
              <a:ext cx="28525" cy="35750"/>
            </a:xfrm>
            <a:custGeom>
              <a:rect b="b" l="l" r="r" t="t"/>
              <a:pathLst>
                <a:path extrusionOk="0" h="1430" w="1141">
                  <a:moveTo>
                    <a:pt x="965" y="1"/>
                  </a:moveTo>
                  <a:cubicBezTo>
                    <a:pt x="917" y="1"/>
                    <a:pt x="869" y="23"/>
                    <a:pt x="838" y="66"/>
                  </a:cubicBezTo>
                  <a:lnTo>
                    <a:pt x="50" y="1184"/>
                  </a:lnTo>
                  <a:cubicBezTo>
                    <a:pt x="0" y="1254"/>
                    <a:pt x="18" y="1351"/>
                    <a:pt x="88" y="1401"/>
                  </a:cubicBezTo>
                  <a:cubicBezTo>
                    <a:pt x="115" y="1420"/>
                    <a:pt x="146" y="1430"/>
                    <a:pt x="176" y="1430"/>
                  </a:cubicBezTo>
                  <a:cubicBezTo>
                    <a:pt x="225" y="1430"/>
                    <a:pt x="273" y="1405"/>
                    <a:pt x="303" y="1362"/>
                  </a:cubicBezTo>
                  <a:lnTo>
                    <a:pt x="1091" y="245"/>
                  </a:lnTo>
                  <a:cubicBezTo>
                    <a:pt x="1141" y="175"/>
                    <a:pt x="1124" y="78"/>
                    <a:pt x="1054" y="28"/>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1"/>
            <p:cNvSpPr/>
            <p:nvPr/>
          </p:nvSpPr>
          <p:spPr>
            <a:xfrm>
              <a:off x="5353825" y="849100"/>
              <a:ext cx="28575" cy="35725"/>
            </a:xfrm>
            <a:custGeom>
              <a:rect b="b" l="l" r="r" t="t"/>
              <a:pathLst>
                <a:path extrusionOk="0" h="1429" w="1143">
                  <a:moveTo>
                    <a:pt x="965" y="0"/>
                  </a:moveTo>
                  <a:cubicBezTo>
                    <a:pt x="917" y="0"/>
                    <a:pt x="868" y="23"/>
                    <a:pt x="838" y="66"/>
                  </a:cubicBezTo>
                  <a:lnTo>
                    <a:pt x="51" y="1184"/>
                  </a:lnTo>
                  <a:cubicBezTo>
                    <a:pt x="1" y="1253"/>
                    <a:pt x="19" y="1350"/>
                    <a:pt x="88" y="1400"/>
                  </a:cubicBezTo>
                  <a:cubicBezTo>
                    <a:pt x="115" y="1420"/>
                    <a:pt x="146" y="1429"/>
                    <a:pt x="178" y="1429"/>
                  </a:cubicBezTo>
                  <a:cubicBezTo>
                    <a:pt x="226" y="1429"/>
                    <a:pt x="273" y="1404"/>
                    <a:pt x="305" y="1363"/>
                  </a:cubicBezTo>
                  <a:lnTo>
                    <a:pt x="1092" y="244"/>
                  </a:lnTo>
                  <a:cubicBezTo>
                    <a:pt x="1142" y="174"/>
                    <a:pt x="1124" y="78"/>
                    <a:pt x="1055" y="28"/>
                  </a:cubicBezTo>
                  <a:cubicBezTo>
                    <a:pt x="1028"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1"/>
            <p:cNvSpPr/>
            <p:nvPr/>
          </p:nvSpPr>
          <p:spPr>
            <a:xfrm>
              <a:off x="5421375" y="879200"/>
              <a:ext cx="40850" cy="53175"/>
            </a:xfrm>
            <a:custGeom>
              <a:rect b="b" l="l" r="r" t="t"/>
              <a:pathLst>
                <a:path extrusionOk="0" h="2127" w="1634">
                  <a:moveTo>
                    <a:pt x="1457" y="0"/>
                  </a:moveTo>
                  <a:cubicBezTo>
                    <a:pt x="1408" y="0"/>
                    <a:pt x="1360" y="23"/>
                    <a:pt x="1329" y="65"/>
                  </a:cubicBezTo>
                  <a:lnTo>
                    <a:pt x="51" y="1882"/>
                  </a:lnTo>
                  <a:cubicBezTo>
                    <a:pt x="1" y="1951"/>
                    <a:pt x="19" y="2048"/>
                    <a:pt x="89" y="2098"/>
                  </a:cubicBezTo>
                  <a:cubicBezTo>
                    <a:pt x="115" y="2118"/>
                    <a:pt x="148" y="2126"/>
                    <a:pt x="178" y="2126"/>
                  </a:cubicBezTo>
                  <a:cubicBezTo>
                    <a:pt x="226" y="2126"/>
                    <a:pt x="275" y="2104"/>
                    <a:pt x="305" y="2061"/>
                  </a:cubicBezTo>
                  <a:lnTo>
                    <a:pt x="1584" y="243"/>
                  </a:lnTo>
                  <a:cubicBezTo>
                    <a:pt x="1634" y="175"/>
                    <a:pt x="1615" y="77"/>
                    <a:pt x="1546" y="27"/>
                  </a:cubicBezTo>
                  <a:cubicBezTo>
                    <a:pt x="1519"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1"/>
            <p:cNvSpPr/>
            <p:nvPr/>
          </p:nvSpPr>
          <p:spPr>
            <a:xfrm>
              <a:off x="5387975" y="873100"/>
              <a:ext cx="28575" cy="35725"/>
            </a:xfrm>
            <a:custGeom>
              <a:rect b="b" l="l" r="r" t="t"/>
              <a:pathLst>
                <a:path extrusionOk="0" h="1429" w="1143">
                  <a:moveTo>
                    <a:pt x="966" y="1"/>
                  </a:moveTo>
                  <a:cubicBezTo>
                    <a:pt x="917" y="1"/>
                    <a:pt x="869" y="24"/>
                    <a:pt x="838" y="66"/>
                  </a:cubicBezTo>
                  <a:lnTo>
                    <a:pt x="51" y="1184"/>
                  </a:lnTo>
                  <a:cubicBezTo>
                    <a:pt x="1" y="1254"/>
                    <a:pt x="19" y="1350"/>
                    <a:pt x="88" y="1400"/>
                  </a:cubicBezTo>
                  <a:cubicBezTo>
                    <a:pt x="115" y="1420"/>
                    <a:pt x="148" y="1429"/>
                    <a:pt x="178" y="1429"/>
                  </a:cubicBezTo>
                  <a:cubicBezTo>
                    <a:pt x="226" y="1429"/>
                    <a:pt x="275" y="1406"/>
                    <a:pt x="305" y="1363"/>
                  </a:cubicBezTo>
                  <a:lnTo>
                    <a:pt x="1092" y="244"/>
                  </a:lnTo>
                  <a:cubicBezTo>
                    <a:pt x="1142" y="176"/>
                    <a:pt x="1124" y="79"/>
                    <a:pt x="1055" y="29"/>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1"/>
            <p:cNvSpPr/>
            <p:nvPr/>
          </p:nvSpPr>
          <p:spPr>
            <a:xfrm>
              <a:off x="5403225" y="883875"/>
              <a:ext cx="28525" cy="35750"/>
            </a:xfrm>
            <a:custGeom>
              <a:rect b="b" l="l" r="r" t="t"/>
              <a:pathLst>
                <a:path extrusionOk="0" h="1430" w="1141">
                  <a:moveTo>
                    <a:pt x="965" y="1"/>
                  </a:moveTo>
                  <a:cubicBezTo>
                    <a:pt x="917" y="1"/>
                    <a:pt x="869" y="23"/>
                    <a:pt x="838" y="66"/>
                  </a:cubicBezTo>
                  <a:lnTo>
                    <a:pt x="49" y="1184"/>
                  </a:lnTo>
                  <a:cubicBezTo>
                    <a:pt x="1" y="1254"/>
                    <a:pt x="18" y="1351"/>
                    <a:pt x="88" y="1401"/>
                  </a:cubicBezTo>
                  <a:cubicBezTo>
                    <a:pt x="115" y="1419"/>
                    <a:pt x="146" y="1429"/>
                    <a:pt x="176" y="1429"/>
                  </a:cubicBezTo>
                  <a:cubicBezTo>
                    <a:pt x="226" y="1429"/>
                    <a:pt x="274" y="1405"/>
                    <a:pt x="304" y="1362"/>
                  </a:cubicBezTo>
                  <a:lnTo>
                    <a:pt x="1091" y="245"/>
                  </a:lnTo>
                  <a:cubicBezTo>
                    <a:pt x="1141" y="175"/>
                    <a:pt x="1124" y="78"/>
                    <a:pt x="1054" y="28"/>
                  </a:cubicBezTo>
                  <a:cubicBezTo>
                    <a:pt x="1027" y="9"/>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1"/>
            <p:cNvSpPr/>
            <p:nvPr/>
          </p:nvSpPr>
          <p:spPr>
            <a:xfrm>
              <a:off x="5470775" y="914025"/>
              <a:ext cx="40825" cy="53150"/>
            </a:xfrm>
            <a:custGeom>
              <a:rect b="b" l="l" r="r" t="t"/>
              <a:pathLst>
                <a:path extrusionOk="0" h="2126" w="1633">
                  <a:moveTo>
                    <a:pt x="1456" y="0"/>
                  </a:moveTo>
                  <a:cubicBezTo>
                    <a:pt x="1408" y="0"/>
                    <a:pt x="1360" y="23"/>
                    <a:pt x="1329" y="65"/>
                  </a:cubicBezTo>
                  <a:lnTo>
                    <a:pt x="51" y="1879"/>
                  </a:lnTo>
                  <a:cubicBezTo>
                    <a:pt x="1" y="1949"/>
                    <a:pt x="18" y="2046"/>
                    <a:pt x="88" y="2096"/>
                  </a:cubicBezTo>
                  <a:cubicBezTo>
                    <a:pt x="115" y="2116"/>
                    <a:pt x="146" y="2125"/>
                    <a:pt x="178" y="2125"/>
                  </a:cubicBezTo>
                  <a:cubicBezTo>
                    <a:pt x="228" y="2125"/>
                    <a:pt x="275" y="2102"/>
                    <a:pt x="303" y="2058"/>
                  </a:cubicBezTo>
                  <a:lnTo>
                    <a:pt x="1582" y="243"/>
                  </a:lnTo>
                  <a:cubicBezTo>
                    <a:pt x="1632" y="175"/>
                    <a:pt x="1615" y="78"/>
                    <a:pt x="1545" y="28"/>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1"/>
            <p:cNvSpPr/>
            <p:nvPr/>
          </p:nvSpPr>
          <p:spPr>
            <a:xfrm>
              <a:off x="5437375" y="907900"/>
              <a:ext cx="28575" cy="35725"/>
            </a:xfrm>
            <a:custGeom>
              <a:rect b="b" l="l" r="r" t="t"/>
              <a:pathLst>
                <a:path extrusionOk="0" h="1429" w="1143">
                  <a:moveTo>
                    <a:pt x="965" y="0"/>
                  </a:moveTo>
                  <a:cubicBezTo>
                    <a:pt x="917" y="0"/>
                    <a:pt x="868" y="23"/>
                    <a:pt x="838" y="65"/>
                  </a:cubicBezTo>
                  <a:lnTo>
                    <a:pt x="51" y="1184"/>
                  </a:lnTo>
                  <a:cubicBezTo>
                    <a:pt x="1" y="1253"/>
                    <a:pt x="18" y="1350"/>
                    <a:pt x="88" y="1400"/>
                  </a:cubicBezTo>
                  <a:cubicBezTo>
                    <a:pt x="115" y="1420"/>
                    <a:pt x="146" y="1428"/>
                    <a:pt x="178" y="1428"/>
                  </a:cubicBezTo>
                  <a:cubicBezTo>
                    <a:pt x="225" y="1428"/>
                    <a:pt x="274" y="1406"/>
                    <a:pt x="304" y="1363"/>
                  </a:cubicBezTo>
                  <a:lnTo>
                    <a:pt x="1092" y="244"/>
                  </a:lnTo>
                  <a:cubicBezTo>
                    <a:pt x="1142" y="174"/>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1"/>
            <p:cNvSpPr/>
            <p:nvPr/>
          </p:nvSpPr>
          <p:spPr>
            <a:xfrm>
              <a:off x="5452625" y="918650"/>
              <a:ext cx="28575" cy="35725"/>
            </a:xfrm>
            <a:custGeom>
              <a:rect b="b" l="l" r="r" t="t"/>
              <a:pathLst>
                <a:path extrusionOk="0" h="1429" w="1143">
                  <a:moveTo>
                    <a:pt x="967" y="1"/>
                  </a:moveTo>
                  <a:cubicBezTo>
                    <a:pt x="918" y="1"/>
                    <a:pt x="870" y="23"/>
                    <a:pt x="839" y="65"/>
                  </a:cubicBezTo>
                  <a:lnTo>
                    <a:pt x="51" y="1184"/>
                  </a:lnTo>
                  <a:cubicBezTo>
                    <a:pt x="1" y="1254"/>
                    <a:pt x="19" y="1350"/>
                    <a:pt x="89" y="1400"/>
                  </a:cubicBezTo>
                  <a:cubicBezTo>
                    <a:pt x="115" y="1420"/>
                    <a:pt x="148" y="1429"/>
                    <a:pt x="178" y="1429"/>
                  </a:cubicBezTo>
                  <a:cubicBezTo>
                    <a:pt x="226" y="1429"/>
                    <a:pt x="275" y="1406"/>
                    <a:pt x="305" y="1363"/>
                  </a:cubicBezTo>
                  <a:lnTo>
                    <a:pt x="1092" y="244"/>
                  </a:lnTo>
                  <a:cubicBezTo>
                    <a:pt x="1142" y="175"/>
                    <a:pt x="1125" y="78"/>
                    <a:pt x="1055" y="28"/>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1"/>
            <p:cNvSpPr/>
            <p:nvPr/>
          </p:nvSpPr>
          <p:spPr>
            <a:xfrm>
              <a:off x="5520225" y="948750"/>
              <a:ext cx="40800" cy="53200"/>
            </a:xfrm>
            <a:custGeom>
              <a:rect b="b" l="l" r="r" t="t"/>
              <a:pathLst>
                <a:path extrusionOk="0" h="2128" w="1632">
                  <a:moveTo>
                    <a:pt x="1455" y="1"/>
                  </a:moveTo>
                  <a:cubicBezTo>
                    <a:pt x="1406" y="1"/>
                    <a:pt x="1359" y="23"/>
                    <a:pt x="1329" y="66"/>
                  </a:cubicBezTo>
                  <a:lnTo>
                    <a:pt x="49" y="1882"/>
                  </a:lnTo>
                  <a:cubicBezTo>
                    <a:pt x="0" y="1952"/>
                    <a:pt x="17" y="2049"/>
                    <a:pt x="87" y="2098"/>
                  </a:cubicBezTo>
                  <a:cubicBezTo>
                    <a:pt x="114" y="2118"/>
                    <a:pt x="146" y="2128"/>
                    <a:pt x="176" y="2128"/>
                  </a:cubicBezTo>
                  <a:cubicBezTo>
                    <a:pt x="224" y="2128"/>
                    <a:pt x="273" y="2103"/>
                    <a:pt x="303" y="2061"/>
                  </a:cubicBezTo>
                  <a:lnTo>
                    <a:pt x="1582" y="245"/>
                  </a:lnTo>
                  <a:cubicBezTo>
                    <a:pt x="1632" y="175"/>
                    <a:pt x="1615" y="79"/>
                    <a:pt x="1545" y="29"/>
                  </a:cubicBezTo>
                  <a:cubicBezTo>
                    <a:pt x="1517" y="10"/>
                    <a:pt x="1486" y="1"/>
                    <a:pt x="145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1"/>
            <p:cNvSpPr/>
            <p:nvPr/>
          </p:nvSpPr>
          <p:spPr>
            <a:xfrm>
              <a:off x="5486750" y="942675"/>
              <a:ext cx="28550" cy="35750"/>
            </a:xfrm>
            <a:custGeom>
              <a:rect b="b" l="l" r="r" t="t"/>
              <a:pathLst>
                <a:path extrusionOk="0" h="1430" w="1142">
                  <a:moveTo>
                    <a:pt x="965" y="1"/>
                  </a:moveTo>
                  <a:cubicBezTo>
                    <a:pt x="916" y="1"/>
                    <a:pt x="869" y="23"/>
                    <a:pt x="839" y="66"/>
                  </a:cubicBezTo>
                  <a:lnTo>
                    <a:pt x="50" y="1185"/>
                  </a:lnTo>
                  <a:cubicBezTo>
                    <a:pt x="0" y="1253"/>
                    <a:pt x="19" y="1351"/>
                    <a:pt x="89" y="1401"/>
                  </a:cubicBezTo>
                  <a:cubicBezTo>
                    <a:pt x="115" y="1421"/>
                    <a:pt x="147" y="1429"/>
                    <a:pt x="177" y="1429"/>
                  </a:cubicBezTo>
                  <a:cubicBezTo>
                    <a:pt x="227" y="1429"/>
                    <a:pt x="276" y="1406"/>
                    <a:pt x="305" y="1363"/>
                  </a:cubicBezTo>
                  <a:lnTo>
                    <a:pt x="1092" y="245"/>
                  </a:lnTo>
                  <a:cubicBezTo>
                    <a:pt x="1142" y="175"/>
                    <a:pt x="1125" y="79"/>
                    <a:pt x="1055"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1"/>
            <p:cNvSpPr/>
            <p:nvPr/>
          </p:nvSpPr>
          <p:spPr>
            <a:xfrm>
              <a:off x="5502025" y="953425"/>
              <a:ext cx="28575" cy="35750"/>
            </a:xfrm>
            <a:custGeom>
              <a:rect b="b" l="l" r="r" t="t"/>
              <a:pathLst>
                <a:path extrusionOk="0" h="1430" w="1143">
                  <a:moveTo>
                    <a:pt x="965" y="1"/>
                  </a:moveTo>
                  <a:cubicBezTo>
                    <a:pt x="917" y="1"/>
                    <a:pt x="869" y="23"/>
                    <a:pt x="838" y="66"/>
                  </a:cubicBezTo>
                  <a:lnTo>
                    <a:pt x="51" y="1185"/>
                  </a:lnTo>
                  <a:cubicBezTo>
                    <a:pt x="1" y="1253"/>
                    <a:pt x="18" y="1351"/>
                    <a:pt x="88" y="1401"/>
                  </a:cubicBezTo>
                  <a:cubicBezTo>
                    <a:pt x="115" y="1421"/>
                    <a:pt x="147" y="1429"/>
                    <a:pt x="178" y="1429"/>
                  </a:cubicBezTo>
                  <a:cubicBezTo>
                    <a:pt x="225" y="1429"/>
                    <a:pt x="274" y="1406"/>
                    <a:pt x="304" y="1363"/>
                  </a:cubicBezTo>
                  <a:lnTo>
                    <a:pt x="1092" y="245"/>
                  </a:lnTo>
                  <a:cubicBezTo>
                    <a:pt x="1142" y="175"/>
                    <a:pt x="1124" y="79"/>
                    <a:pt x="1054"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1"/>
            <p:cNvSpPr/>
            <p:nvPr/>
          </p:nvSpPr>
          <p:spPr>
            <a:xfrm>
              <a:off x="5569575" y="983575"/>
              <a:ext cx="40850" cy="53200"/>
            </a:xfrm>
            <a:custGeom>
              <a:rect b="b" l="l" r="r" t="t"/>
              <a:pathLst>
                <a:path extrusionOk="0" h="2128" w="1634">
                  <a:moveTo>
                    <a:pt x="1457" y="1"/>
                  </a:moveTo>
                  <a:cubicBezTo>
                    <a:pt x="1408" y="1"/>
                    <a:pt x="1360" y="23"/>
                    <a:pt x="1330" y="66"/>
                  </a:cubicBezTo>
                  <a:lnTo>
                    <a:pt x="51" y="1882"/>
                  </a:lnTo>
                  <a:cubicBezTo>
                    <a:pt x="1" y="1952"/>
                    <a:pt x="19" y="2049"/>
                    <a:pt x="88" y="2098"/>
                  </a:cubicBezTo>
                  <a:cubicBezTo>
                    <a:pt x="115" y="2118"/>
                    <a:pt x="146" y="2128"/>
                    <a:pt x="178" y="2128"/>
                  </a:cubicBezTo>
                  <a:cubicBezTo>
                    <a:pt x="226" y="2128"/>
                    <a:pt x="274" y="2104"/>
                    <a:pt x="305" y="2061"/>
                  </a:cubicBezTo>
                  <a:lnTo>
                    <a:pt x="1584" y="245"/>
                  </a:lnTo>
                  <a:cubicBezTo>
                    <a:pt x="1634" y="175"/>
                    <a:pt x="1615" y="79"/>
                    <a:pt x="1545" y="29"/>
                  </a:cubicBezTo>
                  <a:cubicBezTo>
                    <a:pt x="1519"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1"/>
            <p:cNvSpPr/>
            <p:nvPr/>
          </p:nvSpPr>
          <p:spPr>
            <a:xfrm>
              <a:off x="5536175" y="977475"/>
              <a:ext cx="28575" cy="35725"/>
            </a:xfrm>
            <a:custGeom>
              <a:rect b="b" l="l" r="r" t="t"/>
              <a:pathLst>
                <a:path extrusionOk="0" h="1429" w="1143">
                  <a:moveTo>
                    <a:pt x="967" y="0"/>
                  </a:moveTo>
                  <a:cubicBezTo>
                    <a:pt x="917" y="0"/>
                    <a:pt x="869" y="23"/>
                    <a:pt x="838" y="66"/>
                  </a:cubicBezTo>
                  <a:lnTo>
                    <a:pt x="51" y="1183"/>
                  </a:lnTo>
                  <a:cubicBezTo>
                    <a:pt x="1" y="1253"/>
                    <a:pt x="19" y="1350"/>
                    <a:pt x="88" y="1400"/>
                  </a:cubicBezTo>
                  <a:cubicBezTo>
                    <a:pt x="115" y="1419"/>
                    <a:pt x="148" y="1429"/>
                    <a:pt x="178" y="1429"/>
                  </a:cubicBezTo>
                  <a:cubicBezTo>
                    <a:pt x="227" y="1429"/>
                    <a:pt x="274" y="1407"/>
                    <a:pt x="305" y="1362"/>
                  </a:cubicBezTo>
                  <a:lnTo>
                    <a:pt x="1092" y="244"/>
                  </a:lnTo>
                  <a:cubicBezTo>
                    <a:pt x="1142" y="174"/>
                    <a:pt x="1124" y="77"/>
                    <a:pt x="1055" y="27"/>
                  </a:cubicBezTo>
                  <a:cubicBezTo>
                    <a:pt x="1028" y="9"/>
                    <a:pt x="997" y="0"/>
                    <a:pt x="96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1"/>
            <p:cNvSpPr/>
            <p:nvPr/>
          </p:nvSpPr>
          <p:spPr>
            <a:xfrm>
              <a:off x="5551475" y="988225"/>
              <a:ext cx="28525" cy="35725"/>
            </a:xfrm>
            <a:custGeom>
              <a:rect b="b" l="l" r="r" t="t"/>
              <a:pathLst>
                <a:path extrusionOk="0" h="1429" w="1141">
                  <a:moveTo>
                    <a:pt x="964" y="1"/>
                  </a:moveTo>
                  <a:cubicBezTo>
                    <a:pt x="916" y="1"/>
                    <a:pt x="868" y="23"/>
                    <a:pt x="838" y="66"/>
                  </a:cubicBezTo>
                  <a:lnTo>
                    <a:pt x="49" y="1185"/>
                  </a:lnTo>
                  <a:cubicBezTo>
                    <a:pt x="0" y="1253"/>
                    <a:pt x="17" y="1350"/>
                    <a:pt x="87" y="1400"/>
                  </a:cubicBezTo>
                  <a:cubicBezTo>
                    <a:pt x="115" y="1420"/>
                    <a:pt x="146" y="1429"/>
                    <a:pt x="176" y="1429"/>
                  </a:cubicBezTo>
                  <a:cubicBezTo>
                    <a:pt x="225" y="1429"/>
                    <a:pt x="273" y="1406"/>
                    <a:pt x="303" y="1363"/>
                  </a:cubicBezTo>
                  <a:lnTo>
                    <a:pt x="1090" y="244"/>
                  </a:lnTo>
                  <a:cubicBezTo>
                    <a:pt x="1140" y="174"/>
                    <a:pt x="1123" y="79"/>
                    <a:pt x="1053" y="29"/>
                  </a:cubicBezTo>
                  <a:cubicBezTo>
                    <a:pt x="1026" y="10"/>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1"/>
            <p:cNvSpPr/>
            <p:nvPr/>
          </p:nvSpPr>
          <p:spPr>
            <a:xfrm>
              <a:off x="5619025" y="1018375"/>
              <a:ext cx="40800" cy="53175"/>
            </a:xfrm>
            <a:custGeom>
              <a:rect b="b" l="l" r="r" t="t"/>
              <a:pathLst>
                <a:path extrusionOk="0" h="2127" w="1632">
                  <a:moveTo>
                    <a:pt x="1457" y="0"/>
                  </a:moveTo>
                  <a:cubicBezTo>
                    <a:pt x="1408" y="0"/>
                    <a:pt x="1360" y="23"/>
                    <a:pt x="1329" y="66"/>
                  </a:cubicBezTo>
                  <a:lnTo>
                    <a:pt x="50" y="1882"/>
                  </a:lnTo>
                  <a:cubicBezTo>
                    <a:pt x="0" y="1952"/>
                    <a:pt x="17" y="2048"/>
                    <a:pt x="87" y="2098"/>
                  </a:cubicBezTo>
                  <a:cubicBezTo>
                    <a:pt x="115" y="2118"/>
                    <a:pt x="146" y="2126"/>
                    <a:pt x="177" y="2126"/>
                  </a:cubicBezTo>
                  <a:cubicBezTo>
                    <a:pt x="225" y="2126"/>
                    <a:pt x="273" y="2103"/>
                    <a:pt x="303" y="2060"/>
                  </a:cubicBezTo>
                  <a:lnTo>
                    <a:pt x="1582" y="244"/>
                  </a:lnTo>
                  <a:cubicBezTo>
                    <a:pt x="1632" y="174"/>
                    <a:pt x="1615" y="77"/>
                    <a:pt x="1545" y="27"/>
                  </a:cubicBezTo>
                  <a:cubicBezTo>
                    <a:pt x="1518" y="9"/>
                    <a:pt x="1487"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1"/>
            <p:cNvSpPr/>
            <p:nvPr/>
          </p:nvSpPr>
          <p:spPr>
            <a:xfrm>
              <a:off x="5585575" y="1012300"/>
              <a:ext cx="28550" cy="35725"/>
            </a:xfrm>
            <a:custGeom>
              <a:rect b="b" l="l" r="r" t="t"/>
              <a:pathLst>
                <a:path extrusionOk="0" h="1429" w="1142">
                  <a:moveTo>
                    <a:pt x="966" y="0"/>
                  </a:moveTo>
                  <a:cubicBezTo>
                    <a:pt x="917" y="0"/>
                    <a:pt x="869" y="23"/>
                    <a:pt x="838" y="66"/>
                  </a:cubicBezTo>
                  <a:lnTo>
                    <a:pt x="49" y="1183"/>
                  </a:lnTo>
                  <a:cubicBezTo>
                    <a:pt x="1" y="1253"/>
                    <a:pt x="18" y="1350"/>
                    <a:pt x="88" y="1400"/>
                  </a:cubicBezTo>
                  <a:cubicBezTo>
                    <a:pt x="114" y="1419"/>
                    <a:pt x="147" y="1429"/>
                    <a:pt x="177" y="1429"/>
                  </a:cubicBezTo>
                  <a:cubicBezTo>
                    <a:pt x="225" y="1429"/>
                    <a:pt x="274" y="1405"/>
                    <a:pt x="304" y="1362"/>
                  </a:cubicBezTo>
                  <a:lnTo>
                    <a:pt x="1091" y="244"/>
                  </a:lnTo>
                  <a:cubicBezTo>
                    <a:pt x="1141" y="174"/>
                    <a:pt x="1124" y="77"/>
                    <a:pt x="1054" y="27"/>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1"/>
            <p:cNvSpPr/>
            <p:nvPr/>
          </p:nvSpPr>
          <p:spPr>
            <a:xfrm>
              <a:off x="5600825" y="1023000"/>
              <a:ext cx="28575" cy="35750"/>
            </a:xfrm>
            <a:custGeom>
              <a:rect b="b" l="l" r="r" t="t"/>
              <a:pathLst>
                <a:path extrusionOk="0" h="1430" w="1143">
                  <a:moveTo>
                    <a:pt x="967" y="1"/>
                  </a:moveTo>
                  <a:cubicBezTo>
                    <a:pt x="918" y="1"/>
                    <a:pt x="869" y="23"/>
                    <a:pt x="838" y="66"/>
                  </a:cubicBezTo>
                  <a:lnTo>
                    <a:pt x="51" y="1184"/>
                  </a:lnTo>
                  <a:cubicBezTo>
                    <a:pt x="1" y="1254"/>
                    <a:pt x="20" y="1351"/>
                    <a:pt x="88" y="1401"/>
                  </a:cubicBezTo>
                  <a:cubicBezTo>
                    <a:pt x="115" y="1420"/>
                    <a:pt x="147" y="1430"/>
                    <a:pt x="178" y="1430"/>
                  </a:cubicBezTo>
                  <a:cubicBezTo>
                    <a:pt x="227" y="1430"/>
                    <a:pt x="274" y="1405"/>
                    <a:pt x="305" y="1362"/>
                  </a:cubicBezTo>
                  <a:lnTo>
                    <a:pt x="1093" y="245"/>
                  </a:lnTo>
                  <a:cubicBezTo>
                    <a:pt x="1143" y="175"/>
                    <a:pt x="1124" y="78"/>
                    <a:pt x="1055" y="28"/>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1"/>
            <p:cNvSpPr/>
            <p:nvPr/>
          </p:nvSpPr>
          <p:spPr>
            <a:xfrm>
              <a:off x="5668375" y="1053150"/>
              <a:ext cx="40850" cy="53175"/>
            </a:xfrm>
            <a:custGeom>
              <a:rect b="b" l="l" r="r" t="t"/>
              <a:pathLst>
                <a:path extrusionOk="0" h="2127" w="1634">
                  <a:moveTo>
                    <a:pt x="1458" y="1"/>
                  </a:moveTo>
                  <a:cubicBezTo>
                    <a:pt x="1409" y="1"/>
                    <a:pt x="1360" y="23"/>
                    <a:pt x="1330" y="65"/>
                  </a:cubicBezTo>
                  <a:lnTo>
                    <a:pt x="51" y="1882"/>
                  </a:lnTo>
                  <a:cubicBezTo>
                    <a:pt x="1" y="1952"/>
                    <a:pt x="19" y="2048"/>
                    <a:pt x="88" y="2098"/>
                  </a:cubicBezTo>
                  <a:cubicBezTo>
                    <a:pt x="115" y="2118"/>
                    <a:pt x="148" y="2127"/>
                    <a:pt x="178" y="2127"/>
                  </a:cubicBezTo>
                  <a:cubicBezTo>
                    <a:pt x="227" y="2127"/>
                    <a:pt x="275" y="2104"/>
                    <a:pt x="305" y="2061"/>
                  </a:cubicBezTo>
                  <a:lnTo>
                    <a:pt x="1584" y="244"/>
                  </a:lnTo>
                  <a:cubicBezTo>
                    <a:pt x="1634" y="175"/>
                    <a:pt x="1615" y="78"/>
                    <a:pt x="1547" y="28"/>
                  </a:cubicBezTo>
                  <a:cubicBezTo>
                    <a:pt x="1520" y="10"/>
                    <a:pt x="1489" y="1"/>
                    <a:pt x="1458"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1"/>
            <p:cNvSpPr/>
            <p:nvPr/>
          </p:nvSpPr>
          <p:spPr>
            <a:xfrm>
              <a:off x="5634975" y="1047075"/>
              <a:ext cx="28575" cy="35725"/>
            </a:xfrm>
            <a:custGeom>
              <a:rect b="b" l="l" r="r" t="t"/>
              <a:pathLst>
                <a:path extrusionOk="0" h="1429" w="1143">
                  <a:moveTo>
                    <a:pt x="966" y="1"/>
                  </a:moveTo>
                  <a:cubicBezTo>
                    <a:pt x="917" y="1"/>
                    <a:pt x="869" y="23"/>
                    <a:pt x="840" y="65"/>
                  </a:cubicBezTo>
                  <a:lnTo>
                    <a:pt x="51" y="1184"/>
                  </a:lnTo>
                  <a:cubicBezTo>
                    <a:pt x="1" y="1254"/>
                    <a:pt x="19" y="1350"/>
                    <a:pt x="89" y="1400"/>
                  </a:cubicBezTo>
                  <a:cubicBezTo>
                    <a:pt x="115" y="1420"/>
                    <a:pt x="148" y="1428"/>
                    <a:pt x="178" y="1428"/>
                  </a:cubicBezTo>
                  <a:cubicBezTo>
                    <a:pt x="227" y="1428"/>
                    <a:pt x="275" y="1405"/>
                    <a:pt x="305" y="1362"/>
                  </a:cubicBezTo>
                  <a:lnTo>
                    <a:pt x="1093" y="244"/>
                  </a:lnTo>
                  <a:cubicBezTo>
                    <a:pt x="1143" y="175"/>
                    <a:pt x="1125" y="78"/>
                    <a:pt x="1055"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1"/>
            <p:cNvSpPr/>
            <p:nvPr/>
          </p:nvSpPr>
          <p:spPr>
            <a:xfrm>
              <a:off x="5650250" y="1057800"/>
              <a:ext cx="28525" cy="35700"/>
            </a:xfrm>
            <a:custGeom>
              <a:rect b="b" l="l" r="r" t="t"/>
              <a:pathLst>
                <a:path extrusionOk="0" h="1428" w="1141">
                  <a:moveTo>
                    <a:pt x="964" y="1"/>
                  </a:moveTo>
                  <a:cubicBezTo>
                    <a:pt x="916" y="1"/>
                    <a:pt x="868" y="23"/>
                    <a:pt x="837" y="65"/>
                  </a:cubicBezTo>
                  <a:lnTo>
                    <a:pt x="50" y="1183"/>
                  </a:lnTo>
                  <a:cubicBezTo>
                    <a:pt x="0" y="1254"/>
                    <a:pt x="17" y="1349"/>
                    <a:pt x="87" y="1399"/>
                  </a:cubicBezTo>
                  <a:cubicBezTo>
                    <a:pt x="114" y="1419"/>
                    <a:pt x="146" y="1428"/>
                    <a:pt x="176" y="1428"/>
                  </a:cubicBezTo>
                  <a:cubicBezTo>
                    <a:pt x="224" y="1428"/>
                    <a:pt x="273" y="1406"/>
                    <a:pt x="303" y="1362"/>
                  </a:cubicBezTo>
                  <a:lnTo>
                    <a:pt x="1090" y="243"/>
                  </a:lnTo>
                  <a:cubicBezTo>
                    <a:pt x="1140" y="175"/>
                    <a:pt x="1123" y="78"/>
                    <a:pt x="1053" y="28"/>
                  </a:cubicBezTo>
                  <a:cubicBezTo>
                    <a:pt x="1026" y="9"/>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1"/>
            <p:cNvSpPr/>
            <p:nvPr/>
          </p:nvSpPr>
          <p:spPr>
            <a:xfrm>
              <a:off x="5717775" y="1087925"/>
              <a:ext cx="40825" cy="53200"/>
            </a:xfrm>
            <a:custGeom>
              <a:rect b="b" l="l" r="r" t="t"/>
              <a:pathLst>
                <a:path extrusionOk="0" h="2128" w="1633">
                  <a:moveTo>
                    <a:pt x="1456" y="0"/>
                  </a:moveTo>
                  <a:cubicBezTo>
                    <a:pt x="1408" y="0"/>
                    <a:pt x="1360" y="23"/>
                    <a:pt x="1330" y="66"/>
                  </a:cubicBezTo>
                  <a:lnTo>
                    <a:pt x="51" y="1883"/>
                  </a:lnTo>
                  <a:cubicBezTo>
                    <a:pt x="1" y="1952"/>
                    <a:pt x="18" y="2049"/>
                    <a:pt x="88" y="2099"/>
                  </a:cubicBezTo>
                  <a:cubicBezTo>
                    <a:pt x="115" y="2119"/>
                    <a:pt x="147" y="2127"/>
                    <a:pt x="178" y="2127"/>
                  </a:cubicBezTo>
                  <a:cubicBezTo>
                    <a:pt x="228" y="2127"/>
                    <a:pt x="274" y="2103"/>
                    <a:pt x="304" y="2062"/>
                  </a:cubicBezTo>
                  <a:lnTo>
                    <a:pt x="1583" y="244"/>
                  </a:lnTo>
                  <a:cubicBezTo>
                    <a:pt x="1633" y="174"/>
                    <a:pt x="1615" y="79"/>
                    <a:pt x="1545" y="29"/>
                  </a:cubicBezTo>
                  <a:cubicBezTo>
                    <a:pt x="1518" y="10"/>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1"/>
            <p:cNvSpPr/>
            <p:nvPr/>
          </p:nvSpPr>
          <p:spPr>
            <a:xfrm>
              <a:off x="5684375" y="1081850"/>
              <a:ext cx="28575" cy="35725"/>
            </a:xfrm>
            <a:custGeom>
              <a:rect b="b" l="l" r="r" t="t"/>
              <a:pathLst>
                <a:path extrusionOk="0" h="1429" w="1143">
                  <a:moveTo>
                    <a:pt x="965" y="1"/>
                  </a:moveTo>
                  <a:cubicBezTo>
                    <a:pt x="917" y="1"/>
                    <a:pt x="869" y="23"/>
                    <a:pt x="838" y="66"/>
                  </a:cubicBezTo>
                  <a:lnTo>
                    <a:pt x="51" y="1185"/>
                  </a:lnTo>
                  <a:cubicBezTo>
                    <a:pt x="1" y="1253"/>
                    <a:pt x="18" y="1350"/>
                    <a:pt x="88" y="1400"/>
                  </a:cubicBezTo>
                  <a:cubicBezTo>
                    <a:pt x="115" y="1420"/>
                    <a:pt x="147" y="1429"/>
                    <a:pt x="178" y="1429"/>
                  </a:cubicBezTo>
                  <a:cubicBezTo>
                    <a:pt x="225" y="1429"/>
                    <a:pt x="274" y="1406"/>
                    <a:pt x="304" y="1363"/>
                  </a:cubicBezTo>
                  <a:lnTo>
                    <a:pt x="1093" y="244"/>
                  </a:lnTo>
                  <a:cubicBezTo>
                    <a:pt x="1143" y="174"/>
                    <a:pt x="1124" y="79"/>
                    <a:pt x="1054"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1"/>
            <p:cNvSpPr/>
            <p:nvPr/>
          </p:nvSpPr>
          <p:spPr>
            <a:xfrm>
              <a:off x="5699650" y="1092625"/>
              <a:ext cx="28550" cy="35700"/>
            </a:xfrm>
            <a:custGeom>
              <a:rect b="b" l="l" r="r" t="t"/>
              <a:pathLst>
                <a:path extrusionOk="0" h="1428" w="1142">
                  <a:moveTo>
                    <a:pt x="965" y="1"/>
                  </a:moveTo>
                  <a:cubicBezTo>
                    <a:pt x="916" y="1"/>
                    <a:pt x="868" y="23"/>
                    <a:pt x="837" y="65"/>
                  </a:cubicBezTo>
                  <a:lnTo>
                    <a:pt x="50" y="1184"/>
                  </a:lnTo>
                  <a:cubicBezTo>
                    <a:pt x="0" y="1254"/>
                    <a:pt x="19" y="1349"/>
                    <a:pt x="87" y="1399"/>
                  </a:cubicBezTo>
                  <a:cubicBezTo>
                    <a:pt x="114" y="1419"/>
                    <a:pt x="147" y="1428"/>
                    <a:pt x="177" y="1428"/>
                  </a:cubicBezTo>
                  <a:cubicBezTo>
                    <a:pt x="226" y="1428"/>
                    <a:pt x="274" y="1405"/>
                    <a:pt x="304" y="1362"/>
                  </a:cubicBezTo>
                  <a:lnTo>
                    <a:pt x="1092" y="243"/>
                  </a:lnTo>
                  <a:cubicBezTo>
                    <a:pt x="1142" y="175"/>
                    <a:pt x="1123" y="78"/>
                    <a:pt x="1055" y="28"/>
                  </a:cubicBezTo>
                  <a:cubicBezTo>
                    <a:pt x="1027" y="9"/>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1"/>
            <p:cNvSpPr/>
            <p:nvPr/>
          </p:nvSpPr>
          <p:spPr>
            <a:xfrm>
              <a:off x="5767225" y="1122750"/>
              <a:ext cx="40825" cy="53175"/>
            </a:xfrm>
            <a:custGeom>
              <a:rect b="b" l="l" r="r" t="t"/>
              <a:pathLst>
                <a:path extrusionOk="0" h="2127" w="1633">
                  <a:moveTo>
                    <a:pt x="1456" y="1"/>
                  </a:moveTo>
                  <a:cubicBezTo>
                    <a:pt x="1407" y="1"/>
                    <a:pt x="1360" y="23"/>
                    <a:pt x="1329" y="66"/>
                  </a:cubicBezTo>
                  <a:lnTo>
                    <a:pt x="50" y="1880"/>
                  </a:lnTo>
                  <a:cubicBezTo>
                    <a:pt x="0" y="1950"/>
                    <a:pt x="18" y="2048"/>
                    <a:pt x="88" y="2098"/>
                  </a:cubicBezTo>
                  <a:cubicBezTo>
                    <a:pt x="115" y="2116"/>
                    <a:pt x="146" y="2126"/>
                    <a:pt x="176" y="2126"/>
                  </a:cubicBezTo>
                  <a:cubicBezTo>
                    <a:pt x="225" y="2126"/>
                    <a:pt x="273" y="2102"/>
                    <a:pt x="303" y="2059"/>
                  </a:cubicBezTo>
                  <a:lnTo>
                    <a:pt x="1582" y="244"/>
                  </a:lnTo>
                  <a:cubicBezTo>
                    <a:pt x="1632" y="174"/>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1"/>
            <p:cNvSpPr/>
            <p:nvPr/>
          </p:nvSpPr>
          <p:spPr>
            <a:xfrm>
              <a:off x="5733750" y="1116650"/>
              <a:ext cx="28575" cy="35725"/>
            </a:xfrm>
            <a:custGeom>
              <a:rect b="b" l="l" r="r" t="t"/>
              <a:pathLst>
                <a:path extrusionOk="0" h="1429" w="1143">
                  <a:moveTo>
                    <a:pt x="966" y="0"/>
                  </a:moveTo>
                  <a:cubicBezTo>
                    <a:pt x="917" y="0"/>
                    <a:pt x="870" y="23"/>
                    <a:pt x="839" y="65"/>
                  </a:cubicBezTo>
                  <a:lnTo>
                    <a:pt x="51" y="1183"/>
                  </a:lnTo>
                  <a:cubicBezTo>
                    <a:pt x="1" y="1253"/>
                    <a:pt x="19" y="1350"/>
                    <a:pt x="89" y="1400"/>
                  </a:cubicBezTo>
                  <a:cubicBezTo>
                    <a:pt x="115" y="1419"/>
                    <a:pt x="148" y="1429"/>
                    <a:pt x="178" y="1429"/>
                  </a:cubicBezTo>
                  <a:cubicBezTo>
                    <a:pt x="228" y="1429"/>
                    <a:pt x="275" y="1406"/>
                    <a:pt x="305" y="1361"/>
                  </a:cubicBezTo>
                  <a:lnTo>
                    <a:pt x="1092" y="244"/>
                  </a:lnTo>
                  <a:cubicBezTo>
                    <a:pt x="1142" y="174"/>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1"/>
            <p:cNvSpPr/>
            <p:nvPr/>
          </p:nvSpPr>
          <p:spPr>
            <a:xfrm>
              <a:off x="5749050" y="1127400"/>
              <a:ext cx="28550" cy="35725"/>
            </a:xfrm>
            <a:custGeom>
              <a:rect b="b" l="l" r="r" t="t"/>
              <a:pathLst>
                <a:path extrusionOk="0" h="1429" w="1142">
                  <a:moveTo>
                    <a:pt x="965" y="0"/>
                  </a:moveTo>
                  <a:cubicBezTo>
                    <a:pt x="916" y="0"/>
                    <a:pt x="868" y="23"/>
                    <a:pt x="837" y="66"/>
                  </a:cubicBezTo>
                  <a:lnTo>
                    <a:pt x="50" y="1184"/>
                  </a:lnTo>
                  <a:cubicBezTo>
                    <a:pt x="0" y="1253"/>
                    <a:pt x="17" y="1350"/>
                    <a:pt x="87" y="1400"/>
                  </a:cubicBezTo>
                  <a:cubicBezTo>
                    <a:pt x="114" y="1420"/>
                    <a:pt x="146" y="1429"/>
                    <a:pt x="177" y="1429"/>
                  </a:cubicBezTo>
                  <a:cubicBezTo>
                    <a:pt x="224" y="1429"/>
                    <a:pt x="273" y="1406"/>
                    <a:pt x="303" y="1363"/>
                  </a:cubicBezTo>
                  <a:lnTo>
                    <a:pt x="1092" y="244"/>
                  </a:lnTo>
                  <a:cubicBezTo>
                    <a:pt x="1142" y="174"/>
                    <a:pt x="1123" y="78"/>
                    <a:pt x="1053" y="28"/>
                  </a:cubicBezTo>
                  <a:cubicBezTo>
                    <a:pt x="1026" y="9"/>
                    <a:pt x="995"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1"/>
            <p:cNvSpPr/>
            <p:nvPr/>
          </p:nvSpPr>
          <p:spPr>
            <a:xfrm>
              <a:off x="5417525" y="647950"/>
              <a:ext cx="32625" cy="41525"/>
            </a:xfrm>
            <a:custGeom>
              <a:rect b="b" l="l" r="r" t="t"/>
              <a:pathLst>
                <a:path extrusionOk="0" h="1661" w="1305">
                  <a:moveTo>
                    <a:pt x="1129" y="0"/>
                  </a:moveTo>
                  <a:cubicBezTo>
                    <a:pt x="1081" y="0"/>
                    <a:pt x="1033" y="23"/>
                    <a:pt x="1002" y="66"/>
                  </a:cubicBezTo>
                  <a:lnTo>
                    <a:pt x="49" y="1416"/>
                  </a:lnTo>
                  <a:cubicBezTo>
                    <a:pt x="0" y="1485"/>
                    <a:pt x="17" y="1582"/>
                    <a:pt x="87" y="1632"/>
                  </a:cubicBezTo>
                  <a:cubicBezTo>
                    <a:pt x="114" y="1652"/>
                    <a:pt x="146" y="1660"/>
                    <a:pt x="176" y="1660"/>
                  </a:cubicBezTo>
                  <a:cubicBezTo>
                    <a:pt x="225" y="1660"/>
                    <a:pt x="273" y="1638"/>
                    <a:pt x="303" y="1595"/>
                  </a:cubicBezTo>
                  <a:lnTo>
                    <a:pt x="1255" y="244"/>
                  </a:lnTo>
                  <a:cubicBezTo>
                    <a:pt x="1305" y="174"/>
                    <a:pt x="1288" y="77"/>
                    <a:pt x="1218" y="27"/>
                  </a:cubicBezTo>
                  <a:cubicBezTo>
                    <a:pt x="1191" y="9"/>
                    <a:pt x="1160" y="0"/>
                    <a:pt x="1129"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1"/>
            <p:cNvSpPr/>
            <p:nvPr/>
          </p:nvSpPr>
          <p:spPr>
            <a:xfrm>
              <a:off x="5412475" y="652900"/>
              <a:ext cx="42675" cy="31575"/>
            </a:xfrm>
            <a:custGeom>
              <a:rect b="b" l="l" r="r" t="t"/>
              <a:pathLst>
                <a:path extrusionOk="0" h="1263" w="1707">
                  <a:moveTo>
                    <a:pt x="179" y="1"/>
                  </a:moveTo>
                  <a:cubicBezTo>
                    <a:pt x="130" y="1"/>
                    <a:pt x="81" y="23"/>
                    <a:pt x="51" y="66"/>
                  </a:cubicBezTo>
                  <a:cubicBezTo>
                    <a:pt x="1" y="135"/>
                    <a:pt x="19" y="232"/>
                    <a:pt x="89" y="282"/>
                  </a:cubicBezTo>
                  <a:lnTo>
                    <a:pt x="1441" y="1234"/>
                  </a:lnTo>
                  <a:cubicBezTo>
                    <a:pt x="1468" y="1254"/>
                    <a:pt x="1500" y="1262"/>
                    <a:pt x="1531" y="1262"/>
                  </a:cubicBezTo>
                  <a:cubicBezTo>
                    <a:pt x="1578" y="1262"/>
                    <a:pt x="1627" y="1239"/>
                    <a:pt x="1657" y="1197"/>
                  </a:cubicBezTo>
                  <a:cubicBezTo>
                    <a:pt x="1707" y="1127"/>
                    <a:pt x="1690" y="1029"/>
                    <a:pt x="1620" y="979"/>
                  </a:cubicBezTo>
                  <a:lnTo>
                    <a:pt x="268" y="28"/>
                  </a:lnTo>
                  <a:cubicBezTo>
                    <a:pt x="241" y="10"/>
                    <a:pt x="210" y="1"/>
                    <a:pt x="179"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9" name="Shape 1639"/>
        <p:cNvGrpSpPr/>
        <p:nvPr/>
      </p:nvGrpSpPr>
      <p:grpSpPr>
        <a:xfrm>
          <a:off x="0" y="0"/>
          <a:ext cx="0" cy="0"/>
          <a:chOff x="0" y="0"/>
          <a:chExt cx="0" cy="0"/>
        </a:xfrm>
      </p:grpSpPr>
      <p:sp>
        <p:nvSpPr>
          <p:cNvPr id="1640" name="Google Shape;1640;p42"/>
          <p:cNvSpPr txBox="1"/>
          <p:nvPr>
            <p:ph type="title"/>
          </p:nvPr>
        </p:nvSpPr>
        <p:spPr>
          <a:xfrm>
            <a:off x="1861650" y="1146000"/>
            <a:ext cx="5420700" cy="223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Three friends –Ana, Robin and Finnick– are 48 years old in total. Knowing that Robin is two times older than Ana and Finnick is 15…</a:t>
            </a:r>
            <a:r>
              <a:rPr b="1" lang="en"/>
              <a:t> How old are them and where is Finnick from?</a:t>
            </a:r>
            <a:br>
              <a:rPr b="1" lang="en"/>
            </a:br>
            <a:endParaRPr b="1"/>
          </a:p>
        </p:txBody>
      </p:sp>
      <p:sp>
        <p:nvSpPr>
          <p:cNvPr id="1641" name="Google Shape;1641;p42"/>
          <p:cNvSpPr txBox="1"/>
          <p:nvPr>
            <p:ph idx="2" type="subTitle"/>
          </p:nvPr>
        </p:nvSpPr>
        <p:spPr>
          <a:xfrm>
            <a:off x="2545650" y="3378900"/>
            <a:ext cx="4052700" cy="61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hlink"/>
              </a:buClr>
              <a:buSzPts val="1100"/>
              <a:buFont typeface="Arial"/>
              <a:buNone/>
            </a:pPr>
            <a:r>
              <a:rPr b="1" lang="en"/>
              <a:t>Tip:</a:t>
            </a:r>
            <a:r>
              <a:rPr lang="en"/>
              <a:t> The initial letter of their name is also the initial letter of the country they come from</a:t>
            </a:r>
            <a:endParaRPr/>
          </a:p>
        </p:txBody>
      </p:sp>
      <p:sp>
        <p:nvSpPr>
          <p:cNvPr id="1642" name="Google Shape;1642;p42"/>
          <p:cNvSpPr txBox="1"/>
          <p:nvPr>
            <p:ph idx="1" type="subTitle"/>
          </p:nvPr>
        </p:nvSpPr>
        <p:spPr>
          <a:xfrm>
            <a:off x="7084550" y="4208775"/>
            <a:ext cx="913800" cy="394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hlink"/>
                </a:solidFill>
              </a:rPr>
              <a:t>Progress:</a:t>
            </a:r>
            <a:endParaRPr/>
          </a:p>
        </p:txBody>
      </p:sp>
      <p:grpSp>
        <p:nvGrpSpPr>
          <p:cNvPr id="1643" name="Google Shape;1643;p42"/>
          <p:cNvGrpSpPr/>
          <p:nvPr/>
        </p:nvGrpSpPr>
        <p:grpSpPr>
          <a:xfrm>
            <a:off x="8092963" y="4178320"/>
            <a:ext cx="331043" cy="416396"/>
            <a:chOff x="8092963" y="4178320"/>
            <a:chExt cx="331043" cy="416396"/>
          </a:xfrm>
        </p:grpSpPr>
        <p:sp>
          <p:nvSpPr>
            <p:cNvPr id="1644" name="Google Shape;1644;p42"/>
            <p:cNvSpPr/>
            <p:nvPr/>
          </p:nvSpPr>
          <p:spPr>
            <a:xfrm>
              <a:off x="8367881" y="4360309"/>
              <a:ext cx="50042" cy="74125"/>
            </a:xfrm>
            <a:custGeom>
              <a:rect b="b" l="l" r="r" t="t"/>
              <a:pathLst>
                <a:path extrusionOk="0" h="5691" w="3842">
                  <a:moveTo>
                    <a:pt x="419" y="1"/>
                  </a:moveTo>
                  <a:lnTo>
                    <a:pt x="0" y="5690"/>
                  </a:lnTo>
                  <a:lnTo>
                    <a:pt x="277" y="5690"/>
                  </a:lnTo>
                  <a:cubicBezTo>
                    <a:pt x="2247" y="5690"/>
                    <a:pt x="3842" y="4093"/>
                    <a:pt x="3842" y="2128"/>
                  </a:cubicBezTo>
                  <a:lnTo>
                    <a:pt x="3842" y="1918"/>
                  </a:lnTo>
                  <a:cubicBezTo>
                    <a:pt x="3842" y="858"/>
                    <a:pt x="2982" y="1"/>
                    <a:pt x="1925" y="1"/>
                  </a:cubicBez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2"/>
            <p:cNvSpPr/>
            <p:nvPr/>
          </p:nvSpPr>
          <p:spPr>
            <a:xfrm>
              <a:off x="8099059" y="4360309"/>
              <a:ext cx="50055" cy="74125"/>
            </a:xfrm>
            <a:custGeom>
              <a:rect b="b" l="l" r="r" t="t"/>
              <a:pathLst>
                <a:path extrusionOk="0" h="5691" w="3843">
                  <a:moveTo>
                    <a:pt x="1919" y="1"/>
                  </a:moveTo>
                  <a:cubicBezTo>
                    <a:pt x="860" y="1"/>
                    <a:pt x="0" y="858"/>
                    <a:pt x="0" y="1918"/>
                  </a:cubicBezTo>
                  <a:lnTo>
                    <a:pt x="0" y="2128"/>
                  </a:lnTo>
                  <a:cubicBezTo>
                    <a:pt x="0" y="4093"/>
                    <a:pt x="1596" y="5690"/>
                    <a:pt x="3564" y="5690"/>
                  </a:cubicBezTo>
                  <a:lnTo>
                    <a:pt x="3843" y="5690"/>
                  </a:lnTo>
                  <a:lnTo>
                    <a:pt x="3422" y="1"/>
                  </a:ln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2"/>
            <p:cNvSpPr/>
            <p:nvPr/>
          </p:nvSpPr>
          <p:spPr>
            <a:xfrm>
              <a:off x="8153300" y="4521274"/>
              <a:ext cx="210380" cy="67391"/>
            </a:xfrm>
            <a:custGeom>
              <a:rect b="b" l="l" r="r" t="t"/>
              <a:pathLst>
                <a:path extrusionOk="0" h="5174" w="16152">
                  <a:moveTo>
                    <a:pt x="3516" y="0"/>
                  </a:moveTo>
                  <a:lnTo>
                    <a:pt x="3516" y="1630"/>
                  </a:lnTo>
                  <a:cubicBezTo>
                    <a:pt x="3516" y="2540"/>
                    <a:pt x="2993" y="3368"/>
                    <a:pt x="2174" y="3761"/>
                  </a:cubicBezTo>
                  <a:lnTo>
                    <a:pt x="246" y="4687"/>
                  </a:lnTo>
                  <a:cubicBezTo>
                    <a:pt x="0" y="4806"/>
                    <a:pt x="83" y="5173"/>
                    <a:pt x="356" y="5173"/>
                  </a:cubicBezTo>
                  <a:lnTo>
                    <a:pt x="15796" y="5173"/>
                  </a:lnTo>
                  <a:cubicBezTo>
                    <a:pt x="16069" y="5173"/>
                    <a:pt x="16152" y="4806"/>
                    <a:pt x="15908" y="4687"/>
                  </a:cubicBezTo>
                  <a:lnTo>
                    <a:pt x="13979" y="3761"/>
                  </a:lnTo>
                  <a:cubicBezTo>
                    <a:pt x="13159" y="3369"/>
                    <a:pt x="12638" y="2540"/>
                    <a:pt x="12638" y="1630"/>
                  </a:cubicBezTo>
                  <a:lnTo>
                    <a:pt x="12638" y="0"/>
                  </a:lnTo>
                  <a:cubicBezTo>
                    <a:pt x="11038" y="1095"/>
                    <a:pt x="9273" y="1721"/>
                    <a:pt x="8076" y="1721"/>
                  </a:cubicBezTo>
                  <a:cubicBezTo>
                    <a:pt x="6881" y="1721"/>
                    <a:pt x="5113" y="1095"/>
                    <a:pt x="3516" y="0"/>
                  </a:cubicBez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2"/>
            <p:cNvSpPr/>
            <p:nvPr/>
          </p:nvSpPr>
          <p:spPr>
            <a:xfrm>
              <a:off x="8137148" y="4214532"/>
              <a:ext cx="242682" cy="329129"/>
            </a:xfrm>
            <a:custGeom>
              <a:rect b="b" l="l" r="r" t="t"/>
              <a:pathLst>
                <a:path extrusionOk="0" h="25269" w="18632">
                  <a:moveTo>
                    <a:pt x="9316" y="1"/>
                  </a:moveTo>
                  <a:cubicBezTo>
                    <a:pt x="4112" y="1"/>
                    <a:pt x="0" y="4425"/>
                    <a:pt x="384" y="9616"/>
                  </a:cubicBezTo>
                  <a:lnTo>
                    <a:pt x="993" y="17887"/>
                  </a:lnTo>
                  <a:cubicBezTo>
                    <a:pt x="1315" y="22248"/>
                    <a:pt x="6690" y="25269"/>
                    <a:pt x="9319" y="25269"/>
                  </a:cubicBezTo>
                  <a:cubicBezTo>
                    <a:pt x="11946" y="25269"/>
                    <a:pt x="17322" y="22247"/>
                    <a:pt x="17643" y="17887"/>
                  </a:cubicBezTo>
                  <a:cubicBezTo>
                    <a:pt x="17639" y="17886"/>
                    <a:pt x="18248" y="9616"/>
                    <a:pt x="18248" y="9616"/>
                  </a:cubicBezTo>
                  <a:cubicBezTo>
                    <a:pt x="18632" y="4425"/>
                    <a:pt x="14522" y="1"/>
                    <a:pt x="9316" y="1"/>
                  </a:cubicBez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2"/>
            <p:cNvSpPr/>
            <p:nvPr/>
          </p:nvSpPr>
          <p:spPr>
            <a:xfrm>
              <a:off x="8200924" y="4219938"/>
              <a:ext cx="178013" cy="323710"/>
            </a:xfrm>
            <a:custGeom>
              <a:rect b="b" l="l" r="r" t="t"/>
              <a:pathLst>
                <a:path extrusionOk="0" h="24853" w="13667">
                  <a:moveTo>
                    <a:pt x="7123" y="1"/>
                  </a:moveTo>
                  <a:lnTo>
                    <a:pt x="7123" y="1"/>
                  </a:lnTo>
                  <a:cubicBezTo>
                    <a:pt x="9573" y="1751"/>
                    <a:pt x="11095" y="4701"/>
                    <a:pt x="10856" y="7952"/>
                  </a:cubicBezTo>
                  <a:lnTo>
                    <a:pt x="10246" y="16223"/>
                  </a:lnTo>
                  <a:cubicBezTo>
                    <a:pt x="9924" y="20583"/>
                    <a:pt x="4549" y="23604"/>
                    <a:pt x="1922" y="23604"/>
                  </a:cubicBezTo>
                  <a:cubicBezTo>
                    <a:pt x="1377" y="23604"/>
                    <a:pt x="712" y="23472"/>
                    <a:pt x="0" y="23228"/>
                  </a:cubicBezTo>
                  <a:lnTo>
                    <a:pt x="0" y="23228"/>
                  </a:lnTo>
                  <a:cubicBezTo>
                    <a:pt x="1562" y="24264"/>
                    <a:pt x="3258" y="24852"/>
                    <a:pt x="4420" y="24852"/>
                  </a:cubicBezTo>
                  <a:cubicBezTo>
                    <a:pt x="7047" y="24852"/>
                    <a:pt x="12424" y="21829"/>
                    <a:pt x="12744" y="17471"/>
                  </a:cubicBezTo>
                  <a:lnTo>
                    <a:pt x="13354" y="9200"/>
                  </a:lnTo>
                  <a:cubicBezTo>
                    <a:pt x="13667" y="4951"/>
                    <a:pt x="10969" y="1215"/>
                    <a:pt x="7123"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2"/>
            <p:cNvSpPr/>
            <p:nvPr/>
          </p:nvSpPr>
          <p:spPr>
            <a:xfrm>
              <a:off x="8165936" y="4273190"/>
              <a:ext cx="20827" cy="64812"/>
            </a:xfrm>
            <a:custGeom>
              <a:rect b="b" l="l" r="r" t="t"/>
              <a:pathLst>
                <a:path extrusionOk="0" h="4976" w="1599">
                  <a:moveTo>
                    <a:pt x="1599" y="1"/>
                  </a:moveTo>
                  <a:cubicBezTo>
                    <a:pt x="670" y="1141"/>
                    <a:pt x="132" y="2509"/>
                    <a:pt x="36" y="3961"/>
                  </a:cubicBezTo>
                  <a:cubicBezTo>
                    <a:pt x="0" y="4509"/>
                    <a:pt x="435" y="4976"/>
                    <a:pt x="986" y="4976"/>
                  </a:cubicBezTo>
                  <a:lnTo>
                    <a:pt x="1599" y="4976"/>
                  </a:lnTo>
                  <a:lnTo>
                    <a:pt x="1599" y="1"/>
                  </a:lnTo>
                  <a:close/>
                </a:path>
              </a:pathLst>
            </a:custGeom>
            <a:solidFill>
              <a:srgbClr val="CBAF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2"/>
            <p:cNvSpPr/>
            <p:nvPr/>
          </p:nvSpPr>
          <p:spPr>
            <a:xfrm>
              <a:off x="8165936" y="4321738"/>
              <a:ext cx="20827" cy="16268"/>
            </a:xfrm>
            <a:custGeom>
              <a:rect b="b" l="l" r="r" t="t"/>
              <a:pathLst>
                <a:path extrusionOk="0" h="1249" w="1599">
                  <a:moveTo>
                    <a:pt x="56" y="0"/>
                  </a:moveTo>
                  <a:cubicBezTo>
                    <a:pt x="49" y="78"/>
                    <a:pt x="42" y="157"/>
                    <a:pt x="36" y="234"/>
                  </a:cubicBezTo>
                  <a:cubicBezTo>
                    <a:pt x="0" y="782"/>
                    <a:pt x="435" y="1249"/>
                    <a:pt x="986" y="1249"/>
                  </a:cubicBezTo>
                  <a:lnTo>
                    <a:pt x="1599" y="1249"/>
                  </a:lnTo>
                  <a:lnTo>
                    <a:pt x="1599" y="0"/>
                  </a:lnTo>
                  <a:close/>
                </a:path>
              </a:pathLst>
            </a:custGeom>
            <a:solidFill>
              <a:srgbClr val="BC95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2"/>
            <p:cNvSpPr/>
            <p:nvPr/>
          </p:nvSpPr>
          <p:spPr>
            <a:xfrm>
              <a:off x="8224788" y="4238931"/>
              <a:ext cx="67391" cy="20397"/>
            </a:xfrm>
            <a:custGeom>
              <a:rect b="b" l="l" r="r" t="t"/>
              <a:pathLst>
                <a:path extrusionOk="0" h="1566" w="5174">
                  <a:moveTo>
                    <a:pt x="2587" y="0"/>
                  </a:moveTo>
                  <a:cubicBezTo>
                    <a:pt x="1688" y="0"/>
                    <a:pt x="819" y="164"/>
                    <a:pt x="11" y="478"/>
                  </a:cubicBezTo>
                  <a:cubicBezTo>
                    <a:pt x="4" y="554"/>
                    <a:pt x="1" y="633"/>
                    <a:pt x="1" y="712"/>
                  </a:cubicBezTo>
                  <a:lnTo>
                    <a:pt x="2" y="1566"/>
                  </a:lnTo>
                  <a:lnTo>
                    <a:pt x="5174" y="1566"/>
                  </a:lnTo>
                  <a:lnTo>
                    <a:pt x="5174" y="712"/>
                  </a:lnTo>
                  <a:cubicBezTo>
                    <a:pt x="5174" y="633"/>
                    <a:pt x="5169" y="554"/>
                    <a:pt x="5162" y="478"/>
                  </a:cubicBezTo>
                  <a:cubicBezTo>
                    <a:pt x="4356" y="164"/>
                    <a:pt x="3488" y="0"/>
                    <a:pt x="2587" y="0"/>
                  </a:cubicBezTo>
                  <a:close/>
                </a:path>
              </a:pathLst>
            </a:custGeom>
            <a:solidFill>
              <a:srgbClr val="CBAF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2"/>
            <p:cNvSpPr/>
            <p:nvPr/>
          </p:nvSpPr>
          <p:spPr>
            <a:xfrm>
              <a:off x="8330249" y="4273151"/>
              <a:ext cx="20814" cy="64838"/>
            </a:xfrm>
            <a:custGeom>
              <a:rect b="b" l="l" r="r" t="t"/>
              <a:pathLst>
                <a:path extrusionOk="0" h="4978" w="1598">
                  <a:moveTo>
                    <a:pt x="1" y="1"/>
                  </a:moveTo>
                  <a:lnTo>
                    <a:pt x="1" y="4977"/>
                  </a:lnTo>
                  <a:lnTo>
                    <a:pt x="612" y="4977"/>
                  </a:lnTo>
                  <a:cubicBezTo>
                    <a:pt x="613" y="4977"/>
                    <a:pt x="614" y="4977"/>
                    <a:pt x="615" y="4977"/>
                  </a:cubicBezTo>
                  <a:cubicBezTo>
                    <a:pt x="1163" y="4977"/>
                    <a:pt x="1598" y="4511"/>
                    <a:pt x="1562" y="3964"/>
                  </a:cubicBezTo>
                  <a:cubicBezTo>
                    <a:pt x="1464" y="2512"/>
                    <a:pt x="928" y="1142"/>
                    <a:pt x="1" y="1"/>
                  </a:cubicBezTo>
                  <a:close/>
                </a:path>
              </a:pathLst>
            </a:custGeom>
            <a:solidFill>
              <a:srgbClr val="BC95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2"/>
            <p:cNvSpPr/>
            <p:nvPr/>
          </p:nvSpPr>
          <p:spPr>
            <a:xfrm>
              <a:off x="8186712" y="4259330"/>
              <a:ext cx="143496" cy="78671"/>
            </a:xfrm>
            <a:custGeom>
              <a:rect b="b" l="l" r="r" t="t"/>
              <a:pathLst>
                <a:path extrusionOk="0" h="6040" w="11017">
                  <a:moveTo>
                    <a:pt x="65" y="0"/>
                  </a:moveTo>
                  <a:cubicBezTo>
                    <a:pt x="30" y="0"/>
                    <a:pt x="1" y="29"/>
                    <a:pt x="1" y="65"/>
                  </a:cubicBezTo>
                  <a:lnTo>
                    <a:pt x="1" y="6040"/>
                  </a:lnTo>
                  <a:lnTo>
                    <a:pt x="11017" y="6040"/>
                  </a:lnTo>
                  <a:lnTo>
                    <a:pt x="11017" y="65"/>
                  </a:lnTo>
                  <a:cubicBezTo>
                    <a:pt x="11017" y="29"/>
                    <a:pt x="10988" y="0"/>
                    <a:pt x="1095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2"/>
            <p:cNvSpPr/>
            <p:nvPr/>
          </p:nvSpPr>
          <p:spPr>
            <a:xfrm>
              <a:off x="8186712" y="4259330"/>
              <a:ext cx="143535" cy="78671"/>
            </a:xfrm>
            <a:custGeom>
              <a:rect b="b" l="l" r="r" t="t"/>
              <a:pathLst>
                <a:path extrusionOk="0" h="6040" w="11020">
                  <a:moveTo>
                    <a:pt x="8523" y="0"/>
                  </a:moveTo>
                  <a:lnTo>
                    <a:pt x="8523" y="3735"/>
                  </a:lnTo>
                  <a:cubicBezTo>
                    <a:pt x="8523" y="4318"/>
                    <a:pt x="8049" y="4791"/>
                    <a:pt x="7467" y="4791"/>
                  </a:cubicBezTo>
                  <a:lnTo>
                    <a:pt x="1" y="4791"/>
                  </a:lnTo>
                  <a:lnTo>
                    <a:pt x="1" y="6040"/>
                  </a:lnTo>
                  <a:lnTo>
                    <a:pt x="11018" y="6040"/>
                  </a:lnTo>
                  <a:lnTo>
                    <a:pt x="11018" y="65"/>
                  </a:lnTo>
                  <a:cubicBezTo>
                    <a:pt x="11020" y="29"/>
                    <a:pt x="10990" y="0"/>
                    <a:pt x="10955"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2"/>
            <p:cNvSpPr/>
            <p:nvPr/>
          </p:nvSpPr>
          <p:spPr>
            <a:xfrm>
              <a:off x="8196235" y="4184442"/>
              <a:ext cx="124480" cy="74881"/>
            </a:xfrm>
            <a:custGeom>
              <a:rect b="b" l="l" r="r" t="t"/>
              <a:pathLst>
                <a:path extrusionOk="0" h="5749" w="9557">
                  <a:moveTo>
                    <a:pt x="4779" y="1"/>
                  </a:moveTo>
                  <a:cubicBezTo>
                    <a:pt x="2140" y="1"/>
                    <a:pt x="0" y="2140"/>
                    <a:pt x="0" y="4779"/>
                  </a:cubicBezTo>
                  <a:lnTo>
                    <a:pt x="0" y="5749"/>
                  </a:lnTo>
                  <a:lnTo>
                    <a:pt x="2193" y="5749"/>
                  </a:lnTo>
                  <a:lnTo>
                    <a:pt x="2193" y="4895"/>
                  </a:lnTo>
                  <a:cubicBezTo>
                    <a:pt x="2193" y="3467"/>
                    <a:pt x="3349" y="2311"/>
                    <a:pt x="4777" y="2311"/>
                  </a:cubicBezTo>
                  <a:cubicBezTo>
                    <a:pt x="6205" y="2311"/>
                    <a:pt x="7361" y="3467"/>
                    <a:pt x="7361" y="4895"/>
                  </a:cubicBezTo>
                  <a:lnTo>
                    <a:pt x="7361" y="5749"/>
                  </a:lnTo>
                  <a:lnTo>
                    <a:pt x="9557" y="5749"/>
                  </a:lnTo>
                  <a:lnTo>
                    <a:pt x="9557" y="4779"/>
                  </a:lnTo>
                  <a:cubicBezTo>
                    <a:pt x="9557" y="2140"/>
                    <a:pt x="7417" y="1"/>
                    <a:pt x="4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2"/>
            <p:cNvSpPr/>
            <p:nvPr/>
          </p:nvSpPr>
          <p:spPr>
            <a:xfrm>
              <a:off x="8241019" y="4287805"/>
              <a:ext cx="34959" cy="50198"/>
            </a:xfrm>
            <a:custGeom>
              <a:rect b="b" l="l" r="r" t="t"/>
              <a:pathLst>
                <a:path extrusionOk="0" h="3854" w="2684">
                  <a:moveTo>
                    <a:pt x="1342" y="1"/>
                  </a:moveTo>
                  <a:cubicBezTo>
                    <a:pt x="602" y="1"/>
                    <a:pt x="0" y="602"/>
                    <a:pt x="0" y="1343"/>
                  </a:cubicBezTo>
                  <a:cubicBezTo>
                    <a:pt x="0" y="1825"/>
                    <a:pt x="256" y="2247"/>
                    <a:pt x="636" y="2483"/>
                  </a:cubicBezTo>
                  <a:lnTo>
                    <a:pt x="636" y="3854"/>
                  </a:lnTo>
                  <a:lnTo>
                    <a:pt x="2049" y="3854"/>
                  </a:lnTo>
                  <a:lnTo>
                    <a:pt x="2049" y="2483"/>
                  </a:lnTo>
                  <a:cubicBezTo>
                    <a:pt x="2430" y="2247"/>
                    <a:pt x="2684" y="1823"/>
                    <a:pt x="2684" y="1343"/>
                  </a:cubicBezTo>
                  <a:cubicBezTo>
                    <a:pt x="2684" y="602"/>
                    <a:pt x="2084" y="1"/>
                    <a:pt x="1342" y="1"/>
                  </a:cubicBezTo>
                  <a:close/>
                </a:path>
              </a:pathLst>
            </a:custGeom>
            <a:solidFill>
              <a:srgbClr val="756E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2"/>
            <p:cNvSpPr/>
            <p:nvPr/>
          </p:nvSpPr>
          <p:spPr>
            <a:xfrm>
              <a:off x="8249277" y="4321738"/>
              <a:ext cx="18430" cy="16268"/>
            </a:xfrm>
            <a:custGeom>
              <a:rect b="b" l="l" r="r" t="t"/>
              <a:pathLst>
                <a:path extrusionOk="0" h="1249" w="1415">
                  <a:moveTo>
                    <a:pt x="1" y="0"/>
                  </a:moveTo>
                  <a:lnTo>
                    <a:pt x="1" y="1249"/>
                  </a:lnTo>
                  <a:lnTo>
                    <a:pt x="1414" y="1249"/>
                  </a:lnTo>
                  <a:lnTo>
                    <a:pt x="1414" y="0"/>
                  </a:lnTo>
                  <a:close/>
                </a:path>
              </a:pathLst>
            </a:custGeom>
            <a:solidFill>
              <a:srgbClr val="665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2"/>
            <p:cNvSpPr/>
            <p:nvPr/>
          </p:nvSpPr>
          <p:spPr>
            <a:xfrm>
              <a:off x="8092963" y="4178320"/>
              <a:ext cx="331043" cy="416396"/>
            </a:xfrm>
            <a:custGeom>
              <a:rect b="b" l="l" r="r" t="t"/>
              <a:pathLst>
                <a:path extrusionOk="0" h="31969" w="25416">
                  <a:moveTo>
                    <a:pt x="12708" y="3249"/>
                  </a:moveTo>
                  <a:cubicBezTo>
                    <a:pt x="13537" y="3249"/>
                    <a:pt x="14255" y="3728"/>
                    <a:pt x="14602" y="4422"/>
                  </a:cubicBezTo>
                  <a:cubicBezTo>
                    <a:pt x="13987" y="4265"/>
                    <a:pt x="13348" y="4186"/>
                    <a:pt x="12708" y="4186"/>
                  </a:cubicBezTo>
                  <a:cubicBezTo>
                    <a:pt x="12069" y="4186"/>
                    <a:pt x="11429" y="4265"/>
                    <a:pt x="10812" y="4422"/>
                  </a:cubicBezTo>
                  <a:cubicBezTo>
                    <a:pt x="11161" y="3728"/>
                    <a:pt x="11880" y="3249"/>
                    <a:pt x="12708" y="3249"/>
                  </a:cubicBezTo>
                  <a:close/>
                  <a:moveTo>
                    <a:pt x="6732" y="8888"/>
                  </a:moveTo>
                  <a:lnTo>
                    <a:pt x="6732" y="11791"/>
                  </a:lnTo>
                  <a:lnTo>
                    <a:pt x="6588" y="11791"/>
                  </a:lnTo>
                  <a:cubicBezTo>
                    <a:pt x="6308" y="11791"/>
                    <a:pt x="6086" y="11554"/>
                    <a:pt x="6106" y="11276"/>
                  </a:cubicBezTo>
                  <a:cubicBezTo>
                    <a:pt x="6162" y="10441"/>
                    <a:pt x="6376" y="9633"/>
                    <a:pt x="6732" y="8888"/>
                  </a:cubicBezTo>
                  <a:close/>
                  <a:moveTo>
                    <a:pt x="12707" y="8874"/>
                  </a:moveTo>
                  <a:cubicBezTo>
                    <a:pt x="13187" y="8874"/>
                    <a:pt x="13580" y="9267"/>
                    <a:pt x="13580" y="9748"/>
                  </a:cubicBezTo>
                  <a:cubicBezTo>
                    <a:pt x="13580" y="10053"/>
                    <a:pt x="13425" y="10330"/>
                    <a:pt x="13166" y="10491"/>
                  </a:cubicBezTo>
                  <a:cubicBezTo>
                    <a:pt x="13028" y="10577"/>
                    <a:pt x="12945" y="10725"/>
                    <a:pt x="12945" y="10888"/>
                  </a:cubicBezTo>
                  <a:lnTo>
                    <a:pt x="12945" y="11791"/>
                  </a:lnTo>
                  <a:lnTo>
                    <a:pt x="12468" y="11791"/>
                  </a:lnTo>
                  <a:lnTo>
                    <a:pt x="12468" y="10888"/>
                  </a:lnTo>
                  <a:cubicBezTo>
                    <a:pt x="12468" y="10725"/>
                    <a:pt x="12385" y="10577"/>
                    <a:pt x="12247" y="10491"/>
                  </a:cubicBezTo>
                  <a:cubicBezTo>
                    <a:pt x="11989" y="10329"/>
                    <a:pt x="11833" y="10050"/>
                    <a:pt x="11833" y="9748"/>
                  </a:cubicBezTo>
                  <a:cubicBezTo>
                    <a:pt x="11833" y="9265"/>
                    <a:pt x="12226" y="8874"/>
                    <a:pt x="12707" y="8874"/>
                  </a:cubicBezTo>
                  <a:close/>
                  <a:moveTo>
                    <a:pt x="12709" y="5123"/>
                  </a:moveTo>
                  <a:cubicBezTo>
                    <a:pt x="13421" y="5123"/>
                    <a:pt x="14139" y="5234"/>
                    <a:pt x="14825" y="5464"/>
                  </a:cubicBezTo>
                  <a:lnTo>
                    <a:pt x="14825" y="5751"/>
                  </a:lnTo>
                  <a:lnTo>
                    <a:pt x="13022" y="5751"/>
                  </a:lnTo>
                  <a:cubicBezTo>
                    <a:pt x="12764" y="5751"/>
                    <a:pt x="12554" y="5961"/>
                    <a:pt x="12554" y="6219"/>
                  </a:cubicBezTo>
                  <a:cubicBezTo>
                    <a:pt x="12554" y="6477"/>
                    <a:pt x="12764" y="6688"/>
                    <a:pt x="13022" y="6688"/>
                  </a:cubicBezTo>
                  <a:lnTo>
                    <a:pt x="17749" y="6688"/>
                  </a:lnTo>
                  <a:lnTo>
                    <a:pt x="17749" y="11791"/>
                  </a:lnTo>
                  <a:lnTo>
                    <a:pt x="13883" y="11791"/>
                  </a:lnTo>
                  <a:lnTo>
                    <a:pt x="13883" y="11125"/>
                  </a:lnTo>
                  <a:cubicBezTo>
                    <a:pt x="14285" y="10785"/>
                    <a:pt x="14519" y="10286"/>
                    <a:pt x="14519" y="9748"/>
                  </a:cubicBezTo>
                  <a:cubicBezTo>
                    <a:pt x="14519" y="8749"/>
                    <a:pt x="13705" y="7938"/>
                    <a:pt x="12708" y="7938"/>
                  </a:cubicBezTo>
                  <a:cubicBezTo>
                    <a:pt x="11709" y="7938"/>
                    <a:pt x="10899" y="8750"/>
                    <a:pt x="10899" y="9748"/>
                  </a:cubicBezTo>
                  <a:cubicBezTo>
                    <a:pt x="10899" y="10286"/>
                    <a:pt x="11132" y="10785"/>
                    <a:pt x="11534" y="11125"/>
                  </a:cubicBezTo>
                  <a:lnTo>
                    <a:pt x="11534" y="11791"/>
                  </a:lnTo>
                  <a:lnTo>
                    <a:pt x="7667" y="11791"/>
                  </a:lnTo>
                  <a:lnTo>
                    <a:pt x="7667" y="6688"/>
                  </a:lnTo>
                  <a:lnTo>
                    <a:pt x="10835" y="6688"/>
                  </a:lnTo>
                  <a:cubicBezTo>
                    <a:pt x="11094" y="6688"/>
                    <a:pt x="11305" y="6477"/>
                    <a:pt x="11305" y="6219"/>
                  </a:cubicBezTo>
                  <a:cubicBezTo>
                    <a:pt x="11305" y="5961"/>
                    <a:pt x="11094" y="5751"/>
                    <a:pt x="10835" y="5751"/>
                  </a:cubicBezTo>
                  <a:lnTo>
                    <a:pt x="10590" y="5751"/>
                  </a:lnTo>
                  <a:lnTo>
                    <a:pt x="10590" y="5464"/>
                  </a:lnTo>
                  <a:cubicBezTo>
                    <a:pt x="11263" y="5239"/>
                    <a:pt x="11983" y="5123"/>
                    <a:pt x="12709" y="5123"/>
                  </a:cubicBezTo>
                  <a:close/>
                  <a:moveTo>
                    <a:pt x="18683" y="8888"/>
                  </a:moveTo>
                  <a:cubicBezTo>
                    <a:pt x="19042" y="9633"/>
                    <a:pt x="19254" y="10438"/>
                    <a:pt x="19309" y="11276"/>
                  </a:cubicBezTo>
                  <a:cubicBezTo>
                    <a:pt x="19327" y="11554"/>
                    <a:pt x="19106" y="11791"/>
                    <a:pt x="18827" y="11791"/>
                  </a:cubicBezTo>
                  <a:lnTo>
                    <a:pt x="18683" y="11791"/>
                  </a:lnTo>
                  <a:lnTo>
                    <a:pt x="18683" y="8888"/>
                  </a:lnTo>
                  <a:close/>
                  <a:moveTo>
                    <a:pt x="4415" y="14701"/>
                  </a:moveTo>
                  <a:lnTo>
                    <a:pt x="4415" y="14701"/>
                  </a:lnTo>
                  <a:cubicBezTo>
                    <a:pt x="4415" y="14701"/>
                    <a:pt x="4480" y="15576"/>
                    <a:pt x="4672" y="18194"/>
                  </a:cubicBezTo>
                  <a:lnTo>
                    <a:pt x="4672" y="18194"/>
                  </a:lnTo>
                  <a:cubicBezTo>
                    <a:pt x="4634" y="17664"/>
                    <a:pt x="4416" y="14701"/>
                    <a:pt x="4415" y="14701"/>
                  </a:cubicBezTo>
                  <a:close/>
                  <a:moveTo>
                    <a:pt x="3456" y="14440"/>
                  </a:moveTo>
                  <a:lnTo>
                    <a:pt x="3804" y="19184"/>
                  </a:lnTo>
                  <a:cubicBezTo>
                    <a:pt x="2203" y="19067"/>
                    <a:pt x="937" y="17727"/>
                    <a:pt x="937" y="16097"/>
                  </a:cubicBezTo>
                  <a:lnTo>
                    <a:pt x="937" y="15888"/>
                  </a:lnTo>
                  <a:cubicBezTo>
                    <a:pt x="937" y="15090"/>
                    <a:pt x="1586" y="14440"/>
                    <a:pt x="2384" y="14440"/>
                  </a:cubicBezTo>
                  <a:close/>
                  <a:moveTo>
                    <a:pt x="23031" y="14440"/>
                  </a:moveTo>
                  <a:cubicBezTo>
                    <a:pt x="23829" y="14440"/>
                    <a:pt x="24479" y="15090"/>
                    <a:pt x="24479" y="15888"/>
                  </a:cubicBezTo>
                  <a:lnTo>
                    <a:pt x="24479" y="16097"/>
                  </a:lnTo>
                  <a:cubicBezTo>
                    <a:pt x="24479" y="17727"/>
                    <a:pt x="23212" y="19067"/>
                    <a:pt x="21610" y="19184"/>
                  </a:cubicBezTo>
                  <a:lnTo>
                    <a:pt x="21960" y="14440"/>
                  </a:lnTo>
                  <a:close/>
                  <a:moveTo>
                    <a:pt x="8614" y="27173"/>
                  </a:moveTo>
                  <a:cubicBezTo>
                    <a:pt x="10025" y="27998"/>
                    <a:pt x="11543" y="28516"/>
                    <a:pt x="12707" y="28516"/>
                  </a:cubicBezTo>
                  <a:cubicBezTo>
                    <a:pt x="13823" y="28516"/>
                    <a:pt x="15340" y="28034"/>
                    <a:pt x="16800" y="27179"/>
                  </a:cubicBezTo>
                  <a:lnTo>
                    <a:pt x="16800" y="27961"/>
                  </a:lnTo>
                  <a:cubicBezTo>
                    <a:pt x="16802" y="29042"/>
                    <a:pt x="17432" y="30043"/>
                    <a:pt x="18408" y="30511"/>
                  </a:cubicBezTo>
                  <a:lnTo>
                    <a:pt x="19492" y="31032"/>
                  </a:lnTo>
                  <a:lnTo>
                    <a:pt x="5921" y="31032"/>
                  </a:lnTo>
                  <a:lnTo>
                    <a:pt x="7007" y="30511"/>
                  </a:lnTo>
                  <a:cubicBezTo>
                    <a:pt x="7983" y="30043"/>
                    <a:pt x="8614" y="29040"/>
                    <a:pt x="8614" y="27958"/>
                  </a:cubicBezTo>
                  <a:lnTo>
                    <a:pt x="8614" y="27173"/>
                  </a:lnTo>
                  <a:close/>
                  <a:moveTo>
                    <a:pt x="12708" y="0"/>
                  </a:moveTo>
                  <a:cubicBezTo>
                    <a:pt x="11451" y="0"/>
                    <a:pt x="10233" y="452"/>
                    <a:pt x="9283" y="1274"/>
                  </a:cubicBezTo>
                  <a:cubicBezTo>
                    <a:pt x="9088" y="1442"/>
                    <a:pt x="9066" y="1739"/>
                    <a:pt x="9234" y="1934"/>
                  </a:cubicBezTo>
                  <a:cubicBezTo>
                    <a:pt x="9327" y="2041"/>
                    <a:pt x="9458" y="2096"/>
                    <a:pt x="9589" y="2096"/>
                  </a:cubicBezTo>
                  <a:cubicBezTo>
                    <a:pt x="9697" y="2096"/>
                    <a:pt x="9806" y="2059"/>
                    <a:pt x="9894" y="1983"/>
                  </a:cubicBezTo>
                  <a:cubicBezTo>
                    <a:pt x="10676" y="1309"/>
                    <a:pt x="11675" y="937"/>
                    <a:pt x="12708" y="937"/>
                  </a:cubicBezTo>
                  <a:cubicBezTo>
                    <a:pt x="15084" y="937"/>
                    <a:pt x="17019" y="2870"/>
                    <a:pt x="17019" y="5248"/>
                  </a:cubicBezTo>
                  <a:lnTo>
                    <a:pt x="17019" y="5750"/>
                  </a:lnTo>
                  <a:lnTo>
                    <a:pt x="15763" y="5750"/>
                  </a:lnTo>
                  <a:lnTo>
                    <a:pt x="15763" y="5364"/>
                  </a:lnTo>
                  <a:cubicBezTo>
                    <a:pt x="15763" y="3685"/>
                    <a:pt x="14398" y="2309"/>
                    <a:pt x="12708" y="2309"/>
                  </a:cubicBezTo>
                  <a:cubicBezTo>
                    <a:pt x="11018" y="2309"/>
                    <a:pt x="9654" y="3686"/>
                    <a:pt x="9654" y="5364"/>
                  </a:cubicBezTo>
                  <a:lnTo>
                    <a:pt x="9654" y="5750"/>
                  </a:lnTo>
                  <a:lnTo>
                    <a:pt x="8399" y="5750"/>
                  </a:lnTo>
                  <a:cubicBezTo>
                    <a:pt x="8399" y="5140"/>
                    <a:pt x="8359" y="4496"/>
                    <a:pt x="8716" y="3620"/>
                  </a:cubicBezTo>
                  <a:cubicBezTo>
                    <a:pt x="8812" y="3382"/>
                    <a:pt x="8697" y="3108"/>
                    <a:pt x="8459" y="3010"/>
                  </a:cubicBezTo>
                  <a:cubicBezTo>
                    <a:pt x="8402" y="2987"/>
                    <a:pt x="8342" y="2975"/>
                    <a:pt x="8283" y="2975"/>
                  </a:cubicBezTo>
                  <a:cubicBezTo>
                    <a:pt x="8099" y="2975"/>
                    <a:pt x="7923" y="3087"/>
                    <a:pt x="7849" y="3267"/>
                  </a:cubicBezTo>
                  <a:cubicBezTo>
                    <a:pt x="7783" y="3432"/>
                    <a:pt x="7724" y="3599"/>
                    <a:pt x="7674" y="3768"/>
                  </a:cubicBezTo>
                  <a:cubicBezTo>
                    <a:pt x="4720" y="5636"/>
                    <a:pt x="3049" y="8937"/>
                    <a:pt x="3308" y="12431"/>
                  </a:cubicBezTo>
                  <a:lnTo>
                    <a:pt x="3387" y="13504"/>
                  </a:lnTo>
                  <a:lnTo>
                    <a:pt x="2387" y="13504"/>
                  </a:lnTo>
                  <a:cubicBezTo>
                    <a:pt x="1071" y="13504"/>
                    <a:pt x="0" y="14573"/>
                    <a:pt x="0" y="15889"/>
                  </a:cubicBezTo>
                  <a:lnTo>
                    <a:pt x="0" y="16099"/>
                  </a:lnTo>
                  <a:cubicBezTo>
                    <a:pt x="0" y="18270"/>
                    <a:pt x="1724" y="20045"/>
                    <a:pt x="3875" y="20128"/>
                  </a:cubicBezTo>
                  <a:lnTo>
                    <a:pt x="3918" y="20702"/>
                  </a:lnTo>
                  <a:cubicBezTo>
                    <a:pt x="3998" y="21794"/>
                    <a:pt x="4374" y="22863"/>
                    <a:pt x="5035" y="23879"/>
                  </a:cubicBezTo>
                  <a:cubicBezTo>
                    <a:pt x="5124" y="24016"/>
                    <a:pt x="5275" y="24091"/>
                    <a:pt x="5429" y="24091"/>
                  </a:cubicBezTo>
                  <a:cubicBezTo>
                    <a:pt x="5795" y="24091"/>
                    <a:pt x="6026" y="23682"/>
                    <a:pt x="5820" y="23369"/>
                  </a:cubicBezTo>
                  <a:cubicBezTo>
                    <a:pt x="5246" y="22487"/>
                    <a:pt x="4922" y="21566"/>
                    <a:pt x="4852" y="20633"/>
                  </a:cubicBezTo>
                  <a:cubicBezTo>
                    <a:pt x="4782" y="19689"/>
                    <a:pt x="4723" y="18882"/>
                    <a:pt x="4672" y="18194"/>
                  </a:cubicBezTo>
                  <a:lnTo>
                    <a:pt x="4672" y="18194"/>
                  </a:lnTo>
                  <a:cubicBezTo>
                    <a:pt x="4676" y="18246"/>
                    <a:pt x="4678" y="18275"/>
                    <a:pt x="4678" y="18275"/>
                  </a:cubicBezTo>
                  <a:cubicBezTo>
                    <a:pt x="4678" y="18275"/>
                    <a:pt x="4575" y="16883"/>
                    <a:pt x="4242" y="12363"/>
                  </a:cubicBezTo>
                  <a:cubicBezTo>
                    <a:pt x="4032" y="9509"/>
                    <a:pt x="5251" y="6796"/>
                    <a:pt x="7466" y="5061"/>
                  </a:cubicBezTo>
                  <a:lnTo>
                    <a:pt x="7466" y="5061"/>
                  </a:lnTo>
                  <a:cubicBezTo>
                    <a:pt x="7460" y="5197"/>
                    <a:pt x="7462" y="5265"/>
                    <a:pt x="7462" y="5753"/>
                  </a:cubicBezTo>
                  <a:lnTo>
                    <a:pt x="7264" y="5753"/>
                  </a:lnTo>
                  <a:cubicBezTo>
                    <a:pt x="6970" y="5753"/>
                    <a:pt x="6732" y="5992"/>
                    <a:pt x="6732" y="6285"/>
                  </a:cubicBezTo>
                  <a:lnTo>
                    <a:pt x="6732" y="7122"/>
                  </a:lnTo>
                  <a:cubicBezTo>
                    <a:pt x="5810" y="8307"/>
                    <a:pt x="5272" y="9720"/>
                    <a:pt x="5172" y="11214"/>
                  </a:cubicBezTo>
                  <a:cubicBezTo>
                    <a:pt x="5117" y="12032"/>
                    <a:pt x="5769" y="12728"/>
                    <a:pt x="6588" y="12728"/>
                  </a:cubicBezTo>
                  <a:lnTo>
                    <a:pt x="18828" y="12728"/>
                  </a:lnTo>
                  <a:cubicBezTo>
                    <a:pt x="19647" y="12728"/>
                    <a:pt x="20299" y="12035"/>
                    <a:pt x="20246" y="11214"/>
                  </a:cubicBezTo>
                  <a:cubicBezTo>
                    <a:pt x="20147" y="9719"/>
                    <a:pt x="19607" y="8307"/>
                    <a:pt x="18685" y="7122"/>
                  </a:cubicBezTo>
                  <a:lnTo>
                    <a:pt x="18685" y="6285"/>
                  </a:lnTo>
                  <a:cubicBezTo>
                    <a:pt x="18685" y="5991"/>
                    <a:pt x="18446" y="5753"/>
                    <a:pt x="18152" y="5753"/>
                  </a:cubicBezTo>
                  <a:lnTo>
                    <a:pt x="17954" y="5753"/>
                  </a:lnTo>
                  <a:cubicBezTo>
                    <a:pt x="17954" y="5236"/>
                    <a:pt x="17957" y="5186"/>
                    <a:pt x="17951" y="5061"/>
                  </a:cubicBezTo>
                  <a:lnTo>
                    <a:pt x="17951" y="5061"/>
                  </a:lnTo>
                  <a:cubicBezTo>
                    <a:pt x="20167" y="6796"/>
                    <a:pt x="21384" y="9509"/>
                    <a:pt x="21174" y="12363"/>
                  </a:cubicBezTo>
                  <a:cubicBezTo>
                    <a:pt x="20993" y="14821"/>
                    <a:pt x="20759" y="17995"/>
                    <a:pt x="20564" y="20633"/>
                  </a:cubicBezTo>
                  <a:cubicBezTo>
                    <a:pt x="20277" y="24537"/>
                    <a:pt x="15347" y="27582"/>
                    <a:pt x="12707" y="27582"/>
                  </a:cubicBezTo>
                  <a:cubicBezTo>
                    <a:pt x="11389" y="27582"/>
                    <a:pt x="9068" y="26706"/>
                    <a:pt x="7196" y="24981"/>
                  </a:cubicBezTo>
                  <a:cubicBezTo>
                    <a:pt x="7106" y="24898"/>
                    <a:pt x="6993" y="24857"/>
                    <a:pt x="6880" y="24857"/>
                  </a:cubicBezTo>
                  <a:cubicBezTo>
                    <a:pt x="6753" y="24857"/>
                    <a:pt x="6627" y="24908"/>
                    <a:pt x="6535" y="25008"/>
                  </a:cubicBezTo>
                  <a:cubicBezTo>
                    <a:pt x="6358" y="25199"/>
                    <a:pt x="6371" y="25494"/>
                    <a:pt x="6561" y="25670"/>
                  </a:cubicBezTo>
                  <a:cubicBezTo>
                    <a:pt x="6908" y="25990"/>
                    <a:pt x="7283" y="26291"/>
                    <a:pt x="7676" y="26571"/>
                  </a:cubicBezTo>
                  <a:lnTo>
                    <a:pt x="7676" y="27961"/>
                  </a:lnTo>
                  <a:cubicBezTo>
                    <a:pt x="7676" y="28686"/>
                    <a:pt x="7254" y="29356"/>
                    <a:pt x="6601" y="29669"/>
                  </a:cubicBezTo>
                  <a:lnTo>
                    <a:pt x="4672" y="30594"/>
                  </a:lnTo>
                  <a:cubicBezTo>
                    <a:pt x="4365" y="30741"/>
                    <a:pt x="4205" y="31076"/>
                    <a:pt x="4279" y="31406"/>
                  </a:cubicBezTo>
                  <a:cubicBezTo>
                    <a:pt x="4355" y="31738"/>
                    <a:pt x="4645" y="31969"/>
                    <a:pt x="4987" y="31969"/>
                  </a:cubicBezTo>
                  <a:lnTo>
                    <a:pt x="20427" y="31969"/>
                  </a:lnTo>
                  <a:cubicBezTo>
                    <a:pt x="20767" y="31969"/>
                    <a:pt x="21056" y="31738"/>
                    <a:pt x="21133" y="31406"/>
                  </a:cubicBezTo>
                  <a:cubicBezTo>
                    <a:pt x="21209" y="31075"/>
                    <a:pt x="21046" y="30741"/>
                    <a:pt x="20741" y="30594"/>
                  </a:cubicBezTo>
                  <a:lnTo>
                    <a:pt x="18812" y="29669"/>
                  </a:lnTo>
                  <a:cubicBezTo>
                    <a:pt x="18159" y="29354"/>
                    <a:pt x="17737" y="28683"/>
                    <a:pt x="17737" y="27961"/>
                  </a:cubicBezTo>
                  <a:lnTo>
                    <a:pt x="17737" y="26571"/>
                  </a:lnTo>
                  <a:cubicBezTo>
                    <a:pt x="19675" y="25182"/>
                    <a:pt x="21319" y="23134"/>
                    <a:pt x="21498" y="20702"/>
                  </a:cubicBezTo>
                  <a:lnTo>
                    <a:pt x="21541" y="20128"/>
                  </a:lnTo>
                  <a:cubicBezTo>
                    <a:pt x="23692" y="20045"/>
                    <a:pt x="25416" y="18270"/>
                    <a:pt x="25416" y="16099"/>
                  </a:cubicBezTo>
                  <a:lnTo>
                    <a:pt x="25416" y="15889"/>
                  </a:lnTo>
                  <a:cubicBezTo>
                    <a:pt x="25414" y="14573"/>
                    <a:pt x="24345" y="13501"/>
                    <a:pt x="23031" y="13501"/>
                  </a:cubicBezTo>
                  <a:lnTo>
                    <a:pt x="22031" y="13501"/>
                  </a:lnTo>
                  <a:lnTo>
                    <a:pt x="22110" y="12429"/>
                  </a:lnTo>
                  <a:cubicBezTo>
                    <a:pt x="22365" y="8935"/>
                    <a:pt x="20698" y="5632"/>
                    <a:pt x="17742" y="3765"/>
                  </a:cubicBezTo>
                  <a:cubicBezTo>
                    <a:pt x="17102" y="1591"/>
                    <a:pt x="15087" y="0"/>
                    <a:pt x="12708" y="0"/>
                  </a:cubicBezTo>
                  <a:close/>
                </a:path>
              </a:pathLst>
            </a:custGeom>
            <a:solidFill>
              <a:srgbClr val="2222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2"/>
            <p:cNvSpPr/>
            <p:nvPr/>
          </p:nvSpPr>
          <p:spPr>
            <a:xfrm>
              <a:off x="8187546" y="4372124"/>
              <a:ext cx="60801" cy="12217"/>
            </a:xfrm>
            <a:custGeom>
              <a:rect b="b" l="l" r="r" t="t"/>
              <a:pathLst>
                <a:path extrusionOk="0" h="938" w="4668">
                  <a:moveTo>
                    <a:pt x="468" y="1"/>
                  </a:moveTo>
                  <a:cubicBezTo>
                    <a:pt x="210" y="1"/>
                    <a:pt x="0" y="212"/>
                    <a:pt x="0" y="470"/>
                  </a:cubicBezTo>
                  <a:cubicBezTo>
                    <a:pt x="0" y="728"/>
                    <a:pt x="210" y="938"/>
                    <a:pt x="468" y="938"/>
                  </a:cubicBezTo>
                  <a:lnTo>
                    <a:pt x="4199" y="938"/>
                  </a:lnTo>
                  <a:cubicBezTo>
                    <a:pt x="4457" y="938"/>
                    <a:pt x="4668" y="728"/>
                    <a:pt x="4668" y="470"/>
                  </a:cubicBezTo>
                  <a:cubicBezTo>
                    <a:pt x="4668" y="212"/>
                    <a:pt x="4457" y="1"/>
                    <a:pt x="4199" y="1"/>
                  </a:cubicBezTo>
                  <a:close/>
                </a:path>
              </a:pathLst>
            </a:custGeom>
            <a:solidFill>
              <a:srgbClr val="2222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2"/>
            <p:cNvSpPr/>
            <p:nvPr/>
          </p:nvSpPr>
          <p:spPr>
            <a:xfrm>
              <a:off x="8252404" y="4372124"/>
              <a:ext cx="77030" cy="76704"/>
            </a:xfrm>
            <a:custGeom>
              <a:rect b="b" l="l" r="r" t="t"/>
              <a:pathLst>
                <a:path extrusionOk="0" h="5889" w="5914">
                  <a:moveTo>
                    <a:pt x="2962" y="1"/>
                  </a:moveTo>
                  <a:cubicBezTo>
                    <a:pt x="2016" y="1"/>
                    <a:pt x="1247" y="771"/>
                    <a:pt x="1247" y="1716"/>
                  </a:cubicBezTo>
                  <a:lnTo>
                    <a:pt x="1247" y="4174"/>
                  </a:lnTo>
                  <a:cubicBezTo>
                    <a:pt x="1247" y="4603"/>
                    <a:pt x="897" y="4951"/>
                    <a:pt x="468" y="4951"/>
                  </a:cubicBezTo>
                  <a:cubicBezTo>
                    <a:pt x="210" y="4951"/>
                    <a:pt x="0" y="5162"/>
                    <a:pt x="0" y="5421"/>
                  </a:cubicBezTo>
                  <a:cubicBezTo>
                    <a:pt x="0" y="5679"/>
                    <a:pt x="210" y="5888"/>
                    <a:pt x="468" y="5888"/>
                  </a:cubicBezTo>
                  <a:cubicBezTo>
                    <a:pt x="469" y="5888"/>
                    <a:pt x="470" y="5888"/>
                    <a:pt x="471" y="5888"/>
                  </a:cubicBezTo>
                  <a:cubicBezTo>
                    <a:pt x="1415" y="5888"/>
                    <a:pt x="2183" y="5120"/>
                    <a:pt x="2183" y="4174"/>
                  </a:cubicBezTo>
                  <a:lnTo>
                    <a:pt x="2183" y="1716"/>
                  </a:lnTo>
                  <a:cubicBezTo>
                    <a:pt x="2183" y="1288"/>
                    <a:pt x="2533" y="938"/>
                    <a:pt x="2962" y="938"/>
                  </a:cubicBezTo>
                  <a:lnTo>
                    <a:pt x="5446" y="938"/>
                  </a:lnTo>
                  <a:cubicBezTo>
                    <a:pt x="5704" y="938"/>
                    <a:pt x="5914" y="728"/>
                    <a:pt x="5914" y="470"/>
                  </a:cubicBezTo>
                  <a:cubicBezTo>
                    <a:pt x="5914" y="212"/>
                    <a:pt x="5704" y="1"/>
                    <a:pt x="5446" y="1"/>
                  </a:cubicBezTo>
                  <a:close/>
                </a:path>
              </a:pathLst>
            </a:custGeom>
            <a:solidFill>
              <a:srgbClr val="2222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2"/>
            <p:cNvSpPr/>
            <p:nvPr/>
          </p:nvSpPr>
          <p:spPr>
            <a:xfrm>
              <a:off x="8211749" y="4478184"/>
              <a:ext cx="93520" cy="22937"/>
            </a:xfrm>
            <a:custGeom>
              <a:rect b="b" l="l" r="r" t="t"/>
              <a:pathLst>
                <a:path extrusionOk="0" h="1761" w="7180">
                  <a:moveTo>
                    <a:pt x="3591" y="1"/>
                  </a:moveTo>
                  <a:cubicBezTo>
                    <a:pt x="2605" y="1"/>
                    <a:pt x="1619" y="226"/>
                    <a:pt x="719" y="676"/>
                  </a:cubicBezTo>
                  <a:lnTo>
                    <a:pt x="325" y="875"/>
                  </a:lnTo>
                  <a:cubicBezTo>
                    <a:pt x="94" y="991"/>
                    <a:pt x="0" y="1272"/>
                    <a:pt x="116" y="1502"/>
                  </a:cubicBezTo>
                  <a:cubicBezTo>
                    <a:pt x="200" y="1666"/>
                    <a:pt x="364" y="1761"/>
                    <a:pt x="535" y="1761"/>
                  </a:cubicBezTo>
                  <a:cubicBezTo>
                    <a:pt x="606" y="1761"/>
                    <a:pt x="678" y="1744"/>
                    <a:pt x="745" y="1710"/>
                  </a:cubicBezTo>
                  <a:lnTo>
                    <a:pt x="1138" y="1513"/>
                  </a:lnTo>
                  <a:cubicBezTo>
                    <a:pt x="1906" y="1128"/>
                    <a:pt x="2748" y="936"/>
                    <a:pt x="3590" y="936"/>
                  </a:cubicBezTo>
                  <a:cubicBezTo>
                    <a:pt x="4432" y="936"/>
                    <a:pt x="5274" y="1128"/>
                    <a:pt x="6041" y="1513"/>
                  </a:cubicBezTo>
                  <a:lnTo>
                    <a:pt x="6434" y="1710"/>
                  </a:lnTo>
                  <a:cubicBezTo>
                    <a:pt x="6502" y="1743"/>
                    <a:pt x="6574" y="1759"/>
                    <a:pt x="6645" y="1759"/>
                  </a:cubicBezTo>
                  <a:cubicBezTo>
                    <a:pt x="6816" y="1759"/>
                    <a:pt x="6980" y="1666"/>
                    <a:pt x="7062" y="1502"/>
                  </a:cubicBezTo>
                  <a:cubicBezTo>
                    <a:pt x="7179" y="1271"/>
                    <a:pt x="7086" y="989"/>
                    <a:pt x="6853" y="875"/>
                  </a:cubicBezTo>
                  <a:lnTo>
                    <a:pt x="6463" y="676"/>
                  </a:lnTo>
                  <a:cubicBezTo>
                    <a:pt x="5563" y="226"/>
                    <a:pt x="4577" y="1"/>
                    <a:pt x="3591" y="1"/>
                  </a:cubicBezTo>
                  <a:close/>
                </a:path>
              </a:pathLst>
            </a:custGeom>
            <a:solidFill>
              <a:srgbClr val="2222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 name="Google Shape;1662;p42"/>
          <p:cNvGrpSpPr/>
          <p:nvPr/>
        </p:nvGrpSpPr>
        <p:grpSpPr>
          <a:xfrm>
            <a:off x="999988" y="3311780"/>
            <a:ext cx="861654" cy="752835"/>
            <a:chOff x="999988" y="3311780"/>
            <a:chExt cx="861654" cy="752835"/>
          </a:xfrm>
        </p:grpSpPr>
        <p:sp>
          <p:nvSpPr>
            <p:cNvPr id="1663" name="Google Shape;1663;p42"/>
            <p:cNvSpPr/>
            <p:nvPr/>
          </p:nvSpPr>
          <p:spPr>
            <a:xfrm>
              <a:off x="1000898" y="3320339"/>
              <a:ext cx="860743" cy="743883"/>
            </a:xfrm>
            <a:custGeom>
              <a:rect b="b" l="l" r="r" t="t"/>
              <a:pathLst>
                <a:path extrusionOk="0" h="39193" w="45350">
                  <a:moveTo>
                    <a:pt x="24257" y="6929"/>
                  </a:moveTo>
                  <a:cubicBezTo>
                    <a:pt x="26536" y="6929"/>
                    <a:pt x="28838" y="7608"/>
                    <a:pt x="30844" y="9020"/>
                  </a:cubicBezTo>
                  <a:cubicBezTo>
                    <a:pt x="36019" y="12663"/>
                    <a:pt x="37260" y="19813"/>
                    <a:pt x="33617" y="24987"/>
                  </a:cubicBezTo>
                  <a:lnTo>
                    <a:pt x="25488" y="19263"/>
                  </a:lnTo>
                  <a:cubicBezTo>
                    <a:pt x="25738" y="18607"/>
                    <a:pt x="25527" y="17843"/>
                    <a:pt x="24930" y="17421"/>
                  </a:cubicBezTo>
                  <a:cubicBezTo>
                    <a:pt x="24656" y="17229"/>
                    <a:pt x="24343" y="17137"/>
                    <a:pt x="24032" y="17137"/>
                  </a:cubicBezTo>
                  <a:cubicBezTo>
                    <a:pt x="23662" y="17137"/>
                    <a:pt x="23296" y="17268"/>
                    <a:pt x="23005" y="17516"/>
                  </a:cubicBezTo>
                  <a:lnTo>
                    <a:pt x="14876" y="11792"/>
                  </a:lnTo>
                  <a:cubicBezTo>
                    <a:pt x="17108" y="8623"/>
                    <a:pt x="20654" y="6929"/>
                    <a:pt x="24257" y="6929"/>
                  </a:cubicBezTo>
                  <a:close/>
                  <a:moveTo>
                    <a:pt x="23804" y="1"/>
                  </a:moveTo>
                  <a:cubicBezTo>
                    <a:pt x="17950" y="1"/>
                    <a:pt x="12186" y="2693"/>
                    <a:pt x="8464" y="7738"/>
                  </a:cubicBezTo>
                  <a:lnTo>
                    <a:pt x="4993" y="5293"/>
                  </a:lnTo>
                  <a:lnTo>
                    <a:pt x="1" y="12385"/>
                  </a:lnTo>
                  <a:lnTo>
                    <a:pt x="38071" y="39192"/>
                  </a:lnTo>
                  <a:lnTo>
                    <a:pt x="43064" y="32102"/>
                  </a:lnTo>
                  <a:lnTo>
                    <a:pt x="39592" y="29659"/>
                  </a:lnTo>
                  <a:cubicBezTo>
                    <a:pt x="45349" y="21090"/>
                    <a:pt x="43232" y="9448"/>
                    <a:pt x="34749" y="3474"/>
                  </a:cubicBezTo>
                  <a:cubicBezTo>
                    <a:pt x="31416" y="1128"/>
                    <a:pt x="27591" y="1"/>
                    <a:pt x="238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2"/>
            <p:cNvSpPr/>
            <p:nvPr/>
          </p:nvSpPr>
          <p:spPr>
            <a:xfrm>
              <a:off x="1014544" y="3311780"/>
              <a:ext cx="829919" cy="749843"/>
            </a:xfrm>
            <a:custGeom>
              <a:rect b="b" l="l" r="r" t="t"/>
              <a:pathLst>
                <a:path extrusionOk="0" h="39507" w="43726">
                  <a:moveTo>
                    <a:pt x="24423" y="7249"/>
                  </a:moveTo>
                  <a:cubicBezTo>
                    <a:pt x="26671" y="7249"/>
                    <a:pt x="28941" y="7916"/>
                    <a:pt x="30915" y="9306"/>
                  </a:cubicBezTo>
                  <a:cubicBezTo>
                    <a:pt x="35967" y="12864"/>
                    <a:pt x="37216" y="19844"/>
                    <a:pt x="33737" y="24929"/>
                  </a:cubicBezTo>
                  <a:lnTo>
                    <a:pt x="25831" y="19363"/>
                  </a:lnTo>
                  <a:cubicBezTo>
                    <a:pt x="26045" y="18652"/>
                    <a:pt x="25787" y="17881"/>
                    <a:pt x="25178" y="17455"/>
                  </a:cubicBezTo>
                  <a:cubicBezTo>
                    <a:pt x="24880" y="17245"/>
                    <a:pt x="24535" y="17141"/>
                    <a:pt x="24189" y="17141"/>
                  </a:cubicBezTo>
                  <a:cubicBezTo>
                    <a:pt x="23827" y="17141"/>
                    <a:pt x="23465" y="17255"/>
                    <a:pt x="23161" y="17481"/>
                  </a:cubicBezTo>
                  <a:lnTo>
                    <a:pt x="15255" y="11914"/>
                  </a:lnTo>
                  <a:cubicBezTo>
                    <a:pt x="17458" y="8873"/>
                    <a:pt x="20914" y="7249"/>
                    <a:pt x="24423" y="7249"/>
                  </a:cubicBezTo>
                  <a:close/>
                  <a:moveTo>
                    <a:pt x="24423" y="6937"/>
                  </a:moveTo>
                  <a:cubicBezTo>
                    <a:pt x="20769" y="6937"/>
                    <a:pt x="17170" y="8652"/>
                    <a:pt x="14910" y="11860"/>
                  </a:cubicBezTo>
                  <a:cubicBezTo>
                    <a:pt x="14886" y="11894"/>
                    <a:pt x="14878" y="11935"/>
                    <a:pt x="14885" y="11977"/>
                  </a:cubicBezTo>
                  <a:cubicBezTo>
                    <a:pt x="14892" y="12018"/>
                    <a:pt x="14915" y="12054"/>
                    <a:pt x="14949" y="12077"/>
                  </a:cubicBezTo>
                  <a:lnTo>
                    <a:pt x="23078" y="17801"/>
                  </a:lnTo>
                  <a:cubicBezTo>
                    <a:pt x="23104" y="17820"/>
                    <a:pt x="23135" y="17829"/>
                    <a:pt x="23166" y="17829"/>
                  </a:cubicBezTo>
                  <a:cubicBezTo>
                    <a:pt x="23202" y="17829"/>
                    <a:pt x="23238" y="17817"/>
                    <a:pt x="23266" y="17792"/>
                  </a:cubicBezTo>
                  <a:cubicBezTo>
                    <a:pt x="23531" y="17565"/>
                    <a:pt x="23860" y="17450"/>
                    <a:pt x="24189" y="17450"/>
                  </a:cubicBezTo>
                  <a:cubicBezTo>
                    <a:pt x="24472" y="17450"/>
                    <a:pt x="24756" y="17535"/>
                    <a:pt x="24999" y="17706"/>
                  </a:cubicBezTo>
                  <a:cubicBezTo>
                    <a:pt x="25527" y="18075"/>
                    <a:pt x="25734" y="18760"/>
                    <a:pt x="25504" y="19365"/>
                  </a:cubicBezTo>
                  <a:cubicBezTo>
                    <a:pt x="25478" y="19431"/>
                    <a:pt x="25499" y="19507"/>
                    <a:pt x="25558" y="19548"/>
                  </a:cubicBezTo>
                  <a:lnTo>
                    <a:pt x="33687" y="25272"/>
                  </a:lnTo>
                  <a:cubicBezTo>
                    <a:pt x="33714" y="25292"/>
                    <a:pt x="33744" y="25301"/>
                    <a:pt x="33777" y="25301"/>
                  </a:cubicBezTo>
                  <a:cubicBezTo>
                    <a:pt x="33785" y="25301"/>
                    <a:pt x="33794" y="25301"/>
                    <a:pt x="33802" y="25299"/>
                  </a:cubicBezTo>
                  <a:cubicBezTo>
                    <a:pt x="33844" y="25292"/>
                    <a:pt x="33880" y="25268"/>
                    <a:pt x="33902" y="25235"/>
                  </a:cubicBezTo>
                  <a:cubicBezTo>
                    <a:pt x="37589" y="19997"/>
                    <a:pt x="36330" y="12740"/>
                    <a:pt x="31093" y="9051"/>
                  </a:cubicBezTo>
                  <a:cubicBezTo>
                    <a:pt x="29065" y="7623"/>
                    <a:pt x="26733" y="6937"/>
                    <a:pt x="24423" y="6937"/>
                  </a:cubicBezTo>
                  <a:close/>
                  <a:moveTo>
                    <a:pt x="23980" y="313"/>
                  </a:moveTo>
                  <a:cubicBezTo>
                    <a:pt x="27841" y="313"/>
                    <a:pt x="31605" y="1496"/>
                    <a:pt x="34821" y="3761"/>
                  </a:cubicBezTo>
                  <a:cubicBezTo>
                    <a:pt x="38886" y="6625"/>
                    <a:pt x="41618" y="10892"/>
                    <a:pt x="42518" y="15780"/>
                  </a:cubicBezTo>
                  <a:cubicBezTo>
                    <a:pt x="43417" y="20663"/>
                    <a:pt x="42388" y="25616"/>
                    <a:pt x="39623" y="29731"/>
                  </a:cubicBezTo>
                  <a:cubicBezTo>
                    <a:pt x="39578" y="29802"/>
                    <a:pt x="39593" y="29896"/>
                    <a:pt x="39663" y="29944"/>
                  </a:cubicBezTo>
                  <a:lnTo>
                    <a:pt x="43007" y="32298"/>
                  </a:lnTo>
                  <a:lnTo>
                    <a:pt x="38193" y="39135"/>
                  </a:lnTo>
                  <a:lnTo>
                    <a:pt x="378" y="12506"/>
                  </a:lnTo>
                  <a:lnTo>
                    <a:pt x="5193" y="5669"/>
                  </a:lnTo>
                  <a:lnTo>
                    <a:pt x="8536" y="8022"/>
                  </a:lnTo>
                  <a:cubicBezTo>
                    <a:pt x="8563" y="8041"/>
                    <a:pt x="8595" y="8051"/>
                    <a:pt x="8626" y="8051"/>
                  </a:cubicBezTo>
                  <a:cubicBezTo>
                    <a:pt x="8674" y="8051"/>
                    <a:pt x="8721" y="8029"/>
                    <a:pt x="8751" y="7989"/>
                  </a:cubicBezTo>
                  <a:cubicBezTo>
                    <a:pt x="11694" y="3998"/>
                    <a:pt x="16012" y="1362"/>
                    <a:pt x="20910" y="562"/>
                  </a:cubicBezTo>
                  <a:cubicBezTo>
                    <a:pt x="21935" y="395"/>
                    <a:pt x="22961" y="313"/>
                    <a:pt x="23980" y="313"/>
                  </a:cubicBezTo>
                  <a:close/>
                  <a:moveTo>
                    <a:pt x="23979" y="1"/>
                  </a:moveTo>
                  <a:cubicBezTo>
                    <a:pt x="22943" y="1"/>
                    <a:pt x="21899" y="85"/>
                    <a:pt x="20857" y="255"/>
                  </a:cubicBezTo>
                  <a:cubicBezTo>
                    <a:pt x="15931" y="1058"/>
                    <a:pt x="11578" y="3693"/>
                    <a:pt x="8589" y="7680"/>
                  </a:cubicBezTo>
                  <a:lnTo>
                    <a:pt x="5243" y="5323"/>
                  </a:lnTo>
                  <a:cubicBezTo>
                    <a:pt x="5217" y="5305"/>
                    <a:pt x="5186" y="5296"/>
                    <a:pt x="5154" y="5296"/>
                  </a:cubicBezTo>
                  <a:cubicBezTo>
                    <a:pt x="5145" y="5296"/>
                    <a:pt x="5135" y="5297"/>
                    <a:pt x="5126" y="5299"/>
                  </a:cubicBezTo>
                  <a:cubicBezTo>
                    <a:pt x="5086" y="5306"/>
                    <a:pt x="5050" y="5329"/>
                    <a:pt x="5026" y="5363"/>
                  </a:cubicBezTo>
                  <a:lnTo>
                    <a:pt x="32" y="12454"/>
                  </a:lnTo>
                  <a:cubicBezTo>
                    <a:pt x="9" y="12487"/>
                    <a:pt x="1" y="12528"/>
                    <a:pt x="8" y="12570"/>
                  </a:cubicBezTo>
                  <a:cubicBezTo>
                    <a:pt x="15" y="12611"/>
                    <a:pt x="38" y="12647"/>
                    <a:pt x="72" y="12670"/>
                  </a:cubicBezTo>
                  <a:lnTo>
                    <a:pt x="38142" y="39478"/>
                  </a:lnTo>
                  <a:cubicBezTo>
                    <a:pt x="38167" y="39498"/>
                    <a:pt x="38199" y="39506"/>
                    <a:pt x="38230" y="39506"/>
                  </a:cubicBezTo>
                  <a:lnTo>
                    <a:pt x="38259" y="39506"/>
                  </a:lnTo>
                  <a:cubicBezTo>
                    <a:pt x="38300" y="39499"/>
                    <a:pt x="38336" y="39476"/>
                    <a:pt x="38359" y="39442"/>
                  </a:cubicBezTo>
                  <a:lnTo>
                    <a:pt x="43351" y="32352"/>
                  </a:lnTo>
                  <a:cubicBezTo>
                    <a:pt x="43374" y="32318"/>
                    <a:pt x="43383" y="32276"/>
                    <a:pt x="43376" y="32235"/>
                  </a:cubicBezTo>
                  <a:cubicBezTo>
                    <a:pt x="43368" y="32195"/>
                    <a:pt x="43346" y="32159"/>
                    <a:pt x="43311" y="32135"/>
                  </a:cubicBezTo>
                  <a:lnTo>
                    <a:pt x="39965" y="29777"/>
                  </a:lnTo>
                  <a:cubicBezTo>
                    <a:pt x="42711" y="25619"/>
                    <a:pt x="43726" y="20636"/>
                    <a:pt x="42823" y="15723"/>
                  </a:cubicBezTo>
                  <a:cubicBezTo>
                    <a:pt x="41908" y="10755"/>
                    <a:pt x="39129" y="6414"/>
                    <a:pt x="34998" y="3505"/>
                  </a:cubicBezTo>
                  <a:cubicBezTo>
                    <a:pt x="31729" y="1204"/>
                    <a:pt x="27904" y="1"/>
                    <a:pt x="239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2"/>
            <p:cNvSpPr/>
            <p:nvPr/>
          </p:nvSpPr>
          <p:spPr>
            <a:xfrm>
              <a:off x="999988" y="3533870"/>
              <a:ext cx="738151" cy="530415"/>
            </a:xfrm>
            <a:custGeom>
              <a:rect b="b" l="l" r="r" t="t"/>
              <a:pathLst>
                <a:path extrusionOk="0" h="27946" w="38891">
                  <a:moveTo>
                    <a:pt x="778" y="1"/>
                  </a:moveTo>
                  <a:lnTo>
                    <a:pt x="0" y="1105"/>
                  </a:lnTo>
                  <a:lnTo>
                    <a:pt x="38113" y="27946"/>
                  </a:lnTo>
                  <a:lnTo>
                    <a:pt x="38890" y="26842"/>
                  </a:lnTo>
                  <a:lnTo>
                    <a:pt x="7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2"/>
            <p:cNvSpPr/>
            <p:nvPr/>
          </p:nvSpPr>
          <p:spPr>
            <a:xfrm>
              <a:off x="1003328" y="3522027"/>
              <a:ext cx="31013" cy="40389"/>
            </a:xfrm>
            <a:custGeom>
              <a:rect b="b" l="l" r="r" t="t"/>
              <a:pathLst>
                <a:path extrusionOk="0" h="2128" w="1634">
                  <a:moveTo>
                    <a:pt x="1456" y="1"/>
                  </a:moveTo>
                  <a:cubicBezTo>
                    <a:pt x="1408" y="1"/>
                    <a:pt x="1359" y="23"/>
                    <a:pt x="1329" y="66"/>
                  </a:cubicBezTo>
                  <a:lnTo>
                    <a:pt x="50" y="1882"/>
                  </a:lnTo>
                  <a:cubicBezTo>
                    <a:pt x="0" y="1952"/>
                    <a:pt x="19" y="2049"/>
                    <a:pt x="87" y="2099"/>
                  </a:cubicBezTo>
                  <a:cubicBezTo>
                    <a:pt x="114" y="2119"/>
                    <a:pt x="147" y="2128"/>
                    <a:pt x="177" y="2128"/>
                  </a:cubicBezTo>
                  <a:cubicBezTo>
                    <a:pt x="226" y="2128"/>
                    <a:pt x="273" y="2105"/>
                    <a:pt x="304" y="2061"/>
                  </a:cubicBezTo>
                  <a:lnTo>
                    <a:pt x="1583" y="245"/>
                  </a:lnTo>
                  <a:cubicBezTo>
                    <a:pt x="1633" y="174"/>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2"/>
            <p:cNvSpPr/>
            <p:nvPr/>
          </p:nvSpPr>
          <p:spPr>
            <a:xfrm>
              <a:off x="1041399" y="3548825"/>
              <a:ext cx="30975" cy="40351"/>
            </a:xfrm>
            <a:custGeom>
              <a:rect b="b" l="l" r="r" t="t"/>
              <a:pathLst>
                <a:path extrusionOk="0" h="2126" w="1632">
                  <a:moveTo>
                    <a:pt x="1456" y="0"/>
                  </a:moveTo>
                  <a:cubicBezTo>
                    <a:pt x="1408" y="0"/>
                    <a:pt x="1360" y="23"/>
                    <a:pt x="1329" y="66"/>
                  </a:cubicBezTo>
                  <a:lnTo>
                    <a:pt x="50" y="1882"/>
                  </a:lnTo>
                  <a:cubicBezTo>
                    <a:pt x="0" y="1952"/>
                    <a:pt x="17" y="2047"/>
                    <a:pt x="87" y="2097"/>
                  </a:cubicBezTo>
                  <a:cubicBezTo>
                    <a:pt x="114" y="2117"/>
                    <a:pt x="146" y="2126"/>
                    <a:pt x="177" y="2126"/>
                  </a:cubicBezTo>
                  <a:cubicBezTo>
                    <a:pt x="224" y="2126"/>
                    <a:pt x="273" y="2105"/>
                    <a:pt x="303" y="2060"/>
                  </a:cubicBezTo>
                  <a:lnTo>
                    <a:pt x="1582" y="244"/>
                  </a:lnTo>
                  <a:cubicBezTo>
                    <a:pt x="1632" y="174"/>
                    <a:pt x="1615" y="77"/>
                    <a:pt x="1545" y="27"/>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2"/>
            <p:cNvSpPr/>
            <p:nvPr/>
          </p:nvSpPr>
          <p:spPr>
            <a:xfrm>
              <a:off x="1016006" y="3544214"/>
              <a:ext cx="21656" cy="27103"/>
            </a:xfrm>
            <a:custGeom>
              <a:rect b="b" l="l" r="r" t="t"/>
              <a:pathLst>
                <a:path extrusionOk="0" h="1428" w="1141">
                  <a:moveTo>
                    <a:pt x="966" y="0"/>
                  </a:moveTo>
                  <a:cubicBezTo>
                    <a:pt x="917" y="0"/>
                    <a:pt x="869" y="23"/>
                    <a:pt x="838" y="66"/>
                  </a:cubicBezTo>
                  <a:lnTo>
                    <a:pt x="51" y="1183"/>
                  </a:lnTo>
                  <a:cubicBezTo>
                    <a:pt x="1" y="1253"/>
                    <a:pt x="18" y="1350"/>
                    <a:pt x="88" y="1399"/>
                  </a:cubicBezTo>
                  <a:cubicBezTo>
                    <a:pt x="115" y="1419"/>
                    <a:pt x="147" y="1427"/>
                    <a:pt x="177" y="1427"/>
                  </a:cubicBezTo>
                  <a:cubicBezTo>
                    <a:pt x="227" y="1427"/>
                    <a:pt x="274" y="1404"/>
                    <a:pt x="304" y="1362"/>
                  </a:cubicBezTo>
                  <a:lnTo>
                    <a:pt x="1091" y="244"/>
                  </a:lnTo>
                  <a:cubicBezTo>
                    <a:pt x="1141" y="174"/>
                    <a:pt x="1124" y="77"/>
                    <a:pt x="1054" y="27"/>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2"/>
            <p:cNvSpPr/>
            <p:nvPr/>
          </p:nvSpPr>
          <p:spPr>
            <a:xfrm>
              <a:off x="1027583" y="3552374"/>
              <a:ext cx="21694" cy="27122"/>
            </a:xfrm>
            <a:custGeom>
              <a:rect b="b" l="l" r="r" t="t"/>
              <a:pathLst>
                <a:path extrusionOk="0" h="1429" w="1143">
                  <a:moveTo>
                    <a:pt x="966" y="1"/>
                  </a:moveTo>
                  <a:cubicBezTo>
                    <a:pt x="917" y="1"/>
                    <a:pt x="869" y="23"/>
                    <a:pt x="838" y="66"/>
                  </a:cubicBezTo>
                  <a:lnTo>
                    <a:pt x="51" y="1183"/>
                  </a:lnTo>
                  <a:cubicBezTo>
                    <a:pt x="1" y="1253"/>
                    <a:pt x="19" y="1350"/>
                    <a:pt x="88" y="1400"/>
                  </a:cubicBezTo>
                  <a:cubicBezTo>
                    <a:pt x="115" y="1420"/>
                    <a:pt x="148" y="1429"/>
                    <a:pt x="178" y="1429"/>
                  </a:cubicBezTo>
                  <a:cubicBezTo>
                    <a:pt x="227" y="1429"/>
                    <a:pt x="274" y="1406"/>
                    <a:pt x="305" y="1362"/>
                  </a:cubicBezTo>
                  <a:lnTo>
                    <a:pt x="1093" y="244"/>
                  </a:lnTo>
                  <a:cubicBezTo>
                    <a:pt x="1143" y="174"/>
                    <a:pt x="1124" y="79"/>
                    <a:pt x="1055" y="29"/>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2"/>
            <p:cNvSpPr/>
            <p:nvPr/>
          </p:nvSpPr>
          <p:spPr>
            <a:xfrm>
              <a:off x="1078863" y="3575263"/>
              <a:ext cx="31013" cy="40370"/>
            </a:xfrm>
            <a:custGeom>
              <a:rect b="b" l="l" r="r" t="t"/>
              <a:pathLst>
                <a:path extrusionOk="0" h="2127" w="1634">
                  <a:moveTo>
                    <a:pt x="1458" y="0"/>
                  </a:moveTo>
                  <a:cubicBezTo>
                    <a:pt x="1409" y="0"/>
                    <a:pt x="1360" y="23"/>
                    <a:pt x="1330" y="66"/>
                  </a:cubicBezTo>
                  <a:lnTo>
                    <a:pt x="51" y="1882"/>
                  </a:lnTo>
                  <a:cubicBezTo>
                    <a:pt x="1" y="1952"/>
                    <a:pt x="19" y="2047"/>
                    <a:pt x="89" y="2097"/>
                  </a:cubicBezTo>
                  <a:cubicBezTo>
                    <a:pt x="115" y="2117"/>
                    <a:pt x="148" y="2126"/>
                    <a:pt x="178" y="2126"/>
                  </a:cubicBezTo>
                  <a:cubicBezTo>
                    <a:pt x="227" y="2126"/>
                    <a:pt x="275" y="2103"/>
                    <a:pt x="305" y="2060"/>
                  </a:cubicBezTo>
                  <a:lnTo>
                    <a:pt x="1584" y="244"/>
                  </a:lnTo>
                  <a:cubicBezTo>
                    <a:pt x="1634" y="174"/>
                    <a:pt x="1615" y="77"/>
                    <a:pt x="1547" y="27"/>
                  </a:cubicBezTo>
                  <a:cubicBezTo>
                    <a:pt x="1520" y="9"/>
                    <a:pt x="1489" y="0"/>
                    <a:pt x="145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2"/>
            <p:cNvSpPr/>
            <p:nvPr/>
          </p:nvSpPr>
          <p:spPr>
            <a:xfrm>
              <a:off x="1053508" y="3570632"/>
              <a:ext cx="21694" cy="27122"/>
            </a:xfrm>
            <a:custGeom>
              <a:rect b="b" l="l" r="r" t="t"/>
              <a:pathLst>
                <a:path extrusionOk="0" h="1429" w="1143">
                  <a:moveTo>
                    <a:pt x="966" y="1"/>
                  </a:moveTo>
                  <a:cubicBezTo>
                    <a:pt x="918" y="1"/>
                    <a:pt x="870" y="23"/>
                    <a:pt x="840" y="67"/>
                  </a:cubicBezTo>
                  <a:lnTo>
                    <a:pt x="51" y="1184"/>
                  </a:lnTo>
                  <a:cubicBezTo>
                    <a:pt x="1" y="1254"/>
                    <a:pt x="19" y="1351"/>
                    <a:pt x="89" y="1400"/>
                  </a:cubicBezTo>
                  <a:cubicBezTo>
                    <a:pt x="115" y="1420"/>
                    <a:pt x="148" y="1428"/>
                    <a:pt x="178" y="1428"/>
                  </a:cubicBezTo>
                  <a:cubicBezTo>
                    <a:pt x="227" y="1428"/>
                    <a:pt x="275" y="1406"/>
                    <a:pt x="305" y="1363"/>
                  </a:cubicBezTo>
                  <a:lnTo>
                    <a:pt x="1092" y="245"/>
                  </a:lnTo>
                  <a:cubicBezTo>
                    <a:pt x="1142" y="175"/>
                    <a:pt x="1125" y="78"/>
                    <a:pt x="1055"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2"/>
            <p:cNvSpPr/>
            <p:nvPr/>
          </p:nvSpPr>
          <p:spPr>
            <a:xfrm>
              <a:off x="1065085" y="3578774"/>
              <a:ext cx="21675" cy="27122"/>
            </a:xfrm>
            <a:custGeom>
              <a:rect b="b" l="l" r="r" t="t"/>
              <a:pathLst>
                <a:path extrusionOk="0" h="1429" w="1142">
                  <a:moveTo>
                    <a:pt x="966" y="1"/>
                  </a:moveTo>
                  <a:cubicBezTo>
                    <a:pt x="917" y="1"/>
                    <a:pt x="869" y="23"/>
                    <a:pt x="838" y="66"/>
                  </a:cubicBezTo>
                  <a:lnTo>
                    <a:pt x="51" y="1184"/>
                  </a:lnTo>
                  <a:cubicBezTo>
                    <a:pt x="1" y="1254"/>
                    <a:pt x="18" y="1351"/>
                    <a:pt x="88" y="1400"/>
                  </a:cubicBezTo>
                  <a:cubicBezTo>
                    <a:pt x="115" y="1420"/>
                    <a:pt x="147" y="1428"/>
                    <a:pt x="177" y="1428"/>
                  </a:cubicBezTo>
                  <a:cubicBezTo>
                    <a:pt x="225" y="1428"/>
                    <a:pt x="274" y="1405"/>
                    <a:pt x="304" y="1362"/>
                  </a:cubicBezTo>
                  <a:lnTo>
                    <a:pt x="1091" y="245"/>
                  </a:lnTo>
                  <a:cubicBezTo>
                    <a:pt x="1141" y="175"/>
                    <a:pt x="1124" y="78"/>
                    <a:pt x="1054" y="28"/>
                  </a:cubicBezTo>
                  <a:cubicBezTo>
                    <a:pt x="1027" y="10"/>
                    <a:pt x="996"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2"/>
            <p:cNvSpPr/>
            <p:nvPr/>
          </p:nvSpPr>
          <p:spPr>
            <a:xfrm>
              <a:off x="1116404" y="3601662"/>
              <a:ext cx="31013" cy="40370"/>
            </a:xfrm>
            <a:custGeom>
              <a:rect b="b" l="l" r="r" t="t"/>
              <a:pathLst>
                <a:path extrusionOk="0" h="2127" w="1634">
                  <a:moveTo>
                    <a:pt x="1457" y="0"/>
                  </a:moveTo>
                  <a:cubicBezTo>
                    <a:pt x="1408" y="0"/>
                    <a:pt x="1360" y="23"/>
                    <a:pt x="1329" y="65"/>
                  </a:cubicBezTo>
                  <a:lnTo>
                    <a:pt x="50" y="1882"/>
                  </a:lnTo>
                  <a:cubicBezTo>
                    <a:pt x="0" y="1951"/>
                    <a:pt x="19" y="2048"/>
                    <a:pt x="87" y="2098"/>
                  </a:cubicBezTo>
                  <a:cubicBezTo>
                    <a:pt x="115" y="2118"/>
                    <a:pt x="147" y="2127"/>
                    <a:pt x="177" y="2127"/>
                  </a:cubicBezTo>
                  <a:cubicBezTo>
                    <a:pt x="226" y="2127"/>
                    <a:pt x="273" y="2104"/>
                    <a:pt x="305" y="2061"/>
                  </a:cubicBezTo>
                  <a:lnTo>
                    <a:pt x="1583" y="244"/>
                  </a:lnTo>
                  <a:cubicBezTo>
                    <a:pt x="1633" y="175"/>
                    <a:pt x="1615" y="78"/>
                    <a:pt x="1545" y="28"/>
                  </a:cubicBezTo>
                  <a:cubicBezTo>
                    <a:pt x="1518"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2"/>
            <p:cNvSpPr/>
            <p:nvPr/>
          </p:nvSpPr>
          <p:spPr>
            <a:xfrm>
              <a:off x="1091010" y="3597051"/>
              <a:ext cx="21694" cy="27122"/>
            </a:xfrm>
            <a:custGeom>
              <a:rect b="b" l="l" r="r" t="t"/>
              <a:pathLst>
                <a:path extrusionOk="0" h="1429" w="1143">
                  <a:moveTo>
                    <a:pt x="966" y="1"/>
                  </a:moveTo>
                  <a:cubicBezTo>
                    <a:pt x="918" y="1"/>
                    <a:pt x="869" y="23"/>
                    <a:pt x="838" y="66"/>
                  </a:cubicBezTo>
                  <a:lnTo>
                    <a:pt x="51" y="1184"/>
                  </a:lnTo>
                  <a:cubicBezTo>
                    <a:pt x="1" y="1254"/>
                    <a:pt x="18" y="1350"/>
                    <a:pt x="88" y="1400"/>
                  </a:cubicBezTo>
                  <a:cubicBezTo>
                    <a:pt x="115" y="1420"/>
                    <a:pt x="147" y="1428"/>
                    <a:pt x="178" y="1428"/>
                  </a:cubicBezTo>
                  <a:cubicBezTo>
                    <a:pt x="225" y="1428"/>
                    <a:pt x="274" y="1405"/>
                    <a:pt x="304" y="1362"/>
                  </a:cubicBezTo>
                  <a:lnTo>
                    <a:pt x="1093" y="245"/>
                  </a:lnTo>
                  <a:cubicBezTo>
                    <a:pt x="1143" y="175"/>
                    <a:pt x="1124" y="78"/>
                    <a:pt x="1054"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2"/>
            <p:cNvSpPr/>
            <p:nvPr/>
          </p:nvSpPr>
          <p:spPr>
            <a:xfrm>
              <a:off x="1102606" y="3605192"/>
              <a:ext cx="21675" cy="27103"/>
            </a:xfrm>
            <a:custGeom>
              <a:rect b="b" l="l" r="r" t="t"/>
              <a:pathLst>
                <a:path extrusionOk="0" h="1428" w="1142">
                  <a:moveTo>
                    <a:pt x="966" y="1"/>
                  </a:moveTo>
                  <a:cubicBezTo>
                    <a:pt x="918" y="1"/>
                    <a:pt x="869" y="23"/>
                    <a:pt x="839" y="66"/>
                  </a:cubicBezTo>
                  <a:lnTo>
                    <a:pt x="50" y="1183"/>
                  </a:lnTo>
                  <a:cubicBezTo>
                    <a:pt x="0" y="1253"/>
                    <a:pt x="19" y="1349"/>
                    <a:pt x="89" y="1399"/>
                  </a:cubicBezTo>
                  <a:cubicBezTo>
                    <a:pt x="114" y="1419"/>
                    <a:pt x="147" y="1428"/>
                    <a:pt x="177" y="1428"/>
                  </a:cubicBezTo>
                  <a:cubicBezTo>
                    <a:pt x="226" y="1428"/>
                    <a:pt x="274" y="1405"/>
                    <a:pt x="304" y="1362"/>
                  </a:cubicBezTo>
                  <a:lnTo>
                    <a:pt x="1092" y="245"/>
                  </a:lnTo>
                  <a:cubicBezTo>
                    <a:pt x="1142" y="175"/>
                    <a:pt x="1125" y="78"/>
                    <a:pt x="1055" y="28"/>
                  </a:cubicBezTo>
                  <a:cubicBezTo>
                    <a:pt x="1028" y="9"/>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2"/>
            <p:cNvSpPr/>
            <p:nvPr/>
          </p:nvSpPr>
          <p:spPr>
            <a:xfrm>
              <a:off x="1153906" y="3628062"/>
              <a:ext cx="30994" cy="40389"/>
            </a:xfrm>
            <a:custGeom>
              <a:rect b="b" l="l" r="r" t="t"/>
              <a:pathLst>
                <a:path extrusionOk="0" h="2128" w="1633">
                  <a:moveTo>
                    <a:pt x="1456" y="0"/>
                  </a:moveTo>
                  <a:cubicBezTo>
                    <a:pt x="1407" y="0"/>
                    <a:pt x="1360" y="23"/>
                    <a:pt x="1329" y="66"/>
                  </a:cubicBezTo>
                  <a:lnTo>
                    <a:pt x="50" y="1882"/>
                  </a:lnTo>
                  <a:cubicBezTo>
                    <a:pt x="0" y="1952"/>
                    <a:pt x="18" y="2049"/>
                    <a:pt x="88" y="2099"/>
                  </a:cubicBezTo>
                  <a:cubicBezTo>
                    <a:pt x="115" y="2117"/>
                    <a:pt x="146" y="2127"/>
                    <a:pt x="176" y="2127"/>
                  </a:cubicBezTo>
                  <a:cubicBezTo>
                    <a:pt x="225" y="2127"/>
                    <a:pt x="273" y="2105"/>
                    <a:pt x="303" y="2060"/>
                  </a:cubicBezTo>
                  <a:lnTo>
                    <a:pt x="1582" y="244"/>
                  </a:lnTo>
                  <a:cubicBezTo>
                    <a:pt x="1632" y="174"/>
                    <a:pt x="1615" y="78"/>
                    <a:pt x="1545" y="28"/>
                  </a:cubicBezTo>
                  <a:cubicBezTo>
                    <a:pt x="1518" y="10"/>
                    <a:pt x="1486"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2"/>
            <p:cNvSpPr/>
            <p:nvPr/>
          </p:nvSpPr>
          <p:spPr>
            <a:xfrm>
              <a:off x="1128493" y="3623450"/>
              <a:ext cx="21694" cy="27122"/>
            </a:xfrm>
            <a:custGeom>
              <a:rect b="b" l="l" r="r" t="t"/>
              <a:pathLst>
                <a:path extrusionOk="0" h="1429" w="1143">
                  <a:moveTo>
                    <a:pt x="967" y="1"/>
                  </a:moveTo>
                  <a:cubicBezTo>
                    <a:pt x="918" y="1"/>
                    <a:pt x="870" y="24"/>
                    <a:pt x="839" y="66"/>
                  </a:cubicBezTo>
                  <a:lnTo>
                    <a:pt x="51" y="1184"/>
                  </a:lnTo>
                  <a:cubicBezTo>
                    <a:pt x="1" y="1253"/>
                    <a:pt x="19" y="1350"/>
                    <a:pt x="89" y="1400"/>
                  </a:cubicBezTo>
                  <a:cubicBezTo>
                    <a:pt x="115" y="1420"/>
                    <a:pt x="148" y="1429"/>
                    <a:pt x="178" y="1429"/>
                  </a:cubicBezTo>
                  <a:cubicBezTo>
                    <a:pt x="228" y="1429"/>
                    <a:pt x="276" y="1406"/>
                    <a:pt x="305" y="1363"/>
                  </a:cubicBezTo>
                  <a:lnTo>
                    <a:pt x="1092" y="244"/>
                  </a:lnTo>
                  <a:cubicBezTo>
                    <a:pt x="1142" y="176"/>
                    <a:pt x="1125" y="79"/>
                    <a:pt x="1055" y="29"/>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2"/>
            <p:cNvSpPr/>
            <p:nvPr/>
          </p:nvSpPr>
          <p:spPr>
            <a:xfrm>
              <a:off x="1140108" y="3631573"/>
              <a:ext cx="21675" cy="27141"/>
            </a:xfrm>
            <a:custGeom>
              <a:rect b="b" l="l" r="r" t="t"/>
              <a:pathLst>
                <a:path extrusionOk="0" h="1430" w="1142">
                  <a:moveTo>
                    <a:pt x="964" y="1"/>
                  </a:moveTo>
                  <a:cubicBezTo>
                    <a:pt x="915" y="1"/>
                    <a:pt x="868" y="23"/>
                    <a:pt x="837" y="66"/>
                  </a:cubicBezTo>
                  <a:lnTo>
                    <a:pt x="50" y="1185"/>
                  </a:lnTo>
                  <a:cubicBezTo>
                    <a:pt x="0" y="1254"/>
                    <a:pt x="17" y="1351"/>
                    <a:pt x="87" y="1401"/>
                  </a:cubicBezTo>
                  <a:cubicBezTo>
                    <a:pt x="114" y="1421"/>
                    <a:pt x="146" y="1429"/>
                    <a:pt x="177" y="1429"/>
                  </a:cubicBezTo>
                  <a:cubicBezTo>
                    <a:pt x="224" y="1429"/>
                    <a:pt x="273" y="1408"/>
                    <a:pt x="303" y="1364"/>
                  </a:cubicBezTo>
                  <a:lnTo>
                    <a:pt x="1092" y="245"/>
                  </a:lnTo>
                  <a:cubicBezTo>
                    <a:pt x="1142" y="176"/>
                    <a:pt x="1123" y="79"/>
                    <a:pt x="1053" y="29"/>
                  </a:cubicBezTo>
                  <a:cubicBezTo>
                    <a:pt x="1026" y="10"/>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2"/>
            <p:cNvSpPr/>
            <p:nvPr/>
          </p:nvSpPr>
          <p:spPr>
            <a:xfrm>
              <a:off x="1191389" y="3654499"/>
              <a:ext cx="31013" cy="40370"/>
            </a:xfrm>
            <a:custGeom>
              <a:rect b="b" l="l" r="r" t="t"/>
              <a:pathLst>
                <a:path extrusionOk="0" h="2127" w="1634">
                  <a:moveTo>
                    <a:pt x="1457" y="1"/>
                  </a:moveTo>
                  <a:cubicBezTo>
                    <a:pt x="1408" y="1"/>
                    <a:pt x="1360" y="24"/>
                    <a:pt x="1329" y="66"/>
                  </a:cubicBezTo>
                  <a:lnTo>
                    <a:pt x="50" y="1880"/>
                  </a:lnTo>
                  <a:cubicBezTo>
                    <a:pt x="0" y="1950"/>
                    <a:pt x="19" y="2047"/>
                    <a:pt x="87" y="2098"/>
                  </a:cubicBezTo>
                  <a:cubicBezTo>
                    <a:pt x="114" y="2116"/>
                    <a:pt x="147" y="2126"/>
                    <a:pt x="177" y="2126"/>
                  </a:cubicBezTo>
                  <a:cubicBezTo>
                    <a:pt x="226" y="2126"/>
                    <a:pt x="273" y="2102"/>
                    <a:pt x="304" y="2059"/>
                  </a:cubicBezTo>
                  <a:lnTo>
                    <a:pt x="1583" y="244"/>
                  </a:lnTo>
                  <a:cubicBezTo>
                    <a:pt x="1633" y="176"/>
                    <a:pt x="1615" y="79"/>
                    <a:pt x="1545" y="29"/>
                  </a:cubicBezTo>
                  <a:cubicBezTo>
                    <a:pt x="1518"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2"/>
            <p:cNvSpPr/>
            <p:nvPr/>
          </p:nvSpPr>
          <p:spPr>
            <a:xfrm>
              <a:off x="1166033" y="3649869"/>
              <a:ext cx="21675" cy="27122"/>
            </a:xfrm>
            <a:custGeom>
              <a:rect b="b" l="l" r="r" t="t"/>
              <a:pathLst>
                <a:path extrusionOk="0" h="1429" w="1142">
                  <a:moveTo>
                    <a:pt x="965" y="0"/>
                  </a:moveTo>
                  <a:cubicBezTo>
                    <a:pt x="916" y="0"/>
                    <a:pt x="868" y="23"/>
                    <a:pt x="837" y="65"/>
                  </a:cubicBezTo>
                  <a:lnTo>
                    <a:pt x="50" y="1183"/>
                  </a:lnTo>
                  <a:cubicBezTo>
                    <a:pt x="0" y="1253"/>
                    <a:pt x="19" y="1350"/>
                    <a:pt x="87" y="1400"/>
                  </a:cubicBezTo>
                  <a:cubicBezTo>
                    <a:pt x="114" y="1420"/>
                    <a:pt x="147" y="1428"/>
                    <a:pt x="177" y="1428"/>
                  </a:cubicBezTo>
                  <a:cubicBezTo>
                    <a:pt x="226" y="1428"/>
                    <a:pt x="273" y="1406"/>
                    <a:pt x="304" y="1361"/>
                  </a:cubicBezTo>
                  <a:lnTo>
                    <a:pt x="1092" y="244"/>
                  </a:lnTo>
                  <a:cubicBezTo>
                    <a:pt x="1142" y="174"/>
                    <a:pt x="1123" y="78"/>
                    <a:pt x="1055"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2"/>
            <p:cNvSpPr/>
            <p:nvPr/>
          </p:nvSpPr>
          <p:spPr>
            <a:xfrm>
              <a:off x="1177629" y="3658029"/>
              <a:ext cx="21656" cy="27122"/>
            </a:xfrm>
            <a:custGeom>
              <a:rect b="b" l="l" r="r" t="t"/>
              <a:pathLst>
                <a:path extrusionOk="0" h="1429" w="1141">
                  <a:moveTo>
                    <a:pt x="965" y="1"/>
                  </a:moveTo>
                  <a:cubicBezTo>
                    <a:pt x="917" y="1"/>
                    <a:pt x="869" y="23"/>
                    <a:pt x="838" y="65"/>
                  </a:cubicBezTo>
                  <a:lnTo>
                    <a:pt x="51" y="1184"/>
                  </a:lnTo>
                  <a:cubicBezTo>
                    <a:pt x="1" y="1253"/>
                    <a:pt x="18" y="1350"/>
                    <a:pt x="88" y="1400"/>
                  </a:cubicBezTo>
                  <a:cubicBezTo>
                    <a:pt x="115" y="1420"/>
                    <a:pt x="146" y="1429"/>
                    <a:pt x="176" y="1429"/>
                  </a:cubicBezTo>
                  <a:cubicBezTo>
                    <a:pt x="225" y="1429"/>
                    <a:pt x="274" y="1406"/>
                    <a:pt x="304" y="1363"/>
                  </a:cubicBezTo>
                  <a:lnTo>
                    <a:pt x="1091" y="244"/>
                  </a:lnTo>
                  <a:cubicBezTo>
                    <a:pt x="1141" y="175"/>
                    <a:pt x="1124" y="78"/>
                    <a:pt x="1054" y="28"/>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2"/>
            <p:cNvSpPr/>
            <p:nvPr/>
          </p:nvSpPr>
          <p:spPr>
            <a:xfrm>
              <a:off x="1228910" y="3680918"/>
              <a:ext cx="30994" cy="40332"/>
            </a:xfrm>
            <a:custGeom>
              <a:rect b="b" l="l" r="r" t="t"/>
              <a:pathLst>
                <a:path extrusionOk="0" h="2125" w="1633">
                  <a:moveTo>
                    <a:pt x="1456" y="0"/>
                  </a:moveTo>
                  <a:cubicBezTo>
                    <a:pt x="1407" y="0"/>
                    <a:pt x="1360" y="23"/>
                    <a:pt x="1329" y="65"/>
                  </a:cubicBezTo>
                  <a:lnTo>
                    <a:pt x="51" y="1880"/>
                  </a:lnTo>
                  <a:cubicBezTo>
                    <a:pt x="1" y="1950"/>
                    <a:pt x="18" y="2046"/>
                    <a:pt x="88" y="2096"/>
                  </a:cubicBezTo>
                  <a:cubicBezTo>
                    <a:pt x="115" y="2116"/>
                    <a:pt x="146" y="2124"/>
                    <a:pt x="178" y="2124"/>
                  </a:cubicBezTo>
                  <a:cubicBezTo>
                    <a:pt x="225" y="2124"/>
                    <a:pt x="273" y="2101"/>
                    <a:pt x="303" y="2059"/>
                  </a:cubicBezTo>
                  <a:lnTo>
                    <a:pt x="1582" y="244"/>
                  </a:lnTo>
                  <a:cubicBezTo>
                    <a:pt x="1632" y="174"/>
                    <a:pt x="1615" y="78"/>
                    <a:pt x="1545" y="28"/>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2"/>
            <p:cNvSpPr/>
            <p:nvPr/>
          </p:nvSpPr>
          <p:spPr>
            <a:xfrm>
              <a:off x="1203535" y="3676268"/>
              <a:ext cx="21656" cy="27141"/>
            </a:xfrm>
            <a:custGeom>
              <a:rect b="b" l="l" r="r" t="t"/>
              <a:pathLst>
                <a:path extrusionOk="0" h="1430" w="1141">
                  <a:moveTo>
                    <a:pt x="965" y="0"/>
                  </a:moveTo>
                  <a:cubicBezTo>
                    <a:pt x="916" y="0"/>
                    <a:pt x="868" y="23"/>
                    <a:pt x="837" y="66"/>
                  </a:cubicBezTo>
                  <a:lnTo>
                    <a:pt x="49" y="1183"/>
                  </a:lnTo>
                  <a:cubicBezTo>
                    <a:pt x="0" y="1253"/>
                    <a:pt x="17" y="1351"/>
                    <a:pt x="87" y="1399"/>
                  </a:cubicBezTo>
                  <a:cubicBezTo>
                    <a:pt x="114" y="1419"/>
                    <a:pt x="146" y="1429"/>
                    <a:pt x="176" y="1429"/>
                  </a:cubicBezTo>
                  <a:cubicBezTo>
                    <a:pt x="224" y="1429"/>
                    <a:pt x="273" y="1405"/>
                    <a:pt x="303" y="1362"/>
                  </a:cubicBezTo>
                  <a:lnTo>
                    <a:pt x="1090" y="245"/>
                  </a:lnTo>
                  <a:cubicBezTo>
                    <a:pt x="1140" y="175"/>
                    <a:pt x="1123" y="77"/>
                    <a:pt x="1053" y="27"/>
                  </a:cubicBezTo>
                  <a:cubicBezTo>
                    <a:pt x="1026" y="9"/>
                    <a:pt x="995"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2"/>
            <p:cNvSpPr/>
            <p:nvPr/>
          </p:nvSpPr>
          <p:spPr>
            <a:xfrm>
              <a:off x="1215112" y="3684429"/>
              <a:ext cx="21675" cy="27141"/>
            </a:xfrm>
            <a:custGeom>
              <a:rect b="b" l="l" r="r" t="t"/>
              <a:pathLst>
                <a:path extrusionOk="0" h="1430" w="1142">
                  <a:moveTo>
                    <a:pt x="965" y="1"/>
                  </a:moveTo>
                  <a:cubicBezTo>
                    <a:pt x="916" y="1"/>
                    <a:pt x="868" y="23"/>
                    <a:pt x="838" y="66"/>
                  </a:cubicBezTo>
                  <a:lnTo>
                    <a:pt x="50" y="1183"/>
                  </a:lnTo>
                  <a:cubicBezTo>
                    <a:pt x="0" y="1253"/>
                    <a:pt x="19" y="1351"/>
                    <a:pt x="87" y="1401"/>
                  </a:cubicBezTo>
                  <a:cubicBezTo>
                    <a:pt x="115" y="1421"/>
                    <a:pt x="147" y="1429"/>
                    <a:pt x="177" y="1429"/>
                  </a:cubicBezTo>
                  <a:cubicBezTo>
                    <a:pt x="226" y="1429"/>
                    <a:pt x="273" y="1406"/>
                    <a:pt x="305" y="1362"/>
                  </a:cubicBezTo>
                  <a:lnTo>
                    <a:pt x="1092" y="245"/>
                  </a:lnTo>
                  <a:cubicBezTo>
                    <a:pt x="1142" y="175"/>
                    <a:pt x="1123" y="79"/>
                    <a:pt x="1055"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2"/>
            <p:cNvSpPr/>
            <p:nvPr/>
          </p:nvSpPr>
          <p:spPr>
            <a:xfrm>
              <a:off x="1266393" y="3707279"/>
              <a:ext cx="31013" cy="40370"/>
            </a:xfrm>
            <a:custGeom>
              <a:rect b="b" l="l" r="r" t="t"/>
              <a:pathLst>
                <a:path extrusionOk="0" h="2127" w="1634">
                  <a:moveTo>
                    <a:pt x="1457" y="0"/>
                  </a:moveTo>
                  <a:cubicBezTo>
                    <a:pt x="1408" y="0"/>
                    <a:pt x="1360" y="23"/>
                    <a:pt x="1329" y="65"/>
                  </a:cubicBezTo>
                  <a:lnTo>
                    <a:pt x="50" y="1883"/>
                  </a:lnTo>
                  <a:cubicBezTo>
                    <a:pt x="0" y="1951"/>
                    <a:pt x="19" y="2048"/>
                    <a:pt x="89" y="2098"/>
                  </a:cubicBezTo>
                  <a:cubicBezTo>
                    <a:pt x="114" y="2118"/>
                    <a:pt x="147" y="2127"/>
                    <a:pt x="177" y="2127"/>
                  </a:cubicBezTo>
                  <a:cubicBezTo>
                    <a:pt x="226" y="2127"/>
                    <a:pt x="274" y="2104"/>
                    <a:pt x="304" y="2061"/>
                  </a:cubicBezTo>
                  <a:lnTo>
                    <a:pt x="1583" y="244"/>
                  </a:lnTo>
                  <a:cubicBezTo>
                    <a:pt x="1633" y="175"/>
                    <a:pt x="1615" y="78"/>
                    <a:pt x="1546" y="28"/>
                  </a:cubicBezTo>
                  <a:cubicBezTo>
                    <a:pt x="1519"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2"/>
            <p:cNvSpPr/>
            <p:nvPr/>
          </p:nvSpPr>
          <p:spPr>
            <a:xfrm>
              <a:off x="1241037" y="3702668"/>
              <a:ext cx="21675" cy="27122"/>
            </a:xfrm>
            <a:custGeom>
              <a:rect b="b" l="l" r="r" t="t"/>
              <a:pathLst>
                <a:path extrusionOk="0" h="1429" w="1142">
                  <a:moveTo>
                    <a:pt x="966" y="0"/>
                  </a:moveTo>
                  <a:cubicBezTo>
                    <a:pt x="918" y="0"/>
                    <a:pt x="870" y="23"/>
                    <a:pt x="839" y="65"/>
                  </a:cubicBezTo>
                  <a:lnTo>
                    <a:pt x="50" y="1184"/>
                  </a:lnTo>
                  <a:cubicBezTo>
                    <a:pt x="0" y="1254"/>
                    <a:pt x="19" y="1350"/>
                    <a:pt x="89" y="1400"/>
                  </a:cubicBezTo>
                  <a:cubicBezTo>
                    <a:pt x="115" y="1420"/>
                    <a:pt x="147" y="1428"/>
                    <a:pt x="177" y="1428"/>
                  </a:cubicBezTo>
                  <a:cubicBezTo>
                    <a:pt x="226" y="1428"/>
                    <a:pt x="275" y="1406"/>
                    <a:pt x="305" y="1363"/>
                  </a:cubicBezTo>
                  <a:lnTo>
                    <a:pt x="1092" y="244"/>
                  </a:lnTo>
                  <a:cubicBezTo>
                    <a:pt x="1142" y="175"/>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2"/>
            <p:cNvSpPr/>
            <p:nvPr/>
          </p:nvSpPr>
          <p:spPr>
            <a:xfrm>
              <a:off x="1252614" y="3710847"/>
              <a:ext cx="21656" cy="27122"/>
            </a:xfrm>
            <a:custGeom>
              <a:rect b="b" l="l" r="r" t="t"/>
              <a:pathLst>
                <a:path extrusionOk="0" h="1429" w="1141">
                  <a:moveTo>
                    <a:pt x="965" y="0"/>
                  </a:moveTo>
                  <a:cubicBezTo>
                    <a:pt x="916" y="0"/>
                    <a:pt x="868" y="23"/>
                    <a:pt x="838" y="66"/>
                  </a:cubicBezTo>
                  <a:lnTo>
                    <a:pt x="50" y="1183"/>
                  </a:lnTo>
                  <a:cubicBezTo>
                    <a:pt x="0" y="1253"/>
                    <a:pt x="17" y="1350"/>
                    <a:pt x="87" y="1399"/>
                  </a:cubicBezTo>
                  <a:cubicBezTo>
                    <a:pt x="115" y="1419"/>
                    <a:pt x="146" y="1429"/>
                    <a:pt x="176" y="1429"/>
                  </a:cubicBezTo>
                  <a:cubicBezTo>
                    <a:pt x="226" y="1429"/>
                    <a:pt x="275" y="1405"/>
                    <a:pt x="303" y="1362"/>
                  </a:cubicBezTo>
                  <a:lnTo>
                    <a:pt x="1091" y="244"/>
                  </a:lnTo>
                  <a:cubicBezTo>
                    <a:pt x="1141" y="174"/>
                    <a:pt x="1123" y="77"/>
                    <a:pt x="1053" y="27"/>
                  </a:cubicBezTo>
                  <a:cubicBezTo>
                    <a:pt x="1026"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2"/>
            <p:cNvSpPr/>
            <p:nvPr/>
          </p:nvSpPr>
          <p:spPr>
            <a:xfrm>
              <a:off x="1303914" y="3733679"/>
              <a:ext cx="31013" cy="40389"/>
            </a:xfrm>
            <a:custGeom>
              <a:rect b="b" l="l" r="r" t="t"/>
              <a:pathLst>
                <a:path extrusionOk="0" h="2128" w="1634">
                  <a:moveTo>
                    <a:pt x="1457" y="1"/>
                  </a:moveTo>
                  <a:cubicBezTo>
                    <a:pt x="1408" y="1"/>
                    <a:pt x="1360" y="23"/>
                    <a:pt x="1329" y="66"/>
                  </a:cubicBezTo>
                  <a:lnTo>
                    <a:pt x="51" y="1882"/>
                  </a:lnTo>
                  <a:cubicBezTo>
                    <a:pt x="1" y="1952"/>
                    <a:pt x="19" y="2049"/>
                    <a:pt x="88" y="2099"/>
                  </a:cubicBezTo>
                  <a:cubicBezTo>
                    <a:pt x="115" y="2119"/>
                    <a:pt x="148" y="2128"/>
                    <a:pt x="178" y="2128"/>
                  </a:cubicBezTo>
                  <a:cubicBezTo>
                    <a:pt x="225" y="2128"/>
                    <a:pt x="274" y="2106"/>
                    <a:pt x="305" y="2061"/>
                  </a:cubicBezTo>
                  <a:lnTo>
                    <a:pt x="1584" y="244"/>
                  </a:lnTo>
                  <a:cubicBezTo>
                    <a:pt x="1634" y="174"/>
                    <a:pt x="1615" y="79"/>
                    <a:pt x="1545" y="29"/>
                  </a:cubicBezTo>
                  <a:cubicBezTo>
                    <a:pt x="1518"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2"/>
            <p:cNvSpPr/>
            <p:nvPr/>
          </p:nvSpPr>
          <p:spPr>
            <a:xfrm>
              <a:off x="1278539" y="3729086"/>
              <a:ext cx="21675" cy="27122"/>
            </a:xfrm>
            <a:custGeom>
              <a:rect b="b" l="l" r="r" t="t"/>
              <a:pathLst>
                <a:path extrusionOk="0" h="1429" w="1142">
                  <a:moveTo>
                    <a:pt x="966" y="0"/>
                  </a:moveTo>
                  <a:cubicBezTo>
                    <a:pt x="917" y="0"/>
                    <a:pt x="868" y="23"/>
                    <a:pt x="838" y="65"/>
                  </a:cubicBezTo>
                  <a:lnTo>
                    <a:pt x="50" y="1184"/>
                  </a:lnTo>
                  <a:cubicBezTo>
                    <a:pt x="0" y="1254"/>
                    <a:pt x="17" y="1350"/>
                    <a:pt x="87" y="1400"/>
                  </a:cubicBezTo>
                  <a:cubicBezTo>
                    <a:pt x="115" y="1420"/>
                    <a:pt x="146" y="1428"/>
                    <a:pt x="177" y="1428"/>
                  </a:cubicBezTo>
                  <a:cubicBezTo>
                    <a:pt x="225" y="1428"/>
                    <a:pt x="273" y="1407"/>
                    <a:pt x="303" y="1362"/>
                  </a:cubicBezTo>
                  <a:lnTo>
                    <a:pt x="1092" y="244"/>
                  </a:lnTo>
                  <a:cubicBezTo>
                    <a:pt x="1142" y="175"/>
                    <a:pt x="1123" y="78"/>
                    <a:pt x="1053" y="28"/>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2"/>
            <p:cNvSpPr/>
            <p:nvPr/>
          </p:nvSpPr>
          <p:spPr>
            <a:xfrm>
              <a:off x="1290117" y="3737247"/>
              <a:ext cx="21675" cy="27122"/>
            </a:xfrm>
            <a:custGeom>
              <a:rect b="b" l="l" r="r" t="t"/>
              <a:pathLst>
                <a:path extrusionOk="0" h="1429" w="1142">
                  <a:moveTo>
                    <a:pt x="966" y="0"/>
                  </a:moveTo>
                  <a:cubicBezTo>
                    <a:pt x="917" y="0"/>
                    <a:pt x="869" y="23"/>
                    <a:pt x="839" y="65"/>
                  </a:cubicBezTo>
                  <a:lnTo>
                    <a:pt x="50" y="1184"/>
                  </a:lnTo>
                  <a:cubicBezTo>
                    <a:pt x="0" y="1254"/>
                    <a:pt x="19" y="1350"/>
                    <a:pt x="89" y="1400"/>
                  </a:cubicBezTo>
                  <a:cubicBezTo>
                    <a:pt x="115" y="1420"/>
                    <a:pt x="148" y="1428"/>
                    <a:pt x="178" y="1428"/>
                  </a:cubicBezTo>
                  <a:cubicBezTo>
                    <a:pt x="226" y="1428"/>
                    <a:pt x="275" y="1405"/>
                    <a:pt x="305" y="1362"/>
                  </a:cubicBezTo>
                  <a:lnTo>
                    <a:pt x="1092" y="244"/>
                  </a:lnTo>
                  <a:cubicBezTo>
                    <a:pt x="1142" y="175"/>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2"/>
            <p:cNvSpPr/>
            <p:nvPr/>
          </p:nvSpPr>
          <p:spPr>
            <a:xfrm>
              <a:off x="1341416" y="3760116"/>
              <a:ext cx="30994" cy="40389"/>
            </a:xfrm>
            <a:custGeom>
              <a:rect b="b" l="l" r="r" t="t"/>
              <a:pathLst>
                <a:path extrusionOk="0" h="2128" w="1633">
                  <a:moveTo>
                    <a:pt x="1456" y="1"/>
                  </a:moveTo>
                  <a:cubicBezTo>
                    <a:pt x="1408" y="1"/>
                    <a:pt x="1360" y="23"/>
                    <a:pt x="1330" y="66"/>
                  </a:cubicBezTo>
                  <a:lnTo>
                    <a:pt x="51" y="1882"/>
                  </a:lnTo>
                  <a:cubicBezTo>
                    <a:pt x="1" y="1952"/>
                    <a:pt x="18" y="2049"/>
                    <a:pt x="88" y="2099"/>
                  </a:cubicBezTo>
                  <a:cubicBezTo>
                    <a:pt x="115" y="2119"/>
                    <a:pt x="146" y="2128"/>
                    <a:pt x="176" y="2128"/>
                  </a:cubicBezTo>
                  <a:cubicBezTo>
                    <a:pt x="225" y="2128"/>
                    <a:pt x="274" y="2105"/>
                    <a:pt x="304" y="2061"/>
                  </a:cubicBezTo>
                  <a:lnTo>
                    <a:pt x="1582" y="245"/>
                  </a:lnTo>
                  <a:cubicBezTo>
                    <a:pt x="1632" y="175"/>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2"/>
            <p:cNvSpPr/>
            <p:nvPr/>
          </p:nvSpPr>
          <p:spPr>
            <a:xfrm>
              <a:off x="1316061" y="3755524"/>
              <a:ext cx="21656" cy="27122"/>
            </a:xfrm>
            <a:custGeom>
              <a:rect b="b" l="l" r="r" t="t"/>
              <a:pathLst>
                <a:path extrusionOk="0" h="1429" w="1141">
                  <a:moveTo>
                    <a:pt x="965" y="0"/>
                  </a:moveTo>
                  <a:cubicBezTo>
                    <a:pt x="917" y="0"/>
                    <a:pt x="869" y="23"/>
                    <a:pt x="838" y="65"/>
                  </a:cubicBezTo>
                  <a:lnTo>
                    <a:pt x="49" y="1184"/>
                  </a:lnTo>
                  <a:cubicBezTo>
                    <a:pt x="1" y="1254"/>
                    <a:pt x="18" y="1350"/>
                    <a:pt x="88" y="1400"/>
                  </a:cubicBezTo>
                  <a:cubicBezTo>
                    <a:pt x="115" y="1420"/>
                    <a:pt x="147" y="1428"/>
                    <a:pt x="177" y="1428"/>
                  </a:cubicBezTo>
                  <a:cubicBezTo>
                    <a:pt x="225" y="1428"/>
                    <a:pt x="274" y="1405"/>
                    <a:pt x="304" y="1362"/>
                  </a:cubicBezTo>
                  <a:lnTo>
                    <a:pt x="1091" y="244"/>
                  </a:lnTo>
                  <a:cubicBezTo>
                    <a:pt x="1141" y="175"/>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2"/>
            <p:cNvSpPr/>
            <p:nvPr/>
          </p:nvSpPr>
          <p:spPr>
            <a:xfrm>
              <a:off x="1327619" y="3763647"/>
              <a:ext cx="21694" cy="27122"/>
            </a:xfrm>
            <a:custGeom>
              <a:rect b="b" l="l" r="r" t="t"/>
              <a:pathLst>
                <a:path extrusionOk="0" h="1429" w="1143">
                  <a:moveTo>
                    <a:pt x="966" y="1"/>
                  </a:moveTo>
                  <a:cubicBezTo>
                    <a:pt x="917" y="1"/>
                    <a:pt x="868" y="24"/>
                    <a:pt x="838" y="66"/>
                  </a:cubicBezTo>
                  <a:lnTo>
                    <a:pt x="50" y="1185"/>
                  </a:lnTo>
                  <a:cubicBezTo>
                    <a:pt x="0" y="1255"/>
                    <a:pt x="18" y="1350"/>
                    <a:pt x="88" y="1400"/>
                  </a:cubicBezTo>
                  <a:cubicBezTo>
                    <a:pt x="115" y="1420"/>
                    <a:pt x="146" y="1429"/>
                    <a:pt x="178" y="1429"/>
                  </a:cubicBezTo>
                  <a:cubicBezTo>
                    <a:pt x="225" y="1429"/>
                    <a:pt x="273" y="1406"/>
                    <a:pt x="303" y="1363"/>
                  </a:cubicBezTo>
                  <a:lnTo>
                    <a:pt x="1092" y="244"/>
                  </a:lnTo>
                  <a:cubicBezTo>
                    <a:pt x="1142" y="176"/>
                    <a:pt x="1124" y="79"/>
                    <a:pt x="1053" y="29"/>
                  </a:cubicBezTo>
                  <a:cubicBezTo>
                    <a:pt x="1027" y="10"/>
                    <a:pt x="996"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2"/>
            <p:cNvSpPr/>
            <p:nvPr/>
          </p:nvSpPr>
          <p:spPr>
            <a:xfrm>
              <a:off x="1378899" y="3786535"/>
              <a:ext cx="30994" cy="40370"/>
            </a:xfrm>
            <a:custGeom>
              <a:rect b="b" l="l" r="r" t="t"/>
              <a:pathLst>
                <a:path extrusionOk="0" h="2127" w="1633">
                  <a:moveTo>
                    <a:pt x="1456" y="0"/>
                  </a:moveTo>
                  <a:cubicBezTo>
                    <a:pt x="1408" y="0"/>
                    <a:pt x="1360" y="23"/>
                    <a:pt x="1329" y="66"/>
                  </a:cubicBezTo>
                  <a:lnTo>
                    <a:pt x="50" y="1882"/>
                  </a:lnTo>
                  <a:cubicBezTo>
                    <a:pt x="0" y="1952"/>
                    <a:pt x="19" y="2049"/>
                    <a:pt x="88" y="2097"/>
                  </a:cubicBezTo>
                  <a:cubicBezTo>
                    <a:pt x="115" y="2117"/>
                    <a:pt x="146" y="2126"/>
                    <a:pt x="178" y="2126"/>
                  </a:cubicBezTo>
                  <a:cubicBezTo>
                    <a:pt x="228" y="2126"/>
                    <a:pt x="273" y="2103"/>
                    <a:pt x="305" y="2060"/>
                  </a:cubicBezTo>
                  <a:lnTo>
                    <a:pt x="1584" y="244"/>
                  </a:lnTo>
                  <a:cubicBezTo>
                    <a:pt x="1632" y="174"/>
                    <a:pt x="1615" y="79"/>
                    <a:pt x="1545" y="29"/>
                  </a:cubicBezTo>
                  <a:cubicBezTo>
                    <a:pt x="1518" y="10"/>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2"/>
            <p:cNvSpPr/>
            <p:nvPr/>
          </p:nvSpPr>
          <p:spPr>
            <a:xfrm>
              <a:off x="1353544" y="3781923"/>
              <a:ext cx="21694" cy="27122"/>
            </a:xfrm>
            <a:custGeom>
              <a:rect b="b" l="l" r="r" t="t"/>
              <a:pathLst>
                <a:path extrusionOk="0" h="1429" w="1143">
                  <a:moveTo>
                    <a:pt x="965" y="1"/>
                  </a:moveTo>
                  <a:cubicBezTo>
                    <a:pt x="916" y="1"/>
                    <a:pt x="868" y="23"/>
                    <a:pt x="838" y="66"/>
                  </a:cubicBezTo>
                  <a:lnTo>
                    <a:pt x="50" y="1185"/>
                  </a:lnTo>
                  <a:cubicBezTo>
                    <a:pt x="0" y="1253"/>
                    <a:pt x="19" y="1350"/>
                    <a:pt x="88" y="1400"/>
                  </a:cubicBezTo>
                  <a:cubicBezTo>
                    <a:pt x="115" y="1420"/>
                    <a:pt x="146" y="1429"/>
                    <a:pt x="178" y="1429"/>
                  </a:cubicBezTo>
                  <a:cubicBezTo>
                    <a:pt x="226" y="1429"/>
                    <a:pt x="273" y="1405"/>
                    <a:pt x="305" y="1363"/>
                  </a:cubicBezTo>
                  <a:lnTo>
                    <a:pt x="1092" y="244"/>
                  </a:lnTo>
                  <a:cubicBezTo>
                    <a:pt x="1142" y="174"/>
                    <a:pt x="1123" y="79"/>
                    <a:pt x="1055" y="29"/>
                  </a:cubicBezTo>
                  <a:cubicBezTo>
                    <a:pt x="1028"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2"/>
            <p:cNvSpPr/>
            <p:nvPr/>
          </p:nvSpPr>
          <p:spPr>
            <a:xfrm>
              <a:off x="1365140" y="3790065"/>
              <a:ext cx="21675" cy="27122"/>
            </a:xfrm>
            <a:custGeom>
              <a:rect b="b" l="l" r="r" t="t"/>
              <a:pathLst>
                <a:path extrusionOk="0" h="1429" w="1142">
                  <a:moveTo>
                    <a:pt x="965" y="0"/>
                  </a:moveTo>
                  <a:cubicBezTo>
                    <a:pt x="916" y="0"/>
                    <a:pt x="869" y="23"/>
                    <a:pt x="838" y="65"/>
                  </a:cubicBezTo>
                  <a:lnTo>
                    <a:pt x="51" y="1184"/>
                  </a:lnTo>
                  <a:cubicBezTo>
                    <a:pt x="1" y="1253"/>
                    <a:pt x="18" y="1350"/>
                    <a:pt x="88" y="1400"/>
                  </a:cubicBezTo>
                  <a:cubicBezTo>
                    <a:pt x="115" y="1420"/>
                    <a:pt x="147" y="1429"/>
                    <a:pt x="177" y="1429"/>
                  </a:cubicBezTo>
                  <a:cubicBezTo>
                    <a:pt x="225" y="1429"/>
                    <a:pt x="274" y="1404"/>
                    <a:pt x="304" y="1363"/>
                  </a:cubicBezTo>
                  <a:lnTo>
                    <a:pt x="1091" y="244"/>
                  </a:lnTo>
                  <a:cubicBezTo>
                    <a:pt x="1141" y="174"/>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2"/>
            <p:cNvSpPr/>
            <p:nvPr/>
          </p:nvSpPr>
          <p:spPr>
            <a:xfrm>
              <a:off x="1416421" y="3812935"/>
              <a:ext cx="30994" cy="40370"/>
            </a:xfrm>
            <a:custGeom>
              <a:rect b="b" l="l" r="r" t="t"/>
              <a:pathLst>
                <a:path extrusionOk="0" h="2127" w="1633">
                  <a:moveTo>
                    <a:pt x="1457" y="1"/>
                  </a:moveTo>
                  <a:cubicBezTo>
                    <a:pt x="1408" y="1"/>
                    <a:pt x="1360" y="23"/>
                    <a:pt x="1330" y="66"/>
                  </a:cubicBezTo>
                  <a:lnTo>
                    <a:pt x="51" y="1882"/>
                  </a:lnTo>
                  <a:cubicBezTo>
                    <a:pt x="1" y="1952"/>
                    <a:pt x="18" y="2048"/>
                    <a:pt x="88" y="2098"/>
                  </a:cubicBezTo>
                  <a:cubicBezTo>
                    <a:pt x="115" y="2118"/>
                    <a:pt x="147" y="2127"/>
                    <a:pt x="178" y="2127"/>
                  </a:cubicBezTo>
                  <a:cubicBezTo>
                    <a:pt x="225" y="2127"/>
                    <a:pt x="274" y="2104"/>
                    <a:pt x="304" y="2061"/>
                  </a:cubicBezTo>
                  <a:lnTo>
                    <a:pt x="1583" y="245"/>
                  </a:lnTo>
                  <a:cubicBezTo>
                    <a:pt x="1633" y="175"/>
                    <a:pt x="1615" y="78"/>
                    <a:pt x="1545" y="28"/>
                  </a:cubicBezTo>
                  <a:cubicBezTo>
                    <a:pt x="1518" y="10"/>
                    <a:pt x="1488"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2"/>
            <p:cNvSpPr/>
            <p:nvPr/>
          </p:nvSpPr>
          <p:spPr>
            <a:xfrm>
              <a:off x="1391046" y="3808323"/>
              <a:ext cx="21656" cy="27141"/>
            </a:xfrm>
            <a:custGeom>
              <a:rect b="b" l="l" r="r" t="t"/>
              <a:pathLst>
                <a:path extrusionOk="0" h="1430" w="1141">
                  <a:moveTo>
                    <a:pt x="965" y="1"/>
                  </a:moveTo>
                  <a:cubicBezTo>
                    <a:pt x="917" y="1"/>
                    <a:pt x="869" y="23"/>
                    <a:pt x="838" y="66"/>
                  </a:cubicBezTo>
                  <a:lnTo>
                    <a:pt x="50" y="1184"/>
                  </a:lnTo>
                  <a:cubicBezTo>
                    <a:pt x="0" y="1254"/>
                    <a:pt x="18" y="1351"/>
                    <a:pt x="88" y="1401"/>
                  </a:cubicBezTo>
                  <a:cubicBezTo>
                    <a:pt x="115" y="1420"/>
                    <a:pt x="146" y="1430"/>
                    <a:pt x="176" y="1430"/>
                  </a:cubicBezTo>
                  <a:cubicBezTo>
                    <a:pt x="225" y="1430"/>
                    <a:pt x="273" y="1405"/>
                    <a:pt x="303" y="1362"/>
                  </a:cubicBezTo>
                  <a:lnTo>
                    <a:pt x="1091" y="245"/>
                  </a:lnTo>
                  <a:cubicBezTo>
                    <a:pt x="1141" y="175"/>
                    <a:pt x="1124" y="78"/>
                    <a:pt x="1054" y="28"/>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2"/>
            <p:cNvSpPr/>
            <p:nvPr/>
          </p:nvSpPr>
          <p:spPr>
            <a:xfrm>
              <a:off x="1402623" y="3816503"/>
              <a:ext cx="21694" cy="27122"/>
            </a:xfrm>
            <a:custGeom>
              <a:rect b="b" l="l" r="r" t="t"/>
              <a:pathLst>
                <a:path extrusionOk="0" h="1429" w="1143">
                  <a:moveTo>
                    <a:pt x="965" y="0"/>
                  </a:moveTo>
                  <a:cubicBezTo>
                    <a:pt x="917" y="0"/>
                    <a:pt x="868" y="23"/>
                    <a:pt x="838" y="66"/>
                  </a:cubicBezTo>
                  <a:lnTo>
                    <a:pt x="51" y="1184"/>
                  </a:lnTo>
                  <a:cubicBezTo>
                    <a:pt x="1" y="1253"/>
                    <a:pt x="19" y="1350"/>
                    <a:pt x="88" y="1400"/>
                  </a:cubicBezTo>
                  <a:cubicBezTo>
                    <a:pt x="115" y="1420"/>
                    <a:pt x="146" y="1429"/>
                    <a:pt x="178" y="1429"/>
                  </a:cubicBezTo>
                  <a:cubicBezTo>
                    <a:pt x="226" y="1429"/>
                    <a:pt x="273" y="1404"/>
                    <a:pt x="305" y="1363"/>
                  </a:cubicBezTo>
                  <a:lnTo>
                    <a:pt x="1092" y="244"/>
                  </a:lnTo>
                  <a:cubicBezTo>
                    <a:pt x="1142" y="174"/>
                    <a:pt x="1124" y="78"/>
                    <a:pt x="1055" y="28"/>
                  </a:cubicBezTo>
                  <a:cubicBezTo>
                    <a:pt x="1028"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2"/>
            <p:cNvSpPr/>
            <p:nvPr/>
          </p:nvSpPr>
          <p:spPr>
            <a:xfrm>
              <a:off x="1453904" y="3839353"/>
              <a:ext cx="31013" cy="40370"/>
            </a:xfrm>
            <a:custGeom>
              <a:rect b="b" l="l" r="r" t="t"/>
              <a:pathLst>
                <a:path extrusionOk="0" h="2127" w="1634">
                  <a:moveTo>
                    <a:pt x="1457" y="0"/>
                  </a:moveTo>
                  <a:cubicBezTo>
                    <a:pt x="1408" y="0"/>
                    <a:pt x="1360" y="23"/>
                    <a:pt x="1329" y="65"/>
                  </a:cubicBezTo>
                  <a:lnTo>
                    <a:pt x="51" y="1882"/>
                  </a:lnTo>
                  <a:cubicBezTo>
                    <a:pt x="1" y="1951"/>
                    <a:pt x="19" y="2048"/>
                    <a:pt x="89" y="2098"/>
                  </a:cubicBezTo>
                  <a:cubicBezTo>
                    <a:pt x="115" y="2118"/>
                    <a:pt x="148" y="2126"/>
                    <a:pt x="178" y="2126"/>
                  </a:cubicBezTo>
                  <a:cubicBezTo>
                    <a:pt x="226" y="2126"/>
                    <a:pt x="275" y="2104"/>
                    <a:pt x="305" y="2061"/>
                  </a:cubicBezTo>
                  <a:lnTo>
                    <a:pt x="1584" y="243"/>
                  </a:lnTo>
                  <a:cubicBezTo>
                    <a:pt x="1634" y="175"/>
                    <a:pt x="1615" y="77"/>
                    <a:pt x="1546" y="27"/>
                  </a:cubicBezTo>
                  <a:cubicBezTo>
                    <a:pt x="1519"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2"/>
            <p:cNvSpPr/>
            <p:nvPr/>
          </p:nvSpPr>
          <p:spPr>
            <a:xfrm>
              <a:off x="1428548" y="3834722"/>
              <a:ext cx="21694" cy="27122"/>
            </a:xfrm>
            <a:custGeom>
              <a:rect b="b" l="l" r="r" t="t"/>
              <a:pathLst>
                <a:path extrusionOk="0" h="1429" w="1143">
                  <a:moveTo>
                    <a:pt x="966" y="1"/>
                  </a:moveTo>
                  <a:cubicBezTo>
                    <a:pt x="917" y="1"/>
                    <a:pt x="869" y="24"/>
                    <a:pt x="838" y="66"/>
                  </a:cubicBezTo>
                  <a:lnTo>
                    <a:pt x="51" y="1184"/>
                  </a:lnTo>
                  <a:cubicBezTo>
                    <a:pt x="1" y="1254"/>
                    <a:pt x="19" y="1350"/>
                    <a:pt x="88" y="1400"/>
                  </a:cubicBezTo>
                  <a:cubicBezTo>
                    <a:pt x="115" y="1420"/>
                    <a:pt x="148" y="1429"/>
                    <a:pt x="178" y="1429"/>
                  </a:cubicBezTo>
                  <a:cubicBezTo>
                    <a:pt x="226" y="1429"/>
                    <a:pt x="275" y="1406"/>
                    <a:pt x="305" y="1363"/>
                  </a:cubicBezTo>
                  <a:lnTo>
                    <a:pt x="1092" y="244"/>
                  </a:lnTo>
                  <a:cubicBezTo>
                    <a:pt x="1142" y="176"/>
                    <a:pt x="1124" y="79"/>
                    <a:pt x="1055" y="29"/>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2"/>
            <p:cNvSpPr/>
            <p:nvPr/>
          </p:nvSpPr>
          <p:spPr>
            <a:xfrm>
              <a:off x="1440125" y="3842902"/>
              <a:ext cx="21656" cy="27141"/>
            </a:xfrm>
            <a:custGeom>
              <a:rect b="b" l="l" r="r" t="t"/>
              <a:pathLst>
                <a:path extrusionOk="0" h="1430" w="1141">
                  <a:moveTo>
                    <a:pt x="965" y="1"/>
                  </a:moveTo>
                  <a:cubicBezTo>
                    <a:pt x="917" y="1"/>
                    <a:pt x="869" y="23"/>
                    <a:pt x="838" y="66"/>
                  </a:cubicBezTo>
                  <a:lnTo>
                    <a:pt x="49" y="1184"/>
                  </a:lnTo>
                  <a:cubicBezTo>
                    <a:pt x="1" y="1254"/>
                    <a:pt x="18" y="1351"/>
                    <a:pt x="88" y="1401"/>
                  </a:cubicBezTo>
                  <a:cubicBezTo>
                    <a:pt x="115" y="1419"/>
                    <a:pt x="146" y="1429"/>
                    <a:pt x="176" y="1429"/>
                  </a:cubicBezTo>
                  <a:cubicBezTo>
                    <a:pt x="226" y="1429"/>
                    <a:pt x="274" y="1405"/>
                    <a:pt x="304" y="1362"/>
                  </a:cubicBezTo>
                  <a:lnTo>
                    <a:pt x="1091" y="245"/>
                  </a:lnTo>
                  <a:cubicBezTo>
                    <a:pt x="1141" y="175"/>
                    <a:pt x="1124" y="78"/>
                    <a:pt x="1054" y="28"/>
                  </a:cubicBezTo>
                  <a:cubicBezTo>
                    <a:pt x="1027" y="9"/>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2"/>
            <p:cNvSpPr/>
            <p:nvPr/>
          </p:nvSpPr>
          <p:spPr>
            <a:xfrm>
              <a:off x="1491406" y="3865790"/>
              <a:ext cx="30994" cy="40351"/>
            </a:xfrm>
            <a:custGeom>
              <a:rect b="b" l="l" r="r" t="t"/>
              <a:pathLst>
                <a:path extrusionOk="0" h="2126" w="1633">
                  <a:moveTo>
                    <a:pt x="1456" y="0"/>
                  </a:moveTo>
                  <a:cubicBezTo>
                    <a:pt x="1408" y="0"/>
                    <a:pt x="1360" y="23"/>
                    <a:pt x="1329" y="65"/>
                  </a:cubicBezTo>
                  <a:lnTo>
                    <a:pt x="51" y="1879"/>
                  </a:lnTo>
                  <a:cubicBezTo>
                    <a:pt x="1" y="1949"/>
                    <a:pt x="18" y="2046"/>
                    <a:pt x="88" y="2096"/>
                  </a:cubicBezTo>
                  <a:cubicBezTo>
                    <a:pt x="115" y="2116"/>
                    <a:pt x="146" y="2125"/>
                    <a:pt x="178" y="2125"/>
                  </a:cubicBezTo>
                  <a:cubicBezTo>
                    <a:pt x="228" y="2125"/>
                    <a:pt x="275" y="2102"/>
                    <a:pt x="303" y="2058"/>
                  </a:cubicBezTo>
                  <a:lnTo>
                    <a:pt x="1582" y="243"/>
                  </a:lnTo>
                  <a:cubicBezTo>
                    <a:pt x="1632" y="175"/>
                    <a:pt x="1615" y="78"/>
                    <a:pt x="1545" y="28"/>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2"/>
            <p:cNvSpPr/>
            <p:nvPr/>
          </p:nvSpPr>
          <p:spPr>
            <a:xfrm>
              <a:off x="1466050" y="3861141"/>
              <a:ext cx="21694" cy="27122"/>
            </a:xfrm>
            <a:custGeom>
              <a:rect b="b" l="l" r="r" t="t"/>
              <a:pathLst>
                <a:path extrusionOk="0" h="1429" w="1143">
                  <a:moveTo>
                    <a:pt x="965" y="0"/>
                  </a:moveTo>
                  <a:cubicBezTo>
                    <a:pt x="917" y="0"/>
                    <a:pt x="868" y="23"/>
                    <a:pt x="838" y="65"/>
                  </a:cubicBezTo>
                  <a:lnTo>
                    <a:pt x="51" y="1184"/>
                  </a:lnTo>
                  <a:cubicBezTo>
                    <a:pt x="1" y="1253"/>
                    <a:pt x="18" y="1350"/>
                    <a:pt x="88" y="1400"/>
                  </a:cubicBezTo>
                  <a:cubicBezTo>
                    <a:pt x="115" y="1420"/>
                    <a:pt x="146" y="1428"/>
                    <a:pt x="178" y="1428"/>
                  </a:cubicBezTo>
                  <a:cubicBezTo>
                    <a:pt x="225" y="1428"/>
                    <a:pt x="274" y="1406"/>
                    <a:pt x="304" y="1363"/>
                  </a:cubicBezTo>
                  <a:lnTo>
                    <a:pt x="1092" y="244"/>
                  </a:lnTo>
                  <a:cubicBezTo>
                    <a:pt x="1142" y="174"/>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2"/>
            <p:cNvSpPr/>
            <p:nvPr/>
          </p:nvSpPr>
          <p:spPr>
            <a:xfrm>
              <a:off x="1477627" y="3869302"/>
              <a:ext cx="21694" cy="27122"/>
            </a:xfrm>
            <a:custGeom>
              <a:rect b="b" l="l" r="r" t="t"/>
              <a:pathLst>
                <a:path extrusionOk="0" h="1429" w="1143">
                  <a:moveTo>
                    <a:pt x="967" y="1"/>
                  </a:moveTo>
                  <a:cubicBezTo>
                    <a:pt x="918" y="1"/>
                    <a:pt x="870" y="23"/>
                    <a:pt x="839" y="65"/>
                  </a:cubicBezTo>
                  <a:lnTo>
                    <a:pt x="51" y="1184"/>
                  </a:lnTo>
                  <a:cubicBezTo>
                    <a:pt x="1" y="1254"/>
                    <a:pt x="19" y="1350"/>
                    <a:pt x="89" y="1400"/>
                  </a:cubicBezTo>
                  <a:cubicBezTo>
                    <a:pt x="115" y="1420"/>
                    <a:pt x="148" y="1429"/>
                    <a:pt x="178" y="1429"/>
                  </a:cubicBezTo>
                  <a:cubicBezTo>
                    <a:pt x="226" y="1429"/>
                    <a:pt x="275" y="1406"/>
                    <a:pt x="305" y="1363"/>
                  </a:cubicBezTo>
                  <a:lnTo>
                    <a:pt x="1092" y="244"/>
                  </a:lnTo>
                  <a:cubicBezTo>
                    <a:pt x="1142" y="175"/>
                    <a:pt x="1125" y="78"/>
                    <a:pt x="1055" y="28"/>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2"/>
            <p:cNvSpPr/>
            <p:nvPr/>
          </p:nvSpPr>
          <p:spPr>
            <a:xfrm>
              <a:off x="1528946" y="3892152"/>
              <a:ext cx="30975" cy="40389"/>
            </a:xfrm>
            <a:custGeom>
              <a:rect b="b" l="l" r="r" t="t"/>
              <a:pathLst>
                <a:path extrusionOk="0" h="2128" w="1632">
                  <a:moveTo>
                    <a:pt x="1455" y="1"/>
                  </a:moveTo>
                  <a:cubicBezTo>
                    <a:pt x="1406" y="1"/>
                    <a:pt x="1359" y="23"/>
                    <a:pt x="1329" y="66"/>
                  </a:cubicBezTo>
                  <a:lnTo>
                    <a:pt x="49" y="1882"/>
                  </a:lnTo>
                  <a:cubicBezTo>
                    <a:pt x="0" y="1952"/>
                    <a:pt x="17" y="2049"/>
                    <a:pt x="87" y="2098"/>
                  </a:cubicBezTo>
                  <a:cubicBezTo>
                    <a:pt x="114" y="2118"/>
                    <a:pt x="146" y="2128"/>
                    <a:pt x="176" y="2128"/>
                  </a:cubicBezTo>
                  <a:cubicBezTo>
                    <a:pt x="224" y="2128"/>
                    <a:pt x="273" y="2103"/>
                    <a:pt x="303" y="2061"/>
                  </a:cubicBezTo>
                  <a:lnTo>
                    <a:pt x="1582" y="245"/>
                  </a:lnTo>
                  <a:cubicBezTo>
                    <a:pt x="1632" y="175"/>
                    <a:pt x="1615" y="79"/>
                    <a:pt x="1545" y="29"/>
                  </a:cubicBezTo>
                  <a:cubicBezTo>
                    <a:pt x="1517" y="10"/>
                    <a:pt x="1486" y="1"/>
                    <a:pt x="145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2"/>
            <p:cNvSpPr/>
            <p:nvPr/>
          </p:nvSpPr>
          <p:spPr>
            <a:xfrm>
              <a:off x="1503533" y="3887540"/>
              <a:ext cx="21675" cy="27141"/>
            </a:xfrm>
            <a:custGeom>
              <a:rect b="b" l="l" r="r" t="t"/>
              <a:pathLst>
                <a:path extrusionOk="0" h="1430" w="1142">
                  <a:moveTo>
                    <a:pt x="965" y="1"/>
                  </a:moveTo>
                  <a:cubicBezTo>
                    <a:pt x="916" y="1"/>
                    <a:pt x="869" y="23"/>
                    <a:pt x="839" y="66"/>
                  </a:cubicBezTo>
                  <a:lnTo>
                    <a:pt x="50" y="1185"/>
                  </a:lnTo>
                  <a:cubicBezTo>
                    <a:pt x="0" y="1253"/>
                    <a:pt x="19" y="1351"/>
                    <a:pt x="89" y="1401"/>
                  </a:cubicBezTo>
                  <a:cubicBezTo>
                    <a:pt x="115" y="1421"/>
                    <a:pt x="147" y="1429"/>
                    <a:pt x="177" y="1429"/>
                  </a:cubicBezTo>
                  <a:cubicBezTo>
                    <a:pt x="227" y="1429"/>
                    <a:pt x="276" y="1406"/>
                    <a:pt x="305" y="1363"/>
                  </a:cubicBezTo>
                  <a:lnTo>
                    <a:pt x="1092" y="245"/>
                  </a:lnTo>
                  <a:cubicBezTo>
                    <a:pt x="1142" y="175"/>
                    <a:pt x="1125" y="79"/>
                    <a:pt x="1055"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2"/>
            <p:cNvSpPr/>
            <p:nvPr/>
          </p:nvSpPr>
          <p:spPr>
            <a:xfrm>
              <a:off x="1515129" y="3895701"/>
              <a:ext cx="21694" cy="27141"/>
            </a:xfrm>
            <a:custGeom>
              <a:rect b="b" l="l" r="r" t="t"/>
              <a:pathLst>
                <a:path extrusionOk="0" h="1430" w="1143">
                  <a:moveTo>
                    <a:pt x="965" y="1"/>
                  </a:moveTo>
                  <a:cubicBezTo>
                    <a:pt x="917" y="1"/>
                    <a:pt x="869" y="23"/>
                    <a:pt x="838" y="66"/>
                  </a:cubicBezTo>
                  <a:lnTo>
                    <a:pt x="51" y="1185"/>
                  </a:lnTo>
                  <a:cubicBezTo>
                    <a:pt x="1" y="1253"/>
                    <a:pt x="18" y="1351"/>
                    <a:pt x="88" y="1401"/>
                  </a:cubicBezTo>
                  <a:cubicBezTo>
                    <a:pt x="115" y="1421"/>
                    <a:pt x="147" y="1429"/>
                    <a:pt x="178" y="1429"/>
                  </a:cubicBezTo>
                  <a:cubicBezTo>
                    <a:pt x="225" y="1429"/>
                    <a:pt x="274" y="1406"/>
                    <a:pt x="304" y="1363"/>
                  </a:cubicBezTo>
                  <a:lnTo>
                    <a:pt x="1092" y="245"/>
                  </a:lnTo>
                  <a:cubicBezTo>
                    <a:pt x="1142" y="175"/>
                    <a:pt x="1124" y="79"/>
                    <a:pt x="1054"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2"/>
            <p:cNvSpPr/>
            <p:nvPr/>
          </p:nvSpPr>
          <p:spPr>
            <a:xfrm>
              <a:off x="1566410" y="3918590"/>
              <a:ext cx="31013" cy="40389"/>
            </a:xfrm>
            <a:custGeom>
              <a:rect b="b" l="l" r="r" t="t"/>
              <a:pathLst>
                <a:path extrusionOk="0" h="2128" w="1634">
                  <a:moveTo>
                    <a:pt x="1457" y="1"/>
                  </a:moveTo>
                  <a:cubicBezTo>
                    <a:pt x="1408" y="1"/>
                    <a:pt x="1360" y="23"/>
                    <a:pt x="1330" y="66"/>
                  </a:cubicBezTo>
                  <a:lnTo>
                    <a:pt x="51" y="1882"/>
                  </a:lnTo>
                  <a:cubicBezTo>
                    <a:pt x="1" y="1952"/>
                    <a:pt x="19" y="2049"/>
                    <a:pt x="88" y="2098"/>
                  </a:cubicBezTo>
                  <a:cubicBezTo>
                    <a:pt x="115" y="2118"/>
                    <a:pt x="146" y="2128"/>
                    <a:pt x="178" y="2128"/>
                  </a:cubicBezTo>
                  <a:cubicBezTo>
                    <a:pt x="226" y="2128"/>
                    <a:pt x="274" y="2104"/>
                    <a:pt x="305" y="2061"/>
                  </a:cubicBezTo>
                  <a:lnTo>
                    <a:pt x="1584" y="245"/>
                  </a:lnTo>
                  <a:cubicBezTo>
                    <a:pt x="1634" y="175"/>
                    <a:pt x="1615" y="79"/>
                    <a:pt x="1545" y="29"/>
                  </a:cubicBezTo>
                  <a:cubicBezTo>
                    <a:pt x="1519"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2"/>
            <p:cNvSpPr/>
            <p:nvPr/>
          </p:nvSpPr>
          <p:spPr>
            <a:xfrm>
              <a:off x="1541054" y="3913959"/>
              <a:ext cx="21694" cy="27122"/>
            </a:xfrm>
            <a:custGeom>
              <a:rect b="b" l="l" r="r" t="t"/>
              <a:pathLst>
                <a:path extrusionOk="0" h="1429" w="1143">
                  <a:moveTo>
                    <a:pt x="967" y="0"/>
                  </a:moveTo>
                  <a:cubicBezTo>
                    <a:pt x="917" y="0"/>
                    <a:pt x="869" y="23"/>
                    <a:pt x="838" y="66"/>
                  </a:cubicBezTo>
                  <a:lnTo>
                    <a:pt x="51" y="1183"/>
                  </a:lnTo>
                  <a:cubicBezTo>
                    <a:pt x="1" y="1253"/>
                    <a:pt x="19" y="1350"/>
                    <a:pt x="88" y="1400"/>
                  </a:cubicBezTo>
                  <a:cubicBezTo>
                    <a:pt x="115" y="1419"/>
                    <a:pt x="148" y="1429"/>
                    <a:pt x="178" y="1429"/>
                  </a:cubicBezTo>
                  <a:cubicBezTo>
                    <a:pt x="227" y="1429"/>
                    <a:pt x="274" y="1407"/>
                    <a:pt x="305" y="1362"/>
                  </a:cubicBezTo>
                  <a:lnTo>
                    <a:pt x="1092" y="244"/>
                  </a:lnTo>
                  <a:cubicBezTo>
                    <a:pt x="1142" y="174"/>
                    <a:pt x="1124" y="77"/>
                    <a:pt x="1055" y="27"/>
                  </a:cubicBezTo>
                  <a:cubicBezTo>
                    <a:pt x="1028" y="9"/>
                    <a:pt x="997" y="0"/>
                    <a:pt x="96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2"/>
            <p:cNvSpPr/>
            <p:nvPr/>
          </p:nvSpPr>
          <p:spPr>
            <a:xfrm>
              <a:off x="1552669" y="3922120"/>
              <a:ext cx="21656" cy="27122"/>
            </a:xfrm>
            <a:custGeom>
              <a:rect b="b" l="l" r="r" t="t"/>
              <a:pathLst>
                <a:path extrusionOk="0" h="1429" w="1141">
                  <a:moveTo>
                    <a:pt x="964" y="1"/>
                  </a:moveTo>
                  <a:cubicBezTo>
                    <a:pt x="916" y="1"/>
                    <a:pt x="868" y="23"/>
                    <a:pt x="838" y="66"/>
                  </a:cubicBezTo>
                  <a:lnTo>
                    <a:pt x="49" y="1185"/>
                  </a:lnTo>
                  <a:cubicBezTo>
                    <a:pt x="0" y="1253"/>
                    <a:pt x="17" y="1350"/>
                    <a:pt x="87" y="1400"/>
                  </a:cubicBezTo>
                  <a:cubicBezTo>
                    <a:pt x="115" y="1420"/>
                    <a:pt x="146" y="1429"/>
                    <a:pt x="176" y="1429"/>
                  </a:cubicBezTo>
                  <a:cubicBezTo>
                    <a:pt x="225" y="1429"/>
                    <a:pt x="273" y="1406"/>
                    <a:pt x="303" y="1363"/>
                  </a:cubicBezTo>
                  <a:lnTo>
                    <a:pt x="1090" y="244"/>
                  </a:lnTo>
                  <a:cubicBezTo>
                    <a:pt x="1140" y="174"/>
                    <a:pt x="1123" y="79"/>
                    <a:pt x="1053" y="29"/>
                  </a:cubicBezTo>
                  <a:cubicBezTo>
                    <a:pt x="1026" y="10"/>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2"/>
            <p:cNvSpPr/>
            <p:nvPr/>
          </p:nvSpPr>
          <p:spPr>
            <a:xfrm>
              <a:off x="1603950" y="3945008"/>
              <a:ext cx="30975" cy="40370"/>
            </a:xfrm>
            <a:custGeom>
              <a:rect b="b" l="l" r="r" t="t"/>
              <a:pathLst>
                <a:path extrusionOk="0" h="2127" w="1632">
                  <a:moveTo>
                    <a:pt x="1457" y="0"/>
                  </a:moveTo>
                  <a:cubicBezTo>
                    <a:pt x="1408" y="0"/>
                    <a:pt x="1360" y="23"/>
                    <a:pt x="1329" y="66"/>
                  </a:cubicBezTo>
                  <a:lnTo>
                    <a:pt x="50" y="1882"/>
                  </a:lnTo>
                  <a:cubicBezTo>
                    <a:pt x="0" y="1952"/>
                    <a:pt x="17" y="2048"/>
                    <a:pt x="87" y="2098"/>
                  </a:cubicBezTo>
                  <a:cubicBezTo>
                    <a:pt x="115" y="2118"/>
                    <a:pt x="146" y="2126"/>
                    <a:pt x="177" y="2126"/>
                  </a:cubicBezTo>
                  <a:cubicBezTo>
                    <a:pt x="225" y="2126"/>
                    <a:pt x="273" y="2103"/>
                    <a:pt x="303" y="2060"/>
                  </a:cubicBezTo>
                  <a:lnTo>
                    <a:pt x="1582" y="244"/>
                  </a:lnTo>
                  <a:cubicBezTo>
                    <a:pt x="1632" y="174"/>
                    <a:pt x="1615" y="77"/>
                    <a:pt x="1545" y="27"/>
                  </a:cubicBezTo>
                  <a:cubicBezTo>
                    <a:pt x="1518" y="9"/>
                    <a:pt x="1487"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2"/>
            <p:cNvSpPr/>
            <p:nvPr/>
          </p:nvSpPr>
          <p:spPr>
            <a:xfrm>
              <a:off x="1578557" y="3940396"/>
              <a:ext cx="21675" cy="27122"/>
            </a:xfrm>
            <a:custGeom>
              <a:rect b="b" l="l" r="r" t="t"/>
              <a:pathLst>
                <a:path extrusionOk="0" h="1429" w="1142">
                  <a:moveTo>
                    <a:pt x="966" y="0"/>
                  </a:moveTo>
                  <a:cubicBezTo>
                    <a:pt x="917" y="0"/>
                    <a:pt x="869" y="23"/>
                    <a:pt x="838" y="66"/>
                  </a:cubicBezTo>
                  <a:lnTo>
                    <a:pt x="49" y="1183"/>
                  </a:lnTo>
                  <a:cubicBezTo>
                    <a:pt x="1" y="1253"/>
                    <a:pt x="18" y="1350"/>
                    <a:pt x="88" y="1400"/>
                  </a:cubicBezTo>
                  <a:cubicBezTo>
                    <a:pt x="114" y="1419"/>
                    <a:pt x="147" y="1429"/>
                    <a:pt x="177" y="1429"/>
                  </a:cubicBezTo>
                  <a:cubicBezTo>
                    <a:pt x="225" y="1429"/>
                    <a:pt x="274" y="1405"/>
                    <a:pt x="304" y="1362"/>
                  </a:cubicBezTo>
                  <a:lnTo>
                    <a:pt x="1091" y="244"/>
                  </a:lnTo>
                  <a:cubicBezTo>
                    <a:pt x="1141" y="174"/>
                    <a:pt x="1124" y="77"/>
                    <a:pt x="1054" y="27"/>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2"/>
            <p:cNvSpPr/>
            <p:nvPr/>
          </p:nvSpPr>
          <p:spPr>
            <a:xfrm>
              <a:off x="1590134" y="3948519"/>
              <a:ext cx="21694" cy="27141"/>
            </a:xfrm>
            <a:custGeom>
              <a:rect b="b" l="l" r="r" t="t"/>
              <a:pathLst>
                <a:path extrusionOk="0" h="1430" w="1143">
                  <a:moveTo>
                    <a:pt x="967" y="1"/>
                  </a:moveTo>
                  <a:cubicBezTo>
                    <a:pt x="918" y="1"/>
                    <a:pt x="869" y="23"/>
                    <a:pt x="838" y="66"/>
                  </a:cubicBezTo>
                  <a:lnTo>
                    <a:pt x="51" y="1184"/>
                  </a:lnTo>
                  <a:cubicBezTo>
                    <a:pt x="1" y="1254"/>
                    <a:pt x="20" y="1351"/>
                    <a:pt x="88" y="1401"/>
                  </a:cubicBezTo>
                  <a:cubicBezTo>
                    <a:pt x="115" y="1420"/>
                    <a:pt x="147" y="1430"/>
                    <a:pt x="178" y="1430"/>
                  </a:cubicBezTo>
                  <a:cubicBezTo>
                    <a:pt x="227" y="1430"/>
                    <a:pt x="274" y="1405"/>
                    <a:pt x="305" y="1362"/>
                  </a:cubicBezTo>
                  <a:lnTo>
                    <a:pt x="1093" y="245"/>
                  </a:lnTo>
                  <a:cubicBezTo>
                    <a:pt x="1143" y="175"/>
                    <a:pt x="1124" y="78"/>
                    <a:pt x="1055" y="28"/>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2"/>
            <p:cNvSpPr/>
            <p:nvPr/>
          </p:nvSpPr>
          <p:spPr>
            <a:xfrm>
              <a:off x="1641414" y="3971408"/>
              <a:ext cx="31013" cy="40370"/>
            </a:xfrm>
            <a:custGeom>
              <a:rect b="b" l="l" r="r" t="t"/>
              <a:pathLst>
                <a:path extrusionOk="0" h="2127" w="1634">
                  <a:moveTo>
                    <a:pt x="1458" y="1"/>
                  </a:moveTo>
                  <a:cubicBezTo>
                    <a:pt x="1409" y="1"/>
                    <a:pt x="1360" y="23"/>
                    <a:pt x="1330" y="65"/>
                  </a:cubicBezTo>
                  <a:lnTo>
                    <a:pt x="51" y="1882"/>
                  </a:lnTo>
                  <a:cubicBezTo>
                    <a:pt x="1" y="1952"/>
                    <a:pt x="19" y="2048"/>
                    <a:pt x="88" y="2098"/>
                  </a:cubicBezTo>
                  <a:cubicBezTo>
                    <a:pt x="115" y="2118"/>
                    <a:pt x="148" y="2127"/>
                    <a:pt x="178" y="2127"/>
                  </a:cubicBezTo>
                  <a:cubicBezTo>
                    <a:pt x="227" y="2127"/>
                    <a:pt x="275" y="2104"/>
                    <a:pt x="305" y="2061"/>
                  </a:cubicBezTo>
                  <a:lnTo>
                    <a:pt x="1584" y="244"/>
                  </a:lnTo>
                  <a:cubicBezTo>
                    <a:pt x="1634" y="175"/>
                    <a:pt x="1615" y="78"/>
                    <a:pt x="1547" y="28"/>
                  </a:cubicBezTo>
                  <a:cubicBezTo>
                    <a:pt x="1520" y="10"/>
                    <a:pt x="1489" y="1"/>
                    <a:pt x="1458"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2"/>
            <p:cNvSpPr/>
            <p:nvPr/>
          </p:nvSpPr>
          <p:spPr>
            <a:xfrm>
              <a:off x="1616059" y="3966796"/>
              <a:ext cx="21694" cy="27122"/>
            </a:xfrm>
            <a:custGeom>
              <a:rect b="b" l="l" r="r" t="t"/>
              <a:pathLst>
                <a:path extrusionOk="0" h="1429" w="1143">
                  <a:moveTo>
                    <a:pt x="966" y="1"/>
                  </a:moveTo>
                  <a:cubicBezTo>
                    <a:pt x="917" y="1"/>
                    <a:pt x="869" y="23"/>
                    <a:pt x="840" y="65"/>
                  </a:cubicBezTo>
                  <a:lnTo>
                    <a:pt x="51" y="1184"/>
                  </a:lnTo>
                  <a:cubicBezTo>
                    <a:pt x="1" y="1254"/>
                    <a:pt x="19" y="1350"/>
                    <a:pt x="89" y="1400"/>
                  </a:cubicBezTo>
                  <a:cubicBezTo>
                    <a:pt x="115" y="1420"/>
                    <a:pt x="148" y="1428"/>
                    <a:pt x="178" y="1428"/>
                  </a:cubicBezTo>
                  <a:cubicBezTo>
                    <a:pt x="227" y="1428"/>
                    <a:pt x="275" y="1405"/>
                    <a:pt x="305" y="1362"/>
                  </a:cubicBezTo>
                  <a:lnTo>
                    <a:pt x="1093" y="244"/>
                  </a:lnTo>
                  <a:cubicBezTo>
                    <a:pt x="1143" y="175"/>
                    <a:pt x="1125" y="78"/>
                    <a:pt x="1055"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2"/>
            <p:cNvSpPr/>
            <p:nvPr/>
          </p:nvSpPr>
          <p:spPr>
            <a:xfrm>
              <a:off x="1627655" y="3974938"/>
              <a:ext cx="21656" cy="27103"/>
            </a:xfrm>
            <a:custGeom>
              <a:rect b="b" l="l" r="r" t="t"/>
              <a:pathLst>
                <a:path extrusionOk="0" h="1428" w="1141">
                  <a:moveTo>
                    <a:pt x="964" y="1"/>
                  </a:moveTo>
                  <a:cubicBezTo>
                    <a:pt x="916" y="1"/>
                    <a:pt x="868" y="23"/>
                    <a:pt x="837" y="65"/>
                  </a:cubicBezTo>
                  <a:lnTo>
                    <a:pt x="50" y="1183"/>
                  </a:lnTo>
                  <a:cubicBezTo>
                    <a:pt x="0" y="1254"/>
                    <a:pt x="17" y="1349"/>
                    <a:pt x="87" y="1399"/>
                  </a:cubicBezTo>
                  <a:cubicBezTo>
                    <a:pt x="114" y="1419"/>
                    <a:pt x="146" y="1428"/>
                    <a:pt x="176" y="1428"/>
                  </a:cubicBezTo>
                  <a:cubicBezTo>
                    <a:pt x="224" y="1428"/>
                    <a:pt x="273" y="1406"/>
                    <a:pt x="303" y="1362"/>
                  </a:cubicBezTo>
                  <a:lnTo>
                    <a:pt x="1090" y="243"/>
                  </a:lnTo>
                  <a:cubicBezTo>
                    <a:pt x="1140" y="175"/>
                    <a:pt x="1123" y="78"/>
                    <a:pt x="1053" y="28"/>
                  </a:cubicBezTo>
                  <a:cubicBezTo>
                    <a:pt x="1026" y="9"/>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2"/>
            <p:cNvSpPr/>
            <p:nvPr/>
          </p:nvSpPr>
          <p:spPr>
            <a:xfrm>
              <a:off x="1678916" y="3997807"/>
              <a:ext cx="30994" cy="40389"/>
            </a:xfrm>
            <a:custGeom>
              <a:rect b="b" l="l" r="r" t="t"/>
              <a:pathLst>
                <a:path extrusionOk="0" h="2128" w="1633">
                  <a:moveTo>
                    <a:pt x="1456" y="0"/>
                  </a:moveTo>
                  <a:cubicBezTo>
                    <a:pt x="1408" y="0"/>
                    <a:pt x="1360" y="23"/>
                    <a:pt x="1330" y="66"/>
                  </a:cubicBezTo>
                  <a:lnTo>
                    <a:pt x="51" y="1883"/>
                  </a:lnTo>
                  <a:cubicBezTo>
                    <a:pt x="1" y="1952"/>
                    <a:pt x="18" y="2049"/>
                    <a:pt x="88" y="2099"/>
                  </a:cubicBezTo>
                  <a:cubicBezTo>
                    <a:pt x="115" y="2119"/>
                    <a:pt x="147" y="2127"/>
                    <a:pt x="178" y="2127"/>
                  </a:cubicBezTo>
                  <a:cubicBezTo>
                    <a:pt x="228" y="2127"/>
                    <a:pt x="274" y="2103"/>
                    <a:pt x="304" y="2062"/>
                  </a:cubicBezTo>
                  <a:lnTo>
                    <a:pt x="1583" y="244"/>
                  </a:lnTo>
                  <a:cubicBezTo>
                    <a:pt x="1633" y="174"/>
                    <a:pt x="1615" y="79"/>
                    <a:pt x="1545" y="29"/>
                  </a:cubicBezTo>
                  <a:cubicBezTo>
                    <a:pt x="1518" y="10"/>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2"/>
            <p:cNvSpPr/>
            <p:nvPr/>
          </p:nvSpPr>
          <p:spPr>
            <a:xfrm>
              <a:off x="1653561" y="3993195"/>
              <a:ext cx="21694" cy="27122"/>
            </a:xfrm>
            <a:custGeom>
              <a:rect b="b" l="l" r="r" t="t"/>
              <a:pathLst>
                <a:path extrusionOk="0" h="1429" w="1143">
                  <a:moveTo>
                    <a:pt x="965" y="1"/>
                  </a:moveTo>
                  <a:cubicBezTo>
                    <a:pt x="917" y="1"/>
                    <a:pt x="869" y="23"/>
                    <a:pt x="838" y="66"/>
                  </a:cubicBezTo>
                  <a:lnTo>
                    <a:pt x="51" y="1185"/>
                  </a:lnTo>
                  <a:cubicBezTo>
                    <a:pt x="1" y="1253"/>
                    <a:pt x="18" y="1350"/>
                    <a:pt x="88" y="1400"/>
                  </a:cubicBezTo>
                  <a:cubicBezTo>
                    <a:pt x="115" y="1420"/>
                    <a:pt x="147" y="1429"/>
                    <a:pt x="178" y="1429"/>
                  </a:cubicBezTo>
                  <a:cubicBezTo>
                    <a:pt x="225" y="1429"/>
                    <a:pt x="274" y="1406"/>
                    <a:pt x="304" y="1363"/>
                  </a:cubicBezTo>
                  <a:lnTo>
                    <a:pt x="1093" y="244"/>
                  </a:lnTo>
                  <a:cubicBezTo>
                    <a:pt x="1143" y="174"/>
                    <a:pt x="1124" y="79"/>
                    <a:pt x="1054"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2"/>
            <p:cNvSpPr/>
            <p:nvPr/>
          </p:nvSpPr>
          <p:spPr>
            <a:xfrm>
              <a:off x="1665157" y="4001375"/>
              <a:ext cx="21675" cy="27103"/>
            </a:xfrm>
            <a:custGeom>
              <a:rect b="b" l="l" r="r" t="t"/>
              <a:pathLst>
                <a:path extrusionOk="0" h="1428" w="1142">
                  <a:moveTo>
                    <a:pt x="965" y="1"/>
                  </a:moveTo>
                  <a:cubicBezTo>
                    <a:pt x="916" y="1"/>
                    <a:pt x="868" y="23"/>
                    <a:pt x="837" y="65"/>
                  </a:cubicBezTo>
                  <a:lnTo>
                    <a:pt x="50" y="1184"/>
                  </a:lnTo>
                  <a:cubicBezTo>
                    <a:pt x="0" y="1254"/>
                    <a:pt x="19" y="1349"/>
                    <a:pt x="87" y="1399"/>
                  </a:cubicBezTo>
                  <a:cubicBezTo>
                    <a:pt x="114" y="1419"/>
                    <a:pt x="147" y="1428"/>
                    <a:pt x="177" y="1428"/>
                  </a:cubicBezTo>
                  <a:cubicBezTo>
                    <a:pt x="226" y="1428"/>
                    <a:pt x="274" y="1405"/>
                    <a:pt x="304" y="1362"/>
                  </a:cubicBezTo>
                  <a:lnTo>
                    <a:pt x="1092" y="243"/>
                  </a:lnTo>
                  <a:cubicBezTo>
                    <a:pt x="1142" y="175"/>
                    <a:pt x="1123" y="78"/>
                    <a:pt x="1055" y="28"/>
                  </a:cubicBezTo>
                  <a:cubicBezTo>
                    <a:pt x="1027" y="9"/>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2"/>
            <p:cNvSpPr/>
            <p:nvPr/>
          </p:nvSpPr>
          <p:spPr>
            <a:xfrm>
              <a:off x="1716457" y="4024245"/>
              <a:ext cx="30994" cy="40370"/>
            </a:xfrm>
            <a:custGeom>
              <a:rect b="b" l="l" r="r" t="t"/>
              <a:pathLst>
                <a:path extrusionOk="0" h="2127" w="1633">
                  <a:moveTo>
                    <a:pt x="1456" y="1"/>
                  </a:moveTo>
                  <a:cubicBezTo>
                    <a:pt x="1407" y="1"/>
                    <a:pt x="1360" y="23"/>
                    <a:pt x="1329" y="66"/>
                  </a:cubicBezTo>
                  <a:lnTo>
                    <a:pt x="50" y="1880"/>
                  </a:lnTo>
                  <a:cubicBezTo>
                    <a:pt x="0" y="1950"/>
                    <a:pt x="18" y="2048"/>
                    <a:pt x="88" y="2098"/>
                  </a:cubicBezTo>
                  <a:cubicBezTo>
                    <a:pt x="115" y="2116"/>
                    <a:pt x="146" y="2126"/>
                    <a:pt x="176" y="2126"/>
                  </a:cubicBezTo>
                  <a:cubicBezTo>
                    <a:pt x="225" y="2126"/>
                    <a:pt x="273" y="2102"/>
                    <a:pt x="303" y="2059"/>
                  </a:cubicBezTo>
                  <a:lnTo>
                    <a:pt x="1582" y="244"/>
                  </a:lnTo>
                  <a:cubicBezTo>
                    <a:pt x="1632" y="174"/>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2"/>
            <p:cNvSpPr/>
            <p:nvPr/>
          </p:nvSpPr>
          <p:spPr>
            <a:xfrm>
              <a:off x="1691044" y="4019614"/>
              <a:ext cx="21694" cy="27122"/>
            </a:xfrm>
            <a:custGeom>
              <a:rect b="b" l="l" r="r" t="t"/>
              <a:pathLst>
                <a:path extrusionOk="0" h="1429" w="1143">
                  <a:moveTo>
                    <a:pt x="966" y="0"/>
                  </a:moveTo>
                  <a:cubicBezTo>
                    <a:pt x="917" y="0"/>
                    <a:pt x="870" y="23"/>
                    <a:pt x="839" y="65"/>
                  </a:cubicBezTo>
                  <a:lnTo>
                    <a:pt x="51" y="1183"/>
                  </a:lnTo>
                  <a:cubicBezTo>
                    <a:pt x="1" y="1253"/>
                    <a:pt x="19" y="1350"/>
                    <a:pt x="89" y="1400"/>
                  </a:cubicBezTo>
                  <a:cubicBezTo>
                    <a:pt x="115" y="1419"/>
                    <a:pt x="148" y="1429"/>
                    <a:pt x="178" y="1429"/>
                  </a:cubicBezTo>
                  <a:cubicBezTo>
                    <a:pt x="228" y="1429"/>
                    <a:pt x="275" y="1406"/>
                    <a:pt x="305" y="1361"/>
                  </a:cubicBezTo>
                  <a:lnTo>
                    <a:pt x="1092" y="244"/>
                  </a:lnTo>
                  <a:cubicBezTo>
                    <a:pt x="1142" y="174"/>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2"/>
            <p:cNvSpPr/>
            <p:nvPr/>
          </p:nvSpPr>
          <p:spPr>
            <a:xfrm>
              <a:off x="1702659" y="4027775"/>
              <a:ext cx="21675" cy="27122"/>
            </a:xfrm>
            <a:custGeom>
              <a:rect b="b" l="l" r="r" t="t"/>
              <a:pathLst>
                <a:path extrusionOk="0" h="1429" w="1142">
                  <a:moveTo>
                    <a:pt x="965" y="0"/>
                  </a:moveTo>
                  <a:cubicBezTo>
                    <a:pt x="916" y="0"/>
                    <a:pt x="868" y="23"/>
                    <a:pt x="837" y="66"/>
                  </a:cubicBezTo>
                  <a:lnTo>
                    <a:pt x="50" y="1184"/>
                  </a:lnTo>
                  <a:cubicBezTo>
                    <a:pt x="0" y="1253"/>
                    <a:pt x="17" y="1350"/>
                    <a:pt x="87" y="1400"/>
                  </a:cubicBezTo>
                  <a:cubicBezTo>
                    <a:pt x="114" y="1420"/>
                    <a:pt x="146" y="1429"/>
                    <a:pt x="177" y="1429"/>
                  </a:cubicBezTo>
                  <a:cubicBezTo>
                    <a:pt x="224" y="1429"/>
                    <a:pt x="273" y="1406"/>
                    <a:pt x="303" y="1363"/>
                  </a:cubicBezTo>
                  <a:lnTo>
                    <a:pt x="1092" y="244"/>
                  </a:lnTo>
                  <a:cubicBezTo>
                    <a:pt x="1142" y="174"/>
                    <a:pt x="1123" y="78"/>
                    <a:pt x="1053" y="28"/>
                  </a:cubicBezTo>
                  <a:cubicBezTo>
                    <a:pt x="1026" y="9"/>
                    <a:pt x="995"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2"/>
            <p:cNvSpPr/>
            <p:nvPr/>
          </p:nvSpPr>
          <p:spPr>
            <a:xfrm>
              <a:off x="1450981" y="3663799"/>
              <a:ext cx="24769" cy="31526"/>
            </a:xfrm>
            <a:custGeom>
              <a:rect b="b" l="l" r="r" t="t"/>
              <a:pathLst>
                <a:path extrusionOk="0" h="1661" w="1305">
                  <a:moveTo>
                    <a:pt x="1129" y="0"/>
                  </a:moveTo>
                  <a:cubicBezTo>
                    <a:pt x="1081" y="0"/>
                    <a:pt x="1033" y="23"/>
                    <a:pt x="1002" y="66"/>
                  </a:cubicBezTo>
                  <a:lnTo>
                    <a:pt x="49" y="1416"/>
                  </a:lnTo>
                  <a:cubicBezTo>
                    <a:pt x="0" y="1485"/>
                    <a:pt x="17" y="1582"/>
                    <a:pt x="87" y="1632"/>
                  </a:cubicBezTo>
                  <a:cubicBezTo>
                    <a:pt x="114" y="1652"/>
                    <a:pt x="146" y="1660"/>
                    <a:pt x="176" y="1660"/>
                  </a:cubicBezTo>
                  <a:cubicBezTo>
                    <a:pt x="225" y="1660"/>
                    <a:pt x="273" y="1638"/>
                    <a:pt x="303" y="1595"/>
                  </a:cubicBezTo>
                  <a:lnTo>
                    <a:pt x="1255" y="244"/>
                  </a:lnTo>
                  <a:cubicBezTo>
                    <a:pt x="1305" y="174"/>
                    <a:pt x="1288" y="77"/>
                    <a:pt x="1218" y="27"/>
                  </a:cubicBezTo>
                  <a:cubicBezTo>
                    <a:pt x="1191" y="9"/>
                    <a:pt x="1160" y="0"/>
                    <a:pt x="1129"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2"/>
            <p:cNvSpPr/>
            <p:nvPr/>
          </p:nvSpPr>
          <p:spPr>
            <a:xfrm>
              <a:off x="1447147" y="3667557"/>
              <a:ext cx="32399" cy="23972"/>
            </a:xfrm>
            <a:custGeom>
              <a:rect b="b" l="l" r="r" t="t"/>
              <a:pathLst>
                <a:path extrusionOk="0" h="1263" w="1707">
                  <a:moveTo>
                    <a:pt x="179" y="1"/>
                  </a:moveTo>
                  <a:cubicBezTo>
                    <a:pt x="130" y="1"/>
                    <a:pt x="81" y="23"/>
                    <a:pt x="51" y="66"/>
                  </a:cubicBezTo>
                  <a:cubicBezTo>
                    <a:pt x="1" y="135"/>
                    <a:pt x="19" y="232"/>
                    <a:pt x="89" y="282"/>
                  </a:cubicBezTo>
                  <a:lnTo>
                    <a:pt x="1441" y="1234"/>
                  </a:lnTo>
                  <a:cubicBezTo>
                    <a:pt x="1468" y="1254"/>
                    <a:pt x="1500" y="1262"/>
                    <a:pt x="1531" y="1262"/>
                  </a:cubicBezTo>
                  <a:cubicBezTo>
                    <a:pt x="1578" y="1262"/>
                    <a:pt x="1627" y="1239"/>
                    <a:pt x="1657" y="1197"/>
                  </a:cubicBezTo>
                  <a:cubicBezTo>
                    <a:pt x="1707" y="1127"/>
                    <a:pt x="1690" y="1029"/>
                    <a:pt x="1620" y="979"/>
                  </a:cubicBezTo>
                  <a:lnTo>
                    <a:pt x="268" y="28"/>
                  </a:lnTo>
                  <a:cubicBezTo>
                    <a:pt x="241" y="10"/>
                    <a:pt x="210" y="1"/>
                    <a:pt x="179"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 name="Google Shape;1726;p42"/>
          <p:cNvGrpSpPr/>
          <p:nvPr/>
        </p:nvGrpSpPr>
        <p:grpSpPr>
          <a:xfrm>
            <a:off x="7682450" y="1228850"/>
            <a:ext cx="373125" cy="345125"/>
            <a:chOff x="7682450" y="1228850"/>
            <a:chExt cx="373125" cy="345125"/>
          </a:xfrm>
        </p:grpSpPr>
        <p:sp>
          <p:nvSpPr>
            <p:cNvPr id="1727" name="Google Shape;1727;p42"/>
            <p:cNvSpPr/>
            <p:nvPr/>
          </p:nvSpPr>
          <p:spPr>
            <a:xfrm>
              <a:off x="7682450" y="1233250"/>
              <a:ext cx="348950" cy="339000"/>
            </a:xfrm>
            <a:custGeom>
              <a:rect b="b" l="l" r="r" t="t"/>
              <a:pathLst>
                <a:path extrusionOk="0" h="13560" w="13958">
                  <a:moveTo>
                    <a:pt x="6643" y="0"/>
                  </a:moveTo>
                  <a:lnTo>
                    <a:pt x="4775" y="4514"/>
                  </a:lnTo>
                  <a:lnTo>
                    <a:pt x="0" y="5533"/>
                  </a:lnTo>
                  <a:lnTo>
                    <a:pt x="3714" y="8705"/>
                  </a:lnTo>
                  <a:lnTo>
                    <a:pt x="3207" y="13560"/>
                  </a:lnTo>
                  <a:lnTo>
                    <a:pt x="3207" y="13560"/>
                  </a:lnTo>
                  <a:lnTo>
                    <a:pt x="7370" y="11008"/>
                  </a:lnTo>
                  <a:lnTo>
                    <a:pt x="11834" y="12991"/>
                  </a:lnTo>
                  <a:lnTo>
                    <a:pt x="10692" y="8242"/>
                  </a:lnTo>
                  <a:lnTo>
                    <a:pt x="13957" y="4611"/>
                  </a:lnTo>
                  <a:lnTo>
                    <a:pt x="9088" y="4228"/>
                  </a:lnTo>
                  <a:lnTo>
                    <a:pt x="664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2"/>
            <p:cNvSpPr/>
            <p:nvPr/>
          </p:nvSpPr>
          <p:spPr>
            <a:xfrm>
              <a:off x="7700100" y="1228850"/>
              <a:ext cx="355475" cy="345125"/>
            </a:xfrm>
            <a:custGeom>
              <a:rect b="b" l="l" r="r" t="t"/>
              <a:pathLst>
                <a:path extrusionOk="0" h="13805" w="14219">
                  <a:moveTo>
                    <a:pt x="6786" y="398"/>
                  </a:moveTo>
                  <a:lnTo>
                    <a:pt x="9108" y="4411"/>
                  </a:lnTo>
                  <a:cubicBezTo>
                    <a:pt x="9128" y="4447"/>
                    <a:pt x="9165" y="4469"/>
                    <a:pt x="9203" y="4473"/>
                  </a:cubicBezTo>
                  <a:lnTo>
                    <a:pt x="13825" y="4834"/>
                  </a:lnTo>
                  <a:lnTo>
                    <a:pt x="10728" y="8282"/>
                  </a:lnTo>
                  <a:cubicBezTo>
                    <a:pt x="10699" y="8312"/>
                    <a:pt x="10689" y="8354"/>
                    <a:pt x="10699" y="8392"/>
                  </a:cubicBezTo>
                  <a:lnTo>
                    <a:pt x="11782" y="12900"/>
                  </a:lnTo>
                  <a:lnTo>
                    <a:pt x="7546" y="11018"/>
                  </a:lnTo>
                  <a:cubicBezTo>
                    <a:pt x="7530" y="11011"/>
                    <a:pt x="7513" y="11008"/>
                    <a:pt x="7496" y="11008"/>
                  </a:cubicBezTo>
                  <a:cubicBezTo>
                    <a:pt x="7474" y="11008"/>
                    <a:pt x="7453" y="11013"/>
                    <a:pt x="7434" y="11025"/>
                  </a:cubicBezTo>
                  <a:lnTo>
                    <a:pt x="3481" y="13449"/>
                  </a:lnTo>
                  <a:lnTo>
                    <a:pt x="3481" y="13449"/>
                  </a:lnTo>
                  <a:lnTo>
                    <a:pt x="3962" y="8838"/>
                  </a:lnTo>
                  <a:cubicBezTo>
                    <a:pt x="3965" y="8798"/>
                    <a:pt x="3949" y="8756"/>
                    <a:pt x="3919" y="8732"/>
                  </a:cubicBezTo>
                  <a:lnTo>
                    <a:pt x="393" y="5720"/>
                  </a:lnTo>
                  <a:lnTo>
                    <a:pt x="4924" y="4754"/>
                  </a:lnTo>
                  <a:cubicBezTo>
                    <a:pt x="4964" y="4746"/>
                    <a:pt x="4995" y="4719"/>
                    <a:pt x="5012" y="4681"/>
                  </a:cubicBezTo>
                  <a:lnTo>
                    <a:pt x="6786" y="398"/>
                  </a:lnTo>
                  <a:close/>
                  <a:moveTo>
                    <a:pt x="6777" y="0"/>
                  </a:moveTo>
                  <a:cubicBezTo>
                    <a:pt x="6773" y="0"/>
                    <a:pt x="6769" y="0"/>
                    <a:pt x="6766" y="1"/>
                  </a:cubicBezTo>
                  <a:cubicBezTo>
                    <a:pt x="6720" y="3"/>
                    <a:pt x="6678" y="32"/>
                    <a:pt x="6660" y="75"/>
                  </a:cubicBezTo>
                  <a:lnTo>
                    <a:pt x="4817" y="4527"/>
                  </a:lnTo>
                  <a:lnTo>
                    <a:pt x="104" y="5533"/>
                  </a:lnTo>
                  <a:cubicBezTo>
                    <a:pt x="59" y="5542"/>
                    <a:pt x="22" y="5577"/>
                    <a:pt x="12" y="5623"/>
                  </a:cubicBezTo>
                  <a:cubicBezTo>
                    <a:pt x="0" y="5669"/>
                    <a:pt x="14" y="5716"/>
                    <a:pt x="50" y="5746"/>
                  </a:cubicBezTo>
                  <a:lnTo>
                    <a:pt x="3715" y="8875"/>
                  </a:lnTo>
                  <a:lnTo>
                    <a:pt x="3215" y="13669"/>
                  </a:lnTo>
                  <a:cubicBezTo>
                    <a:pt x="3209" y="13714"/>
                    <a:pt x="3231" y="13760"/>
                    <a:pt x="3271" y="13784"/>
                  </a:cubicBezTo>
                  <a:cubicBezTo>
                    <a:pt x="3291" y="13797"/>
                    <a:pt x="3311" y="13804"/>
                    <a:pt x="3335" y="13804"/>
                  </a:cubicBezTo>
                  <a:cubicBezTo>
                    <a:pt x="3356" y="13804"/>
                    <a:pt x="3378" y="13797"/>
                    <a:pt x="3399" y="13784"/>
                  </a:cubicBezTo>
                  <a:lnTo>
                    <a:pt x="7507" y="11267"/>
                  </a:lnTo>
                  <a:lnTo>
                    <a:pt x="11914" y="13224"/>
                  </a:lnTo>
                  <a:cubicBezTo>
                    <a:pt x="11929" y="13231"/>
                    <a:pt x="11945" y="13234"/>
                    <a:pt x="11961" y="13234"/>
                  </a:cubicBezTo>
                  <a:cubicBezTo>
                    <a:pt x="11989" y="13234"/>
                    <a:pt x="12017" y="13225"/>
                    <a:pt x="12039" y="13206"/>
                  </a:cubicBezTo>
                  <a:cubicBezTo>
                    <a:pt x="12075" y="13177"/>
                    <a:pt x="12092" y="13129"/>
                    <a:pt x="12081" y="13084"/>
                  </a:cubicBezTo>
                  <a:lnTo>
                    <a:pt x="10956" y="8398"/>
                  </a:lnTo>
                  <a:lnTo>
                    <a:pt x="14178" y="4813"/>
                  </a:lnTo>
                  <a:cubicBezTo>
                    <a:pt x="14210" y="4780"/>
                    <a:pt x="14218" y="4730"/>
                    <a:pt x="14201" y="4687"/>
                  </a:cubicBezTo>
                  <a:cubicBezTo>
                    <a:pt x="14183" y="4644"/>
                    <a:pt x="14144" y="4613"/>
                    <a:pt x="14097" y="4610"/>
                  </a:cubicBezTo>
                  <a:lnTo>
                    <a:pt x="9293" y="4233"/>
                  </a:lnTo>
                  <a:lnTo>
                    <a:pt x="6880" y="61"/>
                  </a:lnTo>
                  <a:cubicBezTo>
                    <a:pt x="6859" y="25"/>
                    <a:pt x="6823" y="0"/>
                    <a:pt x="677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2" name="Shape 1732"/>
        <p:cNvGrpSpPr/>
        <p:nvPr/>
      </p:nvGrpSpPr>
      <p:grpSpPr>
        <a:xfrm>
          <a:off x="0" y="0"/>
          <a:ext cx="0" cy="0"/>
          <a:chOff x="0" y="0"/>
          <a:chExt cx="0" cy="0"/>
        </a:xfrm>
      </p:grpSpPr>
      <p:sp>
        <p:nvSpPr>
          <p:cNvPr id="1733" name="Google Shape;1733;p43"/>
          <p:cNvSpPr/>
          <p:nvPr/>
        </p:nvSpPr>
        <p:spPr>
          <a:xfrm>
            <a:off x="4029777" y="751624"/>
            <a:ext cx="1084500" cy="10845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47625">
              <a:schemeClr val="accent6"/>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3"/>
          <p:cNvSpPr txBox="1"/>
          <p:nvPr>
            <p:ph type="title"/>
          </p:nvPr>
        </p:nvSpPr>
        <p:spPr>
          <a:xfrm>
            <a:off x="2391888" y="2228650"/>
            <a:ext cx="4360200" cy="211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rPr>
              <a:t>iNTROducing</a:t>
            </a:r>
            <a:r>
              <a:rPr lang="en"/>
              <a:t> ourselves</a:t>
            </a:r>
            <a:endParaRPr/>
          </a:p>
        </p:txBody>
      </p:sp>
      <p:sp>
        <p:nvSpPr>
          <p:cNvPr id="1735" name="Google Shape;1735;p43"/>
          <p:cNvSpPr txBox="1"/>
          <p:nvPr>
            <p:ph idx="2" type="title"/>
          </p:nvPr>
        </p:nvSpPr>
        <p:spPr>
          <a:xfrm>
            <a:off x="3664200" y="872975"/>
            <a:ext cx="18156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736" name="Google Shape;1736;p43"/>
          <p:cNvSpPr txBox="1"/>
          <p:nvPr>
            <p:ph idx="1" type="subTitle"/>
          </p:nvPr>
        </p:nvSpPr>
        <p:spPr>
          <a:xfrm>
            <a:off x="2391913" y="4083900"/>
            <a:ext cx="4360200" cy="443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Here you can describe the content of the section</a:t>
            </a:r>
            <a:endParaRPr/>
          </a:p>
        </p:txBody>
      </p:sp>
      <p:cxnSp>
        <p:nvCxnSpPr>
          <p:cNvPr id="1737" name="Google Shape;1737;p43"/>
          <p:cNvCxnSpPr>
            <a:stCxn id="1733" idx="4"/>
            <a:endCxn id="1734" idx="0"/>
          </p:cNvCxnSpPr>
          <p:nvPr/>
        </p:nvCxnSpPr>
        <p:spPr>
          <a:xfrm>
            <a:off x="4572027" y="1836124"/>
            <a:ext cx="0" cy="392400"/>
          </a:xfrm>
          <a:prstGeom prst="straightConnector1">
            <a:avLst/>
          </a:prstGeom>
          <a:noFill/>
          <a:ln cap="flat" cmpd="sng" w="9525">
            <a:solidFill>
              <a:srgbClr val="000000"/>
            </a:solidFill>
            <a:prstDash val="solid"/>
            <a:round/>
            <a:headEnd len="med" w="med" type="none"/>
            <a:tailEnd len="med" w="med" type="none"/>
          </a:ln>
        </p:spPr>
      </p:cxnSp>
      <p:grpSp>
        <p:nvGrpSpPr>
          <p:cNvPr id="1738" name="Google Shape;1738;p43"/>
          <p:cNvGrpSpPr/>
          <p:nvPr/>
        </p:nvGrpSpPr>
        <p:grpSpPr>
          <a:xfrm>
            <a:off x="2106748" y="751622"/>
            <a:ext cx="1165483" cy="1003630"/>
            <a:chOff x="2106748" y="751622"/>
            <a:chExt cx="1165483" cy="1003630"/>
          </a:xfrm>
        </p:grpSpPr>
        <p:sp>
          <p:nvSpPr>
            <p:cNvPr id="1739" name="Google Shape;1739;p43"/>
            <p:cNvSpPr/>
            <p:nvPr/>
          </p:nvSpPr>
          <p:spPr>
            <a:xfrm rot="-451723">
              <a:off x="2198405" y="781704"/>
              <a:ext cx="22066" cy="970362"/>
            </a:xfrm>
            <a:custGeom>
              <a:rect b="b" l="l" r="r" t="t"/>
              <a:pathLst>
                <a:path extrusionOk="0" h="46614" w="1060">
                  <a:moveTo>
                    <a:pt x="532" y="0"/>
                  </a:moveTo>
                  <a:cubicBezTo>
                    <a:pt x="335" y="0"/>
                    <a:pt x="138" y="127"/>
                    <a:pt x="136" y="381"/>
                  </a:cubicBezTo>
                  <a:cubicBezTo>
                    <a:pt x="0" y="15664"/>
                    <a:pt x="272" y="30950"/>
                    <a:pt x="136" y="46233"/>
                  </a:cubicBezTo>
                  <a:cubicBezTo>
                    <a:pt x="133" y="46487"/>
                    <a:pt x="329" y="46614"/>
                    <a:pt x="526" y="46614"/>
                  </a:cubicBezTo>
                  <a:cubicBezTo>
                    <a:pt x="723" y="46614"/>
                    <a:pt x="921" y="46487"/>
                    <a:pt x="923" y="46233"/>
                  </a:cubicBezTo>
                  <a:cubicBezTo>
                    <a:pt x="1059" y="30950"/>
                    <a:pt x="787" y="15664"/>
                    <a:pt x="923" y="381"/>
                  </a:cubicBezTo>
                  <a:cubicBezTo>
                    <a:pt x="925" y="127"/>
                    <a:pt x="728" y="0"/>
                    <a:pt x="53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3"/>
            <p:cNvSpPr/>
            <p:nvPr/>
          </p:nvSpPr>
          <p:spPr>
            <a:xfrm rot="-451723">
              <a:off x="2257437" y="1666465"/>
              <a:ext cx="1017387" cy="22233"/>
            </a:xfrm>
            <a:custGeom>
              <a:rect b="b" l="l" r="r" t="t"/>
              <a:pathLst>
                <a:path extrusionOk="0" h="1068" w="48873">
                  <a:moveTo>
                    <a:pt x="506" y="0"/>
                  </a:moveTo>
                  <a:cubicBezTo>
                    <a:pt x="1" y="0"/>
                    <a:pt x="0" y="788"/>
                    <a:pt x="508" y="788"/>
                  </a:cubicBezTo>
                  <a:cubicBezTo>
                    <a:pt x="11236" y="814"/>
                    <a:pt x="21996" y="1068"/>
                    <a:pt x="32742" y="1068"/>
                  </a:cubicBezTo>
                  <a:cubicBezTo>
                    <a:pt x="37954" y="1068"/>
                    <a:pt x="43163" y="1008"/>
                    <a:pt x="48364" y="833"/>
                  </a:cubicBezTo>
                  <a:cubicBezTo>
                    <a:pt x="48864" y="818"/>
                    <a:pt x="48872" y="46"/>
                    <a:pt x="48380" y="46"/>
                  </a:cubicBezTo>
                  <a:cubicBezTo>
                    <a:pt x="48375" y="46"/>
                    <a:pt x="48369" y="46"/>
                    <a:pt x="48364" y="46"/>
                  </a:cubicBezTo>
                  <a:cubicBezTo>
                    <a:pt x="43163" y="220"/>
                    <a:pt x="37954" y="280"/>
                    <a:pt x="32742" y="280"/>
                  </a:cubicBezTo>
                  <a:cubicBezTo>
                    <a:pt x="21995" y="280"/>
                    <a:pt x="11234" y="26"/>
                    <a:pt x="508" y="0"/>
                  </a:cubicBezTo>
                  <a:cubicBezTo>
                    <a:pt x="507" y="0"/>
                    <a:pt x="507" y="0"/>
                    <a:pt x="50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3"/>
            <p:cNvSpPr/>
            <p:nvPr/>
          </p:nvSpPr>
          <p:spPr>
            <a:xfrm rot="-451723">
              <a:off x="2204830" y="806288"/>
              <a:ext cx="892215" cy="877976"/>
            </a:xfrm>
            <a:custGeom>
              <a:rect b="b" l="l" r="r" t="t"/>
              <a:pathLst>
                <a:path extrusionOk="0" h="42176" w="42860">
                  <a:moveTo>
                    <a:pt x="42283" y="0"/>
                  </a:moveTo>
                  <a:cubicBezTo>
                    <a:pt x="42194" y="0"/>
                    <a:pt x="42102" y="33"/>
                    <a:pt x="42020" y="113"/>
                  </a:cubicBezTo>
                  <a:cubicBezTo>
                    <a:pt x="27938" y="13728"/>
                    <a:pt x="13502" y="27041"/>
                    <a:pt x="262" y="41494"/>
                  </a:cubicBezTo>
                  <a:cubicBezTo>
                    <a:pt x="0" y="41781"/>
                    <a:pt x="264" y="42176"/>
                    <a:pt x="557" y="42176"/>
                  </a:cubicBezTo>
                  <a:cubicBezTo>
                    <a:pt x="646" y="42176"/>
                    <a:pt x="738" y="42139"/>
                    <a:pt x="819" y="42051"/>
                  </a:cubicBezTo>
                  <a:cubicBezTo>
                    <a:pt x="14058" y="27598"/>
                    <a:pt x="28493" y="14285"/>
                    <a:pt x="42577" y="669"/>
                  </a:cubicBezTo>
                  <a:cubicBezTo>
                    <a:pt x="42860" y="395"/>
                    <a:pt x="42589" y="0"/>
                    <a:pt x="422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3"/>
            <p:cNvSpPr/>
            <p:nvPr/>
          </p:nvSpPr>
          <p:spPr>
            <a:xfrm rot="-451723">
              <a:off x="2927522" y="940328"/>
              <a:ext cx="16404" cy="67655"/>
            </a:xfrm>
            <a:custGeom>
              <a:rect b="b" l="l" r="r" t="t"/>
              <a:pathLst>
                <a:path extrusionOk="0" h="3250" w="788">
                  <a:moveTo>
                    <a:pt x="394" y="0"/>
                  </a:moveTo>
                  <a:cubicBezTo>
                    <a:pt x="197" y="0"/>
                    <a:pt x="0" y="128"/>
                    <a:pt x="0" y="382"/>
                  </a:cubicBezTo>
                  <a:lnTo>
                    <a:pt x="0" y="2870"/>
                  </a:lnTo>
                  <a:cubicBezTo>
                    <a:pt x="0" y="3123"/>
                    <a:pt x="197" y="3250"/>
                    <a:pt x="395" y="3250"/>
                  </a:cubicBezTo>
                  <a:cubicBezTo>
                    <a:pt x="591" y="3250"/>
                    <a:pt x="787" y="3123"/>
                    <a:pt x="787" y="2870"/>
                  </a:cubicBezTo>
                  <a:lnTo>
                    <a:pt x="787" y="382"/>
                  </a:lnTo>
                  <a:cubicBezTo>
                    <a:pt x="787" y="128"/>
                    <a:pt x="591" y="0"/>
                    <a:pt x="39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3"/>
            <p:cNvSpPr/>
            <p:nvPr/>
          </p:nvSpPr>
          <p:spPr>
            <a:xfrm rot="-451723">
              <a:off x="2940408" y="1037855"/>
              <a:ext cx="16404" cy="67655"/>
            </a:xfrm>
            <a:custGeom>
              <a:rect b="b" l="l" r="r" t="t"/>
              <a:pathLst>
                <a:path extrusionOk="0" h="3250" w="788">
                  <a:moveTo>
                    <a:pt x="393" y="0"/>
                  </a:moveTo>
                  <a:cubicBezTo>
                    <a:pt x="197" y="0"/>
                    <a:pt x="0" y="127"/>
                    <a:pt x="0" y="381"/>
                  </a:cubicBezTo>
                  <a:lnTo>
                    <a:pt x="0" y="2869"/>
                  </a:lnTo>
                  <a:cubicBezTo>
                    <a:pt x="0" y="3123"/>
                    <a:pt x="197" y="3250"/>
                    <a:pt x="394" y="3250"/>
                  </a:cubicBezTo>
                  <a:cubicBezTo>
                    <a:pt x="591" y="3250"/>
                    <a:pt x="787" y="3123"/>
                    <a:pt x="787" y="2869"/>
                  </a:cubicBezTo>
                  <a:lnTo>
                    <a:pt x="787" y="381"/>
                  </a:lnTo>
                  <a:cubicBezTo>
                    <a:pt x="787" y="128"/>
                    <a:pt x="590" y="0"/>
                    <a:pt x="3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3"/>
            <p:cNvSpPr/>
            <p:nvPr/>
          </p:nvSpPr>
          <p:spPr>
            <a:xfrm rot="-451723">
              <a:off x="2953293" y="1135381"/>
              <a:ext cx="16404" cy="67655"/>
            </a:xfrm>
            <a:custGeom>
              <a:rect b="b" l="l" r="r" t="t"/>
              <a:pathLst>
                <a:path extrusionOk="0" h="3250" w="788">
                  <a:moveTo>
                    <a:pt x="393" y="1"/>
                  </a:moveTo>
                  <a:cubicBezTo>
                    <a:pt x="196" y="1"/>
                    <a:pt x="0" y="128"/>
                    <a:pt x="0" y="382"/>
                  </a:cubicBezTo>
                  <a:lnTo>
                    <a:pt x="0" y="2869"/>
                  </a:lnTo>
                  <a:cubicBezTo>
                    <a:pt x="0" y="3122"/>
                    <a:pt x="197" y="3249"/>
                    <a:pt x="394" y="3249"/>
                  </a:cubicBezTo>
                  <a:cubicBezTo>
                    <a:pt x="591" y="3249"/>
                    <a:pt x="787" y="3122"/>
                    <a:pt x="787" y="2869"/>
                  </a:cubicBezTo>
                  <a:lnTo>
                    <a:pt x="787" y="382"/>
                  </a:lnTo>
                  <a:cubicBezTo>
                    <a:pt x="787" y="128"/>
                    <a:pt x="590" y="1"/>
                    <a:pt x="39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3"/>
            <p:cNvSpPr/>
            <p:nvPr/>
          </p:nvSpPr>
          <p:spPr>
            <a:xfrm rot="-451723">
              <a:off x="2966178" y="1232907"/>
              <a:ext cx="16404" cy="67634"/>
            </a:xfrm>
            <a:custGeom>
              <a:rect b="b" l="l" r="r" t="t"/>
              <a:pathLst>
                <a:path extrusionOk="0" h="3249" w="788">
                  <a:moveTo>
                    <a:pt x="393" y="1"/>
                  </a:moveTo>
                  <a:cubicBezTo>
                    <a:pt x="197" y="1"/>
                    <a:pt x="0" y="128"/>
                    <a:pt x="0" y="381"/>
                  </a:cubicBezTo>
                  <a:lnTo>
                    <a:pt x="0" y="2868"/>
                  </a:lnTo>
                  <a:cubicBezTo>
                    <a:pt x="0" y="3122"/>
                    <a:pt x="197" y="3249"/>
                    <a:pt x="394" y="3249"/>
                  </a:cubicBezTo>
                  <a:cubicBezTo>
                    <a:pt x="591" y="3249"/>
                    <a:pt x="787" y="3122"/>
                    <a:pt x="787" y="2868"/>
                  </a:cubicBezTo>
                  <a:lnTo>
                    <a:pt x="787" y="381"/>
                  </a:lnTo>
                  <a:cubicBezTo>
                    <a:pt x="787" y="128"/>
                    <a:pt x="590" y="1"/>
                    <a:pt x="39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3"/>
            <p:cNvSpPr/>
            <p:nvPr/>
          </p:nvSpPr>
          <p:spPr>
            <a:xfrm rot="-451723">
              <a:off x="2979065" y="1330433"/>
              <a:ext cx="16404" cy="67655"/>
            </a:xfrm>
            <a:custGeom>
              <a:rect b="b" l="l" r="r" t="t"/>
              <a:pathLst>
                <a:path extrusionOk="0" h="3250" w="788">
                  <a:moveTo>
                    <a:pt x="393" y="0"/>
                  </a:moveTo>
                  <a:cubicBezTo>
                    <a:pt x="197" y="0"/>
                    <a:pt x="0" y="127"/>
                    <a:pt x="0" y="381"/>
                  </a:cubicBezTo>
                  <a:lnTo>
                    <a:pt x="0" y="2869"/>
                  </a:lnTo>
                  <a:cubicBezTo>
                    <a:pt x="0" y="3122"/>
                    <a:pt x="197" y="3249"/>
                    <a:pt x="395" y="3249"/>
                  </a:cubicBezTo>
                  <a:cubicBezTo>
                    <a:pt x="591" y="3249"/>
                    <a:pt x="787" y="3123"/>
                    <a:pt x="787" y="2869"/>
                  </a:cubicBezTo>
                  <a:lnTo>
                    <a:pt x="787" y="381"/>
                  </a:lnTo>
                  <a:cubicBezTo>
                    <a:pt x="787" y="127"/>
                    <a:pt x="590" y="0"/>
                    <a:pt x="3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3"/>
            <p:cNvSpPr/>
            <p:nvPr/>
          </p:nvSpPr>
          <p:spPr>
            <a:xfrm rot="-451723">
              <a:off x="2991950" y="1427960"/>
              <a:ext cx="16404" cy="67655"/>
            </a:xfrm>
            <a:custGeom>
              <a:rect b="b" l="l" r="r" t="t"/>
              <a:pathLst>
                <a:path extrusionOk="0" h="3250" w="788">
                  <a:moveTo>
                    <a:pt x="393" y="0"/>
                  </a:moveTo>
                  <a:cubicBezTo>
                    <a:pt x="196" y="0"/>
                    <a:pt x="0" y="127"/>
                    <a:pt x="0" y="380"/>
                  </a:cubicBezTo>
                  <a:lnTo>
                    <a:pt x="0" y="2868"/>
                  </a:lnTo>
                  <a:cubicBezTo>
                    <a:pt x="0" y="3122"/>
                    <a:pt x="197" y="3249"/>
                    <a:pt x="394" y="3249"/>
                  </a:cubicBezTo>
                  <a:cubicBezTo>
                    <a:pt x="591" y="3249"/>
                    <a:pt x="787" y="3122"/>
                    <a:pt x="787" y="2868"/>
                  </a:cubicBezTo>
                  <a:lnTo>
                    <a:pt x="787" y="380"/>
                  </a:lnTo>
                  <a:cubicBezTo>
                    <a:pt x="787" y="127"/>
                    <a:pt x="590" y="0"/>
                    <a:pt x="3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3"/>
            <p:cNvSpPr/>
            <p:nvPr/>
          </p:nvSpPr>
          <p:spPr>
            <a:xfrm rot="-451723">
              <a:off x="3004836" y="1525507"/>
              <a:ext cx="16404" cy="67613"/>
            </a:xfrm>
            <a:custGeom>
              <a:rect b="b" l="l" r="r" t="t"/>
              <a:pathLst>
                <a:path extrusionOk="0" h="3248" w="788">
                  <a:moveTo>
                    <a:pt x="394" y="0"/>
                  </a:moveTo>
                  <a:cubicBezTo>
                    <a:pt x="197" y="0"/>
                    <a:pt x="0" y="127"/>
                    <a:pt x="0" y="380"/>
                  </a:cubicBezTo>
                  <a:lnTo>
                    <a:pt x="0" y="2867"/>
                  </a:lnTo>
                  <a:cubicBezTo>
                    <a:pt x="0" y="3121"/>
                    <a:pt x="197" y="3248"/>
                    <a:pt x="394" y="3248"/>
                  </a:cubicBezTo>
                  <a:cubicBezTo>
                    <a:pt x="591" y="3248"/>
                    <a:pt x="787" y="3121"/>
                    <a:pt x="787" y="2867"/>
                  </a:cubicBezTo>
                  <a:lnTo>
                    <a:pt x="787" y="380"/>
                  </a:lnTo>
                  <a:cubicBezTo>
                    <a:pt x="787" y="127"/>
                    <a:pt x="591" y="0"/>
                    <a:pt x="39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3"/>
            <p:cNvSpPr/>
            <p:nvPr/>
          </p:nvSpPr>
          <p:spPr>
            <a:xfrm rot="-451723">
              <a:off x="2112791" y="793676"/>
              <a:ext cx="75711" cy="97215"/>
            </a:xfrm>
            <a:custGeom>
              <a:rect b="b" l="l" r="r" t="t"/>
              <a:pathLst>
                <a:path extrusionOk="0" h="4670" w="3637">
                  <a:moveTo>
                    <a:pt x="1775" y="1360"/>
                  </a:moveTo>
                  <a:cubicBezTo>
                    <a:pt x="1995" y="2180"/>
                    <a:pt x="2279" y="2975"/>
                    <a:pt x="2623" y="3751"/>
                  </a:cubicBezTo>
                  <a:lnTo>
                    <a:pt x="2623" y="3751"/>
                  </a:lnTo>
                  <a:cubicBezTo>
                    <a:pt x="2067" y="3820"/>
                    <a:pt x="1509" y="3860"/>
                    <a:pt x="948" y="3876"/>
                  </a:cubicBezTo>
                  <a:lnTo>
                    <a:pt x="948" y="3876"/>
                  </a:lnTo>
                  <a:cubicBezTo>
                    <a:pt x="1175" y="3020"/>
                    <a:pt x="1449" y="2182"/>
                    <a:pt x="1775" y="1360"/>
                  </a:cubicBezTo>
                  <a:close/>
                  <a:moveTo>
                    <a:pt x="1703" y="0"/>
                  </a:moveTo>
                  <a:cubicBezTo>
                    <a:pt x="1587" y="0"/>
                    <a:pt x="1476" y="60"/>
                    <a:pt x="1412" y="206"/>
                  </a:cubicBezTo>
                  <a:cubicBezTo>
                    <a:pt x="843" y="1489"/>
                    <a:pt x="388" y="2804"/>
                    <a:pt x="59" y="4171"/>
                  </a:cubicBezTo>
                  <a:cubicBezTo>
                    <a:pt x="0" y="4418"/>
                    <a:pt x="178" y="4670"/>
                    <a:pt x="438" y="4670"/>
                  </a:cubicBezTo>
                  <a:cubicBezTo>
                    <a:pt x="1402" y="4670"/>
                    <a:pt x="2351" y="4589"/>
                    <a:pt x="3304" y="4443"/>
                  </a:cubicBezTo>
                  <a:cubicBezTo>
                    <a:pt x="3576" y="4402"/>
                    <a:pt x="3636" y="4067"/>
                    <a:pt x="3541" y="3865"/>
                  </a:cubicBezTo>
                  <a:cubicBezTo>
                    <a:pt x="3004" y="2751"/>
                    <a:pt x="2611" y="1595"/>
                    <a:pt x="2348" y="388"/>
                  </a:cubicBezTo>
                  <a:cubicBezTo>
                    <a:pt x="2305" y="190"/>
                    <a:pt x="2159" y="105"/>
                    <a:pt x="2005" y="105"/>
                  </a:cubicBezTo>
                  <a:cubicBezTo>
                    <a:pt x="1994" y="105"/>
                    <a:pt x="1983" y="105"/>
                    <a:pt x="1972" y="106"/>
                  </a:cubicBezTo>
                  <a:lnTo>
                    <a:pt x="1972" y="106"/>
                  </a:lnTo>
                  <a:cubicBezTo>
                    <a:pt x="1894" y="40"/>
                    <a:pt x="1797" y="0"/>
                    <a:pt x="17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3"/>
            <p:cNvSpPr/>
            <p:nvPr/>
          </p:nvSpPr>
          <p:spPr>
            <a:xfrm rot="-451723">
              <a:off x="2132995" y="809053"/>
              <a:ext cx="32121" cy="69737"/>
            </a:xfrm>
            <a:custGeom>
              <a:rect b="b" l="l" r="r" t="t"/>
              <a:pathLst>
                <a:path extrusionOk="0" h="3350" w="1543">
                  <a:moveTo>
                    <a:pt x="676" y="1"/>
                  </a:moveTo>
                  <a:cubicBezTo>
                    <a:pt x="523" y="1"/>
                    <a:pt x="379" y="86"/>
                    <a:pt x="341" y="284"/>
                  </a:cubicBezTo>
                  <a:cubicBezTo>
                    <a:pt x="167" y="1170"/>
                    <a:pt x="57" y="2062"/>
                    <a:pt x="13" y="2961"/>
                  </a:cubicBezTo>
                  <a:cubicBezTo>
                    <a:pt x="1" y="3198"/>
                    <a:pt x="204" y="3349"/>
                    <a:pt x="413" y="3349"/>
                  </a:cubicBezTo>
                  <a:cubicBezTo>
                    <a:pt x="479" y="3349"/>
                    <a:pt x="545" y="3334"/>
                    <a:pt x="605" y="3302"/>
                  </a:cubicBezTo>
                  <a:cubicBezTo>
                    <a:pt x="700" y="3252"/>
                    <a:pt x="779" y="3194"/>
                    <a:pt x="845" y="3127"/>
                  </a:cubicBezTo>
                  <a:lnTo>
                    <a:pt x="845" y="3127"/>
                  </a:lnTo>
                  <a:cubicBezTo>
                    <a:pt x="891" y="3145"/>
                    <a:pt x="936" y="3154"/>
                    <a:pt x="980" y="3154"/>
                  </a:cubicBezTo>
                  <a:cubicBezTo>
                    <a:pt x="1319" y="3154"/>
                    <a:pt x="1542" y="2636"/>
                    <a:pt x="1178" y="2414"/>
                  </a:cubicBezTo>
                  <a:cubicBezTo>
                    <a:pt x="1084" y="2357"/>
                    <a:pt x="988" y="2298"/>
                    <a:pt x="892" y="2241"/>
                  </a:cubicBezTo>
                  <a:cubicBezTo>
                    <a:pt x="879" y="2233"/>
                    <a:pt x="866" y="2227"/>
                    <a:pt x="853" y="2221"/>
                  </a:cubicBezTo>
                  <a:lnTo>
                    <a:pt x="853" y="2221"/>
                  </a:lnTo>
                  <a:cubicBezTo>
                    <a:pt x="906" y="1642"/>
                    <a:pt x="988" y="1068"/>
                    <a:pt x="1099" y="496"/>
                  </a:cubicBezTo>
                  <a:cubicBezTo>
                    <a:pt x="1159" y="196"/>
                    <a:pt x="907" y="1"/>
                    <a:pt x="67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3"/>
            <p:cNvSpPr/>
            <p:nvPr/>
          </p:nvSpPr>
          <p:spPr>
            <a:xfrm rot="-451723">
              <a:off x="3163727" y="1582278"/>
              <a:ext cx="104355" cy="70195"/>
            </a:xfrm>
            <a:custGeom>
              <a:rect b="b" l="l" r="r" t="t"/>
              <a:pathLst>
                <a:path extrusionOk="0" h="3372" w="5013">
                  <a:moveTo>
                    <a:pt x="810" y="854"/>
                  </a:moveTo>
                  <a:cubicBezTo>
                    <a:pt x="1697" y="1041"/>
                    <a:pt x="2564" y="1281"/>
                    <a:pt x="3416" y="1575"/>
                  </a:cubicBezTo>
                  <a:lnTo>
                    <a:pt x="3416" y="1575"/>
                  </a:lnTo>
                  <a:cubicBezTo>
                    <a:pt x="2593" y="1914"/>
                    <a:pt x="1756" y="2211"/>
                    <a:pt x="905" y="2472"/>
                  </a:cubicBezTo>
                  <a:lnTo>
                    <a:pt x="905" y="2472"/>
                  </a:lnTo>
                  <a:cubicBezTo>
                    <a:pt x="840" y="1934"/>
                    <a:pt x="810" y="1396"/>
                    <a:pt x="810" y="854"/>
                  </a:cubicBezTo>
                  <a:close/>
                  <a:moveTo>
                    <a:pt x="438" y="0"/>
                  </a:moveTo>
                  <a:cubicBezTo>
                    <a:pt x="242" y="0"/>
                    <a:pt x="40" y="127"/>
                    <a:pt x="31" y="380"/>
                  </a:cubicBezTo>
                  <a:cubicBezTo>
                    <a:pt x="1" y="1290"/>
                    <a:pt x="63" y="2184"/>
                    <a:pt x="201" y="3083"/>
                  </a:cubicBezTo>
                  <a:cubicBezTo>
                    <a:pt x="228" y="3260"/>
                    <a:pt x="421" y="3372"/>
                    <a:pt x="592" y="3372"/>
                  </a:cubicBezTo>
                  <a:cubicBezTo>
                    <a:pt x="625" y="3372"/>
                    <a:pt x="657" y="3368"/>
                    <a:pt x="687" y="3359"/>
                  </a:cubicBezTo>
                  <a:cubicBezTo>
                    <a:pt x="2049" y="2964"/>
                    <a:pt x="3374" y="2472"/>
                    <a:pt x="4668" y="1887"/>
                  </a:cubicBezTo>
                  <a:cubicBezTo>
                    <a:pt x="5013" y="1733"/>
                    <a:pt x="4850" y="1278"/>
                    <a:pt x="4573" y="1169"/>
                  </a:cubicBezTo>
                  <a:cubicBezTo>
                    <a:pt x="3375" y="692"/>
                    <a:pt x="2150" y="327"/>
                    <a:pt x="887" y="68"/>
                  </a:cubicBezTo>
                  <a:cubicBezTo>
                    <a:pt x="856" y="62"/>
                    <a:pt x="826" y="59"/>
                    <a:pt x="798" y="59"/>
                  </a:cubicBezTo>
                  <a:cubicBezTo>
                    <a:pt x="756" y="59"/>
                    <a:pt x="718" y="65"/>
                    <a:pt x="682" y="76"/>
                  </a:cubicBezTo>
                  <a:lnTo>
                    <a:pt x="682" y="76"/>
                  </a:lnTo>
                  <a:cubicBezTo>
                    <a:pt x="613" y="25"/>
                    <a:pt x="526" y="0"/>
                    <a:pt x="43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3"/>
            <p:cNvSpPr/>
            <p:nvPr/>
          </p:nvSpPr>
          <p:spPr>
            <a:xfrm rot="-451723">
              <a:off x="3176990" y="1597680"/>
              <a:ext cx="38282" cy="41426"/>
            </a:xfrm>
            <a:custGeom>
              <a:rect b="b" l="l" r="r" t="t"/>
              <a:pathLst>
                <a:path extrusionOk="0" h="1990" w="1839">
                  <a:moveTo>
                    <a:pt x="499" y="0"/>
                  </a:moveTo>
                  <a:cubicBezTo>
                    <a:pt x="345" y="0"/>
                    <a:pt x="197" y="85"/>
                    <a:pt x="151" y="282"/>
                  </a:cubicBezTo>
                  <a:cubicBezTo>
                    <a:pt x="59" y="671"/>
                    <a:pt x="9" y="1069"/>
                    <a:pt x="3" y="1469"/>
                  </a:cubicBezTo>
                  <a:cubicBezTo>
                    <a:pt x="1" y="1707"/>
                    <a:pt x="209" y="1857"/>
                    <a:pt x="413" y="1857"/>
                  </a:cubicBezTo>
                  <a:cubicBezTo>
                    <a:pt x="509" y="1857"/>
                    <a:pt x="604" y="1823"/>
                    <a:pt x="676" y="1750"/>
                  </a:cubicBezTo>
                  <a:lnTo>
                    <a:pt x="676" y="1750"/>
                  </a:lnTo>
                  <a:cubicBezTo>
                    <a:pt x="684" y="1766"/>
                    <a:pt x="692" y="1783"/>
                    <a:pt x="700" y="1799"/>
                  </a:cubicBezTo>
                  <a:cubicBezTo>
                    <a:pt x="769" y="1932"/>
                    <a:pt x="889" y="1990"/>
                    <a:pt x="1013" y="1990"/>
                  </a:cubicBezTo>
                  <a:cubicBezTo>
                    <a:pt x="1152" y="1990"/>
                    <a:pt x="1296" y="1918"/>
                    <a:pt x="1380" y="1799"/>
                  </a:cubicBezTo>
                  <a:cubicBezTo>
                    <a:pt x="1492" y="1637"/>
                    <a:pt x="1607" y="1477"/>
                    <a:pt x="1720" y="1315"/>
                  </a:cubicBezTo>
                  <a:cubicBezTo>
                    <a:pt x="1839" y="1146"/>
                    <a:pt x="1796" y="981"/>
                    <a:pt x="1684" y="872"/>
                  </a:cubicBezTo>
                  <a:lnTo>
                    <a:pt x="1684" y="872"/>
                  </a:lnTo>
                  <a:cubicBezTo>
                    <a:pt x="1733" y="704"/>
                    <a:pt x="1687" y="508"/>
                    <a:pt x="1512" y="426"/>
                  </a:cubicBezTo>
                  <a:cubicBezTo>
                    <a:pt x="1438" y="391"/>
                    <a:pt x="1362" y="356"/>
                    <a:pt x="1287" y="320"/>
                  </a:cubicBezTo>
                  <a:cubicBezTo>
                    <a:pt x="1220" y="289"/>
                    <a:pt x="1151" y="273"/>
                    <a:pt x="1084" y="273"/>
                  </a:cubicBezTo>
                  <a:cubicBezTo>
                    <a:pt x="1025" y="273"/>
                    <a:pt x="967" y="286"/>
                    <a:pt x="914" y="312"/>
                  </a:cubicBezTo>
                  <a:lnTo>
                    <a:pt x="914" y="312"/>
                  </a:lnTo>
                  <a:cubicBezTo>
                    <a:pt x="872" y="119"/>
                    <a:pt x="681" y="0"/>
                    <a:pt x="4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3"/>
            <p:cNvSpPr/>
            <p:nvPr/>
          </p:nvSpPr>
          <p:spPr>
            <a:xfrm rot="-451723">
              <a:off x="2213818" y="1241488"/>
              <a:ext cx="301450" cy="185542"/>
            </a:xfrm>
            <a:custGeom>
              <a:rect b="b" l="l" r="r" t="t"/>
              <a:pathLst>
                <a:path extrusionOk="0" h="8913" w="14481">
                  <a:moveTo>
                    <a:pt x="3443" y="1"/>
                  </a:moveTo>
                  <a:cubicBezTo>
                    <a:pt x="2457" y="1"/>
                    <a:pt x="1457" y="100"/>
                    <a:pt x="466" y="299"/>
                  </a:cubicBezTo>
                  <a:cubicBezTo>
                    <a:pt x="1" y="391"/>
                    <a:pt x="159" y="1066"/>
                    <a:pt x="590" y="1066"/>
                  </a:cubicBezTo>
                  <a:cubicBezTo>
                    <a:pt x="618" y="1066"/>
                    <a:pt x="647" y="1063"/>
                    <a:pt x="678" y="1057"/>
                  </a:cubicBezTo>
                  <a:cubicBezTo>
                    <a:pt x="1613" y="870"/>
                    <a:pt x="2555" y="776"/>
                    <a:pt x="3482" y="776"/>
                  </a:cubicBezTo>
                  <a:cubicBezTo>
                    <a:pt x="8309" y="776"/>
                    <a:pt x="12721" y="3336"/>
                    <a:pt x="13669" y="8629"/>
                  </a:cubicBezTo>
                  <a:cubicBezTo>
                    <a:pt x="13704" y="8827"/>
                    <a:pt x="13846" y="8912"/>
                    <a:pt x="13998" y="8912"/>
                  </a:cubicBezTo>
                  <a:cubicBezTo>
                    <a:pt x="14228" y="8912"/>
                    <a:pt x="14481" y="8717"/>
                    <a:pt x="14428" y="8418"/>
                  </a:cubicBezTo>
                  <a:cubicBezTo>
                    <a:pt x="13412" y="2753"/>
                    <a:pt x="8624" y="1"/>
                    <a:pt x="344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3"/>
            <p:cNvSpPr/>
            <p:nvPr/>
          </p:nvSpPr>
          <p:spPr>
            <a:xfrm rot="-451723">
              <a:off x="2252520" y="1616438"/>
              <a:ext cx="79209" cy="54894"/>
            </a:xfrm>
            <a:custGeom>
              <a:rect b="b" l="l" r="r" t="t"/>
              <a:pathLst>
                <a:path extrusionOk="0" h="2637" w="3805">
                  <a:moveTo>
                    <a:pt x="542" y="0"/>
                  </a:moveTo>
                  <a:cubicBezTo>
                    <a:pt x="216" y="0"/>
                    <a:pt x="0" y="513"/>
                    <a:pt x="350" y="748"/>
                  </a:cubicBezTo>
                  <a:cubicBezTo>
                    <a:pt x="1253" y="1354"/>
                    <a:pt x="2155" y="1962"/>
                    <a:pt x="3059" y="2569"/>
                  </a:cubicBezTo>
                  <a:cubicBezTo>
                    <a:pt x="3129" y="2616"/>
                    <a:pt x="3199" y="2637"/>
                    <a:pt x="3264" y="2637"/>
                  </a:cubicBezTo>
                  <a:cubicBezTo>
                    <a:pt x="3590" y="2637"/>
                    <a:pt x="3805" y="2123"/>
                    <a:pt x="3457" y="1889"/>
                  </a:cubicBezTo>
                  <a:cubicBezTo>
                    <a:pt x="2552" y="1282"/>
                    <a:pt x="1651" y="674"/>
                    <a:pt x="747" y="68"/>
                  </a:cubicBezTo>
                  <a:cubicBezTo>
                    <a:pt x="676" y="21"/>
                    <a:pt x="607" y="0"/>
                    <a:pt x="54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3"/>
            <p:cNvSpPr/>
            <p:nvPr/>
          </p:nvSpPr>
          <p:spPr>
            <a:xfrm rot="-451723">
              <a:off x="2243905" y="1536473"/>
              <a:ext cx="121217" cy="76565"/>
            </a:xfrm>
            <a:custGeom>
              <a:rect b="b" l="l" r="r" t="t"/>
              <a:pathLst>
                <a:path extrusionOk="0" h="3678" w="5823">
                  <a:moveTo>
                    <a:pt x="562" y="0"/>
                  </a:moveTo>
                  <a:cubicBezTo>
                    <a:pt x="223" y="0"/>
                    <a:pt x="0" y="518"/>
                    <a:pt x="364" y="741"/>
                  </a:cubicBezTo>
                  <a:cubicBezTo>
                    <a:pt x="1930" y="1700"/>
                    <a:pt x="3496" y="2658"/>
                    <a:pt x="5061" y="3617"/>
                  </a:cubicBezTo>
                  <a:cubicBezTo>
                    <a:pt x="5130" y="3659"/>
                    <a:pt x="5197" y="3677"/>
                    <a:pt x="5261" y="3677"/>
                  </a:cubicBezTo>
                  <a:cubicBezTo>
                    <a:pt x="5599" y="3677"/>
                    <a:pt x="5823" y="3160"/>
                    <a:pt x="5459" y="2937"/>
                  </a:cubicBezTo>
                  <a:cubicBezTo>
                    <a:pt x="3893" y="1978"/>
                    <a:pt x="2327" y="1020"/>
                    <a:pt x="762" y="61"/>
                  </a:cubicBezTo>
                  <a:cubicBezTo>
                    <a:pt x="693" y="19"/>
                    <a:pt x="625" y="0"/>
                    <a:pt x="56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3"/>
            <p:cNvSpPr/>
            <p:nvPr/>
          </p:nvSpPr>
          <p:spPr>
            <a:xfrm rot="-451723">
              <a:off x="2234065" y="1444473"/>
              <a:ext cx="184313" cy="105230"/>
            </a:xfrm>
            <a:custGeom>
              <a:rect b="b" l="l" r="r" t="t"/>
              <a:pathLst>
                <a:path extrusionOk="0" h="5055" w="8854">
                  <a:moveTo>
                    <a:pt x="601" y="1"/>
                  </a:moveTo>
                  <a:cubicBezTo>
                    <a:pt x="240" y="1"/>
                    <a:pt x="0" y="531"/>
                    <a:pt x="390" y="727"/>
                  </a:cubicBezTo>
                  <a:cubicBezTo>
                    <a:pt x="3007" y="2057"/>
                    <a:pt x="5574" y="3480"/>
                    <a:pt x="8089" y="4995"/>
                  </a:cubicBezTo>
                  <a:cubicBezTo>
                    <a:pt x="8157" y="5036"/>
                    <a:pt x="8225" y="5054"/>
                    <a:pt x="8288" y="5054"/>
                  </a:cubicBezTo>
                  <a:cubicBezTo>
                    <a:pt x="8629" y="5054"/>
                    <a:pt x="8854" y="4536"/>
                    <a:pt x="8487" y="4315"/>
                  </a:cubicBezTo>
                  <a:cubicBezTo>
                    <a:pt x="5970" y="2800"/>
                    <a:pt x="3405" y="1379"/>
                    <a:pt x="787" y="47"/>
                  </a:cubicBezTo>
                  <a:cubicBezTo>
                    <a:pt x="723" y="15"/>
                    <a:pt x="661" y="1"/>
                    <a:pt x="6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3"/>
            <p:cNvSpPr/>
            <p:nvPr/>
          </p:nvSpPr>
          <p:spPr>
            <a:xfrm rot="-451723">
              <a:off x="2226625" y="1356270"/>
              <a:ext cx="232734" cy="128003"/>
            </a:xfrm>
            <a:custGeom>
              <a:rect b="b" l="l" r="r" t="t"/>
              <a:pathLst>
                <a:path extrusionOk="0" h="6149" w="11180">
                  <a:moveTo>
                    <a:pt x="590" y="0"/>
                  </a:moveTo>
                  <a:cubicBezTo>
                    <a:pt x="234" y="0"/>
                    <a:pt x="0" y="525"/>
                    <a:pt x="383" y="730"/>
                  </a:cubicBezTo>
                  <a:lnTo>
                    <a:pt x="10401" y="6099"/>
                  </a:lnTo>
                  <a:cubicBezTo>
                    <a:pt x="10466" y="6134"/>
                    <a:pt x="10530" y="6149"/>
                    <a:pt x="10590" y="6149"/>
                  </a:cubicBezTo>
                  <a:cubicBezTo>
                    <a:pt x="10945" y="6149"/>
                    <a:pt x="11180" y="5623"/>
                    <a:pt x="10797" y="5419"/>
                  </a:cubicBezTo>
                  <a:lnTo>
                    <a:pt x="781" y="50"/>
                  </a:lnTo>
                  <a:cubicBezTo>
                    <a:pt x="715" y="16"/>
                    <a:pt x="651" y="0"/>
                    <a:pt x="5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3"/>
            <p:cNvSpPr/>
            <p:nvPr/>
          </p:nvSpPr>
          <p:spPr>
            <a:xfrm rot="-451723">
              <a:off x="2219064" y="1277135"/>
              <a:ext cx="285296" cy="156273"/>
            </a:xfrm>
            <a:custGeom>
              <a:rect b="b" l="l" r="r" t="t"/>
              <a:pathLst>
                <a:path extrusionOk="0" h="7507" w="13705">
                  <a:moveTo>
                    <a:pt x="504" y="0"/>
                  </a:moveTo>
                  <a:cubicBezTo>
                    <a:pt x="125" y="0"/>
                    <a:pt x="1" y="634"/>
                    <a:pt x="429" y="783"/>
                  </a:cubicBezTo>
                  <a:cubicBezTo>
                    <a:pt x="4830" y="2307"/>
                    <a:pt x="8898" y="5158"/>
                    <a:pt x="12932" y="7452"/>
                  </a:cubicBezTo>
                  <a:cubicBezTo>
                    <a:pt x="12999" y="7490"/>
                    <a:pt x="13065" y="7507"/>
                    <a:pt x="13127" y="7507"/>
                  </a:cubicBezTo>
                  <a:cubicBezTo>
                    <a:pt x="13474" y="7507"/>
                    <a:pt x="13704" y="6985"/>
                    <a:pt x="13329" y="6772"/>
                  </a:cubicBezTo>
                  <a:cubicBezTo>
                    <a:pt x="9225" y="4439"/>
                    <a:pt x="5117" y="1577"/>
                    <a:pt x="637" y="24"/>
                  </a:cubicBezTo>
                  <a:cubicBezTo>
                    <a:pt x="590" y="8"/>
                    <a:pt x="546" y="0"/>
                    <a:pt x="50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3"/>
            <p:cNvSpPr/>
            <p:nvPr/>
          </p:nvSpPr>
          <p:spPr>
            <a:xfrm rot="-451723">
              <a:off x="2382868" y="1130861"/>
              <a:ext cx="48275" cy="79729"/>
            </a:xfrm>
            <a:custGeom>
              <a:rect b="b" l="l" r="r" t="t"/>
              <a:pathLst>
                <a:path extrusionOk="0" h="3830" w="2319">
                  <a:moveTo>
                    <a:pt x="1789" y="1"/>
                  </a:moveTo>
                  <a:cubicBezTo>
                    <a:pt x="1673" y="1"/>
                    <a:pt x="1562" y="61"/>
                    <a:pt x="1497" y="205"/>
                  </a:cubicBezTo>
                  <a:cubicBezTo>
                    <a:pt x="1046" y="1213"/>
                    <a:pt x="593" y="2219"/>
                    <a:pt x="142" y="3227"/>
                  </a:cubicBezTo>
                  <a:cubicBezTo>
                    <a:pt x="1" y="3542"/>
                    <a:pt x="277" y="3829"/>
                    <a:pt x="530" y="3829"/>
                  </a:cubicBezTo>
                  <a:cubicBezTo>
                    <a:pt x="646" y="3829"/>
                    <a:pt x="757" y="3770"/>
                    <a:pt x="822" y="3625"/>
                  </a:cubicBezTo>
                  <a:cubicBezTo>
                    <a:pt x="1273" y="2617"/>
                    <a:pt x="1726" y="1610"/>
                    <a:pt x="2177" y="602"/>
                  </a:cubicBezTo>
                  <a:cubicBezTo>
                    <a:pt x="2318" y="287"/>
                    <a:pt x="2043" y="1"/>
                    <a:pt x="178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3"/>
            <p:cNvSpPr/>
            <p:nvPr/>
          </p:nvSpPr>
          <p:spPr>
            <a:xfrm rot="-451723">
              <a:off x="2408398" y="1128287"/>
              <a:ext cx="54395" cy="81269"/>
            </a:xfrm>
            <a:custGeom>
              <a:rect b="b" l="l" r="r" t="t"/>
              <a:pathLst>
                <a:path extrusionOk="0" h="3904" w="2613">
                  <a:moveTo>
                    <a:pt x="557" y="1"/>
                  </a:moveTo>
                  <a:cubicBezTo>
                    <a:pt x="275" y="1"/>
                    <a:pt x="1" y="281"/>
                    <a:pt x="206" y="572"/>
                  </a:cubicBezTo>
                  <a:cubicBezTo>
                    <a:pt x="872" y="1520"/>
                    <a:pt x="1390" y="2532"/>
                    <a:pt x="1757" y="3631"/>
                  </a:cubicBezTo>
                  <a:cubicBezTo>
                    <a:pt x="1820" y="3821"/>
                    <a:pt x="1977" y="3904"/>
                    <a:pt x="2134" y="3904"/>
                  </a:cubicBezTo>
                  <a:cubicBezTo>
                    <a:pt x="2374" y="3904"/>
                    <a:pt x="2612" y="3713"/>
                    <a:pt x="2515" y="3421"/>
                  </a:cubicBezTo>
                  <a:cubicBezTo>
                    <a:pt x="2130" y="2261"/>
                    <a:pt x="1591" y="1176"/>
                    <a:pt x="886" y="175"/>
                  </a:cubicBezTo>
                  <a:cubicBezTo>
                    <a:pt x="800" y="52"/>
                    <a:pt x="678" y="1"/>
                    <a:pt x="55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3"/>
            <p:cNvSpPr/>
            <p:nvPr/>
          </p:nvSpPr>
          <p:spPr>
            <a:xfrm rot="-451723">
              <a:off x="2393870" y="1176775"/>
              <a:ext cx="64949" cy="19235"/>
            </a:xfrm>
            <a:custGeom>
              <a:rect b="b" l="l" r="r" t="t"/>
              <a:pathLst>
                <a:path extrusionOk="0" h="924" w="3120">
                  <a:moveTo>
                    <a:pt x="2570" y="1"/>
                  </a:moveTo>
                  <a:cubicBezTo>
                    <a:pt x="2536" y="1"/>
                    <a:pt x="2499" y="6"/>
                    <a:pt x="2460" y="16"/>
                  </a:cubicBezTo>
                  <a:cubicBezTo>
                    <a:pt x="2149" y="98"/>
                    <a:pt x="1839" y="140"/>
                    <a:pt x="1529" y="140"/>
                  </a:cubicBezTo>
                  <a:cubicBezTo>
                    <a:pt x="1242" y="140"/>
                    <a:pt x="955" y="104"/>
                    <a:pt x="667" y="33"/>
                  </a:cubicBezTo>
                  <a:cubicBezTo>
                    <a:pt x="630" y="24"/>
                    <a:pt x="596" y="20"/>
                    <a:pt x="563" y="20"/>
                  </a:cubicBezTo>
                  <a:cubicBezTo>
                    <a:pt x="148" y="20"/>
                    <a:pt x="0" y="679"/>
                    <a:pt x="458" y="792"/>
                  </a:cubicBezTo>
                  <a:cubicBezTo>
                    <a:pt x="816" y="879"/>
                    <a:pt x="1176" y="924"/>
                    <a:pt x="1536" y="924"/>
                  </a:cubicBezTo>
                  <a:cubicBezTo>
                    <a:pt x="1915" y="924"/>
                    <a:pt x="2293" y="874"/>
                    <a:pt x="2669" y="775"/>
                  </a:cubicBezTo>
                  <a:cubicBezTo>
                    <a:pt x="3119" y="653"/>
                    <a:pt x="2978" y="1"/>
                    <a:pt x="257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3"/>
            <p:cNvSpPr/>
            <p:nvPr/>
          </p:nvSpPr>
          <p:spPr>
            <a:xfrm rot="-451723">
              <a:off x="2719785" y="1389791"/>
              <a:ext cx="24751" cy="119427"/>
            </a:xfrm>
            <a:custGeom>
              <a:rect b="b" l="l" r="r" t="t"/>
              <a:pathLst>
                <a:path extrusionOk="0" h="5737" w="1189">
                  <a:moveTo>
                    <a:pt x="645" y="0"/>
                  </a:moveTo>
                  <a:cubicBezTo>
                    <a:pt x="493" y="0"/>
                    <a:pt x="351" y="86"/>
                    <a:pt x="315" y="285"/>
                  </a:cubicBezTo>
                  <a:cubicBezTo>
                    <a:pt x="0" y="2016"/>
                    <a:pt x="16" y="3729"/>
                    <a:pt x="368" y="5453"/>
                  </a:cubicBezTo>
                  <a:cubicBezTo>
                    <a:pt x="409" y="5651"/>
                    <a:pt x="554" y="5736"/>
                    <a:pt x="707" y="5736"/>
                  </a:cubicBezTo>
                  <a:cubicBezTo>
                    <a:pt x="938" y="5736"/>
                    <a:pt x="1188" y="5542"/>
                    <a:pt x="1127" y="5244"/>
                  </a:cubicBezTo>
                  <a:cubicBezTo>
                    <a:pt x="804" y="3662"/>
                    <a:pt x="783" y="2083"/>
                    <a:pt x="1074" y="494"/>
                  </a:cubicBezTo>
                  <a:cubicBezTo>
                    <a:pt x="1128" y="196"/>
                    <a:pt x="875" y="0"/>
                    <a:pt x="6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3"/>
            <p:cNvSpPr/>
            <p:nvPr/>
          </p:nvSpPr>
          <p:spPr>
            <a:xfrm rot="-451723">
              <a:off x="2724759" y="1382204"/>
              <a:ext cx="79687" cy="123653"/>
            </a:xfrm>
            <a:custGeom>
              <a:rect b="b" l="l" r="r" t="t"/>
              <a:pathLst>
                <a:path extrusionOk="0" h="5940" w="3828">
                  <a:moveTo>
                    <a:pt x="1406" y="1"/>
                  </a:moveTo>
                  <a:cubicBezTo>
                    <a:pt x="926" y="1"/>
                    <a:pt x="457" y="214"/>
                    <a:pt x="184" y="665"/>
                  </a:cubicBezTo>
                  <a:cubicBezTo>
                    <a:pt x="0" y="968"/>
                    <a:pt x="272" y="1251"/>
                    <a:pt x="543" y="1251"/>
                  </a:cubicBezTo>
                  <a:cubicBezTo>
                    <a:pt x="662" y="1251"/>
                    <a:pt x="781" y="1197"/>
                    <a:pt x="861" y="1064"/>
                  </a:cubicBezTo>
                  <a:cubicBezTo>
                    <a:pt x="984" y="863"/>
                    <a:pt x="1175" y="778"/>
                    <a:pt x="1373" y="778"/>
                  </a:cubicBezTo>
                  <a:cubicBezTo>
                    <a:pt x="1688" y="778"/>
                    <a:pt x="2022" y="992"/>
                    <a:pt x="2125" y="1288"/>
                  </a:cubicBezTo>
                  <a:cubicBezTo>
                    <a:pt x="2399" y="2069"/>
                    <a:pt x="1551" y="2613"/>
                    <a:pt x="881" y="2721"/>
                  </a:cubicBezTo>
                  <a:cubicBezTo>
                    <a:pt x="408" y="2797"/>
                    <a:pt x="582" y="3451"/>
                    <a:pt x="987" y="3494"/>
                  </a:cubicBezTo>
                  <a:cubicBezTo>
                    <a:pt x="1338" y="3531"/>
                    <a:pt x="1760" y="3542"/>
                    <a:pt x="2071" y="3729"/>
                  </a:cubicBezTo>
                  <a:cubicBezTo>
                    <a:pt x="2479" y="3973"/>
                    <a:pt x="3021" y="4804"/>
                    <a:pt x="2333" y="5083"/>
                  </a:cubicBezTo>
                  <a:cubicBezTo>
                    <a:pt x="2164" y="5151"/>
                    <a:pt x="1973" y="5176"/>
                    <a:pt x="1779" y="5176"/>
                  </a:cubicBezTo>
                  <a:cubicBezTo>
                    <a:pt x="1522" y="5176"/>
                    <a:pt x="1258" y="5132"/>
                    <a:pt x="1029" y="5090"/>
                  </a:cubicBezTo>
                  <a:cubicBezTo>
                    <a:pt x="1000" y="5085"/>
                    <a:pt x="973" y="5082"/>
                    <a:pt x="946" y="5082"/>
                  </a:cubicBezTo>
                  <a:cubicBezTo>
                    <a:pt x="510" y="5082"/>
                    <a:pt x="349" y="5761"/>
                    <a:pt x="818" y="5849"/>
                  </a:cubicBezTo>
                  <a:cubicBezTo>
                    <a:pt x="1095" y="5900"/>
                    <a:pt x="1414" y="5939"/>
                    <a:pt x="1736" y="5939"/>
                  </a:cubicBezTo>
                  <a:cubicBezTo>
                    <a:pt x="2496" y="5939"/>
                    <a:pt x="3267" y="5721"/>
                    <a:pt x="3508" y="4931"/>
                  </a:cubicBezTo>
                  <a:cubicBezTo>
                    <a:pt x="3828" y="3883"/>
                    <a:pt x="3067" y="3288"/>
                    <a:pt x="2196" y="2976"/>
                  </a:cubicBezTo>
                  <a:lnTo>
                    <a:pt x="2196" y="2976"/>
                  </a:lnTo>
                  <a:cubicBezTo>
                    <a:pt x="2898" y="2424"/>
                    <a:pt x="3316" y="1522"/>
                    <a:pt x="2744" y="691"/>
                  </a:cubicBezTo>
                  <a:cubicBezTo>
                    <a:pt x="2436" y="241"/>
                    <a:pt x="1915" y="1"/>
                    <a:pt x="140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3"/>
            <p:cNvSpPr/>
            <p:nvPr/>
          </p:nvSpPr>
          <p:spPr>
            <a:xfrm rot="-451723">
              <a:off x="3038973" y="1014254"/>
              <a:ext cx="123611" cy="476500"/>
            </a:xfrm>
            <a:custGeom>
              <a:rect b="b" l="l" r="r" t="t"/>
              <a:pathLst>
                <a:path extrusionOk="0" h="22890" w="5938">
                  <a:moveTo>
                    <a:pt x="264" y="1"/>
                  </a:moveTo>
                  <a:cubicBezTo>
                    <a:pt x="137" y="1"/>
                    <a:pt x="0" y="144"/>
                    <a:pt x="75" y="300"/>
                  </a:cubicBezTo>
                  <a:cubicBezTo>
                    <a:pt x="1018" y="2241"/>
                    <a:pt x="1962" y="4182"/>
                    <a:pt x="2905" y="6126"/>
                  </a:cubicBezTo>
                  <a:cubicBezTo>
                    <a:pt x="3392" y="7127"/>
                    <a:pt x="3876" y="8126"/>
                    <a:pt x="4362" y="9127"/>
                  </a:cubicBezTo>
                  <a:cubicBezTo>
                    <a:pt x="4825" y="10077"/>
                    <a:pt x="5825" y="11383"/>
                    <a:pt x="5160" y="12384"/>
                  </a:cubicBezTo>
                  <a:cubicBezTo>
                    <a:pt x="3035" y="15582"/>
                    <a:pt x="1340" y="19003"/>
                    <a:pt x="137" y="22648"/>
                  </a:cubicBezTo>
                  <a:cubicBezTo>
                    <a:pt x="87" y="22794"/>
                    <a:pt x="207" y="22889"/>
                    <a:pt x="327" y="22889"/>
                  </a:cubicBezTo>
                  <a:cubicBezTo>
                    <a:pt x="406" y="22889"/>
                    <a:pt x="485" y="22848"/>
                    <a:pt x="516" y="22754"/>
                  </a:cubicBezTo>
                  <a:cubicBezTo>
                    <a:pt x="1209" y="20656"/>
                    <a:pt x="2055" y="18614"/>
                    <a:pt x="3073" y="16654"/>
                  </a:cubicBezTo>
                  <a:cubicBezTo>
                    <a:pt x="3559" y="15719"/>
                    <a:pt x="4080" y="14801"/>
                    <a:pt x="4636" y="13908"/>
                  </a:cubicBezTo>
                  <a:cubicBezTo>
                    <a:pt x="5028" y="13278"/>
                    <a:pt x="5871" y="12468"/>
                    <a:pt x="5907" y="11696"/>
                  </a:cubicBezTo>
                  <a:cubicBezTo>
                    <a:pt x="5937" y="11068"/>
                    <a:pt x="5392" y="10355"/>
                    <a:pt x="5128" y="9813"/>
                  </a:cubicBezTo>
                  <a:cubicBezTo>
                    <a:pt x="4614" y="8753"/>
                    <a:pt x="4099" y="7694"/>
                    <a:pt x="3587" y="6635"/>
                  </a:cubicBezTo>
                  <a:cubicBezTo>
                    <a:pt x="2529" y="4456"/>
                    <a:pt x="1471" y="2280"/>
                    <a:pt x="413" y="102"/>
                  </a:cubicBezTo>
                  <a:cubicBezTo>
                    <a:pt x="379" y="31"/>
                    <a:pt x="323" y="1"/>
                    <a:pt x="26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3"/>
            <p:cNvSpPr/>
            <p:nvPr/>
          </p:nvSpPr>
          <p:spPr>
            <a:xfrm rot="-451723">
              <a:off x="3204081" y="1181493"/>
              <a:ext cx="59432" cy="95383"/>
            </a:xfrm>
            <a:custGeom>
              <a:rect b="b" l="l" r="r" t="t"/>
              <a:pathLst>
                <a:path extrusionOk="0" h="4582" w="2855">
                  <a:moveTo>
                    <a:pt x="2428" y="0"/>
                  </a:moveTo>
                  <a:cubicBezTo>
                    <a:pt x="1195" y="0"/>
                    <a:pt x="1" y="994"/>
                    <a:pt x="7" y="2290"/>
                  </a:cubicBezTo>
                  <a:cubicBezTo>
                    <a:pt x="12" y="3585"/>
                    <a:pt x="1185" y="4581"/>
                    <a:pt x="2426" y="4581"/>
                  </a:cubicBezTo>
                  <a:cubicBezTo>
                    <a:pt x="2484" y="4581"/>
                    <a:pt x="2542" y="4579"/>
                    <a:pt x="2600" y="4575"/>
                  </a:cubicBezTo>
                  <a:cubicBezTo>
                    <a:pt x="2844" y="4555"/>
                    <a:pt x="2854" y="4180"/>
                    <a:pt x="2618" y="4180"/>
                  </a:cubicBezTo>
                  <a:cubicBezTo>
                    <a:pt x="2612" y="4180"/>
                    <a:pt x="2606" y="4181"/>
                    <a:pt x="2600" y="4181"/>
                  </a:cubicBezTo>
                  <a:cubicBezTo>
                    <a:pt x="2550" y="4185"/>
                    <a:pt x="2501" y="4187"/>
                    <a:pt x="2451" y="4187"/>
                  </a:cubicBezTo>
                  <a:cubicBezTo>
                    <a:pt x="1419" y="4187"/>
                    <a:pt x="400" y="3390"/>
                    <a:pt x="401" y="2290"/>
                  </a:cubicBezTo>
                  <a:cubicBezTo>
                    <a:pt x="401" y="1191"/>
                    <a:pt x="1419" y="395"/>
                    <a:pt x="2450" y="395"/>
                  </a:cubicBezTo>
                  <a:cubicBezTo>
                    <a:pt x="2500" y="395"/>
                    <a:pt x="2551" y="397"/>
                    <a:pt x="2601" y="400"/>
                  </a:cubicBezTo>
                  <a:cubicBezTo>
                    <a:pt x="2607" y="401"/>
                    <a:pt x="2613" y="401"/>
                    <a:pt x="2619" y="401"/>
                  </a:cubicBezTo>
                  <a:cubicBezTo>
                    <a:pt x="2855" y="401"/>
                    <a:pt x="2849" y="25"/>
                    <a:pt x="2601" y="7"/>
                  </a:cubicBezTo>
                  <a:cubicBezTo>
                    <a:pt x="2544" y="2"/>
                    <a:pt x="2486" y="0"/>
                    <a:pt x="242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 name="Google Shape;1766;p43"/>
          <p:cNvGrpSpPr/>
          <p:nvPr/>
        </p:nvGrpSpPr>
        <p:grpSpPr>
          <a:xfrm>
            <a:off x="6379100" y="2828538"/>
            <a:ext cx="814400" cy="1093000"/>
            <a:chOff x="6379100" y="2828538"/>
            <a:chExt cx="814400" cy="1093000"/>
          </a:xfrm>
        </p:grpSpPr>
        <p:sp>
          <p:nvSpPr>
            <p:cNvPr id="1767" name="Google Shape;1767;p43"/>
            <p:cNvSpPr/>
            <p:nvPr/>
          </p:nvSpPr>
          <p:spPr>
            <a:xfrm>
              <a:off x="6423800" y="3448663"/>
              <a:ext cx="23175" cy="30575"/>
            </a:xfrm>
            <a:custGeom>
              <a:rect b="b" l="l" r="r" t="t"/>
              <a:pathLst>
                <a:path extrusionOk="0" h="1223" w="927">
                  <a:moveTo>
                    <a:pt x="672" y="0"/>
                  </a:moveTo>
                  <a:cubicBezTo>
                    <a:pt x="596" y="0"/>
                    <a:pt x="521" y="40"/>
                    <a:pt x="481" y="111"/>
                  </a:cubicBezTo>
                  <a:cubicBezTo>
                    <a:pt x="332" y="370"/>
                    <a:pt x="191" y="633"/>
                    <a:pt x="56" y="901"/>
                  </a:cubicBezTo>
                  <a:cubicBezTo>
                    <a:pt x="1" y="1008"/>
                    <a:pt x="43" y="1142"/>
                    <a:pt x="154" y="1198"/>
                  </a:cubicBezTo>
                  <a:cubicBezTo>
                    <a:pt x="185" y="1214"/>
                    <a:pt x="220" y="1223"/>
                    <a:pt x="254" y="1223"/>
                  </a:cubicBezTo>
                  <a:cubicBezTo>
                    <a:pt x="334" y="1223"/>
                    <a:pt x="412" y="1179"/>
                    <a:pt x="451" y="1102"/>
                  </a:cubicBezTo>
                  <a:cubicBezTo>
                    <a:pt x="582" y="844"/>
                    <a:pt x="722" y="586"/>
                    <a:pt x="866" y="333"/>
                  </a:cubicBezTo>
                  <a:cubicBezTo>
                    <a:pt x="927" y="224"/>
                    <a:pt x="888" y="90"/>
                    <a:pt x="782" y="30"/>
                  </a:cubicBezTo>
                  <a:cubicBezTo>
                    <a:pt x="748" y="10"/>
                    <a:pt x="710" y="0"/>
                    <a:pt x="67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3"/>
            <p:cNvSpPr/>
            <p:nvPr/>
          </p:nvSpPr>
          <p:spPr>
            <a:xfrm>
              <a:off x="6398775" y="3508563"/>
              <a:ext cx="19725" cy="32000"/>
            </a:xfrm>
            <a:custGeom>
              <a:rect b="b" l="l" r="r" t="t"/>
              <a:pathLst>
                <a:path extrusionOk="0" h="1280" w="789">
                  <a:moveTo>
                    <a:pt x="540" y="1"/>
                  </a:moveTo>
                  <a:cubicBezTo>
                    <a:pt x="451" y="1"/>
                    <a:pt x="366" y="55"/>
                    <a:pt x="332" y="144"/>
                  </a:cubicBezTo>
                  <a:cubicBezTo>
                    <a:pt x="226" y="423"/>
                    <a:pt x="128" y="706"/>
                    <a:pt x="37" y="991"/>
                  </a:cubicBezTo>
                  <a:cubicBezTo>
                    <a:pt x="0" y="1108"/>
                    <a:pt x="64" y="1232"/>
                    <a:pt x="180" y="1270"/>
                  </a:cubicBezTo>
                  <a:cubicBezTo>
                    <a:pt x="202" y="1277"/>
                    <a:pt x="226" y="1280"/>
                    <a:pt x="249" y="1280"/>
                  </a:cubicBezTo>
                  <a:cubicBezTo>
                    <a:pt x="342" y="1280"/>
                    <a:pt x="429" y="1220"/>
                    <a:pt x="458" y="1125"/>
                  </a:cubicBezTo>
                  <a:cubicBezTo>
                    <a:pt x="548" y="849"/>
                    <a:pt x="643" y="575"/>
                    <a:pt x="746" y="301"/>
                  </a:cubicBezTo>
                  <a:cubicBezTo>
                    <a:pt x="789" y="187"/>
                    <a:pt x="732" y="59"/>
                    <a:pt x="617" y="15"/>
                  </a:cubicBezTo>
                  <a:cubicBezTo>
                    <a:pt x="592" y="5"/>
                    <a:pt x="566" y="1"/>
                    <a:pt x="5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3"/>
            <p:cNvSpPr/>
            <p:nvPr/>
          </p:nvSpPr>
          <p:spPr>
            <a:xfrm>
              <a:off x="6971050" y="3305138"/>
              <a:ext cx="24425" cy="29775"/>
            </a:xfrm>
            <a:custGeom>
              <a:rect b="b" l="l" r="r" t="t"/>
              <a:pathLst>
                <a:path extrusionOk="0" h="1191" w="977">
                  <a:moveTo>
                    <a:pt x="250" y="0"/>
                  </a:moveTo>
                  <a:cubicBezTo>
                    <a:pt x="205" y="0"/>
                    <a:pt x="160" y="14"/>
                    <a:pt x="121" y="42"/>
                  </a:cubicBezTo>
                  <a:cubicBezTo>
                    <a:pt x="22" y="113"/>
                    <a:pt x="0" y="253"/>
                    <a:pt x="71" y="350"/>
                  </a:cubicBezTo>
                  <a:cubicBezTo>
                    <a:pt x="242" y="584"/>
                    <a:pt x="395" y="827"/>
                    <a:pt x="528" y="1073"/>
                  </a:cubicBezTo>
                  <a:cubicBezTo>
                    <a:pt x="568" y="1148"/>
                    <a:pt x="644" y="1190"/>
                    <a:pt x="724" y="1190"/>
                  </a:cubicBezTo>
                  <a:cubicBezTo>
                    <a:pt x="759" y="1190"/>
                    <a:pt x="795" y="1182"/>
                    <a:pt x="829" y="1164"/>
                  </a:cubicBezTo>
                  <a:cubicBezTo>
                    <a:pt x="936" y="1105"/>
                    <a:pt x="976" y="972"/>
                    <a:pt x="918" y="864"/>
                  </a:cubicBezTo>
                  <a:cubicBezTo>
                    <a:pt x="776" y="599"/>
                    <a:pt x="610" y="341"/>
                    <a:pt x="430" y="91"/>
                  </a:cubicBezTo>
                  <a:cubicBezTo>
                    <a:pt x="386" y="32"/>
                    <a:pt x="319" y="0"/>
                    <a:pt x="250"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3"/>
            <p:cNvSpPr/>
            <p:nvPr/>
          </p:nvSpPr>
          <p:spPr>
            <a:xfrm>
              <a:off x="6922875" y="3260038"/>
              <a:ext cx="30475" cy="24025"/>
            </a:xfrm>
            <a:custGeom>
              <a:rect b="b" l="l" r="r" t="t"/>
              <a:pathLst>
                <a:path extrusionOk="0" h="961" w="1219">
                  <a:moveTo>
                    <a:pt x="255" y="0"/>
                  </a:moveTo>
                  <a:cubicBezTo>
                    <a:pt x="181" y="0"/>
                    <a:pt x="109" y="37"/>
                    <a:pt x="67" y="103"/>
                  </a:cubicBezTo>
                  <a:cubicBezTo>
                    <a:pt x="0" y="207"/>
                    <a:pt x="33" y="343"/>
                    <a:pt x="135" y="408"/>
                  </a:cubicBezTo>
                  <a:cubicBezTo>
                    <a:pt x="373" y="557"/>
                    <a:pt x="607" y="727"/>
                    <a:pt x="830" y="910"/>
                  </a:cubicBezTo>
                  <a:cubicBezTo>
                    <a:pt x="871" y="945"/>
                    <a:pt x="921" y="961"/>
                    <a:pt x="970" y="961"/>
                  </a:cubicBezTo>
                  <a:cubicBezTo>
                    <a:pt x="1034" y="961"/>
                    <a:pt x="1098" y="934"/>
                    <a:pt x="1140" y="882"/>
                  </a:cubicBezTo>
                  <a:cubicBezTo>
                    <a:pt x="1218" y="788"/>
                    <a:pt x="1204" y="648"/>
                    <a:pt x="1111" y="570"/>
                  </a:cubicBezTo>
                  <a:cubicBezTo>
                    <a:pt x="874" y="374"/>
                    <a:pt x="626" y="195"/>
                    <a:pt x="372" y="34"/>
                  </a:cubicBezTo>
                  <a:cubicBezTo>
                    <a:pt x="335" y="11"/>
                    <a:pt x="295" y="0"/>
                    <a:pt x="255"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3"/>
            <p:cNvSpPr/>
            <p:nvPr/>
          </p:nvSpPr>
          <p:spPr>
            <a:xfrm>
              <a:off x="6929175" y="3478013"/>
              <a:ext cx="29200" cy="14175"/>
            </a:xfrm>
            <a:custGeom>
              <a:rect b="b" l="l" r="r" t="t"/>
              <a:pathLst>
                <a:path extrusionOk="0" h="567" w="1168">
                  <a:moveTo>
                    <a:pt x="1016" y="0"/>
                  </a:moveTo>
                  <a:cubicBezTo>
                    <a:pt x="785" y="84"/>
                    <a:pt x="544" y="125"/>
                    <a:pt x="300" y="125"/>
                  </a:cubicBezTo>
                  <a:lnTo>
                    <a:pt x="233" y="124"/>
                  </a:lnTo>
                  <a:cubicBezTo>
                    <a:pt x="231" y="124"/>
                    <a:pt x="230" y="124"/>
                    <a:pt x="228" y="124"/>
                  </a:cubicBezTo>
                  <a:cubicBezTo>
                    <a:pt x="110" y="124"/>
                    <a:pt x="8" y="218"/>
                    <a:pt x="5" y="336"/>
                  </a:cubicBezTo>
                  <a:cubicBezTo>
                    <a:pt x="1" y="458"/>
                    <a:pt x="97" y="561"/>
                    <a:pt x="218" y="565"/>
                  </a:cubicBezTo>
                  <a:lnTo>
                    <a:pt x="300" y="566"/>
                  </a:lnTo>
                  <a:cubicBezTo>
                    <a:pt x="591" y="566"/>
                    <a:pt x="880" y="517"/>
                    <a:pt x="1163" y="419"/>
                  </a:cubicBezTo>
                  <a:cubicBezTo>
                    <a:pt x="1165" y="419"/>
                    <a:pt x="1165" y="419"/>
                    <a:pt x="1168" y="417"/>
                  </a:cubicBezTo>
                  <a:lnTo>
                    <a:pt x="1016" y="0"/>
                  </a:ln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3"/>
            <p:cNvSpPr/>
            <p:nvPr/>
          </p:nvSpPr>
          <p:spPr>
            <a:xfrm>
              <a:off x="6945000" y="2974413"/>
              <a:ext cx="27925" cy="26725"/>
            </a:xfrm>
            <a:custGeom>
              <a:rect b="b" l="l" r="r" t="t"/>
              <a:pathLst>
                <a:path extrusionOk="0" h="1069" w="1117">
                  <a:moveTo>
                    <a:pt x="872" y="0"/>
                  </a:moveTo>
                  <a:cubicBezTo>
                    <a:pt x="817" y="0"/>
                    <a:pt x="761" y="21"/>
                    <a:pt x="719" y="63"/>
                  </a:cubicBezTo>
                  <a:cubicBezTo>
                    <a:pt x="504" y="268"/>
                    <a:pt x="294" y="480"/>
                    <a:pt x="85" y="694"/>
                  </a:cubicBezTo>
                  <a:cubicBezTo>
                    <a:pt x="0" y="783"/>
                    <a:pt x="4" y="922"/>
                    <a:pt x="91" y="1006"/>
                  </a:cubicBezTo>
                  <a:cubicBezTo>
                    <a:pt x="133" y="1047"/>
                    <a:pt x="189" y="1068"/>
                    <a:pt x="245" y="1068"/>
                  </a:cubicBezTo>
                  <a:cubicBezTo>
                    <a:pt x="304" y="1068"/>
                    <a:pt x="360" y="1045"/>
                    <a:pt x="404" y="1000"/>
                  </a:cubicBezTo>
                  <a:cubicBezTo>
                    <a:pt x="607" y="790"/>
                    <a:pt x="814" y="584"/>
                    <a:pt x="1025" y="382"/>
                  </a:cubicBezTo>
                  <a:cubicBezTo>
                    <a:pt x="1112" y="297"/>
                    <a:pt x="1116" y="156"/>
                    <a:pt x="1031" y="68"/>
                  </a:cubicBezTo>
                  <a:cubicBezTo>
                    <a:pt x="988" y="23"/>
                    <a:pt x="930" y="0"/>
                    <a:pt x="87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3"/>
            <p:cNvSpPr/>
            <p:nvPr/>
          </p:nvSpPr>
          <p:spPr>
            <a:xfrm>
              <a:off x="6901875" y="3023138"/>
              <a:ext cx="26125" cy="28550"/>
            </a:xfrm>
            <a:custGeom>
              <a:rect b="b" l="l" r="r" t="t"/>
              <a:pathLst>
                <a:path extrusionOk="0" h="1142" w="1045">
                  <a:moveTo>
                    <a:pt x="797" y="0"/>
                  </a:moveTo>
                  <a:cubicBezTo>
                    <a:pt x="732" y="0"/>
                    <a:pt x="668" y="28"/>
                    <a:pt x="623" y="82"/>
                  </a:cubicBezTo>
                  <a:cubicBezTo>
                    <a:pt x="435" y="312"/>
                    <a:pt x="250" y="547"/>
                    <a:pt x="73" y="787"/>
                  </a:cubicBezTo>
                  <a:cubicBezTo>
                    <a:pt x="1" y="885"/>
                    <a:pt x="21" y="1022"/>
                    <a:pt x="118" y="1097"/>
                  </a:cubicBezTo>
                  <a:cubicBezTo>
                    <a:pt x="157" y="1127"/>
                    <a:pt x="205" y="1141"/>
                    <a:pt x="250" y="1141"/>
                  </a:cubicBezTo>
                  <a:cubicBezTo>
                    <a:pt x="318" y="1141"/>
                    <a:pt x="385" y="1111"/>
                    <a:pt x="428" y="1053"/>
                  </a:cubicBezTo>
                  <a:cubicBezTo>
                    <a:pt x="603" y="818"/>
                    <a:pt x="782" y="588"/>
                    <a:pt x="966" y="363"/>
                  </a:cubicBezTo>
                  <a:cubicBezTo>
                    <a:pt x="1044" y="266"/>
                    <a:pt x="1030" y="126"/>
                    <a:pt x="935" y="49"/>
                  </a:cubicBezTo>
                  <a:cubicBezTo>
                    <a:pt x="895" y="16"/>
                    <a:pt x="846" y="0"/>
                    <a:pt x="797"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3"/>
            <p:cNvSpPr/>
            <p:nvPr/>
          </p:nvSpPr>
          <p:spPr>
            <a:xfrm>
              <a:off x="6866225" y="3077238"/>
              <a:ext cx="23600" cy="30325"/>
            </a:xfrm>
            <a:custGeom>
              <a:rect b="b" l="l" r="r" t="t"/>
              <a:pathLst>
                <a:path extrusionOk="0" h="1213" w="944">
                  <a:moveTo>
                    <a:pt x="689" y="1"/>
                  </a:moveTo>
                  <a:cubicBezTo>
                    <a:pt x="613" y="1"/>
                    <a:pt x="540" y="39"/>
                    <a:pt x="499" y="109"/>
                  </a:cubicBezTo>
                  <a:cubicBezTo>
                    <a:pt x="346" y="364"/>
                    <a:pt x="199" y="624"/>
                    <a:pt x="57" y="886"/>
                  </a:cubicBezTo>
                  <a:cubicBezTo>
                    <a:pt x="0" y="995"/>
                    <a:pt x="41" y="1127"/>
                    <a:pt x="148" y="1187"/>
                  </a:cubicBezTo>
                  <a:cubicBezTo>
                    <a:pt x="180" y="1204"/>
                    <a:pt x="216" y="1212"/>
                    <a:pt x="251" y="1212"/>
                  </a:cubicBezTo>
                  <a:cubicBezTo>
                    <a:pt x="329" y="1212"/>
                    <a:pt x="407" y="1170"/>
                    <a:pt x="447" y="1096"/>
                  </a:cubicBezTo>
                  <a:cubicBezTo>
                    <a:pt x="584" y="839"/>
                    <a:pt x="729" y="585"/>
                    <a:pt x="879" y="336"/>
                  </a:cubicBezTo>
                  <a:cubicBezTo>
                    <a:pt x="943" y="231"/>
                    <a:pt x="908" y="95"/>
                    <a:pt x="803" y="32"/>
                  </a:cubicBezTo>
                  <a:cubicBezTo>
                    <a:pt x="767" y="11"/>
                    <a:pt x="727" y="1"/>
                    <a:pt x="689"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3"/>
            <p:cNvSpPr/>
            <p:nvPr/>
          </p:nvSpPr>
          <p:spPr>
            <a:xfrm>
              <a:off x="6862000" y="3234913"/>
              <a:ext cx="33525" cy="17300"/>
            </a:xfrm>
            <a:custGeom>
              <a:rect b="b" l="l" r="r" t="t"/>
              <a:pathLst>
                <a:path extrusionOk="0" h="692" w="1341">
                  <a:moveTo>
                    <a:pt x="240" y="1"/>
                  </a:moveTo>
                  <a:cubicBezTo>
                    <a:pt x="140" y="1"/>
                    <a:pt x="52" y="69"/>
                    <a:pt x="29" y="171"/>
                  </a:cubicBezTo>
                  <a:cubicBezTo>
                    <a:pt x="0" y="288"/>
                    <a:pt x="73" y="407"/>
                    <a:pt x="192" y="437"/>
                  </a:cubicBezTo>
                  <a:cubicBezTo>
                    <a:pt x="475" y="505"/>
                    <a:pt x="753" y="586"/>
                    <a:pt x="1020" y="678"/>
                  </a:cubicBezTo>
                  <a:cubicBezTo>
                    <a:pt x="1044" y="688"/>
                    <a:pt x="1070" y="691"/>
                    <a:pt x="1092" y="691"/>
                  </a:cubicBezTo>
                  <a:cubicBezTo>
                    <a:pt x="1184" y="691"/>
                    <a:pt x="1270" y="634"/>
                    <a:pt x="1301" y="542"/>
                  </a:cubicBezTo>
                  <a:cubicBezTo>
                    <a:pt x="1340" y="427"/>
                    <a:pt x="1279" y="301"/>
                    <a:pt x="1165" y="261"/>
                  </a:cubicBezTo>
                  <a:cubicBezTo>
                    <a:pt x="885" y="164"/>
                    <a:pt x="592" y="78"/>
                    <a:pt x="294" y="8"/>
                  </a:cubicBezTo>
                  <a:cubicBezTo>
                    <a:pt x="276" y="3"/>
                    <a:pt x="258" y="1"/>
                    <a:pt x="2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3"/>
            <p:cNvSpPr/>
            <p:nvPr/>
          </p:nvSpPr>
          <p:spPr>
            <a:xfrm>
              <a:off x="6871175" y="3451538"/>
              <a:ext cx="29100" cy="25550"/>
            </a:xfrm>
            <a:custGeom>
              <a:rect b="b" l="l" r="r" t="t"/>
              <a:pathLst>
                <a:path extrusionOk="0" h="1022" w="1164">
                  <a:moveTo>
                    <a:pt x="244" y="0"/>
                  </a:moveTo>
                  <a:cubicBezTo>
                    <a:pt x="189" y="0"/>
                    <a:pt x="134" y="21"/>
                    <a:pt x="91" y="62"/>
                  </a:cubicBezTo>
                  <a:cubicBezTo>
                    <a:pt x="3" y="148"/>
                    <a:pt x="1" y="287"/>
                    <a:pt x="86" y="374"/>
                  </a:cubicBezTo>
                  <a:cubicBezTo>
                    <a:pt x="308" y="604"/>
                    <a:pt x="542" y="808"/>
                    <a:pt x="783" y="980"/>
                  </a:cubicBezTo>
                  <a:cubicBezTo>
                    <a:pt x="823" y="1008"/>
                    <a:pt x="867" y="1021"/>
                    <a:pt x="911" y="1021"/>
                  </a:cubicBezTo>
                  <a:cubicBezTo>
                    <a:pt x="981" y="1021"/>
                    <a:pt x="1049" y="988"/>
                    <a:pt x="1093" y="929"/>
                  </a:cubicBezTo>
                  <a:cubicBezTo>
                    <a:pt x="1163" y="830"/>
                    <a:pt x="1141" y="691"/>
                    <a:pt x="1042" y="620"/>
                  </a:cubicBezTo>
                  <a:cubicBezTo>
                    <a:pt x="822" y="467"/>
                    <a:pt x="606" y="279"/>
                    <a:pt x="403" y="67"/>
                  </a:cubicBezTo>
                  <a:cubicBezTo>
                    <a:pt x="360" y="23"/>
                    <a:pt x="302" y="0"/>
                    <a:pt x="244"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3"/>
            <p:cNvSpPr/>
            <p:nvPr/>
          </p:nvSpPr>
          <p:spPr>
            <a:xfrm>
              <a:off x="7160975" y="2828538"/>
              <a:ext cx="32525" cy="20750"/>
            </a:xfrm>
            <a:custGeom>
              <a:rect b="b" l="l" r="r" t="t"/>
              <a:pathLst>
                <a:path extrusionOk="0" h="830" w="1301">
                  <a:moveTo>
                    <a:pt x="1047" y="1"/>
                  </a:moveTo>
                  <a:cubicBezTo>
                    <a:pt x="1015" y="1"/>
                    <a:pt x="983" y="8"/>
                    <a:pt x="953" y="22"/>
                  </a:cubicBezTo>
                  <a:cubicBezTo>
                    <a:pt x="685" y="151"/>
                    <a:pt x="420" y="281"/>
                    <a:pt x="153" y="411"/>
                  </a:cubicBezTo>
                  <a:cubicBezTo>
                    <a:pt x="44" y="466"/>
                    <a:pt x="0" y="600"/>
                    <a:pt x="54" y="707"/>
                  </a:cubicBezTo>
                  <a:cubicBezTo>
                    <a:pt x="94" y="785"/>
                    <a:pt x="172" y="829"/>
                    <a:pt x="253" y="829"/>
                  </a:cubicBezTo>
                  <a:cubicBezTo>
                    <a:pt x="287" y="829"/>
                    <a:pt x="321" y="822"/>
                    <a:pt x="352" y="807"/>
                  </a:cubicBezTo>
                  <a:cubicBezTo>
                    <a:pt x="614" y="676"/>
                    <a:pt x="881" y="549"/>
                    <a:pt x="1145" y="422"/>
                  </a:cubicBezTo>
                  <a:cubicBezTo>
                    <a:pt x="1252" y="371"/>
                    <a:pt x="1301" y="239"/>
                    <a:pt x="1248" y="127"/>
                  </a:cubicBezTo>
                  <a:cubicBezTo>
                    <a:pt x="1210" y="48"/>
                    <a:pt x="1130" y="1"/>
                    <a:pt x="104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3"/>
            <p:cNvSpPr/>
            <p:nvPr/>
          </p:nvSpPr>
          <p:spPr>
            <a:xfrm>
              <a:off x="7102500" y="2858738"/>
              <a:ext cx="31825" cy="21925"/>
            </a:xfrm>
            <a:custGeom>
              <a:rect b="b" l="l" r="r" t="t"/>
              <a:pathLst>
                <a:path extrusionOk="0" h="877" w="1273">
                  <a:moveTo>
                    <a:pt x="1023" y="1"/>
                  </a:moveTo>
                  <a:cubicBezTo>
                    <a:pt x="987" y="1"/>
                    <a:pt x="950" y="9"/>
                    <a:pt x="917" y="28"/>
                  </a:cubicBezTo>
                  <a:cubicBezTo>
                    <a:pt x="659" y="172"/>
                    <a:pt x="399" y="316"/>
                    <a:pt x="143" y="465"/>
                  </a:cubicBezTo>
                  <a:cubicBezTo>
                    <a:pt x="36" y="526"/>
                    <a:pt x="1" y="662"/>
                    <a:pt x="60" y="767"/>
                  </a:cubicBezTo>
                  <a:cubicBezTo>
                    <a:pt x="101" y="838"/>
                    <a:pt x="177" y="876"/>
                    <a:pt x="252" y="876"/>
                  </a:cubicBezTo>
                  <a:cubicBezTo>
                    <a:pt x="290" y="876"/>
                    <a:pt x="328" y="868"/>
                    <a:pt x="362" y="847"/>
                  </a:cubicBezTo>
                  <a:cubicBezTo>
                    <a:pt x="615" y="699"/>
                    <a:pt x="873" y="556"/>
                    <a:pt x="1128" y="414"/>
                  </a:cubicBezTo>
                  <a:cubicBezTo>
                    <a:pt x="1235" y="356"/>
                    <a:pt x="1273" y="221"/>
                    <a:pt x="1215" y="113"/>
                  </a:cubicBezTo>
                  <a:cubicBezTo>
                    <a:pt x="1176" y="42"/>
                    <a:pt x="1100" y="1"/>
                    <a:pt x="102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3"/>
            <p:cNvSpPr/>
            <p:nvPr/>
          </p:nvSpPr>
          <p:spPr>
            <a:xfrm>
              <a:off x="6983925" y="3430588"/>
              <a:ext cx="22525" cy="30775"/>
            </a:xfrm>
            <a:custGeom>
              <a:rect b="b" l="l" r="r" t="t"/>
              <a:pathLst>
                <a:path extrusionOk="0" h="1231" w="901">
                  <a:moveTo>
                    <a:pt x="651" y="0"/>
                  </a:moveTo>
                  <a:cubicBezTo>
                    <a:pt x="561" y="0"/>
                    <a:pt x="478" y="55"/>
                    <a:pt x="443" y="145"/>
                  </a:cubicBezTo>
                  <a:cubicBezTo>
                    <a:pt x="343" y="414"/>
                    <a:pt x="217" y="662"/>
                    <a:pt x="67" y="888"/>
                  </a:cubicBezTo>
                  <a:cubicBezTo>
                    <a:pt x="0" y="988"/>
                    <a:pt x="27" y="1127"/>
                    <a:pt x="129" y="1194"/>
                  </a:cubicBezTo>
                  <a:cubicBezTo>
                    <a:pt x="166" y="1220"/>
                    <a:pt x="209" y="1231"/>
                    <a:pt x="251" y="1231"/>
                  </a:cubicBezTo>
                  <a:cubicBezTo>
                    <a:pt x="322" y="1231"/>
                    <a:pt x="393" y="1198"/>
                    <a:pt x="436" y="1132"/>
                  </a:cubicBezTo>
                  <a:cubicBezTo>
                    <a:pt x="604" y="881"/>
                    <a:pt x="746" y="598"/>
                    <a:pt x="858" y="299"/>
                  </a:cubicBezTo>
                  <a:cubicBezTo>
                    <a:pt x="901" y="184"/>
                    <a:pt x="844" y="57"/>
                    <a:pt x="729" y="14"/>
                  </a:cubicBezTo>
                  <a:cubicBezTo>
                    <a:pt x="703" y="5"/>
                    <a:pt x="677" y="0"/>
                    <a:pt x="651"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3"/>
            <p:cNvSpPr/>
            <p:nvPr/>
          </p:nvSpPr>
          <p:spPr>
            <a:xfrm>
              <a:off x="6998300" y="3365163"/>
              <a:ext cx="14250" cy="33025"/>
            </a:xfrm>
            <a:custGeom>
              <a:rect b="b" l="l" r="r" t="t"/>
              <a:pathLst>
                <a:path extrusionOk="0" h="1321" w="570">
                  <a:moveTo>
                    <a:pt x="239" y="1"/>
                  </a:moveTo>
                  <a:cubicBezTo>
                    <a:pt x="226" y="1"/>
                    <a:pt x="212" y="2"/>
                    <a:pt x="198" y="5"/>
                  </a:cubicBezTo>
                  <a:cubicBezTo>
                    <a:pt x="78" y="30"/>
                    <a:pt x="1" y="147"/>
                    <a:pt x="24" y="266"/>
                  </a:cubicBezTo>
                  <a:cubicBezTo>
                    <a:pt x="80" y="544"/>
                    <a:pt x="114" y="827"/>
                    <a:pt x="123" y="1105"/>
                  </a:cubicBezTo>
                  <a:cubicBezTo>
                    <a:pt x="127" y="1227"/>
                    <a:pt x="226" y="1321"/>
                    <a:pt x="346" y="1321"/>
                  </a:cubicBezTo>
                  <a:lnTo>
                    <a:pt x="353" y="1321"/>
                  </a:lnTo>
                  <a:cubicBezTo>
                    <a:pt x="475" y="1317"/>
                    <a:pt x="570" y="1214"/>
                    <a:pt x="567" y="1091"/>
                  </a:cubicBezTo>
                  <a:cubicBezTo>
                    <a:pt x="555" y="786"/>
                    <a:pt x="520" y="480"/>
                    <a:pt x="459" y="176"/>
                  </a:cubicBezTo>
                  <a:cubicBezTo>
                    <a:pt x="438" y="73"/>
                    <a:pt x="342" y="1"/>
                    <a:pt x="239"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3"/>
            <p:cNvSpPr/>
            <p:nvPr/>
          </p:nvSpPr>
          <p:spPr>
            <a:xfrm>
              <a:off x="6993525" y="2931063"/>
              <a:ext cx="29675" cy="24925"/>
            </a:xfrm>
            <a:custGeom>
              <a:rect b="b" l="l" r="r" t="t"/>
              <a:pathLst>
                <a:path extrusionOk="0" h="997" w="1187">
                  <a:moveTo>
                    <a:pt x="937" y="0"/>
                  </a:moveTo>
                  <a:cubicBezTo>
                    <a:pt x="889" y="0"/>
                    <a:pt x="841" y="16"/>
                    <a:pt x="802" y="47"/>
                  </a:cubicBezTo>
                  <a:cubicBezTo>
                    <a:pt x="568" y="230"/>
                    <a:pt x="335" y="415"/>
                    <a:pt x="107" y="605"/>
                  </a:cubicBezTo>
                  <a:cubicBezTo>
                    <a:pt x="13" y="683"/>
                    <a:pt x="1" y="824"/>
                    <a:pt x="79" y="917"/>
                  </a:cubicBezTo>
                  <a:cubicBezTo>
                    <a:pt x="122" y="971"/>
                    <a:pt x="185" y="997"/>
                    <a:pt x="249" y="997"/>
                  </a:cubicBezTo>
                  <a:cubicBezTo>
                    <a:pt x="298" y="997"/>
                    <a:pt x="349" y="981"/>
                    <a:pt x="390" y="946"/>
                  </a:cubicBezTo>
                  <a:cubicBezTo>
                    <a:pt x="616" y="759"/>
                    <a:pt x="843" y="576"/>
                    <a:pt x="1073" y="394"/>
                  </a:cubicBezTo>
                  <a:cubicBezTo>
                    <a:pt x="1169" y="320"/>
                    <a:pt x="1186" y="180"/>
                    <a:pt x="1112" y="85"/>
                  </a:cubicBezTo>
                  <a:cubicBezTo>
                    <a:pt x="1068" y="29"/>
                    <a:pt x="1002" y="0"/>
                    <a:pt x="937"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3"/>
            <p:cNvSpPr/>
            <p:nvPr/>
          </p:nvSpPr>
          <p:spPr>
            <a:xfrm>
              <a:off x="7046375" y="2892713"/>
              <a:ext cx="31025" cy="23375"/>
            </a:xfrm>
            <a:custGeom>
              <a:rect b="b" l="l" r="r" t="t"/>
              <a:pathLst>
                <a:path extrusionOk="0" h="935" w="1241">
                  <a:moveTo>
                    <a:pt x="988" y="0"/>
                  </a:moveTo>
                  <a:cubicBezTo>
                    <a:pt x="947" y="0"/>
                    <a:pt x="906" y="11"/>
                    <a:pt x="869" y="35"/>
                  </a:cubicBezTo>
                  <a:cubicBezTo>
                    <a:pt x="618" y="197"/>
                    <a:pt x="372" y="361"/>
                    <a:pt x="127" y="530"/>
                  </a:cubicBezTo>
                  <a:cubicBezTo>
                    <a:pt x="26" y="599"/>
                    <a:pt x="1" y="737"/>
                    <a:pt x="70" y="839"/>
                  </a:cubicBezTo>
                  <a:cubicBezTo>
                    <a:pt x="113" y="900"/>
                    <a:pt x="182" y="934"/>
                    <a:pt x="253" y="934"/>
                  </a:cubicBezTo>
                  <a:cubicBezTo>
                    <a:pt x="296" y="934"/>
                    <a:pt x="340" y="921"/>
                    <a:pt x="380" y="896"/>
                  </a:cubicBezTo>
                  <a:cubicBezTo>
                    <a:pt x="621" y="730"/>
                    <a:pt x="863" y="567"/>
                    <a:pt x="1110" y="408"/>
                  </a:cubicBezTo>
                  <a:cubicBezTo>
                    <a:pt x="1212" y="340"/>
                    <a:pt x="1240" y="204"/>
                    <a:pt x="1175" y="102"/>
                  </a:cubicBezTo>
                  <a:cubicBezTo>
                    <a:pt x="1132" y="35"/>
                    <a:pt x="1060" y="0"/>
                    <a:pt x="98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3"/>
            <p:cNvSpPr/>
            <p:nvPr/>
          </p:nvSpPr>
          <p:spPr>
            <a:xfrm>
              <a:off x="6379100" y="3638013"/>
              <a:ext cx="11900" cy="33175"/>
            </a:xfrm>
            <a:custGeom>
              <a:rect b="b" l="l" r="r" t="t"/>
              <a:pathLst>
                <a:path extrusionOk="0" h="1327" w="476">
                  <a:moveTo>
                    <a:pt x="248" y="0"/>
                  </a:moveTo>
                  <a:cubicBezTo>
                    <a:pt x="132" y="0"/>
                    <a:pt x="34" y="90"/>
                    <a:pt x="27" y="209"/>
                  </a:cubicBezTo>
                  <a:cubicBezTo>
                    <a:pt x="10" y="507"/>
                    <a:pt x="2" y="804"/>
                    <a:pt x="0" y="1105"/>
                  </a:cubicBezTo>
                  <a:cubicBezTo>
                    <a:pt x="0" y="1227"/>
                    <a:pt x="100" y="1326"/>
                    <a:pt x="222" y="1326"/>
                  </a:cubicBezTo>
                  <a:cubicBezTo>
                    <a:pt x="343" y="1326"/>
                    <a:pt x="443" y="1227"/>
                    <a:pt x="443" y="1106"/>
                  </a:cubicBezTo>
                  <a:cubicBezTo>
                    <a:pt x="446" y="816"/>
                    <a:pt x="454" y="524"/>
                    <a:pt x="468" y="233"/>
                  </a:cubicBezTo>
                  <a:cubicBezTo>
                    <a:pt x="475" y="109"/>
                    <a:pt x="382" y="6"/>
                    <a:pt x="258" y="0"/>
                  </a:cubicBezTo>
                  <a:cubicBezTo>
                    <a:pt x="255" y="0"/>
                    <a:pt x="251" y="0"/>
                    <a:pt x="24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3"/>
            <p:cNvSpPr/>
            <p:nvPr/>
          </p:nvSpPr>
          <p:spPr>
            <a:xfrm>
              <a:off x="6411700" y="3832713"/>
              <a:ext cx="21475" cy="31375"/>
            </a:xfrm>
            <a:custGeom>
              <a:rect b="b" l="l" r="r" t="t"/>
              <a:pathLst>
                <a:path extrusionOk="0" h="1255" w="859">
                  <a:moveTo>
                    <a:pt x="252" y="0"/>
                  </a:moveTo>
                  <a:cubicBezTo>
                    <a:pt x="224" y="0"/>
                    <a:pt x="195" y="6"/>
                    <a:pt x="167" y="18"/>
                  </a:cubicBezTo>
                  <a:cubicBezTo>
                    <a:pt x="53" y="63"/>
                    <a:pt x="1" y="192"/>
                    <a:pt x="46" y="305"/>
                  </a:cubicBezTo>
                  <a:cubicBezTo>
                    <a:pt x="160" y="582"/>
                    <a:pt x="280" y="856"/>
                    <a:pt x="407" y="1126"/>
                  </a:cubicBezTo>
                  <a:cubicBezTo>
                    <a:pt x="443" y="1206"/>
                    <a:pt x="524" y="1254"/>
                    <a:pt x="606" y="1254"/>
                  </a:cubicBezTo>
                  <a:cubicBezTo>
                    <a:pt x="639" y="1254"/>
                    <a:pt x="670" y="1247"/>
                    <a:pt x="700" y="1233"/>
                  </a:cubicBezTo>
                  <a:cubicBezTo>
                    <a:pt x="811" y="1182"/>
                    <a:pt x="859" y="1048"/>
                    <a:pt x="806" y="939"/>
                  </a:cubicBezTo>
                  <a:cubicBezTo>
                    <a:pt x="684" y="674"/>
                    <a:pt x="568" y="407"/>
                    <a:pt x="456" y="138"/>
                  </a:cubicBezTo>
                  <a:cubicBezTo>
                    <a:pt x="421" y="53"/>
                    <a:pt x="339" y="0"/>
                    <a:pt x="25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3"/>
            <p:cNvSpPr/>
            <p:nvPr/>
          </p:nvSpPr>
          <p:spPr>
            <a:xfrm>
              <a:off x="6383925" y="3572188"/>
              <a:ext cx="15875" cy="32875"/>
            </a:xfrm>
            <a:custGeom>
              <a:rect b="b" l="l" r="r" t="t"/>
              <a:pathLst>
                <a:path extrusionOk="0" h="1315" w="635">
                  <a:moveTo>
                    <a:pt x="396" y="0"/>
                  </a:moveTo>
                  <a:cubicBezTo>
                    <a:pt x="293" y="0"/>
                    <a:pt x="197" y="70"/>
                    <a:pt x="177" y="176"/>
                  </a:cubicBezTo>
                  <a:cubicBezTo>
                    <a:pt x="116" y="468"/>
                    <a:pt x="64" y="763"/>
                    <a:pt x="17" y="1056"/>
                  </a:cubicBezTo>
                  <a:cubicBezTo>
                    <a:pt x="0" y="1181"/>
                    <a:pt x="84" y="1295"/>
                    <a:pt x="204" y="1313"/>
                  </a:cubicBezTo>
                  <a:cubicBezTo>
                    <a:pt x="214" y="1314"/>
                    <a:pt x="227" y="1314"/>
                    <a:pt x="237" y="1314"/>
                  </a:cubicBezTo>
                  <a:cubicBezTo>
                    <a:pt x="343" y="1314"/>
                    <a:pt x="440" y="1236"/>
                    <a:pt x="455" y="1126"/>
                  </a:cubicBezTo>
                  <a:cubicBezTo>
                    <a:pt x="499" y="839"/>
                    <a:pt x="552" y="551"/>
                    <a:pt x="610" y="266"/>
                  </a:cubicBezTo>
                  <a:cubicBezTo>
                    <a:pt x="634" y="147"/>
                    <a:pt x="559" y="31"/>
                    <a:pt x="438" y="4"/>
                  </a:cubicBezTo>
                  <a:cubicBezTo>
                    <a:pt x="424" y="1"/>
                    <a:pt x="410" y="0"/>
                    <a:pt x="39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3"/>
            <p:cNvSpPr/>
            <p:nvPr/>
          </p:nvSpPr>
          <p:spPr>
            <a:xfrm>
              <a:off x="6391475" y="3769638"/>
              <a:ext cx="18125" cy="32425"/>
            </a:xfrm>
            <a:custGeom>
              <a:rect b="b" l="l" r="r" t="t"/>
              <a:pathLst>
                <a:path extrusionOk="0" h="1297" w="725">
                  <a:moveTo>
                    <a:pt x="243" y="0"/>
                  </a:moveTo>
                  <a:cubicBezTo>
                    <a:pt x="225" y="0"/>
                    <a:pt x="208" y="2"/>
                    <a:pt x="190" y="6"/>
                  </a:cubicBezTo>
                  <a:cubicBezTo>
                    <a:pt x="73" y="35"/>
                    <a:pt x="0" y="155"/>
                    <a:pt x="30" y="274"/>
                  </a:cubicBezTo>
                  <a:cubicBezTo>
                    <a:pt x="101" y="565"/>
                    <a:pt x="179" y="853"/>
                    <a:pt x="264" y="1139"/>
                  </a:cubicBezTo>
                  <a:cubicBezTo>
                    <a:pt x="292" y="1236"/>
                    <a:pt x="380" y="1297"/>
                    <a:pt x="477" y="1297"/>
                  </a:cubicBezTo>
                  <a:cubicBezTo>
                    <a:pt x="498" y="1297"/>
                    <a:pt x="519" y="1294"/>
                    <a:pt x="541" y="1288"/>
                  </a:cubicBezTo>
                  <a:cubicBezTo>
                    <a:pt x="657" y="1253"/>
                    <a:pt x="725" y="1131"/>
                    <a:pt x="689" y="1013"/>
                  </a:cubicBezTo>
                  <a:cubicBezTo>
                    <a:pt x="604" y="734"/>
                    <a:pt x="528" y="453"/>
                    <a:pt x="458" y="169"/>
                  </a:cubicBezTo>
                  <a:cubicBezTo>
                    <a:pt x="434" y="69"/>
                    <a:pt x="344" y="0"/>
                    <a:pt x="24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3"/>
            <p:cNvSpPr/>
            <p:nvPr/>
          </p:nvSpPr>
          <p:spPr>
            <a:xfrm>
              <a:off x="6380825" y="3704263"/>
              <a:ext cx="14275" cy="33025"/>
            </a:xfrm>
            <a:custGeom>
              <a:rect b="b" l="l" r="r" t="t"/>
              <a:pathLst>
                <a:path extrusionOk="0" h="1321" w="571">
                  <a:moveTo>
                    <a:pt x="235" y="1"/>
                  </a:moveTo>
                  <a:cubicBezTo>
                    <a:pt x="227" y="1"/>
                    <a:pt x="219" y="1"/>
                    <a:pt x="211" y="2"/>
                  </a:cubicBezTo>
                  <a:cubicBezTo>
                    <a:pt x="89" y="12"/>
                    <a:pt x="1" y="121"/>
                    <a:pt x="11" y="243"/>
                  </a:cubicBezTo>
                  <a:cubicBezTo>
                    <a:pt x="39" y="541"/>
                    <a:pt x="75" y="837"/>
                    <a:pt x="116" y="1131"/>
                  </a:cubicBezTo>
                  <a:cubicBezTo>
                    <a:pt x="131" y="1242"/>
                    <a:pt x="225" y="1321"/>
                    <a:pt x="334" y="1321"/>
                  </a:cubicBezTo>
                  <a:cubicBezTo>
                    <a:pt x="344" y="1321"/>
                    <a:pt x="355" y="1321"/>
                    <a:pt x="365" y="1320"/>
                  </a:cubicBezTo>
                  <a:cubicBezTo>
                    <a:pt x="487" y="1303"/>
                    <a:pt x="571" y="1192"/>
                    <a:pt x="555" y="1069"/>
                  </a:cubicBezTo>
                  <a:cubicBezTo>
                    <a:pt x="514" y="781"/>
                    <a:pt x="480" y="491"/>
                    <a:pt x="452" y="201"/>
                  </a:cubicBezTo>
                  <a:cubicBezTo>
                    <a:pt x="441" y="88"/>
                    <a:pt x="344" y="1"/>
                    <a:pt x="235"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3"/>
            <p:cNvSpPr/>
            <p:nvPr/>
          </p:nvSpPr>
          <p:spPr>
            <a:xfrm>
              <a:off x="6441450" y="3891938"/>
              <a:ext cx="24600" cy="29600"/>
            </a:xfrm>
            <a:custGeom>
              <a:rect b="b" l="l" r="r" t="t"/>
              <a:pathLst>
                <a:path extrusionOk="0" h="1184" w="984">
                  <a:moveTo>
                    <a:pt x="253" y="0"/>
                  </a:moveTo>
                  <a:cubicBezTo>
                    <a:pt x="214" y="0"/>
                    <a:pt x="174" y="10"/>
                    <a:pt x="138" y="32"/>
                  </a:cubicBezTo>
                  <a:cubicBezTo>
                    <a:pt x="33" y="96"/>
                    <a:pt x="1" y="231"/>
                    <a:pt x="63" y="336"/>
                  </a:cubicBezTo>
                  <a:cubicBezTo>
                    <a:pt x="219" y="591"/>
                    <a:pt x="381" y="842"/>
                    <a:pt x="550" y="1089"/>
                  </a:cubicBezTo>
                  <a:cubicBezTo>
                    <a:pt x="592" y="1151"/>
                    <a:pt x="662" y="1184"/>
                    <a:pt x="732" y="1184"/>
                  </a:cubicBezTo>
                  <a:cubicBezTo>
                    <a:pt x="775" y="1184"/>
                    <a:pt x="819" y="1172"/>
                    <a:pt x="856" y="1146"/>
                  </a:cubicBezTo>
                  <a:cubicBezTo>
                    <a:pt x="957" y="1076"/>
                    <a:pt x="983" y="940"/>
                    <a:pt x="914" y="839"/>
                  </a:cubicBezTo>
                  <a:cubicBezTo>
                    <a:pt x="752" y="600"/>
                    <a:pt x="594" y="354"/>
                    <a:pt x="443" y="106"/>
                  </a:cubicBezTo>
                  <a:cubicBezTo>
                    <a:pt x="401" y="38"/>
                    <a:pt x="328" y="0"/>
                    <a:pt x="25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3"/>
            <p:cNvSpPr/>
            <p:nvPr/>
          </p:nvSpPr>
          <p:spPr>
            <a:xfrm>
              <a:off x="6606000" y="3270288"/>
              <a:ext cx="32175" cy="21275"/>
            </a:xfrm>
            <a:custGeom>
              <a:rect b="b" l="l" r="r" t="t"/>
              <a:pathLst>
                <a:path extrusionOk="0" h="851" w="1287">
                  <a:moveTo>
                    <a:pt x="1038" y="0"/>
                  </a:moveTo>
                  <a:cubicBezTo>
                    <a:pt x="1005" y="0"/>
                    <a:pt x="971" y="8"/>
                    <a:pt x="939" y="23"/>
                  </a:cubicBezTo>
                  <a:cubicBezTo>
                    <a:pt x="672" y="154"/>
                    <a:pt x="407" y="291"/>
                    <a:pt x="145" y="436"/>
                  </a:cubicBezTo>
                  <a:cubicBezTo>
                    <a:pt x="38" y="494"/>
                    <a:pt x="0" y="629"/>
                    <a:pt x="58" y="737"/>
                  </a:cubicBezTo>
                  <a:cubicBezTo>
                    <a:pt x="99" y="810"/>
                    <a:pt x="173" y="850"/>
                    <a:pt x="251" y="850"/>
                  </a:cubicBezTo>
                  <a:cubicBezTo>
                    <a:pt x="287" y="850"/>
                    <a:pt x="325" y="842"/>
                    <a:pt x="358" y="822"/>
                  </a:cubicBezTo>
                  <a:cubicBezTo>
                    <a:pt x="613" y="680"/>
                    <a:pt x="872" y="545"/>
                    <a:pt x="1133" y="418"/>
                  </a:cubicBezTo>
                  <a:cubicBezTo>
                    <a:pt x="1242" y="365"/>
                    <a:pt x="1286" y="232"/>
                    <a:pt x="1234" y="123"/>
                  </a:cubicBezTo>
                  <a:cubicBezTo>
                    <a:pt x="1198" y="45"/>
                    <a:pt x="1120" y="0"/>
                    <a:pt x="103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3"/>
            <p:cNvSpPr/>
            <p:nvPr/>
          </p:nvSpPr>
          <p:spPr>
            <a:xfrm>
              <a:off x="6666325" y="3245738"/>
              <a:ext cx="33425" cy="18225"/>
            </a:xfrm>
            <a:custGeom>
              <a:rect b="b" l="l" r="r" t="t"/>
              <a:pathLst>
                <a:path extrusionOk="0" h="729" w="1337">
                  <a:moveTo>
                    <a:pt x="1086" y="0"/>
                  </a:moveTo>
                  <a:cubicBezTo>
                    <a:pt x="1065" y="0"/>
                    <a:pt x="1043" y="3"/>
                    <a:pt x="1022" y="10"/>
                  </a:cubicBezTo>
                  <a:cubicBezTo>
                    <a:pt x="737" y="99"/>
                    <a:pt x="455" y="194"/>
                    <a:pt x="175" y="299"/>
                  </a:cubicBezTo>
                  <a:cubicBezTo>
                    <a:pt x="60" y="342"/>
                    <a:pt x="1" y="469"/>
                    <a:pt x="43" y="583"/>
                  </a:cubicBezTo>
                  <a:cubicBezTo>
                    <a:pt x="77" y="672"/>
                    <a:pt x="161" y="729"/>
                    <a:pt x="252" y="729"/>
                  </a:cubicBezTo>
                  <a:cubicBezTo>
                    <a:pt x="276" y="729"/>
                    <a:pt x="303" y="725"/>
                    <a:pt x="327" y="715"/>
                  </a:cubicBezTo>
                  <a:cubicBezTo>
                    <a:pt x="601" y="613"/>
                    <a:pt x="876" y="519"/>
                    <a:pt x="1154" y="432"/>
                  </a:cubicBezTo>
                  <a:cubicBezTo>
                    <a:pt x="1270" y="397"/>
                    <a:pt x="1337" y="272"/>
                    <a:pt x="1298" y="156"/>
                  </a:cubicBezTo>
                  <a:cubicBezTo>
                    <a:pt x="1269" y="62"/>
                    <a:pt x="1182" y="0"/>
                    <a:pt x="108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3"/>
            <p:cNvSpPr/>
            <p:nvPr/>
          </p:nvSpPr>
          <p:spPr>
            <a:xfrm>
              <a:off x="6501125" y="3345288"/>
              <a:ext cx="28000" cy="26500"/>
            </a:xfrm>
            <a:custGeom>
              <a:rect b="b" l="l" r="r" t="t"/>
              <a:pathLst>
                <a:path extrusionOk="0" h="1060" w="1120">
                  <a:moveTo>
                    <a:pt x="876" y="0"/>
                  </a:moveTo>
                  <a:cubicBezTo>
                    <a:pt x="822" y="0"/>
                    <a:pt x="768" y="20"/>
                    <a:pt x="725" y="60"/>
                  </a:cubicBezTo>
                  <a:cubicBezTo>
                    <a:pt x="508" y="264"/>
                    <a:pt x="294" y="471"/>
                    <a:pt x="86" y="685"/>
                  </a:cubicBezTo>
                  <a:cubicBezTo>
                    <a:pt x="0" y="771"/>
                    <a:pt x="2" y="912"/>
                    <a:pt x="90" y="997"/>
                  </a:cubicBezTo>
                  <a:cubicBezTo>
                    <a:pt x="132" y="1039"/>
                    <a:pt x="189" y="1059"/>
                    <a:pt x="244" y="1059"/>
                  </a:cubicBezTo>
                  <a:cubicBezTo>
                    <a:pt x="301" y="1059"/>
                    <a:pt x="359" y="1037"/>
                    <a:pt x="402" y="991"/>
                  </a:cubicBezTo>
                  <a:cubicBezTo>
                    <a:pt x="606" y="783"/>
                    <a:pt x="813" y="579"/>
                    <a:pt x="1026" y="381"/>
                  </a:cubicBezTo>
                  <a:cubicBezTo>
                    <a:pt x="1114" y="299"/>
                    <a:pt x="1119" y="159"/>
                    <a:pt x="1036" y="69"/>
                  </a:cubicBezTo>
                  <a:cubicBezTo>
                    <a:pt x="993" y="24"/>
                    <a:pt x="935" y="0"/>
                    <a:pt x="87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3"/>
            <p:cNvSpPr/>
            <p:nvPr/>
          </p:nvSpPr>
          <p:spPr>
            <a:xfrm>
              <a:off x="6458325" y="3393888"/>
              <a:ext cx="25850" cy="28675"/>
            </a:xfrm>
            <a:custGeom>
              <a:rect b="b" l="l" r="r" t="t"/>
              <a:pathLst>
                <a:path extrusionOk="0" h="1147" w="1034">
                  <a:moveTo>
                    <a:pt x="785" y="0"/>
                  </a:moveTo>
                  <a:cubicBezTo>
                    <a:pt x="720" y="0"/>
                    <a:pt x="656" y="28"/>
                    <a:pt x="612" y="82"/>
                  </a:cubicBezTo>
                  <a:cubicBezTo>
                    <a:pt x="426" y="316"/>
                    <a:pt x="245" y="555"/>
                    <a:pt x="72" y="796"/>
                  </a:cubicBezTo>
                  <a:cubicBezTo>
                    <a:pt x="1" y="895"/>
                    <a:pt x="22" y="1033"/>
                    <a:pt x="121" y="1104"/>
                  </a:cubicBezTo>
                  <a:cubicBezTo>
                    <a:pt x="160" y="1132"/>
                    <a:pt x="206" y="1146"/>
                    <a:pt x="250" y="1146"/>
                  </a:cubicBezTo>
                  <a:cubicBezTo>
                    <a:pt x="320" y="1146"/>
                    <a:pt x="386" y="1115"/>
                    <a:pt x="429" y="1054"/>
                  </a:cubicBezTo>
                  <a:cubicBezTo>
                    <a:pt x="599" y="818"/>
                    <a:pt x="776" y="586"/>
                    <a:pt x="958" y="358"/>
                  </a:cubicBezTo>
                  <a:cubicBezTo>
                    <a:pt x="1033" y="263"/>
                    <a:pt x="1018" y="124"/>
                    <a:pt x="923" y="47"/>
                  </a:cubicBezTo>
                  <a:cubicBezTo>
                    <a:pt x="881" y="16"/>
                    <a:pt x="833" y="0"/>
                    <a:pt x="785"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3"/>
            <p:cNvSpPr/>
            <p:nvPr/>
          </p:nvSpPr>
          <p:spPr>
            <a:xfrm>
              <a:off x="6550575" y="3303763"/>
              <a:ext cx="30475" cy="24100"/>
            </a:xfrm>
            <a:custGeom>
              <a:rect b="b" l="l" r="r" t="t"/>
              <a:pathLst>
                <a:path extrusionOk="0" h="964" w="1219">
                  <a:moveTo>
                    <a:pt x="966" y="1"/>
                  </a:moveTo>
                  <a:cubicBezTo>
                    <a:pt x="923" y="1"/>
                    <a:pt x="880" y="14"/>
                    <a:pt x="842" y="40"/>
                  </a:cubicBezTo>
                  <a:cubicBezTo>
                    <a:pt x="596" y="210"/>
                    <a:pt x="354" y="383"/>
                    <a:pt x="117" y="566"/>
                  </a:cubicBezTo>
                  <a:cubicBezTo>
                    <a:pt x="19" y="640"/>
                    <a:pt x="1" y="779"/>
                    <a:pt x="76" y="877"/>
                  </a:cubicBezTo>
                  <a:cubicBezTo>
                    <a:pt x="120" y="934"/>
                    <a:pt x="185" y="963"/>
                    <a:pt x="252" y="963"/>
                  </a:cubicBezTo>
                  <a:cubicBezTo>
                    <a:pt x="298" y="963"/>
                    <a:pt x="345" y="949"/>
                    <a:pt x="386" y="918"/>
                  </a:cubicBezTo>
                  <a:cubicBezTo>
                    <a:pt x="618" y="741"/>
                    <a:pt x="854" y="570"/>
                    <a:pt x="1093" y="403"/>
                  </a:cubicBezTo>
                  <a:cubicBezTo>
                    <a:pt x="1195" y="334"/>
                    <a:pt x="1219" y="196"/>
                    <a:pt x="1149" y="95"/>
                  </a:cubicBezTo>
                  <a:cubicBezTo>
                    <a:pt x="1106" y="34"/>
                    <a:pt x="1036" y="1"/>
                    <a:pt x="966"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3"/>
            <p:cNvSpPr/>
            <p:nvPr/>
          </p:nvSpPr>
          <p:spPr>
            <a:xfrm>
              <a:off x="6839475" y="3136463"/>
              <a:ext cx="20450" cy="31725"/>
            </a:xfrm>
            <a:custGeom>
              <a:rect b="b" l="l" r="r" t="t"/>
              <a:pathLst>
                <a:path extrusionOk="0" h="1269" w="818">
                  <a:moveTo>
                    <a:pt x="567" y="1"/>
                  </a:moveTo>
                  <a:cubicBezTo>
                    <a:pt x="481" y="1"/>
                    <a:pt x="397" y="52"/>
                    <a:pt x="361" y="138"/>
                  </a:cubicBezTo>
                  <a:cubicBezTo>
                    <a:pt x="248" y="414"/>
                    <a:pt x="141" y="692"/>
                    <a:pt x="42" y="975"/>
                  </a:cubicBezTo>
                  <a:cubicBezTo>
                    <a:pt x="1" y="1089"/>
                    <a:pt x="62" y="1216"/>
                    <a:pt x="177" y="1257"/>
                  </a:cubicBezTo>
                  <a:cubicBezTo>
                    <a:pt x="201" y="1265"/>
                    <a:pt x="226" y="1268"/>
                    <a:pt x="249" y="1268"/>
                  </a:cubicBezTo>
                  <a:cubicBezTo>
                    <a:pt x="340" y="1268"/>
                    <a:pt x="426" y="1211"/>
                    <a:pt x="459" y="1121"/>
                  </a:cubicBezTo>
                  <a:cubicBezTo>
                    <a:pt x="555" y="847"/>
                    <a:pt x="659" y="575"/>
                    <a:pt x="771" y="305"/>
                  </a:cubicBezTo>
                  <a:cubicBezTo>
                    <a:pt x="818" y="193"/>
                    <a:pt x="764" y="63"/>
                    <a:pt x="650" y="17"/>
                  </a:cubicBezTo>
                  <a:cubicBezTo>
                    <a:pt x="623" y="6"/>
                    <a:pt x="595" y="1"/>
                    <a:pt x="56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3"/>
            <p:cNvSpPr/>
            <p:nvPr/>
          </p:nvSpPr>
          <p:spPr>
            <a:xfrm>
              <a:off x="6836325" y="3395488"/>
              <a:ext cx="21475" cy="31250"/>
            </a:xfrm>
            <a:custGeom>
              <a:rect b="b" l="l" r="r" t="t"/>
              <a:pathLst>
                <a:path extrusionOk="0" h="1250" w="859">
                  <a:moveTo>
                    <a:pt x="249" y="0"/>
                  </a:moveTo>
                  <a:cubicBezTo>
                    <a:pt x="224" y="0"/>
                    <a:pt x="199" y="5"/>
                    <a:pt x="174" y="14"/>
                  </a:cubicBezTo>
                  <a:cubicBezTo>
                    <a:pt x="57" y="57"/>
                    <a:pt x="1" y="184"/>
                    <a:pt x="42" y="298"/>
                  </a:cubicBezTo>
                  <a:lnTo>
                    <a:pt x="103" y="455"/>
                  </a:lnTo>
                  <a:cubicBezTo>
                    <a:pt x="191" y="684"/>
                    <a:pt x="297" y="910"/>
                    <a:pt x="412" y="1132"/>
                  </a:cubicBezTo>
                  <a:cubicBezTo>
                    <a:pt x="452" y="1207"/>
                    <a:pt x="530" y="1249"/>
                    <a:pt x="608" y="1249"/>
                  </a:cubicBezTo>
                  <a:cubicBezTo>
                    <a:pt x="643" y="1249"/>
                    <a:pt x="678" y="1241"/>
                    <a:pt x="710" y="1224"/>
                  </a:cubicBezTo>
                  <a:cubicBezTo>
                    <a:pt x="819" y="1167"/>
                    <a:pt x="859" y="1032"/>
                    <a:pt x="802" y="925"/>
                  </a:cubicBezTo>
                  <a:cubicBezTo>
                    <a:pt x="694" y="719"/>
                    <a:pt x="596" y="506"/>
                    <a:pt x="514" y="295"/>
                  </a:cubicBezTo>
                  <a:lnTo>
                    <a:pt x="457" y="145"/>
                  </a:lnTo>
                  <a:cubicBezTo>
                    <a:pt x="424" y="56"/>
                    <a:pt x="339" y="0"/>
                    <a:pt x="249"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3"/>
            <p:cNvSpPr/>
            <p:nvPr/>
          </p:nvSpPr>
          <p:spPr>
            <a:xfrm>
              <a:off x="6820350" y="3331263"/>
              <a:ext cx="15800" cy="32900"/>
            </a:xfrm>
            <a:custGeom>
              <a:rect b="b" l="l" r="r" t="t"/>
              <a:pathLst>
                <a:path extrusionOk="0" h="1316" w="632">
                  <a:moveTo>
                    <a:pt x="240" y="1"/>
                  </a:moveTo>
                  <a:cubicBezTo>
                    <a:pt x="229" y="1"/>
                    <a:pt x="217" y="2"/>
                    <a:pt x="206" y="4"/>
                  </a:cubicBezTo>
                  <a:cubicBezTo>
                    <a:pt x="85" y="21"/>
                    <a:pt x="0" y="133"/>
                    <a:pt x="18" y="253"/>
                  </a:cubicBezTo>
                  <a:cubicBezTo>
                    <a:pt x="58" y="550"/>
                    <a:pt x="112" y="847"/>
                    <a:pt x="173" y="1140"/>
                  </a:cubicBezTo>
                  <a:cubicBezTo>
                    <a:pt x="197" y="1245"/>
                    <a:pt x="287" y="1315"/>
                    <a:pt x="390" y="1315"/>
                  </a:cubicBezTo>
                  <a:cubicBezTo>
                    <a:pt x="406" y="1315"/>
                    <a:pt x="421" y="1314"/>
                    <a:pt x="437" y="1310"/>
                  </a:cubicBezTo>
                  <a:cubicBezTo>
                    <a:pt x="556" y="1284"/>
                    <a:pt x="631" y="1167"/>
                    <a:pt x="607" y="1047"/>
                  </a:cubicBezTo>
                  <a:cubicBezTo>
                    <a:pt x="546" y="765"/>
                    <a:pt x="496" y="479"/>
                    <a:pt x="455" y="191"/>
                  </a:cubicBezTo>
                  <a:cubicBezTo>
                    <a:pt x="440" y="82"/>
                    <a:pt x="346" y="1"/>
                    <a:pt x="2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3"/>
            <p:cNvSpPr/>
            <p:nvPr/>
          </p:nvSpPr>
          <p:spPr>
            <a:xfrm>
              <a:off x="6796700" y="3199513"/>
              <a:ext cx="42675" cy="40025"/>
            </a:xfrm>
            <a:custGeom>
              <a:rect b="b" l="l" r="r" t="t"/>
              <a:pathLst>
                <a:path extrusionOk="0" h="1601" w="1707">
                  <a:moveTo>
                    <a:pt x="1463" y="1"/>
                  </a:moveTo>
                  <a:cubicBezTo>
                    <a:pt x="1362" y="1"/>
                    <a:pt x="1272" y="70"/>
                    <a:pt x="1248" y="171"/>
                  </a:cubicBezTo>
                  <a:cubicBezTo>
                    <a:pt x="1179" y="465"/>
                    <a:pt x="1118" y="757"/>
                    <a:pt x="1067" y="1051"/>
                  </a:cubicBezTo>
                  <a:cubicBezTo>
                    <a:pt x="1060" y="1089"/>
                    <a:pt x="1062" y="1124"/>
                    <a:pt x="1074" y="1156"/>
                  </a:cubicBezTo>
                  <a:cubicBezTo>
                    <a:pt x="828" y="1141"/>
                    <a:pt x="584" y="1134"/>
                    <a:pt x="339" y="1134"/>
                  </a:cubicBezTo>
                  <a:lnTo>
                    <a:pt x="220" y="1134"/>
                  </a:lnTo>
                  <a:cubicBezTo>
                    <a:pt x="97" y="1136"/>
                    <a:pt x="0" y="1235"/>
                    <a:pt x="2" y="1358"/>
                  </a:cubicBezTo>
                  <a:cubicBezTo>
                    <a:pt x="3" y="1479"/>
                    <a:pt x="102" y="1575"/>
                    <a:pt x="223" y="1575"/>
                  </a:cubicBezTo>
                  <a:lnTo>
                    <a:pt x="338" y="1575"/>
                  </a:lnTo>
                  <a:cubicBezTo>
                    <a:pt x="590" y="1575"/>
                    <a:pt x="841" y="1582"/>
                    <a:pt x="1094" y="1601"/>
                  </a:cubicBezTo>
                  <a:lnTo>
                    <a:pt x="1108" y="1601"/>
                  </a:lnTo>
                  <a:cubicBezTo>
                    <a:pt x="1223" y="1601"/>
                    <a:pt x="1320" y="1510"/>
                    <a:pt x="1328" y="1394"/>
                  </a:cubicBezTo>
                  <a:cubicBezTo>
                    <a:pt x="1329" y="1363"/>
                    <a:pt x="1325" y="1334"/>
                    <a:pt x="1316" y="1309"/>
                  </a:cubicBezTo>
                  <a:cubicBezTo>
                    <a:pt x="1408" y="1294"/>
                    <a:pt x="1485" y="1225"/>
                    <a:pt x="1502" y="1127"/>
                  </a:cubicBezTo>
                  <a:cubicBezTo>
                    <a:pt x="1554" y="842"/>
                    <a:pt x="1613" y="557"/>
                    <a:pt x="1678" y="273"/>
                  </a:cubicBezTo>
                  <a:cubicBezTo>
                    <a:pt x="1706" y="154"/>
                    <a:pt x="1632" y="35"/>
                    <a:pt x="1513" y="7"/>
                  </a:cubicBezTo>
                  <a:cubicBezTo>
                    <a:pt x="1496" y="3"/>
                    <a:pt x="1479" y="1"/>
                    <a:pt x="146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3"/>
            <p:cNvSpPr/>
            <p:nvPr/>
          </p:nvSpPr>
          <p:spPr>
            <a:xfrm>
              <a:off x="6730750" y="3231188"/>
              <a:ext cx="33350" cy="14600"/>
            </a:xfrm>
            <a:custGeom>
              <a:rect b="b" l="l" r="r" t="t"/>
              <a:pathLst>
                <a:path extrusionOk="0" h="584" w="1334">
                  <a:moveTo>
                    <a:pt x="1096" y="0"/>
                  </a:moveTo>
                  <a:cubicBezTo>
                    <a:pt x="1086" y="0"/>
                    <a:pt x="1077" y="1"/>
                    <a:pt x="1067" y="2"/>
                  </a:cubicBezTo>
                  <a:cubicBezTo>
                    <a:pt x="780" y="40"/>
                    <a:pt x="494" y="88"/>
                    <a:pt x="210" y="145"/>
                  </a:cubicBezTo>
                  <a:lnTo>
                    <a:pt x="225" y="366"/>
                  </a:lnTo>
                  <a:lnTo>
                    <a:pt x="182" y="151"/>
                  </a:lnTo>
                  <a:cubicBezTo>
                    <a:pt x="61" y="174"/>
                    <a:pt x="0" y="287"/>
                    <a:pt x="23" y="408"/>
                  </a:cubicBezTo>
                  <a:cubicBezTo>
                    <a:pt x="43" y="512"/>
                    <a:pt x="147" y="583"/>
                    <a:pt x="253" y="583"/>
                  </a:cubicBezTo>
                  <a:cubicBezTo>
                    <a:pt x="270" y="583"/>
                    <a:pt x="284" y="582"/>
                    <a:pt x="298" y="581"/>
                  </a:cubicBezTo>
                  <a:cubicBezTo>
                    <a:pt x="572" y="527"/>
                    <a:pt x="849" y="478"/>
                    <a:pt x="1128" y="442"/>
                  </a:cubicBezTo>
                  <a:cubicBezTo>
                    <a:pt x="1248" y="426"/>
                    <a:pt x="1334" y="314"/>
                    <a:pt x="1316" y="192"/>
                  </a:cubicBezTo>
                  <a:cubicBezTo>
                    <a:pt x="1301" y="80"/>
                    <a:pt x="1204" y="0"/>
                    <a:pt x="109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3"/>
            <p:cNvSpPr/>
            <p:nvPr/>
          </p:nvSpPr>
          <p:spPr>
            <a:xfrm>
              <a:off x="6817550" y="3265113"/>
              <a:ext cx="11825" cy="33150"/>
            </a:xfrm>
            <a:custGeom>
              <a:rect b="b" l="l" r="r" t="t"/>
              <a:pathLst>
                <a:path extrusionOk="0" h="1326" w="473">
                  <a:moveTo>
                    <a:pt x="257" y="1"/>
                  </a:moveTo>
                  <a:cubicBezTo>
                    <a:pt x="129" y="1"/>
                    <a:pt x="30" y="89"/>
                    <a:pt x="23" y="209"/>
                  </a:cubicBezTo>
                  <a:cubicBezTo>
                    <a:pt x="7" y="480"/>
                    <a:pt x="0" y="751"/>
                    <a:pt x="0" y="1025"/>
                  </a:cubicBezTo>
                  <a:lnTo>
                    <a:pt x="0" y="1104"/>
                  </a:lnTo>
                  <a:cubicBezTo>
                    <a:pt x="0" y="1226"/>
                    <a:pt x="99" y="1325"/>
                    <a:pt x="221" y="1325"/>
                  </a:cubicBezTo>
                  <a:cubicBezTo>
                    <a:pt x="222" y="1325"/>
                    <a:pt x="223" y="1325"/>
                    <a:pt x="224" y="1325"/>
                  </a:cubicBezTo>
                  <a:cubicBezTo>
                    <a:pt x="346" y="1325"/>
                    <a:pt x="442" y="1226"/>
                    <a:pt x="442" y="1105"/>
                  </a:cubicBezTo>
                  <a:lnTo>
                    <a:pt x="442" y="1022"/>
                  </a:lnTo>
                  <a:cubicBezTo>
                    <a:pt x="442" y="759"/>
                    <a:pt x="450" y="497"/>
                    <a:pt x="465" y="235"/>
                  </a:cubicBezTo>
                  <a:cubicBezTo>
                    <a:pt x="472" y="113"/>
                    <a:pt x="379" y="8"/>
                    <a:pt x="25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 name="Google Shape;1800;p43"/>
          <p:cNvGrpSpPr/>
          <p:nvPr/>
        </p:nvGrpSpPr>
        <p:grpSpPr>
          <a:xfrm>
            <a:off x="1999628" y="3084957"/>
            <a:ext cx="745681" cy="929720"/>
            <a:chOff x="1999628" y="3084957"/>
            <a:chExt cx="745681" cy="929720"/>
          </a:xfrm>
        </p:grpSpPr>
        <p:sp>
          <p:nvSpPr>
            <p:cNvPr id="1801" name="Google Shape;1801;p43"/>
            <p:cNvSpPr/>
            <p:nvPr/>
          </p:nvSpPr>
          <p:spPr>
            <a:xfrm rot="961257">
              <a:off x="2504052" y="3111332"/>
              <a:ext cx="218584" cy="195058"/>
            </a:xfrm>
            <a:custGeom>
              <a:rect b="b" l="l" r="r" t="t"/>
              <a:pathLst>
                <a:path extrusionOk="0" h="7802" w="8743">
                  <a:moveTo>
                    <a:pt x="6174" y="0"/>
                  </a:moveTo>
                  <a:cubicBezTo>
                    <a:pt x="6073" y="0"/>
                    <a:pt x="5971" y="22"/>
                    <a:pt x="5874" y="68"/>
                  </a:cubicBezTo>
                  <a:lnTo>
                    <a:pt x="365" y="3812"/>
                  </a:lnTo>
                  <a:lnTo>
                    <a:pt x="0" y="4844"/>
                  </a:lnTo>
                  <a:lnTo>
                    <a:pt x="8378" y="7801"/>
                  </a:lnTo>
                  <a:lnTo>
                    <a:pt x="8742" y="6770"/>
                  </a:lnTo>
                  <a:lnTo>
                    <a:pt x="6805" y="397"/>
                  </a:lnTo>
                  <a:cubicBezTo>
                    <a:pt x="6685" y="147"/>
                    <a:pt x="6434" y="0"/>
                    <a:pt x="6174" y="0"/>
                  </a:cubicBezTo>
                  <a:close/>
                </a:path>
              </a:pathLst>
            </a:custGeom>
            <a:solidFill>
              <a:srgbClr val="F550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3"/>
            <p:cNvSpPr/>
            <p:nvPr/>
          </p:nvSpPr>
          <p:spPr>
            <a:xfrm rot="961257">
              <a:off x="2499429" y="3144713"/>
              <a:ext cx="218559" cy="161032"/>
            </a:xfrm>
            <a:custGeom>
              <a:rect b="b" l="l" r="r" t="t"/>
              <a:pathLst>
                <a:path extrusionOk="0" h="6441" w="8742">
                  <a:moveTo>
                    <a:pt x="3970" y="1"/>
                  </a:moveTo>
                  <a:lnTo>
                    <a:pt x="363" y="2451"/>
                  </a:lnTo>
                  <a:lnTo>
                    <a:pt x="0" y="3483"/>
                  </a:lnTo>
                  <a:lnTo>
                    <a:pt x="8378" y="6440"/>
                  </a:lnTo>
                  <a:lnTo>
                    <a:pt x="8742" y="5409"/>
                  </a:lnTo>
                  <a:lnTo>
                    <a:pt x="7477" y="1252"/>
                  </a:lnTo>
                  <a:lnTo>
                    <a:pt x="4188" y="92"/>
                  </a:lnTo>
                  <a:cubicBezTo>
                    <a:pt x="4114" y="65"/>
                    <a:pt x="4041" y="32"/>
                    <a:pt x="3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3"/>
            <p:cNvSpPr/>
            <p:nvPr/>
          </p:nvSpPr>
          <p:spPr>
            <a:xfrm rot="961257">
              <a:off x="2619863" y="3123181"/>
              <a:ext cx="87729" cy="65353"/>
            </a:xfrm>
            <a:custGeom>
              <a:rect b="b" l="l" r="r" t="t"/>
              <a:pathLst>
                <a:path extrusionOk="0" h="2614" w="3509">
                  <a:moveTo>
                    <a:pt x="2205" y="0"/>
                  </a:moveTo>
                  <a:cubicBezTo>
                    <a:pt x="2104" y="0"/>
                    <a:pt x="2002" y="22"/>
                    <a:pt x="1905" y="68"/>
                  </a:cubicBezTo>
                  <a:lnTo>
                    <a:pt x="1" y="1362"/>
                  </a:lnTo>
                  <a:cubicBezTo>
                    <a:pt x="75" y="1393"/>
                    <a:pt x="146" y="1426"/>
                    <a:pt x="221" y="1453"/>
                  </a:cubicBezTo>
                  <a:lnTo>
                    <a:pt x="3509" y="2613"/>
                  </a:lnTo>
                  <a:lnTo>
                    <a:pt x="2836" y="397"/>
                  </a:lnTo>
                  <a:cubicBezTo>
                    <a:pt x="2716" y="147"/>
                    <a:pt x="2465" y="0"/>
                    <a:pt x="2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3"/>
            <p:cNvSpPr/>
            <p:nvPr/>
          </p:nvSpPr>
          <p:spPr>
            <a:xfrm rot="961257">
              <a:off x="2033718" y="3760795"/>
              <a:ext cx="251735" cy="223484"/>
            </a:xfrm>
            <a:custGeom>
              <a:rect b="b" l="l" r="r" t="t"/>
              <a:pathLst>
                <a:path extrusionOk="0" h="8939" w="10069">
                  <a:moveTo>
                    <a:pt x="5034" y="1"/>
                  </a:moveTo>
                  <a:cubicBezTo>
                    <a:pt x="3193" y="1"/>
                    <a:pt x="1470" y="1148"/>
                    <a:pt x="823" y="2983"/>
                  </a:cubicBezTo>
                  <a:cubicBezTo>
                    <a:pt x="1" y="5309"/>
                    <a:pt x="1220" y="7861"/>
                    <a:pt x="3547" y="8683"/>
                  </a:cubicBezTo>
                  <a:cubicBezTo>
                    <a:pt x="4039" y="8856"/>
                    <a:pt x="4541" y="8939"/>
                    <a:pt x="5035" y="8939"/>
                  </a:cubicBezTo>
                  <a:cubicBezTo>
                    <a:pt x="6876" y="8939"/>
                    <a:pt x="8599" y="7792"/>
                    <a:pt x="9247" y="5956"/>
                  </a:cubicBezTo>
                  <a:cubicBezTo>
                    <a:pt x="10068" y="3629"/>
                    <a:pt x="8848" y="1078"/>
                    <a:pt x="6521" y="257"/>
                  </a:cubicBezTo>
                  <a:cubicBezTo>
                    <a:pt x="6029" y="83"/>
                    <a:pt x="5527" y="1"/>
                    <a:pt x="5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3"/>
            <p:cNvSpPr/>
            <p:nvPr/>
          </p:nvSpPr>
          <p:spPr>
            <a:xfrm rot="961257">
              <a:off x="2056125" y="3865729"/>
              <a:ext cx="81828" cy="71303"/>
            </a:xfrm>
            <a:custGeom>
              <a:rect b="b" l="l" r="r" t="t"/>
              <a:pathLst>
                <a:path extrusionOk="0" h="2852" w="3273">
                  <a:moveTo>
                    <a:pt x="777" y="0"/>
                  </a:moveTo>
                  <a:cubicBezTo>
                    <a:pt x="703" y="0"/>
                    <a:pt x="621" y="39"/>
                    <a:pt x="522" y="129"/>
                  </a:cubicBezTo>
                  <a:cubicBezTo>
                    <a:pt x="1" y="605"/>
                    <a:pt x="78" y="1536"/>
                    <a:pt x="694" y="2214"/>
                  </a:cubicBezTo>
                  <a:cubicBezTo>
                    <a:pt x="1071" y="2629"/>
                    <a:pt x="1564" y="2851"/>
                    <a:pt x="2009" y="2851"/>
                  </a:cubicBezTo>
                  <a:cubicBezTo>
                    <a:pt x="2289" y="2851"/>
                    <a:pt x="2550" y="2763"/>
                    <a:pt x="2751" y="2581"/>
                  </a:cubicBezTo>
                  <a:cubicBezTo>
                    <a:pt x="3273" y="2105"/>
                    <a:pt x="2351" y="1942"/>
                    <a:pt x="1735" y="1266"/>
                  </a:cubicBezTo>
                  <a:cubicBezTo>
                    <a:pt x="1236" y="717"/>
                    <a:pt x="1091" y="0"/>
                    <a:pt x="777"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3"/>
            <p:cNvSpPr/>
            <p:nvPr/>
          </p:nvSpPr>
          <p:spPr>
            <a:xfrm rot="961257">
              <a:off x="2129378" y="3934912"/>
              <a:ext cx="15001" cy="13326"/>
            </a:xfrm>
            <a:custGeom>
              <a:rect b="b" l="l" r="r" t="t"/>
              <a:pathLst>
                <a:path extrusionOk="0" h="533" w="600">
                  <a:moveTo>
                    <a:pt x="298" y="1"/>
                  </a:moveTo>
                  <a:cubicBezTo>
                    <a:pt x="188" y="1"/>
                    <a:pt x="86" y="68"/>
                    <a:pt x="49" y="177"/>
                  </a:cubicBezTo>
                  <a:cubicBezTo>
                    <a:pt x="1" y="316"/>
                    <a:pt x="73" y="469"/>
                    <a:pt x="211" y="517"/>
                  </a:cubicBezTo>
                  <a:cubicBezTo>
                    <a:pt x="240" y="528"/>
                    <a:pt x="271" y="533"/>
                    <a:pt x="300" y="533"/>
                  </a:cubicBezTo>
                  <a:cubicBezTo>
                    <a:pt x="410" y="533"/>
                    <a:pt x="512" y="465"/>
                    <a:pt x="551" y="354"/>
                  </a:cubicBezTo>
                  <a:cubicBezTo>
                    <a:pt x="599" y="216"/>
                    <a:pt x="528" y="63"/>
                    <a:pt x="388" y="16"/>
                  </a:cubicBezTo>
                  <a:cubicBezTo>
                    <a:pt x="358" y="5"/>
                    <a:pt x="328" y="1"/>
                    <a:pt x="298"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3"/>
            <p:cNvSpPr/>
            <p:nvPr/>
          </p:nvSpPr>
          <p:spPr>
            <a:xfrm rot="961257">
              <a:off x="2143756" y="3175276"/>
              <a:ext cx="468419" cy="780982"/>
            </a:xfrm>
            <a:custGeom>
              <a:rect b="b" l="l" r="r" t="t"/>
              <a:pathLst>
                <a:path extrusionOk="0" h="31238" w="18736">
                  <a:moveTo>
                    <a:pt x="9931" y="0"/>
                  </a:moveTo>
                  <a:lnTo>
                    <a:pt x="0" y="28129"/>
                  </a:lnTo>
                  <a:lnTo>
                    <a:pt x="8805" y="31237"/>
                  </a:lnTo>
                  <a:lnTo>
                    <a:pt x="18735" y="3108"/>
                  </a:lnTo>
                  <a:lnTo>
                    <a:pt x="993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3"/>
            <p:cNvSpPr/>
            <p:nvPr/>
          </p:nvSpPr>
          <p:spPr>
            <a:xfrm rot="961257">
              <a:off x="2223555" y="3203427"/>
              <a:ext cx="308813" cy="724680"/>
            </a:xfrm>
            <a:custGeom>
              <a:rect b="b" l="l" r="r" t="t"/>
              <a:pathLst>
                <a:path extrusionOk="0" h="28986" w="12352">
                  <a:moveTo>
                    <a:pt x="9931" y="0"/>
                  </a:moveTo>
                  <a:lnTo>
                    <a:pt x="0" y="28131"/>
                  </a:lnTo>
                  <a:lnTo>
                    <a:pt x="2421" y="28985"/>
                  </a:lnTo>
                  <a:lnTo>
                    <a:pt x="12351" y="855"/>
                  </a:lnTo>
                  <a:lnTo>
                    <a:pt x="993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3"/>
            <p:cNvSpPr/>
            <p:nvPr/>
          </p:nvSpPr>
          <p:spPr>
            <a:xfrm rot="961257">
              <a:off x="2492168" y="3120233"/>
              <a:ext cx="226884" cy="168807"/>
            </a:xfrm>
            <a:custGeom>
              <a:rect b="b" l="l" r="r" t="t"/>
              <a:pathLst>
                <a:path extrusionOk="0" h="6752" w="9075">
                  <a:moveTo>
                    <a:pt x="4158" y="333"/>
                  </a:moveTo>
                  <a:cubicBezTo>
                    <a:pt x="4208" y="355"/>
                    <a:pt x="4258" y="376"/>
                    <a:pt x="4311" y="393"/>
                  </a:cubicBezTo>
                  <a:lnTo>
                    <a:pt x="7526" y="1528"/>
                  </a:lnTo>
                  <a:lnTo>
                    <a:pt x="8752" y="5560"/>
                  </a:lnTo>
                  <a:lnTo>
                    <a:pt x="8458" y="6399"/>
                  </a:lnTo>
                  <a:lnTo>
                    <a:pt x="372" y="3544"/>
                  </a:lnTo>
                  <a:lnTo>
                    <a:pt x="668" y="2707"/>
                  </a:lnTo>
                  <a:lnTo>
                    <a:pt x="4158" y="333"/>
                  </a:lnTo>
                  <a:close/>
                  <a:moveTo>
                    <a:pt x="4145" y="0"/>
                  </a:moveTo>
                  <a:cubicBezTo>
                    <a:pt x="4115" y="0"/>
                    <a:pt x="4084" y="9"/>
                    <a:pt x="4058" y="28"/>
                  </a:cubicBezTo>
                  <a:lnTo>
                    <a:pt x="453" y="2478"/>
                  </a:lnTo>
                  <a:cubicBezTo>
                    <a:pt x="426" y="2497"/>
                    <a:pt x="405" y="2524"/>
                    <a:pt x="393" y="2554"/>
                  </a:cubicBezTo>
                  <a:lnTo>
                    <a:pt x="29" y="3587"/>
                  </a:lnTo>
                  <a:cubicBezTo>
                    <a:pt x="0" y="3667"/>
                    <a:pt x="43" y="3757"/>
                    <a:pt x="125" y="3786"/>
                  </a:cubicBezTo>
                  <a:lnTo>
                    <a:pt x="8500" y="6743"/>
                  </a:lnTo>
                  <a:cubicBezTo>
                    <a:pt x="8519" y="6749"/>
                    <a:pt x="8535" y="6752"/>
                    <a:pt x="8552" y="6752"/>
                  </a:cubicBezTo>
                  <a:cubicBezTo>
                    <a:pt x="8573" y="6752"/>
                    <a:pt x="8598" y="6746"/>
                    <a:pt x="8622" y="6733"/>
                  </a:cubicBezTo>
                  <a:cubicBezTo>
                    <a:pt x="8658" y="6716"/>
                    <a:pt x="8686" y="6686"/>
                    <a:pt x="8700" y="6646"/>
                  </a:cubicBezTo>
                  <a:lnTo>
                    <a:pt x="9065" y="5614"/>
                  </a:lnTo>
                  <a:cubicBezTo>
                    <a:pt x="9075" y="5583"/>
                    <a:pt x="9075" y="5550"/>
                    <a:pt x="9066" y="5517"/>
                  </a:cubicBezTo>
                  <a:lnTo>
                    <a:pt x="7802" y="1361"/>
                  </a:lnTo>
                  <a:cubicBezTo>
                    <a:pt x="7787" y="1314"/>
                    <a:pt x="7752" y="1275"/>
                    <a:pt x="7706" y="1259"/>
                  </a:cubicBezTo>
                  <a:lnTo>
                    <a:pt x="4417" y="99"/>
                  </a:lnTo>
                  <a:cubicBezTo>
                    <a:pt x="4344" y="73"/>
                    <a:pt x="4277" y="43"/>
                    <a:pt x="4208" y="13"/>
                  </a:cubicBezTo>
                  <a:cubicBezTo>
                    <a:pt x="4188" y="5"/>
                    <a:pt x="4167" y="0"/>
                    <a:pt x="414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3"/>
            <p:cNvSpPr/>
            <p:nvPr/>
          </p:nvSpPr>
          <p:spPr>
            <a:xfrm rot="961257">
              <a:off x="2613057" y="3098836"/>
              <a:ext cx="95904" cy="73103"/>
            </a:xfrm>
            <a:custGeom>
              <a:rect b="b" l="l" r="r" t="t"/>
              <a:pathLst>
                <a:path extrusionOk="0" h="2924" w="3836">
                  <a:moveTo>
                    <a:pt x="2363" y="310"/>
                  </a:moveTo>
                  <a:cubicBezTo>
                    <a:pt x="2424" y="310"/>
                    <a:pt x="2486" y="320"/>
                    <a:pt x="2545" y="340"/>
                  </a:cubicBezTo>
                  <a:cubicBezTo>
                    <a:pt x="2681" y="389"/>
                    <a:pt x="2792" y="488"/>
                    <a:pt x="2845" y="596"/>
                  </a:cubicBezTo>
                  <a:lnTo>
                    <a:pt x="3430" y="2518"/>
                  </a:lnTo>
                  <a:lnTo>
                    <a:pt x="3430" y="2518"/>
                  </a:lnTo>
                  <a:lnTo>
                    <a:pt x="488" y="1481"/>
                  </a:lnTo>
                  <a:lnTo>
                    <a:pt x="2131" y="362"/>
                  </a:lnTo>
                  <a:cubicBezTo>
                    <a:pt x="2205" y="327"/>
                    <a:pt x="2284" y="310"/>
                    <a:pt x="2363" y="310"/>
                  </a:cubicBezTo>
                  <a:close/>
                  <a:moveTo>
                    <a:pt x="2373" y="1"/>
                  </a:moveTo>
                  <a:cubicBezTo>
                    <a:pt x="2242" y="1"/>
                    <a:pt x="2108" y="31"/>
                    <a:pt x="1978" y="95"/>
                  </a:cubicBezTo>
                  <a:lnTo>
                    <a:pt x="73" y="1388"/>
                  </a:lnTo>
                  <a:cubicBezTo>
                    <a:pt x="28" y="1419"/>
                    <a:pt x="0" y="1475"/>
                    <a:pt x="6" y="1531"/>
                  </a:cubicBezTo>
                  <a:cubicBezTo>
                    <a:pt x="12" y="1588"/>
                    <a:pt x="45" y="1635"/>
                    <a:pt x="98" y="1659"/>
                  </a:cubicBezTo>
                  <a:cubicBezTo>
                    <a:pt x="172" y="1693"/>
                    <a:pt x="249" y="1725"/>
                    <a:pt x="328" y="1753"/>
                  </a:cubicBezTo>
                  <a:lnTo>
                    <a:pt x="3615" y="2915"/>
                  </a:lnTo>
                  <a:cubicBezTo>
                    <a:pt x="3634" y="2919"/>
                    <a:pt x="3650" y="2924"/>
                    <a:pt x="3667" y="2924"/>
                  </a:cubicBezTo>
                  <a:cubicBezTo>
                    <a:pt x="3707" y="2924"/>
                    <a:pt x="3744" y="2908"/>
                    <a:pt x="3777" y="2879"/>
                  </a:cubicBezTo>
                  <a:cubicBezTo>
                    <a:pt x="3820" y="2839"/>
                    <a:pt x="3835" y="2777"/>
                    <a:pt x="3817" y="2722"/>
                  </a:cubicBezTo>
                  <a:lnTo>
                    <a:pt x="3135" y="483"/>
                  </a:lnTo>
                  <a:cubicBezTo>
                    <a:pt x="3037" y="278"/>
                    <a:pt x="2865" y="125"/>
                    <a:pt x="2649" y="47"/>
                  </a:cubicBezTo>
                  <a:cubicBezTo>
                    <a:pt x="2560" y="16"/>
                    <a:pt x="2467" y="1"/>
                    <a:pt x="2373"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3"/>
            <p:cNvSpPr/>
            <p:nvPr/>
          </p:nvSpPr>
          <p:spPr>
            <a:xfrm rot="961257">
              <a:off x="2016594" y="3806694"/>
              <a:ext cx="239885" cy="156706"/>
            </a:xfrm>
            <a:custGeom>
              <a:rect b="b" l="l" r="r" t="t"/>
              <a:pathLst>
                <a:path extrusionOk="0" h="6268" w="9595">
                  <a:moveTo>
                    <a:pt x="996" y="0"/>
                  </a:moveTo>
                  <a:cubicBezTo>
                    <a:pt x="932" y="0"/>
                    <a:pt x="872" y="40"/>
                    <a:pt x="849" y="103"/>
                  </a:cubicBezTo>
                  <a:cubicBezTo>
                    <a:pt x="0" y="2507"/>
                    <a:pt x="1265" y="5153"/>
                    <a:pt x="3670" y="6000"/>
                  </a:cubicBezTo>
                  <a:cubicBezTo>
                    <a:pt x="4173" y="6179"/>
                    <a:pt x="4694" y="6267"/>
                    <a:pt x="5213" y="6267"/>
                  </a:cubicBezTo>
                  <a:cubicBezTo>
                    <a:pt x="5893" y="6267"/>
                    <a:pt x="6570" y="6114"/>
                    <a:pt x="7202" y="5813"/>
                  </a:cubicBezTo>
                  <a:cubicBezTo>
                    <a:pt x="8316" y="5281"/>
                    <a:pt x="9156" y="4347"/>
                    <a:pt x="9566" y="3182"/>
                  </a:cubicBezTo>
                  <a:cubicBezTo>
                    <a:pt x="9595" y="3102"/>
                    <a:pt x="9552" y="3012"/>
                    <a:pt x="9472" y="2984"/>
                  </a:cubicBezTo>
                  <a:cubicBezTo>
                    <a:pt x="9455" y="2978"/>
                    <a:pt x="9438" y="2975"/>
                    <a:pt x="9421" y="2975"/>
                  </a:cubicBezTo>
                  <a:cubicBezTo>
                    <a:pt x="9357" y="2975"/>
                    <a:pt x="9296" y="3015"/>
                    <a:pt x="9274" y="3078"/>
                  </a:cubicBezTo>
                  <a:cubicBezTo>
                    <a:pt x="8889" y="4164"/>
                    <a:pt x="8108" y="5036"/>
                    <a:pt x="7067" y="5533"/>
                  </a:cubicBezTo>
                  <a:cubicBezTo>
                    <a:pt x="6479" y="5814"/>
                    <a:pt x="5847" y="5956"/>
                    <a:pt x="5212" y="5956"/>
                  </a:cubicBezTo>
                  <a:cubicBezTo>
                    <a:pt x="4728" y="5956"/>
                    <a:pt x="4242" y="5874"/>
                    <a:pt x="3773" y="5707"/>
                  </a:cubicBezTo>
                  <a:cubicBezTo>
                    <a:pt x="1529" y="4917"/>
                    <a:pt x="350" y="2448"/>
                    <a:pt x="1142" y="206"/>
                  </a:cubicBezTo>
                  <a:cubicBezTo>
                    <a:pt x="1171" y="126"/>
                    <a:pt x="1128" y="38"/>
                    <a:pt x="1048" y="9"/>
                  </a:cubicBezTo>
                  <a:cubicBezTo>
                    <a:pt x="1031" y="3"/>
                    <a:pt x="1013" y="0"/>
                    <a:pt x="99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3"/>
            <p:cNvSpPr/>
            <p:nvPr/>
          </p:nvSpPr>
          <p:spPr>
            <a:xfrm rot="961257">
              <a:off x="2136745" y="3150866"/>
              <a:ext cx="476744" cy="788682"/>
            </a:xfrm>
            <a:custGeom>
              <a:rect b="b" l="l" r="r" t="t"/>
              <a:pathLst>
                <a:path extrusionOk="0" h="31546" w="19069">
                  <a:moveTo>
                    <a:pt x="10199" y="354"/>
                  </a:moveTo>
                  <a:lnTo>
                    <a:pt x="18711" y="3359"/>
                  </a:lnTo>
                  <a:lnTo>
                    <a:pt x="8883" y="31194"/>
                  </a:lnTo>
                  <a:lnTo>
                    <a:pt x="373" y="28191"/>
                  </a:lnTo>
                  <a:lnTo>
                    <a:pt x="10199" y="354"/>
                  </a:lnTo>
                  <a:close/>
                  <a:moveTo>
                    <a:pt x="10105" y="0"/>
                  </a:moveTo>
                  <a:cubicBezTo>
                    <a:pt x="10082" y="0"/>
                    <a:pt x="10059" y="5"/>
                    <a:pt x="10038" y="16"/>
                  </a:cubicBezTo>
                  <a:cubicBezTo>
                    <a:pt x="10002" y="33"/>
                    <a:pt x="9974" y="64"/>
                    <a:pt x="9959" y="103"/>
                  </a:cubicBezTo>
                  <a:lnTo>
                    <a:pt x="29" y="28231"/>
                  </a:lnTo>
                  <a:cubicBezTo>
                    <a:pt x="0" y="28312"/>
                    <a:pt x="43" y="28401"/>
                    <a:pt x="123" y="28429"/>
                  </a:cubicBezTo>
                  <a:lnTo>
                    <a:pt x="8926" y="31537"/>
                  </a:lnTo>
                  <a:cubicBezTo>
                    <a:pt x="8945" y="31543"/>
                    <a:pt x="8961" y="31546"/>
                    <a:pt x="8978" y="31546"/>
                  </a:cubicBezTo>
                  <a:cubicBezTo>
                    <a:pt x="9041" y="31546"/>
                    <a:pt x="9102" y="31507"/>
                    <a:pt x="9125" y="31441"/>
                  </a:cubicBezTo>
                  <a:lnTo>
                    <a:pt x="19055" y="3312"/>
                  </a:lnTo>
                  <a:cubicBezTo>
                    <a:pt x="19068" y="3275"/>
                    <a:pt x="19065" y="3232"/>
                    <a:pt x="19048" y="3195"/>
                  </a:cubicBezTo>
                  <a:cubicBezTo>
                    <a:pt x="19030" y="3159"/>
                    <a:pt x="19000" y="3131"/>
                    <a:pt x="18961" y="3116"/>
                  </a:cubicBezTo>
                  <a:lnTo>
                    <a:pt x="10157" y="9"/>
                  </a:lnTo>
                  <a:cubicBezTo>
                    <a:pt x="10140" y="3"/>
                    <a:pt x="10122" y="0"/>
                    <a:pt x="1010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3"/>
            <p:cNvSpPr/>
            <p:nvPr/>
          </p:nvSpPr>
          <p:spPr>
            <a:xfrm rot="961257">
              <a:off x="2216919" y="3179148"/>
              <a:ext cx="316763" cy="732355"/>
            </a:xfrm>
            <a:custGeom>
              <a:rect b="b" l="l" r="r" t="t"/>
              <a:pathLst>
                <a:path extrusionOk="0" h="29293" w="12670">
                  <a:moveTo>
                    <a:pt x="10182" y="350"/>
                  </a:moveTo>
                  <a:lnTo>
                    <a:pt x="12311" y="1102"/>
                  </a:lnTo>
                  <a:lnTo>
                    <a:pt x="2483" y="28937"/>
                  </a:lnTo>
                  <a:lnTo>
                    <a:pt x="354" y="28186"/>
                  </a:lnTo>
                  <a:lnTo>
                    <a:pt x="10182" y="350"/>
                  </a:lnTo>
                  <a:close/>
                  <a:moveTo>
                    <a:pt x="10088" y="0"/>
                  </a:moveTo>
                  <a:cubicBezTo>
                    <a:pt x="10065" y="0"/>
                    <a:pt x="10042" y="5"/>
                    <a:pt x="10020" y="16"/>
                  </a:cubicBezTo>
                  <a:cubicBezTo>
                    <a:pt x="9985" y="33"/>
                    <a:pt x="9956" y="64"/>
                    <a:pt x="9942" y="103"/>
                  </a:cubicBezTo>
                  <a:lnTo>
                    <a:pt x="12" y="28231"/>
                  </a:lnTo>
                  <a:cubicBezTo>
                    <a:pt x="0" y="28271"/>
                    <a:pt x="2" y="28314"/>
                    <a:pt x="19" y="28351"/>
                  </a:cubicBezTo>
                  <a:cubicBezTo>
                    <a:pt x="37" y="28386"/>
                    <a:pt x="67" y="28415"/>
                    <a:pt x="107" y="28429"/>
                  </a:cubicBezTo>
                  <a:lnTo>
                    <a:pt x="2526" y="29284"/>
                  </a:lnTo>
                  <a:cubicBezTo>
                    <a:pt x="2545" y="29288"/>
                    <a:pt x="2561" y="29292"/>
                    <a:pt x="2579" y="29292"/>
                  </a:cubicBezTo>
                  <a:cubicBezTo>
                    <a:pt x="2643" y="29292"/>
                    <a:pt x="2702" y="29251"/>
                    <a:pt x="2726" y="29188"/>
                  </a:cubicBezTo>
                  <a:lnTo>
                    <a:pt x="12657" y="1060"/>
                  </a:lnTo>
                  <a:cubicBezTo>
                    <a:pt x="12670" y="1023"/>
                    <a:pt x="12668" y="980"/>
                    <a:pt x="12650" y="943"/>
                  </a:cubicBezTo>
                  <a:cubicBezTo>
                    <a:pt x="12632" y="907"/>
                    <a:pt x="12602" y="879"/>
                    <a:pt x="12562" y="864"/>
                  </a:cubicBezTo>
                  <a:lnTo>
                    <a:pt x="10141" y="8"/>
                  </a:lnTo>
                  <a:cubicBezTo>
                    <a:pt x="10123" y="3"/>
                    <a:pt x="10105" y="0"/>
                    <a:pt x="1008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 name="Google Shape;1814;p43"/>
          <p:cNvGrpSpPr/>
          <p:nvPr/>
        </p:nvGrpSpPr>
        <p:grpSpPr>
          <a:xfrm>
            <a:off x="857838" y="1160688"/>
            <a:ext cx="491350" cy="799475"/>
            <a:chOff x="2890775" y="2873963"/>
            <a:chExt cx="491350" cy="799475"/>
          </a:xfrm>
        </p:grpSpPr>
        <p:sp>
          <p:nvSpPr>
            <p:cNvPr id="1815" name="Google Shape;1815;p43"/>
            <p:cNvSpPr/>
            <p:nvPr/>
          </p:nvSpPr>
          <p:spPr>
            <a:xfrm>
              <a:off x="2909525" y="2877263"/>
              <a:ext cx="472600" cy="791700"/>
            </a:xfrm>
            <a:custGeom>
              <a:rect b="b" l="l" r="r" t="t"/>
              <a:pathLst>
                <a:path extrusionOk="0" h="31668" w="18904">
                  <a:moveTo>
                    <a:pt x="11591" y="1"/>
                  </a:moveTo>
                  <a:lnTo>
                    <a:pt x="0" y="2953"/>
                  </a:lnTo>
                  <a:lnTo>
                    <a:pt x="7313" y="31668"/>
                  </a:lnTo>
                  <a:lnTo>
                    <a:pt x="18904" y="28716"/>
                  </a:lnTo>
                  <a:lnTo>
                    <a:pt x="115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3"/>
            <p:cNvSpPr/>
            <p:nvPr/>
          </p:nvSpPr>
          <p:spPr>
            <a:xfrm>
              <a:off x="2940525" y="2903438"/>
              <a:ext cx="413200" cy="735875"/>
            </a:xfrm>
            <a:custGeom>
              <a:rect b="b" l="l" r="r" t="t"/>
              <a:pathLst>
                <a:path extrusionOk="0" h="29435" w="16528">
                  <a:moveTo>
                    <a:pt x="9656" y="1"/>
                  </a:moveTo>
                  <a:lnTo>
                    <a:pt x="0" y="2461"/>
                  </a:lnTo>
                  <a:lnTo>
                    <a:pt x="0" y="5815"/>
                  </a:lnTo>
                  <a:lnTo>
                    <a:pt x="6016" y="29435"/>
                  </a:lnTo>
                  <a:lnTo>
                    <a:pt x="6870" y="29435"/>
                  </a:lnTo>
                  <a:lnTo>
                    <a:pt x="16528" y="26977"/>
                  </a:lnTo>
                  <a:lnTo>
                    <a:pt x="16528" y="23622"/>
                  </a:lnTo>
                  <a:lnTo>
                    <a:pt x="1051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3"/>
            <p:cNvSpPr/>
            <p:nvPr/>
          </p:nvSpPr>
          <p:spPr>
            <a:xfrm>
              <a:off x="3062675" y="3478313"/>
              <a:ext cx="296200" cy="98850"/>
            </a:xfrm>
            <a:custGeom>
              <a:rect b="b" l="l" r="r" t="t"/>
              <a:pathLst>
                <a:path extrusionOk="0" h="3954" w="11848">
                  <a:moveTo>
                    <a:pt x="11592" y="0"/>
                  </a:moveTo>
                  <a:lnTo>
                    <a:pt x="1" y="2952"/>
                  </a:lnTo>
                  <a:lnTo>
                    <a:pt x="255" y="3954"/>
                  </a:lnTo>
                  <a:lnTo>
                    <a:pt x="11847" y="1002"/>
                  </a:lnTo>
                  <a:lnTo>
                    <a:pt x="1159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3"/>
            <p:cNvSpPr/>
            <p:nvPr/>
          </p:nvSpPr>
          <p:spPr>
            <a:xfrm>
              <a:off x="3075225" y="3527888"/>
              <a:ext cx="296175" cy="98825"/>
            </a:xfrm>
            <a:custGeom>
              <a:rect b="b" l="l" r="r" t="t"/>
              <a:pathLst>
                <a:path extrusionOk="0" h="3953" w="11847">
                  <a:moveTo>
                    <a:pt x="11593" y="0"/>
                  </a:moveTo>
                  <a:lnTo>
                    <a:pt x="1" y="2952"/>
                  </a:lnTo>
                  <a:lnTo>
                    <a:pt x="256" y="3952"/>
                  </a:lnTo>
                  <a:lnTo>
                    <a:pt x="11847" y="1000"/>
                  </a:lnTo>
                  <a:lnTo>
                    <a:pt x="1159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3"/>
            <p:cNvSpPr/>
            <p:nvPr/>
          </p:nvSpPr>
          <p:spPr>
            <a:xfrm>
              <a:off x="2918850" y="2914313"/>
              <a:ext cx="296175" cy="98825"/>
            </a:xfrm>
            <a:custGeom>
              <a:rect b="b" l="l" r="r" t="t"/>
              <a:pathLst>
                <a:path extrusionOk="0" h="3953" w="11847">
                  <a:moveTo>
                    <a:pt x="11591" y="0"/>
                  </a:moveTo>
                  <a:lnTo>
                    <a:pt x="0" y="2952"/>
                  </a:lnTo>
                  <a:lnTo>
                    <a:pt x="254" y="3952"/>
                  </a:lnTo>
                  <a:lnTo>
                    <a:pt x="11847" y="1000"/>
                  </a:lnTo>
                  <a:lnTo>
                    <a:pt x="115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3"/>
            <p:cNvSpPr/>
            <p:nvPr/>
          </p:nvSpPr>
          <p:spPr>
            <a:xfrm>
              <a:off x="2931350" y="2964113"/>
              <a:ext cx="296175" cy="98850"/>
            </a:xfrm>
            <a:custGeom>
              <a:rect b="b" l="l" r="r" t="t"/>
              <a:pathLst>
                <a:path extrusionOk="0" h="3954" w="11847">
                  <a:moveTo>
                    <a:pt x="11591" y="0"/>
                  </a:moveTo>
                  <a:lnTo>
                    <a:pt x="0" y="2953"/>
                  </a:lnTo>
                  <a:lnTo>
                    <a:pt x="256" y="3954"/>
                  </a:lnTo>
                  <a:lnTo>
                    <a:pt x="11847" y="1000"/>
                  </a:lnTo>
                  <a:lnTo>
                    <a:pt x="115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3"/>
            <p:cNvSpPr/>
            <p:nvPr/>
          </p:nvSpPr>
          <p:spPr>
            <a:xfrm>
              <a:off x="2890775" y="2873963"/>
              <a:ext cx="480675" cy="799475"/>
            </a:xfrm>
            <a:custGeom>
              <a:rect b="b" l="l" r="r" t="t"/>
              <a:pathLst>
                <a:path extrusionOk="0" h="31979" w="19227">
                  <a:moveTo>
                    <a:pt x="11638" y="344"/>
                  </a:moveTo>
                  <a:lnTo>
                    <a:pt x="18875" y="28761"/>
                  </a:lnTo>
                  <a:lnTo>
                    <a:pt x="7584" y="31635"/>
                  </a:lnTo>
                  <a:lnTo>
                    <a:pt x="347" y="3220"/>
                  </a:lnTo>
                  <a:lnTo>
                    <a:pt x="11638" y="344"/>
                  </a:lnTo>
                  <a:close/>
                  <a:moveTo>
                    <a:pt x="11751" y="1"/>
                  </a:moveTo>
                  <a:cubicBezTo>
                    <a:pt x="11738" y="1"/>
                    <a:pt x="11725" y="2"/>
                    <a:pt x="11712" y="5"/>
                  </a:cubicBezTo>
                  <a:lnTo>
                    <a:pt x="123" y="2957"/>
                  </a:lnTo>
                  <a:cubicBezTo>
                    <a:pt x="83" y="2967"/>
                    <a:pt x="50" y="2993"/>
                    <a:pt x="29" y="3029"/>
                  </a:cubicBezTo>
                  <a:cubicBezTo>
                    <a:pt x="7" y="3065"/>
                    <a:pt x="0" y="3107"/>
                    <a:pt x="10" y="3146"/>
                  </a:cubicBezTo>
                  <a:lnTo>
                    <a:pt x="7324" y="31863"/>
                  </a:lnTo>
                  <a:cubicBezTo>
                    <a:pt x="7341" y="31933"/>
                    <a:pt x="7404" y="31978"/>
                    <a:pt x="7474" y="31978"/>
                  </a:cubicBezTo>
                  <a:cubicBezTo>
                    <a:pt x="7487" y="31978"/>
                    <a:pt x="7499" y="31977"/>
                    <a:pt x="7513" y="31975"/>
                  </a:cubicBezTo>
                  <a:lnTo>
                    <a:pt x="19103" y="29023"/>
                  </a:lnTo>
                  <a:cubicBezTo>
                    <a:pt x="19142" y="29012"/>
                    <a:pt x="19176" y="28988"/>
                    <a:pt x="19198" y="28952"/>
                  </a:cubicBezTo>
                  <a:cubicBezTo>
                    <a:pt x="19219" y="28916"/>
                    <a:pt x="19226" y="28872"/>
                    <a:pt x="19215" y="28833"/>
                  </a:cubicBezTo>
                  <a:lnTo>
                    <a:pt x="11902" y="118"/>
                  </a:lnTo>
                  <a:cubicBezTo>
                    <a:pt x="11884" y="47"/>
                    <a:pt x="11822" y="1"/>
                    <a:pt x="11751"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3"/>
            <p:cNvSpPr/>
            <p:nvPr/>
          </p:nvSpPr>
          <p:spPr>
            <a:xfrm>
              <a:off x="3043825" y="3475013"/>
              <a:ext cx="304225" cy="106575"/>
            </a:xfrm>
            <a:custGeom>
              <a:rect b="b" l="l" r="r" t="t"/>
              <a:pathLst>
                <a:path extrusionOk="0" h="4263" w="12169">
                  <a:moveTo>
                    <a:pt x="11640" y="345"/>
                  </a:moveTo>
                  <a:lnTo>
                    <a:pt x="11818" y="1042"/>
                  </a:lnTo>
                  <a:lnTo>
                    <a:pt x="529" y="3918"/>
                  </a:lnTo>
                  <a:lnTo>
                    <a:pt x="351" y="3220"/>
                  </a:lnTo>
                  <a:lnTo>
                    <a:pt x="11640" y="345"/>
                  </a:lnTo>
                  <a:close/>
                  <a:moveTo>
                    <a:pt x="11751" y="0"/>
                  </a:moveTo>
                  <a:cubicBezTo>
                    <a:pt x="11739" y="0"/>
                    <a:pt x="11726" y="2"/>
                    <a:pt x="11713" y="5"/>
                  </a:cubicBezTo>
                  <a:lnTo>
                    <a:pt x="123" y="2957"/>
                  </a:lnTo>
                  <a:cubicBezTo>
                    <a:pt x="83" y="2968"/>
                    <a:pt x="51" y="2993"/>
                    <a:pt x="29" y="3028"/>
                  </a:cubicBezTo>
                  <a:cubicBezTo>
                    <a:pt x="8" y="3064"/>
                    <a:pt x="1" y="3107"/>
                    <a:pt x="11" y="3147"/>
                  </a:cubicBezTo>
                  <a:lnTo>
                    <a:pt x="266" y="4147"/>
                  </a:lnTo>
                  <a:cubicBezTo>
                    <a:pt x="283" y="4217"/>
                    <a:pt x="346" y="4263"/>
                    <a:pt x="416" y="4263"/>
                  </a:cubicBezTo>
                  <a:cubicBezTo>
                    <a:pt x="429" y="4263"/>
                    <a:pt x="441" y="4261"/>
                    <a:pt x="455" y="4260"/>
                  </a:cubicBezTo>
                  <a:lnTo>
                    <a:pt x="12046" y="1307"/>
                  </a:lnTo>
                  <a:cubicBezTo>
                    <a:pt x="12084" y="1297"/>
                    <a:pt x="12118" y="1271"/>
                    <a:pt x="12140" y="1235"/>
                  </a:cubicBezTo>
                  <a:cubicBezTo>
                    <a:pt x="12161" y="1199"/>
                    <a:pt x="12168" y="1157"/>
                    <a:pt x="12157" y="1118"/>
                  </a:cubicBezTo>
                  <a:lnTo>
                    <a:pt x="11903" y="118"/>
                  </a:lnTo>
                  <a:cubicBezTo>
                    <a:pt x="11885" y="46"/>
                    <a:pt x="11822" y="0"/>
                    <a:pt x="11751"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3"/>
            <p:cNvSpPr/>
            <p:nvPr/>
          </p:nvSpPr>
          <p:spPr>
            <a:xfrm>
              <a:off x="3056425" y="3524613"/>
              <a:ext cx="304275" cy="106600"/>
            </a:xfrm>
            <a:custGeom>
              <a:rect b="b" l="l" r="r" t="t"/>
              <a:pathLst>
                <a:path extrusionOk="0" h="4264" w="12171">
                  <a:moveTo>
                    <a:pt x="11642" y="344"/>
                  </a:moveTo>
                  <a:lnTo>
                    <a:pt x="11820" y="1043"/>
                  </a:lnTo>
                  <a:lnTo>
                    <a:pt x="530" y="3919"/>
                  </a:lnTo>
                  <a:lnTo>
                    <a:pt x="351" y="3220"/>
                  </a:lnTo>
                  <a:lnTo>
                    <a:pt x="11642" y="344"/>
                  </a:lnTo>
                  <a:close/>
                  <a:moveTo>
                    <a:pt x="11754" y="1"/>
                  </a:moveTo>
                  <a:cubicBezTo>
                    <a:pt x="11741" y="1"/>
                    <a:pt x="11728" y="2"/>
                    <a:pt x="11714" y="6"/>
                  </a:cubicBezTo>
                  <a:lnTo>
                    <a:pt x="125" y="2957"/>
                  </a:lnTo>
                  <a:cubicBezTo>
                    <a:pt x="85" y="2969"/>
                    <a:pt x="51" y="2993"/>
                    <a:pt x="30" y="3029"/>
                  </a:cubicBezTo>
                  <a:cubicBezTo>
                    <a:pt x="8" y="3065"/>
                    <a:pt x="1" y="3107"/>
                    <a:pt x="12" y="3148"/>
                  </a:cubicBezTo>
                  <a:lnTo>
                    <a:pt x="268" y="4148"/>
                  </a:lnTo>
                  <a:cubicBezTo>
                    <a:pt x="285" y="4216"/>
                    <a:pt x="348" y="4263"/>
                    <a:pt x="418" y="4263"/>
                  </a:cubicBezTo>
                  <a:cubicBezTo>
                    <a:pt x="430" y="4263"/>
                    <a:pt x="442" y="4262"/>
                    <a:pt x="457" y="4259"/>
                  </a:cubicBezTo>
                  <a:lnTo>
                    <a:pt x="12046" y="1307"/>
                  </a:lnTo>
                  <a:cubicBezTo>
                    <a:pt x="12086" y="1297"/>
                    <a:pt x="12120" y="1271"/>
                    <a:pt x="12142" y="1236"/>
                  </a:cubicBezTo>
                  <a:cubicBezTo>
                    <a:pt x="12163" y="1200"/>
                    <a:pt x="12170" y="1157"/>
                    <a:pt x="12159" y="1119"/>
                  </a:cubicBezTo>
                  <a:lnTo>
                    <a:pt x="11903" y="118"/>
                  </a:lnTo>
                  <a:cubicBezTo>
                    <a:pt x="11885" y="47"/>
                    <a:pt x="11824" y="1"/>
                    <a:pt x="1175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3"/>
            <p:cNvSpPr/>
            <p:nvPr/>
          </p:nvSpPr>
          <p:spPr>
            <a:xfrm>
              <a:off x="2899900" y="2911113"/>
              <a:ext cx="304525" cy="106600"/>
            </a:xfrm>
            <a:custGeom>
              <a:rect b="b" l="l" r="r" t="t"/>
              <a:pathLst>
                <a:path extrusionOk="0" h="4264" w="12181">
                  <a:moveTo>
                    <a:pt x="11651" y="344"/>
                  </a:moveTo>
                  <a:lnTo>
                    <a:pt x="11830" y="1043"/>
                  </a:lnTo>
                  <a:lnTo>
                    <a:pt x="539" y="3919"/>
                  </a:lnTo>
                  <a:lnTo>
                    <a:pt x="361" y="3220"/>
                  </a:lnTo>
                  <a:lnTo>
                    <a:pt x="11651" y="344"/>
                  </a:lnTo>
                  <a:close/>
                  <a:moveTo>
                    <a:pt x="11764" y="0"/>
                  </a:moveTo>
                  <a:cubicBezTo>
                    <a:pt x="11751" y="0"/>
                    <a:pt x="11738" y="2"/>
                    <a:pt x="11724" y="5"/>
                  </a:cubicBezTo>
                  <a:lnTo>
                    <a:pt x="135" y="2957"/>
                  </a:lnTo>
                  <a:cubicBezTo>
                    <a:pt x="51" y="2979"/>
                    <a:pt x="1" y="3063"/>
                    <a:pt x="22" y="3147"/>
                  </a:cubicBezTo>
                  <a:lnTo>
                    <a:pt x="278" y="4148"/>
                  </a:lnTo>
                  <a:cubicBezTo>
                    <a:pt x="288" y="4186"/>
                    <a:pt x="314" y="4220"/>
                    <a:pt x="349" y="4242"/>
                  </a:cubicBezTo>
                  <a:cubicBezTo>
                    <a:pt x="372" y="4256"/>
                    <a:pt x="401" y="4263"/>
                    <a:pt x="428" y="4263"/>
                  </a:cubicBezTo>
                  <a:cubicBezTo>
                    <a:pt x="439" y="4263"/>
                    <a:pt x="454" y="4262"/>
                    <a:pt x="467" y="4259"/>
                  </a:cubicBezTo>
                  <a:lnTo>
                    <a:pt x="12056" y="1307"/>
                  </a:lnTo>
                  <a:cubicBezTo>
                    <a:pt x="12096" y="1297"/>
                    <a:pt x="12130" y="1271"/>
                    <a:pt x="12152" y="1236"/>
                  </a:cubicBezTo>
                  <a:cubicBezTo>
                    <a:pt x="12173" y="1200"/>
                    <a:pt x="12180" y="1157"/>
                    <a:pt x="12169" y="1118"/>
                  </a:cubicBezTo>
                  <a:lnTo>
                    <a:pt x="11913" y="118"/>
                  </a:lnTo>
                  <a:cubicBezTo>
                    <a:pt x="11895" y="47"/>
                    <a:pt x="11834" y="0"/>
                    <a:pt x="11764"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3"/>
            <p:cNvSpPr/>
            <p:nvPr/>
          </p:nvSpPr>
          <p:spPr>
            <a:xfrm>
              <a:off x="2912800" y="2960688"/>
              <a:ext cx="304225" cy="106575"/>
            </a:xfrm>
            <a:custGeom>
              <a:rect b="b" l="l" r="r" t="t"/>
              <a:pathLst>
                <a:path extrusionOk="0" h="4263" w="12169">
                  <a:moveTo>
                    <a:pt x="11640" y="344"/>
                  </a:moveTo>
                  <a:lnTo>
                    <a:pt x="11818" y="1043"/>
                  </a:lnTo>
                  <a:lnTo>
                    <a:pt x="529" y="3918"/>
                  </a:lnTo>
                  <a:lnTo>
                    <a:pt x="351" y="3219"/>
                  </a:lnTo>
                  <a:lnTo>
                    <a:pt x="11640" y="344"/>
                  </a:lnTo>
                  <a:close/>
                  <a:moveTo>
                    <a:pt x="11751" y="0"/>
                  </a:moveTo>
                  <a:cubicBezTo>
                    <a:pt x="11739" y="0"/>
                    <a:pt x="11727" y="1"/>
                    <a:pt x="11714" y="4"/>
                  </a:cubicBezTo>
                  <a:lnTo>
                    <a:pt x="123" y="2958"/>
                  </a:lnTo>
                  <a:cubicBezTo>
                    <a:pt x="85" y="2968"/>
                    <a:pt x="51" y="2993"/>
                    <a:pt x="29" y="3029"/>
                  </a:cubicBezTo>
                  <a:cubicBezTo>
                    <a:pt x="8" y="3065"/>
                    <a:pt x="1" y="3108"/>
                    <a:pt x="12" y="3146"/>
                  </a:cubicBezTo>
                  <a:lnTo>
                    <a:pt x="266" y="4146"/>
                  </a:lnTo>
                  <a:cubicBezTo>
                    <a:pt x="285" y="4216"/>
                    <a:pt x="348" y="4262"/>
                    <a:pt x="416" y="4262"/>
                  </a:cubicBezTo>
                  <a:cubicBezTo>
                    <a:pt x="429" y="4262"/>
                    <a:pt x="442" y="4261"/>
                    <a:pt x="456" y="4259"/>
                  </a:cubicBezTo>
                  <a:lnTo>
                    <a:pt x="12046" y="1307"/>
                  </a:lnTo>
                  <a:cubicBezTo>
                    <a:pt x="12086" y="1296"/>
                    <a:pt x="12119" y="1272"/>
                    <a:pt x="12140" y="1236"/>
                  </a:cubicBezTo>
                  <a:cubicBezTo>
                    <a:pt x="12161" y="1200"/>
                    <a:pt x="12169" y="1157"/>
                    <a:pt x="12159" y="1117"/>
                  </a:cubicBezTo>
                  <a:lnTo>
                    <a:pt x="11903" y="117"/>
                  </a:lnTo>
                  <a:cubicBezTo>
                    <a:pt x="11884" y="45"/>
                    <a:pt x="11822" y="0"/>
                    <a:pt x="11751"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 name="Google Shape;1826;p43"/>
          <p:cNvGrpSpPr/>
          <p:nvPr/>
        </p:nvGrpSpPr>
        <p:grpSpPr>
          <a:xfrm>
            <a:off x="533438" y="2702175"/>
            <a:ext cx="373125" cy="345125"/>
            <a:chOff x="533438" y="2702175"/>
            <a:chExt cx="373125" cy="345125"/>
          </a:xfrm>
        </p:grpSpPr>
        <p:sp>
          <p:nvSpPr>
            <p:cNvPr id="1827" name="Google Shape;1827;p43"/>
            <p:cNvSpPr/>
            <p:nvPr/>
          </p:nvSpPr>
          <p:spPr>
            <a:xfrm>
              <a:off x="533438" y="2706575"/>
              <a:ext cx="348950" cy="339000"/>
            </a:xfrm>
            <a:custGeom>
              <a:rect b="b" l="l" r="r" t="t"/>
              <a:pathLst>
                <a:path extrusionOk="0" h="13560" w="13958">
                  <a:moveTo>
                    <a:pt x="6643" y="0"/>
                  </a:moveTo>
                  <a:lnTo>
                    <a:pt x="4775" y="4514"/>
                  </a:lnTo>
                  <a:lnTo>
                    <a:pt x="0" y="5533"/>
                  </a:lnTo>
                  <a:lnTo>
                    <a:pt x="3714" y="8705"/>
                  </a:lnTo>
                  <a:lnTo>
                    <a:pt x="3207" y="13560"/>
                  </a:lnTo>
                  <a:lnTo>
                    <a:pt x="3207" y="13560"/>
                  </a:lnTo>
                  <a:lnTo>
                    <a:pt x="7370" y="11008"/>
                  </a:lnTo>
                  <a:lnTo>
                    <a:pt x="11834" y="12991"/>
                  </a:lnTo>
                  <a:lnTo>
                    <a:pt x="10692" y="8242"/>
                  </a:lnTo>
                  <a:lnTo>
                    <a:pt x="13957" y="4611"/>
                  </a:lnTo>
                  <a:lnTo>
                    <a:pt x="9088" y="4228"/>
                  </a:lnTo>
                  <a:lnTo>
                    <a:pt x="664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3"/>
            <p:cNvSpPr/>
            <p:nvPr/>
          </p:nvSpPr>
          <p:spPr>
            <a:xfrm>
              <a:off x="551088" y="2702175"/>
              <a:ext cx="355475" cy="345125"/>
            </a:xfrm>
            <a:custGeom>
              <a:rect b="b" l="l" r="r" t="t"/>
              <a:pathLst>
                <a:path extrusionOk="0" h="13805" w="14219">
                  <a:moveTo>
                    <a:pt x="6786" y="398"/>
                  </a:moveTo>
                  <a:lnTo>
                    <a:pt x="9108" y="4411"/>
                  </a:lnTo>
                  <a:cubicBezTo>
                    <a:pt x="9128" y="4447"/>
                    <a:pt x="9165" y="4469"/>
                    <a:pt x="9203" y="4473"/>
                  </a:cubicBezTo>
                  <a:lnTo>
                    <a:pt x="13825" y="4834"/>
                  </a:lnTo>
                  <a:lnTo>
                    <a:pt x="10728" y="8282"/>
                  </a:lnTo>
                  <a:cubicBezTo>
                    <a:pt x="10699" y="8312"/>
                    <a:pt x="10689" y="8354"/>
                    <a:pt x="10699" y="8392"/>
                  </a:cubicBezTo>
                  <a:lnTo>
                    <a:pt x="11782" y="12900"/>
                  </a:lnTo>
                  <a:lnTo>
                    <a:pt x="7546" y="11018"/>
                  </a:lnTo>
                  <a:cubicBezTo>
                    <a:pt x="7530" y="11011"/>
                    <a:pt x="7513" y="11008"/>
                    <a:pt x="7496" y="11008"/>
                  </a:cubicBezTo>
                  <a:cubicBezTo>
                    <a:pt x="7474" y="11008"/>
                    <a:pt x="7453" y="11013"/>
                    <a:pt x="7434" y="11025"/>
                  </a:cubicBezTo>
                  <a:lnTo>
                    <a:pt x="3481" y="13449"/>
                  </a:lnTo>
                  <a:lnTo>
                    <a:pt x="3481" y="13449"/>
                  </a:lnTo>
                  <a:lnTo>
                    <a:pt x="3962" y="8838"/>
                  </a:lnTo>
                  <a:cubicBezTo>
                    <a:pt x="3965" y="8798"/>
                    <a:pt x="3949" y="8756"/>
                    <a:pt x="3919" y="8732"/>
                  </a:cubicBezTo>
                  <a:lnTo>
                    <a:pt x="393" y="5720"/>
                  </a:lnTo>
                  <a:lnTo>
                    <a:pt x="4924" y="4754"/>
                  </a:lnTo>
                  <a:cubicBezTo>
                    <a:pt x="4964" y="4746"/>
                    <a:pt x="4995" y="4719"/>
                    <a:pt x="5012" y="4681"/>
                  </a:cubicBezTo>
                  <a:lnTo>
                    <a:pt x="6786" y="398"/>
                  </a:lnTo>
                  <a:close/>
                  <a:moveTo>
                    <a:pt x="6777" y="0"/>
                  </a:moveTo>
                  <a:cubicBezTo>
                    <a:pt x="6773" y="0"/>
                    <a:pt x="6769" y="0"/>
                    <a:pt x="6766" y="1"/>
                  </a:cubicBezTo>
                  <a:cubicBezTo>
                    <a:pt x="6720" y="3"/>
                    <a:pt x="6678" y="32"/>
                    <a:pt x="6660" y="75"/>
                  </a:cubicBezTo>
                  <a:lnTo>
                    <a:pt x="4817" y="4527"/>
                  </a:lnTo>
                  <a:lnTo>
                    <a:pt x="104" y="5533"/>
                  </a:lnTo>
                  <a:cubicBezTo>
                    <a:pt x="59" y="5542"/>
                    <a:pt x="22" y="5577"/>
                    <a:pt x="12" y="5623"/>
                  </a:cubicBezTo>
                  <a:cubicBezTo>
                    <a:pt x="0" y="5669"/>
                    <a:pt x="14" y="5716"/>
                    <a:pt x="50" y="5746"/>
                  </a:cubicBezTo>
                  <a:lnTo>
                    <a:pt x="3715" y="8875"/>
                  </a:lnTo>
                  <a:lnTo>
                    <a:pt x="3215" y="13669"/>
                  </a:lnTo>
                  <a:cubicBezTo>
                    <a:pt x="3209" y="13714"/>
                    <a:pt x="3231" y="13760"/>
                    <a:pt x="3271" y="13784"/>
                  </a:cubicBezTo>
                  <a:cubicBezTo>
                    <a:pt x="3291" y="13797"/>
                    <a:pt x="3311" y="13804"/>
                    <a:pt x="3335" y="13804"/>
                  </a:cubicBezTo>
                  <a:cubicBezTo>
                    <a:pt x="3356" y="13804"/>
                    <a:pt x="3378" y="13797"/>
                    <a:pt x="3399" y="13784"/>
                  </a:cubicBezTo>
                  <a:lnTo>
                    <a:pt x="7507" y="11267"/>
                  </a:lnTo>
                  <a:lnTo>
                    <a:pt x="11914" y="13224"/>
                  </a:lnTo>
                  <a:cubicBezTo>
                    <a:pt x="11929" y="13231"/>
                    <a:pt x="11945" y="13234"/>
                    <a:pt x="11961" y="13234"/>
                  </a:cubicBezTo>
                  <a:cubicBezTo>
                    <a:pt x="11989" y="13234"/>
                    <a:pt x="12017" y="13225"/>
                    <a:pt x="12039" y="13206"/>
                  </a:cubicBezTo>
                  <a:cubicBezTo>
                    <a:pt x="12075" y="13177"/>
                    <a:pt x="12092" y="13129"/>
                    <a:pt x="12081" y="13084"/>
                  </a:cubicBezTo>
                  <a:lnTo>
                    <a:pt x="10956" y="8398"/>
                  </a:lnTo>
                  <a:lnTo>
                    <a:pt x="14178" y="4813"/>
                  </a:lnTo>
                  <a:cubicBezTo>
                    <a:pt x="14210" y="4780"/>
                    <a:pt x="14218" y="4730"/>
                    <a:pt x="14201" y="4687"/>
                  </a:cubicBezTo>
                  <a:cubicBezTo>
                    <a:pt x="14183" y="4644"/>
                    <a:pt x="14144" y="4613"/>
                    <a:pt x="14097" y="4610"/>
                  </a:cubicBezTo>
                  <a:lnTo>
                    <a:pt x="9293" y="4233"/>
                  </a:lnTo>
                  <a:lnTo>
                    <a:pt x="6880" y="61"/>
                  </a:lnTo>
                  <a:cubicBezTo>
                    <a:pt x="6859" y="25"/>
                    <a:pt x="6823" y="0"/>
                    <a:pt x="677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 name="Google Shape;1829;p43"/>
          <p:cNvGrpSpPr/>
          <p:nvPr/>
        </p:nvGrpSpPr>
        <p:grpSpPr>
          <a:xfrm>
            <a:off x="8237438" y="3268113"/>
            <a:ext cx="373125" cy="345125"/>
            <a:chOff x="8085038" y="3115713"/>
            <a:chExt cx="373125" cy="345125"/>
          </a:xfrm>
        </p:grpSpPr>
        <p:sp>
          <p:nvSpPr>
            <p:cNvPr id="1830" name="Google Shape;1830;p43"/>
            <p:cNvSpPr/>
            <p:nvPr/>
          </p:nvSpPr>
          <p:spPr>
            <a:xfrm>
              <a:off x="8085038" y="3120113"/>
              <a:ext cx="348950" cy="339000"/>
            </a:xfrm>
            <a:custGeom>
              <a:rect b="b" l="l" r="r" t="t"/>
              <a:pathLst>
                <a:path extrusionOk="0" h="13560" w="13958">
                  <a:moveTo>
                    <a:pt x="6643" y="0"/>
                  </a:moveTo>
                  <a:lnTo>
                    <a:pt x="4775" y="4514"/>
                  </a:lnTo>
                  <a:lnTo>
                    <a:pt x="0" y="5533"/>
                  </a:lnTo>
                  <a:lnTo>
                    <a:pt x="3714" y="8705"/>
                  </a:lnTo>
                  <a:lnTo>
                    <a:pt x="3207" y="13560"/>
                  </a:lnTo>
                  <a:lnTo>
                    <a:pt x="3207" y="13560"/>
                  </a:lnTo>
                  <a:lnTo>
                    <a:pt x="7370" y="11008"/>
                  </a:lnTo>
                  <a:lnTo>
                    <a:pt x="11834" y="12991"/>
                  </a:lnTo>
                  <a:lnTo>
                    <a:pt x="10692" y="8242"/>
                  </a:lnTo>
                  <a:lnTo>
                    <a:pt x="13957" y="4611"/>
                  </a:lnTo>
                  <a:lnTo>
                    <a:pt x="9088" y="4228"/>
                  </a:lnTo>
                  <a:lnTo>
                    <a:pt x="664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3"/>
            <p:cNvSpPr/>
            <p:nvPr/>
          </p:nvSpPr>
          <p:spPr>
            <a:xfrm>
              <a:off x="8102688" y="3115713"/>
              <a:ext cx="355475" cy="345125"/>
            </a:xfrm>
            <a:custGeom>
              <a:rect b="b" l="l" r="r" t="t"/>
              <a:pathLst>
                <a:path extrusionOk="0" h="13805" w="14219">
                  <a:moveTo>
                    <a:pt x="6786" y="398"/>
                  </a:moveTo>
                  <a:lnTo>
                    <a:pt x="9108" y="4411"/>
                  </a:lnTo>
                  <a:cubicBezTo>
                    <a:pt x="9128" y="4447"/>
                    <a:pt x="9165" y="4469"/>
                    <a:pt x="9203" y="4473"/>
                  </a:cubicBezTo>
                  <a:lnTo>
                    <a:pt x="13825" y="4834"/>
                  </a:lnTo>
                  <a:lnTo>
                    <a:pt x="10728" y="8282"/>
                  </a:lnTo>
                  <a:cubicBezTo>
                    <a:pt x="10699" y="8312"/>
                    <a:pt x="10689" y="8354"/>
                    <a:pt x="10699" y="8392"/>
                  </a:cubicBezTo>
                  <a:lnTo>
                    <a:pt x="11782" y="12900"/>
                  </a:lnTo>
                  <a:lnTo>
                    <a:pt x="7546" y="11018"/>
                  </a:lnTo>
                  <a:cubicBezTo>
                    <a:pt x="7530" y="11011"/>
                    <a:pt x="7513" y="11008"/>
                    <a:pt x="7496" y="11008"/>
                  </a:cubicBezTo>
                  <a:cubicBezTo>
                    <a:pt x="7474" y="11008"/>
                    <a:pt x="7453" y="11013"/>
                    <a:pt x="7434" y="11025"/>
                  </a:cubicBezTo>
                  <a:lnTo>
                    <a:pt x="3481" y="13449"/>
                  </a:lnTo>
                  <a:lnTo>
                    <a:pt x="3481" y="13449"/>
                  </a:lnTo>
                  <a:lnTo>
                    <a:pt x="3962" y="8838"/>
                  </a:lnTo>
                  <a:cubicBezTo>
                    <a:pt x="3965" y="8798"/>
                    <a:pt x="3949" y="8756"/>
                    <a:pt x="3919" y="8732"/>
                  </a:cubicBezTo>
                  <a:lnTo>
                    <a:pt x="393" y="5720"/>
                  </a:lnTo>
                  <a:lnTo>
                    <a:pt x="4924" y="4754"/>
                  </a:lnTo>
                  <a:cubicBezTo>
                    <a:pt x="4964" y="4746"/>
                    <a:pt x="4995" y="4719"/>
                    <a:pt x="5012" y="4681"/>
                  </a:cubicBezTo>
                  <a:lnTo>
                    <a:pt x="6786" y="398"/>
                  </a:lnTo>
                  <a:close/>
                  <a:moveTo>
                    <a:pt x="6777" y="0"/>
                  </a:moveTo>
                  <a:cubicBezTo>
                    <a:pt x="6773" y="0"/>
                    <a:pt x="6769" y="0"/>
                    <a:pt x="6766" y="1"/>
                  </a:cubicBezTo>
                  <a:cubicBezTo>
                    <a:pt x="6720" y="3"/>
                    <a:pt x="6678" y="32"/>
                    <a:pt x="6660" y="75"/>
                  </a:cubicBezTo>
                  <a:lnTo>
                    <a:pt x="4817" y="4527"/>
                  </a:lnTo>
                  <a:lnTo>
                    <a:pt x="104" y="5533"/>
                  </a:lnTo>
                  <a:cubicBezTo>
                    <a:pt x="59" y="5542"/>
                    <a:pt x="22" y="5577"/>
                    <a:pt x="12" y="5623"/>
                  </a:cubicBezTo>
                  <a:cubicBezTo>
                    <a:pt x="0" y="5669"/>
                    <a:pt x="14" y="5716"/>
                    <a:pt x="50" y="5746"/>
                  </a:cubicBezTo>
                  <a:lnTo>
                    <a:pt x="3715" y="8875"/>
                  </a:lnTo>
                  <a:lnTo>
                    <a:pt x="3215" y="13669"/>
                  </a:lnTo>
                  <a:cubicBezTo>
                    <a:pt x="3209" y="13714"/>
                    <a:pt x="3231" y="13760"/>
                    <a:pt x="3271" y="13784"/>
                  </a:cubicBezTo>
                  <a:cubicBezTo>
                    <a:pt x="3291" y="13797"/>
                    <a:pt x="3311" y="13804"/>
                    <a:pt x="3335" y="13804"/>
                  </a:cubicBezTo>
                  <a:cubicBezTo>
                    <a:pt x="3356" y="13804"/>
                    <a:pt x="3378" y="13797"/>
                    <a:pt x="3399" y="13784"/>
                  </a:cubicBezTo>
                  <a:lnTo>
                    <a:pt x="7507" y="11267"/>
                  </a:lnTo>
                  <a:lnTo>
                    <a:pt x="11914" y="13224"/>
                  </a:lnTo>
                  <a:cubicBezTo>
                    <a:pt x="11929" y="13231"/>
                    <a:pt x="11945" y="13234"/>
                    <a:pt x="11961" y="13234"/>
                  </a:cubicBezTo>
                  <a:cubicBezTo>
                    <a:pt x="11989" y="13234"/>
                    <a:pt x="12017" y="13225"/>
                    <a:pt x="12039" y="13206"/>
                  </a:cubicBezTo>
                  <a:cubicBezTo>
                    <a:pt x="12075" y="13177"/>
                    <a:pt x="12092" y="13129"/>
                    <a:pt x="12081" y="13084"/>
                  </a:cubicBezTo>
                  <a:lnTo>
                    <a:pt x="10956" y="8398"/>
                  </a:lnTo>
                  <a:lnTo>
                    <a:pt x="14178" y="4813"/>
                  </a:lnTo>
                  <a:cubicBezTo>
                    <a:pt x="14210" y="4780"/>
                    <a:pt x="14218" y="4730"/>
                    <a:pt x="14201" y="4687"/>
                  </a:cubicBezTo>
                  <a:cubicBezTo>
                    <a:pt x="14183" y="4644"/>
                    <a:pt x="14144" y="4613"/>
                    <a:pt x="14097" y="4610"/>
                  </a:cubicBezTo>
                  <a:lnTo>
                    <a:pt x="9293" y="4233"/>
                  </a:lnTo>
                  <a:lnTo>
                    <a:pt x="6880" y="61"/>
                  </a:lnTo>
                  <a:cubicBezTo>
                    <a:pt x="6859" y="25"/>
                    <a:pt x="6823" y="0"/>
                    <a:pt x="677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 name="Google Shape;1832;p43"/>
          <p:cNvGrpSpPr/>
          <p:nvPr/>
        </p:nvGrpSpPr>
        <p:grpSpPr>
          <a:xfrm>
            <a:off x="6331837" y="762855"/>
            <a:ext cx="861654" cy="752835"/>
            <a:chOff x="6331838" y="762855"/>
            <a:chExt cx="861654" cy="752835"/>
          </a:xfrm>
        </p:grpSpPr>
        <p:sp>
          <p:nvSpPr>
            <p:cNvPr id="1833" name="Google Shape;1833;p43"/>
            <p:cNvSpPr/>
            <p:nvPr/>
          </p:nvSpPr>
          <p:spPr>
            <a:xfrm>
              <a:off x="6332748" y="771415"/>
              <a:ext cx="860743" cy="743883"/>
            </a:xfrm>
            <a:custGeom>
              <a:rect b="b" l="l" r="r" t="t"/>
              <a:pathLst>
                <a:path extrusionOk="0" h="39193" w="45350">
                  <a:moveTo>
                    <a:pt x="24257" y="6929"/>
                  </a:moveTo>
                  <a:cubicBezTo>
                    <a:pt x="26536" y="6929"/>
                    <a:pt x="28838" y="7608"/>
                    <a:pt x="30844" y="9020"/>
                  </a:cubicBezTo>
                  <a:cubicBezTo>
                    <a:pt x="36019" y="12663"/>
                    <a:pt x="37260" y="19813"/>
                    <a:pt x="33617" y="24987"/>
                  </a:cubicBezTo>
                  <a:lnTo>
                    <a:pt x="25488" y="19263"/>
                  </a:lnTo>
                  <a:cubicBezTo>
                    <a:pt x="25738" y="18607"/>
                    <a:pt x="25527" y="17843"/>
                    <a:pt x="24930" y="17421"/>
                  </a:cubicBezTo>
                  <a:cubicBezTo>
                    <a:pt x="24656" y="17229"/>
                    <a:pt x="24343" y="17137"/>
                    <a:pt x="24032" y="17137"/>
                  </a:cubicBezTo>
                  <a:cubicBezTo>
                    <a:pt x="23662" y="17137"/>
                    <a:pt x="23296" y="17268"/>
                    <a:pt x="23005" y="17516"/>
                  </a:cubicBezTo>
                  <a:lnTo>
                    <a:pt x="14876" y="11792"/>
                  </a:lnTo>
                  <a:cubicBezTo>
                    <a:pt x="17108" y="8623"/>
                    <a:pt x="20654" y="6929"/>
                    <a:pt x="24257" y="6929"/>
                  </a:cubicBezTo>
                  <a:close/>
                  <a:moveTo>
                    <a:pt x="23804" y="1"/>
                  </a:moveTo>
                  <a:cubicBezTo>
                    <a:pt x="17950" y="1"/>
                    <a:pt x="12186" y="2693"/>
                    <a:pt x="8464" y="7738"/>
                  </a:cubicBezTo>
                  <a:lnTo>
                    <a:pt x="4993" y="5293"/>
                  </a:lnTo>
                  <a:lnTo>
                    <a:pt x="1" y="12385"/>
                  </a:lnTo>
                  <a:lnTo>
                    <a:pt x="38071" y="39192"/>
                  </a:lnTo>
                  <a:lnTo>
                    <a:pt x="43064" y="32102"/>
                  </a:lnTo>
                  <a:lnTo>
                    <a:pt x="39592" y="29659"/>
                  </a:lnTo>
                  <a:cubicBezTo>
                    <a:pt x="45349" y="21090"/>
                    <a:pt x="43232" y="9448"/>
                    <a:pt x="34749" y="3474"/>
                  </a:cubicBezTo>
                  <a:cubicBezTo>
                    <a:pt x="31416" y="1128"/>
                    <a:pt x="27591" y="1"/>
                    <a:pt x="238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3"/>
            <p:cNvSpPr/>
            <p:nvPr/>
          </p:nvSpPr>
          <p:spPr>
            <a:xfrm>
              <a:off x="6346394" y="762855"/>
              <a:ext cx="829919" cy="749843"/>
            </a:xfrm>
            <a:custGeom>
              <a:rect b="b" l="l" r="r" t="t"/>
              <a:pathLst>
                <a:path extrusionOk="0" h="39507" w="43726">
                  <a:moveTo>
                    <a:pt x="24423" y="7249"/>
                  </a:moveTo>
                  <a:cubicBezTo>
                    <a:pt x="26671" y="7249"/>
                    <a:pt x="28941" y="7916"/>
                    <a:pt x="30915" y="9306"/>
                  </a:cubicBezTo>
                  <a:cubicBezTo>
                    <a:pt x="35967" y="12864"/>
                    <a:pt x="37216" y="19844"/>
                    <a:pt x="33737" y="24929"/>
                  </a:cubicBezTo>
                  <a:lnTo>
                    <a:pt x="25831" y="19363"/>
                  </a:lnTo>
                  <a:cubicBezTo>
                    <a:pt x="26045" y="18652"/>
                    <a:pt x="25787" y="17881"/>
                    <a:pt x="25178" y="17455"/>
                  </a:cubicBezTo>
                  <a:cubicBezTo>
                    <a:pt x="24880" y="17245"/>
                    <a:pt x="24535" y="17141"/>
                    <a:pt x="24189" y="17141"/>
                  </a:cubicBezTo>
                  <a:cubicBezTo>
                    <a:pt x="23827" y="17141"/>
                    <a:pt x="23465" y="17255"/>
                    <a:pt x="23161" y="17481"/>
                  </a:cubicBezTo>
                  <a:lnTo>
                    <a:pt x="15255" y="11914"/>
                  </a:lnTo>
                  <a:cubicBezTo>
                    <a:pt x="17458" y="8873"/>
                    <a:pt x="20914" y="7249"/>
                    <a:pt x="24423" y="7249"/>
                  </a:cubicBezTo>
                  <a:close/>
                  <a:moveTo>
                    <a:pt x="24423" y="6937"/>
                  </a:moveTo>
                  <a:cubicBezTo>
                    <a:pt x="20769" y="6937"/>
                    <a:pt x="17170" y="8652"/>
                    <a:pt x="14910" y="11860"/>
                  </a:cubicBezTo>
                  <a:cubicBezTo>
                    <a:pt x="14886" y="11894"/>
                    <a:pt x="14878" y="11935"/>
                    <a:pt x="14885" y="11977"/>
                  </a:cubicBezTo>
                  <a:cubicBezTo>
                    <a:pt x="14892" y="12018"/>
                    <a:pt x="14915" y="12054"/>
                    <a:pt x="14949" y="12077"/>
                  </a:cubicBezTo>
                  <a:lnTo>
                    <a:pt x="23078" y="17801"/>
                  </a:lnTo>
                  <a:cubicBezTo>
                    <a:pt x="23104" y="17820"/>
                    <a:pt x="23135" y="17829"/>
                    <a:pt x="23166" y="17829"/>
                  </a:cubicBezTo>
                  <a:cubicBezTo>
                    <a:pt x="23202" y="17829"/>
                    <a:pt x="23238" y="17817"/>
                    <a:pt x="23266" y="17792"/>
                  </a:cubicBezTo>
                  <a:cubicBezTo>
                    <a:pt x="23531" y="17565"/>
                    <a:pt x="23860" y="17450"/>
                    <a:pt x="24189" y="17450"/>
                  </a:cubicBezTo>
                  <a:cubicBezTo>
                    <a:pt x="24472" y="17450"/>
                    <a:pt x="24756" y="17535"/>
                    <a:pt x="24999" y="17706"/>
                  </a:cubicBezTo>
                  <a:cubicBezTo>
                    <a:pt x="25527" y="18075"/>
                    <a:pt x="25734" y="18760"/>
                    <a:pt x="25504" y="19365"/>
                  </a:cubicBezTo>
                  <a:cubicBezTo>
                    <a:pt x="25478" y="19431"/>
                    <a:pt x="25499" y="19507"/>
                    <a:pt x="25558" y="19548"/>
                  </a:cubicBezTo>
                  <a:lnTo>
                    <a:pt x="33687" y="25272"/>
                  </a:lnTo>
                  <a:cubicBezTo>
                    <a:pt x="33714" y="25292"/>
                    <a:pt x="33744" y="25301"/>
                    <a:pt x="33777" y="25301"/>
                  </a:cubicBezTo>
                  <a:cubicBezTo>
                    <a:pt x="33785" y="25301"/>
                    <a:pt x="33794" y="25301"/>
                    <a:pt x="33802" y="25299"/>
                  </a:cubicBezTo>
                  <a:cubicBezTo>
                    <a:pt x="33844" y="25292"/>
                    <a:pt x="33880" y="25268"/>
                    <a:pt x="33902" y="25235"/>
                  </a:cubicBezTo>
                  <a:cubicBezTo>
                    <a:pt x="37589" y="19997"/>
                    <a:pt x="36330" y="12740"/>
                    <a:pt x="31093" y="9051"/>
                  </a:cubicBezTo>
                  <a:cubicBezTo>
                    <a:pt x="29065" y="7623"/>
                    <a:pt x="26733" y="6937"/>
                    <a:pt x="24423" y="6937"/>
                  </a:cubicBezTo>
                  <a:close/>
                  <a:moveTo>
                    <a:pt x="23980" y="313"/>
                  </a:moveTo>
                  <a:cubicBezTo>
                    <a:pt x="27841" y="313"/>
                    <a:pt x="31605" y="1496"/>
                    <a:pt x="34821" y="3761"/>
                  </a:cubicBezTo>
                  <a:cubicBezTo>
                    <a:pt x="38886" y="6625"/>
                    <a:pt x="41618" y="10892"/>
                    <a:pt x="42518" y="15780"/>
                  </a:cubicBezTo>
                  <a:cubicBezTo>
                    <a:pt x="43417" y="20663"/>
                    <a:pt x="42388" y="25616"/>
                    <a:pt x="39623" y="29731"/>
                  </a:cubicBezTo>
                  <a:cubicBezTo>
                    <a:pt x="39578" y="29802"/>
                    <a:pt x="39593" y="29896"/>
                    <a:pt x="39663" y="29944"/>
                  </a:cubicBezTo>
                  <a:lnTo>
                    <a:pt x="43007" y="32298"/>
                  </a:lnTo>
                  <a:lnTo>
                    <a:pt x="38193" y="39135"/>
                  </a:lnTo>
                  <a:lnTo>
                    <a:pt x="378" y="12506"/>
                  </a:lnTo>
                  <a:lnTo>
                    <a:pt x="5193" y="5669"/>
                  </a:lnTo>
                  <a:lnTo>
                    <a:pt x="8536" y="8022"/>
                  </a:lnTo>
                  <a:cubicBezTo>
                    <a:pt x="8563" y="8041"/>
                    <a:pt x="8595" y="8051"/>
                    <a:pt x="8626" y="8051"/>
                  </a:cubicBezTo>
                  <a:cubicBezTo>
                    <a:pt x="8674" y="8051"/>
                    <a:pt x="8721" y="8029"/>
                    <a:pt x="8751" y="7989"/>
                  </a:cubicBezTo>
                  <a:cubicBezTo>
                    <a:pt x="11694" y="3998"/>
                    <a:pt x="16012" y="1362"/>
                    <a:pt x="20910" y="562"/>
                  </a:cubicBezTo>
                  <a:cubicBezTo>
                    <a:pt x="21935" y="395"/>
                    <a:pt x="22961" y="313"/>
                    <a:pt x="23980" y="313"/>
                  </a:cubicBezTo>
                  <a:close/>
                  <a:moveTo>
                    <a:pt x="23979" y="1"/>
                  </a:moveTo>
                  <a:cubicBezTo>
                    <a:pt x="22943" y="1"/>
                    <a:pt x="21899" y="85"/>
                    <a:pt x="20857" y="255"/>
                  </a:cubicBezTo>
                  <a:cubicBezTo>
                    <a:pt x="15931" y="1058"/>
                    <a:pt x="11578" y="3693"/>
                    <a:pt x="8589" y="7680"/>
                  </a:cubicBezTo>
                  <a:lnTo>
                    <a:pt x="5243" y="5323"/>
                  </a:lnTo>
                  <a:cubicBezTo>
                    <a:pt x="5217" y="5305"/>
                    <a:pt x="5186" y="5296"/>
                    <a:pt x="5154" y="5296"/>
                  </a:cubicBezTo>
                  <a:cubicBezTo>
                    <a:pt x="5145" y="5296"/>
                    <a:pt x="5135" y="5297"/>
                    <a:pt x="5126" y="5299"/>
                  </a:cubicBezTo>
                  <a:cubicBezTo>
                    <a:pt x="5086" y="5306"/>
                    <a:pt x="5050" y="5329"/>
                    <a:pt x="5026" y="5363"/>
                  </a:cubicBezTo>
                  <a:lnTo>
                    <a:pt x="32" y="12454"/>
                  </a:lnTo>
                  <a:cubicBezTo>
                    <a:pt x="9" y="12487"/>
                    <a:pt x="1" y="12528"/>
                    <a:pt x="8" y="12570"/>
                  </a:cubicBezTo>
                  <a:cubicBezTo>
                    <a:pt x="15" y="12611"/>
                    <a:pt x="38" y="12647"/>
                    <a:pt x="72" y="12670"/>
                  </a:cubicBezTo>
                  <a:lnTo>
                    <a:pt x="38142" y="39478"/>
                  </a:lnTo>
                  <a:cubicBezTo>
                    <a:pt x="38167" y="39498"/>
                    <a:pt x="38199" y="39506"/>
                    <a:pt x="38230" y="39506"/>
                  </a:cubicBezTo>
                  <a:lnTo>
                    <a:pt x="38259" y="39506"/>
                  </a:lnTo>
                  <a:cubicBezTo>
                    <a:pt x="38300" y="39499"/>
                    <a:pt x="38336" y="39476"/>
                    <a:pt x="38359" y="39442"/>
                  </a:cubicBezTo>
                  <a:lnTo>
                    <a:pt x="43351" y="32352"/>
                  </a:lnTo>
                  <a:cubicBezTo>
                    <a:pt x="43374" y="32318"/>
                    <a:pt x="43383" y="32276"/>
                    <a:pt x="43376" y="32235"/>
                  </a:cubicBezTo>
                  <a:cubicBezTo>
                    <a:pt x="43368" y="32195"/>
                    <a:pt x="43346" y="32159"/>
                    <a:pt x="43311" y="32135"/>
                  </a:cubicBezTo>
                  <a:lnTo>
                    <a:pt x="39965" y="29777"/>
                  </a:lnTo>
                  <a:cubicBezTo>
                    <a:pt x="42711" y="25619"/>
                    <a:pt x="43726" y="20636"/>
                    <a:pt x="42823" y="15723"/>
                  </a:cubicBezTo>
                  <a:cubicBezTo>
                    <a:pt x="41908" y="10755"/>
                    <a:pt x="39129" y="6414"/>
                    <a:pt x="34998" y="3505"/>
                  </a:cubicBezTo>
                  <a:cubicBezTo>
                    <a:pt x="31729" y="1204"/>
                    <a:pt x="27904" y="1"/>
                    <a:pt x="239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3"/>
            <p:cNvSpPr/>
            <p:nvPr/>
          </p:nvSpPr>
          <p:spPr>
            <a:xfrm>
              <a:off x="6331838" y="984945"/>
              <a:ext cx="738151" cy="530415"/>
            </a:xfrm>
            <a:custGeom>
              <a:rect b="b" l="l" r="r" t="t"/>
              <a:pathLst>
                <a:path extrusionOk="0" h="27946" w="38891">
                  <a:moveTo>
                    <a:pt x="778" y="1"/>
                  </a:moveTo>
                  <a:lnTo>
                    <a:pt x="0" y="1105"/>
                  </a:lnTo>
                  <a:lnTo>
                    <a:pt x="38113" y="27946"/>
                  </a:lnTo>
                  <a:lnTo>
                    <a:pt x="38890" y="26842"/>
                  </a:lnTo>
                  <a:lnTo>
                    <a:pt x="7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3"/>
            <p:cNvSpPr/>
            <p:nvPr/>
          </p:nvSpPr>
          <p:spPr>
            <a:xfrm>
              <a:off x="6335178" y="973102"/>
              <a:ext cx="31013" cy="40389"/>
            </a:xfrm>
            <a:custGeom>
              <a:rect b="b" l="l" r="r" t="t"/>
              <a:pathLst>
                <a:path extrusionOk="0" h="2128" w="1634">
                  <a:moveTo>
                    <a:pt x="1456" y="1"/>
                  </a:moveTo>
                  <a:cubicBezTo>
                    <a:pt x="1408" y="1"/>
                    <a:pt x="1359" y="23"/>
                    <a:pt x="1329" y="66"/>
                  </a:cubicBezTo>
                  <a:lnTo>
                    <a:pt x="50" y="1882"/>
                  </a:lnTo>
                  <a:cubicBezTo>
                    <a:pt x="0" y="1952"/>
                    <a:pt x="19" y="2049"/>
                    <a:pt x="87" y="2099"/>
                  </a:cubicBezTo>
                  <a:cubicBezTo>
                    <a:pt x="114" y="2119"/>
                    <a:pt x="147" y="2128"/>
                    <a:pt x="177" y="2128"/>
                  </a:cubicBezTo>
                  <a:cubicBezTo>
                    <a:pt x="226" y="2128"/>
                    <a:pt x="273" y="2105"/>
                    <a:pt x="304" y="2061"/>
                  </a:cubicBezTo>
                  <a:lnTo>
                    <a:pt x="1583" y="245"/>
                  </a:lnTo>
                  <a:cubicBezTo>
                    <a:pt x="1633" y="174"/>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3"/>
            <p:cNvSpPr/>
            <p:nvPr/>
          </p:nvSpPr>
          <p:spPr>
            <a:xfrm>
              <a:off x="6373249" y="999900"/>
              <a:ext cx="30975" cy="40351"/>
            </a:xfrm>
            <a:custGeom>
              <a:rect b="b" l="l" r="r" t="t"/>
              <a:pathLst>
                <a:path extrusionOk="0" h="2126" w="1632">
                  <a:moveTo>
                    <a:pt x="1456" y="0"/>
                  </a:moveTo>
                  <a:cubicBezTo>
                    <a:pt x="1408" y="0"/>
                    <a:pt x="1360" y="23"/>
                    <a:pt x="1329" y="66"/>
                  </a:cubicBezTo>
                  <a:lnTo>
                    <a:pt x="50" y="1882"/>
                  </a:lnTo>
                  <a:cubicBezTo>
                    <a:pt x="0" y="1952"/>
                    <a:pt x="17" y="2047"/>
                    <a:pt x="87" y="2097"/>
                  </a:cubicBezTo>
                  <a:cubicBezTo>
                    <a:pt x="114" y="2117"/>
                    <a:pt x="146" y="2126"/>
                    <a:pt x="177" y="2126"/>
                  </a:cubicBezTo>
                  <a:cubicBezTo>
                    <a:pt x="224" y="2126"/>
                    <a:pt x="273" y="2105"/>
                    <a:pt x="303" y="2060"/>
                  </a:cubicBezTo>
                  <a:lnTo>
                    <a:pt x="1582" y="244"/>
                  </a:lnTo>
                  <a:cubicBezTo>
                    <a:pt x="1632" y="174"/>
                    <a:pt x="1615" y="77"/>
                    <a:pt x="1545" y="27"/>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3"/>
            <p:cNvSpPr/>
            <p:nvPr/>
          </p:nvSpPr>
          <p:spPr>
            <a:xfrm>
              <a:off x="6347856" y="995289"/>
              <a:ext cx="21656" cy="27103"/>
            </a:xfrm>
            <a:custGeom>
              <a:rect b="b" l="l" r="r" t="t"/>
              <a:pathLst>
                <a:path extrusionOk="0" h="1428" w="1141">
                  <a:moveTo>
                    <a:pt x="966" y="0"/>
                  </a:moveTo>
                  <a:cubicBezTo>
                    <a:pt x="917" y="0"/>
                    <a:pt x="869" y="23"/>
                    <a:pt x="838" y="66"/>
                  </a:cubicBezTo>
                  <a:lnTo>
                    <a:pt x="51" y="1183"/>
                  </a:lnTo>
                  <a:cubicBezTo>
                    <a:pt x="1" y="1253"/>
                    <a:pt x="18" y="1350"/>
                    <a:pt x="88" y="1399"/>
                  </a:cubicBezTo>
                  <a:cubicBezTo>
                    <a:pt x="115" y="1419"/>
                    <a:pt x="147" y="1427"/>
                    <a:pt x="177" y="1427"/>
                  </a:cubicBezTo>
                  <a:cubicBezTo>
                    <a:pt x="227" y="1427"/>
                    <a:pt x="274" y="1404"/>
                    <a:pt x="304" y="1362"/>
                  </a:cubicBezTo>
                  <a:lnTo>
                    <a:pt x="1091" y="244"/>
                  </a:lnTo>
                  <a:cubicBezTo>
                    <a:pt x="1141" y="174"/>
                    <a:pt x="1124" y="77"/>
                    <a:pt x="1054" y="27"/>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3"/>
            <p:cNvSpPr/>
            <p:nvPr/>
          </p:nvSpPr>
          <p:spPr>
            <a:xfrm>
              <a:off x="6359433" y="1003449"/>
              <a:ext cx="21694" cy="27122"/>
            </a:xfrm>
            <a:custGeom>
              <a:rect b="b" l="l" r="r" t="t"/>
              <a:pathLst>
                <a:path extrusionOk="0" h="1429" w="1143">
                  <a:moveTo>
                    <a:pt x="966" y="1"/>
                  </a:moveTo>
                  <a:cubicBezTo>
                    <a:pt x="917" y="1"/>
                    <a:pt x="869" y="23"/>
                    <a:pt x="838" y="66"/>
                  </a:cubicBezTo>
                  <a:lnTo>
                    <a:pt x="51" y="1183"/>
                  </a:lnTo>
                  <a:cubicBezTo>
                    <a:pt x="1" y="1253"/>
                    <a:pt x="19" y="1350"/>
                    <a:pt x="88" y="1400"/>
                  </a:cubicBezTo>
                  <a:cubicBezTo>
                    <a:pt x="115" y="1420"/>
                    <a:pt x="148" y="1429"/>
                    <a:pt x="178" y="1429"/>
                  </a:cubicBezTo>
                  <a:cubicBezTo>
                    <a:pt x="227" y="1429"/>
                    <a:pt x="274" y="1406"/>
                    <a:pt x="305" y="1362"/>
                  </a:cubicBezTo>
                  <a:lnTo>
                    <a:pt x="1093" y="244"/>
                  </a:lnTo>
                  <a:cubicBezTo>
                    <a:pt x="1143" y="174"/>
                    <a:pt x="1124" y="79"/>
                    <a:pt x="1055" y="29"/>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3"/>
            <p:cNvSpPr/>
            <p:nvPr/>
          </p:nvSpPr>
          <p:spPr>
            <a:xfrm>
              <a:off x="6410713" y="1026338"/>
              <a:ext cx="31013" cy="40370"/>
            </a:xfrm>
            <a:custGeom>
              <a:rect b="b" l="l" r="r" t="t"/>
              <a:pathLst>
                <a:path extrusionOk="0" h="2127" w="1634">
                  <a:moveTo>
                    <a:pt x="1458" y="0"/>
                  </a:moveTo>
                  <a:cubicBezTo>
                    <a:pt x="1409" y="0"/>
                    <a:pt x="1360" y="23"/>
                    <a:pt x="1330" y="66"/>
                  </a:cubicBezTo>
                  <a:lnTo>
                    <a:pt x="51" y="1882"/>
                  </a:lnTo>
                  <a:cubicBezTo>
                    <a:pt x="1" y="1952"/>
                    <a:pt x="19" y="2047"/>
                    <a:pt x="89" y="2097"/>
                  </a:cubicBezTo>
                  <a:cubicBezTo>
                    <a:pt x="115" y="2117"/>
                    <a:pt x="148" y="2126"/>
                    <a:pt x="178" y="2126"/>
                  </a:cubicBezTo>
                  <a:cubicBezTo>
                    <a:pt x="227" y="2126"/>
                    <a:pt x="275" y="2103"/>
                    <a:pt x="305" y="2060"/>
                  </a:cubicBezTo>
                  <a:lnTo>
                    <a:pt x="1584" y="244"/>
                  </a:lnTo>
                  <a:cubicBezTo>
                    <a:pt x="1634" y="174"/>
                    <a:pt x="1615" y="77"/>
                    <a:pt x="1547" y="27"/>
                  </a:cubicBezTo>
                  <a:cubicBezTo>
                    <a:pt x="1520" y="9"/>
                    <a:pt x="1489" y="0"/>
                    <a:pt x="145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3"/>
            <p:cNvSpPr/>
            <p:nvPr/>
          </p:nvSpPr>
          <p:spPr>
            <a:xfrm>
              <a:off x="6385358" y="1021707"/>
              <a:ext cx="21694" cy="27122"/>
            </a:xfrm>
            <a:custGeom>
              <a:rect b="b" l="l" r="r" t="t"/>
              <a:pathLst>
                <a:path extrusionOk="0" h="1429" w="1143">
                  <a:moveTo>
                    <a:pt x="966" y="1"/>
                  </a:moveTo>
                  <a:cubicBezTo>
                    <a:pt x="918" y="1"/>
                    <a:pt x="870" y="23"/>
                    <a:pt x="840" y="67"/>
                  </a:cubicBezTo>
                  <a:lnTo>
                    <a:pt x="51" y="1184"/>
                  </a:lnTo>
                  <a:cubicBezTo>
                    <a:pt x="1" y="1254"/>
                    <a:pt x="19" y="1351"/>
                    <a:pt x="89" y="1400"/>
                  </a:cubicBezTo>
                  <a:cubicBezTo>
                    <a:pt x="115" y="1420"/>
                    <a:pt x="148" y="1428"/>
                    <a:pt x="178" y="1428"/>
                  </a:cubicBezTo>
                  <a:cubicBezTo>
                    <a:pt x="227" y="1428"/>
                    <a:pt x="275" y="1406"/>
                    <a:pt x="305" y="1363"/>
                  </a:cubicBezTo>
                  <a:lnTo>
                    <a:pt x="1092" y="245"/>
                  </a:lnTo>
                  <a:cubicBezTo>
                    <a:pt x="1142" y="175"/>
                    <a:pt x="1125" y="78"/>
                    <a:pt x="1055"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3"/>
            <p:cNvSpPr/>
            <p:nvPr/>
          </p:nvSpPr>
          <p:spPr>
            <a:xfrm>
              <a:off x="6396935" y="1029849"/>
              <a:ext cx="21675" cy="27122"/>
            </a:xfrm>
            <a:custGeom>
              <a:rect b="b" l="l" r="r" t="t"/>
              <a:pathLst>
                <a:path extrusionOk="0" h="1429" w="1142">
                  <a:moveTo>
                    <a:pt x="966" y="1"/>
                  </a:moveTo>
                  <a:cubicBezTo>
                    <a:pt x="917" y="1"/>
                    <a:pt x="869" y="23"/>
                    <a:pt x="838" y="66"/>
                  </a:cubicBezTo>
                  <a:lnTo>
                    <a:pt x="51" y="1184"/>
                  </a:lnTo>
                  <a:cubicBezTo>
                    <a:pt x="1" y="1254"/>
                    <a:pt x="18" y="1351"/>
                    <a:pt x="88" y="1400"/>
                  </a:cubicBezTo>
                  <a:cubicBezTo>
                    <a:pt x="115" y="1420"/>
                    <a:pt x="147" y="1428"/>
                    <a:pt x="177" y="1428"/>
                  </a:cubicBezTo>
                  <a:cubicBezTo>
                    <a:pt x="225" y="1428"/>
                    <a:pt x="274" y="1405"/>
                    <a:pt x="304" y="1362"/>
                  </a:cubicBezTo>
                  <a:lnTo>
                    <a:pt x="1091" y="245"/>
                  </a:lnTo>
                  <a:cubicBezTo>
                    <a:pt x="1141" y="175"/>
                    <a:pt x="1124" y="78"/>
                    <a:pt x="1054" y="28"/>
                  </a:cubicBezTo>
                  <a:cubicBezTo>
                    <a:pt x="1027" y="10"/>
                    <a:pt x="996"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3"/>
            <p:cNvSpPr/>
            <p:nvPr/>
          </p:nvSpPr>
          <p:spPr>
            <a:xfrm>
              <a:off x="6448254" y="1052737"/>
              <a:ext cx="31013" cy="40370"/>
            </a:xfrm>
            <a:custGeom>
              <a:rect b="b" l="l" r="r" t="t"/>
              <a:pathLst>
                <a:path extrusionOk="0" h="2127" w="1634">
                  <a:moveTo>
                    <a:pt x="1457" y="0"/>
                  </a:moveTo>
                  <a:cubicBezTo>
                    <a:pt x="1408" y="0"/>
                    <a:pt x="1360" y="23"/>
                    <a:pt x="1329" y="65"/>
                  </a:cubicBezTo>
                  <a:lnTo>
                    <a:pt x="50" y="1882"/>
                  </a:lnTo>
                  <a:cubicBezTo>
                    <a:pt x="0" y="1951"/>
                    <a:pt x="19" y="2048"/>
                    <a:pt x="87" y="2098"/>
                  </a:cubicBezTo>
                  <a:cubicBezTo>
                    <a:pt x="115" y="2118"/>
                    <a:pt x="147" y="2127"/>
                    <a:pt x="177" y="2127"/>
                  </a:cubicBezTo>
                  <a:cubicBezTo>
                    <a:pt x="226" y="2127"/>
                    <a:pt x="273" y="2104"/>
                    <a:pt x="305" y="2061"/>
                  </a:cubicBezTo>
                  <a:lnTo>
                    <a:pt x="1583" y="244"/>
                  </a:lnTo>
                  <a:cubicBezTo>
                    <a:pt x="1633" y="175"/>
                    <a:pt x="1615" y="78"/>
                    <a:pt x="1545" y="28"/>
                  </a:cubicBezTo>
                  <a:cubicBezTo>
                    <a:pt x="1518"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3"/>
            <p:cNvSpPr/>
            <p:nvPr/>
          </p:nvSpPr>
          <p:spPr>
            <a:xfrm>
              <a:off x="6422860" y="1048126"/>
              <a:ext cx="21694" cy="27122"/>
            </a:xfrm>
            <a:custGeom>
              <a:rect b="b" l="l" r="r" t="t"/>
              <a:pathLst>
                <a:path extrusionOk="0" h="1429" w="1143">
                  <a:moveTo>
                    <a:pt x="966" y="1"/>
                  </a:moveTo>
                  <a:cubicBezTo>
                    <a:pt x="918" y="1"/>
                    <a:pt x="869" y="23"/>
                    <a:pt x="838" y="66"/>
                  </a:cubicBezTo>
                  <a:lnTo>
                    <a:pt x="51" y="1184"/>
                  </a:lnTo>
                  <a:cubicBezTo>
                    <a:pt x="1" y="1254"/>
                    <a:pt x="18" y="1350"/>
                    <a:pt x="88" y="1400"/>
                  </a:cubicBezTo>
                  <a:cubicBezTo>
                    <a:pt x="115" y="1420"/>
                    <a:pt x="147" y="1428"/>
                    <a:pt x="178" y="1428"/>
                  </a:cubicBezTo>
                  <a:cubicBezTo>
                    <a:pt x="225" y="1428"/>
                    <a:pt x="274" y="1405"/>
                    <a:pt x="304" y="1362"/>
                  </a:cubicBezTo>
                  <a:lnTo>
                    <a:pt x="1093" y="245"/>
                  </a:lnTo>
                  <a:cubicBezTo>
                    <a:pt x="1143" y="175"/>
                    <a:pt x="1124" y="78"/>
                    <a:pt x="1054"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3"/>
            <p:cNvSpPr/>
            <p:nvPr/>
          </p:nvSpPr>
          <p:spPr>
            <a:xfrm>
              <a:off x="6434456" y="1056267"/>
              <a:ext cx="21675" cy="27103"/>
            </a:xfrm>
            <a:custGeom>
              <a:rect b="b" l="l" r="r" t="t"/>
              <a:pathLst>
                <a:path extrusionOk="0" h="1428" w="1142">
                  <a:moveTo>
                    <a:pt x="966" y="1"/>
                  </a:moveTo>
                  <a:cubicBezTo>
                    <a:pt x="918" y="1"/>
                    <a:pt x="869" y="23"/>
                    <a:pt x="839" y="66"/>
                  </a:cubicBezTo>
                  <a:lnTo>
                    <a:pt x="50" y="1183"/>
                  </a:lnTo>
                  <a:cubicBezTo>
                    <a:pt x="0" y="1253"/>
                    <a:pt x="19" y="1349"/>
                    <a:pt x="89" y="1399"/>
                  </a:cubicBezTo>
                  <a:cubicBezTo>
                    <a:pt x="114" y="1419"/>
                    <a:pt x="147" y="1428"/>
                    <a:pt x="177" y="1428"/>
                  </a:cubicBezTo>
                  <a:cubicBezTo>
                    <a:pt x="226" y="1428"/>
                    <a:pt x="274" y="1405"/>
                    <a:pt x="304" y="1362"/>
                  </a:cubicBezTo>
                  <a:lnTo>
                    <a:pt x="1092" y="245"/>
                  </a:lnTo>
                  <a:cubicBezTo>
                    <a:pt x="1142" y="175"/>
                    <a:pt x="1125" y="78"/>
                    <a:pt x="1055" y="28"/>
                  </a:cubicBezTo>
                  <a:cubicBezTo>
                    <a:pt x="1028" y="9"/>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3"/>
            <p:cNvSpPr/>
            <p:nvPr/>
          </p:nvSpPr>
          <p:spPr>
            <a:xfrm>
              <a:off x="6485756" y="1079137"/>
              <a:ext cx="30994" cy="40389"/>
            </a:xfrm>
            <a:custGeom>
              <a:rect b="b" l="l" r="r" t="t"/>
              <a:pathLst>
                <a:path extrusionOk="0" h="2128" w="1633">
                  <a:moveTo>
                    <a:pt x="1456" y="0"/>
                  </a:moveTo>
                  <a:cubicBezTo>
                    <a:pt x="1407" y="0"/>
                    <a:pt x="1360" y="23"/>
                    <a:pt x="1329" y="66"/>
                  </a:cubicBezTo>
                  <a:lnTo>
                    <a:pt x="50" y="1882"/>
                  </a:lnTo>
                  <a:cubicBezTo>
                    <a:pt x="0" y="1952"/>
                    <a:pt x="18" y="2049"/>
                    <a:pt x="88" y="2099"/>
                  </a:cubicBezTo>
                  <a:cubicBezTo>
                    <a:pt x="115" y="2117"/>
                    <a:pt x="146" y="2127"/>
                    <a:pt x="176" y="2127"/>
                  </a:cubicBezTo>
                  <a:cubicBezTo>
                    <a:pt x="225" y="2127"/>
                    <a:pt x="273" y="2105"/>
                    <a:pt x="303" y="2060"/>
                  </a:cubicBezTo>
                  <a:lnTo>
                    <a:pt x="1582" y="244"/>
                  </a:lnTo>
                  <a:cubicBezTo>
                    <a:pt x="1632" y="174"/>
                    <a:pt x="1615" y="78"/>
                    <a:pt x="1545" y="28"/>
                  </a:cubicBezTo>
                  <a:cubicBezTo>
                    <a:pt x="1518" y="10"/>
                    <a:pt x="1486"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3"/>
            <p:cNvSpPr/>
            <p:nvPr/>
          </p:nvSpPr>
          <p:spPr>
            <a:xfrm>
              <a:off x="6460343" y="1074525"/>
              <a:ext cx="21694" cy="27122"/>
            </a:xfrm>
            <a:custGeom>
              <a:rect b="b" l="l" r="r" t="t"/>
              <a:pathLst>
                <a:path extrusionOk="0" h="1429" w="1143">
                  <a:moveTo>
                    <a:pt x="967" y="1"/>
                  </a:moveTo>
                  <a:cubicBezTo>
                    <a:pt x="918" y="1"/>
                    <a:pt x="870" y="24"/>
                    <a:pt x="839" y="66"/>
                  </a:cubicBezTo>
                  <a:lnTo>
                    <a:pt x="51" y="1184"/>
                  </a:lnTo>
                  <a:cubicBezTo>
                    <a:pt x="1" y="1253"/>
                    <a:pt x="19" y="1350"/>
                    <a:pt x="89" y="1400"/>
                  </a:cubicBezTo>
                  <a:cubicBezTo>
                    <a:pt x="115" y="1420"/>
                    <a:pt x="148" y="1429"/>
                    <a:pt x="178" y="1429"/>
                  </a:cubicBezTo>
                  <a:cubicBezTo>
                    <a:pt x="228" y="1429"/>
                    <a:pt x="276" y="1406"/>
                    <a:pt x="305" y="1363"/>
                  </a:cubicBezTo>
                  <a:lnTo>
                    <a:pt x="1092" y="244"/>
                  </a:lnTo>
                  <a:cubicBezTo>
                    <a:pt x="1142" y="176"/>
                    <a:pt x="1125" y="79"/>
                    <a:pt x="1055" y="29"/>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3"/>
            <p:cNvSpPr/>
            <p:nvPr/>
          </p:nvSpPr>
          <p:spPr>
            <a:xfrm>
              <a:off x="6471958" y="1082648"/>
              <a:ext cx="21675" cy="27141"/>
            </a:xfrm>
            <a:custGeom>
              <a:rect b="b" l="l" r="r" t="t"/>
              <a:pathLst>
                <a:path extrusionOk="0" h="1430" w="1142">
                  <a:moveTo>
                    <a:pt x="964" y="1"/>
                  </a:moveTo>
                  <a:cubicBezTo>
                    <a:pt x="915" y="1"/>
                    <a:pt x="868" y="23"/>
                    <a:pt x="837" y="66"/>
                  </a:cubicBezTo>
                  <a:lnTo>
                    <a:pt x="50" y="1185"/>
                  </a:lnTo>
                  <a:cubicBezTo>
                    <a:pt x="0" y="1254"/>
                    <a:pt x="17" y="1351"/>
                    <a:pt x="87" y="1401"/>
                  </a:cubicBezTo>
                  <a:cubicBezTo>
                    <a:pt x="114" y="1421"/>
                    <a:pt x="146" y="1429"/>
                    <a:pt x="177" y="1429"/>
                  </a:cubicBezTo>
                  <a:cubicBezTo>
                    <a:pt x="224" y="1429"/>
                    <a:pt x="273" y="1408"/>
                    <a:pt x="303" y="1364"/>
                  </a:cubicBezTo>
                  <a:lnTo>
                    <a:pt x="1092" y="245"/>
                  </a:lnTo>
                  <a:cubicBezTo>
                    <a:pt x="1142" y="176"/>
                    <a:pt x="1123" y="79"/>
                    <a:pt x="1053" y="29"/>
                  </a:cubicBezTo>
                  <a:cubicBezTo>
                    <a:pt x="1026" y="10"/>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3"/>
            <p:cNvSpPr/>
            <p:nvPr/>
          </p:nvSpPr>
          <p:spPr>
            <a:xfrm>
              <a:off x="6523239" y="1105574"/>
              <a:ext cx="31013" cy="40370"/>
            </a:xfrm>
            <a:custGeom>
              <a:rect b="b" l="l" r="r" t="t"/>
              <a:pathLst>
                <a:path extrusionOk="0" h="2127" w="1634">
                  <a:moveTo>
                    <a:pt x="1457" y="1"/>
                  </a:moveTo>
                  <a:cubicBezTo>
                    <a:pt x="1408" y="1"/>
                    <a:pt x="1360" y="24"/>
                    <a:pt x="1329" y="66"/>
                  </a:cubicBezTo>
                  <a:lnTo>
                    <a:pt x="50" y="1880"/>
                  </a:lnTo>
                  <a:cubicBezTo>
                    <a:pt x="0" y="1950"/>
                    <a:pt x="19" y="2047"/>
                    <a:pt x="87" y="2098"/>
                  </a:cubicBezTo>
                  <a:cubicBezTo>
                    <a:pt x="114" y="2116"/>
                    <a:pt x="147" y="2126"/>
                    <a:pt x="177" y="2126"/>
                  </a:cubicBezTo>
                  <a:cubicBezTo>
                    <a:pt x="226" y="2126"/>
                    <a:pt x="273" y="2102"/>
                    <a:pt x="304" y="2059"/>
                  </a:cubicBezTo>
                  <a:lnTo>
                    <a:pt x="1583" y="244"/>
                  </a:lnTo>
                  <a:cubicBezTo>
                    <a:pt x="1633" y="176"/>
                    <a:pt x="1615" y="79"/>
                    <a:pt x="1545" y="29"/>
                  </a:cubicBezTo>
                  <a:cubicBezTo>
                    <a:pt x="1518"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3"/>
            <p:cNvSpPr/>
            <p:nvPr/>
          </p:nvSpPr>
          <p:spPr>
            <a:xfrm>
              <a:off x="6497883" y="1100944"/>
              <a:ext cx="21675" cy="27122"/>
            </a:xfrm>
            <a:custGeom>
              <a:rect b="b" l="l" r="r" t="t"/>
              <a:pathLst>
                <a:path extrusionOk="0" h="1429" w="1142">
                  <a:moveTo>
                    <a:pt x="965" y="0"/>
                  </a:moveTo>
                  <a:cubicBezTo>
                    <a:pt x="916" y="0"/>
                    <a:pt x="868" y="23"/>
                    <a:pt x="837" y="65"/>
                  </a:cubicBezTo>
                  <a:lnTo>
                    <a:pt x="50" y="1183"/>
                  </a:lnTo>
                  <a:cubicBezTo>
                    <a:pt x="0" y="1253"/>
                    <a:pt x="19" y="1350"/>
                    <a:pt x="87" y="1400"/>
                  </a:cubicBezTo>
                  <a:cubicBezTo>
                    <a:pt x="114" y="1420"/>
                    <a:pt x="147" y="1428"/>
                    <a:pt x="177" y="1428"/>
                  </a:cubicBezTo>
                  <a:cubicBezTo>
                    <a:pt x="226" y="1428"/>
                    <a:pt x="273" y="1406"/>
                    <a:pt x="304" y="1361"/>
                  </a:cubicBezTo>
                  <a:lnTo>
                    <a:pt x="1092" y="244"/>
                  </a:lnTo>
                  <a:cubicBezTo>
                    <a:pt x="1142" y="174"/>
                    <a:pt x="1123" y="78"/>
                    <a:pt x="1055"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3"/>
            <p:cNvSpPr/>
            <p:nvPr/>
          </p:nvSpPr>
          <p:spPr>
            <a:xfrm>
              <a:off x="6509479" y="1109104"/>
              <a:ext cx="21656" cy="27122"/>
            </a:xfrm>
            <a:custGeom>
              <a:rect b="b" l="l" r="r" t="t"/>
              <a:pathLst>
                <a:path extrusionOk="0" h="1429" w="1141">
                  <a:moveTo>
                    <a:pt x="965" y="1"/>
                  </a:moveTo>
                  <a:cubicBezTo>
                    <a:pt x="917" y="1"/>
                    <a:pt x="869" y="23"/>
                    <a:pt x="838" y="65"/>
                  </a:cubicBezTo>
                  <a:lnTo>
                    <a:pt x="51" y="1184"/>
                  </a:lnTo>
                  <a:cubicBezTo>
                    <a:pt x="1" y="1253"/>
                    <a:pt x="18" y="1350"/>
                    <a:pt x="88" y="1400"/>
                  </a:cubicBezTo>
                  <a:cubicBezTo>
                    <a:pt x="115" y="1420"/>
                    <a:pt x="146" y="1429"/>
                    <a:pt x="176" y="1429"/>
                  </a:cubicBezTo>
                  <a:cubicBezTo>
                    <a:pt x="225" y="1429"/>
                    <a:pt x="274" y="1406"/>
                    <a:pt x="304" y="1363"/>
                  </a:cubicBezTo>
                  <a:lnTo>
                    <a:pt x="1091" y="244"/>
                  </a:lnTo>
                  <a:cubicBezTo>
                    <a:pt x="1141" y="175"/>
                    <a:pt x="1124" y="78"/>
                    <a:pt x="1054" y="28"/>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3"/>
            <p:cNvSpPr/>
            <p:nvPr/>
          </p:nvSpPr>
          <p:spPr>
            <a:xfrm>
              <a:off x="6560760" y="1131993"/>
              <a:ext cx="30994" cy="40333"/>
            </a:xfrm>
            <a:custGeom>
              <a:rect b="b" l="l" r="r" t="t"/>
              <a:pathLst>
                <a:path extrusionOk="0" h="2125" w="1633">
                  <a:moveTo>
                    <a:pt x="1456" y="0"/>
                  </a:moveTo>
                  <a:cubicBezTo>
                    <a:pt x="1407" y="0"/>
                    <a:pt x="1360" y="23"/>
                    <a:pt x="1329" y="65"/>
                  </a:cubicBezTo>
                  <a:lnTo>
                    <a:pt x="51" y="1880"/>
                  </a:lnTo>
                  <a:cubicBezTo>
                    <a:pt x="1" y="1950"/>
                    <a:pt x="18" y="2046"/>
                    <a:pt x="88" y="2096"/>
                  </a:cubicBezTo>
                  <a:cubicBezTo>
                    <a:pt x="115" y="2116"/>
                    <a:pt x="146" y="2124"/>
                    <a:pt x="178" y="2124"/>
                  </a:cubicBezTo>
                  <a:cubicBezTo>
                    <a:pt x="225" y="2124"/>
                    <a:pt x="273" y="2101"/>
                    <a:pt x="303" y="2059"/>
                  </a:cubicBezTo>
                  <a:lnTo>
                    <a:pt x="1582" y="244"/>
                  </a:lnTo>
                  <a:cubicBezTo>
                    <a:pt x="1632" y="174"/>
                    <a:pt x="1615" y="78"/>
                    <a:pt x="1545" y="28"/>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3"/>
            <p:cNvSpPr/>
            <p:nvPr/>
          </p:nvSpPr>
          <p:spPr>
            <a:xfrm>
              <a:off x="6535385" y="1127343"/>
              <a:ext cx="21656" cy="27141"/>
            </a:xfrm>
            <a:custGeom>
              <a:rect b="b" l="l" r="r" t="t"/>
              <a:pathLst>
                <a:path extrusionOk="0" h="1430" w="1141">
                  <a:moveTo>
                    <a:pt x="965" y="0"/>
                  </a:moveTo>
                  <a:cubicBezTo>
                    <a:pt x="916" y="0"/>
                    <a:pt x="868" y="23"/>
                    <a:pt x="837" y="66"/>
                  </a:cubicBezTo>
                  <a:lnTo>
                    <a:pt x="49" y="1183"/>
                  </a:lnTo>
                  <a:cubicBezTo>
                    <a:pt x="0" y="1253"/>
                    <a:pt x="17" y="1351"/>
                    <a:pt x="87" y="1399"/>
                  </a:cubicBezTo>
                  <a:cubicBezTo>
                    <a:pt x="114" y="1419"/>
                    <a:pt x="146" y="1429"/>
                    <a:pt x="176" y="1429"/>
                  </a:cubicBezTo>
                  <a:cubicBezTo>
                    <a:pt x="224" y="1429"/>
                    <a:pt x="273" y="1405"/>
                    <a:pt x="303" y="1362"/>
                  </a:cubicBezTo>
                  <a:lnTo>
                    <a:pt x="1090" y="245"/>
                  </a:lnTo>
                  <a:cubicBezTo>
                    <a:pt x="1140" y="175"/>
                    <a:pt x="1123" y="77"/>
                    <a:pt x="1053" y="27"/>
                  </a:cubicBezTo>
                  <a:cubicBezTo>
                    <a:pt x="1026" y="9"/>
                    <a:pt x="995"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3"/>
            <p:cNvSpPr/>
            <p:nvPr/>
          </p:nvSpPr>
          <p:spPr>
            <a:xfrm>
              <a:off x="6546962" y="1135504"/>
              <a:ext cx="21675" cy="27141"/>
            </a:xfrm>
            <a:custGeom>
              <a:rect b="b" l="l" r="r" t="t"/>
              <a:pathLst>
                <a:path extrusionOk="0" h="1430" w="1142">
                  <a:moveTo>
                    <a:pt x="965" y="1"/>
                  </a:moveTo>
                  <a:cubicBezTo>
                    <a:pt x="916" y="1"/>
                    <a:pt x="868" y="23"/>
                    <a:pt x="838" y="66"/>
                  </a:cubicBezTo>
                  <a:lnTo>
                    <a:pt x="50" y="1183"/>
                  </a:lnTo>
                  <a:cubicBezTo>
                    <a:pt x="0" y="1253"/>
                    <a:pt x="19" y="1351"/>
                    <a:pt x="87" y="1401"/>
                  </a:cubicBezTo>
                  <a:cubicBezTo>
                    <a:pt x="115" y="1421"/>
                    <a:pt x="147" y="1429"/>
                    <a:pt x="177" y="1429"/>
                  </a:cubicBezTo>
                  <a:cubicBezTo>
                    <a:pt x="226" y="1429"/>
                    <a:pt x="273" y="1406"/>
                    <a:pt x="305" y="1362"/>
                  </a:cubicBezTo>
                  <a:lnTo>
                    <a:pt x="1092" y="245"/>
                  </a:lnTo>
                  <a:cubicBezTo>
                    <a:pt x="1142" y="175"/>
                    <a:pt x="1123" y="79"/>
                    <a:pt x="1055"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3"/>
            <p:cNvSpPr/>
            <p:nvPr/>
          </p:nvSpPr>
          <p:spPr>
            <a:xfrm>
              <a:off x="6598243" y="1158354"/>
              <a:ext cx="31013" cy="40370"/>
            </a:xfrm>
            <a:custGeom>
              <a:rect b="b" l="l" r="r" t="t"/>
              <a:pathLst>
                <a:path extrusionOk="0" h="2127" w="1634">
                  <a:moveTo>
                    <a:pt x="1457" y="0"/>
                  </a:moveTo>
                  <a:cubicBezTo>
                    <a:pt x="1408" y="0"/>
                    <a:pt x="1360" y="23"/>
                    <a:pt x="1329" y="65"/>
                  </a:cubicBezTo>
                  <a:lnTo>
                    <a:pt x="50" y="1883"/>
                  </a:lnTo>
                  <a:cubicBezTo>
                    <a:pt x="0" y="1951"/>
                    <a:pt x="19" y="2048"/>
                    <a:pt x="89" y="2098"/>
                  </a:cubicBezTo>
                  <a:cubicBezTo>
                    <a:pt x="114" y="2118"/>
                    <a:pt x="147" y="2127"/>
                    <a:pt x="177" y="2127"/>
                  </a:cubicBezTo>
                  <a:cubicBezTo>
                    <a:pt x="226" y="2127"/>
                    <a:pt x="274" y="2104"/>
                    <a:pt x="304" y="2061"/>
                  </a:cubicBezTo>
                  <a:lnTo>
                    <a:pt x="1583" y="244"/>
                  </a:lnTo>
                  <a:cubicBezTo>
                    <a:pt x="1633" y="175"/>
                    <a:pt x="1615" y="78"/>
                    <a:pt x="1546" y="28"/>
                  </a:cubicBezTo>
                  <a:cubicBezTo>
                    <a:pt x="1519"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3"/>
            <p:cNvSpPr/>
            <p:nvPr/>
          </p:nvSpPr>
          <p:spPr>
            <a:xfrm>
              <a:off x="6572887" y="1153743"/>
              <a:ext cx="21675" cy="27122"/>
            </a:xfrm>
            <a:custGeom>
              <a:rect b="b" l="l" r="r" t="t"/>
              <a:pathLst>
                <a:path extrusionOk="0" h="1429" w="1142">
                  <a:moveTo>
                    <a:pt x="966" y="0"/>
                  </a:moveTo>
                  <a:cubicBezTo>
                    <a:pt x="918" y="0"/>
                    <a:pt x="870" y="23"/>
                    <a:pt x="839" y="65"/>
                  </a:cubicBezTo>
                  <a:lnTo>
                    <a:pt x="50" y="1184"/>
                  </a:lnTo>
                  <a:cubicBezTo>
                    <a:pt x="0" y="1254"/>
                    <a:pt x="19" y="1350"/>
                    <a:pt x="89" y="1400"/>
                  </a:cubicBezTo>
                  <a:cubicBezTo>
                    <a:pt x="115" y="1420"/>
                    <a:pt x="147" y="1428"/>
                    <a:pt x="177" y="1428"/>
                  </a:cubicBezTo>
                  <a:cubicBezTo>
                    <a:pt x="226" y="1428"/>
                    <a:pt x="275" y="1406"/>
                    <a:pt x="305" y="1363"/>
                  </a:cubicBezTo>
                  <a:lnTo>
                    <a:pt x="1092" y="244"/>
                  </a:lnTo>
                  <a:cubicBezTo>
                    <a:pt x="1142" y="175"/>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3"/>
            <p:cNvSpPr/>
            <p:nvPr/>
          </p:nvSpPr>
          <p:spPr>
            <a:xfrm>
              <a:off x="6584464" y="1161922"/>
              <a:ext cx="21656" cy="27122"/>
            </a:xfrm>
            <a:custGeom>
              <a:rect b="b" l="l" r="r" t="t"/>
              <a:pathLst>
                <a:path extrusionOk="0" h="1429" w="1141">
                  <a:moveTo>
                    <a:pt x="965" y="0"/>
                  </a:moveTo>
                  <a:cubicBezTo>
                    <a:pt x="916" y="0"/>
                    <a:pt x="868" y="23"/>
                    <a:pt x="838" y="66"/>
                  </a:cubicBezTo>
                  <a:lnTo>
                    <a:pt x="50" y="1183"/>
                  </a:lnTo>
                  <a:cubicBezTo>
                    <a:pt x="0" y="1253"/>
                    <a:pt x="17" y="1350"/>
                    <a:pt x="87" y="1399"/>
                  </a:cubicBezTo>
                  <a:cubicBezTo>
                    <a:pt x="115" y="1419"/>
                    <a:pt x="146" y="1429"/>
                    <a:pt x="176" y="1429"/>
                  </a:cubicBezTo>
                  <a:cubicBezTo>
                    <a:pt x="226" y="1429"/>
                    <a:pt x="275" y="1405"/>
                    <a:pt x="303" y="1362"/>
                  </a:cubicBezTo>
                  <a:lnTo>
                    <a:pt x="1091" y="244"/>
                  </a:lnTo>
                  <a:cubicBezTo>
                    <a:pt x="1141" y="174"/>
                    <a:pt x="1123" y="77"/>
                    <a:pt x="1053" y="27"/>
                  </a:cubicBezTo>
                  <a:cubicBezTo>
                    <a:pt x="1026"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3"/>
            <p:cNvSpPr/>
            <p:nvPr/>
          </p:nvSpPr>
          <p:spPr>
            <a:xfrm>
              <a:off x="6635764" y="1184754"/>
              <a:ext cx="31013" cy="40389"/>
            </a:xfrm>
            <a:custGeom>
              <a:rect b="b" l="l" r="r" t="t"/>
              <a:pathLst>
                <a:path extrusionOk="0" h="2128" w="1634">
                  <a:moveTo>
                    <a:pt x="1457" y="1"/>
                  </a:moveTo>
                  <a:cubicBezTo>
                    <a:pt x="1408" y="1"/>
                    <a:pt x="1360" y="23"/>
                    <a:pt x="1329" y="66"/>
                  </a:cubicBezTo>
                  <a:lnTo>
                    <a:pt x="51" y="1882"/>
                  </a:lnTo>
                  <a:cubicBezTo>
                    <a:pt x="1" y="1952"/>
                    <a:pt x="19" y="2049"/>
                    <a:pt x="88" y="2099"/>
                  </a:cubicBezTo>
                  <a:cubicBezTo>
                    <a:pt x="115" y="2119"/>
                    <a:pt x="148" y="2128"/>
                    <a:pt x="178" y="2128"/>
                  </a:cubicBezTo>
                  <a:cubicBezTo>
                    <a:pt x="225" y="2128"/>
                    <a:pt x="274" y="2106"/>
                    <a:pt x="305" y="2061"/>
                  </a:cubicBezTo>
                  <a:lnTo>
                    <a:pt x="1584" y="244"/>
                  </a:lnTo>
                  <a:cubicBezTo>
                    <a:pt x="1634" y="174"/>
                    <a:pt x="1615" y="79"/>
                    <a:pt x="1545" y="29"/>
                  </a:cubicBezTo>
                  <a:cubicBezTo>
                    <a:pt x="1518"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3"/>
            <p:cNvSpPr/>
            <p:nvPr/>
          </p:nvSpPr>
          <p:spPr>
            <a:xfrm>
              <a:off x="6610389" y="1180161"/>
              <a:ext cx="21675" cy="27122"/>
            </a:xfrm>
            <a:custGeom>
              <a:rect b="b" l="l" r="r" t="t"/>
              <a:pathLst>
                <a:path extrusionOk="0" h="1429" w="1142">
                  <a:moveTo>
                    <a:pt x="966" y="0"/>
                  </a:moveTo>
                  <a:cubicBezTo>
                    <a:pt x="917" y="0"/>
                    <a:pt x="868" y="23"/>
                    <a:pt x="838" y="65"/>
                  </a:cubicBezTo>
                  <a:lnTo>
                    <a:pt x="50" y="1184"/>
                  </a:lnTo>
                  <a:cubicBezTo>
                    <a:pt x="0" y="1254"/>
                    <a:pt x="17" y="1350"/>
                    <a:pt x="87" y="1400"/>
                  </a:cubicBezTo>
                  <a:cubicBezTo>
                    <a:pt x="115" y="1420"/>
                    <a:pt x="146" y="1428"/>
                    <a:pt x="177" y="1428"/>
                  </a:cubicBezTo>
                  <a:cubicBezTo>
                    <a:pt x="225" y="1428"/>
                    <a:pt x="273" y="1407"/>
                    <a:pt x="303" y="1362"/>
                  </a:cubicBezTo>
                  <a:lnTo>
                    <a:pt x="1092" y="244"/>
                  </a:lnTo>
                  <a:cubicBezTo>
                    <a:pt x="1142" y="175"/>
                    <a:pt x="1123" y="78"/>
                    <a:pt x="1053" y="28"/>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3"/>
            <p:cNvSpPr/>
            <p:nvPr/>
          </p:nvSpPr>
          <p:spPr>
            <a:xfrm>
              <a:off x="6621967" y="1188322"/>
              <a:ext cx="21675" cy="27122"/>
            </a:xfrm>
            <a:custGeom>
              <a:rect b="b" l="l" r="r" t="t"/>
              <a:pathLst>
                <a:path extrusionOk="0" h="1429" w="1142">
                  <a:moveTo>
                    <a:pt x="966" y="0"/>
                  </a:moveTo>
                  <a:cubicBezTo>
                    <a:pt x="917" y="0"/>
                    <a:pt x="869" y="23"/>
                    <a:pt x="839" y="65"/>
                  </a:cubicBezTo>
                  <a:lnTo>
                    <a:pt x="50" y="1184"/>
                  </a:lnTo>
                  <a:cubicBezTo>
                    <a:pt x="0" y="1254"/>
                    <a:pt x="19" y="1350"/>
                    <a:pt x="89" y="1400"/>
                  </a:cubicBezTo>
                  <a:cubicBezTo>
                    <a:pt x="115" y="1420"/>
                    <a:pt x="148" y="1428"/>
                    <a:pt x="178" y="1428"/>
                  </a:cubicBezTo>
                  <a:cubicBezTo>
                    <a:pt x="226" y="1428"/>
                    <a:pt x="275" y="1405"/>
                    <a:pt x="305" y="1362"/>
                  </a:cubicBezTo>
                  <a:lnTo>
                    <a:pt x="1092" y="244"/>
                  </a:lnTo>
                  <a:cubicBezTo>
                    <a:pt x="1142" y="175"/>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3"/>
            <p:cNvSpPr/>
            <p:nvPr/>
          </p:nvSpPr>
          <p:spPr>
            <a:xfrm>
              <a:off x="6673266" y="1211191"/>
              <a:ext cx="30994" cy="40389"/>
            </a:xfrm>
            <a:custGeom>
              <a:rect b="b" l="l" r="r" t="t"/>
              <a:pathLst>
                <a:path extrusionOk="0" h="2128" w="1633">
                  <a:moveTo>
                    <a:pt x="1456" y="1"/>
                  </a:moveTo>
                  <a:cubicBezTo>
                    <a:pt x="1408" y="1"/>
                    <a:pt x="1360" y="23"/>
                    <a:pt x="1330" y="66"/>
                  </a:cubicBezTo>
                  <a:lnTo>
                    <a:pt x="51" y="1882"/>
                  </a:lnTo>
                  <a:cubicBezTo>
                    <a:pt x="1" y="1952"/>
                    <a:pt x="18" y="2049"/>
                    <a:pt x="88" y="2099"/>
                  </a:cubicBezTo>
                  <a:cubicBezTo>
                    <a:pt x="115" y="2119"/>
                    <a:pt x="146" y="2128"/>
                    <a:pt x="176" y="2128"/>
                  </a:cubicBezTo>
                  <a:cubicBezTo>
                    <a:pt x="225" y="2128"/>
                    <a:pt x="274" y="2105"/>
                    <a:pt x="304" y="2061"/>
                  </a:cubicBezTo>
                  <a:lnTo>
                    <a:pt x="1582" y="245"/>
                  </a:lnTo>
                  <a:cubicBezTo>
                    <a:pt x="1632" y="175"/>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3"/>
            <p:cNvSpPr/>
            <p:nvPr/>
          </p:nvSpPr>
          <p:spPr>
            <a:xfrm>
              <a:off x="6647911" y="1206599"/>
              <a:ext cx="21656" cy="27122"/>
            </a:xfrm>
            <a:custGeom>
              <a:rect b="b" l="l" r="r" t="t"/>
              <a:pathLst>
                <a:path extrusionOk="0" h="1429" w="1141">
                  <a:moveTo>
                    <a:pt x="965" y="0"/>
                  </a:moveTo>
                  <a:cubicBezTo>
                    <a:pt x="917" y="0"/>
                    <a:pt x="869" y="23"/>
                    <a:pt x="838" y="65"/>
                  </a:cubicBezTo>
                  <a:lnTo>
                    <a:pt x="49" y="1184"/>
                  </a:lnTo>
                  <a:cubicBezTo>
                    <a:pt x="1" y="1254"/>
                    <a:pt x="18" y="1350"/>
                    <a:pt x="88" y="1400"/>
                  </a:cubicBezTo>
                  <a:cubicBezTo>
                    <a:pt x="115" y="1420"/>
                    <a:pt x="147" y="1428"/>
                    <a:pt x="177" y="1428"/>
                  </a:cubicBezTo>
                  <a:cubicBezTo>
                    <a:pt x="225" y="1428"/>
                    <a:pt x="274" y="1405"/>
                    <a:pt x="304" y="1362"/>
                  </a:cubicBezTo>
                  <a:lnTo>
                    <a:pt x="1091" y="244"/>
                  </a:lnTo>
                  <a:cubicBezTo>
                    <a:pt x="1141" y="175"/>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3"/>
            <p:cNvSpPr/>
            <p:nvPr/>
          </p:nvSpPr>
          <p:spPr>
            <a:xfrm>
              <a:off x="6659469" y="1214722"/>
              <a:ext cx="21694" cy="27122"/>
            </a:xfrm>
            <a:custGeom>
              <a:rect b="b" l="l" r="r" t="t"/>
              <a:pathLst>
                <a:path extrusionOk="0" h="1429" w="1143">
                  <a:moveTo>
                    <a:pt x="966" y="1"/>
                  </a:moveTo>
                  <a:cubicBezTo>
                    <a:pt x="917" y="1"/>
                    <a:pt x="868" y="24"/>
                    <a:pt x="838" y="66"/>
                  </a:cubicBezTo>
                  <a:lnTo>
                    <a:pt x="50" y="1185"/>
                  </a:lnTo>
                  <a:cubicBezTo>
                    <a:pt x="0" y="1255"/>
                    <a:pt x="18" y="1350"/>
                    <a:pt x="88" y="1400"/>
                  </a:cubicBezTo>
                  <a:cubicBezTo>
                    <a:pt x="115" y="1420"/>
                    <a:pt x="146" y="1429"/>
                    <a:pt x="178" y="1429"/>
                  </a:cubicBezTo>
                  <a:cubicBezTo>
                    <a:pt x="225" y="1429"/>
                    <a:pt x="273" y="1406"/>
                    <a:pt x="303" y="1363"/>
                  </a:cubicBezTo>
                  <a:lnTo>
                    <a:pt x="1092" y="244"/>
                  </a:lnTo>
                  <a:cubicBezTo>
                    <a:pt x="1142" y="176"/>
                    <a:pt x="1124" y="79"/>
                    <a:pt x="1053" y="29"/>
                  </a:cubicBezTo>
                  <a:cubicBezTo>
                    <a:pt x="1027" y="10"/>
                    <a:pt x="996"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3"/>
            <p:cNvSpPr/>
            <p:nvPr/>
          </p:nvSpPr>
          <p:spPr>
            <a:xfrm>
              <a:off x="6710749" y="1237610"/>
              <a:ext cx="30994" cy="40370"/>
            </a:xfrm>
            <a:custGeom>
              <a:rect b="b" l="l" r="r" t="t"/>
              <a:pathLst>
                <a:path extrusionOk="0" h="2127" w="1633">
                  <a:moveTo>
                    <a:pt x="1456" y="0"/>
                  </a:moveTo>
                  <a:cubicBezTo>
                    <a:pt x="1408" y="0"/>
                    <a:pt x="1360" y="23"/>
                    <a:pt x="1329" y="66"/>
                  </a:cubicBezTo>
                  <a:lnTo>
                    <a:pt x="50" y="1882"/>
                  </a:lnTo>
                  <a:cubicBezTo>
                    <a:pt x="0" y="1952"/>
                    <a:pt x="19" y="2049"/>
                    <a:pt x="88" y="2097"/>
                  </a:cubicBezTo>
                  <a:cubicBezTo>
                    <a:pt x="115" y="2117"/>
                    <a:pt x="146" y="2126"/>
                    <a:pt x="178" y="2126"/>
                  </a:cubicBezTo>
                  <a:cubicBezTo>
                    <a:pt x="228" y="2126"/>
                    <a:pt x="273" y="2103"/>
                    <a:pt x="305" y="2060"/>
                  </a:cubicBezTo>
                  <a:lnTo>
                    <a:pt x="1584" y="244"/>
                  </a:lnTo>
                  <a:cubicBezTo>
                    <a:pt x="1632" y="174"/>
                    <a:pt x="1615" y="79"/>
                    <a:pt x="1545" y="29"/>
                  </a:cubicBezTo>
                  <a:cubicBezTo>
                    <a:pt x="1518" y="10"/>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3"/>
            <p:cNvSpPr/>
            <p:nvPr/>
          </p:nvSpPr>
          <p:spPr>
            <a:xfrm>
              <a:off x="6685394" y="1232998"/>
              <a:ext cx="21694" cy="27122"/>
            </a:xfrm>
            <a:custGeom>
              <a:rect b="b" l="l" r="r" t="t"/>
              <a:pathLst>
                <a:path extrusionOk="0" h="1429" w="1143">
                  <a:moveTo>
                    <a:pt x="965" y="1"/>
                  </a:moveTo>
                  <a:cubicBezTo>
                    <a:pt x="916" y="1"/>
                    <a:pt x="868" y="23"/>
                    <a:pt x="838" y="66"/>
                  </a:cubicBezTo>
                  <a:lnTo>
                    <a:pt x="50" y="1185"/>
                  </a:lnTo>
                  <a:cubicBezTo>
                    <a:pt x="0" y="1253"/>
                    <a:pt x="19" y="1350"/>
                    <a:pt x="88" y="1400"/>
                  </a:cubicBezTo>
                  <a:cubicBezTo>
                    <a:pt x="115" y="1420"/>
                    <a:pt x="146" y="1429"/>
                    <a:pt x="178" y="1429"/>
                  </a:cubicBezTo>
                  <a:cubicBezTo>
                    <a:pt x="226" y="1429"/>
                    <a:pt x="273" y="1405"/>
                    <a:pt x="305" y="1363"/>
                  </a:cubicBezTo>
                  <a:lnTo>
                    <a:pt x="1092" y="244"/>
                  </a:lnTo>
                  <a:cubicBezTo>
                    <a:pt x="1142" y="174"/>
                    <a:pt x="1123" y="79"/>
                    <a:pt x="1055" y="29"/>
                  </a:cubicBezTo>
                  <a:cubicBezTo>
                    <a:pt x="1028"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3"/>
            <p:cNvSpPr/>
            <p:nvPr/>
          </p:nvSpPr>
          <p:spPr>
            <a:xfrm>
              <a:off x="6696990" y="1241140"/>
              <a:ext cx="21675" cy="27122"/>
            </a:xfrm>
            <a:custGeom>
              <a:rect b="b" l="l" r="r" t="t"/>
              <a:pathLst>
                <a:path extrusionOk="0" h="1429" w="1142">
                  <a:moveTo>
                    <a:pt x="965" y="0"/>
                  </a:moveTo>
                  <a:cubicBezTo>
                    <a:pt x="916" y="0"/>
                    <a:pt x="869" y="23"/>
                    <a:pt x="838" y="65"/>
                  </a:cubicBezTo>
                  <a:lnTo>
                    <a:pt x="51" y="1184"/>
                  </a:lnTo>
                  <a:cubicBezTo>
                    <a:pt x="1" y="1253"/>
                    <a:pt x="18" y="1350"/>
                    <a:pt x="88" y="1400"/>
                  </a:cubicBezTo>
                  <a:cubicBezTo>
                    <a:pt x="115" y="1420"/>
                    <a:pt x="147" y="1429"/>
                    <a:pt x="177" y="1429"/>
                  </a:cubicBezTo>
                  <a:cubicBezTo>
                    <a:pt x="225" y="1429"/>
                    <a:pt x="274" y="1404"/>
                    <a:pt x="304" y="1363"/>
                  </a:cubicBezTo>
                  <a:lnTo>
                    <a:pt x="1091" y="244"/>
                  </a:lnTo>
                  <a:cubicBezTo>
                    <a:pt x="1141" y="174"/>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3"/>
            <p:cNvSpPr/>
            <p:nvPr/>
          </p:nvSpPr>
          <p:spPr>
            <a:xfrm>
              <a:off x="6748271" y="1264010"/>
              <a:ext cx="30994" cy="40370"/>
            </a:xfrm>
            <a:custGeom>
              <a:rect b="b" l="l" r="r" t="t"/>
              <a:pathLst>
                <a:path extrusionOk="0" h="2127" w="1633">
                  <a:moveTo>
                    <a:pt x="1457" y="1"/>
                  </a:moveTo>
                  <a:cubicBezTo>
                    <a:pt x="1408" y="1"/>
                    <a:pt x="1360" y="23"/>
                    <a:pt x="1330" y="66"/>
                  </a:cubicBezTo>
                  <a:lnTo>
                    <a:pt x="51" y="1882"/>
                  </a:lnTo>
                  <a:cubicBezTo>
                    <a:pt x="1" y="1952"/>
                    <a:pt x="18" y="2048"/>
                    <a:pt x="88" y="2098"/>
                  </a:cubicBezTo>
                  <a:cubicBezTo>
                    <a:pt x="115" y="2118"/>
                    <a:pt x="147" y="2127"/>
                    <a:pt x="178" y="2127"/>
                  </a:cubicBezTo>
                  <a:cubicBezTo>
                    <a:pt x="225" y="2127"/>
                    <a:pt x="274" y="2104"/>
                    <a:pt x="304" y="2061"/>
                  </a:cubicBezTo>
                  <a:lnTo>
                    <a:pt x="1583" y="245"/>
                  </a:lnTo>
                  <a:cubicBezTo>
                    <a:pt x="1633" y="175"/>
                    <a:pt x="1615" y="78"/>
                    <a:pt x="1545" y="28"/>
                  </a:cubicBezTo>
                  <a:cubicBezTo>
                    <a:pt x="1518" y="10"/>
                    <a:pt x="1488"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3"/>
            <p:cNvSpPr/>
            <p:nvPr/>
          </p:nvSpPr>
          <p:spPr>
            <a:xfrm>
              <a:off x="6722896" y="1259398"/>
              <a:ext cx="21656" cy="27141"/>
            </a:xfrm>
            <a:custGeom>
              <a:rect b="b" l="l" r="r" t="t"/>
              <a:pathLst>
                <a:path extrusionOk="0" h="1430" w="1141">
                  <a:moveTo>
                    <a:pt x="965" y="1"/>
                  </a:moveTo>
                  <a:cubicBezTo>
                    <a:pt x="917" y="1"/>
                    <a:pt x="869" y="23"/>
                    <a:pt x="838" y="66"/>
                  </a:cubicBezTo>
                  <a:lnTo>
                    <a:pt x="50" y="1184"/>
                  </a:lnTo>
                  <a:cubicBezTo>
                    <a:pt x="0" y="1254"/>
                    <a:pt x="18" y="1351"/>
                    <a:pt x="88" y="1401"/>
                  </a:cubicBezTo>
                  <a:cubicBezTo>
                    <a:pt x="115" y="1420"/>
                    <a:pt x="146" y="1430"/>
                    <a:pt x="176" y="1430"/>
                  </a:cubicBezTo>
                  <a:cubicBezTo>
                    <a:pt x="225" y="1430"/>
                    <a:pt x="273" y="1405"/>
                    <a:pt x="303" y="1362"/>
                  </a:cubicBezTo>
                  <a:lnTo>
                    <a:pt x="1091" y="245"/>
                  </a:lnTo>
                  <a:cubicBezTo>
                    <a:pt x="1141" y="175"/>
                    <a:pt x="1124" y="78"/>
                    <a:pt x="1054" y="28"/>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3"/>
            <p:cNvSpPr/>
            <p:nvPr/>
          </p:nvSpPr>
          <p:spPr>
            <a:xfrm>
              <a:off x="6734473" y="1267578"/>
              <a:ext cx="21694" cy="27122"/>
            </a:xfrm>
            <a:custGeom>
              <a:rect b="b" l="l" r="r" t="t"/>
              <a:pathLst>
                <a:path extrusionOk="0" h="1429" w="1143">
                  <a:moveTo>
                    <a:pt x="965" y="0"/>
                  </a:moveTo>
                  <a:cubicBezTo>
                    <a:pt x="917" y="0"/>
                    <a:pt x="868" y="23"/>
                    <a:pt x="838" y="66"/>
                  </a:cubicBezTo>
                  <a:lnTo>
                    <a:pt x="51" y="1184"/>
                  </a:lnTo>
                  <a:cubicBezTo>
                    <a:pt x="1" y="1253"/>
                    <a:pt x="19" y="1350"/>
                    <a:pt x="88" y="1400"/>
                  </a:cubicBezTo>
                  <a:cubicBezTo>
                    <a:pt x="115" y="1420"/>
                    <a:pt x="146" y="1429"/>
                    <a:pt x="178" y="1429"/>
                  </a:cubicBezTo>
                  <a:cubicBezTo>
                    <a:pt x="226" y="1429"/>
                    <a:pt x="273" y="1404"/>
                    <a:pt x="305" y="1363"/>
                  </a:cubicBezTo>
                  <a:lnTo>
                    <a:pt x="1092" y="244"/>
                  </a:lnTo>
                  <a:cubicBezTo>
                    <a:pt x="1142" y="174"/>
                    <a:pt x="1124" y="78"/>
                    <a:pt x="1055" y="28"/>
                  </a:cubicBezTo>
                  <a:cubicBezTo>
                    <a:pt x="1028"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3"/>
            <p:cNvSpPr/>
            <p:nvPr/>
          </p:nvSpPr>
          <p:spPr>
            <a:xfrm>
              <a:off x="6785754" y="1290428"/>
              <a:ext cx="31013" cy="40370"/>
            </a:xfrm>
            <a:custGeom>
              <a:rect b="b" l="l" r="r" t="t"/>
              <a:pathLst>
                <a:path extrusionOk="0" h="2127" w="1634">
                  <a:moveTo>
                    <a:pt x="1457" y="0"/>
                  </a:moveTo>
                  <a:cubicBezTo>
                    <a:pt x="1408" y="0"/>
                    <a:pt x="1360" y="23"/>
                    <a:pt x="1329" y="65"/>
                  </a:cubicBezTo>
                  <a:lnTo>
                    <a:pt x="51" y="1882"/>
                  </a:lnTo>
                  <a:cubicBezTo>
                    <a:pt x="1" y="1951"/>
                    <a:pt x="19" y="2048"/>
                    <a:pt x="89" y="2098"/>
                  </a:cubicBezTo>
                  <a:cubicBezTo>
                    <a:pt x="115" y="2118"/>
                    <a:pt x="148" y="2126"/>
                    <a:pt x="178" y="2126"/>
                  </a:cubicBezTo>
                  <a:cubicBezTo>
                    <a:pt x="226" y="2126"/>
                    <a:pt x="275" y="2104"/>
                    <a:pt x="305" y="2061"/>
                  </a:cubicBezTo>
                  <a:lnTo>
                    <a:pt x="1584" y="243"/>
                  </a:lnTo>
                  <a:cubicBezTo>
                    <a:pt x="1634" y="175"/>
                    <a:pt x="1615" y="77"/>
                    <a:pt x="1546" y="27"/>
                  </a:cubicBezTo>
                  <a:cubicBezTo>
                    <a:pt x="1519"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3"/>
            <p:cNvSpPr/>
            <p:nvPr/>
          </p:nvSpPr>
          <p:spPr>
            <a:xfrm>
              <a:off x="6760398" y="1285797"/>
              <a:ext cx="21694" cy="27122"/>
            </a:xfrm>
            <a:custGeom>
              <a:rect b="b" l="l" r="r" t="t"/>
              <a:pathLst>
                <a:path extrusionOk="0" h="1429" w="1143">
                  <a:moveTo>
                    <a:pt x="966" y="1"/>
                  </a:moveTo>
                  <a:cubicBezTo>
                    <a:pt x="917" y="1"/>
                    <a:pt x="869" y="24"/>
                    <a:pt x="838" y="66"/>
                  </a:cubicBezTo>
                  <a:lnTo>
                    <a:pt x="51" y="1184"/>
                  </a:lnTo>
                  <a:cubicBezTo>
                    <a:pt x="1" y="1254"/>
                    <a:pt x="19" y="1350"/>
                    <a:pt x="88" y="1400"/>
                  </a:cubicBezTo>
                  <a:cubicBezTo>
                    <a:pt x="115" y="1420"/>
                    <a:pt x="148" y="1429"/>
                    <a:pt x="178" y="1429"/>
                  </a:cubicBezTo>
                  <a:cubicBezTo>
                    <a:pt x="226" y="1429"/>
                    <a:pt x="275" y="1406"/>
                    <a:pt x="305" y="1363"/>
                  </a:cubicBezTo>
                  <a:lnTo>
                    <a:pt x="1092" y="244"/>
                  </a:lnTo>
                  <a:cubicBezTo>
                    <a:pt x="1142" y="176"/>
                    <a:pt x="1124" y="79"/>
                    <a:pt x="1055" y="29"/>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3"/>
            <p:cNvSpPr/>
            <p:nvPr/>
          </p:nvSpPr>
          <p:spPr>
            <a:xfrm>
              <a:off x="6771975" y="1293977"/>
              <a:ext cx="21656" cy="27141"/>
            </a:xfrm>
            <a:custGeom>
              <a:rect b="b" l="l" r="r" t="t"/>
              <a:pathLst>
                <a:path extrusionOk="0" h="1430" w="1141">
                  <a:moveTo>
                    <a:pt x="965" y="1"/>
                  </a:moveTo>
                  <a:cubicBezTo>
                    <a:pt x="917" y="1"/>
                    <a:pt x="869" y="23"/>
                    <a:pt x="838" y="66"/>
                  </a:cubicBezTo>
                  <a:lnTo>
                    <a:pt x="49" y="1184"/>
                  </a:lnTo>
                  <a:cubicBezTo>
                    <a:pt x="1" y="1254"/>
                    <a:pt x="18" y="1351"/>
                    <a:pt x="88" y="1401"/>
                  </a:cubicBezTo>
                  <a:cubicBezTo>
                    <a:pt x="115" y="1419"/>
                    <a:pt x="146" y="1429"/>
                    <a:pt x="176" y="1429"/>
                  </a:cubicBezTo>
                  <a:cubicBezTo>
                    <a:pt x="226" y="1429"/>
                    <a:pt x="274" y="1405"/>
                    <a:pt x="304" y="1362"/>
                  </a:cubicBezTo>
                  <a:lnTo>
                    <a:pt x="1091" y="245"/>
                  </a:lnTo>
                  <a:cubicBezTo>
                    <a:pt x="1141" y="175"/>
                    <a:pt x="1124" y="78"/>
                    <a:pt x="1054" y="28"/>
                  </a:cubicBezTo>
                  <a:cubicBezTo>
                    <a:pt x="1027" y="9"/>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3"/>
            <p:cNvSpPr/>
            <p:nvPr/>
          </p:nvSpPr>
          <p:spPr>
            <a:xfrm>
              <a:off x="6823256" y="1316865"/>
              <a:ext cx="30994" cy="40351"/>
            </a:xfrm>
            <a:custGeom>
              <a:rect b="b" l="l" r="r" t="t"/>
              <a:pathLst>
                <a:path extrusionOk="0" h="2126" w="1633">
                  <a:moveTo>
                    <a:pt x="1456" y="0"/>
                  </a:moveTo>
                  <a:cubicBezTo>
                    <a:pt x="1408" y="0"/>
                    <a:pt x="1360" y="23"/>
                    <a:pt x="1329" y="65"/>
                  </a:cubicBezTo>
                  <a:lnTo>
                    <a:pt x="51" y="1879"/>
                  </a:lnTo>
                  <a:cubicBezTo>
                    <a:pt x="1" y="1949"/>
                    <a:pt x="18" y="2046"/>
                    <a:pt x="88" y="2096"/>
                  </a:cubicBezTo>
                  <a:cubicBezTo>
                    <a:pt x="115" y="2116"/>
                    <a:pt x="146" y="2125"/>
                    <a:pt x="178" y="2125"/>
                  </a:cubicBezTo>
                  <a:cubicBezTo>
                    <a:pt x="228" y="2125"/>
                    <a:pt x="275" y="2102"/>
                    <a:pt x="303" y="2058"/>
                  </a:cubicBezTo>
                  <a:lnTo>
                    <a:pt x="1582" y="243"/>
                  </a:lnTo>
                  <a:cubicBezTo>
                    <a:pt x="1632" y="175"/>
                    <a:pt x="1615" y="78"/>
                    <a:pt x="1545" y="28"/>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3"/>
            <p:cNvSpPr/>
            <p:nvPr/>
          </p:nvSpPr>
          <p:spPr>
            <a:xfrm>
              <a:off x="6797900" y="1312216"/>
              <a:ext cx="21694" cy="27122"/>
            </a:xfrm>
            <a:custGeom>
              <a:rect b="b" l="l" r="r" t="t"/>
              <a:pathLst>
                <a:path extrusionOk="0" h="1429" w="1143">
                  <a:moveTo>
                    <a:pt x="965" y="0"/>
                  </a:moveTo>
                  <a:cubicBezTo>
                    <a:pt x="917" y="0"/>
                    <a:pt x="868" y="23"/>
                    <a:pt x="838" y="65"/>
                  </a:cubicBezTo>
                  <a:lnTo>
                    <a:pt x="51" y="1184"/>
                  </a:lnTo>
                  <a:cubicBezTo>
                    <a:pt x="1" y="1253"/>
                    <a:pt x="18" y="1350"/>
                    <a:pt x="88" y="1400"/>
                  </a:cubicBezTo>
                  <a:cubicBezTo>
                    <a:pt x="115" y="1420"/>
                    <a:pt x="146" y="1428"/>
                    <a:pt x="178" y="1428"/>
                  </a:cubicBezTo>
                  <a:cubicBezTo>
                    <a:pt x="225" y="1428"/>
                    <a:pt x="274" y="1406"/>
                    <a:pt x="304" y="1363"/>
                  </a:cubicBezTo>
                  <a:lnTo>
                    <a:pt x="1092" y="244"/>
                  </a:lnTo>
                  <a:cubicBezTo>
                    <a:pt x="1142" y="174"/>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3"/>
            <p:cNvSpPr/>
            <p:nvPr/>
          </p:nvSpPr>
          <p:spPr>
            <a:xfrm>
              <a:off x="6809477" y="1320377"/>
              <a:ext cx="21694" cy="27122"/>
            </a:xfrm>
            <a:custGeom>
              <a:rect b="b" l="l" r="r" t="t"/>
              <a:pathLst>
                <a:path extrusionOk="0" h="1429" w="1143">
                  <a:moveTo>
                    <a:pt x="967" y="1"/>
                  </a:moveTo>
                  <a:cubicBezTo>
                    <a:pt x="918" y="1"/>
                    <a:pt x="870" y="23"/>
                    <a:pt x="839" y="65"/>
                  </a:cubicBezTo>
                  <a:lnTo>
                    <a:pt x="51" y="1184"/>
                  </a:lnTo>
                  <a:cubicBezTo>
                    <a:pt x="1" y="1254"/>
                    <a:pt x="19" y="1350"/>
                    <a:pt x="89" y="1400"/>
                  </a:cubicBezTo>
                  <a:cubicBezTo>
                    <a:pt x="115" y="1420"/>
                    <a:pt x="148" y="1429"/>
                    <a:pt x="178" y="1429"/>
                  </a:cubicBezTo>
                  <a:cubicBezTo>
                    <a:pt x="226" y="1429"/>
                    <a:pt x="275" y="1406"/>
                    <a:pt x="305" y="1363"/>
                  </a:cubicBezTo>
                  <a:lnTo>
                    <a:pt x="1092" y="244"/>
                  </a:lnTo>
                  <a:cubicBezTo>
                    <a:pt x="1142" y="175"/>
                    <a:pt x="1125" y="78"/>
                    <a:pt x="1055" y="28"/>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3"/>
            <p:cNvSpPr/>
            <p:nvPr/>
          </p:nvSpPr>
          <p:spPr>
            <a:xfrm>
              <a:off x="6860796" y="1343227"/>
              <a:ext cx="30975" cy="40389"/>
            </a:xfrm>
            <a:custGeom>
              <a:rect b="b" l="l" r="r" t="t"/>
              <a:pathLst>
                <a:path extrusionOk="0" h="2128" w="1632">
                  <a:moveTo>
                    <a:pt x="1455" y="1"/>
                  </a:moveTo>
                  <a:cubicBezTo>
                    <a:pt x="1406" y="1"/>
                    <a:pt x="1359" y="23"/>
                    <a:pt x="1329" y="66"/>
                  </a:cubicBezTo>
                  <a:lnTo>
                    <a:pt x="49" y="1882"/>
                  </a:lnTo>
                  <a:cubicBezTo>
                    <a:pt x="0" y="1952"/>
                    <a:pt x="17" y="2049"/>
                    <a:pt x="87" y="2098"/>
                  </a:cubicBezTo>
                  <a:cubicBezTo>
                    <a:pt x="114" y="2118"/>
                    <a:pt x="146" y="2128"/>
                    <a:pt x="176" y="2128"/>
                  </a:cubicBezTo>
                  <a:cubicBezTo>
                    <a:pt x="224" y="2128"/>
                    <a:pt x="273" y="2103"/>
                    <a:pt x="303" y="2061"/>
                  </a:cubicBezTo>
                  <a:lnTo>
                    <a:pt x="1582" y="245"/>
                  </a:lnTo>
                  <a:cubicBezTo>
                    <a:pt x="1632" y="175"/>
                    <a:pt x="1615" y="79"/>
                    <a:pt x="1545" y="29"/>
                  </a:cubicBezTo>
                  <a:cubicBezTo>
                    <a:pt x="1517" y="10"/>
                    <a:pt x="1486" y="1"/>
                    <a:pt x="145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3"/>
            <p:cNvSpPr/>
            <p:nvPr/>
          </p:nvSpPr>
          <p:spPr>
            <a:xfrm>
              <a:off x="6835383" y="1338615"/>
              <a:ext cx="21675" cy="27141"/>
            </a:xfrm>
            <a:custGeom>
              <a:rect b="b" l="l" r="r" t="t"/>
              <a:pathLst>
                <a:path extrusionOk="0" h="1430" w="1142">
                  <a:moveTo>
                    <a:pt x="965" y="1"/>
                  </a:moveTo>
                  <a:cubicBezTo>
                    <a:pt x="916" y="1"/>
                    <a:pt x="869" y="23"/>
                    <a:pt x="839" y="66"/>
                  </a:cubicBezTo>
                  <a:lnTo>
                    <a:pt x="50" y="1185"/>
                  </a:lnTo>
                  <a:cubicBezTo>
                    <a:pt x="0" y="1253"/>
                    <a:pt x="19" y="1351"/>
                    <a:pt x="89" y="1401"/>
                  </a:cubicBezTo>
                  <a:cubicBezTo>
                    <a:pt x="115" y="1421"/>
                    <a:pt x="147" y="1429"/>
                    <a:pt x="177" y="1429"/>
                  </a:cubicBezTo>
                  <a:cubicBezTo>
                    <a:pt x="227" y="1429"/>
                    <a:pt x="276" y="1406"/>
                    <a:pt x="305" y="1363"/>
                  </a:cubicBezTo>
                  <a:lnTo>
                    <a:pt x="1092" y="245"/>
                  </a:lnTo>
                  <a:cubicBezTo>
                    <a:pt x="1142" y="175"/>
                    <a:pt x="1125" y="79"/>
                    <a:pt x="1055"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3"/>
            <p:cNvSpPr/>
            <p:nvPr/>
          </p:nvSpPr>
          <p:spPr>
            <a:xfrm>
              <a:off x="6846979" y="1346776"/>
              <a:ext cx="21694" cy="27141"/>
            </a:xfrm>
            <a:custGeom>
              <a:rect b="b" l="l" r="r" t="t"/>
              <a:pathLst>
                <a:path extrusionOk="0" h="1430" w="1143">
                  <a:moveTo>
                    <a:pt x="965" y="1"/>
                  </a:moveTo>
                  <a:cubicBezTo>
                    <a:pt x="917" y="1"/>
                    <a:pt x="869" y="23"/>
                    <a:pt x="838" y="66"/>
                  </a:cubicBezTo>
                  <a:lnTo>
                    <a:pt x="51" y="1185"/>
                  </a:lnTo>
                  <a:cubicBezTo>
                    <a:pt x="1" y="1253"/>
                    <a:pt x="18" y="1351"/>
                    <a:pt x="88" y="1401"/>
                  </a:cubicBezTo>
                  <a:cubicBezTo>
                    <a:pt x="115" y="1421"/>
                    <a:pt x="147" y="1429"/>
                    <a:pt x="178" y="1429"/>
                  </a:cubicBezTo>
                  <a:cubicBezTo>
                    <a:pt x="225" y="1429"/>
                    <a:pt x="274" y="1406"/>
                    <a:pt x="304" y="1363"/>
                  </a:cubicBezTo>
                  <a:lnTo>
                    <a:pt x="1092" y="245"/>
                  </a:lnTo>
                  <a:cubicBezTo>
                    <a:pt x="1142" y="175"/>
                    <a:pt x="1124" y="79"/>
                    <a:pt x="1054"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3"/>
            <p:cNvSpPr/>
            <p:nvPr/>
          </p:nvSpPr>
          <p:spPr>
            <a:xfrm>
              <a:off x="6898260" y="1369665"/>
              <a:ext cx="31013" cy="40389"/>
            </a:xfrm>
            <a:custGeom>
              <a:rect b="b" l="l" r="r" t="t"/>
              <a:pathLst>
                <a:path extrusionOk="0" h="2128" w="1634">
                  <a:moveTo>
                    <a:pt x="1457" y="1"/>
                  </a:moveTo>
                  <a:cubicBezTo>
                    <a:pt x="1408" y="1"/>
                    <a:pt x="1360" y="23"/>
                    <a:pt x="1330" y="66"/>
                  </a:cubicBezTo>
                  <a:lnTo>
                    <a:pt x="51" y="1882"/>
                  </a:lnTo>
                  <a:cubicBezTo>
                    <a:pt x="1" y="1952"/>
                    <a:pt x="19" y="2049"/>
                    <a:pt x="88" y="2098"/>
                  </a:cubicBezTo>
                  <a:cubicBezTo>
                    <a:pt x="115" y="2118"/>
                    <a:pt x="146" y="2128"/>
                    <a:pt x="178" y="2128"/>
                  </a:cubicBezTo>
                  <a:cubicBezTo>
                    <a:pt x="226" y="2128"/>
                    <a:pt x="274" y="2104"/>
                    <a:pt x="305" y="2061"/>
                  </a:cubicBezTo>
                  <a:lnTo>
                    <a:pt x="1584" y="245"/>
                  </a:lnTo>
                  <a:cubicBezTo>
                    <a:pt x="1634" y="175"/>
                    <a:pt x="1615" y="79"/>
                    <a:pt x="1545" y="29"/>
                  </a:cubicBezTo>
                  <a:cubicBezTo>
                    <a:pt x="1519"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3"/>
            <p:cNvSpPr/>
            <p:nvPr/>
          </p:nvSpPr>
          <p:spPr>
            <a:xfrm>
              <a:off x="6872904" y="1365034"/>
              <a:ext cx="21694" cy="27122"/>
            </a:xfrm>
            <a:custGeom>
              <a:rect b="b" l="l" r="r" t="t"/>
              <a:pathLst>
                <a:path extrusionOk="0" h="1429" w="1143">
                  <a:moveTo>
                    <a:pt x="967" y="0"/>
                  </a:moveTo>
                  <a:cubicBezTo>
                    <a:pt x="917" y="0"/>
                    <a:pt x="869" y="23"/>
                    <a:pt x="838" y="66"/>
                  </a:cubicBezTo>
                  <a:lnTo>
                    <a:pt x="51" y="1183"/>
                  </a:lnTo>
                  <a:cubicBezTo>
                    <a:pt x="1" y="1253"/>
                    <a:pt x="19" y="1350"/>
                    <a:pt x="88" y="1400"/>
                  </a:cubicBezTo>
                  <a:cubicBezTo>
                    <a:pt x="115" y="1419"/>
                    <a:pt x="148" y="1429"/>
                    <a:pt x="178" y="1429"/>
                  </a:cubicBezTo>
                  <a:cubicBezTo>
                    <a:pt x="227" y="1429"/>
                    <a:pt x="274" y="1407"/>
                    <a:pt x="305" y="1362"/>
                  </a:cubicBezTo>
                  <a:lnTo>
                    <a:pt x="1092" y="244"/>
                  </a:lnTo>
                  <a:cubicBezTo>
                    <a:pt x="1142" y="174"/>
                    <a:pt x="1124" y="77"/>
                    <a:pt x="1055" y="27"/>
                  </a:cubicBezTo>
                  <a:cubicBezTo>
                    <a:pt x="1028" y="9"/>
                    <a:pt x="997" y="0"/>
                    <a:pt x="96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3"/>
            <p:cNvSpPr/>
            <p:nvPr/>
          </p:nvSpPr>
          <p:spPr>
            <a:xfrm>
              <a:off x="6884519" y="1373195"/>
              <a:ext cx="21656" cy="27122"/>
            </a:xfrm>
            <a:custGeom>
              <a:rect b="b" l="l" r="r" t="t"/>
              <a:pathLst>
                <a:path extrusionOk="0" h="1429" w="1141">
                  <a:moveTo>
                    <a:pt x="964" y="1"/>
                  </a:moveTo>
                  <a:cubicBezTo>
                    <a:pt x="916" y="1"/>
                    <a:pt x="868" y="23"/>
                    <a:pt x="838" y="66"/>
                  </a:cubicBezTo>
                  <a:lnTo>
                    <a:pt x="49" y="1185"/>
                  </a:lnTo>
                  <a:cubicBezTo>
                    <a:pt x="0" y="1253"/>
                    <a:pt x="17" y="1350"/>
                    <a:pt x="87" y="1400"/>
                  </a:cubicBezTo>
                  <a:cubicBezTo>
                    <a:pt x="115" y="1420"/>
                    <a:pt x="146" y="1429"/>
                    <a:pt x="176" y="1429"/>
                  </a:cubicBezTo>
                  <a:cubicBezTo>
                    <a:pt x="225" y="1429"/>
                    <a:pt x="273" y="1406"/>
                    <a:pt x="303" y="1363"/>
                  </a:cubicBezTo>
                  <a:lnTo>
                    <a:pt x="1090" y="244"/>
                  </a:lnTo>
                  <a:cubicBezTo>
                    <a:pt x="1140" y="174"/>
                    <a:pt x="1123" y="79"/>
                    <a:pt x="1053" y="29"/>
                  </a:cubicBezTo>
                  <a:cubicBezTo>
                    <a:pt x="1026" y="10"/>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3"/>
            <p:cNvSpPr/>
            <p:nvPr/>
          </p:nvSpPr>
          <p:spPr>
            <a:xfrm>
              <a:off x="6935800" y="1396083"/>
              <a:ext cx="30975" cy="40370"/>
            </a:xfrm>
            <a:custGeom>
              <a:rect b="b" l="l" r="r" t="t"/>
              <a:pathLst>
                <a:path extrusionOk="0" h="2127" w="1632">
                  <a:moveTo>
                    <a:pt x="1457" y="0"/>
                  </a:moveTo>
                  <a:cubicBezTo>
                    <a:pt x="1408" y="0"/>
                    <a:pt x="1360" y="23"/>
                    <a:pt x="1329" y="66"/>
                  </a:cubicBezTo>
                  <a:lnTo>
                    <a:pt x="50" y="1882"/>
                  </a:lnTo>
                  <a:cubicBezTo>
                    <a:pt x="0" y="1952"/>
                    <a:pt x="17" y="2048"/>
                    <a:pt x="87" y="2098"/>
                  </a:cubicBezTo>
                  <a:cubicBezTo>
                    <a:pt x="115" y="2118"/>
                    <a:pt x="146" y="2126"/>
                    <a:pt x="177" y="2126"/>
                  </a:cubicBezTo>
                  <a:cubicBezTo>
                    <a:pt x="225" y="2126"/>
                    <a:pt x="273" y="2103"/>
                    <a:pt x="303" y="2060"/>
                  </a:cubicBezTo>
                  <a:lnTo>
                    <a:pt x="1582" y="244"/>
                  </a:lnTo>
                  <a:cubicBezTo>
                    <a:pt x="1632" y="174"/>
                    <a:pt x="1615" y="77"/>
                    <a:pt x="1545" y="27"/>
                  </a:cubicBezTo>
                  <a:cubicBezTo>
                    <a:pt x="1518" y="9"/>
                    <a:pt x="1487"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3"/>
            <p:cNvSpPr/>
            <p:nvPr/>
          </p:nvSpPr>
          <p:spPr>
            <a:xfrm>
              <a:off x="6910407" y="1391471"/>
              <a:ext cx="21675" cy="27122"/>
            </a:xfrm>
            <a:custGeom>
              <a:rect b="b" l="l" r="r" t="t"/>
              <a:pathLst>
                <a:path extrusionOk="0" h="1429" w="1142">
                  <a:moveTo>
                    <a:pt x="966" y="0"/>
                  </a:moveTo>
                  <a:cubicBezTo>
                    <a:pt x="917" y="0"/>
                    <a:pt x="869" y="23"/>
                    <a:pt x="838" y="66"/>
                  </a:cubicBezTo>
                  <a:lnTo>
                    <a:pt x="49" y="1183"/>
                  </a:lnTo>
                  <a:cubicBezTo>
                    <a:pt x="1" y="1253"/>
                    <a:pt x="18" y="1350"/>
                    <a:pt x="88" y="1400"/>
                  </a:cubicBezTo>
                  <a:cubicBezTo>
                    <a:pt x="114" y="1419"/>
                    <a:pt x="147" y="1429"/>
                    <a:pt x="177" y="1429"/>
                  </a:cubicBezTo>
                  <a:cubicBezTo>
                    <a:pt x="225" y="1429"/>
                    <a:pt x="274" y="1405"/>
                    <a:pt x="304" y="1362"/>
                  </a:cubicBezTo>
                  <a:lnTo>
                    <a:pt x="1091" y="244"/>
                  </a:lnTo>
                  <a:cubicBezTo>
                    <a:pt x="1141" y="174"/>
                    <a:pt x="1124" y="77"/>
                    <a:pt x="1054" y="27"/>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3"/>
            <p:cNvSpPr/>
            <p:nvPr/>
          </p:nvSpPr>
          <p:spPr>
            <a:xfrm>
              <a:off x="6921984" y="1399594"/>
              <a:ext cx="21694" cy="27141"/>
            </a:xfrm>
            <a:custGeom>
              <a:rect b="b" l="l" r="r" t="t"/>
              <a:pathLst>
                <a:path extrusionOk="0" h="1430" w="1143">
                  <a:moveTo>
                    <a:pt x="967" y="1"/>
                  </a:moveTo>
                  <a:cubicBezTo>
                    <a:pt x="918" y="1"/>
                    <a:pt x="869" y="23"/>
                    <a:pt x="838" y="66"/>
                  </a:cubicBezTo>
                  <a:lnTo>
                    <a:pt x="51" y="1184"/>
                  </a:lnTo>
                  <a:cubicBezTo>
                    <a:pt x="1" y="1254"/>
                    <a:pt x="20" y="1351"/>
                    <a:pt x="88" y="1401"/>
                  </a:cubicBezTo>
                  <a:cubicBezTo>
                    <a:pt x="115" y="1420"/>
                    <a:pt x="147" y="1430"/>
                    <a:pt x="178" y="1430"/>
                  </a:cubicBezTo>
                  <a:cubicBezTo>
                    <a:pt x="227" y="1430"/>
                    <a:pt x="274" y="1405"/>
                    <a:pt x="305" y="1362"/>
                  </a:cubicBezTo>
                  <a:lnTo>
                    <a:pt x="1093" y="245"/>
                  </a:lnTo>
                  <a:cubicBezTo>
                    <a:pt x="1143" y="175"/>
                    <a:pt x="1124" y="78"/>
                    <a:pt x="1055" y="28"/>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3"/>
            <p:cNvSpPr/>
            <p:nvPr/>
          </p:nvSpPr>
          <p:spPr>
            <a:xfrm>
              <a:off x="6973264" y="1422483"/>
              <a:ext cx="31013" cy="40370"/>
            </a:xfrm>
            <a:custGeom>
              <a:rect b="b" l="l" r="r" t="t"/>
              <a:pathLst>
                <a:path extrusionOk="0" h="2127" w="1634">
                  <a:moveTo>
                    <a:pt x="1458" y="1"/>
                  </a:moveTo>
                  <a:cubicBezTo>
                    <a:pt x="1409" y="1"/>
                    <a:pt x="1360" y="23"/>
                    <a:pt x="1330" y="65"/>
                  </a:cubicBezTo>
                  <a:lnTo>
                    <a:pt x="51" y="1882"/>
                  </a:lnTo>
                  <a:cubicBezTo>
                    <a:pt x="1" y="1952"/>
                    <a:pt x="19" y="2048"/>
                    <a:pt x="88" y="2098"/>
                  </a:cubicBezTo>
                  <a:cubicBezTo>
                    <a:pt x="115" y="2118"/>
                    <a:pt x="148" y="2127"/>
                    <a:pt x="178" y="2127"/>
                  </a:cubicBezTo>
                  <a:cubicBezTo>
                    <a:pt x="227" y="2127"/>
                    <a:pt x="275" y="2104"/>
                    <a:pt x="305" y="2061"/>
                  </a:cubicBezTo>
                  <a:lnTo>
                    <a:pt x="1584" y="244"/>
                  </a:lnTo>
                  <a:cubicBezTo>
                    <a:pt x="1634" y="175"/>
                    <a:pt x="1615" y="78"/>
                    <a:pt x="1547" y="28"/>
                  </a:cubicBezTo>
                  <a:cubicBezTo>
                    <a:pt x="1520" y="10"/>
                    <a:pt x="1489" y="1"/>
                    <a:pt x="1458"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3"/>
            <p:cNvSpPr/>
            <p:nvPr/>
          </p:nvSpPr>
          <p:spPr>
            <a:xfrm>
              <a:off x="6947909" y="1417871"/>
              <a:ext cx="21694" cy="27122"/>
            </a:xfrm>
            <a:custGeom>
              <a:rect b="b" l="l" r="r" t="t"/>
              <a:pathLst>
                <a:path extrusionOk="0" h="1429" w="1143">
                  <a:moveTo>
                    <a:pt x="966" y="1"/>
                  </a:moveTo>
                  <a:cubicBezTo>
                    <a:pt x="917" y="1"/>
                    <a:pt x="869" y="23"/>
                    <a:pt x="840" y="65"/>
                  </a:cubicBezTo>
                  <a:lnTo>
                    <a:pt x="51" y="1184"/>
                  </a:lnTo>
                  <a:cubicBezTo>
                    <a:pt x="1" y="1254"/>
                    <a:pt x="19" y="1350"/>
                    <a:pt x="89" y="1400"/>
                  </a:cubicBezTo>
                  <a:cubicBezTo>
                    <a:pt x="115" y="1420"/>
                    <a:pt x="148" y="1428"/>
                    <a:pt x="178" y="1428"/>
                  </a:cubicBezTo>
                  <a:cubicBezTo>
                    <a:pt x="227" y="1428"/>
                    <a:pt x="275" y="1405"/>
                    <a:pt x="305" y="1362"/>
                  </a:cubicBezTo>
                  <a:lnTo>
                    <a:pt x="1093" y="244"/>
                  </a:lnTo>
                  <a:cubicBezTo>
                    <a:pt x="1143" y="175"/>
                    <a:pt x="1125" y="78"/>
                    <a:pt x="1055"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3"/>
            <p:cNvSpPr/>
            <p:nvPr/>
          </p:nvSpPr>
          <p:spPr>
            <a:xfrm>
              <a:off x="6959505" y="1426013"/>
              <a:ext cx="21656" cy="27103"/>
            </a:xfrm>
            <a:custGeom>
              <a:rect b="b" l="l" r="r" t="t"/>
              <a:pathLst>
                <a:path extrusionOk="0" h="1428" w="1141">
                  <a:moveTo>
                    <a:pt x="964" y="1"/>
                  </a:moveTo>
                  <a:cubicBezTo>
                    <a:pt x="916" y="1"/>
                    <a:pt x="868" y="23"/>
                    <a:pt x="837" y="65"/>
                  </a:cubicBezTo>
                  <a:lnTo>
                    <a:pt x="50" y="1183"/>
                  </a:lnTo>
                  <a:cubicBezTo>
                    <a:pt x="0" y="1254"/>
                    <a:pt x="17" y="1349"/>
                    <a:pt x="87" y="1399"/>
                  </a:cubicBezTo>
                  <a:cubicBezTo>
                    <a:pt x="114" y="1419"/>
                    <a:pt x="146" y="1428"/>
                    <a:pt x="176" y="1428"/>
                  </a:cubicBezTo>
                  <a:cubicBezTo>
                    <a:pt x="224" y="1428"/>
                    <a:pt x="273" y="1406"/>
                    <a:pt x="303" y="1362"/>
                  </a:cubicBezTo>
                  <a:lnTo>
                    <a:pt x="1090" y="243"/>
                  </a:lnTo>
                  <a:cubicBezTo>
                    <a:pt x="1140" y="175"/>
                    <a:pt x="1123" y="78"/>
                    <a:pt x="1053" y="28"/>
                  </a:cubicBezTo>
                  <a:cubicBezTo>
                    <a:pt x="1026" y="9"/>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3"/>
            <p:cNvSpPr/>
            <p:nvPr/>
          </p:nvSpPr>
          <p:spPr>
            <a:xfrm>
              <a:off x="7010766" y="1448882"/>
              <a:ext cx="30994" cy="40389"/>
            </a:xfrm>
            <a:custGeom>
              <a:rect b="b" l="l" r="r" t="t"/>
              <a:pathLst>
                <a:path extrusionOk="0" h="2128" w="1633">
                  <a:moveTo>
                    <a:pt x="1456" y="0"/>
                  </a:moveTo>
                  <a:cubicBezTo>
                    <a:pt x="1408" y="0"/>
                    <a:pt x="1360" y="23"/>
                    <a:pt x="1330" y="66"/>
                  </a:cubicBezTo>
                  <a:lnTo>
                    <a:pt x="51" y="1883"/>
                  </a:lnTo>
                  <a:cubicBezTo>
                    <a:pt x="1" y="1952"/>
                    <a:pt x="18" y="2049"/>
                    <a:pt x="88" y="2099"/>
                  </a:cubicBezTo>
                  <a:cubicBezTo>
                    <a:pt x="115" y="2119"/>
                    <a:pt x="147" y="2127"/>
                    <a:pt x="178" y="2127"/>
                  </a:cubicBezTo>
                  <a:cubicBezTo>
                    <a:pt x="228" y="2127"/>
                    <a:pt x="274" y="2103"/>
                    <a:pt x="304" y="2062"/>
                  </a:cubicBezTo>
                  <a:lnTo>
                    <a:pt x="1583" y="244"/>
                  </a:lnTo>
                  <a:cubicBezTo>
                    <a:pt x="1633" y="174"/>
                    <a:pt x="1615" y="79"/>
                    <a:pt x="1545" y="29"/>
                  </a:cubicBezTo>
                  <a:cubicBezTo>
                    <a:pt x="1518" y="10"/>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3"/>
            <p:cNvSpPr/>
            <p:nvPr/>
          </p:nvSpPr>
          <p:spPr>
            <a:xfrm>
              <a:off x="6985411" y="1444270"/>
              <a:ext cx="21694" cy="27122"/>
            </a:xfrm>
            <a:custGeom>
              <a:rect b="b" l="l" r="r" t="t"/>
              <a:pathLst>
                <a:path extrusionOk="0" h="1429" w="1143">
                  <a:moveTo>
                    <a:pt x="965" y="1"/>
                  </a:moveTo>
                  <a:cubicBezTo>
                    <a:pt x="917" y="1"/>
                    <a:pt x="869" y="23"/>
                    <a:pt x="838" y="66"/>
                  </a:cubicBezTo>
                  <a:lnTo>
                    <a:pt x="51" y="1185"/>
                  </a:lnTo>
                  <a:cubicBezTo>
                    <a:pt x="1" y="1253"/>
                    <a:pt x="18" y="1350"/>
                    <a:pt x="88" y="1400"/>
                  </a:cubicBezTo>
                  <a:cubicBezTo>
                    <a:pt x="115" y="1420"/>
                    <a:pt x="147" y="1429"/>
                    <a:pt x="178" y="1429"/>
                  </a:cubicBezTo>
                  <a:cubicBezTo>
                    <a:pt x="225" y="1429"/>
                    <a:pt x="274" y="1406"/>
                    <a:pt x="304" y="1363"/>
                  </a:cubicBezTo>
                  <a:lnTo>
                    <a:pt x="1093" y="244"/>
                  </a:lnTo>
                  <a:cubicBezTo>
                    <a:pt x="1143" y="174"/>
                    <a:pt x="1124" y="79"/>
                    <a:pt x="1054"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3"/>
            <p:cNvSpPr/>
            <p:nvPr/>
          </p:nvSpPr>
          <p:spPr>
            <a:xfrm>
              <a:off x="6997007" y="1452450"/>
              <a:ext cx="21675" cy="27103"/>
            </a:xfrm>
            <a:custGeom>
              <a:rect b="b" l="l" r="r" t="t"/>
              <a:pathLst>
                <a:path extrusionOk="0" h="1428" w="1142">
                  <a:moveTo>
                    <a:pt x="965" y="1"/>
                  </a:moveTo>
                  <a:cubicBezTo>
                    <a:pt x="916" y="1"/>
                    <a:pt x="868" y="23"/>
                    <a:pt x="837" y="65"/>
                  </a:cubicBezTo>
                  <a:lnTo>
                    <a:pt x="50" y="1184"/>
                  </a:lnTo>
                  <a:cubicBezTo>
                    <a:pt x="0" y="1254"/>
                    <a:pt x="19" y="1349"/>
                    <a:pt x="87" y="1399"/>
                  </a:cubicBezTo>
                  <a:cubicBezTo>
                    <a:pt x="114" y="1419"/>
                    <a:pt x="147" y="1428"/>
                    <a:pt x="177" y="1428"/>
                  </a:cubicBezTo>
                  <a:cubicBezTo>
                    <a:pt x="226" y="1428"/>
                    <a:pt x="274" y="1405"/>
                    <a:pt x="304" y="1362"/>
                  </a:cubicBezTo>
                  <a:lnTo>
                    <a:pt x="1092" y="243"/>
                  </a:lnTo>
                  <a:cubicBezTo>
                    <a:pt x="1142" y="175"/>
                    <a:pt x="1123" y="78"/>
                    <a:pt x="1055" y="28"/>
                  </a:cubicBezTo>
                  <a:cubicBezTo>
                    <a:pt x="1027" y="9"/>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3"/>
            <p:cNvSpPr/>
            <p:nvPr/>
          </p:nvSpPr>
          <p:spPr>
            <a:xfrm>
              <a:off x="7048307" y="1475320"/>
              <a:ext cx="30994" cy="40370"/>
            </a:xfrm>
            <a:custGeom>
              <a:rect b="b" l="l" r="r" t="t"/>
              <a:pathLst>
                <a:path extrusionOk="0" h="2127" w="1633">
                  <a:moveTo>
                    <a:pt x="1456" y="1"/>
                  </a:moveTo>
                  <a:cubicBezTo>
                    <a:pt x="1407" y="1"/>
                    <a:pt x="1360" y="23"/>
                    <a:pt x="1329" y="66"/>
                  </a:cubicBezTo>
                  <a:lnTo>
                    <a:pt x="50" y="1880"/>
                  </a:lnTo>
                  <a:cubicBezTo>
                    <a:pt x="0" y="1950"/>
                    <a:pt x="18" y="2048"/>
                    <a:pt x="88" y="2098"/>
                  </a:cubicBezTo>
                  <a:cubicBezTo>
                    <a:pt x="115" y="2116"/>
                    <a:pt x="146" y="2126"/>
                    <a:pt x="176" y="2126"/>
                  </a:cubicBezTo>
                  <a:cubicBezTo>
                    <a:pt x="225" y="2126"/>
                    <a:pt x="273" y="2102"/>
                    <a:pt x="303" y="2059"/>
                  </a:cubicBezTo>
                  <a:lnTo>
                    <a:pt x="1582" y="244"/>
                  </a:lnTo>
                  <a:cubicBezTo>
                    <a:pt x="1632" y="174"/>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3"/>
            <p:cNvSpPr/>
            <p:nvPr/>
          </p:nvSpPr>
          <p:spPr>
            <a:xfrm>
              <a:off x="7022894" y="1470689"/>
              <a:ext cx="21694" cy="27122"/>
            </a:xfrm>
            <a:custGeom>
              <a:rect b="b" l="l" r="r" t="t"/>
              <a:pathLst>
                <a:path extrusionOk="0" h="1429" w="1143">
                  <a:moveTo>
                    <a:pt x="966" y="0"/>
                  </a:moveTo>
                  <a:cubicBezTo>
                    <a:pt x="917" y="0"/>
                    <a:pt x="870" y="23"/>
                    <a:pt x="839" y="65"/>
                  </a:cubicBezTo>
                  <a:lnTo>
                    <a:pt x="51" y="1183"/>
                  </a:lnTo>
                  <a:cubicBezTo>
                    <a:pt x="1" y="1253"/>
                    <a:pt x="19" y="1350"/>
                    <a:pt x="89" y="1400"/>
                  </a:cubicBezTo>
                  <a:cubicBezTo>
                    <a:pt x="115" y="1419"/>
                    <a:pt x="148" y="1429"/>
                    <a:pt x="178" y="1429"/>
                  </a:cubicBezTo>
                  <a:cubicBezTo>
                    <a:pt x="228" y="1429"/>
                    <a:pt x="275" y="1406"/>
                    <a:pt x="305" y="1361"/>
                  </a:cubicBezTo>
                  <a:lnTo>
                    <a:pt x="1092" y="244"/>
                  </a:lnTo>
                  <a:cubicBezTo>
                    <a:pt x="1142" y="174"/>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3"/>
            <p:cNvSpPr/>
            <p:nvPr/>
          </p:nvSpPr>
          <p:spPr>
            <a:xfrm>
              <a:off x="7034509" y="1478850"/>
              <a:ext cx="21675" cy="27122"/>
            </a:xfrm>
            <a:custGeom>
              <a:rect b="b" l="l" r="r" t="t"/>
              <a:pathLst>
                <a:path extrusionOk="0" h="1429" w="1142">
                  <a:moveTo>
                    <a:pt x="965" y="0"/>
                  </a:moveTo>
                  <a:cubicBezTo>
                    <a:pt x="916" y="0"/>
                    <a:pt x="868" y="23"/>
                    <a:pt x="837" y="66"/>
                  </a:cubicBezTo>
                  <a:lnTo>
                    <a:pt x="50" y="1184"/>
                  </a:lnTo>
                  <a:cubicBezTo>
                    <a:pt x="0" y="1253"/>
                    <a:pt x="17" y="1350"/>
                    <a:pt x="87" y="1400"/>
                  </a:cubicBezTo>
                  <a:cubicBezTo>
                    <a:pt x="114" y="1420"/>
                    <a:pt x="146" y="1429"/>
                    <a:pt x="177" y="1429"/>
                  </a:cubicBezTo>
                  <a:cubicBezTo>
                    <a:pt x="224" y="1429"/>
                    <a:pt x="273" y="1406"/>
                    <a:pt x="303" y="1363"/>
                  </a:cubicBezTo>
                  <a:lnTo>
                    <a:pt x="1092" y="244"/>
                  </a:lnTo>
                  <a:cubicBezTo>
                    <a:pt x="1142" y="174"/>
                    <a:pt x="1123" y="78"/>
                    <a:pt x="1053" y="28"/>
                  </a:cubicBezTo>
                  <a:cubicBezTo>
                    <a:pt x="1026" y="9"/>
                    <a:pt x="995"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3"/>
            <p:cNvSpPr/>
            <p:nvPr/>
          </p:nvSpPr>
          <p:spPr>
            <a:xfrm>
              <a:off x="6782831" y="1114874"/>
              <a:ext cx="24769" cy="31526"/>
            </a:xfrm>
            <a:custGeom>
              <a:rect b="b" l="l" r="r" t="t"/>
              <a:pathLst>
                <a:path extrusionOk="0" h="1661" w="1305">
                  <a:moveTo>
                    <a:pt x="1129" y="0"/>
                  </a:moveTo>
                  <a:cubicBezTo>
                    <a:pt x="1081" y="0"/>
                    <a:pt x="1033" y="23"/>
                    <a:pt x="1002" y="66"/>
                  </a:cubicBezTo>
                  <a:lnTo>
                    <a:pt x="49" y="1416"/>
                  </a:lnTo>
                  <a:cubicBezTo>
                    <a:pt x="0" y="1485"/>
                    <a:pt x="17" y="1582"/>
                    <a:pt x="87" y="1632"/>
                  </a:cubicBezTo>
                  <a:cubicBezTo>
                    <a:pt x="114" y="1652"/>
                    <a:pt x="146" y="1660"/>
                    <a:pt x="176" y="1660"/>
                  </a:cubicBezTo>
                  <a:cubicBezTo>
                    <a:pt x="225" y="1660"/>
                    <a:pt x="273" y="1638"/>
                    <a:pt x="303" y="1595"/>
                  </a:cubicBezTo>
                  <a:lnTo>
                    <a:pt x="1255" y="244"/>
                  </a:lnTo>
                  <a:cubicBezTo>
                    <a:pt x="1305" y="174"/>
                    <a:pt x="1288" y="77"/>
                    <a:pt x="1218" y="27"/>
                  </a:cubicBezTo>
                  <a:cubicBezTo>
                    <a:pt x="1191" y="9"/>
                    <a:pt x="1160" y="0"/>
                    <a:pt x="1129"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3"/>
            <p:cNvSpPr/>
            <p:nvPr/>
          </p:nvSpPr>
          <p:spPr>
            <a:xfrm>
              <a:off x="6778997" y="1118632"/>
              <a:ext cx="32399" cy="23972"/>
            </a:xfrm>
            <a:custGeom>
              <a:rect b="b" l="l" r="r" t="t"/>
              <a:pathLst>
                <a:path extrusionOk="0" h="1263" w="1707">
                  <a:moveTo>
                    <a:pt x="179" y="1"/>
                  </a:moveTo>
                  <a:cubicBezTo>
                    <a:pt x="130" y="1"/>
                    <a:pt x="81" y="23"/>
                    <a:pt x="51" y="66"/>
                  </a:cubicBezTo>
                  <a:cubicBezTo>
                    <a:pt x="1" y="135"/>
                    <a:pt x="19" y="232"/>
                    <a:pt x="89" y="282"/>
                  </a:cubicBezTo>
                  <a:lnTo>
                    <a:pt x="1441" y="1234"/>
                  </a:lnTo>
                  <a:cubicBezTo>
                    <a:pt x="1468" y="1254"/>
                    <a:pt x="1500" y="1262"/>
                    <a:pt x="1531" y="1262"/>
                  </a:cubicBezTo>
                  <a:cubicBezTo>
                    <a:pt x="1578" y="1262"/>
                    <a:pt x="1627" y="1239"/>
                    <a:pt x="1657" y="1197"/>
                  </a:cubicBezTo>
                  <a:cubicBezTo>
                    <a:pt x="1707" y="1127"/>
                    <a:pt x="1690" y="1029"/>
                    <a:pt x="1620" y="979"/>
                  </a:cubicBezTo>
                  <a:lnTo>
                    <a:pt x="268" y="28"/>
                  </a:lnTo>
                  <a:cubicBezTo>
                    <a:pt x="241" y="10"/>
                    <a:pt x="210" y="1"/>
                    <a:pt x="179"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 name="Google Shape;1896;p43"/>
          <p:cNvGrpSpPr/>
          <p:nvPr/>
        </p:nvGrpSpPr>
        <p:grpSpPr>
          <a:xfrm>
            <a:off x="429563" y="3921550"/>
            <a:ext cx="580875" cy="378050"/>
            <a:chOff x="429563" y="3921550"/>
            <a:chExt cx="580875" cy="378050"/>
          </a:xfrm>
        </p:grpSpPr>
        <p:sp>
          <p:nvSpPr>
            <p:cNvPr id="1897" name="Google Shape;1897;p43"/>
            <p:cNvSpPr/>
            <p:nvPr/>
          </p:nvSpPr>
          <p:spPr>
            <a:xfrm>
              <a:off x="467288" y="3965275"/>
              <a:ext cx="51975" cy="78350"/>
            </a:xfrm>
            <a:custGeom>
              <a:rect b="b" l="l" r="r" t="t"/>
              <a:pathLst>
                <a:path extrusionOk="0" h="3134" w="2079">
                  <a:moveTo>
                    <a:pt x="684" y="1"/>
                  </a:moveTo>
                  <a:cubicBezTo>
                    <a:pt x="511" y="1"/>
                    <a:pt x="336" y="45"/>
                    <a:pt x="182" y="134"/>
                  </a:cubicBezTo>
                  <a:cubicBezTo>
                    <a:pt x="1" y="244"/>
                    <a:pt x="114" y="503"/>
                    <a:pt x="285" y="503"/>
                  </a:cubicBezTo>
                  <a:cubicBezTo>
                    <a:pt x="317" y="503"/>
                    <a:pt x="350" y="495"/>
                    <a:pt x="384" y="475"/>
                  </a:cubicBezTo>
                  <a:cubicBezTo>
                    <a:pt x="489" y="414"/>
                    <a:pt x="589" y="387"/>
                    <a:pt x="681" y="387"/>
                  </a:cubicBezTo>
                  <a:cubicBezTo>
                    <a:pt x="1185" y="387"/>
                    <a:pt x="1422" y="1189"/>
                    <a:pt x="768" y="1380"/>
                  </a:cubicBezTo>
                  <a:cubicBezTo>
                    <a:pt x="562" y="1439"/>
                    <a:pt x="590" y="1766"/>
                    <a:pt x="808" y="1766"/>
                  </a:cubicBezTo>
                  <a:cubicBezTo>
                    <a:pt x="812" y="1766"/>
                    <a:pt x="815" y="1766"/>
                    <a:pt x="819" y="1766"/>
                  </a:cubicBezTo>
                  <a:cubicBezTo>
                    <a:pt x="834" y="1765"/>
                    <a:pt x="849" y="1765"/>
                    <a:pt x="864" y="1765"/>
                  </a:cubicBezTo>
                  <a:cubicBezTo>
                    <a:pt x="1195" y="1765"/>
                    <a:pt x="1562" y="1962"/>
                    <a:pt x="1532" y="2339"/>
                  </a:cubicBezTo>
                  <a:cubicBezTo>
                    <a:pt x="1516" y="2559"/>
                    <a:pt x="1313" y="2752"/>
                    <a:pt x="1095" y="2752"/>
                  </a:cubicBezTo>
                  <a:cubicBezTo>
                    <a:pt x="1009" y="2752"/>
                    <a:pt x="921" y="2722"/>
                    <a:pt x="841" y="2651"/>
                  </a:cubicBezTo>
                  <a:cubicBezTo>
                    <a:pt x="799" y="2614"/>
                    <a:pt x="754" y="2599"/>
                    <a:pt x="709" y="2599"/>
                  </a:cubicBezTo>
                  <a:cubicBezTo>
                    <a:pt x="551" y="2599"/>
                    <a:pt x="412" y="2798"/>
                    <a:pt x="561" y="2930"/>
                  </a:cubicBezTo>
                  <a:cubicBezTo>
                    <a:pt x="717" y="3068"/>
                    <a:pt x="912" y="3133"/>
                    <a:pt x="1107" y="3133"/>
                  </a:cubicBezTo>
                  <a:cubicBezTo>
                    <a:pt x="1452" y="3133"/>
                    <a:pt x="1796" y="2929"/>
                    <a:pt x="1916" y="2568"/>
                  </a:cubicBezTo>
                  <a:cubicBezTo>
                    <a:pt x="2078" y="2078"/>
                    <a:pt x="1756" y="1655"/>
                    <a:pt x="1331" y="1469"/>
                  </a:cubicBezTo>
                  <a:lnTo>
                    <a:pt x="1331" y="1469"/>
                  </a:lnTo>
                  <a:cubicBezTo>
                    <a:pt x="1567" y="1215"/>
                    <a:pt x="1670" y="847"/>
                    <a:pt x="1509" y="502"/>
                  </a:cubicBezTo>
                  <a:cubicBezTo>
                    <a:pt x="1356" y="170"/>
                    <a:pt x="1023" y="1"/>
                    <a:pt x="68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3"/>
            <p:cNvSpPr/>
            <p:nvPr/>
          </p:nvSpPr>
          <p:spPr>
            <a:xfrm>
              <a:off x="570438" y="3970300"/>
              <a:ext cx="48425" cy="68875"/>
            </a:xfrm>
            <a:custGeom>
              <a:rect b="b" l="l" r="r" t="t"/>
              <a:pathLst>
                <a:path extrusionOk="0" h="2755" w="1937">
                  <a:moveTo>
                    <a:pt x="1316" y="0"/>
                  </a:moveTo>
                  <a:cubicBezTo>
                    <a:pt x="965" y="0"/>
                    <a:pt x="616" y="253"/>
                    <a:pt x="480" y="610"/>
                  </a:cubicBezTo>
                  <a:cubicBezTo>
                    <a:pt x="236" y="1247"/>
                    <a:pt x="757" y="1800"/>
                    <a:pt x="1264" y="2144"/>
                  </a:cubicBezTo>
                  <a:lnTo>
                    <a:pt x="1264" y="2144"/>
                  </a:lnTo>
                  <a:cubicBezTo>
                    <a:pt x="1082" y="2287"/>
                    <a:pt x="871" y="2362"/>
                    <a:pt x="642" y="2362"/>
                  </a:cubicBezTo>
                  <a:cubicBezTo>
                    <a:pt x="541" y="2362"/>
                    <a:pt x="436" y="2347"/>
                    <a:pt x="329" y="2317"/>
                  </a:cubicBezTo>
                  <a:cubicBezTo>
                    <a:pt x="309" y="2311"/>
                    <a:pt x="289" y="2308"/>
                    <a:pt x="271" y="2308"/>
                  </a:cubicBezTo>
                  <a:cubicBezTo>
                    <a:pt x="69" y="2308"/>
                    <a:pt x="0" y="2633"/>
                    <a:pt x="223" y="2696"/>
                  </a:cubicBezTo>
                  <a:cubicBezTo>
                    <a:pt x="362" y="2735"/>
                    <a:pt x="502" y="2755"/>
                    <a:pt x="639" y="2755"/>
                  </a:cubicBezTo>
                  <a:cubicBezTo>
                    <a:pt x="1050" y="2755"/>
                    <a:pt x="1438" y="2580"/>
                    <a:pt x="1721" y="2248"/>
                  </a:cubicBezTo>
                  <a:cubicBezTo>
                    <a:pt x="1802" y="2153"/>
                    <a:pt x="1798" y="2006"/>
                    <a:pt x="1682" y="1939"/>
                  </a:cubicBezTo>
                  <a:cubicBezTo>
                    <a:pt x="1354" y="1751"/>
                    <a:pt x="981" y="1505"/>
                    <a:pt x="855" y="1126"/>
                  </a:cubicBezTo>
                  <a:cubicBezTo>
                    <a:pt x="768" y="861"/>
                    <a:pt x="991" y="364"/>
                    <a:pt x="1288" y="364"/>
                  </a:cubicBezTo>
                  <a:cubicBezTo>
                    <a:pt x="1358" y="364"/>
                    <a:pt x="1433" y="392"/>
                    <a:pt x="1509" y="458"/>
                  </a:cubicBezTo>
                  <a:cubicBezTo>
                    <a:pt x="1550" y="495"/>
                    <a:pt x="1596" y="511"/>
                    <a:pt x="1641" y="511"/>
                  </a:cubicBezTo>
                  <a:cubicBezTo>
                    <a:pt x="1799" y="511"/>
                    <a:pt x="1937" y="313"/>
                    <a:pt x="1788" y="181"/>
                  </a:cubicBezTo>
                  <a:cubicBezTo>
                    <a:pt x="1644" y="55"/>
                    <a:pt x="1480" y="0"/>
                    <a:pt x="131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3"/>
            <p:cNvSpPr/>
            <p:nvPr/>
          </p:nvSpPr>
          <p:spPr>
            <a:xfrm>
              <a:off x="641188" y="3971050"/>
              <a:ext cx="14000" cy="67925"/>
            </a:xfrm>
            <a:custGeom>
              <a:rect b="b" l="l" r="r" t="t"/>
              <a:pathLst>
                <a:path extrusionOk="0" h="2717" w="560">
                  <a:moveTo>
                    <a:pt x="289" y="0"/>
                  </a:moveTo>
                  <a:cubicBezTo>
                    <a:pt x="190" y="0"/>
                    <a:pt x="85" y="64"/>
                    <a:pt x="75" y="189"/>
                  </a:cubicBezTo>
                  <a:cubicBezTo>
                    <a:pt x="0" y="991"/>
                    <a:pt x="32" y="1780"/>
                    <a:pt x="156" y="2574"/>
                  </a:cubicBezTo>
                  <a:cubicBezTo>
                    <a:pt x="172" y="2674"/>
                    <a:pt x="242" y="2717"/>
                    <a:pt x="317" y="2717"/>
                  </a:cubicBezTo>
                  <a:cubicBezTo>
                    <a:pt x="432" y="2717"/>
                    <a:pt x="560" y="2618"/>
                    <a:pt x="535" y="2468"/>
                  </a:cubicBezTo>
                  <a:cubicBezTo>
                    <a:pt x="418" y="1710"/>
                    <a:pt x="398" y="952"/>
                    <a:pt x="468" y="189"/>
                  </a:cubicBezTo>
                  <a:cubicBezTo>
                    <a:pt x="480" y="63"/>
                    <a:pt x="387" y="0"/>
                    <a:pt x="28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3"/>
            <p:cNvSpPr/>
            <p:nvPr/>
          </p:nvSpPr>
          <p:spPr>
            <a:xfrm>
              <a:off x="669963" y="3971050"/>
              <a:ext cx="15150" cy="67825"/>
            </a:xfrm>
            <a:custGeom>
              <a:rect b="b" l="l" r="r" t="t"/>
              <a:pathLst>
                <a:path extrusionOk="0" h="2713" w="606">
                  <a:moveTo>
                    <a:pt x="299" y="0"/>
                  </a:moveTo>
                  <a:cubicBezTo>
                    <a:pt x="200" y="0"/>
                    <a:pt x="95" y="64"/>
                    <a:pt x="83" y="189"/>
                  </a:cubicBezTo>
                  <a:cubicBezTo>
                    <a:pt x="0" y="991"/>
                    <a:pt x="42" y="1780"/>
                    <a:pt x="198" y="2570"/>
                  </a:cubicBezTo>
                  <a:cubicBezTo>
                    <a:pt x="216" y="2669"/>
                    <a:pt x="288" y="2712"/>
                    <a:pt x="364" y="2712"/>
                  </a:cubicBezTo>
                  <a:cubicBezTo>
                    <a:pt x="479" y="2712"/>
                    <a:pt x="605" y="2614"/>
                    <a:pt x="577" y="2464"/>
                  </a:cubicBezTo>
                  <a:cubicBezTo>
                    <a:pt x="428" y="1708"/>
                    <a:pt x="399" y="954"/>
                    <a:pt x="475" y="189"/>
                  </a:cubicBezTo>
                  <a:cubicBezTo>
                    <a:pt x="488" y="63"/>
                    <a:pt x="397" y="0"/>
                    <a:pt x="2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3"/>
            <p:cNvSpPr/>
            <p:nvPr/>
          </p:nvSpPr>
          <p:spPr>
            <a:xfrm>
              <a:off x="665038" y="3958650"/>
              <a:ext cx="84275" cy="69325"/>
            </a:xfrm>
            <a:custGeom>
              <a:rect b="b" l="l" r="r" t="t"/>
              <a:pathLst>
                <a:path extrusionOk="0" h="2773" w="3371">
                  <a:moveTo>
                    <a:pt x="3179" y="0"/>
                  </a:moveTo>
                  <a:cubicBezTo>
                    <a:pt x="3080" y="0"/>
                    <a:pt x="2976" y="63"/>
                    <a:pt x="2966" y="189"/>
                  </a:cubicBezTo>
                  <a:cubicBezTo>
                    <a:pt x="2907" y="862"/>
                    <a:pt x="2847" y="1533"/>
                    <a:pt x="2789" y="2205"/>
                  </a:cubicBezTo>
                  <a:lnTo>
                    <a:pt x="2789" y="2205"/>
                  </a:lnTo>
                  <a:cubicBezTo>
                    <a:pt x="2006" y="1595"/>
                    <a:pt x="1221" y="983"/>
                    <a:pt x="439" y="373"/>
                  </a:cubicBezTo>
                  <a:cubicBezTo>
                    <a:pt x="398" y="342"/>
                    <a:pt x="354" y="329"/>
                    <a:pt x="311" y="329"/>
                  </a:cubicBezTo>
                  <a:cubicBezTo>
                    <a:pt x="145" y="329"/>
                    <a:pt x="1" y="528"/>
                    <a:pt x="160" y="652"/>
                  </a:cubicBezTo>
                  <a:cubicBezTo>
                    <a:pt x="1043" y="1341"/>
                    <a:pt x="1929" y="2032"/>
                    <a:pt x="2814" y="2721"/>
                  </a:cubicBezTo>
                  <a:cubicBezTo>
                    <a:pt x="2859" y="2756"/>
                    <a:pt x="2909" y="2773"/>
                    <a:pt x="2956" y="2773"/>
                  </a:cubicBezTo>
                  <a:cubicBezTo>
                    <a:pt x="3053" y="2773"/>
                    <a:pt x="3139" y="2703"/>
                    <a:pt x="3150" y="2582"/>
                  </a:cubicBezTo>
                  <a:cubicBezTo>
                    <a:pt x="3219" y="1783"/>
                    <a:pt x="3289" y="987"/>
                    <a:pt x="3359" y="189"/>
                  </a:cubicBezTo>
                  <a:cubicBezTo>
                    <a:pt x="3370" y="63"/>
                    <a:pt x="3277" y="0"/>
                    <a:pt x="317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3"/>
            <p:cNvSpPr/>
            <p:nvPr/>
          </p:nvSpPr>
          <p:spPr>
            <a:xfrm>
              <a:off x="805888" y="3921550"/>
              <a:ext cx="50850" cy="66975"/>
            </a:xfrm>
            <a:custGeom>
              <a:rect b="b" l="l" r="r" t="t"/>
              <a:pathLst>
                <a:path extrusionOk="0" h="2679" w="2034">
                  <a:moveTo>
                    <a:pt x="1642" y="1"/>
                  </a:moveTo>
                  <a:cubicBezTo>
                    <a:pt x="1582" y="1"/>
                    <a:pt x="1522" y="28"/>
                    <a:pt x="1482" y="94"/>
                  </a:cubicBezTo>
                  <a:lnTo>
                    <a:pt x="69" y="2380"/>
                  </a:lnTo>
                  <a:cubicBezTo>
                    <a:pt x="0" y="2491"/>
                    <a:pt x="82" y="2679"/>
                    <a:pt x="221" y="2679"/>
                  </a:cubicBezTo>
                  <a:cubicBezTo>
                    <a:pt x="227" y="2679"/>
                    <a:pt x="233" y="2678"/>
                    <a:pt x="239" y="2678"/>
                  </a:cubicBezTo>
                  <a:cubicBezTo>
                    <a:pt x="754" y="2615"/>
                    <a:pt x="1268" y="2550"/>
                    <a:pt x="1784" y="2487"/>
                  </a:cubicBezTo>
                  <a:cubicBezTo>
                    <a:pt x="2024" y="2458"/>
                    <a:pt x="2034" y="2092"/>
                    <a:pt x="1810" y="2092"/>
                  </a:cubicBezTo>
                  <a:cubicBezTo>
                    <a:pt x="1802" y="2092"/>
                    <a:pt x="1793" y="2092"/>
                    <a:pt x="1784" y="2094"/>
                  </a:cubicBezTo>
                  <a:cubicBezTo>
                    <a:pt x="1396" y="2141"/>
                    <a:pt x="1009" y="2189"/>
                    <a:pt x="621" y="2237"/>
                  </a:cubicBezTo>
                  <a:lnTo>
                    <a:pt x="621" y="2237"/>
                  </a:lnTo>
                  <a:lnTo>
                    <a:pt x="1821" y="293"/>
                  </a:lnTo>
                  <a:cubicBezTo>
                    <a:pt x="1914" y="142"/>
                    <a:pt x="1779" y="1"/>
                    <a:pt x="164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3"/>
            <p:cNvSpPr/>
            <p:nvPr/>
          </p:nvSpPr>
          <p:spPr>
            <a:xfrm>
              <a:off x="845163" y="3925375"/>
              <a:ext cx="15575" cy="92375"/>
            </a:xfrm>
            <a:custGeom>
              <a:rect b="b" l="l" r="r" t="t"/>
              <a:pathLst>
                <a:path extrusionOk="0" h="3695" w="623">
                  <a:moveTo>
                    <a:pt x="193" y="1"/>
                  </a:moveTo>
                  <a:cubicBezTo>
                    <a:pt x="94" y="1"/>
                    <a:pt x="0" y="64"/>
                    <a:pt x="8" y="191"/>
                  </a:cubicBezTo>
                  <a:cubicBezTo>
                    <a:pt x="80" y="1295"/>
                    <a:pt x="150" y="2399"/>
                    <a:pt x="221" y="3504"/>
                  </a:cubicBezTo>
                  <a:cubicBezTo>
                    <a:pt x="229" y="3631"/>
                    <a:pt x="332" y="3694"/>
                    <a:pt x="430" y="3694"/>
                  </a:cubicBezTo>
                  <a:cubicBezTo>
                    <a:pt x="529" y="3694"/>
                    <a:pt x="623" y="3631"/>
                    <a:pt x="615" y="3504"/>
                  </a:cubicBezTo>
                  <a:cubicBezTo>
                    <a:pt x="543" y="2400"/>
                    <a:pt x="473" y="1296"/>
                    <a:pt x="402" y="191"/>
                  </a:cubicBezTo>
                  <a:cubicBezTo>
                    <a:pt x="394" y="64"/>
                    <a:pt x="291" y="1"/>
                    <a:pt x="19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3"/>
            <p:cNvSpPr/>
            <p:nvPr/>
          </p:nvSpPr>
          <p:spPr>
            <a:xfrm>
              <a:off x="869888" y="3929850"/>
              <a:ext cx="58475" cy="98875"/>
            </a:xfrm>
            <a:custGeom>
              <a:rect b="b" l="l" r="r" t="t"/>
              <a:pathLst>
                <a:path extrusionOk="0" h="3955" w="2339">
                  <a:moveTo>
                    <a:pt x="2065" y="1"/>
                  </a:moveTo>
                  <a:cubicBezTo>
                    <a:pt x="2005" y="1"/>
                    <a:pt x="1945" y="28"/>
                    <a:pt x="1904" y="92"/>
                  </a:cubicBezTo>
                  <a:cubicBezTo>
                    <a:pt x="1169" y="1239"/>
                    <a:pt x="556" y="2449"/>
                    <a:pt x="57" y="3717"/>
                  </a:cubicBezTo>
                  <a:cubicBezTo>
                    <a:pt x="0" y="3860"/>
                    <a:pt x="119" y="3954"/>
                    <a:pt x="241" y="3954"/>
                  </a:cubicBezTo>
                  <a:cubicBezTo>
                    <a:pt x="320" y="3954"/>
                    <a:pt x="401" y="3915"/>
                    <a:pt x="436" y="3823"/>
                  </a:cubicBezTo>
                  <a:cubicBezTo>
                    <a:pt x="922" y="2585"/>
                    <a:pt x="1527" y="1412"/>
                    <a:pt x="2243" y="293"/>
                  </a:cubicBezTo>
                  <a:cubicBezTo>
                    <a:pt x="2339" y="142"/>
                    <a:pt x="2202" y="1"/>
                    <a:pt x="206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3"/>
            <p:cNvSpPr/>
            <p:nvPr/>
          </p:nvSpPr>
          <p:spPr>
            <a:xfrm>
              <a:off x="926338" y="3948675"/>
              <a:ext cx="59025" cy="87275"/>
            </a:xfrm>
            <a:custGeom>
              <a:rect b="b" l="l" r="r" t="t"/>
              <a:pathLst>
                <a:path extrusionOk="0" h="3491" w="2361">
                  <a:moveTo>
                    <a:pt x="1018" y="400"/>
                  </a:moveTo>
                  <a:cubicBezTo>
                    <a:pt x="1169" y="446"/>
                    <a:pt x="1319" y="495"/>
                    <a:pt x="1469" y="542"/>
                  </a:cubicBezTo>
                  <a:cubicBezTo>
                    <a:pt x="1557" y="672"/>
                    <a:pt x="1548" y="772"/>
                    <a:pt x="1441" y="840"/>
                  </a:cubicBezTo>
                  <a:cubicBezTo>
                    <a:pt x="1345" y="1021"/>
                    <a:pt x="1094" y="1210"/>
                    <a:pt x="914" y="1366"/>
                  </a:cubicBezTo>
                  <a:lnTo>
                    <a:pt x="914" y="1366"/>
                  </a:lnTo>
                  <a:cubicBezTo>
                    <a:pt x="812" y="1252"/>
                    <a:pt x="729" y="1128"/>
                    <a:pt x="695" y="988"/>
                  </a:cubicBezTo>
                  <a:cubicBezTo>
                    <a:pt x="645" y="788"/>
                    <a:pt x="811" y="452"/>
                    <a:pt x="1018" y="400"/>
                  </a:cubicBezTo>
                  <a:close/>
                  <a:moveTo>
                    <a:pt x="863" y="1855"/>
                  </a:moveTo>
                  <a:lnTo>
                    <a:pt x="863" y="1855"/>
                  </a:lnTo>
                  <a:cubicBezTo>
                    <a:pt x="888" y="1878"/>
                    <a:pt x="912" y="1901"/>
                    <a:pt x="937" y="1923"/>
                  </a:cubicBezTo>
                  <a:cubicBezTo>
                    <a:pt x="1146" y="2117"/>
                    <a:pt x="1525" y="2368"/>
                    <a:pt x="1561" y="2675"/>
                  </a:cubicBezTo>
                  <a:cubicBezTo>
                    <a:pt x="1589" y="2930"/>
                    <a:pt x="1362" y="3096"/>
                    <a:pt x="1131" y="3096"/>
                  </a:cubicBezTo>
                  <a:cubicBezTo>
                    <a:pt x="1060" y="3096"/>
                    <a:pt x="988" y="3081"/>
                    <a:pt x="924" y="3047"/>
                  </a:cubicBezTo>
                  <a:cubicBezTo>
                    <a:pt x="456" y="2806"/>
                    <a:pt x="593" y="2197"/>
                    <a:pt x="863" y="1855"/>
                  </a:cubicBezTo>
                  <a:close/>
                  <a:moveTo>
                    <a:pt x="1140" y="1"/>
                  </a:moveTo>
                  <a:cubicBezTo>
                    <a:pt x="793" y="1"/>
                    <a:pt x="455" y="217"/>
                    <a:pt x="330" y="578"/>
                  </a:cubicBezTo>
                  <a:cubicBezTo>
                    <a:pt x="198" y="957"/>
                    <a:pt x="357" y="1289"/>
                    <a:pt x="591" y="1571"/>
                  </a:cubicBezTo>
                  <a:lnTo>
                    <a:pt x="591" y="1571"/>
                  </a:lnTo>
                  <a:cubicBezTo>
                    <a:pt x="205" y="2046"/>
                    <a:pt x="0" y="2827"/>
                    <a:pt x="545" y="3282"/>
                  </a:cubicBezTo>
                  <a:cubicBezTo>
                    <a:pt x="709" y="3419"/>
                    <a:pt x="929" y="3490"/>
                    <a:pt x="1148" y="3490"/>
                  </a:cubicBezTo>
                  <a:cubicBezTo>
                    <a:pt x="1463" y="3490"/>
                    <a:pt x="1774" y="3342"/>
                    <a:pt x="1904" y="3034"/>
                  </a:cubicBezTo>
                  <a:cubicBezTo>
                    <a:pt x="2115" y="2535"/>
                    <a:pt x="1734" y="2119"/>
                    <a:pt x="1392" y="1803"/>
                  </a:cubicBezTo>
                  <a:cubicBezTo>
                    <a:pt x="1334" y="1749"/>
                    <a:pt x="1268" y="1693"/>
                    <a:pt x="1200" y="1635"/>
                  </a:cubicBezTo>
                  <a:lnTo>
                    <a:pt x="1200" y="1635"/>
                  </a:lnTo>
                  <a:cubicBezTo>
                    <a:pt x="1667" y="1209"/>
                    <a:pt x="2360" y="725"/>
                    <a:pt x="1640" y="171"/>
                  </a:cubicBezTo>
                  <a:cubicBezTo>
                    <a:pt x="1488" y="54"/>
                    <a:pt x="1313" y="1"/>
                    <a:pt x="114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3"/>
            <p:cNvSpPr/>
            <p:nvPr/>
          </p:nvSpPr>
          <p:spPr>
            <a:xfrm>
              <a:off x="438038" y="4089950"/>
              <a:ext cx="568100" cy="31325"/>
            </a:xfrm>
            <a:custGeom>
              <a:rect b="b" l="l" r="r" t="t"/>
              <a:pathLst>
                <a:path extrusionOk="0" h="1253" w="22724">
                  <a:moveTo>
                    <a:pt x="22490" y="1"/>
                  </a:moveTo>
                  <a:cubicBezTo>
                    <a:pt x="22483" y="1"/>
                    <a:pt x="22477" y="1"/>
                    <a:pt x="22470" y="1"/>
                  </a:cubicBezTo>
                  <a:cubicBezTo>
                    <a:pt x="15701" y="573"/>
                    <a:pt x="8914" y="859"/>
                    <a:pt x="2122" y="859"/>
                  </a:cubicBezTo>
                  <a:cubicBezTo>
                    <a:pt x="1499" y="859"/>
                    <a:pt x="876" y="857"/>
                    <a:pt x="253" y="852"/>
                  </a:cubicBezTo>
                  <a:cubicBezTo>
                    <a:pt x="251" y="852"/>
                    <a:pt x="250" y="852"/>
                    <a:pt x="249" y="852"/>
                  </a:cubicBezTo>
                  <a:cubicBezTo>
                    <a:pt x="1" y="852"/>
                    <a:pt x="1" y="1243"/>
                    <a:pt x="253" y="1245"/>
                  </a:cubicBezTo>
                  <a:cubicBezTo>
                    <a:pt x="876" y="1250"/>
                    <a:pt x="1499" y="1253"/>
                    <a:pt x="2122" y="1253"/>
                  </a:cubicBezTo>
                  <a:cubicBezTo>
                    <a:pt x="8914" y="1253"/>
                    <a:pt x="15703" y="967"/>
                    <a:pt x="22470" y="395"/>
                  </a:cubicBezTo>
                  <a:cubicBezTo>
                    <a:pt x="22714" y="374"/>
                    <a:pt x="22723" y="1"/>
                    <a:pt x="224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3"/>
            <p:cNvSpPr/>
            <p:nvPr/>
          </p:nvSpPr>
          <p:spPr>
            <a:xfrm>
              <a:off x="429563" y="4159575"/>
              <a:ext cx="572750" cy="126150"/>
            </a:xfrm>
            <a:custGeom>
              <a:rect b="b" l="l" r="r" t="t"/>
              <a:pathLst>
                <a:path extrusionOk="0" h="5046" w="22910">
                  <a:moveTo>
                    <a:pt x="22661" y="1"/>
                  </a:moveTo>
                  <a:cubicBezTo>
                    <a:pt x="22660" y="1"/>
                    <a:pt x="22658" y="1"/>
                    <a:pt x="22656" y="1"/>
                  </a:cubicBezTo>
                  <a:cubicBezTo>
                    <a:pt x="16028" y="145"/>
                    <a:pt x="9398" y="290"/>
                    <a:pt x="2769" y="436"/>
                  </a:cubicBezTo>
                  <a:cubicBezTo>
                    <a:pt x="2662" y="437"/>
                    <a:pt x="2574" y="523"/>
                    <a:pt x="2573" y="632"/>
                  </a:cubicBezTo>
                  <a:cubicBezTo>
                    <a:pt x="2551" y="1946"/>
                    <a:pt x="2321" y="3200"/>
                    <a:pt x="1881" y="4428"/>
                  </a:cubicBezTo>
                  <a:lnTo>
                    <a:pt x="1881" y="4428"/>
                  </a:lnTo>
                  <a:cubicBezTo>
                    <a:pt x="1290" y="3524"/>
                    <a:pt x="809" y="2574"/>
                    <a:pt x="433" y="1554"/>
                  </a:cubicBezTo>
                  <a:cubicBezTo>
                    <a:pt x="398" y="1461"/>
                    <a:pt x="318" y="1421"/>
                    <a:pt x="239" y="1421"/>
                  </a:cubicBezTo>
                  <a:cubicBezTo>
                    <a:pt x="119" y="1421"/>
                    <a:pt x="1" y="1515"/>
                    <a:pt x="53" y="1660"/>
                  </a:cubicBezTo>
                  <a:cubicBezTo>
                    <a:pt x="484" y="2831"/>
                    <a:pt x="1048" y="3925"/>
                    <a:pt x="1761" y="4952"/>
                  </a:cubicBezTo>
                  <a:cubicBezTo>
                    <a:pt x="1805" y="5016"/>
                    <a:pt x="1867" y="5045"/>
                    <a:pt x="1928" y="5045"/>
                  </a:cubicBezTo>
                  <a:cubicBezTo>
                    <a:pt x="2007" y="5045"/>
                    <a:pt x="2085" y="4995"/>
                    <a:pt x="2121" y="4905"/>
                  </a:cubicBezTo>
                  <a:cubicBezTo>
                    <a:pt x="2474" y="4005"/>
                    <a:pt x="2735" y="3086"/>
                    <a:pt x="2863" y="2125"/>
                  </a:cubicBezTo>
                  <a:cubicBezTo>
                    <a:pt x="2889" y="1925"/>
                    <a:pt x="2843" y="1139"/>
                    <a:pt x="2959" y="994"/>
                  </a:cubicBezTo>
                  <a:cubicBezTo>
                    <a:pt x="3107" y="811"/>
                    <a:pt x="3385" y="771"/>
                    <a:pt x="3671" y="771"/>
                  </a:cubicBezTo>
                  <a:cubicBezTo>
                    <a:pt x="3893" y="771"/>
                    <a:pt x="4119" y="796"/>
                    <a:pt x="4292" y="796"/>
                  </a:cubicBezTo>
                  <a:cubicBezTo>
                    <a:pt x="4304" y="796"/>
                    <a:pt x="4316" y="795"/>
                    <a:pt x="4328" y="795"/>
                  </a:cubicBezTo>
                  <a:cubicBezTo>
                    <a:pt x="6344" y="751"/>
                    <a:pt x="8358" y="708"/>
                    <a:pt x="10373" y="662"/>
                  </a:cubicBezTo>
                  <a:lnTo>
                    <a:pt x="22656" y="394"/>
                  </a:lnTo>
                  <a:cubicBezTo>
                    <a:pt x="22906" y="389"/>
                    <a:pt x="22909" y="1"/>
                    <a:pt x="2266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3"/>
            <p:cNvSpPr/>
            <p:nvPr/>
          </p:nvSpPr>
          <p:spPr>
            <a:xfrm>
              <a:off x="529163" y="4219100"/>
              <a:ext cx="49200" cy="65000"/>
            </a:xfrm>
            <a:custGeom>
              <a:rect b="b" l="l" r="r" t="t"/>
              <a:pathLst>
                <a:path extrusionOk="0" h="2600" w="1968">
                  <a:moveTo>
                    <a:pt x="879" y="1"/>
                  </a:moveTo>
                  <a:cubicBezTo>
                    <a:pt x="656" y="1"/>
                    <a:pt x="436" y="103"/>
                    <a:pt x="312" y="311"/>
                  </a:cubicBezTo>
                  <a:cubicBezTo>
                    <a:pt x="223" y="462"/>
                    <a:pt x="359" y="604"/>
                    <a:pt x="494" y="604"/>
                  </a:cubicBezTo>
                  <a:cubicBezTo>
                    <a:pt x="553" y="604"/>
                    <a:pt x="612" y="577"/>
                    <a:pt x="652" y="510"/>
                  </a:cubicBezTo>
                  <a:cubicBezTo>
                    <a:pt x="699" y="430"/>
                    <a:pt x="785" y="394"/>
                    <a:pt x="875" y="394"/>
                  </a:cubicBezTo>
                  <a:cubicBezTo>
                    <a:pt x="983" y="394"/>
                    <a:pt x="1097" y="447"/>
                    <a:pt x="1151" y="541"/>
                  </a:cubicBezTo>
                  <a:cubicBezTo>
                    <a:pt x="1307" y="815"/>
                    <a:pt x="972" y="1097"/>
                    <a:pt x="751" y="1163"/>
                  </a:cubicBezTo>
                  <a:cubicBezTo>
                    <a:pt x="566" y="1219"/>
                    <a:pt x="560" y="1491"/>
                    <a:pt x="751" y="1542"/>
                  </a:cubicBezTo>
                  <a:cubicBezTo>
                    <a:pt x="1020" y="1616"/>
                    <a:pt x="1253" y="1729"/>
                    <a:pt x="1470" y="1892"/>
                  </a:cubicBezTo>
                  <a:lnTo>
                    <a:pt x="1470" y="1892"/>
                  </a:lnTo>
                  <a:cubicBezTo>
                    <a:pt x="1259" y="2099"/>
                    <a:pt x="982" y="2205"/>
                    <a:pt x="695" y="2205"/>
                  </a:cubicBezTo>
                  <a:cubicBezTo>
                    <a:pt x="572" y="2205"/>
                    <a:pt x="447" y="2185"/>
                    <a:pt x="324" y="2146"/>
                  </a:cubicBezTo>
                  <a:cubicBezTo>
                    <a:pt x="302" y="2139"/>
                    <a:pt x="281" y="2136"/>
                    <a:pt x="261" y="2136"/>
                  </a:cubicBezTo>
                  <a:cubicBezTo>
                    <a:pt x="67" y="2136"/>
                    <a:pt x="1" y="2455"/>
                    <a:pt x="219" y="2526"/>
                  </a:cubicBezTo>
                  <a:cubicBezTo>
                    <a:pt x="375" y="2575"/>
                    <a:pt x="532" y="2599"/>
                    <a:pt x="686" y="2599"/>
                  </a:cubicBezTo>
                  <a:cubicBezTo>
                    <a:pt x="1164" y="2599"/>
                    <a:pt x="1614" y="2368"/>
                    <a:pt x="1917" y="1966"/>
                  </a:cubicBezTo>
                  <a:cubicBezTo>
                    <a:pt x="1967" y="1901"/>
                    <a:pt x="1946" y="1780"/>
                    <a:pt x="1887" y="1728"/>
                  </a:cubicBezTo>
                  <a:cubicBezTo>
                    <a:pt x="1692" y="1556"/>
                    <a:pt x="1485" y="1418"/>
                    <a:pt x="1258" y="1312"/>
                  </a:cubicBezTo>
                  <a:lnTo>
                    <a:pt x="1258" y="1312"/>
                  </a:lnTo>
                  <a:cubicBezTo>
                    <a:pt x="1554" y="1050"/>
                    <a:pt x="1714" y="635"/>
                    <a:pt x="1446" y="278"/>
                  </a:cubicBezTo>
                  <a:cubicBezTo>
                    <a:pt x="1309" y="95"/>
                    <a:pt x="1092" y="1"/>
                    <a:pt x="8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3"/>
            <p:cNvSpPr/>
            <p:nvPr/>
          </p:nvSpPr>
          <p:spPr>
            <a:xfrm>
              <a:off x="599738" y="4269275"/>
              <a:ext cx="12725" cy="9875"/>
            </a:xfrm>
            <a:custGeom>
              <a:rect b="b" l="l" r="r" t="t"/>
              <a:pathLst>
                <a:path extrusionOk="0" h="395" w="509">
                  <a:moveTo>
                    <a:pt x="254" y="0"/>
                  </a:moveTo>
                  <a:cubicBezTo>
                    <a:pt x="0" y="0"/>
                    <a:pt x="0" y="394"/>
                    <a:pt x="254" y="394"/>
                  </a:cubicBezTo>
                  <a:cubicBezTo>
                    <a:pt x="509" y="394"/>
                    <a:pt x="509" y="0"/>
                    <a:pt x="25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3"/>
            <p:cNvSpPr/>
            <p:nvPr/>
          </p:nvSpPr>
          <p:spPr>
            <a:xfrm>
              <a:off x="639738" y="4228975"/>
              <a:ext cx="55650" cy="54600"/>
            </a:xfrm>
            <a:custGeom>
              <a:rect b="b" l="l" r="r" t="t"/>
              <a:pathLst>
                <a:path extrusionOk="0" h="2184" w="2226">
                  <a:moveTo>
                    <a:pt x="620" y="0"/>
                  </a:moveTo>
                  <a:cubicBezTo>
                    <a:pt x="473" y="0"/>
                    <a:pt x="324" y="36"/>
                    <a:pt x="190" y="109"/>
                  </a:cubicBezTo>
                  <a:cubicBezTo>
                    <a:pt x="1" y="209"/>
                    <a:pt x="116" y="472"/>
                    <a:pt x="292" y="472"/>
                  </a:cubicBezTo>
                  <a:cubicBezTo>
                    <a:pt x="322" y="472"/>
                    <a:pt x="355" y="464"/>
                    <a:pt x="387" y="446"/>
                  </a:cubicBezTo>
                  <a:cubicBezTo>
                    <a:pt x="461" y="405"/>
                    <a:pt x="535" y="386"/>
                    <a:pt x="610" y="386"/>
                  </a:cubicBezTo>
                  <a:cubicBezTo>
                    <a:pt x="676" y="386"/>
                    <a:pt x="742" y="401"/>
                    <a:pt x="808" y="430"/>
                  </a:cubicBezTo>
                  <a:cubicBezTo>
                    <a:pt x="1043" y="530"/>
                    <a:pt x="1030" y="612"/>
                    <a:pt x="920" y="805"/>
                  </a:cubicBezTo>
                  <a:cubicBezTo>
                    <a:pt x="721" y="1153"/>
                    <a:pt x="520" y="1499"/>
                    <a:pt x="321" y="1849"/>
                  </a:cubicBezTo>
                  <a:cubicBezTo>
                    <a:pt x="247" y="1980"/>
                    <a:pt x="343" y="2142"/>
                    <a:pt x="492" y="2145"/>
                  </a:cubicBezTo>
                  <a:cubicBezTo>
                    <a:pt x="986" y="2158"/>
                    <a:pt x="1478" y="2171"/>
                    <a:pt x="1972" y="2184"/>
                  </a:cubicBezTo>
                  <a:cubicBezTo>
                    <a:pt x="1974" y="2184"/>
                    <a:pt x="1977" y="2184"/>
                    <a:pt x="1979" y="2184"/>
                  </a:cubicBezTo>
                  <a:cubicBezTo>
                    <a:pt x="2225" y="2184"/>
                    <a:pt x="2223" y="1794"/>
                    <a:pt x="1972" y="1790"/>
                  </a:cubicBezTo>
                  <a:cubicBezTo>
                    <a:pt x="1590" y="1780"/>
                    <a:pt x="1209" y="1770"/>
                    <a:pt x="828" y="1760"/>
                  </a:cubicBezTo>
                  <a:lnTo>
                    <a:pt x="828" y="1760"/>
                  </a:lnTo>
                  <a:cubicBezTo>
                    <a:pt x="961" y="1527"/>
                    <a:pt x="1094" y="1294"/>
                    <a:pt x="1229" y="1061"/>
                  </a:cubicBezTo>
                  <a:cubicBezTo>
                    <a:pt x="1382" y="795"/>
                    <a:pt x="1523" y="639"/>
                    <a:pt x="1329" y="361"/>
                  </a:cubicBezTo>
                  <a:cubicBezTo>
                    <a:pt x="1164" y="123"/>
                    <a:pt x="894" y="0"/>
                    <a:pt x="62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3"/>
            <p:cNvSpPr/>
            <p:nvPr/>
          </p:nvSpPr>
          <p:spPr>
            <a:xfrm>
              <a:off x="714988" y="4265625"/>
              <a:ext cx="23050" cy="13800"/>
            </a:xfrm>
            <a:custGeom>
              <a:rect b="b" l="l" r="r" t="t"/>
              <a:pathLst>
                <a:path extrusionOk="0" h="552" w="922">
                  <a:moveTo>
                    <a:pt x="619" y="1"/>
                  </a:moveTo>
                  <a:cubicBezTo>
                    <a:pt x="589" y="1"/>
                    <a:pt x="558" y="7"/>
                    <a:pt x="527" y="23"/>
                  </a:cubicBezTo>
                  <a:cubicBezTo>
                    <a:pt x="416" y="78"/>
                    <a:pt x="308" y="133"/>
                    <a:pt x="196" y="189"/>
                  </a:cubicBezTo>
                  <a:cubicBezTo>
                    <a:pt x="1" y="288"/>
                    <a:pt x="121" y="552"/>
                    <a:pt x="302" y="552"/>
                  </a:cubicBezTo>
                  <a:cubicBezTo>
                    <a:pt x="332" y="552"/>
                    <a:pt x="363" y="545"/>
                    <a:pt x="395" y="529"/>
                  </a:cubicBezTo>
                  <a:cubicBezTo>
                    <a:pt x="505" y="474"/>
                    <a:pt x="615" y="418"/>
                    <a:pt x="726" y="363"/>
                  </a:cubicBezTo>
                  <a:cubicBezTo>
                    <a:pt x="922" y="265"/>
                    <a:pt x="801" y="1"/>
                    <a:pt x="6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3"/>
            <p:cNvSpPr/>
            <p:nvPr/>
          </p:nvSpPr>
          <p:spPr>
            <a:xfrm>
              <a:off x="746938" y="4215550"/>
              <a:ext cx="60750" cy="52525"/>
            </a:xfrm>
            <a:custGeom>
              <a:rect b="b" l="l" r="r" t="t"/>
              <a:pathLst>
                <a:path extrusionOk="0" h="2101" w="2430">
                  <a:moveTo>
                    <a:pt x="1488" y="1"/>
                  </a:moveTo>
                  <a:cubicBezTo>
                    <a:pt x="1444" y="1"/>
                    <a:pt x="1398" y="16"/>
                    <a:pt x="1357" y="52"/>
                  </a:cubicBezTo>
                  <a:cubicBezTo>
                    <a:pt x="841" y="506"/>
                    <a:pt x="408" y="1036"/>
                    <a:pt x="65" y="1633"/>
                  </a:cubicBezTo>
                  <a:cubicBezTo>
                    <a:pt x="0" y="1747"/>
                    <a:pt x="62" y="1883"/>
                    <a:pt x="184" y="1922"/>
                  </a:cubicBezTo>
                  <a:cubicBezTo>
                    <a:pt x="559" y="2042"/>
                    <a:pt x="939" y="2101"/>
                    <a:pt x="1321" y="2101"/>
                  </a:cubicBezTo>
                  <a:cubicBezTo>
                    <a:pt x="1613" y="2101"/>
                    <a:pt x="1907" y="2066"/>
                    <a:pt x="2201" y="1998"/>
                  </a:cubicBezTo>
                  <a:cubicBezTo>
                    <a:pt x="2429" y="1944"/>
                    <a:pt x="2357" y="1612"/>
                    <a:pt x="2146" y="1612"/>
                  </a:cubicBezTo>
                  <a:cubicBezTo>
                    <a:pt x="2129" y="1612"/>
                    <a:pt x="2112" y="1614"/>
                    <a:pt x="2095" y="1618"/>
                  </a:cubicBezTo>
                  <a:cubicBezTo>
                    <a:pt x="1837" y="1679"/>
                    <a:pt x="1582" y="1708"/>
                    <a:pt x="1328" y="1708"/>
                  </a:cubicBezTo>
                  <a:cubicBezTo>
                    <a:pt x="1063" y="1708"/>
                    <a:pt x="800" y="1676"/>
                    <a:pt x="538" y="1613"/>
                  </a:cubicBezTo>
                  <a:lnTo>
                    <a:pt x="538" y="1613"/>
                  </a:lnTo>
                  <a:cubicBezTo>
                    <a:pt x="841" y="1133"/>
                    <a:pt x="1206" y="710"/>
                    <a:pt x="1635" y="331"/>
                  </a:cubicBezTo>
                  <a:cubicBezTo>
                    <a:pt x="1786" y="199"/>
                    <a:pt x="1646" y="1"/>
                    <a:pt x="148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3"/>
            <p:cNvSpPr/>
            <p:nvPr/>
          </p:nvSpPr>
          <p:spPr>
            <a:xfrm>
              <a:off x="783388" y="4215375"/>
              <a:ext cx="15775" cy="84225"/>
            </a:xfrm>
            <a:custGeom>
              <a:rect b="b" l="l" r="r" t="t"/>
              <a:pathLst>
                <a:path extrusionOk="0" h="3369" w="631">
                  <a:moveTo>
                    <a:pt x="243" y="1"/>
                  </a:moveTo>
                  <a:cubicBezTo>
                    <a:pt x="129" y="1"/>
                    <a:pt x="1" y="98"/>
                    <a:pt x="27" y="247"/>
                  </a:cubicBezTo>
                  <a:cubicBezTo>
                    <a:pt x="193" y="1222"/>
                    <a:pt x="236" y="2195"/>
                    <a:pt x="163" y="3180"/>
                  </a:cubicBezTo>
                  <a:cubicBezTo>
                    <a:pt x="153" y="3306"/>
                    <a:pt x="247" y="3369"/>
                    <a:pt x="346" y="3369"/>
                  </a:cubicBezTo>
                  <a:cubicBezTo>
                    <a:pt x="444" y="3369"/>
                    <a:pt x="547" y="3306"/>
                    <a:pt x="556" y="3180"/>
                  </a:cubicBezTo>
                  <a:cubicBezTo>
                    <a:pt x="631" y="2158"/>
                    <a:pt x="578" y="1150"/>
                    <a:pt x="406" y="141"/>
                  </a:cubicBezTo>
                  <a:cubicBezTo>
                    <a:pt x="389" y="43"/>
                    <a:pt x="319" y="1"/>
                    <a:pt x="24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3"/>
            <p:cNvSpPr/>
            <p:nvPr/>
          </p:nvSpPr>
          <p:spPr>
            <a:xfrm>
              <a:off x="837438" y="4219675"/>
              <a:ext cx="9875" cy="55150"/>
            </a:xfrm>
            <a:custGeom>
              <a:rect b="b" l="l" r="r" t="t"/>
              <a:pathLst>
                <a:path extrusionOk="0" h="2206" w="395">
                  <a:moveTo>
                    <a:pt x="197" y="1"/>
                  </a:moveTo>
                  <a:cubicBezTo>
                    <a:pt x="99" y="1"/>
                    <a:pt x="1" y="64"/>
                    <a:pt x="1" y="191"/>
                  </a:cubicBezTo>
                  <a:lnTo>
                    <a:pt x="1" y="2014"/>
                  </a:lnTo>
                  <a:cubicBezTo>
                    <a:pt x="1" y="2142"/>
                    <a:pt x="99" y="2206"/>
                    <a:pt x="197" y="2206"/>
                  </a:cubicBezTo>
                  <a:cubicBezTo>
                    <a:pt x="296" y="2206"/>
                    <a:pt x="394" y="2142"/>
                    <a:pt x="394" y="2014"/>
                  </a:cubicBezTo>
                  <a:lnTo>
                    <a:pt x="394" y="191"/>
                  </a:lnTo>
                  <a:cubicBezTo>
                    <a:pt x="394" y="64"/>
                    <a:pt x="296" y="1"/>
                    <a:pt x="1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3"/>
            <p:cNvSpPr/>
            <p:nvPr/>
          </p:nvSpPr>
          <p:spPr>
            <a:xfrm>
              <a:off x="815088" y="4233825"/>
              <a:ext cx="75250" cy="18300"/>
            </a:xfrm>
            <a:custGeom>
              <a:rect b="b" l="l" r="r" t="t"/>
              <a:pathLst>
                <a:path extrusionOk="0" h="732" w="3010">
                  <a:moveTo>
                    <a:pt x="2790" y="0"/>
                  </a:moveTo>
                  <a:cubicBezTo>
                    <a:pt x="2780" y="0"/>
                    <a:pt x="2770" y="1"/>
                    <a:pt x="2760" y="3"/>
                  </a:cubicBezTo>
                  <a:cubicBezTo>
                    <a:pt x="1924" y="114"/>
                    <a:pt x="1086" y="224"/>
                    <a:pt x="250" y="336"/>
                  </a:cubicBezTo>
                  <a:cubicBezTo>
                    <a:pt x="14" y="366"/>
                    <a:pt x="1" y="732"/>
                    <a:pt x="222" y="732"/>
                  </a:cubicBezTo>
                  <a:cubicBezTo>
                    <a:pt x="231" y="732"/>
                    <a:pt x="240" y="731"/>
                    <a:pt x="250" y="730"/>
                  </a:cubicBezTo>
                  <a:cubicBezTo>
                    <a:pt x="1086" y="618"/>
                    <a:pt x="1924" y="508"/>
                    <a:pt x="2760" y="396"/>
                  </a:cubicBezTo>
                  <a:cubicBezTo>
                    <a:pt x="2996" y="366"/>
                    <a:pt x="3010" y="0"/>
                    <a:pt x="27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3"/>
            <p:cNvSpPr/>
            <p:nvPr/>
          </p:nvSpPr>
          <p:spPr>
            <a:xfrm>
              <a:off x="890413" y="4211000"/>
              <a:ext cx="57850" cy="60050"/>
            </a:xfrm>
            <a:custGeom>
              <a:rect b="b" l="l" r="r" t="t"/>
              <a:pathLst>
                <a:path extrusionOk="0" h="2402" w="2314">
                  <a:moveTo>
                    <a:pt x="1090" y="0"/>
                  </a:moveTo>
                  <a:cubicBezTo>
                    <a:pt x="779" y="0"/>
                    <a:pt x="469" y="120"/>
                    <a:pt x="226" y="363"/>
                  </a:cubicBezTo>
                  <a:cubicBezTo>
                    <a:pt x="86" y="500"/>
                    <a:pt x="220" y="698"/>
                    <a:pt x="372" y="698"/>
                  </a:cubicBezTo>
                  <a:cubicBezTo>
                    <a:pt x="416" y="698"/>
                    <a:pt x="462" y="681"/>
                    <a:pt x="503" y="641"/>
                  </a:cubicBezTo>
                  <a:cubicBezTo>
                    <a:pt x="667" y="477"/>
                    <a:pt x="887" y="389"/>
                    <a:pt x="1107" y="389"/>
                  </a:cubicBezTo>
                  <a:cubicBezTo>
                    <a:pt x="1237" y="389"/>
                    <a:pt x="1366" y="419"/>
                    <a:pt x="1485" y="483"/>
                  </a:cubicBezTo>
                  <a:lnTo>
                    <a:pt x="1485" y="483"/>
                  </a:lnTo>
                  <a:cubicBezTo>
                    <a:pt x="1143" y="1087"/>
                    <a:pt x="694" y="1606"/>
                    <a:pt x="142" y="2036"/>
                  </a:cubicBezTo>
                  <a:cubicBezTo>
                    <a:pt x="0" y="2147"/>
                    <a:pt x="126" y="2369"/>
                    <a:pt x="281" y="2373"/>
                  </a:cubicBezTo>
                  <a:cubicBezTo>
                    <a:pt x="874" y="2381"/>
                    <a:pt x="1468" y="2390"/>
                    <a:pt x="2060" y="2402"/>
                  </a:cubicBezTo>
                  <a:cubicBezTo>
                    <a:pt x="2061" y="2402"/>
                    <a:pt x="2062" y="2402"/>
                    <a:pt x="2063" y="2402"/>
                  </a:cubicBezTo>
                  <a:cubicBezTo>
                    <a:pt x="2314" y="2402"/>
                    <a:pt x="2313" y="2011"/>
                    <a:pt x="2060" y="2008"/>
                  </a:cubicBezTo>
                  <a:cubicBezTo>
                    <a:pt x="1642" y="2001"/>
                    <a:pt x="1223" y="1994"/>
                    <a:pt x="804" y="1988"/>
                  </a:cubicBezTo>
                  <a:lnTo>
                    <a:pt x="804" y="1988"/>
                  </a:lnTo>
                  <a:cubicBezTo>
                    <a:pt x="1254" y="1565"/>
                    <a:pt x="1626" y="1072"/>
                    <a:pt x="1913" y="520"/>
                  </a:cubicBezTo>
                  <a:cubicBezTo>
                    <a:pt x="1949" y="450"/>
                    <a:pt x="1953" y="336"/>
                    <a:pt x="1883" y="283"/>
                  </a:cubicBezTo>
                  <a:cubicBezTo>
                    <a:pt x="1647" y="95"/>
                    <a:pt x="1367" y="0"/>
                    <a:pt x="10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3"/>
            <p:cNvSpPr/>
            <p:nvPr/>
          </p:nvSpPr>
          <p:spPr>
            <a:xfrm>
              <a:off x="997738" y="4261000"/>
              <a:ext cx="12700" cy="9875"/>
            </a:xfrm>
            <a:custGeom>
              <a:rect b="b" l="l" r="r" t="t"/>
              <a:pathLst>
                <a:path extrusionOk="0" h="395" w="508">
                  <a:moveTo>
                    <a:pt x="252" y="1"/>
                  </a:moveTo>
                  <a:cubicBezTo>
                    <a:pt x="0" y="1"/>
                    <a:pt x="0" y="394"/>
                    <a:pt x="252" y="394"/>
                  </a:cubicBezTo>
                  <a:cubicBezTo>
                    <a:pt x="507" y="394"/>
                    <a:pt x="507" y="1"/>
                    <a:pt x="25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 name="Google Shape;1918;p43"/>
          <p:cNvGrpSpPr/>
          <p:nvPr/>
        </p:nvGrpSpPr>
        <p:grpSpPr>
          <a:xfrm>
            <a:off x="6285950" y="1793725"/>
            <a:ext cx="2325075" cy="225150"/>
            <a:chOff x="6285950" y="1793725"/>
            <a:chExt cx="2325075" cy="225150"/>
          </a:xfrm>
        </p:grpSpPr>
        <p:sp>
          <p:nvSpPr>
            <p:cNvPr id="1919" name="Google Shape;1919;p43"/>
            <p:cNvSpPr/>
            <p:nvPr/>
          </p:nvSpPr>
          <p:spPr>
            <a:xfrm>
              <a:off x="6285950" y="1819125"/>
              <a:ext cx="83250" cy="199750"/>
            </a:xfrm>
            <a:custGeom>
              <a:rect b="b" l="l" r="r" t="t"/>
              <a:pathLst>
                <a:path extrusionOk="0" h="7990" w="3330">
                  <a:moveTo>
                    <a:pt x="3054" y="1"/>
                  </a:moveTo>
                  <a:cubicBezTo>
                    <a:pt x="3022" y="1"/>
                    <a:pt x="2987" y="10"/>
                    <a:pt x="2952" y="33"/>
                  </a:cubicBezTo>
                  <a:cubicBezTo>
                    <a:pt x="50" y="1905"/>
                    <a:pt x="0" y="6002"/>
                    <a:pt x="2848" y="7955"/>
                  </a:cubicBezTo>
                  <a:cubicBezTo>
                    <a:pt x="2883" y="7979"/>
                    <a:pt x="2917" y="7989"/>
                    <a:pt x="2950" y="7989"/>
                  </a:cubicBezTo>
                  <a:cubicBezTo>
                    <a:pt x="3111" y="7989"/>
                    <a:pt x="3218" y="7733"/>
                    <a:pt x="3045" y="7614"/>
                  </a:cubicBezTo>
                  <a:cubicBezTo>
                    <a:pt x="450" y="5833"/>
                    <a:pt x="507" y="2080"/>
                    <a:pt x="3151" y="372"/>
                  </a:cubicBezTo>
                  <a:cubicBezTo>
                    <a:pt x="3330" y="257"/>
                    <a:pt x="3220" y="1"/>
                    <a:pt x="305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3"/>
            <p:cNvSpPr/>
            <p:nvPr/>
          </p:nvSpPr>
          <p:spPr>
            <a:xfrm>
              <a:off x="6406150" y="1907750"/>
              <a:ext cx="66675" cy="18850"/>
            </a:xfrm>
            <a:custGeom>
              <a:rect b="b" l="l" r="r" t="t"/>
              <a:pathLst>
                <a:path extrusionOk="0" h="754" w="2667">
                  <a:moveTo>
                    <a:pt x="300" y="0"/>
                  </a:moveTo>
                  <a:cubicBezTo>
                    <a:pt x="81" y="0"/>
                    <a:pt x="0" y="341"/>
                    <a:pt x="234" y="383"/>
                  </a:cubicBezTo>
                  <a:cubicBezTo>
                    <a:pt x="933" y="505"/>
                    <a:pt x="1630" y="629"/>
                    <a:pt x="2327" y="749"/>
                  </a:cubicBezTo>
                  <a:cubicBezTo>
                    <a:pt x="2341" y="752"/>
                    <a:pt x="2354" y="753"/>
                    <a:pt x="2367" y="753"/>
                  </a:cubicBezTo>
                  <a:cubicBezTo>
                    <a:pt x="2585" y="753"/>
                    <a:pt x="2667" y="412"/>
                    <a:pt x="2432" y="370"/>
                  </a:cubicBezTo>
                  <a:cubicBezTo>
                    <a:pt x="1734" y="248"/>
                    <a:pt x="1036" y="125"/>
                    <a:pt x="340" y="4"/>
                  </a:cubicBezTo>
                  <a:cubicBezTo>
                    <a:pt x="326" y="1"/>
                    <a:pt x="313" y="0"/>
                    <a:pt x="30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3"/>
            <p:cNvSpPr/>
            <p:nvPr/>
          </p:nvSpPr>
          <p:spPr>
            <a:xfrm>
              <a:off x="6518250" y="1840300"/>
              <a:ext cx="69125" cy="120000"/>
            </a:xfrm>
            <a:custGeom>
              <a:rect b="b" l="l" r="r" t="t"/>
              <a:pathLst>
                <a:path extrusionOk="0" h="4800" w="2765">
                  <a:moveTo>
                    <a:pt x="1306" y="0"/>
                  </a:moveTo>
                  <a:cubicBezTo>
                    <a:pt x="913" y="0"/>
                    <a:pt x="477" y="227"/>
                    <a:pt x="175" y="425"/>
                  </a:cubicBezTo>
                  <a:cubicBezTo>
                    <a:pt x="1" y="542"/>
                    <a:pt x="109" y="800"/>
                    <a:pt x="272" y="800"/>
                  </a:cubicBezTo>
                  <a:cubicBezTo>
                    <a:pt x="304" y="800"/>
                    <a:pt x="339" y="790"/>
                    <a:pt x="374" y="766"/>
                  </a:cubicBezTo>
                  <a:cubicBezTo>
                    <a:pt x="563" y="629"/>
                    <a:pt x="765" y="516"/>
                    <a:pt x="981" y="428"/>
                  </a:cubicBezTo>
                  <a:cubicBezTo>
                    <a:pt x="1585" y="705"/>
                    <a:pt x="1733" y="1030"/>
                    <a:pt x="1419" y="1403"/>
                  </a:cubicBezTo>
                  <a:cubicBezTo>
                    <a:pt x="1323" y="1771"/>
                    <a:pt x="1001" y="2182"/>
                    <a:pt x="819" y="2520"/>
                  </a:cubicBezTo>
                  <a:cubicBezTo>
                    <a:pt x="771" y="2613"/>
                    <a:pt x="795" y="2735"/>
                    <a:pt x="889" y="2790"/>
                  </a:cubicBezTo>
                  <a:cubicBezTo>
                    <a:pt x="998" y="2852"/>
                    <a:pt x="1315" y="2905"/>
                    <a:pt x="1388" y="2959"/>
                  </a:cubicBezTo>
                  <a:cubicBezTo>
                    <a:pt x="2765" y="3996"/>
                    <a:pt x="1197" y="4316"/>
                    <a:pt x="551" y="4404"/>
                  </a:cubicBezTo>
                  <a:cubicBezTo>
                    <a:pt x="314" y="4437"/>
                    <a:pt x="302" y="4800"/>
                    <a:pt x="521" y="4800"/>
                  </a:cubicBezTo>
                  <a:cubicBezTo>
                    <a:pt x="531" y="4800"/>
                    <a:pt x="541" y="4799"/>
                    <a:pt x="551" y="4797"/>
                  </a:cubicBezTo>
                  <a:cubicBezTo>
                    <a:pt x="1282" y="4699"/>
                    <a:pt x="2242" y="4517"/>
                    <a:pt x="2384" y="3642"/>
                  </a:cubicBezTo>
                  <a:cubicBezTo>
                    <a:pt x="2423" y="3396"/>
                    <a:pt x="2390" y="3121"/>
                    <a:pt x="2241" y="2915"/>
                  </a:cubicBezTo>
                  <a:cubicBezTo>
                    <a:pt x="1991" y="2569"/>
                    <a:pt x="1622" y="2641"/>
                    <a:pt x="1272" y="2529"/>
                  </a:cubicBezTo>
                  <a:lnTo>
                    <a:pt x="1272" y="2529"/>
                  </a:lnTo>
                  <a:cubicBezTo>
                    <a:pt x="1641" y="1937"/>
                    <a:pt x="2355" y="989"/>
                    <a:pt x="1984" y="383"/>
                  </a:cubicBezTo>
                  <a:cubicBezTo>
                    <a:pt x="1814" y="102"/>
                    <a:pt x="1570" y="0"/>
                    <a:pt x="130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3"/>
            <p:cNvSpPr/>
            <p:nvPr/>
          </p:nvSpPr>
          <p:spPr>
            <a:xfrm>
              <a:off x="6663150" y="1811050"/>
              <a:ext cx="303475" cy="158950"/>
            </a:xfrm>
            <a:custGeom>
              <a:rect b="b" l="l" r="r" t="t"/>
              <a:pathLst>
                <a:path extrusionOk="0" h="6358" w="12139">
                  <a:moveTo>
                    <a:pt x="4400" y="0"/>
                  </a:moveTo>
                  <a:cubicBezTo>
                    <a:pt x="4200" y="0"/>
                    <a:pt x="4015" y="18"/>
                    <a:pt x="3873" y="74"/>
                  </a:cubicBezTo>
                  <a:cubicBezTo>
                    <a:pt x="3197" y="336"/>
                    <a:pt x="3263" y="1474"/>
                    <a:pt x="3146" y="2065"/>
                  </a:cubicBezTo>
                  <a:cubicBezTo>
                    <a:pt x="2912" y="3253"/>
                    <a:pt x="2681" y="4442"/>
                    <a:pt x="2449" y="5631"/>
                  </a:cubicBezTo>
                  <a:lnTo>
                    <a:pt x="2449" y="5631"/>
                  </a:lnTo>
                  <a:cubicBezTo>
                    <a:pt x="1577" y="4155"/>
                    <a:pt x="901" y="2597"/>
                    <a:pt x="419" y="944"/>
                  </a:cubicBezTo>
                  <a:cubicBezTo>
                    <a:pt x="392" y="846"/>
                    <a:pt x="316" y="804"/>
                    <a:pt x="238" y="804"/>
                  </a:cubicBezTo>
                  <a:cubicBezTo>
                    <a:pt x="121" y="804"/>
                    <a:pt x="1" y="899"/>
                    <a:pt x="44" y="1047"/>
                  </a:cubicBezTo>
                  <a:cubicBezTo>
                    <a:pt x="582" y="2894"/>
                    <a:pt x="1358" y="4630"/>
                    <a:pt x="2377" y="6264"/>
                  </a:cubicBezTo>
                  <a:cubicBezTo>
                    <a:pt x="2416" y="6325"/>
                    <a:pt x="2487" y="6357"/>
                    <a:pt x="2556" y="6357"/>
                  </a:cubicBezTo>
                  <a:cubicBezTo>
                    <a:pt x="2638" y="6357"/>
                    <a:pt x="2718" y="6312"/>
                    <a:pt x="2736" y="6218"/>
                  </a:cubicBezTo>
                  <a:cubicBezTo>
                    <a:pt x="2952" y="5114"/>
                    <a:pt x="3170" y="4009"/>
                    <a:pt x="3385" y="2905"/>
                  </a:cubicBezTo>
                  <a:cubicBezTo>
                    <a:pt x="3492" y="2353"/>
                    <a:pt x="3601" y="1802"/>
                    <a:pt x="3708" y="1249"/>
                  </a:cubicBezTo>
                  <a:cubicBezTo>
                    <a:pt x="3855" y="505"/>
                    <a:pt x="4073" y="453"/>
                    <a:pt x="4743" y="453"/>
                  </a:cubicBezTo>
                  <a:cubicBezTo>
                    <a:pt x="4786" y="453"/>
                    <a:pt x="4830" y="453"/>
                    <a:pt x="4876" y="453"/>
                  </a:cubicBezTo>
                  <a:cubicBezTo>
                    <a:pt x="7211" y="463"/>
                    <a:pt x="9549" y="472"/>
                    <a:pt x="11884" y="483"/>
                  </a:cubicBezTo>
                  <a:cubicBezTo>
                    <a:pt x="11884" y="483"/>
                    <a:pt x="11885" y="483"/>
                    <a:pt x="11885" y="483"/>
                  </a:cubicBezTo>
                  <a:cubicBezTo>
                    <a:pt x="12139" y="483"/>
                    <a:pt x="12138" y="91"/>
                    <a:pt x="11884" y="90"/>
                  </a:cubicBezTo>
                  <a:cubicBezTo>
                    <a:pt x="10457" y="84"/>
                    <a:pt x="9029" y="77"/>
                    <a:pt x="7602" y="71"/>
                  </a:cubicBezTo>
                  <a:cubicBezTo>
                    <a:pt x="6888" y="68"/>
                    <a:pt x="6173" y="67"/>
                    <a:pt x="5461" y="62"/>
                  </a:cubicBezTo>
                  <a:cubicBezTo>
                    <a:pt x="5183" y="61"/>
                    <a:pt x="4767" y="0"/>
                    <a:pt x="440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3"/>
            <p:cNvSpPr/>
            <p:nvPr/>
          </p:nvSpPr>
          <p:spPr>
            <a:xfrm>
              <a:off x="6826450" y="1866425"/>
              <a:ext cx="81875" cy="86525"/>
            </a:xfrm>
            <a:custGeom>
              <a:rect b="b" l="l" r="r" t="t"/>
              <a:pathLst>
                <a:path extrusionOk="0" h="3461" w="3275">
                  <a:moveTo>
                    <a:pt x="1361" y="0"/>
                  </a:moveTo>
                  <a:cubicBezTo>
                    <a:pt x="945" y="0"/>
                    <a:pt x="464" y="224"/>
                    <a:pt x="173" y="418"/>
                  </a:cubicBezTo>
                  <a:cubicBezTo>
                    <a:pt x="1" y="538"/>
                    <a:pt x="108" y="794"/>
                    <a:pt x="272" y="794"/>
                  </a:cubicBezTo>
                  <a:cubicBezTo>
                    <a:pt x="304" y="794"/>
                    <a:pt x="339" y="784"/>
                    <a:pt x="374" y="760"/>
                  </a:cubicBezTo>
                  <a:cubicBezTo>
                    <a:pt x="583" y="622"/>
                    <a:pt x="807" y="494"/>
                    <a:pt x="1054" y="434"/>
                  </a:cubicBezTo>
                  <a:cubicBezTo>
                    <a:pt x="1138" y="414"/>
                    <a:pt x="1221" y="396"/>
                    <a:pt x="1303" y="396"/>
                  </a:cubicBezTo>
                  <a:cubicBezTo>
                    <a:pt x="1371" y="396"/>
                    <a:pt x="1438" y="408"/>
                    <a:pt x="1505" y="443"/>
                  </a:cubicBezTo>
                  <a:cubicBezTo>
                    <a:pt x="1696" y="466"/>
                    <a:pt x="1734" y="589"/>
                    <a:pt x="1615" y="816"/>
                  </a:cubicBezTo>
                  <a:cubicBezTo>
                    <a:pt x="1658" y="1005"/>
                    <a:pt x="1620" y="1168"/>
                    <a:pt x="1498" y="1304"/>
                  </a:cubicBezTo>
                  <a:cubicBezTo>
                    <a:pt x="1195" y="1863"/>
                    <a:pt x="675" y="2368"/>
                    <a:pt x="218" y="2802"/>
                  </a:cubicBezTo>
                  <a:cubicBezTo>
                    <a:pt x="82" y="2931"/>
                    <a:pt x="200" y="3120"/>
                    <a:pt x="357" y="3138"/>
                  </a:cubicBezTo>
                  <a:cubicBezTo>
                    <a:pt x="1248" y="3244"/>
                    <a:pt x="2135" y="3352"/>
                    <a:pt x="3024" y="3459"/>
                  </a:cubicBezTo>
                  <a:cubicBezTo>
                    <a:pt x="3033" y="3460"/>
                    <a:pt x="3042" y="3461"/>
                    <a:pt x="3051" y="3461"/>
                  </a:cubicBezTo>
                  <a:cubicBezTo>
                    <a:pt x="3274" y="3461"/>
                    <a:pt x="3264" y="3094"/>
                    <a:pt x="3024" y="3065"/>
                  </a:cubicBezTo>
                  <a:cubicBezTo>
                    <a:pt x="2277" y="2975"/>
                    <a:pt x="1532" y="2886"/>
                    <a:pt x="785" y="2796"/>
                  </a:cubicBezTo>
                  <a:lnTo>
                    <a:pt x="785" y="2796"/>
                  </a:lnTo>
                  <a:cubicBezTo>
                    <a:pt x="1108" y="2463"/>
                    <a:pt x="1408" y="2109"/>
                    <a:pt x="1680" y="1731"/>
                  </a:cubicBezTo>
                  <a:cubicBezTo>
                    <a:pt x="1938" y="1370"/>
                    <a:pt x="2264" y="902"/>
                    <a:pt x="2065" y="440"/>
                  </a:cubicBezTo>
                  <a:cubicBezTo>
                    <a:pt x="1926" y="116"/>
                    <a:pt x="1660" y="0"/>
                    <a:pt x="136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3"/>
            <p:cNvSpPr/>
            <p:nvPr/>
          </p:nvSpPr>
          <p:spPr>
            <a:xfrm>
              <a:off x="6996525" y="1794125"/>
              <a:ext cx="116650" cy="222375"/>
            </a:xfrm>
            <a:custGeom>
              <a:rect b="b" l="l" r="r" t="t"/>
              <a:pathLst>
                <a:path extrusionOk="0" h="8895" w="4666">
                  <a:moveTo>
                    <a:pt x="985" y="1"/>
                  </a:moveTo>
                  <a:cubicBezTo>
                    <a:pt x="803" y="1"/>
                    <a:pt x="682" y="267"/>
                    <a:pt x="879" y="361"/>
                  </a:cubicBezTo>
                  <a:cubicBezTo>
                    <a:pt x="4211" y="1978"/>
                    <a:pt x="1940" y="6664"/>
                    <a:pt x="136" y="8555"/>
                  </a:cubicBezTo>
                  <a:cubicBezTo>
                    <a:pt x="1" y="8698"/>
                    <a:pt x="135" y="8895"/>
                    <a:pt x="284" y="8895"/>
                  </a:cubicBezTo>
                  <a:cubicBezTo>
                    <a:pt x="329" y="8895"/>
                    <a:pt x="375" y="8877"/>
                    <a:pt x="416" y="8835"/>
                  </a:cubicBezTo>
                  <a:cubicBezTo>
                    <a:pt x="2385" y="6767"/>
                    <a:pt x="4666" y="1763"/>
                    <a:pt x="1077" y="24"/>
                  </a:cubicBezTo>
                  <a:cubicBezTo>
                    <a:pt x="1045" y="8"/>
                    <a:pt x="1014" y="1"/>
                    <a:pt x="98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3"/>
            <p:cNvSpPr/>
            <p:nvPr/>
          </p:nvSpPr>
          <p:spPr>
            <a:xfrm>
              <a:off x="7162375" y="1894725"/>
              <a:ext cx="107825" cy="13075"/>
            </a:xfrm>
            <a:custGeom>
              <a:rect b="b" l="l" r="r" t="t"/>
              <a:pathLst>
                <a:path extrusionOk="0" h="523" w="4313">
                  <a:moveTo>
                    <a:pt x="4087" y="1"/>
                  </a:moveTo>
                  <a:cubicBezTo>
                    <a:pt x="4079" y="1"/>
                    <a:pt x="4070" y="1"/>
                    <a:pt x="4061" y="2"/>
                  </a:cubicBezTo>
                  <a:cubicBezTo>
                    <a:pt x="3309" y="86"/>
                    <a:pt x="2556" y="128"/>
                    <a:pt x="1803" y="128"/>
                  </a:cubicBezTo>
                  <a:cubicBezTo>
                    <a:pt x="1287" y="128"/>
                    <a:pt x="770" y="108"/>
                    <a:pt x="252" y="69"/>
                  </a:cubicBezTo>
                  <a:cubicBezTo>
                    <a:pt x="246" y="69"/>
                    <a:pt x="240" y="69"/>
                    <a:pt x="234" y="69"/>
                  </a:cubicBezTo>
                  <a:cubicBezTo>
                    <a:pt x="0" y="69"/>
                    <a:pt x="8" y="444"/>
                    <a:pt x="252" y="463"/>
                  </a:cubicBezTo>
                  <a:cubicBezTo>
                    <a:pt x="771" y="503"/>
                    <a:pt x="1289" y="523"/>
                    <a:pt x="1807" y="523"/>
                  </a:cubicBezTo>
                  <a:cubicBezTo>
                    <a:pt x="2559" y="523"/>
                    <a:pt x="3309" y="481"/>
                    <a:pt x="4061" y="396"/>
                  </a:cubicBezTo>
                  <a:cubicBezTo>
                    <a:pt x="4302" y="368"/>
                    <a:pt x="4313" y="1"/>
                    <a:pt x="408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3"/>
            <p:cNvSpPr/>
            <p:nvPr/>
          </p:nvSpPr>
          <p:spPr>
            <a:xfrm>
              <a:off x="7379725" y="1830100"/>
              <a:ext cx="84800" cy="89025"/>
            </a:xfrm>
            <a:custGeom>
              <a:rect b="b" l="l" r="r" t="t"/>
              <a:pathLst>
                <a:path extrusionOk="0" h="3561" w="3392">
                  <a:moveTo>
                    <a:pt x="2502" y="0"/>
                  </a:moveTo>
                  <a:cubicBezTo>
                    <a:pt x="2457" y="0"/>
                    <a:pt x="2411" y="19"/>
                    <a:pt x="2372" y="65"/>
                  </a:cubicBezTo>
                  <a:cubicBezTo>
                    <a:pt x="1500" y="1055"/>
                    <a:pt x="734" y="2120"/>
                    <a:pt x="74" y="3264"/>
                  </a:cubicBezTo>
                  <a:cubicBezTo>
                    <a:pt x="1" y="3387"/>
                    <a:pt x="89" y="3561"/>
                    <a:pt x="238" y="3561"/>
                  </a:cubicBezTo>
                  <a:cubicBezTo>
                    <a:pt x="240" y="3561"/>
                    <a:pt x="241" y="3561"/>
                    <a:pt x="243" y="3561"/>
                  </a:cubicBezTo>
                  <a:cubicBezTo>
                    <a:pt x="1208" y="3529"/>
                    <a:pt x="2173" y="3496"/>
                    <a:pt x="3138" y="3466"/>
                  </a:cubicBezTo>
                  <a:cubicBezTo>
                    <a:pt x="3387" y="3458"/>
                    <a:pt x="3391" y="3072"/>
                    <a:pt x="3146" y="3072"/>
                  </a:cubicBezTo>
                  <a:cubicBezTo>
                    <a:pt x="3143" y="3072"/>
                    <a:pt x="3140" y="3072"/>
                    <a:pt x="3138" y="3072"/>
                  </a:cubicBezTo>
                  <a:cubicBezTo>
                    <a:pt x="2290" y="3100"/>
                    <a:pt x="1443" y="3129"/>
                    <a:pt x="596" y="3156"/>
                  </a:cubicBezTo>
                  <a:lnTo>
                    <a:pt x="596" y="3156"/>
                  </a:lnTo>
                  <a:cubicBezTo>
                    <a:pt x="1197" y="2158"/>
                    <a:pt x="1880" y="1222"/>
                    <a:pt x="2651" y="345"/>
                  </a:cubicBezTo>
                  <a:cubicBezTo>
                    <a:pt x="2778" y="199"/>
                    <a:pt x="2646" y="0"/>
                    <a:pt x="2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3"/>
            <p:cNvSpPr/>
            <p:nvPr/>
          </p:nvSpPr>
          <p:spPr>
            <a:xfrm>
              <a:off x="7456125" y="1866150"/>
              <a:ext cx="15975" cy="109525"/>
            </a:xfrm>
            <a:custGeom>
              <a:rect b="b" l="l" r="r" t="t"/>
              <a:pathLst>
                <a:path extrusionOk="0" h="4381" w="639">
                  <a:moveTo>
                    <a:pt x="395" y="0"/>
                  </a:moveTo>
                  <a:cubicBezTo>
                    <a:pt x="320" y="0"/>
                    <a:pt x="252" y="43"/>
                    <a:pt x="239" y="143"/>
                  </a:cubicBezTo>
                  <a:cubicBezTo>
                    <a:pt x="56" y="1492"/>
                    <a:pt x="0" y="2833"/>
                    <a:pt x="79" y="4191"/>
                  </a:cubicBezTo>
                  <a:cubicBezTo>
                    <a:pt x="86" y="4318"/>
                    <a:pt x="188" y="4381"/>
                    <a:pt x="287" y="4381"/>
                  </a:cubicBezTo>
                  <a:cubicBezTo>
                    <a:pt x="385" y="4381"/>
                    <a:pt x="480" y="4318"/>
                    <a:pt x="473" y="4191"/>
                  </a:cubicBezTo>
                  <a:cubicBezTo>
                    <a:pt x="397" y="2870"/>
                    <a:pt x="441" y="1559"/>
                    <a:pt x="619" y="248"/>
                  </a:cubicBezTo>
                  <a:cubicBezTo>
                    <a:pt x="638" y="98"/>
                    <a:pt x="509" y="0"/>
                    <a:pt x="39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3"/>
            <p:cNvSpPr/>
            <p:nvPr/>
          </p:nvSpPr>
          <p:spPr>
            <a:xfrm>
              <a:off x="7550500" y="1806500"/>
              <a:ext cx="81225" cy="154000"/>
            </a:xfrm>
            <a:custGeom>
              <a:rect b="b" l="l" r="r" t="t"/>
              <a:pathLst>
                <a:path extrusionOk="0" h="6160" w="3249">
                  <a:moveTo>
                    <a:pt x="2633" y="1"/>
                  </a:moveTo>
                  <a:cubicBezTo>
                    <a:pt x="2602" y="1"/>
                    <a:pt x="2569" y="9"/>
                    <a:pt x="2535" y="28"/>
                  </a:cubicBezTo>
                  <a:cubicBezTo>
                    <a:pt x="0" y="1474"/>
                    <a:pt x="269" y="5031"/>
                    <a:pt x="2938" y="6144"/>
                  </a:cubicBezTo>
                  <a:cubicBezTo>
                    <a:pt x="2964" y="6155"/>
                    <a:pt x="2989" y="6159"/>
                    <a:pt x="3011" y="6159"/>
                  </a:cubicBezTo>
                  <a:cubicBezTo>
                    <a:pt x="3191" y="6159"/>
                    <a:pt x="3248" y="5851"/>
                    <a:pt x="3044" y="5764"/>
                  </a:cubicBezTo>
                  <a:cubicBezTo>
                    <a:pt x="673" y="4777"/>
                    <a:pt x="531" y="1626"/>
                    <a:pt x="2736" y="367"/>
                  </a:cubicBezTo>
                  <a:cubicBezTo>
                    <a:pt x="2923" y="262"/>
                    <a:pt x="2808" y="1"/>
                    <a:pt x="263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3"/>
            <p:cNvSpPr/>
            <p:nvPr/>
          </p:nvSpPr>
          <p:spPr>
            <a:xfrm>
              <a:off x="7660975" y="1825125"/>
              <a:ext cx="61225" cy="105050"/>
            </a:xfrm>
            <a:custGeom>
              <a:rect b="b" l="l" r="r" t="t"/>
              <a:pathLst>
                <a:path extrusionOk="0" h="4202" w="2449">
                  <a:moveTo>
                    <a:pt x="1376" y="1"/>
                  </a:moveTo>
                  <a:cubicBezTo>
                    <a:pt x="945" y="1"/>
                    <a:pt x="519" y="372"/>
                    <a:pt x="238" y="682"/>
                  </a:cubicBezTo>
                  <a:cubicBezTo>
                    <a:pt x="108" y="824"/>
                    <a:pt x="240" y="1022"/>
                    <a:pt x="387" y="1022"/>
                  </a:cubicBezTo>
                  <a:cubicBezTo>
                    <a:pt x="431" y="1022"/>
                    <a:pt x="477" y="1003"/>
                    <a:pt x="517" y="959"/>
                  </a:cubicBezTo>
                  <a:cubicBezTo>
                    <a:pt x="703" y="753"/>
                    <a:pt x="1055" y="401"/>
                    <a:pt x="1294" y="401"/>
                  </a:cubicBezTo>
                  <a:cubicBezTo>
                    <a:pt x="1478" y="401"/>
                    <a:pt x="1596" y="610"/>
                    <a:pt x="1519" y="1254"/>
                  </a:cubicBezTo>
                  <a:cubicBezTo>
                    <a:pt x="1483" y="1554"/>
                    <a:pt x="1204" y="1953"/>
                    <a:pt x="1080" y="2228"/>
                  </a:cubicBezTo>
                  <a:cubicBezTo>
                    <a:pt x="1026" y="2346"/>
                    <a:pt x="1099" y="2532"/>
                    <a:pt x="1235" y="2532"/>
                  </a:cubicBezTo>
                  <a:cubicBezTo>
                    <a:pt x="1256" y="2532"/>
                    <a:pt x="1278" y="2528"/>
                    <a:pt x="1302" y="2518"/>
                  </a:cubicBezTo>
                  <a:cubicBezTo>
                    <a:pt x="1446" y="2839"/>
                    <a:pt x="1592" y="3158"/>
                    <a:pt x="1738" y="3478"/>
                  </a:cubicBezTo>
                  <a:cubicBezTo>
                    <a:pt x="1521" y="3672"/>
                    <a:pt x="1274" y="3774"/>
                    <a:pt x="999" y="3785"/>
                  </a:cubicBezTo>
                  <a:cubicBezTo>
                    <a:pt x="867" y="3807"/>
                    <a:pt x="740" y="3814"/>
                    <a:pt x="612" y="3814"/>
                  </a:cubicBezTo>
                  <a:cubicBezTo>
                    <a:pt x="494" y="3814"/>
                    <a:pt x="376" y="3808"/>
                    <a:pt x="254" y="3801"/>
                  </a:cubicBezTo>
                  <a:cubicBezTo>
                    <a:pt x="249" y="3801"/>
                    <a:pt x="245" y="3801"/>
                    <a:pt x="240" y="3801"/>
                  </a:cubicBezTo>
                  <a:cubicBezTo>
                    <a:pt x="0" y="3801"/>
                    <a:pt x="6" y="4181"/>
                    <a:pt x="254" y="4195"/>
                  </a:cubicBezTo>
                  <a:cubicBezTo>
                    <a:pt x="336" y="4199"/>
                    <a:pt x="422" y="4202"/>
                    <a:pt x="511" y="4202"/>
                  </a:cubicBezTo>
                  <a:cubicBezTo>
                    <a:pt x="1286" y="4202"/>
                    <a:pt x="2249" y="3999"/>
                    <a:pt x="2375" y="3094"/>
                  </a:cubicBezTo>
                  <a:cubicBezTo>
                    <a:pt x="2448" y="2571"/>
                    <a:pt x="2071" y="2124"/>
                    <a:pt x="1601" y="2078"/>
                  </a:cubicBezTo>
                  <a:lnTo>
                    <a:pt x="1601" y="2078"/>
                  </a:lnTo>
                  <a:cubicBezTo>
                    <a:pt x="1921" y="1491"/>
                    <a:pt x="2387" y="637"/>
                    <a:pt x="1877" y="198"/>
                  </a:cubicBezTo>
                  <a:cubicBezTo>
                    <a:pt x="1715" y="58"/>
                    <a:pt x="1545" y="1"/>
                    <a:pt x="137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3"/>
            <p:cNvSpPr/>
            <p:nvPr/>
          </p:nvSpPr>
          <p:spPr>
            <a:xfrm>
              <a:off x="7741025" y="1799325"/>
              <a:ext cx="77050" cy="151925"/>
            </a:xfrm>
            <a:custGeom>
              <a:rect b="b" l="l" r="r" t="t"/>
              <a:pathLst>
                <a:path extrusionOk="0" h="6077" w="3082">
                  <a:moveTo>
                    <a:pt x="774" y="1"/>
                  </a:moveTo>
                  <a:cubicBezTo>
                    <a:pt x="616" y="1"/>
                    <a:pt x="511" y="256"/>
                    <a:pt x="679" y="378"/>
                  </a:cubicBezTo>
                  <a:cubicBezTo>
                    <a:pt x="2662" y="1797"/>
                    <a:pt x="2371" y="4670"/>
                    <a:pt x="198" y="5715"/>
                  </a:cubicBezTo>
                  <a:cubicBezTo>
                    <a:pt x="0" y="5810"/>
                    <a:pt x="123" y="6077"/>
                    <a:pt x="307" y="6077"/>
                  </a:cubicBezTo>
                  <a:cubicBezTo>
                    <a:pt x="336" y="6077"/>
                    <a:pt x="366" y="6070"/>
                    <a:pt x="397" y="6056"/>
                  </a:cubicBezTo>
                  <a:cubicBezTo>
                    <a:pt x="2865" y="4867"/>
                    <a:pt x="3081" y="1616"/>
                    <a:pt x="878" y="37"/>
                  </a:cubicBezTo>
                  <a:cubicBezTo>
                    <a:pt x="843" y="12"/>
                    <a:pt x="807" y="1"/>
                    <a:pt x="77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3"/>
            <p:cNvSpPr/>
            <p:nvPr/>
          </p:nvSpPr>
          <p:spPr>
            <a:xfrm>
              <a:off x="7846575" y="1799800"/>
              <a:ext cx="76475" cy="156850"/>
            </a:xfrm>
            <a:custGeom>
              <a:rect b="b" l="l" r="r" t="t"/>
              <a:pathLst>
                <a:path extrusionOk="0" h="6274" w="3059">
                  <a:moveTo>
                    <a:pt x="2759" y="1"/>
                  </a:moveTo>
                  <a:cubicBezTo>
                    <a:pt x="2729" y="1"/>
                    <a:pt x="2698" y="8"/>
                    <a:pt x="2666" y="24"/>
                  </a:cubicBezTo>
                  <a:cubicBezTo>
                    <a:pt x="125" y="1308"/>
                    <a:pt x="0" y="4744"/>
                    <a:pt x="2405" y="6243"/>
                  </a:cubicBezTo>
                  <a:cubicBezTo>
                    <a:pt x="2440" y="6264"/>
                    <a:pt x="2474" y="6273"/>
                    <a:pt x="2506" y="6273"/>
                  </a:cubicBezTo>
                  <a:cubicBezTo>
                    <a:pt x="2675" y="6273"/>
                    <a:pt x="2785" y="6015"/>
                    <a:pt x="2604" y="5902"/>
                  </a:cubicBezTo>
                  <a:cubicBezTo>
                    <a:pt x="440" y="4555"/>
                    <a:pt x="600" y="1509"/>
                    <a:pt x="2863" y="363"/>
                  </a:cubicBezTo>
                  <a:cubicBezTo>
                    <a:pt x="3059" y="265"/>
                    <a:pt x="2940" y="1"/>
                    <a:pt x="275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3"/>
            <p:cNvSpPr/>
            <p:nvPr/>
          </p:nvSpPr>
          <p:spPr>
            <a:xfrm>
              <a:off x="7931775" y="1876575"/>
              <a:ext cx="51725" cy="14625"/>
            </a:xfrm>
            <a:custGeom>
              <a:rect b="b" l="l" r="r" t="t"/>
              <a:pathLst>
                <a:path extrusionOk="0" h="585" w="2069">
                  <a:moveTo>
                    <a:pt x="1151" y="1"/>
                  </a:moveTo>
                  <a:cubicBezTo>
                    <a:pt x="826" y="1"/>
                    <a:pt x="503" y="77"/>
                    <a:pt x="197" y="224"/>
                  </a:cubicBezTo>
                  <a:cubicBezTo>
                    <a:pt x="0" y="319"/>
                    <a:pt x="122" y="585"/>
                    <a:pt x="306" y="585"/>
                  </a:cubicBezTo>
                  <a:cubicBezTo>
                    <a:pt x="335" y="585"/>
                    <a:pt x="365" y="578"/>
                    <a:pt x="396" y="563"/>
                  </a:cubicBezTo>
                  <a:cubicBezTo>
                    <a:pt x="634" y="449"/>
                    <a:pt x="883" y="393"/>
                    <a:pt x="1134" y="393"/>
                  </a:cubicBezTo>
                  <a:cubicBezTo>
                    <a:pt x="1340" y="393"/>
                    <a:pt x="1547" y="430"/>
                    <a:pt x="1750" y="503"/>
                  </a:cubicBezTo>
                  <a:cubicBezTo>
                    <a:pt x="1774" y="512"/>
                    <a:pt x="1796" y="516"/>
                    <a:pt x="1817" y="516"/>
                  </a:cubicBezTo>
                  <a:cubicBezTo>
                    <a:pt x="2006" y="516"/>
                    <a:pt x="2069" y="199"/>
                    <a:pt x="1856" y="124"/>
                  </a:cubicBezTo>
                  <a:cubicBezTo>
                    <a:pt x="1623" y="41"/>
                    <a:pt x="1386" y="1"/>
                    <a:pt x="11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3"/>
            <p:cNvSpPr/>
            <p:nvPr/>
          </p:nvSpPr>
          <p:spPr>
            <a:xfrm>
              <a:off x="8026150" y="1809650"/>
              <a:ext cx="64800" cy="120225"/>
            </a:xfrm>
            <a:custGeom>
              <a:rect b="b" l="l" r="r" t="t"/>
              <a:pathLst>
                <a:path extrusionOk="0" h="4809" w="2592">
                  <a:moveTo>
                    <a:pt x="1636" y="0"/>
                  </a:moveTo>
                  <a:cubicBezTo>
                    <a:pt x="1143" y="0"/>
                    <a:pt x="675" y="129"/>
                    <a:pt x="210" y="392"/>
                  </a:cubicBezTo>
                  <a:cubicBezTo>
                    <a:pt x="21" y="499"/>
                    <a:pt x="137" y="760"/>
                    <a:pt x="311" y="760"/>
                  </a:cubicBezTo>
                  <a:cubicBezTo>
                    <a:pt x="342" y="760"/>
                    <a:pt x="374" y="752"/>
                    <a:pt x="407" y="734"/>
                  </a:cubicBezTo>
                  <a:cubicBezTo>
                    <a:pt x="810" y="506"/>
                    <a:pt x="1210" y="394"/>
                    <a:pt x="1634" y="394"/>
                  </a:cubicBezTo>
                  <a:cubicBezTo>
                    <a:pt x="1756" y="394"/>
                    <a:pt x="1879" y="403"/>
                    <a:pt x="2005" y="421"/>
                  </a:cubicBezTo>
                  <a:lnTo>
                    <a:pt x="2005" y="421"/>
                  </a:lnTo>
                  <a:cubicBezTo>
                    <a:pt x="1761" y="1108"/>
                    <a:pt x="1396" y="1674"/>
                    <a:pt x="867" y="2195"/>
                  </a:cubicBezTo>
                  <a:cubicBezTo>
                    <a:pt x="738" y="2323"/>
                    <a:pt x="856" y="2538"/>
                    <a:pt x="1006" y="2538"/>
                  </a:cubicBezTo>
                  <a:cubicBezTo>
                    <a:pt x="1038" y="2538"/>
                    <a:pt x="1071" y="2528"/>
                    <a:pt x="1104" y="2506"/>
                  </a:cubicBezTo>
                  <a:cubicBezTo>
                    <a:pt x="1279" y="2452"/>
                    <a:pt x="1429" y="2424"/>
                    <a:pt x="1553" y="2424"/>
                  </a:cubicBezTo>
                  <a:cubicBezTo>
                    <a:pt x="2056" y="2424"/>
                    <a:pt x="2134" y="2876"/>
                    <a:pt x="1787" y="3780"/>
                  </a:cubicBezTo>
                  <a:cubicBezTo>
                    <a:pt x="1625" y="3956"/>
                    <a:pt x="1432" y="4082"/>
                    <a:pt x="1209" y="4160"/>
                  </a:cubicBezTo>
                  <a:cubicBezTo>
                    <a:pt x="897" y="4304"/>
                    <a:pt x="569" y="4364"/>
                    <a:pt x="235" y="4426"/>
                  </a:cubicBezTo>
                  <a:cubicBezTo>
                    <a:pt x="0" y="4468"/>
                    <a:pt x="81" y="4809"/>
                    <a:pt x="299" y="4809"/>
                  </a:cubicBezTo>
                  <a:cubicBezTo>
                    <a:pt x="312" y="4809"/>
                    <a:pt x="326" y="4808"/>
                    <a:pt x="340" y="4805"/>
                  </a:cubicBezTo>
                  <a:cubicBezTo>
                    <a:pt x="1280" y="4633"/>
                    <a:pt x="2592" y="4152"/>
                    <a:pt x="2493" y="2954"/>
                  </a:cubicBezTo>
                  <a:cubicBezTo>
                    <a:pt x="2449" y="2430"/>
                    <a:pt x="2038" y="2050"/>
                    <a:pt x="1576" y="1996"/>
                  </a:cubicBezTo>
                  <a:lnTo>
                    <a:pt x="1576" y="1996"/>
                  </a:lnTo>
                  <a:cubicBezTo>
                    <a:pt x="1971" y="1500"/>
                    <a:pt x="2259" y="947"/>
                    <a:pt x="2456" y="319"/>
                  </a:cubicBezTo>
                  <a:cubicBezTo>
                    <a:pt x="2486" y="220"/>
                    <a:pt x="2420" y="98"/>
                    <a:pt x="2317" y="77"/>
                  </a:cubicBezTo>
                  <a:cubicBezTo>
                    <a:pt x="2083" y="26"/>
                    <a:pt x="1857" y="0"/>
                    <a:pt x="16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3"/>
            <p:cNvSpPr/>
            <p:nvPr/>
          </p:nvSpPr>
          <p:spPr>
            <a:xfrm>
              <a:off x="8156475" y="1830050"/>
              <a:ext cx="10725" cy="99800"/>
            </a:xfrm>
            <a:custGeom>
              <a:rect b="b" l="l" r="r" t="t"/>
              <a:pathLst>
                <a:path extrusionOk="0" h="3992" w="429">
                  <a:moveTo>
                    <a:pt x="232" y="1"/>
                  </a:moveTo>
                  <a:cubicBezTo>
                    <a:pt x="134" y="1"/>
                    <a:pt x="35" y="64"/>
                    <a:pt x="34" y="190"/>
                  </a:cubicBezTo>
                  <a:cubicBezTo>
                    <a:pt x="23" y="1394"/>
                    <a:pt x="13" y="2596"/>
                    <a:pt x="1" y="3802"/>
                  </a:cubicBezTo>
                  <a:cubicBezTo>
                    <a:pt x="1" y="3928"/>
                    <a:pt x="99" y="3992"/>
                    <a:pt x="197" y="3992"/>
                  </a:cubicBezTo>
                  <a:cubicBezTo>
                    <a:pt x="295" y="3992"/>
                    <a:pt x="394" y="3928"/>
                    <a:pt x="395" y="3802"/>
                  </a:cubicBezTo>
                  <a:cubicBezTo>
                    <a:pt x="406" y="2596"/>
                    <a:pt x="416" y="1394"/>
                    <a:pt x="428" y="190"/>
                  </a:cubicBezTo>
                  <a:cubicBezTo>
                    <a:pt x="429" y="64"/>
                    <a:pt x="331" y="1"/>
                    <a:pt x="23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3"/>
            <p:cNvSpPr/>
            <p:nvPr/>
          </p:nvSpPr>
          <p:spPr>
            <a:xfrm>
              <a:off x="8164050" y="1823450"/>
              <a:ext cx="94500" cy="88325"/>
            </a:xfrm>
            <a:custGeom>
              <a:rect b="b" l="l" r="r" t="t"/>
              <a:pathLst>
                <a:path extrusionOk="0" h="3533" w="3780">
                  <a:moveTo>
                    <a:pt x="3482" y="1"/>
                  </a:moveTo>
                  <a:cubicBezTo>
                    <a:pt x="3418" y="1"/>
                    <a:pt x="3351" y="30"/>
                    <a:pt x="3306" y="90"/>
                  </a:cubicBezTo>
                  <a:cubicBezTo>
                    <a:pt x="2823" y="737"/>
                    <a:pt x="2344" y="1386"/>
                    <a:pt x="1857" y="2030"/>
                  </a:cubicBezTo>
                  <a:cubicBezTo>
                    <a:pt x="1686" y="2256"/>
                    <a:pt x="1658" y="2389"/>
                    <a:pt x="1459" y="2389"/>
                  </a:cubicBezTo>
                  <a:cubicBezTo>
                    <a:pt x="1415" y="2389"/>
                    <a:pt x="1363" y="2383"/>
                    <a:pt x="1299" y="2369"/>
                  </a:cubicBezTo>
                  <a:cubicBezTo>
                    <a:pt x="1001" y="2306"/>
                    <a:pt x="949" y="2142"/>
                    <a:pt x="826" y="1894"/>
                  </a:cubicBezTo>
                  <a:cubicBezTo>
                    <a:pt x="599" y="1436"/>
                    <a:pt x="470" y="948"/>
                    <a:pt x="410" y="441"/>
                  </a:cubicBezTo>
                  <a:cubicBezTo>
                    <a:pt x="395" y="318"/>
                    <a:pt x="289" y="256"/>
                    <a:pt x="191" y="256"/>
                  </a:cubicBezTo>
                  <a:cubicBezTo>
                    <a:pt x="92" y="256"/>
                    <a:pt x="0" y="318"/>
                    <a:pt x="16" y="444"/>
                  </a:cubicBezTo>
                  <a:cubicBezTo>
                    <a:pt x="95" y="1095"/>
                    <a:pt x="425" y="2943"/>
                    <a:pt x="1352" y="2946"/>
                  </a:cubicBezTo>
                  <a:cubicBezTo>
                    <a:pt x="1353" y="2946"/>
                    <a:pt x="1354" y="2946"/>
                    <a:pt x="1356" y="2946"/>
                  </a:cubicBezTo>
                  <a:cubicBezTo>
                    <a:pt x="1753" y="2946"/>
                    <a:pt x="1989" y="2506"/>
                    <a:pt x="2196" y="2230"/>
                  </a:cubicBezTo>
                  <a:cubicBezTo>
                    <a:pt x="2564" y="1740"/>
                    <a:pt x="2931" y="1249"/>
                    <a:pt x="3298" y="757"/>
                  </a:cubicBezTo>
                  <a:lnTo>
                    <a:pt x="3298" y="757"/>
                  </a:lnTo>
                  <a:lnTo>
                    <a:pt x="3382" y="3343"/>
                  </a:lnTo>
                  <a:cubicBezTo>
                    <a:pt x="3386" y="3469"/>
                    <a:pt x="3487" y="3532"/>
                    <a:pt x="3585" y="3532"/>
                  </a:cubicBezTo>
                  <a:cubicBezTo>
                    <a:pt x="3684" y="3532"/>
                    <a:pt x="3780" y="3469"/>
                    <a:pt x="3775" y="3343"/>
                  </a:cubicBezTo>
                  <a:lnTo>
                    <a:pt x="3674" y="190"/>
                  </a:lnTo>
                  <a:cubicBezTo>
                    <a:pt x="3669" y="66"/>
                    <a:pt x="3579" y="1"/>
                    <a:pt x="348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3"/>
            <p:cNvSpPr/>
            <p:nvPr/>
          </p:nvSpPr>
          <p:spPr>
            <a:xfrm>
              <a:off x="8337025" y="1831700"/>
              <a:ext cx="10700" cy="95075"/>
            </a:xfrm>
            <a:custGeom>
              <a:rect b="b" l="l" r="r" t="t"/>
              <a:pathLst>
                <a:path extrusionOk="0" h="3803" w="428">
                  <a:moveTo>
                    <a:pt x="230" y="0"/>
                  </a:moveTo>
                  <a:cubicBezTo>
                    <a:pt x="132" y="0"/>
                    <a:pt x="34" y="63"/>
                    <a:pt x="33" y="190"/>
                  </a:cubicBezTo>
                  <a:cubicBezTo>
                    <a:pt x="21" y="1331"/>
                    <a:pt x="11" y="2470"/>
                    <a:pt x="1" y="3611"/>
                  </a:cubicBezTo>
                  <a:cubicBezTo>
                    <a:pt x="1" y="3738"/>
                    <a:pt x="99" y="3802"/>
                    <a:pt x="197" y="3802"/>
                  </a:cubicBezTo>
                  <a:cubicBezTo>
                    <a:pt x="296" y="3802"/>
                    <a:pt x="394" y="3738"/>
                    <a:pt x="395" y="3611"/>
                  </a:cubicBezTo>
                  <a:cubicBezTo>
                    <a:pt x="406" y="2472"/>
                    <a:pt x="417" y="1332"/>
                    <a:pt x="427" y="190"/>
                  </a:cubicBezTo>
                  <a:cubicBezTo>
                    <a:pt x="427" y="64"/>
                    <a:pt x="329" y="0"/>
                    <a:pt x="23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3"/>
            <p:cNvSpPr/>
            <p:nvPr/>
          </p:nvSpPr>
          <p:spPr>
            <a:xfrm>
              <a:off x="8302550" y="1865975"/>
              <a:ext cx="75400" cy="14150"/>
            </a:xfrm>
            <a:custGeom>
              <a:rect b="b" l="l" r="r" t="t"/>
              <a:pathLst>
                <a:path extrusionOk="0" h="566" w="3016">
                  <a:moveTo>
                    <a:pt x="1555" y="0"/>
                  </a:moveTo>
                  <a:cubicBezTo>
                    <a:pt x="1111" y="0"/>
                    <a:pt x="667" y="60"/>
                    <a:pt x="225" y="179"/>
                  </a:cubicBezTo>
                  <a:cubicBezTo>
                    <a:pt x="0" y="241"/>
                    <a:pt x="69" y="566"/>
                    <a:pt x="272" y="566"/>
                  </a:cubicBezTo>
                  <a:cubicBezTo>
                    <a:pt x="290" y="566"/>
                    <a:pt x="308" y="563"/>
                    <a:pt x="328" y="558"/>
                  </a:cubicBezTo>
                  <a:cubicBezTo>
                    <a:pt x="738" y="447"/>
                    <a:pt x="1146" y="391"/>
                    <a:pt x="1554" y="391"/>
                  </a:cubicBezTo>
                  <a:cubicBezTo>
                    <a:pt x="1929" y="391"/>
                    <a:pt x="2305" y="438"/>
                    <a:pt x="2683" y="532"/>
                  </a:cubicBezTo>
                  <a:cubicBezTo>
                    <a:pt x="2701" y="537"/>
                    <a:pt x="2718" y="539"/>
                    <a:pt x="2735" y="539"/>
                  </a:cubicBezTo>
                  <a:cubicBezTo>
                    <a:pt x="2944" y="539"/>
                    <a:pt x="3016" y="209"/>
                    <a:pt x="2789" y="153"/>
                  </a:cubicBezTo>
                  <a:cubicBezTo>
                    <a:pt x="2378" y="51"/>
                    <a:pt x="1967" y="0"/>
                    <a:pt x="155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3"/>
            <p:cNvSpPr/>
            <p:nvPr/>
          </p:nvSpPr>
          <p:spPr>
            <a:xfrm>
              <a:off x="8436825" y="1830000"/>
              <a:ext cx="68325" cy="94125"/>
            </a:xfrm>
            <a:custGeom>
              <a:rect b="b" l="l" r="r" t="t"/>
              <a:pathLst>
                <a:path extrusionOk="0" h="3765" w="2733">
                  <a:moveTo>
                    <a:pt x="1345" y="1"/>
                  </a:moveTo>
                  <a:cubicBezTo>
                    <a:pt x="939" y="1"/>
                    <a:pt x="468" y="196"/>
                    <a:pt x="181" y="369"/>
                  </a:cubicBezTo>
                  <a:cubicBezTo>
                    <a:pt x="0" y="480"/>
                    <a:pt x="111" y="739"/>
                    <a:pt x="280" y="739"/>
                  </a:cubicBezTo>
                  <a:cubicBezTo>
                    <a:pt x="312" y="739"/>
                    <a:pt x="346" y="730"/>
                    <a:pt x="380" y="709"/>
                  </a:cubicBezTo>
                  <a:cubicBezTo>
                    <a:pt x="560" y="599"/>
                    <a:pt x="982" y="360"/>
                    <a:pt x="1294" y="360"/>
                  </a:cubicBezTo>
                  <a:cubicBezTo>
                    <a:pt x="1539" y="360"/>
                    <a:pt x="1715" y="507"/>
                    <a:pt x="1654" y="976"/>
                  </a:cubicBezTo>
                  <a:cubicBezTo>
                    <a:pt x="1624" y="1208"/>
                    <a:pt x="1285" y="1565"/>
                    <a:pt x="1160" y="1764"/>
                  </a:cubicBezTo>
                  <a:cubicBezTo>
                    <a:pt x="801" y="2331"/>
                    <a:pt x="439" y="2899"/>
                    <a:pt x="79" y="3467"/>
                  </a:cubicBezTo>
                  <a:cubicBezTo>
                    <a:pt x="6" y="3580"/>
                    <a:pt x="94" y="3764"/>
                    <a:pt x="234" y="3764"/>
                  </a:cubicBezTo>
                  <a:cubicBezTo>
                    <a:pt x="239" y="3764"/>
                    <a:pt x="244" y="3764"/>
                    <a:pt x="250" y="3764"/>
                  </a:cubicBezTo>
                  <a:cubicBezTo>
                    <a:pt x="994" y="3692"/>
                    <a:pt x="1736" y="3620"/>
                    <a:pt x="2480" y="3547"/>
                  </a:cubicBezTo>
                  <a:cubicBezTo>
                    <a:pt x="2722" y="3522"/>
                    <a:pt x="2733" y="3152"/>
                    <a:pt x="2503" y="3152"/>
                  </a:cubicBezTo>
                  <a:cubicBezTo>
                    <a:pt x="2496" y="3152"/>
                    <a:pt x="2488" y="3153"/>
                    <a:pt x="2480" y="3154"/>
                  </a:cubicBezTo>
                  <a:cubicBezTo>
                    <a:pt x="1863" y="3213"/>
                    <a:pt x="1248" y="3272"/>
                    <a:pt x="631" y="3333"/>
                  </a:cubicBezTo>
                  <a:lnTo>
                    <a:pt x="631" y="3333"/>
                  </a:lnTo>
                  <a:cubicBezTo>
                    <a:pt x="944" y="2840"/>
                    <a:pt x="1255" y="2348"/>
                    <a:pt x="1568" y="1855"/>
                  </a:cubicBezTo>
                  <a:cubicBezTo>
                    <a:pt x="1791" y="1506"/>
                    <a:pt x="2185" y="1075"/>
                    <a:pt x="2103" y="621"/>
                  </a:cubicBezTo>
                  <a:cubicBezTo>
                    <a:pt x="2020" y="156"/>
                    <a:pt x="1709" y="1"/>
                    <a:pt x="134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3"/>
            <p:cNvSpPr/>
            <p:nvPr/>
          </p:nvSpPr>
          <p:spPr>
            <a:xfrm>
              <a:off x="8533975" y="1793725"/>
              <a:ext cx="77050" cy="155400"/>
            </a:xfrm>
            <a:custGeom>
              <a:rect b="b" l="l" r="r" t="t"/>
              <a:pathLst>
                <a:path extrusionOk="0" h="6216" w="3082">
                  <a:moveTo>
                    <a:pt x="300" y="1"/>
                  </a:moveTo>
                  <a:cubicBezTo>
                    <a:pt x="119" y="1"/>
                    <a:pt x="0" y="265"/>
                    <a:pt x="194" y="363"/>
                  </a:cubicBezTo>
                  <a:cubicBezTo>
                    <a:pt x="2408" y="1473"/>
                    <a:pt x="2657" y="4421"/>
                    <a:pt x="602" y="5842"/>
                  </a:cubicBezTo>
                  <a:cubicBezTo>
                    <a:pt x="430" y="5960"/>
                    <a:pt x="536" y="6216"/>
                    <a:pt x="698" y="6216"/>
                  </a:cubicBezTo>
                  <a:cubicBezTo>
                    <a:pt x="731" y="6216"/>
                    <a:pt x="766" y="6205"/>
                    <a:pt x="801" y="6181"/>
                  </a:cubicBezTo>
                  <a:cubicBezTo>
                    <a:pt x="3082" y="4605"/>
                    <a:pt x="2891" y="1275"/>
                    <a:pt x="393" y="24"/>
                  </a:cubicBezTo>
                  <a:cubicBezTo>
                    <a:pt x="361" y="8"/>
                    <a:pt x="330" y="1"/>
                    <a:pt x="30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3" name="Shape 1943"/>
        <p:cNvGrpSpPr/>
        <p:nvPr/>
      </p:nvGrpSpPr>
      <p:grpSpPr>
        <a:xfrm>
          <a:off x="0" y="0"/>
          <a:ext cx="0" cy="0"/>
          <a:chOff x="0" y="0"/>
          <a:chExt cx="0" cy="0"/>
        </a:xfrm>
      </p:grpSpPr>
      <p:sp>
        <p:nvSpPr>
          <p:cNvPr id="1944" name="Google Shape;1944;p44"/>
          <p:cNvSpPr txBox="1"/>
          <p:nvPr>
            <p:ph idx="1" type="subTitle"/>
          </p:nvPr>
        </p:nvSpPr>
        <p:spPr>
          <a:xfrm>
            <a:off x="2677950" y="2182725"/>
            <a:ext cx="3788100" cy="14973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t>Welcome to our </a:t>
            </a:r>
            <a:r>
              <a:rPr b="1" lang="en"/>
              <a:t>Math Mystery Escape Room!!</a:t>
            </a:r>
            <a:r>
              <a:rPr lang="en"/>
              <a:t> Here, you will find that Venus</a:t>
            </a:r>
            <a:r>
              <a:rPr b="1" lang="en"/>
              <a:t> </a:t>
            </a:r>
            <a:r>
              <a:rPr lang="en"/>
              <a:t>has a beautiful name and is the second planet from the Sun. It’s terribly hot, even hotter than Mercury, and its atmosphere is extremely poisonous</a:t>
            </a:r>
            <a:endParaRPr/>
          </a:p>
        </p:txBody>
      </p:sp>
      <p:sp>
        <p:nvSpPr>
          <p:cNvPr id="1945" name="Google Shape;1945;p44"/>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About the </a:t>
            </a:r>
            <a:r>
              <a:rPr b="1" lang="en">
                <a:solidFill>
                  <a:schemeClr val="accent4"/>
                </a:solidFill>
              </a:rPr>
              <a:t>introduction</a:t>
            </a:r>
            <a:endParaRPr b="1">
              <a:solidFill>
                <a:schemeClr val="accent4"/>
              </a:solidFill>
            </a:endParaRPr>
          </a:p>
        </p:txBody>
      </p:sp>
      <p:sp>
        <p:nvSpPr>
          <p:cNvPr id="1946" name="Google Shape;1946;p44"/>
          <p:cNvSpPr txBox="1"/>
          <p:nvPr>
            <p:ph idx="2" type="subTitle"/>
          </p:nvPr>
        </p:nvSpPr>
        <p:spPr>
          <a:xfrm>
            <a:off x="7084550" y="4208775"/>
            <a:ext cx="913800" cy="394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hlink"/>
                </a:solidFill>
              </a:rPr>
              <a:t>Progress:</a:t>
            </a:r>
            <a:endParaRPr/>
          </a:p>
        </p:txBody>
      </p:sp>
      <p:grpSp>
        <p:nvGrpSpPr>
          <p:cNvPr id="1947" name="Google Shape;1947;p44"/>
          <p:cNvGrpSpPr/>
          <p:nvPr/>
        </p:nvGrpSpPr>
        <p:grpSpPr>
          <a:xfrm>
            <a:off x="8088625" y="4177944"/>
            <a:ext cx="331477" cy="416889"/>
            <a:chOff x="8088625" y="4177944"/>
            <a:chExt cx="331477" cy="416889"/>
          </a:xfrm>
        </p:grpSpPr>
        <p:sp>
          <p:nvSpPr>
            <p:cNvPr id="1948" name="Google Shape;1948;p44"/>
            <p:cNvSpPr/>
            <p:nvPr/>
          </p:nvSpPr>
          <p:spPr>
            <a:xfrm>
              <a:off x="8363911" y="4360138"/>
              <a:ext cx="50100" cy="74198"/>
            </a:xfrm>
            <a:custGeom>
              <a:rect b="b" l="l" r="r" t="t"/>
              <a:pathLst>
                <a:path extrusionOk="0" h="5690" w="3842">
                  <a:moveTo>
                    <a:pt x="420" y="0"/>
                  </a:moveTo>
                  <a:lnTo>
                    <a:pt x="1" y="5690"/>
                  </a:lnTo>
                  <a:lnTo>
                    <a:pt x="277" y="5690"/>
                  </a:lnTo>
                  <a:cubicBezTo>
                    <a:pt x="2246" y="5690"/>
                    <a:pt x="3840" y="4094"/>
                    <a:pt x="3842" y="2128"/>
                  </a:cubicBezTo>
                  <a:lnTo>
                    <a:pt x="3842" y="1919"/>
                  </a:lnTo>
                  <a:cubicBezTo>
                    <a:pt x="3842" y="859"/>
                    <a:pt x="2982" y="0"/>
                    <a:pt x="1925" y="0"/>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4"/>
            <p:cNvSpPr/>
            <p:nvPr/>
          </p:nvSpPr>
          <p:spPr>
            <a:xfrm>
              <a:off x="8094780" y="4360138"/>
              <a:ext cx="50126" cy="74198"/>
            </a:xfrm>
            <a:custGeom>
              <a:rect b="b" l="l" r="r" t="t"/>
              <a:pathLst>
                <a:path extrusionOk="0" h="5690" w="3844">
                  <a:moveTo>
                    <a:pt x="1918" y="0"/>
                  </a:moveTo>
                  <a:cubicBezTo>
                    <a:pt x="860" y="0"/>
                    <a:pt x="1" y="859"/>
                    <a:pt x="1" y="1919"/>
                  </a:cubicBezTo>
                  <a:lnTo>
                    <a:pt x="1" y="2128"/>
                  </a:lnTo>
                  <a:cubicBezTo>
                    <a:pt x="1" y="4094"/>
                    <a:pt x="1598" y="5690"/>
                    <a:pt x="3565" y="5690"/>
                  </a:cubicBezTo>
                  <a:lnTo>
                    <a:pt x="3844" y="5690"/>
                  </a:lnTo>
                  <a:lnTo>
                    <a:pt x="3423" y="0"/>
                  </a:ln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4"/>
            <p:cNvSpPr/>
            <p:nvPr/>
          </p:nvSpPr>
          <p:spPr>
            <a:xfrm>
              <a:off x="8149065" y="4521286"/>
              <a:ext cx="210648" cy="67456"/>
            </a:xfrm>
            <a:custGeom>
              <a:rect b="b" l="l" r="r" t="t"/>
              <a:pathLst>
                <a:path extrusionOk="0" h="5173" w="16154">
                  <a:moveTo>
                    <a:pt x="3516" y="0"/>
                  </a:moveTo>
                  <a:lnTo>
                    <a:pt x="3516" y="1630"/>
                  </a:lnTo>
                  <a:cubicBezTo>
                    <a:pt x="3516" y="2540"/>
                    <a:pt x="2995" y="3368"/>
                    <a:pt x="2175" y="3761"/>
                  </a:cubicBezTo>
                  <a:lnTo>
                    <a:pt x="247" y="4687"/>
                  </a:lnTo>
                  <a:cubicBezTo>
                    <a:pt x="1" y="4806"/>
                    <a:pt x="85" y="5173"/>
                    <a:pt x="358" y="5173"/>
                  </a:cubicBezTo>
                  <a:lnTo>
                    <a:pt x="15798" y="5173"/>
                  </a:lnTo>
                  <a:cubicBezTo>
                    <a:pt x="16070" y="5173"/>
                    <a:pt x="16154" y="4806"/>
                    <a:pt x="15910" y="4687"/>
                  </a:cubicBezTo>
                  <a:lnTo>
                    <a:pt x="13981" y="3761"/>
                  </a:lnTo>
                  <a:cubicBezTo>
                    <a:pt x="13162" y="3368"/>
                    <a:pt x="12640" y="2540"/>
                    <a:pt x="12640" y="1630"/>
                  </a:cubicBezTo>
                  <a:lnTo>
                    <a:pt x="12640" y="0"/>
                  </a:lnTo>
                  <a:cubicBezTo>
                    <a:pt x="11040" y="1093"/>
                    <a:pt x="9275" y="1721"/>
                    <a:pt x="8078" y="1721"/>
                  </a:cubicBezTo>
                  <a:cubicBezTo>
                    <a:pt x="6881" y="1721"/>
                    <a:pt x="5115" y="1093"/>
                    <a:pt x="3516" y="0"/>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4"/>
            <p:cNvSpPr/>
            <p:nvPr/>
          </p:nvSpPr>
          <p:spPr>
            <a:xfrm>
              <a:off x="8132922" y="4214221"/>
              <a:ext cx="242948" cy="329508"/>
            </a:xfrm>
            <a:custGeom>
              <a:rect b="b" l="l" r="r" t="t"/>
              <a:pathLst>
                <a:path extrusionOk="0" h="25269" w="18631">
                  <a:moveTo>
                    <a:pt x="9316" y="1"/>
                  </a:moveTo>
                  <a:cubicBezTo>
                    <a:pt x="4111" y="1"/>
                    <a:pt x="0" y="4423"/>
                    <a:pt x="383" y="9616"/>
                  </a:cubicBezTo>
                  <a:lnTo>
                    <a:pt x="993" y="17887"/>
                  </a:lnTo>
                  <a:cubicBezTo>
                    <a:pt x="1315" y="22248"/>
                    <a:pt x="6690" y="25269"/>
                    <a:pt x="9317" y="25269"/>
                  </a:cubicBezTo>
                  <a:cubicBezTo>
                    <a:pt x="11946" y="25269"/>
                    <a:pt x="17321" y="22245"/>
                    <a:pt x="17643" y="17887"/>
                  </a:cubicBezTo>
                  <a:cubicBezTo>
                    <a:pt x="17640" y="17884"/>
                    <a:pt x="18248" y="9616"/>
                    <a:pt x="18248" y="9616"/>
                  </a:cubicBezTo>
                  <a:cubicBezTo>
                    <a:pt x="18630" y="4423"/>
                    <a:pt x="14522" y="1"/>
                    <a:pt x="9316" y="1"/>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4"/>
            <p:cNvSpPr/>
            <p:nvPr/>
          </p:nvSpPr>
          <p:spPr>
            <a:xfrm>
              <a:off x="8196765" y="4219620"/>
              <a:ext cx="178218" cy="324070"/>
            </a:xfrm>
            <a:custGeom>
              <a:rect b="b" l="l" r="r" t="t"/>
              <a:pathLst>
                <a:path extrusionOk="0" h="24852" w="13667">
                  <a:moveTo>
                    <a:pt x="7123" y="0"/>
                  </a:moveTo>
                  <a:lnTo>
                    <a:pt x="7123" y="0"/>
                  </a:lnTo>
                  <a:cubicBezTo>
                    <a:pt x="9573" y="1752"/>
                    <a:pt x="11094" y="4702"/>
                    <a:pt x="10856" y="7952"/>
                  </a:cubicBezTo>
                  <a:lnTo>
                    <a:pt x="10246" y="16222"/>
                  </a:lnTo>
                  <a:cubicBezTo>
                    <a:pt x="9924" y="20583"/>
                    <a:pt x="4549" y="23603"/>
                    <a:pt x="1922" y="23603"/>
                  </a:cubicBezTo>
                  <a:cubicBezTo>
                    <a:pt x="1376" y="23603"/>
                    <a:pt x="712" y="23473"/>
                    <a:pt x="0" y="23229"/>
                  </a:cubicBezTo>
                  <a:lnTo>
                    <a:pt x="0" y="23229"/>
                  </a:lnTo>
                  <a:cubicBezTo>
                    <a:pt x="1561" y="24263"/>
                    <a:pt x="3258" y="24852"/>
                    <a:pt x="4420" y="24852"/>
                  </a:cubicBezTo>
                  <a:cubicBezTo>
                    <a:pt x="7047" y="24852"/>
                    <a:pt x="12424" y="21830"/>
                    <a:pt x="12744" y="17470"/>
                  </a:cubicBezTo>
                  <a:lnTo>
                    <a:pt x="13354" y="9201"/>
                  </a:lnTo>
                  <a:cubicBezTo>
                    <a:pt x="13667" y="4951"/>
                    <a:pt x="10969" y="1215"/>
                    <a:pt x="7123"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4"/>
            <p:cNvSpPr/>
            <p:nvPr/>
          </p:nvSpPr>
          <p:spPr>
            <a:xfrm>
              <a:off x="8153916" y="4184086"/>
              <a:ext cx="200959" cy="153742"/>
            </a:xfrm>
            <a:custGeom>
              <a:rect b="b" l="l" r="r" t="t"/>
              <a:pathLst>
                <a:path extrusionOk="0" h="11790" w="15411">
                  <a:moveTo>
                    <a:pt x="3943" y="1"/>
                  </a:moveTo>
                  <a:cubicBezTo>
                    <a:pt x="3024" y="1"/>
                    <a:pt x="2105" y="351"/>
                    <a:pt x="1404" y="1052"/>
                  </a:cubicBezTo>
                  <a:cubicBezTo>
                    <a:pt x="0" y="2455"/>
                    <a:pt x="0" y="4730"/>
                    <a:pt x="1404" y="6132"/>
                  </a:cubicBezTo>
                  <a:lnTo>
                    <a:pt x="7060" y="11790"/>
                  </a:lnTo>
                  <a:lnTo>
                    <a:pt x="8350" y="11790"/>
                  </a:lnTo>
                  <a:lnTo>
                    <a:pt x="14007" y="6132"/>
                  </a:lnTo>
                  <a:cubicBezTo>
                    <a:pt x="15410" y="4730"/>
                    <a:pt x="15410" y="2455"/>
                    <a:pt x="14007" y="1052"/>
                  </a:cubicBezTo>
                  <a:cubicBezTo>
                    <a:pt x="13306" y="351"/>
                    <a:pt x="12387" y="1"/>
                    <a:pt x="11467" y="1"/>
                  </a:cubicBezTo>
                  <a:cubicBezTo>
                    <a:pt x="10548" y="1"/>
                    <a:pt x="9629" y="351"/>
                    <a:pt x="8927" y="1052"/>
                  </a:cubicBezTo>
                  <a:lnTo>
                    <a:pt x="7783" y="2197"/>
                  </a:lnTo>
                  <a:cubicBezTo>
                    <a:pt x="7762" y="2219"/>
                    <a:pt x="7733" y="2229"/>
                    <a:pt x="7705" y="2229"/>
                  </a:cubicBezTo>
                  <a:cubicBezTo>
                    <a:pt x="7677" y="2229"/>
                    <a:pt x="7648" y="2219"/>
                    <a:pt x="7627" y="2197"/>
                  </a:cubicBezTo>
                  <a:lnTo>
                    <a:pt x="6483" y="1052"/>
                  </a:lnTo>
                  <a:cubicBezTo>
                    <a:pt x="5782" y="351"/>
                    <a:pt x="4862" y="1"/>
                    <a:pt x="39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4"/>
            <p:cNvSpPr/>
            <p:nvPr/>
          </p:nvSpPr>
          <p:spPr>
            <a:xfrm>
              <a:off x="8227266" y="4184190"/>
              <a:ext cx="127609" cy="153637"/>
            </a:xfrm>
            <a:custGeom>
              <a:rect b="b" l="l" r="r" t="t"/>
              <a:pathLst>
                <a:path extrusionOk="0" h="11782" w="9786">
                  <a:moveTo>
                    <a:pt x="6074" y="1"/>
                  </a:moveTo>
                  <a:lnTo>
                    <a:pt x="6074" y="1"/>
                  </a:lnTo>
                  <a:cubicBezTo>
                    <a:pt x="7284" y="1413"/>
                    <a:pt x="7222" y="3539"/>
                    <a:pt x="5885" y="4875"/>
                  </a:cubicBezTo>
                  <a:lnTo>
                    <a:pt x="1141" y="9619"/>
                  </a:lnTo>
                  <a:cubicBezTo>
                    <a:pt x="814" y="9946"/>
                    <a:pt x="425" y="10192"/>
                    <a:pt x="0" y="10347"/>
                  </a:cubicBezTo>
                  <a:lnTo>
                    <a:pt x="1435" y="11782"/>
                  </a:lnTo>
                  <a:lnTo>
                    <a:pt x="2725" y="11782"/>
                  </a:lnTo>
                  <a:lnTo>
                    <a:pt x="8382" y="6124"/>
                  </a:lnTo>
                  <a:cubicBezTo>
                    <a:pt x="9785" y="4722"/>
                    <a:pt x="9785" y="2447"/>
                    <a:pt x="8382" y="1044"/>
                  </a:cubicBezTo>
                  <a:cubicBezTo>
                    <a:pt x="7740" y="403"/>
                    <a:pt x="6915" y="54"/>
                    <a:pt x="6074"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4"/>
            <p:cNvSpPr/>
            <p:nvPr/>
          </p:nvSpPr>
          <p:spPr>
            <a:xfrm>
              <a:off x="8161740" y="4273749"/>
              <a:ext cx="84251" cy="64079"/>
            </a:xfrm>
            <a:custGeom>
              <a:rect b="b" l="l" r="r" t="t"/>
              <a:pathLst>
                <a:path extrusionOk="0" h="4914" w="6461">
                  <a:moveTo>
                    <a:pt x="1547" y="0"/>
                  </a:moveTo>
                  <a:cubicBezTo>
                    <a:pt x="650" y="1127"/>
                    <a:pt x="131" y="2474"/>
                    <a:pt x="36" y="3898"/>
                  </a:cubicBezTo>
                  <a:cubicBezTo>
                    <a:pt x="0" y="4447"/>
                    <a:pt x="435" y="4914"/>
                    <a:pt x="986" y="4914"/>
                  </a:cubicBezTo>
                  <a:lnTo>
                    <a:pt x="6460" y="4914"/>
                  </a:lnTo>
                  <a:lnTo>
                    <a:pt x="154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4"/>
            <p:cNvSpPr/>
            <p:nvPr/>
          </p:nvSpPr>
          <p:spPr>
            <a:xfrm>
              <a:off x="8161740" y="4321540"/>
              <a:ext cx="84251" cy="16300"/>
            </a:xfrm>
            <a:custGeom>
              <a:rect b="b" l="l" r="r" t="t"/>
              <a:pathLst>
                <a:path extrusionOk="0" h="1250" w="6461">
                  <a:moveTo>
                    <a:pt x="55" y="0"/>
                  </a:moveTo>
                  <a:cubicBezTo>
                    <a:pt x="47" y="76"/>
                    <a:pt x="40" y="157"/>
                    <a:pt x="36" y="235"/>
                  </a:cubicBezTo>
                  <a:cubicBezTo>
                    <a:pt x="0" y="784"/>
                    <a:pt x="435" y="1250"/>
                    <a:pt x="986" y="1250"/>
                  </a:cubicBezTo>
                  <a:lnTo>
                    <a:pt x="6460" y="1250"/>
                  </a:lnTo>
                  <a:lnTo>
                    <a:pt x="5212" y="2"/>
                  </a:lnTo>
                  <a:lnTo>
                    <a:pt x="55" y="0"/>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4"/>
            <p:cNvSpPr/>
            <p:nvPr/>
          </p:nvSpPr>
          <p:spPr>
            <a:xfrm>
              <a:off x="8262812" y="4273749"/>
              <a:ext cx="84278" cy="64079"/>
            </a:xfrm>
            <a:custGeom>
              <a:rect b="b" l="l" r="r" t="t"/>
              <a:pathLst>
                <a:path extrusionOk="0" h="4914" w="6463">
                  <a:moveTo>
                    <a:pt x="4914" y="0"/>
                  </a:moveTo>
                  <a:lnTo>
                    <a:pt x="1" y="4914"/>
                  </a:lnTo>
                  <a:lnTo>
                    <a:pt x="5475" y="4914"/>
                  </a:lnTo>
                  <a:cubicBezTo>
                    <a:pt x="6026" y="4914"/>
                    <a:pt x="6462" y="4447"/>
                    <a:pt x="6426" y="3898"/>
                  </a:cubicBezTo>
                  <a:cubicBezTo>
                    <a:pt x="6329" y="2474"/>
                    <a:pt x="5811" y="1127"/>
                    <a:pt x="49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4"/>
            <p:cNvSpPr/>
            <p:nvPr/>
          </p:nvSpPr>
          <p:spPr>
            <a:xfrm>
              <a:off x="8262799" y="4273723"/>
              <a:ext cx="84251" cy="64092"/>
            </a:xfrm>
            <a:custGeom>
              <a:rect b="b" l="l" r="r" t="t"/>
              <a:pathLst>
                <a:path extrusionOk="0" h="4915" w="6461">
                  <a:moveTo>
                    <a:pt x="4915" y="1"/>
                  </a:moveTo>
                  <a:lnTo>
                    <a:pt x="3687" y="1229"/>
                  </a:lnTo>
                  <a:cubicBezTo>
                    <a:pt x="3816" y="1690"/>
                    <a:pt x="3896" y="2166"/>
                    <a:pt x="3928" y="2650"/>
                  </a:cubicBezTo>
                  <a:cubicBezTo>
                    <a:pt x="3963" y="3199"/>
                    <a:pt x="3529" y="3666"/>
                    <a:pt x="2978" y="3666"/>
                  </a:cubicBezTo>
                  <a:lnTo>
                    <a:pt x="1249" y="3666"/>
                  </a:lnTo>
                  <a:lnTo>
                    <a:pt x="0" y="4914"/>
                  </a:lnTo>
                  <a:lnTo>
                    <a:pt x="5474" y="4914"/>
                  </a:lnTo>
                  <a:cubicBezTo>
                    <a:pt x="5475" y="4914"/>
                    <a:pt x="5476" y="4914"/>
                    <a:pt x="5477" y="4914"/>
                  </a:cubicBezTo>
                  <a:cubicBezTo>
                    <a:pt x="6027" y="4914"/>
                    <a:pt x="6460" y="4448"/>
                    <a:pt x="6424" y="3900"/>
                  </a:cubicBezTo>
                  <a:cubicBezTo>
                    <a:pt x="6330" y="2475"/>
                    <a:pt x="5810" y="1129"/>
                    <a:pt x="4915"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4"/>
            <p:cNvSpPr/>
            <p:nvPr/>
          </p:nvSpPr>
          <p:spPr>
            <a:xfrm>
              <a:off x="8088625" y="4177944"/>
              <a:ext cx="331477" cy="416889"/>
            </a:xfrm>
            <a:custGeom>
              <a:rect b="b" l="l" r="r" t="t"/>
              <a:pathLst>
                <a:path extrusionOk="0" h="31970" w="25420">
                  <a:moveTo>
                    <a:pt x="16477" y="940"/>
                  </a:moveTo>
                  <a:cubicBezTo>
                    <a:pt x="18201" y="940"/>
                    <a:pt x="19599" y="2338"/>
                    <a:pt x="19599" y="4063"/>
                  </a:cubicBezTo>
                  <a:cubicBezTo>
                    <a:pt x="19599" y="4905"/>
                    <a:pt x="19269" y="5687"/>
                    <a:pt x="18684" y="6271"/>
                  </a:cubicBezTo>
                  <a:cubicBezTo>
                    <a:pt x="17472" y="7483"/>
                    <a:pt x="16758" y="8198"/>
                    <a:pt x="16361" y="8595"/>
                  </a:cubicBezTo>
                  <a:lnTo>
                    <a:pt x="16361" y="8595"/>
                  </a:lnTo>
                  <a:cubicBezTo>
                    <a:pt x="16450" y="8506"/>
                    <a:pt x="16518" y="8438"/>
                    <a:pt x="16518" y="8438"/>
                  </a:cubicBezTo>
                  <a:lnTo>
                    <a:pt x="16518" y="8438"/>
                  </a:lnTo>
                  <a:cubicBezTo>
                    <a:pt x="16517" y="8438"/>
                    <a:pt x="16363" y="8592"/>
                    <a:pt x="15898" y="9056"/>
                  </a:cubicBezTo>
                  <a:cubicBezTo>
                    <a:pt x="15716" y="9240"/>
                    <a:pt x="15716" y="9536"/>
                    <a:pt x="15898" y="9719"/>
                  </a:cubicBezTo>
                  <a:cubicBezTo>
                    <a:pt x="15990" y="9810"/>
                    <a:pt x="16110" y="9856"/>
                    <a:pt x="16230" y="9856"/>
                  </a:cubicBezTo>
                  <a:cubicBezTo>
                    <a:pt x="16349" y="9856"/>
                    <a:pt x="16469" y="9810"/>
                    <a:pt x="16560" y="9719"/>
                  </a:cubicBezTo>
                  <a:lnTo>
                    <a:pt x="18217" y="8062"/>
                  </a:lnTo>
                  <a:cubicBezTo>
                    <a:pt x="18860" y="9020"/>
                    <a:pt x="19239" y="10120"/>
                    <a:pt x="19315" y="11278"/>
                  </a:cubicBezTo>
                  <a:cubicBezTo>
                    <a:pt x="19334" y="11557"/>
                    <a:pt x="19113" y="11793"/>
                    <a:pt x="18833" y="11793"/>
                  </a:cubicBezTo>
                  <a:lnTo>
                    <a:pt x="14489" y="11793"/>
                  </a:lnTo>
                  <a:lnTo>
                    <a:pt x="15009" y="11272"/>
                  </a:lnTo>
                  <a:cubicBezTo>
                    <a:pt x="15192" y="11088"/>
                    <a:pt x="15192" y="10793"/>
                    <a:pt x="15009" y="10610"/>
                  </a:cubicBezTo>
                  <a:cubicBezTo>
                    <a:pt x="14918" y="10519"/>
                    <a:pt x="14798" y="10473"/>
                    <a:pt x="14678" y="10473"/>
                  </a:cubicBezTo>
                  <a:cubicBezTo>
                    <a:pt x="14558" y="10473"/>
                    <a:pt x="14438" y="10519"/>
                    <a:pt x="14347" y="10610"/>
                  </a:cubicBezTo>
                  <a:lnTo>
                    <a:pt x="13165" y="11793"/>
                  </a:lnTo>
                  <a:lnTo>
                    <a:pt x="12262" y="11793"/>
                  </a:lnTo>
                  <a:lnTo>
                    <a:pt x="6744" y="6273"/>
                  </a:lnTo>
                  <a:cubicBezTo>
                    <a:pt x="5518" y="5049"/>
                    <a:pt x="5528" y="3071"/>
                    <a:pt x="6744" y="1856"/>
                  </a:cubicBezTo>
                  <a:cubicBezTo>
                    <a:pt x="7353" y="1247"/>
                    <a:pt x="8153" y="942"/>
                    <a:pt x="8953" y="942"/>
                  </a:cubicBezTo>
                  <a:cubicBezTo>
                    <a:pt x="9753" y="942"/>
                    <a:pt x="10553" y="1247"/>
                    <a:pt x="11162" y="1856"/>
                  </a:cubicBezTo>
                  <a:lnTo>
                    <a:pt x="12305" y="2999"/>
                  </a:lnTo>
                  <a:cubicBezTo>
                    <a:pt x="12419" y="3113"/>
                    <a:pt x="12567" y="3170"/>
                    <a:pt x="12715" y="3170"/>
                  </a:cubicBezTo>
                  <a:cubicBezTo>
                    <a:pt x="12863" y="3170"/>
                    <a:pt x="13011" y="3113"/>
                    <a:pt x="13123" y="2999"/>
                  </a:cubicBezTo>
                  <a:lnTo>
                    <a:pt x="14268" y="1856"/>
                  </a:lnTo>
                  <a:cubicBezTo>
                    <a:pt x="14858" y="1265"/>
                    <a:pt x="15642" y="940"/>
                    <a:pt x="16477" y="940"/>
                  </a:cubicBezTo>
                  <a:close/>
                  <a:moveTo>
                    <a:pt x="4464" y="15322"/>
                  </a:moveTo>
                  <a:cubicBezTo>
                    <a:pt x="4464" y="15322"/>
                    <a:pt x="4467" y="15371"/>
                    <a:pt x="4478" y="15516"/>
                  </a:cubicBezTo>
                  <a:lnTo>
                    <a:pt x="4478" y="15516"/>
                  </a:lnTo>
                  <a:cubicBezTo>
                    <a:pt x="4475" y="15469"/>
                    <a:pt x="4464" y="15322"/>
                    <a:pt x="4464" y="15322"/>
                  </a:cubicBezTo>
                  <a:close/>
                  <a:moveTo>
                    <a:pt x="3459" y="14442"/>
                  </a:moveTo>
                  <a:lnTo>
                    <a:pt x="3809" y="19186"/>
                  </a:lnTo>
                  <a:cubicBezTo>
                    <a:pt x="2209" y="19069"/>
                    <a:pt x="941" y="17729"/>
                    <a:pt x="941" y="16099"/>
                  </a:cubicBezTo>
                  <a:lnTo>
                    <a:pt x="941" y="15889"/>
                  </a:lnTo>
                  <a:cubicBezTo>
                    <a:pt x="941" y="15090"/>
                    <a:pt x="1591" y="14442"/>
                    <a:pt x="2389" y="14442"/>
                  </a:cubicBezTo>
                  <a:close/>
                  <a:moveTo>
                    <a:pt x="23036" y="14442"/>
                  </a:moveTo>
                  <a:cubicBezTo>
                    <a:pt x="23834" y="14442"/>
                    <a:pt x="24484" y="15090"/>
                    <a:pt x="24484" y="15889"/>
                  </a:cubicBezTo>
                  <a:lnTo>
                    <a:pt x="24484" y="16099"/>
                  </a:lnTo>
                  <a:cubicBezTo>
                    <a:pt x="24484" y="17729"/>
                    <a:pt x="23217" y="19069"/>
                    <a:pt x="21615" y="19186"/>
                  </a:cubicBezTo>
                  <a:lnTo>
                    <a:pt x="21965" y="14442"/>
                  </a:lnTo>
                  <a:close/>
                  <a:moveTo>
                    <a:pt x="16807" y="27180"/>
                  </a:moveTo>
                  <a:lnTo>
                    <a:pt x="16807" y="27960"/>
                  </a:lnTo>
                  <a:cubicBezTo>
                    <a:pt x="16807" y="29042"/>
                    <a:pt x="17438" y="30045"/>
                    <a:pt x="18414" y="30513"/>
                  </a:cubicBezTo>
                  <a:lnTo>
                    <a:pt x="19499" y="31032"/>
                  </a:lnTo>
                  <a:lnTo>
                    <a:pt x="5927" y="31032"/>
                  </a:lnTo>
                  <a:lnTo>
                    <a:pt x="7013" y="30513"/>
                  </a:lnTo>
                  <a:cubicBezTo>
                    <a:pt x="7989" y="30044"/>
                    <a:pt x="8620" y="29042"/>
                    <a:pt x="8620" y="27960"/>
                  </a:cubicBezTo>
                  <a:lnTo>
                    <a:pt x="8620" y="27180"/>
                  </a:lnTo>
                  <a:cubicBezTo>
                    <a:pt x="10080" y="28038"/>
                    <a:pt x="11598" y="28518"/>
                    <a:pt x="12713" y="28518"/>
                  </a:cubicBezTo>
                  <a:cubicBezTo>
                    <a:pt x="13846" y="28518"/>
                    <a:pt x="15373" y="28018"/>
                    <a:pt x="16807" y="27180"/>
                  </a:cubicBezTo>
                  <a:close/>
                  <a:moveTo>
                    <a:pt x="8948" y="0"/>
                  </a:moveTo>
                  <a:cubicBezTo>
                    <a:pt x="6703" y="0"/>
                    <a:pt x="4887" y="1816"/>
                    <a:pt x="4887" y="4061"/>
                  </a:cubicBezTo>
                  <a:cubicBezTo>
                    <a:pt x="4887" y="4706"/>
                    <a:pt x="5036" y="5328"/>
                    <a:pt x="5317" y="5888"/>
                  </a:cubicBezTo>
                  <a:cubicBezTo>
                    <a:pt x="3845" y="7743"/>
                    <a:pt x="3133" y="10054"/>
                    <a:pt x="3308" y="12431"/>
                  </a:cubicBezTo>
                  <a:lnTo>
                    <a:pt x="3387" y="13503"/>
                  </a:lnTo>
                  <a:lnTo>
                    <a:pt x="2387" y="13503"/>
                  </a:lnTo>
                  <a:cubicBezTo>
                    <a:pt x="1073" y="13503"/>
                    <a:pt x="1" y="14572"/>
                    <a:pt x="1" y="15889"/>
                  </a:cubicBezTo>
                  <a:lnTo>
                    <a:pt x="1" y="16099"/>
                  </a:lnTo>
                  <a:cubicBezTo>
                    <a:pt x="1" y="18269"/>
                    <a:pt x="1726" y="20045"/>
                    <a:pt x="3875" y="20127"/>
                  </a:cubicBezTo>
                  <a:lnTo>
                    <a:pt x="3918" y="20701"/>
                  </a:lnTo>
                  <a:cubicBezTo>
                    <a:pt x="4098" y="23133"/>
                    <a:pt x="5743" y="25181"/>
                    <a:pt x="7681" y="26570"/>
                  </a:cubicBezTo>
                  <a:lnTo>
                    <a:pt x="7681" y="27960"/>
                  </a:lnTo>
                  <a:cubicBezTo>
                    <a:pt x="7681" y="28685"/>
                    <a:pt x="7259" y="29356"/>
                    <a:pt x="6606" y="29668"/>
                  </a:cubicBezTo>
                  <a:lnTo>
                    <a:pt x="4677" y="30593"/>
                  </a:lnTo>
                  <a:cubicBezTo>
                    <a:pt x="4370" y="30741"/>
                    <a:pt x="4209" y="31075"/>
                    <a:pt x="4284" y="31405"/>
                  </a:cubicBezTo>
                  <a:cubicBezTo>
                    <a:pt x="4360" y="31738"/>
                    <a:pt x="4650" y="31969"/>
                    <a:pt x="4991" y="31969"/>
                  </a:cubicBezTo>
                  <a:lnTo>
                    <a:pt x="20431" y="31969"/>
                  </a:lnTo>
                  <a:cubicBezTo>
                    <a:pt x="20771" y="31969"/>
                    <a:pt x="21063" y="31738"/>
                    <a:pt x="21137" y="31405"/>
                  </a:cubicBezTo>
                  <a:cubicBezTo>
                    <a:pt x="21213" y="31074"/>
                    <a:pt x="21051" y="30741"/>
                    <a:pt x="20746" y="30593"/>
                  </a:cubicBezTo>
                  <a:lnTo>
                    <a:pt x="18817" y="29668"/>
                  </a:lnTo>
                  <a:cubicBezTo>
                    <a:pt x="18164" y="29353"/>
                    <a:pt x="17742" y="28683"/>
                    <a:pt x="17742" y="27960"/>
                  </a:cubicBezTo>
                  <a:lnTo>
                    <a:pt x="17742" y="26574"/>
                  </a:lnTo>
                  <a:cubicBezTo>
                    <a:pt x="18976" y="25692"/>
                    <a:pt x="19982" y="24618"/>
                    <a:pt x="20631" y="23482"/>
                  </a:cubicBezTo>
                  <a:cubicBezTo>
                    <a:pt x="20757" y="23258"/>
                    <a:pt x="20681" y="22971"/>
                    <a:pt x="20454" y="22843"/>
                  </a:cubicBezTo>
                  <a:cubicBezTo>
                    <a:pt x="20381" y="22802"/>
                    <a:pt x="20302" y="22782"/>
                    <a:pt x="20223" y="22782"/>
                  </a:cubicBezTo>
                  <a:cubicBezTo>
                    <a:pt x="20060" y="22782"/>
                    <a:pt x="19902" y="22866"/>
                    <a:pt x="19816" y="23018"/>
                  </a:cubicBezTo>
                  <a:cubicBezTo>
                    <a:pt x="18308" y="25669"/>
                    <a:pt x="14756" y="27584"/>
                    <a:pt x="12713" y="27584"/>
                  </a:cubicBezTo>
                  <a:cubicBezTo>
                    <a:pt x="9998" y="27584"/>
                    <a:pt x="5138" y="24470"/>
                    <a:pt x="4855" y="20635"/>
                  </a:cubicBezTo>
                  <a:cubicBezTo>
                    <a:pt x="4605" y="17237"/>
                    <a:pt x="4510" y="15949"/>
                    <a:pt x="4478" y="15516"/>
                  </a:cubicBezTo>
                  <a:lnTo>
                    <a:pt x="4478" y="15516"/>
                  </a:lnTo>
                  <a:cubicBezTo>
                    <a:pt x="4479" y="15525"/>
                    <a:pt x="4479" y="15530"/>
                    <a:pt x="4479" y="15530"/>
                  </a:cubicBezTo>
                  <a:cubicBezTo>
                    <a:pt x="4479" y="15530"/>
                    <a:pt x="4441" y="15015"/>
                    <a:pt x="4245" y="12364"/>
                  </a:cubicBezTo>
                  <a:cubicBezTo>
                    <a:pt x="4095" y="10325"/>
                    <a:pt x="4670" y="8342"/>
                    <a:pt x="5870" y="6713"/>
                  </a:cubicBezTo>
                  <a:cubicBezTo>
                    <a:pt x="5999" y="6861"/>
                    <a:pt x="6048" y="6907"/>
                    <a:pt x="6534" y="7392"/>
                  </a:cubicBezTo>
                  <a:cubicBezTo>
                    <a:pt x="6247" y="7798"/>
                    <a:pt x="6002" y="8230"/>
                    <a:pt x="5801" y="8679"/>
                  </a:cubicBezTo>
                  <a:cubicBezTo>
                    <a:pt x="5695" y="8916"/>
                    <a:pt x="5802" y="9191"/>
                    <a:pt x="6038" y="9297"/>
                  </a:cubicBezTo>
                  <a:cubicBezTo>
                    <a:pt x="6099" y="9325"/>
                    <a:pt x="6163" y="9337"/>
                    <a:pt x="6227" y="9337"/>
                  </a:cubicBezTo>
                  <a:cubicBezTo>
                    <a:pt x="6406" y="9337"/>
                    <a:pt x="6578" y="9235"/>
                    <a:pt x="6656" y="9061"/>
                  </a:cubicBezTo>
                  <a:cubicBezTo>
                    <a:pt x="6810" y="8716"/>
                    <a:pt x="6995" y="8382"/>
                    <a:pt x="7207" y="8066"/>
                  </a:cubicBezTo>
                  <a:lnTo>
                    <a:pt x="10935" y="11796"/>
                  </a:lnTo>
                  <a:lnTo>
                    <a:pt x="6591" y="11796"/>
                  </a:lnTo>
                  <a:cubicBezTo>
                    <a:pt x="6312" y="11796"/>
                    <a:pt x="6091" y="11559"/>
                    <a:pt x="6109" y="11280"/>
                  </a:cubicBezTo>
                  <a:cubicBezTo>
                    <a:pt x="6114" y="11196"/>
                    <a:pt x="6121" y="11111"/>
                    <a:pt x="6131" y="11027"/>
                  </a:cubicBezTo>
                  <a:cubicBezTo>
                    <a:pt x="6157" y="10770"/>
                    <a:pt x="5970" y="10539"/>
                    <a:pt x="5715" y="10511"/>
                  </a:cubicBezTo>
                  <a:cubicBezTo>
                    <a:pt x="5698" y="10510"/>
                    <a:pt x="5681" y="10509"/>
                    <a:pt x="5665" y="10509"/>
                  </a:cubicBezTo>
                  <a:cubicBezTo>
                    <a:pt x="5429" y="10509"/>
                    <a:pt x="5225" y="10687"/>
                    <a:pt x="5200" y="10927"/>
                  </a:cubicBezTo>
                  <a:cubicBezTo>
                    <a:pt x="5188" y="11024"/>
                    <a:pt x="5181" y="11121"/>
                    <a:pt x="5174" y="11216"/>
                  </a:cubicBezTo>
                  <a:cubicBezTo>
                    <a:pt x="5121" y="12034"/>
                    <a:pt x="5772" y="12730"/>
                    <a:pt x="6591" y="12730"/>
                  </a:cubicBezTo>
                  <a:lnTo>
                    <a:pt x="18831" y="12730"/>
                  </a:lnTo>
                  <a:cubicBezTo>
                    <a:pt x="19651" y="12730"/>
                    <a:pt x="20302" y="12034"/>
                    <a:pt x="20248" y="11216"/>
                  </a:cubicBezTo>
                  <a:cubicBezTo>
                    <a:pt x="20157" y="9833"/>
                    <a:pt x="19688" y="8521"/>
                    <a:pt x="18889" y="7392"/>
                  </a:cubicBezTo>
                  <a:cubicBezTo>
                    <a:pt x="19337" y="6944"/>
                    <a:pt x="19418" y="6868"/>
                    <a:pt x="19552" y="6712"/>
                  </a:cubicBezTo>
                  <a:cubicBezTo>
                    <a:pt x="20754" y="8340"/>
                    <a:pt x="21328" y="10326"/>
                    <a:pt x="21178" y="12364"/>
                  </a:cubicBezTo>
                  <a:cubicBezTo>
                    <a:pt x="20510" y="21425"/>
                    <a:pt x="20563" y="20781"/>
                    <a:pt x="20513" y="21091"/>
                  </a:cubicBezTo>
                  <a:cubicBezTo>
                    <a:pt x="20467" y="21374"/>
                    <a:pt x="20685" y="21634"/>
                    <a:pt x="20977" y="21634"/>
                  </a:cubicBezTo>
                  <a:cubicBezTo>
                    <a:pt x="21202" y="21634"/>
                    <a:pt x="21400" y="21470"/>
                    <a:pt x="21437" y="21240"/>
                  </a:cubicBezTo>
                  <a:cubicBezTo>
                    <a:pt x="21493" y="20902"/>
                    <a:pt x="21502" y="20698"/>
                    <a:pt x="21543" y="20127"/>
                  </a:cubicBezTo>
                  <a:cubicBezTo>
                    <a:pt x="23694" y="20045"/>
                    <a:pt x="25418" y="18269"/>
                    <a:pt x="25418" y="16099"/>
                  </a:cubicBezTo>
                  <a:lnTo>
                    <a:pt x="25418" y="15888"/>
                  </a:lnTo>
                  <a:cubicBezTo>
                    <a:pt x="25419" y="14574"/>
                    <a:pt x="24350" y="13503"/>
                    <a:pt x="23036" y="13503"/>
                  </a:cubicBezTo>
                  <a:lnTo>
                    <a:pt x="22034" y="13503"/>
                  </a:lnTo>
                  <a:lnTo>
                    <a:pt x="22113" y="12431"/>
                  </a:lnTo>
                  <a:cubicBezTo>
                    <a:pt x="22290" y="10054"/>
                    <a:pt x="21575" y="7743"/>
                    <a:pt x="20104" y="5888"/>
                  </a:cubicBezTo>
                  <a:cubicBezTo>
                    <a:pt x="20387" y="5328"/>
                    <a:pt x="20535" y="4707"/>
                    <a:pt x="20535" y="4061"/>
                  </a:cubicBezTo>
                  <a:cubicBezTo>
                    <a:pt x="20535" y="1817"/>
                    <a:pt x="18720" y="0"/>
                    <a:pt x="16474" y="0"/>
                  </a:cubicBezTo>
                  <a:cubicBezTo>
                    <a:pt x="15389" y="0"/>
                    <a:pt x="14370" y="422"/>
                    <a:pt x="13603" y="1190"/>
                  </a:cubicBezTo>
                  <a:lnTo>
                    <a:pt x="12711" y="2081"/>
                  </a:lnTo>
                  <a:lnTo>
                    <a:pt x="11820" y="1190"/>
                  </a:lnTo>
                  <a:cubicBezTo>
                    <a:pt x="11053" y="422"/>
                    <a:pt x="10034" y="0"/>
                    <a:pt x="894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4"/>
            <p:cNvSpPr/>
            <p:nvPr/>
          </p:nvSpPr>
          <p:spPr>
            <a:xfrm>
              <a:off x="8183386" y="4371978"/>
              <a:ext cx="60884" cy="12232"/>
            </a:xfrm>
            <a:custGeom>
              <a:rect b="b" l="l" r="r" t="t"/>
              <a:pathLst>
                <a:path extrusionOk="0" h="938" w="4669">
                  <a:moveTo>
                    <a:pt x="468" y="1"/>
                  </a:moveTo>
                  <a:cubicBezTo>
                    <a:pt x="210" y="1"/>
                    <a:pt x="0" y="210"/>
                    <a:pt x="0" y="469"/>
                  </a:cubicBezTo>
                  <a:cubicBezTo>
                    <a:pt x="0" y="727"/>
                    <a:pt x="210" y="938"/>
                    <a:pt x="468" y="938"/>
                  </a:cubicBezTo>
                  <a:lnTo>
                    <a:pt x="4199" y="938"/>
                  </a:lnTo>
                  <a:cubicBezTo>
                    <a:pt x="4457" y="938"/>
                    <a:pt x="4668" y="727"/>
                    <a:pt x="4668" y="469"/>
                  </a:cubicBezTo>
                  <a:cubicBezTo>
                    <a:pt x="4668" y="210"/>
                    <a:pt x="4457"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4"/>
            <p:cNvSpPr/>
            <p:nvPr/>
          </p:nvSpPr>
          <p:spPr>
            <a:xfrm>
              <a:off x="8248299" y="4371978"/>
              <a:ext cx="77119" cy="76793"/>
            </a:xfrm>
            <a:custGeom>
              <a:rect b="b" l="l" r="r" t="t"/>
              <a:pathLst>
                <a:path extrusionOk="0" h="5889" w="5914">
                  <a:moveTo>
                    <a:pt x="2962" y="1"/>
                  </a:moveTo>
                  <a:cubicBezTo>
                    <a:pt x="2016" y="1"/>
                    <a:pt x="1247" y="770"/>
                    <a:pt x="1247" y="1715"/>
                  </a:cubicBezTo>
                  <a:lnTo>
                    <a:pt x="1247" y="4172"/>
                  </a:lnTo>
                  <a:cubicBezTo>
                    <a:pt x="1247" y="4601"/>
                    <a:pt x="897" y="4951"/>
                    <a:pt x="468" y="4951"/>
                  </a:cubicBezTo>
                  <a:cubicBezTo>
                    <a:pt x="210" y="4951"/>
                    <a:pt x="0" y="5161"/>
                    <a:pt x="0" y="5419"/>
                  </a:cubicBezTo>
                  <a:cubicBezTo>
                    <a:pt x="0" y="5677"/>
                    <a:pt x="210" y="5888"/>
                    <a:pt x="468" y="5888"/>
                  </a:cubicBezTo>
                  <a:cubicBezTo>
                    <a:pt x="1413" y="5888"/>
                    <a:pt x="2183" y="5118"/>
                    <a:pt x="2183" y="4172"/>
                  </a:cubicBezTo>
                  <a:lnTo>
                    <a:pt x="2183" y="1715"/>
                  </a:lnTo>
                  <a:cubicBezTo>
                    <a:pt x="2183" y="1286"/>
                    <a:pt x="2533" y="938"/>
                    <a:pt x="2962" y="938"/>
                  </a:cubicBezTo>
                  <a:lnTo>
                    <a:pt x="5446" y="938"/>
                  </a:lnTo>
                  <a:cubicBezTo>
                    <a:pt x="5704" y="938"/>
                    <a:pt x="5913" y="727"/>
                    <a:pt x="5913" y="469"/>
                  </a:cubicBezTo>
                  <a:cubicBezTo>
                    <a:pt x="5913" y="210"/>
                    <a:pt x="5704"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4"/>
            <p:cNvSpPr/>
            <p:nvPr/>
          </p:nvSpPr>
          <p:spPr>
            <a:xfrm>
              <a:off x="8207601" y="4478110"/>
              <a:ext cx="93588" cy="22976"/>
            </a:xfrm>
            <a:custGeom>
              <a:rect b="b" l="l" r="r" t="t"/>
              <a:pathLst>
                <a:path extrusionOk="0" h="1762" w="7177">
                  <a:moveTo>
                    <a:pt x="534" y="1"/>
                  </a:moveTo>
                  <a:cubicBezTo>
                    <a:pt x="362" y="1"/>
                    <a:pt x="198" y="96"/>
                    <a:pt x="116" y="260"/>
                  </a:cubicBezTo>
                  <a:cubicBezTo>
                    <a:pt x="0" y="490"/>
                    <a:pt x="93" y="771"/>
                    <a:pt x="324" y="887"/>
                  </a:cubicBezTo>
                  <a:lnTo>
                    <a:pt x="718" y="1085"/>
                  </a:lnTo>
                  <a:cubicBezTo>
                    <a:pt x="1616" y="1536"/>
                    <a:pt x="2602" y="1761"/>
                    <a:pt x="3588" y="1761"/>
                  </a:cubicBezTo>
                  <a:cubicBezTo>
                    <a:pt x="4575" y="1761"/>
                    <a:pt x="5561" y="1536"/>
                    <a:pt x="6460" y="1085"/>
                  </a:cubicBezTo>
                  <a:lnTo>
                    <a:pt x="6852" y="887"/>
                  </a:lnTo>
                  <a:cubicBezTo>
                    <a:pt x="7083" y="771"/>
                    <a:pt x="7176" y="489"/>
                    <a:pt x="7060" y="260"/>
                  </a:cubicBezTo>
                  <a:cubicBezTo>
                    <a:pt x="6978" y="96"/>
                    <a:pt x="6812" y="1"/>
                    <a:pt x="6640" y="1"/>
                  </a:cubicBezTo>
                  <a:cubicBezTo>
                    <a:pt x="6570" y="1"/>
                    <a:pt x="6498" y="17"/>
                    <a:pt x="6431" y="51"/>
                  </a:cubicBezTo>
                  <a:lnTo>
                    <a:pt x="6040" y="249"/>
                  </a:lnTo>
                  <a:cubicBezTo>
                    <a:pt x="5272" y="633"/>
                    <a:pt x="4430" y="826"/>
                    <a:pt x="3587" y="826"/>
                  </a:cubicBezTo>
                  <a:cubicBezTo>
                    <a:pt x="2745" y="826"/>
                    <a:pt x="1903" y="633"/>
                    <a:pt x="1135" y="249"/>
                  </a:cubicBezTo>
                  <a:lnTo>
                    <a:pt x="745" y="51"/>
                  </a:lnTo>
                  <a:cubicBezTo>
                    <a:pt x="677" y="17"/>
                    <a:pt x="605" y="1"/>
                    <a:pt x="5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3" name="Google Shape;1963;p44"/>
          <p:cNvSpPr/>
          <p:nvPr/>
        </p:nvSpPr>
        <p:spPr>
          <a:xfrm>
            <a:off x="1243153" y="3293550"/>
            <a:ext cx="884400" cy="8844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76200">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4"/>
          <p:cNvSpPr/>
          <p:nvPr/>
        </p:nvSpPr>
        <p:spPr>
          <a:xfrm>
            <a:off x="7016453" y="1688875"/>
            <a:ext cx="884400" cy="8844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76200">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65" name="Google Shape;1965;p44"/>
          <p:cNvCxnSpPr>
            <a:stCxn id="1963" idx="0"/>
            <a:endCxn id="1944" idx="1"/>
          </p:cNvCxnSpPr>
          <p:nvPr/>
        </p:nvCxnSpPr>
        <p:spPr>
          <a:xfrm rot="-5400000">
            <a:off x="2000653" y="2616150"/>
            <a:ext cx="362100" cy="992700"/>
          </a:xfrm>
          <a:prstGeom prst="bentConnector2">
            <a:avLst/>
          </a:prstGeom>
          <a:noFill/>
          <a:ln cap="flat" cmpd="sng" w="9525">
            <a:solidFill>
              <a:srgbClr val="000000"/>
            </a:solidFill>
            <a:prstDash val="solid"/>
            <a:round/>
            <a:headEnd len="med" w="med" type="none"/>
            <a:tailEnd len="med" w="med" type="none"/>
          </a:ln>
        </p:spPr>
      </p:cxnSp>
      <p:cxnSp>
        <p:nvCxnSpPr>
          <p:cNvPr id="1966" name="Google Shape;1966;p44"/>
          <p:cNvCxnSpPr>
            <a:stCxn id="1964" idx="4"/>
            <a:endCxn id="1944" idx="3"/>
          </p:cNvCxnSpPr>
          <p:nvPr/>
        </p:nvCxnSpPr>
        <p:spPr>
          <a:xfrm rot="5400000">
            <a:off x="6783203" y="2256025"/>
            <a:ext cx="358200" cy="992700"/>
          </a:xfrm>
          <a:prstGeom prst="bentConnector2">
            <a:avLst/>
          </a:prstGeom>
          <a:noFill/>
          <a:ln cap="flat" cmpd="sng" w="9525">
            <a:solidFill>
              <a:srgbClr val="000000"/>
            </a:solidFill>
            <a:prstDash val="solid"/>
            <a:round/>
            <a:headEnd len="med" w="med" type="none"/>
            <a:tailEnd len="med" w="med" type="none"/>
          </a:ln>
        </p:spPr>
      </p:cxnSp>
      <p:grpSp>
        <p:nvGrpSpPr>
          <p:cNvPr id="1967" name="Google Shape;1967;p44"/>
          <p:cNvGrpSpPr/>
          <p:nvPr/>
        </p:nvGrpSpPr>
        <p:grpSpPr>
          <a:xfrm>
            <a:off x="1397175" y="3465813"/>
            <a:ext cx="576350" cy="539875"/>
            <a:chOff x="1397175" y="3465813"/>
            <a:chExt cx="576350" cy="539875"/>
          </a:xfrm>
        </p:grpSpPr>
        <p:sp>
          <p:nvSpPr>
            <p:cNvPr id="1968" name="Google Shape;1968;p44"/>
            <p:cNvSpPr/>
            <p:nvPr/>
          </p:nvSpPr>
          <p:spPr>
            <a:xfrm>
              <a:off x="1442725" y="3595313"/>
              <a:ext cx="485275" cy="401275"/>
            </a:xfrm>
            <a:custGeom>
              <a:rect b="b" l="l" r="r" t="t"/>
              <a:pathLst>
                <a:path extrusionOk="0" h="16051" w="19411">
                  <a:moveTo>
                    <a:pt x="0" y="0"/>
                  </a:moveTo>
                  <a:lnTo>
                    <a:pt x="0" y="16050"/>
                  </a:lnTo>
                  <a:lnTo>
                    <a:pt x="19411" y="16050"/>
                  </a:lnTo>
                  <a:lnTo>
                    <a:pt x="1941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4"/>
            <p:cNvSpPr/>
            <p:nvPr/>
          </p:nvSpPr>
          <p:spPr>
            <a:xfrm>
              <a:off x="1418450" y="3595313"/>
              <a:ext cx="533825" cy="36475"/>
            </a:xfrm>
            <a:custGeom>
              <a:rect b="b" l="l" r="r" t="t"/>
              <a:pathLst>
                <a:path extrusionOk="0" h="1459" w="21353">
                  <a:moveTo>
                    <a:pt x="486" y="0"/>
                  </a:moveTo>
                  <a:cubicBezTo>
                    <a:pt x="218" y="0"/>
                    <a:pt x="0" y="216"/>
                    <a:pt x="0" y="485"/>
                  </a:cubicBezTo>
                  <a:lnTo>
                    <a:pt x="0" y="974"/>
                  </a:lnTo>
                  <a:cubicBezTo>
                    <a:pt x="0" y="1242"/>
                    <a:pt x="218" y="1458"/>
                    <a:pt x="486" y="1458"/>
                  </a:cubicBezTo>
                  <a:lnTo>
                    <a:pt x="20868" y="1458"/>
                  </a:lnTo>
                  <a:cubicBezTo>
                    <a:pt x="21137" y="1458"/>
                    <a:pt x="21353" y="1242"/>
                    <a:pt x="21353" y="974"/>
                  </a:cubicBezTo>
                  <a:lnTo>
                    <a:pt x="21353" y="485"/>
                  </a:lnTo>
                  <a:cubicBezTo>
                    <a:pt x="21353" y="216"/>
                    <a:pt x="21135" y="0"/>
                    <a:pt x="208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4"/>
            <p:cNvSpPr/>
            <p:nvPr/>
          </p:nvSpPr>
          <p:spPr>
            <a:xfrm>
              <a:off x="1551925" y="3534488"/>
              <a:ext cx="266900" cy="462100"/>
            </a:xfrm>
            <a:custGeom>
              <a:rect b="b" l="l" r="r" t="t"/>
              <a:pathLst>
                <a:path extrusionOk="0" h="18484" w="10676">
                  <a:moveTo>
                    <a:pt x="1" y="0"/>
                  </a:moveTo>
                  <a:lnTo>
                    <a:pt x="1" y="18483"/>
                  </a:lnTo>
                  <a:lnTo>
                    <a:pt x="10676" y="18483"/>
                  </a:lnTo>
                  <a:lnTo>
                    <a:pt x="106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4"/>
            <p:cNvSpPr/>
            <p:nvPr/>
          </p:nvSpPr>
          <p:spPr>
            <a:xfrm>
              <a:off x="1612575" y="3777713"/>
              <a:ext cx="145575" cy="182375"/>
            </a:xfrm>
            <a:custGeom>
              <a:rect b="b" l="l" r="r" t="t"/>
              <a:pathLst>
                <a:path extrusionOk="0" h="7295" w="5823">
                  <a:moveTo>
                    <a:pt x="485" y="0"/>
                  </a:moveTo>
                  <a:cubicBezTo>
                    <a:pt x="218" y="0"/>
                    <a:pt x="0" y="216"/>
                    <a:pt x="0" y="485"/>
                  </a:cubicBezTo>
                  <a:lnTo>
                    <a:pt x="0" y="7295"/>
                  </a:lnTo>
                  <a:lnTo>
                    <a:pt x="5823" y="7295"/>
                  </a:lnTo>
                  <a:lnTo>
                    <a:pt x="5823" y="485"/>
                  </a:lnTo>
                  <a:cubicBezTo>
                    <a:pt x="5823" y="216"/>
                    <a:pt x="5607" y="0"/>
                    <a:pt x="53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4"/>
            <p:cNvSpPr/>
            <p:nvPr/>
          </p:nvSpPr>
          <p:spPr>
            <a:xfrm>
              <a:off x="1539775" y="3522338"/>
              <a:ext cx="291175" cy="36475"/>
            </a:xfrm>
            <a:custGeom>
              <a:rect b="b" l="l" r="r" t="t"/>
              <a:pathLst>
                <a:path extrusionOk="0" h="1459" w="11647">
                  <a:moveTo>
                    <a:pt x="485" y="0"/>
                  </a:moveTo>
                  <a:cubicBezTo>
                    <a:pt x="218" y="0"/>
                    <a:pt x="1" y="218"/>
                    <a:pt x="1" y="485"/>
                  </a:cubicBezTo>
                  <a:lnTo>
                    <a:pt x="1" y="974"/>
                  </a:lnTo>
                  <a:cubicBezTo>
                    <a:pt x="1" y="1242"/>
                    <a:pt x="218" y="1458"/>
                    <a:pt x="485" y="1458"/>
                  </a:cubicBezTo>
                  <a:lnTo>
                    <a:pt x="11162" y="1458"/>
                  </a:lnTo>
                  <a:cubicBezTo>
                    <a:pt x="11431" y="1458"/>
                    <a:pt x="11647" y="1242"/>
                    <a:pt x="11647" y="974"/>
                  </a:cubicBezTo>
                  <a:lnTo>
                    <a:pt x="11647" y="485"/>
                  </a:lnTo>
                  <a:cubicBezTo>
                    <a:pt x="11647" y="218"/>
                    <a:pt x="11429" y="0"/>
                    <a:pt x="111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4"/>
            <p:cNvSpPr/>
            <p:nvPr/>
          </p:nvSpPr>
          <p:spPr>
            <a:xfrm>
              <a:off x="1479100" y="3631763"/>
              <a:ext cx="412525" cy="243200"/>
            </a:xfrm>
            <a:custGeom>
              <a:rect b="b" l="l" r="r" t="t"/>
              <a:pathLst>
                <a:path extrusionOk="0" h="9728" w="16501">
                  <a:moveTo>
                    <a:pt x="4853" y="0"/>
                  </a:moveTo>
                  <a:cubicBezTo>
                    <a:pt x="4720" y="0"/>
                    <a:pt x="4609" y="108"/>
                    <a:pt x="4609" y="243"/>
                  </a:cubicBezTo>
                  <a:lnTo>
                    <a:pt x="4609" y="3648"/>
                  </a:lnTo>
                  <a:cubicBezTo>
                    <a:pt x="4609" y="3782"/>
                    <a:pt x="4718" y="3893"/>
                    <a:pt x="4853" y="3893"/>
                  </a:cubicBezTo>
                  <a:lnTo>
                    <a:pt x="5823" y="3893"/>
                  </a:lnTo>
                  <a:cubicBezTo>
                    <a:pt x="5956" y="3893"/>
                    <a:pt x="6066" y="3783"/>
                    <a:pt x="6066" y="3648"/>
                  </a:cubicBezTo>
                  <a:lnTo>
                    <a:pt x="6066" y="243"/>
                  </a:lnTo>
                  <a:cubicBezTo>
                    <a:pt x="6066" y="108"/>
                    <a:pt x="5958" y="0"/>
                    <a:pt x="5824" y="0"/>
                  </a:cubicBezTo>
                  <a:close/>
                  <a:moveTo>
                    <a:pt x="7764" y="0"/>
                  </a:moveTo>
                  <a:cubicBezTo>
                    <a:pt x="7629" y="0"/>
                    <a:pt x="7521" y="111"/>
                    <a:pt x="7521" y="243"/>
                  </a:cubicBezTo>
                  <a:lnTo>
                    <a:pt x="7521" y="3650"/>
                  </a:lnTo>
                  <a:cubicBezTo>
                    <a:pt x="7521" y="3785"/>
                    <a:pt x="7632" y="3893"/>
                    <a:pt x="7764" y="3893"/>
                  </a:cubicBezTo>
                  <a:lnTo>
                    <a:pt x="8734" y="3893"/>
                  </a:lnTo>
                  <a:cubicBezTo>
                    <a:pt x="8869" y="3893"/>
                    <a:pt x="8977" y="3782"/>
                    <a:pt x="8977" y="3650"/>
                  </a:cubicBezTo>
                  <a:lnTo>
                    <a:pt x="8977" y="243"/>
                  </a:lnTo>
                  <a:cubicBezTo>
                    <a:pt x="8977" y="108"/>
                    <a:pt x="8869" y="0"/>
                    <a:pt x="8734" y="0"/>
                  </a:cubicBezTo>
                  <a:close/>
                  <a:moveTo>
                    <a:pt x="10677" y="0"/>
                  </a:moveTo>
                  <a:cubicBezTo>
                    <a:pt x="10545" y="0"/>
                    <a:pt x="10434" y="108"/>
                    <a:pt x="10434" y="243"/>
                  </a:cubicBezTo>
                  <a:lnTo>
                    <a:pt x="10434" y="3648"/>
                  </a:lnTo>
                  <a:cubicBezTo>
                    <a:pt x="10434" y="3782"/>
                    <a:pt x="10542" y="3893"/>
                    <a:pt x="10677" y="3893"/>
                  </a:cubicBezTo>
                  <a:lnTo>
                    <a:pt x="11648" y="3893"/>
                  </a:lnTo>
                  <a:cubicBezTo>
                    <a:pt x="11781" y="3893"/>
                    <a:pt x="11891" y="3783"/>
                    <a:pt x="11891" y="3648"/>
                  </a:cubicBezTo>
                  <a:lnTo>
                    <a:pt x="11891" y="243"/>
                  </a:lnTo>
                  <a:cubicBezTo>
                    <a:pt x="11889" y="108"/>
                    <a:pt x="11781" y="0"/>
                    <a:pt x="11648" y="0"/>
                  </a:cubicBezTo>
                  <a:close/>
                  <a:moveTo>
                    <a:pt x="243" y="1946"/>
                  </a:moveTo>
                  <a:cubicBezTo>
                    <a:pt x="110" y="1946"/>
                    <a:pt x="0" y="2054"/>
                    <a:pt x="0" y="2189"/>
                  </a:cubicBezTo>
                  <a:lnTo>
                    <a:pt x="0" y="4620"/>
                  </a:lnTo>
                  <a:cubicBezTo>
                    <a:pt x="0" y="4755"/>
                    <a:pt x="110" y="4865"/>
                    <a:pt x="243" y="4865"/>
                  </a:cubicBezTo>
                  <a:lnTo>
                    <a:pt x="1212" y="4865"/>
                  </a:lnTo>
                  <a:cubicBezTo>
                    <a:pt x="1346" y="4865"/>
                    <a:pt x="1457" y="4755"/>
                    <a:pt x="1457" y="4620"/>
                  </a:cubicBezTo>
                  <a:lnTo>
                    <a:pt x="1457" y="2189"/>
                  </a:lnTo>
                  <a:cubicBezTo>
                    <a:pt x="1457" y="2054"/>
                    <a:pt x="1347" y="1946"/>
                    <a:pt x="1212" y="1946"/>
                  </a:cubicBezTo>
                  <a:close/>
                  <a:moveTo>
                    <a:pt x="15287" y="1946"/>
                  </a:moveTo>
                  <a:cubicBezTo>
                    <a:pt x="15152" y="1946"/>
                    <a:pt x="15044" y="2055"/>
                    <a:pt x="15044" y="2189"/>
                  </a:cubicBezTo>
                  <a:lnTo>
                    <a:pt x="15044" y="4620"/>
                  </a:lnTo>
                  <a:cubicBezTo>
                    <a:pt x="15044" y="4755"/>
                    <a:pt x="15152" y="4865"/>
                    <a:pt x="15287" y="4865"/>
                  </a:cubicBezTo>
                  <a:lnTo>
                    <a:pt x="16256" y="4865"/>
                  </a:lnTo>
                  <a:cubicBezTo>
                    <a:pt x="16390" y="4865"/>
                    <a:pt x="16501" y="4755"/>
                    <a:pt x="16501" y="4620"/>
                  </a:cubicBezTo>
                  <a:lnTo>
                    <a:pt x="16501" y="2189"/>
                  </a:lnTo>
                  <a:cubicBezTo>
                    <a:pt x="16501" y="2054"/>
                    <a:pt x="16391" y="1946"/>
                    <a:pt x="16256" y="1946"/>
                  </a:cubicBezTo>
                  <a:close/>
                  <a:moveTo>
                    <a:pt x="243" y="6809"/>
                  </a:moveTo>
                  <a:cubicBezTo>
                    <a:pt x="110" y="6809"/>
                    <a:pt x="0" y="6918"/>
                    <a:pt x="0" y="7053"/>
                  </a:cubicBezTo>
                  <a:lnTo>
                    <a:pt x="0" y="9485"/>
                  </a:lnTo>
                  <a:cubicBezTo>
                    <a:pt x="0" y="9620"/>
                    <a:pt x="110" y="9728"/>
                    <a:pt x="243" y="9728"/>
                  </a:cubicBezTo>
                  <a:lnTo>
                    <a:pt x="1212" y="9728"/>
                  </a:lnTo>
                  <a:cubicBezTo>
                    <a:pt x="1346" y="9728"/>
                    <a:pt x="1457" y="9620"/>
                    <a:pt x="1457" y="9485"/>
                  </a:cubicBezTo>
                  <a:lnTo>
                    <a:pt x="1457" y="7053"/>
                  </a:lnTo>
                  <a:cubicBezTo>
                    <a:pt x="1457" y="6918"/>
                    <a:pt x="1347" y="6809"/>
                    <a:pt x="1212" y="6809"/>
                  </a:cubicBezTo>
                  <a:close/>
                  <a:moveTo>
                    <a:pt x="15287" y="6809"/>
                  </a:moveTo>
                  <a:cubicBezTo>
                    <a:pt x="15154" y="6809"/>
                    <a:pt x="15044" y="6918"/>
                    <a:pt x="15044" y="7053"/>
                  </a:cubicBezTo>
                  <a:lnTo>
                    <a:pt x="15044" y="9485"/>
                  </a:lnTo>
                  <a:cubicBezTo>
                    <a:pt x="15044" y="9620"/>
                    <a:pt x="15152" y="9728"/>
                    <a:pt x="15287" y="9728"/>
                  </a:cubicBezTo>
                  <a:lnTo>
                    <a:pt x="16258" y="9728"/>
                  </a:lnTo>
                  <a:cubicBezTo>
                    <a:pt x="16390" y="9728"/>
                    <a:pt x="16501" y="9620"/>
                    <a:pt x="16501" y="9485"/>
                  </a:cubicBezTo>
                  <a:lnTo>
                    <a:pt x="16501" y="7053"/>
                  </a:lnTo>
                  <a:cubicBezTo>
                    <a:pt x="16501" y="6918"/>
                    <a:pt x="16393" y="6809"/>
                    <a:pt x="16258" y="6809"/>
                  </a:cubicBezTo>
                  <a:close/>
                </a:path>
              </a:pathLst>
            </a:custGeom>
            <a:solidFill>
              <a:srgbClr val="E7E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4"/>
            <p:cNvSpPr/>
            <p:nvPr/>
          </p:nvSpPr>
          <p:spPr>
            <a:xfrm>
              <a:off x="1576150" y="3510113"/>
              <a:ext cx="218425" cy="60875"/>
            </a:xfrm>
            <a:custGeom>
              <a:rect b="b" l="l" r="r" t="t"/>
              <a:pathLst>
                <a:path extrusionOk="0" h="2435" w="8737">
                  <a:moveTo>
                    <a:pt x="244" y="0"/>
                  </a:moveTo>
                  <a:cubicBezTo>
                    <a:pt x="109" y="0"/>
                    <a:pt x="1" y="111"/>
                    <a:pt x="1" y="245"/>
                  </a:cubicBezTo>
                  <a:lnTo>
                    <a:pt x="1" y="2192"/>
                  </a:lnTo>
                  <a:cubicBezTo>
                    <a:pt x="1" y="2327"/>
                    <a:pt x="112" y="2435"/>
                    <a:pt x="244" y="2435"/>
                  </a:cubicBezTo>
                  <a:lnTo>
                    <a:pt x="8493" y="2435"/>
                  </a:lnTo>
                  <a:cubicBezTo>
                    <a:pt x="8627" y="2435"/>
                    <a:pt x="8735" y="2325"/>
                    <a:pt x="8736" y="2192"/>
                  </a:cubicBezTo>
                  <a:lnTo>
                    <a:pt x="8736" y="245"/>
                  </a:lnTo>
                  <a:cubicBezTo>
                    <a:pt x="8736" y="110"/>
                    <a:pt x="8627" y="0"/>
                    <a:pt x="84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4"/>
            <p:cNvSpPr/>
            <p:nvPr/>
          </p:nvSpPr>
          <p:spPr>
            <a:xfrm>
              <a:off x="1624650" y="3473688"/>
              <a:ext cx="121350" cy="108225"/>
            </a:xfrm>
            <a:custGeom>
              <a:rect b="b" l="l" r="r" t="t"/>
              <a:pathLst>
                <a:path extrusionOk="0" h="4329" w="4854">
                  <a:moveTo>
                    <a:pt x="254" y="1"/>
                  </a:moveTo>
                  <a:cubicBezTo>
                    <a:pt x="91" y="384"/>
                    <a:pt x="1" y="809"/>
                    <a:pt x="1" y="1256"/>
                  </a:cubicBezTo>
                  <a:cubicBezTo>
                    <a:pt x="1" y="2772"/>
                    <a:pt x="1044" y="4037"/>
                    <a:pt x="2426" y="4328"/>
                  </a:cubicBezTo>
                  <a:cubicBezTo>
                    <a:pt x="3811" y="4040"/>
                    <a:pt x="4854" y="2772"/>
                    <a:pt x="4854" y="1256"/>
                  </a:cubicBezTo>
                  <a:cubicBezTo>
                    <a:pt x="4854" y="809"/>
                    <a:pt x="4763" y="384"/>
                    <a:pt x="4602" y="1"/>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4"/>
            <p:cNvSpPr/>
            <p:nvPr/>
          </p:nvSpPr>
          <p:spPr>
            <a:xfrm>
              <a:off x="1685375" y="3777713"/>
              <a:ext cx="72825" cy="182375"/>
            </a:xfrm>
            <a:custGeom>
              <a:rect b="b" l="l" r="r" t="t"/>
              <a:pathLst>
                <a:path extrusionOk="0" h="7295" w="2913">
                  <a:moveTo>
                    <a:pt x="0" y="0"/>
                  </a:moveTo>
                  <a:lnTo>
                    <a:pt x="0" y="7295"/>
                  </a:lnTo>
                  <a:lnTo>
                    <a:pt x="2912" y="7295"/>
                  </a:lnTo>
                  <a:lnTo>
                    <a:pt x="2912" y="486"/>
                  </a:lnTo>
                  <a:cubicBezTo>
                    <a:pt x="2912" y="218"/>
                    <a:pt x="2695" y="0"/>
                    <a:pt x="2426"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4"/>
            <p:cNvSpPr/>
            <p:nvPr/>
          </p:nvSpPr>
          <p:spPr>
            <a:xfrm>
              <a:off x="1515475" y="3923588"/>
              <a:ext cx="339750" cy="73000"/>
            </a:xfrm>
            <a:custGeom>
              <a:rect b="b" l="l" r="r" t="t"/>
              <a:pathLst>
                <a:path extrusionOk="0" h="2920" w="13590">
                  <a:moveTo>
                    <a:pt x="245" y="0"/>
                  </a:moveTo>
                  <a:cubicBezTo>
                    <a:pt x="110" y="0"/>
                    <a:pt x="0" y="110"/>
                    <a:pt x="0" y="243"/>
                  </a:cubicBezTo>
                  <a:lnTo>
                    <a:pt x="0" y="2919"/>
                  </a:lnTo>
                  <a:lnTo>
                    <a:pt x="13589" y="2919"/>
                  </a:lnTo>
                  <a:lnTo>
                    <a:pt x="13589" y="243"/>
                  </a:lnTo>
                  <a:cubicBezTo>
                    <a:pt x="13589" y="108"/>
                    <a:pt x="13481" y="0"/>
                    <a:pt x="133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4"/>
            <p:cNvSpPr/>
            <p:nvPr/>
          </p:nvSpPr>
          <p:spPr>
            <a:xfrm>
              <a:off x="1430600" y="3960038"/>
              <a:ext cx="509525" cy="36550"/>
            </a:xfrm>
            <a:custGeom>
              <a:rect b="b" l="l" r="r" t="t"/>
              <a:pathLst>
                <a:path extrusionOk="0" h="1462" w="20381">
                  <a:moveTo>
                    <a:pt x="243" y="0"/>
                  </a:moveTo>
                  <a:cubicBezTo>
                    <a:pt x="108" y="0"/>
                    <a:pt x="0" y="111"/>
                    <a:pt x="0" y="243"/>
                  </a:cubicBezTo>
                  <a:lnTo>
                    <a:pt x="0" y="1461"/>
                  </a:lnTo>
                  <a:lnTo>
                    <a:pt x="20381" y="1461"/>
                  </a:lnTo>
                  <a:lnTo>
                    <a:pt x="20381" y="243"/>
                  </a:lnTo>
                  <a:cubicBezTo>
                    <a:pt x="20381" y="111"/>
                    <a:pt x="20273" y="2"/>
                    <a:pt x="201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4"/>
            <p:cNvSpPr/>
            <p:nvPr/>
          </p:nvSpPr>
          <p:spPr>
            <a:xfrm>
              <a:off x="1649975" y="3473663"/>
              <a:ext cx="96075" cy="108250"/>
            </a:xfrm>
            <a:custGeom>
              <a:rect b="b" l="l" r="r" t="t"/>
              <a:pathLst>
                <a:path extrusionOk="0" h="4330" w="3843">
                  <a:moveTo>
                    <a:pt x="2385" y="0"/>
                  </a:moveTo>
                  <a:cubicBezTo>
                    <a:pt x="2385" y="1619"/>
                    <a:pt x="1402" y="3006"/>
                    <a:pt x="1" y="3593"/>
                  </a:cubicBezTo>
                  <a:cubicBezTo>
                    <a:pt x="393" y="3957"/>
                    <a:pt x="878" y="4215"/>
                    <a:pt x="1416" y="4329"/>
                  </a:cubicBezTo>
                  <a:cubicBezTo>
                    <a:pt x="2800" y="4041"/>
                    <a:pt x="3842" y="2773"/>
                    <a:pt x="3842" y="1257"/>
                  </a:cubicBezTo>
                  <a:cubicBezTo>
                    <a:pt x="3842" y="810"/>
                    <a:pt x="3750" y="385"/>
                    <a:pt x="3589"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4"/>
            <p:cNvSpPr/>
            <p:nvPr/>
          </p:nvSpPr>
          <p:spPr>
            <a:xfrm>
              <a:off x="1397175" y="3465813"/>
              <a:ext cx="576350" cy="539875"/>
            </a:xfrm>
            <a:custGeom>
              <a:rect b="b" l="l" r="r" t="t"/>
              <a:pathLst>
                <a:path extrusionOk="0" h="21595" w="23054">
                  <a:moveTo>
                    <a:pt x="16866" y="2625"/>
                  </a:moveTo>
                  <a:cubicBezTo>
                    <a:pt x="16931" y="2625"/>
                    <a:pt x="16987" y="2680"/>
                    <a:pt x="16987" y="2747"/>
                  </a:cubicBezTo>
                  <a:lnTo>
                    <a:pt x="16987" y="3235"/>
                  </a:lnTo>
                  <a:cubicBezTo>
                    <a:pt x="16987" y="3303"/>
                    <a:pt x="16931" y="3356"/>
                    <a:pt x="16866" y="3356"/>
                  </a:cubicBezTo>
                  <a:lnTo>
                    <a:pt x="16261" y="3356"/>
                  </a:lnTo>
                  <a:lnTo>
                    <a:pt x="16261" y="2625"/>
                  </a:lnTo>
                  <a:close/>
                  <a:moveTo>
                    <a:pt x="6795" y="2626"/>
                  </a:moveTo>
                  <a:lnTo>
                    <a:pt x="6795" y="3357"/>
                  </a:lnTo>
                  <a:lnTo>
                    <a:pt x="6188" y="3357"/>
                  </a:lnTo>
                  <a:cubicBezTo>
                    <a:pt x="6121" y="3357"/>
                    <a:pt x="6067" y="3302"/>
                    <a:pt x="6067" y="3236"/>
                  </a:cubicBezTo>
                  <a:lnTo>
                    <a:pt x="6067" y="2747"/>
                  </a:lnTo>
                  <a:cubicBezTo>
                    <a:pt x="6067" y="2680"/>
                    <a:pt x="6122" y="2626"/>
                    <a:pt x="6188" y="2626"/>
                  </a:cubicBezTo>
                  <a:close/>
                  <a:moveTo>
                    <a:pt x="8777" y="2139"/>
                  </a:moveTo>
                  <a:cubicBezTo>
                    <a:pt x="8869" y="2773"/>
                    <a:pt x="9129" y="3360"/>
                    <a:pt x="9513" y="3840"/>
                  </a:cubicBezTo>
                  <a:lnTo>
                    <a:pt x="7524" y="3840"/>
                  </a:lnTo>
                  <a:lnTo>
                    <a:pt x="7524" y="3719"/>
                  </a:lnTo>
                  <a:lnTo>
                    <a:pt x="7524" y="2139"/>
                  </a:lnTo>
                  <a:close/>
                  <a:moveTo>
                    <a:pt x="15530" y="2140"/>
                  </a:moveTo>
                  <a:lnTo>
                    <a:pt x="15530" y="3843"/>
                  </a:lnTo>
                  <a:lnTo>
                    <a:pt x="13541" y="3843"/>
                  </a:lnTo>
                  <a:cubicBezTo>
                    <a:pt x="13924" y="3361"/>
                    <a:pt x="14183" y="2774"/>
                    <a:pt x="14278" y="2140"/>
                  </a:cubicBezTo>
                  <a:close/>
                  <a:moveTo>
                    <a:pt x="13448" y="728"/>
                  </a:moveTo>
                  <a:cubicBezTo>
                    <a:pt x="13542" y="1015"/>
                    <a:pt x="13589" y="1313"/>
                    <a:pt x="13589" y="1619"/>
                  </a:cubicBezTo>
                  <a:cubicBezTo>
                    <a:pt x="13589" y="2906"/>
                    <a:pt x="12725" y="4029"/>
                    <a:pt x="11527" y="4319"/>
                  </a:cubicBezTo>
                  <a:cubicBezTo>
                    <a:pt x="10327" y="4029"/>
                    <a:pt x="9463" y="2906"/>
                    <a:pt x="9463" y="1619"/>
                  </a:cubicBezTo>
                  <a:cubicBezTo>
                    <a:pt x="9466" y="1313"/>
                    <a:pt x="9512" y="1015"/>
                    <a:pt x="9605" y="728"/>
                  </a:cubicBezTo>
                  <a:close/>
                  <a:moveTo>
                    <a:pt x="17228" y="5543"/>
                  </a:moveTo>
                  <a:lnTo>
                    <a:pt x="21718" y="5544"/>
                  </a:lnTo>
                  <a:cubicBezTo>
                    <a:pt x="21784" y="5544"/>
                    <a:pt x="21838" y="5599"/>
                    <a:pt x="21838" y="5665"/>
                  </a:cubicBezTo>
                  <a:lnTo>
                    <a:pt x="21838" y="6152"/>
                  </a:lnTo>
                  <a:cubicBezTo>
                    <a:pt x="21838" y="6219"/>
                    <a:pt x="21783" y="6273"/>
                    <a:pt x="21718" y="6273"/>
                  </a:cubicBezTo>
                  <a:lnTo>
                    <a:pt x="17228" y="6273"/>
                  </a:lnTo>
                  <a:lnTo>
                    <a:pt x="17228" y="5543"/>
                  </a:lnTo>
                  <a:close/>
                  <a:moveTo>
                    <a:pt x="5824" y="5544"/>
                  </a:moveTo>
                  <a:lnTo>
                    <a:pt x="5824" y="6274"/>
                  </a:lnTo>
                  <a:lnTo>
                    <a:pt x="1335" y="6274"/>
                  </a:lnTo>
                  <a:cubicBezTo>
                    <a:pt x="1269" y="6274"/>
                    <a:pt x="1214" y="6219"/>
                    <a:pt x="1214" y="6152"/>
                  </a:cubicBezTo>
                  <a:lnTo>
                    <a:pt x="1214" y="5665"/>
                  </a:lnTo>
                  <a:cubicBezTo>
                    <a:pt x="1214" y="5598"/>
                    <a:pt x="1269" y="5544"/>
                    <a:pt x="1335" y="5544"/>
                  </a:cubicBezTo>
                  <a:close/>
                  <a:moveTo>
                    <a:pt x="8980" y="7002"/>
                  </a:moveTo>
                  <a:lnTo>
                    <a:pt x="8980" y="10164"/>
                  </a:lnTo>
                  <a:lnTo>
                    <a:pt x="8253" y="10164"/>
                  </a:lnTo>
                  <a:lnTo>
                    <a:pt x="8253" y="7002"/>
                  </a:lnTo>
                  <a:close/>
                  <a:moveTo>
                    <a:pt x="11892" y="7002"/>
                  </a:moveTo>
                  <a:lnTo>
                    <a:pt x="11892" y="10164"/>
                  </a:lnTo>
                  <a:lnTo>
                    <a:pt x="11164" y="10164"/>
                  </a:lnTo>
                  <a:lnTo>
                    <a:pt x="11164" y="7002"/>
                  </a:lnTo>
                  <a:close/>
                  <a:moveTo>
                    <a:pt x="14804" y="7002"/>
                  </a:moveTo>
                  <a:lnTo>
                    <a:pt x="14804" y="10164"/>
                  </a:lnTo>
                  <a:lnTo>
                    <a:pt x="14075" y="10164"/>
                  </a:lnTo>
                  <a:lnTo>
                    <a:pt x="14075" y="7002"/>
                  </a:lnTo>
                  <a:close/>
                  <a:moveTo>
                    <a:pt x="8130" y="6274"/>
                  </a:moveTo>
                  <a:cubicBezTo>
                    <a:pt x="7796" y="6274"/>
                    <a:pt x="7524" y="6547"/>
                    <a:pt x="7524" y="6881"/>
                  </a:cubicBezTo>
                  <a:lnTo>
                    <a:pt x="7524" y="10288"/>
                  </a:lnTo>
                  <a:cubicBezTo>
                    <a:pt x="7524" y="10622"/>
                    <a:pt x="7796" y="10895"/>
                    <a:pt x="8130" y="10895"/>
                  </a:cubicBezTo>
                  <a:lnTo>
                    <a:pt x="9100" y="10895"/>
                  </a:lnTo>
                  <a:cubicBezTo>
                    <a:pt x="9434" y="10895"/>
                    <a:pt x="9705" y="10622"/>
                    <a:pt x="9705" y="10288"/>
                  </a:cubicBezTo>
                  <a:lnTo>
                    <a:pt x="9705" y="6881"/>
                  </a:lnTo>
                  <a:cubicBezTo>
                    <a:pt x="9705" y="6546"/>
                    <a:pt x="9434" y="6274"/>
                    <a:pt x="9100" y="6274"/>
                  </a:cubicBezTo>
                  <a:close/>
                  <a:moveTo>
                    <a:pt x="11041" y="6274"/>
                  </a:moveTo>
                  <a:cubicBezTo>
                    <a:pt x="10707" y="6274"/>
                    <a:pt x="10435" y="6547"/>
                    <a:pt x="10435" y="6881"/>
                  </a:cubicBezTo>
                  <a:lnTo>
                    <a:pt x="10435" y="10288"/>
                  </a:lnTo>
                  <a:cubicBezTo>
                    <a:pt x="10435" y="10622"/>
                    <a:pt x="10707" y="10895"/>
                    <a:pt x="11041" y="10895"/>
                  </a:cubicBezTo>
                  <a:lnTo>
                    <a:pt x="12011" y="10895"/>
                  </a:lnTo>
                  <a:cubicBezTo>
                    <a:pt x="12345" y="10895"/>
                    <a:pt x="12617" y="10622"/>
                    <a:pt x="12617" y="10288"/>
                  </a:cubicBezTo>
                  <a:lnTo>
                    <a:pt x="12617" y="6881"/>
                  </a:lnTo>
                  <a:cubicBezTo>
                    <a:pt x="12617" y="6546"/>
                    <a:pt x="12345" y="6274"/>
                    <a:pt x="12011" y="6274"/>
                  </a:cubicBezTo>
                  <a:close/>
                  <a:moveTo>
                    <a:pt x="13954" y="6274"/>
                  </a:moveTo>
                  <a:cubicBezTo>
                    <a:pt x="13620" y="6274"/>
                    <a:pt x="13349" y="6547"/>
                    <a:pt x="13349" y="6881"/>
                  </a:cubicBezTo>
                  <a:lnTo>
                    <a:pt x="13349" y="10288"/>
                  </a:lnTo>
                  <a:cubicBezTo>
                    <a:pt x="13347" y="10622"/>
                    <a:pt x="13619" y="10895"/>
                    <a:pt x="13954" y="10895"/>
                  </a:cubicBezTo>
                  <a:lnTo>
                    <a:pt x="14925" y="10895"/>
                  </a:lnTo>
                  <a:cubicBezTo>
                    <a:pt x="15259" y="10895"/>
                    <a:pt x="15530" y="10622"/>
                    <a:pt x="15530" y="10288"/>
                  </a:cubicBezTo>
                  <a:lnTo>
                    <a:pt x="15530" y="6881"/>
                  </a:lnTo>
                  <a:cubicBezTo>
                    <a:pt x="15530" y="6546"/>
                    <a:pt x="15259" y="6274"/>
                    <a:pt x="14925" y="6274"/>
                  </a:cubicBezTo>
                  <a:close/>
                  <a:moveTo>
                    <a:pt x="4369" y="8949"/>
                  </a:moveTo>
                  <a:lnTo>
                    <a:pt x="4369" y="11138"/>
                  </a:lnTo>
                  <a:lnTo>
                    <a:pt x="3641" y="11138"/>
                  </a:lnTo>
                  <a:lnTo>
                    <a:pt x="3641" y="8949"/>
                  </a:lnTo>
                  <a:close/>
                  <a:moveTo>
                    <a:pt x="19413" y="8949"/>
                  </a:moveTo>
                  <a:lnTo>
                    <a:pt x="19413" y="11138"/>
                  </a:lnTo>
                  <a:lnTo>
                    <a:pt x="18685" y="11138"/>
                  </a:lnTo>
                  <a:lnTo>
                    <a:pt x="18685" y="8949"/>
                  </a:lnTo>
                  <a:close/>
                  <a:moveTo>
                    <a:pt x="3520" y="8220"/>
                  </a:moveTo>
                  <a:cubicBezTo>
                    <a:pt x="3186" y="8220"/>
                    <a:pt x="2915" y="8493"/>
                    <a:pt x="2915" y="8827"/>
                  </a:cubicBezTo>
                  <a:lnTo>
                    <a:pt x="2915" y="11258"/>
                  </a:lnTo>
                  <a:cubicBezTo>
                    <a:pt x="2915" y="11595"/>
                    <a:pt x="3186" y="11867"/>
                    <a:pt x="3520" y="11867"/>
                  </a:cubicBezTo>
                  <a:lnTo>
                    <a:pt x="4489" y="11867"/>
                  </a:lnTo>
                  <a:cubicBezTo>
                    <a:pt x="4823" y="11867"/>
                    <a:pt x="5095" y="11592"/>
                    <a:pt x="5095" y="11258"/>
                  </a:cubicBezTo>
                  <a:lnTo>
                    <a:pt x="5095" y="8827"/>
                  </a:lnTo>
                  <a:cubicBezTo>
                    <a:pt x="5095" y="8491"/>
                    <a:pt x="4823" y="8220"/>
                    <a:pt x="4489" y="8220"/>
                  </a:cubicBezTo>
                  <a:close/>
                  <a:moveTo>
                    <a:pt x="18564" y="8219"/>
                  </a:moveTo>
                  <a:cubicBezTo>
                    <a:pt x="18230" y="8219"/>
                    <a:pt x="17959" y="8493"/>
                    <a:pt x="17959" y="8827"/>
                  </a:cubicBezTo>
                  <a:lnTo>
                    <a:pt x="17959" y="11258"/>
                  </a:lnTo>
                  <a:cubicBezTo>
                    <a:pt x="17959" y="11595"/>
                    <a:pt x="18230" y="11867"/>
                    <a:pt x="18564" y="11867"/>
                  </a:cubicBezTo>
                  <a:lnTo>
                    <a:pt x="19535" y="11867"/>
                  </a:lnTo>
                  <a:cubicBezTo>
                    <a:pt x="19869" y="11867"/>
                    <a:pt x="20140" y="11592"/>
                    <a:pt x="20140" y="11258"/>
                  </a:cubicBezTo>
                  <a:lnTo>
                    <a:pt x="20140" y="8827"/>
                  </a:lnTo>
                  <a:cubicBezTo>
                    <a:pt x="20142" y="8491"/>
                    <a:pt x="19869" y="8219"/>
                    <a:pt x="19535" y="8219"/>
                  </a:cubicBezTo>
                  <a:close/>
                  <a:moveTo>
                    <a:pt x="4369" y="13813"/>
                  </a:moveTo>
                  <a:lnTo>
                    <a:pt x="4369" y="16002"/>
                  </a:lnTo>
                  <a:lnTo>
                    <a:pt x="3641" y="16002"/>
                  </a:lnTo>
                  <a:lnTo>
                    <a:pt x="3641" y="13813"/>
                  </a:lnTo>
                  <a:close/>
                  <a:moveTo>
                    <a:pt x="19413" y="13813"/>
                  </a:moveTo>
                  <a:lnTo>
                    <a:pt x="19413" y="16002"/>
                  </a:lnTo>
                  <a:lnTo>
                    <a:pt x="18685" y="16002"/>
                  </a:lnTo>
                  <a:lnTo>
                    <a:pt x="18685" y="13813"/>
                  </a:lnTo>
                  <a:close/>
                  <a:moveTo>
                    <a:pt x="3522" y="13083"/>
                  </a:moveTo>
                  <a:cubicBezTo>
                    <a:pt x="3188" y="13083"/>
                    <a:pt x="2916" y="13357"/>
                    <a:pt x="2916" y="13691"/>
                  </a:cubicBezTo>
                  <a:lnTo>
                    <a:pt x="2916" y="16123"/>
                  </a:lnTo>
                  <a:cubicBezTo>
                    <a:pt x="2916" y="16458"/>
                    <a:pt x="3188" y="16730"/>
                    <a:pt x="3522" y="16730"/>
                  </a:cubicBezTo>
                  <a:lnTo>
                    <a:pt x="4492" y="16730"/>
                  </a:lnTo>
                  <a:cubicBezTo>
                    <a:pt x="4826" y="16730"/>
                    <a:pt x="5098" y="16458"/>
                    <a:pt x="5098" y="16123"/>
                  </a:cubicBezTo>
                  <a:lnTo>
                    <a:pt x="5098" y="13691"/>
                  </a:lnTo>
                  <a:cubicBezTo>
                    <a:pt x="5098" y="13354"/>
                    <a:pt x="4826" y="13083"/>
                    <a:pt x="4492" y="13083"/>
                  </a:cubicBezTo>
                  <a:close/>
                  <a:moveTo>
                    <a:pt x="18564" y="13083"/>
                  </a:moveTo>
                  <a:cubicBezTo>
                    <a:pt x="18230" y="13083"/>
                    <a:pt x="17959" y="13357"/>
                    <a:pt x="17959" y="13691"/>
                  </a:cubicBezTo>
                  <a:lnTo>
                    <a:pt x="17959" y="16123"/>
                  </a:lnTo>
                  <a:cubicBezTo>
                    <a:pt x="17959" y="16458"/>
                    <a:pt x="18230" y="16730"/>
                    <a:pt x="18564" y="16730"/>
                  </a:cubicBezTo>
                  <a:lnTo>
                    <a:pt x="19535" y="16730"/>
                  </a:lnTo>
                  <a:cubicBezTo>
                    <a:pt x="19869" y="16730"/>
                    <a:pt x="20140" y="16457"/>
                    <a:pt x="20140" y="16123"/>
                  </a:cubicBezTo>
                  <a:lnTo>
                    <a:pt x="20140" y="13691"/>
                  </a:lnTo>
                  <a:cubicBezTo>
                    <a:pt x="20142" y="13354"/>
                    <a:pt x="19869" y="13083"/>
                    <a:pt x="19535" y="13083"/>
                  </a:cubicBezTo>
                  <a:close/>
                  <a:moveTo>
                    <a:pt x="13953" y="12840"/>
                  </a:moveTo>
                  <a:cubicBezTo>
                    <a:pt x="14021" y="12840"/>
                    <a:pt x="14073" y="12895"/>
                    <a:pt x="14073" y="12961"/>
                  </a:cubicBezTo>
                  <a:lnTo>
                    <a:pt x="14073" y="17945"/>
                  </a:lnTo>
                  <a:lnTo>
                    <a:pt x="11891" y="17945"/>
                  </a:lnTo>
                  <a:lnTo>
                    <a:pt x="11891" y="12840"/>
                  </a:lnTo>
                  <a:close/>
                  <a:moveTo>
                    <a:pt x="16502" y="4086"/>
                  </a:moveTo>
                  <a:lnTo>
                    <a:pt x="16502" y="17947"/>
                  </a:lnTo>
                  <a:lnTo>
                    <a:pt x="14804" y="17947"/>
                  </a:lnTo>
                  <a:lnTo>
                    <a:pt x="14804" y="12962"/>
                  </a:lnTo>
                  <a:cubicBezTo>
                    <a:pt x="14804" y="12493"/>
                    <a:pt x="14423" y="12111"/>
                    <a:pt x="13954" y="12111"/>
                  </a:cubicBezTo>
                  <a:lnTo>
                    <a:pt x="9101" y="12111"/>
                  </a:lnTo>
                  <a:cubicBezTo>
                    <a:pt x="8632" y="12111"/>
                    <a:pt x="8253" y="12493"/>
                    <a:pt x="8253" y="12962"/>
                  </a:cubicBezTo>
                  <a:lnTo>
                    <a:pt x="8253" y="17947"/>
                  </a:lnTo>
                  <a:lnTo>
                    <a:pt x="6554" y="17947"/>
                  </a:lnTo>
                  <a:lnTo>
                    <a:pt x="6554" y="4086"/>
                  </a:lnTo>
                  <a:lnTo>
                    <a:pt x="6809" y="4086"/>
                  </a:lnTo>
                  <a:cubicBezTo>
                    <a:pt x="6866" y="4363"/>
                    <a:pt x="7110" y="4572"/>
                    <a:pt x="7403" y="4572"/>
                  </a:cubicBezTo>
                  <a:lnTo>
                    <a:pt x="10312" y="4572"/>
                  </a:lnTo>
                  <a:cubicBezTo>
                    <a:pt x="10654" y="4798"/>
                    <a:pt x="11038" y="4963"/>
                    <a:pt x="11453" y="5051"/>
                  </a:cubicBezTo>
                  <a:cubicBezTo>
                    <a:pt x="11478" y="5055"/>
                    <a:pt x="11503" y="5058"/>
                    <a:pt x="11528" y="5058"/>
                  </a:cubicBezTo>
                  <a:cubicBezTo>
                    <a:pt x="11552" y="5058"/>
                    <a:pt x="11578" y="5055"/>
                    <a:pt x="11602" y="5051"/>
                  </a:cubicBezTo>
                  <a:cubicBezTo>
                    <a:pt x="12019" y="4963"/>
                    <a:pt x="12404" y="4798"/>
                    <a:pt x="12745" y="4572"/>
                  </a:cubicBezTo>
                  <a:lnTo>
                    <a:pt x="15652" y="4572"/>
                  </a:lnTo>
                  <a:cubicBezTo>
                    <a:pt x="15946" y="4572"/>
                    <a:pt x="16191" y="4363"/>
                    <a:pt x="16248" y="4086"/>
                  </a:cubicBezTo>
                  <a:close/>
                  <a:moveTo>
                    <a:pt x="11162" y="12841"/>
                  </a:moveTo>
                  <a:lnTo>
                    <a:pt x="11162" y="17949"/>
                  </a:lnTo>
                  <a:lnTo>
                    <a:pt x="8979" y="17947"/>
                  </a:lnTo>
                  <a:lnTo>
                    <a:pt x="8979" y="12962"/>
                  </a:lnTo>
                  <a:cubicBezTo>
                    <a:pt x="8979" y="12895"/>
                    <a:pt x="9034" y="12841"/>
                    <a:pt x="9100" y="12841"/>
                  </a:cubicBezTo>
                  <a:close/>
                  <a:moveTo>
                    <a:pt x="5825" y="7002"/>
                  </a:moveTo>
                  <a:lnTo>
                    <a:pt x="5825" y="17945"/>
                  </a:lnTo>
                  <a:lnTo>
                    <a:pt x="4977" y="17945"/>
                  </a:lnTo>
                  <a:cubicBezTo>
                    <a:pt x="4643" y="17945"/>
                    <a:pt x="4372" y="18219"/>
                    <a:pt x="4372" y="18553"/>
                  </a:cubicBezTo>
                  <a:lnTo>
                    <a:pt x="4372" y="19404"/>
                  </a:lnTo>
                  <a:lnTo>
                    <a:pt x="2186" y="19404"/>
                  </a:lnTo>
                  <a:lnTo>
                    <a:pt x="2186" y="7002"/>
                  </a:lnTo>
                  <a:close/>
                  <a:moveTo>
                    <a:pt x="17956" y="18675"/>
                  </a:moveTo>
                  <a:lnTo>
                    <a:pt x="17956" y="19406"/>
                  </a:lnTo>
                  <a:lnTo>
                    <a:pt x="5098" y="19406"/>
                  </a:lnTo>
                  <a:lnTo>
                    <a:pt x="5098" y="18675"/>
                  </a:lnTo>
                  <a:close/>
                  <a:moveTo>
                    <a:pt x="20869" y="7005"/>
                  </a:moveTo>
                  <a:lnTo>
                    <a:pt x="20869" y="19407"/>
                  </a:lnTo>
                  <a:lnTo>
                    <a:pt x="18685" y="19407"/>
                  </a:lnTo>
                  <a:lnTo>
                    <a:pt x="18685" y="19406"/>
                  </a:lnTo>
                  <a:lnTo>
                    <a:pt x="18685" y="18554"/>
                  </a:lnTo>
                  <a:cubicBezTo>
                    <a:pt x="18685" y="18219"/>
                    <a:pt x="18414" y="17947"/>
                    <a:pt x="18080" y="17947"/>
                  </a:cubicBezTo>
                  <a:lnTo>
                    <a:pt x="17230" y="17947"/>
                  </a:lnTo>
                  <a:lnTo>
                    <a:pt x="17230" y="7005"/>
                  </a:lnTo>
                  <a:close/>
                  <a:moveTo>
                    <a:pt x="21355" y="20136"/>
                  </a:moveTo>
                  <a:lnTo>
                    <a:pt x="21355" y="20865"/>
                  </a:lnTo>
                  <a:lnTo>
                    <a:pt x="1701" y="20865"/>
                  </a:lnTo>
                  <a:lnTo>
                    <a:pt x="1701" y="20136"/>
                  </a:lnTo>
                  <a:close/>
                  <a:moveTo>
                    <a:pt x="9354" y="0"/>
                  </a:moveTo>
                  <a:cubicBezTo>
                    <a:pt x="9208" y="0"/>
                    <a:pt x="9074" y="87"/>
                    <a:pt x="9017" y="222"/>
                  </a:cubicBezTo>
                  <a:cubicBezTo>
                    <a:pt x="8858" y="600"/>
                    <a:pt x="8766" y="999"/>
                    <a:pt x="8743" y="1410"/>
                  </a:cubicBezTo>
                  <a:lnTo>
                    <a:pt x="7401" y="1410"/>
                  </a:lnTo>
                  <a:cubicBezTo>
                    <a:pt x="7109" y="1410"/>
                    <a:pt x="6863" y="1620"/>
                    <a:pt x="6806" y="1897"/>
                  </a:cubicBezTo>
                  <a:lnTo>
                    <a:pt x="6188" y="1897"/>
                  </a:lnTo>
                  <a:cubicBezTo>
                    <a:pt x="5719" y="1897"/>
                    <a:pt x="5339" y="2278"/>
                    <a:pt x="5339" y="2747"/>
                  </a:cubicBezTo>
                  <a:lnTo>
                    <a:pt x="5339" y="3235"/>
                  </a:lnTo>
                  <a:cubicBezTo>
                    <a:pt x="5339" y="3574"/>
                    <a:pt x="5538" y="3866"/>
                    <a:pt x="5824" y="4002"/>
                  </a:cubicBezTo>
                  <a:lnTo>
                    <a:pt x="5824" y="4815"/>
                  </a:lnTo>
                  <a:lnTo>
                    <a:pt x="1335" y="4815"/>
                  </a:lnTo>
                  <a:cubicBezTo>
                    <a:pt x="866" y="4815"/>
                    <a:pt x="486" y="5197"/>
                    <a:pt x="486" y="5666"/>
                  </a:cubicBezTo>
                  <a:lnTo>
                    <a:pt x="486" y="6154"/>
                  </a:lnTo>
                  <a:cubicBezTo>
                    <a:pt x="486" y="6623"/>
                    <a:pt x="866" y="7004"/>
                    <a:pt x="1335" y="7004"/>
                  </a:cubicBezTo>
                  <a:lnTo>
                    <a:pt x="1455" y="7004"/>
                  </a:lnTo>
                  <a:lnTo>
                    <a:pt x="1455" y="19420"/>
                  </a:lnTo>
                  <a:cubicBezTo>
                    <a:pt x="1178" y="19477"/>
                    <a:pt x="971" y="19721"/>
                    <a:pt x="971" y="20015"/>
                  </a:cubicBezTo>
                  <a:lnTo>
                    <a:pt x="971" y="20865"/>
                  </a:lnTo>
                  <a:lnTo>
                    <a:pt x="365" y="20865"/>
                  </a:lnTo>
                  <a:cubicBezTo>
                    <a:pt x="164" y="20865"/>
                    <a:pt x="0" y="21028"/>
                    <a:pt x="0" y="21230"/>
                  </a:cubicBezTo>
                  <a:cubicBezTo>
                    <a:pt x="0" y="21431"/>
                    <a:pt x="164" y="21594"/>
                    <a:pt x="365" y="21594"/>
                  </a:cubicBezTo>
                  <a:lnTo>
                    <a:pt x="22687" y="21594"/>
                  </a:lnTo>
                  <a:cubicBezTo>
                    <a:pt x="22889" y="21594"/>
                    <a:pt x="23052" y="21431"/>
                    <a:pt x="23052" y="21230"/>
                  </a:cubicBezTo>
                  <a:cubicBezTo>
                    <a:pt x="23053" y="21028"/>
                    <a:pt x="22890" y="20865"/>
                    <a:pt x="22690" y="20865"/>
                  </a:cubicBezTo>
                  <a:lnTo>
                    <a:pt x="22083" y="20865"/>
                  </a:lnTo>
                  <a:lnTo>
                    <a:pt x="22083" y="20015"/>
                  </a:lnTo>
                  <a:cubicBezTo>
                    <a:pt x="22083" y="19721"/>
                    <a:pt x="21875" y="19475"/>
                    <a:pt x="21598" y="19420"/>
                  </a:cubicBezTo>
                  <a:lnTo>
                    <a:pt x="21598" y="7004"/>
                  </a:lnTo>
                  <a:lnTo>
                    <a:pt x="21719" y="7004"/>
                  </a:lnTo>
                  <a:cubicBezTo>
                    <a:pt x="22188" y="7004"/>
                    <a:pt x="22569" y="6623"/>
                    <a:pt x="22569" y="6154"/>
                  </a:cubicBezTo>
                  <a:lnTo>
                    <a:pt x="22569" y="5666"/>
                  </a:lnTo>
                  <a:cubicBezTo>
                    <a:pt x="22569" y="5197"/>
                    <a:pt x="22188" y="4815"/>
                    <a:pt x="21719" y="4815"/>
                  </a:cubicBezTo>
                  <a:lnTo>
                    <a:pt x="17230" y="4815"/>
                  </a:lnTo>
                  <a:lnTo>
                    <a:pt x="17230" y="4002"/>
                  </a:lnTo>
                  <a:cubicBezTo>
                    <a:pt x="17517" y="3866"/>
                    <a:pt x="17716" y="3572"/>
                    <a:pt x="17716" y="3235"/>
                  </a:cubicBezTo>
                  <a:lnTo>
                    <a:pt x="17716" y="2747"/>
                  </a:lnTo>
                  <a:cubicBezTo>
                    <a:pt x="17716" y="2278"/>
                    <a:pt x="17335" y="1897"/>
                    <a:pt x="16866" y="1897"/>
                  </a:cubicBezTo>
                  <a:lnTo>
                    <a:pt x="16248" y="1897"/>
                  </a:lnTo>
                  <a:cubicBezTo>
                    <a:pt x="16191" y="1620"/>
                    <a:pt x="15946" y="1410"/>
                    <a:pt x="15652" y="1410"/>
                  </a:cubicBezTo>
                  <a:lnTo>
                    <a:pt x="14312" y="1410"/>
                  </a:lnTo>
                  <a:cubicBezTo>
                    <a:pt x="14288" y="999"/>
                    <a:pt x="14196" y="600"/>
                    <a:pt x="14036" y="222"/>
                  </a:cubicBezTo>
                  <a:cubicBezTo>
                    <a:pt x="13980" y="87"/>
                    <a:pt x="13847" y="0"/>
                    <a:pt x="137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1" name="Google Shape;1981;p44"/>
          <p:cNvGrpSpPr/>
          <p:nvPr/>
        </p:nvGrpSpPr>
        <p:grpSpPr>
          <a:xfrm>
            <a:off x="7170538" y="1842938"/>
            <a:ext cx="576225" cy="576275"/>
            <a:chOff x="7170538" y="1842938"/>
            <a:chExt cx="576225" cy="576275"/>
          </a:xfrm>
        </p:grpSpPr>
        <p:sp>
          <p:nvSpPr>
            <p:cNvPr id="1982" name="Google Shape;1982;p44"/>
            <p:cNvSpPr/>
            <p:nvPr/>
          </p:nvSpPr>
          <p:spPr>
            <a:xfrm>
              <a:off x="7179588" y="1852038"/>
              <a:ext cx="558075" cy="558075"/>
            </a:xfrm>
            <a:custGeom>
              <a:rect b="b" l="l" r="r" t="t"/>
              <a:pathLst>
                <a:path extrusionOk="0" h="22323" w="22323">
                  <a:moveTo>
                    <a:pt x="3882" y="0"/>
                  </a:moveTo>
                  <a:cubicBezTo>
                    <a:pt x="1737" y="0"/>
                    <a:pt x="1" y="1738"/>
                    <a:pt x="1" y="3881"/>
                  </a:cubicBezTo>
                  <a:lnTo>
                    <a:pt x="1" y="12618"/>
                  </a:lnTo>
                  <a:cubicBezTo>
                    <a:pt x="1" y="14763"/>
                    <a:pt x="1737" y="16499"/>
                    <a:pt x="3882" y="16499"/>
                  </a:cubicBezTo>
                  <a:lnTo>
                    <a:pt x="4367" y="16499"/>
                  </a:lnTo>
                  <a:lnTo>
                    <a:pt x="4367" y="19923"/>
                  </a:lnTo>
                  <a:cubicBezTo>
                    <a:pt x="4367" y="21247"/>
                    <a:pt x="5441" y="22323"/>
                    <a:pt x="6767" y="22323"/>
                  </a:cubicBezTo>
                  <a:cubicBezTo>
                    <a:pt x="7676" y="22323"/>
                    <a:pt x="8506" y="21808"/>
                    <a:pt x="8913" y="20996"/>
                  </a:cubicBezTo>
                  <a:lnTo>
                    <a:pt x="11161" y="16498"/>
                  </a:lnTo>
                  <a:lnTo>
                    <a:pt x="18441" y="16498"/>
                  </a:lnTo>
                  <a:cubicBezTo>
                    <a:pt x="20586" y="16498"/>
                    <a:pt x="22322" y="14760"/>
                    <a:pt x="22322" y="12617"/>
                  </a:cubicBezTo>
                  <a:lnTo>
                    <a:pt x="22322" y="3881"/>
                  </a:lnTo>
                  <a:cubicBezTo>
                    <a:pt x="22322" y="1738"/>
                    <a:pt x="20586" y="0"/>
                    <a:pt x="1844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4"/>
            <p:cNvSpPr/>
            <p:nvPr/>
          </p:nvSpPr>
          <p:spPr>
            <a:xfrm>
              <a:off x="7179588" y="1852038"/>
              <a:ext cx="473150" cy="291175"/>
            </a:xfrm>
            <a:custGeom>
              <a:rect b="b" l="l" r="r" t="t"/>
              <a:pathLst>
                <a:path extrusionOk="0" h="11647" w="18926">
                  <a:moveTo>
                    <a:pt x="3882" y="0"/>
                  </a:moveTo>
                  <a:cubicBezTo>
                    <a:pt x="1737" y="0"/>
                    <a:pt x="1" y="1738"/>
                    <a:pt x="1" y="3881"/>
                  </a:cubicBezTo>
                  <a:lnTo>
                    <a:pt x="1" y="7765"/>
                  </a:lnTo>
                  <a:cubicBezTo>
                    <a:pt x="1" y="9910"/>
                    <a:pt x="1737" y="11646"/>
                    <a:pt x="3882" y="11646"/>
                  </a:cubicBezTo>
                  <a:lnTo>
                    <a:pt x="15043" y="11646"/>
                  </a:lnTo>
                  <a:cubicBezTo>
                    <a:pt x="17186" y="11646"/>
                    <a:pt x="18926" y="9907"/>
                    <a:pt x="18924" y="7764"/>
                  </a:cubicBezTo>
                  <a:lnTo>
                    <a:pt x="18924" y="3881"/>
                  </a:lnTo>
                  <a:cubicBezTo>
                    <a:pt x="18924" y="1738"/>
                    <a:pt x="17186" y="0"/>
                    <a:pt x="15043"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4"/>
            <p:cNvSpPr/>
            <p:nvPr/>
          </p:nvSpPr>
          <p:spPr>
            <a:xfrm>
              <a:off x="7217788" y="1873263"/>
              <a:ext cx="480425" cy="485275"/>
            </a:xfrm>
            <a:custGeom>
              <a:rect b="b" l="l" r="r" t="t"/>
              <a:pathLst>
                <a:path extrusionOk="0" h="19411" w="19217">
                  <a:moveTo>
                    <a:pt x="9100" y="1"/>
                  </a:moveTo>
                  <a:cubicBezTo>
                    <a:pt x="8900" y="1"/>
                    <a:pt x="8736" y="164"/>
                    <a:pt x="8736" y="365"/>
                  </a:cubicBezTo>
                  <a:cubicBezTo>
                    <a:pt x="8736" y="565"/>
                    <a:pt x="8900" y="729"/>
                    <a:pt x="9100" y="729"/>
                  </a:cubicBezTo>
                  <a:lnTo>
                    <a:pt x="9148" y="729"/>
                  </a:lnTo>
                  <a:cubicBezTo>
                    <a:pt x="9349" y="729"/>
                    <a:pt x="9512" y="565"/>
                    <a:pt x="9512" y="365"/>
                  </a:cubicBezTo>
                  <a:cubicBezTo>
                    <a:pt x="9512" y="164"/>
                    <a:pt x="9349" y="1"/>
                    <a:pt x="9148" y="1"/>
                  </a:cubicBezTo>
                  <a:close/>
                  <a:moveTo>
                    <a:pt x="2306" y="1"/>
                  </a:moveTo>
                  <a:cubicBezTo>
                    <a:pt x="1035" y="1"/>
                    <a:pt x="1" y="1034"/>
                    <a:pt x="1" y="2306"/>
                  </a:cubicBezTo>
                  <a:lnTo>
                    <a:pt x="1" y="2789"/>
                  </a:lnTo>
                  <a:cubicBezTo>
                    <a:pt x="1" y="2990"/>
                    <a:pt x="164" y="3153"/>
                    <a:pt x="364" y="3153"/>
                  </a:cubicBezTo>
                  <a:cubicBezTo>
                    <a:pt x="565" y="3153"/>
                    <a:pt x="728" y="2990"/>
                    <a:pt x="728" y="2789"/>
                  </a:cubicBezTo>
                  <a:lnTo>
                    <a:pt x="728" y="2305"/>
                  </a:lnTo>
                  <a:cubicBezTo>
                    <a:pt x="728" y="1433"/>
                    <a:pt x="1436" y="727"/>
                    <a:pt x="2306" y="727"/>
                  </a:cubicBezTo>
                  <a:lnTo>
                    <a:pt x="7643" y="727"/>
                  </a:lnTo>
                  <a:cubicBezTo>
                    <a:pt x="7845" y="727"/>
                    <a:pt x="8009" y="564"/>
                    <a:pt x="8009" y="363"/>
                  </a:cubicBezTo>
                  <a:cubicBezTo>
                    <a:pt x="8009" y="162"/>
                    <a:pt x="7845" y="1"/>
                    <a:pt x="7643" y="1"/>
                  </a:cubicBezTo>
                  <a:close/>
                  <a:moveTo>
                    <a:pt x="18854" y="10189"/>
                  </a:moveTo>
                  <a:cubicBezTo>
                    <a:pt x="18654" y="10189"/>
                    <a:pt x="18491" y="10354"/>
                    <a:pt x="18491" y="10554"/>
                  </a:cubicBezTo>
                  <a:lnTo>
                    <a:pt x="18491" y="11039"/>
                  </a:lnTo>
                  <a:cubicBezTo>
                    <a:pt x="18491" y="11910"/>
                    <a:pt x="17783" y="12616"/>
                    <a:pt x="16913" y="12616"/>
                  </a:cubicBezTo>
                  <a:lnTo>
                    <a:pt x="11576" y="12616"/>
                  </a:lnTo>
                  <a:cubicBezTo>
                    <a:pt x="11374" y="12616"/>
                    <a:pt x="11210" y="12780"/>
                    <a:pt x="11210" y="12980"/>
                  </a:cubicBezTo>
                  <a:cubicBezTo>
                    <a:pt x="11210" y="13180"/>
                    <a:pt x="11374" y="13344"/>
                    <a:pt x="11576" y="13344"/>
                  </a:cubicBezTo>
                  <a:lnTo>
                    <a:pt x="16912" y="13344"/>
                  </a:lnTo>
                  <a:cubicBezTo>
                    <a:pt x="18184" y="13344"/>
                    <a:pt x="19217" y="12309"/>
                    <a:pt x="19217" y="11039"/>
                  </a:cubicBezTo>
                  <a:lnTo>
                    <a:pt x="19217" y="10554"/>
                  </a:lnTo>
                  <a:cubicBezTo>
                    <a:pt x="19217" y="10354"/>
                    <a:pt x="19053" y="10189"/>
                    <a:pt x="18854" y="10189"/>
                  </a:cubicBezTo>
                  <a:close/>
                  <a:moveTo>
                    <a:pt x="10071" y="12616"/>
                  </a:moveTo>
                  <a:cubicBezTo>
                    <a:pt x="9870" y="12616"/>
                    <a:pt x="9705" y="12780"/>
                    <a:pt x="9705" y="12980"/>
                  </a:cubicBezTo>
                  <a:cubicBezTo>
                    <a:pt x="9705" y="13182"/>
                    <a:pt x="9870" y="13345"/>
                    <a:pt x="10071" y="13345"/>
                  </a:cubicBezTo>
                  <a:lnTo>
                    <a:pt x="10119" y="13345"/>
                  </a:lnTo>
                  <a:cubicBezTo>
                    <a:pt x="10319" y="13345"/>
                    <a:pt x="10483" y="13182"/>
                    <a:pt x="10483" y="12980"/>
                  </a:cubicBezTo>
                  <a:cubicBezTo>
                    <a:pt x="10483" y="12780"/>
                    <a:pt x="10319" y="12616"/>
                    <a:pt x="10119" y="12616"/>
                  </a:cubicBezTo>
                  <a:close/>
                  <a:moveTo>
                    <a:pt x="4537" y="16500"/>
                  </a:moveTo>
                  <a:cubicBezTo>
                    <a:pt x="4336" y="16500"/>
                    <a:pt x="4173" y="16663"/>
                    <a:pt x="4173" y="16864"/>
                  </a:cubicBezTo>
                  <a:lnTo>
                    <a:pt x="4173" y="17833"/>
                  </a:lnTo>
                  <a:cubicBezTo>
                    <a:pt x="4173" y="18704"/>
                    <a:pt x="4879" y="19410"/>
                    <a:pt x="5750" y="19410"/>
                  </a:cubicBezTo>
                  <a:cubicBezTo>
                    <a:pt x="5951" y="19410"/>
                    <a:pt x="6114" y="19247"/>
                    <a:pt x="6114" y="19047"/>
                  </a:cubicBezTo>
                  <a:cubicBezTo>
                    <a:pt x="6114" y="18846"/>
                    <a:pt x="5952" y="18683"/>
                    <a:pt x="5750" y="18683"/>
                  </a:cubicBezTo>
                  <a:cubicBezTo>
                    <a:pt x="5281" y="18683"/>
                    <a:pt x="4901" y="18302"/>
                    <a:pt x="4901" y="17833"/>
                  </a:cubicBezTo>
                  <a:lnTo>
                    <a:pt x="4901" y="16864"/>
                  </a:lnTo>
                  <a:cubicBezTo>
                    <a:pt x="4901" y="16663"/>
                    <a:pt x="4737" y="16500"/>
                    <a:pt x="4537" y="1650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4"/>
            <p:cNvSpPr/>
            <p:nvPr/>
          </p:nvSpPr>
          <p:spPr>
            <a:xfrm>
              <a:off x="7170538" y="1842938"/>
              <a:ext cx="576225" cy="576275"/>
            </a:xfrm>
            <a:custGeom>
              <a:rect b="b" l="l" r="r" t="t"/>
              <a:pathLst>
                <a:path extrusionOk="0" h="23051" w="23049">
                  <a:moveTo>
                    <a:pt x="10674" y="7157"/>
                  </a:moveTo>
                  <a:cubicBezTo>
                    <a:pt x="10943" y="7157"/>
                    <a:pt x="11159" y="7376"/>
                    <a:pt x="11159" y="7642"/>
                  </a:cubicBezTo>
                  <a:lnTo>
                    <a:pt x="11159" y="7762"/>
                  </a:lnTo>
                  <a:cubicBezTo>
                    <a:pt x="11159" y="8031"/>
                    <a:pt x="10940" y="8248"/>
                    <a:pt x="10674" y="8248"/>
                  </a:cubicBezTo>
                  <a:lnTo>
                    <a:pt x="8976" y="8248"/>
                  </a:lnTo>
                  <a:lnTo>
                    <a:pt x="8976" y="7157"/>
                  </a:lnTo>
                  <a:close/>
                  <a:moveTo>
                    <a:pt x="5224" y="6631"/>
                  </a:moveTo>
                  <a:cubicBezTo>
                    <a:pt x="5425" y="6631"/>
                    <a:pt x="5600" y="6765"/>
                    <a:pt x="5658" y="6964"/>
                  </a:cubicBezTo>
                  <a:lnTo>
                    <a:pt x="6083" y="8402"/>
                  </a:lnTo>
                  <a:lnTo>
                    <a:pt x="4203" y="8402"/>
                  </a:lnTo>
                  <a:lnTo>
                    <a:pt x="4628" y="6964"/>
                  </a:lnTo>
                  <a:cubicBezTo>
                    <a:pt x="4686" y="6765"/>
                    <a:pt x="4861" y="6631"/>
                    <a:pt x="5061" y="6631"/>
                  </a:cubicBezTo>
                  <a:close/>
                  <a:moveTo>
                    <a:pt x="11159" y="8976"/>
                  </a:moveTo>
                  <a:cubicBezTo>
                    <a:pt x="11428" y="8976"/>
                    <a:pt x="11644" y="9195"/>
                    <a:pt x="11644" y="9461"/>
                  </a:cubicBezTo>
                  <a:lnTo>
                    <a:pt x="11644" y="9584"/>
                  </a:lnTo>
                  <a:cubicBezTo>
                    <a:pt x="11644" y="9851"/>
                    <a:pt x="11426" y="10069"/>
                    <a:pt x="11159" y="10069"/>
                  </a:cubicBezTo>
                  <a:lnTo>
                    <a:pt x="8976" y="10069"/>
                  </a:lnTo>
                  <a:lnTo>
                    <a:pt x="8976" y="8976"/>
                  </a:lnTo>
                  <a:close/>
                  <a:moveTo>
                    <a:pt x="5058" y="5904"/>
                  </a:moveTo>
                  <a:cubicBezTo>
                    <a:pt x="4540" y="5904"/>
                    <a:pt x="4075" y="6255"/>
                    <a:pt x="3926" y="6758"/>
                  </a:cubicBezTo>
                  <a:lnTo>
                    <a:pt x="2874" y="10330"/>
                  </a:lnTo>
                  <a:cubicBezTo>
                    <a:pt x="2817" y="10524"/>
                    <a:pt x="2927" y="10724"/>
                    <a:pt x="3121" y="10781"/>
                  </a:cubicBezTo>
                  <a:cubicBezTo>
                    <a:pt x="3156" y="10791"/>
                    <a:pt x="3190" y="10796"/>
                    <a:pt x="3224" y="10796"/>
                  </a:cubicBezTo>
                  <a:cubicBezTo>
                    <a:pt x="3381" y="10796"/>
                    <a:pt x="3525" y="10693"/>
                    <a:pt x="3572" y="10534"/>
                  </a:cubicBezTo>
                  <a:lnTo>
                    <a:pt x="3985" y="9130"/>
                  </a:lnTo>
                  <a:lnTo>
                    <a:pt x="6293" y="9130"/>
                  </a:lnTo>
                  <a:lnTo>
                    <a:pt x="6707" y="10534"/>
                  </a:lnTo>
                  <a:cubicBezTo>
                    <a:pt x="6754" y="10693"/>
                    <a:pt x="6899" y="10795"/>
                    <a:pt x="7055" y="10795"/>
                  </a:cubicBezTo>
                  <a:cubicBezTo>
                    <a:pt x="7089" y="10795"/>
                    <a:pt x="7125" y="10789"/>
                    <a:pt x="7159" y="10781"/>
                  </a:cubicBezTo>
                  <a:cubicBezTo>
                    <a:pt x="7352" y="10724"/>
                    <a:pt x="7463" y="10522"/>
                    <a:pt x="7406" y="10330"/>
                  </a:cubicBezTo>
                  <a:lnTo>
                    <a:pt x="6356" y="6758"/>
                  </a:lnTo>
                  <a:cubicBezTo>
                    <a:pt x="6208" y="6255"/>
                    <a:pt x="5740" y="5904"/>
                    <a:pt x="5223" y="5904"/>
                  </a:cubicBezTo>
                  <a:close/>
                  <a:moveTo>
                    <a:pt x="8610" y="6431"/>
                  </a:moveTo>
                  <a:cubicBezTo>
                    <a:pt x="8409" y="6431"/>
                    <a:pt x="8246" y="6594"/>
                    <a:pt x="8246" y="6795"/>
                  </a:cubicBezTo>
                  <a:lnTo>
                    <a:pt x="8246" y="10433"/>
                  </a:lnTo>
                  <a:cubicBezTo>
                    <a:pt x="8246" y="10633"/>
                    <a:pt x="8409" y="10796"/>
                    <a:pt x="8610" y="10796"/>
                  </a:cubicBezTo>
                  <a:lnTo>
                    <a:pt x="11158" y="10796"/>
                  </a:lnTo>
                  <a:cubicBezTo>
                    <a:pt x="11827" y="10796"/>
                    <a:pt x="12371" y="10254"/>
                    <a:pt x="12371" y="9584"/>
                  </a:cubicBezTo>
                  <a:lnTo>
                    <a:pt x="12371" y="9463"/>
                  </a:lnTo>
                  <a:cubicBezTo>
                    <a:pt x="12373" y="8995"/>
                    <a:pt x="12106" y="8587"/>
                    <a:pt x="11715" y="8385"/>
                  </a:cubicBezTo>
                  <a:cubicBezTo>
                    <a:pt x="11824" y="8203"/>
                    <a:pt x="11885" y="7990"/>
                    <a:pt x="11885" y="7765"/>
                  </a:cubicBezTo>
                  <a:lnTo>
                    <a:pt x="11885" y="7644"/>
                  </a:lnTo>
                  <a:cubicBezTo>
                    <a:pt x="11885" y="6974"/>
                    <a:pt x="11342" y="6431"/>
                    <a:pt x="10673" y="6431"/>
                  </a:cubicBezTo>
                  <a:close/>
                  <a:moveTo>
                    <a:pt x="14483" y="6428"/>
                  </a:moveTo>
                  <a:cubicBezTo>
                    <a:pt x="13747" y="6428"/>
                    <a:pt x="13149" y="7036"/>
                    <a:pt x="13149" y="7782"/>
                  </a:cubicBezTo>
                  <a:lnTo>
                    <a:pt x="13149" y="9444"/>
                  </a:lnTo>
                  <a:cubicBezTo>
                    <a:pt x="13149" y="10190"/>
                    <a:pt x="13747" y="10796"/>
                    <a:pt x="14483" y="10796"/>
                  </a:cubicBezTo>
                  <a:lnTo>
                    <a:pt x="15940" y="10796"/>
                  </a:lnTo>
                  <a:cubicBezTo>
                    <a:pt x="16674" y="10796"/>
                    <a:pt x="17274" y="10190"/>
                    <a:pt x="17274" y="9444"/>
                  </a:cubicBezTo>
                  <a:cubicBezTo>
                    <a:pt x="17274" y="9243"/>
                    <a:pt x="17111" y="9080"/>
                    <a:pt x="16909" y="9080"/>
                  </a:cubicBezTo>
                  <a:cubicBezTo>
                    <a:pt x="16708" y="9080"/>
                    <a:pt x="16545" y="9243"/>
                    <a:pt x="16545" y="9444"/>
                  </a:cubicBezTo>
                  <a:cubicBezTo>
                    <a:pt x="16545" y="9787"/>
                    <a:pt x="16274" y="10069"/>
                    <a:pt x="15940" y="10069"/>
                  </a:cubicBezTo>
                  <a:lnTo>
                    <a:pt x="14483" y="10069"/>
                  </a:lnTo>
                  <a:cubicBezTo>
                    <a:pt x="14149" y="10069"/>
                    <a:pt x="13878" y="9787"/>
                    <a:pt x="13878" y="9444"/>
                  </a:cubicBezTo>
                  <a:lnTo>
                    <a:pt x="13878" y="7782"/>
                  </a:lnTo>
                  <a:cubicBezTo>
                    <a:pt x="13878" y="7438"/>
                    <a:pt x="14149" y="7157"/>
                    <a:pt x="14483" y="7157"/>
                  </a:cubicBezTo>
                  <a:lnTo>
                    <a:pt x="15940" y="7157"/>
                  </a:lnTo>
                  <a:cubicBezTo>
                    <a:pt x="16274" y="7157"/>
                    <a:pt x="16545" y="7438"/>
                    <a:pt x="16545" y="7782"/>
                  </a:cubicBezTo>
                  <a:cubicBezTo>
                    <a:pt x="16545" y="7983"/>
                    <a:pt x="16708" y="8146"/>
                    <a:pt x="16909" y="8146"/>
                  </a:cubicBezTo>
                  <a:cubicBezTo>
                    <a:pt x="17111" y="8146"/>
                    <a:pt x="17274" y="7983"/>
                    <a:pt x="17274" y="7782"/>
                  </a:cubicBezTo>
                  <a:cubicBezTo>
                    <a:pt x="17274" y="7036"/>
                    <a:pt x="16674" y="6428"/>
                    <a:pt x="15940" y="6428"/>
                  </a:cubicBezTo>
                  <a:close/>
                  <a:moveTo>
                    <a:pt x="18317" y="10069"/>
                  </a:moveTo>
                  <a:cubicBezTo>
                    <a:pt x="18117" y="10069"/>
                    <a:pt x="17953" y="10232"/>
                    <a:pt x="17953" y="10433"/>
                  </a:cubicBezTo>
                  <a:cubicBezTo>
                    <a:pt x="17953" y="10633"/>
                    <a:pt x="18117" y="10796"/>
                    <a:pt x="18317" y="10796"/>
                  </a:cubicBezTo>
                  <a:lnTo>
                    <a:pt x="18365" y="10796"/>
                  </a:lnTo>
                  <a:cubicBezTo>
                    <a:pt x="18566" y="10796"/>
                    <a:pt x="18731" y="10633"/>
                    <a:pt x="18731" y="10433"/>
                  </a:cubicBezTo>
                  <a:cubicBezTo>
                    <a:pt x="18731" y="10232"/>
                    <a:pt x="18567" y="10069"/>
                    <a:pt x="18365" y="10069"/>
                  </a:cubicBezTo>
                  <a:close/>
                  <a:moveTo>
                    <a:pt x="19772" y="10069"/>
                  </a:moveTo>
                  <a:cubicBezTo>
                    <a:pt x="19572" y="10069"/>
                    <a:pt x="19409" y="10232"/>
                    <a:pt x="19409" y="10433"/>
                  </a:cubicBezTo>
                  <a:cubicBezTo>
                    <a:pt x="19409" y="10633"/>
                    <a:pt x="19572" y="10796"/>
                    <a:pt x="19772" y="10796"/>
                  </a:cubicBezTo>
                  <a:lnTo>
                    <a:pt x="19821" y="10796"/>
                  </a:lnTo>
                  <a:cubicBezTo>
                    <a:pt x="20021" y="10796"/>
                    <a:pt x="20185" y="10633"/>
                    <a:pt x="20185" y="10433"/>
                  </a:cubicBezTo>
                  <a:cubicBezTo>
                    <a:pt x="20185" y="10232"/>
                    <a:pt x="20021" y="10069"/>
                    <a:pt x="19821" y="10069"/>
                  </a:cubicBezTo>
                  <a:close/>
                  <a:moveTo>
                    <a:pt x="18802" y="726"/>
                  </a:moveTo>
                  <a:cubicBezTo>
                    <a:pt x="20742" y="726"/>
                    <a:pt x="22320" y="2304"/>
                    <a:pt x="22320" y="4245"/>
                  </a:cubicBezTo>
                  <a:lnTo>
                    <a:pt x="22320" y="12981"/>
                  </a:lnTo>
                  <a:cubicBezTo>
                    <a:pt x="22320" y="14921"/>
                    <a:pt x="20743" y="16499"/>
                    <a:pt x="18802" y="16499"/>
                  </a:cubicBezTo>
                  <a:lnTo>
                    <a:pt x="11521" y="16499"/>
                  </a:lnTo>
                  <a:cubicBezTo>
                    <a:pt x="11384" y="16499"/>
                    <a:pt x="11257" y="16578"/>
                    <a:pt x="11196" y="16700"/>
                  </a:cubicBezTo>
                  <a:lnTo>
                    <a:pt x="8949" y="21198"/>
                  </a:lnTo>
                  <a:cubicBezTo>
                    <a:pt x="8602" y="21893"/>
                    <a:pt x="7905" y="22322"/>
                    <a:pt x="7129" y="22322"/>
                  </a:cubicBezTo>
                  <a:cubicBezTo>
                    <a:pt x="6006" y="22322"/>
                    <a:pt x="5092" y="21409"/>
                    <a:pt x="5092" y="20287"/>
                  </a:cubicBezTo>
                  <a:lnTo>
                    <a:pt x="5092" y="16863"/>
                  </a:lnTo>
                  <a:cubicBezTo>
                    <a:pt x="5092" y="16663"/>
                    <a:pt x="4929" y="16499"/>
                    <a:pt x="4729" y="16499"/>
                  </a:cubicBezTo>
                  <a:lnTo>
                    <a:pt x="4244" y="16499"/>
                  </a:lnTo>
                  <a:cubicBezTo>
                    <a:pt x="2304" y="16499"/>
                    <a:pt x="724" y="14922"/>
                    <a:pt x="724" y="12981"/>
                  </a:cubicBezTo>
                  <a:lnTo>
                    <a:pt x="724" y="4245"/>
                  </a:lnTo>
                  <a:cubicBezTo>
                    <a:pt x="724" y="2305"/>
                    <a:pt x="2301" y="726"/>
                    <a:pt x="4244" y="726"/>
                  </a:cubicBezTo>
                  <a:close/>
                  <a:moveTo>
                    <a:pt x="4245" y="0"/>
                  </a:moveTo>
                  <a:cubicBezTo>
                    <a:pt x="1905" y="0"/>
                    <a:pt x="0" y="1905"/>
                    <a:pt x="0" y="4245"/>
                  </a:cubicBezTo>
                  <a:lnTo>
                    <a:pt x="0" y="12981"/>
                  </a:lnTo>
                  <a:cubicBezTo>
                    <a:pt x="0" y="15321"/>
                    <a:pt x="1905" y="17226"/>
                    <a:pt x="4245" y="17226"/>
                  </a:cubicBezTo>
                  <a:lnTo>
                    <a:pt x="4366" y="17226"/>
                  </a:lnTo>
                  <a:lnTo>
                    <a:pt x="4366" y="20287"/>
                  </a:lnTo>
                  <a:cubicBezTo>
                    <a:pt x="4366" y="21810"/>
                    <a:pt x="5605" y="23051"/>
                    <a:pt x="7130" y="23051"/>
                  </a:cubicBezTo>
                  <a:cubicBezTo>
                    <a:pt x="8183" y="23051"/>
                    <a:pt x="9131" y="22464"/>
                    <a:pt x="9602" y="21523"/>
                  </a:cubicBezTo>
                  <a:lnTo>
                    <a:pt x="11749" y="17227"/>
                  </a:lnTo>
                  <a:lnTo>
                    <a:pt x="18803" y="17227"/>
                  </a:lnTo>
                  <a:cubicBezTo>
                    <a:pt x="21144" y="17227"/>
                    <a:pt x="23048" y="15323"/>
                    <a:pt x="23048" y="12982"/>
                  </a:cubicBezTo>
                  <a:lnTo>
                    <a:pt x="23048" y="4245"/>
                  </a:lnTo>
                  <a:cubicBezTo>
                    <a:pt x="23048" y="1905"/>
                    <a:pt x="21144" y="0"/>
                    <a:pt x="188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 name="Google Shape;1986;p44"/>
          <p:cNvGrpSpPr/>
          <p:nvPr/>
        </p:nvGrpSpPr>
        <p:grpSpPr>
          <a:xfrm>
            <a:off x="4891650" y="879775"/>
            <a:ext cx="997600" cy="991900"/>
            <a:chOff x="4891650" y="879775"/>
            <a:chExt cx="997600" cy="991900"/>
          </a:xfrm>
        </p:grpSpPr>
        <p:sp>
          <p:nvSpPr>
            <p:cNvPr id="1987" name="Google Shape;1987;p44"/>
            <p:cNvSpPr/>
            <p:nvPr/>
          </p:nvSpPr>
          <p:spPr>
            <a:xfrm>
              <a:off x="4891650" y="1004900"/>
              <a:ext cx="80275" cy="103450"/>
            </a:xfrm>
            <a:custGeom>
              <a:rect b="b" l="l" r="r" t="t"/>
              <a:pathLst>
                <a:path extrusionOk="0" h="4138" w="3211">
                  <a:moveTo>
                    <a:pt x="2202" y="0"/>
                  </a:moveTo>
                  <a:cubicBezTo>
                    <a:pt x="1057" y="0"/>
                    <a:pt x="1" y="1020"/>
                    <a:pt x="130" y="2224"/>
                  </a:cubicBezTo>
                  <a:cubicBezTo>
                    <a:pt x="255" y="3397"/>
                    <a:pt x="1379" y="4137"/>
                    <a:pt x="2486" y="4137"/>
                  </a:cubicBezTo>
                  <a:cubicBezTo>
                    <a:pt x="2651" y="4137"/>
                    <a:pt x="2817" y="4121"/>
                    <a:pt x="2978" y="4086"/>
                  </a:cubicBezTo>
                  <a:cubicBezTo>
                    <a:pt x="3210" y="4038"/>
                    <a:pt x="3134" y="3702"/>
                    <a:pt x="2919" y="3702"/>
                  </a:cubicBezTo>
                  <a:cubicBezTo>
                    <a:pt x="2904" y="3702"/>
                    <a:pt x="2889" y="3703"/>
                    <a:pt x="2873" y="3707"/>
                  </a:cubicBezTo>
                  <a:cubicBezTo>
                    <a:pt x="2739" y="3735"/>
                    <a:pt x="2602" y="3749"/>
                    <a:pt x="2465" y="3749"/>
                  </a:cubicBezTo>
                  <a:cubicBezTo>
                    <a:pt x="1637" y="3749"/>
                    <a:pt x="797" y="3248"/>
                    <a:pt x="566" y="2416"/>
                  </a:cubicBezTo>
                  <a:cubicBezTo>
                    <a:pt x="284" y="1390"/>
                    <a:pt x="1189" y="390"/>
                    <a:pt x="2189" y="390"/>
                  </a:cubicBezTo>
                  <a:cubicBezTo>
                    <a:pt x="2299" y="390"/>
                    <a:pt x="2409" y="402"/>
                    <a:pt x="2519" y="427"/>
                  </a:cubicBezTo>
                  <a:cubicBezTo>
                    <a:pt x="2536" y="431"/>
                    <a:pt x="2552" y="433"/>
                    <a:pt x="2568" y="433"/>
                  </a:cubicBezTo>
                  <a:cubicBezTo>
                    <a:pt x="2780" y="433"/>
                    <a:pt x="2854" y="100"/>
                    <a:pt x="2625" y="48"/>
                  </a:cubicBezTo>
                  <a:cubicBezTo>
                    <a:pt x="2484" y="16"/>
                    <a:pt x="2342" y="0"/>
                    <a:pt x="22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4"/>
            <p:cNvSpPr/>
            <p:nvPr/>
          </p:nvSpPr>
          <p:spPr>
            <a:xfrm>
              <a:off x="5033150" y="1028950"/>
              <a:ext cx="54025" cy="14425"/>
            </a:xfrm>
            <a:custGeom>
              <a:rect b="b" l="l" r="r" t="t"/>
              <a:pathLst>
                <a:path extrusionOk="0" h="577" w="2161">
                  <a:moveTo>
                    <a:pt x="227" y="1"/>
                  </a:moveTo>
                  <a:cubicBezTo>
                    <a:pt x="0" y="1"/>
                    <a:pt x="10" y="369"/>
                    <a:pt x="252" y="396"/>
                  </a:cubicBezTo>
                  <a:cubicBezTo>
                    <a:pt x="804" y="454"/>
                    <a:pt x="1355" y="516"/>
                    <a:pt x="1908" y="575"/>
                  </a:cubicBezTo>
                  <a:cubicBezTo>
                    <a:pt x="1916" y="576"/>
                    <a:pt x="1925" y="576"/>
                    <a:pt x="1932" y="576"/>
                  </a:cubicBezTo>
                  <a:cubicBezTo>
                    <a:pt x="2161" y="576"/>
                    <a:pt x="2150" y="207"/>
                    <a:pt x="1908" y="181"/>
                  </a:cubicBezTo>
                  <a:cubicBezTo>
                    <a:pt x="1355" y="122"/>
                    <a:pt x="804" y="61"/>
                    <a:pt x="252" y="2"/>
                  </a:cubicBezTo>
                  <a:cubicBezTo>
                    <a:pt x="243" y="1"/>
                    <a:pt x="235" y="1"/>
                    <a:pt x="2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4"/>
            <p:cNvSpPr/>
            <p:nvPr/>
          </p:nvSpPr>
          <p:spPr>
            <a:xfrm>
              <a:off x="5037250" y="1053500"/>
              <a:ext cx="54175" cy="9875"/>
            </a:xfrm>
            <a:custGeom>
              <a:rect b="b" l="l" r="r" t="t"/>
              <a:pathLst>
                <a:path extrusionOk="0" h="395" w="2167">
                  <a:moveTo>
                    <a:pt x="254" y="1"/>
                  </a:moveTo>
                  <a:cubicBezTo>
                    <a:pt x="0" y="1"/>
                    <a:pt x="0" y="394"/>
                    <a:pt x="254" y="394"/>
                  </a:cubicBezTo>
                  <a:lnTo>
                    <a:pt x="1913" y="394"/>
                  </a:lnTo>
                  <a:cubicBezTo>
                    <a:pt x="2166" y="394"/>
                    <a:pt x="2166" y="1"/>
                    <a:pt x="191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4"/>
            <p:cNvSpPr/>
            <p:nvPr/>
          </p:nvSpPr>
          <p:spPr>
            <a:xfrm>
              <a:off x="5218375" y="915725"/>
              <a:ext cx="60100" cy="97400"/>
            </a:xfrm>
            <a:custGeom>
              <a:rect b="b" l="l" r="r" t="t"/>
              <a:pathLst>
                <a:path extrusionOk="0" h="3896" w="2404">
                  <a:moveTo>
                    <a:pt x="1062" y="423"/>
                  </a:moveTo>
                  <a:cubicBezTo>
                    <a:pt x="1546" y="423"/>
                    <a:pt x="2035" y="556"/>
                    <a:pt x="1700" y="1118"/>
                  </a:cubicBezTo>
                  <a:cubicBezTo>
                    <a:pt x="1609" y="1273"/>
                    <a:pt x="1306" y="1344"/>
                    <a:pt x="1158" y="1438"/>
                  </a:cubicBezTo>
                  <a:cubicBezTo>
                    <a:pt x="925" y="1584"/>
                    <a:pt x="762" y="1711"/>
                    <a:pt x="719" y="1996"/>
                  </a:cubicBezTo>
                  <a:cubicBezTo>
                    <a:pt x="700" y="2120"/>
                    <a:pt x="769" y="2243"/>
                    <a:pt x="909" y="2243"/>
                  </a:cubicBezTo>
                  <a:cubicBezTo>
                    <a:pt x="921" y="2244"/>
                    <a:pt x="932" y="2244"/>
                    <a:pt x="943" y="2244"/>
                  </a:cubicBezTo>
                  <a:cubicBezTo>
                    <a:pt x="1016" y="2244"/>
                    <a:pt x="1079" y="2242"/>
                    <a:pt x="1134" y="2242"/>
                  </a:cubicBezTo>
                  <a:cubicBezTo>
                    <a:pt x="1417" y="2242"/>
                    <a:pt x="1506" y="2276"/>
                    <a:pt x="1611" y="2683"/>
                  </a:cubicBezTo>
                  <a:cubicBezTo>
                    <a:pt x="1745" y="3201"/>
                    <a:pt x="1649" y="3108"/>
                    <a:pt x="1252" y="3266"/>
                  </a:cubicBezTo>
                  <a:cubicBezTo>
                    <a:pt x="1030" y="3353"/>
                    <a:pt x="858" y="3446"/>
                    <a:pt x="732" y="3446"/>
                  </a:cubicBezTo>
                  <a:cubicBezTo>
                    <a:pt x="608" y="3446"/>
                    <a:pt x="531" y="3354"/>
                    <a:pt x="497" y="3074"/>
                  </a:cubicBezTo>
                  <a:cubicBezTo>
                    <a:pt x="398" y="2237"/>
                    <a:pt x="497" y="1322"/>
                    <a:pt x="504" y="474"/>
                  </a:cubicBezTo>
                  <a:lnTo>
                    <a:pt x="504" y="474"/>
                  </a:lnTo>
                  <a:cubicBezTo>
                    <a:pt x="645" y="448"/>
                    <a:pt x="853" y="423"/>
                    <a:pt x="1062" y="423"/>
                  </a:cubicBezTo>
                  <a:close/>
                  <a:moveTo>
                    <a:pt x="1102" y="1"/>
                  </a:moveTo>
                  <a:cubicBezTo>
                    <a:pt x="825" y="1"/>
                    <a:pt x="538" y="55"/>
                    <a:pt x="295" y="116"/>
                  </a:cubicBezTo>
                  <a:cubicBezTo>
                    <a:pt x="205" y="140"/>
                    <a:pt x="162" y="206"/>
                    <a:pt x="156" y="277"/>
                  </a:cubicBezTo>
                  <a:lnTo>
                    <a:pt x="156" y="277"/>
                  </a:lnTo>
                  <a:cubicBezTo>
                    <a:pt x="129" y="308"/>
                    <a:pt x="111" y="350"/>
                    <a:pt x="111" y="403"/>
                  </a:cubicBezTo>
                  <a:cubicBezTo>
                    <a:pt x="109" y="1025"/>
                    <a:pt x="108" y="1649"/>
                    <a:pt x="106" y="2272"/>
                  </a:cubicBezTo>
                  <a:cubicBezTo>
                    <a:pt x="103" y="2657"/>
                    <a:pt x="0" y="3170"/>
                    <a:pt x="118" y="3536"/>
                  </a:cubicBezTo>
                  <a:cubicBezTo>
                    <a:pt x="206" y="3806"/>
                    <a:pt x="365" y="3895"/>
                    <a:pt x="553" y="3895"/>
                  </a:cubicBezTo>
                  <a:cubicBezTo>
                    <a:pt x="801" y="3895"/>
                    <a:pt x="1099" y="3742"/>
                    <a:pt x="1355" y="3645"/>
                  </a:cubicBezTo>
                  <a:cubicBezTo>
                    <a:pt x="1803" y="3475"/>
                    <a:pt x="2404" y="3260"/>
                    <a:pt x="2344" y="2670"/>
                  </a:cubicBezTo>
                  <a:cubicBezTo>
                    <a:pt x="2285" y="2088"/>
                    <a:pt x="1728" y="1911"/>
                    <a:pt x="1223" y="1865"/>
                  </a:cubicBezTo>
                  <a:lnTo>
                    <a:pt x="1223" y="1865"/>
                  </a:lnTo>
                  <a:cubicBezTo>
                    <a:pt x="1446" y="1639"/>
                    <a:pt x="1897" y="1540"/>
                    <a:pt x="2068" y="1284"/>
                  </a:cubicBezTo>
                  <a:cubicBezTo>
                    <a:pt x="2199" y="1088"/>
                    <a:pt x="2218" y="861"/>
                    <a:pt x="2142" y="637"/>
                  </a:cubicBezTo>
                  <a:cubicBezTo>
                    <a:pt x="1977" y="145"/>
                    <a:pt x="1553" y="1"/>
                    <a:pt x="11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4"/>
            <p:cNvSpPr/>
            <p:nvPr/>
          </p:nvSpPr>
          <p:spPr>
            <a:xfrm>
              <a:off x="5306775" y="895600"/>
              <a:ext cx="48575" cy="75625"/>
            </a:xfrm>
            <a:custGeom>
              <a:rect b="b" l="l" r="r" t="t"/>
              <a:pathLst>
                <a:path extrusionOk="0" h="3025" w="1943">
                  <a:moveTo>
                    <a:pt x="535" y="1"/>
                  </a:moveTo>
                  <a:cubicBezTo>
                    <a:pt x="435" y="1"/>
                    <a:pt x="328" y="18"/>
                    <a:pt x="215" y="57"/>
                  </a:cubicBezTo>
                  <a:cubicBezTo>
                    <a:pt x="0" y="132"/>
                    <a:pt x="63" y="450"/>
                    <a:pt x="255" y="450"/>
                  </a:cubicBezTo>
                  <a:cubicBezTo>
                    <a:pt x="276" y="450"/>
                    <a:pt x="298" y="447"/>
                    <a:pt x="321" y="439"/>
                  </a:cubicBezTo>
                  <a:cubicBezTo>
                    <a:pt x="379" y="419"/>
                    <a:pt x="436" y="410"/>
                    <a:pt x="490" y="410"/>
                  </a:cubicBezTo>
                  <a:cubicBezTo>
                    <a:pt x="889" y="410"/>
                    <a:pt x="1172" y="885"/>
                    <a:pt x="780" y="1195"/>
                  </a:cubicBezTo>
                  <a:lnTo>
                    <a:pt x="780" y="1195"/>
                  </a:lnTo>
                  <a:cubicBezTo>
                    <a:pt x="774" y="1199"/>
                    <a:pt x="767" y="1204"/>
                    <a:pt x="760" y="1209"/>
                  </a:cubicBezTo>
                  <a:cubicBezTo>
                    <a:pt x="761" y="1209"/>
                    <a:pt x="761" y="1209"/>
                    <a:pt x="761" y="1210"/>
                  </a:cubicBezTo>
                  <a:lnTo>
                    <a:pt x="761" y="1210"/>
                  </a:lnTo>
                  <a:cubicBezTo>
                    <a:pt x="597" y="1333"/>
                    <a:pt x="702" y="1587"/>
                    <a:pt x="858" y="1587"/>
                  </a:cubicBezTo>
                  <a:cubicBezTo>
                    <a:pt x="890" y="1587"/>
                    <a:pt x="926" y="1576"/>
                    <a:pt x="961" y="1550"/>
                  </a:cubicBezTo>
                  <a:cubicBezTo>
                    <a:pt x="1012" y="1512"/>
                    <a:pt x="1066" y="1496"/>
                    <a:pt x="1118" y="1496"/>
                  </a:cubicBezTo>
                  <a:cubicBezTo>
                    <a:pt x="1254" y="1496"/>
                    <a:pt x="1382" y="1604"/>
                    <a:pt x="1438" y="1724"/>
                  </a:cubicBezTo>
                  <a:cubicBezTo>
                    <a:pt x="1531" y="1930"/>
                    <a:pt x="1485" y="2147"/>
                    <a:pt x="1310" y="2308"/>
                  </a:cubicBezTo>
                  <a:cubicBezTo>
                    <a:pt x="1074" y="2525"/>
                    <a:pt x="717" y="2595"/>
                    <a:pt x="411" y="2629"/>
                  </a:cubicBezTo>
                  <a:cubicBezTo>
                    <a:pt x="172" y="2657"/>
                    <a:pt x="160" y="3024"/>
                    <a:pt x="386" y="3024"/>
                  </a:cubicBezTo>
                  <a:cubicBezTo>
                    <a:pt x="394" y="3024"/>
                    <a:pt x="402" y="3024"/>
                    <a:pt x="411" y="3023"/>
                  </a:cubicBezTo>
                  <a:cubicBezTo>
                    <a:pt x="1017" y="2954"/>
                    <a:pt x="1943" y="2668"/>
                    <a:pt x="1904" y="1893"/>
                  </a:cubicBezTo>
                  <a:cubicBezTo>
                    <a:pt x="1886" y="1540"/>
                    <a:pt x="1613" y="1204"/>
                    <a:pt x="1290" y="1112"/>
                  </a:cubicBezTo>
                  <a:lnTo>
                    <a:pt x="1290" y="1112"/>
                  </a:lnTo>
                  <a:cubicBezTo>
                    <a:pt x="1469" y="597"/>
                    <a:pt x="1121" y="1"/>
                    <a:pt x="53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4"/>
            <p:cNvSpPr/>
            <p:nvPr/>
          </p:nvSpPr>
          <p:spPr>
            <a:xfrm>
              <a:off x="5419150" y="925050"/>
              <a:ext cx="17150" cy="104925"/>
            </a:xfrm>
            <a:custGeom>
              <a:rect b="b" l="l" r="r" t="t"/>
              <a:pathLst>
                <a:path extrusionOk="0" h="4197" w="686">
                  <a:moveTo>
                    <a:pt x="494" y="0"/>
                  </a:moveTo>
                  <a:cubicBezTo>
                    <a:pt x="395" y="0"/>
                    <a:pt x="292" y="63"/>
                    <a:pt x="282" y="188"/>
                  </a:cubicBezTo>
                  <a:cubicBezTo>
                    <a:pt x="192" y="1461"/>
                    <a:pt x="100" y="2734"/>
                    <a:pt x="9" y="4008"/>
                  </a:cubicBezTo>
                  <a:cubicBezTo>
                    <a:pt x="0" y="4134"/>
                    <a:pt x="94" y="4197"/>
                    <a:pt x="193" y="4197"/>
                  </a:cubicBezTo>
                  <a:cubicBezTo>
                    <a:pt x="291" y="4197"/>
                    <a:pt x="394" y="4134"/>
                    <a:pt x="403" y="4008"/>
                  </a:cubicBezTo>
                  <a:cubicBezTo>
                    <a:pt x="494" y="2735"/>
                    <a:pt x="586" y="1463"/>
                    <a:pt x="676" y="188"/>
                  </a:cubicBezTo>
                  <a:cubicBezTo>
                    <a:pt x="685" y="63"/>
                    <a:pt x="592" y="0"/>
                    <a:pt x="49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4"/>
            <p:cNvSpPr/>
            <p:nvPr/>
          </p:nvSpPr>
          <p:spPr>
            <a:xfrm>
              <a:off x="5393775" y="969050"/>
              <a:ext cx="70725" cy="11175"/>
            </a:xfrm>
            <a:custGeom>
              <a:rect b="b" l="l" r="r" t="t"/>
              <a:pathLst>
                <a:path extrusionOk="0" h="447" w="2829">
                  <a:moveTo>
                    <a:pt x="2581" y="0"/>
                  </a:moveTo>
                  <a:cubicBezTo>
                    <a:pt x="2579" y="0"/>
                    <a:pt x="2577" y="0"/>
                    <a:pt x="2576" y="0"/>
                  </a:cubicBezTo>
                  <a:cubicBezTo>
                    <a:pt x="1803" y="17"/>
                    <a:pt x="1030" y="36"/>
                    <a:pt x="255" y="53"/>
                  </a:cubicBezTo>
                  <a:cubicBezTo>
                    <a:pt x="2" y="59"/>
                    <a:pt x="0" y="447"/>
                    <a:pt x="250" y="447"/>
                  </a:cubicBezTo>
                  <a:cubicBezTo>
                    <a:pt x="251" y="447"/>
                    <a:pt x="253" y="447"/>
                    <a:pt x="255" y="447"/>
                  </a:cubicBezTo>
                  <a:cubicBezTo>
                    <a:pt x="1028" y="430"/>
                    <a:pt x="1801" y="411"/>
                    <a:pt x="2576" y="394"/>
                  </a:cubicBezTo>
                  <a:cubicBezTo>
                    <a:pt x="2826" y="388"/>
                    <a:pt x="2829" y="0"/>
                    <a:pt x="258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4"/>
            <p:cNvSpPr/>
            <p:nvPr/>
          </p:nvSpPr>
          <p:spPr>
            <a:xfrm>
              <a:off x="5520925" y="911600"/>
              <a:ext cx="64100" cy="87875"/>
            </a:xfrm>
            <a:custGeom>
              <a:rect b="b" l="l" r="r" t="t"/>
              <a:pathLst>
                <a:path extrusionOk="0" h="3515" w="2564">
                  <a:moveTo>
                    <a:pt x="1826" y="0"/>
                  </a:moveTo>
                  <a:cubicBezTo>
                    <a:pt x="1817" y="0"/>
                    <a:pt x="1808" y="1"/>
                    <a:pt x="1799" y="2"/>
                  </a:cubicBezTo>
                  <a:cubicBezTo>
                    <a:pt x="827" y="128"/>
                    <a:pt x="1" y="1011"/>
                    <a:pt x="159" y="2033"/>
                  </a:cubicBezTo>
                  <a:cubicBezTo>
                    <a:pt x="300" y="2935"/>
                    <a:pt x="1132" y="3514"/>
                    <a:pt x="1995" y="3514"/>
                  </a:cubicBezTo>
                  <a:cubicBezTo>
                    <a:pt x="2106" y="3514"/>
                    <a:pt x="2218" y="3505"/>
                    <a:pt x="2328" y="3485"/>
                  </a:cubicBezTo>
                  <a:cubicBezTo>
                    <a:pt x="2563" y="3442"/>
                    <a:pt x="2482" y="3102"/>
                    <a:pt x="2263" y="3102"/>
                  </a:cubicBezTo>
                  <a:cubicBezTo>
                    <a:pt x="2250" y="3102"/>
                    <a:pt x="2236" y="3103"/>
                    <a:pt x="2222" y="3106"/>
                  </a:cubicBezTo>
                  <a:cubicBezTo>
                    <a:pt x="2141" y="3120"/>
                    <a:pt x="2060" y="3127"/>
                    <a:pt x="1978" y="3127"/>
                  </a:cubicBezTo>
                  <a:cubicBezTo>
                    <a:pt x="1314" y="3127"/>
                    <a:pt x="655" y="2666"/>
                    <a:pt x="555" y="1979"/>
                  </a:cubicBezTo>
                  <a:cubicBezTo>
                    <a:pt x="443" y="1213"/>
                    <a:pt x="1040" y="495"/>
                    <a:pt x="1797" y="396"/>
                  </a:cubicBezTo>
                  <a:cubicBezTo>
                    <a:pt x="2038" y="365"/>
                    <a:pt x="2049" y="0"/>
                    <a:pt x="182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4"/>
            <p:cNvSpPr/>
            <p:nvPr/>
          </p:nvSpPr>
          <p:spPr>
            <a:xfrm>
              <a:off x="5609150" y="879775"/>
              <a:ext cx="55000" cy="48100"/>
            </a:xfrm>
            <a:custGeom>
              <a:rect b="b" l="l" r="r" t="t"/>
              <a:pathLst>
                <a:path extrusionOk="0" h="1924" w="2200">
                  <a:moveTo>
                    <a:pt x="1090" y="1"/>
                  </a:moveTo>
                  <a:cubicBezTo>
                    <a:pt x="1072" y="1"/>
                    <a:pt x="1054" y="4"/>
                    <a:pt x="1035" y="11"/>
                  </a:cubicBezTo>
                  <a:cubicBezTo>
                    <a:pt x="762" y="117"/>
                    <a:pt x="488" y="221"/>
                    <a:pt x="215" y="326"/>
                  </a:cubicBezTo>
                  <a:cubicBezTo>
                    <a:pt x="0" y="405"/>
                    <a:pt x="58" y="718"/>
                    <a:pt x="244" y="718"/>
                  </a:cubicBezTo>
                  <a:cubicBezTo>
                    <a:pt x="266" y="718"/>
                    <a:pt x="290" y="714"/>
                    <a:pt x="315" y="704"/>
                  </a:cubicBezTo>
                  <a:cubicBezTo>
                    <a:pt x="498" y="634"/>
                    <a:pt x="680" y="565"/>
                    <a:pt x="862" y="494"/>
                  </a:cubicBezTo>
                  <a:lnTo>
                    <a:pt x="862" y="494"/>
                  </a:lnTo>
                  <a:cubicBezTo>
                    <a:pt x="810" y="804"/>
                    <a:pt x="679" y="1086"/>
                    <a:pt x="467" y="1332"/>
                  </a:cubicBezTo>
                  <a:cubicBezTo>
                    <a:pt x="377" y="1437"/>
                    <a:pt x="397" y="1632"/>
                    <a:pt x="554" y="1662"/>
                  </a:cubicBezTo>
                  <a:cubicBezTo>
                    <a:pt x="989" y="1747"/>
                    <a:pt x="1425" y="1833"/>
                    <a:pt x="1861" y="1919"/>
                  </a:cubicBezTo>
                  <a:cubicBezTo>
                    <a:pt x="1876" y="1922"/>
                    <a:pt x="1890" y="1924"/>
                    <a:pt x="1904" y="1924"/>
                  </a:cubicBezTo>
                  <a:cubicBezTo>
                    <a:pt x="2119" y="1924"/>
                    <a:pt x="2200" y="1586"/>
                    <a:pt x="1966" y="1540"/>
                  </a:cubicBezTo>
                  <a:cubicBezTo>
                    <a:pt x="1628" y="1473"/>
                    <a:pt x="1290" y="1406"/>
                    <a:pt x="951" y="1340"/>
                  </a:cubicBezTo>
                  <a:lnTo>
                    <a:pt x="951" y="1340"/>
                  </a:lnTo>
                  <a:cubicBezTo>
                    <a:pt x="1167" y="1000"/>
                    <a:pt x="1280" y="618"/>
                    <a:pt x="1284" y="201"/>
                  </a:cubicBezTo>
                  <a:cubicBezTo>
                    <a:pt x="1286" y="101"/>
                    <a:pt x="1192" y="1"/>
                    <a:pt x="10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4"/>
            <p:cNvSpPr/>
            <p:nvPr/>
          </p:nvSpPr>
          <p:spPr>
            <a:xfrm>
              <a:off x="5709450" y="931475"/>
              <a:ext cx="13325" cy="65375"/>
            </a:xfrm>
            <a:custGeom>
              <a:rect b="b" l="l" r="r" t="t"/>
              <a:pathLst>
                <a:path extrusionOk="0" h="2615" w="533">
                  <a:moveTo>
                    <a:pt x="345" y="0"/>
                  </a:moveTo>
                  <a:cubicBezTo>
                    <a:pt x="246" y="0"/>
                    <a:pt x="139" y="63"/>
                    <a:pt x="123" y="188"/>
                  </a:cubicBezTo>
                  <a:cubicBezTo>
                    <a:pt x="30" y="932"/>
                    <a:pt x="1" y="1676"/>
                    <a:pt x="37" y="2425"/>
                  </a:cubicBezTo>
                  <a:cubicBezTo>
                    <a:pt x="43" y="2551"/>
                    <a:pt x="145" y="2615"/>
                    <a:pt x="244" y="2615"/>
                  </a:cubicBezTo>
                  <a:cubicBezTo>
                    <a:pt x="342" y="2615"/>
                    <a:pt x="437" y="2552"/>
                    <a:pt x="430" y="2425"/>
                  </a:cubicBezTo>
                  <a:cubicBezTo>
                    <a:pt x="395" y="1675"/>
                    <a:pt x="426" y="932"/>
                    <a:pt x="516" y="188"/>
                  </a:cubicBezTo>
                  <a:cubicBezTo>
                    <a:pt x="533" y="63"/>
                    <a:pt x="443" y="0"/>
                    <a:pt x="3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4"/>
            <p:cNvSpPr/>
            <p:nvPr/>
          </p:nvSpPr>
          <p:spPr>
            <a:xfrm>
              <a:off x="5692250" y="953825"/>
              <a:ext cx="54175" cy="10950"/>
            </a:xfrm>
            <a:custGeom>
              <a:rect b="b" l="l" r="r" t="t"/>
              <a:pathLst>
                <a:path extrusionOk="0" h="438" w="2167">
                  <a:moveTo>
                    <a:pt x="250" y="1"/>
                  </a:moveTo>
                  <a:cubicBezTo>
                    <a:pt x="0" y="1"/>
                    <a:pt x="2" y="389"/>
                    <a:pt x="255" y="395"/>
                  </a:cubicBezTo>
                  <a:cubicBezTo>
                    <a:pt x="808" y="409"/>
                    <a:pt x="1359" y="423"/>
                    <a:pt x="1911" y="437"/>
                  </a:cubicBezTo>
                  <a:cubicBezTo>
                    <a:pt x="1914" y="438"/>
                    <a:pt x="1916" y="438"/>
                    <a:pt x="1918" y="438"/>
                  </a:cubicBezTo>
                  <a:cubicBezTo>
                    <a:pt x="2166" y="438"/>
                    <a:pt x="2164" y="51"/>
                    <a:pt x="1911" y="44"/>
                  </a:cubicBezTo>
                  <a:cubicBezTo>
                    <a:pt x="1359" y="29"/>
                    <a:pt x="808" y="15"/>
                    <a:pt x="255" y="1"/>
                  </a:cubicBezTo>
                  <a:cubicBezTo>
                    <a:pt x="253" y="1"/>
                    <a:pt x="251" y="1"/>
                    <a:pt x="25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4"/>
            <p:cNvSpPr/>
            <p:nvPr/>
          </p:nvSpPr>
          <p:spPr>
            <a:xfrm>
              <a:off x="5789600" y="908525"/>
              <a:ext cx="37875" cy="73250"/>
            </a:xfrm>
            <a:custGeom>
              <a:rect b="b" l="l" r="r" t="t"/>
              <a:pathLst>
                <a:path extrusionOk="0" h="2930" w="1515">
                  <a:moveTo>
                    <a:pt x="1249" y="1"/>
                  </a:moveTo>
                  <a:cubicBezTo>
                    <a:pt x="1192" y="1"/>
                    <a:pt x="1137" y="31"/>
                    <a:pt x="1107" y="104"/>
                  </a:cubicBezTo>
                  <a:cubicBezTo>
                    <a:pt x="744" y="957"/>
                    <a:pt x="392" y="1816"/>
                    <a:pt x="50" y="2679"/>
                  </a:cubicBezTo>
                  <a:cubicBezTo>
                    <a:pt x="0" y="2802"/>
                    <a:pt x="126" y="2930"/>
                    <a:pt x="248" y="2930"/>
                  </a:cubicBezTo>
                  <a:cubicBezTo>
                    <a:pt x="281" y="2930"/>
                    <a:pt x="312" y="2921"/>
                    <a:pt x="341" y="2901"/>
                  </a:cubicBezTo>
                  <a:cubicBezTo>
                    <a:pt x="401" y="2858"/>
                    <a:pt x="462" y="2814"/>
                    <a:pt x="523" y="2769"/>
                  </a:cubicBezTo>
                  <a:cubicBezTo>
                    <a:pt x="636" y="2688"/>
                    <a:pt x="626" y="2546"/>
                    <a:pt x="559" y="2462"/>
                  </a:cubicBezTo>
                  <a:lnTo>
                    <a:pt x="559" y="2462"/>
                  </a:lnTo>
                  <a:cubicBezTo>
                    <a:pt x="848" y="1739"/>
                    <a:pt x="1144" y="1020"/>
                    <a:pt x="1447" y="303"/>
                  </a:cubicBezTo>
                  <a:cubicBezTo>
                    <a:pt x="1514" y="145"/>
                    <a:pt x="1375" y="1"/>
                    <a:pt x="124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4"/>
            <p:cNvSpPr/>
            <p:nvPr/>
          </p:nvSpPr>
          <p:spPr>
            <a:xfrm>
              <a:off x="5818375" y="908200"/>
              <a:ext cx="31400" cy="74150"/>
            </a:xfrm>
            <a:custGeom>
              <a:rect b="b" l="l" r="r" t="t"/>
              <a:pathLst>
                <a:path extrusionOk="0" h="2966" w="1256">
                  <a:moveTo>
                    <a:pt x="241" y="1"/>
                  </a:moveTo>
                  <a:cubicBezTo>
                    <a:pt x="122" y="1"/>
                    <a:pt x="1" y="97"/>
                    <a:pt x="46" y="244"/>
                  </a:cubicBezTo>
                  <a:cubicBezTo>
                    <a:pt x="308" y="1104"/>
                    <a:pt x="570" y="1965"/>
                    <a:pt x="832" y="2828"/>
                  </a:cubicBezTo>
                  <a:cubicBezTo>
                    <a:pt x="861" y="2924"/>
                    <a:pt x="938" y="2965"/>
                    <a:pt x="1017" y="2965"/>
                  </a:cubicBezTo>
                  <a:cubicBezTo>
                    <a:pt x="1136" y="2965"/>
                    <a:pt x="1256" y="2870"/>
                    <a:pt x="1211" y="2722"/>
                  </a:cubicBezTo>
                  <a:cubicBezTo>
                    <a:pt x="951" y="1862"/>
                    <a:pt x="687" y="1001"/>
                    <a:pt x="425" y="138"/>
                  </a:cubicBezTo>
                  <a:cubicBezTo>
                    <a:pt x="396" y="42"/>
                    <a:pt x="319" y="1"/>
                    <a:pt x="24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4"/>
            <p:cNvSpPr/>
            <p:nvPr/>
          </p:nvSpPr>
          <p:spPr>
            <a:xfrm>
              <a:off x="5809775" y="943400"/>
              <a:ext cx="36050" cy="12100"/>
            </a:xfrm>
            <a:custGeom>
              <a:rect b="b" l="l" r="r" t="t"/>
              <a:pathLst>
                <a:path extrusionOk="0" h="484" w="1442">
                  <a:moveTo>
                    <a:pt x="916" y="1"/>
                  </a:moveTo>
                  <a:cubicBezTo>
                    <a:pt x="683" y="1"/>
                    <a:pt x="451" y="33"/>
                    <a:pt x="224" y="96"/>
                  </a:cubicBezTo>
                  <a:cubicBezTo>
                    <a:pt x="0" y="156"/>
                    <a:pt x="70" y="483"/>
                    <a:pt x="273" y="483"/>
                  </a:cubicBezTo>
                  <a:cubicBezTo>
                    <a:pt x="291" y="483"/>
                    <a:pt x="310" y="481"/>
                    <a:pt x="330" y="475"/>
                  </a:cubicBezTo>
                  <a:cubicBezTo>
                    <a:pt x="527" y="420"/>
                    <a:pt x="724" y="394"/>
                    <a:pt x="924" y="394"/>
                  </a:cubicBezTo>
                  <a:cubicBezTo>
                    <a:pt x="1012" y="394"/>
                    <a:pt x="1100" y="399"/>
                    <a:pt x="1190" y="409"/>
                  </a:cubicBezTo>
                  <a:cubicBezTo>
                    <a:pt x="1199" y="410"/>
                    <a:pt x="1207" y="411"/>
                    <a:pt x="1215" y="411"/>
                  </a:cubicBezTo>
                  <a:cubicBezTo>
                    <a:pt x="1442" y="411"/>
                    <a:pt x="1430" y="40"/>
                    <a:pt x="1190" y="16"/>
                  </a:cubicBezTo>
                  <a:cubicBezTo>
                    <a:pt x="1099" y="6"/>
                    <a:pt x="1007" y="1"/>
                    <a:pt x="9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4"/>
            <p:cNvSpPr/>
            <p:nvPr/>
          </p:nvSpPr>
          <p:spPr>
            <a:xfrm>
              <a:off x="5192675" y="1061600"/>
              <a:ext cx="669775" cy="15250"/>
            </a:xfrm>
            <a:custGeom>
              <a:rect b="b" l="l" r="r" t="t"/>
              <a:pathLst>
                <a:path extrusionOk="0" h="610" w="26791">
                  <a:moveTo>
                    <a:pt x="2064" y="1"/>
                  </a:moveTo>
                  <a:cubicBezTo>
                    <a:pt x="1461" y="1"/>
                    <a:pt x="857" y="1"/>
                    <a:pt x="254" y="2"/>
                  </a:cubicBezTo>
                  <a:cubicBezTo>
                    <a:pt x="3" y="2"/>
                    <a:pt x="1" y="395"/>
                    <a:pt x="255" y="395"/>
                  </a:cubicBezTo>
                  <a:cubicBezTo>
                    <a:pt x="1914" y="393"/>
                    <a:pt x="3572" y="391"/>
                    <a:pt x="5230" y="391"/>
                  </a:cubicBezTo>
                  <a:cubicBezTo>
                    <a:pt x="10900" y="391"/>
                    <a:pt x="16570" y="412"/>
                    <a:pt x="22238" y="493"/>
                  </a:cubicBezTo>
                  <a:cubicBezTo>
                    <a:pt x="23670" y="513"/>
                    <a:pt x="25110" y="507"/>
                    <a:pt x="26538" y="609"/>
                  </a:cubicBezTo>
                  <a:cubicBezTo>
                    <a:pt x="26544" y="609"/>
                    <a:pt x="26550" y="609"/>
                    <a:pt x="26555" y="609"/>
                  </a:cubicBezTo>
                  <a:cubicBezTo>
                    <a:pt x="26790" y="609"/>
                    <a:pt x="26784" y="233"/>
                    <a:pt x="26538" y="215"/>
                  </a:cubicBezTo>
                  <a:cubicBezTo>
                    <a:pt x="24430" y="65"/>
                    <a:pt x="22305" y="47"/>
                    <a:pt x="20183" y="47"/>
                  </a:cubicBezTo>
                  <a:cubicBezTo>
                    <a:pt x="19535" y="47"/>
                    <a:pt x="18888" y="49"/>
                    <a:pt x="18241" y="49"/>
                  </a:cubicBezTo>
                  <a:cubicBezTo>
                    <a:pt x="17758" y="49"/>
                    <a:pt x="17276" y="48"/>
                    <a:pt x="16794" y="45"/>
                  </a:cubicBezTo>
                  <a:cubicBezTo>
                    <a:pt x="12488" y="16"/>
                    <a:pt x="8180" y="6"/>
                    <a:pt x="3873" y="2"/>
                  </a:cubicBezTo>
                  <a:cubicBezTo>
                    <a:pt x="3270" y="1"/>
                    <a:pt x="2667" y="1"/>
                    <a:pt x="206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4"/>
            <p:cNvSpPr/>
            <p:nvPr/>
          </p:nvSpPr>
          <p:spPr>
            <a:xfrm>
              <a:off x="5407175" y="1115700"/>
              <a:ext cx="49925" cy="72975"/>
            </a:xfrm>
            <a:custGeom>
              <a:rect b="b" l="l" r="r" t="t"/>
              <a:pathLst>
                <a:path extrusionOk="0" h="2919" w="1997">
                  <a:moveTo>
                    <a:pt x="916" y="1"/>
                  </a:moveTo>
                  <a:cubicBezTo>
                    <a:pt x="654" y="1"/>
                    <a:pt x="392" y="56"/>
                    <a:pt x="209" y="132"/>
                  </a:cubicBezTo>
                  <a:cubicBezTo>
                    <a:pt x="0" y="220"/>
                    <a:pt x="56" y="530"/>
                    <a:pt x="237" y="530"/>
                  </a:cubicBezTo>
                  <a:cubicBezTo>
                    <a:pt x="259" y="530"/>
                    <a:pt x="284" y="525"/>
                    <a:pt x="310" y="515"/>
                  </a:cubicBezTo>
                  <a:cubicBezTo>
                    <a:pt x="485" y="443"/>
                    <a:pt x="637" y="392"/>
                    <a:pt x="828" y="392"/>
                  </a:cubicBezTo>
                  <a:cubicBezTo>
                    <a:pt x="841" y="392"/>
                    <a:pt x="853" y="392"/>
                    <a:pt x="866" y="393"/>
                  </a:cubicBezTo>
                  <a:lnTo>
                    <a:pt x="1123" y="432"/>
                  </a:lnTo>
                  <a:cubicBezTo>
                    <a:pt x="1127" y="432"/>
                    <a:pt x="1131" y="431"/>
                    <a:pt x="1135" y="431"/>
                  </a:cubicBezTo>
                  <a:cubicBezTo>
                    <a:pt x="1353" y="431"/>
                    <a:pt x="1418" y="510"/>
                    <a:pt x="1331" y="668"/>
                  </a:cubicBezTo>
                  <a:cubicBezTo>
                    <a:pt x="1288" y="943"/>
                    <a:pt x="947" y="1169"/>
                    <a:pt x="743" y="1329"/>
                  </a:cubicBezTo>
                  <a:cubicBezTo>
                    <a:pt x="590" y="1448"/>
                    <a:pt x="736" y="1648"/>
                    <a:pt x="882" y="1666"/>
                  </a:cubicBezTo>
                  <a:cubicBezTo>
                    <a:pt x="895" y="1665"/>
                    <a:pt x="907" y="1664"/>
                    <a:pt x="920" y="1664"/>
                  </a:cubicBezTo>
                  <a:cubicBezTo>
                    <a:pt x="1185" y="1664"/>
                    <a:pt x="1351" y="1824"/>
                    <a:pt x="1418" y="2145"/>
                  </a:cubicBezTo>
                  <a:cubicBezTo>
                    <a:pt x="1327" y="2237"/>
                    <a:pt x="1224" y="2311"/>
                    <a:pt x="1109" y="2368"/>
                  </a:cubicBezTo>
                  <a:cubicBezTo>
                    <a:pt x="888" y="2485"/>
                    <a:pt x="660" y="2526"/>
                    <a:pt x="419" y="2526"/>
                  </a:cubicBezTo>
                  <a:cubicBezTo>
                    <a:pt x="380" y="2526"/>
                    <a:pt x="340" y="2525"/>
                    <a:pt x="300" y="2523"/>
                  </a:cubicBezTo>
                  <a:cubicBezTo>
                    <a:pt x="296" y="2523"/>
                    <a:pt x="292" y="2523"/>
                    <a:pt x="288" y="2523"/>
                  </a:cubicBezTo>
                  <a:cubicBezTo>
                    <a:pt x="46" y="2523"/>
                    <a:pt x="52" y="2904"/>
                    <a:pt x="300" y="2917"/>
                  </a:cubicBezTo>
                  <a:cubicBezTo>
                    <a:pt x="330" y="2918"/>
                    <a:pt x="360" y="2919"/>
                    <a:pt x="392" y="2919"/>
                  </a:cubicBezTo>
                  <a:cubicBezTo>
                    <a:pt x="914" y="2919"/>
                    <a:pt x="1657" y="2723"/>
                    <a:pt x="1844" y="2187"/>
                  </a:cubicBezTo>
                  <a:cubicBezTo>
                    <a:pt x="1996" y="1743"/>
                    <a:pt x="1681" y="1494"/>
                    <a:pt x="1318" y="1368"/>
                  </a:cubicBezTo>
                  <a:lnTo>
                    <a:pt x="1318" y="1368"/>
                  </a:lnTo>
                  <a:cubicBezTo>
                    <a:pt x="1629" y="1096"/>
                    <a:pt x="1969" y="712"/>
                    <a:pt x="1768" y="371"/>
                  </a:cubicBezTo>
                  <a:cubicBezTo>
                    <a:pt x="1605" y="97"/>
                    <a:pt x="1261" y="1"/>
                    <a:pt x="9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4"/>
            <p:cNvSpPr/>
            <p:nvPr/>
          </p:nvSpPr>
          <p:spPr>
            <a:xfrm>
              <a:off x="5491675" y="1116950"/>
              <a:ext cx="13300" cy="63275"/>
            </a:xfrm>
            <a:custGeom>
              <a:rect b="b" l="l" r="r" t="t"/>
              <a:pathLst>
                <a:path extrusionOk="0" h="2531" w="532">
                  <a:moveTo>
                    <a:pt x="255" y="1"/>
                  </a:moveTo>
                  <a:cubicBezTo>
                    <a:pt x="157" y="1"/>
                    <a:pt x="55" y="64"/>
                    <a:pt x="47" y="190"/>
                  </a:cubicBezTo>
                  <a:cubicBezTo>
                    <a:pt x="1" y="911"/>
                    <a:pt x="27" y="1628"/>
                    <a:pt x="121" y="2344"/>
                  </a:cubicBezTo>
                  <a:cubicBezTo>
                    <a:pt x="138" y="2468"/>
                    <a:pt x="246" y="2530"/>
                    <a:pt x="345" y="2530"/>
                  </a:cubicBezTo>
                  <a:cubicBezTo>
                    <a:pt x="443" y="2530"/>
                    <a:pt x="532" y="2469"/>
                    <a:pt x="515" y="2344"/>
                  </a:cubicBezTo>
                  <a:cubicBezTo>
                    <a:pt x="420" y="1626"/>
                    <a:pt x="395" y="910"/>
                    <a:pt x="440" y="190"/>
                  </a:cubicBezTo>
                  <a:cubicBezTo>
                    <a:pt x="448" y="64"/>
                    <a:pt x="354" y="1"/>
                    <a:pt x="25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4"/>
            <p:cNvSpPr/>
            <p:nvPr/>
          </p:nvSpPr>
          <p:spPr>
            <a:xfrm>
              <a:off x="5491225" y="1114675"/>
              <a:ext cx="51300" cy="73075"/>
            </a:xfrm>
            <a:custGeom>
              <a:rect b="b" l="l" r="r" t="t"/>
              <a:pathLst>
                <a:path extrusionOk="0" h="2923" w="2052">
                  <a:moveTo>
                    <a:pt x="406" y="1"/>
                  </a:moveTo>
                  <a:cubicBezTo>
                    <a:pt x="353" y="1"/>
                    <a:pt x="302" y="2"/>
                    <a:pt x="252" y="4"/>
                  </a:cubicBezTo>
                  <a:cubicBezTo>
                    <a:pt x="5" y="19"/>
                    <a:pt x="0" y="399"/>
                    <a:pt x="239" y="399"/>
                  </a:cubicBezTo>
                  <a:cubicBezTo>
                    <a:pt x="243" y="399"/>
                    <a:pt x="248" y="398"/>
                    <a:pt x="252" y="398"/>
                  </a:cubicBezTo>
                  <a:cubicBezTo>
                    <a:pt x="283" y="397"/>
                    <a:pt x="327" y="395"/>
                    <a:pt x="378" y="395"/>
                  </a:cubicBezTo>
                  <a:cubicBezTo>
                    <a:pt x="743" y="395"/>
                    <a:pt x="1510" y="461"/>
                    <a:pt x="1096" y="1024"/>
                  </a:cubicBezTo>
                  <a:cubicBezTo>
                    <a:pt x="970" y="1196"/>
                    <a:pt x="678" y="1279"/>
                    <a:pt x="490" y="1340"/>
                  </a:cubicBezTo>
                  <a:cubicBezTo>
                    <a:pt x="344" y="1389"/>
                    <a:pt x="280" y="1622"/>
                    <a:pt x="444" y="1699"/>
                  </a:cubicBezTo>
                  <a:cubicBezTo>
                    <a:pt x="563" y="1755"/>
                    <a:pt x="656" y="1792"/>
                    <a:pt x="791" y="1807"/>
                  </a:cubicBezTo>
                  <a:cubicBezTo>
                    <a:pt x="802" y="1808"/>
                    <a:pt x="813" y="1809"/>
                    <a:pt x="826" y="1809"/>
                  </a:cubicBezTo>
                  <a:cubicBezTo>
                    <a:pt x="921" y="1809"/>
                    <a:pt x="1052" y="1776"/>
                    <a:pt x="1156" y="1776"/>
                  </a:cubicBezTo>
                  <a:cubicBezTo>
                    <a:pt x="1194" y="1776"/>
                    <a:pt x="1229" y="1780"/>
                    <a:pt x="1257" y="1792"/>
                  </a:cubicBezTo>
                  <a:cubicBezTo>
                    <a:pt x="1794" y="2026"/>
                    <a:pt x="1233" y="2372"/>
                    <a:pt x="1002" y="2457"/>
                  </a:cubicBezTo>
                  <a:cubicBezTo>
                    <a:pt x="850" y="2512"/>
                    <a:pt x="698" y="2532"/>
                    <a:pt x="542" y="2532"/>
                  </a:cubicBezTo>
                  <a:cubicBezTo>
                    <a:pt x="467" y="2532"/>
                    <a:pt x="392" y="2528"/>
                    <a:pt x="315" y="2520"/>
                  </a:cubicBezTo>
                  <a:cubicBezTo>
                    <a:pt x="307" y="2519"/>
                    <a:pt x="299" y="2518"/>
                    <a:pt x="291" y="2518"/>
                  </a:cubicBezTo>
                  <a:cubicBezTo>
                    <a:pt x="62" y="2518"/>
                    <a:pt x="73" y="2887"/>
                    <a:pt x="315" y="2913"/>
                  </a:cubicBezTo>
                  <a:cubicBezTo>
                    <a:pt x="370" y="2919"/>
                    <a:pt x="428" y="2922"/>
                    <a:pt x="489" y="2922"/>
                  </a:cubicBezTo>
                  <a:cubicBezTo>
                    <a:pt x="1059" y="2922"/>
                    <a:pt x="1866" y="2663"/>
                    <a:pt x="1964" y="2044"/>
                  </a:cubicBezTo>
                  <a:cubicBezTo>
                    <a:pt x="2052" y="1503"/>
                    <a:pt x="1623" y="1456"/>
                    <a:pt x="1207" y="1437"/>
                  </a:cubicBezTo>
                  <a:lnTo>
                    <a:pt x="1207" y="1437"/>
                  </a:lnTo>
                  <a:cubicBezTo>
                    <a:pt x="1445" y="1274"/>
                    <a:pt x="1621" y="1050"/>
                    <a:pt x="1597" y="737"/>
                  </a:cubicBezTo>
                  <a:cubicBezTo>
                    <a:pt x="1547" y="131"/>
                    <a:pt x="912" y="1"/>
                    <a:pt x="40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4"/>
            <p:cNvSpPr/>
            <p:nvPr/>
          </p:nvSpPr>
          <p:spPr>
            <a:xfrm>
              <a:off x="5548475" y="1112500"/>
              <a:ext cx="61925" cy="71600"/>
            </a:xfrm>
            <a:custGeom>
              <a:rect b="b" l="l" r="r" t="t"/>
              <a:pathLst>
                <a:path extrusionOk="0" h="2864" w="2477">
                  <a:moveTo>
                    <a:pt x="1627" y="0"/>
                  </a:moveTo>
                  <a:cubicBezTo>
                    <a:pt x="1560" y="0"/>
                    <a:pt x="1491" y="32"/>
                    <a:pt x="1450" y="93"/>
                  </a:cubicBezTo>
                  <a:cubicBezTo>
                    <a:pt x="927" y="869"/>
                    <a:pt x="468" y="1680"/>
                    <a:pt x="74" y="2529"/>
                  </a:cubicBezTo>
                  <a:cubicBezTo>
                    <a:pt x="0" y="2686"/>
                    <a:pt x="137" y="2830"/>
                    <a:pt x="265" y="2830"/>
                  </a:cubicBezTo>
                  <a:cubicBezTo>
                    <a:pt x="323" y="2830"/>
                    <a:pt x="380" y="2800"/>
                    <a:pt x="413" y="2728"/>
                  </a:cubicBezTo>
                  <a:cubicBezTo>
                    <a:pt x="745" y="2018"/>
                    <a:pt x="1120" y="1335"/>
                    <a:pt x="1539" y="676"/>
                  </a:cubicBezTo>
                  <a:lnTo>
                    <a:pt x="1539" y="676"/>
                  </a:lnTo>
                  <a:cubicBezTo>
                    <a:pt x="1713" y="1358"/>
                    <a:pt x="1887" y="2040"/>
                    <a:pt x="2059" y="2724"/>
                  </a:cubicBezTo>
                  <a:cubicBezTo>
                    <a:pt x="2084" y="2822"/>
                    <a:pt x="2160" y="2864"/>
                    <a:pt x="2237" y="2864"/>
                  </a:cubicBezTo>
                  <a:cubicBezTo>
                    <a:pt x="2354" y="2864"/>
                    <a:pt x="2477" y="2767"/>
                    <a:pt x="2439" y="2618"/>
                  </a:cubicBezTo>
                  <a:cubicBezTo>
                    <a:pt x="2230" y="1792"/>
                    <a:pt x="2019" y="966"/>
                    <a:pt x="1809" y="140"/>
                  </a:cubicBezTo>
                  <a:cubicBezTo>
                    <a:pt x="1785" y="46"/>
                    <a:pt x="1707" y="0"/>
                    <a:pt x="16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4"/>
            <p:cNvSpPr/>
            <p:nvPr/>
          </p:nvSpPr>
          <p:spPr>
            <a:xfrm>
              <a:off x="5563725" y="1149925"/>
              <a:ext cx="47975" cy="9850"/>
            </a:xfrm>
            <a:custGeom>
              <a:rect b="b" l="l" r="r" t="t"/>
              <a:pathLst>
                <a:path extrusionOk="0" h="394" w="1919">
                  <a:moveTo>
                    <a:pt x="254" y="0"/>
                  </a:moveTo>
                  <a:cubicBezTo>
                    <a:pt x="2" y="0"/>
                    <a:pt x="1" y="394"/>
                    <a:pt x="254" y="394"/>
                  </a:cubicBezTo>
                  <a:lnTo>
                    <a:pt x="1664" y="394"/>
                  </a:lnTo>
                  <a:cubicBezTo>
                    <a:pt x="1919" y="394"/>
                    <a:pt x="1919" y="0"/>
                    <a:pt x="166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4"/>
            <p:cNvSpPr/>
            <p:nvPr/>
          </p:nvSpPr>
          <p:spPr>
            <a:xfrm>
              <a:off x="5053775" y="1333425"/>
              <a:ext cx="48025" cy="11650"/>
            </a:xfrm>
            <a:custGeom>
              <a:rect b="b" l="l" r="r" t="t"/>
              <a:pathLst>
                <a:path extrusionOk="0" h="466" w="1921">
                  <a:moveTo>
                    <a:pt x="242" y="1"/>
                  </a:moveTo>
                  <a:cubicBezTo>
                    <a:pt x="1" y="1"/>
                    <a:pt x="4" y="384"/>
                    <a:pt x="253" y="395"/>
                  </a:cubicBezTo>
                  <a:cubicBezTo>
                    <a:pt x="724" y="419"/>
                    <a:pt x="1196" y="442"/>
                    <a:pt x="1667" y="465"/>
                  </a:cubicBezTo>
                  <a:cubicBezTo>
                    <a:pt x="1671" y="465"/>
                    <a:pt x="1675" y="465"/>
                    <a:pt x="1679" y="465"/>
                  </a:cubicBezTo>
                  <a:cubicBezTo>
                    <a:pt x="1920" y="465"/>
                    <a:pt x="1915" y="84"/>
                    <a:pt x="1667" y="71"/>
                  </a:cubicBezTo>
                  <a:cubicBezTo>
                    <a:pt x="1196" y="48"/>
                    <a:pt x="724" y="24"/>
                    <a:pt x="253" y="1"/>
                  </a:cubicBezTo>
                  <a:cubicBezTo>
                    <a:pt x="249" y="1"/>
                    <a:pt x="246" y="1"/>
                    <a:pt x="24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4"/>
            <p:cNvSpPr/>
            <p:nvPr/>
          </p:nvSpPr>
          <p:spPr>
            <a:xfrm>
              <a:off x="5050950" y="1352525"/>
              <a:ext cx="57050" cy="15850"/>
            </a:xfrm>
            <a:custGeom>
              <a:rect b="b" l="l" r="r" t="t"/>
              <a:pathLst>
                <a:path extrusionOk="0" h="634" w="2282">
                  <a:moveTo>
                    <a:pt x="2032" y="0"/>
                  </a:moveTo>
                  <a:cubicBezTo>
                    <a:pt x="2030" y="0"/>
                    <a:pt x="2028" y="0"/>
                    <a:pt x="2026" y="0"/>
                  </a:cubicBezTo>
                  <a:cubicBezTo>
                    <a:pt x="1416" y="13"/>
                    <a:pt x="817" y="95"/>
                    <a:pt x="225" y="246"/>
                  </a:cubicBezTo>
                  <a:cubicBezTo>
                    <a:pt x="1" y="304"/>
                    <a:pt x="71" y="633"/>
                    <a:pt x="276" y="633"/>
                  </a:cubicBezTo>
                  <a:cubicBezTo>
                    <a:pt x="293" y="633"/>
                    <a:pt x="311" y="631"/>
                    <a:pt x="330" y="626"/>
                  </a:cubicBezTo>
                  <a:cubicBezTo>
                    <a:pt x="888" y="483"/>
                    <a:pt x="1451" y="407"/>
                    <a:pt x="2026" y="394"/>
                  </a:cubicBezTo>
                  <a:cubicBezTo>
                    <a:pt x="2278" y="388"/>
                    <a:pt x="2281" y="0"/>
                    <a:pt x="203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4"/>
            <p:cNvSpPr/>
            <p:nvPr/>
          </p:nvSpPr>
          <p:spPr>
            <a:xfrm>
              <a:off x="5215550" y="1268200"/>
              <a:ext cx="60100" cy="71575"/>
            </a:xfrm>
            <a:custGeom>
              <a:rect b="b" l="l" r="r" t="t"/>
              <a:pathLst>
                <a:path extrusionOk="0" h="2863" w="2404">
                  <a:moveTo>
                    <a:pt x="1379" y="0"/>
                  </a:moveTo>
                  <a:cubicBezTo>
                    <a:pt x="629" y="0"/>
                    <a:pt x="0" y="989"/>
                    <a:pt x="50" y="1690"/>
                  </a:cubicBezTo>
                  <a:cubicBezTo>
                    <a:pt x="122" y="2671"/>
                    <a:pt x="1158" y="2862"/>
                    <a:pt x="1970" y="2862"/>
                  </a:cubicBezTo>
                  <a:cubicBezTo>
                    <a:pt x="2031" y="2862"/>
                    <a:pt x="2091" y="2861"/>
                    <a:pt x="2149" y="2859"/>
                  </a:cubicBezTo>
                  <a:cubicBezTo>
                    <a:pt x="2400" y="2852"/>
                    <a:pt x="2404" y="2465"/>
                    <a:pt x="2156" y="2465"/>
                  </a:cubicBezTo>
                  <a:cubicBezTo>
                    <a:pt x="2154" y="2465"/>
                    <a:pt x="2151" y="2465"/>
                    <a:pt x="2149" y="2466"/>
                  </a:cubicBezTo>
                  <a:cubicBezTo>
                    <a:pt x="2051" y="2468"/>
                    <a:pt x="1946" y="2471"/>
                    <a:pt x="1838" y="2471"/>
                  </a:cubicBezTo>
                  <a:cubicBezTo>
                    <a:pt x="1400" y="2471"/>
                    <a:pt x="910" y="2420"/>
                    <a:pt x="623" y="2092"/>
                  </a:cubicBezTo>
                  <a:cubicBezTo>
                    <a:pt x="358" y="1787"/>
                    <a:pt x="417" y="1372"/>
                    <a:pt x="594" y="1038"/>
                  </a:cubicBezTo>
                  <a:cubicBezTo>
                    <a:pt x="730" y="782"/>
                    <a:pt x="1040" y="388"/>
                    <a:pt x="1379" y="388"/>
                  </a:cubicBezTo>
                  <a:cubicBezTo>
                    <a:pt x="1443" y="388"/>
                    <a:pt x="1508" y="402"/>
                    <a:pt x="1574" y="434"/>
                  </a:cubicBezTo>
                  <a:cubicBezTo>
                    <a:pt x="1605" y="450"/>
                    <a:pt x="1636" y="457"/>
                    <a:pt x="1666" y="457"/>
                  </a:cubicBezTo>
                  <a:cubicBezTo>
                    <a:pt x="1850" y="457"/>
                    <a:pt x="1971" y="192"/>
                    <a:pt x="1774" y="95"/>
                  </a:cubicBezTo>
                  <a:cubicBezTo>
                    <a:pt x="1641" y="30"/>
                    <a:pt x="1508" y="0"/>
                    <a:pt x="137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4"/>
            <p:cNvSpPr/>
            <p:nvPr/>
          </p:nvSpPr>
          <p:spPr>
            <a:xfrm>
              <a:off x="5288275" y="1250275"/>
              <a:ext cx="35900" cy="46900"/>
            </a:xfrm>
            <a:custGeom>
              <a:rect b="b" l="l" r="r" t="t"/>
              <a:pathLst>
                <a:path extrusionOk="0" h="1876" w="1436">
                  <a:moveTo>
                    <a:pt x="608" y="1"/>
                  </a:moveTo>
                  <a:cubicBezTo>
                    <a:pt x="449" y="1"/>
                    <a:pt x="287" y="56"/>
                    <a:pt x="159" y="158"/>
                  </a:cubicBezTo>
                  <a:cubicBezTo>
                    <a:pt x="0" y="284"/>
                    <a:pt x="143" y="484"/>
                    <a:pt x="307" y="484"/>
                  </a:cubicBezTo>
                  <a:cubicBezTo>
                    <a:pt x="349" y="484"/>
                    <a:pt x="393" y="470"/>
                    <a:pt x="434" y="438"/>
                  </a:cubicBezTo>
                  <a:cubicBezTo>
                    <a:pt x="482" y="400"/>
                    <a:pt x="531" y="383"/>
                    <a:pt x="576" y="383"/>
                  </a:cubicBezTo>
                  <a:cubicBezTo>
                    <a:pt x="772" y="383"/>
                    <a:pt x="903" y="690"/>
                    <a:pt x="665" y="790"/>
                  </a:cubicBezTo>
                  <a:lnTo>
                    <a:pt x="665" y="790"/>
                  </a:lnTo>
                  <a:cubicBezTo>
                    <a:pt x="657" y="793"/>
                    <a:pt x="650" y="795"/>
                    <a:pt x="643" y="798"/>
                  </a:cubicBezTo>
                  <a:cubicBezTo>
                    <a:pt x="429" y="873"/>
                    <a:pt x="490" y="1188"/>
                    <a:pt x="683" y="1188"/>
                  </a:cubicBezTo>
                  <a:cubicBezTo>
                    <a:pt x="703" y="1188"/>
                    <a:pt x="724" y="1185"/>
                    <a:pt x="747" y="1178"/>
                  </a:cubicBezTo>
                  <a:lnTo>
                    <a:pt x="747" y="1178"/>
                  </a:lnTo>
                  <a:cubicBezTo>
                    <a:pt x="747" y="1178"/>
                    <a:pt x="747" y="1178"/>
                    <a:pt x="747" y="1178"/>
                  </a:cubicBezTo>
                  <a:cubicBezTo>
                    <a:pt x="766" y="1172"/>
                    <a:pt x="785" y="1169"/>
                    <a:pt x="804" y="1169"/>
                  </a:cubicBezTo>
                  <a:cubicBezTo>
                    <a:pt x="929" y="1169"/>
                    <a:pt x="1054" y="1301"/>
                    <a:pt x="955" y="1420"/>
                  </a:cubicBezTo>
                  <a:cubicBezTo>
                    <a:pt x="916" y="1467"/>
                    <a:pt x="859" y="1486"/>
                    <a:pt x="801" y="1486"/>
                  </a:cubicBezTo>
                  <a:cubicBezTo>
                    <a:pt x="741" y="1486"/>
                    <a:pt x="680" y="1466"/>
                    <a:pt x="633" y="1436"/>
                  </a:cubicBezTo>
                  <a:cubicBezTo>
                    <a:pt x="598" y="1414"/>
                    <a:pt x="564" y="1404"/>
                    <a:pt x="531" y="1404"/>
                  </a:cubicBezTo>
                  <a:cubicBezTo>
                    <a:pt x="366" y="1404"/>
                    <a:pt x="255" y="1660"/>
                    <a:pt x="434" y="1775"/>
                  </a:cubicBezTo>
                  <a:cubicBezTo>
                    <a:pt x="538" y="1843"/>
                    <a:pt x="660" y="1875"/>
                    <a:pt x="783" y="1875"/>
                  </a:cubicBezTo>
                  <a:cubicBezTo>
                    <a:pt x="1043" y="1875"/>
                    <a:pt x="1302" y="1729"/>
                    <a:pt x="1373" y="1456"/>
                  </a:cubicBezTo>
                  <a:cubicBezTo>
                    <a:pt x="1435" y="1216"/>
                    <a:pt x="1312" y="986"/>
                    <a:pt x="1121" y="862"/>
                  </a:cubicBezTo>
                  <a:lnTo>
                    <a:pt x="1121" y="862"/>
                  </a:lnTo>
                  <a:cubicBezTo>
                    <a:pt x="1215" y="688"/>
                    <a:pt x="1231" y="476"/>
                    <a:pt x="1121" y="287"/>
                  </a:cubicBezTo>
                  <a:cubicBezTo>
                    <a:pt x="1007" y="90"/>
                    <a:pt x="810" y="1"/>
                    <a:pt x="60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4"/>
            <p:cNvSpPr/>
            <p:nvPr/>
          </p:nvSpPr>
          <p:spPr>
            <a:xfrm>
              <a:off x="5409700" y="1264075"/>
              <a:ext cx="9850" cy="59250"/>
            </a:xfrm>
            <a:custGeom>
              <a:rect b="b" l="l" r="r" t="t"/>
              <a:pathLst>
                <a:path extrusionOk="0" h="2370" w="394">
                  <a:moveTo>
                    <a:pt x="197" y="1"/>
                  </a:moveTo>
                  <a:cubicBezTo>
                    <a:pt x="99" y="1"/>
                    <a:pt x="0" y="64"/>
                    <a:pt x="0" y="190"/>
                  </a:cubicBezTo>
                  <a:lnTo>
                    <a:pt x="0" y="2180"/>
                  </a:lnTo>
                  <a:cubicBezTo>
                    <a:pt x="0" y="2306"/>
                    <a:pt x="99" y="2370"/>
                    <a:pt x="197" y="2370"/>
                  </a:cubicBezTo>
                  <a:cubicBezTo>
                    <a:pt x="296" y="2370"/>
                    <a:pt x="394" y="2306"/>
                    <a:pt x="394" y="2180"/>
                  </a:cubicBezTo>
                  <a:lnTo>
                    <a:pt x="394" y="190"/>
                  </a:lnTo>
                  <a:cubicBezTo>
                    <a:pt x="394" y="64"/>
                    <a:pt x="296" y="1"/>
                    <a:pt x="1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4"/>
            <p:cNvSpPr/>
            <p:nvPr/>
          </p:nvSpPr>
          <p:spPr>
            <a:xfrm>
              <a:off x="5393825" y="1288125"/>
              <a:ext cx="54050" cy="13125"/>
            </a:xfrm>
            <a:custGeom>
              <a:rect b="b" l="l" r="r" t="t"/>
              <a:pathLst>
                <a:path extrusionOk="0" h="525" w="2162">
                  <a:moveTo>
                    <a:pt x="1928" y="0"/>
                  </a:moveTo>
                  <a:cubicBezTo>
                    <a:pt x="1922" y="0"/>
                    <a:pt x="1916" y="0"/>
                    <a:pt x="1909" y="1"/>
                  </a:cubicBezTo>
                  <a:cubicBezTo>
                    <a:pt x="1358" y="44"/>
                    <a:pt x="807" y="87"/>
                    <a:pt x="255" y="130"/>
                  </a:cubicBezTo>
                  <a:cubicBezTo>
                    <a:pt x="9" y="149"/>
                    <a:pt x="0" y="524"/>
                    <a:pt x="236" y="524"/>
                  </a:cubicBezTo>
                  <a:cubicBezTo>
                    <a:pt x="242" y="524"/>
                    <a:pt x="248" y="524"/>
                    <a:pt x="255" y="523"/>
                  </a:cubicBezTo>
                  <a:cubicBezTo>
                    <a:pt x="806" y="480"/>
                    <a:pt x="1357" y="437"/>
                    <a:pt x="1909" y="394"/>
                  </a:cubicBezTo>
                  <a:cubicBezTo>
                    <a:pt x="2154" y="375"/>
                    <a:pt x="2161" y="0"/>
                    <a:pt x="192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4"/>
            <p:cNvSpPr/>
            <p:nvPr/>
          </p:nvSpPr>
          <p:spPr>
            <a:xfrm>
              <a:off x="5531375" y="1265950"/>
              <a:ext cx="49225" cy="58925"/>
            </a:xfrm>
            <a:custGeom>
              <a:rect b="b" l="l" r="r" t="t"/>
              <a:pathLst>
                <a:path extrusionOk="0" h="2357" w="1969">
                  <a:moveTo>
                    <a:pt x="1717" y="0"/>
                  </a:moveTo>
                  <a:cubicBezTo>
                    <a:pt x="1716" y="0"/>
                    <a:pt x="1716" y="0"/>
                    <a:pt x="1716" y="0"/>
                  </a:cubicBezTo>
                  <a:cubicBezTo>
                    <a:pt x="1223" y="2"/>
                    <a:pt x="731" y="5"/>
                    <a:pt x="237" y="6"/>
                  </a:cubicBezTo>
                  <a:cubicBezTo>
                    <a:pt x="122" y="6"/>
                    <a:pt x="51" y="98"/>
                    <a:pt x="41" y="202"/>
                  </a:cubicBezTo>
                  <a:cubicBezTo>
                    <a:pt x="1" y="557"/>
                    <a:pt x="19" y="896"/>
                    <a:pt x="85" y="1247"/>
                  </a:cubicBezTo>
                  <a:cubicBezTo>
                    <a:pt x="102" y="1341"/>
                    <a:pt x="190" y="1389"/>
                    <a:pt x="276" y="1389"/>
                  </a:cubicBezTo>
                  <a:cubicBezTo>
                    <a:pt x="311" y="1389"/>
                    <a:pt x="345" y="1381"/>
                    <a:pt x="374" y="1366"/>
                  </a:cubicBezTo>
                  <a:cubicBezTo>
                    <a:pt x="493" y="1303"/>
                    <a:pt x="741" y="1217"/>
                    <a:pt x="956" y="1217"/>
                  </a:cubicBezTo>
                  <a:cubicBezTo>
                    <a:pt x="1155" y="1217"/>
                    <a:pt x="1325" y="1291"/>
                    <a:pt x="1338" y="1525"/>
                  </a:cubicBezTo>
                  <a:cubicBezTo>
                    <a:pt x="1359" y="1933"/>
                    <a:pt x="671" y="1963"/>
                    <a:pt x="365" y="1963"/>
                  </a:cubicBezTo>
                  <a:cubicBezTo>
                    <a:pt x="340" y="1963"/>
                    <a:pt x="318" y="1963"/>
                    <a:pt x="298" y="1963"/>
                  </a:cubicBezTo>
                  <a:cubicBezTo>
                    <a:pt x="298" y="1963"/>
                    <a:pt x="297" y="1963"/>
                    <a:pt x="297" y="1963"/>
                  </a:cubicBezTo>
                  <a:cubicBezTo>
                    <a:pt x="44" y="1963"/>
                    <a:pt x="44" y="2355"/>
                    <a:pt x="298" y="2357"/>
                  </a:cubicBezTo>
                  <a:cubicBezTo>
                    <a:pt x="308" y="2357"/>
                    <a:pt x="317" y="2357"/>
                    <a:pt x="327" y="2357"/>
                  </a:cubicBezTo>
                  <a:cubicBezTo>
                    <a:pt x="880" y="2357"/>
                    <a:pt x="1905" y="2193"/>
                    <a:pt x="1717" y="1422"/>
                  </a:cubicBezTo>
                  <a:cubicBezTo>
                    <a:pt x="1613" y="991"/>
                    <a:pt x="1280" y="834"/>
                    <a:pt x="917" y="834"/>
                  </a:cubicBezTo>
                  <a:cubicBezTo>
                    <a:pt x="756" y="834"/>
                    <a:pt x="588" y="865"/>
                    <a:pt x="432" y="916"/>
                  </a:cubicBezTo>
                  <a:lnTo>
                    <a:pt x="432" y="916"/>
                  </a:lnTo>
                  <a:cubicBezTo>
                    <a:pt x="413" y="744"/>
                    <a:pt x="409" y="574"/>
                    <a:pt x="419" y="401"/>
                  </a:cubicBezTo>
                  <a:lnTo>
                    <a:pt x="419" y="401"/>
                  </a:lnTo>
                  <a:cubicBezTo>
                    <a:pt x="851" y="399"/>
                    <a:pt x="1284" y="398"/>
                    <a:pt x="1717" y="395"/>
                  </a:cubicBezTo>
                  <a:cubicBezTo>
                    <a:pt x="1967" y="393"/>
                    <a:pt x="1969" y="0"/>
                    <a:pt x="171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4"/>
            <p:cNvSpPr/>
            <p:nvPr/>
          </p:nvSpPr>
          <p:spPr>
            <a:xfrm>
              <a:off x="5600225" y="1259550"/>
              <a:ext cx="55000" cy="63900"/>
            </a:xfrm>
            <a:custGeom>
              <a:rect b="b" l="l" r="r" t="t"/>
              <a:pathLst>
                <a:path extrusionOk="0" h="2556" w="2200">
                  <a:moveTo>
                    <a:pt x="1393" y="0"/>
                  </a:moveTo>
                  <a:cubicBezTo>
                    <a:pt x="947" y="0"/>
                    <a:pt x="491" y="606"/>
                    <a:pt x="352" y="1009"/>
                  </a:cubicBezTo>
                  <a:cubicBezTo>
                    <a:pt x="1" y="2031"/>
                    <a:pt x="1169" y="2465"/>
                    <a:pt x="1949" y="2554"/>
                  </a:cubicBezTo>
                  <a:cubicBezTo>
                    <a:pt x="1958" y="2555"/>
                    <a:pt x="1966" y="2555"/>
                    <a:pt x="1975" y="2555"/>
                  </a:cubicBezTo>
                  <a:cubicBezTo>
                    <a:pt x="2199" y="2555"/>
                    <a:pt x="2190" y="2188"/>
                    <a:pt x="1949" y="2160"/>
                  </a:cubicBezTo>
                  <a:cubicBezTo>
                    <a:pt x="1490" y="2109"/>
                    <a:pt x="817" y="1993"/>
                    <a:pt x="701" y="1444"/>
                  </a:cubicBezTo>
                  <a:cubicBezTo>
                    <a:pt x="658" y="1249"/>
                    <a:pt x="1056" y="383"/>
                    <a:pt x="1362" y="383"/>
                  </a:cubicBezTo>
                  <a:cubicBezTo>
                    <a:pt x="1416" y="383"/>
                    <a:pt x="1467" y="410"/>
                    <a:pt x="1513" y="472"/>
                  </a:cubicBezTo>
                  <a:cubicBezTo>
                    <a:pt x="1557" y="532"/>
                    <a:pt x="1617" y="556"/>
                    <a:pt x="1677" y="556"/>
                  </a:cubicBezTo>
                  <a:cubicBezTo>
                    <a:pt x="1821" y="556"/>
                    <a:pt x="1959" y="416"/>
                    <a:pt x="1853" y="272"/>
                  </a:cubicBezTo>
                  <a:cubicBezTo>
                    <a:pt x="1711" y="78"/>
                    <a:pt x="1553" y="0"/>
                    <a:pt x="13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4"/>
            <p:cNvSpPr/>
            <p:nvPr/>
          </p:nvSpPr>
          <p:spPr>
            <a:xfrm>
              <a:off x="5679575" y="1256975"/>
              <a:ext cx="74850" cy="60225"/>
            </a:xfrm>
            <a:custGeom>
              <a:rect b="b" l="l" r="r" t="t"/>
              <a:pathLst>
                <a:path extrusionOk="0" h="2409" w="2994">
                  <a:moveTo>
                    <a:pt x="1969" y="0"/>
                  </a:moveTo>
                  <a:cubicBezTo>
                    <a:pt x="1916" y="0"/>
                    <a:pt x="1862" y="20"/>
                    <a:pt x="1824" y="57"/>
                  </a:cubicBezTo>
                  <a:cubicBezTo>
                    <a:pt x="1186" y="693"/>
                    <a:pt x="612" y="1380"/>
                    <a:pt x="99" y="2121"/>
                  </a:cubicBezTo>
                  <a:cubicBezTo>
                    <a:pt x="0" y="2269"/>
                    <a:pt x="138" y="2409"/>
                    <a:pt x="278" y="2409"/>
                  </a:cubicBezTo>
                  <a:cubicBezTo>
                    <a:pt x="339" y="2409"/>
                    <a:pt x="400" y="2383"/>
                    <a:pt x="443" y="2320"/>
                  </a:cubicBezTo>
                  <a:cubicBezTo>
                    <a:pt x="883" y="1683"/>
                    <a:pt x="1371" y="1091"/>
                    <a:pt x="1907" y="536"/>
                  </a:cubicBezTo>
                  <a:lnTo>
                    <a:pt x="1907" y="536"/>
                  </a:lnTo>
                  <a:cubicBezTo>
                    <a:pt x="2163" y="1099"/>
                    <a:pt x="2382" y="1673"/>
                    <a:pt x="2567" y="2263"/>
                  </a:cubicBezTo>
                  <a:cubicBezTo>
                    <a:pt x="2597" y="2359"/>
                    <a:pt x="2675" y="2401"/>
                    <a:pt x="2753" y="2401"/>
                  </a:cubicBezTo>
                  <a:cubicBezTo>
                    <a:pt x="2872" y="2401"/>
                    <a:pt x="2993" y="2304"/>
                    <a:pt x="2947" y="2157"/>
                  </a:cubicBezTo>
                  <a:cubicBezTo>
                    <a:pt x="2725" y="1452"/>
                    <a:pt x="2454" y="766"/>
                    <a:pt x="2134" y="96"/>
                  </a:cubicBezTo>
                  <a:cubicBezTo>
                    <a:pt x="2103" y="31"/>
                    <a:pt x="2037" y="0"/>
                    <a:pt x="196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4"/>
            <p:cNvSpPr/>
            <p:nvPr/>
          </p:nvSpPr>
          <p:spPr>
            <a:xfrm>
              <a:off x="5702575" y="1282850"/>
              <a:ext cx="50125" cy="14650"/>
            </a:xfrm>
            <a:custGeom>
              <a:rect b="b" l="l" r="r" t="t"/>
              <a:pathLst>
                <a:path extrusionOk="0" h="586" w="2005">
                  <a:moveTo>
                    <a:pt x="1339" y="0"/>
                  </a:moveTo>
                  <a:cubicBezTo>
                    <a:pt x="957" y="0"/>
                    <a:pt x="580" y="65"/>
                    <a:pt x="214" y="195"/>
                  </a:cubicBezTo>
                  <a:cubicBezTo>
                    <a:pt x="1" y="268"/>
                    <a:pt x="63" y="585"/>
                    <a:pt x="254" y="585"/>
                  </a:cubicBezTo>
                  <a:cubicBezTo>
                    <a:pt x="274" y="585"/>
                    <a:pt x="296" y="582"/>
                    <a:pt x="319" y="574"/>
                  </a:cubicBezTo>
                  <a:cubicBezTo>
                    <a:pt x="661" y="454"/>
                    <a:pt x="1005" y="395"/>
                    <a:pt x="1358" y="395"/>
                  </a:cubicBezTo>
                  <a:cubicBezTo>
                    <a:pt x="1489" y="395"/>
                    <a:pt x="1621" y="403"/>
                    <a:pt x="1755" y="419"/>
                  </a:cubicBezTo>
                  <a:cubicBezTo>
                    <a:pt x="1764" y="420"/>
                    <a:pt x="1773" y="421"/>
                    <a:pt x="1781" y="421"/>
                  </a:cubicBezTo>
                  <a:cubicBezTo>
                    <a:pt x="2005" y="421"/>
                    <a:pt x="1995" y="55"/>
                    <a:pt x="1755" y="26"/>
                  </a:cubicBezTo>
                  <a:cubicBezTo>
                    <a:pt x="1616" y="9"/>
                    <a:pt x="1477" y="0"/>
                    <a:pt x="133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4"/>
            <p:cNvSpPr/>
            <p:nvPr/>
          </p:nvSpPr>
          <p:spPr>
            <a:xfrm>
              <a:off x="5205200" y="1378700"/>
              <a:ext cx="645075" cy="13550"/>
            </a:xfrm>
            <a:custGeom>
              <a:rect b="b" l="l" r="r" t="t"/>
              <a:pathLst>
                <a:path extrusionOk="0" h="542" w="25803">
                  <a:moveTo>
                    <a:pt x="246" y="1"/>
                  </a:moveTo>
                  <a:cubicBezTo>
                    <a:pt x="1" y="1"/>
                    <a:pt x="3" y="386"/>
                    <a:pt x="254" y="395"/>
                  </a:cubicBezTo>
                  <a:cubicBezTo>
                    <a:pt x="3565" y="511"/>
                    <a:pt x="6877" y="542"/>
                    <a:pt x="10190" y="542"/>
                  </a:cubicBezTo>
                  <a:cubicBezTo>
                    <a:pt x="13941" y="542"/>
                    <a:pt x="17692" y="502"/>
                    <a:pt x="21443" y="502"/>
                  </a:cubicBezTo>
                  <a:cubicBezTo>
                    <a:pt x="22812" y="502"/>
                    <a:pt x="24180" y="508"/>
                    <a:pt x="25549" y="522"/>
                  </a:cubicBezTo>
                  <a:cubicBezTo>
                    <a:pt x="25551" y="522"/>
                    <a:pt x="25552" y="522"/>
                    <a:pt x="25553" y="522"/>
                  </a:cubicBezTo>
                  <a:cubicBezTo>
                    <a:pt x="25803" y="522"/>
                    <a:pt x="25801" y="130"/>
                    <a:pt x="25549" y="128"/>
                  </a:cubicBezTo>
                  <a:cubicBezTo>
                    <a:pt x="24180" y="114"/>
                    <a:pt x="22812" y="109"/>
                    <a:pt x="21443" y="109"/>
                  </a:cubicBezTo>
                  <a:cubicBezTo>
                    <a:pt x="17692" y="109"/>
                    <a:pt x="13941" y="148"/>
                    <a:pt x="10190" y="148"/>
                  </a:cubicBezTo>
                  <a:cubicBezTo>
                    <a:pt x="6877" y="148"/>
                    <a:pt x="3565" y="117"/>
                    <a:pt x="254" y="1"/>
                  </a:cubicBezTo>
                  <a:cubicBezTo>
                    <a:pt x="251" y="1"/>
                    <a:pt x="249" y="1"/>
                    <a:pt x="2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4"/>
            <p:cNvSpPr/>
            <p:nvPr/>
          </p:nvSpPr>
          <p:spPr>
            <a:xfrm>
              <a:off x="5420675" y="1418175"/>
              <a:ext cx="55800" cy="63375"/>
            </a:xfrm>
            <a:custGeom>
              <a:rect b="b" l="l" r="r" t="t"/>
              <a:pathLst>
                <a:path extrusionOk="0" h="2535" w="2232">
                  <a:moveTo>
                    <a:pt x="701" y="0"/>
                  </a:moveTo>
                  <a:cubicBezTo>
                    <a:pt x="535" y="0"/>
                    <a:pt x="372" y="21"/>
                    <a:pt x="247" y="44"/>
                  </a:cubicBezTo>
                  <a:cubicBezTo>
                    <a:pt x="12" y="87"/>
                    <a:pt x="93" y="427"/>
                    <a:pt x="312" y="427"/>
                  </a:cubicBezTo>
                  <a:cubicBezTo>
                    <a:pt x="325" y="427"/>
                    <a:pt x="339" y="426"/>
                    <a:pt x="353" y="423"/>
                  </a:cubicBezTo>
                  <a:cubicBezTo>
                    <a:pt x="429" y="409"/>
                    <a:pt x="574" y="378"/>
                    <a:pt x="709" y="378"/>
                  </a:cubicBezTo>
                  <a:cubicBezTo>
                    <a:pt x="863" y="378"/>
                    <a:pt x="1005" y="418"/>
                    <a:pt x="1020" y="566"/>
                  </a:cubicBezTo>
                  <a:cubicBezTo>
                    <a:pt x="1034" y="710"/>
                    <a:pt x="774" y="1026"/>
                    <a:pt x="702" y="1149"/>
                  </a:cubicBezTo>
                  <a:cubicBezTo>
                    <a:pt x="492" y="1513"/>
                    <a:pt x="283" y="1875"/>
                    <a:pt x="71" y="2237"/>
                  </a:cubicBezTo>
                  <a:cubicBezTo>
                    <a:pt x="1" y="2361"/>
                    <a:pt x="86" y="2535"/>
                    <a:pt x="233" y="2535"/>
                  </a:cubicBezTo>
                  <a:cubicBezTo>
                    <a:pt x="235" y="2535"/>
                    <a:pt x="238" y="2535"/>
                    <a:pt x="241" y="2535"/>
                  </a:cubicBezTo>
                  <a:cubicBezTo>
                    <a:pt x="699" y="2513"/>
                    <a:pt x="1158" y="2503"/>
                    <a:pt x="1616" y="2503"/>
                  </a:cubicBezTo>
                  <a:cubicBezTo>
                    <a:pt x="1737" y="2503"/>
                    <a:pt x="1857" y="2503"/>
                    <a:pt x="1978" y="2505"/>
                  </a:cubicBezTo>
                  <a:cubicBezTo>
                    <a:pt x="1979" y="2505"/>
                    <a:pt x="1980" y="2505"/>
                    <a:pt x="1981" y="2505"/>
                  </a:cubicBezTo>
                  <a:cubicBezTo>
                    <a:pt x="2231" y="2505"/>
                    <a:pt x="2230" y="2114"/>
                    <a:pt x="1978" y="2111"/>
                  </a:cubicBezTo>
                  <a:cubicBezTo>
                    <a:pt x="1850" y="2109"/>
                    <a:pt x="1722" y="2109"/>
                    <a:pt x="1594" y="2109"/>
                  </a:cubicBezTo>
                  <a:cubicBezTo>
                    <a:pt x="1260" y="2109"/>
                    <a:pt x="926" y="2114"/>
                    <a:pt x="593" y="2126"/>
                  </a:cubicBezTo>
                  <a:lnTo>
                    <a:pt x="593" y="2126"/>
                  </a:lnTo>
                  <a:cubicBezTo>
                    <a:pt x="743" y="1868"/>
                    <a:pt x="893" y="1609"/>
                    <a:pt x="1043" y="1349"/>
                  </a:cubicBezTo>
                  <a:cubicBezTo>
                    <a:pt x="1186" y="1105"/>
                    <a:pt x="1425" y="806"/>
                    <a:pt x="1425" y="505"/>
                  </a:cubicBezTo>
                  <a:cubicBezTo>
                    <a:pt x="1427" y="100"/>
                    <a:pt x="1060" y="0"/>
                    <a:pt x="7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4"/>
            <p:cNvSpPr/>
            <p:nvPr/>
          </p:nvSpPr>
          <p:spPr>
            <a:xfrm>
              <a:off x="5484600" y="1417800"/>
              <a:ext cx="47200" cy="62850"/>
            </a:xfrm>
            <a:custGeom>
              <a:rect b="b" l="l" r="r" t="t"/>
              <a:pathLst>
                <a:path extrusionOk="0" h="2514" w="1888">
                  <a:moveTo>
                    <a:pt x="1427" y="1"/>
                  </a:moveTo>
                  <a:cubicBezTo>
                    <a:pt x="686" y="1"/>
                    <a:pt x="0" y="663"/>
                    <a:pt x="115" y="1433"/>
                  </a:cubicBezTo>
                  <a:cubicBezTo>
                    <a:pt x="211" y="2087"/>
                    <a:pt x="808" y="2513"/>
                    <a:pt x="1432" y="2513"/>
                  </a:cubicBezTo>
                  <a:cubicBezTo>
                    <a:pt x="1505" y="2513"/>
                    <a:pt x="1578" y="2507"/>
                    <a:pt x="1651" y="2495"/>
                  </a:cubicBezTo>
                  <a:cubicBezTo>
                    <a:pt x="1888" y="2457"/>
                    <a:pt x="1804" y="2113"/>
                    <a:pt x="1583" y="2113"/>
                  </a:cubicBezTo>
                  <a:cubicBezTo>
                    <a:pt x="1571" y="2113"/>
                    <a:pt x="1559" y="2114"/>
                    <a:pt x="1547" y="2116"/>
                  </a:cubicBezTo>
                  <a:cubicBezTo>
                    <a:pt x="1503" y="2123"/>
                    <a:pt x="1459" y="2126"/>
                    <a:pt x="1415" y="2126"/>
                  </a:cubicBezTo>
                  <a:cubicBezTo>
                    <a:pt x="974" y="2126"/>
                    <a:pt x="527" y="1784"/>
                    <a:pt x="494" y="1326"/>
                  </a:cubicBezTo>
                  <a:cubicBezTo>
                    <a:pt x="457" y="797"/>
                    <a:pt x="943" y="396"/>
                    <a:pt x="1437" y="396"/>
                  </a:cubicBezTo>
                  <a:cubicBezTo>
                    <a:pt x="1449" y="396"/>
                    <a:pt x="1462" y="396"/>
                    <a:pt x="1475" y="397"/>
                  </a:cubicBezTo>
                  <a:cubicBezTo>
                    <a:pt x="1478" y="397"/>
                    <a:pt x="1480" y="397"/>
                    <a:pt x="1483" y="397"/>
                  </a:cubicBezTo>
                  <a:cubicBezTo>
                    <a:pt x="1728" y="397"/>
                    <a:pt x="1726" y="12"/>
                    <a:pt x="1476" y="2"/>
                  </a:cubicBezTo>
                  <a:cubicBezTo>
                    <a:pt x="1460" y="1"/>
                    <a:pt x="1444" y="1"/>
                    <a:pt x="14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4"/>
            <p:cNvSpPr/>
            <p:nvPr/>
          </p:nvSpPr>
          <p:spPr>
            <a:xfrm>
              <a:off x="5546675" y="1414625"/>
              <a:ext cx="59300" cy="69850"/>
            </a:xfrm>
            <a:custGeom>
              <a:rect b="b" l="l" r="r" t="t"/>
              <a:pathLst>
                <a:path extrusionOk="0" h="2794" w="2372">
                  <a:moveTo>
                    <a:pt x="1631" y="0"/>
                  </a:moveTo>
                  <a:cubicBezTo>
                    <a:pt x="1566" y="0"/>
                    <a:pt x="1499" y="31"/>
                    <a:pt x="1456" y="93"/>
                  </a:cubicBezTo>
                  <a:cubicBezTo>
                    <a:pt x="933" y="823"/>
                    <a:pt x="475" y="1587"/>
                    <a:pt x="77" y="2390"/>
                  </a:cubicBezTo>
                  <a:cubicBezTo>
                    <a:pt x="0" y="2544"/>
                    <a:pt x="137" y="2687"/>
                    <a:pt x="267" y="2687"/>
                  </a:cubicBezTo>
                  <a:cubicBezTo>
                    <a:pt x="325" y="2687"/>
                    <a:pt x="383" y="2658"/>
                    <a:pt x="418" y="2587"/>
                  </a:cubicBezTo>
                  <a:cubicBezTo>
                    <a:pt x="752" y="1910"/>
                    <a:pt x="1130" y="1260"/>
                    <a:pt x="1553" y="636"/>
                  </a:cubicBezTo>
                  <a:lnTo>
                    <a:pt x="1553" y="636"/>
                  </a:lnTo>
                  <a:cubicBezTo>
                    <a:pt x="1737" y="1282"/>
                    <a:pt x="1874" y="1939"/>
                    <a:pt x="1962" y="2607"/>
                  </a:cubicBezTo>
                  <a:cubicBezTo>
                    <a:pt x="1978" y="2731"/>
                    <a:pt x="2085" y="2793"/>
                    <a:pt x="2184" y="2793"/>
                  </a:cubicBezTo>
                  <a:cubicBezTo>
                    <a:pt x="2282" y="2793"/>
                    <a:pt x="2372" y="2732"/>
                    <a:pt x="2356" y="2607"/>
                  </a:cubicBezTo>
                  <a:cubicBezTo>
                    <a:pt x="2246" y="1768"/>
                    <a:pt x="2071" y="946"/>
                    <a:pt x="1815" y="139"/>
                  </a:cubicBezTo>
                  <a:cubicBezTo>
                    <a:pt x="1786" y="46"/>
                    <a:pt x="1710" y="0"/>
                    <a:pt x="163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4"/>
            <p:cNvSpPr/>
            <p:nvPr/>
          </p:nvSpPr>
          <p:spPr>
            <a:xfrm>
              <a:off x="5558700" y="1449750"/>
              <a:ext cx="43675" cy="11875"/>
            </a:xfrm>
            <a:custGeom>
              <a:rect b="b" l="l" r="r" t="t"/>
              <a:pathLst>
                <a:path extrusionOk="0" h="475" w="1747">
                  <a:moveTo>
                    <a:pt x="1491" y="1"/>
                  </a:moveTo>
                  <a:cubicBezTo>
                    <a:pt x="1076" y="3"/>
                    <a:pt x="661" y="28"/>
                    <a:pt x="250" y="79"/>
                  </a:cubicBezTo>
                  <a:cubicBezTo>
                    <a:pt x="11" y="111"/>
                    <a:pt x="0" y="475"/>
                    <a:pt x="221" y="475"/>
                  </a:cubicBezTo>
                  <a:cubicBezTo>
                    <a:pt x="231" y="475"/>
                    <a:pt x="240" y="474"/>
                    <a:pt x="250" y="473"/>
                  </a:cubicBezTo>
                  <a:cubicBezTo>
                    <a:pt x="663" y="421"/>
                    <a:pt x="1076" y="394"/>
                    <a:pt x="1491" y="394"/>
                  </a:cubicBezTo>
                  <a:cubicBezTo>
                    <a:pt x="1746" y="394"/>
                    <a:pt x="1746" y="1"/>
                    <a:pt x="149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4"/>
            <p:cNvSpPr/>
            <p:nvPr/>
          </p:nvSpPr>
          <p:spPr>
            <a:xfrm>
              <a:off x="5306775" y="1622300"/>
              <a:ext cx="48950" cy="13450"/>
            </a:xfrm>
            <a:custGeom>
              <a:rect b="b" l="l" r="r" t="t"/>
              <a:pathLst>
                <a:path extrusionOk="0" h="538" w="1958">
                  <a:moveTo>
                    <a:pt x="1683" y="1"/>
                  </a:moveTo>
                  <a:cubicBezTo>
                    <a:pt x="1665" y="1"/>
                    <a:pt x="1646" y="3"/>
                    <a:pt x="1626" y="9"/>
                  </a:cubicBezTo>
                  <a:cubicBezTo>
                    <a:pt x="1285" y="100"/>
                    <a:pt x="943" y="144"/>
                    <a:pt x="594" y="144"/>
                  </a:cubicBezTo>
                  <a:cubicBezTo>
                    <a:pt x="480" y="144"/>
                    <a:pt x="366" y="139"/>
                    <a:pt x="251" y="130"/>
                  </a:cubicBezTo>
                  <a:cubicBezTo>
                    <a:pt x="244" y="130"/>
                    <a:pt x="238" y="129"/>
                    <a:pt x="231" y="129"/>
                  </a:cubicBezTo>
                  <a:cubicBezTo>
                    <a:pt x="0" y="129"/>
                    <a:pt x="7" y="504"/>
                    <a:pt x="252" y="524"/>
                  </a:cubicBezTo>
                  <a:cubicBezTo>
                    <a:pt x="369" y="533"/>
                    <a:pt x="486" y="538"/>
                    <a:pt x="602" y="538"/>
                  </a:cubicBezTo>
                  <a:cubicBezTo>
                    <a:pt x="984" y="538"/>
                    <a:pt x="1361" y="488"/>
                    <a:pt x="1732" y="388"/>
                  </a:cubicBezTo>
                  <a:cubicBezTo>
                    <a:pt x="1958" y="329"/>
                    <a:pt x="1888" y="1"/>
                    <a:pt x="168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4"/>
            <p:cNvSpPr/>
            <p:nvPr/>
          </p:nvSpPr>
          <p:spPr>
            <a:xfrm>
              <a:off x="5314500" y="1650500"/>
              <a:ext cx="39150" cy="9850"/>
            </a:xfrm>
            <a:custGeom>
              <a:rect b="b" l="l" r="r" t="t"/>
              <a:pathLst>
                <a:path extrusionOk="0" h="394" w="1566">
                  <a:moveTo>
                    <a:pt x="252" y="0"/>
                  </a:moveTo>
                  <a:cubicBezTo>
                    <a:pt x="0" y="0"/>
                    <a:pt x="0" y="394"/>
                    <a:pt x="252" y="394"/>
                  </a:cubicBezTo>
                  <a:lnTo>
                    <a:pt x="1310" y="394"/>
                  </a:lnTo>
                  <a:cubicBezTo>
                    <a:pt x="1565" y="394"/>
                    <a:pt x="1565" y="0"/>
                    <a:pt x="13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4"/>
            <p:cNvSpPr/>
            <p:nvPr/>
          </p:nvSpPr>
          <p:spPr>
            <a:xfrm>
              <a:off x="5454050" y="1589075"/>
              <a:ext cx="48850" cy="72950"/>
            </a:xfrm>
            <a:custGeom>
              <a:rect b="b" l="l" r="r" t="t"/>
              <a:pathLst>
                <a:path extrusionOk="0" h="2918" w="1954">
                  <a:moveTo>
                    <a:pt x="1544" y="0"/>
                  </a:moveTo>
                  <a:cubicBezTo>
                    <a:pt x="774" y="0"/>
                    <a:pt x="28" y="617"/>
                    <a:pt x="14" y="1425"/>
                  </a:cubicBezTo>
                  <a:cubicBezTo>
                    <a:pt x="1" y="2259"/>
                    <a:pt x="747" y="2918"/>
                    <a:pt x="1548" y="2918"/>
                  </a:cubicBezTo>
                  <a:cubicBezTo>
                    <a:pt x="1578" y="2918"/>
                    <a:pt x="1608" y="2917"/>
                    <a:pt x="1638" y="2915"/>
                  </a:cubicBezTo>
                  <a:cubicBezTo>
                    <a:pt x="1885" y="2900"/>
                    <a:pt x="1891" y="2521"/>
                    <a:pt x="1652" y="2521"/>
                  </a:cubicBezTo>
                  <a:cubicBezTo>
                    <a:pt x="1648" y="2521"/>
                    <a:pt x="1643" y="2521"/>
                    <a:pt x="1638" y="2521"/>
                  </a:cubicBezTo>
                  <a:cubicBezTo>
                    <a:pt x="1615" y="2523"/>
                    <a:pt x="1593" y="2524"/>
                    <a:pt x="1570" y="2524"/>
                  </a:cubicBezTo>
                  <a:cubicBezTo>
                    <a:pt x="978" y="2524"/>
                    <a:pt x="387" y="2059"/>
                    <a:pt x="408" y="1425"/>
                  </a:cubicBezTo>
                  <a:cubicBezTo>
                    <a:pt x="428" y="811"/>
                    <a:pt x="1005" y="396"/>
                    <a:pt x="1577" y="396"/>
                  </a:cubicBezTo>
                  <a:cubicBezTo>
                    <a:pt x="1619" y="396"/>
                    <a:pt x="1661" y="398"/>
                    <a:pt x="1704" y="403"/>
                  </a:cubicBezTo>
                  <a:cubicBezTo>
                    <a:pt x="1712" y="404"/>
                    <a:pt x="1721" y="404"/>
                    <a:pt x="1729" y="404"/>
                  </a:cubicBezTo>
                  <a:cubicBezTo>
                    <a:pt x="1954" y="404"/>
                    <a:pt x="1944" y="37"/>
                    <a:pt x="1704" y="9"/>
                  </a:cubicBezTo>
                  <a:cubicBezTo>
                    <a:pt x="1650" y="3"/>
                    <a:pt x="1597" y="0"/>
                    <a:pt x="15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4"/>
            <p:cNvSpPr/>
            <p:nvPr/>
          </p:nvSpPr>
          <p:spPr>
            <a:xfrm>
              <a:off x="5512625" y="1561325"/>
              <a:ext cx="36875" cy="44950"/>
            </a:xfrm>
            <a:custGeom>
              <a:rect b="b" l="l" r="r" t="t"/>
              <a:pathLst>
                <a:path extrusionOk="0" h="1798" w="1475">
                  <a:moveTo>
                    <a:pt x="1108" y="0"/>
                  </a:moveTo>
                  <a:cubicBezTo>
                    <a:pt x="1048" y="0"/>
                    <a:pt x="987" y="25"/>
                    <a:pt x="942" y="86"/>
                  </a:cubicBezTo>
                  <a:cubicBezTo>
                    <a:pt x="637" y="498"/>
                    <a:pt x="348" y="923"/>
                    <a:pt x="72" y="1355"/>
                  </a:cubicBezTo>
                  <a:cubicBezTo>
                    <a:pt x="0" y="1468"/>
                    <a:pt x="75" y="1606"/>
                    <a:pt x="191" y="1646"/>
                  </a:cubicBezTo>
                  <a:cubicBezTo>
                    <a:pt x="498" y="1747"/>
                    <a:pt x="812" y="1798"/>
                    <a:pt x="1134" y="1798"/>
                  </a:cubicBezTo>
                  <a:cubicBezTo>
                    <a:pt x="1163" y="1798"/>
                    <a:pt x="1192" y="1797"/>
                    <a:pt x="1222" y="1796"/>
                  </a:cubicBezTo>
                  <a:cubicBezTo>
                    <a:pt x="1470" y="1789"/>
                    <a:pt x="1475" y="1402"/>
                    <a:pt x="1231" y="1402"/>
                  </a:cubicBezTo>
                  <a:cubicBezTo>
                    <a:pt x="1228" y="1402"/>
                    <a:pt x="1225" y="1402"/>
                    <a:pt x="1222" y="1403"/>
                  </a:cubicBezTo>
                  <a:cubicBezTo>
                    <a:pt x="1192" y="1404"/>
                    <a:pt x="1163" y="1404"/>
                    <a:pt x="1134" y="1404"/>
                  </a:cubicBezTo>
                  <a:cubicBezTo>
                    <a:pt x="935" y="1404"/>
                    <a:pt x="743" y="1383"/>
                    <a:pt x="552" y="1339"/>
                  </a:cubicBezTo>
                  <a:lnTo>
                    <a:pt x="552" y="1339"/>
                  </a:lnTo>
                  <a:cubicBezTo>
                    <a:pt x="785" y="980"/>
                    <a:pt x="1029" y="629"/>
                    <a:pt x="1282" y="285"/>
                  </a:cubicBezTo>
                  <a:cubicBezTo>
                    <a:pt x="1387" y="141"/>
                    <a:pt x="1250" y="0"/>
                    <a:pt x="110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4"/>
            <p:cNvSpPr/>
            <p:nvPr/>
          </p:nvSpPr>
          <p:spPr>
            <a:xfrm>
              <a:off x="5542875" y="1585375"/>
              <a:ext cx="9850" cy="37525"/>
            </a:xfrm>
            <a:custGeom>
              <a:rect b="b" l="l" r="r" t="t"/>
              <a:pathLst>
                <a:path extrusionOk="0" h="1501" w="394">
                  <a:moveTo>
                    <a:pt x="197" y="0"/>
                  </a:moveTo>
                  <a:cubicBezTo>
                    <a:pt x="99" y="0"/>
                    <a:pt x="0" y="63"/>
                    <a:pt x="0" y="190"/>
                  </a:cubicBezTo>
                  <a:lnTo>
                    <a:pt x="0" y="1310"/>
                  </a:lnTo>
                  <a:cubicBezTo>
                    <a:pt x="0" y="1437"/>
                    <a:pt x="99" y="1501"/>
                    <a:pt x="197" y="1501"/>
                  </a:cubicBezTo>
                  <a:cubicBezTo>
                    <a:pt x="295" y="1501"/>
                    <a:pt x="394" y="1437"/>
                    <a:pt x="394" y="1310"/>
                  </a:cubicBezTo>
                  <a:lnTo>
                    <a:pt x="394" y="190"/>
                  </a:lnTo>
                  <a:cubicBezTo>
                    <a:pt x="394" y="63"/>
                    <a:pt x="295" y="0"/>
                    <a:pt x="1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4"/>
            <p:cNvSpPr/>
            <p:nvPr/>
          </p:nvSpPr>
          <p:spPr>
            <a:xfrm>
              <a:off x="5593500" y="1596150"/>
              <a:ext cx="12650" cy="54725"/>
            </a:xfrm>
            <a:custGeom>
              <a:rect b="b" l="l" r="r" t="t"/>
              <a:pathLst>
                <a:path extrusionOk="0" h="2189" w="506">
                  <a:moveTo>
                    <a:pt x="262" y="0"/>
                  </a:moveTo>
                  <a:cubicBezTo>
                    <a:pt x="187" y="0"/>
                    <a:pt x="118" y="43"/>
                    <a:pt x="104" y="143"/>
                  </a:cubicBezTo>
                  <a:cubicBezTo>
                    <a:pt x="18" y="764"/>
                    <a:pt x="1" y="1377"/>
                    <a:pt x="72" y="2001"/>
                  </a:cubicBezTo>
                  <a:cubicBezTo>
                    <a:pt x="87" y="2126"/>
                    <a:pt x="193" y="2189"/>
                    <a:pt x="291" y="2189"/>
                  </a:cubicBezTo>
                  <a:cubicBezTo>
                    <a:pt x="390" y="2189"/>
                    <a:pt x="480" y="2126"/>
                    <a:pt x="466" y="2001"/>
                  </a:cubicBezTo>
                  <a:cubicBezTo>
                    <a:pt x="400" y="1415"/>
                    <a:pt x="402" y="833"/>
                    <a:pt x="485" y="249"/>
                  </a:cubicBezTo>
                  <a:cubicBezTo>
                    <a:pt x="505" y="99"/>
                    <a:pt x="376" y="0"/>
                    <a:pt x="26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4"/>
            <p:cNvSpPr/>
            <p:nvPr/>
          </p:nvSpPr>
          <p:spPr>
            <a:xfrm>
              <a:off x="5583450" y="1616350"/>
              <a:ext cx="43825" cy="11650"/>
            </a:xfrm>
            <a:custGeom>
              <a:rect b="b" l="l" r="r" t="t"/>
              <a:pathLst>
                <a:path extrusionOk="0" h="466" w="1753">
                  <a:moveTo>
                    <a:pt x="1511" y="0"/>
                  </a:moveTo>
                  <a:cubicBezTo>
                    <a:pt x="1507" y="0"/>
                    <a:pt x="1502" y="0"/>
                    <a:pt x="1498" y="0"/>
                  </a:cubicBezTo>
                  <a:cubicBezTo>
                    <a:pt x="1083" y="25"/>
                    <a:pt x="670" y="49"/>
                    <a:pt x="255" y="72"/>
                  </a:cubicBezTo>
                  <a:cubicBezTo>
                    <a:pt x="6" y="86"/>
                    <a:pt x="1" y="466"/>
                    <a:pt x="242" y="466"/>
                  </a:cubicBezTo>
                  <a:cubicBezTo>
                    <a:pt x="246" y="466"/>
                    <a:pt x="251" y="466"/>
                    <a:pt x="255" y="466"/>
                  </a:cubicBezTo>
                  <a:cubicBezTo>
                    <a:pt x="670" y="443"/>
                    <a:pt x="1083" y="418"/>
                    <a:pt x="1498" y="394"/>
                  </a:cubicBezTo>
                  <a:cubicBezTo>
                    <a:pt x="1747" y="380"/>
                    <a:pt x="1753" y="0"/>
                    <a:pt x="151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4"/>
            <p:cNvSpPr/>
            <p:nvPr/>
          </p:nvSpPr>
          <p:spPr>
            <a:xfrm>
              <a:off x="5657525" y="1588975"/>
              <a:ext cx="45750" cy="62225"/>
            </a:xfrm>
            <a:custGeom>
              <a:rect b="b" l="l" r="r" t="t"/>
              <a:pathLst>
                <a:path extrusionOk="0" h="2489" w="1830">
                  <a:moveTo>
                    <a:pt x="875" y="1"/>
                  </a:moveTo>
                  <a:cubicBezTo>
                    <a:pt x="711" y="1"/>
                    <a:pt x="552" y="96"/>
                    <a:pt x="387" y="96"/>
                  </a:cubicBezTo>
                  <a:cubicBezTo>
                    <a:pt x="371" y="96"/>
                    <a:pt x="354" y="95"/>
                    <a:pt x="337" y="93"/>
                  </a:cubicBezTo>
                  <a:cubicBezTo>
                    <a:pt x="326" y="92"/>
                    <a:pt x="316" y="91"/>
                    <a:pt x="306" y="91"/>
                  </a:cubicBezTo>
                  <a:cubicBezTo>
                    <a:pt x="92" y="91"/>
                    <a:pt x="105" y="453"/>
                    <a:pt x="341" y="486"/>
                  </a:cubicBezTo>
                  <a:cubicBezTo>
                    <a:pt x="353" y="487"/>
                    <a:pt x="364" y="488"/>
                    <a:pt x="375" y="488"/>
                  </a:cubicBezTo>
                  <a:cubicBezTo>
                    <a:pt x="478" y="488"/>
                    <a:pt x="586" y="435"/>
                    <a:pt x="678" y="435"/>
                  </a:cubicBezTo>
                  <a:cubicBezTo>
                    <a:pt x="688" y="435"/>
                    <a:pt x="698" y="435"/>
                    <a:pt x="708" y="437"/>
                  </a:cubicBezTo>
                  <a:cubicBezTo>
                    <a:pt x="961" y="476"/>
                    <a:pt x="745" y="822"/>
                    <a:pt x="668" y="959"/>
                  </a:cubicBezTo>
                  <a:cubicBezTo>
                    <a:pt x="487" y="1280"/>
                    <a:pt x="170" y="1578"/>
                    <a:pt x="58" y="1933"/>
                  </a:cubicBezTo>
                  <a:cubicBezTo>
                    <a:pt x="1" y="2119"/>
                    <a:pt x="57" y="2245"/>
                    <a:pt x="237" y="2315"/>
                  </a:cubicBezTo>
                  <a:cubicBezTo>
                    <a:pt x="400" y="2377"/>
                    <a:pt x="618" y="2367"/>
                    <a:pt x="790" y="2388"/>
                  </a:cubicBezTo>
                  <a:cubicBezTo>
                    <a:pt x="1053" y="2420"/>
                    <a:pt x="1316" y="2454"/>
                    <a:pt x="1580" y="2487"/>
                  </a:cubicBezTo>
                  <a:cubicBezTo>
                    <a:pt x="1589" y="2488"/>
                    <a:pt x="1599" y="2489"/>
                    <a:pt x="1607" y="2489"/>
                  </a:cubicBezTo>
                  <a:cubicBezTo>
                    <a:pt x="1830" y="2489"/>
                    <a:pt x="1818" y="2122"/>
                    <a:pt x="1580" y="2093"/>
                  </a:cubicBezTo>
                  <a:cubicBezTo>
                    <a:pt x="1368" y="2066"/>
                    <a:pt x="1159" y="2039"/>
                    <a:pt x="947" y="2014"/>
                  </a:cubicBezTo>
                  <a:cubicBezTo>
                    <a:pt x="865" y="2003"/>
                    <a:pt x="609" y="2009"/>
                    <a:pt x="461" y="1981"/>
                  </a:cubicBezTo>
                  <a:lnTo>
                    <a:pt x="461" y="1981"/>
                  </a:lnTo>
                  <a:cubicBezTo>
                    <a:pt x="568" y="1726"/>
                    <a:pt x="808" y="1484"/>
                    <a:pt x="943" y="1266"/>
                  </a:cubicBezTo>
                  <a:cubicBezTo>
                    <a:pt x="1086" y="1035"/>
                    <a:pt x="1225" y="770"/>
                    <a:pt x="1246" y="494"/>
                  </a:cubicBezTo>
                  <a:cubicBezTo>
                    <a:pt x="1262" y="299"/>
                    <a:pt x="1197" y="90"/>
                    <a:pt x="996" y="20"/>
                  </a:cubicBezTo>
                  <a:cubicBezTo>
                    <a:pt x="955" y="6"/>
                    <a:pt x="915" y="1"/>
                    <a:pt x="87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4"/>
            <p:cNvSpPr/>
            <p:nvPr/>
          </p:nvSpPr>
          <p:spPr>
            <a:xfrm>
              <a:off x="5757925" y="1597800"/>
              <a:ext cx="9850" cy="48900"/>
            </a:xfrm>
            <a:custGeom>
              <a:rect b="b" l="l" r="r" t="t"/>
              <a:pathLst>
                <a:path extrusionOk="0" h="1956" w="394">
                  <a:moveTo>
                    <a:pt x="197" y="1"/>
                  </a:moveTo>
                  <a:cubicBezTo>
                    <a:pt x="99" y="1"/>
                    <a:pt x="0" y="64"/>
                    <a:pt x="0" y="190"/>
                  </a:cubicBezTo>
                  <a:lnTo>
                    <a:pt x="0" y="1764"/>
                  </a:lnTo>
                  <a:cubicBezTo>
                    <a:pt x="0" y="1892"/>
                    <a:pt x="99" y="1956"/>
                    <a:pt x="197" y="1956"/>
                  </a:cubicBezTo>
                  <a:cubicBezTo>
                    <a:pt x="295" y="1956"/>
                    <a:pt x="394" y="1892"/>
                    <a:pt x="394" y="1764"/>
                  </a:cubicBezTo>
                  <a:lnTo>
                    <a:pt x="394" y="190"/>
                  </a:lnTo>
                  <a:cubicBezTo>
                    <a:pt x="394" y="64"/>
                    <a:pt x="295" y="1"/>
                    <a:pt x="1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4"/>
            <p:cNvSpPr/>
            <p:nvPr/>
          </p:nvSpPr>
          <p:spPr>
            <a:xfrm>
              <a:off x="5746225" y="1614375"/>
              <a:ext cx="46625" cy="12000"/>
            </a:xfrm>
            <a:custGeom>
              <a:rect b="b" l="l" r="r" t="t"/>
              <a:pathLst>
                <a:path extrusionOk="0" h="480" w="1865">
                  <a:moveTo>
                    <a:pt x="1569" y="1"/>
                  </a:moveTo>
                  <a:cubicBezTo>
                    <a:pt x="1555" y="1"/>
                    <a:pt x="1541" y="2"/>
                    <a:pt x="1526" y="5"/>
                  </a:cubicBezTo>
                  <a:cubicBezTo>
                    <a:pt x="1235" y="60"/>
                    <a:pt x="944" y="87"/>
                    <a:pt x="650" y="87"/>
                  </a:cubicBezTo>
                  <a:cubicBezTo>
                    <a:pt x="518" y="87"/>
                    <a:pt x="385" y="81"/>
                    <a:pt x="252" y="71"/>
                  </a:cubicBezTo>
                  <a:cubicBezTo>
                    <a:pt x="246" y="70"/>
                    <a:pt x="240" y="70"/>
                    <a:pt x="234" y="70"/>
                  </a:cubicBezTo>
                  <a:cubicBezTo>
                    <a:pt x="0" y="70"/>
                    <a:pt x="8" y="445"/>
                    <a:pt x="252" y="464"/>
                  </a:cubicBezTo>
                  <a:cubicBezTo>
                    <a:pt x="383" y="475"/>
                    <a:pt x="513" y="480"/>
                    <a:pt x="643" y="480"/>
                  </a:cubicBezTo>
                  <a:cubicBezTo>
                    <a:pt x="974" y="480"/>
                    <a:pt x="1303" y="447"/>
                    <a:pt x="1632" y="384"/>
                  </a:cubicBezTo>
                  <a:cubicBezTo>
                    <a:pt x="1865" y="339"/>
                    <a:pt x="1786" y="1"/>
                    <a:pt x="156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4"/>
            <p:cNvSpPr/>
            <p:nvPr/>
          </p:nvSpPr>
          <p:spPr>
            <a:xfrm>
              <a:off x="5830000" y="1586275"/>
              <a:ext cx="59250" cy="70700"/>
            </a:xfrm>
            <a:custGeom>
              <a:rect b="b" l="l" r="r" t="t"/>
              <a:pathLst>
                <a:path extrusionOk="0" h="2828" w="2370">
                  <a:moveTo>
                    <a:pt x="459" y="395"/>
                  </a:moveTo>
                  <a:cubicBezTo>
                    <a:pt x="1097" y="406"/>
                    <a:pt x="1896" y="679"/>
                    <a:pt x="1881" y="1448"/>
                  </a:cubicBezTo>
                  <a:cubicBezTo>
                    <a:pt x="1869" y="2132"/>
                    <a:pt x="1014" y="2268"/>
                    <a:pt x="416" y="2388"/>
                  </a:cubicBezTo>
                  <a:lnTo>
                    <a:pt x="416" y="2388"/>
                  </a:lnTo>
                  <a:cubicBezTo>
                    <a:pt x="393" y="1725"/>
                    <a:pt x="407" y="1063"/>
                    <a:pt x="458" y="399"/>
                  </a:cubicBezTo>
                  <a:cubicBezTo>
                    <a:pt x="459" y="397"/>
                    <a:pt x="459" y="396"/>
                    <a:pt x="459" y="395"/>
                  </a:cubicBezTo>
                  <a:close/>
                  <a:moveTo>
                    <a:pt x="421" y="1"/>
                  </a:moveTo>
                  <a:cubicBezTo>
                    <a:pt x="406" y="1"/>
                    <a:pt x="390" y="1"/>
                    <a:pt x="375" y="1"/>
                  </a:cubicBezTo>
                  <a:cubicBezTo>
                    <a:pt x="237" y="4"/>
                    <a:pt x="174" y="124"/>
                    <a:pt x="188" y="230"/>
                  </a:cubicBezTo>
                  <a:lnTo>
                    <a:pt x="188" y="230"/>
                  </a:lnTo>
                  <a:cubicBezTo>
                    <a:pt x="125" y="257"/>
                    <a:pt x="74" y="314"/>
                    <a:pt x="68" y="400"/>
                  </a:cubicBezTo>
                  <a:cubicBezTo>
                    <a:pt x="10" y="1145"/>
                    <a:pt x="0" y="1886"/>
                    <a:pt x="36" y="2632"/>
                  </a:cubicBezTo>
                  <a:cubicBezTo>
                    <a:pt x="42" y="2743"/>
                    <a:pt x="127" y="2828"/>
                    <a:pt x="233" y="2828"/>
                  </a:cubicBezTo>
                  <a:cubicBezTo>
                    <a:pt x="250" y="2828"/>
                    <a:pt x="267" y="2826"/>
                    <a:pt x="285" y="2821"/>
                  </a:cubicBezTo>
                  <a:cubicBezTo>
                    <a:pt x="1123" y="2611"/>
                    <a:pt x="2369" y="2466"/>
                    <a:pt x="2269" y="1322"/>
                  </a:cubicBezTo>
                  <a:cubicBezTo>
                    <a:pt x="2186" y="386"/>
                    <a:pt x="1250" y="1"/>
                    <a:pt x="42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4"/>
            <p:cNvSpPr/>
            <p:nvPr/>
          </p:nvSpPr>
          <p:spPr>
            <a:xfrm>
              <a:off x="5601925" y="1814225"/>
              <a:ext cx="65975" cy="14275"/>
            </a:xfrm>
            <a:custGeom>
              <a:rect b="b" l="l" r="r" t="t"/>
              <a:pathLst>
                <a:path extrusionOk="0" h="571" w="2639">
                  <a:moveTo>
                    <a:pt x="235" y="1"/>
                  </a:moveTo>
                  <a:cubicBezTo>
                    <a:pt x="0" y="1"/>
                    <a:pt x="10" y="375"/>
                    <a:pt x="255" y="395"/>
                  </a:cubicBezTo>
                  <a:cubicBezTo>
                    <a:pt x="965" y="453"/>
                    <a:pt x="1675" y="513"/>
                    <a:pt x="2386" y="570"/>
                  </a:cubicBezTo>
                  <a:cubicBezTo>
                    <a:pt x="2393" y="571"/>
                    <a:pt x="2400" y="571"/>
                    <a:pt x="2406" y="571"/>
                  </a:cubicBezTo>
                  <a:cubicBezTo>
                    <a:pt x="2638" y="571"/>
                    <a:pt x="2630" y="195"/>
                    <a:pt x="2386" y="176"/>
                  </a:cubicBezTo>
                  <a:cubicBezTo>
                    <a:pt x="1675" y="119"/>
                    <a:pt x="965" y="59"/>
                    <a:pt x="255" y="2"/>
                  </a:cubicBezTo>
                  <a:cubicBezTo>
                    <a:pt x="248" y="1"/>
                    <a:pt x="242" y="1"/>
                    <a:pt x="23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4"/>
            <p:cNvSpPr/>
            <p:nvPr/>
          </p:nvSpPr>
          <p:spPr>
            <a:xfrm>
              <a:off x="5604175" y="1853325"/>
              <a:ext cx="66550" cy="12750"/>
            </a:xfrm>
            <a:custGeom>
              <a:rect b="b" l="l" r="r" t="t"/>
              <a:pathLst>
                <a:path extrusionOk="0" h="510" w="2662">
                  <a:moveTo>
                    <a:pt x="306" y="1"/>
                  </a:moveTo>
                  <a:cubicBezTo>
                    <a:pt x="85" y="1"/>
                    <a:pt x="0" y="344"/>
                    <a:pt x="238" y="385"/>
                  </a:cubicBezTo>
                  <a:cubicBezTo>
                    <a:pt x="727" y="467"/>
                    <a:pt x="1215" y="509"/>
                    <a:pt x="1706" y="509"/>
                  </a:cubicBezTo>
                  <a:cubicBezTo>
                    <a:pt x="1939" y="509"/>
                    <a:pt x="2173" y="500"/>
                    <a:pt x="2408" y="481"/>
                  </a:cubicBezTo>
                  <a:cubicBezTo>
                    <a:pt x="2652" y="460"/>
                    <a:pt x="2661" y="86"/>
                    <a:pt x="2428" y="86"/>
                  </a:cubicBezTo>
                  <a:cubicBezTo>
                    <a:pt x="2421" y="86"/>
                    <a:pt x="2415" y="86"/>
                    <a:pt x="2408" y="87"/>
                  </a:cubicBezTo>
                  <a:cubicBezTo>
                    <a:pt x="2171" y="107"/>
                    <a:pt x="1933" y="117"/>
                    <a:pt x="1697" y="117"/>
                  </a:cubicBezTo>
                  <a:cubicBezTo>
                    <a:pt x="1245" y="117"/>
                    <a:pt x="794" y="80"/>
                    <a:pt x="344" y="4"/>
                  </a:cubicBezTo>
                  <a:cubicBezTo>
                    <a:pt x="331" y="2"/>
                    <a:pt x="318" y="1"/>
                    <a:pt x="30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4"/>
            <p:cNvSpPr/>
            <p:nvPr/>
          </p:nvSpPr>
          <p:spPr>
            <a:xfrm>
              <a:off x="5726800" y="1771875"/>
              <a:ext cx="53925" cy="97700"/>
            </a:xfrm>
            <a:custGeom>
              <a:rect b="b" l="l" r="r" t="t"/>
              <a:pathLst>
                <a:path extrusionOk="0" h="3908" w="2157">
                  <a:moveTo>
                    <a:pt x="1105" y="0"/>
                  </a:moveTo>
                  <a:cubicBezTo>
                    <a:pt x="864" y="0"/>
                    <a:pt x="611" y="102"/>
                    <a:pt x="413" y="257"/>
                  </a:cubicBezTo>
                  <a:cubicBezTo>
                    <a:pt x="257" y="382"/>
                    <a:pt x="402" y="582"/>
                    <a:pt x="566" y="582"/>
                  </a:cubicBezTo>
                  <a:cubicBezTo>
                    <a:pt x="609" y="582"/>
                    <a:pt x="653" y="569"/>
                    <a:pt x="694" y="536"/>
                  </a:cubicBezTo>
                  <a:cubicBezTo>
                    <a:pt x="1360" y="731"/>
                    <a:pt x="1533" y="961"/>
                    <a:pt x="1217" y="1226"/>
                  </a:cubicBezTo>
                  <a:cubicBezTo>
                    <a:pt x="1101" y="1375"/>
                    <a:pt x="959" y="1498"/>
                    <a:pt x="793" y="1594"/>
                  </a:cubicBezTo>
                  <a:cubicBezTo>
                    <a:pt x="673" y="1681"/>
                    <a:pt x="654" y="1923"/>
                    <a:pt x="839" y="1953"/>
                  </a:cubicBezTo>
                  <a:cubicBezTo>
                    <a:pt x="1937" y="2137"/>
                    <a:pt x="1645" y="3534"/>
                    <a:pt x="818" y="3534"/>
                  </a:cubicBezTo>
                  <a:cubicBezTo>
                    <a:pt x="688" y="3534"/>
                    <a:pt x="545" y="3500"/>
                    <a:pt x="392" y="3421"/>
                  </a:cubicBezTo>
                  <a:cubicBezTo>
                    <a:pt x="360" y="3404"/>
                    <a:pt x="328" y="3397"/>
                    <a:pt x="298" y="3397"/>
                  </a:cubicBezTo>
                  <a:cubicBezTo>
                    <a:pt x="118" y="3397"/>
                    <a:pt x="0" y="3662"/>
                    <a:pt x="193" y="3761"/>
                  </a:cubicBezTo>
                  <a:cubicBezTo>
                    <a:pt x="383" y="3859"/>
                    <a:pt x="594" y="3907"/>
                    <a:pt x="803" y="3907"/>
                  </a:cubicBezTo>
                  <a:cubicBezTo>
                    <a:pt x="1284" y="3907"/>
                    <a:pt x="1754" y="3652"/>
                    <a:pt x="1937" y="3162"/>
                  </a:cubicBezTo>
                  <a:cubicBezTo>
                    <a:pt x="2157" y="2571"/>
                    <a:pt x="1821" y="1954"/>
                    <a:pt x="1297" y="1690"/>
                  </a:cubicBezTo>
                  <a:lnTo>
                    <a:pt x="1297" y="1690"/>
                  </a:lnTo>
                  <a:cubicBezTo>
                    <a:pt x="1687" y="1345"/>
                    <a:pt x="2023" y="873"/>
                    <a:pt x="1723" y="357"/>
                  </a:cubicBezTo>
                  <a:cubicBezTo>
                    <a:pt x="1576" y="103"/>
                    <a:pt x="1347" y="0"/>
                    <a:pt x="110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4"/>
            <p:cNvSpPr/>
            <p:nvPr/>
          </p:nvSpPr>
          <p:spPr>
            <a:xfrm>
              <a:off x="5775925" y="1771100"/>
              <a:ext cx="68900" cy="100425"/>
            </a:xfrm>
            <a:custGeom>
              <a:rect b="b" l="l" r="r" t="t"/>
              <a:pathLst>
                <a:path extrusionOk="0" h="4017" w="2756">
                  <a:moveTo>
                    <a:pt x="2368" y="0"/>
                  </a:moveTo>
                  <a:cubicBezTo>
                    <a:pt x="2354" y="0"/>
                    <a:pt x="2339" y="2"/>
                    <a:pt x="2324" y="5"/>
                  </a:cubicBezTo>
                  <a:cubicBezTo>
                    <a:pt x="0" y="476"/>
                    <a:pt x="191" y="3722"/>
                    <a:pt x="2505" y="4014"/>
                  </a:cubicBezTo>
                  <a:cubicBezTo>
                    <a:pt x="2515" y="4016"/>
                    <a:pt x="2524" y="4016"/>
                    <a:pt x="2533" y="4016"/>
                  </a:cubicBezTo>
                  <a:cubicBezTo>
                    <a:pt x="2755" y="4016"/>
                    <a:pt x="2744" y="3650"/>
                    <a:pt x="2505" y="3621"/>
                  </a:cubicBezTo>
                  <a:cubicBezTo>
                    <a:pt x="599" y="3380"/>
                    <a:pt x="577" y="760"/>
                    <a:pt x="2428" y="384"/>
                  </a:cubicBezTo>
                  <a:cubicBezTo>
                    <a:pt x="2662" y="337"/>
                    <a:pt x="2583" y="0"/>
                    <a:pt x="23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4"/>
            <p:cNvSpPr/>
            <p:nvPr/>
          </p:nvSpPr>
          <p:spPr>
            <a:xfrm>
              <a:off x="5836125" y="1775425"/>
              <a:ext cx="50350" cy="61375"/>
            </a:xfrm>
            <a:custGeom>
              <a:rect b="b" l="l" r="r" t="t"/>
              <a:pathLst>
                <a:path extrusionOk="0" h="2455" w="2014">
                  <a:moveTo>
                    <a:pt x="1719" y="0"/>
                  </a:moveTo>
                  <a:cubicBezTo>
                    <a:pt x="1675" y="0"/>
                    <a:pt x="1629" y="16"/>
                    <a:pt x="1588" y="54"/>
                  </a:cubicBezTo>
                  <a:cubicBezTo>
                    <a:pt x="939" y="638"/>
                    <a:pt x="424" y="1338"/>
                    <a:pt x="62" y="2134"/>
                  </a:cubicBezTo>
                  <a:cubicBezTo>
                    <a:pt x="0" y="2268"/>
                    <a:pt x="72" y="2427"/>
                    <a:pt x="231" y="2431"/>
                  </a:cubicBezTo>
                  <a:cubicBezTo>
                    <a:pt x="724" y="2438"/>
                    <a:pt x="1218" y="2447"/>
                    <a:pt x="1712" y="2454"/>
                  </a:cubicBezTo>
                  <a:cubicBezTo>
                    <a:pt x="1714" y="2454"/>
                    <a:pt x="1715" y="2454"/>
                    <a:pt x="1716" y="2454"/>
                  </a:cubicBezTo>
                  <a:cubicBezTo>
                    <a:pt x="1967" y="2454"/>
                    <a:pt x="1966" y="2065"/>
                    <a:pt x="1712" y="2061"/>
                  </a:cubicBezTo>
                  <a:cubicBezTo>
                    <a:pt x="1323" y="2055"/>
                    <a:pt x="933" y="2048"/>
                    <a:pt x="543" y="2042"/>
                  </a:cubicBezTo>
                  <a:lnTo>
                    <a:pt x="543" y="2042"/>
                  </a:lnTo>
                  <a:cubicBezTo>
                    <a:pt x="880" y="1396"/>
                    <a:pt x="1321" y="827"/>
                    <a:pt x="1867" y="334"/>
                  </a:cubicBezTo>
                  <a:cubicBezTo>
                    <a:pt x="2013" y="199"/>
                    <a:pt x="1875" y="0"/>
                    <a:pt x="17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4"/>
            <p:cNvSpPr/>
            <p:nvPr/>
          </p:nvSpPr>
          <p:spPr>
            <a:xfrm>
              <a:off x="5874975" y="1781275"/>
              <a:ext cx="13175" cy="90400"/>
            </a:xfrm>
            <a:custGeom>
              <a:rect b="b" l="l" r="r" t="t"/>
              <a:pathLst>
                <a:path extrusionOk="0" h="3616" w="527">
                  <a:moveTo>
                    <a:pt x="261" y="0"/>
                  </a:moveTo>
                  <a:cubicBezTo>
                    <a:pt x="163" y="0"/>
                    <a:pt x="68" y="63"/>
                    <a:pt x="75" y="189"/>
                  </a:cubicBezTo>
                  <a:cubicBezTo>
                    <a:pt x="132" y="1270"/>
                    <a:pt x="111" y="2349"/>
                    <a:pt x="12" y="3427"/>
                  </a:cubicBezTo>
                  <a:cubicBezTo>
                    <a:pt x="1" y="3553"/>
                    <a:pt x="93" y="3615"/>
                    <a:pt x="191" y="3615"/>
                  </a:cubicBezTo>
                  <a:cubicBezTo>
                    <a:pt x="290" y="3615"/>
                    <a:pt x="394" y="3552"/>
                    <a:pt x="406" y="3427"/>
                  </a:cubicBezTo>
                  <a:cubicBezTo>
                    <a:pt x="505" y="2348"/>
                    <a:pt x="526" y="1270"/>
                    <a:pt x="469" y="189"/>
                  </a:cubicBezTo>
                  <a:cubicBezTo>
                    <a:pt x="462" y="63"/>
                    <a:pt x="360" y="0"/>
                    <a:pt x="26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9" name="Google Shape;2039;p44"/>
          <p:cNvGrpSpPr/>
          <p:nvPr/>
        </p:nvGrpSpPr>
        <p:grpSpPr>
          <a:xfrm>
            <a:off x="3083900" y="4005700"/>
            <a:ext cx="627575" cy="453425"/>
            <a:chOff x="3083900" y="4005700"/>
            <a:chExt cx="627575" cy="453425"/>
          </a:xfrm>
        </p:grpSpPr>
        <p:sp>
          <p:nvSpPr>
            <p:cNvPr id="2040" name="Google Shape;2040;p44"/>
            <p:cNvSpPr/>
            <p:nvPr/>
          </p:nvSpPr>
          <p:spPr>
            <a:xfrm>
              <a:off x="3083900" y="4005700"/>
              <a:ext cx="627575" cy="453425"/>
            </a:xfrm>
            <a:custGeom>
              <a:rect b="b" l="l" r="r" t="t"/>
              <a:pathLst>
                <a:path extrusionOk="0" h="18137" w="25103">
                  <a:moveTo>
                    <a:pt x="24823" y="1"/>
                  </a:moveTo>
                  <a:cubicBezTo>
                    <a:pt x="24790" y="1"/>
                    <a:pt x="24755" y="12"/>
                    <a:pt x="24719" y="37"/>
                  </a:cubicBezTo>
                  <a:cubicBezTo>
                    <a:pt x="16425" y="5816"/>
                    <a:pt x="8168" y="11621"/>
                    <a:pt x="140" y="17769"/>
                  </a:cubicBezTo>
                  <a:cubicBezTo>
                    <a:pt x="1" y="17875"/>
                    <a:pt x="23" y="18136"/>
                    <a:pt x="228" y="18136"/>
                  </a:cubicBezTo>
                  <a:cubicBezTo>
                    <a:pt x="232" y="18136"/>
                    <a:pt x="236" y="18136"/>
                    <a:pt x="240" y="18136"/>
                  </a:cubicBezTo>
                  <a:cubicBezTo>
                    <a:pt x="8441" y="17824"/>
                    <a:pt x="16645" y="17954"/>
                    <a:pt x="24848" y="17741"/>
                  </a:cubicBezTo>
                  <a:cubicBezTo>
                    <a:pt x="25098" y="17734"/>
                    <a:pt x="25103" y="17347"/>
                    <a:pt x="24855" y="17347"/>
                  </a:cubicBezTo>
                  <a:cubicBezTo>
                    <a:pt x="24853" y="17347"/>
                    <a:pt x="24850" y="17347"/>
                    <a:pt x="24848" y="17347"/>
                  </a:cubicBezTo>
                  <a:cubicBezTo>
                    <a:pt x="16849" y="17555"/>
                    <a:pt x="8848" y="17436"/>
                    <a:pt x="851" y="17720"/>
                  </a:cubicBezTo>
                  <a:lnTo>
                    <a:pt x="851" y="17720"/>
                  </a:lnTo>
                  <a:cubicBezTo>
                    <a:pt x="8718" y="11713"/>
                    <a:pt x="16801" y="6033"/>
                    <a:pt x="24920" y="376"/>
                  </a:cubicBezTo>
                  <a:cubicBezTo>
                    <a:pt x="25089" y="256"/>
                    <a:pt x="24983" y="1"/>
                    <a:pt x="2482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4"/>
            <p:cNvSpPr/>
            <p:nvPr/>
          </p:nvSpPr>
          <p:spPr>
            <a:xfrm>
              <a:off x="3288975" y="4301050"/>
              <a:ext cx="75975" cy="145075"/>
            </a:xfrm>
            <a:custGeom>
              <a:rect b="b" l="l" r="r" t="t"/>
              <a:pathLst>
                <a:path extrusionOk="0" h="5803" w="3039">
                  <a:moveTo>
                    <a:pt x="248" y="1"/>
                  </a:moveTo>
                  <a:cubicBezTo>
                    <a:pt x="62" y="1"/>
                    <a:pt x="1" y="316"/>
                    <a:pt x="213" y="394"/>
                  </a:cubicBezTo>
                  <a:cubicBezTo>
                    <a:pt x="2388" y="1194"/>
                    <a:pt x="2616" y="3630"/>
                    <a:pt x="2356" y="5616"/>
                  </a:cubicBezTo>
                  <a:cubicBezTo>
                    <a:pt x="2339" y="5741"/>
                    <a:pt x="2429" y="5803"/>
                    <a:pt x="2527" y="5803"/>
                  </a:cubicBezTo>
                  <a:cubicBezTo>
                    <a:pt x="2625" y="5803"/>
                    <a:pt x="2733" y="5740"/>
                    <a:pt x="2749" y="5616"/>
                  </a:cubicBezTo>
                  <a:cubicBezTo>
                    <a:pt x="3038" y="3423"/>
                    <a:pt x="2656" y="875"/>
                    <a:pt x="318" y="14"/>
                  </a:cubicBezTo>
                  <a:cubicBezTo>
                    <a:pt x="294" y="5"/>
                    <a:pt x="270" y="1"/>
                    <a:pt x="2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4"/>
            <p:cNvSpPr/>
            <p:nvPr/>
          </p:nvSpPr>
          <p:spPr>
            <a:xfrm>
              <a:off x="3406200" y="4295925"/>
              <a:ext cx="38675" cy="62125"/>
            </a:xfrm>
            <a:custGeom>
              <a:rect b="b" l="l" r="r" t="t"/>
              <a:pathLst>
                <a:path extrusionOk="0" h="2485" w="1547">
                  <a:moveTo>
                    <a:pt x="967" y="0"/>
                  </a:moveTo>
                  <a:cubicBezTo>
                    <a:pt x="508" y="0"/>
                    <a:pt x="1" y="361"/>
                    <a:pt x="109" y="866"/>
                  </a:cubicBezTo>
                  <a:cubicBezTo>
                    <a:pt x="157" y="1096"/>
                    <a:pt x="326" y="1252"/>
                    <a:pt x="515" y="1379"/>
                  </a:cubicBezTo>
                  <a:cubicBezTo>
                    <a:pt x="626" y="1453"/>
                    <a:pt x="756" y="1511"/>
                    <a:pt x="860" y="1597"/>
                  </a:cubicBezTo>
                  <a:cubicBezTo>
                    <a:pt x="918" y="1645"/>
                    <a:pt x="1019" y="1724"/>
                    <a:pt x="1034" y="1803"/>
                  </a:cubicBezTo>
                  <a:cubicBezTo>
                    <a:pt x="1066" y="1991"/>
                    <a:pt x="905" y="2082"/>
                    <a:pt x="758" y="2082"/>
                  </a:cubicBezTo>
                  <a:cubicBezTo>
                    <a:pt x="716" y="2082"/>
                    <a:pt x="676" y="2075"/>
                    <a:pt x="641" y="2060"/>
                  </a:cubicBezTo>
                  <a:cubicBezTo>
                    <a:pt x="616" y="2050"/>
                    <a:pt x="591" y="2045"/>
                    <a:pt x="569" y="2045"/>
                  </a:cubicBezTo>
                  <a:cubicBezTo>
                    <a:pt x="389" y="2045"/>
                    <a:pt x="330" y="2356"/>
                    <a:pt x="537" y="2440"/>
                  </a:cubicBezTo>
                  <a:cubicBezTo>
                    <a:pt x="611" y="2470"/>
                    <a:pt x="688" y="2484"/>
                    <a:pt x="764" y="2484"/>
                  </a:cubicBezTo>
                  <a:cubicBezTo>
                    <a:pt x="1169" y="2484"/>
                    <a:pt x="1546" y="2081"/>
                    <a:pt x="1396" y="1658"/>
                  </a:cubicBezTo>
                  <a:cubicBezTo>
                    <a:pt x="1313" y="1423"/>
                    <a:pt x="1107" y="1284"/>
                    <a:pt x="905" y="1159"/>
                  </a:cubicBezTo>
                  <a:cubicBezTo>
                    <a:pt x="782" y="1081"/>
                    <a:pt x="565" y="988"/>
                    <a:pt x="510" y="842"/>
                  </a:cubicBezTo>
                  <a:cubicBezTo>
                    <a:pt x="396" y="543"/>
                    <a:pt x="763" y="397"/>
                    <a:pt x="1000" y="397"/>
                  </a:cubicBezTo>
                  <a:cubicBezTo>
                    <a:pt x="1017" y="397"/>
                    <a:pt x="1034" y="398"/>
                    <a:pt x="1049" y="400"/>
                  </a:cubicBezTo>
                  <a:cubicBezTo>
                    <a:pt x="1057" y="401"/>
                    <a:pt x="1064" y="401"/>
                    <a:pt x="1071" y="401"/>
                  </a:cubicBezTo>
                  <a:cubicBezTo>
                    <a:pt x="1304" y="401"/>
                    <a:pt x="1295" y="30"/>
                    <a:pt x="1052" y="5"/>
                  </a:cubicBezTo>
                  <a:cubicBezTo>
                    <a:pt x="1024" y="2"/>
                    <a:pt x="996" y="0"/>
                    <a:pt x="9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4"/>
            <p:cNvSpPr/>
            <p:nvPr/>
          </p:nvSpPr>
          <p:spPr>
            <a:xfrm>
              <a:off x="3454250" y="4299200"/>
              <a:ext cx="13950" cy="56375"/>
            </a:xfrm>
            <a:custGeom>
              <a:rect b="b" l="l" r="r" t="t"/>
              <a:pathLst>
                <a:path extrusionOk="0" h="2255" w="558">
                  <a:moveTo>
                    <a:pt x="281" y="1"/>
                  </a:moveTo>
                  <a:cubicBezTo>
                    <a:pt x="183" y="1"/>
                    <a:pt x="78" y="63"/>
                    <a:pt x="65" y="189"/>
                  </a:cubicBezTo>
                  <a:cubicBezTo>
                    <a:pt x="1" y="837"/>
                    <a:pt x="32" y="1474"/>
                    <a:pt x="149" y="2113"/>
                  </a:cubicBezTo>
                  <a:cubicBezTo>
                    <a:pt x="168" y="2212"/>
                    <a:pt x="240" y="2255"/>
                    <a:pt x="316" y="2255"/>
                  </a:cubicBezTo>
                  <a:cubicBezTo>
                    <a:pt x="431" y="2255"/>
                    <a:pt x="557" y="2157"/>
                    <a:pt x="529" y="2007"/>
                  </a:cubicBezTo>
                  <a:cubicBezTo>
                    <a:pt x="419" y="1403"/>
                    <a:pt x="398" y="798"/>
                    <a:pt x="459" y="189"/>
                  </a:cubicBezTo>
                  <a:cubicBezTo>
                    <a:pt x="471" y="63"/>
                    <a:pt x="380" y="1"/>
                    <a:pt x="2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4"/>
            <p:cNvSpPr/>
            <p:nvPr/>
          </p:nvSpPr>
          <p:spPr>
            <a:xfrm>
              <a:off x="3480850" y="4295775"/>
              <a:ext cx="13800" cy="59500"/>
            </a:xfrm>
            <a:custGeom>
              <a:rect b="b" l="l" r="r" t="t"/>
              <a:pathLst>
                <a:path extrusionOk="0" h="2380" w="552">
                  <a:moveTo>
                    <a:pt x="241" y="0"/>
                  </a:moveTo>
                  <a:cubicBezTo>
                    <a:pt x="127" y="0"/>
                    <a:pt x="0" y="98"/>
                    <a:pt x="24" y="247"/>
                  </a:cubicBezTo>
                  <a:cubicBezTo>
                    <a:pt x="135" y="893"/>
                    <a:pt x="156" y="1537"/>
                    <a:pt x="96" y="2191"/>
                  </a:cubicBezTo>
                  <a:cubicBezTo>
                    <a:pt x="85" y="2317"/>
                    <a:pt x="177" y="2379"/>
                    <a:pt x="276" y="2379"/>
                  </a:cubicBezTo>
                  <a:cubicBezTo>
                    <a:pt x="375" y="2379"/>
                    <a:pt x="479" y="2316"/>
                    <a:pt x="490" y="2191"/>
                  </a:cubicBezTo>
                  <a:cubicBezTo>
                    <a:pt x="551" y="1501"/>
                    <a:pt x="521" y="824"/>
                    <a:pt x="404" y="144"/>
                  </a:cubicBezTo>
                  <a:cubicBezTo>
                    <a:pt x="388" y="44"/>
                    <a:pt x="317" y="0"/>
                    <a:pt x="24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4"/>
            <p:cNvSpPr/>
            <p:nvPr/>
          </p:nvSpPr>
          <p:spPr>
            <a:xfrm>
              <a:off x="3481625" y="4296025"/>
              <a:ext cx="49750" cy="61125"/>
            </a:xfrm>
            <a:custGeom>
              <a:rect b="b" l="l" r="r" t="t"/>
              <a:pathLst>
                <a:path extrusionOk="0" h="2445" w="1990">
                  <a:moveTo>
                    <a:pt x="1751" y="0"/>
                  </a:moveTo>
                  <a:cubicBezTo>
                    <a:pt x="1652" y="0"/>
                    <a:pt x="1557" y="63"/>
                    <a:pt x="1564" y="190"/>
                  </a:cubicBezTo>
                  <a:cubicBezTo>
                    <a:pt x="1588" y="717"/>
                    <a:pt x="1582" y="1242"/>
                    <a:pt x="1547" y="1766"/>
                  </a:cubicBezTo>
                  <a:lnTo>
                    <a:pt x="1547" y="1766"/>
                  </a:lnTo>
                  <a:cubicBezTo>
                    <a:pt x="1136" y="1281"/>
                    <a:pt x="765" y="767"/>
                    <a:pt x="433" y="223"/>
                  </a:cubicBezTo>
                  <a:cubicBezTo>
                    <a:pt x="393" y="157"/>
                    <a:pt x="333" y="129"/>
                    <a:pt x="274" y="129"/>
                  </a:cubicBezTo>
                  <a:cubicBezTo>
                    <a:pt x="137" y="129"/>
                    <a:pt x="1" y="271"/>
                    <a:pt x="92" y="422"/>
                  </a:cubicBezTo>
                  <a:cubicBezTo>
                    <a:pt x="520" y="1123"/>
                    <a:pt x="1013" y="1776"/>
                    <a:pt x="1565" y="2384"/>
                  </a:cubicBezTo>
                  <a:cubicBezTo>
                    <a:pt x="1604" y="2426"/>
                    <a:pt x="1649" y="2444"/>
                    <a:pt x="1693" y="2444"/>
                  </a:cubicBezTo>
                  <a:cubicBezTo>
                    <a:pt x="1793" y="2444"/>
                    <a:pt x="1891" y="2353"/>
                    <a:pt x="1902" y="2244"/>
                  </a:cubicBezTo>
                  <a:cubicBezTo>
                    <a:pt x="1972" y="1561"/>
                    <a:pt x="1989" y="877"/>
                    <a:pt x="1958" y="190"/>
                  </a:cubicBezTo>
                  <a:cubicBezTo>
                    <a:pt x="1951" y="64"/>
                    <a:pt x="1849" y="0"/>
                    <a:pt x="175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4"/>
            <p:cNvSpPr/>
            <p:nvPr/>
          </p:nvSpPr>
          <p:spPr>
            <a:xfrm>
              <a:off x="3550425" y="4261200"/>
              <a:ext cx="41025" cy="40275"/>
            </a:xfrm>
            <a:custGeom>
              <a:rect b="b" l="l" r="r" t="t"/>
              <a:pathLst>
                <a:path extrusionOk="0" h="1611" w="1641">
                  <a:moveTo>
                    <a:pt x="797" y="386"/>
                  </a:moveTo>
                  <a:cubicBezTo>
                    <a:pt x="803" y="388"/>
                    <a:pt x="810" y="389"/>
                    <a:pt x="817" y="390"/>
                  </a:cubicBezTo>
                  <a:cubicBezTo>
                    <a:pt x="1297" y="463"/>
                    <a:pt x="1369" y="1199"/>
                    <a:pt x="825" y="1219"/>
                  </a:cubicBezTo>
                  <a:cubicBezTo>
                    <a:pt x="819" y="1219"/>
                    <a:pt x="813" y="1219"/>
                    <a:pt x="807" y="1219"/>
                  </a:cubicBezTo>
                  <a:cubicBezTo>
                    <a:pt x="605" y="1219"/>
                    <a:pt x="410" y="1101"/>
                    <a:pt x="395" y="884"/>
                  </a:cubicBezTo>
                  <a:cubicBezTo>
                    <a:pt x="381" y="675"/>
                    <a:pt x="534" y="426"/>
                    <a:pt x="754" y="396"/>
                  </a:cubicBezTo>
                  <a:cubicBezTo>
                    <a:pt x="769" y="394"/>
                    <a:pt x="784" y="391"/>
                    <a:pt x="797" y="386"/>
                  </a:cubicBezTo>
                  <a:close/>
                  <a:moveTo>
                    <a:pt x="783" y="0"/>
                  </a:moveTo>
                  <a:cubicBezTo>
                    <a:pt x="774" y="0"/>
                    <a:pt x="764" y="1"/>
                    <a:pt x="754" y="2"/>
                  </a:cubicBezTo>
                  <a:cubicBezTo>
                    <a:pt x="326" y="60"/>
                    <a:pt x="0" y="420"/>
                    <a:pt x="1" y="858"/>
                  </a:cubicBezTo>
                  <a:cubicBezTo>
                    <a:pt x="3" y="1288"/>
                    <a:pt x="361" y="1596"/>
                    <a:pt x="776" y="1610"/>
                  </a:cubicBezTo>
                  <a:cubicBezTo>
                    <a:pt x="786" y="1610"/>
                    <a:pt x="796" y="1610"/>
                    <a:pt x="807" y="1610"/>
                  </a:cubicBezTo>
                  <a:cubicBezTo>
                    <a:pt x="1209" y="1610"/>
                    <a:pt x="1576" y="1337"/>
                    <a:pt x="1608" y="920"/>
                  </a:cubicBezTo>
                  <a:cubicBezTo>
                    <a:pt x="1641" y="505"/>
                    <a:pt x="1343" y="74"/>
                    <a:pt x="923" y="11"/>
                  </a:cubicBezTo>
                  <a:cubicBezTo>
                    <a:pt x="912" y="9"/>
                    <a:pt x="900" y="8"/>
                    <a:pt x="889" y="8"/>
                  </a:cubicBezTo>
                  <a:cubicBezTo>
                    <a:pt x="875" y="8"/>
                    <a:pt x="861" y="10"/>
                    <a:pt x="848" y="12"/>
                  </a:cubicBezTo>
                  <a:lnTo>
                    <a:pt x="848" y="12"/>
                  </a:lnTo>
                  <a:cubicBezTo>
                    <a:pt x="829" y="5"/>
                    <a:pt x="808" y="0"/>
                    <a:pt x="7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7" name="Google Shape;2047;p44"/>
          <p:cNvGrpSpPr/>
          <p:nvPr/>
        </p:nvGrpSpPr>
        <p:grpSpPr>
          <a:xfrm>
            <a:off x="1719115" y="1407859"/>
            <a:ext cx="1029668" cy="910369"/>
            <a:chOff x="1719115" y="1255459"/>
            <a:chExt cx="1029668" cy="910369"/>
          </a:xfrm>
        </p:grpSpPr>
        <p:sp>
          <p:nvSpPr>
            <p:cNvPr id="2048" name="Google Shape;2048;p44"/>
            <p:cNvSpPr/>
            <p:nvPr/>
          </p:nvSpPr>
          <p:spPr>
            <a:xfrm rot="2670099">
              <a:off x="2493201" y="1424196"/>
              <a:ext cx="218566" cy="195042"/>
            </a:xfrm>
            <a:custGeom>
              <a:rect b="b" l="l" r="r" t="t"/>
              <a:pathLst>
                <a:path extrusionOk="0" h="7802" w="8743">
                  <a:moveTo>
                    <a:pt x="6174" y="0"/>
                  </a:moveTo>
                  <a:cubicBezTo>
                    <a:pt x="6073" y="0"/>
                    <a:pt x="5971" y="22"/>
                    <a:pt x="5874" y="68"/>
                  </a:cubicBezTo>
                  <a:lnTo>
                    <a:pt x="365" y="3812"/>
                  </a:lnTo>
                  <a:lnTo>
                    <a:pt x="0" y="4844"/>
                  </a:lnTo>
                  <a:lnTo>
                    <a:pt x="8378" y="7801"/>
                  </a:lnTo>
                  <a:lnTo>
                    <a:pt x="8742" y="6770"/>
                  </a:lnTo>
                  <a:lnTo>
                    <a:pt x="6805" y="397"/>
                  </a:lnTo>
                  <a:cubicBezTo>
                    <a:pt x="6685" y="147"/>
                    <a:pt x="6434" y="0"/>
                    <a:pt x="6174" y="0"/>
                  </a:cubicBezTo>
                  <a:close/>
                </a:path>
              </a:pathLst>
            </a:custGeom>
            <a:solidFill>
              <a:srgbClr val="F550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4"/>
            <p:cNvSpPr/>
            <p:nvPr/>
          </p:nvSpPr>
          <p:spPr>
            <a:xfrm rot="2670099">
              <a:off x="2481335" y="1453388"/>
              <a:ext cx="218541" cy="161018"/>
            </a:xfrm>
            <a:custGeom>
              <a:rect b="b" l="l" r="r" t="t"/>
              <a:pathLst>
                <a:path extrusionOk="0" h="6441" w="8742">
                  <a:moveTo>
                    <a:pt x="3970" y="1"/>
                  </a:moveTo>
                  <a:lnTo>
                    <a:pt x="363" y="2451"/>
                  </a:lnTo>
                  <a:lnTo>
                    <a:pt x="0" y="3483"/>
                  </a:lnTo>
                  <a:lnTo>
                    <a:pt x="8378" y="6440"/>
                  </a:lnTo>
                  <a:lnTo>
                    <a:pt x="8742" y="5409"/>
                  </a:lnTo>
                  <a:lnTo>
                    <a:pt x="7477" y="1252"/>
                  </a:lnTo>
                  <a:lnTo>
                    <a:pt x="4188" y="92"/>
                  </a:lnTo>
                  <a:cubicBezTo>
                    <a:pt x="4114" y="65"/>
                    <a:pt x="4041" y="32"/>
                    <a:pt x="3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4"/>
            <p:cNvSpPr/>
            <p:nvPr/>
          </p:nvSpPr>
          <p:spPr>
            <a:xfrm rot="2670099">
              <a:off x="2628192" y="1466480"/>
              <a:ext cx="87721" cy="65347"/>
            </a:xfrm>
            <a:custGeom>
              <a:rect b="b" l="l" r="r" t="t"/>
              <a:pathLst>
                <a:path extrusionOk="0" h="2614" w="3509">
                  <a:moveTo>
                    <a:pt x="2205" y="0"/>
                  </a:moveTo>
                  <a:cubicBezTo>
                    <a:pt x="2104" y="0"/>
                    <a:pt x="2002" y="22"/>
                    <a:pt x="1905" y="68"/>
                  </a:cubicBezTo>
                  <a:lnTo>
                    <a:pt x="1" y="1362"/>
                  </a:lnTo>
                  <a:cubicBezTo>
                    <a:pt x="75" y="1393"/>
                    <a:pt x="146" y="1426"/>
                    <a:pt x="221" y="1453"/>
                  </a:cubicBezTo>
                  <a:lnTo>
                    <a:pt x="3509" y="2613"/>
                  </a:lnTo>
                  <a:lnTo>
                    <a:pt x="2836" y="397"/>
                  </a:lnTo>
                  <a:cubicBezTo>
                    <a:pt x="2716" y="147"/>
                    <a:pt x="2465" y="0"/>
                    <a:pt x="2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4"/>
            <p:cNvSpPr/>
            <p:nvPr/>
          </p:nvSpPr>
          <p:spPr>
            <a:xfrm rot="2670099">
              <a:off x="1761340" y="1777039"/>
              <a:ext cx="251714" cy="223466"/>
            </a:xfrm>
            <a:custGeom>
              <a:rect b="b" l="l" r="r" t="t"/>
              <a:pathLst>
                <a:path extrusionOk="0" h="8939" w="10069">
                  <a:moveTo>
                    <a:pt x="5034" y="1"/>
                  </a:moveTo>
                  <a:cubicBezTo>
                    <a:pt x="3193" y="1"/>
                    <a:pt x="1470" y="1148"/>
                    <a:pt x="823" y="2983"/>
                  </a:cubicBezTo>
                  <a:cubicBezTo>
                    <a:pt x="1" y="5309"/>
                    <a:pt x="1220" y="7861"/>
                    <a:pt x="3547" y="8683"/>
                  </a:cubicBezTo>
                  <a:cubicBezTo>
                    <a:pt x="4039" y="8856"/>
                    <a:pt x="4541" y="8939"/>
                    <a:pt x="5035" y="8939"/>
                  </a:cubicBezTo>
                  <a:cubicBezTo>
                    <a:pt x="6876" y="8939"/>
                    <a:pt x="8599" y="7792"/>
                    <a:pt x="9247" y="5956"/>
                  </a:cubicBezTo>
                  <a:cubicBezTo>
                    <a:pt x="10068" y="3629"/>
                    <a:pt x="8848" y="1078"/>
                    <a:pt x="6521" y="257"/>
                  </a:cubicBezTo>
                  <a:cubicBezTo>
                    <a:pt x="6029" y="83"/>
                    <a:pt x="5527" y="1"/>
                    <a:pt x="5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4"/>
            <p:cNvSpPr/>
            <p:nvPr/>
          </p:nvSpPr>
          <p:spPr>
            <a:xfrm rot="2670099">
              <a:off x="1777568" y="1848667"/>
              <a:ext cx="81822" cy="71297"/>
            </a:xfrm>
            <a:custGeom>
              <a:rect b="b" l="l" r="r" t="t"/>
              <a:pathLst>
                <a:path extrusionOk="0" h="2852" w="3273">
                  <a:moveTo>
                    <a:pt x="777" y="0"/>
                  </a:moveTo>
                  <a:cubicBezTo>
                    <a:pt x="703" y="0"/>
                    <a:pt x="621" y="39"/>
                    <a:pt x="522" y="129"/>
                  </a:cubicBezTo>
                  <a:cubicBezTo>
                    <a:pt x="1" y="605"/>
                    <a:pt x="78" y="1536"/>
                    <a:pt x="694" y="2214"/>
                  </a:cubicBezTo>
                  <a:cubicBezTo>
                    <a:pt x="1071" y="2629"/>
                    <a:pt x="1564" y="2851"/>
                    <a:pt x="2009" y="2851"/>
                  </a:cubicBezTo>
                  <a:cubicBezTo>
                    <a:pt x="2289" y="2851"/>
                    <a:pt x="2550" y="2763"/>
                    <a:pt x="2751" y="2581"/>
                  </a:cubicBezTo>
                  <a:cubicBezTo>
                    <a:pt x="3273" y="2105"/>
                    <a:pt x="2351" y="1942"/>
                    <a:pt x="1735" y="1266"/>
                  </a:cubicBezTo>
                  <a:cubicBezTo>
                    <a:pt x="1236" y="717"/>
                    <a:pt x="1091" y="0"/>
                    <a:pt x="777"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4"/>
            <p:cNvSpPr/>
            <p:nvPr/>
          </p:nvSpPr>
          <p:spPr>
            <a:xfrm rot="2670099">
              <a:off x="1826841" y="1931982"/>
              <a:ext cx="14999" cy="13324"/>
            </a:xfrm>
            <a:custGeom>
              <a:rect b="b" l="l" r="r" t="t"/>
              <a:pathLst>
                <a:path extrusionOk="0" h="533" w="600">
                  <a:moveTo>
                    <a:pt x="298" y="1"/>
                  </a:moveTo>
                  <a:cubicBezTo>
                    <a:pt x="188" y="1"/>
                    <a:pt x="86" y="68"/>
                    <a:pt x="49" y="177"/>
                  </a:cubicBezTo>
                  <a:cubicBezTo>
                    <a:pt x="1" y="316"/>
                    <a:pt x="73" y="469"/>
                    <a:pt x="211" y="517"/>
                  </a:cubicBezTo>
                  <a:cubicBezTo>
                    <a:pt x="240" y="528"/>
                    <a:pt x="271" y="533"/>
                    <a:pt x="300" y="533"/>
                  </a:cubicBezTo>
                  <a:cubicBezTo>
                    <a:pt x="410" y="533"/>
                    <a:pt x="512" y="465"/>
                    <a:pt x="551" y="354"/>
                  </a:cubicBezTo>
                  <a:cubicBezTo>
                    <a:pt x="599" y="216"/>
                    <a:pt x="528" y="63"/>
                    <a:pt x="388" y="16"/>
                  </a:cubicBezTo>
                  <a:cubicBezTo>
                    <a:pt x="358" y="5"/>
                    <a:pt x="328" y="1"/>
                    <a:pt x="298"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4"/>
            <p:cNvSpPr/>
            <p:nvPr/>
          </p:nvSpPr>
          <p:spPr>
            <a:xfrm rot="2670099">
              <a:off x="1991205" y="1332732"/>
              <a:ext cx="468380" cy="780917"/>
            </a:xfrm>
            <a:custGeom>
              <a:rect b="b" l="l" r="r" t="t"/>
              <a:pathLst>
                <a:path extrusionOk="0" h="31238" w="18736">
                  <a:moveTo>
                    <a:pt x="9931" y="0"/>
                  </a:moveTo>
                  <a:lnTo>
                    <a:pt x="0" y="28129"/>
                  </a:lnTo>
                  <a:lnTo>
                    <a:pt x="8805" y="31237"/>
                  </a:lnTo>
                  <a:lnTo>
                    <a:pt x="18735" y="3108"/>
                  </a:lnTo>
                  <a:lnTo>
                    <a:pt x="993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4"/>
            <p:cNvSpPr/>
            <p:nvPr/>
          </p:nvSpPr>
          <p:spPr>
            <a:xfrm rot="2670099">
              <a:off x="2071010" y="1360881"/>
              <a:ext cx="308787" cy="724619"/>
            </a:xfrm>
            <a:custGeom>
              <a:rect b="b" l="l" r="r" t="t"/>
              <a:pathLst>
                <a:path extrusionOk="0" h="28986" w="12352">
                  <a:moveTo>
                    <a:pt x="9931" y="0"/>
                  </a:moveTo>
                  <a:lnTo>
                    <a:pt x="0" y="28131"/>
                  </a:lnTo>
                  <a:lnTo>
                    <a:pt x="2421" y="28985"/>
                  </a:lnTo>
                  <a:lnTo>
                    <a:pt x="12351" y="855"/>
                  </a:lnTo>
                  <a:lnTo>
                    <a:pt x="993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4"/>
            <p:cNvSpPr/>
            <p:nvPr/>
          </p:nvSpPr>
          <p:spPr>
            <a:xfrm rot="2670099">
              <a:off x="2484266" y="1429922"/>
              <a:ext cx="226865" cy="168793"/>
            </a:xfrm>
            <a:custGeom>
              <a:rect b="b" l="l" r="r" t="t"/>
              <a:pathLst>
                <a:path extrusionOk="0" h="6752" w="9075">
                  <a:moveTo>
                    <a:pt x="4158" y="333"/>
                  </a:moveTo>
                  <a:cubicBezTo>
                    <a:pt x="4208" y="355"/>
                    <a:pt x="4258" y="376"/>
                    <a:pt x="4311" y="393"/>
                  </a:cubicBezTo>
                  <a:lnTo>
                    <a:pt x="7526" y="1528"/>
                  </a:lnTo>
                  <a:lnTo>
                    <a:pt x="8752" y="5560"/>
                  </a:lnTo>
                  <a:lnTo>
                    <a:pt x="8458" y="6399"/>
                  </a:lnTo>
                  <a:lnTo>
                    <a:pt x="372" y="3544"/>
                  </a:lnTo>
                  <a:lnTo>
                    <a:pt x="668" y="2707"/>
                  </a:lnTo>
                  <a:lnTo>
                    <a:pt x="4158" y="333"/>
                  </a:lnTo>
                  <a:close/>
                  <a:moveTo>
                    <a:pt x="4145" y="0"/>
                  </a:moveTo>
                  <a:cubicBezTo>
                    <a:pt x="4115" y="0"/>
                    <a:pt x="4084" y="9"/>
                    <a:pt x="4058" y="28"/>
                  </a:cubicBezTo>
                  <a:lnTo>
                    <a:pt x="453" y="2478"/>
                  </a:lnTo>
                  <a:cubicBezTo>
                    <a:pt x="426" y="2497"/>
                    <a:pt x="405" y="2524"/>
                    <a:pt x="393" y="2554"/>
                  </a:cubicBezTo>
                  <a:lnTo>
                    <a:pt x="29" y="3587"/>
                  </a:lnTo>
                  <a:cubicBezTo>
                    <a:pt x="0" y="3667"/>
                    <a:pt x="43" y="3757"/>
                    <a:pt x="125" y="3786"/>
                  </a:cubicBezTo>
                  <a:lnTo>
                    <a:pt x="8500" y="6743"/>
                  </a:lnTo>
                  <a:cubicBezTo>
                    <a:pt x="8519" y="6749"/>
                    <a:pt x="8535" y="6752"/>
                    <a:pt x="8552" y="6752"/>
                  </a:cubicBezTo>
                  <a:cubicBezTo>
                    <a:pt x="8573" y="6752"/>
                    <a:pt x="8598" y="6746"/>
                    <a:pt x="8622" y="6733"/>
                  </a:cubicBezTo>
                  <a:cubicBezTo>
                    <a:pt x="8658" y="6716"/>
                    <a:pt x="8686" y="6686"/>
                    <a:pt x="8700" y="6646"/>
                  </a:cubicBezTo>
                  <a:lnTo>
                    <a:pt x="9065" y="5614"/>
                  </a:lnTo>
                  <a:cubicBezTo>
                    <a:pt x="9075" y="5583"/>
                    <a:pt x="9075" y="5550"/>
                    <a:pt x="9066" y="5517"/>
                  </a:cubicBezTo>
                  <a:lnTo>
                    <a:pt x="7802" y="1361"/>
                  </a:lnTo>
                  <a:cubicBezTo>
                    <a:pt x="7787" y="1314"/>
                    <a:pt x="7752" y="1275"/>
                    <a:pt x="7706" y="1259"/>
                  </a:cubicBezTo>
                  <a:lnTo>
                    <a:pt x="4417" y="99"/>
                  </a:lnTo>
                  <a:cubicBezTo>
                    <a:pt x="4344" y="73"/>
                    <a:pt x="4277" y="43"/>
                    <a:pt x="4208" y="13"/>
                  </a:cubicBezTo>
                  <a:cubicBezTo>
                    <a:pt x="4188" y="5"/>
                    <a:pt x="4167" y="0"/>
                    <a:pt x="414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4"/>
            <p:cNvSpPr/>
            <p:nvPr/>
          </p:nvSpPr>
          <p:spPr>
            <a:xfrm rot="2670099">
              <a:off x="2631475" y="1443315"/>
              <a:ext cx="95896" cy="73097"/>
            </a:xfrm>
            <a:custGeom>
              <a:rect b="b" l="l" r="r" t="t"/>
              <a:pathLst>
                <a:path extrusionOk="0" h="2924" w="3836">
                  <a:moveTo>
                    <a:pt x="2363" y="310"/>
                  </a:moveTo>
                  <a:cubicBezTo>
                    <a:pt x="2424" y="310"/>
                    <a:pt x="2486" y="320"/>
                    <a:pt x="2545" y="340"/>
                  </a:cubicBezTo>
                  <a:cubicBezTo>
                    <a:pt x="2681" y="389"/>
                    <a:pt x="2792" y="488"/>
                    <a:pt x="2845" y="596"/>
                  </a:cubicBezTo>
                  <a:lnTo>
                    <a:pt x="3430" y="2518"/>
                  </a:lnTo>
                  <a:lnTo>
                    <a:pt x="3430" y="2518"/>
                  </a:lnTo>
                  <a:lnTo>
                    <a:pt x="488" y="1481"/>
                  </a:lnTo>
                  <a:lnTo>
                    <a:pt x="2131" y="362"/>
                  </a:lnTo>
                  <a:cubicBezTo>
                    <a:pt x="2205" y="327"/>
                    <a:pt x="2284" y="310"/>
                    <a:pt x="2363" y="310"/>
                  </a:cubicBezTo>
                  <a:close/>
                  <a:moveTo>
                    <a:pt x="2373" y="1"/>
                  </a:moveTo>
                  <a:cubicBezTo>
                    <a:pt x="2242" y="1"/>
                    <a:pt x="2108" y="31"/>
                    <a:pt x="1978" y="95"/>
                  </a:cubicBezTo>
                  <a:lnTo>
                    <a:pt x="73" y="1388"/>
                  </a:lnTo>
                  <a:cubicBezTo>
                    <a:pt x="28" y="1419"/>
                    <a:pt x="0" y="1475"/>
                    <a:pt x="6" y="1531"/>
                  </a:cubicBezTo>
                  <a:cubicBezTo>
                    <a:pt x="12" y="1588"/>
                    <a:pt x="45" y="1635"/>
                    <a:pt x="98" y="1659"/>
                  </a:cubicBezTo>
                  <a:cubicBezTo>
                    <a:pt x="172" y="1693"/>
                    <a:pt x="249" y="1725"/>
                    <a:pt x="328" y="1753"/>
                  </a:cubicBezTo>
                  <a:lnTo>
                    <a:pt x="3615" y="2915"/>
                  </a:lnTo>
                  <a:cubicBezTo>
                    <a:pt x="3634" y="2919"/>
                    <a:pt x="3650" y="2924"/>
                    <a:pt x="3667" y="2924"/>
                  </a:cubicBezTo>
                  <a:cubicBezTo>
                    <a:pt x="3707" y="2924"/>
                    <a:pt x="3744" y="2908"/>
                    <a:pt x="3777" y="2879"/>
                  </a:cubicBezTo>
                  <a:cubicBezTo>
                    <a:pt x="3820" y="2839"/>
                    <a:pt x="3835" y="2777"/>
                    <a:pt x="3817" y="2722"/>
                  </a:cubicBezTo>
                  <a:lnTo>
                    <a:pt x="3135" y="483"/>
                  </a:lnTo>
                  <a:cubicBezTo>
                    <a:pt x="3037" y="278"/>
                    <a:pt x="2865" y="125"/>
                    <a:pt x="2649" y="47"/>
                  </a:cubicBezTo>
                  <a:cubicBezTo>
                    <a:pt x="2560" y="16"/>
                    <a:pt x="2467" y="1"/>
                    <a:pt x="2373"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4"/>
            <p:cNvSpPr/>
            <p:nvPr/>
          </p:nvSpPr>
          <p:spPr>
            <a:xfrm rot="2670099">
              <a:off x="1741040" y="1810438"/>
              <a:ext cx="239865" cy="156693"/>
            </a:xfrm>
            <a:custGeom>
              <a:rect b="b" l="l" r="r" t="t"/>
              <a:pathLst>
                <a:path extrusionOk="0" h="6268" w="9595">
                  <a:moveTo>
                    <a:pt x="996" y="0"/>
                  </a:moveTo>
                  <a:cubicBezTo>
                    <a:pt x="932" y="0"/>
                    <a:pt x="872" y="40"/>
                    <a:pt x="849" y="103"/>
                  </a:cubicBezTo>
                  <a:cubicBezTo>
                    <a:pt x="0" y="2507"/>
                    <a:pt x="1265" y="5153"/>
                    <a:pt x="3670" y="6000"/>
                  </a:cubicBezTo>
                  <a:cubicBezTo>
                    <a:pt x="4173" y="6179"/>
                    <a:pt x="4694" y="6267"/>
                    <a:pt x="5213" y="6267"/>
                  </a:cubicBezTo>
                  <a:cubicBezTo>
                    <a:pt x="5893" y="6267"/>
                    <a:pt x="6570" y="6114"/>
                    <a:pt x="7202" y="5813"/>
                  </a:cubicBezTo>
                  <a:cubicBezTo>
                    <a:pt x="8316" y="5281"/>
                    <a:pt x="9156" y="4347"/>
                    <a:pt x="9566" y="3182"/>
                  </a:cubicBezTo>
                  <a:cubicBezTo>
                    <a:pt x="9595" y="3102"/>
                    <a:pt x="9552" y="3012"/>
                    <a:pt x="9472" y="2984"/>
                  </a:cubicBezTo>
                  <a:cubicBezTo>
                    <a:pt x="9455" y="2978"/>
                    <a:pt x="9438" y="2975"/>
                    <a:pt x="9421" y="2975"/>
                  </a:cubicBezTo>
                  <a:cubicBezTo>
                    <a:pt x="9357" y="2975"/>
                    <a:pt x="9296" y="3015"/>
                    <a:pt x="9274" y="3078"/>
                  </a:cubicBezTo>
                  <a:cubicBezTo>
                    <a:pt x="8889" y="4164"/>
                    <a:pt x="8108" y="5036"/>
                    <a:pt x="7067" y="5533"/>
                  </a:cubicBezTo>
                  <a:cubicBezTo>
                    <a:pt x="6479" y="5814"/>
                    <a:pt x="5847" y="5956"/>
                    <a:pt x="5212" y="5956"/>
                  </a:cubicBezTo>
                  <a:cubicBezTo>
                    <a:pt x="4728" y="5956"/>
                    <a:pt x="4242" y="5874"/>
                    <a:pt x="3773" y="5707"/>
                  </a:cubicBezTo>
                  <a:cubicBezTo>
                    <a:pt x="1529" y="4917"/>
                    <a:pt x="350" y="2448"/>
                    <a:pt x="1142" y="206"/>
                  </a:cubicBezTo>
                  <a:cubicBezTo>
                    <a:pt x="1171" y="126"/>
                    <a:pt x="1128" y="38"/>
                    <a:pt x="1048" y="9"/>
                  </a:cubicBezTo>
                  <a:cubicBezTo>
                    <a:pt x="1031" y="3"/>
                    <a:pt x="1013" y="0"/>
                    <a:pt x="99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4"/>
            <p:cNvSpPr/>
            <p:nvPr/>
          </p:nvSpPr>
          <p:spPr>
            <a:xfrm rot="2670099">
              <a:off x="1994341" y="1309451"/>
              <a:ext cx="476705" cy="788617"/>
            </a:xfrm>
            <a:custGeom>
              <a:rect b="b" l="l" r="r" t="t"/>
              <a:pathLst>
                <a:path extrusionOk="0" h="31546" w="19069">
                  <a:moveTo>
                    <a:pt x="10199" y="354"/>
                  </a:moveTo>
                  <a:lnTo>
                    <a:pt x="18711" y="3359"/>
                  </a:lnTo>
                  <a:lnTo>
                    <a:pt x="8883" y="31194"/>
                  </a:lnTo>
                  <a:lnTo>
                    <a:pt x="373" y="28191"/>
                  </a:lnTo>
                  <a:lnTo>
                    <a:pt x="10199" y="354"/>
                  </a:lnTo>
                  <a:close/>
                  <a:moveTo>
                    <a:pt x="10105" y="0"/>
                  </a:moveTo>
                  <a:cubicBezTo>
                    <a:pt x="10082" y="0"/>
                    <a:pt x="10059" y="5"/>
                    <a:pt x="10038" y="16"/>
                  </a:cubicBezTo>
                  <a:cubicBezTo>
                    <a:pt x="10002" y="33"/>
                    <a:pt x="9974" y="64"/>
                    <a:pt x="9959" y="103"/>
                  </a:cubicBezTo>
                  <a:lnTo>
                    <a:pt x="29" y="28231"/>
                  </a:lnTo>
                  <a:cubicBezTo>
                    <a:pt x="0" y="28312"/>
                    <a:pt x="43" y="28401"/>
                    <a:pt x="123" y="28429"/>
                  </a:cubicBezTo>
                  <a:lnTo>
                    <a:pt x="8926" y="31537"/>
                  </a:lnTo>
                  <a:cubicBezTo>
                    <a:pt x="8945" y="31543"/>
                    <a:pt x="8961" y="31546"/>
                    <a:pt x="8978" y="31546"/>
                  </a:cubicBezTo>
                  <a:cubicBezTo>
                    <a:pt x="9041" y="31546"/>
                    <a:pt x="9102" y="31507"/>
                    <a:pt x="9125" y="31441"/>
                  </a:cubicBezTo>
                  <a:lnTo>
                    <a:pt x="19055" y="3312"/>
                  </a:lnTo>
                  <a:cubicBezTo>
                    <a:pt x="19068" y="3275"/>
                    <a:pt x="19065" y="3232"/>
                    <a:pt x="19048" y="3195"/>
                  </a:cubicBezTo>
                  <a:cubicBezTo>
                    <a:pt x="19030" y="3159"/>
                    <a:pt x="19000" y="3131"/>
                    <a:pt x="18961" y="3116"/>
                  </a:cubicBezTo>
                  <a:lnTo>
                    <a:pt x="10157" y="9"/>
                  </a:lnTo>
                  <a:cubicBezTo>
                    <a:pt x="10140" y="3"/>
                    <a:pt x="10122" y="0"/>
                    <a:pt x="1010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4"/>
            <p:cNvSpPr/>
            <p:nvPr/>
          </p:nvSpPr>
          <p:spPr>
            <a:xfrm rot="2670099">
              <a:off x="2074441" y="1337806"/>
              <a:ext cx="316737" cy="732294"/>
            </a:xfrm>
            <a:custGeom>
              <a:rect b="b" l="l" r="r" t="t"/>
              <a:pathLst>
                <a:path extrusionOk="0" h="29293" w="12670">
                  <a:moveTo>
                    <a:pt x="10182" y="350"/>
                  </a:moveTo>
                  <a:lnTo>
                    <a:pt x="12311" y="1102"/>
                  </a:lnTo>
                  <a:lnTo>
                    <a:pt x="2483" y="28937"/>
                  </a:lnTo>
                  <a:lnTo>
                    <a:pt x="354" y="28186"/>
                  </a:lnTo>
                  <a:lnTo>
                    <a:pt x="10182" y="350"/>
                  </a:lnTo>
                  <a:close/>
                  <a:moveTo>
                    <a:pt x="10088" y="0"/>
                  </a:moveTo>
                  <a:cubicBezTo>
                    <a:pt x="10065" y="0"/>
                    <a:pt x="10042" y="5"/>
                    <a:pt x="10020" y="16"/>
                  </a:cubicBezTo>
                  <a:cubicBezTo>
                    <a:pt x="9985" y="33"/>
                    <a:pt x="9956" y="64"/>
                    <a:pt x="9942" y="103"/>
                  </a:cubicBezTo>
                  <a:lnTo>
                    <a:pt x="12" y="28231"/>
                  </a:lnTo>
                  <a:cubicBezTo>
                    <a:pt x="0" y="28271"/>
                    <a:pt x="2" y="28314"/>
                    <a:pt x="19" y="28351"/>
                  </a:cubicBezTo>
                  <a:cubicBezTo>
                    <a:pt x="37" y="28386"/>
                    <a:pt x="67" y="28415"/>
                    <a:pt x="107" y="28429"/>
                  </a:cubicBezTo>
                  <a:lnTo>
                    <a:pt x="2526" y="29284"/>
                  </a:lnTo>
                  <a:cubicBezTo>
                    <a:pt x="2545" y="29288"/>
                    <a:pt x="2561" y="29292"/>
                    <a:pt x="2579" y="29292"/>
                  </a:cubicBezTo>
                  <a:cubicBezTo>
                    <a:pt x="2643" y="29292"/>
                    <a:pt x="2702" y="29251"/>
                    <a:pt x="2726" y="29188"/>
                  </a:cubicBezTo>
                  <a:lnTo>
                    <a:pt x="12657" y="1060"/>
                  </a:lnTo>
                  <a:cubicBezTo>
                    <a:pt x="12670" y="1023"/>
                    <a:pt x="12668" y="980"/>
                    <a:pt x="12650" y="943"/>
                  </a:cubicBezTo>
                  <a:cubicBezTo>
                    <a:pt x="12632" y="907"/>
                    <a:pt x="12602" y="879"/>
                    <a:pt x="12562" y="864"/>
                  </a:cubicBezTo>
                  <a:lnTo>
                    <a:pt x="10141" y="8"/>
                  </a:lnTo>
                  <a:cubicBezTo>
                    <a:pt x="10123" y="3"/>
                    <a:pt x="10105" y="0"/>
                    <a:pt x="1008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64" name="Shape 2064"/>
        <p:cNvGrpSpPr/>
        <p:nvPr/>
      </p:nvGrpSpPr>
      <p:grpSpPr>
        <a:xfrm>
          <a:off x="0" y="0"/>
          <a:ext cx="0" cy="0"/>
          <a:chOff x="0" y="0"/>
          <a:chExt cx="0" cy="0"/>
        </a:xfrm>
      </p:grpSpPr>
      <p:sp>
        <p:nvSpPr>
          <p:cNvPr id="2065" name="Google Shape;2065;p45"/>
          <p:cNvSpPr txBox="1"/>
          <p:nvPr>
            <p:ph idx="2" type="subTitle"/>
          </p:nvPr>
        </p:nvSpPr>
        <p:spPr>
          <a:xfrm>
            <a:off x="3665875" y="2171225"/>
            <a:ext cx="3073500" cy="1611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She is a very funny Turkish girl. She enjoys reading, playing with her dogs and visiting her partner every weekend. She is specially good in psychology and mathematics as she has a very analytical mind. Her friends describe her as loyal and loving</a:t>
            </a:r>
            <a:endParaRPr/>
          </a:p>
        </p:txBody>
      </p:sp>
      <p:sp>
        <p:nvSpPr>
          <p:cNvPr id="2066" name="Google Shape;2066;p45"/>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This is </a:t>
            </a:r>
            <a:r>
              <a:rPr b="1" lang="en">
                <a:solidFill>
                  <a:schemeClr val="accent4"/>
                </a:solidFill>
              </a:rPr>
              <a:t>ana</a:t>
            </a:r>
            <a:endParaRPr b="1">
              <a:solidFill>
                <a:schemeClr val="accent4"/>
              </a:solidFill>
            </a:endParaRPr>
          </a:p>
        </p:txBody>
      </p:sp>
      <p:sp>
        <p:nvSpPr>
          <p:cNvPr id="2067" name="Google Shape;2067;p45"/>
          <p:cNvSpPr txBox="1"/>
          <p:nvPr>
            <p:ph idx="1" type="subTitle"/>
          </p:nvPr>
        </p:nvSpPr>
        <p:spPr>
          <a:xfrm>
            <a:off x="7084550" y="4208775"/>
            <a:ext cx="913800" cy="394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hlink"/>
                </a:solidFill>
              </a:rPr>
              <a:t>Progress:</a:t>
            </a:r>
            <a:endParaRPr/>
          </a:p>
        </p:txBody>
      </p:sp>
      <p:grpSp>
        <p:nvGrpSpPr>
          <p:cNvPr id="2068" name="Google Shape;2068;p45"/>
          <p:cNvGrpSpPr/>
          <p:nvPr/>
        </p:nvGrpSpPr>
        <p:grpSpPr>
          <a:xfrm>
            <a:off x="8088713" y="4178066"/>
            <a:ext cx="331303" cy="416636"/>
            <a:chOff x="8088713" y="4178066"/>
            <a:chExt cx="331303" cy="416636"/>
          </a:xfrm>
        </p:grpSpPr>
        <p:sp>
          <p:nvSpPr>
            <p:cNvPr id="2069" name="Google Shape;2069;p45"/>
            <p:cNvSpPr/>
            <p:nvPr/>
          </p:nvSpPr>
          <p:spPr>
            <a:xfrm>
              <a:off x="8363785" y="4360157"/>
              <a:ext cx="50084" cy="74155"/>
            </a:xfrm>
            <a:custGeom>
              <a:rect b="b" l="l" r="r" t="t"/>
              <a:pathLst>
                <a:path extrusionOk="0" h="5690" w="3843">
                  <a:moveTo>
                    <a:pt x="420" y="0"/>
                  </a:moveTo>
                  <a:lnTo>
                    <a:pt x="1" y="5690"/>
                  </a:lnTo>
                  <a:lnTo>
                    <a:pt x="278" y="5690"/>
                  </a:lnTo>
                  <a:cubicBezTo>
                    <a:pt x="2248" y="5690"/>
                    <a:pt x="3842" y="4094"/>
                    <a:pt x="3842" y="2128"/>
                  </a:cubicBezTo>
                  <a:lnTo>
                    <a:pt x="3842" y="1919"/>
                  </a:lnTo>
                  <a:cubicBezTo>
                    <a:pt x="3842" y="859"/>
                    <a:pt x="2983" y="0"/>
                    <a:pt x="1925"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5"/>
            <p:cNvSpPr/>
            <p:nvPr/>
          </p:nvSpPr>
          <p:spPr>
            <a:xfrm>
              <a:off x="8094812" y="4360157"/>
              <a:ext cx="50097" cy="74155"/>
            </a:xfrm>
            <a:custGeom>
              <a:rect b="b" l="l" r="r" t="t"/>
              <a:pathLst>
                <a:path extrusionOk="0" h="5690" w="3844">
                  <a:moveTo>
                    <a:pt x="1919" y="0"/>
                  </a:moveTo>
                  <a:cubicBezTo>
                    <a:pt x="860" y="0"/>
                    <a:pt x="1" y="859"/>
                    <a:pt x="1" y="1919"/>
                  </a:cubicBezTo>
                  <a:lnTo>
                    <a:pt x="1" y="2128"/>
                  </a:lnTo>
                  <a:cubicBezTo>
                    <a:pt x="1" y="4094"/>
                    <a:pt x="1596" y="5690"/>
                    <a:pt x="3565" y="5690"/>
                  </a:cubicBezTo>
                  <a:lnTo>
                    <a:pt x="3843" y="5690"/>
                  </a:lnTo>
                  <a:lnTo>
                    <a:pt x="3423" y="0"/>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5"/>
            <p:cNvSpPr/>
            <p:nvPr/>
          </p:nvSpPr>
          <p:spPr>
            <a:xfrm>
              <a:off x="8149084" y="4521225"/>
              <a:ext cx="210514" cy="67417"/>
            </a:xfrm>
            <a:custGeom>
              <a:rect b="b" l="l" r="r" t="t"/>
              <a:pathLst>
                <a:path extrusionOk="0" h="5173" w="16153">
                  <a:moveTo>
                    <a:pt x="3516" y="0"/>
                  </a:moveTo>
                  <a:lnTo>
                    <a:pt x="3516" y="1630"/>
                  </a:lnTo>
                  <a:cubicBezTo>
                    <a:pt x="3516" y="2540"/>
                    <a:pt x="2994" y="3368"/>
                    <a:pt x="2175" y="3761"/>
                  </a:cubicBezTo>
                  <a:lnTo>
                    <a:pt x="246" y="4687"/>
                  </a:lnTo>
                  <a:cubicBezTo>
                    <a:pt x="1" y="4806"/>
                    <a:pt x="84" y="5173"/>
                    <a:pt x="357" y="5173"/>
                  </a:cubicBezTo>
                  <a:lnTo>
                    <a:pt x="15797" y="5173"/>
                  </a:lnTo>
                  <a:cubicBezTo>
                    <a:pt x="16069" y="5173"/>
                    <a:pt x="16152" y="4806"/>
                    <a:pt x="15909" y="4687"/>
                  </a:cubicBezTo>
                  <a:lnTo>
                    <a:pt x="13980" y="3761"/>
                  </a:lnTo>
                  <a:cubicBezTo>
                    <a:pt x="13159" y="3368"/>
                    <a:pt x="12638" y="2540"/>
                    <a:pt x="12638" y="1630"/>
                  </a:cubicBezTo>
                  <a:lnTo>
                    <a:pt x="12638" y="0"/>
                  </a:lnTo>
                  <a:cubicBezTo>
                    <a:pt x="11038" y="1093"/>
                    <a:pt x="9273" y="1721"/>
                    <a:pt x="8077" y="1721"/>
                  </a:cubicBezTo>
                  <a:cubicBezTo>
                    <a:pt x="6881" y="1721"/>
                    <a:pt x="5113" y="1093"/>
                    <a:pt x="3516"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5"/>
            <p:cNvSpPr/>
            <p:nvPr/>
          </p:nvSpPr>
          <p:spPr>
            <a:xfrm>
              <a:off x="8132935" y="4214312"/>
              <a:ext cx="242822" cy="329318"/>
            </a:xfrm>
            <a:custGeom>
              <a:rect b="b" l="l" r="r" t="t"/>
              <a:pathLst>
                <a:path extrusionOk="0" h="25269" w="18632">
                  <a:moveTo>
                    <a:pt x="9316" y="1"/>
                  </a:moveTo>
                  <a:cubicBezTo>
                    <a:pt x="4111" y="1"/>
                    <a:pt x="0" y="4423"/>
                    <a:pt x="383" y="9616"/>
                  </a:cubicBezTo>
                  <a:lnTo>
                    <a:pt x="993" y="17887"/>
                  </a:lnTo>
                  <a:cubicBezTo>
                    <a:pt x="1314" y="22248"/>
                    <a:pt x="6690" y="25269"/>
                    <a:pt x="9319" y="25269"/>
                  </a:cubicBezTo>
                  <a:cubicBezTo>
                    <a:pt x="11946" y="25269"/>
                    <a:pt x="17321" y="22245"/>
                    <a:pt x="17643" y="17887"/>
                  </a:cubicBezTo>
                  <a:cubicBezTo>
                    <a:pt x="17638" y="17884"/>
                    <a:pt x="18248" y="9616"/>
                    <a:pt x="18248" y="9616"/>
                  </a:cubicBezTo>
                  <a:cubicBezTo>
                    <a:pt x="18631" y="4423"/>
                    <a:pt x="14522" y="1"/>
                    <a:pt x="9316"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5"/>
            <p:cNvSpPr/>
            <p:nvPr/>
          </p:nvSpPr>
          <p:spPr>
            <a:xfrm>
              <a:off x="8196747" y="4219708"/>
              <a:ext cx="178115" cy="323884"/>
            </a:xfrm>
            <a:custGeom>
              <a:rect b="b" l="l" r="r" t="t"/>
              <a:pathLst>
                <a:path extrusionOk="0" h="24852" w="13667">
                  <a:moveTo>
                    <a:pt x="7123" y="0"/>
                  </a:moveTo>
                  <a:cubicBezTo>
                    <a:pt x="9574" y="1752"/>
                    <a:pt x="11095" y="4702"/>
                    <a:pt x="10855" y="7952"/>
                  </a:cubicBezTo>
                  <a:lnTo>
                    <a:pt x="10245" y="16222"/>
                  </a:lnTo>
                  <a:cubicBezTo>
                    <a:pt x="9925" y="20583"/>
                    <a:pt x="4549" y="23603"/>
                    <a:pt x="1921" y="23603"/>
                  </a:cubicBezTo>
                  <a:cubicBezTo>
                    <a:pt x="1376" y="23603"/>
                    <a:pt x="713" y="23473"/>
                    <a:pt x="0" y="23229"/>
                  </a:cubicBezTo>
                  <a:lnTo>
                    <a:pt x="0" y="23229"/>
                  </a:lnTo>
                  <a:cubicBezTo>
                    <a:pt x="1561" y="24263"/>
                    <a:pt x="3257" y="24852"/>
                    <a:pt x="4420" y="24852"/>
                  </a:cubicBezTo>
                  <a:cubicBezTo>
                    <a:pt x="7048" y="24852"/>
                    <a:pt x="12424" y="21830"/>
                    <a:pt x="12745" y="17470"/>
                  </a:cubicBezTo>
                  <a:lnTo>
                    <a:pt x="13355" y="9201"/>
                  </a:lnTo>
                  <a:cubicBezTo>
                    <a:pt x="13666" y="4951"/>
                    <a:pt x="10969" y="1215"/>
                    <a:pt x="7123"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5"/>
            <p:cNvSpPr/>
            <p:nvPr/>
          </p:nvSpPr>
          <p:spPr>
            <a:xfrm>
              <a:off x="8172987" y="4184205"/>
              <a:ext cx="162711" cy="153640"/>
            </a:xfrm>
            <a:custGeom>
              <a:rect b="b" l="l" r="r" t="t"/>
              <a:pathLst>
                <a:path extrusionOk="0" h="11789" w="12485">
                  <a:moveTo>
                    <a:pt x="6243" y="1"/>
                  </a:moveTo>
                  <a:cubicBezTo>
                    <a:pt x="2796" y="1"/>
                    <a:pt x="1" y="2794"/>
                    <a:pt x="1" y="6243"/>
                  </a:cubicBezTo>
                  <a:cubicBezTo>
                    <a:pt x="1" y="8656"/>
                    <a:pt x="1371" y="10750"/>
                    <a:pt x="3376" y="11789"/>
                  </a:cubicBezTo>
                  <a:lnTo>
                    <a:pt x="9110" y="11789"/>
                  </a:lnTo>
                  <a:cubicBezTo>
                    <a:pt x="11114" y="10750"/>
                    <a:pt x="12485" y="8656"/>
                    <a:pt x="12485" y="6243"/>
                  </a:cubicBezTo>
                  <a:cubicBezTo>
                    <a:pt x="12485" y="2794"/>
                    <a:pt x="9691" y="1"/>
                    <a:pt x="624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5"/>
            <p:cNvSpPr/>
            <p:nvPr/>
          </p:nvSpPr>
          <p:spPr>
            <a:xfrm>
              <a:off x="8202612" y="4186472"/>
              <a:ext cx="133088" cy="151372"/>
            </a:xfrm>
            <a:custGeom>
              <a:rect b="b" l="l" r="r" t="t"/>
              <a:pathLst>
                <a:path extrusionOk="0" h="11615" w="10212">
                  <a:moveTo>
                    <a:pt x="5439" y="0"/>
                  </a:moveTo>
                  <a:lnTo>
                    <a:pt x="5439" y="0"/>
                  </a:lnTo>
                  <a:cubicBezTo>
                    <a:pt x="6827" y="1145"/>
                    <a:pt x="7713" y="2879"/>
                    <a:pt x="7713" y="4820"/>
                  </a:cubicBezTo>
                  <a:cubicBezTo>
                    <a:pt x="7713" y="8267"/>
                    <a:pt x="4920" y="11062"/>
                    <a:pt x="1471" y="11062"/>
                  </a:cubicBezTo>
                  <a:cubicBezTo>
                    <a:pt x="965" y="11062"/>
                    <a:pt x="473" y="11000"/>
                    <a:pt x="1" y="10888"/>
                  </a:cubicBezTo>
                  <a:lnTo>
                    <a:pt x="1" y="10888"/>
                  </a:lnTo>
                  <a:cubicBezTo>
                    <a:pt x="339" y="11168"/>
                    <a:pt x="707" y="11412"/>
                    <a:pt x="1100" y="11615"/>
                  </a:cubicBezTo>
                  <a:lnTo>
                    <a:pt x="6834" y="11615"/>
                  </a:lnTo>
                  <a:cubicBezTo>
                    <a:pt x="8840" y="10576"/>
                    <a:pt x="10209" y="8482"/>
                    <a:pt x="10209" y="6069"/>
                  </a:cubicBezTo>
                  <a:cubicBezTo>
                    <a:pt x="10212" y="3127"/>
                    <a:pt x="8178" y="660"/>
                    <a:pt x="5439"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5"/>
            <p:cNvSpPr/>
            <p:nvPr/>
          </p:nvSpPr>
          <p:spPr>
            <a:xfrm>
              <a:off x="8161726" y="4283702"/>
              <a:ext cx="55258" cy="54150"/>
            </a:xfrm>
            <a:custGeom>
              <a:rect b="b" l="l" r="r" t="t"/>
              <a:pathLst>
                <a:path extrusionOk="0" h="4155" w="4240">
                  <a:moveTo>
                    <a:pt x="1020" y="0"/>
                  </a:moveTo>
                  <a:cubicBezTo>
                    <a:pt x="446" y="953"/>
                    <a:pt x="110" y="2022"/>
                    <a:pt x="37" y="3139"/>
                  </a:cubicBezTo>
                  <a:cubicBezTo>
                    <a:pt x="1" y="3688"/>
                    <a:pt x="437" y="4155"/>
                    <a:pt x="987" y="4155"/>
                  </a:cubicBezTo>
                  <a:lnTo>
                    <a:pt x="4240" y="4155"/>
                  </a:lnTo>
                  <a:cubicBezTo>
                    <a:pt x="2633" y="3322"/>
                    <a:pt x="1431" y="1810"/>
                    <a:pt x="1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5"/>
            <p:cNvSpPr/>
            <p:nvPr/>
          </p:nvSpPr>
          <p:spPr>
            <a:xfrm>
              <a:off x="8291710" y="4283702"/>
              <a:ext cx="55258" cy="54150"/>
            </a:xfrm>
            <a:custGeom>
              <a:rect b="b" l="l" r="r" t="t"/>
              <a:pathLst>
                <a:path extrusionOk="0" h="4155" w="4240">
                  <a:moveTo>
                    <a:pt x="3221" y="0"/>
                  </a:moveTo>
                  <a:cubicBezTo>
                    <a:pt x="2807" y="1810"/>
                    <a:pt x="1609" y="3321"/>
                    <a:pt x="1" y="4155"/>
                  </a:cubicBezTo>
                  <a:lnTo>
                    <a:pt x="3252" y="4155"/>
                  </a:lnTo>
                  <a:cubicBezTo>
                    <a:pt x="3803" y="4155"/>
                    <a:pt x="4239" y="3688"/>
                    <a:pt x="4204" y="3139"/>
                  </a:cubicBezTo>
                  <a:cubicBezTo>
                    <a:pt x="4129" y="2022"/>
                    <a:pt x="3795" y="953"/>
                    <a:pt x="32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5"/>
            <p:cNvSpPr/>
            <p:nvPr/>
          </p:nvSpPr>
          <p:spPr>
            <a:xfrm>
              <a:off x="8161726" y="4321578"/>
              <a:ext cx="55245" cy="16291"/>
            </a:xfrm>
            <a:custGeom>
              <a:rect b="b" l="l" r="r" t="t"/>
              <a:pathLst>
                <a:path extrusionOk="0" h="1250" w="4239">
                  <a:moveTo>
                    <a:pt x="57" y="0"/>
                  </a:moveTo>
                  <a:cubicBezTo>
                    <a:pt x="50" y="76"/>
                    <a:pt x="42" y="157"/>
                    <a:pt x="37" y="235"/>
                  </a:cubicBezTo>
                  <a:cubicBezTo>
                    <a:pt x="1" y="784"/>
                    <a:pt x="436" y="1250"/>
                    <a:pt x="987" y="1250"/>
                  </a:cubicBezTo>
                  <a:lnTo>
                    <a:pt x="4238" y="1250"/>
                  </a:lnTo>
                  <a:cubicBezTo>
                    <a:pt x="3617" y="926"/>
                    <a:pt x="3057" y="502"/>
                    <a:pt x="2578"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5"/>
            <p:cNvSpPr/>
            <p:nvPr/>
          </p:nvSpPr>
          <p:spPr>
            <a:xfrm>
              <a:off x="8143571" y="4178066"/>
              <a:ext cx="276445" cy="416636"/>
            </a:xfrm>
            <a:custGeom>
              <a:rect b="b" l="l" r="r" t="t"/>
              <a:pathLst>
                <a:path extrusionOk="0" h="31969" w="21212">
                  <a:moveTo>
                    <a:pt x="14674" y="9347"/>
                  </a:moveTo>
                  <a:cubicBezTo>
                    <a:pt x="14914" y="9958"/>
                    <a:pt x="15056" y="10604"/>
                    <a:pt x="15100" y="11277"/>
                  </a:cubicBezTo>
                  <a:cubicBezTo>
                    <a:pt x="15119" y="11556"/>
                    <a:pt x="14898" y="11792"/>
                    <a:pt x="14618" y="11792"/>
                  </a:cubicBezTo>
                  <a:lnTo>
                    <a:pt x="12889" y="11792"/>
                  </a:lnTo>
                  <a:cubicBezTo>
                    <a:pt x="13668" y="11119"/>
                    <a:pt x="14278" y="10282"/>
                    <a:pt x="14674" y="9347"/>
                  </a:cubicBezTo>
                  <a:close/>
                  <a:moveTo>
                    <a:pt x="18823" y="14441"/>
                  </a:moveTo>
                  <a:cubicBezTo>
                    <a:pt x="19620" y="14441"/>
                    <a:pt x="20270" y="15089"/>
                    <a:pt x="20270" y="15888"/>
                  </a:cubicBezTo>
                  <a:lnTo>
                    <a:pt x="20270" y="16098"/>
                  </a:lnTo>
                  <a:cubicBezTo>
                    <a:pt x="20270" y="17728"/>
                    <a:pt x="19003" y="19068"/>
                    <a:pt x="17402" y="19185"/>
                  </a:cubicBezTo>
                  <a:lnTo>
                    <a:pt x="17752" y="14441"/>
                  </a:lnTo>
                  <a:close/>
                  <a:moveTo>
                    <a:pt x="12592" y="27179"/>
                  </a:moveTo>
                  <a:lnTo>
                    <a:pt x="12592" y="27959"/>
                  </a:lnTo>
                  <a:cubicBezTo>
                    <a:pt x="12594" y="29043"/>
                    <a:pt x="13222" y="30044"/>
                    <a:pt x="14199" y="30512"/>
                  </a:cubicBezTo>
                  <a:lnTo>
                    <a:pt x="15284" y="31031"/>
                  </a:lnTo>
                  <a:lnTo>
                    <a:pt x="1712" y="31031"/>
                  </a:lnTo>
                  <a:lnTo>
                    <a:pt x="2799" y="30512"/>
                  </a:lnTo>
                  <a:cubicBezTo>
                    <a:pt x="3774" y="30044"/>
                    <a:pt x="4406" y="29041"/>
                    <a:pt x="4406" y="27959"/>
                  </a:cubicBezTo>
                  <a:lnTo>
                    <a:pt x="4406" y="27179"/>
                  </a:lnTo>
                  <a:cubicBezTo>
                    <a:pt x="5821" y="28008"/>
                    <a:pt x="7330" y="28517"/>
                    <a:pt x="8498" y="28517"/>
                  </a:cubicBezTo>
                  <a:cubicBezTo>
                    <a:pt x="9615" y="28517"/>
                    <a:pt x="11131" y="28035"/>
                    <a:pt x="12592" y="27179"/>
                  </a:cubicBezTo>
                  <a:close/>
                  <a:moveTo>
                    <a:pt x="8503" y="1"/>
                  </a:moveTo>
                  <a:cubicBezTo>
                    <a:pt x="6974" y="1"/>
                    <a:pt x="5478" y="529"/>
                    <a:pt x="4291" y="1486"/>
                  </a:cubicBezTo>
                  <a:cubicBezTo>
                    <a:pt x="4090" y="1650"/>
                    <a:pt x="4057" y="1944"/>
                    <a:pt x="4221" y="2145"/>
                  </a:cubicBezTo>
                  <a:cubicBezTo>
                    <a:pt x="4314" y="2259"/>
                    <a:pt x="4449" y="2319"/>
                    <a:pt x="4586" y="2319"/>
                  </a:cubicBezTo>
                  <a:cubicBezTo>
                    <a:pt x="4689" y="2319"/>
                    <a:pt x="4793" y="2285"/>
                    <a:pt x="4879" y="2215"/>
                  </a:cubicBezTo>
                  <a:cubicBezTo>
                    <a:pt x="5915" y="1378"/>
                    <a:pt x="7168" y="938"/>
                    <a:pt x="8503" y="938"/>
                  </a:cubicBezTo>
                  <a:cubicBezTo>
                    <a:pt x="11740" y="938"/>
                    <a:pt x="14278" y="3590"/>
                    <a:pt x="14278" y="6703"/>
                  </a:cubicBezTo>
                  <a:cubicBezTo>
                    <a:pt x="14278" y="8819"/>
                    <a:pt x="13134" y="10767"/>
                    <a:pt x="11252" y="11789"/>
                  </a:cubicBezTo>
                  <a:lnTo>
                    <a:pt x="9906" y="11789"/>
                  </a:lnTo>
                  <a:cubicBezTo>
                    <a:pt x="9648" y="11789"/>
                    <a:pt x="9438" y="11998"/>
                    <a:pt x="9438" y="12257"/>
                  </a:cubicBezTo>
                  <a:cubicBezTo>
                    <a:pt x="9438" y="12515"/>
                    <a:pt x="9648" y="12726"/>
                    <a:pt x="9906" y="12726"/>
                  </a:cubicBezTo>
                  <a:lnTo>
                    <a:pt x="14620" y="12726"/>
                  </a:lnTo>
                  <a:cubicBezTo>
                    <a:pt x="15440" y="12726"/>
                    <a:pt x="16090" y="12030"/>
                    <a:pt x="16037" y="11212"/>
                  </a:cubicBezTo>
                  <a:cubicBezTo>
                    <a:pt x="15961" y="10077"/>
                    <a:pt x="15641" y="9005"/>
                    <a:pt x="15083" y="8024"/>
                  </a:cubicBezTo>
                  <a:cubicBezTo>
                    <a:pt x="15176" y="7549"/>
                    <a:pt x="15222" y="7048"/>
                    <a:pt x="15208" y="6531"/>
                  </a:cubicBezTo>
                  <a:lnTo>
                    <a:pt x="15208" y="6531"/>
                  </a:lnTo>
                  <a:cubicBezTo>
                    <a:pt x="16491" y="8179"/>
                    <a:pt x="17122" y="10236"/>
                    <a:pt x="16966" y="12361"/>
                  </a:cubicBezTo>
                  <a:cubicBezTo>
                    <a:pt x="16174" y="23129"/>
                    <a:pt x="16484" y="18903"/>
                    <a:pt x="16356" y="20632"/>
                  </a:cubicBezTo>
                  <a:cubicBezTo>
                    <a:pt x="16083" y="24332"/>
                    <a:pt x="11354" y="27580"/>
                    <a:pt x="8498" y="27580"/>
                  </a:cubicBezTo>
                  <a:cubicBezTo>
                    <a:pt x="6924" y="27580"/>
                    <a:pt x="4809" y="26498"/>
                    <a:pt x="3424" y="25358"/>
                  </a:cubicBezTo>
                  <a:cubicBezTo>
                    <a:pt x="3337" y="25286"/>
                    <a:pt x="3232" y="25250"/>
                    <a:pt x="3127" y="25250"/>
                  </a:cubicBezTo>
                  <a:cubicBezTo>
                    <a:pt x="2992" y="25250"/>
                    <a:pt x="2858" y="25309"/>
                    <a:pt x="2766" y="25422"/>
                  </a:cubicBezTo>
                  <a:cubicBezTo>
                    <a:pt x="2601" y="25622"/>
                    <a:pt x="2629" y="25917"/>
                    <a:pt x="2830" y="26081"/>
                  </a:cubicBezTo>
                  <a:cubicBezTo>
                    <a:pt x="3037" y="26252"/>
                    <a:pt x="3252" y="26415"/>
                    <a:pt x="3470" y="26573"/>
                  </a:cubicBezTo>
                  <a:lnTo>
                    <a:pt x="3470" y="27959"/>
                  </a:lnTo>
                  <a:cubicBezTo>
                    <a:pt x="3470" y="28684"/>
                    <a:pt x="3050" y="29354"/>
                    <a:pt x="2397" y="29667"/>
                  </a:cubicBezTo>
                  <a:lnTo>
                    <a:pt x="468" y="30592"/>
                  </a:lnTo>
                  <a:cubicBezTo>
                    <a:pt x="161" y="30740"/>
                    <a:pt x="1" y="31073"/>
                    <a:pt x="75" y="31404"/>
                  </a:cubicBezTo>
                  <a:cubicBezTo>
                    <a:pt x="151" y="31736"/>
                    <a:pt x="441" y="31968"/>
                    <a:pt x="783" y="31968"/>
                  </a:cubicBezTo>
                  <a:lnTo>
                    <a:pt x="16222" y="31968"/>
                  </a:lnTo>
                  <a:cubicBezTo>
                    <a:pt x="16563" y="31968"/>
                    <a:pt x="16854" y="31736"/>
                    <a:pt x="16928" y="31404"/>
                  </a:cubicBezTo>
                  <a:cubicBezTo>
                    <a:pt x="17004" y="31073"/>
                    <a:pt x="16842" y="30739"/>
                    <a:pt x="16535" y="30592"/>
                  </a:cubicBezTo>
                  <a:lnTo>
                    <a:pt x="14608" y="29667"/>
                  </a:lnTo>
                  <a:cubicBezTo>
                    <a:pt x="13955" y="29352"/>
                    <a:pt x="13533" y="28682"/>
                    <a:pt x="13533" y="27959"/>
                  </a:cubicBezTo>
                  <a:lnTo>
                    <a:pt x="13533" y="26569"/>
                  </a:lnTo>
                  <a:cubicBezTo>
                    <a:pt x="15471" y="25181"/>
                    <a:pt x="17115" y="23132"/>
                    <a:pt x="17294" y="20700"/>
                  </a:cubicBezTo>
                  <a:lnTo>
                    <a:pt x="17337" y="20126"/>
                  </a:lnTo>
                  <a:cubicBezTo>
                    <a:pt x="19488" y="20044"/>
                    <a:pt x="21212" y="18268"/>
                    <a:pt x="21212" y="16098"/>
                  </a:cubicBezTo>
                  <a:lnTo>
                    <a:pt x="21212" y="15887"/>
                  </a:lnTo>
                  <a:cubicBezTo>
                    <a:pt x="21206" y="14573"/>
                    <a:pt x="20137" y="13502"/>
                    <a:pt x="18823" y="13502"/>
                  </a:cubicBezTo>
                  <a:lnTo>
                    <a:pt x="17822" y="13502"/>
                  </a:lnTo>
                  <a:lnTo>
                    <a:pt x="17901" y="12430"/>
                  </a:lnTo>
                  <a:cubicBezTo>
                    <a:pt x="18111" y="9575"/>
                    <a:pt x="17037" y="6824"/>
                    <a:pt x="14954" y="4865"/>
                  </a:cubicBezTo>
                  <a:cubicBezTo>
                    <a:pt x="14150" y="2060"/>
                    <a:pt x="11562" y="1"/>
                    <a:pt x="850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5"/>
            <p:cNvSpPr/>
            <p:nvPr/>
          </p:nvSpPr>
          <p:spPr>
            <a:xfrm>
              <a:off x="8088713" y="4217740"/>
              <a:ext cx="161577" cy="280981"/>
            </a:xfrm>
            <a:custGeom>
              <a:rect b="b" l="l" r="r" t="t"/>
              <a:pathLst>
                <a:path extrusionOk="0" h="21560" w="12398">
                  <a:moveTo>
                    <a:pt x="6531" y="6303"/>
                  </a:moveTo>
                  <a:cubicBezTo>
                    <a:pt x="6930" y="7238"/>
                    <a:pt x="7539" y="8075"/>
                    <a:pt x="8318" y="8748"/>
                  </a:cubicBezTo>
                  <a:lnTo>
                    <a:pt x="6589" y="8748"/>
                  </a:lnTo>
                  <a:cubicBezTo>
                    <a:pt x="6309" y="8748"/>
                    <a:pt x="6089" y="8510"/>
                    <a:pt x="6107" y="8233"/>
                  </a:cubicBezTo>
                  <a:cubicBezTo>
                    <a:pt x="6151" y="7561"/>
                    <a:pt x="6293" y="6915"/>
                    <a:pt x="6531" y="6303"/>
                  </a:cubicBezTo>
                  <a:close/>
                  <a:moveTo>
                    <a:pt x="3456" y="11397"/>
                  </a:moveTo>
                  <a:lnTo>
                    <a:pt x="3805" y="16141"/>
                  </a:lnTo>
                  <a:cubicBezTo>
                    <a:pt x="2203" y="16024"/>
                    <a:pt x="938" y="14684"/>
                    <a:pt x="938" y="13054"/>
                  </a:cubicBezTo>
                  <a:lnTo>
                    <a:pt x="938" y="12844"/>
                  </a:lnTo>
                  <a:cubicBezTo>
                    <a:pt x="938" y="12045"/>
                    <a:pt x="1586" y="11397"/>
                    <a:pt x="2384" y="11397"/>
                  </a:cubicBezTo>
                  <a:close/>
                  <a:moveTo>
                    <a:pt x="7348" y="1"/>
                  </a:moveTo>
                  <a:cubicBezTo>
                    <a:pt x="7189" y="1"/>
                    <a:pt x="7034" y="82"/>
                    <a:pt x="6946" y="229"/>
                  </a:cubicBezTo>
                  <a:cubicBezTo>
                    <a:pt x="6646" y="729"/>
                    <a:pt x="6416" y="1265"/>
                    <a:pt x="6257" y="1821"/>
                  </a:cubicBezTo>
                  <a:cubicBezTo>
                    <a:pt x="4174" y="3780"/>
                    <a:pt x="3099" y="6528"/>
                    <a:pt x="3310" y="9386"/>
                  </a:cubicBezTo>
                  <a:lnTo>
                    <a:pt x="3389" y="10458"/>
                  </a:lnTo>
                  <a:lnTo>
                    <a:pt x="2389" y="10458"/>
                  </a:lnTo>
                  <a:cubicBezTo>
                    <a:pt x="1074" y="10458"/>
                    <a:pt x="2" y="11527"/>
                    <a:pt x="2" y="12844"/>
                  </a:cubicBezTo>
                  <a:lnTo>
                    <a:pt x="2" y="13054"/>
                  </a:lnTo>
                  <a:cubicBezTo>
                    <a:pt x="1" y="15224"/>
                    <a:pt x="1724" y="17000"/>
                    <a:pt x="3875" y="17082"/>
                  </a:cubicBezTo>
                  <a:lnTo>
                    <a:pt x="3918" y="17656"/>
                  </a:lnTo>
                  <a:cubicBezTo>
                    <a:pt x="4013" y="18950"/>
                    <a:pt x="4519" y="20201"/>
                    <a:pt x="5419" y="21377"/>
                  </a:cubicBezTo>
                  <a:cubicBezTo>
                    <a:pt x="5512" y="21496"/>
                    <a:pt x="5651" y="21559"/>
                    <a:pt x="5792" y="21559"/>
                  </a:cubicBezTo>
                  <a:cubicBezTo>
                    <a:pt x="5891" y="21559"/>
                    <a:pt x="5991" y="21528"/>
                    <a:pt x="6076" y="21463"/>
                  </a:cubicBezTo>
                  <a:cubicBezTo>
                    <a:pt x="6280" y="21305"/>
                    <a:pt x="6320" y="21011"/>
                    <a:pt x="6162" y="20806"/>
                  </a:cubicBezTo>
                  <a:cubicBezTo>
                    <a:pt x="5375" y="19778"/>
                    <a:pt x="4934" y="18696"/>
                    <a:pt x="4852" y="17588"/>
                  </a:cubicBezTo>
                  <a:cubicBezTo>
                    <a:pt x="4541" y="13358"/>
                    <a:pt x="4453" y="12168"/>
                    <a:pt x="4453" y="12167"/>
                  </a:cubicBezTo>
                  <a:lnTo>
                    <a:pt x="4453" y="12167"/>
                  </a:lnTo>
                  <a:cubicBezTo>
                    <a:pt x="4453" y="12169"/>
                    <a:pt x="4597" y="14125"/>
                    <a:pt x="4597" y="14125"/>
                  </a:cubicBezTo>
                  <a:cubicBezTo>
                    <a:pt x="4597" y="14125"/>
                    <a:pt x="4518" y="13052"/>
                    <a:pt x="4243" y="9317"/>
                  </a:cubicBezTo>
                  <a:cubicBezTo>
                    <a:pt x="4086" y="7194"/>
                    <a:pt x="4719" y="5135"/>
                    <a:pt x="6000" y="3487"/>
                  </a:cubicBezTo>
                  <a:lnTo>
                    <a:pt x="6000" y="3487"/>
                  </a:lnTo>
                  <a:cubicBezTo>
                    <a:pt x="5987" y="3988"/>
                    <a:pt x="6029" y="4490"/>
                    <a:pt x="6127" y="4981"/>
                  </a:cubicBezTo>
                  <a:cubicBezTo>
                    <a:pt x="5568" y="5961"/>
                    <a:pt x="5247" y="7033"/>
                    <a:pt x="5172" y="8168"/>
                  </a:cubicBezTo>
                  <a:cubicBezTo>
                    <a:pt x="5118" y="8986"/>
                    <a:pt x="5769" y="9682"/>
                    <a:pt x="6589" y="9682"/>
                  </a:cubicBezTo>
                  <a:lnTo>
                    <a:pt x="11929" y="9682"/>
                  </a:lnTo>
                  <a:cubicBezTo>
                    <a:pt x="12188" y="9682"/>
                    <a:pt x="12397" y="9472"/>
                    <a:pt x="12397" y="9214"/>
                  </a:cubicBezTo>
                  <a:cubicBezTo>
                    <a:pt x="12397" y="8956"/>
                    <a:pt x="12188" y="8745"/>
                    <a:pt x="11929" y="8745"/>
                  </a:cubicBezTo>
                  <a:lnTo>
                    <a:pt x="9958" y="8745"/>
                  </a:lnTo>
                  <a:cubicBezTo>
                    <a:pt x="8014" y="7690"/>
                    <a:pt x="6936" y="5667"/>
                    <a:pt x="6936" y="3670"/>
                  </a:cubicBezTo>
                  <a:cubicBezTo>
                    <a:pt x="6936" y="2636"/>
                    <a:pt x="7211" y="1610"/>
                    <a:pt x="7750" y="709"/>
                  </a:cubicBezTo>
                  <a:cubicBezTo>
                    <a:pt x="7883" y="487"/>
                    <a:pt x="7811" y="200"/>
                    <a:pt x="7589" y="68"/>
                  </a:cubicBezTo>
                  <a:cubicBezTo>
                    <a:pt x="7513" y="22"/>
                    <a:pt x="7430" y="1"/>
                    <a:pt x="73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5"/>
            <p:cNvSpPr/>
            <p:nvPr/>
          </p:nvSpPr>
          <p:spPr>
            <a:xfrm>
              <a:off x="8183349" y="4371991"/>
              <a:ext cx="60849" cy="12224"/>
            </a:xfrm>
            <a:custGeom>
              <a:rect b="b" l="l" r="r" t="t"/>
              <a:pathLst>
                <a:path extrusionOk="0" h="938" w="4669">
                  <a:moveTo>
                    <a:pt x="468" y="1"/>
                  </a:moveTo>
                  <a:cubicBezTo>
                    <a:pt x="210" y="1"/>
                    <a:pt x="1" y="210"/>
                    <a:pt x="1" y="469"/>
                  </a:cubicBezTo>
                  <a:cubicBezTo>
                    <a:pt x="1" y="727"/>
                    <a:pt x="210" y="938"/>
                    <a:pt x="468" y="938"/>
                  </a:cubicBezTo>
                  <a:lnTo>
                    <a:pt x="4199" y="938"/>
                  </a:lnTo>
                  <a:cubicBezTo>
                    <a:pt x="4458" y="938"/>
                    <a:pt x="4668" y="727"/>
                    <a:pt x="4668" y="469"/>
                  </a:cubicBezTo>
                  <a:cubicBezTo>
                    <a:pt x="4668" y="210"/>
                    <a:pt x="4458"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5"/>
            <p:cNvSpPr/>
            <p:nvPr/>
          </p:nvSpPr>
          <p:spPr>
            <a:xfrm>
              <a:off x="8248243" y="4371991"/>
              <a:ext cx="77087" cy="76748"/>
            </a:xfrm>
            <a:custGeom>
              <a:rect b="b" l="l" r="r" t="t"/>
              <a:pathLst>
                <a:path extrusionOk="0" h="5889" w="5915">
                  <a:moveTo>
                    <a:pt x="2963" y="1"/>
                  </a:moveTo>
                  <a:cubicBezTo>
                    <a:pt x="2017" y="1"/>
                    <a:pt x="1248" y="770"/>
                    <a:pt x="1248" y="1715"/>
                  </a:cubicBezTo>
                  <a:lnTo>
                    <a:pt x="1248" y="4172"/>
                  </a:lnTo>
                  <a:cubicBezTo>
                    <a:pt x="1248" y="4601"/>
                    <a:pt x="898" y="4951"/>
                    <a:pt x="469" y="4951"/>
                  </a:cubicBezTo>
                  <a:cubicBezTo>
                    <a:pt x="210" y="4951"/>
                    <a:pt x="1" y="5161"/>
                    <a:pt x="1" y="5419"/>
                  </a:cubicBezTo>
                  <a:cubicBezTo>
                    <a:pt x="1" y="5677"/>
                    <a:pt x="210" y="5888"/>
                    <a:pt x="469" y="5888"/>
                  </a:cubicBezTo>
                  <a:cubicBezTo>
                    <a:pt x="1414" y="5888"/>
                    <a:pt x="2183" y="5118"/>
                    <a:pt x="2183" y="4172"/>
                  </a:cubicBezTo>
                  <a:lnTo>
                    <a:pt x="2183" y="1715"/>
                  </a:lnTo>
                  <a:cubicBezTo>
                    <a:pt x="2183" y="1286"/>
                    <a:pt x="2534" y="938"/>
                    <a:pt x="2963" y="938"/>
                  </a:cubicBezTo>
                  <a:lnTo>
                    <a:pt x="5446" y="938"/>
                  </a:lnTo>
                  <a:cubicBezTo>
                    <a:pt x="5705" y="938"/>
                    <a:pt x="5914" y="727"/>
                    <a:pt x="5914" y="469"/>
                  </a:cubicBezTo>
                  <a:cubicBezTo>
                    <a:pt x="5914" y="210"/>
                    <a:pt x="5705"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5"/>
            <p:cNvSpPr/>
            <p:nvPr/>
          </p:nvSpPr>
          <p:spPr>
            <a:xfrm>
              <a:off x="8207565" y="4478071"/>
              <a:ext cx="93521" cy="22963"/>
            </a:xfrm>
            <a:custGeom>
              <a:rect b="b" l="l" r="r" t="t"/>
              <a:pathLst>
                <a:path extrusionOk="0" h="1762" w="7176">
                  <a:moveTo>
                    <a:pt x="536" y="1"/>
                  </a:moveTo>
                  <a:cubicBezTo>
                    <a:pt x="364" y="1"/>
                    <a:pt x="198" y="96"/>
                    <a:pt x="117" y="260"/>
                  </a:cubicBezTo>
                  <a:cubicBezTo>
                    <a:pt x="1" y="490"/>
                    <a:pt x="94" y="771"/>
                    <a:pt x="325" y="887"/>
                  </a:cubicBezTo>
                  <a:lnTo>
                    <a:pt x="717" y="1085"/>
                  </a:lnTo>
                  <a:cubicBezTo>
                    <a:pt x="1615" y="1536"/>
                    <a:pt x="2601" y="1761"/>
                    <a:pt x="3587" y="1761"/>
                  </a:cubicBezTo>
                  <a:cubicBezTo>
                    <a:pt x="4573" y="1761"/>
                    <a:pt x="5560" y="1536"/>
                    <a:pt x="6460" y="1085"/>
                  </a:cubicBezTo>
                  <a:lnTo>
                    <a:pt x="6851" y="887"/>
                  </a:lnTo>
                  <a:cubicBezTo>
                    <a:pt x="7082" y="771"/>
                    <a:pt x="7176" y="489"/>
                    <a:pt x="7059" y="260"/>
                  </a:cubicBezTo>
                  <a:cubicBezTo>
                    <a:pt x="6977" y="96"/>
                    <a:pt x="6812" y="1"/>
                    <a:pt x="6640" y="1"/>
                  </a:cubicBezTo>
                  <a:cubicBezTo>
                    <a:pt x="6570" y="1"/>
                    <a:pt x="6498" y="17"/>
                    <a:pt x="6431" y="51"/>
                  </a:cubicBezTo>
                  <a:lnTo>
                    <a:pt x="6041" y="249"/>
                  </a:lnTo>
                  <a:cubicBezTo>
                    <a:pt x="5273" y="633"/>
                    <a:pt x="4431" y="826"/>
                    <a:pt x="3588" y="826"/>
                  </a:cubicBezTo>
                  <a:cubicBezTo>
                    <a:pt x="2746" y="826"/>
                    <a:pt x="1904" y="633"/>
                    <a:pt x="1136" y="249"/>
                  </a:cubicBezTo>
                  <a:lnTo>
                    <a:pt x="746" y="51"/>
                  </a:lnTo>
                  <a:cubicBezTo>
                    <a:pt x="678" y="17"/>
                    <a:pt x="606" y="1"/>
                    <a:pt x="53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5"/>
            <p:cNvSpPr/>
            <p:nvPr/>
          </p:nvSpPr>
          <p:spPr>
            <a:xfrm>
              <a:off x="8204502" y="4288825"/>
              <a:ext cx="99633" cy="33559"/>
            </a:xfrm>
            <a:custGeom>
              <a:rect b="b" l="l" r="r" t="t"/>
              <a:pathLst>
                <a:path extrusionOk="0" h="2575" w="7645">
                  <a:moveTo>
                    <a:pt x="1569" y="1"/>
                  </a:moveTo>
                  <a:cubicBezTo>
                    <a:pt x="1450" y="1"/>
                    <a:pt x="1330" y="47"/>
                    <a:pt x="1239" y="138"/>
                  </a:cubicBezTo>
                  <a:lnTo>
                    <a:pt x="184" y="1193"/>
                  </a:lnTo>
                  <a:cubicBezTo>
                    <a:pt x="1" y="1375"/>
                    <a:pt x="1" y="1672"/>
                    <a:pt x="184" y="1855"/>
                  </a:cubicBezTo>
                  <a:cubicBezTo>
                    <a:pt x="275" y="1946"/>
                    <a:pt x="395" y="1992"/>
                    <a:pt x="515" y="1992"/>
                  </a:cubicBezTo>
                  <a:cubicBezTo>
                    <a:pt x="635" y="1992"/>
                    <a:pt x="755" y="1946"/>
                    <a:pt x="846" y="1855"/>
                  </a:cubicBezTo>
                  <a:lnTo>
                    <a:pt x="1088" y="1612"/>
                  </a:lnTo>
                  <a:cubicBezTo>
                    <a:pt x="1884" y="2253"/>
                    <a:pt x="2854" y="2574"/>
                    <a:pt x="3823" y="2574"/>
                  </a:cubicBezTo>
                  <a:cubicBezTo>
                    <a:pt x="4792" y="2574"/>
                    <a:pt x="5762" y="2253"/>
                    <a:pt x="6557" y="1612"/>
                  </a:cubicBezTo>
                  <a:lnTo>
                    <a:pt x="6799" y="1855"/>
                  </a:lnTo>
                  <a:cubicBezTo>
                    <a:pt x="6890" y="1946"/>
                    <a:pt x="7010" y="1992"/>
                    <a:pt x="7130" y="1992"/>
                  </a:cubicBezTo>
                  <a:cubicBezTo>
                    <a:pt x="7250" y="1992"/>
                    <a:pt x="7370" y="1946"/>
                    <a:pt x="7461" y="1855"/>
                  </a:cubicBezTo>
                  <a:cubicBezTo>
                    <a:pt x="7644" y="1671"/>
                    <a:pt x="7644" y="1375"/>
                    <a:pt x="7461" y="1193"/>
                  </a:cubicBezTo>
                  <a:lnTo>
                    <a:pt x="6406" y="138"/>
                  </a:lnTo>
                  <a:cubicBezTo>
                    <a:pt x="6314" y="47"/>
                    <a:pt x="6194" y="1"/>
                    <a:pt x="6075" y="1"/>
                  </a:cubicBezTo>
                  <a:cubicBezTo>
                    <a:pt x="5955" y="1"/>
                    <a:pt x="5836" y="47"/>
                    <a:pt x="5745" y="138"/>
                  </a:cubicBezTo>
                  <a:cubicBezTo>
                    <a:pt x="5561" y="321"/>
                    <a:pt x="5561" y="618"/>
                    <a:pt x="5745" y="800"/>
                  </a:cubicBezTo>
                  <a:lnTo>
                    <a:pt x="5888" y="943"/>
                  </a:lnTo>
                  <a:cubicBezTo>
                    <a:pt x="5279" y="1405"/>
                    <a:pt x="4550" y="1636"/>
                    <a:pt x="3821" y="1636"/>
                  </a:cubicBezTo>
                  <a:cubicBezTo>
                    <a:pt x="3091" y="1636"/>
                    <a:pt x="2362" y="1405"/>
                    <a:pt x="1754" y="943"/>
                  </a:cubicBezTo>
                  <a:lnTo>
                    <a:pt x="1898" y="800"/>
                  </a:lnTo>
                  <a:cubicBezTo>
                    <a:pt x="2080" y="616"/>
                    <a:pt x="2080" y="321"/>
                    <a:pt x="1898" y="138"/>
                  </a:cubicBezTo>
                  <a:cubicBezTo>
                    <a:pt x="1808" y="47"/>
                    <a:pt x="1689" y="1"/>
                    <a:pt x="156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5"/>
            <p:cNvSpPr/>
            <p:nvPr/>
          </p:nvSpPr>
          <p:spPr>
            <a:xfrm>
              <a:off x="8226164" y="4220790"/>
              <a:ext cx="12198" cy="45900"/>
            </a:xfrm>
            <a:custGeom>
              <a:rect b="b" l="l" r="r" t="t"/>
              <a:pathLst>
                <a:path extrusionOk="0" h="3522" w="936">
                  <a:moveTo>
                    <a:pt x="468" y="0"/>
                  </a:moveTo>
                  <a:cubicBezTo>
                    <a:pt x="210" y="0"/>
                    <a:pt x="0" y="210"/>
                    <a:pt x="0" y="468"/>
                  </a:cubicBezTo>
                  <a:lnTo>
                    <a:pt x="0" y="3054"/>
                  </a:lnTo>
                  <a:cubicBezTo>
                    <a:pt x="0" y="3312"/>
                    <a:pt x="210" y="3522"/>
                    <a:pt x="468" y="3522"/>
                  </a:cubicBezTo>
                  <a:cubicBezTo>
                    <a:pt x="726" y="3522"/>
                    <a:pt x="936" y="3312"/>
                    <a:pt x="936" y="3054"/>
                  </a:cubicBezTo>
                  <a:lnTo>
                    <a:pt x="936" y="468"/>
                  </a:lnTo>
                  <a:cubicBezTo>
                    <a:pt x="936" y="210"/>
                    <a:pt x="726" y="0"/>
                    <a:pt x="4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5"/>
            <p:cNvSpPr/>
            <p:nvPr/>
          </p:nvSpPr>
          <p:spPr>
            <a:xfrm>
              <a:off x="8270322" y="4220790"/>
              <a:ext cx="12224" cy="45900"/>
            </a:xfrm>
            <a:custGeom>
              <a:rect b="b" l="l" r="r" t="t"/>
              <a:pathLst>
                <a:path extrusionOk="0" h="3522" w="938">
                  <a:moveTo>
                    <a:pt x="468" y="0"/>
                  </a:moveTo>
                  <a:cubicBezTo>
                    <a:pt x="210" y="0"/>
                    <a:pt x="0" y="210"/>
                    <a:pt x="0" y="468"/>
                  </a:cubicBezTo>
                  <a:lnTo>
                    <a:pt x="0" y="3054"/>
                  </a:lnTo>
                  <a:cubicBezTo>
                    <a:pt x="0" y="3312"/>
                    <a:pt x="210" y="3522"/>
                    <a:pt x="468" y="3522"/>
                  </a:cubicBezTo>
                  <a:cubicBezTo>
                    <a:pt x="726" y="3522"/>
                    <a:pt x="937" y="3312"/>
                    <a:pt x="937" y="3054"/>
                  </a:cubicBezTo>
                  <a:lnTo>
                    <a:pt x="937" y="468"/>
                  </a:lnTo>
                  <a:cubicBezTo>
                    <a:pt x="937" y="210"/>
                    <a:pt x="726" y="0"/>
                    <a:pt x="4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7" name="Google Shape;2087;p45"/>
          <p:cNvGrpSpPr/>
          <p:nvPr/>
        </p:nvGrpSpPr>
        <p:grpSpPr>
          <a:xfrm>
            <a:off x="6611400" y="814488"/>
            <a:ext cx="1214675" cy="811125"/>
            <a:chOff x="6611400" y="814488"/>
            <a:chExt cx="1214675" cy="811125"/>
          </a:xfrm>
        </p:grpSpPr>
        <p:sp>
          <p:nvSpPr>
            <p:cNvPr id="2088" name="Google Shape;2088;p45"/>
            <p:cNvSpPr/>
            <p:nvPr/>
          </p:nvSpPr>
          <p:spPr>
            <a:xfrm>
              <a:off x="6611825" y="840313"/>
              <a:ext cx="52575" cy="106625"/>
            </a:xfrm>
            <a:custGeom>
              <a:rect b="b" l="l" r="r" t="t"/>
              <a:pathLst>
                <a:path extrusionOk="0" h="4265" w="2103">
                  <a:moveTo>
                    <a:pt x="947" y="365"/>
                  </a:moveTo>
                  <a:cubicBezTo>
                    <a:pt x="1224" y="365"/>
                    <a:pt x="1360" y="547"/>
                    <a:pt x="1354" y="912"/>
                  </a:cubicBezTo>
                  <a:cubicBezTo>
                    <a:pt x="1641" y="1387"/>
                    <a:pt x="1451" y="1654"/>
                    <a:pt x="783" y="1711"/>
                  </a:cubicBezTo>
                  <a:cubicBezTo>
                    <a:pt x="552" y="1712"/>
                    <a:pt x="526" y="2024"/>
                    <a:pt x="731" y="2097"/>
                  </a:cubicBezTo>
                  <a:cubicBezTo>
                    <a:pt x="1372" y="2326"/>
                    <a:pt x="1534" y="3160"/>
                    <a:pt x="1033" y="3609"/>
                  </a:cubicBezTo>
                  <a:cubicBezTo>
                    <a:pt x="883" y="3743"/>
                    <a:pt x="775" y="3798"/>
                    <a:pt x="695" y="3798"/>
                  </a:cubicBezTo>
                  <a:cubicBezTo>
                    <a:pt x="433" y="3798"/>
                    <a:pt x="498" y="3193"/>
                    <a:pt x="499" y="2863"/>
                  </a:cubicBezTo>
                  <a:cubicBezTo>
                    <a:pt x="505" y="2063"/>
                    <a:pt x="510" y="1263"/>
                    <a:pt x="515" y="462"/>
                  </a:cubicBezTo>
                  <a:lnTo>
                    <a:pt x="515" y="462"/>
                  </a:lnTo>
                  <a:cubicBezTo>
                    <a:pt x="528" y="459"/>
                    <a:pt x="541" y="455"/>
                    <a:pt x="553" y="450"/>
                  </a:cubicBezTo>
                  <a:cubicBezTo>
                    <a:pt x="707" y="393"/>
                    <a:pt x="838" y="365"/>
                    <a:pt x="947" y="365"/>
                  </a:cubicBezTo>
                  <a:close/>
                  <a:moveTo>
                    <a:pt x="878" y="0"/>
                  </a:moveTo>
                  <a:cubicBezTo>
                    <a:pt x="701" y="0"/>
                    <a:pt x="521" y="37"/>
                    <a:pt x="354" y="109"/>
                  </a:cubicBezTo>
                  <a:cubicBezTo>
                    <a:pt x="329" y="120"/>
                    <a:pt x="309" y="134"/>
                    <a:pt x="294" y="149"/>
                  </a:cubicBezTo>
                  <a:lnTo>
                    <a:pt x="294" y="149"/>
                  </a:lnTo>
                  <a:cubicBezTo>
                    <a:pt x="204" y="159"/>
                    <a:pt x="121" y="222"/>
                    <a:pt x="120" y="338"/>
                  </a:cubicBezTo>
                  <a:cubicBezTo>
                    <a:pt x="117" y="1031"/>
                    <a:pt x="111" y="1725"/>
                    <a:pt x="108" y="2418"/>
                  </a:cubicBezTo>
                  <a:cubicBezTo>
                    <a:pt x="104" y="2959"/>
                    <a:pt x="1" y="3588"/>
                    <a:pt x="148" y="4107"/>
                  </a:cubicBezTo>
                  <a:cubicBezTo>
                    <a:pt x="167" y="4167"/>
                    <a:pt x="220" y="4233"/>
                    <a:pt x="287" y="4245"/>
                  </a:cubicBezTo>
                  <a:cubicBezTo>
                    <a:pt x="366" y="4258"/>
                    <a:pt x="442" y="4264"/>
                    <a:pt x="515" y="4264"/>
                  </a:cubicBezTo>
                  <a:cubicBezTo>
                    <a:pt x="1659" y="4264"/>
                    <a:pt x="2067" y="2721"/>
                    <a:pt x="1291" y="1993"/>
                  </a:cubicBezTo>
                  <a:lnTo>
                    <a:pt x="1291" y="1993"/>
                  </a:lnTo>
                  <a:cubicBezTo>
                    <a:pt x="1768" y="1779"/>
                    <a:pt x="2103" y="1284"/>
                    <a:pt x="1922" y="723"/>
                  </a:cubicBezTo>
                  <a:cubicBezTo>
                    <a:pt x="1767" y="239"/>
                    <a:pt x="1331" y="0"/>
                    <a:pt x="8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5"/>
            <p:cNvSpPr/>
            <p:nvPr/>
          </p:nvSpPr>
          <p:spPr>
            <a:xfrm>
              <a:off x="6683950" y="814488"/>
              <a:ext cx="41750" cy="63600"/>
            </a:xfrm>
            <a:custGeom>
              <a:rect b="b" l="l" r="r" t="t"/>
              <a:pathLst>
                <a:path extrusionOk="0" h="2544" w="1670">
                  <a:moveTo>
                    <a:pt x="696" y="0"/>
                  </a:moveTo>
                  <a:cubicBezTo>
                    <a:pt x="468" y="0"/>
                    <a:pt x="241" y="130"/>
                    <a:pt x="102" y="330"/>
                  </a:cubicBezTo>
                  <a:cubicBezTo>
                    <a:pt x="1" y="478"/>
                    <a:pt x="138" y="619"/>
                    <a:pt x="279" y="619"/>
                  </a:cubicBezTo>
                  <a:cubicBezTo>
                    <a:pt x="339" y="619"/>
                    <a:pt x="400" y="593"/>
                    <a:pt x="444" y="531"/>
                  </a:cubicBezTo>
                  <a:cubicBezTo>
                    <a:pt x="544" y="433"/>
                    <a:pt x="624" y="383"/>
                    <a:pt x="684" y="383"/>
                  </a:cubicBezTo>
                  <a:cubicBezTo>
                    <a:pt x="753" y="383"/>
                    <a:pt x="795" y="449"/>
                    <a:pt x="809" y="582"/>
                  </a:cubicBezTo>
                  <a:cubicBezTo>
                    <a:pt x="905" y="685"/>
                    <a:pt x="909" y="777"/>
                    <a:pt x="816" y="860"/>
                  </a:cubicBezTo>
                  <a:cubicBezTo>
                    <a:pt x="776" y="954"/>
                    <a:pt x="712" y="997"/>
                    <a:pt x="696" y="1103"/>
                  </a:cubicBezTo>
                  <a:cubicBezTo>
                    <a:pt x="678" y="1225"/>
                    <a:pt x="712" y="1335"/>
                    <a:pt x="793" y="1423"/>
                  </a:cubicBezTo>
                  <a:cubicBezTo>
                    <a:pt x="927" y="1564"/>
                    <a:pt x="1199" y="1507"/>
                    <a:pt x="1259" y="1730"/>
                  </a:cubicBezTo>
                  <a:cubicBezTo>
                    <a:pt x="1372" y="2143"/>
                    <a:pt x="627" y="2150"/>
                    <a:pt x="398" y="2150"/>
                  </a:cubicBezTo>
                  <a:cubicBezTo>
                    <a:pt x="145" y="2150"/>
                    <a:pt x="145" y="2543"/>
                    <a:pt x="398" y="2543"/>
                  </a:cubicBezTo>
                  <a:cubicBezTo>
                    <a:pt x="862" y="2543"/>
                    <a:pt x="1456" y="2488"/>
                    <a:pt x="1619" y="1967"/>
                  </a:cubicBezTo>
                  <a:cubicBezTo>
                    <a:pt x="1670" y="1806"/>
                    <a:pt x="1668" y="1613"/>
                    <a:pt x="1591" y="1458"/>
                  </a:cubicBezTo>
                  <a:cubicBezTo>
                    <a:pt x="1492" y="1262"/>
                    <a:pt x="1337" y="1294"/>
                    <a:pt x="1197" y="1175"/>
                  </a:cubicBezTo>
                  <a:cubicBezTo>
                    <a:pt x="1187" y="1176"/>
                    <a:pt x="1177" y="1176"/>
                    <a:pt x="1169" y="1176"/>
                  </a:cubicBezTo>
                  <a:cubicBezTo>
                    <a:pt x="1078" y="1176"/>
                    <a:pt x="1075" y="1136"/>
                    <a:pt x="1154" y="1056"/>
                  </a:cubicBezTo>
                  <a:cubicBezTo>
                    <a:pt x="1191" y="1013"/>
                    <a:pt x="1219" y="967"/>
                    <a:pt x="1239" y="913"/>
                  </a:cubicBezTo>
                  <a:cubicBezTo>
                    <a:pt x="1270" y="833"/>
                    <a:pt x="1297" y="757"/>
                    <a:pt x="1300" y="670"/>
                  </a:cubicBezTo>
                  <a:cubicBezTo>
                    <a:pt x="1310" y="489"/>
                    <a:pt x="1233" y="292"/>
                    <a:pt x="1103" y="167"/>
                  </a:cubicBezTo>
                  <a:cubicBezTo>
                    <a:pt x="981" y="51"/>
                    <a:pt x="838" y="0"/>
                    <a:pt x="6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5"/>
            <p:cNvSpPr/>
            <p:nvPr/>
          </p:nvSpPr>
          <p:spPr>
            <a:xfrm>
              <a:off x="6783500" y="877613"/>
              <a:ext cx="40875" cy="12800"/>
            </a:xfrm>
            <a:custGeom>
              <a:rect b="b" l="l" r="r" t="t"/>
              <a:pathLst>
                <a:path extrusionOk="0" h="512" w="1635">
                  <a:moveTo>
                    <a:pt x="887" y="0"/>
                  </a:moveTo>
                  <a:cubicBezTo>
                    <a:pt x="659" y="0"/>
                    <a:pt x="433" y="40"/>
                    <a:pt x="213" y="120"/>
                  </a:cubicBezTo>
                  <a:cubicBezTo>
                    <a:pt x="0" y="197"/>
                    <a:pt x="61" y="512"/>
                    <a:pt x="249" y="512"/>
                  </a:cubicBezTo>
                  <a:cubicBezTo>
                    <a:pt x="269" y="512"/>
                    <a:pt x="292" y="508"/>
                    <a:pt x="316" y="499"/>
                  </a:cubicBezTo>
                  <a:cubicBezTo>
                    <a:pt x="508" y="430"/>
                    <a:pt x="699" y="395"/>
                    <a:pt x="892" y="395"/>
                  </a:cubicBezTo>
                  <a:cubicBezTo>
                    <a:pt x="1028" y="395"/>
                    <a:pt x="1164" y="412"/>
                    <a:pt x="1302" y="448"/>
                  </a:cubicBezTo>
                  <a:cubicBezTo>
                    <a:pt x="1321" y="453"/>
                    <a:pt x="1339" y="455"/>
                    <a:pt x="1356" y="455"/>
                  </a:cubicBezTo>
                  <a:cubicBezTo>
                    <a:pt x="1561" y="455"/>
                    <a:pt x="1634" y="127"/>
                    <a:pt x="1408" y="69"/>
                  </a:cubicBezTo>
                  <a:cubicBezTo>
                    <a:pt x="1235" y="23"/>
                    <a:pt x="1061" y="0"/>
                    <a:pt x="8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5"/>
            <p:cNvSpPr/>
            <p:nvPr/>
          </p:nvSpPr>
          <p:spPr>
            <a:xfrm>
              <a:off x="6789000" y="904088"/>
              <a:ext cx="33050" cy="12700"/>
            </a:xfrm>
            <a:custGeom>
              <a:rect b="b" l="l" r="r" t="t"/>
              <a:pathLst>
                <a:path extrusionOk="0" h="508" w="1322">
                  <a:moveTo>
                    <a:pt x="434" y="1"/>
                  </a:moveTo>
                  <a:cubicBezTo>
                    <a:pt x="374" y="1"/>
                    <a:pt x="313" y="4"/>
                    <a:pt x="252" y="12"/>
                  </a:cubicBezTo>
                  <a:cubicBezTo>
                    <a:pt x="12" y="41"/>
                    <a:pt x="0" y="408"/>
                    <a:pt x="226" y="408"/>
                  </a:cubicBezTo>
                  <a:cubicBezTo>
                    <a:pt x="235" y="408"/>
                    <a:pt x="243" y="408"/>
                    <a:pt x="252" y="407"/>
                  </a:cubicBezTo>
                  <a:cubicBezTo>
                    <a:pt x="314" y="399"/>
                    <a:pt x="375" y="395"/>
                    <a:pt x="436" y="395"/>
                  </a:cubicBezTo>
                  <a:cubicBezTo>
                    <a:pt x="602" y="395"/>
                    <a:pt x="763" y="424"/>
                    <a:pt x="919" y="490"/>
                  </a:cubicBezTo>
                  <a:cubicBezTo>
                    <a:pt x="947" y="502"/>
                    <a:pt x="975" y="507"/>
                    <a:pt x="1002" y="507"/>
                  </a:cubicBezTo>
                  <a:cubicBezTo>
                    <a:pt x="1192" y="507"/>
                    <a:pt x="1321" y="236"/>
                    <a:pt x="1118" y="149"/>
                  </a:cubicBezTo>
                  <a:cubicBezTo>
                    <a:pt x="895" y="55"/>
                    <a:pt x="670" y="1"/>
                    <a:pt x="4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5"/>
            <p:cNvSpPr/>
            <p:nvPr/>
          </p:nvSpPr>
          <p:spPr>
            <a:xfrm>
              <a:off x="6611725" y="1009988"/>
              <a:ext cx="52575" cy="106600"/>
            </a:xfrm>
            <a:custGeom>
              <a:rect b="b" l="l" r="r" t="t"/>
              <a:pathLst>
                <a:path extrusionOk="0" h="4264" w="2103">
                  <a:moveTo>
                    <a:pt x="947" y="365"/>
                  </a:moveTo>
                  <a:cubicBezTo>
                    <a:pt x="1224" y="365"/>
                    <a:pt x="1360" y="547"/>
                    <a:pt x="1353" y="912"/>
                  </a:cubicBezTo>
                  <a:cubicBezTo>
                    <a:pt x="1641" y="1387"/>
                    <a:pt x="1452" y="1653"/>
                    <a:pt x="782" y="1711"/>
                  </a:cubicBezTo>
                  <a:cubicBezTo>
                    <a:pt x="552" y="1712"/>
                    <a:pt x="527" y="2024"/>
                    <a:pt x="731" y="2097"/>
                  </a:cubicBezTo>
                  <a:cubicBezTo>
                    <a:pt x="1373" y="2326"/>
                    <a:pt x="1534" y="3159"/>
                    <a:pt x="1033" y="3609"/>
                  </a:cubicBezTo>
                  <a:cubicBezTo>
                    <a:pt x="883" y="3743"/>
                    <a:pt x="774" y="3798"/>
                    <a:pt x="695" y="3798"/>
                  </a:cubicBezTo>
                  <a:cubicBezTo>
                    <a:pt x="433" y="3798"/>
                    <a:pt x="499" y="3193"/>
                    <a:pt x="500" y="2863"/>
                  </a:cubicBezTo>
                  <a:cubicBezTo>
                    <a:pt x="506" y="2063"/>
                    <a:pt x="510" y="1263"/>
                    <a:pt x="515" y="462"/>
                  </a:cubicBezTo>
                  <a:lnTo>
                    <a:pt x="515" y="462"/>
                  </a:lnTo>
                  <a:cubicBezTo>
                    <a:pt x="528" y="459"/>
                    <a:pt x="540" y="455"/>
                    <a:pt x="553" y="450"/>
                  </a:cubicBezTo>
                  <a:cubicBezTo>
                    <a:pt x="706" y="393"/>
                    <a:pt x="837" y="365"/>
                    <a:pt x="947" y="365"/>
                  </a:cubicBezTo>
                  <a:close/>
                  <a:moveTo>
                    <a:pt x="879" y="0"/>
                  </a:moveTo>
                  <a:cubicBezTo>
                    <a:pt x="702" y="0"/>
                    <a:pt x="522" y="37"/>
                    <a:pt x="356" y="109"/>
                  </a:cubicBezTo>
                  <a:cubicBezTo>
                    <a:pt x="330" y="120"/>
                    <a:pt x="310" y="133"/>
                    <a:pt x="294" y="149"/>
                  </a:cubicBezTo>
                  <a:lnTo>
                    <a:pt x="294" y="149"/>
                  </a:lnTo>
                  <a:cubicBezTo>
                    <a:pt x="205" y="159"/>
                    <a:pt x="121" y="222"/>
                    <a:pt x="121" y="338"/>
                  </a:cubicBezTo>
                  <a:cubicBezTo>
                    <a:pt x="117" y="1031"/>
                    <a:pt x="112" y="1725"/>
                    <a:pt x="108" y="2418"/>
                  </a:cubicBezTo>
                  <a:cubicBezTo>
                    <a:pt x="104" y="2960"/>
                    <a:pt x="1" y="3587"/>
                    <a:pt x="149" y="4107"/>
                  </a:cubicBezTo>
                  <a:cubicBezTo>
                    <a:pt x="167" y="4167"/>
                    <a:pt x="221" y="4233"/>
                    <a:pt x="287" y="4245"/>
                  </a:cubicBezTo>
                  <a:cubicBezTo>
                    <a:pt x="366" y="4258"/>
                    <a:pt x="442" y="4264"/>
                    <a:pt x="515" y="4264"/>
                  </a:cubicBezTo>
                  <a:cubicBezTo>
                    <a:pt x="1659" y="4264"/>
                    <a:pt x="2067" y="2721"/>
                    <a:pt x="1292" y="1993"/>
                  </a:cubicBezTo>
                  <a:lnTo>
                    <a:pt x="1292" y="1993"/>
                  </a:lnTo>
                  <a:cubicBezTo>
                    <a:pt x="1769" y="1779"/>
                    <a:pt x="2102" y="1284"/>
                    <a:pt x="1923" y="723"/>
                  </a:cubicBezTo>
                  <a:cubicBezTo>
                    <a:pt x="1767" y="239"/>
                    <a:pt x="1332" y="0"/>
                    <a:pt x="87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5"/>
            <p:cNvSpPr/>
            <p:nvPr/>
          </p:nvSpPr>
          <p:spPr>
            <a:xfrm>
              <a:off x="6683850" y="984163"/>
              <a:ext cx="41750" cy="63600"/>
            </a:xfrm>
            <a:custGeom>
              <a:rect b="b" l="l" r="r" t="t"/>
              <a:pathLst>
                <a:path extrusionOk="0" h="2544" w="1670">
                  <a:moveTo>
                    <a:pt x="697" y="0"/>
                  </a:moveTo>
                  <a:cubicBezTo>
                    <a:pt x="469" y="0"/>
                    <a:pt x="242" y="131"/>
                    <a:pt x="102" y="330"/>
                  </a:cubicBezTo>
                  <a:cubicBezTo>
                    <a:pt x="0" y="477"/>
                    <a:pt x="138" y="618"/>
                    <a:pt x="280" y="618"/>
                  </a:cubicBezTo>
                  <a:cubicBezTo>
                    <a:pt x="340" y="618"/>
                    <a:pt x="401" y="592"/>
                    <a:pt x="444" y="531"/>
                  </a:cubicBezTo>
                  <a:cubicBezTo>
                    <a:pt x="544" y="432"/>
                    <a:pt x="624" y="383"/>
                    <a:pt x="684" y="383"/>
                  </a:cubicBezTo>
                  <a:cubicBezTo>
                    <a:pt x="753" y="383"/>
                    <a:pt x="794" y="449"/>
                    <a:pt x="809" y="582"/>
                  </a:cubicBezTo>
                  <a:cubicBezTo>
                    <a:pt x="906" y="687"/>
                    <a:pt x="909" y="777"/>
                    <a:pt x="816" y="860"/>
                  </a:cubicBezTo>
                  <a:cubicBezTo>
                    <a:pt x="777" y="954"/>
                    <a:pt x="713" y="997"/>
                    <a:pt x="696" y="1103"/>
                  </a:cubicBezTo>
                  <a:cubicBezTo>
                    <a:pt x="679" y="1225"/>
                    <a:pt x="713" y="1335"/>
                    <a:pt x="795" y="1424"/>
                  </a:cubicBezTo>
                  <a:cubicBezTo>
                    <a:pt x="928" y="1564"/>
                    <a:pt x="1200" y="1507"/>
                    <a:pt x="1260" y="1732"/>
                  </a:cubicBezTo>
                  <a:cubicBezTo>
                    <a:pt x="1373" y="2142"/>
                    <a:pt x="629" y="2150"/>
                    <a:pt x="400" y="2150"/>
                  </a:cubicBezTo>
                  <a:cubicBezTo>
                    <a:pt x="145" y="2150"/>
                    <a:pt x="145" y="2543"/>
                    <a:pt x="400" y="2543"/>
                  </a:cubicBezTo>
                  <a:cubicBezTo>
                    <a:pt x="862" y="2543"/>
                    <a:pt x="1457" y="2487"/>
                    <a:pt x="1619" y="1968"/>
                  </a:cubicBezTo>
                  <a:cubicBezTo>
                    <a:pt x="1669" y="1806"/>
                    <a:pt x="1668" y="1613"/>
                    <a:pt x="1591" y="1458"/>
                  </a:cubicBezTo>
                  <a:cubicBezTo>
                    <a:pt x="1493" y="1262"/>
                    <a:pt x="1339" y="1294"/>
                    <a:pt x="1197" y="1175"/>
                  </a:cubicBezTo>
                  <a:cubicBezTo>
                    <a:pt x="1187" y="1176"/>
                    <a:pt x="1177" y="1176"/>
                    <a:pt x="1169" y="1176"/>
                  </a:cubicBezTo>
                  <a:cubicBezTo>
                    <a:pt x="1079" y="1176"/>
                    <a:pt x="1074" y="1136"/>
                    <a:pt x="1154" y="1056"/>
                  </a:cubicBezTo>
                  <a:cubicBezTo>
                    <a:pt x="1193" y="1013"/>
                    <a:pt x="1218" y="967"/>
                    <a:pt x="1238" y="913"/>
                  </a:cubicBezTo>
                  <a:cubicBezTo>
                    <a:pt x="1271" y="833"/>
                    <a:pt x="1297" y="757"/>
                    <a:pt x="1301" y="669"/>
                  </a:cubicBezTo>
                  <a:cubicBezTo>
                    <a:pt x="1310" y="489"/>
                    <a:pt x="1233" y="293"/>
                    <a:pt x="1102" y="167"/>
                  </a:cubicBezTo>
                  <a:cubicBezTo>
                    <a:pt x="981" y="51"/>
                    <a:pt x="839" y="0"/>
                    <a:pt x="6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5"/>
            <p:cNvSpPr/>
            <p:nvPr/>
          </p:nvSpPr>
          <p:spPr>
            <a:xfrm>
              <a:off x="6783375" y="1047313"/>
              <a:ext cx="40875" cy="12775"/>
            </a:xfrm>
            <a:custGeom>
              <a:rect b="b" l="l" r="r" t="t"/>
              <a:pathLst>
                <a:path extrusionOk="0" h="511" w="1635">
                  <a:moveTo>
                    <a:pt x="887" y="1"/>
                  </a:moveTo>
                  <a:cubicBezTo>
                    <a:pt x="660" y="1"/>
                    <a:pt x="433" y="39"/>
                    <a:pt x="214" y="119"/>
                  </a:cubicBezTo>
                  <a:cubicBezTo>
                    <a:pt x="1" y="195"/>
                    <a:pt x="62" y="511"/>
                    <a:pt x="250" y="511"/>
                  </a:cubicBezTo>
                  <a:cubicBezTo>
                    <a:pt x="271" y="511"/>
                    <a:pt x="294" y="507"/>
                    <a:pt x="318" y="498"/>
                  </a:cubicBezTo>
                  <a:cubicBezTo>
                    <a:pt x="509" y="429"/>
                    <a:pt x="700" y="394"/>
                    <a:pt x="894" y="394"/>
                  </a:cubicBezTo>
                  <a:cubicBezTo>
                    <a:pt x="1029" y="394"/>
                    <a:pt x="1165" y="411"/>
                    <a:pt x="1303" y="447"/>
                  </a:cubicBezTo>
                  <a:cubicBezTo>
                    <a:pt x="1322" y="452"/>
                    <a:pt x="1340" y="454"/>
                    <a:pt x="1357" y="454"/>
                  </a:cubicBezTo>
                  <a:cubicBezTo>
                    <a:pt x="1563" y="454"/>
                    <a:pt x="1635" y="126"/>
                    <a:pt x="1409" y="67"/>
                  </a:cubicBezTo>
                  <a:cubicBezTo>
                    <a:pt x="1236" y="23"/>
                    <a:pt x="1061" y="1"/>
                    <a:pt x="88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5"/>
            <p:cNvSpPr/>
            <p:nvPr/>
          </p:nvSpPr>
          <p:spPr>
            <a:xfrm>
              <a:off x="6788900" y="1073738"/>
              <a:ext cx="33075" cy="12675"/>
            </a:xfrm>
            <a:custGeom>
              <a:rect b="b" l="l" r="r" t="t"/>
              <a:pathLst>
                <a:path extrusionOk="0" h="507" w="1323">
                  <a:moveTo>
                    <a:pt x="434" y="0"/>
                  </a:moveTo>
                  <a:cubicBezTo>
                    <a:pt x="374" y="0"/>
                    <a:pt x="313" y="4"/>
                    <a:pt x="252" y="11"/>
                  </a:cubicBezTo>
                  <a:cubicBezTo>
                    <a:pt x="13" y="41"/>
                    <a:pt x="0" y="408"/>
                    <a:pt x="225" y="408"/>
                  </a:cubicBezTo>
                  <a:cubicBezTo>
                    <a:pt x="233" y="408"/>
                    <a:pt x="242" y="407"/>
                    <a:pt x="252" y="406"/>
                  </a:cubicBezTo>
                  <a:cubicBezTo>
                    <a:pt x="314" y="399"/>
                    <a:pt x="375" y="395"/>
                    <a:pt x="436" y="395"/>
                  </a:cubicBezTo>
                  <a:cubicBezTo>
                    <a:pt x="602" y="395"/>
                    <a:pt x="764" y="423"/>
                    <a:pt x="919" y="489"/>
                  </a:cubicBezTo>
                  <a:cubicBezTo>
                    <a:pt x="947" y="501"/>
                    <a:pt x="975" y="507"/>
                    <a:pt x="1002" y="507"/>
                  </a:cubicBezTo>
                  <a:cubicBezTo>
                    <a:pt x="1193" y="507"/>
                    <a:pt x="1322" y="235"/>
                    <a:pt x="1118" y="148"/>
                  </a:cubicBezTo>
                  <a:cubicBezTo>
                    <a:pt x="895" y="55"/>
                    <a:pt x="670" y="0"/>
                    <a:pt x="4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5"/>
            <p:cNvSpPr/>
            <p:nvPr/>
          </p:nvSpPr>
          <p:spPr>
            <a:xfrm>
              <a:off x="6611650" y="1179613"/>
              <a:ext cx="52575" cy="106625"/>
            </a:xfrm>
            <a:custGeom>
              <a:rect b="b" l="l" r="r" t="t"/>
              <a:pathLst>
                <a:path extrusionOk="0" h="4265" w="2103">
                  <a:moveTo>
                    <a:pt x="945" y="366"/>
                  </a:moveTo>
                  <a:cubicBezTo>
                    <a:pt x="1224" y="366"/>
                    <a:pt x="1360" y="549"/>
                    <a:pt x="1354" y="914"/>
                  </a:cubicBezTo>
                  <a:cubicBezTo>
                    <a:pt x="1641" y="1388"/>
                    <a:pt x="1451" y="1654"/>
                    <a:pt x="782" y="1711"/>
                  </a:cubicBezTo>
                  <a:cubicBezTo>
                    <a:pt x="552" y="1713"/>
                    <a:pt x="526" y="2025"/>
                    <a:pt x="731" y="2098"/>
                  </a:cubicBezTo>
                  <a:cubicBezTo>
                    <a:pt x="1372" y="2327"/>
                    <a:pt x="1534" y="3161"/>
                    <a:pt x="1033" y="3609"/>
                  </a:cubicBezTo>
                  <a:cubicBezTo>
                    <a:pt x="883" y="3743"/>
                    <a:pt x="774" y="3798"/>
                    <a:pt x="695" y="3798"/>
                  </a:cubicBezTo>
                  <a:cubicBezTo>
                    <a:pt x="432" y="3798"/>
                    <a:pt x="498" y="3194"/>
                    <a:pt x="499" y="2864"/>
                  </a:cubicBezTo>
                  <a:cubicBezTo>
                    <a:pt x="504" y="2065"/>
                    <a:pt x="510" y="1263"/>
                    <a:pt x="515" y="463"/>
                  </a:cubicBezTo>
                  <a:lnTo>
                    <a:pt x="515" y="463"/>
                  </a:lnTo>
                  <a:cubicBezTo>
                    <a:pt x="528" y="460"/>
                    <a:pt x="540" y="456"/>
                    <a:pt x="553" y="450"/>
                  </a:cubicBezTo>
                  <a:cubicBezTo>
                    <a:pt x="706" y="394"/>
                    <a:pt x="836" y="366"/>
                    <a:pt x="945" y="366"/>
                  </a:cubicBezTo>
                  <a:close/>
                  <a:moveTo>
                    <a:pt x="878" y="1"/>
                  </a:moveTo>
                  <a:cubicBezTo>
                    <a:pt x="701" y="1"/>
                    <a:pt x="521" y="37"/>
                    <a:pt x="354" y="109"/>
                  </a:cubicBezTo>
                  <a:cubicBezTo>
                    <a:pt x="329" y="120"/>
                    <a:pt x="308" y="134"/>
                    <a:pt x="293" y="150"/>
                  </a:cubicBezTo>
                  <a:lnTo>
                    <a:pt x="293" y="150"/>
                  </a:lnTo>
                  <a:cubicBezTo>
                    <a:pt x="203" y="160"/>
                    <a:pt x="121" y="223"/>
                    <a:pt x="120" y="338"/>
                  </a:cubicBezTo>
                  <a:cubicBezTo>
                    <a:pt x="117" y="1031"/>
                    <a:pt x="111" y="1725"/>
                    <a:pt x="108" y="2418"/>
                  </a:cubicBezTo>
                  <a:cubicBezTo>
                    <a:pt x="104" y="2961"/>
                    <a:pt x="1" y="3588"/>
                    <a:pt x="148" y="4108"/>
                  </a:cubicBezTo>
                  <a:cubicBezTo>
                    <a:pt x="167" y="4168"/>
                    <a:pt x="220" y="4235"/>
                    <a:pt x="287" y="4245"/>
                  </a:cubicBezTo>
                  <a:cubicBezTo>
                    <a:pt x="366" y="4258"/>
                    <a:pt x="442" y="4264"/>
                    <a:pt x="515" y="4264"/>
                  </a:cubicBezTo>
                  <a:cubicBezTo>
                    <a:pt x="1659" y="4264"/>
                    <a:pt x="2067" y="2723"/>
                    <a:pt x="1291" y="1994"/>
                  </a:cubicBezTo>
                  <a:lnTo>
                    <a:pt x="1291" y="1994"/>
                  </a:lnTo>
                  <a:cubicBezTo>
                    <a:pt x="1768" y="1780"/>
                    <a:pt x="2102" y="1285"/>
                    <a:pt x="1922" y="723"/>
                  </a:cubicBezTo>
                  <a:cubicBezTo>
                    <a:pt x="1766" y="239"/>
                    <a:pt x="1332" y="1"/>
                    <a:pt x="8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5"/>
            <p:cNvSpPr/>
            <p:nvPr/>
          </p:nvSpPr>
          <p:spPr>
            <a:xfrm>
              <a:off x="6683775" y="1153838"/>
              <a:ext cx="41750" cy="63600"/>
            </a:xfrm>
            <a:custGeom>
              <a:rect b="b" l="l" r="r" t="t"/>
              <a:pathLst>
                <a:path extrusionOk="0" h="2544" w="1670">
                  <a:moveTo>
                    <a:pt x="696" y="0"/>
                  </a:moveTo>
                  <a:cubicBezTo>
                    <a:pt x="468" y="0"/>
                    <a:pt x="241" y="131"/>
                    <a:pt x="102" y="330"/>
                  </a:cubicBezTo>
                  <a:cubicBezTo>
                    <a:pt x="1" y="477"/>
                    <a:pt x="138" y="618"/>
                    <a:pt x="279" y="618"/>
                  </a:cubicBezTo>
                  <a:cubicBezTo>
                    <a:pt x="339" y="618"/>
                    <a:pt x="400" y="592"/>
                    <a:pt x="444" y="530"/>
                  </a:cubicBezTo>
                  <a:cubicBezTo>
                    <a:pt x="544" y="433"/>
                    <a:pt x="624" y="384"/>
                    <a:pt x="684" y="384"/>
                  </a:cubicBezTo>
                  <a:cubicBezTo>
                    <a:pt x="753" y="384"/>
                    <a:pt x="794" y="450"/>
                    <a:pt x="809" y="582"/>
                  </a:cubicBezTo>
                  <a:cubicBezTo>
                    <a:pt x="905" y="686"/>
                    <a:pt x="909" y="778"/>
                    <a:pt x="816" y="860"/>
                  </a:cubicBezTo>
                  <a:cubicBezTo>
                    <a:pt x="776" y="954"/>
                    <a:pt x="712" y="997"/>
                    <a:pt x="696" y="1103"/>
                  </a:cubicBezTo>
                  <a:cubicBezTo>
                    <a:pt x="677" y="1225"/>
                    <a:pt x="712" y="1336"/>
                    <a:pt x="793" y="1424"/>
                  </a:cubicBezTo>
                  <a:cubicBezTo>
                    <a:pt x="926" y="1565"/>
                    <a:pt x="1198" y="1508"/>
                    <a:pt x="1259" y="1732"/>
                  </a:cubicBezTo>
                  <a:cubicBezTo>
                    <a:pt x="1372" y="2142"/>
                    <a:pt x="627" y="2150"/>
                    <a:pt x="398" y="2150"/>
                  </a:cubicBezTo>
                  <a:cubicBezTo>
                    <a:pt x="145" y="2150"/>
                    <a:pt x="145" y="2543"/>
                    <a:pt x="398" y="2543"/>
                  </a:cubicBezTo>
                  <a:cubicBezTo>
                    <a:pt x="862" y="2543"/>
                    <a:pt x="1456" y="2489"/>
                    <a:pt x="1619" y="1968"/>
                  </a:cubicBezTo>
                  <a:cubicBezTo>
                    <a:pt x="1669" y="1806"/>
                    <a:pt x="1668" y="1613"/>
                    <a:pt x="1591" y="1460"/>
                  </a:cubicBezTo>
                  <a:cubicBezTo>
                    <a:pt x="1492" y="1262"/>
                    <a:pt x="1337" y="1295"/>
                    <a:pt x="1197" y="1175"/>
                  </a:cubicBezTo>
                  <a:cubicBezTo>
                    <a:pt x="1186" y="1175"/>
                    <a:pt x="1177" y="1176"/>
                    <a:pt x="1168" y="1176"/>
                  </a:cubicBezTo>
                  <a:cubicBezTo>
                    <a:pt x="1078" y="1176"/>
                    <a:pt x="1075" y="1137"/>
                    <a:pt x="1154" y="1057"/>
                  </a:cubicBezTo>
                  <a:cubicBezTo>
                    <a:pt x="1191" y="1014"/>
                    <a:pt x="1219" y="967"/>
                    <a:pt x="1239" y="914"/>
                  </a:cubicBezTo>
                  <a:cubicBezTo>
                    <a:pt x="1270" y="833"/>
                    <a:pt x="1297" y="758"/>
                    <a:pt x="1300" y="671"/>
                  </a:cubicBezTo>
                  <a:cubicBezTo>
                    <a:pt x="1310" y="489"/>
                    <a:pt x="1233" y="293"/>
                    <a:pt x="1103" y="167"/>
                  </a:cubicBezTo>
                  <a:cubicBezTo>
                    <a:pt x="981" y="51"/>
                    <a:pt x="838" y="0"/>
                    <a:pt x="6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5"/>
            <p:cNvSpPr/>
            <p:nvPr/>
          </p:nvSpPr>
          <p:spPr>
            <a:xfrm>
              <a:off x="6783325" y="1216938"/>
              <a:ext cx="40900" cy="12825"/>
            </a:xfrm>
            <a:custGeom>
              <a:rect b="b" l="l" r="r" t="t"/>
              <a:pathLst>
                <a:path extrusionOk="0" h="513" w="1636">
                  <a:moveTo>
                    <a:pt x="890" y="0"/>
                  </a:moveTo>
                  <a:cubicBezTo>
                    <a:pt x="662" y="0"/>
                    <a:pt x="435" y="40"/>
                    <a:pt x="214" y="119"/>
                  </a:cubicBezTo>
                  <a:cubicBezTo>
                    <a:pt x="1" y="196"/>
                    <a:pt x="61" y="512"/>
                    <a:pt x="248" y="512"/>
                  </a:cubicBezTo>
                  <a:cubicBezTo>
                    <a:pt x="269" y="512"/>
                    <a:pt x="293" y="508"/>
                    <a:pt x="317" y="499"/>
                  </a:cubicBezTo>
                  <a:cubicBezTo>
                    <a:pt x="509" y="430"/>
                    <a:pt x="700" y="394"/>
                    <a:pt x="893" y="394"/>
                  </a:cubicBezTo>
                  <a:cubicBezTo>
                    <a:pt x="1029" y="394"/>
                    <a:pt x="1165" y="412"/>
                    <a:pt x="1303" y="447"/>
                  </a:cubicBezTo>
                  <a:cubicBezTo>
                    <a:pt x="1322" y="452"/>
                    <a:pt x="1340" y="454"/>
                    <a:pt x="1357" y="454"/>
                  </a:cubicBezTo>
                  <a:cubicBezTo>
                    <a:pt x="1562" y="454"/>
                    <a:pt x="1636" y="126"/>
                    <a:pt x="1409" y="68"/>
                  </a:cubicBezTo>
                  <a:cubicBezTo>
                    <a:pt x="1237" y="23"/>
                    <a:pt x="1063" y="0"/>
                    <a:pt x="8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5"/>
            <p:cNvSpPr/>
            <p:nvPr/>
          </p:nvSpPr>
          <p:spPr>
            <a:xfrm>
              <a:off x="6788825" y="1243413"/>
              <a:ext cx="33050" cy="12675"/>
            </a:xfrm>
            <a:custGeom>
              <a:rect b="b" l="l" r="r" t="t"/>
              <a:pathLst>
                <a:path extrusionOk="0" h="507" w="1322">
                  <a:moveTo>
                    <a:pt x="433" y="0"/>
                  </a:moveTo>
                  <a:cubicBezTo>
                    <a:pt x="374" y="0"/>
                    <a:pt x="313" y="4"/>
                    <a:pt x="252" y="11"/>
                  </a:cubicBezTo>
                  <a:cubicBezTo>
                    <a:pt x="12" y="40"/>
                    <a:pt x="0" y="408"/>
                    <a:pt x="224" y="408"/>
                  </a:cubicBezTo>
                  <a:cubicBezTo>
                    <a:pt x="233" y="408"/>
                    <a:pt x="242" y="407"/>
                    <a:pt x="252" y="406"/>
                  </a:cubicBezTo>
                  <a:cubicBezTo>
                    <a:pt x="314" y="399"/>
                    <a:pt x="375" y="395"/>
                    <a:pt x="436" y="395"/>
                  </a:cubicBezTo>
                  <a:cubicBezTo>
                    <a:pt x="601" y="395"/>
                    <a:pt x="763" y="423"/>
                    <a:pt x="919" y="489"/>
                  </a:cubicBezTo>
                  <a:cubicBezTo>
                    <a:pt x="947" y="501"/>
                    <a:pt x="975" y="506"/>
                    <a:pt x="1002" y="506"/>
                  </a:cubicBezTo>
                  <a:cubicBezTo>
                    <a:pt x="1192" y="506"/>
                    <a:pt x="1321" y="235"/>
                    <a:pt x="1118" y="148"/>
                  </a:cubicBezTo>
                  <a:cubicBezTo>
                    <a:pt x="895" y="55"/>
                    <a:pt x="670" y="0"/>
                    <a:pt x="4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5"/>
            <p:cNvSpPr/>
            <p:nvPr/>
          </p:nvSpPr>
          <p:spPr>
            <a:xfrm>
              <a:off x="6611550" y="1349313"/>
              <a:ext cx="52575" cy="106600"/>
            </a:xfrm>
            <a:custGeom>
              <a:rect b="b" l="l" r="r" t="t"/>
              <a:pathLst>
                <a:path extrusionOk="0" h="4264" w="2103">
                  <a:moveTo>
                    <a:pt x="945" y="365"/>
                  </a:moveTo>
                  <a:cubicBezTo>
                    <a:pt x="1224" y="365"/>
                    <a:pt x="1359" y="548"/>
                    <a:pt x="1353" y="913"/>
                  </a:cubicBezTo>
                  <a:cubicBezTo>
                    <a:pt x="1641" y="1387"/>
                    <a:pt x="1452" y="1653"/>
                    <a:pt x="782" y="1710"/>
                  </a:cubicBezTo>
                  <a:cubicBezTo>
                    <a:pt x="552" y="1712"/>
                    <a:pt x="527" y="2024"/>
                    <a:pt x="731" y="2097"/>
                  </a:cubicBezTo>
                  <a:cubicBezTo>
                    <a:pt x="1373" y="2326"/>
                    <a:pt x="1534" y="3160"/>
                    <a:pt x="1033" y="3608"/>
                  </a:cubicBezTo>
                  <a:cubicBezTo>
                    <a:pt x="883" y="3742"/>
                    <a:pt x="774" y="3797"/>
                    <a:pt x="695" y="3797"/>
                  </a:cubicBezTo>
                  <a:cubicBezTo>
                    <a:pt x="433" y="3797"/>
                    <a:pt x="499" y="3192"/>
                    <a:pt x="500" y="2862"/>
                  </a:cubicBezTo>
                  <a:cubicBezTo>
                    <a:pt x="505" y="2063"/>
                    <a:pt x="510" y="1261"/>
                    <a:pt x="515" y="462"/>
                  </a:cubicBezTo>
                  <a:lnTo>
                    <a:pt x="515" y="462"/>
                  </a:lnTo>
                  <a:cubicBezTo>
                    <a:pt x="527" y="459"/>
                    <a:pt x="540" y="454"/>
                    <a:pt x="553" y="449"/>
                  </a:cubicBezTo>
                  <a:cubicBezTo>
                    <a:pt x="706" y="393"/>
                    <a:pt x="836" y="365"/>
                    <a:pt x="945" y="365"/>
                  </a:cubicBezTo>
                  <a:close/>
                  <a:moveTo>
                    <a:pt x="880" y="1"/>
                  </a:moveTo>
                  <a:cubicBezTo>
                    <a:pt x="702" y="1"/>
                    <a:pt x="523" y="37"/>
                    <a:pt x="355" y="110"/>
                  </a:cubicBezTo>
                  <a:cubicBezTo>
                    <a:pt x="330" y="120"/>
                    <a:pt x="310" y="134"/>
                    <a:pt x="295" y="149"/>
                  </a:cubicBezTo>
                  <a:lnTo>
                    <a:pt x="295" y="149"/>
                  </a:lnTo>
                  <a:cubicBezTo>
                    <a:pt x="205" y="158"/>
                    <a:pt x="121" y="222"/>
                    <a:pt x="121" y="339"/>
                  </a:cubicBezTo>
                  <a:cubicBezTo>
                    <a:pt x="116" y="1030"/>
                    <a:pt x="112" y="1724"/>
                    <a:pt x="108" y="2417"/>
                  </a:cubicBezTo>
                  <a:cubicBezTo>
                    <a:pt x="104" y="2960"/>
                    <a:pt x="0" y="3588"/>
                    <a:pt x="149" y="4106"/>
                  </a:cubicBezTo>
                  <a:cubicBezTo>
                    <a:pt x="166" y="4168"/>
                    <a:pt x="221" y="4234"/>
                    <a:pt x="287" y="4244"/>
                  </a:cubicBezTo>
                  <a:cubicBezTo>
                    <a:pt x="366" y="4257"/>
                    <a:pt x="442" y="4263"/>
                    <a:pt x="515" y="4263"/>
                  </a:cubicBezTo>
                  <a:cubicBezTo>
                    <a:pt x="1659" y="4263"/>
                    <a:pt x="2067" y="2721"/>
                    <a:pt x="1292" y="1992"/>
                  </a:cubicBezTo>
                  <a:lnTo>
                    <a:pt x="1292" y="1992"/>
                  </a:lnTo>
                  <a:cubicBezTo>
                    <a:pt x="1768" y="1779"/>
                    <a:pt x="2102" y="1284"/>
                    <a:pt x="1923" y="722"/>
                  </a:cubicBezTo>
                  <a:cubicBezTo>
                    <a:pt x="1767" y="239"/>
                    <a:pt x="1332" y="1"/>
                    <a:pt x="88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5"/>
            <p:cNvSpPr/>
            <p:nvPr/>
          </p:nvSpPr>
          <p:spPr>
            <a:xfrm>
              <a:off x="6683675" y="1323463"/>
              <a:ext cx="41750" cy="63600"/>
            </a:xfrm>
            <a:custGeom>
              <a:rect b="b" l="l" r="r" t="t"/>
              <a:pathLst>
                <a:path extrusionOk="0" h="2544" w="1670">
                  <a:moveTo>
                    <a:pt x="697" y="1"/>
                  </a:moveTo>
                  <a:cubicBezTo>
                    <a:pt x="469" y="1"/>
                    <a:pt x="242" y="131"/>
                    <a:pt x="102" y="331"/>
                  </a:cubicBezTo>
                  <a:cubicBezTo>
                    <a:pt x="0" y="479"/>
                    <a:pt x="138" y="619"/>
                    <a:pt x="278" y="619"/>
                  </a:cubicBezTo>
                  <a:cubicBezTo>
                    <a:pt x="339" y="619"/>
                    <a:pt x="400" y="593"/>
                    <a:pt x="444" y="531"/>
                  </a:cubicBezTo>
                  <a:cubicBezTo>
                    <a:pt x="544" y="433"/>
                    <a:pt x="624" y="385"/>
                    <a:pt x="683" y="385"/>
                  </a:cubicBezTo>
                  <a:cubicBezTo>
                    <a:pt x="752" y="385"/>
                    <a:pt x="794" y="450"/>
                    <a:pt x="809" y="582"/>
                  </a:cubicBezTo>
                  <a:cubicBezTo>
                    <a:pt x="905" y="687"/>
                    <a:pt x="909" y="779"/>
                    <a:pt x="816" y="860"/>
                  </a:cubicBezTo>
                  <a:cubicBezTo>
                    <a:pt x="776" y="955"/>
                    <a:pt x="713" y="998"/>
                    <a:pt x="696" y="1104"/>
                  </a:cubicBezTo>
                  <a:cubicBezTo>
                    <a:pt x="679" y="1225"/>
                    <a:pt x="711" y="1337"/>
                    <a:pt x="794" y="1424"/>
                  </a:cubicBezTo>
                  <a:cubicBezTo>
                    <a:pt x="926" y="1566"/>
                    <a:pt x="1198" y="1509"/>
                    <a:pt x="1260" y="1732"/>
                  </a:cubicBezTo>
                  <a:cubicBezTo>
                    <a:pt x="1373" y="2143"/>
                    <a:pt x="628" y="2150"/>
                    <a:pt x="399" y="2150"/>
                  </a:cubicBezTo>
                  <a:cubicBezTo>
                    <a:pt x="145" y="2150"/>
                    <a:pt x="145" y="2544"/>
                    <a:pt x="399" y="2544"/>
                  </a:cubicBezTo>
                  <a:cubicBezTo>
                    <a:pt x="862" y="2544"/>
                    <a:pt x="1456" y="2489"/>
                    <a:pt x="1619" y="1968"/>
                  </a:cubicBezTo>
                  <a:cubicBezTo>
                    <a:pt x="1669" y="1806"/>
                    <a:pt x="1668" y="1613"/>
                    <a:pt x="1590" y="1460"/>
                  </a:cubicBezTo>
                  <a:cubicBezTo>
                    <a:pt x="1492" y="1262"/>
                    <a:pt x="1338" y="1295"/>
                    <a:pt x="1197" y="1175"/>
                  </a:cubicBezTo>
                  <a:cubicBezTo>
                    <a:pt x="1186" y="1176"/>
                    <a:pt x="1177" y="1176"/>
                    <a:pt x="1168" y="1176"/>
                  </a:cubicBezTo>
                  <a:cubicBezTo>
                    <a:pt x="1079" y="1176"/>
                    <a:pt x="1074" y="1137"/>
                    <a:pt x="1154" y="1058"/>
                  </a:cubicBezTo>
                  <a:cubicBezTo>
                    <a:pt x="1191" y="1015"/>
                    <a:pt x="1218" y="968"/>
                    <a:pt x="1238" y="915"/>
                  </a:cubicBezTo>
                  <a:cubicBezTo>
                    <a:pt x="1270" y="833"/>
                    <a:pt x="1297" y="759"/>
                    <a:pt x="1301" y="671"/>
                  </a:cubicBezTo>
                  <a:cubicBezTo>
                    <a:pt x="1310" y="489"/>
                    <a:pt x="1233" y="293"/>
                    <a:pt x="1102" y="167"/>
                  </a:cubicBezTo>
                  <a:cubicBezTo>
                    <a:pt x="981" y="51"/>
                    <a:pt x="839" y="1"/>
                    <a:pt x="6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5"/>
            <p:cNvSpPr/>
            <p:nvPr/>
          </p:nvSpPr>
          <p:spPr>
            <a:xfrm>
              <a:off x="6783225" y="1386613"/>
              <a:ext cx="40925" cy="12825"/>
            </a:xfrm>
            <a:custGeom>
              <a:rect b="b" l="l" r="r" t="t"/>
              <a:pathLst>
                <a:path extrusionOk="0" h="513" w="1637">
                  <a:moveTo>
                    <a:pt x="891" y="1"/>
                  </a:moveTo>
                  <a:cubicBezTo>
                    <a:pt x="663" y="1"/>
                    <a:pt x="435" y="40"/>
                    <a:pt x="214" y="121"/>
                  </a:cubicBezTo>
                  <a:cubicBezTo>
                    <a:pt x="0" y="198"/>
                    <a:pt x="61" y="513"/>
                    <a:pt x="250" y="513"/>
                  </a:cubicBezTo>
                  <a:cubicBezTo>
                    <a:pt x="271" y="513"/>
                    <a:pt x="294" y="509"/>
                    <a:pt x="318" y="500"/>
                  </a:cubicBezTo>
                  <a:cubicBezTo>
                    <a:pt x="510" y="430"/>
                    <a:pt x="702" y="394"/>
                    <a:pt x="895" y="394"/>
                  </a:cubicBezTo>
                  <a:cubicBezTo>
                    <a:pt x="1031" y="394"/>
                    <a:pt x="1167" y="412"/>
                    <a:pt x="1305" y="447"/>
                  </a:cubicBezTo>
                  <a:cubicBezTo>
                    <a:pt x="1323" y="452"/>
                    <a:pt x="1341" y="454"/>
                    <a:pt x="1358" y="454"/>
                  </a:cubicBezTo>
                  <a:cubicBezTo>
                    <a:pt x="1564" y="454"/>
                    <a:pt x="1637" y="126"/>
                    <a:pt x="1409" y="68"/>
                  </a:cubicBezTo>
                  <a:cubicBezTo>
                    <a:pt x="1238" y="23"/>
                    <a:pt x="1064" y="1"/>
                    <a:pt x="89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5"/>
            <p:cNvSpPr/>
            <p:nvPr/>
          </p:nvSpPr>
          <p:spPr>
            <a:xfrm>
              <a:off x="6788725" y="1413088"/>
              <a:ext cx="33050" cy="12675"/>
            </a:xfrm>
            <a:custGeom>
              <a:rect b="b" l="l" r="r" t="t"/>
              <a:pathLst>
                <a:path extrusionOk="0" h="507" w="1322">
                  <a:moveTo>
                    <a:pt x="433" y="0"/>
                  </a:moveTo>
                  <a:cubicBezTo>
                    <a:pt x="374" y="0"/>
                    <a:pt x="313" y="4"/>
                    <a:pt x="251" y="11"/>
                  </a:cubicBezTo>
                  <a:cubicBezTo>
                    <a:pt x="12" y="41"/>
                    <a:pt x="0" y="409"/>
                    <a:pt x="226" y="409"/>
                  </a:cubicBezTo>
                  <a:cubicBezTo>
                    <a:pt x="234" y="409"/>
                    <a:pt x="243" y="408"/>
                    <a:pt x="251" y="407"/>
                  </a:cubicBezTo>
                  <a:cubicBezTo>
                    <a:pt x="314" y="400"/>
                    <a:pt x="375" y="396"/>
                    <a:pt x="437" y="396"/>
                  </a:cubicBezTo>
                  <a:cubicBezTo>
                    <a:pt x="602" y="396"/>
                    <a:pt x="765" y="424"/>
                    <a:pt x="920" y="489"/>
                  </a:cubicBezTo>
                  <a:cubicBezTo>
                    <a:pt x="949" y="501"/>
                    <a:pt x="977" y="507"/>
                    <a:pt x="1004" y="507"/>
                  </a:cubicBezTo>
                  <a:cubicBezTo>
                    <a:pt x="1194" y="507"/>
                    <a:pt x="1322" y="235"/>
                    <a:pt x="1118" y="150"/>
                  </a:cubicBezTo>
                  <a:cubicBezTo>
                    <a:pt x="895" y="55"/>
                    <a:pt x="670" y="0"/>
                    <a:pt x="4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5"/>
            <p:cNvSpPr/>
            <p:nvPr/>
          </p:nvSpPr>
          <p:spPr>
            <a:xfrm>
              <a:off x="6611400" y="1518988"/>
              <a:ext cx="52575" cy="106625"/>
            </a:xfrm>
            <a:custGeom>
              <a:rect b="b" l="l" r="r" t="t"/>
              <a:pathLst>
                <a:path extrusionOk="0" h="4265" w="2103">
                  <a:moveTo>
                    <a:pt x="946" y="365"/>
                  </a:moveTo>
                  <a:cubicBezTo>
                    <a:pt x="1224" y="365"/>
                    <a:pt x="1361" y="547"/>
                    <a:pt x="1354" y="913"/>
                  </a:cubicBezTo>
                  <a:cubicBezTo>
                    <a:pt x="1643" y="1386"/>
                    <a:pt x="1452" y="1654"/>
                    <a:pt x="784" y="1711"/>
                  </a:cubicBezTo>
                  <a:cubicBezTo>
                    <a:pt x="552" y="1713"/>
                    <a:pt x="528" y="2023"/>
                    <a:pt x="731" y="2098"/>
                  </a:cubicBezTo>
                  <a:cubicBezTo>
                    <a:pt x="1374" y="2327"/>
                    <a:pt x="1535" y="3160"/>
                    <a:pt x="1034" y="3610"/>
                  </a:cubicBezTo>
                  <a:cubicBezTo>
                    <a:pt x="884" y="3744"/>
                    <a:pt x="775" y="3798"/>
                    <a:pt x="696" y="3798"/>
                  </a:cubicBezTo>
                  <a:cubicBezTo>
                    <a:pt x="433" y="3798"/>
                    <a:pt x="499" y="3194"/>
                    <a:pt x="500" y="2864"/>
                  </a:cubicBezTo>
                  <a:cubicBezTo>
                    <a:pt x="506" y="2063"/>
                    <a:pt x="511" y="1261"/>
                    <a:pt x="515" y="462"/>
                  </a:cubicBezTo>
                  <a:lnTo>
                    <a:pt x="515" y="462"/>
                  </a:lnTo>
                  <a:cubicBezTo>
                    <a:pt x="528" y="459"/>
                    <a:pt x="541" y="454"/>
                    <a:pt x="555" y="449"/>
                  </a:cubicBezTo>
                  <a:cubicBezTo>
                    <a:pt x="707" y="393"/>
                    <a:pt x="837" y="365"/>
                    <a:pt x="946" y="365"/>
                  </a:cubicBezTo>
                  <a:close/>
                  <a:moveTo>
                    <a:pt x="880" y="1"/>
                  </a:moveTo>
                  <a:cubicBezTo>
                    <a:pt x="703" y="1"/>
                    <a:pt x="523" y="37"/>
                    <a:pt x="356" y="110"/>
                  </a:cubicBezTo>
                  <a:cubicBezTo>
                    <a:pt x="331" y="120"/>
                    <a:pt x="311" y="134"/>
                    <a:pt x="295" y="149"/>
                  </a:cubicBezTo>
                  <a:lnTo>
                    <a:pt x="295" y="149"/>
                  </a:lnTo>
                  <a:cubicBezTo>
                    <a:pt x="206" y="159"/>
                    <a:pt x="124" y="222"/>
                    <a:pt x="122" y="339"/>
                  </a:cubicBezTo>
                  <a:cubicBezTo>
                    <a:pt x="118" y="1031"/>
                    <a:pt x="114" y="1726"/>
                    <a:pt x="108" y="2417"/>
                  </a:cubicBezTo>
                  <a:cubicBezTo>
                    <a:pt x="105" y="2960"/>
                    <a:pt x="1" y="3588"/>
                    <a:pt x="150" y="4106"/>
                  </a:cubicBezTo>
                  <a:cubicBezTo>
                    <a:pt x="168" y="4168"/>
                    <a:pt x="221" y="4234"/>
                    <a:pt x="287" y="4245"/>
                  </a:cubicBezTo>
                  <a:cubicBezTo>
                    <a:pt x="366" y="4258"/>
                    <a:pt x="442" y="4265"/>
                    <a:pt x="515" y="4265"/>
                  </a:cubicBezTo>
                  <a:cubicBezTo>
                    <a:pt x="1659" y="4265"/>
                    <a:pt x="2068" y="2721"/>
                    <a:pt x="1292" y="1993"/>
                  </a:cubicBezTo>
                  <a:lnTo>
                    <a:pt x="1292" y="1993"/>
                  </a:lnTo>
                  <a:cubicBezTo>
                    <a:pt x="1768" y="1779"/>
                    <a:pt x="2103" y="1284"/>
                    <a:pt x="1923" y="724"/>
                  </a:cubicBezTo>
                  <a:cubicBezTo>
                    <a:pt x="1768" y="240"/>
                    <a:pt x="1333" y="1"/>
                    <a:pt x="88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5"/>
            <p:cNvSpPr/>
            <p:nvPr/>
          </p:nvSpPr>
          <p:spPr>
            <a:xfrm>
              <a:off x="6683600" y="1493163"/>
              <a:ext cx="41750" cy="63600"/>
            </a:xfrm>
            <a:custGeom>
              <a:rect b="b" l="l" r="r" t="t"/>
              <a:pathLst>
                <a:path extrusionOk="0" h="2544" w="1670">
                  <a:moveTo>
                    <a:pt x="696" y="0"/>
                  </a:moveTo>
                  <a:cubicBezTo>
                    <a:pt x="468" y="0"/>
                    <a:pt x="242" y="130"/>
                    <a:pt x="102" y="329"/>
                  </a:cubicBezTo>
                  <a:cubicBezTo>
                    <a:pt x="0" y="477"/>
                    <a:pt x="137" y="617"/>
                    <a:pt x="279" y="617"/>
                  </a:cubicBezTo>
                  <a:cubicBezTo>
                    <a:pt x="339" y="617"/>
                    <a:pt x="400" y="592"/>
                    <a:pt x="444" y="530"/>
                  </a:cubicBezTo>
                  <a:cubicBezTo>
                    <a:pt x="544" y="432"/>
                    <a:pt x="624" y="384"/>
                    <a:pt x="683" y="384"/>
                  </a:cubicBezTo>
                  <a:cubicBezTo>
                    <a:pt x="752" y="384"/>
                    <a:pt x="794" y="450"/>
                    <a:pt x="809" y="583"/>
                  </a:cubicBezTo>
                  <a:cubicBezTo>
                    <a:pt x="905" y="686"/>
                    <a:pt x="909" y="777"/>
                    <a:pt x="816" y="859"/>
                  </a:cubicBezTo>
                  <a:cubicBezTo>
                    <a:pt x="776" y="955"/>
                    <a:pt x="712" y="998"/>
                    <a:pt x="696" y="1102"/>
                  </a:cubicBezTo>
                  <a:cubicBezTo>
                    <a:pt x="677" y="1224"/>
                    <a:pt x="712" y="1336"/>
                    <a:pt x="795" y="1423"/>
                  </a:cubicBezTo>
                  <a:cubicBezTo>
                    <a:pt x="926" y="1565"/>
                    <a:pt x="1198" y="1508"/>
                    <a:pt x="1260" y="1731"/>
                  </a:cubicBezTo>
                  <a:cubicBezTo>
                    <a:pt x="1372" y="2143"/>
                    <a:pt x="627" y="2150"/>
                    <a:pt x="398" y="2150"/>
                  </a:cubicBezTo>
                  <a:cubicBezTo>
                    <a:pt x="145" y="2150"/>
                    <a:pt x="145" y="2544"/>
                    <a:pt x="398" y="2544"/>
                  </a:cubicBezTo>
                  <a:cubicBezTo>
                    <a:pt x="862" y="2544"/>
                    <a:pt x="1456" y="2488"/>
                    <a:pt x="1619" y="1967"/>
                  </a:cubicBezTo>
                  <a:cubicBezTo>
                    <a:pt x="1669" y="1807"/>
                    <a:pt x="1668" y="1613"/>
                    <a:pt x="1591" y="1459"/>
                  </a:cubicBezTo>
                  <a:cubicBezTo>
                    <a:pt x="1492" y="1263"/>
                    <a:pt x="1337" y="1294"/>
                    <a:pt x="1197" y="1174"/>
                  </a:cubicBezTo>
                  <a:cubicBezTo>
                    <a:pt x="1185" y="1175"/>
                    <a:pt x="1175" y="1176"/>
                    <a:pt x="1165" y="1176"/>
                  </a:cubicBezTo>
                  <a:cubicBezTo>
                    <a:pt x="1079" y="1176"/>
                    <a:pt x="1075" y="1135"/>
                    <a:pt x="1154" y="1057"/>
                  </a:cubicBezTo>
                  <a:cubicBezTo>
                    <a:pt x="1191" y="1014"/>
                    <a:pt x="1218" y="966"/>
                    <a:pt x="1238" y="913"/>
                  </a:cubicBezTo>
                  <a:cubicBezTo>
                    <a:pt x="1270" y="833"/>
                    <a:pt x="1297" y="757"/>
                    <a:pt x="1300" y="670"/>
                  </a:cubicBezTo>
                  <a:cubicBezTo>
                    <a:pt x="1310" y="490"/>
                    <a:pt x="1233" y="292"/>
                    <a:pt x="1102" y="168"/>
                  </a:cubicBezTo>
                  <a:cubicBezTo>
                    <a:pt x="980" y="51"/>
                    <a:pt x="838" y="0"/>
                    <a:pt x="6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5"/>
            <p:cNvSpPr/>
            <p:nvPr/>
          </p:nvSpPr>
          <p:spPr>
            <a:xfrm>
              <a:off x="6783150" y="1556313"/>
              <a:ext cx="40900" cy="12800"/>
            </a:xfrm>
            <a:custGeom>
              <a:rect b="b" l="l" r="r" t="t"/>
              <a:pathLst>
                <a:path extrusionOk="0" h="512" w="1636">
                  <a:moveTo>
                    <a:pt x="887" y="0"/>
                  </a:moveTo>
                  <a:cubicBezTo>
                    <a:pt x="660" y="0"/>
                    <a:pt x="434" y="39"/>
                    <a:pt x="214" y="120"/>
                  </a:cubicBezTo>
                  <a:cubicBezTo>
                    <a:pt x="0" y="196"/>
                    <a:pt x="61" y="512"/>
                    <a:pt x="249" y="512"/>
                  </a:cubicBezTo>
                  <a:cubicBezTo>
                    <a:pt x="270" y="512"/>
                    <a:pt x="293" y="508"/>
                    <a:pt x="317" y="499"/>
                  </a:cubicBezTo>
                  <a:cubicBezTo>
                    <a:pt x="508" y="429"/>
                    <a:pt x="699" y="394"/>
                    <a:pt x="891" y="394"/>
                  </a:cubicBezTo>
                  <a:cubicBezTo>
                    <a:pt x="1027" y="394"/>
                    <a:pt x="1164" y="412"/>
                    <a:pt x="1303" y="447"/>
                  </a:cubicBezTo>
                  <a:cubicBezTo>
                    <a:pt x="1322" y="452"/>
                    <a:pt x="1339" y="454"/>
                    <a:pt x="1356" y="454"/>
                  </a:cubicBezTo>
                  <a:cubicBezTo>
                    <a:pt x="1562" y="454"/>
                    <a:pt x="1636" y="125"/>
                    <a:pt x="1409" y="68"/>
                  </a:cubicBezTo>
                  <a:cubicBezTo>
                    <a:pt x="1236" y="23"/>
                    <a:pt x="1061" y="0"/>
                    <a:pt x="8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5"/>
            <p:cNvSpPr/>
            <p:nvPr/>
          </p:nvSpPr>
          <p:spPr>
            <a:xfrm>
              <a:off x="6788650" y="1582763"/>
              <a:ext cx="33025" cy="12650"/>
            </a:xfrm>
            <a:custGeom>
              <a:rect b="b" l="l" r="r" t="t"/>
              <a:pathLst>
                <a:path extrusionOk="0" h="506" w="1321">
                  <a:moveTo>
                    <a:pt x="442" y="0"/>
                  </a:moveTo>
                  <a:cubicBezTo>
                    <a:pt x="379" y="0"/>
                    <a:pt x="316" y="4"/>
                    <a:pt x="252" y="12"/>
                  </a:cubicBezTo>
                  <a:cubicBezTo>
                    <a:pt x="12" y="41"/>
                    <a:pt x="0" y="407"/>
                    <a:pt x="225" y="407"/>
                  </a:cubicBezTo>
                  <a:cubicBezTo>
                    <a:pt x="233" y="407"/>
                    <a:pt x="242" y="407"/>
                    <a:pt x="252" y="406"/>
                  </a:cubicBezTo>
                  <a:cubicBezTo>
                    <a:pt x="314" y="398"/>
                    <a:pt x="376" y="395"/>
                    <a:pt x="437" y="395"/>
                  </a:cubicBezTo>
                  <a:cubicBezTo>
                    <a:pt x="602" y="395"/>
                    <a:pt x="763" y="423"/>
                    <a:pt x="919" y="487"/>
                  </a:cubicBezTo>
                  <a:cubicBezTo>
                    <a:pt x="947" y="500"/>
                    <a:pt x="976" y="505"/>
                    <a:pt x="1003" y="505"/>
                  </a:cubicBezTo>
                  <a:cubicBezTo>
                    <a:pt x="1192" y="505"/>
                    <a:pt x="1321" y="233"/>
                    <a:pt x="1118" y="148"/>
                  </a:cubicBezTo>
                  <a:cubicBezTo>
                    <a:pt x="898" y="55"/>
                    <a:pt x="675" y="0"/>
                    <a:pt x="44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5"/>
            <p:cNvSpPr/>
            <p:nvPr/>
          </p:nvSpPr>
          <p:spPr>
            <a:xfrm>
              <a:off x="6896950" y="836838"/>
              <a:ext cx="63500" cy="88225"/>
            </a:xfrm>
            <a:custGeom>
              <a:rect b="b" l="l" r="r" t="t"/>
              <a:pathLst>
                <a:path extrusionOk="0" h="3529" w="2540">
                  <a:moveTo>
                    <a:pt x="1872" y="0"/>
                  </a:moveTo>
                  <a:cubicBezTo>
                    <a:pt x="418" y="0"/>
                    <a:pt x="1" y="3528"/>
                    <a:pt x="2070" y="3528"/>
                  </a:cubicBezTo>
                  <a:cubicBezTo>
                    <a:pt x="2140" y="3528"/>
                    <a:pt x="2212" y="3524"/>
                    <a:pt x="2287" y="3516"/>
                  </a:cubicBezTo>
                  <a:cubicBezTo>
                    <a:pt x="2527" y="3490"/>
                    <a:pt x="2540" y="3121"/>
                    <a:pt x="2313" y="3121"/>
                  </a:cubicBezTo>
                  <a:cubicBezTo>
                    <a:pt x="2304" y="3121"/>
                    <a:pt x="2296" y="3121"/>
                    <a:pt x="2287" y="3122"/>
                  </a:cubicBezTo>
                  <a:cubicBezTo>
                    <a:pt x="2224" y="3129"/>
                    <a:pt x="2164" y="3133"/>
                    <a:pt x="2107" y="3133"/>
                  </a:cubicBezTo>
                  <a:cubicBezTo>
                    <a:pt x="464" y="3133"/>
                    <a:pt x="940" y="414"/>
                    <a:pt x="1930" y="414"/>
                  </a:cubicBezTo>
                  <a:cubicBezTo>
                    <a:pt x="2001" y="414"/>
                    <a:pt x="2074" y="427"/>
                    <a:pt x="2150" y="457"/>
                  </a:cubicBezTo>
                  <a:cubicBezTo>
                    <a:pt x="2175" y="467"/>
                    <a:pt x="2199" y="471"/>
                    <a:pt x="2222" y="471"/>
                  </a:cubicBezTo>
                  <a:cubicBezTo>
                    <a:pt x="2407" y="471"/>
                    <a:pt x="2465" y="159"/>
                    <a:pt x="2256" y="78"/>
                  </a:cubicBezTo>
                  <a:cubicBezTo>
                    <a:pt x="2121" y="25"/>
                    <a:pt x="1993" y="0"/>
                    <a:pt x="187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5"/>
            <p:cNvSpPr/>
            <p:nvPr/>
          </p:nvSpPr>
          <p:spPr>
            <a:xfrm>
              <a:off x="6979175" y="835313"/>
              <a:ext cx="59150" cy="91750"/>
            </a:xfrm>
            <a:custGeom>
              <a:rect b="b" l="l" r="r" t="t"/>
              <a:pathLst>
                <a:path extrusionOk="0" h="3670" w="2366">
                  <a:moveTo>
                    <a:pt x="398" y="402"/>
                  </a:moveTo>
                  <a:lnTo>
                    <a:pt x="398" y="402"/>
                  </a:lnTo>
                  <a:cubicBezTo>
                    <a:pt x="1274" y="500"/>
                    <a:pt x="2205" y="898"/>
                    <a:pt x="1788" y="1987"/>
                  </a:cubicBezTo>
                  <a:cubicBezTo>
                    <a:pt x="1553" y="2603"/>
                    <a:pt x="1034" y="3023"/>
                    <a:pt x="424" y="3219"/>
                  </a:cubicBezTo>
                  <a:lnTo>
                    <a:pt x="424" y="3219"/>
                  </a:lnTo>
                  <a:cubicBezTo>
                    <a:pt x="425" y="2279"/>
                    <a:pt x="417" y="1341"/>
                    <a:pt x="398" y="402"/>
                  </a:cubicBezTo>
                  <a:close/>
                  <a:moveTo>
                    <a:pt x="307" y="0"/>
                  </a:moveTo>
                  <a:cubicBezTo>
                    <a:pt x="212" y="0"/>
                    <a:pt x="157" y="64"/>
                    <a:pt x="143" y="140"/>
                  </a:cubicBezTo>
                  <a:lnTo>
                    <a:pt x="143" y="140"/>
                  </a:lnTo>
                  <a:cubicBezTo>
                    <a:pt x="66" y="158"/>
                    <a:pt x="1" y="220"/>
                    <a:pt x="3" y="323"/>
                  </a:cubicBezTo>
                  <a:cubicBezTo>
                    <a:pt x="24" y="1374"/>
                    <a:pt x="33" y="2425"/>
                    <a:pt x="30" y="3474"/>
                  </a:cubicBezTo>
                  <a:cubicBezTo>
                    <a:pt x="30" y="3592"/>
                    <a:pt x="126" y="3669"/>
                    <a:pt x="232" y="3669"/>
                  </a:cubicBezTo>
                  <a:cubicBezTo>
                    <a:pt x="247" y="3669"/>
                    <a:pt x="263" y="3668"/>
                    <a:pt x="278" y="3664"/>
                  </a:cubicBezTo>
                  <a:cubicBezTo>
                    <a:pt x="1277" y="3451"/>
                    <a:pt x="2223" y="2634"/>
                    <a:pt x="2293" y="1562"/>
                  </a:cubicBezTo>
                  <a:cubicBezTo>
                    <a:pt x="2365" y="432"/>
                    <a:pt x="1247" y="87"/>
                    <a:pt x="328" y="1"/>
                  </a:cubicBezTo>
                  <a:cubicBezTo>
                    <a:pt x="321" y="1"/>
                    <a:pt x="314" y="0"/>
                    <a:pt x="3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5"/>
            <p:cNvSpPr/>
            <p:nvPr/>
          </p:nvSpPr>
          <p:spPr>
            <a:xfrm>
              <a:off x="7122625" y="844238"/>
              <a:ext cx="13275" cy="69900"/>
            </a:xfrm>
            <a:custGeom>
              <a:rect b="b" l="l" r="r" t="t"/>
              <a:pathLst>
                <a:path extrusionOk="0" h="2796" w="531">
                  <a:moveTo>
                    <a:pt x="194" y="1"/>
                  </a:moveTo>
                  <a:cubicBezTo>
                    <a:pt x="96" y="1"/>
                    <a:pt x="0" y="64"/>
                    <a:pt x="7" y="190"/>
                  </a:cubicBezTo>
                  <a:lnTo>
                    <a:pt x="130" y="2606"/>
                  </a:lnTo>
                  <a:cubicBezTo>
                    <a:pt x="136" y="2732"/>
                    <a:pt x="238" y="2796"/>
                    <a:pt x="337" y="2796"/>
                  </a:cubicBezTo>
                  <a:cubicBezTo>
                    <a:pt x="435" y="2796"/>
                    <a:pt x="530" y="2733"/>
                    <a:pt x="524" y="2606"/>
                  </a:cubicBezTo>
                  <a:lnTo>
                    <a:pt x="401" y="190"/>
                  </a:lnTo>
                  <a:cubicBezTo>
                    <a:pt x="394" y="64"/>
                    <a:pt x="292" y="1"/>
                    <a:pt x="19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5"/>
            <p:cNvSpPr/>
            <p:nvPr/>
          </p:nvSpPr>
          <p:spPr>
            <a:xfrm>
              <a:off x="7104650" y="877013"/>
              <a:ext cx="48400" cy="9875"/>
            </a:xfrm>
            <a:custGeom>
              <a:rect b="b" l="l" r="r" t="t"/>
              <a:pathLst>
                <a:path extrusionOk="0" h="395" w="1936">
                  <a:moveTo>
                    <a:pt x="253" y="1"/>
                  </a:moveTo>
                  <a:cubicBezTo>
                    <a:pt x="0" y="1"/>
                    <a:pt x="0" y="395"/>
                    <a:pt x="253" y="395"/>
                  </a:cubicBezTo>
                  <a:lnTo>
                    <a:pt x="1682" y="395"/>
                  </a:lnTo>
                  <a:cubicBezTo>
                    <a:pt x="1936" y="395"/>
                    <a:pt x="1936" y="1"/>
                    <a:pt x="168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5"/>
            <p:cNvSpPr/>
            <p:nvPr/>
          </p:nvSpPr>
          <p:spPr>
            <a:xfrm>
              <a:off x="7223125" y="833363"/>
              <a:ext cx="12875" cy="78200"/>
            </a:xfrm>
            <a:custGeom>
              <a:rect b="b" l="l" r="r" t="t"/>
              <a:pathLst>
                <a:path extrusionOk="0" h="3128" w="515">
                  <a:moveTo>
                    <a:pt x="259" y="0"/>
                  </a:moveTo>
                  <a:cubicBezTo>
                    <a:pt x="160" y="0"/>
                    <a:pt x="58" y="64"/>
                    <a:pt x="51" y="191"/>
                  </a:cubicBezTo>
                  <a:cubicBezTo>
                    <a:pt x="1" y="1108"/>
                    <a:pt x="21" y="2023"/>
                    <a:pt x="108" y="2939"/>
                  </a:cubicBezTo>
                  <a:cubicBezTo>
                    <a:pt x="120" y="3065"/>
                    <a:pt x="225" y="3128"/>
                    <a:pt x="323" y="3128"/>
                  </a:cubicBezTo>
                  <a:cubicBezTo>
                    <a:pt x="422" y="3128"/>
                    <a:pt x="514" y="3065"/>
                    <a:pt x="502" y="2939"/>
                  </a:cubicBezTo>
                  <a:cubicBezTo>
                    <a:pt x="415" y="2023"/>
                    <a:pt x="395" y="1108"/>
                    <a:pt x="445" y="191"/>
                  </a:cubicBezTo>
                  <a:cubicBezTo>
                    <a:pt x="452" y="64"/>
                    <a:pt x="357" y="0"/>
                    <a:pt x="2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5"/>
            <p:cNvSpPr/>
            <p:nvPr/>
          </p:nvSpPr>
          <p:spPr>
            <a:xfrm>
              <a:off x="7224650" y="834963"/>
              <a:ext cx="49050" cy="82575"/>
            </a:xfrm>
            <a:custGeom>
              <a:rect b="b" l="l" r="r" t="t"/>
              <a:pathLst>
                <a:path extrusionOk="0" h="3303" w="1962">
                  <a:moveTo>
                    <a:pt x="286" y="1"/>
                  </a:moveTo>
                  <a:cubicBezTo>
                    <a:pt x="76" y="1"/>
                    <a:pt x="0" y="333"/>
                    <a:pt x="229" y="386"/>
                  </a:cubicBezTo>
                  <a:cubicBezTo>
                    <a:pt x="829" y="525"/>
                    <a:pt x="1414" y="946"/>
                    <a:pt x="1500" y="1598"/>
                  </a:cubicBezTo>
                  <a:cubicBezTo>
                    <a:pt x="1585" y="2233"/>
                    <a:pt x="1167" y="2808"/>
                    <a:pt x="540" y="2920"/>
                  </a:cubicBezTo>
                  <a:cubicBezTo>
                    <a:pt x="304" y="2960"/>
                    <a:pt x="386" y="3302"/>
                    <a:pt x="606" y="3302"/>
                  </a:cubicBezTo>
                  <a:cubicBezTo>
                    <a:pt x="618" y="3302"/>
                    <a:pt x="631" y="3301"/>
                    <a:pt x="644" y="3299"/>
                  </a:cubicBezTo>
                  <a:cubicBezTo>
                    <a:pt x="1416" y="3165"/>
                    <a:pt x="1961" y="2433"/>
                    <a:pt x="1908" y="1653"/>
                  </a:cubicBezTo>
                  <a:cubicBezTo>
                    <a:pt x="1850" y="803"/>
                    <a:pt x="1121" y="191"/>
                    <a:pt x="335" y="7"/>
                  </a:cubicBezTo>
                  <a:cubicBezTo>
                    <a:pt x="318" y="3"/>
                    <a:pt x="301" y="1"/>
                    <a:pt x="2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5"/>
            <p:cNvSpPr/>
            <p:nvPr/>
          </p:nvSpPr>
          <p:spPr>
            <a:xfrm>
              <a:off x="7284525" y="831188"/>
              <a:ext cx="69450" cy="85850"/>
            </a:xfrm>
            <a:custGeom>
              <a:rect b="b" l="l" r="r" t="t"/>
              <a:pathLst>
                <a:path extrusionOk="0" h="3434" w="2778">
                  <a:moveTo>
                    <a:pt x="1796" y="0"/>
                  </a:moveTo>
                  <a:cubicBezTo>
                    <a:pt x="1724" y="0"/>
                    <a:pt x="1648" y="37"/>
                    <a:pt x="1610" y="96"/>
                  </a:cubicBezTo>
                  <a:cubicBezTo>
                    <a:pt x="1041" y="1015"/>
                    <a:pt x="530" y="1963"/>
                    <a:pt x="73" y="2943"/>
                  </a:cubicBezTo>
                  <a:cubicBezTo>
                    <a:pt x="0" y="3101"/>
                    <a:pt x="137" y="3244"/>
                    <a:pt x="265" y="3244"/>
                  </a:cubicBezTo>
                  <a:cubicBezTo>
                    <a:pt x="324" y="3244"/>
                    <a:pt x="380" y="3215"/>
                    <a:pt x="414" y="3142"/>
                  </a:cubicBezTo>
                  <a:cubicBezTo>
                    <a:pt x="814" y="2280"/>
                    <a:pt x="1258" y="1445"/>
                    <a:pt x="1746" y="630"/>
                  </a:cubicBezTo>
                  <a:lnTo>
                    <a:pt x="1746" y="630"/>
                  </a:lnTo>
                  <a:cubicBezTo>
                    <a:pt x="2069" y="1472"/>
                    <a:pt x="2277" y="2345"/>
                    <a:pt x="2371" y="3245"/>
                  </a:cubicBezTo>
                  <a:cubicBezTo>
                    <a:pt x="2384" y="3370"/>
                    <a:pt x="2490" y="3434"/>
                    <a:pt x="2589" y="3434"/>
                  </a:cubicBezTo>
                  <a:cubicBezTo>
                    <a:pt x="2687" y="3434"/>
                    <a:pt x="2778" y="3372"/>
                    <a:pt x="2764" y="3245"/>
                  </a:cubicBezTo>
                  <a:cubicBezTo>
                    <a:pt x="2650" y="2150"/>
                    <a:pt x="2379" y="1110"/>
                    <a:pt x="1950" y="96"/>
                  </a:cubicBezTo>
                  <a:cubicBezTo>
                    <a:pt x="1922" y="29"/>
                    <a:pt x="1860" y="0"/>
                    <a:pt x="17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5"/>
            <p:cNvSpPr/>
            <p:nvPr/>
          </p:nvSpPr>
          <p:spPr>
            <a:xfrm>
              <a:off x="7304775" y="879913"/>
              <a:ext cx="46400" cy="12850"/>
            </a:xfrm>
            <a:custGeom>
              <a:rect b="b" l="l" r="r" t="t"/>
              <a:pathLst>
                <a:path extrusionOk="0" h="514" w="1856">
                  <a:moveTo>
                    <a:pt x="944" y="0"/>
                  </a:moveTo>
                  <a:cubicBezTo>
                    <a:pt x="699" y="0"/>
                    <a:pt x="454" y="41"/>
                    <a:pt x="215" y="123"/>
                  </a:cubicBezTo>
                  <a:cubicBezTo>
                    <a:pt x="0" y="196"/>
                    <a:pt x="62" y="514"/>
                    <a:pt x="253" y="514"/>
                  </a:cubicBezTo>
                  <a:cubicBezTo>
                    <a:pt x="274" y="514"/>
                    <a:pt x="296" y="510"/>
                    <a:pt x="319" y="502"/>
                  </a:cubicBezTo>
                  <a:cubicBezTo>
                    <a:pt x="527" y="431"/>
                    <a:pt x="734" y="396"/>
                    <a:pt x="941" y="396"/>
                  </a:cubicBezTo>
                  <a:cubicBezTo>
                    <a:pt x="1137" y="396"/>
                    <a:pt x="1334" y="428"/>
                    <a:pt x="1532" y="490"/>
                  </a:cubicBezTo>
                  <a:cubicBezTo>
                    <a:pt x="1554" y="497"/>
                    <a:pt x="1574" y="500"/>
                    <a:pt x="1594" y="500"/>
                  </a:cubicBezTo>
                  <a:cubicBezTo>
                    <a:pt x="1790" y="500"/>
                    <a:pt x="1855" y="180"/>
                    <a:pt x="1638" y="111"/>
                  </a:cubicBezTo>
                  <a:cubicBezTo>
                    <a:pt x="1411" y="37"/>
                    <a:pt x="1177" y="0"/>
                    <a:pt x="9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5"/>
            <p:cNvSpPr/>
            <p:nvPr/>
          </p:nvSpPr>
          <p:spPr>
            <a:xfrm>
              <a:off x="6893850" y="976188"/>
              <a:ext cx="50700" cy="128125"/>
            </a:xfrm>
            <a:custGeom>
              <a:rect b="b" l="l" r="r" t="t"/>
              <a:pathLst>
                <a:path extrusionOk="0" h="5125" w="2028">
                  <a:moveTo>
                    <a:pt x="1664" y="0"/>
                  </a:moveTo>
                  <a:cubicBezTo>
                    <a:pt x="1620" y="0"/>
                    <a:pt x="1575" y="16"/>
                    <a:pt x="1534" y="54"/>
                  </a:cubicBezTo>
                  <a:cubicBezTo>
                    <a:pt x="0" y="1441"/>
                    <a:pt x="25" y="3727"/>
                    <a:pt x="1598" y="5074"/>
                  </a:cubicBezTo>
                  <a:cubicBezTo>
                    <a:pt x="1639" y="5109"/>
                    <a:pt x="1685" y="5124"/>
                    <a:pt x="1728" y="5124"/>
                  </a:cubicBezTo>
                  <a:cubicBezTo>
                    <a:pt x="1888" y="5124"/>
                    <a:pt x="2028" y="4925"/>
                    <a:pt x="1877" y="4795"/>
                  </a:cubicBezTo>
                  <a:cubicBezTo>
                    <a:pt x="461" y="3584"/>
                    <a:pt x="424" y="1587"/>
                    <a:pt x="1813" y="330"/>
                  </a:cubicBezTo>
                  <a:cubicBezTo>
                    <a:pt x="1959" y="199"/>
                    <a:pt x="1821" y="0"/>
                    <a:pt x="166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5"/>
            <p:cNvSpPr/>
            <p:nvPr/>
          </p:nvSpPr>
          <p:spPr>
            <a:xfrm>
              <a:off x="6964075" y="1005538"/>
              <a:ext cx="57550" cy="80050"/>
            </a:xfrm>
            <a:custGeom>
              <a:rect b="b" l="l" r="r" t="t"/>
              <a:pathLst>
                <a:path extrusionOk="0" h="3202" w="2302">
                  <a:moveTo>
                    <a:pt x="490" y="419"/>
                  </a:moveTo>
                  <a:lnTo>
                    <a:pt x="490" y="419"/>
                  </a:lnTo>
                  <a:cubicBezTo>
                    <a:pt x="1167" y="615"/>
                    <a:pt x="2011" y="1000"/>
                    <a:pt x="1586" y="1876"/>
                  </a:cubicBezTo>
                  <a:cubicBezTo>
                    <a:pt x="1357" y="2347"/>
                    <a:pt x="906" y="2659"/>
                    <a:pt x="406" y="2771"/>
                  </a:cubicBezTo>
                  <a:lnTo>
                    <a:pt x="406" y="2771"/>
                  </a:lnTo>
                  <a:cubicBezTo>
                    <a:pt x="434" y="1987"/>
                    <a:pt x="461" y="1203"/>
                    <a:pt x="490" y="419"/>
                  </a:cubicBezTo>
                  <a:close/>
                  <a:moveTo>
                    <a:pt x="426" y="0"/>
                  </a:moveTo>
                  <a:cubicBezTo>
                    <a:pt x="320" y="0"/>
                    <a:pt x="251" y="88"/>
                    <a:pt x="239" y="180"/>
                  </a:cubicBezTo>
                  <a:lnTo>
                    <a:pt x="239" y="180"/>
                  </a:lnTo>
                  <a:cubicBezTo>
                    <a:pt x="165" y="202"/>
                    <a:pt x="102" y="263"/>
                    <a:pt x="99" y="363"/>
                  </a:cubicBezTo>
                  <a:cubicBezTo>
                    <a:pt x="66" y="1243"/>
                    <a:pt x="34" y="2123"/>
                    <a:pt x="4" y="3004"/>
                  </a:cubicBezTo>
                  <a:cubicBezTo>
                    <a:pt x="0" y="3097"/>
                    <a:pt x="87" y="3201"/>
                    <a:pt x="184" y="3201"/>
                  </a:cubicBezTo>
                  <a:cubicBezTo>
                    <a:pt x="189" y="3201"/>
                    <a:pt x="195" y="3201"/>
                    <a:pt x="200" y="3200"/>
                  </a:cubicBezTo>
                  <a:cubicBezTo>
                    <a:pt x="1031" y="3106"/>
                    <a:pt x="1868" y="2569"/>
                    <a:pt x="2067" y="1708"/>
                  </a:cubicBezTo>
                  <a:cubicBezTo>
                    <a:pt x="2302" y="692"/>
                    <a:pt x="1281" y="224"/>
                    <a:pt x="481" y="8"/>
                  </a:cubicBezTo>
                  <a:cubicBezTo>
                    <a:pt x="462" y="2"/>
                    <a:pt x="443" y="0"/>
                    <a:pt x="42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5"/>
            <p:cNvSpPr/>
            <p:nvPr/>
          </p:nvSpPr>
          <p:spPr>
            <a:xfrm>
              <a:off x="7059725" y="1037238"/>
              <a:ext cx="29200" cy="10150"/>
            </a:xfrm>
            <a:custGeom>
              <a:rect b="b" l="l" r="r" t="t"/>
              <a:pathLst>
                <a:path extrusionOk="0" h="406" w="1168">
                  <a:moveTo>
                    <a:pt x="251" y="1"/>
                  </a:moveTo>
                  <a:cubicBezTo>
                    <a:pt x="1" y="1"/>
                    <a:pt x="1" y="392"/>
                    <a:pt x="254" y="395"/>
                  </a:cubicBezTo>
                  <a:cubicBezTo>
                    <a:pt x="474" y="399"/>
                    <a:pt x="692" y="403"/>
                    <a:pt x="912" y="406"/>
                  </a:cubicBezTo>
                  <a:cubicBezTo>
                    <a:pt x="913" y="406"/>
                    <a:pt x="914" y="406"/>
                    <a:pt x="915" y="406"/>
                  </a:cubicBezTo>
                  <a:cubicBezTo>
                    <a:pt x="1167" y="406"/>
                    <a:pt x="1166" y="15"/>
                    <a:pt x="912" y="12"/>
                  </a:cubicBezTo>
                  <a:cubicBezTo>
                    <a:pt x="692" y="9"/>
                    <a:pt x="474" y="5"/>
                    <a:pt x="254" y="1"/>
                  </a:cubicBezTo>
                  <a:cubicBezTo>
                    <a:pt x="253" y="1"/>
                    <a:pt x="252" y="1"/>
                    <a:pt x="2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5"/>
            <p:cNvSpPr/>
            <p:nvPr/>
          </p:nvSpPr>
          <p:spPr>
            <a:xfrm>
              <a:off x="7126000" y="1000538"/>
              <a:ext cx="41650" cy="81525"/>
            </a:xfrm>
            <a:custGeom>
              <a:rect b="b" l="l" r="r" t="t"/>
              <a:pathLst>
                <a:path extrusionOk="0" h="3261" w="1666">
                  <a:moveTo>
                    <a:pt x="1397" y="0"/>
                  </a:moveTo>
                  <a:cubicBezTo>
                    <a:pt x="558" y="0"/>
                    <a:pt x="2" y="952"/>
                    <a:pt x="2" y="1715"/>
                  </a:cubicBezTo>
                  <a:cubicBezTo>
                    <a:pt x="1" y="2531"/>
                    <a:pt x="616" y="3174"/>
                    <a:pt x="1411" y="3260"/>
                  </a:cubicBezTo>
                  <a:cubicBezTo>
                    <a:pt x="1419" y="3261"/>
                    <a:pt x="1426" y="3261"/>
                    <a:pt x="1434" y="3261"/>
                  </a:cubicBezTo>
                  <a:cubicBezTo>
                    <a:pt x="1662" y="3261"/>
                    <a:pt x="1653" y="2891"/>
                    <a:pt x="1411" y="2866"/>
                  </a:cubicBezTo>
                  <a:cubicBezTo>
                    <a:pt x="822" y="2803"/>
                    <a:pt x="400" y="2298"/>
                    <a:pt x="396" y="1715"/>
                  </a:cubicBezTo>
                  <a:cubicBezTo>
                    <a:pt x="394" y="1167"/>
                    <a:pt x="781" y="394"/>
                    <a:pt x="1402" y="394"/>
                  </a:cubicBezTo>
                  <a:cubicBezTo>
                    <a:pt x="1405" y="394"/>
                    <a:pt x="1409" y="394"/>
                    <a:pt x="1412" y="394"/>
                  </a:cubicBezTo>
                  <a:cubicBezTo>
                    <a:pt x="1414" y="394"/>
                    <a:pt x="1415" y="394"/>
                    <a:pt x="1416" y="394"/>
                  </a:cubicBezTo>
                  <a:cubicBezTo>
                    <a:pt x="1666" y="394"/>
                    <a:pt x="1664" y="4"/>
                    <a:pt x="1412" y="0"/>
                  </a:cubicBezTo>
                  <a:cubicBezTo>
                    <a:pt x="1407" y="0"/>
                    <a:pt x="1402" y="0"/>
                    <a:pt x="13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5"/>
            <p:cNvSpPr/>
            <p:nvPr/>
          </p:nvSpPr>
          <p:spPr>
            <a:xfrm>
              <a:off x="7188800" y="1000913"/>
              <a:ext cx="39750" cy="74575"/>
            </a:xfrm>
            <a:custGeom>
              <a:rect b="b" l="l" r="r" t="t"/>
              <a:pathLst>
                <a:path extrusionOk="0" h="2983" w="1590">
                  <a:moveTo>
                    <a:pt x="1320" y="1"/>
                  </a:moveTo>
                  <a:cubicBezTo>
                    <a:pt x="1287" y="1"/>
                    <a:pt x="1253" y="11"/>
                    <a:pt x="1218" y="35"/>
                  </a:cubicBezTo>
                  <a:cubicBezTo>
                    <a:pt x="853" y="283"/>
                    <a:pt x="439" y="606"/>
                    <a:pt x="485" y="1100"/>
                  </a:cubicBezTo>
                  <a:cubicBezTo>
                    <a:pt x="501" y="1278"/>
                    <a:pt x="571" y="1414"/>
                    <a:pt x="688" y="1545"/>
                  </a:cubicBezTo>
                  <a:cubicBezTo>
                    <a:pt x="843" y="1717"/>
                    <a:pt x="1062" y="1770"/>
                    <a:pt x="1088" y="2059"/>
                  </a:cubicBezTo>
                  <a:cubicBezTo>
                    <a:pt x="1120" y="2412"/>
                    <a:pt x="764" y="2594"/>
                    <a:pt x="452" y="2594"/>
                  </a:cubicBezTo>
                  <a:cubicBezTo>
                    <a:pt x="415" y="2594"/>
                    <a:pt x="378" y="2591"/>
                    <a:pt x="343" y="2586"/>
                  </a:cubicBezTo>
                  <a:cubicBezTo>
                    <a:pt x="331" y="2584"/>
                    <a:pt x="319" y="2583"/>
                    <a:pt x="308" y="2583"/>
                  </a:cubicBezTo>
                  <a:cubicBezTo>
                    <a:pt x="85" y="2583"/>
                    <a:pt x="0" y="2929"/>
                    <a:pt x="237" y="2966"/>
                  </a:cubicBezTo>
                  <a:cubicBezTo>
                    <a:pt x="310" y="2977"/>
                    <a:pt x="384" y="2982"/>
                    <a:pt x="458" y="2982"/>
                  </a:cubicBezTo>
                  <a:cubicBezTo>
                    <a:pt x="924" y="2982"/>
                    <a:pt x="1379" y="2755"/>
                    <a:pt x="1466" y="2240"/>
                  </a:cubicBezTo>
                  <a:cubicBezTo>
                    <a:pt x="1503" y="2015"/>
                    <a:pt x="1456" y="1793"/>
                    <a:pt x="1327" y="1606"/>
                  </a:cubicBezTo>
                  <a:cubicBezTo>
                    <a:pt x="1232" y="1467"/>
                    <a:pt x="1059" y="1399"/>
                    <a:pt x="966" y="1266"/>
                  </a:cubicBezTo>
                  <a:cubicBezTo>
                    <a:pt x="694" y="880"/>
                    <a:pt x="1131" y="569"/>
                    <a:pt x="1415" y="376"/>
                  </a:cubicBezTo>
                  <a:cubicBezTo>
                    <a:pt x="1589" y="258"/>
                    <a:pt x="1482" y="1"/>
                    <a:pt x="132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5"/>
            <p:cNvSpPr/>
            <p:nvPr/>
          </p:nvSpPr>
          <p:spPr>
            <a:xfrm>
              <a:off x="7249625" y="1000788"/>
              <a:ext cx="9900" cy="73625"/>
            </a:xfrm>
            <a:custGeom>
              <a:rect b="b" l="l" r="r" t="t"/>
              <a:pathLst>
                <a:path extrusionOk="0" h="2945" w="396">
                  <a:moveTo>
                    <a:pt x="199" y="0"/>
                  </a:moveTo>
                  <a:cubicBezTo>
                    <a:pt x="100" y="0"/>
                    <a:pt x="2" y="64"/>
                    <a:pt x="2" y="191"/>
                  </a:cubicBezTo>
                  <a:cubicBezTo>
                    <a:pt x="2" y="1045"/>
                    <a:pt x="2" y="1900"/>
                    <a:pt x="0" y="2753"/>
                  </a:cubicBezTo>
                  <a:cubicBezTo>
                    <a:pt x="0" y="2880"/>
                    <a:pt x="99" y="2944"/>
                    <a:pt x="197" y="2944"/>
                  </a:cubicBezTo>
                  <a:cubicBezTo>
                    <a:pt x="296" y="2944"/>
                    <a:pt x="394" y="2880"/>
                    <a:pt x="394" y="2753"/>
                  </a:cubicBezTo>
                  <a:cubicBezTo>
                    <a:pt x="394" y="1900"/>
                    <a:pt x="394" y="1045"/>
                    <a:pt x="395" y="191"/>
                  </a:cubicBezTo>
                  <a:cubicBezTo>
                    <a:pt x="395" y="64"/>
                    <a:pt x="297" y="0"/>
                    <a:pt x="1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5"/>
            <p:cNvSpPr/>
            <p:nvPr/>
          </p:nvSpPr>
          <p:spPr>
            <a:xfrm>
              <a:off x="7277150" y="1002638"/>
              <a:ext cx="11475" cy="73575"/>
            </a:xfrm>
            <a:custGeom>
              <a:rect b="b" l="l" r="r" t="t"/>
              <a:pathLst>
                <a:path extrusionOk="0" h="2943" w="459">
                  <a:moveTo>
                    <a:pt x="195" y="0"/>
                  </a:moveTo>
                  <a:cubicBezTo>
                    <a:pt x="97" y="0"/>
                    <a:pt x="1" y="64"/>
                    <a:pt x="4" y="191"/>
                  </a:cubicBezTo>
                  <a:cubicBezTo>
                    <a:pt x="24" y="1044"/>
                    <a:pt x="43" y="1899"/>
                    <a:pt x="62" y="2753"/>
                  </a:cubicBezTo>
                  <a:cubicBezTo>
                    <a:pt x="65" y="2880"/>
                    <a:pt x="165" y="2943"/>
                    <a:pt x="263" y="2943"/>
                  </a:cubicBezTo>
                  <a:cubicBezTo>
                    <a:pt x="361" y="2943"/>
                    <a:pt x="458" y="2880"/>
                    <a:pt x="455" y="2753"/>
                  </a:cubicBezTo>
                  <a:cubicBezTo>
                    <a:pt x="437" y="1899"/>
                    <a:pt x="418" y="1044"/>
                    <a:pt x="398" y="191"/>
                  </a:cubicBezTo>
                  <a:cubicBezTo>
                    <a:pt x="394" y="64"/>
                    <a:pt x="294" y="0"/>
                    <a:pt x="19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5"/>
            <p:cNvSpPr/>
            <p:nvPr/>
          </p:nvSpPr>
          <p:spPr>
            <a:xfrm>
              <a:off x="7277700" y="1000913"/>
              <a:ext cx="61600" cy="70925"/>
            </a:xfrm>
            <a:custGeom>
              <a:rect b="b" l="l" r="r" t="t"/>
              <a:pathLst>
                <a:path extrusionOk="0" h="2837" w="2464">
                  <a:moveTo>
                    <a:pt x="2193" y="0"/>
                  </a:moveTo>
                  <a:cubicBezTo>
                    <a:pt x="2095" y="0"/>
                    <a:pt x="2002" y="63"/>
                    <a:pt x="2011" y="190"/>
                  </a:cubicBezTo>
                  <a:cubicBezTo>
                    <a:pt x="2059" y="860"/>
                    <a:pt x="2050" y="1528"/>
                    <a:pt x="1978" y="2194"/>
                  </a:cubicBezTo>
                  <a:lnTo>
                    <a:pt x="1978" y="2194"/>
                  </a:lnTo>
                  <a:cubicBezTo>
                    <a:pt x="1411" y="1552"/>
                    <a:pt x="898" y="870"/>
                    <a:pt x="436" y="148"/>
                  </a:cubicBezTo>
                  <a:cubicBezTo>
                    <a:pt x="395" y="85"/>
                    <a:pt x="335" y="58"/>
                    <a:pt x="275" y="58"/>
                  </a:cubicBezTo>
                  <a:cubicBezTo>
                    <a:pt x="138" y="58"/>
                    <a:pt x="1" y="199"/>
                    <a:pt x="95" y="349"/>
                  </a:cubicBezTo>
                  <a:cubicBezTo>
                    <a:pt x="651" y="1215"/>
                    <a:pt x="1278" y="2028"/>
                    <a:pt x="1978" y="2781"/>
                  </a:cubicBezTo>
                  <a:cubicBezTo>
                    <a:pt x="2013" y="2818"/>
                    <a:pt x="2064" y="2836"/>
                    <a:pt x="2117" y="2836"/>
                  </a:cubicBezTo>
                  <a:cubicBezTo>
                    <a:pt x="2204" y="2836"/>
                    <a:pt x="2294" y="2786"/>
                    <a:pt x="2307" y="2694"/>
                  </a:cubicBezTo>
                  <a:cubicBezTo>
                    <a:pt x="2429" y="1859"/>
                    <a:pt x="2463" y="1029"/>
                    <a:pt x="2405" y="190"/>
                  </a:cubicBezTo>
                  <a:cubicBezTo>
                    <a:pt x="2395" y="64"/>
                    <a:pt x="2291" y="0"/>
                    <a:pt x="21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5"/>
            <p:cNvSpPr/>
            <p:nvPr/>
          </p:nvSpPr>
          <p:spPr>
            <a:xfrm>
              <a:off x="7387600" y="967938"/>
              <a:ext cx="49475" cy="114400"/>
            </a:xfrm>
            <a:custGeom>
              <a:rect b="b" l="l" r="r" t="t"/>
              <a:pathLst>
                <a:path extrusionOk="0" h="4576" w="1979">
                  <a:moveTo>
                    <a:pt x="450" y="425"/>
                  </a:moveTo>
                  <a:lnTo>
                    <a:pt x="450" y="425"/>
                  </a:lnTo>
                  <a:cubicBezTo>
                    <a:pt x="473" y="436"/>
                    <a:pt x="500" y="443"/>
                    <a:pt x="531" y="443"/>
                  </a:cubicBezTo>
                  <a:cubicBezTo>
                    <a:pt x="535" y="443"/>
                    <a:pt x="540" y="443"/>
                    <a:pt x="545" y="442"/>
                  </a:cubicBezTo>
                  <a:cubicBezTo>
                    <a:pt x="671" y="448"/>
                    <a:pt x="796" y="451"/>
                    <a:pt x="923" y="457"/>
                  </a:cubicBezTo>
                  <a:cubicBezTo>
                    <a:pt x="1573" y="786"/>
                    <a:pt x="1709" y="1160"/>
                    <a:pt x="1331" y="1580"/>
                  </a:cubicBezTo>
                  <a:cubicBezTo>
                    <a:pt x="1109" y="1984"/>
                    <a:pt x="998" y="2033"/>
                    <a:pt x="582" y="2170"/>
                  </a:cubicBezTo>
                  <a:cubicBezTo>
                    <a:pt x="392" y="2233"/>
                    <a:pt x="401" y="2484"/>
                    <a:pt x="582" y="2550"/>
                  </a:cubicBezTo>
                  <a:cubicBezTo>
                    <a:pt x="1109" y="2741"/>
                    <a:pt x="1497" y="3311"/>
                    <a:pt x="1045" y="3772"/>
                  </a:cubicBezTo>
                  <a:cubicBezTo>
                    <a:pt x="861" y="3958"/>
                    <a:pt x="636" y="4050"/>
                    <a:pt x="397" y="4121"/>
                  </a:cubicBezTo>
                  <a:lnTo>
                    <a:pt x="397" y="4121"/>
                  </a:lnTo>
                  <a:cubicBezTo>
                    <a:pt x="408" y="2890"/>
                    <a:pt x="426" y="1657"/>
                    <a:pt x="450" y="425"/>
                  </a:cubicBezTo>
                  <a:close/>
                  <a:moveTo>
                    <a:pt x="262" y="1"/>
                  </a:moveTo>
                  <a:cubicBezTo>
                    <a:pt x="164" y="1"/>
                    <a:pt x="65" y="64"/>
                    <a:pt x="63" y="190"/>
                  </a:cubicBezTo>
                  <a:cubicBezTo>
                    <a:pt x="34" y="1586"/>
                    <a:pt x="13" y="2983"/>
                    <a:pt x="1" y="4379"/>
                  </a:cubicBezTo>
                  <a:cubicBezTo>
                    <a:pt x="0" y="4490"/>
                    <a:pt x="95" y="4575"/>
                    <a:pt x="199" y="4575"/>
                  </a:cubicBezTo>
                  <a:cubicBezTo>
                    <a:pt x="216" y="4575"/>
                    <a:pt x="233" y="4573"/>
                    <a:pt x="250" y="4568"/>
                  </a:cubicBezTo>
                  <a:cubicBezTo>
                    <a:pt x="873" y="4396"/>
                    <a:pt x="1706" y="4100"/>
                    <a:pt x="1746" y="3323"/>
                  </a:cubicBezTo>
                  <a:cubicBezTo>
                    <a:pt x="1771" y="2862"/>
                    <a:pt x="1487" y="2568"/>
                    <a:pt x="1131" y="2368"/>
                  </a:cubicBezTo>
                  <a:lnTo>
                    <a:pt x="1131" y="2368"/>
                  </a:lnTo>
                  <a:cubicBezTo>
                    <a:pt x="1616" y="2123"/>
                    <a:pt x="1979" y="1740"/>
                    <a:pt x="1912" y="1107"/>
                  </a:cubicBezTo>
                  <a:cubicBezTo>
                    <a:pt x="1843" y="435"/>
                    <a:pt x="1276" y="46"/>
                    <a:pt x="642" y="46"/>
                  </a:cubicBezTo>
                  <a:cubicBezTo>
                    <a:pt x="610" y="46"/>
                    <a:pt x="578" y="47"/>
                    <a:pt x="545" y="49"/>
                  </a:cubicBezTo>
                  <a:cubicBezTo>
                    <a:pt x="499" y="52"/>
                    <a:pt x="461" y="67"/>
                    <a:pt x="431" y="91"/>
                  </a:cubicBezTo>
                  <a:lnTo>
                    <a:pt x="431" y="91"/>
                  </a:lnTo>
                  <a:cubicBezTo>
                    <a:pt x="397" y="31"/>
                    <a:pt x="330" y="1"/>
                    <a:pt x="26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5"/>
            <p:cNvSpPr/>
            <p:nvPr/>
          </p:nvSpPr>
          <p:spPr>
            <a:xfrm>
              <a:off x="7461600" y="973213"/>
              <a:ext cx="51525" cy="105450"/>
            </a:xfrm>
            <a:custGeom>
              <a:rect b="b" l="l" r="r" t="t"/>
              <a:pathLst>
                <a:path extrusionOk="0" h="4218" w="2061">
                  <a:moveTo>
                    <a:pt x="290" y="0"/>
                  </a:moveTo>
                  <a:cubicBezTo>
                    <a:pt x="116" y="0"/>
                    <a:pt x="0" y="263"/>
                    <a:pt x="188" y="367"/>
                  </a:cubicBezTo>
                  <a:cubicBezTo>
                    <a:pt x="1605" y="1156"/>
                    <a:pt x="1612" y="3054"/>
                    <a:pt x="191" y="3850"/>
                  </a:cubicBezTo>
                  <a:cubicBezTo>
                    <a:pt x="2" y="3956"/>
                    <a:pt x="118" y="4217"/>
                    <a:pt x="293" y="4217"/>
                  </a:cubicBezTo>
                  <a:cubicBezTo>
                    <a:pt x="324" y="4217"/>
                    <a:pt x="356" y="4209"/>
                    <a:pt x="390" y="4191"/>
                  </a:cubicBezTo>
                  <a:cubicBezTo>
                    <a:pt x="2060" y="3258"/>
                    <a:pt x="2060" y="961"/>
                    <a:pt x="385" y="27"/>
                  </a:cubicBezTo>
                  <a:cubicBezTo>
                    <a:pt x="353" y="8"/>
                    <a:pt x="320" y="0"/>
                    <a:pt x="2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5"/>
            <p:cNvSpPr/>
            <p:nvPr/>
          </p:nvSpPr>
          <p:spPr>
            <a:xfrm>
              <a:off x="6914325" y="1173663"/>
              <a:ext cx="47750" cy="89250"/>
            </a:xfrm>
            <a:custGeom>
              <a:rect b="b" l="l" r="r" t="t"/>
              <a:pathLst>
                <a:path extrusionOk="0" h="3570" w="1910">
                  <a:moveTo>
                    <a:pt x="435" y="409"/>
                  </a:moveTo>
                  <a:cubicBezTo>
                    <a:pt x="1111" y="515"/>
                    <a:pt x="1575" y="1162"/>
                    <a:pt x="1473" y="1850"/>
                  </a:cubicBezTo>
                  <a:cubicBezTo>
                    <a:pt x="1390" y="2422"/>
                    <a:pt x="981" y="2849"/>
                    <a:pt x="480" y="3087"/>
                  </a:cubicBezTo>
                  <a:lnTo>
                    <a:pt x="480" y="3087"/>
                  </a:lnTo>
                  <a:cubicBezTo>
                    <a:pt x="415" y="2195"/>
                    <a:pt x="400" y="1303"/>
                    <a:pt x="435" y="409"/>
                  </a:cubicBezTo>
                  <a:close/>
                  <a:moveTo>
                    <a:pt x="278" y="1"/>
                  </a:moveTo>
                  <a:cubicBezTo>
                    <a:pt x="212" y="1"/>
                    <a:pt x="163" y="29"/>
                    <a:pt x="133" y="70"/>
                  </a:cubicBezTo>
                  <a:lnTo>
                    <a:pt x="133" y="70"/>
                  </a:lnTo>
                  <a:cubicBezTo>
                    <a:pt x="86" y="101"/>
                    <a:pt x="52" y="153"/>
                    <a:pt x="49" y="226"/>
                  </a:cubicBezTo>
                  <a:cubicBezTo>
                    <a:pt x="0" y="1276"/>
                    <a:pt x="22" y="2321"/>
                    <a:pt x="109" y="3369"/>
                  </a:cubicBezTo>
                  <a:cubicBezTo>
                    <a:pt x="119" y="3470"/>
                    <a:pt x="197" y="3570"/>
                    <a:pt x="301" y="3570"/>
                  </a:cubicBezTo>
                  <a:cubicBezTo>
                    <a:pt x="319" y="3570"/>
                    <a:pt x="338" y="3567"/>
                    <a:pt x="358" y="3560"/>
                  </a:cubicBezTo>
                  <a:cubicBezTo>
                    <a:pt x="1190" y="3269"/>
                    <a:pt x="1910" y="2546"/>
                    <a:pt x="1888" y="1614"/>
                  </a:cubicBezTo>
                  <a:cubicBezTo>
                    <a:pt x="1867" y="735"/>
                    <a:pt x="1150" y="32"/>
                    <a:pt x="287" y="1"/>
                  </a:cubicBezTo>
                  <a:cubicBezTo>
                    <a:pt x="284" y="1"/>
                    <a:pt x="281" y="1"/>
                    <a:pt x="2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5"/>
            <p:cNvSpPr/>
            <p:nvPr/>
          </p:nvSpPr>
          <p:spPr>
            <a:xfrm>
              <a:off x="6957525" y="1152988"/>
              <a:ext cx="38700" cy="32900"/>
            </a:xfrm>
            <a:custGeom>
              <a:rect b="b" l="l" r="r" t="t"/>
              <a:pathLst>
                <a:path extrusionOk="0" h="1316" w="1548">
                  <a:moveTo>
                    <a:pt x="614" y="1"/>
                  </a:moveTo>
                  <a:cubicBezTo>
                    <a:pt x="454" y="1"/>
                    <a:pt x="281" y="80"/>
                    <a:pt x="162" y="171"/>
                  </a:cubicBezTo>
                  <a:cubicBezTo>
                    <a:pt x="0" y="293"/>
                    <a:pt x="104" y="548"/>
                    <a:pt x="258" y="548"/>
                  </a:cubicBezTo>
                  <a:cubicBezTo>
                    <a:pt x="291" y="548"/>
                    <a:pt x="327" y="536"/>
                    <a:pt x="362" y="509"/>
                  </a:cubicBezTo>
                  <a:cubicBezTo>
                    <a:pt x="414" y="470"/>
                    <a:pt x="470" y="428"/>
                    <a:pt x="533" y="408"/>
                  </a:cubicBezTo>
                  <a:cubicBezTo>
                    <a:pt x="570" y="396"/>
                    <a:pt x="590" y="390"/>
                    <a:pt x="598" y="390"/>
                  </a:cubicBezTo>
                  <a:cubicBezTo>
                    <a:pt x="615" y="390"/>
                    <a:pt x="583" y="415"/>
                    <a:pt x="547" y="457"/>
                  </a:cubicBezTo>
                  <a:cubicBezTo>
                    <a:pt x="427" y="600"/>
                    <a:pt x="335" y="785"/>
                    <a:pt x="233" y="942"/>
                  </a:cubicBezTo>
                  <a:cubicBezTo>
                    <a:pt x="154" y="1065"/>
                    <a:pt x="255" y="1239"/>
                    <a:pt x="399" y="1239"/>
                  </a:cubicBezTo>
                  <a:cubicBezTo>
                    <a:pt x="400" y="1239"/>
                    <a:pt x="402" y="1239"/>
                    <a:pt x="404" y="1239"/>
                  </a:cubicBezTo>
                  <a:cubicBezTo>
                    <a:pt x="437" y="1238"/>
                    <a:pt x="471" y="1237"/>
                    <a:pt x="504" y="1237"/>
                  </a:cubicBezTo>
                  <a:cubicBezTo>
                    <a:pt x="743" y="1237"/>
                    <a:pt x="976" y="1260"/>
                    <a:pt x="1211" y="1310"/>
                  </a:cubicBezTo>
                  <a:cubicBezTo>
                    <a:pt x="1227" y="1314"/>
                    <a:pt x="1242" y="1315"/>
                    <a:pt x="1257" y="1315"/>
                  </a:cubicBezTo>
                  <a:cubicBezTo>
                    <a:pt x="1470" y="1315"/>
                    <a:pt x="1547" y="979"/>
                    <a:pt x="1316" y="931"/>
                  </a:cubicBezTo>
                  <a:cubicBezTo>
                    <a:pt x="1138" y="893"/>
                    <a:pt x="959" y="867"/>
                    <a:pt x="779" y="854"/>
                  </a:cubicBezTo>
                  <a:lnTo>
                    <a:pt x="779" y="854"/>
                  </a:lnTo>
                  <a:cubicBezTo>
                    <a:pt x="935" y="624"/>
                    <a:pt x="1073" y="357"/>
                    <a:pt x="909" y="142"/>
                  </a:cubicBezTo>
                  <a:cubicBezTo>
                    <a:pt x="832" y="40"/>
                    <a:pt x="726" y="1"/>
                    <a:pt x="61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5"/>
            <p:cNvSpPr/>
            <p:nvPr/>
          </p:nvSpPr>
          <p:spPr>
            <a:xfrm>
              <a:off x="7004725" y="1207313"/>
              <a:ext cx="34700" cy="9875"/>
            </a:xfrm>
            <a:custGeom>
              <a:rect b="b" l="l" r="r" t="t"/>
              <a:pathLst>
                <a:path extrusionOk="0" h="395" w="1388">
                  <a:moveTo>
                    <a:pt x="255" y="1"/>
                  </a:moveTo>
                  <a:cubicBezTo>
                    <a:pt x="0" y="1"/>
                    <a:pt x="0" y="394"/>
                    <a:pt x="255" y="394"/>
                  </a:cubicBezTo>
                  <a:lnTo>
                    <a:pt x="1134" y="394"/>
                  </a:lnTo>
                  <a:cubicBezTo>
                    <a:pt x="1387" y="394"/>
                    <a:pt x="1387" y="1"/>
                    <a:pt x="11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5"/>
            <p:cNvSpPr/>
            <p:nvPr/>
          </p:nvSpPr>
          <p:spPr>
            <a:xfrm>
              <a:off x="7059550" y="1173363"/>
              <a:ext cx="38100" cy="66050"/>
            </a:xfrm>
            <a:custGeom>
              <a:rect b="b" l="l" r="r" t="t"/>
              <a:pathLst>
                <a:path extrusionOk="0" h="2642" w="1524">
                  <a:moveTo>
                    <a:pt x="751" y="1"/>
                  </a:moveTo>
                  <a:cubicBezTo>
                    <a:pt x="559" y="1"/>
                    <a:pt x="360" y="131"/>
                    <a:pt x="217" y="259"/>
                  </a:cubicBezTo>
                  <a:cubicBezTo>
                    <a:pt x="68" y="389"/>
                    <a:pt x="206" y="587"/>
                    <a:pt x="364" y="587"/>
                  </a:cubicBezTo>
                  <a:cubicBezTo>
                    <a:pt x="408" y="587"/>
                    <a:pt x="453" y="572"/>
                    <a:pt x="494" y="535"/>
                  </a:cubicBezTo>
                  <a:lnTo>
                    <a:pt x="719" y="487"/>
                  </a:lnTo>
                  <a:lnTo>
                    <a:pt x="719" y="487"/>
                  </a:lnTo>
                  <a:cubicBezTo>
                    <a:pt x="677" y="565"/>
                    <a:pt x="639" y="644"/>
                    <a:pt x="597" y="723"/>
                  </a:cubicBezTo>
                  <a:cubicBezTo>
                    <a:pt x="530" y="853"/>
                    <a:pt x="463" y="986"/>
                    <a:pt x="395" y="1117"/>
                  </a:cubicBezTo>
                  <a:cubicBezTo>
                    <a:pt x="340" y="1225"/>
                    <a:pt x="383" y="1374"/>
                    <a:pt x="513" y="1407"/>
                  </a:cubicBezTo>
                  <a:cubicBezTo>
                    <a:pt x="785" y="1473"/>
                    <a:pt x="1207" y="1648"/>
                    <a:pt x="985" y="1997"/>
                  </a:cubicBezTo>
                  <a:cubicBezTo>
                    <a:pt x="841" y="2223"/>
                    <a:pt x="553" y="2248"/>
                    <a:pt x="308" y="2248"/>
                  </a:cubicBezTo>
                  <a:cubicBezTo>
                    <a:pt x="290" y="2248"/>
                    <a:pt x="272" y="2248"/>
                    <a:pt x="254" y="2247"/>
                  </a:cubicBezTo>
                  <a:cubicBezTo>
                    <a:pt x="252" y="2247"/>
                    <a:pt x="250" y="2247"/>
                    <a:pt x="248" y="2247"/>
                  </a:cubicBezTo>
                  <a:cubicBezTo>
                    <a:pt x="0" y="2247"/>
                    <a:pt x="2" y="2638"/>
                    <a:pt x="254" y="2641"/>
                  </a:cubicBezTo>
                  <a:cubicBezTo>
                    <a:pt x="266" y="2641"/>
                    <a:pt x="278" y="2641"/>
                    <a:pt x="290" y="2641"/>
                  </a:cubicBezTo>
                  <a:cubicBezTo>
                    <a:pt x="767" y="2641"/>
                    <a:pt x="1320" y="2474"/>
                    <a:pt x="1432" y="1941"/>
                  </a:cubicBezTo>
                  <a:cubicBezTo>
                    <a:pt x="1523" y="1495"/>
                    <a:pt x="1224" y="1241"/>
                    <a:pt x="862" y="1104"/>
                  </a:cubicBezTo>
                  <a:lnTo>
                    <a:pt x="862" y="1104"/>
                  </a:lnTo>
                  <a:cubicBezTo>
                    <a:pt x="1045" y="801"/>
                    <a:pt x="1285" y="384"/>
                    <a:pt x="1045" y="132"/>
                  </a:cubicBezTo>
                  <a:cubicBezTo>
                    <a:pt x="955" y="38"/>
                    <a:pt x="854" y="1"/>
                    <a:pt x="7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5"/>
            <p:cNvSpPr/>
            <p:nvPr/>
          </p:nvSpPr>
          <p:spPr>
            <a:xfrm>
              <a:off x="7103700" y="1171963"/>
              <a:ext cx="52775" cy="68925"/>
            </a:xfrm>
            <a:custGeom>
              <a:rect b="b" l="l" r="r" t="t"/>
              <a:pathLst>
                <a:path extrusionOk="0" h="2757" w="2111">
                  <a:moveTo>
                    <a:pt x="1435" y="0"/>
                  </a:moveTo>
                  <a:cubicBezTo>
                    <a:pt x="1370" y="0"/>
                    <a:pt x="1304" y="31"/>
                    <a:pt x="1266" y="96"/>
                  </a:cubicBezTo>
                  <a:cubicBezTo>
                    <a:pt x="811" y="875"/>
                    <a:pt x="410" y="1681"/>
                    <a:pt x="60" y="2512"/>
                  </a:cubicBezTo>
                  <a:cubicBezTo>
                    <a:pt x="1" y="2655"/>
                    <a:pt x="117" y="2748"/>
                    <a:pt x="240" y="2748"/>
                  </a:cubicBezTo>
                  <a:cubicBezTo>
                    <a:pt x="320" y="2748"/>
                    <a:pt x="402" y="2709"/>
                    <a:pt x="440" y="2618"/>
                  </a:cubicBezTo>
                  <a:cubicBezTo>
                    <a:pt x="714" y="1968"/>
                    <a:pt x="1025" y="1334"/>
                    <a:pt x="1367" y="716"/>
                  </a:cubicBezTo>
                  <a:lnTo>
                    <a:pt x="1367" y="716"/>
                  </a:lnTo>
                  <a:cubicBezTo>
                    <a:pt x="1513" y="1327"/>
                    <a:pt x="1626" y="1945"/>
                    <a:pt x="1702" y="2568"/>
                  </a:cubicBezTo>
                  <a:cubicBezTo>
                    <a:pt x="1717" y="2693"/>
                    <a:pt x="1823" y="2756"/>
                    <a:pt x="1922" y="2756"/>
                  </a:cubicBezTo>
                  <a:cubicBezTo>
                    <a:pt x="2020" y="2756"/>
                    <a:pt x="2110" y="2694"/>
                    <a:pt x="2095" y="2568"/>
                  </a:cubicBezTo>
                  <a:cubicBezTo>
                    <a:pt x="1995" y="1747"/>
                    <a:pt x="1843" y="939"/>
                    <a:pt x="1627" y="142"/>
                  </a:cubicBezTo>
                  <a:cubicBezTo>
                    <a:pt x="1601" y="50"/>
                    <a:pt x="1519" y="0"/>
                    <a:pt x="14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5"/>
            <p:cNvSpPr/>
            <p:nvPr/>
          </p:nvSpPr>
          <p:spPr>
            <a:xfrm>
              <a:off x="7112725" y="1212588"/>
              <a:ext cx="44825" cy="11275"/>
            </a:xfrm>
            <a:custGeom>
              <a:rect b="b" l="l" r="r" t="t"/>
              <a:pathLst>
                <a:path extrusionOk="0" h="451" w="1793">
                  <a:moveTo>
                    <a:pt x="686" y="1"/>
                  </a:moveTo>
                  <a:cubicBezTo>
                    <a:pt x="542" y="1"/>
                    <a:pt x="399" y="7"/>
                    <a:pt x="254" y="19"/>
                  </a:cubicBezTo>
                  <a:cubicBezTo>
                    <a:pt x="9" y="39"/>
                    <a:pt x="1" y="413"/>
                    <a:pt x="234" y="413"/>
                  </a:cubicBezTo>
                  <a:cubicBezTo>
                    <a:pt x="241" y="413"/>
                    <a:pt x="247" y="413"/>
                    <a:pt x="254" y="412"/>
                  </a:cubicBezTo>
                  <a:cubicBezTo>
                    <a:pt x="407" y="399"/>
                    <a:pt x="560" y="392"/>
                    <a:pt x="713" y="392"/>
                  </a:cubicBezTo>
                  <a:cubicBezTo>
                    <a:pt x="959" y="392"/>
                    <a:pt x="1205" y="410"/>
                    <a:pt x="1449" y="448"/>
                  </a:cubicBezTo>
                  <a:cubicBezTo>
                    <a:pt x="1461" y="450"/>
                    <a:pt x="1472" y="451"/>
                    <a:pt x="1483" y="451"/>
                  </a:cubicBezTo>
                  <a:cubicBezTo>
                    <a:pt x="1708" y="451"/>
                    <a:pt x="1793" y="104"/>
                    <a:pt x="1555" y="69"/>
                  </a:cubicBezTo>
                  <a:cubicBezTo>
                    <a:pt x="1265" y="25"/>
                    <a:pt x="976" y="1"/>
                    <a:pt x="6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5"/>
            <p:cNvSpPr/>
            <p:nvPr/>
          </p:nvSpPr>
          <p:spPr>
            <a:xfrm>
              <a:off x="7182475" y="1168563"/>
              <a:ext cx="43150" cy="68750"/>
            </a:xfrm>
            <a:custGeom>
              <a:rect b="b" l="l" r="r" t="t"/>
              <a:pathLst>
                <a:path extrusionOk="0" h="2750" w="1726">
                  <a:moveTo>
                    <a:pt x="1107" y="0"/>
                  </a:moveTo>
                  <a:cubicBezTo>
                    <a:pt x="1078" y="0"/>
                    <a:pt x="1049" y="6"/>
                    <a:pt x="1019" y="20"/>
                  </a:cubicBezTo>
                  <a:cubicBezTo>
                    <a:pt x="403" y="299"/>
                    <a:pt x="1" y="931"/>
                    <a:pt x="88" y="1616"/>
                  </a:cubicBezTo>
                  <a:cubicBezTo>
                    <a:pt x="171" y="2264"/>
                    <a:pt x="692" y="2749"/>
                    <a:pt x="1331" y="2749"/>
                  </a:cubicBezTo>
                  <a:cubicBezTo>
                    <a:pt x="1378" y="2749"/>
                    <a:pt x="1425" y="2747"/>
                    <a:pt x="1472" y="2742"/>
                  </a:cubicBezTo>
                  <a:cubicBezTo>
                    <a:pt x="1714" y="2717"/>
                    <a:pt x="1725" y="2347"/>
                    <a:pt x="1496" y="2347"/>
                  </a:cubicBezTo>
                  <a:cubicBezTo>
                    <a:pt x="1488" y="2347"/>
                    <a:pt x="1480" y="2347"/>
                    <a:pt x="1472" y="2348"/>
                  </a:cubicBezTo>
                  <a:cubicBezTo>
                    <a:pt x="1435" y="2352"/>
                    <a:pt x="1398" y="2354"/>
                    <a:pt x="1361" y="2354"/>
                  </a:cubicBezTo>
                  <a:cubicBezTo>
                    <a:pt x="850" y="2354"/>
                    <a:pt x="467" y="1959"/>
                    <a:pt x="467" y="1430"/>
                  </a:cubicBezTo>
                  <a:cubicBezTo>
                    <a:pt x="465" y="938"/>
                    <a:pt x="787" y="557"/>
                    <a:pt x="1216" y="359"/>
                  </a:cubicBezTo>
                  <a:cubicBezTo>
                    <a:pt x="1417" y="269"/>
                    <a:pt x="1293" y="0"/>
                    <a:pt x="11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5"/>
            <p:cNvSpPr/>
            <p:nvPr/>
          </p:nvSpPr>
          <p:spPr>
            <a:xfrm>
              <a:off x="7221425" y="1167763"/>
              <a:ext cx="74375" cy="72000"/>
            </a:xfrm>
            <a:custGeom>
              <a:rect b="b" l="l" r="r" t="t"/>
              <a:pathLst>
                <a:path extrusionOk="0" h="2880" w="2975">
                  <a:moveTo>
                    <a:pt x="1783" y="417"/>
                  </a:moveTo>
                  <a:cubicBezTo>
                    <a:pt x="2647" y="760"/>
                    <a:pt x="2790" y="2013"/>
                    <a:pt x="1853" y="2407"/>
                  </a:cubicBezTo>
                  <a:cubicBezTo>
                    <a:pt x="1745" y="2452"/>
                    <a:pt x="1644" y="2473"/>
                    <a:pt x="1550" y="2473"/>
                  </a:cubicBezTo>
                  <a:cubicBezTo>
                    <a:pt x="615" y="2473"/>
                    <a:pt x="410" y="430"/>
                    <a:pt x="1644" y="430"/>
                  </a:cubicBezTo>
                  <a:cubicBezTo>
                    <a:pt x="1660" y="430"/>
                    <a:pt x="1677" y="431"/>
                    <a:pt x="1694" y="432"/>
                  </a:cubicBezTo>
                  <a:cubicBezTo>
                    <a:pt x="1698" y="432"/>
                    <a:pt x="1703" y="432"/>
                    <a:pt x="1707" y="432"/>
                  </a:cubicBezTo>
                  <a:cubicBezTo>
                    <a:pt x="1736" y="432"/>
                    <a:pt x="1761" y="426"/>
                    <a:pt x="1783" y="417"/>
                  </a:cubicBezTo>
                  <a:close/>
                  <a:moveTo>
                    <a:pt x="1752" y="0"/>
                  </a:moveTo>
                  <a:cubicBezTo>
                    <a:pt x="1711" y="0"/>
                    <a:pt x="1675" y="15"/>
                    <a:pt x="1647" y="38"/>
                  </a:cubicBezTo>
                  <a:lnTo>
                    <a:pt x="1647" y="38"/>
                  </a:lnTo>
                  <a:cubicBezTo>
                    <a:pt x="1642" y="38"/>
                    <a:pt x="1637" y="38"/>
                    <a:pt x="1632" y="38"/>
                  </a:cubicBezTo>
                  <a:cubicBezTo>
                    <a:pt x="0" y="38"/>
                    <a:pt x="14" y="2880"/>
                    <a:pt x="1511" y="2880"/>
                  </a:cubicBezTo>
                  <a:cubicBezTo>
                    <a:pt x="1540" y="2880"/>
                    <a:pt x="1570" y="2879"/>
                    <a:pt x="1601" y="2877"/>
                  </a:cubicBezTo>
                  <a:cubicBezTo>
                    <a:pt x="2273" y="2825"/>
                    <a:pt x="2832" y="2230"/>
                    <a:pt x="2899" y="1568"/>
                  </a:cubicBezTo>
                  <a:cubicBezTo>
                    <a:pt x="2975" y="847"/>
                    <a:pt x="2481" y="225"/>
                    <a:pt x="1815" y="11"/>
                  </a:cubicBezTo>
                  <a:cubicBezTo>
                    <a:pt x="1793" y="3"/>
                    <a:pt x="1772" y="0"/>
                    <a:pt x="175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5"/>
            <p:cNvSpPr/>
            <p:nvPr/>
          </p:nvSpPr>
          <p:spPr>
            <a:xfrm>
              <a:off x="7294000" y="1171138"/>
              <a:ext cx="41225" cy="64525"/>
            </a:xfrm>
            <a:custGeom>
              <a:rect b="b" l="l" r="r" t="t"/>
              <a:pathLst>
                <a:path extrusionOk="0" h="2581" w="1649">
                  <a:moveTo>
                    <a:pt x="1114" y="1"/>
                  </a:moveTo>
                  <a:cubicBezTo>
                    <a:pt x="662" y="1"/>
                    <a:pt x="268" y="376"/>
                    <a:pt x="444" y="869"/>
                  </a:cubicBezTo>
                  <a:cubicBezTo>
                    <a:pt x="529" y="1104"/>
                    <a:pt x="729" y="1214"/>
                    <a:pt x="931" y="1336"/>
                  </a:cubicBezTo>
                  <a:cubicBezTo>
                    <a:pt x="998" y="1377"/>
                    <a:pt x="1106" y="1417"/>
                    <a:pt x="1153" y="1480"/>
                  </a:cubicBezTo>
                  <a:cubicBezTo>
                    <a:pt x="1342" y="1742"/>
                    <a:pt x="1130" y="1937"/>
                    <a:pt x="948" y="2043"/>
                  </a:cubicBezTo>
                  <a:cubicBezTo>
                    <a:pt x="738" y="2166"/>
                    <a:pt x="493" y="2173"/>
                    <a:pt x="254" y="2186"/>
                  </a:cubicBezTo>
                  <a:cubicBezTo>
                    <a:pt x="6" y="2200"/>
                    <a:pt x="0" y="2580"/>
                    <a:pt x="240" y="2580"/>
                  </a:cubicBezTo>
                  <a:cubicBezTo>
                    <a:pt x="245" y="2580"/>
                    <a:pt x="249" y="2580"/>
                    <a:pt x="254" y="2580"/>
                  </a:cubicBezTo>
                  <a:cubicBezTo>
                    <a:pt x="769" y="2553"/>
                    <a:pt x="1395" y="2462"/>
                    <a:pt x="1581" y="1891"/>
                  </a:cubicBezTo>
                  <a:cubicBezTo>
                    <a:pt x="1648" y="1684"/>
                    <a:pt x="1627" y="1462"/>
                    <a:pt x="1496" y="1283"/>
                  </a:cubicBezTo>
                  <a:cubicBezTo>
                    <a:pt x="1423" y="1181"/>
                    <a:pt x="1327" y="1114"/>
                    <a:pt x="1223" y="1047"/>
                  </a:cubicBezTo>
                  <a:cubicBezTo>
                    <a:pt x="1160" y="1011"/>
                    <a:pt x="1097" y="977"/>
                    <a:pt x="1034" y="942"/>
                  </a:cubicBezTo>
                  <a:cubicBezTo>
                    <a:pt x="808" y="846"/>
                    <a:pt x="845" y="662"/>
                    <a:pt x="1144" y="390"/>
                  </a:cubicBezTo>
                  <a:cubicBezTo>
                    <a:pt x="1157" y="392"/>
                    <a:pt x="1170" y="393"/>
                    <a:pt x="1182" y="393"/>
                  </a:cubicBezTo>
                  <a:cubicBezTo>
                    <a:pt x="1401" y="393"/>
                    <a:pt x="1484" y="51"/>
                    <a:pt x="1247" y="12"/>
                  </a:cubicBezTo>
                  <a:cubicBezTo>
                    <a:pt x="1203" y="4"/>
                    <a:pt x="1158" y="1"/>
                    <a:pt x="111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5"/>
            <p:cNvSpPr/>
            <p:nvPr/>
          </p:nvSpPr>
          <p:spPr>
            <a:xfrm>
              <a:off x="7362675" y="1165238"/>
              <a:ext cx="47275" cy="86525"/>
            </a:xfrm>
            <a:custGeom>
              <a:rect b="b" l="l" r="r" t="t"/>
              <a:pathLst>
                <a:path extrusionOk="0" h="3461" w="1891">
                  <a:moveTo>
                    <a:pt x="822" y="363"/>
                  </a:moveTo>
                  <a:cubicBezTo>
                    <a:pt x="1021" y="363"/>
                    <a:pt x="1139" y="488"/>
                    <a:pt x="1177" y="734"/>
                  </a:cubicBezTo>
                  <a:cubicBezTo>
                    <a:pt x="1445" y="985"/>
                    <a:pt x="1405" y="1187"/>
                    <a:pt x="1056" y="1336"/>
                  </a:cubicBezTo>
                  <a:cubicBezTo>
                    <a:pt x="896" y="1418"/>
                    <a:pt x="730" y="1484"/>
                    <a:pt x="558" y="1534"/>
                  </a:cubicBezTo>
                  <a:lnTo>
                    <a:pt x="558" y="1534"/>
                  </a:lnTo>
                  <a:cubicBezTo>
                    <a:pt x="557" y="1534"/>
                    <a:pt x="556" y="1534"/>
                    <a:pt x="554" y="1535"/>
                  </a:cubicBezTo>
                  <a:cubicBezTo>
                    <a:pt x="555" y="1535"/>
                    <a:pt x="555" y="1535"/>
                    <a:pt x="555" y="1535"/>
                  </a:cubicBezTo>
                  <a:lnTo>
                    <a:pt x="555" y="1535"/>
                  </a:lnTo>
                  <a:cubicBezTo>
                    <a:pt x="527" y="1544"/>
                    <a:pt x="504" y="1557"/>
                    <a:pt x="485" y="1572"/>
                  </a:cubicBezTo>
                  <a:lnTo>
                    <a:pt x="485" y="1572"/>
                  </a:lnTo>
                  <a:cubicBezTo>
                    <a:pt x="486" y="1179"/>
                    <a:pt x="487" y="786"/>
                    <a:pt x="487" y="394"/>
                  </a:cubicBezTo>
                  <a:lnTo>
                    <a:pt x="487" y="394"/>
                  </a:lnTo>
                  <a:cubicBezTo>
                    <a:pt x="549" y="389"/>
                    <a:pt x="611" y="385"/>
                    <a:pt x="675" y="382"/>
                  </a:cubicBezTo>
                  <a:cubicBezTo>
                    <a:pt x="728" y="370"/>
                    <a:pt x="777" y="363"/>
                    <a:pt x="822" y="363"/>
                  </a:cubicBezTo>
                  <a:close/>
                  <a:moveTo>
                    <a:pt x="484" y="1867"/>
                  </a:moveTo>
                  <a:cubicBezTo>
                    <a:pt x="519" y="1898"/>
                    <a:pt x="565" y="1917"/>
                    <a:pt x="621" y="1917"/>
                  </a:cubicBezTo>
                  <a:cubicBezTo>
                    <a:pt x="634" y="1917"/>
                    <a:pt x="648" y="1916"/>
                    <a:pt x="662" y="1914"/>
                  </a:cubicBezTo>
                  <a:cubicBezTo>
                    <a:pt x="1212" y="1963"/>
                    <a:pt x="1399" y="2235"/>
                    <a:pt x="1226" y="2731"/>
                  </a:cubicBezTo>
                  <a:cubicBezTo>
                    <a:pt x="1068" y="2948"/>
                    <a:pt x="855" y="3059"/>
                    <a:pt x="589" y="3065"/>
                  </a:cubicBezTo>
                  <a:cubicBezTo>
                    <a:pt x="381" y="2922"/>
                    <a:pt x="484" y="2338"/>
                    <a:pt x="484" y="2129"/>
                  </a:cubicBezTo>
                  <a:cubicBezTo>
                    <a:pt x="484" y="2041"/>
                    <a:pt x="484" y="1954"/>
                    <a:pt x="484" y="1867"/>
                  </a:cubicBezTo>
                  <a:close/>
                  <a:moveTo>
                    <a:pt x="655" y="1"/>
                  </a:moveTo>
                  <a:cubicBezTo>
                    <a:pt x="528" y="1"/>
                    <a:pt x="403" y="10"/>
                    <a:pt x="288" y="23"/>
                  </a:cubicBezTo>
                  <a:cubicBezTo>
                    <a:pt x="181" y="35"/>
                    <a:pt x="120" y="115"/>
                    <a:pt x="104" y="199"/>
                  </a:cubicBezTo>
                  <a:lnTo>
                    <a:pt x="104" y="199"/>
                  </a:lnTo>
                  <a:cubicBezTo>
                    <a:pt x="95" y="221"/>
                    <a:pt x="89" y="247"/>
                    <a:pt x="89" y="276"/>
                  </a:cubicBezTo>
                  <a:cubicBezTo>
                    <a:pt x="89" y="777"/>
                    <a:pt x="88" y="1280"/>
                    <a:pt x="88" y="1781"/>
                  </a:cubicBezTo>
                  <a:cubicBezTo>
                    <a:pt x="88" y="2186"/>
                    <a:pt x="0" y="2710"/>
                    <a:pt x="92" y="3108"/>
                  </a:cubicBezTo>
                  <a:cubicBezTo>
                    <a:pt x="154" y="3367"/>
                    <a:pt x="361" y="3460"/>
                    <a:pt x="592" y="3460"/>
                  </a:cubicBezTo>
                  <a:cubicBezTo>
                    <a:pt x="754" y="3460"/>
                    <a:pt x="928" y="3414"/>
                    <a:pt x="1071" y="3348"/>
                  </a:cubicBezTo>
                  <a:cubicBezTo>
                    <a:pt x="1863" y="2987"/>
                    <a:pt x="1808" y="2027"/>
                    <a:pt x="1243" y="1663"/>
                  </a:cubicBezTo>
                  <a:lnTo>
                    <a:pt x="1243" y="1663"/>
                  </a:lnTo>
                  <a:cubicBezTo>
                    <a:pt x="1603" y="1455"/>
                    <a:pt x="1890" y="1146"/>
                    <a:pt x="1793" y="684"/>
                  </a:cubicBezTo>
                  <a:cubicBezTo>
                    <a:pt x="1678" y="134"/>
                    <a:pt x="1147" y="1"/>
                    <a:pt x="65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5"/>
            <p:cNvSpPr/>
            <p:nvPr/>
          </p:nvSpPr>
          <p:spPr>
            <a:xfrm>
              <a:off x="7431300" y="1136813"/>
              <a:ext cx="27225" cy="33375"/>
            </a:xfrm>
            <a:custGeom>
              <a:rect b="b" l="l" r="r" t="t"/>
              <a:pathLst>
                <a:path extrusionOk="0" h="1335" w="1089">
                  <a:moveTo>
                    <a:pt x="429" y="1"/>
                  </a:moveTo>
                  <a:cubicBezTo>
                    <a:pt x="312" y="1"/>
                    <a:pt x="195" y="52"/>
                    <a:pt x="109" y="165"/>
                  </a:cubicBezTo>
                  <a:cubicBezTo>
                    <a:pt x="1" y="306"/>
                    <a:pt x="138" y="444"/>
                    <a:pt x="282" y="444"/>
                  </a:cubicBezTo>
                  <a:cubicBezTo>
                    <a:pt x="343" y="444"/>
                    <a:pt x="404" y="420"/>
                    <a:pt x="449" y="361"/>
                  </a:cubicBezTo>
                  <a:lnTo>
                    <a:pt x="449" y="361"/>
                  </a:lnTo>
                  <a:cubicBezTo>
                    <a:pt x="401" y="426"/>
                    <a:pt x="469" y="374"/>
                    <a:pt x="479" y="424"/>
                  </a:cubicBezTo>
                  <a:cubicBezTo>
                    <a:pt x="491" y="476"/>
                    <a:pt x="495" y="494"/>
                    <a:pt x="466" y="550"/>
                  </a:cubicBezTo>
                  <a:cubicBezTo>
                    <a:pt x="413" y="653"/>
                    <a:pt x="295" y="726"/>
                    <a:pt x="200" y="791"/>
                  </a:cubicBezTo>
                  <a:cubicBezTo>
                    <a:pt x="87" y="868"/>
                    <a:pt x="77" y="998"/>
                    <a:pt x="161" y="1101"/>
                  </a:cubicBezTo>
                  <a:cubicBezTo>
                    <a:pt x="284" y="1252"/>
                    <a:pt x="468" y="1334"/>
                    <a:pt x="656" y="1334"/>
                  </a:cubicBezTo>
                  <a:cubicBezTo>
                    <a:pt x="731" y="1334"/>
                    <a:pt x="806" y="1321"/>
                    <a:pt x="879" y="1294"/>
                  </a:cubicBezTo>
                  <a:cubicBezTo>
                    <a:pt x="1089" y="1215"/>
                    <a:pt x="1028" y="901"/>
                    <a:pt x="843" y="901"/>
                  </a:cubicBezTo>
                  <a:cubicBezTo>
                    <a:pt x="821" y="901"/>
                    <a:pt x="798" y="906"/>
                    <a:pt x="773" y="915"/>
                  </a:cubicBezTo>
                  <a:cubicBezTo>
                    <a:pt x="729" y="932"/>
                    <a:pt x="689" y="940"/>
                    <a:pt x="651" y="940"/>
                  </a:cubicBezTo>
                  <a:cubicBezTo>
                    <a:pt x="648" y="940"/>
                    <a:pt x="646" y="940"/>
                    <a:pt x="643" y="940"/>
                  </a:cubicBezTo>
                  <a:lnTo>
                    <a:pt x="643" y="940"/>
                  </a:lnTo>
                  <a:cubicBezTo>
                    <a:pt x="828" y="764"/>
                    <a:pt x="967" y="537"/>
                    <a:pt x="847" y="281"/>
                  </a:cubicBezTo>
                  <a:cubicBezTo>
                    <a:pt x="765" y="104"/>
                    <a:pt x="597" y="1"/>
                    <a:pt x="42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5"/>
            <p:cNvSpPr/>
            <p:nvPr/>
          </p:nvSpPr>
          <p:spPr>
            <a:xfrm>
              <a:off x="7488250" y="1180288"/>
              <a:ext cx="11450" cy="48000"/>
            </a:xfrm>
            <a:custGeom>
              <a:rect b="b" l="l" r="r" t="t"/>
              <a:pathLst>
                <a:path extrusionOk="0" h="1920" w="458">
                  <a:moveTo>
                    <a:pt x="225" y="1"/>
                  </a:moveTo>
                  <a:cubicBezTo>
                    <a:pt x="126" y="1"/>
                    <a:pt x="31" y="64"/>
                    <a:pt x="38" y="190"/>
                  </a:cubicBezTo>
                  <a:cubicBezTo>
                    <a:pt x="64" y="705"/>
                    <a:pt x="55" y="1217"/>
                    <a:pt x="11" y="1731"/>
                  </a:cubicBezTo>
                  <a:cubicBezTo>
                    <a:pt x="0" y="1857"/>
                    <a:pt x="93" y="1920"/>
                    <a:pt x="191" y="1920"/>
                  </a:cubicBezTo>
                  <a:cubicBezTo>
                    <a:pt x="290" y="1920"/>
                    <a:pt x="394" y="1857"/>
                    <a:pt x="404" y="1731"/>
                  </a:cubicBezTo>
                  <a:cubicBezTo>
                    <a:pt x="449" y="1217"/>
                    <a:pt x="457" y="705"/>
                    <a:pt x="432" y="190"/>
                  </a:cubicBezTo>
                  <a:cubicBezTo>
                    <a:pt x="425" y="64"/>
                    <a:pt x="323" y="1"/>
                    <a:pt x="22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5"/>
            <p:cNvSpPr/>
            <p:nvPr/>
          </p:nvSpPr>
          <p:spPr>
            <a:xfrm>
              <a:off x="7478725" y="1196613"/>
              <a:ext cx="38400" cy="10250"/>
            </a:xfrm>
            <a:custGeom>
              <a:rect b="b" l="l" r="r" t="t"/>
              <a:pathLst>
                <a:path extrusionOk="0" h="410" w="1536">
                  <a:moveTo>
                    <a:pt x="1283" y="0"/>
                  </a:moveTo>
                  <a:cubicBezTo>
                    <a:pt x="1283" y="0"/>
                    <a:pt x="1282" y="0"/>
                    <a:pt x="1281" y="0"/>
                  </a:cubicBezTo>
                  <a:lnTo>
                    <a:pt x="256" y="16"/>
                  </a:lnTo>
                  <a:cubicBezTo>
                    <a:pt x="2" y="20"/>
                    <a:pt x="1" y="410"/>
                    <a:pt x="252" y="410"/>
                  </a:cubicBezTo>
                  <a:cubicBezTo>
                    <a:pt x="253" y="410"/>
                    <a:pt x="254" y="410"/>
                    <a:pt x="256" y="410"/>
                  </a:cubicBezTo>
                  <a:lnTo>
                    <a:pt x="1281" y="394"/>
                  </a:lnTo>
                  <a:cubicBezTo>
                    <a:pt x="1532" y="391"/>
                    <a:pt x="1536" y="0"/>
                    <a:pt x="12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5"/>
            <p:cNvSpPr/>
            <p:nvPr/>
          </p:nvSpPr>
          <p:spPr>
            <a:xfrm>
              <a:off x="7545925" y="1174663"/>
              <a:ext cx="33400" cy="55150"/>
            </a:xfrm>
            <a:custGeom>
              <a:rect b="b" l="l" r="r" t="t"/>
              <a:pathLst>
                <a:path extrusionOk="0" h="2206" w="1336">
                  <a:moveTo>
                    <a:pt x="1066" y="1"/>
                  </a:moveTo>
                  <a:cubicBezTo>
                    <a:pt x="1007" y="1"/>
                    <a:pt x="948" y="29"/>
                    <a:pt x="909" y="97"/>
                  </a:cubicBezTo>
                  <a:cubicBezTo>
                    <a:pt x="565" y="692"/>
                    <a:pt x="281" y="1315"/>
                    <a:pt x="51" y="1965"/>
                  </a:cubicBezTo>
                  <a:cubicBezTo>
                    <a:pt x="0" y="2110"/>
                    <a:pt x="120" y="2205"/>
                    <a:pt x="240" y="2205"/>
                  </a:cubicBezTo>
                  <a:cubicBezTo>
                    <a:pt x="319" y="2205"/>
                    <a:pt x="398" y="2165"/>
                    <a:pt x="431" y="2071"/>
                  </a:cubicBezTo>
                  <a:cubicBezTo>
                    <a:pt x="647" y="1453"/>
                    <a:pt x="919" y="864"/>
                    <a:pt x="1247" y="297"/>
                  </a:cubicBezTo>
                  <a:cubicBezTo>
                    <a:pt x="1336" y="144"/>
                    <a:pt x="1200" y="1"/>
                    <a:pt x="10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5"/>
            <p:cNvSpPr/>
            <p:nvPr/>
          </p:nvSpPr>
          <p:spPr>
            <a:xfrm>
              <a:off x="7565875" y="1176438"/>
              <a:ext cx="23100" cy="55650"/>
            </a:xfrm>
            <a:custGeom>
              <a:rect b="b" l="l" r="r" t="t"/>
              <a:pathLst>
                <a:path extrusionOk="0" h="2226" w="924">
                  <a:moveTo>
                    <a:pt x="239" y="1"/>
                  </a:moveTo>
                  <a:cubicBezTo>
                    <a:pt x="118" y="1"/>
                    <a:pt x="0" y="95"/>
                    <a:pt x="54" y="241"/>
                  </a:cubicBezTo>
                  <a:cubicBezTo>
                    <a:pt x="271" y="839"/>
                    <a:pt x="427" y="1453"/>
                    <a:pt x="522" y="2083"/>
                  </a:cubicBezTo>
                  <a:cubicBezTo>
                    <a:pt x="537" y="2183"/>
                    <a:pt x="606" y="2226"/>
                    <a:pt x="681" y="2226"/>
                  </a:cubicBezTo>
                  <a:cubicBezTo>
                    <a:pt x="795" y="2226"/>
                    <a:pt x="924" y="2127"/>
                    <a:pt x="901" y="1977"/>
                  </a:cubicBezTo>
                  <a:cubicBezTo>
                    <a:pt x="805" y="1346"/>
                    <a:pt x="649" y="734"/>
                    <a:pt x="433" y="135"/>
                  </a:cubicBezTo>
                  <a:cubicBezTo>
                    <a:pt x="399" y="41"/>
                    <a:pt x="319" y="1"/>
                    <a:pt x="23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5"/>
            <p:cNvSpPr/>
            <p:nvPr/>
          </p:nvSpPr>
          <p:spPr>
            <a:xfrm>
              <a:off x="7550125" y="1207638"/>
              <a:ext cx="36500" cy="9875"/>
            </a:xfrm>
            <a:custGeom>
              <a:rect b="b" l="l" r="r" t="t"/>
              <a:pathLst>
                <a:path extrusionOk="0" h="395" w="1460">
                  <a:moveTo>
                    <a:pt x="252" y="0"/>
                  </a:moveTo>
                  <a:cubicBezTo>
                    <a:pt x="1" y="0"/>
                    <a:pt x="0" y="394"/>
                    <a:pt x="254" y="394"/>
                  </a:cubicBezTo>
                  <a:lnTo>
                    <a:pt x="1206" y="394"/>
                  </a:lnTo>
                  <a:cubicBezTo>
                    <a:pt x="1460" y="394"/>
                    <a:pt x="1460" y="0"/>
                    <a:pt x="1206" y="0"/>
                  </a:cubicBezTo>
                  <a:lnTo>
                    <a:pt x="254" y="0"/>
                  </a:lnTo>
                  <a:cubicBezTo>
                    <a:pt x="253" y="0"/>
                    <a:pt x="252" y="0"/>
                    <a:pt x="25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5"/>
            <p:cNvSpPr/>
            <p:nvPr/>
          </p:nvSpPr>
          <p:spPr>
            <a:xfrm>
              <a:off x="7626400" y="1168088"/>
              <a:ext cx="37750" cy="62950"/>
            </a:xfrm>
            <a:custGeom>
              <a:rect b="b" l="l" r="r" t="t"/>
              <a:pathLst>
                <a:path extrusionOk="0" h="2518" w="1510">
                  <a:moveTo>
                    <a:pt x="1055" y="0"/>
                  </a:moveTo>
                  <a:cubicBezTo>
                    <a:pt x="569" y="0"/>
                    <a:pt x="165" y="423"/>
                    <a:pt x="335" y="950"/>
                  </a:cubicBezTo>
                  <a:cubicBezTo>
                    <a:pt x="418" y="1207"/>
                    <a:pt x="633" y="1340"/>
                    <a:pt x="842" y="1486"/>
                  </a:cubicBezTo>
                  <a:cubicBezTo>
                    <a:pt x="961" y="1571"/>
                    <a:pt x="990" y="1570"/>
                    <a:pt x="998" y="1730"/>
                  </a:cubicBezTo>
                  <a:cubicBezTo>
                    <a:pt x="1011" y="1942"/>
                    <a:pt x="882" y="1945"/>
                    <a:pt x="708" y="1996"/>
                  </a:cubicBezTo>
                  <a:cubicBezTo>
                    <a:pt x="533" y="2049"/>
                    <a:pt x="367" y="2079"/>
                    <a:pt x="199" y="2158"/>
                  </a:cubicBezTo>
                  <a:cubicBezTo>
                    <a:pt x="1" y="2251"/>
                    <a:pt x="124" y="2517"/>
                    <a:pt x="310" y="2517"/>
                  </a:cubicBezTo>
                  <a:cubicBezTo>
                    <a:pt x="338" y="2517"/>
                    <a:pt x="368" y="2511"/>
                    <a:pt x="398" y="2497"/>
                  </a:cubicBezTo>
                  <a:cubicBezTo>
                    <a:pt x="782" y="2321"/>
                    <a:pt x="1509" y="2311"/>
                    <a:pt x="1465" y="1705"/>
                  </a:cubicBezTo>
                  <a:cubicBezTo>
                    <a:pt x="1451" y="1514"/>
                    <a:pt x="1342" y="1378"/>
                    <a:pt x="1197" y="1259"/>
                  </a:cubicBezTo>
                  <a:cubicBezTo>
                    <a:pt x="1108" y="1187"/>
                    <a:pt x="1005" y="1137"/>
                    <a:pt x="918" y="1066"/>
                  </a:cubicBezTo>
                  <a:cubicBezTo>
                    <a:pt x="791" y="993"/>
                    <a:pt x="715" y="880"/>
                    <a:pt x="689" y="728"/>
                  </a:cubicBezTo>
                  <a:cubicBezTo>
                    <a:pt x="743" y="498"/>
                    <a:pt x="852" y="385"/>
                    <a:pt x="1016" y="385"/>
                  </a:cubicBezTo>
                  <a:cubicBezTo>
                    <a:pt x="1061" y="385"/>
                    <a:pt x="1110" y="393"/>
                    <a:pt x="1163" y="410"/>
                  </a:cubicBezTo>
                  <a:cubicBezTo>
                    <a:pt x="1182" y="415"/>
                    <a:pt x="1199" y="417"/>
                    <a:pt x="1216" y="417"/>
                  </a:cubicBezTo>
                  <a:cubicBezTo>
                    <a:pt x="1422" y="417"/>
                    <a:pt x="1495" y="89"/>
                    <a:pt x="1269" y="28"/>
                  </a:cubicBezTo>
                  <a:cubicBezTo>
                    <a:pt x="1197" y="9"/>
                    <a:pt x="1125" y="0"/>
                    <a:pt x="105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5"/>
            <p:cNvSpPr/>
            <p:nvPr/>
          </p:nvSpPr>
          <p:spPr>
            <a:xfrm>
              <a:off x="7673825" y="1169388"/>
              <a:ext cx="11550" cy="55250"/>
            </a:xfrm>
            <a:custGeom>
              <a:rect b="b" l="l" r="r" t="t"/>
              <a:pathLst>
                <a:path extrusionOk="0" h="2210" w="462">
                  <a:moveTo>
                    <a:pt x="195" y="1"/>
                  </a:moveTo>
                  <a:cubicBezTo>
                    <a:pt x="96" y="1"/>
                    <a:pt x="0" y="64"/>
                    <a:pt x="5" y="190"/>
                  </a:cubicBezTo>
                  <a:cubicBezTo>
                    <a:pt x="25" y="802"/>
                    <a:pt x="45" y="1410"/>
                    <a:pt x="63" y="2020"/>
                  </a:cubicBezTo>
                  <a:cubicBezTo>
                    <a:pt x="68" y="2146"/>
                    <a:pt x="169" y="2209"/>
                    <a:pt x="268" y="2209"/>
                  </a:cubicBezTo>
                  <a:cubicBezTo>
                    <a:pt x="366" y="2209"/>
                    <a:pt x="462" y="2146"/>
                    <a:pt x="457" y="2020"/>
                  </a:cubicBezTo>
                  <a:cubicBezTo>
                    <a:pt x="438" y="1410"/>
                    <a:pt x="418" y="802"/>
                    <a:pt x="398" y="190"/>
                  </a:cubicBezTo>
                  <a:cubicBezTo>
                    <a:pt x="394" y="64"/>
                    <a:pt x="293" y="1"/>
                    <a:pt x="19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5"/>
            <p:cNvSpPr/>
            <p:nvPr/>
          </p:nvSpPr>
          <p:spPr>
            <a:xfrm>
              <a:off x="7694300" y="1171213"/>
              <a:ext cx="9900" cy="57150"/>
            </a:xfrm>
            <a:custGeom>
              <a:rect b="b" l="l" r="r" t="t"/>
              <a:pathLst>
                <a:path extrusionOk="0" h="2286" w="396">
                  <a:moveTo>
                    <a:pt x="198" y="1"/>
                  </a:moveTo>
                  <a:cubicBezTo>
                    <a:pt x="100" y="1"/>
                    <a:pt x="2" y="65"/>
                    <a:pt x="2" y="192"/>
                  </a:cubicBezTo>
                  <a:cubicBezTo>
                    <a:pt x="2" y="828"/>
                    <a:pt x="2" y="1460"/>
                    <a:pt x="0" y="2096"/>
                  </a:cubicBezTo>
                  <a:cubicBezTo>
                    <a:pt x="0" y="2223"/>
                    <a:pt x="98" y="2286"/>
                    <a:pt x="197" y="2286"/>
                  </a:cubicBezTo>
                  <a:cubicBezTo>
                    <a:pt x="295" y="2286"/>
                    <a:pt x="394" y="2223"/>
                    <a:pt x="394" y="2096"/>
                  </a:cubicBezTo>
                  <a:cubicBezTo>
                    <a:pt x="394" y="1460"/>
                    <a:pt x="394" y="828"/>
                    <a:pt x="395" y="192"/>
                  </a:cubicBezTo>
                  <a:cubicBezTo>
                    <a:pt x="395" y="65"/>
                    <a:pt x="297" y="1"/>
                    <a:pt x="1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5"/>
            <p:cNvSpPr/>
            <p:nvPr/>
          </p:nvSpPr>
          <p:spPr>
            <a:xfrm>
              <a:off x="7695075" y="1171288"/>
              <a:ext cx="46125" cy="57850"/>
            </a:xfrm>
            <a:custGeom>
              <a:rect b="b" l="l" r="r" t="t"/>
              <a:pathLst>
                <a:path extrusionOk="0" h="2314" w="1845">
                  <a:moveTo>
                    <a:pt x="239" y="0"/>
                  </a:moveTo>
                  <a:cubicBezTo>
                    <a:pt x="118" y="0"/>
                    <a:pt x="0" y="95"/>
                    <a:pt x="56" y="239"/>
                  </a:cubicBezTo>
                  <a:cubicBezTo>
                    <a:pt x="356" y="1013"/>
                    <a:pt x="808" y="1695"/>
                    <a:pt x="1415" y="2260"/>
                  </a:cubicBezTo>
                  <a:cubicBezTo>
                    <a:pt x="1452" y="2296"/>
                    <a:pt x="1507" y="2314"/>
                    <a:pt x="1562" y="2314"/>
                  </a:cubicBezTo>
                  <a:cubicBezTo>
                    <a:pt x="1647" y="2314"/>
                    <a:pt x="1731" y="2269"/>
                    <a:pt x="1744" y="2173"/>
                  </a:cubicBezTo>
                  <a:cubicBezTo>
                    <a:pt x="1833" y="1532"/>
                    <a:pt x="1844" y="900"/>
                    <a:pt x="1766" y="260"/>
                  </a:cubicBezTo>
                  <a:cubicBezTo>
                    <a:pt x="1751" y="135"/>
                    <a:pt x="1644" y="72"/>
                    <a:pt x="1545" y="72"/>
                  </a:cubicBezTo>
                  <a:cubicBezTo>
                    <a:pt x="1447" y="72"/>
                    <a:pt x="1357" y="134"/>
                    <a:pt x="1372" y="260"/>
                  </a:cubicBezTo>
                  <a:cubicBezTo>
                    <a:pt x="1430" y="737"/>
                    <a:pt x="1443" y="1214"/>
                    <a:pt x="1405" y="1691"/>
                  </a:cubicBezTo>
                  <a:lnTo>
                    <a:pt x="1405" y="1691"/>
                  </a:lnTo>
                  <a:cubicBezTo>
                    <a:pt x="988" y="1236"/>
                    <a:pt x="660" y="714"/>
                    <a:pt x="436" y="133"/>
                  </a:cubicBezTo>
                  <a:cubicBezTo>
                    <a:pt x="400" y="41"/>
                    <a:pt x="319" y="0"/>
                    <a:pt x="23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5"/>
            <p:cNvSpPr/>
            <p:nvPr/>
          </p:nvSpPr>
          <p:spPr>
            <a:xfrm>
              <a:off x="7784025" y="1159963"/>
              <a:ext cx="42050" cy="76100"/>
            </a:xfrm>
            <a:custGeom>
              <a:rect b="b" l="l" r="r" t="t"/>
              <a:pathLst>
                <a:path extrusionOk="0" h="3044" w="1682">
                  <a:moveTo>
                    <a:pt x="792" y="398"/>
                  </a:moveTo>
                  <a:cubicBezTo>
                    <a:pt x="955" y="398"/>
                    <a:pt x="1205" y="445"/>
                    <a:pt x="1221" y="635"/>
                  </a:cubicBezTo>
                  <a:cubicBezTo>
                    <a:pt x="1243" y="922"/>
                    <a:pt x="739" y="992"/>
                    <a:pt x="507" y="1016"/>
                  </a:cubicBezTo>
                  <a:lnTo>
                    <a:pt x="507" y="1016"/>
                  </a:lnTo>
                  <a:cubicBezTo>
                    <a:pt x="516" y="818"/>
                    <a:pt x="531" y="620"/>
                    <a:pt x="551" y="421"/>
                  </a:cubicBezTo>
                  <a:cubicBezTo>
                    <a:pt x="551" y="419"/>
                    <a:pt x="552" y="416"/>
                    <a:pt x="552" y="414"/>
                  </a:cubicBezTo>
                  <a:lnTo>
                    <a:pt x="552" y="414"/>
                  </a:lnTo>
                  <a:cubicBezTo>
                    <a:pt x="607" y="412"/>
                    <a:pt x="663" y="408"/>
                    <a:pt x="723" y="401"/>
                  </a:cubicBezTo>
                  <a:cubicBezTo>
                    <a:pt x="743" y="399"/>
                    <a:pt x="766" y="398"/>
                    <a:pt x="792" y="398"/>
                  </a:cubicBezTo>
                  <a:close/>
                  <a:moveTo>
                    <a:pt x="496" y="1433"/>
                  </a:moveTo>
                  <a:cubicBezTo>
                    <a:pt x="719" y="1484"/>
                    <a:pt x="1033" y="1562"/>
                    <a:pt x="1142" y="1734"/>
                  </a:cubicBezTo>
                  <a:cubicBezTo>
                    <a:pt x="1459" y="2240"/>
                    <a:pt x="1007" y="2585"/>
                    <a:pt x="554" y="2638"/>
                  </a:cubicBezTo>
                  <a:lnTo>
                    <a:pt x="554" y="2638"/>
                  </a:lnTo>
                  <a:cubicBezTo>
                    <a:pt x="512" y="2236"/>
                    <a:pt x="493" y="1835"/>
                    <a:pt x="496" y="1433"/>
                  </a:cubicBezTo>
                  <a:close/>
                  <a:moveTo>
                    <a:pt x="277" y="1"/>
                  </a:moveTo>
                  <a:cubicBezTo>
                    <a:pt x="81" y="1"/>
                    <a:pt x="1" y="285"/>
                    <a:pt x="170" y="369"/>
                  </a:cubicBezTo>
                  <a:lnTo>
                    <a:pt x="170" y="369"/>
                  </a:lnTo>
                  <a:cubicBezTo>
                    <a:pt x="164" y="386"/>
                    <a:pt x="159" y="404"/>
                    <a:pt x="157" y="424"/>
                  </a:cubicBezTo>
                  <a:cubicBezTo>
                    <a:pt x="76" y="1233"/>
                    <a:pt x="84" y="2038"/>
                    <a:pt x="183" y="2844"/>
                  </a:cubicBezTo>
                  <a:cubicBezTo>
                    <a:pt x="197" y="2955"/>
                    <a:pt x="262" y="3034"/>
                    <a:pt x="379" y="3041"/>
                  </a:cubicBezTo>
                  <a:cubicBezTo>
                    <a:pt x="409" y="3043"/>
                    <a:pt x="438" y="3044"/>
                    <a:pt x="468" y="3044"/>
                  </a:cubicBezTo>
                  <a:cubicBezTo>
                    <a:pt x="1036" y="3044"/>
                    <a:pt x="1629" y="2732"/>
                    <a:pt x="1661" y="2096"/>
                  </a:cubicBezTo>
                  <a:cubicBezTo>
                    <a:pt x="1682" y="1684"/>
                    <a:pt x="1441" y="1425"/>
                    <a:pt x="1127" y="1257"/>
                  </a:cubicBezTo>
                  <a:lnTo>
                    <a:pt x="1127" y="1257"/>
                  </a:lnTo>
                  <a:cubicBezTo>
                    <a:pt x="1425" y="1126"/>
                    <a:pt x="1654" y="902"/>
                    <a:pt x="1620" y="515"/>
                  </a:cubicBezTo>
                  <a:cubicBezTo>
                    <a:pt x="1583" y="81"/>
                    <a:pt x="1304" y="14"/>
                    <a:pt x="987" y="14"/>
                  </a:cubicBezTo>
                  <a:cubicBezTo>
                    <a:pt x="848" y="14"/>
                    <a:pt x="701" y="27"/>
                    <a:pt x="564" y="27"/>
                  </a:cubicBezTo>
                  <a:cubicBezTo>
                    <a:pt x="479" y="27"/>
                    <a:pt x="398" y="22"/>
                    <a:pt x="325" y="6"/>
                  </a:cubicBezTo>
                  <a:cubicBezTo>
                    <a:pt x="308" y="3"/>
                    <a:pt x="293" y="1"/>
                    <a:pt x="2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5"/>
            <p:cNvSpPr/>
            <p:nvPr/>
          </p:nvSpPr>
          <p:spPr>
            <a:xfrm>
              <a:off x="6919000" y="1341088"/>
              <a:ext cx="49175" cy="82175"/>
            </a:xfrm>
            <a:custGeom>
              <a:rect b="b" l="l" r="r" t="t"/>
              <a:pathLst>
                <a:path extrusionOk="0" h="3287" w="1967">
                  <a:moveTo>
                    <a:pt x="480" y="410"/>
                  </a:moveTo>
                  <a:cubicBezTo>
                    <a:pt x="1097" y="508"/>
                    <a:pt x="1603" y="1074"/>
                    <a:pt x="1517" y="1728"/>
                  </a:cubicBezTo>
                  <a:cubicBezTo>
                    <a:pt x="1442" y="2290"/>
                    <a:pt x="1024" y="2694"/>
                    <a:pt x="508" y="2853"/>
                  </a:cubicBezTo>
                  <a:lnTo>
                    <a:pt x="508" y="2853"/>
                  </a:lnTo>
                  <a:cubicBezTo>
                    <a:pt x="410" y="2040"/>
                    <a:pt x="403" y="1225"/>
                    <a:pt x="480" y="410"/>
                  </a:cubicBezTo>
                  <a:close/>
                  <a:moveTo>
                    <a:pt x="330" y="1"/>
                  </a:moveTo>
                  <a:cubicBezTo>
                    <a:pt x="323" y="1"/>
                    <a:pt x="316" y="1"/>
                    <a:pt x="309" y="2"/>
                  </a:cubicBezTo>
                  <a:lnTo>
                    <a:pt x="309" y="2"/>
                  </a:lnTo>
                  <a:cubicBezTo>
                    <a:pt x="308" y="2"/>
                    <a:pt x="308" y="2"/>
                    <a:pt x="307" y="2"/>
                  </a:cubicBezTo>
                  <a:cubicBezTo>
                    <a:pt x="228" y="2"/>
                    <a:pt x="174" y="42"/>
                    <a:pt x="145" y="96"/>
                  </a:cubicBezTo>
                  <a:lnTo>
                    <a:pt x="145" y="96"/>
                  </a:lnTo>
                  <a:cubicBezTo>
                    <a:pt x="128" y="121"/>
                    <a:pt x="117" y="152"/>
                    <a:pt x="112" y="188"/>
                  </a:cubicBezTo>
                  <a:cubicBezTo>
                    <a:pt x="1" y="1179"/>
                    <a:pt x="19" y="2158"/>
                    <a:pt x="155" y="3146"/>
                  </a:cubicBezTo>
                  <a:cubicBezTo>
                    <a:pt x="169" y="3243"/>
                    <a:pt x="269" y="3286"/>
                    <a:pt x="356" y="3286"/>
                  </a:cubicBezTo>
                  <a:cubicBezTo>
                    <a:pt x="370" y="3286"/>
                    <a:pt x="384" y="3285"/>
                    <a:pt x="397" y="3283"/>
                  </a:cubicBezTo>
                  <a:cubicBezTo>
                    <a:pt x="1239" y="3140"/>
                    <a:pt x="1966" y="2410"/>
                    <a:pt x="1923" y="1519"/>
                  </a:cubicBezTo>
                  <a:cubicBezTo>
                    <a:pt x="1883" y="686"/>
                    <a:pt x="1175" y="46"/>
                    <a:pt x="367" y="4"/>
                  </a:cubicBezTo>
                  <a:lnTo>
                    <a:pt x="367" y="4"/>
                  </a:lnTo>
                  <a:cubicBezTo>
                    <a:pt x="355" y="2"/>
                    <a:pt x="343" y="1"/>
                    <a:pt x="3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5"/>
            <p:cNvSpPr/>
            <p:nvPr/>
          </p:nvSpPr>
          <p:spPr>
            <a:xfrm>
              <a:off x="6971200" y="1323738"/>
              <a:ext cx="34975" cy="38900"/>
            </a:xfrm>
            <a:custGeom>
              <a:rect b="b" l="l" r="r" t="t"/>
              <a:pathLst>
                <a:path extrusionOk="0" h="1556" w="1399">
                  <a:moveTo>
                    <a:pt x="416" y="1"/>
                  </a:moveTo>
                  <a:cubicBezTo>
                    <a:pt x="338" y="1"/>
                    <a:pt x="258" y="22"/>
                    <a:pt x="182" y="68"/>
                  </a:cubicBezTo>
                  <a:cubicBezTo>
                    <a:pt x="1" y="177"/>
                    <a:pt x="113" y="437"/>
                    <a:pt x="282" y="437"/>
                  </a:cubicBezTo>
                  <a:cubicBezTo>
                    <a:pt x="314" y="437"/>
                    <a:pt x="348" y="428"/>
                    <a:pt x="382" y="407"/>
                  </a:cubicBezTo>
                  <a:cubicBezTo>
                    <a:pt x="403" y="394"/>
                    <a:pt x="421" y="389"/>
                    <a:pt x="438" y="389"/>
                  </a:cubicBezTo>
                  <a:cubicBezTo>
                    <a:pt x="540" y="389"/>
                    <a:pt x="563" y="601"/>
                    <a:pt x="537" y="675"/>
                  </a:cubicBezTo>
                  <a:cubicBezTo>
                    <a:pt x="485" y="815"/>
                    <a:pt x="368" y="926"/>
                    <a:pt x="266" y="1032"/>
                  </a:cubicBezTo>
                  <a:cubicBezTo>
                    <a:pt x="175" y="1127"/>
                    <a:pt x="200" y="1271"/>
                    <a:pt x="306" y="1342"/>
                  </a:cubicBezTo>
                  <a:cubicBezTo>
                    <a:pt x="521" y="1482"/>
                    <a:pt x="762" y="1556"/>
                    <a:pt x="1015" y="1556"/>
                  </a:cubicBezTo>
                  <a:cubicBezTo>
                    <a:pt x="1058" y="1556"/>
                    <a:pt x="1102" y="1554"/>
                    <a:pt x="1147" y="1549"/>
                  </a:cubicBezTo>
                  <a:cubicBezTo>
                    <a:pt x="1389" y="1524"/>
                    <a:pt x="1398" y="1154"/>
                    <a:pt x="1171" y="1154"/>
                  </a:cubicBezTo>
                  <a:cubicBezTo>
                    <a:pt x="1163" y="1154"/>
                    <a:pt x="1155" y="1155"/>
                    <a:pt x="1147" y="1156"/>
                  </a:cubicBezTo>
                  <a:cubicBezTo>
                    <a:pt x="1107" y="1160"/>
                    <a:pt x="1068" y="1162"/>
                    <a:pt x="1030" y="1162"/>
                  </a:cubicBezTo>
                  <a:cubicBezTo>
                    <a:pt x="923" y="1162"/>
                    <a:pt x="821" y="1145"/>
                    <a:pt x="723" y="1111"/>
                  </a:cubicBezTo>
                  <a:lnTo>
                    <a:pt x="723" y="1111"/>
                  </a:lnTo>
                  <a:cubicBezTo>
                    <a:pt x="891" y="899"/>
                    <a:pt x="1017" y="647"/>
                    <a:pt x="919" y="377"/>
                  </a:cubicBezTo>
                  <a:cubicBezTo>
                    <a:pt x="840" y="159"/>
                    <a:pt x="634" y="1"/>
                    <a:pt x="4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5"/>
            <p:cNvSpPr/>
            <p:nvPr/>
          </p:nvSpPr>
          <p:spPr>
            <a:xfrm>
              <a:off x="7023050" y="1372438"/>
              <a:ext cx="33425" cy="11600"/>
            </a:xfrm>
            <a:custGeom>
              <a:rect b="b" l="l" r="r" t="t"/>
              <a:pathLst>
                <a:path extrusionOk="0" h="464" w="1337">
                  <a:moveTo>
                    <a:pt x="1060" y="0"/>
                  </a:moveTo>
                  <a:cubicBezTo>
                    <a:pt x="1043" y="0"/>
                    <a:pt x="1024" y="3"/>
                    <a:pt x="1005" y="8"/>
                  </a:cubicBezTo>
                  <a:cubicBezTo>
                    <a:pt x="843" y="50"/>
                    <a:pt x="683" y="69"/>
                    <a:pt x="521" y="69"/>
                  </a:cubicBezTo>
                  <a:cubicBezTo>
                    <a:pt x="431" y="69"/>
                    <a:pt x="340" y="63"/>
                    <a:pt x="248" y="52"/>
                  </a:cubicBezTo>
                  <a:cubicBezTo>
                    <a:pt x="238" y="51"/>
                    <a:pt x="228" y="50"/>
                    <a:pt x="219" y="50"/>
                  </a:cubicBezTo>
                  <a:cubicBezTo>
                    <a:pt x="1" y="50"/>
                    <a:pt x="12" y="414"/>
                    <a:pt x="251" y="446"/>
                  </a:cubicBezTo>
                  <a:cubicBezTo>
                    <a:pt x="344" y="458"/>
                    <a:pt x="438" y="464"/>
                    <a:pt x="530" y="464"/>
                  </a:cubicBezTo>
                  <a:cubicBezTo>
                    <a:pt x="725" y="464"/>
                    <a:pt x="919" y="438"/>
                    <a:pt x="1111" y="387"/>
                  </a:cubicBezTo>
                  <a:cubicBezTo>
                    <a:pt x="1337" y="328"/>
                    <a:pt x="1267" y="0"/>
                    <a:pt x="10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5"/>
            <p:cNvSpPr/>
            <p:nvPr/>
          </p:nvSpPr>
          <p:spPr>
            <a:xfrm>
              <a:off x="7079775" y="1326638"/>
              <a:ext cx="44300" cy="57250"/>
            </a:xfrm>
            <a:custGeom>
              <a:rect b="b" l="l" r="r" t="t"/>
              <a:pathLst>
                <a:path extrusionOk="0" h="2290" w="1772">
                  <a:moveTo>
                    <a:pt x="1493" y="1"/>
                  </a:moveTo>
                  <a:cubicBezTo>
                    <a:pt x="1432" y="1"/>
                    <a:pt x="1372" y="27"/>
                    <a:pt x="1329" y="89"/>
                  </a:cubicBezTo>
                  <a:cubicBezTo>
                    <a:pt x="911" y="695"/>
                    <a:pt x="490" y="1299"/>
                    <a:pt x="72" y="1904"/>
                  </a:cubicBezTo>
                  <a:cubicBezTo>
                    <a:pt x="0" y="2007"/>
                    <a:pt x="72" y="2165"/>
                    <a:pt x="189" y="2193"/>
                  </a:cubicBezTo>
                  <a:cubicBezTo>
                    <a:pt x="455" y="2257"/>
                    <a:pt x="717" y="2290"/>
                    <a:pt x="984" y="2290"/>
                  </a:cubicBezTo>
                  <a:cubicBezTo>
                    <a:pt x="1104" y="2290"/>
                    <a:pt x="1225" y="2283"/>
                    <a:pt x="1347" y="2269"/>
                  </a:cubicBezTo>
                  <a:cubicBezTo>
                    <a:pt x="1588" y="2242"/>
                    <a:pt x="1599" y="1874"/>
                    <a:pt x="1373" y="1874"/>
                  </a:cubicBezTo>
                  <a:cubicBezTo>
                    <a:pt x="1365" y="1874"/>
                    <a:pt x="1356" y="1875"/>
                    <a:pt x="1347" y="1876"/>
                  </a:cubicBezTo>
                  <a:cubicBezTo>
                    <a:pt x="1225" y="1889"/>
                    <a:pt x="1105" y="1896"/>
                    <a:pt x="986" y="1896"/>
                  </a:cubicBezTo>
                  <a:cubicBezTo>
                    <a:pt x="849" y="1896"/>
                    <a:pt x="713" y="1886"/>
                    <a:pt x="576" y="1867"/>
                  </a:cubicBezTo>
                  <a:lnTo>
                    <a:pt x="576" y="1867"/>
                  </a:lnTo>
                  <a:cubicBezTo>
                    <a:pt x="941" y="1341"/>
                    <a:pt x="1307" y="815"/>
                    <a:pt x="1671" y="289"/>
                  </a:cubicBezTo>
                  <a:cubicBezTo>
                    <a:pt x="1771" y="142"/>
                    <a:pt x="1633" y="1"/>
                    <a:pt x="149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5"/>
            <p:cNvSpPr/>
            <p:nvPr/>
          </p:nvSpPr>
          <p:spPr>
            <a:xfrm>
              <a:off x="7109650" y="1355688"/>
              <a:ext cx="14900" cy="51700"/>
            </a:xfrm>
            <a:custGeom>
              <a:rect b="b" l="l" r="r" t="t"/>
              <a:pathLst>
                <a:path extrusionOk="0" h="2068" w="596">
                  <a:moveTo>
                    <a:pt x="356" y="1"/>
                  </a:moveTo>
                  <a:cubicBezTo>
                    <a:pt x="278" y="1"/>
                    <a:pt x="205" y="43"/>
                    <a:pt x="182" y="142"/>
                  </a:cubicBezTo>
                  <a:cubicBezTo>
                    <a:pt x="52" y="715"/>
                    <a:pt x="1" y="1290"/>
                    <a:pt x="32" y="1877"/>
                  </a:cubicBezTo>
                  <a:cubicBezTo>
                    <a:pt x="39" y="2004"/>
                    <a:pt x="141" y="2068"/>
                    <a:pt x="240" y="2068"/>
                  </a:cubicBezTo>
                  <a:cubicBezTo>
                    <a:pt x="338" y="2068"/>
                    <a:pt x="433" y="2005"/>
                    <a:pt x="426" y="1877"/>
                  </a:cubicBezTo>
                  <a:cubicBezTo>
                    <a:pt x="396" y="1326"/>
                    <a:pt x="439" y="785"/>
                    <a:pt x="562" y="245"/>
                  </a:cubicBezTo>
                  <a:cubicBezTo>
                    <a:pt x="595" y="98"/>
                    <a:pt x="472" y="1"/>
                    <a:pt x="35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5"/>
            <p:cNvSpPr/>
            <p:nvPr/>
          </p:nvSpPr>
          <p:spPr>
            <a:xfrm>
              <a:off x="7130825" y="1335863"/>
              <a:ext cx="49975" cy="71725"/>
            </a:xfrm>
            <a:custGeom>
              <a:rect b="b" l="l" r="r" t="t"/>
              <a:pathLst>
                <a:path extrusionOk="0" h="2869" w="1999">
                  <a:moveTo>
                    <a:pt x="1420" y="0"/>
                  </a:moveTo>
                  <a:cubicBezTo>
                    <a:pt x="1350" y="0"/>
                    <a:pt x="1278" y="32"/>
                    <a:pt x="1244" y="94"/>
                  </a:cubicBezTo>
                  <a:cubicBezTo>
                    <a:pt x="811" y="849"/>
                    <a:pt x="420" y="1622"/>
                    <a:pt x="70" y="2418"/>
                  </a:cubicBezTo>
                  <a:cubicBezTo>
                    <a:pt x="1" y="2577"/>
                    <a:pt x="138" y="2720"/>
                    <a:pt x="264" y="2720"/>
                  </a:cubicBezTo>
                  <a:cubicBezTo>
                    <a:pt x="322" y="2720"/>
                    <a:pt x="377" y="2690"/>
                    <a:pt x="409" y="2617"/>
                  </a:cubicBezTo>
                  <a:cubicBezTo>
                    <a:pt x="683" y="1995"/>
                    <a:pt x="982" y="1387"/>
                    <a:pt x="1306" y="790"/>
                  </a:cubicBezTo>
                  <a:lnTo>
                    <a:pt x="1306" y="790"/>
                  </a:lnTo>
                  <a:cubicBezTo>
                    <a:pt x="1403" y="1435"/>
                    <a:pt x="1501" y="2081"/>
                    <a:pt x="1597" y="2726"/>
                  </a:cubicBezTo>
                  <a:cubicBezTo>
                    <a:pt x="1612" y="2826"/>
                    <a:pt x="1681" y="2869"/>
                    <a:pt x="1756" y="2869"/>
                  </a:cubicBezTo>
                  <a:cubicBezTo>
                    <a:pt x="1870" y="2869"/>
                    <a:pt x="1999" y="2770"/>
                    <a:pt x="1977" y="2620"/>
                  </a:cubicBezTo>
                  <a:cubicBezTo>
                    <a:pt x="1852" y="1794"/>
                    <a:pt x="1727" y="967"/>
                    <a:pt x="1603" y="141"/>
                  </a:cubicBezTo>
                  <a:cubicBezTo>
                    <a:pt x="1588" y="46"/>
                    <a:pt x="1505" y="0"/>
                    <a:pt x="142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5"/>
            <p:cNvSpPr/>
            <p:nvPr/>
          </p:nvSpPr>
          <p:spPr>
            <a:xfrm>
              <a:off x="7139200" y="1375388"/>
              <a:ext cx="39975" cy="13975"/>
            </a:xfrm>
            <a:custGeom>
              <a:rect b="b" l="l" r="r" t="t"/>
              <a:pathLst>
                <a:path extrusionOk="0" h="559" w="1599">
                  <a:moveTo>
                    <a:pt x="1295" y="1"/>
                  </a:moveTo>
                  <a:cubicBezTo>
                    <a:pt x="1283" y="1"/>
                    <a:pt x="1270" y="2"/>
                    <a:pt x="1256" y="4"/>
                  </a:cubicBezTo>
                  <a:lnTo>
                    <a:pt x="237" y="176"/>
                  </a:lnTo>
                  <a:cubicBezTo>
                    <a:pt x="1" y="214"/>
                    <a:pt x="84" y="558"/>
                    <a:pt x="307" y="558"/>
                  </a:cubicBezTo>
                  <a:cubicBezTo>
                    <a:pt x="319" y="558"/>
                    <a:pt x="331" y="557"/>
                    <a:pt x="343" y="555"/>
                  </a:cubicBezTo>
                  <a:lnTo>
                    <a:pt x="1362" y="384"/>
                  </a:lnTo>
                  <a:cubicBezTo>
                    <a:pt x="1598" y="343"/>
                    <a:pt x="1516" y="1"/>
                    <a:pt x="129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5"/>
            <p:cNvSpPr/>
            <p:nvPr/>
          </p:nvSpPr>
          <p:spPr>
            <a:xfrm>
              <a:off x="7214950" y="1344038"/>
              <a:ext cx="43125" cy="60725"/>
            </a:xfrm>
            <a:custGeom>
              <a:rect b="b" l="l" r="r" t="t"/>
              <a:pathLst>
                <a:path extrusionOk="0" h="2429" w="1725">
                  <a:moveTo>
                    <a:pt x="1286" y="1"/>
                  </a:moveTo>
                  <a:cubicBezTo>
                    <a:pt x="1270" y="1"/>
                    <a:pt x="1253" y="3"/>
                    <a:pt x="1236" y="7"/>
                  </a:cubicBezTo>
                  <a:cubicBezTo>
                    <a:pt x="584" y="165"/>
                    <a:pt x="0" y="772"/>
                    <a:pt x="115" y="1482"/>
                  </a:cubicBezTo>
                  <a:cubicBezTo>
                    <a:pt x="204" y="2028"/>
                    <a:pt x="697" y="2428"/>
                    <a:pt x="1229" y="2428"/>
                  </a:cubicBezTo>
                  <a:cubicBezTo>
                    <a:pt x="1318" y="2428"/>
                    <a:pt x="1408" y="2417"/>
                    <a:pt x="1497" y="2393"/>
                  </a:cubicBezTo>
                  <a:cubicBezTo>
                    <a:pt x="1725" y="2334"/>
                    <a:pt x="1653" y="2007"/>
                    <a:pt x="1448" y="2007"/>
                  </a:cubicBezTo>
                  <a:cubicBezTo>
                    <a:pt x="1430" y="2007"/>
                    <a:pt x="1412" y="2009"/>
                    <a:pt x="1393" y="2014"/>
                  </a:cubicBezTo>
                  <a:cubicBezTo>
                    <a:pt x="1337" y="2029"/>
                    <a:pt x="1281" y="2036"/>
                    <a:pt x="1225" y="2036"/>
                  </a:cubicBezTo>
                  <a:cubicBezTo>
                    <a:pt x="839" y="2036"/>
                    <a:pt x="491" y="1699"/>
                    <a:pt x="494" y="1297"/>
                  </a:cubicBezTo>
                  <a:cubicBezTo>
                    <a:pt x="500" y="826"/>
                    <a:pt x="915" y="488"/>
                    <a:pt x="1339" y="386"/>
                  </a:cubicBezTo>
                  <a:cubicBezTo>
                    <a:pt x="1569" y="332"/>
                    <a:pt x="1495" y="1"/>
                    <a:pt x="12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5"/>
            <p:cNvSpPr/>
            <p:nvPr/>
          </p:nvSpPr>
          <p:spPr>
            <a:xfrm>
              <a:off x="7260425" y="1336163"/>
              <a:ext cx="58675" cy="69900"/>
            </a:xfrm>
            <a:custGeom>
              <a:rect b="b" l="l" r="r" t="t"/>
              <a:pathLst>
                <a:path extrusionOk="0" h="2796" w="2347">
                  <a:moveTo>
                    <a:pt x="1339" y="455"/>
                  </a:moveTo>
                  <a:cubicBezTo>
                    <a:pt x="2020" y="809"/>
                    <a:pt x="2209" y="1924"/>
                    <a:pt x="1418" y="2311"/>
                  </a:cubicBezTo>
                  <a:cubicBezTo>
                    <a:pt x="1324" y="2356"/>
                    <a:pt x="1234" y="2377"/>
                    <a:pt x="1149" y="2377"/>
                  </a:cubicBezTo>
                  <a:cubicBezTo>
                    <a:pt x="417" y="2377"/>
                    <a:pt x="113" y="809"/>
                    <a:pt x="1194" y="614"/>
                  </a:cubicBezTo>
                  <a:cubicBezTo>
                    <a:pt x="1292" y="596"/>
                    <a:pt x="1336" y="529"/>
                    <a:pt x="1339" y="455"/>
                  </a:cubicBezTo>
                  <a:close/>
                  <a:moveTo>
                    <a:pt x="1224" y="0"/>
                  </a:moveTo>
                  <a:cubicBezTo>
                    <a:pt x="1098" y="0"/>
                    <a:pt x="1025" y="130"/>
                    <a:pt x="1045" y="242"/>
                  </a:cubicBezTo>
                  <a:lnTo>
                    <a:pt x="1045" y="242"/>
                  </a:lnTo>
                  <a:cubicBezTo>
                    <a:pt x="418" y="380"/>
                    <a:pt x="1" y="961"/>
                    <a:pt x="71" y="1606"/>
                  </a:cubicBezTo>
                  <a:cubicBezTo>
                    <a:pt x="129" y="2144"/>
                    <a:pt x="566" y="2796"/>
                    <a:pt x="1158" y="2796"/>
                  </a:cubicBezTo>
                  <a:cubicBezTo>
                    <a:pt x="1180" y="2796"/>
                    <a:pt x="1202" y="2795"/>
                    <a:pt x="1225" y="2793"/>
                  </a:cubicBezTo>
                  <a:cubicBezTo>
                    <a:pt x="1880" y="2740"/>
                    <a:pt x="2311" y="2026"/>
                    <a:pt x="2327" y="1423"/>
                  </a:cubicBezTo>
                  <a:cubicBezTo>
                    <a:pt x="2347" y="754"/>
                    <a:pt x="1910" y="202"/>
                    <a:pt x="1285" y="10"/>
                  </a:cubicBezTo>
                  <a:cubicBezTo>
                    <a:pt x="1263" y="3"/>
                    <a:pt x="1243" y="0"/>
                    <a:pt x="122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5"/>
            <p:cNvSpPr/>
            <p:nvPr/>
          </p:nvSpPr>
          <p:spPr>
            <a:xfrm>
              <a:off x="7325325" y="1337163"/>
              <a:ext cx="34725" cy="63200"/>
            </a:xfrm>
            <a:custGeom>
              <a:rect b="b" l="l" r="r" t="t"/>
              <a:pathLst>
                <a:path extrusionOk="0" h="2528" w="1389">
                  <a:moveTo>
                    <a:pt x="881" y="0"/>
                  </a:moveTo>
                  <a:cubicBezTo>
                    <a:pt x="852" y="0"/>
                    <a:pt x="821" y="7"/>
                    <a:pt x="789" y="23"/>
                  </a:cubicBezTo>
                  <a:cubicBezTo>
                    <a:pt x="428" y="202"/>
                    <a:pt x="43" y="636"/>
                    <a:pt x="222" y="1071"/>
                  </a:cubicBezTo>
                  <a:cubicBezTo>
                    <a:pt x="293" y="1244"/>
                    <a:pt x="438" y="1337"/>
                    <a:pt x="600" y="1420"/>
                  </a:cubicBezTo>
                  <a:cubicBezTo>
                    <a:pt x="684" y="1463"/>
                    <a:pt x="845" y="1499"/>
                    <a:pt x="898" y="1578"/>
                  </a:cubicBezTo>
                  <a:cubicBezTo>
                    <a:pt x="1168" y="1980"/>
                    <a:pt x="482" y="2103"/>
                    <a:pt x="250" y="2132"/>
                  </a:cubicBezTo>
                  <a:cubicBezTo>
                    <a:pt x="11" y="2163"/>
                    <a:pt x="0" y="2527"/>
                    <a:pt x="222" y="2527"/>
                  </a:cubicBezTo>
                  <a:cubicBezTo>
                    <a:pt x="231" y="2527"/>
                    <a:pt x="240" y="2527"/>
                    <a:pt x="250" y="2525"/>
                  </a:cubicBezTo>
                  <a:cubicBezTo>
                    <a:pt x="729" y="2465"/>
                    <a:pt x="1389" y="2288"/>
                    <a:pt x="1346" y="1671"/>
                  </a:cubicBezTo>
                  <a:cubicBezTo>
                    <a:pt x="1331" y="1472"/>
                    <a:pt x="1225" y="1321"/>
                    <a:pt x="1062" y="1208"/>
                  </a:cubicBezTo>
                  <a:cubicBezTo>
                    <a:pt x="961" y="1140"/>
                    <a:pt x="800" y="1118"/>
                    <a:pt x="711" y="1035"/>
                  </a:cubicBezTo>
                  <a:cubicBezTo>
                    <a:pt x="401" y="742"/>
                    <a:pt x="767" y="471"/>
                    <a:pt x="989" y="361"/>
                  </a:cubicBezTo>
                  <a:cubicBezTo>
                    <a:pt x="1184" y="265"/>
                    <a:pt x="1064" y="0"/>
                    <a:pt x="88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5"/>
            <p:cNvSpPr/>
            <p:nvPr/>
          </p:nvSpPr>
          <p:spPr>
            <a:xfrm>
              <a:off x="7394525" y="1322588"/>
              <a:ext cx="45775" cy="97200"/>
            </a:xfrm>
            <a:custGeom>
              <a:rect b="b" l="l" r="r" t="t"/>
              <a:pathLst>
                <a:path extrusionOk="0" h="3888" w="1831">
                  <a:moveTo>
                    <a:pt x="462" y="411"/>
                  </a:moveTo>
                  <a:lnTo>
                    <a:pt x="462" y="411"/>
                  </a:lnTo>
                  <a:cubicBezTo>
                    <a:pt x="842" y="459"/>
                    <a:pt x="1483" y="592"/>
                    <a:pt x="1172" y="1150"/>
                  </a:cubicBezTo>
                  <a:cubicBezTo>
                    <a:pt x="1048" y="1370"/>
                    <a:pt x="694" y="1483"/>
                    <a:pt x="413" y="1533"/>
                  </a:cubicBezTo>
                  <a:lnTo>
                    <a:pt x="413" y="1533"/>
                  </a:lnTo>
                  <a:cubicBezTo>
                    <a:pt x="420" y="1159"/>
                    <a:pt x="436" y="785"/>
                    <a:pt x="462" y="411"/>
                  </a:cubicBezTo>
                  <a:close/>
                  <a:moveTo>
                    <a:pt x="410" y="1960"/>
                  </a:moveTo>
                  <a:cubicBezTo>
                    <a:pt x="620" y="1968"/>
                    <a:pt x="820" y="1997"/>
                    <a:pt x="990" y="2155"/>
                  </a:cubicBezTo>
                  <a:cubicBezTo>
                    <a:pt x="1230" y="2214"/>
                    <a:pt x="1290" y="2350"/>
                    <a:pt x="1164" y="2564"/>
                  </a:cubicBezTo>
                  <a:cubicBezTo>
                    <a:pt x="1180" y="2783"/>
                    <a:pt x="1086" y="2932"/>
                    <a:pt x="878" y="3014"/>
                  </a:cubicBezTo>
                  <a:cubicBezTo>
                    <a:pt x="734" y="3114"/>
                    <a:pt x="589" y="3199"/>
                    <a:pt x="451" y="3294"/>
                  </a:cubicBezTo>
                  <a:lnTo>
                    <a:pt x="451" y="3294"/>
                  </a:lnTo>
                  <a:cubicBezTo>
                    <a:pt x="424" y="2850"/>
                    <a:pt x="410" y="2405"/>
                    <a:pt x="410" y="1960"/>
                  </a:cubicBezTo>
                  <a:close/>
                  <a:moveTo>
                    <a:pt x="301" y="1"/>
                  </a:moveTo>
                  <a:cubicBezTo>
                    <a:pt x="203" y="1"/>
                    <a:pt x="149" y="68"/>
                    <a:pt x="137" y="147"/>
                  </a:cubicBezTo>
                  <a:lnTo>
                    <a:pt x="137" y="147"/>
                  </a:lnTo>
                  <a:cubicBezTo>
                    <a:pt x="106" y="178"/>
                    <a:pt x="83" y="221"/>
                    <a:pt x="79" y="277"/>
                  </a:cubicBezTo>
                  <a:cubicBezTo>
                    <a:pt x="44" y="748"/>
                    <a:pt x="24" y="1219"/>
                    <a:pt x="19" y="1689"/>
                  </a:cubicBezTo>
                  <a:lnTo>
                    <a:pt x="19" y="1689"/>
                  </a:lnTo>
                  <a:cubicBezTo>
                    <a:pt x="1" y="1736"/>
                    <a:pt x="1" y="1789"/>
                    <a:pt x="18" y="1835"/>
                  </a:cubicBezTo>
                  <a:lnTo>
                    <a:pt x="18" y="1835"/>
                  </a:lnTo>
                  <a:cubicBezTo>
                    <a:pt x="15" y="2453"/>
                    <a:pt x="37" y="3071"/>
                    <a:pt x="86" y="3691"/>
                  </a:cubicBezTo>
                  <a:cubicBezTo>
                    <a:pt x="94" y="3802"/>
                    <a:pt x="191" y="3888"/>
                    <a:pt x="292" y="3888"/>
                  </a:cubicBezTo>
                  <a:cubicBezTo>
                    <a:pt x="337" y="3888"/>
                    <a:pt x="383" y="3870"/>
                    <a:pt x="421" y="3830"/>
                  </a:cubicBezTo>
                  <a:cubicBezTo>
                    <a:pt x="839" y="3393"/>
                    <a:pt x="1830" y="3121"/>
                    <a:pt x="1644" y="2327"/>
                  </a:cubicBezTo>
                  <a:cubicBezTo>
                    <a:pt x="1568" y="2005"/>
                    <a:pt x="1350" y="1818"/>
                    <a:pt x="1081" y="1709"/>
                  </a:cubicBezTo>
                  <a:lnTo>
                    <a:pt x="1081" y="1709"/>
                  </a:lnTo>
                  <a:cubicBezTo>
                    <a:pt x="1433" y="1537"/>
                    <a:pt x="1729" y="1274"/>
                    <a:pt x="1760" y="908"/>
                  </a:cubicBezTo>
                  <a:cubicBezTo>
                    <a:pt x="1817" y="228"/>
                    <a:pt x="801" y="55"/>
                    <a:pt x="324" y="2"/>
                  </a:cubicBezTo>
                  <a:cubicBezTo>
                    <a:pt x="316" y="1"/>
                    <a:pt x="308" y="1"/>
                    <a:pt x="3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5"/>
            <p:cNvSpPr/>
            <p:nvPr/>
          </p:nvSpPr>
          <p:spPr>
            <a:xfrm>
              <a:off x="7442725" y="1300588"/>
              <a:ext cx="28700" cy="44525"/>
            </a:xfrm>
            <a:custGeom>
              <a:rect b="b" l="l" r="r" t="t"/>
              <a:pathLst>
                <a:path extrusionOk="0" h="1781" w="1148">
                  <a:moveTo>
                    <a:pt x="493" y="0"/>
                  </a:moveTo>
                  <a:cubicBezTo>
                    <a:pt x="357" y="0"/>
                    <a:pt x="219" y="57"/>
                    <a:pt x="125" y="165"/>
                  </a:cubicBezTo>
                  <a:cubicBezTo>
                    <a:pt x="1" y="308"/>
                    <a:pt x="133" y="505"/>
                    <a:pt x="276" y="505"/>
                  </a:cubicBezTo>
                  <a:cubicBezTo>
                    <a:pt x="321" y="505"/>
                    <a:pt x="366" y="486"/>
                    <a:pt x="406" y="441"/>
                  </a:cubicBezTo>
                  <a:cubicBezTo>
                    <a:pt x="439" y="405"/>
                    <a:pt x="463" y="387"/>
                    <a:pt x="477" y="387"/>
                  </a:cubicBezTo>
                  <a:cubicBezTo>
                    <a:pt x="499" y="387"/>
                    <a:pt x="499" y="427"/>
                    <a:pt x="478" y="508"/>
                  </a:cubicBezTo>
                  <a:cubicBezTo>
                    <a:pt x="432" y="528"/>
                    <a:pt x="392" y="553"/>
                    <a:pt x="352" y="581"/>
                  </a:cubicBezTo>
                  <a:cubicBezTo>
                    <a:pt x="310" y="614"/>
                    <a:pt x="273" y="650"/>
                    <a:pt x="246" y="696"/>
                  </a:cubicBezTo>
                  <a:cubicBezTo>
                    <a:pt x="184" y="806"/>
                    <a:pt x="185" y="938"/>
                    <a:pt x="258" y="1039"/>
                  </a:cubicBezTo>
                  <a:cubicBezTo>
                    <a:pt x="304" y="1103"/>
                    <a:pt x="361" y="1136"/>
                    <a:pt x="431" y="1136"/>
                  </a:cubicBezTo>
                  <a:cubicBezTo>
                    <a:pt x="447" y="1136"/>
                    <a:pt x="463" y="1134"/>
                    <a:pt x="480" y="1131"/>
                  </a:cubicBezTo>
                  <a:cubicBezTo>
                    <a:pt x="499" y="1128"/>
                    <a:pt x="519" y="1126"/>
                    <a:pt x="538" y="1126"/>
                  </a:cubicBezTo>
                  <a:cubicBezTo>
                    <a:pt x="610" y="1126"/>
                    <a:pt x="685" y="1150"/>
                    <a:pt x="722" y="1215"/>
                  </a:cubicBezTo>
                  <a:cubicBezTo>
                    <a:pt x="760" y="1284"/>
                    <a:pt x="723" y="1395"/>
                    <a:pt x="643" y="1395"/>
                  </a:cubicBezTo>
                  <a:cubicBezTo>
                    <a:pt x="626" y="1395"/>
                    <a:pt x="607" y="1390"/>
                    <a:pt x="586" y="1379"/>
                  </a:cubicBezTo>
                  <a:cubicBezTo>
                    <a:pt x="553" y="1360"/>
                    <a:pt x="520" y="1351"/>
                    <a:pt x="489" y="1351"/>
                  </a:cubicBezTo>
                  <a:cubicBezTo>
                    <a:pt x="315" y="1351"/>
                    <a:pt x="200" y="1612"/>
                    <a:pt x="387" y="1718"/>
                  </a:cubicBezTo>
                  <a:cubicBezTo>
                    <a:pt x="463" y="1761"/>
                    <a:pt x="545" y="1781"/>
                    <a:pt x="626" y="1781"/>
                  </a:cubicBezTo>
                  <a:cubicBezTo>
                    <a:pt x="888" y="1781"/>
                    <a:pt x="1140" y="1576"/>
                    <a:pt x="1145" y="1287"/>
                  </a:cubicBezTo>
                  <a:cubicBezTo>
                    <a:pt x="1147" y="1036"/>
                    <a:pt x="982" y="863"/>
                    <a:pt x="773" y="786"/>
                  </a:cubicBezTo>
                  <a:lnTo>
                    <a:pt x="773" y="786"/>
                  </a:lnTo>
                  <a:cubicBezTo>
                    <a:pt x="832" y="724"/>
                    <a:pt x="885" y="642"/>
                    <a:pt x="901" y="596"/>
                  </a:cubicBezTo>
                  <a:cubicBezTo>
                    <a:pt x="944" y="468"/>
                    <a:pt x="931" y="318"/>
                    <a:pt x="861" y="202"/>
                  </a:cubicBezTo>
                  <a:cubicBezTo>
                    <a:pt x="779" y="65"/>
                    <a:pt x="637" y="0"/>
                    <a:pt x="4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5"/>
            <p:cNvSpPr/>
            <p:nvPr/>
          </p:nvSpPr>
          <p:spPr>
            <a:xfrm>
              <a:off x="7491050" y="1346813"/>
              <a:ext cx="9875" cy="51650"/>
            </a:xfrm>
            <a:custGeom>
              <a:rect b="b" l="l" r="r" t="t"/>
              <a:pathLst>
                <a:path extrusionOk="0" h="2066" w="395">
                  <a:moveTo>
                    <a:pt x="198" y="1"/>
                  </a:moveTo>
                  <a:cubicBezTo>
                    <a:pt x="100" y="1"/>
                    <a:pt x="1" y="64"/>
                    <a:pt x="0" y="191"/>
                  </a:cubicBezTo>
                  <a:lnTo>
                    <a:pt x="0" y="1874"/>
                  </a:lnTo>
                  <a:cubicBezTo>
                    <a:pt x="0" y="2002"/>
                    <a:pt x="99" y="2066"/>
                    <a:pt x="197" y="2066"/>
                  </a:cubicBezTo>
                  <a:cubicBezTo>
                    <a:pt x="296" y="2066"/>
                    <a:pt x="394" y="2002"/>
                    <a:pt x="394" y="1874"/>
                  </a:cubicBezTo>
                  <a:lnTo>
                    <a:pt x="394" y="191"/>
                  </a:lnTo>
                  <a:cubicBezTo>
                    <a:pt x="395" y="64"/>
                    <a:pt x="297" y="1"/>
                    <a:pt x="1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5"/>
            <p:cNvSpPr/>
            <p:nvPr/>
          </p:nvSpPr>
          <p:spPr>
            <a:xfrm>
              <a:off x="7476850" y="1366788"/>
              <a:ext cx="42000" cy="9875"/>
            </a:xfrm>
            <a:custGeom>
              <a:rect b="b" l="l" r="r" t="t"/>
              <a:pathLst>
                <a:path extrusionOk="0" h="395" w="1680">
                  <a:moveTo>
                    <a:pt x="253" y="0"/>
                  </a:moveTo>
                  <a:cubicBezTo>
                    <a:pt x="0" y="0"/>
                    <a:pt x="0" y="394"/>
                    <a:pt x="253" y="394"/>
                  </a:cubicBezTo>
                  <a:lnTo>
                    <a:pt x="1426" y="394"/>
                  </a:lnTo>
                  <a:cubicBezTo>
                    <a:pt x="1679" y="394"/>
                    <a:pt x="1679" y="0"/>
                    <a:pt x="142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5"/>
            <p:cNvSpPr/>
            <p:nvPr/>
          </p:nvSpPr>
          <p:spPr>
            <a:xfrm>
              <a:off x="7547350" y="1336513"/>
              <a:ext cx="42675" cy="56400"/>
            </a:xfrm>
            <a:custGeom>
              <a:rect b="b" l="l" r="r" t="t"/>
              <a:pathLst>
                <a:path extrusionOk="0" h="2256" w="1707">
                  <a:moveTo>
                    <a:pt x="1184" y="0"/>
                  </a:moveTo>
                  <a:cubicBezTo>
                    <a:pt x="1181" y="0"/>
                    <a:pt x="1179" y="0"/>
                    <a:pt x="1177" y="0"/>
                  </a:cubicBezTo>
                  <a:cubicBezTo>
                    <a:pt x="551" y="16"/>
                    <a:pt x="0" y="516"/>
                    <a:pt x="37" y="1167"/>
                  </a:cubicBezTo>
                  <a:cubicBezTo>
                    <a:pt x="83" y="1950"/>
                    <a:pt x="768" y="2235"/>
                    <a:pt x="1453" y="2255"/>
                  </a:cubicBezTo>
                  <a:cubicBezTo>
                    <a:pt x="1455" y="2255"/>
                    <a:pt x="1458" y="2255"/>
                    <a:pt x="1460" y="2255"/>
                  </a:cubicBezTo>
                  <a:cubicBezTo>
                    <a:pt x="1707" y="2255"/>
                    <a:pt x="1704" y="1868"/>
                    <a:pt x="1453" y="1861"/>
                  </a:cubicBezTo>
                  <a:cubicBezTo>
                    <a:pt x="989" y="1848"/>
                    <a:pt x="504" y="1727"/>
                    <a:pt x="437" y="1189"/>
                  </a:cubicBezTo>
                  <a:cubicBezTo>
                    <a:pt x="381" y="748"/>
                    <a:pt x="753" y="404"/>
                    <a:pt x="1177" y="393"/>
                  </a:cubicBezTo>
                  <a:cubicBezTo>
                    <a:pt x="1427" y="387"/>
                    <a:pt x="1432" y="0"/>
                    <a:pt x="118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5"/>
            <p:cNvSpPr/>
            <p:nvPr/>
          </p:nvSpPr>
          <p:spPr>
            <a:xfrm>
              <a:off x="7616125" y="1320288"/>
              <a:ext cx="46550" cy="81775"/>
            </a:xfrm>
            <a:custGeom>
              <a:rect b="b" l="l" r="r" t="t"/>
              <a:pathLst>
                <a:path extrusionOk="0" h="3271" w="1862">
                  <a:moveTo>
                    <a:pt x="1387" y="0"/>
                  </a:moveTo>
                  <a:cubicBezTo>
                    <a:pt x="838" y="0"/>
                    <a:pt x="341" y="386"/>
                    <a:pt x="394" y="999"/>
                  </a:cubicBezTo>
                  <a:cubicBezTo>
                    <a:pt x="417" y="1261"/>
                    <a:pt x="546" y="1497"/>
                    <a:pt x="751" y="1664"/>
                  </a:cubicBezTo>
                  <a:cubicBezTo>
                    <a:pt x="825" y="1724"/>
                    <a:pt x="910" y="1767"/>
                    <a:pt x="993" y="1815"/>
                  </a:cubicBezTo>
                  <a:cubicBezTo>
                    <a:pt x="1275" y="1976"/>
                    <a:pt x="1243" y="1866"/>
                    <a:pt x="1252" y="2296"/>
                  </a:cubicBezTo>
                  <a:cubicBezTo>
                    <a:pt x="1361" y="2539"/>
                    <a:pt x="1303" y="2685"/>
                    <a:pt x="1083" y="2732"/>
                  </a:cubicBezTo>
                  <a:cubicBezTo>
                    <a:pt x="987" y="2805"/>
                    <a:pt x="880" y="2842"/>
                    <a:pt x="759" y="2847"/>
                  </a:cubicBezTo>
                  <a:cubicBezTo>
                    <a:pt x="625" y="2874"/>
                    <a:pt x="491" y="2877"/>
                    <a:pt x="356" y="2877"/>
                  </a:cubicBezTo>
                  <a:cubicBezTo>
                    <a:pt x="322" y="2877"/>
                    <a:pt x="288" y="2877"/>
                    <a:pt x="254" y="2877"/>
                  </a:cubicBezTo>
                  <a:cubicBezTo>
                    <a:pt x="254" y="2877"/>
                    <a:pt x="253" y="2877"/>
                    <a:pt x="253" y="2877"/>
                  </a:cubicBezTo>
                  <a:cubicBezTo>
                    <a:pt x="1" y="2877"/>
                    <a:pt x="1" y="3269"/>
                    <a:pt x="254" y="3270"/>
                  </a:cubicBezTo>
                  <a:cubicBezTo>
                    <a:pt x="264" y="3271"/>
                    <a:pt x="273" y="3271"/>
                    <a:pt x="283" y="3271"/>
                  </a:cubicBezTo>
                  <a:cubicBezTo>
                    <a:pt x="910" y="3271"/>
                    <a:pt x="1704" y="3130"/>
                    <a:pt x="1819" y="2384"/>
                  </a:cubicBezTo>
                  <a:cubicBezTo>
                    <a:pt x="1862" y="2109"/>
                    <a:pt x="1767" y="1869"/>
                    <a:pt x="1557" y="1690"/>
                  </a:cubicBezTo>
                  <a:cubicBezTo>
                    <a:pt x="1411" y="1566"/>
                    <a:pt x="1217" y="1521"/>
                    <a:pt x="1069" y="1404"/>
                  </a:cubicBezTo>
                  <a:cubicBezTo>
                    <a:pt x="618" y="1054"/>
                    <a:pt x="780" y="384"/>
                    <a:pt x="1346" y="384"/>
                  </a:cubicBezTo>
                  <a:cubicBezTo>
                    <a:pt x="1384" y="384"/>
                    <a:pt x="1425" y="387"/>
                    <a:pt x="1466" y="393"/>
                  </a:cubicBezTo>
                  <a:cubicBezTo>
                    <a:pt x="1479" y="395"/>
                    <a:pt x="1491" y="396"/>
                    <a:pt x="1502" y="396"/>
                  </a:cubicBezTo>
                  <a:cubicBezTo>
                    <a:pt x="1720" y="396"/>
                    <a:pt x="1805" y="52"/>
                    <a:pt x="1567" y="14"/>
                  </a:cubicBezTo>
                  <a:cubicBezTo>
                    <a:pt x="1507" y="5"/>
                    <a:pt x="1447" y="0"/>
                    <a:pt x="13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5"/>
            <p:cNvSpPr/>
            <p:nvPr/>
          </p:nvSpPr>
          <p:spPr>
            <a:xfrm>
              <a:off x="7672775" y="1330488"/>
              <a:ext cx="13650" cy="55150"/>
            </a:xfrm>
            <a:custGeom>
              <a:rect b="b" l="l" r="r" t="t"/>
              <a:pathLst>
                <a:path extrusionOk="0" h="2206" w="546">
                  <a:moveTo>
                    <a:pt x="196" y="0"/>
                  </a:moveTo>
                  <a:cubicBezTo>
                    <a:pt x="97" y="0"/>
                    <a:pt x="0" y="64"/>
                    <a:pt x="4" y="191"/>
                  </a:cubicBezTo>
                  <a:cubicBezTo>
                    <a:pt x="19" y="802"/>
                    <a:pt x="65" y="1411"/>
                    <a:pt x="137" y="2018"/>
                  </a:cubicBezTo>
                  <a:cubicBezTo>
                    <a:pt x="151" y="2143"/>
                    <a:pt x="258" y="2206"/>
                    <a:pt x="356" y="2206"/>
                  </a:cubicBezTo>
                  <a:cubicBezTo>
                    <a:pt x="455" y="2206"/>
                    <a:pt x="545" y="2143"/>
                    <a:pt x="530" y="2018"/>
                  </a:cubicBezTo>
                  <a:cubicBezTo>
                    <a:pt x="459" y="1411"/>
                    <a:pt x="413" y="801"/>
                    <a:pt x="397" y="191"/>
                  </a:cubicBezTo>
                  <a:cubicBezTo>
                    <a:pt x="394" y="64"/>
                    <a:pt x="294" y="0"/>
                    <a:pt x="1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5"/>
            <p:cNvSpPr/>
            <p:nvPr/>
          </p:nvSpPr>
          <p:spPr>
            <a:xfrm>
              <a:off x="7700025" y="1332138"/>
              <a:ext cx="13425" cy="59025"/>
            </a:xfrm>
            <a:custGeom>
              <a:rect b="b" l="l" r="r" t="t"/>
              <a:pathLst>
                <a:path extrusionOk="0" h="2361" w="537">
                  <a:moveTo>
                    <a:pt x="295" y="1"/>
                  </a:moveTo>
                  <a:cubicBezTo>
                    <a:pt x="220" y="1"/>
                    <a:pt x="150" y="44"/>
                    <a:pt x="135" y="142"/>
                  </a:cubicBezTo>
                  <a:cubicBezTo>
                    <a:pt x="24" y="820"/>
                    <a:pt x="0" y="1491"/>
                    <a:pt x="70" y="2172"/>
                  </a:cubicBezTo>
                  <a:cubicBezTo>
                    <a:pt x="82" y="2298"/>
                    <a:pt x="187" y="2361"/>
                    <a:pt x="286" y="2361"/>
                  </a:cubicBezTo>
                  <a:cubicBezTo>
                    <a:pt x="384" y="2361"/>
                    <a:pt x="476" y="2298"/>
                    <a:pt x="464" y="2172"/>
                  </a:cubicBezTo>
                  <a:cubicBezTo>
                    <a:pt x="397" y="1528"/>
                    <a:pt x="411" y="887"/>
                    <a:pt x="513" y="247"/>
                  </a:cubicBezTo>
                  <a:cubicBezTo>
                    <a:pt x="537" y="98"/>
                    <a:pt x="409" y="1"/>
                    <a:pt x="29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5"/>
            <p:cNvSpPr/>
            <p:nvPr/>
          </p:nvSpPr>
          <p:spPr>
            <a:xfrm>
              <a:off x="7702125" y="1326788"/>
              <a:ext cx="42875" cy="62475"/>
            </a:xfrm>
            <a:custGeom>
              <a:rect b="b" l="l" r="r" t="t"/>
              <a:pathLst>
                <a:path extrusionOk="0" h="2499" w="1715">
                  <a:moveTo>
                    <a:pt x="1473" y="1"/>
                  </a:moveTo>
                  <a:cubicBezTo>
                    <a:pt x="1375" y="1"/>
                    <a:pt x="1280" y="64"/>
                    <a:pt x="1286" y="190"/>
                  </a:cubicBezTo>
                  <a:cubicBezTo>
                    <a:pt x="1312" y="725"/>
                    <a:pt x="1306" y="1255"/>
                    <a:pt x="1268" y="1786"/>
                  </a:cubicBezTo>
                  <a:lnTo>
                    <a:pt x="1268" y="1786"/>
                  </a:lnTo>
                  <a:cubicBezTo>
                    <a:pt x="938" y="1337"/>
                    <a:pt x="655" y="858"/>
                    <a:pt x="414" y="351"/>
                  </a:cubicBezTo>
                  <a:cubicBezTo>
                    <a:pt x="381" y="281"/>
                    <a:pt x="326" y="251"/>
                    <a:pt x="268" y="251"/>
                  </a:cubicBezTo>
                  <a:cubicBezTo>
                    <a:pt x="140" y="251"/>
                    <a:pt x="1" y="396"/>
                    <a:pt x="75" y="553"/>
                  </a:cubicBezTo>
                  <a:cubicBezTo>
                    <a:pt x="397" y="1233"/>
                    <a:pt x="799" y="1858"/>
                    <a:pt x="1279" y="2436"/>
                  </a:cubicBezTo>
                  <a:cubicBezTo>
                    <a:pt x="1316" y="2481"/>
                    <a:pt x="1360" y="2499"/>
                    <a:pt x="1403" y="2499"/>
                  </a:cubicBezTo>
                  <a:cubicBezTo>
                    <a:pt x="1504" y="2499"/>
                    <a:pt x="1604" y="2401"/>
                    <a:pt x="1615" y="2296"/>
                  </a:cubicBezTo>
                  <a:cubicBezTo>
                    <a:pt x="1693" y="1595"/>
                    <a:pt x="1714" y="895"/>
                    <a:pt x="1680" y="190"/>
                  </a:cubicBezTo>
                  <a:cubicBezTo>
                    <a:pt x="1673" y="64"/>
                    <a:pt x="1571" y="1"/>
                    <a:pt x="147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5"/>
            <p:cNvSpPr/>
            <p:nvPr/>
          </p:nvSpPr>
          <p:spPr>
            <a:xfrm>
              <a:off x="7781500" y="1322888"/>
              <a:ext cx="44000" cy="66875"/>
            </a:xfrm>
            <a:custGeom>
              <a:rect b="b" l="l" r="r" t="t"/>
              <a:pathLst>
                <a:path extrusionOk="0" h="2675" w="1760">
                  <a:moveTo>
                    <a:pt x="442" y="397"/>
                  </a:moveTo>
                  <a:cubicBezTo>
                    <a:pt x="771" y="397"/>
                    <a:pt x="1284" y="440"/>
                    <a:pt x="1295" y="621"/>
                  </a:cubicBezTo>
                  <a:cubicBezTo>
                    <a:pt x="1299" y="691"/>
                    <a:pt x="994" y="869"/>
                    <a:pt x="943" y="897"/>
                  </a:cubicBezTo>
                  <a:cubicBezTo>
                    <a:pt x="829" y="963"/>
                    <a:pt x="713" y="1005"/>
                    <a:pt x="591" y="1036"/>
                  </a:cubicBezTo>
                  <a:lnTo>
                    <a:pt x="591" y="1036"/>
                  </a:lnTo>
                  <a:cubicBezTo>
                    <a:pt x="540" y="1041"/>
                    <a:pt x="487" y="1052"/>
                    <a:pt x="434" y="1069"/>
                  </a:cubicBezTo>
                  <a:cubicBezTo>
                    <a:pt x="429" y="1071"/>
                    <a:pt x="424" y="1073"/>
                    <a:pt x="419" y="1075"/>
                  </a:cubicBezTo>
                  <a:lnTo>
                    <a:pt x="419" y="1075"/>
                  </a:lnTo>
                  <a:cubicBezTo>
                    <a:pt x="419" y="857"/>
                    <a:pt x="419" y="639"/>
                    <a:pt x="419" y="421"/>
                  </a:cubicBezTo>
                  <a:cubicBezTo>
                    <a:pt x="419" y="413"/>
                    <a:pt x="418" y="405"/>
                    <a:pt x="417" y="397"/>
                  </a:cubicBezTo>
                  <a:lnTo>
                    <a:pt x="417" y="397"/>
                  </a:lnTo>
                  <a:cubicBezTo>
                    <a:pt x="425" y="397"/>
                    <a:pt x="434" y="397"/>
                    <a:pt x="442" y="397"/>
                  </a:cubicBezTo>
                  <a:close/>
                  <a:moveTo>
                    <a:pt x="656" y="1428"/>
                  </a:moveTo>
                  <a:cubicBezTo>
                    <a:pt x="963" y="1428"/>
                    <a:pt x="1018" y="1908"/>
                    <a:pt x="812" y="2103"/>
                  </a:cubicBezTo>
                  <a:cubicBezTo>
                    <a:pt x="708" y="2202"/>
                    <a:pt x="564" y="2249"/>
                    <a:pt x="420" y="2268"/>
                  </a:cubicBezTo>
                  <a:lnTo>
                    <a:pt x="420" y="2268"/>
                  </a:lnTo>
                  <a:cubicBezTo>
                    <a:pt x="419" y="1991"/>
                    <a:pt x="419" y="1714"/>
                    <a:pt x="419" y="1438"/>
                  </a:cubicBezTo>
                  <a:lnTo>
                    <a:pt x="419" y="1438"/>
                  </a:lnTo>
                  <a:cubicBezTo>
                    <a:pt x="442" y="1447"/>
                    <a:pt x="468" y="1453"/>
                    <a:pt x="497" y="1453"/>
                  </a:cubicBezTo>
                  <a:cubicBezTo>
                    <a:pt x="511" y="1453"/>
                    <a:pt x="525" y="1451"/>
                    <a:pt x="540" y="1449"/>
                  </a:cubicBezTo>
                  <a:cubicBezTo>
                    <a:pt x="568" y="1444"/>
                    <a:pt x="598" y="1437"/>
                    <a:pt x="630" y="1430"/>
                  </a:cubicBezTo>
                  <a:lnTo>
                    <a:pt x="630" y="1430"/>
                  </a:lnTo>
                  <a:cubicBezTo>
                    <a:pt x="639" y="1429"/>
                    <a:pt x="648" y="1428"/>
                    <a:pt x="656" y="1428"/>
                  </a:cubicBezTo>
                  <a:close/>
                  <a:moveTo>
                    <a:pt x="474" y="1"/>
                  </a:moveTo>
                  <a:cubicBezTo>
                    <a:pt x="374" y="1"/>
                    <a:pt x="287" y="5"/>
                    <a:pt x="223" y="11"/>
                  </a:cubicBezTo>
                  <a:cubicBezTo>
                    <a:pt x="58" y="26"/>
                    <a:pt x="1" y="202"/>
                    <a:pt x="53" y="314"/>
                  </a:cubicBezTo>
                  <a:lnTo>
                    <a:pt x="53" y="314"/>
                  </a:lnTo>
                  <a:cubicBezTo>
                    <a:pt x="34" y="343"/>
                    <a:pt x="22" y="379"/>
                    <a:pt x="22" y="422"/>
                  </a:cubicBezTo>
                  <a:cubicBezTo>
                    <a:pt x="25" y="1106"/>
                    <a:pt x="25" y="1792"/>
                    <a:pt x="26" y="2478"/>
                  </a:cubicBezTo>
                  <a:cubicBezTo>
                    <a:pt x="26" y="2584"/>
                    <a:pt x="115" y="2674"/>
                    <a:pt x="223" y="2674"/>
                  </a:cubicBezTo>
                  <a:cubicBezTo>
                    <a:pt x="758" y="2674"/>
                    <a:pt x="1345" y="2388"/>
                    <a:pt x="1371" y="1782"/>
                  </a:cubicBezTo>
                  <a:cubicBezTo>
                    <a:pt x="1380" y="1562"/>
                    <a:pt x="1295" y="1368"/>
                    <a:pt x="1157" y="1233"/>
                  </a:cubicBezTo>
                  <a:lnTo>
                    <a:pt x="1157" y="1233"/>
                  </a:lnTo>
                  <a:cubicBezTo>
                    <a:pt x="1473" y="1074"/>
                    <a:pt x="1760" y="837"/>
                    <a:pt x="1737" y="547"/>
                  </a:cubicBezTo>
                  <a:cubicBezTo>
                    <a:pt x="1702" y="98"/>
                    <a:pt x="945" y="1"/>
                    <a:pt x="47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5"/>
            <p:cNvSpPr/>
            <p:nvPr/>
          </p:nvSpPr>
          <p:spPr>
            <a:xfrm>
              <a:off x="6923725" y="1509388"/>
              <a:ext cx="53025" cy="64550"/>
            </a:xfrm>
            <a:custGeom>
              <a:rect b="b" l="l" r="r" t="t"/>
              <a:pathLst>
                <a:path extrusionOk="0" h="2582" w="2121">
                  <a:moveTo>
                    <a:pt x="1507" y="0"/>
                  </a:moveTo>
                  <a:cubicBezTo>
                    <a:pt x="727" y="0"/>
                    <a:pt x="0" y="733"/>
                    <a:pt x="167" y="1540"/>
                  </a:cubicBezTo>
                  <a:cubicBezTo>
                    <a:pt x="296" y="2165"/>
                    <a:pt x="891" y="2582"/>
                    <a:pt x="1501" y="2582"/>
                  </a:cubicBezTo>
                  <a:cubicBezTo>
                    <a:pt x="1636" y="2582"/>
                    <a:pt x="1773" y="2561"/>
                    <a:pt x="1905" y="2518"/>
                  </a:cubicBezTo>
                  <a:cubicBezTo>
                    <a:pt x="2121" y="2446"/>
                    <a:pt x="2057" y="2127"/>
                    <a:pt x="1864" y="2127"/>
                  </a:cubicBezTo>
                  <a:cubicBezTo>
                    <a:pt x="1844" y="2127"/>
                    <a:pt x="1822" y="2131"/>
                    <a:pt x="1799" y="2138"/>
                  </a:cubicBezTo>
                  <a:cubicBezTo>
                    <a:pt x="1700" y="2171"/>
                    <a:pt x="1597" y="2187"/>
                    <a:pt x="1494" y="2187"/>
                  </a:cubicBezTo>
                  <a:cubicBezTo>
                    <a:pt x="1100" y="2187"/>
                    <a:pt x="713" y="1955"/>
                    <a:pt x="580" y="1563"/>
                  </a:cubicBezTo>
                  <a:cubicBezTo>
                    <a:pt x="374" y="956"/>
                    <a:pt x="940" y="397"/>
                    <a:pt x="1525" y="397"/>
                  </a:cubicBezTo>
                  <a:cubicBezTo>
                    <a:pt x="1544" y="397"/>
                    <a:pt x="1563" y="398"/>
                    <a:pt x="1583" y="399"/>
                  </a:cubicBezTo>
                  <a:cubicBezTo>
                    <a:pt x="1587" y="399"/>
                    <a:pt x="1592" y="399"/>
                    <a:pt x="1596" y="399"/>
                  </a:cubicBezTo>
                  <a:cubicBezTo>
                    <a:pt x="1836" y="399"/>
                    <a:pt x="1831" y="19"/>
                    <a:pt x="1584" y="2"/>
                  </a:cubicBezTo>
                  <a:cubicBezTo>
                    <a:pt x="1558" y="1"/>
                    <a:pt x="1533" y="0"/>
                    <a:pt x="15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5"/>
            <p:cNvSpPr/>
            <p:nvPr/>
          </p:nvSpPr>
          <p:spPr>
            <a:xfrm>
              <a:off x="6983725" y="1479588"/>
              <a:ext cx="34750" cy="51525"/>
            </a:xfrm>
            <a:custGeom>
              <a:rect b="b" l="l" r="r" t="t"/>
              <a:pathLst>
                <a:path extrusionOk="0" h="2061" w="1390">
                  <a:moveTo>
                    <a:pt x="535" y="0"/>
                  </a:moveTo>
                  <a:cubicBezTo>
                    <a:pt x="422" y="0"/>
                    <a:pt x="306" y="25"/>
                    <a:pt x="200" y="74"/>
                  </a:cubicBezTo>
                  <a:cubicBezTo>
                    <a:pt x="0" y="164"/>
                    <a:pt x="125" y="433"/>
                    <a:pt x="312" y="433"/>
                  </a:cubicBezTo>
                  <a:cubicBezTo>
                    <a:pt x="340" y="433"/>
                    <a:pt x="369" y="427"/>
                    <a:pt x="399" y="413"/>
                  </a:cubicBezTo>
                  <a:cubicBezTo>
                    <a:pt x="449" y="390"/>
                    <a:pt x="495" y="380"/>
                    <a:pt x="537" y="380"/>
                  </a:cubicBezTo>
                  <a:cubicBezTo>
                    <a:pt x="796" y="380"/>
                    <a:pt x="893" y="767"/>
                    <a:pt x="601" y="912"/>
                  </a:cubicBezTo>
                  <a:cubicBezTo>
                    <a:pt x="445" y="990"/>
                    <a:pt x="492" y="1229"/>
                    <a:pt x="647" y="1272"/>
                  </a:cubicBezTo>
                  <a:cubicBezTo>
                    <a:pt x="697" y="1283"/>
                    <a:pt x="746" y="1299"/>
                    <a:pt x="793" y="1319"/>
                  </a:cubicBezTo>
                  <a:cubicBezTo>
                    <a:pt x="939" y="1352"/>
                    <a:pt x="925" y="1462"/>
                    <a:pt x="750" y="1645"/>
                  </a:cubicBezTo>
                  <a:cubicBezTo>
                    <a:pt x="707" y="1670"/>
                    <a:pt x="643" y="1678"/>
                    <a:pt x="577" y="1678"/>
                  </a:cubicBezTo>
                  <a:cubicBezTo>
                    <a:pt x="500" y="1678"/>
                    <a:pt x="419" y="1668"/>
                    <a:pt x="365" y="1665"/>
                  </a:cubicBezTo>
                  <a:cubicBezTo>
                    <a:pt x="362" y="1665"/>
                    <a:pt x="360" y="1665"/>
                    <a:pt x="357" y="1665"/>
                  </a:cubicBezTo>
                  <a:cubicBezTo>
                    <a:pt x="110" y="1665"/>
                    <a:pt x="116" y="2051"/>
                    <a:pt x="365" y="2059"/>
                  </a:cubicBezTo>
                  <a:cubicBezTo>
                    <a:pt x="395" y="2060"/>
                    <a:pt x="426" y="2061"/>
                    <a:pt x="457" y="2061"/>
                  </a:cubicBezTo>
                  <a:cubicBezTo>
                    <a:pt x="814" y="2061"/>
                    <a:pt x="1221" y="1976"/>
                    <a:pt x="1324" y="1577"/>
                  </a:cubicBezTo>
                  <a:cubicBezTo>
                    <a:pt x="1390" y="1316"/>
                    <a:pt x="1257" y="1138"/>
                    <a:pt x="1066" y="1022"/>
                  </a:cubicBezTo>
                  <a:lnTo>
                    <a:pt x="1066" y="1022"/>
                  </a:lnTo>
                  <a:cubicBezTo>
                    <a:pt x="1201" y="829"/>
                    <a:pt x="1239" y="572"/>
                    <a:pt x="1125" y="347"/>
                  </a:cubicBezTo>
                  <a:cubicBezTo>
                    <a:pt x="1007" y="111"/>
                    <a:pt x="775" y="0"/>
                    <a:pt x="5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5"/>
            <p:cNvSpPr/>
            <p:nvPr/>
          </p:nvSpPr>
          <p:spPr>
            <a:xfrm>
              <a:off x="7021000" y="1538563"/>
              <a:ext cx="34700" cy="9875"/>
            </a:xfrm>
            <a:custGeom>
              <a:rect b="b" l="l" r="r" t="t"/>
              <a:pathLst>
                <a:path extrusionOk="0" h="395" w="1388">
                  <a:moveTo>
                    <a:pt x="255" y="1"/>
                  </a:moveTo>
                  <a:cubicBezTo>
                    <a:pt x="1" y="1"/>
                    <a:pt x="1" y="394"/>
                    <a:pt x="255" y="394"/>
                  </a:cubicBezTo>
                  <a:lnTo>
                    <a:pt x="1134" y="394"/>
                  </a:lnTo>
                  <a:cubicBezTo>
                    <a:pt x="1388" y="394"/>
                    <a:pt x="1388" y="1"/>
                    <a:pt x="11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5"/>
            <p:cNvSpPr/>
            <p:nvPr/>
          </p:nvSpPr>
          <p:spPr>
            <a:xfrm>
              <a:off x="7103875" y="1504513"/>
              <a:ext cx="42525" cy="66950"/>
            </a:xfrm>
            <a:custGeom>
              <a:rect b="b" l="l" r="r" t="t"/>
              <a:pathLst>
                <a:path extrusionOk="0" h="2678" w="1701">
                  <a:moveTo>
                    <a:pt x="1423" y="1"/>
                  </a:moveTo>
                  <a:cubicBezTo>
                    <a:pt x="1363" y="1"/>
                    <a:pt x="1302" y="26"/>
                    <a:pt x="1259" y="89"/>
                  </a:cubicBezTo>
                  <a:cubicBezTo>
                    <a:pt x="754" y="819"/>
                    <a:pt x="355" y="1605"/>
                    <a:pt x="53" y="2438"/>
                  </a:cubicBezTo>
                  <a:cubicBezTo>
                    <a:pt x="1" y="2583"/>
                    <a:pt x="119" y="2677"/>
                    <a:pt x="240" y="2677"/>
                  </a:cubicBezTo>
                  <a:cubicBezTo>
                    <a:pt x="318" y="2677"/>
                    <a:pt x="398" y="2637"/>
                    <a:pt x="432" y="2544"/>
                  </a:cubicBezTo>
                  <a:cubicBezTo>
                    <a:pt x="721" y="1739"/>
                    <a:pt x="1113" y="991"/>
                    <a:pt x="1600" y="288"/>
                  </a:cubicBezTo>
                  <a:cubicBezTo>
                    <a:pt x="1700" y="141"/>
                    <a:pt x="1563" y="1"/>
                    <a:pt x="142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5"/>
            <p:cNvSpPr/>
            <p:nvPr/>
          </p:nvSpPr>
          <p:spPr>
            <a:xfrm>
              <a:off x="7136875" y="1501813"/>
              <a:ext cx="31375" cy="68650"/>
            </a:xfrm>
            <a:custGeom>
              <a:rect b="b" l="l" r="r" t="t"/>
              <a:pathLst>
                <a:path extrusionOk="0" h="2746" w="1255">
                  <a:moveTo>
                    <a:pt x="267" y="0"/>
                  </a:moveTo>
                  <a:cubicBezTo>
                    <a:pt x="138" y="0"/>
                    <a:pt x="1" y="144"/>
                    <a:pt x="75" y="301"/>
                  </a:cubicBezTo>
                  <a:cubicBezTo>
                    <a:pt x="426" y="1038"/>
                    <a:pt x="679" y="1804"/>
                    <a:pt x="844" y="2603"/>
                  </a:cubicBezTo>
                  <a:cubicBezTo>
                    <a:pt x="865" y="2702"/>
                    <a:pt x="937" y="2745"/>
                    <a:pt x="1014" y="2745"/>
                  </a:cubicBezTo>
                  <a:cubicBezTo>
                    <a:pt x="1130" y="2745"/>
                    <a:pt x="1254" y="2648"/>
                    <a:pt x="1223" y="2499"/>
                  </a:cubicBezTo>
                  <a:cubicBezTo>
                    <a:pt x="1052" y="1665"/>
                    <a:pt x="780" y="870"/>
                    <a:pt x="416" y="101"/>
                  </a:cubicBezTo>
                  <a:cubicBezTo>
                    <a:pt x="382" y="30"/>
                    <a:pt x="326" y="0"/>
                    <a:pt x="2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5"/>
            <p:cNvSpPr/>
            <p:nvPr/>
          </p:nvSpPr>
          <p:spPr>
            <a:xfrm>
              <a:off x="7113675" y="1539063"/>
              <a:ext cx="49150" cy="11725"/>
            </a:xfrm>
            <a:custGeom>
              <a:rect b="b" l="l" r="r" t="t"/>
              <a:pathLst>
                <a:path extrusionOk="0" h="469" w="1966">
                  <a:moveTo>
                    <a:pt x="1078" y="1"/>
                  </a:moveTo>
                  <a:cubicBezTo>
                    <a:pt x="797" y="1"/>
                    <a:pt x="517" y="29"/>
                    <a:pt x="235" y="85"/>
                  </a:cubicBezTo>
                  <a:cubicBezTo>
                    <a:pt x="0" y="130"/>
                    <a:pt x="79" y="469"/>
                    <a:pt x="296" y="469"/>
                  </a:cubicBezTo>
                  <a:cubicBezTo>
                    <a:pt x="309" y="469"/>
                    <a:pt x="323" y="467"/>
                    <a:pt x="338" y="465"/>
                  </a:cubicBezTo>
                  <a:cubicBezTo>
                    <a:pt x="586" y="415"/>
                    <a:pt x="837" y="390"/>
                    <a:pt x="1088" y="390"/>
                  </a:cubicBezTo>
                  <a:cubicBezTo>
                    <a:pt x="1266" y="390"/>
                    <a:pt x="1445" y="403"/>
                    <a:pt x="1623" y="429"/>
                  </a:cubicBezTo>
                  <a:cubicBezTo>
                    <a:pt x="1634" y="430"/>
                    <a:pt x="1645" y="431"/>
                    <a:pt x="1656" y="431"/>
                  </a:cubicBezTo>
                  <a:cubicBezTo>
                    <a:pt x="1881" y="431"/>
                    <a:pt x="1966" y="84"/>
                    <a:pt x="1729" y="49"/>
                  </a:cubicBezTo>
                  <a:cubicBezTo>
                    <a:pt x="1510" y="17"/>
                    <a:pt x="1294" y="1"/>
                    <a:pt x="10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5"/>
            <p:cNvSpPr/>
            <p:nvPr/>
          </p:nvSpPr>
          <p:spPr>
            <a:xfrm>
              <a:off x="7161900" y="1485288"/>
              <a:ext cx="35550" cy="34550"/>
            </a:xfrm>
            <a:custGeom>
              <a:rect b="b" l="l" r="r" t="t"/>
              <a:pathLst>
                <a:path extrusionOk="0" h="1382" w="1422">
                  <a:moveTo>
                    <a:pt x="449" y="1"/>
                  </a:moveTo>
                  <a:cubicBezTo>
                    <a:pt x="302" y="1"/>
                    <a:pt x="162" y="65"/>
                    <a:pt x="82" y="212"/>
                  </a:cubicBezTo>
                  <a:cubicBezTo>
                    <a:pt x="1" y="366"/>
                    <a:pt x="138" y="510"/>
                    <a:pt x="270" y="510"/>
                  </a:cubicBezTo>
                  <a:cubicBezTo>
                    <a:pt x="329" y="510"/>
                    <a:pt x="387" y="481"/>
                    <a:pt x="424" y="412"/>
                  </a:cubicBezTo>
                  <a:cubicBezTo>
                    <a:pt x="433" y="396"/>
                    <a:pt x="447" y="389"/>
                    <a:pt x="462" y="389"/>
                  </a:cubicBezTo>
                  <a:cubicBezTo>
                    <a:pt x="509" y="389"/>
                    <a:pt x="573" y="455"/>
                    <a:pt x="582" y="493"/>
                  </a:cubicBezTo>
                  <a:cubicBezTo>
                    <a:pt x="613" y="656"/>
                    <a:pt x="387" y="790"/>
                    <a:pt x="273" y="848"/>
                  </a:cubicBezTo>
                  <a:cubicBezTo>
                    <a:pt x="132" y="916"/>
                    <a:pt x="155" y="1113"/>
                    <a:pt x="273" y="1187"/>
                  </a:cubicBezTo>
                  <a:cubicBezTo>
                    <a:pt x="479" y="1319"/>
                    <a:pt x="704" y="1381"/>
                    <a:pt x="937" y="1381"/>
                  </a:cubicBezTo>
                  <a:cubicBezTo>
                    <a:pt x="1019" y="1381"/>
                    <a:pt x="1102" y="1374"/>
                    <a:pt x="1186" y="1359"/>
                  </a:cubicBezTo>
                  <a:cubicBezTo>
                    <a:pt x="1421" y="1317"/>
                    <a:pt x="1340" y="976"/>
                    <a:pt x="1121" y="976"/>
                  </a:cubicBezTo>
                  <a:cubicBezTo>
                    <a:pt x="1108" y="976"/>
                    <a:pt x="1095" y="977"/>
                    <a:pt x="1081" y="979"/>
                  </a:cubicBezTo>
                  <a:cubicBezTo>
                    <a:pt x="1032" y="988"/>
                    <a:pt x="984" y="993"/>
                    <a:pt x="936" y="993"/>
                  </a:cubicBezTo>
                  <a:cubicBezTo>
                    <a:pt x="876" y="993"/>
                    <a:pt x="817" y="986"/>
                    <a:pt x="759" y="972"/>
                  </a:cubicBezTo>
                  <a:lnTo>
                    <a:pt x="759" y="972"/>
                  </a:lnTo>
                  <a:cubicBezTo>
                    <a:pt x="955" y="770"/>
                    <a:pt x="1068" y="490"/>
                    <a:pt x="892" y="232"/>
                  </a:cubicBezTo>
                  <a:cubicBezTo>
                    <a:pt x="794" y="87"/>
                    <a:pt x="618" y="1"/>
                    <a:pt x="44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5"/>
            <p:cNvSpPr/>
            <p:nvPr/>
          </p:nvSpPr>
          <p:spPr>
            <a:xfrm>
              <a:off x="7226050" y="1523688"/>
              <a:ext cx="32700" cy="12000"/>
            </a:xfrm>
            <a:custGeom>
              <a:rect b="b" l="l" r="r" t="t"/>
              <a:pathLst>
                <a:path extrusionOk="0" h="480" w="1308">
                  <a:moveTo>
                    <a:pt x="1081" y="0"/>
                  </a:moveTo>
                  <a:cubicBezTo>
                    <a:pt x="1073" y="0"/>
                    <a:pt x="1065" y="1"/>
                    <a:pt x="1056" y="2"/>
                  </a:cubicBezTo>
                  <a:cubicBezTo>
                    <a:pt x="787" y="29"/>
                    <a:pt x="520" y="58"/>
                    <a:pt x="252" y="85"/>
                  </a:cubicBezTo>
                  <a:cubicBezTo>
                    <a:pt x="9" y="110"/>
                    <a:pt x="0" y="480"/>
                    <a:pt x="229" y="480"/>
                  </a:cubicBezTo>
                  <a:cubicBezTo>
                    <a:pt x="236" y="480"/>
                    <a:pt x="244" y="479"/>
                    <a:pt x="252" y="478"/>
                  </a:cubicBezTo>
                  <a:cubicBezTo>
                    <a:pt x="521" y="451"/>
                    <a:pt x="789" y="423"/>
                    <a:pt x="1056" y="395"/>
                  </a:cubicBezTo>
                  <a:cubicBezTo>
                    <a:pt x="1299" y="372"/>
                    <a:pt x="1308" y="0"/>
                    <a:pt x="108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5"/>
            <p:cNvSpPr/>
            <p:nvPr/>
          </p:nvSpPr>
          <p:spPr>
            <a:xfrm>
              <a:off x="7288275" y="1492438"/>
              <a:ext cx="44525" cy="67250"/>
            </a:xfrm>
            <a:custGeom>
              <a:rect b="b" l="l" r="r" t="t"/>
              <a:pathLst>
                <a:path extrusionOk="0" h="2690" w="1781">
                  <a:moveTo>
                    <a:pt x="861" y="1"/>
                  </a:moveTo>
                  <a:cubicBezTo>
                    <a:pt x="737" y="1"/>
                    <a:pt x="612" y="18"/>
                    <a:pt x="503" y="39"/>
                  </a:cubicBezTo>
                  <a:cubicBezTo>
                    <a:pt x="267" y="84"/>
                    <a:pt x="347" y="423"/>
                    <a:pt x="565" y="423"/>
                  </a:cubicBezTo>
                  <a:cubicBezTo>
                    <a:pt x="579" y="423"/>
                    <a:pt x="593" y="421"/>
                    <a:pt x="607" y="419"/>
                  </a:cubicBezTo>
                  <a:cubicBezTo>
                    <a:pt x="656" y="409"/>
                    <a:pt x="706" y="403"/>
                    <a:pt x="755" y="403"/>
                  </a:cubicBezTo>
                  <a:cubicBezTo>
                    <a:pt x="970" y="403"/>
                    <a:pt x="1142" y="511"/>
                    <a:pt x="927" y="819"/>
                  </a:cubicBezTo>
                  <a:cubicBezTo>
                    <a:pt x="836" y="950"/>
                    <a:pt x="672" y="1044"/>
                    <a:pt x="567" y="1173"/>
                  </a:cubicBezTo>
                  <a:cubicBezTo>
                    <a:pt x="468" y="1298"/>
                    <a:pt x="519" y="1509"/>
                    <a:pt x="701" y="1509"/>
                  </a:cubicBezTo>
                  <a:cubicBezTo>
                    <a:pt x="702" y="1509"/>
                    <a:pt x="704" y="1509"/>
                    <a:pt x="706" y="1509"/>
                  </a:cubicBezTo>
                  <a:cubicBezTo>
                    <a:pt x="740" y="1507"/>
                    <a:pt x="774" y="1506"/>
                    <a:pt x="807" y="1506"/>
                  </a:cubicBezTo>
                  <a:cubicBezTo>
                    <a:pt x="896" y="1506"/>
                    <a:pt x="985" y="1514"/>
                    <a:pt x="1071" y="1529"/>
                  </a:cubicBezTo>
                  <a:cubicBezTo>
                    <a:pt x="1284" y="1786"/>
                    <a:pt x="1257" y="1962"/>
                    <a:pt x="995" y="2062"/>
                  </a:cubicBezTo>
                  <a:cubicBezTo>
                    <a:pt x="766" y="2205"/>
                    <a:pt x="519" y="2274"/>
                    <a:pt x="252" y="2295"/>
                  </a:cubicBezTo>
                  <a:cubicBezTo>
                    <a:pt x="8" y="2316"/>
                    <a:pt x="1" y="2690"/>
                    <a:pt x="233" y="2690"/>
                  </a:cubicBezTo>
                  <a:cubicBezTo>
                    <a:pt x="239" y="2690"/>
                    <a:pt x="246" y="2690"/>
                    <a:pt x="252" y="2689"/>
                  </a:cubicBezTo>
                  <a:cubicBezTo>
                    <a:pt x="730" y="2649"/>
                    <a:pt x="1552" y="2423"/>
                    <a:pt x="1682" y="1869"/>
                  </a:cubicBezTo>
                  <a:cubicBezTo>
                    <a:pt x="1781" y="1455"/>
                    <a:pt x="1474" y="1246"/>
                    <a:pt x="1131" y="1161"/>
                  </a:cubicBezTo>
                  <a:lnTo>
                    <a:pt x="1131" y="1161"/>
                  </a:lnTo>
                  <a:cubicBezTo>
                    <a:pt x="1369" y="933"/>
                    <a:pt x="1597" y="683"/>
                    <a:pt x="1463" y="335"/>
                  </a:cubicBezTo>
                  <a:cubicBezTo>
                    <a:pt x="1362" y="74"/>
                    <a:pt x="1114" y="1"/>
                    <a:pt x="86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5"/>
            <p:cNvSpPr/>
            <p:nvPr/>
          </p:nvSpPr>
          <p:spPr>
            <a:xfrm>
              <a:off x="7364525" y="1491263"/>
              <a:ext cx="46300" cy="67125"/>
            </a:xfrm>
            <a:custGeom>
              <a:rect b="b" l="l" r="r" t="t"/>
              <a:pathLst>
                <a:path extrusionOk="0" h="2685" w="1852">
                  <a:moveTo>
                    <a:pt x="1396" y="1"/>
                  </a:moveTo>
                  <a:cubicBezTo>
                    <a:pt x="1390" y="1"/>
                    <a:pt x="1383" y="1"/>
                    <a:pt x="1377" y="2"/>
                  </a:cubicBezTo>
                  <a:cubicBezTo>
                    <a:pt x="642" y="65"/>
                    <a:pt x="1" y="687"/>
                    <a:pt x="62" y="1458"/>
                  </a:cubicBezTo>
                  <a:cubicBezTo>
                    <a:pt x="117" y="2166"/>
                    <a:pt x="774" y="2685"/>
                    <a:pt x="1456" y="2685"/>
                  </a:cubicBezTo>
                  <a:cubicBezTo>
                    <a:pt x="1504" y="2685"/>
                    <a:pt x="1551" y="2682"/>
                    <a:pt x="1599" y="2677"/>
                  </a:cubicBezTo>
                  <a:cubicBezTo>
                    <a:pt x="1839" y="2651"/>
                    <a:pt x="1851" y="2282"/>
                    <a:pt x="1623" y="2282"/>
                  </a:cubicBezTo>
                  <a:cubicBezTo>
                    <a:pt x="1615" y="2282"/>
                    <a:pt x="1607" y="2283"/>
                    <a:pt x="1599" y="2284"/>
                  </a:cubicBezTo>
                  <a:cubicBezTo>
                    <a:pt x="1560" y="2288"/>
                    <a:pt x="1521" y="2290"/>
                    <a:pt x="1483" y="2290"/>
                  </a:cubicBezTo>
                  <a:cubicBezTo>
                    <a:pt x="1025" y="2290"/>
                    <a:pt x="569" y="2004"/>
                    <a:pt x="468" y="1529"/>
                  </a:cubicBezTo>
                  <a:cubicBezTo>
                    <a:pt x="350" y="968"/>
                    <a:pt x="834" y="441"/>
                    <a:pt x="1377" y="395"/>
                  </a:cubicBezTo>
                  <a:cubicBezTo>
                    <a:pt x="1620" y="374"/>
                    <a:pt x="1630" y="1"/>
                    <a:pt x="13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5"/>
            <p:cNvSpPr/>
            <p:nvPr/>
          </p:nvSpPr>
          <p:spPr>
            <a:xfrm>
              <a:off x="7409600" y="1492688"/>
              <a:ext cx="59200" cy="60075"/>
            </a:xfrm>
            <a:custGeom>
              <a:rect b="b" l="l" r="r" t="t"/>
              <a:pathLst>
                <a:path extrusionOk="0" h="2403" w="2368">
                  <a:moveTo>
                    <a:pt x="1007" y="422"/>
                  </a:moveTo>
                  <a:cubicBezTo>
                    <a:pt x="1038" y="422"/>
                    <a:pt x="1070" y="429"/>
                    <a:pt x="1101" y="444"/>
                  </a:cubicBezTo>
                  <a:cubicBezTo>
                    <a:pt x="1131" y="458"/>
                    <a:pt x="1161" y="464"/>
                    <a:pt x="1189" y="464"/>
                  </a:cubicBezTo>
                  <a:cubicBezTo>
                    <a:pt x="1232" y="464"/>
                    <a:pt x="1273" y="450"/>
                    <a:pt x="1306" y="426"/>
                  </a:cubicBezTo>
                  <a:lnTo>
                    <a:pt x="1306" y="426"/>
                  </a:lnTo>
                  <a:cubicBezTo>
                    <a:pt x="1623" y="564"/>
                    <a:pt x="1875" y="846"/>
                    <a:pt x="1890" y="1207"/>
                  </a:cubicBezTo>
                  <a:cubicBezTo>
                    <a:pt x="1904" y="1571"/>
                    <a:pt x="1655" y="1935"/>
                    <a:pt x="1289" y="1999"/>
                  </a:cubicBezTo>
                  <a:cubicBezTo>
                    <a:pt x="1222" y="2011"/>
                    <a:pt x="1160" y="2016"/>
                    <a:pt x="1103" y="2016"/>
                  </a:cubicBezTo>
                  <a:cubicBezTo>
                    <a:pt x="137" y="2016"/>
                    <a:pt x="540" y="422"/>
                    <a:pt x="1007" y="422"/>
                  </a:cubicBezTo>
                  <a:close/>
                  <a:moveTo>
                    <a:pt x="1256" y="1"/>
                  </a:moveTo>
                  <a:cubicBezTo>
                    <a:pt x="1211" y="1"/>
                    <a:pt x="1173" y="18"/>
                    <a:pt x="1144" y="45"/>
                  </a:cubicBezTo>
                  <a:lnTo>
                    <a:pt x="1144" y="45"/>
                  </a:lnTo>
                  <a:cubicBezTo>
                    <a:pt x="1089" y="31"/>
                    <a:pt x="1036" y="25"/>
                    <a:pt x="985" y="25"/>
                  </a:cubicBezTo>
                  <a:cubicBezTo>
                    <a:pt x="518" y="25"/>
                    <a:pt x="212" y="560"/>
                    <a:pt x="123" y="1021"/>
                  </a:cubicBezTo>
                  <a:cubicBezTo>
                    <a:pt x="0" y="1658"/>
                    <a:pt x="328" y="2280"/>
                    <a:pt x="997" y="2388"/>
                  </a:cubicBezTo>
                  <a:cubicBezTo>
                    <a:pt x="1055" y="2398"/>
                    <a:pt x="1113" y="2403"/>
                    <a:pt x="1170" y="2403"/>
                  </a:cubicBezTo>
                  <a:cubicBezTo>
                    <a:pt x="1719" y="2403"/>
                    <a:pt x="2179" y="1969"/>
                    <a:pt x="2265" y="1419"/>
                  </a:cubicBezTo>
                  <a:cubicBezTo>
                    <a:pt x="2368" y="766"/>
                    <a:pt x="1917" y="211"/>
                    <a:pt x="1320" y="12"/>
                  </a:cubicBezTo>
                  <a:cubicBezTo>
                    <a:pt x="1297" y="4"/>
                    <a:pt x="1276" y="1"/>
                    <a:pt x="125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5"/>
            <p:cNvSpPr/>
            <p:nvPr/>
          </p:nvSpPr>
          <p:spPr>
            <a:xfrm>
              <a:off x="7458850" y="1489088"/>
              <a:ext cx="35650" cy="62350"/>
            </a:xfrm>
            <a:custGeom>
              <a:rect b="b" l="l" r="r" t="t"/>
              <a:pathLst>
                <a:path extrusionOk="0" h="2494" w="1426">
                  <a:moveTo>
                    <a:pt x="937" y="1"/>
                  </a:moveTo>
                  <a:cubicBezTo>
                    <a:pt x="892" y="1"/>
                    <a:pt x="846" y="19"/>
                    <a:pt x="806" y="62"/>
                  </a:cubicBezTo>
                  <a:cubicBezTo>
                    <a:pt x="543" y="338"/>
                    <a:pt x="272" y="696"/>
                    <a:pt x="461" y="1086"/>
                  </a:cubicBezTo>
                  <a:cubicBezTo>
                    <a:pt x="544" y="1258"/>
                    <a:pt x="693" y="1328"/>
                    <a:pt x="815" y="1463"/>
                  </a:cubicBezTo>
                  <a:cubicBezTo>
                    <a:pt x="1253" y="1948"/>
                    <a:pt x="666" y="2093"/>
                    <a:pt x="255" y="2100"/>
                  </a:cubicBezTo>
                  <a:cubicBezTo>
                    <a:pt x="3" y="2106"/>
                    <a:pt x="0" y="2494"/>
                    <a:pt x="249" y="2494"/>
                  </a:cubicBezTo>
                  <a:cubicBezTo>
                    <a:pt x="251" y="2494"/>
                    <a:pt x="253" y="2494"/>
                    <a:pt x="255" y="2494"/>
                  </a:cubicBezTo>
                  <a:cubicBezTo>
                    <a:pt x="727" y="2485"/>
                    <a:pt x="1367" y="2368"/>
                    <a:pt x="1412" y="1778"/>
                  </a:cubicBezTo>
                  <a:cubicBezTo>
                    <a:pt x="1426" y="1580"/>
                    <a:pt x="1336" y="1413"/>
                    <a:pt x="1201" y="1277"/>
                  </a:cubicBezTo>
                  <a:cubicBezTo>
                    <a:pt x="1114" y="1187"/>
                    <a:pt x="989" y="1127"/>
                    <a:pt x="909" y="1029"/>
                  </a:cubicBezTo>
                  <a:cubicBezTo>
                    <a:pt x="696" y="776"/>
                    <a:pt x="899" y="534"/>
                    <a:pt x="1085" y="339"/>
                  </a:cubicBezTo>
                  <a:cubicBezTo>
                    <a:pt x="1219" y="198"/>
                    <a:pt x="1085" y="1"/>
                    <a:pt x="93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5"/>
            <p:cNvSpPr/>
            <p:nvPr/>
          </p:nvSpPr>
          <p:spPr>
            <a:xfrm>
              <a:off x="7559725" y="1477713"/>
              <a:ext cx="51475" cy="81525"/>
            </a:xfrm>
            <a:custGeom>
              <a:rect b="b" l="l" r="r" t="t"/>
              <a:pathLst>
                <a:path extrusionOk="0" h="3261" w="2059">
                  <a:moveTo>
                    <a:pt x="897" y="360"/>
                  </a:moveTo>
                  <a:cubicBezTo>
                    <a:pt x="1094" y="360"/>
                    <a:pt x="1191" y="486"/>
                    <a:pt x="1190" y="737"/>
                  </a:cubicBezTo>
                  <a:cubicBezTo>
                    <a:pt x="1413" y="1010"/>
                    <a:pt x="1352" y="1172"/>
                    <a:pt x="1005" y="1219"/>
                  </a:cubicBezTo>
                  <a:cubicBezTo>
                    <a:pt x="861" y="1248"/>
                    <a:pt x="714" y="1267"/>
                    <a:pt x="565" y="1269"/>
                  </a:cubicBezTo>
                  <a:lnTo>
                    <a:pt x="565" y="1269"/>
                  </a:lnTo>
                  <a:cubicBezTo>
                    <a:pt x="559" y="977"/>
                    <a:pt x="550" y="685"/>
                    <a:pt x="538" y="393"/>
                  </a:cubicBezTo>
                  <a:lnTo>
                    <a:pt x="538" y="393"/>
                  </a:lnTo>
                  <a:cubicBezTo>
                    <a:pt x="616" y="383"/>
                    <a:pt x="694" y="377"/>
                    <a:pt x="774" y="373"/>
                  </a:cubicBezTo>
                  <a:cubicBezTo>
                    <a:pt x="818" y="364"/>
                    <a:pt x="859" y="360"/>
                    <a:pt x="897" y="360"/>
                  </a:cubicBezTo>
                  <a:close/>
                  <a:moveTo>
                    <a:pt x="621" y="1661"/>
                  </a:moveTo>
                  <a:cubicBezTo>
                    <a:pt x="1060" y="1661"/>
                    <a:pt x="2059" y="1866"/>
                    <a:pt x="1421" y="2440"/>
                  </a:cubicBezTo>
                  <a:cubicBezTo>
                    <a:pt x="1221" y="2619"/>
                    <a:pt x="875" y="2718"/>
                    <a:pt x="575" y="2800"/>
                  </a:cubicBezTo>
                  <a:lnTo>
                    <a:pt x="575" y="2800"/>
                  </a:lnTo>
                  <a:cubicBezTo>
                    <a:pt x="578" y="2421"/>
                    <a:pt x="577" y="2043"/>
                    <a:pt x="572" y="1665"/>
                  </a:cubicBezTo>
                  <a:lnTo>
                    <a:pt x="572" y="1665"/>
                  </a:lnTo>
                  <a:cubicBezTo>
                    <a:pt x="588" y="1663"/>
                    <a:pt x="604" y="1662"/>
                    <a:pt x="620" y="1661"/>
                  </a:cubicBezTo>
                  <a:lnTo>
                    <a:pt x="620" y="1661"/>
                  </a:lnTo>
                  <a:cubicBezTo>
                    <a:pt x="621" y="1661"/>
                    <a:pt x="621" y="1661"/>
                    <a:pt x="621" y="1661"/>
                  </a:cubicBezTo>
                  <a:close/>
                  <a:moveTo>
                    <a:pt x="757" y="0"/>
                  </a:moveTo>
                  <a:cubicBezTo>
                    <a:pt x="558" y="0"/>
                    <a:pt x="359" y="25"/>
                    <a:pt x="189" y="56"/>
                  </a:cubicBezTo>
                  <a:cubicBezTo>
                    <a:pt x="0" y="89"/>
                    <a:pt x="17" y="319"/>
                    <a:pt x="146" y="405"/>
                  </a:cubicBezTo>
                  <a:lnTo>
                    <a:pt x="146" y="405"/>
                  </a:lnTo>
                  <a:cubicBezTo>
                    <a:pt x="181" y="1291"/>
                    <a:pt x="194" y="2178"/>
                    <a:pt x="179" y="3063"/>
                  </a:cubicBezTo>
                  <a:cubicBezTo>
                    <a:pt x="178" y="3170"/>
                    <a:pt x="272" y="3260"/>
                    <a:pt x="375" y="3260"/>
                  </a:cubicBezTo>
                  <a:cubicBezTo>
                    <a:pt x="393" y="3260"/>
                    <a:pt x="411" y="3258"/>
                    <a:pt x="429" y="3252"/>
                  </a:cubicBezTo>
                  <a:cubicBezTo>
                    <a:pt x="960" y="3088"/>
                    <a:pt x="2042" y="2858"/>
                    <a:pt x="2020" y="2127"/>
                  </a:cubicBezTo>
                  <a:cubicBezTo>
                    <a:pt x="2009" y="1749"/>
                    <a:pt x="1794" y="1526"/>
                    <a:pt x="1509" y="1402"/>
                  </a:cubicBezTo>
                  <a:lnTo>
                    <a:pt x="1509" y="1402"/>
                  </a:lnTo>
                  <a:cubicBezTo>
                    <a:pt x="1736" y="1252"/>
                    <a:pt x="1881" y="1024"/>
                    <a:pt x="1820" y="684"/>
                  </a:cubicBezTo>
                  <a:cubicBezTo>
                    <a:pt x="1722" y="143"/>
                    <a:pt x="1238" y="0"/>
                    <a:pt x="75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0" name="Google Shape;2180;p45"/>
          <p:cNvGrpSpPr/>
          <p:nvPr/>
        </p:nvGrpSpPr>
        <p:grpSpPr>
          <a:xfrm>
            <a:off x="4561703" y="755207"/>
            <a:ext cx="745681" cy="929720"/>
            <a:chOff x="4561703" y="755207"/>
            <a:chExt cx="745681" cy="929720"/>
          </a:xfrm>
        </p:grpSpPr>
        <p:sp>
          <p:nvSpPr>
            <p:cNvPr id="2181" name="Google Shape;2181;p45"/>
            <p:cNvSpPr/>
            <p:nvPr/>
          </p:nvSpPr>
          <p:spPr>
            <a:xfrm rot="961257">
              <a:off x="5066127" y="781582"/>
              <a:ext cx="218584" cy="195058"/>
            </a:xfrm>
            <a:custGeom>
              <a:rect b="b" l="l" r="r" t="t"/>
              <a:pathLst>
                <a:path extrusionOk="0" h="7802" w="8743">
                  <a:moveTo>
                    <a:pt x="6174" y="0"/>
                  </a:moveTo>
                  <a:cubicBezTo>
                    <a:pt x="6073" y="0"/>
                    <a:pt x="5971" y="22"/>
                    <a:pt x="5874" y="68"/>
                  </a:cubicBezTo>
                  <a:lnTo>
                    <a:pt x="365" y="3812"/>
                  </a:lnTo>
                  <a:lnTo>
                    <a:pt x="0" y="4844"/>
                  </a:lnTo>
                  <a:lnTo>
                    <a:pt x="8378" y="7801"/>
                  </a:lnTo>
                  <a:lnTo>
                    <a:pt x="8742" y="6770"/>
                  </a:lnTo>
                  <a:lnTo>
                    <a:pt x="6805" y="397"/>
                  </a:lnTo>
                  <a:cubicBezTo>
                    <a:pt x="6685" y="147"/>
                    <a:pt x="6434" y="0"/>
                    <a:pt x="6174" y="0"/>
                  </a:cubicBezTo>
                  <a:close/>
                </a:path>
              </a:pathLst>
            </a:custGeom>
            <a:solidFill>
              <a:srgbClr val="F550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5"/>
            <p:cNvSpPr/>
            <p:nvPr/>
          </p:nvSpPr>
          <p:spPr>
            <a:xfrm rot="961257">
              <a:off x="5061504" y="814963"/>
              <a:ext cx="218559" cy="161032"/>
            </a:xfrm>
            <a:custGeom>
              <a:rect b="b" l="l" r="r" t="t"/>
              <a:pathLst>
                <a:path extrusionOk="0" h="6441" w="8742">
                  <a:moveTo>
                    <a:pt x="3970" y="1"/>
                  </a:moveTo>
                  <a:lnTo>
                    <a:pt x="363" y="2451"/>
                  </a:lnTo>
                  <a:lnTo>
                    <a:pt x="0" y="3483"/>
                  </a:lnTo>
                  <a:lnTo>
                    <a:pt x="8378" y="6440"/>
                  </a:lnTo>
                  <a:lnTo>
                    <a:pt x="8742" y="5409"/>
                  </a:lnTo>
                  <a:lnTo>
                    <a:pt x="7477" y="1252"/>
                  </a:lnTo>
                  <a:lnTo>
                    <a:pt x="4188" y="92"/>
                  </a:lnTo>
                  <a:cubicBezTo>
                    <a:pt x="4114" y="65"/>
                    <a:pt x="4041" y="32"/>
                    <a:pt x="3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5"/>
            <p:cNvSpPr/>
            <p:nvPr/>
          </p:nvSpPr>
          <p:spPr>
            <a:xfrm rot="961257">
              <a:off x="5181938" y="793431"/>
              <a:ext cx="87729" cy="65353"/>
            </a:xfrm>
            <a:custGeom>
              <a:rect b="b" l="l" r="r" t="t"/>
              <a:pathLst>
                <a:path extrusionOk="0" h="2614" w="3509">
                  <a:moveTo>
                    <a:pt x="2205" y="0"/>
                  </a:moveTo>
                  <a:cubicBezTo>
                    <a:pt x="2104" y="0"/>
                    <a:pt x="2002" y="22"/>
                    <a:pt x="1905" y="68"/>
                  </a:cubicBezTo>
                  <a:lnTo>
                    <a:pt x="1" y="1362"/>
                  </a:lnTo>
                  <a:cubicBezTo>
                    <a:pt x="75" y="1393"/>
                    <a:pt x="146" y="1426"/>
                    <a:pt x="221" y="1453"/>
                  </a:cubicBezTo>
                  <a:lnTo>
                    <a:pt x="3509" y="2613"/>
                  </a:lnTo>
                  <a:lnTo>
                    <a:pt x="2836" y="397"/>
                  </a:lnTo>
                  <a:cubicBezTo>
                    <a:pt x="2716" y="147"/>
                    <a:pt x="2465" y="0"/>
                    <a:pt x="2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5"/>
            <p:cNvSpPr/>
            <p:nvPr/>
          </p:nvSpPr>
          <p:spPr>
            <a:xfrm rot="961257">
              <a:off x="4595793" y="1431045"/>
              <a:ext cx="251735" cy="223484"/>
            </a:xfrm>
            <a:custGeom>
              <a:rect b="b" l="l" r="r" t="t"/>
              <a:pathLst>
                <a:path extrusionOk="0" h="8939" w="10069">
                  <a:moveTo>
                    <a:pt x="5034" y="1"/>
                  </a:moveTo>
                  <a:cubicBezTo>
                    <a:pt x="3193" y="1"/>
                    <a:pt x="1470" y="1148"/>
                    <a:pt x="823" y="2983"/>
                  </a:cubicBezTo>
                  <a:cubicBezTo>
                    <a:pt x="1" y="5309"/>
                    <a:pt x="1220" y="7861"/>
                    <a:pt x="3547" y="8683"/>
                  </a:cubicBezTo>
                  <a:cubicBezTo>
                    <a:pt x="4039" y="8856"/>
                    <a:pt x="4541" y="8939"/>
                    <a:pt x="5035" y="8939"/>
                  </a:cubicBezTo>
                  <a:cubicBezTo>
                    <a:pt x="6876" y="8939"/>
                    <a:pt x="8599" y="7792"/>
                    <a:pt x="9247" y="5956"/>
                  </a:cubicBezTo>
                  <a:cubicBezTo>
                    <a:pt x="10068" y="3629"/>
                    <a:pt x="8848" y="1078"/>
                    <a:pt x="6521" y="257"/>
                  </a:cubicBezTo>
                  <a:cubicBezTo>
                    <a:pt x="6029" y="83"/>
                    <a:pt x="5527" y="1"/>
                    <a:pt x="5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5"/>
            <p:cNvSpPr/>
            <p:nvPr/>
          </p:nvSpPr>
          <p:spPr>
            <a:xfrm rot="961257">
              <a:off x="4618200" y="1535979"/>
              <a:ext cx="81828" cy="71303"/>
            </a:xfrm>
            <a:custGeom>
              <a:rect b="b" l="l" r="r" t="t"/>
              <a:pathLst>
                <a:path extrusionOk="0" h="2852" w="3273">
                  <a:moveTo>
                    <a:pt x="777" y="0"/>
                  </a:moveTo>
                  <a:cubicBezTo>
                    <a:pt x="703" y="0"/>
                    <a:pt x="621" y="39"/>
                    <a:pt x="522" y="129"/>
                  </a:cubicBezTo>
                  <a:cubicBezTo>
                    <a:pt x="1" y="605"/>
                    <a:pt x="78" y="1536"/>
                    <a:pt x="694" y="2214"/>
                  </a:cubicBezTo>
                  <a:cubicBezTo>
                    <a:pt x="1071" y="2629"/>
                    <a:pt x="1564" y="2851"/>
                    <a:pt x="2009" y="2851"/>
                  </a:cubicBezTo>
                  <a:cubicBezTo>
                    <a:pt x="2289" y="2851"/>
                    <a:pt x="2550" y="2763"/>
                    <a:pt x="2751" y="2581"/>
                  </a:cubicBezTo>
                  <a:cubicBezTo>
                    <a:pt x="3273" y="2105"/>
                    <a:pt x="2351" y="1942"/>
                    <a:pt x="1735" y="1266"/>
                  </a:cubicBezTo>
                  <a:cubicBezTo>
                    <a:pt x="1236" y="717"/>
                    <a:pt x="1091" y="0"/>
                    <a:pt x="777"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5"/>
            <p:cNvSpPr/>
            <p:nvPr/>
          </p:nvSpPr>
          <p:spPr>
            <a:xfrm rot="961257">
              <a:off x="4691453" y="1605162"/>
              <a:ext cx="15001" cy="13326"/>
            </a:xfrm>
            <a:custGeom>
              <a:rect b="b" l="l" r="r" t="t"/>
              <a:pathLst>
                <a:path extrusionOk="0" h="533" w="600">
                  <a:moveTo>
                    <a:pt x="298" y="1"/>
                  </a:moveTo>
                  <a:cubicBezTo>
                    <a:pt x="188" y="1"/>
                    <a:pt x="86" y="68"/>
                    <a:pt x="49" y="177"/>
                  </a:cubicBezTo>
                  <a:cubicBezTo>
                    <a:pt x="1" y="316"/>
                    <a:pt x="73" y="469"/>
                    <a:pt x="211" y="517"/>
                  </a:cubicBezTo>
                  <a:cubicBezTo>
                    <a:pt x="240" y="528"/>
                    <a:pt x="271" y="533"/>
                    <a:pt x="300" y="533"/>
                  </a:cubicBezTo>
                  <a:cubicBezTo>
                    <a:pt x="410" y="533"/>
                    <a:pt x="512" y="465"/>
                    <a:pt x="551" y="354"/>
                  </a:cubicBezTo>
                  <a:cubicBezTo>
                    <a:pt x="599" y="216"/>
                    <a:pt x="528" y="63"/>
                    <a:pt x="388" y="16"/>
                  </a:cubicBezTo>
                  <a:cubicBezTo>
                    <a:pt x="358" y="5"/>
                    <a:pt x="328" y="1"/>
                    <a:pt x="298"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5"/>
            <p:cNvSpPr/>
            <p:nvPr/>
          </p:nvSpPr>
          <p:spPr>
            <a:xfrm rot="961257">
              <a:off x="4705831" y="845526"/>
              <a:ext cx="468419" cy="780982"/>
            </a:xfrm>
            <a:custGeom>
              <a:rect b="b" l="l" r="r" t="t"/>
              <a:pathLst>
                <a:path extrusionOk="0" h="31238" w="18736">
                  <a:moveTo>
                    <a:pt x="9931" y="0"/>
                  </a:moveTo>
                  <a:lnTo>
                    <a:pt x="0" y="28129"/>
                  </a:lnTo>
                  <a:lnTo>
                    <a:pt x="8805" y="31237"/>
                  </a:lnTo>
                  <a:lnTo>
                    <a:pt x="18735" y="3108"/>
                  </a:lnTo>
                  <a:lnTo>
                    <a:pt x="993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5"/>
            <p:cNvSpPr/>
            <p:nvPr/>
          </p:nvSpPr>
          <p:spPr>
            <a:xfrm rot="961257">
              <a:off x="4785630" y="873677"/>
              <a:ext cx="308813" cy="724680"/>
            </a:xfrm>
            <a:custGeom>
              <a:rect b="b" l="l" r="r" t="t"/>
              <a:pathLst>
                <a:path extrusionOk="0" h="28986" w="12352">
                  <a:moveTo>
                    <a:pt x="9931" y="0"/>
                  </a:moveTo>
                  <a:lnTo>
                    <a:pt x="0" y="28131"/>
                  </a:lnTo>
                  <a:lnTo>
                    <a:pt x="2421" y="28985"/>
                  </a:lnTo>
                  <a:lnTo>
                    <a:pt x="12351" y="855"/>
                  </a:lnTo>
                  <a:lnTo>
                    <a:pt x="99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5"/>
            <p:cNvSpPr/>
            <p:nvPr/>
          </p:nvSpPr>
          <p:spPr>
            <a:xfrm rot="961257">
              <a:off x="5054243" y="790483"/>
              <a:ext cx="226884" cy="168807"/>
            </a:xfrm>
            <a:custGeom>
              <a:rect b="b" l="l" r="r" t="t"/>
              <a:pathLst>
                <a:path extrusionOk="0" h="6752" w="9075">
                  <a:moveTo>
                    <a:pt x="4158" y="333"/>
                  </a:moveTo>
                  <a:cubicBezTo>
                    <a:pt x="4208" y="355"/>
                    <a:pt x="4258" y="376"/>
                    <a:pt x="4311" y="393"/>
                  </a:cubicBezTo>
                  <a:lnTo>
                    <a:pt x="7526" y="1528"/>
                  </a:lnTo>
                  <a:lnTo>
                    <a:pt x="8752" y="5560"/>
                  </a:lnTo>
                  <a:lnTo>
                    <a:pt x="8458" y="6399"/>
                  </a:lnTo>
                  <a:lnTo>
                    <a:pt x="372" y="3544"/>
                  </a:lnTo>
                  <a:lnTo>
                    <a:pt x="668" y="2707"/>
                  </a:lnTo>
                  <a:lnTo>
                    <a:pt x="4158" y="333"/>
                  </a:lnTo>
                  <a:close/>
                  <a:moveTo>
                    <a:pt x="4145" y="0"/>
                  </a:moveTo>
                  <a:cubicBezTo>
                    <a:pt x="4115" y="0"/>
                    <a:pt x="4084" y="9"/>
                    <a:pt x="4058" y="28"/>
                  </a:cubicBezTo>
                  <a:lnTo>
                    <a:pt x="453" y="2478"/>
                  </a:lnTo>
                  <a:cubicBezTo>
                    <a:pt x="426" y="2497"/>
                    <a:pt x="405" y="2524"/>
                    <a:pt x="393" y="2554"/>
                  </a:cubicBezTo>
                  <a:lnTo>
                    <a:pt x="29" y="3587"/>
                  </a:lnTo>
                  <a:cubicBezTo>
                    <a:pt x="0" y="3667"/>
                    <a:pt x="43" y="3757"/>
                    <a:pt x="125" y="3786"/>
                  </a:cubicBezTo>
                  <a:lnTo>
                    <a:pt x="8500" y="6743"/>
                  </a:lnTo>
                  <a:cubicBezTo>
                    <a:pt x="8519" y="6749"/>
                    <a:pt x="8535" y="6752"/>
                    <a:pt x="8552" y="6752"/>
                  </a:cubicBezTo>
                  <a:cubicBezTo>
                    <a:pt x="8573" y="6752"/>
                    <a:pt x="8598" y="6746"/>
                    <a:pt x="8622" y="6733"/>
                  </a:cubicBezTo>
                  <a:cubicBezTo>
                    <a:pt x="8658" y="6716"/>
                    <a:pt x="8686" y="6686"/>
                    <a:pt x="8700" y="6646"/>
                  </a:cubicBezTo>
                  <a:lnTo>
                    <a:pt x="9065" y="5614"/>
                  </a:lnTo>
                  <a:cubicBezTo>
                    <a:pt x="9075" y="5583"/>
                    <a:pt x="9075" y="5550"/>
                    <a:pt x="9066" y="5517"/>
                  </a:cubicBezTo>
                  <a:lnTo>
                    <a:pt x="7802" y="1361"/>
                  </a:lnTo>
                  <a:cubicBezTo>
                    <a:pt x="7787" y="1314"/>
                    <a:pt x="7752" y="1275"/>
                    <a:pt x="7706" y="1259"/>
                  </a:cubicBezTo>
                  <a:lnTo>
                    <a:pt x="4417" y="99"/>
                  </a:lnTo>
                  <a:cubicBezTo>
                    <a:pt x="4344" y="73"/>
                    <a:pt x="4277" y="43"/>
                    <a:pt x="4208" y="13"/>
                  </a:cubicBezTo>
                  <a:cubicBezTo>
                    <a:pt x="4188" y="5"/>
                    <a:pt x="4167" y="0"/>
                    <a:pt x="414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5"/>
            <p:cNvSpPr/>
            <p:nvPr/>
          </p:nvSpPr>
          <p:spPr>
            <a:xfrm rot="961257">
              <a:off x="5175132" y="769086"/>
              <a:ext cx="95904" cy="73103"/>
            </a:xfrm>
            <a:custGeom>
              <a:rect b="b" l="l" r="r" t="t"/>
              <a:pathLst>
                <a:path extrusionOk="0" h="2924" w="3836">
                  <a:moveTo>
                    <a:pt x="2363" y="310"/>
                  </a:moveTo>
                  <a:cubicBezTo>
                    <a:pt x="2424" y="310"/>
                    <a:pt x="2486" y="320"/>
                    <a:pt x="2545" y="340"/>
                  </a:cubicBezTo>
                  <a:cubicBezTo>
                    <a:pt x="2681" y="389"/>
                    <a:pt x="2792" y="488"/>
                    <a:pt x="2845" y="596"/>
                  </a:cubicBezTo>
                  <a:lnTo>
                    <a:pt x="3430" y="2518"/>
                  </a:lnTo>
                  <a:lnTo>
                    <a:pt x="3430" y="2518"/>
                  </a:lnTo>
                  <a:lnTo>
                    <a:pt x="488" y="1481"/>
                  </a:lnTo>
                  <a:lnTo>
                    <a:pt x="2131" y="362"/>
                  </a:lnTo>
                  <a:cubicBezTo>
                    <a:pt x="2205" y="327"/>
                    <a:pt x="2284" y="310"/>
                    <a:pt x="2363" y="310"/>
                  </a:cubicBezTo>
                  <a:close/>
                  <a:moveTo>
                    <a:pt x="2373" y="1"/>
                  </a:moveTo>
                  <a:cubicBezTo>
                    <a:pt x="2242" y="1"/>
                    <a:pt x="2108" y="31"/>
                    <a:pt x="1978" y="95"/>
                  </a:cubicBezTo>
                  <a:lnTo>
                    <a:pt x="73" y="1388"/>
                  </a:lnTo>
                  <a:cubicBezTo>
                    <a:pt x="28" y="1419"/>
                    <a:pt x="0" y="1475"/>
                    <a:pt x="6" y="1531"/>
                  </a:cubicBezTo>
                  <a:cubicBezTo>
                    <a:pt x="12" y="1588"/>
                    <a:pt x="45" y="1635"/>
                    <a:pt x="98" y="1659"/>
                  </a:cubicBezTo>
                  <a:cubicBezTo>
                    <a:pt x="172" y="1693"/>
                    <a:pt x="249" y="1725"/>
                    <a:pt x="328" y="1753"/>
                  </a:cubicBezTo>
                  <a:lnTo>
                    <a:pt x="3615" y="2915"/>
                  </a:lnTo>
                  <a:cubicBezTo>
                    <a:pt x="3634" y="2919"/>
                    <a:pt x="3650" y="2924"/>
                    <a:pt x="3667" y="2924"/>
                  </a:cubicBezTo>
                  <a:cubicBezTo>
                    <a:pt x="3707" y="2924"/>
                    <a:pt x="3744" y="2908"/>
                    <a:pt x="3777" y="2879"/>
                  </a:cubicBezTo>
                  <a:cubicBezTo>
                    <a:pt x="3820" y="2839"/>
                    <a:pt x="3835" y="2777"/>
                    <a:pt x="3817" y="2722"/>
                  </a:cubicBezTo>
                  <a:lnTo>
                    <a:pt x="3135" y="483"/>
                  </a:lnTo>
                  <a:cubicBezTo>
                    <a:pt x="3037" y="278"/>
                    <a:pt x="2865" y="125"/>
                    <a:pt x="2649" y="47"/>
                  </a:cubicBezTo>
                  <a:cubicBezTo>
                    <a:pt x="2560" y="16"/>
                    <a:pt x="2467" y="1"/>
                    <a:pt x="2373"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5"/>
            <p:cNvSpPr/>
            <p:nvPr/>
          </p:nvSpPr>
          <p:spPr>
            <a:xfrm rot="961257">
              <a:off x="4578669" y="1476944"/>
              <a:ext cx="239885" cy="156706"/>
            </a:xfrm>
            <a:custGeom>
              <a:rect b="b" l="l" r="r" t="t"/>
              <a:pathLst>
                <a:path extrusionOk="0" h="6268" w="9595">
                  <a:moveTo>
                    <a:pt x="996" y="0"/>
                  </a:moveTo>
                  <a:cubicBezTo>
                    <a:pt x="932" y="0"/>
                    <a:pt x="872" y="40"/>
                    <a:pt x="849" y="103"/>
                  </a:cubicBezTo>
                  <a:cubicBezTo>
                    <a:pt x="0" y="2507"/>
                    <a:pt x="1265" y="5153"/>
                    <a:pt x="3670" y="6000"/>
                  </a:cubicBezTo>
                  <a:cubicBezTo>
                    <a:pt x="4173" y="6179"/>
                    <a:pt x="4694" y="6267"/>
                    <a:pt x="5213" y="6267"/>
                  </a:cubicBezTo>
                  <a:cubicBezTo>
                    <a:pt x="5893" y="6267"/>
                    <a:pt x="6570" y="6114"/>
                    <a:pt x="7202" y="5813"/>
                  </a:cubicBezTo>
                  <a:cubicBezTo>
                    <a:pt x="8316" y="5281"/>
                    <a:pt x="9156" y="4347"/>
                    <a:pt x="9566" y="3182"/>
                  </a:cubicBezTo>
                  <a:cubicBezTo>
                    <a:pt x="9595" y="3102"/>
                    <a:pt x="9552" y="3012"/>
                    <a:pt x="9472" y="2984"/>
                  </a:cubicBezTo>
                  <a:cubicBezTo>
                    <a:pt x="9455" y="2978"/>
                    <a:pt x="9438" y="2975"/>
                    <a:pt x="9421" y="2975"/>
                  </a:cubicBezTo>
                  <a:cubicBezTo>
                    <a:pt x="9357" y="2975"/>
                    <a:pt x="9296" y="3015"/>
                    <a:pt x="9274" y="3078"/>
                  </a:cubicBezTo>
                  <a:cubicBezTo>
                    <a:pt x="8889" y="4164"/>
                    <a:pt x="8108" y="5036"/>
                    <a:pt x="7067" y="5533"/>
                  </a:cubicBezTo>
                  <a:cubicBezTo>
                    <a:pt x="6479" y="5814"/>
                    <a:pt x="5847" y="5956"/>
                    <a:pt x="5212" y="5956"/>
                  </a:cubicBezTo>
                  <a:cubicBezTo>
                    <a:pt x="4728" y="5956"/>
                    <a:pt x="4242" y="5874"/>
                    <a:pt x="3773" y="5707"/>
                  </a:cubicBezTo>
                  <a:cubicBezTo>
                    <a:pt x="1529" y="4917"/>
                    <a:pt x="350" y="2448"/>
                    <a:pt x="1142" y="206"/>
                  </a:cubicBezTo>
                  <a:cubicBezTo>
                    <a:pt x="1171" y="126"/>
                    <a:pt x="1128" y="38"/>
                    <a:pt x="1048" y="9"/>
                  </a:cubicBezTo>
                  <a:cubicBezTo>
                    <a:pt x="1031" y="3"/>
                    <a:pt x="1013" y="0"/>
                    <a:pt x="99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5"/>
            <p:cNvSpPr/>
            <p:nvPr/>
          </p:nvSpPr>
          <p:spPr>
            <a:xfrm rot="961257">
              <a:off x="4698820" y="821116"/>
              <a:ext cx="476744" cy="788682"/>
            </a:xfrm>
            <a:custGeom>
              <a:rect b="b" l="l" r="r" t="t"/>
              <a:pathLst>
                <a:path extrusionOk="0" h="31546" w="19069">
                  <a:moveTo>
                    <a:pt x="10199" y="354"/>
                  </a:moveTo>
                  <a:lnTo>
                    <a:pt x="18711" y="3359"/>
                  </a:lnTo>
                  <a:lnTo>
                    <a:pt x="8883" y="31194"/>
                  </a:lnTo>
                  <a:lnTo>
                    <a:pt x="373" y="28191"/>
                  </a:lnTo>
                  <a:lnTo>
                    <a:pt x="10199" y="354"/>
                  </a:lnTo>
                  <a:close/>
                  <a:moveTo>
                    <a:pt x="10105" y="0"/>
                  </a:moveTo>
                  <a:cubicBezTo>
                    <a:pt x="10082" y="0"/>
                    <a:pt x="10059" y="5"/>
                    <a:pt x="10038" y="16"/>
                  </a:cubicBezTo>
                  <a:cubicBezTo>
                    <a:pt x="10002" y="33"/>
                    <a:pt x="9974" y="64"/>
                    <a:pt x="9959" y="103"/>
                  </a:cubicBezTo>
                  <a:lnTo>
                    <a:pt x="29" y="28231"/>
                  </a:lnTo>
                  <a:cubicBezTo>
                    <a:pt x="0" y="28312"/>
                    <a:pt x="43" y="28401"/>
                    <a:pt x="123" y="28429"/>
                  </a:cubicBezTo>
                  <a:lnTo>
                    <a:pt x="8926" y="31537"/>
                  </a:lnTo>
                  <a:cubicBezTo>
                    <a:pt x="8945" y="31543"/>
                    <a:pt x="8961" y="31546"/>
                    <a:pt x="8978" y="31546"/>
                  </a:cubicBezTo>
                  <a:cubicBezTo>
                    <a:pt x="9041" y="31546"/>
                    <a:pt x="9102" y="31507"/>
                    <a:pt x="9125" y="31441"/>
                  </a:cubicBezTo>
                  <a:lnTo>
                    <a:pt x="19055" y="3312"/>
                  </a:lnTo>
                  <a:cubicBezTo>
                    <a:pt x="19068" y="3275"/>
                    <a:pt x="19065" y="3232"/>
                    <a:pt x="19048" y="3195"/>
                  </a:cubicBezTo>
                  <a:cubicBezTo>
                    <a:pt x="19030" y="3159"/>
                    <a:pt x="19000" y="3131"/>
                    <a:pt x="18961" y="3116"/>
                  </a:cubicBezTo>
                  <a:lnTo>
                    <a:pt x="10157" y="9"/>
                  </a:lnTo>
                  <a:cubicBezTo>
                    <a:pt x="10140" y="3"/>
                    <a:pt x="10122" y="0"/>
                    <a:pt x="1010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5"/>
            <p:cNvSpPr/>
            <p:nvPr/>
          </p:nvSpPr>
          <p:spPr>
            <a:xfrm rot="961257">
              <a:off x="4778994" y="849398"/>
              <a:ext cx="316763" cy="732355"/>
            </a:xfrm>
            <a:custGeom>
              <a:rect b="b" l="l" r="r" t="t"/>
              <a:pathLst>
                <a:path extrusionOk="0" h="29293" w="12670">
                  <a:moveTo>
                    <a:pt x="10182" y="350"/>
                  </a:moveTo>
                  <a:lnTo>
                    <a:pt x="12311" y="1102"/>
                  </a:lnTo>
                  <a:lnTo>
                    <a:pt x="2483" y="28937"/>
                  </a:lnTo>
                  <a:lnTo>
                    <a:pt x="354" y="28186"/>
                  </a:lnTo>
                  <a:lnTo>
                    <a:pt x="10182" y="350"/>
                  </a:lnTo>
                  <a:close/>
                  <a:moveTo>
                    <a:pt x="10088" y="0"/>
                  </a:moveTo>
                  <a:cubicBezTo>
                    <a:pt x="10065" y="0"/>
                    <a:pt x="10042" y="5"/>
                    <a:pt x="10020" y="16"/>
                  </a:cubicBezTo>
                  <a:cubicBezTo>
                    <a:pt x="9985" y="33"/>
                    <a:pt x="9956" y="64"/>
                    <a:pt x="9942" y="103"/>
                  </a:cubicBezTo>
                  <a:lnTo>
                    <a:pt x="12" y="28231"/>
                  </a:lnTo>
                  <a:cubicBezTo>
                    <a:pt x="0" y="28271"/>
                    <a:pt x="2" y="28314"/>
                    <a:pt x="19" y="28351"/>
                  </a:cubicBezTo>
                  <a:cubicBezTo>
                    <a:pt x="37" y="28386"/>
                    <a:pt x="67" y="28415"/>
                    <a:pt x="107" y="28429"/>
                  </a:cubicBezTo>
                  <a:lnTo>
                    <a:pt x="2526" y="29284"/>
                  </a:lnTo>
                  <a:cubicBezTo>
                    <a:pt x="2545" y="29288"/>
                    <a:pt x="2561" y="29292"/>
                    <a:pt x="2579" y="29292"/>
                  </a:cubicBezTo>
                  <a:cubicBezTo>
                    <a:pt x="2643" y="29292"/>
                    <a:pt x="2702" y="29251"/>
                    <a:pt x="2726" y="29188"/>
                  </a:cubicBezTo>
                  <a:lnTo>
                    <a:pt x="12657" y="1060"/>
                  </a:lnTo>
                  <a:cubicBezTo>
                    <a:pt x="12670" y="1023"/>
                    <a:pt x="12668" y="980"/>
                    <a:pt x="12650" y="943"/>
                  </a:cubicBezTo>
                  <a:cubicBezTo>
                    <a:pt x="12632" y="907"/>
                    <a:pt x="12602" y="879"/>
                    <a:pt x="12562" y="864"/>
                  </a:cubicBezTo>
                  <a:lnTo>
                    <a:pt x="10141" y="8"/>
                  </a:lnTo>
                  <a:cubicBezTo>
                    <a:pt x="10123" y="3"/>
                    <a:pt x="10105" y="0"/>
                    <a:pt x="1008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4" name="Google Shape;2194;p45"/>
          <p:cNvGrpSpPr/>
          <p:nvPr/>
        </p:nvGrpSpPr>
        <p:grpSpPr>
          <a:xfrm>
            <a:off x="7183950" y="2430663"/>
            <a:ext cx="814400" cy="1093000"/>
            <a:chOff x="7183950" y="2430663"/>
            <a:chExt cx="814400" cy="1093000"/>
          </a:xfrm>
        </p:grpSpPr>
        <p:sp>
          <p:nvSpPr>
            <p:cNvPr id="2195" name="Google Shape;2195;p45"/>
            <p:cNvSpPr/>
            <p:nvPr/>
          </p:nvSpPr>
          <p:spPr>
            <a:xfrm flipH="1">
              <a:off x="7930475" y="3050788"/>
              <a:ext cx="23175" cy="30575"/>
            </a:xfrm>
            <a:custGeom>
              <a:rect b="b" l="l" r="r" t="t"/>
              <a:pathLst>
                <a:path extrusionOk="0" h="1223" w="927">
                  <a:moveTo>
                    <a:pt x="672" y="0"/>
                  </a:moveTo>
                  <a:cubicBezTo>
                    <a:pt x="596" y="0"/>
                    <a:pt x="521" y="40"/>
                    <a:pt x="481" y="111"/>
                  </a:cubicBezTo>
                  <a:cubicBezTo>
                    <a:pt x="332" y="370"/>
                    <a:pt x="191" y="633"/>
                    <a:pt x="56" y="901"/>
                  </a:cubicBezTo>
                  <a:cubicBezTo>
                    <a:pt x="1" y="1008"/>
                    <a:pt x="43" y="1142"/>
                    <a:pt x="154" y="1198"/>
                  </a:cubicBezTo>
                  <a:cubicBezTo>
                    <a:pt x="185" y="1214"/>
                    <a:pt x="220" y="1223"/>
                    <a:pt x="254" y="1223"/>
                  </a:cubicBezTo>
                  <a:cubicBezTo>
                    <a:pt x="334" y="1223"/>
                    <a:pt x="412" y="1179"/>
                    <a:pt x="451" y="1102"/>
                  </a:cubicBezTo>
                  <a:cubicBezTo>
                    <a:pt x="582" y="844"/>
                    <a:pt x="722" y="586"/>
                    <a:pt x="866" y="333"/>
                  </a:cubicBezTo>
                  <a:cubicBezTo>
                    <a:pt x="927" y="224"/>
                    <a:pt x="888" y="90"/>
                    <a:pt x="782" y="30"/>
                  </a:cubicBezTo>
                  <a:cubicBezTo>
                    <a:pt x="748" y="10"/>
                    <a:pt x="710" y="0"/>
                    <a:pt x="67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5"/>
            <p:cNvSpPr/>
            <p:nvPr/>
          </p:nvSpPr>
          <p:spPr>
            <a:xfrm flipH="1">
              <a:off x="7958950" y="3110688"/>
              <a:ext cx="19725" cy="32000"/>
            </a:xfrm>
            <a:custGeom>
              <a:rect b="b" l="l" r="r" t="t"/>
              <a:pathLst>
                <a:path extrusionOk="0" h="1280" w="789">
                  <a:moveTo>
                    <a:pt x="540" y="1"/>
                  </a:moveTo>
                  <a:cubicBezTo>
                    <a:pt x="451" y="1"/>
                    <a:pt x="366" y="55"/>
                    <a:pt x="332" y="144"/>
                  </a:cubicBezTo>
                  <a:cubicBezTo>
                    <a:pt x="226" y="423"/>
                    <a:pt x="128" y="706"/>
                    <a:pt x="37" y="991"/>
                  </a:cubicBezTo>
                  <a:cubicBezTo>
                    <a:pt x="0" y="1108"/>
                    <a:pt x="64" y="1232"/>
                    <a:pt x="180" y="1270"/>
                  </a:cubicBezTo>
                  <a:cubicBezTo>
                    <a:pt x="202" y="1277"/>
                    <a:pt x="226" y="1280"/>
                    <a:pt x="249" y="1280"/>
                  </a:cubicBezTo>
                  <a:cubicBezTo>
                    <a:pt x="342" y="1280"/>
                    <a:pt x="429" y="1220"/>
                    <a:pt x="458" y="1125"/>
                  </a:cubicBezTo>
                  <a:cubicBezTo>
                    <a:pt x="548" y="849"/>
                    <a:pt x="643" y="575"/>
                    <a:pt x="746" y="301"/>
                  </a:cubicBezTo>
                  <a:cubicBezTo>
                    <a:pt x="789" y="187"/>
                    <a:pt x="732" y="59"/>
                    <a:pt x="617" y="15"/>
                  </a:cubicBezTo>
                  <a:cubicBezTo>
                    <a:pt x="592" y="5"/>
                    <a:pt x="566" y="1"/>
                    <a:pt x="5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5"/>
            <p:cNvSpPr/>
            <p:nvPr/>
          </p:nvSpPr>
          <p:spPr>
            <a:xfrm flipH="1">
              <a:off x="7381975" y="2907263"/>
              <a:ext cx="24425" cy="29775"/>
            </a:xfrm>
            <a:custGeom>
              <a:rect b="b" l="l" r="r" t="t"/>
              <a:pathLst>
                <a:path extrusionOk="0" h="1191" w="977">
                  <a:moveTo>
                    <a:pt x="250" y="0"/>
                  </a:moveTo>
                  <a:cubicBezTo>
                    <a:pt x="205" y="0"/>
                    <a:pt x="160" y="14"/>
                    <a:pt x="121" y="42"/>
                  </a:cubicBezTo>
                  <a:cubicBezTo>
                    <a:pt x="22" y="113"/>
                    <a:pt x="0" y="253"/>
                    <a:pt x="71" y="350"/>
                  </a:cubicBezTo>
                  <a:cubicBezTo>
                    <a:pt x="242" y="584"/>
                    <a:pt x="395" y="827"/>
                    <a:pt x="528" y="1073"/>
                  </a:cubicBezTo>
                  <a:cubicBezTo>
                    <a:pt x="568" y="1148"/>
                    <a:pt x="644" y="1190"/>
                    <a:pt x="724" y="1190"/>
                  </a:cubicBezTo>
                  <a:cubicBezTo>
                    <a:pt x="759" y="1190"/>
                    <a:pt x="795" y="1182"/>
                    <a:pt x="829" y="1164"/>
                  </a:cubicBezTo>
                  <a:cubicBezTo>
                    <a:pt x="936" y="1105"/>
                    <a:pt x="976" y="972"/>
                    <a:pt x="918" y="864"/>
                  </a:cubicBezTo>
                  <a:cubicBezTo>
                    <a:pt x="776" y="599"/>
                    <a:pt x="610" y="341"/>
                    <a:pt x="430" y="91"/>
                  </a:cubicBezTo>
                  <a:cubicBezTo>
                    <a:pt x="386" y="32"/>
                    <a:pt x="319" y="0"/>
                    <a:pt x="250"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5"/>
            <p:cNvSpPr/>
            <p:nvPr/>
          </p:nvSpPr>
          <p:spPr>
            <a:xfrm flipH="1">
              <a:off x="7424100" y="2862163"/>
              <a:ext cx="30475" cy="24025"/>
            </a:xfrm>
            <a:custGeom>
              <a:rect b="b" l="l" r="r" t="t"/>
              <a:pathLst>
                <a:path extrusionOk="0" h="961" w="1219">
                  <a:moveTo>
                    <a:pt x="255" y="0"/>
                  </a:moveTo>
                  <a:cubicBezTo>
                    <a:pt x="181" y="0"/>
                    <a:pt x="109" y="37"/>
                    <a:pt x="67" y="103"/>
                  </a:cubicBezTo>
                  <a:cubicBezTo>
                    <a:pt x="0" y="207"/>
                    <a:pt x="33" y="343"/>
                    <a:pt x="135" y="408"/>
                  </a:cubicBezTo>
                  <a:cubicBezTo>
                    <a:pt x="373" y="557"/>
                    <a:pt x="607" y="727"/>
                    <a:pt x="830" y="910"/>
                  </a:cubicBezTo>
                  <a:cubicBezTo>
                    <a:pt x="871" y="945"/>
                    <a:pt x="921" y="961"/>
                    <a:pt x="970" y="961"/>
                  </a:cubicBezTo>
                  <a:cubicBezTo>
                    <a:pt x="1034" y="961"/>
                    <a:pt x="1098" y="934"/>
                    <a:pt x="1140" y="882"/>
                  </a:cubicBezTo>
                  <a:cubicBezTo>
                    <a:pt x="1218" y="788"/>
                    <a:pt x="1204" y="648"/>
                    <a:pt x="1111" y="570"/>
                  </a:cubicBezTo>
                  <a:cubicBezTo>
                    <a:pt x="874" y="374"/>
                    <a:pt x="626" y="195"/>
                    <a:pt x="372" y="34"/>
                  </a:cubicBezTo>
                  <a:cubicBezTo>
                    <a:pt x="335" y="11"/>
                    <a:pt x="295" y="0"/>
                    <a:pt x="255"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5"/>
            <p:cNvSpPr/>
            <p:nvPr/>
          </p:nvSpPr>
          <p:spPr>
            <a:xfrm flipH="1">
              <a:off x="7419075" y="3080138"/>
              <a:ext cx="29200" cy="14175"/>
            </a:xfrm>
            <a:custGeom>
              <a:rect b="b" l="l" r="r" t="t"/>
              <a:pathLst>
                <a:path extrusionOk="0" h="567" w="1168">
                  <a:moveTo>
                    <a:pt x="1016" y="0"/>
                  </a:moveTo>
                  <a:cubicBezTo>
                    <a:pt x="785" y="84"/>
                    <a:pt x="544" y="125"/>
                    <a:pt x="300" y="125"/>
                  </a:cubicBezTo>
                  <a:lnTo>
                    <a:pt x="233" y="124"/>
                  </a:lnTo>
                  <a:cubicBezTo>
                    <a:pt x="231" y="124"/>
                    <a:pt x="230" y="124"/>
                    <a:pt x="228" y="124"/>
                  </a:cubicBezTo>
                  <a:cubicBezTo>
                    <a:pt x="110" y="124"/>
                    <a:pt x="8" y="218"/>
                    <a:pt x="5" y="336"/>
                  </a:cubicBezTo>
                  <a:cubicBezTo>
                    <a:pt x="1" y="458"/>
                    <a:pt x="97" y="561"/>
                    <a:pt x="218" y="565"/>
                  </a:cubicBezTo>
                  <a:lnTo>
                    <a:pt x="300" y="566"/>
                  </a:lnTo>
                  <a:cubicBezTo>
                    <a:pt x="591" y="566"/>
                    <a:pt x="880" y="517"/>
                    <a:pt x="1163" y="419"/>
                  </a:cubicBezTo>
                  <a:cubicBezTo>
                    <a:pt x="1165" y="419"/>
                    <a:pt x="1165" y="419"/>
                    <a:pt x="1168" y="417"/>
                  </a:cubicBezTo>
                  <a:lnTo>
                    <a:pt x="1016" y="0"/>
                  </a:ln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5"/>
            <p:cNvSpPr/>
            <p:nvPr/>
          </p:nvSpPr>
          <p:spPr>
            <a:xfrm flipH="1">
              <a:off x="7404525" y="2576538"/>
              <a:ext cx="27925" cy="26725"/>
            </a:xfrm>
            <a:custGeom>
              <a:rect b="b" l="l" r="r" t="t"/>
              <a:pathLst>
                <a:path extrusionOk="0" h="1069" w="1117">
                  <a:moveTo>
                    <a:pt x="872" y="0"/>
                  </a:moveTo>
                  <a:cubicBezTo>
                    <a:pt x="817" y="0"/>
                    <a:pt x="761" y="21"/>
                    <a:pt x="719" y="63"/>
                  </a:cubicBezTo>
                  <a:cubicBezTo>
                    <a:pt x="504" y="268"/>
                    <a:pt x="294" y="480"/>
                    <a:pt x="85" y="694"/>
                  </a:cubicBezTo>
                  <a:cubicBezTo>
                    <a:pt x="0" y="783"/>
                    <a:pt x="4" y="922"/>
                    <a:pt x="91" y="1006"/>
                  </a:cubicBezTo>
                  <a:cubicBezTo>
                    <a:pt x="133" y="1047"/>
                    <a:pt x="189" y="1068"/>
                    <a:pt x="245" y="1068"/>
                  </a:cubicBezTo>
                  <a:cubicBezTo>
                    <a:pt x="304" y="1068"/>
                    <a:pt x="360" y="1045"/>
                    <a:pt x="404" y="1000"/>
                  </a:cubicBezTo>
                  <a:cubicBezTo>
                    <a:pt x="607" y="790"/>
                    <a:pt x="814" y="584"/>
                    <a:pt x="1025" y="382"/>
                  </a:cubicBezTo>
                  <a:cubicBezTo>
                    <a:pt x="1112" y="297"/>
                    <a:pt x="1116" y="156"/>
                    <a:pt x="1031" y="68"/>
                  </a:cubicBezTo>
                  <a:cubicBezTo>
                    <a:pt x="988" y="23"/>
                    <a:pt x="930" y="0"/>
                    <a:pt x="87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5"/>
            <p:cNvSpPr/>
            <p:nvPr/>
          </p:nvSpPr>
          <p:spPr>
            <a:xfrm flipH="1">
              <a:off x="7449450" y="2625263"/>
              <a:ext cx="26125" cy="28550"/>
            </a:xfrm>
            <a:custGeom>
              <a:rect b="b" l="l" r="r" t="t"/>
              <a:pathLst>
                <a:path extrusionOk="0" h="1142" w="1045">
                  <a:moveTo>
                    <a:pt x="797" y="0"/>
                  </a:moveTo>
                  <a:cubicBezTo>
                    <a:pt x="732" y="0"/>
                    <a:pt x="668" y="28"/>
                    <a:pt x="623" y="82"/>
                  </a:cubicBezTo>
                  <a:cubicBezTo>
                    <a:pt x="435" y="312"/>
                    <a:pt x="250" y="547"/>
                    <a:pt x="73" y="787"/>
                  </a:cubicBezTo>
                  <a:cubicBezTo>
                    <a:pt x="1" y="885"/>
                    <a:pt x="21" y="1022"/>
                    <a:pt x="118" y="1097"/>
                  </a:cubicBezTo>
                  <a:cubicBezTo>
                    <a:pt x="157" y="1127"/>
                    <a:pt x="205" y="1141"/>
                    <a:pt x="250" y="1141"/>
                  </a:cubicBezTo>
                  <a:cubicBezTo>
                    <a:pt x="318" y="1141"/>
                    <a:pt x="385" y="1111"/>
                    <a:pt x="428" y="1053"/>
                  </a:cubicBezTo>
                  <a:cubicBezTo>
                    <a:pt x="603" y="818"/>
                    <a:pt x="782" y="588"/>
                    <a:pt x="966" y="363"/>
                  </a:cubicBezTo>
                  <a:cubicBezTo>
                    <a:pt x="1044" y="266"/>
                    <a:pt x="1030" y="126"/>
                    <a:pt x="935" y="49"/>
                  </a:cubicBezTo>
                  <a:cubicBezTo>
                    <a:pt x="895" y="16"/>
                    <a:pt x="846" y="0"/>
                    <a:pt x="797"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5"/>
            <p:cNvSpPr/>
            <p:nvPr/>
          </p:nvSpPr>
          <p:spPr>
            <a:xfrm flipH="1">
              <a:off x="7487625" y="2679363"/>
              <a:ext cx="23600" cy="30325"/>
            </a:xfrm>
            <a:custGeom>
              <a:rect b="b" l="l" r="r" t="t"/>
              <a:pathLst>
                <a:path extrusionOk="0" h="1213" w="944">
                  <a:moveTo>
                    <a:pt x="689" y="1"/>
                  </a:moveTo>
                  <a:cubicBezTo>
                    <a:pt x="613" y="1"/>
                    <a:pt x="540" y="39"/>
                    <a:pt x="499" y="109"/>
                  </a:cubicBezTo>
                  <a:cubicBezTo>
                    <a:pt x="346" y="364"/>
                    <a:pt x="199" y="624"/>
                    <a:pt x="57" y="886"/>
                  </a:cubicBezTo>
                  <a:cubicBezTo>
                    <a:pt x="0" y="995"/>
                    <a:pt x="41" y="1127"/>
                    <a:pt x="148" y="1187"/>
                  </a:cubicBezTo>
                  <a:cubicBezTo>
                    <a:pt x="180" y="1204"/>
                    <a:pt x="216" y="1212"/>
                    <a:pt x="251" y="1212"/>
                  </a:cubicBezTo>
                  <a:cubicBezTo>
                    <a:pt x="329" y="1212"/>
                    <a:pt x="407" y="1170"/>
                    <a:pt x="447" y="1096"/>
                  </a:cubicBezTo>
                  <a:cubicBezTo>
                    <a:pt x="584" y="839"/>
                    <a:pt x="729" y="585"/>
                    <a:pt x="879" y="336"/>
                  </a:cubicBezTo>
                  <a:cubicBezTo>
                    <a:pt x="943" y="231"/>
                    <a:pt x="908" y="95"/>
                    <a:pt x="803" y="32"/>
                  </a:cubicBezTo>
                  <a:cubicBezTo>
                    <a:pt x="767" y="11"/>
                    <a:pt x="727" y="1"/>
                    <a:pt x="689"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5"/>
            <p:cNvSpPr/>
            <p:nvPr/>
          </p:nvSpPr>
          <p:spPr>
            <a:xfrm flipH="1">
              <a:off x="7481925" y="2837038"/>
              <a:ext cx="33525" cy="17300"/>
            </a:xfrm>
            <a:custGeom>
              <a:rect b="b" l="l" r="r" t="t"/>
              <a:pathLst>
                <a:path extrusionOk="0" h="692" w="1341">
                  <a:moveTo>
                    <a:pt x="240" y="1"/>
                  </a:moveTo>
                  <a:cubicBezTo>
                    <a:pt x="140" y="1"/>
                    <a:pt x="52" y="69"/>
                    <a:pt x="29" y="171"/>
                  </a:cubicBezTo>
                  <a:cubicBezTo>
                    <a:pt x="0" y="288"/>
                    <a:pt x="73" y="407"/>
                    <a:pt x="192" y="437"/>
                  </a:cubicBezTo>
                  <a:cubicBezTo>
                    <a:pt x="475" y="505"/>
                    <a:pt x="753" y="586"/>
                    <a:pt x="1020" y="678"/>
                  </a:cubicBezTo>
                  <a:cubicBezTo>
                    <a:pt x="1044" y="688"/>
                    <a:pt x="1070" y="691"/>
                    <a:pt x="1092" y="691"/>
                  </a:cubicBezTo>
                  <a:cubicBezTo>
                    <a:pt x="1184" y="691"/>
                    <a:pt x="1270" y="634"/>
                    <a:pt x="1301" y="542"/>
                  </a:cubicBezTo>
                  <a:cubicBezTo>
                    <a:pt x="1340" y="427"/>
                    <a:pt x="1279" y="301"/>
                    <a:pt x="1165" y="261"/>
                  </a:cubicBezTo>
                  <a:cubicBezTo>
                    <a:pt x="885" y="164"/>
                    <a:pt x="592" y="78"/>
                    <a:pt x="294" y="8"/>
                  </a:cubicBezTo>
                  <a:cubicBezTo>
                    <a:pt x="276" y="3"/>
                    <a:pt x="258" y="1"/>
                    <a:pt x="2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5"/>
            <p:cNvSpPr/>
            <p:nvPr/>
          </p:nvSpPr>
          <p:spPr>
            <a:xfrm flipH="1">
              <a:off x="7477175" y="3053663"/>
              <a:ext cx="29100" cy="25550"/>
            </a:xfrm>
            <a:custGeom>
              <a:rect b="b" l="l" r="r" t="t"/>
              <a:pathLst>
                <a:path extrusionOk="0" h="1022" w="1164">
                  <a:moveTo>
                    <a:pt x="244" y="0"/>
                  </a:moveTo>
                  <a:cubicBezTo>
                    <a:pt x="189" y="0"/>
                    <a:pt x="134" y="21"/>
                    <a:pt x="91" y="62"/>
                  </a:cubicBezTo>
                  <a:cubicBezTo>
                    <a:pt x="3" y="148"/>
                    <a:pt x="1" y="287"/>
                    <a:pt x="86" y="374"/>
                  </a:cubicBezTo>
                  <a:cubicBezTo>
                    <a:pt x="308" y="604"/>
                    <a:pt x="542" y="808"/>
                    <a:pt x="783" y="980"/>
                  </a:cubicBezTo>
                  <a:cubicBezTo>
                    <a:pt x="823" y="1008"/>
                    <a:pt x="867" y="1021"/>
                    <a:pt x="911" y="1021"/>
                  </a:cubicBezTo>
                  <a:cubicBezTo>
                    <a:pt x="981" y="1021"/>
                    <a:pt x="1049" y="988"/>
                    <a:pt x="1093" y="929"/>
                  </a:cubicBezTo>
                  <a:cubicBezTo>
                    <a:pt x="1163" y="830"/>
                    <a:pt x="1141" y="691"/>
                    <a:pt x="1042" y="620"/>
                  </a:cubicBezTo>
                  <a:cubicBezTo>
                    <a:pt x="822" y="467"/>
                    <a:pt x="606" y="279"/>
                    <a:pt x="403" y="67"/>
                  </a:cubicBezTo>
                  <a:cubicBezTo>
                    <a:pt x="360" y="23"/>
                    <a:pt x="302" y="0"/>
                    <a:pt x="244"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5"/>
            <p:cNvSpPr/>
            <p:nvPr/>
          </p:nvSpPr>
          <p:spPr>
            <a:xfrm flipH="1">
              <a:off x="7183950" y="2430663"/>
              <a:ext cx="32525" cy="20750"/>
            </a:xfrm>
            <a:custGeom>
              <a:rect b="b" l="l" r="r" t="t"/>
              <a:pathLst>
                <a:path extrusionOk="0" h="830" w="1301">
                  <a:moveTo>
                    <a:pt x="1047" y="1"/>
                  </a:moveTo>
                  <a:cubicBezTo>
                    <a:pt x="1015" y="1"/>
                    <a:pt x="983" y="8"/>
                    <a:pt x="953" y="22"/>
                  </a:cubicBezTo>
                  <a:cubicBezTo>
                    <a:pt x="685" y="151"/>
                    <a:pt x="420" y="281"/>
                    <a:pt x="153" y="411"/>
                  </a:cubicBezTo>
                  <a:cubicBezTo>
                    <a:pt x="44" y="466"/>
                    <a:pt x="0" y="600"/>
                    <a:pt x="54" y="707"/>
                  </a:cubicBezTo>
                  <a:cubicBezTo>
                    <a:pt x="94" y="785"/>
                    <a:pt x="172" y="829"/>
                    <a:pt x="253" y="829"/>
                  </a:cubicBezTo>
                  <a:cubicBezTo>
                    <a:pt x="287" y="829"/>
                    <a:pt x="321" y="822"/>
                    <a:pt x="352" y="807"/>
                  </a:cubicBezTo>
                  <a:cubicBezTo>
                    <a:pt x="614" y="676"/>
                    <a:pt x="881" y="549"/>
                    <a:pt x="1145" y="422"/>
                  </a:cubicBezTo>
                  <a:cubicBezTo>
                    <a:pt x="1252" y="371"/>
                    <a:pt x="1301" y="239"/>
                    <a:pt x="1248" y="127"/>
                  </a:cubicBezTo>
                  <a:cubicBezTo>
                    <a:pt x="1210" y="48"/>
                    <a:pt x="1130" y="1"/>
                    <a:pt x="104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5"/>
            <p:cNvSpPr/>
            <p:nvPr/>
          </p:nvSpPr>
          <p:spPr>
            <a:xfrm flipH="1">
              <a:off x="7243125" y="2460863"/>
              <a:ext cx="31825" cy="21925"/>
            </a:xfrm>
            <a:custGeom>
              <a:rect b="b" l="l" r="r" t="t"/>
              <a:pathLst>
                <a:path extrusionOk="0" h="877" w="1273">
                  <a:moveTo>
                    <a:pt x="1023" y="1"/>
                  </a:moveTo>
                  <a:cubicBezTo>
                    <a:pt x="987" y="1"/>
                    <a:pt x="950" y="9"/>
                    <a:pt x="917" y="28"/>
                  </a:cubicBezTo>
                  <a:cubicBezTo>
                    <a:pt x="659" y="172"/>
                    <a:pt x="399" y="316"/>
                    <a:pt x="143" y="465"/>
                  </a:cubicBezTo>
                  <a:cubicBezTo>
                    <a:pt x="36" y="526"/>
                    <a:pt x="1" y="662"/>
                    <a:pt x="60" y="767"/>
                  </a:cubicBezTo>
                  <a:cubicBezTo>
                    <a:pt x="101" y="838"/>
                    <a:pt x="177" y="876"/>
                    <a:pt x="252" y="876"/>
                  </a:cubicBezTo>
                  <a:cubicBezTo>
                    <a:pt x="290" y="876"/>
                    <a:pt x="328" y="868"/>
                    <a:pt x="362" y="847"/>
                  </a:cubicBezTo>
                  <a:cubicBezTo>
                    <a:pt x="615" y="699"/>
                    <a:pt x="873" y="556"/>
                    <a:pt x="1128" y="414"/>
                  </a:cubicBezTo>
                  <a:cubicBezTo>
                    <a:pt x="1235" y="356"/>
                    <a:pt x="1273" y="221"/>
                    <a:pt x="1215" y="113"/>
                  </a:cubicBezTo>
                  <a:cubicBezTo>
                    <a:pt x="1176" y="42"/>
                    <a:pt x="1100" y="1"/>
                    <a:pt x="102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5"/>
            <p:cNvSpPr/>
            <p:nvPr/>
          </p:nvSpPr>
          <p:spPr>
            <a:xfrm flipH="1">
              <a:off x="7371000" y="3032713"/>
              <a:ext cx="22525" cy="30775"/>
            </a:xfrm>
            <a:custGeom>
              <a:rect b="b" l="l" r="r" t="t"/>
              <a:pathLst>
                <a:path extrusionOk="0" h="1231" w="901">
                  <a:moveTo>
                    <a:pt x="651" y="0"/>
                  </a:moveTo>
                  <a:cubicBezTo>
                    <a:pt x="561" y="0"/>
                    <a:pt x="478" y="55"/>
                    <a:pt x="443" y="145"/>
                  </a:cubicBezTo>
                  <a:cubicBezTo>
                    <a:pt x="343" y="414"/>
                    <a:pt x="217" y="662"/>
                    <a:pt x="67" y="888"/>
                  </a:cubicBezTo>
                  <a:cubicBezTo>
                    <a:pt x="0" y="988"/>
                    <a:pt x="27" y="1127"/>
                    <a:pt x="129" y="1194"/>
                  </a:cubicBezTo>
                  <a:cubicBezTo>
                    <a:pt x="166" y="1220"/>
                    <a:pt x="209" y="1231"/>
                    <a:pt x="251" y="1231"/>
                  </a:cubicBezTo>
                  <a:cubicBezTo>
                    <a:pt x="322" y="1231"/>
                    <a:pt x="393" y="1198"/>
                    <a:pt x="436" y="1132"/>
                  </a:cubicBezTo>
                  <a:cubicBezTo>
                    <a:pt x="604" y="881"/>
                    <a:pt x="746" y="598"/>
                    <a:pt x="858" y="299"/>
                  </a:cubicBezTo>
                  <a:cubicBezTo>
                    <a:pt x="901" y="184"/>
                    <a:pt x="844" y="57"/>
                    <a:pt x="729" y="14"/>
                  </a:cubicBezTo>
                  <a:cubicBezTo>
                    <a:pt x="703" y="5"/>
                    <a:pt x="677" y="0"/>
                    <a:pt x="651"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5"/>
            <p:cNvSpPr/>
            <p:nvPr/>
          </p:nvSpPr>
          <p:spPr>
            <a:xfrm flipH="1">
              <a:off x="7364900" y="2967288"/>
              <a:ext cx="14250" cy="33025"/>
            </a:xfrm>
            <a:custGeom>
              <a:rect b="b" l="l" r="r" t="t"/>
              <a:pathLst>
                <a:path extrusionOk="0" h="1321" w="570">
                  <a:moveTo>
                    <a:pt x="239" y="1"/>
                  </a:moveTo>
                  <a:cubicBezTo>
                    <a:pt x="226" y="1"/>
                    <a:pt x="212" y="2"/>
                    <a:pt x="198" y="5"/>
                  </a:cubicBezTo>
                  <a:cubicBezTo>
                    <a:pt x="78" y="30"/>
                    <a:pt x="1" y="147"/>
                    <a:pt x="24" y="266"/>
                  </a:cubicBezTo>
                  <a:cubicBezTo>
                    <a:pt x="80" y="544"/>
                    <a:pt x="114" y="827"/>
                    <a:pt x="123" y="1105"/>
                  </a:cubicBezTo>
                  <a:cubicBezTo>
                    <a:pt x="127" y="1227"/>
                    <a:pt x="226" y="1321"/>
                    <a:pt x="346" y="1321"/>
                  </a:cubicBezTo>
                  <a:lnTo>
                    <a:pt x="353" y="1321"/>
                  </a:lnTo>
                  <a:cubicBezTo>
                    <a:pt x="475" y="1317"/>
                    <a:pt x="570" y="1214"/>
                    <a:pt x="567" y="1091"/>
                  </a:cubicBezTo>
                  <a:cubicBezTo>
                    <a:pt x="555" y="786"/>
                    <a:pt x="520" y="480"/>
                    <a:pt x="459" y="176"/>
                  </a:cubicBezTo>
                  <a:cubicBezTo>
                    <a:pt x="438" y="73"/>
                    <a:pt x="342" y="1"/>
                    <a:pt x="239"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5"/>
            <p:cNvSpPr/>
            <p:nvPr/>
          </p:nvSpPr>
          <p:spPr>
            <a:xfrm flipH="1">
              <a:off x="7354250" y="2533188"/>
              <a:ext cx="29675" cy="24925"/>
            </a:xfrm>
            <a:custGeom>
              <a:rect b="b" l="l" r="r" t="t"/>
              <a:pathLst>
                <a:path extrusionOk="0" h="997" w="1187">
                  <a:moveTo>
                    <a:pt x="937" y="0"/>
                  </a:moveTo>
                  <a:cubicBezTo>
                    <a:pt x="889" y="0"/>
                    <a:pt x="841" y="16"/>
                    <a:pt x="802" y="47"/>
                  </a:cubicBezTo>
                  <a:cubicBezTo>
                    <a:pt x="568" y="230"/>
                    <a:pt x="335" y="415"/>
                    <a:pt x="107" y="605"/>
                  </a:cubicBezTo>
                  <a:cubicBezTo>
                    <a:pt x="13" y="683"/>
                    <a:pt x="1" y="824"/>
                    <a:pt x="79" y="917"/>
                  </a:cubicBezTo>
                  <a:cubicBezTo>
                    <a:pt x="122" y="971"/>
                    <a:pt x="185" y="997"/>
                    <a:pt x="249" y="997"/>
                  </a:cubicBezTo>
                  <a:cubicBezTo>
                    <a:pt x="298" y="997"/>
                    <a:pt x="349" y="981"/>
                    <a:pt x="390" y="946"/>
                  </a:cubicBezTo>
                  <a:cubicBezTo>
                    <a:pt x="616" y="759"/>
                    <a:pt x="843" y="576"/>
                    <a:pt x="1073" y="394"/>
                  </a:cubicBezTo>
                  <a:cubicBezTo>
                    <a:pt x="1169" y="320"/>
                    <a:pt x="1186" y="180"/>
                    <a:pt x="1112" y="85"/>
                  </a:cubicBezTo>
                  <a:cubicBezTo>
                    <a:pt x="1068" y="29"/>
                    <a:pt x="1002" y="0"/>
                    <a:pt x="937"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5"/>
            <p:cNvSpPr/>
            <p:nvPr/>
          </p:nvSpPr>
          <p:spPr>
            <a:xfrm flipH="1">
              <a:off x="7300050" y="2494838"/>
              <a:ext cx="31025" cy="23375"/>
            </a:xfrm>
            <a:custGeom>
              <a:rect b="b" l="l" r="r" t="t"/>
              <a:pathLst>
                <a:path extrusionOk="0" h="935" w="1241">
                  <a:moveTo>
                    <a:pt x="988" y="0"/>
                  </a:moveTo>
                  <a:cubicBezTo>
                    <a:pt x="947" y="0"/>
                    <a:pt x="906" y="11"/>
                    <a:pt x="869" y="35"/>
                  </a:cubicBezTo>
                  <a:cubicBezTo>
                    <a:pt x="618" y="197"/>
                    <a:pt x="372" y="361"/>
                    <a:pt x="127" y="530"/>
                  </a:cubicBezTo>
                  <a:cubicBezTo>
                    <a:pt x="26" y="599"/>
                    <a:pt x="1" y="737"/>
                    <a:pt x="70" y="839"/>
                  </a:cubicBezTo>
                  <a:cubicBezTo>
                    <a:pt x="113" y="900"/>
                    <a:pt x="182" y="934"/>
                    <a:pt x="253" y="934"/>
                  </a:cubicBezTo>
                  <a:cubicBezTo>
                    <a:pt x="296" y="934"/>
                    <a:pt x="340" y="921"/>
                    <a:pt x="380" y="896"/>
                  </a:cubicBezTo>
                  <a:cubicBezTo>
                    <a:pt x="621" y="730"/>
                    <a:pt x="863" y="567"/>
                    <a:pt x="1110" y="408"/>
                  </a:cubicBezTo>
                  <a:cubicBezTo>
                    <a:pt x="1212" y="340"/>
                    <a:pt x="1240" y="204"/>
                    <a:pt x="1175" y="102"/>
                  </a:cubicBezTo>
                  <a:cubicBezTo>
                    <a:pt x="1132" y="35"/>
                    <a:pt x="1060" y="0"/>
                    <a:pt x="98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5"/>
            <p:cNvSpPr/>
            <p:nvPr/>
          </p:nvSpPr>
          <p:spPr>
            <a:xfrm flipH="1">
              <a:off x="7986450" y="3240138"/>
              <a:ext cx="11900" cy="33175"/>
            </a:xfrm>
            <a:custGeom>
              <a:rect b="b" l="l" r="r" t="t"/>
              <a:pathLst>
                <a:path extrusionOk="0" h="1327" w="476">
                  <a:moveTo>
                    <a:pt x="248" y="0"/>
                  </a:moveTo>
                  <a:cubicBezTo>
                    <a:pt x="132" y="0"/>
                    <a:pt x="34" y="90"/>
                    <a:pt x="27" y="209"/>
                  </a:cubicBezTo>
                  <a:cubicBezTo>
                    <a:pt x="10" y="507"/>
                    <a:pt x="2" y="804"/>
                    <a:pt x="0" y="1105"/>
                  </a:cubicBezTo>
                  <a:cubicBezTo>
                    <a:pt x="0" y="1227"/>
                    <a:pt x="100" y="1326"/>
                    <a:pt x="222" y="1326"/>
                  </a:cubicBezTo>
                  <a:cubicBezTo>
                    <a:pt x="343" y="1326"/>
                    <a:pt x="443" y="1227"/>
                    <a:pt x="443" y="1106"/>
                  </a:cubicBezTo>
                  <a:cubicBezTo>
                    <a:pt x="446" y="816"/>
                    <a:pt x="454" y="524"/>
                    <a:pt x="468" y="233"/>
                  </a:cubicBezTo>
                  <a:cubicBezTo>
                    <a:pt x="475" y="109"/>
                    <a:pt x="382" y="6"/>
                    <a:pt x="258" y="0"/>
                  </a:cubicBezTo>
                  <a:cubicBezTo>
                    <a:pt x="255" y="0"/>
                    <a:pt x="251" y="0"/>
                    <a:pt x="24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5"/>
            <p:cNvSpPr/>
            <p:nvPr/>
          </p:nvSpPr>
          <p:spPr>
            <a:xfrm flipH="1">
              <a:off x="7944275" y="3434838"/>
              <a:ext cx="21475" cy="31375"/>
            </a:xfrm>
            <a:custGeom>
              <a:rect b="b" l="l" r="r" t="t"/>
              <a:pathLst>
                <a:path extrusionOk="0" h="1255" w="859">
                  <a:moveTo>
                    <a:pt x="252" y="0"/>
                  </a:moveTo>
                  <a:cubicBezTo>
                    <a:pt x="224" y="0"/>
                    <a:pt x="195" y="6"/>
                    <a:pt x="167" y="18"/>
                  </a:cubicBezTo>
                  <a:cubicBezTo>
                    <a:pt x="53" y="63"/>
                    <a:pt x="1" y="192"/>
                    <a:pt x="46" y="305"/>
                  </a:cubicBezTo>
                  <a:cubicBezTo>
                    <a:pt x="160" y="582"/>
                    <a:pt x="280" y="856"/>
                    <a:pt x="407" y="1126"/>
                  </a:cubicBezTo>
                  <a:cubicBezTo>
                    <a:pt x="443" y="1206"/>
                    <a:pt x="524" y="1254"/>
                    <a:pt x="606" y="1254"/>
                  </a:cubicBezTo>
                  <a:cubicBezTo>
                    <a:pt x="639" y="1254"/>
                    <a:pt x="670" y="1247"/>
                    <a:pt x="700" y="1233"/>
                  </a:cubicBezTo>
                  <a:cubicBezTo>
                    <a:pt x="811" y="1182"/>
                    <a:pt x="859" y="1048"/>
                    <a:pt x="806" y="939"/>
                  </a:cubicBezTo>
                  <a:cubicBezTo>
                    <a:pt x="684" y="674"/>
                    <a:pt x="568" y="407"/>
                    <a:pt x="456" y="138"/>
                  </a:cubicBezTo>
                  <a:cubicBezTo>
                    <a:pt x="421" y="53"/>
                    <a:pt x="339" y="0"/>
                    <a:pt x="25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5"/>
            <p:cNvSpPr/>
            <p:nvPr/>
          </p:nvSpPr>
          <p:spPr>
            <a:xfrm flipH="1">
              <a:off x="7977650" y="3174313"/>
              <a:ext cx="15875" cy="32875"/>
            </a:xfrm>
            <a:custGeom>
              <a:rect b="b" l="l" r="r" t="t"/>
              <a:pathLst>
                <a:path extrusionOk="0" h="1315" w="635">
                  <a:moveTo>
                    <a:pt x="396" y="0"/>
                  </a:moveTo>
                  <a:cubicBezTo>
                    <a:pt x="293" y="0"/>
                    <a:pt x="197" y="70"/>
                    <a:pt x="177" y="176"/>
                  </a:cubicBezTo>
                  <a:cubicBezTo>
                    <a:pt x="116" y="468"/>
                    <a:pt x="64" y="763"/>
                    <a:pt x="17" y="1056"/>
                  </a:cubicBezTo>
                  <a:cubicBezTo>
                    <a:pt x="0" y="1181"/>
                    <a:pt x="84" y="1295"/>
                    <a:pt x="204" y="1313"/>
                  </a:cubicBezTo>
                  <a:cubicBezTo>
                    <a:pt x="214" y="1314"/>
                    <a:pt x="227" y="1314"/>
                    <a:pt x="237" y="1314"/>
                  </a:cubicBezTo>
                  <a:cubicBezTo>
                    <a:pt x="343" y="1314"/>
                    <a:pt x="440" y="1236"/>
                    <a:pt x="455" y="1126"/>
                  </a:cubicBezTo>
                  <a:cubicBezTo>
                    <a:pt x="499" y="839"/>
                    <a:pt x="552" y="551"/>
                    <a:pt x="610" y="266"/>
                  </a:cubicBezTo>
                  <a:cubicBezTo>
                    <a:pt x="634" y="147"/>
                    <a:pt x="559" y="31"/>
                    <a:pt x="438" y="4"/>
                  </a:cubicBezTo>
                  <a:cubicBezTo>
                    <a:pt x="424" y="1"/>
                    <a:pt x="410" y="0"/>
                    <a:pt x="39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5"/>
            <p:cNvSpPr/>
            <p:nvPr/>
          </p:nvSpPr>
          <p:spPr>
            <a:xfrm flipH="1">
              <a:off x="7967850" y="3371763"/>
              <a:ext cx="18125" cy="32425"/>
            </a:xfrm>
            <a:custGeom>
              <a:rect b="b" l="l" r="r" t="t"/>
              <a:pathLst>
                <a:path extrusionOk="0" h="1297" w="725">
                  <a:moveTo>
                    <a:pt x="243" y="0"/>
                  </a:moveTo>
                  <a:cubicBezTo>
                    <a:pt x="225" y="0"/>
                    <a:pt x="208" y="2"/>
                    <a:pt x="190" y="6"/>
                  </a:cubicBezTo>
                  <a:cubicBezTo>
                    <a:pt x="73" y="35"/>
                    <a:pt x="0" y="155"/>
                    <a:pt x="30" y="274"/>
                  </a:cubicBezTo>
                  <a:cubicBezTo>
                    <a:pt x="101" y="565"/>
                    <a:pt x="179" y="853"/>
                    <a:pt x="264" y="1139"/>
                  </a:cubicBezTo>
                  <a:cubicBezTo>
                    <a:pt x="292" y="1236"/>
                    <a:pt x="380" y="1297"/>
                    <a:pt x="477" y="1297"/>
                  </a:cubicBezTo>
                  <a:cubicBezTo>
                    <a:pt x="498" y="1297"/>
                    <a:pt x="519" y="1294"/>
                    <a:pt x="541" y="1288"/>
                  </a:cubicBezTo>
                  <a:cubicBezTo>
                    <a:pt x="657" y="1253"/>
                    <a:pt x="725" y="1131"/>
                    <a:pt x="689" y="1013"/>
                  </a:cubicBezTo>
                  <a:cubicBezTo>
                    <a:pt x="604" y="734"/>
                    <a:pt x="528" y="453"/>
                    <a:pt x="458" y="169"/>
                  </a:cubicBezTo>
                  <a:cubicBezTo>
                    <a:pt x="434" y="69"/>
                    <a:pt x="344" y="0"/>
                    <a:pt x="24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5"/>
            <p:cNvSpPr/>
            <p:nvPr/>
          </p:nvSpPr>
          <p:spPr>
            <a:xfrm flipH="1">
              <a:off x="7982350" y="3306388"/>
              <a:ext cx="14275" cy="33025"/>
            </a:xfrm>
            <a:custGeom>
              <a:rect b="b" l="l" r="r" t="t"/>
              <a:pathLst>
                <a:path extrusionOk="0" h="1321" w="571">
                  <a:moveTo>
                    <a:pt x="235" y="1"/>
                  </a:moveTo>
                  <a:cubicBezTo>
                    <a:pt x="227" y="1"/>
                    <a:pt x="219" y="1"/>
                    <a:pt x="211" y="2"/>
                  </a:cubicBezTo>
                  <a:cubicBezTo>
                    <a:pt x="89" y="12"/>
                    <a:pt x="1" y="121"/>
                    <a:pt x="11" y="243"/>
                  </a:cubicBezTo>
                  <a:cubicBezTo>
                    <a:pt x="39" y="541"/>
                    <a:pt x="75" y="837"/>
                    <a:pt x="116" y="1131"/>
                  </a:cubicBezTo>
                  <a:cubicBezTo>
                    <a:pt x="131" y="1242"/>
                    <a:pt x="225" y="1321"/>
                    <a:pt x="334" y="1321"/>
                  </a:cubicBezTo>
                  <a:cubicBezTo>
                    <a:pt x="344" y="1321"/>
                    <a:pt x="355" y="1321"/>
                    <a:pt x="365" y="1320"/>
                  </a:cubicBezTo>
                  <a:cubicBezTo>
                    <a:pt x="487" y="1303"/>
                    <a:pt x="571" y="1192"/>
                    <a:pt x="555" y="1069"/>
                  </a:cubicBezTo>
                  <a:cubicBezTo>
                    <a:pt x="514" y="781"/>
                    <a:pt x="480" y="491"/>
                    <a:pt x="452" y="201"/>
                  </a:cubicBezTo>
                  <a:cubicBezTo>
                    <a:pt x="441" y="88"/>
                    <a:pt x="344" y="1"/>
                    <a:pt x="235"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5"/>
            <p:cNvSpPr/>
            <p:nvPr/>
          </p:nvSpPr>
          <p:spPr>
            <a:xfrm flipH="1">
              <a:off x="7911400" y="3494063"/>
              <a:ext cx="24600" cy="29600"/>
            </a:xfrm>
            <a:custGeom>
              <a:rect b="b" l="l" r="r" t="t"/>
              <a:pathLst>
                <a:path extrusionOk="0" h="1184" w="984">
                  <a:moveTo>
                    <a:pt x="253" y="0"/>
                  </a:moveTo>
                  <a:cubicBezTo>
                    <a:pt x="214" y="0"/>
                    <a:pt x="174" y="10"/>
                    <a:pt x="138" y="32"/>
                  </a:cubicBezTo>
                  <a:cubicBezTo>
                    <a:pt x="33" y="96"/>
                    <a:pt x="1" y="231"/>
                    <a:pt x="63" y="336"/>
                  </a:cubicBezTo>
                  <a:cubicBezTo>
                    <a:pt x="219" y="591"/>
                    <a:pt x="381" y="842"/>
                    <a:pt x="550" y="1089"/>
                  </a:cubicBezTo>
                  <a:cubicBezTo>
                    <a:pt x="592" y="1151"/>
                    <a:pt x="662" y="1184"/>
                    <a:pt x="732" y="1184"/>
                  </a:cubicBezTo>
                  <a:cubicBezTo>
                    <a:pt x="775" y="1184"/>
                    <a:pt x="819" y="1172"/>
                    <a:pt x="856" y="1146"/>
                  </a:cubicBezTo>
                  <a:cubicBezTo>
                    <a:pt x="957" y="1076"/>
                    <a:pt x="983" y="940"/>
                    <a:pt x="914" y="839"/>
                  </a:cubicBezTo>
                  <a:cubicBezTo>
                    <a:pt x="752" y="600"/>
                    <a:pt x="594" y="354"/>
                    <a:pt x="443" y="106"/>
                  </a:cubicBezTo>
                  <a:cubicBezTo>
                    <a:pt x="401" y="38"/>
                    <a:pt x="328" y="0"/>
                    <a:pt x="25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5"/>
            <p:cNvSpPr/>
            <p:nvPr/>
          </p:nvSpPr>
          <p:spPr>
            <a:xfrm flipH="1">
              <a:off x="7739275" y="2872413"/>
              <a:ext cx="32175" cy="21275"/>
            </a:xfrm>
            <a:custGeom>
              <a:rect b="b" l="l" r="r" t="t"/>
              <a:pathLst>
                <a:path extrusionOk="0" h="851" w="1287">
                  <a:moveTo>
                    <a:pt x="1038" y="0"/>
                  </a:moveTo>
                  <a:cubicBezTo>
                    <a:pt x="1005" y="0"/>
                    <a:pt x="971" y="8"/>
                    <a:pt x="939" y="23"/>
                  </a:cubicBezTo>
                  <a:cubicBezTo>
                    <a:pt x="672" y="154"/>
                    <a:pt x="407" y="291"/>
                    <a:pt x="145" y="436"/>
                  </a:cubicBezTo>
                  <a:cubicBezTo>
                    <a:pt x="38" y="494"/>
                    <a:pt x="0" y="629"/>
                    <a:pt x="58" y="737"/>
                  </a:cubicBezTo>
                  <a:cubicBezTo>
                    <a:pt x="99" y="810"/>
                    <a:pt x="173" y="850"/>
                    <a:pt x="251" y="850"/>
                  </a:cubicBezTo>
                  <a:cubicBezTo>
                    <a:pt x="287" y="850"/>
                    <a:pt x="325" y="842"/>
                    <a:pt x="358" y="822"/>
                  </a:cubicBezTo>
                  <a:cubicBezTo>
                    <a:pt x="613" y="680"/>
                    <a:pt x="872" y="545"/>
                    <a:pt x="1133" y="418"/>
                  </a:cubicBezTo>
                  <a:cubicBezTo>
                    <a:pt x="1242" y="365"/>
                    <a:pt x="1286" y="232"/>
                    <a:pt x="1234" y="123"/>
                  </a:cubicBezTo>
                  <a:cubicBezTo>
                    <a:pt x="1198" y="45"/>
                    <a:pt x="1120" y="0"/>
                    <a:pt x="103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5"/>
            <p:cNvSpPr/>
            <p:nvPr/>
          </p:nvSpPr>
          <p:spPr>
            <a:xfrm flipH="1">
              <a:off x="7677700" y="2847863"/>
              <a:ext cx="33425" cy="18225"/>
            </a:xfrm>
            <a:custGeom>
              <a:rect b="b" l="l" r="r" t="t"/>
              <a:pathLst>
                <a:path extrusionOk="0" h="729" w="1337">
                  <a:moveTo>
                    <a:pt x="1086" y="0"/>
                  </a:moveTo>
                  <a:cubicBezTo>
                    <a:pt x="1065" y="0"/>
                    <a:pt x="1043" y="3"/>
                    <a:pt x="1022" y="10"/>
                  </a:cubicBezTo>
                  <a:cubicBezTo>
                    <a:pt x="737" y="99"/>
                    <a:pt x="455" y="194"/>
                    <a:pt x="175" y="299"/>
                  </a:cubicBezTo>
                  <a:cubicBezTo>
                    <a:pt x="60" y="342"/>
                    <a:pt x="1" y="469"/>
                    <a:pt x="43" y="583"/>
                  </a:cubicBezTo>
                  <a:cubicBezTo>
                    <a:pt x="77" y="672"/>
                    <a:pt x="161" y="729"/>
                    <a:pt x="252" y="729"/>
                  </a:cubicBezTo>
                  <a:cubicBezTo>
                    <a:pt x="276" y="729"/>
                    <a:pt x="303" y="725"/>
                    <a:pt x="327" y="715"/>
                  </a:cubicBezTo>
                  <a:cubicBezTo>
                    <a:pt x="601" y="613"/>
                    <a:pt x="876" y="519"/>
                    <a:pt x="1154" y="432"/>
                  </a:cubicBezTo>
                  <a:cubicBezTo>
                    <a:pt x="1270" y="397"/>
                    <a:pt x="1337" y="272"/>
                    <a:pt x="1298" y="156"/>
                  </a:cubicBezTo>
                  <a:cubicBezTo>
                    <a:pt x="1269" y="62"/>
                    <a:pt x="1182" y="0"/>
                    <a:pt x="108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5"/>
            <p:cNvSpPr/>
            <p:nvPr/>
          </p:nvSpPr>
          <p:spPr>
            <a:xfrm flipH="1">
              <a:off x="7848325" y="2947413"/>
              <a:ext cx="28000" cy="26500"/>
            </a:xfrm>
            <a:custGeom>
              <a:rect b="b" l="l" r="r" t="t"/>
              <a:pathLst>
                <a:path extrusionOk="0" h="1060" w="1120">
                  <a:moveTo>
                    <a:pt x="876" y="0"/>
                  </a:moveTo>
                  <a:cubicBezTo>
                    <a:pt x="822" y="0"/>
                    <a:pt x="768" y="20"/>
                    <a:pt x="725" y="60"/>
                  </a:cubicBezTo>
                  <a:cubicBezTo>
                    <a:pt x="508" y="264"/>
                    <a:pt x="294" y="471"/>
                    <a:pt x="86" y="685"/>
                  </a:cubicBezTo>
                  <a:cubicBezTo>
                    <a:pt x="0" y="771"/>
                    <a:pt x="2" y="912"/>
                    <a:pt x="90" y="997"/>
                  </a:cubicBezTo>
                  <a:cubicBezTo>
                    <a:pt x="132" y="1039"/>
                    <a:pt x="189" y="1059"/>
                    <a:pt x="244" y="1059"/>
                  </a:cubicBezTo>
                  <a:cubicBezTo>
                    <a:pt x="301" y="1059"/>
                    <a:pt x="359" y="1037"/>
                    <a:pt x="402" y="991"/>
                  </a:cubicBezTo>
                  <a:cubicBezTo>
                    <a:pt x="606" y="783"/>
                    <a:pt x="813" y="579"/>
                    <a:pt x="1026" y="381"/>
                  </a:cubicBezTo>
                  <a:cubicBezTo>
                    <a:pt x="1114" y="299"/>
                    <a:pt x="1119" y="159"/>
                    <a:pt x="1036" y="69"/>
                  </a:cubicBezTo>
                  <a:cubicBezTo>
                    <a:pt x="993" y="24"/>
                    <a:pt x="935" y="0"/>
                    <a:pt x="87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5"/>
            <p:cNvSpPr/>
            <p:nvPr/>
          </p:nvSpPr>
          <p:spPr>
            <a:xfrm flipH="1">
              <a:off x="7893275" y="2996013"/>
              <a:ext cx="25850" cy="28675"/>
            </a:xfrm>
            <a:custGeom>
              <a:rect b="b" l="l" r="r" t="t"/>
              <a:pathLst>
                <a:path extrusionOk="0" h="1147" w="1034">
                  <a:moveTo>
                    <a:pt x="785" y="0"/>
                  </a:moveTo>
                  <a:cubicBezTo>
                    <a:pt x="720" y="0"/>
                    <a:pt x="656" y="28"/>
                    <a:pt x="612" y="82"/>
                  </a:cubicBezTo>
                  <a:cubicBezTo>
                    <a:pt x="426" y="316"/>
                    <a:pt x="245" y="555"/>
                    <a:pt x="72" y="796"/>
                  </a:cubicBezTo>
                  <a:cubicBezTo>
                    <a:pt x="1" y="895"/>
                    <a:pt x="22" y="1033"/>
                    <a:pt x="121" y="1104"/>
                  </a:cubicBezTo>
                  <a:cubicBezTo>
                    <a:pt x="160" y="1132"/>
                    <a:pt x="206" y="1146"/>
                    <a:pt x="250" y="1146"/>
                  </a:cubicBezTo>
                  <a:cubicBezTo>
                    <a:pt x="320" y="1146"/>
                    <a:pt x="386" y="1115"/>
                    <a:pt x="429" y="1054"/>
                  </a:cubicBezTo>
                  <a:cubicBezTo>
                    <a:pt x="599" y="818"/>
                    <a:pt x="776" y="586"/>
                    <a:pt x="958" y="358"/>
                  </a:cubicBezTo>
                  <a:cubicBezTo>
                    <a:pt x="1033" y="263"/>
                    <a:pt x="1018" y="124"/>
                    <a:pt x="923" y="47"/>
                  </a:cubicBezTo>
                  <a:cubicBezTo>
                    <a:pt x="881" y="16"/>
                    <a:pt x="833" y="0"/>
                    <a:pt x="785"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5"/>
            <p:cNvSpPr/>
            <p:nvPr/>
          </p:nvSpPr>
          <p:spPr>
            <a:xfrm flipH="1">
              <a:off x="7796400" y="2905888"/>
              <a:ext cx="30475" cy="24100"/>
            </a:xfrm>
            <a:custGeom>
              <a:rect b="b" l="l" r="r" t="t"/>
              <a:pathLst>
                <a:path extrusionOk="0" h="964" w="1219">
                  <a:moveTo>
                    <a:pt x="966" y="1"/>
                  </a:moveTo>
                  <a:cubicBezTo>
                    <a:pt x="923" y="1"/>
                    <a:pt x="880" y="14"/>
                    <a:pt x="842" y="40"/>
                  </a:cubicBezTo>
                  <a:cubicBezTo>
                    <a:pt x="596" y="210"/>
                    <a:pt x="354" y="383"/>
                    <a:pt x="117" y="566"/>
                  </a:cubicBezTo>
                  <a:cubicBezTo>
                    <a:pt x="19" y="640"/>
                    <a:pt x="1" y="779"/>
                    <a:pt x="76" y="877"/>
                  </a:cubicBezTo>
                  <a:cubicBezTo>
                    <a:pt x="120" y="934"/>
                    <a:pt x="185" y="963"/>
                    <a:pt x="252" y="963"/>
                  </a:cubicBezTo>
                  <a:cubicBezTo>
                    <a:pt x="298" y="963"/>
                    <a:pt x="345" y="949"/>
                    <a:pt x="386" y="918"/>
                  </a:cubicBezTo>
                  <a:cubicBezTo>
                    <a:pt x="618" y="741"/>
                    <a:pt x="854" y="570"/>
                    <a:pt x="1093" y="403"/>
                  </a:cubicBezTo>
                  <a:cubicBezTo>
                    <a:pt x="1195" y="334"/>
                    <a:pt x="1219" y="196"/>
                    <a:pt x="1149" y="95"/>
                  </a:cubicBezTo>
                  <a:cubicBezTo>
                    <a:pt x="1106" y="34"/>
                    <a:pt x="1036" y="1"/>
                    <a:pt x="966"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5"/>
            <p:cNvSpPr/>
            <p:nvPr/>
          </p:nvSpPr>
          <p:spPr>
            <a:xfrm flipH="1">
              <a:off x="7517525" y="2738588"/>
              <a:ext cx="20450" cy="31725"/>
            </a:xfrm>
            <a:custGeom>
              <a:rect b="b" l="l" r="r" t="t"/>
              <a:pathLst>
                <a:path extrusionOk="0" h="1269" w="818">
                  <a:moveTo>
                    <a:pt x="567" y="1"/>
                  </a:moveTo>
                  <a:cubicBezTo>
                    <a:pt x="481" y="1"/>
                    <a:pt x="397" y="52"/>
                    <a:pt x="361" y="138"/>
                  </a:cubicBezTo>
                  <a:cubicBezTo>
                    <a:pt x="248" y="414"/>
                    <a:pt x="141" y="692"/>
                    <a:pt x="42" y="975"/>
                  </a:cubicBezTo>
                  <a:cubicBezTo>
                    <a:pt x="1" y="1089"/>
                    <a:pt x="62" y="1216"/>
                    <a:pt x="177" y="1257"/>
                  </a:cubicBezTo>
                  <a:cubicBezTo>
                    <a:pt x="201" y="1265"/>
                    <a:pt x="226" y="1268"/>
                    <a:pt x="249" y="1268"/>
                  </a:cubicBezTo>
                  <a:cubicBezTo>
                    <a:pt x="340" y="1268"/>
                    <a:pt x="426" y="1211"/>
                    <a:pt x="459" y="1121"/>
                  </a:cubicBezTo>
                  <a:cubicBezTo>
                    <a:pt x="555" y="847"/>
                    <a:pt x="659" y="575"/>
                    <a:pt x="771" y="305"/>
                  </a:cubicBezTo>
                  <a:cubicBezTo>
                    <a:pt x="818" y="193"/>
                    <a:pt x="764" y="63"/>
                    <a:pt x="650" y="17"/>
                  </a:cubicBezTo>
                  <a:cubicBezTo>
                    <a:pt x="623" y="6"/>
                    <a:pt x="595" y="1"/>
                    <a:pt x="56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5"/>
            <p:cNvSpPr/>
            <p:nvPr/>
          </p:nvSpPr>
          <p:spPr>
            <a:xfrm flipH="1">
              <a:off x="7519650" y="2997613"/>
              <a:ext cx="21475" cy="31250"/>
            </a:xfrm>
            <a:custGeom>
              <a:rect b="b" l="l" r="r" t="t"/>
              <a:pathLst>
                <a:path extrusionOk="0" h="1250" w="859">
                  <a:moveTo>
                    <a:pt x="249" y="0"/>
                  </a:moveTo>
                  <a:cubicBezTo>
                    <a:pt x="224" y="0"/>
                    <a:pt x="199" y="5"/>
                    <a:pt x="174" y="14"/>
                  </a:cubicBezTo>
                  <a:cubicBezTo>
                    <a:pt x="57" y="57"/>
                    <a:pt x="1" y="184"/>
                    <a:pt x="42" y="298"/>
                  </a:cubicBezTo>
                  <a:lnTo>
                    <a:pt x="103" y="455"/>
                  </a:lnTo>
                  <a:cubicBezTo>
                    <a:pt x="191" y="684"/>
                    <a:pt x="297" y="910"/>
                    <a:pt x="412" y="1132"/>
                  </a:cubicBezTo>
                  <a:cubicBezTo>
                    <a:pt x="452" y="1207"/>
                    <a:pt x="530" y="1249"/>
                    <a:pt x="608" y="1249"/>
                  </a:cubicBezTo>
                  <a:cubicBezTo>
                    <a:pt x="643" y="1249"/>
                    <a:pt x="678" y="1241"/>
                    <a:pt x="710" y="1224"/>
                  </a:cubicBezTo>
                  <a:cubicBezTo>
                    <a:pt x="819" y="1167"/>
                    <a:pt x="859" y="1032"/>
                    <a:pt x="802" y="925"/>
                  </a:cubicBezTo>
                  <a:cubicBezTo>
                    <a:pt x="694" y="719"/>
                    <a:pt x="596" y="506"/>
                    <a:pt x="514" y="295"/>
                  </a:cubicBezTo>
                  <a:lnTo>
                    <a:pt x="457" y="145"/>
                  </a:lnTo>
                  <a:cubicBezTo>
                    <a:pt x="424" y="56"/>
                    <a:pt x="339" y="0"/>
                    <a:pt x="249"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5"/>
            <p:cNvSpPr/>
            <p:nvPr/>
          </p:nvSpPr>
          <p:spPr>
            <a:xfrm flipH="1">
              <a:off x="7541300" y="2933388"/>
              <a:ext cx="15800" cy="32900"/>
            </a:xfrm>
            <a:custGeom>
              <a:rect b="b" l="l" r="r" t="t"/>
              <a:pathLst>
                <a:path extrusionOk="0" h="1316" w="632">
                  <a:moveTo>
                    <a:pt x="240" y="1"/>
                  </a:moveTo>
                  <a:cubicBezTo>
                    <a:pt x="229" y="1"/>
                    <a:pt x="217" y="2"/>
                    <a:pt x="206" y="4"/>
                  </a:cubicBezTo>
                  <a:cubicBezTo>
                    <a:pt x="85" y="21"/>
                    <a:pt x="0" y="133"/>
                    <a:pt x="18" y="253"/>
                  </a:cubicBezTo>
                  <a:cubicBezTo>
                    <a:pt x="58" y="550"/>
                    <a:pt x="112" y="847"/>
                    <a:pt x="173" y="1140"/>
                  </a:cubicBezTo>
                  <a:cubicBezTo>
                    <a:pt x="197" y="1245"/>
                    <a:pt x="287" y="1315"/>
                    <a:pt x="390" y="1315"/>
                  </a:cubicBezTo>
                  <a:cubicBezTo>
                    <a:pt x="406" y="1315"/>
                    <a:pt x="421" y="1314"/>
                    <a:pt x="437" y="1310"/>
                  </a:cubicBezTo>
                  <a:cubicBezTo>
                    <a:pt x="556" y="1284"/>
                    <a:pt x="631" y="1167"/>
                    <a:pt x="607" y="1047"/>
                  </a:cubicBezTo>
                  <a:cubicBezTo>
                    <a:pt x="546" y="765"/>
                    <a:pt x="496" y="479"/>
                    <a:pt x="455" y="191"/>
                  </a:cubicBezTo>
                  <a:cubicBezTo>
                    <a:pt x="440" y="82"/>
                    <a:pt x="346" y="1"/>
                    <a:pt x="2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5"/>
            <p:cNvSpPr/>
            <p:nvPr/>
          </p:nvSpPr>
          <p:spPr>
            <a:xfrm flipH="1">
              <a:off x="7538075" y="2801638"/>
              <a:ext cx="42675" cy="40025"/>
            </a:xfrm>
            <a:custGeom>
              <a:rect b="b" l="l" r="r" t="t"/>
              <a:pathLst>
                <a:path extrusionOk="0" h="1601" w="1707">
                  <a:moveTo>
                    <a:pt x="1463" y="1"/>
                  </a:moveTo>
                  <a:cubicBezTo>
                    <a:pt x="1362" y="1"/>
                    <a:pt x="1272" y="70"/>
                    <a:pt x="1248" y="171"/>
                  </a:cubicBezTo>
                  <a:cubicBezTo>
                    <a:pt x="1179" y="465"/>
                    <a:pt x="1118" y="757"/>
                    <a:pt x="1067" y="1051"/>
                  </a:cubicBezTo>
                  <a:cubicBezTo>
                    <a:pt x="1060" y="1089"/>
                    <a:pt x="1062" y="1124"/>
                    <a:pt x="1074" y="1156"/>
                  </a:cubicBezTo>
                  <a:cubicBezTo>
                    <a:pt x="828" y="1141"/>
                    <a:pt x="584" y="1134"/>
                    <a:pt x="339" y="1134"/>
                  </a:cubicBezTo>
                  <a:lnTo>
                    <a:pt x="220" y="1134"/>
                  </a:lnTo>
                  <a:cubicBezTo>
                    <a:pt x="97" y="1136"/>
                    <a:pt x="0" y="1235"/>
                    <a:pt x="2" y="1358"/>
                  </a:cubicBezTo>
                  <a:cubicBezTo>
                    <a:pt x="3" y="1479"/>
                    <a:pt x="102" y="1575"/>
                    <a:pt x="223" y="1575"/>
                  </a:cubicBezTo>
                  <a:lnTo>
                    <a:pt x="338" y="1575"/>
                  </a:lnTo>
                  <a:cubicBezTo>
                    <a:pt x="590" y="1575"/>
                    <a:pt x="841" y="1582"/>
                    <a:pt x="1094" y="1601"/>
                  </a:cubicBezTo>
                  <a:lnTo>
                    <a:pt x="1108" y="1601"/>
                  </a:lnTo>
                  <a:cubicBezTo>
                    <a:pt x="1223" y="1601"/>
                    <a:pt x="1320" y="1510"/>
                    <a:pt x="1328" y="1394"/>
                  </a:cubicBezTo>
                  <a:cubicBezTo>
                    <a:pt x="1329" y="1363"/>
                    <a:pt x="1325" y="1334"/>
                    <a:pt x="1316" y="1309"/>
                  </a:cubicBezTo>
                  <a:cubicBezTo>
                    <a:pt x="1408" y="1294"/>
                    <a:pt x="1485" y="1225"/>
                    <a:pt x="1502" y="1127"/>
                  </a:cubicBezTo>
                  <a:cubicBezTo>
                    <a:pt x="1554" y="842"/>
                    <a:pt x="1613" y="557"/>
                    <a:pt x="1678" y="273"/>
                  </a:cubicBezTo>
                  <a:cubicBezTo>
                    <a:pt x="1706" y="154"/>
                    <a:pt x="1632" y="35"/>
                    <a:pt x="1513" y="7"/>
                  </a:cubicBezTo>
                  <a:cubicBezTo>
                    <a:pt x="1496" y="3"/>
                    <a:pt x="1479" y="1"/>
                    <a:pt x="146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5"/>
            <p:cNvSpPr/>
            <p:nvPr/>
          </p:nvSpPr>
          <p:spPr>
            <a:xfrm flipH="1">
              <a:off x="7613350" y="2833313"/>
              <a:ext cx="33350" cy="14600"/>
            </a:xfrm>
            <a:custGeom>
              <a:rect b="b" l="l" r="r" t="t"/>
              <a:pathLst>
                <a:path extrusionOk="0" h="584" w="1334">
                  <a:moveTo>
                    <a:pt x="1096" y="0"/>
                  </a:moveTo>
                  <a:cubicBezTo>
                    <a:pt x="1086" y="0"/>
                    <a:pt x="1077" y="1"/>
                    <a:pt x="1067" y="2"/>
                  </a:cubicBezTo>
                  <a:cubicBezTo>
                    <a:pt x="780" y="40"/>
                    <a:pt x="494" y="88"/>
                    <a:pt x="210" y="145"/>
                  </a:cubicBezTo>
                  <a:lnTo>
                    <a:pt x="225" y="366"/>
                  </a:lnTo>
                  <a:lnTo>
                    <a:pt x="182" y="151"/>
                  </a:lnTo>
                  <a:cubicBezTo>
                    <a:pt x="61" y="174"/>
                    <a:pt x="0" y="287"/>
                    <a:pt x="23" y="408"/>
                  </a:cubicBezTo>
                  <a:cubicBezTo>
                    <a:pt x="43" y="512"/>
                    <a:pt x="147" y="583"/>
                    <a:pt x="253" y="583"/>
                  </a:cubicBezTo>
                  <a:cubicBezTo>
                    <a:pt x="270" y="583"/>
                    <a:pt x="284" y="582"/>
                    <a:pt x="298" y="581"/>
                  </a:cubicBezTo>
                  <a:cubicBezTo>
                    <a:pt x="572" y="527"/>
                    <a:pt x="849" y="478"/>
                    <a:pt x="1128" y="442"/>
                  </a:cubicBezTo>
                  <a:cubicBezTo>
                    <a:pt x="1248" y="426"/>
                    <a:pt x="1334" y="314"/>
                    <a:pt x="1316" y="192"/>
                  </a:cubicBezTo>
                  <a:cubicBezTo>
                    <a:pt x="1301" y="80"/>
                    <a:pt x="1204" y="0"/>
                    <a:pt x="109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5"/>
            <p:cNvSpPr/>
            <p:nvPr/>
          </p:nvSpPr>
          <p:spPr>
            <a:xfrm flipH="1">
              <a:off x="7548075" y="2867238"/>
              <a:ext cx="11825" cy="33150"/>
            </a:xfrm>
            <a:custGeom>
              <a:rect b="b" l="l" r="r" t="t"/>
              <a:pathLst>
                <a:path extrusionOk="0" h="1326" w="473">
                  <a:moveTo>
                    <a:pt x="257" y="1"/>
                  </a:moveTo>
                  <a:cubicBezTo>
                    <a:pt x="129" y="1"/>
                    <a:pt x="30" y="89"/>
                    <a:pt x="23" y="209"/>
                  </a:cubicBezTo>
                  <a:cubicBezTo>
                    <a:pt x="7" y="480"/>
                    <a:pt x="0" y="751"/>
                    <a:pt x="0" y="1025"/>
                  </a:cubicBezTo>
                  <a:lnTo>
                    <a:pt x="0" y="1104"/>
                  </a:lnTo>
                  <a:cubicBezTo>
                    <a:pt x="0" y="1226"/>
                    <a:pt x="99" y="1325"/>
                    <a:pt x="221" y="1325"/>
                  </a:cubicBezTo>
                  <a:cubicBezTo>
                    <a:pt x="222" y="1325"/>
                    <a:pt x="223" y="1325"/>
                    <a:pt x="224" y="1325"/>
                  </a:cubicBezTo>
                  <a:cubicBezTo>
                    <a:pt x="346" y="1325"/>
                    <a:pt x="442" y="1226"/>
                    <a:pt x="442" y="1105"/>
                  </a:cubicBezTo>
                  <a:lnTo>
                    <a:pt x="442" y="1022"/>
                  </a:lnTo>
                  <a:cubicBezTo>
                    <a:pt x="442" y="759"/>
                    <a:pt x="450" y="497"/>
                    <a:pt x="465" y="235"/>
                  </a:cubicBezTo>
                  <a:cubicBezTo>
                    <a:pt x="472" y="113"/>
                    <a:pt x="379" y="8"/>
                    <a:pt x="25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8" name="Google Shape;2228;p45"/>
          <p:cNvGrpSpPr/>
          <p:nvPr/>
        </p:nvGrpSpPr>
        <p:grpSpPr>
          <a:xfrm>
            <a:off x="5541325" y="1410988"/>
            <a:ext cx="373125" cy="345125"/>
            <a:chOff x="5541325" y="1410988"/>
            <a:chExt cx="373125" cy="345125"/>
          </a:xfrm>
        </p:grpSpPr>
        <p:sp>
          <p:nvSpPr>
            <p:cNvPr id="2229" name="Google Shape;2229;p45"/>
            <p:cNvSpPr/>
            <p:nvPr/>
          </p:nvSpPr>
          <p:spPr>
            <a:xfrm>
              <a:off x="5541325" y="1415388"/>
              <a:ext cx="348950" cy="339000"/>
            </a:xfrm>
            <a:custGeom>
              <a:rect b="b" l="l" r="r" t="t"/>
              <a:pathLst>
                <a:path extrusionOk="0" h="13560" w="13958">
                  <a:moveTo>
                    <a:pt x="6643" y="0"/>
                  </a:moveTo>
                  <a:lnTo>
                    <a:pt x="4775" y="4514"/>
                  </a:lnTo>
                  <a:lnTo>
                    <a:pt x="0" y="5533"/>
                  </a:lnTo>
                  <a:lnTo>
                    <a:pt x="3714" y="8705"/>
                  </a:lnTo>
                  <a:lnTo>
                    <a:pt x="3207" y="13560"/>
                  </a:lnTo>
                  <a:lnTo>
                    <a:pt x="3207" y="13560"/>
                  </a:lnTo>
                  <a:lnTo>
                    <a:pt x="7370" y="11008"/>
                  </a:lnTo>
                  <a:lnTo>
                    <a:pt x="11834" y="12991"/>
                  </a:lnTo>
                  <a:lnTo>
                    <a:pt x="10692" y="8242"/>
                  </a:lnTo>
                  <a:lnTo>
                    <a:pt x="13957" y="4611"/>
                  </a:lnTo>
                  <a:lnTo>
                    <a:pt x="9088" y="4228"/>
                  </a:lnTo>
                  <a:lnTo>
                    <a:pt x="664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5"/>
            <p:cNvSpPr/>
            <p:nvPr/>
          </p:nvSpPr>
          <p:spPr>
            <a:xfrm>
              <a:off x="5558975" y="1410988"/>
              <a:ext cx="355475" cy="345125"/>
            </a:xfrm>
            <a:custGeom>
              <a:rect b="b" l="l" r="r" t="t"/>
              <a:pathLst>
                <a:path extrusionOk="0" h="13805" w="14219">
                  <a:moveTo>
                    <a:pt x="6786" y="398"/>
                  </a:moveTo>
                  <a:lnTo>
                    <a:pt x="9108" y="4411"/>
                  </a:lnTo>
                  <a:cubicBezTo>
                    <a:pt x="9128" y="4447"/>
                    <a:pt x="9165" y="4469"/>
                    <a:pt x="9203" y="4473"/>
                  </a:cubicBezTo>
                  <a:lnTo>
                    <a:pt x="13825" y="4834"/>
                  </a:lnTo>
                  <a:lnTo>
                    <a:pt x="10728" y="8282"/>
                  </a:lnTo>
                  <a:cubicBezTo>
                    <a:pt x="10699" y="8312"/>
                    <a:pt x="10689" y="8354"/>
                    <a:pt x="10699" y="8392"/>
                  </a:cubicBezTo>
                  <a:lnTo>
                    <a:pt x="11782" y="12900"/>
                  </a:lnTo>
                  <a:lnTo>
                    <a:pt x="7546" y="11018"/>
                  </a:lnTo>
                  <a:cubicBezTo>
                    <a:pt x="7530" y="11011"/>
                    <a:pt x="7513" y="11008"/>
                    <a:pt x="7496" y="11008"/>
                  </a:cubicBezTo>
                  <a:cubicBezTo>
                    <a:pt x="7474" y="11008"/>
                    <a:pt x="7453" y="11013"/>
                    <a:pt x="7434" y="11025"/>
                  </a:cubicBezTo>
                  <a:lnTo>
                    <a:pt x="3481" y="13449"/>
                  </a:lnTo>
                  <a:lnTo>
                    <a:pt x="3481" y="13449"/>
                  </a:lnTo>
                  <a:lnTo>
                    <a:pt x="3962" y="8838"/>
                  </a:lnTo>
                  <a:cubicBezTo>
                    <a:pt x="3965" y="8798"/>
                    <a:pt x="3949" y="8756"/>
                    <a:pt x="3919" y="8732"/>
                  </a:cubicBezTo>
                  <a:lnTo>
                    <a:pt x="393" y="5720"/>
                  </a:lnTo>
                  <a:lnTo>
                    <a:pt x="4924" y="4754"/>
                  </a:lnTo>
                  <a:cubicBezTo>
                    <a:pt x="4964" y="4746"/>
                    <a:pt x="4995" y="4719"/>
                    <a:pt x="5012" y="4681"/>
                  </a:cubicBezTo>
                  <a:lnTo>
                    <a:pt x="6786" y="398"/>
                  </a:lnTo>
                  <a:close/>
                  <a:moveTo>
                    <a:pt x="6777" y="0"/>
                  </a:moveTo>
                  <a:cubicBezTo>
                    <a:pt x="6773" y="0"/>
                    <a:pt x="6769" y="0"/>
                    <a:pt x="6766" y="1"/>
                  </a:cubicBezTo>
                  <a:cubicBezTo>
                    <a:pt x="6720" y="3"/>
                    <a:pt x="6678" y="32"/>
                    <a:pt x="6660" y="75"/>
                  </a:cubicBezTo>
                  <a:lnTo>
                    <a:pt x="4817" y="4527"/>
                  </a:lnTo>
                  <a:lnTo>
                    <a:pt x="104" y="5533"/>
                  </a:lnTo>
                  <a:cubicBezTo>
                    <a:pt x="59" y="5542"/>
                    <a:pt x="22" y="5577"/>
                    <a:pt x="12" y="5623"/>
                  </a:cubicBezTo>
                  <a:cubicBezTo>
                    <a:pt x="0" y="5669"/>
                    <a:pt x="14" y="5716"/>
                    <a:pt x="50" y="5746"/>
                  </a:cubicBezTo>
                  <a:lnTo>
                    <a:pt x="3715" y="8875"/>
                  </a:lnTo>
                  <a:lnTo>
                    <a:pt x="3215" y="13669"/>
                  </a:lnTo>
                  <a:cubicBezTo>
                    <a:pt x="3209" y="13714"/>
                    <a:pt x="3231" y="13760"/>
                    <a:pt x="3271" y="13784"/>
                  </a:cubicBezTo>
                  <a:cubicBezTo>
                    <a:pt x="3291" y="13797"/>
                    <a:pt x="3311" y="13804"/>
                    <a:pt x="3335" y="13804"/>
                  </a:cubicBezTo>
                  <a:cubicBezTo>
                    <a:pt x="3356" y="13804"/>
                    <a:pt x="3378" y="13797"/>
                    <a:pt x="3399" y="13784"/>
                  </a:cubicBezTo>
                  <a:lnTo>
                    <a:pt x="7507" y="11267"/>
                  </a:lnTo>
                  <a:lnTo>
                    <a:pt x="11914" y="13224"/>
                  </a:lnTo>
                  <a:cubicBezTo>
                    <a:pt x="11929" y="13231"/>
                    <a:pt x="11945" y="13234"/>
                    <a:pt x="11961" y="13234"/>
                  </a:cubicBezTo>
                  <a:cubicBezTo>
                    <a:pt x="11989" y="13234"/>
                    <a:pt x="12017" y="13225"/>
                    <a:pt x="12039" y="13206"/>
                  </a:cubicBezTo>
                  <a:cubicBezTo>
                    <a:pt x="12075" y="13177"/>
                    <a:pt x="12092" y="13129"/>
                    <a:pt x="12081" y="13084"/>
                  </a:cubicBezTo>
                  <a:lnTo>
                    <a:pt x="10956" y="8398"/>
                  </a:lnTo>
                  <a:lnTo>
                    <a:pt x="14178" y="4813"/>
                  </a:lnTo>
                  <a:cubicBezTo>
                    <a:pt x="14210" y="4780"/>
                    <a:pt x="14218" y="4730"/>
                    <a:pt x="14201" y="4687"/>
                  </a:cubicBezTo>
                  <a:cubicBezTo>
                    <a:pt x="14183" y="4644"/>
                    <a:pt x="14144" y="4613"/>
                    <a:pt x="14097" y="4610"/>
                  </a:cubicBezTo>
                  <a:lnTo>
                    <a:pt x="9293" y="4233"/>
                  </a:lnTo>
                  <a:lnTo>
                    <a:pt x="6880" y="61"/>
                  </a:lnTo>
                  <a:cubicBezTo>
                    <a:pt x="6859" y="25"/>
                    <a:pt x="6823" y="0"/>
                    <a:pt x="677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1" name="Google Shape;2231;p45"/>
          <p:cNvGrpSpPr/>
          <p:nvPr/>
        </p:nvGrpSpPr>
        <p:grpSpPr>
          <a:xfrm>
            <a:off x="1060725" y="1385550"/>
            <a:ext cx="2373577" cy="7368175"/>
            <a:chOff x="1060725" y="1385550"/>
            <a:chExt cx="2373577" cy="7368175"/>
          </a:xfrm>
        </p:grpSpPr>
        <p:sp>
          <p:nvSpPr>
            <p:cNvPr id="2232" name="Google Shape;2232;p45"/>
            <p:cNvSpPr/>
            <p:nvPr/>
          </p:nvSpPr>
          <p:spPr>
            <a:xfrm>
              <a:off x="3153047" y="5292945"/>
              <a:ext cx="195095" cy="314734"/>
            </a:xfrm>
            <a:custGeom>
              <a:rect b="b" l="l" r="r" t="t"/>
              <a:pathLst>
                <a:path extrusionOk="0" h="7558" w="4685">
                  <a:moveTo>
                    <a:pt x="1883" y="0"/>
                  </a:moveTo>
                  <a:lnTo>
                    <a:pt x="1692" y="457"/>
                  </a:lnTo>
                  <a:cubicBezTo>
                    <a:pt x="1946" y="965"/>
                    <a:pt x="2193" y="1431"/>
                    <a:pt x="2297" y="1729"/>
                  </a:cubicBezTo>
                  <a:cubicBezTo>
                    <a:pt x="2514" y="2348"/>
                    <a:pt x="2327" y="2489"/>
                    <a:pt x="2318" y="3388"/>
                  </a:cubicBezTo>
                  <a:cubicBezTo>
                    <a:pt x="2310" y="4288"/>
                    <a:pt x="2347" y="4878"/>
                    <a:pt x="2347" y="4878"/>
                  </a:cubicBezTo>
                  <a:lnTo>
                    <a:pt x="2318" y="5187"/>
                  </a:lnTo>
                  <a:lnTo>
                    <a:pt x="1736" y="5449"/>
                  </a:lnTo>
                  <a:cubicBezTo>
                    <a:pt x="1736" y="5449"/>
                    <a:pt x="1488" y="5461"/>
                    <a:pt x="837" y="5580"/>
                  </a:cubicBezTo>
                  <a:cubicBezTo>
                    <a:pt x="84" y="5719"/>
                    <a:pt x="1" y="6529"/>
                    <a:pt x="281" y="6579"/>
                  </a:cubicBezTo>
                  <a:cubicBezTo>
                    <a:pt x="285" y="6579"/>
                    <a:pt x="289" y="6579"/>
                    <a:pt x="293" y="6579"/>
                  </a:cubicBezTo>
                  <a:cubicBezTo>
                    <a:pt x="400" y="6579"/>
                    <a:pt x="824" y="6432"/>
                    <a:pt x="825" y="6432"/>
                  </a:cubicBezTo>
                  <a:lnTo>
                    <a:pt x="825" y="6432"/>
                  </a:lnTo>
                  <a:cubicBezTo>
                    <a:pt x="338" y="6603"/>
                    <a:pt x="338" y="7557"/>
                    <a:pt x="543" y="7557"/>
                  </a:cubicBezTo>
                  <a:cubicBezTo>
                    <a:pt x="749" y="7557"/>
                    <a:pt x="2674" y="6942"/>
                    <a:pt x="2674" y="6942"/>
                  </a:cubicBezTo>
                  <a:lnTo>
                    <a:pt x="3542" y="6250"/>
                  </a:lnTo>
                  <a:lnTo>
                    <a:pt x="4330" y="5655"/>
                  </a:lnTo>
                  <a:lnTo>
                    <a:pt x="4618" y="4930"/>
                  </a:lnTo>
                  <a:cubicBezTo>
                    <a:pt x="4618" y="4930"/>
                    <a:pt x="4684" y="4176"/>
                    <a:pt x="4618" y="4082"/>
                  </a:cubicBezTo>
                  <a:cubicBezTo>
                    <a:pt x="4553" y="3989"/>
                    <a:pt x="4497" y="3426"/>
                    <a:pt x="4394" y="3127"/>
                  </a:cubicBezTo>
                  <a:cubicBezTo>
                    <a:pt x="4292" y="2827"/>
                    <a:pt x="3597" y="2415"/>
                    <a:pt x="3242" y="2039"/>
                  </a:cubicBezTo>
                  <a:cubicBezTo>
                    <a:pt x="2885" y="1664"/>
                    <a:pt x="1883" y="0"/>
                    <a:pt x="1883" y="0"/>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5"/>
            <p:cNvSpPr/>
            <p:nvPr/>
          </p:nvSpPr>
          <p:spPr>
            <a:xfrm>
              <a:off x="3173494" y="5466428"/>
              <a:ext cx="94445" cy="47806"/>
            </a:xfrm>
            <a:custGeom>
              <a:rect b="b" l="l" r="r" t="t"/>
              <a:pathLst>
                <a:path extrusionOk="0" h="1148" w="2268">
                  <a:moveTo>
                    <a:pt x="2221" y="0"/>
                  </a:moveTo>
                  <a:cubicBezTo>
                    <a:pt x="2221" y="0"/>
                    <a:pt x="927" y="20"/>
                    <a:pt x="628" y="226"/>
                  </a:cubicBezTo>
                  <a:cubicBezTo>
                    <a:pt x="327" y="432"/>
                    <a:pt x="0" y="780"/>
                    <a:pt x="158" y="1051"/>
                  </a:cubicBezTo>
                  <a:cubicBezTo>
                    <a:pt x="200" y="1122"/>
                    <a:pt x="356" y="1148"/>
                    <a:pt x="566" y="1148"/>
                  </a:cubicBezTo>
                  <a:cubicBezTo>
                    <a:pt x="1161" y="1148"/>
                    <a:pt x="2185" y="936"/>
                    <a:pt x="2221" y="929"/>
                  </a:cubicBezTo>
                  <a:cubicBezTo>
                    <a:pt x="2267" y="921"/>
                    <a:pt x="2221" y="0"/>
                    <a:pt x="2221" y="0"/>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5"/>
            <p:cNvSpPr/>
            <p:nvPr/>
          </p:nvSpPr>
          <p:spPr>
            <a:xfrm>
              <a:off x="3206558" y="5292779"/>
              <a:ext cx="113268" cy="253769"/>
            </a:xfrm>
            <a:custGeom>
              <a:rect b="b" l="l" r="r" t="t"/>
              <a:pathLst>
                <a:path extrusionOk="0" h="6094" w="2720">
                  <a:moveTo>
                    <a:pt x="1357" y="0"/>
                  </a:moveTo>
                  <a:cubicBezTo>
                    <a:pt x="1076" y="0"/>
                    <a:pt x="799" y="1"/>
                    <a:pt x="599" y="4"/>
                  </a:cubicBezTo>
                  <a:cubicBezTo>
                    <a:pt x="0" y="16"/>
                    <a:pt x="300" y="243"/>
                    <a:pt x="479" y="602"/>
                  </a:cubicBezTo>
                  <a:cubicBezTo>
                    <a:pt x="660" y="962"/>
                    <a:pt x="728" y="1648"/>
                    <a:pt x="843" y="2084"/>
                  </a:cubicBezTo>
                  <a:cubicBezTo>
                    <a:pt x="957" y="2519"/>
                    <a:pt x="890" y="2828"/>
                    <a:pt x="929" y="3893"/>
                  </a:cubicBezTo>
                  <a:cubicBezTo>
                    <a:pt x="967" y="4954"/>
                    <a:pt x="1163" y="5529"/>
                    <a:pt x="1267" y="5828"/>
                  </a:cubicBezTo>
                  <a:cubicBezTo>
                    <a:pt x="1327" y="6002"/>
                    <a:pt x="1446" y="6094"/>
                    <a:pt x="1638" y="6094"/>
                  </a:cubicBezTo>
                  <a:cubicBezTo>
                    <a:pt x="1779" y="6094"/>
                    <a:pt x="1960" y="6044"/>
                    <a:pt x="2185" y="5941"/>
                  </a:cubicBezTo>
                  <a:cubicBezTo>
                    <a:pt x="2720" y="5697"/>
                    <a:pt x="2598" y="4254"/>
                    <a:pt x="2577" y="3917"/>
                  </a:cubicBezTo>
                  <a:cubicBezTo>
                    <a:pt x="2556" y="3580"/>
                    <a:pt x="2534" y="2501"/>
                    <a:pt x="2570" y="1902"/>
                  </a:cubicBezTo>
                  <a:cubicBezTo>
                    <a:pt x="2607" y="1301"/>
                    <a:pt x="2486" y="83"/>
                    <a:pt x="2486" y="83"/>
                  </a:cubicBezTo>
                  <a:lnTo>
                    <a:pt x="2494" y="4"/>
                  </a:lnTo>
                  <a:cubicBezTo>
                    <a:pt x="2494" y="4"/>
                    <a:pt x="1918" y="0"/>
                    <a:pt x="1357" y="0"/>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5"/>
            <p:cNvSpPr/>
            <p:nvPr/>
          </p:nvSpPr>
          <p:spPr>
            <a:xfrm>
              <a:off x="3187444" y="5545507"/>
              <a:ext cx="56009" cy="15408"/>
            </a:xfrm>
            <a:custGeom>
              <a:rect b="b" l="l" r="r" t="t"/>
              <a:pathLst>
                <a:path extrusionOk="0" h="370" w="1345">
                  <a:moveTo>
                    <a:pt x="716" y="1"/>
                  </a:moveTo>
                  <a:cubicBezTo>
                    <a:pt x="577" y="1"/>
                    <a:pt x="457" y="7"/>
                    <a:pt x="407" y="24"/>
                  </a:cubicBezTo>
                  <a:cubicBezTo>
                    <a:pt x="257" y="79"/>
                    <a:pt x="1" y="370"/>
                    <a:pt x="1" y="370"/>
                  </a:cubicBezTo>
                  <a:cubicBezTo>
                    <a:pt x="1" y="370"/>
                    <a:pt x="400" y="143"/>
                    <a:pt x="703" y="116"/>
                  </a:cubicBezTo>
                  <a:cubicBezTo>
                    <a:pt x="1007" y="91"/>
                    <a:pt x="1344" y="24"/>
                    <a:pt x="1344" y="24"/>
                  </a:cubicBezTo>
                  <a:cubicBezTo>
                    <a:pt x="1344" y="24"/>
                    <a:pt x="994" y="1"/>
                    <a:pt x="716" y="1"/>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5"/>
            <p:cNvSpPr/>
            <p:nvPr/>
          </p:nvSpPr>
          <p:spPr>
            <a:xfrm>
              <a:off x="3249616" y="5497868"/>
              <a:ext cx="95861" cy="88948"/>
            </a:xfrm>
            <a:custGeom>
              <a:rect b="b" l="l" r="r" t="t"/>
              <a:pathLst>
                <a:path extrusionOk="0" h="2136" w="2302">
                  <a:moveTo>
                    <a:pt x="2300" y="1"/>
                  </a:moveTo>
                  <a:cubicBezTo>
                    <a:pt x="2289" y="1"/>
                    <a:pt x="2164" y="383"/>
                    <a:pt x="1925" y="599"/>
                  </a:cubicBezTo>
                  <a:cubicBezTo>
                    <a:pt x="1663" y="837"/>
                    <a:pt x="964" y="1318"/>
                    <a:pt x="776" y="1514"/>
                  </a:cubicBezTo>
                  <a:cubicBezTo>
                    <a:pt x="590" y="1711"/>
                    <a:pt x="1" y="2136"/>
                    <a:pt x="1" y="2136"/>
                  </a:cubicBezTo>
                  <a:lnTo>
                    <a:pt x="358" y="2023"/>
                  </a:lnTo>
                  <a:cubicBezTo>
                    <a:pt x="358" y="2023"/>
                    <a:pt x="914" y="1611"/>
                    <a:pt x="1226" y="1330"/>
                  </a:cubicBezTo>
                  <a:cubicBezTo>
                    <a:pt x="1538" y="1049"/>
                    <a:pt x="1938" y="824"/>
                    <a:pt x="2014" y="737"/>
                  </a:cubicBezTo>
                  <a:cubicBezTo>
                    <a:pt x="2089" y="648"/>
                    <a:pt x="2289" y="98"/>
                    <a:pt x="2300" y="12"/>
                  </a:cubicBezTo>
                  <a:cubicBezTo>
                    <a:pt x="2301" y="4"/>
                    <a:pt x="2301" y="1"/>
                    <a:pt x="2300" y="1"/>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5"/>
            <p:cNvSpPr/>
            <p:nvPr/>
          </p:nvSpPr>
          <p:spPr>
            <a:xfrm>
              <a:off x="3257611" y="5491996"/>
              <a:ext cx="50845" cy="44349"/>
            </a:xfrm>
            <a:custGeom>
              <a:rect b="b" l="l" r="r" t="t"/>
              <a:pathLst>
                <a:path extrusionOk="0" h="1065" w="1221">
                  <a:moveTo>
                    <a:pt x="492" y="1"/>
                  </a:moveTo>
                  <a:cubicBezTo>
                    <a:pt x="104" y="1"/>
                    <a:pt x="1" y="170"/>
                    <a:pt x="1" y="170"/>
                  </a:cubicBezTo>
                  <a:cubicBezTo>
                    <a:pt x="1" y="170"/>
                    <a:pt x="50" y="583"/>
                    <a:pt x="82" y="789"/>
                  </a:cubicBezTo>
                  <a:cubicBezTo>
                    <a:pt x="113" y="995"/>
                    <a:pt x="215" y="1051"/>
                    <a:pt x="663" y="1064"/>
                  </a:cubicBezTo>
                  <a:cubicBezTo>
                    <a:pt x="667" y="1064"/>
                    <a:pt x="670" y="1064"/>
                    <a:pt x="674" y="1064"/>
                  </a:cubicBezTo>
                  <a:cubicBezTo>
                    <a:pt x="1115" y="1064"/>
                    <a:pt x="1220" y="271"/>
                    <a:pt x="1213" y="170"/>
                  </a:cubicBezTo>
                  <a:cubicBezTo>
                    <a:pt x="1206" y="70"/>
                    <a:pt x="907" y="8"/>
                    <a:pt x="507" y="1"/>
                  </a:cubicBezTo>
                  <a:cubicBezTo>
                    <a:pt x="502" y="1"/>
                    <a:pt x="497" y="1"/>
                    <a:pt x="4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5"/>
            <p:cNvSpPr/>
            <p:nvPr/>
          </p:nvSpPr>
          <p:spPr>
            <a:xfrm>
              <a:off x="3308124" y="5339585"/>
              <a:ext cx="28442" cy="188682"/>
            </a:xfrm>
            <a:custGeom>
              <a:rect b="b" l="l" r="r" t="t"/>
              <a:pathLst>
                <a:path extrusionOk="0" h="4531" w="683">
                  <a:moveTo>
                    <a:pt x="225" y="1"/>
                  </a:moveTo>
                  <a:cubicBezTo>
                    <a:pt x="225" y="1"/>
                    <a:pt x="225" y="1"/>
                    <a:pt x="224" y="1"/>
                  </a:cubicBezTo>
                  <a:cubicBezTo>
                    <a:pt x="168" y="11"/>
                    <a:pt x="204" y="198"/>
                    <a:pt x="224" y="733"/>
                  </a:cubicBezTo>
                  <a:cubicBezTo>
                    <a:pt x="244" y="1267"/>
                    <a:pt x="224" y="2560"/>
                    <a:pt x="224" y="2560"/>
                  </a:cubicBezTo>
                  <a:cubicBezTo>
                    <a:pt x="224" y="2560"/>
                    <a:pt x="254" y="4245"/>
                    <a:pt x="0" y="4531"/>
                  </a:cubicBezTo>
                  <a:cubicBezTo>
                    <a:pt x="0" y="4531"/>
                    <a:pt x="231" y="4321"/>
                    <a:pt x="288" y="3702"/>
                  </a:cubicBezTo>
                  <a:cubicBezTo>
                    <a:pt x="344" y="3083"/>
                    <a:pt x="324" y="2100"/>
                    <a:pt x="364" y="1923"/>
                  </a:cubicBezTo>
                  <a:cubicBezTo>
                    <a:pt x="400" y="1744"/>
                    <a:pt x="494" y="881"/>
                    <a:pt x="505" y="713"/>
                  </a:cubicBezTo>
                  <a:cubicBezTo>
                    <a:pt x="513" y="544"/>
                    <a:pt x="682" y="122"/>
                    <a:pt x="674" y="94"/>
                  </a:cubicBezTo>
                  <a:cubicBezTo>
                    <a:pt x="673" y="90"/>
                    <a:pt x="667" y="87"/>
                    <a:pt x="658" y="87"/>
                  </a:cubicBezTo>
                  <a:cubicBezTo>
                    <a:pt x="611" y="87"/>
                    <a:pt x="473" y="164"/>
                    <a:pt x="402" y="479"/>
                  </a:cubicBezTo>
                  <a:cubicBezTo>
                    <a:pt x="387" y="546"/>
                    <a:pt x="373" y="574"/>
                    <a:pt x="361" y="574"/>
                  </a:cubicBezTo>
                  <a:cubicBezTo>
                    <a:pt x="304" y="574"/>
                    <a:pt x="271" y="1"/>
                    <a:pt x="225" y="1"/>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5"/>
            <p:cNvSpPr/>
            <p:nvPr/>
          </p:nvSpPr>
          <p:spPr>
            <a:xfrm>
              <a:off x="2667455" y="3200661"/>
              <a:ext cx="766847" cy="2454659"/>
            </a:xfrm>
            <a:custGeom>
              <a:rect b="b" l="l" r="r" t="t"/>
              <a:pathLst>
                <a:path extrusionOk="0" h="58946" w="18415">
                  <a:moveTo>
                    <a:pt x="7824" y="0"/>
                  </a:moveTo>
                  <a:lnTo>
                    <a:pt x="1" y="3250"/>
                  </a:lnTo>
                  <a:cubicBezTo>
                    <a:pt x="1" y="3250"/>
                    <a:pt x="800" y="6625"/>
                    <a:pt x="800" y="6999"/>
                  </a:cubicBezTo>
                  <a:cubicBezTo>
                    <a:pt x="800" y="7374"/>
                    <a:pt x="1326" y="10897"/>
                    <a:pt x="1399" y="12748"/>
                  </a:cubicBezTo>
                  <a:cubicBezTo>
                    <a:pt x="1476" y="14596"/>
                    <a:pt x="2149" y="18671"/>
                    <a:pt x="2475" y="20246"/>
                  </a:cubicBezTo>
                  <a:cubicBezTo>
                    <a:pt x="2799" y="21820"/>
                    <a:pt x="4649" y="25695"/>
                    <a:pt x="4649" y="25695"/>
                  </a:cubicBezTo>
                  <a:cubicBezTo>
                    <a:pt x="4649" y="25695"/>
                    <a:pt x="6275" y="30020"/>
                    <a:pt x="7324" y="32293"/>
                  </a:cubicBezTo>
                  <a:cubicBezTo>
                    <a:pt x="8374" y="34568"/>
                    <a:pt x="11522" y="42391"/>
                    <a:pt x="11697" y="43266"/>
                  </a:cubicBezTo>
                  <a:cubicBezTo>
                    <a:pt x="11872" y="44140"/>
                    <a:pt x="11910" y="46022"/>
                    <a:pt x="11910" y="46022"/>
                  </a:cubicBezTo>
                  <a:cubicBezTo>
                    <a:pt x="11910" y="46022"/>
                    <a:pt x="12041" y="46753"/>
                    <a:pt x="12266" y="47343"/>
                  </a:cubicBezTo>
                  <a:cubicBezTo>
                    <a:pt x="12492" y="47934"/>
                    <a:pt x="12464" y="48168"/>
                    <a:pt x="12688" y="49087"/>
                  </a:cubicBezTo>
                  <a:cubicBezTo>
                    <a:pt x="12804" y="49562"/>
                    <a:pt x="13084" y="50154"/>
                    <a:pt x="13358" y="50701"/>
                  </a:cubicBezTo>
                  <a:lnTo>
                    <a:pt x="13548" y="50244"/>
                  </a:lnTo>
                  <a:cubicBezTo>
                    <a:pt x="13548" y="50244"/>
                    <a:pt x="14550" y="51908"/>
                    <a:pt x="14906" y="52283"/>
                  </a:cubicBezTo>
                  <a:cubicBezTo>
                    <a:pt x="15262" y="52658"/>
                    <a:pt x="15956" y="53071"/>
                    <a:pt x="16059" y="53370"/>
                  </a:cubicBezTo>
                  <a:cubicBezTo>
                    <a:pt x="16160" y="53670"/>
                    <a:pt x="16217" y="54233"/>
                    <a:pt x="16283" y="54326"/>
                  </a:cubicBezTo>
                  <a:cubicBezTo>
                    <a:pt x="16348" y="54419"/>
                    <a:pt x="16283" y="55174"/>
                    <a:pt x="16283" y="55174"/>
                  </a:cubicBezTo>
                  <a:lnTo>
                    <a:pt x="15996" y="55899"/>
                  </a:lnTo>
                  <a:lnTo>
                    <a:pt x="15207" y="56493"/>
                  </a:lnTo>
                  <a:lnTo>
                    <a:pt x="14339" y="57186"/>
                  </a:lnTo>
                  <a:cubicBezTo>
                    <a:pt x="14339" y="57186"/>
                    <a:pt x="14298" y="57216"/>
                    <a:pt x="14236" y="57264"/>
                  </a:cubicBezTo>
                  <a:cubicBezTo>
                    <a:pt x="14149" y="57353"/>
                    <a:pt x="14013" y="57543"/>
                    <a:pt x="13869" y="57962"/>
                  </a:cubicBezTo>
                  <a:cubicBezTo>
                    <a:pt x="13719" y="58407"/>
                    <a:pt x="13782" y="58703"/>
                    <a:pt x="13853" y="58861"/>
                  </a:cubicBezTo>
                  <a:cubicBezTo>
                    <a:pt x="13876" y="58915"/>
                    <a:pt x="13928" y="58945"/>
                    <a:pt x="13982" y="58945"/>
                  </a:cubicBezTo>
                  <a:cubicBezTo>
                    <a:pt x="14010" y="58945"/>
                    <a:pt x="14039" y="58937"/>
                    <a:pt x="14064" y="58920"/>
                  </a:cubicBezTo>
                  <a:cubicBezTo>
                    <a:pt x="14404" y="58689"/>
                    <a:pt x="15336" y="58051"/>
                    <a:pt x="15568" y="57817"/>
                  </a:cubicBezTo>
                  <a:cubicBezTo>
                    <a:pt x="15856" y="57529"/>
                    <a:pt x="17869" y="56260"/>
                    <a:pt x="17968" y="55861"/>
                  </a:cubicBezTo>
                  <a:cubicBezTo>
                    <a:pt x="18068" y="55462"/>
                    <a:pt x="18415" y="51296"/>
                    <a:pt x="18091" y="50671"/>
                  </a:cubicBezTo>
                  <a:cubicBezTo>
                    <a:pt x="17766" y="50045"/>
                    <a:pt x="16144" y="46565"/>
                    <a:pt x="15994" y="45889"/>
                  </a:cubicBezTo>
                  <a:cubicBezTo>
                    <a:pt x="15843" y="45215"/>
                    <a:pt x="15468" y="43040"/>
                    <a:pt x="15244" y="42328"/>
                  </a:cubicBezTo>
                  <a:cubicBezTo>
                    <a:pt x="15019" y="41616"/>
                    <a:pt x="14419" y="38953"/>
                    <a:pt x="14008" y="37453"/>
                  </a:cubicBezTo>
                  <a:cubicBezTo>
                    <a:pt x="13595" y="35954"/>
                    <a:pt x="11646" y="25644"/>
                    <a:pt x="11196" y="23287"/>
                  </a:cubicBezTo>
                  <a:cubicBezTo>
                    <a:pt x="10747" y="20928"/>
                    <a:pt x="9248" y="17546"/>
                    <a:pt x="9097" y="16796"/>
                  </a:cubicBezTo>
                  <a:cubicBezTo>
                    <a:pt x="8948" y="16047"/>
                    <a:pt x="8498" y="12446"/>
                    <a:pt x="8498" y="10048"/>
                  </a:cubicBezTo>
                  <a:cubicBezTo>
                    <a:pt x="8498" y="7649"/>
                    <a:pt x="7824" y="0"/>
                    <a:pt x="7824" y="0"/>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5"/>
            <p:cNvSpPr/>
            <p:nvPr/>
          </p:nvSpPr>
          <p:spPr>
            <a:xfrm>
              <a:off x="3260193" y="5582027"/>
              <a:ext cx="4289" cy="3248"/>
            </a:xfrm>
            <a:custGeom>
              <a:rect b="b" l="l" r="r" t="t"/>
              <a:pathLst>
                <a:path extrusionOk="0" h="78" w="103">
                  <a:moveTo>
                    <a:pt x="102" y="0"/>
                  </a:moveTo>
                  <a:cubicBezTo>
                    <a:pt x="102" y="0"/>
                    <a:pt x="64" y="16"/>
                    <a:pt x="1" y="78"/>
                  </a:cubicBezTo>
                  <a:cubicBezTo>
                    <a:pt x="64" y="30"/>
                    <a:pt x="102" y="0"/>
                    <a:pt x="102" y="0"/>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5"/>
            <p:cNvSpPr/>
            <p:nvPr/>
          </p:nvSpPr>
          <p:spPr>
            <a:xfrm>
              <a:off x="3246285" y="5630457"/>
              <a:ext cx="34563" cy="21238"/>
            </a:xfrm>
            <a:custGeom>
              <a:rect b="b" l="l" r="r" t="t"/>
              <a:pathLst>
                <a:path extrusionOk="0" h="510" w="830">
                  <a:moveTo>
                    <a:pt x="477" y="0"/>
                  </a:moveTo>
                  <a:cubicBezTo>
                    <a:pt x="477" y="0"/>
                    <a:pt x="106" y="196"/>
                    <a:pt x="53" y="306"/>
                  </a:cubicBezTo>
                  <a:cubicBezTo>
                    <a:pt x="0" y="418"/>
                    <a:pt x="158" y="509"/>
                    <a:pt x="158" y="509"/>
                  </a:cubicBezTo>
                  <a:cubicBezTo>
                    <a:pt x="158" y="509"/>
                    <a:pt x="822" y="201"/>
                    <a:pt x="828" y="115"/>
                  </a:cubicBezTo>
                  <a:cubicBezTo>
                    <a:pt x="829" y="27"/>
                    <a:pt x="477" y="0"/>
                    <a:pt x="477" y="0"/>
                  </a:cubicBezTo>
                  <a:close/>
                </a:path>
              </a:pathLst>
            </a:custGeom>
            <a:solidFill>
              <a:srgbClr val="8E3D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5"/>
            <p:cNvSpPr/>
            <p:nvPr/>
          </p:nvSpPr>
          <p:spPr>
            <a:xfrm>
              <a:off x="1980106" y="7635625"/>
              <a:ext cx="429626" cy="675233"/>
            </a:xfrm>
            <a:custGeom>
              <a:rect b="b" l="l" r="r" t="t"/>
              <a:pathLst>
                <a:path extrusionOk="0" h="16215" w="10317">
                  <a:moveTo>
                    <a:pt x="5015" y="0"/>
                  </a:moveTo>
                  <a:lnTo>
                    <a:pt x="0" y="12026"/>
                  </a:lnTo>
                  <a:lnTo>
                    <a:pt x="3247" y="16215"/>
                  </a:lnTo>
                  <a:lnTo>
                    <a:pt x="10316" y="2872"/>
                  </a:lnTo>
                  <a:lnTo>
                    <a:pt x="5015" y="0"/>
                  </a:ln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5"/>
            <p:cNvSpPr/>
            <p:nvPr/>
          </p:nvSpPr>
          <p:spPr>
            <a:xfrm>
              <a:off x="1733458" y="7866449"/>
              <a:ext cx="375699" cy="824022"/>
            </a:xfrm>
            <a:custGeom>
              <a:rect b="b" l="l" r="r" t="t"/>
              <a:pathLst>
                <a:path extrusionOk="0" h="19788" w="9022">
                  <a:moveTo>
                    <a:pt x="8243" y="0"/>
                  </a:moveTo>
                  <a:cubicBezTo>
                    <a:pt x="7806" y="0"/>
                    <a:pt x="5454" y="48"/>
                    <a:pt x="4848" y="1057"/>
                  </a:cubicBezTo>
                  <a:cubicBezTo>
                    <a:pt x="4175" y="2172"/>
                    <a:pt x="4291" y="3004"/>
                    <a:pt x="3766" y="4401"/>
                  </a:cubicBezTo>
                  <a:cubicBezTo>
                    <a:pt x="3243" y="5801"/>
                    <a:pt x="407" y="12781"/>
                    <a:pt x="431" y="14212"/>
                  </a:cubicBezTo>
                  <a:cubicBezTo>
                    <a:pt x="453" y="15643"/>
                    <a:pt x="1" y="17707"/>
                    <a:pt x="2708" y="19245"/>
                  </a:cubicBezTo>
                  <a:cubicBezTo>
                    <a:pt x="3387" y="19631"/>
                    <a:pt x="3994" y="19788"/>
                    <a:pt x="4531" y="19788"/>
                  </a:cubicBezTo>
                  <a:cubicBezTo>
                    <a:pt x="6133" y="19788"/>
                    <a:pt x="7110" y="18395"/>
                    <a:pt x="7531" y="17555"/>
                  </a:cubicBezTo>
                  <a:cubicBezTo>
                    <a:pt x="8093" y="16434"/>
                    <a:pt x="8144" y="12860"/>
                    <a:pt x="8144" y="12860"/>
                  </a:cubicBezTo>
                  <a:cubicBezTo>
                    <a:pt x="8144" y="12860"/>
                    <a:pt x="8384" y="10675"/>
                    <a:pt x="8382" y="9354"/>
                  </a:cubicBezTo>
                  <a:lnTo>
                    <a:pt x="8601" y="6231"/>
                  </a:lnTo>
                  <a:cubicBezTo>
                    <a:pt x="8601" y="6231"/>
                    <a:pt x="6821" y="5682"/>
                    <a:pt x="6472" y="4177"/>
                  </a:cubicBezTo>
                  <a:cubicBezTo>
                    <a:pt x="6125" y="2677"/>
                    <a:pt x="6726" y="797"/>
                    <a:pt x="7869" y="797"/>
                  </a:cubicBezTo>
                  <a:cubicBezTo>
                    <a:pt x="7874" y="797"/>
                    <a:pt x="7878" y="797"/>
                    <a:pt x="7883" y="797"/>
                  </a:cubicBezTo>
                  <a:cubicBezTo>
                    <a:pt x="7894" y="797"/>
                    <a:pt x="7905" y="797"/>
                    <a:pt x="7915" y="797"/>
                  </a:cubicBezTo>
                  <a:cubicBezTo>
                    <a:pt x="9021" y="797"/>
                    <a:pt x="8313" y="1"/>
                    <a:pt x="8313" y="1"/>
                  </a:cubicBezTo>
                  <a:cubicBezTo>
                    <a:pt x="8313" y="1"/>
                    <a:pt x="8288" y="0"/>
                    <a:pt x="824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5"/>
            <p:cNvSpPr/>
            <p:nvPr/>
          </p:nvSpPr>
          <p:spPr>
            <a:xfrm>
              <a:off x="1778682" y="7884647"/>
              <a:ext cx="375574" cy="824022"/>
            </a:xfrm>
            <a:custGeom>
              <a:rect b="b" l="l" r="r" t="t"/>
              <a:pathLst>
                <a:path extrusionOk="0" h="19788" w="9019">
                  <a:moveTo>
                    <a:pt x="8243" y="0"/>
                  </a:moveTo>
                  <a:cubicBezTo>
                    <a:pt x="7806" y="0"/>
                    <a:pt x="5454" y="48"/>
                    <a:pt x="4847" y="1057"/>
                  </a:cubicBezTo>
                  <a:cubicBezTo>
                    <a:pt x="4175" y="2172"/>
                    <a:pt x="4290" y="3004"/>
                    <a:pt x="3766" y="4401"/>
                  </a:cubicBezTo>
                  <a:cubicBezTo>
                    <a:pt x="3243" y="5801"/>
                    <a:pt x="406" y="12781"/>
                    <a:pt x="430" y="14212"/>
                  </a:cubicBezTo>
                  <a:cubicBezTo>
                    <a:pt x="453" y="15643"/>
                    <a:pt x="0" y="17707"/>
                    <a:pt x="2707" y="19245"/>
                  </a:cubicBezTo>
                  <a:cubicBezTo>
                    <a:pt x="3387" y="19631"/>
                    <a:pt x="3994" y="19788"/>
                    <a:pt x="4531" y="19788"/>
                  </a:cubicBezTo>
                  <a:cubicBezTo>
                    <a:pt x="6132" y="19788"/>
                    <a:pt x="7110" y="18396"/>
                    <a:pt x="7530" y="17555"/>
                  </a:cubicBezTo>
                  <a:cubicBezTo>
                    <a:pt x="8093" y="16434"/>
                    <a:pt x="8143" y="12860"/>
                    <a:pt x="8143" y="12860"/>
                  </a:cubicBezTo>
                  <a:cubicBezTo>
                    <a:pt x="8143" y="12860"/>
                    <a:pt x="8383" y="10675"/>
                    <a:pt x="8382" y="9354"/>
                  </a:cubicBezTo>
                  <a:lnTo>
                    <a:pt x="8600" y="6231"/>
                  </a:lnTo>
                  <a:cubicBezTo>
                    <a:pt x="8600" y="6231"/>
                    <a:pt x="6821" y="5682"/>
                    <a:pt x="6471" y="4178"/>
                  </a:cubicBezTo>
                  <a:cubicBezTo>
                    <a:pt x="6125" y="2677"/>
                    <a:pt x="6726" y="797"/>
                    <a:pt x="7869" y="797"/>
                  </a:cubicBezTo>
                  <a:cubicBezTo>
                    <a:pt x="7873" y="797"/>
                    <a:pt x="7878" y="797"/>
                    <a:pt x="7883" y="797"/>
                  </a:cubicBezTo>
                  <a:cubicBezTo>
                    <a:pt x="7894" y="797"/>
                    <a:pt x="7904" y="798"/>
                    <a:pt x="7915" y="798"/>
                  </a:cubicBezTo>
                  <a:cubicBezTo>
                    <a:pt x="9018" y="798"/>
                    <a:pt x="8313" y="1"/>
                    <a:pt x="8313" y="1"/>
                  </a:cubicBezTo>
                  <a:cubicBezTo>
                    <a:pt x="8313" y="1"/>
                    <a:pt x="8288" y="0"/>
                    <a:pt x="82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5"/>
            <p:cNvSpPr/>
            <p:nvPr/>
          </p:nvSpPr>
          <p:spPr>
            <a:xfrm>
              <a:off x="2042903" y="8122592"/>
              <a:ext cx="246857" cy="122762"/>
            </a:xfrm>
            <a:custGeom>
              <a:rect b="b" l="l" r="r" t="t"/>
              <a:pathLst>
                <a:path extrusionOk="0" h="2948" w="5928">
                  <a:moveTo>
                    <a:pt x="2630" y="0"/>
                  </a:moveTo>
                  <a:cubicBezTo>
                    <a:pt x="1327" y="0"/>
                    <a:pt x="1" y="493"/>
                    <a:pt x="1" y="493"/>
                  </a:cubicBezTo>
                  <a:cubicBezTo>
                    <a:pt x="277" y="2596"/>
                    <a:pt x="1797" y="2948"/>
                    <a:pt x="2785" y="2948"/>
                  </a:cubicBezTo>
                  <a:cubicBezTo>
                    <a:pt x="3283" y="2948"/>
                    <a:pt x="3645" y="2859"/>
                    <a:pt x="3645" y="2859"/>
                  </a:cubicBezTo>
                  <a:cubicBezTo>
                    <a:pt x="3645" y="2859"/>
                    <a:pt x="5928" y="2336"/>
                    <a:pt x="4684" y="775"/>
                  </a:cubicBezTo>
                  <a:cubicBezTo>
                    <a:pt x="4213" y="184"/>
                    <a:pt x="3426" y="0"/>
                    <a:pt x="2630" y="0"/>
                  </a:cubicBezTo>
                  <a:close/>
                </a:path>
              </a:pathLst>
            </a:custGeom>
            <a:solidFill>
              <a:srgbClr val="E9D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5"/>
            <p:cNvSpPr/>
            <p:nvPr/>
          </p:nvSpPr>
          <p:spPr>
            <a:xfrm>
              <a:off x="1920099" y="8260637"/>
              <a:ext cx="167903" cy="100358"/>
            </a:xfrm>
            <a:custGeom>
              <a:rect b="b" l="l" r="r" t="t"/>
              <a:pathLst>
                <a:path extrusionOk="0" h="2410" w="4032">
                  <a:moveTo>
                    <a:pt x="474" y="0"/>
                  </a:moveTo>
                  <a:lnTo>
                    <a:pt x="1" y="1235"/>
                  </a:lnTo>
                  <a:lnTo>
                    <a:pt x="3951" y="2410"/>
                  </a:lnTo>
                  <a:lnTo>
                    <a:pt x="4031" y="1094"/>
                  </a:lnTo>
                  <a:cubicBezTo>
                    <a:pt x="3728" y="664"/>
                    <a:pt x="474" y="0"/>
                    <a:pt x="47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5"/>
            <p:cNvSpPr/>
            <p:nvPr/>
          </p:nvSpPr>
          <p:spPr>
            <a:xfrm>
              <a:off x="1896155" y="8335885"/>
              <a:ext cx="167903" cy="100400"/>
            </a:xfrm>
            <a:custGeom>
              <a:rect b="b" l="l" r="r" t="t"/>
              <a:pathLst>
                <a:path extrusionOk="0" h="2411" w="4032">
                  <a:moveTo>
                    <a:pt x="475" y="1"/>
                  </a:moveTo>
                  <a:lnTo>
                    <a:pt x="0" y="1237"/>
                  </a:lnTo>
                  <a:lnTo>
                    <a:pt x="3952" y="2410"/>
                  </a:lnTo>
                  <a:lnTo>
                    <a:pt x="4031" y="1096"/>
                  </a:lnTo>
                  <a:cubicBezTo>
                    <a:pt x="3728" y="666"/>
                    <a:pt x="475" y="1"/>
                    <a:pt x="47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5"/>
            <p:cNvSpPr/>
            <p:nvPr/>
          </p:nvSpPr>
          <p:spPr>
            <a:xfrm>
              <a:off x="1890866" y="8423833"/>
              <a:ext cx="167903" cy="100400"/>
            </a:xfrm>
            <a:custGeom>
              <a:rect b="b" l="l" r="r" t="t"/>
              <a:pathLst>
                <a:path extrusionOk="0" h="2411" w="4032">
                  <a:moveTo>
                    <a:pt x="476" y="1"/>
                  </a:moveTo>
                  <a:lnTo>
                    <a:pt x="0" y="1236"/>
                  </a:lnTo>
                  <a:lnTo>
                    <a:pt x="3952" y="2410"/>
                  </a:lnTo>
                  <a:lnTo>
                    <a:pt x="4031" y="1095"/>
                  </a:lnTo>
                  <a:cubicBezTo>
                    <a:pt x="3728" y="665"/>
                    <a:pt x="476" y="1"/>
                    <a:pt x="476" y="1"/>
                  </a:cubicBezTo>
                  <a:close/>
                </a:path>
              </a:pathLst>
            </a:custGeom>
            <a:solidFill>
              <a:srgbClr val="3F38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5"/>
            <p:cNvSpPr/>
            <p:nvPr/>
          </p:nvSpPr>
          <p:spPr>
            <a:xfrm>
              <a:off x="2142011" y="4599223"/>
              <a:ext cx="847050" cy="3292922"/>
            </a:xfrm>
            <a:custGeom>
              <a:rect b="b" l="l" r="r" t="t"/>
              <a:pathLst>
                <a:path extrusionOk="0" h="79076" w="20341">
                  <a:moveTo>
                    <a:pt x="5659" y="0"/>
                  </a:moveTo>
                  <a:cubicBezTo>
                    <a:pt x="3769" y="0"/>
                    <a:pt x="2433" y="78"/>
                    <a:pt x="2433" y="78"/>
                  </a:cubicBezTo>
                  <a:lnTo>
                    <a:pt x="1341" y="17343"/>
                  </a:lnTo>
                  <a:cubicBezTo>
                    <a:pt x="1341" y="17343"/>
                    <a:pt x="2417" y="17800"/>
                    <a:pt x="3373" y="22755"/>
                  </a:cubicBezTo>
                  <a:cubicBezTo>
                    <a:pt x="3578" y="23809"/>
                    <a:pt x="3647" y="24939"/>
                    <a:pt x="3920" y="27012"/>
                  </a:cubicBezTo>
                  <a:cubicBezTo>
                    <a:pt x="4194" y="29084"/>
                    <a:pt x="4684" y="35412"/>
                    <a:pt x="5502" y="40486"/>
                  </a:cubicBezTo>
                  <a:cubicBezTo>
                    <a:pt x="6322" y="45560"/>
                    <a:pt x="6049" y="46759"/>
                    <a:pt x="5994" y="48396"/>
                  </a:cubicBezTo>
                  <a:cubicBezTo>
                    <a:pt x="5939" y="50034"/>
                    <a:pt x="5885" y="49651"/>
                    <a:pt x="5192" y="51129"/>
                  </a:cubicBezTo>
                  <a:cubicBezTo>
                    <a:pt x="4500" y="52605"/>
                    <a:pt x="328" y="60411"/>
                    <a:pt x="328" y="60411"/>
                  </a:cubicBezTo>
                  <a:lnTo>
                    <a:pt x="1201" y="62999"/>
                  </a:lnTo>
                  <a:lnTo>
                    <a:pt x="1" y="67666"/>
                  </a:lnTo>
                  <a:cubicBezTo>
                    <a:pt x="1" y="67666"/>
                    <a:pt x="109" y="70175"/>
                    <a:pt x="1419" y="74811"/>
                  </a:cubicBezTo>
                  <a:cubicBezTo>
                    <a:pt x="2543" y="78793"/>
                    <a:pt x="5072" y="79075"/>
                    <a:pt x="5766" y="79075"/>
                  </a:cubicBezTo>
                  <a:cubicBezTo>
                    <a:pt x="5881" y="79075"/>
                    <a:pt x="5946" y="79067"/>
                    <a:pt x="5946" y="79067"/>
                  </a:cubicBezTo>
                  <a:cubicBezTo>
                    <a:pt x="5946" y="79067"/>
                    <a:pt x="8121" y="76163"/>
                    <a:pt x="9703" y="72727"/>
                  </a:cubicBezTo>
                  <a:cubicBezTo>
                    <a:pt x="11285" y="69289"/>
                    <a:pt x="15924" y="58870"/>
                    <a:pt x="16795" y="55705"/>
                  </a:cubicBezTo>
                  <a:cubicBezTo>
                    <a:pt x="17667" y="52541"/>
                    <a:pt x="19086" y="51886"/>
                    <a:pt x="19414" y="50959"/>
                  </a:cubicBezTo>
                  <a:cubicBezTo>
                    <a:pt x="19740" y="50032"/>
                    <a:pt x="20341" y="43704"/>
                    <a:pt x="20287" y="40703"/>
                  </a:cubicBezTo>
                  <a:cubicBezTo>
                    <a:pt x="20232" y="37701"/>
                    <a:pt x="19414" y="21062"/>
                    <a:pt x="19414" y="21062"/>
                  </a:cubicBezTo>
                  <a:cubicBezTo>
                    <a:pt x="19414" y="21062"/>
                    <a:pt x="18096" y="3348"/>
                    <a:pt x="17911" y="2905"/>
                  </a:cubicBezTo>
                  <a:cubicBezTo>
                    <a:pt x="16875" y="389"/>
                    <a:pt x="9884" y="0"/>
                    <a:pt x="56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5"/>
            <p:cNvSpPr/>
            <p:nvPr/>
          </p:nvSpPr>
          <p:spPr>
            <a:xfrm>
              <a:off x="2216426" y="6874193"/>
              <a:ext cx="103482" cy="996588"/>
            </a:xfrm>
            <a:custGeom>
              <a:rect b="b" l="l" r="r" t="t"/>
              <a:pathLst>
                <a:path extrusionOk="0" h="23932" w="2485">
                  <a:moveTo>
                    <a:pt x="1603" y="1"/>
                  </a:moveTo>
                  <a:lnTo>
                    <a:pt x="0" y="2532"/>
                  </a:lnTo>
                  <a:lnTo>
                    <a:pt x="2459" y="23932"/>
                  </a:lnTo>
                  <a:cubicBezTo>
                    <a:pt x="2459" y="23932"/>
                    <a:pt x="2435" y="16629"/>
                    <a:pt x="2459" y="12953"/>
                  </a:cubicBezTo>
                  <a:cubicBezTo>
                    <a:pt x="2484" y="9279"/>
                    <a:pt x="1603" y="1"/>
                    <a:pt x="160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5"/>
            <p:cNvSpPr/>
            <p:nvPr/>
          </p:nvSpPr>
          <p:spPr>
            <a:xfrm>
              <a:off x="1767979" y="8423084"/>
              <a:ext cx="528860" cy="330641"/>
            </a:xfrm>
            <a:custGeom>
              <a:rect b="b" l="l" r="r" t="t"/>
              <a:pathLst>
                <a:path extrusionOk="0" h="7940" w="12700">
                  <a:moveTo>
                    <a:pt x="11542" y="1"/>
                  </a:moveTo>
                  <a:cubicBezTo>
                    <a:pt x="11248" y="1"/>
                    <a:pt x="10997" y="27"/>
                    <a:pt x="10997" y="27"/>
                  </a:cubicBezTo>
                  <a:lnTo>
                    <a:pt x="1372" y="3140"/>
                  </a:lnTo>
                  <a:lnTo>
                    <a:pt x="477" y="3917"/>
                  </a:lnTo>
                  <a:cubicBezTo>
                    <a:pt x="477" y="3917"/>
                    <a:pt x="1" y="4723"/>
                    <a:pt x="178" y="5731"/>
                  </a:cubicBezTo>
                  <a:cubicBezTo>
                    <a:pt x="357" y="6739"/>
                    <a:pt x="596" y="7374"/>
                    <a:pt x="2299" y="7691"/>
                  </a:cubicBezTo>
                  <a:cubicBezTo>
                    <a:pt x="3168" y="7853"/>
                    <a:pt x="4138" y="7940"/>
                    <a:pt x="5059" y="7940"/>
                  </a:cubicBezTo>
                  <a:cubicBezTo>
                    <a:pt x="5941" y="7940"/>
                    <a:pt x="6778" y="7860"/>
                    <a:pt x="7435" y="7691"/>
                  </a:cubicBezTo>
                  <a:cubicBezTo>
                    <a:pt x="8780" y="7346"/>
                    <a:pt x="9616" y="6943"/>
                    <a:pt x="9915" y="6164"/>
                  </a:cubicBezTo>
                  <a:cubicBezTo>
                    <a:pt x="10215" y="5386"/>
                    <a:pt x="9824" y="3973"/>
                    <a:pt x="10332" y="3311"/>
                  </a:cubicBezTo>
                  <a:cubicBezTo>
                    <a:pt x="10839" y="2648"/>
                    <a:pt x="11020" y="3080"/>
                    <a:pt x="11587" y="2648"/>
                  </a:cubicBezTo>
                  <a:cubicBezTo>
                    <a:pt x="12155" y="2217"/>
                    <a:pt x="12454" y="1754"/>
                    <a:pt x="12475" y="1302"/>
                  </a:cubicBezTo>
                  <a:cubicBezTo>
                    <a:pt x="12499" y="846"/>
                    <a:pt x="12699" y="366"/>
                    <a:pt x="12362" y="141"/>
                  </a:cubicBezTo>
                  <a:cubicBezTo>
                    <a:pt x="12192" y="29"/>
                    <a:pt x="11844" y="1"/>
                    <a:pt x="1154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5"/>
            <p:cNvSpPr/>
            <p:nvPr/>
          </p:nvSpPr>
          <p:spPr>
            <a:xfrm>
              <a:off x="1959784" y="7839673"/>
              <a:ext cx="305989" cy="529359"/>
            </a:xfrm>
            <a:custGeom>
              <a:rect b="b" l="l" r="r" t="t"/>
              <a:pathLst>
                <a:path extrusionOk="0" h="12712" w="7348">
                  <a:moveTo>
                    <a:pt x="6005" y="1"/>
                  </a:moveTo>
                  <a:lnTo>
                    <a:pt x="1" y="549"/>
                  </a:lnTo>
                  <a:lnTo>
                    <a:pt x="2592" y="12712"/>
                  </a:lnTo>
                  <a:lnTo>
                    <a:pt x="7347" y="12712"/>
                  </a:lnTo>
                  <a:lnTo>
                    <a:pt x="6005" y="1"/>
                  </a:ln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5"/>
            <p:cNvSpPr/>
            <p:nvPr/>
          </p:nvSpPr>
          <p:spPr>
            <a:xfrm>
              <a:off x="1964490" y="8183348"/>
              <a:ext cx="258808" cy="131757"/>
            </a:xfrm>
            <a:custGeom>
              <a:rect b="b" l="l" r="r" t="t"/>
              <a:pathLst>
                <a:path extrusionOk="0" h="3164" w="6215">
                  <a:moveTo>
                    <a:pt x="2515" y="1"/>
                  </a:moveTo>
                  <a:cubicBezTo>
                    <a:pt x="1649" y="1"/>
                    <a:pt x="917" y="166"/>
                    <a:pt x="569" y="255"/>
                  </a:cubicBezTo>
                  <a:cubicBezTo>
                    <a:pt x="0" y="397"/>
                    <a:pt x="449" y="2011"/>
                    <a:pt x="449" y="2011"/>
                  </a:cubicBezTo>
                  <a:lnTo>
                    <a:pt x="4660" y="3163"/>
                  </a:lnTo>
                  <a:cubicBezTo>
                    <a:pt x="4660" y="3163"/>
                    <a:pt x="4664" y="3163"/>
                    <a:pt x="4671" y="3163"/>
                  </a:cubicBezTo>
                  <a:cubicBezTo>
                    <a:pt x="4790" y="3163"/>
                    <a:pt x="5807" y="3137"/>
                    <a:pt x="6005" y="2241"/>
                  </a:cubicBezTo>
                  <a:cubicBezTo>
                    <a:pt x="6215" y="1292"/>
                    <a:pt x="5765" y="744"/>
                    <a:pt x="4243" y="255"/>
                  </a:cubicBezTo>
                  <a:cubicBezTo>
                    <a:pt x="3655" y="66"/>
                    <a:pt x="3059" y="1"/>
                    <a:pt x="25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5"/>
            <p:cNvSpPr/>
            <p:nvPr/>
          </p:nvSpPr>
          <p:spPr>
            <a:xfrm>
              <a:off x="1785344" y="8238899"/>
              <a:ext cx="499793" cy="434290"/>
            </a:xfrm>
            <a:custGeom>
              <a:rect b="b" l="l" r="r" t="t"/>
              <a:pathLst>
                <a:path extrusionOk="0" h="10429" w="12002">
                  <a:moveTo>
                    <a:pt x="11444" y="1"/>
                  </a:moveTo>
                  <a:cubicBezTo>
                    <a:pt x="11412" y="1"/>
                    <a:pt x="11380" y="14"/>
                    <a:pt x="11352" y="42"/>
                  </a:cubicBezTo>
                  <a:cubicBezTo>
                    <a:pt x="11112" y="271"/>
                    <a:pt x="11112" y="1483"/>
                    <a:pt x="10575" y="1656"/>
                  </a:cubicBezTo>
                  <a:cubicBezTo>
                    <a:pt x="10538" y="1668"/>
                    <a:pt x="10502" y="1673"/>
                    <a:pt x="10468" y="1673"/>
                  </a:cubicBezTo>
                  <a:cubicBezTo>
                    <a:pt x="9989" y="1673"/>
                    <a:pt x="9680" y="648"/>
                    <a:pt x="9680" y="648"/>
                  </a:cubicBezTo>
                  <a:lnTo>
                    <a:pt x="5048" y="247"/>
                  </a:lnTo>
                  <a:cubicBezTo>
                    <a:pt x="5048" y="247"/>
                    <a:pt x="3853" y="1165"/>
                    <a:pt x="2749" y="3211"/>
                  </a:cubicBezTo>
                  <a:cubicBezTo>
                    <a:pt x="1643" y="5258"/>
                    <a:pt x="1" y="7418"/>
                    <a:pt x="60" y="8340"/>
                  </a:cubicBezTo>
                  <a:cubicBezTo>
                    <a:pt x="121" y="9261"/>
                    <a:pt x="59" y="9925"/>
                    <a:pt x="2554" y="10183"/>
                  </a:cubicBezTo>
                  <a:cubicBezTo>
                    <a:pt x="3847" y="10317"/>
                    <a:pt x="4927" y="10428"/>
                    <a:pt x="5793" y="10428"/>
                  </a:cubicBezTo>
                  <a:cubicBezTo>
                    <a:pt x="6597" y="10428"/>
                    <a:pt x="7217" y="10332"/>
                    <a:pt x="7648" y="10068"/>
                  </a:cubicBezTo>
                  <a:cubicBezTo>
                    <a:pt x="8543" y="9520"/>
                    <a:pt x="9230" y="9203"/>
                    <a:pt x="9410" y="8426"/>
                  </a:cubicBezTo>
                  <a:cubicBezTo>
                    <a:pt x="9589" y="7649"/>
                    <a:pt x="10217" y="6698"/>
                    <a:pt x="10754" y="6265"/>
                  </a:cubicBezTo>
                  <a:cubicBezTo>
                    <a:pt x="11292" y="5833"/>
                    <a:pt x="11920" y="4968"/>
                    <a:pt x="11949" y="4564"/>
                  </a:cubicBezTo>
                  <a:cubicBezTo>
                    <a:pt x="11979" y="4161"/>
                    <a:pt x="11889" y="2605"/>
                    <a:pt x="11949" y="1597"/>
                  </a:cubicBezTo>
                  <a:cubicBezTo>
                    <a:pt x="12001" y="710"/>
                    <a:pt x="11685" y="1"/>
                    <a:pt x="114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5"/>
            <p:cNvSpPr/>
            <p:nvPr/>
          </p:nvSpPr>
          <p:spPr>
            <a:xfrm>
              <a:off x="1947042" y="8353166"/>
              <a:ext cx="207130" cy="70084"/>
            </a:xfrm>
            <a:custGeom>
              <a:rect b="b" l="l" r="r" t="t"/>
              <a:pathLst>
                <a:path extrusionOk="0" h="1683" w="4974">
                  <a:moveTo>
                    <a:pt x="1346" y="0"/>
                  </a:moveTo>
                  <a:cubicBezTo>
                    <a:pt x="949" y="0"/>
                    <a:pt x="699" y="21"/>
                    <a:pt x="699" y="21"/>
                  </a:cubicBezTo>
                  <a:cubicBezTo>
                    <a:pt x="111" y="43"/>
                    <a:pt x="1" y="841"/>
                    <a:pt x="1" y="841"/>
                  </a:cubicBezTo>
                  <a:cubicBezTo>
                    <a:pt x="178" y="805"/>
                    <a:pt x="378" y="789"/>
                    <a:pt x="595" y="789"/>
                  </a:cubicBezTo>
                  <a:cubicBezTo>
                    <a:pt x="2228" y="789"/>
                    <a:pt x="4749" y="1682"/>
                    <a:pt x="4749" y="1682"/>
                  </a:cubicBezTo>
                  <a:lnTo>
                    <a:pt x="4973" y="756"/>
                  </a:lnTo>
                  <a:cubicBezTo>
                    <a:pt x="3788" y="103"/>
                    <a:pt x="2215" y="0"/>
                    <a:pt x="134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5"/>
            <p:cNvSpPr/>
            <p:nvPr/>
          </p:nvSpPr>
          <p:spPr>
            <a:xfrm>
              <a:off x="1898487" y="8413215"/>
              <a:ext cx="207171" cy="70043"/>
            </a:xfrm>
            <a:custGeom>
              <a:rect b="b" l="l" r="r" t="t"/>
              <a:pathLst>
                <a:path extrusionOk="0" h="1682" w="4975">
                  <a:moveTo>
                    <a:pt x="1346" y="0"/>
                  </a:moveTo>
                  <a:cubicBezTo>
                    <a:pt x="949" y="0"/>
                    <a:pt x="699" y="22"/>
                    <a:pt x="699" y="22"/>
                  </a:cubicBezTo>
                  <a:cubicBezTo>
                    <a:pt x="112" y="40"/>
                    <a:pt x="1" y="839"/>
                    <a:pt x="1" y="841"/>
                  </a:cubicBezTo>
                  <a:cubicBezTo>
                    <a:pt x="178" y="805"/>
                    <a:pt x="379" y="790"/>
                    <a:pt x="596" y="790"/>
                  </a:cubicBezTo>
                  <a:cubicBezTo>
                    <a:pt x="2229" y="790"/>
                    <a:pt x="4750" y="1681"/>
                    <a:pt x="4750" y="1681"/>
                  </a:cubicBezTo>
                  <a:lnTo>
                    <a:pt x="4975" y="756"/>
                  </a:lnTo>
                  <a:cubicBezTo>
                    <a:pt x="3790" y="103"/>
                    <a:pt x="2216" y="0"/>
                    <a:pt x="134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5"/>
            <p:cNvSpPr/>
            <p:nvPr/>
          </p:nvSpPr>
          <p:spPr>
            <a:xfrm>
              <a:off x="1856220" y="8470764"/>
              <a:ext cx="207171" cy="70001"/>
            </a:xfrm>
            <a:custGeom>
              <a:rect b="b" l="l" r="r" t="t"/>
              <a:pathLst>
                <a:path extrusionOk="0" h="1681" w="4975">
                  <a:moveTo>
                    <a:pt x="1346" y="0"/>
                  </a:moveTo>
                  <a:cubicBezTo>
                    <a:pt x="949" y="0"/>
                    <a:pt x="698" y="21"/>
                    <a:pt x="698" y="21"/>
                  </a:cubicBezTo>
                  <a:cubicBezTo>
                    <a:pt x="112" y="43"/>
                    <a:pt x="1" y="840"/>
                    <a:pt x="1" y="840"/>
                  </a:cubicBezTo>
                  <a:cubicBezTo>
                    <a:pt x="178" y="805"/>
                    <a:pt x="379" y="789"/>
                    <a:pt x="595" y="789"/>
                  </a:cubicBezTo>
                  <a:cubicBezTo>
                    <a:pt x="2229" y="789"/>
                    <a:pt x="4750" y="1681"/>
                    <a:pt x="4750" y="1681"/>
                  </a:cubicBezTo>
                  <a:lnTo>
                    <a:pt x="4975" y="756"/>
                  </a:lnTo>
                  <a:cubicBezTo>
                    <a:pt x="3790" y="102"/>
                    <a:pt x="2216" y="0"/>
                    <a:pt x="134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5"/>
            <p:cNvSpPr/>
            <p:nvPr/>
          </p:nvSpPr>
          <p:spPr>
            <a:xfrm>
              <a:off x="1379914" y="4602513"/>
              <a:ext cx="938997" cy="3363840"/>
            </a:xfrm>
            <a:custGeom>
              <a:rect b="b" l="l" r="r" t="t"/>
              <a:pathLst>
                <a:path extrusionOk="0" h="80779" w="22549">
                  <a:moveTo>
                    <a:pt x="20737" y="1"/>
                  </a:moveTo>
                  <a:lnTo>
                    <a:pt x="20737" y="1"/>
                  </a:lnTo>
                  <a:cubicBezTo>
                    <a:pt x="20736" y="1"/>
                    <a:pt x="4055" y="29"/>
                    <a:pt x="3022" y="3642"/>
                  </a:cubicBezTo>
                  <a:cubicBezTo>
                    <a:pt x="1" y="14209"/>
                    <a:pt x="4544" y="26201"/>
                    <a:pt x="5799" y="30163"/>
                  </a:cubicBezTo>
                  <a:cubicBezTo>
                    <a:pt x="7054" y="34124"/>
                    <a:pt x="7710" y="38608"/>
                    <a:pt x="7982" y="40535"/>
                  </a:cubicBezTo>
                  <a:cubicBezTo>
                    <a:pt x="8252" y="42464"/>
                    <a:pt x="8636" y="45956"/>
                    <a:pt x="8527" y="50075"/>
                  </a:cubicBezTo>
                  <a:cubicBezTo>
                    <a:pt x="8419" y="54193"/>
                    <a:pt x="9019" y="61386"/>
                    <a:pt x="10111" y="66600"/>
                  </a:cubicBezTo>
                  <a:cubicBezTo>
                    <a:pt x="11202" y="71812"/>
                    <a:pt x="13493" y="80779"/>
                    <a:pt x="13493" y="80779"/>
                  </a:cubicBezTo>
                  <a:lnTo>
                    <a:pt x="22548" y="78486"/>
                  </a:lnTo>
                  <a:cubicBezTo>
                    <a:pt x="22548" y="78486"/>
                    <a:pt x="21622" y="68791"/>
                    <a:pt x="21512" y="65403"/>
                  </a:cubicBezTo>
                  <a:cubicBezTo>
                    <a:pt x="21403" y="62014"/>
                    <a:pt x="20586" y="54666"/>
                    <a:pt x="20586" y="54666"/>
                  </a:cubicBezTo>
                  <a:cubicBezTo>
                    <a:pt x="20586" y="54666"/>
                    <a:pt x="19768" y="48828"/>
                    <a:pt x="19877" y="43249"/>
                  </a:cubicBezTo>
                  <a:cubicBezTo>
                    <a:pt x="19986" y="37672"/>
                    <a:pt x="20067" y="18753"/>
                    <a:pt x="20378" y="14857"/>
                  </a:cubicBezTo>
                  <a:cubicBezTo>
                    <a:pt x="20763" y="10065"/>
                    <a:pt x="20737" y="1"/>
                    <a:pt x="207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5"/>
            <p:cNvSpPr/>
            <p:nvPr/>
          </p:nvSpPr>
          <p:spPr>
            <a:xfrm>
              <a:off x="1357427" y="1385550"/>
              <a:ext cx="1707967" cy="1671821"/>
            </a:xfrm>
            <a:custGeom>
              <a:rect b="b" l="l" r="r" t="t"/>
              <a:pathLst>
                <a:path extrusionOk="0" h="40147" w="41015">
                  <a:moveTo>
                    <a:pt x="20872" y="0"/>
                  </a:moveTo>
                  <a:cubicBezTo>
                    <a:pt x="20869" y="0"/>
                    <a:pt x="20866" y="0"/>
                    <a:pt x="20863" y="0"/>
                  </a:cubicBezTo>
                  <a:cubicBezTo>
                    <a:pt x="18858" y="18"/>
                    <a:pt x="18876" y="1204"/>
                    <a:pt x="17900" y="1204"/>
                  </a:cubicBezTo>
                  <a:cubicBezTo>
                    <a:pt x="17638" y="1204"/>
                    <a:pt x="17305" y="1118"/>
                    <a:pt x="16843" y="902"/>
                  </a:cubicBezTo>
                  <a:cubicBezTo>
                    <a:pt x="16433" y="712"/>
                    <a:pt x="16101" y="631"/>
                    <a:pt x="15825" y="631"/>
                  </a:cubicBezTo>
                  <a:cubicBezTo>
                    <a:pt x="14628" y="631"/>
                    <a:pt x="14488" y="2164"/>
                    <a:pt x="13662" y="2990"/>
                  </a:cubicBezTo>
                  <a:cubicBezTo>
                    <a:pt x="13347" y="3306"/>
                    <a:pt x="13056" y="3407"/>
                    <a:pt x="12765" y="3407"/>
                  </a:cubicBezTo>
                  <a:cubicBezTo>
                    <a:pt x="12250" y="3407"/>
                    <a:pt x="11732" y="3092"/>
                    <a:pt x="11065" y="3092"/>
                  </a:cubicBezTo>
                  <a:cubicBezTo>
                    <a:pt x="10894" y="3092"/>
                    <a:pt x="10712" y="3113"/>
                    <a:pt x="10518" y="3165"/>
                  </a:cubicBezTo>
                  <a:cubicBezTo>
                    <a:pt x="9145" y="3536"/>
                    <a:pt x="8705" y="5637"/>
                    <a:pt x="7790" y="5941"/>
                  </a:cubicBezTo>
                  <a:cubicBezTo>
                    <a:pt x="6875" y="6246"/>
                    <a:pt x="5915" y="5675"/>
                    <a:pt x="5201" y="7382"/>
                  </a:cubicBezTo>
                  <a:cubicBezTo>
                    <a:pt x="4608" y="8803"/>
                    <a:pt x="4591" y="10230"/>
                    <a:pt x="3219" y="10587"/>
                  </a:cubicBezTo>
                  <a:cubicBezTo>
                    <a:pt x="1846" y="10942"/>
                    <a:pt x="2050" y="13179"/>
                    <a:pt x="2304" y="14350"/>
                  </a:cubicBezTo>
                  <a:cubicBezTo>
                    <a:pt x="2559" y="15520"/>
                    <a:pt x="1495" y="15482"/>
                    <a:pt x="986" y="16855"/>
                  </a:cubicBezTo>
                  <a:cubicBezTo>
                    <a:pt x="479" y="18228"/>
                    <a:pt x="3384" y="18847"/>
                    <a:pt x="1705" y="20604"/>
                  </a:cubicBezTo>
                  <a:cubicBezTo>
                    <a:pt x="1" y="22386"/>
                    <a:pt x="1534" y="25843"/>
                    <a:pt x="3407" y="26742"/>
                  </a:cubicBezTo>
                  <a:cubicBezTo>
                    <a:pt x="5471" y="27732"/>
                    <a:pt x="1849" y="30148"/>
                    <a:pt x="3576" y="30725"/>
                  </a:cubicBezTo>
                  <a:cubicBezTo>
                    <a:pt x="6929" y="31841"/>
                    <a:pt x="5084" y="33342"/>
                    <a:pt x="6458" y="34054"/>
                  </a:cubicBezTo>
                  <a:cubicBezTo>
                    <a:pt x="7832" y="34765"/>
                    <a:pt x="9375" y="34385"/>
                    <a:pt x="9679" y="36674"/>
                  </a:cubicBezTo>
                  <a:cubicBezTo>
                    <a:pt x="9911" y="38412"/>
                    <a:pt x="11379" y="39267"/>
                    <a:pt x="13050" y="39267"/>
                  </a:cubicBezTo>
                  <a:cubicBezTo>
                    <a:pt x="13578" y="39267"/>
                    <a:pt x="14127" y="39182"/>
                    <a:pt x="14663" y="39012"/>
                  </a:cubicBezTo>
                  <a:cubicBezTo>
                    <a:pt x="15347" y="38796"/>
                    <a:pt x="15723" y="38692"/>
                    <a:pt x="16034" y="38692"/>
                  </a:cubicBezTo>
                  <a:cubicBezTo>
                    <a:pt x="16633" y="38692"/>
                    <a:pt x="16998" y="39075"/>
                    <a:pt x="18871" y="39777"/>
                  </a:cubicBezTo>
                  <a:cubicBezTo>
                    <a:pt x="19564" y="40037"/>
                    <a:pt x="20192" y="40147"/>
                    <a:pt x="20763" y="40147"/>
                  </a:cubicBezTo>
                  <a:cubicBezTo>
                    <a:pt x="22542" y="40147"/>
                    <a:pt x="23776" y="39084"/>
                    <a:pt x="24738" y="38159"/>
                  </a:cubicBezTo>
                  <a:cubicBezTo>
                    <a:pt x="25609" y="37323"/>
                    <a:pt x="26119" y="36983"/>
                    <a:pt x="27091" y="36983"/>
                  </a:cubicBezTo>
                  <a:cubicBezTo>
                    <a:pt x="27537" y="36983"/>
                    <a:pt x="28080" y="37055"/>
                    <a:pt x="28801" y="37183"/>
                  </a:cubicBezTo>
                  <a:cubicBezTo>
                    <a:pt x="29140" y="37244"/>
                    <a:pt x="29469" y="37275"/>
                    <a:pt x="29792" y="37275"/>
                  </a:cubicBezTo>
                  <a:cubicBezTo>
                    <a:pt x="31647" y="37275"/>
                    <a:pt x="33267" y="36239"/>
                    <a:pt x="35000" y="33725"/>
                  </a:cubicBezTo>
                  <a:cubicBezTo>
                    <a:pt x="37033" y="30776"/>
                    <a:pt x="38365" y="31599"/>
                    <a:pt x="38207" y="28590"/>
                  </a:cubicBezTo>
                  <a:cubicBezTo>
                    <a:pt x="38138" y="27295"/>
                    <a:pt x="40267" y="25403"/>
                    <a:pt x="40627" y="23616"/>
                  </a:cubicBezTo>
                  <a:cubicBezTo>
                    <a:pt x="41014" y="21688"/>
                    <a:pt x="39800" y="22226"/>
                    <a:pt x="39393" y="21107"/>
                  </a:cubicBezTo>
                  <a:cubicBezTo>
                    <a:pt x="38986" y="19989"/>
                    <a:pt x="40938" y="20075"/>
                    <a:pt x="40910" y="19018"/>
                  </a:cubicBezTo>
                  <a:cubicBezTo>
                    <a:pt x="40855" y="16866"/>
                    <a:pt x="38664" y="17199"/>
                    <a:pt x="39273" y="15572"/>
                  </a:cubicBezTo>
                  <a:cubicBezTo>
                    <a:pt x="39884" y="13945"/>
                    <a:pt x="40088" y="12216"/>
                    <a:pt x="37900" y="11351"/>
                  </a:cubicBezTo>
                  <a:cubicBezTo>
                    <a:pt x="35713" y="10485"/>
                    <a:pt x="37189" y="8452"/>
                    <a:pt x="36477" y="7486"/>
                  </a:cubicBezTo>
                  <a:cubicBezTo>
                    <a:pt x="35764" y="6519"/>
                    <a:pt x="33556" y="7032"/>
                    <a:pt x="33212" y="5152"/>
                  </a:cubicBezTo>
                  <a:cubicBezTo>
                    <a:pt x="32967" y="3808"/>
                    <a:pt x="32201" y="3121"/>
                    <a:pt x="30781" y="3121"/>
                  </a:cubicBezTo>
                  <a:cubicBezTo>
                    <a:pt x="30275" y="3121"/>
                    <a:pt x="29686" y="3208"/>
                    <a:pt x="29008" y="3384"/>
                  </a:cubicBezTo>
                  <a:cubicBezTo>
                    <a:pt x="28817" y="3433"/>
                    <a:pt x="28656" y="3456"/>
                    <a:pt x="28520" y="3456"/>
                  </a:cubicBezTo>
                  <a:cubicBezTo>
                    <a:pt x="27229" y="3456"/>
                    <a:pt x="28116" y="1430"/>
                    <a:pt x="26516" y="808"/>
                  </a:cubicBezTo>
                  <a:cubicBezTo>
                    <a:pt x="26362" y="748"/>
                    <a:pt x="26205" y="723"/>
                    <a:pt x="26045" y="723"/>
                  </a:cubicBezTo>
                  <a:cubicBezTo>
                    <a:pt x="25089" y="723"/>
                    <a:pt x="24058" y="1639"/>
                    <a:pt x="23438" y="1639"/>
                  </a:cubicBezTo>
                  <a:cubicBezTo>
                    <a:pt x="23410" y="1639"/>
                    <a:pt x="23382" y="1637"/>
                    <a:pt x="23355" y="1633"/>
                  </a:cubicBezTo>
                  <a:cubicBezTo>
                    <a:pt x="22196" y="1453"/>
                    <a:pt x="21908" y="0"/>
                    <a:pt x="208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5"/>
            <p:cNvSpPr/>
            <p:nvPr/>
          </p:nvSpPr>
          <p:spPr>
            <a:xfrm>
              <a:off x="1379789" y="2857070"/>
              <a:ext cx="548640" cy="1058761"/>
            </a:xfrm>
            <a:custGeom>
              <a:rect b="b" l="l" r="r" t="t"/>
              <a:pathLst>
                <a:path extrusionOk="0" h="25425" w="13175">
                  <a:moveTo>
                    <a:pt x="9825" y="1"/>
                  </a:moveTo>
                  <a:cubicBezTo>
                    <a:pt x="9825" y="1"/>
                    <a:pt x="3905" y="1187"/>
                    <a:pt x="3229" y="1769"/>
                  </a:cubicBezTo>
                  <a:cubicBezTo>
                    <a:pt x="2943" y="2017"/>
                    <a:pt x="1850" y="3781"/>
                    <a:pt x="1599" y="5330"/>
                  </a:cubicBezTo>
                  <a:cubicBezTo>
                    <a:pt x="1351" y="6880"/>
                    <a:pt x="1" y="14721"/>
                    <a:pt x="1" y="14721"/>
                  </a:cubicBezTo>
                  <a:cubicBezTo>
                    <a:pt x="1" y="14721"/>
                    <a:pt x="3826" y="23595"/>
                    <a:pt x="5720" y="24893"/>
                  </a:cubicBezTo>
                  <a:cubicBezTo>
                    <a:pt x="6272" y="25270"/>
                    <a:pt x="6567" y="25424"/>
                    <a:pt x="6789" y="25424"/>
                  </a:cubicBezTo>
                  <a:cubicBezTo>
                    <a:pt x="7332" y="25424"/>
                    <a:pt x="7445" y="24508"/>
                    <a:pt x="9823" y="23693"/>
                  </a:cubicBezTo>
                  <a:cubicBezTo>
                    <a:pt x="13174" y="22544"/>
                    <a:pt x="11659" y="18845"/>
                    <a:pt x="11659" y="18845"/>
                  </a:cubicBezTo>
                  <a:lnTo>
                    <a:pt x="11216" y="7933"/>
                  </a:lnTo>
                  <a:lnTo>
                    <a:pt x="10951" y="1409"/>
                  </a:lnTo>
                  <a:lnTo>
                    <a:pt x="98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5"/>
            <p:cNvSpPr/>
            <p:nvPr/>
          </p:nvSpPr>
          <p:spPr>
            <a:xfrm>
              <a:off x="1465989" y="2844119"/>
              <a:ext cx="1472979" cy="1982433"/>
            </a:xfrm>
            <a:custGeom>
              <a:rect b="b" l="l" r="r" t="t"/>
              <a:pathLst>
                <a:path extrusionOk="0" h="47606" w="35372">
                  <a:moveTo>
                    <a:pt x="9670" y="0"/>
                  </a:moveTo>
                  <a:lnTo>
                    <a:pt x="3380" y="1827"/>
                  </a:lnTo>
                  <a:cubicBezTo>
                    <a:pt x="3380" y="1827"/>
                    <a:pt x="4794" y="14320"/>
                    <a:pt x="4831" y="17657"/>
                  </a:cubicBezTo>
                  <a:cubicBezTo>
                    <a:pt x="4867" y="20993"/>
                    <a:pt x="3244" y="26842"/>
                    <a:pt x="3319" y="29579"/>
                  </a:cubicBezTo>
                  <a:cubicBezTo>
                    <a:pt x="3392" y="32315"/>
                    <a:pt x="3837" y="33328"/>
                    <a:pt x="3103" y="35675"/>
                  </a:cubicBezTo>
                  <a:cubicBezTo>
                    <a:pt x="2370" y="38022"/>
                    <a:pt x="700" y="42438"/>
                    <a:pt x="700" y="42438"/>
                  </a:cubicBezTo>
                  <a:cubicBezTo>
                    <a:pt x="700" y="42438"/>
                    <a:pt x="0" y="44987"/>
                    <a:pt x="959" y="46037"/>
                  </a:cubicBezTo>
                  <a:cubicBezTo>
                    <a:pt x="1918" y="47088"/>
                    <a:pt x="4240" y="46412"/>
                    <a:pt x="9434" y="47012"/>
                  </a:cubicBezTo>
                  <a:cubicBezTo>
                    <a:pt x="12444" y="47359"/>
                    <a:pt x="13926" y="47605"/>
                    <a:pt x="15530" y="47605"/>
                  </a:cubicBezTo>
                  <a:cubicBezTo>
                    <a:pt x="16693" y="47605"/>
                    <a:pt x="17921" y="47476"/>
                    <a:pt x="19844" y="47161"/>
                  </a:cubicBezTo>
                  <a:cubicBezTo>
                    <a:pt x="24417" y="46411"/>
                    <a:pt x="22757" y="46823"/>
                    <a:pt x="28142" y="46524"/>
                  </a:cubicBezTo>
                  <a:cubicBezTo>
                    <a:pt x="28991" y="46476"/>
                    <a:pt x="29696" y="46459"/>
                    <a:pt x="30287" y="46459"/>
                  </a:cubicBezTo>
                  <a:cubicBezTo>
                    <a:pt x="31964" y="46459"/>
                    <a:pt x="32718" y="46600"/>
                    <a:pt x="33197" y="46600"/>
                  </a:cubicBezTo>
                  <a:cubicBezTo>
                    <a:pt x="33620" y="46600"/>
                    <a:pt x="33828" y="46489"/>
                    <a:pt x="34265" y="46074"/>
                  </a:cubicBezTo>
                  <a:cubicBezTo>
                    <a:pt x="35372" y="45025"/>
                    <a:pt x="34042" y="43638"/>
                    <a:pt x="34079" y="42063"/>
                  </a:cubicBezTo>
                  <a:cubicBezTo>
                    <a:pt x="34117" y="40487"/>
                    <a:pt x="33452" y="38325"/>
                    <a:pt x="33010" y="37301"/>
                  </a:cubicBezTo>
                  <a:cubicBezTo>
                    <a:pt x="32568" y="36277"/>
                    <a:pt x="32420" y="35538"/>
                    <a:pt x="32383" y="34415"/>
                  </a:cubicBezTo>
                  <a:cubicBezTo>
                    <a:pt x="32345" y="33290"/>
                    <a:pt x="32160" y="30741"/>
                    <a:pt x="31625" y="28379"/>
                  </a:cubicBezTo>
                  <a:cubicBezTo>
                    <a:pt x="31089" y="26018"/>
                    <a:pt x="31904" y="25941"/>
                    <a:pt x="31792" y="23842"/>
                  </a:cubicBezTo>
                  <a:cubicBezTo>
                    <a:pt x="31681" y="21743"/>
                    <a:pt x="31792" y="22868"/>
                    <a:pt x="31637" y="20812"/>
                  </a:cubicBezTo>
                  <a:cubicBezTo>
                    <a:pt x="31482" y="18758"/>
                    <a:pt x="32772" y="9071"/>
                    <a:pt x="32772" y="9071"/>
                  </a:cubicBezTo>
                  <a:lnTo>
                    <a:pt x="29762" y="1049"/>
                  </a:lnTo>
                  <a:cubicBezTo>
                    <a:pt x="29762" y="1049"/>
                    <a:pt x="28185" y="581"/>
                    <a:pt x="27632" y="563"/>
                  </a:cubicBezTo>
                  <a:cubicBezTo>
                    <a:pt x="27078" y="543"/>
                    <a:pt x="9670" y="0"/>
                    <a:pt x="967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5"/>
            <p:cNvSpPr/>
            <p:nvPr/>
          </p:nvSpPr>
          <p:spPr>
            <a:xfrm>
              <a:off x="2345976" y="2478706"/>
              <a:ext cx="395729" cy="243400"/>
            </a:xfrm>
            <a:custGeom>
              <a:rect b="b" l="l" r="r" t="t"/>
              <a:pathLst>
                <a:path extrusionOk="0" h="5845" w="9503">
                  <a:moveTo>
                    <a:pt x="1" y="0"/>
                  </a:moveTo>
                  <a:cubicBezTo>
                    <a:pt x="1" y="3222"/>
                    <a:pt x="2131" y="5844"/>
                    <a:pt x="4752" y="5844"/>
                  </a:cubicBezTo>
                  <a:cubicBezTo>
                    <a:pt x="7371" y="5844"/>
                    <a:pt x="9503" y="3223"/>
                    <a:pt x="9503" y="0"/>
                  </a:cubicBezTo>
                  <a:lnTo>
                    <a:pt x="9052" y="0"/>
                  </a:lnTo>
                  <a:cubicBezTo>
                    <a:pt x="9052" y="2974"/>
                    <a:pt x="7123" y="5393"/>
                    <a:pt x="4752" y="5393"/>
                  </a:cubicBezTo>
                  <a:cubicBezTo>
                    <a:pt x="2380" y="5393"/>
                    <a:pt x="452" y="2975"/>
                    <a:pt x="45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5"/>
            <p:cNvSpPr/>
            <p:nvPr/>
          </p:nvSpPr>
          <p:spPr>
            <a:xfrm>
              <a:off x="1649174" y="2478706"/>
              <a:ext cx="395729" cy="243400"/>
            </a:xfrm>
            <a:custGeom>
              <a:rect b="b" l="l" r="r" t="t"/>
              <a:pathLst>
                <a:path extrusionOk="0" h="5845" w="9503">
                  <a:moveTo>
                    <a:pt x="0" y="0"/>
                  </a:moveTo>
                  <a:cubicBezTo>
                    <a:pt x="0" y="3222"/>
                    <a:pt x="2130" y="5844"/>
                    <a:pt x="4751" y="5844"/>
                  </a:cubicBezTo>
                  <a:cubicBezTo>
                    <a:pt x="7372" y="5844"/>
                    <a:pt x="9502" y="3223"/>
                    <a:pt x="9502" y="0"/>
                  </a:cubicBezTo>
                  <a:lnTo>
                    <a:pt x="9051" y="0"/>
                  </a:lnTo>
                  <a:cubicBezTo>
                    <a:pt x="9051" y="2974"/>
                    <a:pt x="7123" y="5393"/>
                    <a:pt x="4751" y="5393"/>
                  </a:cubicBezTo>
                  <a:cubicBezTo>
                    <a:pt x="2381" y="5393"/>
                    <a:pt x="451" y="2975"/>
                    <a:pt x="45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5"/>
            <p:cNvSpPr/>
            <p:nvPr/>
          </p:nvSpPr>
          <p:spPr>
            <a:xfrm>
              <a:off x="1856594" y="2422406"/>
              <a:ext cx="702509" cy="788542"/>
            </a:xfrm>
            <a:custGeom>
              <a:rect b="b" l="l" r="r" t="t"/>
              <a:pathLst>
                <a:path extrusionOk="0" h="18936" w="16870">
                  <a:moveTo>
                    <a:pt x="8280" y="0"/>
                  </a:moveTo>
                  <a:lnTo>
                    <a:pt x="5355" y="106"/>
                  </a:lnTo>
                  <a:cubicBezTo>
                    <a:pt x="5355" y="106"/>
                    <a:pt x="5577" y="7271"/>
                    <a:pt x="5077" y="8591"/>
                  </a:cubicBezTo>
                  <a:cubicBezTo>
                    <a:pt x="4847" y="9195"/>
                    <a:pt x="532" y="10127"/>
                    <a:pt x="532" y="10127"/>
                  </a:cubicBezTo>
                  <a:cubicBezTo>
                    <a:pt x="363" y="11380"/>
                    <a:pt x="0" y="18935"/>
                    <a:pt x="8543" y="18935"/>
                  </a:cubicBezTo>
                  <a:cubicBezTo>
                    <a:pt x="8561" y="18935"/>
                    <a:pt x="8578" y="18935"/>
                    <a:pt x="8596" y="18935"/>
                  </a:cubicBezTo>
                  <a:cubicBezTo>
                    <a:pt x="8651" y="18935"/>
                    <a:pt x="8706" y="18936"/>
                    <a:pt x="8761" y="18936"/>
                  </a:cubicBezTo>
                  <a:cubicBezTo>
                    <a:pt x="13893" y="18936"/>
                    <a:pt x="16869" y="16120"/>
                    <a:pt x="16103" y="10222"/>
                  </a:cubicBezTo>
                  <a:cubicBezTo>
                    <a:pt x="16103" y="10222"/>
                    <a:pt x="12009" y="9255"/>
                    <a:pt x="11655" y="8698"/>
                  </a:cubicBezTo>
                  <a:cubicBezTo>
                    <a:pt x="10895" y="7508"/>
                    <a:pt x="11206" y="85"/>
                    <a:pt x="11206" y="85"/>
                  </a:cubicBezTo>
                  <a:lnTo>
                    <a:pt x="8280" y="0"/>
                  </a:ln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5"/>
            <p:cNvSpPr/>
            <p:nvPr/>
          </p:nvSpPr>
          <p:spPr>
            <a:xfrm>
              <a:off x="2077258" y="2422406"/>
              <a:ext cx="251271" cy="301908"/>
            </a:xfrm>
            <a:custGeom>
              <a:rect b="b" l="l" r="r" t="t"/>
              <a:pathLst>
                <a:path extrusionOk="0" h="7250" w="6034">
                  <a:moveTo>
                    <a:pt x="2926" y="0"/>
                  </a:moveTo>
                  <a:lnTo>
                    <a:pt x="1" y="116"/>
                  </a:lnTo>
                  <a:cubicBezTo>
                    <a:pt x="1" y="116"/>
                    <a:pt x="184" y="3615"/>
                    <a:pt x="74" y="6101"/>
                  </a:cubicBezTo>
                  <a:cubicBezTo>
                    <a:pt x="1439" y="6730"/>
                    <a:pt x="3448" y="7244"/>
                    <a:pt x="6033" y="7250"/>
                  </a:cubicBezTo>
                  <a:cubicBezTo>
                    <a:pt x="5570" y="5184"/>
                    <a:pt x="5852" y="95"/>
                    <a:pt x="5852" y="95"/>
                  </a:cubicBezTo>
                  <a:lnTo>
                    <a:pt x="2926" y="0"/>
                  </a:ln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5"/>
            <p:cNvSpPr/>
            <p:nvPr/>
          </p:nvSpPr>
          <p:spPr>
            <a:xfrm>
              <a:off x="1847392" y="1706447"/>
              <a:ext cx="717625" cy="932209"/>
            </a:xfrm>
            <a:custGeom>
              <a:rect b="b" l="l" r="r" t="t"/>
              <a:pathLst>
                <a:path extrusionOk="0" h="22386" w="17233">
                  <a:moveTo>
                    <a:pt x="9064" y="1"/>
                  </a:moveTo>
                  <a:cubicBezTo>
                    <a:pt x="8891" y="1"/>
                    <a:pt x="8723" y="7"/>
                    <a:pt x="8557" y="19"/>
                  </a:cubicBezTo>
                  <a:cubicBezTo>
                    <a:pt x="8407" y="9"/>
                    <a:pt x="8254" y="4"/>
                    <a:pt x="8098" y="4"/>
                  </a:cubicBezTo>
                  <a:cubicBezTo>
                    <a:pt x="7092" y="4"/>
                    <a:pt x="5962" y="224"/>
                    <a:pt x="4610" y="962"/>
                  </a:cubicBezTo>
                  <a:cubicBezTo>
                    <a:pt x="3118" y="1775"/>
                    <a:pt x="751" y="3282"/>
                    <a:pt x="472" y="8121"/>
                  </a:cubicBezTo>
                  <a:cubicBezTo>
                    <a:pt x="0" y="16310"/>
                    <a:pt x="3676" y="22386"/>
                    <a:pt x="8612" y="22386"/>
                  </a:cubicBezTo>
                  <a:cubicBezTo>
                    <a:pt x="8620" y="22386"/>
                    <a:pt x="8628" y="22386"/>
                    <a:pt x="8636" y="22386"/>
                  </a:cubicBezTo>
                  <a:cubicBezTo>
                    <a:pt x="13588" y="22370"/>
                    <a:pt x="17232" y="16260"/>
                    <a:pt x="16701" y="8063"/>
                  </a:cubicBezTo>
                  <a:cubicBezTo>
                    <a:pt x="16388" y="3226"/>
                    <a:pt x="14008" y="1734"/>
                    <a:pt x="12512" y="934"/>
                  </a:cubicBezTo>
                  <a:cubicBezTo>
                    <a:pt x="11177" y="216"/>
                    <a:pt x="10058" y="1"/>
                    <a:pt x="9064" y="1"/>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5"/>
            <p:cNvSpPr/>
            <p:nvPr/>
          </p:nvSpPr>
          <p:spPr>
            <a:xfrm>
              <a:off x="1760650" y="2132657"/>
              <a:ext cx="137254" cy="171650"/>
            </a:xfrm>
            <a:custGeom>
              <a:rect b="b" l="l" r="r" t="t"/>
              <a:pathLst>
                <a:path extrusionOk="0" h="4122" w="3296">
                  <a:moveTo>
                    <a:pt x="2489" y="1"/>
                  </a:moveTo>
                  <a:cubicBezTo>
                    <a:pt x="2489" y="1"/>
                    <a:pt x="157" y="233"/>
                    <a:pt x="72" y="2252"/>
                  </a:cubicBezTo>
                  <a:cubicBezTo>
                    <a:pt x="0" y="3982"/>
                    <a:pt x="2314" y="4121"/>
                    <a:pt x="3064" y="4121"/>
                  </a:cubicBezTo>
                  <a:cubicBezTo>
                    <a:pt x="3209" y="4121"/>
                    <a:pt x="3295" y="4116"/>
                    <a:pt x="3295" y="4116"/>
                  </a:cubicBezTo>
                  <a:lnTo>
                    <a:pt x="2489" y="1"/>
                  </a:ln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5"/>
            <p:cNvSpPr/>
            <p:nvPr/>
          </p:nvSpPr>
          <p:spPr>
            <a:xfrm>
              <a:off x="1788926" y="2162848"/>
              <a:ext cx="82702" cy="80786"/>
            </a:xfrm>
            <a:custGeom>
              <a:rect b="b" l="l" r="r" t="t"/>
              <a:pathLst>
                <a:path extrusionOk="0" h="1940" w="1986">
                  <a:moveTo>
                    <a:pt x="1883" y="0"/>
                  </a:moveTo>
                  <a:cubicBezTo>
                    <a:pt x="1367" y="92"/>
                    <a:pt x="164" y="460"/>
                    <a:pt x="1" y="1939"/>
                  </a:cubicBezTo>
                  <a:cubicBezTo>
                    <a:pt x="1" y="1939"/>
                    <a:pt x="889" y="1121"/>
                    <a:pt x="1834" y="1121"/>
                  </a:cubicBezTo>
                  <a:cubicBezTo>
                    <a:pt x="1884" y="1121"/>
                    <a:pt x="1935" y="1123"/>
                    <a:pt x="1986" y="1128"/>
                  </a:cubicBezTo>
                  <a:cubicBezTo>
                    <a:pt x="1944" y="760"/>
                    <a:pt x="1908" y="385"/>
                    <a:pt x="1883" y="0"/>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5"/>
            <p:cNvSpPr/>
            <p:nvPr/>
          </p:nvSpPr>
          <p:spPr>
            <a:xfrm>
              <a:off x="1948707" y="2098969"/>
              <a:ext cx="182436" cy="61756"/>
            </a:xfrm>
            <a:custGeom>
              <a:rect b="b" l="l" r="r" t="t"/>
              <a:pathLst>
                <a:path extrusionOk="0" h="1483" w="4381">
                  <a:moveTo>
                    <a:pt x="2871" y="1"/>
                  </a:moveTo>
                  <a:cubicBezTo>
                    <a:pt x="1473" y="1"/>
                    <a:pt x="0" y="1282"/>
                    <a:pt x="168" y="1420"/>
                  </a:cubicBezTo>
                  <a:cubicBezTo>
                    <a:pt x="168" y="1420"/>
                    <a:pt x="126" y="1482"/>
                    <a:pt x="261" y="1482"/>
                  </a:cubicBezTo>
                  <a:cubicBezTo>
                    <a:pt x="376" y="1482"/>
                    <a:pt x="619" y="1437"/>
                    <a:pt x="1124" y="1272"/>
                  </a:cubicBezTo>
                  <a:cubicBezTo>
                    <a:pt x="2223" y="910"/>
                    <a:pt x="4381" y="144"/>
                    <a:pt x="3092" y="12"/>
                  </a:cubicBezTo>
                  <a:cubicBezTo>
                    <a:pt x="3019" y="4"/>
                    <a:pt x="2945" y="1"/>
                    <a:pt x="287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5"/>
            <p:cNvSpPr/>
            <p:nvPr/>
          </p:nvSpPr>
          <p:spPr>
            <a:xfrm>
              <a:off x="2279348" y="2098969"/>
              <a:ext cx="182353" cy="61756"/>
            </a:xfrm>
            <a:custGeom>
              <a:rect b="b" l="l" r="r" t="t"/>
              <a:pathLst>
                <a:path extrusionOk="0" h="1483" w="4379">
                  <a:moveTo>
                    <a:pt x="1508" y="1"/>
                  </a:moveTo>
                  <a:cubicBezTo>
                    <a:pt x="1434" y="1"/>
                    <a:pt x="1361" y="4"/>
                    <a:pt x="1288" y="12"/>
                  </a:cubicBezTo>
                  <a:cubicBezTo>
                    <a:pt x="0" y="144"/>
                    <a:pt x="2157" y="910"/>
                    <a:pt x="3257" y="1272"/>
                  </a:cubicBezTo>
                  <a:cubicBezTo>
                    <a:pt x="3762" y="1437"/>
                    <a:pt x="4005" y="1482"/>
                    <a:pt x="4119" y="1482"/>
                  </a:cubicBezTo>
                  <a:cubicBezTo>
                    <a:pt x="4254" y="1482"/>
                    <a:pt x="4212" y="1420"/>
                    <a:pt x="4212" y="1420"/>
                  </a:cubicBezTo>
                  <a:cubicBezTo>
                    <a:pt x="4379" y="1282"/>
                    <a:pt x="2907" y="1"/>
                    <a:pt x="150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5"/>
            <p:cNvSpPr/>
            <p:nvPr/>
          </p:nvSpPr>
          <p:spPr>
            <a:xfrm>
              <a:off x="2145593" y="2443643"/>
              <a:ext cx="122471" cy="88240"/>
            </a:xfrm>
            <a:custGeom>
              <a:rect b="b" l="l" r="r" t="t"/>
              <a:pathLst>
                <a:path extrusionOk="0" h="2119" w="2941">
                  <a:moveTo>
                    <a:pt x="1632" y="1"/>
                  </a:moveTo>
                  <a:cubicBezTo>
                    <a:pt x="714" y="1"/>
                    <a:pt x="246" y="173"/>
                    <a:pt x="246" y="173"/>
                  </a:cubicBezTo>
                  <a:cubicBezTo>
                    <a:pt x="246" y="173"/>
                    <a:pt x="1" y="2118"/>
                    <a:pt x="1432" y="2118"/>
                  </a:cubicBezTo>
                  <a:cubicBezTo>
                    <a:pt x="2878" y="2118"/>
                    <a:pt x="2940" y="157"/>
                    <a:pt x="2940" y="157"/>
                  </a:cubicBezTo>
                  <a:cubicBezTo>
                    <a:pt x="2940" y="157"/>
                    <a:pt x="2452" y="1"/>
                    <a:pt x="163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5"/>
            <p:cNvSpPr/>
            <p:nvPr/>
          </p:nvSpPr>
          <p:spPr>
            <a:xfrm>
              <a:off x="2511380" y="2132657"/>
              <a:ext cx="137295" cy="171650"/>
            </a:xfrm>
            <a:custGeom>
              <a:rect b="b" l="l" r="r" t="t"/>
              <a:pathLst>
                <a:path extrusionOk="0" h="4122" w="3297">
                  <a:moveTo>
                    <a:pt x="808" y="1"/>
                  </a:moveTo>
                  <a:lnTo>
                    <a:pt x="0" y="4116"/>
                  </a:lnTo>
                  <a:cubicBezTo>
                    <a:pt x="0" y="4116"/>
                    <a:pt x="87" y="4121"/>
                    <a:pt x="231" y="4121"/>
                  </a:cubicBezTo>
                  <a:cubicBezTo>
                    <a:pt x="981" y="4121"/>
                    <a:pt x="3296" y="3982"/>
                    <a:pt x="3223" y="2252"/>
                  </a:cubicBezTo>
                  <a:cubicBezTo>
                    <a:pt x="3138" y="233"/>
                    <a:pt x="808" y="1"/>
                    <a:pt x="808" y="1"/>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5"/>
            <p:cNvSpPr/>
            <p:nvPr/>
          </p:nvSpPr>
          <p:spPr>
            <a:xfrm>
              <a:off x="2537656" y="2162848"/>
              <a:ext cx="82660" cy="80786"/>
            </a:xfrm>
            <a:custGeom>
              <a:rect b="b" l="l" r="r" t="t"/>
              <a:pathLst>
                <a:path extrusionOk="0" h="1940" w="1985">
                  <a:moveTo>
                    <a:pt x="102" y="0"/>
                  </a:moveTo>
                  <a:cubicBezTo>
                    <a:pt x="77" y="385"/>
                    <a:pt x="42" y="760"/>
                    <a:pt x="1" y="1128"/>
                  </a:cubicBezTo>
                  <a:cubicBezTo>
                    <a:pt x="51" y="1123"/>
                    <a:pt x="102" y="1121"/>
                    <a:pt x="153" y="1121"/>
                  </a:cubicBezTo>
                  <a:cubicBezTo>
                    <a:pt x="1097" y="1121"/>
                    <a:pt x="1984" y="1939"/>
                    <a:pt x="1984" y="1939"/>
                  </a:cubicBezTo>
                  <a:cubicBezTo>
                    <a:pt x="1822" y="460"/>
                    <a:pt x="618" y="92"/>
                    <a:pt x="102" y="0"/>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5"/>
            <p:cNvSpPr/>
            <p:nvPr/>
          </p:nvSpPr>
          <p:spPr>
            <a:xfrm>
              <a:off x="1981397" y="1706405"/>
              <a:ext cx="564131" cy="454486"/>
            </a:xfrm>
            <a:custGeom>
              <a:rect b="b" l="l" r="r" t="t"/>
              <a:pathLst>
                <a:path extrusionOk="0" h="10914" w="13547">
                  <a:moveTo>
                    <a:pt x="5846" y="0"/>
                  </a:moveTo>
                  <a:cubicBezTo>
                    <a:pt x="5673" y="0"/>
                    <a:pt x="5505" y="7"/>
                    <a:pt x="5339" y="18"/>
                  </a:cubicBezTo>
                  <a:cubicBezTo>
                    <a:pt x="5191" y="9"/>
                    <a:pt x="5040" y="4"/>
                    <a:pt x="4887" y="4"/>
                  </a:cubicBezTo>
                  <a:cubicBezTo>
                    <a:pt x="4619" y="4"/>
                    <a:pt x="4342" y="20"/>
                    <a:pt x="4055" y="56"/>
                  </a:cubicBezTo>
                  <a:lnTo>
                    <a:pt x="982" y="1193"/>
                  </a:lnTo>
                  <a:cubicBezTo>
                    <a:pt x="670" y="1376"/>
                    <a:pt x="336" y="1594"/>
                    <a:pt x="0" y="1865"/>
                  </a:cubicBezTo>
                  <a:cubicBezTo>
                    <a:pt x="684" y="2034"/>
                    <a:pt x="1792" y="2467"/>
                    <a:pt x="2166" y="3564"/>
                  </a:cubicBezTo>
                  <a:cubicBezTo>
                    <a:pt x="2721" y="5192"/>
                    <a:pt x="5148" y="3740"/>
                    <a:pt x="5221" y="5425"/>
                  </a:cubicBezTo>
                  <a:cubicBezTo>
                    <a:pt x="5296" y="7134"/>
                    <a:pt x="6270" y="7868"/>
                    <a:pt x="7436" y="7868"/>
                  </a:cubicBezTo>
                  <a:cubicBezTo>
                    <a:pt x="7808" y="7868"/>
                    <a:pt x="8199" y="7794"/>
                    <a:pt x="8586" y="7653"/>
                  </a:cubicBezTo>
                  <a:cubicBezTo>
                    <a:pt x="8679" y="7619"/>
                    <a:pt x="8763" y="7604"/>
                    <a:pt x="8841" y="7604"/>
                  </a:cubicBezTo>
                  <a:cubicBezTo>
                    <a:pt x="9582" y="7604"/>
                    <a:pt x="9759" y="8985"/>
                    <a:pt x="10958" y="8985"/>
                  </a:cubicBezTo>
                  <a:cubicBezTo>
                    <a:pt x="11092" y="8985"/>
                    <a:pt x="11238" y="8968"/>
                    <a:pt x="11399" y="8930"/>
                  </a:cubicBezTo>
                  <a:cubicBezTo>
                    <a:pt x="11584" y="8886"/>
                    <a:pt x="11739" y="8866"/>
                    <a:pt x="11869" y="8866"/>
                  </a:cubicBezTo>
                  <a:cubicBezTo>
                    <a:pt x="12948" y="8866"/>
                    <a:pt x="12395" y="10228"/>
                    <a:pt x="13402" y="10914"/>
                  </a:cubicBezTo>
                  <a:lnTo>
                    <a:pt x="13525" y="10286"/>
                  </a:lnTo>
                  <a:cubicBezTo>
                    <a:pt x="13546" y="9566"/>
                    <a:pt x="13532" y="8824"/>
                    <a:pt x="13483" y="8063"/>
                  </a:cubicBezTo>
                  <a:cubicBezTo>
                    <a:pt x="13170" y="3226"/>
                    <a:pt x="10790" y="1734"/>
                    <a:pt x="9294" y="932"/>
                  </a:cubicBezTo>
                  <a:cubicBezTo>
                    <a:pt x="7959" y="216"/>
                    <a:pt x="6840" y="0"/>
                    <a:pt x="5846" y="0"/>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5"/>
            <p:cNvSpPr/>
            <p:nvPr/>
          </p:nvSpPr>
          <p:spPr>
            <a:xfrm>
              <a:off x="2008797" y="2186043"/>
              <a:ext cx="82411" cy="54343"/>
            </a:xfrm>
            <a:custGeom>
              <a:rect b="b" l="l" r="r" t="t"/>
              <a:pathLst>
                <a:path extrusionOk="0" h="1305" w="1979">
                  <a:moveTo>
                    <a:pt x="989" y="0"/>
                  </a:moveTo>
                  <a:cubicBezTo>
                    <a:pt x="443" y="0"/>
                    <a:pt x="1" y="505"/>
                    <a:pt x="1" y="1130"/>
                  </a:cubicBezTo>
                  <a:cubicBezTo>
                    <a:pt x="1" y="1255"/>
                    <a:pt x="18" y="1305"/>
                    <a:pt x="51" y="1305"/>
                  </a:cubicBezTo>
                  <a:cubicBezTo>
                    <a:pt x="182" y="1305"/>
                    <a:pt x="553" y="502"/>
                    <a:pt x="989" y="502"/>
                  </a:cubicBezTo>
                  <a:cubicBezTo>
                    <a:pt x="1427" y="502"/>
                    <a:pt x="1798" y="1304"/>
                    <a:pt x="1929" y="1304"/>
                  </a:cubicBezTo>
                  <a:cubicBezTo>
                    <a:pt x="1961" y="1304"/>
                    <a:pt x="1979" y="1254"/>
                    <a:pt x="1979" y="1130"/>
                  </a:cubicBezTo>
                  <a:cubicBezTo>
                    <a:pt x="1979" y="507"/>
                    <a:pt x="1536" y="0"/>
                    <a:pt x="98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5"/>
            <p:cNvSpPr/>
            <p:nvPr/>
          </p:nvSpPr>
          <p:spPr>
            <a:xfrm>
              <a:off x="2319366" y="2186043"/>
              <a:ext cx="82411" cy="54343"/>
            </a:xfrm>
            <a:custGeom>
              <a:rect b="b" l="l" r="r" t="t"/>
              <a:pathLst>
                <a:path extrusionOk="0" h="1305" w="1979">
                  <a:moveTo>
                    <a:pt x="989" y="0"/>
                  </a:moveTo>
                  <a:cubicBezTo>
                    <a:pt x="444" y="0"/>
                    <a:pt x="1" y="505"/>
                    <a:pt x="1" y="1130"/>
                  </a:cubicBezTo>
                  <a:cubicBezTo>
                    <a:pt x="1" y="1255"/>
                    <a:pt x="19" y="1305"/>
                    <a:pt x="51" y="1305"/>
                  </a:cubicBezTo>
                  <a:cubicBezTo>
                    <a:pt x="182" y="1305"/>
                    <a:pt x="553" y="502"/>
                    <a:pt x="989" y="502"/>
                  </a:cubicBezTo>
                  <a:cubicBezTo>
                    <a:pt x="1427" y="502"/>
                    <a:pt x="1798" y="1304"/>
                    <a:pt x="1929" y="1304"/>
                  </a:cubicBezTo>
                  <a:cubicBezTo>
                    <a:pt x="1961" y="1304"/>
                    <a:pt x="1979" y="1254"/>
                    <a:pt x="1979" y="1130"/>
                  </a:cubicBezTo>
                  <a:cubicBezTo>
                    <a:pt x="1979" y="507"/>
                    <a:pt x="1535" y="0"/>
                    <a:pt x="98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5"/>
            <p:cNvSpPr/>
            <p:nvPr/>
          </p:nvSpPr>
          <p:spPr>
            <a:xfrm>
              <a:off x="1950873" y="2334290"/>
              <a:ext cx="117140" cy="117140"/>
            </a:xfrm>
            <a:custGeom>
              <a:rect b="b" l="l" r="r" t="t"/>
              <a:pathLst>
                <a:path extrusionOk="0" h="2813" w="2813">
                  <a:moveTo>
                    <a:pt x="1406" y="0"/>
                  </a:moveTo>
                  <a:cubicBezTo>
                    <a:pt x="629" y="0"/>
                    <a:pt x="0" y="629"/>
                    <a:pt x="0" y="1407"/>
                  </a:cubicBezTo>
                  <a:cubicBezTo>
                    <a:pt x="0" y="2184"/>
                    <a:pt x="629" y="2813"/>
                    <a:pt x="1406" y="2813"/>
                  </a:cubicBezTo>
                  <a:cubicBezTo>
                    <a:pt x="2183" y="2813"/>
                    <a:pt x="2813" y="2184"/>
                    <a:pt x="2813" y="1407"/>
                  </a:cubicBezTo>
                  <a:cubicBezTo>
                    <a:pt x="2813" y="632"/>
                    <a:pt x="2183" y="0"/>
                    <a:pt x="14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5"/>
            <p:cNvSpPr/>
            <p:nvPr/>
          </p:nvSpPr>
          <p:spPr>
            <a:xfrm>
              <a:off x="2338938" y="2334290"/>
              <a:ext cx="117140" cy="117140"/>
            </a:xfrm>
            <a:custGeom>
              <a:rect b="b" l="l" r="r" t="t"/>
              <a:pathLst>
                <a:path extrusionOk="0" h="2813" w="2813">
                  <a:moveTo>
                    <a:pt x="1406" y="0"/>
                  </a:moveTo>
                  <a:cubicBezTo>
                    <a:pt x="629" y="0"/>
                    <a:pt x="0" y="629"/>
                    <a:pt x="0" y="1407"/>
                  </a:cubicBezTo>
                  <a:cubicBezTo>
                    <a:pt x="0" y="2184"/>
                    <a:pt x="629" y="2813"/>
                    <a:pt x="1406" y="2813"/>
                  </a:cubicBezTo>
                  <a:cubicBezTo>
                    <a:pt x="2183" y="2813"/>
                    <a:pt x="2813" y="2184"/>
                    <a:pt x="2813" y="1407"/>
                  </a:cubicBezTo>
                  <a:cubicBezTo>
                    <a:pt x="2813" y="632"/>
                    <a:pt x="2181" y="0"/>
                    <a:pt x="14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5"/>
            <p:cNvSpPr/>
            <p:nvPr/>
          </p:nvSpPr>
          <p:spPr>
            <a:xfrm>
              <a:off x="1611945" y="1625619"/>
              <a:ext cx="664198" cy="507081"/>
            </a:xfrm>
            <a:custGeom>
              <a:rect b="b" l="l" r="r" t="t"/>
              <a:pathLst>
                <a:path extrusionOk="0" h="12177" w="15950">
                  <a:moveTo>
                    <a:pt x="13536" y="0"/>
                  </a:moveTo>
                  <a:cubicBezTo>
                    <a:pt x="13536" y="0"/>
                    <a:pt x="0" y="2356"/>
                    <a:pt x="6060" y="12177"/>
                  </a:cubicBezTo>
                  <a:cubicBezTo>
                    <a:pt x="6060" y="12177"/>
                    <a:pt x="6746" y="9512"/>
                    <a:pt x="7719" y="7947"/>
                  </a:cubicBezTo>
                  <a:cubicBezTo>
                    <a:pt x="9543" y="5012"/>
                    <a:pt x="14240" y="2199"/>
                    <a:pt x="15094" y="1631"/>
                  </a:cubicBezTo>
                  <a:cubicBezTo>
                    <a:pt x="15950" y="1064"/>
                    <a:pt x="13536" y="0"/>
                    <a:pt x="13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5"/>
            <p:cNvSpPr/>
            <p:nvPr/>
          </p:nvSpPr>
          <p:spPr>
            <a:xfrm>
              <a:off x="1957786" y="1578396"/>
              <a:ext cx="697970" cy="565797"/>
            </a:xfrm>
            <a:custGeom>
              <a:rect b="b" l="l" r="r" t="t"/>
              <a:pathLst>
                <a:path extrusionOk="0" h="13587" w="16761">
                  <a:moveTo>
                    <a:pt x="10924" y="1"/>
                  </a:moveTo>
                  <a:lnTo>
                    <a:pt x="1" y="4040"/>
                  </a:lnTo>
                  <a:cubicBezTo>
                    <a:pt x="1" y="4040"/>
                    <a:pt x="2177" y="4207"/>
                    <a:pt x="2733" y="5837"/>
                  </a:cubicBezTo>
                  <a:cubicBezTo>
                    <a:pt x="3288" y="7466"/>
                    <a:pt x="5715" y="6013"/>
                    <a:pt x="5788" y="7698"/>
                  </a:cubicBezTo>
                  <a:cubicBezTo>
                    <a:pt x="5863" y="9408"/>
                    <a:pt x="6837" y="10142"/>
                    <a:pt x="8003" y="10142"/>
                  </a:cubicBezTo>
                  <a:cubicBezTo>
                    <a:pt x="8374" y="10142"/>
                    <a:pt x="8766" y="10067"/>
                    <a:pt x="9153" y="9926"/>
                  </a:cubicBezTo>
                  <a:cubicBezTo>
                    <a:pt x="9245" y="9892"/>
                    <a:pt x="9329" y="9877"/>
                    <a:pt x="9407" y="9877"/>
                  </a:cubicBezTo>
                  <a:cubicBezTo>
                    <a:pt x="10149" y="9877"/>
                    <a:pt x="10326" y="11258"/>
                    <a:pt x="11525" y="11258"/>
                  </a:cubicBezTo>
                  <a:cubicBezTo>
                    <a:pt x="11659" y="11258"/>
                    <a:pt x="11805" y="11241"/>
                    <a:pt x="11966" y="11203"/>
                  </a:cubicBezTo>
                  <a:cubicBezTo>
                    <a:pt x="12150" y="11160"/>
                    <a:pt x="12304" y="11140"/>
                    <a:pt x="12434" y="11140"/>
                  </a:cubicBezTo>
                  <a:cubicBezTo>
                    <a:pt x="13551" y="11140"/>
                    <a:pt x="12915" y="12602"/>
                    <a:pt x="14075" y="13260"/>
                  </a:cubicBezTo>
                  <a:cubicBezTo>
                    <a:pt x="14507" y="13505"/>
                    <a:pt x="14949" y="13587"/>
                    <a:pt x="15347" y="13587"/>
                  </a:cubicBezTo>
                  <a:cubicBezTo>
                    <a:pt x="16143" y="13587"/>
                    <a:pt x="16761" y="13260"/>
                    <a:pt x="16761" y="13260"/>
                  </a:cubicBezTo>
                  <a:lnTo>
                    <a:pt x="16761" y="5837"/>
                  </a:lnTo>
                  <a:lnTo>
                    <a:pt x="109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5"/>
            <p:cNvSpPr/>
            <p:nvPr/>
          </p:nvSpPr>
          <p:spPr>
            <a:xfrm>
              <a:off x="1856553" y="2836790"/>
              <a:ext cx="358958" cy="374116"/>
            </a:xfrm>
            <a:custGeom>
              <a:rect b="b" l="l" r="r" t="t"/>
              <a:pathLst>
                <a:path extrusionOk="0" h="8984" w="8620">
                  <a:moveTo>
                    <a:pt x="1295" y="0"/>
                  </a:moveTo>
                  <a:lnTo>
                    <a:pt x="1295" y="0"/>
                  </a:lnTo>
                  <a:cubicBezTo>
                    <a:pt x="843" y="107"/>
                    <a:pt x="533" y="176"/>
                    <a:pt x="533" y="176"/>
                  </a:cubicBezTo>
                  <a:cubicBezTo>
                    <a:pt x="364" y="1429"/>
                    <a:pt x="1" y="8984"/>
                    <a:pt x="8547" y="8984"/>
                  </a:cubicBezTo>
                  <a:cubicBezTo>
                    <a:pt x="8561" y="8984"/>
                    <a:pt x="8575" y="8984"/>
                    <a:pt x="8590" y="8984"/>
                  </a:cubicBezTo>
                  <a:lnTo>
                    <a:pt x="8619" y="8984"/>
                  </a:lnTo>
                  <a:cubicBezTo>
                    <a:pt x="1278" y="8342"/>
                    <a:pt x="1142" y="1834"/>
                    <a:pt x="1295" y="0"/>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5"/>
            <p:cNvSpPr/>
            <p:nvPr/>
          </p:nvSpPr>
          <p:spPr>
            <a:xfrm>
              <a:off x="1649090" y="2235348"/>
              <a:ext cx="197885" cy="243400"/>
            </a:xfrm>
            <a:custGeom>
              <a:rect b="b" l="l" r="r" t="t"/>
              <a:pathLst>
                <a:path extrusionOk="0" h="5845" w="4752">
                  <a:moveTo>
                    <a:pt x="4752" y="1"/>
                  </a:moveTo>
                  <a:cubicBezTo>
                    <a:pt x="2131" y="1"/>
                    <a:pt x="1" y="2622"/>
                    <a:pt x="1" y="5844"/>
                  </a:cubicBezTo>
                  <a:lnTo>
                    <a:pt x="452" y="5844"/>
                  </a:lnTo>
                  <a:cubicBezTo>
                    <a:pt x="452" y="2871"/>
                    <a:pt x="2380" y="452"/>
                    <a:pt x="4752" y="452"/>
                  </a:cubicBezTo>
                  <a:lnTo>
                    <a:pt x="475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5"/>
            <p:cNvSpPr/>
            <p:nvPr/>
          </p:nvSpPr>
          <p:spPr>
            <a:xfrm>
              <a:off x="2543819" y="2271452"/>
              <a:ext cx="197885" cy="243400"/>
            </a:xfrm>
            <a:custGeom>
              <a:rect b="b" l="l" r="r" t="t"/>
              <a:pathLst>
                <a:path extrusionOk="0" h="5845" w="4752">
                  <a:moveTo>
                    <a:pt x="1" y="1"/>
                  </a:moveTo>
                  <a:lnTo>
                    <a:pt x="1" y="452"/>
                  </a:lnTo>
                  <a:cubicBezTo>
                    <a:pt x="2371" y="452"/>
                    <a:pt x="4301" y="2870"/>
                    <a:pt x="4301" y="5844"/>
                  </a:cubicBezTo>
                  <a:lnTo>
                    <a:pt x="4752" y="5844"/>
                  </a:lnTo>
                  <a:cubicBezTo>
                    <a:pt x="4752" y="2623"/>
                    <a:pt x="2620" y="1"/>
                    <a:pt x="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5"/>
            <p:cNvSpPr/>
            <p:nvPr/>
          </p:nvSpPr>
          <p:spPr>
            <a:xfrm>
              <a:off x="1781097" y="2842745"/>
              <a:ext cx="832517" cy="421256"/>
            </a:xfrm>
            <a:custGeom>
              <a:rect b="b" l="l" r="r" t="t"/>
              <a:pathLst>
                <a:path extrusionOk="0" h="10116" w="19992">
                  <a:moveTo>
                    <a:pt x="2228" y="1"/>
                  </a:moveTo>
                  <a:lnTo>
                    <a:pt x="0" y="346"/>
                  </a:lnTo>
                  <a:cubicBezTo>
                    <a:pt x="39" y="596"/>
                    <a:pt x="73" y="879"/>
                    <a:pt x="110" y="1188"/>
                  </a:cubicBezTo>
                  <a:cubicBezTo>
                    <a:pt x="393" y="3565"/>
                    <a:pt x="867" y="7544"/>
                    <a:pt x="4757" y="9055"/>
                  </a:cubicBezTo>
                  <a:cubicBezTo>
                    <a:pt x="6597" y="9768"/>
                    <a:pt x="8462" y="10115"/>
                    <a:pt x="10227" y="10115"/>
                  </a:cubicBezTo>
                  <a:cubicBezTo>
                    <a:pt x="13505" y="10115"/>
                    <a:pt x="16450" y="8918"/>
                    <a:pt x="18294" y="6667"/>
                  </a:cubicBezTo>
                  <a:cubicBezTo>
                    <a:pt x="19732" y="4910"/>
                    <a:pt x="19890" y="2269"/>
                    <a:pt x="19963" y="1000"/>
                  </a:cubicBezTo>
                  <a:cubicBezTo>
                    <a:pt x="19976" y="803"/>
                    <a:pt x="19982" y="649"/>
                    <a:pt x="19992" y="576"/>
                  </a:cubicBezTo>
                  <a:lnTo>
                    <a:pt x="17785" y="116"/>
                  </a:lnTo>
                  <a:cubicBezTo>
                    <a:pt x="17747" y="301"/>
                    <a:pt x="17733" y="527"/>
                    <a:pt x="17713" y="867"/>
                  </a:cubicBezTo>
                  <a:cubicBezTo>
                    <a:pt x="17651" y="1897"/>
                    <a:pt x="17526" y="4046"/>
                    <a:pt x="16550" y="5238"/>
                  </a:cubicBezTo>
                  <a:cubicBezTo>
                    <a:pt x="15140" y="6962"/>
                    <a:pt x="12846" y="7869"/>
                    <a:pt x="10245" y="7869"/>
                  </a:cubicBezTo>
                  <a:cubicBezTo>
                    <a:pt x="8751" y="7869"/>
                    <a:pt x="7157" y="7570"/>
                    <a:pt x="5570" y="6954"/>
                  </a:cubicBezTo>
                  <a:cubicBezTo>
                    <a:pt x="2945" y="5933"/>
                    <a:pt x="2600" y="3036"/>
                    <a:pt x="2347" y="922"/>
                  </a:cubicBezTo>
                  <a:cubicBezTo>
                    <a:pt x="2308" y="585"/>
                    <a:pt x="2270" y="274"/>
                    <a:pt x="22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5"/>
            <p:cNvSpPr/>
            <p:nvPr/>
          </p:nvSpPr>
          <p:spPr>
            <a:xfrm>
              <a:off x="1425221" y="3217443"/>
              <a:ext cx="403766" cy="1148750"/>
            </a:xfrm>
            <a:custGeom>
              <a:rect b="b" l="l" r="r" t="t"/>
              <a:pathLst>
                <a:path extrusionOk="0" h="27586" w="9696">
                  <a:moveTo>
                    <a:pt x="1" y="0"/>
                  </a:moveTo>
                  <a:cubicBezTo>
                    <a:pt x="1" y="2"/>
                    <a:pt x="4460" y="23242"/>
                    <a:pt x="4463" y="24585"/>
                  </a:cubicBezTo>
                  <a:cubicBezTo>
                    <a:pt x="4465" y="25932"/>
                    <a:pt x="3798" y="27580"/>
                    <a:pt x="3798" y="27580"/>
                  </a:cubicBezTo>
                  <a:cubicBezTo>
                    <a:pt x="3798" y="27580"/>
                    <a:pt x="3827" y="27586"/>
                    <a:pt x="3882" y="27586"/>
                  </a:cubicBezTo>
                  <a:cubicBezTo>
                    <a:pt x="4112" y="27586"/>
                    <a:pt x="4785" y="27484"/>
                    <a:pt x="5513" y="26422"/>
                  </a:cubicBezTo>
                  <a:cubicBezTo>
                    <a:pt x="6414" y="25110"/>
                    <a:pt x="7263" y="23935"/>
                    <a:pt x="8480" y="21080"/>
                  </a:cubicBezTo>
                  <a:cubicBezTo>
                    <a:pt x="9695" y="18226"/>
                    <a:pt x="8504" y="16490"/>
                    <a:pt x="8736" y="15039"/>
                  </a:cubicBezTo>
                  <a:cubicBezTo>
                    <a:pt x="8968" y="13589"/>
                    <a:pt x="7608" y="11627"/>
                    <a:pt x="7407" y="11090"/>
                  </a:cubicBezTo>
                  <a:cubicBezTo>
                    <a:pt x="5602" y="6291"/>
                    <a:pt x="1" y="1"/>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5"/>
            <p:cNvSpPr/>
            <p:nvPr/>
          </p:nvSpPr>
          <p:spPr>
            <a:xfrm>
              <a:off x="1733583" y="4397591"/>
              <a:ext cx="990883" cy="341802"/>
            </a:xfrm>
            <a:custGeom>
              <a:rect b="b" l="l" r="r" t="t"/>
              <a:pathLst>
                <a:path extrusionOk="0" h="8208" w="23795">
                  <a:moveTo>
                    <a:pt x="23246" y="0"/>
                  </a:moveTo>
                  <a:cubicBezTo>
                    <a:pt x="23023" y="0"/>
                    <a:pt x="22770" y="84"/>
                    <a:pt x="22566" y="182"/>
                  </a:cubicBezTo>
                  <a:cubicBezTo>
                    <a:pt x="20089" y="1359"/>
                    <a:pt x="17615" y="2533"/>
                    <a:pt x="15139" y="3710"/>
                  </a:cubicBezTo>
                  <a:cubicBezTo>
                    <a:pt x="14193" y="4160"/>
                    <a:pt x="13243" y="4611"/>
                    <a:pt x="12242" y="4919"/>
                  </a:cubicBezTo>
                  <a:cubicBezTo>
                    <a:pt x="11240" y="5225"/>
                    <a:pt x="10194" y="5376"/>
                    <a:pt x="9146" y="5376"/>
                  </a:cubicBezTo>
                  <a:cubicBezTo>
                    <a:pt x="7436" y="5376"/>
                    <a:pt x="5724" y="4973"/>
                    <a:pt x="4205" y="4184"/>
                  </a:cubicBezTo>
                  <a:lnTo>
                    <a:pt x="4205" y="4184"/>
                  </a:lnTo>
                  <a:lnTo>
                    <a:pt x="5325" y="4957"/>
                  </a:lnTo>
                  <a:cubicBezTo>
                    <a:pt x="4232" y="4479"/>
                    <a:pt x="3039" y="4234"/>
                    <a:pt x="1846" y="4234"/>
                  </a:cubicBezTo>
                  <a:cubicBezTo>
                    <a:pt x="1226" y="4234"/>
                    <a:pt x="606" y="4300"/>
                    <a:pt x="0" y="4434"/>
                  </a:cubicBezTo>
                  <a:cubicBezTo>
                    <a:pt x="26" y="5109"/>
                    <a:pt x="597" y="5649"/>
                    <a:pt x="1219" y="5910"/>
                  </a:cubicBezTo>
                  <a:cubicBezTo>
                    <a:pt x="1840" y="6169"/>
                    <a:pt x="2528" y="6223"/>
                    <a:pt x="3182" y="6382"/>
                  </a:cubicBezTo>
                  <a:cubicBezTo>
                    <a:pt x="4363" y="6671"/>
                    <a:pt x="5428" y="7310"/>
                    <a:pt x="6586" y="7686"/>
                  </a:cubicBezTo>
                  <a:cubicBezTo>
                    <a:pt x="7989" y="8144"/>
                    <a:pt x="9480" y="8208"/>
                    <a:pt x="10963" y="8208"/>
                  </a:cubicBezTo>
                  <a:cubicBezTo>
                    <a:pt x="11223" y="8208"/>
                    <a:pt x="11483" y="8206"/>
                    <a:pt x="11742" y="8204"/>
                  </a:cubicBezTo>
                  <a:cubicBezTo>
                    <a:pt x="13326" y="8191"/>
                    <a:pt x="14908" y="8178"/>
                    <a:pt x="16493" y="8166"/>
                  </a:cubicBezTo>
                  <a:cubicBezTo>
                    <a:pt x="16838" y="8163"/>
                    <a:pt x="17203" y="8156"/>
                    <a:pt x="17498" y="7974"/>
                  </a:cubicBezTo>
                  <a:cubicBezTo>
                    <a:pt x="17791" y="7795"/>
                    <a:pt x="17967" y="7375"/>
                    <a:pt x="17770" y="7091"/>
                  </a:cubicBezTo>
                  <a:cubicBezTo>
                    <a:pt x="17397" y="6557"/>
                    <a:pt x="16194" y="6963"/>
                    <a:pt x="16123" y="6316"/>
                  </a:cubicBezTo>
                  <a:cubicBezTo>
                    <a:pt x="17117" y="5033"/>
                    <a:pt x="18782" y="4525"/>
                    <a:pt x="20287" y="3919"/>
                  </a:cubicBezTo>
                  <a:cubicBezTo>
                    <a:pt x="21792" y="3313"/>
                    <a:pt x="23384" y="2349"/>
                    <a:pt x="23734" y="764"/>
                  </a:cubicBezTo>
                  <a:cubicBezTo>
                    <a:pt x="23775" y="585"/>
                    <a:pt x="23794" y="386"/>
                    <a:pt x="23701" y="227"/>
                  </a:cubicBezTo>
                  <a:cubicBezTo>
                    <a:pt x="23604" y="61"/>
                    <a:pt x="23436" y="0"/>
                    <a:pt x="2324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5"/>
            <p:cNvSpPr/>
            <p:nvPr/>
          </p:nvSpPr>
          <p:spPr>
            <a:xfrm>
              <a:off x="1724422" y="4389512"/>
              <a:ext cx="1024655" cy="359333"/>
            </a:xfrm>
            <a:custGeom>
              <a:rect b="b" l="l" r="r" t="t"/>
              <a:pathLst>
                <a:path extrusionOk="0" h="8629" w="24606">
                  <a:moveTo>
                    <a:pt x="23443" y="400"/>
                  </a:moveTo>
                  <a:cubicBezTo>
                    <a:pt x="23456" y="400"/>
                    <a:pt x="23469" y="400"/>
                    <a:pt x="23481" y="401"/>
                  </a:cubicBezTo>
                  <a:cubicBezTo>
                    <a:pt x="23988" y="426"/>
                    <a:pt x="23718" y="1127"/>
                    <a:pt x="23594" y="1413"/>
                  </a:cubicBezTo>
                  <a:cubicBezTo>
                    <a:pt x="22992" y="2803"/>
                    <a:pt x="21456" y="3528"/>
                    <a:pt x="20129" y="4050"/>
                  </a:cubicBezTo>
                  <a:cubicBezTo>
                    <a:pt x="18758" y="4587"/>
                    <a:pt x="17148" y="5108"/>
                    <a:pt x="16226" y="6335"/>
                  </a:cubicBezTo>
                  <a:cubicBezTo>
                    <a:pt x="15868" y="6813"/>
                    <a:pt x="16628" y="7088"/>
                    <a:pt x="16971" y="7136"/>
                  </a:cubicBezTo>
                  <a:cubicBezTo>
                    <a:pt x="17210" y="7168"/>
                    <a:pt x="17509" y="7171"/>
                    <a:pt x="17718" y="7308"/>
                  </a:cubicBezTo>
                  <a:cubicBezTo>
                    <a:pt x="17860" y="7401"/>
                    <a:pt x="17898" y="7556"/>
                    <a:pt x="17842" y="7715"/>
                  </a:cubicBezTo>
                  <a:cubicBezTo>
                    <a:pt x="17762" y="7944"/>
                    <a:pt x="17542" y="8061"/>
                    <a:pt x="17318" y="8111"/>
                  </a:cubicBezTo>
                  <a:cubicBezTo>
                    <a:pt x="17100" y="8163"/>
                    <a:pt x="16867" y="8176"/>
                    <a:pt x="16632" y="8176"/>
                  </a:cubicBezTo>
                  <a:cubicBezTo>
                    <a:pt x="16390" y="8176"/>
                    <a:pt x="16146" y="8162"/>
                    <a:pt x="15915" y="8162"/>
                  </a:cubicBezTo>
                  <a:cubicBezTo>
                    <a:pt x="15904" y="8162"/>
                    <a:pt x="15893" y="8162"/>
                    <a:pt x="15882" y="8162"/>
                  </a:cubicBezTo>
                  <a:cubicBezTo>
                    <a:pt x="15386" y="8166"/>
                    <a:pt x="14888" y="8168"/>
                    <a:pt x="14392" y="8172"/>
                  </a:cubicBezTo>
                  <a:cubicBezTo>
                    <a:pt x="13425" y="8176"/>
                    <a:pt x="12459" y="8183"/>
                    <a:pt x="11491" y="8189"/>
                  </a:cubicBezTo>
                  <a:cubicBezTo>
                    <a:pt x="11427" y="8189"/>
                    <a:pt x="11364" y="8189"/>
                    <a:pt x="11300" y="8189"/>
                  </a:cubicBezTo>
                  <a:cubicBezTo>
                    <a:pt x="9482" y="8189"/>
                    <a:pt x="7709" y="8064"/>
                    <a:pt x="6009" y="7354"/>
                  </a:cubicBezTo>
                  <a:cubicBezTo>
                    <a:pt x="5170" y="7003"/>
                    <a:pt x="4347" y="6589"/>
                    <a:pt x="3459" y="6372"/>
                  </a:cubicBezTo>
                  <a:cubicBezTo>
                    <a:pt x="2637" y="6171"/>
                    <a:pt x="1695" y="6152"/>
                    <a:pt x="1006" y="5606"/>
                  </a:cubicBezTo>
                  <a:cubicBezTo>
                    <a:pt x="746" y="5398"/>
                    <a:pt x="535" y="5125"/>
                    <a:pt x="461" y="4803"/>
                  </a:cubicBezTo>
                  <a:lnTo>
                    <a:pt x="461" y="4803"/>
                  </a:lnTo>
                  <a:cubicBezTo>
                    <a:pt x="984" y="4701"/>
                    <a:pt x="1503" y="4654"/>
                    <a:pt x="2018" y="4654"/>
                  </a:cubicBezTo>
                  <a:cubicBezTo>
                    <a:pt x="3198" y="4654"/>
                    <a:pt x="4358" y="4902"/>
                    <a:pt x="5502" y="5314"/>
                  </a:cubicBezTo>
                  <a:cubicBezTo>
                    <a:pt x="5519" y="5321"/>
                    <a:pt x="5536" y="5324"/>
                    <a:pt x="5552" y="5324"/>
                  </a:cubicBezTo>
                  <a:cubicBezTo>
                    <a:pt x="5662" y="5324"/>
                    <a:pt x="5735" y="5189"/>
                    <a:pt x="5698" y="5091"/>
                  </a:cubicBezTo>
                  <a:lnTo>
                    <a:pt x="5698" y="5091"/>
                  </a:lnTo>
                  <a:cubicBezTo>
                    <a:pt x="6816" y="5495"/>
                    <a:pt x="7996" y="5716"/>
                    <a:pt x="9188" y="5743"/>
                  </a:cubicBezTo>
                  <a:cubicBezTo>
                    <a:pt x="9266" y="5745"/>
                    <a:pt x="9342" y="5746"/>
                    <a:pt x="9419" y="5746"/>
                  </a:cubicBezTo>
                  <a:cubicBezTo>
                    <a:pt x="11097" y="5746"/>
                    <a:pt x="12684" y="5322"/>
                    <a:pt x="14219" y="4647"/>
                  </a:cubicBezTo>
                  <a:cubicBezTo>
                    <a:pt x="16026" y="3854"/>
                    <a:pt x="17797" y="2971"/>
                    <a:pt x="19579" y="2124"/>
                  </a:cubicBezTo>
                  <a:cubicBezTo>
                    <a:pt x="20495" y="1688"/>
                    <a:pt x="21409" y="1253"/>
                    <a:pt x="22325" y="820"/>
                  </a:cubicBezTo>
                  <a:cubicBezTo>
                    <a:pt x="22660" y="660"/>
                    <a:pt x="23056" y="400"/>
                    <a:pt x="23443" y="400"/>
                  </a:cubicBezTo>
                  <a:close/>
                  <a:moveTo>
                    <a:pt x="23467" y="0"/>
                  </a:moveTo>
                  <a:cubicBezTo>
                    <a:pt x="23273" y="0"/>
                    <a:pt x="23073" y="53"/>
                    <a:pt x="22901" y="118"/>
                  </a:cubicBezTo>
                  <a:cubicBezTo>
                    <a:pt x="22375" y="315"/>
                    <a:pt x="21871" y="597"/>
                    <a:pt x="21364" y="838"/>
                  </a:cubicBezTo>
                  <a:cubicBezTo>
                    <a:pt x="20263" y="1363"/>
                    <a:pt x="19160" y="1887"/>
                    <a:pt x="18059" y="2413"/>
                  </a:cubicBezTo>
                  <a:cubicBezTo>
                    <a:pt x="16954" y="2939"/>
                    <a:pt x="15851" y="3472"/>
                    <a:pt x="14745" y="3993"/>
                  </a:cubicBezTo>
                  <a:cubicBezTo>
                    <a:pt x="13724" y="4474"/>
                    <a:pt x="12685" y="4917"/>
                    <a:pt x="11580" y="5156"/>
                  </a:cubicBezTo>
                  <a:cubicBezTo>
                    <a:pt x="10831" y="5319"/>
                    <a:pt x="10067" y="5399"/>
                    <a:pt x="9305" y="5399"/>
                  </a:cubicBezTo>
                  <a:cubicBezTo>
                    <a:pt x="7646" y="5399"/>
                    <a:pt x="5991" y="5017"/>
                    <a:pt x="4501" y="4267"/>
                  </a:cubicBezTo>
                  <a:cubicBezTo>
                    <a:pt x="4475" y="4253"/>
                    <a:pt x="4450" y="4246"/>
                    <a:pt x="4426" y="4246"/>
                  </a:cubicBezTo>
                  <a:cubicBezTo>
                    <a:pt x="4297" y="4246"/>
                    <a:pt x="4217" y="4429"/>
                    <a:pt x="4353" y="4501"/>
                  </a:cubicBezTo>
                  <a:cubicBezTo>
                    <a:pt x="4388" y="4519"/>
                    <a:pt x="4423" y="4537"/>
                    <a:pt x="4458" y="4555"/>
                  </a:cubicBezTo>
                  <a:lnTo>
                    <a:pt x="4458" y="4555"/>
                  </a:lnTo>
                  <a:cubicBezTo>
                    <a:pt x="3696" y="4330"/>
                    <a:pt x="2894" y="4226"/>
                    <a:pt x="2095" y="4226"/>
                  </a:cubicBezTo>
                  <a:cubicBezTo>
                    <a:pt x="1442" y="4226"/>
                    <a:pt x="791" y="4296"/>
                    <a:pt x="165" y="4426"/>
                  </a:cubicBezTo>
                  <a:cubicBezTo>
                    <a:pt x="78" y="4444"/>
                    <a:pt x="1" y="4545"/>
                    <a:pt x="8" y="4635"/>
                  </a:cubicBezTo>
                  <a:cubicBezTo>
                    <a:pt x="53" y="5297"/>
                    <a:pt x="478" y="5825"/>
                    <a:pt x="1040" y="6152"/>
                  </a:cubicBezTo>
                  <a:cubicBezTo>
                    <a:pt x="1711" y="6545"/>
                    <a:pt x="2506" y="6597"/>
                    <a:pt x="3247" y="6769"/>
                  </a:cubicBezTo>
                  <a:cubicBezTo>
                    <a:pt x="4054" y="6954"/>
                    <a:pt x="4805" y="7306"/>
                    <a:pt x="5562" y="7632"/>
                  </a:cubicBezTo>
                  <a:cubicBezTo>
                    <a:pt x="6305" y="7954"/>
                    <a:pt x="7057" y="8224"/>
                    <a:pt x="7852" y="8378"/>
                  </a:cubicBezTo>
                  <a:cubicBezTo>
                    <a:pt x="8942" y="8586"/>
                    <a:pt x="10054" y="8629"/>
                    <a:pt x="11164" y="8629"/>
                  </a:cubicBezTo>
                  <a:cubicBezTo>
                    <a:pt x="11763" y="8629"/>
                    <a:pt x="12361" y="8616"/>
                    <a:pt x="12956" y="8611"/>
                  </a:cubicBezTo>
                  <a:cubicBezTo>
                    <a:pt x="13841" y="8602"/>
                    <a:pt x="14724" y="8592"/>
                    <a:pt x="15607" y="8584"/>
                  </a:cubicBezTo>
                  <a:cubicBezTo>
                    <a:pt x="16040" y="8581"/>
                    <a:pt x="16472" y="8585"/>
                    <a:pt x="16903" y="8570"/>
                  </a:cubicBezTo>
                  <a:cubicBezTo>
                    <a:pt x="17241" y="8557"/>
                    <a:pt x="17601" y="8515"/>
                    <a:pt x="17883" y="8309"/>
                  </a:cubicBezTo>
                  <a:cubicBezTo>
                    <a:pt x="18369" y="7955"/>
                    <a:pt x="18427" y="7215"/>
                    <a:pt x="17856" y="6924"/>
                  </a:cubicBezTo>
                  <a:cubicBezTo>
                    <a:pt x="17619" y="6802"/>
                    <a:pt x="17344" y="6785"/>
                    <a:pt x="17085" y="6750"/>
                  </a:cubicBezTo>
                  <a:cubicBezTo>
                    <a:pt x="16909" y="6725"/>
                    <a:pt x="16666" y="6717"/>
                    <a:pt x="16575" y="6559"/>
                  </a:cubicBezTo>
                  <a:lnTo>
                    <a:pt x="16575" y="6559"/>
                  </a:lnTo>
                  <a:cubicBezTo>
                    <a:pt x="17800" y="5112"/>
                    <a:pt x="19770" y="4755"/>
                    <a:pt x="21405" y="3947"/>
                  </a:cubicBezTo>
                  <a:cubicBezTo>
                    <a:pt x="22190" y="3558"/>
                    <a:pt x="22956" y="3054"/>
                    <a:pt x="23503" y="2358"/>
                  </a:cubicBezTo>
                  <a:cubicBezTo>
                    <a:pt x="23883" y="1873"/>
                    <a:pt x="24605" y="662"/>
                    <a:pt x="23937" y="146"/>
                  </a:cubicBezTo>
                  <a:cubicBezTo>
                    <a:pt x="23800" y="40"/>
                    <a:pt x="23636" y="0"/>
                    <a:pt x="234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5"/>
            <p:cNvSpPr/>
            <p:nvPr/>
          </p:nvSpPr>
          <p:spPr>
            <a:xfrm>
              <a:off x="2155753" y="2443310"/>
              <a:ext cx="112310" cy="25235"/>
            </a:xfrm>
            <a:custGeom>
              <a:rect b="b" l="l" r="r" t="t"/>
              <a:pathLst>
                <a:path extrusionOk="0" h="606" w="2697">
                  <a:moveTo>
                    <a:pt x="1394" y="1"/>
                  </a:moveTo>
                  <a:cubicBezTo>
                    <a:pt x="988" y="1"/>
                    <a:pt x="511" y="45"/>
                    <a:pt x="1" y="181"/>
                  </a:cubicBezTo>
                  <a:cubicBezTo>
                    <a:pt x="2" y="181"/>
                    <a:pt x="78" y="470"/>
                    <a:pt x="163" y="498"/>
                  </a:cubicBezTo>
                  <a:cubicBezTo>
                    <a:pt x="322" y="549"/>
                    <a:pt x="364" y="546"/>
                    <a:pt x="1258" y="595"/>
                  </a:cubicBezTo>
                  <a:cubicBezTo>
                    <a:pt x="1389" y="602"/>
                    <a:pt x="1512" y="605"/>
                    <a:pt x="1626" y="605"/>
                  </a:cubicBezTo>
                  <a:cubicBezTo>
                    <a:pt x="2147" y="605"/>
                    <a:pt x="2483" y="540"/>
                    <a:pt x="2606" y="467"/>
                  </a:cubicBezTo>
                  <a:cubicBezTo>
                    <a:pt x="2684" y="420"/>
                    <a:pt x="2696" y="165"/>
                    <a:pt x="2696" y="165"/>
                  </a:cubicBezTo>
                  <a:cubicBezTo>
                    <a:pt x="2696" y="165"/>
                    <a:pt x="2175" y="1"/>
                    <a:pt x="13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5"/>
            <p:cNvSpPr/>
            <p:nvPr/>
          </p:nvSpPr>
          <p:spPr>
            <a:xfrm>
              <a:off x="1124896" y="2630451"/>
              <a:ext cx="569336" cy="1579667"/>
            </a:xfrm>
            <a:custGeom>
              <a:rect b="b" l="l" r="r" t="t"/>
              <a:pathLst>
                <a:path extrusionOk="0" h="37934" w="13672">
                  <a:moveTo>
                    <a:pt x="1016" y="1"/>
                  </a:moveTo>
                  <a:cubicBezTo>
                    <a:pt x="716" y="1"/>
                    <a:pt x="454" y="95"/>
                    <a:pt x="401" y="421"/>
                  </a:cubicBezTo>
                  <a:cubicBezTo>
                    <a:pt x="275" y="1170"/>
                    <a:pt x="449" y="2350"/>
                    <a:pt x="351" y="3349"/>
                  </a:cubicBezTo>
                  <a:cubicBezTo>
                    <a:pt x="250" y="4349"/>
                    <a:pt x="550" y="7449"/>
                    <a:pt x="275" y="8248"/>
                  </a:cubicBezTo>
                  <a:cubicBezTo>
                    <a:pt x="0" y="9049"/>
                    <a:pt x="299" y="9898"/>
                    <a:pt x="324" y="10673"/>
                  </a:cubicBezTo>
                  <a:cubicBezTo>
                    <a:pt x="348" y="11449"/>
                    <a:pt x="1225" y="13149"/>
                    <a:pt x="1524" y="15035"/>
                  </a:cubicBezTo>
                  <a:cubicBezTo>
                    <a:pt x="1825" y="16920"/>
                    <a:pt x="2498" y="21570"/>
                    <a:pt x="2724" y="23744"/>
                  </a:cubicBezTo>
                  <a:cubicBezTo>
                    <a:pt x="2950" y="25919"/>
                    <a:pt x="3100" y="29818"/>
                    <a:pt x="4674" y="32217"/>
                  </a:cubicBezTo>
                  <a:cubicBezTo>
                    <a:pt x="6247" y="34617"/>
                    <a:pt x="6549" y="35367"/>
                    <a:pt x="7447" y="36940"/>
                  </a:cubicBezTo>
                  <a:cubicBezTo>
                    <a:pt x="7854" y="37651"/>
                    <a:pt x="8734" y="37934"/>
                    <a:pt x="9674" y="37934"/>
                  </a:cubicBezTo>
                  <a:cubicBezTo>
                    <a:pt x="10816" y="37934"/>
                    <a:pt x="12045" y="37516"/>
                    <a:pt x="12621" y="36940"/>
                  </a:cubicBezTo>
                  <a:cubicBezTo>
                    <a:pt x="13671" y="35890"/>
                    <a:pt x="13371" y="33492"/>
                    <a:pt x="13220" y="32217"/>
                  </a:cubicBezTo>
                  <a:cubicBezTo>
                    <a:pt x="13071" y="30944"/>
                    <a:pt x="11496" y="25870"/>
                    <a:pt x="10147" y="23521"/>
                  </a:cubicBezTo>
                  <a:cubicBezTo>
                    <a:pt x="8798" y="21171"/>
                    <a:pt x="6848" y="18072"/>
                    <a:pt x="6449" y="16373"/>
                  </a:cubicBezTo>
                  <a:cubicBezTo>
                    <a:pt x="6048" y="14675"/>
                    <a:pt x="4949" y="10325"/>
                    <a:pt x="4949" y="10325"/>
                  </a:cubicBezTo>
                  <a:cubicBezTo>
                    <a:pt x="4949" y="10325"/>
                    <a:pt x="4973" y="9257"/>
                    <a:pt x="4956" y="8525"/>
                  </a:cubicBezTo>
                  <a:cubicBezTo>
                    <a:pt x="4937" y="7794"/>
                    <a:pt x="5274" y="7044"/>
                    <a:pt x="5649" y="6182"/>
                  </a:cubicBezTo>
                  <a:cubicBezTo>
                    <a:pt x="6023" y="5316"/>
                    <a:pt x="7186" y="3124"/>
                    <a:pt x="6738" y="2299"/>
                  </a:cubicBezTo>
                  <a:cubicBezTo>
                    <a:pt x="6738" y="2299"/>
                    <a:pt x="6150" y="2000"/>
                    <a:pt x="5649" y="1725"/>
                  </a:cubicBezTo>
                  <a:cubicBezTo>
                    <a:pt x="5149" y="1450"/>
                    <a:pt x="5076" y="1024"/>
                    <a:pt x="4749" y="851"/>
                  </a:cubicBezTo>
                  <a:cubicBezTo>
                    <a:pt x="4426" y="676"/>
                    <a:pt x="3549" y="76"/>
                    <a:pt x="3150" y="76"/>
                  </a:cubicBezTo>
                  <a:cubicBezTo>
                    <a:pt x="2785" y="76"/>
                    <a:pt x="2340" y="177"/>
                    <a:pt x="2074" y="177"/>
                  </a:cubicBezTo>
                  <a:cubicBezTo>
                    <a:pt x="2049" y="177"/>
                    <a:pt x="2024" y="176"/>
                    <a:pt x="2002" y="174"/>
                  </a:cubicBezTo>
                  <a:cubicBezTo>
                    <a:pt x="1860" y="160"/>
                    <a:pt x="1406" y="1"/>
                    <a:pt x="1016" y="1"/>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5"/>
            <p:cNvSpPr/>
            <p:nvPr/>
          </p:nvSpPr>
          <p:spPr>
            <a:xfrm>
              <a:off x="1351597" y="2790608"/>
              <a:ext cx="30024" cy="97360"/>
            </a:xfrm>
            <a:custGeom>
              <a:rect b="b" l="l" r="r" t="t"/>
              <a:pathLst>
                <a:path extrusionOk="0" h="2338" w="721">
                  <a:moveTo>
                    <a:pt x="387" y="1934"/>
                  </a:moveTo>
                  <a:lnTo>
                    <a:pt x="387" y="1934"/>
                  </a:lnTo>
                  <a:cubicBezTo>
                    <a:pt x="381" y="1942"/>
                    <a:pt x="376" y="1950"/>
                    <a:pt x="370" y="1958"/>
                  </a:cubicBezTo>
                  <a:lnTo>
                    <a:pt x="370" y="1958"/>
                  </a:lnTo>
                  <a:cubicBezTo>
                    <a:pt x="369" y="1975"/>
                    <a:pt x="369" y="1982"/>
                    <a:pt x="371" y="1982"/>
                  </a:cubicBezTo>
                  <a:cubicBezTo>
                    <a:pt x="375" y="1982"/>
                    <a:pt x="387" y="1934"/>
                    <a:pt x="387" y="1934"/>
                  </a:cubicBezTo>
                  <a:close/>
                  <a:moveTo>
                    <a:pt x="249" y="1"/>
                  </a:moveTo>
                  <a:cubicBezTo>
                    <a:pt x="104" y="1"/>
                    <a:pt x="0" y="22"/>
                    <a:pt x="110" y="71"/>
                  </a:cubicBezTo>
                  <a:cubicBezTo>
                    <a:pt x="157" y="92"/>
                    <a:pt x="197" y="99"/>
                    <a:pt x="230" y="99"/>
                  </a:cubicBezTo>
                  <a:cubicBezTo>
                    <a:pt x="280" y="99"/>
                    <a:pt x="315" y="85"/>
                    <a:pt x="339" y="85"/>
                  </a:cubicBezTo>
                  <a:cubicBezTo>
                    <a:pt x="376" y="85"/>
                    <a:pt x="383" y="119"/>
                    <a:pt x="372" y="297"/>
                  </a:cubicBezTo>
                  <a:cubicBezTo>
                    <a:pt x="346" y="661"/>
                    <a:pt x="310" y="896"/>
                    <a:pt x="272" y="1243"/>
                  </a:cubicBezTo>
                  <a:cubicBezTo>
                    <a:pt x="234" y="1590"/>
                    <a:pt x="177" y="2295"/>
                    <a:pt x="205" y="2331"/>
                  </a:cubicBezTo>
                  <a:cubicBezTo>
                    <a:pt x="208" y="2336"/>
                    <a:pt x="211" y="2338"/>
                    <a:pt x="212" y="2338"/>
                  </a:cubicBezTo>
                  <a:cubicBezTo>
                    <a:pt x="225" y="2338"/>
                    <a:pt x="204" y="2201"/>
                    <a:pt x="370" y="1958"/>
                  </a:cubicBezTo>
                  <a:lnTo>
                    <a:pt x="370" y="1958"/>
                  </a:lnTo>
                  <a:cubicBezTo>
                    <a:pt x="375" y="1903"/>
                    <a:pt x="401" y="1738"/>
                    <a:pt x="478" y="1316"/>
                  </a:cubicBezTo>
                  <a:cubicBezTo>
                    <a:pt x="647" y="399"/>
                    <a:pt x="720" y="156"/>
                    <a:pt x="655" y="71"/>
                  </a:cubicBezTo>
                  <a:cubicBezTo>
                    <a:pt x="621" y="27"/>
                    <a:pt x="410" y="1"/>
                    <a:pt x="249" y="1"/>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5"/>
            <p:cNvSpPr/>
            <p:nvPr/>
          </p:nvSpPr>
          <p:spPr>
            <a:xfrm>
              <a:off x="2623606" y="2887802"/>
              <a:ext cx="740237" cy="2038900"/>
            </a:xfrm>
            <a:custGeom>
              <a:rect b="b" l="l" r="r" t="t"/>
              <a:pathLst>
                <a:path extrusionOk="0" h="48962" w="17776">
                  <a:moveTo>
                    <a:pt x="1962" y="0"/>
                  </a:moveTo>
                  <a:lnTo>
                    <a:pt x="501" y="5961"/>
                  </a:lnTo>
                  <a:lnTo>
                    <a:pt x="1" y="11561"/>
                  </a:lnTo>
                  <a:cubicBezTo>
                    <a:pt x="1" y="11561"/>
                    <a:pt x="2551" y="28855"/>
                    <a:pt x="3150" y="31406"/>
                  </a:cubicBezTo>
                  <a:cubicBezTo>
                    <a:pt x="3752" y="33953"/>
                    <a:pt x="4900" y="34354"/>
                    <a:pt x="5300" y="35304"/>
                  </a:cubicBezTo>
                  <a:cubicBezTo>
                    <a:pt x="5701" y="36253"/>
                    <a:pt x="7301" y="41551"/>
                    <a:pt x="7751" y="43490"/>
                  </a:cubicBezTo>
                  <a:cubicBezTo>
                    <a:pt x="8199" y="45428"/>
                    <a:pt x="9480" y="48850"/>
                    <a:pt x="9480" y="48850"/>
                  </a:cubicBezTo>
                  <a:cubicBezTo>
                    <a:pt x="9480" y="48850"/>
                    <a:pt x="9787" y="48961"/>
                    <a:pt x="10433" y="48961"/>
                  </a:cubicBezTo>
                  <a:cubicBezTo>
                    <a:pt x="11224" y="48961"/>
                    <a:pt x="12522" y="48794"/>
                    <a:pt x="14387" y="48050"/>
                  </a:cubicBezTo>
                  <a:cubicBezTo>
                    <a:pt x="17776" y="46700"/>
                    <a:pt x="17099" y="45751"/>
                    <a:pt x="16540" y="44251"/>
                  </a:cubicBezTo>
                  <a:cubicBezTo>
                    <a:pt x="15978" y="42751"/>
                    <a:pt x="14949" y="35552"/>
                    <a:pt x="14387" y="34003"/>
                  </a:cubicBezTo>
                  <a:cubicBezTo>
                    <a:pt x="13826" y="32452"/>
                    <a:pt x="13198" y="30952"/>
                    <a:pt x="12998" y="29653"/>
                  </a:cubicBezTo>
                  <a:cubicBezTo>
                    <a:pt x="12799" y="28354"/>
                    <a:pt x="12331" y="24467"/>
                    <a:pt x="12381" y="24068"/>
                  </a:cubicBezTo>
                  <a:cubicBezTo>
                    <a:pt x="12394" y="23959"/>
                    <a:pt x="12369" y="23924"/>
                    <a:pt x="12323" y="23924"/>
                  </a:cubicBezTo>
                  <a:cubicBezTo>
                    <a:pt x="12241" y="23924"/>
                    <a:pt x="12095" y="24034"/>
                    <a:pt x="11984" y="24034"/>
                  </a:cubicBezTo>
                  <a:cubicBezTo>
                    <a:pt x="11927" y="24034"/>
                    <a:pt x="11879" y="24005"/>
                    <a:pt x="11855" y="23918"/>
                  </a:cubicBezTo>
                  <a:cubicBezTo>
                    <a:pt x="11755" y="23566"/>
                    <a:pt x="11750" y="23858"/>
                    <a:pt x="11901" y="23105"/>
                  </a:cubicBezTo>
                  <a:cubicBezTo>
                    <a:pt x="12051" y="22353"/>
                    <a:pt x="11649" y="23105"/>
                    <a:pt x="11148" y="21956"/>
                  </a:cubicBezTo>
                  <a:cubicBezTo>
                    <a:pt x="10648" y="20805"/>
                    <a:pt x="9798" y="11409"/>
                    <a:pt x="9798" y="11409"/>
                  </a:cubicBezTo>
                  <a:cubicBezTo>
                    <a:pt x="9798" y="11409"/>
                    <a:pt x="8591" y="1904"/>
                    <a:pt x="5799" y="1132"/>
                  </a:cubicBezTo>
                  <a:cubicBezTo>
                    <a:pt x="3006" y="364"/>
                    <a:pt x="1962" y="0"/>
                    <a:pt x="196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5"/>
            <p:cNvSpPr/>
            <p:nvPr/>
          </p:nvSpPr>
          <p:spPr>
            <a:xfrm>
              <a:off x="1060725" y="3187461"/>
              <a:ext cx="688559" cy="1065423"/>
            </a:xfrm>
            <a:custGeom>
              <a:rect b="b" l="l" r="r" t="t"/>
              <a:pathLst>
                <a:path extrusionOk="0" h="25585" w="16535">
                  <a:moveTo>
                    <a:pt x="8254" y="1"/>
                  </a:moveTo>
                  <a:cubicBezTo>
                    <a:pt x="8251" y="1"/>
                    <a:pt x="8248" y="2"/>
                    <a:pt x="8245" y="3"/>
                  </a:cubicBezTo>
                  <a:cubicBezTo>
                    <a:pt x="8017" y="116"/>
                    <a:pt x="6674" y="678"/>
                    <a:pt x="5400" y="1390"/>
                  </a:cubicBezTo>
                  <a:cubicBezTo>
                    <a:pt x="4127" y="2102"/>
                    <a:pt x="2214" y="3639"/>
                    <a:pt x="2214" y="3639"/>
                  </a:cubicBezTo>
                  <a:cubicBezTo>
                    <a:pt x="1541" y="4163"/>
                    <a:pt x="0" y="6453"/>
                    <a:pt x="0" y="6453"/>
                  </a:cubicBezTo>
                  <a:cubicBezTo>
                    <a:pt x="0" y="6453"/>
                    <a:pt x="773" y="8327"/>
                    <a:pt x="1912" y="11964"/>
                  </a:cubicBezTo>
                  <a:cubicBezTo>
                    <a:pt x="3054" y="15599"/>
                    <a:pt x="4051" y="16499"/>
                    <a:pt x="4763" y="18149"/>
                  </a:cubicBezTo>
                  <a:cubicBezTo>
                    <a:pt x="5475" y="19798"/>
                    <a:pt x="7986" y="24936"/>
                    <a:pt x="8473" y="25386"/>
                  </a:cubicBezTo>
                  <a:cubicBezTo>
                    <a:pt x="8630" y="25530"/>
                    <a:pt x="8984" y="25585"/>
                    <a:pt x="9441" y="25585"/>
                  </a:cubicBezTo>
                  <a:cubicBezTo>
                    <a:pt x="10406" y="25585"/>
                    <a:pt x="11830" y="25338"/>
                    <a:pt x="12823" y="25160"/>
                  </a:cubicBezTo>
                  <a:cubicBezTo>
                    <a:pt x="14283" y="24896"/>
                    <a:pt x="15035" y="23697"/>
                    <a:pt x="15735" y="22197"/>
                  </a:cubicBezTo>
                  <a:cubicBezTo>
                    <a:pt x="16438" y="20698"/>
                    <a:pt x="16535" y="15786"/>
                    <a:pt x="15735" y="13382"/>
                  </a:cubicBezTo>
                  <a:cubicBezTo>
                    <a:pt x="14938" y="10979"/>
                    <a:pt x="11660" y="6452"/>
                    <a:pt x="11210" y="5573"/>
                  </a:cubicBezTo>
                  <a:cubicBezTo>
                    <a:pt x="10767" y="4704"/>
                    <a:pt x="8526" y="1"/>
                    <a:pt x="825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5"/>
            <p:cNvSpPr/>
            <p:nvPr/>
          </p:nvSpPr>
          <p:spPr>
            <a:xfrm>
              <a:off x="2222590" y="5078070"/>
              <a:ext cx="50096" cy="376698"/>
            </a:xfrm>
            <a:custGeom>
              <a:rect b="b" l="l" r="r" t="t"/>
              <a:pathLst>
                <a:path extrusionOk="0" h="9046" w="1203">
                  <a:moveTo>
                    <a:pt x="141" y="0"/>
                  </a:moveTo>
                  <a:lnTo>
                    <a:pt x="0" y="6574"/>
                  </a:lnTo>
                  <a:lnTo>
                    <a:pt x="933" y="9046"/>
                  </a:lnTo>
                  <a:cubicBezTo>
                    <a:pt x="1203" y="6246"/>
                    <a:pt x="141" y="0"/>
                    <a:pt x="1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5"/>
            <p:cNvSpPr/>
            <p:nvPr/>
          </p:nvSpPr>
          <p:spPr>
            <a:xfrm>
              <a:off x="2294214" y="3802645"/>
              <a:ext cx="563673" cy="651039"/>
            </a:xfrm>
            <a:custGeom>
              <a:rect b="b" l="l" r="r" t="t"/>
              <a:pathLst>
                <a:path extrusionOk="0" h="15634" w="13536">
                  <a:moveTo>
                    <a:pt x="8960" y="1"/>
                  </a:moveTo>
                  <a:cubicBezTo>
                    <a:pt x="8960" y="1"/>
                    <a:pt x="8776" y="1718"/>
                    <a:pt x="8960" y="1886"/>
                  </a:cubicBezTo>
                  <a:cubicBezTo>
                    <a:pt x="9143" y="2052"/>
                    <a:pt x="8807" y="2734"/>
                    <a:pt x="8960" y="4610"/>
                  </a:cubicBezTo>
                  <a:cubicBezTo>
                    <a:pt x="9113" y="6485"/>
                    <a:pt x="9938" y="8434"/>
                    <a:pt x="9639" y="9034"/>
                  </a:cubicBezTo>
                  <a:cubicBezTo>
                    <a:pt x="9339" y="9631"/>
                    <a:pt x="10861" y="10150"/>
                    <a:pt x="7739" y="11205"/>
                  </a:cubicBezTo>
                  <a:cubicBezTo>
                    <a:pt x="5119" y="12088"/>
                    <a:pt x="3785" y="12475"/>
                    <a:pt x="2986" y="12475"/>
                  </a:cubicBezTo>
                  <a:cubicBezTo>
                    <a:pt x="2833" y="12475"/>
                    <a:pt x="2699" y="12461"/>
                    <a:pt x="2580" y="12433"/>
                  </a:cubicBezTo>
                  <a:cubicBezTo>
                    <a:pt x="2493" y="12412"/>
                    <a:pt x="2389" y="12403"/>
                    <a:pt x="2275" y="12403"/>
                  </a:cubicBezTo>
                  <a:cubicBezTo>
                    <a:pt x="1426" y="12403"/>
                    <a:pt x="1" y="12909"/>
                    <a:pt x="300" y="12956"/>
                  </a:cubicBezTo>
                  <a:cubicBezTo>
                    <a:pt x="414" y="12973"/>
                    <a:pt x="850" y="12979"/>
                    <a:pt x="1380" y="12979"/>
                  </a:cubicBezTo>
                  <a:cubicBezTo>
                    <a:pt x="2442" y="12979"/>
                    <a:pt x="3884" y="12956"/>
                    <a:pt x="3884" y="12956"/>
                  </a:cubicBezTo>
                  <a:cubicBezTo>
                    <a:pt x="3884" y="12956"/>
                    <a:pt x="6865" y="12469"/>
                    <a:pt x="8438" y="12063"/>
                  </a:cubicBezTo>
                  <a:cubicBezTo>
                    <a:pt x="9629" y="11757"/>
                    <a:pt x="10435" y="11720"/>
                    <a:pt x="10756" y="11720"/>
                  </a:cubicBezTo>
                  <a:cubicBezTo>
                    <a:pt x="10859" y="11720"/>
                    <a:pt x="10912" y="11724"/>
                    <a:pt x="10912" y="11724"/>
                  </a:cubicBezTo>
                  <a:cubicBezTo>
                    <a:pt x="10912" y="11724"/>
                    <a:pt x="12187" y="13917"/>
                    <a:pt x="12263" y="14288"/>
                  </a:cubicBezTo>
                  <a:cubicBezTo>
                    <a:pt x="12338" y="14658"/>
                    <a:pt x="13536" y="15633"/>
                    <a:pt x="13536" y="15633"/>
                  </a:cubicBezTo>
                  <a:lnTo>
                    <a:pt x="12576" y="12433"/>
                  </a:lnTo>
                  <a:cubicBezTo>
                    <a:pt x="12576" y="12433"/>
                    <a:pt x="11363" y="9259"/>
                    <a:pt x="11289" y="8434"/>
                  </a:cubicBezTo>
                  <a:cubicBezTo>
                    <a:pt x="11213" y="7608"/>
                    <a:pt x="10186" y="4494"/>
                    <a:pt x="10038" y="3561"/>
                  </a:cubicBezTo>
                  <a:cubicBezTo>
                    <a:pt x="9890" y="2629"/>
                    <a:pt x="8960" y="1"/>
                    <a:pt x="896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5"/>
            <p:cNvSpPr/>
            <p:nvPr/>
          </p:nvSpPr>
          <p:spPr>
            <a:xfrm>
              <a:off x="1942544" y="4133328"/>
              <a:ext cx="13242" cy="13242"/>
            </a:xfrm>
            <a:custGeom>
              <a:rect b="b" l="l" r="r" t="t"/>
              <a:pathLst>
                <a:path extrusionOk="0" h="318" w="318">
                  <a:moveTo>
                    <a:pt x="317" y="0"/>
                  </a:moveTo>
                  <a:lnTo>
                    <a:pt x="0" y="317"/>
                  </a:lnTo>
                </a:path>
              </a:pathLst>
            </a:custGeom>
            <a:solidFill>
              <a:srgbClr val="CC8F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5"/>
            <p:cNvSpPr/>
            <p:nvPr/>
          </p:nvSpPr>
          <p:spPr>
            <a:xfrm>
              <a:off x="1941087" y="4132245"/>
              <a:ext cx="16199" cy="15324"/>
            </a:xfrm>
            <a:custGeom>
              <a:rect b="b" l="l" r="r" t="t"/>
              <a:pathLst>
                <a:path extrusionOk="0" h="368" w="389">
                  <a:moveTo>
                    <a:pt x="352" y="0"/>
                  </a:moveTo>
                  <a:cubicBezTo>
                    <a:pt x="346" y="0"/>
                    <a:pt x="340" y="3"/>
                    <a:pt x="335" y="8"/>
                  </a:cubicBezTo>
                  <a:lnTo>
                    <a:pt x="18" y="325"/>
                  </a:lnTo>
                  <a:cubicBezTo>
                    <a:pt x="1" y="342"/>
                    <a:pt x="18" y="367"/>
                    <a:pt x="37" y="367"/>
                  </a:cubicBezTo>
                  <a:cubicBezTo>
                    <a:pt x="43" y="367"/>
                    <a:pt x="48" y="365"/>
                    <a:pt x="53" y="360"/>
                  </a:cubicBezTo>
                  <a:lnTo>
                    <a:pt x="371" y="43"/>
                  </a:lnTo>
                  <a:cubicBezTo>
                    <a:pt x="388" y="26"/>
                    <a:pt x="371" y="0"/>
                    <a:pt x="352" y="0"/>
                  </a:cubicBezTo>
                  <a:close/>
                </a:path>
              </a:pathLst>
            </a:custGeom>
            <a:solidFill>
              <a:srgbClr val="CC8F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5"/>
            <p:cNvSpPr/>
            <p:nvPr/>
          </p:nvSpPr>
          <p:spPr>
            <a:xfrm>
              <a:off x="1789717" y="3462717"/>
              <a:ext cx="764431" cy="757061"/>
            </a:xfrm>
            <a:custGeom>
              <a:rect b="b" l="l" r="r" t="t"/>
              <a:pathLst>
                <a:path extrusionOk="0" h="18180" w="18357">
                  <a:moveTo>
                    <a:pt x="18356" y="1"/>
                  </a:moveTo>
                  <a:cubicBezTo>
                    <a:pt x="17006" y="1323"/>
                    <a:pt x="15809" y="2799"/>
                    <a:pt x="14794" y="4392"/>
                  </a:cubicBezTo>
                  <a:cubicBezTo>
                    <a:pt x="14178" y="5362"/>
                    <a:pt x="13614" y="6389"/>
                    <a:pt x="12761" y="7160"/>
                  </a:cubicBezTo>
                  <a:cubicBezTo>
                    <a:pt x="11767" y="8057"/>
                    <a:pt x="10444" y="8539"/>
                    <a:pt x="9496" y="9482"/>
                  </a:cubicBezTo>
                  <a:cubicBezTo>
                    <a:pt x="8771" y="10200"/>
                    <a:pt x="8287" y="11161"/>
                    <a:pt x="7448" y="11742"/>
                  </a:cubicBezTo>
                  <a:cubicBezTo>
                    <a:pt x="6642" y="12300"/>
                    <a:pt x="5580" y="12447"/>
                    <a:pt x="4850" y="13102"/>
                  </a:cubicBezTo>
                  <a:cubicBezTo>
                    <a:pt x="4321" y="13575"/>
                    <a:pt x="4030" y="14254"/>
                    <a:pt x="3577" y="14797"/>
                  </a:cubicBezTo>
                  <a:cubicBezTo>
                    <a:pt x="2563" y="16014"/>
                    <a:pt x="797" y="16496"/>
                    <a:pt x="0" y="17862"/>
                  </a:cubicBezTo>
                  <a:cubicBezTo>
                    <a:pt x="101" y="18088"/>
                    <a:pt x="318" y="18180"/>
                    <a:pt x="562" y="18180"/>
                  </a:cubicBezTo>
                  <a:cubicBezTo>
                    <a:pt x="831" y="18180"/>
                    <a:pt x="1133" y="18068"/>
                    <a:pt x="1348" y="17899"/>
                  </a:cubicBezTo>
                  <a:cubicBezTo>
                    <a:pt x="1757" y="17579"/>
                    <a:pt x="2123" y="17109"/>
                    <a:pt x="2644" y="17087"/>
                  </a:cubicBezTo>
                  <a:lnTo>
                    <a:pt x="2802" y="17201"/>
                  </a:lnTo>
                  <a:cubicBezTo>
                    <a:pt x="5055" y="16262"/>
                    <a:pt x="6194" y="13714"/>
                    <a:pt x="8234" y="12371"/>
                  </a:cubicBezTo>
                  <a:cubicBezTo>
                    <a:pt x="8915" y="11921"/>
                    <a:pt x="9682" y="11621"/>
                    <a:pt x="10377" y="11188"/>
                  </a:cubicBezTo>
                  <a:cubicBezTo>
                    <a:pt x="11187" y="10686"/>
                    <a:pt x="11881" y="10018"/>
                    <a:pt x="12569" y="9358"/>
                  </a:cubicBezTo>
                  <a:cubicBezTo>
                    <a:pt x="13387" y="8570"/>
                    <a:pt x="14223" y="7758"/>
                    <a:pt x="14701" y="6726"/>
                  </a:cubicBezTo>
                  <a:cubicBezTo>
                    <a:pt x="14998" y="6083"/>
                    <a:pt x="15145" y="5379"/>
                    <a:pt x="15425" y="4729"/>
                  </a:cubicBezTo>
                  <a:cubicBezTo>
                    <a:pt x="16166" y="3019"/>
                    <a:pt x="17797" y="1777"/>
                    <a:pt x="1835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5"/>
            <p:cNvSpPr/>
            <p:nvPr/>
          </p:nvSpPr>
          <p:spPr>
            <a:xfrm>
              <a:off x="1776599" y="3453306"/>
              <a:ext cx="789084" cy="777091"/>
            </a:xfrm>
            <a:custGeom>
              <a:rect b="b" l="l" r="r" t="t"/>
              <a:pathLst>
                <a:path extrusionOk="0" h="18661" w="18949">
                  <a:moveTo>
                    <a:pt x="17808" y="1471"/>
                  </a:moveTo>
                  <a:lnTo>
                    <a:pt x="17808" y="1471"/>
                  </a:lnTo>
                  <a:cubicBezTo>
                    <a:pt x="17279" y="2298"/>
                    <a:pt x="16603" y="3041"/>
                    <a:pt x="16065" y="3857"/>
                  </a:cubicBezTo>
                  <a:cubicBezTo>
                    <a:pt x="15626" y="4524"/>
                    <a:pt x="15354" y="5236"/>
                    <a:pt x="15105" y="5987"/>
                  </a:cubicBezTo>
                  <a:cubicBezTo>
                    <a:pt x="14832" y="6808"/>
                    <a:pt x="14452" y="7516"/>
                    <a:pt x="13884" y="8168"/>
                  </a:cubicBezTo>
                  <a:cubicBezTo>
                    <a:pt x="13344" y="8789"/>
                    <a:pt x="12732" y="9356"/>
                    <a:pt x="12131" y="9918"/>
                  </a:cubicBezTo>
                  <a:cubicBezTo>
                    <a:pt x="11484" y="10523"/>
                    <a:pt x="10804" y="11061"/>
                    <a:pt x="10021" y="11482"/>
                  </a:cubicBezTo>
                  <a:cubicBezTo>
                    <a:pt x="9292" y="11871"/>
                    <a:pt x="8552" y="12218"/>
                    <a:pt x="7899" y="12734"/>
                  </a:cubicBezTo>
                  <a:cubicBezTo>
                    <a:pt x="7359" y="13162"/>
                    <a:pt x="6888" y="13670"/>
                    <a:pt x="6433" y="14186"/>
                  </a:cubicBezTo>
                  <a:cubicBezTo>
                    <a:pt x="5451" y="15301"/>
                    <a:pt x="4502" y="16544"/>
                    <a:pt x="3145" y="17221"/>
                  </a:cubicBezTo>
                  <a:lnTo>
                    <a:pt x="3145" y="17221"/>
                  </a:lnTo>
                  <a:cubicBezTo>
                    <a:pt x="3122" y="17156"/>
                    <a:pt x="3065" y="17107"/>
                    <a:pt x="2973" y="17107"/>
                  </a:cubicBezTo>
                  <a:cubicBezTo>
                    <a:pt x="2968" y="17107"/>
                    <a:pt x="2963" y="17107"/>
                    <a:pt x="2959" y="17107"/>
                  </a:cubicBezTo>
                  <a:cubicBezTo>
                    <a:pt x="2420" y="17135"/>
                    <a:pt x="2032" y="17480"/>
                    <a:pt x="1645" y="17816"/>
                  </a:cubicBezTo>
                  <a:cubicBezTo>
                    <a:pt x="1480" y="17959"/>
                    <a:pt x="1147" y="18167"/>
                    <a:pt x="874" y="18167"/>
                  </a:cubicBezTo>
                  <a:cubicBezTo>
                    <a:pt x="778" y="18167"/>
                    <a:pt x="690" y="18142"/>
                    <a:pt x="620" y="18079"/>
                  </a:cubicBezTo>
                  <a:lnTo>
                    <a:pt x="620" y="18079"/>
                  </a:lnTo>
                  <a:cubicBezTo>
                    <a:pt x="1427" y="16886"/>
                    <a:pt x="2936" y="16415"/>
                    <a:pt x="3912" y="15381"/>
                  </a:cubicBezTo>
                  <a:cubicBezTo>
                    <a:pt x="4483" y="14776"/>
                    <a:pt x="4786" y="13935"/>
                    <a:pt x="5449" y="13416"/>
                  </a:cubicBezTo>
                  <a:cubicBezTo>
                    <a:pt x="6091" y="12913"/>
                    <a:pt x="6929" y="12743"/>
                    <a:pt x="7632" y="12343"/>
                  </a:cubicBezTo>
                  <a:cubicBezTo>
                    <a:pt x="8365" y="11926"/>
                    <a:pt x="8853" y="11252"/>
                    <a:pt x="9362" y="10600"/>
                  </a:cubicBezTo>
                  <a:cubicBezTo>
                    <a:pt x="9905" y="9904"/>
                    <a:pt x="10527" y="9375"/>
                    <a:pt x="11274" y="8909"/>
                  </a:cubicBezTo>
                  <a:cubicBezTo>
                    <a:pt x="11976" y="8469"/>
                    <a:pt x="12705" y="8060"/>
                    <a:pt x="13314" y="7492"/>
                  </a:cubicBezTo>
                  <a:cubicBezTo>
                    <a:pt x="13957" y="6887"/>
                    <a:pt x="14439" y="6135"/>
                    <a:pt x="14903" y="5391"/>
                  </a:cubicBezTo>
                  <a:cubicBezTo>
                    <a:pt x="15769" y="3997"/>
                    <a:pt x="16720" y="2684"/>
                    <a:pt x="17808" y="1471"/>
                  </a:cubicBezTo>
                  <a:close/>
                  <a:moveTo>
                    <a:pt x="18663" y="0"/>
                  </a:moveTo>
                  <a:cubicBezTo>
                    <a:pt x="18607" y="0"/>
                    <a:pt x="18550" y="20"/>
                    <a:pt x="18505" y="65"/>
                  </a:cubicBezTo>
                  <a:cubicBezTo>
                    <a:pt x="16934" y="1623"/>
                    <a:pt x="15623" y="3368"/>
                    <a:pt x="14450" y="5237"/>
                  </a:cubicBezTo>
                  <a:cubicBezTo>
                    <a:pt x="13881" y="6145"/>
                    <a:pt x="13269" y="7010"/>
                    <a:pt x="12385" y="7637"/>
                  </a:cubicBezTo>
                  <a:cubicBezTo>
                    <a:pt x="11574" y="8212"/>
                    <a:pt x="10666" y="8645"/>
                    <a:pt x="9906" y="9294"/>
                  </a:cubicBezTo>
                  <a:cubicBezTo>
                    <a:pt x="9137" y="9953"/>
                    <a:pt x="8663" y="10877"/>
                    <a:pt x="7904" y="11546"/>
                  </a:cubicBezTo>
                  <a:cubicBezTo>
                    <a:pt x="7167" y="12198"/>
                    <a:pt x="6152" y="12343"/>
                    <a:pt x="5344" y="12879"/>
                  </a:cubicBezTo>
                  <a:cubicBezTo>
                    <a:pt x="4498" y="13440"/>
                    <a:pt x="4171" y="14411"/>
                    <a:pt x="3470" y="15108"/>
                  </a:cubicBezTo>
                  <a:cubicBezTo>
                    <a:pt x="2842" y="15734"/>
                    <a:pt x="2042" y="16143"/>
                    <a:pt x="1335" y="16667"/>
                  </a:cubicBezTo>
                  <a:cubicBezTo>
                    <a:pt x="954" y="16949"/>
                    <a:pt x="599" y="17259"/>
                    <a:pt x="312" y="17638"/>
                  </a:cubicBezTo>
                  <a:cubicBezTo>
                    <a:pt x="188" y="17805"/>
                    <a:pt x="1" y="17999"/>
                    <a:pt x="94" y="18218"/>
                  </a:cubicBezTo>
                  <a:cubicBezTo>
                    <a:pt x="170" y="18394"/>
                    <a:pt x="336" y="18528"/>
                    <a:pt x="513" y="18596"/>
                  </a:cubicBezTo>
                  <a:cubicBezTo>
                    <a:pt x="630" y="18641"/>
                    <a:pt x="756" y="18661"/>
                    <a:pt x="884" y="18661"/>
                  </a:cubicBezTo>
                  <a:cubicBezTo>
                    <a:pt x="1164" y="18661"/>
                    <a:pt x="1451" y="18564"/>
                    <a:pt x="1680" y="18419"/>
                  </a:cubicBezTo>
                  <a:cubicBezTo>
                    <a:pt x="2106" y="18153"/>
                    <a:pt x="2431" y="17589"/>
                    <a:pt x="2959" y="17523"/>
                  </a:cubicBezTo>
                  <a:cubicBezTo>
                    <a:pt x="2963" y="17522"/>
                    <a:pt x="2967" y="17522"/>
                    <a:pt x="2971" y="17521"/>
                  </a:cubicBezTo>
                  <a:lnTo>
                    <a:pt x="2971" y="17521"/>
                  </a:lnTo>
                  <a:cubicBezTo>
                    <a:pt x="3000" y="17571"/>
                    <a:pt x="3048" y="17607"/>
                    <a:pt x="3107" y="17607"/>
                  </a:cubicBezTo>
                  <a:cubicBezTo>
                    <a:pt x="3125" y="17607"/>
                    <a:pt x="3144" y="17604"/>
                    <a:pt x="3163" y="17596"/>
                  </a:cubicBezTo>
                  <a:cubicBezTo>
                    <a:pt x="4483" y="17084"/>
                    <a:pt x="5436" y="16069"/>
                    <a:pt x="6361" y="15037"/>
                  </a:cubicBezTo>
                  <a:cubicBezTo>
                    <a:pt x="6832" y="14513"/>
                    <a:pt x="7302" y="13985"/>
                    <a:pt x="7825" y="13513"/>
                  </a:cubicBezTo>
                  <a:cubicBezTo>
                    <a:pt x="8437" y="12963"/>
                    <a:pt x="9114" y="12566"/>
                    <a:pt x="9846" y="12194"/>
                  </a:cubicBezTo>
                  <a:cubicBezTo>
                    <a:pt x="10635" y="11792"/>
                    <a:pt x="11359" y="11339"/>
                    <a:pt x="12031" y="10758"/>
                  </a:cubicBezTo>
                  <a:cubicBezTo>
                    <a:pt x="12689" y="10189"/>
                    <a:pt x="13328" y="9580"/>
                    <a:pt x="13923" y="8945"/>
                  </a:cubicBezTo>
                  <a:cubicBezTo>
                    <a:pt x="14474" y="8356"/>
                    <a:pt x="14979" y="7712"/>
                    <a:pt x="15299" y="6964"/>
                  </a:cubicBezTo>
                  <a:cubicBezTo>
                    <a:pt x="15642" y="6168"/>
                    <a:pt x="15802" y="5309"/>
                    <a:pt x="16223" y="4547"/>
                  </a:cubicBezTo>
                  <a:cubicBezTo>
                    <a:pt x="17037" y="3073"/>
                    <a:pt x="18371" y="1928"/>
                    <a:pt x="18897" y="293"/>
                  </a:cubicBezTo>
                  <a:cubicBezTo>
                    <a:pt x="18949" y="129"/>
                    <a:pt x="18806" y="0"/>
                    <a:pt x="1866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5"/>
            <p:cNvSpPr/>
            <p:nvPr/>
          </p:nvSpPr>
          <p:spPr>
            <a:xfrm>
              <a:off x="2174771" y="2214949"/>
              <a:ext cx="72283" cy="171652"/>
            </a:xfrm>
            <a:custGeom>
              <a:rect b="b" l="l" r="r" t="t"/>
              <a:pathLst>
                <a:path extrusionOk="0" h="2805" w="1181">
                  <a:moveTo>
                    <a:pt x="590" y="1"/>
                  </a:moveTo>
                  <a:cubicBezTo>
                    <a:pt x="265" y="1"/>
                    <a:pt x="1" y="1220"/>
                    <a:pt x="1" y="1993"/>
                  </a:cubicBezTo>
                  <a:cubicBezTo>
                    <a:pt x="1" y="2767"/>
                    <a:pt x="265" y="2804"/>
                    <a:pt x="590" y="2804"/>
                  </a:cubicBezTo>
                  <a:cubicBezTo>
                    <a:pt x="916" y="2804"/>
                    <a:pt x="1181" y="2767"/>
                    <a:pt x="1181" y="1993"/>
                  </a:cubicBezTo>
                  <a:cubicBezTo>
                    <a:pt x="1181" y="1220"/>
                    <a:pt x="916" y="1"/>
                    <a:pt x="590" y="1"/>
                  </a:cubicBezTo>
                  <a:close/>
                </a:path>
              </a:pathLst>
            </a:custGeom>
            <a:solidFill>
              <a:srgbClr val="F370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03" name="Shape 2303"/>
        <p:cNvGrpSpPr/>
        <p:nvPr/>
      </p:nvGrpSpPr>
      <p:grpSpPr>
        <a:xfrm>
          <a:off x="0" y="0"/>
          <a:ext cx="0" cy="0"/>
          <a:chOff x="0" y="0"/>
          <a:chExt cx="0" cy="0"/>
        </a:xfrm>
      </p:grpSpPr>
      <p:sp>
        <p:nvSpPr>
          <p:cNvPr id="2304" name="Google Shape;2304;p46"/>
          <p:cNvSpPr txBox="1"/>
          <p:nvPr>
            <p:ph idx="1" type="subTitle"/>
          </p:nvPr>
        </p:nvSpPr>
        <p:spPr>
          <a:xfrm>
            <a:off x="1024800" y="1564875"/>
            <a:ext cx="3252600" cy="434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We don’t know where he is from</a:t>
            </a:r>
            <a:endParaRPr/>
          </a:p>
        </p:txBody>
      </p:sp>
      <p:sp>
        <p:nvSpPr>
          <p:cNvPr id="2305" name="Google Shape;2305;p46"/>
          <p:cNvSpPr txBox="1"/>
          <p:nvPr>
            <p:ph idx="2" type="subTitle"/>
          </p:nvPr>
        </p:nvSpPr>
        <p:spPr>
          <a:xfrm>
            <a:off x="7084550" y="4208775"/>
            <a:ext cx="913800" cy="394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hlink"/>
                </a:solidFill>
              </a:rPr>
              <a:t>Progress:</a:t>
            </a:r>
            <a:endParaRPr/>
          </a:p>
        </p:txBody>
      </p:sp>
      <p:sp>
        <p:nvSpPr>
          <p:cNvPr id="2306" name="Google Shape;2306;p46"/>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This is </a:t>
            </a:r>
            <a:r>
              <a:rPr b="1" lang="en">
                <a:solidFill>
                  <a:schemeClr val="accent4"/>
                </a:solidFill>
              </a:rPr>
              <a:t>finnick!</a:t>
            </a:r>
            <a:endParaRPr b="1">
              <a:solidFill>
                <a:schemeClr val="accent4"/>
              </a:solidFill>
            </a:endParaRPr>
          </a:p>
        </p:txBody>
      </p:sp>
      <p:sp>
        <p:nvSpPr>
          <p:cNvPr id="2307" name="Google Shape;2307;p46"/>
          <p:cNvSpPr txBox="1"/>
          <p:nvPr>
            <p:ph idx="3" type="subTitle"/>
          </p:nvPr>
        </p:nvSpPr>
        <p:spPr>
          <a:xfrm>
            <a:off x="1024800" y="1998975"/>
            <a:ext cx="3252600" cy="434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 is 15 years old</a:t>
            </a:r>
            <a:endParaRPr/>
          </a:p>
        </p:txBody>
      </p:sp>
      <p:sp>
        <p:nvSpPr>
          <p:cNvPr id="2308" name="Google Shape;2308;p46"/>
          <p:cNvSpPr txBox="1"/>
          <p:nvPr>
            <p:ph idx="4" type="subTitle"/>
          </p:nvPr>
        </p:nvSpPr>
        <p:spPr>
          <a:xfrm>
            <a:off x="1024800" y="2433075"/>
            <a:ext cx="3252600" cy="434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Finnick loves chess and parkour</a:t>
            </a:r>
            <a:endParaRPr/>
          </a:p>
        </p:txBody>
      </p:sp>
      <p:sp>
        <p:nvSpPr>
          <p:cNvPr id="2309" name="Google Shape;2309;p46"/>
          <p:cNvSpPr txBox="1"/>
          <p:nvPr>
            <p:ph idx="5" type="subTitle"/>
          </p:nvPr>
        </p:nvSpPr>
        <p:spPr>
          <a:xfrm>
            <a:off x="1024800" y="2867175"/>
            <a:ext cx="3252600" cy="434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 does not have lots of friends: only 1</a:t>
            </a:r>
            <a:endParaRPr/>
          </a:p>
        </p:txBody>
      </p:sp>
      <p:sp>
        <p:nvSpPr>
          <p:cNvPr id="2310" name="Google Shape;2310;p46"/>
          <p:cNvSpPr txBox="1"/>
          <p:nvPr>
            <p:ph idx="6" type="subTitle"/>
          </p:nvPr>
        </p:nvSpPr>
        <p:spPr>
          <a:xfrm>
            <a:off x="1024800" y="3301275"/>
            <a:ext cx="3252600" cy="434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 has a tortoise called Edison</a:t>
            </a:r>
            <a:endParaRPr/>
          </a:p>
        </p:txBody>
      </p:sp>
      <p:sp>
        <p:nvSpPr>
          <p:cNvPr id="2311" name="Google Shape;2311;p46"/>
          <p:cNvSpPr txBox="1"/>
          <p:nvPr>
            <p:ph idx="7" type="subTitle"/>
          </p:nvPr>
        </p:nvSpPr>
        <p:spPr>
          <a:xfrm>
            <a:off x="1024800" y="3735375"/>
            <a:ext cx="3252600" cy="434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 hates math but is good at them</a:t>
            </a:r>
            <a:endParaRPr/>
          </a:p>
        </p:txBody>
      </p:sp>
      <p:sp>
        <p:nvSpPr>
          <p:cNvPr id="2312" name="Google Shape;2312;p46"/>
          <p:cNvSpPr txBox="1"/>
          <p:nvPr>
            <p:ph idx="8" type="subTitle"/>
          </p:nvPr>
        </p:nvSpPr>
        <p:spPr>
          <a:xfrm>
            <a:off x="1024800" y="4169475"/>
            <a:ext cx="3252600" cy="434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Finnick has always a smile on his face</a:t>
            </a:r>
            <a:endParaRPr/>
          </a:p>
        </p:txBody>
      </p:sp>
      <p:grpSp>
        <p:nvGrpSpPr>
          <p:cNvPr id="2313" name="Google Shape;2313;p46"/>
          <p:cNvGrpSpPr/>
          <p:nvPr/>
        </p:nvGrpSpPr>
        <p:grpSpPr>
          <a:xfrm>
            <a:off x="8088688" y="4178022"/>
            <a:ext cx="331363" cy="416716"/>
            <a:chOff x="8088688" y="4178022"/>
            <a:chExt cx="331363" cy="416716"/>
          </a:xfrm>
        </p:grpSpPr>
        <p:sp>
          <p:nvSpPr>
            <p:cNvPr id="2314" name="Google Shape;2314;p46"/>
            <p:cNvSpPr/>
            <p:nvPr/>
          </p:nvSpPr>
          <p:spPr>
            <a:xfrm>
              <a:off x="8363880" y="4360141"/>
              <a:ext cx="50094" cy="74182"/>
            </a:xfrm>
            <a:custGeom>
              <a:rect b="b" l="l" r="r" t="t"/>
              <a:pathLst>
                <a:path extrusionOk="0" h="5691" w="3843">
                  <a:moveTo>
                    <a:pt x="420" y="1"/>
                  </a:moveTo>
                  <a:lnTo>
                    <a:pt x="1" y="5690"/>
                  </a:lnTo>
                  <a:lnTo>
                    <a:pt x="278" y="5690"/>
                  </a:lnTo>
                  <a:cubicBezTo>
                    <a:pt x="2246" y="5690"/>
                    <a:pt x="3842" y="4093"/>
                    <a:pt x="3842" y="2128"/>
                  </a:cubicBezTo>
                  <a:lnTo>
                    <a:pt x="3842" y="1918"/>
                  </a:lnTo>
                  <a:cubicBezTo>
                    <a:pt x="3842" y="858"/>
                    <a:pt x="2983" y="1"/>
                    <a:pt x="1925"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6"/>
            <p:cNvSpPr/>
            <p:nvPr/>
          </p:nvSpPr>
          <p:spPr>
            <a:xfrm>
              <a:off x="8094853" y="4360141"/>
              <a:ext cx="50094" cy="74182"/>
            </a:xfrm>
            <a:custGeom>
              <a:rect b="b" l="l" r="r" t="t"/>
              <a:pathLst>
                <a:path extrusionOk="0" h="5691" w="3843">
                  <a:moveTo>
                    <a:pt x="1917" y="1"/>
                  </a:moveTo>
                  <a:cubicBezTo>
                    <a:pt x="860" y="1"/>
                    <a:pt x="0" y="858"/>
                    <a:pt x="0" y="1918"/>
                  </a:cubicBezTo>
                  <a:lnTo>
                    <a:pt x="0" y="2128"/>
                  </a:lnTo>
                  <a:cubicBezTo>
                    <a:pt x="1" y="4093"/>
                    <a:pt x="1597" y="5690"/>
                    <a:pt x="3564" y="5690"/>
                  </a:cubicBezTo>
                  <a:lnTo>
                    <a:pt x="3843" y="5690"/>
                  </a:lnTo>
                  <a:lnTo>
                    <a:pt x="3422"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6"/>
            <p:cNvSpPr/>
            <p:nvPr/>
          </p:nvSpPr>
          <p:spPr>
            <a:xfrm>
              <a:off x="8149146" y="4521220"/>
              <a:ext cx="210554" cy="67443"/>
            </a:xfrm>
            <a:custGeom>
              <a:rect b="b" l="l" r="r" t="t"/>
              <a:pathLst>
                <a:path extrusionOk="0" h="5174" w="16153">
                  <a:moveTo>
                    <a:pt x="3516" y="0"/>
                  </a:moveTo>
                  <a:lnTo>
                    <a:pt x="3516" y="1630"/>
                  </a:lnTo>
                  <a:cubicBezTo>
                    <a:pt x="3516" y="2540"/>
                    <a:pt x="2994" y="3368"/>
                    <a:pt x="2175" y="3761"/>
                  </a:cubicBezTo>
                  <a:lnTo>
                    <a:pt x="246" y="4687"/>
                  </a:lnTo>
                  <a:cubicBezTo>
                    <a:pt x="1" y="4806"/>
                    <a:pt x="84" y="5173"/>
                    <a:pt x="357" y="5173"/>
                  </a:cubicBezTo>
                  <a:lnTo>
                    <a:pt x="15796" y="5173"/>
                  </a:lnTo>
                  <a:cubicBezTo>
                    <a:pt x="16069" y="5173"/>
                    <a:pt x="16152" y="4806"/>
                    <a:pt x="15908" y="4687"/>
                  </a:cubicBezTo>
                  <a:lnTo>
                    <a:pt x="13980" y="3761"/>
                  </a:lnTo>
                  <a:cubicBezTo>
                    <a:pt x="13159" y="3369"/>
                    <a:pt x="12638" y="2540"/>
                    <a:pt x="12638" y="1630"/>
                  </a:cubicBezTo>
                  <a:lnTo>
                    <a:pt x="12638" y="0"/>
                  </a:lnTo>
                  <a:cubicBezTo>
                    <a:pt x="11038" y="1095"/>
                    <a:pt x="9273" y="1721"/>
                    <a:pt x="8076" y="1721"/>
                  </a:cubicBezTo>
                  <a:cubicBezTo>
                    <a:pt x="6881" y="1721"/>
                    <a:pt x="5113" y="1095"/>
                    <a:pt x="3516"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6"/>
            <p:cNvSpPr/>
            <p:nvPr/>
          </p:nvSpPr>
          <p:spPr>
            <a:xfrm>
              <a:off x="8132982" y="4214260"/>
              <a:ext cx="242881" cy="329381"/>
            </a:xfrm>
            <a:custGeom>
              <a:rect b="b" l="l" r="r" t="t"/>
              <a:pathLst>
                <a:path extrusionOk="0" h="25269" w="18633">
                  <a:moveTo>
                    <a:pt x="9316" y="1"/>
                  </a:moveTo>
                  <a:cubicBezTo>
                    <a:pt x="4111" y="1"/>
                    <a:pt x="1" y="4425"/>
                    <a:pt x="384" y="9616"/>
                  </a:cubicBezTo>
                  <a:lnTo>
                    <a:pt x="994" y="17887"/>
                  </a:lnTo>
                  <a:cubicBezTo>
                    <a:pt x="1315" y="22248"/>
                    <a:pt x="6691" y="25269"/>
                    <a:pt x="9319" y="25269"/>
                  </a:cubicBezTo>
                  <a:cubicBezTo>
                    <a:pt x="11947" y="25269"/>
                    <a:pt x="17322" y="22247"/>
                    <a:pt x="17643" y="17887"/>
                  </a:cubicBezTo>
                  <a:cubicBezTo>
                    <a:pt x="17639" y="17887"/>
                    <a:pt x="18249" y="9616"/>
                    <a:pt x="18249" y="9616"/>
                  </a:cubicBezTo>
                  <a:cubicBezTo>
                    <a:pt x="18632" y="4425"/>
                    <a:pt x="14522" y="1"/>
                    <a:pt x="9316"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6"/>
            <p:cNvSpPr/>
            <p:nvPr/>
          </p:nvSpPr>
          <p:spPr>
            <a:xfrm>
              <a:off x="8196804" y="4219670"/>
              <a:ext cx="178136" cy="323959"/>
            </a:xfrm>
            <a:custGeom>
              <a:rect b="b" l="l" r="r" t="t"/>
              <a:pathLst>
                <a:path extrusionOk="0" h="24853" w="13666">
                  <a:moveTo>
                    <a:pt x="7124" y="1"/>
                  </a:moveTo>
                  <a:cubicBezTo>
                    <a:pt x="9575" y="1751"/>
                    <a:pt x="11096" y="4701"/>
                    <a:pt x="10856" y="7952"/>
                  </a:cubicBezTo>
                  <a:lnTo>
                    <a:pt x="10246" y="16223"/>
                  </a:lnTo>
                  <a:cubicBezTo>
                    <a:pt x="9926" y="20583"/>
                    <a:pt x="4550" y="23604"/>
                    <a:pt x="1922" y="23604"/>
                  </a:cubicBezTo>
                  <a:cubicBezTo>
                    <a:pt x="1377" y="23604"/>
                    <a:pt x="714" y="23472"/>
                    <a:pt x="1" y="23228"/>
                  </a:cubicBezTo>
                  <a:lnTo>
                    <a:pt x="1" y="23228"/>
                  </a:lnTo>
                  <a:cubicBezTo>
                    <a:pt x="1562" y="24264"/>
                    <a:pt x="3258" y="24852"/>
                    <a:pt x="4420" y="24852"/>
                  </a:cubicBezTo>
                  <a:cubicBezTo>
                    <a:pt x="7049" y="24852"/>
                    <a:pt x="12425" y="21829"/>
                    <a:pt x="12746" y="17471"/>
                  </a:cubicBezTo>
                  <a:lnTo>
                    <a:pt x="13356" y="9200"/>
                  </a:lnTo>
                  <a:cubicBezTo>
                    <a:pt x="13666" y="4951"/>
                    <a:pt x="10968" y="1215"/>
                    <a:pt x="7124"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6"/>
            <p:cNvSpPr/>
            <p:nvPr/>
          </p:nvSpPr>
          <p:spPr>
            <a:xfrm>
              <a:off x="8307788" y="4184149"/>
              <a:ext cx="57224" cy="75147"/>
            </a:xfrm>
            <a:custGeom>
              <a:rect b="b" l="l" r="r" t="t"/>
              <a:pathLst>
                <a:path extrusionOk="0" h="5765" w="4390">
                  <a:moveTo>
                    <a:pt x="1573" y="1"/>
                  </a:moveTo>
                  <a:lnTo>
                    <a:pt x="61" y="875"/>
                  </a:lnTo>
                  <a:cubicBezTo>
                    <a:pt x="16" y="900"/>
                    <a:pt x="0" y="958"/>
                    <a:pt x="28" y="1004"/>
                  </a:cubicBezTo>
                  <a:lnTo>
                    <a:pt x="2748" y="5717"/>
                  </a:lnTo>
                  <a:cubicBezTo>
                    <a:pt x="2767" y="5747"/>
                    <a:pt x="2799" y="5764"/>
                    <a:pt x="2831" y="5764"/>
                  </a:cubicBezTo>
                  <a:cubicBezTo>
                    <a:pt x="2847" y="5764"/>
                    <a:pt x="2863" y="5760"/>
                    <a:pt x="2877" y="5752"/>
                  </a:cubicBezTo>
                  <a:lnTo>
                    <a:pt x="4390" y="4878"/>
                  </a:lnTo>
                  <a:lnTo>
                    <a:pt x="157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6"/>
            <p:cNvSpPr/>
            <p:nvPr/>
          </p:nvSpPr>
          <p:spPr>
            <a:xfrm>
              <a:off x="8208536" y="4185452"/>
              <a:ext cx="134860" cy="73700"/>
            </a:xfrm>
            <a:custGeom>
              <a:rect b="b" l="l" r="r" t="t"/>
              <a:pathLst>
                <a:path extrusionOk="0" h="5654" w="10346">
                  <a:moveTo>
                    <a:pt x="3569" y="0"/>
                  </a:moveTo>
                  <a:cubicBezTo>
                    <a:pt x="3274" y="0"/>
                    <a:pt x="2979" y="76"/>
                    <a:pt x="2714" y="229"/>
                  </a:cubicBezTo>
                  <a:lnTo>
                    <a:pt x="649" y="1420"/>
                  </a:lnTo>
                  <a:cubicBezTo>
                    <a:pt x="167" y="1700"/>
                    <a:pt x="1" y="2317"/>
                    <a:pt x="280" y="2801"/>
                  </a:cubicBezTo>
                  <a:cubicBezTo>
                    <a:pt x="468" y="3125"/>
                    <a:pt x="808" y="3307"/>
                    <a:pt x="1157" y="3307"/>
                  </a:cubicBezTo>
                  <a:cubicBezTo>
                    <a:pt x="1328" y="3307"/>
                    <a:pt x="1502" y="3263"/>
                    <a:pt x="1661" y="3171"/>
                  </a:cubicBezTo>
                  <a:lnTo>
                    <a:pt x="3618" y="2040"/>
                  </a:lnTo>
                  <a:cubicBezTo>
                    <a:pt x="3679" y="2004"/>
                    <a:pt x="3748" y="1986"/>
                    <a:pt x="3816" y="1986"/>
                  </a:cubicBezTo>
                  <a:cubicBezTo>
                    <a:pt x="3885" y="1986"/>
                    <a:pt x="3953" y="2004"/>
                    <a:pt x="4014" y="2040"/>
                  </a:cubicBezTo>
                  <a:lnTo>
                    <a:pt x="10021" y="5510"/>
                  </a:lnTo>
                  <a:lnTo>
                    <a:pt x="10075" y="5540"/>
                  </a:lnTo>
                  <a:cubicBezTo>
                    <a:pt x="10133" y="5574"/>
                    <a:pt x="10184" y="5612"/>
                    <a:pt x="10233" y="5653"/>
                  </a:cubicBezTo>
                  <a:cubicBezTo>
                    <a:pt x="10233" y="5652"/>
                    <a:pt x="10345" y="5587"/>
                    <a:pt x="10345" y="5587"/>
                  </a:cubicBezTo>
                  <a:lnTo>
                    <a:pt x="7659" y="932"/>
                  </a:lnTo>
                  <a:lnTo>
                    <a:pt x="7492" y="1029"/>
                  </a:lnTo>
                  <a:cubicBezTo>
                    <a:pt x="7231" y="1179"/>
                    <a:pt x="6940" y="1255"/>
                    <a:pt x="6650" y="1255"/>
                  </a:cubicBezTo>
                  <a:cubicBezTo>
                    <a:pt x="6359" y="1255"/>
                    <a:pt x="6068" y="1179"/>
                    <a:pt x="5808" y="1029"/>
                  </a:cubicBezTo>
                  <a:lnTo>
                    <a:pt x="4423" y="229"/>
                  </a:lnTo>
                  <a:cubicBezTo>
                    <a:pt x="4158" y="76"/>
                    <a:pt x="3863" y="0"/>
                    <a:pt x="3569" y="0"/>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6"/>
            <p:cNvSpPr/>
            <p:nvPr/>
          </p:nvSpPr>
          <p:spPr>
            <a:xfrm>
              <a:off x="8162742" y="4247827"/>
              <a:ext cx="41842" cy="33135"/>
            </a:xfrm>
            <a:custGeom>
              <a:rect b="b" l="l" r="r" t="t"/>
              <a:pathLst>
                <a:path extrusionOk="0" h="2542" w="3210">
                  <a:moveTo>
                    <a:pt x="2055" y="0"/>
                  </a:moveTo>
                  <a:cubicBezTo>
                    <a:pt x="1883" y="0"/>
                    <a:pt x="1709" y="44"/>
                    <a:pt x="1549" y="136"/>
                  </a:cubicBezTo>
                  <a:lnTo>
                    <a:pt x="651" y="655"/>
                  </a:lnTo>
                  <a:cubicBezTo>
                    <a:pt x="166" y="934"/>
                    <a:pt x="1" y="1551"/>
                    <a:pt x="281" y="2036"/>
                  </a:cubicBezTo>
                  <a:cubicBezTo>
                    <a:pt x="468" y="2360"/>
                    <a:pt x="807" y="2541"/>
                    <a:pt x="1156" y="2541"/>
                  </a:cubicBezTo>
                  <a:cubicBezTo>
                    <a:pt x="1328" y="2541"/>
                    <a:pt x="1502" y="2497"/>
                    <a:pt x="1663" y="2405"/>
                  </a:cubicBezTo>
                  <a:lnTo>
                    <a:pt x="2561" y="1887"/>
                  </a:lnTo>
                  <a:cubicBezTo>
                    <a:pt x="3044" y="1607"/>
                    <a:pt x="3209" y="990"/>
                    <a:pt x="2930" y="505"/>
                  </a:cubicBezTo>
                  <a:cubicBezTo>
                    <a:pt x="2742" y="181"/>
                    <a:pt x="2403" y="0"/>
                    <a:pt x="2055" y="0"/>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6"/>
            <p:cNvSpPr/>
            <p:nvPr/>
          </p:nvSpPr>
          <p:spPr>
            <a:xfrm>
              <a:off x="8177954" y="4272216"/>
              <a:ext cx="37085" cy="30398"/>
            </a:xfrm>
            <a:custGeom>
              <a:rect b="b" l="l" r="r" t="t"/>
              <a:pathLst>
                <a:path extrusionOk="0" h="2332" w="2845">
                  <a:moveTo>
                    <a:pt x="1690" y="0"/>
                  </a:moveTo>
                  <a:cubicBezTo>
                    <a:pt x="1518" y="0"/>
                    <a:pt x="1344" y="44"/>
                    <a:pt x="1184" y="137"/>
                  </a:cubicBezTo>
                  <a:lnTo>
                    <a:pt x="649" y="445"/>
                  </a:lnTo>
                  <a:cubicBezTo>
                    <a:pt x="165" y="725"/>
                    <a:pt x="0" y="1342"/>
                    <a:pt x="280" y="1826"/>
                  </a:cubicBezTo>
                  <a:cubicBezTo>
                    <a:pt x="468" y="2151"/>
                    <a:pt x="807" y="2332"/>
                    <a:pt x="1156" y="2332"/>
                  </a:cubicBezTo>
                  <a:cubicBezTo>
                    <a:pt x="1328" y="2332"/>
                    <a:pt x="1502" y="2288"/>
                    <a:pt x="1661" y="2196"/>
                  </a:cubicBezTo>
                  <a:lnTo>
                    <a:pt x="2196" y="1887"/>
                  </a:lnTo>
                  <a:cubicBezTo>
                    <a:pt x="2679" y="1607"/>
                    <a:pt x="2845" y="990"/>
                    <a:pt x="2565" y="505"/>
                  </a:cubicBezTo>
                  <a:cubicBezTo>
                    <a:pt x="2377" y="181"/>
                    <a:pt x="2038" y="0"/>
                    <a:pt x="1690" y="0"/>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6"/>
            <p:cNvSpPr/>
            <p:nvPr/>
          </p:nvSpPr>
          <p:spPr>
            <a:xfrm>
              <a:off x="8198394" y="4291235"/>
              <a:ext cx="36433" cy="30007"/>
            </a:xfrm>
            <a:custGeom>
              <a:rect b="b" l="l" r="r" t="t"/>
              <a:pathLst>
                <a:path extrusionOk="0" h="2302" w="2795">
                  <a:moveTo>
                    <a:pt x="1639" y="1"/>
                  </a:moveTo>
                  <a:cubicBezTo>
                    <a:pt x="1467" y="1"/>
                    <a:pt x="1293" y="45"/>
                    <a:pt x="1133" y="137"/>
                  </a:cubicBezTo>
                  <a:lnTo>
                    <a:pt x="651" y="415"/>
                  </a:lnTo>
                  <a:cubicBezTo>
                    <a:pt x="166" y="695"/>
                    <a:pt x="1" y="1312"/>
                    <a:pt x="281" y="1796"/>
                  </a:cubicBezTo>
                  <a:cubicBezTo>
                    <a:pt x="468" y="2120"/>
                    <a:pt x="808" y="2302"/>
                    <a:pt x="1157" y="2302"/>
                  </a:cubicBezTo>
                  <a:cubicBezTo>
                    <a:pt x="1329" y="2302"/>
                    <a:pt x="1503" y="2258"/>
                    <a:pt x="1663" y="2166"/>
                  </a:cubicBezTo>
                  <a:lnTo>
                    <a:pt x="2145" y="1888"/>
                  </a:lnTo>
                  <a:cubicBezTo>
                    <a:pt x="2630" y="1608"/>
                    <a:pt x="2795" y="991"/>
                    <a:pt x="2515" y="507"/>
                  </a:cubicBezTo>
                  <a:cubicBezTo>
                    <a:pt x="2327" y="182"/>
                    <a:pt x="1988" y="1"/>
                    <a:pt x="1639" y="1"/>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6"/>
            <p:cNvSpPr/>
            <p:nvPr/>
          </p:nvSpPr>
          <p:spPr>
            <a:xfrm>
              <a:off x="8224283" y="4306825"/>
              <a:ext cx="33682" cy="28403"/>
            </a:xfrm>
            <a:custGeom>
              <a:rect b="b" l="l" r="r" t="t"/>
              <a:pathLst>
                <a:path extrusionOk="0" h="2179" w="2584">
                  <a:moveTo>
                    <a:pt x="1429" y="0"/>
                  </a:moveTo>
                  <a:cubicBezTo>
                    <a:pt x="1257" y="0"/>
                    <a:pt x="1083" y="44"/>
                    <a:pt x="923" y="136"/>
                  </a:cubicBezTo>
                  <a:lnTo>
                    <a:pt x="651" y="294"/>
                  </a:lnTo>
                  <a:cubicBezTo>
                    <a:pt x="166" y="574"/>
                    <a:pt x="1" y="1191"/>
                    <a:pt x="281" y="1675"/>
                  </a:cubicBezTo>
                  <a:cubicBezTo>
                    <a:pt x="468" y="1998"/>
                    <a:pt x="808" y="2179"/>
                    <a:pt x="1158" y="2179"/>
                  </a:cubicBezTo>
                  <a:cubicBezTo>
                    <a:pt x="1329" y="2179"/>
                    <a:pt x="1503" y="2136"/>
                    <a:pt x="1662" y="2045"/>
                  </a:cubicBezTo>
                  <a:lnTo>
                    <a:pt x="1935" y="1887"/>
                  </a:lnTo>
                  <a:cubicBezTo>
                    <a:pt x="2419" y="1607"/>
                    <a:pt x="2584" y="990"/>
                    <a:pt x="2304" y="505"/>
                  </a:cubicBezTo>
                  <a:cubicBezTo>
                    <a:pt x="2116" y="181"/>
                    <a:pt x="1778" y="0"/>
                    <a:pt x="1429" y="0"/>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6"/>
            <p:cNvSpPr/>
            <p:nvPr/>
          </p:nvSpPr>
          <p:spPr>
            <a:xfrm>
              <a:off x="8143841" y="4184149"/>
              <a:ext cx="57224" cy="75147"/>
            </a:xfrm>
            <a:custGeom>
              <a:rect b="b" l="l" r="r" t="t"/>
              <a:pathLst>
                <a:path extrusionOk="0" h="5765" w="4390">
                  <a:moveTo>
                    <a:pt x="2815" y="1"/>
                  </a:moveTo>
                  <a:lnTo>
                    <a:pt x="0" y="4878"/>
                  </a:lnTo>
                  <a:lnTo>
                    <a:pt x="1513" y="5752"/>
                  </a:lnTo>
                  <a:cubicBezTo>
                    <a:pt x="1527" y="5760"/>
                    <a:pt x="1543" y="5764"/>
                    <a:pt x="1559" y="5764"/>
                  </a:cubicBezTo>
                  <a:cubicBezTo>
                    <a:pt x="1591" y="5764"/>
                    <a:pt x="1623" y="5747"/>
                    <a:pt x="1642" y="5717"/>
                  </a:cubicBezTo>
                  <a:lnTo>
                    <a:pt x="4362" y="1004"/>
                  </a:lnTo>
                  <a:cubicBezTo>
                    <a:pt x="4390" y="958"/>
                    <a:pt x="4372" y="900"/>
                    <a:pt x="4328" y="875"/>
                  </a:cubicBezTo>
                  <a:lnTo>
                    <a:pt x="28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6"/>
            <p:cNvSpPr/>
            <p:nvPr/>
          </p:nvSpPr>
          <p:spPr>
            <a:xfrm>
              <a:off x="8165440" y="4197601"/>
              <a:ext cx="182490" cy="140178"/>
            </a:xfrm>
            <a:custGeom>
              <a:rect b="b" l="l" r="r" t="t"/>
              <a:pathLst>
                <a:path extrusionOk="0" h="10754" w="14000">
                  <a:moveTo>
                    <a:pt x="2153" y="5853"/>
                  </a:moveTo>
                  <a:cubicBezTo>
                    <a:pt x="2150" y="5855"/>
                    <a:pt x="2147" y="5856"/>
                    <a:pt x="2144" y="5858"/>
                  </a:cubicBezTo>
                  <a:lnTo>
                    <a:pt x="2153" y="5853"/>
                  </a:lnTo>
                  <a:close/>
                  <a:moveTo>
                    <a:pt x="3192" y="7587"/>
                  </a:moveTo>
                  <a:lnTo>
                    <a:pt x="3179" y="7594"/>
                  </a:lnTo>
                  <a:lnTo>
                    <a:pt x="3156" y="7608"/>
                  </a:lnTo>
                  <a:cubicBezTo>
                    <a:pt x="3168" y="7601"/>
                    <a:pt x="3180" y="7594"/>
                    <a:pt x="3192" y="7587"/>
                  </a:cubicBezTo>
                  <a:close/>
                  <a:moveTo>
                    <a:pt x="2687" y="0"/>
                  </a:moveTo>
                  <a:lnTo>
                    <a:pt x="1" y="4655"/>
                  </a:lnTo>
                  <a:lnTo>
                    <a:pt x="161" y="4749"/>
                  </a:lnTo>
                  <a:cubicBezTo>
                    <a:pt x="237" y="4652"/>
                    <a:pt x="332" y="4572"/>
                    <a:pt x="444" y="4508"/>
                  </a:cubicBezTo>
                  <a:lnTo>
                    <a:pt x="1322" y="4000"/>
                  </a:lnTo>
                  <a:cubicBezTo>
                    <a:pt x="1485" y="3906"/>
                    <a:pt x="1664" y="3861"/>
                    <a:pt x="1841" y="3861"/>
                  </a:cubicBezTo>
                  <a:cubicBezTo>
                    <a:pt x="2199" y="3861"/>
                    <a:pt x="2548" y="4044"/>
                    <a:pt x="2733" y="4375"/>
                  </a:cubicBezTo>
                  <a:cubicBezTo>
                    <a:pt x="2998" y="4856"/>
                    <a:pt x="2830" y="5463"/>
                    <a:pt x="2352" y="5739"/>
                  </a:cubicBezTo>
                  <a:lnTo>
                    <a:pt x="2153" y="5853"/>
                  </a:lnTo>
                  <a:lnTo>
                    <a:pt x="2153" y="5853"/>
                  </a:lnTo>
                  <a:cubicBezTo>
                    <a:pt x="2310" y="5764"/>
                    <a:pt x="2480" y="5722"/>
                    <a:pt x="2648" y="5722"/>
                  </a:cubicBezTo>
                  <a:cubicBezTo>
                    <a:pt x="2998" y="5722"/>
                    <a:pt x="3337" y="5904"/>
                    <a:pt x="3525" y="6228"/>
                  </a:cubicBezTo>
                  <a:cubicBezTo>
                    <a:pt x="3797" y="6699"/>
                    <a:pt x="3646" y="7298"/>
                    <a:pt x="3192" y="7587"/>
                  </a:cubicBezTo>
                  <a:lnTo>
                    <a:pt x="3192" y="7587"/>
                  </a:lnTo>
                  <a:lnTo>
                    <a:pt x="3661" y="7316"/>
                  </a:lnTo>
                  <a:cubicBezTo>
                    <a:pt x="3820" y="7224"/>
                    <a:pt x="3994" y="7180"/>
                    <a:pt x="4165" y="7180"/>
                  </a:cubicBezTo>
                  <a:cubicBezTo>
                    <a:pt x="4515" y="7180"/>
                    <a:pt x="4855" y="7362"/>
                    <a:pt x="5043" y="7686"/>
                  </a:cubicBezTo>
                  <a:cubicBezTo>
                    <a:pt x="5265" y="8072"/>
                    <a:pt x="5204" y="8543"/>
                    <a:pt x="4925" y="8861"/>
                  </a:cubicBezTo>
                  <a:cubicBezTo>
                    <a:pt x="4994" y="8786"/>
                    <a:pt x="5074" y="8720"/>
                    <a:pt x="5166" y="8669"/>
                  </a:cubicBezTo>
                  <a:lnTo>
                    <a:pt x="5439" y="8511"/>
                  </a:lnTo>
                  <a:cubicBezTo>
                    <a:pt x="5598" y="8419"/>
                    <a:pt x="5772" y="8375"/>
                    <a:pt x="5943" y="8375"/>
                  </a:cubicBezTo>
                  <a:cubicBezTo>
                    <a:pt x="6292" y="8375"/>
                    <a:pt x="6632" y="8556"/>
                    <a:pt x="6819" y="8880"/>
                  </a:cubicBezTo>
                  <a:cubicBezTo>
                    <a:pt x="7047" y="9274"/>
                    <a:pt x="6980" y="9759"/>
                    <a:pt x="6683" y="10075"/>
                  </a:cubicBezTo>
                  <a:lnTo>
                    <a:pt x="7619" y="10615"/>
                  </a:lnTo>
                  <a:cubicBezTo>
                    <a:pt x="7781" y="10709"/>
                    <a:pt x="7961" y="10754"/>
                    <a:pt x="8138" y="10754"/>
                  </a:cubicBezTo>
                  <a:cubicBezTo>
                    <a:pt x="8496" y="10754"/>
                    <a:pt x="8844" y="10571"/>
                    <a:pt x="9028" y="10240"/>
                  </a:cubicBezTo>
                  <a:cubicBezTo>
                    <a:pt x="9292" y="9761"/>
                    <a:pt x="9128" y="9156"/>
                    <a:pt x="8654" y="8881"/>
                  </a:cubicBezTo>
                  <a:lnTo>
                    <a:pt x="8654" y="8881"/>
                  </a:lnTo>
                  <a:lnTo>
                    <a:pt x="9593" y="9422"/>
                  </a:lnTo>
                  <a:cubicBezTo>
                    <a:pt x="9756" y="9516"/>
                    <a:pt x="9935" y="9561"/>
                    <a:pt x="10113" y="9561"/>
                  </a:cubicBezTo>
                  <a:cubicBezTo>
                    <a:pt x="10470" y="9561"/>
                    <a:pt x="10819" y="9379"/>
                    <a:pt x="11002" y="9048"/>
                  </a:cubicBezTo>
                  <a:cubicBezTo>
                    <a:pt x="11266" y="8569"/>
                    <a:pt x="11103" y="7964"/>
                    <a:pt x="10628" y="7688"/>
                  </a:cubicBezTo>
                  <a:lnTo>
                    <a:pt x="10628" y="7688"/>
                  </a:lnTo>
                  <a:lnTo>
                    <a:pt x="11388" y="8126"/>
                  </a:lnTo>
                  <a:cubicBezTo>
                    <a:pt x="11551" y="8220"/>
                    <a:pt x="11727" y="8265"/>
                    <a:pt x="11899" y="8265"/>
                  </a:cubicBezTo>
                  <a:cubicBezTo>
                    <a:pt x="12266" y="8265"/>
                    <a:pt x="12617" y="8062"/>
                    <a:pt x="12796" y="7703"/>
                  </a:cubicBezTo>
                  <a:lnTo>
                    <a:pt x="12799" y="7700"/>
                  </a:lnTo>
                  <a:cubicBezTo>
                    <a:pt x="13031" y="7232"/>
                    <a:pt x="12852" y="6637"/>
                    <a:pt x="12400" y="6374"/>
                  </a:cubicBezTo>
                  <a:lnTo>
                    <a:pt x="12379" y="6363"/>
                  </a:lnTo>
                  <a:lnTo>
                    <a:pt x="12379" y="6363"/>
                  </a:lnTo>
                  <a:cubicBezTo>
                    <a:pt x="12536" y="6451"/>
                    <a:pt x="12705" y="6493"/>
                    <a:pt x="12873" y="6493"/>
                  </a:cubicBezTo>
                  <a:cubicBezTo>
                    <a:pt x="13222" y="6493"/>
                    <a:pt x="13562" y="6311"/>
                    <a:pt x="13750" y="5987"/>
                  </a:cubicBezTo>
                  <a:cubicBezTo>
                    <a:pt x="14000" y="5489"/>
                    <a:pt x="13807" y="4853"/>
                    <a:pt x="13327" y="4575"/>
                  </a:cubicBezTo>
                  <a:lnTo>
                    <a:pt x="7320" y="1107"/>
                  </a:lnTo>
                  <a:cubicBezTo>
                    <a:pt x="7259" y="1071"/>
                    <a:pt x="7191" y="1053"/>
                    <a:pt x="7122" y="1053"/>
                  </a:cubicBezTo>
                  <a:cubicBezTo>
                    <a:pt x="7054" y="1053"/>
                    <a:pt x="6985" y="1071"/>
                    <a:pt x="6924" y="1107"/>
                  </a:cubicBezTo>
                  <a:lnTo>
                    <a:pt x="4965" y="2239"/>
                  </a:lnTo>
                  <a:cubicBezTo>
                    <a:pt x="4806" y="2331"/>
                    <a:pt x="4632" y="2375"/>
                    <a:pt x="4460" y="2375"/>
                  </a:cubicBezTo>
                  <a:cubicBezTo>
                    <a:pt x="4111" y="2375"/>
                    <a:pt x="3771" y="2193"/>
                    <a:pt x="3584" y="1869"/>
                  </a:cubicBezTo>
                  <a:cubicBezTo>
                    <a:pt x="3304" y="1385"/>
                    <a:pt x="3472" y="768"/>
                    <a:pt x="3954" y="488"/>
                  </a:cubicBezTo>
                  <a:lnTo>
                    <a:pt x="4040" y="438"/>
                  </a:lnTo>
                  <a:cubicBezTo>
                    <a:pt x="3634" y="427"/>
                    <a:pt x="3236" y="316"/>
                    <a:pt x="2880" y="111"/>
                  </a:cubicBezTo>
                  <a:lnTo>
                    <a:pt x="2687" y="0"/>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6"/>
            <p:cNvSpPr/>
            <p:nvPr/>
          </p:nvSpPr>
          <p:spPr>
            <a:xfrm>
              <a:off x="8161738" y="4275618"/>
              <a:ext cx="185279" cy="62229"/>
            </a:xfrm>
            <a:custGeom>
              <a:rect b="b" l="l" r="r" t="t"/>
              <a:pathLst>
                <a:path extrusionOk="0" h="4774" w="14214">
                  <a:moveTo>
                    <a:pt x="3461" y="1613"/>
                  </a:moveTo>
                  <a:cubicBezTo>
                    <a:pt x="3457" y="1616"/>
                    <a:pt x="3453" y="1618"/>
                    <a:pt x="3449" y="1621"/>
                  </a:cubicBezTo>
                  <a:lnTo>
                    <a:pt x="3449" y="1621"/>
                  </a:lnTo>
                  <a:lnTo>
                    <a:pt x="3461" y="1613"/>
                  </a:lnTo>
                  <a:close/>
                  <a:moveTo>
                    <a:pt x="2210" y="0"/>
                  </a:moveTo>
                  <a:lnTo>
                    <a:pt x="1735" y="275"/>
                  </a:lnTo>
                  <a:cubicBezTo>
                    <a:pt x="1576" y="367"/>
                    <a:pt x="1401" y="411"/>
                    <a:pt x="1228" y="411"/>
                  </a:cubicBezTo>
                  <a:cubicBezTo>
                    <a:pt x="1203" y="411"/>
                    <a:pt x="1178" y="410"/>
                    <a:pt x="1153" y="408"/>
                  </a:cubicBezTo>
                  <a:cubicBezTo>
                    <a:pt x="498" y="1412"/>
                    <a:pt x="118" y="2556"/>
                    <a:pt x="36" y="3759"/>
                  </a:cubicBezTo>
                  <a:cubicBezTo>
                    <a:pt x="0" y="4307"/>
                    <a:pt x="437" y="4773"/>
                    <a:pt x="988" y="4773"/>
                  </a:cubicBezTo>
                  <a:lnTo>
                    <a:pt x="13228" y="4773"/>
                  </a:lnTo>
                  <a:cubicBezTo>
                    <a:pt x="13779" y="4773"/>
                    <a:pt x="14213" y="4307"/>
                    <a:pt x="14178" y="3759"/>
                  </a:cubicBezTo>
                  <a:cubicBezTo>
                    <a:pt x="14103" y="2596"/>
                    <a:pt x="13744" y="1490"/>
                    <a:pt x="13129" y="508"/>
                  </a:cubicBezTo>
                  <a:cubicBezTo>
                    <a:pt x="12968" y="503"/>
                    <a:pt x="12804" y="460"/>
                    <a:pt x="12654" y="374"/>
                  </a:cubicBezTo>
                  <a:lnTo>
                    <a:pt x="12654" y="374"/>
                  </a:lnTo>
                  <a:lnTo>
                    <a:pt x="12684" y="392"/>
                  </a:lnTo>
                  <a:cubicBezTo>
                    <a:pt x="13136" y="653"/>
                    <a:pt x="13315" y="1249"/>
                    <a:pt x="13083" y="1717"/>
                  </a:cubicBezTo>
                  <a:lnTo>
                    <a:pt x="13080" y="1721"/>
                  </a:lnTo>
                  <a:cubicBezTo>
                    <a:pt x="12901" y="2080"/>
                    <a:pt x="12550" y="2283"/>
                    <a:pt x="12182" y="2283"/>
                  </a:cubicBezTo>
                  <a:cubicBezTo>
                    <a:pt x="12011" y="2283"/>
                    <a:pt x="11835" y="2238"/>
                    <a:pt x="11672" y="2144"/>
                  </a:cubicBezTo>
                  <a:lnTo>
                    <a:pt x="10906" y="1701"/>
                  </a:lnTo>
                  <a:lnTo>
                    <a:pt x="10906" y="1701"/>
                  </a:lnTo>
                  <a:cubicBezTo>
                    <a:pt x="11384" y="1978"/>
                    <a:pt x="11552" y="2583"/>
                    <a:pt x="11286" y="3064"/>
                  </a:cubicBezTo>
                  <a:cubicBezTo>
                    <a:pt x="11103" y="3396"/>
                    <a:pt x="10754" y="3578"/>
                    <a:pt x="10397" y="3578"/>
                  </a:cubicBezTo>
                  <a:cubicBezTo>
                    <a:pt x="10219" y="3578"/>
                    <a:pt x="10040" y="3533"/>
                    <a:pt x="9877" y="3439"/>
                  </a:cubicBezTo>
                  <a:lnTo>
                    <a:pt x="8931" y="2893"/>
                  </a:lnTo>
                  <a:lnTo>
                    <a:pt x="8931" y="2893"/>
                  </a:lnTo>
                  <a:cubicBezTo>
                    <a:pt x="9409" y="3170"/>
                    <a:pt x="9577" y="3776"/>
                    <a:pt x="9312" y="4256"/>
                  </a:cubicBezTo>
                  <a:cubicBezTo>
                    <a:pt x="9128" y="4588"/>
                    <a:pt x="8779" y="4771"/>
                    <a:pt x="8421" y="4771"/>
                  </a:cubicBezTo>
                  <a:cubicBezTo>
                    <a:pt x="8244" y="4771"/>
                    <a:pt x="8065" y="4726"/>
                    <a:pt x="7903" y="4632"/>
                  </a:cubicBezTo>
                  <a:lnTo>
                    <a:pt x="6967" y="4091"/>
                  </a:lnTo>
                  <a:cubicBezTo>
                    <a:pt x="6901" y="4163"/>
                    <a:pt x="6822" y="4226"/>
                    <a:pt x="6733" y="4278"/>
                  </a:cubicBezTo>
                  <a:lnTo>
                    <a:pt x="6460" y="4436"/>
                  </a:lnTo>
                  <a:cubicBezTo>
                    <a:pt x="6301" y="4528"/>
                    <a:pt x="6127" y="4572"/>
                    <a:pt x="5955" y="4572"/>
                  </a:cubicBezTo>
                  <a:cubicBezTo>
                    <a:pt x="5606" y="4572"/>
                    <a:pt x="5266" y="4390"/>
                    <a:pt x="5079" y="4067"/>
                  </a:cubicBezTo>
                  <a:cubicBezTo>
                    <a:pt x="4856" y="3681"/>
                    <a:pt x="4918" y="3209"/>
                    <a:pt x="5195" y="2893"/>
                  </a:cubicBezTo>
                  <a:lnTo>
                    <a:pt x="5195" y="2893"/>
                  </a:lnTo>
                  <a:cubicBezTo>
                    <a:pt x="5127" y="2968"/>
                    <a:pt x="5048" y="3032"/>
                    <a:pt x="4955" y="3086"/>
                  </a:cubicBezTo>
                  <a:lnTo>
                    <a:pt x="4473" y="3364"/>
                  </a:lnTo>
                  <a:cubicBezTo>
                    <a:pt x="4313" y="3456"/>
                    <a:pt x="4139" y="3500"/>
                    <a:pt x="3968" y="3500"/>
                  </a:cubicBezTo>
                  <a:cubicBezTo>
                    <a:pt x="3618" y="3500"/>
                    <a:pt x="3279" y="3318"/>
                    <a:pt x="3091" y="2994"/>
                  </a:cubicBezTo>
                  <a:cubicBezTo>
                    <a:pt x="2814" y="2514"/>
                    <a:pt x="2975" y="1904"/>
                    <a:pt x="3449" y="1621"/>
                  </a:cubicBezTo>
                  <a:lnTo>
                    <a:pt x="3449" y="1621"/>
                  </a:lnTo>
                  <a:lnTo>
                    <a:pt x="3437" y="1628"/>
                  </a:lnTo>
                  <a:lnTo>
                    <a:pt x="2903" y="1936"/>
                  </a:lnTo>
                  <a:cubicBezTo>
                    <a:pt x="2744" y="2028"/>
                    <a:pt x="2570" y="2072"/>
                    <a:pt x="2398" y="2072"/>
                  </a:cubicBezTo>
                  <a:cubicBezTo>
                    <a:pt x="2049" y="2072"/>
                    <a:pt x="1709" y="1890"/>
                    <a:pt x="1521" y="1566"/>
                  </a:cubicBezTo>
                  <a:cubicBezTo>
                    <a:pt x="1242" y="1082"/>
                    <a:pt x="1409" y="465"/>
                    <a:pt x="1892" y="186"/>
                  </a:cubicBezTo>
                  <a:lnTo>
                    <a:pt x="22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6"/>
            <p:cNvSpPr/>
            <p:nvPr/>
          </p:nvSpPr>
          <p:spPr>
            <a:xfrm>
              <a:off x="8161777" y="4280481"/>
              <a:ext cx="185279" cy="57393"/>
            </a:xfrm>
            <a:custGeom>
              <a:rect b="b" l="l" r="r" t="t"/>
              <a:pathLst>
                <a:path extrusionOk="0" h="4403" w="14214">
                  <a:moveTo>
                    <a:pt x="12652" y="1"/>
                  </a:moveTo>
                  <a:lnTo>
                    <a:pt x="12682" y="19"/>
                  </a:lnTo>
                  <a:cubicBezTo>
                    <a:pt x="13134" y="280"/>
                    <a:pt x="13314" y="876"/>
                    <a:pt x="13081" y="1344"/>
                  </a:cubicBezTo>
                  <a:lnTo>
                    <a:pt x="13080" y="1348"/>
                  </a:lnTo>
                  <a:cubicBezTo>
                    <a:pt x="12900" y="1707"/>
                    <a:pt x="12549" y="1910"/>
                    <a:pt x="12182" y="1910"/>
                  </a:cubicBezTo>
                  <a:cubicBezTo>
                    <a:pt x="12010" y="1910"/>
                    <a:pt x="11834" y="1865"/>
                    <a:pt x="11671" y="1771"/>
                  </a:cubicBezTo>
                  <a:lnTo>
                    <a:pt x="11642" y="1755"/>
                  </a:lnTo>
                  <a:lnTo>
                    <a:pt x="11642" y="1755"/>
                  </a:lnTo>
                  <a:cubicBezTo>
                    <a:pt x="11659" y="1882"/>
                    <a:pt x="11669" y="2009"/>
                    <a:pt x="11678" y="2137"/>
                  </a:cubicBezTo>
                  <a:cubicBezTo>
                    <a:pt x="11714" y="2685"/>
                    <a:pt x="11280" y="3150"/>
                    <a:pt x="10729" y="3152"/>
                  </a:cubicBezTo>
                  <a:cubicBezTo>
                    <a:pt x="10621" y="3188"/>
                    <a:pt x="10506" y="3207"/>
                    <a:pt x="10391" y="3207"/>
                  </a:cubicBezTo>
                  <a:cubicBezTo>
                    <a:pt x="10279" y="3207"/>
                    <a:pt x="10166" y="3189"/>
                    <a:pt x="10056" y="3152"/>
                  </a:cubicBezTo>
                  <a:lnTo>
                    <a:pt x="9402" y="3152"/>
                  </a:lnTo>
                  <a:cubicBezTo>
                    <a:pt x="9464" y="3393"/>
                    <a:pt x="9435" y="3654"/>
                    <a:pt x="9307" y="3886"/>
                  </a:cubicBezTo>
                  <a:cubicBezTo>
                    <a:pt x="9124" y="4218"/>
                    <a:pt x="8775" y="4400"/>
                    <a:pt x="8418" y="4400"/>
                  </a:cubicBezTo>
                  <a:cubicBezTo>
                    <a:pt x="8240" y="4400"/>
                    <a:pt x="8060" y="4355"/>
                    <a:pt x="7897" y="4261"/>
                  </a:cubicBezTo>
                  <a:lnTo>
                    <a:pt x="6963" y="3721"/>
                  </a:lnTo>
                  <a:cubicBezTo>
                    <a:pt x="6897" y="3793"/>
                    <a:pt x="6818" y="3855"/>
                    <a:pt x="6727" y="3908"/>
                  </a:cubicBezTo>
                  <a:lnTo>
                    <a:pt x="6455" y="4066"/>
                  </a:lnTo>
                  <a:cubicBezTo>
                    <a:pt x="6296" y="4158"/>
                    <a:pt x="6122" y="4201"/>
                    <a:pt x="5951" y="4201"/>
                  </a:cubicBezTo>
                  <a:cubicBezTo>
                    <a:pt x="5602" y="4201"/>
                    <a:pt x="5262" y="4019"/>
                    <a:pt x="5074" y="3696"/>
                  </a:cubicBezTo>
                  <a:cubicBezTo>
                    <a:pt x="4975" y="3523"/>
                    <a:pt x="4932" y="3335"/>
                    <a:pt x="4939" y="3152"/>
                  </a:cubicBezTo>
                  <a:lnTo>
                    <a:pt x="55" y="3152"/>
                  </a:lnTo>
                  <a:cubicBezTo>
                    <a:pt x="48" y="3229"/>
                    <a:pt x="40" y="3308"/>
                    <a:pt x="36" y="3387"/>
                  </a:cubicBezTo>
                  <a:cubicBezTo>
                    <a:pt x="0" y="3937"/>
                    <a:pt x="435" y="4403"/>
                    <a:pt x="986" y="4403"/>
                  </a:cubicBezTo>
                  <a:lnTo>
                    <a:pt x="13226" y="4403"/>
                  </a:lnTo>
                  <a:cubicBezTo>
                    <a:pt x="13777" y="4399"/>
                    <a:pt x="14213" y="3934"/>
                    <a:pt x="14177" y="3384"/>
                  </a:cubicBezTo>
                  <a:cubicBezTo>
                    <a:pt x="14100" y="2223"/>
                    <a:pt x="13741" y="1117"/>
                    <a:pt x="13127" y="135"/>
                  </a:cubicBezTo>
                  <a:cubicBezTo>
                    <a:pt x="12966" y="130"/>
                    <a:pt x="12803" y="87"/>
                    <a:pt x="12652"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6"/>
            <p:cNvSpPr/>
            <p:nvPr/>
          </p:nvSpPr>
          <p:spPr>
            <a:xfrm>
              <a:off x="8088688" y="4178022"/>
              <a:ext cx="331363" cy="416716"/>
            </a:xfrm>
            <a:custGeom>
              <a:rect b="b" l="l" r="r" t="t"/>
              <a:pathLst>
                <a:path extrusionOk="0" h="31969" w="25421">
                  <a:moveTo>
                    <a:pt x="7217" y="1109"/>
                  </a:moveTo>
                  <a:lnTo>
                    <a:pt x="7999" y="1561"/>
                  </a:lnTo>
                  <a:cubicBezTo>
                    <a:pt x="7333" y="2713"/>
                    <a:pt x="6422" y="4293"/>
                    <a:pt x="5652" y="5628"/>
                  </a:cubicBezTo>
                  <a:lnTo>
                    <a:pt x="4870" y="5176"/>
                  </a:lnTo>
                  <a:lnTo>
                    <a:pt x="7217" y="1109"/>
                  </a:lnTo>
                  <a:close/>
                  <a:moveTo>
                    <a:pt x="18209" y="1109"/>
                  </a:moveTo>
                  <a:lnTo>
                    <a:pt x="20556" y="5176"/>
                  </a:lnTo>
                  <a:lnTo>
                    <a:pt x="19774" y="5628"/>
                  </a:lnTo>
                  <a:lnTo>
                    <a:pt x="17427" y="1561"/>
                  </a:lnTo>
                  <a:lnTo>
                    <a:pt x="18209" y="1109"/>
                  </a:lnTo>
                  <a:close/>
                  <a:moveTo>
                    <a:pt x="7735" y="5823"/>
                  </a:moveTo>
                  <a:cubicBezTo>
                    <a:pt x="7923" y="5823"/>
                    <a:pt x="8106" y="5922"/>
                    <a:pt x="8206" y="6096"/>
                  </a:cubicBezTo>
                  <a:cubicBezTo>
                    <a:pt x="8355" y="6354"/>
                    <a:pt x="8266" y="6688"/>
                    <a:pt x="8006" y="6836"/>
                  </a:cubicBezTo>
                  <a:cubicBezTo>
                    <a:pt x="7509" y="7126"/>
                    <a:pt x="7618" y="7061"/>
                    <a:pt x="7108" y="7355"/>
                  </a:cubicBezTo>
                  <a:cubicBezTo>
                    <a:pt x="7023" y="7404"/>
                    <a:pt x="6930" y="7427"/>
                    <a:pt x="6838" y="7427"/>
                  </a:cubicBezTo>
                  <a:cubicBezTo>
                    <a:pt x="6650" y="7427"/>
                    <a:pt x="6467" y="7330"/>
                    <a:pt x="6368" y="7156"/>
                  </a:cubicBezTo>
                  <a:cubicBezTo>
                    <a:pt x="6217" y="6896"/>
                    <a:pt x="6306" y="6563"/>
                    <a:pt x="6566" y="6416"/>
                  </a:cubicBezTo>
                  <a:lnTo>
                    <a:pt x="7465" y="5896"/>
                  </a:lnTo>
                  <a:cubicBezTo>
                    <a:pt x="7551" y="5847"/>
                    <a:pt x="7643" y="5823"/>
                    <a:pt x="7735" y="5823"/>
                  </a:cubicBezTo>
                  <a:close/>
                  <a:moveTo>
                    <a:pt x="8537" y="7695"/>
                  </a:moveTo>
                  <a:cubicBezTo>
                    <a:pt x="8725" y="7695"/>
                    <a:pt x="8908" y="7793"/>
                    <a:pt x="9008" y="7967"/>
                  </a:cubicBezTo>
                  <a:cubicBezTo>
                    <a:pt x="9159" y="8225"/>
                    <a:pt x="9068" y="8558"/>
                    <a:pt x="8810" y="8707"/>
                  </a:cubicBezTo>
                  <a:lnTo>
                    <a:pt x="8276" y="9016"/>
                  </a:lnTo>
                  <a:cubicBezTo>
                    <a:pt x="8190" y="9065"/>
                    <a:pt x="8096" y="9089"/>
                    <a:pt x="8004" y="9089"/>
                  </a:cubicBezTo>
                  <a:cubicBezTo>
                    <a:pt x="7816" y="9089"/>
                    <a:pt x="7634" y="8991"/>
                    <a:pt x="7534" y="8816"/>
                  </a:cubicBezTo>
                  <a:cubicBezTo>
                    <a:pt x="7387" y="8557"/>
                    <a:pt x="7474" y="8226"/>
                    <a:pt x="7732" y="8076"/>
                  </a:cubicBezTo>
                  <a:cubicBezTo>
                    <a:pt x="8098" y="7863"/>
                    <a:pt x="7998" y="7924"/>
                    <a:pt x="8266" y="7767"/>
                  </a:cubicBezTo>
                  <a:cubicBezTo>
                    <a:pt x="8352" y="7718"/>
                    <a:pt x="8445" y="7695"/>
                    <a:pt x="8537" y="7695"/>
                  </a:cubicBezTo>
                  <a:close/>
                  <a:moveTo>
                    <a:pt x="10056" y="9153"/>
                  </a:moveTo>
                  <a:cubicBezTo>
                    <a:pt x="10414" y="9153"/>
                    <a:pt x="10670" y="9495"/>
                    <a:pt x="10579" y="9838"/>
                  </a:cubicBezTo>
                  <a:cubicBezTo>
                    <a:pt x="10541" y="9977"/>
                    <a:pt x="10452" y="10093"/>
                    <a:pt x="10325" y="10168"/>
                  </a:cubicBezTo>
                  <a:lnTo>
                    <a:pt x="9843" y="10445"/>
                  </a:lnTo>
                  <a:cubicBezTo>
                    <a:pt x="9758" y="10494"/>
                    <a:pt x="9665" y="10518"/>
                    <a:pt x="9572" y="10518"/>
                  </a:cubicBezTo>
                  <a:cubicBezTo>
                    <a:pt x="9385" y="10518"/>
                    <a:pt x="9203" y="10421"/>
                    <a:pt x="9103" y="10247"/>
                  </a:cubicBezTo>
                  <a:cubicBezTo>
                    <a:pt x="8954" y="9989"/>
                    <a:pt x="9041" y="9654"/>
                    <a:pt x="9302" y="9505"/>
                  </a:cubicBezTo>
                  <a:lnTo>
                    <a:pt x="9784" y="9228"/>
                  </a:lnTo>
                  <a:cubicBezTo>
                    <a:pt x="9869" y="9179"/>
                    <a:pt x="9959" y="9153"/>
                    <a:pt x="10056" y="9153"/>
                  </a:cubicBezTo>
                  <a:close/>
                  <a:moveTo>
                    <a:pt x="11832" y="10349"/>
                  </a:moveTo>
                  <a:cubicBezTo>
                    <a:pt x="12020" y="10349"/>
                    <a:pt x="12202" y="10447"/>
                    <a:pt x="12303" y="10621"/>
                  </a:cubicBezTo>
                  <a:cubicBezTo>
                    <a:pt x="12452" y="10880"/>
                    <a:pt x="12361" y="11211"/>
                    <a:pt x="12103" y="11362"/>
                  </a:cubicBezTo>
                  <a:lnTo>
                    <a:pt x="11831" y="11520"/>
                  </a:lnTo>
                  <a:cubicBezTo>
                    <a:pt x="11745" y="11569"/>
                    <a:pt x="11652" y="11592"/>
                    <a:pt x="11560" y="11592"/>
                  </a:cubicBezTo>
                  <a:cubicBezTo>
                    <a:pt x="11373" y="11592"/>
                    <a:pt x="11190" y="11495"/>
                    <a:pt x="11090" y="11320"/>
                  </a:cubicBezTo>
                  <a:cubicBezTo>
                    <a:pt x="10971" y="11116"/>
                    <a:pt x="11003" y="10867"/>
                    <a:pt x="11148" y="10699"/>
                  </a:cubicBezTo>
                  <a:cubicBezTo>
                    <a:pt x="11235" y="10601"/>
                    <a:pt x="11235" y="10610"/>
                    <a:pt x="11562" y="10422"/>
                  </a:cubicBezTo>
                  <a:cubicBezTo>
                    <a:pt x="11648" y="10372"/>
                    <a:pt x="11741" y="10349"/>
                    <a:pt x="11832" y="10349"/>
                  </a:cubicBezTo>
                  <a:close/>
                  <a:moveTo>
                    <a:pt x="6636" y="9110"/>
                  </a:moveTo>
                  <a:cubicBezTo>
                    <a:pt x="6871" y="9680"/>
                    <a:pt x="7418" y="10027"/>
                    <a:pt x="8005" y="10027"/>
                  </a:cubicBezTo>
                  <a:cubicBezTo>
                    <a:pt x="8034" y="10027"/>
                    <a:pt x="8064" y="10026"/>
                    <a:pt x="8094" y="10024"/>
                  </a:cubicBezTo>
                  <a:cubicBezTo>
                    <a:pt x="8121" y="10854"/>
                    <a:pt x="8811" y="11455"/>
                    <a:pt x="9574" y="11455"/>
                  </a:cubicBezTo>
                  <a:cubicBezTo>
                    <a:pt x="9751" y="11455"/>
                    <a:pt x="9932" y="11423"/>
                    <a:pt x="10110" y="11353"/>
                  </a:cubicBezTo>
                  <a:cubicBezTo>
                    <a:pt x="10140" y="11502"/>
                    <a:pt x="10196" y="11649"/>
                    <a:pt x="10277" y="11789"/>
                  </a:cubicBezTo>
                  <a:cubicBezTo>
                    <a:pt x="10278" y="11791"/>
                    <a:pt x="10311" y="11792"/>
                    <a:pt x="10045" y="11792"/>
                  </a:cubicBezTo>
                  <a:cubicBezTo>
                    <a:pt x="9689" y="11792"/>
                    <a:pt x="8800" y="11791"/>
                    <a:pt x="6594" y="11791"/>
                  </a:cubicBezTo>
                  <a:cubicBezTo>
                    <a:pt x="6315" y="11791"/>
                    <a:pt x="6092" y="11554"/>
                    <a:pt x="6111" y="11276"/>
                  </a:cubicBezTo>
                  <a:cubicBezTo>
                    <a:pt x="6161" y="10528"/>
                    <a:pt x="6341" y="9795"/>
                    <a:pt x="6636" y="9110"/>
                  </a:cubicBezTo>
                  <a:close/>
                  <a:moveTo>
                    <a:pt x="12762" y="1045"/>
                  </a:moveTo>
                  <a:cubicBezTo>
                    <a:pt x="12976" y="1045"/>
                    <a:pt x="13191" y="1101"/>
                    <a:pt x="13382" y="1211"/>
                  </a:cubicBezTo>
                  <a:lnTo>
                    <a:pt x="14766" y="2012"/>
                  </a:lnTo>
                  <a:cubicBezTo>
                    <a:pt x="15098" y="2203"/>
                    <a:pt x="15470" y="2299"/>
                    <a:pt x="15842" y="2299"/>
                  </a:cubicBezTo>
                  <a:cubicBezTo>
                    <a:pt x="16125" y="2299"/>
                    <a:pt x="16407" y="2244"/>
                    <a:pt x="16672" y="2134"/>
                  </a:cubicBezTo>
                  <a:lnTo>
                    <a:pt x="18357" y="5050"/>
                  </a:lnTo>
                  <a:lnTo>
                    <a:pt x="18357" y="5050"/>
                  </a:lnTo>
                  <a:lnTo>
                    <a:pt x="16250" y="3834"/>
                  </a:lnTo>
                  <a:cubicBezTo>
                    <a:pt x="16176" y="3792"/>
                    <a:pt x="16096" y="3771"/>
                    <a:pt x="16016" y="3771"/>
                  </a:cubicBezTo>
                  <a:cubicBezTo>
                    <a:pt x="15854" y="3771"/>
                    <a:pt x="15697" y="3855"/>
                    <a:pt x="15610" y="4006"/>
                  </a:cubicBezTo>
                  <a:cubicBezTo>
                    <a:pt x="15481" y="4230"/>
                    <a:pt x="15559" y="4517"/>
                    <a:pt x="15782" y="4646"/>
                  </a:cubicBezTo>
                  <a:lnTo>
                    <a:pt x="18981" y="6493"/>
                  </a:lnTo>
                  <a:cubicBezTo>
                    <a:pt x="19243" y="6647"/>
                    <a:pt x="19355" y="7002"/>
                    <a:pt x="19226" y="7278"/>
                  </a:cubicBezTo>
                  <a:cubicBezTo>
                    <a:pt x="19125" y="7444"/>
                    <a:pt x="18946" y="7536"/>
                    <a:pt x="18762" y="7536"/>
                  </a:cubicBezTo>
                  <a:cubicBezTo>
                    <a:pt x="18671" y="7536"/>
                    <a:pt x="18578" y="7513"/>
                    <a:pt x="18493" y="7465"/>
                  </a:cubicBezTo>
                  <a:cubicBezTo>
                    <a:pt x="18468" y="7450"/>
                    <a:pt x="18460" y="7445"/>
                    <a:pt x="18460" y="7445"/>
                  </a:cubicBezTo>
                  <a:lnTo>
                    <a:pt x="18460" y="7445"/>
                  </a:lnTo>
                  <a:cubicBezTo>
                    <a:pt x="18461" y="7445"/>
                    <a:pt x="18494" y="7464"/>
                    <a:pt x="18494" y="7464"/>
                  </a:cubicBezTo>
                  <a:cubicBezTo>
                    <a:pt x="18494" y="7464"/>
                    <a:pt x="18233" y="7314"/>
                    <a:pt x="16250" y="6169"/>
                  </a:cubicBezTo>
                  <a:cubicBezTo>
                    <a:pt x="16177" y="6126"/>
                    <a:pt x="16096" y="6106"/>
                    <a:pt x="16017" y="6106"/>
                  </a:cubicBezTo>
                  <a:cubicBezTo>
                    <a:pt x="15855" y="6106"/>
                    <a:pt x="15697" y="6191"/>
                    <a:pt x="15610" y="6341"/>
                  </a:cubicBezTo>
                  <a:cubicBezTo>
                    <a:pt x="15481" y="6565"/>
                    <a:pt x="15559" y="6852"/>
                    <a:pt x="15782" y="6981"/>
                  </a:cubicBezTo>
                  <a:lnTo>
                    <a:pt x="18022" y="8275"/>
                  </a:lnTo>
                  <a:lnTo>
                    <a:pt x="18024" y="8277"/>
                  </a:lnTo>
                  <a:lnTo>
                    <a:pt x="18055" y="8294"/>
                  </a:lnTo>
                  <a:cubicBezTo>
                    <a:pt x="18294" y="8422"/>
                    <a:pt x="18393" y="8747"/>
                    <a:pt x="18266" y="8998"/>
                  </a:cubicBezTo>
                  <a:cubicBezTo>
                    <a:pt x="18169" y="9193"/>
                    <a:pt x="17986" y="9300"/>
                    <a:pt x="17791" y="9300"/>
                  </a:cubicBezTo>
                  <a:cubicBezTo>
                    <a:pt x="17698" y="9300"/>
                    <a:pt x="17603" y="9275"/>
                    <a:pt x="17513" y="9224"/>
                  </a:cubicBezTo>
                  <a:lnTo>
                    <a:pt x="16747" y="8783"/>
                  </a:lnTo>
                  <a:lnTo>
                    <a:pt x="16745" y="8783"/>
                  </a:lnTo>
                  <a:lnTo>
                    <a:pt x="15239" y="7912"/>
                  </a:lnTo>
                  <a:cubicBezTo>
                    <a:pt x="15165" y="7870"/>
                    <a:pt x="15085" y="7850"/>
                    <a:pt x="15006" y="7850"/>
                  </a:cubicBezTo>
                  <a:cubicBezTo>
                    <a:pt x="14843" y="7850"/>
                    <a:pt x="14685" y="7934"/>
                    <a:pt x="14599" y="8084"/>
                  </a:cubicBezTo>
                  <a:cubicBezTo>
                    <a:pt x="14469" y="8310"/>
                    <a:pt x="14545" y="8597"/>
                    <a:pt x="14771" y="8724"/>
                  </a:cubicBezTo>
                  <a:lnTo>
                    <a:pt x="16277" y="9595"/>
                  </a:lnTo>
                  <a:cubicBezTo>
                    <a:pt x="16526" y="9737"/>
                    <a:pt x="16625" y="10067"/>
                    <a:pt x="16481" y="10327"/>
                  </a:cubicBezTo>
                  <a:cubicBezTo>
                    <a:pt x="16383" y="10505"/>
                    <a:pt x="16194" y="10599"/>
                    <a:pt x="16001" y="10599"/>
                  </a:cubicBezTo>
                  <a:cubicBezTo>
                    <a:pt x="15903" y="10599"/>
                    <a:pt x="15803" y="10575"/>
                    <a:pt x="15715" y="10524"/>
                  </a:cubicBezTo>
                  <a:cubicBezTo>
                    <a:pt x="14280" y="9696"/>
                    <a:pt x="15650" y="10486"/>
                    <a:pt x="14228" y="9666"/>
                  </a:cubicBezTo>
                  <a:cubicBezTo>
                    <a:pt x="14154" y="9623"/>
                    <a:pt x="14074" y="9603"/>
                    <a:pt x="13994" y="9603"/>
                  </a:cubicBezTo>
                  <a:cubicBezTo>
                    <a:pt x="13833" y="9603"/>
                    <a:pt x="13676" y="9686"/>
                    <a:pt x="13588" y="9836"/>
                  </a:cubicBezTo>
                  <a:cubicBezTo>
                    <a:pt x="13459" y="10062"/>
                    <a:pt x="13537" y="10349"/>
                    <a:pt x="13761" y="10478"/>
                  </a:cubicBezTo>
                  <a:cubicBezTo>
                    <a:pt x="13769" y="10482"/>
                    <a:pt x="14304" y="10791"/>
                    <a:pt x="14302" y="10791"/>
                  </a:cubicBezTo>
                  <a:cubicBezTo>
                    <a:pt x="14302" y="10791"/>
                    <a:pt x="14302" y="10791"/>
                    <a:pt x="14302" y="10791"/>
                  </a:cubicBezTo>
                  <a:lnTo>
                    <a:pt x="14302" y="10791"/>
                  </a:lnTo>
                  <a:cubicBezTo>
                    <a:pt x="14708" y="11026"/>
                    <a:pt x="14647" y="11643"/>
                    <a:pt x="14181" y="11774"/>
                  </a:cubicBezTo>
                  <a:cubicBezTo>
                    <a:pt x="14130" y="11788"/>
                    <a:pt x="14077" y="11795"/>
                    <a:pt x="14025" y="11795"/>
                  </a:cubicBezTo>
                  <a:cubicBezTo>
                    <a:pt x="13924" y="11795"/>
                    <a:pt x="13825" y="11769"/>
                    <a:pt x="13739" y="11719"/>
                  </a:cubicBezTo>
                  <a:lnTo>
                    <a:pt x="13215" y="11418"/>
                  </a:lnTo>
                  <a:cubicBezTo>
                    <a:pt x="13367" y="11012"/>
                    <a:pt x="13340" y="10553"/>
                    <a:pt x="13111" y="10156"/>
                  </a:cubicBezTo>
                  <a:cubicBezTo>
                    <a:pt x="12834" y="9673"/>
                    <a:pt x="12333" y="9417"/>
                    <a:pt x="11829" y="9417"/>
                  </a:cubicBezTo>
                  <a:cubicBezTo>
                    <a:pt x="11722" y="9417"/>
                    <a:pt x="11616" y="9429"/>
                    <a:pt x="11511" y="9452"/>
                  </a:cubicBezTo>
                  <a:cubicBezTo>
                    <a:pt x="11388" y="8735"/>
                    <a:pt x="10766" y="8222"/>
                    <a:pt x="10048" y="8222"/>
                  </a:cubicBezTo>
                  <a:cubicBezTo>
                    <a:pt x="10037" y="8222"/>
                    <a:pt x="10026" y="8222"/>
                    <a:pt x="10015" y="8222"/>
                  </a:cubicBezTo>
                  <a:cubicBezTo>
                    <a:pt x="10008" y="7661"/>
                    <a:pt x="9674" y="7123"/>
                    <a:pt x="9120" y="6885"/>
                  </a:cubicBezTo>
                  <a:cubicBezTo>
                    <a:pt x="9268" y="6486"/>
                    <a:pt x="9242" y="6027"/>
                    <a:pt x="9015" y="5632"/>
                  </a:cubicBezTo>
                  <a:cubicBezTo>
                    <a:pt x="8741" y="5158"/>
                    <a:pt x="8243" y="4893"/>
                    <a:pt x="7731" y="4893"/>
                  </a:cubicBezTo>
                  <a:cubicBezTo>
                    <a:pt x="7507" y="4893"/>
                    <a:pt x="7280" y="4944"/>
                    <a:pt x="7068" y="5051"/>
                  </a:cubicBezTo>
                  <a:lnTo>
                    <a:pt x="8751" y="2138"/>
                  </a:lnTo>
                  <a:cubicBezTo>
                    <a:pt x="8836" y="2178"/>
                    <a:pt x="8919" y="2214"/>
                    <a:pt x="9007" y="2244"/>
                  </a:cubicBezTo>
                  <a:cubicBezTo>
                    <a:pt x="8810" y="2668"/>
                    <a:pt x="8816" y="3177"/>
                    <a:pt x="9064" y="3612"/>
                  </a:cubicBezTo>
                  <a:cubicBezTo>
                    <a:pt x="9338" y="4084"/>
                    <a:pt x="9836" y="4351"/>
                    <a:pt x="10348" y="4351"/>
                  </a:cubicBezTo>
                  <a:cubicBezTo>
                    <a:pt x="10598" y="4351"/>
                    <a:pt x="10852" y="4287"/>
                    <a:pt x="11084" y="4153"/>
                  </a:cubicBezTo>
                  <a:lnTo>
                    <a:pt x="13007" y="3045"/>
                  </a:lnTo>
                  <a:lnTo>
                    <a:pt x="13861" y="3537"/>
                  </a:lnTo>
                  <a:cubicBezTo>
                    <a:pt x="13935" y="3580"/>
                    <a:pt x="14015" y="3600"/>
                    <a:pt x="14095" y="3600"/>
                  </a:cubicBezTo>
                  <a:cubicBezTo>
                    <a:pt x="14257" y="3600"/>
                    <a:pt x="14414" y="3516"/>
                    <a:pt x="14501" y="3365"/>
                  </a:cubicBezTo>
                  <a:cubicBezTo>
                    <a:pt x="14630" y="3141"/>
                    <a:pt x="14554" y="2854"/>
                    <a:pt x="14329" y="2725"/>
                  </a:cubicBezTo>
                  <a:lnTo>
                    <a:pt x="13439" y="2213"/>
                  </a:lnTo>
                  <a:cubicBezTo>
                    <a:pt x="13306" y="2135"/>
                    <a:pt x="13156" y="2096"/>
                    <a:pt x="13007" y="2096"/>
                  </a:cubicBezTo>
                  <a:cubicBezTo>
                    <a:pt x="12858" y="2096"/>
                    <a:pt x="12709" y="2135"/>
                    <a:pt x="12575" y="2213"/>
                  </a:cubicBezTo>
                  <a:lnTo>
                    <a:pt x="10618" y="3342"/>
                  </a:lnTo>
                  <a:cubicBezTo>
                    <a:pt x="10533" y="3391"/>
                    <a:pt x="10440" y="3415"/>
                    <a:pt x="10347" y="3415"/>
                  </a:cubicBezTo>
                  <a:cubicBezTo>
                    <a:pt x="10160" y="3415"/>
                    <a:pt x="9977" y="3318"/>
                    <a:pt x="9878" y="3143"/>
                  </a:cubicBezTo>
                  <a:cubicBezTo>
                    <a:pt x="9728" y="2884"/>
                    <a:pt x="9816" y="2551"/>
                    <a:pt x="10077" y="2402"/>
                  </a:cubicBezTo>
                  <a:cubicBezTo>
                    <a:pt x="10794" y="1988"/>
                    <a:pt x="11280" y="1708"/>
                    <a:pt x="11599" y="1524"/>
                  </a:cubicBezTo>
                  <a:lnTo>
                    <a:pt x="11599" y="1524"/>
                  </a:lnTo>
                  <a:cubicBezTo>
                    <a:pt x="11662" y="1487"/>
                    <a:pt x="11823" y="1394"/>
                    <a:pt x="12141" y="1211"/>
                  </a:cubicBezTo>
                  <a:cubicBezTo>
                    <a:pt x="12332" y="1101"/>
                    <a:pt x="12547" y="1045"/>
                    <a:pt x="12762" y="1045"/>
                  </a:cubicBezTo>
                  <a:close/>
                  <a:moveTo>
                    <a:pt x="23037" y="14438"/>
                  </a:moveTo>
                  <a:cubicBezTo>
                    <a:pt x="23835" y="14438"/>
                    <a:pt x="24485" y="15087"/>
                    <a:pt x="24485" y="15886"/>
                  </a:cubicBezTo>
                  <a:lnTo>
                    <a:pt x="24485" y="16097"/>
                  </a:lnTo>
                  <a:cubicBezTo>
                    <a:pt x="24485" y="17727"/>
                    <a:pt x="23218" y="19067"/>
                    <a:pt x="21617" y="19184"/>
                  </a:cubicBezTo>
                  <a:lnTo>
                    <a:pt x="21967" y="14438"/>
                  </a:lnTo>
                  <a:close/>
                  <a:moveTo>
                    <a:pt x="3462" y="14440"/>
                  </a:moveTo>
                  <a:lnTo>
                    <a:pt x="3811" y="19186"/>
                  </a:lnTo>
                  <a:cubicBezTo>
                    <a:pt x="2209" y="19067"/>
                    <a:pt x="944" y="17727"/>
                    <a:pt x="944" y="16097"/>
                  </a:cubicBezTo>
                  <a:lnTo>
                    <a:pt x="944" y="15888"/>
                  </a:lnTo>
                  <a:cubicBezTo>
                    <a:pt x="944" y="15090"/>
                    <a:pt x="1592" y="14440"/>
                    <a:pt x="2390" y="14440"/>
                  </a:cubicBezTo>
                  <a:close/>
                  <a:moveTo>
                    <a:pt x="16807" y="27179"/>
                  </a:moveTo>
                  <a:lnTo>
                    <a:pt x="16807" y="27958"/>
                  </a:lnTo>
                  <a:cubicBezTo>
                    <a:pt x="16807" y="29042"/>
                    <a:pt x="17438" y="30043"/>
                    <a:pt x="18414" y="30511"/>
                  </a:cubicBezTo>
                  <a:lnTo>
                    <a:pt x="19499" y="31032"/>
                  </a:lnTo>
                  <a:lnTo>
                    <a:pt x="5927" y="31032"/>
                  </a:lnTo>
                  <a:lnTo>
                    <a:pt x="7013" y="30511"/>
                  </a:lnTo>
                  <a:cubicBezTo>
                    <a:pt x="7989" y="30043"/>
                    <a:pt x="8621" y="29040"/>
                    <a:pt x="8621" y="27958"/>
                  </a:cubicBezTo>
                  <a:lnTo>
                    <a:pt x="8621" y="27179"/>
                  </a:lnTo>
                  <a:cubicBezTo>
                    <a:pt x="10020" y="27998"/>
                    <a:pt x="11501" y="28496"/>
                    <a:pt x="12643" y="28516"/>
                  </a:cubicBezTo>
                  <a:cubicBezTo>
                    <a:pt x="12659" y="28517"/>
                    <a:pt x="12675" y="28517"/>
                    <a:pt x="12691" y="28517"/>
                  </a:cubicBezTo>
                  <a:cubicBezTo>
                    <a:pt x="14056" y="28517"/>
                    <a:pt x="15638" y="27863"/>
                    <a:pt x="16807" y="27179"/>
                  </a:cubicBezTo>
                  <a:close/>
                  <a:moveTo>
                    <a:pt x="18380" y="1"/>
                  </a:moveTo>
                  <a:cubicBezTo>
                    <a:pt x="18300" y="1"/>
                    <a:pt x="18220" y="21"/>
                    <a:pt x="18146" y="63"/>
                  </a:cubicBezTo>
                  <a:lnTo>
                    <a:pt x="16635" y="937"/>
                  </a:lnTo>
                  <a:cubicBezTo>
                    <a:pt x="16521" y="1003"/>
                    <a:pt x="16435" y="1103"/>
                    <a:pt x="16391" y="1224"/>
                  </a:cubicBezTo>
                  <a:cubicBezTo>
                    <a:pt x="16219" y="1311"/>
                    <a:pt x="16031" y="1354"/>
                    <a:pt x="15843" y="1354"/>
                  </a:cubicBezTo>
                  <a:cubicBezTo>
                    <a:pt x="15633" y="1354"/>
                    <a:pt x="15423" y="1300"/>
                    <a:pt x="15236" y="1192"/>
                  </a:cubicBezTo>
                  <a:lnTo>
                    <a:pt x="13851" y="392"/>
                  </a:lnTo>
                  <a:cubicBezTo>
                    <a:pt x="13514" y="198"/>
                    <a:pt x="13138" y="101"/>
                    <a:pt x="12761" y="101"/>
                  </a:cubicBezTo>
                  <a:cubicBezTo>
                    <a:pt x="12385" y="101"/>
                    <a:pt x="12008" y="198"/>
                    <a:pt x="11673" y="392"/>
                  </a:cubicBezTo>
                  <a:lnTo>
                    <a:pt x="9814" y="1465"/>
                  </a:lnTo>
                  <a:cubicBezTo>
                    <a:pt x="9543" y="1439"/>
                    <a:pt x="9278" y="1359"/>
                    <a:pt x="9038" y="1228"/>
                  </a:cubicBezTo>
                  <a:cubicBezTo>
                    <a:pt x="8994" y="1106"/>
                    <a:pt x="8908" y="1003"/>
                    <a:pt x="8793" y="938"/>
                  </a:cubicBezTo>
                  <a:lnTo>
                    <a:pt x="7280" y="66"/>
                  </a:lnTo>
                  <a:cubicBezTo>
                    <a:pt x="7207" y="23"/>
                    <a:pt x="7126" y="3"/>
                    <a:pt x="7046" y="3"/>
                  </a:cubicBezTo>
                  <a:cubicBezTo>
                    <a:pt x="6885" y="3"/>
                    <a:pt x="6727" y="87"/>
                    <a:pt x="6640" y="238"/>
                  </a:cubicBezTo>
                  <a:lnTo>
                    <a:pt x="3824" y="5114"/>
                  </a:lnTo>
                  <a:cubicBezTo>
                    <a:pt x="3694" y="5339"/>
                    <a:pt x="3772" y="5626"/>
                    <a:pt x="3996" y="5756"/>
                  </a:cubicBezTo>
                  <a:lnTo>
                    <a:pt x="4993" y="6331"/>
                  </a:lnTo>
                  <a:cubicBezTo>
                    <a:pt x="4769" y="6649"/>
                    <a:pt x="4567" y="6982"/>
                    <a:pt x="4383" y="7324"/>
                  </a:cubicBezTo>
                  <a:cubicBezTo>
                    <a:pt x="4261" y="7552"/>
                    <a:pt x="4349" y="7836"/>
                    <a:pt x="4577" y="7958"/>
                  </a:cubicBezTo>
                  <a:cubicBezTo>
                    <a:pt x="4647" y="7995"/>
                    <a:pt x="4721" y="8013"/>
                    <a:pt x="4795" y="8013"/>
                  </a:cubicBezTo>
                  <a:cubicBezTo>
                    <a:pt x="4963" y="8013"/>
                    <a:pt x="5125" y="7922"/>
                    <a:pt x="5210" y="7764"/>
                  </a:cubicBezTo>
                  <a:cubicBezTo>
                    <a:pt x="5282" y="7630"/>
                    <a:pt x="5358" y="7496"/>
                    <a:pt x="5436" y="7366"/>
                  </a:cubicBezTo>
                  <a:cubicBezTo>
                    <a:pt x="5547" y="7687"/>
                    <a:pt x="5764" y="7967"/>
                    <a:pt x="6064" y="8148"/>
                  </a:cubicBezTo>
                  <a:cubicBezTo>
                    <a:pt x="5553" y="9092"/>
                    <a:pt x="5249" y="10141"/>
                    <a:pt x="5177" y="11215"/>
                  </a:cubicBezTo>
                  <a:cubicBezTo>
                    <a:pt x="5122" y="12033"/>
                    <a:pt x="5774" y="12729"/>
                    <a:pt x="6593" y="12729"/>
                  </a:cubicBezTo>
                  <a:lnTo>
                    <a:pt x="16349" y="12729"/>
                  </a:lnTo>
                  <a:cubicBezTo>
                    <a:pt x="16607" y="12729"/>
                    <a:pt x="16817" y="12518"/>
                    <a:pt x="16817" y="12260"/>
                  </a:cubicBezTo>
                  <a:cubicBezTo>
                    <a:pt x="16817" y="12002"/>
                    <a:pt x="16607" y="11792"/>
                    <a:pt x="16349" y="11792"/>
                  </a:cubicBezTo>
                  <a:lnTo>
                    <a:pt x="15406" y="11792"/>
                  </a:lnTo>
                  <a:cubicBezTo>
                    <a:pt x="15449" y="11679"/>
                    <a:pt x="15478" y="11564"/>
                    <a:pt x="15493" y="11448"/>
                  </a:cubicBezTo>
                  <a:cubicBezTo>
                    <a:pt x="15661" y="11508"/>
                    <a:pt x="15832" y="11536"/>
                    <a:pt x="16000" y="11536"/>
                  </a:cubicBezTo>
                  <a:cubicBezTo>
                    <a:pt x="16733" y="11536"/>
                    <a:pt x="17402" y="11000"/>
                    <a:pt x="17476" y="10205"/>
                  </a:cubicBezTo>
                  <a:cubicBezTo>
                    <a:pt x="17577" y="10228"/>
                    <a:pt x="17681" y="10239"/>
                    <a:pt x="17785" y="10239"/>
                  </a:cubicBezTo>
                  <a:cubicBezTo>
                    <a:pt x="18241" y="10239"/>
                    <a:pt x="18696" y="10024"/>
                    <a:pt x="18985" y="9613"/>
                  </a:cubicBezTo>
                  <a:cubicBezTo>
                    <a:pt x="19167" y="10146"/>
                    <a:pt x="19276" y="10702"/>
                    <a:pt x="19314" y="11276"/>
                  </a:cubicBezTo>
                  <a:cubicBezTo>
                    <a:pt x="19331" y="11556"/>
                    <a:pt x="19111" y="11791"/>
                    <a:pt x="18832" y="11791"/>
                  </a:cubicBezTo>
                  <a:lnTo>
                    <a:pt x="18533" y="11791"/>
                  </a:lnTo>
                  <a:cubicBezTo>
                    <a:pt x="18275" y="11791"/>
                    <a:pt x="18065" y="12000"/>
                    <a:pt x="18065" y="12259"/>
                  </a:cubicBezTo>
                  <a:cubicBezTo>
                    <a:pt x="18065" y="12517"/>
                    <a:pt x="18275" y="12726"/>
                    <a:pt x="18533" y="12726"/>
                  </a:cubicBezTo>
                  <a:lnTo>
                    <a:pt x="18832" y="12726"/>
                  </a:lnTo>
                  <a:cubicBezTo>
                    <a:pt x="19651" y="12726"/>
                    <a:pt x="20302" y="12030"/>
                    <a:pt x="20248" y="11213"/>
                  </a:cubicBezTo>
                  <a:cubicBezTo>
                    <a:pt x="20180" y="10198"/>
                    <a:pt x="19904" y="9202"/>
                    <a:pt x="19441" y="8300"/>
                  </a:cubicBezTo>
                  <a:cubicBezTo>
                    <a:pt x="19744" y="8145"/>
                    <a:pt x="19992" y="7881"/>
                    <a:pt x="20110" y="7575"/>
                  </a:cubicBezTo>
                  <a:cubicBezTo>
                    <a:pt x="20927" y="9021"/>
                    <a:pt x="21301" y="10680"/>
                    <a:pt x="21178" y="12363"/>
                  </a:cubicBezTo>
                  <a:lnTo>
                    <a:pt x="20568" y="20633"/>
                  </a:lnTo>
                  <a:cubicBezTo>
                    <a:pt x="20274" y="24636"/>
                    <a:pt x="15256" y="27538"/>
                    <a:pt x="12765" y="27581"/>
                  </a:cubicBezTo>
                  <a:cubicBezTo>
                    <a:pt x="12747" y="27581"/>
                    <a:pt x="12729" y="27581"/>
                    <a:pt x="12711" y="27581"/>
                  </a:cubicBezTo>
                  <a:cubicBezTo>
                    <a:pt x="10202" y="27581"/>
                    <a:pt x="5149" y="24640"/>
                    <a:pt x="4852" y="20633"/>
                  </a:cubicBezTo>
                  <a:cubicBezTo>
                    <a:pt x="4644" y="17806"/>
                    <a:pt x="4362" y="13966"/>
                    <a:pt x="4243" y="12363"/>
                  </a:cubicBezTo>
                  <a:cubicBezTo>
                    <a:pt x="4177" y="11468"/>
                    <a:pt x="4250" y="10577"/>
                    <a:pt x="4462" y="9713"/>
                  </a:cubicBezTo>
                  <a:cubicBezTo>
                    <a:pt x="4522" y="9462"/>
                    <a:pt x="4370" y="9209"/>
                    <a:pt x="4119" y="9146"/>
                  </a:cubicBezTo>
                  <a:cubicBezTo>
                    <a:pt x="4082" y="9137"/>
                    <a:pt x="4045" y="9133"/>
                    <a:pt x="4008" y="9133"/>
                  </a:cubicBezTo>
                  <a:cubicBezTo>
                    <a:pt x="3798" y="9133"/>
                    <a:pt x="3606" y="9275"/>
                    <a:pt x="3552" y="9489"/>
                  </a:cubicBezTo>
                  <a:cubicBezTo>
                    <a:pt x="3317" y="10448"/>
                    <a:pt x="3235" y="11435"/>
                    <a:pt x="3308" y="12431"/>
                  </a:cubicBezTo>
                  <a:lnTo>
                    <a:pt x="3387" y="13504"/>
                  </a:lnTo>
                  <a:lnTo>
                    <a:pt x="2387" y="13504"/>
                  </a:lnTo>
                  <a:cubicBezTo>
                    <a:pt x="1071" y="13504"/>
                    <a:pt x="1" y="14573"/>
                    <a:pt x="1" y="15889"/>
                  </a:cubicBezTo>
                  <a:lnTo>
                    <a:pt x="1" y="16099"/>
                  </a:lnTo>
                  <a:cubicBezTo>
                    <a:pt x="1" y="18270"/>
                    <a:pt x="1724" y="20045"/>
                    <a:pt x="3875" y="20128"/>
                  </a:cubicBezTo>
                  <a:lnTo>
                    <a:pt x="3918" y="20702"/>
                  </a:lnTo>
                  <a:cubicBezTo>
                    <a:pt x="4098" y="23134"/>
                    <a:pt x="5742" y="25180"/>
                    <a:pt x="7679" y="26571"/>
                  </a:cubicBezTo>
                  <a:lnTo>
                    <a:pt x="7679" y="27961"/>
                  </a:lnTo>
                  <a:cubicBezTo>
                    <a:pt x="7679" y="28686"/>
                    <a:pt x="7259" y="29356"/>
                    <a:pt x="6606" y="29669"/>
                  </a:cubicBezTo>
                  <a:lnTo>
                    <a:pt x="4677" y="30594"/>
                  </a:lnTo>
                  <a:cubicBezTo>
                    <a:pt x="4370" y="30741"/>
                    <a:pt x="4210" y="31076"/>
                    <a:pt x="4284" y="31406"/>
                  </a:cubicBezTo>
                  <a:cubicBezTo>
                    <a:pt x="4360" y="31738"/>
                    <a:pt x="4650" y="31969"/>
                    <a:pt x="4992" y="31969"/>
                  </a:cubicBezTo>
                  <a:lnTo>
                    <a:pt x="20432" y="31969"/>
                  </a:lnTo>
                  <a:cubicBezTo>
                    <a:pt x="20772" y="31969"/>
                    <a:pt x="21063" y="31738"/>
                    <a:pt x="21138" y="31406"/>
                  </a:cubicBezTo>
                  <a:cubicBezTo>
                    <a:pt x="21214" y="31075"/>
                    <a:pt x="21051" y="30741"/>
                    <a:pt x="20744" y="30594"/>
                  </a:cubicBezTo>
                  <a:lnTo>
                    <a:pt x="18817" y="29669"/>
                  </a:lnTo>
                  <a:cubicBezTo>
                    <a:pt x="18164" y="29354"/>
                    <a:pt x="17742" y="28683"/>
                    <a:pt x="17742" y="27961"/>
                  </a:cubicBezTo>
                  <a:lnTo>
                    <a:pt x="17742" y="26571"/>
                  </a:lnTo>
                  <a:cubicBezTo>
                    <a:pt x="19680" y="25182"/>
                    <a:pt x="21324" y="23134"/>
                    <a:pt x="21503" y="20702"/>
                  </a:cubicBezTo>
                  <a:lnTo>
                    <a:pt x="21547" y="20128"/>
                  </a:lnTo>
                  <a:cubicBezTo>
                    <a:pt x="23697" y="20045"/>
                    <a:pt x="25421" y="18270"/>
                    <a:pt x="25421" y="16099"/>
                  </a:cubicBezTo>
                  <a:lnTo>
                    <a:pt x="25421" y="15889"/>
                  </a:lnTo>
                  <a:cubicBezTo>
                    <a:pt x="25421" y="14573"/>
                    <a:pt x="24352" y="13504"/>
                    <a:pt x="23036" y="13504"/>
                  </a:cubicBezTo>
                  <a:lnTo>
                    <a:pt x="22034" y="13504"/>
                  </a:lnTo>
                  <a:lnTo>
                    <a:pt x="22113" y="12431"/>
                  </a:lnTo>
                  <a:cubicBezTo>
                    <a:pt x="22275" y="10251"/>
                    <a:pt x="21680" y="8105"/>
                    <a:pt x="20433" y="6329"/>
                  </a:cubicBezTo>
                  <a:lnTo>
                    <a:pt x="21430" y="5753"/>
                  </a:lnTo>
                  <a:cubicBezTo>
                    <a:pt x="21654" y="5624"/>
                    <a:pt x="21732" y="5337"/>
                    <a:pt x="21602" y="5113"/>
                  </a:cubicBezTo>
                  <a:lnTo>
                    <a:pt x="18787" y="235"/>
                  </a:lnTo>
                  <a:cubicBezTo>
                    <a:pt x="18700" y="85"/>
                    <a:pt x="18542" y="1"/>
                    <a:pt x="1838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6"/>
            <p:cNvSpPr/>
            <p:nvPr/>
          </p:nvSpPr>
          <p:spPr>
            <a:xfrm>
              <a:off x="8183416" y="4371964"/>
              <a:ext cx="60860" cy="12227"/>
            </a:xfrm>
            <a:custGeom>
              <a:rect b="b" l="l" r="r" t="t"/>
              <a:pathLst>
                <a:path extrusionOk="0" h="938" w="4669">
                  <a:moveTo>
                    <a:pt x="468" y="1"/>
                  </a:moveTo>
                  <a:cubicBezTo>
                    <a:pt x="210" y="1"/>
                    <a:pt x="0" y="212"/>
                    <a:pt x="0" y="470"/>
                  </a:cubicBezTo>
                  <a:cubicBezTo>
                    <a:pt x="0" y="728"/>
                    <a:pt x="210" y="938"/>
                    <a:pt x="468" y="938"/>
                  </a:cubicBezTo>
                  <a:lnTo>
                    <a:pt x="4199" y="938"/>
                  </a:lnTo>
                  <a:cubicBezTo>
                    <a:pt x="4457" y="938"/>
                    <a:pt x="4668" y="728"/>
                    <a:pt x="4668" y="470"/>
                  </a:cubicBezTo>
                  <a:cubicBezTo>
                    <a:pt x="4668" y="212"/>
                    <a:pt x="4457"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6"/>
            <p:cNvSpPr/>
            <p:nvPr/>
          </p:nvSpPr>
          <p:spPr>
            <a:xfrm>
              <a:off x="8248307" y="4371964"/>
              <a:ext cx="77089" cy="76763"/>
            </a:xfrm>
            <a:custGeom>
              <a:rect b="b" l="l" r="r" t="t"/>
              <a:pathLst>
                <a:path extrusionOk="0" h="5889" w="5914">
                  <a:moveTo>
                    <a:pt x="2962" y="1"/>
                  </a:moveTo>
                  <a:cubicBezTo>
                    <a:pt x="2016" y="1"/>
                    <a:pt x="1247" y="771"/>
                    <a:pt x="1247" y="1716"/>
                  </a:cubicBezTo>
                  <a:lnTo>
                    <a:pt x="1247" y="4174"/>
                  </a:lnTo>
                  <a:cubicBezTo>
                    <a:pt x="1247" y="4603"/>
                    <a:pt x="897" y="4951"/>
                    <a:pt x="468" y="4951"/>
                  </a:cubicBezTo>
                  <a:cubicBezTo>
                    <a:pt x="210" y="4951"/>
                    <a:pt x="0" y="5162"/>
                    <a:pt x="0" y="5421"/>
                  </a:cubicBezTo>
                  <a:cubicBezTo>
                    <a:pt x="0" y="5679"/>
                    <a:pt x="210" y="5888"/>
                    <a:pt x="468" y="5888"/>
                  </a:cubicBezTo>
                  <a:cubicBezTo>
                    <a:pt x="469" y="5888"/>
                    <a:pt x="470" y="5888"/>
                    <a:pt x="471" y="5888"/>
                  </a:cubicBezTo>
                  <a:cubicBezTo>
                    <a:pt x="1417" y="5888"/>
                    <a:pt x="2183" y="5120"/>
                    <a:pt x="2183" y="4174"/>
                  </a:cubicBezTo>
                  <a:lnTo>
                    <a:pt x="2183" y="1716"/>
                  </a:lnTo>
                  <a:cubicBezTo>
                    <a:pt x="2183" y="1288"/>
                    <a:pt x="2533" y="938"/>
                    <a:pt x="2962" y="938"/>
                  </a:cubicBezTo>
                  <a:lnTo>
                    <a:pt x="5446" y="938"/>
                  </a:lnTo>
                  <a:cubicBezTo>
                    <a:pt x="5704" y="938"/>
                    <a:pt x="5914" y="728"/>
                    <a:pt x="5914" y="470"/>
                  </a:cubicBezTo>
                  <a:cubicBezTo>
                    <a:pt x="5914" y="212"/>
                    <a:pt x="5704"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6"/>
            <p:cNvSpPr/>
            <p:nvPr/>
          </p:nvSpPr>
          <p:spPr>
            <a:xfrm>
              <a:off x="8207636" y="4478060"/>
              <a:ext cx="93539" cy="22942"/>
            </a:xfrm>
            <a:custGeom>
              <a:rect b="b" l="l" r="r" t="t"/>
              <a:pathLst>
                <a:path extrusionOk="0" h="1760" w="7176">
                  <a:moveTo>
                    <a:pt x="534" y="0"/>
                  </a:moveTo>
                  <a:cubicBezTo>
                    <a:pt x="363" y="0"/>
                    <a:pt x="198" y="95"/>
                    <a:pt x="117" y="259"/>
                  </a:cubicBezTo>
                  <a:cubicBezTo>
                    <a:pt x="1" y="490"/>
                    <a:pt x="94" y="771"/>
                    <a:pt x="325" y="886"/>
                  </a:cubicBezTo>
                  <a:lnTo>
                    <a:pt x="717" y="1084"/>
                  </a:lnTo>
                  <a:cubicBezTo>
                    <a:pt x="1615" y="1535"/>
                    <a:pt x="2601" y="1760"/>
                    <a:pt x="3588" y="1760"/>
                  </a:cubicBezTo>
                  <a:cubicBezTo>
                    <a:pt x="4574" y="1760"/>
                    <a:pt x="5560" y="1535"/>
                    <a:pt x="6459" y="1084"/>
                  </a:cubicBezTo>
                  <a:lnTo>
                    <a:pt x="6851" y="886"/>
                  </a:lnTo>
                  <a:cubicBezTo>
                    <a:pt x="7082" y="770"/>
                    <a:pt x="7175" y="489"/>
                    <a:pt x="7059" y="259"/>
                  </a:cubicBezTo>
                  <a:cubicBezTo>
                    <a:pt x="6977" y="95"/>
                    <a:pt x="6813" y="0"/>
                    <a:pt x="6642" y="0"/>
                  </a:cubicBezTo>
                  <a:cubicBezTo>
                    <a:pt x="6571" y="0"/>
                    <a:pt x="6499" y="16"/>
                    <a:pt x="6431" y="51"/>
                  </a:cubicBezTo>
                  <a:lnTo>
                    <a:pt x="6039" y="248"/>
                  </a:lnTo>
                  <a:cubicBezTo>
                    <a:pt x="5271" y="632"/>
                    <a:pt x="4429" y="824"/>
                    <a:pt x="3587" y="824"/>
                  </a:cubicBezTo>
                  <a:cubicBezTo>
                    <a:pt x="2744" y="824"/>
                    <a:pt x="1902" y="632"/>
                    <a:pt x="1134" y="248"/>
                  </a:cubicBezTo>
                  <a:lnTo>
                    <a:pt x="745" y="51"/>
                  </a:lnTo>
                  <a:cubicBezTo>
                    <a:pt x="678" y="16"/>
                    <a:pt x="605" y="0"/>
                    <a:pt x="5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33" name="Google Shape;2333;p46"/>
          <p:cNvSpPr/>
          <p:nvPr/>
        </p:nvSpPr>
        <p:spPr>
          <a:xfrm>
            <a:off x="720000" y="1665375"/>
            <a:ext cx="233100" cy="233100"/>
          </a:xfrm>
          <a:prstGeom prst="ellipse">
            <a:avLst/>
          </a:prstGeom>
          <a:solidFill>
            <a:schemeClr val="dk2"/>
          </a:solidFill>
          <a:ln cap="flat" cmpd="sng" w="9525">
            <a:solidFill>
              <a:srgbClr val="000000"/>
            </a:solidFill>
            <a:prstDash val="solid"/>
            <a:round/>
            <a:headEnd len="sm" w="sm" type="none"/>
            <a:tailEnd len="sm" w="sm" type="none"/>
          </a:ln>
          <a:effectLst>
            <a:outerShdw rotWithShape="0" algn="bl" dir="3120000" dist="28575">
              <a:schemeClr val="accent5"/>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6"/>
          <p:cNvSpPr/>
          <p:nvPr/>
        </p:nvSpPr>
        <p:spPr>
          <a:xfrm>
            <a:off x="720000" y="2099475"/>
            <a:ext cx="233100" cy="233100"/>
          </a:xfrm>
          <a:prstGeom prst="ellipse">
            <a:avLst/>
          </a:prstGeom>
          <a:solidFill>
            <a:schemeClr val="dk2"/>
          </a:solidFill>
          <a:ln cap="flat" cmpd="sng" w="9525">
            <a:solidFill>
              <a:srgbClr val="000000"/>
            </a:solidFill>
            <a:prstDash val="solid"/>
            <a:round/>
            <a:headEnd len="sm" w="sm" type="none"/>
            <a:tailEnd len="sm" w="sm" type="none"/>
          </a:ln>
          <a:effectLst>
            <a:outerShdw rotWithShape="0" algn="bl" dir="3120000" dist="28575">
              <a:schemeClr val="accent5"/>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6"/>
          <p:cNvSpPr/>
          <p:nvPr/>
        </p:nvSpPr>
        <p:spPr>
          <a:xfrm>
            <a:off x="720000" y="2533575"/>
            <a:ext cx="233100" cy="233100"/>
          </a:xfrm>
          <a:prstGeom prst="ellipse">
            <a:avLst/>
          </a:prstGeom>
          <a:solidFill>
            <a:schemeClr val="dk2"/>
          </a:solidFill>
          <a:ln cap="flat" cmpd="sng" w="9525">
            <a:solidFill>
              <a:srgbClr val="000000"/>
            </a:solidFill>
            <a:prstDash val="solid"/>
            <a:round/>
            <a:headEnd len="sm" w="sm" type="none"/>
            <a:tailEnd len="sm" w="sm" type="none"/>
          </a:ln>
          <a:effectLst>
            <a:outerShdw rotWithShape="0" algn="bl" dir="3120000" dist="28575">
              <a:schemeClr val="accent5"/>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6"/>
          <p:cNvSpPr/>
          <p:nvPr/>
        </p:nvSpPr>
        <p:spPr>
          <a:xfrm>
            <a:off x="720000" y="2967675"/>
            <a:ext cx="233100" cy="233100"/>
          </a:xfrm>
          <a:prstGeom prst="ellipse">
            <a:avLst/>
          </a:prstGeom>
          <a:solidFill>
            <a:schemeClr val="dk2"/>
          </a:solidFill>
          <a:ln cap="flat" cmpd="sng" w="9525">
            <a:solidFill>
              <a:srgbClr val="000000"/>
            </a:solidFill>
            <a:prstDash val="solid"/>
            <a:round/>
            <a:headEnd len="sm" w="sm" type="none"/>
            <a:tailEnd len="sm" w="sm" type="none"/>
          </a:ln>
          <a:effectLst>
            <a:outerShdw rotWithShape="0" algn="bl" dir="3120000" dist="28575">
              <a:schemeClr val="accent5"/>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6"/>
          <p:cNvSpPr/>
          <p:nvPr/>
        </p:nvSpPr>
        <p:spPr>
          <a:xfrm>
            <a:off x="720000" y="3401775"/>
            <a:ext cx="233100" cy="233100"/>
          </a:xfrm>
          <a:prstGeom prst="ellipse">
            <a:avLst/>
          </a:prstGeom>
          <a:solidFill>
            <a:schemeClr val="dk2"/>
          </a:solidFill>
          <a:ln cap="flat" cmpd="sng" w="9525">
            <a:solidFill>
              <a:srgbClr val="000000"/>
            </a:solidFill>
            <a:prstDash val="solid"/>
            <a:round/>
            <a:headEnd len="sm" w="sm" type="none"/>
            <a:tailEnd len="sm" w="sm" type="none"/>
          </a:ln>
          <a:effectLst>
            <a:outerShdw rotWithShape="0" algn="bl" dir="3120000" dist="28575">
              <a:schemeClr val="accent5"/>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6"/>
          <p:cNvSpPr/>
          <p:nvPr/>
        </p:nvSpPr>
        <p:spPr>
          <a:xfrm>
            <a:off x="720000" y="3835875"/>
            <a:ext cx="233100" cy="233100"/>
          </a:xfrm>
          <a:prstGeom prst="ellipse">
            <a:avLst/>
          </a:prstGeom>
          <a:solidFill>
            <a:schemeClr val="dk2"/>
          </a:solidFill>
          <a:ln cap="flat" cmpd="sng" w="9525">
            <a:solidFill>
              <a:srgbClr val="000000"/>
            </a:solidFill>
            <a:prstDash val="solid"/>
            <a:round/>
            <a:headEnd len="sm" w="sm" type="none"/>
            <a:tailEnd len="sm" w="sm" type="none"/>
          </a:ln>
          <a:effectLst>
            <a:outerShdw rotWithShape="0" algn="bl" dir="3120000" dist="28575">
              <a:schemeClr val="accent5"/>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6"/>
          <p:cNvSpPr/>
          <p:nvPr/>
        </p:nvSpPr>
        <p:spPr>
          <a:xfrm>
            <a:off x="720000" y="4269975"/>
            <a:ext cx="233100" cy="233100"/>
          </a:xfrm>
          <a:prstGeom prst="ellipse">
            <a:avLst/>
          </a:prstGeom>
          <a:solidFill>
            <a:schemeClr val="dk2"/>
          </a:solidFill>
          <a:ln cap="flat" cmpd="sng" w="9525">
            <a:solidFill>
              <a:srgbClr val="000000"/>
            </a:solidFill>
            <a:prstDash val="solid"/>
            <a:round/>
            <a:headEnd len="sm" w="sm" type="none"/>
            <a:tailEnd len="sm" w="sm" type="none"/>
          </a:ln>
          <a:effectLst>
            <a:outerShdw rotWithShape="0" algn="bl" dir="3120000" dist="28575">
              <a:schemeClr val="accent5"/>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40" name="Google Shape;2340;p46"/>
          <p:cNvCxnSpPr/>
          <p:nvPr/>
        </p:nvCxnSpPr>
        <p:spPr>
          <a:xfrm rot="10800000">
            <a:off x="1113005" y="1898475"/>
            <a:ext cx="3164400" cy="0"/>
          </a:xfrm>
          <a:prstGeom prst="straightConnector1">
            <a:avLst/>
          </a:prstGeom>
          <a:noFill/>
          <a:ln cap="flat" cmpd="sng" w="9525">
            <a:solidFill>
              <a:srgbClr val="000000"/>
            </a:solidFill>
            <a:prstDash val="dot"/>
            <a:round/>
            <a:headEnd len="med" w="med" type="none"/>
            <a:tailEnd len="med" w="med" type="none"/>
          </a:ln>
        </p:spPr>
      </p:cxnSp>
      <p:cxnSp>
        <p:nvCxnSpPr>
          <p:cNvPr id="2341" name="Google Shape;2341;p46"/>
          <p:cNvCxnSpPr/>
          <p:nvPr/>
        </p:nvCxnSpPr>
        <p:spPr>
          <a:xfrm rot="10800000">
            <a:off x="1113005" y="2332575"/>
            <a:ext cx="3164400" cy="0"/>
          </a:xfrm>
          <a:prstGeom prst="straightConnector1">
            <a:avLst/>
          </a:prstGeom>
          <a:noFill/>
          <a:ln cap="flat" cmpd="sng" w="9525">
            <a:solidFill>
              <a:srgbClr val="000000"/>
            </a:solidFill>
            <a:prstDash val="dot"/>
            <a:round/>
            <a:headEnd len="med" w="med" type="none"/>
            <a:tailEnd len="med" w="med" type="none"/>
          </a:ln>
        </p:spPr>
      </p:cxnSp>
      <p:cxnSp>
        <p:nvCxnSpPr>
          <p:cNvPr id="2342" name="Google Shape;2342;p46"/>
          <p:cNvCxnSpPr/>
          <p:nvPr/>
        </p:nvCxnSpPr>
        <p:spPr>
          <a:xfrm rot="10800000">
            <a:off x="1113005" y="2766675"/>
            <a:ext cx="3164400" cy="0"/>
          </a:xfrm>
          <a:prstGeom prst="straightConnector1">
            <a:avLst/>
          </a:prstGeom>
          <a:noFill/>
          <a:ln cap="flat" cmpd="sng" w="9525">
            <a:solidFill>
              <a:srgbClr val="000000"/>
            </a:solidFill>
            <a:prstDash val="dot"/>
            <a:round/>
            <a:headEnd len="med" w="med" type="none"/>
            <a:tailEnd len="med" w="med" type="none"/>
          </a:ln>
        </p:spPr>
      </p:cxnSp>
      <p:cxnSp>
        <p:nvCxnSpPr>
          <p:cNvPr id="2343" name="Google Shape;2343;p46"/>
          <p:cNvCxnSpPr/>
          <p:nvPr/>
        </p:nvCxnSpPr>
        <p:spPr>
          <a:xfrm rot="10800000">
            <a:off x="1113005" y="3200775"/>
            <a:ext cx="3164400" cy="0"/>
          </a:xfrm>
          <a:prstGeom prst="straightConnector1">
            <a:avLst/>
          </a:prstGeom>
          <a:noFill/>
          <a:ln cap="flat" cmpd="sng" w="9525">
            <a:solidFill>
              <a:srgbClr val="000000"/>
            </a:solidFill>
            <a:prstDash val="dot"/>
            <a:round/>
            <a:headEnd len="med" w="med" type="none"/>
            <a:tailEnd len="med" w="med" type="none"/>
          </a:ln>
        </p:spPr>
      </p:cxnSp>
      <p:cxnSp>
        <p:nvCxnSpPr>
          <p:cNvPr id="2344" name="Google Shape;2344;p46"/>
          <p:cNvCxnSpPr/>
          <p:nvPr/>
        </p:nvCxnSpPr>
        <p:spPr>
          <a:xfrm rot="10800000">
            <a:off x="1113005" y="3634875"/>
            <a:ext cx="3164400" cy="0"/>
          </a:xfrm>
          <a:prstGeom prst="straightConnector1">
            <a:avLst/>
          </a:prstGeom>
          <a:noFill/>
          <a:ln cap="flat" cmpd="sng" w="9525">
            <a:solidFill>
              <a:srgbClr val="000000"/>
            </a:solidFill>
            <a:prstDash val="dot"/>
            <a:round/>
            <a:headEnd len="med" w="med" type="none"/>
            <a:tailEnd len="med" w="med" type="none"/>
          </a:ln>
        </p:spPr>
      </p:cxnSp>
      <p:cxnSp>
        <p:nvCxnSpPr>
          <p:cNvPr id="2345" name="Google Shape;2345;p46"/>
          <p:cNvCxnSpPr/>
          <p:nvPr/>
        </p:nvCxnSpPr>
        <p:spPr>
          <a:xfrm rot="10800000">
            <a:off x="1113005" y="4068975"/>
            <a:ext cx="3164400" cy="0"/>
          </a:xfrm>
          <a:prstGeom prst="straightConnector1">
            <a:avLst/>
          </a:prstGeom>
          <a:noFill/>
          <a:ln cap="flat" cmpd="sng" w="9525">
            <a:solidFill>
              <a:srgbClr val="000000"/>
            </a:solidFill>
            <a:prstDash val="dot"/>
            <a:round/>
            <a:headEnd len="med" w="med" type="none"/>
            <a:tailEnd len="med" w="med" type="none"/>
          </a:ln>
        </p:spPr>
      </p:cxnSp>
      <p:cxnSp>
        <p:nvCxnSpPr>
          <p:cNvPr id="2346" name="Google Shape;2346;p46"/>
          <p:cNvCxnSpPr/>
          <p:nvPr/>
        </p:nvCxnSpPr>
        <p:spPr>
          <a:xfrm rot="10800000">
            <a:off x="1113005" y="4503075"/>
            <a:ext cx="3164400" cy="0"/>
          </a:xfrm>
          <a:prstGeom prst="straightConnector1">
            <a:avLst/>
          </a:prstGeom>
          <a:noFill/>
          <a:ln cap="flat" cmpd="sng" w="9525">
            <a:solidFill>
              <a:srgbClr val="000000"/>
            </a:solidFill>
            <a:prstDash val="dot"/>
            <a:round/>
            <a:headEnd len="med" w="med" type="none"/>
            <a:tailEnd len="med" w="med" type="none"/>
          </a:ln>
        </p:spPr>
      </p:cxnSp>
      <p:grpSp>
        <p:nvGrpSpPr>
          <p:cNvPr id="2347" name="Google Shape;2347;p46"/>
          <p:cNvGrpSpPr/>
          <p:nvPr/>
        </p:nvGrpSpPr>
        <p:grpSpPr>
          <a:xfrm>
            <a:off x="4395288" y="1220055"/>
            <a:ext cx="861654" cy="752835"/>
            <a:chOff x="4395288" y="1220055"/>
            <a:chExt cx="861654" cy="752835"/>
          </a:xfrm>
        </p:grpSpPr>
        <p:sp>
          <p:nvSpPr>
            <p:cNvPr id="2348" name="Google Shape;2348;p46"/>
            <p:cNvSpPr/>
            <p:nvPr/>
          </p:nvSpPr>
          <p:spPr>
            <a:xfrm>
              <a:off x="4396198" y="1228615"/>
              <a:ext cx="860743" cy="743883"/>
            </a:xfrm>
            <a:custGeom>
              <a:rect b="b" l="l" r="r" t="t"/>
              <a:pathLst>
                <a:path extrusionOk="0" h="39193" w="45350">
                  <a:moveTo>
                    <a:pt x="24257" y="6929"/>
                  </a:moveTo>
                  <a:cubicBezTo>
                    <a:pt x="26536" y="6929"/>
                    <a:pt x="28838" y="7608"/>
                    <a:pt x="30844" y="9020"/>
                  </a:cubicBezTo>
                  <a:cubicBezTo>
                    <a:pt x="36019" y="12663"/>
                    <a:pt x="37260" y="19813"/>
                    <a:pt x="33617" y="24987"/>
                  </a:cubicBezTo>
                  <a:lnTo>
                    <a:pt x="25488" y="19263"/>
                  </a:lnTo>
                  <a:cubicBezTo>
                    <a:pt x="25738" y="18607"/>
                    <a:pt x="25527" y="17843"/>
                    <a:pt x="24930" y="17421"/>
                  </a:cubicBezTo>
                  <a:cubicBezTo>
                    <a:pt x="24656" y="17229"/>
                    <a:pt x="24343" y="17137"/>
                    <a:pt x="24032" y="17137"/>
                  </a:cubicBezTo>
                  <a:cubicBezTo>
                    <a:pt x="23662" y="17137"/>
                    <a:pt x="23296" y="17268"/>
                    <a:pt x="23005" y="17516"/>
                  </a:cubicBezTo>
                  <a:lnTo>
                    <a:pt x="14876" y="11792"/>
                  </a:lnTo>
                  <a:cubicBezTo>
                    <a:pt x="17108" y="8623"/>
                    <a:pt x="20654" y="6929"/>
                    <a:pt x="24257" y="6929"/>
                  </a:cubicBezTo>
                  <a:close/>
                  <a:moveTo>
                    <a:pt x="23804" y="1"/>
                  </a:moveTo>
                  <a:cubicBezTo>
                    <a:pt x="17950" y="1"/>
                    <a:pt x="12186" y="2693"/>
                    <a:pt x="8464" y="7738"/>
                  </a:cubicBezTo>
                  <a:lnTo>
                    <a:pt x="4993" y="5293"/>
                  </a:lnTo>
                  <a:lnTo>
                    <a:pt x="1" y="12385"/>
                  </a:lnTo>
                  <a:lnTo>
                    <a:pt x="38071" y="39192"/>
                  </a:lnTo>
                  <a:lnTo>
                    <a:pt x="43064" y="32102"/>
                  </a:lnTo>
                  <a:lnTo>
                    <a:pt x="39592" y="29659"/>
                  </a:lnTo>
                  <a:cubicBezTo>
                    <a:pt x="45349" y="21090"/>
                    <a:pt x="43232" y="9448"/>
                    <a:pt x="34749" y="3474"/>
                  </a:cubicBezTo>
                  <a:cubicBezTo>
                    <a:pt x="31416" y="1128"/>
                    <a:pt x="27591" y="1"/>
                    <a:pt x="238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6"/>
            <p:cNvSpPr/>
            <p:nvPr/>
          </p:nvSpPr>
          <p:spPr>
            <a:xfrm>
              <a:off x="4409844" y="1220055"/>
              <a:ext cx="829919" cy="749843"/>
            </a:xfrm>
            <a:custGeom>
              <a:rect b="b" l="l" r="r" t="t"/>
              <a:pathLst>
                <a:path extrusionOk="0" h="39507" w="43726">
                  <a:moveTo>
                    <a:pt x="24423" y="7249"/>
                  </a:moveTo>
                  <a:cubicBezTo>
                    <a:pt x="26671" y="7249"/>
                    <a:pt x="28941" y="7916"/>
                    <a:pt x="30915" y="9306"/>
                  </a:cubicBezTo>
                  <a:cubicBezTo>
                    <a:pt x="35967" y="12864"/>
                    <a:pt x="37216" y="19844"/>
                    <a:pt x="33737" y="24929"/>
                  </a:cubicBezTo>
                  <a:lnTo>
                    <a:pt x="25831" y="19363"/>
                  </a:lnTo>
                  <a:cubicBezTo>
                    <a:pt x="26045" y="18652"/>
                    <a:pt x="25787" y="17881"/>
                    <a:pt x="25178" y="17455"/>
                  </a:cubicBezTo>
                  <a:cubicBezTo>
                    <a:pt x="24880" y="17245"/>
                    <a:pt x="24535" y="17141"/>
                    <a:pt x="24189" y="17141"/>
                  </a:cubicBezTo>
                  <a:cubicBezTo>
                    <a:pt x="23827" y="17141"/>
                    <a:pt x="23465" y="17255"/>
                    <a:pt x="23161" y="17481"/>
                  </a:cubicBezTo>
                  <a:lnTo>
                    <a:pt x="15255" y="11914"/>
                  </a:lnTo>
                  <a:cubicBezTo>
                    <a:pt x="17458" y="8873"/>
                    <a:pt x="20914" y="7249"/>
                    <a:pt x="24423" y="7249"/>
                  </a:cubicBezTo>
                  <a:close/>
                  <a:moveTo>
                    <a:pt x="24423" y="6937"/>
                  </a:moveTo>
                  <a:cubicBezTo>
                    <a:pt x="20769" y="6937"/>
                    <a:pt x="17170" y="8652"/>
                    <a:pt x="14910" y="11860"/>
                  </a:cubicBezTo>
                  <a:cubicBezTo>
                    <a:pt x="14886" y="11894"/>
                    <a:pt x="14878" y="11935"/>
                    <a:pt x="14885" y="11977"/>
                  </a:cubicBezTo>
                  <a:cubicBezTo>
                    <a:pt x="14892" y="12018"/>
                    <a:pt x="14915" y="12054"/>
                    <a:pt x="14949" y="12077"/>
                  </a:cubicBezTo>
                  <a:lnTo>
                    <a:pt x="23078" y="17801"/>
                  </a:lnTo>
                  <a:cubicBezTo>
                    <a:pt x="23104" y="17820"/>
                    <a:pt x="23135" y="17829"/>
                    <a:pt x="23166" y="17829"/>
                  </a:cubicBezTo>
                  <a:cubicBezTo>
                    <a:pt x="23202" y="17829"/>
                    <a:pt x="23238" y="17817"/>
                    <a:pt x="23266" y="17792"/>
                  </a:cubicBezTo>
                  <a:cubicBezTo>
                    <a:pt x="23531" y="17565"/>
                    <a:pt x="23860" y="17450"/>
                    <a:pt x="24189" y="17450"/>
                  </a:cubicBezTo>
                  <a:cubicBezTo>
                    <a:pt x="24472" y="17450"/>
                    <a:pt x="24756" y="17535"/>
                    <a:pt x="24999" y="17706"/>
                  </a:cubicBezTo>
                  <a:cubicBezTo>
                    <a:pt x="25527" y="18075"/>
                    <a:pt x="25734" y="18760"/>
                    <a:pt x="25504" y="19365"/>
                  </a:cubicBezTo>
                  <a:cubicBezTo>
                    <a:pt x="25478" y="19431"/>
                    <a:pt x="25499" y="19507"/>
                    <a:pt x="25558" y="19548"/>
                  </a:cubicBezTo>
                  <a:lnTo>
                    <a:pt x="33687" y="25272"/>
                  </a:lnTo>
                  <a:cubicBezTo>
                    <a:pt x="33714" y="25292"/>
                    <a:pt x="33744" y="25301"/>
                    <a:pt x="33777" y="25301"/>
                  </a:cubicBezTo>
                  <a:cubicBezTo>
                    <a:pt x="33785" y="25301"/>
                    <a:pt x="33794" y="25301"/>
                    <a:pt x="33802" y="25299"/>
                  </a:cubicBezTo>
                  <a:cubicBezTo>
                    <a:pt x="33844" y="25292"/>
                    <a:pt x="33880" y="25268"/>
                    <a:pt x="33902" y="25235"/>
                  </a:cubicBezTo>
                  <a:cubicBezTo>
                    <a:pt x="37589" y="19997"/>
                    <a:pt x="36330" y="12740"/>
                    <a:pt x="31093" y="9051"/>
                  </a:cubicBezTo>
                  <a:cubicBezTo>
                    <a:pt x="29065" y="7623"/>
                    <a:pt x="26733" y="6937"/>
                    <a:pt x="24423" y="6937"/>
                  </a:cubicBezTo>
                  <a:close/>
                  <a:moveTo>
                    <a:pt x="23980" y="313"/>
                  </a:moveTo>
                  <a:cubicBezTo>
                    <a:pt x="27841" y="313"/>
                    <a:pt x="31605" y="1496"/>
                    <a:pt x="34821" y="3761"/>
                  </a:cubicBezTo>
                  <a:cubicBezTo>
                    <a:pt x="38886" y="6625"/>
                    <a:pt x="41618" y="10892"/>
                    <a:pt x="42518" y="15780"/>
                  </a:cubicBezTo>
                  <a:cubicBezTo>
                    <a:pt x="43417" y="20663"/>
                    <a:pt x="42388" y="25616"/>
                    <a:pt x="39623" y="29731"/>
                  </a:cubicBezTo>
                  <a:cubicBezTo>
                    <a:pt x="39578" y="29802"/>
                    <a:pt x="39593" y="29896"/>
                    <a:pt x="39663" y="29944"/>
                  </a:cubicBezTo>
                  <a:lnTo>
                    <a:pt x="43007" y="32298"/>
                  </a:lnTo>
                  <a:lnTo>
                    <a:pt x="38193" y="39135"/>
                  </a:lnTo>
                  <a:lnTo>
                    <a:pt x="378" y="12506"/>
                  </a:lnTo>
                  <a:lnTo>
                    <a:pt x="5193" y="5669"/>
                  </a:lnTo>
                  <a:lnTo>
                    <a:pt x="8536" y="8022"/>
                  </a:lnTo>
                  <a:cubicBezTo>
                    <a:pt x="8563" y="8041"/>
                    <a:pt x="8595" y="8051"/>
                    <a:pt x="8626" y="8051"/>
                  </a:cubicBezTo>
                  <a:cubicBezTo>
                    <a:pt x="8674" y="8051"/>
                    <a:pt x="8721" y="8029"/>
                    <a:pt x="8751" y="7989"/>
                  </a:cubicBezTo>
                  <a:cubicBezTo>
                    <a:pt x="11694" y="3998"/>
                    <a:pt x="16012" y="1362"/>
                    <a:pt x="20910" y="562"/>
                  </a:cubicBezTo>
                  <a:cubicBezTo>
                    <a:pt x="21935" y="395"/>
                    <a:pt x="22961" y="313"/>
                    <a:pt x="23980" y="313"/>
                  </a:cubicBezTo>
                  <a:close/>
                  <a:moveTo>
                    <a:pt x="23979" y="1"/>
                  </a:moveTo>
                  <a:cubicBezTo>
                    <a:pt x="22943" y="1"/>
                    <a:pt x="21899" y="85"/>
                    <a:pt x="20857" y="255"/>
                  </a:cubicBezTo>
                  <a:cubicBezTo>
                    <a:pt x="15931" y="1058"/>
                    <a:pt x="11578" y="3693"/>
                    <a:pt x="8589" y="7680"/>
                  </a:cubicBezTo>
                  <a:lnTo>
                    <a:pt x="5243" y="5323"/>
                  </a:lnTo>
                  <a:cubicBezTo>
                    <a:pt x="5217" y="5305"/>
                    <a:pt x="5186" y="5296"/>
                    <a:pt x="5154" y="5296"/>
                  </a:cubicBezTo>
                  <a:cubicBezTo>
                    <a:pt x="5145" y="5296"/>
                    <a:pt x="5135" y="5297"/>
                    <a:pt x="5126" y="5299"/>
                  </a:cubicBezTo>
                  <a:cubicBezTo>
                    <a:pt x="5086" y="5306"/>
                    <a:pt x="5050" y="5329"/>
                    <a:pt x="5026" y="5363"/>
                  </a:cubicBezTo>
                  <a:lnTo>
                    <a:pt x="32" y="12454"/>
                  </a:lnTo>
                  <a:cubicBezTo>
                    <a:pt x="9" y="12487"/>
                    <a:pt x="1" y="12528"/>
                    <a:pt x="8" y="12570"/>
                  </a:cubicBezTo>
                  <a:cubicBezTo>
                    <a:pt x="15" y="12611"/>
                    <a:pt x="38" y="12647"/>
                    <a:pt x="72" y="12670"/>
                  </a:cubicBezTo>
                  <a:lnTo>
                    <a:pt x="38142" y="39478"/>
                  </a:lnTo>
                  <a:cubicBezTo>
                    <a:pt x="38167" y="39498"/>
                    <a:pt x="38199" y="39506"/>
                    <a:pt x="38230" y="39506"/>
                  </a:cubicBezTo>
                  <a:lnTo>
                    <a:pt x="38259" y="39506"/>
                  </a:lnTo>
                  <a:cubicBezTo>
                    <a:pt x="38300" y="39499"/>
                    <a:pt x="38336" y="39476"/>
                    <a:pt x="38359" y="39442"/>
                  </a:cubicBezTo>
                  <a:lnTo>
                    <a:pt x="43351" y="32352"/>
                  </a:lnTo>
                  <a:cubicBezTo>
                    <a:pt x="43374" y="32318"/>
                    <a:pt x="43383" y="32276"/>
                    <a:pt x="43376" y="32235"/>
                  </a:cubicBezTo>
                  <a:cubicBezTo>
                    <a:pt x="43368" y="32195"/>
                    <a:pt x="43346" y="32159"/>
                    <a:pt x="43311" y="32135"/>
                  </a:cubicBezTo>
                  <a:lnTo>
                    <a:pt x="39965" y="29777"/>
                  </a:lnTo>
                  <a:cubicBezTo>
                    <a:pt x="42711" y="25619"/>
                    <a:pt x="43726" y="20636"/>
                    <a:pt x="42823" y="15723"/>
                  </a:cubicBezTo>
                  <a:cubicBezTo>
                    <a:pt x="41908" y="10755"/>
                    <a:pt x="39129" y="6414"/>
                    <a:pt x="34998" y="3505"/>
                  </a:cubicBezTo>
                  <a:cubicBezTo>
                    <a:pt x="31729" y="1204"/>
                    <a:pt x="27904" y="1"/>
                    <a:pt x="239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6"/>
            <p:cNvSpPr/>
            <p:nvPr/>
          </p:nvSpPr>
          <p:spPr>
            <a:xfrm>
              <a:off x="4395288" y="1442145"/>
              <a:ext cx="738151" cy="530415"/>
            </a:xfrm>
            <a:custGeom>
              <a:rect b="b" l="l" r="r" t="t"/>
              <a:pathLst>
                <a:path extrusionOk="0" h="27946" w="38891">
                  <a:moveTo>
                    <a:pt x="778" y="1"/>
                  </a:moveTo>
                  <a:lnTo>
                    <a:pt x="0" y="1105"/>
                  </a:lnTo>
                  <a:lnTo>
                    <a:pt x="38113" y="27946"/>
                  </a:lnTo>
                  <a:lnTo>
                    <a:pt x="38890" y="26842"/>
                  </a:lnTo>
                  <a:lnTo>
                    <a:pt x="7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6"/>
            <p:cNvSpPr/>
            <p:nvPr/>
          </p:nvSpPr>
          <p:spPr>
            <a:xfrm>
              <a:off x="4398628" y="1430302"/>
              <a:ext cx="31013" cy="40389"/>
            </a:xfrm>
            <a:custGeom>
              <a:rect b="b" l="l" r="r" t="t"/>
              <a:pathLst>
                <a:path extrusionOk="0" h="2128" w="1634">
                  <a:moveTo>
                    <a:pt x="1456" y="1"/>
                  </a:moveTo>
                  <a:cubicBezTo>
                    <a:pt x="1408" y="1"/>
                    <a:pt x="1359" y="23"/>
                    <a:pt x="1329" y="66"/>
                  </a:cubicBezTo>
                  <a:lnTo>
                    <a:pt x="50" y="1882"/>
                  </a:lnTo>
                  <a:cubicBezTo>
                    <a:pt x="0" y="1952"/>
                    <a:pt x="19" y="2049"/>
                    <a:pt x="87" y="2099"/>
                  </a:cubicBezTo>
                  <a:cubicBezTo>
                    <a:pt x="114" y="2119"/>
                    <a:pt x="147" y="2128"/>
                    <a:pt x="177" y="2128"/>
                  </a:cubicBezTo>
                  <a:cubicBezTo>
                    <a:pt x="226" y="2128"/>
                    <a:pt x="273" y="2105"/>
                    <a:pt x="304" y="2061"/>
                  </a:cubicBezTo>
                  <a:lnTo>
                    <a:pt x="1583" y="245"/>
                  </a:lnTo>
                  <a:cubicBezTo>
                    <a:pt x="1633" y="174"/>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6"/>
            <p:cNvSpPr/>
            <p:nvPr/>
          </p:nvSpPr>
          <p:spPr>
            <a:xfrm>
              <a:off x="4436699" y="1457100"/>
              <a:ext cx="30975" cy="40351"/>
            </a:xfrm>
            <a:custGeom>
              <a:rect b="b" l="l" r="r" t="t"/>
              <a:pathLst>
                <a:path extrusionOk="0" h="2126" w="1632">
                  <a:moveTo>
                    <a:pt x="1456" y="0"/>
                  </a:moveTo>
                  <a:cubicBezTo>
                    <a:pt x="1408" y="0"/>
                    <a:pt x="1360" y="23"/>
                    <a:pt x="1329" y="66"/>
                  </a:cubicBezTo>
                  <a:lnTo>
                    <a:pt x="50" y="1882"/>
                  </a:lnTo>
                  <a:cubicBezTo>
                    <a:pt x="0" y="1952"/>
                    <a:pt x="17" y="2047"/>
                    <a:pt x="87" y="2097"/>
                  </a:cubicBezTo>
                  <a:cubicBezTo>
                    <a:pt x="114" y="2117"/>
                    <a:pt x="146" y="2126"/>
                    <a:pt x="177" y="2126"/>
                  </a:cubicBezTo>
                  <a:cubicBezTo>
                    <a:pt x="224" y="2126"/>
                    <a:pt x="273" y="2105"/>
                    <a:pt x="303" y="2060"/>
                  </a:cubicBezTo>
                  <a:lnTo>
                    <a:pt x="1582" y="244"/>
                  </a:lnTo>
                  <a:cubicBezTo>
                    <a:pt x="1632" y="174"/>
                    <a:pt x="1615" y="77"/>
                    <a:pt x="1545" y="27"/>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6"/>
            <p:cNvSpPr/>
            <p:nvPr/>
          </p:nvSpPr>
          <p:spPr>
            <a:xfrm>
              <a:off x="4411306" y="1452489"/>
              <a:ext cx="21656" cy="27103"/>
            </a:xfrm>
            <a:custGeom>
              <a:rect b="b" l="l" r="r" t="t"/>
              <a:pathLst>
                <a:path extrusionOk="0" h="1428" w="1141">
                  <a:moveTo>
                    <a:pt x="966" y="0"/>
                  </a:moveTo>
                  <a:cubicBezTo>
                    <a:pt x="917" y="0"/>
                    <a:pt x="869" y="23"/>
                    <a:pt x="838" y="66"/>
                  </a:cubicBezTo>
                  <a:lnTo>
                    <a:pt x="51" y="1183"/>
                  </a:lnTo>
                  <a:cubicBezTo>
                    <a:pt x="1" y="1253"/>
                    <a:pt x="18" y="1350"/>
                    <a:pt x="88" y="1399"/>
                  </a:cubicBezTo>
                  <a:cubicBezTo>
                    <a:pt x="115" y="1419"/>
                    <a:pt x="147" y="1427"/>
                    <a:pt x="177" y="1427"/>
                  </a:cubicBezTo>
                  <a:cubicBezTo>
                    <a:pt x="227" y="1427"/>
                    <a:pt x="274" y="1404"/>
                    <a:pt x="304" y="1362"/>
                  </a:cubicBezTo>
                  <a:lnTo>
                    <a:pt x="1091" y="244"/>
                  </a:lnTo>
                  <a:cubicBezTo>
                    <a:pt x="1141" y="174"/>
                    <a:pt x="1124" y="77"/>
                    <a:pt x="1054" y="27"/>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6"/>
            <p:cNvSpPr/>
            <p:nvPr/>
          </p:nvSpPr>
          <p:spPr>
            <a:xfrm>
              <a:off x="4422883" y="1460649"/>
              <a:ext cx="21694" cy="27122"/>
            </a:xfrm>
            <a:custGeom>
              <a:rect b="b" l="l" r="r" t="t"/>
              <a:pathLst>
                <a:path extrusionOk="0" h="1429" w="1143">
                  <a:moveTo>
                    <a:pt x="966" y="1"/>
                  </a:moveTo>
                  <a:cubicBezTo>
                    <a:pt x="917" y="1"/>
                    <a:pt x="869" y="23"/>
                    <a:pt x="838" y="66"/>
                  </a:cubicBezTo>
                  <a:lnTo>
                    <a:pt x="51" y="1183"/>
                  </a:lnTo>
                  <a:cubicBezTo>
                    <a:pt x="1" y="1253"/>
                    <a:pt x="19" y="1350"/>
                    <a:pt x="88" y="1400"/>
                  </a:cubicBezTo>
                  <a:cubicBezTo>
                    <a:pt x="115" y="1420"/>
                    <a:pt x="148" y="1429"/>
                    <a:pt x="178" y="1429"/>
                  </a:cubicBezTo>
                  <a:cubicBezTo>
                    <a:pt x="227" y="1429"/>
                    <a:pt x="274" y="1406"/>
                    <a:pt x="305" y="1362"/>
                  </a:cubicBezTo>
                  <a:lnTo>
                    <a:pt x="1093" y="244"/>
                  </a:lnTo>
                  <a:cubicBezTo>
                    <a:pt x="1143" y="174"/>
                    <a:pt x="1124" y="79"/>
                    <a:pt x="1055" y="29"/>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6"/>
            <p:cNvSpPr/>
            <p:nvPr/>
          </p:nvSpPr>
          <p:spPr>
            <a:xfrm>
              <a:off x="4474163" y="1483538"/>
              <a:ext cx="31013" cy="40370"/>
            </a:xfrm>
            <a:custGeom>
              <a:rect b="b" l="l" r="r" t="t"/>
              <a:pathLst>
                <a:path extrusionOk="0" h="2127" w="1634">
                  <a:moveTo>
                    <a:pt x="1458" y="0"/>
                  </a:moveTo>
                  <a:cubicBezTo>
                    <a:pt x="1409" y="0"/>
                    <a:pt x="1360" y="23"/>
                    <a:pt x="1330" y="66"/>
                  </a:cubicBezTo>
                  <a:lnTo>
                    <a:pt x="51" y="1882"/>
                  </a:lnTo>
                  <a:cubicBezTo>
                    <a:pt x="1" y="1952"/>
                    <a:pt x="19" y="2047"/>
                    <a:pt x="89" y="2097"/>
                  </a:cubicBezTo>
                  <a:cubicBezTo>
                    <a:pt x="115" y="2117"/>
                    <a:pt x="148" y="2126"/>
                    <a:pt x="178" y="2126"/>
                  </a:cubicBezTo>
                  <a:cubicBezTo>
                    <a:pt x="227" y="2126"/>
                    <a:pt x="275" y="2103"/>
                    <a:pt x="305" y="2060"/>
                  </a:cubicBezTo>
                  <a:lnTo>
                    <a:pt x="1584" y="244"/>
                  </a:lnTo>
                  <a:cubicBezTo>
                    <a:pt x="1634" y="174"/>
                    <a:pt x="1615" y="77"/>
                    <a:pt x="1547" y="27"/>
                  </a:cubicBezTo>
                  <a:cubicBezTo>
                    <a:pt x="1520" y="9"/>
                    <a:pt x="1489" y="0"/>
                    <a:pt x="145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6"/>
            <p:cNvSpPr/>
            <p:nvPr/>
          </p:nvSpPr>
          <p:spPr>
            <a:xfrm>
              <a:off x="4448808" y="1478907"/>
              <a:ext cx="21694" cy="27122"/>
            </a:xfrm>
            <a:custGeom>
              <a:rect b="b" l="l" r="r" t="t"/>
              <a:pathLst>
                <a:path extrusionOk="0" h="1429" w="1143">
                  <a:moveTo>
                    <a:pt x="966" y="1"/>
                  </a:moveTo>
                  <a:cubicBezTo>
                    <a:pt x="918" y="1"/>
                    <a:pt x="870" y="23"/>
                    <a:pt x="840" y="67"/>
                  </a:cubicBezTo>
                  <a:lnTo>
                    <a:pt x="51" y="1184"/>
                  </a:lnTo>
                  <a:cubicBezTo>
                    <a:pt x="1" y="1254"/>
                    <a:pt x="19" y="1351"/>
                    <a:pt x="89" y="1400"/>
                  </a:cubicBezTo>
                  <a:cubicBezTo>
                    <a:pt x="115" y="1420"/>
                    <a:pt x="148" y="1428"/>
                    <a:pt x="178" y="1428"/>
                  </a:cubicBezTo>
                  <a:cubicBezTo>
                    <a:pt x="227" y="1428"/>
                    <a:pt x="275" y="1406"/>
                    <a:pt x="305" y="1363"/>
                  </a:cubicBezTo>
                  <a:lnTo>
                    <a:pt x="1092" y="245"/>
                  </a:lnTo>
                  <a:cubicBezTo>
                    <a:pt x="1142" y="175"/>
                    <a:pt x="1125" y="78"/>
                    <a:pt x="1055"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6"/>
            <p:cNvSpPr/>
            <p:nvPr/>
          </p:nvSpPr>
          <p:spPr>
            <a:xfrm>
              <a:off x="4460385" y="1487049"/>
              <a:ext cx="21675" cy="27122"/>
            </a:xfrm>
            <a:custGeom>
              <a:rect b="b" l="l" r="r" t="t"/>
              <a:pathLst>
                <a:path extrusionOk="0" h="1429" w="1142">
                  <a:moveTo>
                    <a:pt x="966" y="1"/>
                  </a:moveTo>
                  <a:cubicBezTo>
                    <a:pt x="917" y="1"/>
                    <a:pt x="869" y="23"/>
                    <a:pt x="838" y="66"/>
                  </a:cubicBezTo>
                  <a:lnTo>
                    <a:pt x="51" y="1184"/>
                  </a:lnTo>
                  <a:cubicBezTo>
                    <a:pt x="1" y="1254"/>
                    <a:pt x="18" y="1351"/>
                    <a:pt x="88" y="1400"/>
                  </a:cubicBezTo>
                  <a:cubicBezTo>
                    <a:pt x="115" y="1420"/>
                    <a:pt x="147" y="1428"/>
                    <a:pt x="177" y="1428"/>
                  </a:cubicBezTo>
                  <a:cubicBezTo>
                    <a:pt x="225" y="1428"/>
                    <a:pt x="274" y="1405"/>
                    <a:pt x="304" y="1362"/>
                  </a:cubicBezTo>
                  <a:lnTo>
                    <a:pt x="1091" y="245"/>
                  </a:lnTo>
                  <a:cubicBezTo>
                    <a:pt x="1141" y="175"/>
                    <a:pt x="1124" y="78"/>
                    <a:pt x="1054" y="28"/>
                  </a:cubicBezTo>
                  <a:cubicBezTo>
                    <a:pt x="1027" y="10"/>
                    <a:pt x="996"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6"/>
            <p:cNvSpPr/>
            <p:nvPr/>
          </p:nvSpPr>
          <p:spPr>
            <a:xfrm>
              <a:off x="4511704" y="1509937"/>
              <a:ext cx="31013" cy="40370"/>
            </a:xfrm>
            <a:custGeom>
              <a:rect b="b" l="l" r="r" t="t"/>
              <a:pathLst>
                <a:path extrusionOk="0" h="2127" w="1634">
                  <a:moveTo>
                    <a:pt x="1457" y="0"/>
                  </a:moveTo>
                  <a:cubicBezTo>
                    <a:pt x="1408" y="0"/>
                    <a:pt x="1360" y="23"/>
                    <a:pt x="1329" y="65"/>
                  </a:cubicBezTo>
                  <a:lnTo>
                    <a:pt x="50" y="1882"/>
                  </a:lnTo>
                  <a:cubicBezTo>
                    <a:pt x="0" y="1951"/>
                    <a:pt x="19" y="2048"/>
                    <a:pt x="87" y="2098"/>
                  </a:cubicBezTo>
                  <a:cubicBezTo>
                    <a:pt x="115" y="2118"/>
                    <a:pt x="147" y="2127"/>
                    <a:pt x="177" y="2127"/>
                  </a:cubicBezTo>
                  <a:cubicBezTo>
                    <a:pt x="226" y="2127"/>
                    <a:pt x="273" y="2104"/>
                    <a:pt x="305" y="2061"/>
                  </a:cubicBezTo>
                  <a:lnTo>
                    <a:pt x="1583" y="244"/>
                  </a:lnTo>
                  <a:cubicBezTo>
                    <a:pt x="1633" y="175"/>
                    <a:pt x="1615" y="78"/>
                    <a:pt x="1545" y="28"/>
                  </a:cubicBezTo>
                  <a:cubicBezTo>
                    <a:pt x="1518"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6"/>
            <p:cNvSpPr/>
            <p:nvPr/>
          </p:nvSpPr>
          <p:spPr>
            <a:xfrm>
              <a:off x="4486310" y="1505326"/>
              <a:ext cx="21694" cy="27122"/>
            </a:xfrm>
            <a:custGeom>
              <a:rect b="b" l="l" r="r" t="t"/>
              <a:pathLst>
                <a:path extrusionOk="0" h="1429" w="1143">
                  <a:moveTo>
                    <a:pt x="966" y="1"/>
                  </a:moveTo>
                  <a:cubicBezTo>
                    <a:pt x="918" y="1"/>
                    <a:pt x="869" y="23"/>
                    <a:pt x="838" y="66"/>
                  </a:cubicBezTo>
                  <a:lnTo>
                    <a:pt x="51" y="1184"/>
                  </a:lnTo>
                  <a:cubicBezTo>
                    <a:pt x="1" y="1254"/>
                    <a:pt x="18" y="1350"/>
                    <a:pt x="88" y="1400"/>
                  </a:cubicBezTo>
                  <a:cubicBezTo>
                    <a:pt x="115" y="1420"/>
                    <a:pt x="147" y="1428"/>
                    <a:pt x="178" y="1428"/>
                  </a:cubicBezTo>
                  <a:cubicBezTo>
                    <a:pt x="225" y="1428"/>
                    <a:pt x="274" y="1405"/>
                    <a:pt x="304" y="1362"/>
                  </a:cubicBezTo>
                  <a:lnTo>
                    <a:pt x="1093" y="245"/>
                  </a:lnTo>
                  <a:cubicBezTo>
                    <a:pt x="1143" y="175"/>
                    <a:pt x="1124" y="78"/>
                    <a:pt x="1054"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6"/>
            <p:cNvSpPr/>
            <p:nvPr/>
          </p:nvSpPr>
          <p:spPr>
            <a:xfrm>
              <a:off x="4497906" y="1513467"/>
              <a:ext cx="21675" cy="27103"/>
            </a:xfrm>
            <a:custGeom>
              <a:rect b="b" l="l" r="r" t="t"/>
              <a:pathLst>
                <a:path extrusionOk="0" h="1428" w="1142">
                  <a:moveTo>
                    <a:pt x="966" y="1"/>
                  </a:moveTo>
                  <a:cubicBezTo>
                    <a:pt x="918" y="1"/>
                    <a:pt x="869" y="23"/>
                    <a:pt x="839" y="66"/>
                  </a:cubicBezTo>
                  <a:lnTo>
                    <a:pt x="50" y="1183"/>
                  </a:lnTo>
                  <a:cubicBezTo>
                    <a:pt x="0" y="1253"/>
                    <a:pt x="19" y="1349"/>
                    <a:pt x="89" y="1399"/>
                  </a:cubicBezTo>
                  <a:cubicBezTo>
                    <a:pt x="114" y="1419"/>
                    <a:pt x="147" y="1428"/>
                    <a:pt x="177" y="1428"/>
                  </a:cubicBezTo>
                  <a:cubicBezTo>
                    <a:pt x="226" y="1428"/>
                    <a:pt x="274" y="1405"/>
                    <a:pt x="304" y="1362"/>
                  </a:cubicBezTo>
                  <a:lnTo>
                    <a:pt x="1092" y="245"/>
                  </a:lnTo>
                  <a:cubicBezTo>
                    <a:pt x="1142" y="175"/>
                    <a:pt x="1125" y="78"/>
                    <a:pt x="1055" y="28"/>
                  </a:cubicBezTo>
                  <a:cubicBezTo>
                    <a:pt x="1028" y="9"/>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6"/>
            <p:cNvSpPr/>
            <p:nvPr/>
          </p:nvSpPr>
          <p:spPr>
            <a:xfrm>
              <a:off x="4549206" y="1536337"/>
              <a:ext cx="30994" cy="40389"/>
            </a:xfrm>
            <a:custGeom>
              <a:rect b="b" l="l" r="r" t="t"/>
              <a:pathLst>
                <a:path extrusionOk="0" h="2128" w="1633">
                  <a:moveTo>
                    <a:pt x="1456" y="0"/>
                  </a:moveTo>
                  <a:cubicBezTo>
                    <a:pt x="1407" y="0"/>
                    <a:pt x="1360" y="23"/>
                    <a:pt x="1329" y="66"/>
                  </a:cubicBezTo>
                  <a:lnTo>
                    <a:pt x="50" y="1882"/>
                  </a:lnTo>
                  <a:cubicBezTo>
                    <a:pt x="0" y="1952"/>
                    <a:pt x="18" y="2049"/>
                    <a:pt x="88" y="2099"/>
                  </a:cubicBezTo>
                  <a:cubicBezTo>
                    <a:pt x="115" y="2117"/>
                    <a:pt x="146" y="2127"/>
                    <a:pt x="176" y="2127"/>
                  </a:cubicBezTo>
                  <a:cubicBezTo>
                    <a:pt x="225" y="2127"/>
                    <a:pt x="273" y="2105"/>
                    <a:pt x="303" y="2060"/>
                  </a:cubicBezTo>
                  <a:lnTo>
                    <a:pt x="1582" y="244"/>
                  </a:lnTo>
                  <a:cubicBezTo>
                    <a:pt x="1632" y="174"/>
                    <a:pt x="1615" y="78"/>
                    <a:pt x="1545" y="28"/>
                  </a:cubicBezTo>
                  <a:cubicBezTo>
                    <a:pt x="1518" y="10"/>
                    <a:pt x="1486"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6"/>
            <p:cNvSpPr/>
            <p:nvPr/>
          </p:nvSpPr>
          <p:spPr>
            <a:xfrm>
              <a:off x="4523793" y="1531725"/>
              <a:ext cx="21694" cy="27122"/>
            </a:xfrm>
            <a:custGeom>
              <a:rect b="b" l="l" r="r" t="t"/>
              <a:pathLst>
                <a:path extrusionOk="0" h="1429" w="1143">
                  <a:moveTo>
                    <a:pt x="967" y="1"/>
                  </a:moveTo>
                  <a:cubicBezTo>
                    <a:pt x="918" y="1"/>
                    <a:pt x="870" y="24"/>
                    <a:pt x="839" y="66"/>
                  </a:cubicBezTo>
                  <a:lnTo>
                    <a:pt x="51" y="1184"/>
                  </a:lnTo>
                  <a:cubicBezTo>
                    <a:pt x="1" y="1253"/>
                    <a:pt x="19" y="1350"/>
                    <a:pt x="89" y="1400"/>
                  </a:cubicBezTo>
                  <a:cubicBezTo>
                    <a:pt x="115" y="1420"/>
                    <a:pt x="148" y="1429"/>
                    <a:pt x="178" y="1429"/>
                  </a:cubicBezTo>
                  <a:cubicBezTo>
                    <a:pt x="228" y="1429"/>
                    <a:pt x="276" y="1406"/>
                    <a:pt x="305" y="1363"/>
                  </a:cubicBezTo>
                  <a:lnTo>
                    <a:pt x="1092" y="244"/>
                  </a:lnTo>
                  <a:cubicBezTo>
                    <a:pt x="1142" y="176"/>
                    <a:pt x="1125" y="79"/>
                    <a:pt x="1055" y="29"/>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6"/>
            <p:cNvSpPr/>
            <p:nvPr/>
          </p:nvSpPr>
          <p:spPr>
            <a:xfrm>
              <a:off x="4535408" y="1539848"/>
              <a:ext cx="21675" cy="27141"/>
            </a:xfrm>
            <a:custGeom>
              <a:rect b="b" l="l" r="r" t="t"/>
              <a:pathLst>
                <a:path extrusionOk="0" h="1430" w="1142">
                  <a:moveTo>
                    <a:pt x="964" y="1"/>
                  </a:moveTo>
                  <a:cubicBezTo>
                    <a:pt x="915" y="1"/>
                    <a:pt x="868" y="23"/>
                    <a:pt x="837" y="66"/>
                  </a:cubicBezTo>
                  <a:lnTo>
                    <a:pt x="50" y="1185"/>
                  </a:lnTo>
                  <a:cubicBezTo>
                    <a:pt x="0" y="1254"/>
                    <a:pt x="17" y="1351"/>
                    <a:pt x="87" y="1401"/>
                  </a:cubicBezTo>
                  <a:cubicBezTo>
                    <a:pt x="114" y="1421"/>
                    <a:pt x="146" y="1429"/>
                    <a:pt x="177" y="1429"/>
                  </a:cubicBezTo>
                  <a:cubicBezTo>
                    <a:pt x="224" y="1429"/>
                    <a:pt x="273" y="1408"/>
                    <a:pt x="303" y="1364"/>
                  </a:cubicBezTo>
                  <a:lnTo>
                    <a:pt x="1092" y="245"/>
                  </a:lnTo>
                  <a:cubicBezTo>
                    <a:pt x="1142" y="176"/>
                    <a:pt x="1123" y="79"/>
                    <a:pt x="1053" y="29"/>
                  </a:cubicBezTo>
                  <a:cubicBezTo>
                    <a:pt x="1026" y="10"/>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6"/>
            <p:cNvSpPr/>
            <p:nvPr/>
          </p:nvSpPr>
          <p:spPr>
            <a:xfrm>
              <a:off x="4586689" y="1562774"/>
              <a:ext cx="31013" cy="40370"/>
            </a:xfrm>
            <a:custGeom>
              <a:rect b="b" l="l" r="r" t="t"/>
              <a:pathLst>
                <a:path extrusionOk="0" h="2127" w="1634">
                  <a:moveTo>
                    <a:pt x="1457" y="1"/>
                  </a:moveTo>
                  <a:cubicBezTo>
                    <a:pt x="1408" y="1"/>
                    <a:pt x="1360" y="24"/>
                    <a:pt x="1329" y="66"/>
                  </a:cubicBezTo>
                  <a:lnTo>
                    <a:pt x="50" y="1880"/>
                  </a:lnTo>
                  <a:cubicBezTo>
                    <a:pt x="0" y="1950"/>
                    <a:pt x="19" y="2047"/>
                    <a:pt x="87" y="2098"/>
                  </a:cubicBezTo>
                  <a:cubicBezTo>
                    <a:pt x="114" y="2116"/>
                    <a:pt x="147" y="2126"/>
                    <a:pt x="177" y="2126"/>
                  </a:cubicBezTo>
                  <a:cubicBezTo>
                    <a:pt x="226" y="2126"/>
                    <a:pt x="273" y="2102"/>
                    <a:pt x="304" y="2059"/>
                  </a:cubicBezTo>
                  <a:lnTo>
                    <a:pt x="1583" y="244"/>
                  </a:lnTo>
                  <a:cubicBezTo>
                    <a:pt x="1633" y="176"/>
                    <a:pt x="1615" y="79"/>
                    <a:pt x="1545" y="29"/>
                  </a:cubicBezTo>
                  <a:cubicBezTo>
                    <a:pt x="1518"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6"/>
            <p:cNvSpPr/>
            <p:nvPr/>
          </p:nvSpPr>
          <p:spPr>
            <a:xfrm>
              <a:off x="4561333" y="1558144"/>
              <a:ext cx="21675" cy="27122"/>
            </a:xfrm>
            <a:custGeom>
              <a:rect b="b" l="l" r="r" t="t"/>
              <a:pathLst>
                <a:path extrusionOk="0" h="1429" w="1142">
                  <a:moveTo>
                    <a:pt x="965" y="0"/>
                  </a:moveTo>
                  <a:cubicBezTo>
                    <a:pt x="916" y="0"/>
                    <a:pt x="868" y="23"/>
                    <a:pt x="837" y="65"/>
                  </a:cubicBezTo>
                  <a:lnTo>
                    <a:pt x="50" y="1183"/>
                  </a:lnTo>
                  <a:cubicBezTo>
                    <a:pt x="0" y="1253"/>
                    <a:pt x="19" y="1350"/>
                    <a:pt x="87" y="1400"/>
                  </a:cubicBezTo>
                  <a:cubicBezTo>
                    <a:pt x="114" y="1420"/>
                    <a:pt x="147" y="1428"/>
                    <a:pt x="177" y="1428"/>
                  </a:cubicBezTo>
                  <a:cubicBezTo>
                    <a:pt x="226" y="1428"/>
                    <a:pt x="273" y="1406"/>
                    <a:pt x="304" y="1361"/>
                  </a:cubicBezTo>
                  <a:lnTo>
                    <a:pt x="1092" y="244"/>
                  </a:lnTo>
                  <a:cubicBezTo>
                    <a:pt x="1142" y="174"/>
                    <a:pt x="1123" y="78"/>
                    <a:pt x="1055"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6"/>
            <p:cNvSpPr/>
            <p:nvPr/>
          </p:nvSpPr>
          <p:spPr>
            <a:xfrm>
              <a:off x="4572929" y="1566304"/>
              <a:ext cx="21656" cy="27122"/>
            </a:xfrm>
            <a:custGeom>
              <a:rect b="b" l="l" r="r" t="t"/>
              <a:pathLst>
                <a:path extrusionOk="0" h="1429" w="1141">
                  <a:moveTo>
                    <a:pt x="965" y="1"/>
                  </a:moveTo>
                  <a:cubicBezTo>
                    <a:pt x="917" y="1"/>
                    <a:pt x="869" y="23"/>
                    <a:pt x="838" y="65"/>
                  </a:cubicBezTo>
                  <a:lnTo>
                    <a:pt x="51" y="1184"/>
                  </a:lnTo>
                  <a:cubicBezTo>
                    <a:pt x="1" y="1253"/>
                    <a:pt x="18" y="1350"/>
                    <a:pt x="88" y="1400"/>
                  </a:cubicBezTo>
                  <a:cubicBezTo>
                    <a:pt x="115" y="1420"/>
                    <a:pt x="146" y="1429"/>
                    <a:pt x="176" y="1429"/>
                  </a:cubicBezTo>
                  <a:cubicBezTo>
                    <a:pt x="225" y="1429"/>
                    <a:pt x="274" y="1406"/>
                    <a:pt x="304" y="1363"/>
                  </a:cubicBezTo>
                  <a:lnTo>
                    <a:pt x="1091" y="244"/>
                  </a:lnTo>
                  <a:cubicBezTo>
                    <a:pt x="1141" y="175"/>
                    <a:pt x="1124" y="78"/>
                    <a:pt x="1054" y="28"/>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6"/>
            <p:cNvSpPr/>
            <p:nvPr/>
          </p:nvSpPr>
          <p:spPr>
            <a:xfrm>
              <a:off x="4624210" y="1589193"/>
              <a:ext cx="30994" cy="40333"/>
            </a:xfrm>
            <a:custGeom>
              <a:rect b="b" l="l" r="r" t="t"/>
              <a:pathLst>
                <a:path extrusionOk="0" h="2125" w="1633">
                  <a:moveTo>
                    <a:pt x="1456" y="0"/>
                  </a:moveTo>
                  <a:cubicBezTo>
                    <a:pt x="1407" y="0"/>
                    <a:pt x="1360" y="23"/>
                    <a:pt x="1329" y="65"/>
                  </a:cubicBezTo>
                  <a:lnTo>
                    <a:pt x="51" y="1880"/>
                  </a:lnTo>
                  <a:cubicBezTo>
                    <a:pt x="1" y="1950"/>
                    <a:pt x="18" y="2046"/>
                    <a:pt x="88" y="2096"/>
                  </a:cubicBezTo>
                  <a:cubicBezTo>
                    <a:pt x="115" y="2116"/>
                    <a:pt x="146" y="2124"/>
                    <a:pt x="178" y="2124"/>
                  </a:cubicBezTo>
                  <a:cubicBezTo>
                    <a:pt x="225" y="2124"/>
                    <a:pt x="273" y="2101"/>
                    <a:pt x="303" y="2059"/>
                  </a:cubicBezTo>
                  <a:lnTo>
                    <a:pt x="1582" y="244"/>
                  </a:lnTo>
                  <a:cubicBezTo>
                    <a:pt x="1632" y="174"/>
                    <a:pt x="1615" y="78"/>
                    <a:pt x="1545" y="28"/>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6"/>
            <p:cNvSpPr/>
            <p:nvPr/>
          </p:nvSpPr>
          <p:spPr>
            <a:xfrm>
              <a:off x="4598835" y="1584543"/>
              <a:ext cx="21656" cy="27141"/>
            </a:xfrm>
            <a:custGeom>
              <a:rect b="b" l="l" r="r" t="t"/>
              <a:pathLst>
                <a:path extrusionOk="0" h="1430" w="1141">
                  <a:moveTo>
                    <a:pt x="965" y="0"/>
                  </a:moveTo>
                  <a:cubicBezTo>
                    <a:pt x="916" y="0"/>
                    <a:pt x="868" y="23"/>
                    <a:pt x="837" y="66"/>
                  </a:cubicBezTo>
                  <a:lnTo>
                    <a:pt x="49" y="1183"/>
                  </a:lnTo>
                  <a:cubicBezTo>
                    <a:pt x="0" y="1253"/>
                    <a:pt x="17" y="1351"/>
                    <a:pt x="87" y="1399"/>
                  </a:cubicBezTo>
                  <a:cubicBezTo>
                    <a:pt x="114" y="1419"/>
                    <a:pt x="146" y="1429"/>
                    <a:pt x="176" y="1429"/>
                  </a:cubicBezTo>
                  <a:cubicBezTo>
                    <a:pt x="224" y="1429"/>
                    <a:pt x="273" y="1405"/>
                    <a:pt x="303" y="1362"/>
                  </a:cubicBezTo>
                  <a:lnTo>
                    <a:pt x="1090" y="245"/>
                  </a:lnTo>
                  <a:cubicBezTo>
                    <a:pt x="1140" y="175"/>
                    <a:pt x="1123" y="77"/>
                    <a:pt x="1053" y="27"/>
                  </a:cubicBezTo>
                  <a:cubicBezTo>
                    <a:pt x="1026" y="9"/>
                    <a:pt x="995"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6"/>
            <p:cNvSpPr/>
            <p:nvPr/>
          </p:nvSpPr>
          <p:spPr>
            <a:xfrm>
              <a:off x="4610412" y="1592704"/>
              <a:ext cx="21675" cy="27141"/>
            </a:xfrm>
            <a:custGeom>
              <a:rect b="b" l="l" r="r" t="t"/>
              <a:pathLst>
                <a:path extrusionOk="0" h="1430" w="1142">
                  <a:moveTo>
                    <a:pt x="965" y="1"/>
                  </a:moveTo>
                  <a:cubicBezTo>
                    <a:pt x="916" y="1"/>
                    <a:pt x="868" y="23"/>
                    <a:pt x="838" y="66"/>
                  </a:cubicBezTo>
                  <a:lnTo>
                    <a:pt x="50" y="1183"/>
                  </a:lnTo>
                  <a:cubicBezTo>
                    <a:pt x="0" y="1253"/>
                    <a:pt x="19" y="1351"/>
                    <a:pt x="87" y="1401"/>
                  </a:cubicBezTo>
                  <a:cubicBezTo>
                    <a:pt x="115" y="1421"/>
                    <a:pt x="147" y="1429"/>
                    <a:pt x="177" y="1429"/>
                  </a:cubicBezTo>
                  <a:cubicBezTo>
                    <a:pt x="226" y="1429"/>
                    <a:pt x="273" y="1406"/>
                    <a:pt x="305" y="1362"/>
                  </a:cubicBezTo>
                  <a:lnTo>
                    <a:pt x="1092" y="245"/>
                  </a:lnTo>
                  <a:cubicBezTo>
                    <a:pt x="1142" y="175"/>
                    <a:pt x="1123" y="79"/>
                    <a:pt x="1055"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6"/>
            <p:cNvSpPr/>
            <p:nvPr/>
          </p:nvSpPr>
          <p:spPr>
            <a:xfrm>
              <a:off x="4661693" y="1615554"/>
              <a:ext cx="31013" cy="40370"/>
            </a:xfrm>
            <a:custGeom>
              <a:rect b="b" l="l" r="r" t="t"/>
              <a:pathLst>
                <a:path extrusionOk="0" h="2127" w="1634">
                  <a:moveTo>
                    <a:pt x="1457" y="0"/>
                  </a:moveTo>
                  <a:cubicBezTo>
                    <a:pt x="1408" y="0"/>
                    <a:pt x="1360" y="23"/>
                    <a:pt x="1329" y="65"/>
                  </a:cubicBezTo>
                  <a:lnTo>
                    <a:pt x="50" y="1883"/>
                  </a:lnTo>
                  <a:cubicBezTo>
                    <a:pt x="0" y="1951"/>
                    <a:pt x="19" y="2048"/>
                    <a:pt x="89" y="2098"/>
                  </a:cubicBezTo>
                  <a:cubicBezTo>
                    <a:pt x="114" y="2118"/>
                    <a:pt x="147" y="2127"/>
                    <a:pt x="177" y="2127"/>
                  </a:cubicBezTo>
                  <a:cubicBezTo>
                    <a:pt x="226" y="2127"/>
                    <a:pt x="274" y="2104"/>
                    <a:pt x="304" y="2061"/>
                  </a:cubicBezTo>
                  <a:lnTo>
                    <a:pt x="1583" y="244"/>
                  </a:lnTo>
                  <a:cubicBezTo>
                    <a:pt x="1633" y="175"/>
                    <a:pt x="1615" y="78"/>
                    <a:pt x="1546" y="28"/>
                  </a:cubicBezTo>
                  <a:cubicBezTo>
                    <a:pt x="1519"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6"/>
            <p:cNvSpPr/>
            <p:nvPr/>
          </p:nvSpPr>
          <p:spPr>
            <a:xfrm>
              <a:off x="4636337" y="1610943"/>
              <a:ext cx="21675" cy="27122"/>
            </a:xfrm>
            <a:custGeom>
              <a:rect b="b" l="l" r="r" t="t"/>
              <a:pathLst>
                <a:path extrusionOk="0" h="1429" w="1142">
                  <a:moveTo>
                    <a:pt x="966" y="0"/>
                  </a:moveTo>
                  <a:cubicBezTo>
                    <a:pt x="918" y="0"/>
                    <a:pt x="870" y="23"/>
                    <a:pt x="839" y="65"/>
                  </a:cubicBezTo>
                  <a:lnTo>
                    <a:pt x="50" y="1184"/>
                  </a:lnTo>
                  <a:cubicBezTo>
                    <a:pt x="0" y="1254"/>
                    <a:pt x="19" y="1350"/>
                    <a:pt x="89" y="1400"/>
                  </a:cubicBezTo>
                  <a:cubicBezTo>
                    <a:pt x="115" y="1420"/>
                    <a:pt x="147" y="1428"/>
                    <a:pt x="177" y="1428"/>
                  </a:cubicBezTo>
                  <a:cubicBezTo>
                    <a:pt x="226" y="1428"/>
                    <a:pt x="275" y="1406"/>
                    <a:pt x="305" y="1363"/>
                  </a:cubicBezTo>
                  <a:lnTo>
                    <a:pt x="1092" y="244"/>
                  </a:lnTo>
                  <a:cubicBezTo>
                    <a:pt x="1142" y="175"/>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6"/>
            <p:cNvSpPr/>
            <p:nvPr/>
          </p:nvSpPr>
          <p:spPr>
            <a:xfrm>
              <a:off x="4647914" y="1619122"/>
              <a:ext cx="21656" cy="27122"/>
            </a:xfrm>
            <a:custGeom>
              <a:rect b="b" l="l" r="r" t="t"/>
              <a:pathLst>
                <a:path extrusionOk="0" h="1429" w="1141">
                  <a:moveTo>
                    <a:pt x="965" y="0"/>
                  </a:moveTo>
                  <a:cubicBezTo>
                    <a:pt x="916" y="0"/>
                    <a:pt x="868" y="23"/>
                    <a:pt x="838" y="66"/>
                  </a:cubicBezTo>
                  <a:lnTo>
                    <a:pt x="50" y="1183"/>
                  </a:lnTo>
                  <a:cubicBezTo>
                    <a:pt x="0" y="1253"/>
                    <a:pt x="17" y="1350"/>
                    <a:pt x="87" y="1399"/>
                  </a:cubicBezTo>
                  <a:cubicBezTo>
                    <a:pt x="115" y="1419"/>
                    <a:pt x="146" y="1429"/>
                    <a:pt x="176" y="1429"/>
                  </a:cubicBezTo>
                  <a:cubicBezTo>
                    <a:pt x="226" y="1429"/>
                    <a:pt x="275" y="1405"/>
                    <a:pt x="303" y="1362"/>
                  </a:cubicBezTo>
                  <a:lnTo>
                    <a:pt x="1091" y="244"/>
                  </a:lnTo>
                  <a:cubicBezTo>
                    <a:pt x="1141" y="174"/>
                    <a:pt x="1123" y="77"/>
                    <a:pt x="1053" y="27"/>
                  </a:cubicBezTo>
                  <a:cubicBezTo>
                    <a:pt x="1026"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6"/>
            <p:cNvSpPr/>
            <p:nvPr/>
          </p:nvSpPr>
          <p:spPr>
            <a:xfrm>
              <a:off x="4699214" y="1641954"/>
              <a:ext cx="31013" cy="40389"/>
            </a:xfrm>
            <a:custGeom>
              <a:rect b="b" l="l" r="r" t="t"/>
              <a:pathLst>
                <a:path extrusionOk="0" h="2128" w="1634">
                  <a:moveTo>
                    <a:pt x="1457" y="1"/>
                  </a:moveTo>
                  <a:cubicBezTo>
                    <a:pt x="1408" y="1"/>
                    <a:pt x="1360" y="23"/>
                    <a:pt x="1329" y="66"/>
                  </a:cubicBezTo>
                  <a:lnTo>
                    <a:pt x="51" y="1882"/>
                  </a:lnTo>
                  <a:cubicBezTo>
                    <a:pt x="1" y="1952"/>
                    <a:pt x="19" y="2049"/>
                    <a:pt x="88" y="2099"/>
                  </a:cubicBezTo>
                  <a:cubicBezTo>
                    <a:pt x="115" y="2119"/>
                    <a:pt x="148" y="2128"/>
                    <a:pt x="178" y="2128"/>
                  </a:cubicBezTo>
                  <a:cubicBezTo>
                    <a:pt x="225" y="2128"/>
                    <a:pt x="274" y="2106"/>
                    <a:pt x="305" y="2061"/>
                  </a:cubicBezTo>
                  <a:lnTo>
                    <a:pt x="1584" y="244"/>
                  </a:lnTo>
                  <a:cubicBezTo>
                    <a:pt x="1634" y="174"/>
                    <a:pt x="1615" y="79"/>
                    <a:pt x="1545" y="29"/>
                  </a:cubicBezTo>
                  <a:cubicBezTo>
                    <a:pt x="1518"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6"/>
            <p:cNvSpPr/>
            <p:nvPr/>
          </p:nvSpPr>
          <p:spPr>
            <a:xfrm>
              <a:off x="4673839" y="1637361"/>
              <a:ext cx="21675" cy="27122"/>
            </a:xfrm>
            <a:custGeom>
              <a:rect b="b" l="l" r="r" t="t"/>
              <a:pathLst>
                <a:path extrusionOk="0" h="1429" w="1142">
                  <a:moveTo>
                    <a:pt x="966" y="0"/>
                  </a:moveTo>
                  <a:cubicBezTo>
                    <a:pt x="917" y="0"/>
                    <a:pt x="868" y="23"/>
                    <a:pt x="838" y="65"/>
                  </a:cubicBezTo>
                  <a:lnTo>
                    <a:pt x="50" y="1184"/>
                  </a:lnTo>
                  <a:cubicBezTo>
                    <a:pt x="0" y="1254"/>
                    <a:pt x="17" y="1350"/>
                    <a:pt x="87" y="1400"/>
                  </a:cubicBezTo>
                  <a:cubicBezTo>
                    <a:pt x="115" y="1420"/>
                    <a:pt x="146" y="1428"/>
                    <a:pt x="177" y="1428"/>
                  </a:cubicBezTo>
                  <a:cubicBezTo>
                    <a:pt x="225" y="1428"/>
                    <a:pt x="273" y="1407"/>
                    <a:pt x="303" y="1362"/>
                  </a:cubicBezTo>
                  <a:lnTo>
                    <a:pt x="1092" y="244"/>
                  </a:lnTo>
                  <a:cubicBezTo>
                    <a:pt x="1142" y="175"/>
                    <a:pt x="1123" y="78"/>
                    <a:pt x="1053" y="28"/>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6"/>
            <p:cNvSpPr/>
            <p:nvPr/>
          </p:nvSpPr>
          <p:spPr>
            <a:xfrm>
              <a:off x="4685417" y="1645522"/>
              <a:ext cx="21675" cy="27122"/>
            </a:xfrm>
            <a:custGeom>
              <a:rect b="b" l="l" r="r" t="t"/>
              <a:pathLst>
                <a:path extrusionOk="0" h="1429" w="1142">
                  <a:moveTo>
                    <a:pt x="966" y="0"/>
                  </a:moveTo>
                  <a:cubicBezTo>
                    <a:pt x="917" y="0"/>
                    <a:pt x="869" y="23"/>
                    <a:pt x="839" y="65"/>
                  </a:cubicBezTo>
                  <a:lnTo>
                    <a:pt x="50" y="1184"/>
                  </a:lnTo>
                  <a:cubicBezTo>
                    <a:pt x="0" y="1254"/>
                    <a:pt x="19" y="1350"/>
                    <a:pt x="89" y="1400"/>
                  </a:cubicBezTo>
                  <a:cubicBezTo>
                    <a:pt x="115" y="1420"/>
                    <a:pt x="148" y="1428"/>
                    <a:pt x="178" y="1428"/>
                  </a:cubicBezTo>
                  <a:cubicBezTo>
                    <a:pt x="226" y="1428"/>
                    <a:pt x="275" y="1405"/>
                    <a:pt x="305" y="1362"/>
                  </a:cubicBezTo>
                  <a:lnTo>
                    <a:pt x="1092" y="244"/>
                  </a:lnTo>
                  <a:cubicBezTo>
                    <a:pt x="1142" y="175"/>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6"/>
            <p:cNvSpPr/>
            <p:nvPr/>
          </p:nvSpPr>
          <p:spPr>
            <a:xfrm>
              <a:off x="4736716" y="1668391"/>
              <a:ext cx="30994" cy="40389"/>
            </a:xfrm>
            <a:custGeom>
              <a:rect b="b" l="l" r="r" t="t"/>
              <a:pathLst>
                <a:path extrusionOk="0" h="2128" w="1633">
                  <a:moveTo>
                    <a:pt x="1456" y="1"/>
                  </a:moveTo>
                  <a:cubicBezTo>
                    <a:pt x="1408" y="1"/>
                    <a:pt x="1360" y="23"/>
                    <a:pt x="1330" y="66"/>
                  </a:cubicBezTo>
                  <a:lnTo>
                    <a:pt x="51" y="1882"/>
                  </a:lnTo>
                  <a:cubicBezTo>
                    <a:pt x="1" y="1952"/>
                    <a:pt x="18" y="2049"/>
                    <a:pt x="88" y="2099"/>
                  </a:cubicBezTo>
                  <a:cubicBezTo>
                    <a:pt x="115" y="2119"/>
                    <a:pt x="146" y="2128"/>
                    <a:pt x="176" y="2128"/>
                  </a:cubicBezTo>
                  <a:cubicBezTo>
                    <a:pt x="225" y="2128"/>
                    <a:pt x="274" y="2105"/>
                    <a:pt x="304" y="2061"/>
                  </a:cubicBezTo>
                  <a:lnTo>
                    <a:pt x="1582" y="245"/>
                  </a:lnTo>
                  <a:cubicBezTo>
                    <a:pt x="1632" y="175"/>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6"/>
            <p:cNvSpPr/>
            <p:nvPr/>
          </p:nvSpPr>
          <p:spPr>
            <a:xfrm>
              <a:off x="4711361" y="1663799"/>
              <a:ext cx="21656" cy="27122"/>
            </a:xfrm>
            <a:custGeom>
              <a:rect b="b" l="l" r="r" t="t"/>
              <a:pathLst>
                <a:path extrusionOk="0" h="1429" w="1141">
                  <a:moveTo>
                    <a:pt x="965" y="0"/>
                  </a:moveTo>
                  <a:cubicBezTo>
                    <a:pt x="917" y="0"/>
                    <a:pt x="869" y="23"/>
                    <a:pt x="838" y="65"/>
                  </a:cubicBezTo>
                  <a:lnTo>
                    <a:pt x="49" y="1184"/>
                  </a:lnTo>
                  <a:cubicBezTo>
                    <a:pt x="1" y="1254"/>
                    <a:pt x="18" y="1350"/>
                    <a:pt x="88" y="1400"/>
                  </a:cubicBezTo>
                  <a:cubicBezTo>
                    <a:pt x="115" y="1420"/>
                    <a:pt x="147" y="1428"/>
                    <a:pt x="177" y="1428"/>
                  </a:cubicBezTo>
                  <a:cubicBezTo>
                    <a:pt x="225" y="1428"/>
                    <a:pt x="274" y="1405"/>
                    <a:pt x="304" y="1362"/>
                  </a:cubicBezTo>
                  <a:lnTo>
                    <a:pt x="1091" y="244"/>
                  </a:lnTo>
                  <a:cubicBezTo>
                    <a:pt x="1141" y="175"/>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6"/>
            <p:cNvSpPr/>
            <p:nvPr/>
          </p:nvSpPr>
          <p:spPr>
            <a:xfrm>
              <a:off x="4722919" y="1671922"/>
              <a:ext cx="21694" cy="27122"/>
            </a:xfrm>
            <a:custGeom>
              <a:rect b="b" l="l" r="r" t="t"/>
              <a:pathLst>
                <a:path extrusionOk="0" h="1429" w="1143">
                  <a:moveTo>
                    <a:pt x="966" y="1"/>
                  </a:moveTo>
                  <a:cubicBezTo>
                    <a:pt x="917" y="1"/>
                    <a:pt x="868" y="24"/>
                    <a:pt x="838" y="66"/>
                  </a:cubicBezTo>
                  <a:lnTo>
                    <a:pt x="50" y="1185"/>
                  </a:lnTo>
                  <a:cubicBezTo>
                    <a:pt x="0" y="1255"/>
                    <a:pt x="18" y="1350"/>
                    <a:pt x="88" y="1400"/>
                  </a:cubicBezTo>
                  <a:cubicBezTo>
                    <a:pt x="115" y="1420"/>
                    <a:pt x="146" y="1429"/>
                    <a:pt x="178" y="1429"/>
                  </a:cubicBezTo>
                  <a:cubicBezTo>
                    <a:pt x="225" y="1429"/>
                    <a:pt x="273" y="1406"/>
                    <a:pt x="303" y="1363"/>
                  </a:cubicBezTo>
                  <a:lnTo>
                    <a:pt x="1092" y="244"/>
                  </a:lnTo>
                  <a:cubicBezTo>
                    <a:pt x="1142" y="176"/>
                    <a:pt x="1124" y="79"/>
                    <a:pt x="1053" y="29"/>
                  </a:cubicBezTo>
                  <a:cubicBezTo>
                    <a:pt x="1027" y="10"/>
                    <a:pt x="996"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6"/>
            <p:cNvSpPr/>
            <p:nvPr/>
          </p:nvSpPr>
          <p:spPr>
            <a:xfrm>
              <a:off x="4774199" y="1694810"/>
              <a:ext cx="30994" cy="40370"/>
            </a:xfrm>
            <a:custGeom>
              <a:rect b="b" l="l" r="r" t="t"/>
              <a:pathLst>
                <a:path extrusionOk="0" h="2127" w="1633">
                  <a:moveTo>
                    <a:pt x="1456" y="0"/>
                  </a:moveTo>
                  <a:cubicBezTo>
                    <a:pt x="1408" y="0"/>
                    <a:pt x="1360" y="23"/>
                    <a:pt x="1329" y="66"/>
                  </a:cubicBezTo>
                  <a:lnTo>
                    <a:pt x="50" y="1882"/>
                  </a:lnTo>
                  <a:cubicBezTo>
                    <a:pt x="0" y="1952"/>
                    <a:pt x="19" y="2049"/>
                    <a:pt x="88" y="2097"/>
                  </a:cubicBezTo>
                  <a:cubicBezTo>
                    <a:pt x="115" y="2117"/>
                    <a:pt x="146" y="2126"/>
                    <a:pt x="178" y="2126"/>
                  </a:cubicBezTo>
                  <a:cubicBezTo>
                    <a:pt x="228" y="2126"/>
                    <a:pt x="273" y="2103"/>
                    <a:pt x="305" y="2060"/>
                  </a:cubicBezTo>
                  <a:lnTo>
                    <a:pt x="1584" y="244"/>
                  </a:lnTo>
                  <a:cubicBezTo>
                    <a:pt x="1632" y="174"/>
                    <a:pt x="1615" y="79"/>
                    <a:pt x="1545" y="29"/>
                  </a:cubicBezTo>
                  <a:cubicBezTo>
                    <a:pt x="1518" y="10"/>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6"/>
            <p:cNvSpPr/>
            <p:nvPr/>
          </p:nvSpPr>
          <p:spPr>
            <a:xfrm>
              <a:off x="4748844" y="1690198"/>
              <a:ext cx="21694" cy="27122"/>
            </a:xfrm>
            <a:custGeom>
              <a:rect b="b" l="l" r="r" t="t"/>
              <a:pathLst>
                <a:path extrusionOk="0" h="1429" w="1143">
                  <a:moveTo>
                    <a:pt x="965" y="1"/>
                  </a:moveTo>
                  <a:cubicBezTo>
                    <a:pt x="916" y="1"/>
                    <a:pt x="868" y="23"/>
                    <a:pt x="838" y="66"/>
                  </a:cubicBezTo>
                  <a:lnTo>
                    <a:pt x="50" y="1185"/>
                  </a:lnTo>
                  <a:cubicBezTo>
                    <a:pt x="0" y="1253"/>
                    <a:pt x="19" y="1350"/>
                    <a:pt x="88" y="1400"/>
                  </a:cubicBezTo>
                  <a:cubicBezTo>
                    <a:pt x="115" y="1420"/>
                    <a:pt x="146" y="1429"/>
                    <a:pt x="178" y="1429"/>
                  </a:cubicBezTo>
                  <a:cubicBezTo>
                    <a:pt x="226" y="1429"/>
                    <a:pt x="273" y="1405"/>
                    <a:pt x="305" y="1363"/>
                  </a:cubicBezTo>
                  <a:lnTo>
                    <a:pt x="1092" y="244"/>
                  </a:lnTo>
                  <a:cubicBezTo>
                    <a:pt x="1142" y="174"/>
                    <a:pt x="1123" y="79"/>
                    <a:pt x="1055" y="29"/>
                  </a:cubicBezTo>
                  <a:cubicBezTo>
                    <a:pt x="1028"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6"/>
            <p:cNvSpPr/>
            <p:nvPr/>
          </p:nvSpPr>
          <p:spPr>
            <a:xfrm>
              <a:off x="4760440" y="1698340"/>
              <a:ext cx="21675" cy="27122"/>
            </a:xfrm>
            <a:custGeom>
              <a:rect b="b" l="l" r="r" t="t"/>
              <a:pathLst>
                <a:path extrusionOk="0" h="1429" w="1142">
                  <a:moveTo>
                    <a:pt x="965" y="0"/>
                  </a:moveTo>
                  <a:cubicBezTo>
                    <a:pt x="916" y="0"/>
                    <a:pt x="869" y="23"/>
                    <a:pt x="838" y="65"/>
                  </a:cubicBezTo>
                  <a:lnTo>
                    <a:pt x="51" y="1184"/>
                  </a:lnTo>
                  <a:cubicBezTo>
                    <a:pt x="1" y="1253"/>
                    <a:pt x="18" y="1350"/>
                    <a:pt x="88" y="1400"/>
                  </a:cubicBezTo>
                  <a:cubicBezTo>
                    <a:pt x="115" y="1420"/>
                    <a:pt x="147" y="1429"/>
                    <a:pt x="177" y="1429"/>
                  </a:cubicBezTo>
                  <a:cubicBezTo>
                    <a:pt x="225" y="1429"/>
                    <a:pt x="274" y="1404"/>
                    <a:pt x="304" y="1363"/>
                  </a:cubicBezTo>
                  <a:lnTo>
                    <a:pt x="1091" y="244"/>
                  </a:lnTo>
                  <a:cubicBezTo>
                    <a:pt x="1141" y="174"/>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6"/>
            <p:cNvSpPr/>
            <p:nvPr/>
          </p:nvSpPr>
          <p:spPr>
            <a:xfrm>
              <a:off x="4811721" y="1721210"/>
              <a:ext cx="30994" cy="40370"/>
            </a:xfrm>
            <a:custGeom>
              <a:rect b="b" l="l" r="r" t="t"/>
              <a:pathLst>
                <a:path extrusionOk="0" h="2127" w="1633">
                  <a:moveTo>
                    <a:pt x="1457" y="1"/>
                  </a:moveTo>
                  <a:cubicBezTo>
                    <a:pt x="1408" y="1"/>
                    <a:pt x="1360" y="23"/>
                    <a:pt x="1330" y="66"/>
                  </a:cubicBezTo>
                  <a:lnTo>
                    <a:pt x="51" y="1882"/>
                  </a:lnTo>
                  <a:cubicBezTo>
                    <a:pt x="1" y="1952"/>
                    <a:pt x="18" y="2048"/>
                    <a:pt x="88" y="2098"/>
                  </a:cubicBezTo>
                  <a:cubicBezTo>
                    <a:pt x="115" y="2118"/>
                    <a:pt x="147" y="2127"/>
                    <a:pt x="178" y="2127"/>
                  </a:cubicBezTo>
                  <a:cubicBezTo>
                    <a:pt x="225" y="2127"/>
                    <a:pt x="274" y="2104"/>
                    <a:pt x="304" y="2061"/>
                  </a:cubicBezTo>
                  <a:lnTo>
                    <a:pt x="1583" y="245"/>
                  </a:lnTo>
                  <a:cubicBezTo>
                    <a:pt x="1633" y="175"/>
                    <a:pt x="1615" y="78"/>
                    <a:pt x="1545" y="28"/>
                  </a:cubicBezTo>
                  <a:cubicBezTo>
                    <a:pt x="1518" y="10"/>
                    <a:pt x="1488"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6"/>
            <p:cNvSpPr/>
            <p:nvPr/>
          </p:nvSpPr>
          <p:spPr>
            <a:xfrm>
              <a:off x="4786346" y="1716598"/>
              <a:ext cx="21656" cy="27141"/>
            </a:xfrm>
            <a:custGeom>
              <a:rect b="b" l="l" r="r" t="t"/>
              <a:pathLst>
                <a:path extrusionOk="0" h="1430" w="1141">
                  <a:moveTo>
                    <a:pt x="965" y="1"/>
                  </a:moveTo>
                  <a:cubicBezTo>
                    <a:pt x="917" y="1"/>
                    <a:pt x="869" y="23"/>
                    <a:pt x="838" y="66"/>
                  </a:cubicBezTo>
                  <a:lnTo>
                    <a:pt x="50" y="1184"/>
                  </a:lnTo>
                  <a:cubicBezTo>
                    <a:pt x="0" y="1254"/>
                    <a:pt x="18" y="1351"/>
                    <a:pt x="88" y="1401"/>
                  </a:cubicBezTo>
                  <a:cubicBezTo>
                    <a:pt x="115" y="1420"/>
                    <a:pt x="146" y="1430"/>
                    <a:pt x="176" y="1430"/>
                  </a:cubicBezTo>
                  <a:cubicBezTo>
                    <a:pt x="225" y="1430"/>
                    <a:pt x="273" y="1405"/>
                    <a:pt x="303" y="1362"/>
                  </a:cubicBezTo>
                  <a:lnTo>
                    <a:pt x="1091" y="245"/>
                  </a:lnTo>
                  <a:cubicBezTo>
                    <a:pt x="1141" y="175"/>
                    <a:pt x="1124" y="78"/>
                    <a:pt x="1054" y="28"/>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6"/>
            <p:cNvSpPr/>
            <p:nvPr/>
          </p:nvSpPr>
          <p:spPr>
            <a:xfrm>
              <a:off x="4797923" y="1724778"/>
              <a:ext cx="21694" cy="27122"/>
            </a:xfrm>
            <a:custGeom>
              <a:rect b="b" l="l" r="r" t="t"/>
              <a:pathLst>
                <a:path extrusionOk="0" h="1429" w="1143">
                  <a:moveTo>
                    <a:pt x="965" y="0"/>
                  </a:moveTo>
                  <a:cubicBezTo>
                    <a:pt x="917" y="0"/>
                    <a:pt x="868" y="23"/>
                    <a:pt x="838" y="66"/>
                  </a:cubicBezTo>
                  <a:lnTo>
                    <a:pt x="51" y="1184"/>
                  </a:lnTo>
                  <a:cubicBezTo>
                    <a:pt x="1" y="1253"/>
                    <a:pt x="19" y="1350"/>
                    <a:pt x="88" y="1400"/>
                  </a:cubicBezTo>
                  <a:cubicBezTo>
                    <a:pt x="115" y="1420"/>
                    <a:pt x="146" y="1429"/>
                    <a:pt x="178" y="1429"/>
                  </a:cubicBezTo>
                  <a:cubicBezTo>
                    <a:pt x="226" y="1429"/>
                    <a:pt x="273" y="1404"/>
                    <a:pt x="305" y="1363"/>
                  </a:cubicBezTo>
                  <a:lnTo>
                    <a:pt x="1092" y="244"/>
                  </a:lnTo>
                  <a:cubicBezTo>
                    <a:pt x="1142" y="174"/>
                    <a:pt x="1124" y="78"/>
                    <a:pt x="1055" y="28"/>
                  </a:cubicBezTo>
                  <a:cubicBezTo>
                    <a:pt x="1028"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6"/>
            <p:cNvSpPr/>
            <p:nvPr/>
          </p:nvSpPr>
          <p:spPr>
            <a:xfrm>
              <a:off x="4849204" y="1747628"/>
              <a:ext cx="31013" cy="40370"/>
            </a:xfrm>
            <a:custGeom>
              <a:rect b="b" l="l" r="r" t="t"/>
              <a:pathLst>
                <a:path extrusionOk="0" h="2127" w="1634">
                  <a:moveTo>
                    <a:pt x="1457" y="0"/>
                  </a:moveTo>
                  <a:cubicBezTo>
                    <a:pt x="1408" y="0"/>
                    <a:pt x="1360" y="23"/>
                    <a:pt x="1329" y="65"/>
                  </a:cubicBezTo>
                  <a:lnTo>
                    <a:pt x="51" y="1882"/>
                  </a:lnTo>
                  <a:cubicBezTo>
                    <a:pt x="1" y="1951"/>
                    <a:pt x="19" y="2048"/>
                    <a:pt x="89" y="2098"/>
                  </a:cubicBezTo>
                  <a:cubicBezTo>
                    <a:pt x="115" y="2118"/>
                    <a:pt x="148" y="2126"/>
                    <a:pt x="178" y="2126"/>
                  </a:cubicBezTo>
                  <a:cubicBezTo>
                    <a:pt x="226" y="2126"/>
                    <a:pt x="275" y="2104"/>
                    <a:pt x="305" y="2061"/>
                  </a:cubicBezTo>
                  <a:lnTo>
                    <a:pt x="1584" y="243"/>
                  </a:lnTo>
                  <a:cubicBezTo>
                    <a:pt x="1634" y="175"/>
                    <a:pt x="1615" y="77"/>
                    <a:pt x="1546" y="27"/>
                  </a:cubicBezTo>
                  <a:cubicBezTo>
                    <a:pt x="1519"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6"/>
            <p:cNvSpPr/>
            <p:nvPr/>
          </p:nvSpPr>
          <p:spPr>
            <a:xfrm>
              <a:off x="4823848" y="1742997"/>
              <a:ext cx="21694" cy="27122"/>
            </a:xfrm>
            <a:custGeom>
              <a:rect b="b" l="l" r="r" t="t"/>
              <a:pathLst>
                <a:path extrusionOk="0" h="1429" w="1143">
                  <a:moveTo>
                    <a:pt x="966" y="1"/>
                  </a:moveTo>
                  <a:cubicBezTo>
                    <a:pt x="917" y="1"/>
                    <a:pt x="869" y="24"/>
                    <a:pt x="838" y="66"/>
                  </a:cubicBezTo>
                  <a:lnTo>
                    <a:pt x="51" y="1184"/>
                  </a:lnTo>
                  <a:cubicBezTo>
                    <a:pt x="1" y="1254"/>
                    <a:pt x="19" y="1350"/>
                    <a:pt x="88" y="1400"/>
                  </a:cubicBezTo>
                  <a:cubicBezTo>
                    <a:pt x="115" y="1420"/>
                    <a:pt x="148" y="1429"/>
                    <a:pt x="178" y="1429"/>
                  </a:cubicBezTo>
                  <a:cubicBezTo>
                    <a:pt x="226" y="1429"/>
                    <a:pt x="275" y="1406"/>
                    <a:pt x="305" y="1363"/>
                  </a:cubicBezTo>
                  <a:lnTo>
                    <a:pt x="1092" y="244"/>
                  </a:lnTo>
                  <a:cubicBezTo>
                    <a:pt x="1142" y="176"/>
                    <a:pt x="1124" y="79"/>
                    <a:pt x="1055" y="29"/>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6"/>
            <p:cNvSpPr/>
            <p:nvPr/>
          </p:nvSpPr>
          <p:spPr>
            <a:xfrm>
              <a:off x="4835425" y="1751177"/>
              <a:ext cx="21656" cy="27141"/>
            </a:xfrm>
            <a:custGeom>
              <a:rect b="b" l="l" r="r" t="t"/>
              <a:pathLst>
                <a:path extrusionOk="0" h="1430" w="1141">
                  <a:moveTo>
                    <a:pt x="965" y="1"/>
                  </a:moveTo>
                  <a:cubicBezTo>
                    <a:pt x="917" y="1"/>
                    <a:pt x="869" y="23"/>
                    <a:pt x="838" y="66"/>
                  </a:cubicBezTo>
                  <a:lnTo>
                    <a:pt x="49" y="1184"/>
                  </a:lnTo>
                  <a:cubicBezTo>
                    <a:pt x="1" y="1254"/>
                    <a:pt x="18" y="1351"/>
                    <a:pt x="88" y="1401"/>
                  </a:cubicBezTo>
                  <a:cubicBezTo>
                    <a:pt x="115" y="1419"/>
                    <a:pt x="146" y="1429"/>
                    <a:pt x="176" y="1429"/>
                  </a:cubicBezTo>
                  <a:cubicBezTo>
                    <a:pt x="226" y="1429"/>
                    <a:pt x="274" y="1405"/>
                    <a:pt x="304" y="1362"/>
                  </a:cubicBezTo>
                  <a:lnTo>
                    <a:pt x="1091" y="245"/>
                  </a:lnTo>
                  <a:cubicBezTo>
                    <a:pt x="1141" y="175"/>
                    <a:pt x="1124" y="78"/>
                    <a:pt x="1054" y="28"/>
                  </a:cubicBezTo>
                  <a:cubicBezTo>
                    <a:pt x="1027" y="9"/>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6"/>
            <p:cNvSpPr/>
            <p:nvPr/>
          </p:nvSpPr>
          <p:spPr>
            <a:xfrm>
              <a:off x="4886706" y="1774065"/>
              <a:ext cx="30994" cy="40351"/>
            </a:xfrm>
            <a:custGeom>
              <a:rect b="b" l="l" r="r" t="t"/>
              <a:pathLst>
                <a:path extrusionOk="0" h="2126" w="1633">
                  <a:moveTo>
                    <a:pt x="1456" y="0"/>
                  </a:moveTo>
                  <a:cubicBezTo>
                    <a:pt x="1408" y="0"/>
                    <a:pt x="1360" y="23"/>
                    <a:pt x="1329" y="65"/>
                  </a:cubicBezTo>
                  <a:lnTo>
                    <a:pt x="51" y="1879"/>
                  </a:lnTo>
                  <a:cubicBezTo>
                    <a:pt x="1" y="1949"/>
                    <a:pt x="18" y="2046"/>
                    <a:pt x="88" y="2096"/>
                  </a:cubicBezTo>
                  <a:cubicBezTo>
                    <a:pt x="115" y="2116"/>
                    <a:pt x="146" y="2125"/>
                    <a:pt x="178" y="2125"/>
                  </a:cubicBezTo>
                  <a:cubicBezTo>
                    <a:pt x="228" y="2125"/>
                    <a:pt x="275" y="2102"/>
                    <a:pt x="303" y="2058"/>
                  </a:cubicBezTo>
                  <a:lnTo>
                    <a:pt x="1582" y="243"/>
                  </a:lnTo>
                  <a:cubicBezTo>
                    <a:pt x="1632" y="175"/>
                    <a:pt x="1615" y="78"/>
                    <a:pt x="1545" y="28"/>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6"/>
            <p:cNvSpPr/>
            <p:nvPr/>
          </p:nvSpPr>
          <p:spPr>
            <a:xfrm>
              <a:off x="4861350" y="1769416"/>
              <a:ext cx="21694" cy="27122"/>
            </a:xfrm>
            <a:custGeom>
              <a:rect b="b" l="l" r="r" t="t"/>
              <a:pathLst>
                <a:path extrusionOk="0" h="1429" w="1143">
                  <a:moveTo>
                    <a:pt x="965" y="0"/>
                  </a:moveTo>
                  <a:cubicBezTo>
                    <a:pt x="917" y="0"/>
                    <a:pt x="868" y="23"/>
                    <a:pt x="838" y="65"/>
                  </a:cubicBezTo>
                  <a:lnTo>
                    <a:pt x="51" y="1184"/>
                  </a:lnTo>
                  <a:cubicBezTo>
                    <a:pt x="1" y="1253"/>
                    <a:pt x="18" y="1350"/>
                    <a:pt x="88" y="1400"/>
                  </a:cubicBezTo>
                  <a:cubicBezTo>
                    <a:pt x="115" y="1420"/>
                    <a:pt x="146" y="1428"/>
                    <a:pt x="178" y="1428"/>
                  </a:cubicBezTo>
                  <a:cubicBezTo>
                    <a:pt x="225" y="1428"/>
                    <a:pt x="274" y="1406"/>
                    <a:pt x="304" y="1363"/>
                  </a:cubicBezTo>
                  <a:lnTo>
                    <a:pt x="1092" y="244"/>
                  </a:lnTo>
                  <a:cubicBezTo>
                    <a:pt x="1142" y="174"/>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6"/>
            <p:cNvSpPr/>
            <p:nvPr/>
          </p:nvSpPr>
          <p:spPr>
            <a:xfrm>
              <a:off x="4872927" y="1777577"/>
              <a:ext cx="21694" cy="27122"/>
            </a:xfrm>
            <a:custGeom>
              <a:rect b="b" l="l" r="r" t="t"/>
              <a:pathLst>
                <a:path extrusionOk="0" h="1429" w="1143">
                  <a:moveTo>
                    <a:pt x="967" y="1"/>
                  </a:moveTo>
                  <a:cubicBezTo>
                    <a:pt x="918" y="1"/>
                    <a:pt x="870" y="23"/>
                    <a:pt x="839" y="65"/>
                  </a:cubicBezTo>
                  <a:lnTo>
                    <a:pt x="51" y="1184"/>
                  </a:lnTo>
                  <a:cubicBezTo>
                    <a:pt x="1" y="1254"/>
                    <a:pt x="19" y="1350"/>
                    <a:pt x="89" y="1400"/>
                  </a:cubicBezTo>
                  <a:cubicBezTo>
                    <a:pt x="115" y="1420"/>
                    <a:pt x="148" y="1429"/>
                    <a:pt x="178" y="1429"/>
                  </a:cubicBezTo>
                  <a:cubicBezTo>
                    <a:pt x="226" y="1429"/>
                    <a:pt x="275" y="1406"/>
                    <a:pt x="305" y="1363"/>
                  </a:cubicBezTo>
                  <a:lnTo>
                    <a:pt x="1092" y="244"/>
                  </a:lnTo>
                  <a:cubicBezTo>
                    <a:pt x="1142" y="175"/>
                    <a:pt x="1125" y="78"/>
                    <a:pt x="1055" y="28"/>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6"/>
            <p:cNvSpPr/>
            <p:nvPr/>
          </p:nvSpPr>
          <p:spPr>
            <a:xfrm>
              <a:off x="4924246" y="1800427"/>
              <a:ext cx="30975" cy="40389"/>
            </a:xfrm>
            <a:custGeom>
              <a:rect b="b" l="l" r="r" t="t"/>
              <a:pathLst>
                <a:path extrusionOk="0" h="2128" w="1632">
                  <a:moveTo>
                    <a:pt x="1455" y="1"/>
                  </a:moveTo>
                  <a:cubicBezTo>
                    <a:pt x="1406" y="1"/>
                    <a:pt x="1359" y="23"/>
                    <a:pt x="1329" y="66"/>
                  </a:cubicBezTo>
                  <a:lnTo>
                    <a:pt x="49" y="1882"/>
                  </a:lnTo>
                  <a:cubicBezTo>
                    <a:pt x="0" y="1952"/>
                    <a:pt x="17" y="2049"/>
                    <a:pt x="87" y="2098"/>
                  </a:cubicBezTo>
                  <a:cubicBezTo>
                    <a:pt x="114" y="2118"/>
                    <a:pt x="146" y="2128"/>
                    <a:pt x="176" y="2128"/>
                  </a:cubicBezTo>
                  <a:cubicBezTo>
                    <a:pt x="224" y="2128"/>
                    <a:pt x="273" y="2103"/>
                    <a:pt x="303" y="2061"/>
                  </a:cubicBezTo>
                  <a:lnTo>
                    <a:pt x="1582" y="245"/>
                  </a:lnTo>
                  <a:cubicBezTo>
                    <a:pt x="1632" y="175"/>
                    <a:pt x="1615" y="79"/>
                    <a:pt x="1545" y="29"/>
                  </a:cubicBezTo>
                  <a:cubicBezTo>
                    <a:pt x="1517" y="10"/>
                    <a:pt x="1486" y="1"/>
                    <a:pt x="145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6"/>
            <p:cNvSpPr/>
            <p:nvPr/>
          </p:nvSpPr>
          <p:spPr>
            <a:xfrm>
              <a:off x="4898833" y="1795815"/>
              <a:ext cx="21675" cy="27141"/>
            </a:xfrm>
            <a:custGeom>
              <a:rect b="b" l="l" r="r" t="t"/>
              <a:pathLst>
                <a:path extrusionOk="0" h="1430" w="1142">
                  <a:moveTo>
                    <a:pt x="965" y="1"/>
                  </a:moveTo>
                  <a:cubicBezTo>
                    <a:pt x="916" y="1"/>
                    <a:pt x="869" y="23"/>
                    <a:pt x="839" y="66"/>
                  </a:cubicBezTo>
                  <a:lnTo>
                    <a:pt x="50" y="1185"/>
                  </a:lnTo>
                  <a:cubicBezTo>
                    <a:pt x="0" y="1253"/>
                    <a:pt x="19" y="1351"/>
                    <a:pt x="89" y="1401"/>
                  </a:cubicBezTo>
                  <a:cubicBezTo>
                    <a:pt x="115" y="1421"/>
                    <a:pt x="147" y="1429"/>
                    <a:pt x="177" y="1429"/>
                  </a:cubicBezTo>
                  <a:cubicBezTo>
                    <a:pt x="227" y="1429"/>
                    <a:pt x="276" y="1406"/>
                    <a:pt x="305" y="1363"/>
                  </a:cubicBezTo>
                  <a:lnTo>
                    <a:pt x="1092" y="245"/>
                  </a:lnTo>
                  <a:cubicBezTo>
                    <a:pt x="1142" y="175"/>
                    <a:pt x="1125" y="79"/>
                    <a:pt x="1055"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6"/>
            <p:cNvSpPr/>
            <p:nvPr/>
          </p:nvSpPr>
          <p:spPr>
            <a:xfrm>
              <a:off x="4910429" y="1803976"/>
              <a:ext cx="21694" cy="27141"/>
            </a:xfrm>
            <a:custGeom>
              <a:rect b="b" l="l" r="r" t="t"/>
              <a:pathLst>
                <a:path extrusionOk="0" h="1430" w="1143">
                  <a:moveTo>
                    <a:pt x="965" y="1"/>
                  </a:moveTo>
                  <a:cubicBezTo>
                    <a:pt x="917" y="1"/>
                    <a:pt x="869" y="23"/>
                    <a:pt x="838" y="66"/>
                  </a:cubicBezTo>
                  <a:lnTo>
                    <a:pt x="51" y="1185"/>
                  </a:lnTo>
                  <a:cubicBezTo>
                    <a:pt x="1" y="1253"/>
                    <a:pt x="18" y="1351"/>
                    <a:pt x="88" y="1401"/>
                  </a:cubicBezTo>
                  <a:cubicBezTo>
                    <a:pt x="115" y="1421"/>
                    <a:pt x="147" y="1429"/>
                    <a:pt x="178" y="1429"/>
                  </a:cubicBezTo>
                  <a:cubicBezTo>
                    <a:pt x="225" y="1429"/>
                    <a:pt x="274" y="1406"/>
                    <a:pt x="304" y="1363"/>
                  </a:cubicBezTo>
                  <a:lnTo>
                    <a:pt x="1092" y="245"/>
                  </a:lnTo>
                  <a:cubicBezTo>
                    <a:pt x="1142" y="175"/>
                    <a:pt x="1124" y="79"/>
                    <a:pt x="1054"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6"/>
            <p:cNvSpPr/>
            <p:nvPr/>
          </p:nvSpPr>
          <p:spPr>
            <a:xfrm>
              <a:off x="4961710" y="1826865"/>
              <a:ext cx="31013" cy="40389"/>
            </a:xfrm>
            <a:custGeom>
              <a:rect b="b" l="l" r="r" t="t"/>
              <a:pathLst>
                <a:path extrusionOk="0" h="2128" w="1634">
                  <a:moveTo>
                    <a:pt x="1457" y="1"/>
                  </a:moveTo>
                  <a:cubicBezTo>
                    <a:pt x="1408" y="1"/>
                    <a:pt x="1360" y="23"/>
                    <a:pt x="1330" y="66"/>
                  </a:cubicBezTo>
                  <a:lnTo>
                    <a:pt x="51" y="1882"/>
                  </a:lnTo>
                  <a:cubicBezTo>
                    <a:pt x="1" y="1952"/>
                    <a:pt x="19" y="2049"/>
                    <a:pt x="88" y="2098"/>
                  </a:cubicBezTo>
                  <a:cubicBezTo>
                    <a:pt x="115" y="2118"/>
                    <a:pt x="146" y="2128"/>
                    <a:pt x="178" y="2128"/>
                  </a:cubicBezTo>
                  <a:cubicBezTo>
                    <a:pt x="226" y="2128"/>
                    <a:pt x="274" y="2104"/>
                    <a:pt x="305" y="2061"/>
                  </a:cubicBezTo>
                  <a:lnTo>
                    <a:pt x="1584" y="245"/>
                  </a:lnTo>
                  <a:cubicBezTo>
                    <a:pt x="1634" y="175"/>
                    <a:pt x="1615" y="79"/>
                    <a:pt x="1545" y="29"/>
                  </a:cubicBezTo>
                  <a:cubicBezTo>
                    <a:pt x="1519"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6"/>
            <p:cNvSpPr/>
            <p:nvPr/>
          </p:nvSpPr>
          <p:spPr>
            <a:xfrm>
              <a:off x="4936354" y="1822234"/>
              <a:ext cx="21694" cy="27122"/>
            </a:xfrm>
            <a:custGeom>
              <a:rect b="b" l="l" r="r" t="t"/>
              <a:pathLst>
                <a:path extrusionOk="0" h="1429" w="1143">
                  <a:moveTo>
                    <a:pt x="967" y="0"/>
                  </a:moveTo>
                  <a:cubicBezTo>
                    <a:pt x="917" y="0"/>
                    <a:pt x="869" y="23"/>
                    <a:pt x="838" y="66"/>
                  </a:cubicBezTo>
                  <a:lnTo>
                    <a:pt x="51" y="1183"/>
                  </a:lnTo>
                  <a:cubicBezTo>
                    <a:pt x="1" y="1253"/>
                    <a:pt x="19" y="1350"/>
                    <a:pt x="88" y="1400"/>
                  </a:cubicBezTo>
                  <a:cubicBezTo>
                    <a:pt x="115" y="1419"/>
                    <a:pt x="148" y="1429"/>
                    <a:pt x="178" y="1429"/>
                  </a:cubicBezTo>
                  <a:cubicBezTo>
                    <a:pt x="227" y="1429"/>
                    <a:pt x="274" y="1407"/>
                    <a:pt x="305" y="1362"/>
                  </a:cubicBezTo>
                  <a:lnTo>
                    <a:pt x="1092" y="244"/>
                  </a:lnTo>
                  <a:cubicBezTo>
                    <a:pt x="1142" y="174"/>
                    <a:pt x="1124" y="77"/>
                    <a:pt x="1055" y="27"/>
                  </a:cubicBezTo>
                  <a:cubicBezTo>
                    <a:pt x="1028" y="9"/>
                    <a:pt x="997" y="0"/>
                    <a:pt x="96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6"/>
            <p:cNvSpPr/>
            <p:nvPr/>
          </p:nvSpPr>
          <p:spPr>
            <a:xfrm>
              <a:off x="4947969" y="1830395"/>
              <a:ext cx="21656" cy="27122"/>
            </a:xfrm>
            <a:custGeom>
              <a:rect b="b" l="l" r="r" t="t"/>
              <a:pathLst>
                <a:path extrusionOk="0" h="1429" w="1141">
                  <a:moveTo>
                    <a:pt x="964" y="1"/>
                  </a:moveTo>
                  <a:cubicBezTo>
                    <a:pt x="916" y="1"/>
                    <a:pt x="868" y="23"/>
                    <a:pt x="838" y="66"/>
                  </a:cubicBezTo>
                  <a:lnTo>
                    <a:pt x="49" y="1185"/>
                  </a:lnTo>
                  <a:cubicBezTo>
                    <a:pt x="0" y="1253"/>
                    <a:pt x="17" y="1350"/>
                    <a:pt x="87" y="1400"/>
                  </a:cubicBezTo>
                  <a:cubicBezTo>
                    <a:pt x="115" y="1420"/>
                    <a:pt x="146" y="1429"/>
                    <a:pt x="176" y="1429"/>
                  </a:cubicBezTo>
                  <a:cubicBezTo>
                    <a:pt x="225" y="1429"/>
                    <a:pt x="273" y="1406"/>
                    <a:pt x="303" y="1363"/>
                  </a:cubicBezTo>
                  <a:lnTo>
                    <a:pt x="1090" y="244"/>
                  </a:lnTo>
                  <a:cubicBezTo>
                    <a:pt x="1140" y="174"/>
                    <a:pt x="1123" y="79"/>
                    <a:pt x="1053" y="29"/>
                  </a:cubicBezTo>
                  <a:cubicBezTo>
                    <a:pt x="1026" y="10"/>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6"/>
            <p:cNvSpPr/>
            <p:nvPr/>
          </p:nvSpPr>
          <p:spPr>
            <a:xfrm>
              <a:off x="4999250" y="1853283"/>
              <a:ext cx="30975" cy="40370"/>
            </a:xfrm>
            <a:custGeom>
              <a:rect b="b" l="l" r="r" t="t"/>
              <a:pathLst>
                <a:path extrusionOk="0" h="2127" w="1632">
                  <a:moveTo>
                    <a:pt x="1457" y="0"/>
                  </a:moveTo>
                  <a:cubicBezTo>
                    <a:pt x="1408" y="0"/>
                    <a:pt x="1360" y="23"/>
                    <a:pt x="1329" y="66"/>
                  </a:cubicBezTo>
                  <a:lnTo>
                    <a:pt x="50" y="1882"/>
                  </a:lnTo>
                  <a:cubicBezTo>
                    <a:pt x="0" y="1952"/>
                    <a:pt x="17" y="2048"/>
                    <a:pt x="87" y="2098"/>
                  </a:cubicBezTo>
                  <a:cubicBezTo>
                    <a:pt x="115" y="2118"/>
                    <a:pt x="146" y="2126"/>
                    <a:pt x="177" y="2126"/>
                  </a:cubicBezTo>
                  <a:cubicBezTo>
                    <a:pt x="225" y="2126"/>
                    <a:pt x="273" y="2103"/>
                    <a:pt x="303" y="2060"/>
                  </a:cubicBezTo>
                  <a:lnTo>
                    <a:pt x="1582" y="244"/>
                  </a:lnTo>
                  <a:cubicBezTo>
                    <a:pt x="1632" y="174"/>
                    <a:pt x="1615" y="77"/>
                    <a:pt x="1545" y="27"/>
                  </a:cubicBezTo>
                  <a:cubicBezTo>
                    <a:pt x="1518" y="9"/>
                    <a:pt x="1487"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6"/>
            <p:cNvSpPr/>
            <p:nvPr/>
          </p:nvSpPr>
          <p:spPr>
            <a:xfrm>
              <a:off x="4973857" y="1848671"/>
              <a:ext cx="21675" cy="27122"/>
            </a:xfrm>
            <a:custGeom>
              <a:rect b="b" l="l" r="r" t="t"/>
              <a:pathLst>
                <a:path extrusionOk="0" h="1429" w="1142">
                  <a:moveTo>
                    <a:pt x="966" y="0"/>
                  </a:moveTo>
                  <a:cubicBezTo>
                    <a:pt x="917" y="0"/>
                    <a:pt x="869" y="23"/>
                    <a:pt x="838" y="66"/>
                  </a:cubicBezTo>
                  <a:lnTo>
                    <a:pt x="49" y="1183"/>
                  </a:lnTo>
                  <a:cubicBezTo>
                    <a:pt x="1" y="1253"/>
                    <a:pt x="18" y="1350"/>
                    <a:pt x="88" y="1400"/>
                  </a:cubicBezTo>
                  <a:cubicBezTo>
                    <a:pt x="114" y="1419"/>
                    <a:pt x="147" y="1429"/>
                    <a:pt x="177" y="1429"/>
                  </a:cubicBezTo>
                  <a:cubicBezTo>
                    <a:pt x="225" y="1429"/>
                    <a:pt x="274" y="1405"/>
                    <a:pt x="304" y="1362"/>
                  </a:cubicBezTo>
                  <a:lnTo>
                    <a:pt x="1091" y="244"/>
                  </a:lnTo>
                  <a:cubicBezTo>
                    <a:pt x="1141" y="174"/>
                    <a:pt x="1124" y="77"/>
                    <a:pt x="1054" y="27"/>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6"/>
            <p:cNvSpPr/>
            <p:nvPr/>
          </p:nvSpPr>
          <p:spPr>
            <a:xfrm>
              <a:off x="4985434" y="1856794"/>
              <a:ext cx="21694" cy="27141"/>
            </a:xfrm>
            <a:custGeom>
              <a:rect b="b" l="l" r="r" t="t"/>
              <a:pathLst>
                <a:path extrusionOk="0" h="1430" w="1143">
                  <a:moveTo>
                    <a:pt x="967" y="1"/>
                  </a:moveTo>
                  <a:cubicBezTo>
                    <a:pt x="918" y="1"/>
                    <a:pt x="869" y="23"/>
                    <a:pt x="838" y="66"/>
                  </a:cubicBezTo>
                  <a:lnTo>
                    <a:pt x="51" y="1184"/>
                  </a:lnTo>
                  <a:cubicBezTo>
                    <a:pt x="1" y="1254"/>
                    <a:pt x="20" y="1351"/>
                    <a:pt x="88" y="1401"/>
                  </a:cubicBezTo>
                  <a:cubicBezTo>
                    <a:pt x="115" y="1420"/>
                    <a:pt x="147" y="1430"/>
                    <a:pt x="178" y="1430"/>
                  </a:cubicBezTo>
                  <a:cubicBezTo>
                    <a:pt x="227" y="1430"/>
                    <a:pt x="274" y="1405"/>
                    <a:pt x="305" y="1362"/>
                  </a:cubicBezTo>
                  <a:lnTo>
                    <a:pt x="1093" y="245"/>
                  </a:lnTo>
                  <a:cubicBezTo>
                    <a:pt x="1143" y="175"/>
                    <a:pt x="1124" y="78"/>
                    <a:pt x="1055" y="28"/>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6"/>
            <p:cNvSpPr/>
            <p:nvPr/>
          </p:nvSpPr>
          <p:spPr>
            <a:xfrm>
              <a:off x="5036714" y="1879683"/>
              <a:ext cx="31013" cy="40370"/>
            </a:xfrm>
            <a:custGeom>
              <a:rect b="b" l="l" r="r" t="t"/>
              <a:pathLst>
                <a:path extrusionOk="0" h="2127" w="1634">
                  <a:moveTo>
                    <a:pt x="1458" y="1"/>
                  </a:moveTo>
                  <a:cubicBezTo>
                    <a:pt x="1409" y="1"/>
                    <a:pt x="1360" y="23"/>
                    <a:pt x="1330" y="65"/>
                  </a:cubicBezTo>
                  <a:lnTo>
                    <a:pt x="51" y="1882"/>
                  </a:lnTo>
                  <a:cubicBezTo>
                    <a:pt x="1" y="1952"/>
                    <a:pt x="19" y="2048"/>
                    <a:pt x="88" y="2098"/>
                  </a:cubicBezTo>
                  <a:cubicBezTo>
                    <a:pt x="115" y="2118"/>
                    <a:pt x="148" y="2127"/>
                    <a:pt x="178" y="2127"/>
                  </a:cubicBezTo>
                  <a:cubicBezTo>
                    <a:pt x="227" y="2127"/>
                    <a:pt x="275" y="2104"/>
                    <a:pt x="305" y="2061"/>
                  </a:cubicBezTo>
                  <a:lnTo>
                    <a:pt x="1584" y="244"/>
                  </a:lnTo>
                  <a:cubicBezTo>
                    <a:pt x="1634" y="175"/>
                    <a:pt x="1615" y="78"/>
                    <a:pt x="1547" y="28"/>
                  </a:cubicBezTo>
                  <a:cubicBezTo>
                    <a:pt x="1520" y="10"/>
                    <a:pt x="1489" y="1"/>
                    <a:pt x="1458"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6"/>
            <p:cNvSpPr/>
            <p:nvPr/>
          </p:nvSpPr>
          <p:spPr>
            <a:xfrm>
              <a:off x="5011359" y="1875071"/>
              <a:ext cx="21694" cy="27122"/>
            </a:xfrm>
            <a:custGeom>
              <a:rect b="b" l="l" r="r" t="t"/>
              <a:pathLst>
                <a:path extrusionOk="0" h="1429" w="1143">
                  <a:moveTo>
                    <a:pt x="966" y="1"/>
                  </a:moveTo>
                  <a:cubicBezTo>
                    <a:pt x="917" y="1"/>
                    <a:pt x="869" y="23"/>
                    <a:pt x="840" y="65"/>
                  </a:cubicBezTo>
                  <a:lnTo>
                    <a:pt x="51" y="1184"/>
                  </a:lnTo>
                  <a:cubicBezTo>
                    <a:pt x="1" y="1254"/>
                    <a:pt x="19" y="1350"/>
                    <a:pt x="89" y="1400"/>
                  </a:cubicBezTo>
                  <a:cubicBezTo>
                    <a:pt x="115" y="1420"/>
                    <a:pt x="148" y="1428"/>
                    <a:pt x="178" y="1428"/>
                  </a:cubicBezTo>
                  <a:cubicBezTo>
                    <a:pt x="227" y="1428"/>
                    <a:pt x="275" y="1405"/>
                    <a:pt x="305" y="1362"/>
                  </a:cubicBezTo>
                  <a:lnTo>
                    <a:pt x="1093" y="244"/>
                  </a:lnTo>
                  <a:cubicBezTo>
                    <a:pt x="1143" y="175"/>
                    <a:pt x="1125" y="78"/>
                    <a:pt x="1055"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6"/>
            <p:cNvSpPr/>
            <p:nvPr/>
          </p:nvSpPr>
          <p:spPr>
            <a:xfrm>
              <a:off x="5022955" y="1883213"/>
              <a:ext cx="21656" cy="27103"/>
            </a:xfrm>
            <a:custGeom>
              <a:rect b="b" l="l" r="r" t="t"/>
              <a:pathLst>
                <a:path extrusionOk="0" h="1428" w="1141">
                  <a:moveTo>
                    <a:pt x="964" y="1"/>
                  </a:moveTo>
                  <a:cubicBezTo>
                    <a:pt x="916" y="1"/>
                    <a:pt x="868" y="23"/>
                    <a:pt x="837" y="65"/>
                  </a:cubicBezTo>
                  <a:lnTo>
                    <a:pt x="50" y="1183"/>
                  </a:lnTo>
                  <a:cubicBezTo>
                    <a:pt x="0" y="1254"/>
                    <a:pt x="17" y="1349"/>
                    <a:pt x="87" y="1399"/>
                  </a:cubicBezTo>
                  <a:cubicBezTo>
                    <a:pt x="114" y="1419"/>
                    <a:pt x="146" y="1428"/>
                    <a:pt x="176" y="1428"/>
                  </a:cubicBezTo>
                  <a:cubicBezTo>
                    <a:pt x="224" y="1428"/>
                    <a:pt x="273" y="1406"/>
                    <a:pt x="303" y="1362"/>
                  </a:cubicBezTo>
                  <a:lnTo>
                    <a:pt x="1090" y="243"/>
                  </a:lnTo>
                  <a:cubicBezTo>
                    <a:pt x="1140" y="175"/>
                    <a:pt x="1123" y="78"/>
                    <a:pt x="1053" y="28"/>
                  </a:cubicBezTo>
                  <a:cubicBezTo>
                    <a:pt x="1026" y="9"/>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6"/>
            <p:cNvSpPr/>
            <p:nvPr/>
          </p:nvSpPr>
          <p:spPr>
            <a:xfrm>
              <a:off x="5074216" y="1906082"/>
              <a:ext cx="30994" cy="40389"/>
            </a:xfrm>
            <a:custGeom>
              <a:rect b="b" l="l" r="r" t="t"/>
              <a:pathLst>
                <a:path extrusionOk="0" h="2128" w="1633">
                  <a:moveTo>
                    <a:pt x="1456" y="0"/>
                  </a:moveTo>
                  <a:cubicBezTo>
                    <a:pt x="1408" y="0"/>
                    <a:pt x="1360" y="23"/>
                    <a:pt x="1330" y="66"/>
                  </a:cubicBezTo>
                  <a:lnTo>
                    <a:pt x="51" y="1883"/>
                  </a:lnTo>
                  <a:cubicBezTo>
                    <a:pt x="1" y="1952"/>
                    <a:pt x="18" y="2049"/>
                    <a:pt x="88" y="2099"/>
                  </a:cubicBezTo>
                  <a:cubicBezTo>
                    <a:pt x="115" y="2119"/>
                    <a:pt x="147" y="2127"/>
                    <a:pt x="178" y="2127"/>
                  </a:cubicBezTo>
                  <a:cubicBezTo>
                    <a:pt x="228" y="2127"/>
                    <a:pt x="274" y="2103"/>
                    <a:pt x="304" y="2062"/>
                  </a:cubicBezTo>
                  <a:lnTo>
                    <a:pt x="1583" y="244"/>
                  </a:lnTo>
                  <a:cubicBezTo>
                    <a:pt x="1633" y="174"/>
                    <a:pt x="1615" y="79"/>
                    <a:pt x="1545" y="29"/>
                  </a:cubicBezTo>
                  <a:cubicBezTo>
                    <a:pt x="1518" y="10"/>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6"/>
            <p:cNvSpPr/>
            <p:nvPr/>
          </p:nvSpPr>
          <p:spPr>
            <a:xfrm>
              <a:off x="5048861" y="1901470"/>
              <a:ext cx="21694" cy="27122"/>
            </a:xfrm>
            <a:custGeom>
              <a:rect b="b" l="l" r="r" t="t"/>
              <a:pathLst>
                <a:path extrusionOk="0" h="1429" w="1143">
                  <a:moveTo>
                    <a:pt x="965" y="1"/>
                  </a:moveTo>
                  <a:cubicBezTo>
                    <a:pt x="917" y="1"/>
                    <a:pt x="869" y="23"/>
                    <a:pt x="838" y="66"/>
                  </a:cubicBezTo>
                  <a:lnTo>
                    <a:pt x="51" y="1185"/>
                  </a:lnTo>
                  <a:cubicBezTo>
                    <a:pt x="1" y="1253"/>
                    <a:pt x="18" y="1350"/>
                    <a:pt x="88" y="1400"/>
                  </a:cubicBezTo>
                  <a:cubicBezTo>
                    <a:pt x="115" y="1420"/>
                    <a:pt x="147" y="1429"/>
                    <a:pt x="178" y="1429"/>
                  </a:cubicBezTo>
                  <a:cubicBezTo>
                    <a:pt x="225" y="1429"/>
                    <a:pt x="274" y="1406"/>
                    <a:pt x="304" y="1363"/>
                  </a:cubicBezTo>
                  <a:lnTo>
                    <a:pt x="1093" y="244"/>
                  </a:lnTo>
                  <a:cubicBezTo>
                    <a:pt x="1143" y="174"/>
                    <a:pt x="1124" y="79"/>
                    <a:pt x="1054"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6"/>
            <p:cNvSpPr/>
            <p:nvPr/>
          </p:nvSpPr>
          <p:spPr>
            <a:xfrm>
              <a:off x="5060457" y="1909650"/>
              <a:ext cx="21675" cy="27103"/>
            </a:xfrm>
            <a:custGeom>
              <a:rect b="b" l="l" r="r" t="t"/>
              <a:pathLst>
                <a:path extrusionOk="0" h="1428" w="1142">
                  <a:moveTo>
                    <a:pt x="965" y="1"/>
                  </a:moveTo>
                  <a:cubicBezTo>
                    <a:pt x="916" y="1"/>
                    <a:pt x="868" y="23"/>
                    <a:pt x="837" y="65"/>
                  </a:cubicBezTo>
                  <a:lnTo>
                    <a:pt x="50" y="1184"/>
                  </a:lnTo>
                  <a:cubicBezTo>
                    <a:pt x="0" y="1254"/>
                    <a:pt x="19" y="1349"/>
                    <a:pt x="87" y="1399"/>
                  </a:cubicBezTo>
                  <a:cubicBezTo>
                    <a:pt x="114" y="1419"/>
                    <a:pt x="147" y="1428"/>
                    <a:pt x="177" y="1428"/>
                  </a:cubicBezTo>
                  <a:cubicBezTo>
                    <a:pt x="226" y="1428"/>
                    <a:pt x="274" y="1405"/>
                    <a:pt x="304" y="1362"/>
                  </a:cubicBezTo>
                  <a:lnTo>
                    <a:pt x="1092" y="243"/>
                  </a:lnTo>
                  <a:cubicBezTo>
                    <a:pt x="1142" y="175"/>
                    <a:pt x="1123" y="78"/>
                    <a:pt x="1055" y="28"/>
                  </a:cubicBezTo>
                  <a:cubicBezTo>
                    <a:pt x="1027" y="9"/>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6"/>
            <p:cNvSpPr/>
            <p:nvPr/>
          </p:nvSpPr>
          <p:spPr>
            <a:xfrm>
              <a:off x="5111757" y="1932520"/>
              <a:ext cx="30994" cy="40370"/>
            </a:xfrm>
            <a:custGeom>
              <a:rect b="b" l="l" r="r" t="t"/>
              <a:pathLst>
                <a:path extrusionOk="0" h="2127" w="1633">
                  <a:moveTo>
                    <a:pt x="1456" y="1"/>
                  </a:moveTo>
                  <a:cubicBezTo>
                    <a:pt x="1407" y="1"/>
                    <a:pt x="1360" y="23"/>
                    <a:pt x="1329" y="66"/>
                  </a:cubicBezTo>
                  <a:lnTo>
                    <a:pt x="50" y="1880"/>
                  </a:lnTo>
                  <a:cubicBezTo>
                    <a:pt x="0" y="1950"/>
                    <a:pt x="18" y="2048"/>
                    <a:pt x="88" y="2098"/>
                  </a:cubicBezTo>
                  <a:cubicBezTo>
                    <a:pt x="115" y="2116"/>
                    <a:pt x="146" y="2126"/>
                    <a:pt x="176" y="2126"/>
                  </a:cubicBezTo>
                  <a:cubicBezTo>
                    <a:pt x="225" y="2126"/>
                    <a:pt x="273" y="2102"/>
                    <a:pt x="303" y="2059"/>
                  </a:cubicBezTo>
                  <a:lnTo>
                    <a:pt x="1582" y="244"/>
                  </a:lnTo>
                  <a:cubicBezTo>
                    <a:pt x="1632" y="174"/>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6"/>
            <p:cNvSpPr/>
            <p:nvPr/>
          </p:nvSpPr>
          <p:spPr>
            <a:xfrm>
              <a:off x="5086344" y="1927889"/>
              <a:ext cx="21694" cy="27122"/>
            </a:xfrm>
            <a:custGeom>
              <a:rect b="b" l="l" r="r" t="t"/>
              <a:pathLst>
                <a:path extrusionOk="0" h="1429" w="1143">
                  <a:moveTo>
                    <a:pt x="966" y="0"/>
                  </a:moveTo>
                  <a:cubicBezTo>
                    <a:pt x="917" y="0"/>
                    <a:pt x="870" y="23"/>
                    <a:pt x="839" y="65"/>
                  </a:cubicBezTo>
                  <a:lnTo>
                    <a:pt x="51" y="1183"/>
                  </a:lnTo>
                  <a:cubicBezTo>
                    <a:pt x="1" y="1253"/>
                    <a:pt x="19" y="1350"/>
                    <a:pt x="89" y="1400"/>
                  </a:cubicBezTo>
                  <a:cubicBezTo>
                    <a:pt x="115" y="1419"/>
                    <a:pt x="148" y="1429"/>
                    <a:pt x="178" y="1429"/>
                  </a:cubicBezTo>
                  <a:cubicBezTo>
                    <a:pt x="228" y="1429"/>
                    <a:pt x="275" y="1406"/>
                    <a:pt x="305" y="1361"/>
                  </a:cubicBezTo>
                  <a:lnTo>
                    <a:pt x="1092" y="244"/>
                  </a:lnTo>
                  <a:cubicBezTo>
                    <a:pt x="1142" y="174"/>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6"/>
            <p:cNvSpPr/>
            <p:nvPr/>
          </p:nvSpPr>
          <p:spPr>
            <a:xfrm>
              <a:off x="5097959" y="1936050"/>
              <a:ext cx="21675" cy="27122"/>
            </a:xfrm>
            <a:custGeom>
              <a:rect b="b" l="l" r="r" t="t"/>
              <a:pathLst>
                <a:path extrusionOk="0" h="1429" w="1142">
                  <a:moveTo>
                    <a:pt x="965" y="0"/>
                  </a:moveTo>
                  <a:cubicBezTo>
                    <a:pt x="916" y="0"/>
                    <a:pt x="868" y="23"/>
                    <a:pt x="837" y="66"/>
                  </a:cubicBezTo>
                  <a:lnTo>
                    <a:pt x="50" y="1184"/>
                  </a:lnTo>
                  <a:cubicBezTo>
                    <a:pt x="0" y="1253"/>
                    <a:pt x="17" y="1350"/>
                    <a:pt x="87" y="1400"/>
                  </a:cubicBezTo>
                  <a:cubicBezTo>
                    <a:pt x="114" y="1420"/>
                    <a:pt x="146" y="1429"/>
                    <a:pt x="177" y="1429"/>
                  </a:cubicBezTo>
                  <a:cubicBezTo>
                    <a:pt x="224" y="1429"/>
                    <a:pt x="273" y="1406"/>
                    <a:pt x="303" y="1363"/>
                  </a:cubicBezTo>
                  <a:lnTo>
                    <a:pt x="1092" y="244"/>
                  </a:lnTo>
                  <a:cubicBezTo>
                    <a:pt x="1142" y="174"/>
                    <a:pt x="1123" y="78"/>
                    <a:pt x="1053" y="28"/>
                  </a:cubicBezTo>
                  <a:cubicBezTo>
                    <a:pt x="1026" y="9"/>
                    <a:pt x="995"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6"/>
            <p:cNvSpPr/>
            <p:nvPr/>
          </p:nvSpPr>
          <p:spPr>
            <a:xfrm>
              <a:off x="4846281" y="1572074"/>
              <a:ext cx="24769" cy="31526"/>
            </a:xfrm>
            <a:custGeom>
              <a:rect b="b" l="l" r="r" t="t"/>
              <a:pathLst>
                <a:path extrusionOk="0" h="1661" w="1305">
                  <a:moveTo>
                    <a:pt x="1129" y="0"/>
                  </a:moveTo>
                  <a:cubicBezTo>
                    <a:pt x="1081" y="0"/>
                    <a:pt x="1033" y="23"/>
                    <a:pt x="1002" y="66"/>
                  </a:cubicBezTo>
                  <a:lnTo>
                    <a:pt x="49" y="1416"/>
                  </a:lnTo>
                  <a:cubicBezTo>
                    <a:pt x="0" y="1485"/>
                    <a:pt x="17" y="1582"/>
                    <a:pt x="87" y="1632"/>
                  </a:cubicBezTo>
                  <a:cubicBezTo>
                    <a:pt x="114" y="1652"/>
                    <a:pt x="146" y="1660"/>
                    <a:pt x="176" y="1660"/>
                  </a:cubicBezTo>
                  <a:cubicBezTo>
                    <a:pt x="225" y="1660"/>
                    <a:pt x="273" y="1638"/>
                    <a:pt x="303" y="1595"/>
                  </a:cubicBezTo>
                  <a:lnTo>
                    <a:pt x="1255" y="244"/>
                  </a:lnTo>
                  <a:cubicBezTo>
                    <a:pt x="1305" y="174"/>
                    <a:pt x="1288" y="77"/>
                    <a:pt x="1218" y="27"/>
                  </a:cubicBezTo>
                  <a:cubicBezTo>
                    <a:pt x="1191" y="9"/>
                    <a:pt x="1160" y="0"/>
                    <a:pt x="1129"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6"/>
            <p:cNvSpPr/>
            <p:nvPr/>
          </p:nvSpPr>
          <p:spPr>
            <a:xfrm>
              <a:off x="4842447" y="1575832"/>
              <a:ext cx="32399" cy="23972"/>
            </a:xfrm>
            <a:custGeom>
              <a:rect b="b" l="l" r="r" t="t"/>
              <a:pathLst>
                <a:path extrusionOk="0" h="1263" w="1707">
                  <a:moveTo>
                    <a:pt x="179" y="1"/>
                  </a:moveTo>
                  <a:cubicBezTo>
                    <a:pt x="130" y="1"/>
                    <a:pt x="81" y="23"/>
                    <a:pt x="51" y="66"/>
                  </a:cubicBezTo>
                  <a:cubicBezTo>
                    <a:pt x="1" y="135"/>
                    <a:pt x="19" y="232"/>
                    <a:pt x="89" y="282"/>
                  </a:cubicBezTo>
                  <a:lnTo>
                    <a:pt x="1441" y="1234"/>
                  </a:lnTo>
                  <a:cubicBezTo>
                    <a:pt x="1468" y="1254"/>
                    <a:pt x="1500" y="1262"/>
                    <a:pt x="1531" y="1262"/>
                  </a:cubicBezTo>
                  <a:cubicBezTo>
                    <a:pt x="1578" y="1262"/>
                    <a:pt x="1627" y="1239"/>
                    <a:pt x="1657" y="1197"/>
                  </a:cubicBezTo>
                  <a:cubicBezTo>
                    <a:pt x="1707" y="1127"/>
                    <a:pt x="1690" y="1029"/>
                    <a:pt x="1620" y="979"/>
                  </a:cubicBezTo>
                  <a:lnTo>
                    <a:pt x="268" y="28"/>
                  </a:lnTo>
                  <a:cubicBezTo>
                    <a:pt x="241" y="10"/>
                    <a:pt x="210" y="1"/>
                    <a:pt x="179"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1" name="Google Shape;2411;p46"/>
          <p:cNvGrpSpPr/>
          <p:nvPr/>
        </p:nvGrpSpPr>
        <p:grpSpPr>
          <a:xfrm>
            <a:off x="7579375" y="1554925"/>
            <a:ext cx="997600" cy="991900"/>
            <a:chOff x="7579375" y="1554925"/>
            <a:chExt cx="997600" cy="991900"/>
          </a:xfrm>
        </p:grpSpPr>
        <p:sp>
          <p:nvSpPr>
            <p:cNvPr id="2412" name="Google Shape;2412;p46"/>
            <p:cNvSpPr/>
            <p:nvPr/>
          </p:nvSpPr>
          <p:spPr>
            <a:xfrm>
              <a:off x="7579375" y="1680050"/>
              <a:ext cx="80275" cy="103450"/>
            </a:xfrm>
            <a:custGeom>
              <a:rect b="b" l="l" r="r" t="t"/>
              <a:pathLst>
                <a:path extrusionOk="0" h="4138" w="3211">
                  <a:moveTo>
                    <a:pt x="2202" y="0"/>
                  </a:moveTo>
                  <a:cubicBezTo>
                    <a:pt x="1057" y="0"/>
                    <a:pt x="1" y="1020"/>
                    <a:pt x="130" y="2224"/>
                  </a:cubicBezTo>
                  <a:cubicBezTo>
                    <a:pt x="255" y="3397"/>
                    <a:pt x="1379" y="4137"/>
                    <a:pt x="2486" y="4137"/>
                  </a:cubicBezTo>
                  <a:cubicBezTo>
                    <a:pt x="2651" y="4137"/>
                    <a:pt x="2817" y="4121"/>
                    <a:pt x="2978" y="4086"/>
                  </a:cubicBezTo>
                  <a:cubicBezTo>
                    <a:pt x="3210" y="4038"/>
                    <a:pt x="3134" y="3702"/>
                    <a:pt x="2919" y="3702"/>
                  </a:cubicBezTo>
                  <a:cubicBezTo>
                    <a:pt x="2904" y="3702"/>
                    <a:pt x="2889" y="3703"/>
                    <a:pt x="2873" y="3707"/>
                  </a:cubicBezTo>
                  <a:cubicBezTo>
                    <a:pt x="2739" y="3735"/>
                    <a:pt x="2602" y="3749"/>
                    <a:pt x="2465" y="3749"/>
                  </a:cubicBezTo>
                  <a:cubicBezTo>
                    <a:pt x="1637" y="3749"/>
                    <a:pt x="797" y="3248"/>
                    <a:pt x="566" y="2416"/>
                  </a:cubicBezTo>
                  <a:cubicBezTo>
                    <a:pt x="284" y="1390"/>
                    <a:pt x="1189" y="390"/>
                    <a:pt x="2189" y="390"/>
                  </a:cubicBezTo>
                  <a:cubicBezTo>
                    <a:pt x="2299" y="390"/>
                    <a:pt x="2409" y="402"/>
                    <a:pt x="2519" y="427"/>
                  </a:cubicBezTo>
                  <a:cubicBezTo>
                    <a:pt x="2536" y="431"/>
                    <a:pt x="2552" y="433"/>
                    <a:pt x="2568" y="433"/>
                  </a:cubicBezTo>
                  <a:cubicBezTo>
                    <a:pt x="2780" y="433"/>
                    <a:pt x="2854" y="100"/>
                    <a:pt x="2625" y="48"/>
                  </a:cubicBezTo>
                  <a:cubicBezTo>
                    <a:pt x="2484" y="16"/>
                    <a:pt x="2342" y="0"/>
                    <a:pt x="22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6"/>
            <p:cNvSpPr/>
            <p:nvPr/>
          </p:nvSpPr>
          <p:spPr>
            <a:xfrm>
              <a:off x="7720875" y="1704100"/>
              <a:ext cx="54025" cy="14425"/>
            </a:xfrm>
            <a:custGeom>
              <a:rect b="b" l="l" r="r" t="t"/>
              <a:pathLst>
                <a:path extrusionOk="0" h="577" w="2161">
                  <a:moveTo>
                    <a:pt x="227" y="1"/>
                  </a:moveTo>
                  <a:cubicBezTo>
                    <a:pt x="0" y="1"/>
                    <a:pt x="10" y="369"/>
                    <a:pt x="252" y="396"/>
                  </a:cubicBezTo>
                  <a:cubicBezTo>
                    <a:pt x="804" y="454"/>
                    <a:pt x="1355" y="516"/>
                    <a:pt x="1908" y="575"/>
                  </a:cubicBezTo>
                  <a:cubicBezTo>
                    <a:pt x="1916" y="576"/>
                    <a:pt x="1925" y="576"/>
                    <a:pt x="1932" y="576"/>
                  </a:cubicBezTo>
                  <a:cubicBezTo>
                    <a:pt x="2161" y="576"/>
                    <a:pt x="2150" y="207"/>
                    <a:pt x="1908" y="181"/>
                  </a:cubicBezTo>
                  <a:cubicBezTo>
                    <a:pt x="1355" y="122"/>
                    <a:pt x="804" y="61"/>
                    <a:pt x="252" y="2"/>
                  </a:cubicBezTo>
                  <a:cubicBezTo>
                    <a:pt x="243" y="1"/>
                    <a:pt x="235" y="1"/>
                    <a:pt x="2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6"/>
            <p:cNvSpPr/>
            <p:nvPr/>
          </p:nvSpPr>
          <p:spPr>
            <a:xfrm>
              <a:off x="7724975" y="1728650"/>
              <a:ext cx="54175" cy="9875"/>
            </a:xfrm>
            <a:custGeom>
              <a:rect b="b" l="l" r="r" t="t"/>
              <a:pathLst>
                <a:path extrusionOk="0" h="395" w="2167">
                  <a:moveTo>
                    <a:pt x="254" y="1"/>
                  </a:moveTo>
                  <a:cubicBezTo>
                    <a:pt x="0" y="1"/>
                    <a:pt x="0" y="394"/>
                    <a:pt x="254" y="394"/>
                  </a:cubicBezTo>
                  <a:lnTo>
                    <a:pt x="1913" y="394"/>
                  </a:lnTo>
                  <a:cubicBezTo>
                    <a:pt x="2166" y="394"/>
                    <a:pt x="2166" y="1"/>
                    <a:pt x="191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6"/>
            <p:cNvSpPr/>
            <p:nvPr/>
          </p:nvSpPr>
          <p:spPr>
            <a:xfrm>
              <a:off x="7906100" y="1590875"/>
              <a:ext cx="60100" cy="97400"/>
            </a:xfrm>
            <a:custGeom>
              <a:rect b="b" l="l" r="r" t="t"/>
              <a:pathLst>
                <a:path extrusionOk="0" h="3896" w="2404">
                  <a:moveTo>
                    <a:pt x="1062" y="423"/>
                  </a:moveTo>
                  <a:cubicBezTo>
                    <a:pt x="1546" y="423"/>
                    <a:pt x="2035" y="556"/>
                    <a:pt x="1700" y="1118"/>
                  </a:cubicBezTo>
                  <a:cubicBezTo>
                    <a:pt x="1609" y="1273"/>
                    <a:pt x="1306" y="1344"/>
                    <a:pt x="1158" y="1438"/>
                  </a:cubicBezTo>
                  <a:cubicBezTo>
                    <a:pt x="925" y="1584"/>
                    <a:pt x="762" y="1711"/>
                    <a:pt x="719" y="1996"/>
                  </a:cubicBezTo>
                  <a:cubicBezTo>
                    <a:pt x="700" y="2120"/>
                    <a:pt x="769" y="2243"/>
                    <a:pt x="909" y="2243"/>
                  </a:cubicBezTo>
                  <a:cubicBezTo>
                    <a:pt x="921" y="2244"/>
                    <a:pt x="932" y="2244"/>
                    <a:pt x="943" y="2244"/>
                  </a:cubicBezTo>
                  <a:cubicBezTo>
                    <a:pt x="1016" y="2244"/>
                    <a:pt x="1079" y="2242"/>
                    <a:pt x="1134" y="2242"/>
                  </a:cubicBezTo>
                  <a:cubicBezTo>
                    <a:pt x="1417" y="2242"/>
                    <a:pt x="1506" y="2276"/>
                    <a:pt x="1611" y="2683"/>
                  </a:cubicBezTo>
                  <a:cubicBezTo>
                    <a:pt x="1745" y="3201"/>
                    <a:pt x="1649" y="3108"/>
                    <a:pt x="1252" y="3266"/>
                  </a:cubicBezTo>
                  <a:cubicBezTo>
                    <a:pt x="1030" y="3353"/>
                    <a:pt x="858" y="3446"/>
                    <a:pt x="732" y="3446"/>
                  </a:cubicBezTo>
                  <a:cubicBezTo>
                    <a:pt x="608" y="3446"/>
                    <a:pt x="531" y="3354"/>
                    <a:pt x="497" y="3074"/>
                  </a:cubicBezTo>
                  <a:cubicBezTo>
                    <a:pt x="398" y="2237"/>
                    <a:pt x="497" y="1322"/>
                    <a:pt x="504" y="474"/>
                  </a:cubicBezTo>
                  <a:lnTo>
                    <a:pt x="504" y="474"/>
                  </a:lnTo>
                  <a:cubicBezTo>
                    <a:pt x="645" y="448"/>
                    <a:pt x="853" y="423"/>
                    <a:pt x="1062" y="423"/>
                  </a:cubicBezTo>
                  <a:close/>
                  <a:moveTo>
                    <a:pt x="1102" y="1"/>
                  </a:moveTo>
                  <a:cubicBezTo>
                    <a:pt x="825" y="1"/>
                    <a:pt x="538" y="55"/>
                    <a:pt x="295" y="116"/>
                  </a:cubicBezTo>
                  <a:cubicBezTo>
                    <a:pt x="205" y="140"/>
                    <a:pt x="162" y="206"/>
                    <a:pt x="156" y="277"/>
                  </a:cubicBezTo>
                  <a:lnTo>
                    <a:pt x="156" y="277"/>
                  </a:lnTo>
                  <a:cubicBezTo>
                    <a:pt x="129" y="308"/>
                    <a:pt x="111" y="350"/>
                    <a:pt x="111" y="403"/>
                  </a:cubicBezTo>
                  <a:cubicBezTo>
                    <a:pt x="109" y="1025"/>
                    <a:pt x="108" y="1649"/>
                    <a:pt x="106" y="2272"/>
                  </a:cubicBezTo>
                  <a:cubicBezTo>
                    <a:pt x="103" y="2657"/>
                    <a:pt x="0" y="3170"/>
                    <a:pt x="118" y="3536"/>
                  </a:cubicBezTo>
                  <a:cubicBezTo>
                    <a:pt x="206" y="3806"/>
                    <a:pt x="365" y="3895"/>
                    <a:pt x="553" y="3895"/>
                  </a:cubicBezTo>
                  <a:cubicBezTo>
                    <a:pt x="801" y="3895"/>
                    <a:pt x="1099" y="3742"/>
                    <a:pt x="1355" y="3645"/>
                  </a:cubicBezTo>
                  <a:cubicBezTo>
                    <a:pt x="1803" y="3475"/>
                    <a:pt x="2404" y="3260"/>
                    <a:pt x="2344" y="2670"/>
                  </a:cubicBezTo>
                  <a:cubicBezTo>
                    <a:pt x="2285" y="2088"/>
                    <a:pt x="1728" y="1911"/>
                    <a:pt x="1223" y="1865"/>
                  </a:cubicBezTo>
                  <a:lnTo>
                    <a:pt x="1223" y="1865"/>
                  </a:lnTo>
                  <a:cubicBezTo>
                    <a:pt x="1446" y="1639"/>
                    <a:pt x="1897" y="1540"/>
                    <a:pt x="2068" y="1284"/>
                  </a:cubicBezTo>
                  <a:cubicBezTo>
                    <a:pt x="2199" y="1088"/>
                    <a:pt x="2218" y="861"/>
                    <a:pt x="2142" y="637"/>
                  </a:cubicBezTo>
                  <a:cubicBezTo>
                    <a:pt x="1977" y="145"/>
                    <a:pt x="1553" y="1"/>
                    <a:pt x="11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6"/>
            <p:cNvSpPr/>
            <p:nvPr/>
          </p:nvSpPr>
          <p:spPr>
            <a:xfrm>
              <a:off x="7994500" y="1570750"/>
              <a:ext cx="48575" cy="75625"/>
            </a:xfrm>
            <a:custGeom>
              <a:rect b="b" l="l" r="r" t="t"/>
              <a:pathLst>
                <a:path extrusionOk="0" h="3025" w="1943">
                  <a:moveTo>
                    <a:pt x="535" y="1"/>
                  </a:moveTo>
                  <a:cubicBezTo>
                    <a:pt x="435" y="1"/>
                    <a:pt x="328" y="18"/>
                    <a:pt x="215" y="57"/>
                  </a:cubicBezTo>
                  <a:cubicBezTo>
                    <a:pt x="0" y="132"/>
                    <a:pt x="63" y="450"/>
                    <a:pt x="255" y="450"/>
                  </a:cubicBezTo>
                  <a:cubicBezTo>
                    <a:pt x="276" y="450"/>
                    <a:pt x="298" y="447"/>
                    <a:pt x="321" y="439"/>
                  </a:cubicBezTo>
                  <a:cubicBezTo>
                    <a:pt x="379" y="419"/>
                    <a:pt x="436" y="410"/>
                    <a:pt x="490" y="410"/>
                  </a:cubicBezTo>
                  <a:cubicBezTo>
                    <a:pt x="889" y="410"/>
                    <a:pt x="1172" y="885"/>
                    <a:pt x="780" y="1195"/>
                  </a:cubicBezTo>
                  <a:lnTo>
                    <a:pt x="780" y="1195"/>
                  </a:lnTo>
                  <a:cubicBezTo>
                    <a:pt x="774" y="1199"/>
                    <a:pt x="767" y="1204"/>
                    <a:pt x="760" y="1209"/>
                  </a:cubicBezTo>
                  <a:cubicBezTo>
                    <a:pt x="761" y="1209"/>
                    <a:pt x="761" y="1209"/>
                    <a:pt x="761" y="1210"/>
                  </a:cubicBezTo>
                  <a:lnTo>
                    <a:pt x="761" y="1210"/>
                  </a:lnTo>
                  <a:cubicBezTo>
                    <a:pt x="597" y="1333"/>
                    <a:pt x="702" y="1587"/>
                    <a:pt x="858" y="1587"/>
                  </a:cubicBezTo>
                  <a:cubicBezTo>
                    <a:pt x="890" y="1587"/>
                    <a:pt x="926" y="1576"/>
                    <a:pt x="961" y="1550"/>
                  </a:cubicBezTo>
                  <a:cubicBezTo>
                    <a:pt x="1012" y="1512"/>
                    <a:pt x="1066" y="1496"/>
                    <a:pt x="1118" y="1496"/>
                  </a:cubicBezTo>
                  <a:cubicBezTo>
                    <a:pt x="1254" y="1496"/>
                    <a:pt x="1382" y="1604"/>
                    <a:pt x="1438" y="1724"/>
                  </a:cubicBezTo>
                  <a:cubicBezTo>
                    <a:pt x="1531" y="1930"/>
                    <a:pt x="1485" y="2147"/>
                    <a:pt x="1310" y="2308"/>
                  </a:cubicBezTo>
                  <a:cubicBezTo>
                    <a:pt x="1074" y="2525"/>
                    <a:pt x="717" y="2595"/>
                    <a:pt x="411" y="2629"/>
                  </a:cubicBezTo>
                  <a:cubicBezTo>
                    <a:pt x="172" y="2657"/>
                    <a:pt x="160" y="3024"/>
                    <a:pt x="386" y="3024"/>
                  </a:cubicBezTo>
                  <a:cubicBezTo>
                    <a:pt x="394" y="3024"/>
                    <a:pt x="402" y="3024"/>
                    <a:pt x="411" y="3023"/>
                  </a:cubicBezTo>
                  <a:cubicBezTo>
                    <a:pt x="1017" y="2954"/>
                    <a:pt x="1943" y="2668"/>
                    <a:pt x="1904" y="1893"/>
                  </a:cubicBezTo>
                  <a:cubicBezTo>
                    <a:pt x="1886" y="1540"/>
                    <a:pt x="1613" y="1204"/>
                    <a:pt x="1290" y="1112"/>
                  </a:cubicBezTo>
                  <a:lnTo>
                    <a:pt x="1290" y="1112"/>
                  </a:lnTo>
                  <a:cubicBezTo>
                    <a:pt x="1469" y="597"/>
                    <a:pt x="1121" y="1"/>
                    <a:pt x="53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6"/>
            <p:cNvSpPr/>
            <p:nvPr/>
          </p:nvSpPr>
          <p:spPr>
            <a:xfrm>
              <a:off x="8106875" y="1600200"/>
              <a:ext cx="17150" cy="104925"/>
            </a:xfrm>
            <a:custGeom>
              <a:rect b="b" l="l" r="r" t="t"/>
              <a:pathLst>
                <a:path extrusionOk="0" h="4197" w="686">
                  <a:moveTo>
                    <a:pt x="494" y="0"/>
                  </a:moveTo>
                  <a:cubicBezTo>
                    <a:pt x="395" y="0"/>
                    <a:pt x="292" y="63"/>
                    <a:pt x="282" y="188"/>
                  </a:cubicBezTo>
                  <a:cubicBezTo>
                    <a:pt x="192" y="1461"/>
                    <a:pt x="100" y="2734"/>
                    <a:pt x="9" y="4008"/>
                  </a:cubicBezTo>
                  <a:cubicBezTo>
                    <a:pt x="0" y="4134"/>
                    <a:pt x="94" y="4197"/>
                    <a:pt x="193" y="4197"/>
                  </a:cubicBezTo>
                  <a:cubicBezTo>
                    <a:pt x="291" y="4197"/>
                    <a:pt x="394" y="4134"/>
                    <a:pt x="403" y="4008"/>
                  </a:cubicBezTo>
                  <a:cubicBezTo>
                    <a:pt x="494" y="2735"/>
                    <a:pt x="586" y="1463"/>
                    <a:pt x="676" y="188"/>
                  </a:cubicBezTo>
                  <a:cubicBezTo>
                    <a:pt x="685" y="63"/>
                    <a:pt x="592" y="0"/>
                    <a:pt x="49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6"/>
            <p:cNvSpPr/>
            <p:nvPr/>
          </p:nvSpPr>
          <p:spPr>
            <a:xfrm>
              <a:off x="8081500" y="1644200"/>
              <a:ext cx="70725" cy="11175"/>
            </a:xfrm>
            <a:custGeom>
              <a:rect b="b" l="l" r="r" t="t"/>
              <a:pathLst>
                <a:path extrusionOk="0" h="447" w="2829">
                  <a:moveTo>
                    <a:pt x="2581" y="0"/>
                  </a:moveTo>
                  <a:cubicBezTo>
                    <a:pt x="2579" y="0"/>
                    <a:pt x="2577" y="0"/>
                    <a:pt x="2576" y="0"/>
                  </a:cubicBezTo>
                  <a:cubicBezTo>
                    <a:pt x="1803" y="17"/>
                    <a:pt x="1030" y="36"/>
                    <a:pt x="255" y="53"/>
                  </a:cubicBezTo>
                  <a:cubicBezTo>
                    <a:pt x="2" y="59"/>
                    <a:pt x="0" y="447"/>
                    <a:pt x="250" y="447"/>
                  </a:cubicBezTo>
                  <a:cubicBezTo>
                    <a:pt x="251" y="447"/>
                    <a:pt x="253" y="447"/>
                    <a:pt x="255" y="447"/>
                  </a:cubicBezTo>
                  <a:cubicBezTo>
                    <a:pt x="1028" y="430"/>
                    <a:pt x="1801" y="411"/>
                    <a:pt x="2576" y="394"/>
                  </a:cubicBezTo>
                  <a:cubicBezTo>
                    <a:pt x="2826" y="388"/>
                    <a:pt x="2829" y="0"/>
                    <a:pt x="258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6"/>
            <p:cNvSpPr/>
            <p:nvPr/>
          </p:nvSpPr>
          <p:spPr>
            <a:xfrm>
              <a:off x="8208650" y="1586750"/>
              <a:ext cx="64100" cy="87875"/>
            </a:xfrm>
            <a:custGeom>
              <a:rect b="b" l="l" r="r" t="t"/>
              <a:pathLst>
                <a:path extrusionOk="0" h="3515" w="2564">
                  <a:moveTo>
                    <a:pt x="1826" y="0"/>
                  </a:moveTo>
                  <a:cubicBezTo>
                    <a:pt x="1817" y="0"/>
                    <a:pt x="1808" y="1"/>
                    <a:pt x="1799" y="2"/>
                  </a:cubicBezTo>
                  <a:cubicBezTo>
                    <a:pt x="827" y="128"/>
                    <a:pt x="1" y="1011"/>
                    <a:pt x="159" y="2033"/>
                  </a:cubicBezTo>
                  <a:cubicBezTo>
                    <a:pt x="300" y="2935"/>
                    <a:pt x="1132" y="3514"/>
                    <a:pt x="1995" y="3514"/>
                  </a:cubicBezTo>
                  <a:cubicBezTo>
                    <a:pt x="2106" y="3514"/>
                    <a:pt x="2218" y="3505"/>
                    <a:pt x="2328" y="3485"/>
                  </a:cubicBezTo>
                  <a:cubicBezTo>
                    <a:pt x="2563" y="3442"/>
                    <a:pt x="2482" y="3102"/>
                    <a:pt x="2263" y="3102"/>
                  </a:cubicBezTo>
                  <a:cubicBezTo>
                    <a:pt x="2250" y="3102"/>
                    <a:pt x="2236" y="3103"/>
                    <a:pt x="2222" y="3106"/>
                  </a:cubicBezTo>
                  <a:cubicBezTo>
                    <a:pt x="2141" y="3120"/>
                    <a:pt x="2060" y="3127"/>
                    <a:pt x="1978" y="3127"/>
                  </a:cubicBezTo>
                  <a:cubicBezTo>
                    <a:pt x="1314" y="3127"/>
                    <a:pt x="655" y="2666"/>
                    <a:pt x="555" y="1979"/>
                  </a:cubicBezTo>
                  <a:cubicBezTo>
                    <a:pt x="443" y="1213"/>
                    <a:pt x="1040" y="495"/>
                    <a:pt x="1797" y="396"/>
                  </a:cubicBezTo>
                  <a:cubicBezTo>
                    <a:pt x="2038" y="365"/>
                    <a:pt x="2049" y="0"/>
                    <a:pt x="182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6"/>
            <p:cNvSpPr/>
            <p:nvPr/>
          </p:nvSpPr>
          <p:spPr>
            <a:xfrm>
              <a:off x="8296875" y="1554925"/>
              <a:ext cx="55000" cy="48100"/>
            </a:xfrm>
            <a:custGeom>
              <a:rect b="b" l="l" r="r" t="t"/>
              <a:pathLst>
                <a:path extrusionOk="0" h="1924" w="2200">
                  <a:moveTo>
                    <a:pt x="1090" y="1"/>
                  </a:moveTo>
                  <a:cubicBezTo>
                    <a:pt x="1072" y="1"/>
                    <a:pt x="1054" y="4"/>
                    <a:pt x="1035" y="11"/>
                  </a:cubicBezTo>
                  <a:cubicBezTo>
                    <a:pt x="762" y="117"/>
                    <a:pt x="488" y="221"/>
                    <a:pt x="215" y="326"/>
                  </a:cubicBezTo>
                  <a:cubicBezTo>
                    <a:pt x="0" y="405"/>
                    <a:pt x="58" y="718"/>
                    <a:pt x="244" y="718"/>
                  </a:cubicBezTo>
                  <a:cubicBezTo>
                    <a:pt x="266" y="718"/>
                    <a:pt x="290" y="714"/>
                    <a:pt x="315" y="704"/>
                  </a:cubicBezTo>
                  <a:cubicBezTo>
                    <a:pt x="498" y="634"/>
                    <a:pt x="680" y="565"/>
                    <a:pt x="862" y="494"/>
                  </a:cubicBezTo>
                  <a:lnTo>
                    <a:pt x="862" y="494"/>
                  </a:lnTo>
                  <a:cubicBezTo>
                    <a:pt x="810" y="804"/>
                    <a:pt x="679" y="1086"/>
                    <a:pt x="467" y="1332"/>
                  </a:cubicBezTo>
                  <a:cubicBezTo>
                    <a:pt x="377" y="1437"/>
                    <a:pt x="397" y="1632"/>
                    <a:pt x="554" y="1662"/>
                  </a:cubicBezTo>
                  <a:cubicBezTo>
                    <a:pt x="989" y="1747"/>
                    <a:pt x="1425" y="1833"/>
                    <a:pt x="1861" y="1919"/>
                  </a:cubicBezTo>
                  <a:cubicBezTo>
                    <a:pt x="1876" y="1922"/>
                    <a:pt x="1890" y="1924"/>
                    <a:pt x="1904" y="1924"/>
                  </a:cubicBezTo>
                  <a:cubicBezTo>
                    <a:pt x="2119" y="1924"/>
                    <a:pt x="2200" y="1586"/>
                    <a:pt x="1966" y="1540"/>
                  </a:cubicBezTo>
                  <a:cubicBezTo>
                    <a:pt x="1628" y="1473"/>
                    <a:pt x="1290" y="1406"/>
                    <a:pt x="951" y="1340"/>
                  </a:cubicBezTo>
                  <a:lnTo>
                    <a:pt x="951" y="1340"/>
                  </a:lnTo>
                  <a:cubicBezTo>
                    <a:pt x="1167" y="1000"/>
                    <a:pt x="1280" y="618"/>
                    <a:pt x="1284" y="201"/>
                  </a:cubicBezTo>
                  <a:cubicBezTo>
                    <a:pt x="1286" y="101"/>
                    <a:pt x="1192" y="1"/>
                    <a:pt x="10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6"/>
            <p:cNvSpPr/>
            <p:nvPr/>
          </p:nvSpPr>
          <p:spPr>
            <a:xfrm>
              <a:off x="8397175" y="1606625"/>
              <a:ext cx="13325" cy="65375"/>
            </a:xfrm>
            <a:custGeom>
              <a:rect b="b" l="l" r="r" t="t"/>
              <a:pathLst>
                <a:path extrusionOk="0" h="2615" w="533">
                  <a:moveTo>
                    <a:pt x="345" y="0"/>
                  </a:moveTo>
                  <a:cubicBezTo>
                    <a:pt x="246" y="0"/>
                    <a:pt x="139" y="63"/>
                    <a:pt x="123" y="188"/>
                  </a:cubicBezTo>
                  <a:cubicBezTo>
                    <a:pt x="30" y="932"/>
                    <a:pt x="1" y="1676"/>
                    <a:pt x="37" y="2425"/>
                  </a:cubicBezTo>
                  <a:cubicBezTo>
                    <a:pt x="43" y="2551"/>
                    <a:pt x="145" y="2615"/>
                    <a:pt x="244" y="2615"/>
                  </a:cubicBezTo>
                  <a:cubicBezTo>
                    <a:pt x="342" y="2615"/>
                    <a:pt x="437" y="2552"/>
                    <a:pt x="430" y="2425"/>
                  </a:cubicBezTo>
                  <a:cubicBezTo>
                    <a:pt x="395" y="1675"/>
                    <a:pt x="426" y="932"/>
                    <a:pt x="516" y="188"/>
                  </a:cubicBezTo>
                  <a:cubicBezTo>
                    <a:pt x="533" y="63"/>
                    <a:pt x="443" y="0"/>
                    <a:pt x="3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6"/>
            <p:cNvSpPr/>
            <p:nvPr/>
          </p:nvSpPr>
          <p:spPr>
            <a:xfrm>
              <a:off x="8379975" y="1628975"/>
              <a:ext cx="54175" cy="10950"/>
            </a:xfrm>
            <a:custGeom>
              <a:rect b="b" l="l" r="r" t="t"/>
              <a:pathLst>
                <a:path extrusionOk="0" h="438" w="2167">
                  <a:moveTo>
                    <a:pt x="250" y="1"/>
                  </a:moveTo>
                  <a:cubicBezTo>
                    <a:pt x="0" y="1"/>
                    <a:pt x="2" y="389"/>
                    <a:pt x="255" y="395"/>
                  </a:cubicBezTo>
                  <a:cubicBezTo>
                    <a:pt x="808" y="409"/>
                    <a:pt x="1359" y="423"/>
                    <a:pt x="1911" y="437"/>
                  </a:cubicBezTo>
                  <a:cubicBezTo>
                    <a:pt x="1914" y="438"/>
                    <a:pt x="1916" y="438"/>
                    <a:pt x="1918" y="438"/>
                  </a:cubicBezTo>
                  <a:cubicBezTo>
                    <a:pt x="2166" y="438"/>
                    <a:pt x="2164" y="51"/>
                    <a:pt x="1911" y="44"/>
                  </a:cubicBezTo>
                  <a:cubicBezTo>
                    <a:pt x="1359" y="29"/>
                    <a:pt x="808" y="15"/>
                    <a:pt x="255" y="1"/>
                  </a:cubicBezTo>
                  <a:cubicBezTo>
                    <a:pt x="253" y="1"/>
                    <a:pt x="251" y="1"/>
                    <a:pt x="25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6"/>
            <p:cNvSpPr/>
            <p:nvPr/>
          </p:nvSpPr>
          <p:spPr>
            <a:xfrm>
              <a:off x="8477325" y="1583675"/>
              <a:ext cx="37875" cy="73250"/>
            </a:xfrm>
            <a:custGeom>
              <a:rect b="b" l="l" r="r" t="t"/>
              <a:pathLst>
                <a:path extrusionOk="0" h="2930" w="1515">
                  <a:moveTo>
                    <a:pt x="1249" y="1"/>
                  </a:moveTo>
                  <a:cubicBezTo>
                    <a:pt x="1192" y="1"/>
                    <a:pt x="1137" y="31"/>
                    <a:pt x="1107" y="104"/>
                  </a:cubicBezTo>
                  <a:cubicBezTo>
                    <a:pt x="744" y="957"/>
                    <a:pt x="392" y="1816"/>
                    <a:pt x="50" y="2679"/>
                  </a:cubicBezTo>
                  <a:cubicBezTo>
                    <a:pt x="0" y="2802"/>
                    <a:pt x="126" y="2930"/>
                    <a:pt x="248" y="2930"/>
                  </a:cubicBezTo>
                  <a:cubicBezTo>
                    <a:pt x="281" y="2930"/>
                    <a:pt x="312" y="2921"/>
                    <a:pt x="341" y="2901"/>
                  </a:cubicBezTo>
                  <a:cubicBezTo>
                    <a:pt x="401" y="2858"/>
                    <a:pt x="462" y="2814"/>
                    <a:pt x="523" y="2769"/>
                  </a:cubicBezTo>
                  <a:cubicBezTo>
                    <a:pt x="636" y="2688"/>
                    <a:pt x="626" y="2546"/>
                    <a:pt x="559" y="2462"/>
                  </a:cubicBezTo>
                  <a:lnTo>
                    <a:pt x="559" y="2462"/>
                  </a:lnTo>
                  <a:cubicBezTo>
                    <a:pt x="848" y="1739"/>
                    <a:pt x="1144" y="1020"/>
                    <a:pt x="1447" y="303"/>
                  </a:cubicBezTo>
                  <a:cubicBezTo>
                    <a:pt x="1514" y="145"/>
                    <a:pt x="1375" y="1"/>
                    <a:pt x="124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6"/>
            <p:cNvSpPr/>
            <p:nvPr/>
          </p:nvSpPr>
          <p:spPr>
            <a:xfrm>
              <a:off x="8506100" y="1583350"/>
              <a:ext cx="31400" cy="74150"/>
            </a:xfrm>
            <a:custGeom>
              <a:rect b="b" l="l" r="r" t="t"/>
              <a:pathLst>
                <a:path extrusionOk="0" h="2966" w="1256">
                  <a:moveTo>
                    <a:pt x="241" y="1"/>
                  </a:moveTo>
                  <a:cubicBezTo>
                    <a:pt x="122" y="1"/>
                    <a:pt x="1" y="97"/>
                    <a:pt x="46" y="244"/>
                  </a:cubicBezTo>
                  <a:cubicBezTo>
                    <a:pt x="308" y="1104"/>
                    <a:pt x="570" y="1965"/>
                    <a:pt x="832" y="2828"/>
                  </a:cubicBezTo>
                  <a:cubicBezTo>
                    <a:pt x="861" y="2924"/>
                    <a:pt x="938" y="2965"/>
                    <a:pt x="1017" y="2965"/>
                  </a:cubicBezTo>
                  <a:cubicBezTo>
                    <a:pt x="1136" y="2965"/>
                    <a:pt x="1256" y="2870"/>
                    <a:pt x="1211" y="2722"/>
                  </a:cubicBezTo>
                  <a:cubicBezTo>
                    <a:pt x="951" y="1862"/>
                    <a:pt x="687" y="1001"/>
                    <a:pt x="425" y="138"/>
                  </a:cubicBezTo>
                  <a:cubicBezTo>
                    <a:pt x="396" y="42"/>
                    <a:pt x="319" y="1"/>
                    <a:pt x="24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6"/>
            <p:cNvSpPr/>
            <p:nvPr/>
          </p:nvSpPr>
          <p:spPr>
            <a:xfrm>
              <a:off x="8497500" y="1618550"/>
              <a:ext cx="36050" cy="12100"/>
            </a:xfrm>
            <a:custGeom>
              <a:rect b="b" l="l" r="r" t="t"/>
              <a:pathLst>
                <a:path extrusionOk="0" h="484" w="1442">
                  <a:moveTo>
                    <a:pt x="916" y="1"/>
                  </a:moveTo>
                  <a:cubicBezTo>
                    <a:pt x="683" y="1"/>
                    <a:pt x="451" y="33"/>
                    <a:pt x="224" y="96"/>
                  </a:cubicBezTo>
                  <a:cubicBezTo>
                    <a:pt x="0" y="156"/>
                    <a:pt x="70" y="483"/>
                    <a:pt x="273" y="483"/>
                  </a:cubicBezTo>
                  <a:cubicBezTo>
                    <a:pt x="291" y="483"/>
                    <a:pt x="310" y="481"/>
                    <a:pt x="330" y="475"/>
                  </a:cubicBezTo>
                  <a:cubicBezTo>
                    <a:pt x="527" y="420"/>
                    <a:pt x="724" y="394"/>
                    <a:pt x="924" y="394"/>
                  </a:cubicBezTo>
                  <a:cubicBezTo>
                    <a:pt x="1012" y="394"/>
                    <a:pt x="1100" y="399"/>
                    <a:pt x="1190" y="409"/>
                  </a:cubicBezTo>
                  <a:cubicBezTo>
                    <a:pt x="1199" y="410"/>
                    <a:pt x="1207" y="411"/>
                    <a:pt x="1215" y="411"/>
                  </a:cubicBezTo>
                  <a:cubicBezTo>
                    <a:pt x="1442" y="411"/>
                    <a:pt x="1430" y="40"/>
                    <a:pt x="1190" y="16"/>
                  </a:cubicBezTo>
                  <a:cubicBezTo>
                    <a:pt x="1099" y="6"/>
                    <a:pt x="1007" y="1"/>
                    <a:pt x="9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6"/>
            <p:cNvSpPr/>
            <p:nvPr/>
          </p:nvSpPr>
          <p:spPr>
            <a:xfrm>
              <a:off x="7880400" y="1736750"/>
              <a:ext cx="669775" cy="15250"/>
            </a:xfrm>
            <a:custGeom>
              <a:rect b="b" l="l" r="r" t="t"/>
              <a:pathLst>
                <a:path extrusionOk="0" h="610" w="26791">
                  <a:moveTo>
                    <a:pt x="2064" y="1"/>
                  </a:moveTo>
                  <a:cubicBezTo>
                    <a:pt x="1461" y="1"/>
                    <a:pt x="857" y="1"/>
                    <a:pt x="254" y="2"/>
                  </a:cubicBezTo>
                  <a:cubicBezTo>
                    <a:pt x="3" y="2"/>
                    <a:pt x="1" y="395"/>
                    <a:pt x="255" y="395"/>
                  </a:cubicBezTo>
                  <a:cubicBezTo>
                    <a:pt x="1914" y="393"/>
                    <a:pt x="3572" y="391"/>
                    <a:pt x="5230" y="391"/>
                  </a:cubicBezTo>
                  <a:cubicBezTo>
                    <a:pt x="10900" y="391"/>
                    <a:pt x="16570" y="412"/>
                    <a:pt x="22238" y="493"/>
                  </a:cubicBezTo>
                  <a:cubicBezTo>
                    <a:pt x="23670" y="513"/>
                    <a:pt x="25110" y="507"/>
                    <a:pt x="26538" y="609"/>
                  </a:cubicBezTo>
                  <a:cubicBezTo>
                    <a:pt x="26544" y="609"/>
                    <a:pt x="26550" y="609"/>
                    <a:pt x="26555" y="609"/>
                  </a:cubicBezTo>
                  <a:cubicBezTo>
                    <a:pt x="26790" y="609"/>
                    <a:pt x="26784" y="233"/>
                    <a:pt x="26538" y="215"/>
                  </a:cubicBezTo>
                  <a:cubicBezTo>
                    <a:pt x="24430" y="65"/>
                    <a:pt x="22305" y="47"/>
                    <a:pt x="20183" y="47"/>
                  </a:cubicBezTo>
                  <a:cubicBezTo>
                    <a:pt x="19535" y="47"/>
                    <a:pt x="18888" y="49"/>
                    <a:pt x="18241" y="49"/>
                  </a:cubicBezTo>
                  <a:cubicBezTo>
                    <a:pt x="17758" y="49"/>
                    <a:pt x="17276" y="48"/>
                    <a:pt x="16794" y="45"/>
                  </a:cubicBezTo>
                  <a:cubicBezTo>
                    <a:pt x="12488" y="16"/>
                    <a:pt x="8180" y="6"/>
                    <a:pt x="3873" y="2"/>
                  </a:cubicBezTo>
                  <a:cubicBezTo>
                    <a:pt x="3270" y="1"/>
                    <a:pt x="2667" y="1"/>
                    <a:pt x="206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6"/>
            <p:cNvSpPr/>
            <p:nvPr/>
          </p:nvSpPr>
          <p:spPr>
            <a:xfrm>
              <a:off x="8094900" y="1790850"/>
              <a:ext cx="49925" cy="72975"/>
            </a:xfrm>
            <a:custGeom>
              <a:rect b="b" l="l" r="r" t="t"/>
              <a:pathLst>
                <a:path extrusionOk="0" h="2919" w="1997">
                  <a:moveTo>
                    <a:pt x="916" y="1"/>
                  </a:moveTo>
                  <a:cubicBezTo>
                    <a:pt x="654" y="1"/>
                    <a:pt x="392" y="56"/>
                    <a:pt x="209" y="132"/>
                  </a:cubicBezTo>
                  <a:cubicBezTo>
                    <a:pt x="0" y="220"/>
                    <a:pt x="56" y="530"/>
                    <a:pt x="237" y="530"/>
                  </a:cubicBezTo>
                  <a:cubicBezTo>
                    <a:pt x="259" y="530"/>
                    <a:pt x="284" y="525"/>
                    <a:pt x="310" y="515"/>
                  </a:cubicBezTo>
                  <a:cubicBezTo>
                    <a:pt x="485" y="443"/>
                    <a:pt x="637" y="392"/>
                    <a:pt x="828" y="392"/>
                  </a:cubicBezTo>
                  <a:cubicBezTo>
                    <a:pt x="841" y="392"/>
                    <a:pt x="853" y="392"/>
                    <a:pt x="866" y="393"/>
                  </a:cubicBezTo>
                  <a:lnTo>
                    <a:pt x="1123" y="432"/>
                  </a:lnTo>
                  <a:cubicBezTo>
                    <a:pt x="1127" y="432"/>
                    <a:pt x="1131" y="431"/>
                    <a:pt x="1135" y="431"/>
                  </a:cubicBezTo>
                  <a:cubicBezTo>
                    <a:pt x="1353" y="431"/>
                    <a:pt x="1418" y="510"/>
                    <a:pt x="1331" y="668"/>
                  </a:cubicBezTo>
                  <a:cubicBezTo>
                    <a:pt x="1288" y="943"/>
                    <a:pt x="947" y="1169"/>
                    <a:pt x="743" y="1329"/>
                  </a:cubicBezTo>
                  <a:cubicBezTo>
                    <a:pt x="590" y="1448"/>
                    <a:pt x="736" y="1648"/>
                    <a:pt x="882" y="1666"/>
                  </a:cubicBezTo>
                  <a:cubicBezTo>
                    <a:pt x="895" y="1665"/>
                    <a:pt x="907" y="1664"/>
                    <a:pt x="920" y="1664"/>
                  </a:cubicBezTo>
                  <a:cubicBezTo>
                    <a:pt x="1185" y="1664"/>
                    <a:pt x="1351" y="1824"/>
                    <a:pt x="1418" y="2145"/>
                  </a:cubicBezTo>
                  <a:cubicBezTo>
                    <a:pt x="1327" y="2237"/>
                    <a:pt x="1224" y="2311"/>
                    <a:pt x="1109" y="2368"/>
                  </a:cubicBezTo>
                  <a:cubicBezTo>
                    <a:pt x="888" y="2485"/>
                    <a:pt x="660" y="2526"/>
                    <a:pt x="419" y="2526"/>
                  </a:cubicBezTo>
                  <a:cubicBezTo>
                    <a:pt x="380" y="2526"/>
                    <a:pt x="340" y="2525"/>
                    <a:pt x="300" y="2523"/>
                  </a:cubicBezTo>
                  <a:cubicBezTo>
                    <a:pt x="296" y="2523"/>
                    <a:pt x="292" y="2523"/>
                    <a:pt x="288" y="2523"/>
                  </a:cubicBezTo>
                  <a:cubicBezTo>
                    <a:pt x="46" y="2523"/>
                    <a:pt x="52" y="2904"/>
                    <a:pt x="300" y="2917"/>
                  </a:cubicBezTo>
                  <a:cubicBezTo>
                    <a:pt x="330" y="2918"/>
                    <a:pt x="360" y="2919"/>
                    <a:pt x="392" y="2919"/>
                  </a:cubicBezTo>
                  <a:cubicBezTo>
                    <a:pt x="914" y="2919"/>
                    <a:pt x="1657" y="2723"/>
                    <a:pt x="1844" y="2187"/>
                  </a:cubicBezTo>
                  <a:cubicBezTo>
                    <a:pt x="1996" y="1743"/>
                    <a:pt x="1681" y="1494"/>
                    <a:pt x="1318" y="1368"/>
                  </a:cubicBezTo>
                  <a:lnTo>
                    <a:pt x="1318" y="1368"/>
                  </a:lnTo>
                  <a:cubicBezTo>
                    <a:pt x="1629" y="1096"/>
                    <a:pt x="1969" y="712"/>
                    <a:pt x="1768" y="371"/>
                  </a:cubicBezTo>
                  <a:cubicBezTo>
                    <a:pt x="1605" y="97"/>
                    <a:pt x="1261" y="1"/>
                    <a:pt x="9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6"/>
            <p:cNvSpPr/>
            <p:nvPr/>
          </p:nvSpPr>
          <p:spPr>
            <a:xfrm>
              <a:off x="8179400" y="1792100"/>
              <a:ext cx="13300" cy="63275"/>
            </a:xfrm>
            <a:custGeom>
              <a:rect b="b" l="l" r="r" t="t"/>
              <a:pathLst>
                <a:path extrusionOk="0" h="2531" w="532">
                  <a:moveTo>
                    <a:pt x="255" y="1"/>
                  </a:moveTo>
                  <a:cubicBezTo>
                    <a:pt x="157" y="1"/>
                    <a:pt x="55" y="64"/>
                    <a:pt x="47" y="190"/>
                  </a:cubicBezTo>
                  <a:cubicBezTo>
                    <a:pt x="1" y="911"/>
                    <a:pt x="27" y="1628"/>
                    <a:pt x="121" y="2344"/>
                  </a:cubicBezTo>
                  <a:cubicBezTo>
                    <a:pt x="138" y="2468"/>
                    <a:pt x="246" y="2530"/>
                    <a:pt x="345" y="2530"/>
                  </a:cubicBezTo>
                  <a:cubicBezTo>
                    <a:pt x="443" y="2530"/>
                    <a:pt x="532" y="2469"/>
                    <a:pt x="515" y="2344"/>
                  </a:cubicBezTo>
                  <a:cubicBezTo>
                    <a:pt x="420" y="1626"/>
                    <a:pt x="395" y="910"/>
                    <a:pt x="440" y="190"/>
                  </a:cubicBezTo>
                  <a:cubicBezTo>
                    <a:pt x="448" y="64"/>
                    <a:pt x="354" y="1"/>
                    <a:pt x="25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6"/>
            <p:cNvSpPr/>
            <p:nvPr/>
          </p:nvSpPr>
          <p:spPr>
            <a:xfrm>
              <a:off x="8178950" y="1789825"/>
              <a:ext cx="51300" cy="73075"/>
            </a:xfrm>
            <a:custGeom>
              <a:rect b="b" l="l" r="r" t="t"/>
              <a:pathLst>
                <a:path extrusionOk="0" h="2923" w="2052">
                  <a:moveTo>
                    <a:pt x="406" y="1"/>
                  </a:moveTo>
                  <a:cubicBezTo>
                    <a:pt x="353" y="1"/>
                    <a:pt x="302" y="2"/>
                    <a:pt x="252" y="4"/>
                  </a:cubicBezTo>
                  <a:cubicBezTo>
                    <a:pt x="5" y="19"/>
                    <a:pt x="0" y="399"/>
                    <a:pt x="239" y="399"/>
                  </a:cubicBezTo>
                  <a:cubicBezTo>
                    <a:pt x="243" y="399"/>
                    <a:pt x="248" y="398"/>
                    <a:pt x="252" y="398"/>
                  </a:cubicBezTo>
                  <a:cubicBezTo>
                    <a:pt x="283" y="397"/>
                    <a:pt x="327" y="395"/>
                    <a:pt x="378" y="395"/>
                  </a:cubicBezTo>
                  <a:cubicBezTo>
                    <a:pt x="743" y="395"/>
                    <a:pt x="1510" y="461"/>
                    <a:pt x="1096" y="1024"/>
                  </a:cubicBezTo>
                  <a:cubicBezTo>
                    <a:pt x="970" y="1196"/>
                    <a:pt x="678" y="1279"/>
                    <a:pt x="490" y="1340"/>
                  </a:cubicBezTo>
                  <a:cubicBezTo>
                    <a:pt x="344" y="1389"/>
                    <a:pt x="280" y="1622"/>
                    <a:pt x="444" y="1699"/>
                  </a:cubicBezTo>
                  <a:cubicBezTo>
                    <a:pt x="563" y="1755"/>
                    <a:pt x="656" y="1792"/>
                    <a:pt x="791" y="1807"/>
                  </a:cubicBezTo>
                  <a:cubicBezTo>
                    <a:pt x="802" y="1808"/>
                    <a:pt x="813" y="1809"/>
                    <a:pt x="826" y="1809"/>
                  </a:cubicBezTo>
                  <a:cubicBezTo>
                    <a:pt x="921" y="1809"/>
                    <a:pt x="1052" y="1776"/>
                    <a:pt x="1156" y="1776"/>
                  </a:cubicBezTo>
                  <a:cubicBezTo>
                    <a:pt x="1194" y="1776"/>
                    <a:pt x="1229" y="1780"/>
                    <a:pt x="1257" y="1792"/>
                  </a:cubicBezTo>
                  <a:cubicBezTo>
                    <a:pt x="1794" y="2026"/>
                    <a:pt x="1233" y="2372"/>
                    <a:pt x="1002" y="2457"/>
                  </a:cubicBezTo>
                  <a:cubicBezTo>
                    <a:pt x="850" y="2512"/>
                    <a:pt x="698" y="2532"/>
                    <a:pt x="542" y="2532"/>
                  </a:cubicBezTo>
                  <a:cubicBezTo>
                    <a:pt x="467" y="2532"/>
                    <a:pt x="392" y="2528"/>
                    <a:pt x="315" y="2520"/>
                  </a:cubicBezTo>
                  <a:cubicBezTo>
                    <a:pt x="307" y="2519"/>
                    <a:pt x="299" y="2518"/>
                    <a:pt x="291" y="2518"/>
                  </a:cubicBezTo>
                  <a:cubicBezTo>
                    <a:pt x="62" y="2518"/>
                    <a:pt x="73" y="2887"/>
                    <a:pt x="315" y="2913"/>
                  </a:cubicBezTo>
                  <a:cubicBezTo>
                    <a:pt x="370" y="2919"/>
                    <a:pt x="428" y="2922"/>
                    <a:pt x="489" y="2922"/>
                  </a:cubicBezTo>
                  <a:cubicBezTo>
                    <a:pt x="1059" y="2922"/>
                    <a:pt x="1866" y="2663"/>
                    <a:pt x="1964" y="2044"/>
                  </a:cubicBezTo>
                  <a:cubicBezTo>
                    <a:pt x="2052" y="1503"/>
                    <a:pt x="1623" y="1456"/>
                    <a:pt x="1207" y="1437"/>
                  </a:cubicBezTo>
                  <a:lnTo>
                    <a:pt x="1207" y="1437"/>
                  </a:lnTo>
                  <a:cubicBezTo>
                    <a:pt x="1445" y="1274"/>
                    <a:pt x="1621" y="1050"/>
                    <a:pt x="1597" y="737"/>
                  </a:cubicBezTo>
                  <a:cubicBezTo>
                    <a:pt x="1547" y="131"/>
                    <a:pt x="912" y="1"/>
                    <a:pt x="40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6"/>
            <p:cNvSpPr/>
            <p:nvPr/>
          </p:nvSpPr>
          <p:spPr>
            <a:xfrm>
              <a:off x="8236200" y="1787650"/>
              <a:ext cx="61925" cy="71600"/>
            </a:xfrm>
            <a:custGeom>
              <a:rect b="b" l="l" r="r" t="t"/>
              <a:pathLst>
                <a:path extrusionOk="0" h="2864" w="2477">
                  <a:moveTo>
                    <a:pt x="1627" y="0"/>
                  </a:moveTo>
                  <a:cubicBezTo>
                    <a:pt x="1560" y="0"/>
                    <a:pt x="1491" y="32"/>
                    <a:pt x="1450" y="93"/>
                  </a:cubicBezTo>
                  <a:cubicBezTo>
                    <a:pt x="927" y="869"/>
                    <a:pt x="468" y="1680"/>
                    <a:pt x="74" y="2529"/>
                  </a:cubicBezTo>
                  <a:cubicBezTo>
                    <a:pt x="0" y="2686"/>
                    <a:pt x="137" y="2830"/>
                    <a:pt x="265" y="2830"/>
                  </a:cubicBezTo>
                  <a:cubicBezTo>
                    <a:pt x="323" y="2830"/>
                    <a:pt x="380" y="2800"/>
                    <a:pt x="413" y="2728"/>
                  </a:cubicBezTo>
                  <a:cubicBezTo>
                    <a:pt x="745" y="2018"/>
                    <a:pt x="1120" y="1335"/>
                    <a:pt x="1539" y="676"/>
                  </a:cubicBezTo>
                  <a:lnTo>
                    <a:pt x="1539" y="676"/>
                  </a:lnTo>
                  <a:cubicBezTo>
                    <a:pt x="1713" y="1358"/>
                    <a:pt x="1887" y="2040"/>
                    <a:pt x="2059" y="2724"/>
                  </a:cubicBezTo>
                  <a:cubicBezTo>
                    <a:pt x="2084" y="2822"/>
                    <a:pt x="2160" y="2864"/>
                    <a:pt x="2237" y="2864"/>
                  </a:cubicBezTo>
                  <a:cubicBezTo>
                    <a:pt x="2354" y="2864"/>
                    <a:pt x="2477" y="2767"/>
                    <a:pt x="2439" y="2618"/>
                  </a:cubicBezTo>
                  <a:cubicBezTo>
                    <a:pt x="2230" y="1792"/>
                    <a:pt x="2019" y="966"/>
                    <a:pt x="1809" y="140"/>
                  </a:cubicBezTo>
                  <a:cubicBezTo>
                    <a:pt x="1785" y="46"/>
                    <a:pt x="1707" y="0"/>
                    <a:pt x="16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6"/>
            <p:cNvSpPr/>
            <p:nvPr/>
          </p:nvSpPr>
          <p:spPr>
            <a:xfrm>
              <a:off x="8251450" y="1825075"/>
              <a:ext cx="47975" cy="9850"/>
            </a:xfrm>
            <a:custGeom>
              <a:rect b="b" l="l" r="r" t="t"/>
              <a:pathLst>
                <a:path extrusionOk="0" h="394" w="1919">
                  <a:moveTo>
                    <a:pt x="254" y="0"/>
                  </a:moveTo>
                  <a:cubicBezTo>
                    <a:pt x="2" y="0"/>
                    <a:pt x="1" y="394"/>
                    <a:pt x="254" y="394"/>
                  </a:cubicBezTo>
                  <a:lnTo>
                    <a:pt x="1664" y="394"/>
                  </a:lnTo>
                  <a:cubicBezTo>
                    <a:pt x="1919" y="394"/>
                    <a:pt x="1919" y="0"/>
                    <a:pt x="166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6"/>
            <p:cNvSpPr/>
            <p:nvPr/>
          </p:nvSpPr>
          <p:spPr>
            <a:xfrm>
              <a:off x="7741500" y="2008575"/>
              <a:ext cx="48025" cy="11650"/>
            </a:xfrm>
            <a:custGeom>
              <a:rect b="b" l="l" r="r" t="t"/>
              <a:pathLst>
                <a:path extrusionOk="0" h="466" w="1921">
                  <a:moveTo>
                    <a:pt x="242" y="1"/>
                  </a:moveTo>
                  <a:cubicBezTo>
                    <a:pt x="1" y="1"/>
                    <a:pt x="4" y="384"/>
                    <a:pt x="253" y="395"/>
                  </a:cubicBezTo>
                  <a:cubicBezTo>
                    <a:pt x="724" y="419"/>
                    <a:pt x="1196" y="442"/>
                    <a:pt x="1667" y="465"/>
                  </a:cubicBezTo>
                  <a:cubicBezTo>
                    <a:pt x="1671" y="465"/>
                    <a:pt x="1675" y="465"/>
                    <a:pt x="1679" y="465"/>
                  </a:cubicBezTo>
                  <a:cubicBezTo>
                    <a:pt x="1920" y="465"/>
                    <a:pt x="1915" y="84"/>
                    <a:pt x="1667" y="71"/>
                  </a:cubicBezTo>
                  <a:cubicBezTo>
                    <a:pt x="1196" y="48"/>
                    <a:pt x="724" y="24"/>
                    <a:pt x="253" y="1"/>
                  </a:cubicBezTo>
                  <a:cubicBezTo>
                    <a:pt x="249" y="1"/>
                    <a:pt x="246" y="1"/>
                    <a:pt x="24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6"/>
            <p:cNvSpPr/>
            <p:nvPr/>
          </p:nvSpPr>
          <p:spPr>
            <a:xfrm>
              <a:off x="7738675" y="2027675"/>
              <a:ext cx="57050" cy="15850"/>
            </a:xfrm>
            <a:custGeom>
              <a:rect b="b" l="l" r="r" t="t"/>
              <a:pathLst>
                <a:path extrusionOk="0" h="634" w="2282">
                  <a:moveTo>
                    <a:pt x="2032" y="0"/>
                  </a:moveTo>
                  <a:cubicBezTo>
                    <a:pt x="2030" y="0"/>
                    <a:pt x="2028" y="0"/>
                    <a:pt x="2026" y="0"/>
                  </a:cubicBezTo>
                  <a:cubicBezTo>
                    <a:pt x="1416" y="13"/>
                    <a:pt x="817" y="95"/>
                    <a:pt x="225" y="246"/>
                  </a:cubicBezTo>
                  <a:cubicBezTo>
                    <a:pt x="1" y="304"/>
                    <a:pt x="71" y="633"/>
                    <a:pt x="276" y="633"/>
                  </a:cubicBezTo>
                  <a:cubicBezTo>
                    <a:pt x="293" y="633"/>
                    <a:pt x="311" y="631"/>
                    <a:pt x="330" y="626"/>
                  </a:cubicBezTo>
                  <a:cubicBezTo>
                    <a:pt x="888" y="483"/>
                    <a:pt x="1451" y="407"/>
                    <a:pt x="2026" y="394"/>
                  </a:cubicBezTo>
                  <a:cubicBezTo>
                    <a:pt x="2278" y="388"/>
                    <a:pt x="2281" y="0"/>
                    <a:pt x="203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6"/>
            <p:cNvSpPr/>
            <p:nvPr/>
          </p:nvSpPr>
          <p:spPr>
            <a:xfrm>
              <a:off x="7903275" y="1943350"/>
              <a:ext cx="60100" cy="71575"/>
            </a:xfrm>
            <a:custGeom>
              <a:rect b="b" l="l" r="r" t="t"/>
              <a:pathLst>
                <a:path extrusionOk="0" h="2863" w="2404">
                  <a:moveTo>
                    <a:pt x="1379" y="0"/>
                  </a:moveTo>
                  <a:cubicBezTo>
                    <a:pt x="629" y="0"/>
                    <a:pt x="0" y="989"/>
                    <a:pt x="50" y="1690"/>
                  </a:cubicBezTo>
                  <a:cubicBezTo>
                    <a:pt x="122" y="2671"/>
                    <a:pt x="1158" y="2862"/>
                    <a:pt x="1970" y="2862"/>
                  </a:cubicBezTo>
                  <a:cubicBezTo>
                    <a:pt x="2031" y="2862"/>
                    <a:pt x="2091" y="2861"/>
                    <a:pt x="2149" y="2859"/>
                  </a:cubicBezTo>
                  <a:cubicBezTo>
                    <a:pt x="2400" y="2852"/>
                    <a:pt x="2404" y="2465"/>
                    <a:pt x="2156" y="2465"/>
                  </a:cubicBezTo>
                  <a:cubicBezTo>
                    <a:pt x="2154" y="2465"/>
                    <a:pt x="2151" y="2465"/>
                    <a:pt x="2149" y="2466"/>
                  </a:cubicBezTo>
                  <a:cubicBezTo>
                    <a:pt x="2051" y="2468"/>
                    <a:pt x="1946" y="2471"/>
                    <a:pt x="1838" y="2471"/>
                  </a:cubicBezTo>
                  <a:cubicBezTo>
                    <a:pt x="1400" y="2471"/>
                    <a:pt x="910" y="2420"/>
                    <a:pt x="623" y="2092"/>
                  </a:cubicBezTo>
                  <a:cubicBezTo>
                    <a:pt x="358" y="1787"/>
                    <a:pt x="417" y="1372"/>
                    <a:pt x="594" y="1038"/>
                  </a:cubicBezTo>
                  <a:cubicBezTo>
                    <a:pt x="730" y="782"/>
                    <a:pt x="1040" y="388"/>
                    <a:pt x="1379" y="388"/>
                  </a:cubicBezTo>
                  <a:cubicBezTo>
                    <a:pt x="1443" y="388"/>
                    <a:pt x="1508" y="402"/>
                    <a:pt x="1574" y="434"/>
                  </a:cubicBezTo>
                  <a:cubicBezTo>
                    <a:pt x="1605" y="450"/>
                    <a:pt x="1636" y="457"/>
                    <a:pt x="1666" y="457"/>
                  </a:cubicBezTo>
                  <a:cubicBezTo>
                    <a:pt x="1850" y="457"/>
                    <a:pt x="1971" y="192"/>
                    <a:pt x="1774" y="95"/>
                  </a:cubicBezTo>
                  <a:cubicBezTo>
                    <a:pt x="1641" y="30"/>
                    <a:pt x="1508" y="0"/>
                    <a:pt x="137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6"/>
            <p:cNvSpPr/>
            <p:nvPr/>
          </p:nvSpPr>
          <p:spPr>
            <a:xfrm>
              <a:off x="7976000" y="1925425"/>
              <a:ext cx="35900" cy="46900"/>
            </a:xfrm>
            <a:custGeom>
              <a:rect b="b" l="l" r="r" t="t"/>
              <a:pathLst>
                <a:path extrusionOk="0" h="1876" w="1436">
                  <a:moveTo>
                    <a:pt x="608" y="1"/>
                  </a:moveTo>
                  <a:cubicBezTo>
                    <a:pt x="449" y="1"/>
                    <a:pt x="287" y="56"/>
                    <a:pt x="159" y="158"/>
                  </a:cubicBezTo>
                  <a:cubicBezTo>
                    <a:pt x="0" y="284"/>
                    <a:pt x="143" y="484"/>
                    <a:pt x="307" y="484"/>
                  </a:cubicBezTo>
                  <a:cubicBezTo>
                    <a:pt x="349" y="484"/>
                    <a:pt x="393" y="470"/>
                    <a:pt x="434" y="438"/>
                  </a:cubicBezTo>
                  <a:cubicBezTo>
                    <a:pt x="482" y="400"/>
                    <a:pt x="531" y="383"/>
                    <a:pt x="576" y="383"/>
                  </a:cubicBezTo>
                  <a:cubicBezTo>
                    <a:pt x="772" y="383"/>
                    <a:pt x="903" y="690"/>
                    <a:pt x="665" y="790"/>
                  </a:cubicBezTo>
                  <a:lnTo>
                    <a:pt x="665" y="790"/>
                  </a:lnTo>
                  <a:cubicBezTo>
                    <a:pt x="657" y="793"/>
                    <a:pt x="650" y="795"/>
                    <a:pt x="643" y="798"/>
                  </a:cubicBezTo>
                  <a:cubicBezTo>
                    <a:pt x="429" y="873"/>
                    <a:pt x="490" y="1188"/>
                    <a:pt x="683" y="1188"/>
                  </a:cubicBezTo>
                  <a:cubicBezTo>
                    <a:pt x="703" y="1188"/>
                    <a:pt x="724" y="1185"/>
                    <a:pt x="747" y="1178"/>
                  </a:cubicBezTo>
                  <a:lnTo>
                    <a:pt x="747" y="1178"/>
                  </a:lnTo>
                  <a:cubicBezTo>
                    <a:pt x="747" y="1178"/>
                    <a:pt x="747" y="1178"/>
                    <a:pt x="747" y="1178"/>
                  </a:cubicBezTo>
                  <a:cubicBezTo>
                    <a:pt x="766" y="1172"/>
                    <a:pt x="785" y="1169"/>
                    <a:pt x="804" y="1169"/>
                  </a:cubicBezTo>
                  <a:cubicBezTo>
                    <a:pt x="929" y="1169"/>
                    <a:pt x="1054" y="1301"/>
                    <a:pt x="955" y="1420"/>
                  </a:cubicBezTo>
                  <a:cubicBezTo>
                    <a:pt x="916" y="1467"/>
                    <a:pt x="859" y="1486"/>
                    <a:pt x="801" y="1486"/>
                  </a:cubicBezTo>
                  <a:cubicBezTo>
                    <a:pt x="741" y="1486"/>
                    <a:pt x="680" y="1466"/>
                    <a:pt x="633" y="1436"/>
                  </a:cubicBezTo>
                  <a:cubicBezTo>
                    <a:pt x="598" y="1414"/>
                    <a:pt x="564" y="1404"/>
                    <a:pt x="531" y="1404"/>
                  </a:cubicBezTo>
                  <a:cubicBezTo>
                    <a:pt x="366" y="1404"/>
                    <a:pt x="255" y="1660"/>
                    <a:pt x="434" y="1775"/>
                  </a:cubicBezTo>
                  <a:cubicBezTo>
                    <a:pt x="538" y="1843"/>
                    <a:pt x="660" y="1875"/>
                    <a:pt x="783" y="1875"/>
                  </a:cubicBezTo>
                  <a:cubicBezTo>
                    <a:pt x="1043" y="1875"/>
                    <a:pt x="1302" y="1729"/>
                    <a:pt x="1373" y="1456"/>
                  </a:cubicBezTo>
                  <a:cubicBezTo>
                    <a:pt x="1435" y="1216"/>
                    <a:pt x="1312" y="986"/>
                    <a:pt x="1121" y="862"/>
                  </a:cubicBezTo>
                  <a:lnTo>
                    <a:pt x="1121" y="862"/>
                  </a:lnTo>
                  <a:cubicBezTo>
                    <a:pt x="1215" y="688"/>
                    <a:pt x="1231" y="476"/>
                    <a:pt x="1121" y="287"/>
                  </a:cubicBezTo>
                  <a:cubicBezTo>
                    <a:pt x="1007" y="90"/>
                    <a:pt x="810" y="1"/>
                    <a:pt x="60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6"/>
            <p:cNvSpPr/>
            <p:nvPr/>
          </p:nvSpPr>
          <p:spPr>
            <a:xfrm>
              <a:off x="8097425" y="1939225"/>
              <a:ext cx="9850" cy="59250"/>
            </a:xfrm>
            <a:custGeom>
              <a:rect b="b" l="l" r="r" t="t"/>
              <a:pathLst>
                <a:path extrusionOk="0" h="2370" w="394">
                  <a:moveTo>
                    <a:pt x="197" y="1"/>
                  </a:moveTo>
                  <a:cubicBezTo>
                    <a:pt x="99" y="1"/>
                    <a:pt x="0" y="64"/>
                    <a:pt x="0" y="190"/>
                  </a:cubicBezTo>
                  <a:lnTo>
                    <a:pt x="0" y="2180"/>
                  </a:lnTo>
                  <a:cubicBezTo>
                    <a:pt x="0" y="2306"/>
                    <a:pt x="99" y="2370"/>
                    <a:pt x="197" y="2370"/>
                  </a:cubicBezTo>
                  <a:cubicBezTo>
                    <a:pt x="296" y="2370"/>
                    <a:pt x="394" y="2306"/>
                    <a:pt x="394" y="2180"/>
                  </a:cubicBezTo>
                  <a:lnTo>
                    <a:pt x="394" y="190"/>
                  </a:lnTo>
                  <a:cubicBezTo>
                    <a:pt x="394" y="64"/>
                    <a:pt x="296" y="1"/>
                    <a:pt x="1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6"/>
            <p:cNvSpPr/>
            <p:nvPr/>
          </p:nvSpPr>
          <p:spPr>
            <a:xfrm>
              <a:off x="8081550" y="1963275"/>
              <a:ext cx="54050" cy="13125"/>
            </a:xfrm>
            <a:custGeom>
              <a:rect b="b" l="l" r="r" t="t"/>
              <a:pathLst>
                <a:path extrusionOk="0" h="525" w="2162">
                  <a:moveTo>
                    <a:pt x="1928" y="0"/>
                  </a:moveTo>
                  <a:cubicBezTo>
                    <a:pt x="1922" y="0"/>
                    <a:pt x="1916" y="0"/>
                    <a:pt x="1909" y="1"/>
                  </a:cubicBezTo>
                  <a:cubicBezTo>
                    <a:pt x="1358" y="44"/>
                    <a:pt x="807" y="87"/>
                    <a:pt x="255" y="130"/>
                  </a:cubicBezTo>
                  <a:cubicBezTo>
                    <a:pt x="9" y="149"/>
                    <a:pt x="0" y="524"/>
                    <a:pt x="236" y="524"/>
                  </a:cubicBezTo>
                  <a:cubicBezTo>
                    <a:pt x="242" y="524"/>
                    <a:pt x="248" y="524"/>
                    <a:pt x="255" y="523"/>
                  </a:cubicBezTo>
                  <a:cubicBezTo>
                    <a:pt x="806" y="480"/>
                    <a:pt x="1357" y="437"/>
                    <a:pt x="1909" y="394"/>
                  </a:cubicBezTo>
                  <a:cubicBezTo>
                    <a:pt x="2154" y="375"/>
                    <a:pt x="2161" y="0"/>
                    <a:pt x="192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6"/>
            <p:cNvSpPr/>
            <p:nvPr/>
          </p:nvSpPr>
          <p:spPr>
            <a:xfrm>
              <a:off x="8219100" y="1941100"/>
              <a:ext cx="49225" cy="58925"/>
            </a:xfrm>
            <a:custGeom>
              <a:rect b="b" l="l" r="r" t="t"/>
              <a:pathLst>
                <a:path extrusionOk="0" h="2357" w="1969">
                  <a:moveTo>
                    <a:pt x="1717" y="0"/>
                  </a:moveTo>
                  <a:cubicBezTo>
                    <a:pt x="1716" y="0"/>
                    <a:pt x="1716" y="0"/>
                    <a:pt x="1716" y="0"/>
                  </a:cubicBezTo>
                  <a:cubicBezTo>
                    <a:pt x="1223" y="2"/>
                    <a:pt x="731" y="5"/>
                    <a:pt x="237" y="6"/>
                  </a:cubicBezTo>
                  <a:cubicBezTo>
                    <a:pt x="122" y="6"/>
                    <a:pt x="51" y="98"/>
                    <a:pt x="41" y="202"/>
                  </a:cubicBezTo>
                  <a:cubicBezTo>
                    <a:pt x="1" y="557"/>
                    <a:pt x="19" y="896"/>
                    <a:pt x="85" y="1247"/>
                  </a:cubicBezTo>
                  <a:cubicBezTo>
                    <a:pt x="102" y="1341"/>
                    <a:pt x="190" y="1389"/>
                    <a:pt x="276" y="1389"/>
                  </a:cubicBezTo>
                  <a:cubicBezTo>
                    <a:pt x="311" y="1389"/>
                    <a:pt x="345" y="1381"/>
                    <a:pt x="374" y="1366"/>
                  </a:cubicBezTo>
                  <a:cubicBezTo>
                    <a:pt x="493" y="1303"/>
                    <a:pt x="741" y="1217"/>
                    <a:pt x="956" y="1217"/>
                  </a:cubicBezTo>
                  <a:cubicBezTo>
                    <a:pt x="1155" y="1217"/>
                    <a:pt x="1325" y="1291"/>
                    <a:pt x="1338" y="1525"/>
                  </a:cubicBezTo>
                  <a:cubicBezTo>
                    <a:pt x="1359" y="1933"/>
                    <a:pt x="671" y="1963"/>
                    <a:pt x="365" y="1963"/>
                  </a:cubicBezTo>
                  <a:cubicBezTo>
                    <a:pt x="340" y="1963"/>
                    <a:pt x="318" y="1963"/>
                    <a:pt x="298" y="1963"/>
                  </a:cubicBezTo>
                  <a:cubicBezTo>
                    <a:pt x="298" y="1963"/>
                    <a:pt x="297" y="1963"/>
                    <a:pt x="297" y="1963"/>
                  </a:cubicBezTo>
                  <a:cubicBezTo>
                    <a:pt x="44" y="1963"/>
                    <a:pt x="44" y="2355"/>
                    <a:pt x="298" y="2357"/>
                  </a:cubicBezTo>
                  <a:cubicBezTo>
                    <a:pt x="308" y="2357"/>
                    <a:pt x="317" y="2357"/>
                    <a:pt x="327" y="2357"/>
                  </a:cubicBezTo>
                  <a:cubicBezTo>
                    <a:pt x="880" y="2357"/>
                    <a:pt x="1905" y="2193"/>
                    <a:pt x="1717" y="1422"/>
                  </a:cubicBezTo>
                  <a:cubicBezTo>
                    <a:pt x="1613" y="991"/>
                    <a:pt x="1280" y="834"/>
                    <a:pt x="917" y="834"/>
                  </a:cubicBezTo>
                  <a:cubicBezTo>
                    <a:pt x="756" y="834"/>
                    <a:pt x="588" y="865"/>
                    <a:pt x="432" y="916"/>
                  </a:cubicBezTo>
                  <a:lnTo>
                    <a:pt x="432" y="916"/>
                  </a:lnTo>
                  <a:cubicBezTo>
                    <a:pt x="413" y="744"/>
                    <a:pt x="409" y="574"/>
                    <a:pt x="419" y="401"/>
                  </a:cubicBezTo>
                  <a:lnTo>
                    <a:pt x="419" y="401"/>
                  </a:lnTo>
                  <a:cubicBezTo>
                    <a:pt x="851" y="399"/>
                    <a:pt x="1284" y="398"/>
                    <a:pt x="1717" y="395"/>
                  </a:cubicBezTo>
                  <a:cubicBezTo>
                    <a:pt x="1967" y="393"/>
                    <a:pt x="1969" y="0"/>
                    <a:pt x="171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6"/>
            <p:cNvSpPr/>
            <p:nvPr/>
          </p:nvSpPr>
          <p:spPr>
            <a:xfrm>
              <a:off x="8287950" y="1934700"/>
              <a:ext cx="55000" cy="63900"/>
            </a:xfrm>
            <a:custGeom>
              <a:rect b="b" l="l" r="r" t="t"/>
              <a:pathLst>
                <a:path extrusionOk="0" h="2556" w="2200">
                  <a:moveTo>
                    <a:pt x="1393" y="0"/>
                  </a:moveTo>
                  <a:cubicBezTo>
                    <a:pt x="947" y="0"/>
                    <a:pt x="491" y="606"/>
                    <a:pt x="352" y="1009"/>
                  </a:cubicBezTo>
                  <a:cubicBezTo>
                    <a:pt x="1" y="2031"/>
                    <a:pt x="1169" y="2465"/>
                    <a:pt x="1949" y="2554"/>
                  </a:cubicBezTo>
                  <a:cubicBezTo>
                    <a:pt x="1958" y="2555"/>
                    <a:pt x="1966" y="2555"/>
                    <a:pt x="1975" y="2555"/>
                  </a:cubicBezTo>
                  <a:cubicBezTo>
                    <a:pt x="2199" y="2555"/>
                    <a:pt x="2190" y="2188"/>
                    <a:pt x="1949" y="2160"/>
                  </a:cubicBezTo>
                  <a:cubicBezTo>
                    <a:pt x="1490" y="2109"/>
                    <a:pt x="817" y="1993"/>
                    <a:pt x="701" y="1444"/>
                  </a:cubicBezTo>
                  <a:cubicBezTo>
                    <a:pt x="658" y="1249"/>
                    <a:pt x="1056" y="383"/>
                    <a:pt x="1362" y="383"/>
                  </a:cubicBezTo>
                  <a:cubicBezTo>
                    <a:pt x="1416" y="383"/>
                    <a:pt x="1467" y="410"/>
                    <a:pt x="1513" y="472"/>
                  </a:cubicBezTo>
                  <a:cubicBezTo>
                    <a:pt x="1557" y="532"/>
                    <a:pt x="1617" y="556"/>
                    <a:pt x="1677" y="556"/>
                  </a:cubicBezTo>
                  <a:cubicBezTo>
                    <a:pt x="1821" y="556"/>
                    <a:pt x="1959" y="416"/>
                    <a:pt x="1853" y="272"/>
                  </a:cubicBezTo>
                  <a:cubicBezTo>
                    <a:pt x="1711" y="78"/>
                    <a:pt x="1553" y="0"/>
                    <a:pt x="13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6"/>
            <p:cNvSpPr/>
            <p:nvPr/>
          </p:nvSpPr>
          <p:spPr>
            <a:xfrm>
              <a:off x="8367300" y="1932125"/>
              <a:ext cx="74850" cy="60225"/>
            </a:xfrm>
            <a:custGeom>
              <a:rect b="b" l="l" r="r" t="t"/>
              <a:pathLst>
                <a:path extrusionOk="0" h="2409" w="2994">
                  <a:moveTo>
                    <a:pt x="1969" y="0"/>
                  </a:moveTo>
                  <a:cubicBezTo>
                    <a:pt x="1916" y="0"/>
                    <a:pt x="1862" y="20"/>
                    <a:pt x="1824" y="57"/>
                  </a:cubicBezTo>
                  <a:cubicBezTo>
                    <a:pt x="1186" y="693"/>
                    <a:pt x="612" y="1380"/>
                    <a:pt x="99" y="2121"/>
                  </a:cubicBezTo>
                  <a:cubicBezTo>
                    <a:pt x="0" y="2269"/>
                    <a:pt x="138" y="2409"/>
                    <a:pt x="278" y="2409"/>
                  </a:cubicBezTo>
                  <a:cubicBezTo>
                    <a:pt x="339" y="2409"/>
                    <a:pt x="400" y="2383"/>
                    <a:pt x="443" y="2320"/>
                  </a:cubicBezTo>
                  <a:cubicBezTo>
                    <a:pt x="883" y="1683"/>
                    <a:pt x="1371" y="1091"/>
                    <a:pt x="1907" y="536"/>
                  </a:cubicBezTo>
                  <a:lnTo>
                    <a:pt x="1907" y="536"/>
                  </a:lnTo>
                  <a:cubicBezTo>
                    <a:pt x="2163" y="1099"/>
                    <a:pt x="2382" y="1673"/>
                    <a:pt x="2567" y="2263"/>
                  </a:cubicBezTo>
                  <a:cubicBezTo>
                    <a:pt x="2597" y="2359"/>
                    <a:pt x="2675" y="2401"/>
                    <a:pt x="2753" y="2401"/>
                  </a:cubicBezTo>
                  <a:cubicBezTo>
                    <a:pt x="2872" y="2401"/>
                    <a:pt x="2993" y="2304"/>
                    <a:pt x="2947" y="2157"/>
                  </a:cubicBezTo>
                  <a:cubicBezTo>
                    <a:pt x="2725" y="1452"/>
                    <a:pt x="2454" y="766"/>
                    <a:pt x="2134" y="96"/>
                  </a:cubicBezTo>
                  <a:cubicBezTo>
                    <a:pt x="2103" y="31"/>
                    <a:pt x="2037" y="0"/>
                    <a:pt x="196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6"/>
            <p:cNvSpPr/>
            <p:nvPr/>
          </p:nvSpPr>
          <p:spPr>
            <a:xfrm>
              <a:off x="8390300" y="1958000"/>
              <a:ext cx="50125" cy="14650"/>
            </a:xfrm>
            <a:custGeom>
              <a:rect b="b" l="l" r="r" t="t"/>
              <a:pathLst>
                <a:path extrusionOk="0" h="586" w="2005">
                  <a:moveTo>
                    <a:pt x="1339" y="0"/>
                  </a:moveTo>
                  <a:cubicBezTo>
                    <a:pt x="957" y="0"/>
                    <a:pt x="580" y="65"/>
                    <a:pt x="214" y="195"/>
                  </a:cubicBezTo>
                  <a:cubicBezTo>
                    <a:pt x="1" y="268"/>
                    <a:pt x="63" y="585"/>
                    <a:pt x="254" y="585"/>
                  </a:cubicBezTo>
                  <a:cubicBezTo>
                    <a:pt x="274" y="585"/>
                    <a:pt x="296" y="582"/>
                    <a:pt x="319" y="574"/>
                  </a:cubicBezTo>
                  <a:cubicBezTo>
                    <a:pt x="661" y="454"/>
                    <a:pt x="1005" y="395"/>
                    <a:pt x="1358" y="395"/>
                  </a:cubicBezTo>
                  <a:cubicBezTo>
                    <a:pt x="1489" y="395"/>
                    <a:pt x="1621" y="403"/>
                    <a:pt x="1755" y="419"/>
                  </a:cubicBezTo>
                  <a:cubicBezTo>
                    <a:pt x="1764" y="420"/>
                    <a:pt x="1773" y="421"/>
                    <a:pt x="1781" y="421"/>
                  </a:cubicBezTo>
                  <a:cubicBezTo>
                    <a:pt x="2005" y="421"/>
                    <a:pt x="1995" y="55"/>
                    <a:pt x="1755" y="26"/>
                  </a:cubicBezTo>
                  <a:cubicBezTo>
                    <a:pt x="1616" y="9"/>
                    <a:pt x="1477" y="0"/>
                    <a:pt x="133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6"/>
            <p:cNvSpPr/>
            <p:nvPr/>
          </p:nvSpPr>
          <p:spPr>
            <a:xfrm>
              <a:off x="7892925" y="2053850"/>
              <a:ext cx="645075" cy="13550"/>
            </a:xfrm>
            <a:custGeom>
              <a:rect b="b" l="l" r="r" t="t"/>
              <a:pathLst>
                <a:path extrusionOk="0" h="542" w="25803">
                  <a:moveTo>
                    <a:pt x="246" y="1"/>
                  </a:moveTo>
                  <a:cubicBezTo>
                    <a:pt x="1" y="1"/>
                    <a:pt x="3" y="386"/>
                    <a:pt x="254" y="395"/>
                  </a:cubicBezTo>
                  <a:cubicBezTo>
                    <a:pt x="3565" y="511"/>
                    <a:pt x="6877" y="542"/>
                    <a:pt x="10190" y="542"/>
                  </a:cubicBezTo>
                  <a:cubicBezTo>
                    <a:pt x="13941" y="542"/>
                    <a:pt x="17692" y="502"/>
                    <a:pt x="21443" y="502"/>
                  </a:cubicBezTo>
                  <a:cubicBezTo>
                    <a:pt x="22812" y="502"/>
                    <a:pt x="24180" y="508"/>
                    <a:pt x="25549" y="522"/>
                  </a:cubicBezTo>
                  <a:cubicBezTo>
                    <a:pt x="25551" y="522"/>
                    <a:pt x="25552" y="522"/>
                    <a:pt x="25553" y="522"/>
                  </a:cubicBezTo>
                  <a:cubicBezTo>
                    <a:pt x="25803" y="522"/>
                    <a:pt x="25801" y="130"/>
                    <a:pt x="25549" y="128"/>
                  </a:cubicBezTo>
                  <a:cubicBezTo>
                    <a:pt x="24180" y="114"/>
                    <a:pt x="22812" y="109"/>
                    <a:pt x="21443" y="109"/>
                  </a:cubicBezTo>
                  <a:cubicBezTo>
                    <a:pt x="17692" y="109"/>
                    <a:pt x="13941" y="148"/>
                    <a:pt x="10190" y="148"/>
                  </a:cubicBezTo>
                  <a:cubicBezTo>
                    <a:pt x="6877" y="148"/>
                    <a:pt x="3565" y="117"/>
                    <a:pt x="254" y="1"/>
                  </a:cubicBezTo>
                  <a:cubicBezTo>
                    <a:pt x="251" y="1"/>
                    <a:pt x="249" y="1"/>
                    <a:pt x="2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6"/>
            <p:cNvSpPr/>
            <p:nvPr/>
          </p:nvSpPr>
          <p:spPr>
            <a:xfrm>
              <a:off x="8108400" y="2093325"/>
              <a:ext cx="55800" cy="63375"/>
            </a:xfrm>
            <a:custGeom>
              <a:rect b="b" l="l" r="r" t="t"/>
              <a:pathLst>
                <a:path extrusionOk="0" h="2535" w="2232">
                  <a:moveTo>
                    <a:pt x="701" y="0"/>
                  </a:moveTo>
                  <a:cubicBezTo>
                    <a:pt x="535" y="0"/>
                    <a:pt x="372" y="21"/>
                    <a:pt x="247" y="44"/>
                  </a:cubicBezTo>
                  <a:cubicBezTo>
                    <a:pt x="12" y="87"/>
                    <a:pt x="93" y="427"/>
                    <a:pt x="312" y="427"/>
                  </a:cubicBezTo>
                  <a:cubicBezTo>
                    <a:pt x="325" y="427"/>
                    <a:pt x="339" y="426"/>
                    <a:pt x="353" y="423"/>
                  </a:cubicBezTo>
                  <a:cubicBezTo>
                    <a:pt x="429" y="409"/>
                    <a:pt x="574" y="378"/>
                    <a:pt x="709" y="378"/>
                  </a:cubicBezTo>
                  <a:cubicBezTo>
                    <a:pt x="863" y="378"/>
                    <a:pt x="1005" y="418"/>
                    <a:pt x="1020" y="566"/>
                  </a:cubicBezTo>
                  <a:cubicBezTo>
                    <a:pt x="1034" y="710"/>
                    <a:pt x="774" y="1026"/>
                    <a:pt x="702" y="1149"/>
                  </a:cubicBezTo>
                  <a:cubicBezTo>
                    <a:pt x="492" y="1513"/>
                    <a:pt x="283" y="1875"/>
                    <a:pt x="71" y="2237"/>
                  </a:cubicBezTo>
                  <a:cubicBezTo>
                    <a:pt x="1" y="2361"/>
                    <a:pt x="86" y="2535"/>
                    <a:pt x="233" y="2535"/>
                  </a:cubicBezTo>
                  <a:cubicBezTo>
                    <a:pt x="235" y="2535"/>
                    <a:pt x="238" y="2535"/>
                    <a:pt x="241" y="2535"/>
                  </a:cubicBezTo>
                  <a:cubicBezTo>
                    <a:pt x="699" y="2513"/>
                    <a:pt x="1158" y="2503"/>
                    <a:pt x="1616" y="2503"/>
                  </a:cubicBezTo>
                  <a:cubicBezTo>
                    <a:pt x="1737" y="2503"/>
                    <a:pt x="1857" y="2503"/>
                    <a:pt x="1978" y="2505"/>
                  </a:cubicBezTo>
                  <a:cubicBezTo>
                    <a:pt x="1979" y="2505"/>
                    <a:pt x="1980" y="2505"/>
                    <a:pt x="1981" y="2505"/>
                  </a:cubicBezTo>
                  <a:cubicBezTo>
                    <a:pt x="2231" y="2505"/>
                    <a:pt x="2230" y="2114"/>
                    <a:pt x="1978" y="2111"/>
                  </a:cubicBezTo>
                  <a:cubicBezTo>
                    <a:pt x="1850" y="2109"/>
                    <a:pt x="1722" y="2109"/>
                    <a:pt x="1594" y="2109"/>
                  </a:cubicBezTo>
                  <a:cubicBezTo>
                    <a:pt x="1260" y="2109"/>
                    <a:pt x="926" y="2114"/>
                    <a:pt x="593" y="2126"/>
                  </a:cubicBezTo>
                  <a:lnTo>
                    <a:pt x="593" y="2126"/>
                  </a:lnTo>
                  <a:cubicBezTo>
                    <a:pt x="743" y="1868"/>
                    <a:pt x="893" y="1609"/>
                    <a:pt x="1043" y="1349"/>
                  </a:cubicBezTo>
                  <a:cubicBezTo>
                    <a:pt x="1186" y="1105"/>
                    <a:pt x="1425" y="806"/>
                    <a:pt x="1425" y="505"/>
                  </a:cubicBezTo>
                  <a:cubicBezTo>
                    <a:pt x="1427" y="100"/>
                    <a:pt x="1060" y="0"/>
                    <a:pt x="7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6"/>
            <p:cNvSpPr/>
            <p:nvPr/>
          </p:nvSpPr>
          <p:spPr>
            <a:xfrm>
              <a:off x="8172325" y="2092950"/>
              <a:ext cx="47200" cy="62850"/>
            </a:xfrm>
            <a:custGeom>
              <a:rect b="b" l="l" r="r" t="t"/>
              <a:pathLst>
                <a:path extrusionOk="0" h="2514" w="1888">
                  <a:moveTo>
                    <a:pt x="1427" y="1"/>
                  </a:moveTo>
                  <a:cubicBezTo>
                    <a:pt x="686" y="1"/>
                    <a:pt x="0" y="663"/>
                    <a:pt x="115" y="1433"/>
                  </a:cubicBezTo>
                  <a:cubicBezTo>
                    <a:pt x="211" y="2087"/>
                    <a:pt x="808" y="2513"/>
                    <a:pt x="1432" y="2513"/>
                  </a:cubicBezTo>
                  <a:cubicBezTo>
                    <a:pt x="1505" y="2513"/>
                    <a:pt x="1578" y="2507"/>
                    <a:pt x="1651" y="2495"/>
                  </a:cubicBezTo>
                  <a:cubicBezTo>
                    <a:pt x="1888" y="2457"/>
                    <a:pt x="1804" y="2113"/>
                    <a:pt x="1583" y="2113"/>
                  </a:cubicBezTo>
                  <a:cubicBezTo>
                    <a:pt x="1571" y="2113"/>
                    <a:pt x="1559" y="2114"/>
                    <a:pt x="1547" y="2116"/>
                  </a:cubicBezTo>
                  <a:cubicBezTo>
                    <a:pt x="1503" y="2123"/>
                    <a:pt x="1459" y="2126"/>
                    <a:pt x="1415" y="2126"/>
                  </a:cubicBezTo>
                  <a:cubicBezTo>
                    <a:pt x="974" y="2126"/>
                    <a:pt x="527" y="1784"/>
                    <a:pt x="494" y="1326"/>
                  </a:cubicBezTo>
                  <a:cubicBezTo>
                    <a:pt x="457" y="797"/>
                    <a:pt x="943" y="396"/>
                    <a:pt x="1437" y="396"/>
                  </a:cubicBezTo>
                  <a:cubicBezTo>
                    <a:pt x="1449" y="396"/>
                    <a:pt x="1462" y="396"/>
                    <a:pt x="1475" y="397"/>
                  </a:cubicBezTo>
                  <a:cubicBezTo>
                    <a:pt x="1478" y="397"/>
                    <a:pt x="1480" y="397"/>
                    <a:pt x="1483" y="397"/>
                  </a:cubicBezTo>
                  <a:cubicBezTo>
                    <a:pt x="1728" y="397"/>
                    <a:pt x="1726" y="12"/>
                    <a:pt x="1476" y="2"/>
                  </a:cubicBezTo>
                  <a:cubicBezTo>
                    <a:pt x="1460" y="1"/>
                    <a:pt x="1444" y="1"/>
                    <a:pt x="14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6"/>
            <p:cNvSpPr/>
            <p:nvPr/>
          </p:nvSpPr>
          <p:spPr>
            <a:xfrm>
              <a:off x="8234400" y="2089775"/>
              <a:ext cx="59300" cy="69850"/>
            </a:xfrm>
            <a:custGeom>
              <a:rect b="b" l="l" r="r" t="t"/>
              <a:pathLst>
                <a:path extrusionOk="0" h="2794" w="2372">
                  <a:moveTo>
                    <a:pt x="1631" y="0"/>
                  </a:moveTo>
                  <a:cubicBezTo>
                    <a:pt x="1566" y="0"/>
                    <a:pt x="1499" y="31"/>
                    <a:pt x="1456" y="93"/>
                  </a:cubicBezTo>
                  <a:cubicBezTo>
                    <a:pt x="933" y="823"/>
                    <a:pt x="475" y="1587"/>
                    <a:pt x="77" y="2390"/>
                  </a:cubicBezTo>
                  <a:cubicBezTo>
                    <a:pt x="0" y="2544"/>
                    <a:pt x="137" y="2687"/>
                    <a:pt x="267" y="2687"/>
                  </a:cubicBezTo>
                  <a:cubicBezTo>
                    <a:pt x="325" y="2687"/>
                    <a:pt x="383" y="2658"/>
                    <a:pt x="418" y="2587"/>
                  </a:cubicBezTo>
                  <a:cubicBezTo>
                    <a:pt x="752" y="1910"/>
                    <a:pt x="1130" y="1260"/>
                    <a:pt x="1553" y="636"/>
                  </a:cubicBezTo>
                  <a:lnTo>
                    <a:pt x="1553" y="636"/>
                  </a:lnTo>
                  <a:cubicBezTo>
                    <a:pt x="1737" y="1282"/>
                    <a:pt x="1874" y="1939"/>
                    <a:pt x="1962" y="2607"/>
                  </a:cubicBezTo>
                  <a:cubicBezTo>
                    <a:pt x="1978" y="2731"/>
                    <a:pt x="2085" y="2793"/>
                    <a:pt x="2184" y="2793"/>
                  </a:cubicBezTo>
                  <a:cubicBezTo>
                    <a:pt x="2282" y="2793"/>
                    <a:pt x="2372" y="2732"/>
                    <a:pt x="2356" y="2607"/>
                  </a:cubicBezTo>
                  <a:cubicBezTo>
                    <a:pt x="2246" y="1768"/>
                    <a:pt x="2071" y="946"/>
                    <a:pt x="1815" y="139"/>
                  </a:cubicBezTo>
                  <a:cubicBezTo>
                    <a:pt x="1786" y="46"/>
                    <a:pt x="1710" y="0"/>
                    <a:pt x="163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6"/>
            <p:cNvSpPr/>
            <p:nvPr/>
          </p:nvSpPr>
          <p:spPr>
            <a:xfrm>
              <a:off x="8246425" y="2124900"/>
              <a:ext cx="43675" cy="11875"/>
            </a:xfrm>
            <a:custGeom>
              <a:rect b="b" l="l" r="r" t="t"/>
              <a:pathLst>
                <a:path extrusionOk="0" h="475" w="1747">
                  <a:moveTo>
                    <a:pt x="1491" y="1"/>
                  </a:moveTo>
                  <a:cubicBezTo>
                    <a:pt x="1076" y="3"/>
                    <a:pt x="661" y="28"/>
                    <a:pt x="250" y="79"/>
                  </a:cubicBezTo>
                  <a:cubicBezTo>
                    <a:pt x="11" y="111"/>
                    <a:pt x="0" y="475"/>
                    <a:pt x="221" y="475"/>
                  </a:cubicBezTo>
                  <a:cubicBezTo>
                    <a:pt x="231" y="475"/>
                    <a:pt x="240" y="474"/>
                    <a:pt x="250" y="473"/>
                  </a:cubicBezTo>
                  <a:cubicBezTo>
                    <a:pt x="663" y="421"/>
                    <a:pt x="1076" y="394"/>
                    <a:pt x="1491" y="394"/>
                  </a:cubicBezTo>
                  <a:cubicBezTo>
                    <a:pt x="1746" y="394"/>
                    <a:pt x="1746" y="1"/>
                    <a:pt x="149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6"/>
            <p:cNvSpPr/>
            <p:nvPr/>
          </p:nvSpPr>
          <p:spPr>
            <a:xfrm>
              <a:off x="7994500" y="2297450"/>
              <a:ext cx="48950" cy="13450"/>
            </a:xfrm>
            <a:custGeom>
              <a:rect b="b" l="l" r="r" t="t"/>
              <a:pathLst>
                <a:path extrusionOk="0" h="538" w="1958">
                  <a:moveTo>
                    <a:pt x="1683" y="1"/>
                  </a:moveTo>
                  <a:cubicBezTo>
                    <a:pt x="1665" y="1"/>
                    <a:pt x="1646" y="3"/>
                    <a:pt x="1626" y="9"/>
                  </a:cubicBezTo>
                  <a:cubicBezTo>
                    <a:pt x="1285" y="100"/>
                    <a:pt x="943" y="144"/>
                    <a:pt x="594" y="144"/>
                  </a:cubicBezTo>
                  <a:cubicBezTo>
                    <a:pt x="480" y="144"/>
                    <a:pt x="366" y="139"/>
                    <a:pt x="251" y="130"/>
                  </a:cubicBezTo>
                  <a:cubicBezTo>
                    <a:pt x="244" y="130"/>
                    <a:pt x="238" y="129"/>
                    <a:pt x="231" y="129"/>
                  </a:cubicBezTo>
                  <a:cubicBezTo>
                    <a:pt x="0" y="129"/>
                    <a:pt x="7" y="504"/>
                    <a:pt x="252" y="524"/>
                  </a:cubicBezTo>
                  <a:cubicBezTo>
                    <a:pt x="369" y="533"/>
                    <a:pt x="486" y="538"/>
                    <a:pt x="602" y="538"/>
                  </a:cubicBezTo>
                  <a:cubicBezTo>
                    <a:pt x="984" y="538"/>
                    <a:pt x="1361" y="488"/>
                    <a:pt x="1732" y="388"/>
                  </a:cubicBezTo>
                  <a:cubicBezTo>
                    <a:pt x="1958" y="329"/>
                    <a:pt x="1888" y="1"/>
                    <a:pt x="168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6"/>
            <p:cNvSpPr/>
            <p:nvPr/>
          </p:nvSpPr>
          <p:spPr>
            <a:xfrm>
              <a:off x="8002225" y="2325650"/>
              <a:ext cx="39150" cy="9850"/>
            </a:xfrm>
            <a:custGeom>
              <a:rect b="b" l="l" r="r" t="t"/>
              <a:pathLst>
                <a:path extrusionOk="0" h="394" w="1566">
                  <a:moveTo>
                    <a:pt x="252" y="0"/>
                  </a:moveTo>
                  <a:cubicBezTo>
                    <a:pt x="0" y="0"/>
                    <a:pt x="0" y="394"/>
                    <a:pt x="252" y="394"/>
                  </a:cubicBezTo>
                  <a:lnTo>
                    <a:pt x="1310" y="394"/>
                  </a:lnTo>
                  <a:cubicBezTo>
                    <a:pt x="1565" y="394"/>
                    <a:pt x="1565" y="0"/>
                    <a:pt x="13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6"/>
            <p:cNvSpPr/>
            <p:nvPr/>
          </p:nvSpPr>
          <p:spPr>
            <a:xfrm>
              <a:off x="8141775" y="2264225"/>
              <a:ext cx="48850" cy="72950"/>
            </a:xfrm>
            <a:custGeom>
              <a:rect b="b" l="l" r="r" t="t"/>
              <a:pathLst>
                <a:path extrusionOk="0" h="2918" w="1954">
                  <a:moveTo>
                    <a:pt x="1544" y="0"/>
                  </a:moveTo>
                  <a:cubicBezTo>
                    <a:pt x="774" y="0"/>
                    <a:pt x="28" y="617"/>
                    <a:pt x="14" y="1425"/>
                  </a:cubicBezTo>
                  <a:cubicBezTo>
                    <a:pt x="1" y="2259"/>
                    <a:pt x="747" y="2918"/>
                    <a:pt x="1548" y="2918"/>
                  </a:cubicBezTo>
                  <a:cubicBezTo>
                    <a:pt x="1578" y="2918"/>
                    <a:pt x="1608" y="2917"/>
                    <a:pt x="1638" y="2915"/>
                  </a:cubicBezTo>
                  <a:cubicBezTo>
                    <a:pt x="1885" y="2900"/>
                    <a:pt x="1891" y="2521"/>
                    <a:pt x="1652" y="2521"/>
                  </a:cubicBezTo>
                  <a:cubicBezTo>
                    <a:pt x="1648" y="2521"/>
                    <a:pt x="1643" y="2521"/>
                    <a:pt x="1638" y="2521"/>
                  </a:cubicBezTo>
                  <a:cubicBezTo>
                    <a:pt x="1615" y="2523"/>
                    <a:pt x="1593" y="2524"/>
                    <a:pt x="1570" y="2524"/>
                  </a:cubicBezTo>
                  <a:cubicBezTo>
                    <a:pt x="978" y="2524"/>
                    <a:pt x="387" y="2059"/>
                    <a:pt x="408" y="1425"/>
                  </a:cubicBezTo>
                  <a:cubicBezTo>
                    <a:pt x="428" y="811"/>
                    <a:pt x="1005" y="396"/>
                    <a:pt x="1577" y="396"/>
                  </a:cubicBezTo>
                  <a:cubicBezTo>
                    <a:pt x="1619" y="396"/>
                    <a:pt x="1661" y="398"/>
                    <a:pt x="1704" y="403"/>
                  </a:cubicBezTo>
                  <a:cubicBezTo>
                    <a:pt x="1712" y="404"/>
                    <a:pt x="1721" y="404"/>
                    <a:pt x="1729" y="404"/>
                  </a:cubicBezTo>
                  <a:cubicBezTo>
                    <a:pt x="1954" y="404"/>
                    <a:pt x="1944" y="37"/>
                    <a:pt x="1704" y="9"/>
                  </a:cubicBezTo>
                  <a:cubicBezTo>
                    <a:pt x="1650" y="3"/>
                    <a:pt x="1597" y="0"/>
                    <a:pt x="15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6"/>
            <p:cNvSpPr/>
            <p:nvPr/>
          </p:nvSpPr>
          <p:spPr>
            <a:xfrm>
              <a:off x="8200350" y="2236475"/>
              <a:ext cx="36875" cy="44950"/>
            </a:xfrm>
            <a:custGeom>
              <a:rect b="b" l="l" r="r" t="t"/>
              <a:pathLst>
                <a:path extrusionOk="0" h="1798" w="1475">
                  <a:moveTo>
                    <a:pt x="1108" y="0"/>
                  </a:moveTo>
                  <a:cubicBezTo>
                    <a:pt x="1048" y="0"/>
                    <a:pt x="987" y="25"/>
                    <a:pt x="942" y="86"/>
                  </a:cubicBezTo>
                  <a:cubicBezTo>
                    <a:pt x="637" y="498"/>
                    <a:pt x="348" y="923"/>
                    <a:pt x="72" y="1355"/>
                  </a:cubicBezTo>
                  <a:cubicBezTo>
                    <a:pt x="0" y="1468"/>
                    <a:pt x="75" y="1606"/>
                    <a:pt x="191" y="1646"/>
                  </a:cubicBezTo>
                  <a:cubicBezTo>
                    <a:pt x="498" y="1747"/>
                    <a:pt x="812" y="1798"/>
                    <a:pt x="1134" y="1798"/>
                  </a:cubicBezTo>
                  <a:cubicBezTo>
                    <a:pt x="1163" y="1798"/>
                    <a:pt x="1192" y="1797"/>
                    <a:pt x="1222" y="1796"/>
                  </a:cubicBezTo>
                  <a:cubicBezTo>
                    <a:pt x="1470" y="1789"/>
                    <a:pt x="1475" y="1402"/>
                    <a:pt x="1231" y="1402"/>
                  </a:cubicBezTo>
                  <a:cubicBezTo>
                    <a:pt x="1228" y="1402"/>
                    <a:pt x="1225" y="1402"/>
                    <a:pt x="1222" y="1403"/>
                  </a:cubicBezTo>
                  <a:cubicBezTo>
                    <a:pt x="1192" y="1404"/>
                    <a:pt x="1163" y="1404"/>
                    <a:pt x="1134" y="1404"/>
                  </a:cubicBezTo>
                  <a:cubicBezTo>
                    <a:pt x="935" y="1404"/>
                    <a:pt x="743" y="1383"/>
                    <a:pt x="552" y="1339"/>
                  </a:cubicBezTo>
                  <a:lnTo>
                    <a:pt x="552" y="1339"/>
                  </a:lnTo>
                  <a:cubicBezTo>
                    <a:pt x="785" y="980"/>
                    <a:pt x="1029" y="629"/>
                    <a:pt x="1282" y="285"/>
                  </a:cubicBezTo>
                  <a:cubicBezTo>
                    <a:pt x="1387" y="141"/>
                    <a:pt x="1250" y="0"/>
                    <a:pt x="110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6"/>
            <p:cNvSpPr/>
            <p:nvPr/>
          </p:nvSpPr>
          <p:spPr>
            <a:xfrm>
              <a:off x="8230600" y="2260525"/>
              <a:ext cx="9850" cy="37525"/>
            </a:xfrm>
            <a:custGeom>
              <a:rect b="b" l="l" r="r" t="t"/>
              <a:pathLst>
                <a:path extrusionOk="0" h="1501" w="394">
                  <a:moveTo>
                    <a:pt x="197" y="0"/>
                  </a:moveTo>
                  <a:cubicBezTo>
                    <a:pt x="99" y="0"/>
                    <a:pt x="0" y="63"/>
                    <a:pt x="0" y="190"/>
                  </a:cubicBezTo>
                  <a:lnTo>
                    <a:pt x="0" y="1310"/>
                  </a:lnTo>
                  <a:cubicBezTo>
                    <a:pt x="0" y="1437"/>
                    <a:pt x="99" y="1501"/>
                    <a:pt x="197" y="1501"/>
                  </a:cubicBezTo>
                  <a:cubicBezTo>
                    <a:pt x="295" y="1501"/>
                    <a:pt x="394" y="1437"/>
                    <a:pt x="394" y="1310"/>
                  </a:cubicBezTo>
                  <a:lnTo>
                    <a:pt x="394" y="190"/>
                  </a:lnTo>
                  <a:cubicBezTo>
                    <a:pt x="394" y="63"/>
                    <a:pt x="295" y="0"/>
                    <a:pt x="1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6"/>
            <p:cNvSpPr/>
            <p:nvPr/>
          </p:nvSpPr>
          <p:spPr>
            <a:xfrm>
              <a:off x="8281225" y="2271300"/>
              <a:ext cx="12650" cy="54725"/>
            </a:xfrm>
            <a:custGeom>
              <a:rect b="b" l="l" r="r" t="t"/>
              <a:pathLst>
                <a:path extrusionOk="0" h="2189" w="506">
                  <a:moveTo>
                    <a:pt x="262" y="0"/>
                  </a:moveTo>
                  <a:cubicBezTo>
                    <a:pt x="187" y="0"/>
                    <a:pt x="118" y="43"/>
                    <a:pt x="104" y="143"/>
                  </a:cubicBezTo>
                  <a:cubicBezTo>
                    <a:pt x="18" y="764"/>
                    <a:pt x="1" y="1377"/>
                    <a:pt x="72" y="2001"/>
                  </a:cubicBezTo>
                  <a:cubicBezTo>
                    <a:pt x="87" y="2126"/>
                    <a:pt x="193" y="2189"/>
                    <a:pt x="291" y="2189"/>
                  </a:cubicBezTo>
                  <a:cubicBezTo>
                    <a:pt x="390" y="2189"/>
                    <a:pt x="480" y="2126"/>
                    <a:pt x="466" y="2001"/>
                  </a:cubicBezTo>
                  <a:cubicBezTo>
                    <a:pt x="400" y="1415"/>
                    <a:pt x="402" y="833"/>
                    <a:pt x="485" y="249"/>
                  </a:cubicBezTo>
                  <a:cubicBezTo>
                    <a:pt x="505" y="99"/>
                    <a:pt x="376" y="0"/>
                    <a:pt x="26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6"/>
            <p:cNvSpPr/>
            <p:nvPr/>
          </p:nvSpPr>
          <p:spPr>
            <a:xfrm>
              <a:off x="8271175" y="2291500"/>
              <a:ext cx="43825" cy="11650"/>
            </a:xfrm>
            <a:custGeom>
              <a:rect b="b" l="l" r="r" t="t"/>
              <a:pathLst>
                <a:path extrusionOk="0" h="466" w="1753">
                  <a:moveTo>
                    <a:pt x="1511" y="0"/>
                  </a:moveTo>
                  <a:cubicBezTo>
                    <a:pt x="1507" y="0"/>
                    <a:pt x="1502" y="0"/>
                    <a:pt x="1498" y="0"/>
                  </a:cubicBezTo>
                  <a:cubicBezTo>
                    <a:pt x="1083" y="25"/>
                    <a:pt x="670" y="49"/>
                    <a:pt x="255" y="72"/>
                  </a:cubicBezTo>
                  <a:cubicBezTo>
                    <a:pt x="6" y="86"/>
                    <a:pt x="1" y="466"/>
                    <a:pt x="242" y="466"/>
                  </a:cubicBezTo>
                  <a:cubicBezTo>
                    <a:pt x="246" y="466"/>
                    <a:pt x="251" y="466"/>
                    <a:pt x="255" y="466"/>
                  </a:cubicBezTo>
                  <a:cubicBezTo>
                    <a:pt x="670" y="443"/>
                    <a:pt x="1083" y="418"/>
                    <a:pt x="1498" y="394"/>
                  </a:cubicBezTo>
                  <a:cubicBezTo>
                    <a:pt x="1747" y="380"/>
                    <a:pt x="1753" y="0"/>
                    <a:pt x="151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6"/>
            <p:cNvSpPr/>
            <p:nvPr/>
          </p:nvSpPr>
          <p:spPr>
            <a:xfrm>
              <a:off x="8345250" y="2264125"/>
              <a:ext cx="45750" cy="62225"/>
            </a:xfrm>
            <a:custGeom>
              <a:rect b="b" l="l" r="r" t="t"/>
              <a:pathLst>
                <a:path extrusionOk="0" h="2489" w="1830">
                  <a:moveTo>
                    <a:pt x="875" y="1"/>
                  </a:moveTo>
                  <a:cubicBezTo>
                    <a:pt x="711" y="1"/>
                    <a:pt x="552" y="96"/>
                    <a:pt x="387" y="96"/>
                  </a:cubicBezTo>
                  <a:cubicBezTo>
                    <a:pt x="371" y="96"/>
                    <a:pt x="354" y="95"/>
                    <a:pt x="337" y="93"/>
                  </a:cubicBezTo>
                  <a:cubicBezTo>
                    <a:pt x="326" y="92"/>
                    <a:pt x="316" y="91"/>
                    <a:pt x="306" y="91"/>
                  </a:cubicBezTo>
                  <a:cubicBezTo>
                    <a:pt x="92" y="91"/>
                    <a:pt x="105" y="453"/>
                    <a:pt x="341" y="486"/>
                  </a:cubicBezTo>
                  <a:cubicBezTo>
                    <a:pt x="353" y="487"/>
                    <a:pt x="364" y="488"/>
                    <a:pt x="375" y="488"/>
                  </a:cubicBezTo>
                  <a:cubicBezTo>
                    <a:pt x="478" y="488"/>
                    <a:pt x="586" y="435"/>
                    <a:pt x="678" y="435"/>
                  </a:cubicBezTo>
                  <a:cubicBezTo>
                    <a:pt x="688" y="435"/>
                    <a:pt x="698" y="435"/>
                    <a:pt x="708" y="437"/>
                  </a:cubicBezTo>
                  <a:cubicBezTo>
                    <a:pt x="961" y="476"/>
                    <a:pt x="745" y="822"/>
                    <a:pt x="668" y="959"/>
                  </a:cubicBezTo>
                  <a:cubicBezTo>
                    <a:pt x="487" y="1280"/>
                    <a:pt x="170" y="1578"/>
                    <a:pt x="58" y="1933"/>
                  </a:cubicBezTo>
                  <a:cubicBezTo>
                    <a:pt x="1" y="2119"/>
                    <a:pt x="57" y="2245"/>
                    <a:pt x="237" y="2315"/>
                  </a:cubicBezTo>
                  <a:cubicBezTo>
                    <a:pt x="400" y="2377"/>
                    <a:pt x="618" y="2367"/>
                    <a:pt x="790" y="2388"/>
                  </a:cubicBezTo>
                  <a:cubicBezTo>
                    <a:pt x="1053" y="2420"/>
                    <a:pt x="1316" y="2454"/>
                    <a:pt x="1580" y="2487"/>
                  </a:cubicBezTo>
                  <a:cubicBezTo>
                    <a:pt x="1589" y="2488"/>
                    <a:pt x="1599" y="2489"/>
                    <a:pt x="1607" y="2489"/>
                  </a:cubicBezTo>
                  <a:cubicBezTo>
                    <a:pt x="1830" y="2489"/>
                    <a:pt x="1818" y="2122"/>
                    <a:pt x="1580" y="2093"/>
                  </a:cubicBezTo>
                  <a:cubicBezTo>
                    <a:pt x="1368" y="2066"/>
                    <a:pt x="1159" y="2039"/>
                    <a:pt x="947" y="2014"/>
                  </a:cubicBezTo>
                  <a:cubicBezTo>
                    <a:pt x="865" y="2003"/>
                    <a:pt x="609" y="2009"/>
                    <a:pt x="461" y="1981"/>
                  </a:cubicBezTo>
                  <a:lnTo>
                    <a:pt x="461" y="1981"/>
                  </a:lnTo>
                  <a:cubicBezTo>
                    <a:pt x="568" y="1726"/>
                    <a:pt x="808" y="1484"/>
                    <a:pt x="943" y="1266"/>
                  </a:cubicBezTo>
                  <a:cubicBezTo>
                    <a:pt x="1086" y="1035"/>
                    <a:pt x="1225" y="770"/>
                    <a:pt x="1246" y="494"/>
                  </a:cubicBezTo>
                  <a:cubicBezTo>
                    <a:pt x="1262" y="299"/>
                    <a:pt x="1197" y="90"/>
                    <a:pt x="996" y="20"/>
                  </a:cubicBezTo>
                  <a:cubicBezTo>
                    <a:pt x="955" y="6"/>
                    <a:pt x="915" y="1"/>
                    <a:pt x="87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6"/>
            <p:cNvSpPr/>
            <p:nvPr/>
          </p:nvSpPr>
          <p:spPr>
            <a:xfrm>
              <a:off x="8445650" y="2272950"/>
              <a:ext cx="9850" cy="48900"/>
            </a:xfrm>
            <a:custGeom>
              <a:rect b="b" l="l" r="r" t="t"/>
              <a:pathLst>
                <a:path extrusionOk="0" h="1956" w="394">
                  <a:moveTo>
                    <a:pt x="197" y="1"/>
                  </a:moveTo>
                  <a:cubicBezTo>
                    <a:pt x="99" y="1"/>
                    <a:pt x="0" y="64"/>
                    <a:pt x="0" y="190"/>
                  </a:cubicBezTo>
                  <a:lnTo>
                    <a:pt x="0" y="1764"/>
                  </a:lnTo>
                  <a:cubicBezTo>
                    <a:pt x="0" y="1892"/>
                    <a:pt x="99" y="1956"/>
                    <a:pt x="197" y="1956"/>
                  </a:cubicBezTo>
                  <a:cubicBezTo>
                    <a:pt x="295" y="1956"/>
                    <a:pt x="394" y="1892"/>
                    <a:pt x="394" y="1764"/>
                  </a:cubicBezTo>
                  <a:lnTo>
                    <a:pt x="394" y="190"/>
                  </a:lnTo>
                  <a:cubicBezTo>
                    <a:pt x="394" y="64"/>
                    <a:pt x="295" y="1"/>
                    <a:pt x="1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6"/>
            <p:cNvSpPr/>
            <p:nvPr/>
          </p:nvSpPr>
          <p:spPr>
            <a:xfrm>
              <a:off x="8433950" y="2289525"/>
              <a:ext cx="46625" cy="12000"/>
            </a:xfrm>
            <a:custGeom>
              <a:rect b="b" l="l" r="r" t="t"/>
              <a:pathLst>
                <a:path extrusionOk="0" h="480" w="1865">
                  <a:moveTo>
                    <a:pt x="1569" y="1"/>
                  </a:moveTo>
                  <a:cubicBezTo>
                    <a:pt x="1555" y="1"/>
                    <a:pt x="1541" y="2"/>
                    <a:pt x="1526" y="5"/>
                  </a:cubicBezTo>
                  <a:cubicBezTo>
                    <a:pt x="1235" y="60"/>
                    <a:pt x="944" y="87"/>
                    <a:pt x="650" y="87"/>
                  </a:cubicBezTo>
                  <a:cubicBezTo>
                    <a:pt x="518" y="87"/>
                    <a:pt x="385" y="81"/>
                    <a:pt x="252" y="71"/>
                  </a:cubicBezTo>
                  <a:cubicBezTo>
                    <a:pt x="246" y="70"/>
                    <a:pt x="240" y="70"/>
                    <a:pt x="234" y="70"/>
                  </a:cubicBezTo>
                  <a:cubicBezTo>
                    <a:pt x="0" y="70"/>
                    <a:pt x="8" y="445"/>
                    <a:pt x="252" y="464"/>
                  </a:cubicBezTo>
                  <a:cubicBezTo>
                    <a:pt x="383" y="475"/>
                    <a:pt x="513" y="480"/>
                    <a:pt x="643" y="480"/>
                  </a:cubicBezTo>
                  <a:cubicBezTo>
                    <a:pt x="974" y="480"/>
                    <a:pt x="1303" y="447"/>
                    <a:pt x="1632" y="384"/>
                  </a:cubicBezTo>
                  <a:cubicBezTo>
                    <a:pt x="1865" y="339"/>
                    <a:pt x="1786" y="1"/>
                    <a:pt x="156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6"/>
            <p:cNvSpPr/>
            <p:nvPr/>
          </p:nvSpPr>
          <p:spPr>
            <a:xfrm>
              <a:off x="8517725" y="2261425"/>
              <a:ext cx="59250" cy="70700"/>
            </a:xfrm>
            <a:custGeom>
              <a:rect b="b" l="l" r="r" t="t"/>
              <a:pathLst>
                <a:path extrusionOk="0" h="2828" w="2370">
                  <a:moveTo>
                    <a:pt x="459" y="395"/>
                  </a:moveTo>
                  <a:cubicBezTo>
                    <a:pt x="1097" y="406"/>
                    <a:pt x="1896" y="679"/>
                    <a:pt x="1881" y="1448"/>
                  </a:cubicBezTo>
                  <a:cubicBezTo>
                    <a:pt x="1869" y="2132"/>
                    <a:pt x="1014" y="2268"/>
                    <a:pt x="416" y="2388"/>
                  </a:cubicBezTo>
                  <a:lnTo>
                    <a:pt x="416" y="2388"/>
                  </a:lnTo>
                  <a:cubicBezTo>
                    <a:pt x="393" y="1725"/>
                    <a:pt x="407" y="1063"/>
                    <a:pt x="458" y="399"/>
                  </a:cubicBezTo>
                  <a:cubicBezTo>
                    <a:pt x="459" y="397"/>
                    <a:pt x="459" y="396"/>
                    <a:pt x="459" y="395"/>
                  </a:cubicBezTo>
                  <a:close/>
                  <a:moveTo>
                    <a:pt x="421" y="1"/>
                  </a:moveTo>
                  <a:cubicBezTo>
                    <a:pt x="406" y="1"/>
                    <a:pt x="390" y="1"/>
                    <a:pt x="375" y="1"/>
                  </a:cubicBezTo>
                  <a:cubicBezTo>
                    <a:pt x="237" y="4"/>
                    <a:pt x="174" y="124"/>
                    <a:pt x="188" y="230"/>
                  </a:cubicBezTo>
                  <a:lnTo>
                    <a:pt x="188" y="230"/>
                  </a:lnTo>
                  <a:cubicBezTo>
                    <a:pt x="125" y="257"/>
                    <a:pt x="74" y="314"/>
                    <a:pt x="68" y="400"/>
                  </a:cubicBezTo>
                  <a:cubicBezTo>
                    <a:pt x="10" y="1145"/>
                    <a:pt x="0" y="1886"/>
                    <a:pt x="36" y="2632"/>
                  </a:cubicBezTo>
                  <a:cubicBezTo>
                    <a:pt x="42" y="2743"/>
                    <a:pt x="127" y="2828"/>
                    <a:pt x="233" y="2828"/>
                  </a:cubicBezTo>
                  <a:cubicBezTo>
                    <a:pt x="250" y="2828"/>
                    <a:pt x="267" y="2826"/>
                    <a:pt x="285" y="2821"/>
                  </a:cubicBezTo>
                  <a:cubicBezTo>
                    <a:pt x="1123" y="2611"/>
                    <a:pt x="2369" y="2466"/>
                    <a:pt x="2269" y="1322"/>
                  </a:cubicBezTo>
                  <a:cubicBezTo>
                    <a:pt x="2186" y="386"/>
                    <a:pt x="1250" y="1"/>
                    <a:pt x="42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6"/>
            <p:cNvSpPr/>
            <p:nvPr/>
          </p:nvSpPr>
          <p:spPr>
            <a:xfrm>
              <a:off x="8289650" y="2489375"/>
              <a:ext cx="65975" cy="14275"/>
            </a:xfrm>
            <a:custGeom>
              <a:rect b="b" l="l" r="r" t="t"/>
              <a:pathLst>
                <a:path extrusionOk="0" h="571" w="2639">
                  <a:moveTo>
                    <a:pt x="235" y="1"/>
                  </a:moveTo>
                  <a:cubicBezTo>
                    <a:pt x="0" y="1"/>
                    <a:pt x="10" y="375"/>
                    <a:pt x="255" y="395"/>
                  </a:cubicBezTo>
                  <a:cubicBezTo>
                    <a:pt x="965" y="453"/>
                    <a:pt x="1675" y="513"/>
                    <a:pt x="2386" y="570"/>
                  </a:cubicBezTo>
                  <a:cubicBezTo>
                    <a:pt x="2393" y="571"/>
                    <a:pt x="2400" y="571"/>
                    <a:pt x="2406" y="571"/>
                  </a:cubicBezTo>
                  <a:cubicBezTo>
                    <a:pt x="2638" y="571"/>
                    <a:pt x="2630" y="195"/>
                    <a:pt x="2386" y="176"/>
                  </a:cubicBezTo>
                  <a:cubicBezTo>
                    <a:pt x="1675" y="119"/>
                    <a:pt x="965" y="59"/>
                    <a:pt x="255" y="2"/>
                  </a:cubicBezTo>
                  <a:cubicBezTo>
                    <a:pt x="248" y="1"/>
                    <a:pt x="242" y="1"/>
                    <a:pt x="23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6"/>
            <p:cNvSpPr/>
            <p:nvPr/>
          </p:nvSpPr>
          <p:spPr>
            <a:xfrm>
              <a:off x="8291900" y="2528475"/>
              <a:ext cx="66550" cy="12750"/>
            </a:xfrm>
            <a:custGeom>
              <a:rect b="b" l="l" r="r" t="t"/>
              <a:pathLst>
                <a:path extrusionOk="0" h="510" w="2662">
                  <a:moveTo>
                    <a:pt x="306" y="1"/>
                  </a:moveTo>
                  <a:cubicBezTo>
                    <a:pt x="85" y="1"/>
                    <a:pt x="0" y="344"/>
                    <a:pt x="238" y="385"/>
                  </a:cubicBezTo>
                  <a:cubicBezTo>
                    <a:pt x="727" y="467"/>
                    <a:pt x="1215" y="509"/>
                    <a:pt x="1706" y="509"/>
                  </a:cubicBezTo>
                  <a:cubicBezTo>
                    <a:pt x="1939" y="509"/>
                    <a:pt x="2173" y="500"/>
                    <a:pt x="2408" y="481"/>
                  </a:cubicBezTo>
                  <a:cubicBezTo>
                    <a:pt x="2652" y="460"/>
                    <a:pt x="2661" y="86"/>
                    <a:pt x="2428" y="86"/>
                  </a:cubicBezTo>
                  <a:cubicBezTo>
                    <a:pt x="2421" y="86"/>
                    <a:pt x="2415" y="86"/>
                    <a:pt x="2408" y="87"/>
                  </a:cubicBezTo>
                  <a:cubicBezTo>
                    <a:pt x="2171" y="107"/>
                    <a:pt x="1933" y="117"/>
                    <a:pt x="1697" y="117"/>
                  </a:cubicBezTo>
                  <a:cubicBezTo>
                    <a:pt x="1245" y="117"/>
                    <a:pt x="794" y="80"/>
                    <a:pt x="344" y="4"/>
                  </a:cubicBezTo>
                  <a:cubicBezTo>
                    <a:pt x="331" y="2"/>
                    <a:pt x="318" y="1"/>
                    <a:pt x="30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6"/>
            <p:cNvSpPr/>
            <p:nvPr/>
          </p:nvSpPr>
          <p:spPr>
            <a:xfrm>
              <a:off x="8414525" y="2447025"/>
              <a:ext cx="53925" cy="97700"/>
            </a:xfrm>
            <a:custGeom>
              <a:rect b="b" l="l" r="r" t="t"/>
              <a:pathLst>
                <a:path extrusionOk="0" h="3908" w="2157">
                  <a:moveTo>
                    <a:pt x="1105" y="0"/>
                  </a:moveTo>
                  <a:cubicBezTo>
                    <a:pt x="864" y="0"/>
                    <a:pt x="611" y="102"/>
                    <a:pt x="413" y="257"/>
                  </a:cubicBezTo>
                  <a:cubicBezTo>
                    <a:pt x="257" y="382"/>
                    <a:pt x="402" y="582"/>
                    <a:pt x="566" y="582"/>
                  </a:cubicBezTo>
                  <a:cubicBezTo>
                    <a:pt x="609" y="582"/>
                    <a:pt x="653" y="569"/>
                    <a:pt x="694" y="536"/>
                  </a:cubicBezTo>
                  <a:cubicBezTo>
                    <a:pt x="1360" y="731"/>
                    <a:pt x="1533" y="961"/>
                    <a:pt x="1217" y="1226"/>
                  </a:cubicBezTo>
                  <a:cubicBezTo>
                    <a:pt x="1101" y="1375"/>
                    <a:pt x="959" y="1498"/>
                    <a:pt x="793" y="1594"/>
                  </a:cubicBezTo>
                  <a:cubicBezTo>
                    <a:pt x="673" y="1681"/>
                    <a:pt x="654" y="1923"/>
                    <a:pt x="839" y="1953"/>
                  </a:cubicBezTo>
                  <a:cubicBezTo>
                    <a:pt x="1937" y="2137"/>
                    <a:pt x="1645" y="3534"/>
                    <a:pt x="818" y="3534"/>
                  </a:cubicBezTo>
                  <a:cubicBezTo>
                    <a:pt x="688" y="3534"/>
                    <a:pt x="545" y="3500"/>
                    <a:pt x="392" y="3421"/>
                  </a:cubicBezTo>
                  <a:cubicBezTo>
                    <a:pt x="360" y="3404"/>
                    <a:pt x="328" y="3397"/>
                    <a:pt x="298" y="3397"/>
                  </a:cubicBezTo>
                  <a:cubicBezTo>
                    <a:pt x="118" y="3397"/>
                    <a:pt x="0" y="3662"/>
                    <a:pt x="193" y="3761"/>
                  </a:cubicBezTo>
                  <a:cubicBezTo>
                    <a:pt x="383" y="3859"/>
                    <a:pt x="594" y="3907"/>
                    <a:pt x="803" y="3907"/>
                  </a:cubicBezTo>
                  <a:cubicBezTo>
                    <a:pt x="1284" y="3907"/>
                    <a:pt x="1754" y="3652"/>
                    <a:pt x="1937" y="3162"/>
                  </a:cubicBezTo>
                  <a:cubicBezTo>
                    <a:pt x="2157" y="2571"/>
                    <a:pt x="1821" y="1954"/>
                    <a:pt x="1297" y="1690"/>
                  </a:cubicBezTo>
                  <a:lnTo>
                    <a:pt x="1297" y="1690"/>
                  </a:lnTo>
                  <a:cubicBezTo>
                    <a:pt x="1687" y="1345"/>
                    <a:pt x="2023" y="873"/>
                    <a:pt x="1723" y="357"/>
                  </a:cubicBezTo>
                  <a:cubicBezTo>
                    <a:pt x="1576" y="103"/>
                    <a:pt x="1347" y="0"/>
                    <a:pt x="110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6"/>
            <p:cNvSpPr/>
            <p:nvPr/>
          </p:nvSpPr>
          <p:spPr>
            <a:xfrm>
              <a:off x="8463650" y="2446250"/>
              <a:ext cx="68900" cy="100425"/>
            </a:xfrm>
            <a:custGeom>
              <a:rect b="b" l="l" r="r" t="t"/>
              <a:pathLst>
                <a:path extrusionOk="0" h="4017" w="2756">
                  <a:moveTo>
                    <a:pt x="2368" y="0"/>
                  </a:moveTo>
                  <a:cubicBezTo>
                    <a:pt x="2354" y="0"/>
                    <a:pt x="2339" y="2"/>
                    <a:pt x="2324" y="5"/>
                  </a:cubicBezTo>
                  <a:cubicBezTo>
                    <a:pt x="0" y="476"/>
                    <a:pt x="191" y="3722"/>
                    <a:pt x="2505" y="4014"/>
                  </a:cubicBezTo>
                  <a:cubicBezTo>
                    <a:pt x="2515" y="4016"/>
                    <a:pt x="2524" y="4016"/>
                    <a:pt x="2533" y="4016"/>
                  </a:cubicBezTo>
                  <a:cubicBezTo>
                    <a:pt x="2755" y="4016"/>
                    <a:pt x="2744" y="3650"/>
                    <a:pt x="2505" y="3621"/>
                  </a:cubicBezTo>
                  <a:cubicBezTo>
                    <a:pt x="599" y="3380"/>
                    <a:pt x="577" y="760"/>
                    <a:pt x="2428" y="384"/>
                  </a:cubicBezTo>
                  <a:cubicBezTo>
                    <a:pt x="2662" y="337"/>
                    <a:pt x="2583" y="0"/>
                    <a:pt x="23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6"/>
            <p:cNvSpPr/>
            <p:nvPr/>
          </p:nvSpPr>
          <p:spPr>
            <a:xfrm>
              <a:off x="8523850" y="2450575"/>
              <a:ext cx="50350" cy="61375"/>
            </a:xfrm>
            <a:custGeom>
              <a:rect b="b" l="l" r="r" t="t"/>
              <a:pathLst>
                <a:path extrusionOk="0" h="2455" w="2014">
                  <a:moveTo>
                    <a:pt x="1719" y="0"/>
                  </a:moveTo>
                  <a:cubicBezTo>
                    <a:pt x="1675" y="0"/>
                    <a:pt x="1629" y="16"/>
                    <a:pt x="1588" y="54"/>
                  </a:cubicBezTo>
                  <a:cubicBezTo>
                    <a:pt x="939" y="638"/>
                    <a:pt x="424" y="1338"/>
                    <a:pt x="62" y="2134"/>
                  </a:cubicBezTo>
                  <a:cubicBezTo>
                    <a:pt x="0" y="2268"/>
                    <a:pt x="72" y="2427"/>
                    <a:pt x="231" y="2431"/>
                  </a:cubicBezTo>
                  <a:cubicBezTo>
                    <a:pt x="724" y="2438"/>
                    <a:pt x="1218" y="2447"/>
                    <a:pt x="1712" y="2454"/>
                  </a:cubicBezTo>
                  <a:cubicBezTo>
                    <a:pt x="1714" y="2454"/>
                    <a:pt x="1715" y="2454"/>
                    <a:pt x="1716" y="2454"/>
                  </a:cubicBezTo>
                  <a:cubicBezTo>
                    <a:pt x="1967" y="2454"/>
                    <a:pt x="1966" y="2065"/>
                    <a:pt x="1712" y="2061"/>
                  </a:cubicBezTo>
                  <a:cubicBezTo>
                    <a:pt x="1323" y="2055"/>
                    <a:pt x="933" y="2048"/>
                    <a:pt x="543" y="2042"/>
                  </a:cubicBezTo>
                  <a:lnTo>
                    <a:pt x="543" y="2042"/>
                  </a:lnTo>
                  <a:cubicBezTo>
                    <a:pt x="880" y="1396"/>
                    <a:pt x="1321" y="827"/>
                    <a:pt x="1867" y="334"/>
                  </a:cubicBezTo>
                  <a:cubicBezTo>
                    <a:pt x="2013" y="199"/>
                    <a:pt x="1875" y="0"/>
                    <a:pt x="17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6"/>
            <p:cNvSpPr/>
            <p:nvPr/>
          </p:nvSpPr>
          <p:spPr>
            <a:xfrm>
              <a:off x="8562700" y="2456425"/>
              <a:ext cx="13175" cy="90400"/>
            </a:xfrm>
            <a:custGeom>
              <a:rect b="b" l="l" r="r" t="t"/>
              <a:pathLst>
                <a:path extrusionOk="0" h="3616" w="527">
                  <a:moveTo>
                    <a:pt x="261" y="0"/>
                  </a:moveTo>
                  <a:cubicBezTo>
                    <a:pt x="163" y="0"/>
                    <a:pt x="68" y="63"/>
                    <a:pt x="75" y="189"/>
                  </a:cubicBezTo>
                  <a:cubicBezTo>
                    <a:pt x="132" y="1270"/>
                    <a:pt x="111" y="2349"/>
                    <a:pt x="12" y="3427"/>
                  </a:cubicBezTo>
                  <a:cubicBezTo>
                    <a:pt x="1" y="3553"/>
                    <a:pt x="93" y="3615"/>
                    <a:pt x="191" y="3615"/>
                  </a:cubicBezTo>
                  <a:cubicBezTo>
                    <a:pt x="290" y="3615"/>
                    <a:pt x="394" y="3552"/>
                    <a:pt x="406" y="3427"/>
                  </a:cubicBezTo>
                  <a:cubicBezTo>
                    <a:pt x="505" y="2348"/>
                    <a:pt x="526" y="1270"/>
                    <a:pt x="469" y="189"/>
                  </a:cubicBezTo>
                  <a:cubicBezTo>
                    <a:pt x="462" y="63"/>
                    <a:pt x="360" y="0"/>
                    <a:pt x="26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4" name="Google Shape;2464;p46"/>
          <p:cNvGrpSpPr/>
          <p:nvPr/>
        </p:nvGrpSpPr>
        <p:grpSpPr>
          <a:xfrm>
            <a:off x="4673575" y="863300"/>
            <a:ext cx="3015719" cy="5695055"/>
            <a:chOff x="4673575" y="863300"/>
            <a:chExt cx="3015719" cy="5695055"/>
          </a:xfrm>
        </p:grpSpPr>
        <p:sp>
          <p:nvSpPr>
            <p:cNvPr id="2465" name="Google Shape;2465;p46"/>
            <p:cNvSpPr/>
            <p:nvPr/>
          </p:nvSpPr>
          <p:spPr>
            <a:xfrm>
              <a:off x="6172071" y="3295854"/>
              <a:ext cx="772714" cy="2913683"/>
            </a:xfrm>
            <a:custGeom>
              <a:rect b="b" l="l" r="r" t="t"/>
              <a:pathLst>
                <a:path extrusionOk="0" h="59615" w="15810">
                  <a:moveTo>
                    <a:pt x="5904" y="0"/>
                  </a:moveTo>
                  <a:cubicBezTo>
                    <a:pt x="5718" y="0"/>
                    <a:pt x="5530" y="10"/>
                    <a:pt x="5341" y="29"/>
                  </a:cubicBezTo>
                  <a:cubicBezTo>
                    <a:pt x="2213" y="351"/>
                    <a:pt x="1" y="3240"/>
                    <a:pt x="508" y="6344"/>
                  </a:cubicBezTo>
                  <a:lnTo>
                    <a:pt x="9261" y="59615"/>
                  </a:lnTo>
                  <a:lnTo>
                    <a:pt x="15810" y="58944"/>
                  </a:lnTo>
                  <a:lnTo>
                    <a:pt x="11330" y="4906"/>
                  </a:lnTo>
                  <a:cubicBezTo>
                    <a:pt x="11042" y="2095"/>
                    <a:pt x="8670" y="0"/>
                    <a:pt x="5904"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6"/>
            <p:cNvSpPr/>
            <p:nvPr/>
          </p:nvSpPr>
          <p:spPr>
            <a:xfrm>
              <a:off x="6172071" y="3295854"/>
              <a:ext cx="627262" cy="1183655"/>
            </a:xfrm>
            <a:custGeom>
              <a:rect b="b" l="l" r="r" t="t"/>
              <a:pathLst>
                <a:path extrusionOk="0" h="24218" w="12834">
                  <a:moveTo>
                    <a:pt x="5904" y="0"/>
                  </a:moveTo>
                  <a:cubicBezTo>
                    <a:pt x="5718" y="0"/>
                    <a:pt x="5530" y="10"/>
                    <a:pt x="5341" y="29"/>
                  </a:cubicBezTo>
                  <a:cubicBezTo>
                    <a:pt x="2213" y="350"/>
                    <a:pt x="1" y="3239"/>
                    <a:pt x="507" y="6342"/>
                  </a:cubicBezTo>
                  <a:lnTo>
                    <a:pt x="3446" y="24218"/>
                  </a:lnTo>
                  <a:lnTo>
                    <a:pt x="12834" y="23037"/>
                  </a:lnTo>
                  <a:lnTo>
                    <a:pt x="11330" y="4906"/>
                  </a:lnTo>
                  <a:cubicBezTo>
                    <a:pt x="11042" y="2095"/>
                    <a:pt x="8670" y="0"/>
                    <a:pt x="590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6"/>
            <p:cNvSpPr/>
            <p:nvPr/>
          </p:nvSpPr>
          <p:spPr>
            <a:xfrm>
              <a:off x="6575336" y="5895659"/>
              <a:ext cx="369397" cy="313875"/>
            </a:xfrm>
            <a:custGeom>
              <a:rect b="b" l="l" r="r" t="t"/>
              <a:pathLst>
                <a:path extrusionOk="0" h="6422" w="7558">
                  <a:moveTo>
                    <a:pt x="7081" y="0"/>
                  </a:moveTo>
                  <a:lnTo>
                    <a:pt x="0" y="281"/>
                  </a:lnTo>
                  <a:lnTo>
                    <a:pt x="1010" y="6422"/>
                  </a:lnTo>
                  <a:lnTo>
                    <a:pt x="7557" y="5750"/>
                  </a:lnTo>
                  <a:lnTo>
                    <a:pt x="708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6"/>
            <p:cNvSpPr/>
            <p:nvPr/>
          </p:nvSpPr>
          <p:spPr>
            <a:xfrm>
              <a:off x="6624602" y="6176641"/>
              <a:ext cx="894021" cy="381665"/>
            </a:xfrm>
            <a:custGeom>
              <a:rect b="b" l="l" r="r" t="t"/>
              <a:pathLst>
                <a:path extrusionOk="0" h="7809" w="18292">
                  <a:moveTo>
                    <a:pt x="6549" y="1"/>
                  </a:moveTo>
                  <a:lnTo>
                    <a:pt x="0" y="671"/>
                  </a:lnTo>
                  <a:lnTo>
                    <a:pt x="216" y="7808"/>
                  </a:lnTo>
                  <a:lnTo>
                    <a:pt x="18291" y="7808"/>
                  </a:lnTo>
                  <a:lnTo>
                    <a:pt x="18031" y="5784"/>
                  </a:lnTo>
                  <a:cubicBezTo>
                    <a:pt x="17646" y="4364"/>
                    <a:pt x="16568" y="3236"/>
                    <a:pt x="15168" y="2784"/>
                  </a:cubicBezTo>
                  <a:lnTo>
                    <a:pt x="654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6"/>
            <p:cNvSpPr/>
            <p:nvPr/>
          </p:nvSpPr>
          <p:spPr>
            <a:xfrm>
              <a:off x="6633399" y="6285681"/>
              <a:ext cx="885224" cy="272674"/>
            </a:xfrm>
            <a:custGeom>
              <a:rect b="b" l="l" r="r" t="t"/>
              <a:pathLst>
                <a:path extrusionOk="0" h="5579" w="18112">
                  <a:moveTo>
                    <a:pt x="13276" y="1"/>
                  </a:moveTo>
                  <a:cubicBezTo>
                    <a:pt x="12303" y="629"/>
                    <a:pt x="10810" y="1960"/>
                    <a:pt x="10370" y="4406"/>
                  </a:cubicBezTo>
                  <a:lnTo>
                    <a:pt x="1" y="4406"/>
                  </a:lnTo>
                  <a:lnTo>
                    <a:pt x="36" y="5579"/>
                  </a:lnTo>
                  <a:lnTo>
                    <a:pt x="18111" y="5579"/>
                  </a:lnTo>
                  <a:lnTo>
                    <a:pt x="17961" y="4406"/>
                  </a:lnTo>
                  <a:lnTo>
                    <a:pt x="10969" y="4406"/>
                  </a:lnTo>
                  <a:cubicBezTo>
                    <a:pt x="11476" y="1841"/>
                    <a:pt x="13280" y="640"/>
                    <a:pt x="14028" y="244"/>
                  </a:cubicBezTo>
                  <a:lnTo>
                    <a:pt x="1327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6"/>
            <p:cNvSpPr/>
            <p:nvPr/>
          </p:nvSpPr>
          <p:spPr>
            <a:xfrm>
              <a:off x="7104795" y="6214079"/>
              <a:ext cx="123067" cy="118424"/>
            </a:xfrm>
            <a:custGeom>
              <a:rect b="b" l="l" r="r" t="t"/>
              <a:pathLst>
                <a:path extrusionOk="0" h="2423" w="2518">
                  <a:moveTo>
                    <a:pt x="1881" y="0"/>
                  </a:moveTo>
                  <a:cubicBezTo>
                    <a:pt x="1755" y="0"/>
                    <a:pt x="1630" y="48"/>
                    <a:pt x="1535" y="143"/>
                  </a:cubicBezTo>
                  <a:lnTo>
                    <a:pt x="191" y="1487"/>
                  </a:lnTo>
                  <a:cubicBezTo>
                    <a:pt x="1" y="1676"/>
                    <a:pt x="1" y="1988"/>
                    <a:pt x="191" y="2179"/>
                  </a:cubicBezTo>
                  <a:lnTo>
                    <a:pt x="293" y="2281"/>
                  </a:lnTo>
                  <a:cubicBezTo>
                    <a:pt x="387" y="2375"/>
                    <a:pt x="512" y="2423"/>
                    <a:pt x="638" y="2423"/>
                  </a:cubicBezTo>
                  <a:cubicBezTo>
                    <a:pt x="763" y="2423"/>
                    <a:pt x="889" y="2375"/>
                    <a:pt x="983" y="2281"/>
                  </a:cubicBezTo>
                  <a:lnTo>
                    <a:pt x="2328" y="937"/>
                  </a:lnTo>
                  <a:cubicBezTo>
                    <a:pt x="2518" y="746"/>
                    <a:pt x="2518" y="433"/>
                    <a:pt x="2328" y="244"/>
                  </a:cubicBezTo>
                  <a:lnTo>
                    <a:pt x="2226" y="143"/>
                  </a:lnTo>
                  <a:cubicBezTo>
                    <a:pt x="2132" y="48"/>
                    <a:pt x="2006" y="0"/>
                    <a:pt x="18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6"/>
            <p:cNvSpPr/>
            <p:nvPr/>
          </p:nvSpPr>
          <p:spPr>
            <a:xfrm>
              <a:off x="7017701" y="6186171"/>
              <a:ext cx="123067" cy="118522"/>
            </a:xfrm>
            <a:custGeom>
              <a:rect b="b" l="l" r="r" t="t"/>
              <a:pathLst>
                <a:path extrusionOk="0" h="2425" w="2518">
                  <a:moveTo>
                    <a:pt x="1881" y="1"/>
                  </a:moveTo>
                  <a:cubicBezTo>
                    <a:pt x="1755" y="1"/>
                    <a:pt x="1629" y="48"/>
                    <a:pt x="1534" y="143"/>
                  </a:cubicBezTo>
                  <a:lnTo>
                    <a:pt x="190" y="1488"/>
                  </a:lnTo>
                  <a:cubicBezTo>
                    <a:pt x="1" y="1679"/>
                    <a:pt x="1" y="1990"/>
                    <a:pt x="190" y="2180"/>
                  </a:cubicBezTo>
                  <a:lnTo>
                    <a:pt x="293" y="2281"/>
                  </a:lnTo>
                  <a:cubicBezTo>
                    <a:pt x="387" y="2376"/>
                    <a:pt x="512" y="2424"/>
                    <a:pt x="638" y="2424"/>
                  </a:cubicBezTo>
                  <a:cubicBezTo>
                    <a:pt x="763" y="2424"/>
                    <a:pt x="889" y="2376"/>
                    <a:pt x="983" y="2281"/>
                  </a:cubicBezTo>
                  <a:lnTo>
                    <a:pt x="2328" y="937"/>
                  </a:lnTo>
                  <a:cubicBezTo>
                    <a:pt x="2518" y="747"/>
                    <a:pt x="2518" y="435"/>
                    <a:pt x="2328" y="245"/>
                  </a:cubicBezTo>
                  <a:lnTo>
                    <a:pt x="2226" y="143"/>
                  </a:lnTo>
                  <a:cubicBezTo>
                    <a:pt x="2132" y="48"/>
                    <a:pt x="2006" y="1"/>
                    <a:pt x="18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6"/>
            <p:cNvSpPr/>
            <p:nvPr/>
          </p:nvSpPr>
          <p:spPr>
            <a:xfrm>
              <a:off x="6926989" y="6154843"/>
              <a:ext cx="123067" cy="118424"/>
            </a:xfrm>
            <a:custGeom>
              <a:rect b="b" l="l" r="r" t="t"/>
              <a:pathLst>
                <a:path extrusionOk="0" h="2423" w="2518">
                  <a:moveTo>
                    <a:pt x="1880" y="1"/>
                  </a:moveTo>
                  <a:cubicBezTo>
                    <a:pt x="1755" y="1"/>
                    <a:pt x="1629" y="48"/>
                    <a:pt x="1535" y="142"/>
                  </a:cubicBezTo>
                  <a:lnTo>
                    <a:pt x="191" y="1486"/>
                  </a:lnTo>
                  <a:cubicBezTo>
                    <a:pt x="0" y="1677"/>
                    <a:pt x="0" y="1987"/>
                    <a:pt x="191" y="2179"/>
                  </a:cubicBezTo>
                  <a:lnTo>
                    <a:pt x="292" y="2280"/>
                  </a:lnTo>
                  <a:cubicBezTo>
                    <a:pt x="387" y="2375"/>
                    <a:pt x="513" y="2423"/>
                    <a:pt x="638" y="2423"/>
                  </a:cubicBezTo>
                  <a:cubicBezTo>
                    <a:pt x="764" y="2423"/>
                    <a:pt x="889" y="2375"/>
                    <a:pt x="984" y="2280"/>
                  </a:cubicBezTo>
                  <a:lnTo>
                    <a:pt x="2329" y="936"/>
                  </a:lnTo>
                  <a:cubicBezTo>
                    <a:pt x="2518" y="747"/>
                    <a:pt x="2518" y="434"/>
                    <a:pt x="2329" y="244"/>
                  </a:cubicBezTo>
                  <a:lnTo>
                    <a:pt x="2226" y="142"/>
                  </a:lnTo>
                  <a:cubicBezTo>
                    <a:pt x="2131" y="48"/>
                    <a:pt x="2006" y="1"/>
                    <a:pt x="18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6"/>
            <p:cNvSpPr/>
            <p:nvPr/>
          </p:nvSpPr>
          <p:spPr>
            <a:xfrm>
              <a:off x="6728314" y="6277714"/>
              <a:ext cx="162363" cy="162461"/>
            </a:xfrm>
            <a:custGeom>
              <a:rect b="b" l="l" r="r" t="t"/>
              <a:pathLst>
                <a:path extrusionOk="0" h="3324" w="3322">
                  <a:moveTo>
                    <a:pt x="1661" y="197"/>
                  </a:moveTo>
                  <a:cubicBezTo>
                    <a:pt x="2469" y="197"/>
                    <a:pt x="3127" y="856"/>
                    <a:pt x="3127" y="1664"/>
                  </a:cubicBezTo>
                  <a:cubicBezTo>
                    <a:pt x="3127" y="2472"/>
                    <a:pt x="2469" y="3130"/>
                    <a:pt x="1661" y="3130"/>
                  </a:cubicBezTo>
                  <a:cubicBezTo>
                    <a:pt x="853" y="3130"/>
                    <a:pt x="195" y="2472"/>
                    <a:pt x="195" y="1664"/>
                  </a:cubicBezTo>
                  <a:cubicBezTo>
                    <a:pt x="195" y="855"/>
                    <a:pt x="853" y="197"/>
                    <a:pt x="1661" y="197"/>
                  </a:cubicBezTo>
                  <a:close/>
                  <a:moveTo>
                    <a:pt x="1661" y="1"/>
                  </a:moveTo>
                  <a:cubicBezTo>
                    <a:pt x="746" y="1"/>
                    <a:pt x="1" y="746"/>
                    <a:pt x="1" y="1661"/>
                  </a:cubicBezTo>
                  <a:cubicBezTo>
                    <a:pt x="1" y="2577"/>
                    <a:pt x="746" y="3323"/>
                    <a:pt x="1661" y="3323"/>
                  </a:cubicBezTo>
                  <a:cubicBezTo>
                    <a:pt x="2577" y="3323"/>
                    <a:pt x="3322" y="2577"/>
                    <a:pt x="3322" y="1661"/>
                  </a:cubicBezTo>
                  <a:cubicBezTo>
                    <a:pt x="3322" y="746"/>
                    <a:pt x="2577" y="1"/>
                    <a:pt x="16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6"/>
            <p:cNvSpPr/>
            <p:nvPr/>
          </p:nvSpPr>
          <p:spPr>
            <a:xfrm>
              <a:off x="5417985" y="3295854"/>
              <a:ext cx="772665" cy="2913683"/>
            </a:xfrm>
            <a:custGeom>
              <a:rect b="b" l="l" r="r" t="t"/>
              <a:pathLst>
                <a:path extrusionOk="0" h="59615" w="15809">
                  <a:moveTo>
                    <a:pt x="9906" y="0"/>
                  </a:moveTo>
                  <a:cubicBezTo>
                    <a:pt x="7140" y="0"/>
                    <a:pt x="4768" y="2095"/>
                    <a:pt x="4480" y="4906"/>
                  </a:cubicBezTo>
                  <a:lnTo>
                    <a:pt x="1" y="58944"/>
                  </a:lnTo>
                  <a:lnTo>
                    <a:pt x="6548" y="59615"/>
                  </a:lnTo>
                  <a:lnTo>
                    <a:pt x="15304" y="6344"/>
                  </a:lnTo>
                  <a:cubicBezTo>
                    <a:pt x="15809" y="3240"/>
                    <a:pt x="13597" y="351"/>
                    <a:pt x="10470" y="29"/>
                  </a:cubicBezTo>
                  <a:cubicBezTo>
                    <a:pt x="10280" y="10"/>
                    <a:pt x="10093" y="0"/>
                    <a:pt x="9906"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6"/>
            <p:cNvSpPr/>
            <p:nvPr/>
          </p:nvSpPr>
          <p:spPr>
            <a:xfrm>
              <a:off x="5563436" y="3295854"/>
              <a:ext cx="627213" cy="1183655"/>
            </a:xfrm>
            <a:custGeom>
              <a:rect b="b" l="l" r="r" t="t"/>
              <a:pathLst>
                <a:path extrusionOk="0" h="24218" w="12833">
                  <a:moveTo>
                    <a:pt x="6930" y="0"/>
                  </a:moveTo>
                  <a:cubicBezTo>
                    <a:pt x="4164" y="0"/>
                    <a:pt x="1792" y="2095"/>
                    <a:pt x="1504" y="4906"/>
                  </a:cubicBezTo>
                  <a:lnTo>
                    <a:pt x="1" y="23037"/>
                  </a:lnTo>
                  <a:lnTo>
                    <a:pt x="9389" y="24218"/>
                  </a:lnTo>
                  <a:lnTo>
                    <a:pt x="12328" y="6342"/>
                  </a:lnTo>
                  <a:cubicBezTo>
                    <a:pt x="12833" y="3239"/>
                    <a:pt x="10621" y="350"/>
                    <a:pt x="7494" y="29"/>
                  </a:cubicBezTo>
                  <a:cubicBezTo>
                    <a:pt x="7304" y="10"/>
                    <a:pt x="7117" y="0"/>
                    <a:pt x="693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6"/>
            <p:cNvSpPr/>
            <p:nvPr/>
          </p:nvSpPr>
          <p:spPr>
            <a:xfrm>
              <a:off x="5417985" y="5895659"/>
              <a:ext cx="369495" cy="313875"/>
            </a:xfrm>
            <a:custGeom>
              <a:rect b="b" l="l" r="r" t="t"/>
              <a:pathLst>
                <a:path extrusionOk="0" h="6422" w="7560">
                  <a:moveTo>
                    <a:pt x="477" y="0"/>
                  </a:moveTo>
                  <a:lnTo>
                    <a:pt x="1" y="5750"/>
                  </a:lnTo>
                  <a:lnTo>
                    <a:pt x="6548" y="6422"/>
                  </a:lnTo>
                  <a:lnTo>
                    <a:pt x="7559" y="281"/>
                  </a:lnTo>
                  <a:lnTo>
                    <a:pt x="4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6"/>
            <p:cNvSpPr/>
            <p:nvPr/>
          </p:nvSpPr>
          <p:spPr>
            <a:xfrm>
              <a:off x="4844050" y="6176641"/>
              <a:ext cx="894021" cy="381665"/>
            </a:xfrm>
            <a:custGeom>
              <a:rect b="b" l="l" r="r" t="t"/>
              <a:pathLst>
                <a:path extrusionOk="0" h="7809" w="18292">
                  <a:moveTo>
                    <a:pt x="11744" y="1"/>
                  </a:moveTo>
                  <a:lnTo>
                    <a:pt x="3124" y="2784"/>
                  </a:lnTo>
                  <a:cubicBezTo>
                    <a:pt x="1724" y="3236"/>
                    <a:pt x="647" y="4364"/>
                    <a:pt x="261" y="5784"/>
                  </a:cubicBezTo>
                  <a:lnTo>
                    <a:pt x="1" y="7808"/>
                  </a:lnTo>
                  <a:lnTo>
                    <a:pt x="18075" y="7808"/>
                  </a:lnTo>
                  <a:lnTo>
                    <a:pt x="18291" y="671"/>
                  </a:lnTo>
                  <a:lnTo>
                    <a:pt x="1174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6"/>
            <p:cNvSpPr/>
            <p:nvPr/>
          </p:nvSpPr>
          <p:spPr>
            <a:xfrm>
              <a:off x="4844196" y="6285681"/>
              <a:ext cx="885126" cy="272674"/>
            </a:xfrm>
            <a:custGeom>
              <a:rect b="b" l="l" r="r" t="t"/>
              <a:pathLst>
                <a:path extrusionOk="0" h="5579" w="18110">
                  <a:moveTo>
                    <a:pt x="4836" y="1"/>
                  </a:moveTo>
                  <a:lnTo>
                    <a:pt x="4084" y="244"/>
                  </a:lnTo>
                  <a:cubicBezTo>
                    <a:pt x="4830" y="640"/>
                    <a:pt x="6635" y="1841"/>
                    <a:pt x="7143" y="4406"/>
                  </a:cubicBezTo>
                  <a:lnTo>
                    <a:pt x="151" y="4406"/>
                  </a:lnTo>
                  <a:lnTo>
                    <a:pt x="0" y="5579"/>
                  </a:lnTo>
                  <a:lnTo>
                    <a:pt x="18074" y="5579"/>
                  </a:lnTo>
                  <a:lnTo>
                    <a:pt x="18109" y="4406"/>
                  </a:lnTo>
                  <a:lnTo>
                    <a:pt x="7741" y="4406"/>
                  </a:lnTo>
                  <a:cubicBezTo>
                    <a:pt x="7301" y="1960"/>
                    <a:pt x="5808" y="629"/>
                    <a:pt x="4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6"/>
            <p:cNvSpPr/>
            <p:nvPr/>
          </p:nvSpPr>
          <p:spPr>
            <a:xfrm>
              <a:off x="5134854" y="6214079"/>
              <a:ext cx="123116" cy="118424"/>
            </a:xfrm>
            <a:custGeom>
              <a:rect b="b" l="l" r="r" t="t"/>
              <a:pathLst>
                <a:path extrusionOk="0" h="2423" w="2519">
                  <a:moveTo>
                    <a:pt x="638" y="0"/>
                  </a:moveTo>
                  <a:cubicBezTo>
                    <a:pt x="512" y="0"/>
                    <a:pt x="387" y="48"/>
                    <a:pt x="292" y="143"/>
                  </a:cubicBezTo>
                  <a:lnTo>
                    <a:pt x="190" y="244"/>
                  </a:lnTo>
                  <a:cubicBezTo>
                    <a:pt x="0" y="433"/>
                    <a:pt x="0" y="746"/>
                    <a:pt x="190" y="937"/>
                  </a:cubicBezTo>
                  <a:lnTo>
                    <a:pt x="1535" y="2281"/>
                  </a:lnTo>
                  <a:cubicBezTo>
                    <a:pt x="1630" y="2375"/>
                    <a:pt x="1755" y="2423"/>
                    <a:pt x="1881" y="2423"/>
                  </a:cubicBezTo>
                  <a:cubicBezTo>
                    <a:pt x="2006" y="2423"/>
                    <a:pt x="2132" y="2375"/>
                    <a:pt x="2227" y="2281"/>
                  </a:cubicBezTo>
                  <a:lnTo>
                    <a:pt x="2328" y="2179"/>
                  </a:lnTo>
                  <a:cubicBezTo>
                    <a:pt x="2519" y="1988"/>
                    <a:pt x="2519" y="1676"/>
                    <a:pt x="2328" y="1487"/>
                  </a:cubicBezTo>
                  <a:lnTo>
                    <a:pt x="984" y="143"/>
                  </a:lnTo>
                  <a:cubicBezTo>
                    <a:pt x="889" y="48"/>
                    <a:pt x="763" y="0"/>
                    <a:pt x="6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6"/>
            <p:cNvSpPr/>
            <p:nvPr/>
          </p:nvSpPr>
          <p:spPr>
            <a:xfrm>
              <a:off x="5221851" y="6186171"/>
              <a:ext cx="123214" cy="118522"/>
            </a:xfrm>
            <a:custGeom>
              <a:rect b="b" l="l" r="r" t="t"/>
              <a:pathLst>
                <a:path extrusionOk="0" h="2425" w="2521">
                  <a:moveTo>
                    <a:pt x="639" y="1"/>
                  </a:moveTo>
                  <a:cubicBezTo>
                    <a:pt x="513" y="1"/>
                    <a:pt x="387" y="48"/>
                    <a:pt x="292" y="143"/>
                  </a:cubicBezTo>
                  <a:lnTo>
                    <a:pt x="191" y="245"/>
                  </a:lnTo>
                  <a:cubicBezTo>
                    <a:pt x="1" y="435"/>
                    <a:pt x="1" y="747"/>
                    <a:pt x="191" y="937"/>
                  </a:cubicBezTo>
                  <a:lnTo>
                    <a:pt x="1535" y="2281"/>
                  </a:lnTo>
                  <a:cubicBezTo>
                    <a:pt x="1630" y="2376"/>
                    <a:pt x="1756" y="2424"/>
                    <a:pt x="1881" y="2424"/>
                  </a:cubicBezTo>
                  <a:cubicBezTo>
                    <a:pt x="2007" y="2424"/>
                    <a:pt x="2132" y="2376"/>
                    <a:pt x="2227" y="2281"/>
                  </a:cubicBezTo>
                  <a:lnTo>
                    <a:pt x="2329" y="2180"/>
                  </a:lnTo>
                  <a:cubicBezTo>
                    <a:pt x="2521" y="1990"/>
                    <a:pt x="2521" y="1679"/>
                    <a:pt x="2329" y="1488"/>
                  </a:cubicBezTo>
                  <a:lnTo>
                    <a:pt x="985" y="143"/>
                  </a:lnTo>
                  <a:cubicBezTo>
                    <a:pt x="890" y="48"/>
                    <a:pt x="765" y="1"/>
                    <a:pt x="6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6"/>
            <p:cNvSpPr/>
            <p:nvPr/>
          </p:nvSpPr>
          <p:spPr>
            <a:xfrm>
              <a:off x="5312660" y="6154843"/>
              <a:ext cx="123067" cy="118424"/>
            </a:xfrm>
            <a:custGeom>
              <a:rect b="b" l="l" r="r" t="t"/>
              <a:pathLst>
                <a:path extrusionOk="0" h="2423" w="2518">
                  <a:moveTo>
                    <a:pt x="638" y="1"/>
                  </a:moveTo>
                  <a:cubicBezTo>
                    <a:pt x="513" y="1"/>
                    <a:pt x="387" y="48"/>
                    <a:pt x="292" y="142"/>
                  </a:cubicBezTo>
                  <a:lnTo>
                    <a:pt x="191" y="244"/>
                  </a:lnTo>
                  <a:cubicBezTo>
                    <a:pt x="0" y="434"/>
                    <a:pt x="0" y="747"/>
                    <a:pt x="191" y="936"/>
                  </a:cubicBezTo>
                  <a:lnTo>
                    <a:pt x="1535" y="2280"/>
                  </a:lnTo>
                  <a:cubicBezTo>
                    <a:pt x="1629" y="2375"/>
                    <a:pt x="1755" y="2423"/>
                    <a:pt x="1881" y="2423"/>
                  </a:cubicBezTo>
                  <a:cubicBezTo>
                    <a:pt x="2006" y="2423"/>
                    <a:pt x="2132" y="2375"/>
                    <a:pt x="2227" y="2280"/>
                  </a:cubicBezTo>
                  <a:lnTo>
                    <a:pt x="2329" y="2179"/>
                  </a:lnTo>
                  <a:cubicBezTo>
                    <a:pt x="2518" y="1987"/>
                    <a:pt x="2518" y="1677"/>
                    <a:pt x="2329" y="1486"/>
                  </a:cubicBezTo>
                  <a:lnTo>
                    <a:pt x="984" y="142"/>
                  </a:lnTo>
                  <a:cubicBezTo>
                    <a:pt x="889" y="48"/>
                    <a:pt x="764" y="1"/>
                    <a:pt x="6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6"/>
            <p:cNvSpPr/>
            <p:nvPr/>
          </p:nvSpPr>
          <p:spPr>
            <a:xfrm>
              <a:off x="5472040" y="6277714"/>
              <a:ext cx="162412" cy="162461"/>
            </a:xfrm>
            <a:custGeom>
              <a:rect b="b" l="l" r="r" t="t"/>
              <a:pathLst>
                <a:path extrusionOk="0" h="3324" w="3323">
                  <a:moveTo>
                    <a:pt x="1661" y="197"/>
                  </a:moveTo>
                  <a:cubicBezTo>
                    <a:pt x="2470" y="197"/>
                    <a:pt x="3127" y="856"/>
                    <a:pt x="3127" y="1664"/>
                  </a:cubicBezTo>
                  <a:cubicBezTo>
                    <a:pt x="3127" y="2472"/>
                    <a:pt x="2470" y="3130"/>
                    <a:pt x="1661" y="3130"/>
                  </a:cubicBezTo>
                  <a:cubicBezTo>
                    <a:pt x="853" y="3130"/>
                    <a:pt x="195" y="2472"/>
                    <a:pt x="195" y="1664"/>
                  </a:cubicBezTo>
                  <a:cubicBezTo>
                    <a:pt x="195" y="855"/>
                    <a:pt x="853" y="197"/>
                    <a:pt x="1661" y="197"/>
                  </a:cubicBezTo>
                  <a:close/>
                  <a:moveTo>
                    <a:pt x="1661" y="1"/>
                  </a:moveTo>
                  <a:cubicBezTo>
                    <a:pt x="745" y="1"/>
                    <a:pt x="0" y="746"/>
                    <a:pt x="0" y="1661"/>
                  </a:cubicBezTo>
                  <a:cubicBezTo>
                    <a:pt x="0" y="2577"/>
                    <a:pt x="745" y="3323"/>
                    <a:pt x="1661" y="3323"/>
                  </a:cubicBezTo>
                  <a:cubicBezTo>
                    <a:pt x="2577" y="3323"/>
                    <a:pt x="3323" y="2577"/>
                    <a:pt x="3323" y="1661"/>
                  </a:cubicBezTo>
                  <a:cubicBezTo>
                    <a:pt x="3323" y="746"/>
                    <a:pt x="2577" y="1"/>
                    <a:pt x="16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6"/>
            <p:cNvSpPr/>
            <p:nvPr/>
          </p:nvSpPr>
          <p:spPr>
            <a:xfrm>
              <a:off x="5529859" y="3130413"/>
              <a:ext cx="1306478" cy="1287025"/>
            </a:xfrm>
            <a:custGeom>
              <a:rect b="b" l="l" r="r" t="t"/>
              <a:pathLst>
                <a:path extrusionOk="0" h="26333" w="26731">
                  <a:moveTo>
                    <a:pt x="2873" y="1"/>
                  </a:moveTo>
                  <a:lnTo>
                    <a:pt x="0" y="24874"/>
                  </a:lnTo>
                  <a:lnTo>
                    <a:pt x="12617" y="26333"/>
                  </a:lnTo>
                  <a:lnTo>
                    <a:pt x="13365" y="19873"/>
                  </a:lnTo>
                  <a:lnTo>
                    <a:pt x="14112" y="26333"/>
                  </a:lnTo>
                  <a:lnTo>
                    <a:pt x="26730" y="24874"/>
                  </a:lnTo>
                  <a:lnTo>
                    <a:pt x="238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6"/>
            <p:cNvSpPr/>
            <p:nvPr/>
          </p:nvSpPr>
          <p:spPr>
            <a:xfrm>
              <a:off x="5651263" y="3130462"/>
              <a:ext cx="1064351" cy="217445"/>
            </a:xfrm>
            <a:custGeom>
              <a:rect b="b" l="l" r="r" t="t"/>
              <a:pathLst>
                <a:path extrusionOk="0" h="4449" w="21777">
                  <a:moveTo>
                    <a:pt x="389" y="1"/>
                  </a:moveTo>
                  <a:lnTo>
                    <a:pt x="0" y="3368"/>
                  </a:lnTo>
                  <a:cubicBezTo>
                    <a:pt x="1473" y="3637"/>
                    <a:pt x="6357" y="4449"/>
                    <a:pt x="12096" y="4449"/>
                  </a:cubicBezTo>
                  <a:cubicBezTo>
                    <a:pt x="15207" y="4449"/>
                    <a:pt x="18570" y="4210"/>
                    <a:pt x="21776" y="3518"/>
                  </a:cubicBezTo>
                  <a:lnTo>
                    <a:pt x="2137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6"/>
            <p:cNvSpPr/>
            <p:nvPr/>
          </p:nvSpPr>
          <p:spPr>
            <a:xfrm>
              <a:off x="6176617" y="3124059"/>
              <a:ext cx="23118" cy="996610"/>
            </a:xfrm>
            <a:custGeom>
              <a:rect b="b" l="l" r="r" t="t"/>
              <a:pathLst>
                <a:path extrusionOk="0" h="20391" w="473">
                  <a:moveTo>
                    <a:pt x="342" y="0"/>
                  </a:moveTo>
                  <a:cubicBezTo>
                    <a:pt x="272" y="0"/>
                    <a:pt x="214" y="58"/>
                    <a:pt x="214" y="129"/>
                  </a:cubicBezTo>
                  <a:lnTo>
                    <a:pt x="3" y="20260"/>
                  </a:lnTo>
                  <a:cubicBezTo>
                    <a:pt x="0" y="20332"/>
                    <a:pt x="58" y="20390"/>
                    <a:pt x="132" y="20390"/>
                  </a:cubicBezTo>
                  <a:cubicBezTo>
                    <a:pt x="204" y="20390"/>
                    <a:pt x="261" y="20335"/>
                    <a:pt x="262" y="20262"/>
                  </a:cubicBezTo>
                  <a:lnTo>
                    <a:pt x="472" y="131"/>
                  </a:lnTo>
                  <a:cubicBezTo>
                    <a:pt x="472" y="59"/>
                    <a:pt x="415" y="0"/>
                    <a:pt x="3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6"/>
            <p:cNvSpPr/>
            <p:nvPr/>
          </p:nvSpPr>
          <p:spPr>
            <a:xfrm>
              <a:off x="6182482" y="3124254"/>
              <a:ext cx="91201" cy="438604"/>
            </a:xfrm>
            <a:custGeom>
              <a:rect b="b" l="l" r="r" t="t"/>
              <a:pathLst>
                <a:path extrusionOk="0" h="8974" w="1866">
                  <a:moveTo>
                    <a:pt x="1735" y="1"/>
                  </a:moveTo>
                  <a:cubicBezTo>
                    <a:pt x="1664" y="1"/>
                    <a:pt x="1607" y="58"/>
                    <a:pt x="1607" y="129"/>
                  </a:cubicBezTo>
                  <a:lnTo>
                    <a:pt x="1607" y="7563"/>
                  </a:lnTo>
                  <a:cubicBezTo>
                    <a:pt x="1607" y="8198"/>
                    <a:pt x="1089" y="8716"/>
                    <a:pt x="453" y="8716"/>
                  </a:cubicBezTo>
                  <a:lnTo>
                    <a:pt x="129" y="8716"/>
                  </a:lnTo>
                  <a:cubicBezTo>
                    <a:pt x="58" y="8716"/>
                    <a:pt x="1" y="8773"/>
                    <a:pt x="1" y="8845"/>
                  </a:cubicBezTo>
                  <a:cubicBezTo>
                    <a:pt x="1" y="8916"/>
                    <a:pt x="58" y="8974"/>
                    <a:pt x="129" y="8974"/>
                  </a:cubicBezTo>
                  <a:lnTo>
                    <a:pt x="453" y="8974"/>
                  </a:lnTo>
                  <a:cubicBezTo>
                    <a:pt x="1232" y="8974"/>
                    <a:pt x="1866" y="8339"/>
                    <a:pt x="1864" y="7563"/>
                  </a:cubicBezTo>
                  <a:lnTo>
                    <a:pt x="1864" y="129"/>
                  </a:lnTo>
                  <a:cubicBezTo>
                    <a:pt x="1864" y="58"/>
                    <a:pt x="1807" y="1"/>
                    <a:pt x="1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6"/>
            <p:cNvSpPr/>
            <p:nvPr/>
          </p:nvSpPr>
          <p:spPr>
            <a:xfrm>
              <a:off x="5615829" y="3124108"/>
              <a:ext cx="184552" cy="422524"/>
            </a:xfrm>
            <a:custGeom>
              <a:rect b="b" l="l" r="r" t="t"/>
              <a:pathLst>
                <a:path extrusionOk="0" h="8645" w="3776">
                  <a:moveTo>
                    <a:pt x="3633" y="0"/>
                  </a:moveTo>
                  <a:cubicBezTo>
                    <a:pt x="3570" y="0"/>
                    <a:pt x="3517" y="50"/>
                    <a:pt x="3508" y="114"/>
                  </a:cubicBezTo>
                  <a:lnTo>
                    <a:pt x="2799" y="5606"/>
                  </a:lnTo>
                  <a:cubicBezTo>
                    <a:pt x="2705" y="6349"/>
                    <a:pt x="2286" y="7004"/>
                    <a:pt x="1653" y="7405"/>
                  </a:cubicBezTo>
                  <a:lnTo>
                    <a:pt x="76" y="8405"/>
                  </a:lnTo>
                  <a:cubicBezTo>
                    <a:pt x="17" y="8445"/>
                    <a:pt x="0" y="8523"/>
                    <a:pt x="37" y="8583"/>
                  </a:cubicBezTo>
                  <a:cubicBezTo>
                    <a:pt x="62" y="8623"/>
                    <a:pt x="103" y="8645"/>
                    <a:pt x="146" y="8645"/>
                  </a:cubicBezTo>
                  <a:cubicBezTo>
                    <a:pt x="169" y="8645"/>
                    <a:pt x="195" y="8638"/>
                    <a:pt x="212" y="8625"/>
                  </a:cubicBezTo>
                  <a:lnTo>
                    <a:pt x="1789" y="7625"/>
                  </a:lnTo>
                  <a:cubicBezTo>
                    <a:pt x="2489" y="7182"/>
                    <a:pt x="2949" y="6458"/>
                    <a:pt x="3055" y="5639"/>
                  </a:cubicBezTo>
                  <a:lnTo>
                    <a:pt x="3764" y="147"/>
                  </a:lnTo>
                  <a:cubicBezTo>
                    <a:pt x="3776" y="75"/>
                    <a:pt x="3726" y="11"/>
                    <a:pt x="3654" y="2"/>
                  </a:cubicBezTo>
                  <a:cubicBezTo>
                    <a:pt x="3647" y="1"/>
                    <a:pt x="3640" y="0"/>
                    <a:pt x="3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6"/>
            <p:cNvSpPr/>
            <p:nvPr/>
          </p:nvSpPr>
          <p:spPr>
            <a:xfrm>
              <a:off x="6562335" y="3124108"/>
              <a:ext cx="184650" cy="422524"/>
            </a:xfrm>
            <a:custGeom>
              <a:rect b="b" l="l" r="r" t="t"/>
              <a:pathLst>
                <a:path extrusionOk="0" h="8645" w="3778">
                  <a:moveTo>
                    <a:pt x="138" y="1"/>
                  </a:moveTo>
                  <a:cubicBezTo>
                    <a:pt x="132" y="1"/>
                    <a:pt x="125" y="1"/>
                    <a:pt x="119" y="2"/>
                  </a:cubicBezTo>
                  <a:cubicBezTo>
                    <a:pt x="50" y="11"/>
                    <a:pt x="0" y="75"/>
                    <a:pt x="9" y="147"/>
                  </a:cubicBezTo>
                  <a:lnTo>
                    <a:pt x="718" y="5639"/>
                  </a:lnTo>
                  <a:cubicBezTo>
                    <a:pt x="825" y="6459"/>
                    <a:pt x="1287" y="7183"/>
                    <a:pt x="1984" y="7625"/>
                  </a:cubicBezTo>
                  <a:lnTo>
                    <a:pt x="3561" y="8625"/>
                  </a:lnTo>
                  <a:cubicBezTo>
                    <a:pt x="3583" y="8638"/>
                    <a:pt x="3607" y="8645"/>
                    <a:pt x="3631" y="8645"/>
                  </a:cubicBezTo>
                  <a:cubicBezTo>
                    <a:pt x="3674" y="8645"/>
                    <a:pt x="3714" y="8623"/>
                    <a:pt x="3737" y="8583"/>
                  </a:cubicBezTo>
                  <a:cubicBezTo>
                    <a:pt x="3777" y="8523"/>
                    <a:pt x="3759" y="8442"/>
                    <a:pt x="3699" y="8405"/>
                  </a:cubicBezTo>
                  <a:lnTo>
                    <a:pt x="2121" y="7405"/>
                  </a:lnTo>
                  <a:cubicBezTo>
                    <a:pt x="1489" y="7004"/>
                    <a:pt x="1071" y="6349"/>
                    <a:pt x="974" y="5606"/>
                  </a:cubicBezTo>
                  <a:lnTo>
                    <a:pt x="265" y="112"/>
                  </a:lnTo>
                  <a:cubicBezTo>
                    <a:pt x="256" y="50"/>
                    <a:pt x="201" y="1"/>
                    <a:pt x="1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6"/>
            <p:cNvSpPr/>
            <p:nvPr/>
          </p:nvSpPr>
          <p:spPr>
            <a:xfrm>
              <a:off x="4673575" y="2155602"/>
              <a:ext cx="994362" cy="1959936"/>
            </a:xfrm>
            <a:custGeom>
              <a:rect b="b" l="l" r="r" t="t"/>
              <a:pathLst>
                <a:path extrusionOk="0" h="40101" w="20345">
                  <a:moveTo>
                    <a:pt x="14954" y="0"/>
                  </a:moveTo>
                  <a:lnTo>
                    <a:pt x="7186" y="10621"/>
                  </a:lnTo>
                  <a:cubicBezTo>
                    <a:pt x="7097" y="10745"/>
                    <a:pt x="7020" y="10877"/>
                    <a:pt x="6951" y="11008"/>
                  </a:cubicBezTo>
                  <a:cubicBezTo>
                    <a:pt x="6555" y="11423"/>
                    <a:pt x="6259" y="11945"/>
                    <a:pt x="6119" y="12544"/>
                  </a:cubicBezTo>
                  <a:lnTo>
                    <a:pt x="3347" y="28815"/>
                  </a:lnTo>
                  <a:lnTo>
                    <a:pt x="3378" y="28823"/>
                  </a:lnTo>
                  <a:lnTo>
                    <a:pt x="175" y="35826"/>
                  </a:lnTo>
                  <a:cubicBezTo>
                    <a:pt x="0" y="36187"/>
                    <a:pt x="193" y="36637"/>
                    <a:pt x="605" y="36742"/>
                  </a:cubicBezTo>
                  <a:cubicBezTo>
                    <a:pt x="654" y="36754"/>
                    <a:pt x="704" y="36760"/>
                    <a:pt x="753" y="36760"/>
                  </a:cubicBezTo>
                  <a:cubicBezTo>
                    <a:pt x="1003" y="36760"/>
                    <a:pt x="1240" y="36607"/>
                    <a:pt x="1353" y="36374"/>
                  </a:cubicBezTo>
                  <a:lnTo>
                    <a:pt x="2668" y="33667"/>
                  </a:lnTo>
                  <a:lnTo>
                    <a:pt x="1864" y="38103"/>
                  </a:lnTo>
                  <a:cubicBezTo>
                    <a:pt x="1768" y="38446"/>
                    <a:pt x="1970" y="38807"/>
                    <a:pt x="2314" y="38904"/>
                  </a:cubicBezTo>
                  <a:cubicBezTo>
                    <a:pt x="2373" y="38920"/>
                    <a:pt x="2431" y="38928"/>
                    <a:pt x="2489" y="38928"/>
                  </a:cubicBezTo>
                  <a:cubicBezTo>
                    <a:pt x="2773" y="38928"/>
                    <a:pt x="3036" y="38740"/>
                    <a:pt x="3115" y="38453"/>
                  </a:cubicBezTo>
                  <a:lnTo>
                    <a:pt x="4289" y="34253"/>
                  </a:lnTo>
                  <a:lnTo>
                    <a:pt x="4411" y="39420"/>
                  </a:lnTo>
                  <a:cubicBezTo>
                    <a:pt x="4395" y="39778"/>
                    <a:pt x="4673" y="40084"/>
                    <a:pt x="5030" y="40100"/>
                  </a:cubicBezTo>
                  <a:cubicBezTo>
                    <a:pt x="5041" y="40100"/>
                    <a:pt x="5051" y="40100"/>
                    <a:pt x="5062" y="40100"/>
                  </a:cubicBezTo>
                  <a:cubicBezTo>
                    <a:pt x="5406" y="40100"/>
                    <a:pt x="5694" y="39829"/>
                    <a:pt x="5710" y="39482"/>
                  </a:cubicBezTo>
                  <a:lnTo>
                    <a:pt x="6054" y="34217"/>
                  </a:lnTo>
                  <a:lnTo>
                    <a:pt x="6741" y="38612"/>
                  </a:lnTo>
                  <a:cubicBezTo>
                    <a:pt x="6769" y="38951"/>
                    <a:pt x="7054" y="39212"/>
                    <a:pt x="7389" y="39212"/>
                  </a:cubicBezTo>
                  <a:cubicBezTo>
                    <a:pt x="7450" y="39212"/>
                    <a:pt x="7513" y="39203"/>
                    <a:pt x="7576" y="39184"/>
                  </a:cubicBezTo>
                  <a:cubicBezTo>
                    <a:pt x="7872" y="39097"/>
                    <a:pt x="8058" y="38798"/>
                    <a:pt x="8035" y="38491"/>
                  </a:cubicBezTo>
                  <a:lnTo>
                    <a:pt x="7690" y="34107"/>
                  </a:lnTo>
                  <a:lnTo>
                    <a:pt x="7798" y="33555"/>
                  </a:lnTo>
                  <a:cubicBezTo>
                    <a:pt x="7831" y="33387"/>
                    <a:pt x="7976" y="33283"/>
                    <a:pt x="8129" y="33283"/>
                  </a:cubicBezTo>
                  <a:cubicBezTo>
                    <a:pt x="8197" y="33283"/>
                    <a:pt x="8266" y="33304"/>
                    <a:pt x="8328" y="33349"/>
                  </a:cubicBezTo>
                  <a:lnTo>
                    <a:pt x="9773" y="34417"/>
                  </a:lnTo>
                  <a:cubicBezTo>
                    <a:pt x="9908" y="34538"/>
                    <a:pt x="10078" y="34597"/>
                    <a:pt x="10247" y="34597"/>
                  </a:cubicBezTo>
                  <a:cubicBezTo>
                    <a:pt x="10468" y="34597"/>
                    <a:pt x="10687" y="34497"/>
                    <a:pt x="10828" y="34300"/>
                  </a:cubicBezTo>
                  <a:cubicBezTo>
                    <a:pt x="11046" y="33998"/>
                    <a:pt x="10977" y="33575"/>
                    <a:pt x="10698" y="33326"/>
                  </a:cubicBezTo>
                  <a:lnTo>
                    <a:pt x="9914" y="32630"/>
                  </a:lnTo>
                  <a:cubicBezTo>
                    <a:pt x="9614" y="32361"/>
                    <a:pt x="9392" y="32016"/>
                    <a:pt x="9276" y="31632"/>
                  </a:cubicBezTo>
                  <a:cubicBezTo>
                    <a:pt x="9149" y="31210"/>
                    <a:pt x="8949" y="30813"/>
                    <a:pt x="8684" y="30459"/>
                  </a:cubicBezTo>
                  <a:lnTo>
                    <a:pt x="8152" y="29747"/>
                  </a:lnTo>
                  <a:lnTo>
                    <a:pt x="12396" y="14727"/>
                  </a:lnTo>
                  <a:cubicBezTo>
                    <a:pt x="12460" y="14655"/>
                    <a:pt x="12522" y="14584"/>
                    <a:pt x="12576" y="14505"/>
                  </a:cubicBezTo>
                  <a:lnTo>
                    <a:pt x="20345" y="3885"/>
                  </a:lnTo>
                  <a:lnTo>
                    <a:pt x="14954" y="0"/>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6"/>
            <p:cNvSpPr/>
            <p:nvPr/>
          </p:nvSpPr>
          <p:spPr>
            <a:xfrm>
              <a:off x="5159144" y="2155602"/>
              <a:ext cx="508789" cy="522034"/>
            </a:xfrm>
            <a:custGeom>
              <a:rect b="b" l="l" r="r" t="t"/>
              <a:pathLst>
                <a:path extrusionOk="0" h="10681" w="10410">
                  <a:moveTo>
                    <a:pt x="5019" y="0"/>
                  </a:moveTo>
                  <a:lnTo>
                    <a:pt x="1" y="6862"/>
                  </a:lnTo>
                  <a:lnTo>
                    <a:pt x="5440" y="10681"/>
                  </a:lnTo>
                  <a:lnTo>
                    <a:pt x="10410" y="3885"/>
                  </a:lnTo>
                  <a:lnTo>
                    <a:pt x="501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6"/>
            <p:cNvSpPr/>
            <p:nvPr/>
          </p:nvSpPr>
          <p:spPr>
            <a:xfrm>
              <a:off x="6694932" y="2155602"/>
              <a:ext cx="994362" cy="1959839"/>
            </a:xfrm>
            <a:custGeom>
              <a:rect b="b" l="l" r="r" t="t"/>
              <a:pathLst>
                <a:path extrusionOk="0" h="40099" w="20345">
                  <a:moveTo>
                    <a:pt x="5389" y="0"/>
                  </a:moveTo>
                  <a:lnTo>
                    <a:pt x="0" y="3885"/>
                  </a:lnTo>
                  <a:lnTo>
                    <a:pt x="7769" y="14505"/>
                  </a:lnTo>
                  <a:cubicBezTo>
                    <a:pt x="7823" y="14584"/>
                    <a:pt x="7885" y="14655"/>
                    <a:pt x="7948" y="14727"/>
                  </a:cubicBezTo>
                  <a:lnTo>
                    <a:pt x="12191" y="29748"/>
                  </a:lnTo>
                  <a:lnTo>
                    <a:pt x="11658" y="30459"/>
                  </a:lnTo>
                  <a:cubicBezTo>
                    <a:pt x="11393" y="30813"/>
                    <a:pt x="11193" y="31208"/>
                    <a:pt x="11067" y="31632"/>
                  </a:cubicBezTo>
                  <a:cubicBezTo>
                    <a:pt x="10951" y="32016"/>
                    <a:pt x="10731" y="32362"/>
                    <a:pt x="10429" y="32630"/>
                  </a:cubicBezTo>
                  <a:lnTo>
                    <a:pt x="9645" y="33326"/>
                  </a:lnTo>
                  <a:cubicBezTo>
                    <a:pt x="9367" y="33575"/>
                    <a:pt x="9296" y="33998"/>
                    <a:pt x="9515" y="34300"/>
                  </a:cubicBezTo>
                  <a:cubicBezTo>
                    <a:pt x="9657" y="34497"/>
                    <a:pt x="9876" y="34597"/>
                    <a:pt x="10096" y="34597"/>
                  </a:cubicBezTo>
                  <a:cubicBezTo>
                    <a:pt x="10265" y="34597"/>
                    <a:pt x="10434" y="34538"/>
                    <a:pt x="10569" y="34417"/>
                  </a:cubicBezTo>
                  <a:lnTo>
                    <a:pt x="12014" y="33349"/>
                  </a:lnTo>
                  <a:cubicBezTo>
                    <a:pt x="12075" y="33304"/>
                    <a:pt x="12144" y="33284"/>
                    <a:pt x="12212" y="33284"/>
                  </a:cubicBezTo>
                  <a:cubicBezTo>
                    <a:pt x="12365" y="33284"/>
                    <a:pt x="12512" y="33388"/>
                    <a:pt x="12544" y="33555"/>
                  </a:cubicBezTo>
                  <a:lnTo>
                    <a:pt x="12652" y="34107"/>
                  </a:lnTo>
                  <a:lnTo>
                    <a:pt x="12310" y="38489"/>
                  </a:lnTo>
                  <a:cubicBezTo>
                    <a:pt x="12284" y="38798"/>
                    <a:pt x="12470" y="39097"/>
                    <a:pt x="12769" y="39183"/>
                  </a:cubicBezTo>
                  <a:cubicBezTo>
                    <a:pt x="12832" y="39201"/>
                    <a:pt x="12895" y="39210"/>
                    <a:pt x="12957" y="39210"/>
                  </a:cubicBezTo>
                  <a:cubicBezTo>
                    <a:pt x="13291" y="39210"/>
                    <a:pt x="13576" y="38950"/>
                    <a:pt x="13603" y="38611"/>
                  </a:cubicBezTo>
                  <a:lnTo>
                    <a:pt x="14289" y="34214"/>
                  </a:lnTo>
                  <a:lnTo>
                    <a:pt x="14635" y="39480"/>
                  </a:lnTo>
                  <a:cubicBezTo>
                    <a:pt x="14651" y="39828"/>
                    <a:pt x="14942" y="40099"/>
                    <a:pt x="15286" y="40099"/>
                  </a:cubicBezTo>
                  <a:cubicBezTo>
                    <a:pt x="15295" y="40099"/>
                    <a:pt x="15305" y="40099"/>
                    <a:pt x="15315" y="40098"/>
                  </a:cubicBezTo>
                  <a:cubicBezTo>
                    <a:pt x="15671" y="40082"/>
                    <a:pt x="15948" y="39775"/>
                    <a:pt x="15932" y="39419"/>
                  </a:cubicBezTo>
                  <a:lnTo>
                    <a:pt x="16054" y="34250"/>
                  </a:lnTo>
                  <a:lnTo>
                    <a:pt x="17228" y="38452"/>
                  </a:lnTo>
                  <a:cubicBezTo>
                    <a:pt x="17309" y="38738"/>
                    <a:pt x="17572" y="38926"/>
                    <a:pt x="17857" y="38926"/>
                  </a:cubicBezTo>
                  <a:cubicBezTo>
                    <a:pt x="17914" y="38926"/>
                    <a:pt x="17973" y="38919"/>
                    <a:pt x="18031" y="38903"/>
                  </a:cubicBezTo>
                  <a:cubicBezTo>
                    <a:pt x="18372" y="38805"/>
                    <a:pt x="18577" y="38445"/>
                    <a:pt x="18480" y="38102"/>
                  </a:cubicBezTo>
                  <a:lnTo>
                    <a:pt x="17677" y="33664"/>
                  </a:lnTo>
                  <a:lnTo>
                    <a:pt x="18992" y="36373"/>
                  </a:lnTo>
                  <a:cubicBezTo>
                    <a:pt x="19105" y="36605"/>
                    <a:pt x="19339" y="36758"/>
                    <a:pt x="19588" y="36758"/>
                  </a:cubicBezTo>
                  <a:cubicBezTo>
                    <a:pt x="19638" y="36758"/>
                    <a:pt x="19688" y="36752"/>
                    <a:pt x="19738" y="36739"/>
                  </a:cubicBezTo>
                  <a:cubicBezTo>
                    <a:pt x="20150" y="36637"/>
                    <a:pt x="20345" y="36187"/>
                    <a:pt x="20169" y="35826"/>
                  </a:cubicBezTo>
                  <a:lnTo>
                    <a:pt x="16965" y="28823"/>
                  </a:lnTo>
                  <a:lnTo>
                    <a:pt x="16997" y="28815"/>
                  </a:lnTo>
                  <a:lnTo>
                    <a:pt x="14223" y="12544"/>
                  </a:lnTo>
                  <a:cubicBezTo>
                    <a:pt x="14085" y="11945"/>
                    <a:pt x="13790" y="11423"/>
                    <a:pt x="13392" y="11008"/>
                  </a:cubicBezTo>
                  <a:cubicBezTo>
                    <a:pt x="13322" y="10877"/>
                    <a:pt x="13247" y="10745"/>
                    <a:pt x="13156" y="10621"/>
                  </a:cubicBezTo>
                  <a:lnTo>
                    <a:pt x="5389" y="0"/>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6"/>
            <p:cNvSpPr/>
            <p:nvPr/>
          </p:nvSpPr>
          <p:spPr>
            <a:xfrm>
              <a:off x="6694835" y="2155602"/>
              <a:ext cx="508789" cy="522034"/>
            </a:xfrm>
            <a:custGeom>
              <a:rect b="b" l="l" r="r" t="t"/>
              <a:pathLst>
                <a:path extrusionOk="0" h="10681" w="10410">
                  <a:moveTo>
                    <a:pt x="5391" y="0"/>
                  </a:moveTo>
                  <a:lnTo>
                    <a:pt x="1" y="3885"/>
                  </a:lnTo>
                  <a:lnTo>
                    <a:pt x="4971" y="10681"/>
                  </a:lnTo>
                  <a:lnTo>
                    <a:pt x="10410" y="6862"/>
                  </a:lnTo>
                  <a:lnTo>
                    <a:pt x="539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6"/>
            <p:cNvSpPr/>
            <p:nvPr/>
          </p:nvSpPr>
          <p:spPr>
            <a:xfrm>
              <a:off x="5163445" y="1767975"/>
              <a:ext cx="2036084" cy="1544157"/>
            </a:xfrm>
            <a:custGeom>
              <a:rect b="b" l="l" r="r" t="t"/>
              <a:pathLst>
                <a:path extrusionOk="0" h="31594" w="41659">
                  <a:moveTo>
                    <a:pt x="20836" y="1"/>
                  </a:moveTo>
                  <a:cubicBezTo>
                    <a:pt x="19783" y="1"/>
                    <a:pt x="18729" y="89"/>
                    <a:pt x="17687" y="267"/>
                  </a:cubicBezTo>
                  <a:lnTo>
                    <a:pt x="9525" y="1817"/>
                  </a:lnTo>
                  <a:cubicBezTo>
                    <a:pt x="9525" y="1817"/>
                    <a:pt x="9526" y="1826"/>
                    <a:pt x="9526" y="1829"/>
                  </a:cubicBezTo>
                  <a:cubicBezTo>
                    <a:pt x="8355" y="2005"/>
                    <a:pt x="7257" y="2650"/>
                    <a:pt x="6547" y="3712"/>
                  </a:cubicBezTo>
                  <a:lnTo>
                    <a:pt x="0" y="13503"/>
                  </a:lnTo>
                  <a:lnTo>
                    <a:pt x="7248" y="18347"/>
                  </a:lnTo>
                  <a:lnTo>
                    <a:pt x="10835" y="12981"/>
                  </a:lnTo>
                  <a:cubicBezTo>
                    <a:pt x="11048" y="15757"/>
                    <a:pt x="11141" y="18482"/>
                    <a:pt x="10935" y="20391"/>
                  </a:cubicBezTo>
                  <a:cubicBezTo>
                    <a:pt x="10671" y="22857"/>
                    <a:pt x="9708" y="29444"/>
                    <a:pt x="9708" y="29444"/>
                  </a:cubicBezTo>
                  <a:cubicBezTo>
                    <a:pt x="9708" y="29444"/>
                    <a:pt x="12342" y="31594"/>
                    <a:pt x="20835" y="31594"/>
                  </a:cubicBezTo>
                  <a:cubicBezTo>
                    <a:pt x="29326" y="31594"/>
                    <a:pt x="32009" y="29444"/>
                    <a:pt x="32009" y="29444"/>
                  </a:cubicBezTo>
                  <a:cubicBezTo>
                    <a:pt x="32009" y="29444"/>
                    <a:pt x="31046" y="22858"/>
                    <a:pt x="30782" y="20391"/>
                  </a:cubicBezTo>
                  <a:cubicBezTo>
                    <a:pt x="30577" y="18497"/>
                    <a:pt x="30667" y="15806"/>
                    <a:pt x="30876" y="13054"/>
                  </a:cubicBezTo>
                  <a:lnTo>
                    <a:pt x="34410" y="18350"/>
                  </a:lnTo>
                  <a:lnTo>
                    <a:pt x="41658" y="13505"/>
                  </a:lnTo>
                  <a:lnTo>
                    <a:pt x="35111" y="3712"/>
                  </a:lnTo>
                  <a:cubicBezTo>
                    <a:pt x="34413" y="2665"/>
                    <a:pt x="33336" y="2025"/>
                    <a:pt x="32185" y="1836"/>
                  </a:cubicBezTo>
                  <a:cubicBezTo>
                    <a:pt x="32186" y="1829"/>
                    <a:pt x="32189" y="1817"/>
                    <a:pt x="32189" y="1817"/>
                  </a:cubicBezTo>
                  <a:lnTo>
                    <a:pt x="23980" y="265"/>
                  </a:lnTo>
                  <a:cubicBezTo>
                    <a:pt x="22939" y="89"/>
                    <a:pt x="21887" y="1"/>
                    <a:pt x="208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6"/>
            <p:cNvSpPr/>
            <p:nvPr/>
          </p:nvSpPr>
          <p:spPr>
            <a:xfrm>
              <a:off x="5896858" y="1803409"/>
              <a:ext cx="569052" cy="264023"/>
            </a:xfrm>
            <a:custGeom>
              <a:rect b="b" l="l" r="r" t="t"/>
              <a:pathLst>
                <a:path extrusionOk="0" h="5402" w="11643">
                  <a:moveTo>
                    <a:pt x="11415" y="1"/>
                  </a:moveTo>
                  <a:cubicBezTo>
                    <a:pt x="11272" y="2876"/>
                    <a:pt x="8818" y="5173"/>
                    <a:pt x="5822" y="5173"/>
                  </a:cubicBezTo>
                  <a:cubicBezTo>
                    <a:pt x="2827" y="5173"/>
                    <a:pt x="374" y="2880"/>
                    <a:pt x="228" y="7"/>
                  </a:cubicBezTo>
                  <a:lnTo>
                    <a:pt x="1" y="50"/>
                  </a:lnTo>
                  <a:cubicBezTo>
                    <a:pt x="168" y="3030"/>
                    <a:pt x="2714" y="5401"/>
                    <a:pt x="5822" y="5401"/>
                  </a:cubicBezTo>
                  <a:cubicBezTo>
                    <a:pt x="8928" y="5401"/>
                    <a:pt x="11477" y="3026"/>
                    <a:pt x="11643" y="44"/>
                  </a:cubicBezTo>
                  <a:lnTo>
                    <a:pt x="1141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6"/>
            <p:cNvSpPr/>
            <p:nvPr/>
          </p:nvSpPr>
          <p:spPr>
            <a:xfrm>
              <a:off x="5941970" y="1767975"/>
              <a:ext cx="481370" cy="244766"/>
            </a:xfrm>
            <a:custGeom>
              <a:rect b="b" l="l" r="r" t="t"/>
              <a:pathLst>
                <a:path extrusionOk="0" h="5008" w="9849">
                  <a:moveTo>
                    <a:pt x="4903" y="1"/>
                  </a:moveTo>
                  <a:cubicBezTo>
                    <a:pt x="3850" y="1"/>
                    <a:pt x="2796" y="89"/>
                    <a:pt x="1754" y="267"/>
                  </a:cubicBezTo>
                  <a:lnTo>
                    <a:pt x="0" y="563"/>
                  </a:lnTo>
                  <a:cubicBezTo>
                    <a:pt x="253" y="3059"/>
                    <a:pt x="2363" y="5008"/>
                    <a:pt x="4926" y="5008"/>
                  </a:cubicBezTo>
                  <a:cubicBezTo>
                    <a:pt x="7487" y="5008"/>
                    <a:pt x="9593" y="3063"/>
                    <a:pt x="9849" y="569"/>
                  </a:cubicBezTo>
                  <a:lnTo>
                    <a:pt x="8047" y="265"/>
                  </a:lnTo>
                  <a:cubicBezTo>
                    <a:pt x="7006" y="89"/>
                    <a:pt x="5955" y="1"/>
                    <a:pt x="4903"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6"/>
            <p:cNvSpPr/>
            <p:nvPr/>
          </p:nvSpPr>
          <p:spPr>
            <a:xfrm>
              <a:off x="6036249" y="1509769"/>
              <a:ext cx="292957" cy="452045"/>
            </a:xfrm>
            <a:custGeom>
              <a:rect b="b" l="l" r="r" t="t"/>
              <a:pathLst>
                <a:path extrusionOk="0" h="9249" w="5994">
                  <a:moveTo>
                    <a:pt x="1" y="1"/>
                  </a:moveTo>
                  <a:lnTo>
                    <a:pt x="1" y="6252"/>
                  </a:lnTo>
                  <a:cubicBezTo>
                    <a:pt x="1" y="7908"/>
                    <a:pt x="1341" y="9248"/>
                    <a:pt x="2997" y="9248"/>
                  </a:cubicBezTo>
                  <a:cubicBezTo>
                    <a:pt x="4652" y="9248"/>
                    <a:pt x="5993" y="7908"/>
                    <a:pt x="5993" y="6252"/>
                  </a:cubicBezTo>
                  <a:lnTo>
                    <a:pt x="5993"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6"/>
            <p:cNvSpPr/>
            <p:nvPr/>
          </p:nvSpPr>
          <p:spPr>
            <a:xfrm>
              <a:off x="6036249" y="1509720"/>
              <a:ext cx="292957" cy="232694"/>
            </a:xfrm>
            <a:custGeom>
              <a:rect b="b" l="l" r="r" t="t"/>
              <a:pathLst>
                <a:path extrusionOk="0" h="4761" w="5994">
                  <a:moveTo>
                    <a:pt x="1" y="0"/>
                  </a:moveTo>
                  <a:lnTo>
                    <a:pt x="1" y="3852"/>
                  </a:lnTo>
                  <a:cubicBezTo>
                    <a:pt x="1011" y="4272"/>
                    <a:pt x="2532" y="4760"/>
                    <a:pt x="4134" y="4760"/>
                  </a:cubicBezTo>
                  <a:cubicBezTo>
                    <a:pt x="4750" y="4760"/>
                    <a:pt x="5378" y="4688"/>
                    <a:pt x="5993" y="4513"/>
                  </a:cubicBezTo>
                  <a:lnTo>
                    <a:pt x="5993"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6"/>
            <p:cNvSpPr/>
            <p:nvPr/>
          </p:nvSpPr>
          <p:spPr>
            <a:xfrm>
              <a:off x="5854386" y="1276342"/>
              <a:ext cx="172920" cy="180398"/>
            </a:xfrm>
            <a:custGeom>
              <a:rect b="b" l="l" r="r" t="t"/>
              <a:pathLst>
                <a:path extrusionOk="0" h="3691" w="3538">
                  <a:moveTo>
                    <a:pt x="1532" y="0"/>
                  </a:moveTo>
                  <a:cubicBezTo>
                    <a:pt x="1388" y="0"/>
                    <a:pt x="1244" y="25"/>
                    <a:pt x="1104" y="77"/>
                  </a:cubicBezTo>
                  <a:cubicBezTo>
                    <a:pt x="329" y="368"/>
                    <a:pt x="0" y="1396"/>
                    <a:pt x="368" y="2371"/>
                  </a:cubicBezTo>
                  <a:cubicBezTo>
                    <a:pt x="668" y="3172"/>
                    <a:pt x="1344" y="3690"/>
                    <a:pt x="2005" y="3690"/>
                  </a:cubicBezTo>
                  <a:cubicBezTo>
                    <a:pt x="2150" y="3690"/>
                    <a:pt x="2295" y="3665"/>
                    <a:pt x="2435" y="3613"/>
                  </a:cubicBezTo>
                  <a:cubicBezTo>
                    <a:pt x="3208" y="3321"/>
                    <a:pt x="3537" y="2294"/>
                    <a:pt x="3171" y="1317"/>
                  </a:cubicBezTo>
                  <a:cubicBezTo>
                    <a:pt x="2868" y="517"/>
                    <a:pt x="2193" y="0"/>
                    <a:pt x="1532"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6"/>
            <p:cNvSpPr/>
            <p:nvPr/>
          </p:nvSpPr>
          <p:spPr>
            <a:xfrm>
              <a:off x="6338245" y="1276342"/>
              <a:ext cx="172822" cy="180398"/>
            </a:xfrm>
            <a:custGeom>
              <a:rect b="b" l="l" r="r" t="t"/>
              <a:pathLst>
                <a:path extrusionOk="0" h="3691" w="3536">
                  <a:moveTo>
                    <a:pt x="2005" y="0"/>
                  </a:moveTo>
                  <a:cubicBezTo>
                    <a:pt x="1344" y="0"/>
                    <a:pt x="666" y="517"/>
                    <a:pt x="366" y="1317"/>
                  </a:cubicBezTo>
                  <a:cubicBezTo>
                    <a:pt x="0" y="2294"/>
                    <a:pt x="329" y="3321"/>
                    <a:pt x="1103" y="3613"/>
                  </a:cubicBezTo>
                  <a:cubicBezTo>
                    <a:pt x="1242" y="3665"/>
                    <a:pt x="1387" y="3690"/>
                    <a:pt x="1532" y="3690"/>
                  </a:cubicBezTo>
                  <a:cubicBezTo>
                    <a:pt x="2192" y="3690"/>
                    <a:pt x="2869" y="3172"/>
                    <a:pt x="3169" y="2371"/>
                  </a:cubicBezTo>
                  <a:cubicBezTo>
                    <a:pt x="3535" y="1396"/>
                    <a:pt x="3207" y="368"/>
                    <a:pt x="2433" y="77"/>
                  </a:cubicBezTo>
                  <a:cubicBezTo>
                    <a:pt x="2294" y="25"/>
                    <a:pt x="2149" y="0"/>
                    <a:pt x="2005"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6"/>
            <p:cNvSpPr/>
            <p:nvPr/>
          </p:nvSpPr>
          <p:spPr>
            <a:xfrm>
              <a:off x="5860056" y="863300"/>
              <a:ext cx="664944" cy="539433"/>
            </a:xfrm>
            <a:custGeom>
              <a:rect b="b" l="l" r="r" t="t"/>
              <a:pathLst>
                <a:path extrusionOk="0" h="11037" w="13605">
                  <a:moveTo>
                    <a:pt x="7032" y="0"/>
                  </a:moveTo>
                  <a:cubicBezTo>
                    <a:pt x="6332" y="0"/>
                    <a:pt x="5641" y="76"/>
                    <a:pt x="5006" y="193"/>
                  </a:cubicBezTo>
                  <a:cubicBezTo>
                    <a:pt x="3743" y="425"/>
                    <a:pt x="3058" y="1244"/>
                    <a:pt x="2710" y="1872"/>
                  </a:cubicBezTo>
                  <a:cubicBezTo>
                    <a:pt x="2630" y="1294"/>
                    <a:pt x="2386" y="811"/>
                    <a:pt x="2386" y="811"/>
                  </a:cubicBezTo>
                  <a:cubicBezTo>
                    <a:pt x="2164" y="867"/>
                    <a:pt x="1705" y="1104"/>
                    <a:pt x="1652" y="1479"/>
                  </a:cubicBezTo>
                  <a:cubicBezTo>
                    <a:pt x="1615" y="1753"/>
                    <a:pt x="1652" y="2162"/>
                    <a:pt x="1652" y="2162"/>
                  </a:cubicBezTo>
                  <a:cubicBezTo>
                    <a:pt x="1652" y="2162"/>
                    <a:pt x="1416" y="2036"/>
                    <a:pt x="1110" y="2036"/>
                  </a:cubicBezTo>
                  <a:cubicBezTo>
                    <a:pt x="999" y="2036"/>
                    <a:pt x="878" y="2052"/>
                    <a:pt x="757" y="2098"/>
                  </a:cubicBezTo>
                  <a:cubicBezTo>
                    <a:pt x="525" y="2187"/>
                    <a:pt x="226" y="2326"/>
                    <a:pt x="322" y="2587"/>
                  </a:cubicBezTo>
                  <a:cubicBezTo>
                    <a:pt x="322" y="2587"/>
                    <a:pt x="1270" y="3019"/>
                    <a:pt x="1347" y="3039"/>
                  </a:cubicBezTo>
                  <a:cubicBezTo>
                    <a:pt x="750" y="3498"/>
                    <a:pt x="461" y="4282"/>
                    <a:pt x="319" y="5127"/>
                  </a:cubicBezTo>
                  <a:cubicBezTo>
                    <a:pt x="0" y="7032"/>
                    <a:pt x="1077" y="8863"/>
                    <a:pt x="1077" y="9791"/>
                  </a:cubicBezTo>
                  <a:cubicBezTo>
                    <a:pt x="1077" y="10719"/>
                    <a:pt x="1858" y="11037"/>
                    <a:pt x="1858" y="11037"/>
                  </a:cubicBezTo>
                  <a:lnTo>
                    <a:pt x="10774" y="11037"/>
                  </a:lnTo>
                  <a:cubicBezTo>
                    <a:pt x="11676" y="10990"/>
                    <a:pt x="12019" y="10377"/>
                    <a:pt x="12092" y="9791"/>
                  </a:cubicBezTo>
                  <a:cubicBezTo>
                    <a:pt x="12167" y="9205"/>
                    <a:pt x="12777" y="7324"/>
                    <a:pt x="12948" y="6396"/>
                  </a:cubicBezTo>
                  <a:cubicBezTo>
                    <a:pt x="13113" y="5469"/>
                    <a:pt x="12358" y="4956"/>
                    <a:pt x="12358" y="4956"/>
                  </a:cubicBezTo>
                  <a:lnTo>
                    <a:pt x="12358" y="4956"/>
                  </a:lnTo>
                  <a:lnTo>
                    <a:pt x="13604" y="5519"/>
                  </a:lnTo>
                  <a:cubicBezTo>
                    <a:pt x="13604" y="5519"/>
                    <a:pt x="13236" y="3490"/>
                    <a:pt x="11552" y="1682"/>
                  </a:cubicBezTo>
                  <a:cubicBezTo>
                    <a:pt x="10370" y="415"/>
                    <a:pt x="8673" y="0"/>
                    <a:pt x="70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6"/>
            <p:cNvSpPr/>
            <p:nvPr/>
          </p:nvSpPr>
          <p:spPr>
            <a:xfrm>
              <a:off x="5940846" y="1064860"/>
              <a:ext cx="483911" cy="604046"/>
            </a:xfrm>
            <a:custGeom>
              <a:rect b="b" l="l" r="r" t="t"/>
              <a:pathLst>
                <a:path extrusionOk="0" h="12359" w="9901">
                  <a:moveTo>
                    <a:pt x="2107" y="1"/>
                  </a:moveTo>
                  <a:cubicBezTo>
                    <a:pt x="813" y="733"/>
                    <a:pt x="0" y="4350"/>
                    <a:pt x="0" y="4350"/>
                  </a:cubicBezTo>
                  <a:lnTo>
                    <a:pt x="0" y="7409"/>
                  </a:lnTo>
                  <a:cubicBezTo>
                    <a:pt x="0" y="10132"/>
                    <a:pt x="2227" y="12359"/>
                    <a:pt x="4950" y="12359"/>
                  </a:cubicBezTo>
                  <a:cubicBezTo>
                    <a:pt x="7673" y="12359"/>
                    <a:pt x="9900" y="10131"/>
                    <a:pt x="9900" y="7409"/>
                  </a:cubicBezTo>
                  <a:lnTo>
                    <a:pt x="9900" y="3689"/>
                  </a:lnTo>
                  <a:cubicBezTo>
                    <a:pt x="9191" y="2313"/>
                    <a:pt x="7896" y="2518"/>
                    <a:pt x="5747" y="2102"/>
                  </a:cubicBezTo>
                  <a:cubicBezTo>
                    <a:pt x="3706" y="1705"/>
                    <a:pt x="2107" y="1"/>
                    <a:pt x="2107"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6"/>
            <p:cNvSpPr/>
            <p:nvPr/>
          </p:nvSpPr>
          <p:spPr>
            <a:xfrm>
              <a:off x="6152864" y="1310848"/>
              <a:ext cx="57330" cy="136166"/>
            </a:xfrm>
            <a:custGeom>
              <a:rect b="b" l="l" r="r" t="t"/>
              <a:pathLst>
                <a:path extrusionOk="0" h="2786" w="1173">
                  <a:moveTo>
                    <a:pt x="587" y="1"/>
                  </a:moveTo>
                  <a:cubicBezTo>
                    <a:pt x="263" y="1"/>
                    <a:pt x="0" y="1210"/>
                    <a:pt x="0" y="1978"/>
                  </a:cubicBezTo>
                  <a:cubicBezTo>
                    <a:pt x="0" y="2748"/>
                    <a:pt x="263" y="2785"/>
                    <a:pt x="587" y="2785"/>
                  </a:cubicBezTo>
                  <a:cubicBezTo>
                    <a:pt x="911" y="2785"/>
                    <a:pt x="1173" y="2748"/>
                    <a:pt x="1173" y="1978"/>
                  </a:cubicBezTo>
                  <a:cubicBezTo>
                    <a:pt x="1173" y="1210"/>
                    <a:pt x="911" y="2"/>
                    <a:pt x="58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6"/>
            <p:cNvSpPr/>
            <p:nvPr/>
          </p:nvSpPr>
          <p:spPr>
            <a:xfrm>
              <a:off x="6117136" y="1486749"/>
              <a:ext cx="128737" cy="23851"/>
            </a:xfrm>
            <a:custGeom>
              <a:rect b="b" l="l" r="r" t="t"/>
              <a:pathLst>
                <a:path extrusionOk="0" h="488" w="2634">
                  <a:moveTo>
                    <a:pt x="2524" y="1"/>
                  </a:moveTo>
                  <a:cubicBezTo>
                    <a:pt x="2507" y="1"/>
                    <a:pt x="2490" y="5"/>
                    <a:pt x="2475" y="14"/>
                  </a:cubicBezTo>
                  <a:cubicBezTo>
                    <a:pt x="2104" y="220"/>
                    <a:pt x="1724" y="289"/>
                    <a:pt x="1382" y="289"/>
                  </a:cubicBezTo>
                  <a:cubicBezTo>
                    <a:pt x="699" y="289"/>
                    <a:pt x="166" y="16"/>
                    <a:pt x="158" y="13"/>
                  </a:cubicBezTo>
                  <a:cubicBezTo>
                    <a:pt x="143" y="5"/>
                    <a:pt x="127" y="1"/>
                    <a:pt x="111" y="1"/>
                  </a:cubicBezTo>
                  <a:cubicBezTo>
                    <a:pt x="76" y="1"/>
                    <a:pt x="43" y="20"/>
                    <a:pt x="26" y="53"/>
                  </a:cubicBezTo>
                  <a:cubicBezTo>
                    <a:pt x="0" y="101"/>
                    <a:pt x="19" y="160"/>
                    <a:pt x="66" y="186"/>
                  </a:cubicBezTo>
                  <a:cubicBezTo>
                    <a:pt x="102" y="203"/>
                    <a:pt x="655" y="488"/>
                    <a:pt x="1373" y="488"/>
                  </a:cubicBezTo>
                  <a:cubicBezTo>
                    <a:pt x="1744" y="488"/>
                    <a:pt x="2160" y="413"/>
                    <a:pt x="2569" y="184"/>
                  </a:cubicBezTo>
                  <a:cubicBezTo>
                    <a:pt x="2616" y="159"/>
                    <a:pt x="2633" y="99"/>
                    <a:pt x="2608" y="51"/>
                  </a:cubicBezTo>
                  <a:cubicBezTo>
                    <a:pt x="2590" y="19"/>
                    <a:pt x="2558" y="1"/>
                    <a:pt x="252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6"/>
            <p:cNvSpPr/>
            <p:nvPr/>
          </p:nvSpPr>
          <p:spPr>
            <a:xfrm>
              <a:off x="6020951" y="1226099"/>
              <a:ext cx="107672" cy="35385"/>
            </a:xfrm>
            <a:custGeom>
              <a:rect b="b" l="l" r="r" t="t"/>
              <a:pathLst>
                <a:path extrusionOk="0" h="724" w="2203">
                  <a:moveTo>
                    <a:pt x="1090" y="1"/>
                  </a:moveTo>
                  <a:cubicBezTo>
                    <a:pt x="640" y="1"/>
                    <a:pt x="271" y="209"/>
                    <a:pt x="82" y="386"/>
                  </a:cubicBezTo>
                  <a:cubicBezTo>
                    <a:pt x="3" y="459"/>
                    <a:pt x="0" y="582"/>
                    <a:pt x="73" y="660"/>
                  </a:cubicBezTo>
                  <a:cubicBezTo>
                    <a:pt x="112" y="702"/>
                    <a:pt x="164" y="723"/>
                    <a:pt x="217" y="723"/>
                  </a:cubicBezTo>
                  <a:cubicBezTo>
                    <a:pt x="264" y="723"/>
                    <a:pt x="312" y="706"/>
                    <a:pt x="349" y="672"/>
                  </a:cubicBezTo>
                  <a:cubicBezTo>
                    <a:pt x="368" y="654"/>
                    <a:pt x="660" y="391"/>
                    <a:pt x="1090" y="391"/>
                  </a:cubicBezTo>
                  <a:cubicBezTo>
                    <a:pt x="1316" y="391"/>
                    <a:pt x="1580" y="464"/>
                    <a:pt x="1863" y="682"/>
                  </a:cubicBezTo>
                  <a:cubicBezTo>
                    <a:pt x="1898" y="709"/>
                    <a:pt x="1941" y="723"/>
                    <a:pt x="1983" y="723"/>
                  </a:cubicBezTo>
                  <a:cubicBezTo>
                    <a:pt x="2041" y="723"/>
                    <a:pt x="2099" y="699"/>
                    <a:pt x="2139" y="646"/>
                  </a:cubicBezTo>
                  <a:cubicBezTo>
                    <a:pt x="2203" y="563"/>
                    <a:pt x="2189" y="439"/>
                    <a:pt x="2103" y="373"/>
                  </a:cubicBezTo>
                  <a:cubicBezTo>
                    <a:pt x="1748" y="99"/>
                    <a:pt x="1400" y="1"/>
                    <a:pt x="10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6"/>
            <p:cNvSpPr/>
            <p:nvPr/>
          </p:nvSpPr>
          <p:spPr>
            <a:xfrm>
              <a:off x="6234289" y="1226196"/>
              <a:ext cx="107818" cy="35434"/>
            </a:xfrm>
            <a:custGeom>
              <a:rect b="b" l="l" r="r" t="t"/>
              <a:pathLst>
                <a:path extrusionOk="0" h="725" w="2206">
                  <a:moveTo>
                    <a:pt x="1115" y="0"/>
                  </a:moveTo>
                  <a:cubicBezTo>
                    <a:pt x="805" y="0"/>
                    <a:pt x="457" y="99"/>
                    <a:pt x="103" y="374"/>
                  </a:cubicBezTo>
                  <a:cubicBezTo>
                    <a:pt x="18" y="440"/>
                    <a:pt x="0" y="561"/>
                    <a:pt x="68" y="647"/>
                  </a:cubicBezTo>
                  <a:cubicBezTo>
                    <a:pt x="106" y="696"/>
                    <a:pt x="163" y="721"/>
                    <a:pt x="222" y="721"/>
                  </a:cubicBezTo>
                  <a:cubicBezTo>
                    <a:pt x="265" y="721"/>
                    <a:pt x="306" y="710"/>
                    <a:pt x="342" y="683"/>
                  </a:cubicBezTo>
                  <a:cubicBezTo>
                    <a:pt x="625" y="465"/>
                    <a:pt x="889" y="393"/>
                    <a:pt x="1115" y="393"/>
                  </a:cubicBezTo>
                  <a:cubicBezTo>
                    <a:pt x="1546" y="393"/>
                    <a:pt x="1839" y="655"/>
                    <a:pt x="1857" y="671"/>
                  </a:cubicBezTo>
                  <a:cubicBezTo>
                    <a:pt x="1894" y="707"/>
                    <a:pt x="1942" y="725"/>
                    <a:pt x="1990" y="725"/>
                  </a:cubicBezTo>
                  <a:cubicBezTo>
                    <a:pt x="2042" y="725"/>
                    <a:pt x="2093" y="704"/>
                    <a:pt x="2131" y="663"/>
                  </a:cubicBezTo>
                  <a:cubicBezTo>
                    <a:pt x="2206" y="583"/>
                    <a:pt x="2201" y="460"/>
                    <a:pt x="2123" y="385"/>
                  </a:cubicBezTo>
                  <a:cubicBezTo>
                    <a:pt x="1935" y="209"/>
                    <a:pt x="1565" y="0"/>
                    <a:pt x="111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6"/>
            <p:cNvSpPr/>
            <p:nvPr/>
          </p:nvSpPr>
          <p:spPr>
            <a:xfrm>
              <a:off x="6053139" y="1276112"/>
              <a:ext cx="43275" cy="61864"/>
            </a:xfrm>
            <a:custGeom>
              <a:rect b="b" l="l" r="r" t="t"/>
              <a:pathLst>
                <a:path extrusionOk="0" h="2303" w="1611">
                  <a:moveTo>
                    <a:pt x="805" y="0"/>
                  </a:moveTo>
                  <a:cubicBezTo>
                    <a:pt x="361" y="0"/>
                    <a:pt x="0" y="518"/>
                    <a:pt x="0" y="1152"/>
                  </a:cubicBezTo>
                  <a:cubicBezTo>
                    <a:pt x="0" y="1788"/>
                    <a:pt x="361" y="2303"/>
                    <a:pt x="805" y="2303"/>
                  </a:cubicBezTo>
                  <a:cubicBezTo>
                    <a:pt x="1249" y="2303"/>
                    <a:pt x="1610" y="1787"/>
                    <a:pt x="1610" y="1152"/>
                  </a:cubicBezTo>
                  <a:cubicBezTo>
                    <a:pt x="1610" y="518"/>
                    <a:pt x="1249" y="3"/>
                    <a:pt x="80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6"/>
            <p:cNvSpPr/>
            <p:nvPr/>
          </p:nvSpPr>
          <p:spPr>
            <a:xfrm>
              <a:off x="6266639" y="1276112"/>
              <a:ext cx="43275" cy="61864"/>
            </a:xfrm>
            <a:custGeom>
              <a:rect b="b" l="l" r="r" t="t"/>
              <a:pathLst>
                <a:path extrusionOk="0" h="2303" w="1611">
                  <a:moveTo>
                    <a:pt x="805" y="0"/>
                  </a:moveTo>
                  <a:cubicBezTo>
                    <a:pt x="361" y="0"/>
                    <a:pt x="0" y="518"/>
                    <a:pt x="0" y="1152"/>
                  </a:cubicBezTo>
                  <a:cubicBezTo>
                    <a:pt x="0" y="1788"/>
                    <a:pt x="361" y="2303"/>
                    <a:pt x="805" y="2303"/>
                  </a:cubicBezTo>
                  <a:cubicBezTo>
                    <a:pt x="1249" y="2303"/>
                    <a:pt x="1610" y="1787"/>
                    <a:pt x="1610" y="1152"/>
                  </a:cubicBezTo>
                  <a:cubicBezTo>
                    <a:pt x="1610" y="518"/>
                    <a:pt x="1249" y="3"/>
                    <a:pt x="80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11" name="Shape 2511"/>
        <p:cNvGrpSpPr/>
        <p:nvPr/>
      </p:nvGrpSpPr>
      <p:grpSpPr>
        <a:xfrm>
          <a:off x="0" y="0"/>
          <a:ext cx="0" cy="0"/>
          <a:chOff x="0" y="0"/>
          <a:chExt cx="0" cy="0"/>
        </a:xfrm>
      </p:grpSpPr>
      <p:sp>
        <p:nvSpPr>
          <p:cNvPr id="2512" name="Google Shape;2512;p47"/>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This is </a:t>
            </a:r>
            <a:r>
              <a:rPr b="1" lang="en">
                <a:solidFill>
                  <a:schemeClr val="accent4"/>
                </a:solidFill>
              </a:rPr>
              <a:t>robin</a:t>
            </a:r>
            <a:endParaRPr b="1">
              <a:solidFill>
                <a:schemeClr val="accent4"/>
              </a:solidFill>
            </a:endParaRPr>
          </a:p>
        </p:txBody>
      </p:sp>
      <p:sp>
        <p:nvSpPr>
          <p:cNvPr id="2513" name="Google Shape;2513;p47"/>
          <p:cNvSpPr txBox="1"/>
          <p:nvPr>
            <p:ph idx="1" type="subTitle"/>
          </p:nvPr>
        </p:nvSpPr>
        <p:spPr>
          <a:xfrm>
            <a:off x="7084550" y="4208775"/>
            <a:ext cx="913800" cy="394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hlink"/>
                </a:solidFill>
              </a:rPr>
              <a:t>Progress:</a:t>
            </a:r>
            <a:endParaRPr/>
          </a:p>
        </p:txBody>
      </p:sp>
      <p:sp>
        <p:nvSpPr>
          <p:cNvPr id="2514" name="Google Shape;2514;p47"/>
          <p:cNvSpPr txBox="1"/>
          <p:nvPr>
            <p:ph idx="2" type="subTitle"/>
          </p:nvPr>
        </p:nvSpPr>
        <p:spPr>
          <a:xfrm>
            <a:off x="3831913" y="1429775"/>
            <a:ext cx="2907600" cy="454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Special traits</a:t>
            </a:r>
            <a:endParaRPr/>
          </a:p>
        </p:txBody>
      </p:sp>
      <p:sp>
        <p:nvSpPr>
          <p:cNvPr id="2515" name="Google Shape;2515;p47"/>
          <p:cNvSpPr txBox="1"/>
          <p:nvPr>
            <p:ph idx="3" type="subTitle"/>
          </p:nvPr>
        </p:nvSpPr>
        <p:spPr>
          <a:xfrm>
            <a:off x="3831913" y="1883904"/>
            <a:ext cx="2907600" cy="454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Tall, no freckles, smiley and fun</a:t>
            </a:r>
            <a:endParaRPr/>
          </a:p>
        </p:txBody>
      </p:sp>
      <p:grpSp>
        <p:nvGrpSpPr>
          <p:cNvPr id="2516" name="Google Shape;2516;p47"/>
          <p:cNvGrpSpPr/>
          <p:nvPr/>
        </p:nvGrpSpPr>
        <p:grpSpPr>
          <a:xfrm>
            <a:off x="1342825" y="1390875"/>
            <a:ext cx="2034939" cy="6021147"/>
            <a:chOff x="1342825" y="1390875"/>
            <a:chExt cx="2034939" cy="6021147"/>
          </a:xfrm>
        </p:grpSpPr>
        <p:sp>
          <p:nvSpPr>
            <p:cNvPr id="2517" name="Google Shape;2517;p47"/>
            <p:cNvSpPr/>
            <p:nvPr/>
          </p:nvSpPr>
          <p:spPr>
            <a:xfrm>
              <a:off x="2615483" y="6916322"/>
              <a:ext cx="194028" cy="243248"/>
            </a:xfrm>
            <a:custGeom>
              <a:rect b="b" l="l" r="r" t="t"/>
              <a:pathLst>
                <a:path extrusionOk="0" h="6400" w="5105">
                  <a:moveTo>
                    <a:pt x="3393" y="1"/>
                  </a:moveTo>
                  <a:cubicBezTo>
                    <a:pt x="2117" y="1"/>
                    <a:pt x="509" y="139"/>
                    <a:pt x="0" y="791"/>
                  </a:cubicBezTo>
                  <a:lnTo>
                    <a:pt x="615" y="6257"/>
                  </a:lnTo>
                  <a:cubicBezTo>
                    <a:pt x="615" y="6257"/>
                    <a:pt x="1161" y="6399"/>
                    <a:pt x="1962" y="6399"/>
                  </a:cubicBezTo>
                  <a:cubicBezTo>
                    <a:pt x="2833" y="6399"/>
                    <a:pt x="4006" y="6230"/>
                    <a:pt x="5105" y="5524"/>
                  </a:cubicBezTo>
                  <a:lnTo>
                    <a:pt x="5105" y="77"/>
                  </a:lnTo>
                  <a:cubicBezTo>
                    <a:pt x="5105" y="77"/>
                    <a:pt x="4340" y="1"/>
                    <a:pt x="3393"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7"/>
            <p:cNvSpPr/>
            <p:nvPr/>
          </p:nvSpPr>
          <p:spPr>
            <a:xfrm>
              <a:off x="2372536" y="4270701"/>
              <a:ext cx="520095" cy="2646424"/>
            </a:xfrm>
            <a:custGeom>
              <a:rect b="b" l="l" r="r" t="t"/>
              <a:pathLst>
                <a:path extrusionOk="0" h="69629" w="13684">
                  <a:moveTo>
                    <a:pt x="1" y="0"/>
                  </a:moveTo>
                  <a:lnTo>
                    <a:pt x="1" y="0"/>
                  </a:lnTo>
                  <a:cubicBezTo>
                    <a:pt x="673" y="19405"/>
                    <a:pt x="800" y="28978"/>
                    <a:pt x="3652" y="42704"/>
                  </a:cubicBezTo>
                  <a:cubicBezTo>
                    <a:pt x="2744" y="45634"/>
                    <a:pt x="4812" y="62660"/>
                    <a:pt x="6397" y="69312"/>
                  </a:cubicBezTo>
                  <a:lnTo>
                    <a:pt x="10937" y="69628"/>
                  </a:lnTo>
                  <a:lnTo>
                    <a:pt x="12521" y="45977"/>
                  </a:lnTo>
                  <a:lnTo>
                    <a:pt x="13683" y="575"/>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7"/>
            <p:cNvSpPr/>
            <p:nvPr/>
          </p:nvSpPr>
          <p:spPr>
            <a:xfrm>
              <a:off x="2438480" y="4576932"/>
              <a:ext cx="252598" cy="2345063"/>
            </a:xfrm>
            <a:custGeom>
              <a:rect b="b" l="l" r="r" t="t"/>
              <a:pathLst>
                <a:path extrusionOk="0" h="61700" w="6646">
                  <a:moveTo>
                    <a:pt x="326" y="0"/>
                  </a:moveTo>
                  <a:cubicBezTo>
                    <a:pt x="322" y="0"/>
                    <a:pt x="318" y="1"/>
                    <a:pt x="314" y="1"/>
                  </a:cubicBezTo>
                  <a:cubicBezTo>
                    <a:pt x="138" y="6"/>
                    <a:pt x="1" y="151"/>
                    <a:pt x="3" y="327"/>
                  </a:cubicBezTo>
                  <a:cubicBezTo>
                    <a:pt x="9" y="570"/>
                    <a:pt x="654" y="24808"/>
                    <a:pt x="3600" y="34424"/>
                  </a:cubicBezTo>
                  <a:cubicBezTo>
                    <a:pt x="3560" y="35004"/>
                    <a:pt x="3254" y="39645"/>
                    <a:pt x="3606" y="43986"/>
                  </a:cubicBezTo>
                  <a:cubicBezTo>
                    <a:pt x="3979" y="48591"/>
                    <a:pt x="5973" y="61304"/>
                    <a:pt x="5993" y="61432"/>
                  </a:cubicBezTo>
                  <a:cubicBezTo>
                    <a:pt x="6017" y="61590"/>
                    <a:pt x="6152" y="61700"/>
                    <a:pt x="6306" y="61700"/>
                  </a:cubicBezTo>
                  <a:cubicBezTo>
                    <a:pt x="6322" y="61700"/>
                    <a:pt x="6338" y="61698"/>
                    <a:pt x="6353" y="61696"/>
                  </a:cubicBezTo>
                  <a:cubicBezTo>
                    <a:pt x="6528" y="61667"/>
                    <a:pt x="6645" y="61505"/>
                    <a:pt x="6618" y="61332"/>
                  </a:cubicBezTo>
                  <a:cubicBezTo>
                    <a:pt x="6599" y="61205"/>
                    <a:pt x="4609" y="48514"/>
                    <a:pt x="4237" y="43934"/>
                  </a:cubicBezTo>
                  <a:cubicBezTo>
                    <a:pt x="3865" y="39368"/>
                    <a:pt x="4234" y="34459"/>
                    <a:pt x="4237" y="34411"/>
                  </a:cubicBezTo>
                  <a:cubicBezTo>
                    <a:pt x="4241" y="34372"/>
                    <a:pt x="4237" y="34331"/>
                    <a:pt x="4225" y="34293"/>
                  </a:cubicBezTo>
                  <a:cubicBezTo>
                    <a:pt x="1291" y="24801"/>
                    <a:pt x="644" y="553"/>
                    <a:pt x="638" y="310"/>
                  </a:cubicBezTo>
                  <a:cubicBezTo>
                    <a:pt x="633" y="139"/>
                    <a:pt x="486" y="0"/>
                    <a:pt x="32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7"/>
            <p:cNvSpPr/>
            <p:nvPr/>
          </p:nvSpPr>
          <p:spPr>
            <a:xfrm>
              <a:off x="2553302" y="6861021"/>
              <a:ext cx="317591" cy="137815"/>
            </a:xfrm>
            <a:custGeom>
              <a:rect b="b" l="l" r="r" t="t"/>
              <a:pathLst>
                <a:path extrusionOk="0" h="3626" w="8356">
                  <a:moveTo>
                    <a:pt x="163" y="0"/>
                  </a:moveTo>
                  <a:lnTo>
                    <a:pt x="163" y="0"/>
                  </a:lnTo>
                  <a:cubicBezTo>
                    <a:pt x="0" y="1146"/>
                    <a:pt x="200" y="2347"/>
                    <a:pt x="479" y="3484"/>
                  </a:cubicBezTo>
                  <a:lnTo>
                    <a:pt x="7819" y="3626"/>
                  </a:lnTo>
                  <a:cubicBezTo>
                    <a:pt x="8182" y="2476"/>
                    <a:pt x="8355" y="1319"/>
                    <a:pt x="7982" y="127"/>
                  </a:cubicBezTo>
                  <a:lnTo>
                    <a:pt x="16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7"/>
            <p:cNvSpPr/>
            <p:nvPr/>
          </p:nvSpPr>
          <p:spPr>
            <a:xfrm>
              <a:off x="2558851" y="7080099"/>
              <a:ext cx="691775" cy="331919"/>
            </a:xfrm>
            <a:custGeom>
              <a:rect b="b" l="l" r="r" t="t"/>
              <a:pathLst>
                <a:path extrusionOk="0" h="8733" w="18201">
                  <a:moveTo>
                    <a:pt x="6975" y="0"/>
                  </a:moveTo>
                  <a:cubicBezTo>
                    <a:pt x="6463" y="0"/>
                    <a:pt x="6150" y="629"/>
                    <a:pt x="6150" y="629"/>
                  </a:cubicBezTo>
                  <a:cubicBezTo>
                    <a:pt x="6150" y="629"/>
                    <a:pt x="5275" y="446"/>
                    <a:pt x="4228" y="446"/>
                  </a:cubicBezTo>
                  <a:cubicBezTo>
                    <a:pt x="3009" y="446"/>
                    <a:pt x="1556" y="694"/>
                    <a:pt x="983" y="1769"/>
                  </a:cubicBezTo>
                  <a:cubicBezTo>
                    <a:pt x="412" y="2841"/>
                    <a:pt x="0" y="5936"/>
                    <a:pt x="39" y="7542"/>
                  </a:cubicBezTo>
                  <a:cubicBezTo>
                    <a:pt x="57" y="8253"/>
                    <a:pt x="102" y="8732"/>
                    <a:pt x="102" y="8732"/>
                  </a:cubicBezTo>
                  <a:lnTo>
                    <a:pt x="18150" y="8732"/>
                  </a:lnTo>
                  <a:cubicBezTo>
                    <a:pt x="18200" y="8296"/>
                    <a:pt x="18168" y="7901"/>
                    <a:pt x="18070" y="7542"/>
                  </a:cubicBezTo>
                  <a:cubicBezTo>
                    <a:pt x="17078" y="3914"/>
                    <a:pt x="9292" y="3838"/>
                    <a:pt x="8635" y="2138"/>
                  </a:cubicBezTo>
                  <a:cubicBezTo>
                    <a:pt x="7987" y="455"/>
                    <a:pt x="7409" y="0"/>
                    <a:pt x="69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7"/>
            <p:cNvSpPr/>
            <p:nvPr/>
          </p:nvSpPr>
          <p:spPr>
            <a:xfrm>
              <a:off x="2975000" y="7215103"/>
              <a:ext cx="97185" cy="63473"/>
            </a:xfrm>
            <a:custGeom>
              <a:rect b="b" l="l" r="r" t="t"/>
              <a:pathLst>
                <a:path extrusionOk="0" h="1670" w="2557">
                  <a:moveTo>
                    <a:pt x="1588" y="0"/>
                  </a:moveTo>
                  <a:cubicBezTo>
                    <a:pt x="1390" y="0"/>
                    <a:pt x="1174" y="34"/>
                    <a:pt x="962" y="130"/>
                  </a:cubicBezTo>
                  <a:cubicBezTo>
                    <a:pt x="517" y="332"/>
                    <a:pt x="204" y="755"/>
                    <a:pt x="32" y="1389"/>
                  </a:cubicBezTo>
                  <a:cubicBezTo>
                    <a:pt x="0" y="1506"/>
                    <a:pt x="69" y="1631"/>
                    <a:pt x="189" y="1662"/>
                  </a:cubicBezTo>
                  <a:cubicBezTo>
                    <a:pt x="209" y="1668"/>
                    <a:pt x="229" y="1669"/>
                    <a:pt x="249" y="1669"/>
                  </a:cubicBezTo>
                  <a:cubicBezTo>
                    <a:pt x="347" y="1668"/>
                    <a:pt x="437" y="1604"/>
                    <a:pt x="464" y="1506"/>
                  </a:cubicBezTo>
                  <a:cubicBezTo>
                    <a:pt x="597" y="1010"/>
                    <a:pt x="826" y="684"/>
                    <a:pt x="1143" y="538"/>
                  </a:cubicBezTo>
                  <a:cubicBezTo>
                    <a:pt x="1290" y="470"/>
                    <a:pt x="1443" y="447"/>
                    <a:pt x="1587" y="447"/>
                  </a:cubicBezTo>
                  <a:cubicBezTo>
                    <a:pt x="1921" y="447"/>
                    <a:pt x="2200" y="576"/>
                    <a:pt x="2204" y="580"/>
                  </a:cubicBezTo>
                  <a:cubicBezTo>
                    <a:pt x="2235" y="594"/>
                    <a:pt x="2268" y="601"/>
                    <a:pt x="2301" y="601"/>
                  </a:cubicBezTo>
                  <a:cubicBezTo>
                    <a:pt x="2384" y="601"/>
                    <a:pt x="2464" y="555"/>
                    <a:pt x="2503" y="475"/>
                  </a:cubicBezTo>
                  <a:cubicBezTo>
                    <a:pt x="2556" y="365"/>
                    <a:pt x="2510" y="231"/>
                    <a:pt x="2399" y="176"/>
                  </a:cubicBezTo>
                  <a:cubicBezTo>
                    <a:pt x="2378" y="166"/>
                    <a:pt x="2028" y="0"/>
                    <a:pt x="1588" y="0"/>
                  </a:cubicBezTo>
                  <a:close/>
                </a:path>
              </a:pathLst>
            </a:custGeom>
            <a:solidFill>
              <a:srgbClr val="F4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7"/>
            <p:cNvSpPr/>
            <p:nvPr/>
          </p:nvSpPr>
          <p:spPr>
            <a:xfrm>
              <a:off x="2933420" y="7197163"/>
              <a:ext cx="97185" cy="63473"/>
            </a:xfrm>
            <a:custGeom>
              <a:rect b="b" l="l" r="r" t="t"/>
              <a:pathLst>
                <a:path extrusionOk="0" h="1670" w="2557">
                  <a:moveTo>
                    <a:pt x="1588" y="0"/>
                  </a:moveTo>
                  <a:cubicBezTo>
                    <a:pt x="1390" y="0"/>
                    <a:pt x="1174" y="34"/>
                    <a:pt x="961" y="130"/>
                  </a:cubicBezTo>
                  <a:cubicBezTo>
                    <a:pt x="517" y="332"/>
                    <a:pt x="203" y="755"/>
                    <a:pt x="32" y="1389"/>
                  </a:cubicBezTo>
                  <a:cubicBezTo>
                    <a:pt x="0" y="1506"/>
                    <a:pt x="70" y="1631"/>
                    <a:pt x="189" y="1662"/>
                  </a:cubicBezTo>
                  <a:cubicBezTo>
                    <a:pt x="209" y="1668"/>
                    <a:pt x="229" y="1669"/>
                    <a:pt x="249" y="1669"/>
                  </a:cubicBezTo>
                  <a:cubicBezTo>
                    <a:pt x="346" y="1669"/>
                    <a:pt x="437" y="1604"/>
                    <a:pt x="464" y="1506"/>
                  </a:cubicBezTo>
                  <a:cubicBezTo>
                    <a:pt x="597" y="1010"/>
                    <a:pt x="826" y="684"/>
                    <a:pt x="1143" y="538"/>
                  </a:cubicBezTo>
                  <a:cubicBezTo>
                    <a:pt x="1290" y="470"/>
                    <a:pt x="1443" y="447"/>
                    <a:pt x="1586" y="447"/>
                  </a:cubicBezTo>
                  <a:cubicBezTo>
                    <a:pt x="1921" y="447"/>
                    <a:pt x="2200" y="577"/>
                    <a:pt x="2204" y="580"/>
                  </a:cubicBezTo>
                  <a:cubicBezTo>
                    <a:pt x="2235" y="594"/>
                    <a:pt x="2268" y="602"/>
                    <a:pt x="2301" y="602"/>
                  </a:cubicBezTo>
                  <a:cubicBezTo>
                    <a:pt x="2384" y="602"/>
                    <a:pt x="2464" y="555"/>
                    <a:pt x="2503" y="475"/>
                  </a:cubicBezTo>
                  <a:cubicBezTo>
                    <a:pt x="2556" y="365"/>
                    <a:pt x="2510" y="231"/>
                    <a:pt x="2399" y="176"/>
                  </a:cubicBezTo>
                  <a:cubicBezTo>
                    <a:pt x="2378" y="166"/>
                    <a:pt x="2027" y="0"/>
                    <a:pt x="1588" y="0"/>
                  </a:cubicBezTo>
                  <a:close/>
                </a:path>
              </a:pathLst>
            </a:custGeom>
            <a:solidFill>
              <a:srgbClr val="F4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7"/>
            <p:cNvSpPr/>
            <p:nvPr/>
          </p:nvSpPr>
          <p:spPr>
            <a:xfrm>
              <a:off x="2890623" y="7185723"/>
              <a:ext cx="97223" cy="63473"/>
            </a:xfrm>
            <a:custGeom>
              <a:rect b="b" l="l" r="r" t="t"/>
              <a:pathLst>
                <a:path extrusionOk="0" h="1670" w="2558">
                  <a:moveTo>
                    <a:pt x="1589" y="1"/>
                  </a:moveTo>
                  <a:cubicBezTo>
                    <a:pt x="1391" y="1"/>
                    <a:pt x="1175" y="34"/>
                    <a:pt x="963" y="131"/>
                  </a:cubicBezTo>
                  <a:cubicBezTo>
                    <a:pt x="519" y="333"/>
                    <a:pt x="205" y="756"/>
                    <a:pt x="34" y="1390"/>
                  </a:cubicBezTo>
                  <a:cubicBezTo>
                    <a:pt x="1" y="1507"/>
                    <a:pt x="71" y="1631"/>
                    <a:pt x="191" y="1663"/>
                  </a:cubicBezTo>
                  <a:cubicBezTo>
                    <a:pt x="211" y="1669"/>
                    <a:pt x="231" y="1670"/>
                    <a:pt x="250" y="1670"/>
                  </a:cubicBezTo>
                  <a:cubicBezTo>
                    <a:pt x="348" y="1670"/>
                    <a:pt x="438" y="1604"/>
                    <a:pt x="464" y="1507"/>
                  </a:cubicBezTo>
                  <a:cubicBezTo>
                    <a:pt x="599" y="1011"/>
                    <a:pt x="827" y="685"/>
                    <a:pt x="1144" y="539"/>
                  </a:cubicBezTo>
                  <a:cubicBezTo>
                    <a:pt x="1291" y="471"/>
                    <a:pt x="1444" y="447"/>
                    <a:pt x="1588" y="447"/>
                  </a:cubicBezTo>
                  <a:cubicBezTo>
                    <a:pt x="1923" y="447"/>
                    <a:pt x="2201" y="577"/>
                    <a:pt x="2206" y="580"/>
                  </a:cubicBezTo>
                  <a:cubicBezTo>
                    <a:pt x="2237" y="595"/>
                    <a:pt x="2270" y="602"/>
                    <a:pt x="2303" y="602"/>
                  </a:cubicBezTo>
                  <a:cubicBezTo>
                    <a:pt x="2386" y="602"/>
                    <a:pt x="2466" y="556"/>
                    <a:pt x="2505" y="476"/>
                  </a:cubicBezTo>
                  <a:cubicBezTo>
                    <a:pt x="2558" y="366"/>
                    <a:pt x="2511" y="231"/>
                    <a:pt x="2401" y="177"/>
                  </a:cubicBezTo>
                  <a:cubicBezTo>
                    <a:pt x="2380" y="167"/>
                    <a:pt x="2029" y="1"/>
                    <a:pt x="1589" y="1"/>
                  </a:cubicBezTo>
                  <a:close/>
                </a:path>
              </a:pathLst>
            </a:custGeom>
            <a:solidFill>
              <a:srgbClr val="F4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7"/>
            <p:cNvSpPr/>
            <p:nvPr/>
          </p:nvSpPr>
          <p:spPr>
            <a:xfrm>
              <a:off x="2560296" y="7366755"/>
              <a:ext cx="690330" cy="45267"/>
            </a:xfrm>
            <a:custGeom>
              <a:rect b="b" l="l" r="r" t="t"/>
              <a:pathLst>
                <a:path extrusionOk="0" h="1191" w="18163">
                  <a:moveTo>
                    <a:pt x="1" y="0"/>
                  </a:moveTo>
                  <a:cubicBezTo>
                    <a:pt x="19" y="711"/>
                    <a:pt x="64" y="1190"/>
                    <a:pt x="64" y="1190"/>
                  </a:cubicBezTo>
                  <a:lnTo>
                    <a:pt x="18112" y="1190"/>
                  </a:lnTo>
                  <a:cubicBezTo>
                    <a:pt x="18162" y="754"/>
                    <a:pt x="18130" y="359"/>
                    <a:pt x="18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7"/>
            <p:cNvSpPr/>
            <p:nvPr/>
          </p:nvSpPr>
          <p:spPr>
            <a:xfrm>
              <a:off x="1750916" y="6904312"/>
              <a:ext cx="203872" cy="266129"/>
            </a:xfrm>
            <a:custGeom>
              <a:rect b="b" l="l" r="r" t="t"/>
              <a:pathLst>
                <a:path extrusionOk="0" h="7002" w="5364">
                  <a:moveTo>
                    <a:pt x="3656" y="0"/>
                  </a:moveTo>
                  <a:cubicBezTo>
                    <a:pt x="2379" y="0"/>
                    <a:pt x="769" y="139"/>
                    <a:pt x="259" y="790"/>
                  </a:cubicBezTo>
                  <a:lnTo>
                    <a:pt x="0" y="6400"/>
                  </a:lnTo>
                  <a:cubicBezTo>
                    <a:pt x="0" y="6400"/>
                    <a:pt x="1309" y="7002"/>
                    <a:pt x="2805" y="7002"/>
                  </a:cubicBezTo>
                  <a:cubicBezTo>
                    <a:pt x="3553" y="7002"/>
                    <a:pt x="4348" y="6851"/>
                    <a:pt x="5050" y="6400"/>
                  </a:cubicBezTo>
                  <a:lnTo>
                    <a:pt x="5363" y="75"/>
                  </a:lnTo>
                  <a:lnTo>
                    <a:pt x="5363" y="75"/>
                  </a:lnTo>
                  <a:cubicBezTo>
                    <a:pt x="5363" y="75"/>
                    <a:pt x="5363" y="75"/>
                    <a:pt x="5363" y="75"/>
                  </a:cubicBezTo>
                  <a:cubicBezTo>
                    <a:pt x="5357" y="75"/>
                    <a:pt x="4597" y="0"/>
                    <a:pt x="3656"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7"/>
            <p:cNvSpPr/>
            <p:nvPr/>
          </p:nvSpPr>
          <p:spPr>
            <a:xfrm>
              <a:off x="1748788" y="4236228"/>
              <a:ext cx="882952" cy="2656800"/>
            </a:xfrm>
            <a:custGeom>
              <a:rect b="b" l="l" r="r" t="t"/>
              <a:pathLst>
                <a:path extrusionOk="0" h="69902" w="23231">
                  <a:moveTo>
                    <a:pt x="21752" y="0"/>
                  </a:moveTo>
                  <a:lnTo>
                    <a:pt x="3504" y="877"/>
                  </a:lnTo>
                  <a:lnTo>
                    <a:pt x="952" y="48466"/>
                  </a:lnTo>
                  <a:cubicBezTo>
                    <a:pt x="0" y="60608"/>
                    <a:pt x="106" y="63144"/>
                    <a:pt x="0" y="69690"/>
                  </a:cubicBezTo>
                  <a:lnTo>
                    <a:pt x="5913" y="69902"/>
                  </a:lnTo>
                  <a:lnTo>
                    <a:pt x="10770" y="43081"/>
                  </a:lnTo>
                  <a:lnTo>
                    <a:pt x="15100" y="14572"/>
                  </a:lnTo>
                  <a:cubicBezTo>
                    <a:pt x="23231" y="6020"/>
                    <a:pt x="21752" y="0"/>
                    <a:pt x="217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7"/>
            <p:cNvSpPr/>
            <p:nvPr/>
          </p:nvSpPr>
          <p:spPr>
            <a:xfrm>
              <a:off x="1592651" y="7057332"/>
              <a:ext cx="467036" cy="353470"/>
            </a:xfrm>
            <a:custGeom>
              <a:rect b="b" l="l" r="r" t="t"/>
              <a:pathLst>
                <a:path extrusionOk="0" h="9300" w="12288">
                  <a:moveTo>
                    <a:pt x="6312" y="0"/>
                  </a:moveTo>
                  <a:cubicBezTo>
                    <a:pt x="5609" y="0"/>
                    <a:pt x="4906" y="285"/>
                    <a:pt x="4349" y="855"/>
                  </a:cubicBezTo>
                  <a:cubicBezTo>
                    <a:pt x="2604" y="2640"/>
                    <a:pt x="2145" y="4881"/>
                    <a:pt x="1054" y="5789"/>
                  </a:cubicBezTo>
                  <a:cubicBezTo>
                    <a:pt x="328" y="6392"/>
                    <a:pt x="97" y="7288"/>
                    <a:pt x="47" y="8021"/>
                  </a:cubicBezTo>
                  <a:cubicBezTo>
                    <a:pt x="1" y="8734"/>
                    <a:pt x="121" y="9300"/>
                    <a:pt x="121" y="9300"/>
                  </a:cubicBezTo>
                  <a:lnTo>
                    <a:pt x="12143" y="9300"/>
                  </a:lnTo>
                  <a:cubicBezTo>
                    <a:pt x="12143" y="9300"/>
                    <a:pt x="12265" y="8775"/>
                    <a:pt x="12279" y="8021"/>
                  </a:cubicBezTo>
                  <a:cubicBezTo>
                    <a:pt x="12288" y="7572"/>
                    <a:pt x="12259" y="7042"/>
                    <a:pt x="12143" y="6488"/>
                  </a:cubicBezTo>
                  <a:cubicBezTo>
                    <a:pt x="11831" y="5014"/>
                    <a:pt x="10551" y="5383"/>
                    <a:pt x="9464" y="2345"/>
                  </a:cubicBezTo>
                  <a:cubicBezTo>
                    <a:pt x="9233" y="1697"/>
                    <a:pt x="8691" y="1277"/>
                    <a:pt x="8283" y="859"/>
                  </a:cubicBezTo>
                  <a:cubicBezTo>
                    <a:pt x="7724" y="287"/>
                    <a:pt x="7018" y="0"/>
                    <a:pt x="63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7"/>
            <p:cNvSpPr/>
            <p:nvPr/>
          </p:nvSpPr>
          <p:spPr>
            <a:xfrm>
              <a:off x="1728568" y="7165617"/>
              <a:ext cx="196385" cy="57467"/>
            </a:xfrm>
            <a:custGeom>
              <a:rect b="b" l="l" r="r" t="t"/>
              <a:pathLst>
                <a:path extrusionOk="0" h="1512" w="5167">
                  <a:moveTo>
                    <a:pt x="2583" y="1"/>
                  </a:moveTo>
                  <a:cubicBezTo>
                    <a:pt x="678" y="1"/>
                    <a:pt x="81" y="1138"/>
                    <a:pt x="56" y="1185"/>
                  </a:cubicBezTo>
                  <a:cubicBezTo>
                    <a:pt x="0" y="1297"/>
                    <a:pt x="43" y="1431"/>
                    <a:pt x="153" y="1485"/>
                  </a:cubicBezTo>
                  <a:cubicBezTo>
                    <a:pt x="187" y="1502"/>
                    <a:pt x="222" y="1510"/>
                    <a:pt x="256" y="1510"/>
                  </a:cubicBezTo>
                  <a:cubicBezTo>
                    <a:pt x="338" y="1510"/>
                    <a:pt x="416" y="1466"/>
                    <a:pt x="454" y="1388"/>
                  </a:cubicBezTo>
                  <a:cubicBezTo>
                    <a:pt x="460" y="1378"/>
                    <a:pt x="950" y="447"/>
                    <a:pt x="2583" y="447"/>
                  </a:cubicBezTo>
                  <a:cubicBezTo>
                    <a:pt x="4201" y="447"/>
                    <a:pt x="4693" y="1349"/>
                    <a:pt x="4713" y="1388"/>
                  </a:cubicBezTo>
                  <a:cubicBezTo>
                    <a:pt x="4751" y="1467"/>
                    <a:pt x="4830" y="1511"/>
                    <a:pt x="4913" y="1511"/>
                  </a:cubicBezTo>
                  <a:cubicBezTo>
                    <a:pt x="4947" y="1511"/>
                    <a:pt x="4980" y="1503"/>
                    <a:pt x="5013" y="1485"/>
                  </a:cubicBezTo>
                  <a:cubicBezTo>
                    <a:pt x="5122" y="1431"/>
                    <a:pt x="5166" y="1297"/>
                    <a:pt x="5112" y="1185"/>
                  </a:cubicBezTo>
                  <a:cubicBezTo>
                    <a:pt x="5086" y="1138"/>
                    <a:pt x="4491" y="1"/>
                    <a:pt x="2583" y="1"/>
                  </a:cubicBezTo>
                  <a:close/>
                </a:path>
              </a:pathLst>
            </a:custGeom>
            <a:solidFill>
              <a:srgbClr val="F4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7"/>
            <p:cNvSpPr/>
            <p:nvPr/>
          </p:nvSpPr>
          <p:spPr>
            <a:xfrm>
              <a:off x="1728568" y="7125176"/>
              <a:ext cx="196385" cy="57467"/>
            </a:xfrm>
            <a:custGeom>
              <a:rect b="b" l="l" r="r" t="t"/>
              <a:pathLst>
                <a:path extrusionOk="0" h="1512" w="5167">
                  <a:moveTo>
                    <a:pt x="2583" y="1"/>
                  </a:moveTo>
                  <a:cubicBezTo>
                    <a:pt x="678" y="1"/>
                    <a:pt x="81" y="1138"/>
                    <a:pt x="56" y="1186"/>
                  </a:cubicBezTo>
                  <a:cubicBezTo>
                    <a:pt x="0" y="1297"/>
                    <a:pt x="43" y="1431"/>
                    <a:pt x="153" y="1487"/>
                  </a:cubicBezTo>
                  <a:cubicBezTo>
                    <a:pt x="186" y="1503"/>
                    <a:pt x="221" y="1510"/>
                    <a:pt x="255" y="1510"/>
                  </a:cubicBezTo>
                  <a:cubicBezTo>
                    <a:pt x="337" y="1510"/>
                    <a:pt x="415" y="1466"/>
                    <a:pt x="454" y="1388"/>
                  </a:cubicBezTo>
                  <a:cubicBezTo>
                    <a:pt x="460" y="1379"/>
                    <a:pt x="950" y="447"/>
                    <a:pt x="2583" y="447"/>
                  </a:cubicBezTo>
                  <a:cubicBezTo>
                    <a:pt x="4201" y="447"/>
                    <a:pt x="4693" y="1351"/>
                    <a:pt x="4713" y="1388"/>
                  </a:cubicBezTo>
                  <a:cubicBezTo>
                    <a:pt x="4751" y="1467"/>
                    <a:pt x="4830" y="1511"/>
                    <a:pt x="4913" y="1511"/>
                  </a:cubicBezTo>
                  <a:cubicBezTo>
                    <a:pt x="4947" y="1511"/>
                    <a:pt x="4980" y="1504"/>
                    <a:pt x="5013" y="1487"/>
                  </a:cubicBezTo>
                  <a:cubicBezTo>
                    <a:pt x="5122" y="1431"/>
                    <a:pt x="5166" y="1297"/>
                    <a:pt x="5112" y="1186"/>
                  </a:cubicBezTo>
                  <a:cubicBezTo>
                    <a:pt x="5086" y="1138"/>
                    <a:pt x="4491" y="1"/>
                    <a:pt x="2583" y="1"/>
                  </a:cubicBezTo>
                  <a:close/>
                </a:path>
              </a:pathLst>
            </a:custGeom>
            <a:solidFill>
              <a:srgbClr val="F4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7"/>
            <p:cNvSpPr/>
            <p:nvPr/>
          </p:nvSpPr>
          <p:spPr>
            <a:xfrm>
              <a:off x="1728568" y="7088004"/>
              <a:ext cx="196385" cy="57429"/>
            </a:xfrm>
            <a:custGeom>
              <a:rect b="b" l="l" r="r" t="t"/>
              <a:pathLst>
                <a:path extrusionOk="0" h="1511" w="5167">
                  <a:moveTo>
                    <a:pt x="2583" y="1"/>
                  </a:moveTo>
                  <a:cubicBezTo>
                    <a:pt x="678" y="1"/>
                    <a:pt x="81" y="1138"/>
                    <a:pt x="56" y="1186"/>
                  </a:cubicBezTo>
                  <a:cubicBezTo>
                    <a:pt x="0" y="1296"/>
                    <a:pt x="43" y="1431"/>
                    <a:pt x="153" y="1486"/>
                  </a:cubicBezTo>
                  <a:cubicBezTo>
                    <a:pt x="186" y="1503"/>
                    <a:pt x="221" y="1511"/>
                    <a:pt x="256" y="1511"/>
                  </a:cubicBezTo>
                  <a:cubicBezTo>
                    <a:pt x="338" y="1511"/>
                    <a:pt x="416" y="1466"/>
                    <a:pt x="454" y="1388"/>
                  </a:cubicBezTo>
                  <a:cubicBezTo>
                    <a:pt x="460" y="1379"/>
                    <a:pt x="950" y="448"/>
                    <a:pt x="2583" y="448"/>
                  </a:cubicBezTo>
                  <a:cubicBezTo>
                    <a:pt x="4201" y="448"/>
                    <a:pt x="4693" y="1351"/>
                    <a:pt x="4713" y="1388"/>
                  </a:cubicBezTo>
                  <a:cubicBezTo>
                    <a:pt x="4751" y="1466"/>
                    <a:pt x="4830" y="1511"/>
                    <a:pt x="4913" y="1511"/>
                  </a:cubicBezTo>
                  <a:cubicBezTo>
                    <a:pt x="4947" y="1511"/>
                    <a:pt x="4980" y="1504"/>
                    <a:pt x="5013" y="1486"/>
                  </a:cubicBezTo>
                  <a:cubicBezTo>
                    <a:pt x="5122" y="1431"/>
                    <a:pt x="5166" y="1296"/>
                    <a:pt x="5112" y="1186"/>
                  </a:cubicBezTo>
                  <a:cubicBezTo>
                    <a:pt x="5086" y="1138"/>
                    <a:pt x="4491" y="1"/>
                    <a:pt x="2583" y="1"/>
                  </a:cubicBezTo>
                  <a:close/>
                </a:path>
              </a:pathLst>
            </a:custGeom>
            <a:solidFill>
              <a:srgbClr val="F4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7"/>
            <p:cNvSpPr/>
            <p:nvPr/>
          </p:nvSpPr>
          <p:spPr>
            <a:xfrm>
              <a:off x="1592651" y="7362194"/>
              <a:ext cx="466732" cy="48612"/>
            </a:xfrm>
            <a:custGeom>
              <a:rect b="b" l="l" r="r" t="t"/>
              <a:pathLst>
                <a:path extrusionOk="0" h="1279" w="12280">
                  <a:moveTo>
                    <a:pt x="47" y="0"/>
                  </a:moveTo>
                  <a:cubicBezTo>
                    <a:pt x="1" y="713"/>
                    <a:pt x="121" y="1279"/>
                    <a:pt x="121" y="1279"/>
                  </a:cubicBezTo>
                  <a:lnTo>
                    <a:pt x="12143" y="1279"/>
                  </a:lnTo>
                  <a:cubicBezTo>
                    <a:pt x="12143" y="1279"/>
                    <a:pt x="12265" y="754"/>
                    <a:pt x="122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7"/>
            <p:cNvSpPr/>
            <p:nvPr/>
          </p:nvSpPr>
          <p:spPr>
            <a:xfrm>
              <a:off x="1694855" y="6859957"/>
              <a:ext cx="329563" cy="135953"/>
            </a:xfrm>
            <a:custGeom>
              <a:rect b="b" l="l" r="r" t="t"/>
              <a:pathLst>
                <a:path extrusionOk="0" h="3577" w="8671">
                  <a:moveTo>
                    <a:pt x="164" y="1"/>
                  </a:moveTo>
                  <a:lnTo>
                    <a:pt x="164" y="1"/>
                  </a:lnTo>
                  <a:cubicBezTo>
                    <a:pt x="1" y="1147"/>
                    <a:pt x="45" y="2289"/>
                    <a:pt x="324" y="3426"/>
                  </a:cubicBezTo>
                  <a:lnTo>
                    <a:pt x="8134" y="3576"/>
                  </a:lnTo>
                  <a:cubicBezTo>
                    <a:pt x="8499" y="2427"/>
                    <a:pt x="8670" y="1271"/>
                    <a:pt x="8299" y="78"/>
                  </a:cubicBezTo>
                  <a:lnTo>
                    <a:pt x="16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7"/>
            <p:cNvSpPr/>
            <p:nvPr/>
          </p:nvSpPr>
          <p:spPr>
            <a:xfrm>
              <a:off x="1767716" y="2300368"/>
              <a:ext cx="1170403" cy="2250424"/>
            </a:xfrm>
            <a:custGeom>
              <a:rect b="b" l="l" r="r" t="t"/>
              <a:pathLst>
                <a:path extrusionOk="0" h="59210" w="30794">
                  <a:moveTo>
                    <a:pt x="11941" y="1"/>
                  </a:moveTo>
                  <a:cubicBezTo>
                    <a:pt x="11941" y="1"/>
                    <a:pt x="3927" y="2957"/>
                    <a:pt x="1526" y="5116"/>
                  </a:cubicBezTo>
                  <a:cubicBezTo>
                    <a:pt x="0" y="6488"/>
                    <a:pt x="1632" y="14251"/>
                    <a:pt x="2728" y="20674"/>
                  </a:cubicBezTo>
                  <a:cubicBezTo>
                    <a:pt x="2788" y="21020"/>
                    <a:pt x="2845" y="21363"/>
                    <a:pt x="2899" y="21704"/>
                  </a:cubicBezTo>
                  <a:cubicBezTo>
                    <a:pt x="3011" y="22371"/>
                    <a:pt x="3111" y="23019"/>
                    <a:pt x="3199" y="23640"/>
                  </a:cubicBezTo>
                  <a:cubicBezTo>
                    <a:pt x="3205" y="23657"/>
                    <a:pt x="3207" y="23677"/>
                    <a:pt x="3209" y="23693"/>
                  </a:cubicBezTo>
                  <a:cubicBezTo>
                    <a:pt x="3209" y="23701"/>
                    <a:pt x="3211" y="23709"/>
                    <a:pt x="3212" y="23719"/>
                  </a:cubicBezTo>
                  <a:cubicBezTo>
                    <a:pt x="3257" y="24040"/>
                    <a:pt x="3300" y="24355"/>
                    <a:pt x="3338" y="24660"/>
                  </a:cubicBezTo>
                  <a:cubicBezTo>
                    <a:pt x="3340" y="24680"/>
                    <a:pt x="3342" y="24698"/>
                    <a:pt x="3345" y="24717"/>
                  </a:cubicBezTo>
                  <a:cubicBezTo>
                    <a:pt x="3355" y="24806"/>
                    <a:pt x="3367" y="24891"/>
                    <a:pt x="3375" y="24977"/>
                  </a:cubicBezTo>
                  <a:cubicBezTo>
                    <a:pt x="3506" y="26090"/>
                    <a:pt x="3571" y="27062"/>
                    <a:pt x="3546" y="27828"/>
                  </a:cubicBezTo>
                  <a:cubicBezTo>
                    <a:pt x="3290" y="34740"/>
                    <a:pt x="1981" y="50789"/>
                    <a:pt x="1981" y="55161"/>
                  </a:cubicBezTo>
                  <a:cubicBezTo>
                    <a:pt x="1981" y="58129"/>
                    <a:pt x="7903" y="59210"/>
                    <a:pt x="14293" y="59210"/>
                  </a:cubicBezTo>
                  <a:cubicBezTo>
                    <a:pt x="21609" y="59210"/>
                    <a:pt x="29540" y="57794"/>
                    <a:pt x="29905" y="56171"/>
                  </a:cubicBezTo>
                  <a:cubicBezTo>
                    <a:pt x="30793" y="52223"/>
                    <a:pt x="29133" y="39938"/>
                    <a:pt x="28605" y="30705"/>
                  </a:cubicBezTo>
                  <a:cubicBezTo>
                    <a:pt x="28582" y="30293"/>
                    <a:pt x="28562" y="29890"/>
                    <a:pt x="28542" y="29491"/>
                  </a:cubicBezTo>
                  <a:cubicBezTo>
                    <a:pt x="28476" y="28109"/>
                    <a:pt x="28445" y="26812"/>
                    <a:pt x="28455" y="25642"/>
                  </a:cubicBezTo>
                  <a:cubicBezTo>
                    <a:pt x="28475" y="23584"/>
                    <a:pt x="28564" y="21119"/>
                    <a:pt x="28655" y="18601"/>
                  </a:cubicBezTo>
                  <a:cubicBezTo>
                    <a:pt x="28670" y="18195"/>
                    <a:pt x="28685" y="17786"/>
                    <a:pt x="28700" y="17379"/>
                  </a:cubicBezTo>
                  <a:cubicBezTo>
                    <a:pt x="28906" y="11619"/>
                    <a:pt x="29064" y="5880"/>
                    <a:pt x="28378" y="4351"/>
                  </a:cubicBezTo>
                  <a:cubicBezTo>
                    <a:pt x="27341" y="2044"/>
                    <a:pt x="18457" y="92"/>
                    <a:pt x="18457" y="92"/>
                  </a:cubicBezTo>
                  <a:lnTo>
                    <a:pt x="119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7"/>
            <p:cNvSpPr/>
            <p:nvPr/>
          </p:nvSpPr>
          <p:spPr>
            <a:xfrm>
              <a:off x="1855058" y="2837421"/>
              <a:ext cx="117823" cy="192432"/>
            </a:xfrm>
            <a:custGeom>
              <a:rect b="b" l="l" r="r" t="t"/>
              <a:pathLst>
                <a:path extrusionOk="0" h="5063" w="3100">
                  <a:moveTo>
                    <a:pt x="2746" y="0"/>
                  </a:moveTo>
                  <a:cubicBezTo>
                    <a:pt x="2650" y="0"/>
                    <a:pt x="2555" y="44"/>
                    <a:pt x="2495" y="128"/>
                  </a:cubicBezTo>
                  <a:cubicBezTo>
                    <a:pt x="1692" y="1219"/>
                    <a:pt x="1000" y="2318"/>
                    <a:pt x="441" y="3286"/>
                  </a:cubicBezTo>
                  <a:cubicBezTo>
                    <a:pt x="434" y="3300"/>
                    <a:pt x="425" y="3313"/>
                    <a:pt x="418" y="3327"/>
                  </a:cubicBezTo>
                  <a:lnTo>
                    <a:pt x="412" y="3339"/>
                  </a:lnTo>
                  <a:cubicBezTo>
                    <a:pt x="264" y="3592"/>
                    <a:pt x="128" y="3837"/>
                    <a:pt x="0" y="4071"/>
                  </a:cubicBezTo>
                  <a:lnTo>
                    <a:pt x="175" y="5062"/>
                  </a:lnTo>
                  <a:cubicBezTo>
                    <a:pt x="385" y="4655"/>
                    <a:pt x="635" y="4191"/>
                    <a:pt x="923" y="3691"/>
                  </a:cubicBezTo>
                  <a:lnTo>
                    <a:pt x="926" y="3691"/>
                  </a:lnTo>
                  <a:cubicBezTo>
                    <a:pt x="1105" y="3377"/>
                    <a:pt x="1299" y="3050"/>
                    <a:pt x="1506" y="2712"/>
                  </a:cubicBezTo>
                  <a:cubicBezTo>
                    <a:pt x="1944" y="2003"/>
                    <a:pt x="2443" y="1248"/>
                    <a:pt x="2997" y="496"/>
                  </a:cubicBezTo>
                  <a:cubicBezTo>
                    <a:pt x="3100" y="358"/>
                    <a:pt x="3068" y="161"/>
                    <a:pt x="2931" y="61"/>
                  </a:cubicBezTo>
                  <a:cubicBezTo>
                    <a:pt x="2875" y="20"/>
                    <a:pt x="2810" y="0"/>
                    <a:pt x="274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7"/>
            <p:cNvSpPr/>
            <p:nvPr/>
          </p:nvSpPr>
          <p:spPr>
            <a:xfrm>
              <a:off x="1868057" y="2909636"/>
              <a:ext cx="127173" cy="70998"/>
            </a:xfrm>
            <a:custGeom>
              <a:rect b="b" l="l" r="r" t="t"/>
              <a:pathLst>
                <a:path extrusionOk="0" h="1868" w="3346">
                  <a:moveTo>
                    <a:pt x="2991" y="1"/>
                  </a:moveTo>
                  <a:cubicBezTo>
                    <a:pt x="2949" y="1"/>
                    <a:pt x="2906" y="9"/>
                    <a:pt x="2865" y="27"/>
                  </a:cubicBezTo>
                  <a:cubicBezTo>
                    <a:pt x="2791" y="60"/>
                    <a:pt x="1067" y="832"/>
                    <a:pt x="212" y="1281"/>
                  </a:cubicBezTo>
                  <a:cubicBezTo>
                    <a:pt x="59" y="1362"/>
                    <a:pt x="0" y="1549"/>
                    <a:pt x="80" y="1701"/>
                  </a:cubicBezTo>
                  <a:cubicBezTo>
                    <a:pt x="136" y="1806"/>
                    <a:pt x="243" y="1868"/>
                    <a:pt x="356" y="1868"/>
                  </a:cubicBezTo>
                  <a:cubicBezTo>
                    <a:pt x="406" y="1868"/>
                    <a:pt x="455" y="1856"/>
                    <a:pt x="501" y="1832"/>
                  </a:cubicBezTo>
                  <a:cubicBezTo>
                    <a:pt x="1339" y="1393"/>
                    <a:pt x="3101" y="604"/>
                    <a:pt x="3118" y="596"/>
                  </a:cubicBezTo>
                  <a:cubicBezTo>
                    <a:pt x="3275" y="526"/>
                    <a:pt x="3345" y="342"/>
                    <a:pt x="3275" y="185"/>
                  </a:cubicBezTo>
                  <a:cubicBezTo>
                    <a:pt x="3224" y="68"/>
                    <a:pt x="3110" y="1"/>
                    <a:pt x="299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7"/>
            <p:cNvSpPr/>
            <p:nvPr/>
          </p:nvSpPr>
          <p:spPr>
            <a:xfrm>
              <a:off x="2747029" y="2817352"/>
              <a:ext cx="111628" cy="189923"/>
            </a:xfrm>
            <a:custGeom>
              <a:rect b="b" l="l" r="r" t="t"/>
              <a:pathLst>
                <a:path extrusionOk="0" h="4997" w="2937">
                  <a:moveTo>
                    <a:pt x="353" y="1"/>
                  </a:moveTo>
                  <a:cubicBezTo>
                    <a:pt x="289" y="1"/>
                    <a:pt x="224" y="20"/>
                    <a:pt x="168" y="61"/>
                  </a:cubicBezTo>
                  <a:cubicBezTo>
                    <a:pt x="29" y="163"/>
                    <a:pt x="0" y="359"/>
                    <a:pt x="102" y="496"/>
                  </a:cubicBezTo>
                  <a:cubicBezTo>
                    <a:pt x="657" y="1248"/>
                    <a:pt x="1154" y="2003"/>
                    <a:pt x="1594" y="2713"/>
                  </a:cubicBezTo>
                  <a:cubicBezTo>
                    <a:pt x="1802" y="3052"/>
                    <a:pt x="1997" y="3381"/>
                    <a:pt x="2176" y="3692"/>
                  </a:cubicBezTo>
                  <a:cubicBezTo>
                    <a:pt x="2447" y="4167"/>
                    <a:pt x="2688" y="4606"/>
                    <a:pt x="2891" y="4997"/>
                  </a:cubicBezTo>
                  <a:cubicBezTo>
                    <a:pt x="2905" y="4590"/>
                    <a:pt x="2921" y="4181"/>
                    <a:pt x="2936" y="3774"/>
                  </a:cubicBezTo>
                  <a:cubicBezTo>
                    <a:pt x="2854" y="3625"/>
                    <a:pt x="2766" y="3474"/>
                    <a:pt x="2678" y="3319"/>
                  </a:cubicBezTo>
                  <a:cubicBezTo>
                    <a:pt x="2669" y="3306"/>
                    <a:pt x="2662" y="3293"/>
                    <a:pt x="2655" y="3279"/>
                  </a:cubicBezTo>
                  <a:cubicBezTo>
                    <a:pt x="2097" y="2314"/>
                    <a:pt x="1408" y="1218"/>
                    <a:pt x="604" y="128"/>
                  </a:cubicBezTo>
                  <a:cubicBezTo>
                    <a:pt x="543" y="44"/>
                    <a:pt x="449" y="1"/>
                    <a:pt x="35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7"/>
            <p:cNvSpPr/>
            <p:nvPr/>
          </p:nvSpPr>
          <p:spPr>
            <a:xfrm>
              <a:off x="2724680" y="2889605"/>
              <a:ext cx="127173" cy="70998"/>
            </a:xfrm>
            <a:custGeom>
              <a:rect b="b" l="l" r="r" t="t"/>
              <a:pathLst>
                <a:path extrusionOk="0" h="1868" w="3346">
                  <a:moveTo>
                    <a:pt x="354" y="1"/>
                  </a:moveTo>
                  <a:cubicBezTo>
                    <a:pt x="235" y="1"/>
                    <a:pt x="121" y="69"/>
                    <a:pt x="71" y="185"/>
                  </a:cubicBezTo>
                  <a:cubicBezTo>
                    <a:pt x="0" y="343"/>
                    <a:pt x="71" y="526"/>
                    <a:pt x="228" y="596"/>
                  </a:cubicBezTo>
                  <a:cubicBezTo>
                    <a:pt x="245" y="603"/>
                    <a:pt x="2006" y="1394"/>
                    <a:pt x="2845" y="1831"/>
                  </a:cubicBezTo>
                  <a:cubicBezTo>
                    <a:pt x="2891" y="1856"/>
                    <a:pt x="2940" y="1867"/>
                    <a:pt x="2990" y="1867"/>
                  </a:cubicBezTo>
                  <a:cubicBezTo>
                    <a:pt x="3103" y="1867"/>
                    <a:pt x="3210" y="1806"/>
                    <a:pt x="3264" y="1701"/>
                  </a:cubicBezTo>
                  <a:cubicBezTo>
                    <a:pt x="3346" y="1548"/>
                    <a:pt x="3286" y="1361"/>
                    <a:pt x="3134" y="1281"/>
                  </a:cubicBezTo>
                  <a:cubicBezTo>
                    <a:pt x="2277" y="832"/>
                    <a:pt x="554" y="59"/>
                    <a:pt x="481" y="28"/>
                  </a:cubicBezTo>
                  <a:cubicBezTo>
                    <a:pt x="440" y="9"/>
                    <a:pt x="396" y="1"/>
                    <a:pt x="35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7"/>
            <p:cNvSpPr/>
            <p:nvPr/>
          </p:nvSpPr>
          <p:spPr>
            <a:xfrm>
              <a:off x="2178202" y="3394731"/>
              <a:ext cx="567642" cy="568820"/>
            </a:xfrm>
            <a:custGeom>
              <a:rect b="b" l="l" r="r" t="t"/>
              <a:pathLst>
                <a:path extrusionOk="0" h="14966" w="14935">
                  <a:moveTo>
                    <a:pt x="356" y="0"/>
                  </a:moveTo>
                  <a:cubicBezTo>
                    <a:pt x="313" y="0"/>
                    <a:pt x="269" y="9"/>
                    <a:pt x="227" y="29"/>
                  </a:cubicBezTo>
                  <a:cubicBezTo>
                    <a:pt x="71" y="100"/>
                    <a:pt x="1" y="285"/>
                    <a:pt x="72" y="442"/>
                  </a:cubicBezTo>
                  <a:cubicBezTo>
                    <a:pt x="87" y="475"/>
                    <a:pt x="1580" y="3736"/>
                    <a:pt x="4084" y="7126"/>
                  </a:cubicBezTo>
                  <a:cubicBezTo>
                    <a:pt x="6412" y="10279"/>
                    <a:pt x="10117" y="14197"/>
                    <a:pt x="14546" y="14960"/>
                  </a:cubicBezTo>
                  <a:cubicBezTo>
                    <a:pt x="14564" y="14964"/>
                    <a:pt x="14582" y="14965"/>
                    <a:pt x="14600" y="14965"/>
                  </a:cubicBezTo>
                  <a:cubicBezTo>
                    <a:pt x="14749" y="14965"/>
                    <a:pt x="14880" y="14859"/>
                    <a:pt x="14906" y="14706"/>
                  </a:cubicBezTo>
                  <a:cubicBezTo>
                    <a:pt x="14935" y="14536"/>
                    <a:pt x="14822" y="14376"/>
                    <a:pt x="14652" y="14347"/>
                  </a:cubicBezTo>
                  <a:cubicBezTo>
                    <a:pt x="10427" y="13618"/>
                    <a:pt x="6850" y="9822"/>
                    <a:pt x="4592" y="6765"/>
                  </a:cubicBezTo>
                  <a:cubicBezTo>
                    <a:pt x="2125" y="3424"/>
                    <a:pt x="654" y="214"/>
                    <a:pt x="640" y="183"/>
                  </a:cubicBezTo>
                  <a:cubicBezTo>
                    <a:pt x="588" y="69"/>
                    <a:pt x="474" y="0"/>
                    <a:pt x="35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7"/>
            <p:cNvSpPr/>
            <p:nvPr/>
          </p:nvSpPr>
          <p:spPr>
            <a:xfrm>
              <a:off x="2145173" y="2430963"/>
              <a:ext cx="402423" cy="124323"/>
            </a:xfrm>
            <a:custGeom>
              <a:rect b="b" l="l" r="r" t="t"/>
              <a:pathLst>
                <a:path extrusionOk="0" h="3271" w="10588">
                  <a:moveTo>
                    <a:pt x="322" y="1"/>
                  </a:moveTo>
                  <a:cubicBezTo>
                    <a:pt x="243" y="1"/>
                    <a:pt x="165" y="33"/>
                    <a:pt x="108" y="97"/>
                  </a:cubicBezTo>
                  <a:cubicBezTo>
                    <a:pt x="0" y="214"/>
                    <a:pt x="10" y="398"/>
                    <a:pt x="128" y="505"/>
                  </a:cubicBezTo>
                  <a:cubicBezTo>
                    <a:pt x="176" y="548"/>
                    <a:pt x="1329" y="1576"/>
                    <a:pt x="3167" y="2371"/>
                  </a:cubicBezTo>
                  <a:cubicBezTo>
                    <a:pt x="4550" y="2970"/>
                    <a:pt x="5946" y="3271"/>
                    <a:pt x="7306" y="3271"/>
                  </a:cubicBezTo>
                  <a:cubicBezTo>
                    <a:pt x="8351" y="3271"/>
                    <a:pt x="9378" y="3093"/>
                    <a:pt x="10359" y="2737"/>
                  </a:cubicBezTo>
                  <a:cubicBezTo>
                    <a:pt x="10509" y="2683"/>
                    <a:pt x="10588" y="2517"/>
                    <a:pt x="10532" y="2367"/>
                  </a:cubicBezTo>
                  <a:cubicBezTo>
                    <a:pt x="10491" y="2250"/>
                    <a:pt x="10381" y="2176"/>
                    <a:pt x="10263" y="2176"/>
                  </a:cubicBezTo>
                  <a:cubicBezTo>
                    <a:pt x="10230" y="2176"/>
                    <a:pt x="10196" y="2182"/>
                    <a:pt x="10163" y="2194"/>
                  </a:cubicBezTo>
                  <a:cubicBezTo>
                    <a:pt x="9185" y="2549"/>
                    <a:pt x="8230" y="2693"/>
                    <a:pt x="7326" y="2693"/>
                  </a:cubicBezTo>
                  <a:cubicBezTo>
                    <a:pt x="3490" y="2693"/>
                    <a:pt x="551" y="107"/>
                    <a:pt x="515" y="76"/>
                  </a:cubicBezTo>
                  <a:cubicBezTo>
                    <a:pt x="460" y="26"/>
                    <a:pt x="391" y="1"/>
                    <a:pt x="32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7"/>
            <p:cNvSpPr/>
            <p:nvPr/>
          </p:nvSpPr>
          <p:spPr>
            <a:xfrm>
              <a:off x="2072996" y="4026804"/>
              <a:ext cx="702759" cy="253814"/>
            </a:xfrm>
            <a:custGeom>
              <a:rect b="b" l="l" r="r" t="t"/>
              <a:pathLst>
                <a:path extrusionOk="0" h="6678" w="18490">
                  <a:moveTo>
                    <a:pt x="324" y="0"/>
                  </a:moveTo>
                  <a:cubicBezTo>
                    <a:pt x="242" y="0"/>
                    <a:pt x="161" y="35"/>
                    <a:pt x="104" y="101"/>
                  </a:cubicBezTo>
                  <a:cubicBezTo>
                    <a:pt x="0" y="223"/>
                    <a:pt x="14" y="406"/>
                    <a:pt x="136" y="509"/>
                  </a:cubicBezTo>
                  <a:cubicBezTo>
                    <a:pt x="157" y="529"/>
                    <a:pt x="2466" y="2488"/>
                    <a:pt x="5821" y="4176"/>
                  </a:cubicBezTo>
                  <a:cubicBezTo>
                    <a:pt x="8258" y="5400"/>
                    <a:pt x="11655" y="6677"/>
                    <a:pt x="15233" y="6677"/>
                  </a:cubicBezTo>
                  <a:cubicBezTo>
                    <a:pt x="16225" y="6677"/>
                    <a:pt x="17232" y="6579"/>
                    <a:pt x="18235" y="6353"/>
                  </a:cubicBezTo>
                  <a:cubicBezTo>
                    <a:pt x="18391" y="6320"/>
                    <a:pt x="18489" y="6164"/>
                    <a:pt x="18454" y="6008"/>
                  </a:cubicBezTo>
                  <a:cubicBezTo>
                    <a:pt x="18424" y="5872"/>
                    <a:pt x="18304" y="5781"/>
                    <a:pt x="18170" y="5781"/>
                  </a:cubicBezTo>
                  <a:cubicBezTo>
                    <a:pt x="18149" y="5781"/>
                    <a:pt x="18128" y="5784"/>
                    <a:pt x="18108" y="5788"/>
                  </a:cubicBezTo>
                  <a:cubicBezTo>
                    <a:pt x="17147" y="6003"/>
                    <a:pt x="16182" y="6097"/>
                    <a:pt x="15229" y="6097"/>
                  </a:cubicBezTo>
                  <a:cubicBezTo>
                    <a:pt x="11767" y="6097"/>
                    <a:pt x="8463" y="4855"/>
                    <a:pt x="6093" y="3664"/>
                  </a:cubicBezTo>
                  <a:cubicBezTo>
                    <a:pt x="2796" y="2009"/>
                    <a:pt x="535" y="89"/>
                    <a:pt x="512" y="70"/>
                  </a:cubicBezTo>
                  <a:cubicBezTo>
                    <a:pt x="457" y="23"/>
                    <a:pt x="390" y="0"/>
                    <a:pt x="32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7"/>
            <p:cNvSpPr/>
            <p:nvPr/>
          </p:nvSpPr>
          <p:spPr>
            <a:xfrm>
              <a:off x="2260033" y="4279253"/>
              <a:ext cx="350733" cy="69364"/>
            </a:xfrm>
            <a:custGeom>
              <a:rect b="b" l="l" r="r" t="t"/>
              <a:pathLst>
                <a:path extrusionOk="0" h="1825" w="9228">
                  <a:moveTo>
                    <a:pt x="329" y="1"/>
                  </a:moveTo>
                  <a:cubicBezTo>
                    <a:pt x="223" y="1"/>
                    <a:pt x="120" y="61"/>
                    <a:pt x="70" y="163"/>
                  </a:cubicBezTo>
                  <a:cubicBezTo>
                    <a:pt x="0" y="306"/>
                    <a:pt x="60" y="480"/>
                    <a:pt x="203" y="549"/>
                  </a:cubicBezTo>
                  <a:cubicBezTo>
                    <a:pt x="335" y="615"/>
                    <a:pt x="2858" y="1825"/>
                    <a:pt x="6192" y="1825"/>
                  </a:cubicBezTo>
                  <a:cubicBezTo>
                    <a:pt x="7071" y="1825"/>
                    <a:pt x="8008" y="1740"/>
                    <a:pt x="8973" y="1530"/>
                  </a:cubicBezTo>
                  <a:cubicBezTo>
                    <a:pt x="9129" y="1496"/>
                    <a:pt x="9228" y="1340"/>
                    <a:pt x="9194" y="1184"/>
                  </a:cubicBezTo>
                  <a:cubicBezTo>
                    <a:pt x="9164" y="1050"/>
                    <a:pt x="9043" y="956"/>
                    <a:pt x="8912" y="956"/>
                  </a:cubicBezTo>
                  <a:cubicBezTo>
                    <a:pt x="8891" y="956"/>
                    <a:pt x="8870" y="959"/>
                    <a:pt x="8849" y="964"/>
                  </a:cubicBezTo>
                  <a:cubicBezTo>
                    <a:pt x="7945" y="1162"/>
                    <a:pt x="7061" y="1242"/>
                    <a:pt x="6226" y="1242"/>
                  </a:cubicBezTo>
                  <a:cubicBezTo>
                    <a:pt x="2984" y="1242"/>
                    <a:pt x="488" y="47"/>
                    <a:pt x="457" y="31"/>
                  </a:cubicBezTo>
                  <a:cubicBezTo>
                    <a:pt x="415" y="11"/>
                    <a:pt x="372" y="1"/>
                    <a:pt x="32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7"/>
            <p:cNvSpPr/>
            <p:nvPr/>
          </p:nvSpPr>
          <p:spPr>
            <a:xfrm>
              <a:off x="1961480" y="1390875"/>
              <a:ext cx="746467" cy="351075"/>
            </a:xfrm>
            <a:custGeom>
              <a:rect b="b" l="l" r="r" t="t"/>
              <a:pathLst>
                <a:path extrusionOk="0" h="9237" w="19640">
                  <a:moveTo>
                    <a:pt x="8846" y="1"/>
                  </a:moveTo>
                  <a:cubicBezTo>
                    <a:pt x="8819" y="1"/>
                    <a:pt x="8792" y="2"/>
                    <a:pt x="8763" y="4"/>
                  </a:cubicBezTo>
                  <a:cubicBezTo>
                    <a:pt x="7496" y="112"/>
                    <a:pt x="6864" y="2540"/>
                    <a:pt x="6864" y="2540"/>
                  </a:cubicBezTo>
                  <a:cubicBezTo>
                    <a:pt x="6864" y="2540"/>
                    <a:pt x="6442" y="1271"/>
                    <a:pt x="4963" y="1061"/>
                  </a:cubicBezTo>
                  <a:cubicBezTo>
                    <a:pt x="4904" y="1053"/>
                    <a:pt x="4847" y="1049"/>
                    <a:pt x="4793" y="1049"/>
                  </a:cubicBezTo>
                  <a:cubicBezTo>
                    <a:pt x="3510" y="1049"/>
                    <a:pt x="3801" y="3384"/>
                    <a:pt x="3801" y="3384"/>
                  </a:cubicBezTo>
                  <a:cubicBezTo>
                    <a:pt x="3801" y="3384"/>
                    <a:pt x="2984" y="1584"/>
                    <a:pt x="1924" y="1584"/>
                  </a:cubicBezTo>
                  <a:cubicBezTo>
                    <a:pt x="1780" y="1584"/>
                    <a:pt x="1631" y="1618"/>
                    <a:pt x="1480" y="1693"/>
                  </a:cubicBezTo>
                  <a:cubicBezTo>
                    <a:pt x="609" y="2130"/>
                    <a:pt x="2112" y="5073"/>
                    <a:pt x="2112" y="5073"/>
                  </a:cubicBezTo>
                  <a:cubicBezTo>
                    <a:pt x="2112" y="5073"/>
                    <a:pt x="1616" y="4683"/>
                    <a:pt x="1137" y="4683"/>
                  </a:cubicBezTo>
                  <a:cubicBezTo>
                    <a:pt x="789" y="4683"/>
                    <a:pt x="450" y="4889"/>
                    <a:pt x="317" y="5601"/>
                  </a:cubicBezTo>
                  <a:cubicBezTo>
                    <a:pt x="1" y="7290"/>
                    <a:pt x="2761" y="8758"/>
                    <a:pt x="2761" y="8758"/>
                  </a:cubicBezTo>
                  <a:cubicBezTo>
                    <a:pt x="2761" y="8758"/>
                    <a:pt x="11786" y="9236"/>
                    <a:pt x="15605" y="9236"/>
                  </a:cubicBezTo>
                  <a:cubicBezTo>
                    <a:pt x="16213" y="9236"/>
                    <a:pt x="16689" y="9224"/>
                    <a:pt x="16976" y="9196"/>
                  </a:cubicBezTo>
                  <a:cubicBezTo>
                    <a:pt x="19061" y="8993"/>
                    <a:pt x="17951" y="7184"/>
                    <a:pt x="17951" y="7184"/>
                  </a:cubicBezTo>
                  <a:cubicBezTo>
                    <a:pt x="17951" y="7184"/>
                    <a:pt x="19640" y="6974"/>
                    <a:pt x="19430" y="5601"/>
                  </a:cubicBezTo>
                  <a:cubicBezTo>
                    <a:pt x="19310" y="4823"/>
                    <a:pt x="18345" y="4655"/>
                    <a:pt x="17530" y="4655"/>
                  </a:cubicBezTo>
                  <a:cubicBezTo>
                    <a:pt x="16905" y="4655"/>
                    <a:pt x="16368" y="4754"/>
                    <a:pt x="16368" y="4754"/>
                  </a:cubicBezTo>
                  <a:cubicBezTo>
                    <a:pt x="16368" y="4754"/>
                    <a:pt x="17528" y="4332"/>
                    <a:pt x="17000" y="2643"/>
                  </a:cubicBezTo>
                  <a:cubicBezTo>
                    <a:pt x="16831" y="2103"/>
                    <a:pt x="16392" y="1919"/>
                    <a:pt x="15873" y="1919"/>
                  </a:cubicBezTo>
                  <a:cubicBezTo>
                    <a:pt x="14769" y="1919"/>
                    <a:pt x="13304" y="2749"/>
                    <a:pt x="13304" y="2749"/>
                  </a:cubicBezTo>
                  <a:cubicBezTo>
                    <a:pt x="13304" y="2749"/>
                    <a:pt x="14995" y="1271"/>
                    <a:pt x="13304" y="320"/>
                  </a:cubicBezTo>
                  <a:cubicBezTo>
                    <a:pt x="13063" y="184"/>
                    <a:pt x="12815" y="126"/>
                    <a:pt x="12568" y="126"/>
                  </a:cubicBezTo>
                  <a:cubicBezTo>
                    <a:pt x="11083" y="126"/>
                    <a:pt x="9610" y="2221"/>
                    <a:pt x="9610" y="2221"/>
                  </a:cubicBezTo>
                  <a:cubicBezTo>
                    <a:pt x="9610" y="2221"/>
                    <a:pt x="10013" y="1"/>
                    <a:pt x="88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7"/>
            <p:cNvSpPr/>
            <p:nvPr/>
          </p:nvSpPr>
          <p:spPr>
            <a:xfrm>
              <a:off x="2004657" y="1883952"/>
              <a:ext cx="145873" cy="194522"/>
            </a:xfrm>
            <a:custGeom>
              <a:rect b="b" l="l" r="r" t="t"/>
              <a:pathLst>
                <a:path extrusionOk="0" h="5118" w="3838">
                  <a:moveTo>
                    <a:pt x="3837" y="4981"/>
                  </a:moveTo>
                  <a:lnTo>
                    <a:pt x="3837" y="4981"/>
                  </a:lnTo>
                  <a:cubicBezTo>
                    <a:pt x="3837" y="4981"/>
                    <a:pt x="3837" y="4981"/>
                    <a:pt x="3837" y="4981"/>
                  </a:cubicBezTo>
                  <a:lnTo>
                    <a:pt x="3837" y="4981"/>
                  </a:lnTo>
                  <a:cubicBezTo>
                    <a:pt x="3837" y="4981"/>
                    <a:pt x="3837" y="4981"/>
                    <a:pt x="3837" y="4981"/>
                  </a:cubicBezTo>
                  <a:cubicBezTo>
                    <a:pt x="3837" y="4981"/>
                    <a:pt x="3837" y="4981"/>
                    <a:pt x="3837" y="4981"/>
                  </a:cubicBezTo>
                  <a:close/>
                  <a:moveTo>
                    <a:pt x="1889" y="1"/>
                  </a:moveTo>
                  <a:cubicBezTo>
                    <a:pt x="1347" y="1"/>
                    <a:pt x="631" y="249"/>
                    <a:pt x="375" y="1466"/>
                  </a:cubicBezTo>
                  <a:cubicBezTo>
                    <a:pt x="0" y="3250"/>
                    <a:pt x="1582" y="5117"/>
                    <a:pt x="3137" y="5117"/>
                  </a:cubicBezTo>
                  <a:cubicBezTo>
                    <a:pt x="3374" y="5117"/>
                    <a:pt x="3609" y="5074"/>
                    <a:pt x="3837" y="4981"/>
                  </a:cubicBezTo>
                  <a:lnTo>
                    <a:pt x="3837" y="4981"/>
                  </a:lnTo>
                  <a:cubicBezTo>
                    <a:pt x="3837" y="4979"/>
                    <a:pt x="3432" y="991"/>
                    <a:pt x="2553" y="119"/>
                  </a:cubicBezTo>
                  <a:cubicBezTo>
                    <a:pt x="2553" y="119"/>
                    <a:pt x="2262" y="1"/>
                    <a:pt x="1889"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7"/>
            <p:cNvSpPr/>
            <p:nvPr/>
          </p:nvSpPr>
          <p:spPr>
            <a:xfrm>
              <a:off x="2065166" y="1932603"/>
              <a:ext cx="77687" cy="111438"/>
            </a:xfrm>
            <a:custGeom>
              <a:rect b="b" l="l" r="r" t="t"/>
              <a:pathLst>
                <a:path extrusionOk="0" h="2932" w="2044">
                  <a:moveTo>
                    <a:pt x="261" y="0"/>
                  </a:moveTo>
                  <a:cubicBezTo>
                    <a:pt x="187" y="0"/>
                    <a:pt x="114" y="36"/>
                    <a:pt x="70" y="102"/>
                  </a:cubicBezTo>
                  <a:cubicBezTo>
                    <a:pt x="0" y="205"/>
                    <a:pt x="29" y="348"/>
                    <a:pt x="133" y="418"/>
                  </a:cubicBezTo>
                  <a:cubicBezTo>
                    <a:pt x="146" y="425"/>
                    <a:pt x="1304" y="1223"/>
                    <a:pt x="1573" y="2743"/>
                  </a:cubicBezTo>
                  <a:cubicBezTo>
                    <a:pt x="1593" y="2850"/>
                    <a:pt x="1686" y="2929"/>
                    <a:pt x="1794" y="2932"/>
                  </a:cubicBezTo>
                  <a:cubicBezTo>
                    <a:pt x="1809" y="2932"/>
                    <a:pt x="1824" y="2932"/>
                    <a:pt x="1836" y="2929"/>
                  </a:cubicBezTo>
                  <a:cubicBezTo>
                    <a:pt x="1962" y="2908"/>
                    <a:pt x="2044" y="2790"/>
                    <a:pt x="2022" y="2665"/>
                  </a:cubicBezTo>
                  <a:cubicBezTo>
                    <a:pt x="1716" y="945"/>
                    <a:pt x="441" y="74"/>
                    <a:pt x="386" y="39"/>
                  </a:cubicBezTo>
                  <a:cubicBezTo>
                    <a:pt x="348" y="13"/>
                    <a:pt x="304" y="0"/>
                    <a:pt x="2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7"/>
            <p:cNvSpPr/>
            <p:nvPr/>
          </p:nvSpPr>
          <p:spPr>
            <a:xfrm>
              <a:off x="2056842" y="1973575"/>
              <a:ext cx="65905" cy="28202"/>
            </a:xfrm>
            <a:custGeom>
              <a:rect b="b" l="l" r="r" t="t"/>
              <a:pathLst>
                <a:path extrusionOk="0" h="742" w="1734">
                  <a:moveTo>
                    <a:pt x="1296" y="1"/>
                  </a:moveTo>
                  <a:cubicBezTo>
                    <a:pt x="752" y="1"/>
                    <a:pt x="182" y="294"/>
                    <a:pt x="155" y="309"/>
                  </a:cubicBezTo>
                  <a:cubicBezTo>
                    <a:pt x="43" y="368"/>
                    <a:pt x="0" y="505"/>
                    <a:pt x="59" y="618"/>
                  </a:cubicBezTo>
                  <a:cubicBezTo>
                    <a:pt x="98" y="696"/>
                    <a:pt x="175" y="740"/>
                    <a:pt x="255" y="741"/>
                  </a:cubicBezTo>
                  <a:cubicBezTo>
                    <a:pt x="293" y="741"/>
                    <a:pt x="331" y="734"/>
                    <a:pt x="368" y="714"/>
                  </a:cubicBezTo>
                  <a:cubicBezTo>
                    <a:pt x="521" y="636"/>
                    <a:pt x="944" y="458"/>
                    <a:pt x="1296" y="458"/>
                  </a:cubicBezTo>
                  <a:cubicBezTo>
                    <a:pt x="1348" y="458"/>
                    <a:pt x="1398" y="462"/>
                    <a:pt x="1446" y="471"/>
                  </a:cubicBezTo>
                  <a:cubicBezTo>
                    <a:pt x="1460" y="473"/>
                    <a:pt x="1473" y="474"/>
                    <a:pt x="1486" y="474"/>
                  </a:cubicBezTo>
                  <a:cubicBezTo>
                    <a:pt x="1595" y="474"/>
                    <a:pt x="1692" y="398"/>
                    <a:pt x="1712" y="288"/>
                  </a:cubicBezTo>
                  <a:cubicBezTo>
                    <a:pt x="1734" y="164"/>
                    <a:pt x="1652" y="45"/>
                    <a:pt x="1528" y="20"/>
                  </a:cubicBezTo>
                  <a:cubicBezTo>
                    <a:pt x="1452" y="7"/>
                    <a:pt x="1375" y="1"/>
                    <a:pt x="12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7"/>
            <p:cNvSpPr/>
            <p:nvPr/>
          </p:nvSpPr>
          <p:spPr>
            <a:xfrm>
              <a:off x="2521641" y="1883952"/>
              <a:ext cx="145949" cy="194522"/>
            </a:xfrm>
            <a:custGeom>
              <a:rect b="b" l="l" r="r" t="t"/>
              <a:pathLst>
                <a:path extrusionOk="0" h="5118" w="3840">
                  <a:moveTo>
                    <a:pt x="1" y="4981"/>
                  </a:moveTo>
                  <a:lnTo>
                    <a:pt x="1" y="4981"/>
                  </a:lnTo>
                  <a:cubicBezTo>
                    <a:pt x="1" y="4981"/>
                    <a:pt x="1" y="4981"/>
                    <a:pt x="1" y="4981"/>
                  </a:cubicBezTo>
                  <a:cubicBezTo>
                    <a:pt x="1" y="4981"/>
                    <a:pt x="1" y="4981"/>
                    <a:pt x="1" y="4981"/>
                  </a:cubicBezTo>
                  <a:lnTo>
                    <a:pt x="1" y="4981"/>
                  </a:lnTo>
                  <a:cubicBezTo>
                    <a:pt x="1" y="4981"/>
                    <a:pt x="1" y="4981"/>
                    <a:pt x="1" y="4981"/>
                  </a:cubicBezTo>
                  <a:close/>
                  <a:moveTo>
                    <a:pt x="1951" y="1"/>
                  </a:moveTo>
                  <a:cubicBezTo>
                    <a:pt x="1577" y="1"/>
                    <a:pt x="1286" y="119"/>
                    <a:pt x="1286" y="119"/>
                  </a:cubicBezTo>
                  <a:cubicBezTo>
                    <a:pt x="408" y="991"/>
                    <a:pt x="1" y="4979"/>
                    <a:pt x="1" y="4981"/>
                  </a:cubicBezTo>
                  <a:lnTo>
                    <a:pt x="1" y="4981"/>
                  </a:lnTo>
                  <a:cubicBezTo>
                    <a:pt x="229" y="5074"/>
                    <a:pt x="465" y="5117"/>
                    <a:pt x="701" y="5117"/>
                  </a:cubicBezTo>
                  <a:cubicBezTo>
                    <a:pt x="2257" y="5117"/>
                    <a:pt x="3839" y="3250"/>
                    <a:pt x="3463" y="1466"/>
                  </a:cubicBezTo>
                  <a:cubicBezTo>
                    <a:pt x="3208" y="249"/>
                    <a:pt x="2492" y="1"/>
                    <a:pt x="1951"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7"/>
            <p:cNvSpPr/>
            <p:nvPr/>
          </p:nvSpPr>
          <p:spPr>
            <a:xfrm>
              <a:off x="2529319" y="1932603"/>
              <a:ext cx="77725" cy="111438"/>
            </a:xfrm>
            <a:custGeom>
              <a:rect b="b" l="l" r="r" t="t"/>
              <a:pathLst>
                <a:path extrusionOk="0" h="2932" w="2045">
                  <a:moveTo>
                    <a:pt x="1783" y="0"/>
                  </a:moveTo>
                  <a:cubicBezTo>
                    <a:pt x="1740" y="0"/>
                    <a:pt x="1696" y="13"/>
                    <a:pt x="1658" y="39"/>
                  </a:cubicBezTo>
                  <a:cubicBezTo>
                    <a:pt x="1604" y="74"/>
                    <a:pt x="328" y="945"/>
                    <a:pt x="22" y="2665"/>
                  </a:cubicBezTo>
                  <a:cubicBezTo>
                    <a:pt x="0" y="2790"/>
                    <a:pt x="83" y="2908"/>
                    <a:pt x="208" y="2929"/>
                  </a:cubicBezTo>
                  <a:cubicBezTo>
                    <a:pt x="221" y="2932"/>
                    <a:pt x="236" y="2932"/>
                    <a:pt x="251" y="2932"/>
                  </a:cubicBezTo>
                  <a:cubicBezTo>
                    <a:pt x="358" y="2929"/>
                    <a:pt x="451" y="2850"/>
                    <a:pt x="471" y="2743"/>
                  </a:cubicBezTo>
                  <a:cubicBezTo>
                    <a:pt x="741" y="1223"/>
                    <a:pt x="1900" y="425"/>
                    <a:pt x="1911" y="418"/>
                  </a:cubicBezTo>
                  <a:cubicBezTo>
                    <a:pt x="2016" y="348"/>
                    <a:pt x="2044" y="205"/>
                    <a:pt x="1974" y="102"/>
                  </a:cubicBezTo>
                  <a:cubicBezTo>
                    <a:pt x="1930" y="36"/>
                    <a:pt x="1857" y="0"/>
                    <a:pt x="17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7"/>
            <p:cNvSpPr/>
            <p:nvPr/>
          </p:nvSpPr>
          <p:spPr>
            <a:xfrm>
              <a:off x="2549425" y="1973575"/>
              <a:ext cx="65981" cy="28202"/>
            </a:xfrm>
            <a:custGeom>
              <a:rect b="b" l="l" r="r" t="t"/>
              <a:pathLst>
                <a:path extrusionOk="0" h="742" w="1736">
                  <a:moveTo>
                    <a:pt x="438" y="1"/>
                  </a:moveTo>
                  <a:cubicBezTo>
                    <a:pt x="360" y="1"/>
                    <a:pt x="282" y="7"/>
                    <a:pt x="207" y="20"/>
                  </a:cubicBezTo>
                  <a:cubicBezTo>
                    <a:pt x="84" y="45"/>
                    <a:pt x="1" y="164"/>
                    <a:pt x="22" y="288"/>
                  </a:cubicBezTo>
                  <a:cubicBezTo>
                    <a:pt x="42" y="398"/>
                    <a:pt x="139" y="474"/>
                    <a:pt x="248" y="474"/>
                  </a:cubicBezTo>
                  <a:cubicBezTo>
                    <a:pt x="261" y="474"/>
                    <a:pt x="275" y="473"/>
                    <a:pt x="288" y="471"/>
                  </a:cubicBezTo>
                  <a:cubicBezTo>
                    <a:pt x="336" y="462"/>
                    <a:pt x="386" y="458"/>
                    <a:pt x="438" y="458"/>
                  </a:cubicBezTo>
                  <a:cubicBezTo>
                    <a:pt x="790" y="458"/>
                    <a:pt x="1213" y="636"/>
                    <a:pt x="1366" y="714"/>
                  </a:cubicBezTo>
                  <a:cubicBezTo>
                    <a:pt x="1404" y="734"/>
                    <a:pt x="1444" y="741"/>
                    <a:pt x="1479" y="741"/>
                  </a:cubicBezTo>
                  <a:cubicBezTo>
                    <a:pt x="1559" y="740"/>
                    <a:pt x="1637" y="696"/>
                    <a:pt x="1675" y="618"/>
                  </a:cubicBezTo>
                  <a:cubicBezTo>
                    <a:pt x="1735" y="505"/>
                    <a:pt x="1691" y="368"/>
                    <a:pt x="1580" y="309"/>
                  </a:cubicBezTo>
                  <a:cubicBezTo>
                    <a:pt x="1553" y="294"/>
                    <a:pt x="983" y="1"/>
                    <a:pt x="43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7"/>
            <p:cNvSpPr/>
            <p:nvPr/>
          </p:nvSpPr>
          <p:spPr>
            <a:xfrm>
              <a:off x="2205301" y="2127394"/>
              <a:ext cx="287299" cy="284068"/>
            </a:xfrm>
            <a:custGeom>
              <a:rect b="b" l="l" r="r" t="t"/>
              <a:pathLst>
                <a:path extrusionOk="0" h="7474" w="7559">
                  <a:moveTo>
                    <a:pt x="532" y="1"/>
                  </a:moveTo>
                  <a:lnTo>
                    <a:pt x="89" y="5097"/>
                  </a:lnTo>
                  <a:lnTo>
                    <a:pt x="0" y="6112"/>
                  </a:lnTo>
                  <a:cubicBezTo>
                    <a:pt x="0" y="6112"/>
                    <a:pt x="1437" y="7474"/>
                    <a:pt x="3779" y="7474"/>
                  </a:cubicBezTo>
                  <a:cubicBezTo>
                    <a:pt x="6121" y="7474"/>
                    <a:pt x="7559" y="6112"/>
                    <a:pt x="7559" y="6112"/>
                  </a:cubicBezTo>
                  <a:lnTo>
                    <a:pt x="7233" y="2951"/>
                  </a:lnTo>
                  <a:lnTo>
                    <a:pt x="6929"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7"/>
            <p:cNvSpPr/>
            <p:nvPr/>
          </p:nvSpPr>
          <p:spPr>
            <a:xfrm>
              <a:off x="2208646" y="2127470"/>
              <a:ext cx="271564" cy="198019"/>
            </a:xfrm>
            <a:custGeom>
              <a:rect b="b" l="l" r="r" t="t"/>
              <a:pathLst>
                <a:path extrusionOk="0" h="5210" w="7145">
                  <a:moveTo>
                    <a:pt x="444" y="0"/>
                  </a:moveTo>
                  <a:lnTo>
                    <a:pt x="1" y="5095"/>
                  </a:lnTo>
                  <a:cubicBezTo>
                    <a:pt x="586" y="5174"/>
                    <a:pt x="1130" y="5210"/>
                    <a:pt x="1635" y="5210"/>
                  </a:cubicBezTo>
                  <a:cubicBezTo>
                    <a:pt x="4885" y="5210"/>
                    <a:pt x="6512" y="3729"/>
                    <a:pt x="7145" y="2949"/>
                  </a:cubicBezTo>
                  <a:lnTo>
                    <a:pt x="6841" y="0"/>
                  </a:lnTo>
                  <a:close/>
                </a:path>
              </a:pathLst>
            </a:custGeom>
            <a:solidFill>
              <a:srgbClr val="1C32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7"/>
            <p:cNvSpPr/>
            <p:nvPr/>
          </p:nvSpPr>
          <p:spPr>
            <a:xfrm>
              <a:off x="2074326" y="1666699"/>
              <a:ext cx="516332" cy="610362"/>
            </a:xfrm>
            <a:custGeom>
              <a:rect b="b" l="l" r="r" t="t"/>
              <a:pathLst>
                <a:path extrusionOk="0" h="16059" w="13585">
                  <a:moveTo>
                    <a:pt x="7087" y="0"/>
                  </a:moveTo>
                  <a:cubicBezTo>
                    <a:pt x="5103" y="0"/>
                    <a:pt x="2931" y="514"/>
                    <a:pt x="1003" y="1878"/>
                  </a:cubicBezTo>
                  <a:cubicBezTo>
                    <a:pt x="350" y="2338"/>
                    <a:pt x="1" y="3123"/>
                    <a:pt x="87" y="3921"/>
                  </a:cubicBezTo>
                  <a:cubicBezTo>
                    <a:pt x="160" y="4605"/>
                    <a:pt x="280" y="5527"/>
                    <a:pt x="474" y="6561"/>
                  </a:cubicBezTo>
                  <a:cubicBezTo>
                    <a:pt x="554" y="6985"/>
                    <a:pt x="646" y="7428"/>
                    <a:pt x="752" y="7883"/>
                  </a:cubicBezTo>
                  <a:cubicBezTo>
                    <a:pt x="916" y="8586"/>
                    <a:pt x="1116" y="9317"/>
                    <a:pt x="1357" y="10037"/>
                  </a:cubicBezTo>
                  <a:cubicBezTo>
                    <a:pt x="2286" y="12827"/>
                    <a:pt x="3831" y="15467"/>
                    <a:pt x="6381" y="15980"/>
                  </a:cubicBezTo>
                  <a:cubicBezTo>
                    <a:pt x="6642" y="16033"/>
                    <a:pt x="6896" y="16058"/>
                    <a:pt x="7141" y="16058"/>
                  </a:cubicBezTo>
                  <a:cubicBezTo>
                    <a:pt x="9764" y="16058"/>
                    <a:pt x="11470" y="13177"/>
                    <a:pt x="12453" y="10054"/>
                  </a:cubicBezTo>
                  <a:cubicBezTo>
                    <a:pt x="12681" y="9334"/>
                    <a:pt x="12871" y="8598"/>
                    <a:pt x="13023" y="7883"/>
                  </a:cubicBezTo>
                  <a:cubicBezTo>
                    <a:pt x="13144" y="7315"/>
                    <a:pt x="13243" y="6760"/>
                    <a:pt x="13320" y="6234"/>
                  </a:cubicBezTo>
                  <a:cubicBezTo>
                    <a:pt x="13552" y="4631"/>
                    <a:pt x="13585" y="3299"/>
                    <a:pt x="13449" y="2703"/>
                  </a:cubicBezTo>
                  <a:cubicBezTo>
                    <a:pt x="13157" y="1413"/>
                    <a:pt x="10380" y="0"/>
                    <a:pt x="7087"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7"/>
            <p:cNvSpPr/>
            <p:nvPr/>
          </p:nvSpPr>
          <p:spPr>
            <a:xfrm>
              <a:off x="2403817" y="1826560"/>
              <a:ext cx="114859" cy="54579"/>
            </a:xfrm>
            <a:custGeom>
              <a:rect b="b" l="l" r="r" t="t"/>
              <a:pathLst>
                <a:path extrusionOk="0" h="1436" w="3022">
                  <a:moveTo>
                    <a:pt x="1097" y="1"/>
                  </a:moveTo>
                  <a:cubicBezTo>
                    <a:pt x="1046" y="1"/>
                    <a:pt x="997" y="2"/>
                    <a:pt x="948" y="6"/>
                  </a:cubicBezTo>
                  <a:cubicBezTo>
                    <a:pt x="115" y="61"/>
                    <a:pt x="0" y="1120"/>
                    <a:pt x="0" y="1120"/>
                  </a:cubicBezTo>
                  <a:lnTo>
                    <a:pt x="2971" y="1436"/>
                  </a:lnTo>
                  <a:cubicBezTo>
                    <a:pt x="3022" y="421"/>
                    <a:pt x="1921" y="1"/>
                    <a:pt x="1097" y="1"/>
                  </a:cubicBezTo>
                  <a:close/>
                </a:path>
              </a:pathLst>
            </a:custGeom>
            <a:solidFill>
              <a:srgbClr val="1C32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7"/>
            <p:cNvSpPr/>
            <p:nvPr/>
          </p:nvSpPr>
          <p:spPr>
            <a:xfrm>
              <a:off x="2178050" y="1826560"/>
              <a:ext cx="114897" cy="54579"/>
            </a:xfrm>
            <a:custGeom>
              <a:rect b="b" l="l" r="r" t="t"/>
              <a:pathLst>
                <a:path extrusionOk="0" h="1436" w="3023">
                  <a:moveTo>
                    <a:pt x="1927" y="1"/>
                  </a:moveTo>
                  <a:cubicBezTo>
                    <a:pt x="1102" y="1"/>
                    <a:pt x="1" y="421"/>
                    <a:pt x="54" y="1436"/>
                  </a:cubicBezTo>
                  <a:lnTo>
                    <a:pt x="3023" y="1120"/>
                  </a:lnTo>
                  <a:cubicBezTo>
                    <a:pt x="3023" y="1120"/>
                    <a:pt x="2908" y="61"/>
                    <a:pt x="2076" y="6"/>
                  </a:cubicBezTo>
                  <a:cubicBezTo>
                    <a:pt x="2027" y="2"/>
                    <a:pt x="1978" y="1"/>
                    <a:pt x="1927" y="1"/>
                  </a:cubicBezTo>
                  <a:close/>
                </a:path>
              </a:pathLst>
            </a:custGeom>
            <a:solidFill>
              <a:srgbClr val="1C32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7"/>
            <p:cNvSpPr/>
            <p:nvPr/>
          </p:nvSpPr>
          <p:spPr>
            <a:xfrm>
              <a:off x="2057374" y="1520444"/>
              <a:ext cx="549436" cy="457724"/>
            </a:xfrm>
            <a:custGeom>
              <a:rect b="b" l="l" r="r" t="t"/>
              <a:pathLst>
                <a:path extrusionOk="0" h="12043" w="14456">
                  <a:moveTo>
                    <a:pt x="7553" y="1"/>
                  </a:moveTo>
                  <a:cubicBezTo>
                    <a:pt x="6286" y="1"/>
                    <a:pt x="5031" y="257"/>
                    <a:pt x="3969" y="736"/>
                  </a:cubicBezTo>
                  <a:cubicBezTo>
                    <a:pt x="902" y="2117"/>
                    <a:pt x="138" y="4152"/>
                    <a:pt x="51" y="5614"/>
                  </a:cubicBezTo>
                  <a:cubicBezTo>
                    <a:pt x="1" y="6443"/>
                    <a:pt x="168" y="7091"/>
                    <a:pt x="254" y="7330"/>
                  </a:cubicBezTo>
                  <a:cubicBezTo>
                    <a:pt x="491" y="7992"/>
                    <a:pt x="1017" y="11768"/>
                    <a:pt x="1359" y="11878"/>
                  </a:cubicBezTo>
                  <a:cubicBezTo>
                    <a:pt x="1362" y="11879"/>
                    <a:pt x="1364" y="11879"/>
                    <a:pt x="1366" y="11879"/>
                  </a:cubicBezTo>
                  <a:cubicBezTo>
                    <a:pt x="1538" y="11879"/>
                    <a:pt x="1653" y="9852"/>
                    <a:pt x="1703" y="9567"/>
                  </a:cubicBezTo>
                  <a:cubicBezTo>
                    <a:pt x="1703" y="9567"/>
                    <a:pt x="2267" y="7064"/>
                    <a:pt x="2329" y="6421"/>
                  </a:cubicBezTo>
                  <a:lnTo>
                    <a:pt x="1920" y="5614"/>
                  </a:lnTo>
                  <a:cubicBezTo>
                    <a:pt x="1920" y="5614"/>
                    <a:pt x="3924" y="4391"/>
                    <a:pt x="7480" y="4200"/>
                  </a:cubicBezTo>
                  <a:cubicBezTo>
                    <a:pt x="7668" y="4190"/>
                    <a:pt x="7853" y="4185"/>
                    <a:pt x="8034" y="4185"/>
                  </a:cubicBezTo>
                  <a:cubicBezTo>
                    <a:pt x="11159" y="4185"/>
                    <a:pt x="13274" y="5595"/>
                    <a:pt x="13274" y="5595"/>
                  </a:cubicBezTo>
                  <a:lnTo>
                    <a:pt x="12884" y="6421"/>
                  </a:lnTo>
                  <a:lnTo>
                    <a:pt x="13141" y="8527"/>
                  </a:lnTo>
                  <a:cubicBezTo>
                    <a:pt x="13145" y="9301"/>
                    <a:pt x="12789" y="11860"/>
                    <a:pt x="13155" y="12038"/>
                  </a:cubicBezTo>
                  <a:cubicBezTo>
                    <a:pt x="13162" y="12041"/>
                    <a:pt x="13168" y="12043"/>
                    <a:pt x="13175" y="12043"/>
                  </a:cubicBezTo>
                  <a:cubicBezTo>
                    <a:pt x="13516" y="12043"/>
                    <a:pt x="14398" y="8103"/>
                    <a:pt x="14450" y="6067"/>
                  </a:cubicBezTo>
                  <a:cubicBezTo>
                    <a:pt x="14455" y="5813"/>
                    <a:pt x="14450" y="5591"/>
                    <a:pt x="14431" y="5408"/>
                  </a:cubicBezTo>
                  <a:cubicBezTo>
                    <a:pt x="13987" y="1620"/>
                    <a:pt x="10734" y="1"/>
                    <a:pt x="75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7"/>
            <p:cNvSpPr/>
            <p:nvPr/>
          </p:nvSpPr>
          <p:spPr>
            <a:xfrm>
              <a:off x="2050799" y="1504405"/>
              <a:ext cx="556012" cy="260085"/>
            </a:xfrm>
            <a:custGeom>
              <a:rect b="b" l="l" r="r" t="t"/>
              <a:pathLst>
                <a:path extrusionOk="0" h="6843" w="14629">
                  <a:moveTo>
                    <a:pt x="7528" y="0"/>
                  </a:moveTo>
                  <a:cubicBezTo>
                    <a:pt x="6238" y="0"/>
                    <a:pt x="4971" y="259"/>
                    <a:pt x="3922" y="731"/>
                  </a:cubicBezTo>
                  <a:cubicBezTo>
                    <a:pt x="854" y="2114"/>
                    <a:pt x="1" y="4689"/>
                    <a:pt x="224" y="6037"/>
                  </a:cubicBezTo>
                  <a:lnTo>
                    <a:pt x="2502" y="6843"/>
                  </a:lnTo>
                  <a:lnTo>
                    <a:pt x="2502" y="6843"/>
                  </a:lnTo>
                  <a:lnTo>
                    <a:pt x="2093" y="6036"/>
                  </a:lnTo>
                  <a:cubicBezTo>
                    <a:pt x="2093" y="6036"/>
                    <a:pt x="4097" y="4813"/>
                    <a:pt x="7652" y="4622"/>
                  </a:cubicBezTo>
                  <a:cubicBezTo>
                    <a:pt x="7840" y="4612"/>
                    <a:pt x="8025" y="4607"/>
                    <a:pt x="8206" y="4607"/>
                  </a:cubicBezTo>
                  <a:cubicBezTo>
                    <a:pt x="11332" y="4607"/>
                    <a:pt x="13447" y="6017"/>
                    <a:pt x="13447" y="6017"/>
                  </a:cubicBezTo>
                  <a:lnTo>
                    <a:pt x="13057" y="6843"/>
                  </a:lnTo>
                  <a:lnTo>
                    <a:pt x="14623" y="6489"/>
                  </a:lnTo>
                  <a:cubicBezTo>
                    <a:pt x="14628" y="6235"/>
                    <a:pt x="14616" y="6013"/>
                    <a:pt x="14604" y="5833"/>
                  </a:cubicBezTo>
                  <a:cubicBezTo>
                    <a:pt x="14277" y="1693"/>
                    <a:pt x="10828" y="0"/>
                    <a:pt x="75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7"/>
            <p:cNvSpPr/>
            <p:nvPr/>
          </p:nvSpPr>
          <p:spPr>
            <a:xfrm>
              <a:off x="2139015" y="1962857"/>
              <a:ext cx="97679" cy="49752"/>
            </a:xfrm>
            <a:custGeom>
              <a:rect b="b" l="l" r="r" t="t"/>
              <a:pathLst>
                <a:path extrusionOk="0" h="1309" w="2570">
                  <a:moveTo>
                    <a:pt x="1309" y="1"/>
                  </a:moveTo>
                  <a:cubicBezTo>
                    <a:pt x="1299" y="1"/>
                    <a:pt x="1288" y="1"/>
                    <a:pt x="1278" y="1"/>
                  </a:cubicBezTo>
                  <a:cubicBezTo>
                    <a:pt x="571" y="9"/>
                    <a:pt x="1" y="310"/>
                    <a:pt x="6" y="671"/>
                  </a:cubicBezTo>
                  <a:cubicBezTo>
                    <a:pt x="9" y="1027"/>
                    <a:pt x="570" y="1308"/>
                    <a:pt x="1263" y="1308"/>
                  </a:cubicBezTo>
                  <a:cubicBezTo>
                    <a:pt x="1273" y="1308"/>
                    <a:pt x="1283" y="1308"/>
                    <a:pt x="1294" y="1308"/>
                  </a:cubicBezTo>
                  <a:cubicBezTo>
                    <a:pt x="2000" y="1299"/>
                    <a:pt x="2569" y="999"/>
                    <a:pt x="2565" y="637"/>
                  </a:cubicBezTo>
                  <a:cubicBezTo>
                    <a:pt x="2559" y="282"/>
                    <a:pt x="2000" y="1"/>
                    <a:pt x="13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7"/>
            <p:cNvSpPr/>
            <p:nvPr/>
          </p:nvSpPr>
          <p:spPr>
            <a:xfrm>
              <a:off x="2442395" y="1962857"/>
              <a:ext cx="97717" cy="49752"/>
            </a:xfrm>
            <a:custGeom>
              <a:rect b="b" l="l" r="r" t="t"/>
              <a:pathLst>
                <a:path extrusionOk="0" h="1309" w="2571">
                  <a:moveTo>
                    <a:pt x="1309" y="1"/>
                  </a:moveTo>
                  <a:cubicBezTo>
                    <a:pt x="1298" y="1"/>
                    <a:pt x="1288" y="1"/>
                    <a:pt x="1278" y="1"/>
                  </a:cubicBezTo>
                  <a:cubicBezTo>
                    <a:pt x="571" y="9"/>
                    <a:pt x="1" y="310"/>
                    <a:pt x="6" y="671"/>
                  </a:cubicBezTo>
                  <a:cubicBezTo>
                    <a:pt x="11" y="1027"/>
                    <a:pt x="570" y="1308"/>
                    <a:pt x="1262" y="1308"/>
                  </a:cubicBezTo>
                  <a:cubicBezTo>
                    <a:pt x="1273" y="1308"/>
                    <a:pt x="1283" y="1308"/>
                    <a:pt x="1293" y="1308"/>
                  </a:cubicBezTo>
                  <a:cubicBezTo>
                    <a:pt x="2000" y="1299"/>
                    <a:pt x="2571" y="999"/>
                    <a:pt x="2565" y="637"/>
                  </a:cubicBezTo>
                  <a:cubicBezTo>
                    <a:pt x="2561" y="282"/>
                    <a:pt x="2001" y="1"/>
                    <a:pt x="13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7"/>
            <p:cNvSpPr/>
            <p:nvPr/>
          </p:nvSpPr>
          <p:spPr>
            <a:xfrm>
              <a:off x="2263111" y="2098774"/>
              <a:ext cx="171604" cy="70048"/>
            </a:xfrm>
            <a:custGeom>
              <a:rect b="b" l="l" r="r" t="t"/>
              <a:pathLst>
                <a:path extrusionOk="0" h="1843" w="4515">
                  <a:moveTo>
                    <a:pt x="1" y="0"/>
                  </a:moveTo>
                  <a:lnTo>
                    <a:pt x="1" y="0"/>
                  </a:lnTo>
                  <a:cubicBezTo>
                    <a:pt x="1" y="0"/>
                    <a:pt x="705" y="1842"/>
                    <a:pt x="2199" y="1842"/>
                  </a:cubicBezTo>
                  <a:cubicBezTo>
                    <a:pt x="3960" y="1842"/>
                    <a:pt x="4514" y="0"/>
                    <a:pt x="4514" y="0"/>
                  </a:cubicBezTo>
                  <a:lnTo>
                    <a:pt x="4514" y="0"/>
                  </a:lnTo>
                  <a:cubicBezTo>
                    <a:pt x="3926" y="143"/>
                    <a:pt x="3229" y="191"/>
                    <a:pt x="2560" y="191"/>
                  </a:cubicBezTo>
                  <a:cubicBezTo>
                    <a:pt x="1223" y="191"/>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7"/>
            <p:cNvSpPr/>
            <p:nvPr/>
          </p:nvSpPr>
          <p:spPr>
            <a:xfrm>
              <a:off x="2238178" y="1907974"/>
              <a:ext cx="27631" cy="49182"/>
            </a:xfrm>
            <a:custGeom>
              <a:rect b="b" l="l" r="r" t="t"/>
              <a:pathLst>
                <a:path extrusionOk="0" h="1294" w="727">
                  <a:moveTo>
                    <a:pt x="355" y="0"/>
                  </a:moveTo>
                  <a:cubicBezTo>
                    <a:pt x="354" y="0"/>
                    <a:pt x="353" y="0"/>
                    <a:pt x="352" y="0"/>
                  </a:cubicBezTo>
                  <a:cubicBezTo>
                    <a:pt x="155" y="5"/>
                    <a:pt x="0" y="295"/>
                    <a:pt x="8" y="652"/>
                  </a:cubicBezTo>
                  <a:cubicBezTo>
                    <a:pt x="15" y="1008"/>
                    <a:pt x="178" y="1293"/>
                    <a:pt x="372" y="1293"/>
                  </a:cubicBezTo>
                  <a:cubicBezTo>
                    <a:pt x="373" y="1293"/>
                    <a:pt x="374" y="1293"/>
                    <a:pt x="375" y="1293"/>
                  </a:cubicBezTo>
                  <a:cubicBezTo>
                    <a:pt x="572" y="1289"/>
                    <a:pt x="727" y="999"/>
                    <a:pt x="720" y="641"/>
                  </a:cubicBezTo>
                  <a:cubicBezTo>
                    <a:pt x="714" y="287"/>
                    <a:pt x="551" y="0"/>
                    <a:pt x="355" y="0"/>
                  </a:cubicBezTo>
                  <a:close/>
                </a:path>
              </a:pathLst>
            </a:custGeom>
            <a:solidFill>
              <a:srgbClr val="1C32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7"/>
            <p:cNvSpPr/>
            <p:nvPr/>
          </p:nvSpPr>
          <p:spPr>
            <a:xfrm>
              <a:off x="2426051" y="1907974"/>
              <a:ext cx="27631" cy="49182"/>
            </a:xfrm>
            <a:custGeom>
              <a:rect b="b" l="l" r="r" t="t"/>
              <a:pathLst>
                <a:path extrusionOk="0" h="1294" w="727">
                  <a:moveTo>
                    <a:pt x="373" y="0"/>
                  </a:moveTo>
                  <a:cubicBezTo>
                    <a:pt x="177" y="0"/>
                    <a:pt x="13" y="287"/>
                    <a:pt x="7" y="641"/>
                  </a:cubicBezTo>
                  <a:cubicBezTo>
                    <a:pt x="0" y="999"/>
                    <a:pt x="156" y="1289"/>
                    <a:pt x="352" y="1293"/>
                  </a:cubicBezTo>
                  <a:cubicBezTo>
                    <a:pt x="353" y="1293"/>
                    <a:pt x="354" y="1293"/>
                    <a:pt x="355" y="1293"/>
                  </a:cubicBezTo>
                  <a:cubicBezTo>
                    <a:pt x="551" y="1293"/>
                    <a:pt x="714" y="1008"/>
                    <a:pt x="721" y="652"/>
                  </a:cubicBezTo>
                  <a:cubicBezTo>
                    <a:pt x="727" y="295"/>
                    <a:pt x="572" y="5"/>
                    <a:pt x="376" y="0"/>
                  </a:cubicBezTo>
                  <a:cubicBezTo>
                    <a:pt x="375" y="0"/>
                    <a:pt x="374" y="0"/>
                    <a:pt x="373" y="0"/>
                  </a:cubicBezTo>
                  <a:close/>
                </a:path>
              </a:pathLst>
            </a:custGeom>
            <a:solidFill>
              <a:srgbClr val="1C32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7"/>
            <p:cNvSpPr/>
            <p:nvPr/>
          </p:nvSpPr>
          <p:spPr>
            <a:xfrm>
              <a:off x="1342825" y="2573531"/>
              <a:ext cx="563461" cy="1486929"/>
            </a:xfrm>
            <a:custGeom>
              <a:rect b="b" l="l" r="r" t="t"/>
              <a:pathLst>
                <a:path extrusionOk="0" h="39122" w="14825">
                  <a:moveTo>
                    <a:pt x="12253" y="0"/>
                  </a:moveTo>
                  <a:cubicBezTo>
                    <a:pt x="11188" y="79"/>
                    <a:pt x="10174" y="658"/>
                    <a:pt x="9585" y="1645"/>
                  </a:cubicBezTo>
                  <a:cubicBezTo>
                    <a:pt x="8676" y="3167"/>
                    <a:pt x="7764" y="4698"/>
                    <a:pt x="6867" y="6259"/>
                  </a:cubicBezTo>
                  <a:cubicBezTo>
                    <a:pt x="5969" y="7822"/>
                    <a:pt x="5089" y="9412"/>
                    <a:pt x="4251" y="11054"/>
                  </a:cubicBezTo>
                  <a:cubicBezTo>
                    <a:pt x="4183" y="11186"/>
                    <a:pt x="4117" y="11319"/>
                    <a:pt x="4051" y="11450"/>
                  </a:cubicBezTo>
                  <a:cubicBezTo>
                    <a:pt x="3287" y="12968"/>
                    <a:pt x="2565" y="14534"/>
                    <a:pt x="1922" y="16156"/>
                  </a:cubicBezTo>
                  <a:cubicBezTo>
                    <a:pt x="1221" y="17917"/>
                    <a:pt x="616" y="19748"/>
                    <a:pt x="152" y="21632"/>
                  </a:cubicBezTo>
                  <a:lnTo>
                    <a:pt x="151" y="21639"/>
                  </a:lnTo>
                  <a:cubicBezTo>
                    <a:pt x="1" y="22248"/>
                    <a:pt x="31" y="22874"/>
                    <a:pt x="203" y="23435"/>
                  </a:cubicBezTo>
                  <a:lnTo>
                    <a:pt x="227" y="23508"/>
                  </a:lnTo>
                  <a:lnTo>
                    <a:pt x="245" y="23561"/>
                  </a:lnTo>
                  <a:lnTo>
                    <a:pt x="280" y="23648"/>
                  </a:lnTo>
                  <a:lnTo>
                    <a:pt x="344" y="23811"/>
                  </a:lnTo>
                  <a:cubicBezTo>
                    <a:pt x="387" y="23914"/>
                    <a:pt x="427" y="24016"/>
                    <a:pt x="469" y="24113"/>
                  </a:cubicBezTo>
                  <a:cubicBezTo>
                    <a:pt x="553" y="24308"/>
                    <a:pt x="637" y="24493"/>
                    <a:pt x="725" y="24678"/>
                  </a:cubicBezTo>
                  <a:cubicBezTo>
                    <a:pt x="896" y="25045"/>
                    <a:pt x="1069" y="25402"/>
                    <a:pt x="1249" y="25752"/>
                  </a:cubicBezTo>
                  <a:cubicBezTo>
                    <a:pt x="1610" y="26451"/>
                    <a:pt x="1986" y="27125"/>
                    <a:pt x="2378" y="27786"/>
                  </a:cubicBezTo>
                  <a:cubicBezTo>
                    <a:pt x="3159" y="29106"/>
                    <a:pt x="3995" y="30367"/>
                    <a:pt x="4878" y="31589"/>
                  </a:cubicBezTo>
                  <a:cubicBezTo>
                    <a:pt x="5315" y="32201"/>
                    <a:pt x="5769" y="32796"/>
                    <a:pt x="6229" y="33385"/>
                  </a:cubicBezTo>
                  <a:cubicBezTo>
                    <a:pt x="6691" y="33971"/>
                    <a:pt x="7160" y="34553"/>
                    <a:pt x="7641" y="35120"/>
                  </a:cubicBezTo>
                  <a:cubicBezTo>
                    <a:pt x="8601" y="36255"/>
                    <a:pt x="9597" y="37356"/>
                    <a:pt x="10623" y="38416"/>
                  </a:cubicBezTo>
                  <a:cubicBezTo>
                    <a:pt x="11076" y="38886"/>
                    <a:pt x="11681" y="39122"/>
                    <a:pt x="12286" y="39122"/>
                  </a:cubicBezTo>
                  <a:cubicBezTo>
                    <a:pt x="12864" y="39122"/>
                    <a:pt x="13443" y="38906"/>
                    <a:pt x="13891" y="38472"/>
                  </a:cubicBezTo>
                  <a:cubicBezTo>
                    <a:pt x="14736" y="37652"/>
                    <a:pt x="14825" y="36345"/>
                    <a:pt x="14138" y="35429"/>
                  </a:cubicBezTo>
                  <a:lnTo>
                    <a:pt x="14131" y="35419"/>
                  </a:lnTo>
                  <a:cubicBezTo>
                    <a:pt x="13306" y="34313"/>
                    <a:pt x="12522" y="33185"/>
                    <a:pt x="11780" y="32038"/>
                  </a:cubicBezTo>
                  <a:cubicBezTo>
                    <a:pt x="11407" y="31464"/>
                    <a:pt x="11050" y="30882"/>
                    <a:pt x="10700" y="30300"/>
                  </a:cubicBezTo>
                  <a:cubicBezTo>
                    <a:pt x="10355" y="29714"/>
                    <a:pt x="10016" y="29126"/>
                    <a:pt x="9695" y="28532"/>
                  </a:cubicBezTo>
                  <a:cubicBezTo>
                    <a:pt x="9051" y="27345"/>
                    <a:pt x="8460" y="26140"/>
                    <a:pt x="7938" y="24925"/>
                  </a:cubicBezTo>
                  <a:cubicBezTo>
                    <a:pt x="7678" y="24320"/>
                    <a:pt x="7434" y="23710"/>
                    <a:pt x="7216" y="23108"/>
                  </a:cubicBezTo>
                  <a:cubicBezTo>
                    <a:pt x="7153" y="22937"/>
                    <a:pt x="7095" y="22769"/>
                    <a:pt x="7039" y="22600"/>
                  </a:cubicBezTo>
                  <a:cubicBezTo>
                    <a:pt x="7017" y="22534"/>
                    <a:pt x="6994" y="22465"/>
                    <a:pt x="6973" y="22400"/>
                  </a:cubicBezTo>
                  <a:cubicBezTo>
                    <a:pt x="6999" y="22304"/>
                    <a:pt x="7026" y="22207"/>
                    <a:pt x="7055" y="22108"/>
                  </a:cubicBezTo>
                  <a:cubicBezTo>
                    <a:pt x="7391" y="20958"/>
                    <a:pt x="7788" y="19810"/>
                    <a:pt x="8240" y="18667"/>
                  </a:cubicBezTo>
                  <a:cubicBezTo>
                    <a:pt x="8582" y="17805"/>
                    <a:pt x="8994" y="16871"/>
                    <a:pt x="9421" y="15948"/>
                  </a:cubicBezTo>
                  <a:cubicBezTo>
                    <a:pt x="9745" y="15249"/>
                    <a:pt x="10074" y="14555"/>
                    <a:pt x="10387" y="13902"/>
                  </a:cubicBezTo>
                  <a:cubicBezTo>
                    <a:pt x="11281" y="12034"/>
                    <a:pt x="12232" y="10107"/>
                    <a:pt x="13276" y="8330"/>
                  </a:cubicBezTo>
                  <a:cubicBezTo>
                    <a:pt x="13445" y="5694"/>
                    <a:pt x="13466" y="1682"/>
                    <a:pt x="12253"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7"/>
            <p:cNvSpPr/>
            <p:nvPr/>
          </p:nvSpPr>
          <p:spPr>
            <a:xfrm>
              <a:off x="1459813" y="2486569"/>
              <a:ext cx="478894" cy="704583"/>
            </a:xfrm>
            <a:custGeom>
              <a:rect b="b" l="l" r="r" t="t"/>
              <a:pathLst>
                <a:path extrusionOk="0" h="18538" w="12600">
                  <a:moveTo>
                    <a:pt x="9926" y="0"/>
                  </a:moveTo>
                  <a:cubicBezTo>
                    <a:pt x="6245" y="1979"/>
                    <a:pt x="620" y="11168"/>
                    <a:pt x="1" y="12987"/>
                  </a:cubicBezTo>
                  <a:cubicBezTo>
                    <a:pt x="1" y="12987"/>
                    <a:pt x="2904" y="16939"/>
                    <a:pt x="7596" y="18538"/>
                  </a:cubicBezTo>
                  <a:lnTo>
                    <a:pt x="10791" y="12580"/>
                  </a:lnTo>
                  <a:cubicBezTo>
                    <a:pt x="10791" y="12580"/>
                    <a:pt x="12240" y="10200"/>
                    <a:pt x="12330" y="8751"/>
                  </a:cubicBezTo>
                  <a:cubicBezTo>
                    <a:pt x="12499" y="6115"/>
                    <a:pt x="12599" y="4956"/>
                    <a:pt x="11772" y="2288"/>
                  </a:cubicBezTo>
                  <a:cubicBezTo>
                    <a:pt x="11634" y="1839"/>
                    <a:pt x="10339" y="99"/>
                    <a:pt x="99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7"/>
            <p:cNvSpPr/>
            <p:nvPr/>
          </p:nvSpPr>
          <p:spPr>
            <a:xfrm>
              <a:off x="1497821" y="3393173"/>
              <a:ext cx="113376" cy="39566"/>
            </a:xfrm>
            <a:custGeom>
              <a:rect b="b" l="l" r="r" t="t"/>
              <a:pathLst>
                <a:path extrusionOk="0" h="1041" w="2983">
                  <a:moveTo>
                    <a:pt x="259" y="1"/>
                  </a:moveTo>
                  <a:cubicBezTo>
                    <a:pt x="251" y="1"/>
                    <a:pt x="244" y="1"/>
                    <a:pt x="236" y="1"/>
                  </a:cubicBezTo>
                  <a:cubicBezTo>
                    <a:pt x="108" y="4"/>
                    <a:pt x="0" y="110"/>
                    <a:pt x="2" y="240"/>
                  </a:cubicBezTo>
                  <a:cubicBezTo>
                    <a:pt x="3" y="369"/>
                    <a:pt x="108" y="474"/>
                    <a:pt x="237" y="474"/>
                  </a:cubicBezTo>
                  <a:cubicBezTo>
                    <a:pt x="237" y="474"/>
                    <a:pt x="238" y="474"/>
                    <a:pt x="239" y="474"/>
                  </a:cubicBezTo>
                  <a:cubicBezTo>
                    <a:pt x="246" y="474"/>
                    <a:pt x="253" y="474"/>
                    <a:pt x="259" y="474"/>
                  </a:cubicBezTo>
                  <a:cubicBezTo>
                    <a:pt x="1169" y="474"/>
                    <a:pt x="2414" y="856"/>
                    <a:pt x="2967" y="1041"/>
                  </a:cubicBezTo>
                  <a:cubicBezTo>
                    <a:pt x="2945" y="975"/>
                    <a:pt x="2921" y="906"/>
                    <a:pt x="2899" y="840"/>
                  </a:cubicBezTo>
                  <a:cubicBezTo>
                    <a:pt x="2926" y="745"/>
                    <a:pt x="2954" y="646"/>
                    <a:pt x="2982" y="549"/>
                  </a:cubicBezTo>
                  <a:cubicBezTo>
                    <a:pt x="2357" y="343"/>
                    <a:pt x="1174" y="1"/>
                    <a:pt x="25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7"/>
            <p:cNvSpPr/>
            <p:nvPr/>
          </p:nvSpPr>
          <p:spPr>
            <a:xfrm>
              <a:off x="1520094" y="3348552"/>
              <a:ext cx="75673" cy="76053"/>
            </a:xfrm>
            <a:custGeom>
              <a:rect b="b" l="l" r="r" t="t"/>
              <a:pathLst>
                <a:path extrusionOk="0" h="2001" w="1991">
                  <a:moveTo>
                    <a:pt x="263" y="0"/>
                  </a:moveTo>
                  <a:cubicBezTo>
                    <a:pt x="198" y="0"/>
                    <a:pt x="133" y="27"/>
                    <a:pt x="87" y="81"/>
                  </a:cubicBezTo>
                  <a:cubicBezTo>
                    <a:pt x="1" y="178"/>
                    <a:pt x="9" y="327"/>
                    <a:pt x="108" y="413"/>
                  </a:cubicBezTo>
                  <a:cubicBezTo>
                    <a:pt x="118" y="421"/>
                    <a:pt x="1191" y="1365"/>
                    <a:pt x="1520" y="1890"/>
                  </a:cubicBezTo>
                  <a:cubicBezTo>
                    <a:pt x="1565" y="1961"/>
                    <a:pt x="1642" y="2001"/>
                    <a:pt x="1721" y="2001"/>
                  </a:cubicBezTo>
                  <a:cubicBezTo>
                    <a:pt x="1726" y="2001"/>
                    <a:pt x="1732" y="2000"/>
                    <a:pt x="1737" y="2000"/>
                  </a:cubicBezTo>
                  <a:cubicBezTo>
                    <a:pt x="1774" y="1999"/>
                    <a:pt x="1813" y="1986"/>
                    <a:pt x="1847" y="1964"/>
                  </a:cubicBezTo>
                  <a:cubicBezTo>
                    <a:pt x="1959" y="1894"/>
                    <a:pt x="1990" y="1750"/>
                    <a:pt x="1920" y="1640"/>
                  </a:cubicBezTo>
                  <a:cubicBezTo>
                    <a:pt x="1554" y="1056"/>
                    <a:pt x="466" y="99"/>
                    <a:pt x="418" y="59"/>
                  </a:cubicBezTo>
                  <a:cubicBezTo>
                    <a:pt x="374" y="20"/>
                    <a:pt x="318" y="0"/>
                    <a:pt x="2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7"/>
            <p:cNvSpPr/>
            <p:nvPr/>
          </p:nvSpPr>
          <p:spPr>
            <a:xfrm>
              <a:off x="1737195" y="3894916"/>
              <a:ext cx="207217" cy="213488"/>
            </a:xfrm>
            <a:custGeom>
              <a:rect b="b" l="l" r="r" t="t"/>
              <a:pathLst>
                <a:path extrusionOk="0" h="5617" w="5452">
                  <a:moveTo>
                    <a:pt x="2362" y="0"/>
                  </a:moveTo>
                  <a:cubicBezTo>
                    <a:pt x="889" y="704"/>
                    <a:pt x="244" y="1900"/>
                    <a:pt x="1" y="3334"/>
                  </a:cubicBezTo>
                  <a:cubicBezTo>
                    <a:pt x="1" y="3334"/>
                    <a:pt x="1739" y="5616"/>
                    <a:pt x="3327" y="5616"/>
                  </a:cubicBezTo>
                  <a:cubicBezTo>
                    <a:pt x="3436" y="5616"/>
                    <a:pt x="3544" y="5605"/>
                    <a:pt x="3651" y="5582"/>
                  </a:cubicBezTo>
                  <a:lnTo>
                    <a:pt x="5181" y="2086"/>
                  </a:lnTo>
                  <a:cubicBezTo>
                    <a:pt x="5185" y="2078"/>
                    <a:pt x="5190" y="2071"/>
                    <a:pt x="5190" y="2063"/>
                  </a:cubicBezTo>
                  <a:cubicBezTo>
                    <a:pt x="5451" y="1578"/>
                    <a:pt x="5208" y="977"/>
                    <a:pt x="4689" y="797"/>
                  </a:cubicBezTo>
                  <a:cubicBezTo>
                    <a:pt x="3829" y="498"/>
                    <a:pt x="2362" y="0"/>
                    <a:pt x="2362"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7"/>
            <p:cNvSpPr/>
            <p:nvPr/>
          </p:nvSpPr>
          <p:spPr>
            <a:xfrm>
              <a:off x="1739476" y="3879143"/>
              <a:ext cx="157047" cy="205126"/>
            </a:xfrm>
            <a:custGeom>
              <a:rect b="b" l="l" r="r" t="t"/>
              <a:pathLst>
                <a:path extrusionOk="0" h="5397" w="4132">
                  <a:moveTo>
                    <a:pt x="2623" y="1"/>
                  </a:moveTo>
                  <a:cubicBezTo>
                    <a:pt x="2560" y="1"/>
                    <a:pt x="2498" y="5"/>
                    <a:pt x="2435" y="12"/>
                  </a:cubicBezTo>
                  <a:cubicBezTo>
                    <a:pt x="793" y="1103"/>
                    <a:pt x="1" y="3966"/>
                    <a:pt x="1" y="3966"/>
                  </a:cubicBezTo>
                  <a:cubicBezTo>
                    <a:pt x="351" y="5144"/>
                    <a:pt x="1636" y="5395"/>
                    <a:pt x="1636" y="5397"/>
                  </a:cubicBezTo>
                  <a:cubicBezTo>
                    <a:pt x="1947" y="4414"/>
                    <a:pt x="4131" y="960"/>
                    <a:pt x="4131" y="960"/>
                  </a:cubicBezTo>
                  <a:cubicBezTo>
                    <a:pt x="3857" y="361"/>
                    <a:pt x="3244" y="1"/>
                    <a:pt x="26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7"/>
            <p:cNvSpPr/>
            <p:nvPr/>
          </p:nvSpPr>
          <p:spPr>
            <a:xfrm>
              <a:off x="1735181" y="3932164"/>
              <a:ext cx="142642" cy="118963"/>
            </a:xfrm>
            <a:custGeom>
              <a:rect b="b" l="l" r="r" t="t"/>
              <a:pathLst>
                <a:path extrusionOk="0" h="3130" w="3753">
                  <a:moveTo>
                    <a:pt x="1745" y="0"/>
                  </a:moveTo>
                  <a:cubicBezTo>
                    <a:pt x="1202" y="0"/>
                    <a:pt x="693" y="258"/>
                    <a:pt x="421" y="728"/>
                  </a:cubicBezTo>
                  <a:cubicBezTo>
                    <a:pt x="1" y="1457"/>
                    <a:pt x="313" y="2426"/>
                    <a:pt x="1116" y="2886"/>
                  </a:cubicBezTo>
                  <a:cubicBezTo>
                    <a:pt x="1403" y="3051"/>
                    <a:pt x="1712" y="3129"/>
                    <a:pt x="2011" y="3129"/>
                  </a:cubicBezTo>
                  <a:cubicBezTo>
                    <a:pt x="2553" y="3129"/>
                    <a:pt x="3061" y="2871"/>
                    <a:pt x="3332" y="2400"/>
                  </a:cubicBezTo>
                  <a:cubicBezTo>
                    <a:pt x="3752" y="1670"/>
                    <a:pt x="3441" y="704"/>
                    <a:pt x="2637" y="242"/>
                  </a:cubicBezTo>
                  <a:cubicBezTo>
                    <a:pt x="2352" y="78"/>
                    <a:pt x="2044" y="0"/>
                    <a:pt x="17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7"/>
            <p:cNvSpPr/>
            <p:nvPr/>
          </p:nvSpPr>
          <p:spPr>
            <a:xfrm>
              <a:off x="1752057" y="3950180"/>
              <a:ext cx="104217" cy="87037"/>
            </a:xfrm>
            <a:custGeom>
              <a:rect b="b" l="l" r="r" t="t"/>
              <a:pathLst>
                <a:path extrusionOk="0" h="2290" w="2742">
                  <a:moveTo>
                    <a:pt x="1275" y="1"/>
                  </a:moveTo>
                  <a:cubicBezTo>
                    <a:pt x="878" y="1"/>
                    <a:pt x="505" y="190"/>
                    <a:pt x="306" y="534"/>
                  </a:cubicBezTo>
                  <a:cubicBezTo>
                    <a:pt x="0" y="1068"/>
                    <a:pt x="228" y="1774"/>
                    <a:pt x="815" y="2112"/>
                  </a:cubicBezTo>
                  <a:cubicBezTo>
                    <a:pt x="1025" y="2232"/>
                    <a:pt x="1251" y="2290"/>
                    <a:pt x="1470" y="2290"/>
                  </a:cubicBezTo>
                  <a:cubicBezTo>
                    <a:pt x="1867" y="2290"/>
                    <a:pt x="2238" y="2101"/>
                    <a:pt x="2436" y="1757"/>
                  </a:cubicBezTo>
                  <a:cubicBezTo>
                    <a:pt x="2742" y="1222"/>
                    <a:pt x="2515" y="516"/>
                    <a:pt x="1927" y="178"/>
                  </a:cubicBezTo>
                  <a:cubicBezTo>
                    <a:pt x="1719" y="58"/>
                    <a:pt x="1493" y="1"/>
                    <a:pt x="12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7"/>
            <p:cNvSpPr/>
            <p:nvPr/>
          </p:nvSpPr>
          <p:spPr>
            <a:xfrm>
              <a:off x="1814922" y="3865916"/>
              <a:ext cx="247543" cy="302198"/>
            </a:xfrm>
            <a:custGeom>
              <a:rect b="b" l="l" r="r" t="t"/>
              <a:pathLst>
                <a:path extrusionOk="0" h="7951" w="6513">
                  <a:moveTo>
                    <a:pt x="2239" y="1"/>
                  </a:moveTo>
                  <a:cubicBezTo>
                    <a:pt x="1608" y="1"/>
                    <a:pt x="1361" y="1528"/>
                    <a:pt x="1361" y="1528"/>
                  </a:cubicBezTo>
                  <a:cubicBezTo>
                    <a:pt x="363" y="1793"/>
                    <a:pt x="1059" y="3156"/>
                    <a:pt x="1059" y="3156"/>
                  </a:cubicBezTo>
                  <a:cubicBezTo>
                    <a:pt x="268" y="4096"/>
                    <a:pt x="939" y="4815"/>
                    <a:pt x="939" y="4815"/>
                  </a:cubicBezTo>
                  <a:cubicBezTo>
                    <a:pt x="296" y="5457"/>
                    <a:pt x="790" y="6527"/>
                    <a:pt x="790" y="6527"/>
                  </a:cubicBezTo>
                  <a:cubicBezTo>
                    <a:pt x="366" y="6550"/>
                    <a:pt x="1" y="7461"/>
                    <a:pt x="1002" y="7733"/>
                  </a:cubicBezTo>
                  <a:cubicBezTo>
                    <a:pt x="1442" y="7851"/>
                    <a:pt x="2114" y="7950"/>
                    <a:pt x="2708" y="7950"/>
                  </a:cubicBezTo>
                  <a:cubicBezTo>
                    <a:pt x="3467" y="7950"/>
                    <a:pt x="4099" y="7789"/>
                    <a:pt x="3958" y="7299"/>
                  </a:cubicBezTo>
                  <a:cubicBezTo>
                    <a:pt x="3848" y="6915"/>
                    <a:pt x="2308" y="6636"/>
                    <a:pt x="2308" y="6636"/>
                  </a:cubicBezTo>
                  <a:lnTo>
                    <a:pt x="2308" y="6636"/>
                  </a:lnTo>
                  <a:cubicBezTo>
                    <a:pt x="2308" y="6636"/>
                    <a:pt x="2459" y="6641"/>
                    <a:pt x="2692" y="6641"/>
                  </a:cubicBezTo>
                  <a:cubicBezTo>
                    <a:pt x="3521" y="6641"/>
                    <a:pt x="5385" y="6575"/>
                    <a:pt x="5168" y="5981"/>
                  </a:cubicBezTo>
                  <a:cubicBezTo>
                    <a:pt x="4892" y="5220"/>
                    <a:pt x="2650" y="5014"/>
                    <a:pt x="2650" y="5014"/>
                  </a:cubicBezTo>
                  <a:lnTo>
                    <a:pt x="2650" y="5014"/>
                  </a:lnTo>
                  <a:cubicBezTo>
                    <a:pt x="2743" y="5015"/>
                    <a:pt x="2838" y="5016"/>
                    <a:pt x="2934" y="5016"/>
                  </a:cubicBezTo>
                  <a:cubicBezTo>
                    <a:pt x="4576" y="5016"/>
                    <a:pt x="6512" y="4821"/>
                    <a:pt x="5969" y="4090"/>
                  </a:cubicBezTo>
                  <a:cubicBezTo>
                    <a:pt x="5396" y="3318"/>
                    <a:pt x="2786" y="3147"/>
                    <a:pt x="2786" y="3147"/>
                  </a:cubicBezTo>
                  <a:lnTo>
                    <a:pt x="2786" y="3147"/>
                  </a:lnTo>
                  <a:cubicBezTo>
                    <a:pt x="2881" y="3150"/>
                    <a:pt x="2974" y="3151"/>
                    <a:pt x="3064" y="3151"/>
                  </a:cubicBezTo>
                  <a:cubicBezTo>
                    <a:pt x="5939" y="3151"/>
                    <a:pt x="6033" y="1966"/>
                    <a:pt x="5244" y="1732"/>
                  </a:cubicBezTo>
                  <a:cubicBezTo>
                    <a:pt x="4586" y="1537"/>
                    <a:pt x="2909" y="1497"/>
                    <a:pt x="2229" y="1488"/>
                  </a:cubicBezTo>
                  <a:lnTo>
                    <a:pt x="2258" y="1"/>
                  </a:lnTo>
                  <a:cubicBezTo>
                    <a:pt x="2252" y="1"/>
                    <a:pt x="2246" y="1"/>
                    <a:pt x="2239"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7"/>
            <p:cNvSpPr/>
            <p:nvPr/>
          </p:nvSpPr>
          <p:spPr>
            <a:xfrm>
              <a:off x="2865917" y="2557606"/>
              <a:ext cx="511847" cy="1487157"/>
            </a:xfrm>
            <a:custGeom>
              <a:rect b="b" l="l" r="r" t="t"/>
              <a:pathLst>
                <a:path extrusionOk="0" h="39128" w="13467">
                  <a:moveTo>
                    <a:pt x="1213" y="0"/>
                  </a:moveTo>
                  <a:cubicBezTo>
                    <a:pt x="0" y="1681"/>
                    <a:pt x="22" y="5692"/>
                    <a:pt x="190" y="8330"/>
                  </a:cubicBezTo>
                  <a:cubicBezTo>
                    <a:pt x="1234" y="10107"/>
                    <a:pt x="2185" y="12032"/>
                    <a:pt x="3079" y="13902"/>
                  </a:cubicBezTo>
                  <a:cubicBezTo>
                    <a:pt x="3392" y="14557"/>
                    <a:pt x="3723" y="15250"/>
                    <a:pt x="4045" y="15950"/>
                  </a:cubicBezTo>
                  <a:cubicBezTo>
                    <a:pt x="4472" y="16872"/>
                    <a:pt x="4886" y="17804"/>
                    <a:pt x="5226" y="18668"/>
                  </a:cubicBezTo>
                  <a:cubicBezTo>
                    <a:pt x="5679" y="19808"/>
                    <a:pt x="6076" y="20958"/>
                    <a:pt x="6406" y="22115"/>
                  </a:cubicBezTo>
                  <a:cubicBezTo>
                    <a:pt x="6434" y="22214"/>
                    <a:pt x="6462" y="22310"/>
                    <a:pt x="6489" y="22407"/>
                  </a:cubicBezTo>
                  <a:cubicBezTo>
                    <a:pt x="6467" y="22473"/>
                    <a:pt x="6446" y="22540"/>
                    <a:pt x="6423" y="22607"/>
                  </a:cubicBezTo>
                  <a:cubicBezTo>
                    <a:pt x="6367" y="22774"/>
                    <a:pt x="6309" y="22945"/>
                    <a:pt x="6246" y="23115"/>
                  </a:cubicBezTo>
                  <a:cubicBezTo>
                    <a:pt x="6027" y="23717"/>
                    <a:pt x="5782" y="24326"/>
                    <a:pt x="5523" y="24932"/>
                  </a:cubicBezTo>
                  <a:cubicBezTo>
                    <a:pt x="5001" y="26147"/>
                    <a:pt x="4409" y="27352"/>
                    <a:pt x="3766" y="28538"/>
                  </a:cubicBezTo>
                  <a:cubicBezTo>
                    <a:pt x="3444" y="29131"/>
                    <a:pt x="3106" y="29719"/>
                    <a:pt x="2762" y="30306"/>
                  </a:cubicBezTo>
                  <a:cubicBezTo>
                    <a:pt x="2411" y="30889"/>
                    <a:pt x="2055" y="31470"/>
                    <a:pt x="1682" y="32043"/>
                  </a:cubicBezTo>
                  <a:cubicBezTo>
                    <a:pt x="1350" y="32555"/>
                    <a:pt x="1011" y="33062"/>
                    <a:pt x="664" y="33565"/>
                  </a:cubicBezTo>
                  <a:lnTo>
                    <a:pt x="664" y="39070"/>
                  </a:lnTo>
                  <a:cubicBezTo>
                    <a:pt x="833" y="39108"/>
                    <a:pt x="1005" y="39127"/>
                    <a:pt x="1178" y="39127"/>
                  </a:cubicBezTo>
                  <a:cubicBezTo>
                    <a:pt x="1783" y="39127"/>
                    <a:pt x="2386" y="38891"/>
                    <a:pt x="2840" y="38422"/>
                  </a:cubicBezTo>
                  <a:cubicBezTo>
                    <a:pt x="3866" y="37362"/>
                    <a:pt x="4861" y="36261"/>
                    <a:pt x="5822" y="35125"/>
                  </a:cubicBezTo>
                  <a:cubicBezTo>
                    <a:pt x="6303" y="34559"/>
                    <a:pt x="6771" y="33977"/>
                    <a:pt x="7234" y="33392"/>
                  </a:cubicBezTo>
                  <a:cubicBezTo>
                    <a:pt x="7692" y="32801"/>
                    <a:pt x="8148" y="32205"/>
                    <a:pt x="8585" y="31596"/>
                  </a:cubicBezTo>
                  <a:cubicBezTo>
                    <a:pt x="9466" y="30374"/>
                    <a:pt x="10303" y="29111"/>
                    <a:pt x="11085" y="27793"/>
                  </a:cubicBezTo>
                  <a:cubicBezTo>
                    <a:pt x="11476" y="27133"/>
                    <a:pt x="11852" y="26457"/>
                    <a:pt x="12212" y="25758"/>
                  </a:cubicBezTo>
                  <a:cubicBezTo>
                    <a:pt x="12394" y="25407"/>
                    <a:pt x="12567" y="25053"/>
                    <a:pt x="12739" y="24684"/>
                  </a:cubicBezTo>
                  <a:cubicBezTo>
                    <a:pt x="12825" y="24499"/>
                    <a:pt x="12910" y="24313"/>
                    <a:pt x="12995" y="24119"/>
                  </a:cubicBezTo>
                  <a:cubicBezTo>
                    <a:pt x="13038" y="24023"/>
                    <a:pt x="13078" y="23920"/>
                    <a:pt x="13119" y="23817"/>
                  </a:cubicBezTo>
                  <a:lnTo>
                    <a:pt x="13183" y="23654"/>
                  </a:lnTo>
                  <a:lnTo>
                    <a:pt x="13218" y="23567"/>
                  </a:lnTo>
                  <a:lnTo>
                    <a:pt x="13235" y="23517"/>
                  </a:lnTo>
                  <a:lnTo>
                    <a:pt x="13261" y="23444"/>
                  </a:lnTo>
                  <a:cubicBezTo>
                    <a:pt x="13435" y="22874"/>
                    <a:pt x="13467" y="22249"/>
                    <a:pt x="13317" y="21639"/>
                  </a:cubicBezTo>
                  <a:lnTo>
                    <a:pt x="13314" y="21632"/>
                  </a:lnTo>
                  <a:cubicBezTo>
                    <a:pt x="12852" y="19750"/>
                    <a:pt x="12245" y="17919"/>
                    <a:pt x="11545" y="16157"/>
                  </a:cubicBezTo>
                  <a:cubicBezTo>
                    <a:pt x="10901" y="14534"/>
                    <a:pt x="10179" y="12969"/>
                    <a:pt x="9415" y="11452"/>
                  </a:cubicBezTo>
                  <a:cubicBezTo>
                    <a:pt x="9349" y="11319"/>
                    <a:pt x="9283" y="11187"/>
                    <a:pt x="9215" y="11054"/>
                  </a:cubicBezTo>
                  <a:cubicBezTo>
                    <a:pt x="8377" y="9414"/>
                    <a:pt x="7497" y="7822"/>
                    <a:pt x="6599" y="6260"/>
                  </a:cubicBezTo>
                  <a:cubicBezTo>
                    <a:pt x="5702" y="4698"/>
                    <a:pt x="4790" y="3165"/>
                    <a:pt x="3882" y="1645"/>
                  </a:cubicBezTo>
                  <a:cubicBezTo>
                    <a:pt x="3292" y="657"/>
                    <a:pt x="2278" y="77"/>
                    <a:pt x="1213"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7"/>
            <p:cNvSpPr/>
            <p:nvPr/>
          </p:nvSpPr>
          <p:spPr>
            <a:xfrm>
              <a:off x="2749195" y="2438337"/>
              <a:ext cx="486876" cy="736737"/>
            </a:xfrm>
            <a:custGeom>
              <a:rect b="b" l="l" r="r" t="t"/>
              <a:pathLst>
                <a:path extrusionOk="0" h="19384" w="12810">
                  <a:moveTo>
                    <a:pt x="1978" y="0"/>
                  </a:moveTo>
                  <a:cubicBezTo>
                    <a:pt x="1565" y="99"/>
                    <a:pt x="605" y="1585"/>
                    <a:pt x="394" y="3064"/>
                  </a:cubicBezTo>
                  <a:cubicBezTo>
                    <a:pt x="1" y="5813"/>
                    <a:pt x="500" y="7499"/>
                    <a:pt x="1027" y="9610"/>
                  </a:cubicBezTo>
                  <a:cubicBezTo>
                    <a:pt x="1379" y="11019"/>
                    <a:pt x="2669" y="13425"/>
                    <a:pt x="2669" y="13425"/>
                  </a:cubicBezTo>
                  <a:lnTo>
                    <a:pt x="5864" y="19384"/>
                  </a:lnTo>
                  <a:cubicBezTo>
                    <a:pt x="10557" y="17786"/>
                    <a:pt x="12808" y="13131"/>
                    <a:pt x="12809" y="13131"/>
                  </a:cubicBezTo>
                  <a:cubicBezTo>
                    <a:pt x="12191" y="11310"/>
                    <a:pt x="5658" y="1980"/>
                    <a:pt x="19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7"/>
            <p:cNvSpPr/>
            <p:nvPr/>
          </p:nvSpPr>
          <p:spPr>
            <a:xfrm>
              <a:off x="3109472" y="3377134"/>
              <a:ext cx="113376" cy="39566"/>
            </a:xfrm>
            <a:custGeom>
              <a:rect b="b" l="l" r="r" t="t"/>
              <a:pathLst>
                <a:path extrusionOk="0" h="1041" w="2983">
                  <a:moveTo>
                    <a:pt x="2724" y="1"/>
                  </a:moveTo>
                  <a:cubicBezTo>
                    <a:pt x="1808" y="1"/>
                    <a:pt x="626" y="343"/>
                    <a:pt x="1" y="549"/>
                  </a:cubicBezTo>
                  <a:cubicBezTo>
                    <a:pt x="29" y="646"/>
                    <a:pt x="55" y="745"/>
                    <a:pt x="82" y="840"/>
                  </a:cubicBezTo>
                  <a:cubicBezTo>
                    <a:pt x="61" y="906"/>
                    <a:pt x="38" y="975"/>
                    <a:pt x="16" y="1041"/>
                  </a:cubicBezTo>
                  <a:cubicBezTo>
                    <a:pt x="569" y="856"/>
                    <a:pt x="1814" y="474"/>
                    <a:pt x="2722" y="474"/>
                  </a:cubicBezTo>
                  <a:cubicBezTo>
                    <a:pt x="2729" y="474"/>
                    <a:pt x="2736" y="474"/>
                    <a:pt x="2742" y="474"/>
                  </a:cubicBezTo>
                  <a:cubicBezTo>
                    <a:pt x="2743" y="474"/>
                    <a:pt x="2744" y="474"/>
                    <a:pt x="2745" y="474"/>
                  </a:cubicBezTo>
                  <a:cubicBezTo>
                    <a:pt x="2874" y="474"/>
                    <a:pt x="2978" y="369"/>
                    <a:pt x="2980" y="240"/>
                  </a:cubicBezTo>
                  <a:cubicBezTo>
                    <a:pt x="2983" y="110"/>
                    <a:pt x="2875" y="4"/>
                    <a:pt x="2747" y="1"/>
                  </a:cubicBezTo>
                  <a:cubicBezTo>
                    <a:pt x="2739" y="1"/>
                    <a:pt x="2732" y="1"/>
                    <a:pt x="27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7"/>
            <p:cNvSpPr/>
            <p:nvPr/>
          </p:nvSpPr>
          <p:spPr>
            <a:xfrm>
              <a:off x="3124866" y="3332512"/>
              <a:ext cx="75711" cy="76053"/>
            </a:xfrm>
            <a:custGeom>
              <a:rect b="b" l="l" r="r" t="t"/>
              <a:pathLst>
                <a:path extrusionOk="0" h="2001" w="1992">
                  <a:moveTo>
                    <a:pt x="1729" y="1"/>
                  </a:moveTo>
                  <a:cubicBezTo>
                    <a:pt x="1673" y="1"/>
                    <a:pt x="1618" y="20"/>
                    <a:pt x="1572" y="59"/>
                  </a:cubicBezTo>
                  <a:cubicBezTo>
                    <a:pt x="1526" y="99"/>
                    <a:pt x="437" y="1056"/>
                    <a:pt x="71" y="1640"/>
                  </a:cubicBezTo>
                  <a:cubicBezTo>
                    <a:pt x="0" y="1750"/>
                    <a:pt x="33" y="1894"/>
                    <a:pt x="143" y="1964"/>
                  </a:cubicBezTo>
                  <a:cubicBezTo>
                    <a:pt x="178" y="1986"/>
                    <a:pt x="218" y="1999"/>
                    <a:pt x="255" y="2000"/>
                  </a:cubicBezTo>
                  <a:cubicBezTo>
                    <a:pt x="260" y="2001"/>
                    <a:pt x="266" y="2001"/>
                    <a:pt x="271" y="2001"/>
                  </a:cubicBezTo>
                  <a:cubicBezTo>
                    <a:pt x="350" y="2001"/>
                    <a:pt x="425" y="1961"/>
                    <a:pt x="471" y="1889"/>
                  </a:cubicBezTo>
                  <a:cubicBezTo>
                    <a:pt x="800" y="1365"/>
                    <a:pt x="1873" y="421"/>
                    <a:pt x="1884" y="413"/>
                  </a:cubicBezTo>
                  <a:cubicBezTo>
                    <a:pt x="1981" y="327"/>
                    <a:pt x="1991" y="178"/>
                    <a:pt x="1905" y="81"/>
                  </a:cubicBezTo>
                  <a:cubicBezTo>
                    <a:pt x="1859" y="28"/>
                    <a:pt x="1794" y="1"/>
                    <a:pt x="17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7"/>
            <p:cNvSpPr/>
            <p:nvPr/>
          </p:nvSpPr>
          <p:spPr>
            <a:xfrm>
              <a:off x="2708222" y="3823157"/>
              <a:ext cx="247467" cy="311053"/>
            </a:xfrm>
            <a:custGeom>
              <a:rect b="b" l="l" r="r" t="t"/>
              <a:pathLst>
                <a:path extrusionOk="0" h="8184" w="6511">
                  <a:moveTo>
                    <a:pt x="4573" y="0"/>
                  </a:moveTo>
                  <a:cubicBezTo>
                    <a:pt x="4567" y="0"/>
                    <a:pt x="4561" y="0"/>
                    <a:pt x="4555" y="1"/>
                  </a:cubicBezTo>
                  <a:lnTo>
                    <a:pt x="4555" y="1690"/>
                  </a:lnTo>
                  <a:cubicBezTo>
                    <a:pt x="3876" y="1698"/>
                    <a:pt x="1924" y="1770"/>
                    <a:pt x="1266" y="1964"/>
                  </a:cubicBezTo>
                  <a:cubicBezTo>
                    <a:pt x="478" y="2199"/>
                    <a:pt x="571" y="3384"/>
                    <a:pt x="3446" y="3384"/>
                  </a:cubicBezTo>
                  <a:cubicBezTo>
                    <a:pt x="3536" y="3384"/>
                    <a:pt x="3629" y="3382"/>
                    <a:pt x="3724" y="3380"/>
                  </a:cubicBezTo>
                  <a:lnTo>
                    <a:pt x="3724" y="3380"/>
                  </a:lnTo>
                  <a:cubicBezTo>
                    <a:pt x="3724" y="3380"/>
                    <a:pt x="1114" y="3550"/>
                    <a:pt x="541" y="4323"/>
                  </a:cubicBezTo>
                  <a:cubicBezTo>
                    <a:pt x="0" y="5052"/>
                    <a:pt x="1924" y="5249"/>
                    <a:pt x="3563" y="5249"/>
                  </a:cubicBezTo>
                  <a:cubicBezTo>
                    <a:pt x="3663" y="5249"/>
                    <a:pt x="3763" y="5248"/>
                    <a:pt x="3860" y="5246"/>
                  </a:cubicBezTo>
                  <a:lnTo>
                    <a:pt x="3860" y="5246"/>
                  </a:lnTo>
                  <a:cubicBezTo>
                    <a:pt x="3860" y="5246"/>
                    <a:pt x="1619" y="5452"/>
                    <a:pt x="1342" y="6215"/>
                  </a:cubicBezTo>
                  <a:cubicBezTo>
                    <a:pt x="1125" y="6808"/>
                    <a:pt x="2987" y="6873"/>
                    <a:pt x="3816" y="6873"/>
                  </a:cubicBezTo>
                  <a:cubicBezTo>
                    <a:pt x="4050" y="6873"/>
                    <a:pt x="4202" y="6868"/>
                    <a:pt x="4202" y="6868"/>
                  </a:cubicBezTo>
                  <a:lnTo>
                    <a:pt x="4202" y="6868"/>
                  </a:lnTo>
                  <a:cubicBezTo>
                    <a:pt x="4202" y="6868"/>
                    <a:pt x="2663" y="7147"/>
                    <a:pt x="2552" y="7532"/>
                  </a:cubicBezTo>
                  <a:cubicBezTo>
                    <a:pt x="2410" y="8022"/>
                    <a:pt x="3044" y="8183"/>
                    <a:pt x="3805" y="8183"/>
                  </a:cubicBezTo>
                  <a:cubicBezTo>
                    <a:pt x="4399" y="8183"/>
                    <a:pt x="5070" y="8085"/>
                    <a:pt x="5509" y="7967"/>
                  </a:cubicBezTo>
                  <a:cubicBezTo>
                    <a:pt x="6510" y="7695"/>
                    <a:pt x="6146" y="6782"/>
                    <a:pt x="5719" y="6760"/>
                  </a:cubicBezTo>
                  <a:cubicBezTo>
                    <a:pt x="5719" y="6760"/>
                    <a:pt x="6214" y="5690"/>
                    <a:pt x="5571" y="5049"/>
                  </a:cubicBezTo>
                  <a:cubicBezTo>
                    <a:pt x="5571" y="5049"/>
                    <a:pt x="6241" y="4328"/>
                    <a:pt x="5452" y="3390"/>
                  </a:cubicBezTo>
                  <a:cubicBezTo>
                    <a:pt x="5452" y="3390"/>
                    <a:pt x="6147" y="2026"/>
                    <a:pt x="5149" y="1761"/>
                  </a:cubicBezTo>
                  <a:cubicBezTo>
                    <a:pt x="5149" y="1761"/>
                    <a:pt x="5201" y="0"/>
                    <a:pt x="4573"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7"/>
            <p:cNvSpPr/>
            <p:nvPr/>
          </p:nvSpPr>
          <p:spPr>
            <a:xfrm>
              <a:off x="2319751" y="1940467"/>
              <a:ext cx="52345" cy="124297"/>
            </a:xfrm>
            <a:custGeom>
              <a:rect b="b" l="l" r="r" t="t"/>
              <a:pathLst>
                <a:path extrusionOk="0" h="2805" w="1181">
                  <a:moveTo>
                    <a:pt x="590" y="1"/>
                  </a:moveTo>
                  <a:cubicBezTo>
                    <a:pt x="265" y="1"/>
                    <a:pt x="1" y="1220"/>
                    <a:pt x="1" y="1993"/>
                  </a:cubicBezTo>
                  <a:cubicBezTo>
                    <a:pt x="1" y="2767"/>
                    <a:pt x="265" y="2804"/>
                    <a:pt x="590" y="2804"/>
                  </a:cubicBezTo>
                  <a:cubicBezTo>
                    <a:pt x="916" y="2804"/>
                    <a:pt x="1181" y="2767"/>
                    <a:pt x="1181" y="1993"/>
                  </a:cubicBezTo>
                  <a:cubicBezTo>
                    <a:pt x="1181" y="1220"/>
                    <a:pt x="916" y="1"/>
                    <a:pt x="5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77" name="Google Shape;2577;p47"/>
          <p:cNvSpPr txBox="1"/>
          <p:nvPr>
            <p:ph idx="4" type="subTitle"/>
          </p:nvPr>
        </p:nvSpPr>
        <p:spPr>
          <a:xfrm>
            <a:off x="3831913" y="3699550"/>
            <a:ext cx="2907600" cy="454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nationality</a:t>
            </a:r>
            <a:endParaRPr/>
          </a:p>
        </p:txBody>
      </p:sp>
      <p:sp>
        <p:nvSpPr>
          <p:cNvPr id="2578" name="Google Shape;2578;p47"/>
          <p:cNvSpPr txBox="1"/>
          <p:nvPr>
            <p:ph idx="5" type="subTitle"/>
          </p:nvPr>
        </p:nvSpPr>
        <p:spPr>
          <a:xfrm>
            <a:off x="3831913" y="4153679"/>
            <a:ext cx="2907600" cy="454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Unknown</a:t>
            </a:r>
            <a:endParaRPr/>
          </a:p>
        </p:txBody>
      </p:sp>
      <p:sp>
        <p:nvSpPr>
          <p:cNvPr id="2579" name="Google Shape;2579;p47"/>
          <p:cNvSpPr txBox="1"/>
          <p:nvPr>
            <p:ph idx="6" type="subTitle"/>
          </p:nvPr>
        </p:nvSpPr>
        <p:spPr>
          <a:xfrm>
            <a:off x="3831913" y="2564650"/>
            <a:ext cx="2907600" cy="454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hobbies</a:t>
            </a:r>
            <a:endParaRPr/>
          </a:p>
        </p:txBody>
      </p:sp>
      <p:sp>
        <p:nvSpPr>
          <p:cNvPr id="2580" name="Google Shape;2580;p47"/>
          <p:cNvSpPr txBox="1"/>
          <p:nvPr>
            <p:ph idx="7" type="subTitle"/>
          </p:nvPr>
        </p:nvSpPr>
        <p:spPr>
          <a:xfrm>
            <a:off x="3831913" y="3018779"/>
            <a:ext cx="2907600" cy="454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Soccer, rugby and football</a:t>
            </a:r>
            <a:endParaRPr/>
          </a:p>
        </p:txBody>
      </p:sp>
      <p:grpSp>
        <p:nvGrpSpPr>
          <p:cNvPr id="2581" name="Google Shape;2581;p47"/>
          <p:cNvGrpSpPr/>
          <p:nvPr/>
        </p:nvGrpSpPr>
        <p:grpSpPr>
          <a:xfrm>
            <a:off x="8085475" y="4178037"/>
            <a:ext cx="331514" cy="416969"/>
            <a:chOff x="8085475" y="4178037"/>
            <a:chExt cx="331514" cy="416969"/>
          </a:xfrm>
        </p:grpSpPr>
        <p:sp>
          <p:nvSpPr>
            <p:cNvPr id="2582" name="Google Shape;2582;p47"/>
            <p:cNvSpPr/>
            <p:nvPr/>
          </p:nvSpPr>
          <p:spPr>
            <a:xfrm>
              <a:off x="8360738" y="4360220"/>
              <a:ext cx="50109" cy="74225"/>
            </a:xfrm>
            <a:custGeom>
              <a:rect b="b" l="l" r="r" t="t"/>
              <a:pathLst>
                <a:path extrusionOk="0" h="5691" w="3842">
                  <a:moveTo>
                    <a:pt x="420" y="1"/>
                  </a:moveTo>
                  <a:lnTo>
                    <a:pt x="1" y="5690"/>
                  </a:lnTo>
                  <a:lnTo>
                    <a:pt x="278" y="5690"/>
                  </a:lnTo>
                  <a:cubicBezTo>
                    <a:pt x="2246" y="5690"/>
                    <a:pt x="3841" y="4093"/>
                    <a:pt x="3842" y="2127"/>
                  </a:cubicBezTo>
                  <a:lnTo>
                    <a:pt x="3842" y="1918"/>
                  </a:lnTo>
                  <a:cubicBezTo>
                    <a:pt x="3842" y="858"/>
                    <a:pt x="2982" y="1"/>
                    <a:pt x="1925" y="1"/>
                  </a:cubicBezTo>
                  <a:close/>
                </a:path>
              </a:pathLst>
            </a:custGeom>
            <a:solidFill>
              <a:srgbClr val="CE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7"/>
            <p:cNvSpPr/>
            <p:nvPr/>
          </p:nvSpPr>
          <p:spPr>
            <a:xfrm>
              <a:off x="8091566" y="4360220"/>
              <a:ext cx="50135" cy="74225"/>
            </a:xfrm>
            <a:custGeom>
              <a:rect b="b" l="l" r="r" t="t"/>
              <a:pathLst>
                <a:path extrusionOk="0" h="5691" w="3844">
                  <a:moveTo>
                    <a:pt x="1918" y="1"/>
                  </a:moveTo>
                  <a:cubicBezTo>
                    <a:pt x="861" y="1"/>
                    <a:pt x="1" y="858"/>
                    <a:pt x="1" y="1918"/>
                  </a:cubicBezTo>
                  <a:lnTo>
                    <a:pt x="1" y="2127"/>
                  </a:lnTo>
                  <a:cubicBezTo>
                    <a:pt x="1" y="4093"/>
                    <a:pt x="1598" y="5690"/>
                    <a:pt x="3565" y="5690"/>
                  </a:cubicBezTo>
                  <a:lnTo>
                    <a:pt x="3844" y="5690"/>
                  </a:lnTo>
                  <a:lnTo>
                    <a:pt x="3423" y="1"/>
                  </a:lnTo>
                  <a:close/>
                </a:path>
              </a:pathLst>
            </a:custGeom>
            <a:solidFill>
              <a:srgbClr val="CE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7"/>
            <p:cNvSpPr/>
            <p:nvPr/>
          </p:nvSpPr>
          <p:spPr>
            <a:xfrm>
              <a:off x="8145859" y="4521379"/>
              <a:ext cx="210689" cy="67469"/>
            </a:xfrm>
            <a:custGeom>
              <a:rect b="b" l="l" r="r" t="t"/>
              <a:pathLst>
                <a:path extrusionOk="0" h="5173" w="16154">
                  <a:moveTo>
                    <a:pt x="3516" y="0"/>
                  </a:moveTo>
                  <a:lnTo>
                    <a:pt x="3516" y="1630"/>
                  </a:lnTo>
                  <a:cubicBezTo>
                    <a:pt x="3516" y="2540"/>
                    <a:pt x="2994" y="3369"/>
                    <a:pt x="2175" y="3761"/>
                  </a:cubicBezTo>
                  <a:lnTo>
                    <a:pt x="246" y="4687"/>
                  </a:lnTo>
                  <a:cubicBezTo>
                    <a:pt x="1" y="4806"/>
                    <a:pt x="85" y="5173"/>
                    <a:pt x="358" y="5173"/>
                  </a:cubicBezTo>
                  <a:lnTo>
                    <a:pt x="15798" y="5173"/>
                  </a:lnTo>
                  <a:cubicBezTo>
                    <a:pt x="16071" y="5173"/>
                    <a:pt x="16154" y="4806"/>
                    <a:pt x="15908" y="4687"/>
                  </a:cubicBezTo>
                  <a:lnTo>
                    <a:pt x="13981" y="3761"/>
                  </a:lnTo>
                  <a:cubicBezTo>
                    <a:pt x="13162" y="3369"/>
                    <a:pt x="12640" y="2540"/>
                    <a:pt x="12640" y="1630"/>
                  </a:cubicBezTo>
                  <a:lnTo>
                    <a:pt x="12640" y="0"/>
                  </a:lnTo>
                  <a:cubicBezTo>
                    <a:pt x="11040" y="1095"/>
                    <a:pt x="9275" y="1721"/>
                    <a:pt x="8078" y="1721"/>
                  </a:cubicBezTo>
                  <a:cubicBezTo>
                    <a:pt x="6881" y="1721"/>
                    <a:pt x="5115" y="1095"/>
                    <a:pt x="3516" y="0"/>
                  </a:cubicBezTo>
                  <a:close/>
                </a:path>
              </a:pathLst>
            </a:custGeom>
            <a:solidFill>
              <a:srgbClr val="CE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7"/>
            <p:cNvSpPr/>
            <p:nvPr/>
          </p:nvSpPr>
          <p:spPr>
            <a:xfrm>
              <a:off x="8129674" y="4214268"/>
              <a:ext cx="243034" cy="329571"/>
            </a:xfrm>
            <a:custGeom>
              <a:rect b="b" l="l" r="r" t="t"/>
              <a:pathLst>
                <a:path extrusionOk="0" h="25269" w="18634">
                  <a:moveTo>
                    <a:pt x="9318" y="1"/>
                  </a:moveTo>
                  <a:cubicBezTo>
                    <a:pt x="4110" y="1"/>
                    <a:pt x="1" y="4425"/>
                    <a:pt x="382" y="9616"/>
                  </a:cubicBezTo>
                  <a:lnTo>
                    <a:pt x="992" y="17887"/>
                  </a:lnTo>
                  <a:cubicBezTo>
                    <a:pt x="1313" y="22248"/>
                    <a:pt x="6689" y="25269"/>
                    <a:pt x="9318" y="25269"/>
                  </a:cubicBezTo>
                  <a:cubicBezTo>
                    <a:pt x="11945" y="25269"/>
                    <a:pt x="17320" y="22247"/>
                    <a:pt x="17642" y="17887"/>
                  </a:cubicBezTo>
                  <a:cubicBezTo>
                    <a:pt x="17643" y="17887"/>
                    <a:pt x="18251" y="9616"/>
                    <a:pt x="18251" y="9616"/>
                  </a:cubicBezTo>
                  <a:cubicBezTo>
                    <a:pt x="18633" y="4425"/>
                    <a:pt x="14525" y="1"/>
                    <a:pt x="9318" y="1"/>
                  </a:cubicBezTo>
                  <a:close/>
                </a:path>
              </a:pathLst>
            </a:custGeom>
            <a:solidFill>
              <a:srgbClr val="CE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7"/>
            <p:cNvSpPr/>
            <p:nvPr/>
          </p:nvSpPr>
          <p:spPr>
            <a:xfrm>
              <a:off x="8193567" y="4219680"/>
              <a:ext cx="178252" cy="324119"/>
            </a:xfrm>
            <a:custGeom>
              <a:rect b="b" l="l" r="r" t="t"/>
              <a:pathLst>
                <a:path extrusionOk="0" h="24851" w="13667">
                  <a:moveTo>
                    <a:pt x="7123" y="1"/>
                  </a:moveTo>
                  <a:cubicBezTo>
                    <a:pt x="9573" y="1751"/>
                    <a:pt x="11094" y="4701"/>
                    <a:pt x="10856" y="7951"/>
                  </a:cubicBezTo>
                  <a:lnTo>
                    <a:pt x="10246" y="16222"/>
                  </a:lnTo>
                  <a:cubicBezTo>
                    <a:pt x="9924" y="20582"/>
                    <a:pt x="4549" y="23602"/>
                    <a:pt x="1922" y="23602"/>
                  </a:cubicBezTo>
                  <a:cubicBezTo>
                    <a:pt x="1376" y="23602"/>
                    <a:pt x="712" y="23472"/>
                    <a:pt x="0" y="23228"/>
                  </a:cubicBezTo>
                  <a:lnTo>
                    <a:pt x="0" y="23228"/>
                  </a:lnTo>
                  <a:cubicBezTo>
                    <a:pt x="1562" y="24262"/>
                    <a:pt x="3258" y="24851"/>
                    <a:pt x="4420" y="24851"/>
                  </a:cubicBezTo>
                  <a:cubicBezTo>
                    <a:pt x="7047" y="24851"/>
                    <a:pt x="12424" y="21829"/>
                    <a:pt x="12744" y="17471"/>
                  </a:cubicBezTo>
                  <a:lnTo>
                    <a:pt x="13354" y="9200"/>
                  </a:lnTo>
                  <a:cubicBezTo>
                    <a:pt x="13667" y="4951"/>
                    <a:pt x="10969" y="1214"/>
                    <a:pt x="7123"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7"/>
            <p:cNvSpPr/>
            <p:nvPr/>
          </p:nvSpPr>
          <p:spPr>
            <a:xfrm>
              <a:off x="8169804" y="4184141"/>
              <a:ext cx="162823" cy="153758"/>
            </a:xfrm>
            <a:custGeom>
              <a:rect b="b" l="l" r="r" t="t"/>
              <a:pathLst>
                <a:path extrusionOk="0" h="11789" w="12484">
                  <a:moveTo>
                    <a:pt x="7086" y="2344"/>
                  </a:moveTo>
                  <a:cubicBezTo>
                    <a:pt x="7091" y="2344"/>
                    <a:pt x="7095" y="2344"/>
                    <a:pt x="7100" y="2345"/>
                  </a:cubicBezTo>
                  <a:cubicBezTo>
                    <a:pt x="8891" y="2738"/>
                    <a:pt x="10233" y="4334"/>
                    <a:pt x="10233" y="6243"/>
                  </a:cubicBezTo>
                  <a:cubicBezTo>
                    <a:pt x="10233" y="6541"/>
                    <a:pt x="10201" y="6831"/>
                    <a:pt x="10138" y="7109"/>
                  </a:cubicBezTo>
                  <a:cubicBezTo>
                    <a:pt x="10131" y="7139"/>
                    <a:pt x="10103" y="7160"/>
                    <a:pt x="10074" y="7160"/>
                  </a:cubicBezTo>
                  <a:cubicBezTo>
                    <a:pt x="10064" y="7160"/>
                    <a:pt x="10054" y="7157"/>
                    <a:pt x="10045" y="7152"/>
                  </a:cubicBezTo>
                  <a:lnTo>
                    <a:pt x="7056" y="5588"/>
                  </a:lnTo>
                  <a:cubicBezTo>
                    <a:pt x="7036" y="5577"/>
                    <a:pt x="7023" y="5555"/>
                    <a:pt x="7023" y="5531"/>
                  </a:cubicBezTo>
                  <a:lnTo>
                    <a:pt x="7023" y="2408"/>
                  </a:lnTo>
                  <a:cubicBezTo>
                    <a:pt x="7023" y="2372"/>
                    <a:pt x="7052" y="2344"/>
                    <a:pt x="7086" y="2344"/>
                  </a:cubicBezTo>
                  <a:close/>
                  <a:moveTo>
                    <a:pt x="5397" y="2344"/>
                  </a:moveTo>
                  <a:cubicBezTo>
                    <a:pt x="5432" y="2344"/>
                    <a:pt x="5461" y="2372"/>
                    <a:pt x="5461" y="2408"/>
                  </a:cubicBezTo>
                  <a:lnTo>
                    <a:pt x="5461" y="5531"/>
                  </a:lnTo>
                  <a:cubicBezTo>
                    <a:pt x="5461" y="5554"/>
                    <a:pt x="5450" y="5577"/>
                    <a:pt x="5428" y="5588"/>
                  </a:cubicBezTo>
                  <a:lnTo>
                    <a:pt x="2439" y="7152"/>
                  </a:lnTo>
                  <a:cubicBezTo>
                    <a:pt x="2430" y="7157"/>
                    <a:pt x="2419" y="7160"/>
                    <a:pt x="2409" y="7160"/>
                  </a:cubicBezTo>
                  <a:cubicBezTo>
                    <a:pt x="2380" y="7160"/>
                    <a:pt x="2353" y="7140"/>
                    <a:pt x="2346" y="7109"/>
                  </a:cubicBezTo>
                  <a:cubicBezTo>
                    <a:pt x="2286" y="6829"/>
                    <a:pt x="2251" y="6541"/>
                    <a:pt x="2251" y="6243"/>
                  </a:cubicBezTo>
                  <a:cubicBezTo>
                    <a:pt x="2251" y="4334"/>
                    <a:pt x="3593" y="2738"/>
                    <a:pt x="5382" y="2345"/>
                  </a:cubicBezTo>
                  <a:cubicBezTo>
                    <a:pt x="5387" y="2344"/>
                    <a:pt x="5392" y="2344"/>
                    <a:pt x="5397" y="2344"/>
                  </a:cubicBezTo>
                  <a:close/>
                  <a:moveTo>
                    <a:pt x="5398" y="7373"/>
                  </a:moveTo>
                  <a:cubicBezTo>
                    <a:pt x="5432" y="7373"/>
                    <a:pt x="5464" y="7400"/>
                    <a:pt x="5464" y="7438"/>
                  </a:cubicBezTo>
                  <a:lnTo>
                    <a:pt x="5464" y="10078"/>
                  </a:lnTo>
                  <a:cubicBezTo>
                    <a:pt x="5464" y="10113"/>
                    <a:pt x="5435" y="10142"/>
                    <a:pt x="5401" y="10142"/>
                  </a:cubicBezTo>
                  <a:cubicBezTo>
                    <a:pt x="5396" y="10142"/>
                    <a:pt x="5390" y="10141"/>
                    <a:pt x="5385" y="10140"/>
                  </a:cubicBezTo>
                  <a:cubicBezTo>
                    <a:pt x="4448" y="9936"/>
                    <a:pt x="3636" y="9401"/>
                    <a:pt x="3072" y="8666"/>
                  </a:cubicBezTo>
                  <a:cubicBezTo>
                    <a:pt x="3048" y="8636"/>
                    <a:pt x="3058" y="8589"/>
                    <a:pt x="3094" y="8571"/>
                  </a:cubicBezTo>
                  <a:lnTo>
                    <a:pt x="5368" y="7380"/>
                  </a:lnTo>
                  <a:cubicBezTo>
                    <a:pt x="5378" y="7376"/>
                    <a:pt x="5388" y="7373"/>
                    <a:pt x="5398" y="7373"/>
                  </a:cubicBezTo>
                  <a:close/>
                  <a:moveTo>
                    <a:pt x="7088" y="7373"/>
                  </a:moveTo>
                  <a:cubicBezTo>
                    <a:pt x="7098" y="7373"/>
                    <a:pt x="7108" y="7376"/>
                    <a:pt x="7117" y="7380"/>
                  </a:cubicBezTo>
                  <a:lnTo>
                    <a:pt x="9392" y="8571"/>
                  </a:lnTo>
                  <a:cubicBezTo>
                    <a:pt x="9428" y="8589"/>
                    <a:pt x="9439" y="8636"/>
                    <a:pt x="9413" y="8668"/>
                  </a:cubicBezTo>
                  <a:cubicBezTo>
                    <a:pt x="8851" y="9404"/>
                    <a:pt x="8037" y="9936"/>
                    <a:pt x="7102" y="10143"/>
                  </a:cubicBezTo>
                  <a:cubicBezTo>
                    <a:pt x="7098" y="10143"/>
                    <a:pt x="7094" y="10144"/>
                    <a:pt x="7090" y="10144"/>
                  </a:cubicBezTo>
                  <a:cubicBezTo>
                    <a:pt x="7053" y="10144"/>
                    <a:pt x="7023" y="10114"/>
                    <a:pt x="7023" y="10078"/>
                  </a:cubicBezTo>
                  <a:lnTo>
                    <a:pt x="7023" y="7438"/>
                  </a:lnTo>
                  <a:cubicBezTo>
                    <a:pt x="7023" y="7400"/>
                    <a:pt x="7054" y="7373"/>
                    <a:pt x="7088" y="7373"/>
                  </a:cubicBezTo>
                  <a:close/>
                  <a:moveTo>
                    <a:pt x="6242" y="1"/>
                  </a:moveTo>
                  <a:cubicBezTo>
                    <a:pt x="2795" y="1"/>
                    <a:pt x="0" y="2796"/>
                    <a:pt x="0" y="6243"/>
                  </a:cubicBezTo>
                  <a:cubicBezTo>
                    <a:pt x="0" y="8658"/>
                    <a:pt x="1370" y="10750"/>
                    <a:pt x="3374" y="11789"/>
                  </a:cubicBezTo>
                  <a:lnTo>
                    <a:pt x="9109" y="11789"/>
                  </a:lnTo>
                  <a:cubicBezTo>
                    <a:pt x="11114" y="10750"/>
                    <a:pt x="12483" y="8658"/>
                    <a:pt x="12483" y="6243"/>
                  </a:cubicBezTo>
                  <a:cubicBezTo>
                    <a:pt x="12484" y="2796"/>
                    <a:pt x="9690" y="1"/>
                    <a:pt x="62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7"/>
            <p:cNvSpPr/>
            <p:nvPr/>
          </p:nvSpPr>
          <p:spPr>
            <a:xfrm>
              <a:off x="8192119" y="4186410"/>
              <a:ext cx="140507" cy="151489"/>
            </a:xfrm>
            <a:custGeom>
              <a:rect b="b" l="l" r="r" t="t"/>
              <a:pathLst>
                <a:path extrusionOk="0" h="11615" w="10773">
                  <a:moveTo>
                    <a:pt x="6000" y="0"/>
                  </a:moveTo>
                  <a:lnTo>
                    <a:pt x="6000" y="0"/>
                  </a:lnTo>
                  <a:cubicBezTo>
                    <a:pt x="7356" y="1118"/>
                    <a:pt x="8233" y="2797"/>
                    <a:pt x="8273" y="4682"/>
                  </a:cubicBezTo>
                  <a:cubicBezTo>
                    <a:pt x="8433" y="5114"/>
                    <a:pt x="8520" y="5581"/>
                    <a:pt x="8520" y="6069"/>
                  </a:cubicBezTo>
                  <a:cubicBezTo>
                    <a:pt x="8520" y="6367"/>
                    <a:pt x="8489" y="6657"/>
                    <a:pt x="8425" y="6935"/>
                  </a:cubicBezTo>
                  <a:cubicBezTo>
                    <a:pt x="8419" y="6965"/>
                    <a:pt x="8391" y="6986"/>
                    <a:pt x="8362" y="6986"/>
                  </a:cubicBezTo>
                  <a:cubicBezTo>
                    <a:pt x="8352" y="6986"/>
                    <a:pt x="8342" y="6983"/>
                    <a:pt x="8332" y="6978"/>
                  </a:cubicBezTo>
                  <a:lnTo>
                    <a:pt x="7959" y="6783"/>
                  </a:lnTo>
                  <a:cubicBezTo>
                    <a:pt x="7794" y="7282"/>
                    <a:pt x="7566" y="7756"/>
                    <a:pt x="7286" y="8192"/>
                  </a:cubicBezTo>
                  <a:lnTo>
                    <a:pt x="7678" y="8397"/>
                  </a:lnTo>
                  <a:cubicBezTo>
                    <a:pt x="7714" y="8415"/>
                    <a:pt x="7724" y="8462"/>
                    <a:pt x="7699" y="8494"/>
                  </a:cubicBezTo>
                  <a:cubicBezTo>
                    <a:pt x="7193" y="9154"/>
                    <a:pt x="6484" y="9653"/>
                    <a:pt x="5666" y="9894"/>
                  </a:cubicBezTo>
                  <a:cubicBezTo>
                    <a:pt x="5665" y="9897"/>
                    <a:pt x="5662" y="9898"/>
                    <a:pt x="5659" y="9900"/>
                  </a:cubicBezTo>
                  <a:cubicBezTo>
                    <a:pt x="5228" y="10208"/>
                    <a:pt x="4709" y="10366"/>
                    <a:pt x="4179" y="10366"/>
                  </a:cubicBezTo>
                  <a:lnTo>
                    <a:pt x="1" y="10366"/>
                  </a:lnTo>
                  <a:cubicBezTo>
                    <a:pt x="477" y="10868"/>
                    <a:pt x="1038" y="11293"/>
                    <a:pt x="1660" y="11615"/>
                  </a:cubicBezTo>
                  <a:lnTo>
                    <a:pt x="7394" y="11615"/>
                  </a:lnTo>
                  <a:cubicBezTo>
                    <a:pt x="9400" y="10576"/>
                    <a:pt x="10767" y="8484"/>
                    <a:pt x="10767" y="6069"/>
                  </a:cubicBezTo>
                  <a:cubicBezTo>
                    <a:pt x="10773" y="3127"/>
                    <a:pt x="8740" y="660"/>
                    <a:pt x="6000"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7"/>
            <p:cNvSpPr/>
            <p:nvPr/>
          </p:nvSpPr>
          <p:spPr>
            <a:xfrm>
              <a:off x="8199162" y="4239256"/>
              <a:ext cx="41879" cy="38293"/>
            </a:xfrm>
            <a:custGeom>
              <a:rect b="b" l="l" r="r" t="t"/>
              <a:pathLst>
                <a:path extrusionOk="0" h="2936" w="3211">
                  <a:moveTo>
                    <a:pt x="3210" y="0"/>
                  </a:moveTo>
                  <a:cubicBezTo>
                    <a:pt x="2090" y="121"/>
                    <a:pt x="1032" y="503"/>
                    <a:pt x="102" y="1117"/>
                  </a:cubicBezTo>
                  <a:cubicBezTo>
                    <a:pt x="36" y="1407"/>
                    <a:pt x="0" y="1708"/>
                    <a:pt x="0" y="2018"/>
                  </a:cubicBezTo>
                  <a:cubicBezTo>
                    <a:pt x="0" y="2316"/>
                    <a:pt x="32" y="2606"/>
                    <a:pt x="95" y="2885"/>
                  </a:cubicBezTo>
                  <a:cubicBezTo>
                    <a:pt x="102" y="2916"/>
                    <a:pt x="129" y="2935"/>
                    <a:pt x="158" y="2935"/>
                  </a:cubicBezTo>
                  <a:cubicBezTo>
                    <a:pt x="168" y="2935"/>
                    <a:pt x="179" y="2933"/>
                    <a:pt x="188" y="2928"/>
                  </a:cubicBezTo>
                  <a:lnTo>
                    <a:pt x="3177" y="1364"/>
                  </a:lnTo>
                  <a:cubicBezTo>
                    <a:pt x="3196" y="1349"/>
                    <a:pt x="3210" y="1328"/>
                    <a:pt x="3210" y="1305"/>
                  </a:cubicBezTo>
                  <a:lnTo>
                    <a:pt x="321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7"/>
            <p:cNvSpPr/>
            <p:nvPr/>
          </p:nvSpPr>
          <p:spPr>
            <a:xfrm>
              <a:off x="8209504" y="4280299"/>
              <a:ext cx="31537" cy="36141"/>
            </a:xfrm>
            <a:custGeom>
              <a:rect b="b" l="l" r="r" t="t"/>
              <a:pathLst>
                <a:path extrusionOk="0" h="2771" w="2418">
                  <a:moveTo>
                    <a:pt x="2352" y="0"/>
                  </a:moveTo>
                  <a:cubicBezTo>
                    <a:pt x="2342" y="0"/>
                    <a:pt x="2332" y="3"/>
                    <a:pt x="2323" y="7"/>
                  </a:cubicBezTo>
                  <a:lnTo>
                    <a:pt x="48" y="1198"/>
                  </a:lnTo>
                  <a:cubicBezTo>
                    <a:pt x="12" y="1216"/>
                    <a:pt x="1" y="1263"/>
                    <a:pt x="27" y="1295"/>
                  </a:cubicBezTo>
                  <a:cubicBezTo>
                    <a:pt x="589" y="2031"/>
                    <a:pt x="1403" y="2563"/>
                    <a:pt x="2338" y="2770"/>
                  </a:cubicBezTo>
                  <a:cubicBezTo>
                    <a:pt x="2342" y="2770"/>
                    <a:pt x="2346" y="2771"/>
                    <a:pt x="2350" y="2771"/>
                  </a:cubicBezTo>
                  <a:cubicBezTo>
                    <a:pt x="2387" y="2771"/>
                    <a:pt x="2417" y="2741"/>
                    <a:pt x="2417" y="2705"/>
                  </a:cubicBezTo>
                  <a:lnTo>
                    <a:pt x="2417" y="65"/>
                  </a:lnTo>
                  <a:cubicBezTo>
                    <a:pt x="2417" y="27"/>
                    <a:pt x="2386" y="0"/>
                    <a:pt x="235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7"/>
            <p:cNvSpPr/>
            <p:nvPr/>
          </p:nvSpPr>
          <p:spPr>
            <a:xfrm>
              <a:off x="8261385" y="4239243"/>
              <a:ext cx="41879" cy="38280"/>
            </a:xfrm>
            <a:custGeom>
              <a:rect b="b" l="l" r="r" t="t"/>
              <a:pathLst>
                <a:path extrusionOk="0" h="2935" w="3211">
                  <a:moveTo>
                    <a:pt x="1" y="0"/>
                  </a:moveTo>
                  <a:lnTo>
                    <a:pt x="1" y="1304"/>
                  </a:lnTo>
                  <a:cubicBezTo>
                    <a:pt x="1" y="1329"/>
                    <a:pt x="14" y="1350"/>
                    <a:pt x="35" y="1363"/>
                  </a:cubicBezTo>
                  <a:lnTo>
                    <a:pt x="3023" y="2927"/>
                  </a:lnTo>
                  <a:cubicBezTo>
                    <a:pt x="3032" y="2932"/>
                    <a:pt x="3043" y="2935"/>
                    <a:pt x="3053" y="2935"/>
                  </a:cubicBezTo>
                  <a:cubicBezTo>
                    <a:pt x="3082" y="2935"/>
                    <a:pt x="3109" y="2915"/>
                    <a:pt x="3116" y="2884"/>
                  </a:cubicBezTo>
                  <a:cubicBezTo>
                    <a:pt x="3178" y="2604"/>
                    <a:pt x="3211" y="2316"/>
                    <a:pt x="3211" y="2018"/>
                  </a:cubicBezTo>
                  <a:cubicBezTo>
                    <a:pt x="3211" y="1708"/>
                    <a:pt x="3175" y="1406"/>
                    <a:pt x="3109" y="1115"/>
                  </a:cubicBezTo>
                  <a:cubicBezTo>
                    <a:pt x="2180" y="502"/>
                    <a:pt x="1123" y="122"/>
                    <a:pt x="1" y="0"/>
                  </a:cubicBezTo>
                  <a:close/>
                </a:path>
              </a:pathLst>
            </a:custGeom>
            <a:solidFill>
              <a:srgbClr val="F6E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7"/>
            <p:cNvSpPr/>
            <p:nvPr/>
          </p:nvSpPr>
          <p:spPr>
            <a:xfrm>
              <a:off x="8261385" y="4239243"/>
              <a:ext cx="41879" cy="38280"/>
            </a:xfrm>
            <a:custGeom>
              <a:rect b="b" l="l" r="r" t="t"/>
              <a:pathLst>
                <a:path extrusionOk="0" h="2935" w="3211">
                  <a:moveTo>
                    <a:pt x="1" y="0"/>
                  </a:moveTo>
                  <a:lnTo>
                    <a:pt x="1" y="1304"/>
                  </a:lnTo>
                  <a:cubicBezTo>
                    <a:pt x="1" y="1329"/>
                    <a:pt x="14" y="1350"/>
                    <a:pt x="35" y="1363"/>
                  </a:cubicBezTo>
                  <a:lnTo>
                    <a:pt x="3023" y="2927"/>
                  </a:lnTo>
                  <a:cubicBezTo>
                    <a:pt x="3032" y="2932"/>
                    <a:pt x="3043" y="2935"/>
                    <a:pt x="3053" y="2935"/>
                  </a:cubicBezTo>
                  <a:cubicBezTo>
                    <a:pt x="3082" y="2935"/>
                    <a:pt x="3109" y="2915"/>
                    <a:pt x="3116" y="2884"/>
                  </a:cubicBezTo>
                  <a:cubicBezTo>
                    <a:pt x="3178" y="2604"/>
                    <a:pt x="3211" y="2316"/>
                    <a:pt x="3211" y="2018"/>
                  </a:cubicBezTo>
                  <a:cubicBezTo>
                    <a:pt x="3211" y="1708"/>
                    <a:pt x="3175" y="1406"/>
                    <a:pt x="3109" y="1115"/>
                  </a:cubicBezTo>
                  <a:cubicBezTo>
                    <a:pt x="2180" y="502"/>
                    <a:pt x="1123" y="122"/>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7"/>
            <p:cNvSpPr/>
            <p:nvPr/>
          </p:nvSpPr>
          <p:spPr>
            <a:xfrm>
              <a:off x="8261385" y="4280273"/>
              <a:ext cx="31511" cy="36141"/>
            </a:xfrm>
            <a:custGeom>
              <a:rect b="b" l="l" r="r" t="t"/>
              <a:pathLst>
                <a:path extrusionOk="0" h="2771" w="2416">
                  <a:moveTo>
                    <a:pt x="68" y="1"/>
                  </a:moveTo>
                  <a:cubicBezTo>
                    <a:pt x="33" y="1"/>
                    <a:pt x="1" y="28"/>
                    <a:pt x="1" y="67"/>
                  </a:cubicBezTo>
                  <a:lnTo>
                    <a:pt x="1" y="2707"/>
                  </a:lnTo>
                  <a:cubicBezTo>
                    <a:pt x="1" y="2742"/>
                    <a:pt x="29" y="2771"/>
                    <a:pt x="64" y="2771"/>
                  </a:cubicBezTo>
                  <a:cubicBezTo>
                    <a:pt x="69" y="2771"/>
                    <a:pt x="74" y="2770"/>
                    <a:pt x="80" y="2769"/>
                  </a:cubicBezTo>
                  <a:cubicBezTo>
                    <a:pt x="1015" y="2565"/>
                    <a:pt x="1827" y="2030"/>
                    <a:pt x="2391" y="1295"/>
                  </a:cubicBezTo>
                  <a:cubicBezTo>
                    <a:pt x="2416" y="1262"/>
                    <a:pt x="2406" y="1218"/>
                    <a:pt x="2370" y="1198"/>
                  </a:cubicBezTo>
                  <a:lnTo>
                    <a:pt x="95" y="7"/>
                  </a:lnTo>
                  <a:cubicBezTo>
                    <a:pt x="87" y="3"/>
                    <a:pt x="77" y="1"/>
                    <a:pt x="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7"/>
            <p:cNvSpPr/>
            <p:nvPr/>
          </p:nvSpPr>
          <p:spPr>
            <a:xfrm>
              <a:off x="8288590" y="4283703"/>
              <a:ext cx="55287" cy="54192"/>
            </a:xfrm>
            <a:custGeom>
              <a:rect b="b" l="l" r="r" t="t"/>
              <a:pathLst>
                <a:path extrusionOk="0" h="4155" w="4239">
                  <a:moveTo>
                    <a:pt x="3220" y="0"/>
                  </a:moveTo>
                  <a:cubicBezTo>
                    <a:pt x="2808" y="1810"/>
                    <a:pt x="1610" y="3321"/>
                    <a:pt x="1" y="4155"/>
                  </a:cubicBezTo>
                  <a:lnTo>
                    <a:pt x="3253" y="4155"/>
                  </a:lnTo>
                  <a:cubicBezTo>
                    <a:pt x="3804" y="4155"/>
                    <a:pt x="4238" y="3690"/>
                    <a:pt x="4202" y="3140"/>
                  </a:cubicBezTo>
                  <a:cubicBezTo>
                    <a:pt x="4129" y="2022"/>
                    <a:pt x="3794" y="953"/>
                    <a:pt x="3220" y="0"/>
                  </a:cubicBezTo>
                  <a:close/>
                </a:path>
              </a:pathLst>
            </a:custGeom>
            <a:solidFill>
              <a:srgbClr val="F6E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7"/>
            <p:cNvSpPr/>
            <p:nvPr/>
          </p:nvSpPr>
          <p:spPr>
            <a:xfrm>
              <a:off x="8158549" y="4283703"/>
              <a:ext cx="55300" cy="54192"/>
            </a:xfrm>
            <a:custGeom>
              <a:rect b="b" l="l" r="r" t="t"/>
              <a:pathLst>
                <a:path extrusionOk="0" h="4155" w="4240">
                  <a:moveTo>
                    <a:pt x="1019" y="0"/>
                  </a:moveTo>
                  <a:cubicBezTo>
                    <a:pt x="445" y="953"/>
                    <a:pt x="110" y="2022"/>
                    <a:pt x="36" y="3140"/>
                  </a:cubicBezTo>
                  <a:cubicBezTo>
                    <a:pt x="1" y="3688"/>
                    <a:pt x="437" y="4155"/>
                    <a:pt x="986" y="4155"/>
                  </a:cubicBezTo>
                  <a:lnTo>
                    <a:pt x="4239" y="4155"/>
                  </a:lnTo>
                  <a:cubicBezTo>
                    <a:pt x="2629" y="3322"/>
                    <a:pt x="1431" y="1813"/>
                    <a:pt x="101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7"/>
            <p:cNvSpPr/>
            <p:nvPr/>
          </p:nvSpPr>
          <p:spPr>
            <a:xfrm>
              <a:off x="8288590" y="4283703"/>
              <a:ext cx="55287" cy="54192"/>
            </a:xfrm>
            <a:custGeom>
              <a:rect b="b" l="l" r="r" t="t"/>
              <a:pathLst>
                <a:path extrusionOk="0" h="4155" w="4239">
                  <a:moveTo>
                    <a:pt x="3220" y="0"/>
                  </a:moveTo>
                  <a:cubicBezTo>
                    <a:pt x="2808" y="1810"/>
                    <a:pt x="1610" y="3321"/>
                    <a:pt x="1" y="4155"/>
                  </a:cubicBezTo>
                  <a:lnTo>
                    <a:pt x="3253" y="4155"/>
                  </a:lnTo>
                  <a:cubicBezTo>
                    <a:pt x="3804" y="4155"/>
                    <a:pt x="4238" y="3690"/>
                    <a:pt x="4202" y="3140"/>
                  </a:cubicBezTo>
                  <a:cubicBezTo>
                    <a:pt x="4129" y="2022"/>
                    <a:pt x="3794" y="953"/>
                    <a:pt x="32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7"/>
            <p:cNvSpPr/>
            <p:nvPr/>
          </p:nvSpPr>
          <p:spPr>
            <a:xfrm>
              <a:off x="8158549" y="4321603"/>
              <a:ext cx="55300" cy="16303"/>
            </a:xfrm>
            <a:custGeom>
              <a:rect b="b" l="l" r="r" t="t"/>
              <a:pathLst>
                <a:path extrusionOk="0" h="1250" w="4240">
                  <a:moveTo>
                    <a:pt x="57" y="0"/>
                  </a:moveTo>
                  <a:cubicBezTo>
                    <a:pt x="49" y="78"/>
                    <a:pt x="42" y="157"/>
                    <a:pt x="36" y="235"/>
                  </a:cubicBezTo>
                  <a:cubicBezTo>
                    <a:pt x="1" y="784"/>
                    <a:pt x="437" y="1250"/>
                    <a:pt x="986" y="1250"/>
                  </a:cubicBezTo>
                  <a:lnTo>
                    <a:pt x="4239" y="1250"/>
                  </a:lnTo>
                  <a:cubicBezTo>
                    <a:pt x="3617" y="927"/>
                    <a:pt x="3056" y="502"/>
                    <a:pt x="2578"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7"/>
            <p:cNvSpPr/>
            <p:nvPr/>
          </p:nvSpPr>
          <p:spPr>
            <a:xfrm>
              <a:off x="8085475" y="4178037"/>
              <a:ext cx="331514" cy="416969"/>
            </a:xfrm>
            <a:custGeom>
              <a:rect b="b" l="l" r="r" t="t"/>
              <a:pathLst>
                <a:path extrusionOk="0" h="31970" w="25418">
                  <a:moveTo>
                    <a:pt x="6531" y="9344"/>
                  </a:moveTo>
                  <a:cubicBezTo>
                    <a:pt x="6930" y="10281"/>
                    <a:pt x="7536" y="11117"/>
                    <a:pt x="8317" y="11789"/>
                  </a:cubicBezTo>
                  <a:lnTo>
                    <a:pt x="6588" y="11789"/>
                  </a:lnTo>
                  <a:cubicBezTo>
                    <a:pt x="6308" y="11789"/>
                    <a:pt x="6087" y="11552"/>
                    <a:pt x="6106" y="11274"/>
                  </a:cubicBezTo>
                  <a:cubicBezTo>
                    <a:pt x="6150" y="10602"/>
                    <a:pt x="6292" y="9956"/>
                    <a:pt x="6531" y="9344"/>
                  </a:cubicBezTo>
                  <a:close/>
                  <a:moveTo>
                    <a:pt x="18885" y="9344"/>
                  </a:moveTo>
                  <a:cubicBezTo>
                    <a:pt x="19122" y="9958"/>
                    <a:pt x="19266" y="10604"/>
                    <a:pt x="19310" y="11274"/>
                  </a:cubicBezTo>
                  <a:cubicBezTo>
                    <a:pt x="19329" y="11553"/>
                    <a:pt x="19108" y="11789"/>
                    <a:pt x="18828" y="11789"/>
                  </a:cubicBezTo>
                  <a:lnTo>
                    <a:pt x="17099" y="11789"/>
                  </a:lnTo>
                  <a:cubicBezTo>
                    <a:pt x="17878" y="11116"/>
                    <a:pt x="18488" y="10281"/>
                    <a:pt x="18885" y="9344"/>
                  </a:cubicBezTo>
                  <a:close/>
                  <a:moveTo>
                    <a:pt x="3454" y="14438"/>
                  </a:moveTo>
                  <a:lnTo>
                    <a:pt x="3804" y="19182"/>
                  </a:lnTo>
                  <a:cubicBezTo>
                    <a:pt x="2204" y="19065"/>
                    <a:pt x="936" y="17725"/>
                    <a:pt x="936" y="16095"/>
                  </a:cubicBezTo>
                  <a:lnTo>
                    <a:pt x="936" y="15885"/>
                  </a:lnTo>
                  <a:cubicBezTo>
                    <a:pt x="936" y="15088"/>
                    <a:pt x="1586" y="14438"/>
                    <a:pt x="2384" y="14438"/>
                  </a:cubicBezTo>
                  <a:close/>
                  <a:moveTo>
                    <a:pt x="23031" y="14438"/>
                  </a:moveTo>
                  <a:cubicBezTo>
                    <a:pt x="23829" y="14438"/>
                    <a:pt x="24479" y="15088"/>
                    <a:pt x="24479" y="15885"/>
                  </a:cubicBezTo>
                  <a:lnTo>
                    <a:pt x="24479" y="16095"/>
                  </a:lnTo>
                  <a:cubicBezTo>
                    <a:pt x="24479" y="17725"/>
                    <a:pt x="23212" y="19065"/>
                    <a:pt x="21610" y="19182"/>
                  </a:cubicBezTo>
                  <a:lnTo>
                    <a:pt x="21960" y="14438"/>
                  </a:lnTo>
                  <a:close/>
                  <a:moveTo>
                    <a:pt x="4714" y="18736"/>
                  </a:moveTo>
                  <a:cubicBezTo>
                    <a:pt x="4714" y="18736"/>
                    <a:pt x="4744" y="19155"/>
                    <a:pt x="4836" y="20404"/>
                  </a:cubicBezTo>
                  <a:lnTo>
                    <a:pt x="4836" y="20404"/>
                  </a:lnTo>
                  <a:cubicBezTo>
                    <a:pt x="4816" y="20123"/>
                    <a:pt x="4714" y="18736"/>
                    <a:pt x="4714" y="18736"/>
                  </a:cubicBezTo>
                  <a:close/>
                  <a:moveTo>
                    <a:pt x="16802" y="27177"/>
                  </a:moveTo>
                  <a:lnTo>
                    <a:pt x="16802" y="27956"/>
                  </a:lnTo>
                  <a:cubicBezTo>
                    <a:pt x="16802" y="29038"/>
                    <a:pt x="17433" y="30041"/>
                    <a:pt x="18409" y="30509"/>
                  </a:cubicBezTo>
                  <a:lnTo>
                    <a:pt x="19494" y="31030"/>
                  </a:lnTo>
                  <a:lnTo>
                    <a:pt x="5922" y="31030"/>
                  </a:lnTo>
                  <a:lnTo>
                    <a:pt x="7008" y="30509"/>
                  </a:lnTo>
                  <a:cubicBezTo>
                    <a:pt x="7984" y="30041"/>
                    <a:pt x="8616" y="29038"/>
                    <a:pt x="8616" y="27956"/>
                  </a:cubicBezTo>
                  <a:lnTo>
                    <a:pt x="8616" y="27177"/>
                  </a:lnTo>
                  <a:cubicBezTo>
                    <a:pt x="10075" y="28034"/>
                    <a:pt x="11593" y="28514"/>
                    <a:pt x="12708" y="28514"/>
                  </a:cubicBezTo>
                  <a:cubicBezTo>
                    <a:pt x="13886" y="28514"/>
                    <a:pt x="15393" y="28005"/>
                    <a:pt x="16802" y="27177"/>
                  </a:cubicBezTo>
                  <a:close/>
                  <a:moveTo>
                    <a:pt x="12709" y="1"/>
                  </a:moveTo>
                  <a:cubicBezTo>
                    <a:pt x="11051" y="1"/>
                    <a:pt x="9458" y="611"/>
                    <a:pt x="8225" y="1718"/>
                  </a:cubicBezTo>
                  <a:cubicBezTo>
                    <a:pt x="8033" y="1891"/>
                    <a:pt x="8017" y="2188"/>
                    <a:pt x="8189" y="2380"/>
                  </a:cubicBezTo>
                  <a:cubicBezTo>
                    <a:pt x="8282" y="2483"/>
                    <a:pt x="8410" y="2535"/>
                    <a:pt x="8538" y="2535"/>
                  </a:cubicBezTo>
                  <a:cubicBezTo>
                    <a:pt x="8650" y="2535"/>
                    <a:pt x="8762" y="2496"/>
                    <a:pt x="8851" y="2416"/>
                  </a:cubicBezTo>
                  <a:cubicBezTo>
                    <a:pt x="9911" y="1462"/>
                    <a:pt x="11282" y="938"/>
                    <a:pt x="12709" y="938"/>
                  </a:cubicBezTo>
                  <a:cubicBezTo>
                    <a:pt x="15947" y="938"/>
                    <a:pt x="18485" y="3591"/>
                    <a:pt x="18485" y="6705"/>
                  </a:cubicBezTo>
                  <a:cubicBezTo>
                    <a:pt x="18485" y="8820"/>
                    <a:pt x="17343" y="10767"/>
                    <a:pt x="15459" y="11790"/>
                  </a:cubicBezTo>
                  <a:lnTo>
                    <a:pt x="9957" y="11790"/>
                  </a:lnTo>
                  <a:cubicBezTo>
                    <a:pt x="8082" y="10773"/>
                    <a:pt x="6934" y="8833"/>
                    <a:pt x="6934" y="6716"/>
                  </a:cubicBezTo>
                  <a:cubicBezTo>
                    <a:pt x="6934" y="5772"/>
                    <a:pt x="7163" y="4844"/>
                    <a:pt x="7601" y="4017"/>
                  </a:cubicBezTo>
                  <a:cubicBezTo>
                    <a:pt x="7722" y="3789"/>
                    <a:pt x="7635" y="3505"/>
                    <a:pt x="7406" y="3383"/>
                  </a:cubicBezTo>
                  <a:cubicBezTo>
                    <a:pt x="7337" y="3347"/>
                    <a:pt x="7262" y="3329"/>
                    <a:pt x="7189" y="3329"/>
                  </a:cubicBezTo>
                  <a:cubicBezTo>
                    <a:pt x="7021" y="3329"/>
                    <a:pt x="6858" y="3420"/>
                    <a:pt x="6773" y="3580"/>
                  </a:cubicBezTo>
                  <a:cubicBezTo>
                    <a:pt x="6556" y="3987"/>
                    <a:pt x="6384" y="4420"/>
                    <a:pt x="6257" y="4867"/>
                  </a:cubicBezTo>
                  <a:cubicBezTo>
                    <a:pt x="4170" y="6825"/>
                    <a:pt x="3098" y="9575"/>
                    <a:pt x="3308" y="12430"/>
                  </a:cubicBezTo>
                  <a:lnTo>
                    <a:pt x="3387" y="13504"/>
                  </a:lnTo>
                  <a:lnTo>
                    <a:pt x="2385" y="13504"/>
                  </a:lnTo>
                  <a:cubicBezTo>
                    <a:pt x="1071" y="13504"/>
                    <a:pt x="0" y="14573"/>
                    <a:pt x="0" y="15888"/>
                  </a:cubicBezTo>
                  <a:lnTo>
                    <a:pt x="0" y="16099"/>
                  </a:lnTo>
                  <a:cubicBezTo>
                    <a:pt x="0" y="18269"/>
                    <a:pt x="1724" y="20045"/>
                    <a:pt x="3875" y="20127"/>
                  </a:cubicBezTo>
                  <a:lnTo>
                    <a:pt x="3918" y="20701"/>
                  </a:lnTo>
                  <a:cubicBezTo>
                    <a:pt x="4097" y="23133"/>
                    <a:pt x="5741" y="25180"/>
                    <a:pt x="7679" y="26570"/>
                  </a:cubicBezTo>
                  <a:lnTo>
                    <a:pt x="7679" y="27960"/>
                  </a:lnTo>
                  <a:cubicBezTo>
                    <a:pt x="7679" y="28685"/>
                    <a:pt x="7257" y="29355"/>
                    <a:pt x="6604" y="29668"/>
                  </a:cubicBezTo>
                  <a:lnTo>
                    <a:pt x="4677" y="30594"/>
                  </a:lnTo>
                  <a:cubicBezTo>
                    <a:pt x="4370" y="30740"/>
                    <a:pt x="4207" y="31076"/>
                    <a:pt x="4283" y="31406"/>
                  </a:cubicBezTo>
                  <a:cubicBezTo>
                    <a:pt x="4358" y="31737"/>
                    <a:pt x="4649" y="31970"/>
                    <a:pt x="4989" y="31970"/>
                  </a:cubicBezTo>
                  <a:lnTo>
                    <a:pt x="20429" y="31970"/>
                  </a:lnTo>
                  <a:cubicBezTo>
                    <a:pt x="20771" y="31970"/>
                    <a:pt x="21061" y="31737"/>
                    <a:pt x="21137" y="31406"/>
                  </a:cubicBezTo>
                  <a:cubicBezTo>
                    <a:pt x="21211" y="31074"/>
                    <a:pt x="21051" y="30740"/>
                    <a:pt x="20744" y="30594"/>
                  </a:cubicBezTo>
                  <a:lnTo>
                    <a:pt x="18815" y="29668"/>
                  </a:lnTo>
                  <a:cubicBezTo>
                    <a:pt x="18162" y="29354"/>
                    <a:pt x="17742" y="28682"/>
                    <a:pt x="17742" y="27960"/>
                  </a:cubicBezTo>
                  <a:lnTo>
                    <a:pt x="17742" y="26574"/>
                  </a:lnTo>
                  <a:cubicBezTo>
                    <a:pt x="18103" y="26316"/>
                    <a:pt x="18452" y="26038"/>
                    <a:pt x="18776" y="25743"/>
                  </a:cubicBezTo>
                  <a:cubicBezTo>
                    <a:pt x="18969" y="25570"/>
                    <a:pt x="18983" y="25273"/>
                    <a:pt x="18811" y="25082"/>
                  </a:cubicBezTo>
                  <a:cubicBezTo>
                    <a:pt x="18717" y="24979"/>
                    <a:pt x="18590" y="24927"/>
                    <a:pt x="18462" y="24927"/>
                  </a:cubicBezTo>
                  <a:cubicBezTo>
                    <a:pt x="18350" y="24927"/>
                    <a:pt x="18238" y="24967"/>
                    <a:pt x="18148" y="25048"/>
                  </a:cubicBezTo>
                  <a:cubicBezTo>
                    <a:pt x="16281" y="26735"/>
                    <a:pt x="13991" y="27582"/>
                    <a:pt x="12712" y="27582"/>
                  </a:cubicBezTo>
                  <a:cubicBezTo>
                    <a:pt x="10068" y="27582"/>
                    <a:pt x="5143" y="24540"/>
                    <a:pt x="4853" y="20634"/>
                  </a:cubicBezTo>
                  <a:cubicBezTo>
                    <a:pt x="4847" y="20554"/>
                    <a:pt x="4842" y="20478"/>
                    <a:pt x="4836" y="20404"/>
                  </a:cubicBezTo>
                  <a:lnTo>
                    <a:pt x="4836" y="20404"/>
                  </a:lnTo>
                  <a:cubicBezTo>
                    <a:pt x="4839" y="20435"/>
                    <a:pt x="4840" y="20453"/>
                    <a:pt x="4840" y="20453"/>
                  </a:cubicBezTo>
                  <a:cubicBezTo>
                    <a:pt x="4840" y="20453"/>
                    <a:pt x="4719" y="18819"/>
                    <a:pt x="4243" y="12363"/>
                  </a:cubicBezTo>
                  <a:cubicBezTo>
                    <a:pt x="4087" y="10239"/>
                    <a:pt x="4718" y="8180"/>
                    <a:pt x="6001" y="6533"/>
                  </a:cubicBezTo>
                  <a:lnTo>
                    <a:pt x="6001" y="6533"/>
                  </a:lnTo>
                  <a:cubicBezTo>
                    <a:pt x="5988" y="7028"/>
                    <a:pt x="6028" y="7530"/>
                    <a:pt x="6127" y="8025"/>
                  </a:cubicBezTo>
                  <a:cubicBezTo>
                    <a:pt x="5569" y="9006"/>
                    <a:pt x="5248" y="10077"/>
                    <a:pt x="5173" y="11213"/>
                  </a:cubicBezTo>
                  <a:cubicBezTo>
                    <a:pt x="5119" y="12031"/>
                    <a:pt x="5770" y="12727"/>
                    <a:pt x="6589" y="12727"/>
                  </a:cubicBezTo>
                  <a:lnTo>
                    <a:pt x="18829" y="12727"/>
                  </a:lnTo>
                  <a:cubicBezTo>
                    <a:pt x="19649" y="12727"/>
                    <a:pt x="20300" y="12031"/>
                    <a:pt x="20247" y="11213"/>
                  </a:cubicBezTo>
                  <a:cubicBezTo>
                    <a:pt x="20171" y="10077"/>
                    <a:pt x="19850" y="9006"/>
                    <a:pt x="19293" y="8025"/>
                  </a:cubicBezTo>
                  <a:cubicBezTo>
                    <a:pt x="19389" y="7536"/>
                    <a:pt x="19432" y="7035"/>
                    <a:pt x="19418" y="6533"/>
                  </a:cubicBezTo>
                  <a:lnTo>
                    <a:pt x="19418" y="6533"/>
                  </a:lnTo>
                  <a:cubicBezTo>
                    <a:pt x="20701" y="8180"/>
                    <a:pt x="21332" y="10238"/>
                    <a:pt x="21176" y="12363"/>
                  </a:cubicBezTo>
                  <a:cubicBezTo>
                    <a:pt x="20963" y="15253"/>
                    <a:pt x="20778" y="17761"/>
                    <a:pt x="20566" y="20634"/>
                  </a:cubicBezTo>
                  <a:cubicBezTo>
                    <a:pt x="20494" y="21618"/>
                    <a:pt x="20135" y="22588"/>
                    <a:pt x="19501" y="23515"/>
                  </a:cubicBezTo>
                  <a:cubicBezTo>
                    <a:pt x="19287" y="23828"/>
                    <a:pt x="19515" y="24250"/>
                    <a:pt x="19887" y="24250"/>
                  </a:cubicBezTo>
                  <a:cubicBezTo>
                    <a:pt x="20035" y="24250"/>
                    <a:pt x="20183" y="24178"/>
                    <a:pt x="20274" y="24045"/>
                  </a:cubicBezTo>
                  <a:cubicBezTo>
                    <a:pt x="21003" y="22980"/>
                    <a:pt x="21417" y="21855"/>
                    <a:pt x="21501" y="20703"/>
                  </a:cubicBezTo>
                  <a:lnTo>
                    <a:pt x="21543" y="20129"/>
                  </a:lnTo>
                  <a:cubicBezTo>
                    <a:pt x="23694" y="20047"/>
                    <a:pt x="25417" y="18270"/>
                    <a:pt x="25417" y="16101"/>
                  </a:cubicBezTo>
                  <a:lnTo>
                    <a:pt x="25417" y="15891"/>
                  </a:lnTo>
                  <a:cubicBezTo>
                    <a:pt x="25416" y="14571"/>
                    <a:pt x="24345" y="13502"/>
                    <a:pt x="23031" y="13502"/>
                  </a:cubicBezTo>
                  <a:lnTo>
                    <a:pt x="22029" y="13502"/>
                  </a:lnTo>
                  <a:lnTo>
                    <a:pt x="22108" y="12429"/>
                  </a:lnTo>
                  <a:cubicBezTo>
                    <a:pt x="22318" y="9573"/>
                    <a:pt x="21246" y="6824"/>
                    <a:pt x="19161" y="4865"/>
                  </a:cubicBezTo>
                  <a:cubicBezTo>
                    <a:pt x="18357" y="2060"/>
                    <a:pt x="15770" y="1"/>
                    <a:pt x="1270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7"/>
            <p:cNvSpPr/>
            <p:nvPr/>
          </p:nvSpPr>
          <p:spPr>
            <a:xfrm>
              <a:off x="8180186" y="4372049"/>
              <a:ext cx="60895" cy="12234"/>
            </a:xfrm>
            <a:custGeom>
              <a:rect b="b" l="l" r="r" t="t"/>
              <a:pathLst>
                <a:path extrusionOk="0" h="938" w="4669">
                  <a:moveTo>
                    <a:pt x="468" y="1"/>
                  </a:moveTo>
                  <a:cubicBezTo>
                    <a:pt x="210" y="1"/>
                    <a:pt x="0" y="212"/>
                    <a:pt x="0" y="470"/>
                  </a:cubicBezTo>
                  <a:cubicBezTo>
                    <a:pt x="0" y="728"/>
                    <a:pt x="210" y="938"/>
                    <a:pt x="468" y="938"/>
                  </a:cubicBezTo>
                  <a:lnTo>
                    <a:pt x="4199" y="938"/>
                  </a:lnTo>
                  <a:cubicBezTo>
                    <a:pt x="4457" y="938"/>
                    <a:pt x="4668" y="730"/>
                    <a:pt x="4668" y="470"/>
                  </a:cubicBezTo>
                  <a:cubicBezTo>
                    <a:pt x="4668" y="212"/>
                    <a:pt x="4457"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7"/>
            <p:cNvSpPr/>
            <p:nvPr/>
          </p:nvSpPr>
          <p:spPr>
            <a:xfrm>
              <a:off x="8245108" y="4372049"/>
              <a:ext cx="77133" cy="76807"/>
            </a:xfrm>
            <a:custGeom>
              <a:rect b="b" l="l" r="r" t="t"/>
              <a:pathLst>
                <a:path extrusionOk="0" h="5889" w="5914">
                  <a:moveTo>
                    <a:pt x="2962" y="1"/>
                  </a:moveTo>
                  <a:cubicBezTo>
                    <a:pt x="2016" y="1"/>
                    <a:pt x="1246" y="771"/>
                    <a:pt x="1246" y="1715"/>
                  </a:cubicBezTo>
                  <a:lnTo>
                    <a:pt x="1246" y="4174"/>
                  </a:lnTo>
                  <a:cubicBezTo>
                    <a:pt x="1246" y="4603"/>
                    <a:pt x="897" y="4951"/>
                    <a:pt x="468" y="4951"/>
                  </a:cubicBezTo>
                  <a:cubicBezTo>
                    <a:pt x="210" y="4951"/>
                    <a:pt x="0" y="5162"/>
                    <a:pt x="0" y="5420"/>
                  </a:cubicBezTo>
                  <a:cubicBezTo>
                    <a:pt x="0" y="5679"/>
                    <a:pt x="210" y="5888"/>
                    <a:pt x="468" y="5888"/>
                  </a:cubicBezTo>
                  <a:cubicBezTo>
                    <a:pt x="1414" y="5888"/>
                    <a:pt x="2183" y="5118"/>
                    <a:pt x="2183" y="4174"/>
                  </a:cubicBezTo>
                  <a:lnTo>
                    <a:pt x="2183" y="1715"/>
                  </a:lnTo>
                  <a:cubicBezTo>
                    <a:pt x="2183" y="1288"/>
                    <a:pt x="2533" y="938"/>
                    <a:pt x="2962" y="938"/>
                  </a:cubicBezTo>
                  <a:lnTo>
                    <a:pt x="5446" y="938"/>
                  </a:lnTo>
                  <a:cubicBezTo>
                    <a:pt x="5705" y="938"/>
                    <a:pt x="5914" y="730"/>
                    <a:pt x="5914" y="470"/>
                  </a:cubicBezTo>
                  <a:cubicBezTo>
                    <a:pt x="5914" y="212"/>
                    <a:pt x="5704"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7"/>
            <p:cNvSpPr/>
            <p:nvPr/>
          </p:nvSpPr>
          <p:spPr>
            <a:xfrm>
              <a:off x="8204404" y="4478223"/>
              <a:ext cx="93619" cy="22968"/>
            </a:xfrm>
            <a:custGeom>
              <a:rect b="b" l="l" r="r" t="t"/>
              <a:pathLst>
                <a:path extrusionOk="0" h="1761" w="7178">
                  <a:moveTo>
                    <a:pt x="534" y="0"/>
                  </a:moveTo>
                  <a:cubicBezTo>
                    <a:pt x="362" y="0"/>
                    <a:pt x="198" y="95"/>
                    <a:pt x="116" y="258"/>
                  </a:cubicBezTo>
                  <a:cubicBezTo>
                    <a:pt x="0" y="488"/>
                    <a:pt x="95" y="769"/>
                    <a:pt x="325" y="885"/>
                  </a:cubicBezTo>
                  <a:lnTo>
                    <a:pt x="718" y="1083"/>
                  </a:lnTo>
                  <a:cubicBezTo>
                    <a:pt x="1616" y="1535"/>
                    <a:pt x="2602" y="1760"/>
                    <a:pt x="3588" y="1760"/>
                  </a:cubicBezTo>
                  <a:cubicBezTo>
                    <a:pt x="4574" y="1760"/>
                    <a:pt x="5561" y="1535"/>
                    <a:pt x="6460" y="1083"/>
                  </a:cubicBezTo>
                  <a:lnTo>
                    <a:pt x="6853" y="885"/>
                  </a:lnTo>
                  <a:cubicBezTo>
                    <a:pt x="7084" y="769"/>
                    <a:pt x="7178" y="488"/>
                    <a:pt x="7062" y="258"/>
                  </a:cubicBezTo>
                  <a:cubicBezTo>
                    <a:pt x="6979" y="95"/>
                    <a:pt x="6815" y="0"/>
                    <a:pt x="6644" y="0"/>
                  </a:cubicBezTo>
                  <a:cubicBezTo>
                    <a:pt x="6573" y="0"/>
                    <a:pt x="6501" y="16"/>
                    <a:pt x="6433" y="50"/>
                  </a:cubicBezTo>
                  <a:lnTo>
                    <a:pt x="6041" y="247"/>
                  </a:lnTo>
                  <a:cubicBezTo>
                    <a:pt x="5274" y="632"/>
                    <a:pt x="4431" y="825"/>
                    <a:pt x="3589" y="825"/>
                  </a:cubicBezTo>
                  <a:cubicBezTo>
                    <a:pt x="2747" y="825"/>
                    <a:pt x="1904" y="632"/>
                    <a:pt x="1137" y="247"/>
                  </a:cubicBezTo>
                  <a:lnTo>
                    <a:pt x="745" y="50"/>
                  </a:lnTo>
                  <a:cubicBezTo>
                    <a:pt x="677" y="16"/>
                    <a:pt x="605" y="0"/>
                    <a:pt x="5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7"/>
            <p:cNvSpPr/>
            <p:nvPr/>
          </p:nvSpPr>
          <p:spPr>
            <a:xfrm>
              <a:off x="8255242" y="4274169"/>
              <a:ext cx="44788" cy="48362"/>
            </a:xfrm>
            <a:custGeom>
              <a:rect b="b" l="l" r="r" t="t"/>
              <a:pathLst>
                <a:path extrusionOk="0" h="3708" w="3434">
                  <a:moveTo>
                    <a:pt x="939" y="1202"/>
                  </a:moveTo>
                  <a:lnTo>
                    <a:pt x="2166" y="1843"/>
                  </a:lnTo>
                  <a:cubicBezTo>
                    <a:pt x="1816" y="2192"/>
                    <a:pt x="1399" y="2461"/>
                    <a:pt x="939" y="2634"/>
                  </a:cubicBezTo>
                  <a:lnTo>
                    <a:pt x="939" y="1202"/>
                  </a:lnTo>
                  <a:close/>
                  <a:moveTo>
                    <a:pt x="535" y="1"/>
                  </a:moveTo>
                  <a:cubicBezTo>
                    <a:pt x="255" y="1"/>
                    <a:pt x="1" y="225"/>
                    <a:pt x="1" y="535"/>
                  </a:cubicBezTo>
                  <a:lnTo>
                    <a:pt x="1" y="3175"/>
                  </a:lnTo>
                  <a:cubicBezTo>
                    <a:pt x="1" y="3475"/>
                    <a:pt x="246" y="3707"/>
                    <a:pt x="531" y="3707"/>
                  </a:cubicBezTo>
                  <a:cubicBezTo>
                    <a:pt x="569" y="3707"/>
                    <a:pt x="608" y="3703"/>
                    <a:pt x="647" y="3695"/>
                  </a:cubicBezTo>
                  <a:cubicBezTo>
                    <a:pt x="1671" y="3471"/>
                    <a:pt x="2590" y="2885"/>
                    <a:pt x="3230" y="2049"/>
                  </a:cubicBezTo>
                  <a:cubicBezTo>
                    <a:pt x="3433" y="1788"/>
                    <a:pt x="3349" y="1406"/>
                    <a:pt x="3056" y="1254"/>
                  </a:cubicBezTo>
                  <a:lnTo>
                    <a:pt x="782" y="63"/>
                  </a:lnTo>
                  <a:cubicBezTo>
                    <a:pt x="701" y="20"/>
                    <a:pt x="617" y="1"/>
                    <a:pt x="53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7"/>
            <p:cNvSpPr/>
            <p:nvPr/>
          </p:nvSpPr>
          <p:spPr>
            <a:xfrm>
              <a:off x="8203296" y="4274182"/>
              <a:ext cx="43862" cy="48349"/>
            </a:xfrm>
            <a:custGeom>
              <a:rect b="b" l="l" r="r" t="t"/>
              <a:pathLst>
                <a:path extrusionOk="0" h="3707" w="3363">
                  <a:moveTo>
                    <a:pt x="2426" y="1203"/>
                  </a:moveTo>
                  <a:lnTo>
                    <a:pt x="2426" y="2633"/>
                  </a:lnTo>
                  <a:cubicBezTo>
                    <a:pt x="1966" y="2460"/>
                    <a:pt x="1549" y="2190"/>
                    <a:pt x="1199" y="1844"/>
                  </a:cubicBezTo>
                  <a:lnTo>
                    <a:pt x="2426" y="1203"/>
                  </a:lnTo>
                  <a:close/>
                  <a:moveTo>
                    <a:pt x="2828" y="0"/>
                  </a:moveTo>
                  <a:cubicBezTo>
                    <a:pt x="2746" y="0"/>
                    <a:pt x="2662" y="20"/>
                    <a:pt x="2582" y="62"/>
                  </a:cubicBezTo>
                  <a:lnTo>
                    <a:pt x="308" y="1253"/>
                  </a:lnTo>
                  <a:cubicBezTo>
                    <a:pt x="303" y="1258"/>
                    <a:pt x="92" y="1346"/>
                    <a:pt x="35" y="1610"/>
                  </a:cubicBezTo>
                  <a:cubicBezTo>
                    <a:pt x="1" y="1764"/>
                    <a:pt x="36" y="1923"/>
                    <a:pt x="131" y="2048"/>
                  </a:cubicBezTo>
                  <a:cubicBezTo>
                    <a:pt x="773" y="2884"/>
                    <a:pt x="1689" y="3470"/>
                    <a:pt x="2714" y="3694"/>
                  </a:cubicBezTo>
                  <a:cubicBezTo>
                    <a:pt x="2753" y="3702"/>
                    <a:pt x="2792" y="3706"/>
                    <a:pt x="2830" y="3706"/>
                  </a:cubicBezTo>
                  <a:cubicBezTo>
                    <a:pt x="3116" y="3706"/>
                    <a:pt x="3363" y="3473"/>
                    <a:pt x="3363" y="3174"/>
                  </a:cubicBezTo>
                  <a:lnTo>
                    <a:pt x="3363" y="534"/>
                  </a:lnTo>
                  <a:cubicBezTo>
                    <a:pt x="3363" y="223"/>
                    <a:pt x="3107" y="0"/>
                    <a:pt x="282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7"/>
            <p:cNvSpPr/>
            <p:nvPr/>
          </p:nvSpPr>
          <p:spPr>
            <a:xfrm>
              <a:off x="8255281" y="4208581"/>
              <a:ext cx="59656" cy="75047"/>
            </a:xfrm>
            <a:custGeom>
              <a:rect b="b" l="l" r="r" t="t"/>
              <a:pathLst>
                <a:path extrusionOk="0" h="5754" w="4574">
                  <a:moveTo>
                    <a:pt x="936" y="1075"/>
                  </a:moveTo>
                  <a:cubicBezTo>
                    <a:pt x="1632" y="1341"/>
                    <a:pt x="2218" y="1822"/>
                    <a:pt x="2621" y="2426"/>
                  </a:cubicBezTo>
                  <a:cubicBezTo>
                    <a:pt x="2083" y="2200"/>
                    <a:pt x="1522" y="2038"/>
                    <a:pt x="936" y="1943"/>
                  </a:cubicBezTo>
                  <a:lnTo>
                    <a:pt x="936" y="1075"/>
                  </a:lnTo>
                  <a:close/>
                  <a:moveTo>
                    <a:pt x="531" y="1"/>
                  </a:moveTo>
                  <a:cubicBezTo>
                    <a:pt x="244" y="1"/>
                    <a:pt x="1" y="233"/>
                    <a:pt x="1" y="533"/>
                  </a:cubicBezTo>
                  <a:lnTo>
                    <a:pt x="1" y="3657"/>
                  </a:lnTo>
                  <a:cubicBezTo>
                    <a:pt x="1" y="3856"/>
                    <a:pt x="110" y="4036"/>
                    <a:pt x="285" y="4127"/>
                  </a:cubicBezTo>
                  <a:lnTo>
                    <a:pt x="698" y="4343"/>
                  </a:lnTo>
                  <a:cubicBezTo>
                    <a:pt x="768" y="4379"/>
                    <a:pt x="842" y="4397"/>
                    <a:pt x="915" y="4397"/>
                  </a:cubicBezTo>
                  <a:cubicBezTo>
                    <a:pt x="1083" y="4397"/>
                    <a:pt x="1246" y="4305"/>
                    <a:pt x="1330" y="4146"/>
                  </a:cubicBezTo>
                  <a:cubicBezTo>
                    <a:pt x="1450" y="3917"/>
                    <a:pt x="1361" y="3632"/>
                    <a:pt x="1132" y="3515"/>
                  </a:cubicBezTo>
                  <a:lnTo>
                    <a:pt x="936" y="3413"/>
                  </a:lnTo>
                  <a:lnTo>
                    <a:pt x="936" y="2893"/>
                  </a:lnTo>
                  <a:cubicBezTo>
                    <a:pt x="1727" y="3043"/>
                    <a:pt x="2472" y="3330"/>
                    <a:pt x="3155" y="3754"/>
                  </a:cubicBezTo>
                  <a:cubicBezTo>
                    <a:pt x="3204" y="4026"/>
                    <a:pt x="3222" y="4307"/>
                    <a:pt x="3202" y="4600"/>
                  </a:cubicBezTo>
                  <a:lnTo>
                    <a:pt x="3082" y="4536"/>
                  </a:lnTo>
                  <a:cubicBezTo>
                    <a:pt x="3012" y="4500"/>
                    <a:pt x="2938" y="4483"/>
                    <a:pt x="2865" y="4483"/>
                  </a:cubicBezTo>
                  <a:cubicBezTo>
                    <a:pt x="2696" y="4483"/>
                    <a:pt x="2533" y="4574"/>
                    <a:pt x="2450" y="4734"/>
                  </a:cubicBezTo>
                  <a:cubicBezTo>
                    <a:pt x="2330" y="4964"/>
                    <a:pt x="2419" y="5247"/>
                    <a:pt x="2648" y="5366"/>
                  </a:cubicBezTo>
                  <a:lnTo>
                    <a:pt x="3274" y="5694"/>
                  </a:lnTo>
                  <a:cubicBezTo>
                    <a:pt x="3353" y="5735"/>
                    <a:pt x="3436" y="5754"/>
                    <a:pt x="3519" y="5754"/>
                  </a:cubicBezTo>
                  <a:cubicBezTo>
                    <a:pt x="3757" y="5754"/>
                    <a:pt x="3984" y="5594"/>
                    <a:pt x="4042" y="5337"/>
                  </a:cubicBezTo>
                  <a:cubicBezTo>
                    <a:pt x="4574" y="2928"/>
                    <a:pt x="3047" y="539"/>
                    <a:pt x="647" y="14"/>
                  </a:cubicBezTo>
                  <a:cubicBezTo>
                    <a:pt x="607" y="5"/>
                    <a:pt x="569" y="1"/>
                    <a:pt x="53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7"/>
            <p:cNvSpPr/>
            <p:nvPr/>
          </p:nvSpPr>
          <p:spPr>
            <a:xfrm>
              <a:off x="8187489" y="4208581"/>
              <a:ext cx="59696" cy="75060"/>
            </a:xfrm>
            <a:custGeom>
              <a:rect b="b" l="l" r="r" t="t"/>
              <a:pathLst>
                <a:path extrusionOk="0" h="5755" w="4577">
                  <a:moveTo>
                    <a:pt x="3638" y="1074"/>
                  </a:moveTo>
                  <a:lnTo>
                    <a:pt x="3638" y="1942"/>
                  </a:lnTo>
                  <a:cubicBezTo>
                    <a:pt x="3054" y="2037"/>
                    <a:pt x="2491" y="2199"/>
                    <a:pt x="1953" y="2424"/>
                  </a:cubicBezTo>
                  <a:cubicBezTo>
                    <a:pt x="2355" y="1820"/>
                    <a:pt x="2942" y="1339"/>
                    <a:pt x="3638" y="1074"/>
                  </a:cubicBezTo>
                  <a:close/>
                  <a:moveTo>
                    <a:pt x="3636" y="2892"/>
                  </a:moveTo>
                  <a:lnTo>
                    <a:pt x="3636" y="3411"/>
                  </a:lnTo>
                  <a:lnTo>
                    <a:pt x="1370" y="4598"/>
                  </a:lnTo>
                  <a:cubicBezTo>
                    <a:pt x="1353" y="4313"/>
                    <a:pt x="1369" y="4031"/>
                    <a:pt x="1418" y="3753"/>
                  </a:cubicBezTo>
                  <a:cubicBezTo>
                    <a:pt x="2101" y="3330"/>
                    <a:pt x="2846" y="3041"/>
                    <a:pt x="3636" y="2892"/>
                  </a:cubicBezTo>
                  <a:close/>
                  <a:moveTo>
                    <a:pt x="4042" y="1"/>
                  </a:moveTo>
                  <a:cubicBezTo>
                    <a:pt x="4004" y="1"/>
                    <a:pt x="3965" y="5"/>
                    <a:pt x="3926" y="14"/>
                  </a:cubicBezTo>
                  <a:cubicBezTo>
                    <a:pt x="1518" y="542"/>
                    <a:pt x="0" y="2935"/>
                    <a:pt x="532" y="5337"/>
                  </a:cubicBezTo>
                  <a:cubicBezTo>
                    <a:pt x="590" y="5597"/>
                    <a:pt x="817" y="5754"/>
                    <a:pt x="1054" y="5754"/>
                  </a:cubicBezTo>
                  <a:cubicBezTo>
                    <a:pt x="1137" y="5754"/>
                    <a:pt x="1221" y="5735"/>
                    <a:pt x="1300" y="5694"/>
                  </a:cubicBezTo>
                  <a:lnTo>
                    <a:pt x="4290" y="4129"/>
                  </a:lnTo>
                  <a:cubicBezTo>
                    <a:pt x="4467" y="4037"/>
                    <a:pt x="4576" y="3856"/>
                    <a:pt x="4576" y="3657"/>
                  </a:cubicBezTo>
                  <a:lnTo>
                    <a:pt x="4576" y="534"/>
                  </a:lnTo>
                  <a:cubicBezTo>
                    <a:pt x="4575" y="234"/>
                    <a:pt x="4330" y="1"/>
                    <a:pt x="404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6" name="Google Shape;2606;p47"/>
          <p:cNvGrpSpPr/>
          <p:nvPr/>
        </p:nvGrpSpPr>
        <p:grpSpPr>
          <a:xfrm>
            <a:off x="5661100" y="615625"/>
            <a:ext cx="2337250" cy="814200"/>
            <a:chOff x="5661100" y="615625"/>
            <a:chExt cx="2337250" cy="814200"/>
          </a:xfrm>
        </p:grpSpPr>
        <p:sp>
          <p:nvSpPr>
            <p:cNvPr id="2607" name="Google Shape;2607;p47"/>
            <p:cNvSpPr/>
            <p:nvPr/>
          </p:nvSpPr>
          <p:spPr>
            <a:xfrm>
              <a:off x="5671250" y="696600"/>
              <a:ext cx="111000" cy="129500"/>
            </a:xfrm>
            <a:custGeom>
              <a:rect b="b" l="l" r="r" t="t"/>
              <a:pathLst>
                <a:path extrusionOk="0" h="5180" w="4440">
                  <a:moveTo>
                    <a:pt x="277" y="1"/>
                  </a:moveTo>
                  <a:cubicBezTo>
                    <a:pt x="137" y="1"/>
                    <a:pt x="0" y="142"/>
                    <a:pt x="98" y="290"/>
                  </a:cubicBezTo>
                  <a:cubicBezTo>
                    <a:pt x="1242" y="2035"/>
                    <a:pt x="2548" y="3645"/>
                    <a:pt x="4022" y="5121"/>
                  </a:cubicBezTo>
                  <a:cubicBezTo>
                    <a:pt x="4063" y="5162"/>
                    <a:pt x="4109" y="5179"/>
                    <a:pt x="4153" y="5179"/>
                  </a:cubicBezTo>
                  <a:cubicBezTo>
                    <a:pt x="4304" y="5179"/>
                    <a:pt x="4439" y="4982"/>
                    <a:pt x="4301" y="4842"/>
                  </a:cubicBezTo>
                  <a:cubicBezTo>
                    <a:pt x="2853" y="3392"/>
                    <a:pt x="1564" y="1806"/>
                    <a:pt x="440" y="89"/>
                  </a:cubicBezTo>
                  <a:cubicBezTo>
                    <a:pt x="398" y="27"/>
                    <a:pt x="337" y="1"/>
                    <a:pt x="2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7"/>
            <p:cNvSpPr/>
            <p:nvPr/>
          </p:nvSpPr>
          <p:spPr>
            <a:xfrm>
              <a:off x="5661100" y="692625"/>
              <a:ext cx="123250" cy="137075"/>
            </a:xfrm>
            <a:custGeom>
              <a:rect b="b" l="l" r="r" t="t"/>
              <a:pathLst>
                <a:path extrusionOk="0" h="5483" w="4930">
                  <a:moveTo>
                    <a:pt x="4648" y="0"/>
                  </a:moveTo>
                  <a:cubicBezTo>
                    <a:pt x="4603" y="0"/>
                    <a:pt x="4556" y="18"/>
                    <a:pt x="4515" y="61"/>
                  </a:cubicBezTo>
                  <a:cubicBezTo>
                    <a:pt x="2948" y="1690"/>
                    <a:pt x="1481" y="3404"/>
                    <a:pt x="109" y="5200"/>
                  </a:cubicBezTo>
                  <a:cubicBezTo>
                    <a:pt x="0" y="5342"/>
                    <a:pt x="138" y="5482"/>
                    <a:pt x="282" y="5482"/>
                  </a:cubicBezTo>
                  <a:cubicBezTo>
                    <a:pt x="342" y="5482"/>
                    <a:pt x="404" y="5458"/>
                    <a:pt x="448" y="5399"/>
                  </a:cubicBezTo>
                  <a:cubicBezTo>
                    <a:pt x="1800" y="3628"/>
                    <a:pt x="3251" y="1943"/>
                    <a:pt x="4795" y="339"/>
                  </a:cubicBezTo>
                  <a:cubicBezTo>
                    <a:pt x="4930" y="198"/>
                    <a:pt x="4797" y="0"/>
                    <a:pt x="464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7"/>
            <p:cNvSpPr/>
            <p:nvPr/>
          </p:nvSpPr>
          <p:spPr>
            <a:xfrm>
              <a:off x="5813250" y="785325"/>
              <a:ext cx="17600" cy="90200"/>
            </a:xfrm>
            <a:custGeom>
              <a:rect b="b" l="l" r="r" t="t"/>
              <a:pathLst>
                <a:path extrusionOk="0" h="3608" w="704">
                  <a:moveTo>
                    <a:pt x="192" y="1"/>
                  </a:moveTo>
                  <a:cubicBezTo>
                    <a:pt x="93" y="1"/>
                    <a:pt x="1" y="64"/>
                    <a:pt x="11" y="189"/>
                  </a:cubicBezTo>
                  <a:cubicBezTo>
                    <a:pt x="107" y="1267"/>
                    <a:pt x="203" y="2342"/>
                    <a:pt x="298" y="3419"/>
                  </a:cubicBezTo>
                  <a:cubicBezTo>
                    <a:pt x="308" y="3544"/>
                    <a:pt x="413" y="3607"/>
                    <a:pt x="512" y="3607"/>
                  </a:cubicBezTo>
                  <a:cubicBezTo>
                    <a:pt x="611" y="3607"/>
                    <a:pt x="703" y="3545"/>
                    <a:pt x="691" y="3419"/>
                  </a:cubicBezTo>
                  <a:cubicBezTo>
                    <a:pt x="597" y="2342"/>
                    <a:pt x="501" y="1267"/>
                    <a:pt x="405" y="189"/>
                  </a:cubicBezTo>
                  <a:cubicBezTo>
                    <a:pt x="394" y="64"/>
                    <a:pt x="290" y="1"/>
                    <a:pt x="19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7"/>
            <p:cNvSpPr/>
            <p:nvPr/>
          </p:nvSpPr>
          <p:spPr>
            <a:xfrm>
              <a:off x="5938500" y="711350"/>
              <a:ext cx="10525" cy="115250"/>
            </a:xfrm>
            <a:custGeom>
              <a:rect b="b" l="l" r="r" t="t"/>
              <a:pathLst>
                <a:path extrusionOk="0" h="4610" w="421">
                  <a:moveTo>
                    <a:pt x="223" y="1"/>
                  </a:moveTo>
                  <a:cubicBezTo>
                    <a:pt x="125" y="1"/>
                    <a:pt x="27" y="64"/>
                    <a:pt x="26" y="191"/>
                  </a:cubicBezTo>
                  <a:cubicBezTo>
                    <a:pt x="17" y="1601"/>
                    <a:pt x="10" y="3010"/>
                    <a:pt x="2" y="4420"/>
                  </a:cubicBezTo>
                  <a:cubicBezTo>
                    <a:pt x="1" y="4546"/>
                    <a:pt x="99" y="4610"/>
                    <a:pt x="197" y="4610"/>
                  </a:cubicBezTo>
                  <a:cubicBezTo>
                    <a:pt x="296" y="4610"/>
                    <a:pt x="395" y="4546"/>
                    <a:pt x="395" y="4420"/>
                  </a:cubicBezTo>
                  <a:cubicBezTo>
                    <a:pt x="404" y="3010"/>
                    <a:pt x="411" y="1601"/>
                    <a:pt x="420" y="191"/>
                  </a:cubicBezTo>
                  <a:cubicBezTo>
                    <a:pt x="420" y="65"/>
                    <a:pt x="322" y="1"/>
                    <a:pt x="22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7"/>
            <p:cNvSpPr/>
            <p:nvPr/>
          </p:nvSpPr>
          <p:spPr>
            <a:xfrm>
              <a:off x="5906275" y="773200"/>
              <a:ext cx="106000" cy="10400"/>
            </a:xfrm>
            <a:custGeom>
              <a:rect b="b" l="l" r="r" t="t"/>
              <a:pathLst>
                <a:path extrusionOk="0" h="416" w="4240">
                  <a:moveTo>
                    <a:pt x="253" y="0"/>
                  </a:moveTo>
                  <a:cubicBezTo>
                    <a:pt x="1" y="0"/>
                    <a:pt x="1" y="392"/>
                    <a:pt x="254" y="394"/>
                  </a:cubicBezTo>
                  <a:lnTo>
                    <a:pt x="3985" y="415"/>
                  </a:lnTo>
                  <a:cubicBezTo>
                    <a:pt x="3985" y="415"/>
                    <a:pt x="3986" y="415"/>
                    <a:pt x="3986" y="415"/>
                  </a:cubicBezTo>
                  <a:cubicBezTo>
                    <a:pt x="4240" y="415"/>
                    <a:pt x="4239" y="23"/>
                    <a:pt x="3985" y="22"/>
                  </a:cubicBezTo>
                  <a:lnTo>
                    <a:pt x="254" y="0"/>
                  </a:lnTo>
                  <a:cubicBezTo>
                    <a:pt x="254" y="0"/>
                    <a:pt x="253" y="0"/>
                    <a:pt x="25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7"/>
            <p:cNvSpPr/>
            <p:nvPr/>
          </p:nvSpPr>
          <p:spPr>
            <a:xfrm>
              <a:off x="6062350" y="710750"/>
              <a:ext cx="106050" cy="104550"/>
            </a:xfrm>
            <a:custGeom>
              <a:rect b="b" l="l" r="r" t="t"/>
              <a:pathLst>
                <a:path extrusionOk="0" h="4182" w="4242">
                  <a:moveTo>
                    <a:pt x="301" y="1"/>
                  </a:moveTo>
                  <a:cubicBezTo>
                    <a:pt x="141" y="1"/>
                    <a:pt x="0" y="200"/>
                    <a:pt x="151" y="329"/>
                  </a:cubicBezTo>
                  <a:cubicBezTo>
                    <a:pt x="1497" y="1477"/>
                    <a:pt x="2728" y="2740"/>
                    <a:pt x="3843" y="4114"/>
                  </a:cubicBezTo>
                  <a:cubicBezTo>
                    <a:pt x="3881" y="4161"/>
                    <a:pt x="3926" y="4181"/>
                    <a:pt x="3970" y="4181"/>
                  </a:cubicBezTo>
                  <a:cubicBezTo>
                    <a:pt x="4110" y="4181"/>
                    <a:pt x="4241" y="3984"/>
                    <a:pt x="4121" y="3835"/>
                  </a:cubicBezTo>
                  <a:cubicBezTo>
                    <a:pt x="3007" y="2461"/>
                    <a:pt x="1777" y="1197"/>
                    <a:pt x="430" y="50"/>
                  </a:cubicBezTo>
                  <a:cubicBezTo>
                    <a:pt x="389" y="15"/>
                    <a:pt x="344" y="1"/>
                    <a:pt x="3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7"/>
            <p:cNvSpPr/>
            <p:nvPr/>
          </p:nvSpPr>
          <p:spPr>
            <a:xfrm>
              <a:off x="6027075" y="701025"/>
              <a:ext cx="136525" cy="142475"/>
            </a:xfrm>
            <a:custGeom>
              <a:rect b="b" l="l" r="r" t="t"/>
              <a:pathLst>
                <a:path extrusionOk="0" h="5699" w="5461">
                  <a:moveTo>
                    <a:pt x="5181" y="1"/>
                  </a:moveTo>
                  <a:cubicBezTo>
                    <a:pt x="5136" y="1"/>
                    <a:pt x="5090" y="19"/>
                    <a:pt x="5049" y="63"/>
                  </a:cubicBezTo>
                  <a:cubicBezTo>
                    <a:pt x="3410" y="1828"/>
                    <a:pt x="1771" y="3593"/>
                    <a:pt x="132" y="5358"/>
                  </a:cubicBezTo>
                  <a:cubicBezTo>
                    <a:pt x="0" y="5501"/>
                    <a:pt x="133" y="5699"/>
                    <a:pt x="280" y="5699"/>
                  </a:cubicBezTo>
                  <a:cubicBezTo>
                    <a:pt x="325" y="5699"/>
                    <a:pt x="371" y="5680"/>
                    <a:pt x="411" y="5637"/>
                  </a:cubicBezTo>
                  <a:cubicBezTo>
                    <a:pt x="2050" y="3873"/>
                    <a:pt x="3689" y="2107"/>
                    <a:pt x="5328" y="342"/>
                  </a:cubicBezTo>
                  <a:cubicBezTo>
                    <a:pt x="5460" y="198"/>
                    <a:pt x="5328" y="1"/>
                    <a:pt x="51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7"/>
            <p:cNvSpPr/>
            <p:nvPr/>
          </p:nvSpPr>
          <p:spPr>
            <a:xfrm>
              <a:off x="6204300" y="793000"/>
              <a:ext cx="68300" cy="104025"/>
            </a:xfrm>
            <a:custGeom>
              <a:rect b="b" l="l" r="r" t="t"/>
              <a:pathLst>
                <a:path extrusionOk="0" h="4161" w="2732">
                  <a:moveTo>
                    <a:pt x="785" y="1"/>
                  </a:moveTo>
                  <a:cubicBezTo>
                    <a:pt x="564" y="1"/>
                    <a:pt x="483" y="343"/>
                    <a:pt x="717" y="388"/>
                  </a:cubicBezTo>
                  <a:cubicBezTo>
                    <a:pt x="999" y="439"/>
                    <a:pt x="1210" y="529"/>
                    <a:pt x="1413" y="702"/>
                  </a:cubicBezTo>
                  <a:lnTo>
                    <a:pt x="1413" y="702"/>
                  </a:lnTo>
                  <a:cubicBezTo>
                    <a:pt x="1064" y="1097"/>
                    <a:pt x="716" y="1492"/>
                    <a:pt x="367" y="1885"/>
                  </a:cubicBezTo>
                  <a:cubicBezTo>
                    <a:pt x="262" y="2005"/>
                    <a:pt x="315" y="2157"/>
                    <a:pt x="455" y="2214"/>
                  </a:cubicBezTo>
                  <a:cubicBezTo>
                    <a:pt x="1034" y="2458"/>
                    <a:pt x="1614" y="2699"/>
                    <a:pt x="2195" y="2943"/>
                  </a:cubicBezTo>
                  <a:lnTo>
                    <a:pt x="2195" y="2943"/>
                  </a:lnTo>
                  <a:cubicBezTo>
                    <a:pt x="1800" y="3478"/>
                    <a:pt x="1211" y="3765"/>
                    <a:pt x="555" y="3765"/>
                  </a:cubicBezTo>
                  <a:cubicBezTo>
                    <a:pt x="455" y="3765"/>
                    <a:pt x="353" y="3758"/>
                    <a:pt x="251" y="3745"/>
                  </a:cubicBezTo>
                  <a:cubicBezTo>
                    <a:pt x="240" y="3743"/>
                    <a:pt x="230" y="3743"/>
                    <a:pt x="221" y="3743"/>
                  </a:cubicBezTo>
                  <a:cubicBezTo>
                    <a:pt x="1" y="3743"/>
                    <a:pt x="12" y="4107"/>
                    <a:pt x="251" y="4138"/>
                  </a:cubicBezTo>
                  <a:cubicBezTo>
                    <a:pt x="362" y="4153"/>
                    <a:pt x="473" y="4160"/>
                    <a:pt x="582" y="4160"/>
                  </a:cubicBezTo>
                  <a:cubicBezTo>
                    <a:pt x="1443" y="4160"/>
                    <a:pt x="2210" y="3713"/>
                    <a:pt x="2660" y="2953"/>
                  </a:cubicBezTo>
                  <a:cubicBezTo>
                    <a:pt x="2732" y="2831"/>
                    <a:pt x="2656" y="2711"/>
                    <a:pt x="2541" y="2664"/>
                  </a:cubicBezTo>
                  <a:cubicBezTo>
                    <a:pt x="1973" y="2425"/>
                    <a:pt x="1403" y="2187"/>
                    <a:pt x="834" y="1949"/>
                  </a:cubicBezTo>
                  <a:lnTo>
                    <a:pt x="834" y="1949"/>
                  </a:lnTo>
                  <a:cubicBezTo>
                    <a:pt x="1165" y="1574"/>
                    <a:pt x="1496" y="1200"/>
                    <a:pt x="1827" y="827"/>
                  </a:cubicBezTo>
                  <a:cubicBezTo>
                    <a:pt x="1898" y="747"/>
                    <a:pt x="1904" y="628"/>
                    <a:pt x="1827" y="548"/>
                  </a:cubicBezTo>
                  <a:cubicBezTo>
                    <a:pt x="1536" y="246"/>
                    <a:pt x="1238" y="81"/>
                    <a:pt x="823" y="4"/>
                  </a:cubicBezTo>
                  <a:cubicBezTo>
                    <a:pt x="810" y="2"/>
                    <a:pt x="797" y="1"/>
                    <a:pt x="78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7"/>
            <p:cNvSpPr/>
            <p:nvPr/>
          </p:nvSpPr>
          <p:spPr>
            <a:xfrm>
              <a:off x="6341825" y="732250"/>
              <a:ext cx="56250" cy="10150"/>
            </a:xfrm>
            <a:custGeom>
              <a:rect b="b" l="l" r="r" t="t"/>
              <a:pathLst>
                <a:path extrusionOk="0" h="406" w="2250">
                  <a:moveTo>
                    <a:pt x="253" y="0"/>
                  </a:moveTo>
                  <a:cubicBezTo>
                    <a:pt x="1" y="0"/>
                    <a:pt x="1" y="393"/>
                    <a:pt x="254" y="394"/>
                  </a:cubicBezTo>
                  <a:cubicBezTo>
                    <a:pt x="834" y="398"/>
                    <a:pt x="1415" y="401"/>
                    <a:pt x="1995" y="406"/>
                  </a:cubicBezTo>
                  <a:cubicBezTo>
                    <a:pt x="1995" y="406"/>
                    <a:pt x="1996" y="406"/>
                    <a:pt x="1996" y="406"/>
                  </a:cubicBezTo>
                  <a:cubicBezTo>
                    <a:pt x="2249" y="406"/>
                    <a:pt x="2249" y="13"/>
                    <a:pt x="1995" y="12"/>
                  </a:cubicBezTo>
                  <a:cubicBezTo>
                    <a:pt x="1415" y="8"/>
                    <a:pt x="834" y="3"/>
                    <a:pt x="254" y="0"/>
                  </a:cubicBezTo>
                  <a:cubicBezTo>
                    <a:pt x="253" y="0"/>
                    <a:pt x="253" y="0"/>
                    <a:pt x="25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7"/>
            <p:cNvSpPr/>
            <p:nvPr/>
          </p:nvSpPr>
          <p:spPr>
            <a:xfrm>
              <a:off x="6341575" y="769575"/>
              <a:ext cx="62475" cy="10150"/>
            </a:xfrm>
            <a:custGeom>
              <a:rect b="b" l="l" r="r" t="t"/>
              <a:pathLst>
                <a:path extrusionOk="0" h="406" w="2499">
                  <a:moveTo>
                    <a:pt x="253" y="1"/>
                  </a:moveTo>
                  <a:cubicBezTo>
                    <a:pt x="1" y="1"/>
                    <a:pt x="1" y="391"/>
                    <a:pt x="255" y="394"/>
                  </a:cubicBezTo>
                  <a:cubicBezTo>
                    <a:pt x="920" y="397"/>
                    <a:pt x="1581" y="401"/>
                    <a:pt x="2245" y="406"/>
                  </a:cubicBezTo>
                  <a:cubicBezTo>
                    <a:pt x="2246" y="406"/>
                    <a:pt x="2246" y="406"/>
                    <a:pt x="2247" y="406"/>
                  </a:cubicBezTo>
                  <a:cubicBezTo>
                    <a:pt x="2499" y="406"/>
                    <a:pt x="2498" y="13"/>
                    <a:pt x="2245" y="12"/>
                  </a:cubicBezTo>
                  <a:cubicBezTo>
                    <a:pt x="1581" y="9"/>
                    <a:pt x="920" y="5"/>
                    <a:pt x="255" y="1"/>
                  </a:cubicBezTo>
                  <a:cubicBezTo>
                    <a:pt x="254" y="1"/>
                    <a:pt x="254" y="1"/>
                    <a:pt x="25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7"/>
            <p:cNvSpPr/>
            <p:nvPr/>
          </p:nvSpPr>
          <p:spPr>
            <a:xfrm>
              <a:off x="6559175" y="726175"/>
              <a:ext cx="87300" cy="16750"/>
            </a:xfrm>
            <a:custGeom>
              <a:rect b="b" l="l" r="r" t="t"/>
              <a:pathLst>
                <a:path extrusionOk="0" h="670" w="3492">
                  <a:moveTo>
                    <a:pt x="276" y="0"/>
                  </a:moveTo>
                  <a:cubicBezTo>
                    <a:pt x="72" y="0"/>
                    <a:pt x="0" y="329"/>
                    <a:pt x="226" y="388"/>
                  </a:cubicBezTo>
                  <a:cubicBezTo>
                    <a:pt x="936" y="575"/>
                    <a:pt x="1648" y="670"/>
                    <a:pt x="2370" y="670"/>
                  </a:cubicBezTo>
                  <a:cubicBezTo>
                    <a:pt x="2658" y="670"/>
                    <a:pt x="2948" y="655"/>
                    <a:pt x="3240" y="624"/>
                  </a:cubicBezTo>
                  <a:cubicBezTo>
                    <a:pt x="3482" y="601"/>
                    <a:pt x="3491" y="229"/>
                    <a:pt x="3263" y="229"/>
                  </a:cubicBezTo>
                  <a:cubicBezTo>
                    <a:pt x="3255" y="229"/>
                    <a:pt x="3248" y="230"/>
                    <a:pt x="3240" y="231"/>
                  </a:cubicBezTo>
                  <a:cubicBezTo>
                    <a:pt x="2951" y="261"/>
                    <a:pt x="2664" y="276"/>
                    <a:pt x="2378" y="276"/>
                  </a:cubicBezTo>
                  <a:cubicBezTo>
                    <a:pt x="1689" y="276"/>
                    <a:pt x="1008" y="187"/>
                    <a:pt x="330" y="7"/>
                  </a:cubicBezTo>
                  <a:cubicBezTo>
                    <a:pt x="311" y="2"/>
                    <a:pt x="293" y="0"/>
                    <a:pt x="2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7"/>
            <p:cNvSpPr/>
            <p:nvPr/>
          </p:nvSpPr>
          <p:spPr>
            <a:xfrm>
              <a:off x="6706675" y="680050"/>
              <a:ext cx="77500" cy="105300"/>
            </a:xfrm>
            <a:custGeom>
              <a:rect b="b" l="l" r="r" t="t"/>
              <a:pathLst>
                <a:path extrusionOk="0" h="4212" w="3100">
                  <a:moveTo>
                    <a:pt x="2432" y="0"/>
                  </a:moveTo>
                  <a:cubicBezTo>
                    <a:pt x="1403" y="0"/>
                    <a:pt x="409" y="701"/>
                    <a:pt x="226" y="1766"/>
                  </a:cubicBezTo>
                  <a:cubicBezTo>
                    <a:pt x="1" y="3079"/>
                    <a:pt x="1178" y="4212"/>
                    <a:pt x="2437" y="4212"/>
                  </a:cubicBezTo>
                  <a:cubicBezTo>
                    <a:pt x="2474" y="4212"/>
                    <a:pt x="2512" y="4211"/>
                    <a:pt x="2549" y="4209"/>
                  </a:cubicBezTo>
                  <a:cubicBezTo>
                    <a:pt x="2797" y="4195"/>
                    <a:pt x="2802" y="3815"/>
                    <a:pt x="2563" y="3815"/>
                  </a:cubicBezTo>
                  <a:cubicBezTo>
                    <a:pt x="2558" y="3815"/>
                    <a:pt x="2554" y="3815"/>
                    <a:pt x="2549" y="3815"/>
                  </a:cubicBezTo>
                  <a:cubicBezTo>
                    <a:pt x="2517" y="3817"/>
                    <a:pt x="2484" y="3818"/>
                    <a:pt x="2452" y="3818"/>
                  </a:cubicBezTo>
                  <a:cubicBezTo>
                    <a:pt x="1466" y="3818"/>
                    <a:pt x="526" y="3006"/>
                    <a:pt x="595" y="1963"/>
                  </a:cubicBezTo>
                  <a:cubicBezTo>
                    <a:pt x="656" y="1036"/>
                    <a:pt x="1551" y="390"/>
                    <a:pt x="2426" y="390"/>
                  </a:cubicBezTo>
                  <a:cubicBezTo>
                    <a:pt x="2538" y="390"/>
                    <a:pt x="2650" y="400"/>
                    <a:pt x="2760" y="422"/>
                  </a:cubicBezTo>
                  <a:cubicBezTo>
                    <a:pt x="2775" y="425"/>
                    <a:pt x="2789" y="426"/>
                    <a:pt x="2803" y="426"/>
                  </a:cubicBezTo>
                  <a:cubicBezTo>
                    <a:pt x="3020" y="426"/>
                    <a:pt x="3100" y="89"/>
                    <a:pt x="2866" y="43"/>
                  </a:cubicBezTo>
                  <a:cubicBezTo>
                    <a:pt x="2722" y="14"/>
                    <a:pt x="2577" y="0"/>
                    <a:pt x="243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7"/>
            <p:cNvSpPr/>
            <p:nvPr/>
          </p:nvSpPr>
          <p:spPr>
            <a:xfrm>
              <a:off x="6857000" y="692025"/>
              <a:ext cx="18275" cy="90525"/>
            </a:xfrm>
            <a:custGeom>
              <a:rect b="b" l="l" r="r" t="t"/>
              <a:pathLst>
                <a:path extrusionOk="0" h="3621" w="731">
                  <a:moveTo>
                    <a:pt x="342" y="1"/>
                  </a:moveTo>
                  <a:cubicBezTo>
                    <a:pt x="242" y="1"/>
                    <a:pt x="135" y="64"/>
                    <a:pt x="122" y="189"/>
                  </a:cubicBezTo>
                  <a:cubicBezTo>
                    <a:pt x="0" y="1300"/>
                    <a:pt x="66" y="2391"/>
                    <a:pt x="317" y="3479"/>
                  </a:cubicBezTo>
                  <a:cubicBezTo>
                    <a:pt x="340" y="3578"/>
                    <a:pt x="414" y="3621"/>
                    <a:pt x="491" y="3621"/>
                  </a:cubicBezTo>
                  <a:cubicBezTo>
                    <a:pt x="607" y="3621"/>
                    <a:pt x="731" y="3523"/>
                    <a:pt x="696" y="3375"/>
                  </a:cubicBezTo>
                  <a:cubicBezTo>
                    <a:pt x="454" y="2318"/>
                    <a:pt x="397" y="1263"/>
                    <a:pt x="516" y="187"/>
                  </a:cubicBezTo>
                  <a:cubicBezTo>
                    <a:pt x="530" y="62"/>
                    <a:pt x="440" y="1"/>
                    <a:pt x="34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7"/>
            <p:cNvSpPr/>
            <p:nvPr/>
          </p:nvSpPr>
          <p:spPr>
            <a:xfrm>
              <a:off x="6833125" y="722725"/>
              <a:ext cx="81150" cy="10275"/>
            </a:xfrm>
            <a:custGeom>
              <a:rect b="b" l="l" r="r" t="t"/>
              <a:pathLst>
                <a:path extrusionOk="0" h="411" w="3246">
                  <a:moveTo>
                    <a:pt x="254" y="1"/>
                  </a:moveTo>
                  <a:cubicBezTo>
                    <a:pt x="1" y="1"/>
                    <a:pt x="1" y="393"/>
                    <a:pt x="255" y="394"/>
                  </a:cubicBezTo>
                  <a:cubicBezTo>
                    <a:pt x="1167" y="399"/>
                    <a:pt x="2079" y="404"/>
                    <a:pt x="2991" y="410"/>
                  </a:cubicBezTo>
                  <a:cubicBezTo>
                    <a:pt x="2992" y="410"/>
                    <a:pt x="2992" y="410"/>
                    <a:pt x="2993" y="410"/>
                  </a:cubicBezTo>
                  <a:cubicBezTo>
                    <a:pt x="3246" y="410"/>
                    <a:pt x="3245" y="18"/>
                    <a:pt x="2991" y="16"/>
                  </a:cubicBezTo>
                  <a:cubicBezTo>
                    <a:pt x="2079" y="11"/>
                    <a:pt x="1167" y="6"/>
                    <a:pt x="255" y="1"/>
                  </a:cubicBezTo>
                  <a:cubicBezTo>
                    <a:pt x="255" y="1"/>
                    <a:pt x="255" y="1"/>
                    <a:pt x="25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7"/>
            <p:cNvSpPr/>
            <p:nvPr/>
          </p:nvSpPr>
          <p:spPr>
            <a:xfrm>
              <a:off x="6997775" y="615625"/>
              <a:ext cx="995000" cy="227175"/>
            </a:xfrm>
            <a:custGeom>
              <a:rect b="b" l="l" r="r" t="t"/>
              <a:pathLst>
                <a:path extrusionOk="0" h="9087" w="39800">
                  <a:moveTo>
                    <a:pt x="39547" y="0"/>
                  </a:moveTo>
                  <a:cubicBezTo>
                    <a:pt x="39546" y="0"/>
                    <a:pt x="39545" y="0"/>
                    <a:pt x="39544" y="0"/>
                  </a:cubicBezTo>
                  <a:cubicBezTo>
                    <a:pt x="27760" y="130"/>
                    <a:pt x="15974" y="159"/>
                    <a:pt x="4191" y="291"/>
                  </a:cubicBezTo>
                  <a:cubicBezTo>
                    <a:pt x="4111" y="291"/>
                    <a:pt x="4015" y="351"/>
                    <a:pt x="4001" y="435"/>
                  </a:cubicBezTo>
                  <a:cubicBezTo>
                    <a:pt x="3533" y="3096"/>
                    <a:pt x="3288" y="5825"/>
                    <a:pt x="2597" y="8443"/>
                  </a:cubicBezTo>
                  <a:lnTo>
                    <a:pt x="2597" y="8443"/>
                  </a:lnTo>
                  <a:cubicBezTo>
                    <a:pt x="1413" y="6727"/>
                    <a:pt x="1037" y="4391"/>
                    <a:pt x="426" y="2447"/>
                  </a:cubicBezTo>
                  <a:cubicBezTo>
                    <a:pt x="396" y="2353"/>
                    <a:pt x="318" y="2312"/>
                    <a:pt x="240" y="2312"/>
                  </a:cubicBezTo>
                  <a:cubicBezTo>
                    <a:pt x="121" y="2312"/>
                    <a:pt x="0" y="2407"/>
                    <a:pt x="47" y="2554"/>
                  </a:cubicBezTo>
                  <a:cubicBezTo>
                    <a:pt x="718" y="4691"/>
                    <a:pt x="1128" y="7225"/>
                    <a:pt x="2541" y="9026"/>
                  </a:cubicBezTo>
                  <a:cubicBezTo>
                    <a:pt x="2574" y="9068"/>
                    <a:pt x="2620" y="9086"/>
                    <a:pt x="2667" y="9086"/>
                  </a:cubicBezTo>
                  <a:cubicBezTo>
                    <a:pt x="2754" y="9086"/>
                    <a:pt x="2846" y="9023"/>
                    <a:pt x="2870" y="8939"/>
                  </a:cubicBezTo>
                  <a:cubicBezTo>
                    <a:pt x="3599" y="6365"/>
                    <a:pt x="3707" y="3683"/>
                    <a:pt x="4287" y="1085"/>
                  </a:cubicBezTo>
                  <a:cubicBezTo>
                    <a:pt x="4385" y="651"/>
                    <a:pt x="4323" y="775"/>
                    <a:pt x="4679" y="680"/>
                  </a:cubicBezTo>
                  <a:cubicBezTo>
                    <a:pt x="4780" y="653"/>
                    <a:pt x="4901" y="645"/>
                    <a:pt x="5028" y="645"/>
                  </a:cubicBezTo>
                  <a:cubicBezTo>
                    <a:pt x="5246" y="645"/>
                    <a:pt x="5484" y="670"/>
                    <a:pt x="5669" y="670"/>
                  </a:cubicBezTo>
                  <a:cubicBezTo>
                    <a:pt x="5675" y="670"/>
                    <a:pt x="5681" y="670"/>
                    <a:pt x="5687" y="670"/>
                  </a:cubicBezTo>
                  <a:cubicBezTo>
                    <a:pt x="6347" y="663"/>
                    <a:pt x="7010" y="657"/>
                    <a:pt x="7670" y="650"/>
                  </a:cubicBezTo>
                  <a:cubicBezTo>
                    <a:pt x="9044" y="637"/>
                    <a:pt x="10420" y="624"/>
                    <a:pt x="11794" y="614"/>
                  </a:cubicBezTo>
                  <a:cubicBezTo>
                    <a:pt x="17963" y="564"/>
                    <a:pt x="24130" y="527"/>
                    <a:pt x="30297" y="478"/>
                  </a:cubicBezTo>
                  <a:cubicBezTo>
                    <a:pt x="33380" y="455"/>
                    <a:pt x="36461" y="428"/>
                    <a:pt x="39544" y="394"/>
                  </a:cubicBezTo>
                  <a:cubicBezTo>
                    <a:pt x="39798" y="391"/>
                    <a:pt x="39799" y="0"/>
                    <a:pt x="3954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7"/>
            <p:cNvSpPr/>
            <p:nvPr/>
          </p:nvSpPr>
          <p:spPr>
            <a:xfrm>
              <a:off x="7166650" y="688975"/>
              <a:ext cx="64850" cy="95300"/>
            </a:xfrm>
            <a:custGeom>
              <a:rect b="b" l="l" r="r" t="t"/>
              <a:pathLst>
                <a:path extrusionOk="0" h="3812" w="2594">
                  <a:moveTo>
                    <a:pt x="803" y="385"/>
                  </a:moveTo>
                  <a:cubicBezTo>
                    <a:pt x="986" y="385"/>
                    <a:pt x="1167" y="402"/>
                    <a:pt x="1354" y="443"/>
                  </a:cubicBezTo>
                  <a:cubicBezTo>
                    <a:pt x="1652" y="508"/>
                    <a:pt x="1996" y="473"/>
                    <a:pt x="1873" y="840"/>
                  </a:cubicBezTo>
                  <a:cubicBezTo>
                    <a:pt x="1730" y="1263"/>
                    <a:pt x="1020" y="1508"/>
                    <a:pt x="626" y="1653"/>
                  </a:cubicBezTo>
                  <a:lnTo>
                    <a:pt x="626" y="1653"/>
                  </a:lnTo>
                  <a:cubicBezTo>
                    <a:pt x="630" y="1232"/>
                    <a:pt x="632" y="811"/>
                    <a:pt x="637" y="389"/>
                  </a:cubicBezTo>
                  <a:lnTo>
                    <a:pt x="637" y="389"/>
                  </a:lnTo>
                  <a:cubicBezTo>
                    <a:pt x="693" y="386"/>
                    <a:pt x="748" y="385"/>
                    <a:pt x="803" y="385"/>
                  </a:cubicBezTo>
                  <a:close/>
                  <a:moveTo>
                    <a:pt x="838" y="2049"/>
                  </a:moveTo>
                  <a:cubicBezTo>
                    <a:pt x="1294" y="2049"/>
                    <a:pt x="2038" y="2127"/>
                    <a:pt x="1904" y="2725"/>
                  </a:cubicBezTo>
                  <a:cubicBezTo>
                    <a:pt x="1839" y="3017"/>
                    <a:pt x="1286" y="3349"/>
                    <a:pt x="928" y="3349"/>
                  </a:cubicBezTo>
                  <a:cubicBezTo>
                    <a:pt x="861" y="3349"/>
                    <a:pt x="801" y="3337"/>
                    <a:pt x="752" y="3312"/>
                  </a:cubicBezTo>
                  <a:cubicBezTo>
                    <a:pt x="523" y="3192"/>
                    <a:pt x="614" y="2968"/>
                    <a:pt x="616" y="2728"/>
                  </a:cubicBezTo>
                  <a:cubicBezTo>
                    <a:pt x="617" y="2504"/>
                    <a:pt x="620" y="2278"/>
                    <a:pt x="622" y="2054"/>
                  </a:cubicBezTo>
                  <a:lnTo>
                    <a:pt x="622" y="2054"/>
                  </a:lnTo>
                  <a:cubicBezTo>
                    <a:pt x="625" y="2054"/>
                    <a:pt x="628" y="2054"/>
                    <a:pt x="631" y="2054"/>
                  </a:cubicBezTo>
                  <a:cubicBezTo>
                    <a:pt x="634" y="2054"/>
                    <a:pt x="638" y="2054"/>
                    <a:pt x="641" y="2054"/>
                  </a:cubicBezTo>
                  <a:cubicBezTo>
                    <a:pt x="696" y="2051"/>
                    <a:pt x="763" y="2049"/>
                    <a:pt x="838" y="2049"/>
                  </a:cubicBezTo>
                  <a:close/>
                  <a:moveTo>
                    <a:pt x="878" y="0"/>
                  </a:moveTo>
                  <a:cubicBezTo>
                    <a:pt x="614" y="0"/>
                    <a:pt x="376" y="20"/>
                    <a:pt x="221" y="41"/>
                  </a:cubicBezTo>
                  <a:cubicBezTo>
                    <a:pt x="1" y="70"/>
                    <a:pt x="57" y="365"/>
                    <a:pt x="242" y="415"/>
                  </a:cubicBezTo>
                  <a:lnTo>
                    <a:pt x="242" y="415"/>
                  </a:lnTo>
                  <a:cubicBezTo>
                    <a:pt x="236" y="1013"/>
                    <a:pt x="231" y="1612"/>
                    <a:pt x="226" y="2210"/>
                  </a:cubicBezTo>
                  <a:cubicBezTo>
                    <a:pt x="222" y="2598"/>
                    <a:pt x="99" y="3174"/>
                    <a:pt x="259" y="3538"/>
                  </a:cubicBezTo>
                  <a:cubicBezTo>
                    <a:pt x="348" y="3740"/>
                    <a:pt x="523" y="3811"/>
                    <a:pt x="726" y="3811"/>
                  </a:cubicBezTo>
                  <a:cubicBezTo>
                    <a:pt x="1059" y="3811"/>
                    <a:pt x="1467" y="3618"/>
                    <a:pt x="1686" y="3492"/>
                  </a:cubicBezTo>
                  <a:cubicBezTo>
                    <a:pt x="2127" y="3237"/>
                    <a:pt x="2482" y="2761"/>
                    <a:pt x="2225" y="2241"/>
                  </a:cubicBezTo>
                  <a:cubicBezTo>
                    <a:pt x="2078" y="1947"/>
                    <a:pt x="1798" y="1796"/>
                    <a:pt x="1487" y="1722"/>
                  </a:cubicBezTo>
                  <a:lnTo>
                    <a:pt x="1487" y="1722"/>
                  </a:lnTo>
                  <a:cubicBezTo>
                    <a:pt x="2032" y="1461"/>
                    <a:pt x="2593" y="1081"/>
                    <a:pt x="2467" y="629"/>
                  </a:cubicBezTo>
                  <a:cubicBezTo>
                    <a:pt x="2322" y="118"/>
                    <a:pt x="1522" y="0"/>
                    <a:pt x="8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7"/>
            <p:cNvSpPr/>
            <p:nvPr/>
          </p:nvSpPr>
          <p:spPr>
            <a:xfrm>
              <a:off x="7254250" y="677275"/>
              <a:ext cx="42200" cy="39825"/>
            </a:xfrm>
            <a:custGeom>
              <a:rect b="b" l="l" r="r" t="t"/>
              <a:pathLst>
                <a:path extrusionOk="0" h="1593" w="1688">
                  <a:moveTo>
                    <a:pt x="237" y="0"/>
                  </a:moveTo>
                  <a:cubicBezTo>
                    <a:pt x="1" y="0"/>
                    <a:pt x="7" y="377"/>
                    <a:pt x="252" y="394"/>
                  </a:cubicBezTo>
                  <a:cubicBezTo>
                    <a:pt x="354" y="401"/>
                    <a:pt x="455" y="408"/>
                    <a:pt x="557" y="414"/>
                  </a:cubicBezTo>
                  <a:lnTo>
                    <a:pt x="557" y="414"/>
                  </a:lnTo>
                  <a:lnTo>
                    <a:pt x="116" y="1126"/>
                  </a:lnTo>
                  <a:cubicBezTo>
                    <a:pt x="65" y="1210"/>
                    <a:pt x="91" y="1352"/>
                    <a:pt x="187" y="1396"/>
                  </a:cubicBezTo>
                  <a:cubicBezTo>
                    <a:pt x="466" y="1527"/>
                    <a:pt x="753" y="1593"/>
                    <a:pt x="1050" y="1593"/>
                  </a:cubicBezTo>
                  <a:cubicBezTo>
                    <a:pt x="1183" y="1593"/>
                    <a:pt x="1318" y="1580"/>
                    <a:pt x="1455" y="1552"/>
                  </a:cubicBezTo>
                  <a:cubicBezTo>
                    <a:pt x="1688" y="1507"/>
                    <a:pt x="1609" y="1169"/>
                    <a:pt x="1392" y="1169"/>
                  </a:cubicBezTo>
                  <a:cubicBezTo>
                    <a:pt x="1378" y="1169"/>
                    <a:pt x="1364" y="1170"/>
                    <a:pt x="1349" y="1173"/>
                  </a:cubicBezTo>
                  <a:cubicBezTo>
                    <a:pt x="1247" y="1193"/>
                    <a:pt x="1145" y="1202"/>
                    <a:pt x="1044" y="1202"/>
                  </a:cubicBezTo>
                  <a:cubicBezTo>
                    <a:pt x="885" y="1202"/>
                    <a:pt x="728" y="1178"/>
                    <a:pt x="576" y="1130"/>
                  </a:cubicBezTo>
                  <a:lnTo>
                    <a:pt x="576" y="1130"/>
                  </a:lnTo>
                  <a:lnTo>
                    <a:pt x="1067" y="338"/>
                  </a:lnTo>
                  <a:cubicBezTo>
                    <a:pt x="1150" y="204"/>
                    <a:pt x="1040" y="52"/>
                    <a:pt x="897" y="41"/>
                  </a:cubicBezTo>
                  <a:cubicBezTo>
                    <a:pt x="682" y="26"/>
                    <a:pt x="466" y="15"/>
                    <a:pt x="251" y="1"/>
                  </a:cubicBezTo>
                  <a:cubicBezTo>
                    <a:pt x="246" y="0"/>
                    <a:pt x="241" y="0"/>
                    <a:pt x="23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7"/>
            <p:cNvSpPr/>
            <p:nvPr/>
          </p:nvSpPr>
          <p:spPr>
            <a:xfrm>
              <a:off x="7358850" y="682450"/>
              <a:ext cx="10275" cy="71725"/>
            </a:xfrm>
            <a:custGeom>
              <a:rect b="b" l="l" r="r" t="t"/>
              <a:pathLst>
                <a:path extrusionOk="0" h="2869" w="411">
                  <a:moveTo>
                    <a:pt x="214" y="0"/>
                  </a:moveTo>
                  <a:cubicBezTo>
                    <a:pt x="116" y="0"/>
                    <a:pt x="17" y="63"/>
                    <a:pt x="15" y="190"/>
                  </a:cubicBezTo>
                  <a:cubicBezTo>
                    <a:pt x="9" y="1019"/>
                    <a:pt x="7" y="1849"/>
                    <a:pt x="1" y="2678"/>
                  </a:cubicBezTo>
                  <a:cubicBezTo>
                    <a:pt x="0" y="2805"/>
                    <a:pt x="98" y="2868"/>
                    <a:pt x="197" y="2868"/>
                  </a:cubicBezTo>
                  <a:cubicBezTo>
                    <a:pt x="295" y="2868"/>
                    <a:pt x="394" y="2805"/>
                    <a:pt x="395" y="2678"/>
                  </a:cubicBezTo>
                  <a:cubicBezTo>
                    <a:pt x="400" y="1849"/>
                    <a:pt x="403" y="1019"/>
                    <a:pt x="409" y="190"/>
                  </a:cubicBezTo>
                  <a:cubicBezTo>
                    <a:pt x="410" y="63"/>
                    <a:pt x="313" y="0"/>
                    <a:pt x="21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7"/>
            <p:cNvSpPr/>
            <p:nvPr/>
          </p:nvSpPr>
          <p:spPr>
            <a:xfrm>
              <a:off x="7336950" y="707025"/>
              <a:ext cx="66625" cy="10175"/>
            </a:xfrm>
            <a:custGeom>
              <a:rect b="b" l="l" r="r" t="t"/>
              <a:pathLst>
                <a:path extrusionOk="0" h="407" w="2665">
                  <a:moveTo>
                    <a:pt x="253" y="0"/>
                  </a:moveTo>
                  <a:cubicBezTo>
                    <a:pt x="1" y="0"/>
                    <a:pt x="1" y="394"/>
                    <a:pt x="254" y="394"/>
                  </a:cubicBezTo>
                  <a:cubicBezTo>
                    <a:pt x="974" y="398"/>
                    <a:pt x="1691" y="403"/>
                    <a:pt x="2412" y="407"/>
                  </a:cubicBezTo>
                  <a:cubicBezTo>
                    <a:pt x="2412" y="407"/>
                    <a:pt x="2412" y="407"/>
                    <a:pt x="2413" y="407"/>
                  </a:cubicBezTo>
                  <a:cubicBezTo>
                    <a:pt x="2665" y="407"/>
                    <a:pt x="2664" y="15"/>
                    <a:pt x="2412" y="13"/>
                  </a:cubicBezTo>
                  <a:cubicBezTo>
                    <a:pt x="1691" y="9"/>
                    <a:pt x="974" y="5"/>
                    <a:pt x="254" y="0"/>
                  </a:cubicBezTo>
                  <a:cubicBezTo>
                    <a:pt x="254" y="0"/>
                    <a:pt x="253" y="0"/>
                    <a:pt x="25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7"/>
            <p:cNvSpPr/>
            <p:nvPr/>
          </p:nvSpPr>
          <p:spPr>
            <a:xfrm>
              <a:off x="7450375" y="678500"/>
              <a:ext cx="60700" cy="64675"/>
            </a:xfrm>
            <a:custGeom>
              <a:rect b="b" l="l" r="r" t="t"/>
              <a:pathLst>
                <a:path extrusionOk="0" h="2587" w="2428">
                  <a:moveTo>
                    <a:pt x="1145" y="1"/>
                  </a:moveTo>
                  <a:cubicBezTo>
                    <a:pt x="829" y="1"/>
                    <a:pt x="463" y="213"/>
                    <a:pt x="241" y="398"/>
                  </a:cubicBezTo>
                  <a:cubicBezTo>
                    <a:pt x="86" y="525"/>
                    <a:pt x="227" y="723"/>
                    <a:pt x="388" y="723"/>
                  </a:cubicBezTo>
                  <a:cubicBezTo>
                    <a:pt x="431" y="723"/>
                    <a:pt x="476" y="709"/>
                    <a:pt x="517" y="675"/>
                  </a:cubicBezTo>
                  <a:cubicBezTo>
                    <a:pt x="626" y="584"/>
                    <a:pt x="862" y="370"/>
                    <a:pt x="1058" y="370"/>
                  </a:cubicBezTo>
                  <a:cubicBezTo>
                    <a:pt x="1110" y="370"/>
                    <a:pt x="1160" y="385"/>
                    <a:pt x="1203" y="423"/>
                  </a:cubicBezTo>
                  <a:cubicBezTo>
                    <a:pt x="1420" y="609"/>
                    <a:pt x="1010" y="985"/>
                    <a:pt x="909" y="1105"/>
                  </a:cubicBezTo>
                  <a:cubicBezTo>
                    <a:pt x="637" y="1432"/>
                    <a:pt x="363" y="1757"/>
                    <a:pt x="91" y="2083"/>
                  </a:cubicBezTo>
                  <a:cubicBezTo>
                    <a:pt x="0" y="2192"/>
                    <a:pt x="25" y="2372"/>
                    <a:pt x="179" y="2412"/>
                  </a:cubicBezTo>
                  <a:cubicBezTo>
                    <a:pt x="632" y="2528"/>
                    <a:pt x="1086" y="2587"/>
                    <a:pt x="1546" y="2587"/>
                  </a:cubicBezTo>
                  <a:cubicBezTo>
                    <a:pt x="1755" y="2587"/>
                    <a:pt x="1965" y="2574"/>
                    <a:pt x="2176" y="2550"/>
                  </a:cubicBezTo>
                  <a:cubicBezTo>
                    <a:pt x="2415" y="2522"/>
                    <a:pt x="2428" y="2155"/>
                    <a:pt x="2203" y="2155"/>
                  </a:cubicBezTo>
                  <a:cubicBezTo>
                    <a:pt x="2194" y="2155"/>
                    <a:pt x="2185" y="2155"/>
                    <a:pt x="2176" y="2156"/>
                  </a:cubicBezTo>
                  <a:cubicBezTo>
                    <a:pt x="1966" y="2181"/>
                    <a:pt x="1757" y="2193"/>
                    <a:pt x="1550" y="2193"/>
                  </a:cubicBezTo>
                  <a:cubicBezTo>
                    <a:pt x="1228" y="2193"/>
                    <a:pt x="910" y="2163"/>
                    <a:pt x="591" y="2102"/>
                  </a:cubicBezTo>
                  <a:lnTo>
                    <a:pt x="591" y="2102"/>
                  </a:lnTo>
                  <a:cubicBezTo>
                    <a:pt x="864" y="1777"/>
                    <a:pt x="1139" y="1453"/>
                    <a:pt x="1408" y="1126"/>
                  </a:cubicBezTo>
                  <a:cubicBezTo>
                    <a:pt x="1585" y="911"/>
                    <a:pt x="1778" y="670"/>
                    <a:pt x="1664" y="377"/>
                  </a:cubicBezTo>
                  <a:cubicBezTo>
                    <a:pt x="1556" y="100"/>
                    <a:pt x="1362" y="1"/>
                    <a:pt x="114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7"/>
            <p:cNvSpPr/>
            <p:nvPr/>
          </p:nvSpPr>
          <p:spPr>
            <a:xfrm>
              <a:off x="7552550" y="704150"/>
              <a:ext cx="70750" cy="10225"/>
            </a:xfrm>
            <a:custGeom>
              <a:rect b="b" l="l" r="r" t="t"/>
              <a:pathLst>
                <a:path extrusionOk="0" h="409" w="2830">
                  <a:moveTo>
                    <a:pt x="252" y="1"/>
                  </a:moveTo>
                  <a:cubicBezTo>
                    <a:pt x="0" y="1"/>
                    <a:pt x="1" y="393"/>
                    <a:pt x="254" y="394"/>
                  </a:cubicBezTo>
                  <a:cubicBezTo>
                    <a:pt x="1027" y="400"/>
                    <a:pt x="1801" y="403"/>
                    <a:pt x="2574" y="409"/>
                  </a:cubicBezTo>
                  <a:cubicBezTo>
                    <a:pt x="2575" y="409"/>
                    <a:pt x="2575" y="409"/>
                    <a:pt x="2576" y="409"/>
                  </a:cubicBezTo>
                  <a:cubicBezTo>
                    <a:pt x="2829" y="409"/>
                    <a:pt x="2829" y="16"/>
                    <a:pt x="2574" y="15"/>
                  </a:cubicBezTo>
                  <a:cubicBezTo>
                    <a:pt x="1801" y="9"/>
                    <a:pt x="1027" y="6"/>
                    <a:pt x="254" y="1"/>
                  </a:cubicBezTo>
                  <a:cubicBezTo>
                    <a:pt x="253" y="1"/>
                    <a:pt x="253" y="1"/>
                    <a:pt x="25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7"/>
            <p:cNvSpPr/>
            <p:nvPr/>
          </p:nvSpPr>
          <p:spPr>
            <a:xfrm>
              <a:off x="7694450" y="671650"/>
              <a:ext cx="78075" cy="76200"/>
            </a:xfrm>
            <a:custGeom>
              <a:rect b="b" l="l" r="r" t="t"/>
              <a:pathLst>
                <a:path extrusionOk="0" h="3048" w="3123">
                  <a:moveTo>
                    <a:pt x="1835" y="1"/>
                  </a:moveTo>
                  <a:cubicBezTo>
                    <a:pt x="1776" y="1"/>
                    <a:pt x="1718" y="30"/>
                    <a:pt x="1682" y="100"/>
                  </a:cubicBezTo>
                  <a:cubicBezTo>
                    <a:pt x="1237" y="963"/>
                    <a:pt x="709" y="1763"/>
                    <a:pt x="83" y="2503"/>
                  </a:cubicBezTo>
                  <a:cubicBezTo>
                    <a:pt x="0" y="2603"/>
                    <a:pt x="10" y="2805"/>
                    <a:pt x="171" y="2832"/>
                  </a:cubicBezTo>
                  <a:cubicBezTo>
                    <a:pt x="1032" y="2975"/>
                    <a:pt x="1895" y="3048"/>
                    <a:pt x="2769" y="3048"/>
                  </a:cubicBezTo>
                  <a:cubicBezTo>
                    <a:pt x="2802" y="3048"/>
                    <a:pt x="2835" y="3047"/>
                    <a:pt x="2868" y="3047"/>
                  </a:cubicBezTo>
                  <a:cubicBezTo>
                    <a:pt x="3122" y="3046"/>
                    <a:pt x="3123" y="2654"/>
                    <a:pt x="2869" y="2654"/>
                  </a:cubicBezTo>
                  <a:cubicBezTo>
                    <a:pt x="2869" y="2654"/>
                    <a:pt x="2868" y="2654"/>
                    <a:pt x="2868" y="2654"/>
                  </a:cubicBezTo>
                  <a:cubicBezTo>
                    <a:pt x="2832" y="2654"/>
                    <a:pt x="2797" y="2654"/>
                    <a:pt x="2762" y="2654"/>
                  </a:cubicBezTo>
                  <a:cubicBezTo>
                    <a:pt x="2036" y="2654"/>
                    <a:pt x="1313" y="2605"/>
                    <a:pt x="595" y="2502"/>
                  </a:cubicBezTo>
                  <a:lnTo>
                    <a:pt x="595" y="2502"/>
                  </a:lnTo>
                  <a:cubicBezTo>
                    <a:pt x="1144" y="1816"/>
                    <a:pt x="1620" y="1083"/>
                    <a:pt x="2023" y="299"/>
                  </a:cubicBezTo>
                  <a:cubicBezTo>
                    <a:pt x="2102" y="144"/>
                    <a:pt x="1965" y="1"/>
                    <a:pt x="183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7"/>
            <p:cNvSpPr/>
            <p:nvPr/>
          </p:nvSpPr>
          <p:spPr>
            <a:xfrm>
              <a:off x="7751375" y="684725"/>
              <a:ext cx="16325" cy="92475"/>
            </a:xfrm>
            <a:custGeom>
              <a:rect b="b" l="l" r="r" t="t"/>
              <a:pathLst>
                <a:path extrusionOk="0" h="3699" w="653">
                  <a:moveTo>
                    <a:pt x="411" y="1"/>
                  </a:moveTo>
                  <a:cubicBezTo>
                    <a:pt x="335" y="1"/>
                    <a:pt x="265" y="43"/>
                    <a:pt x="250" y="142"/>
                  </a:cubicBezTo>
                  <a:cubicBezTo>
                    <a:pt x="67" y="1259"/>
                    <a:pt x="1" y="2378"/>
                    <a:pt x="55" y="3508"/>
                  </a:cubicBezTo>
                  <a:cubicBezTo>
                    <a:pt x="62" y="3635"/>
                    <a:pt x="164" y="3698"/>
                    <a:pt x="262" y="3698"/>
                  </a:cubicBezTo>
                  <a:cubicBezTo>
                    <a:pt x="361" y="3698"/>
                    <a:pt x="456" y="3635"/>
                    <a:pt x="450" y="3508"/>
                  </a:cubicBezTo>
                  <a:cubicBezTo>
                    <a:pt x="396" y="2413"/>
                    <a:pt x="453" y="1330"/>
                    <a:pt x="629" y="247"/>
                  </a:cubicBezTo>
                  <a:cubicBezTo>
                    <a:pt x="653" y="98"/>
                    <a:pt x="525" y="1"/>
                    <a:pt x="41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7"/>
            <p:cNvSpPr/>
            <p:nvPr/>
          </p:nvSpPr>
          <p:spPr>
            <a:xfrm>
              <a:off x="7803425" y="689375"/>
              <a:ext cx="52400" cy="70875"/>
            </a:xfrm>
            <a:custGeom>
              <a:rect b="b" l="l" r="r" t="t"/>
              <a:pathLst>
                <a:path extrusionOk="0" h="2835" w="2096">
                  <a:moveTo>
                    <a:pt x="1812" y="1"/>
                  </a:moveTo>
                  <a:cubicBezTo>
                    <a:pt x="1752" y="1"/>
                    <a:pt x="1691" y="25"/>
                    <a:pt x="1647" y="84"/>
                  </a:cubicBezTo>
                  <a:cubicBezTo>
                    <a:pt x="1053" y="855"/>
                    <a:pt x="532" y="1673"/>
                    <a:pt x="81" y="2537"/>
                  </a:cubicBezTo>
                  <a:cubicBezTo>
                    <a:pt x="1" y="2691"/>
                    <a:pt x="137" y="2834"/>
                    <a:pt x="267" y="2834"/>
                  </a:cubicBezTo>
                  <a:cubicBezTo>
                    <a:pt x="326" y="2834"/>
                    <a:pt x="384" y="2805"/>
                    <a:pt x="420" y="2735"/>
                  </a:cubicBezTo>
                  <a:cubicBezTo>
                    <a:pt x="869" y="1872"/>
                    <a:pt x="1392" y="1056"/>
                    <a:pt x="1986" y="283"/>
                  </a:cubicBezTo>
                  <a:cubicBezTo>
                    <a:pt x="2095" y="141"/>
                    <a:pt x="1957" y="1"/>
                    <a:pt x="181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7"/>
            <p:cNvSpPr/>
            <p:nvPr/>
          </p:nvSpPr>
          <p:spPr>
            <a:xfrm>
              <a:off x="7842350" y="695925"/>
              <a:ext cx="36100" cy="82225"/>
            </a:xfrm>
            <a:custGeom>
              <a:rect b="b" l="l" r="r" t="t"/>
              <a:pathLst>
                <a:path extrusionOk="0" h="3289" w="1444">
                  <a:moveTo>
                    <a:pt x="265" y="0"/>
                  </a:moveTo>
                  <a:cubicBezTo>
                    <a:pt x="139" y="0"/>
                    <a:pt x="1" y="144"/>
                    <a:pt x="70" y="301"/>
                  </a:cubicBezTo>
                  <a:cubicBezTo>
                    <a:pt x="476" y="1222"/>
                    <a:pt x="793" y="2169"/>
                    <a:pt x="1029" y="3148"/>
                  </a:cubicBezTo>
                  <a:cubicBezTo>
                    <a:pt x="1052" y="3246"/>
                    <a:pt x="1126" y="3289"/>
                    <a:pt x="1203" y="3289"/>
                  </a:cubicBezTo>
                  <a:cubicBezTo>
                    <a:pt x="1320" y="3289"/>
                    <a:pt x="1443" y="3192"/>
                    <a:pt x="1408" y="3042"/>
                  </a:cubicBezTo>
                  <a:cubicBezTo>
                    <a:pt x="1165" y="2029"/>
                    <a:pt x="830" y="1054"/>
                    <a:pt x="409" y="102"/>
                  </a:cubicBezTo>
                  <a:cubicBezTo>
                    <a:pt x="377" y="30"/>
                    <a:pt x="322" y="0"/>
                    <a:pt x="26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7"/>
            <p:cNvSpPr/>
            <p:nvPr/>
          </p:nvSpPr>
          <p:spPr>
            <a:xfrm>
              <a:off x="7805250" y="734675"/>
              <a:ext cx="66625" cy="10150"/>
            </a:xfrm>
            <a:custGeom>
              <a:rect b="b" l="l" r="r" t="t"/>
              <a:pathLst>
                <a:path extrusionOk="0" h="406" w="2665">
                  <a:moveTo>
                    <a:pt x="251" y="1"/>
                  </a:moveTo>
                  <a:cubicBezTo>
                    <a:pt x="0" y="1"/>
                    <a:pt x="1" y="395"/>
                    <a:pt x="254" y="395"/>
                  </a:cubicBezTo>
                  <a:cubicBezTo>
                    <a:pt x="974" y="397"/>
                    <a:pt x="1691" y="403"/>
                    <a:pt x="2411" y="406"/>
                  </a:cubicBezTo>
                  <a:cubicBezTo>
                    <a:pt x="2412" y="406"/>
                    <a:pt x="2412" y="406"/>
                    <a:pt x="2413" y="406"/>
                  </a:cubicBezTo>
                  <a:cubicBezTo>
                    <a:pt x="2665" y="406"/>
                    <a:pt x="2664" y="14"/>
                    <a:pt x="2411" y="12"/>
                  </a:cubicBezTo>
                  <a:cubicBezTo>
                    <a:pt x="1691" y="9"/>
                    <a:pt x="974" y="4"/>
                    <a:pt x="254" y="1"/>
                  </a:cubicBezTo>
                  <a:cubicBezTo>
                    <a:pt x="253" y="1"/>
                    <a:pt x="252" y="1"/>
                    <a:pt x="2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7"/>
            <p:cNvSpPr/>
            <p:nvPr/>
          </p:nvSpPr>
          <p:spPr>
            <a:xfrm>
              <a:off x="7899700" y="687400"/>
              <a:ext cx="68350" cy="75850"/>
            </a:xfrm>
            <a:custGeom>
              <a:rect b="b" l="l" r="r" t="t"/>
              <a:pathLst>
                <a:path extrusionOk="0" h="3034" w="2734">
                  <a:moveTo>
                    <a:pt x="1675" y="1"/>
                  </a:moveTo>
                  <a:cubicBezTo>
                    <a:pt x="836" y="1"/>
                    <a:pt x="49" y="506"/>
                    <a:pt x="23" y="1487"/>
                  </a:cubicBezTo>
                  <a:cubicBezTo>
                    <a:pt x="0" y="2412"/>
                    <a:pt x="752" y="3033"/>
                    <a:pt x="1569" y="3033"/>
                  </a:cubicBezTo>
                  <a:cubicBezTo>
                    <a:pt x="1818" y="3033"/>
                    <a:pt x="2074" y="2975"/>
                    <a:pt x="2315" y="2851"/>
                  </a:cubicBezTo>
                  <a:cubicBezTo>
                    <a:pt x="2509" y="2750"/>
                    <a:pt x="2390" y="2486"/>
                    <a:pt x="2210" y="2486"/>
                  </a:cubicBezTo>
                  <a:cubicBezTo>
                    <a:pt x="2180" y="2486"/>
                    <a:pt x="2148" y="2494"/>
                    <a:pt x="2116" y="2510"/>
                  </a:cubicBezTo>
                  <a:cubicBezTo>
                    <a:pt x="1937" y="2603"/>
                    <a:pt x="1747" y="2646"/>
                    <a:pt x="1562" y="2646"/>
                  </a:cubicBezTo>
                  <a:cubicBezTo>
                    <a:pt x="951" y="2646"/>
                    <a:pt x="390" y="2179"/>
                    <a:pt x="417" y="1487"/>
                  </a:cubicBezTo>
                  <a:cubicBezTo>
                    <a:pt x="444" y="751"/>
                    <a:pt x="1040" y="382"/>
                    <a:pt x="1673" y="382"/>
                  </a:cubicBezTo>
                  <a:cubicBezTo>
                    <a:pt x="1896" y="382"/>
                    <a:pt x="2124" y="428"/>
                    <a:pt x="2334" y="520"/>
                  </a:cubicBezTo>
                  <a:cubicBezTo>
                    <a:pt x="2363" y="533"/>
                    <a:pt x="2392" y="539"/>
                    <a:pt x="2419" y="539"/>
                  </a:cubicBezTo>
                  <a:cubicBezTo>
                    <a:pt x="2607" y="539"/>
                    <a:pt x="2733" y="270"/>
                    <a:pt x="2531" y="181"/>
                  </a:cubicBezTo>
                  <a:cubicBezTo>
                    <a:pt x="2259" y="61"/>
                    <a:pt x="1964" y="1"/>
                    <a:pt x="167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7"/>
            <p:cNvSpPr/>
            <p:nvPr/>
          </p:nvSpPr>
          <p:spPr>
            <a:xfrm>
              <a:off x="6352925" y="978375"/>
              <a:ext cx="59175" cy="13675"/>
            </a:xfrm>
            <a:custGeom>
              <a:rect b="b" l="l" r="r" t="t"/>
              <a:pathLst>
                <a:path extrusionOk="0" h="547" w="2367">
                  <a:moveTo>
                    <a:pt x="884" y="0"/>
                  </a:moveTo>
                  <a:cubicBezTo>
                    <a:pt x="675" y="0"/>
                    <a:pt x="465" y="14"/>
                    <a:pt x="254" y="40"/>
                  </a:cubicBezTo>
                  <a:cubicBezTo>
                    <a:pt x="13" y="72"/>
                    <a:pt x="1" y="436"/>
                    <a:pt x="223" y="436"/>
                  </a:cubicBezTo>
                  <a:cubicBezTo>
                    <a:pt x="233" y="436"/>
                    <a:pt x="242" y="435"/>
                    <a:pt x="252" y="434"/>
                  </a:cubicBezTo>
                  <a:cubicBezTo>
                    <a:pt x="461" y="407"/>
                    <a:pt x="669" y="394"/>
                    <a:pt x="875" y="394"/>
                  </a:cubicBezTo>
                  <a:cubicBezTo>
                    <a:pt x="1263" y="394"/>
                    <a:pt x="1648" y="442"/>
                    <a:pt x="2035" y="540"/>
                  </a:cubicBezTo>
                  <a:cubicBezTo>
                    <a:pt x="2053" y="545"/>
                    <a:pt x="2071" y="547"/>
                    <a:pt x="2088" y="547"/>
                  </a:cubicBezTo>
                  <a:cubicBezTo>
                    <a:pt x="2293" y="547"/>
                    <a:pt x="2367" y="219"/>
                    <a:pt x="2140" y="160"/>
                  </a:cubicBezTo>
                  <a:cubicBezTo>
                    <a:pt x="1723" y="54"/>
                    <a:pt x="1305" y="0"/>
                    <a:pt x="88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7"/>
            <p:cNvSpPr/>
            <p:nvPr/>
          </p:nvSpPr>
          <p:spPr>
            <a:xfrm>
              <a:off x="6352600" y="1016275"/>
              <a:ext cx="49975" cy="10100"/>
            </a:xfrm>
            <a:custGeom>
              <a:rect b="b" l="l" r="r" t="t"/>
              <a:pathLst>
                <a:path extrusionOk="0" h="404" w="1999">
                  <a:moveTo>
                    <a:pt x="251" y="0"/>
                  </a:moveTo>
                  <a:cubicBezTo>
                    <a:pt x="0" y="0"/>
                    <a:pt x="1" y="392"/>
                    <a:pt x="252" y="394"/>
                  </a:cubicBezTo>
                  <a:cubicBezTo>
                    <a:pt x="751" y="398"/>
                    <a:pt x="1247" y="400"/>
                    <a:pt x="1745" y="404"/>
                  </a:cubicBezTo>
                  <a:cubicBezTo>
                    <a:pt x="1746" y="404"/>
                    <a:pt x="1746" y="404"/>
                    <a:pt x="1747" y="404"/>
                  </a:cubicBezTo>
                  <a:cubicBezTo>
                    <a:pt x="1999" y="404"/>
                    <a:pt x="1998" y="12"/>
                    <a:pt x="1745" y="10"/>
                  </a:cubicBezTo>
                  <a:cubicBezTo>
                    <a:pt x="1247" y="6"/>
                    <a:pt x="751" y="4"/>
                    <a:pt x="252" y="0"/>
                  </a:cubicBezTo>
                  <a:cubicBezTo>
                    <a:pt x="252" y="0"/>
                    <a:pt x="251" y="0"/>
                    <a:pt x="25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7"/>
            <p:cNvSpPr/>
            <p:nvPr/>
          </p:nvSpPr>
          <p:spPr>
            <a:xfrm>
              <a:off x="6570625" y="953800"/>
              <a:ext cx="68625" cy="13950"/>
            </a:xfrm>
            <a:custGeom>
              <a:rect b="b" l="l" r="r" t="t"/>
              <a:pathLst>
                <a:path extrusionOk="0" h="558" w="2745">
                  <a:moveTo>
                    <a:pt x="238" y="0"/>
                  </a:moveTo>
                  <a:cubicBezTo>
                    <a:pt x="1" y="0"/>
                    <a:pt x="8" y="378"/>
                    <a:pt x="255" y="395"/>
                  </a:cubicBezTo>
                  <a:cubicBezTo>
                    <a:pt x="1001" y="449"/>
                    <a:pt x="1745" y="502"/>
                    <a:pt x="2491" y="557"/>
                  </a:cubicBezTo>
                  <a:cubicBezTo>
                    <a:pt x="2497" y="557"/>
                    <a:pt x="2502" y="557"/>
                    <a:pt x="2507" y="557"/>
                  </a:cubicBezTo>
                  <a:cubicBezTo>
                    <a:pt x="2744" y="557"/>
                    <a:pt x="2739" y="180"/>
                    <a:pt x="2491" y="163"/>
                  </a:cubicBezTo>
                  <a:cubicBezTo>
                    <a:pt x="1745" y="108"/>
                    <a:pt x="1001" y="55"/>
                    <a:pt x="255" y="1"/>
                  </a:cubicBezTo>
                  <a:cubicBezTo>
                    <a:pt x="249" y="1"/>
                    <a:pt x="244" y="0"/>
                    <a:pt x="23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7"/>
            <p:cNvSpPr/>
            <p:nvPr/>
          </p:nvSpPr>
          <p:spPr>
            <a:xfrm>
              <a:off x="6708525" y="923850"/>
              <a:ext cx="67725" cy="77450"/>
            </a:xfrm>
            <a:custGeom>
              <a:rect b="b" l="l" r="r" t="t"/>
              <a:pathLst>
                <a:path extrusionOk="0" h="3098" w="2709">
                  <a:moveTo>
                    <a:pt x="1239" y="0"/>
                  </a:moveTo>
                  <a:cubicBezTo>
                    <a:pt x="1163" y="0"/>
                    <a:pt x="1087" y="1"/>
                    <a:pt x="1011" y="2"/>
                  </a:cubicBezTo>
                  <a:cubicBezTo>
                    <a:pt x="787" y="8"/>
                    <a:pt x="573" y="14"/>
                    <a:pt x="388" y="160"/>
                  </a:cubicBezTo>
                  <a:cubicBezTo>
                    <a:pt x="0" y="469"/>
                    <a:pt x="86" y="1049"/>
                    <a:pt x="188" y="1470"/>
                  </a:cubicBezTo>
                  <a:cubicBezTo>
                    <a:pt x="203" y="1534"/>
                    <a:pt x="261" y="1591"/>
                    <a:pt x="325" y="1607"/>
                  </a:cubicBezTo>
                  <a:cubicBezTo>
                    <a:pt x="683" y="1692"/>
                    <a:pt x="1034" y="1646"/>
                    <a:pt x="1397" y="1672"/>
                  </a:cubicBezTo>
                  <a:cubicBezTo>
                    <a:pt x="1824" y="1704"/>
                    <a:pt x="2069" y="2078"/>
                    <a:pt x="1745" y="2416"/>
                  </a:cubicBezTo>
                  <a:cubicBezTo>
                    <a:pt x="1485" y="2688"/>
                    <a:pt x="1067" y="2689"/>
                    <a:pt x="714" y="2704"/>
                  </a:cubicBezTo>
                  <a:cubicBezTo>
                    <a:pt x="464" y="2714"/>
                    <a:pt x="460" y="3097"/>
                    <a:pt x="705" y="3097"/>
                  </a:cubicBezTo>
                  <a:cubicBezTo>
                    <a:pt x="708" y="3097"/>
                    <a:pt x="711" y="3097"/>
                    <a:pt x="714" y="3097"/>
                  </a:cubicBezTo>
                  <a:cubicBezTo>
                    <a:pt x="1254" y="3079"/>
                    <a:pt x="1880" y="3021"/>
                    <a:pt x="2190" y="2509"/>
                  </a:cubicBezTo>
                  <a:cubicBezTo>
                    <a:pt x="2398" y="2167"/>
                    <a:pt x="2368" y="1709"/>
                    <a:pt x="2033" y="1461"/>
                  </a:cubicBezTo>
                  <a:cubicBezTo>
                    <a:pt x="1865" y="1337"/>
                    <a:pt x="1664" y="1298"/>
                    <a:pt x="1463" y="1279"/>
                  </a:cubicBezTo>
                  <a:cubicBezTo>
                    <a:pt x="1446" y="1278"/>
                    <a:pt x="1427" y="1277"/>
                    <a:pt x="1407" y="1277"/>
                  </a:cubicBezTo>
                  <a:cubicBezTo>
                    <a:pt x="1265" y="1277"/>
                    <a:pt x="1063" y="1309"/>
                    <a:pt x="890" y="1309"/>
                  </a:cubicBezTo>
                  <a:cubicBezTo>
                    <a:pt x="792" y="1309"/>
                    <a:pt x="702" y="1299"/>
                    <a:pt x="639" y="1266"/>
                  </a:cubicBezTo>
                  <a:cubicBezTo>
                    <a:pt x="494" y="1192"/>
                    <a:pt x="482" y="1052"/>
                    <a:pt x="494" y="874"/>
                  </a:cubicBezTo>
                  <a:cubicBezTo>
                    <a:pt x="513" y="552"/>
                    <a:pt x="723" y="446"/>
                    <a:pt x="1009" y="392"/>
                  </a:cubicBezTo>
                  <a:cubicBezTo>
                    <a:pt x="1135" y="368"/>
                    <a:pt x="1271" y="360"/>
                    <a:pt x="1411" y="360"/>
                  </a:cubicBezTo>
                  <a:cubicBezTo>
                    <a:pt x="1761" y="360"/>
                    <a:pt x="2138" y="412"/>
                    <a:pt x="2455" y="417"/>
                  </a:cubicBezTo>
                  <a:cubicBezTo>
                    <a:pt x="2457" y="418"/>
                    <a:pt x="2460" y="418"/>
                    <a:pt x="2462" y="418"/>
                  </a:cubicBezTo>
                  <a:cubicBezTo>
                    <a:pt x="2709" y="418"/>
                    <a:pt x="2706" y="31"/>
                    <a:pt x="2457" y="28"/>
                  </a:cubicBezTo>
                  <a:cubicBezTo>
                    <a:pt x="2053" y="20"/>
                    <a:pt x="1645" y="0"/>
                    <a:pt x="123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7"/>
            <p:cNvSpPr/>
            <p:nvPr/>
          </p:nvSpPr>
          <p:spPr>
            <a:xfrm>
              <a:off x="6854875" y="928050"/>
              <a:ext cx="14100" cy="71825"/>
            </a:xfrm>
            <a:custGeom>
              <a:rect b="b" l="l" r="r" t="t"/>
              <a:pathLst>
                <a:path extrusionOk="0" h="2873" w="564">
                  <a:moveTo>
                    <a:pt x="244" y="0"/>
                  </a:moveTo>
                  <a:cubicBezTo>
                    <a:pt x="130" y="0"/>
                    <a:pt x="1" y="99"/>
                    <a:pt x="23" y="248"/>
                  </a:cubicBezTo>
                  <a:cubicBezTo>
                    <a:pt x="140" y="1057"/>
                    <a:pt x="167" y="1867"/>
                    <a:pt x="116" y="2683"/>
                  </a:cubicBezTo>
                  <a:cubicBezTo>
                    <a:pt x="107" y="2809"/>
                    <a:pt x="201" y="2872"/>
                    <a:pt x="300" y="2872"/>
                  </a:cubicBezTo>
                  <a:cubicBezTo>
                    <a:pt x="398" y="2872"/>
                    <a:pt x="501" y="2809"/>
                    <a:pt x="509" y="2683"/>
                  </a:cubicBezTo>
                  <a:cubicBezTo>
                    <a:pt x="564" y="1830"/>
                    <a:pt x="525" y="988"/>
                    <a:pt x="403" y="142"/>
                  </a:cubicBezTo>
                  <a:cubicBezTo>
                    <a:pt x="389" y="43"/>
                    <a:pt x="320" y="0"/>
                    <a:pt x="2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7"/>
            <p:cNvSpPr/>
            <p:nvPr/>
          </p:nvSpPr>
          <p:spPr>
            <a:xfrm>
              <a:off x="6841075" y="962200"/>
              <a:ext cx="62475" cy="10175"/>
            </a:xfrm>
            <a:custGeom>
              <a:rect b="b" l="l" r="r" t="t"/>
              <a:pathLst>
                <a:path extrusionOk="0" h="407" w="2499">
                  <a:moveTo>
                    <a:pt x="252" y="0"/>
                  </a:moveTo>
                  <a:cubicBezTo>
                    <a:pt x="0" y="0"/>
                    <a:pt x="1" y="392"/>
                    <a:pt x="254" y="394"/>
                  </a:cubicBezTo>
                  <a:cubicBezTo>
                    <a:pt x="918" y="398"/>
                    <a:pt x="1579" y="401"/>
                    <a:pt x="2244" y="407"/>
                  </a:cubicBezTo>
                  <a:cubicBezTo>
                    <a:pt x="2244" y="407"/>
                    <a:pt x="2245" y="407"/>
                    <a:pt x="2245" y="407"/>
                  </a:cubicBezTo>
                  <a:cubicBezTo>
                    <a:pt x="2498" y="407"/>
                    <a:pt x="2498" y="14"/>
                    <a:pt x="2244" y="13"/>
                  </a:cubicBezTo>
                  <a:cubicBezTo>
                    <a:pt x="1579" y="9"/>
                    <a:pt x="918" y="6"/>
                    <a:pt x="254" y="0"/>
                  </a:cubicBezTo>
                  <a:cubicBezTo>
                    <a:pt x="253" y="0"/>
                    <a:pt x="253" y="0"/>
                    <a:pt x="25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7"/>
            <p:cNvSpPr/>
            <p:nvPr/>
          </p:nvSpPr>
          <p:spPr>
            <a:xfrm>
              <a:off x="7012150" y="879300"/>
              <a:ext cx="986200" cy="176925"/>
            </a:xfrm>
            <a:custGeom>
              <a:rect b="b" l="l" r="r" t="t"/>
              <a:pathLst>
                <a:path extrusionOk="0" h="7077" w="39448">
                  <a:moveTo>
                    <a:pt x="39205" y="0"/>
                  </a:moveTo>
                  <a:cubicBezTo>
                    <a:pt x="39201" y="0"/>
                    <a:pt x="39197" y="0"/>
                    <a:pt x="39193" y="1"/>
                  </a:cubicBezTo>
                  <a:cubicBezTo>
                    <a:pt x="29294" y="450"/>
                    <a:pt x="19386" y="674"/>
                    <a:pt x="9476" y="674"/>
                  </a:cubicBezTo>
                  <a:cubicBezTo>
                    <a:pt x="7411" y="674"/>
                    <a:pt x="5345" y="664"/>
                    <a:pt x="3280" y="645"/>
                  </a:cubicBezTo>
                  <a:cubicBezTo>
                    <a:pt x="3279" y="645"/>
                    <a:pt x="3278" y="645"/>
                    <a:pt x="3277" y="645"/>
                  </a:cubicBezTo>
                  <a:cubicBezTo>
                    <a:pt x="3168" y="645"/>
                    <a:pt x="3087" y="737"/>
                    <a:pt x="3082" y="841"/>
                  </a:cubicBezTo>
                  <a:cubicBezTo>
                    <a:pt x="3028" y="2666"/>
                    <a:pt x="2972" y="4492"/>
                    <a:pt x="2915" y="6316"/>
                  </a:cubicBezTo>
                  <a:lnTo>
                    <a:pt x="2915" y="6316"/>
                  </a:lnTo>
                  <a:cubicBezTo>
                    <a:pt x="2010" y="5078"/>
                    <a:pt x="1181" y="3794"/>
                    <a:pt x="425" y="2457"/>
                  </a:cubicBezTo>
                  <a:cubicBezTo>
                    <a:pt x="387" y="2389"/>
                    <a:pt x="329" y="2361"/>
                    <a:pt x="270" y="2361"/>
                  </a:cubicBezTo>
                  <a:cubicBezTo>
                    <a:pt x="137" y="2361"/>
                    <a:pt x="0" y="2504"/>
                    <a:pt x="88" y="2656"/>
                  </a:cubicBezTo>
                  <a:cubicBezTo>
                    <a:pt x="941" y="4162"/>
                    <a:pt x="1886" y="5604"/>
                    <a:pt x="2928" y="6987"/>
                  </a:cubicBezTo>
                  <a:cubicBezTo>
                    <a:pt x="2973" y="7047"/>
                    <a:pt x="3040" y="7076"/>
                    <a:pt x="3104" y="7076"/>
                  </a:cubicBezTo>
                  <a:cubicBezTo>
                    <a:pt x="3200" y="7076"/>
                    <a:pt x="3291" y="7011"/>
                    <a:pt x="3294" y="6886"/>
                  </a:cubicBezTo>
                  <a:cubicBezTo>
                    <a:pt x="3321" y="6004"/>
                    <a:pt x="3347" y="5121"/>
                    <a:pt x="3374" y="4241"/>
                  </a:cubicBezTo>
                  <a:cubicBezTo>
                    <a:pt x="3400" y="3408"/>
                    <a:pt x="3280" y="2404"/>
                    <a:pt x="3454" y="1597"/>
                  </a:cubicBezTo>
                  <a:cubicBezTo>
                    <a:pt x="3566" y="1087"/>
                    <a:pt x="3459" y="1117"/>
                    <a:pt x="4061" y="1046"/>
                  </a:cubicBezTo>
                  <a:cubicBezTo>
                    <a:pt x="4171" y="1033"/>
                    <a:pt x="4287" y="1028"/>
                    <a:pt x="4405" y="1028"/>
                  </a:cubicBezTo>
                  <a:cubicBezTo>
                    <a:pt x="4682" y="1028"/>
                    <a:pt x="4974" y="1053"/>
                    <a:pt x="5234" y="1054"/>
                  </a:cubicBezTo>
                  <a:cubicBezTo>
                    <a:pt x="6144" y="1060"/>
                    <a:pt x="7055" y="1066"/>
                    <a:pt x="7967" y="1067"/>
                  </a:cubicBezTo>
                  <a:cubicBezTo>
                    <a:pt x="8490" y="1068"/>
                    <a:pt x="9014" y="1069"/>
                    <a:pt x="9537" y="1069"/>
                  </a:cubicBezTo>
                  <a:cubicBezTo>
                    <a:pt x="12463" y="1069"/>
                    <a:pt x="15387" y="1049"/>
                    <a:pt x="18312" y="1011"/>
                  </a:cubicBezTo>
                  <a:cubicBezTo>
                    <a:pt x="25275" y="918"/>
                    <a:pt x="32235" y="711"/>
                    <a:pt x="39193" y="394"/>
                  </a:cubicBezTo>
                  <a:cubicBezTo>
                    <a:pt x="39442" y="383"/>
                    <a:pt x="39447" y="0"/>
                    <a:pt x="3920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7"/>
            <p:cNvSpPr/>
            <p:nvPr/>
          </p:nvSpPr>
          <p:spPr>
            <a:xfrm>
              <a:off x="7183300" y="942250"/>
              <a:ext cx="46350" cy="75600"/>
            </a:xfrm>
            <a:custGeom>
              <a:rect b="b" l="l" r="r" t="t"/>
              <a:pathLst>
                <a:path extrusionOk="0" h="3024" w="1854">
                  <a:moveTo>
                    <a:pt x="491" y="1"/>
                  </a:moveTo>
                  <a:cubicBezTo>
                    <a:pt x="412" y="1"/>
                    <a:pt x="333" y="6"/>
                    <a:pt x="252" y="16"/>
                  </a:cubicBezTo>
                  <a:cubicBezTo>
                    <a:pt x="14" y="47"/>
                    <a:pt x="0" y="412"/>
                    <a:pt x="224" y="412"/>
                  </a:cubicBezTo>
                  <a:cubicBezTo>
                    <a:pt x="233" y="412"/>
                    <a:pt x="242" y="411"/>
                    <a:pt x="252" y="410"/>
                  </a:cubicBezTo>
                  <a:cubicBezTo>
                    <a:pt x="329" y="400"/>
                    <a:pt x="403" y="395"/>
                    <a:pt x="476" y="395"/>
                  </a:cubicBezTo>
                  <a:cubicBezTo>
                    <a:pt x="805" y="395"/>
                    <a:pt x="1090" y="499"/>
                    <a:pt x="1343" y="718"/>
                  </a:cubicBezTo>
                  <a:lnTo>
                    <a:pt x="1343" y="718"/>
                  </a:lnTo>
                  <a:cubicBezTo>
                    <a:pt x="1053" y="1057"/>
                    <a:pt x="740" y="1367"/>
                    <a:pt x="393" y="1650"/>
                  </a:cubicBezTo>
                  <a:cubicBezTo>
                    <a:pt x="261" y="1760"/>
                    <a:pt x="374" y="1990"/>
                    <a:pt x="528" y="1990"/>
                  </a:cubicBezTo>
                  <a:cubicBezTo>
                    <a:pt x="546" y="1990"/>
                    <a:pt x="566" y="1987"/>
                    <a:pt x="585" y="1979"/>
                  </a:cubicBezTo>
                  <a:cubicBezTo>
                    <a:pt x="673" y="1943"/>
                    <a:pt x="763" y="1913"/>
                    <a:pt x="853" y="1887"/>
                  </a:cubicBezTo>
                  <a:cubicBezTo>
                    <a:pt x="922" y="1859"/>
                    <a:pt x="983" y="1844"/>
                    <a:pt x="1036" y="1844"/>
                  </a:cubicBezTo>
                  <a:cubicBezTo>
                    <a:pt x="1221" y="1844"/>
                    <a:pt x="1309" y="2022"/>
                    <a:pt x="1301" y="2378"/>
                  </a:cubicBezTo>
                  <a:cubicBezTo>
                    <a:pt x="1164" y="2596"/>
                    <a:pt x="717" y="2609"/>
                    <a:pt x="499" y="2629"/>
                  </a:cubicBezTo>
                  <a:cubicBezTo>
                    <a:pt x="256" y="2650"/>
                    <a:pt x="246" y="3024"/>
                    <a:pt x="479" y="3024"/>
                  </a:cubicBezTo>
                  <a:cubicBezTo>
                    <a:pt x="485" y="3024"/>
                    <a:pt x="492" y="3023"/>
                    <a:pt x="499" y="3023"/>
                  </a:cubicBezTo>
                  <a:cubicBezTo>
                    <a:pt x="1058" y="2973"/>
                    <a:pt x="1854" y="2781"/>
                    <a:pt x="1816" y="2058"/>
                  </a:cubicBezTo>
                  <a:cubicBezTo>
                    <a:pt x="1794" y="1640"/>
                    <a:pt x="1504" y="1493"/>
                    <a:pt x="1172" y="1478"/>
                  </a:cubicBezTo>
                  <a:lnTo>
                    <a:pt x="1172" y="1478"/>
                  </a:lnTo>
                  <a:cubicBezTo>
                    <a:pt x="1376" y="1278"/>
                    <a:pt x="1568" y="1067"/>
                    <a:pt x="1749" y="842"/>
                  </a:cubicBezTo>
                  <a:cubicBezTo>
                    <a:pt x="1818" y="757"/>
                    <a:pt x="1828" y="649"/>
                    <a:pt x="1749" y="563"/>
                  </a:cubicBezTo>
                  <a:cubicBezTo>
                    <a:pt x="1410" y="199"/>
                    <a:pt x="974" y="1"/>
                    <a:pt x="49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7"/>
            <p:cNvSpPr/>
            <p:nvPr/>
          </p:nvSpPr>
          <p:spPr>
            <a:xfrm>
              <a:off x="7255125" y="924825"/>
              <a:ext cx="46250" cy="50425"/>
            </a:xfrm>
            <a:custGeom>
              <a:rect b="b" l="l" r="r" t="t"/>
              <a:pathLst>
                <a:path extrusionOk="0" h="2017" w="1850">
                  <a:moveTo>
                    <a:pt x="953" y="0"/>
                  </a:moveTo>
                  <a:cubicBezTo>
                    <a:pt x="682" y="0"/>
                    <a:pt x="373" y="141"/>
                    <a:pt x="170" y="283"/>
                  </a:cubicBezTo>
                  <a:cubicBezTo>
                    <a:pt x="0" y="401"/>
                    <a:pt x="106" y="656"/>
                    <a:pt x="266" y="656"/>
                  </a:cubicBezTo>
                  <a:cubicBezTo>
                    <a:pt x="299" y="656"/>
                    <a:pt x="334" y="645"/>
                    <a:pt x="369" y="620"/>
                  </a:cubicBezTo>
                  <a:cubicBezTo>
                    <a:pt x="504" y="526"/>
                    <a:pt x="676" y="401"/>
                    <a:pt x="846" y="386"/>
                  </a:cubicBezTo>
                  <a:cubicBezTo>
                    <a:pt x="860" y="384"/>
                    <a:pt x="874" y="384"/>
                    <a:pt x="887" y="384"/>
                  </a:cubicBezTo>
                  <a:cubicBezTo>
                    <a:pt x="1167" y="384"/>
                    <a:pt x="1121" y="688"/>
                    <a:pt x="991" y="871"/>
                  </a:cubicBezTo>
                  <a:cubicBezTo>
                    <a:pt x="783" y="1166"/>
                    <a:pt x="438" y="1308"/>
                    <a:pt x="262" y="1638"/>
                  </a:cubicBezTo>
                  <a:cubicBezTo>
                    <a:pt x="189" y="1776"/>
                    <a:pt x="282" y="1925"/>
                    <a:pt x="432" y="1936"/>
                  </a:cubicBezTo>
                  <a:lnTo>
                    <a:pt x="1597" y="2016"/>
                  </a:lnTo>
                  <a:cubicBezTo>
                    <a:pt x="1603" y="2017"/>
                    <a:pt x="1608" y="2017"/>
                    <a:pt x="1613" y="2017"/>
                  </a:cubicBezTo>
                  <a:cubicBezTo>
                    <a:pt x="1849" y="2017"/>
                    <a:pt x="1844" y="1639"/>
                    <a:pt x="1597" y="1622"/>
                  </a:cubicBezTo>
                  <a:lnTo>
                    <a:pt x="811" y="1568"/>
                  </a:lnTo>
                  <a:lnTo>
                    <a:pt x="811" y="1568"/>
                  </a:lnTo>
                  <a:cubicBezTo>
                    <a:pt x="1147" y="1225"/>
                    <a:pt x="1644" y="937"/>
                    <a:pt x="1473" y="386"/>
                  </a:cubicBezTo>
                  <a:cubicBezTo>
                    <a:pt x="1384" y="101"/>
                    <a:pt x="1182" y="0"/>
                    <a:pt x="95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7"/>
            <p:cNvSpPr/>
            <p:nvPr/>
          </p:nvSpPr>
          <p:spPr>
            <a:xfrm>
              <a:off x="7358650" y="943675"/>
              <a:ext cx="16925" cy="74725"/>
            </a:xfrm>
            <a:custGeom>
              <a:rect b="b" l="l" r="r" t="t"/>
              <a:pathLst>
                <a:path extrusionOk="0" h="2989" w="677">
                  <a:moveTo>
                    <a:pt x="190" y="0"/>
                  </a:moveTo>
                  <a:cubicBezTo>
                    <a:pt x="92" y="0"/>
                    <a:pt x="0" y="63"/>
                    <a:pt x="13" y="189"/>
                  </a:cubicBezTo>
                  <a:cubicBezTo>
                    <a:pt x="99" y="1057"/>
                    <a:pt x="185" y="1929"/>
                    <a:pt x="271" y="2800"/>
                  </a:cubicBezTo>
                  <a:cubicBezTo>
                    <a:pt x="283" y="2925"/>
                    <a:pt x="388" y="2988"/>
                    <a:pt x="486" y="2988"/>
                  </a:cubicBezTo>
                  <a:cubicBezTo>
                    <a:pt x="585" y="2988"/>
                    <a:pt x="677" y="2925"/>
                    <a:pt x="665" y="2800"/>
                  </a:cubicBezTo>
                  <a:cubicBezTo>
                    <a:pt x="579" y="1929"/>
                    <a:pt x="493" y="1057"/>
                    <a:pt x="407" y="189"/>
                  </a:cubicBezTo>
                  <a:cubicBezTo>
                    <a:pt x="394" y="63"/>
                    <a:pt x="289" y="0"/>
                    <a:pt x="1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7"/>
            <p:cNvSpPr/>
            <p:nvPr/>
          </p:nvSpPr>
          <p:spPr>
            <a:xfrm>
              <a:off x="7341850" y="978875"/>
              <a:ext cx="56950" cy="15900"/>
            </a:xfrm>
            <a:custGeom>
              <a:rect b="b" l="l" r="r" t="t"/>
              <a:pathLst>
                <a:path extrusionOk="0" h="636" w="2278">
                  <a:moveTo>
                    <a:pt x="1412" y="0"/>
                  </a:moveTo>
                  <a:cubicBezTo>
                    <a:pt x="1001" y="0"/>
                    <a:pt x="596" y="78"/>
                    <a:pt x="206" y="241"/>
                  </a:cubicBezTo>
                  <a:cubicBezTo>
                    <a:pt x="1" y="325"/>
                    <a:pt x="57" y="635"/>
                    <a:pt x="237" y="635"/>
                  </a:cubicBezTo>
                  <a:cubicBezTo>
                    <a:pt x="259" y="635"/>
                    <a:pt x="283" y="631"/>
                    <a:pt x="309" y="620"/>
                  </a:cubicBezTo>
                  <a:cubicBezTo>
                    <a:pt x="672" y="471"/>
                    <a:pt x="1044" y="392"/>
                    <a:pt x="1424" y="392"/>
                  </a:cubicBezTo>
                  <a:cubicBezTo>
                    <a:pt x="1594" y="392"/>
                    <a:pt x="1765" y="407"/>
                    <a:pt x="1938" y="440"/>
                  </a:cubicBezTo>
                  <a:cubicBezTo>
                    <a:pt x="1952" y="442"/>
                    <a:pt x="1965" y="443"/>
                    <a:pt x="1978" y="443"/>
                  </a:cubicBezTo>
                  <a:cubicBezTo>
                    <a:pt x="2195" y="443"/>
                    <a:pt x="2277" y="104"/>
                    <a:pt x="2044" y="60"/>
                  </a:cubicBezTo>
                  <a:cubicBezTo>
                    <a:pt x="1832" y="21"/>
                    <a:pt x="1621" y="0"/>
                    <a:pt x="141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7"/>
            <p:cNvSpPr/>
            <p:nvPr/>
          </p:nvSpPr>
          <p:spPr>
            <a:xfrm>
              <a:off x="7443900" y="946825"/>
              <a:ext cx="53275" cy="63350"/>
            </a:xfrm>
            <a:custGeom>
              <a:rect b="b" l="l" r="r" t="t"/>
              <a:pathLst>
                <a:path extrusionOk="0" h="2534" w="2131">
                  <a:moveTo>
                    <a:pt x="1048" y="1"/>
                  </a:moveTo>
                  <a:cubicBezTo>
                    <a:pt x="746" y="1"/>
                    <a:pt x="401" y="143"/>
                    <a:pt x="181" y="280"/>
                  </a:cubicBezTo>
                  <a:cubicBezTo>
                    <a:pt x="0" y="393"/>
                    <a:pt x="110" y="652"/>
                    <a:pt x="277" y="652"/>
                  </a:cubicBezTo>
                  <a:cubicBezTo>
                    <a:pt x="309" y="652"/>
                    <a:pt x="343" y="643"/>
                    <a:pt x="378" y="621"/>
                  </a:cubicBezTo>
                  <a:cubicBezTo>
                    <a:pt x="517" y="534"/>
                    <a:pt x="761" y="359"/>
                    <a:pt x="967" y="359"/>
                  </a:cubicBezTo>
                  <a:cubicBezTo>
                    <a:pt x="1030" y="359"/>
                    <a:pt x="1089" y="375"/>
                    <a:pt x="1141" y="416"/>
                  </a:cubicBezTo>
                  <a:cubicBezTo>
                    <a:pt x="1429" y="644"/>
                    <a:pt x="989" y="1050"/>
                    <a:pt x="865" y="1208"/>
                  </a:cubicBezTo>
                  <a:cubicBezTo>
                    <a:pt x="614" y="1526"/>
                    <a:pt x="362" y="1845"/>
                    <a:pt x="112" y="2161"/>
                  </a:cubicBezTo>
                  <a:cubicBezTo>
                    <a:pt x="10" y="2291"/>
                    <a:pt x="68" y="2495"/>
                    <a:pt x="252" y="2498"/>
                  </a:cubicBezTo>
                  <a:cubicBezTo>
                    <a:pt x="793" y="2510"/>
                    <a:pt x="1336" y="2520"/>
                    <a:pt x="1877" y="2533"/>
                  </a:cubicBezTo>
                  <a:cubicBezTo>
                    <a:pt x="1879" y="2533"/>
                    <a:pt x="1881" y="2533"/>
                    <a:pt x="1882" y="2533"/>
                  </a:cubicBezTo>
                  <a:cubicBezTo>
                    <a:pt x="2130" y="2533"/>
                    <a:pt x="2129" y="2145"/>
                    <a:pt x="1877" y="2140"/>
                  </a:cubicBezTo>
                  <a:cubicBezTo>
                    <a:pt x="1467" y="2130"/>
                    <a:pt x="1058" y="2122"/>
                    <a:pt x="649" y="2113"/>
                  </a:cubicBezTo>
                  <a:lnTo>
                    <a:pt x="649" y="2113"/>
                  </a:lnTo>
                  <a:cubicBezTo>
                    <a:pt x="864" y="1840"/>
                    <a:pt x="1080" y="1567"/>
                    <a:pt x="1294" y="1295"/>
                  </a:cubicBezTo>
                  <a:cubicBezTo>
                    <a:pt x="1485" y="1055"/>
                    <a:pt x="1722" y="788"/>
                    <a:pt x="1644" y="459"/>
                  </a:cubicBezTo>
                  <a:cubicBezTo>
                    <a:pt x="1561" y="117"/>
                    <a:pt x="1322" y="1"/>
                    <a:pt x="10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7"/>
            <p:cNvSpPr/>
            <p:nvPr/>
          </p:nvSpPr>
          <p:spPr>
            <a:xfrm>
              <a:off x="7573925" y="966325"/>
              <a:ext cx="60225" cy="12825"/>
            </a:xfrm>
            <a:custGeom>
              <a:rect b="b" l="l" r="r" t="t"/>
              <a:pathLst>
                <a:path extrusionOk="0" h="513" w="2409">
                  <a:moveTo>
                    <a:pt x="1561" y="1"/>
                  </a:moveTo>
                  <a:cubicBezTo>
                    <a:pt x="1118" y="1"/>
                    <a:pt x="677" y="44"/>
                    <a:pt x="236" y="129"/>
                  </a:cubicBezTo>
                  <a:cubicBezTo>
                    <a:pt x="1" y="173"/>
                    <a:pt x="80" y="512"/>
                    <a:pt x="298" y="512"/>
                  </a:cubicBezTo>
                  <a:cubicBezTo>
                    <a:pt x="311" y="512"/>
                    <a:pt x="326" y="511"/>
                    <a:pt x="341" y="508"/>
                  </a:cubicBezTo>
                  <a:cubicBezTo>
                    <a:pt x="743" y="430"/>
                    <a:pt x="1145" y="393"/>
                    <a:pt x="1549" y="393"/>
                  </a:cubicBezTo>
                  <a:cubicBezTo>
                    <a:pt x="1751" y="393"/>
                    <a:pt x="1953" y="402"/>
                    <a:pt x="2156" y="421"/>
                  </a:cubicBezTo>
                  <a:cubicBezTo>
                    <a:pt x="2163" y="421"/>
                    <a:pt x="2169" y="421"/>
                    <a:pt x="2176" y="421"/>
                  </a:cubicBezTo>
                  <a:cubicBezTo>
                    <a:pt x="2409" y="421"/>
                    <a:pt x="2400" y="48"/>
                    <a:pt x="2156" y="27"/>
                  </a:cubicBezTo>
                  <a:cubicBezTo>
                    <a:pt x="1957" y="9"/>
                    <a:pt x="1759" y="1"/>
                    <a:pt x="156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7"/>
            <p:cNvSpPr/>
            <p:nvPr/>
          </p:nvSpPr>
          <p:spPr>
            <a:xfrm>
              <a:off x="7708350" y="933500"/>
              <a:ext cx="57125" cy="57900"/>
            </a:xfrm>
            <a:custGeom>
              <a:rect b="b" l="l" r="r" t="t"/>
              <a:pathLst>
                <a:path extrusionOk="0" h="2316" w="2285">
                  <a:moveTo>
                    <a:pt x="1746" y="1"/>
                  </a:moveTo>
                  <a:cubicBezTo>
                    <a:pt x="1686" y="1"/>
                    <a:pt x="1625" y="25"/>
                    <a:pt x="1580" y="83"/>
                  </a:cubicBezTo>
                  <a:lnTo>
                    <a:pt x="104" y="2021"/>
                  </a:lnTo>
                  <a:cubicBezTo>
                    <a:pt x="0" y="2158"/>
                    <a:pt x="149" y="2316"/>
                    <a:pt x="290" y="2316"/>
                  </a:cubicBezTo>
                  <a:cubicBezTo>
                    <a:pt x="302" y="2316"/>
                    <a:pt x="314" y="2314"/>
                    <a:pt x="326" y="2312"/>
                  </a:cubicBezTo>
                  <a:cubicBezTo>
                    <a:pt x="643" y="2243"/>
                    <a:pt x="959" y="2208"/>
                    <a:pt x="1277" y="2208"/>
                  </a:cubicBezTo>
                  <a:cubicBezTo>
                    <a:pt x="1498" y="2208"/>
                    <a:pt x="1720" y="2225"/>
                    <a:pt x="1944" y="2259"/>
                  </a:cubicBezTo>
                  <a:cubicBezTo>
                    <a:pt x="1956" y="2261"/>
                    <a:pt x="1968" y="2262"/>
                    <a:pt x="1980" y="2262"/>
                  </a:cubicBezTo>
                  <a:cubicBezTo>
                    <a:pt x="2201" y="2262"/>
                    <a:pt x="2285" y="1918"/>
                    <a:pt x="2048" y="1880"/>
                  </a:cubicBezTo>
                  <a:cubicBezTo>
                    <a:pt x="1787" y="1839"/>
                    <a:pt x="1528" y="1818"/>
                    <a:pt x="1270" y="1818"/>
                  </a:cubicBezTo>
                  <a:cubicBezTo>
                    <a:pt x="1089" y="1818"/>
                    <a:pt x="908" y="1828"/>
                    <a:pt x="728" y="1849"/>
                  </a:cubicBezTo>
                  <a:lnTo>
                    <a:pt x="728" y="1849"/>
                  </a:lnTo>
                  <a:lnTo>
                    <a:pt x="1920" y="283"/>
                  </a:lnTo>
                  <a:cubicBezTo>
                    <a:pt x="2029" y="140"/>
                    <a:pt x="1890" y="1"/>
                    <a:pt x="17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7"/>
            <p:cNvSpPr/>
            <p:nvPr/>
          </p:nvSpPr>
          <p:spPr>
            <a:xfrm>
              <a:off x="7748550" y="942775"/>
              <a:ext cx="13575" cy="78075"/>
            </a:xfrm>
            <a:custGeom>
              <a:rect b="b" l="l" r="r" t="t"/>
              <a:pathLst>
                <a:path extrusionOk="0" h="3123" w="543">
                  <a:moveTo>
                    <a:pt x="193" y="1"/>
                  </a:moveTo>
                  <a:cubicBezTo>
                    <a:pt x="95" y="1"/>
                    <a:pt x="0" y="64"/>
                    <a:pt x="7" y="190"/>
                  </a:cubicBezTo>
                  <a:cubicBezTo>
                    <a:pt x="51" y="1105"/>
                    <a:pt x="98" y="2020"/>
                    <a:pt x="143" y="2933"/>
                  </a:cubicBezTo>
                  <a:cubicBezTo>
                    <a:pt x="149" y="3059"/>
                    <a:pt x="251" y="3123"/>
                    <a:pt x="350" y="3123"/>
                  </a:cubicBezTo>
                  <a:cubicBezTo>
                    <a:pt x="448" y="3123"/>
                    <a:pt x="543" y="3060"/>
                    <a:pt x="536" y="2933"/>
                  </a:cubicBezTo>
                  <a:cubicBezTo>
                    <a:pt x="492" y="2020"/>
                    <a:pt x="445" y="1105"/>
                    <a:pt x="400" y="190"/>
                  </a:cubicBezTo>
                  <a:cubicBezTo>
                    <a:pt x="394" y="64"/>
                    <a:pt x="292" y="1"/>
                    <a:pt x="19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7"/>
            <p:cNvSpPr/>
            <p:nvPr/>
          </p:nvSpPr>
          <p:spPr>
            <a:xfrm>
              <a:off x="7825675" y="926850"/>
              <a:ext cx="53200" cy="82625"/>
            </a:xfrm>
            <a:custGeom>
              <a:rect b="b" l="l" r="r" t="t"/>
              <a:pathLst>
                <a:path extrusionOk="0" h="3305" w="2128">
                  <a:moveTo>
                    <a:pt x="1124" y="1"/>
                  </a:moveTo>
                  <a:cubicBezTo>
                    <a:pt x="820" y="1"/>
                    <a:pt x="487" y="114"/>
                    <a:pt x="234" y="226"/>
                  </a:cubicBezTo>
                  <a:cubicBezTo>
                    <a:pt x="31" y="315"/>
                    <a:pt x="157" y="585"/>
                    <a:pt x="345" y="585"/>
                  </a:cubicBezTo>
                  <a:cubicBezTo>
                    <a:pt x="372" y="585"/>
                    <a:pt x="401" y="580"/>
                    <a:pt x="430" y="567"/>
                  </a:cubicBezTo>
                  <a:cubicBezTo>
                    <a:pt x="581" y="500"/>
                    <a:pt x="864" y="367"/>
                    <a:pt x="1079" y="367"/>
                  </a:cubicBezTo>
                  <a:cubicBezTo>
                    <a:pt x="1136" y="367"/>
                    <a:pt x="1188" y="377"/>
                    <a:pt x="1232" y="399"/>
                  </a:cubicBezTo>
                  <a:cubicBezTo>
                    <a:pt x="2026" y="810"/>
                    <a:pt x="1039" y="1315"/>
                    <a:pt x="760" y="1401"/>
                  </a:cubicBezTo>
                  <a:cubicBezTo>
                    <a:pt x="553" y="1465"/>
                    <a:pt x="585" y="1788"/>
                    <a:pt x="808" y="1788"/>
                  </a:cubicBezTo>
                  <a:cubicBezTo>
                    <a:pt x="809" y="1788"/>
                    <a:pt x="810" y="1788"/>
                    <a:pt x="811" y="1788"/>
                  </a:cubicBezTo>
                  <a:cubicBezTo>
                    <a:pt x="815" y="1788"/>
                    <a:pt x="820" y="1788"/>
                    <a:pt x="824" y="1788"/>
                  </a:cubicBezTo>
                  <a:cubicBezTo>
                    <a:pt x="1041" y="1788"/>
                    <a:pt x="1256" y="1824"/>
                    <a:pt x="1444" y="1941"/>
                  </a:cubicBezTo>
                  <a:cubicBezTo>
                    <a:pt x="1780" y="2146"/>
                    <a:pt x="1618" y="2282"/>
                    <a:pt x="1382" y="2456"/>
                  </a:cubicBezTo>
                  <a:cubicBezTo>
                    <a:pt x="1039" y="2710"/>
                    <a:pt x="656" y="2850"/>
                    <a:pt x="237" y="2921"/>
                  </a:cubicBezTo>
                  <a:cubicBezTo>
                    <a:pt x="1" y="2962"/>
                    <a:pt x="84" y="3304"/>
                    <a:pt x="305" y="3304"/>
                  </a:cubicBezTo>
                  <a:cubicBezTo>
                    <a:pt x="317" y="3304"/>
                    <a:pt x="330" y="3303"/>
                    <a:pt x="343" y="3301"/>
                  </a:cubicBezTo>
                  <a:cubicBezTo>
                    <a:pt x="850" y="3215"/>
                    <a:pt x="2009" y="2857"/>
                    <a:pt x="2084" y="2221"/>
                  </a:cubicBezTo>
                  <a:cubicBezTo>
                    <a:pt x="2127" y="1859"/>
                    <a:pt x="1793" y="1628"/>
                    <a:pt x="1432" y="1505"/>
                  </a:cubicBezTo>
                  <a:lnTo>
                    <a:pt x="1432" y="1505"/>
                  </a:lnTo>
                  <a:cubicBezTo>
                    <a:pt x="1783" y="1258"/>
                    <a:pt x="2031" y="890"/>
                    <a:pt x="1833" y="435"/>
                  </a:cubicBezTo>
                  <a:cubicBezTo>
                    <a:pt x="1692" y="110"/>
                    <a:pt x="1422" y="1"/>
                    <a:pt x="112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7"/>
            <p:cNvSpPr/>
            <p:nvPr/>
          </p:nvSpPr>
          <p:spPr>
            <a:xfrm>
              <a:off x="7899225" y="922325"/>
              <a:ext cx="69250" cy="81225"/>
            </a:xfrm>
            <a:custGeom>
              <a:rect b="b" l="l" r="r" t="t"/>
              <a:pathLst>
                <a:path extrusionOk="0" h="3249" w="2770">
                  <a:moveTo>
                    <a:pt x="1315" y="1"/>
                  </a:moveTo>
                  <a:cubicBezTo>
                    <a:pt x="917" y="1"/>
                    <a:pt x="459" y="226"/>
                    <a:pt x="171" y="427"/>
                  </a:cubicBezTo>
                  <a:cubicBezTo>
                    <a:pt x="1" y="545"/>
                    <a:pt x="109" y="800"/>
                    <a:pt x="269" y="800"/>
                  </a:cubicBezTo>
                  <a:cubicBezTo>
                    <a:pt x="301" y="800"/>
                    <a:pt x="336" y="789"/>
                    <a:pt x="371" y="765"/>
                  </a:cubicBezTo>
                  <a:cubicBezTo>
                    <a:pt x="613" y="596"/>
                    <a:pt x="886" y="378"/>
                    <a:pt x="1197" y="378"/>
                  </a:cubicBezTo>
                  <a:cubicBezTo>
                    <a:pt x="1199" y="378"/>
                    <a:pt x="1201" y="378"/>
                    <a:pt x="1203" y="378"/>
                  </a:cubicBezTo>
                  <a:cubicBezTo>
                    <a:pt x="1819" y="385"/>
                    <a:pt x="1591" y="1123"/>
                    <a:pt x="1391" y="1472"/>
                  </a:cubicBezTo>
                  <a:cubicBezTo>
                    <a:pt x="1137" y="1916"/>
                    <a:pt x="811" y="2298"/>
                    <a:pt x="437" y="2644"/>
                  </a:cubicBezTo>
                  <a:cubicBezTo>
                    <a:pt x="349" y="2726"/>
                    <a:pt x="366" y="2898"/>
                    <a:pt x="477" y="2954"/>
                  </a:cubicBezTo>
                  <a:cubicBezTo>
                    <a:pt x="862" y="3148"/>
                    <a:pt x="1262" y="3248"/>
                    <a:pt x="1668" y="3248"/>
                  </a:cubicBezTo>
                  <a:cubicBezTo>
                    <a:pt x="1963" y="3248"/>
                    <a:pt x="2261" y="3195"/>
                    <a:pt x="2557" y="3088"/>
                  </a:cubicBezTo>
                  <a:cubicBezTo>
                    <a:pt x="2769" y="3011"/>
                    <a:pt x="2709" y="2696"/>
                    <a:pt x="2522" y="2696"/>
                  </a:cubicBezTo>
                  <a:cubicBezTo>
                    <a:pt x="2501" y="2696"/>
                    <a:pt x="2477" y="2700"/>
                    <a:pt x="2453" y="2709"/>
                  </a:cubicBezTo>
                  <a:cubicBezTo>
                    <a:pt x="2187" y="2805"/>
                    <a:pt x="1920" y="2854"/>
                    <a:pt x="1656" y="2854"/>
                  </a:cubicBezTo>
                  <a:cubicBezTo>
                    <a:pt x="1410" y="2854"/>
                    <a:pt x="1165" y="2811"/>
                    <a:pt x="925" y="2724"/>
                  </a:cubicBezTo>
                  <a:lnTo>
                    <a:pt x="925" y="2724"/>
                  </a:lnTo>
                  <a:cubicBezTo>
                    <a:pt x="1486" y="2169"/>
                    <a:pt x="2287" y="1221"/>
                    <a:pt x="2019" y="496"/>
                  </a:cubicBezTo>
                  <a:cubicBezTo>
                    <a:pt x="1884" y="130"/>
                    <a:pt x="1617" y="1"/>
                    <a:pt x="13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7"/>
            <p:cNvSpPr/>
            <p:nvPr/>
          </p:nvSpPr>
          <p:spPr>
            <a:xfrm>
              <a:off x="7789175" y="995800"/>
              <a:ext cx="12725" cy="9850"/>
            </a:xfrm>
            <a:custGeom>
              <a:rect b="b" l="l" r="r" t="t"/>
              <a:pathLst>
                <a:path extrusionOk="0" h="394" w="509">
                  <a:moveTo>
                    <a:pt x="254" y="0"/>
                  </a:moveTo>
                  <a:cubicBezTo>
                    <a:pt x="1" y="0"/>
                    <a:pt x="1" y="394"/>
                    <a:pt x="255" y="394"/>
                  </a:cubicBezTo>
                  <a:cubicBezTo>
                    <a:pt x="509" y="394"/>
                    <a:pt x="509" y="0"/>
                    <a:pt x="255" y="0"/>
                  </a:cubicBezTo>
                  <a:cubicBezTo>
                    <a:pt x="255" y="0"/>
                    <a:pt x="255" y="0"/>
                    <a:pt x="25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7"/>
            <p:cNvSpPr/>
            <p:nvPr/>
          </p:nvSpPr>
          <p:spPr>
            <a:xfrm>
              <a:off x="6376075" y="1245450"/>
              <a:ext cx="46950" cy="10075"/>
            </a:xfrm>
            <a:custGeom>
              <a:rect b="b" l="l" r="r" t="t"/>
              <a:pathLst>
                <a:path extrusionOk="0" h="403" w="1878">
                  <a:moveTo>
                    <a:pt x="254" y="1"/>
                  </a:moveTo>
                  <a:cubicBezTo>
                    <a:pt x="1" y="1"/>
                    <a:pt x="1" y="394"/>
                    <a:pt x="255" y="394"/>
                  </a:cubicBezTo>
                  <a:cubicBezTo>
                    <a:pt x="711" y="396"/>
                    <a:pt x="1167" y="400"/>
                    <a:pt x="1624" y="403"/>
                  </a:cubicBezTo>
                  <a:cubicBezTo>
                    <a:pt x="1624" y="403"/>
                    <a:pt x="1625" y="403"/>
                    <a:pt x="1625" y="403"/>
                  </a:cubicBezTo>
                  <a:cubicBezTo>
                    <a:pt x="1877" y="403"/>
                    <a:pt x="1877" y="11"/>
                    <a:pt x="1624" y="9"/>
                  </a:cubicBezTo>
                  <a:cubicBezTo>
                    <a:pt x="1167" y="6"/>
                    <a:pt x="711" y="4"/>
                    <a:pt x="255" y="1"/>
                  </a:cubicBezTo>
                  <a:cubicBezTo>
                    <a:pt x="255" y="1"/>
                    <a:pt x="254" y="1"/>
                    <a:pt x="25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7"/>
            <p:cNvSpPr/>
            <p:nvPr/>
          </p:nvSpPr>
          <p:spPr>
            <a:xfrm>
              <a:off x="6378700" y="1282475"/>
              <a:ext cx="38775" cy="15875"/>
            </a:xfrm>
            <a:custGeom>
              <a:rect b="b" l="l" r="r" t="t"/>
              <a:pathLst>
                <a:path extrusionOk="0" h="635" w="1551">
                  <a:moveTo>
                    <a:pt x="288" y="0"/>
                  </a:moveTo>
                  <a:cubicBezTo>
                    <a:pt x="136" y="0"/>
                    <a:pt x="1" y="198"/>
                    <a:pt x="140" y="336"/>
                  </a:cubicBezTo>
                  <a:cubicBezTo>
                    <a:pt x="340" y="533"/>
                    <a:pt x="600" y="635"/>
                    <a:pt x="865" y="635"/>
                  </a:cubicBezTo>
                  <a:cubicBezTo>
                    <a:pt x="1033" y="635"/>
                    <a:pt x="1203" y="594"/>
                    <a:pt x="1360" y="509"/>
                  </a:cubicBezTo>
                  <a:cubicBezTo>
                    <a:pt x="1551" y="407"/>
                    <a:pt x="1433" y="144"/>
                    <a:pt x="1256" y="144"/>
                  </a:cubicBezTo>
                  <a:cubicBezTo>
                    <a:pt x="1225" y="144"/>
                    <a:pt x="1193" y="152"/>
                    <a:pt x="1161" y="169"/>
                  </a:cubicBezTo>
                  <a:cubicBezTo>
                    <a:pt x="1067" y="219"/>
                    <a:pt x="966" y="244"/>
                    <a:pt x="866" y="244"/>
                  </a:cubicBezTo>
                  <a:cubicBezTo>
                    <a:pt x="703" y="244"/>
                    <a:pt x="542" y="179"/>
                    <a:pt x="419" y="57"/>
                  </a:cubicBezTo>
                  <a:cubicBezTo>
                    <a:pt x="379" y="17"/>
                    <a:pt x="333" y="0"/>
                    <a:pt x="28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7"/>
            <p:cNvSpPr/>
            <p:nvPr/>
          </p:nvSpPr>
          <p:spPr>
            <a:xfrm>
              <a:off x="6602350" y="1178675"/>
              <a:ext cx="72900" cy="83750"/>
            </a:xfrm>
            <a:custGeom>
              <a:rect b="b" l="l" r="r" t="t"/>
              <a:pathLst>
                <a:path extrusionOk="0" h="3350" w="2916">
                  <a:moveTo>
                    <a:pt x="2661" y="0"/>
                  </a:moveTo>
                  <a:cubicBezTo>
                    <a:pt x="1879" y="2"/>
                    <a:pt x="1098" y="2"/>
                    <a:pt x="317" y="2"/>
                  </a:cubicBezTo>
                  <a:cubicBezTo>
                    <a:pt x="210" y="2"/>
                    <a:pt x="123" y="92"/>
                    <a:pt x="120" y="199"/>
                  </a:cubicBezTo>
                  <a:cubicBezTo>
                    <a:pt x="114" y="650"/>
                    <a:pt x="84" y="1096"/>
                    <a:pt x="20" y="1542"/>
                  </a:cubicBezTo>
                  <a:cubicBezTo>
                    <a:pt x="1" y="1668"/>
                    <a:pt x="80" y="1792"/>
                    <a:pt x="206" y="1792"/>
                  </a:cubicBezTo>
                  <a:cubicBezTo>
                    <a:pt x="223" y="1792"/>
                    <a:pt x="242" y="1789"/>
                    <a:pt x="262" y="1784"/>
                  </a:cubicBezTo>
                  <a:cubicBezTo>
                    <a:pt x="448" y="1734"/>
                    <a:pt x="818" y="1639"/>
                    <a:pt x="1152" y="1639"/>
                  </a:cubicBezTo>
                  <a:cubicBezTo>
                    <a:pt x="1460" y="1639"/>
                    <a:pt x="1737" y="1720"/>
                    <a:pt x="1812" y="1993"/>
                  </a:cubicBezTo>
                  <a:cubicBezTo>
                    <a:pt x="1881" y="2252"/>
                    <a:pt x="1705" y="2643"/>
                    <a:pt x="1471" y="2769"/>
                  </a:cubicBezTo>
                  <a:cubicBezTo>
                    <a:pt x="1234" y="2896"/>
                    <a:pt x="917" y="2926"/>
                    <a:pt x="655" y="2955"/>
                  </a:cubicBezTo>
                  <a:cubicBezTo>
                    <a:pt x="414" y="2980"/>
                    <a:pt x="404" y="3350"/>
                    <a:pt x="632" y="3350"/>
                  </a:cubicBezTo>
                  <a:cubicBezTo>
                    <a:pt x="640" y="3350"/>
                    <a:pt x="647" y="3350"/>
                    <a:pt x="655" y="3349"/>
                  </a:cubicBezTo>
                  <a:cubicBezTo>
                    <a:pt x="1318" y="3277"/>
                    <a:pt x="2352" y="3027"/>
                    <a:pt x="2260" y="2142"/>
                  </a:cubicBezTo>
                  <a:cubicBezTo>
                    <a:pt x="2190" y="1468"/>
                    <a:pt x="1639" y="1276"/>
                    <a:pt x="1065" y="1276"/>
                  </a:cubicBezTo>
                  <a:cubicBezTo>
                    <a:pt x="852" y="1276"/>
                    <a:pt x="636" y="1302"/>
                    <a:pt x="440" y="1340"/>
                  </a:cubicBezTo>
                  <a:lnTo>
                    <a:pt x="440" y="1340"/>
                  </a:lnTo>
                  <a:cubicBezTo>
                    <a:pt x="477" y="1026"/>
                    <a:pt x="500" y="711"/>
                    <a:pt x="509" y="394"/>
                  </a:cubicBezTo>
                  <a:lnTo>
                    <a:pt x="509" y="394"/>
                  </a:lnTo>
                  <a:cubicBezTo>
                    <a:pt x="1227" y="394"/>
                    <a:pt x="1945" y="393"/>
                    <a:pt x="2661" y="393"/>
                  </a:cubicBezTo>
                  <a:cubicBezTo>
                    <a:pt x="2661" y="393"/>
                    <a:pt x="2662" y="393"/>
                    <a:pt x="2662" y="393"/>
                  </a:cubicBezTo>
                  <a:cubicBezTo>
                    <a:pt x="2916" y="393"/>
                    <a:pt x="2915" y="0"/>
                    <a:pt x="266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7"/>
            <p:cNvSpPr/>
            <p:nvPr/>
          </p:nvSpPr>
          <p:spPr>
            <a:xfrm>
              <a:off x="6747025" y="1160850"/>
              <a:ext cx="13450" cy="65425"/>
            </a:xfrm>
            <a:custGeom>
              <a:rect b="b" l="l" r="r" t="t"/>
              <a:pathLst>
                <a:path extrusionOk="0" h="2617" w="538">
                  <a:moveTo>
                    <a:pt x="193" y="1"/>
                  </a:moveTo>
                  <a:cubicBezTo>
                    <a:pt x="95" y="1"/>
                    <a:pt x="0" y="63"/>
                    <a:pt x="8" y="189"/>
                  </a:cubicBezTo>
                  <a:lnTo>
                    <a:pt x="136" y="2427"/>
                  </a:lnTo>
                  <a:cubicBezTo>
                    <a:pt x="144" y="2553"/>
                    <a:pt x="246" y="2617"/>
                    <a:pt x="345" y="2617"/>
                  </a:cubicBezTo>
                  <a:cubicBezTo>
                    <a:pt x="443" y="2617"/>
                    <a:pt x="537" y="2554"/>
                    <a:pt x="530" y="2427"/>
                  </a:cubicBezTo>
                  <a:lnTo>
                    <a:pt x="401" y="189"/>
                  </a:lnTo>
                  <a:cubicBezTo>
                    <a:pt x="394" y="64"/>
                    <a:pt x="291" y="1"/>
                    <a:pt x="19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7"/>
            <p:cNvSpPr/>
            <p:nvPr/>
          </p:nvSpPr>
          <p:spPr>
            <a:xfrm>
              <a:off x="6723900" y="1177300"/>
              <a:ext cx="64300" cy="18250"/>
            </a:xfrm>
            <a:custGeom>
              <a:rect b="b" l="l" r="r" t="t"/>
              <a:pathLst>
                <a:path extrusionOk="0" h="730" w="2572">
                  <a:moveTo>
                    <a:pt x="2268" y="0"/>
                  </a:moveTo>
                  <a:cubicBezTo>
                    <a:pt x="2256" y="0"/>
                    <a:pt x="2243" y="2"/>
                    <a:pt x="2230" y="4"/>
                  </a:cubicBezTo>
                  <a:cubicBezTo>
                    <a:pt x="1564" y="118"/>
                    <a:pt x="900" y="233"/>
                    <a:pt x="235" y="347"/>
                  </a:cubicBezTo>
                  <a:cubicBezTo>
                    <a:pt x="1" y="388"/>
                    <a:pt x="84" y="730"/>
                    <a:pt x="303" y="730"/>
                  </a:cubicBezTo>
                  <a:cubicBezTo>
                    <a:pt x="315" y="730"/>
                    <a:pt x="327" y="729"/>
                    <a:pt x="340" y="727"/>
                  </a:cubicBezTo>
                  <a:cubicBezTo>
                    <a:pt x="1006" y="612"/>
                    <a:pt x="1670" y="498"/>
                    <a:pt x="2335" y="383"/>
                  </a:cubicBezTo>
                  <a:cubicBezTo>
                    <a:pt x="2571" y="343"/>
                    <a:pt x="2489" y="0"/>
                    <a:pt x="22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7"/>
            <p:cNvSpPr/>
            <p:nvPr/>
          </p:nvSpPr>
          <p:spPr>
            <a:xfrm>
              <a:off x="6727475" y="1238225"/>
              <a:ext cx="56250" cy="10125"/>
            </a:xfrm>
            <a:custGeom>
              <a:rect b="b" l="l" r="r" t="t"/>
              <a:pathLst>
                <a:path extrusionOk="0" h="405" w="2250">
                  <a:moveTo>
                    <a:pt x="251" y="0"/>
                  </a:moveTo>
                  <a:cubicBezTo>
                    <a:pt x="1" y="0"/>
                    <a:pt x="2" y="394"/>
                    <a:pt x="254" y="394"/>
                  </a:cubicBezTo>
                  <a:cubicBezTo>
                    <a:pt x="834" y="397"/>
                    <a:pt x="1417" y="401"/>
                    <a:pt x="1996" y="404"/>
                  </a:cubicBezTo>
                  <a:cubicBezTo>
                    <a:pt x="1997" y="404"/>
                    <a:pt x="1997" y="404"/>
                    <a:pt x="1998" y="404"/>
                  </a:cubicBezTo>
                  <a:cubicBezTo>
                    <a:pt x="2250" y="404"/>
                    <a:pt x="2249" y="12"/>
                    <a:pt x="1996" y="11"/>
                  </a:cubicBezTo>
                  <a:cubicBezTo>
                    <a:pt x="1417" y="8"/>
                    <a:pt x="834" y="3"/>
                    <a:pt x="254" y="0"/>
                  </a:cubicBezTo>
                  <a:cubicBezTo>
                    <a:pt x="253" y="0"/>
                    <a:pt x="252" y="0"/>
                    <a:pt x="25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7"/>
            <p:cNvSpPr/>
            <p:nvPr/>
          </p:nvSpPr>
          <p:spPr>
            <a:xfrm>
              <a:off x="6845175" y="1142675"/>
              <a:ext cx="433400" cy="139225"/>
            </a:xfrm>
            <a:custGeom>
              <a:rect b="b" l="l" r="r" t="t"/>
              <a:pathLst>
                <a:path extrusionOk="0" h="5569" w="17336">
                  <a:moveTo>
                    <a:pt x="17089" y="0"/>
                  </a:moveTo>
                  <a:cubicBezTo>
                    <a:pt x="17087" y="0"/>
                    <a:pt x="17084" y="0"/>
                    <a:pt x="17082" y="0"/>
                  </a:cubicBezTo>
                  <a:cubicBezTo>
                    <a:pt x="13359" y="95"/>
                    <a:pt x="9632" y="189"/>
                    <a:pt x="5909" y="284"/>
                  </a:cubicBezTo>
                  <a:cubicBezTo>
                    <a:pt x="5011" y="308"/>
                    <a:pt x="4111" y="320"/>
                    <a:pt x="3212" y="354"/>
                  </a:cubicBezTo>
                  <a:cubicBezTo>
                    <a:pt x="2878" y="367"/>
                    <a:pt x="2495" y="318"/>
                    <a:pt x="2236" y="563"/>
                  </a:cubicBezTo>
                  <a:cubicBezTo>
                    <a:pt x="1845" y="931"/>
                    <a:pt x="1921" y="1825"/>
                    <a:pt x="1859" y="2302"/>
                  </a:cubicBezTo>
                  <a:lnTo>
                    <a:pt x="1553" y="4673"/>
                  </a:lnTo>
                  <a:lnTo>
                    <a:pt x="1553" y="4673"/>
                  </a:lnTo>
                  <a:cubicBezTo>
                    <a:pt x="1122" y="3714"/>
                    <a:pt x="748" y="2735"/>
                    <a:pt x="428" y="1732"/>
                  </a:cubicBezTo>
                  <a:cubicBezTo>
                    <a:pt x="398" y="1637"/>
                    <a:pt x="319" y="1595"/>
                    <a:pt x="240" y="1595"/>
                  </a:cubicBezTo>
                  <a:cubicBezTo>
                    <a:pt x="120" y="1595"/>
                    <a:pt x="0" y="1690"/>
                    <a:pt x="47" y="1837"/>
                  </a:cubicBezTo>
                  <a:cubicBezTo>
                    <a:pt x="442" y="3082"/>
                    <a:pt x="922" y="4289"/>
                    <a:pt x="1487" y="5469"/>
                  </a:cubicBezTo>
                  <a:cubicBezTo>
                    <a:pt x="1521" y="5540"/>
                    <a:pt x="1576" y="5569"/>
                    <a:pt x="1632" y="5569"/>
                  </a:cubicBezTo>
                  <a:cubicBezTo>
                    <a:pt x="1733" y="5569"/>
                    <a:pt x="1841" y="5477"/>
                    <a:pt x="1855" y="5369"/>
                  </a:cubicBezTo>
                  <a:cubicBezTo>
                    <a:pt x="1952" y="4603"/>
                    <a:pt x="2052" y="3837"/>
                    <a:pt x="2151" y="3068"/>
                  </a:cubicBezTo>
                  <a:cubicBezTo>
                    <a:pt x="2200" y="2694"/>
                    <a:pt x="2223" y="2288"/>
                    <a:pt x="2300" y="1920"/>
                  </a:cubicBezTo>
                  <a:cubicBezTo>
                    <a:pt x="2286" y="1622"/>
                    <a:pt x="2380" y="1365"/>
                    <a:pt x="2588" y="1147"/>
                  </a:cubicBezTo>
                  <a:cubicBezTo>
                    <a:pt x="2645" y="860"/>
                    <a:pt x="2786" y="715"/>
                    <a:pt x="3010" y="715"/>
                  </a:cubicBezTo>
                  <a:cubicBezTo>
                    <a:pt x="3070" y="715"/>
                    <a:pt x="3137" y="726"/>
                    <a:pt x="3211" y="748"/>
                  </a:cubicBezTo>
                  <a:cubicBezTo>
                    <a:pt x="3516" y="686"/>
                    <a:pt x="3845" y="670"/>
                    <a:pt x="4178" y="670"/>
                  </a:cubicBezTo>
                  <a:cubicBezTo>
                    <a:pt x="4560" y="670"/>
                    <a:pt x="4948" y="691"/>
                    <a:pt x="5315" y="691"/>
                  </a:cubicBezTo>
                  <a:cubicBezTo>
                    <a:pt x="5385" y="691"/>
                    <a:pt x="5454" y="691"/>
                    <a:pt x="5523" y="689"/>
                  </a:cubicBezTo>
                  <a:cubicBezTo>
                    <a:pt x="6294" y="669"/>
                    <a:pt x="7063" y="649"/>
                    <a:pt x="7834" y="630"/>
                  </a:cubicBezTo>
                  <a:cubicBezTo>
                    <a:pt x="10918" y="551"/>
                    <a:pt x="13999" y="471"/>
                    <a:pt x="17082" y="394"/>
                  </a:cubicBezTo>
                  <a:cubicBezTo>
                    <a:pt x="17332" y="387"/>
                    <a:pt x="17335" y="0"/>
                    <a:pt x="1708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7"/>
            <p:cNvSpPr/>
            <p:nvPr/>
          </p:nvSpPr>
          <p:spPr>
            <a:xfrm>
              <a:off x="6951650" y="1185675"/>
              <a:ext cx="49825" cy="77800"/>
            </a:xfrm>
            <a:custGeom>
              <a:rect b="b" l="l" r="r" t="t"/>
              <a:pathLst>
                <a:path extrusionOk="0" h="3112" w="1993">
                  <a:moveTo>
                    <a:pt x="1031" y="1"/>
                  </a:moveTo>
                  <a:cubicBezTo>
                    <a:pt x="741" y="1"/>
                    <a:pt x="442" y="47"/>
                    <a:pt x="254" y="50"/>
                  </a:cubicBezTo>
                  <a:cubicBezTo>
                    <a:pt x="3" y="51"/>
                    <a:pt x="1" y="442"/>
                    <a:pt x="252" y="442"/>
                  </a:cubicBezTo>
                  <a:cubicBezTo>
                    <a:pt x="252" y="442"/>
                    <a:pt x="253" y="442"/>
                    <a:pt x="254" y="442"/>
                  </a:cubicBezTo>
                  <a:cubicBezTo>
                    <a:pt x="341" y="441"/>
                    <a:pt x="525" y="429"/>
                    <a:pt x="723" y="429"/>
                  </a:cubicBezTo>
                  <a:cubicBezTo>
                    <a:pt x="1197" y="429"/>
                    <a:pt x="1747" y="498"/>
                    <a:pt x="1215" y="952"/>
                  </a:cubicBezTo>
                  <a:cubicBezTo>
                    <a:pt x="990" y="1145"/>
                    <a:pt x="761" y="1246"/>
                    <a:pt x="584" y="1498"/>
                  </a:cubicBezTo>
                  <a:cubicBezTo>
                    <a:pt x="493" y="1626"/>
                    <a:pt x="614" y="1793"/>
                    <a:pt x="754" y="1796"/>
                  </a:cubicBezTo>
                  <a:cubicBezTo>
                    <a:pt x="1106" y="1802"/>
                    <a:pt x="1809" y="1964"/>
                    <a:pt x="1305" y="2492"/>
                  </a:cubicBezTo>
                  <a:cubicBezTo>
                    <a:pt x="1118" y="2688"/>
                    <a:pt x="839" y="2724"/>
                    <a:pt x="568" y="2724"/>
                  </a:cubicBezTo>
                  <a:cubicBezTo>
                    <a:pt x="465" y="2724"/>
                    <a:pt x="364" y="2719"/>
                    <a:pt x="269" y="2715"/>
                  </a:cubicBezTo>
                  <a:cubicBezTo>
                    <a:pt x="266" y="2715"/>
                    <a:pt x="263" y="2715"/>
                    <a:pt x="260" y="2715"/>
                  </a:cubicBezTo>
                  <a:cubicBezTo>
                    <a:pt x="15" y="2715"/>
                    <a:pt x="19" y="3100"/>
                    <a:pt x="269" y="3109"/>
                  </a:cubicBezTo>
                  <a:cubicBezTo>
                    <a:pt x="319" y="3111"/>
                    <a:pt x="371" y="3112"/>
                    <a:pt x="423" y="3112"/>
                  </a:cubicBezTo>
                  <a:cubicBezTo>
                    <a:pt x="1027" y="3112"/>
                    <a:pt x="1764" y="2979"/>
                    <a:pt x="1866" y="2269"/>
                  </a:cubicBezTo>
                  <a:cubicBezTo>
                    <a:pt x="1940" y="1767"/>
                    <a:pt x="1583" y="1536"/>
                    <a:pt x="1177" y="1448"/>
                  </a:cubicBezTo>
                  <a:lnTo>
                    <a:pt x="1177" y="1448"/>
                  </a:lnTo>
                  <a:cubicBezTo>
                    <a:pt x="1527" y="1172"/>
                    <a:pt x="1993" y="931"/>
                    <a:pt x="1843" y="405"/>
                  </a:cubicBezTo>
                  <a:cubicBezTo>
                    <a:pt x="1750" y="75"/>
                    <a:pt x="1398" y="1"/>
                    <a:pt x="103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7"/>
            <p:cNvSpPr/>
            <p:nvPr/>
          </p:nvSpPr>
          <p:spPr>
            <a:xfrm>
              <a:off x="7035400" y="1227600"/>
              <a:ext cx="43775" cy="10050"/>
            </a:xfrm>
            <a:custGeom>
              <a:rect b="b" l="l" r="r" t="t"/>
              <a:pathLst>
                <a:path extrusionOk="0" h="402" w="1751">
                  <a:moveTo>
                    <a:pt x="251" y="0"/>
                  </a:moveTo>
                  <a:cubicBezTo>
                    <a:pt x="1" y="0"/>
                    <a:pt x="1" y="393"/>
                    <a:pt x="253" y="394"/>
                  </a:cubicBezTo>
                  <a:cubicBezTo>
                    <a:pt x="668" y="395"/>
                    <a:pt x="1082" y="400"/>
                    <a:pt x="1497" y="401"/>
                  </a:cubicBezTo>
                  <a:cubicBezTo>
                    <a:pt x="1497" y="401"/>
                    <a:pt x="1498" y="401"/>
                    <a:pt x="1498" y="401"/>
                  </a:cubicBezTo>
                  <a:cubicBezTo>
                    <a:pt x="1750" y="401"/>
                    <a:pt x="1750" y="9"/>
                    <a:pt x="1497" y="7"/>
                  </a:cubicBezTo>
                  <a:cubicBezTo>
                    <a:pt x="1082" y="6"/>
                    <a:pt x="668" y="2"/>
                    <a:pt x="253" y="0"/>
                  </a:cubicBezTo>
                  <a:cubicBezTo>
                    <a:pt x="252" y="0"/>
                    <a:pt x="252" y="0"/>
                    <a:pt x="25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7"/>
            <p:cNvSpPr/>
            <p:nvPr/>
          </p:nvSpPr>
          <p:spPr>
            <a:xfrm>
              <a:off x="7107400" y="1188200"/>
              <a:ext cx="65825" cy="52700"/>
            </a:xfrm>
            <a:custGeom>
              <a:rect b="b" l="l" r="r" t="t"/>
              <a:pathLst>
                <a:path extrusionOk="0" h="2108" w="2633">
                  <a:moveTo>
                    <a:pt x="1618" y="0"/>
                  </a:moveTo>
                  <a:cubicBezTo>
                    <a:pt x="1558" y="0"/>
                    <a:pt x="1498" y="27"/>
                    <a:pt x="1458" y="93"/>
                  </a:cubicBezTo>
                  <a:cubicBezTo>
                    <a:pt x="1082" y="706"/>
                    <a:pt x="639" y="1260"/>
                    <a:pt x="128" y="1762"/>
                  </a:cubicBezTo>
                  <a:cubicBezTo>
                    <a:pt x="1" y="1888"/>
                    <a:pt x="101" y="2089"/>
                    <a:pt x="267" y="2099"/>
                  </a:cubicBezTo>
                  <a:cubicBezTo>
                    <a:pt x="359" y="2104"/>
                    <a:pt x="451" y="2107"/>
                    <a:pt x="542" y="2107"/>
                  </a:cubicBezTo>
                  <a:cubicBezTo>
                    <a:pt x="1199" y="2107"/>
                    <a:pt x="1828" y="1963"/>
                    <a:pt x="2432" y="1688"/>
                  </a:cubicBezTo>
                  <a:cubicBezTo>
                    <a:pt x="2632" y="1596"/>
                    <a:pt x="2506" y="1328"/>
                    <a:pt x="2320" y="1328"/>
                  </a:cubicBezTo>
                  <a:cubicBezTo>
                    <a:pt x="2292" y="1328"/>
                    <a:pt x="2262" y="1334"/>
                    <a:pt x="2233" y="1347"/>
                  </a:cubicBezTo>
                  <a:cubicBezTo>
                    <a:pt x="1752" y="1567"/>
                    <a:pt x="1249" y="1686"/>
                    <a:pt x="731" y="1709"/>
                  </a:cubicBezTo>
                  <a:lnTo>
                    <a:pt x="731" y="1709"/>
                  </a:lnTo>
                  <a:cubicBezTo>
                    <a:pt x="1132" y="1273"/>
                    <a:pt x="1489" y="800"/>
                    <a:pt x="1799" y="292"/>
                  </a:cubicBezTo>
                  <a:cubicBezTo>
                    <a:pt x="1891" y="142"/>
                    <a:pt x="1754" y="0"/>
                    <a:pt x="16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7"/>
            <p:cNvSpPr/>
            <p:nvPr/>
          </p:nvSpPr>
          <p:spPr>
            <a:xfrm>
              <a:off x="7151225" y="1185075"/>
              <a:ext cx="14500" cy="87125"/>
            </a:xfrm>
            <a:custGeom>
              <a:rect b="b" l="l" r="r" t="t"/>
              <a:pathLst>
                <a:path extrusionOk="0" h="3485" w="580">
                  <a:moveTo>
                    <a:pt x="189" y="0"/>
                  </a:moveTo>
                  <a:cubicBezTo>
                    <a:pt x="91" y="0"/>
                    <a:pt x="0" y="63"/>
                    <a:pt x="16" y="188"/>
                  </a:cubicBezTo>
                  <a:cubicBezTo>
                    <a:pt x="146" y="1222"/>
                    <a:pt x="186" y="2255"/>
                    <a:pt x="138" y="3295"/>
                  </a:cubicBezTo>
                  <a:cubicBezTo>
                    <a:pt x="131" y="3421"/>
                    <a:pt x="226" y="3484"/>
                    <a:pt x="324" y="3484"/>
                  </a:cubicBezTo>
                  <a:cubicBezTo>
                    <a:pt x="423" y="3484"/>
                    <a:pt x="525" y="3421"/>
                    <a:pt x="531" y="3295"/>
                  </a:cubicBezTo>
                  <a:cubicBezTo>
                    <a:pt x="580" y="2255"/>
                    <a:pt x="540" y="1220"/>
                    <a:pt x="410" y="188"/>
                  </a:cubicBezTo>
                  <a:cubicBezTo>
                    <a:pt x="394" y="63"/>
                    <a:pt x="288" y="0"/>
                    <a:pt x="18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7"/>
            <p:cNvSpPr/>
            <p:nvPr/>
          </p:nvSpPr>
          <p:spPr>
            <a:xfrm>
              <a:off x="7198300" y="1247350"/>
              <a:ext cx="9925" cy="15800"/>
            </a:xfrm>
            <a:custGeom>
              <a:rect b="b" l="l" r="r" t="t"/>
              <a:pathLst>
                <a:path extrusionOk="0" h="632" w="397">
                  <a:moveTo>
                    <a:pt x="200" y="1"/>
                  </a:moveTo>
                  <a:cubicBezTo>
                    <a:pt x="102" y="1"/>
                    <a:pt x="3" y="64"/>
                    <a:pt x="2" y="191"/>
                  </a:cubicBezTo>
                  <a:cubicBezTo>
                    <a:pt x="2" y="274"/>
                    <a:pt x="1" y="358"/>
                    <a:pt x="1" y="440"/>
                  </a:cubicBezTo>
                  <a:cubicBezTo>
                    <a:pt x="0" y="567"/>
                    <a:pt x="98" y="631"/>
                    <a:pt x="197" y="631"/>
                  </a:cubicBezTo>
                  <a:cubicBezTo>
                    <a:pt x="295" y="631"/>
                    <a:pt x="394" y="567"/>
                    <a:pt x="395" y="440"/>
                  </a:cubicBezTo>
                  <a:cubicBezTo>
                    <a:pt x="395" y="358"/>
                    <a:pt x="396" y="274"/>
                    <a:pt x="396" y="191"/>
                  </a:cubicBezTo>
                  <a:cubicBezTo>
                    <a:pt x="397" y="64"/>
                    <a:pt x="299" y="1"/>
                    <a:pt x="20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7"/>
            <p:cNvSpPr/>
            <p:nvPr/>
          </p:nvSpPr>
          <p:spPr>
            <a:xfrm>
              <a:off x="6580925" y="1322425"/>
              <a:ext cx="668700" cy="21050"/>
            </a:xfrm>
            <a:custGeom>
              <a:rect b="b" l="l" r="r" t="t"/>
              <a:pathLst>
                <a:path extrusionOk="0" h="842" w="26748">
                  <a:moveTo>
                    <a:pt x="19878" y="1"/>
                  </a:moveTo>
                  <a:cubicBezTo>
                    <a:pt x="13334" y="1"/>
                    <a:pt x="6791" y="149"/>
                    <a:pt x="254" y="448"/>
                  </a:cubicBezTo>
                  <a:cubicBezTo>
                    <a:pt x="5" y="457"/>
                    <a:pt x="1" y="841"/>
                    <a:pt x="245" y="841"/>
                  </a:cubicBezTo>
                  <a:cubicBezTo>
                    <a:pt x="248" y="841"/>
                    <a:pt x="251" y="841"/>
                    <a:pt x="254" y="841"/>
                  </a:cubicBezTo>
                  <a:cubicBezTo>
                    <a:pt x="6798" y="543"/>
                    <a:pt x="13349" y="394"/>
                    <a:pt x="19900" y="394"/>
                  </a:cubicBezTo>
                  <a:cubicBezTo>
                    <a:pt x="22098" y="394"/>
                    <a:pt x="24295" y="411"/>
                    <a:pt x="26493" y="445"/>
                  </a:cubicBezTo>
                  <a:cubicBezTo>
                    <a:pt x="26494" y="445"/>
                    <a:pt x="26495" y="445"/>
                    <a:pt x="26497" y="445"/>
                  </a:cubicBezTo>
                  <a:cubicBezTo>
                    <a:pt x="26747" y="445"/>
                    <a:pt x="26746" y="55"/>
                    <a:pt x="26493" y="51"/>
                  </a:cubicBezTo>
                  <a:cubicBezTo>
                    <a:pt x="24288" y="17"/>
                    <a:pt x="22083" y="1"/>
                    <a:pt x="198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7"/>
            <p:cNvSpPr/>
            <p:nvPr/>
          </p:nvSpPr>
          <p:spPr>
            <a:xfrm>
              <a:off x="6862000" y="1364425"/>
              <a:ext cx="60075" cy="65400"/>
            </a:xfrm>
            <a:custGeom>
              <a:rect b="b" l="l" r="r" t="t"/>
              <a:pathLst>
                <a:path extrusionOk="0" h="2616" w="2403">
                  <a:moveTo>
                    <a:pt x="722" y="0"/>
                  </a:moveTo>
                  <a:cubicBezTo>
                    <a:pt x="594" y="0"/>
                    <a:pt x="462" y="34"/>
                    <a:pt x="337" y="107"/>
                  </a:cubicBezTo>
                  <a:cubicBezTo>
                    <a:pt x="154" y="216"/>
                    <a:pt x="267" y="476"/>
                    <a:pt x="438" y="476"/>
                  </a:cubicBezTo>
                  <a:cubicBezTo>
                    <a:pt x="470" y="476"/>
                    <a:pt x="503" y="467"/>
                    <a:pt x="538" y="447"/>
                  </a:cubicBezTo>
                  <a:cubicBezTo>
                    <a:pt x="601" y="409"/>
                    <a:pt x="668" y="392"/>
                    <a:pt x="734" y="392"/>
                  </a:cubicBezTo>
                  <a:cubicBezTo>
                    <a:pt x="870" y="392"/>
                    <a:pt x="1001" y="466"/>
                    <a:pt x="1083" y="593"/>
                  </a:cubicBezTo>
                  <a:cubicBezTo>
                    <a:pt x="1213" y="792"/>
                    <a:pt x="1149" y="1065"/>
                    <a:pt x="1043" y="1260"/>
                  </a:cubicBezTo>
                  <a:cubicBezTo>
                    <a:pt x="853" y="1611"/>
                    <a:pt x="470" y="1807"/>
                    <a:pt x="134" y="1993"/>
                  </a:cubicBezTo>
                  <a:cubicBezTo>
                    <a:pt x="12" y="2061"/>
                    <a:pt x="1" y="2269"/>
                    <a:pt x="134" y="2333"/>
                  </a:cubicBezTo>
                  <a:cubicBezTo>
                    <a:pt x="530" y="2520"/>
                    <a:pt x="943" y="2615"/>
                    <a:pt x="1360" y="2615"/>
                  </a:cubicBezTo>
                  <a:cubicBezTo>
                    <a:pt x="1633" y="2615"/>
                    <a:pt x="1907" y="2575"/>
                    <a:pt x="2181" y="2492"/>
                  </a:cubicBezTo>
                  <a:cubicBezTo>
                    <a:pt x="2402" y="2426"/>
                    <a:pt x="2337" y="2104"/>
                    <a:pt x="2137" y="2104"/>
                  </a:cubicBezTo>
                  <a:cubicBezTo>
                    <a:pt x="2118" y="2104"/>
                    <a:pt x="2098" y="2107"/>
                    <a:pt x="2077" y="2113"/>
                  </a:cubicBezTo>
                  <a:cubicBezTo>
                    <a:pt x="1834" y="2186"/>
                    <a:pt x="1590" y="2223"/>
                    <a:pt x="1348" y="2223"/>
                  </a:cubicBezTo>
                  <a:cubicBezTo>
                    <a:pt x="1123" y="2223"/>
                    <a:pt x="900" y="2191"/>
                    <a:pt x="681" y="2126"/>
                  </a:cubicBezTo>
                  <a:lnTo>
                    <a:pt x="681" y="2126"/>
                  </a:lnTo>
                  <a:cubicBezTo>
                    <a:pt x="1167" y="1810"/>
                    <a:pt x="1617" y="1375"/>
                    <a:pt x="1537" y="747"/>
                  </a:cubicBezTo>
                  <a:cubicBezTo>
                    <a:pt x="1483" y="319"/>
                    <a:pt x="1117" y="0"/>
                    <a:pt x="72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6" name="Google Shape;2666;p47"/>
          <p:cNvGrpSpPr/>
          <p:nvPr/>
        </p:nvGrpSpPr>
        <p:grpSpPr>
          <a:xfrm>
            <a:off x="6992553" y="2641957"/>
            <a:ext cx="745681" cy="929720"/>
            <a:chOff x="6992553" y="2641957"/>
            <a:chExt cx="745681" cy="929720"/>
          </a:xfrm>
        </p:grpSpPr>
        <p:sp>
          <p:nvSpPr>
            <p:cNvPr id="2667" name="Google Shape;2667;p47"/>
            <p:cNvSpPr/>
            <p:nvPr/>
          </p:nvSpPr>
          <p:spPr>
            <a:xfrm rot="961257">
              <a:off x="7496977" y="2668332"/>
              <a:ext cx="218584" cy="195058"/>
            </a:xfrm>
            <a:custGeom>
              <a:rect b="b" l="l" r="r" t="t"/>
              <a:pathLst>
                <a:path extrusionOk="0" h="7802" w="8743">
                  <a:moveTo>
                    <a:pt x="6174" y="0"/>
                  </a:moveTo>
                  <a:cubicBezTo>
                    <a:pt x="6073" y="0"/>
                    <a:pt x="5971" y="22"/>
                    <a:pt x="5874" y="68"/>
                  </a:cubicBezTo>
                  <a:lnTo>
                    <a:pt x="365" y="3812"/>
                  </a:lnTo>
                  <a:lnTo>
                    <a:pt x="0" y="4844"/>
                  </a:lnTo>
                  <a:lnTo>
                    <a:pt x="8378" y="7801"/>
                  </a:lnTo>
                  <a:lnTo>
                    <a:pt x="8742" y="6770"/>
                  </a:lnTo>
                  <a:lnTo>
                    <a:pt x="6805" y="397"/>
                  </a:lnTo>
                  <a:cubicBezTo>
                    <a:pt x="6685" y="147"/>
                    <a:pt x="6434" y="0"/>
                    <a:pt x="6174" y="0"/>
                  </a:cubicBezTo>
                  <a:close/>
                </a:path>
              </a:pathLst>
            </a:custGeom>
            <a:solidFill>
              <a:srgbClr val="F550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7"/>
            <p:cNvSpPr/>
            <p:nvPr/>
          </p:nvSpPr>
          <p:spPr>
            <a:xfrm rot="961257">
              <a:off x="7492354" y="2701713"/>
              <a:ext cx="218559" cy="161032"/>
            </a:xfrm>
            <a:custGeom>
              <a:rect b="b" l="l" r="r" t="t"/>
              <a:pathLst>
                <a:path extrusionOk="0" h="6441" w="8742">
                  <a:moveTo>
                    <a:pt x="3970" y="1"/>
                  </a:moveTo>
                  <a:lnTo>
                    <a:pt x="363" y="2451"/>
                  </a:lnTo>
                  <a:lnTo>
                    <a:pt x="0" y="3483"/>
                  </a:lnTo>
                  <a:lnTo>
                    <a:pt x="8378" y="6440"/>
                  </a:lnTo>
                  <a:lnTo>
                    <a:pt x="8742" y="5409"/>
                  </a:lnTo>
                  <a:lnTo>
                    <a:pt x="7477" y="1252"/>
                  </a:lnTo>
                  <a:lnTo>
                    <a:pt x="4188" y="92"/>
                  </a:lnTo>
                  <a:cubicBezTo>
                    <a:pt x="4114" y="65"/>
                    <a:pt x="4041" y="32"/>
                    <a:pt x="3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7"/>
            <p:cNvSpPr/>
            <p:nvPr/>
          </p:nvSpPr>
          <p:spPr>
            <a:xfrm rot="961257">
              <a:off x="7612788" y="2680181"/>
              <a:ext cx="87729" cy="65353"/>
            </a:xfrm>
            <a:custGeom>
              <a:rect b="b" l="l" r="r" t="t"/>
              <a:pathLst>
                <a:path extrusionOk="0" h="2614" w="3509">
                  <a:moveTo>
                    <a:pt x="2205" y="0"/>
                  </a:moveTo>
                  <a:cubicBezTo>
                    <a:pt x="2104" y="0"/>
                    <a:pt x="2002" y="22"/>
                    <a:pt x="1905" y="68"/>
                  </a:cubicBezTo>
                  <a:lnTo>
                    <a:pt x="1" y="1362"/>
                  </a:lnTo>
                  <a:cubicBezTo>
                    <a:pt x="75" y="1393"/>
                    <a:pt x="146" y="1426"/>
                    <a:pt x="221" y="1453"/>
                  </a:cubicBezTo>
                  <a:lnTo>
                    <a:pt x="3509" y="2613"/>
                  </a:lnTo>
                  <a:lnTo>
                    <a:pt x="2836" y="397"/>
                  </a:lnTo>
                  <a:cubicBezTo>
                    <a:pt x="2716" y="147"/>
                    <a:pt x="2465" y="0"/>
                    <a:pt x="2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7"/>
            <p:cNvSpPr/>
            <p:nvPr/>
          </p:nvSpPr>
          <p:spPr>
            <a:xfrm rot="961257">
              <a:off x="7026643" y="3317795"/>
              <a:ext cx="251735" cy="223484"/>
            </a:xfrm>
            <a:custGeom>
              <a:rect b="b" l="l" r="r" t="t"/>
              <a:pathLst>
                <a:path extrusionOk="0" h="8939" w="10069">
                  <a:moveTo>
                    <a:pt x="5034" y="1"/>
                  </a:moveTo>
                  <a:cubicBezTo>
                    <a:pt x="3193" y="1"/>
                    <a:pt x="1470" y="1148"/>
                    <a:pt x="823" y="2983"/>
                  </a:cubicBezTo>
                  <a:cubicBezTo>
                    <a:pt x="1" y="5309"/>
                    <a:pt x="1220" y="7861"/>
                    <a:pt x="3547" y="8683"/>
                  </a:cubicBezTo>
                  <a:cubicBezTo>
                    <a:pt x="4039" y="8856"/>
                    <a:pt x="4541" y="8939"/>
                    <a:pt x="5035" y="8939"/>
                  </a:cubicBezTo>
                  <a:cubicBezTo>
                    <a:pt x="6876" y="8939"/>
                    <a:pt x="8599" y="7792"/>
                    <a:pt x="9247" y="5956"/>
                  </a:cubicBezTo>
                  <a:cubicBezTo>
                    <a:pt x="10068" y="3629"/>
                    <a:pt x="8848" y="1078"/>
                    <a:pt x="6521" y="257"/>
                  </a:cubicBezTo>
                  <a:cubicBezTo>
                    <a:pt x="6029" y="83"/>
                    <a:pt x="5527" y="1"/>
                    <a:pt x="5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7"/>
            <p:cNvSpPr/>
            <p:nvPr/>
          </p:nvSpPr>
          <p:spPr>
            <a:xfrm rot="961257">
              <a:off x="7049050" y="3422729"/>
              <a:ext cx="81828" cy="71303"/>
            </a:xfrm>
            <a:custGeom>
              <a:rect b="b" l="l" r="r" t="t"/>
              <a:pathLst>
                <a:path extrusionOk="0" h="2852" w="3273">
                  <a:moveTo>
                    <a:pt x="777" y="0"/>
                  </a:moveTo>
                  <a:cubicBezTo>
                    <a:pt x="703" y="0"/>
                    <a:pt x="621" y="39"/>
                    <a:pt x="522" y="129"/>
                  </a:cubicBezTo>
                  <a:cubicBezTo>
                    <a:pt x="1" y="605"/>
                    <a:pt x="78" y="1536"/>
                    <a:pt x="694" y="2214"/>
                  </a:cubicBezTo>
                  <a:cubicBezTo>
                    <a:pt x="1071" y="2629"/>
                    <a:pt x="1564" y="2851"/>
                    <a:pt x="2009" y="2851"/>
                  </a:cubicBezTo>
                  <a:cubicBezTo>
                    <a:pt x="2289" y="2851"/>
                    <a:pt x="2550" y="2763"/>
                    <a:pt x="2751" y="2581"/>
                  </a:cubicBezTo>
                  <a:cubicBezTo>
                    <a:pt x="3273" y="2105"/>
                    <a:pt x="2351" y="1942"/>
                    <a:pt x="1735" y="1266"/>
                  </a:cubicBezTo>
                  <a:cubicBezTo>
                    <a:pt x="1236" y="717"/>
                    <a:pt x="1091" y="0"/>
                    <a:pt x="777"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7"/>
            <p:cNvSpPr/>
            <p:nvPr/>
          </p:nvSpPr>
          <p:spPr>
            <a:xfrm rot="961257">
              <a:off x="7122303" y="3491912"/>
              <a:ext cx="15001" cy="13326"/>
            </a:xfrm>
            <a:custGeom>
              <a:rect b="b" l="l" r="r" t="t"/>
              <a:pathLst>
                <a:path extrusionOk="0" h="533" w="600">
                  <a:moveTo>
                    <a:pt x="298" y="1"/>
                  </a:moveTo>
                  <a:cubicBezTo>
                    <a:pt x="188" y="1"/>
                    <a:pt x="86" y="68"/>
                    <a:pt x="49" y="177"/>
                  </a:cubicBezTo>
                  <a:cubicBezTo>
                    <a:pt x="1" y="316"/>
                    <a:pt x="73" y="469"/>
                    <a:pt x="211" y="517"/>
                  </a:cubicBezTo>
                  <a:cubicBezTo>
                    <a:pt x="240" y="528"/>
                    <a:pt x="271" y="533"/>
                    <a:pt x="300" y="533"/>
                  </a:cubicBezTo>
                  <a:cubicBezTo>
                    <a:pt x="410" y="533"/>
                    <a:pt x="512" y="465"/>
                    <a:pt x="551" y="354"/>
                  </a:cubicBezTo>
                  <a:cubicBezTo>
                    <a:pt x="599" y="216"/>
                    <a:pt x="528" y="63"/>
                    <a:pt x="388" y="16"/>
                  </a:cubicBezTo>
                  <a:cubicBezTo>
                    <a:pt x="358" y="5"/>
                    <a:pt x="328" y="1"/>
                    <a:pt x="298"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7"/>
            <p:cNvSpPr/>
            <p:nvPr/>
          </p:nvSpPr>
          <p:spPr>
            <a:xfrm rot="961257">
              <a:off x="7136681" y="2732276"/>
              <a:ext cx="468419" cy="780982"/>
            </a:xfrm>
            <a:custGeom>
              <a:rect b="b" l="l" r="r" t="t"/>
              <a:pathLst>
                <a:path extrusionOk="0" h="31238" w="18736">
                  <a:moveTo>
                    <a:pt x="9931" y="0"/>
                  </a:moveTo>
                  <a:lnTo>
                    <a:pt x="0" y="28129"/>
                  </a:lnTo>
                  <a:lnTo>
                    <a:pt x="8805" y="31237"/>
                  </a:lnTo>
                  <a:lnTo>
                    <a:pt x="18735" y="3108"/>
                  </a:lnTo>
                  <a:lnTo>
                    <a:pt x="993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7"/>
            <p:cNvSpPr/>
            <p:nvPr/>
          </p:nvSpPr>
          <p:spPr>
            <a:xfrm rot="961257">
              <a:off x="7216480" y="2760427"/>
              <a:ext cx="308813" cy="724680"/>
            </a:xfrm>
            <a:custGeom>
              <a:rect b="b" l="l" r="r" t="t"/>
              <a:pathLst>
                <a:path extrusionOk="0" h="28986" w="12352">
                  <a:moveTo>
                    <a:pt x="9931" y="0"/>
                  </a:moveTo>
                  <a:lnTo>
                    <a:pt x="0" y="28131"/>
                  </a:lnTo>
                  <a:lnTo>
                    <a:pt x="2421" y="28985"/>
                  </a:lnTo>
                  <a:lnTo>
                    <a:pt x="12351" y="855"/>
                  </a:lnTo>
                  <a:lnTo>
                    <a:pt x="99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7"/>
            <p:cNvSpPr/>
            <p:nvPr/>
          </p:nvSpPr>
          <p:spPr>
            <a:xfrm rot="961257">
              <a:off x="7485093" y="2677233"/>
              <a:ext cx="226884" cy="168807"/>
            </a:xfrm>
            <a:custGeom>
              <a:rect b="b" l="l" r="r" t="t"/>
              <a:pathLst>
                <a:path extrusionOk="0" h="6752" w="9075">
                  <a:moveTo>
                    <a:pt x="4158" y="333"/>
                  </a:moveTo>
                  <a:cubicBezTo>
                    <a:pt x="4208" y="355"/>
                    <a:pt x="4258" y="376"/>
                    <a:pt x="4311" y="393"/>
                  </a:cubicBezTo>
                  <a:lnTo>
                    <a:pt x="7526" y="1528"/>
                  </a:lnTo>
                  <a:lnTo>
                    <a:pt x="8752" y="5560"/>
                  </a:lnTo>
                  <a:lnTo>
                    <a:pt x="8458" y="6399"/>
                  </a:lnTo>
                  <a:lnTo>
                    <a:pt x="372" y="3544"/>
                  </a:lnTo>
                  <a:lnTo>
                    <a:pt x="668" y="2707"/>
                  </a:lnTo>
                  <a:lnTo>
                    <a:pt x="4158" y="333"/>
                  </a:lnTo>
                  <a:close/>
                  <a:moveTo>
                    <a:pt x="4145" y="0"/>
                  </a:moveTo>
                  <a:cubicBezTo>
                    <a:pt x="4115" y="0"/>
                    <a:pt x="4084" y="9"/>
                    <a:pt x="4058" y="28"/>
                  </a:cubicBezTo>
                  <a:lnTo>
                    <a:pt x="453" y="2478"/>
                  </a:lnTo>
                  <a:cubicBezTo>
                    <a:pt x="426" y="2497"/>
                    <a:pt x="405" y="2524"/>
                    <a:pt x="393" y="2554"/>
                  </a:cubicBezTo>
                  <a:lnTo>
                    <a:pt x="29" y="3587"/>
                  </a:lnTo>
                  <a:cubicBezTo>
                    <a:pt x="0" y="3667"/>
                    <a:pt x="43" y="3757"/>
                    <a:pt x="125" y="3786"/>
                  </a:cubicBezTo>
                  <a:lnTo>
                    <a:pt x="8500" y="6743"/>
                  </a:lnTo>
                  <a:cubicBezTo>
                    <a:pt x="8519" y="6749"/>
                    <a:pt x="8535" y="6752"/>
                    <a:pt x="8552" y="6752"/>
                  </a:cubicBezTo>
                  <a:cubicBezTo>
                    <a:pt x="8573" y="6752"/>
                    <a:pt x="8598" y="6746"/>
                    <a:pt x="8622" y="6733"/>
                  </a:cubicBezTo>
                  <a:cubicBezTo>
                    <a:pt x="8658" y="6716"/>
                    <a:pt x="8686" y="6686"/>
                    <a:pt x="8700" y="6646"/>
                  </a:cubicBezTo>
                  <a:lnTo>
                    <a:pt x="9065" y="5614"/>
                  </a:lnTo>
                  <a:cubicBezTo>
                    <a:pt x="9075" y="5583"/>
                    <a:pt x="9075" y="5550"/>
                    <a:pt x="9066" y="5517"/>
                  </a:cubicBezTo>
                  <a:lnTo>
                    <a:pt x="7802" y="1361"/>
                  </a:lnTo>
                  <a:cubicBezTo>
                    <a:pt x="7787" y="1314"/>
                    <a:pt x="7752" y="1275"/>
                    <a:pt x="7706" y="1259"/>
                  </a:cubicBezTo>
                  <a:lnTo>
                    <a:pt x="4417" y="99"/>
                  </a:lnTo>
                  <a:cubicBezTo>
                    <a:pt x="4344" y="73"/>
                    <a:pt x="4277" y="43"/>
                    <a:pt x="4208" y="13"/>
                  </a:cubicBezTo>
                  <a:cubicBezTo>
                    <a:pt x="4188" y="5"/>
                    <a:pt x="4167" y="0"/>
                    <a:pt x="414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7"/>
            <p:cNvSpPr/>
            <p:nvPr/>
          </p:nvSpPr>
          <p:spPr>
            <a:xfrm rot="961257">
              <a:off x="7605982" y="2655836"/>
              <a:ext cx="95904" cy="73103"/>
            </a:xfrm>
            <a:custGeom>
              <a:rect b="b" l="l" r="r" t="t"/>
              <a:pathLst>
                <a:path extrusionOk="0" h="2924" w="3836">
                  <a:moveTo>
                    <a:pt x="2363" y="310"/>
                  </a:moveTo>
                  <a:cubicBezTo>
                    <a:pt x="2424" y="310"/>
                    <a:pt x="2486" y="320"/>
                    <a:pt x="2545" y="340"/>
                  </a:cubicBezTo>
                  <a:cubicBezTo>
                    <a:pt x="2681" y="389"/>
                    <a:pt x="2792" y="488"/>
                    <a:pt x="2845" y="596"/>
                  </a:cubicBezTo>
                  <a:lnTo>
                    <a:pt x="3430" y="2518"/>
                  </a:lnTo>
                  <a:lnTo>
                    <a:pt x="3430" y="2518"/>
                  </a:lnTo>
                  <a:lnTo>
                    <a:pt x="488" y="1481"/>
                  </a:lnTo>
                  <a:lnTo>
                    <a:pt x="2131" y="362"/>
                  </a:lnTo>
                  <a:cubicBezTo>
                    <a:pt x="2205" y="327"/>
                    <a:pt x="2284" y="310"/>
                    <a:pt x="2363" y="310"/>
                  </a:cubicBezTo>
                  <a:close/>
                  <a:moveTo>
                    <a:pt x="2373" y="1"/>
                  </a:moveTo>
                  <a:cubicBezTo>
                    <a:pt x="2242" y="1"/>
                    <a:pt x="2108" y="31"/>
                    <a:pt x="1978" y="95"/>
                  </a:cubicBezTo>
                  <a:lnTo>
                    <a:pt x="73" y="1388"/>
                  </a:lnTo>
                  <a:cubicBezTo>
                    <a:pt x="28" y="1419"/>
                    <a:pt x="0" y="1475"/>
                    <a:pt x="6" y="1531"/>
                  </a:cubicBezTo>
                  <a:cubicBezTo>
                    <a:pt x="12" y="1588"/>
                    <a:pt x="45" y="1635"/>
                    <a:pt x="98" y="1659"/>
                  </a:cubicBezTo>
                  <a:cubicBezTo>
                    <a:pt x="172" y="1693"/>
                    <a:pt x="249" y="1725"/>
                    <a:pt x="328" y="1753"/>
                  </a:cubicBezTo>
                  <a:lnTo>
                    <a:pt x="3615" y="2915"/>
                  </a:lnTo>
                  <a:cubicBezTo>
                    <a:pt x="3634" y="2919"/>
                    <a:pt x="3650" y="2924"/>
                    <a:pt x="3667" y="2924"/>
                  </a:cubicBezTo>
                  <a:cubicBezTo>
                    <a:pt x="3707" y="2924"/>
                    <a:pt x="3744" y="2908"/>
                    <a:pt x="3777" y="2879"/>
                  </a:cubicBezTo>
                  <a:cubicBezTo>
                    <a:pt x="3820" y="2839"/>
                    <a:pt x="3835" y="2777"/>
                    <a:pt x="3817" y="2722"/>
                  </a:cubicBezTo>
                  <a:lnTo>
                    <a:pt x="3135" y="483"/>
                  </a:lnTo>
                  <a:cubicBezTo>
                    <a:pt x="3037" y="278"/>
                    <a:pt x="2865" y="125"/>
                    <a:pt x="2649" y="47"/>
                  </a:cubicBezTo>
                  <a:cubicBezTo>
                    <a:pt x="2560" y="16"/>
                    <a:pt x="2467" y="1"/>
                    <a:pt x="2373"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7"/>
            <p:cNvSpPr/>
            <p:nvPr/>
          </p:nvSpPr>
          <p:spPr>
            <a:xfrm rot="961257">
              <a:off x="7009519" y="3363694"/>
              <a:ext cx="239885" cy="156706"/>
            </a:xfrm>
            <a:custGeom>
              <a:rect b="b" l="l" r="r" t="t"/>
              <a:pathLst>
                <a:path extrusionOk="0" h="6268" w="9595">
                  <a:moveTo>
                    <a:pt x="996" y="0"/>
                  </a:moveTo>
                  <a:cubicBezTo>
                    <a:pt x="932" y="0"/>
                    <a:pt x="872" y="40"/>
                    <a:pt x="849" y="103"/>
                  </a:cubicBezTo>
                  <a:cubicBezTo>
                    <a:pt x="0" y="2507"/>
                    <a:pt x="1265" y="5153"/>
                    <a:pt x="3670" y="6000"/>
                  </a:cubicBezTo>
                  <a:cubicBezTo>
                    <a:pt x="4173" y="6179"/>
                    <a:pt x="4694" y="6267"/>
                    <a:pt x="5213" y="6267"/>
                  </a:cubicBezTo>
                  <a:cubicBezTo>
                    <a:pt x="5893" y="6267"/>
                    <a:pt x="6570" y="6114"/>
                    <a:pt x="7202" y="5813"/>
                  </a:cubicBezTo>
                  <a:cubicBezTo>
                    <a:pt x="8316" y="5281"/>
                    <a:pt x="9156" y="4347"/>
                    <a:pt x="9566" y="3182"/>
                  </a:cubicBezTo>
                  <a:cubicBezTo>
                    <a:pt x="9595" y="3102"/>
                    <a:pt x="9552" y="3012"/>
                    <a:pt x="9472" y="2984"/>
                  </a:cubicBezTo>
                  <a:cubicBezTo>
                    <a:pt x="9455" y="2978"/>
                    <a:pt x="9438" y="2975"/>
                    <a:pt x="9421" y="2975"/>
                  </a:cubicBezTo>
                  <a:cubicBezTo>
                    <a:pt x="9357" y="2975"/>
                    <a:pt x="9296" y="3015"/>
                    <a:pt x="9274" y="3078"/>
                  </a:cubicBezTo>
                  <a:cubicBezTo>
                    <a:pt x="8889" y="4164"/>
                    <a:pt x="8108" y="5036"/>
                    <a:pt x="7067" y="5533"/>
                  </a:cubicBezTo>
                  <a:cubicBezTo>
                    <a:pt x="6479" y="5814"/>
                    <a:pt x="5847" y="5956"/>
                    <a:pt x="5212" y="5956"/>
                  </a:cubicBezTo>
                  <a:cubicBezTo>
                    <a:pt x="4728" y="5956"/>
                    <a:pt x="4242" y="5874"/>
                    <a:pt x="3773" y="5707"/>
                  </a:cubicBezTo>
                  <a:cubicBezTo>
                    <a:pt x="1529" y="4917"/>
                    <a:pt x="350" y="2448"/>
                    <a:pt x="1142" y="206"/>
                  </a:cubicBezTo>
                  <a:cubicBezTo>
                    <a:pt x="1171" y="126"/>
                    <a:pt x="1128" y="38"/>
                    <a:pt x="1048" y="9"/>
                  </a:cubicBezTo>
                  <a:cubicBezTo>
                    <a:pt x="1031" y="3"/>
                    <a:pt x="1013" y="0"/>
                    <a:pt x="99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7"/>
            <p:cNvSpPr/>
            <p:nvPr/>
          </p:nvSpPr>
          <p:spPr>
            <a:xfrm rot="961257">
              <a:off x="7129670" y="2707866"/>
              <a:ext cx="476744" cy="788682"/>
            </a:xfrm>
            <a:custGeom>
              <a:rect b="b" l="l" r="r" t="t"/>
              <a:pathLst>
                <a:path extrusionOk="0" h="31546" w="19069">
                  <a:moveTo>
                    <a:pt x="10199" y="354"/>
                  </a:moveTo>
                  <a:lnTo>
                    <a:pt x="18711" y="3359"/>
                  </a:lnTo>
                  <a:lnTo>
                    <a:pt x="8883" y="31194"/>
                  </a:lnTo>
                  <a:lnTo>
                    <a:pt x="373" y="28191"/>
                  </a:lnTo>
                  <a:lnTo>
                    <a:pt x="10199" y="354"/>
                  </a:lnTo>
                  <a:close/>
                  <a:moveTo>
                    <a:pt x="10105" y="0"/>
                  </a:moveTo>
                  <a:cubicBezTo>
                    <a:pt x="10082" y="0"/>
                    <a:pt x="10059" y="5"/>
                    <a:pt x="10038" y="16"/>
                  </a:cubicBezTo>
                  <a:cubicBezTo>
                    <a:pt x="10002" y="33"/>
                    <a:pt x="9974" y="64"/>
                    <a:pt x="9959" y="103"/>
                  </a:cubicBezTo>
                  <a:lnTo>
                    <a:pt x="29" y="28231"/>
                  </a:lnTo>
                  <a:cubicBezTo>
                    <a:pt x="0" y="28312"/>
                    <a:pt x="43" y="28401"/>
                    <a:pt x="123" y="28429"/>
                  </a:cubicBezTo>
                  <a:lnTo>
                    <a:pt x="8926" y="31537"/>
                  </a:lnTo>
                  <a:cubicBezTo>
                    <a:pt x="8945" y="31543"/>
                    <a:pt x="8961" y="31546"/>
                    <a:pt x="8978" y="31546"/>
                  </a:cubicBezTo>
                  <a:cubicBezTo>
                    <a:pt x="9041" y="31546"/>
                    <a:pt x="9102" y="31507"/>
                    <a:pt x="9125" y="31441"/>
                  </a:cubicBezTo>
                  <a:lnTo>
                    <a:pt x="19055" y="3312"/>
                  </a:lnTo>
                  <a:cubicBezTo>
                    <a:pt x="19068" y="3275"/>
                    <a:pt x="19065" y="3232"/>
                    <a:pt x="19048" y="3195"/>
                  </a:cubicBezTo>
                  <a:cubicBezTo>
                    <a:pt x="19030" y="3159"/>
                    <a:pt x="19000" y="3131"/>
                    <a:pt x="18961" y="3116"/>
                  </a:cubicBezTo>
                  <a:lnTo>
                    <a:pt x="10157" y="9"/>
                  </a:lnTo>
                  <a:cubicBezTo>
                    <a:pt x="10140" y="3"/>
                    <a:pt x="10122" y="0"/>
                    <a:pt x="1010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7"/>
            <p:cNvSpPr/>
            <p:nvPr/>
          </p:nvSpPr>
          <p:spPr>
            <a:xfrm rot="961257">
              <a:off x="7209844" y="2736148"/>
              <a:ext cx="316763" cy="732355"/>
            </a:xfrm>
            <a:custGeom>
              <a:rect b="b" l="l" r="r" t="t"/>
              <a:pathLst>
                <a:path extrusionOk="0" h="29293" w="12670">
                  <a:moveTo>
                    <a:pt x="10182" y="350"/>
                  </a:moveTo>
                  <a:lnTo>
                    <a:pt x="12311" y="1102"/>
                  </a:lnTo>
                  <a:lnTo>
                    <a:pt x="2483" y="28937"/>
                  </a:lnTo>
                  <a:lnTo>
                    <a:pt x="354" y="28186"/>
                  </a:lnTo>
                  <a:lnTo>
                    <a:pt x="10182" y="350"/>
                  </a:lnTo>
                  <a:close/>
                  <a:moveTo>
                    <a:pt x="10088" y="0"/>
                  </a:moveTo>
                  <a:cubicBezTo>
                    <a:pt x="10065" y="0"/>
                    <a:pt x="10042" y="5"/>
                    <a:pt x="10020" y="16"/>
                  </a:cubicBezTo>
                  <a:cubicBezTo>
                    <a:pt x="9985" y="33"/>
                    <a:pt x="9956" y="64"/>
                    <a:pt x="9942" y="103"/>
                  </a:cubicBezTo>
                  <a:lnTo>
                    <a:pt x="12" y="28231"/>
                  </a:lnTo>
                  <a:cubicBezTo>
                    <a:pt x="0" y="28271"/>
                    <a:pt x="2" y="28314"/>
                    <a:pt x="19" y="28351"/>
                  </a:cubicBezTo>
                  <a:cubicBezTo>
                    <a:pt x="37" y="28386"/>
                    <a:pt x="67" y="28415"/>
                    <a:pt x="107" y="28429"/>
                  </a:cubicBezTo>
                  <a:lnTo>
                    <a:pt x="2526" y="29284"/>
                  </a:lnTo>
                  <a:cubicBezTo>
                    <a:pt x="2545" y="29288"/>
                    <a:pt x="2561" y="29292"/>
                    <a:pt x="2579" y="29292"/>
                  </a:cubicBezTo>
                  <a:cubicBezTo>
                    <a:pt x="2643" y="29292"/>
                    <a:pt x="2702" y="29251"/>
                    <a:pt x="2726" y="29188"/>
                  </a:cubicBezTo>
                  <a:lnTo>
                    <a:pt x="12657" y="1060"/>
                  </a:lnTo>
                  <a:cubicBezTo>
                    <a:pt x="12670" y="1023"/>
                    <a:pt x="12668" y="980"/>
                    <a:pt x="12650" y="943"/>
                  </a:cubicBezTo>
                  <a:cubicBezTo>
                    <a:pt x="12632" y="907"/>
                    <a:pt x="12602" y="879"/>
                    <a:pt x="12562" y="864"/>
                  </a:cubicBezTo>
                  <a:lnTo>
                    <a:pt x="10141" y="8"/>
                  </a:lnTo>
                  <a:cubicBezTo>
                    <a:pt x="10123" y="3"/>
                    <a:pt x="10105" y="0"/>
                    <a:pt x="1008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3" name="Shape 2683"/>
        <p:cNvGrpSpPr/>
        <p:nvPr/>
      </p:nvGrpSpPr>
      <p:grpSpPr>
        <a:xfrm>
          <a:off x="0" y="0"/>
          <a:ext cx="0" cy="0"/>
          <a:chOff x="0" y="0"/>
          <a:chExt cx="0" cy="0"/>
        </a:xfrm>
      </p:grpSpPr>
      <p:sp>
        <p:nvSpPr>
          <p:cNvPr id="2684" name="Google Shape;2684;p48"/>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gathering the </a:t>
            </a:r>
            <a:r>
              <a:rPr b="1" lang="en">
                <a:solidFill>
                  <a:schemeClr val="accent4"/>
                </a:solidFill>
              </a:rPr>
              <a:t>data</a:t>
            </a:r>
            <a:r>
              <a:rPr lang="en">
                <a:solidFill>
                  <a:schemeClr val="accent4"/>
                </a:solidFill>
              </a:rPr>
              <a:t> </a:t>
            </a:r>
            <a:endParaRPr/>
          </a:p>
        </p:txBody>
      </p:sp>
      <p:sp>
        <p:nvSpPr>
          <p:cNvPr id="2685" name="Google Shape;2685;p48"/>
          <p:cNvSpPr txBox="1"/>
          <p:nvPr>
            <p:ph idx="1" type="subTitle"/>
          </p:nvPr>
        </p:nvSpPr>
        <p:spPr>
          <a:xfrm>
            <a:off x="7084550" y="4208775"/>
            <a:ext cx="913800" cy="394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hlink"/>
                </a:solidFill>
              </a:rPr>
              <a:t>Progress:</a:t>
            </a:r>
            <a:endParaRPr/>
          </a:p>
        </p:txBody>
      </p:sp>
      <p:grpSp>
        <p:nvGrpSpPr>
          <p:cNvPr id="2686" name="Google Shape;2686;p48"/>
          <p:cNvGrpSpPr/>
          <p:nvPr/>
        </p:nvGrpSpPr>
        <p:grpSpPr>
          <a:xfrm>
            <a:off x="8085513" y="4172444"/>
            <a:ext cx="331441" cy="416651"/>
            <a:chOff x="8085513" y="4172444"/>
            <a:chExt cx="331441" cy="416651"/>
          </a:xfrm>
        </p:grpSpPr>
        <p:sp>
          <p:nvSpPr>
            <p:cNvPr id="2687" name="Google Shape;2687;p48"/>
            <p:cNvSpPr/>
            <p:nvPr/>
          </p:nvSpPr>
          <p:spPr>
            <a:xfrm>
              <a:off x="8360624" y="4354535"/>
              <a:ext cx="50080" cy="74182"/>
            </a:xfrm>
            <a:custGeom>
              <a:rect b="b" l="l" r="r" t="t"/>
              <a:pathLst>
                <a:path extrusionOk="0" h="5691" w="3842">
                  <a:moveTo>
                    <a:pt x="420" y="1"/>
                  </a:moveTo>
                  <a:lnTo>
                    <a:pt x="1" y="5690"/>
                  </a:lnTo>
                  <a:lnTo>
                    <a:pt x="277" y="5690"/>
                  </a:lnTo>
                  <a:cubicBezTo>
                    <a:pt x="2246" y="5690"/>
                    <a:pt x="3840" y="4096"/>
                    <a:pt x="3842" y="2129"/>
                  </a:cubicBezTo>
                  <a:lnTo>
                    <a:pt x="3842" y="1919"/>
                  </a:lnTo>
                  <a:cubicBezTo>
                    <a:pt x="3842" y="859"/>
                    <a:pt x="2982" y="1"/>
                    <a:pt x="1925" y="1"/>
                  </a:cubicBez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8"/>
            <p:cNvSpPr/>
            <p:nvPr/>
          </p:nvSpPr>
          <p:spPr>
            <a:xfrm>
              <a:off x="8091587" y="4354535"/>
              <a:ext cx="50107" cy="74182"/>
            </a:xfrm>
            <a:custGeom>
              <a:rect b="b" l="l" r="r" t="t"/>
              <a:pathLst>
                <a:path extrusionOk="0" h="5691" w="3844">
                  <a:moveTo>
                    <a:pt x="1918" y="1"/>
                  </a:moveTo>
                  <a:cubicBezTo>
                    <a:pt x="860" y="1"/>
                    <a:pt x="1" y="859"/>
                    <a:pt x="1" y="1919"/>
                  </a:cubicBezTo>
                  <a:lnTo>
                    <a:pt x="1" y="2129"/>
                  </a:lnTo>
                  <a:cubicBezTo>
                    <a:pt x="1" y="4096"/>
                    <a:pt x="1598" y="5690"/>
                    <a:pt x="3565" y="5690"/>
                  </a:cubicBezTo>
                  <a:lnTo>
                    <a:pt x="3844" y="5690"/>
                  </a:lnTo>
                  <a:lnTo>
                    <a:pt x="3423" y="1"/>
                  </a:ln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8"/>
            <p:cNvSpPr/>
            <p:nvPr/>
          </p:nvSpPr>
          <p:spPr>
            <a:xfrm>
              <a:off x="8145853" y="4515626"/>
              <a:ext cx="210567" cy="67443"/>
            </a:xfrm>
            <a:custGeom>
              <a:rect b="b" l="l" r="r" t="t"/>
              <a:pathLst>
                <a:path extrusionOk="0" h="5174" w="16154">
                  <a:moveTo>
                    <a:pt x="3516" y="0"/>
                  </a:moveTo>
                  <a:lnTo>
                    <a:pt x="3516" y="1630"/>
                  </a:lnTo>
                  <a:cubicBezTo>
                    <a:pt x="3516" y="2539"/>
                    <a:pt x="2995" y="3368"/>
                    <a:pt x="2175" y="3761"/>
                  </a:cubicBezTo>
                  <a:lnTo>
                    <a:pt x="247" y="4687"/>
                  </a:lnTo>
                  <a:cubicBezTo>
                    <a:pt x="1" y="4804"/>
                    <a:pt x="85" y="5173"/>
                    <a:pt x="358" y="5173"/>
                  </a:cubicBezTo>
                  <a:lnTo>
                    <a:pt x="15798" y="5173"/>
                  </a:lnTo>
                  <a:cubicBezTo>
                    <a:pt x="16070" y="5173"/>
                    <a:pt x="16154" y="4804"/>
                    <a:pt x="15910" y="4687"/>
                  </a:cubicBezTo>
                  <a:lnTo>
                    <a:pt x="13981" y="3761"/>
                  </a:lnTo>
                  <a:cubicBezTo>
                    <a:pt x="13162" y="3368"/>
                    <a:pt x="12640" y="2539"/>
                    <a:pt x="12640" y="1630"/>
                  </a:cubicBezTo>
                  <a:lnTo>
                    <a:pt x="12640" y="0"/>
                  </a:lnTo>
                  <a:cubicBezTo>
                    <a:pt x="11040" y="1094"/>
                    <a:pt x="9275" y="1719"/>
                    <a:pt x="8078" y="1719"/>
                  </a:cubicBezTo>
                  <a:cubicBezTo>
                    <a:pt x="6881" y="1719"/>
                    <a:pt x="5115" y="1094"/>
                    <a:pt x="3516" y="0"/>
                  </a:cubicBez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8"/>
            <p:cNvSpPr/>
            <p:nvPr/>
          </p:nvSpPr>
          <p:spPr>
            <a:xfrm>
              <a:off x="8129715" y="4208682"/>
              <a:ext cx="242855" cy="329355"/>
            </a:xfrm>
            <a:custGeom>
              <a:rect b="b" l="l" r="r" t="t"/>
              <a:pathLst>
                <a:path extrusionOk="0" h="25267" w="18631">
                  <a:moveTo>
                    <a:pt x="9316" y="0"/>
                  </a:moveTo>
                  <a:cubicBezTo>
                    <a:pt x="4111" y="0"/>
                    <a:pt x="0" y="4423"/>
                    <a:pt x="383" y="9616"/>
                  </a:cubicBezTo>
                  <a:lnTo>
                    <a:pt x="993" y="17887"/>
                  </a:lnTo>
                  <a:cubicBezTo>
                    <a:pt x="1315" y="22246"/>
                    <a:pt x="6690" y="25266"/>
                    <a:pt x="9317" y="25266"/>
                  </a:cubicBezTo>
                  <a:cubicBezTo>
                    <a:pt x="11946" y="25266"/>
                    <a:pt x="17321" y="22244"/>
                    <a:pt x="17643" y="17887"/>
                  </a:cubicBezTo>
                  <a:cubicBezTo>
                    <a:pt x="17640" y="17887"/>
                    <a:pt x="18248" y="9616"/>
                    <a:pt x="18248" y="9616"/>
                  </a:cubicBezTo>
                  <a:cubicBezTo>
                    <a:pt x="18630" y="4423"/>
                    <a:pt x="14522" y="0"/>
                    <a:pt x="9316" y="0"/>
                  </a:cubicBez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8"/>
            <p:cNvSpPr/>
            <p:nvPr/>
          </p:nvSpPr>
          <p:spPr>
            <a:xfrm>
              <a:off x="8193536" y="4214066"/>
              <a:ext cx="178149" cy="323946"/>
            </a:xfrm>
            <a:custGeom>
              <a:rect b="b" l="l" r="r" t="t"/>
              <a:pathLst>
                <a:path extrusionOk="0" h="24852" w="13667">
                  <a:moveTo>
                    <a:pt x="7123" y="0"/>
                  </a:moveTo>
                  <a:cubicBezTo>
                    <a:pt x="9573" y="1751"/>
                    <a:pt x="11094" y="4703"/>
                    <a:pt x="10856" y="7953"/>
                  </a:cubicBezTo>
                  <a:lnTo>
                    <a:pt x="10246" y="16222"/>
                  </a:lnTo>
                  <a:cubicBezTo>
                    <a:pt x="9924" y="20583"/>
                    <a:pt x="4549" y="23604"/>
                    <a:pt x="1922" y="23604"/>
                  </a:cubicBezTo>
                  <a:cubicBezTo>
                    <a:pt x="1376" y="23604"/>
                    <a:pt x="712" y="23473"/>
                    <a:pt x="0" y="23229"/>
                  </a:cubicBezTo>
                  <a:lnTo>
                    <a:pt x="0" y="23229"/>
                  </a:lnTo>
                  <a:cubicBezTo>
                    <a:pt x="1561" y="24264"/>
                    <a:pt x="3258" y="24852"/>
                    <a:pt x="4420" y="24852"/>
                  </a:cubicBezTo>
                  <a:cubicBezTo>
                    <a:pt x="7047" y="24852"/>
                    <a:pt x="12424" y="21830"/>
                    <a:pt x="12744" y="17471"/>
                  </a:cubicBezTo>
                  <a:lnTo>
                    <a:pt x="13354" y="9201"/>
                  </a:lnTo>
                  <a:cubicBezTo>
                    <a:pt x="13667" y="4951"/>
                    <a:pt x="10969" y="1217"/>
                    <a:pt x="7123"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8"/>
            <p:cNvSpPr/>
            <p:nvPr/>
          </p:nvSpPr>
          <p:spPr>
            <a:xfrm>
              <a:off x="8310398" y="4284079"/>
              <a:ext cx="34191" cy="48190"/>
            </a:xfrm>
            <a:custGeom>
              <a:rect b="b" l="l" r="r" t="t"/>
              <a:pathLst>
                <a:path extrusionOk="0" h="3697" w="2623">
                  <a:moveTo>
                    <a:pt x="351" y="1"/>
                  </a:moveTo>
                  <a:cubicBezTo>
                    <a:pt x="274" y="1"/>
                    <a:pt x="203" y="60"/>
                    <a:pt x="203" y="147"/>
                  </a:cubicBezTo>
                  <a:lnTo>
                    <a:pt x="203" y="3487"/>
                  </a:lnTo>
                  <a:cubicBezTo>
                    <a:pt x="203" y="3598"/>
                    <a:pt x="113" y="3690"/>
                    <a:pt x="1" y="3690"/>
                  </a:cubicBezTo>
                  <a:lnTo>
                    <a:pt x="1634" y="3697"/>
                  </a:lnTo>
                  <a:cubicBezTo>
                    <a:pt x="2186" y="3694"/>
                    <a:pt x="2622" y="3229"/>
                    <a:pt x="2586" y="2679"/>
                  </a:cubicBezTo>
                  <a:cubicBezTo>
                    <a:pt x="2526" y="1754"/>
                    <a:pt x="2285" y="864"/>
                    <a:pt x="1878" y="45"/>
                  </a:cubicBezTo>
                  <a:cubicBezTo>
                    <a:pt x="1713" y="151"/>
                    <a:pt x="1523" y="221"/>
                    <a:pt x="1318" y="244"/>
                  </a:cubicBezTo>
                  <a:cubicBezTo>
                    <a:pt x="1269" y="250"/>
                    <a:pt x="1220" y="252"/>
                    <a:pt x="1171" y="252"/>
                  </a:cubicBezTo>
                  <a:cubicBezTo>
                    <a:pt x="899" y="252"/>
                    <a:pt x="646" y="169"/>
                    <a:pt x="436" y="28"/>
                  </a:cubicBezTo>
                  <a:cubicBezTo>
                    <a:pt x="409" y="9"/>
                    <a:pt x="379" y="1"/>
                    <a:pt x="351" y="1"/>
                  </a:cubicBezTo>
                  <a:close/>
                </a:path>
              </a:pathLst>
            </a:custGeom>
            <a:solidFill>
              <a:srgbClr val="86F1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8"/>
            <p:cNvSpPr/>
            <p:nvPr/>
          </p:nvSpPr>
          <p:spPr>
            <a:xfrm>
              <a:off x="8159306" y="4253107"/>
              <a:ext cx="60730" cy="79149"/>
            </a:xfrm>
            <a:custGeom>
              <a:rect b="b" l="l" r="r" t="t"/>
              <a:pathLst>
                <a:path extrusionOk="0" h="6072" w="4659">
                  <a:moveTo>
                    <a:pt x="3265" y="0"/>
                  </a:moveTo>
                  <a:cubicBezTo>
                    <a:pt x="2991" y="0"/>
                    <a:pt x="2738" y="83"/>
                    <a:pt x="2526" y="227"/>
                  </a:cubicBezTo>
                  <a:cubicBezTo>
                    <a:pt x="2500" y="245"/>
                    <a:pt x="2471" y="252"/>
                    <a:pt x="2442" y="252"/>
                  </a:cubicBezTo>
                  <a:cubicBezTo>
                    <a:pt x="2430" y="252"/>
                    <a:pt x="2417" y="251"/>
                    <a:pt x="2405" y="248"/>
                  </a:cubicBezTo>
                  <a:cubicBezTo>
                    <a:pt x="2237" y="399"/>
                    <a:pt x="2074" y="560"/>
                    <a:pt x="1916" y="728"/>
                  </a:cubicBezTo>
                  <a:cubicBezTo>
                    <a:pt x="794" y="1936"/>
                    <a:pt x="144" y="3445"/>
                    <a:pt x="36" y="5055"/>
                  </a:cubicBezTo>
                  <a:cubicBezTo>
                    <a:pt x="0" y="5605"/>
                    <a:pt x="437" y="6071"/>
                    <a:pt x="988" y="6071"/>
                  </a:cubicBezTo>
                  <a:lnTo>
                    <a:pt x="2296" y="6063"/>
                  </a:lnTo>
                  <a:lnTo>
                    <a:pt x="2296" y="2521"/>
                  </a:lnTo>
                  <a:cubicBezTo>
                    <a:pt x="2296" y="2434"/>
                    <a:pt x="2368" y="2374"/>
                    <a:pt x="2445" y="2374"/>
                  </a:cubicBezTo>
                  <a:cubicBezTo>
                    <a:pt x="2474" y="2374"/>
                    <a:pt x="2503" y="2382"/>
                    <a:pt x="2530" y="2401"/>
                  </a:cubicBezTo>
                  <a:cubicBezTo>
                    <a:pt x="2740" y="2543"/>
                    <a:pt x="2993" y="2627"/>
                    <a:pt x="3266" y="2627"/>
                  </a:cubicBezTo>
                  <a:cubicBezTo>
                    <a:pt x="3314" y="2627"/>
                    <a:pt x="3363" y="2624"/>
                    <a:pt x="3413" y="2619"/>
                  </a:cubicBezTo>
                  <a:cubicBezTo>
                    <a:pt x="4015" y="2554"/>
                    <a:pt x="4505" y="2066"/>
                    <a:pt x="4571" y="1464"/>
                  </a:cubicBezTo>
                  <a:cubicBezTo>
                    <a:pt x="4658" y="670"/>
                    <a:pt x="4040" y="0"/>
                    <a:pt x="3265" y="0"/>
                  </a:cubicBezTo>
                  <a:close/>
                </a:path>
              </a:pathLst>
            </a:custGeom>
            <a:solidFill>
              <a:srgbClr val="86F1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8"/>
            <p:cNvSpPr/>
            <p:nvPr/>
          </p:nvSpPr>
          <p:spPr>
            <a:xfrm>
              <a:off x="8310398" y="4284079"/>
              <a:ext cx="34191" cy="48190"/>
            </a:xfrm>
            <a:custGeom>
              <a:rect b="b" l="l" r="r" t="t"/>
              <a:pathLst>
                <a:path extrusionOk="0" h="3697" w="2623">
                  <a:moveTo>
                    <a:pt x="351" y="1"/>
                  </a:moveTo>
                  <a:cubicBezTo>
                    <a:pt x="274" y="1"/>
                    <a:pt x="203" y="60"/>
                    <a:pt x="203" y="147"/>
                  </a:cubicBezTo>
                  <a:lnTo>
                    <a:pt x="203" y="3487"/>
                  </a:lnTo>
                  <a:cubicBezTo>
                    <a:pt x="203" y="3598"/>
                    <a:pt x="113" y="3690"/>
                    <a:pt x="1" y="3690"/>
                  </a:cubicBezTo>
                  <a:lnTo>
                    <a:pt x="1634" y="3697"/>
                  </a:lnTo>
                  <a:cubicBezTo>
                    <a:pt x="2186" y="3694"/>
                    <a:pt x="2622" y="3229"/>
                    <a:pt x="2586" y="2679"/>
                  </a:cubicBezTo>
                  <a:cubicBezTo>
                    <a:pt x="2526" y="1754"/>
                    <a:pt x="2285" y="864"/>
                    <a:pt x="1878" y="45"/>
                  </a:cubicBezTo>
                  <a:cubicBezTo>
                    <a:pt x="1713" y="151"/>
                    <a:pt x="1523" y="221"/>
                    <a:pt x="1318" y="244"/>
                  </a:cubicBezTo>
                  <a:cubicBezTo>
                    <a:pt x="1269" y="250"/>
                    <a:pt x="1220" y="252"/>
                    <a:pt x="1171" y="252"/>
                  </a:cubicBezTo>
                  <a:cubicBezTo>
                    <a:pt x="899" y="252"/>
                    <a:pt x="646" y="169"/>
                    <a:pt x="436" y="28"/>
                  </a:cubicBezTo>
                  <a:cubicBezTo>
                    <a:pt x="409" y="9"/>
                    <a:pt x="379"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8"/>
            <p:cNvSpPr/>
            <p:nvPr/>
          </p:nvSpPr>
          <p:spPr>
            <a:xfrm>
              <a:off x="8159306" y="4253107"/>
              <a:ext cx="60730" cy="79149"/>
            </a:xfrm>
            <a:custGeom>
              <a:rect b="b" l="l" r="r" t="t"/>
              <a:pathLst>
                <a:path extrusionOk="0" h="6072" w="4659">
                  <a:moveTo>
                    <a:pt x="3265" y="0"/>
                  </a:moveTo>
                  <a:cubicBezTo>
                    <a:pt x="2991" y="0"/>
                    <a:pt x="2738" y="83"/>
                    <a:pt x="2526" y="227"/>
                  </a:cubicBezTo>
                  <a:cubicBezTo>
                    <a:pt x="2500" y="245"/>
                    <a:pt x="2471" y="252"/>
                    <a:pt x="2442" y="252"/>
                  </a:cubicBezTo>
                  <a:cubicBezTo>
                    <a:pt x="2430" y="252"/>
                    <a:pt x="2417" y="251"/>
                    <a:pt x="2405" y="248"/>
                  </a:cubicBezTo>
                  <a:cubicBezTo>
                    <a:pt x="2237" y="399"/>
                    <a:pt x="2074" y="560"/>
                    <a:pt x="1916" y="728"/>
                  </a:cubicBezTo>
                  <a:cubicBezTo>
                    <a:pt x="794" y="1936"/>
                    <a:pt x="144" y="3445"/>
                    <a:pt x="36" y="5055"/>
                  </a:cubicBezTo>
                  <a:cubicBezTo>
                    <a:pt x="0" y="5605"/>
                    <a:pt x="437" y="6071"/>
                    <a:pt x="988" y="6071"/>
                  </a:cubicBezTo>
                  <a:lnTo>
                    <a:pt x="2296" y="6063"/>
                  </a:lnTo>
                  <a:lnTo>
                    <a:pt x="2296" y="2521"/>
                  </a:lnTo>
                  <a:cubicBezTo>
                    <a:pt x="2296" y="2434"/>
                    <a:pt x="2368" y="2374"/>
                    <a:pt x="2445" y="2374"/>
                  </a:cubicBezTo>
                  <a:cubicBezTo>
                    <a:pt x="2474" y="2374"/>
                    <a:pt x="2503" y="2382"/>
                    <a:pt x="2530" y="2401"/>
                  </a:cubicBezTo>
                  <a:cubicBezTo>
                    <a:pt x="2740" y="2543"/>
                    <a:pt x="2993" y="2627"/>
                    <a:pt x="3266" y="2627"/>
                  </a:cubicBezTo>
                  <a:cubicBezTo>
                    <a:pt x="3314" y="2627"/>
                    <a:pt x="3363" y="2624"/>
                    <a:pt x="3413" y="2619"/>
                  </a:cubicBezTo>
                  <a:cubicBezTo>
                    <a:pt x="4015" y="2554"/>
                    <a:pt x="4505" y="2066"/>
                    <a:pt x="4571" y="1464"/>
                  </a:cubicBezTo>
                  <a:cubicBezTo>
                    <a:pt x="4658" y="670"/>
                    <a:pt x="4040" y="0"/>
                    <a:pt x="3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8"/>
            <p:cNvSpPr/>
            <p:nvPr/>
          </p:nvSpPr>
          <p:spPr>
            <a:xfrm>
              <a:off x="8159319" y="4299604"/>
              <a:ext cx="29928" cy="32653"/>
            </a:xfrm>
            <a:custGeom>
              <a:rect b="b" l="l" r="r" t="t"/>
              <a:pathLst>
                <a:path extrusionOk="0" h="2505" w="2296">
                  <a:moveTo>
                    <a:pt x="2295" y="0"/>
                  </a:moveTo>
                  <a:lnTo>
                    <a:pt x="298" y="3"/>
                  </a:lnTo>
                  <a:cubicBezTo>
                    <a:pt x="157" y="484"/>
                    <a:pt x="71" y="982"/>
                    <a:pt x="37" y="1488"/>
                  </a:cubicBezTo>
                  <a:cubicBezTo>
                    <a:pt x="1" y="2038"/>
                    <a:pt x="437" y="2504"/>
                    <a:pt x="988" y="2504"/>
                  </a:cubicBezTo>
                  <a:lnTo>
                    <a:pt x="2295" y="2497"/>
                  </a:lnTo>
                  <a:lnTo>
                    <a:pt x="2295" y="0"/>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8"/>
            <p:cNvSpPr/>
            <p:nvPr/>
          </p:nvSpPr>
          <p:spPr>
            <a:xfrm>
              <a:off x="8189235" y="4178571"/>
              <a:ext cx="154595" cy="153565"/>
            </a:xfrm>
            <a:custGeom>
              <a:rect b="b" l="l" r="r" t="t"/>
              <a:pathLst>
                <a:path extrusionOk="0" h="11781" w="11860">
                  <a:moveTo>
                    <a:pt x="4750" y="0"/>
                  </a:moveTo>
                  <a:cubicBezTo>
                    <a:pt x="4024" y="0"/>
                    <a:pt x="3435" y="588"/>
                    <a:pt x="3435" y="1314"/>
                  </a:cubicBezTo>
                  <a:cubicBezTo>
                    <a:pt x="3435" y="1588"/>
                    <a:pt x="3520" y="1842"/>
                    <a:pt x="3664" y="2053"/>
                  </a:cubicBezTo>
                  <a:cubicBezTo>
                    <a:pt x="3730" y="2149"/>
                    <a:pt x="3659" y="2283"/>
                    <a:pt x="3542" y="2283"/>
                  </a:cubicBezTo>
                  <a:lnTo>
                    <a:pt x="0" y="2283"/>
                  </a:lnTo>
                  <a:lnTo>
                    <a:pt x="0" y="5823"/>
                  </a:lnTo>
                  <a:cubicBezTo>
                    <a:pt x="0" y="5910"/>
                    <a:pt x="70" y="5970"/>
                    <a:pt x="147" y="5970"/>
                  </a:cubicBezTo>
                  <a:cubicBezTo>
                    <a:pt x="175" y="5970"/>
                    <a:pt x="203" y="5962"/>
                    <a:pt x="230" y="5945"/>
                  </a:cubicBezTo>
                  <a:cubicBezTo>
                    <a:pt x="442" y="5801"/>
                    <a:pt x="695" y="5718"/>
                    <a:pt x="969" y="5718"/>
                  </a:cubicBezTo>
                  <a:cubicBezTo>
                    <a:pt x="1744" y="5718"/>
                    <a:pt x="2362" y="6388"/>
                    <a:pt x="2275" y="7182"/>
                  </a:cubicBezTo>
                  <a:cubicBezTo>
                    <a:pt x="2209" y="7784"/>
                    <a:pt x="1719" y="8272"/>
                    <a:pt x="1117" y="8337"/>
                  </a:cubicBezTo>
                  <a:cubicBezTo>
                    <a:pt x="1067" y="8342"/>
                    <a:pt x="1018" y="8345"/>
                    <a:pt x="970" y="8345"/>
                  </a:cubicBezTo>
                  <a:cubicBezTo>
                    <a:pt x="697" y="8345"/>
                    <a:pt x="444" y="8261"/>
                    <a:pt x="234" y="8119"/>
                  </a:cubicBezTo>
                  <a:cubicBezTo>
                    <a:pt x="207" y="8100"/>
                    <a:pt x="178" y="8092"/>
                    <a:pt x="149" y="8092"/>
                  </a:cubicBezTo>
                  <a:cubicBezTo>
                    <a:pt x="72" y="8092"/>
                    <a:pt x="0" y="8152"/>
                    <a:pt x="0" y="8239"/>
                  </a:cubicBezTo>
                  <a:lnTo>
                    <a:pt x="0" y="11781"/>
                  </a:lnTo>
                  <a:lnTo>
                    <a:pt x="9297" y="11781"/>
                  </a:lnTo>
                  <a:cubicBezTo>
                    <a:pt x="9409" y="11781"/>
                    <a:pt x="9500" y="11689"/>
                    <a:pt x="9500" y="11577"/>
                  </a:cubicBezTo>
                  <a:lnTo>
                    <a:pt x="9500" y="8238"/>
                  </a:lnTo>
                  <a:cubicBezTo>
                    <a:pt x="9500" y="8150"/>
                    <a:pt x="9571" y="8091"/>
                    <a:pt x="9647" y="8091"/>
                  </a:cubicBezTo>
                  <a:cubicBezTo>
                    <a:pt x="9676" y="8091"/>
                    <a:pt x="9705" y="8099"/>
                    <a:pt x="9732" y="8117"/>
                  </a:cubicBezTo>
                  <a:cubicBezTo>
                    <a:pt x="9943" y="8259"/>
                    <a:pt x="10196" y="8342"/>
                    <a:pt x="10468" y="8342"/>
                  </a:cubicBezTo>
                  <a:cubicBezTo>
                    <a:pt x="10516" y="8342"/>
                    <a:pt x="10565" y="8339"/>
                    <a:pt x="10614" y="8334"/>
                  </a:cubicBezTo>
                  <a:cubicBezTo>
                    <a:pt x="11219" y="8269"/>
                    <a:pt x="11708" y="7781"/>
                    <a:pt x="11774" y="7179"/>
                  </a:cubicBezTo>
                  <a:cubicBezTo>
                    <a:pt x="11860" y="6388"/>
                    <a:pt x="11243" y="5718"/>
                    <a:pt x="10468" y="5718"/>
                  </a:cubicBezTo>
                  <a:cubicBezTo>
                    <a:pt x="10194" y="5718"/>
                    <a:pt x="9939" y="5801"/>
                    <a:pt x="9729" y="5945"/>
                  </a:cubicBezTo>
                  <a:cubicBezTo>
                    <a:pt x="9703" y="5962"/>
                    <a:pt x="9675" y="5970"/>
                    <a:pt x="9647" y="5970"/>
                  </a:cubicBezTo>
                  <a:cubicBezTo>
                    <a:pt x="9571" y="5970"/>
                    <a:pt x="9500" y="5910"/>
                    <a:pt x="9500" y="5823"/>
                  </a:cubicBezTo>
                  <a:lnTo>
                    <a:pt x="9500" y="2484"/>
                  </a:lnTo>
                  <a:cubicBezTo>
                    <a:pt x="9500" y="2373"/>
                    <a:pt x="9409" y="2283"/>
                    <a:pt x="9298" y="2283"/>
                  </a:cubicBezTo>
                  <a:cubicBezTo>
                    <a:pt x="9297" y="2283"/>
                    <a:pt x="9297" y="2283"/>
                    <a:pt x="9296" y="2283"/>
                  </a:cubicBezTo>
                  <a:lnTo>
                    <a:pt x="5955" y="2283"/>
                  </a:lnTo>
                  <a:cubicBezTo>
                    <a:pt x="5835" y="2283"/>
                    <a:pt x="5767" y="2148"/>
                    <a:pt x="5835" y="2049"/>
                  </a:cubicBezTo>
                  <a:cubicBezTo>
                    <a:pt x="6003" y="1802"/>
                    <a:pt x="6089" y="1495"/>
                    <a:pt x="6053" y="1166"/>
                  </a:cubicBezTo>
                  <a:cubicBezTo>
                    <a:pt x="5987" y="564"/>
                    <a:pt x="5500" y="74"/>
                    <a:pt x="4898" y="8"/>
                  </a:cubicBezTo>
                  <a:cubicBezTo>
                    <a:pt x="4848" y="3"/>
                    <a:pt x="4799" y="0"/>
                    <a:pt x="475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8"/>
            <p:cNvSpPr/>
            <p:nvPr/>
          </p:nvSpPr>
          <p:spPr>
            <a:xfrm>
              <a:off x="8189235" y="4208278"/>
              <a:ext cx="154595" cy="123846"/>
            </a:xfrm>
            <a:custGeom>
              <a:rect b="b" l="l" r="r" t="t"/>
              <a:pathLst>
                <a:path extrusionOk="0" h="9501" w="11860">
                  <a:moveTo>
                    <a:pt x="7001" y="1"/>
                  </a:moveTo>
                  <a:lnTo>
                    <a:pt x="7001" y="5811"/>
                  </a:lnTo>
                  <a:cubicBezTo>
                    <a:pt x="7001" y="7160"/>
                    <a:pt x="5909" y="8252"/>
                    <a:pt x="4560" y="8252"/>
                  </a:cubicBezTo>
                  <a:lnTo>
                    <a:pt x="0" y="8252"/>
                  </a:lnTo>
                  <a:lnTo>
                    <a:pt x="0" y="9500"/>
                  </a:lnTo>
                  <a:lnTo>
                    <a:pt x="9297" y="9500"/>
                  </a:lnTo>
                  <a:cubicBezTo>
                    <a:pt x="9408" y="9500"/>
                    <a:pt x="9500" y="9411"/>
                    <a:pt x="9500" y="9298"/>
                  </a:cubicBezTo>
                  <a:lnTo>
                    <a:pt x="9500" y="5959"/>
                  </a:lnTo>
                  <a:cubicBezTo>
                    <a:pt x="9500" y="5871"/>
                    <a:pt x="9571" y="5811"/>
                    <a:pt x="9647" y="5811"/>
                  </a:cubicBezTo>
                  <a:cubicBezTo>
                    <a:pt x="9676" y="5811"/>
                    <a:pt x="9705" y="5819"/>
                    <a:pt x="9732" y="5838"/>
                  </a:cubicBezTo>
                  <a:cubicBezTo>
                    <a:pt x="9943" y="5980"/>
                    <a:pt x="10196" y="6063"/>
                    <a:pt x="10468" y="6063"/>
                  </a:cubicBezTo>
                  <a:cubicBezTo>
                    <a:pt x="10516" y="6063"/>
                    <a:pt x="10565" y="6060"/>
                    <a:pt x="10614" y="6055"/>
                  </a:cubicBezTo>
                  <a:cubicBezTo>
                    <a:pt x="11219" y="5990"/>
                    <a:pt x="11708" y="5502"/>
                    <a:pt x="11774" y="4900"/>
                  </a:cubicBezTo>
                  <a:cubicBezTo>
                    <a:pt x="11860" y="4109"/>
                    <a:pt x="11243" y="3439"/>
                    <a:pt x="10468" y="3439"/>
                  </a:cubicBezTo>
                  <a:cubicBezTo>
                    <a:pt x="10194" y="3439"/>
                    <a:pt x="9941" y="3522"/>
                    <a:pt x="9729" y="3666"/>
                  </a:cubicBezTo>
                  <a:cubicBezTo>
                    <a:pt x="9703" y="3683"/>
                    <a:pt x="9674" y="3691"/>
                    <a:pt x="9646" y="3691"/>
                  </a:cubicBezTo>
                  <a:cubicBezTo>
                    <a:pt x="9570" y="3691"/>
                    <a:pt x="9500" y="3631"/>
                    <a:pt x="9500" y="3544"/>
                  </a:cubicBezTo>
                  <a:lnTo>
                    <a:pt x="9500" y="205"/>
                  </a:lnTo>
                  <a:cubicBezTo>
                    <a:pt x="9500" y="93"/>
                    <a:pt x="9411" y="1"/>
                    <a:pt x="9297"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8"/>
            <p:cNvSpPr/>
            <p:nvPr/>
          </p:nvSpPr>
          <p:spPr>
            <a:xfrm>
              <a:off x="8085513" y="4172444"/>
              <a:ext cx="331441" cy="416651"/>
            </a:xfrm>
            <a:custGeom>
              <a:rect b="b" l="l" r="r" t="t"/>
              <a:pathLst>
                <a:path extrusionOk="0" h="31964" w="25427">
                  <a:moveTo>
                    <a:pt x="17924" y="5040"/>
                  </a:moveTo>
                  <a:cubicBezTo>
                    <a:pt x="18207" y="5258"/>
                    <a:pt x="18474" y="5495"/>
                    <a:pt x="18724" y="5745"/>
                  </a:cubicBezTo>
                  <a:cubicBezTo>
                    <a:pt x="18624" y="5728"/>
                    <a:pt x="18524" y="5720"/>
                    <a:pt x="18424" y="5720"/>
                  </a:cubicBezTo>
                  <a:cubicBezTo>
                    <a:pt x="18254" y="5720"/>
                    <a:pt x="18086" y="5744"/>
                    <a:pt x="17924" y="5791"/>
                  </a:cubicBezTo>
                  <a:lnTo>
                    <a:pt x="17924" y="5040"/>
                  </a:lnTo>
                  <a:close/>
                  <a:moveTo>
                    <a:pt x="12706" y="935"/>
                  </a:moveTo>
                  <a:cubicBezTo>
                    <a:pt x="12739" y="935"/>
                    <a:pt x="12772" y="937"/>
                    <a:pt x="12806" y="941"/>
                  </a:cubicBezTo>
                  <a:cubicBezTo>
                    <a:pt x="13188" y="982"/>
                    <a:pt x="13505" y="1304"/>
                    <a:pt x="13546" y="1684"/>
                  </a:cubicBezTo>
                  <a:cubicBezTo>
                    <a:pt x="13568" y="1888"/>
                    <a:pt x="13519" y="2086"/>
                    <a:pt x="13406" y="2252"/>
                  </a:cubicBezTo>
                  <a:cubicBezTo>
                    <a:pt x="13129" y="2661"/>
                    <a:pt x="13419" y="3215"/>
                    <a:pt x="13914" y="3215"/>
                  </a:cubicBezTo>
                  <a:lnTo>
                    <a:pt x="16986" y="3215"/>
                  </a:lnTo>
                  <a:lnTo>
                    <a:pt x="16986" y="6287"/>
                  </a:lnTo>
                  <a:cubicBezTo>
                    <a:pt x="16986" y="6649"/>
                    <a:pt x="17285" y="6904"/>
                    <a:pt x="17605" y="6904"/>
                  </a:cubicBezTo>
                  <a:cubicBezTo>
                    <a:pt x="17720" y="6904"/>
                    <a:pt x="17839" y="6871"/>
                    <a:pt x="17947" y="6796"/>
                  </a:cubicBezTo>
                  <a:cubicBezTo>
                    <a:pt x="18097" y="6695"/>
                    <a:pt x="18260" y="6649"/>
                    <a:pt x="18418" y="6649"/>
                  </a:cubicBezTo>
                  <a:cubicBezTo>
                    <a:pt x="18889" y="6649"/>
                    <a:pt x="19322" y="7051"/>
                    <a:pt x="19263" y="7593"/>
                  </a:cubicBezTo>
                  <a:cubicBezTo>
                    <a:pt x="19221" y="7976"/>
                    <a:pt x="18900" y="8293"/>
                    <a:pt x="18520" y="8335"/>
                  </a:cubicBezTo>
                  <a:cubicBezTo>
                    <a:pt x="18488" y="8338"/>
                    <a:pt x="18457" y="8340"/>
                    <a:pt x="18426" y="8340"/>
                  </a:cubicBezTo>
                  <a:cubicBezTo>
                    <a:pt x="18256" y="8340"/>
                    <a:pt x="18092" y="8290"/>
                    <a:pt x="17952" y="8194"/>
                  </a:cubicBezTo>
                  <a:cubicBezTo>
                    <a:pt x="17842" y="8120"/>
                    <a:pt x="17723" y="8086"/>
                    <a:pt x="17606" y="8086"/>
                  </a:cubicBezTo>
                  <a:cubicBezTo>
                    <a:pt x="17286" y="8086"/>
                    <a:pt x="16989" y="8339"/>
                    <a:pt x="16989" y="8702"/>
                  </a:cubicBezTo>
                  <a:lnTo>
                    <a:pt x="16989" y="9318"/>
                  </a:lnTo>
                  <a:cubicBezTo>
                    <a:pt x="16989" y="9576"/>
                    <a:pt x="17198" y="9785"/>
                    <a:pt x="17457" y="9785"/>
                  </a:cubicBezTo>
                  <a:cubicBezTo>
                    <a:pt x="17715" y="9785"/>
                    <a:pt x="17924" y="9576"/>
                    <a:pt x="17924" y="9318"/>
                  </a:cubicBezTo>
                  <a:lnTo>
                    <a:pt x="17924" y="9204"/>
                  </a:lnTo>
                  <a:cubicBezTo>
                    <a:pt x="18088" y="9252"/>
                    <a:pt x="18258" y="9276"/>
                    <a:pt x="18428" y="9276"/>
                  </a:cubicBezTo>
                  <a:cubicBezTo>
                    <a:pt x="18585" y="9276"/>
                    <a:pt x="18742" y="9256"/>
                    <a:pt x="18894" y="9213"/>
                  </a:cubicBezTo>
                  <a:cubicBezTo>
                    <a:pt x="19164" y="9864"/>
                    <a:pt x="19323" y="10555"/>
                    <a:pt x="19372" y="11268"/>
                  </a:cubicBezTo>
                  <a:cubicBezTo>
                    <a:pt x="19391" y="11558"/>
                    <a:pt x="19164" y="11789"/>
                    <a:pt x="18891" y="11789"/>
                  </a:cubicBezTo>
                  <a:lnTo>
                    <a:pt x="17924" y="11784"/>
                  </a:lnTo>
                  <a:lnTo>
                    <a:pt x="17924" y="11507"/>
                  </a:lnTo>
                  <a:cubicBezTo>
                    <a:pt x="17924" y="11249"/>
                    <a:pt x="17715" y="11040"/>
                    <a:pt x="17457" y="11040"/>
                  </a:cubicBezTo>
                  <a:cubicBezTo>
                    <a:pt x="17198" y="11040"/>
                    <a:pt x="16989" y="11249"/>
                    <a:pt x="16989" y="11507"/>
                  </a:cubicBezTo>
                  <a:lnTo>
                    <a:pt x="16989" y="11780"/>
                  </a:lnTo>
                  <a:lnTo>
                    <a:pt x="8428" y="11780"/>
                  </a:lnTo>
                  <a:lnTo>
                    <a:pt x="8428" y="9207"/>
                  </a:lnTo>
                  <a:cubicBezTo>
                    <a:pt x="8597" y="9256"/>
                    <a:pt x="8766" y="9280"/>
                    <a:pt x="8931" y="9280"/>
                  </a:cubicBezTo>
                  <a:cubicBezTo>
                    <a:pt x="9823" y="9280"/>
                    <a:pt x="10599" y="8601"/>
                    <a:pt x="10698" y="7699"/>
                  </a:cubicBezTo>
                  <a:cubicBezTo>
                    <a:pt x="10819" y="6609"/>
                    <a:pt x="9954" y="5716"/>
                    <a:pt x="8933" y="5716"/>
                  </a:cubicBezTo>
                  <a:cubicBezTo>
                    <a:pt x="8767" y="5716"/>
                    <a:pt x="8598" y="5739"/>
                    <a:pt x="8428" y="5789"/>
                  </a:cubicBezTo>
                  <a:lnTo>
                    <a:pt x="8428" y="3219"/>
                  </a:lnTo>
                  <a:lnTo>
                    <a:pt x="11500" y="3219"/>
                  </a:lnTo>
                  <a:cubicBezTo>
                    <a:pt x="11995" y="3219"/>
                    <a:pt x="12288" y="2664"/>
                    <a:pt x="12009" y="2256"/>
                  </a:cubicBezTo>
                  <a:cubicBezTo>
                    <a:pt x="11628" y="1697"/>
                    <a:pt x="12034" y="935"/>
                    <a:pt x="12706" y="935"/>
                  </a:cubicBezTo>
                  <a:close/>
                  <a:moveTo>
                    <a:pt x="3453" y="14439"/>
                  </a:moveTo>
                  <a:lnTo>
                    <a:pt x="3803" y="19183"/>
                  </a:lnTo>
                  <a:cubicBezTo>
                    <a:pt x="2203" y="19067"/>
                    <a:pt x="935" y="17726"/>
                    <a:pt x="935" y="16096"/>
                  </a:cubicBezTo>
                  <a:lnTo>
                    <a:pt x="935" y="15885"/>
                  </a:lnTo>
                  <a:cubicBezTo>
                    <a:pt x="935" y="15088"/>
                    <a:pt x="1585" y="14439"/>
                    <a:pt x="2383" y="14439"/>
                  </a:cubicBezTo>
                  <a:close/>
                  <a:moveTo>
                    <a:pt x="23030" y="14439"/>
                  </a:moveTo>
                  <a:cubicBezTo>
                    <a:pt x="23828" y="14439"/>
                    <a:pt x="24478" y="15088"/>
                    <a:pt x="24478" y="15885"/>
                  </a:cubicBezTo>
                  <a:lnTo>
                    <a:pt x="24478" y="16096"/>
                  </a:lnTo>
                  <a:cubicBezTo>
                    <a:pt x="24478" y="17726"/>
                    <a:pt x="23211" y="19067"/>
                    <a:pt x="21609" y="19183"/>
                  </a:cubicBezTo>
                  <a:lnTo>
                    <a:pt x="21959" y="14439"/>
                  </a:lnTo>
                  <a:close/>
                  <a:moveTo>
                    <a:pt x="16801" y="27178"/>
                  </a:moveTo>
                  <a:lnTo>
                    <a:pt x="16801" y="27960"/>
                  </a:lnTo>
                  <a:cubicBezTo>
                    <a:pt x="16801" y="29041"/>
                    <a:pt x="17432" y="30041"/>
                    <a:pt x="18408" y="30512"/>
                  </a:cubicBezTo>
                  <a:lnTo>
                    <a:pt x="19493" y="31031"/>
                  </a:lnTo>
                  <a:lnTo>
                    <a:pt x="5921" y="31031"/>
                  </a:lnTo>
                  <a:lnTo>
                    <a:pt x="7007" y="30512"/>
                  </a:lnTo>
                  <a:cubicBezTo>
                    <a:pt x="7983" y="30044"/>
                    <a:pt x="8614" y="29041"/>
                    <a:pt x="8614" y="27959"/>
                  </a:cubicBezTo>
                  <a:lnTo>
                    <a:pt x="8614" y="27183"/>
                  </a:lnTo>
                  <a:cubicBezTo>
                    <a:pt x="10121" y="28064"/>
                    <a:pt x="11649" y="28517"/>
                    <a:pt x="12707" y="28517"/>
                  </a:cubicBezTo>
                  <a:cubicBezTo>
                    <a:pt x="13823" y="28517"/>
                    <a:pt x="15340" y="28035"/>
                    <a:pt x="16801" y="27178"/>
                  </a:cubicBezTo>
                  <a:close/>
                  <a:moveTo>
                    <a:pt x="12703" y="1"/>
                  </a:moveTo>
                  <a:cubicBezTo>
                    <a:pt x="11531" y="1"/>
                    <a:pt x="10661" y="1136"/>
                    <a:pt x="10998" y="2282"/>
                  </a:cubicBezTo>
                  <a:lnTo>
                    <a:pt x="7959" y="2282"/>
                  </a:lnTo>
                  <a:cubicBezTo>
                    <a:pt x="7700" y="2282"/>
                    <a:pt x="7491" y="2492"/>
                    <a:pt x="7491" y="2750"/>
                  </a:cubicBezTo>
                  <a:lnTo>
                    <a:pt x="7491" y="3884"/>
                  </a:lnTo>
                  <a:cubicBezTo>
                    <a:pt x="4655" y="5770"/>
                    <a:pt x="3057" y="9021"/>
                    <a:pt x="3308" y="12429"/>
                  </a:cubicBezTo>
                  <a:lnTo>
                    <a:pt x="3387" y="13502"/>
                  </a:lnTo>
                  <a:lnTo>
                    <a:pt x="2387" y="13502"/>
                  </a:lnTo>
                  <a:cubicBezTo>
                    <a:pt x="1071" y="13502"/>
                    <a:pt x="1" y="14571"/>
                    <a:pt x="1" y="15888"/>
                  </a:cubicBezTo>
                  <a:lnTo>
                    <a:pt x="1" y="16098"/>
                  </a:lnTo>
                  <a:cubicBezTo>
                    <a:pt x="1" y="18267"/>
                    <a:pt x="1724" y="20044"/>
                    <a:pt x="3875" y="20126"/>
                  </a:cubicBezTo>
                  <a:lnTo>
                    <a:pt x="3918" y="20700"/>
                  </a:lnTo>
                  <a:cubicBezTo>
                    <a:pt x="3991" y="21694"/>
                    <a:pt x="4311" y="22671"/>
                    <a:pt x="4866" y="23605"/>
                  </a:cubicBezTo>
                  <a:cubicBezTo>
                    <a:pt x="4955" y="23753"/>
                    <a:pt x="5111" y="23834"/>
                    <a:pt x="5271" y="23834"/>
                  </a:cubicBezTo>
                  <a:cubicBezTo>
                    <a:pt x="5352" y="23834"/>
                    <a:pt x="5434" y="23813"/>
                    <a:pt x="5509" y="23769"/>
                  </a:cubicBezTo>
                  <a:cubicBezTo>
                    <a:pt x="5732" y="23635"/>
                    <a:pt x="5805" y="23348"/>
                    <a:pt x="5671" y="23126"/>
                  </a:cubicBezTo>
                  <a:cubicBezTo>
                    <a:pt x="5191" y="22318"/>
                    <a:pt x="4915" y="21479"/>
                    <a:pt x="4852" y="20629"/>
                  </a:cubicBezTo>
                  <a:cubicBezTo>
                    <a:pt x="4651" y="17891"/>
                    <a:pt x="4480" y="15584"/>
                    <a:pt x="4242" y="12360"/>
                  </a:cubicBezTo>
                  <a:cubicBezTo>
                    <a:pt x="4033" y="9506"/>
                    <a:pt x="5262" y="6774"/>
                    <a:pt x="7491" y="5037"/>
                  </a:cubicBezTo>
                  <a:cubicBezTo>
                    <a:pt x="7491" y="5991"/>
                    <a:pt x="7491" y="6300"/>
                    <a:pt x="7492" y="6334"/>
                  </a:cubicBezTo>
                  <a:cubicBezTo>
                    <a:pt x="7119" y="6700"/>
                    <a:pt x="6783" y="7104"/>
                    <a:pt x="6496" y="7530"/>
                  </a:cubicBezTo>
                  <a:cubicBezTo>
                    <a:pt x="6286" y="7843"/>
                    <a:pt x="6515" y="8259"/>
                    <a:pt x="6884" y="8259"/>
                  </a:cubicBezTo>
                  <a:cubicBezTo>
                    <a:pt x="7035" y="8259"/>
                    <a:pt x="7182" y="8187"/>
                    <a:pt x="7274" y="8052"/>
                  </a:cubicBezTo>
                  <a:cubicBezTo>
                    <a:pt x="7557" y="7634"/>
                    <a:pt x="7893" y="7240"/>
                    <a:pt x="8271" y="6887"/>
                  </a:cubicBezTo>
                  <a:cubicBezTo>
                    <a:pt x="8336" y="6868"/>
                    <a:pt x="8396" y="6840"/>
                    <a:pt x="8454" y="6802"/>
                  </a:cubicBezTo>
                  <a:cubicBezTo>
                    <a:pt x="8603" y="6700"/>
                    <a:pt x="8766" y="6655"/>
                    <a:pt x="8925" y="6655"/>
                  </a:cubicBezTo>
                  <a:cubicBezTo>
                    <a:pt x="9395" y="6655"/>
                    <a:pt x="9829" y="7057"/>
                    <a:pt x="9770" y="7599"/>
                  </a:cubicBezTo>
                  <a:cubicBezTo>
                    <a:pt x="9728" y="7982"/>
                    <a:pt x="9407" y="8299"/>
                    <a:pt x="9026" y="8340"/>
                  </a:cubicBezTo>
                  <a:cubicBezTo>
                    <a:pt x="8995" y="8344"/>
                    <a:pt x="8964" y="8345"/>
                    <a:pt x="8933" y="8345"/>
                  </a:cubicBezTo>
                  <a:cubicBezTo>
                    <a:pt x="8762" y="8345"/>
                    <a:pt x="8599" y="8296"/>
                    <a:pt x="8458" y="8200"/>
                  </a:cubicBezTo>
                  <a:cubicBezTo>
                    <a:pt x="8349" y="8126"/>
                    <a:pt x="8229" y="8092"/>
                    <a:pt x="8112" y="8092"/>
                  </a:cubicBezTo>
                  <a:cubicBezTo>
                    <a:pt x="7792" y="8092"/>
                    <a:pt x="7494" y="8346"/>
                    <a:pt x="7494" y="8708"/>
                  </a:cubicBezTo>
                  <a:lnTo>
                    <a:pt x="7494" y="11784"/>
                  </a:lnTo>
                  <a:lnTo>
                    <a:pt x="6656" y="11789"/>
                  </a:lnTo>
                  <a:cubicBezTo>
                    <a:pt x="6375" y="11789"/>
                    <a:pt x="6155" y="11552"/>
                    <a:pt x="6172" y="11275"/>
                  </a:cubicBezTo>
                  <a:cubicBezTo>
                    <a:pt x="6199" y="10860"/>
                    <a:pt x="6267" y="10447"/>
                    <a:pt x="6372" y="10049"/>
                  </a:cubicBezTo>
                  <a:cubicBezTo>
                    <a:pt x="6436" y="9800"/>
                    <a:pt x="6287" y="9543"/>
                    <a:pt x="6039" y="9477"/>
                  </a:cubicBezTo>
                  <a:cubicBezTo>
                    <a:pt x="5999" y="9467"/>
                    <a:pt x="5960" y="9462"/>
                    <a:pt x="5921" y="9462"/>
                  </a:cubicBezTo>
                  <a:cubicBezTo>
                    <a:pt x="5713" y="9462"/>
                    <a:pt x="5522" y="9601"/>
                    <a:pt x="5466" y="9811"/>
                  </a:cubicBezTo>
                  <a:cubicBezTo>
                    <a:pt x="5347" y="10266"/>
                    <a:pt x="5271" y="10737"/>
                    <a:pt x="5239" y="11210"/>
                  </a:cubicBezTo>
                  <a:cubicBezTo>
                    <a:pt x="5186" y="12025"/>
                    <a:pt x="5834" y="12724"/>
                    <a:pt x="6660" y="12724"/>
                  </a:cubicBezTo>
                  <a:cubicBezTo>
                    <a:pt x="7696" y="12718"/>
                    <a:pt x="10072" y="12715"/>
                    <a:pt x="12503" y="12715"/>
                  </a:cubicBezTo>
                  <a:cubicBezTo>
                    <a:pt x="15082" y="12715"/>
                    <a:pt x="17723" y="12718"/>
                    <a:pt x="18897" y="12724"/>
                  </a:cubicBezTo>
                  <a:cubicBezTo>
                    <a:pt x="19717" y="12724"/>
                    <a:pt x="20368" y="12030"/>
                    <a:pt x="20313" y="11210"/>
                  </a:cubicBezTo>
                  <a:cubicBezTo>
                    <a:pt x="20256" y="10349"/>
                    <a:pt x="20055" y="9517"/>
                    <a:pt x="19715" y="8735"/>
                  </a:cubicBezTo>
                  <a:cubicBezTo>
                    <a:pt x="19975" y="8465"/>
                    <a:pt x="20151" y="8114"/>
                    <a:pt x="20202" y="7726"/>
                  </a:cubicBezTo>
                  <a:cubicBezTo>
                    <a:pt x="20948" y="9120"/>
                    <a:pt x="21302" y="10720"/>
                    <a:pt x="21182" y="12360"/>
                  </a:cubicBezTo>
                  <a:cubicBezTo>
                    <a:pt x="20951" y="15504"/>
                    <a:pt x="20773" y="17907"/>
                    <a:pt x="20572" y="20631"/>
                  </a:cubicBezTo>
                  <a:cubicBezTo>
                    <a:pt x="20299" y="24330"/>
                    <a:pt x="15570" y="27579"/>
                    <a:pt x="12714" y="27579"/>
                  </a:cubicBezTo>
                  <a:cubicBezTo>
                    <a:pt x="11272" y="27579"/>
                    <a:pt x="8790" y="26550"/>
                    <a:pt x="6967" y="24750"/>
                  </a:cubicBezTo>
                  <a:cubicBezTo>
                    <a:pt x="6875" y="24660"/>
                    <a:pt x="6756" y="24616"/>
                    <a:pt x="6637" y="24616"/>
                  </a:cubicBezTo>
                  <a:cubicBezTo>
                    <a:pt x="6517" y="24616"/>
                    <a:pt x="6397" y="24662"/>
                    <a:pt x="6306" y="24753"/>
                  </a:cubicBezTo>
                  <a:cubicBezTo>
                    <a:pt x="6125" y="24938"/>
                    <a:pt x="6126" y="25234"/>
                    <a:pt x="6308" y="25416"/>
                  </a:cubicBezTo>
                  <a:cubicBezTo>
                    <a:pt x="6743" y="25844"/>
                    <a:pt x="7208" y="26230"/>
                    <a:pt x="7685" y="26573"/>
                  </a:cubicBezTo>
                  <a:lnTo>
                    <a:pt x="7685" y="27956"/>
                  </a:lnTo>
                  <a:cubicBezTo>
                    <a:pt x="7685" y="28681"/>
                    <a:pt x="7263" y="29351"/>
                    <a:pt x="6610" y="29664"/>
                  </a:cubicBezTo>
                  <a:lnTo>
                    <a:pt x="4683" y="30589"/>
                  </a:lnTo>
                  <a:cubicBezTo>
                    <a:pt x="4376" y="30735"/>
                    <a:pt x="4213" y="31071"/>
                    <a:pt x="4290" y="31401"/>
                  </a:cubicBezTo>
                  <a:cubicBezTo>
                    <a:pt x="4364" y="31733"/>
                    <a:pt x="4655" y="31964"/>
                    <a:pt x="4996" y="31964"/>
                  </a:cubicBezTo>
                  <a:lnTo>
                    <a:pt x="20435" y="31964"/>
                  </a:lnTo>
                  <a:cubicBezTo>
                    <a:pt x="20777" y="31964"/>
                    <a:pt x="21067" y="31733"/>
                    <a:pt x="21143" y="31401"/>
                  </a:cubicBezTo>
                  <a:cubicBezTo>
                    <a:pt x="21217" y="31070"/>
                    <a:pt x="21057" y="30735"/>
                    <a:pt x="20750" y="30589"/>
                  </a:cubicBezTo>
                  <a:lnTo>
                    <a:pt x="18821" y="29664"/>
                  </a:lnTo>
                  <a:cubicBezTo>
                    <a:pt x="18168" y="29349"/>
                    <a:pt x="17748" y="28678"/>
                    <a:pt x="17748" y="27956"/>
                  </a:cubicBezTo>
                  <a:lnTo>
                    <a:pt x="17748" y="26566"/>
                  </a:lnTo>
                  <a:cubicBezTo>
                    <a:pt x="19685" y="25177"/>
                    <a:pt x="21329" y="23129"/>
                    <a:pt x="21509" y="20697"/>
                  </a:cubicBezTo>
                  <a:lnTo>
                    <a:pt x="21552" y="20123"/>
                  </a:lnTo>
                  <a:cubicBezTo>
                    <a:pt x="23703" y="20039"/>
                    <a:pt x="25426" y="18264"/>
                    <a:pt x="25426" y="16093"/>
                  </a:cubicBezTo>
                  <a:lnTo>
                    <a:pt x="25426" y="15884"/>
                  </a:lnTo>
                  <a:cubicBezTo>
                    <a:pt x="25413" y="14571"/>
                    <a:pt x="24344" y="13502"/>
                    <a:pt x="23030" y="13502"/>
                  </a:cubicBezTo>
                  <a:lnTo>
                    <a:pt x="22028" y="13502"/>
                  </a:lnTo>
                  <a:lnTo>
                    <a:pt x="22107" y="12430"/>
                  </a:lnTo>
                  <a:cubicBezTo>
                    <a:pt x="22358" y="9022"/>
                    <a:pt x="20761" y="5773"/>
                    <a:pt x="17924" y="3885"/>
                  </a:cubicBezTo>
                  <a:lnTo>
                    <a:pt x="17924" y="2954"/>
                  </a:lnTo>
                  <a:cubicBezTo>
                    <a:pt x="17924" y="2584"/>
                    <a:pt x="17623" y="2282"/>
                    <a:pt x="17254" y="2282"/>
                  </a:cubicBezTo>
                  <a:lnTo>
                    <a:pt x="14416" y="2282"/>
                  </a:lnTo>
                  <a:cubicBezTo>
                    <a:pt x="14734" y="1197"/>
                    <a:pt x="13975" y="130"/>
                    <a:pt x="12908" y="12"/>
                  </a:cubicBezTo>
                  <a:cubicBezTo>
                    <a:pt x="12839" y="4"/>
                    <a:pt x="12770" y="1"/>
                    <a:pt x="1270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8"/>
            <p:cNvSpPr/>
            <p:nvPr/>
          </p:nvSpPr>
          <p:spPr>
            <a:xfrm>
              <a:off x="8180162" y="4366397"/>
              <a:ext cx="60860" cy="12227"/>
            </a:xfrm>
            <a:custGeom>
              <a:rect b="b" l="l" r="r" t="t"/>
              <a:pathLst>
                <a:path extrusionOk="0" h="938" w="4669">
                  <a:moveTo>
                    <a:pt x="468" y="0"/>
                  </a:moveTo>
                  <a:cubicBezTo>
                    <a:pt x="210" y="0"/>
                    <a:pt x="0" y="210"/>
                    <a:pt x="0" y="468"/>
                  </a:cubicBezTo>
                  <a:cubicBezTo>
                    <a:pt x="0" y="727"/>
                    <a:pt x="210" y="937"/>
                    <a:pt x="468" y="937"/>
                  </a:cubicBezTo>
                  <a:lnTo>
                    <a:pt x="4199" y="937"/>
                  </a:lnTo>
                  <a:cubicBezTo>
                    <a:pt x="4457" y="937"/>
                    <a:pt x="4668" y="727"/>
                    <a:pt x="4668" y="468"/>
                  </a:cubicBezTo>
                  <a:cubicBezTo>
                    <a:pt x="4668" y="210"/>
                    <a:pt x="4457" y="0"/>
                    <a:pt x="41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8"/>
            <p:cNvSpPr/>
            <p:nvPr/>
          </p:nvSpPr>
          <p:spPr>
            <a:xfrm>
              <a:off x="8245052" y="4366397"/>
              <a:ext cx="77089" cy="76750"/>
            </a:xfrm>
            <a:custGeom>
              <a:rect b="b" l="l" r="r" t="t"/>
              <a:pathLst>
                <a:path extrusionOk="0" h="5888" w="5914">
                  <a:moveTo>
                    <a:pt x="2962" y="0"/>
                  </a:moveTo>
                  <a:cubicBezTo>
                    <a:pt x="2016" y="0"/>
                    <a:pt x="1247" y="770"/>
                    <a:pt x="1247" y="1715"/>
                  </a:cubicBezTo>
                  <a:lnTo>
                    <a:pt x="1247" y="4173"/>
                  </a:lnTo>
                  <a:cubicBezTo>
                    <a:pt x="1247" y="4601"/>
                    <a:pt x="897" y="4951"/>
                    <a:pt x="468" y="4951"/>
                  </a:cubicBezTo>
                  <a:cubicBezTo>
                    <a:pt x="210" y="4951"/>
                    <a:pt x="0" y="5160"/>
                    <a:pt x="0" y="5419"/>
                  </a:cubicBezTo>
                  <a:cubicBezTo>
                    <a:pt x="0" y="5677"/>
                    <a:pt x="210" y="5888"/>
                    <a:pt x="468" y="5888"/>
                  </a:cubicBezTo>
                  <a:cubicBezTo>
                    <a:pt x="1413" y="5888"/>
                    <a:pt x="2183" y="5117"/>
                    <a:pt x="2183" y="4173"/>
                  </a:cubicBezTo>
                  <a:lnTo>
                    <a:pt x="2183" y="1715"/>
                  </a:lnTo>
                  <a:cubicBezTo>
                    <a:pt x="2183" y="1286"/>
                    <a:pt x="2533" y="937"/>
                    <a:pt x="2962" y="937"/>
                  </a:cubicBezTo>
                  <a:lnTo>
                    <a:pt x="5446" y="937"/>
                  </a:lnTo>
                  <a:cubicBezTo>
                    <a:pt x="5704" y="937"/>
                    <a:pt x="5913" y="727"/>
                    <a:pt x="5913" y="468"/>
                  </a:cubicBezTo>
                  <a:cubicBezTo>
                    <a:pt x="5913" y="210"/>
                    <a:pt x="5704" y="0"/>
                    <a:pt x="544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8"/>
            <p:cNvSpPr/>
            <p:nvPr/>
          </p:nvSpPr>
          <p:spPr>
            <a:xfrm>
              <a:off x="8230179" y="4232081"/>
              <a:ext cx="42768" cy="60991"/>
            </a:xfrm>
            <a:custGeom>
              <a:rect b="b" l="l" r="r" t="t"/>
              <a:pathLst>
                <a:path extrusionOk="0" h="4679" w="3281">
                  <a:moveTo>
                    <a:pt x="1607" y="0"/>
                  </a:moveTo>
                  <a:cubicBezTo>
                    <a:pt x="722" y="0"/>
                    <a:pt x="0" y="721"/>
                    <a:pt x="0" y="1610"/>
                  </a:cubicBezTo>
                  <a:cubicBezTo>
                    <a:pt x="0" y="1868"/>
                    <a:pt x="210" y="2078"/>
                    <a:pt x="468" y="2078"/>
                  </a:cubicBezTo>
                  <a:cubicBezTo>
                    <a:pt x="726" y="2078"/>
                    <a:pt x="936" y="1868"/>
                    <a:pt x="936" y="1610"/>
                  </a:cubicBezTo>
                  <a:cubicBezTo>
                    <a:pt x="936" y="1247"/>
                    <a:pt x="1230" y="937"/>
                    <a:pt x="1612" y="937"/>
                  </a:cubicBezTo>
                  <a:cubicBezTo>
                    <a:pt x="1637" y="937"/>
                    <a:pt x="1662" y="939"/>
                    <a:pt x="1688" y="942"/>
                  </a:cubicBezTo>
                  <a:cubicBezTo>
                    <a:pt x="1991" y="976"/>
                    <a:pt x="2245" y="1228"/>
                    <a:pt x="2278" y="1531"/>
                  </a:cubicBezTo>
                  <a:cubicBezTo>
                    <a:pt x="2309" y="1807"/>
                    <a:pt x="2173" y="2069"/>
                    <a:pt x="1932" y="2201"/>
                  </a:cubicBezTo>
                  <a:cubicBezTo>
                    <a:pt x="1444" y="2468"/>
                    <a:pt x="1141" y="2972"/>
                    <a:pt x="1141" y="3516"/>
                  </a:cubicBezTo>
                  <a:lnTo>
                    <a:pt x="1141" y="4210"/>
                  </a:lnTo>
                  <a:cubicBezTo>
                    <a:pt x="1141" y="4469"/>
                    <a:pt x="1351" y="4678"/>
                    <a:pt x="1609" y="4678"/>
                  </a:cubicBezTo>
                  <a:cubicBezTo>
                    <a:pt x="1867" y="4678"/>
                    <a:pt x="2077" y="4469"/>
                    <a:pt x="2077" y="4210"/>
                  </a:cubicBezTo>
                  <a:lnTo>
                    <a:pt x="2077" y="3516"/>
                  </a:lnTo>
                  <a:cubicBezTo>
                    <a:pt x="2077" y="3315"/>
                    <a:pt x="2194" y="3124"/>
                    <a:pt x="2382" y="3022"/>
                  </a:cubicBezTo>
                  <a:cubicBezTo>
                    <a:pt x="2956" y="2708"/>
                    <a:pt x="3281" y="2082"/>
                    <a:pt x="3209" y="1429"/>
                  </a:cubicBezTo>
                  <a:cubicBezTo>
                    <a:pt x="3127" y="689"/>
                    <a:pt x="2529" y="92"/>
                    <a:pt x="1790" y="10"/>
                  </a:cubicBezTo>
                  <a:cubicBezTo>
                    <a:pt x="1728" y="3"/>
                    <a:pt x="1667" y="0"/>
                    <a:pt x="16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8"/>
            <p:cNvSpPr/>
            <p:nvPr/>
          </p:nvSpPr>
          <p:spPr>
            <a:xfrm>
              <a:off x="8245052" y="4301768"/>
              <a:ext cx="12201" cy="12227"/>
            </a:xfrm>
            <a:custGeom>
              <a:rect b="b" l="l" r="r" t="t"/>
              <a:pathLst>
                <a:path extrusionOk="0" h="938" w="936">
                  <a:moveTo>
                    <a:pt x="468" y="1"/>
                  </a:moveTo>
                  <a:cubicBezTo>
                    <a:pt x="210" y="1"/>
                    <a:pt x="0" y="210"/>
                    <a:pt x="0" y="469"/>
                  </a:cubicBezTo>
                  <a:cubicBezTo>
                    <a:pt x="0" y="727"/>
                    <a:pt x="210" y="938"/>
                    <a:pt x="468" y="938"/>
                  </a:cubicBezTo>
                  <a:cubicBezTo>
                    <a:pt x="726" y="938"/>
                    <a:pt x="936" y="727"/>
                    <a:pt x="936" y="469"/>
                  </a:cubicBezTo>
                  <a:cubicBezTo>
                    <a:pt x="936" y="210"/>
                    <a:pt x="726" y="1"/>
                    <a:pt x="46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8"/>
            <p:cNvSpPr/>
            <p:nvPr/>
          </p:nvSpPr>
          <p:spPr>
            <a:xfrm>
              <a:off x="8204369" y="4472492"/>
              <a:ext cx="93526" cy="22955"/>
            </a:xfrm>
            <a:custGeom>
              <a:rect b="b" l="l" r="r" t="t"/>
              <a:pathLst>
                <a:path extrusionOk="0" h="1761" w="7175">
                  <a:moveTo>
                    <a:pt x="3587" y="1"/>
                  </a:moveTo>
                  <a:cubicBezTo>
                    <a:pt x="2601" y="1"/>
                    <a:pt x="1614" y="226"/>
                    <a:pt x="715" y="678"/>
                  </a:cubicBezTo>
                  <a:lnTo>
                    <a:pt x="324" y="874"/>
                  </a:lnTo>
                  <a:cubicBezTo>
                    <a:pt x="93" y="992"/>
                    <a:pt x="0" y="1273"/>
                    <a:pt x="116" y="1503"/>
                  </a:cubicBezTo>
                  <a:cubicBezTo>
                    <a:pt x="199" y="1666"/>
                    <a:pt x="365" y="1761"/>
                    <a:pt x="537" y="1761"/>
                  </a:cubicBezTo>
                  <a:cubicBezTo>
                    <a:pt x="607" y="1761"/>
                    <a:pt x="678" y="1745"/>
                    <a:pt x="745" y="1711"/>
                  </a:cubicBezTo>
                  <a:lnTo>
                    <a:pt x="1135" y="1513"/>
                  </a:lnTo>
                  <a:cubicBezTo>
                    <a:pt x="1903" y="1128"/>
                    <a:pt x="2745" y="936"/>
                    <a:pt x="3587" y="936"/>
                  </a:cubicBezTo>
                  <a:cubicBezTo>
                    <a:pt x="4429" y="936"/>
                    <a:pt x="5271" y="1128"/>
                    <a:pt x="6040" y="1513"/>
                  </a:cubicBezTo>
                  <a:lnTo>
                    <a:pt x="6430" y="1711"/>
                  </a:lnTo>
                  <a:cubicBezTo>
                    <a:pt x="6497" y="1744"/>
                    <a:pt x="6568" y="1760"/>
                    <a:pt x="6639" y="1760"/>
                  </a:cubicBezTo>
                  <a:cubicBezTo>
                    <a:pt x="6810" y="1760"/>
                    <a:pt x="6976" y="1666"/>
                    <a:pt x="7057" y="1503"/>
                  </a:cubicBezTo>
                  <a:cubicBezTo>
                    <a:pt x="7175" y="1272"/>
                    <a:pt x="7082" y="989"/>
                    <a:pt x="6849" y="874"/>
                  </a:cubicBezTo>
                  <a:lnTo>
                    <a:pt x="6459" y="678"/>
                  </a:lnTo>
                  <a:cubicBezTo>
                    <a:pt x="5560" y="226"/>
                    <a:pt x="4574" y="1"/>
                    <a:pt x="358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705" name="Google Shape;2705;p48" title="Chart">
            <a:hlinkClick r:id="rId3"/>
          </p:cNvPr>
          <p:cNvPicPr preferRelativeResize="0"/>
          <p:nvPr/>
        </p:nvPicPr>
        <p:blipFill rotWithShape="1">
          <a:blip r:embed="rId4">
            <a:alphaModFix/>
          </a:blip>
          <a:srcRect b="9008" l="8634" r="0" t="0"/>
          <a:stretch/>
        </p:blipFill>
        <p:spPr>
          <a:xfrm>
            <a:off x="1161950" y="1393625"/>
            <a:ext cx="2938976" cy="2489450"/>
          </a:xfrm>
          <a:prstGeom prst="rect">
            <a:avLst/>
          </a:prstGeom>
          <a:noFill/>
          <a:ln>
            <a:noFill/>
          </a:ln>
        </p:spPr>
      </p:pic>
      <p:sp>
        <p:nvSpPr>
          <p:cNvPr id="2706" name="Google Shape;2706;p48"/>
          <p:cNvSpPr txBox="1"/>
          <p:nvPr>
            <p:ph idx="4294967295" type="subTitle"/>
          </p:nvPr>
        </p:nvSpPr>
        <p:spPr>
          <a:xfrm>
            <a:off x="720000" y="1358300"/>
            <a:ext cx="403500" cy="394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000"/>
              <a:t>80</a:t>
            </a:r>
            <a:endParaRPr sz="1000"/>
          </a:p>
        </p:txBody>
      </p:sp>
      <p:sp>
        <p:nvSpPr>
          <p:cNvPr id="2707" name="Google Shape;2707;p48"/>
          <p:cNvSpPr txBox="1"/>
          <p:nvPr>
            <p:ph idx="4294967295" type="subTitle"/>
          </p:nvPr>
        </p:nvSpPr>
        <p:spPr>
          <a:xfrm>
            <a:off x="720000" y="1939506"/>
            <a:ext cx="403500" cy="394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000"/>
              <a:t>60</a:t>
            </a:r>
            <a:endParaRPr sz="1000"/>
          </a:p>
        </p:txBody>
      </p:sp>
      <p:sp>
        <p:nvSpPr>
          <p:cNvPr id="2708" name="Google Shape;2708;p48"/>
          <p:cNvSpPr txBox="1"/>
          <p:nvPr>
            <p:ph idx="4294967295" type="subTitle"/>
          </p:nvPr>
        </p:nvSpPr>
        <p:spPr>
          <a:xfrm>
            <a:off x="720000" y="2520713"/>
            <a:ext cx="403500" cy="394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000"/>
              <a:t>4</a:t>
            </a:r>
            <a:r>
              <a:rPr lang="en" sz="1000"/>
              <a:t>0</a:t>
            </a:r>
            <a:endParaRPr sz="1000"/>
          </a:p>
        </p:txBody>
      </p:sp>
      <p:sp>
        <p:nvSpPr>
          <p:cNvPr id="2709" name="Google Shape;2709;p48"/>
          <p:cNvSpPr txBox="1"/>
          <p:nvPr>
            <p:ph idx="4294967295" type="subTitle"/>
          </p:nvPr>
        </p:nvSpPr>
        <p:spPr>
          <a:xfrm>
            <a:off x="720000" y="3101919"/>
            <a:ext cx="403500" cy="394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000"/>
              <a:t>2</a:t>
            </a:r>
            <a:r>
              <a:rPr lang="en" sz="1000"/>
              <a:t>0</a:t>
            </a:r>
            <a:endParaRPr sz="1000"/>
          </a:p>
        </p:txBody>
      </p:sp>
      <p:sp>
        <p:nvSpPr>
          <p:cNvPr id="2710" name="Google Shape;2710;p48"/>
          <p:cNvSpPr txBox="1"/>
          <p:nvPr>
            <p:ph idx="4294967295" type="subTitle"/>
          </p:nvPr>
        </p:nvSpPr>
        <p:spPr>
          <a:xfrm>
            <a:off x="720000" y="3683125"/>
            <a:ext cx="403500" cy="394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000"/>
              <a:t>0</a:t>
            </a:r>
            <a:endParaRPr sz="1000"/>
          </a:p>
        </p:txBody>
      </p:sp>
      <p:sp>
        <p:nvSpPr>
          <p:cNvPr id="2711" name="Google Shape;2711;p48"/>
          <p:cNvSpPr txBox="1"/>
          <p:nvPr>
            <p:ph idx="4294967295" type="subTitle"/>
          </p:nvPr>
        </p:nvSpPr>
        <p:spPr>
          <a:xfrm>
            <a:off x="1436775" y="3883075"/>
            <a:ext cx="622500" cy="327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t>Ana</a:t>
            </a:r>
            <a:endParaRPr sz="1000"/>
          </a:p>
        </p:txBody>
      </p:sp>
      <p:sp>
        <p:nvSpPr>
          <p:cNvPr id="2712" name="Google Shape;2712;p48"/>
          <p:cNvSpPr txBox="1"/>
          <p:nvPr>
            <p:ph idx="4294967295" type="subTitle"/>
          </p:nvPr>
        </p:nvSpPr>
        <p:spPr>
          <a:xfrm>
            <a:off x="2263550" y="3883075"/>
            <a:ext cx="622500" cy="327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t>Robin</a:t>
            </a:r>
            <a:endParaRPr sz="1000"/>
          </a:p>
        </p:txBody>
      </p:sp>
      <p:sp>
        <p:nvSpPr>
          <p:cNvPr id="2713" name="Google Shape;2713;p48"/>
          <p:cNvSpPr txBox="1"/>
          <p:nvPr>
            <p:ph idx="4294967295" type="subTitle"/>
          </p:nvPr>
        </p:nvSpPr>
        <p:spPr>
          <a:xfrm>
            <a:off x="3090325" y="3883075"/>
            <a:ext cx="622500" cy="327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t>Finnick</a:t>
            </a:r>
            <a:endParaRPr sz="1000"/>
          </a:p>
        </p:txBody>
      </p:sp>
      <p:sp>
        <p:nvSpPr>
          <p:cNvPr id="2714" name="Google Shape;2714;p48"/>
          <p:cNvSpPr txBox="1"/>
          <p:nvPr>
            <p:ph idx="4294967295" type="subTitle"/>
          </p:nvPr>
        </p:nvSpPr>
        <p:spPr>
          <a:xfrm>
            <a:off x="720000" y="4208775"/>
            <a:ext cx="6277500" cy="394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t>To modify this graph, click on it, follow the link, change the data with your own and replace the graph in this slide</a:t>
            </a:r>
            <a:endParaRPr sz="1000"/>
          </a:p>
        </p:txBody>
      </p:sp>
      <p:sp>
        <p:nvSpPr>
          <p:cNvPr id="2715" name="Google Shape;2715;p48"/>
          <p:cNvSpPr/>
          <p:nvPr/>
        </p:nvSpPr>
        <p:spPr>
          <a:xfrm>
            <a:off x="1582267" y="2144567"/>
            <a:ext cx="331500" cy="3315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28575">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8"/>
          <p:cNvSpPr/>
          <p:nvPr/>
        </p:nvSpPr>
        <p:spPr>
          <a:xfrm>
            <a:off x="2409042" y="1515654"/>
            <a:ext cx="331500" cy="3315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28575">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8"/>
          <p:cNvSpPr/>
          <p:nvPr/>
        </p:nvSpPr>
        <p:spPr>
          <a:xfrm>
            <a:off x="3235817" y="3101929"/>
            <a:ext cx="331500" cy="3315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28575">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18" name="Google Shape;2718;p48"/>
          <p:cNvGrpSpPr/>
          <p:nvPr/>
        </p:nvGrpSpPr>
        <p:grpSpPr>
          <a:xfrm>
            <a:off x="3291123" y="3201402"/>
            <a:ext cx="220886" cy="132516"/>
            <a:chOff x="3291123" y="3201402"/>
            <a:chExt cx="220886" cy="132516"/>
          </a:xfrm>
        </p:grpSpPr>
        <p:sp>
          <p:nvSpPr>
            <p:cNvPr id="2719" name="Google Shape;2719;p48"/>
            <p:cNvSpPr/>
            <p:nvPr/>
          </p:nvSpPr>
          <p:spPr>
            <a:xfrm>
              <a:off x="3294621" y="3204900"/>
              <a:ext cx="213901" cy="125540"/>
            </a:xfrm>
            <a:custGeom>
              <a:rect b="b" l="l" r="r" t="t"/>
              <a:pathLst>
                <a:path extrusionOk="0" h="13101" w="22322">
                  <a:moveTo>
                    <a:pt x="11158" y="3882"/>
                  </a:moveTo>
                  <a:cubicBezTo>
                    <a:pt x="14107" y="3882"/>
                    <a:pt x="16495" y="6271"/>
                    <a:pt x="16495" y="9220"/>
                  </a:cubicBezTo>
                  <a:lnTo>
                    <a:pt x="5820" y="9220"/>
                  </a:lnTo>
                  <a:cubicBezTo>
                    <a:pt x="5820" y="6271"/>
                    <a:pt x="8209" y="3882"/>
                    <a:pt x="11158" y="3882"/>
                  </a:cubicBezTo>
                  <a:close/>
                  <a:moveTo>
                    <a:pt x="11159" y="1"/>
                  </a:moveTo>
                  <a:cubicBezTo>
                    <a:pt x="6067" y="1"/>
                    <a:pt x="1940" y="4129"/>
                    <a:pt x="1940" y="9220"/>
                  </a:cubicBezTo>
                  <a:lnTo>
                    <a:pt x="970" y="9220"/>
                  </a:lnTo>
                  <a:cubicBezTo>
                    <a:pt x="434" y="9220"/>
                    <a:pt x="1" y="9655"/>
                    <a:pt x="1" y="10190"/>
                  </a:cubicBezTo>
                  <a:lnTo>
                    <a:pt x="1" y="12132"/>
                  </a:lnTo>
                  <a:cubicBezTo>
                    <a:pt x="1" y="12667"/>
                    <a:pt x="435" y="13101"/>
                    <a:pt x="970" y="13101"/>
                  </a:cubicBezTo>
                  <a:lnTo>
                    <a:pt x="21353" y="13101"/>
                  </a:lnTo>
                  <a:cubicBezTo>
                    <a:pt x="21889" y="13101"/>
                    <a:pt x="22322" y="12666"/>
                    <a:pt x="22322" y="12132"/>
                  </a:cubicBezTo>
                  <a:lnTo>
                    <a:pt x="22322" y="10190"/>
                  </a:lnTo>
                  <a:cubicBezTo>
                    <a:pt x="22319" y="9653"/>
                    <a:pt x="21884" y="9220"/>
                    <a:pt x="21349" y="9220"/>
                  </a:cubicBezTo>
                  <a:lnTo>
                    <a:pt x="20379" y="9220"/>
                  </a:lnTo>
                  <a:cubicBezTo>
                    <a:pt x="20379" y="4126"/>
                    <a:pt x="16251" y="1"/>
                    <a:pt x="111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8"/>
            <p:cNvSpPr/>
            <p:nvPr/>
          </p:nvSpPr>
          <p:spPr>
            <a:xfrm>
              <a:off x="3294583" y="3311841"/>
              <a:ext cx="213920" cy="18600"/>
            </a:xfrm>
            <a:custGeom>
              <a:rect b="b" l="l" r="r" t="t"/>
              <a:pathLst>
                <a:path extrusionOk="0" h="1941" w="22324">
                  <a:moveTo>
                    <a:pt x="0" y="1"/>
                  </a:moveTo>
                  <a:lnTo>
                    <a:pt x="0" y="971"/>
                  </a:lnTo>
                  <a:cubicBezTo>
                    <a:pt x="0" y="1505"/>
                    <a:pt x="434" y="1940"/>
                    <a:pt x="971" y="1940"/>
                  </a:cubicBezTo>
                  <a:lnTo>
                    <a:pt x="21353" y="1940"/>
                  </a:lnTo>
                  <a:cubicBezTo>
                    <a:pt x="21888" y="1940"/>
                    <a:pt x="22323" y="1507"/>
                    <a:pt x="22323" y="971"/>
                  </a:cubicBezTo>
                  <a:lnTo>
                    <a:pt x="22323" y="1"/>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8"/>
            <p:cNvSpPr/>
            <p:nvPr/>
          </p:nvSpPr>
          <p:spPr>
            <a:xfrm>
              <a:off x="3291123" y="3201402"/>
              <a:ext cx="220886" cy="132516"/>
            </a:xfrm>
            <a:custGeom>
              <a:rect b="b" l="l" r="r" t="t"/>
              <a:pathLst>
                <a:path extrusionOk="0" h="13829" w="23051">
                  <a:moveTo>
                    <a:pt x="11523" y="4611"/>
                  </a:moveTo>
                  <a:cubicBezTo>
                    <a:pt x="14143" y="4611"/>
                    <a:pt x="16296" y="6649"/>
                    <a:pt x="16484" y="9221"/>
                  </a:cubicBezTo>
                  <a:lnTo>
                    <a:pt x="6562" y="9221"/>
                  </a:lnTo>
                  <a:cubicBezTo>
                    <a:pt x="6748" y="6647"/>
                    <a:pt x="8902" y="4611"/>
                    <a:pt x="11523" y="4611"/>
                  </a:cubicBezTo>
                  <a:close/>
                  <a:moveTo>
                    <a:pt x="11523" y="3883"/>
                  </a:moveTo>
                  <a:cubicBezTo>
                    <a:pt x="8379" y="3883"/>
                    <a:pt x="5821" y="6441"/>
                    <a:pt x="5821" y="9585"/>
                  </a:cubicBezTo>
                  <a:cubicBezTo>
                    <a:pt x="5821" y="9785"/>
                    <a:pt x="5985" y="9949"/>
                    <a:pt x="6185" y="9949"/>
                  </a:cubicBezTo>
                  <a:lnTo>
                    <a:pt x="16860" y="9949"/>
                  </a:lnTo>
                  <a:cubicBezTo>
                    <a:pt x="17062" y="9947"/>
                    <a:pt x="17226" y="9785"/>
                    <a:pt x="17226" y="9585"/>
                  </a:cubicBezTo>
                  <a:cubicBezTo>
                    <a:pt x="17226" y="6441"/>
                    <a:pt x="14668" y="3883"/>
                    <a:pt x="11523" y="3883"/>
                  </a:cubicBezTo>
                  <a:close/>
                  <a:moveTo>
                    <a:pt x="17298" y="11161"/>
                  </a:moveTo>
                  <a:cubicBezTo>
                    <a:pt x="17098" y="11161"/>
                    <a:pt x="16934" y="11324"/>
                    <a:pt x="16934" y="11525"/>
                  </a:cubicBezTo>
                  <a:cubicBezTo>
                    <a:pt x="16934" y="11725"/>
                    <a:pt x="17098" y="11888"/>
                    <a:pt x="17298" y="11888"/>
                  </a:cubicBezTo>
                  <a:lnTo>
                    <a:pt x="17346" y="11888"/>
                  </a:lnTo>
                  <a:cubicBezTo>
                    <a:pt x="17547" y="11888"/>
                    <a:pt x="17710" y="11725"/>
                    <a:pt x="17710" y="11525"/>
                  </a:cubicBezTo>
                  <a:cubicBezTo>
                    <a:pt x="17710" y="11324"/>
                    <a:pt x="17547" y="11161"/>
                    <a:pt x="17346" y="11161"/>
                  </a:cubicBezTo>
                  <a:close/>
                  <a:moveTo>
                    <a:pt x="11885" y="737"/>
                  </a:moveTo>
                  <a:cubicBezTo>
                    <a:pt x="12692" y="768"/>
                    <a:pt x="13470" y="910"/>
                    <a:pt x="14206" y="1145"/>
                  </a:cubicBezTo>
                  <a:lnTo>
                    <a:pt x="13833" y="2165"/>
                  </a:lnTo>
                  <a:cubicBezTo>
                    <a:pt x="13765" y="2353"/>
                    <a:pt x="13862" y="2563"/>
                    <a:pt x="14051" y="2633"/>
                  </a:cubicBezTo>
                  <a:cubicBezTo>
                    <a:pt x="14092" y="2647"/>
                    <a:pt x="14135" y="2654"/>
                    <a:pt x="14175" y="2654"/>
                  </a:cubicBezTo>
                  <a:cubicBezTo>
                    <a:pt x="14324" y="2654"/>
                    <a:pt x="14463" y="2562"/>
                    <a:pt x="14518" y="2414"/>
                  </a:cubicBezTo>
                  <a:lnTo>
                    <a:pt x="14889" y="1396"/>
                  </a:lnTo>
                  <a:cubicBezTo>
                    <a:pt x="15623" y="1699"/>
                    <a:pt x="16309" y="2097"/>
                    <a:pt x="16927" y="2577"/>
                  </a:cubicBezTo>
                  <a:lnTo>
                    <a:pt x="16232" y="3404"/>
                  </a:lnTo>
                  <a:cubicBezTo>
                    <a:pt x="16103" y="3559"/>
                    <a:pt x="16124" y="3788"/>
                    <a:pt x="16276" y="3919"/>
                  </a:cubicBezTo>
                  <a:cubicBezTo>
                    <a:pt x="16345" y="3976"/>
                    <a:pt x="16427" y="4004"/>
                    <a:pt x="16511" y="4004"/>
                  </a:cubicBezTo>
                  <a:cubicBezTo>
                    <a:pt x="16615" y="4004"/>
                    <a:pt x="16718" y="3959"/>
                    <a:pt x="16789" y="3873"/>
                  </a:cubicBezTo>
                  <a:lnTo>
                    <a:pt x="17484" y="3046"/>
                  </a:lnTo>
                  <a:cubicBezTo>
                    <a:pt x="18039" y="3552"/>
                    <a:pt x="18529" y="4126"/>
                    <a:pt x="18940" y="4757"/>
                  </a:cubicBezTo>
                  <a:lnTo>
                    <a:pt x="17230" y="5755"/>
                  </a:lnTo>
                  <a:cubicBezTo>
                    <a:pt x="17057" y="5856"/>
                    <a:pt x="16998" y="6080"/>
                    <a:pt x="17099" y="6252"/>
                  </a:cubicBezTo>
                  <a:cubicBezTo>
                    <a:pt x="17166" y="6367"/>
                    <a:pt x="17290" y="6434"/>
                    <a:pt x="17413" y="6434"/>
                  </a:cubicBezTo>
                  <a:cubicBezTo>
                    <a:pt x="17476" y="6434"/>
                    <a:pt x="17540" y="6417"/>
                    <a:pt x="17597" y="6384"/>
                  </a:cubicBezTo>
                  <a:lnTo>
                    <a:pt x="19312" y="5383"/>
                  </a:lnTo>
                  <a:cubicBezTo>
                    <a:pt x="19701" y="6097"/>
                    <a:pt x="19993" y="6875"/>
                    <a:pt x="20172" y="7692"/>
                  </a:cubicBezTo>
                  <a:lnTo>
                    <a:pt x="19104" y="7879"/>
                  </a:lnTo>
                  <a:cubicBezTo>
                    <a:pt x="18907" y="7915"/>
                    <a:pt x="18775" y="8104"/>
                    <a:pt x="18810" y="8300"/>
                  </a:cubicBezTo>
                  <a:cubicBezTo>
                    <a:pt x="18841" y="8476"/>
                    <a:pt x="18994" y="8601"/>
                    <a:pt x="19168" y="8601"/>
                  </a:cubicBezTo>
                  <a:cubicBezTo>
                    <a:pt x="19190" y="8601"/>
                    <a:pt x="19211" y="8598"/>
                    <a:pt x="19232" y="8596"/>
                  </a:cubicBezTo>
                  <a:lnTo>
                    <a:pt x="20300" y="8407"/>
                  </a:lnTo>
                  <a:cubicBezTo>
                    <a:pt x="20352" y="8793"/>
                    <a:pt x="20378" y="9185"/>
                    <a:pt x="20378" y="9585"/>
                  </a:cubicBezTo>
                  <a:cubicBezTo>
                    <a:pt x="20378" y="9785"/>
                    <a:pt x="20541" y="9949"/>
                    <a:pt x="20743" y="9949"/>
                  </a:cubicBezTo>
                  <a:lnTo>
                    <a:pt x="21712" y="9949"/>
                  </a:lnTo>
                  <a:cubicBezTo>
                    <a:pt x="22046" y="9949"/>
                    <a:pt x="22318" y="10221"/>
                    <a:pt x="22318" y="10555"/>
                  </a:cubicBezTo>
                  <a:lnTo>
                    <a:pt x="22320" y="12497"/>
                  </a:lnTo>
                  <a:cubicBezTo>
                    <a:pt x="22320" y="12831"/>
                    <a:pt x="22048" y="13102"/>
                    <a:pt x="21714" y="13102"/>
                  </a:cubicBezTo>
                  <a:lnTo>
                    <a:pt x="1332" y="13102"/>
                  </a:lnTo>
                  <a:cubicBezTo>
                    <a:pt x="998" y="13102"/>
                    <a:pt x="727" y="12831"/>
                    <a:pt x="727" y="12497"/>
                  </a:cubicBezTo>
                  <a:lnTo>
                    <a:pt x="727" y="11891"/>
                  </a:lnTo>
                  <a:lnTo>
                    <a:pt x="15843" y="11891"/>
                  </a:lnTo>
                  <a:cubicBezTo>
                    <a:pt x="16043" y="11891"/>
                    <a:pt x="16207" y="11728"/>
                    <a:pt x="16207" y="11526"/>
                  </a:cubicBezTo>
                  <a:cubicBezTo>
                    <a:pt x="16207" y="11326"/>
                    <a:pt x="16043" y="11162"/>
                    <a:pt x="15843" y="11162"/>
                  </a:cubicBezTo>
                  <a:lnTo>
                    <a:pt x="727" y="11162"/>
                  </a:lnTo>
                  <a:lnTo>
                    <a:pt x="727" y="10557"/>
                  </a:lnTo>
                  <a:cubicBezTo>
                    <a:pt x="727" y="10223"/>
                    <a:pt x="998" y="9951"/>
                    <a:pt x="1332" y="9951"/>
                  </a:cubicBezTo>
                  <a:lnTo>
                    <a:pt x="2301" y="9951"/>
                  </a:lnTo>
                  <a:cubicBezTo>
                    <a:pt x="2503" y="9951"/>
                    <a:pt x="2666" y="9788"/>
                    <a:pt x="2666" y="9586"/>
                  </a:cubicBezTo>
                  <a:cubicBezTo>
                    <a:pt x="2666" y="9187"/>
                    <a:pt x="2692" y="8795"/>
                    <a:pt x="2745" y="8409"/>
                  </a:cubicBezTo>
                  <a:lnTo>
                    <a:pt x="3812" y="8597"/>
                  </a:lnTo>
                  <a:cubicBezTo>
                    <a:pt x="3833" y="8601"/>
                    <a:pt x="3854" y="8603"/>
                    <a:pt x="3876" y="8603"/>
                  </a:cubicBezTo>
                  <a:cubicBezTo>
                    <a:pt x="4049" y="8603"/>
                    <a:pt x="4203" y="8478"/>
                    <a:pt x="4234" y="8303"/>
                  </a:cubicBezTo>
                  <a:cubicBezTo>
                    <a:pt x="4269" y="8105"/>
                    <a:pt x="4137" y="7915"/>
                    <a:pt x="3940" y="7881"/>
                  </a:cubicBezTo>
                  <a:lnTo>
                    <a:pt x="2872" y="7693"/>
                  </a:lnTo>
                  <a:cubicBezTo>
                    <a:pt x="3043" y="6913"/>
                    <a:pt x="3316" y="6171"/>
                    <a:pt x="3678" y="5482"/>
                  </a:cubicBezTo>
                  <a:lnTo>
                    <a:pt x="5226" y="6384"/>
                  </a:lnTo>
                  <a:cubicBezTo>
                    <a:pt x="5283" y="6417"/>
                    <a:pt x="5347" y="6434"/>
                    <a:pt x="5409" y="6434"/>
                  </a:cubicBezTo>
                  <a:cubicBezTo>
                    <a:pt x="5533" y="6434"/>
                    <a:pt x="5655" y="6370"/>
                    <a:pt x="5723" y="6252"/>
                  </a:cubicBezTo>
                  <a:cubicBezTo>
                    <a:pt x="5824" y="6079"/>
                    <a:pt x="5766" y="5856"/>
                    <a:pt x="5591" y="5755"/>
                  </a:cubicBezTo>
                  <a:lnTo>
                    <a:pt x="4042" y="4851"/>
                  </a:lnTo>
                  <a:cubicBezTo>
                    <a:pt x="4467" y="4183"/>
                    <a:pt x="4977" y="3578"/>
                    <a:pt x="5558" y="3046"/>
                  </a:cubicBezTo>
                  <a:lnTo>
                    <a:pt x="6252" y="3873"/>
                  </a:lnTo>
                  <a:cubicBezTo>
                    <a:pt x="6326" y="3959"/>
                    <a:pt x="6428" y="4004"/>
                    <a:pt x="6532" y="4004"/>
                  </a:cubicBezTo>
                  <a:cubicBezTo>
                    <a:pt x="6613" y="4004"/>
                    <a:pt x="6697" y="3976"/>
                    <a:pt x="6766" y="3919"/>
                  </a:cubicBezTo>
                  <a:cubicBezTo>
                    <a:pt x="6920" y="3788"/>
                    <a:pt x="6940" y="3559"/>
                    <a:pt x="6810" y="3404"/>
                  </a:cubicBezTo>
                  <a:lnTo>
                    <a:pt x="6115" y="2577"/>
                  </a:lnTo>
                  <a:cubicBezTo>
                    <a:pt x="6735" y="2097"/>
                    <a:pt x="7420" y="1699"/>
                    <a:pt x="8153" y="1396"/>
                  </a:cubicBezTo>
                  <a:lnTo>
                    <a:pt x="8524" y="2414"/>
                  </a:lnTo>
                  <a:cubicBezTo>
                    <a:pt x="8578" y="2562"/>
                    <a:pt x="8717" y="2654"/>
                    <a:pt x="8867" y="2654"/>
                  </a:cubicBezTo>
                  <a:cubicBezTo>
                    <a:pt x="8908" y="2654"/>
                    <a:pt x="8951" y="2647"/>
                    <a:pt x="8992" y="2633"/>
                  </a:cubicBezTo>
                  <a:cubicBezTo>
                    <a:pt x="9179" y="2563"/>
                    <a:pt x="9277" y="2356"/>
                    <a:pt x="9208" y="2165"/>
                  </a:cubicBezTo>
                  <a:lnTo>
                    <a:pt x="8837" y="1145"/>
                  </a:lnTo>
                  <a:cubicBezTo>
                    <a:pt x="9574" y="910"/>
                    <a:pt x="10352" y="771"/>
                    <a:pt x="11158" y="737"/>
                  </a:cubicBezTo>
                  <a:lnTo>
                    <a:pt x="11158" y="2549"/>
                  </a:lnTo>
                  <a:cubicBezTo>
                    <a:pt x="11158" y="2749"/>
                    <a:pt x="11321" y="2913"/>
                    <a:pt x="11521" y="2913"/>
                  </a:cubicBezTo>
                  <a:cubicBezTo>
                    <a:pt x="11722" y="2913"/>
                    <a:pt x="11885" y="2749"/>
                    <a:pt x="11885" y="2549"/>
                  </a:cubicBezTo>
                  <a:lnTo>
                    <a:pt x="11885" y="737"/>
                  </a:lnTo>
                  <a:close/>
                  <a:moveTo>
                    <a:pt x="11524" y="1"/>
                  </a:moveTo>
                  <a:cubicBezTo>
                    <a:pt x="9203" y="1"/>
                    <a:pt x="7072" y="832"/>
                    <a:pt x="5411" y="2211"/>
                  </a:cubicBezTo>
                  <a:cubicBezTo>
                    <a:pt x="5395" y="2219"/>
                    <a:pt x="5378" y="2230"/>
                    <a:pt x="5364" y="2243"/>
                  </a:cubicBezTo>
                  <a:cubicBezTo>
                    <a:pt x="5349" y="2255"/>
                    <a:pt x="5335" y="2269"/>
                    <a:pt x="5322" y="2284"/>
                  </a:cubicBezTo>
                  <a:cubicBezTo>
                    <a:pt x="4501" y="2984"/>
                    <a:pt x="3798" y="3821"/>
                    <a:pt x="3248" y="4757"/>
                  </a:cubicBezTo>
                  <a:cubicBezTo>
                    <a:pt x="3239" y="4767"/>
                    <a:pt x="3232" y="4780"/>
                    <a:pt x="3225" y="4790"/>
                  </a:cubicBezTo>
                  <a:cubicBezTo>
                    <a:pt x="3218" y="4803"/>
                    <a:pt x="3212" y="4814"/>
                    <a:pt x="3208" y="4825"/>
                  </a:cubicBezTo>
                  <a:cubicBezTo>
                    <a:pt x="2457" y="6130"/>
                    <a:pt x="2007" y="7625"/>
                    <a:pt x="1947" y="9219"/>
                  </a:cubicBezTo>
                  <a:lnTo>
                    <a:pt x="1335" y="9219"/>
                  </a:lnTo>
                  <a:cubicBezTo>
                    <a:pt x="600" y="9219"/>
                    <a:pt x="0" y="9818"/>
                    <a:pt x="0" y="10553"/>
                  </a:cubicBezTo>
                  <a:lnTo>
                    <a:pt x="0" y="12495"/>
                  </a:lnTo>
                  <a:cubicBezTo>
                    <a:pt x="0" y="13230"/>
                    <a:pt x="600" y="13828"/>
                    <a:pt x="1335" y="13828"/>
                  </a:cubicBezTo>
                  <a:lnTo>
                    <a:pt x="21718" y="13828"/>
                  </a:lnTo>
                  <a:cubicBezTo>
                    <a:pt x="22453" y="13828"/>
                    <a:pt x="23051" y="13230"/>
                    <a:pt x="23051" y="12495"/>
                  </a:cubicBezTo>
                  <a:lnTo>
                    <a:pt x="23051" y="10553"/>
                  </a:lnTo>
                  <a:cubicBezTo>
                    <a:pt x="23048" y="9819"/>
                    <a:pt x="22450" y="9221"/>
                    <a:pt x="21714" y="9221"/>
                  </a:cubicBezTo>
                  <a:lnTo>
                    <a:pt x="21101" y="9221"/>
                  </a:lnTo>
                  <a:cubicBezTo>
                    <a:pt x="20996" y="6445"/>
                    <a:pt x="19707" y="3970"/>
                    <a:pt x="17726" y="2284"/>
                  </a:cubicBezTo>
                  <a:cubicBezTo>
                    <a:pt x="17713" y="2269"/>
                    <a:pt x="17699" y="2256"/>
                    <a:pt x="17685" y="2243"/>
                  </a:cubicBezTo>
                  <a:cubicBezTo>
                    <a:pt x="17670" y="2230"/>
                    <a:pt x="17655" y="2219"/>
                    <a:pt x="17639" y="2211"/>
                  </a:cubicBezTo>
                  <a:cubicBezTo>
                    <a:pt x="15978" y="832"/>
                    <a:pt x="13846" y="1"/>
                    <a:pt x="1152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2" name="Google Shape;2722;p48"/>
          <p:cNvGrpSpPr/>
          <p:nvPr/>
        </p:nvGrpSpPr>
        <p:grpSpPr>
          <a:xfrm>
            <a:off x="2464363" y="1570962"/>
            <a:ext cx="220886" cy="220886"/>
            <a:chOff x="2464363" y="1570963"/>
            <a:chExt cx="220886" cy="220886"/>
          </a:xfrm>
        </p:grpSpPr>
        <p:sp>
          <p:nvSpPr>
            <p:cNvPr id="2723" name="Google Shape;2723;p48"/>
            <p:cNvSpPr/>
            <p:nvPr/>
          </p:nvSpPr>
          <p:spPr>
            <a:xfrm>
              <a:off x="2504118" y="1588392"/>
              <a:ext cx="158092" cy="162778"/>
            </a:xfrm>
            <a:custGeom>
              <a:rect b="b" l="l" r="r" t="t"/>
              <a:pathLst>
                <a:path extrusionOk="0" h="16987" w="16498">
                  <a:moveTo>
                    <a:pt x="4851" y="0"/>
                  </a:moveTo>
                  <a:lnTo>
                    <a:pt x="4851" y="1457"/>
                  </a:lnTo>
                  <a:lnTo>
                    <a:pt x="1" y="16987"/>
                  </a:lnTo>
                  <a:lnTo>
                    <a:pt x="16497" y="16987"/>
                  </a:lnTo>
                  <a:lnTo>
                    <a:pt x="11644" y="1457"/>
                  </a:lnTo>
                  <a:lnTo>
                    <a:pt x="11644" y="0"/>
                  </a:lnTo>
                  <a:close/>
                </a:path>
              </a:pathLst>
            </a:custGeom>
            <a:solidFill>
              <a:srgbClr val="FFF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8"/>
            <p:cNvSpPr/>
            <p:nvPr/>
          </p:nvSpPr>
          <p:spPr>
            <a:xfrm>
              <a:off x="2550601" y="1588392"/>
              <a:ext cx="111588" cy="162778"/>
            </a:xfrm>
            <a:custGeom>
              <a:rect b="b" l="l" r="r" t="t"/>
              <a:pathLst>
                <a:path extrusionOk="0" h="16987" w="11645">
                  <a:moveTo>
                    <a:pt x="4852" y="0"/>
                  </a:moveTo>
                  <a:lnTo>
                    <a:pt x="4852" y="1457"/>
                  </a:lnTo>
                  <a:lnTo>
                    <a:pt x="0" y="16987"/>
                  </a:lnTo>
                  <a:lnTo>
                    <a:pt x="11645" y="16987"/>
                  </a:lnTo>
                  <a:lnTo>
                    <a:pt x="6793" y="1457"/>
                  </a:lnTo>
                  <a:lnTo>
                    <a:pt x="6793" y="0"/>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8"/>
            <p:cNvSpPr/>
            <p:nvPr/>
          </p:nvSpPr>
          <p:spPr>
            <a:xfrm>
              <a:off x="2476235" y="1574431"/>
              <a:ext cx="27885" cy="27923"/>
            </a:xfrm>
            <a:custGeom>
              <a:rect b="b" l="l" r="r" t="t"/>
              <a:pathLst>
                <a:path extrusionOk="0" h="2914" w="2910">
                  <a:moveTo>
                    <a:pt x="1456" y="1"/>
                  </a:moveTo>
                  <a:cubicBezTo>
                    <a:pt x="653" y="1"/>
                    <a:pt x="0" y="653"/>
                    <a:pt x="0" y="1457"/>
                  </a:cubicBezTo>
                  <a:cubicBezTo>
                    <a:pt x="0" y="2263"/>
                    <a:pt x="653" y="2914"/>
                    <a:pt x="1456" y="2914"/>
                  </a:cubicBezTo>
                  <a:cubicBezTo>
                    <a:pt x="2258" y="2914"/>
                    <a:pt x="2909" y="2263"/>
                    <a:pt x="2909" y="1457"/>
                  </a:cubicBezTo>
                  <a:cubicBezTo>
                    <a:pt x="2909" y="654"/>
                    <a:pt x="2258" y="1"/>
                    <a:pt x="14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8"/>
            <p:cNvSpPr/>
            <p:nvPr/>
          </p:nvSpPr>
          <p:spPr>
            <a:xfrm>
              <a:off x="2532012" y="1574460"/>
              <a:ext cx="102303" cy="27895"/>
            </a:xfrm>
            <a:custGeom>
              <a:rect b="b" l="l" r="r" t="t"/>
              <a:pathLst>
                <a:path extrusionOk="0" h="2911" w="10676">
                  <a:moveTo>
                    <a:pt x="2427" y="0"/>
                  </a:moveTo>
                  <a:cubicBezTo>
                    <a:pt x="1087" y="0"/>
                    <a:pt x="0" y="1086"/>
                    <a:pt x="0" y="2426"/>
                  </a:cubicBezTo>
                  <a:cubicBezTo>
                    <a:pt x="0" y="2695"/>
                    <a:pt x="218" y="2911"/>
                    <a:pt x="485" y="2911"/>
                  </a:cubicBezTo>
                  <a:lnTo>
                    <a:pt x="10190" y="2911"/>
                  </a:lnTo>
                  <a:cubicBezTo>
                    <a:pt x="10458" y="2911"/>
                    <a:pt x="10676" y="2695"/>
                    <a:pt x="10676" y="2426"/>
                  </a:cubicBezTo>
                  <a:cubicBezTo>
                    <a:pt x="10676" y="1086"/>
                    <a:pt x="9587" y="0"/>
                    <a:pt x="82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8"/>
            <p:cNvSpPr/>
            <p:nvPr/>
          </p:nvSpPr>
          <p:spPr>
            <a:xfrm>
              <a:off x="2485529" y="1574498"/>
              <a:ext cx="148787" cy="27856"/>
            </a:xfrm>
            <a:custGeom>
              <a:rect b="b" l="l" r="r" t="t"/>
              <a:pathLst>
                <a:path extrusionOk="0" h="2907" w="15527">
                  <a:moveTo>
                    <a:pt x="486" y="966"/>
                  </a:moveTo>
                  <a:cubicBezTo>
                    <a:pt x="217" y="966"/>
                    <a:pt x="1" y="1182"/>
                    <a:pt x="1" y="1450"/>
                  </a:cubicBezTo>
                  <a:cubicBezTo>
                    <a:pt x="1" y="1719"/>
                    <a:pt x="217" y="1936"/>
                    <a:pt x="486" y="1936"/>
                  </a:cubicBezTo>
                  <a:cubicBezTo>
                    <a:pt x="754" y="1936"/>
                    <a:pt x="970" y="1719"/>
                    <a:pt x="970" y="1450"/>
                  </a:cubicBezTo>
                  <a:cubicBezTo>
                    <a:pt x="970" y="1185"/>
                    <a:pt x="754" y="966"/>
                    <a:pt x="486" y="966"/>
                  </a:cubicBezTo>
                  <a:close/>
                  <a:moveTo>
                    <a:pt x="13263" y="1"/>
                  </a:moveTo>
                  <a:cubicBezTo>
                    <a:pt x="13467" y="356"/>
                    <a:pt x="13584" y="768"/>
                    <a:pt x="13584" y="1209"/>
                  </a:cubicBezTo>
                  <a:cubicBezTo>
                    <a:pt x="13584" y="1477"/>
                    <a:pt x="13368" y="1695"/>
                    <a:pt x="13099" y="1695"/>
                  </a:cubicBezTo>
                  <a:lnTo>
                    <a:pt x="4962" y="1695"/>
                  </a:lnTo>
                  <a:cubicBezTo>
                    <a:pt x="4888" y="1924"/>
                    <a:pt x="4850" y="2168"/>
                    <a:pt x="4850" y="2422"/>
                  </a:cubicBezTo>
                  <a:cubicBezTo>
                    <a:pt x="4850" y="2691"/>
                    <a:pt x="5066" y="2907"/>
                    <a:pt x="5334" y="2907"/>
                  </a:cubicBezTo>
                  <a:lnTo>
                    <a:pt x="15039" y="2907"/>
                  </a:lnTo>
                  <a:cubicBezTo>
                    <a:pt x="15308" y="2907"/>
                    <a:pt x="15524" y="2691"/>
                    <a:pt x="15524" y="2422"/>
                  </a:cubicBezTo>
                  <a:cubicBezTo>
                    <a:pt x="15527" y="1136"/>
                    <a:pt x="14526" y="86"/>
                    <a:pt x="13263"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8"/>
            <p:cNvSpPr/>
            <p:nvPr/>
          </p:nvSpPr>
          <p:spPr>
            <a:xfrm>
              <a:off x="2466921" y="1719551"/>
              <a:ext cx="213872" cy="50203"/>
            </a:xfrm>
            <a:custGeom>
              <a:rect b="b" l="l" r="r" t="t"/>
              <a:pathLst>
                <a:path extrusionOk="0" h="5239" w="22319">
                  <a:moveTo>
                    <a:pt x="14447" y="1"/>
                  </a:moveTo>
                  <a:cubicBezTo>
                    <a:pt x="12688" y="1"/>
                    <a:pt x="11160" y="1427"/>
                    <a:pt x="11160" y="3297"/>
                  </a:cubicBezTo>
                  <a:cubicBezTo>
                    <a:pt x="11160" y="1427"/>
                    <a:pt x="9630" y="1"/>
                    <a:pt x="7872" y="1"/>
                  </a:cubicBezTo>
                  <a:cubicBezTo>
                    <a:pt x="7573" y="1"/>
                    <a:pt x="7267" y="42"/>
                    <a:pt x="6961" y="130"/>
                  </a:cubicBezTo>
                  <a:lnTo>
                    <a:pt x="971" y="1842"/>
                  </a:lnTo>
                  <a:lnTo>
                    <a:pt x="971" y="3299"/>
                  </a:lnTo>
                  <a:cubicBezTo>
                    <a:pt x="435" y="3299"/>
                    <a:pt x="0" y="3732"/>
                    <a:pt x="0" y="4268"/>
                  </a:cubicBezTo>
                  <a:cubicBezTo>
                    <a:pt x="0" y="4804"/>
                    <a:pt x="434" y="5239"/>
                    <a:pt x="971" y="5239"/>
                  </a:cubicBezTo>
                  <a:lnTo>
                    <a:pt x="21350" y="5239"/>
                  </a:lnTo>
                  <a:cubicBezTo>
                    <a:pt x="21884" y="5239"/>
                    <a:pt x="22319" y="4805"/>
                    <a:pt x="22319" y="4268"/>
                  </a:cubicBezTo>
                  <a:cubicBezTo>
                    <a:pt x="22319" y="3732"/>
                    <a:pt x="21885" y="3299"/>
                    <a:pt x="21350" y="3299"/>
                  </a:cubicBezTo>
                  <a:lnTo>
                    <a:pt x="21350" y="1842"/>
                  </a:lnTo>
                  <a:lnTo>
                    <a:pt x="15360" y="130"/>
                  </a:lnTo>
                  <a:cubicBezTo>
                    <a:pt x="15053" y="42"/>
                    <a:pt x="14747" y="1"/>
                    <a:pt x="1444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8"/>
            <p:cNvSpPr/>
            <p:nvPr/>
          </p:nvSpPr>
          <p:spPr>
            <a:xfrm>
              <a:off x="2573856" y="1719551"/>
              <a:ext cx="106931" cy="50203"/>
            </a:xfrm>
            <a:custGeom>
              <a:rect b="b" l="l" r="r" t="t"/>
              <a:pathLst>
                <a:path extrusionOk="0" h="5239" w="11159">
                  <a:moveTo>
                    <a:pt x="3287" y="1"/>
                  </a:moveTo>
                  <a:cubicBezTo>
                    <a:pt x="1528" y="1"/>
                    <a:pt x="0" y="1427"/>
                    <a:pt x="0" y="3296"/>
                  </a:cubicBezTo>
                  <a:lnTo>
                    <a:pt x="0" y="5239"/>
                  </a:lnTo>
                  <a:lnTo>
                    <a:pt x="10190" y="5239"/>
                  </a:lnTo>
                  <a:cubicBezTo>
                    <a:pt x="10724" y="5239"/>
                    <a:pt x="11159" y="4805"/>
                    <a:pt x="11159" y="4268"/>
                  </a:cubicBezTo>
                  <a:cubicBezTo>
                    <a:pt x="11159" y="3732"/>
                    <a:pt x="10725" y="3299"/>
                    <a:pt x="10190" y="3299"/>
                  </a:cubicBezTo>
                  <a:lnTo>
                    <a:pt x="10190" y="1842"/>
                  </a:lnTo>
                  <a:lnTo>
                    <a:pt x="4200" y="130"/>
                  </a:lnTo>
                  <a:cubicBezTo>
                    <a:pt x="3893" y="42"/>
                    <a:pt x="3587" y="1"/>
                    <a:pt x="3287"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8"/>
            <p:cNvSpPr/>
            <p:nvPr/>
          </p:nvSpPr>
          <p:spPr>
            <a:xfrm>
              <a:off x="2466921" y="1751152"/>
              <a:ext cx="213872" cy="18600"/>
            </a:xfrm>
            <a:custGeom>
              <a:rect b="b" l="l" r="r" t="t"/>
              <a:pathLst>
                <a:path extrusionOk="0" h="1941" w="22319">
                  <a:moveTo>
                    <a:pt x="971" y="1"/>
                  </a:moveTo>
                  <a:cubicBezTo>
                    <a:pt x="435" y="1"/>
                    <a:pt x="0" y="434"/>
                    <a:pt x="0" y="970"/>
                  </a:cubicBezTo>
                  <a:cubicBezTo>
                    <a:pt x="0" y="1506"/>
                    <a:pt x="434" y="1941"/>
                    <a:pt x="971" y="1941"/>
                  </a:cubicBezTo>
                  <a:lnTo>
                    <a:pt x="21350" y="1941"/>
                  </a:lnTo>
                  <a:cubicBezTo>
                    <a:pt x="21884" y="1941"/>
                    <a:pt x="22319" y="1507"/>
                    <a:pt x="22319" y="970"/>
                  </a:cubicBezTo>
                  <a:cubicBezTo>
                    <a:pt x="22319" y="434"/>
                    <a:pt x="21885" y="1"/>
                    <a:pt x="213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8"/>
            <p:cNvSpPr/>
            <p:nvPr/>
          </p:nvSpPr>
          <p:spPr>
            <a:xfrm>
              <a:off x="2573856" y="1751124"/>
              <a:ext cx="106931" cy="18628"/>
            </a:xfrm>
            <a:custGeom>
              <a:rect b="b" l="l" r="r" t="t"/>
              <a:pathLst>
                <a:path extrusionOk="0" h="1944" w="11159">
                  <a:moveTo>
                    <a:pt x="0" y="1"/>
                  </a:moveTo>
                  <a:lnTo>
                    <a:pt x="0" y="1944"/>
                  </a:lnTo>
                  <a:lnTo>
                    <a:pt x="10190" y="1944"/>
                  </a:lnTo>
                  <a:cubicBezTo>
                    <a:pt x="10724" y="1944"/>
                    <a:pt x="11159" y="1510"/>
                    <a:pt x="11159" y="973"/>
                  </a:cubicBezTo>
                  <a:cubicBezTo>
                    <a:pt x="11159" y="437"/>
                    <a:pt x="10725" y="4"/>
                    <a:pt x="10190"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8"/>
            <p:cNvSpPr/>
            <p:nvPr/>
          </p:nvSpPr>
          <p:spPr>
            <a:xfrm>
              <a:off x="2464363" y="1570962"/>
              <a:ext cx="220886" cy="220886"/>
            </a:xfrm>
            <a:custGeom>
              <a:rect b="b" l="l" r="r" t="t"/>
              <a:pathLst>
                <a:path extrusionOk="0" h="23051" w="23051">
                  <a:moveTo>
                    <a:pt x="2700" y="728"/>
                  </a:moveTo>
                  <a:cubicBezTo>
                    <a:pt x="3301" y="728"/>
                    <a:pt x="3790" y="1218"/>
                    <a:pt x="3790" y="1819"/>
                  </a:cubicBezTo>
                  <a:cubicBezTo>
                    <a:pt x="3790" y="2422"/>
                    <a:pt x="3300" y="2912"/>
                    <a:pt x="2700" y="2912"/>
                  </a:cubicBezTo>
                  <a:cubicBezTo>
                    <a:pt x="2098" y="2912"/>
                    <a:pt x="1609" y="2422"/>
                    <a:pt x="1609" y="1819"/>
                  </a:cubicBezTo>
                  <a:cubicBezTo>
                    <a:pt x="1609" y="1218"/>
                    <a:pt x="2098" y="728"/>
                    <a:pt x="2700" y="728"/>
                  </a:cubicBezTo>
                  <a:close/>
                  <a:moveTo>
                    <a:pt x="15307" y="729"/>
                  </a:moveTo>
                  <a:cubicBezTo>
                    <a:pt x="16448" y="729"/>
                    <a:pt x="17377" y="1654"/>
                    <a:pt x="17377" y="2791"/>
                  </a:cubicBezTo>
                  <a:cubicBezTo>
                    <a:pt x="17377" y="2857"/>
                    <a:pt x="17323" y="2912"/>
                    <a:pt x="17255" y="2912"/>
                  </a:cubicBezTo>
                  <a:lnTo>
                    <a:pt x="7555" y="2912"/>
                  </a:lnTo>
                  <a:cubicBezTo>
                    <a:pt x="7487" y="2912"/>
                    <a:pt x="7433" y="2860"/>
                    <a:pt x="7433" y="2791"/>
                  </a:cubicBezTo>
                  <a:cubicBezTo>
                    <a:pt x="7433" y="1654"/>
                    <a:pt x="8361" y="729"/>
                    <a:pt x="9505" y="729"/>
                  </a:cubicBezTo>
                  <a:close/>
                  <a:moveTo>
                    <a:pt x="12402" y="4853"/>
                  </a:moveTo>
                  <a:cubicBezTo>
                    <a:pt x="12200" y="4853"/>
                    <a:pt x="12036" y="5017"/>
                    <a:pt x="12036" y="5217"/>
                  </a:cubicBezTo>
                  <a:lnTo>
                    <a:pt x="12036" y="11525"/>
                  </a:lnTo>
                  <a:cubicBezTo>
                    <a:pt x="12036" y="11727"/>
                    <a:pt x="12199" y="11891"/>
                    <a:pt x="12402" y="11891"/>
                  </a:cubicBezTo>
                  <a:cubicBezTo>
                    <a:pt x="12605" y="11891"/>
                    <a:pt x="12769" y="11727"/>
                    <a:pt x="12769" y="11525"/>
                  </a:cubicBezTo>
                  <a:lnTo>
                    <a:pt x="12769" y="5217"/>
                  </a:lnTo>
                  <a:cubicBezTo>
                    <a:pt x="12769" y="5017"/>
                    <a:pt x="12605" y="4853"/>
                    <a:pt x="12402" y="4853"/>
                  </a:cubicBezTo>
                  <a:close/>
                  <a:moveTo>
                    <a:pt x="12404" y="12618"/>
                  </a:moveTo>
                  <a:cubicBezTo>
                    <a:pt x="12202" y="12618"/>
                    <a:pt x="12038" y="12782"/>
                    <a:pt x="12038" y="12982"/>
                  </a:cubicBezTo>
                  <a:lnTo>
                    <a:pt x="12038" y="13030"/>
                  </a:lnTo>
                  <a:cubicBezTo>
                    <a:pt x="12038" y="13231"/>
                    <a:pt x="12202" y="13394"/>
                    <a:pt x="12404" y="13394"/>
                  </a:cubicBezTo>
                  <a:cubicBezTo>
                    <a:pt x="12607" y="13394"/>
                    <a:pt x="12770" y="13231"/>
                    <a:pt x="12770" y="13030"/>
                  </a:cubicBezTo>
                  <a:lnTo>
                    <a:pt x="12770" y="12982"/>
                  </a:lnTo>
                  <a:cubicBezTo>
                    <a:pt x="12769" y="12780"/>
                    <a:pt x="12604" y="12618"/>
                    <a:pt x="12404" y="12618"/>
                  </a:cubicBezTo>
                  <a:close/>
                  <a:moveTo>
                    <a:pt x="19191" y="13979"/>
                  </a:moveTo>
                  <a:cubicBezTo>
                    <a:pt x="19155" y="13979"/>
                    <a:pt x="19119" y="13985"/>
                    <a:pt x="19083" y="13995"/>
                  </a:cubicBezTo>
                  <a:cubicBezTo>
                    <a:pt x="18892" y="14055"/>
                    <a:pt x="18786" y="14260"/>
                    <a:pt x="18845" y="14452"/>
                  </a:cubicBezTo>
                  <a:lnTo>
                    <a:pt x="18874" y="14545"/>
                  </a:lnTo>
                  <a:cubicBezTo>
                    <a:pt x="18922" y="14702"/>
                    <a:pt x="19067" y="14801"/>
                    <a:pt x="19222" y="14801"/>
                  </a:cubicBezTo>
                  <a:cubicBezTo>
                    <a:pt x="19258" y="14801"/>
                    <a:pt x="19295" y="14797"/>
                    <a:pt x="19330" y="14785"/>
                  </a:cubicBezTo>
                  <a:cubicBezTo>
                    <a:pt x="19522" y="14726"/>
                    <a:pt x="19630" y="14523"/>
                    <a:pt x="19570" y="14329"/>
                  </a:cubicBezTo>
                  <a:lnTo>
                    <a:pt x="19542" y="14236"/>
                  </a:lnTo>
                  <a:cubicBezTo>
                    <a:pt x="19492" y="14079"/>
                    <a:pt x="19348" y="13979"/>
                    <a:pt x="19191" y="13979"/>
                  </a:cubicBezTo>
                  <a:close/>
                  <a:moveTo>
                    <a:pt x="5608" y="13980"/>
                  </a:moveTo>
                  <a:cubicBezTo>
                    <a:pt x="5452" y="13980"/>
                    <a:pt x="5307" y="14081"/>
                    <a:pt x="5258" y="14237"/>
                  </a:cubicBezTo>
                  <a:lnTo>
                    <a:pt x="5230" y="14331"/>
                  </a:lnTo>
                  <a:cubicBezTo>
                    <a:pt x="5169" y="14523"/>
                    <a:pt x="5277" y="14727"/>
                    <a:pt x="5469" y="14787"/>
                  </a:cubicBezTo>
                  <a:cubicBezTo>
                    <a:pt x="5504" y="14798"/>
                    <a:pt x="5542" y="14804"/>
                    <a:pt x="5578" y="14804"/>
                  </a:cubicBezTo>
                  <a:cubicBezTo>
                    <a:pt x="5734" y="14804"/>
                    <a:pt x="5878" y="14704"/>
                    <a:pt x="5926" y="14548"/>
                  </a:cubicBezTo>
                  <a:lnTo>
                    <a:pt x="5955" y="14453"/>
                  </a:lnTo>
                  <a:cubicBezTo>
                    <a:pt x="6019" y="14260"/>
                    <a:pt x="5909" y="14055"/>
                    <a:pt x="5716" y="13997"/>
                  </a:cubicBezTo>
                  <a:cubicBezTo>
                    <a:pt x="5680" y="13986"/>
                    <a:pt x="5644" y="13980"/>
                    <a:pt x="5608" y="13980"/>
                  </a:cubicBezTo>
                  <a:close/>
                  <a:moveTo>
                    <a:pt x="8238" y="15874"/>
                  </a:moveTo>
                  <a:cubicBezTo>
                    <a:pt x="8861" y="15874"/>
                    <a:pt x="9471" y="16074"/>
                    <a:pt x="9986" y="16461"/>
                  </a:cubicBezTo>
                  <a:cubicBezTo>
                    <a:pt x="10633" y="16946"/>
                    <a:pt x="11039" y="17655"/>
                    <a:pt x="11136" y="18442"/>
                  </a:cubicBezTo>
                  <a:lnTo>
                    <a:pt x="1700" y="18442"/>
                  </a:lnTo>
                  <a:lnTo>
                    <a:pt x="1700" y="17625"/>
                  </a:lnTo>
                  <a:lnTo>
                    <a:pt x="7427" y="15988"/>
                  </a:lnTo>
                  <a:cubicBezTo>
                    <a:pt x="7695" y="15911"/>
                    <a:pt x="7968" y="15874"/>
                    <a:pt x="8238" y="15874"/>
                  </a:cubicBezTo>
                  <a:close/>
                  <a:moveTo>
                    <a:pt x="14811" y="15874"/>
                  </a:moveTo>
                  <a:cubicBezTo>
                    <a:pt x="15081" y="15874"/>
                    <a:pt x="15354" y="15911"/>
                    <a:pt x="15622" y="15988"/>
                  </a:cubicBezTo>
                  <a:lnTo>
                    <a:pt x="21348" y="17625"/>
                  </a:lnTo>
                  <a:lnTo>
                    <a:pt x="21348" y="18442"/>
                  </a:lnTo>
                  <a:lnTo>
                    <a:pt x="11912" y="18442"/>
                  </a:lnTo>
                  <a:cubicBezTo>
                    <a:pt x="12009" y="17655"/>
                    <a:pt x="12415" y="16946"/>
                    <a:pt x="13062" y="16461"/>
                  </a:cubicBezTo>
                  <a:cubicBezTo>
                    <a:pt x="13578" y="16074"/>
                    <a:pt x="14188" y="15874"/>
                    <a:pt x="14811" y="15874"/>
                  </a:cubicBezTo>
                  <a:close/>
                  <a:moveTo>
                    <a:pt x="11110" y="19170"/>
                  </a:moveTo>
                  <a:lnTo>
                    <a:pt x="11110" y="20383"/>
                  </a:lnTo>
                  <a:lnTo>
                    <a:pt x="1339" y="20383"/>
                  </a:lnTo>
                  <a:cubicBezTo>
                    <a:pt x="1003" y="20383"/>
                    <a:pt x="729" y="20112"/>
                    <a:pt x="729" y="19775"/>
                  </a:cubicBezTo>
                  <a:cubicBezTo>
                    <a:pt x="729" y="19441"/>
                    <a:pt x="1003" y="19170"/>
                    <a:pt x="1339" y="19170"/>
                  </a:cubicBezTo>
                  <a:close/>
                  <a:moveTo>
                    <a:pt x="21709" y="19170"/>
                  </a:moveTo>
                  <a:cubicBezTo>
                    <a:pt x="22044" y="19170"/>
                    <a:pt x="22319" y="19441"/>
                    <a:pt x="22319" y="19775"/>
                  </a:cubicBezTo>
                  <a:cubicBezTo>
                    <a:pt x="22319" y="20109"/>
                    <a:pt x="22044" y="20383"/>
                    <a:pt x="21709" y="20383"/>
                  </a:cubicBezTo>
                  <a:lnTo>
                    <a:pt x="11841" y="20383"/>
                  </a:lnTo>
                  <a:lnTo>
                    <a:pt x="11841" y="19170"/>
                  </a:lnTo>
                  <a:close/>
                  <a:moveTo>
                    <a:pt x="2699" y="0"/>
                  </a:moveTo>
                  <a:cubicBezTo>
                    <a:pt x="1696" y="0"/>
                    <a:pt x="878" y="816"/>
                    <a:pt x="878" y="1819"/>
                  </a:cubicBezTo>
                  <a:cubicBezTo>
                    <a:pt x="878" y="2699"/>
                    <a:pt x="1504" y="3435"/>
                    <a:pt x="2334" y="3603"/>
                  </a:cubicBezTo>
                  <a:lnTo>
                    <a:pt x="2334" y="16684"/>
                  </a:lnTo>
                  <a:lnTo>
                    <a:pt x="1234" y="17000"/>
                  </a:lnTo>
                  <a:cubicBezTo>
                    <a:pt x="1077" y="17044"/>
                    <a:pt x="969" y="17187"/>
                    <a:pt x="969" y="17349"/>
                  </a:cubicBezTo>
                  <a:lnTo>
                    <a:pt x="969" y="18493"/>
                  </a:lnTo>
                  <a:cubicBezTo>
                    <a:pt x="409" y="18652"/>
                    <a:pt x="0" y="19168"/>
                    <a:pt x="0" y="19775"/>
                  </a:cubicBezTo>
                  <a:cubicBezTo>
                    <a:pt x="0" y="20511"/>
                    <a:pt x="600" y="21109"/>
                    <a:pt x="1339" y="21109"/>
                  </a:cubicBezTo>
                  <a:lnTo>
                    <a:pt x="21710" y="21109"/>
                  </a:lnTo>
                  <a:cubicBezTo>
                    <a:pt x="22449" y="21109"/>
                    <a:pt x="23051" y="20511"/>
                    <a:pt x="23051" y="19775"/>
                  </a:cubicBezTo>
                  <a:cubicBezTo>
                    <a:pt x="23051" y="19168"/>
                    <a:pt x="22638" y="18652"/>
                    <a:pt x="22080" y="18495"/>
                  </a:cubicBezTo>
                  <a:lnTo>
                    <a:pt x="22080" y="17351"/>
                  </a:lnTo>
                  <a:cubicBezTo>
                    <a:pt x="22080" y="17189"/>
                    <a:pt x="21972" y="17045"/>
                    <a:pt x="21816" y="17001"/>
                  </a:cubicBezTo>
                  <a:lnTo>
                    <a:pt x="15826" y="15289"/>
                  </a:lnTo>
                  <a:cubicBezTo>
                    <a:pt x="15489" y="15192"/>
                    <a:pt x="15148" y="15145"/>
                    <a:pt x="14810" y="15145"/>
                  </a:cubicBezTo>
                  <a:cubicBezTo>
                    <a:pt x="14030" y="15145"/>
                    <a:pt x="13267" y="15397"/>
                    <a:pt x="12622" y="15880"/>
                  </a:cubicBezTo>
                  <a:cubicBezTo>
                    <a:pt x="12146" y="16236"/>
                    <a:pt x="11775" y="16691"/>
                    <a:pt x="11525" y="17206"/>
                  </a:cubicBezTo>
                  <a:cubicBezTo>
                    <a:pt x="11274" y="16691"/>
                    <a:pt x="10903" y="16236"/>
                    <a:pt x="10427" y="15880"/>
                  </a:cubicBezTo>
                  <a:cubicBezTo>
                    <a:pt x="9781" y="15397"/>
                    <a:pt x="9018" y="15145"/>
                    <a:pt x="8238" y="15145"/>
                  </a:cubicBezTo>
                  <a:cubicBezTo>
                    <a:pt x="7901" y="15145"/>
                    <a:pt x="7560" y="15192"/>
                    <a:pt x="7224" y="15289"/>
                  </a:cubicBezTo>
                  <a:lnTo>
                    <a:pt x="3064" y="16477"/>
                  </a:lnTo>
                  <a:lnTo>
                    <a:pt x="3064" y="3603"/>
                  </a:lnTo>
                  <a:cubicBezTo>
                    <a:pt x="3776" y="3458"/>
                    <a:pt x="4337" y="2896"/>
                    <a:pt x="4484" y="2184"/>
                  </a:cubicBezTo>
                  <a:lnTo>
                    <a:pt x="6767" y="2184"/>
                  </a:lnTo>
                  <a:cubicBezTo>
                    <a:pt x="6723" y="2379"/>
                    <a:pt x="6701" y="2582"/>
                    <a:pt x="6701" y="2790"/>
                  </a:cubicBezTo>
                  <a:cubicBezTo>
                    <a:pt x="6701" y="3259"/>
                    <a:pt x="7082" y="3638"/>
                    <a:pt x="7553" y="3638"/>
                  </a:cubicBezTo>
                  <a:lnTo>
                    <a:pt x="8572" y="3638"/>
                  </a:lnTo>
                  <a:lnTo>
                    <a:pt x="5838" y="12388"/>
                  </a:lnTo>
                  <a:cubicBezTo>
                    <a:pt x="5778" y="12581"/>
                    <a:pt x="5886" y="12783"/>
                    <a:pt x="6078" y="12844"/>
                  </a:cubicBezTo>
                  <a:cubicBezTo>
                    <a:pt x="6114" y="12854"/>
                    <a:pt x="6151" y="12860"/>
                    <a:pt x="6186" y="12860"/>
                  </a:cubicBezTo>
                  <a:cubicBezTo>
                    <a:pt x="6341" y="12860"/>
                    <a:pt x="6488" y="12760"/>
                    <a:pt x="6534" y="12604"/>
                  </a:cubicBezTo>
                  <a:lnTo>
                    <a:pt x="9338" y="3643"/>
                  </a:lnTo>
                  <a:lnTo>
                    <a:pt x="15470" y="3643"/>
                  </a:lnTo>
                  <a:lnTo>
                    <a:pt x="18271" y="12606"/>
                  </a:lnTo>
                  <a:cubicBezTo>
                    <a:pt x="18320" y="12762"/>
                    <a:pt x="18463" y="12861"/>
                    <a:pt x="18620" y="12861"/>
                  </a:cubicBezTo>
                  <a:cubicBezTo>
                    <a:pt x="18655" y="12861"/>
                    <a:pt x="18692" y="12857"/>
                    <a:pt x="18728" y="12846"/>
                  </a:cubicBezTo>
                  <a:cubicBezTo>
                    <a:pt x="18919" y="12786"/>
                    <a:pt x="19027" y="12581"/>
                    <a:pt x="18968" y="12389"/>
                  </a:cubicBezTo>
                  <a:lnTo>
                    <a:pt x="16233" y="3641"/>
                  </a:lnTo>
                  <a:lnTo>
                    <a:pt x="17254" y="3641"/>
                  </a:lnTo>
                  <a:cubicBezTo>
                    <a:pt x="17724" y="3641"/>
                    <a:pt x="18107" y="3260"/>
                    <a:pt x="18107" y="2791"/>
                  </a:cubicBezTo>
                  <a:cubicBezTo>
                    <a:pt x="18107" y="1254"/>
                    <a:pt x="16850" y="0"/>
                    <a:pt x="15304" y="0"/>
                  </a:cubicBezTo>
                  <a:lnTo>
                    <a:pt x="9503" y="0"/>
                  </a:lnTo>
                  <a:cubicBezTo>
                    <a:pt x="8443" y="0"/>
                    <a:pt x="7519" y="590"/>
                    <a:pt x="7043" y="1457"/>
                  </a:cubicBezTo>
                  <a:lnTo>
                    <a:pt x="4485" y="1457"/>
                  </a:lnTo>
                  <a:cubicBezTo>
                    <a:pt x="4315" y="628"/>
                    <a:pt x="3578" y="0"/>
                    <a:pt x="2699" y="0"/>
                  </a:cubicBezTo>
                  <a:close/>
                  <a:moveTo>
                    <a:pt x="1336" y="22323"/>
                  </a:moveTo>
                  <a:cubicBezTo>
                    <a:pt x="1133" y="22323"/>
                    <a:pt x="969" y="22486"/>
                    <a:pt x="969" y="22687"/>
                  </a:cubicBezTo>
                  <a:cubicBezTo>
                    <a:pt x="969" y="22887"/>
                    <a:pt x="1133" y="23051"/>
                    <a:pt x="1336" y="23051"/>
                  </a:cubicBezTo>
                  <a:lnTo>
                    <a:pt x="1383" y="23051"/>
                  </a:lnTo>
                  <a:cubicBezTo>
                    <a:pt x="1586" y="23051"/>
                    <a:pt x="1750" y="22887"/>
                    <a:pt x="1750" y="22687"/>
                  </a:cubicBezTo>
                  <a:cubicBezTo>
                    <a:pt x="1750" y="22486"/>
                    <a:pt x="1586" y="22323"/>
                    <a:pt x="1383" y="22323"/>
                  </a:cubicBezTo>
                  <a:close/>
                  <a:moveTo>
                    <a:pt x="3227" y="22323"/>
                  </a:moveTo>
                  <a:cubicBezTo>
                    <a:pt x="3024" y="22323"/>
                    <a:pt x="2861" y="22486"/>
                    <a:pt x="2861" y="22687"/>
                  </a:cubicBezTo>
                  <a:cubicBezTo>
                    <a:pt x="2861" y="22887"/>
                    <a:pt x="3024" y="23051"/>
                    <a:pt x="3227" y="23051"/>
                  </a:cubicBezTo>
                  <a:lnTo>
                    <a:pt x="3276" y="23051"/>
                  </a:lnTo>
                  <a:cubicBezTo>
                    <a:pt x="3478" y="23051"/>
                    <a:pt x="3641" y="22887"/>
                    <a:pt x="3641" y="22687"/>
                  </a:cubicBezTo>
                  <a:cubicBezTo>
                    <a:pt x="3641" y="22486"/>
                    <a:pt x="3478" y="22323"/>
                    <a:pt x="3276" y="22323"/>
                  </a:cubicBezTo>
                  <a:close/>
                  <a:moveTo>
                    <a:pt x="4730" y="22323"/>
                  </a:moveTo>
                  <a:cubicBezTo>
                    <a:pt x="4528" y="22323"/>
                    <a:pt x="4364" y="22486"/>
                    <a:pt x="4364" y="22687"/>
                  </a:cubicBezTo>
                  <a:cubicBezTo>
                    <a:pt x="4364" y="22887"/>
                    <a:pt x="4528" y="23051"/>
                    <a:pt x="4730" y="23051"/>
                  </a:cubicBezTo>
                  <a:lnTo>
                    <a:pt x="18315" y="23051"/>
                  </a:lnTo>
                  <a:cubicBezTo>
                    <a:pt x="18519" y="23051"/>
                    <a:pt x="18682" y="22887"/>
                    <a:pt x="18682" y="22687"/>
                  </a:cubicBezTo>
                  <a:cubicBezTo>
                    <a:pt x="18682" y="22486"/>
                    <a:pt x="18519" y="22323"/>
                    <a:pt x="18318" y="22323"/>
                  </a:cubicBezTo>
                  <a:close/>
                  <a:moveTo>
                    <a:pt x="19725" y="22323"/>
                  </a:moveTo>
                  <a:cubicBezTo>
                    <a:pt x="19522" y="22323"/>
                    <a:pt x="19359" y="22486"/>
                    <a:pt x="19359" y="22687"/>
                  </a:cubicBezTo>
                  <a:cubicBezTo>
                    <a:pt x="19359" y="22887"/>
                    <a:pt x="19522" y="23051"/>
                    <a:pt x="19725" y="23051"/>
                  </a:cubicBezTo>
                  <a:lnTo>
                    <a:pt x="19772" y="23051"/>
                  </a:lnTo>
                  <a:cubicBezTo>
                    <a:pt x="19975" y="23051"/>
                    <a:pt x="20139" y="22887"/>
                    <a:pt x="20139" y="22687"/>
                  </a:cubicBezTo>
                  <a:cubicBezTo>
                    <a:pt x="20139" y="22486"/>
                    <a:pt x="19975" y="22323"/>
                    <a:pt x="19772" y="22323"/>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3" name="Google Shape;2733;p48"/>
          <p:cNvGrpSpPr/>
          <p:nvPr/>
        </p:nvGrpSpPr>
        <p:grpSpPr>
          <a:xfrm>
            <a:off x="1637588" y="2200071"/>
            <a:ext cx="220865" cy="220473"/>
            <a:chOff x="1637588" y="2200071"/>
            <a:chExt cx="220865" cy="220473"/>
          </a:xfrm>
        </p:grpSpPr>
        <p:sp>
          <p:nvSpPr>
            <p:cNvPr id="2734" name="Google Shape;2734;p48"/>
            <p:cNvSpPr/>
            <p:nvPr/>
          </p:nvSpPr>
          <p:spPr>
            <a:xfrm>
              <a:off x="1638238" y="2203562"/>
              <a:ext cx="219536" cy="51915"/>
            </a:xfrm>
            <a:custGeom>
              <a:rect b="b" l="l" r="r" t="t"/>
              <a:pathLst>
                <a:path extrusionOk="0" h="5429" w="22958">
                  <a:moveTo>
                    <a:pt x="19633" y="1"/>
                  </a:moveTo>
                  <a:cubicBezTo>
                    <a:pt x="18837" y="1"/>
                    <a:pt x="18042" y="314"/>
                    <a:pt x="17451" y="937"/>
                  </a:cubicBezTo>
                  <a:lnTo>
                    <a:pt x="17266" y="1130"/>
                  </a:lnTo>
                  <a:cubicBezTo>
                    <a:pt x="17081" y="1324"/>
                    <a:pt x="17088" y="1631"/>
                    <a:pt x="17284" y="1815"/>
                  </a:cubicBezTo>
                  <a:lnTo>
                    <a:pt x="20944" y="5293"/>
                  </a:lnTo>
                  <a:cubicBezTo>
                    <a:pt x="21037" y="5382"/>
                    <a:pt x="21157" y="5427"/>
                    <a:pt x="21277" y="5427"/>
                  </a:cubicBezTo>
                  <a:cubicBezTo>
                    <a:pt x="21405" y="5427"/>
                    <a:pt x="21533" y="5376"/>
                    <a:pt x="21629" y="5274"/>
                  </a:cubicBezTo>
                  <a:lnTo>
                    <a:pt x="21813" y="5081"/>
                  </a:lnTo>
                  <a:cubicBezTo>
                    <a:pt x="22957" y="3879"/>
                    <a:pt x="22909" y="1975"/>
                    <a:pt x="21705" y="828"/>
                  </a:cubicBezTo>
                  <a:cubicBezTo>
                    <a:pt x="21123" y="275"/>
                    <a:pt x="20377" y="1"/>
                    <a:pt x="19633" y="1"/>
                  </a:cubicBezTo>
                  <a:close/>
                  <a:moveTo>
                    <a:pt x="3326" y="0"/>
                  </a:moveTo>
                  <a:cubicBezTo>
                    <a:pt x="2581" y="0"/>
                    <a:pt x="1836" y="275"/>
                    <a:pt x="1254" y="828"/>
                  </a:cubicBezTo>
                  <a:cubicBezTo>
                    <a:pt x="49" y="1975"/>
                    <a:pt x="1" y="3879"/>
                    <a:pt x="1145" y="5083"/>
                  </a:cubicBezTo>
                  <a:lnTo>
                    <a:pt x="1329" y="5276"/>
                  </a:lnTo>
                  <a:cubicBezTo>
                    <a:pt x="1425" y="5377"/>
                    <a:pt x="1553" y="5428"/>
                    <a:pt x="1682" y="5428"/>
                  </a:cubicBezTo>
                  <a:cubicBezTo>
                    <a:pt x="1802" y="5428"/>
                    <a:pt x="1922" y="5384"/>
                    <a:pt x="2016" y="5294"/>
                  </a:cubicBezTo>
                  <a:lnTo>
                    <a:pt x="5675" y="1818"/>
                  </a:lnTo>
                  <a:cubicBezTo>
                    <a:pt x="5870" y="1634"/>
                    <a:pt x="5877" y="1325"/>
                    <a:pt x="5692" y="1132"/>
                  </a:cubicBezTo>
                  <a:lnTo>
                    <a:pt x="5508" y="936"/>
                  </a:lnTo>
                  <a:cubicBezTo>
                    <a:pt x="4916" y="314"/>
                    <a:pt x="4121" y="0"/>
                    <a:pt x="33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8"/>
            <p:cNvSpPr/>
            <p:nvPr/>
          </p:nvSpPr>
          <p:spPr>
            <a:xfrm>
              <a:off x="1638238" y="2205245"/>
              <a:ext cx="219536" cy="211800"/>
            </a:xfrm>
            <a:custGeom>
              <a:rect b="b" l="l" r="r" t="t"/>
              <a:pathLst>
                <a:path extrusionOk="0" h="22149" w="22958">
                  <a:moveTo>
                    <a:pt x="2311" y="1"/>
                  </a:moveTo>
                  <a:lnTo>
                    <a:pt x="2311" y="1"/>
                  </a:lnTo>
                  <a:cubicBezTo>
                    <a:pt x="1928" y="137"/>
                    <a:pt x="1568" y="353"/>
                    <a:pt x="1253" y="652"/>
                  </a:cubicBezTo>
                  <a:cubicBezTo>
                    <a:pt x="49" y="1799"/>
                    <a:pt x="1" y="3703"/>
                    <a:pt x="1145" y="4907"/>
                  </a:cubicBezTo>
                  <a:lnTo>
                    <a:pt x="1329" y="5100"/>
                  </a:lnTo>
                  <a:cubicBezTo>
                    <a:pt x="1425" y="5201"/>
                    <a:pt x="1554" y="5252"/>
                    <a:pt x="1683" y="5252"/>
                  </a:cubicBezTo>
                  <a:cubicBezTo>
                    <a:pt x="1803" y="5252"/>
                    <a:pt x="1923" y="5207"/>
                    <a:pt x="2016" y="5118"/>
                  </a:cubicBezTo>
                  <a:lnTo>
                    <a:pt x="3558" y="3653"/>
                  </a:lnTo>
                  <a:lnTo>
                    <a:pt x="3558" y="3653"/>
                  </a:lnTo>
                  <a:cubicBezTo>
                    <a:pt x="3507" y="3671"/>
                    <a:pt x="3453" y="3679"/>
                    <a:pt x="3400" y="3679"/>
                  </a:cubicBezTo>
                  <a:cubicBezTo>
                    <a:pt x="3271" y="3679"/>
                    <a:pt x="3143" y="3629"/>
                    <a:pt x="3048" y="3528"/>
                  </a:cubicBezTo>
                  <a:lnTo>
                    <a:pt x="2863" y="3335"/>
                  </a:lnTo>
                  <a:cubicBezTo>
                    <a:pt x="1989" y="2414"/>
                    <a:pt x="1811" y="1085"/>
                    <a:pt x="2311" y="1"/>
                  </a:cubicBezTo>
                  <a:close/>
                  <a:moveTo>
                    <a:pt x="20647" y="1"/>
                  </a:moveTo>
                  <a:lnTo>
                    <a:pt x="20647" y="1"/>
                  </a:lnTo>
                  <a:cubicBezTo>
                    <a:pt x="21147" y="1085"/>
                    <a:pt x="20969" y="2414"/>
                    <a:pt x="20095" y="3335"/>
                  </a:cubicBezTo>
                  <a:lnTo>
                    <a:pt x="19910" y="3528"/>
                  </a:lnTo>
                  <a:cubicBezTo>
                    <a:pt x="19815" y="3629"/>
                    <a:pt x="19687" y="3679"/>
                    <a:pt x="19559" y="3679"/>
                  </a:cubicBezTo>
                  <a:cubicBezTo>
                    <a:pt x="19506" y="3679"/>
                    <a:pt x="19453" y="3671"/>
                    <a:pt x="19402" y="3653"/>
                  </a:cubicBezTo>
                  <a:lnTo>
                    <a:pt x="19402" y="3653"/>
                  </a:lnTo>
                  <a:lnTo>
                    <a:pt x="20944" y="5118"/>
                  </a:lnTo>
                  <a:cubicBezTo>
                    <a:pt x="21037" y="5208"/>
                    <a:pt x="21157" y="5252"/>
                    <a:pt x="21277" y="5252"/>
                  </a:cubicBezTo>
                  <a:cubicBezTo>
                    <a:pt x="21405" y="5252"/>
                    <a:pt x="21533" y="5201"/>
                    <a:pt x="21629" y="5100"/>
                  </a:cubicBezTo>
                  <a:lnTo>
                    <a:pt x="21813" y="4907"/>
                  </a:lnTo>
                  <a:cubicBezTo>
                    <a:pt x="22957" y="3703"/>
                    <a:pt x="22909" y="1799"/>
                    <a:pt x="21705" y="652"/>
                  </a:cubicBezTo>
                  <a:cubicBezTo>
                    <a:pt x="21391" y="353"/>
                    <a:pt x="21030" y="137"/>
                    <a:pt x="20647" y="1"/>
                  </a:cubicBezTo>
                  <a:close/>
                  <a:moveTo>
                    <a:pt x="4291" y="16810"/>
                  </a:moveTo>
                  <a:lnTo>
                    <a:pt x="1649" y="21133"/>
                  </a:lnTo>
                  <a:cubicBezTo>
                    <a:pt x="1378" y="21576"/>
                    <a:pt x="1698" y="22149"/>
                    <a:pt x="2220" y="22149"/>
                  </a:cubicBezTo>
                  <a:cubicBezTo>
                    <a:pt x="2390" y="22149"/>
                    <a:pt x="2556" y="22082"/>
                    <a:pt x="2678" y="21966"/>
                  </a:cubicBezTo>
                  <a:lnTo>
                    <a:pt x="8120" y="16810"/>
                  </a:lnTo>
                  <a:close/>
                  <a:moveTo>
                    <a:pt x="14841" y="16810"/>
                  </a:moveTo>
                  <a:lnTo>
                    <a:pt x="20281" y="21966"/>
                  </a:lnTo>
                  <a:cubicBezTo>
                    <a:pt x="20406" y="22082"/>
                    <a:pt x="20570" y="22149"/>
                    <a:pt x="20740" y="22149"/>
                  </a:cubicBezTo>
                  <a:cubicBezTo>
                    <a:pt x="21261" y="22149"/>
                    <a:pt x="21583" y="21578"/>
                    <a:pt x="21310" y="21133"/>
                  </a:cubicBezTo>
                  <a:lnTo>
                    <a:pt x="18670" y="16810"/>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8"/>
            <p:cNvSpPr/>
            <p:nvPr/>
          </p:nvSpPr>
          <p:spPr>
            <a:xfrm>
              <a:off x="1650555" y="2222123"/>
              <a:ext cx="194922" cy="194922"/>
            </a:xfrm>
            <a:custGeom>
              <a:rect b="b" l="l" r="r" t="t"/>
              <a:pathLst>
                <a:path extrusionOk="0" h="20384" w="20384">
                  <a:moveTo>
                    <a:pt x="10192" y="1"/>
                  </a:moveTo>
                  <a:cubicBezTo>
                    <a:pt x="4562" y="1"/>
                    <a:pt x="0" y="4563"/>
                    <a:pt x="0" y="10192"/>
                  </a:cubicBezTo>
                  <a:cubicBezTo>
                    <a:pt x="0" y="15822"/>
                    <a:pt x="4562" y="20384"/>
                    <a:pt x="10192" y="20384"/>
                  </a:cubicBezTo>
                  <a:cubicBezTo>
                    <a:pt x="15821" y="20384"/>
                    <a:pt x="20383" y="15819"/>
                    <a:pt x="20383" y="10192"/>
                  </a:cubicBezTo>
                  <a:cubicBezTo>
                    <a:pt x="20383" y="4564"/>
                    <a:pt x="15821" y="1"/>
                    <a:pt x="101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8"/>
            <p:cNvSpPr/>
            <p:nvPr/>
          </p:nvSpPr>
          <p:spPr>
            <a:xfrm>
              <a:off x="1669126" y="2240694"/>
              <a:ext cx="157791" cy="157781"/>
            </a:xfrm>
            <a:custGeom>
              <a:rect b="b" l="l" r="r" t="t"/>
              <a:pathLst>
                <a:path extrusionOk="0" h="16500" w="16501">
                  <a:moveTo>
                    <a:pt x="8250" y="0"/>
                  </a:moveTo>
                  <a:cubicBezTo>
                    <a:pt x="3694" y="0"/>
                    <a:pt x="1" y="3694"/>
                    <a:pt x="1" y="8250"/>
                  </a:cubicBezTo>
                  <a:cubicBezTo>
                    <a:pt x="1" y="12807"/>
                    <a:pt x="3694" y="16499"/>
                    <a:pt x="8250" y="16499"/>
                  </a:cubicBezTo>
                  <a:cubicBezTo>
                    <a:pt x="12807" y="16499"/>
                    <a:pt x="16500" y="12807"/>
                    <a:pt x="16500" y="8250"/>
                  </a:cubicBezTo>
                  <a:cubicBezTo>
                    <a:pt x="16500" y="3694"/>
                    <a:pt x="12807" y="0"/>
                    <a:pt x="8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8"/>
            <p:cNvSpPr/>
            <p:nvPr/>
          </p:nvSpPr>
          <p:spPr>
            <a:xfrm>
              <a:off x="1695797" y="2269689"/>
              <a:ext cx="111394" cy="109079"/>
            </a:xfrm>
            <a:custGeom>
              <a:rect b="b" l="l" r="r" t="t"/>
              <a:pathLst>
                <a:path extrusionOk="0" h="11407" w="11649">
                  <a:moveTo>
                    <a:pt x="417" y="7766"/>
                  </a:moveTo>
                  <a:cubicBezTo>
                    <a:pt x="355" y="7766"/>
                    <a:pt x="292" y="7782"/>
                    <a:pt x="235" y="7816"/>
                  </a:cubicBezTo>
                  <a:cubicBezTo>
                    <a:pt x="61" y="7916"/>
                    <a:pt x="0" y="8138"/>
                    <a:pt x="102" y="8313"/>
                  </a:cubicBezTo>
                  <a:lnTo>
                    <a:pt x="134" y="8365"/>
                  </a:lnTo>
                  <a:cubicBezTo>
                    <a:pt x="202" y="8482"/>
                    <a:pt x="323" y="8546"/>
                    <a:pt x="446" y="8546"/>
                  </a:cubicBezTo>
                  <a:cubicBezTo>
                    <a:pt x="509" y="8546"/>
                    <a:pt x="573" y="8527"/>
                    <a:pt x="631" y="8493"/>
                  </a:cubicBezTo>
                  <a:cubicBezTo>
                    <a:pt x="803" y="8391"/>
                    <a:pt x="863" y="8167"/>
                    <a:pt x="759" y="7995"/>
                  </a:cubicBezTo>
                  <a:cubicBezTo>
                    <a:pt x="750" y="7980"/>
                    <a:pt x="742" y="7965"/>
                    <a:pt x="732" y="7949"/>
                  </a:cubicBezTo>
                  <a:cubicBezTo>
                    <a:pt x="664" y="7832"/>
                    <a:pt x="542" y="7766"/>
                    <a:pt x="417" y="7766"/>
                  </a:cubicBezTo>
                  <a:close/>
                  <a:moveTo>
                    <a:pt x="8681" y="1"/>
                  </a:moveTo>
                  <a:cubicBezTo>
                    <a:pt x="8588" y="1"/>
                    <a:pt x="8495" y="36"/>
                    <a:pt x="8424" y="107"/>
                  </a:cubicBezTo>
                  <a:cubicBezTo>
                    <a:pt x="8282" y="250"/>
                    <a:pt x="8282" y="481"/>
                    <a:pt x="8424" y="623"/>
                  </a:cubicBezTo>
                  <a:cubicBezTo>
                    <a:pt x="8442" y="640"/>
                    <a:pt x="8460" y="655"/>
                    <a:pt x="8480" y="669"/>
                  </a:cubicBezTo>
                  <a:cubicBezTo>
                    <a:pt x="10008" y="1685"/>
                    <a:pt x="10920" y="3384"/>
                    <a:pt x="10920" y="5218"/>
                  </a:cubicBezTo>
                  <a:cubicBezTo>
                    <a:pt x="10920" y="8229"/>
                    <a:pt x="8470" y="10678"/>
                    <a:pt x="5461" y="10678"/>
                  </a:cubicBezTo>
                  <a:cubicBezTo>
                    <a:pt x="4022" y="10678"/>
                    <a:pt x="2665" y="10122"/>
                    <a:pt x="1639" y="9116"/>
                  </a:cubicBezTo>
                  <a:cubicBezTo>
                    <a:pt x="1568" y="9046"/>
                    <a:pt x="1475" y="9011"/>
                    <a:pt x="1382" y="9011"/>
                  </a:cubicBezTo>
                  <a:cubicBezTo>
                    <a:pt x="1288" y="9011"/>
                    <a:pt x="1194" y="9048"/>
                    <a:pt x="1123" y="9120"/>
                  </a:cubicBezTo>
                  <a:cubicBezTo>
                    <a:pt x="984" y="9265"/>
                    <a:pt x="985" y="9494"/>
                    <a:pt x="1128" y="9636"/>
                  </a:cubicBezTo>
                  <a:cubicBezTo>
                    <a:pt x="2292" y="10779"/>
                    <a:pt x="3830" y="11407"/>
                    <a:pt x="5461" y="11407"/>
                  </a:cubicBezTo>
                  <a:cubicBezTo>
                    <a:pt x="8874" y="11407"/>
                    <a:pt x="11649" y="8633"/>
                    <a:pt x="11649" y="5219"/>
                  </a:cubicBezTo>
                  <a:cubicBezTo>
                    <a:pt x="11649" y="3143"/>
                    <a:pt x="10616" y="1220"/>
                    <a:pt x="8889" y="66"/>
                  </a:cubicBezTo>
                  <a:cubicBezTo>
                    <a:pt x="8827" y="23"/>
                    <a:pt x="8754" y="1"/>
                    <a:pt x="8681"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8"/>
            <p:cNvSpPr/>
            <p:nvPr/>
          </p:nvSpPr>
          <p:spPr>
            <a:xfrm>
              <a:off x="1733427" y="2212857"/>
              <a:ext cx="29194" cy="102099"/>
            </a:xfrm>
            <a:custGeom>
              <a:rect b="b" l="l" r="r" t="t"/>
              <a:pathLst>
                <a:path extrusionOk="0" h="10677" w="3053">
                  <a:moveTo>
                    <a:pt x="1529" y="1"/>
                  </a:moveTo>
                  <a:cubicBezTo>
                    <a:pt x="1528" y="1"/>
                    <a:pt x="1527" y="1"/>
                    <a:pt x="1526" y="1"/>
                  </a:cubicBezTo>
                  <a:cubicBezTo>
                    <a:pt x="1096" y="1"/>
                    <a:pt x="739" y="332"/>
                    <a:pt x="709" y="761"/>
                  </a:cubicBezTo>
                  <a:lnTo>
                    <a:pt x="0" y="10676"/>
                  </a:lnTo>
                  <a:lnTo>
                    <a:pt x="3053" y="10676"/>
                  </a:lnTo>
                  <a:lnTo>
                    <a:pt x="2344" y="761"/>
                  </a:lnTo>
                  <a:cubicBezTo>
                    <a:pt x="2311" y="333"/>
                    <a:pt x="1957" y="1"/>
                    <a:pt x="15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8"/>
            <p:cNvSpPr/>
            <p:nvPr/>
          </p:nvSpPr>
          <p:spPr>
            <a:xfrm>
              <a:off x="1683059" y="2307769"/>
              <a:ext cx="64968" cy="23629"/>
            </a:xfrm>
            <a:custGeom>
              <a:rect b="b" l="l" r="r" t="t"/>
              <a:pathLst>
                <a:path extrusionOk="0" h="2471" w="6794">
                  <a:moveTo>
                    <a:pt x="6793" y="1"/>
                  </a:moveTo>
                  <a:lnTo>
                    <a:pt x="614" y="562"/>
                  </a:lnTo>
                  <a:cubicBezTo>
                    <a:pt x="266" y="595"/>
                    <a:pt x="1" y="886"/>
                    <a:pt x="1" y="1236"/>
                  </a:cubicBezTo>
                  <a:cubicBezTo>
                    <a:pt x="1" y="1587"/>
                    <a:pt x="266" y="1878"/>
                    <a:pt x="614" y="1909"/>
                  </a:cubicBezTo>
                  <a:lnTo>
                    <a:pt x="6793" y="2471"/>
                  </a:lnTo>
                  <a:lnTo>
                    <a:pt x="679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8"/>
            <p:cNvSpPr/>
            <p:nvPr/>
          </p:nvSpPr>
          <p:spPr>
            <a:xfrm>
              <a:off x="1727144" y="2298703"/>
              <a:ext cx="41759" cy="41769"/>
            </a:xfrm>
            <a:custGeom>
              <a:rect b="b" l="l" r="r" t="t"/>
              <a:pathLst>
                <a:path extrusionOk="0" h="4368" w="4367">
                  <a:moveTo>
                    <a:pt x="2183" y="1"/>
                  </a:moveTo>
                  <a:cubicBezTo>
                    <a:pt x="977" y="1"/>
                    <a:pt x="1" y="977"/>
                    <a:pt x="1" y="2184"/>
                  </a:cubicBezTo>
                  <a:cubicBezTo>
                    <a:pt x="1" y="3390"/>
                    <a:pt x="977" y="4368"/>
                    <a:pt x="2183" y="4368"/>
                  </a:cubicBezTo>
                  <a:cubicBezTo>
                    <a:pt x="3390" y="4368"/>
                    <a:pt x="4366" y="3390"/>
                    <a:pt x="4366" y="2184"/>
                  </a:cubicBezTo>
                  <a:cubicBezTo>
                    <a:pt x="4366" y="979"/>
                    <a:pt x="3390" y="1"/>
                    <a:pt x="21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8"/>
            <p:cNvSpPr/>
            <p:nvPr/>
          </p:nvSpPr>
          <p:spPr>
            <a:xfrm>
              <a:off x="1637588" y="2200071"/>
              <a:ext cx="220865" cy="220473"/>
            </a:xfrm>
            <a:custGeom>
              <a:rect b="b" l="l" r="r" t="t"/>
              <a:pathLst>
                <a:path extrusionOk="0" h="23056" w="23097">
                  <a:moveTo>
                    <a:pt x="3393" y="729"/>
                  </a:moveTo>
                  <a:cubicBezTo>
                    <a:pt x="3415" y="729"/>
                    <a:pt x="3440" y="729"/>
                    <a:pt x="3462" y="731"/>
                  </a:cubicBezTo>
                  <a:cubicBezTo>
                    <a:pt x="4169" y="749"/>
                    <a:pt x="4825" y="1042"/>
                    <a:pt x="5311" y="1554"/>
                  </a:cubicBezTo>
                  <a:lnTo>
                    <a:pt x="5496" y="1747"/>
                  </a:lnTo>
                  <a:cubicBezTo>
                    <a:pt x="5543" y="1795"/>
                    <a:pt x="5540" y="1873"/>
                    <a:pt x="5493" y="1920"/>
                  </a:cubicBezTo>
                  <a:lnTo>
                    <a:pt x="1834" y="5395"/>
                  </a:lnTo>
                  <a:cubicBezTo>
                    <a:pt x="1810" y="5417"/>
                    <a:pt x="1780" y="5428"/>
                    <a:pt x="1749" y="5428"/>
                  </a:cubicBezTo>
                  <a:cubicBezTo>
                    <a:pt x="1717" y="5428"/>
                    <a:pt x="1685" y="5416"/>
                    <a:pt x="1660" y="5391"/>
                  </a:cubicBezTo>
                  <a:lnTo>
                    <a:pt x="1476" y="5197"/>
                  </a:lnTo>
                  <a:cubicBezTo>
                    <a:pt x="990" y="4686"/>
                    <a:pt x="731" y="4014"/>
                    <a:pt x="749" y="3307"/>
                  </a:cubicBezTo>
                  <a:cubicBezTo>
                    <a:pt x="766" y="2600"/>
                    <a:pt x="1061" y="1945"/>
                    <a:pt x="1572" y="1459"/>
                  </a:cubicBezTo>
                  <a:cubicBezTo>
                    <a:pt x="2068" y="987"/>
                    <a:pt x="2711" y="729"/>
                    <a:pt x="3393" y="729"/>
                  </a:cubicBezTo>
                  <a:close/>
                  <a:moveTo>
                    <a:pt x="19699" y="730"/>
                  </a:moveTo>
                  <a:cubicBezTo>
                    <a:pt x="20381" y="730"/>
                    <a:pt x="21025" y="986"/>
                    <a:pt x="21523" y="1459"/>
                  </a:cubicBezTo>
                  <a:cubicBezTo>
                    <a:pt x="22035" y="1945"/>
                    <a:pt x="22328" y="2603"/>
                    <a:pt x="22345" y="3307"/>
                  </a:cubicBezTo>
                  <a:cubicBezTo>
                    <a:pt x="22363" y="4014"/>
                    <a:pt x="22106" y="4684"/>
                    <a:pt x="21618" y="5197"/>
                  </a:cubicBezTo>
                  <a:lnTo>
                    <a:pt x="21434" y="5391"/>
                  </a:lnTo>
                  <a:cubicBezTo>
                    <a:pt x="21410" y="5416"/>
                    <a:pt x="21379" y="5428"/>
                    <a:pt x="21347" y="5428"/>
                  </a:cubicBezTo>
                  <a:cubicBezTo>
                    <a:pt x="21316" y="5428"/>
                    <a:pt x="21286" y="5417"/>
                    <a:pt x="21262" y="5395"/>
                  </a:cubicBezTo>
                  <a:lnTo>
                    <a:pt x="17602" y="1918"/>
                  </a:lnTo>
                  <a:cubicBezTo>
                    <a:pt x="17554" y="1872"/>
                    <a:pt x="17553" y="1795"/>
                    <a:pt x="17598" y="1747"/>
                  </a:cubicBezTo>
                  <a:lnTo>
                    <a:pt x="17783" y="1554"/>
                  </a:lnTo>
                  <a:cubicBezTo>
                    <a:pt x="18270" y="1042"/>
                    <a:pt x="18927" y="749"/>
                    <a:pt x="19633" y="731"/>
                  </a:cubicBezTo>
                  <a:cubicBezTo>
                    <a:pt x="19655" y="730"/>
                    <a:pt x="19677" y="730"/>
                    <a:pt x="19699" y="730"/>
                  </a:cubicBezTo>
                  <a:close/>
                  <a:moveTo>
                    <a:pt x="11548" y="1702"/>
                  </a:moveTo>
                  <a:cubicBezTo>
                    <a:pt x="11786" y="1702"/>
                    <a:pt x="11985" y="1886"/>
                    <a:pt x="12003" y="2124"/>
                  </a:cubicBezTo>
                  <a:lnTo>
                    <a:pt x="12577" y="10170"/>
                  </a:lnTo>
                  <a:cubicBezTo>
                    <a:pt x="12262" y="10029"/>
                    <a:pt x="11914" y="9951"/>
                    <a:pt x="11548" y="9951"/>
                  </a:cubicBezTo>
                  <a:cubicBezTo>
                    <a:pt x="11182" y="9951"/>
                    <a:pt x="10834" y="10029"/>
                    <a:pt x="10520" y="10167"/>
                  </a:cubicBezTo>
                  <a:lnTo>
                    <a:pt x="11094" y="2122"/>
                  </a:lnTo>
                  <a:cubicBezTo>
                    <a:pt x="11111" y="1886"/>
                    <a:pt x="11310" y="1702"/>
                    <a:pt x="11548" y="1702"/>
                  </a:cubicBezTo>
                  <a:close/>
                  <a:moveTo>
                    <a:pt x="9083" y="11855"/>
                  </a:moveTo>
                  <a:cubicBezTo>
                    <a:pt x="9029" y="12061"/>
                    <a:pt x="8999" y="12277"/>
                    <a:pt x="8999" y="12502"/>
                  </a:cubicBezTo>
                  <a:cubicBezTo>
                    <a:pt x="9000" y="12722"/>
                    <a:pt x="9029" y="12937"/>
                    <a:pt x="9083" y="13144"/>
                  </a:cubicBezTo>
                  <a:lnTo>
                    <a:pt x="5402" y="12810"/>
                  </a:lnTo>
                  <a:cubicBezTo>
                    <a:pt x="5240" y="12796"/>
                    <a:pt x="5118" y="12661"/>
                    <a:pt x="5118" y="12501"/>
                  </a:cubicBezTo>
                  <a:cubicBezTo>
                    <a:pt x="5118" y="12339"/>
                    <a:pt x="5240" y="12204"/>
                    <a:pt x="5402" y="12189"/>
                  </a:cubicBezTo>
                  <a:lnTo>
                    <a:pt x="9083" y="11855"/>
                  </a:lnTo>
                  <a:close/>
                  <a:moveTo>
                    <a:pt x="11548" y="10679"/>
                  </a:moveTo>
                  <a:cubicBezTo>
                    <a:pt x="12552" y="10679"/>
                    <a:pt x="13367" y="11494"/>
                    <a:pt x="13367" y="12498"/>
                  </a:cubicBezTo>
                  <a:cubicBezTo>
                    <a:pt x="13367" y="13502"/>
                    <a:pt x="12550" y="14317"/>
                    <a:pt x="11548" y="14317"/>
                  </a:cubicBezTo>
                  <a:cubicBezTo>
                    <a:pt x="10547" y="14317"/>
                    <a:pt x="9729" y="13500"/>
                    <a:pt x="9729" y="12498"/>
                  </a:cubicBezTo>
                  <a:cubicBezTo>
                    <a:pt x="9729" y="11496"/>
                    <a:pt x="10547" y="10679"/>
                    <a:pt x="11548" y="10679"/>
                  </a:cubicBezTo>
                  <a:close/>
                  <a:moveTo>
                    <a:pt x="10179" y="4731"/>
                  </a:moveTo>
                  <a:lnTo>
                    <a:pt x="9752" y="10693"/>
                  </a:lnTo>
                  <a:cubicBezTo>
                    <a:pt x="9631" y="10814"/>
                    <a:pt x="9522" y="10947"/>
                    <a:pt x="9425" y="11091"/>
                  </a:cubicBezTo>
                  <a:lnTo>
                    <a:pt x="5337" y="11463"/>
                  </a:lnTo>
                  <a:cubicBezTo>
                    <a:pt x="4797" y="11513"/>
                    <a:pt x="4389" y="11956"/>
                    <a:pt x="4389" y="12498"/>
                  </a:cubicBezTo>
                  <a:cubicBezTo>
                    <a:pt x="4389" y="13041"/>
                    <a:pt x="4797" y="13485"/>
                    <a:pt x="5337" y="13534"/>
                  </a:cubicBezTo>
                  <a:lnTo>
                    <a:pt x="9425" y="13905"/>
                  </a:lnTo>
                  <a:cubicBezTo>
                    <a:pt x="9881" y="14591"/>
                    <a:pt x="10663" y="15046"/>
                    <a:pt x="11548" y="15046"/>
                  </a:cubicBezTo>
                  <a:cubicBezTo>
                    <a:pt x="12954" y="15046"/>
                    <a:pt x="14095" y="13903"/>
                    <a:pt x="14095" y="12498"/>
                  </a:cubicBezTo>
                  <a:cubicBezTo>
                    <a:pt x="14095" y="11793"/>
                    <a:pt x="13808" y="11155"/>
                    <a:pt x="13345" y="10693"/>
                  </a:cubicBezTo>
                  <a:lnTo>
                    <a:pt x="12918" y="4731"/>
                  </a:lnTo>
                  <a:lnTo>
                    <a:pt x="12918" y="4731"/>
                  </a:lnTo>
                  <a:cubicBezTo>
                    <a:pt x="16657" y="5385"/>
                    <a:pt x="19434" y="8664"/>
                    <a:pt x="19434" y="12498"/>
                  </a:cubicBezTo>
                  <a:cubicBezTo>
                    <a:pt x="19434" y="16846"/>
                    <a:pt x="15897" y="20383"/>
                    <a:pt x="11548" y="20383"/>
                  </a:cubicBezTo>
                  <a:cubicBezTo>
                    <a:pt x="7200" y="20383"/>
                    <a:pt x="3663" y="16846"/>
                    <a:pt x="3663" y="12498"/>
                  </a:cubicBezTo>
                  <a:cubicBezTo>
                    <a:pt x="3663" y="8672"/>
                    <a:pt x="6442" y="5385"/>
                    <a:pt x="10179" y="4731"/>
                  </a:cubicBezTo>
                  <a:close/>
                  <a:moveTo>
                    <a:pt x="3546" y="19380"/>
                  </a:moveTo>
                  <a:cubicBezTo>
                    <a:pt x="3718" y="19579"/>
                    <a:pt x="3897" y="19772"/>
                    <a:pt x="4086" y="19961"/>
                  </a:cubicBezTo>
                  <a:cubicBezTo>
                    <a:pt x="4218" y="20094"/>
                    <a:pt x="4356" y="20224"/>
                    <a:pt x="4494" y="20348"/>
                  </a:cubicBezTo>
                  <a:lnTo>
                    <a:pt x="2496" y="22242"/>
                  </a:lnTo>
                  <a:cubicBezTo>
                    <a:pt x="2439" y="22295"/>
                    <a:pt x="2364" y="22325"/>
                    <a:pt x="2288" y="22325"/>
                  </a:cubicBezTo>
                  <a:cubicBezTo>
                    <a:pt x="2128" y="22325"/>
                    <a:pt x="2050" y="22217"/>
                    <a:pt x="2023" y="22171"/>
                  </a:cubicBezTo>
                  <a:cubicBezTo>
                    <a:pt x="1997" y="22124"/>
                    <a:pt x="1945" y="22001"/>
                    <a:pt x="2028" y="21863"/>
                  </a:cubicBezTo>
                  <a:lnTo>
                    <a:pt x="3546" y="19380"/>
                  </a:lnTo>
                  <a:close/>
                  <a:moveTo>
                    <a:pt x="10321" y="2747"/>
                  </a:moveTo>
                  <a:lnTo>
                    <a:pt x="10231" y="3984"/>
                  </a:lnTo>
                  <a:cubicBezTo>
                    <a:pt x="8243" y="4291"/>
                    <a:pt x="6418" y="5290"/>
                    <a:pt x="5081" y="6809"/>
                  </a:cubicBezTo>
                  <a:cubicBezTo>
                    <a:pt x="3697" y="8381"/>
                    <a:pt x="2935" y="10402"/>
                    <a:pt x="2935" y="12498"/>
                  </a:cubicBezTo>
                  <a:cubicBezTo>
                    <a:pt x="2935" y="17248"/>
                    <a:pt x="6798" y="21112"/>
                    <a:pt x="11548" y="21112"/>
                  </a:cubicBezTo>
                  <a:cubicBezTo>
                    <a:pt x="16298" y="21112"/>
                    <a:pt x="20162" y="17248"/>
                    <a:pt x="20162" y="12498"/>
                  </a:cubicBezTo>
                  <a:cubicBezTo>
                    <a:pt x="20162" y="8247"/>
                    <a:pt x="17040" y="4625"/>
                    <a:pt x="12864" y="3984"/>
                  </a:cubicBezTo>
                  <a:lnTo>
                    <a:pt x="12776" y="2747"/>
                  </a:lnTo>
                  <a:lnTo>
                    <a:pt x="12776" y="2747"/>
                  </a:lnTo>
                  <a:cubicBezTo>
                    <a:pt x="17631" y="3357"/>
                    <a:pt x="21375" y="7558"/>
                    <a:pt x="21375" y="12498"/>
                  </a:cubicBezTo>
                  <a:cubicBezTo>
                    <a:pt x="21375" y="17916"/>
                    <a:pt x="16966" y="22325"/>
                    <a:pt x="11548" y="22325"/>
                  </a:cubicBezTo>
                  <a:cubicBezTo>
                    <a:pt x="6130" y="22325"/>
                    <a:pt x="1721" y="17916"/>
                    <a:pt x="1721" y="12498"/>
                  </a:cubicBezTo>
                  <a:cubicBezTo>
                    <a:pt x="1721" y="7495"/>
                    <a:pt x="5396" y="3357"/>
                    <a:pt x="10321" y="2747"/>
                  </a:cubicBezTo>
                  <a:close/>
                  <a:moveTo>
                    <a:pt x="19551" y="19380"/>
                  </a:moveTo>
                  <a:lnTo>
                    <a:pt x="21068" y="21863"/>
                  </a:lnTo>
                  <a:cubicBezTo>
                    <a:pt x="21151" y="22001"/>
                    <a:pt x="21100" y="22123"/>
                    <a:pt x="21073" y="22171"/>
                  </a:cubicBezTo>
                  <a:cubicBezTo>
                    <a:pt x="21047" y="22217"/>
                    <a:pt x="20968" y="22325"/>
                    <a:pt x="20808" y="22325"/>
                  </a:cubicBezTo>
                  <a:cubicBezTo>
                    <a:pt x="20730" y="22325"/>
                    <a:pt x="20656" y="22295"/>
                    <a:pt x="20601" y="22242"/>
                  </a:cubicBezTo>
                  <a:lnTo>
                    <a:pt x="18601" y="20348"/>
                  </a:lnTo>
                  <a:cubicBezTo>
                    <a:pt x="18741" y="20224"/>
                    <a:pt x="18877" y="20094"/>
                    <a:pt x="19011" y="19961"/>
                  </a:cubicBezTo>
                  <a:cubicBezTo>
                    <a:pt x="19198" y="19772"/>
                    <a:pt x="19379" y="19579"/>
                    <a:pt x="19551" y="19380"/>
                  </a:cubicBezTo>
                  <a:close/>
                  <a:moveTo>
                    <a:pt x="3391" y="1"/>
                  </a:moveTo>
                  <a:cubicBezTo>
                    <a:pt x="2617" y="1"/>
                    <a:pt x="1881" y="262"/>
                    <a:pt x="1282" y="745"/>
                  </a:cubicBezTo>
                  <a:lnTo>
                    <a:pt x="1130" y="593"/>
                  </a:lnTo>
                  <a:cubicBezTo>
                    <a:pt x="1059" y="522"/>
                    <a:pt x="966" y="486"/>
                    <a:pt x="872" y="486"/>
                  </a:cubicBezTo>
                  <a:cubicBezTo>
                    <a:pt x="779" y="486"/>
                    <a:pt x="685" y="522"/>
                    <a:pt x="614" y="593"/>
                  </a:cubicBezTo>
                  <a:cubicBezTo>
                    <a:pt x="472" y="735"/>
                    <a:pt x="472" y="965"/>
                    <a:pt x="614" y="1108"/>
                  </a:cubicBezTo>
                  <a:lnTo>
                    <a:pt x="768" y="1261"/>
                  </a:lnTo>
                  <a:cubicBezTo>
                    <a:pt x="303" y="1835"/>
                    <a:pt x="43" y="2540"/>
                    <a:pt x="23" y="3287"/>
                  </a:cubicBezTo>
                  <a:cubicBezTo>
                    <a:pt x="1" y="4188"/>
                    <a:pt x="329" y="5044"/>
                    <a:pt x="950" y="5696"/>
                  </a:cubicBezTo>
                  <a:lnTo>
                    <a:pt x="1135" y="5890"/>
                  </a:lnTo>
                  <a:cubicBezTo>
                    <a:pt x="1302" y="6066"/>
                    <a:pt x="1525" y="6155"/>
                    <a:pt x="1751" y="6155"/>
                  </a:cubicBezTo>
                  <a:cubicBezTo>
                    <a:pt x="1962" y="6155"/>
                    <a:pt x="2172" y="6077"/>
                    <a:pt x="2335" y="5922"/>
                  </a:cubicBezTo>
                  <a:lnTo>
                    <a:pt x="3923" y="4416"/>
                  </a:lnTo>
                  <a:lnTo>
                    <a:pt x="4316" y="4810"/>
                  </a:lnTo>
                  <a:cubicBezTo>
                    <a:pt x="4126" y="4990"/>
                    <a:pt x="3941" y="5176"/>
                    <a:pt x="3764" y="5369"/>
                  </a:cubicBezTo>
                  <a:cubicBezTo>
                    <a:pt x="1977" y="7321"/>
                    <a:pt x="992" y="9852"/>
                    <a:pt x="992" y="12498"/>
                  </a:cubicBezTo>
                  <a:cubicBezTo>
                    <a:pt x="992" y="14790"/>
                    <a:pt x="1717" y="16970"/>
                    <a:pt x="3060" y="18776"/>
                  </a:cubicBezTo>
                  <a:lnTo>
                    <a:pt x="1407" y="21485"/>
                  </a:lnTo>
                  <a:cubicBezTo>
                    <a:pt x="1210" y="21809"/>
                    <a:pt x="1203" y="22197"/>
                    <a:pt x="1388" y="22528"/>
                  </a:cubicBezTo>
                  <a:cubicBezTo>
                    <a:pt x="1572" y="22858"/>
                    <a:pt x="1908" y="23055"/>
                    <a:pt x="2286" y="23055"/>
                  </a:cubicBezTo>
                  <a:cubicBezTo>
                    <a:pt x="2551" y="23055"/>
                    <a:pt x="2803" y="22956"/>
                    <a:pt x="2995" y="22772"/>
                  </a:cubicBezTo>
                  <a:lnTo>
                    <a:pt x="5054" y="20823"/>
                  </a:lnTo>
                  <a:cubicBezTo>
                    <a:pt x="6901" y="22271"/>
                    <a:pt x="9164" y="23055"/>
                    <a:pt x="11548" y="23055"/>
                  </a:cubicBezTo>
                  <a:cubicBezTo>
                    <a:pt x="13932" y="23055"/>
                    <a:pt x="16195" y="22271"/>
                    <a:pt x="18043" y="20823"/>
                  </a:cubicBezTo>
                  <a:lnTo>
                    <a:pt x="20102" y="22772"/>
                  </a:lnTo>
                  <a:cubicBezTo>
                    <a:pt x="20294" y="22956"/>
                    <a:pt x="20546" y="23055"/>
                    <a:pt x="20810" y="23055"/>
                  </a:cubicBezTo>
                  <a:cubicBezTo>
                    <a:pt x="21189" y="23055"/>
                    <a:pt x="21525" y="22858"/>
                    <a:pt x="21709" y="22528"/>
                  </a:cubicBezTo>
                  <a:cubicBezTo>
                    <a:pt x="21894" y="22197"/>
                    <a:pt x="21887" y="21809"/>
                    <a:pt x="21690" y="21485"/>
                  </a:cubicBezTo>
                  <a:lnTo>
                    <a:pt x="20035" y="18778"/>
                  </a:lnTo>
                  <a:cubicBezTo>
                    <a:pt x="21378" y="16971"/>
                    <a:pt x="22103" y="14791"/>
                    <a:pt x="22103" y="12499"/>
                  </a:cubicBezTo>
                  <a:cubicBezTo>
                    <a:pt x="22103" y="9832"/>
                    <a:pt x="21105" y="7284"/>
                    <a:pt x="19294" y="5328"/>
                  </a:cubicBezTo>
                  <a:cubicBezTo>
                    <a:pt x="19129" y="5151"/>
                    <a:pt x="18958" y="4979"/>
                    <a:pt x="18782" y="4814"/>
                  </a:cubicBezTo>
                  <a:lnTo>
                    <a:pt x="19176" y="4419"/>
                  </a:lnTo>
                  <a:lnTo>
                    <a:pt x="20760" y="5922"/>
                  </a:lnTo>
                  <a:cubicBezTo>
                    <a:pt x="20924" y="6079"/>
                    <a:pt x="21135" y="6155"/>
                    <a:pt x="21346" y="6155"/>
                  </a:cubicBezTo>
                  <a:cubicBezTo>
                    <a:pt x="21570" y="6155"/>
                    <a:pt x="21795" y="6066"/>
                    <a:pt x="21961" y="5890"/>
                  </a:cubicBezTo>
                  <a:lnTo>
                    <a:pt x="22146" y="5696"/>
                  </a:lnTo>
                  <a:cubicBezTo>
                    <a:pt x="22767" y="5043"/>
                    <a:pt x="23096" y="4188"/>
                    <a:pt x="23074" y="3287"/>
                  </a:cubicBezTo>
                  <a:cubicBezTo>
                    <a:pt x="23054" y="2539"/>
                    <a:pt x="22792" y="1832"/>
                    <a:pt x="22329" y="1261"/>
                  </a:cubicBezTo>
                  <a:lnTo>
                    <a:pt x="22482" y="1108"/>
                  </a:lnTo>
                  <a:cubicBezTo>
                    <a:pt x="22625" y="965"/>
                    <a:pt x="22625" y="735"/>
                    <a:pt x="22482" y="593"/>
                  </a:cubicBezTo>
                  <a:cubicBezTo>
                    <a:pt x="22411" y="522"/>
                    <a:pt x="22318" y="486"/>
                    <a:pt x="22225" y="486"/>
                  </a:cubicBezTo>
                  <a:cubicBezTo>
                    <a:pt x="22131" y="486"/>
                    <a:pt x="22038" y="522"/>
                    <a:pt x="21967" y="593"/>
                  </a:cubicBezTo>
                  <a:lnTo>
                    <a:pt x="21815" y="745"/>
                  </a:lnTo>
                  <a:cubicBezTo>
                    <a:pt x="21214" y="263"/>
                    <a:pt x="20476" y="1"/>
                    <a:pt x="19700" y="1"/>
                  </a:cubicBezTo>
                  <a:cubicBezTo>
                    <a:pt x="19672" y="1"/>
                    <a:pt x="19643" y="1"/>
                    <a:pt x="19615" y="2"/>
                  </a:cubicBezTo>
                  <a:cubicBezTo>
                    <a:pt x="18714" y="25"/>
                    <a:pt x="17875" y="397"/>
                    <a:pt x="17256" y="1049"/>
                  </a:cubicBezTo>
                  <a:lnTo>
                    <a:pt x="17071" y="1243"/>
                  </a:lnTo>
                  <a:cubicBezTo>
                    <a:pt x="16915" y="1409"/>
                    <a:pt x="16831" y="1623"/>
                    <a:pt x="16838" y="1851"/>
                  </a:cubicBezTo>
                  <a:cubicBezTo>
                    <a:pt x="16844" y="2078"/>
                    <a:pt x="16937" y="2287"/>
                    <a:pt x="17104" y="2443"/>
                  </a:cubicBezTo>
                  <a:lnTo>
                    <a:pt x="18648" y="3911"/>
                  </a:lnTo>
                  <a:lnTo>
                    <a:pt x="18233" y="4326"/>
                  </a:lnTo>
                  <a:cubicBezTo>
                    <a:pt x="16663" y="3039"/>
                    <a:pt x="14754" y="2230"/>
                    <a:pt x="12722" y="2007"/>
                  </a:cubicBezTo>
                  <a:cubicBezTo>
                    <a:pt x="12650" y="1420"/>
                    <a:pt x="12145" y="971"/>
                    <a:pt x="11548" y="971"/>
                  </a:cubicBezTo>
                  <a:cubicBezTo>
                    <a:pt x="10952" y="971"/>
                    <a:pt x="10449" y="1420"/>
                    <a:pt x="10375" y="2007"/>
                  </a:cubicBezTo>
                  <a:cubicBezTo>
                    <a:pt x="8342" y="2233"/>
                    <a:pt x="6434" y="3040"/>
                    <a:pt x="4864" y="4326"/>
                  </a:cubicBezTo>
                  <a:lnTo>
                    <a:pt x="4449" y="3911"/>
                  </a:lnTo>
                  <a:lnTo>
                    <a:pt x="5993" y="2443"/>
                  </a:lnTo>
                  <a:cubicBezTo>
                    <a:pt x="6158" y="2287"/>
                    <a:pt x="6251" y="2077"/>
                    <a:pt x="6258" y="1851"/>
                  </a:cubicBezTo>
                  <a:cubicBezTo>
                    <a:pt x="6265" y="1625"/>
                    <a:pt x="6182" y="1409"/>
                    <a:pt x="6026" y="1243"/>
                  </a:cubicBezTo>
                  <a:lnTo>
                    <a:pt x="5841" y="1049"/>
                  </a:lnTo>
                  <a:cubicBezTo>
                    <a:pt x="5220" y="396"/>
                    <a:pt x="4382" y="25"/>
                    <a:pt x="3482" y="2"/>
                  </a:cubicBezTo>
                  <a:cubicBezTo>
                    <a:pt x="3452" y="1"/>
                    <a:pt x="3422" y="1"/>
                    <a:pt x="339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43" name="Google Shape;2743;p48"/>
          <p:cNvSpPr txBox="1"/>
          <p:nvPr/>
        </p:nvSpPr>
        <p:spPr>
          <a:xfrm>
            <a:off x="4776928" y="1358300"/>
            <a:ext cx="3639900" cy="45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2400">
                <a:solidFill>
                  <a:schemeClr val="dk1"/>
                </a:solidFill>
                <a:latin typeface="Bahiana"/>
                <a:ea typeface="Bahiana"/>
                <a:cs typeface="Bahiana"/>
                <a:sym typeface="Bahiana"/>
              </a:rPr>
              <a:t>Her strong: be punctual</a:t>
            </a:r>
            <a:endParaRPr sz="2400">
              <a:solidFill>
                <a:schemeClr val="dk1"/>
              </a:solidFill>
              <a:latin typeface="Bahiana"/>
              <a:ea typeface="Bahiana"/>
              <a:cs typeface="Bahiana"/>
              <a:sym typeface="Bahiana"/>
            </a:endParaRPr>
          </a:p>
        </p:txBody>
      </p:sp>
      <p:sp>
        <p:nvSpPr>
          <p:cNvPr id="2744" name="Google Shape;2744;p48"/>
          <p:cNvSpPr txBox="1"/>
          <p:nvPr/>
        </p:nvSpPr>
        <p:spPr>
          <a:xfrm>
            <a:off x="4776928" y="1753102"/>
            <a:ext cx="3639900" cy="45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latin typeface="Didact Gothic"/>
                <a:ea typeface="Didact Gothic"/>
                <a:cs typeface="Didact Gothic"/>
                <a:sym typeface="Didact Gothic"/>
              </a:rPr>
              <a:t>Ana “O’clock” is an excellent organizer</a:t>
            </a:r>
            <a:endParaRPr>
              <a:latin typeface="Didact Gothic"/>
              <a:ea typeface="Didact Gothic"/>
              <a:cs typeface="Didact Gothic"/>
              <a:sym typeface="Didact Gothic"/>
            </a:endParaRPr>
          </a:p>
        </p:txBody>
      </p:sp>
      <p:sp>
        <p:nvSpPr>
          <p:cNvPr id="2745" name="Google Shape;2745;p48"/>
          <p:cNvSpPr txBox="1"/>
          <p:nvPr/>
        </p:nvSpPr>
        <p:spPr>
          <a:xfrm>
            <a:off x="4776928" y="2305838"/>
            <a:ext cx="3639900" cy="45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2400">
                <a:solidFill>
                  <a:schemeClr val="accent4"/>
                </a:solidFill>
                <a:latin typeface="Bahiana"/>
                <a:ea typeface="Bahiana"/>
                <a:cs typeface="Bahiana"/>
                <a:sym typeface="Bahiana"/>
              </a:rPr>
              <a:t>Books and knowledge</a:t>
            </a:r>
            <a:endParaRPr sz="2400">
              <a:solidFill>
                <a:schemeClr val="accent4"/>
              </a:solidFill>
              <a:latin typeface="Bahiana"/>
              <a:ea typeface="Bahiana"/>
              <a:cs typeface="Bahiana"/>
              <a:sym typeface="Bahiana"/>
            </a:endParaRPr>
          </a:p>
        </p:txBody>
      </p:sp>
      <p:sp>
        <p:nvSpPr>
          <p:cNvPr id="2746" name="Google Shape;2746;p48"/>
          <p:cNvSpPr txBox="1"/>
          <p:nvPr/>
        </p:nvSpPr>
        <p:spPr>
          <a:xfrm>
            <a:off x="4776928" y="2700639"/>
            <a:ext cx="3639900" cy="45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latin typeface="Didact Gothic"/>
                <a:ea typeface="Didact Gothic"/>
                <a:cs typeface="Didact Gothic"/>
                <a:sym typeface="Didact Gothic"/>
              </a:rPr>
              <a:t>Robin loves to read, almost as much as Ana</a:t>
            </a:r>
            <a:endParaRPr>
              <a:latin typeface="Didact Gothic"/>
              <a:ea typeface="Didact Gothic"/>
              <a:cs typeface="Didact Gothic"/>
              <a:sym typeface="Didact Gothic"/>
            </a:endParaRPr>
          </a:p>
        </p:txBody>
      </p:sp>
      <p:sp>
        <p:nvSpPr>
          <p:cNvPr id="2747" name="Google Shape;2747;p48"/>
          <p:cNvSpPr txBox="1"/>
          <p:nvPr/>
        </p:nvSpPr>
        <p:spPr>
          <a:xfrm>
            <a:off x="4776928" y="3253375"/>
            <a:ext cx="3639900" cy="45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2400">
                <a:solidFill>
                  <a:schemeClr val="accent1"/>
                </a:solidFill>
                <a:latin typeface="Bahiana"/>
                <a:ea typeface="Bahiana"/>
                <a:cs typeface="Bahiana"/>
                <a:sym typeface="Bahiana"/>
              </a:rPr>
              <a:t>Math</a:t>
            </a:r>
            <a:endParaRPr sz="2400">
              <a:solidFill>
                <a:schemeClr val="accent1"/>
              </a:solidFill>
              <a:latin typeface="Bahiana"/>
              <a:ea typeface="Bahiana"/>
              <a:cs typeface="Bahiana"/>
              <a:sym typeface="Bahiana"/>
            </a:endParaRPr>
          </a:p>
        </p:txBody>
      </p:sp>
      <p:sp>
        <p:nvSpPr>
          <p:cNvPr id="2748" name="Google Shape;2748;p48"/>
          <p:cNvSpPr txBox="1"/>
          <p:nvPr/>
        </p:nvSpPr>
        <p:spPr>
          <a:xfrm>
            <a:off x="4776928" y="3648177"/>
            <a:ext cx="3639900" cy="45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latin typeface="Didact Gothic"/>
                <a:ea typeface="Didact Gothic"/>
                <a:cs typeface="Didact Gothic"/>
                <a:sym typeface="Didact Gothic"/>
              </a:rPr>
              <a:t>Finnick hates math although he is good at it</a:t>
            </a:r>
            <a:endParaRPr>
              <a:latin typeface="Didact Gothic"/>
              <a:ea typeface="Didact Gothic"/>
              <a:cs typeface="Didact Gothic"/>
              <a:sym typeface="Didact Gothic"/>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52" name="Shape 2752"/>
        <p:cNvGrpSpPr/>
        <p:nvPr/>
      </p:nvGrpSpPr>
      <p:grpSpPr>
        <a:xfrm>
          <a:off x="0" y="0"/>
          <a:ext cx="0" cy="0"/>
          <a:chOff x="0" y="0"/>
          <a:chExt cx="0" cy="0"/>
        </a:xfrm>
      </p:grpSpPr>
      <p:sp>
        <p:nvSpPr>
          <p:cNvPr id="2753" name="Google Shape;2753;p49"/>
          <p:cNvSpPr/>
          <p:nvPr/>
        </p:nvSpPr>
        <p:spPr>
          <a:xfrm>
            <a:off x="1638514" y="3273362"/>
            <a:ext cx="1084500" cy="10845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47625">
              <a:schemeClr val="accent6"/>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9"/>
          <p:cNvSpPr txBox="1"/>
          <p:nvPr>
            <p:ph type="title"/>
          </p:nvPr>
        </p:nvSpPr>
        <p:spPr>
          <a:xfrm>
            <a:off x="3120175" y="3027700"/>
            <a:ext cx="4476300" cy="1084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lt1"/>
                </a:solidFill>
              </a:rPr>
              <a:t>Understanding</a:t>
            </a:r>
            <a:r>
              <a:rPr lang="en"/>
              <a:t> it</a:t>
            </a:r>
            <a:endParaRPr b="1">
              <a:solidFill>
                <a:schemeClr val="lt1"/>
              </a:solidFill>
            </a:endParaRPr>
          </a:p>
        </p:txBody>
      </p:sp>
      <p:sp>
        <p:nvSpPr>
          <p:cNvPr id="2755" name="Google Shape;2755;p49"/>
          <p:cNvSpPr txBox="1"/>
          <p:nvPr>
            <p:ph idx="2" type="title"/>
          </p:nvPr>
        </p:nvSpPr>
        <p:spPr>
          <a:xfrm>
            <a:off x="1638513" y="3394725"/>
            <a:ext cx="10845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756" name="Google Shape;2756;p49"/>
          <p:cNvSpPr txBox="1"/>
          <p:nvPr>
            <p:ph idx="1" type="subTitle"/>
          </p:nvPr>
        </p:nvSpPr>
        <p:spPr>
          <a:xfrm>
            <a:off x="3120213" y="3998100"/>
            <a:ext cx="2379300" cy="605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a:t>
            </a:r>
            <a:r>
              <a:rPr lang="en"/>
              <a:t>can</a:t>
            </a:r>
            <a:r>
              <a:rPr lang="en"/>
              <a:t> describe the content of the section</a:t>
            </a:r>
            <a:endParaRPr/>
          </a:p>
        </p:txBody>
      </p:sp>
      <p:cxnSp>
        <p:nvCxnSpPr>
          <p:cNvPr id="2757" name="Google Shape;2757;p49"/>
          <p:cNvCxnSpPr>
            <a:endCxn id="2755" idx="3"/>
          </p:cNvCxnSpPr>
          <p:nvPr/>
        </p:nvCxnSpPr>
        <p:spPr>
          <a:xfrm rot="10800000">
            <a:off x="2723013" y="3815625"/>
            <a:ext cx="284400" cy="0"/>
          </a:xfrm>
          <a:prstGeom prst="straightConnector1">
            <a:avLst/>
          </a:prstGeom>
          <a:noFill/>
          <a:ln cap="flat" cmpd="sng" w="9525">
            <a:solidFill>
              <a:srgbClr val="000000"/>
            </a:solidFill>
            <a:prstDash val="solid"/>
            <a:round/>
            <a:headEnd len="med" w="med" type="none"/>
            <a:tailEnd len="med" w="med" type="none"/>
          </a:ln>
        </p:spPr>
      </p:cxnSp>
      <p:grpSp>
        <p:nvGrpSpPr>
          <p:cNvPr id="2758" name="Google Shape;2758;p49"/>
          <p:cNvGrpSpPr/>
          <p:nvPr/>
        </p:nvGrpSpPr>
        <p:grpSpPr>
          <a:xfrm>
            <a:off x="5256700" y="1566625"/>
            <a:ext cx="2160750" cy="394550"/>
            <a:chOff x="5256700" y="1566625"/>
            <a:chExt cx="2160750" cy="394550"/>
          </a:xfrm>
        </p:grpSpPr>
        <p:sp>
          <p:nvSpPr>
            <p:cNvPr id="2759" name="Google Shape;2759;p49"/>
            <p:cNvSpPr/>
            <p:nvPr/>
          </p:nvSpPr>
          <p:spPr>
            <a:xfrm>
              <a:off x="5256700" y="1625075"/>
              <a:ext cx="50725" cy="84125"/>
            </a:xfrm>
            <a:custGeom>
              <a:rect b="b" l="l" r="r" t="t"/>
              <a:pathLst>
                <a:path extrusionOk="0" h="3365" w="2029">
                  <a:moveTo>
                    <a:pt x="1762" y="1"/>
                  </a:moveTo>
                  <a:cubicBezTo>
                    <a:pt x="1703" y="1"/>
                    <a:pt x="1646" y="30"/>
                    <a:pt x="1610" y="100"/>
                  </a:cubicBezTo>
                  <a:cubicBezTo>
                    <a:pt x="1099" y="1089"/>
                    <a:pt x="590" y="2076"/>
                    <a:pt x="81" y="3066"/>
                  </a:cubicBezTo>
                  <a:cubicBezTo>
                    <a:pt x="1" y="3221"/>
                    <a:pt x="137" y="3364"/>
                    <a:pt x="268" y="3364"/>
                  </a:cubicBezTo>
                  <a:cubicBezTo>
                    <a:pt x="327" y="3364"/>
                    <a:pt x="385" y="3335"/>
                    <a:pt x="421" y="3265"/>
                  </a:cubicBezTo>
                  <a:cubicBezTo>
                    <a:pt x="931" y="2275"/>
                    <a:pt x="1439" y="1288"/>
                    <a:pt x="1949" y="298"/>
                  </a:cubicBezTo>
                  <a:cubicBezTo>
                    <a:pt x="2029" y="143"/>
                    <a:pt x="1893" y="1"/>
                    <a:pt x="176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9"/>
            <p:cNvSpPr/>
            <p:nvPr/>
          </p:nvSpPr>
          <p:spPr>
            <a:xfrm>
              <a:off x="5293525" y="1621700"/>
              <a:ext cx="50075" cy="100275"/>
            </a:xfrm>
            <a:custGeom>
              <a:rect b="b" l="l" r="r" t="t"/>
              <a:pathLst>
                <a:path extrusionOk="0" h="4011" w="2003">
                  <a:moveTo>
                    <a:pt x="240" y="1"/>
                  </a:moveTo>
                  <a:cubicBezTo>
                    <a:pt x="118" y="1"/>
                    <a:pt x="0" y="94"/>
                    <a:pt x="59" y="236"/>
                  </a:cubicBezTo>
                  <a:cubicBezTo>
                    <a:pt x="560" y="1451"/>
                    <a:pt x="1061" y="2665"/>
                    <a:pt x="1564" y="3879"/>
                  </a:cubicBezTo>
                  <a:cubicBezTo>
                    <a:pt x="1601" y="3971"/>
                    <a:pt x="1684" y="4011"/>
                    <a:pt x="1763" y="4011"/>
                  </a:cubicBezTo>
                  <a:cubicBezTo>
                    <a:pt x="1886" y="4011"/>
                    <a:pt x="2002" y="3918"/>
                    <a:pt x="1943" y="3775"/>
                  </a:cubicBezTo>
                  <a:cubicBezTo>
                    <a:pt x="1442" y="2559"/>
                    <a:pt x="941" y="1345"/>
                    <a:pt x="439" y="131"/>
                  </a:cubicBezTo>
                  <a:cubicBezTo>
                    <a:pt x="402" y="40"/>
                    <a:pt x="320" y="1"/>
                    <a:pt x="24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9"/>
            <p:cNvSpPr/>
            <p:nvPr/>
          </p:nvSpPr>
          <p:spPr>
            <a:xfrm>
              <a:off x="5264125" y="1679525"/>
              <a:ext cx="63225" cy="14100"/>
            </a:xfrm>
            <a:custGeom>
              <a:rect b="b" l="l" r="r" t="t"/>
              <a:pathLst>
                <a:path extrusionOk="0" h="564" w="2529">
                  <a:moveTo>
                    <a:pt x="280" y="1"/>
                  </a:moveTo>
                  <a:cubicBezTo>
                    <a:pt x="73" y="1"/>
                    <a:pt x="1" y="331"/>
                    <a:pt x="228" y="387"/>
                  </a:cubicBezTo>
                  <a:cubicBezTo>
                    <a:pt x="699" y="504"/>
                    <a:pt x="1172" y="564"/>
                    <a:pt x="1650" y="564"/>
                  </a:cubicBezTo>
                  <a:cubicBezTo>
                    <a:pt x="1858" y="564"/>
                    <a:pt x="2066" y="552"/>
                    <a:pt x="2276" y="530"/>
                  </a:cubicBezTo>
                  <a:cubicBezTo>
                    <a:pt x="2517" y="505"/>
                    <a:pt x="2529" y="135"/>
                    <a:pt x="2299" y="135"/>
                  </a:cubicBezTo>
                  <a:cubicBezTo>
                    <a:pt x="2292" y="135"/>
                    <a:pt x="2284" y="135"/>
                    <a:pt x="2276" y="136"/>
                  </a:cubicBezTo>
                  <a:cubicBezTo>
                    <a:pt x="2068" y="159"/>
                    <a:pt x="1860" y="170"/>
                    <a:pt x="1654" y="170"/>
                  </a:cubicBezTo>
                  <a:cubicBezTo>
                    <a:pt x="1210" y="170"/>
                    <a:pt x="770" y="117"/>
                    <a:pt x="332" y="7"/>
                  </a:cubicBezTo>
                  <a:cubicBezTo>
                    <a:pt x="314" y="3"/>
                    <a:pt x="297" y="1"/>
                    <a:pt x="28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9"/>
            <p:cNvSpPr/>
            <p:nvPr/>
          </p:nvSpPr>
          <p:spPr>
            <a:xfrm>
              <a:off x="5343825" y="1595750"/>
              <a:ext cx="43425" cy="75700"/>
            </a:xfrm>
            <a:custGeom>
              <a:rect b="b" l="l" r="r" t="t"/>
              <a:pathLst>
                <a:path extrusionOk="0" h="3028" w="1737">
                  <a:moveTo>
                    <a:pt x="571" y="0"/>
                  </a:moveTo>
                  <a:cubicBezTo>
                    <a:pt x="380" y="0"/>
                    <a:pt x="198" y="87"/>
                    <a:pt x="89" y="279"/>
                  </a:cubicBezTo>
                  <a:cubicBezTo>
                    <a:pt x="1" y="434"/>
                    <a:pt x="136" y="577"/>
                    <a:pt x="269" y="577"/>
                  </a:cubicBezTo>
                  <a:cubicBezTo>
                    <a:pt x="329" y="577"/>
                    <a:pt x="388" y="548"/>
                    <a:pt x="427" y="479"/>
                  </a:cubicBezTo>
                  <a:cubicBezTo>
                    <a:pt x="504" y="431"/>
                    <a:pt x="570" y="407"/>
                    <a:pt x="625" y="407"/>
                  </a:cubicBezTo>
                  <a:cubicBezTo>
                    <a:pt x="709" y="407"/>
                    <a:pt x="766" y="464"/>
                    <a:pt x="796" y="575"/>
                  </a:cubicBezTo>
                  <a:cubicBezTo>
                    <a:pt x="925" y="719"/>
                    <a:pt x="923" y="877"/>
                    <a:pt x="790" y="1058"/>
                  </a:cubicBezTo>
                  <a:cubicBezTo>
                    <a:pt x="730" y="1202"/>
                    <a:pt x="626" y="1337"/>
                    <a:pt x="538" y="1464"/>
                  </a:cubicBezTo>
                  <a:cubicBezTo>
                    <a:pt x="435" y="1612"/>
                    <a:pt x="573" y="1749"/>
                    <a:pt x="715" y="1749"/>
                  </a:cubicBezTo>
                  <a:cubicBezTo>
                    <a:pt x="762" y="1749"/>
                    <a:pt x="808" y="1735"/>
                    <a:pt x="847" y="1702"/>
                  </a:cubicBezTo>
                  <a:cubicBezTo>
                    <a:pt x="870" y="1683"/>
                    <a:pt x="896" y="1675"/>
                    <a:pt x="925" y="1675"/>
                  </a:cubicBezTo>
                  <a:cubicBezTo>
                    <a:pt x="1024" y="1675"/>
                    <a:pt x="1143" y="1772"/>
                    <a:pt x="1177" y="1839"/>
                  </a:cubicBezTo>
                  <a:cubicBezTo>
                    <a:pt x="1277" y="2044"/>
                    <a:pt x="1141" y="2245"/>
                    <a:pt x="992" y="2365"/>
                  </a:cubicBezTo>
                  <a:cubicBezTo>
                    <a:pt x="810" y="2509"/>
                    <a:pt x="581" y="2577"/>
                    <a:pt x="361" y="2640"/>
                  </a:cubicBezTo>
                  <a:cubicBezTo>
                    <a:pt x="138" y="2701"/>
                    <a:pt x="207" y="3028"/>
                    <a:pt x="408" y="3028"/>
                  </a:cubicBezTo>
                  <a:cubicBezTo>
                    <a:pt x="427" y="3028"/>
                    <a:pt x="446" y="3025"/>
                    <a:pt x="467" y="3019"/>
                  </a:cubicBezTo>
                  <a:cubicBezTo>
                    <a:pt x="969" y="2877"/>
                    <a:pt x="1736" y="2539"/>
                    <a:pt x="1612" y="1881"/>
                  </a:cubicBezTo>
                  <a:cubicBezTo>
                    <a:pt x="1557" y="1595"/>
                    <a:pt x="1344" y="1372"/>
                    <a:pt x="1097" y="1304"/>
                  </a:cubicBezTo>
                  <a:lnTo>
                    <a:pt x="1097" y="1304"/>
                  </a:lnTo>
                  <a:cubicBezTo>
                    <a:pt x="1290" y="928"/>
                    <a:pt x="1394" y="483"/>
                    <a:pt x="1036" y="179"/>
                  </a:cubicBezTo>
                  <a:cubicBezTo>
                    <a:pt x="902" y="64"/>
                    <a:pt x="733" y="0"/>
                    <a:pt x="57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9"/>
            <p:cNvSpPr/>
            <p:nvPr/>
          </p:nvSpPr>
          <p:spPr>
            <a:xfrm>
              <a:off x="5424675" y="1618225"/>
              <a:ext cx="81725" cy="94600"/>
            </a:xfrm>
            <a:custGeom>
              <a:rect b="b" l="l" r="r" t="t"/>
              <a:pathLst>
                <a:path extrusionOk="0" h="3784" w="3269">
                  <a:moveTo>
                    <a:pt x="1816" y="0"/>
                  </a:moveTo>
                  <a:cubicBezTo>
                    <a:pt x="723" y="0"/>
                    <a:pt x="1" y="1562"/>
                    <a:pt x="142" y="2534"/>
                  </a:cubicBezTo>
                  <a:cubicBezTo>
                    <a:pt x="288" y="3540"/>
                    <a:pt x="1231" y="3783"/>
                    <a:pt x="2124" y="3783"/>
                  </a:cubicBezTo>
                  <a:cubicBezTo>
                    <a:pt x="2445" y="3783"/>
                    <a:pt x="2760" y="3752"/>
                    <a:pt x="3029" y="3713"/>
                  </a:cubicBezTo>
                  <a:cubicBezTo>
                    <a:pt x="3268" y="3679"/>
                    <a:pt x="3181" y="3332"/>
                    <a:pt x="2956" y="3332"/>
                  </a:cubicBezTo>
                  <a:cubicBezTo>
                    <a:pt x="2945" y="3332"/>
                    <a:pt x="2934" y="3332"/>
                    <a:pt x="2923" y="3334"/>
                  </a:cubicBezTo>
                  <a:cubicBezTo>
                    <a:pt x="2656" y="3373"/>
                    <a:pt x="2334" y="3416"/>
                    <a:pt x="2012" y="3416"/>
                  </a:cubicBezTo>
                  <a:cubicBezTo>
                    <a:pt x="1447" y="3416"/>
                    <a:pt x="882" y="3283"/>
                    <a:pt x="620" y="2757"/>
                  </a:cubicBezTo>
                  <a:cubicBezTo>
                    <a:pt x="267" y="2053"/>
                    <a:pt x="932" y="393"/>
                    <a:pt x="1813" y="393"/>
                  </a:cubicBezTo>
                  <a:cubicBezTo>
                    <a:pt x="1863" y="393"/>
                    <a:pt x="1914" y="398"/>
                    <a:pt x="1965" y="409"/>
                  </a:cubicBezTo>
                  <a:cubicBezTo>
                    <a:pt x="1982" y="413"/>
                    <a:pt x="1998" y="415"/>
                    <a:pt x="2013" y="415"/>
                  </a:cubicBezTo>
                  <a:cubicBezTo>
                    <a:pt x="2227" y="415"/>
                    <a:pt x="2304" y="78"/>
                    <a:pt x="2073" y="29"/>
                  </a:cubicBezTo>
                  <a:cubicBezTo>
                    <a:pt x="1985" y="9"/>
                    <a:pt x="1899" y="0"/>
                    <a:pt x="181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9"/>
            <p:cNvSpPr/>
            <p:nvPr/>
          </p:nvSpPr>
          <p:spPr>
            <a:xfrm>
              <a:off x="5511350" y="1593500"/>
              <a:ext cx="53450" cy="48850"/>
            </a:xfrm>
            <a:custGeom>
              <a:rect b="b" l="l" r="r" t="t"/>
              <a:pathLst>
                <a:path extrusionOk="0" h="1954" w="2138">
                  <a:moveTo>
                    <a:pt x="883" y="0"/>
                  </a:moveTo>
                  <a:cubicBezTo>
                    <a:pt x="626" y="0"/>
                    <a:pt x="339" y="131"/>
                    <a:pt x="166" y="260"/>
                  </a:cubicBezTo>
                  <a:cubicBezTo>
                    <a:pt x="1" y="382"/>
                    <a:pt x="106" y="635"/>
                    <a:pt x="262" y="635"/>
                  </a:cubicBezTo>
                  <a:cubicBezTo>
                    <a:pt x="295" y="635"/>
                    <a:pt x="331" y="623"/>
                    <a:pt x="366" y="597"/>
                  </a:cubicBezTo>
                  <a:cubicBezTo>
                    <a:pt x="461" y="525"/>
                    <a:pt x="561" y="468"/>
                    <a:pt x="676" y="432"/>
                  </a:cubicBezTo>
                  <a:cubicBezTo>
                    <a:pt x="730" y="417"/>
                    <a:pt x="791" y="395"/>
                    <a:pt x="848" y="395"/>
                  </a:cubicBezTo>
                  <a:cubicBezTo>
                    <a:pt x="855" y="395"/>
                    <a:pt x="861" y="396"/>
                    <a:pt x="867" y="396"/>
                  </a:cubicBezTo>
                  <a:cubicBezTo>
                    <a:pt x="975" y="405"/>
                    <a:pt x="979" y="402"/>
                    <a:pt x="968" y="511"/>
                  </a:cubicBezTo>
                  <a:cubicBezTo>
                    <a:pt x="952" y="658"/>
                    <a:pt x="776" y="827"/>
                    <a:pt x="697" y="942"/>
                  </a:cubicBezTo>
                  <a:lnTo>
                    <a:pt x="371" y="1414"/>
                  </a:lnTo>
                  <a:cubicBezTo>
                    <a:pt x="309" y="1501"/>
                    <a:pt x="354" y="1635"/>
                    <a:pt x="439" y="1685"/>
                  </a:cubicBezTo>
                  <a:cubicBezTo>
                    <a:pt x="750" y="1864"/>
                    <a:pt x="1081" y="1953"/>
                    <a:pt x="1423" y="1953"/>
                  </a:cubicBezTo>
                  <a:cubicBezTo>
                    <a:pt x="1583" y="1953"/>
                    <a:pt x="1746" y="1933"/>
                    <a:pt x="1910" y="1894"/>
                  </a:cubicBezTo>
                  <a:cubicBezTo>
                    <a:pt x="2138" y="1838"/>
                    <a:pt x="2064" y="1508"/>
                    <a:pt x="1855" y="1508"/>
                  </a:cubicBezTo>
                  <a:cubicBezTo>
                    <a:pt x="1839" y="1508"/>
                    <a:pt x="1822" y="1510"/>
                    <a:pt x="1804" y="1514"/>
                  </a:cubicBezTo>
                  <a:cubicBezTo>
                    <a:pt x="1673" y="1546"/>
                    <a:pt x="1545" y="1562"/>
                    <a:pt x="1419" y="1562"/>
                  </a:cubicBezTo>
                  <a:cubicBezTo>
                    <a:pt x="1218" y="1562"/>
                    <a:pt x="1022" y="1522"/>
                    <a:pt x="833" y="1443"/>
                  </a:cubicBezTo>
                  <a:lnTo>
                    <a:pt x="833" y="1443"/>
                  </a:lnTo>
                  <a:cubicBezTo>
                    <a:pt x="1007" y="1208"/>
                    <a:pt x="1198" y="968"/>
                    <a:pt x="1323" y="711"/>
                  </a:cubicBezTo>
                  <a:cubicBezTo>
                    <a:pt x="1406" y="538"/>
                    <a:pt x="1411" y="325"/>
                    <a:pt x="1284" y="171"/>
                  </a:cubicBezTo>
                  <a:cubicBezTo>
                    <a:pt x="1182" y="48"/>
                    <a:pt x="1037" y="0"/>
                    <a:pt x="8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9"/>
            <p:cNvSpPr/>
            <p:nvPr/>
          </p:nvSpPr>
          <p:spPr>
            <a:xfrm>
              <a:off x="5593250" y="1607700"/>
              <a:ext cx="54550" cy="64275"/>
            </a:xfrm>
            <a:custGeom>
              <a:rect b="b" l="l" r="r" t="t"/>
              <a:pathLst>
                <a:path extrusionOk="0" h="2571" w="2182">
                  <a:moveTo>
                    <a:pt x="1743" y="0"/>
                  </a:moveTo>
                  <a:cubicBezTo>
                    <a:pt x="1698" y="0"/>
                    <a:pt x="1653" y="20"/>
                    <a:pt x="1616" y="69"/>
                  </a:cubicBezTo>
                  <a:cubicBezTo>
                    <a:pt x="1110" y="714"/>
                    <a:pt x="603" y="1360"/>
                    <a:pt x="97" y="2007"/>
                  </a:cubicBezTo>
                  <a:cubicBezTo>
                    <a:pt x="1" y="2132"/>
                    <a:pt x="38" y="2278"/>
                    <a:pt x="184" y="2336"/>
                  </a:cubicBezTo>
                  <a:cubicBezTo>
                    <a:pt x="587" y="2497"/>
                    <a:pt x="993" y="2571"/>
                    <a:pt x="1410" y="2571"/>
                  </a:cubicBezTo>
                  <a:cubicBezTo>
                    <a:pt x="1585" y="2571"/>
                    <a:pt x="1762" y="2558"/>
                    <a:pt x="1942" y="2532"/>
                  </a:cubicBezTo>
                  <a:cubicBezTo>
                    <a:pt x="2181" y="2498"/>
                    <a:pt x="2094" y="2151"/>
                    <a:pt x="1869" y="2151"/>
                  </a:cubicBezTo>
                  <a:cubicBezTo>
                    <a:pt x="1858" y="2151"/>
                    <a:pt x="1847" y="2151"/>
                    <a:pt x="1836" y="2153"/>
                  </a:cubicBezTo>
                  <a:cubicBezTo>
                    <a:pt x="1698" y="2173"/>
                    <a:pt x="1560" y="2182"/>
                    <a:pt x="1424" y="2182"/>
                  </a:cubicBezTo>
                  <a:cubicBezTo>
                    <a:pt x="1131" y="2182"/>
                    <a:pt x="843" y="2138"/>
                    <a:pt x="560" y="2052"/>
                  </a:cubicBezTo>
                  <a:lnTo>
                    <a:pt x="560" y="2052"/>
                  </a:lnTo>
                  <a:cubicBezTo>
                    <a:pt x="1005" y="1484"/>
                    <a:pt x="1450" y="917"/>
                    <a:pt x="1895" y="346"/>
                  </a:cubicBezTo>
                  <a:cubicBezTo>
                    <a:pt x="2012" y="197"/>
                    <a:pt x="1881" y="0"/>
                    <a:pt x="174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9"/>
            <p:cNvSpPr/>
            <p:nvPr/>
          </p:nvSpPr>
          <p:spPr>
            <a:xfrm>
              <a:off x="5626375" y="1612150"/>
              <a:ext cx="19150" cy="100725"/>
            </a:xfrm>
            <a:custGeom>
              <a:rect b="b" l="l" r="r" t="t"/>
              <a:pathLst>
                <a:path extrusionOk="0" h="4029" w="766">
                  <a:moveTo>
                    <a:pt x="242" y="0"/>
                  </a:moveTo>
                  <a:cubicBezTo>
                    <a:pt x="127" y="0"/>
                    <a:pt x="0" y="98"/>
                    <a:pt x="29" y="246"/>
                  </a:cubicBezTo>
                  <a:cubicBezTo>
                    <a:pt x="245" y="1435"/>
                    <a:pt x="358" y="2629"/>
                    <a:pt x="369" y="3837"/>
                  </a:cubicBezTo>
                  <a:cubicBezTo>
                    <a:pt x="371" y="3965"/>
                    <a:pt x="471" y="4029"/>
                    <a:pt x="569" y="4029"/>
                  </a:cubicBezTo>
                  <a:cubicBezTo>
                    <a:pt x="668" y="4029"/>
                    <a:pt x="765" y="3965"/>
                    <a:pt x="763" y="3837"/>
                  </a:cubicBezTo>
                  <a:cubicBezTo>
                    <a:pt x="749" y="2593"/>
                    <a:pt x="630" y="1364"/>
                    <a:pt x="408" y="141"/>
                  </a:cubicBezTo>
                  <a:cubicBezTo>
                    <a:pt x="390" y="43"/>
                    <a:pt x="318" y="0"/>
                    <a:pt x="24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9"/>
            <p:cNvSpPr/>
            <p:nvPr/>
          </p:nvSpPr>
          <p:spPr>
            <a:xfrm>
              <a:off x="5676375" y="1566625"/>
              <a:ext cx="50225" cy="81050"/>
            </a:xfrm>
            <a:custGeom>
              <a:rect b="b" l="l" r="r" t="t"/>
              <a:pathLst>
                <a:path extrusionOk="0" h="3242" w="2009">
                  <a:moveTo>
                    <a:pt x="569" y="390"/>
                  </a:moveTo>
                  <a:cubicBezTo>
                    <a:pt x="908" y="390"/>
                    <a:pt x="1197" y="566"/>
                    <a:pt x="1375" y="862"/>
                  </a:cubicBezTo>
                  <a:lnTo>
                    <a:pt x="1375" y="862"/>
                  </a:lnTo>
                  <a:cubicBezTo>
                    <a:pt x="1155" y="1043"/>
                    <a:pt x="914" y="1151"/>
                    <a:pt x="627" y="1211"/>
                  </a:cubicBezTo>
                  <a:cubicBezTo>
                    <a:pt x="623" y="1211"/>
                    <a:pt x="620" y="1212"/>
                    <a:pt x="617" y="1213"/>
                  </a:cubicBezTo>
                  <a:lnTo>
                    <a:pt x="617" y="1213"/>
                  </a:lnTo>
                  <a:cubicBezTo>
                    <a:pt x="616" y="989"/>
                    <a:pt x="615" y="765"/>
                    <a:pt x="614" y="541"/>
                  </a:cubicBezTo>
                  <a:cubicBezTo>
                    <a:pt x="614" y="473"/>
                    <a:pt x="586" y="423"/>
                    <a:pt x="545" y="391"/>
                  </a:cubicBezTo>
                  <a:lnTo>
                    <a:pt x="545" y="391"/>
                  </a:lnTo>
                  <a:cubicBezTo>
                    <a:pt x="553" y="391"/>
                    <a:pt x="561" y="390"/>
                    <a:pt x="569" y="390"/>
                  </a:cubicBezTo>
                  <a:close/>
                  <a:moveTo>
                    <a:pt x="619" y="1594"/>
                  </a:moveTo>
                  <a:lnTo>
                    <a:pt x="619" y="1594"/>
                  </a:lnTo>
                  <a:cubicBezTo>
                    <a:pt x="632" y="1597"/>
                    <a:pt x="645" y="1598"/>
                    <a:pt x="659" y="1598"/>
                  </a:cubicBezTo>
                  <a:cubicBezTo>
                    <a:pt x="665" y="1598"/>
                    <a:pt x="672" y="1598"/>
                    <a:pt x="678" y="1597"/>
                  </a:cubicBezTo>
                  <a:cubicBezTo>
                    <a:pt x="701" y="1595"/>
                    <a:pt x="723" y="1594"/>
                    <a:pt x="746" y="1594"/>
                  </a:cubicBezTo>
                  <a:cubicBezTo>
                    <a:pt x="1191" y="1594"/>
                    <a:pt x="1675" y="2022"/>
                    <a:pt x="1438" y="2496"/>
                  </a:cubicBezTo>
                  <a:cubicBezTo>
                    <a:pt x="1345" y="2686"/>
                    <a:pt x="1092" y="2858"/>
                    <a:pt x="887" y="2858"/>
                  </a:cubicBezTo>
                  <a:cubicBezTo>
                    <a:pt x="771" y="2858"/>
                    <a:pt x="670" y="2803"/>
                    <a:pt x="624" y="2665"/>
                  </a:cubicBezTo>
                  <a:cubicBezTo>
                    <a:pt x="534" y="2395"/>
                    <a:pt x="621" y="1938"/>
                    <a:pt x="620" y="1654"/>
                  </a:cubicBezTo>
                  <a:cubicBezTo>
                    <a:pt x="619" y="1634"/>
                    <a:pt x="619" y="1614"/>
                    <a:pt x="619" y="1594"/>
                  </a:cubicBezTo>
                  <a:close/>
                  <a:moveTo>
                    <a:pt x="555" y="1"/>
                  </a:moveTo>
                  <a:cubicBezTo>
                    <a:pt x="445" y="1"/>
                    <a:pt x="333" y="14"/>
                    <a:pt x="222" y="40"/>
                  </a:cubicBezTo>
                  <a:cubicBezTo>
                    <a:pt x="1" y="91"/>
                    <a:pt x="62" y="403"/>
                    <a:pt x="256" y="424"/>
                  </a:cubicBezTo>
                  <a:lnTo>
                    <a:pt x="256" y="424"/>
                  </a:lnTo>
                  <a:cubicBezTo>
                    <a:pt x="235" y="454"/>
                    <a:pt x="221" y="492"/>
                    <a:pt x="222" y="539"/>
                  </a:cubicBezTo>
                  <a:cubicBezTo>
                    <a:pt x="226" y="1348"/>
                    <a:pt x="229" y="2158"/>
                    <a:pt x="233" y="2967"/>
                  </a:cubicBezTo>
                  <a:cubicBezTo>
                    <a:pt x="233" y="3032"/>
                    <a:pt x="269" y="3109"/>
                    <a:pt x="330" y="3138"/>
                  </a:cubicBezTo>
                  <a:cubicBezTo>
                    <a:pt x="485" y="3208"/>
                    <a:pt x="652" y="3242"/>
                    <a:pt x="817" y="3242"/>
                  </a:cubicBezTo>
                  <a:cubicBezTo>
                    <a:pt x="1262" y="3242"/>
                    <a:pt x="1697" y="2994"/>
                    <a:pt x="1848" y="2535"/>
                  </a:cubicBezTo>
                  <a:cubicBezTo>
                    <a:pt x="2009" y="2051"/>
                    <a:pt x="1749" y="1589"/>
                    <a:pt x="1351" y="1355"/>
                  </a:cubicBezTo>
                  <a:lnTo>
                    <a:pt x="1351" y="1355"/>
                  </a:lnTo>
                  <a:cubicBezTo>
                    <a:pt x="1495" y="1272"/>
                    <a:pt x="1629" y="1169"/>
                    <a:pt x="1758" y="1046"/>
                  </a:cubicBezTo>
                  <a:cubicBezTo>
                    <a:pt x="1826" y="979"/>
                    <a:pt x="1824" y="889"/>
                    <a:pt x="1788" y="807"/>
                  </a:cubicBezTo>
                  <a:cubicBezTo>
                    <a:pt x="1565" y="295"/>
                    <a:pt x="1082" y="1"/>
                    <a:pt x="55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9"/>
            <p:cNvSpPr/>
            <p:nvPr/>
          </p:nvSpPr>
          <p:spPr>
            <a:xfrm>
              <a:off x="5787950" y="1630200"/>
              <a:ext cx="45875" cy="10225"/>
            </a:xfrm>
            <a:custGeom>
              <a:rect b="b" l="l" r="r" t="t"/>
              <a:pathLst>
                <a:path extrusionOk="0" h="409" w="1835">
                  <a:moveTo>
                    <a:pt x="250" y="0"/>
                  </a:moveTo>
                  <a:cubicBezTo>
                    <a:pt x="0" y="0"/>
                    <a:pt x="2" y="390"/>
                    <a:pt x="254" y="394"/>
                  </a:cubicBezTo>
                  <a:cubicBezTo>
                    <a:pt x="696" y="398"/>
                    <a:pt x="1138" y="403"/>
                    <a:pt x="1579" y="408"/>
                  </a:cubicBezTo>
                  <a:cubicBezTo>
                    <a:pt x="1580" y="408"/>
                    <a:pt x="1580" y="408"/>
                    <a:pt x="1581" y="408"/>
                  </a:cubicBezTo>
                  <a:cubicBezTo>
                    <a:pt x="1834" y="408"/>
                    <a:pt x="1834" y="16"/>
                    <a:pt x="1579" y="15"/>
                  </a:cubicBezTo>
                  <a:cubicBezTo>
                    <a:pt x="1138" y="9"/>
                    <a:pt x="696" y="5"/>
                    <a:pt x="254" y="0"/>
                  </a:cubicBezTo>
                  <a:cubicBezTo>
                    <a:pt x="252" y="0"/>
                    <a:pt x="251" y="0"/>
                    <a:pt x="25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9"/>
            <p:cNvSpPr/>
            <p:nvPr/>
          </p:nvSpPr>
          <p:spPr>
            <a:xfrm>
              <a:off x="5790950" y="1651300"/>
              <a:ext cx="43325" cy="14500"/>
            </a:xfrm>
            <a:custGeom>
              <a:rect b="b" l="l" r="r" t="t"/>
              <a:pathLst>
                <a:path extrusionOk="0" h="580" w="1733">
                  <a:moveTo>
                    <a:pt x="305" y="1"/>
                  </a:moveTo>
                  <a:cubicBezTo>
                    <a:pt x="83" y="1"/>
                    <a:pt x="0" y="345"/>
                    <a:pt x="235" y="383"/>
                  </a:cubicBezTo>
                  <a:cubicBezTo>
                    <a:pt x="620" y="448"/>
                    <a:pt x="1007" y="512"/>
                    <a:pt x="1392" y="577"/>
                  </a:cubicBezTo>
                  <a:cubicBezTo>
                    <a:pt x="1405" y="579"/>
                    <a:pt x="1417" y="580"/>
                    <a:pt x="1429" y="580"/>
                  </a:cubicBezTo>
                  <a:cubicBezTo>
                    <a:pt x="1651" y="580"/>
                    <a:pt x="1733" y="237"/>
                    <a:pt x="1498" y="197"/>
                  </a:cubicBezTo>
                  <a:cubicBezTo>
                    <a:pt x="1113" y="133"/>
                    <a:pt x="726" y="68"/>
                    <a:pt x="341" y="4"/>
                  </a:cubicBezTo>
                  <a:cubicBezTo>
                    <a:pt x="329" y="2"/>
                    <a:pt x="317" y="1"/>
                    <a:pt x="30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9"/>
            <p:cNvSpPr/>
            <p:nvPr/>
          </p:nvSpPr>
          <p:spPr>
            <a:xfrm>
              <a:off x="5958875" y="1599800"/>
              <a:ext cx="83050" cy="110100"/>
            </a:xfrm>
            <a:custGeom>
              <a:rect b="b" l="l" r="r" t="t"/>
              <a:pathLst>
                <a:path extrusionOk="0" h="4404" w="3322">
                  <a:moveTo>
                    <a:pt x="1494" y="382"/>
                  </a:moveTo>
                  <a:cubicBezTo>
                    <a:pt x="1739" y="382"/>
                    <a:pt x="1991" y="426"/>
                    <a:pt x="2191" y="468"/>
                  </a:cubicBezTo>
                  <a:lnTo>
                    <a:pt x="2191" y="468"/>
                  </a:lnTo>
                  <a:cubicBezTo>
                    <a:pt x="2158" y="521"/>
                    <a:pt x="2148" y="591"/>
                    <a:pt x="2181" y="662"/>
                  </a:cubicBezTo>
                  <a:cubicBezTo>
                    <a:pt x="2181" y="662"/>
                    <a:pt x="2181" y="662"/>
                    <a:pt x="2181" y="662"/>
                  </a:cubicBezTo>
                  <a:lnTo>
                    <a:pt x="2181" y="662"/>
                  </a:lnTo>
                  <a:cubicBezTo>
                    <a:pt x="2451" y="1262"/>
                    <a:pt x="1843" y="1601"/>
                    <a:pt x="1302" y="1601"/>
                  </a:cubicBezTo>
                  <a:cubicBezTo>
                    <a:pt x="845" y="1601"/>
                    <a:pt x="435" y="1359"/>
                    <a:pt x="639" y="830"/>
                  </a:cubicBezTo>
                  <a:cubicBezTo>
                    <a:pt x="773" y="481"/>
                    <a:pt x="1125" y="382"/>
                    <a:pt x="1494" y="382"/>
                  </a:cubicBezTo>
                  <a:close/>
                  <a:moveTo>
                    <a:pt x="1547" y="1"/>
                  </a:moveTo>
                  <a:cubicBezTo>
                    <a:pt x="1134" y="1"/>
                    <a:pt x="734" y="105"/>
                    <a:pt x="444" y="433"/>
                  </a:cubicBezTo>
                  <a:cubicBezTo>
                    <a:pt x="102" y="823"/>
                    <a:pt x="0" y="1433"/>
                    <a:pt x="395" y="1818"/>
                  </a:cubicBezTo>
                  <a:cubicBezTo>
                    <a:pt x="592" y="2009"/>
                    <a:pt x="848" y="2092"/>
                    <a:pt x="1115" y="2092"/>
                  </a:cubicBezTo>
                  <a:cubicBezTo>
                    <a:pt x="1627" y="2092"/>
                    <a:pt x="2182" y="1788"/>
                    <a:pt x="2446" y="1362"/>
                  </a:cubicBezTo>
                  <a:lnTo>
                    <a:pt x="2446" y="1362"/>
                  </a:lnTo>
                  <a:cubicBezTo>
                    <a:pt x="2663" y="2422"/>
                    <a:pt x="2131" y="3562"/>
                    <a:pt x="1107" y="4044"/>
                  </a:cubicBezTo>
                  <a:cubicBezTo>
                    <a:pt x="908" y="4137"/>
                    <a:pt x="1031" y="4404"/>
                    <a:pt x="1216" y="4404"/>
                  </a:cubicBezTo>
                  <a:cubicBezTo>
                    <a:pt x="1245" y="4404"/>
                    <a:pt x="1275" y="4397"/>
                    <a:pt x="1306" y="4383"/>
                  </a:cubicBezTo>
                  <a:cubicBezTo>
                    <a:pt x="2759" y="3702"/>
                    <a:pt x="3321" y="1846"/>
                    <a:pt x="2521" y="465"/>
                  </a:cubicBezTo>
                  <a:cubicBezTo>
                    <a:pt x="2520" y="462"/>
                    <a:pt x="2518" y="459"/>
                    <a:pt x="2516" y="456"/>
                  </a:cubicBezTo>
                  <a:lnTo>
                    <a:pt x="2516" y="456"/>
                  </a:lnTo>
                  <a:cubicBezTo>
                    <a:pt x="2617" y="361"/>
                    <a:pt x="2617" y="163"/>
                    <a:pt x="2442" y="123"/>
                  </a:cubicBezTo>
                  <a:cubicBezTo>
                    <a:pt x="2162" y="57"/>
                    <a:pt x="1851" y="1"/>
                    <a:pt x="15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9"/>
            <p:cNvSpPr/>
            <p:nvPr/>
          </p:nvSpPr>
          <p:spPr>
            <a:xfrm>
              <a:off x="6055025" y="1573875"/>
              <a:ext cx="38250" cy="61075"/>
            </a:xfrm>
            <a:custGeom>
              <a:rect b="b" l="l" r="r" t="t"/>
              <a:pathLst>
                <a:path extrusionOk="0" h="2443" w="1530">
                  <a:moveTo>
                    <a:pt x="568" y="1"/>
                  </a:moveTo>
                  <a:cubicBezTo>
                    <a:pt x="442" y="1"/>
                    <a:pt x="306" y="43"/>
                    <a:pt x="170" y="142"/>
                  </a:cubicBezTo>
                  <a:cubicBezTo>
                    <a:pt x="0" y="260"/>
                    <a:pt x="106" y="515"/>
                    <a:pt x="263" y="515"/>
                  </a:cubicBezTo>
                  <a:cubicBezTo>
                    <a:pt x="296" y="515"/>
                    <a:pt x="331" y="504"/>
                    <a:pt x="366" y="478"/>
                  </a:cubicBezTo>
                  <a:cubicBezTo>
                    <a:pt x="431" y="431"/>
                    <a:pt x="496" y="411"/>
                    <a:pt x="554" y="411"/>
                  </a:cubicBezTo>
                  <a:cubicBezTo>
                    <a:pt x="785" y="411"/>
                    <a:pt x="925" y="721"/>
                    <a:pt x="651" y="878"/>
                  </a:cubicBezTo>
                  <a:cubicBezTo>
                    <a:pt x="563" y="926"/>
                    <a:pt x="520" y="1060"/>
                    <a:pt x="581" y="1147"/>
                  </a:cubicBezTo>
                  <a:cubicBezTo>
                    <a:pt x="739" y="1374"/>
                    <a:pt x="895" y="1600"/>
                    <a:pt x="1053" y="1826"/>
                  </a:cubicBezTo>
                  <a:lnTo>
                    <a:pt x="1053" y="1826"/>
                  </a:lnTo>
                  <a:cubicBezTo>
                    <a:pt x="881" y="1977"/>
                    <a:pt x="684" y="2048"/>
                    <a:pt x="448" y="2048"/>
                  </a:cubicBezTo>
                  <a:cubicBezTo>
                    <a:pt x="417" y="2048"/>
                    <a:pt x="385" y="2047"/>
                    <a:pt x="352" y="2044"/>
                  </a:cubicBezTo>
                  <a:cubicBezTo>
                    <a:pt x="345" y="2044"/>
                    <a:pt x="339" y="2044"/>
                    <a:pt x="333" y="2044"/>
                  </a:cubicBezTo>
                  <a:cubicBezTo>
                    <a:pt x="100" y="2044"/>
                    <a:pt x="107" y="2419"/>
                    <a:pt x="352" y="2438"/>
                  </a:cubicBezTo>
                  <a:cubicBezTo>
                    <a:pt x="388" y="2441"/>
                    <a:pt x="424" y="2442"/>
                    <a:pt x="460" y="2442"/>
                  </a:cubicBezTo>
                  <a:cubicBezTo>
                    <a:pt x="844" y="2442"/>
                    <a:pt x="1191" y="2283"/>
                    <a:pt x="1447" y="1989"/>
                  </a:cubicBezTo>
                  <a:cubicBezTo>
                    <a:pt x="1501" y="1926"/>
                    <a:pt x="1530" y="1824"/>
                    <a:pt x="1478" y="1751"/>
                  </a:cubicBezTo>
                  <a:cubicBezTo>
                    <a:pt x="1325" y="1531"/>
                    <a:pt x="1173" y="1312"/>
                    <a:pt x="1021" y="1093"/>
                  </a:cubicBezTo>
                  <a:lnTo>
                    <a:pt x="1021" y="1093"/>
                  </a:lnTo>
                  <a:cubicBezTo>
                    <a:pt x="1426" y="684"/>
                    <a:pt x="1075" y="1"/>
                    <a:pt x="56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9"/>
            <p:cNvSpPr/>
            <p:nvPr/>
          </p:nvSpPr>
          <p:spPr>
            <a:xfrm>
              <a:off x="6127425" y="1616975"/>
              <a:ext cx="15125" cy="67850"/>
            </a:xfrm>
            <a:custGeom>
              <a:rect b="b" l="l" r="r" t="t"/>
              <a:pathLst>
                <a:path extrusionOk="0" h="2714" w="605">
                  <a:moveTo>
                    <a:pt x="363" y="1"/>
                  </a:moveTo>
                  <a:cubicBezTo>
                    <a:pt x="287" y="1"/>
                    <a:pt x="215" y="44"/>
                    <a:pt x="196" y="143"/>
                  </a:cubicBezTo>
                  <a:cubicBezTo>
                    <a:pt x="44" y="933"/>
                    <a:pt x="1" y="1722"/>
                    <a:pt x="71" y="2525"/>
                  </a:cubicBezTo>
                  <a:cubicBezTo>
                    <a:pt x="82" y="2650"/>
                    <a:pt x="186" y="2713"/>
                    <a:pt x="285" y="2713"/>
                  </a:cubicBezTo>
                  <a:cubicBezTo>
                    <a:pt x="383" y="2713"/>
                    <a:pt x="476" y="2651"/>
                    <a:pt x="465" y="2525"/>
                  </a:cubicBezTo>
                  <a:cubicBezTo>
                    <a:pt x="396" y="1759"/>
                    <a:pt x="430" y="1003"/>
                    <a:pt x="575" y="246"/>
                  </a:cubicBezTo>
                  <a:cubicBezTo>
                    <a:pt x="604" y="98"/>
                    <a:pt x="479" y="1"/>
                    <a:pt x="36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9"/>
            <p:cNvSpPr/>
            <p:nvPr/>
          </p:nvSpPr>
          <p:spPr>
            <a:xfrm>
              <a:off x="6110950" y="1646625"/>
              <a:ext cx="62550" cy="16025"/>
            </a:xfrm>
            <a:custGeom>
              <a:rect b="b" l="l" r="r" t="t"/>
              <a:pathLst>
                <a:path extrusionOk="0" h="641" w="2502">
                  <a:moveTo>
                    <a:pt x="2278" y="0"/>
                  </a:moveTo>
                  <a:cubicBezTo>
                    <a:pt x="2269" y="0"/>
                    <a:pt x="2260" y="1"/>
                    <a:pt x="2250" y="2"/>
                  </a:cubicBezTo>
                  <a:cubicBezTo>
                    <a:pt x="1583" y="82"/>
                    <a:pt x="915" y="164"/>
                    <a:pt x="250" y="245"/>
                  </a:cubicBezTo>
                  <a:cubicBezTo>
                    <a:pt x="10" y="273"/>
                    <a:pt x="0" y="641"/>
                    <a:pt x="224" y="641"/>
                  </a:cubicBezTo>
                  <a:cubicBezTo>
                    <a:pt x="232" y="641"/>
                    <a:pt x="241" y="640"/>
                    <a:pt x="250" y="639"/>
                  </a:cubicBezTo>
                  <a:cubicBezTo>
                    <a:pt x="917" y="557"/>
                    <a:pt x="1585" y="476"/>
                    <a:pt x="2250" y="396"/>
                  </a:cubicBezTo>
                  <a:cubicBezTo>
                    <a:pt x="2490" y="365"/>
                    <a:pt x="2502" y="0"/>
                    <a:pt x="22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9"/>
            <p:cNvSpPr/>
            <p:nvPr/>
          </p:nvSpPr>
          <p:spPr>
            <a:xfrm>
              <a:off x="6215775" y="1610200"/>
              <a:ext cx="61850" cy="81625"/>
            </a:xfrm>
            <a:custGeom>
              <a:rect b="b" l="l" r="r" t="t"/>
              <a:pathLst>
                <a:path extrusionOk="0" h="3265" w="2474">
                  <a:moveTo>
                    <a:pt x="412" y="0"/>
                  </a:moveTo>
                  <a:cubicBezTo>
                    <a:pt x="309" y="0"/>
                    <a:pt x="210" y="89"/>
                    <a:pt x="216" y="196"/>
                  </a:cubicBezTo>
                  <a:cubicBezTo>
                    <a:pt x="232" y="577"/>
                    <a:pt x="248" y="958"/>
                    <a:pt x="263" y="1337"/>
                  </a:cubicBezTo>
                  <a:cubicBezTo>
                    <a:pt x="268" y="1448"/>
                    <a:pt x="370" y="1535"/>
                    <a:pt x="471" y="1535"/>
                  </a:cubicBezTo>
                  <a:cubicBezTo>
                    <a:pt x="517" y="1535"/>
                    <a:pt x="563" y="1517"/>
                    <a:pt x="600" y="1476"/>
                  </a:cubicBezTo>
                  <a:cubicBezTo>
                    <a:pt x="764" y="1295"/>
                    <a:pt x="975" y="1214"/>
                    <a:pt x="1180" y="1214"/>
                  </a:cubicBezTo>
                  <a:cubicBezTo>
                    <a:pt x="1575" y="1214"/>
                    <a:pt x="1952" y="1517"/>
                    <a:pt x="1945" y="1997"/>
                  </a:cubicBezTo>
                  <a:cubicBezTo>
                    <a:pt x="1939" y="2577"/>
                    <a:pt x="1486" y="2874"/>
                    <a:pt x="1001" y="2874"/>
                  </a:cubicBezTo>
                  <a:cubicBezTo>
                    <a:pt x="790" y="2874"/>
                    <a:pt x="573" y="2818"/>
                    <a:pt x="383" y="2704"/>
                  </a:cubicBezTo>
                  <a:cubicBezTo>
                    <a:pt x="349" y="2684"/>
                    <a:pt x="316" y="2675"/>
                    <a:pt x="284" y="2675"/>
                  </a:cubicBezTo>
                  <a:cubicBezTo>
                    <a:pt x="114" y="2675"/>
                    <a:pt x="1" y="2934"/>
                    <a:pt x="185" y="3044"/>
                  </a:cubicBezTo>
                  <a:cubicBezTo>
                    <a:pt x="435" y="3194"/>
                    <a:pt x="713" y="3264"/>
                    <a:pt x="984" y="3264"/>
                  </a:cubicBezTo>
                  <a:cubicBezTo>
                    <a:pt x="1725" y="3264"/>
                    <a:pt x="2410" y="2736"/>
                    <a:pt x="2332" y="1861"/>
                  </a:cubicBezTo>
                  <a:cubicBezTo>
                    <a:pt x="2274" y="1214"/>
                    <a:pt x="1730" y="819"/>
                    <a:pt x="1172" y="819"/>
                  </a:cubicBezTo>
                  <a:cubicBezTo>
                    <a:pt x="991" y="819"/>
                    <a:pt x="808" y="860"/>
                    <a:pt x="641" y="948"/>
                  </a:cubicBezTo>
                  <a:lnTo>
                    <a:pt x="641" y="948"/>
                  </a:lnTo>
                  <a:cubicBezTo>
                    <a:pt x="633" y="763"/>
                    <a:pt x="626" y="578"/>
                    <a:pt x="618" y="394"/>
                  </a:cubicBezTo>
                  <a:lnTo>
                    <a:pt x="618" y="394"/>
                  </a:lnTo>
                  <a:cubicBezTo>
                    <a:pt x="1152" y="394"/>
                    <a:pt x="1685" y="395"/>
                    <a:pt x="2220" y="395"/>
                  </a:cubicBezTo>
                  <a:cubicBezTo>
                    <a:pt x="2474" y="395"/>
                    <a:pt x="2474" y="2"/>
                    <a:pt x="2220" y="2"/>
                  </a:cubicBezTo>
                  <a:cubicBezTo>
                    <a:pt x="1616" y="2"/>
                    <a:pt x="1015" y="0"/>
                    <a:pt x="41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9"/>
            <p:cNvSpPr/>
            <p:nvPr/>
          </p:nvSpPr>
          <p:spPr>
            <a:xfrm>
              <a:off x="6291050" y="1572200"/>
              <a:ext cx="51175" cy="61125"/>
            </a:xfrm>
            <a:custGeom>
              <a:rect b="b" l="l" r="r" t="t"/>
              <a:pathLst>
                <a:path extrusionOk="0" h="2445" w="2047">
                  <a:moveTo>
                    <a:pt x="966" y="362"/>
                  </a:moveTo>
                  <a:cubicBezTo>
                    <a:pt x="1181" y="362"/>
                    <a:pt x="1588" y="514"/>
                    <a:pt x="1501" y="816"/>
                  </a:cubicBezTo>
                  <a:cubicBezTo>
                    <a:pt x="1455" y="974"/>
                    <a:pt x="1297" y="1035"/>
                    <a:pt x="1119" y="1054"/>
                  </a:cubicBezTo>
                  <a:lnTo>
                    <a:pt x="1119" y="1054"/>
                  </a:lnTo>
                  <a:cubicBezTo>
                    <a:pt x="1004" y="1035"/>
                    <a:pt x="888" y="1027"/>
                    <a:pt x="777" y="1027"/>
                  </a:cubicBezTo>
                  <a:cubicBezTo>
                    <a:pt x="767" y="1027"/>
                    <a:pt x="756" y="1027"/>
                    <a:pt x="745" y="1027"/>
                  </a:cubicBezTo>
                  <a:lnTo>
                    <a:pt x="745" y="1027"/>
                  </a:lnTo>
                  <a:cubicBezTo>
                    <a:pt x="793" y="833"/>
                    <a:pt x="859" y="653"/>
                    <a:pt x="917" y="531"/>
                  </a:cubicBezTo>
                  <a:cubicBezTo>
                    <a:pt x="945" y="471"/>
                    <a:pt x="943" y="412"/>
                    <a:pt x="922" y="363"/>
                  </a:cubicBezTo>
                  <a:lnTo>
                    <a:pt x="922" y="363"/>
                  </a:lnTo>
                  <a:cubicBezTo>
                    <a:pt x="934" y="363"/>
                    <a:pt x="947" y="362"/>
                    <a:pt x="960" y="362"/>
                  </a:cubicBezTo>
                  <a:cubicBezTo>
                    <a:pt x="962" y="362"/>
                    <a:pt x="964" y="362"/>
                    <a:pt x="966" y="362"/>
                  </a:cubicBezTo>
                  <a:close/>
                  <a:moveTo>
                    <a:pt x="684" y="1433"/>
                  </a:moveTo>
                  <a:cubicBezTo>
                    <a:pt x="748" y="1438"/>
                    <a:pt x="815" y="1442"/>
                    <a:pt x="885" y="1442"/>
                  </a:cubicBezTo>
                  <a:cubicBezTo>
                    <a:pt x="935" y="1442"/>
                    <a:pt x="986" y="1440"/>
                    <a:pt x="1038" y="1436"/>
                  </a:cubicBezTo>
                  <a:lnTo>
                    <a:pt x="1038" y="1436"/>
                  </a:lnTo>
                  <a:cubicBezTo>
                    <a:pt x="1155" y="1454"/>
                    <a:pt x="1268" y="1488"/>
                    <a:pt x="1365" y="1550"/>
                  </a:cubicBezTo>
                  <a:cubicBezTo>
                    <a:pt x="1628" y="1719"/>
                    <a:pt x="1574" y="2006"/>
                    <a:pt x="1268" y="2047"/>
                  </a:cubicBezTo>
                  <a:cubicBezTo>
                    <a:pt x="1225" y="2053"/>
                    <a:pt x="1186" y="2056"/>
                    <a:pt x="1149" y="2056"/>
                  </a:cubicBezTo>
                  <a:cubicBezTo>
                    <a:pt x="776" y="2056"/>
                    <a:pt x="671" y="1769"/>
                    <a:pt x="684" y="1433"/>
                  </a:cubicBezTo>
                  <a:close/>
                  <a:moveTo>
                    <a:pt x="996" y="0"/>
                  </a:moveTo>
                  <a:cubicBezTo>
                    <a:pt x="720" y="0"/>
                    <a:pt x="433" y="63"/>
                    <a:pt x="216" y="136"/>
                  </a:cubicBezTo>
                  <a:cubicBezTo>
                    <a:pt x="1" y="208"/>
                    <a:pt x="63" y="527"/>
                    <a:pt x="256" y="527"/>
                  </a:cubicBezTo>
                  <a:cubicBezTo>
                    <a:pt x="276" y="527"/>
                    <a:pt x="298" y="523"/>
                    <a:pt x="321" y="515"/>
                  </a:cubicBezTo>
                  <a:cubicBezTo>
                    <a:pt x="387" y="493"/>
                    <a:pt x="454" y="469"/>
                    <a:pt x="522" y="447"/>
                  </a:cubicBezTo>
                  <a:lnTo>
                    <a:pt x="522" y="447"/>
                  </a:lnTo>
                  <a:cubicBezTo>
                    <a:pt x="296" y="950"/>
                    <a:pt x="111" y="1568"/>
                    <a:pt x="433" y="2064"/>
                  </a:cubicBezTo>
                  <a:cubicBezTo>
                    <a:pt x="593" y="2315"/>
                    <a:pt x="893" y="2445"/>
                    <a:pt x="1188" y="2445"/>
                  </a:cubicBezTo>
                  <a:cubicBezTo>
                    <a:pt x="1295" y="2445"/>
                    <a:pt x="1403" y="2427"/>
                    <a:pt x="1502" y="2392"/>
                  </a:cubicBezTo>
                  <a:cubicBezTo>
                    <a:pt x="1872" y="2263"/>
                    <a:pt x="2046" y="1857"/>
                    <a:pt x="1860" y="1504"/>
                  </a:cubicBezTo>
                  <a:cubicBezTo>
                    <a:pt x="1807" y="1403"/>
                    <a:pt x="1732" y="1321"/>
                    <a:pt x="1643" y="1256"/>
                  </a:cubicBezTo>
                  <a:lnTo>
                    <a:pt x="1643" y="1256"/>
                  </a:lnTo>
                  <a:cubicBezTo>
                    <a:pt x="1815" y="1140"/>
                    <a:pt x="1924" y="958"/>
                    <a:pt x="1898" y="687"/>
                  </a:cubicBezTo>
                  <a:cubicBezTo>
                    <a:pt x="1848" y="160"/>
                    <a:pt x="1436" y="0"/>
                    <a:pt x="9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9"/>
            <p:cNvSpPr/>
            <p:nvPr/>
          </p:nvSpPr>
          <p:spPr>
            <a:xfrm>
              <a:off x="6381750" y="1624050"/>
              <a:ext cx="17075" cy="59350"/>
            </a:xfrm>
            <a:custGeom>
              <a:rect b="b" l="l" r="r" t="t"/>
              <a:pathLst>
                <a:path extrusionOk="0" h="2374" w="683">
                  <a:moveTo>
                    <a:pt x="495" y="1"/>
                  </a:moveTo>
                  <a:cubicBezTo>
                    <a:pt x="396" y="1"/>
                    <a:pt x="289" y="64"/>
                    <a:pt x="272" y="188"/>
                  </a:cubicBezTo>
                  <a:cubicBezTo>
                    <a:pt x="186" y="853"/>
                    <a:pt x="102" y="1521"/>
                    <a:pt x="16" y="2186"/>
                  </a:cubicBezTo>
                  <a:cubicBezTo>
                    <a:pt x="0" y="2311"/>
                    <a:pt x="91" y="2374"/>
                    <a:pt x="189" y="2374"/>
                  </a:cubicBezTo>
                  <a:cubicBezTo>
                    <a:pt x="287" y="2374"/>
                    <a:pt x="394" y="2311"/>
                    <a:pt x="410" y="2186"/>
                  </a:cubicBezTo>
                  <a:cubicBezTo>
                    <a:pt x="496" y="1521"/>
                    <a:pt x="580" y="853"/>
                    <a:pt x="666" y="188"/>
                  </a:cubicBezTo>
                  <a:cubicBezTo>
                    <a:pt x="682" y="63"/>
                    <a:pt x="593" y="1"/>
                    <a:pt x="49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9"/>
            <p:cNvSpPr/>
            <p:nvPr/>
          </p:nvSpPr>
          <p:spPr>
            <a:xfrm>
              <a:off x="6363275" y="1648550"/>
              <a:ext cx="58975" cy="13975"/>
            </a:xfrm>
            <a:custGeom>
              <a:rect b="b" l="l" r="r" t="t"/>
              <a:pathLst>
                <a:path extrusionOk="0" h="559" w="2359">
                  <a:moveTo>
                    <a:pt x="1568" y="1"/>
                  </a:moveTo>
                  <a:cubicBezTo>
                    <a:pt x="1117" y="1"/>
                    <a:pt x="671" y="58"/>
                    <a:pt x="228" y="171"/>
                  </a:cubicBezTo>
                  <a:cubicBezTo>
                    <a:pt x="1" y="229"/>
                    <a:pt x="73" y="559"/>
                    <a:pt x="278" y="559"/>
                  </a:cubicBezTo>
                  <a:cubicBezTo>
                    <a:pt x="295" y="559"/>
                    <a:pt x="313" y="557"/>
                    <a:pt x="331" y="552"/>
                  </a:cubicBezTo>
                  <a:cubicBezTo>
                    <a:pt x="745" y="447"/>
                    <a:pt x="1161" y="396"/>
                    <a:pt x="1581" y="396"/>
                  </a:cubicBezTo>
                  <a:cubicBezTo>
                    <a:pt x="1755" y="396"/>
                    <a:pt x="1930" y="405"/>
                    <a:pt x="2106" y="422"/>
                  </a:cubicBezTo>
                  <a:cubicBezTo>
                    <a:pt x="2114" y="423"/>
                    <a:pt x="2122" y="423"/>
                    <a:pt x="2130" y="423"/>
                  </a:cubicBezTo>
                  <a:cubicBezTo>
                    <a:pt x="2358" y="423"/>
                    <a:pt x="2349" y="53"/>
                    <a:pt x="2106" y="28"/>
                  </a:cubicBezTo>
                  <a:cubicBezTo>
                    <a:pt x="1926" y="10"/>
                    <a:pt x="1747" y="1"/>
                    <a:pt x="156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9"/>
            <p:cNvSpPr/>
            <p:nvPr/>
          </p:nvSpPr>
          <p:spPr>
            <a:xfrm>
              <a:off x="6455625" y="1612650"/>
              <a:ext cx="69550" cy="92900"/>
            </a:xfrm>
            <a:custGeom>
              <a:rect b="b" l="l" r="r" t="t"/>
              <a:pathLst>
                <a:path extrusionOk="0" h="3716" w="2782">
                  <a:moveTo>
                    <a:pt x="2560" y="0"/>
                  </a:moveTo>
                  <a:cubicBezTo>
                    <a:pt x="2556" y="0"/>
                    <a:pt x="2552" y="1"/>
                    <a:pt x="2548" y="1"/>
                  </a:cubicBezTo>
                  <a:cubicBezTo>
                    <a:pt x="1782" y="58"/>
                    <a:pt x="1018" y="117"/>
                    <a:pt x="252" y="174"/>
                  </a:cubicBezTo>
                  <a:cubicBezTo>
                    <a:pt x="8" y="192"/>
                    <a:pt x="0" y="567"/>
                    <a:pt x="234" y="567"/>
                  </a:cubicBezTo>
                  <a:cubicBezTo>
                    <a:pt x="240" y="567"/>
                    <a:pt x="246" y="567"/>
                    <a:pt x="252" y="566"/>
                  </a:cubicBezTo>
                  <a:cubicBezTo>
                    <a:pt x="920" y="517"/>
                    <a:pt x="1586" y="464"/>
                    <a:pt x="2254" y="414"/>
                  </a:cubicBezTo>
                  <a:lnTo>
                    <a:pt x="2254" y="414"/>
                  </a:lnTo>
                  <a:cubicBezTo>
                    <a:pt x="1871" y="1419"/>
                    <a:pt x="1531" y="2438"/>
                    <a:pt x="1233" y="3472"/>
                  </a:cubicBezTo>
                  <a:cubicBezTo>
                    <a:pt x="1190" y="3619"/>
                    <a:pt x="1311" y="3715"/>
                    <a:pt x="1430" y="3715"/>
                  </a:cubicBezTo>
                  <a:cubicBezTo>
                    <a:pt x="1507" y="3715"/>
                    <a:pt x="1584" y="3674"/>
                    <a:pt x="1612" y="3577"/>
                  </a:cubicBezTo>
                  <a:cubicBezTo>
                    <a:pt x="1938" y="2450"/>
                    <a:pt x="2312" y="1342"/>
                    <a:pt x="2737" y="249"/>
                  </a:cubicBezTo>
                  <a:cubicBezTo>
                    <a:pt x="2781" y="138"/>
                    <a:pt x="2676" y="0"/>
                    <a:pt x="25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9"/>
            <p:cNvSpPr/>
            <p:nvPr/>
          </p:nvSpPr>
          <p:spPr>
            <a:xfrm>
              <a:off x="6552975" y="1588400"/>
              <a:ext cx="48575" cy="51700"/>
            </a:xfrm>
            <a:custGeom>
              <a:rect b="b" l="l" r="r" t="t"/>
              <a:pathLst>
                <a:path extrusionOk="0" h="2068" w="1943">
                  <a:moveTo>
                    <a:pt x="1330" y="1"/>
                  </a:moveTo>
                  <a:cubicBezTo>
                    <a:pt x="750" y="1"/>
                    <a:pt x="142" y="344"/>
                    <a:pt x="70" y="964"/>
                  </a:cubicBezTo>
                  <a:cubicBezTo>
                    <a:pt x="0" y="1553"/>
                    <a:pt x="506" y="2067"/>
                    <a:pt x="1057" y="2067"/>
                  </a:cubicBezTo>
                  <a:cubicBezTo>
                    <a:pt x="1176" y="2067"/>
                    <a:pt x="1297" y="2043"/>
                    <a:pt x="1416" y="1990"/>
                  </a:cubicBezTo>
                  <a:cubicBezTo>
                    <a:pt x="1616" y="1900"/>
                    <a:pt x="1490" y="1632"/>
                    <a:pt x="1302" y="1632"/>
                  </a:cubicBezTo>
                  <a:cubicBezTo>
                    <a:pt x="1275" y="1632"/>
                    <a:pt x="1246" y="1638"/>
                    <a:pt x="1217" y="1651"/>
                  </a:cubicBezTo>
                  <a:cubicBezTo>
                    <a:pt x="1154" y="1679"/>
                    <a:pt x="1093" y="1691"/>
                    <a:pt x="1033" y="1691"/>
                  </a:cubicBezTo>
                  <a:cubicBezTo>
                    <a:pt x="654" y="1691"/>
                    <a:pt x="353" y="1188"/>
                    <a:pt x="511" y="844"/>
                  </a:cubicBezTo>
                  <a:cubicBezTo>
                    <a:pt x="654" y="535"/>
                    <a:pt x="986" y="392"/>
                    <a:pt x="1312" y="392"/>
                  </a:cubicBezTo>
                  <a:cubicBezTo>
                    <a:pt x="1417" y="392"/>
                    <a:pt x="1521" y="407"/>
                    <a:pt x="1617" y="436"/>
                  </a:cubicBezTo>
                  <a:cubicBezTo>
                    <a:pt x="1638" y="442"/>
                    <a:pt x="1658" y="445"/>
                    <a:pt x="1677" y="445"/>
                  </a:cubicBezTo>
                  <a:cubicBezTo>
                    <a:pt x="1875" y="445"/>
                    <a:pt x="1943" y="123"/>
                    <a:pt x="1720" y="56"/>
                  </a:cubicBezTo>
                  <a:cubicBezTo>
                    <a:pt x="1597" y="19"/>
                    <a:pt x="1464" y="1"/>
                    <a:pt x="13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9"/>
            <p:cNvSpPr/>
            <p:nvPr/>
          </p:nvSpPr>
          <p:spPr>
            <a:xfrm>
              <a:off x="5599525" y="1794075"/>
              <a:ext cx="68125" cy="72325"/>
            </a:xfrm>
            <a:custGeom>
              <a:rect b="b" l="l" r="r" t="t"/>
              <a:pathLst>
                <a:path extrusionOk="0" h="2893" w="2725">
                  <a:moveTo>
                    <a:pt x="2496" y="1"/>
                  </a:moveTo>
                  <a:cubicBezTo>
                    <a:pt x="2488" y="1"/>
                    <a:pt x="2480" y="1"/>
                    <a:pt x="2473" y="2"/>
                  </a:cubicBezTo>
                  <a:cubicBezTo>
                    <a:pt x="1722" y="78"/>
                    <a:pt x="975" y="154"/>
                    <a:pt x="225" y="231"/>
                  </a:cubicBezTo>
                  <a:cubicBezTo>
                    <a:pt x="100" y="242"/>
                    <a:pt x="0" y="347"/>
                    <a:pt x="36" y="479"/>
                  </a:cubicBezTo>
                  <a:cubicBezTo>
                    <a:pt x="116" y="782"/>
                    <a:pt x="149" y="1077"/>
                    <a:pt x="145" y="1388"/>
                  </a:cubicBezTo>
                  <a:cubicBezTo>
                    <a:pt x="144" y="1496"/>
                    <a:pt x="239" y="1586"/>
                    <a:pt x="342" y="1586"/>
                  </a:cubicBezTo>
                  <a:cubicBezTo>
                    <a:pt x="359" y="1586"/>
                    <a:pt x="377" y="1583"/>
                    <a:pt x="394" y="1578"/>
                  </a:cubicBezTo>
                  <a:cubicBezTo>
                    <a:pt x="612" y="1510"/>
                    <a:pt x="846" y="1434"/>
                    <a:pt x="1078" y="1434"/>
                  </a:cubicBezTo>
                  <a:cubicBezTo>
                    <a:pt x="1109" y="1434"/>
                    <a:pt x="1139" y="1435"/>
                    <a:pt x="1170" y="1438"/>
                  </a:cubicBezTo>
                  <a:cubicBezTo>
                    <a:pt x="1543" y="1473"/>
                    <a:pt x="1984" y="1863"/>
                    <a:pt x="1651" y="2224"/>
                  </a:cubicBezTo>
                  <a:cubicBezTo>
                    <a:pt x="1434" y="2458"/>
                    <a:pt x="1050" y="2500"/>
                    <a:pt x="720" y="2500"/>
                  </a:cubicBezTo>
                  <a:cubicBezTo>
                    <a:pt x="646" y="2500"/>
                    <a:pt x="576" y="2498"/>
                    <a:pt x="510" y="2496"/>
                  </a:cubicBezTo>
                  <a:cubicBezTo>
                    <a:pt x="507" y="2495"/>
                    <a:pt x="504" y="2495"/>
                    <a:pt x="500" y="2495"/>
                  </a:cubicBezTo>
                  <a:cubicBezTo>
                    <a:pt x="255" y="2495"/>
                    <a:pt x="260" y="2879"/>
                    <a:pt x="510" y="2889"/>
                  </a:cubicBezTo>
                  <a:cubicBezTo>
                    <a:pt x="555" y="2891"/>
                    <a:pt x="603" y="2892"/>
                    <a:pt x="653" y="2892"/>
                  </a:cubicBezTo>
                  <a:cubicBezTo>
                    <a:pt x="1263" y="2892"/>
                    <a:pt x="2121" y="2729"/>
                    <a:pt x="2170" y="2003"/>
                  </a:cubicBezTo>
                  <a:cubicBezTo>
                    <a:pt x="2217" y="1299"/>
                    <a:pt x="1636" y="1085"/>
                    <a:pt x="1052" y="1085"/>
                  </a:cubicBezTo>
                  <a:cubicBezTo>
                    <a:pt x="874" y="1085"/>
                    <a:pt x="696" y="1105"/>
                    <a:pt x="535" y="1137"/>
                  </a:cubicBezTo>
                  <a:lnTo>
                    <a:pt x="535" y="1137"/>
                  </a:lnTo>
                  <a:cubicBezTo>
                    <a:pt x="526" y="956"/>
                    <a:pt x="504" y="778"/>
                    <a:pt x="467" y="600"/>
                  </a:cubicBezTo>
                  <a:lnTo>
                    <a:pt x="467" y="600"/>
                  </a:lnTo>
                  <a:cubicBezTo>
                    <a:pt x="1136" y="531"/>
                    <a:pt x="1803" y="463"/>
                    <a:pt x="2473" y="396"/>
                  </a:cubicBezTo>
                  <a:cubicBezTo>
                    <a:pt x="2715" y="371"/>
                    <a:pt x="2724" y="1"/>
                    <a:pt x="24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9"/>
            <p:cNvSpPr/>
            <p:nvPr/>
          </p:nvSpPr>
          <p:spPr>
            <a:xfrm>
              <a:off x="5674775" y="1776725"/>
              <a:ext cx="46725" cy="56900"/>
            </a:xfrm>
            <a:custGeom>
              <a:rect b="b" l="l" r="r" t="t"/>
              <a:pathLst>
                <a:path extrusionOk="0" h="2276" w="1869">
                  <a:moveTo>
                    <a:pt x="1302" y="0"/>
                  </a:moveTo>
                  <a:cubicBezTo>
                    <a:pt x="1299" y="0"/>
                    <a:pt x="1297" y="0"/>
                    <a:pt x="1295" y="0"/>
                  </a:cubicBezTo>
                  <a:cubicBezTo>
                    <a:pt x="613" y="17"/>
                    <a:pt x="1" y="649"/>
                    <a:pt x="134" y="1353"/>
                  </a:cubicBezTo>
                  <a:cubicBezTo>
                    <a:pt x="240" y="1908"/>
                    <a:pt x="768" y="2275"/>
                    <a:pt x="1307" y="2275"/>
                  </a:cubicBezTo>
                  <a:cubicBezTo>
                    <a:pt x="1422" y="2275"/>
                    <a:pt x="1538" y="2259"/>
                    <a:pt x="1650" y="2223"/>
                  </a:cubicBezTo>
                  <a:cubicBezTo>
                    <a:pt x="1869" y="2156"/>
                    <a:pt x="1803" y="1834"/>
                    <a:pt x="1606" y="1834"/>
                  </a:cubicBezTo>
                  <a:cubicBezTo>
                    <a:pt x="1587" y="1834"/>
                    <a:pt x="1566" y="1837"/>
                    <a:pt x="1544" y="1844"/>
                  </a:cubicBezTo>
                  <a:cubicBezTo>
                    <a:pt x="1465" y="1869"/>
                    <a:pt x="1383" y="1881"/>
                    <a:pt x="1301" y="1881"/>
                  </a:cubicBezTo>
                  <a:cubicBezTo>
                    <a:pt x="966" y="1881"/>
                    <a:pt x="631" y="1680"/>
                    <a:pt x="533" y="1339"/>
                  </a:cubicBezTo>
                  <a:cubicBezTo>
                    <a:pt x="394" y="862"/>
                    <a:pt x="834" y="404"/>
                    <a:pt x="1293" y="394"/>
                  </a:cubicBezTo>
                  <a:cubicBezTo>
                    <a:pt x="1547" y="388"/>
                    <a:pt x="1550" y="0"/>
                    <a:pt x="13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9"/>
            <p:cNvSpPr/>
            <p:nvPr/>
          </p:nvSpPr>
          <p:spPr>
            <a:xfrm>
              <a:off x="5787000" y="1820575"/>
              <a:ext cx="43575" cy="16325"/>
            </a:xfrm>
            <a:custGeom>
              <a:rect b="b" l="l" r="r" t="t"/>
              <a:pathLst>
                <a:path extrusionOk="0" h="653" w="1743">
                  <a:moveTo>
                    <a:pt x="289" y="0"/>
                  </a:moveTo>
                  <a:cubicBezTo>
                    <a:pt x="76" y="0"/>
                    <a:pt x="0" y="334"/>
                    <a:pt x="232" y="386"/>
                  </a:cubicBezTo>
                  <a:cubicBezTo>
                    <a:pt x="622" y="474"/>
                    <a:pt x="1015" y="559"/>
                    <a:pt x="1407" y="647"/>
                  </a:cubicBezTo>
                  <a:cubicBezTo>
                    <a:pt x="1424" y="651"/>
                    <a:pt x="1440" y="652"/>
                    <a:pt x="1455" y="652"/>
                  </a:cubicBezTo>
                  <a:cubicBezTo>
                    <a:pt x="1666" y="652"/>
                    <a:pt x="1742" y="319"/>
                    <a:pt x="1513" y="267"/>
                  </a:cubicBezTo>
                  <a:cubicBezTo>
                    <a:pt x="1121" y="180"/>
                    <a:pt x="728" y="94"/>
                    <a:pt x="336" y="5"/>
                  </a:cubicBezTo>
                  <a:cubicBezTo>
                    <a:pt x="320" y="2"/>
                    <a:pt x="304" y="0"/>
                    <a:pt x="28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9"/>
            <p:cNvSpPr/>
            <p:nvPr/>
          </p:nvSpPr>
          <p:spPr>
            <a:xfrm>
              <a:off x="5790575" y="1844325"/>
              <a:ext cx="43775" cy="14100"/>
            </a:xfrm>
            <a:custGeom>
              <a:rect b="b" l="l" r="r" t="t"/>
              <a:pathLst>
                <a:path extrusionOk="0" h="564" w="1751">
                  <a:moveTo>
                    <a:pt x="1085" y="1"/>
                  </a:moveTo>
                  <a:cubicBezTo>
                    <a:pt x="781" y="1"/>
                    <a:pt x="485" y="70"/>
                    <a:pt x="199" y="205"/>
                  </a:cubicBezTo>
                  <a:cubicBezTo>
                    <a:pt x="0" y="298"/>
                    <a:pt x="124" y="564"/>
                    <a:pt x="309" y="564"/>
                  </a:cubicBezTo>
                  <a:cubicBezTo>
                    <a:pt x="337" y="564"/>
                    <a:pt x="367" y="557"/>
                    <a:pt x="398" y="543"/>
                  </a:cubicBezTo>
                  <a:cubicBezTo>
                    <a:pt x="614" y="442"/>
                    <a:pt x="843" y="391"/>
                    <a:pt x="1075" y="391"/>
                  </a:cubicBezTo>
                  <a:cubicBezTo>
                    <a:pt x="1188" y="391"/>
                    <a:pt x="1301" y="403"/>
                    <a:pt x="1414" y="427"/>
                  </a:cubicBezTo>
                  <a:cubicBezTo>
                    <a:pt x="1430" y="430"/>
                    <a:pt x="1445" y="432"/>
                    <a:pt x="1459" y="432"/>
                  </a:cubicBezTo>
                  <a:cubicBezTo>
                    <a:pt x="1672" y="432"/>
                    <a:pt x="1751" y="96"/>
                    <a:pt x="1520" y="48"/>
                  </a:cubicBezTo>
                  <a:cubicBezTo>
                    <a:pt x="1373" y="16"/>
                    <a:pt x="1228" y="1"/>
                    <a:pt x="108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9"/>
            <p:cNvSpPr/>
            <p:nvPr/>
          </p:nvSpPr>
          <p:spPr>
            <a:xfrm>
              <a:off x="5976825" y="1795075"/>
              <a:ext cx="65775" cy="70650"/>
            </a:xfrm>
            <a:custGeom>
              <a:rect b="b" l="l" r="r" t="t"/>
              <a:pathLst>
                <a:path extrusionOk="0" h="2826" w="2631">
                  <a:moveTo>
                    <a:pt x="2315" y="0"/>
                  </a:moveTo>
                  <a:cubicBezTo>
                    <a:pt x="2314" y="0"/>
                    <a:pt x="2313" y="0"/>
                    <a:pt x="2311" y="1"/>
                  </a:cubicBezTo>
                  <a:cubicBezTo>
                    <a:pt x="1614" y="13"/>
                    <a:pt x="916" y="23"/>
                    <a:pt x="219" y="36"/>
                  </a:cubicBezTo>
                  <a:cubicBezTo>
                    <a:pt x="85" y="39"/>
                    <a:pt x="1" y="161"/>
                    <a:pt x="28" y="285"/>
                  </a:cubicBezTo>
                  <a:cubicBezTo>
                    <a:pt x="77" y="509"/>
                    <a:pt x="127" y="733"/>
                    <a:pt x="176" y="957"/>
                  </a:cubicBezTo>
                  <a:cubicBezTo>
                    <a:pt x="195" y="1048"/>
                    <a:pt x="285" y="1099"/>
                    <a:pt x="371" y="1099"/>
                  </a:cubicBezTo>
                  <a:cubicBezTo>
                    <a:pt x="386" y="1099"/>
                    <a:pt x="401" y="1097"/>
                    <a:pt x="416" y="1094"/>
                  </a:cubicBezTo>
                  <a:cubicBezTo>
                    <a:pt x="607" y="1052"/>
                    <a:pt x="857" y="1003"/>
                    <a:pt x="1099" y="1003"/>
                  </a:cubicBezTo>
                  <a:cubicBezTo>
                    <a:pt x="1345" y="1003"/>
                    <a:pt x="1582" y="1054"/>
                    <a:pt x="1740" y="1214"/>
                  </a:cubicBezTo>
                  <a:cubicBezTo>
                    <a:pt x="2025" y="1502"/>
                    <a:pt x="1787" y="1916"/>
                    <a:pt x="1528" y="2115"/>
                  </a:cubicBezTo>
                  <a:cubicBezTo>
                    <a:pt x="1266" y="2312"/>
                    <a:pt x="916" y="2375"/>
                    <a:pt x="601" y="2441"/>
                  </a:cubicBezTo>
                  <a:cubicBezTo>
                    <a:pt x="368" y="2489"/>
                    <a:pt x="445" y="2826"/>
                    <a:pt x="660" y="2826"/>
                  </a:cubicBezTo>
                  <a:cubicBezTo>
                    <a:pt x="675" y="2826"/>
                    <a:pt x="691" y="2824"/>
                    <a:pt x="707" y="2821"/>
                  </a:cubicBezTo>
                  <a:cubicBezTo>
                    <a:pt x="1430" y="2669"/>
                    <a:pt x="2631" y="2159"/>
                    <a:pt x="2190" y="1186"/>
                  </a:cubicBezTo>
                  <a:cubicBezTo>
                    <a:pt x="1991" y="747"/>
                    <a:pt x="1541" y="620"/>
                    <a:pt x="1081" y="620"/>
                  </a:cubicBezTo>
                  <a:cubicBezTo>
                    <a:pt x="888" y="620"/>
                    <a:pt x="694" y="643"/>
                    <a:pt x="516" y="673"/>
                  </a:cubicBezTo>
                  <a:lnTo>
                    <a:pt x="516" y="673"/>
                  </a:lnTo>
                  <a:cubicBezTo>
                    <a:pt x="498" y="590"/>
                    <a:pt x="479" y="507"/>
                    <a:pt x="461" y="424"/>
                  </a:cubicBezTo>
                  <a:lnTo>
                    <a:pt x="461" y="424"/>
                  </a:lnTo>
                  <a:cubicBezTo>
                    <a:pt x="1078" y="413"/>
                    <a:pt x="1695" y="404"/>
                    <a:pt x="2311" y="393"/>
                  </a:cubicBezTo>
                  <a:cubicBezTo>
                    <a:pt x="2562" y="390"/>
                    <a:pt x="2563" y="0"/>
                    <a:pt x="231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9"/>
            <p:cNvSpPr/>
            <p:nvPr/>
          </p:nvSpPr>
          <p:spPr>
            <a:xfrm>
              <a:off x="6040150" y="1790725"/>
              <a:ext cx="54800" cy="48950"/>
            </a:xfrm>
            <a:custGeom>
              <a:rect b="b" l="l" r="r" t="t"/>
              <a:pathLst>
                <a:path extrusionOk="0" h="1958" w="2192">
                  <a:moveTo>
                    <a:pt x="1741" y="1"/>
                  </a:moveTo>
                  <a:cubicBezTo>
                    <a:pt x="1696" y="1"/>
                    <a:pt x="1650" y="18"/>
                    <a:pt x="1609" y="60"/>
                  </a:cubicBezTo>
                  <a:cubicBezTo>
                    <a:pt x="1110" y="572"/>
                    <a:pt x="613" y="1084"/>
                    <a:pt x="113" y="1597"/>
                  </a:cubicBezTo>
                  <a:cubicBezTo>
                    <a:pt x="1" y="1714"/>
                    <a:pt x="75" y="1934"/>
                    <a:pt x="244" y="1934"/>
                  </a:cubicBezTo>
                  <a:cubicBezTo>
                    <a:pt x="247" y="1934"/>
                    <a:pt x="250" y="1934"/>
                    <a:pt x="252" y="1934"/>
                  </a:cubicBezTo>
                  <a:cubicBezTo>
                    <a:pt x="462" y="1926"/>
                    <a:pt x="671" y="1922"/>
                    <a:pt x="880" y="1922"/>
                  </a:cubicBezTo>
                  <a:cubicBezTo>
                    <a:pt x="1234" y="1922"/>
                    <a:pt x="1587" y="1933"/>
                    <a:pt x="1940" y="1957"/>
                  </a:cubicBezTo>
                  <a:cubicBezTo>
                    <a:pt x="1946" y="1957"/>
                    <a:pt x="1951" y="1957"/>
                    <a:pt x="1957" y="1957"/>
                  </a:cubicBezTo>
                  <a:cubicBezTo>
                    <a:pt x="2192" y="1957"/>
                    <a:pt x="2186" y="1578"/>
                    <a:pt x="1940" y="1563"/>
                  </a:cubicBezTo>
                  <a:cubicBezTo>
                    <a:pt x="1586" y="1540"/>
                    <a:pt x="1232" y="1528"/>
                    <a:pt x="877" y="1528"/>
                  </a:cubicBezTo>
                  <a:cubicBezTo>
                    <a:pt x="829" y="1528"/>
                    <a:pt x="780" y="1528"/>
                    <a:pt x="731" y="1528"/>
                  </a:cubicBezTo>
                  <a:lnTo>
                    <a:pt x="731" y="1528"/>
                  </a:lnTo>
                  <a:cubicBezTo>
                    <a:pt x="1117" y="1132"/>
                    <a:pt x="1502" y="737"/>
                    <a:pt x="1889" y="339"/>
                  </a:cubicBezTo>
                  <a:cubicBezTo>
                    <a:pt x="2025" y="199"/>
                    <a:pt x="1891" y="1"/>
                    <a:pt x="174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9"/>
            <p:cNvSpPr/>
            <p:nvPr/>
          </p:nvSpPr>
          <p:spPr>
            <a:xfrm>
              <a:off x="6079050" y="1795600"/>
              <a:ext cx="15500" cy="75725"/>
            </a:xfrm>
            <a:custGeom>
              <a:rect b="b" l="l" r="r" t="t"/>
              <a:pathLst>
                <a:path extrusionOk="0" h="3029" w="620">
                  <a:moveTo>
                    <a:pt x="428" y="1"/>
                  </a:moveTo>
                  <a:cubicBezTo>
                    <a:pt x="330" y="1"/>
                    <a:pt x="226" y="64"/>
                    <a:pt x="217" y="190"/>
                  </a:cubicBezTo>
                  <a:cubicBezTo>
                    <a:pt x="148" y="1073"/>
                    <a:pt x="78" y="1955"/>
                    <a:pt x="10" y="2840"/>
                  </a:cubicBezTo>
                  <a:cubicBezTo>
                    <a:pt x="0" y="2966"/>
                    <a:pt x="94" y="3029"/>
                    <a:pt x="192" y="3029"/>
                  </a:cubicBezTo>
                  <a:cubicBezTo>
                    <a:pt x="291" y="3029"/>
                    <a:pt x="394" y="2966"/>
                    <a:pt x="404" y="2840"/>
                  </a:cubicBezTo>
                  <a:cubicBezTo>
                    <a:pt x="471" y="1955"/>
                    <a:pt x="542" y="1073"/>
                    <a:pt x="610" y="190"/>
                  </a:cubicBezTo>
                  <a:cubicBezTo>
                    <a:pt x="619" y="64"/>
                    <a:pt x="526" y="1"/>
                    <a:pt x="42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9"/>
            <p:cNvSpPr/>
            <p:nvPr/>
          </p:nvSpPr>
          <p:spPr>
            <a:xfrm>
              <a:off x="6101575" y="1789225"/>
              <a:ext cx="55625" cy="82000"/>
            </a:xfrm>
            <a:custGeom>
              <a:rect b="b" l="l" r="r" t="t"/>
              <a:pathLst>
                <a:path extrusionOk="0" h="3280" w="2225">
                  <a:moveTo>
                    <a:pt x="316" y="1"/>
                  </a:moveTo>
                  <a:cubicBezTo>
                    <a:pt x="89" y="1"/>
                    <a:pt x="0" y="350"/>
                    <a:pt x="240" y="383"/>
                  </a:cubicBezTo>
                  <a:cubicBezTo>
                    <a:pt x="701" y="448"/>
                    <a:pt x="1162" y="488"/>
                    <a:pt x="1626" y="500"/>
                  </a:cubicBezTo>
                  <a:lnTo>
                    <a:pt x="1626" y="500"/>
                  </a:lnTo>
                  <a:cubicBezTo>
                    <a:pt x="1174" y="1286"/>
                    <a:pt x="871" y="2130"/>
                    <a:pt x="720" y="3032"/>
                  </a:cubicBezTo>
                  <a:cubicBezTo>
                    <a:pt x="695" y="3182"/>
                    <a:pt x="822" y="3279"/>
                    <a:pt x="937" y="3279"/>
                  </a:cubicBezTo>
                  <a:cubicBezTo>
                    <a:pt x="1013" y="3279"/>
                    <a:pt x="1083" y="3236"/>
                    <a:pt x="1099" y="3138"/>
                  </a:cubicBezTo>
                  <a:cubicBezTo>
                    <a:pt x="1264" y="2153"/>
                    <a:pt x="1609" y="1248"/>
                    <a:pt x="2144" y="405"/>
                  </a:cubicBezTo>
                  <a:cubicBezTo>
                    <a:pt x="2224" y="277"/>
                    <a:pt x="2118" y="107"/>
                    <a:pt x="1974" y="107"/>
                  </a:cubicBezTo>
                  <a:cubicBezTo>
                    <a:pt x="1952" y="107"/>
                    <a:pt x="1930" y="107"/>
                    <a:pt x="1909" y="107"/>
                  </a:cubicBezTo>
                  <a:cubicBezTo>
                    <a:pt x="1384" y="107"/>
                    <a:pt x="866" y="74"/>
                    <a:pt x="346" y="3"/>
                  </a:cubicBezTo>
                  <a:cubicBezTo>
                    <a:pt x="336" y="1"/>
                    <a:pt x="326" y="1"/>
                    <a:pt x="3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9"/>
            <p:cNvSpPr/>
            <p:nvPr/>
          </p:nvSpPr>
          <p:spPr>
            <a:xfrm>
              <a:off x="6170600" y="1791375"/>
              <a:ext cx="9850" cy="75875"/>
            </a:xfrm>
            <a:custGeom>
              <a:rect b="b" l="l" r="r" t="t"/>
              <a:pathLst>
                <a:path extrusionOk="0" h="3035" w="394">
                  <a:moveTo>
                    <a:pt x="197" y="1"/>
                  </a:moveTo>
                  <a:cubicBezTo>
                    <a:pt x="98" y="1"/>
                    <a:pt x="0" y="64"/>
                    <a:pt x="0" y="190"/>
                  </a:cubicBezTo>
                  <a:lnTo>
                    <a:pt x="0" y="2844"/>
                  </a:lnTo>
                  <a:cubicBezTo>
                    <a:pt x="0" y="2971"/>
                    <a:pt x="99" y="3034"/>
                    <a:pt x="197" y="3034"/>
                  </a:cubicBezTo>
                  <a:cubicBezTo>
                    <a:pt x="296" y="3034"/>
                    <a:pt x="394" y="2971"/>
                    <a:pt x="394" y="2844"/>
                  </a:cubicBezTo>
                  <a:lnTo>
                    <a:pt x="394" y="190"/>
                  </a:lnTo>
                  <a:cubicBezTo>
                    <a:pt x="394" y="64"/>
                    <a:pt x="295" y="1"/>
                    <a:pt x="1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9"/>
            <p:cNvSpPr/>
            <p:nvPr/>
          </p:nvSpPr>
          <p:spPr>
            <a:xfrm>
              <a:off x="6189950" y="1783700"/>
              <a:ext cx="63700" cy="75925"/>
            </a:xfrm>
            <a:custGeom>
              <a:rect b="b" l="l" r="r" t="t"/>
              <a:pathLst>
                <a:path extrusionOk="0" h="3037" w="2548">
                  <a:moveTo>
                    <a:pt x="1353" y="392"/>
                  </a:moveTo>
                  <a:cubicBezTo>
                    <a:pt x="1461" y="392"/>
                    <a:pt x="1565" y="409"/>
                    <a:pt x="1650" y="441"/>
                  </a:cubicBezTo>
                  <a:cubicBezTo>
                    <a:pt x="1932" y="551"/>
                    <a:pt x="2078" y="981"/>
                    <a:pt x="1845" y="1160"/>
                  </a:cubicBezTo>
                  <a:lnTo>
                    <a:pt x="1845" y="1160"/>
                  </a:lnTo>
                  <a:cubicBezTo>
                    <a:pt x="1812" y="1139"/>
                    <a:pt x="1773" y="1126"/>
                    <a:pt x="1733" y="1126"/>
                  </a:cubicBezTo>
                  <a:cubicBezTo>
                    <a:pt x="1690" y="1126"/>
                    <a:pt x="1646" y="1140"/>
                    <a:pt x="1606" y="1174"/>
                  </a:cubicBezTo>
                  <a:lnTo>
                    <a:pt x="1606" y="1174"/>
                  </a:lnTo>
                  <a:cubicBezTo>
                    <a:pt x="1601" y="1172"/>
                    <a:pt x="1595" y="1170"/>
                    <a:pt x="1590" y="1168"/>
                  </a:cubicBezTo>
                  <a:cubicBezTo>
                    <a:pt x="1296" y="1070"/>
                    <a:pt x="291" y="944"/>
                    <a:pt x="907" y="511"/>
                  </a:cubicBezTo>
                  <a:cubicBezTo>
                    <a:pt x="1020" y="431"/>
                    <a:pt x="1190" y="392"/>
                    <a:pt x="1353" y="392"/>
                  </a:cubicBezTo>
                  <a:close/>
                  <a:moveTo>
                    <a:pt x="1685" y="1641"/>
                  </a:moveTo>
                  <a:lnTo>
                    <a:pt x="1685" y="1641"/>
                  </a:lnTo>
                  <a:cubicBezTo>
                    <a:pt x="1845" y="1727"/>
                    <a:pt x="1972" y="1852"/>
                    <a:pt x="2029" y="2053"/>
                  </a:cubicBezTo>
                  <a:cubicBezTo>
                    <a:pt x="2088" y="2264"/>
                    <a:pt x="2001" y="2495"/>
                    <a:pt x="1796" y="2580"/>
                  </a:cubicBezTo>
                  <a:cubicBezTo>
                    <a:pt x="1762" y="2594"/>
                    <a:pt x="1728" y="2600"/>
                    <a:pt x="1695" y="2600"/>
                  </a:cubicBezTo>
                  <a:cubicBezTo>
                    <a:pt x="1491" y="2600"/>
                    <a:pt x="1317" y="2358"/>
                    <a:pt x="1365" y="2149"/>
                  </a:cubicBezTo>
                  <a:cubicBezTo>
                    <a:pt x="1408" y="1959"/>
                    <a:pt x="1541" y="1787"/>
                    <a:pt x="1685" y="1641"/>
                  </a:cubicBezTo>
                  <a:close/>
                  <a:moveTo>
                    <a:pt x="1365" y="1"/>
                  </a:moveTo>
                  <a:cubicBezTo>
                    <a:pt x="1038" y="1"/>
                    <a:pt x="704" y="114"/>
                    <a:pt x="483" y="312"/>
                  </a:cubicBezTo>
                  <a:cubicBezTo>
                    <a:pt x="1" y="746"/>
                    <a:pt x="407" y="1224"/>
                    <a:pt x="881" y="1385"/>
                  </a:cubicBezTo>
                  <a:cubicBezTo>
                    <a:pt x="1008" y="1427"/>
                    <a:pt x="1152" y="1459"/>
                    <a:pt x="1296" y="1498"/>
                  </a:cubicBezTo>
                  <a:lnTo>
                    <a:pt x="1296" y="1498"/>
                  </a:lnTo>
                  <a:cubicBezTo>
                    <a:pt x="986" y="1881"/>
                    <a:pt x="753" y="2398"/>
                    <a:pt x="1089" y="2800"/>
                  </a:cubicBezTo>
                  <a:cubicBezTo>
                    <a:pt x="1227" y="2965"/>
                    <a:pt x="1409" y="3037"/>
                    <a:pt x="1595" y="3037"/>
                  </a:cubicBezTo>
                  <a:cubicBezTo>
                    <a:pt x="1911" y="3037"/>
                    <a:pt x="2238" y="2831"/>
                    <a:pt x="2373" y="2528"/>
                  </a:cubicBezTo>
                  <a:cubicBezTo>
                    <a:pt x="2547" y="2133"/>
                    <a:pt x="2380" y="1739"/>
                    <a:pt x="2088" y="1467"/>
                  </a:cubicBezTo>
                  <a:lnTo>
                    <a:pt x="2088" y="1467"/>
                  </a:lnTo>
                  <a:cubicBezTo>
                    <a:pt x="2382" y="1225"/>
                    <a:pt x="2455" y="745"/>
                    <a:pt x="2232" y="407"/>
                  </a:cubicBezTo>
                  <a:cubicBezTo>
                    <a:pt x="2045" y="126"/>
                    <a:pt x="1709" y="1"/>
                    <a:pt x="136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9"/>
            <p:cNvSpPr/>
            <p:nvPr/>
          </p:nvSpPr>
          <p:spPr>
            <a:xfrm>
              <a:off x="6277375" y="1849200"/>
              <a:ext cx="21075" cy="34550"/>
            </a:xfrm>
            <a:custGeom>
              <a:rect b="b" l="l" r="r" t="t"/>
              <a:pathLst>
                <a:path extrusionOk="0" h="1382" w="843">
                  <a:moveTo>
                    <a:pt x="563" y="0"/>
                  </a:moveTo>
                  <a:cubicBezTo>
                    <a:pt x="519" y="0"/>
                    <a:pt x="473" y="18"/>
                    <a:pt x="433" y="62"/>
                  </a:cubicBezTo>
                  <a:cubicBezTo>
                    <a:pt x="150" y="369"/>
                    <a:pt x="1" y="774"/>
                    <a:pt x="42" y="1192"/>
                  </a:cubicBezTo>
                  <a:cubicBezTo>
                    <a:pt x="54" y="1318"/>
                    <a:pt x="159" y="1381"/>
                    <a:pt x="258" y="1381"/>
                  </a:cubicBezTo>
                  <a:cubicBezTo>
                    <a:pt x="356" y="1381"/>
                    <a:pt x="448" y="1319"/>
                    <a:pt x="436" y="1192"/>
                  </a:cubicBezTo>
                  <a:cubicBezTo>
                    <a:pt x="405" y="875"/>
                    <a:pt x="493" y="577"/>
                    <a:pt x="711" y="339"/>
                  </a:cubicBezTo>
                  <a:cubicBezTo>
                    <a:pt x="843" y="198"/>
                    <a:pt x="710" y="0"/>
                    <a:pt x="56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9"/>
            <p:cNvSpPr/>
            <p:nvPr/>
          </p:nvSpPr>
          <p:spPr>
            <a:xfrm>
              <a:off x="6331100" y="1790675"/>
              <a:ext cx="50900" cy="80725"/>
            </a:xfrm>
            <a:custGeom>
              <a:rect b="b" l="l" r="r" t="t"/>
              <a:pathLst>
                <a:path extrusionOk="0" h="3229" w="2036">
                  <a:moveTo>
                    <a:pt x="980" y="0"/>
                  </a:moveTo>
                  <a:cubicBezTo>
                    <a:pt x="750" y="0"/>
                    <a:pt x="522" y="66"/>
                    <a:pt x="301" y="199"/>
                  </a:cubicBezTo>
                  <a:cubicBezTo>
                    <a:pt x="120" y="313"/>
                    <a:pt x="233" y="574"/>
                    <a:pt x="403" y="574"/>
                  </a:cubicBezTo>
                  <a:cubicBezTo>
                    <a:pt x="434" y="574"/>
                    <a:pt x="468" y="565"/>
                    <a:pt x="502" y="544"/>
                  </a:cubicBezTo>
                  <a:cubicBezTo>
                    <a:pt x="664" y="445"/>
                    <a:pt x="823" y="396"/>
                    <a:pt x="984" y="396"/>
                  </a:cubicBezTo>
                  <a:cubicBezTo>
                    <a:pt x="1073" y="396"/>
                    <a:pt x="1161" y="411"/>
                    <a:pt x="1251" y="441"/>
                  </a:cubicBezTo>
                  <a:lnTo>
                    <a:pt x="1251" y="441"/>
                  </a:lnTo>
                  <a:cubicBezTo>
                    <a:pt x="1050" y="789"/>
                    <a:pt x="849" y="1139"/>
                    <a:pt x="646" y="1486"/>
                  </a:cubicBezTo>
                  <a:cubicBezTo>
                    <a:pt x="577" y="1605"/>
                    <a:pt x="672" y="1789"/>
                    <a:pt x="808" y="1789"/>
                  </a:cubicBezTo>
                  <a:cubicBezTo>
                    <a:pt x="827" y="1789"/>
                    <a:pt x="847" y="1785"/>
                    <a:pt x="868" y="1777"/>
                  </a:cubicBezTo>
                  <a:cubicBezTo>
                    <a:pt x="925" y="1754"/>
                    <a:pt x="982" y="1743"/>
                    <a:pt x="1038" y="1743"/>
                  </a:cubicBezTo>
                  <a:cubicBezTo>
                    <a:pt x="1394" y="1743"/>
                    <a:pt x="1692" y="2176"/>
                    <a:pt x="1497" y="2520"/>
                  </a:cubicBezTo>
                  <a:cubicBezTo>
                    <a:pt x="1364" y="2754"/>
                    <a:pt x="1100" y="2850"/>
                    <a:pt x="837" y="2850"/>
                  </a:cubicBezTo>
                  <a:cubicBezTo>
                    <a:pt x="682" y="2850"/>
                    <a:pt x="527" y="2817"/>
                    <a:pt x="400" y="2759"/>
                  </a:cubicBezTo>
                  <a:cubicBezTo>
                    <a:pt x="370" y="2746"/>
                    <a:pt x="341" y="2740"/>
                    <a:pt x="314" y="2740"/>
                  </a:cubicBezTo>
                  <a:cubicBezTo>
                    <a:pt x="126" y="2740"/>
                    <a:pt x="0" y="3009"/>
                    <a:pt x="201" y="3100"/>
                  </a:cubicBezTo>
                  <a:cubicBezTo>
                    <a:pt x="388" y="3183"/>
                    <a:pt x="608" y="3228"/>
                    <a:pt x="828" y="3228"/>
                  </a:cubicBezTo>
                  <a:cubicBezTo>
                    <a:pt x="1334" y="3228"/>
                    <a:pt x="1840" y="2992"/>
                    <a:pt x="1942" y="2443"/>
                  </a:cubicBezTo>
                  <a:cubicBezTo>
                    <a:pt x="2036" y="1941"/>
                    <a:pt x="1652" y="1430"/>
                    <a:pt x="1179" y="1349"/>
                  </a:cubicBezTo>
                  <a:lnTo>
                    <a:pt x="1179" y="1349"/>
                  </a:lnTo>
                  <a:cubicBezTo>
                    <a:pt x="1352" y="1048"/>
                    <a:pt x="1525" y="748"/>
                    <a:pt x="1698" y="447"/>
                  </a:cubicBezTo>
                  <a:cubicBezTo>
                    <a:pt x="1751" y="358"/>
                    <a:pt x="1723" y="229"/>
                    <a:pt x="1630" y="177"/>
                  </a:cubicBezTo>
                  <a:cubicBezTo>
                    <a:pt x="1416" y="60"/>
                    <a:pt x="1198" y="0"/>
                    <a:pt x="98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9"/>
            <p:cNvSpPr/>
            <p:nvPr/>
          </p:nvSpPr>
          <p:spPr>
            <a:xfrm>
              <a:off x="6406325" y="1795025"/>
              <a:ext cx="65650" cy="72825"/>
            </a:xfrm>
            <a:custGeom>
              <a:rect b="b" l="l" r="r" t="t"/>
              <a:pathLst>
                <a:path extrusionOk="0" h="2913" w="2626">
                  <a:moveTo>
                    <a:pt x="730" y="1"/>
                  </a:moveTo>
                  <a:cubicBezTo>
                    <a:pt x="472" y="1"/>
                    <a:pt x="211" y="127"/>
                    <a:pt x="84" y="366"/>
                  </a:cubicBezTo>
                  <a:cubicBezTo>
                    <a:pt x="1" y="520"/>
                    <a:pt x="137" y="663"/>
                    <a:pt x="269" y="663"/>
                  </a:cubicBezTo>
                  <a:cubicBezTo>
                    <a:pt x="328" y="663"/>
                    <a:pt x="385" y="634"/>
                    <a:pt x="422" y="565"/>
                  </a:cubicBezTo>
                  <a:cubicBezTo>
                    <a:pt x="479" y="459"/>
                    <a:pt x="603" y="387"/>
                    <a:pt x="727" y="387"/>
                  </a:cubicBezTo>
                  <a:cubicBezTo>
                    <a:pt x="779" y="387"/>
                    <a:pt x="832" y="400"/>
                    <a:pt x="880" y="429"/>
                  </a:cubicBezTo>
                  <a:cubicBezTo>
                    <a:pt x="1145" y="587"/>
                    <a:pt x="936" y="1046"/>
                    <a:pt x="844" y="1261"/>
                  </a:cubicBezTo>
                  <a:cubicBezTo>
                    <a:pt x="661" y="1695"/>
                    <a:pt x="406" y="2084"/>
                    <a:pt x="98" y="2438"/>
                  </a:cubicBezTo>
                  <a:cubicBezTo>
                    <a:pt x="9" y="2542"/>
                    <a:pt x="28" y="2737"/>
                    <a:pt x="185" y="2767"/>
                  </a:cubicBezTo>
                  <a:cubicBezTo>
                    <a:pt x="674" y="2863"/>
                    <a:pt x="1162" y="2913"/>
                    <a:pt x="1653" y="2913"/>
                  </a:cubicBezTo>
                  <a:cubicBezTo>
                    <a:pt x="1893" y="2913"/>
                    <a:pt x="2133" y="2901"/>
                    <a:pt x="2374" y="2877"/>
                  </a:cubicBezTo>
                  <a:cubicBezTo>
                    <a:pt x="2617" y="2852"/>
                    <a:pt x="2626" y="2482"/>
                    <a:pt x="2397" y="2482"/>
                  </a:cubicBezTo>
                  <a:cubicBezTo>
                    <a:pt x="2390" y="2482"/>
                    <a:pt x="2382" y="2483"/>
                    <a:pt x="2374" y="2483"/>
                  </a:cubicBezTo>
                  <a:cubicBezTo>
                    <a:pt x="2131" y="2507"/>
                    <a:pt x="1889" y="2519"/>
                    <a:pt x="1648" y="2519"/>
                  </a:cubicBezTo>
                  <a:cubicBezTo>
                    <a:pt x="1298" y="2519"/>
                    <a:pt x="950" y="2494"/>
                    <a:pt x="603" y="2442"/>
                  </a:cubicBezTo>
                  <a:lnTo>
                    <a:pt x="603" y="2442"/>
                  </a:lnTo>
                  <a:cubicBezTo>
                    <a:pt x="840" y="2132"/>
                    <a:pt x="1042" y="1799"/>
                    <a:pt x="1199" y="1438"/>
                  </a:cubicBezTo>
                  <a:cubicBezTo>
                    <a:pt x="1336" y="1118"/>
                    <a:pt x="1514" y="710"/>
                    <a:pt x="1346" y="366"/>
                  </a:cubicBezTo>
                  <a:cubicBezTo>
                    <a:pt x="1227" y="119"/>
                    <a:pt x="980" y="1"/>
                    <a:pt x="7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9"/>
            <p:cNvSpPr/>
            <p:nvPr/>
          </p:nvSpPr>
          <p:spPr>
            <a:xfrm>
              <a:off x="6500850" y="1853375"/>
              <a:ext cx="16875" cy="9875"/>
            </a:xfrm>
            <a:custGeom>
              <a:rect b="b" l="l" r="r" t="t"/>
              <a:pathLst>
                <a:path extrusionOk="0" h="395" w="675">
                  <a:moveTo>
                    <a:pt x="254" y="0"/>
                  </a:moveTo>
                  <a:cubicBezTo>
                    <a:pt x="0" y="0"/>
                    <a:pt x="0" y="394"/>
                    <a:pt x="254" y="394"/>
                  </a:cubicBezTo>
                  <a:lnTo>
                    <a:pt x="420" y="394"/>
                  </a:lnTo>
                  <a:cubicBezTo>
                    <a:pt x="673" y="394"/>
                    <a:pt x="675" y="0"/>
                    <a:pt x="42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9"/>
            <p:cNvSpPr/>
            <p:nvPr/>
          </p:nvSpPr>
          <p:spPr>
            <a:xfrm>
              <a:off x="6651975" y="1854275"/>
              <a:ext cx="765475" cy="24650"/>
            </a:xfrm>
            <a:custGeom>
              <a:rect b="b" l="l" r="r" t="t"/>
              <a:pathLst>
                <a:path extrusionOk="0" h="986" w="30619">
                  <a:moveTo>
                    <a:pt x="30114" y="0"/>
                  </a:moveTo>
                  <a:cubicBezTo>
                    <a:pt x="30113" y="0"/>
                    <a:pt x="30112" y="0"/>
                    <a:pt x="30110" y="0"/>
                  </a:cubicBezTo>
                  <a:cubicBezTo>
                    <a:pt x="20243" y="66"/>
                    <a:pt x="10377" y="132"/>
                    <a:pt x="509" y="196"/>
                  </a:cubicBezTo>
                  <a:cubicBezTo>
                    <a:pt x="5" y="201"/>
                    <a:pt x="1" y="985"/>
                    <a:pt x="506" y="985"/>
                  </a:cubicBezTo>
                  <a:cubicBezTo>
                    <a:pt x="507" y="985"/>
                    <a:pt x="508" y="985"/>
                    <a:pt x="509" y="985"/>
                  </a:cubicBezTo>
                  <a:cubicBezTo>
                    <a:pt x="10377" y="918"/>
                    <a:pt x="20243" y="852"/>
                    <a:pt x="30110" y="788"/>
                  </a:cubicBezTo>
                  <a:cubicBezTo>
                    <a:pt x="30616" y="783"/>
                    <a:pt x="30618" y="0"/>
                    <a:pt x="3011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9"/>
            <p:cNvSpPr/>
            <p:nvPr/>
          </p:nvSpPr>
          <p:spPr>
            <a:xfrm>
              <a:off x="6691700" y="1767825"/>
              <a:ext cx="715600" cy="193350"/>
            </a:xfrm>
            <a:custGeom>
              <a:rect b="b" l="l" r="r" t="t"/>
              <a:pathLst>
                <a:path extrusionOk="0" h="7734" w="28624">
                  <a:moveTo>
                    <a:pt x="24337" y="1"/>
                  </a:moveTo>
                  <a:cubicBezTo>
                    <a:pt x="23870" y="1"/>
                    <a:pt x="23403" y="10"/>
                    <a:pt x="22937" y="30"/>
                  </a:cubicBezTo>
                  <a:cubicBezTo>
                    <a:pt x="21650" y="83"/>
                    <a:pt x="20291" y="203"/>
                    <a:pt x="19229" y="1009"/>
                  </a:cubicBezTo>
                  <a:cubicBezTo>
                    <a:pt x="18113" y="1855"/>
                    <a:pt x="17563" y="3195"/>
                    <a:pt x="16954" y="4409"/>
                  </a:cubicBezTo>
                  <a:cubicBezTo>
                    <a:pt x="16341" y="5633"/>
                    <a:pt x="15143" y="7402"/>
                    <a:pt x="13628" y="7402"/>
                  </a:cubicBezTo>
                  <a:cubicBezTo>
                    <a:pt x="13307" y="7402"/>
                    <a:pt x="12972" y="7322"/>
                    <a:pt x="12626" y="7142"/>
                  </a:cubicBezTo>
                  <a:cubicBezTo>
                    <a:pt x="10573" y="6071"/>
                    <a:pt x="11831" y="2787"/>
                    <a:pt x="10709" y="1095"/>
                  </a:cubicBezTo>
                  <a:cubicBezTo>
                    <a:pt x="10262" y="419"/>
                    <a:pt x="9685" y="149"/>
                    <a:pt x="9085" y="149"/>
                  </a:cubicBezTo>
                  <a:cubicBezTo>
                    <a:pt x="7875" y="149"/>
                    <a:pt x="6567" y="1248"/>
                    <a:pt x="6026" y="2336"/>
                  </a:cubicBezTo>
                  <a:cubicBezTo>
                    <a:pt x="5381" y="3636"/>
                    <a:pt x="4904" y="6972"/>
                    <a:pt x="3024" y="6972"/>
                  </a:cubicBezTo>
                  <a:cubicBezTo>
                    <a:pt x="2922" y="6972"/>
                    <a:pt x="2815" y="6962"/>
                    <a:pt x="2704" y="6941"/>
                  </a:cubicBezTo>
                  <a:cubicBezTo>
                    <a:pt x="214" y="6477"/>
                    <a:pt x="752" y="3009"/>
                    <a:pt x="578" y="1224"/>
                  </a:cubicBezTo>
                  <a:cubicBezTo>
                    <a:pt x="567" y="1096"/>
                    <a:pt x="462" y="1033"/>
                    <a:pt x="364" y="1033"/>
                  </a:cubicBezTo>
                  <a:cubicBezTo>
                    <a:pt x="266" y="1033"/>
                    <a:pt x="175" y="1095"/>
                    <a:pt x="187" y="1221"/>
                  </a:cubicBezTo>
                  <a:cubicBezTo>
                    <a:pt x="342" y="2777"/>
                    <a:pt x="1" y="4579"/>
                    <a:pt x="860" y="5976"/>
                  </a:cubicBezTo>
                  <a:cubicBezTo>
                    <a:pt x="1312" y="6711"/>
                    <a:pt x="2122" y="7361"/>
                    <a:pt x="3011" y="7361"/>
                  </a:cubicBezTo>
                  <a:cubicBezTo>
                    <a:pt x="3112" y="7361"/>
                    <a:pt x="3215" y="7353"/>
                    <a:pt x="3318" y="7335"/>
                  </a:cubicBezTo>
                  <a:cubicBezTo>
                    <a:pt x="4589" y="7114"/>
                    <a:pt x="5179" y="5690"/>
                    <a:pt x="5575" y="4622"/>
                  </a:cubicBezTo>
                  <a:cubicBezTo>
                    <a:pt x="5887" y="3782"/>
                    <a:pt x="6118" y="2891"/>
                    <a:pt x="6592" y="2123"/>
                  </a:cubicBezTo>
                  <a:cubicBezTo>
                    <a:pt x="7072" y="1347"/>
                    <a:pt x="8002" y="537"/>
                    <a:pt x="8968" y="537"/>
                  </a:cubicBezTo>
                  <a:cubicBezTo>
                    <a:pt x="9218" y="537"/>
                    <a:pt x="9471" y="592"/>
                    <a:pt x="9720" y="715"/>
                  </a:cubicBezTo>
                  <a:cubicBezTo>
                    <a:pt x="11768" y="1736"/>
                    <a:pt x="10431" y="5238"/>
                    <a:pt x="11724" y="6880"/>
                  </a:cubicBezTo>
                  <a:cubicBezTo>
                    <a:pt x="12189" y="7472"/>
                    <a:pt x="12861" y="7733"/>
                    <a:pt x="13558" y="7733"/>
                  </a:cubicBezTo>
                  <a:cubicBezTo>
                    <a:pt x="13933" y="7733"/>
                    <a:pt x="14315" y="7657"/>
                    <a:pt x="14677" y="7517"/>
                  </a:cubicBezTo>
                  <a:cubicBezTo>
                    <a:pt x="15962" y="7014"/>
                    <a:pt x="16707" y="5785"/>
                    <a:pt x="17297" y="4606"/>
                  </a:cubicBezTo>
                  <a:cubicBezTo>
                    <a:pt x="18327" y="2549"/>
                    <a:pt x="19246" y="811"/>
                    <a:pt x="21766" y="504"/>
                  </a:cubicBezTo>
                  <a:cubicBezTo>
                    <a:pt x="22590" y="403"/>
                    <a:pt x="23428" y="362"/>
                    <a:pt x="24270" y="362"/>
                  </a:cubicBezTo>
                  <a:cubicBezTo>
                    <a:pt x="25645" y="362"/>
                    <a:pt x="27030" y="472"/>
                    <a:pt x="28372" y="618"/>
                  </a:cubicBezTo>
                  <a:cubicBezTo>
                    <a:pt x="28381" y="619"/>
                    <a:pt x="28389" y="619"/>
                    <a:pt x="28397" y="619"/>
                  </a:cubicBezTo>
                  <a:cubicBezTo>
                    <a:pt x="28624" y="619"/>
                    <a:pt x="28615" y="251"/>
                    <a:pt x="28372" y="224"/>
                  </a:cubicBezTo>
                  <a:cubicBezTo>
                    <a:pt x="27031" y="80"/>
                    <a:pt x="25684" y="1"/>
                    <a:pt x="2433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6" name="Google Shape;2796;p49"/>
          <p:cNvGrpSpPr/>
          <p:nvPr/>
        </p:nvGrpSpPr>
        <p:grpSpPr>
          <a:xfrm>
            <a:off x="3887313" y="800213"/>
            <a:ext cx="1369379" cy="1927387"/>
            <a:chOff x="3887313" y="800213"/>
            <a:chExt cx="1369379" cy="1927387"/>
          </a:xfrm>
        </p:grpSpPr>
        <p:sp>
          <p:nvSpPr>
            <p:cNvPr id="2797" name="Google Shape;2797;p49"/>
            <p:cNvSpPr/>
            <p:nvPr/>
          </p:nvSpPr>
          <p:spPr>
            <a:xfrm>
              <a:off x="4403890" y="2066729"/>
              <a:ext cx="394004" cy="230352"/>
            </a:xfrm>
            <a:custGeom>
              <a:rect b="b" l="l" r="r" t="t"/>
              <a:pathLst>
                <a:path extrusionOk="0" h="6731" w="11513">
                  <a:moveTo>
                    <a:pt x="5774" y="1"/>
                  </a:moveTo>
                  <a:cubicBezTo>
                    <a:pt x="3703" y="1"/>
                    <a:pt x="1828" y="290"/>
                    <a:pt x="131" y="796"/>
                  </a:cubicBezTo>
                  <a:cubicBezTo>
                    <a:pt x="1" y="2556"/>
                    <a:pt x="310" y="6501"/>
                    <a:pt x="5633" y="6722"/>
                  </a:cubicBezTo>
                  <a:cubicBezTo>
                    <a:pt x="5768" y="6728"/>
                    <a:pt x="5901" y="6730"/>
                    <a:pt x="6030" y="6730"/>
                  </a:cubicBezTo>
                  <a:cubicBezTo>
                    <a:pt x="11002" y="6730"/>
                    <a:pt x="11512" y="2671"/>
                    <a:pt x="11490" y="839"/>
                  </a:cubicBezTo>
                  <a:cubicBezTo>
                    <a:pt x="9801" y="304"/>
                    <a:pt x="7905" y="1"/>
                    <a:pt x="577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9"/>
            <p:cNvSpPr/>
            <p:nvPr/>
          </p:nvSpPr>
          <p:spPr>
            <a:xfrm>
              <a:off x="3887313" y="2093867"/>
              <a:ext cx="1369379" cy="633732"/>
            </a:xfrm>
            <a:custGeom>
              <a:rect b="b" l="l" r="r" t="t"/>
              <a:pathLst>
                <a:path extrusionOk="0" h="18518" w="40014">
                  <a:moveTo>
                    <a:pt x="15226" y="1"/>
                  </a:moveTo>
                  <a:lnTo>
                    <a:pt x="15226" y="1"/>
                  </a:lnTo>
                  <a:cubicBezTo>
                    <a:pt x="3032" y="3640"/>
                    <a:pt x="0" y="18518"/>
                    <a:pt x="0" y="18518"/>
                  </a:cubicBezTo>
                  <a:lnTo>
                    <a:pt x="40013" y="18518"/>
                  </a:lnTo>
                  <a:cubicBezTo>
                    <a:pt x="40013" y="18518"/>
                    <a:pt x="38323" y="3759"/>
                    <a:pt x="26585" y="45"/>
                  </a:cubicBezTo>
                  <a:lnTo>
                    <a:pt x="26585" y="45"/>
                  </a:lnTo>
                  <a:cubicBezTo>
                    <a:pt x="26607" y="1878"/>
                    <a:pt x="26097" y="5936"/>
                    <a:pt x="21124" y="5936"/>
                  </a:cubicBezTo>
                  <a:cubicBezTo>
                    <a:pt x="20994" y="5936"/>
                    <a:pt x="20862" y="5933"/>
                    <a:pt x="20726" y="5928"/>
                  </a:cubicBezTo>
                  <a:cubicBezTo>
                    <a:pt x="15405" y="5708"/>
                    <a:pt x="15096" y="1762"/>
                    <a:pt x="1522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9"/>
            <p:cNvSpPr/>
            <p:nvPr/>
          </p:nvSpPr>
          <p:spPr>
            <a:xfrm>
              <a:off x="4086928" y="1003525"/>
              <a:ext cx="1012404" cy="489519"/>
            </a:xfrm>
            <a:custGeom>
              <a:rect b="b" l="l" r="r" t="t"/>
              <a:pathLst>
                <a:path extrusionOk="0" h="14304" w="29583">
                  <a:moveTo>
                    <a:pt x="13620" y="1"/>
                  </a:moveTo>
                  <a:cubicBezTo>
                    <a:pt x="11432" y="1"/>
                    <a:pt x="9852" y="180"/>
                    <a:pt x="9808" y="180"/>
                  </a:cubicBezTo>
                  <a:cubicBezTo>
                    <a:pt x="9696" y="180"/>
                    <a:pt x="3894" y="4531"/>
                    <a:pt x="3894" y="4531"/>
                  </a:cubicBezTo>
                  <a:cubicBezTo>
                    <a:pt x="3894" y="4531"/>
                    <a:pt x="0" y="8533"/>
                    <a:pt x="3894" y="12562"/>
                  </a:cubicBezTo>
                  <a:cubicBezTo>
                    <a:pt x="5150" y="13863"/>
                    <a:pt x="7976" y="14303"/>
                    <a:pt x="11228" y="14303"/>
                  </a:cubicBezTo>
                  <a:cubicBezTo>
                    <a:pt x="18054" y="14303"/>
                    <a:pt x="26757" y="12362"/>
                    <a:pt x="26757" y="12362"/>
                  </a:cubicBezTo>
                  <a:cubicBezTo>
                    <a:pt x="26757" y="12362"/>
                    <a:pt x="29582" y="6820"/>
                    <a:pt x="25039" y="2890"/>
                  </a:cubicBezTo>
                  <a:cubicBezTo>
                    <a:pt x="22237" y="465"/>
                    <a:pt x="17141" y="1"/>
                    <a:pt x="136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9"/>
            <p:cNvSpPr/>
            <p:nvPr/>
          </p:nvSpPr>
          <p:spPr>
            <a:xfrm>
              <a:off x="4073479" y="1376303"/>
              <a:ext cx="215123" cy="215157"/>
            </a:xfrm>
            <a:custGeom>
              <a:rect b="b" l="l" r="r" t="t"/>
              <a:pathLst>
                <a:path extrusionOk="0" h="6287" w="6286">
                  <a:moveTo>
                    <a:pt x="3144" y="0"/>
                  </a:moveTo>
                  <a:cubicBezTo>
                    <a:pt x="1407" y="0"/>
                    <a:pt x="1" y="1408"/>
                    <a:pt x="1" y="3143"/>
                  </a:cubicBezTo>
                  <a:cubicBezTo>
                    <a:pt x="1" y="4879"/>
                    <a:pt x="1407" y="6287"/>
                    <a:pt x="3144" y="6287"/>
                  </a:cubicBezTo>
                  <a:cubicBezTo>
                    <a:pt x="4880" y="6287"/>
                    <a:pt x="6286" y="4879"/>
                    <a:pt x="6286" y="3143"/>
                  </a:cubicBezTo>
                  <a:cubicBezTo>
                    <a:pt x="6286" y="1408"/>
                    <a:pt x="4880" y="0"/>
                    <a:pt x="3144" y="0"/>
                  </a:cubicBezTo>
                  <a:close/>
                </a:path>
              </a:pathLst>
            </a:custGeom>
            <a:solidFill>
              <a:srgbClr val="EAAC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9"/>
            <p:cNvSpPr/>
            <p:nvPr/>
          </p:nvSpPr>
          <p:spPr>
            <a:xfrm>
              <a:off x="4871839" y="1376303"/>
              <a:ext cx="215191" cy="215157"/>
            </a:xfrm>
            <a:custGeom>
              <a:rect b="b" l="l" r="r" t="t"/>
              <a:pathLst>
                <a:path extrusionOk="0" h="6287" w="6288">
                  <a:moveTo>
                    <a:pt x="3144" y="0"/>
                  </a:moveTo>
                  <a:cubicBezTo>
                    <a:pt x="1408" y="0"/>
                    <a:pt x="1" y="1408"/>
                    <a:pt x="1" y="3143"/>
                  </a:cubicBezTo>
                  <a:cubicBezTo>
                    <a:pt x="1" y="4879"/>
                    <a:pt x="1408" y="6287"/>
                    <a:pt x="3144" y="6287"/>
                  </a:cubicBezTo>
                  <a:cubicBezTo>
                    <a:pt x="4879" y="6287"/>
                    <a:pt x="6287" y="4879"/>
                    <a:pt x="6287" y="3143"/>
                  </a:cubicBezTo>
                  <a:cubicBezTo>
                    <a:pt x="6287" y="1408"/>
                    <a:pt x="4879" y="0"/>
                    <a:pt x="3144" y="0"/>
                  </a:cubicBezTo>
                  <a:close/>
                </a:path>
              </a:pathLst>
            </a:custGeom>
            <a:solidFill>
              <a:srgbClr val="EAAC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9"/>
            <p:cNvSpPr/>
            <p:nvPr/>
          </p:nvSpPr>
          <p:spPr>
            <a:xfrm>
              <a:off x="4483935" y="1635363"/>
              <a:ext cx="235143" cy="374805"/>
            </a:xfrm>
            <a:custGeom>
              <a:rect b="b" l="l" r="r" t="t"/>
              <a:pathLst>
                <a:path extrusionOk="0" h="10952" w="6871">
                  <a:moveTo>
                    <a:pt x="6340" y="0"/>
                  </a:moveTo>
                  <a:lnTo>
                    <a:pt x="891" y="749"/>
                  </a:lnTo>
                  <a:lnTo>
                    <a:pt x="1" y="10951"/>
                  </a:lnTo>
                  <a:cubicBezTo>
                    <a:pt x="1799" y="10735"/>
                    <a:pt x="4728" y="9910"/>
                    <a:pt x="6870" y="6980"/>
                  </a:cubicBezTo>
                  <a:lnTo>
                    <a:pt x="634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9"/>
            <p:cNvSpPr/>
            <p:nvPr/>
          </p:nvSpPr>
          <p:spPr>
            <a:xfrm>
              <a:off x="4207697" y="930084"/>
              <a:ext cx="751663" cy="902618"/>
            </a:xfrm>
            <a:custGeom>
              <a:rect b="b" l="l" r="r" t="t"/>
              <a:pathLst>
                <a:path extrusionOk="0" h="26375" w="21964">
                  <a:moveTo>
                    <a:pt x="11715" y="0"/>
                  </a:moveTo>
                  <a:cubicBezTo>
                    <a:pt x="9504" y="0"/>
                    <a:pt x="62" y="729"/>
                    <a:pt x="102" y="13193"/>
                  </a:cubicBezTo>
                  <a:cubicBezTo>
                    <a:pt x="1" y="14863"/>
                    <a:pt x="75" y="15364"/>
                    <a:pt x="259" y="17030"/>
                  </a:cubicBezTo>
                  <a:cubicBezTo>
                    <a:pt x="624" y="20325"/>
                    <a:pt x="2200" y="23196"/>
                    <a:pt x="5192" y="24791"/>
                  </a:cubicBezTo>
                  <a:cubicBezTo>
                    <a:pt x="7046" y="25780"/>
                    <a:pt x="9314" y="26374"/>
                    <a:pt x="11530" y="26374"/>
                  </a:cubicBezTo>
                  <a:cubicBezTo>
                    <a:pt x="12902" y="26374"/>
                    <a:pt x="14253" y="26147"/>
                    <a:pt x="15473" y="25645"/>
                  </a:cubicBezTo>
                  <a:cubicBezTo>
                    <a:pt x="17947" y="24627"/>
                    <a:pt x="19855" y="22811"/>
                    <a:pt x="20837" y="20365"/>
                  </a:cubicBezTo>
                  <a:cubicBezTo>
                    <a:pt x="21952" y="17577"/>
                    <a:pt x="21963" y="14012"/>
                    <a:pt x="21814" y="11000"/>
                  </a:cubicBezTo>
                  <a:cubicBezTo>
                    <a:pt x="21272" y="169"/>
                    <a:pt x="12691" y="13"/>
                    <a:pt x="12197" y="13"/>
                  </a:cubicBezTo>
                  <a:cubicBezTo>
                    <a:pt x="12182" y="13"/>
                    <a:pt x="12174" y="13"/>
                    <a:pt x="12174" y="13"/>
                  </a:cubicBezTo>
                  <a:cubicBezTo>
                    <a:pt x="12174" y="13"/>
                    <a:pt x="12008" y="0"/>
                    <a:pt x="11715" y="0"/>
                  </a:cubicBezTo>
                  <a:close/>
                </a:path>
              </a:pathLst>
            </a:custGeom>
            <a:solidFill>
              <a:srgbClr val="EAAC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9"/>
            <p:cNvSpPr/>
            <p:nvPr/>
          </p:nvSpPr>
          <p:spPr>
            <a:xfrm>
              <a:off x="4470520" y="1874265"/>
              <a:ext cx="268818" cy="382163"/>
            </a:xfrm>
            <a:custGeom>
              <a:rect b="b" l="l" r="r" t="t"/>
              <a:pathLst>
                <a:path extrusionOk="0" h="11167" w="7855">
                  <a:moveTo>
                    <a:pt x="7265" y="0"/>
                  </a:moveTo>
                  <a:cubicBezTo>
                    <a:pt x="5120" y="2929"/>
                    <a:pt x="2191" y="3754"/>
                    <a:pt x="393" y="3970"/>
                  </a:cubicBezTo>
                  <a:lnTo>
                    <a:pt x="1" y="8460"/>
                  </a:lnTo>
                  <a:cubicBezTo>
                    <a:pt x="1" y="8460"/>
                    <a:pt x="160" y="10705"/>
                    <a:pt x="3794" y="11132"/>
                  </a:cubicBezTo>
                  <a:cubicBezTo>
                    <a:pt x="3988" y="11155"/>
                    <a:pt x="4173" y="11166"/>
                    <a:pt x="4349" y="11166"/>
                  </a:cubicBezTo>
                  <a:cubicBezTo>
                    <a:pt x="7471" y="11166"/>
                    <a:pt x="7854" y="7767"/>
                    <a:pt x="7854" y="7767"/>
                  </a:cubicBezTo>
                  <a:lnTo>
                    <a:pt x="7265" y="0"/>
                  </a:lnTo>
                  <a:close/>
                </a:path>
              </a:pathLst>
            </a:custGeom>
            <a:solidFill>
              <a:srgbClr val="EAAC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9"/>
            <p:cNvSpPr/>
            <p:nvPr/>
          </p:nvSpPr>
          <p:spPr>
            <a:xfrm>
              <a:off x="4393008" y="1420107"/>
              <a:ext cx="38261" cy="76419"/>
            </a:xfrm>
            <a:custGeom>
              <a:rect b="b" l="l" r="r" t="t"/>
              <a:pathLst>
                <a:path extrusionOk="0" h="2233" w="1118">
                  <a:moveTo>
                    <a:pt x="560" y="1"/>
                  </a:moveTo>
                  <a:cubicBezTo>
                    <a:pt x="250" y="1"/>
                    <a:pt x="1" y="501"/>
                    <a:pt x="1" y="1116"/>
                  </a:cubicBezTo>
                  <a:cubicBezTo>
                    <a:pt x="1" y="1734"/>
                    <a:pt x="250" y="2233"/>
                    <a:pt x="560" y="2233"/>
                  </a:cubicBezTo>
                  <a:cubicBezTo>
                    <a:pt x="868" y="2233"/>
                    <a:pt x="1118" y="1734"/>
                    <a:pt x="1118" y="1116"/>
                  </a:cubicBezTo>
                  <a:cubicBezTo>
                    <a:pt x="1118" y="501"/>
                    <a:pt x="868" y="1"/>
                    <a:pt x="56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9"/>
            <p:cNvSpPr/>
            <p:nvPr/>
          </p:nvSpPr>
          <p:spPr>
            <a:xfrm>
              <a:off x="4746279" y="1426575"/>
              <a:ext cx="38192" cy="76419"/>
            </a:xfrm>
            <a:custGeom>
              <a:rect b="b" l="l" r="r" t="t"/>
              <a:pathLst>
                <a:path extrusionOk="0" h="2233" w="1116">
                  <a:moveTo>
                    <a:pt x="558" y="0"/>
                  </a:moveTo>
                  <a:cubicBezTo>
                    <a:pt x="250" y="0"/>
                    <a:pt x="0" y="502"/>
                    <a:pt x="0" y="1117"/>
                  </a:cubicBezTo>
                  <a:cubicBezTo>
                    <a:pt x="0" y="1733"/>
                    <a:pt x="250" y="2232"/>
                    <a:pt x="558" y="2232"/>
                  </a:cubicBezTo>
                  <a:cubicBezTo>
                    <a:pt x="866" y="2232"/>
                    <a:pt x="1115" y="1733"/>
                    <a:pt x="1115" y="1117"/>
                  </a:cubicBezTo>
                  <a:cubicBezTo>
                    <a:pt x="1115" y="502"/>
                    <a:pt x="866" y="3"/>
                    <a:pt x="55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9"/>
            <p:cNvSpPr/>
            <p:nvPr/>
          </p:nvSpPr>
          <p:spPr>
            <a:xfrm>
              <a:off x="4533043" y="1573284"/>
              <a:ext cx="105268" cy="30937"/>
            </a:xfrm>
            <a:custGeom>
              <a:rect b="b" l="l" r="r" t="t"/>
              <a:pathLst>
                <a:path extrusionOk="0" h="904" w="3076">
                  <a:moveTo>
                    <a:pt x="3075" y="0"/>
                  </a:moveTo>
                  <a:lnTo>
                    <a:pt x="3075" y="0"/>
                  </a:lnTo>
                  <a:cubicBezTo>
                    <a:pt x="2831" y="176"/>
                    <a:pt x="2600" y="347"/>
                    <a:pt x="2344" y="452"/>
                  </a:cubicBezTo>
                  <a:cubicBezTo>
                    <a:pt x="2125" y="553"/>
                    <a:pt x="1893" y="605"/>
                    <a:pt x="1660" y="605"/>
                  </a:cubicBezTo>
                  <a:cubicBezTo>
                    <a:pt x="1626" y="605"/>
                    <a:pt x="1593" y="604"/>
                    <a:pt x="1559" y="602"/>
                  </a:cubicBezTo>
                  <a:cubicBezTo>
                    <a:pt x="1291" y="593"/>
                    <a:pt x="1026" y="519"/>
                    <a:pt x="765" y="412"/>
                  </a:cubicBezTo>
                  <a:cubicBezTo>
                    <a:pt x="507" y="302"/>
                    <a:pt x="249" y="168"/>
                    <a:pt x="0" y="3"/>
                  </a:cubicBezTo>
                  <a:lnTo>
                    <a:pt x="0" y="3"/>
                  </a:lnTo>
                  <a:cubicBezTo>
                    <a:pt x="337" y="494"/>
                    <a:pt x="900" y="867"/>
                    <a:pt x="1546" y="901"/>
                  </a:cubicBezTo>
                  <a:cubicBezTo>
                    <a:pt x="1572" y="903"/>
                    <a:pt x="1598" y="903"/>
                    <a:pt x="1624" y="903"/>
                  </a:cubicBezTo>
                  <a:cubicBezTo>
                    <a:pt x="1918" y="903"/>
                    <a:pt x="2215" y="821"/>
                    <a:pt x="2453" y="659"/>
                  </a:cubicBezTo>
                  <a:cubicBezTo>
                    <a:pt x="2593" y="588"/>
                    <a:pt x="2697" y="468"/>
                    <a:pt x="2810" y="367"/>
                  </a:cubicBezTo>
                  <a:cubicBezTo>
                    <a:pt x="2908" y="250"/>
                    <a:pt x="2995" y="126"/>
                    <a:pt x="307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9"/>
            <p:cNvSpPr/>
            <p:nvPr/>
          </p:nvSpPr>
          <p:spPr>
            <a:xfrm>
              <a:off x="4352900" y="1520754"/>
              <a:ext cx="80320" cy="80320"/>
            </a:xfrm>
            <a:custGeom>
              <a:rect b="b" l="l" r="r" t="t"/>
              <a:pathLst>
                <a:path extrusionOk="0" h="2347" w="2347">
                  <a:moveTo>
                    <a:pt x="1173" y="1"/>
                  </a:moveTo>
                  <a:cubicBezTo>
                    <a:pt x="525" y="1"/>
                    <a:pt x="1" y="525"/>
                    <a:pt x="1" y="1174"/>
                  </a:cubicBezTo>
                  <a:cubicBezTo>
                    <a:pt x="1" y="1822"/>
                    <a:pt x="525" y="2347"/>
                    <a:pt x="1173" y="2347"/>
                  </a:cubicBezTo>
                  <a:cubicBezTo>
                    <a:pt x="1822" y="2347"/>
                    <a:pt x="2347" y="1822"/>
                    <a:pt x="2347" y="1174"/>
                  </a:cubicBezTo>
                  <a:cubicBezTo>
                    <a:pt x="2347" y="525"/>
                    <a:pt x="1822" y="1"/>
                    <a:pt x="11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9"/>
            <p:cNvSpPr/>
            <p:nvPr/>
          </p:nvSpPr>
          <p:spPr>
            <a:xfrm>
              <a:off x="4725233" y="1533210"/>
              <a:ext cx="80320" cy="80320"/>
            </a:xfrm>
            <a:custGeom>
              <a:rect b="b" l="l" r="r" t="t"/>
              <a:pathLst>
                <a:path extrusionOk="0" h="2347" w="2347">
                  <a:moveTo>
                    <a:pt x="1173" y="0"/>
                  </a:moveTo>
                  <a:cubicBezTo>
                    <a:pt x="525" y="0"/>
                    <a:pt x="1" y="525"/>
                    <a:pt x="1" y="1174"/>
                  </a:cubicBezTo>
                  <a:cubicBezTo>
                    <a:pt x="1" y="1821"/>
                    <a:pt x="525" y="2346"/>
                    <a:pt x="1173" y="2346"/>
                  </a:cubicBezTo>
                  <a:cubicBezTo>
                    <a:pt x="1820" y="2346"/>
                    <a:pt x="2347" y="1821"/>
                    <a:pt x="2347" y="1174"/>
                  </a:cubicBezTo>
                  <a:cubicBezTo>
                    <a:pt x="2347" y="525"/>
                    <a:pt x="1820" y="0"/>
                    <a:pt x="11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9"/>
            <p:cNvSpPr/>
            <p:nvPr/>
          </p:nvSpPr>
          <p:spPr>
            <a:xfrm>
              <a:off x="4050413" y="800213"/>
              <a:ext cx="950017" cy="555876"/>
            </a:xfrm>
            <a:custGeom>
              <a:rect b="b" l="l" r="r" t="t"/>
              <a:pathLst>
                <a:path extrusionOk="0" h="16243" w="27760">
                  <a:moveTo>
                    <a:pt x="10866" y="0"/>
                  </a:moveTo>
                  <a:cubicBezTo>
                    <a:pt x="10770" y="0"/>
                    <a:pt x="10673" y="4"/>
                    <a:pt x="10572" y="12"/>
                  </a:cubicBezTo>
                  <a:cubicBezTo>
                    <a:pt x="7927" y="217"/>
                    <a:pt x="7583" y="2840"/>
                    <a:pt x="7583" y="2840"/>
                  </a:cubicBezTo>
                  <a:cubicBezTo>
                    <a:pt x="7583" y="2840"/>
                    <a:pt x="6662" y="1419"/>
                    <a:pt x="5127" y="1419"/>
                  </a:cubicBezTo>
                  <a:cubicBezTo>
                    <a:pt x="4473" y="1419"/>
                    <a:pt x="3708" y="1677"/>
                    <a:pt x="2856" y="2412"/>
                  </a:cubicBezTo>
                  <a:cubicBezTo>
                    <a:pt x="0" y="4872"/>
                    <a:pt x="3818" y="7984"/>
                    <a:pt x="3818" y="7984"/>
                  </a:cubicBezTo>
                  <a:cubicBezTo>
                    <a:pt x="3818" y="7984"/>
                    <a:pt x="2144" y="10084"/>
                    <a:pt x="3271" y="12954"/>
                  </a:cubicBezTo>
                  <a:cubicBezTo>
                    <a:pt x="3729" y="14123"/>
                    <a:pt x="4668" y="14470"/>
                    <a:pt x="5620" y="14470"/>
                  </a:cubicBezTo>
                  <a:cubicBezTo>
                    <a:pt x="6033" y="14470"/>
                    <a:pt x="6448" y="14404"/>
                    <a:pt x="6827" y="14313"/>
                  </a:cubicBezTo>
                  <a:cubicBezTo>
                    <a:pt x="7727" y="14095"/>
                    <a:pt x="8496" y="13517"/>
                    <a:pt x="8964" y="12717"/>
                  </a:cubicBezTo>
                  <a:cubicBezTo>
                    <a:pt x="9787" y="11315"/>
                    <a:pt x="11151" y="9899"/>
                    <a:pt x="13253" y="8966"/>
                  </a:cubicBezTo>
                  <a:cubicBezTo>
                    <a:pt x="13866" y="8695"/>
                    <a:pt x="14520" y="8548"/>
                    <a:pt x="15171" y="8548"/>
                  </a:cubicBezTo>
                  <a:cubicBezTo>
                    <a:pt x="15781" y="8548"/>
                    <a:pt x="16388" y="8677"/>
                    <a:pt x="16959" y="8953"/>
                  </a:cubicBezTo>
                  <a:cubicBezTo>
                    <a:pt x="17461" y="9196"/>
                    <a:pt x="17907" y="9535"/>
                    <a:pt x="18293" y="9935"/>
                  </a:cubicBezTo>
                  <a:cubicBezTo>
                    <a:pt x="18874" y="10535"/>
                    <a:pt x="19128" y="11356"/>
                    <a:pt x="19651" y="12000"/>
                  </a:cubicBezTo>
                  <a:cubicBezTo>
                    <a:pt x="19972" y="12395"/>
                    <a:pt x="20386" y="12727"/>
                    <a:pt x="20875" y="12867"/>
                  </a:cubicBezTo>
                  <a:cubicBezTo>
                    <a:pt x="21083" y="12926"/>
                    <a:pt x="21277" y="12953"/>
                    <a:pt x="21457" y="12953"/>
                  </a:cubicBezTo>
                  <a:cubicBezTo>
                    <a:pt x="23042" y="12953"/>
                    <a:pt x="23609" y="10844"/>
                    <a:pt x="23721" y="9501"/>
                  </a:cubicBezTo>
                  <a:cubicBezTo>
                    <a:pt x="23756" y="9499"/>
                    <a:pt x="23791" y="9497"/>
                    <a:pt x="23824" y="9497"/>
                  </a:cubicBezTo>
                  <a:cubicBezTo>
                    <a:pt x="26350" y="9497"/>
                    <a:pt x="26462" y="16106"/>
                    <a:pt x="27151" y="16240"/>
                  </a:cubicBezTo>
                  <a:cubicBezTo>
                    <a:pt x="27163" y="16242"/>
                    <a:pt x="27175" y="16243"/>
                    <a:pt x="27188" y="16243"/>
                  </a:cubicBezTo>
                  <a:cubicBezTo>
                    <a:pt x="27448" y="16243"/>
                    <a:pt x="27760" y="15733"/>
                    <a:pt x="27545" y="15093"/>
                  </a:cubicBezTo>
                  <a:cubicBezTo>
                    <a:pt x="27210" y="14093"/>
                    <a:pt x="26782" y="12296"/>
                    <a:pt x="27151" y="10340"/>
                  </a:cubicBezTo>
                  <a:cubicBezTo>
                    <a:pt x="27710" y="7366"/>
                    <a:pt x="26479" y="4443"/>
                    <a:pt x="23864" y="3886"/>
                  </a:cubicBezTo>
                  <a:cubicBezTo>
                    <a:pt x="23554" y="3820"/>
                    <a:pt x="23266" y="3794"/>
                    <a:pt x="23003" y="3794"/>
                  </a:cubicBezTo>
                  <a:cubicBezTo>
                    <a:pt x="21894" y="3794"/>
                    <a:pt x="21233" y="4267"/>
                    <a:pt x="21233" y="4267"/>
                  </a:cubicBezTo>
                  <a:cubicBezTo>
                    <a:pt x="21233" y="4267"/>
                    <a:pt x="21782" y="1090"/>
                    <a:pt x="18707" y="475"/>
                  </a:cubicBezTo>
                  <a:cubicBezTo>
                    <a:pt x="18376" y="409"/>
                    <a:pt x="18063" y="379"/>
                    <a:pt x="17769" y="379"/>
                  </a:cubicBezTo>
                  <a:cubicBezTo>
                    <a:pt x="15320" y="379"/>
                    <a:pt x="14105" y="2412"/>
                    <a:pt x="14105" y="2412"/>
                  </a:cubicBezTo>
                  <a:cubicBezTo>
                    <a:pt x="14105" y="2412"/>
                    <a:pt x="13284" y="0"/>
                    <a:pt x="108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9"/>
            <p:cNvSpPr/>
            <p:nvPr/>
          </p:nvSpPr>
          <p:spPr>
            <a:xfrm>
              <a:off x="4705452" y="1327195"/>
              <a:ext cx="135590" cy="49246"/>
            </a:xfrm>
            <a:custGeom>
              <a:rect b="b" l="l" r="r" t="t"/>
              <a:pathLst>
                <a:path extrusionOk="0" h="1439" w="3962">
                  <a:moveTo>
                    <a:pt x="2118" y="0"/>
                  </a:moveTo>
                  <a:cubicBezTo>
                    <a:pt x="2039" y="0"/>
                    <a:pt x="1960" y="5"/>
                    <a:pt x="1882" y="13"/>
                  </a:cubicBezTo>
                  <a:cubicBezTo>
                    <a:pt x="1450" y="58"/>
                    <a:pt x="1045" y="230"/>
                    <a:pt x="721" y="480"/>
                  </a:cubicBezTo>
                  <a:cubicBezTo>
                    <a:pt x="400" y="734"/>
                    <a:pt x="132" y="1049"/>
                    <a:pt x="1" y="1438"/>
                  </a:cubicBezTo>
                  <a:cubicBezTo>
                    <a:pt x="737" y="1127"/>
                    <a:pt x="1350" y="869"/>
                    <a:pt x="1969" y="813"/>
                  </a:cubicBezTo>
                  <a:cubicBezTo>
                    <a:pt x="2083" y="801"/>
                    <a:pt x="2198" y="794"/>
                    <a:pt x="2315" y="794"/>
                  </a:cubicBezTo>
                  <a:cubicBezTo>
                    <a:pt x="2507" y="794"/>
                    <a:pt x="2704" y="813"/>
                    <a:pt x="2905" y="858"/>
                  </a:cubicBezTo>
                  <a:cubicBezTo>
                    <a:pt x="3235" y="906"/>
                    <a:pt x="3562" y="1036"/>
                    <a:pt x="3961" y="1140"/>
                  </a:cubicBezTo>
                  <a:cubicBezTo>
                    <a:pt x="3870" y="963"/>
                    <a:pt x="3756" y="792"/>
                    <a:pt x="3619" y="642"/>
                  </a:cubicBezTo>
                  <a:cubicBezTo>
                    <a:pt x="3468" y="508"/>
                    <a:pt x="3321" y="356"/>
                    <a:pt x="3128" y="266"/>
                  </a:cubicBezTo>
                  <a:cubicBezTo>
                    <a:pt x="2833" y="90"/>
                    <a:pt x="2475" y="0"/>
                    <a:pt x="21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9"/>
            <p:cNvSpPr/>
            <p:nvPr/>
          </p:nvSpPr>
          <p:spPr>
            <a:xfrm>
              <a:off x="4324598" y="1315251"/>
              <a:ext cx="145959" cy="50923"/>
            </a:xfrm>
            <a:custGeom>
              <a:rect b="b" l="l" r="r" t="t"/>
              <a:pathLst>
                <a:path extrusionOk="0" h="1488" w="4265">
                  <a:moveTo>
                    <a:pt x="2318" y="0"/>
                  </a:moveTo>
                  <a:cubicBezTo>
                    <a:pt x="2292" y="0"/>
                    <a:pt x="2266" y="1"/>
                    <a:pt x="2239" y="2"/>
                  </a:cubicBezTo>
                  <a:cubicBezTo>
                    <a:pt x="1775" y="4"/>
                    <a:pt x="1350" y="164"/>
                    <a:pt x="965" y="357"/>
                  </a:cubicBezTo>
                  <a:cubicBezTo>
                    <a:pt x="781" y="469"/>
                    <a:pt x="601" y="591"/>
                    <a:pt x="437" y="722"/>
                  </a:cubicBezTo>
                  <a:cubicBezTo>
                    <a:pt x="281" y="871"/>
                    <a:pt x="129" y="1018"/>
                    <a:pt x="0" y="1192"/>
                  </a:cubicBezTo>
                  <a:cubicBezTo>
                    <a:pt x="221" y="1171"/>
                    <a:pt x="420" y="1121"/>
                    <a:pt x="615" y="1075"/>
                  </a:cubicBezTo>
                  <a:cubicBezTo>
                    <a:pt x="809" y="1028"/>
                    <a:pt x="1006" y="1000"/>
                    <a:pt x="1187" y="949"/>
                  </a:cubicBezTo>
                  <a:cubicBezTo>
                    <a:pt x="1562" y="886"/>
                    <a:pt x="1917" y="806"/>
                    <a:pt x="2261" y="806"/>
                  </a:cubicBezTo>
                  <a:cubicBezTo>
                    <a:pt x="2305" y="804"/>
                    <a:pt x="2349" y="803"/>
                    <a:pt x="2393" y="803"/>
                  </a:cubicBezTo>
                  <a:cubicBezTo>
                    <a:pt x="3027" y="803"/>
                    <a:pt x="3627" y="990"/>
                    <a:pt x="4265" y="1488"/>
                  </a:cubicBezTo>
                  <a:cubicBezTo>
                    <a:pt x="4213" y="1048"/>
                    <a:pt x="3935" y="653"/>
                    <a:pt x="3561" y="379"/>
                  </a:cubicBezTo>
                  <a:cubicBezTo>
                    <a:pt x="3204" y="123"/>
                    <a:pt x="2751" y="0"/>
                    <a:pt x="23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9"/>
            <p:cNvSpPr/>
            <p:nvPr/>
          </p:nvSpPr>
          <p:spPr>
            <a:xfrm>
              <a:off x="4202871" y="1336503"/>
              <a:ext cx="300097" cy="222207"/>
            </a:xfrm>
            <a:custGeom>
              <a:rect b="b" l="l" r="r" t="t"/>
              <a:pathLst>
                <a:path extrusionOk="0" h="6493" w="8769">
                  <a:moveTo>
                    <a:pt x="8365" y="403"/>
                  </a:moveTo>
                  <a:lnTo>
                    <a:pt x="8365" y="6091"/>
                  </a:lnTo>
                  <a:lnTo>
                    <a:pt x="401" y="6091"/>
                  </a:lnTo>
                  <a:lnTo>
                    <a:pt x="401" y="403"/>
                  </a:lnTo>
                  <a:close/>
                  <a:moveTo>
                    <a:pt x="1" y="1"/>
                  </a:moveTo>
                  <a:lnTo>
                    <a:pt x="1" y="6493"/>
                  </a:lnTo>
                  <a:lnTo>
                    <a:pt x="8769" y="6493"/>
                  </a:lnTo>
                  <a:lnTo>
                    <a:pt x="876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9"/>
            <p:cNvSpPr/>
            <p:nvPr/>
          </p:nvSpPr>
          <p:spPr>
            <a:xfrm>
              <a:off x="4665002" y="1343313"/>
              <a:ext cx="298352" cy="222138"/>
            </a:xfrm>
            <a:custGeom>
              <a:rect b="b" l="l" r="r" t="t"/>
              <a:pathLst>
                <a:path extrusionOk="0" h="6491" w="8718">
                  <a:moveTo>
                    <a:pt x="8315" y="401"/>
                  </a:moveTo>
                  <a:lnTo>
                    <a:pt x="8315" y="6090"/>
                  </a:lnTo>
                  <a:lnTo>
                    <a:pt x="401" y="6090"/>
                  </a:lnTo>
                  <a:lnTo>
                    <a:pt x="401" y="401"/>
                  </a:lnTo>
                  <a:close/>
                  <a:moveTo>
                    <a:pt x="1" y="0"/>
                  </a:moveTo>
                  <a:lnTo>
                    <a:pt x="1" y="6490"/>
                  </a:lnTo>
                  <a:lnTo>
                    <a:pt x="8717" y="6490"/>
                  </a:lnTo>
                  <a:lnTo>
                    <a:pt x="87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9"/>
            <p:cNvSpPr/>
            <p:nvPr/>
          </p:nvSpPr>
          <p:spPr>
            <a:xfrm>
              <a:off x="4541492" y="1340333"/>
              <a:ext cx="84976" cy="201813"/>
            </a:xfrm>
            <a:custGeom>
              <a:rect b="b" l="l" r="r" t="t"/>
              <a:pathLst>
                <a:path extrusionOk="0" h="2805" w="1181">
                  <a:moveTo>
                    <a:pt x="590" y="1"/>
                  </a:moveTo>
                  <a:cubicBezTo>
                    <a:pt x="265" y="1"/>
                    <a:pt x="1" y="1220"/>
                    <a:pt x="1" y="1993"/>
                  </a:cubicBezTo>
                  <a:cubicBezTo>
                    <a:pt x="1" y="2767"/>
                    <a:pt x="265" y="2804"/>
                    <a:pt x="590" y="2804"/>
                  </a:cubicBezTo>
                  <a:cubicBezTo>
                    <a:pt x="916" y="2804"/>
                    <a:pt x="1181" y="2767"/>
                    <a:pt x="1181" y="1993"/>
                  </a:cubicBezTo>
                  <a:cubicBezTo>
                    <a:pt x="1181" y="1220"/>
                    <a:pt x="916" y="1"/>
                    <a:pt x="5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9"/>
            <p:cNvSpPr/>
            <p:nvPr/>
          </p:nvSpPr>
          <p:spPr>
            <a:xfrm>
              <a:off x="4492045" y="1427054"/>
              <a:ext cx="184528" cy="43428"/>
            </a:xfrm>
            <a:custGeom>
              <a:rect b="b" l="l" r="r" t="t"/>
              <a:pathLst>
                <a:path extrusionOk="0" h="1269" w="5392">
                  <a:moveTo>
                    <a:pt x="2957" y="0"/>
                  </a:moveTo>
                  <a:cubicBezTo>
                    <a:pt x="1377" y="0"/>
                    <a:pt x="20" y="925"/>
                    <a:pt x="0" y="939"/>
                  </a:cubicBezTo>
                  <a:lnTo>
                    <a:pt x="230" y="1268"/>
                  </a:lnTo>
                  <a:cubicBezTo>
                    <a:pt x="306" y="1215"/>
                    <a:pt x="1523" y="389"/>
                    <a:pt x="2932" y="389"/>
                  </a:cubicBezTo>
                  <a:cubicBezTo>
                    <a:pt x="3653" y="389"/>
                    <a:pt x="4424" y="605"/>
                    <a:pt x="5117" y="1251"/>
                  </a:cubicBezTo>
                  <a:lnTo>
                    <a:pt x="5391" y="956"/>
                  </a:lnTo>
                  <a:cubicBezTo>
                    <a:pt x="4619" y="239"/>
                    <a:pt x="3759" y="0"/>
                    <a:pt x="29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7" name="Google Shape;2817;p49"/>
          <p:cNvGrpSpPr/>
          <p:nvPr/>
        </p:nvGrpSpPr>
        <p:grpSpPr>
          <a:xfrm>
            <a:off x="2023150" y="1384263"/>
            <a:ext cx="1321050" cy="759275"/>
            <a:chOff x="2023150" y="1384263"/>
            <a:chExt cx="1321050" cy="759275"/>
          </a:xfrm>
        </p:grpSpPr>
        <p:sp>
          <p:nvSpPr>
            <p:cNvPr id="2818" name="Google Shape;2818;p49"/>
            <p:cNvSpPr/>
            <p:nvPr/>
          </p:nvSpPr>
          <p:spPr>
            <a:xfrm>
              <a:off x="2410788" y="2104513"/>
              <a:ext cx="21450" cy="39025"/>
            </a:xfrm>
            <a:custGeom>
              <a:rect b="b" l="l" r="r" t="t"/>
              <a:pathLst>
                <a:path extrusionOk="0" h="1561" w="858">
                  <a:moveTo>
                    <a:pt x="584" y="1"/>
                  </a:moveTo>
                  <a:cubicBezTo>
                    <a:pt x="539" y="1"/>
                    <a:pt x="494" y="20"/>
                    <a:pt x="455" y="66"/>
                  </a:cubicBezTo>
                  <a:cubicBezTo>
                    <a:pt x="127" y="451"/>
                    <a:pt x="1" y="918"/>
                    <a:pt x="77" y="1417"/>
                  </a:cubicBezTo>
                  <a:cubicBezTo>
                    <a:pt x="93" y="1517"/>
                    <a:pt x="162" y="1560"/>
                    <a:pt x="238" y="1560"/>
                  </a:cubicBezTo>
                  <a:cubicBezTo>
                    <a:pt x="352" y="1560"/>
                    <a:pt x="480" y="1461"/>
                    <a:pt x="456" y="1311"/>
                  </a:cubicBezTo>
                  <a:cubicBezTo>
                    <a:pt x="402" y="964"/>
                    <a:pt x="505" y="613"/>
                    <a:pt x="732" y="344"/>
                  </a:cubicBezTo>
                  <a:cubicBezTo>
                    <a:pt x="858" y="198"/>
                    <a:pt x="726" y="1"/>
                    <a:pt x="58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9"/>
            <p:cNvSpPr/>
            <p:nvPr/>
          </p:nvSpPr>
          <p:spPr>
            <a:xfrm>
              <a:off x="2116775" y="2090388"/>
              <a:ext cx="47175" cy="14125"/>
            </a:xfrm>
            <a:custGeom>
              <a:rect b="b" l="l" r="r" t="t"/>
              <a:pathLst>
                <a:path extrusionOk="0" h="565" w="1887">
                  <a:moveTo>
                    <a:pt x="246" y="0"/>
                  </a:moveTo>
                  <a:cubicBezTo>
                    <a:pt x="63" y="0"/>
                    <a:pt x="1" y="313"/>
                    <a:pt x="211" y="393"/>
                  </a:cubicBezTo>
                  <a:cubicBezTo>
                    <a:pt x="516" y="509"/>
                    <a:pt x="829" y="564"/>
                    <a:pt x="1146" y="564"/>
                  </a:cubicBezTo>
                  <a:cubicBezTo>
                    <a:pt x="1314" y="564"/>
                    <a:pt x="1482" y="549"/>
                    <a:pt x="1651" y="519"/>
                  </a:cubicBezTo>
                  <a:cubicBezTo>
                    <a:pt x="1886" y="475"/>
                    <a:pt x="1805" y="136"/>
                    <a:pt x="1587" y="136"/>
                  </a:cubicBezTo>
                  <a:cubicBezTo>
                    <a:pt x="1573" y="136"/>
                    <a:pt x="1560" y="137"/>
                    <a:pt x="1546" y="139"/>
                  </a:cubicBezTo>
                  <a:cubicBezTo>
                    <a:pt x="1415" y="162"/>
                    <a:pt x="1286" y="174"/>
                    <a:pt x="1157" y="174"/>
                  </a:cubicBezTo>
                  <a:cubicBezTo>
                    <a:pt x="872" y="174"/>
                    <a:pt x="590" y="118"/>
                    <a:pt x="314" y="13"/>
                  </a:cubicBezTo>
                  <a:cubicBezTo>
                    <a:pt x="290" y="4"/>
                    <a:pt x="267" y="0"/>
                    <a:pt x="24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9"/>
            <p:cNvSpPr/>
            <p:nvPr/>
          </p:nvSpPr>
          <p:spPr>
            <a:xfrm>
              <a:off x="2023150" y="1496988"/>
              <a:ext cx="87025" cy="128500"/>
            </a:xfrm>
            <a:custGeom>
              <a:rect b="b" l="l" r="r" t="t"/>
              <a:pathLst>
                <a:path extrusionOk="0" h="5140" w="3481">
                  <a:moveTo>
                    <a:pt x="2870" y="1"/>
                  </a:moveTo>
                  <a:cubicBezTo>
                    <a:pt x="1546" y="1"/>
                    <a:pt x="271" y="947"/>
                    <a:pt x="143" y="2341"/>
                  </a:cubicBezTo>
                  <a:cubicBezTo>
                    <a:pt x="0" y="3884"/>
                    <a:pt x="1385" y="5139"/>
                    <a:pt x="2857" y="5139"/>
                  </a:cubicBezTo>
                  <a:cubicBezTo>
                    <a:pt x="2906" y="5139"/>
                    <a:pt x="2955" y="5138"/>
                    <a:pt x="3004" y="5135"/>
                  </a:cubicBezTo>
                  <a:cubicBezTo>
                    <a:pt x="3252" y="5121"/>
                    <a:pt x="3258" y="4741"/>
                    <a:pt x="3018" y="4741"/>
                  </a:cubicBezTo>
                  <a:cubicBezTo>
                    <a:pt x="3013" y="4741"/>
                    <a:pt x="3009" y="4741"/>
                    <a:pt x="3004" y="4741"/>
                  </a:cubicBezTo>
                  <a:cubicBezTo>
                    <a:pt x="2960" y="4744"/>
                    <a:pt x="2916" y="4745"/>
                    <a:pt x="2872" y="4745"/>
                  </a:cubicBezTo>
                  <a:cubicBezTo>
                    <a:pt x="1730" y="4745"/>
                    <a:pt x="618" y="3896"/>
                    <a:pt x="542" y="2697"/>
                  </a:cubicBezTo>
                  <a:cubicBezTo>
                    <a:pt x="460" y="1407"/>
                    <a:pt x="1603" y="385"/>
                    <a:pt x="2837" y="385"/>
                  </a:cubicBezTo>
                  <a:cubicBezTo>
                    <a:pt x="2936" y="385"/>
                    <a:pt x="3036" y="392"/>
                    <a:pt x="3136" y="405"/>
                  </a:cubicBezTo>
                  <a:cubicBezTo>
                    <a:pt x="3146" y="407"/>
                    <a:pt x="3156" y="407"/>
                    <a:pt x="3166" y="407"/>
                  </a:cubicBezTo>
                  <a:cubicBezTo>
                    <a:pt x="3392" y="407"/>
                    <a:pt x="3481" y="58"/>
                    <a:pt x="3241" y="26"/>
                  </a:cubicBezTo>
                  <a:cubicBezTo>
                    <a:pt x="3117" y="9"/>
                    <a:pt x="2993" y="1"/>
                    <a:pt x="287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9"/>
            <p:cNvSpPr/>
            <p:nvPr/>
          </p:nvSpPr>
          <p:spPr>
            <a:xfrm>
              <a:off x="2173975" y="1540263"/>
              <a:ext cx="38275" cy="14575"/>
            </a:xfrm>
            <a:custGeom>
              <a:rect b="b" l="l" r="r" t="t"/>
              <a:pathLst>
                <a:path extrusionOk="0" h="583" w="1531">
                  <a:moveTo>
                    <a:pt x="1271" y="0"/>
                  </a:moveTo>
                  <a:cubicBezTo>
                    <a:pt x="1238" y="0"/>
                    <a:pt x="1203" y="12"/>
                    <a:pt x="1167" y="39"/>
                  </a:cubicBezTo>
                  <a:cubicBezTo>
                    <a:pt x="1037" y="138"/>
                    <a:pt x="891" y="190"/>
                    <a:pt x="745" y="190"/>
                  </a:cubicBezTo>
                  <a:cubicBezTo>
                    <a:pt x="620" y="190"/>
                    <a:pt x="494" y="152"/>
                    <a:pt x="376" y="74"/>
                  </a:cubicBezTo>
                  <a:cubicBezTo>
                    <a:pt x="341" y="52"/>
                    <a:pt x="307" y="42"/>
                    <a:pt x="275" y="42"/>
                  </a:cubicBezTo>
                  <a:cubicBezTo>
                    <a:pt x="110" y="42"/>
                    <a:pt x="1" y="300"/>
                    <a:pt x="178" y="415"/>
                  </a:cubicBezTo>
                  <a:cubicBezTo>
                    <a:pt x="350" y="527"/>
                    <a:pt x="550" y="583"/>
                    <a:pt x="750" y="583"/>
                  </a:cubicBezTo>
                  <a:cubicBezTo>
                    <a:pt x="968" y="583"/>
                    <a:pt x="1187" y="515"/>
                    <a:pt x="1366" y="379"/>
                  </a:cubicBezTo>
                  <a:cubicBezTo>
                    <a:pt x="1530" y="254"/>
                    <a:pt x="1426" y="0"/>
                    <a:pt x="127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9"/>
            <p:cNvSpPr/>
            <p:nvPr/>
          </p:nvSpPr>
          <p:spPr>
            <a:xfrm>
              <a:off x="2178975" y="1578363"/>
              <a:ext cx="29350" cy="9875"/>
            </a:xfrm>
            <a:custGeom>
              <a:rect b="b" l="l" r="r" t="t"/>
              <a:pathLst>
                <a:path extrusionOk="0" h="395" w="1174">
                  <a:moveTo>
                    <a:pt x="256" y="1"/>
                  </a:moveTo>
                  <a:cubicBezTo>
                    <a:pt x="1" y="1"/>
                    <a:pt x="1" y="394"/>
                    <a:pt x="256" y="394"/>
                  </a:cubicBezTo>
                  <a:lnTo>
                    <a:pt x="919" y="394"/>
                  </a:lnTo>
                  <a:cubicBezTo>
                    <a:pt x="1173" y="394"/>
                    <a:pt x="1173" y="1"/>
                    <a:pt x="9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9"/>
            <p:cNvSpPr/>
            <p:nvPr/>
          </p:nvSpPr>
          <p:spPr>
            <a:xfrm>
              <a:off x="2316100" y="1512138"/>
              <a:ext cx="43025" cy="83025"/>
            </a:xfrm>
            <a:custGeom>
              <a:rect b="b" l="l" r="r" t="t"/>
              <a:pathLst>
                <a:path extrusionOk="0" h="3321" w="1721">
                  <a:moveTo>
                    <a:pt x="1095" y="1"/>
                  </a:moveTo>
                  <a:cubicBezTo>
                    <a:pt x="705" y="1"/>
                    <a:pt x="344" y="274"/>
                    <a:pt x="289" y="710"/>
                  </a:cubicBezTo>
                  <a:cubicBezTo>
                    <a:pt x="251" y="1005"/>
                    <a:pt x="362" y="1312"/>
                    <a:pt x="551" y="1536"/>
                  </a:cubicBezTo>
                  <a:cubicBezTo>
                    <a:pt x="692" y="1702"/>
                    <a:pt x="929" y="1786"/>
                    <a:pt x="1058" y="1952"/>
                  </a:cubicBezTo>
                  <a:cubicBezTo>
                    <a:pt x="1231" y="2038"/>
                    <a:pt x="1243" y="2184"/>
                    <a:pt x="1092" y="2388"/>
                  </a:cubicBezTo>
                  <a:cubicBezTo>
                    <a:pt x="1144" y="2628"/>
                    <a:pt x="1074" y="2764"/>
                    <a:pt x="879" y="2796"/>
                  </a:cubicBezTo>
                  <a:cubicBezTo>
                    <a:pt x="699" y="2894"/>
                    <a:pt x="448" y="2907"/>
                    <a:pt x="253" y="2926"/>
                  </a:cubicBezTo>
                  <a:cubicBezTo>
                    <a:pt x="11" y="2951"/>
                    <a:pt x="1" y="3321"/>
                    <a:pt x="230" y="3321"/>
                  </a:cubicBezTo>
                  <a:cubicBezTo>
                    <a:pt x="238" y="3321"/>
                    <a:pt x="245" y="3320"/>
                    <a:pt x="253" y="3320"/>
                  </a:cubicBezTo>
                  <a:cubicBezTo>
                    <a:pt x="823" y="3262"/>
                    <a:pt x="1560" y="3116"/>
                    <a:pt x="1675" y="2439"/>
                  </a:cubicBezTo>
                  <a:cubicBezTo>
                    <a:pt x="1721" y="2173"/>
                    <a:pt x="1623" y="1950"/>
                    <a:pt x="1443" y="1758"/>
                  </a:cubicBezTo>
                  <a:cubicBezTo>
                    <a:pt x="1296" y="1600"/>
                    <a:pt x="1087" y="1514"/>
                    <a:pt x="933" y="1365"/>
                  </a:cubicBezTo>
                  <a:cubicBezTo>
                    <a:pt x="780" y="1232"/>
                    <a:pt x="694" y="1061"/>
                    <a:pt x="673" y="854"/>
                  </a:cubicBezTo>
                  <a:cubicBezTo>
                    <a:pt x="706" y="550"/>
                    <a:pt x="837" y="400"/>
                    <a:pt x="1068" y="400"/>
                  </a:cubicBezTo>
                  <a:cubicBezTo>
                    <a:pt x="1130" y="400"/>
                    <a:pt x="1198" y="411"/>
                    <a:pt x="1274" y="432"/>
                  </a:cubicBezTo>
                  <a:cubicBezTo>
                    <a:pt x="1305" y="447"/>
                    <a:pt x="1336" y="454"/>
                    <a:pt x="1365" y="454"/>
                  </a:cubicBezTo>
                  <a:cubicBezTo>
                    <a:pt x="1547" y="454"/>
                    <a:pt x="1669" y="187"/>
                    <a:pt x="1473" y="90"/>
                  </a:cubicBezTo>
                  <a:cubicBezTo>
                    <a:pt x="1350" y="29"/>
                    <a:pt x="1221" y="1"/>
                    <a:pt x="109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9"/>
            <p:cNvSpPr/>
            <p:nvPr/>
          </p:nvSpPr>
          <p:spPr>
            <a:xfrm>
              <a:off x="2387675" y="1512213"/>
              <a:ext cx="9850" cy="84175"/>
            </a:xfrm>
            <a:custGeom>
              <a:rect b="b" l="l" r="r" t="t"/>
              <a:pathLst>
                <a:path extrusionOk="0" h="3367" w="394">
                  <a:moveTo>
                    <a:pt x="197" y="0"/>
                  </a:moveTo>
                  <a:cubicBezTo>
                    <a:pt x="99" y="0"/>
                    <a:pt x="0" y="64"/>
                    <a:pt x="0" y="191"/>
                  </a:cubicBezTo>
                  <a:lnTo>
                    <a:pt x="0" y="3176"/>
                  </a:lnTo>
                  <a:cubicBezTo>
                    <a:pt x="0" y="3303"/>
                    <a:pt x="99" y="3366"/>
                    <a:pt x="197" y="3366"/>
                  </a:cubicBezTo>
                  <a:cubicBezTo>
                    <a:pt x="295" y="3366"/>
                    <a:pt x="394" y="3303"/>
                    <a:pt x="394" y="3176"/>
                  </a:cubicBezTo>
                  <a:lnTo>
                    <a:pt x="394" y="191"/>
                  </a:lnTo>
                  <a:cubicBezTo>
                    <a:pt x="394" y="64"/>
                    <a:pt x="295" y="0"/>
                    <a:pt x="1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9"/>
            <p:cNvSpPr/>
            <p:nvPr/>
          </p:nvSpPr>
          <p:spPr>
            <a:xfrm>
              <a:off x="2425000" y="1512213"/>
              <a:ext cx="9850" cy="84175"/>
            </a:xfrm>
            <a:custGeom>
              <a:rect b="b" l="l" r="r" t="t"/>
              <a:pathLst>
                <a:path extrusionOk="0" h="3367" w="394">
                  <a:moveTo>
                    <a:pt x="197" y="0"/>
                  </a:moveTo>
                  <a:cubicBezTo>
                    <a:pt x="99" y="0"/>
                    <a:pt x="0" y="64"/>
                    <a:pt x="0" y="191"/>
                  </a:cubicBezTo>
                  <a:lnTo>
                    <a:pt x="0" y="3176"/>
                  </a:lnTo>
                  <a:cubicBezTo>
                    <a:pt x="0" y="3303"/>
                    <a:pt x="99" y="3366"/>
                    <a:pt x="197" y="3366"/>
                  </a:cubicBezTo>
                  <a:cubicBezTo>
                    <a:pt x="296" y="3366"/>
                    <a:pt x="394" y="3303"/>
                    <a:pt x="394" y="3176"/>
                  </a:cubicBezTo>
                  <a:lnTo>
                    <a:pt x="394" y="191"/>
                  </a:lnTo>
                  <a:cubicBezTo>
                    <a:pt x="394" y="64"/>
                    <a:pt x="296" y="0"/>
                    <a:pt x="1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9"/>
            <p:cNvSpPr/>
            <p:nvPr/>
          </p:nvSpPr>
          <p:spPr>
            <a:xfrm>
              <a:off x="2427750" y="1512188"/>
              <a:ext cx="61550" cy="90025"/>
            </a:xfrm>
            <a:custGeom>
              <a:rect b="b" l="l" r="r" t="t"/>
              <a:pathLst>
                <a:path extrusionOk="0" h="3601" w="2462">
                  <a:moveTo>
                    <a:pt x="2268" y="0"/>
                  </a:moveTo>
                  <a:cubicBezTo>
                    <a:pt x="2169" y="0"/>
                    <a:pt x="2068" y="63"/>
                    <a:pt x="2062" y="190"/>
                  </a:cubicBezTo>
                  <a:cubicBezTo>
                    <a:pt x="2021" y="1101"/>
                    <a:pt x="1939" y="2007"/>
                    <a:pt x="1817" y="2910"/>
                  </a:cubicBezTo>
                  <a:lnTo>
                    <a:pt x="1817" y="2910"/>
                  </a:lnTo>
                  <a:cubicBezTo>
                    <a:pt x="1207" y="2067"/>
                    <a:pt x="746" y="1143"/>
                    <a:pt x="427" y="144"/>
                  </a:cubicBezTo>
                  <a:cubicBezTo>
                    <a:pt x="397" y="50"/>
                    <a:pt x="319" y="9"/>
                    <a:pt x="241" y="9"/>
                  </a:cubicBezTo>
                  <a:cubicBezTo>
                    <a:pt x="121" y="9"/>
                    <a:pt x="1" y="105"/>
                    <a:pt x="48" y="251"/>
                  </a:cubicBezTo>
                  <a:cubicBezTo>
                    <a:pt x="430" y="1458"/>
                    <a:pt x="1020" y="2553"/>
                    <a:pt x="1804" y="3542"/>
                  </a:cubicBezTo>
                  <a:cubicBezTo>
                    <a:pt x="1836" y="3582"/>
                    <a:pt x="1885" y="3600"/>
                    <a:pt x="1936" y="3600"/>
                  </a:cubicBezTo>
                  <a:cubicBezTo>
                    <a:pt x="2026" y="3600"/>
                    <a:pt x="2120" y="3544"/>
                    <a:pt x="2133" y="3453"/>
                  </a:cubicBezTo>
                  <a:cubicBezTo>
                    <a:pt x="2297" y="2371"/>
                    <a:pt x="2405" y="1285"/>
                    <a:pt x="2456" y="190"/>
                  </a:cubicBezTo>
                  <a:cubicBezTo>
                    <a:pt x="2461" y="63"/>
                    <a:pt x="2366" y="0"/>
                    <a:pt x="22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9"/>
            <p:cNvSpPr/>
            <p:nvPr/>
          </p:nvSpPr>
          <p:spPr>
            <a:xfrm>
              <a:off x="2543100" y="1458638"/>
              <a:ext cx="51250" cy="63600"/>
            </a:xfrm>
            <a:custGeom>
              <a:rect b="b" l="l" r="r" t="t"/>
              <a:pathLst>
                <a:path extrusionOk="0" h="2544" w="2050">
                  <a:moveTo>
                    <a:pt x="1122" y="0"/>
                  </a:moveTo>
                  <a:cubicBezTo>
                    <a:pt x="1108" y="0"/>
                    <a:pt x="1094" y="2"/>
                    <a:pt x="1081" y="4"/>
                  </a:cubicBezTo>
                  <a:cubicBezTo>
                    <a:pt x="799" y="58"/>
                    <a:pt x="519" y="111"/>
                    <a:pt x="238" y="167"/>
                  </a:cubicBezTo>
                  <a:cubicBezTo>
                    <a:pt x="1" y="212"/>
                    <a:pt x="81" y="551"/>
                    <a:pt x="297" y="551"/>
                  </a:cubicBezTo>
                  <a:cubicBezTo>
                    <a:pt x="310" y="551"/>
                    <a:pt x="324" y="549"/>
                    <a:pt x="338" y="546"/>
                  </a:cubicBezTo>
                  <a:cubicBezTo>
                    <a:pt x="545" y="507"/>
                    <a:pt x="753" y="468"/>
                    <a:pt x="960" y="427"/>
                  </a:cubicBezTo>
                  <a:lnTo>
                    <a:pt x="960" y="427"/>
                  </a:lnTo>
                  <a:cubicBezTo>
                    <a:pt x="995" y="981"/>
                    <a:pt x="758" y="1495"/>
                    <a:pt x="328" y="1861"/>
                  </a:cubicBezTo>
                  <a:cubicBezTo>
                    <a:pt x="214" y="1957"/>
                    <a:pt x="279" y="2154"/>
                    <a:pt x="415" y="2190"/>
                  </a:cubicBezTo>
                  <a:cubicBezTo>
                    <a:pt x="851" y="2306"/>
                    <a:pt x="1284" y="2420"/>
                    <a:pt x="1720" y="2536"/>
                  </a:cubicBezTo>
                  <a:cubicBezTo>
                    <a:pt x="1739" y="2541"/>
                    <a:pt x="1757" y="2544"/>
                    <a:pt x="1774" y="2544"/>
                  </a:cubicBezTo>
                  <a:cubicBezTo>
                    <a:pt x="1979" y="2544"/>
                    <a:pt x="2050" y="2216"/>
                    <a:pt x="1826" y="2157"/>
                  </a:cubicBezTo>
                  <a:cubicBezTo>
                    <a:pt x="1501" y="2070"/>
                    <a:pt x="1177" y="1985"/>
                    <a:pt x="853" y="1899"/>
                  </a:cubicBezTo>
                  <a:lnTo>
                    <a:pt x="853" y="1899"/>
                  </a:lnTo>
                  <a:cubicBezTo>
                    <a:pt x="1267" y="1417"/>
                    <a:pt x="1430" y="785"/>
                    <a:pt x="1322" y="143"/>
                  </a:cubicBezTo>
                  <a:cubicBezTo>
                    <a:pt x="1307" y="47"/>
                    <a:pt x="1209" y="0"/>
                    <a:pt x="112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9"/>
            <p:cNvSpPr/>
            <p:nvPr/>
          </p:nvSpPr>
          <p:spPr>
            <a:xfrm>
              <a:off x="2643725" y="1403963"/>
              <a:ext cx="92100" cy="335125"/>
            </a:xfrm>
            <a:custGeom>
              <a:rect b="b" l="l" r="r" t="t"/>
              <a:pathLst>
                <a:path extrusionOk="0" h="13405" w="3684">
                  <a:moveTo>
                    <a:pt x="2867" y="0"/>
                  </a:moveTo>
                  <a:cubicBezTo>
                    <a:pt x="2824" y="0"/>
                    <a:pt x="2780" y="14"/>
                    <a:pt x="2739" y="47"/>
                  </a:cubicBezTo>
                  <a:cubicBezTo>
                    <a:pt x="638" y="1701"/>
                    <a:pt x="1" y="4450"/>
                    <a:pt x="29" y="7014"/>
                  </a:cubicBezTo>
                  <a:cubicBezTo>
                    <a:pt x="58" y="9555"/>
                    <a:pt x="785" y="12361"/>
                    <a:pt x="3371" y="13390"/>
                  </a:cubicBezTo>
                  <a:cubicBezTo>
                    <a:pt x="3396" y="13400"/>
                    <a:pt x="3420" y="13404"/>
                    <a:pt x="3442" y="13404"/>
                  </a:cubicBezTo>
                  <a:cubicBezTo>
                    <a:pt x="3625" y="13404"/>
                    <a:pt x="3683" y="13093"/>
                    <a:pt x="3477" y="13010"/>
                  </a:cubicBezTo>
                  <a:cubicBezTo>
                    <a:pt x="874" y="11975"/>
                    <a:pt x="356" y="8919"/>
                    <a:pt x="429" y="6435"/>
                  </a:cubicBezTo>
                  <a:cubicBezTo>
                    <a:pt x="498" y="4145"/>
                    <a:pt x="1153" y="1796"/>
                    <a:pt x="3018" y="327"/>
                  </a:cubicBezTo>
                  <a:cubicBezTo>
                    <a:pt x="3174" y="201"/>
                    <a:pt x="3031" y="0"/>
                    <a:pt x="28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9"/>
            <p:cNvSpPr/>
            <p:nvPr/>
          </p:nvSpPr>
          <p:spPr>
            <a:xfrm>
              <a:off x="2745775" y="1453213"/>
              <a:ext cx="64300" cy="73500"/>
            </a:xfrm>
            <a:custGeom>
              <a:rect b="b" l="l" r="r" t="t"/>
              <a:pathLst>
                <a:path extrusionOk="0" h="2940" w="2572">
                  <a:moveTo>
                    <a:pt x="817" y="1"/>
                  </a:moveTo>
                  <a:cubicBezTo>
                    <a:pt x="421" y="1"/>
                    <a:pt x="34" y="261"/>
                    <a:pt x="6" y="722"/>
                  </a:cubicBezTo>
                  <a:cubicBezTo>
                    <a:pt x="1" y="850"/>
                    <a:pt x="97" y="913"/>
                    <a:pt x="197" y="913"/>
                  </a:cubicBezTo>
                  <a:cubicBezTo>
                    <a:pt x="295" y="913"/>
                    <a:pt x="397" y="850"/>
                    <a:pt x="404" y="725"/>
                  </a:cubicBezTo>
                  <a:cubicBezTo>
                    <a:pt x="415" y="513"/>
                    <a:pt x="635" y="386"/>
                    <a:pt x="837" y="386"/>
                  </a:cubicBezTo>
                  <a:cubicBezTo>
                    <a:pt x="883" y="386"/>
                    <a:pt x="929" y="393"/>
                    <a:pt x="971" y="407"/>
                  </a:cubicBezTo>
                  <a:cubicBezTo>
                    <a:pt x="1273" y="513"/>
                    <a:pt x="1333" y="915"/>
                    <a:pt x="1278" y="1179"/>
                  </a:cubicBezTo>
                  <a:cubicBezTo>
                    <a:pt x="1171" y="1705"/>
                    <a:pt x="696" y="2038"/>
                    <a:pt x="284" y="2330"/>
                  </a:cubicBezTo>
                  <a:cubicBezTo>
                    <a:pt x="139" y="2433"/>
                    <a:pt x="169" y="2626"/>
                    <a:pt x="331" y="2689"/>
                  </a:cubicBezTo>
                  <a:cubicBezTo>
                    <a:pt x="763" y="2859"/>
                    <a:pt x="1200" y="2940"/>
                    <a:pt x="1646" y="2940"/>
                  </a:cubicBezTo>
                  <a:cubicBezTo>
                    <a:pt x="1873" y="2940"/>
                    <a:pt x="2103" y="2919"/>
                    <a:pt x="2336" y="2878"/>
                  </a:cubicBezTo>
                  <a:cubicBezTo>
                    <a:pt x="2572" y="2836"/>
                    <a:pt x="2490" y="2495"/>
                    <a:pt x="2270" y="2495"/>
                  </a:cubicBezTo>
                  <a:cubicBezTo>
                    <a:pt x="2257" y="2495"/>
                    <a:pt x="2244" y="2496"/>
                    <a:pt x="2230" y="2499"/>
                  </a:cubicBezTo>
                  <a:cubicBezTo>
                    <a:pt x="2039" y="2533"/>
                    <a:pt x="1850" y="2549"/>
                    <a:pt x="1663" y="2549"/>
                  </a:cubicBezTo>
                  <a:cubicBezTo>
                    <a:pt x="1369" y="2549"/>
                    <a:pt x="1080" y="2508"/>
                    <a:pt x="794" y="2430"/>
                  </a:cubicBezTo>
                  <a:lnTo>
                    <a:pt x="794" y="2430"/>
                  </a:lnTo>
                  <a:cubicBezTo>
                    <a:pt x="1423" y="1912"/>
                    <a:pt x="2058" y="1133"/>
                    <a:pt x="1498" y="344"/>
                  </a:cubicBezTo>
                  <a:cubicBezTo>
                    <a:pt x="1331" y="110"/>
                    <a:pt x="1072" y="1"/>
                    <a:pt x="81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9"/>
            <p:cNvSpPr/>
            <p:nvPr/>
          </p:nvSpPr>
          <p:spPr>
            <a:xfrm>
              <a:off x="2726225" y="1561163"/>
              <a:ext cx="104900" cy="14200"/>
            </a:xfrm>
            <a:custGeom>
              <a:rect b="b" l="l" r="r" t="t"/>
              <a:pathLst>
                <a:path extrusionOk="0" h="568" w="4196">
                  <a:moveTo>
                    <a:pt x="1395" y="0"/>
                  </a:moveTo>
                  <a:cubicBezTo>
                    <a:pt x="1016" y="0"/>
                    <a:pt x="636" y="13"/>
                    <a:pt x="255" y="37"/>
                  </a:cubicBezTo>
                  <a:cubicBezTo>
                    <a:pt x="8" y="53"/>
                    <a:pt x="1" y="431"/>
                    <a:pt x="241" y="431"/>
                  </a:cubicBezTo>
                  <a:cubicBezTo>
                    <a:pt x="245" y="431"/>
                    <a:pt x="250" y="431"/>
                    <a:pt x="255" y="431"/>
                  </a:cubicBezTo>
                  <a:cubicBezTo>
                    <a:pt x="644" y="405"/>
                    <a:pt x="1032" y="393"/>
                    <a:pt x="1420" y="393"/>
                  </a:cubicBezTo>
                  <a:cubicBezTo>
                    <a:pt x="2232" y="393"/>
                    <a:pt x="3042" y="449"/>
                    <a:pt x="3851" y="565"/>
                  </a:cubicBezTo>
                  <a:cubicBezTo>
                    <a:pt x="3863" y="567"/>
                    <a:pt x="3873" y="568"/>
                    <a:pt x="3884" y="568"/>
                  </a:cubicBezTo>
                  <a:cubicBezTo>
                    <a:pt x="4109" y="568"/>
                    <a:pt x="4195" y="220"/>
                    <a:pt x="3957" y="186"/>
                  </a:cubicBezTo>
                  <a:cubicBezTo>
                    <a:pt x="3103" y="63"/>
                    <a:pt x="2251" y="0"/>
                    <a:pt x="139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9"/>
            <p:cNvSpPr/>
            <p:nvPr/>
          </p:nvSpPr>
          <p:spPr>
            <a:xfrm>
              <a:off x="2755250" y="1611513"/>
              <a:ext cx="66925" cy="76525"/>
            </a:xfrm>
            <a:custGeom>
              <a:rect b="b" l="l" r="r" t="t"/>
              <a:pathLst>
                <a:path extrusionOk="0" h="3061" w="2677">
                  <a:moveTo>
                    <a:pt x="417" y="0"/>
                  </a:moveTo>
                  <a:cubicBezTo>
                    <a:pt x="167" y="0"/>
                    <a:pt x="167" y="391"/>
                    <a:pt x="418" y="395"/>
                  </a:cubicBezTo>
                  <a:lnTo>
                    <a:pt x="1327" y="413"/>
                  </a:lnTo>
                  <a:lnTo>
                    <a:pt x="1327" y="413"/>
                  </a:lnTo>
                  <a:cubicBezTo>
                    <a:pt x="1269" y="741"/>
                    <a:pt x="1108" y="1000"/>
                    <a:pt x="842" y="1228"/>
                  </a:cubicBezTo>
                  <a:cubicBezTo>
                    <a:pt x="719" y="1336"/>
                    <a:pt x="805" y="1508"/>
                    <a:pt x="930" y="1558"/>
                  </a:cubicBezTo>
                  <a:cubicBezTo>
                    <a:pt x="1156" y="1648"/>
                    <a:pt x="1383" y="1739"/>
                    <a:pt x="1610" y="1831"/>
                  </a:cubicBezTo>
                  <a:cubicBezTo>
                    <a:pt x="1913" y="1954"/>
                    <a:pt x="2225" y="2049"/>
                    <a:pt x="1893" y="2354"/>
                  </a:cubicBezTo>
                  <a:cubicBezTo>
                    <a:pt x="1531" y="2686"/>
                    <a:pt x="712" y="2664"/>
                    <a:pt x="255" y="2667"/>
                  </a:cubicBezTo>
                  <a:cubicBezTo>
                    <a:pt x="1" y="2669"/>
                    <a:pt x="0" y="3061"/>
                    <a:pt x="254" y="3061"/>
                  </a:cubicBezTo>
                  <a:cubicBezTo>
                    <a:pt x="254" y="3061"/>
                    <a:pt x="255" y="3061"/>
                    <a:pt x="255" y="3061"/>
                  </a:cubicBezTo>
                  <a:cubicBezTo>
                    <a:pt x="877" y="3056"/>
                    <a:pt x="2247" y="3029"/>
                    <a:pt x="2494" y="2273"/>
                  </a:cubicBezTo>
                  <a:cubicBezTo>
                    <a:pt x="2676" y="1713"/>
                    <a:pt x="1874" y="1450"/>
                    <a:pt x="1345" y="1281"/>
                  </a:cubicBezTo>
                  <a:lnTo>
                    <a:pt x="1345" y="1281"/>
                  </a:lnTo>
                  <a:cubicBezTo>
                    <a:pt x="1594" y="983"/>
                    <a:pt x="1721" y="629"/>
                    <a:pt x="1744" y="219"/>
                  </a:cubicBezTo>
                  <a:cubicBezTo>
                    <a:pt x="1750" y="112"/>
                    <a:pt x="1650" y="23"/>
                    <a:pt x="1548" y="22"/>
                  </a:cubicBezTo>
                  <a:lnTo>
                    <a:pt x="420" y="0"/>
                  </a:lnTo>
                  <a:cubicBezTo>
                    <a:pt x="419" y="0"/>
                    <a:pt x="418" y="0"/>
                    <a:pt x="41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9"/>
            <p:cNvSpPr/>
            <p:nvPr/>
          </p:nvSpPr>
          <p:spPr>
            <a:xfrm>
              <a:off x="2827925" y="1411038"/>
              <a:ext cx="90675" cy="329450"/>
            </a:xfrm>
            <a:custGeom>
              <a:rect b="b" l="l" r="r" t="t"/>
              <a:pathLst>
                <a:path extrusionOk="0" h="13178" w="3627">
                  <a:moveTo>
                    <a:pt x="1235" y="0"/>
                  </a:moveTo>
                  <a:cubicBezTo>
                    <a:pt x="1091" y="0"/>
                    <a:pt x="958" y="198"/>
                    <a:pt x="1085" y="343"/>
                  </a:cubicBezTo>
                  <a:cubicBezTo>
                    <a:pt x="2571" y="2044"/>
                    <a:pt x="3289" y="4277"/>
                    <a:pt x="3145" y="6529"/>
                  </a:cubicBezTo>
                  <a:cubicBezTo>
                    <a:pt x="3072" y="7656"/>
                    <a:pt x="2774" y="8765"/>
                    <a:pt x="2256" y="9770"/>
                  </a:cubicBezTo>
                  <a:cubicBezTo>
                    <a:pt x="1672" y="10895"/>
                    <a:pt x="788" y="11833"/>
                    <a:pt x="97" y="12888"/>
                  </a:cubicBezTo>
                  <a:cubicBezTo>
                    <a:pt x="0" y="13036"/>
                    <a:pt x="136" y="13178"/>
                    <a:pt x="275" y="13178"/>
                  </a:cubicBezTo>
                  <a:cubicBezTo>
                    <a:pt x="335" y="13178"/>
                    <a:pt x="395" y="13151"/>
                    <a:pt x="438" y="13087"/>
                  </a:cubicBezTo>
                  <a:cubicBezTo>
                    <a:pt x="1233" y="11874"/>
                    <a:pt x="2248" y="10808"/>
                    <a:pt x="2837" y="9465"/>
                  </a:cubicBezTo>
                  <a:cubicBezTo>
                    <a:pt x="3281" y="8453"/>
                    <a:pt x="3517" y="7353"/>
                    <a:pt x="3553" y="6250"/>
                  </a:cubicBezTo>
                  <a:cubicBezTo>
                    <a:pt x="3627" y="3982"/>
                    <a:pt x="2854" y="1772"/>
                    <a:pt x="1364" y="64"/>
                  </a:cubicBezTo>
                  <a:cubicBezTo>
                    <a:pt x="1325" y="19"/>
                    <a:pt x="1279" y="0"/>
                    <a:pt x="12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9"/>
            <p:cNvSpPr/>
            <p:nvPr/>
          </p:nvSpPr>
          <p:spPr>
            <a:xfrm>
              <a:off x="2158175" y="1835288"/>
              <a:ext cx="62525" cy="15850"/>
            </a:xfrm>
            <a:custGeom>
              <a:rect b="b" l="l" r="r" t="t"/>
              <a:pathLst>
                <a:path extrusionOk="0" h="634" w="2501">
                  <a:moveTo>
                    <a:pt x="224" y="0"/>
                  </a:moveTo>
                  <a:cubicBezTo>
                    <a:pt x="0" y="0"/>
                    <a:pt x="10" y="367"/>
                    <a:pt x="250" y="396"/>
                  </a:cubicBezTo>
                  <a:cubicBezTo>
                    <a:pt x="917" y="474"/>
                    <a:pt x="1584" y="553"/>
                    <a:pt x="2250" y="632"/>
                  </a:cubicBezTo>
                  <a:cubicBezTo>
                    <a:pt x="2259" y="633"/>
                    <a:pt x="2268" y="633"/>
                    <a:pt x="2277" y="633"/>
                  </a:cubicBezTo>
                  <a:cubicBezTo>
                    <a:pt x="2500" y="633"/>
                    <a:pt x="2490" y="266"/>
                    <a:pt x="2250" y="238"/>
                  </a:cubicBezTo>
                  <a:cubicBezTo>
                    <a:pt x="1583" y="159"/>
                    <a:pt x="916" y="81"/>
                    <a:pt x="250" y="2"/>
                  </a:cubicBezTo>
                  <a:cubicBezTo>
                    <a:pt x="241" y="1"/>
                    <a:pt x="232" y="0"/>
                    <a:pt x="22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9"/>
            <p:cNvSpPr/>
            <p:nvPr/>
          </p:nvSpPr>
          <p:spPr>
            <a:xfrm>
              <a:off x="2165975" y="1871363"/>
              <a:ext cx="54650" cy="14400"/>
            </a:xfrm>
            <a:custGeom>
              <a:rect b="b" l="l" r="r" t="t"/>
              <a:pathLst>
                <a:path extrusionOk="0" h="576" w="2186">
                  <a:moveTo>
                    <a:pt x="263" y="1"/>
                  </a:moveTo>
                  <a:cubicBezTo>
                    <a:pt x="67" y="1"/>
                    <a:pt x="0" y="321"/>
                    <a:pt x="220" y="390"/>
                  </a:cubicBezTo>
                  <a:cubicBezTo>
                    <a:pt x="618" y="513"/>
                    <a:pt x="1022" y="575"/>
                    <a:pt x="1431" y="575"/>
                  </a:cubicBezTo>
                  <a:cubicBezTo>
                    <a:pt x="1598" y="575"/>
                    <a:pt x="1765" y="565"/>
                    <a:pt x="1932" y="544"/>
                  </a:cubicBezTo>
                  <a:cubicBezTo>
                    <a:pt x="2172" y="516"/>
                    <a:pt x="2185" y="149"/>
                    <a:pt x="1959" y="149"/>
                  </a:cubicBezTo>
                  <a:cubicBezTo>
                    <a:pt x="1951" y="149"/>
                    <a:pt x="1942" y="150"/>
                    <a:pt x="1932" y="151"/>
                  </a:cubicBezTo>
                  <a:cubicBezTo>
                    <a:pt x="1770" y="171"/>
                    <a:pt x="1608" y="181"/>
                    <a:pt x="1448" y="181"/>
                  </a:cubicBezTo>
                  <a:cubicBezTo>
                    <a:pt x="1068" y="181"/>
                    <a:pt x="695" y="124"/>
                    <a:pt x="325" y="11"/>
                  </a:cubicBezTo>
                  <a:cubicBezTo>
                    <a:pt x="303" y="4"/>
                    <a:pt x="282" y="1"/>
                    <a:pt x="26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9"/>
            <p:cNvSpPr/>
            <p:nvPr/>
          </p:nvSpPr>
          <p:spPr>
            <a:xfrm>
              <a:off x="2310875" y="1797863"/>
              <a:ext cx="50975" cy="106800"/>
            </a:xfrm>
            <a:custGeom>
              <a:rect b="b" l="l" r="r" t="t"/>
              <a:pathLst>
                <a:path extrusionOk="0" h="4272" w="2039">
                  <a:moveTo>
                    <a:pt x="1241" y="1"/>
                  </a:moveTo>
                  <a:cubicBezTo>
                    <a:pt x="604" y="1"/>
                    <a:pt x="24" y="446"/>
                    <a:pt x="36" y="1161"/>
                  </a:cubicBezTo>
                  <a:cubicBezTo>
                    <a:pt x="43" y="1549"/>
                    <a:pt x="233" y="1873"/>
                    <a:pt x="531" y="2109"/>
                  </a:cubicBezTo>
                  <a:cubicBezTo>
                    <a:pt x="700" y="2242"/>
                    <a:pt x="1051" y="2308"/>
                    <a:pt x="1171" y="2474"/>
                  </a:cubicBezTo>
                  <a:cubicBezTo>
                    <a:pt x="1290" y="2640"/>
                    <a:pt x="999" y="3655"/>
                    <a:pt x="787" y="3768"/>
                  </a:cubicBezTo>
                  <a:cubicBezTo>
                    <a:pt x="641" y="3845"/>
                    <a:pt x="392" y="3861"/>
                    <a:pt x="236" y="3888"/>
                  </a:cubicBezTo>
                  <a:cubicBezTo>
                    <a:pt x="1" y="3930"/>
                    <a:pt x="83" y="4271"/>
                    <a:pt x="302" y="4271"/>
                  </a:cubicBezTo>
                  <a:cubicBezTo>
                    <a:pt x="315" y="4271"/>
                    <a:pt x="329" y="4270"/>
                    <a:pt x="342" y="4268"/>
                  </a:cubicBezTo>
                  <a:cubicBezTo>
                    <a:pt x="1037" y="4142"/>
                    <a:pt x="2039" y="3818"/>
                    <a:pt x="1953" y="2915"/>
                  </a:cubicBezTo>
                  <a:cubicBezTo>
                    <a:pt x="1920" y="2581"/>
                    <a:pt x="1717" y="2361"/>
                    <a:pt x="1453" y="2180"/>
                  </a:cubicBezTo>
                  <a:cubicBezTo>
                    <a:pt x="1204" y="2010"/>
                    <a:pt x="873" y="1931"/>
                    <a:pt x="663" y="1708"/>
                  </a:cubicBezTo>
                  <a:cubicBezTo>
                    <a:pt x="98" y="1111"/>
                    <a:pt x="615" y="396"/>
                    <a:pt x="1269" y="396"/>
                  </a:cubicBezTo>
                  <a:cubicBezTo>
                    <a:pt x="1349" y="396"/>
                    <a:pt x="1432" y="406"/>
                    <a:pt x="1515" y="430"/>
                  </a:cubicBezTo>
                  <a:cubicBezTo>
                    <a:pt x="1535" y="435"/>
                    <a:pt x="1555" y="438"/>
                    <a:pt x="1573" y="438"/>
                  </a:cubicBezTo>
                  <a:cubicBezTo>
                    <a:pt x="1774" y="438"/>
                    <a:pt x="1842" y="115"/>
                    <a:pt x="1618" y="53"/>
                  </a:cubicBezTo>
                  <a:cubicBezTo>
                    <a:pt x="1493" y="18"/>
                    <a:pt x="1366" y="1"/>
                    <a:pt x="124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9"/>
            <p:cNvSpPr/>
            <p:nvPr/>
          </p:nvSpPr>
          <p:spPr>
            <a:xfrm>
              <a:off x="2399400" y="1804988"/>
              <a:ext cx="15775" cy="96400"/>
            </a:xfrm>
            <a:custGeom>
              <a:rect b="b" l="l" r="r" t="t"/>
              <a:pathLst>
                <a:path extrusionOk="0" h="3856" w="631">
                  <a:moveTo>
                    <a:pt x="227" y="0"/>
                  </a:moveTo>
                  <a:cubicBezTo>
                    <a:pt x="128" y="0"/>
                    <a:pt x="28" y="64"/>
                    <a:pt x="25" y="190"/>
                  </a:cubicBezTo>
                  <a:cubicBezTo>
                    <a:pt x="1" y="1356"/>
                    <a:pt x="67" y="2512"/>
                    <a:pt x="220" y="3669"/>
                  </a:cubicBezTo>
                  <a:cubicBezTo>
                    <a:pt x="237" y="3793"/>
                    <a:pt x="345" y="3855"/>
                    <a:pt x="444" y="3855"/>
                  </a:cubicBezTo>
                  <a:cubicBezTo>
                    <a:pt x="542" y="3855"/>
                    <a:pt x="631" y="3794"/>
                    <a:pt x="613" y="3669"/>
                  </a:cubicBezTo>
                  <a:cubicBezTo>
                    <a:pt x="460" y="2512"/>
                    <a:pt x="394" y="1356"/>
                    <a:pt x="419" y="190"/>
                  </a:cubicBezTo>
                  <a:cubicBezTo>
                    <a:pt x="422" y="64"/>
                    <a:pt x="325" y="0"/>
                    <a:pt x="2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9"/>
            <p:cNvSpPr/>
            <p:nvPr/>
          </p:nvSpPr>
          <p:spPr>
            <a:xfrm>
              <a:off x="2448225" y="1809188"/>
              <a:ext cx="15500" cy="88500"/>
            </a:xfrm>
            <a:custGeom>
              <a:rect b="b" l="l" r="r" t="t"/>
              <a:pathLst>
                <a:path extrusionOk="0" h="3540" w="620">
                  <a:moveTo>
                    <a:pt x="287" y="0"/>
                  </a:moveTo>
                  <a:cubicBezTo>
                    <a:pt x="189" y="0"/>
                    <a:pt x="86" y="64"/>
                    <a:pt x="76" y="190"/>
                  </a:cubicBezTo>
                  <a:cubicBezTo>
                    <a:pt x="0" y="1268"/>
                    <a:pt x="50" y="2330"/>
                    <a:pt x="217" y="3397"/>
                  </a:cubicBezTo>
                  <a:cubicBezTo>
                    <a:pt x="232" y="3496"/>
                    <a:pt x="301" y="3539"/>
                    <a:pt x="377" y="3539"/>
                  </a:cubicBezTo>
                  <a:cubicBezTo>
                    <a:pt x="491" y="3539"/>
                    <a:pt x="619" y="3441"/>
                    <a:pt x="596" y="3291"/>
                  </a:cubicBezTo>
                  <a:cubicBezTo>
                    <a:pt x="434" y="2260"/>
                    <a:pt x="395" y="1229"/>
                    <a:pt x="470" y="190"/>
                  </a:cubicBezTo>
                  <a:cubicBezTo>
                    <a:pt x="479" y="63"/>
                    <a:pt x="386" y="0"/>
                    <a:pt x="2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9"/>
            <p:cNvSpPr/>
            <p:nvPr/>
          </p:nvSpPr>
          <p:spPr>
            <a:xfrm>
              <a:off x="2451100" y="1792863"/>
              <a:ext cx="66975" cy="100425"/>
            </a:xfrm>
            <a:custGeom>
              <a:rect b="b" l="l" r="r" t="t"/>
              <a:pathLst>
                <a:path extrusionOk="0" h="4017" w="2679">
                  <a:moveTo>
                    <a:pt x="2253" y="0"/>
                  </a:moveTo>
                  <a:cubicBezTo>
                    <a:pt x="2138" y="0"/>
                    <a:pt x="2012" y="98"/>
                    <a:pt x="2041" y="247"/>
                  </a:cubicBezTo>
                  <a:cubicBezTo>
                    <a:pt x="2235" y="1243"/>
                    <a:pt x="2276" y="2235"/>
                    <a:pt x="2166" y="3232"/>
                  </a:cubicBezTo>
                  <a:lnTo>
                    <a:pt x="2166" y="3232"/>
                  </a:lnTo>
                  <a:cubicBezTo>
                    <a:pt x="1647" y="2365"/>
                    <a:pt x="1060" y="1548"/>
                    <a:pt x="404" y="776"/>
                  </a:cubicBezTo>
                  <a:cubicBezTo>
                    <a:pt x="364" y="730"/>
                    <a:pt x="319" y="710"/>
                    <a:pt x="274" y="710"/>
                  </a:cubicBezTo>
                  <a:cubicBezTo>
                    <a:pt x="132" y="710"/>
                    <a:pt x="0" y="907"/>
                    <a:pt x="124" y="1053"/>
                  </a:cubicBezTo>
                  <a:cubicBezTo>
                    <a:pt x="883" y="1945"/>
                    <a:pt x="1542" y="2901"/>
                    <a:pt x="2111" y="3924"/>
                  </a:cubicBezTo>
                  <a:cubicBezTo>
                    <a:pt x="2146" y="3985"/>
                    <a:pt x="2216" y="4016"/>
                    <a:pt x="2286" y="4016"/>
                  </a:cubicBezTo>
                  <a:cubicBezTo>
                    <a:pt x="2371" y="4016"/>
                    <a:pt x="2455" y="3970"/>
                    <a:pt x="2471" y="3876"/>
                  </a:cubicBezTo>
                  <a:cubicBezTo>
                    <a:pt x="2678" y="2625"/>
                    <a:pt x="2663" y="1385"/>
                    <a:pt x="2421" y="141"/>
                  </a:cubicBezTo>
                  <a:cubicBezTo>
                    <a:pt x="2401" y="43"/>
                    <a:pt x="2329" y="0"/>
                    <a:pt x="225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9"/>
            <p:cNvSpPr/>
            <p:nvPr/>
          </p:nvSpPr>
          <p:spPr>
            <a:xfrm>
              <a:off x="2576475" y="1731513"/>
              <a:ext cx="54350" cy="86100"/>
            </a:xfrm>
            <a:custGeom>
              <a:rect b="b" l="l" r="r" t="t"/>
              <a:pathLst>
                <a:path extrusionOk="0" h="3444" w="2174">
                  <a:moveTo>
                    <a:pt x="617" y="1"/>
                  </a:moveTo>
                  <a:cubicBezTo>
                    <a:pt x="490" y="1"/>
                    <a:pt x="353" y="27"/>
                    <a:pt x="210" y="85"/>
                  </a:cubicBezTo>
                  <a:cubicBezTo>
                    <a:pt x="0" y="169"/>
                    <a:pt x="58" y="481"/>
                    <a:pt x="240" y="481"/>
                  </a:cubicBezTo>
                  <a:cubicBezTo>
                    <a:pt x="262" y="481"/>
                    <a:pt x="286" y="477"/>
                    <a:pt x="312" y="467"/>
                  </a:cubicBezTo>
                  <a:cubicBezTo>
                    <a:pt x="397" y="432"/>
                    <a:pt x="481" y="417"/>
                    <a:pt x="559" y="417"/>
                  </a:cubicBezTo>
                  <a:cubicBezTo>
                    <a:pt x="1082" y="417"/>
                    <a:pt x="1394" y="1106"/>
                    <a:pt x="834" y="1449"/>
                  </a:cubicBezTo>
                  <a:cubicBezTo>
                    <a:pt x="650" y="1561"/>
                    <a:pt x="753" y="1812"/>
                    <a:pt x="943" y="1812"/>
                  </a:cubicBezTo>
                  <a:cubicBezTo>
                    <a:pt x="957" y="1812"/>
                    <a:pt x="971" y="1811"/>
                    <a:pt x="986" y="1808"/>
                  </a:cubicBezTo>
                  <a:cubicBezTo>
                    <a:pt x="1006" y="1804"/>
                    <a:pt x="1027" y="1803"/>
                    <a:pt x="1049" y="1803"/>
                  </a:cubicBezTo>
                  <a:cubicBezTo>
                    <a:pt x="1255" y="1803"/>
                    <a:pt x="1539" y="1959"/>
                    <a:pt x="1621" y="2134"/>
                  </a:cubicBezTo>
                  <a:cubicBezTo>
                    <a:pt x="1752" y="2415"/>
                    <a:pt x="1657" y="2707"/>
                    <a:pt x="1427" y="2886"/>
                  </a:cubicBezTo>
                  <a:cubicBezTo>
                    <a:pt x="1274" y="3003"/>
                    <a:pt x="1096" y="3054"/>
                    <a:pt x="914" y="3054"/>
                  </a:cubicBezTo>
                  <a:cubicBezTo>
                    <a:pt x="790" y="3054"/>
                    <a:pt x="664" y="3030"/>
                    <a:pt x="544" y="2989"/>
                  </a:cubicBezTo>
                  <a:cubicBezTo>
                    <a:pt x="520" y="2981"/>
                    <a:pt x="498" y="2977"/>
                    <a:pt x="478" y="2977"/>
                  </a:cubicBezTo>
                  <a:cubicBezTo>
                    <a:pt x="287" y="2977"/>
                    <a:pt x="223" y="3295"/>
                    <a:pt x="439" y="3368"/>
                  </a:cubicBezTo>
                  <a:cubicBezTo>
                    <a:pt x="582" y="3419"/>
                    <a:pt x="737" y="3444"/>
                    <a:pt x="891" y="3444"/>
                  </a:cubicBezTo>
                  <a:cubicBezTo>
                    <a:pt x="1421" y="3444"/>
                    <a:pt x="1955" y="3153"/>
                    <a:pt x="2068" y="2593"/>
                  </a:cubicBezTo>
                  <a:cubicBezTo>
                    <a:pt x="2174" y="2070"/>
                    <a:pt x="1836" y="1607"/>
                    <a:pt x="1379" y="1459"/>
                  </a:cubicBezTo>
                  <a:lnTo>
                    <a:pt x="1379" y="1459"/>
                  </a:lnTo>
                  <a:cubicBezTo>
                    <a:pt x="1770" y="856"/>
                    <a:pt x="1348" y="1"/>
                    <a:pt x="61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9"/>
            <p:cNvSpPr/>
            <p:nvPr/>
          </p:nvSpPr>
          <p:spPr>
            <a:xfrm>
              <a:off x="2688300" y="1809288"/>
              <a:ext cx="63600" cy="71800"/>
            </a:xfrm>
            <a:custGeom>
              <a:rect b="b" l="l" r="r" t="t"/>
              <a:pathLst>
                <a:path extrusionOk="0" h="2872" w="2544">
                  <a:moveTo>
                    <a:pt x="275" y="1"/>
                  </a:moveTo>
                  <a:cubicBezTo>
                    <a:pt x="137" y="1"/>
                    <a:pt x="0" y="142"/>
                    <a:pt x="93" y="292"/>
                  </a:cubicBezTo>
                  <a:cubicBezTo>
                    <a:pt x="669" y="1215"/>
                    <a:pt x="1344" y="2058"/>
                    <a:pt x="2124" y="2816"/>
                  </a:cubicBezTo>
                  <a:cubicBezTo>
                    <a:pt x="2166" y="2855"/>
                    <a:pt x="2211" y="2872"/>
                    <a:pt x="2256" y="2872"/>
                  </a:cubicBezTo>
                  <a:cubicBezTo>
                    <a:pt x="2409" y="2872"/>
                    <a:pt x="2544" y="2673"/>
                    <a:pt x="2404" y="2536"/>
                  </a:cubicBezTo>
                  <a:cubicBezTo>
                    <a:pt x="1649" y="1802"/>
                    <a:pt x="992" y="988"/>
                    <a:pt x="435" y="93"/>
                  </a:cubicBezTo>
                  <a:cubicBezTo>
                    <a:pt x="394" y="28"/>
                    <a:pt x="334" y="1"/>
                    <a:pt x="27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9"/>
            <p:cNvSpPr/>
            <p:nvPr/>
          </p:nvSpPr>
          <p:spPr>
            <a:xfrm>
              <a:off x="2671550" y="1809213"/>
              <a:ext cx="88950" cy="88175"/>
            </a:xfrm>
            <a:custGeom>
              <a:rect b="b" l="l" r="r" t="t"/>
              <a:pathLst>
                <a:path extrusionOk="0" h="3527" w="3558">
                  <a:moveTo>
                    <a:pt x="3273" y="1"/>
                  </a:moveTo>
                  <a:cubicBezTo>
                    <a:pt x="3229" y="1"/>
                    <a:pt x="3184" y="18"/>
                    <a:pt x="3144" y="60"/>
                  </a:cubicBezTo>
                  <a:cubicBezTo>
                    <a:pt x="2142" y="1104"/>
                    <a:pt x="1138" y="2147"/>
                    <a:pt x="136" y="3188"/>
                  </a:cubicBezTo>
                  <a:cubicBezTo>
                    <a:pt x="1" y="3329"/>
                    <a:pt x="134" y="3527"/>
                    <a:pt x="284" y="3527"/>
                  </a:cubicBezTo>
                  <a:cubicBezTo>
                    <a:pt x="328" y="3527"/>
                    <a:pt x="374" y="3509"/>
                    <a:pt x="415" y="3467"/>
                  </a:cubicBezTo>
                  <a:cubicBezTo>
                    <a:pt x="1417" y="2425"/>
                    <a:pt x="2421" y="1381"/>
                    <a:pt x="3423" y="339"/>
                  </a:cubicBezTo>
                  <a:cubicBezTo>
                    <a:pt x="3558" y="199"/>
                    <a:pt x="3422" y="1"/>
                    <a:pt x="327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9"/>
            <p:cNvSpPr/>
            <p:nvPr/>
          </p:nvSpPr>
          <p:spPr>
            <a:xfrm>
              <a:off x="2822200" y="1799688"/>
              <a:ext cx="93550" cy="90025"/>
            </a:xfrm>
            <a:custGeom>
              <a:rect b="b" l="l" r="r" t="t"/>
              <a:pathLst>
                <a:path extrusionOk="0" h="3601" w="3742">
                  <a:moveTo>
                    <a:pt x="1872" y="421"/>
                  </a:moveTo>
                  <a:cubicBezTo>
                    <a:pt x="1880" y="490"/>
                    <a:pt x="1922" y="556"/>
                    <a:pt x="2006" y="583"/>
                  </a:cubicBezTo>
                  <a:cubicBezTo>
                    <a:pt x="3202" y="968"/>
                    <a:pt x="3741" y="2870"/>
                    <a:pt x="2200" y="3182"/>
                  </a:cubicBezTo>
                  <a:cubicBezTo>
                    <a:pt x="2116" y="3199"/>
                    <a:pt x="2037" y="3208"/>
                    <a:pt x="1962" y="3208"/>
                  </a:cubicBezTo>
                  <a:cubicBezTo>
                    <a:pt x="648" y="3208"/>
                    <a:pt x="687" y="707"/>
                    <a:pt x="1872" y="421"/>
                  </a:cubicBezTo>
                  <a:close/>
                  <a:moveTo>
                    <a:pt x="2076" y="0"/>
                  </a:moveTo>
                  <a:cubicBezTo>
                    <a:pt x="2074" y="0"/>
                    <a:pt x="2072" y="0"/>
                    <a:pt x="2069" y="0"/>
                  </a:cubicBezTo>
                  <a:cubicBezTo>
                    <a:pt x="233" y="59"/>
                    <a:pt x="1" y="3589"/>
                    <a:pt x="1976" y="3600"/>
                  </a:cubicBezTo>
                  <a:cubicBezTo>
                    <a:pt x="1978" y="3600"/>
                    <a:pt x="1980" y="3600"/>
                    <a:pt x="1982" y="3600"/>
                  </a:cubicBezTo>
                  <a:cubicBezTo>
                    <a:pt x="2749" y="3600"/>
                    <a:pt x="3483" y="2993"/>
                    <a:pt x="3567" y="2223"/>
                  </a:cubicBezTo>
                  <a:cubicBezTo>
                    <a:pt x="3664" y="1334"/>
                    <a:pt x="3040" y="565"/>
                    <a:pt x="2250" y="253"/>
                  </a:cubicBezTo>
                  <a:lnTo>
                    <a:pt x="2250" y="253"/>
                  </a:lnTo>
                  <a:cubicBezTo>
                    <a:pt x="2282" y="139"/>
                    <a:pt x="2224" y="0"/>
                    <a:pt x="20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9"/>
            <p:cNvSpPr/>
            <p:nvPr/>
          </p:nvSpPr>
          <p:spPr>
            <a:xfrm>
              <a:off x="2945975" y="1862913"/>
              <a:ext cx="15925" cy="26150"/>
            </a:xfrm>
            <a:custGeom>
              <a:rect b="b" l="l" r="r" t="t"/>
              <a:pathLst>
                <a:path extrusionOk="0" h="1046" w="637">
                  <a:moveTo>
                    <a:pt x="397" y="0"/>
                  </a:moveTo>
                  <a:cubicBezTo>
                    <a:pt x="319" y="0"/>
                    <a:pt x="243" y="43"/>
                    <a:pt x="218" y="141"/>
                  </a:cubicBezTo>
                  <a:lnTo>
                    <a:pt x="40" y="801"/>
                  </a:lnTo>
                  <a:cubicBezTo>
                    <a:pt x="0" y="949"/>
                    <a:pt x="123" y="1045"/>
                    <a:pt x="241" y="1045"/>
                  </a:cubicBezTo>
                  <a:cubicBezTo>
                    <a:pt x="319" y="1045"/>
                    <a:pt x="394" y="1003"/>
                    <a:pt x="420" y="907"/>
                  </a:cubicBezTo>
                  <a:lnTo>
                    <a:pt x="597" y="245"/>
                  </a:lnTo>
                  <a:cubicBezTo>
                    <a:pt x="637" y="97"/>
                    <a:pt x="515" y="0"/>
                    <a:pt x="3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9"/>
            <p:cNvSpPr/>
            <p:nvPr/>
          </p:nvSpPr>
          <p:spPr>
            <a:xfrm>
              <a:off x="2991425" y="1790963"/>
              <a:ext cx="71725" cy="114400"/>
            </a:xfrm>
            <a:custGeom>
              <a:rect b="b" l="l" r="r" t="t"/>
              <a:pathLst>
                <a:path extrusionOk="0" h="4576" w="2869">
                  <a:moveTo>
                    <a:pt x="240" y="1"/>
                  </a:moveTo>
                  <a:cubicBezTo>
                    <a:pt x="0" y="1"/>
                    <a:pt x="8" y="380"/>
                    <a:pt x="255" y="395"/>
                  </a:cubicBezTo>
                  <a:cubicBezTo>
                    <a:pt x="938" y="438"/>
                    <a:pt x="1620" y="467"/>
                    <a:pt x="2304" y="481"/>
                  </a:cubicBezTo>
                  <a:lnTo>
                    <a:pt x="2304" y="481"/>
                  </a:lnTo>
                  <a:cubicBezTo>
                    <a:pt x="1678" y="1699"/>
                    <a:pt x="1230" y="2980"/>
                    <a:pt x="964" y="4329"/>
                  </a:cubicBezTo>
                  <a:cubicBezTo>
                    <a:pt x="934" y="4477"/>
                    <a:pt x="1060" y="4575"/>
                    <a:pt x="1176" y="4575"/>
                  </a:cubicBezTo>
                  <a:cubicBezTo>
                    <a:pt x="1252" y="4575"/>
                    <a:pt x="1324" y="4532"/>
                    <a:pt x="1343" y="4433"/>
                  </a:cubicBezTo>
                  <a:cubicBezTo>
                    <a:pt x="1624" y="3009"/>
                    <a:pt x="2105" y="1668"/>
                    <a:pt x="2797" y="389"/>
                  </a:cubicBezTo>
                  <a:cubicBezTo>
                    <a:pt x="2869" y="259"/>
                    <a:pt x="2780" y="96"/>
                    <a:pt x="2627" y="93"/>
                  </a:cubicBezTo>
                  <a:cubicBezTo>
                    <a:pt x="1835" y="81"/>
                    <a:pt x="1045" y="51"/>
                    <a:pt x="255" y="1"/>
                  </a:cubicBezTo>
                  <a:cubicBezTo>
                    <a:pt x="250" y="1"/>
                    <a:pt x="245" y="1"/>
                    <a:pt x="24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9"/>
            <p:cNvSpPr/>
            <p:nvPr/>
          </p:nvSpPr>
          <p:spPr>
            <a:xfrm>
              <a:off x="3068000" y="1802763"/>
              <a:ext cx="70950" cy="66250"/>
            </a:xfrm>
            <a:custGeom>
              <a:rect b="b" l="l" r="r" t="t"/>
              <a:pathLst>
                <a:path extrusionOk="0" h="2650" w="2838">
                  <a:moveTo>
                    <a:pt x="2531" y="0"/>
                  </a:moveTo>
                  <a:cubicBezTo>
                    <a:pt x="2498" y="0"/>
                    <a:pt x="2463" y="11"/>
                    <a:pt x="2427" y="37"/>
                  </a:cubicBezTo>
                  <a:cubicBezTo>
                    <a:pt x="1568" y="669"/>
                    <a:pt x="787" y="1385"/>
                    <a:pt x="87" y="2192"/>
                  </a:cubicBezTo>
                  <a:cubicBezTo>
                    <a:pt x="1" y="2292"/>
                    <a:pt x="15" y="2497"/>
                    <a:pt x="175" y="2521"/>
                  </a:cubicBezTo>
                  <a:cubicBezTo>
                    <a:pt x="715" y="2606"/>
                    <a:pt x="1253" y="2650"/>
                    <a:pt x="1794" y="2650"/>
                  </a:cubicBezTo>
                  <a:cubicBezTo>
                    <a:pt x="2057" y="2650"/>
                    <a:pt x="2320" y="2640"/>
                    <a:pt x="2585" y="2619"/>
                  </a:cubicBezTo>
                  <a:cubicBezTo>
                    <a:pt x="2829" y="2599"/>
                    <a:pt x="2838" y="2224"/>
                    <a:pt x="2603" y="2224"/>
                  </a:cubicBezTo>
                  <a:cubicBezTo>
                    <a:pt x="2597" y="2224"/>
                    <a:pt x="2591" y="2224"/>
                    <a:pt x="2585" y="2225"/>
                  </a:cubicBezTo>
                  <a:cubicBezTo>
                    <a:pt x="2314" y="2246"/>
                    <a:pt x="2044" y="2257"/>
                    <a:pt x="1774" y="2257"/>
                  </a:cubicBezTo>
                  <a:cubicBezTo>
                    <a:pt x="1388" y="2257"/>
                    <a:pt x="1002" y="2234"/>
                    <a:pt x="617" y="2188"/>
                  </a:cubicBezTo>
                  <a:lnTo>
                    <a:pt x="617" y="2188"/>
                  </a:lnTo>
                  <a:cubicBezTo>
                    <a:pt x="1228" y="1520"/>
                    <a:pt x="1897" y="915"/>
                    <a:pt x="2628" y="378"/>
                  </a:cubicBezTo>
                  <a:cubicBezTo>
                    <a:pt x="2793" y="255"/>
                    <a:pt x="2689" y="0"/>
                    <a:pt x="253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9"/>
            <p:cNvSpPr/>
            <p:nvPr/>
          </p:nvSpPr>
          <p:spPr>
            <a:xfrm>
              <a:off x="3127700" y="1809138"/>
              <a:ext cx="9875" cy="96600"/>
            </a:xfrm>
            <a:custGeom>
              <a:rect b="b" l="l" r="r" t="t"/>
              <a:pathLst>
                <a:path extrusionOk="0" h="3864" w="395">
                  <a:moveTo>
                    <a:pt x="197" y="1"/>
                  </a:moveTo>
                  <a:cubicBezTo>
                    <a:pt x="99" y="1"/>
                    <a:pt x="0" y="64"/>
                    <a:pt x="0" y="190"/>
                  </a:cubicBezTo>
                  <a:lnTo>
                    <a:pt x="0" y="3673"/>
                  </a:lnTo>
                  <a:cubicBezTo>
                    <a:pt x="0" y="3800"/>
                    <a:pt x="99" y="3863"/>
                    <a:pt x="197" y="3863"/>
                  </a:cubicBezTo>
                  <a:cubicBezTo>
                    <a:pt x="296" y="3863"/>
                    <a:pt x="394" y="3800"/>
                    <a:pt x="394" y="3673"/>
                  </a:cubicBezTo>
                  <a:lnTo>
                    <a:pt x="394" y="190"/>
                  </a:lnTo>
                  <a:cubicBezTo>
                    <a:pt x="394" y="64"/>
                    <a:pt x="295" y="1"/>
                    <a:pt x="1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9"/>
            <p:cNvSpPr/>
            <p:nvPr/>
          </p:nvSpPr>
          <p:spPr>
            <a:xfrm>
              <a:off x="3163550" y="1806163"/>
              <a:ext cx="67500" cy="96500"/>
            </a:xfrm>
            <a:custGeom>
              <a:rect b="b" l="l" r="r" t="t"/>
              <a:pathLst>
                <a:path extrusionOk="0" h="3860" w="2700">
                  <a:moveTo>
                    <a:pt x="634" y="0"/>
                  </a:moveTo>
                  <a:cubicBezTo>
                    <a:pt x="507" y="0"/>
                    <a:pt x="380" y="3"/>
                    <a:pt x="253" y="9"/>
                  </a:cubicBezTo>
                  <a:cubicBezTo>
                    <a:pt x="7" y="17"/>
                    <a:pt x="1" y="401"/>
                    <a:pt x="246" y="401"/>
                  </a:cubicBezTo>
                  <a:cubicBezTo>
                    <a:pt x="249" y="401"/>
                    <a:pt x="252" y="401"/>
                    <a:pt x="256" y="401"/>
                  </a:cubicBezTo>
                  <a:cubicBezTo>
                    <a:pt x="383" y="395"/>
                    <a:pt x="511" y="393"/>
                    <a:pt x="637" y="393"/>
                  </a:cubicBezTo>
                  <a:cubicBezTo>
                    <a:pt x="1171" y="393"/>
                    <a:pt x="1696" y="444"/>
                    <a:pt x="2222" y="548"/>
                  </a:cubicBezTo>
                  <a:lnTo>
                    <a:pt x="2222" y="548"/>
                  </a:lnTo>
                  <a:lnTo>
                    <a:pt x="1182" y="3619"/>
                  </a:lnTo>
                  <a:cubicBezTo>
                    <a:pt x="1133" y="3765"/>
                    <a:pt x="1252" y="3860"/>
                    <a:pt x="1372" y="3860"/>
                  </a:cubicBezTo>
                  <a:cubicBezTo>
                    <a:pt x="1451" y="3860"/>
                    <a:pt x="1530" y="3819"/>
                    <a:pt x="1561" y="3725"/>
                  </a:cubicBezTo>
                  <a:lnTo>
                    <a:pt x="2668" y="455"/>
                  </a:lnTo>
                  <a:cubicBezTo>
                    <a:pt x="2699" y="360"/>
                    <a:pt x="2629" y="236"/>
                    <a:pt x="2529" y="215"/>
                  </a:cubicBezTo>
                  <a:cubicBezTo>
                    <a:pt x="1900" y="73"/>
                    <a:pt x="1273" y="0"/>
                    <a:pt x="6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9"/>
            <p:cNvSpPr/>
            <p:nvPr/>
          </p:nvSpPr>
          <p:spPr>
            <a:xfrm>
              <a:off x="2166575" y="2043888"/>
              <a:ext cx="54725" cy="14275"/>
            </a:xfrm>
            <a:custGeom>
              <a:rect b="b" l="l" r="r" t="t"/>
              <a:pathLst>
                <a:path extrusionOk="0" h="571" w="2189">
                  <a:moveTo>
                    <a:pt x="663" y="0"/>
                  </a:moveTo>
                  <a:cubicBezTo>
                    <a:pt x="527" y="0"/>
                    <a:pt x="391" y="6"/>
                    <a:pt x="255" y="18"/>
                  </a:cubicBezTo>
                  <a:cubicBezTo>
                    <a:pt x="10" y="39"/>
                    <a:pt x="0" y="413"/>
                    <a:pt x="234" y="413"/>
                  </a:cubicBezTo>
                  <a:cubicBezTo>
                    <a:pt x="240" y="413"/>
                    <a:pt x="247" y="412"/>
                    <a:pt x="254" y="412"/>
                  </a:cubicBezTo>
                  <a:cubicBezTo>
                    <a:pt x="388" y="400"/>
                    <a:pt x="521" y="394"/>
                    <a:pt x="654" y="394"/>
                  </a:cubicBezTo>
                  <a:cubicBezTo>
                    <a:pt x="1062" y="394"/>
                    <a:pt x="1462" y="450"/>
                    <a:pt x="1861" y="562"/>
                  </a:cubicBezTo>
                  <a:cubicBezTo>
                    <a:pt x="1882" y="568"/>
                    <a:pt x="1901" y="571"/>
                    <a:pt x="1919" y="571"/>
                  </a:cubicBezTo>
                  <a:cubicBezTo>
                    <a:pt x="2121" y="571"/>
                    <a:pt x="2189" y="244"/>
                    <a:pt x="1966" y="183"/>
                  </a:cubicBezTo>
                  <a:cubicBezTo>
                    <a:pt x="1538" y="62"/>
                    <a:pt x="1103" y="0"/>
                    <a:pt x="66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9"/>
            <p:cNvSpPr/>
            <p:nvPr/>
          </p:nvSpPr>
          <p:spPr>
            <a:xfrm>
              <a:off x="2319950" y="2013938"/>
              <a:ext cx="57875" cy="114650"/>
            </a:xfrm>
            <a:custGeom>
              <a:rect b="b" l="l" r="r" t="t"/>
              <a:pathLst>
                <a:path extrusionOk="0" h="4586" w="2315">
                  <a:moveTo>
                    <a:pt x="245" y="1"/>
                  </a:moveTo>
                  <a:cubicBezTo>
                    <a:pt x="1" y="1"/>
                    <a:pt x="4" y="384"/>
                    <a:pt x="254" y="393"/>
                  </a:cubicBezTo>
                  <a:lnTo>
                    <a:pt x="1792" y="447"/>
                  </a:lnTo>
                  <a:lnTo>
                    <a:pt x="1792" y="447"/>
                  </a:lnTo>
                  <a:cubicBezTo>
                    <a:pt x="1309" y="1728"/>
                    <a:pt x="992" y="3039"/>
                    <a:pt x="820" y="4398"/>
                  </a:cubicBezTo>
                  <a:cubicBezTo>
                    <a:pt x="804" y="4523"/>
                    <a:pt x="894" y="4586"/>
                    <a:pt x="993" y="4586"/>
                  </a:cubicBezTo>
                  <a:cubicBezTo>
                    <a:pt x="1092" y="4586"/>
                    <a:pt x="1198" y="4523"/>
                    <a:pt x="1213" y="4398"/>
                  </a:cubicBezTo>
                  <a:cubicBezTo>
                    <a:pt x="1391" y="2991"/>
                    <a:pt x="1743" y="1633"/>
                    <a:pt x="2264" y="314"/>
                  </a:cubicBezTo>
                  <a:cubicBezTo>
                    <a:pt x="2314" y="188"/>
                    <a:pt x="2190" y="68"/>
                    <a:pt x="2075" y="65"/>
                  </a:cubicBezTo>
                  <a:lnTo>
                    <a:pt x="254" y="1"/>
                  </a:lnTo>
                  <a:cubicBezTo>
                    <a:pt x="251" y="1"/>
                    <a:pt x="248" y="1"/>
                    <a:pt x="24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9"/>
            <p:cNvSpPr/>
            <p:nvPr/>
          </p:nvSpPr>
          <p:spPr>
            <a:xfrm>
              <a:off x="2465200" y="2011113"/>
              <a:ext cx="61850" cy="105875"/>
            </a:xfrm>
            <a:custGeom>
              <a:rect b="b" l="l" r="r" t="t"/>
              <a:pathLst>
                <a:path extrusionOk="0" h="4235" w="2474">
                  <a:moveTo>
                    <a:pt x="882" y="1"/>
                  </a:moveTo>
                  <a:cubicBezTo>
                    <a:pt x="590" y="1"/>
                    <a:pt x="298" y="189"/>
                    <a:pt x="133" y="464"/>
                  </a:cubicBezTo>
                  <a:cubicBezTo>
                    <a:pt x="43" y="616"/>
                    <a:pt x="178" y="758"/>
                    <a:pt x="313" y="758"/>
                  </a:cubicBezTo>
                  <a:cubicBezTo>
                    <a:pt x="372" y="758"/>
                    <a:pt x="431" y="730"/>
                    <a:pt x="471" y="663"/>
                  </a:cubicBezTo>
                  <a:cubicBezTo>
                    <a:pt x="1098" y="791"/>
                    <a:pt x="1257" y="963"/>
                    <a:pt x="948" y="1179"/>
                  </a:cubicBezTo>
                  <a:cubicBezTo>
                    <a:pt x="886" y="1225"/>
                    <a:pt x="834" y="1280"/>
                    <a:pt x="792" y="1342"/>
                  </a:cubicBezTo>
                  <a:cubicBezTo>
                    <a:pt x="713" y="1454"/>
                    <a:pt x="644" y="1532"/>
                    <a:pt x="625" y="1678"/>
                  </a:cubicBezTo>
                  <a:cubicBezTo>
                    <a:pt x="598" y="1864"/>
                    <a:pt x="663" y="2018"/>
                    <a:pt x="784" y="2158"/>
                  </a:cubicBezTo>
                  <a:cubicBezTo>
                    <a:pt x="985" y="2388"/>
                    <a:pt x="1315" y="2413"/>
                    <a:pt x="1563" y="2567"/>
                  </a:cubicBezTo>
                  <a:cubicBezTo>
                    <a:pt x="1931" y="2796"/>
                    <a:pt x="2001" y="3226"/>
                    <a:pt x="1679" y="3561"/>
                  </a:cubicBezTo>
                  <a:cubicBezTo>
                    <a:pt x="1451" y="3797"/>
                    <a:pt x="1119" y="3853"/>
                    <a:pt x="790" y="3853"/>
                  </a:cubicBezTo>
                  <a:cubicBezTo>
                    <a:pt x="604" y="3853"/>
                    <a:pt x="418" y="3835"/>
                    <a:pt x="253" y="3821"/>
                  </a:cubicBezTo>
                  <a:cubicBezTo>
                    <a:pt x="247" y="3821"/>
                    <a:pt x="240" y="3821"/>
                    <a:pt x="234" y="3821"/>
                  </a:cubicBezTo>
                  <a:cubicBezTo>
                    <a:pt x="0" y="3821"/>
                    <a:pt x="9" y="4194"/>
                    <a:pt x="253" y="4215"/>
                  </a:cubicBezTo>
                  <a:cubicBezTo>
                    <a:pt x="390" y="4227"/>
                    <a:pt x="533" y="4235"/>
                    <a:pt x="677" y="4235"/>
                  </a:cubicBezTo>
                  <a:cubicBezTo>
                    <a:pt x="1303" y="4235"/>
                    <a:pt x="1957" y="4086"/>
                    <a:pt x="2216" y="3443"/>
                  </a:cubicBezTo>
                  <a:cubicBezTo>
                    <a:pt x="2474" y="2805"/>
                    <a:pt x="2116" y="2397"/>
                    <a:pt x="1569" y="2139"/>
                  </a:cubicBezTo>
                  <a:cubicBezTo>
                    <a:pt x="1251" y="1989"/>
                    <a:pt x="1025" y="1882"/>
                    <a:pt x="1228" y="1458"/>
                  </a:cubicBezTo>
                  <a:cubicBezTo>
                    <a:pt x="1288" y="1332"/>
                    <a:pt x="1451" y="1249"/>
                    <a:pt x="1516" y="1110"/>
                  </a:cubicBezTo>
                  <a:cubicBezTo>
                    <a:pt x="1646" y="828"/>
                    <a:pt x="1616" y="499"/>
                    <a:pt x="1409" y="257"/>
                  </a:cubicBezTo>
                  <a:cubicBezTo>
                    <a:pt x="1255" y="78"/>
                    <a:pt x="1068" y="1"/>
                    <a:pt x="88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9"/>
            <p:cNvSpPr/>
            <p:nvPr/>
          </p:nvSpPr>
          <p:spPr>
            <a:xfrm>
              <a:off x="2538225" y="2004438"/>
              <a:ext cx="70250" cy="110300"/>
            </a:xfrm>
            <a:custGeom>
              <a:rect b="b" l="l" r="r" t="t"/>
              <a:pathLst>
                <a:path extrusionOk="0" h="4412" w="2810">
                  <a:moveTo>
                    <a:pt x="1548" y="375"/>
                  </a:moveTo>
                  <a:cubicBezTo>
                    <a:pt x="1666" y="375"/>
                    <a:pt x="1799" y="419"/>
                    <a:pt x="1940" y="522"/>
                  </a:cubicBezTo>
                  <a:cubicBezTo>
                    <a:pt x="2528" y="951"/>
                    <a:pt x="2148" y="1652"/>
                    <a:pt x="1739" y="2002"/>
                  </a:cubicBezTo>
                  <a:lnTo>
                    <a:pt x="1739" y="2002"/>
                  </a:lnTo>
                  <a:cubicBezTo>
                    <a:pt x="1520" y="1805"/>
                    <a:pt x="1302" y="1607"/>
                    <a:pt x="1164" y="1344"/>
                  </a:cubicBezTo>
                  <a:cubicBezTo>
                    <a:pt x="930" y="893"/>
                    <a:pt x="1147" y="375"/>
                    <a:pt x="1548" y="375"/>
                  </a:cubicBezTo>
                  <a:close/>
                  <a:moveTo>
                    <a:pt x="1513" y="0"/>
                  </a:moveTo>
                  <a:cubicBezTo>
                    <a:pt x="1346" y="0"/>
                    <a:pt x="1181" y="40"/>
                    <a:pt x="1036" y="127"/>
                  </a:cubicBezTo>
                  <a:cubicBezTo>
                    <a:pt x="424" y="495"/>
                    <a:pt x="616" y="1277"/>
                    <a:pt x="968" y="1759"/>
                  </a:cubicBezTo>
                  <a:cubicBezTo>
                    <a:pt x="1270" y="2174"/>
                    <a:pt x="1826" y="2451"/>
                    <a:pt x="2033" y="2930"/>
                  </a:cubicBezTo>
                  <a:cubicBezTo>
                    <a:pt x="2247" y="3425"/>
                    <a:pt x="1809" y="4045"/>
                    <a:pt x="1375" y="4045"/>
                  </a:cubicBezTo>
                  <a:cubicBezTo>
                    <a:pt x="1214" y="4045"/>
                    <a:pt x="1053" y="3959"/>
                    <a:pt x="927" y="3749"/>
                  </a:cubicBezTo>
                  <a:cubicBezTo>
                    <a:pt x="724" y="3408"/>
                    <a:pt x="897" y="2965"/>
                    <a:pt x="1239" y="2814"/>
                  </a:cubicBezTo>
                  <a:cubicBezTo>
                    <a:pt x="1442" y="2725"/>
                    <a:pt x="1317" y="2455"/>
                    <a:pt x="1129" y="2455"/>
                  </a:cubicBezTo>
                  <a:cubicBezTo>
                    <a:pt x="1101" y="2455"/>
                    <a:pt x="1071" y="2461"/>
                    <a:pt x="1041" y="2475"/>
                  </a:cubicBezTo>
                  <a:cubicBezTo>
                    <a:pt x="0" y="2939"/>
                    <a:pt x="505" y="4411"/>
                    <a:pt x="1412" y="4411"/>
                  </a:cubicBezTo>
                  <a:cubicBezTo>
                    <a:pt x="1605" y="4411"/>
                    <a:pt x="1816" y="4344"/>
                    <a:pt x="2035" y="4187"/>
                  </a:cubicBezTo>
                  <a:cubicBezTo>
                    <a:pt x="2607" y="3775"/>
                    <a:pt x="2635" y="3102"/>
                    <a:pt x="2257" y="2547"/>
                  </a:cubicBezTo>
                  <a:cubicBezTo>
                    <a:pt x="2189" y="2447"/>
                    <a:pt x="2109" y="2356"/>
                    <a:pt x="2025" y="2270"/>
                  </a:cubicBezTo>
                  <a:lnTo>
                    <a:pt x="2025" y="2270"/>
                  </a:lnTo>
                  <a:cubicBezTo>
                    <a:pt x="2486" y="1857"/>
                    <a:pt x="2810" y="1222"/>
                    <a:pt x="2522" y="608"/>
                  </a:cubicBezTo>
                  <a:cubicBezTo>
                    <a:pt x="2349" y="243"/>
                    <a:pt x="1925" y="0"/>
                    <a:pt x="15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9"/>
            <p:cNvSpPr/>
            <p:nvPr/>
          </p:nvSpPr>
          <p:spPr>
            <a:xfrm>
              <a:off x="3038125" y="1384263"/>
              <a:ext cx="306075" cy="346450"/>
            </a:xfrm>
            <a:custGeom>
              <a:rect b="b" l="l" r="r" t="t"/>
              <a:pathLst>
                <a:path extrusionOk="0" h="13858" w="12243">
                  <a:moveTo>
                    <a:pt x="12047" y="1"/>
                  </a:moveTo>
                  <a:cubicBezTo>
                    <a:pt x="11949" y="1"/>
                    <a:pt x="11849" y="65"/>
                    <a:pt x="11846" y="192"/>
                  </a:cubicBezTo>
                  <a:cubicBezTo>
                    <a:pt x="11746" y="4270"/>
                    <a:pt x="11709" y="8350"/>
                    <a:pt x="11743" y="12430"/>
                  </a:cubicBezTo>
                  <a:cubicBezTo>
                    <a:pt x="11749" y="13139"/>
                    <a:pt x="11871" y="13256"/>
                    <a:pt x="11172" y="13356"/>
                  </a:cubicBezTo>
                  <a:cubicBezTo>
                    <a:pt x="11027" y="13377"/>
                    <a:pt x="10876" y="13384"/>
                    <a:pt x="10721" y="13384"/>
                  </a:cubicBezTo>
                  <a:cubicBezTo>
                    <a:pt x="10356" y="13384"/>
                    <a:pt x="9974" y="13343"/>
                    <a:pt x="9624" y="13343"/>
                  </a:cubicBezTo>
                  <a:cubicBezTo>
                    <a:pt x="9620" y="13343"/>
                    <a:pt x="9616" y="13343"/>
                    <a:pt x="9612" y="13343"/>
                  </a:cubicBezTo>
                  <a:cubicBezTo>
                    <a:pt x="8572" y="13349"/>
                    <a:pt x="7530" y="13378"/>
                    <a:pt x="6491" y="13406"/>
                  </a:cubicBezTo>
                  <a:cubicBezTo>
                    <a:pt x="5360" y="13437"/>
                    <a:pt x="4228" y="13464"/>
                    <a:pt x="3097" y="13464"/>
                  </a:cubicBezTo>
                  <a:cubicBezTo>
                    <a:pt x="2150" y="13464"/>
                    <a:pt x="1202" y="13445"/>
                    <a:pt x="255" y="13392"/>
                  </a:cubicBezTo>
                  <a:cubicBezTo>
                    <a:pt x="251" y="13392"/>
                    <a:pt x="246" y="13392"/>
                    <a:pt x="242" y="13392"/>
                  </a:cubicBezTo>
                  <a:cubicBezTo>
                    <a:pt x="1" y="13392"/>
                    <a:pt x="8" y="13772"/>
                    <a:pt x="255" y="13786"/>
                  </a:cubicBezTo>
                  <a:cubicBezTo>
                    <a:pt x="1191" y="13839"/>
                    <a:pt x="2128" y="13857"/>
                    <a:pt x="3064" y="13857"/>
                  </a:cubicBezTo>
                  <a:cubicBezTo>
                    <a:pt x="5372" y="13857"/>
                    <a:pt x="7682" y="13743"/>
                    <a:pt x="9991" y="13743"/>
                  </a:cubicBezTo>
                  <a:cubicBezTo>
                    <a:pt x="10644" y="13743"/>
                    <a:pt x="11298" y="13752"/>
                    <a:pt x="11951" y="13776"/>
                  </a:cubicBezTo>
                  <a:cubicBezTo>
                    <a:pt x="11952" y="13776"/>
                    <a:pt x="11954" y="13776"/>
                    <a:pt x="11955" y="13776"/>
                  </a:cubicBezTo>
                  <a:cubicBezTo>
                    <a:pt x="12059" y="13776"/>
                    <a:pt x="12150" y="13681"/>
                    <a:pt x="12147" y="13578"/>
                  </a:cubicBezTo>
                  <a:cubicBezTo>
                    <a:pt x="12100" y="9116"/>
                    <a:pt x="12130" y="4654"/>
                    <a:pt x="12240" y="193"/>
                  </a:cubicBezTo>
                  <a:cubicBezTo>
                    <a:pt x="12243" y="65"/>
                    <a:pt x="12146" y="1"/>
                    <a:pt x="120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9"/>
            <p:cNvSpPr/>
            <p:nvPr/>
          </p:nvSpPr>
          <p:spPr>
            <a:xfrm>
              <a:off x="3171125" y="1567513"/>
              <a:ext cx="166025" cy="155650"/>
            </a:xfrm>
            <a:custGeom>
              <a:rect b="b" l="l" r="r" t="t"/>
              <a:pathLst>
                <a:path extrusionOk="0" h="6226" w="6641">
                  <a:moveTo>
                    <a:pt x="6398" y="1"/>
                  </a:moveTo>
                  <a:cubicBezTo>
                    <a:pt x="6395" y="1"/>
                    <a:pt x="6391" y="1"/>
                    <a:pt x="6387" y="1"/>
                  </a:cubicBezTo>
                  <a:cubicBezTo>
                    <a:pt x="3019" y="170"/>
                    <a:pt x="1114" y="3117"/>
                    <a:pt x="53" y="5987"/>
                  </a:cubicBezTo>
                  <a:cubicBezTo>
                    <a:pt x="0" y="6131"/>
                    <a:pt x="118" y="6225"/>
                    <a:pt x="239" y="6225"/>
                  </a:cubicBezTo>
                  <a:cubicBezTo>
                    <a:pt x="318" y="6225"/>
                    <a:pt x="398" y="6185"/>
                    <a:pt x="432" y="6092"/>
                  </a:cubicBezTo>
                  <a:cubicBezTo>
                    <a:pt x="1427" y="3399"/>
                    <a:pt x="3208" y="555"/>
                    <a:pt x="6387" y="394"/>
                  </a:cubicBezTo>
                  <a:cubicBezTo>
                    <a:pt x="6636" y="383"/>
                    <a:pt x="6641" y="1"/>
                    <a:pt x="63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9"/>
            <p:cNvSpPr/>
            <p:nvPr/>
          </p:nvSpPr>
          <p:spPr>
            <a:xfrm>
              <a:off x="3203225" y="1657388"/>
              <a:ext cx="56150" cy="66125"/>
            </a:xfrm>
            <a:custGeom>
              <a:rect b="b" l="l" r="r" t="t"/>
              <a:pathLst>
                <a:path extrusionOk="0" h="2645" w="2246">
                  <a:moveTo>
                    <a:pt x="282" y="0"/>
                  </a:moveTo>
                  <a:cubicBezTo>
                    <a:pt x="139" y="0"/>
                    <a:pt x="1" y="140"/>
                    <a:pt x="107" y="284"/>
                  </a:cubicBezTo>
                  <a:lnTo>
                    <a:pt x="1798" y="2560"/>
                  </a:lnTo>
                  <a:cubicBezTo>
                    <a:pt x="1843" y="2619"/>
                    <a:pt x="1904" y="2644"/>
                    <a:pt x="1964" y="2644"/>
                  </a:cubicBezTo>
                  <a:cubicBezTo>
                    <a:pt x="2108" y="2644"/>
                    <a:pt x="2245" y="2505"/>
                    <a:pt x="2139" y="2361"/>
                  </a:cubicBezTo>
                  <a:lnTo>
                    <a:pt x="447" y="85"/>
                  </a:lnTo>
                  <a:cubicBezTo>
                    <a:pt x="403" y="25"/>
                    <a:pt x="342" y="0"/>
                    <a:pt x="28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9"/>
            <p:cNvSpPr/>
            <p:nvPr/>
          </p:nvSpPr>
          <p:spPr>
            <a:xfrm>
              <a:off x="3229375" y="1615063"/>
              <a:ext cx="91125" cy="119625"/>
            </a:xfrm>
            <a:custGeom>
              <a:rect b="b" l="l" r="r" t="t"/>
              <a:pathLst>
                <a:path extrusionOk="0" h="4785" w="3645">
                  <a:moveTo>
                    <a:pt x="276" y="1"/>
                  </a:moveTo>
                  <a:cubicBezTo>
                    <a:pt x="132" y="1"/>
                    <a:pt x="1" y="198"/>
                    <a:pt x="128" y="343"/>
                  </a:cubicBezTo>
                  <a:cubicBezTo>
                    <a:pt x="1305" y="1689"/>
                    <a:pt x="2334" y="3136"/>
                    <a:pt x="3219" y="4688"/>
                  </a:cubicBezTo>
                  <a:cubicBezTo>
                    <a:pt x="3257" y="4756"/>
                    <a:pt x="3316" y="4784"/>
                    <a:pt x="3375" y="4784"/>
                  </a:cubicBezTo>
                  <a:cubicBezTo>
                    <a:pt x="3509" y="4784"/>
                    <a:pt x="3645" y="4642"/>
                    <a:pt x="3558" y="4489"/>
                  </a:cubicBezTo>
                  <a:cubicBezTo>
                    <a:pt x="2656" y="2907"/>
                    <a:pt x="1604" y="1434"/>
                    <a:pt x="406" y="64"/>
                  </a:cubicBezTo>
                  <a:cubicBezTo>
                    <a:pt x="366" y="19"/>
                    <a:pt x="321" y="1"/>
                    <a:pt x="27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9"/>
            <p:cNvSpPr/>
            <p:nvPr/>
          </p:nvSpPr>
          <p:spPr>
            <a:xfrm>
              <a:off x="3271450" y="1582963"/>
              <a:ext cx="65350" cy="90950"/>
            </a:xfrm>
            <a:custGeom>
              <a:rect b="b" l="l" r="r" t="t"/>
              <a:pathLst>
                <a:path extrusionOk="0" h="3638" w="2614">
                  <a:moveTo>
                    <a:pt x="274" y="0"/>
                  </a:moveTo>
                  <a:cubicBezTo>
                    <a:pt x="137" y="0"/>
                    <a:pt x="0" y="141"/>
                    <a:pt x="97" y="290"/>
                  </a:cubicBezTo>
                  <a:cubicBezTo>
                    <a:pt x="791" y="1374"/>
                    <a:pt x="1483" y="2461"/>
                    <a:pt x="2177" y="3546"/>
                  </a:cubicBezTo>
                  <a:cubicBezTo>
                    <a:pt x="2218" y="3610"/>
                    <a:pt x="2279" y="3637"/>
                    <a:pt x="2339" y="3637"/>
                  </a:cubicBezTo>
                  <a:cubicBezTo>
                    <a:pt x="2476" y="3637"/>
                    <a:pt x="2613" y="3496"/>
                    <a:pt x="2518" y="3347"/>
                  </a:cubicBezTo>
                  <a:cubicBezTo>
                    <a:pt x="1823" y="2263"/>
                    <a:pt x="1130" y="1177"/>
                    <a:pt x="436" y="91"/>
                  </a:cubicBezTo>
                  <a:cubicBezTo>
                    <a:pt x="395" y="27"/>
                    <a:pt x="335" y="0"/>
                    <a:pt x="27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7" name="Google Shape;2857;p49"/>
          <p:cNvGrpSpPr/>
          <p:nvPr/>
        </p:nvGrpSpPr>
        <p:grpSpPr>
          <a:xfrm>
            <a:off x="654250" y="2075913"/>
            <a:ext cx="1134950" cy="991675"/>
            <a:chOff x="654250" y="2075913"/>
            <a:chExt cx="1134950" cy="991675"/>
          </a:xfrm>
        </p:grpSpPr>
        <p:sp>
          <p:nvSpPr>
            <p:cNvPr id="2858" name="Google Shape;2858;p49"/>
            <p:cNvSpPr/>
            <p:nvPr/>
          </p:nvSpPr>
          <p:spPr>
            <a:xfrm>
              <a:off x="655450" y="2087188"/>
              <a:ext cx="1133750" cy="979825"/>
            </a:xfrm>
            <a:custGeom>
              <a:rect b="b" l="l" r="r" t="t"/>
              <a:pathLst>
                <a:path extrusionOk="0" h="39193" w="45350">
                  <a:moveTo>
                    <a:pt x="24257" y="6929"/>
                  </a:moveTo>
                  <a:cubicBezTo>
                    <a:pt x="26536" y="6929"/>
                    <a:pt x="28838" y="7608"/>
                    <a:pt x="30844" y="9020"/>
                  </a:cubicBezTo>
                  <a:cubicBezTo>
                    <a:pt x="36019" y="12663"/>
                    <a:pt x="37260" y="19813"/>
                    <a:pt x="33617" y="24987"/>
                  </a:cubicBezTo>
                  <a:lnTo>
                    <a:pt x="25488" y="19263"/>
                  </a:lnTo>
                  <a:cubicBezTo>
                    <a:pt x="25738" y="18607"/>
                    <a:pt x="25527" y="17843"/>
                    <a:pt x="24930" y="17421"/>
                  </a:cubicBezTo>
                  <a:cubicBezTo>
                    <a:pt x="24656" y="17229"/>
                    <a:pt x="24343" y="17137"/>
                    <a:pt x="24032" y="17137"/>
                  </a:cubicBezTo>
                  <a:cubicBezTo>
                    <a:pt x="23662" y="17137"/>
                    <a:pt x="23296" y="17268"/>
                    <a:pt x="23005" y="17516"/>
                  </a:cubicBezTo>
                  <a:lnTo>
                    <a:pt x="14876" y="11792"/>
                  </a:lnTo>
                  <a:cubicBezTo>
                    <a:pt x="17108" y="8623"/>
                    <a:pt x="20654" y="6929"/>
                    <a:pt x="24257" y="6929"/>
                  </a:cubicBezTo>
                  <a:close/>
                  <a:moveTo>
                    <a:pt x="23804" y="1"/>
                  </a:moveTo>
                  <a:cubicBezTo>
                    <a:pt x="17950" y="1"/>
                    <a:pt x="12186" y="2693"/>
                    <a:pt x="8464" y="7738"/>
                  </a:cubicBezTo>
                  <a:lnTo>
                    <a:pt x="4993" y="5293"/>
                  </a:lnTo>
                  <a:lnTo>
                    <a:pt x="1" y="12385"/>
                  </a:lnTo>
                  <a:lnTo>
                    <a:pt x="38071" y="39192"/>
                  </a:lnTo>
                  <a:lnTo>
                    <a:pt x="43064" y="32102"/>
                  </a:lnTo>
                  <a:lnTo>
                    <a:pt x="39592" y="29659"/>
                  </a:lnTo>
                  <a:cubicBezTo>
                    <a:pt x="45349" y="21090"/>
                    <a:pt x="43232" y="9448"/>
                    <a:pt x="34749" y="3474"/>
                  </a:cubicBezTo>
                  <a:cubicBezTo>
                    <a:pt x="31416" y="1128"/>
                    <a:pt x="27591" y="1"/>
                    <a:pt x="238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9"/>
            <p:cNvSpPr/>
            <p:nvPr/>
          </p:nvSpPr>
          <p:spPr>
            <a:xfrm>
              <a:off x="673425" y="2075913"/>
              <a:ext cx="1093150" cy="987675"/>
            </a:xfrm>
            <a:custGeom>
              <a:rect b="b" l="l" r="r" t="t"/>
              <a:pathLst>
                <a:path extrusionOk="0" h="39507" w="43726">
                  <a:moveTo>
                    <a:pt x="24423" y="7249"/>
                  </a:moveTo>
                  <a:cubicBezTo>
                    <a:pt x="26671" y="7249"/>
                    <a:pt x="28941" y="7916"/>
                    <a:pt x="30915" y="9306"/>
                  </a:cubicBezTo>
                  <a:cubicBezTo>
                    <a:pt x="35967" y="12864"/>
                    <a:pt x="37216" y="19844"/>
                    <a:pt x="33737" y="24929"/>
                  </a:cubicBezTo>
                  <a:lnTo>
                    <a:pt x="25831" y="19363"/>
                  </a:lnTo>
                  <a:cubicBezTo>
                    <a:pt x="26045" y="18652"/>
                    <a:pt x="25787" y="17881"/>
                    <a:pt x="25178" y="17455"/>
                  </a:cubicBezTo>
                  <a:cubicBezTo>
                    <a:pt x="24880" y="17245"/>
                    <a:pt x="24535" y="17141"/>
                    <a:pt x="24189" y="17141"/>
                  </a:cubicBezTo>
                  <a:cubicBezTo>
                    <a:pt x="23827" y="17141"/>
                    <a:pt x="23465" y="17255"/>
                    <a:pt x="23161" y="17481"/>
                  </a:cubicBezTo>
                  <a:lnTo>
                    <a:pt x="15255" y="11914"/>
                  </a:lnTo>
                  <a:cubicBezTo>
                    <a:pt x="17458" y="8873"/>
                    <a:pt x="20914" y="7249"/>
                    <a:pt x="24423" y="7249"/>
                  </a:cubicBezTo>
                  <a:close/>
                  <a:moveTo>
                    <a:pt x="24423" y="6937"/>
                  </a:moveTo>
                  <a:cubicBezTo>
                    <a:pt x="20769" y="6937"/>
                    <a:pt x="17170" y="8652"/>
                    <a:pt x="14910" y="11860"/>
                  </a:cubicBezTo>
                  <a:cubicBezTo>
                    <a:pt x="14886" y="11894"/>
                    <a:pt x="14878" y="11935"/>
                    <a:pt x="14885" y="11977"/>
                  </a:cubicBezTo>
                  <a:cubicBezTo>
                    <a:pt x="14892" y="12018"/>
                    <a:pt x="14915" y="12054"/>
                    <a:pt x="14949" y="12077"/>
                  </a:cubicBezTo>
                  <a:lnTo>
                    <a:pt x="23078" y="17801"/>
                  </a:lnTo>
                  <a:cubicBezTo>
                    <a:pt x="23104" y="17820"/>
                    <a:pt x="23135" y="17829"/>
                    <a:pt x="23166" y="17829"/>
                  </a:cubicBezTo>
                  <a:cubicBezTo>
                    <a:pt x="23202" y="17829"/>
                    <a:pt x="23238" y="17817"/>
                    <a:pt x="23266" y="17792"/>
                  </a:cubicBezTo>
                  <a:cubicBezTo>
                    <a:pt x="23531" y="17565"/>
                    <a:pt x="23860" y="17450"/>
                    <a:pt x="24189" y="17450"/>
                  </a:cubicBezTo>
                  <a:cubicBezTo>
                    <a:pt x="24472" y="17450"/>
                    <a:pt x="24756" y="17535"/>
                    <a:pt x="24999" y="17706"/>
                  </a:cubicBezTo>
                  <a:cubicBezTo>
                    <a:pt x="25527" y="18075"/>
                    <a:pt x="25734" y="18760"/>
                    <a:pt x="25504" y="19365"/>
                  </a:cubicBezTo>
                  <a:cubicBezTo>
                    <a:pt x="25478" y="19431"/>
                    <a:pt x="25499" y="19507"/>
                    <a:pt x="25558" y="19548"/>
                  </a:cubicBezTo>
                  <a:lnTo>
                    <a:pt x="33687" y="25272"/>
                  </a:lnTo>
                  <a:cubicBezTo>
                    <a:pt x="33714" y="25292"/>
                    <a:pt x="33744" y="25301"/>
                    <a:pt x="33777" y="25301"/>
                  </a:cubicBezTo>
                  <a:cubicBezTo>
                    <a:pt x="33785" y="25301"/>
                    <a:pt x="33794" y="25301"/>
                    <a:pt x="33802" y="25299"/>
                  </a:cubicBezTo>
                  <a:cubicBezTo>
                    <a:pt x="33844" y="25292"/>
                    <a:pt x="33880" y="25268"/>
                    <a:pt x="33902" y="25235"/>
                  </a:cubicBezTo>
                  <a:cubicBezTo>
                    <a:pt x="37589" y="19997"/>
                    <a:pt x="36330" y="12740"/>
                    <a:pt x="31093" y="9051"/>
                  </a:cubicBezTo>
                  <a:cubicBezTo>
                    <a:pt x="29065" y="7623"/>
                    <a:pt x="26733" y="6937"/>
                    <a:pt x="24423" y="6937"/>
                  </a:cubicBezTo>
                  <a:close/>
                  <a:moveTo>
                    <a:pt x="23980" y="313"/>
                  </a:moveTo>
                  <a:cubicBezTo>
                    <a:pt x="27841" y="313"/>
                    <a:pt x="31605" y="1496"/>
                    <a:pt x="34821" y="3761"/>
                  </a:cubicBezTo>
                  <a:cubicBezTo>
                    <a:pt x="38886" y="6625"/>
                    <a:pt x="41618" y="10892"/>
                    <a:pt x="42518" y="15780"/>
                  </a:cubicBezTo>
                  <a:cubicBezTo>
                    <a:pt x="43417" y="20663"/>
                    <a:pt x="42388" y="25616"/>
                    <a:pt x="39623" y="29731"/>
                  </a:cubicBezTo>
                  <a:cubicBezTo>
                    <a:pt x="39578" y="29802"/>
                    <a:pt x="39593" y="29896"/>
                    <a:pt x="39663" y="29944"/>
                  </a:cubicBezTo>
                  <a:lnTo>
                    <a:pt x="43007" y="32298"/>
                  </a:lnTo>
                  <a:lnTo>
                    <a:pt x="38193" y="39135"/>
                  </a:lnTo>
                  <a:lnTo>
                    <a:pt x="378" y="12506"/>
                  </a:lnTo>
                  <a:lnTo>
                    <a:pt x="5193" y="5669"/>
                  </a:lnTo>
                  <a:lnTo>
                    <a:pt x="8536" y="8022"/>
                  </a:lnTo>
                  <a:cubicBezTo>
                    <a:pt x="8563" y="8041"/>
                    <a:pt x="8595" y="8051"/>
                    <a:pt x="8626" y="8051"/>
                  </a:cubicBezTo>
                  <a:cubicBezTo>
                    <a:pt x="8674" y="8051"/>
                    <a:pt x="8721" y="8029"/>
                    <a:pt x="8751" y="7989"/>
                  </a:cubicBezTo>
                  <a:cubicBezTo>
                    <a:pt x="11694" y="3998"/>
                    <a:pt x="16012" y="1362"/>
                    <a:pt x="20910" y="562"/>
                  </a:cubicBezTo>
                  <a:cubicBezTo>
                    <a:pt x="21935" y="395"/>
                    <a:pt x="22961" y="313"/>
                    <a:pt x="23980" y="313"/>
                  </a:cubicBezTo>
                  <a:close/>
                  <a:moveTo>
                    <a:pt x="23979" y="1"/>
                  </a:moveTo>
                  <a:cubicBezTo>
                    <a:pt x="22943" y="1"/>
                    <a:pt x="21899" y="85"/>
                    <a:pt x="20857" y="255"/>
                  </a:cubicBezTo>
                  <a:cubicBezTo>
                    <a:pt x="15931" y="1058"/>
                    <a:pt x="11578" y="3693"/>
                    <a:pt x="8589" y="7680"/>
                  </a:cubicBezTo>
                  <a:lnTo>
                    <a:pt x="5243" y="5323"/>
                  </a:lnTo>
                  <a:cubicBezTo>
                    <a:pt x="5217" y="5305"/>
                    <a:pt x="5186" y="5296"/>
                    <a:pt x="5154" y="5296"/>
                  </a:cubicBezTo>
                  <a:cubicBezTo>
                    <a:pt x="5145" y="5296"/>
                    <a:pt x="5135" y="5297"/>
                    <a:pt x="5126" y="5299"/>
                  </a:cubicBezTo>
                  <a:cubicBezTo>
                    <a:pt x="5086" y="5306"/>
                    <a:pt x="5050" y="5329"/>
                    <a:pt x="5026" y="5363"/>
                  </a:cubicBezTo>
                  <a:lnTo>
                    <a:pt x="32" y="12454"/>
                  </a:lnTo>
                  <a:cubicBezTo>
                    <a:pt x="9" y="12487"/>
                    <a:pt x="1" y="12528"/>
                    <a:pt x="8" y="12570"/>
                  </a:cubicBezTo>
                  <a:cubicBezTo>
                    <a:pt x="15" y="12611"/>
                    <a:pt x="38" y="12647"/>
                    <a:pt x="72" y="12670"/>
                  </a:cubicBezTo>
                  <a:lnTo>
                    <a:pt x="38142" y="39478"/>
                  </a:lnTo>
                  <a:cubicBezTo>
                    <a:pt x="38167" y="39498"/>
                    <a:pt x="38199" y="39506"/>
                    <a:pt x="38230" y="39506"/>
                  </a:cubicBezTo>
                  <a:lnTo>
                    <a:pt x="38259" y="39506"/>
                  </a:lnTo>
                  <a:cubicBezTo>
                    <a:pt x="38300" y="39499"/>
                    <a:pt x="38336" y="39476"/>
                    <a:pt x="38359" y="39442"/>
                  </a:cubicBezTo>
                  <a:lnTo>
                    <a:pt x="43351" y="32352"/>
                  </a:lnTo>
                  <a:cubicBezTo>
                    <a:pt x="43374" y="32318"/>
                    <a:pt x="43383" y="32276"/>
                    <a:pt x="43376" y="32235"/>
                  </a:cubicBezTo>
                  <a:cubicBezTo>
                    <a:pt x="43368" y="32195"/>
                    <a:pt x="43346" y="32159"/>
                    <a:pt x="43311" y="32135"/>
                  </a:cubicBezTo>
                  <a:lnTo>
                    <a:pt x="39965" y="29777"/>
                  </a:lnTo>
                  <a:cubicBezTo>
                    <a:pt x="42711" y="25619"/>
                    <a:pt x="43726" y="20636"/>
                    <a:pt x="42823" y="15723"/>
                  </a:cubicBezTo>
                  <a:cubicBezTo>
                    <a:pt x="41908" y="10755"/>
                    <a:pt x="39129" y="6414"/>
                    <a:pt x="34998" y="3505"/>
                  </a:cubicBezTo>
                  <a:cubicBezTo>
                    <a:pt x="31729" y="1204"/>
                    <a:pt x="27904" y="1"/>
                    <a:pt x="239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9"/>
            <p:cNvSpPr/>
            <p:nvPr/>
          </p:nvSpPr>
          <p:spPr>
            <a:xfrm>
              <a:off x="654250" y="2368463"/>
              <a:ext cx="972275" cy="698650"/>
            </a:xfrm>
            <a:custGeom>
              <a:rect b="b" l="l" r="r" t="t"/>
              <a:pathLst>
                <a:path extrusionOk="0" h="27946" w="38891">
                  <a:moveTo>
                    <a:pt x="778" y="1"/>
                  </a:moveTo>
                  <a:lnTo>
                    <a:pt x="0" y="1105"/>
                  </a:lnTo>
                  <a:lnTo>
                    <a:pt x="38113" y="27946"/>
                  </a:lnTo>
                  <a:lnTo>
                    <a:pt x="38890" y="26842"/>
                  </a:lnTo>
                  <a:lnTo>
                    <a:pt x="7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9"/>
            <p:cNvSpPr/>
            <p:nvPr/>
          </p:nvSpPr>
          <p:spPr>
            <a:xfrm>
              <a:off x="658650" y="2352863"/>
              <a:ext cx="40850" cy="53200"/>
            </a:xfrm>
            <a:custGeom>
              <a:rect b="b" l="l" r="r" t="t"/>
              <a:pathLst>
                <a:path extrusionOk="0" h="2128" w="1634">
                  <a:moveTo>
                    <a:pt x="1456" y="1"/>
                  </a:moveTo>
                  <a:cubicBezTo>
                    <a:pt x="1408" y="1"/>
                    <a:pt x="1359" y="23"/>
                    <a:pt x="1329" y="66"/>
                  </a:cubicBezTo>
                  <a:lnTo>
                    <a:pt x="50" y="1882"/>
                  </a:lnTo>
                  <a:cubicBezTo>
                    <a:pt x="0" y="1952"/>
                    <a:pt x="19" y="2049"/>
                    <a:pt x="87" y="2099"/>
                  </a:cubicBezTo>
                  <a:cubicBezTo>
                    <a:pt x="114" y="2119"/>
                    <a:pt x="147" y="2128"/>
                    <a:pt x="177" y="2128"/>
                  </a:cubicBezTo>
                  <a:cubicBezTo>
                    <a:pt x="226" y="2128"/>
                    <a:pt x="273" y="2105"/>
                    <a:pt x="304" y="2061"/>
                  </a:cubicBezTo>
                  <a:lnTo>
                    <a:pt x="1583" y="245"/>
                  </a:lnTo>
                  <a:cubicBezTo>
                    <a:pt x="1633" y="174"/>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9"/>
            <p:cNvSpPr/>
            <p:nvPr/>
          </p:nvSpPr>
          <p:spPr>
            <a:xfrm>
              <a:off x="708800" y="2388163"/>
              <a:ext cx="40800" cy="53150"/>
            </a:xfrm>
            <a:custGeom>
              <a:rect b="b" l="l" r="r" t="t"/>
              <a:pathLst>
                <a:path extrusionOk="0" h="2126" w="1632">
                  <a:moveTo>
                    <a:pt x="1456" y="0"/>
                  </a:moveTo>
                  <a:cubicBezTo>
                    <a:pt x="1408" y="0"/>
                    <a:pt x="1360" y="23"/>
                    <a:pt x="1329" y="66"/>
                  </a:cubicBezTo>
                  <a:lnTo>
                    <a:pt x="50" y="1882"/>
                  </a:lnTo>
                  <a:cubicBezTo>
                    <a:pt x="0" y="1952"/>
                    <a:pt x="17" y="2047"/>
                    <a:pt x="87" y="2097"/>
                  </a:cubicBezTo>
                  <a:cubicBezTo>
                    <a:pt x="114" y="2117"/>
                    <a:pt x="146" y="2126"/>
                    <a:pt x="177" y="2126"/>
                  </a:cubicBezTo>
                  <a:cubicBezTo>
                    <a:pt x="224" y="2126"/>
                    <a:pt x="273" y="2105"/>
                    <a:pt x="303" y="2060"/>
                  </a:cubicBezTo>
                  <a:lnTo>
                    <a:pt x="1582" y="244"/>
                  </a:lnTo>
                  <a:cubicBezTo>
                    <a:pt x="1632" y="174"/>
                    <a:pt x="1615" y="77"/>
                    <a:pt x="1545" y="27"/>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9"/>
            <p:cNvSpPr/>
            <p:nvPr/>
          </p:nvSpPr>
          <p:spPr>
            <a:xfrm>
              <a:off x="675350" y="2382088"/>
              <a:ext cx="28525" cy="35700"/>
            </a:xfrm>
            <a:custGeom>
              <a:rect b="b" l="l" r="r" t="t"/>
              <a:pathLst>
                <a:path extrusionOk="0" h="1428" w="1141">
                  <a:moveTo>
                    <a:pt x="966" y="0"/>
                  </a:moveTo>
                  <a:cubicBezTo>
                    <a:pt x="917" y="0"/>
                    <a:pt x="869" y="23"/>
                    <a:pt x="838" y="66"/>
                  </a:cubicBezTo>
                  <a:lnTo>
                    <a:pt x="51" y="1183"/>
                  </a:lnTo>
                  <a:cubicBezTo>
                    <a:pt x="1" y="1253"/>
                    <a:pt x="18" y="1350"/>
                    <a:pt x="88" y="1399"/>
                  </a:cubicBezTo>
                  <a:cubicBezTo>
                    <a:pt x="115" y="1419"/>
                    <a:pt x="147" y="1427"/>
                    <a:pt x="177" y="1427"/>
                  </a:cubicBezTo>
                  <a:cubicBezTo>
                    <a:pt x="227" y="1427"/>
                    <a:pt x="274" y="1404"/>
                    <a:pt x="304" y="1362"/>
                  </a:cubicBezTo>
                  <a:lnTo>
                    <a:pt x="1091" y="244"/>
                  </a:lnTo>
                  <a:cubicBezTo>
                    <a:pt x="1141" y="174"/>
                    <a:pt x="1124" y="77"/>
                    <a:pt x="1054" y="27"/>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9"/>
            <p:cNvSpPr/>
            <p:nvPr/>
          </p:nvSpPr>
          <p:spPr>
            <a:xfrm>
              <a:off x="690600" y="2392838"/>
              <a:ext cx="28575" cy="35725"/>
            </a:xfrm>
            <a:custGeom>
              <a:rect b="b" l="l" r="r" t="t"/>
              <a:pathLst>
                <a:path extrusionOk="0" h="1429" w="1143">
                  <a:moveTo>
                    <a:pt x="966" y="1"/>
                  </a:moveTo>
                  <a:cubicBezTo>
                    <a:pt x="917" y="1"/>
                    <a:pt x="869" y="23"/>
                    <a:pt x="838" y="66"/>
                  </a:cubicBezTo>
                  <a:lnTo>
                    <a:pt x="51" y="1183"/>
                  </a:lnTo>
                  <a:cubicBezTo>
                    <a:pt x="1" y="1253"/>
                    <a:pt x="19" y="1350"/>
                    <a:pt x="88" y="1400"/>
                  </a:cubicBezTo>
                  <a:cubicBezTo>
                    <a:pt x="115" y="1420"/>
                    <a:pt x="148" y="1429"/>
                    <a:pt x="178" y="1429"/>
                  </a:cubicBezTo>
                  <a:cubicBezTo>
                    <a:pt x="227" y="1429"/>
                    <a:pt x="274" y="1406"/>
                    <a:pt x="305" y="1362"/>
                  </a:cubicBezTo>
                  <a:lnTo>
                    <a:pt x="1093" y="244"/>
                  </a:lnTo>
                  <a:cubicBezTo>
                    <a:pt x="1143" y="174"/>
                    <a:pt x="1124" y="79"/>
                    <a:pt x="1055" y="29"/>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9"/>
            <p:cNvSpPr/>
            <p:nvPr/>
          </p:nvSpPr>
          <p:spPr>
            <a:xfrm>
              <a:off x="758150" y="2422988"/>
              <a:ext cx="40850" cy="53175"/>
            </a:xfrm>
            <a:custGeom>
              <a:rect b="b" l="l" r="r" t="t"/>
              <a:pathLst>
                <a:path extrusionOk="0" h="2127" w="1634">
                  <a:moveTo>
                    <a:pt x="1458" y="0"/>
                  </a:moveTo>
                  <a:cubicBezTo>
                    <a:pt x="1409" y="0"/>
                    <a:pt x="1360" y="23"/>
                    <a:pt x="1330" y="66"/>
                  </a:cubicBezTo>
                  <a:lnTo>
                    <a:pt x="51" y="1882"/>
                  </a:lnTo>
                  <a:cubicBezTo>
                    <a:pt x="1" y="1952"/>
                    <a:pt x="19" y="2047"/>
                    <a:pt x="89" y="2097"/>
                  </a:cubicBezTo>
                  <a:cubicBezTo>
                    <a:pt x="115" y="2117"/>
                    <a:pt x="148" y="2126"/>
                    <a:pt x="178" y="2126"/>
                  </a:cubicBezTo>
                  <a:cubicBezTo>
                    <a:pt x="227" y="2126"/>
                    <a:pt x="275" y="2103"/>
                    <a:pt x="305" y="2060"/>
                  </a:cubicBezTo>
                  <a:lnTo>
                    <a:pt x="1584" y="244"/>
                  </a:lnTo>
                  <a:cubicBezTo>
                    <a:pt x="1634" y="174"/>
                    <a:pt x="1615" y="77"/>
                    <a:pt x="1547" y="27"/>
                  </a:cubicBezTo>
                  <a:cubicBezTo>
                    <a:pt x="1520" y="9"/>
                    <a:pt x="1489" y="0"/>
                    <a:pt x="145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9"/>
            <p:cNvSpPr/>
            <p:nvPr/>
          </p:nvSpPr>
          <p:spPr>
            <a:xfrm>
              <a:off x="724750" y="2416888"/>
              <a:ext cx="28575" cy="35725"/>
            </a:xfrm>
            <a:custGeom>
              <a:rect b="b" l="l" r="r" t="t"/>
              <a:pathLst>
                <a:path extrusionOk="0" h="1429" w="1143">
                  <a:moveTo>
                    <a:pt x="966" y="1"/>
                  </a:moveTo>
                  <a:cubicBezTo>
                    <a:pt x="918" y="1"/>
                    <a:pt x="870" y="23"/>
                    <a:pt x="840" y="67"/>
                  </a:cubicBezTo>
                  <a:lnTo>
                    <a:pt x="51" y="1184"/>
                  </a:lnTo>
                  <a:cubicBezTo>
                    <a:pt x="1" y="1254"/>
                    <a:pt x="19" y="1351"/>
                    <a:pt x="89" y="1400"/>
                  </a:cubicBezTo>
                  <a:cubicBezTo>
                    <a:pt x="115" y="1420"/>
                    <a:pt x="148" y="1428"/>
                    <a:pt x="178" y="1428"/>
                  </a:cubicBezTo>
                  <a:cubicBezTo>
                    <a:pt x="227" y="1428"/>
                    <a:pt x="275" y="1406"/>
                    <a:pt x="305" y="1363"/>
                  </a:cubicBezTo>
                  <a:lnTo>
                    <a:pt x="1092" y="245"/>
                  </a:lnTo>
                  <a:cubicBezTo>
                    <a:pt x="1142" y="175"/>
                    <a:pt x="1125" y="78"/>
                    <a:pt x="1055"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9"/>
            <p:cNvSpPr/>
            <p:nvPr/>
          </p:nvSpPr>
          <p:spPr>
            <a:xfrm>
              <a:off x="740000" y="2427613"/>
              <a:ext cx="28550" cy="35725"/>
            </a:xfrm>
            <a:custGeom>
              <a:rect b="b" l="l" r="r" t="t"/>
              <a:pathLst>
                <a:path extrusionOk="0" h="1429" w="1142">
                  <a:moveTo>
                    <a:pt x="966" y="1"/>
                  </a:moveTo>
                  <a:cubicBezTo>
                    <a:pt x="917" y="1"/>
                    <a:pt x="869" y="23"/>
                    <a:pt x="838" y="66"/>
                  </a:cubicBezTo>
                  <a:lnTo>
                    <a:pt x="51" y="1184"/>
                  </a:lnTo>
                  <a:cubicBezTo>
                    <a:pt x="1" y="1254"/>
                    <a:pt x="18" y="1351"/>
                    <a:pt x="88" y="1400"/>
                  </a:cubicBezTo>
                  <a:cubicBezTo>
                    <a:pt x="115" y="1420"/>
                    <a:pt x="147" y="1428"/>
                    <a:pt x="177" y="1428"/>
                  </a:cubicBezTo>
                  <a:cubicBezTo>
                    <a:pt x="225" y="1428"/>
                    <a:pt x="274" y="1405"/>
                    <a:pt x="304" y="1362"/>
                  </a:cubicBezTo>
                  <a:lnTo>
                    <a:pt x="1091" y="245"/>
                  </a:lnTo>
                  <a:cubicBezTo>
                    <a:pt x="1141" y="175"/>
                    <a:pt x="1124" y="78"/>
                    <a:pt x="1054" y="28"/>
                  </a:cubicBezTo>
                  <a:cubicBezTo>
                    <a:pt x="1027" y="10"/>
                    <a:pt x="996"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9"/>
            <p:cNvSpPr/>
            <p:nvPr/>
          </p:nvSpPr>
          <p:spPr>
            <a:xfrm>
              <a:off x="807600" y="2457763"/>
              <a:ext cx="40850" cy="53175"/>
            </a:xfrm>
            <a:custGeom>
              <a:rect b="b" l="l" r="r" t="t"/>
              <a:pathLst>
                <a:path extrusionOk="0" h="2127" w="1634">
                  <a:moveTo>
                    <a:pt x="1457" y="0"/>
                  </a:moveTo>
                  <a:cubicBezTo>
                    <a:pt x="1408" y="0"/>
                    <a:pt x="1360" y="23"/>
                    <a:pt x="1329" y="65"/>
                  </a:cubicBezTo>
                  <a:lnTo>
                    <a:pt x="50" y="1882"/>
                  </a:lnTo>
                  <a:cubicBezTo>
                    <a:pt x="0" y="1951"/>
                    <a:pt x="19" y="2048"/>
                    <a:pt x="87" y="2098"/>
                  </a:cubicBezTo>
                  <a:cubicBezTo>
                    <a:pt x="115" y="2118"/>
                    <a:pt x="147" y="2127"/>
                    <a:pt x="177" y="2127"/>
                  </a:cubicBezTo>
                  <a:cubicBezTo>
                    <a:pt x="226" y="2127"/>
                    <a:pt x="273" y="2104"/>
                    <a:pt x="305" y="2061"/>
                  </a:cubicBezTo>
                  <a:lnTo>
                    <a:pt x="1583" y="244"/>
                  </a:lnTo>
                  <a:cubicBezTo>
                    <a:pt x="1633" y="175"/>
                    <a:pt x="1615" y="78"/>
                    <a:pt x="1545" y="28"/>
                  </a:cubicBezTo>
                  <a:cubicBezTo>
                    <a:pt x="1518"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9"/>
            <p:cNvSpPr/>
            <p:nvPr/>
          </p:nvSpPr>
          <p:spPr>
            <a:xfrm>
              <a:off x="774150" y="2451688"/>
              <a:ext cx="28575" cy="35725"/>
            </a:xfrm>
            <a:custGeom>
              <a:rect b="b" l="l" r="r" t="t"/>
              <a:pathLst>
                <a:path extrusionOk="0" h="1429" w="1143">
                  <a:moveTo>
                    <a:pt x="966" y="1"/>
                  </a:moveTo>
                  <a:cubicBezTo>
                    <a:pt x="918" y="1"/>
                    <a:pt x="869" y="23"/>
                    <a:pt x="838" y="66"/>
                  </a:cubicBezTo>
                  <a:lnTo>
                    <a:pt x="51" y="1184"/>
                  </a:lnTo>
                  <a:cubicBezTo>
                    <a:pt x="1" y="1254"/>
                    <a:pt x="18" y="1350"/>
                    <a:pt x="88" y="1400"/>
                  </a:cubicBezTo>
                  <a:cubicBezTo>
                    <a:pt x="115" y="1420"/>
                    <a:pt x="147" y="1428"/>
                    <a:pt x="178" y="1428"/>
                  </a:cubicBezTo>
                  <a:cubicBezTo>
                    <a:pt x="225" y="1428"/>
                    <a:pt x="274" y="1405"/>
                    <a:pt x="304" y="1362"/>
                  </a:cubicBezTo>
                  <a:lnTo>
                    <a:pt x="1093" y="245"/>
                  </a:lnTo>
                  <a:cubicBezTo>
                    <a:pt x="1143" y="175"/>
                    <a:pt x="1124" y="78"/>
                    <a:pt x="1054"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9"/>
            <p:cNvSpPr/>
            <p:nvPr/>
          </p:nvSpPr>
          <p:spPr>
            <a:xfrm>
              <a:off x="789425" y="2462413"/>
              <a:ext cx="28550" cy="35700"/>
            </a:xfrm>
            <a:custGeom>
              <a:rect b="b" l="l" r="r" t="t"/>
              <a:pathLst>
                <a:path extrusionOk="0" h="1428" w="1142">
                  <a:moveTo>
                    <a:pt x="966" y="1"/>
                  </a:moveTo>
                  <a:cubicBezTo>
                    <a:pt x="918" y="1"/>
                    <a:pt x="869" y="23"/>
                    <a:pt x="839" y="66"/>
                  </a:cubicBezTo>
                  <a:lnTo>
                    <a:pt x="50" y="1183"/>
                  </a:lnTo>
                  <a:cubicBezTo>
                    <a:pt x="0" y="1253"/>
                    <a:pt x="19" y="1349"/>
                    <a:pt x="89" y="1399"/>
                  </a:cubicBezTo>
                  <a:cubicBezTo>
                    <a:pt x="114" y="1419"/>
                    <a:pt x="147" y="1428"/>
                    <a:pt x="177" y="1428"/>
                  </a:cubicBezTo>
                  <a:cubicBezTo>
                    <a:pt x="226" y="1428"/>
                    <a:pt x="274" y="1405"/>
                    <a:pt x="304" y="1362"/>
                  </a:cubicBezTo>
                  <a:lnTo>
                    <a:pt x="1092" y="245"/>
                  </a:lnTo>
                  <a:cubicBezTo>
                    <a:pt x="1142" y="175"/>
                    <a:pt x="1125" y="78"/>
                    <a:pt x="1055" y="28"/>
                  </a:cubicBezTo>
                  <a:cubicBezTo>
                    <a:pt x="1028" y="9"/>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9"/>
            <p:cNvSpPr/>
            <p:nvPr/>
          </p:nvSpPr>
          <p:spPr>
            <a:xfrm>
              <a:off x="857000" y="2492538"/>
              <a:ext cx="40825" cy="53200"/>
            </a:xfrm>
            <a:custGeom>
              <a:rect b="b" l="l" r="r" t="t"/>
              <a:pathLst>
                <a:path extrusionOk="0" h="2128" w="1633">
                  <a:moveTo>
                    <a:pt x="1456" y="0"/>
                  </a:moveTo>
                  <a:cubicBezTo>
                    <a:pt x="1407" y="0"/>
                    <a:pt x="1360" y="23"/>
                    <a:pt x="1329" y="66"/>
                  </a:cubicBezTo>
                  <a:lnTo>
                    <a:pt x="50" y="1882"/>
                  </a:lnTo>
                  <a:cubicBezTo>
                    <a:pt x="0" y="1952"/>
                    <a:pt x="18" y="2049"/>
                    <a:pt x="88" y="2099"/>
                  </a:cubicBezTo>
                  <a:cubicBezTo>
                    <a:pt x="115" y="2117"/>
                    <a:pt x="146" y="2127"/>
                    <a:pt x="176" y="2127"/>
                  </a:cubicBezTo>
                  <a:cubicBezTo>
                    <a:pt x="225" y="2127"/>
                    <a:pt x="273" y="2105"/>
                    <a:pt x="303" y="2060"/>
                  </a:cubicBezTo>
                  <a:lnTo>
                    <a:pt x="1582" y="244"/>
                  </a:lnTo>
                  <a:cubicBezTo>
                    <a:pt x="1632" y="174"/>
                    <a:pt x="1615" y="78"/>
                    <a:pt x="1545" y="28"/>
                  </a:cubicBezTo>
                  <a:cubicBezTo>
                    <a:pt x="1518" y="10"/>
                    <a:pt x="1486"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9"/>
            <p:cNvSpPr/>
            <p:nvPr/>
          </p:nvSpPr>
          <p:spPr>
            <a:xfrm>
              <a:off x="823525" y="2486463"/>
              <a:ext cx="28575" cy="35725"/>
            </a:xfrm>
            <a:custGeom>
              <a:rect b="b" l="l" r="r" t="t"/>
              <a:pathLst>
                <a:path extrusionOk="0" h="1429" w="1143">
                  <a:moveTo>
                    <a:pt x="967" y="1"/>
                  </a:moveTo>
                  <a:cubicBezTo>
                    <a:pt x="918" y="1"/>
                    <a:pt x="870" y="24"/>
                    <a:pt x="839" y="66"/>
                  </a:cubicBezTo>
                  <a:lnTo>
                    <a:pt x="51" y="1184"/>
                  </a:lnTo>
                  <a:cubicBezTo>
                    <a:pt x="1" y="1253"/>
                    <a:pt x="19" y="1350"/>
                    <a:pt x="89" y="1400"/>
                  </a:cubicBezTo>
                  <a:cubicBezTo>
                    <a:pt x="115" y="1420"/>
                    <a:pt x="148" y="1429"/>
                    <a:pt x="178" y="1429"/>
                  </a:cubicBezTo>
                  <a:cubicBezTo>
                    <a:pt x="228" y="1429"/>
                    <a:pt x="276" y="1406"/>
                    <a:pt x="305" y="1363"/>
                  </a:cubicBezTo>
                  <a:lnTo>
                    <a:pt x="1092" y="244"/>
                  </a:lnTo>
                  <a:cubicBezTo>
                    <a:pt x="1142" y="176"/>
                    <a:pt x="1125" y="79"/>
                    <a:pt x="1055" y="29"/>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9"/>
            <p:cNvSpPr/>
            <p:nvPr/>
          </p:nvSpPr>
          <p:spPr>
            <a:xfrm>
              <a:off x="838825" y="2497163"/>
              <a:ext cx="28550" cy="35750"/>
            </a:xfrm>
            <a:custGeom>
              <a:rect b="b" l="l" r="r" t="t"/>
              <a:pathLst>
                <a:path extrusionOk="0" h="1430" w="1142">
                  <a:moveTo>
                    <a:pt x="964" y="1"/>
                  </a:moveTo>
                  <a:cubicBezTo>
                    <a:pt x="915" y="1"/>
                    <a:pt x="868" y="23"/>
                    <a:pt x="837" y="66"/>
                  </a:cubicBezTo>
                  <a:lnTo>
                    <a:pt x="50" y="1185"/>
                  </a:lnTo>
                  <a:cubicBezTo>
                    <a:pt x="0" y="1254"/>
                    <a:pt x="17" y="1351"/>
                    <a:pt x="87" y="1401"/>
                  </a:cubicBezTo>
                  <a:cubicBezTo>
                    <a:pt x="114" y="1421"/>
                    <a:pt x="146" y="1429"/>
                    <a:pt x="177" y="1429"/>
                  </a:cubicBezTo>
                  <a:cubicBezTo>
                    <a:pt x="224" y="1429"/>
                    <a:pt x="273" y="1408"/>
                    <a:pt x="303" y="1364"/>
                  </a:cubicBezTo>
                  <a:lnTo>
                    <a:pt x="1092" y="245"/>
                  </a:lnTo>
                  <a:cubicBezTo>
                    <a:pt x="1142" y="176"/>
                    <a:pt x="1123" y="79"/>
                    <a:pt x="1053" y="29"/>
                  </a:cubicBezTo>
                  <a:cubicBezTo>
                    <a:pt x="1026" y="10"/>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9"/>
            <p:cNvSpPr/>
            <p:nvPr/>
          </p:nvSpPr>
          <p:spPr>
            <a:xfrm>
              <a:off x="906375" y="2527363"/>
              <a:ext cx="40850" cy="53175"/>
            </a:xfrm>
            <a:custGeom>
              <a:rect b="b" l="l" r="r" t="t"/>
              <a:pathLst>
                <a:path extrusionOk="0" h="2127" w="1634">
                  <a:moveTo>
                    <a:pt x="1457" y="1"/>
                  </a:moveTo>
                  <a:cubicBezTo>
                    <a:pt x="1408" y="1"/>
                    <a:pt x="1360" y="24"/>
                    <a:pt x="1329" y="66"/>
                  </a:cubicBezTo>
                  <a:lnTo>
                    <a:pt x="50" y="1880"/>
                  </a:lnTo>
                  <a:cubicBezTo>
                    <a:pt x="0" y="1950"/>
                    <a:pt x="19" y="2047"/>
                    <a:pt x="87" y="2098"/>
                  </a:cubicBezTo>
                  <a:cubicBezTo>
                    <a:pt x="114" y="2116"/>
                    <a:pt x="147" y="2126"/>
                    <a:pt x="177" y="2126"/>
                  </a:cubicBezTo>
                  <a:cubicBezTo>
                    <a:pt x="226" y="2126"/>
                    <a:pt x="273" y="2102"/>
                    <a:pt x="304" y="2059"/>
                  </a:cubicBezTo>
                  <a:lnTo>
                    <a:pt x="1583" y="244"/>
                  </a:lnTo>
                  <a:cubicBezTo>
                    <a:pt x="1633" y="176"/>
                    <a:pt x="1615" y="79"/>
                    <a:pt x="1545" y="29"/>
                  </a:cubicBezTo>
                  <a:cubicBezTo>
                    <a:pt x="1518"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9"/>
            <p:cNvSpPr/>
            <p:nvPr/>
          </p:nvSpPr>
          <p:spPr>
            <a:xfrm>
              <a:off x="872975" y="2521263"/>
              <a:ext cx="28550" cy="35725"/>
            </a:xfrm>
            <a:custGeom>
              <a:rect b="b" l="l" r="r" t="t"/>
              <a:pathLst>
                <a:path extrusionOk="0" h="1429" w="1142">
                  <a:moveTo>
                    <a:pt x="965" y="0"/>
                  </a:moveTo>
                  <a:cubicBezTo>
                    <a:pt x="916" y="0"/>
                    <a:pt x="868" y="23"/>
                    <a:pt x="837" y="65"/>
                  </a:cubicBezTo>
                  <a:lnTo>
                    <a:pt x="50" y="1183"/>
                  </a:lnTo>
                  <a:cubicBezTo>
                    <a:pt x="0" y="1253"/>
                    <a:pt x="19" y="1350"/>
                    <a:pt x="87" y="1400"/>
                  </a:cubicBezTo>
                  <a:cubicBezTo>
                    <a:pt x="114" y="1420"/>
                    <a:pt x="147" y="1428"/>
                    <a:pt x="177" y="1428"/>
                  </a:cubicBezTo>
                  <a:cubicBezTo>
                    <a:pt x="226" y="1428"/>
                    <a:pt x="273" y="1406"/>
                    <a:pt x="304" y="1361"/>
                  </a:cubicBezTo>
                  <a:lnTo>
                    <a:pt x="1092" y="244"/>
                  </a:lnTo>
                  <a:cubicBezTo>
                    <a:pt x="1142" y="174"/>
                    <a:pt x="1123" y="78"/>
                    <a:pt x="1055"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9"/>
            <p:cNvSpPr/>
            <p:nvPr/>
          </p:nvSpPr>
          <p:spPr>
            <a:xfrm>
              <a:off x="888250" y="2532013"/>
              <a:ext cx="28525" cy="35725"/>
            </a:xfrm>
            <a:custGeom>
              <a:rect b="b" l="l" r="r" t="t"/>
              <a:pathLst>
                <a:path extrusionOk="0" h="1429" w="1141">
                  <a:moveTo>
                    <a:pt x="965" y="1"/>
                  </a:moveTo>
                  <a:cubicBezTo>
                    <a:pt x="917" y="1"/>
                    <a:pt x="869" y="23"/>
                    <a:pt x="838" y="65"/>
                  </a:cubicBezTo>
                  <a:lnTo>
                    <a:pt x="51" y="1184"/>
                  </a:lnTo>
                  <a:cubicBezTo>
                    <a:pt x="1" y="1253"/>
                    <a:pt x="18" y="1350"/>
                    <a:pt x="88" y="1400"/>
                  </a:cubicBezTo>
                  <a:cubicBezTo>
                    <a:pt x="115" y="1420"/>
                    <a:pt x="146" y="1429"/>
                    <a:pt x="176" y="1429"/>
                  </a:cubicBezTo>
                  <a:cubicBezTo>
                    <a:pt x="225" y="1429"/>
                    <a:pt x="274" y="1406"/>
                    <a:pt x="304" y="1363"/>
                  </a:cubicBezTo>
                  <a:lnTo>
                    <a:pt x="1091" y="244"/>
                  </a:lnTo>
                  <a:cubicBezTo>
                    <a:pt x="1141" y="175"/>
                    <a:pt x="1124" y="78"/>
                    <a:pt x="1054" y="28"/>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9"/>
            <p:cNvSpPr/>
            <p:nvPr/>
          </p:nvSpPr>
          <p:spPr>
            <a:xfrm>
              <a:off x="955800" y="2562163"/>
              <a:ext cx="40825" cy="53125"/>
            </a:xfrm>
            <a:custGeom>
              <a:rect b="b" l="l" r="r" t="t"/>
              <a:pathLst>
                <a:path extrusionOk="0" h="2125" w="1633">
                  <a:moveTo>
                    <a:pt x="1456" y="0"/>
                  </a:moveTo>
                  <a:cubicBezTo>
                    <a:pt x="1407" y="0"/>
                    <a:pt x="1360" y="23"/>
                    <a:pt x="1329" y="65"/>
                  </a:cubicBezTo>
                  <a:lnTo>
                    <a:pt x="51" y="1880"/>
                  </a:lnTo>
                  <a:cubicBezTo>
                    <a:pt x="1" y="1950"/>
                    <a:pt x="18" y="2046"/>
                    <a:pt x="88" y="2096"/>
                  </a:cubicBezTo>
                  <a:cubicBezTo>
                    <a:pt x="115" y="2116"/>
                    <a:pt x="146" y="2124"/>
                    <a:pt x="178" y="2124"/>
                  </a:cubicBezTo>
                  <a:cubicBezTo>
                    <a:pt x="225" y="2124"/>
                    <a:pt x="273" y="2101"/>
                    <a:pt x="303" y="2059"/>
                  </a:cubicBezTo>
                  <a:lnTo>
                    <a:pt x="1582" y="244"/>
                  </a:lnTo>
                  <a:cubicBezTo>
                    <a:pt x="1632" y="174"/>
                    <a:pt x="1615" y="78"/>
                    <a:pt x="1545" y="28"/>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9"/>
            <p:cNvSpPr/>
            <p:nvPr/>
          </p:nvSpPr>
          <p:spPr>
            <a:xfrm>
              <a:off x="922375" y="2556038"/>
              <a:ext cx="28525" cy="35750"/>
            </a:xfrm>
            <a:custGeom>
              <a:rect b="b" l="l" r="r" t="t"/>
              <a:pathLst>
                <a:path extrusionOk="0" h="1430" w="1141">
                  <a:moveTo>
                    <a:pt x="965" y="0"/>
                  </a:moveTo>
                  <a:cubicBezTo>
                    <a:pt x="916" y="0"/>
                    <a:pt x="868" y="23"/>
                    <a:pt x="837" y="66"/>
                  </a:cubicBezTo>
                  <a:lnTo>
                    <a:pt x="49" y="1183"/>
                  </a:lnTo>
                  <a:cubicBezTo>
                    <a:pt x="0" y="1253"/>
                    <a:pt x="17" y="1351"/>
                    <a:pt x="87" y="1399"/>
                  </a:cubicBezTo>
                  <a:cubicBezTo>
                    <a:pt x="114" y="1419"/>
                    <a:pt x="146" y="1429"/>
                    <a:pt x="176" y="1429"/>
                  </a:cubicBezTo>
                  <a:cubicBezTo>
                    <a:pt x="224" y="1429"/>
                    <a:pt x="273" y="1405"/>
                    <a:pt x="303" y="1362"/>
                  </a:cubicBezTo>
                  <a:lnTo>
                    <a:pt x="1090" y="245"/>
                  </a:lnTo>
                  <a:cubicBezTo>
                    <a:pt x="1140" y="175"/>
                    <a:pt x="1123" y="77"/>
                    <a:pt x="1053" y="27"/>
                  </a:cubicBezTo>
                  <a:cubicBezTo>
                    <a:pt x="1026" y="9"/>
                    <a:pt x="995"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9"/>
            <p:cNvSpPr/>
            <p:nvPr/>
          </p:nvSpPr>
          <p:spPr>
            <a:xfrm>
              <a:off x="937625" y="2566788"/>
              <a:ext cx="28550" cy="35750"/>
            </a:xfrm>
            <a:custGeom>
              <a:rect b="b" l="l" r="r" t="t"/>
              <a:pathLst>
                <a:path extrusionOk="0" h="1430" w="1142">
                  <a:moveTo>
                    <a:pt x="965" y="1"/>
                  </a:moveTo>
                  <a:cubicBezTo>
                    <a:pt x="916" y="1"/>
                    <a:pt x="868" y="23"/>
                    <a:pt x="838" y="66"/>
                  </a:cubicBezTo>
                  <a:lnTo>
                    <a:pt x="50" y="1183"/>
                  </a:lnTo>
                  <a:cubicBezTo>
                    <a:pt x="0" y="1253"/>
                    <a:pt x="19" y="1351"/>
                    <a:pt x="87" y="1401"/>
                  </a:cubicBezTo>
                  <a:cubicBezTo>
                    <a:pt x="115" y="1421"/>
                    <a:pt x="147" y="1429"/>
                    <a:pt x="177" y="1429"/>
                  </a:cubicBezTo>
                  <a:cubicBezTo>
                    <a:pt x="226" y="1429"/>
                    <a:pt x="273" y="1406"/>
                    <a:pt x="305" y="1362"/>
                  </a:cubicBezTo>
                  <a:lnTo>
                    <a:pt x="1092" y="245"/>
                  </a:lnTo>
                  <a:cubicBezTo>
                    <a:pt x="1142" y="175"/>
                    <a:pt x="1123" y="79"/>
                    <a:pt x="1055"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9"/>
            <p:cNvSpPr/>
            <p:nvPr/>
          </p:nvSpPr>
          <p:spPr>
            <a:xfrm>
              <a:off x="1005175" y="2596888"/>
              <a:ext cx="40850" cy="53175"/>
            </a:xfrm>
            <a:custGeom>
              <a:rect b="b" l="l" r="r" t="t"/>
              <a:pathLst>
                <a:path extrusionOk="0" h="2127" w="1634">
                  <a:moveTo>
                    <a:pt x="1457" y="0"/>
                  </a:moveTo>
                  <a:cubicBezTo>
                    <a:pt x="1408" y="0"/>
                    <a:pt x="1360" y="23"/>
                    <a:pt x="1329" y="65"/>
                  </a:cubicBezTo>
                  <a:lnTo>
                    <a:pt x="50" y="1883"/>
                  </a:lnTo>
                  <a:cubicBezTo>
                    <a:pt x="0" y="1951"/>
                    <a:pt x="19" y="2048"/>
                    <a:pt x="89" y="2098"/>
                  </a:cubicBezTo>
                  <a:cubicBezTo>
                    <a:pt x="114" y="2118"/>
                    <a:pt x="147" y="2127"/>
                    <a:pt x="177" y="2127"/>
                  </a:cubicBezTo>
                  <a:cubicBezTo>
                    <a:pt x="226" y="2127"/>
                    <a:pt x="274" y="2104"/>
                    <a:pt x="304" y="2061"/>
                  </a:cubicBezTo>
                  <a:lnTo>
                    <a:pt x="1583" y="244"/>
                  </a:lnTo>
                  <a:cubicBezTo>
                    <a:pt x="1633" y="175"/>
                    <a:pt x="1615" y="78"/>
                    <a:pt x="1546" y="28"/>
                  </a:cubicBezTo>
                  <a:cubicBezTo>
                    <a:pt x="1519"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9"/>
            <p:cNvSpPr/>
            <p:nvPr/>
          </p:nvSpPr>
          <p:spPr>
            <a:xfrm>
              <a:off x="971775" y="2590813"/>
              <a:ext cx="28550" cy="35725"/>
            </a:xfrm>
            <a:custGeom>
              <a:rect b="b" l="l" r="r" t="t"/>
              <a:pathLst>
                <a:path extrusionOk="0" h="1429" w="1142">
                  <a:moveTo>
                    <a:pt x="966" y="0"/>
                  </a:moveTo>
                  <a:cubicBezTo>
                    <a:pt x="918" y="0"/>
                    <a:pt x="870" y="23"/>
                    <a:pt x="839" y="65"/>
                  </a:cubicBezTo>
                  <a:lnTo>
                    <a:pt x="50" y="1184"/>
                  </a:lnTo>
                  <a:cubicBezTo>
                    <a:pt x="0" y="1254"/>
                    <a:pt x="19" y="1350"/>
                    <a:pt x="89" y="1400"/>
                  </a:cubicBezTo>
                  <a:cubicBezTo>
                    <a:pt x="115" y="1420"/>
                    <a:pt x="147" y="1428"/>
                    <a:pt x="177" y="1428"/>
                  </a:cubicBezTo>
                  <a:cubicBezTo>
                    <a:pt x="226" y="1428"/>
                    <a:pt x="275" y="1406"/>
                    <a:pt x="305" y="1363"/>
                  </a:cubicBezTo>
                  <a:lnTo>
                    <a:pt x="1092" y="244"/>
                  </a:lnTo>
                  <a:cubicBezTo>
                    <a:pt x="1142" y="175"/>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9"/>
            <p:cNvSpPr/>
            <p:nvPr/>
          </p:nvSpPr>
          <p:spPr>
            <a:xfrm>
              <a:off x="987025" y="2601588"/>
              <a:ext cx="28525" cy="35725"/>
            </a:xfrm>
            <a:custGeom>
              <a:rect b="b" l="l" r="r" t="t"/>
              <a:pathLst>
                <a:path extrusionOk="0" h="1429" w="1141">
                  <a:moveTo>
                    <a:pt x="965" y="0"/>
                  </a:moveTo>
                  <a:cubicBezTo>
                    <a:pt x="916" y="0"/>
                    <a:pt x="868" y="23"/>
                    <a:pt x="838" y="66"/>
                  </a:cubicBezTo>
                  <a:lnTo>
                    <a:pt x="50" y="1183"/>
                  </a:lnTo>
                  <a:cubicBezTo>
                    <a:pt x="0" y="1253"/>
                    <a:pt x="17" y="1350"/>
                    <a:pt x="87" y="1399"/>
                  </a:cubicBezTo>
                  <a:cubicBezTo>
                    <a:pt x="115" y="1419"/>
                    <a:pt x="146" y="1429"/>
                    <a:pt x="176" y="1429"/>
                  </a:cubicBezTo>
                  <a:cubicBezTo>
                    <a:pt x="226" y="1429"/>
                    <a:pt x="275" y="1405"/>
                    <a:pt x="303" y="1362"/>
                  </a:cubicBezTo>
                  <a:lnTo>
                    <a:pt x="1091" y="244"/>
                  </a:lnTo>
                  <a:cubicBezTo>
                    <a:pt x="1141" y="174"/>
                    <a:pt x="1123" y="77"/>
                    <a:pt x="1053" y="27"/>
                  </a:cubicBezTo>
                  <a:cubicBezTo>
                    <a:pt x="1026"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9"/>
            <p:cNvSpPr/>
            <p:nvPr/>
          </p:nvSpPr>
          <p:spPr>
            <a:xfrm>
              <a:off x="1054600" y="2631663"/>
              <a:ext cx="40850" cy="53200"/>
            </a:xfrm>
            <a:custGeom>
              <a:rect b="b" l="l" r="r" t="t"/>
              <a:pathLst>
                <a:path extrusionOk="0" h="2128" w="1634">
                  <a:moveTo>
                    <a:pt x="1457" y="1"/>
                  </a:moveTo>
                  <a:cubicBezTo>
                    <a:pt x="1408" y="1"/>
                    <a:pt x="1360" y="23"/>
                    <a:pt x="1329" y="66"/>
                  </a:cubicBezTo>
                  <a:lnTo>
                    <a:pt x="51" y="1882"/>
                  </a:lnTo>
                  <a:cubicBezTo>
                    <a:pt x="1" y="1952"/>
                    <a:pt x="19" y="2049"/>
                    <a:pt x="88" y="2099"/>
                  </a:cubicBezTo>
                  <a:cubicBezTo>
                    <a:pt x="115" y="2119"/>
                    <a:pt x="148" y="2128"/>
                    <a:pt x="178" y="2128"/>
                  </a:cubicBezTo>
                  <a:cubicBezTo>
                    <a:pt x="225" y="2128"/>
                    <a:pt x="274" y="2106"/>
                    <a:pt x="305" y="2061"/>
                  </a:cubicBezTo>
                  <a:lnTo>
                    <a:pt x="1584" y="244"/>
                  </a:lnTo>
                  <a:cubicBezTo>
                    <a:pt x="1634" y="174"/>
                    <a:pt x="1615" y="79"/>
                    <a:pt x="1545" y="29"/>
                  </a:cubicBezTo>
                  <a:cubicBezTo>
                    <a:pt x="1518"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9"/>
            <p:cNvSpPr/>
            <p:nvPr/>
          </p:nvSpPr>
          <p:spPr>
            <a:xfrm>
              <a:off x="1021175" y="2625613"/>
              <a:ext cx="28550" cy="35725"/>
            </a:xfrm>
            <a:custGeom>
              <a:rect b="b" l="l" r="r" t="t"/>
              <a:pathLst>
                <a:path extrusionOk="0" h="1429" w="1142">
                  <a:moveTo>
                    <a:pt x="966" y="0"/>
                  </a:moveTo>
                  <a:cubicBezTo>
                    <a:pt x="917" y="0"/>
                    <a:pt x="868" y="23"/>
                    <a:pt x="838" y="65"/>
                  </a:cubicBezTo>
                  <a:lnTo>
                    <a:pt x="50" y="1184"/>
                  </a:lnTo>
                  <a:cubicBezTo>
                    <a:pt x="0" y="1254"/>
                    <a:pt x="17" y="1350"/>
                    <a:pt x="87" y="1400"/>
                  </a:cubicBezTo>
                  <a:cubicBezTo>
                    <a:pt x="115" y="1420"/>
                    <a:pt x="146" y="1428"/>
                    <a:pt x="177" y="1428"/>
                  </a:cubicBezTo>
                  <a:cubicBezTo>
                    <a:pt x="225" y="1428"/>
                    <a:pt x="273" y="1407"/>
                    <a:pt x="303" y="1362"/>
                  </a:cubicBezTo>
                  <a:lnTo>
                    <a:pt x="1092" y="244"/>
                  </a:lnTo>
                  <a:cubicBezTo>
                    <a:pt x="1142" y="175"/>
                    <a:pt x="1123" y="78"/>
                    <a:pt x="1053" y="28"/>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9"/>
            <p:cNvSpPr/>
            <p:nvPr/>
          </p:nvSpPr>
          <p:spPr>
            <a:xfrm>
              <a:off x="1036425" y="2636363"/>
              <a:ext cx="28550" cy="35725"/>
            </a:xfrm>
            <a:custGeom>
              <a:rect b="b" l="l" r="r" t="t"/>
              <a:pathLst>
                <a:path extrusionOk="0" h="1429" w="1142">
                  <a:moveTo>
                    <a:pt x="966" y="0"/>
                  </a:moveTo>
                  <a:cubicBezTo>
                    <a:pt x="917" y="0"/>
                    <a:pt x="869" y="23"/>
                    <a:pt x="839" y="65"/>
                  </a:cubicBezTo>
                  <a:lnTo>
                    <a:pt x="50" y="1184"/>
                  </a:lnTo>
                  <a:cubicBezTo>
                    <a:pt x="0" y="1254"/>
                    <a:pt x="19" y="1350"/>
                    <a:pt x="89" y="1400"/>
                  </a:cubicBezTo>
                  <a:cubicBezTo>
                    <a:pt x="115" y="1420"/>
                    <a:pt x="148" y="1428"/>
                    <a:pt x="178" y="1428"/>
                  </a:cubicBezTo>
                  <a:cubicBezTo>
                    <a:pt x="226" y="1428"/>
                    <a:pt x="275" y="1405"/>
                    <a:pt x="305" y="1362"/>
                  </a:cubicBezTo>
                  <a:lnTo>
                    <a:pt x="1092" y="244"/>
                  </a:lnTo>
                  <a:cubicBezTo>
                    <a:pt x="1142" y="175"/>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9"/>
            <p:cNvSpPr/>
            <p:nvPr/>
          </p:nvSpPr>
          <p:spPr>
            <a:xfrm>
              <a:off x="1104000" y="2666488"/>
              <a:ext cx="40825" cy="53200"/>
            </a:xfrm>
            <a:custGeom>
              <a:rect b="b" l="l" r="r" t="t"/>
              <a:pathLst>
                <a:path extrusionOk="0" h="2128" w="1633">
                  <a:moveTo>
                    <a:pt x="1456" y="1"/>
                  </a:moveTo>
                  <a:cubicBezTo>
                    <a:pt x="1408" y="1"/>
                    <a:pt x="1360" y="23"/>
                    <a:pt x="1330" y="66"/>
                  </a:cubicBezTo>
                  <a:lnTo>
                    <a:pt x="51" y="1882"/>
                  </a:lnTo>
                  <a:cubicBezTo>
                    <a:pt x="1" y="1952"/>
                    <a:pt x="18" y="2049"/>
                    <a:pt x="88" y="2099"/>
                  </a:cubicBezTo>
                  <a:cubicBezTo>
                    <a:pt x="115" y="2119"/>
                    <a:pt x="146" y="2128"/>
                    <a:pt x="176" y="2128"/>
                  </a:cubicBezTo>
                  <a:cubicBezTo>
                    <a:pt x="225" y="2128"/>
                    <a:pt x="274" y="2105"/>
                    <a:pt x="304" y="2061"/>
                  </a:cubicBezTo>
                  <a:lnTo>
                    <a:pt x="1582" y="245"/>
                  </a:lnTo>
                  <a:cubicBezTo>
                    <a:pt x="1632" y="175"/>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9"/>
            <p:cNvSpPr/>
            <p:nvPr/>
          </p:nvSpPr>
          <p:spPr>
            <a:xfrm>
              <a:off x="1070600" y="2660438"/>
              <a:ext cx="28525" cy="35725"/>
            </a:xfrm>
            <a:custGeom>
              <a:rect b="b" l="l" r="r" t="t"/>
              <a:pathLst>
                <a:path extrusionOk="0" h="1429" w="1141">
                  <a:moveTo>
                    <a:pt x="965" y="0"/>
                  </a:moveTo>
                  <a:cubicBezTo>
                    <a:pt x="917" y="0"/>
                    <a:pt x="869" y="23"/>
                    <a:pt x="838" y="65"/>
                  </a:cubicBezTo>
                  <a:lnTo>
                    <a:pt x="49" y="1184"/>
                  </a:lnTo>
                  <a:cubicBezTo>
                    <a:pt x="1" y="1254"/>
                    <a:pt x="18" y="1350"/>
                    <a:pt x="88" y="1400"/>
                  </a:cubicBezTo>
                  <a:cubicBezTo>
                    <a:pt x="115" y="1420"/>
                    <a:pt x="147" y="1428"/>
                    <a:pt x="177" y="1428"/>
                  </a:cubicBezTo>
                  <a:cubicBezTo>
                    <a:pt x="225" y="1428"/>
                    <a:pt x="274" y="1405"/>
                    <a:pt x="304" y="1362"/>
                  </a:cubicBezTo>
                  <a:lnTo>
                    <a:pt x="1091" y="244"/>
                  </a:lnTo>
                  <a:cubicBezTo>
                    <a:pt x="1141" y="175"/>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9"/>
            <p:cNvSpPr/>
            <p:nvPr/>
          </p:nvSpPr>
          <p:spPr>
            <a:xfrm>
              <a:off x="1085825" y="2671138"/>
              <a:ext cx="28575" cy="35725"/>
            </a:xfrm>
            <a:custGeom>
              <a:rect b="b" l="l" r="r" t="t"/>
              <a:pathLst>
                <a:path extrusionOk="0" h="1429" w="1143">
                  <a:moveTo>
                    <a:pt x="966" y="1"/>
                  </a:moveTo>
                  <a:cubicBezTo>
                    <a:pt x="917" y="1"/>
                    <a:pt x="868" y="24"/>
                    <a:pt x="838" y="66"/>
                  </a:cubicBezTo>
                  <a:lnTo>
                    <a:pt x="50" y="1185"/>
                  </a:lnTo>
                  <a:cubicBezTo>
                    <a:pt x="0" y="1255"/>
                    <a:pt x="18" y="1350"/>
                    <a:pt x="88" y="1400"/>
                  </a:cubicBezTo>
                  <a:cubicBezTo>
                    <a:pt x="115" y="1420"/>
                    <a:pt x="146" y="1429"/>
                    <a:pt x="178" y="1429"/>
                  </a:cubicBezTo>
                  <a:cubicBezTo>
                    <a:pt x="225" y="1429"/>
                    <a:pt x="273" y="1406"/>
                    <a:pt x="303" y="1363"/>
                  </a:cubicBezTo>
                  <a:lnTo>
                    <a:pt x="1092" y="244"/>
                  </a:lnTo>
                  <a:cubicBezTo>
                    <a:pt x="1142" y="176"/>
                    <a:pt x="1124" y="79"/>
                    <a:pt x="1053" y="29"/>
                  </a:cubicBezTo>
                  <a:cubicBezTo>
                    <a:pt x="1027" y="10"/>
                    <a:pt x="996"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9"/>
            <p:cNvSpPr/>
            <p:nvPr/>
          </p:nvSpPr>
          <p:spPr>
            <a:xfrm>
              <a:off x="1153375" y="2701288"/>
              <a:ext cx="40825" cy="53175"/>
            </a:xfrm>
            <a:custGeom>
              <a:rect b="b" l="l" r="r" t="t"/>
              <a:pathLst>
                <a:path extrusionOk="0" h="2127" w="1633">
                  <a:moveTo>
                    <a:pt x="1456" y="0"/>
                  </a:moveTo>
                  <a:cubicBezTo>
                    <a:pt x="1408" y="0"/>
                    <a:pt x="1360" y="23"/>
                    <a:pt x="1329" y="66"/>
                  </a:cubicBezTo>
                  <a:lnTo>
                    <a:pt x="50" y="1882"/>
                  </a:lnTo>
                  <a:cubicBezTo>
                    <a:pt x="0" y="1952"/>
                    <a:pt x="19" y="2049"/>
                    <a:pt x="88" y="2097"/>
                  </a:cubicBezTo>
                  <a:cubicBezTo>
                    <a:pt x="115" y="2117"/>
                    <a:pt x="146" y="2126"/>
                    <a:pt x="178" y="2126"/>
                  </a:cubicBezTo>
                  <a:cubicBezTo>
                    <a:pt x="228" y="2126"/>
                    <a:pt x="273" y="2103"/>
                    <a:pt x="305" y="2060"/>
                  </a:cubicBezTo>
                  <a:lnTo>
                    <a:pt x="1584" y="244"/>
                  </a:lnTo>
                  <a:cubicBezTo>
                    <a:pt x="1632" y="174"/>
                    <a:pt x="1615" y="79"/>
                    <a:pt x="1545" y="29"/>
                  </a:cubicBezTo>
                  <a:cubicBezTo>
                    <a:pt x="1518" y="10"/>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9"/>
            <p:cNvSpPr/>
            <p:nvPr/>
          </p:nvSpPr>
          <p:spPr>
            <a:xfrm>
              <a:off x="1119975" y="2695213"/>
              <a:ext cx="28575" cy="35725"/>
            </a:xfrm>
            <a:custGeom>
              <a:rect b="b" l="l" r="r" t="t"/>
              <a:pathLst>
                <a:path extrusionOk="0" h="1429" w="1143">
                  <a:moveTo>
                    <a:pt x="965" y="1"/>
                  </a:moveTo>
                  <a:cubicBezTo>
                    <a:pt x="916" y="1"/>
                    <a:pt x="868" y="23"/>
                    <a:pt x="838" y="66"/>
                  </a:cubicBezTo>
                  <a:lnTo>
                    <a:pt x="50" y="1185"/>
                  </a:lnTo>
                  <a:cubicBezTo>
                    <a:pt x="0" y="1253"/>
                    <a:pt x="19" y="1350"/>
                    <a:pt x="88" y="1400"/>
                  </a:cubicBezTo>
                  <a:cubicBezTo>
                    <a:pt x="115" y="1420"/>
                    <a:pt x="146" y="1429"/>
                    <a:pt x="178" y="1429"/>
                  </a:cubicBezTo>
                  <a:cubicBezTo>
                    <a:pt x="226" y="1429"/>
                    <a:pt x="273" y="1405"/>
                    <a:pt x="305" y="1363"/>
                  </a:cubicBezTo>
                  <a:lnTo>
                    <a:pt x="1092" y="244"/>
                  </a:lnTo>
                  <a:cubicBezTo>
                    <a:pt x="1142" y="174"/>
                    <a:pt x="1123" y="79"/>
                    <a:pt x="1055" y="29"/>
                  </a:cubicBezTo>
                  <a:cubicBezTo>
                    <a:pt x="1028"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9"/>
            <p:cNvSpPr/>
            <p:nvPr/>
          </p:nvSpPr>
          <p:spPr>
            <a:xfrm>
              <a:off x="1135250" y="2705938"/>
              <a:ext cx="28550" cy="35725"/>
            </a:xfrm>
            <a:custGeom>
              <a:rect b="b" l="l" r="r" t="t"/>
              <a:pathLst>
                <a:path extrusionOk="0" h="1429" w="1142">
                  <a:moveTo>
                    <a:pt x="965" y="0"/>
                  </a:moveTo>
                  <a:cubicBezTo>
                    <a:pt x="916" y="0"/>
                    <a:pt x="869" y="23"/>
                    <a:pt x="838" y="65"/>
                  </a:cubicBezTo>
                  <a:lnTo>
                    <a:pt x="51" y="1184"/>
                  </a:lnTo>
                  <a:cubicBezTo>
                    <a:pt x="1" y="1253"/>
                    <a:pt x="18" y="1350"/>
                    <a:pt x="88" y="1400"/>
                  </a:cubicBezTo>
                  <a:cubicBezTo>
                    <a:pt x="115" y="1420"/>
                    <a:pt x="147" y="1429"/>
                    <a:pt x="177" y="1429"/>
                  </a:cubicBezTo>
                  <a:cubicBezTo>
                    <a:pt x="225" y="1429"/>
                    <a:pt x="274" y="1404"/>
                    <a:pt x="304" y="1363"/>
                  </a:cubicBezTo>
                  <a:lnTo>
                    <a:pt x="1091" y="244"/>
                  </a:lnTo>
                  <a:cubicBezTo>
                    <a:pt x="1141" y="174"/>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9"/>
            <p:cNvSpPr/>
            <p:nvPr/>
          </p:nvSpPr>
          <p:spPr>
            <a:xfrm>
              <a:off x="1202800" y="2736063"/>
              <a:ext cx="40825" cy="53175"/>
            </a:xfrm>
            <a:custGeom>
              <a:rect b="b" l="l" r="r" t="t"/>
              <a:pathLst>
                <a:path extrusionOk="0" h="2127" w="1633">
                  <a:moveTo>
                    <a:pt x="1457" y="1"/>
                  </a:moveTo>
                  <a:cubicBezTo>
                    <a:pt x="1408" y="1"/>
                    <a:pt x="1360" y="23"/>
                    <a:pt x="1330" y="66"/>
                  </a:cubicBezTo>
                  <a:lnTo>
                    <a:pt x="51" y="1882"/>
                  </a:lnTo>
                  <a:cubicBezTo>
                    <a:pt x="1" y="1952"/>
                    <a:pt x="18" y="2048"/>
                    <a:pt x="88" y="2098"/>
                  </a:cubicBezTo>
                  <a:cubicBezTo>
                    <a:pt x="115" y="2118"/>
                    <a:pt x="147" y="2127"/>
                    <a:pt x="178" y="2127"/>
                  </a:cubicBezTo>
                  <a:cubicBezTo>
                    <a:pt x="225" y="2127"/>
                    <a:pt x="274" y="2104"/>
                    <a:pt x="304" y="2061"/>
                  </a:cubicBezTo>
                  <a:lnTo>
                    <a:pt x="1583" y="245"/>
                  </a:lnTo>
                  <a:cubicBezTo>
                    <a:pt x="1633" y="175"/>
                    <a:pt x="1615" y="78"/>
                    <a:pt x="1545" y="28"/>
                  </a:cubicBezTo>
                  <a:cubicBezTo>
                    <a:pt x="1518" y="10"/>
                    <a:pt x="1488"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9"/>
            <p:cNvSpPr/>
            <p:nvPr/>
          </p:nvSpPr>
          <p:spPr>
            <a:xfrm>
              <a:off x="1169375" y="2729988"/>
              <a:ext cx="28525" cy="35750"/>
            </a:xfrm>
            <a:custGeom>
              <a:rect b="b" l="l" r="r" t="t"/>
              <a:pathLst>
                <a:path extrusionOk="0" h="1430" w="1141">
                  <a:moveTo>
                    <a:pt x="965" y="1"/>
                  </a:moveTo>
                  <a:cubicBezTo>
                    <a:pt x="917" y="1"/>
                    <a:pt x="869" y="23"/>
                    <a:pt x="838" y="66"/>
                  </a:cubicBezTo>
                  <a:lnTo>
                    <a:pt x="50" y="1184"/>
                  </a:lnTo>
                  <a:cubicBezTo>
                    <a:pt x="0" y="1254"/>
                    <a:pt x="18" y="1351"/>
                    <a:pt x="88" y="1401"/>
                  </a:cubicBezTo>
                  <a:cubicBezTo>
                    <a:pt x="115" y="1420"/>
                    <a:pt x="146" y="1430"/>
                    <a:pt x="176" y="1430"/>
                  </a:cubicBezTo>
                  <a:cubicBezTo>
                    <a:pt x="225" y="1430"/>
                    <a:pt x="273" y="1405"/>
                    <a:pt x="303" y="1362"/>
                  </a:cubicBezTo>
                  <a:lnTo>
                    <a:pt x="1091" y="245"/>
                  </a:lnTo>
                  <a:cubicBezTo>
                    <a:pt x="1141" y="175"/>
                    <a:pt x="1124" y="78"/>
                    <a:pt x="1054" y="28"/>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9"/>
            <p:cNvSpPr/>
            <p:nvPr/>
          </p:nvSpPr>
          <p:spPr>
            <a:xfrm>
              <a:off x="1184625" y="2740763"/>
              <a:ext cx="28575" cy="35725"/>
            </a:xfrm>
            <a:custGeom>
              <a:rect b="b" l="l" r="r" t="t"/>
              <a:pathLst>
                <a:path extrusionOk="0" h="1429" w="1143">
                  <a:moveTo>
                    <a:pt x="965" y="0"/>
                  </a:moveTo>
                  <a:cubicBezTo>
                    <a:pt x="917" y="0"/>
                    <a:pt x="868" y="23"/>
                    <a:pt x="838" y="66"/>
                  </a:cubicBezTo>
                  <a:lnTo>
                    <a:pt x="51" y="1184"/>
                  </a:lnTo>
                  <a:cubicBezTo>
                    <a:pt x="1" y="1253"/>
                    <a:pt x="19" y="1350"/>
                    <a:pt x="88" y="1400"/>
                  </a:cubicBezTo>
                  <a:cubicBezTo>
                    <a:pt x="115" y="1420"/>
                    <a:pt x="146" y="1429"/>
                    <a:pt x="178" y="1429"/>
                  </a:cubicBezTo>
                  <a:cubicBezTo>
                    <a:pt x="226" y="1429"/>
                    <a:pt x="273" y="1404"/>
                    <a:pt x="305" y="1363"/>
                  </a:cubicBezTo>
                  <a:lnTo>
                    <a:pt x="1092" y="244"/>
                  </a:lnTo>
                  <a:cubicBezTo>
                    <a:pt x="1142" y="174"/>
                    <a:pt x="1124" y="78"/>
                    <a:pt x="1055" y="28"/>
                  </a:cubicBezTo>
                  <a:cubicBezTo>
                    <a:pt x="1028"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9"/>
            <p:cNvSpPr/>
            <p:nvPr/>
          </p:nvSpPr>
          <p:spPr>
            <a:xfrm>
              <a:off x="1252175" y="2770863"/>
              <a:ext cx="40850" cy="53175"/>
            </a:xfrm>
            <a:custGeom>
              <a:rect b="b" l="l" r="r" t="t"/>
              <a:pathLst>
                <a:path extrusionOk="0" h="2127" w="1634">
                  <a:moveTo>
                    <a:pt x="1457" y="0"/>
                  </a:moveTo>
                  <a:cubicBezTo>
                    <a:pt x="1408" y="0"/>
                    <a:pt x="1360" y="23"/>
                    <a:pt x="1329" y="65"/>
                  </a:cubicBezTo>
                  <a:lnTo>
                    <a:pt x="51" y="1882"/>
                  </a:lnTo>
                  <a:cubicBezTo>
                    <a:pt x="1" y="1951"/>
                    <a:pt x="19" y="2048"/>
                    <a:pt x="89" y="2098"/>
                  </a:cubicBezTo>
                  <a:cubicBezTo>
                    <a:pt x="115" y="2118"/>
                    <a:pt x="148" y="2126"/>
                    <a:pt x="178" y="2126"/>
                  </a:cubicBezTo>
                  <a:cubicBezTo>
                    <a:pt x="226" y="2126"/>
                    <a:pt x="275" y="2104"/>
                    <a:pt x="305" y="2061"/>
                  </a:cubicBezTo>
                  <a:lnTo>
                    <a:pt x="1584" y="243"/>
                  </a:lnTo>
                  <a:cubicBezTo>
                    <a:pt x="1634" y="175"/>
                    <a:pt x="1615" y="77"/>
                    <a:pt x="1546" y="27"/>
                  </a:cubicBezTo>
                  <a:cubicBezTo>
                    <a:pt x="1519"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9"/>
            <p:cNvSpPr/>
            <p:nvPr/>
          </p:nvSpPr>
          <p:spPr>
            <a:xfrm>
              <a:off x="1218775" y="2764763"/>
              <a:ext cx="28575" cy="35725"/>
            </a:xfrm>
            <a:custGeom>
              <a:rect b="b" l="l" r="r" t="t"/>
              <a:pathLst>
                <a:path extrusionOk="0" h="1429" w="1143">
                  <a:moveTo>
                    <a:pt x="966" y="1"/>
                  </a:moveTo>
                  <a:cubicBezTo>
                    <a:pt x="917" y="1"/>
                    <a:pt x="869" y="24"/>
                    <a:pt x="838" y="66"/>
                  </a:cubicBezTo>
                  <a:lnTo>
                    <a:pt x="51" y="1184"/>
                  </a:lnTo>
                  <a:cubicBezTo>
                    <a:pt x="1" y="1254"/>
                    <a:pt x="19" y="1350"/>
                    <a:pt x="88" y="1400"/>
                  </a:cubicBezTo>
                  <a:cubicBezTo>
                    <a:pt x="115" y="1420"/>
                    <a:pt x="148" y="1429"/>
                    <a:pt x="178" y="1429"/>
                  </a:cubicBezTo>
                  <a:cubicBezTo>
                    <a:pt x="226" y="1429"/>
                    <a:pt x="275" y="1406"/>
                    <a:pt x="305" y="1363"/>
                  </a:cubicBezTo>
                  <a:lnTo>
                    <a:pt x="1092" y="244"/>
                  </a:lnTo>
                  <a:cubicBezTo>
                    <a:pt x="1142" y="176"/>
                    <a:pt x="1124" y="79"/>
                    <a:pt x="1055" y="29"/>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9"/>
            <p:cNvSpPr/>
            <p:nvPr/>
          </p:nvSpPr>
          <p:spPr>
            <a:xfrm>
              <a:off x="1234025" y="2775538"/>
              <a:ext cx="28525" cy="35750"/>
            </a:xfrm>
            <a:custGeom>
              <a:rect b="b" l="l" r="r" t="t"/>
              <a:pathLst>
                <a:path extrusionOk="0" h="1430" w="1141">
                  <a:moveTo>
                    <a:pt x="965" y="1"/>
                  </a:moveTo>
                  <a:cubicBezTo>
                    <a:pt x="917" y="1"/>
                    <a:pt x="869" y="23"/>
                    <a:pt x="838" y="66"/>
                  </a:cubicBezTo>
                  <a:lnTo>
                    <a:pt x="49" y="1184"/>
                  </a:lnTo>
                  <a:cubicBezTo>
                    <a:pt x="1" y="1254"/>
                    <a:pt x="18" y="1351"/>
                    <a:pt x="88" y="1401"/>
                  </a:cubicBezTo>
                  <a:cubicBezTo>
                    <a:pt x="115" y="1419"/>
                    <a:pt x="146" y="1429"/>
                    <a:pt x="176" y="1429"/>
                  </a:cubicBezTo>
                  <a:cubicBezTo>
                    <a:pt x="226" y="1429"/>
                    <a:pt x="274" y="1405"/>
                    <a:pt x="304" y="1362"/>
                  </a:cubicBezTo>
                  <a:lnTo>
                    <a:pt x="1091" y="245"/>
                  </a:lnTo>
                  <a:cubicBezTo>
                    <a:pt x="1141" y="175"/>
                    <a:pt x="1124" y="78"/>
                    <a:pt x="1054" y="28"/>
                  </a:cubicBezTo>
                  <a:cubicBezTo>
                    <a:pt x="1027" y="9"/>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9"/>
            <p:cNvSpPr/>
            <p:nvPr/>
          </p:nvSpPr>
          <p:spPr>
            <a:xfrm>
              <a:off x="1301575" y="2805688"/>
              <a:ext cx="40825" cy="53150"/>
            </a:xfrm>
            <a:custGeom>
              <a:rect b="b" l="l" r="r" t="t"/>
              <a:pathLst>
                <a:path extrusionOk="0" h="2126" w="1633">
                  <a:moveTo>
                    <a:pt x="1456" y="0"/>
                  </a:moveTo>
                  <a:cubicBezTo>
                    <a:pt x="1408" y="0"/>
                    <a:pt x="1360" y="23"/>
                    <a:pt x="1329" y="65"/>
                  </a:cubicBezTo>
                  <a:lnTo>
                    <a:pt x="51" y="1879"/>
                  </a:lnTo>
                  <a:cubicBezTo>
                    <a:pt x="1" y="1949"/>
                    <a:pt x="18" y="2046"/>
                    <a:pt x="88" y="2096"/>
                  </a:cubicBezTo>
                  <a:cubicBezTo>
                    <a:pt x="115" y="2116"/>
                    <a:pt x="146" y="2125"/>
                    <a:pt x="178" y="2125"/>
                  </a:cubicBezTo>
                  <a:cubicBezTo>
                    <a:pt x="228" y="2125"/>
                    <a:pt x="275" y="2102"/>
                    <a:pt x="303" y="2058"/>
                  </a:cubicBezTo>
                  <a:lnTo>
                    <a:pt x="1582" y="243"/>
                  </a:lnTo>
                  <a:cubicBezTo>
                    <a:pt x="1632" y="175"/>
                    <a:pt x="1615" y="78"/>
                    <a:pt x="1545" y="28"/>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9"/>
            <p:cNvSpPr/>
            <p:nvPr/>
          </p:nvSpPr>
          <p:spPr>
            <a:xfrm>
              <a:off x="1268175" y="2799563"/>
              <a:ext cx="28575" cy="35725"/>
            </a:xfrm>
            <a:custGeom>
              <a:rect b="b" l="l" r="r" t="t"/>
              <a:pathLst>
                <a:path extrusionOk="0" h="1429" w="1143">
                  <a:moveTo>
                    <a:pt x="965" y="0"/>
                  </a:moveTo>
                  <a:cubicBezTo>
                    <a:pt x="917" y="0"/>
                    <a:pt x="868" y="23"/>
                    <a:pt x="838" y="65"/>
                  </a:cubicBezTo>
                  <a:lnTo>
                    <a:pt x="51" y="1184"/>
                  </a:lnTo>
                  <a:cubicBezTo>
                    <a:pt x="1" y="1253"/>
                    <a:pt x="18" y="1350"/>
                    <a:pt x="88" y="1400"/>
                  </a:cubicBezTo>
                  <a:cubicBezTo>
                    <a:pt x="115" y="1420"/>
                    <a:pt x="146" y="1428"/>
                    <a:pt x="178" y="1428"/>
                  </a:cubicBezTo>
                  <a:cubicBezTo>
                    <a:pt x="225" y="1428"/>
                    <a:pt x="274" y="1406"/>
                    <a:pt x="304" y="1363"/>
                  </a:cubicBezTo>
                  <a:lnTo>
                    <a:pt x="1092" y="244"/>
                  </a:lnTo>
                  <a:cubicBezTo>
                    <a:pt x="1142" y="174"/>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9"/>
            <p:cNvSpPr/>
            <p:nvPr/>
          </p:nvSpPr>
          <p:spPr>
            <a:xfrm>
              <a:off x="1283425" y="2810313"/>
              <a:ext cx="28575" cy="35725"/>
            </a:xfrm>
            <a:custGeom>
              <a:rect b="b" l="l" r="r" t="t"/>
              <a:pathLst>
                <a:path extrusionOk="0" h="1429" w="1143">
                  <a:moveTo>
                    <a:pt x="967" y="1"/>
                  </a:moveTo>
                  <a:cubicBezTo>
                    <a:pt x="918" y="1"/>
                    <a:pt x="870" y="23"/>
                    <a:pt x="839" y="65"/>
                  </a:cubicBezTo>
                  <a:lnTo>
                    <a:pt x="51" y="1184"/>
                  </a:lnTo>
                  <a:cubicBezTo>
                    <a:pt x="1" y="1254"/>
                    <a:pt x="19" y="1350"/>
                    <a:pt x="89" y="1400"/>
                  </a:cubicBezTo>
                  <a:cubicBezTo>
                    <a:pt x="115" y="1420"/>
                    <a:pt x="148" y="1429"/>
                    <a:pt x="178" y="1429"/>
                  </a:cubicBezTo>
                  <a:cubicBezTo>
                    <a:pt x="226" y="1429"/>
                    <a:pt x="275" y="1406"/>
                    <a:pt x="305" y="1363"/>
                  </a:cubicBezTo>
                  <a:lnTo>
                    <a:pt x="1092" y="244"/>
                  </a:lnTo>
                  <a:cubicBezTo>
                    <a:pt x="1142" y="175"/>
                    <a:pt x="1125" y="78"/>
                    <a:pt x="1055" y="28"/>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9"/>
            <p:cNvSpPr/>
            <p:nvPr/>
          </p:nvSpPr>
          <p:spPr>
            <a:xfrm>
              <a:off x="1351025" y="2840413"/>
              <a:ext cx="40800" cy="53200"/>
            </a:xfrm>
            <a:custGeom>
              <a:rect b="b" l="l" r="r" t="t"/>
              <a:pathLst>
                <a:path extrusionOk="0" h="2128" w="1632">
                  <a:moveTo>
                    <a:pt x="1455" y="1"/>
                  </a:moveTo>
                  <a:cubicBezTo>
                    <a:pt x="1406" y="1"/>
                    <a:pt x="1359" y="23"/>
                    <a:pt x="1329" y="66"/>
                  </a:cubicBezTo>
                  <a:lnTo>
                    <a:pt x="49" y="1882"/>
                  </a:lnTo>
                  <a:cubicBezTo>
                    <a:pt x="0" y="1952"/>
                    <a:pt x="17" y="2049"/>
                    <a:pt x="87" y="2098"/>
                  </a:cubicBezTo>
                  <a:cubicBezTo>
                    <a:pt x="114" y="2118"/>
                    <a:pt x="146" y="2128"/>
                    <a:pt x="176" y="2128"/>
                  </a:cubicBezTo>
                  <a:cubicBezTo>
                    <a:pt x="224" y="2128"/>
                    <a:pt x="273" y="2103"/>
                    <a:pt x="303" y="2061"/>
                  </a:cubicBezTo>
                  <a:lnTo>
                    <a:pt x="1582" y="245"/>
                  </a:lnTo>
                  <a:cubicBezTo>
                    <a:pt x="1632" y="175"/>
                    <a:pt x="1615" y="79"/>
                    <a:pt x="1545" y="29"/>
                  </a:cubicBezTo>
                  <a:cubicBezTo>
                    <a:pt x="1517" y="10"/>
                    <a:pt x="1486" y="1"/>
                    <a:pt x="145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9"/>
            <p:cNvSpPr/>
            <p:nvPr/>
          </p:nvSpPr>
          <p:spPr>
            <a:xfrm>
              <a:off x="1317550" y="2834338"/>
              <a:ext cx="28550" cy="35750"/>
            </a:xfrm>
            <a:custGeom>
              <a:rect b="b" l="l" r="r" t="t"/>
              <a:pathLst>
                <a:path extrusionOk="0" h="1430" w="1142">
                  <a:moveTo>
                    <a:pt x="965" y="1"/>
                  </a:moveTo>
                  <a:cubicBezTo>
                    <a:pt x="916" y="1"/>
                    <a:pt x="869" y="23"/>
                    <a:pt x="839" y="66"/>
                  </a:cubicBezTo>
                  <a:lnTo>
                    <a:pt x="50" y="1185"/>
                  </a:lnTo>
                  <a:cubicBezTo>
                    <a:pt x="0" y="1253"/>
                    <a:pt x="19" y="1351"/>
                    <a:pt x="89" y="1401"/>
                  </a:cubicBezTo>
                  <a:cubicBezTo>
                    <a:pt x="115" y="1421"/>
                    <a:pt x="147" y="1429"/>
                    <a:pt x="177" y="1429"/>
                  </a:cubicBezTo>
                  <a:cubicBezTo>
                    <a:pt x="227" y="1429"/>
                    <a:pt x="276" y="1406"/>
                    <a:pt x="305" y="1363"/>
                  </a:cubicBezTo>
                  <a:lnTo>
                    <a:pt x="1092" y="245"/>
                  </a:lnTo>
                  <a:cubicBezTo>
                    <a:pt x="1142" y="175"/>
                    <a:pt x="1125" y="79"/>
                    <a:pt x="1055"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9"/>
            <p:cNvSpPr/>
            <p:nvPr/>
          </p:nvSpPr>
          <p:spPr>
            <a:xfrm>
              <a:off x="1332825" y="2845088"/>
              <a:ext cx="28575" cy="35750"/>
            </a:xfrm>
            <a:custGeom>
              <a:rect b="b" l="l" r="r" t="t"/>
              <a:pathLst>
                <a:path extrusionOk="0" h="1430" w="1143">
                  <a:moveTo>
                    <a:pt x="965" y="1"/>
                  </a:moveTo>
                  <a:cubicBezTo>
                    <a:pt x="917" y="1"/>
                    <a:pt x="869" y="23"/>
                    <a:pt x="838" y="66"/>
                  </a:cubicBezTo>
                  <a:lnTo>
                    <a:pt x="51" y="1185"/>
                  </a:lnTo>
                  <a:cubicBezTo>
                    <a:pt x="1" y="1253"/>
                    <a:pt x="18" y="1351"/>
                    <a:pt x="88" y="1401"/>
                  </a:cubicBezTo>
                  <a:cubicBezTo>
                    <a:pt x="115" y="1421"/>
                    <a:pt x="147" y="1429"/>
                    <a:pt x="178" y="1429"/>
                  </a:cubicBezTo>
                  <a:cubicBezTo>
                    <a:pt x="225" y="1429"/>
                    <a:pt x="274" y="1406"/>
                    <a:pt x="304" y="1363"/>
                  </a:cubicBezTo>
                  <a:lnTo>
                    <a:pt x="1092" y="245"/>
                  </a:lnTo>
                  <a:cubicBezTo>
                    <a:pt x="1142" y="175"/>
                    <a:pt x="1124" y="79"/>
                    <a:pt x="1054"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9"/>
            <p:cNvSpPr/>
            <p:nvPr/>
          </p:nvSpPr>
          <p:spPr>
            <a:xfrm>
              <a:off x="1400375" y="2875238"/>
              <a:ext cx="40850" cy="53200"/>
            </a:xfrm>
            <a:custGeom>
              <a:rect b="b" l="l" r="r" t="t"/>
              <a:pathLst>
                <a:path extrusionOk="0" h="2128" w="1634">
                  <a:moveTo>
                    <a:pt x="1457" y="1"/>
                  </a:moveTo>
                  <a:cubicBezTo>
                    <a:pt x="1408" y="1"/>
                    <a:pt x="1360" y="23"/>
                    <a:pt x="1330" y="66"/>
                  </a:cubicBezTo>
                  <a:lnTo>
                    <a:pt x="51" y="1882"/>
                  </a:lnTo>
                  <a:cubicBezTo>
                    <a:pt x="1" y="1952"/>
                    <a:pt x="19" y="2049"/>
                    <a:pt x="88" y="2098"/>
                  </a:cubicBezTo>
                  <a:cubicBezTo>
                    <a:pt x="115" y="2118"/>
                    <a:pt x="146" y="2128"/>
                    <a:pt x="178" y="2128"/>
                  </a:cubicBezTo>
                  <a:cubicBezTo>
                    <a:pt x="226" y="2128"/>
                    <a:pt x="274" y="2104"/>
                    <a:pt x="305" y="2061"/>
                  </a:cubicBezTo>
                  <a:lnTo>
                    <a:pt x="1584" y="245"/>
                  </a:lnTo>
                  <a:cubicBezTo>
                    <a:pt x="1634" y="175"/>
                    <a:pt x="1615" y="79"/>
                    <a:pt x="1545" y="29"/>
                  </a:cubicBezTo>
                  <a:cubicBezTo>
                    <a:pt x="1519"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9"/>
            <p:cNvSpPr/>
            <p:nvPr/>
          </p:nvSpPr>
          <p:spPr>
            <a:xfrm>
              <a:off x="1366975" y="2869138"/>
              <a:ext cx="28575" cy="35725"/>
            </a:xfrm>
            <a:custGeom>
              <a:rect b="b" l="l" r="r" t="t"/>
              <a:pathLst>
                <a:path extrusionOk="0" h="1429" w="1143">
                  <a:moveTo>
                    <a:pt x="967" y="0"/>
                  </a:moveTo>
                  <a:cubicBezTo>
                    <a:pt x="917" y="0"/>
                    <a:pt x="869" y="23"/>
                    <a:pt x="838" y="66"/>
                  </a:cubicBezTo>
                  <a:lnTo>
                    <a:pt x="51" y="1183"/>
                  </a:lnTo>
                  <a:cubicBezTo>
                    <a:pt x="1" y="1253"/>
                    <a:pt x="19" y="1350"/>
                    <a:pt x="88" y="1400"/>
                  </a:cubicBezTo>
                  <a:cubicBezTo>
                    <a:pt x="115" y="1419"/>
                    <a:pt x="148" y="1429"/>
                    <a:pt x="178" y="1429"/>
                  </a:cubicBezTo>
                  <a:cubicBezTo>
                    <a:pt x="227" y="1429"/>
                    <a:pt x="274" y="1407"/>
                    <a:pt x="305" y="1362"/>
                  </a:cubicBezTo>
                  <a:lnTo>
                    <a:pt x="1092" y="244"/>
                  </a:lnTo>
                  <a:cubicBezTo>
                    <a:pt x="1142" y="174"/>
                    <a:pt x="1124" y="77"/>
                    <a:pt x="1055" y="27"/>
                  </a:cubicBezTo>
                  <a:cubicBezTo>
                    <a:pt x="1028" y="9"/>
                    <a:pt x="997" y="0"/>
                    <a:pt x="96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9"/>
            <p:cNvSpPr/>
            <p:nvPr/>
          </p:nvSpPr>
          <p:spPr>
            <a:xfrm>
              <a:off x="1382275" y="2879888"/>
              <a:ext cx="28525" cy="35725"/>
            </a:xfrm>
            <a:custGeom>
              <a:rect b="b" l="l" r="r" t="t"/>
              <a:pathLst>
                <a:path extrusionOk="0" h="1429" w="1141">
                  <a:moveTo>
                    <a:pt x="964" y="1"/>
                  </a:moveTo>
                  <a:cubicBezTo>
                    <a:pt x="916" y="1"/>
                    <a:pt x="868" y="23"/>
                    <a:pt x="838" y="66"/>
                  </a:cubicBezTo>
                  <a:lnTo>
                    <a:pt x="49" y="1185"/>
                  </a:lnTo>
                  <a:cubicBezTo>
                    <a:pt x="0" y="1253"/>
                    <a:pt x="17" y="1350"/>
                    <a:pt x="87" y="1400"/>
                  </a:cubicBezTo>
                  <a:cubicBezTo>
                    <a:pt x="115" y="1420"/>
                    <a:pt x="146" y="1429"/>
                    <a:pt x="176" y="1429"/>
                  </a:cubicBezTo>
                  <a:cubicBezTo>
                    <a:pt x="225" y="1429"/>
                    <a:pt x="273" y="1406"/>
                    <a:pt x="303" y="1363"/>
                  </a:cubicBezTo>
                  <a:lnTo>
                    <a:pt x="1090" y="244"/>
                  </a:lnTo>
                  <a:cubicBezTo>
                    <a:pt x="1140" y="174"/>
                    <a:pt x="1123" y="79"/>
                    <a:pt x="1053" y="29"/>
                  </a:cubicBezTo>
                  <a:cubicBezTo>
                    <a:pt x="1026" y="10"/>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9"/>
            <p:cNvSpPr/>
            <p:nvPr/>
          </p:nvSpPr>
          <p:spPr>
            <a:xfrm>
              <a:off x="1449825" y="2910038"/>
              <a:ext cx="40800" cy="53175"/>
            </a:xfrm>
            <a:custGeom>
              <a:rect b="b" l="l" r="r" t="t"/>
              <a:pathLst>
                <a:path extrusionOk="0" h="2127" w="1632">
                  <a:moveTo>
                    <a:pt x="1457" y="0"/>
                  </a:moveTo>
                  <a:cubicBezTo>
                    <a:pt x="1408" y="0"/>
                    <a:pt x="1360" y="23"/>
                    <a:pt x="1329" y="66"/>
                  </a:cubicBezTo>
                  <a:lnTo>
                    <a:pt x="50" y="1882"/>
                  </a:lnTo>
                  <a:cubicBezTo>
                    <a:pt x="0" y="1952"/>
                    <a:pt x="17" y="2048"/>
                    <a:pt x="87" y="2098"/>
                  </a:cubicBezTo>
                  <a:cubicBezTo>
                    <a:pt x="115" y="2118"/>
                    <a:pt x="146" y="2126"/>
                    <a:pt x="177" y="2126"/>
                  </a:cubicBezTo>
                  <a:cubicBezTo>
                    <a:pt x="225" y="2126"/>
                    <a:pt x="273" y="2103"/>
                    <a:pt x="303" y="2060"/>
                  </a:cubicBezTo>
                  <a:lnTo>
                    <a:pt x="1582" y="244"/>
                  </a:lnTo>
                  <a:cubicBezTo>
                    <a:pt x="1632" y="174"/>
                    <a:pt x="1615" y="77"/>
                    <a:pt x="1545" y="27"/>
                  </a:cubicBezTo>
                  <a:cubicBezTo>
                    <a:pt x="1518" y="9"/>
                    <a:pt x="1487"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9"/>
            <p:cNvSpPr/>
            <p:nvPr/>
          </p:nvSpPr>
          <p:spPr>
            <a:xfrm>
              <a:off x="1416375" y="2903963"/>
              <a:ext cx="28550" cy="35725"/>
            </a:xfrm>
            <a:custGeom>
              <a:rect b="b" l="l" r="r" t="t"/>
              <a:pathLst>
                <a:path extrusionOk="0" h="1429" w="1142">
                  <a:moveTo>
                    <a:pt x="966" y="0"/>
                  </a:moveTo>
                  <a:cubicBezTo>
                    <a:pt x="917" y="0"/>
                    <a:pt x="869" y="23"/>
                    <a:pt x="838" y="66"/>
                  </a:cubicBezTo>
                  <a:lnTo>
                    <a:pt x="49" y="1183"/>
                  </a:lnTo>
                  <a:cubicBezTo>
                    <a:pt x="1" y="1253"/>
                    <a:pt x="18" y="1350"/>
                    <a:pt x="88" y="1400"/>
                  </a:cubicBezTo>
                  <a:cubicBezTo>
                    <a:pt x="114" y="1419"/>
                    <a:pt x="147" y="1429"/>
                    <a:pt x="177" y="1429"/>
                  </a:cubicBezTo>
                  <a:cubicBezTo>
                    <a:pt x="225" y="1429"/>
                    <a:pt x="274" y="1405"/>
                    <a:pt x="304" y="1362"/>
                  </a:cubicBezTo>
                  <a:lnTo>
                    <a:pt x="1091" y="244"/>
                  </a:lnTo>
                  <a:cubicBezTo>
                    <a:pt x="1141" y="174"/>
                    <a:pt x="1124" y="77"/>
                    <a:pt x="1054" y="27"/>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9"/>
            <p:cNvSpPr/>
            <p:nvPr/>
          </p:nvSpPr>
          <p:spPr>
            <a:xfrm>
              <a:off x="1431625" y="2914663"/>
              <a:ext cx="28575" cy="35750"/>
            </a:xfrm>
            <a:custGeom>
              <a:rect b="b" l="l" r="r" t="t"/>
              <a:pathLst>
                <a:path extrusionOk="0" h="1430" w="1143">
                  <a:moveTo>
                    <a:pt x="967" y="1"/>
                  </a:moveTo>
                  <a:cubicBezTo>
                    <a:pt x="918" y="1"/>
                    <a:pt x="869" y="23"/>
                    <a:pt x="838" y="66"/>
                  </a:cubicBezTo>
                  <a:lnTo>
                    <a:pt x="51" y="1184"/>
                  </a:lnTo>
                  <a:cubicBezTo>
                    <a:pt x="1" y="1254"/>
                    <a:pt x="20" y="1351"/>
                    <a:pt x="88" y="1401"/>
                  </a:cubicBezTo>
                  <a:cubicBezTo>
                    <a:pt x="115" y="1420"/>
                    <a:pt x="147" y="1430"/>
                    <a:pt x="178" y="1430"/>
                  </a:cubicBezTo>
                  <a:cubicBezTo>
                    <a:pt x="227" y="1430"/>
                    <a:pt x="274" y="1405"/>
                    <a:pt x="305" y="1362"/>
                  </a:cubicBezTo>
                  <a:lnTo>
                    <a:pt x="1093" y="245"/>
                  </a:lnTo>
                  <a:cubicBezTo>
                    <a:pt x="1143" y="175"/>
                    <a:pt x="1124" y="78"/>
                    <a:pt x="1055" y="28"/>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9"/>
            <p:cNvSpPr/>
            <p:nvPr/>
          </p:nvSpPr>
          <p:spPr>
            <a:xfrm>
              <a:off x="1499175" y="2944813"/>
              <a:ext cx="40850" cy="53175"/>
            </a:xfrm>
            <a:custGeom>
              <a:rect b="b" l="l" r="r" t="t"/>
              <a:pathLst>
                <a:path extrusionOk="0" h="2127" w="1634">
                  <a:moveTo>
                    <a:pt x="1458" y="1"/>
                  </a:moveTo>
                  <a:cubicBezTo>
                    <a:pt x="1409" y="1"/>
                    <a:pt x="1360" y="23"/>
                    <a:pt x="1330" y="65"/>
                  </a:cubicBezTo>
                  <a:lnTo>
                    <a:pt x="51" y="1882"/>
                  </a:lnTo>
                  <a:cubicBezTo>
                    <a:pt x="1" y="1952"/>
                    <a:pt x="19" y="2048"/>
                    <a:pt x="88" y="2098"/>
                  </a:cubicBezTo>
                  <a:cubicBezTo>
                    <a:pt x="115" y="2118"/>
                    <a:pt x="148" y="2127"/>
                    <a:pt x="178" y="2127"/>
                  </a:cubicBezTo>
                  <a:cubicBezTo>
                    <a:pt x="227" y="2127"/>
                    <a:pt x="275" y="2104"/>
                    <a:pt x="305" y="2061"/>
                  </a:cubicBezTo>
                  <a:lnTo>
                    <a:pt x="1584" y="244"/>
                  </a:lnTo>
                  <a:cubicBezTo>
                    <a:pt x="1634" y="175"/>
                    <a:pt x="1615" y="78"/>
                    <a:pt x="1547" y="28"/>
                  </a:cubicBezTo>
                  <a:cubicBezTo>
                    <a:pt x="1520" y="10"/>
                    <a:pt x="1489" y="1"/>
                    <a:pt x="1458"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9"/>
            <p:cNvSpPr/>
            <p:nvPr/>
          </p:nvSpPr>
          <p:spPr>
            <a:xfrm>
              <a:off x="1465775" y="2938738"/>
              <a:ext cx="28575" cy="35725"/>
            </a:xfrm>
            <a:custGeom>
              <a:rect b="b" l="l" r="r" t="t"/>
              <a:pathLst>
                <a:path extrusionOk="0" h="1429" w="1143">
                  <a:moveTo>
                    <a:pt x="966" y="1"/>
                  </a:moveTo>
                  <a:cubicBezTo>
                    <a:pt x="917" y="1"/>
                    <a:pt x="869" y="23"/>
                    <a:pt x="840" y="65"/>
                  </a:cubicBezTo>
                  <a:lnTo>
                    <a:pt x="51" y="1184"/>
                  </a:lnTo>
                  <a:cubicBezTo>
                    <a:pt x="1" y="1254"/>
                    <a:pt x="19" y="1350"/>
                    <a:pt x="89" y="1400"/>
                  </a:cubicBezTo>
                  <a:cubicBezTo>
                    <a:pt x="115" y="1420"/>
                    <a:pt x="148" y="1428"/>
                    <a:pt x="178" y="1428"/>
                  </a:cubicBezTo>
                  <a:cubicBezTo>
                    <a:pt x="227" y="1428"/>
                    <a:pt x="275" y="1405"/>
                    <a:pt x="305" y="1362"/>
                  </a:cubicBezTo>
                  <a:lnTo>
                    <a:pt x="1093" y="244"/>
                  </a:lnTo>
                  <a:cubicBezTo>
                    <a:pt x="1143" y="175"/>
                    <a:pt x="1125" y="78"/>
                    <a:pt x="1055"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9"/>
            <p:cNvSpPr/>
            <p:nvPr/>
          </p:nvSpPr>
          <p:spPr>
            <a:xfrm>
              <a:off x="1481050" y="2949463"/>
              <a:ext cx="28525" cy="35700"/>
            </a:xfrm>
            <a:custGeom>
              <a:rect b="b" l="l" r="r" t="t"/>
              <a:pathLst>
                <a:path extrusionOk="0" h="1428" w="1141">
                  <a:moveTo>
                    <a:pt x="964" y="1"/>
                  </a:moveTo>
                  <a:cubicBezTo>
                    <a:pt x="916" y="1"/>
                    <a:pt x="868" y="23"/>
                    <a:pt x="837" y="65"/>
                  </a:cubicBezTo>
                  <a:lnTo>
                    <a:pt x="50" y="1183"/>
                  </a:lnTo>
                  <a:cubicBezTo>
                    <a:pt x="0" y="1254"/>
                    <a:pt x="17" y="1349"/>
                    <a:pt x="87" y="1399"/>
                  </a:cubicBezTo>
                  <a:cubicBezTo>
                    <a:pt x="114" y="1419"/>
                    <a:pt x="146" y="1428"/>
                    <a:pt x="176" y="1428"/>
                  </a:cubicBezTo>
                  <a:cubicBezTo>
                    <a:pt x="224" y="1428"/>
                    <a:pt x="273" y="1406"/>
                    <a:pt x="303" y="1362"/>
                  </a:cubicBezTo>
                  <a:lnTo>
                    <a:pt x="1090" y="243"/>
                  </a:lnTo>
                  <a:cubicBezTo>
                    <a:pt x="1140" y="175"/>
                    <a:pt x="1123" y="78"/>
                    <a:pt x="1053" y="28"/>
                  </a:cubicBezTo>
                  <a:cubicBezTo>
                    <a:pt x="1026" y="9"/>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9"/>
            <p:cNvSpPr/>
            <p:nvPr/>
          </p:nvSpPr>
          <p:spPr>
            <a:xfrm>
              <a:off x="1548575" y="2979588"/>
              <a:ext cx="40825" cy="53200"/>
            </a:xfrm>
            <a:custGeom>
              <a:rect b="b" l="l" r="r" t="t"/>
              <a:pathLst>
                <a:path extrusionOk="0" h="2128" w="1633">
                  <a:moveTo>
                    <a:pt x="1456" y="0"/>
                  </a:moveTo>
                  <a:cubicBezTo>
                    <a:pt x="1408" y="0"/>
                    <a:pt x="1360" y="23"/>
                    <a:pt x="1330" y="66"/>
                  </a:cubicBezTo>
                  <a:lnTo>
                    <a:pt x="51" y="1883"/>
                  </a:lnTo>
                  <a:cubicBezTo>
                    <a:pt x="1" y="1952"/>
                    <a:pt x="18" y="2049"/>
                    <a:pt x="88" y="2099"/>
                  </a:cubicBezTo>
                  <a:cubicBezTo>
                    <a:pt x="115" y="2119"/>
                    <a:pt x="147" y="2127"/>
                    <a:pt x="178" y="2127"/>
                  </a:cubicBezTo>
                  <a:cubicBezTo>
                    <a:pt x="228" y="2127"/>
                    <a:pt x="274" y="2103"/>
                    <a:pt x="304" y="2062"/>
                  </a:cubicBezTo>
                  <a:lnTo>
                    <a:pt x="1583" y="244"/>
                  </a:lnTo>
                  <a:cubicBezTo>
                    <a:pt x="1633" y="174"/>
                    <a:pt x="1615" y="79"/>
                    <a:pt x="1545" y="29"/>
                  </a:cubicBezTo>
                  <a:cubicBezTo>
                    <a:pt x="1518" y="10"/>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9"/>
            <p:cNvSpPr/>
            <p:nvPr/>
          </p:nvSpPr>
          <p:spPr>
            <a:xfrm>
              <a:off x="1515175" y="2973513"/>
              <a:ext cx="28575" cy="35725"/>
            </a:xfrm>
            <a:custGeom>
              <a:rect b="b" l="l" r="r" t="t"/>
              <a:pathLst>
                <a:path extrusionOk="0" h="1429" w="1143">
                  <a:moveTo>
                    <a:pt x="965" y="1"/>
                  </a:moveTo>
                  <a:cubicBezTo>
                    <a:pt x="917" y="1"/>
                    <a:pt x="869" y="23"/>
                    <a:pt x="838" y="66"/>
                  </a:cubicBezTo>
                  <a:lnTo>
                    <a:pt x="51" y="1185"/>
                  </a:lnTo>
                  <a:cubicBezTo>
                    <a:pt x="1" y="1253"/>
                    <a:pt x="18" y="1350"/>
                    <a:pt x="88" y="1400"/>
                  </a:cubicBezTo>
                  <a:cubicBezTo>
                    <a:pt x="115" y="1420"/>
                    <a:pt x="147" y="1429"/>
                    <a:pt x="178" y="1429"/>
                  </a:cubicBezTo>
                  <a:cubicBezTo>
                    <a:pt x="225" y="1429"/>
                    <a:pt x="274" y="1406"/>
                    <a:pt x="304" y="1363"/>
                  </a:cubicBezTo>
                  <a:lnTo>
                    <a:pt x="1093" y="244"/>
                  </a:lnTo>
                  <a:cubicBezTo>
                    <a:pt x="1143" y="174"/>
                    <a:pt x="1124" y="79"/>
                    <a:pt x="1054"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9"/>
            <p:cNvSpPr/>
            <p:nvPr/>
          </p:nvSpPr>
          <p:spPr>
            <a:xfrm>
              <a:off x="1530450" y="2984288"/>
              <a:ext cx="28550" cy="35700"/>
            </a:xfrm>
            <a:custGeom>
              <a:rect b="b" l="l" r="r" t="t"/>
              <a:pathLst>
                <a:path extrusionOk="0" h="1428" w="1142">
                  <a:moveTo>
                    <a:pt x="965" y="1"/>
                  </a:moveTo>
                  <a:cubicBezTo>
                    <a:pt x="916" y="1"/>
                    <a:pt x="868" y="23"/>
                    <a:pt x="837" y="65"/>
                  </a:cubicBezTo>
                  <a:lnTo>
                    <a:pt x="50" y="1184"/>
                  </a:lnTo>
                  <a:cubicBezTo>
                    <a:pt x="0" y="1254"/>
                    <a:pt x="19" y="1349"/>
                    <a:pt x="87" y="1399"/>
                  </a:cubicBezTo>
                  <a:cubicBezTo>
                    <a:pt x="114" y="1419"/>
                    <a:pt x="147" y="1428"/>
                    <a:pt x="177" y="1428"/>
                  </a:cubicBezTo>
                  <a:cubicBezTo>
                    <a:pt x="226" y="1428"/>
                    <a:pt x="274" y="1405"/>
                    <a:pt x="304" y="1362"/>
                  </a:cubicBezTo>
                  <a:lnTo>
                    <a:pt x="1092" y="243"/>
                  </a:lnTo>
                  <a:cubicBezTo>
                    <a:pt x="1142" y="175"/>
                    <a:pt x="1123" y="78"/>
                    <a:pt x="1055" y="28"/>
                  </a:cubicBezTo>
                  <a:cubicBezTo>
                    <a:pt x="1027" y="9"/>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9"/>
            <p:cNvSpPr/>
            <p:nvPr/>
          </p:nvSpPr>
          <p:spPr>
            <a:xfrm>
              <a:off x="1598025" y="3014413"/>
              <a:ext cx="40825" cy="53175"/>
            </a:xfrm>
            <a:custGeom>
              <a:rect b="b" l="l" r="r" t="t"/>
              <a:pathLst>
                <a:path extrusionOk="0" h="2127" w="1633">
                  <a:moveTo>
                    <a:pt x="1456" y="1"/>
                  </a:moveTo>
                  <a:cubicBezTo>
                    <a:pt x="1407" y="1"/>
                    <a:pt x="1360" y="23"/>
                    <a:pt x="1329" y="66"/>
                  </a:cubicBezTo>
                  <a:lnTo>
                    <a:pt x="50" y="1880"/>
                  </a:lnTo>
                  <a:cubicBezTo>
                    <a:pt x="0" y="1950"/>
                    <a:pt x="18" y="2048"/>
                    <a:pt x="88" y="2098"/>
                  </a:cubicBezTo>
                  <a:cubicBezTo>
                    <a:pt x="115" y="2116"/>
                    <a:pt x="146" y="2126"/>
                    <a:pt x="176" y="2126"/>
                  </a:cubicBezTo>
                  <a:cubicBezTo>
                    <a:pt x="225" y="2126"/>
                    <a:pt x="273" y="2102"/>
                    <a:pt x="303" y="2059"/>
                  </a:cubicBezTo>
                  <a:lnTo>
                    <a:pt x="1582" y="244"/>
                  </a:lnTo>
                  <a:cubicBezTo>
                    <a:pt x="1632" y="174"/>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9"/>
            <p:cNvSpPr/>
            <p:nvPr/>
          </p:nvSpPr>
          <p:spPr>
            <a:xfrm>
              <a:off x="1564550" y="3008313"/>
              <a:ext cx="28575" cy="35725"/>
            </a:xfrm>
            <a:custGeom>
              <a:rect b="b" l="l" r="r" t="t"/>
              <a:pathLst>
                <a:path extrusionOk="0" h="1429" w="1143">
                  <a:moveTo>
                    <a:pt x="966" y="0"/>
                  </a:moveTo>
                  <a:cubicBezTo>
                    <a:pt x="917" y="0"/>
                    <a:pt x="870" y="23"/>
                    <a:pt x="839" y="65"/>
                  </a:cubicBezTo>
                  <a:lnTo>
                    <a:pt x="51" y="1183"/>
                  </a:lnTo>
                  <a:cubicBezTo>
                    <a:pt x="1" y="1253"/>
                    <a:pt x="19" y="1350"/>
                    <a:pt x="89" y="1400"/>
                  </a:cubicBezTo>
                  <a:cubicBezTo>
                    <a:pt x="115" y="1419"/>
                    <a:pt x="148" y="1429"/>
                    <a:pt x="178" y="1429"/>
                  </a:cubicBezTo>
                  <a:cubicBezTo>
                    <a:pt x="228" y="1429"/>
                    <a:pt x="275" y="1406"/>
                    <a:pt x="305" y="1361"/>
                  </a:cubicBezTo>
                  <a:lnTo>
                    <a:pt x="1092" y="244"/>
                  </a:lnTo>
                  <a:cubicBezTo>
                    <a:pt x="1142" y="174"/>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9"/>
            <p:cNvSpPr/>
            <p:nvPr/>
          </p:nvSpPr>
          <p:spPr>
            <a:xfrm>
              <a:off x="1579850" y="3019063"/>
              <a:ext cx="28550" cy="35725"/>
            </a:xfrm>
            <a:custGeom>
              <a:rect b="b" l="l" r="r" t="t"/>
              <a:pathLst>
                <a:path extrusionOk="0" h="1429" w="1142">
                  <a:moveTo>
                    <a:pt x="965" y="0"/>
                  </a:moveTo>
                  <a:cubicBezTo>
                    <a:pt x="916" y="0"/>
                    <a:pt x="868" y="23"/>
                    <a:pt x="837" y="66"/>
                  </a:cubicBezTo>
                  <a:lnTo>
                    <a:pt x="50" y="1184"/>
                  </a:lnTo>
                  <a:cubicBezTo>
                    <a:pt x="0" y="1253"/>
                    <a:pt x="17" y="1350"/>
                    <a:pt x="87" y="1400"/>
                  </a:cubicBezTo>
                  <a:cubicBezTo>
                    <a:pt x="114" y="1420"/>
                    <a:pt x="146" y="1429"/>
                    <a:pt x="177" y="1429"/>
                  </a:cubicBezTo>
                  <a:cubicBezTo>
                    <a:pt x="224" y="1429"/>
                    <a:pt x="273" y="1406"/>
                    <a:pt x="303" y="1363"/>
                  </a:cubicBezTo>
                  <a:lnTo>
                    <a:pt x="1092" y="244"/>
                  </a:lnTo>
                  <a:cubicBezTo>
                    <a:pt x="1142" y="174"/>
                    <a:pt x="1123" y="78"/>
                    <a:pt x="1053" y="28"/>
                  </a:cubicBezTo>
                  <a:cubicBezTo>
                    <a:pt x="1026" y="9"/>
                    <a:pt x="995"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9"/>
            <p:cNvSpPr/>
            <p:nvPr/>
          </p:nvSpPr>
          <p:spPr>
            <a:xfrm>
              <a:off x="1248325" y="2539613"/>
              <a:ext cx="32625" cy="41525"/>
            </a:xfrm>
            <a:custGeom>
              <a:rect b="b" l="l" r="r" t="t"/>
              <a:pathLst>
                <a:path extrusionOk="0" h="1661" w="1305">
                  <a:moveTo>
                    <a:pt x="1129" y="0"/>
                  </a:moveTo>
                  <a:cubicBezTo>
                    <a:pt x="1081" y="0"/>
                    <a:pt x="1033" y="23"/>
                    <a:pt x="1002" y="66"/>
                  </a:cubicBezTo>
                  <a:lnTo>
                    <a:pt x="49" y="1416"/>
                  </a:lnTo>
                  <a:cubicBezTo>
                    <a:pt x="0" y="1485"/>
                    <a:pt x="17" y="1582"/>
                    <a:pt x="87" y="1632"/>
                  </a:cubicBezTo>
                  <a:cubicBezTo>
                    <a:pt x="114" y="1652"/>
                    <a:pt x="146" y="1660"/>
                    <a:pt x="176" y="1660"/>
                  </a:cubicBezTo>
                  <a:cubicBezTo>
                    <a:pt x="225" y="1660"/>
                    <a:pt x="273" y="1638"/>
                    <a:pt x="303" y="1595"/>
                  </a:cubicBezTo>
                  <a:lnTo>
                    <a:pt x="1255" y="244"/>
                  </a:lnTo>
                  <a:cubicBezTo>
                    <a:pt x="1305" y="174"/>
                    <a:pt x="1288" y="77"/>
                    <a:pt x="1218" y="27"/>
                  </a:cubicBezTo>
                  <a:cubicBezTo>
                    <a:pt x="1191" y="9"/>
                    <a:pt x="1160" y="0"/>
                    <a:pt x="1129"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9"/>
            <p:cNvSpPr/>
            <p:nvPr/>
          </p:nvSpPr>
          <p:spPr>
            <a:xfrm>
              <a:off x="1243275" y="2544563"/>
              <a:ext cx="42675" cy="31575"/>
            </a:xfrm>
            <a:custGeom>
              <a:rect b="b" l="l" r="r" t="t"/>
              <a:pathLst>
                <a:path extrusionOk="0" h="1263" w="1707">
                  <a:moveTo>
                    <a:pt x="179" y="1"/>
                  </a:moveTo>
                  <a:cubicBezTo>
                    <a:pt x="130" y="1"/>
                    <a:pt x="81" y="23"/>
                    <a:pt x="51" y="66"/>
                  </a:cubicBezTo>
                  <a:cubicBezTo>
                    <a:pt x="1" y="135"/>
                    <a:pt x="19" y="232"/>
                    <a:pt x="89" y="282"/>
                  </a:cubicBezTo>
                  <a:lnTo>
                    <a:pt x="1441" y="1234"/>
                  </a:lnTo>
                  <a:cubicBezTo>
                    <a:pt x="1468" y="1254"/>
                    <a:pt x="1500" y="1262"/>
                    <a:pt x="1531" y="1262"/>
                  </a:cubicBezTo>
                  <a:cubicBezTo>
                    <a:pt x="1578" y="1262"/>
                    <a:pt x="1627" y="1239"/>
                    <a:pt x="1657" y="1197"/>
                  </a:cubicBezTo>
                  <a:cubicBezTo>
                    <a:pt x="1707" y="1127"/>
                    <a:pt x="1690" y="1029"/>
                    <a:pt x="1620" y="979"/>
                  </a:cubicBezTo>
                  <a:lnTo>
                    <a:pt x="268" y="28"/>
                  </a:lnTo>
                  <a:cubicBezTo>
                    <a:pt x="241" y="10"/>
                    <a:pt x="210" y="1"/>
                    <a:pt x="179"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1" name="Google Shape;2921;p49"/>
          <p:cNvGrpSpPr/>
          <p:nvPr/>
        </p:nvGrpSpPr>
        <p:grpSpPr>
          <a:xfrm>
            <a:off x="7559750" y="1690838"/>
            <a:ext cx="814400" cy="1093000"/>
            <a:chOff x="7559750" y="1690838"/>
            <a:chExt cx="814400" cy="1093000"/>
          </a:xfrm>
        </p:grpSpPr>
        <p:sp>
          <p:nvSpPr>
            <p:cNvPr id="2922" name="Google Shape;2922;p49"/>
            <p:cNvSpPr/>
            <p:nvPr/>
          </p:nvSpPr>
          <p:spPr>
            <a:xfrm>
              <a:off x="7604450" y="2310963"/>
              <a:ext cx="23175" cy="30575"/>
            </a:xfrm>
            <a:custGeom>
              <a:rect b="b" l="l" r="r" t="t"/>
              <a:pathLst>
                <a:path extrusionOk="0" h="1223" w="927">
                  <a:moveTo>
                    <a:pt x="672" y="0"/>
                  </a:moveTo>
                  <a:cubicBezTo>
                    <a:pt x="596" y="0"/>
                    <a:pt x="521" y="40"/>
                    <a:pt x="481" y="111"/>
                  </a:cubicBezTo>
                  <a:cubicBezTo>
                    <a:pt x="332" y="370"/>
                    <a:pt x="191" y="633"/>
                    <a:pt x="56" y="901"/>
                  </a:cubicBezTo>
                  <a:cubicBezTo>
                    <a:pt x="1" y="1008"/>
                    <a:pt x="43" y="1142"/>
                    <a:pt x="154" y="1198"/>
                  </a:cubicBezTo>
                  <a:cubicBezTo>
                    <a:pt x="185" y="1214"/>
                    <a:pt x="220" y="1223"/>
                    <a:pt x="254" y="1223"/>
                  </a:cubicBezTo>
                  <a:cubicBezTo>
                    <a:pt x="334" y="1223"/>
                    <a:pt x="412" y="1179"/>
                    <a:pt x="451" y="1102"/>
                  </a:cubicBezTo>
                  <a:cubicBezTo>
                    <a:pt x="582" y="844"/>
                    <a:pt x="722" y="586"/>
                    <a:pt x="866" y="333"/>
                  </a:cubicBezTo>
                  <a:cubicBezTo>
                    <a:pt x="927" y="224"/>
                    <a:pt x="888" y="90"/>
                    <a:pt x="782" y="30"/>
                  </a:cubicBezTo>
                  <a:cubicBezTo>
                    <a:pt x="748" y="10"/>
                    <a:pt x="710" y="0"/>
                    <a:pt x="67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9"/>
            <p:cNvSpPr/>
            <p:nvPr/>
          </p:nvSpPr>
          <p:spPr>
            <a:xfrm>
              <a:off x="7579425" y="2370863"/>
              <a:ext cx="19725" cy="32000"/>
            </a:xfrm>
            <a:custGeom>
              <a:rect b="b" l="l" r="r" t="t"/>
              <a:pathLst>
                <a:path extrusionOk="0" h="1280" w="789">
                  <a:moveTo>
                    <a:pt x="540" y="1"/>
                  </a:moveTo>
                  <a:cubicBezTo>
                    <a:pt x="451" y="1"/>
                    <a:pt x="366" y="55"/>
                    <a:pt x="332" y="144"/>
                  </a:cubicBezTo>
                  <a:cubicBezTo>
                    <a:pt x="226" y="423"/>
                    <a:pt x="128" y="706"/>
                    <a:pt x="37" y="991"/>
                  </a:cubicBezTo>
                  <a:cubicBezTo>
                    <a:pt x="0" y="1108"/>
                    <a:pt x="64" y="1232"/>
                    <a:pt x="180" y="1270"/>
                  </a:cubicBezTo>
                  <a:cubicBezTo>
                    <a:pt x="202" y="1277"/>
                    <a:pt x="226" y="1280"/>
                    <a:pt x="249" y="1280"/>
                  </a:cubicBezTo>
                  <a:cubicBezTo>
                    <a:pt x="342" y="1280"/>
                    <a:pt x="429" y="1220"/>
                    <a:pt x="458" y="1125"/>
                  </a:cubicBezTo>
                  <a:cubicBezTo>
                    <a:pt x="548" y="849"/>
                    <a:pt x="643" y="575"/>
                    <a:pt x="746" y="301"/>
                  </a:cubicBezTo>
                  <a:cubicBezTo>
                    <a:pt x="789" y="187"/>
                    <a:pt x="732" y="59"/>
                    <a:pt x="617" y="15"/>
                  </a:cubicBezTo>
                  <a:cubicBezTo>
                    <a:pt x="592" y="5"/>
                    <a:pt x="566" y="1"/>
                    <a:pt x="5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9"/>
            <p:cNvSpPr/>
            <p:nvPr/>
          </p:nvSpPr>
          <p:spPr>
            <a:xfrm>
              <a:off x="8151700" y="2167438"/>
              <a:ext cx="24425" cy="29775"/>
            </a:xfrm>
            <a:custGeom>
              <a:rect b="b" l="l" r="r" t="t"/>
              <a:pathLst>
                <a:path extrusionOk="0" h="1191" w="977">
                  <a:moveTo>
                    <a:pt x="250" y="0"/>
                  </a:moveTo>
                  <a:cubicBezTo>
                    <a:pt x="205" y="0"/>
                    <a:pt x="160" y="14"/>
                    <a:pt x="121" y="42"/>
                  </a:cubicBezTo>
                  <a:cubicBezTo>
                    <a:pt x="22" y="113"/>
                    <a:pt x="0" y="253"/>
                    <a:pt x="71" y="350"/>
                  </a:cubicBezTo>
                  <a:cubicBezTo>
                    <a:pt x="242" y="584"/>
                    <a:pt x="395" y="827"/>
                    <a:pt x="528" y="1073"/>
                  </a:cubicBezTo>
                  <a:cubicBezTo>
                    <a:pt x="568" y="1148"/>
                    <a:pt x="644" y="1190"/>
                    <a:pt x="724" y="1190"/>
                  </a:cubicBezTo>
                  <a:cubicBezTo>
                    <a:pt x="759" y="1190"/>
                    <a:pt x="795" y="1182"/>
                    <a:pt x="829" y="1164"/>
                  </a:cubicBezTo>
                  <a:cubicBezTo>
                    <a:pt x="936" y="1105"/>
                    <a:pt x="976" y="972"/>
                    <a:pt x="918" y="864"/>
                  </a:cubicBezTo>
                  <a:cubicBezTo>
                    <a:pt x="776" y="599"/>
                    <a:pt x="610" y="341"/>
                    <a:pt x="430" y="91"/>
                  </a:cubicBezTo>
                  <a:cubicBezTo>
                    <a:pt x="386" y="32"/>
                    <a:pt x="319" y="0"/>
                    <a:pt x="250"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9"/>
            <p:cNvSpPr/>
            <p:nvPr/>
          </p:nvSpPr>
          <p:spPr>
            <a:xfrm>
              <a:off x="8103525" y="2122338"/>
              <a:ext cx="30475" cy="24025"/>
            </a:xfrm>
            <a:custGeom>
              <a:rect b="b" l="l" r="r" t="t"/>
              <a:pathLst>
                <a:path extrusionOk="0" h="961" w="1219">
                  <a:moveTo>
                    <a:pt x="255" y="0"/>
                  </a:moveTo>
                  <a:cubicBezTo>
                    <a:pt x="181" y="0"/>
                    <a:pt x="109" y="37"/>
                    <a:pt x="67" y="103"/>
                  </a:cubicBezTo>
                  <a:cubicBezTo>
                    <a:pt x="0" y="207"/>
                    <a:pt x="33" y="343"/>
                    <a:pt x="135" y="408"/>
                  </a:cubicBezTo>
                  <a:cubicBezTo>
                    <a:pt x="373" y="557"/>
                    <a:pt x="607" y="727"/>
                    <a:pt x="830" y="910"/>
                  </a:cubicBezTo>
                  <a:cubicBezTo>
                    <a:pt x="871" y="945"/>
                    <a:pt x="921" y="961"/>
                    <a:pt x="970" y="961"/>
                  </a:cubicBezTo>
                  <a:cubicBezTo>
                    <a:pt x="1034" y="961"/>
                    <a:pt x="1098" y="934"/>
                    <a:pt x="1140" y="882"/>
                  </a:cubicBezTo>
                  <a:cubicBezTo>
                    <a:pt x="1218" y="788"/>
                    <a:pt x="1204" y="648"/>
                    <a:pt x="1111" y="570"/>
                  </a:cubicBezTo>
                  <a:cubicBezTo>
                    <a:pt x="874" y="374"/>
                    <a:pt x="626" y="195"/>
                    <a:pt x="372" y="34"/>
                  </a:cubicBezTo>
                  <a:cubicBezTo>
                    <a:pt x="335" y="11"/>
                    <a:pt x="295" y="0"/>
                    <a:pt x="255"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9"/>
            <p:cNvSpPr/>
            <p:nvPr/>
          </p:nvSpPr>
          <p:spPr>
            <a:xfrm>
              <a:off x="8109825" y="2340313"/>
              <a:ext cx="29200" cy="14175"/>
            </a:xfrm>
            <a:custGeom>
              <a:rect b="b" l="l" r="r" t="t"/>
              <a:pathLst>
                <a:path extrusionOk="0" h="567" w="1168">
                  <a:moveTo>
                    <a:pt x="1016" y="0"/>
                  </a:moveTo>
                  <a:cubicBezTo>
                    <a:pt x="785" y="84"/>
                    <a:pt x="544" y="125"/>
                    <a:pt x="300" y="125"/>
                  </a:cubicBezTo>
                  <a:lnTo>
                    <a:pt x="233" y="124"/>
                  </a:lnTo>
                  <a:cubicBezTo>
                    <a:pt x="231" y="124"/>
                    <a:pt x="230" y="124"/>
                    <a:pt x="228" y="124"/>
                  </a:cubicBezTo>
                  <a:cubicBezTo>
                    <a:pt x="110" y="124"/>
                    <a:pt x="8" y="218"/>
                    <a:pt x="5" y="336"/>
                  </a:cubicBezTo>
                  <a:cubicBezTo>
                    <a:pt x="1" y="458"/>
                    <a:pt x="97" y="561"/>
                    <a:pt x="218" y="565"/>
                  </a:cubicBezTo>
                  <a:lnTo>
                    <a:pt x="300" y="566"/>
                  </a:lnTo>
                  <a:cubicBezTo>
                    <a:pt x="591" y="566"/>
                    <a:pt x="880" y="517"/>
                    <a:pt x="1163" y="419"/>
                  </a:cubicBezTo>
                  <a:cubicBezTo>
                    <a:pt x="1165" y="419"/>
                    <a:pt x="1165" y="419"/>
                    <a:pt x="1168" y="417"/>
                  </a:cubicBezTo>
                  <a:lnTo>
                    <a:pt x="1016" y="0"/>
                  </a:ln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9"/>
            <p:cNvSpPr/>
            <p:nvPr/>
          </p:nvSpPr>
          <p:spPr>
            <a:xfrm>
              <a:off x="8125650" y="1836713"/>
              <a:ext cx="27925" cy="26725"/>
            </a:xfrm>
            <a:custGeom>
              <a:rect b="b" l="l" r="r" t="t"/>
              <a:pathLst>
                <a:path extrusionOk="0" h="1069" w="1117">
                  <a:moveTo>
                    <a:pt x="872" y="0"/>
                  </a:moveTo>
                  <a:cubicBezTo>
                    <a:pt x="817" y="0"/>
                    <a:pt x="761" y="21"/>
                    <a:pt x="719" y="63"/>
                  </a:cubicBezTo>
                  <a:cubicBezTo>
                    <a:pt x="504" y="268"/>
                    <a:pt x="294" y="480"/>
                    <a:pt x="85" y="694"/>
                  </a:cubicBezTo>
                  <a:cubicBezTo>
                    <a:pt x="0" y="783"/>
                    <a:pt x="4" y="922"/>
                    <a:pt x="91" y="1006"/>
                  </a:cubicBezTo>
                  <a:cubicBezTo>
                    <a:pt x="133" y="1047"/>
                    <a:pt x="189" y="1068"/>
                    <a:pt x="245" y="1068"/>
                  </a:cubicBezTo>
                  <a:cubicBezTo>
                    <a:pt x="304" y="1068"/>
                    <a:pt x="360" y="1045"/>
                    <a:pt x="404" y="1000"/>
                  </a:cubicBezTo>
                  <a:cubicBezTo>
                    <a:pt x="607" y="790"/>
                    <a:pt x="814" y="584"/>
                    <a:pt x="1025" y="382"/>
                  </a:cubicBezTo>
                  <a:cubicBezTo>
                    <a:pt x="1112" y="297"/>
                    <a:pt x="1116" y="156"/>
                    <a:pt x="1031" y="68"/>
                  </a:cubicBezTo>
                  <a:cubicBezTo>
                    <a:pt x="988" y="23"/>
                    <a:pt x="930" y="0"/>
                    <a:pt x="87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9"/>
            <p:cNvSpPr/>
            <p:nvPr/>
          </p:nvSpPr>
          <p:spPr>
            <a:xfrm>
              <a:off x="8082525" y="1885438"/>
              <a:ext cx="26125" cy="28550"/>
            </a:xfrm>
            <a:custGeom>
              <a:rect b="b" l="l" r="r" t="t"/>
              <a:pathLst>
                <a:path extrusionOk="0" h="1142" w="1045">
                  <a:moveTo>
                    <a:pt x="797" y="0"/>
                  </a:moveTo>
                  <a:cubicBezTo>
                    <a:pt x="732" y="0"/>
                    <a:pt x="668" y="28"/>
                    <a:pt x="623" y="82"/>
                  </a:cubicBezTo>
                  <a:cubicBezTo>
                    <a:pt x="435" y="312"/>
                    <a:pt x="250" y="547"/>
                    <a:pt x="73" y="787"/>
                  </a:cubicBezTo>
                  <a:cubicBezTo>
                    <a:pt x="1" y="885"/>
                    <a:pt x="21" y="1022"/>
                    <a:pt x="118" y="1097"/>
                  </a:cubicBezTo>
                  <a:cubicBezTo>
                    <a:pt x="157" y="1127"/>
                    <a:pt x="205" y="1141"/>
                    <a:pt x="250" y="1141"/>
                  </a:cubicBezTo>
                  <a:cubicBezTo>
                    <a:pt x="318" y="1141"/>
                    <a:pt x="385" y="1111"/>
                    <a:pt x="428" y="1053"/>
                  </a:cubicBezTo>
                  <a:cubicBezTo>
                    <a:pt x="603" y="818"/>
                    <a:pt x="782" y="588"/>
                    <a:pt x="966" y="363"/>
                  </a:cubicBezTo>
                  <a:cubicBezTo>
                    <a:pt x="1044" y="266"/>
                    <a:pt x="1030" y="126"/>
                    <a:pt x="935" y="49"/>
                  </a:cubicBezTo>
                  <a:cubicBezTo>
                    <a:pt x="895" y="16"/>
                    <a:pt x="846" y="0"/>
                    <a:pt x="797"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9"/>
            <p:cNvSpPr/>
            <p:nvPr/>
          </p:nvSpPr>
          <p:spPr>
            <a:xfrm>
              <a:off x="8046875" y="1939538"/>
              <a:ext cx="23600" cy="30325"/>
            </a:xfrm>
            <a:custGeom>
              <a:rect b="b" l="l" r="r" t="t"/>
              <a:pathLst>
                <a:path extrusionOk="0" h="1213" w="944">
                  <a:moveTo>
                    <a:pt x="689" y="1"/>
                  </a:moveTo>
                  <a:cubicBezTo>
                    <a:pt x="613" y="1"/>
                    <a:pt x="540" y="39"/>
                    <a:pt x="499" y="109"/>
                  </a:cubicBezTo>
                  <a:cubicBezTo>
                    <a:pt x="346" y="364"/>
                    <a:pt x="199" y="624"/>
                    <a:pt x="57" y="886"/>
                  </a:cubicBezTo>
                  <a:cubicBezTo>
                    <a:pt x="0" y="995"/>
                    <a:pt x="41" y="1127"/>
                    <a:pt x="148" y="1187"/>
                  </a:cubicBezTo>
                  <a:cubicBezTo>
                    <a:pt x="180" y="1204"/>
                    <a:pt x="216" y="1212"/>
                    <a:pt x="251" y="1212"/>
                  </a:cubicBezTo>
                  <a:cubicBezTo>
                    <a:pt x="329" y="1212"/>
                    <a:pt x="407" y="1170"/>
                    <a:pt x="447" y="1096"/>
                  </a:cubicBezTo>
                  <a:cubicBezTo>
                    <a:pt x="584" y="839"/>
                    <a:pt x="729" y="585"/>
                    <a:pt x="879" y="336"/>
                  </a:cubicBezTo>
                  <a:cubicBezTo>
                    <a:pt x="943" y="231"/>
                    <a:pt x="908" y="95"/>
                    <a:pt x="803" y="32"/>
                  </a:cubicBezTo>
                  <a:cubicBezTo>
                    <a:pt x="767" y="11"/>
                    <a:pt x="727" y="1"/>
                    <a:pt x="689"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9"/>
            <p:cNvSpPr/>
            <p:nvPr/>
          </p:nvSpPr>
          <p:spPr>
            <a:xfrm>
              <a:off x="8042650" y="2097213"/>
              <a:ext cx="33525" cy="17300"/>
            </a:xfrm>
            <a:custGeom>
              <a:rect b="b" l="l" r="r" t="t"/>
              <a:pathLst>
                <a:path extrusionOk="0" h="692" w="1341">
                  <a:moveTo>
                    <a:pt x="240" y="1"/>
                  </a:moveTo>
                  <a:cubicBezTo>
                    <a:pt x="140" y="1"/>
                    <a:pt x="52" y="69"/>
                    <a:pt x="29" y="171"/>
                  </a:cubicBezTo>
                  <a:cubicBezTo>
                    <a:pt x="0" y="288"/>
                    <a:pt x="73" y="407"/>
                    <a:pt x="192" y="437"/>
                  </a:cubicBezTo>
                  <a:cubicBezTo>
                    <a:pt x="475" y="505"/>
                    <a:pt x="753" y="586"/>
                    <a:pt x="1020" y="678"/>
                  </a:cubicBezTo>
                  <a:cubicBezTo>
                    <a:pt x="1044" y="688"/>
                    <a:pt x="1070" y="691"/>
                    <a:pt x="1092" y="691"/>
                  </a:cubicBezTo>
                  <a:cubicBezTo>
                    <a:pt x="1184" y="691"/>
                    <a:pt x="1270" y="634"/>
                    <a:pt x="1301" y="542"/>
                  </a:cubicBezTo>
                  <a:cubicBezTo>
                    <a:pt x="1340" y="427"/>
                    <a:pt x="1279" y="301"/>
                    <a:pt x="1165" y="261"/>
                  </a:cubicBezTo>
                  <a:cubicBezTo>
                    <a:pt x="885" y="164"/>
                    <a:pt x="592" y="78"/>
                    <a:pt x="294" y="8"/>
                  </a:cubicBezTo>
                  <a:cubicBezTo>
                    <a:pt x="276" y="3"/>
                    <a:pt x="258" y="1"/>
                    <a:pt x="2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9"/>
            <p:cNvSpPr/>
            <p:nvPr/>
          </p:nvSpPr>
          <p:spPr>
            <a:xfrm>
              <a:off x="8051825" y="2313838"/>
              <a:ext cx="29100" cy="25550"/>
            </a:xfrm>
            <a:custGeom>
              <a:rect b="b" l="l" r="r" t="t"/>
              <a:pathLst>
                <a:path extrusionOk="0" h="1022" w="1164">
                  <a:moveTo>
                    <a:pt x="244" y="0"/>
                  </a:moveTo>
                  <a:cubicBezTo>
                    <a:pt x="189" y="0"/>
                    <a:pt x="134" y="21"/>
                    <a:pt x="91" y="62"/>
                  </a:cubicBezTo>
                  <a:cubicBezTo>
                    <a:pt x="3" y="148"/>
                    <a:pt x="1" y="287"/>
                    <a:pt x="86" y="374"/>
                  </a:cubicBezTo>
                  <a:cubicBezTo>
                    <a:pt x="308" y="604"/>
                    <a:pt x="542" y="808"/>
                    <a:pt x="783" y="980"/>
                  </a:cubicBezTo>
                  <a:cubicBezTo>
                    <a:pt x="823" y="1008"/>
                    <a:pt x="867" y="1021"/>
                    <a:pt x="911" y="1021"/>
                  </a:cubicBezTo>
                  <a:cubicBezTo>
                    <a:pt x="981" y="1021"/>
                    <a:pt x="1049" y="988"/>
                    <a:pt x="1093" y="929"/>
                  </a:cubicBezTo>
                  <a:cubicBezTo>
                    <a:pt x="1163" y="830"/>
                    <a:pt x="1141" y="691"/>
                    <a:pt x="1042" y="620"/>
                  </a:cubicBezTo>
                  <a:cubicBezTo>
                    <a:pt x="822" y="467"/>
                    <a:pt x="606" y="279"/>
                    <a:pt x="403" y="67"/>
                  </a:cubicBezTo>
                  <a:cubicBezTo>
                    <a:pt x="360" y="23"/>
                    <a:pt x="302" y="0"/>
                    <a:pt x="244"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9"/>
            <p:cNvSpPr/>
            <p:nvPr/>
          </p:nvSpPr>
          <p:spPr>
            <a:xfrm>
              <a:off x="8341625" y="1690838"/>
              <a:ext cx="32525" cy="20750"/>
            </a:xfrm>
            <a:custGeom>
              <a:rect b="b" l="l" r="r" t="t"/>
              <a:pathLst>
                <a:path extrusionOk="0" h="830" w="1301">
                  <a:moveTo>
                    <a:pt x="1047" y="1"/>
                  </a:moveTo>
                  <a:cubicBezTo>
                    <a:pt x="1015" y="1"/>
                    <a:pt x="983" y="8"/>
                    <a:pt x="953" y="22"/>
                  </a:cubicBezTo>
                  <a:cubicBezTo>
                    <a:pt x="685" y="151"/>
                    <a:pt x="420" y="281"/>
                    <a:pt x="153" y="411"/>
                  </a:cubicBezTo>
                  <a:cubicBezTo>
                    <a:pt x="44" y="466"/>
                    <a:pt x="0" y="600"/>
                    <a:pt x="54" y="707"/>
                  </a:cubicBezTo>
                  <a:cubicBezTo>
                    <a:pt x="94" y="785"/>
                    <a:pt x="172" y="829"/>
                    <a:pt x="253" y="829"/>
                  </a:cubicBezTo>
                  <a:cubicBezTo>
                    <a:pt x="287" y="829"/>
                    <a:pt x="321" y="822"/>
                    <a:pt x="352" y="807"/>
                  </a:cubicBezTo>
                  <a:cubicBezTo>
                    <a:pt x="614" y="676"/>
                    <a:pt x="881" y="549"/>
                    <a:pt x="1145" y="422"/>
                  </a:cubicBezTo>
                  <a:cubicBezTo>
                    <a:pt x="1252" y="371"/>
                    <a:pt x="1301" y="239"/>
                    <a:pt x="1248" y="127"/>
                  </a:cubicBezTo>
                  <a:cubicBezTo>
                    <a:pt x="1210" y="48"/>
                    <a:pt x="1130" y="1"/>
                    <a:pt x="104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9"/>
            <p:cNvSpPr/>
            <p:nvPr/>
          </p:nvSpPr>
          <p:spPr>
            <a:xfrm>
              <a:off x="8283150" y="1721038"/>
              <a:ext cx="31825" cy="21925"/>
            </a:xfrm>
            <a:custGeom>
              <a:rect b="b" l="l" r="r" t="t"/>
              <a:pathLst>
                <a:path extrusionOk="0" h="877" w="1273">
                  <a:moveTo>
                    <a:pt x="1023" y="1"/>
                  </a:moveTo>
                  <a:cubicBezTo>
                    <a:pt x="987" y="1"/>
                    <a:pt x="950" y="9"/>
                    <a:pt x="917" y="28"/>
                  </a:cubicBezTo>
                  <a:cubicBezTo>
                    <a:pt x="659" y="172"/>
                    <a:pt x="399" y="316"/>
                    <a:pt x="143" y="465"/>
                  </a:cubicBezTo>
                  <a:cubicBezTo>
                    <a:pt x="36" y="526"/>
                    <a:pt x="1" y="662"/>
                    <a:pt x="60" y="767"/>
                  </a:cubicBezTo>
                  <a:cubicBezTo>
                    <a:pt x="101" y="838"/>
                    <a:pt x="177" y="876"/>
                    <a:pt x="252" y="876"/>
                  </a:cubicBezTo>
                  <a:cubicBezTo>
                    <a:pt x="290" y="876"/>
                    <a:pt x="328" y="868"/>
                    <a:pt x="362" y="847"/>
                  </a:cubicBezTo>
                  <a:cubicBezTo>
                    <a:pt x="615" y="699"/>
                    <a:pt x="873" y="556"/>
                    <a:pt x="1128" y="414"/>
                  </a:cubicBezTo>
                  <a:cubicBezTo>
                    <a:pt x="1235" y="356"/>
                    <a:pt x="1273" y="221"/>
                    <a:pt x="1215" y="113"/>
                  </a:cubicBezTo>
                  <a:cubicBezTo>
                    <a:pt x="1176" y="42"/>
                    <a:pt x="1100" y="1"/>
                    <a:pt x="102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9"/>
            <p:cNvSpPr/>
            <p:nvPr/>
          </p:nvSpPr>
          <p:spPr>
            <a:xfrm>
              <a:off x="8164575" y="2292888"/>
              <a:ext cx="22525" cy="30775"/>
            </a:xfrm>
            <a:custGeom>
              <a:rect b="b" l="l" r="r" t="t"/>
              <a:pathLst>
                <a:path extrusionOk="0" h="1231" w="901">
                  <a:moveTo>
                    <a:pt x="651" y="0"/>
                  </a:moveTo>
                  <a:cubicBezTo>
                    <a:pt x="561" y="0"/>
                    <a:pt x="478" y="55"/>
                    <a:pt x="443" y="145"/>
                  </a:cubicBezTo>
                  <a:cubicBezTo>
                    <a:pt x="343" y="414"/>
                    <a:pt x="217" y="662"/>
                    <a:pt x="67" y="888"/>
                  </a:cubicBezTo>
                  <a:cubicBezTo>
                    <a:pt x="0" y="988"/>
                    <a:pt x="27" y="1127"/>
                    <a:pt x="129" y="1194"/>
                  </a:cubicBezTo>
                  <a:cubicBezTo>
                    <a:pt x="166" y="1220"/>
                    <a:pt x="209" y="1231"/>
                    <a:pt x="251" y="1231"/>
                  </a:cubicBezTo>
                  <a:cubicBezTo>
                    <a:pt x="322" y="1231"/>
                    <a:pt x="393" y="1198"/>
                    <a:pt x="436" y="1132"/>
                  </a:cubicBezTo>
                  <a:cubicBezTo>
                    <a:pt x="604" y="881"/>
                    <a:pt x="746" y="598"/>
                    <a:pt x="858" y="299"/>
                  </a:cubicBezTo>
                  <a:cubicBezTo>
                    <a:pt x="901" y="184"/>
                    <a:pt x="844" y="57"/>
                    <a:pt x="729" y="14"/>
                  </a:cubicBezTo>
                  <a:cubicBezTo>
                    <a:pt x="703" y="5"/>
                    <a:pt x="677" y="0"/>
                    <a:pt x="651"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9"/>
            <p:cNvSpPr/>
            <p:nvPr/>
          </p:nvSpPr>
          <p:spPr>
            <a:xfrm>
              <a:off x="8178950" y="2227463"/>
              <a:ext cx="14250" cy="33025"/>
            </a:xfrm>
            <a:custGeom>
              <a:rect b="b" l="l" r="r" t="t"/>
              <a:pathLst>
                <a:path extrusionOk="0" h="1321" w="570">
                  <a:moveTo>
                    <a:pt x="239" y="1"/>
                  </a:moveTo>
                  <a:cubicBezTo>
                    <a:pt x="226" y="1"/>
                    <a:pt x="212" y="2"/>
                    <a:pt x="198" y="5"/>
                  </a:cubicBezTo>
                  <a:cubicBezTo>
                    <a:pt x="78" y="30"/>
                    <a:pt x="1" y="147"/>
                    <a:pt x="24" y="266"/>
                  </a:cubicBezTo>
                  <a:cubicBezTo>
                    <a:pt x="80" y="544"/>
                    <a:pt x="114" y="827"/>
                    <a:pt x="123" y="1105"/>
                  </a:cubicBezTo>
                  <a:cubicBezTo>
                    <a:pt x="127" y="1227"/>
                    <a:pt x="226" y="1321"/>
                    <a:pt x="346" y="1321"/>
                  </a:cubicBezTo>
                  <a:lnTo>
                    <a:pt x="353" y="1321"/>
                  </a:lnTo>
                  <a:cubicBezTo>
                    <a:pt x="475" y="1317"/>
                    <a:pt x="570" y="1214"/>
                    <a:pt x="567" y="1091"/>
                  </a:cubicBezTo>
                  <a:cubicBezTo>
                    <a:pt x="555" y="786"/>
                    <a:pt x="520" y="480"/>
                    <a:pt x="459" y="176"/>
                  </a:cubicBezTo>
                  <a:cubicBezTo>
                    <a:pt x="438" y="73"/>
                    <a:pt x="342" y="1"/>
                    <a:pt x="239"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9"/>
            <p:cNvSpPr/>
            <p:nvPr/>
          </p:nvSpPr>
          <p:spPr>
            <a:xfrm>
              <a:off x="8174175" y="1793363"/>
              <a:ext cx="29675" cy="24925"/>
            </a:xfrm>
            <a:custGeom>
              <a:rect b="b" l="l" r="r" t="t"/>
              <a:pathLst>
                <a:path extrusionOk="0" h="997" w="1187">
                  <a:moveTo>
                    <a:pt x="937" y="0"/>
                  </a:moveTo>
                  <a:cubicBezTo>
                    <a:pt x="889" y="0"/>
                    <a:pt x="841" y="16"/>
                    <a:pt x="802" y="47"/>
                  </a:cubicBezTo>
                  <a:cubicBezTo>
                    <a:pt x="568" y="230"/>
                    <a:pt x="335" y="415"/>
                    <a:pt x="107" y="605"/>
                  </a:cubicBezTo>
                  <a:cubicBezTo>
                    <a:pt x="13" y="683"/>
                    <a:pt x="1" y="824"/>
                    <a:pt x="79" y="917"/>
                  </a:cubicBezTo>
                  <a:cubicBezTo>
                    <a:pt x="122" y="971"/>
                    <a:pt x="185" y="997"/>
                    <a:pt x="249" y="997"/>
                  </a:cubicBezTo>
                  <a:cubicBezTo>
                    <a:pt x="298" y="997"/>
                    <a:pt x="349" y="981"/>
                    <a:pt x="390" y="946"/>
                  </a:cubicBezTo>
                  <a:cubicBezTo>
                    <a:pt x="616" y="759"/>
                    <a:pt x="843" y="576"/>
                    <a:pt x="1073" y="394"/>
                  </a:cubicBezTo>
                  <a:cubicBezTo>
                    <a:pt x="1169" y="320"/>
                    <a:pt x="1186" y="180"/>
                    <a:pt x="1112" y="85"/>
                  </a:cubicBezTo>
                  <a:cubicBezTo>
                    <a:pt x="1068" y="29"/>
                    <a:pt x="1002" y="0"/>
                    <a:pt x="937"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9"/>
            <p:cNvSpPr/>
            <p:nvPr/>
          </p:nvSpPr>
          <p:spPr>
            <a:xfrm>
              <a:off x="8227025" y="1755013"/>
              <a:ext cx="31025" cy="23375"/>
            </a:xfrm>
            <a:custGeom>
              <a:rect b="b" l="l" r="r" t="t"/>
              <a:pathLst>
                <a:path extrusionOk="0" h="935" w="1241">
                  <a:moveTo>
                    <a:pt x="988" y="0"/>
                  </a:moveTo>
                  <a:cubicBezTo>
                    <a:pt x="947" y="0"/>
                    <a:pt x="906" y="11"/>
                    <a:pt x="869" y="35"/>
                  </a:cubicBezTo>
                  <a:cubicBezTo>
                    <a:pt x="618" y="197"/>
                    <a:pt x="372" y="361"/>
                    <a:pt x="127" y="530"/>
                  </a:cubicBezTo>
                  <a:cubicBezTo>
                    <a:pt x="26" y="599"/>
                    <a:pt x="1" y="737"/>
                    <a:pt x="70" y="839"/>
                  </a:cubicBezTo>
                  <a:cubicBezTo>
                    <a:pt x="113" y="900"/>
                    <a:pt x="182" y="934"/>
                    <a:pt x="253" y="934"/>
                  </a:cubicBezTo>
                  <a:cubicBezTo>
                    <a:pt x="296" y="934"/>
                    <a:pt x="340" y="921"/>
                    <a:pt x="380" y="896"/>
                  </a:cubicBezTo>
                  <a:cubicBezTo>
                    <a:pt x="621" y="730"/>
                    <a:pt x="863" y="567"/>
                    <a:pt x="1110" y="408"/>
                  </a:cubicBezTo>
                  <a:cubicBezTo>
                    <a:pt x="1212" y="340"/>
                    <a:pt x="1240" y="204"/>
                    <a:pt x="1175" y="102"/>
                  </a:cubicBezTo>
                  <a:cubicBezTo>
                    <a:pt x="1132" y="35"/>
                    <a:pt x="1060" y="0"/>
                    <a:pt x="98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9"/>
            <p:cNvSpPr/>
            <p:nvPr/>
          </p:nvSpPr>
          <p:spPr>
            <a:xfrm>
              <a:off x="7559750" y="2500313"/>
              <a:ext cx="11900" cy="33175"/>
            </a:xfrm>
            <a:custGeom>
              <a:rect b="b" l="l" r="r" t="t"/>
              <a:pathLst>
                <a:path extrusionOk="0" h="1327" w="476">
                  <a:moveTo>
                    <a:pt x="248" y="0"/>
                  </a:moveTo>
                  <a:cubicBezTo>
                    <a:pt x="132" y="0"/>
                    <a:pt x="34" y="90"/>
                    <a:pt x="27" y="209"/>
                  </a:cubicBezTo>
                  <a:cubicBezTo>
                    <a:pt x="10" y="507"/>
                    <a:pt x="2" y="804"/>
                    <a:pt x="0" y="1105"/>
                  </a:cubicBezTo>
                  <a:cubicBezTo>
                    <a:pt x="0" y="1227"/>
                    <a:pt x="100" y="1326"/>
                    <a:pt x="222" y="1326"/>
                  </a:cubicBezTo>
                  <a:cubicBezTo>
                    <a:pt x="343" y="1326"/>
                    <a:pt x="443" y="1227"/>
                    <a:pt x="443" y="1106"/>
                  </a:cubicBezTo>
                  <a:cubicBezTo>
                    <a:pt x="446" y="816"/>
                    <a:pt x="454" y="524"/>
                    <a:pt x="468" y="233"/>
                  </a:cubicBezTo>
                  <a:cubicBezTo>
                    <a:pt x="475" y="109"/>
                    <a:pt x="382" y="6"/>
                    <a:pt x="258" y="0"/>
                  </a:cubicBezTo>
                  <a:cubicBezTo>
                    <a:pt x="255" y="0"/>
                    <a:pt x="251" y="0"/>
                    <a:pt x="24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9"/>
            <p:cNvSpPr/>
            <p:nvPr/>
          </p:nvSpPr>
          <p:spPr>
            <a:xfrm>
              <a:off x="7592350" y="2695013"/>
              <a:ext cx="21475" cy="31375"/>
            </a:xfrm>
            <a:custGeom>
              <a:rect b="b" l="l" r="r" t="t"/>
              <a:pathLst>
                <a:path extrusionOk="0" h="1255" w="859">
                  <a:moveTo>
                    <a:pt x="252" y="0"/>
                  </a:moveTo>
                  <a:cubicBezTo>
                    <a:pt x="224" y="0"/>
                    <a:pt x="195" y="6"/>
                    <a:pt x="167" y="18"/>
                  </a:cubicBezTo>
                  <a:cubicBezTo>
                    <a:pt x="53" y="63"/>
                    <a:pt x="1" y="192"/>
                    <a:pt x="46" y="305"/>
                  </a:cubicBezTo>
                  <a:cubicBezTo>
                    <a:pt x="160" y="582"/>
                    <a:pt x="280" y="856"/>
                    <a:pt x="407" y="1126"/>
                  </a:cubicBezTo>
                  <a:cubicBezTo>
                    <a:pt x="443" y="1206"/>
                    <a:pt x="524" y="1254"/>
                    <a:pt x="606" y="1254"/>
                  </a:cubicBezTo>
                  <a:cubicBezTo>
                    <a:pt x="639" y="1254"/>
                    <a:pt x="670" y="1247"/>
                    <a:pt x="700" y="1233"/>
                  </a:cubicBezTo>
                  <a:cubicBezTo>
                    <a:pt x="811" y="1182"/>
                    <a:pt x="859" y="1048"/>
                    <a:pt x="806" y="939"/>
                  </a:cubicBezTo>
                  <a:cubicBezTo>
                    <a:pt x="684" y="674"/>
                    <a:pt x="568" y="407"/>
                    <a:pt x="456" y="138"/>
                  </a:cubicBezTo>
                  <a:cubicBezTo>
                    <a:pt x="421" y="53"/>
                    <a:pt x="339" y="0"/>
                    <a:pt x="25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9"/>
            <p:cNvSpPr/>
            <p:nvPr/>
          </p:nvSpPr>
          <p:spPr>
            <a:xfrm>
              <a:off x="7564575" y="2434488"/>
              <a:ext cx="15875" cy="32875"/>
            </a:xfrm>
            <a:custGeom>
              <a:rect b="b" l="l" r="r" t="t"/>
              <a:pathLst>
                <a:path extrusionOk="0" h="1315" w="635">
                  <a:moveTo>
                    <a:pt x="396" y="0"/>
                  </a:moveTo>
                  <a:cubicBezTo>
                    <a:pt x="293" y="0"/>
                    <a:pt x="197" y="70"/>
                    <a:pt x="177" y="176"/>
                  </a:cubicBezTo>
                  <a:cubicBezTo>
                    <a:pt x="116" y="468"/>
                    <a:pt x="64" y="763"/>
                    <a:pt x="17" y="1056"/>
                  </a:cubicBezTo>
                  <a:cubicBezTo>
                    <a:pt x="0" y="1181"/>
                    <a:pt x="84" y="1295"/>
                    <a:pt x="204" y="1313"/>
                  </a:cubicBezTo>
                  <a:cubicBezTo>
                    <a:pt x="214" y="1314"/>
                    <a:pt x="227" y="1314"/>
                    <a:pt x="237" y="1314"/>
                  </a:cubicBezTo>
                  <a:cubicBezTo>
                    <a:pt x="343" y="1314"/>
                    <a:pt x="440" y="1236"/>
                    <a:pt x="455" y="1126"/>
                  </a:cubicBezTo>
                  <a:cubicBezTo>
                    <a:pt x="499" y="839"/>
                    <a:pt x="552" y="551"/>
                    <a:pt x="610" y="266"/>
                  </a:cubicBezTo>
                  <a:cubicBezTo>
                    <a:pt x="634" y="147"/>
                    <a:pt x="559" y="31"/>
                    <a:pt x="438" y="4"/>
                  </a:cubicBezTo>
                  <a:cubicBezTo>
                    <a:pt x="424" y="1"/>
                    <a:pt x="410" y="0"/>
                    <a:pt x="39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9"/>
            <p:cNvSpPr/>
            <p:nvPr/>
          </p:nvSpPr>
          <p:spPr>
            <a:xfrm>
              <a:off x="7572125" y="2631938"/>
              <a:ext cx="18125" cy="32425"/>
            </a:xfrm>
            <a:custGeom>
              <a:rect b="b" l="l" r="r" t="t"/>
              <a:pathLst>
                <a:path extrusionOk="0" h="1297" w="725">
                  <a:moveTo>
                    <a:pt x="243" y="0"/>
                  </a:moveTo>
                  <a:cubicBezTo>
                    <a:pt x="225" y="0"/>
                    <a:pt x="208" y="2"/>
                    <a:pt x="190" y="6"/>
                  </a:cubicBezTo>
                  <a:cubicBezTo>
                    <a:pt x="73" y="35"/>
                    <a:pt x="0" y="155"/>
                    <a:pt x="30" y="274"/>
                  </a:cubicBezTo>
                  <a:cubicBezTo>
                    <a:pt x="101" y="565"/>
                    <a:pt x="179" y="853"/>
                    <a:pt x="264" y="1139"/>
                  </a:cubicBezTo>
                  <a:cubicBezTo>
                    <a:pt x="292" y="1236"/>
                    <a:pt x="380" y="1297"/>
                    <a:pt x="477" y="1297"/>
                  </a:cubicBezTo>
                  <a:cubicBezTo>
                    <a:pt x="498" y="1297"/>
                    <a:pt x="519" y="1294"/>
                    <a:pt x="541" y="1288"/>
                  </a:cubicBezTo>
                  <a:cubicBezTo>
                    <a:pt x="657" y="1253"/>
                    <a:pt x="725" y="1131"/>
                    <a:pt x="689" y="1013"/>
                  </a:cubicBezTo>
                  <a:cubicBezTo>
                    <a:pt x="604" y="734"/>
                    <a:pt x="528" y="453"/>
                    <a:pt x="458" y="169"/>
                  </a:cubicBezTo>
                  <a:cubicBezTo>
                    <a:pt x="434" y="69"/>
                    <a:pt x="344" y="0"/>
                    <a:pt x="24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9"/>
            <p:cNvSpPr/>
            <p:nvPr/>
          </p:nvSpPr>
          <p:spPr>
            <a:xfrm>
              <a:off x="7561475" y="2566563"/>
              <a:ext cx="14275" cy="33025"/>
            </a:xfrm>
            <a:custGeom>
              <a:rect b="b" l="l" r="r" t="t"/>
              <a:pathLst>
                <a:path extrusionOk="0" h="1321" w="571">
                  <a:moveTo>
                    <a:pt x="235" y="1"/>
                  </a:moveTo>
                  <a:cubicBezTo>
                    <a:pt x="227" y="1"/>
                    <a:pt x="219" y="1"/>
                    <a:pt x="211" y="2"/>
                  </a:cubicBezTo>
                  <a:cubicBezTo>
                    <a:pt x="89" y="12"/>
                    <a:pt x="1" y="121"/>
                    <a:pt x="11" y="243"/>
                  </a:cubicBezTo>
                  <a:cubicBezTo>
                    <a:pt x="39" y="541"/>
                    <a:pt x="75" y="837"/>
                    <a:pt x="116" y="1131"/>
                  </a:cubicBezTo>
                  <a:cubicBezTo>
                    <a:pt x="131" y="1242"/>
                    <a:pt x="225" y="1321"/>
                    <a:pt x="334" y="1321"/>
                  </a:cubicBezTo>
                  <a:cubicBezTo>
                    <a:pt x="344" y="1321"/>
                    <a:pt x="355" y="1321"/>
                    <a:pt x="365" y="1320"/>
                  </a:cubicBezTo>
                  <a:cubicBezTo>
                    <a:pt x="487" y="1303"/>
                    <a:pt x="571" y="1192"/>
                    <a:pt x="555" y="1069"/>
                  </a:cubicBezTo>
                  <a:cubicBezTo>
                    <a:pt x="514" y="781"/>
                    <a:pt x="480" y="491"/>
                    <a:pt x="452" y="201"/>
                  </a:cubicBezTo>
                  <a:cubicBezTo>
                    <a:pt x="441" y="88"/>
                    <a:pt x="344" y="1"/>
                    <a:pt x="235"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9"/>
            <p:cNvSpPr/>
            <p:nvPr/>
          </p:nvSpPr>
          <p:spPr>
            <a:xfrm>
              <a:off x="7622100" y="2754238"/>
              <a:ext cx="24600" cy="29600"/>
            </a:xfrm>
            <a:custGeom>
              <a:rect b="b" l="l" r="r" t="t"/>
              <a:pathLst>
                <a:path extrusionOk="0" h="1184" w="984">
                  <a:moveTo>
                    <a:pt x="253" y="0"/>
                  </a:moveTo>
                  <a:cubicBezTo>
                    <a:pt x="214" y="0"/>
                    <a:pt x="174" y="10"/>
                    <a:pt x="138" y="32"/>
                  </a:cubicBezTo>
                  <a:cubicBezTo>
                    <a:pt x="33" y="96"/>
                    <a:pt x="1" y="231"/>
                    <a:pt x="63" y="336"/>
                  </a:cubicBezTo>
                  <a:cubicBezTo>
                    <a:pt x="219" y="591"/>
                    <a:pt x="381" y="842"/>
                    <a:pt x="550" y="1089"/>
                  </a:cubicBezTo>
                  <a:cubicBezTo>
                    <a:pt x="592" y="1151"/>
                    <a:pt x="662" y="1184"/>
                    <a:pt x="732" y="1184"/>
                  </a:cubicBezTo>
                  <a:cubicBezTo>
                    <a:pt x="775" y="1184"/>
                    <a:pt x="819" y="1172"/>
                    <a:pt x="856" y="1146"/>
                  </a:cubicBezTo>
                  <a:cubicBezTo>
                    <a:pt x="957" y="1076"/>
                    <a:pt x="983" y="940"/>
                    <a:pt x="914" y="839"/>
                  </a:cubicBezTo>
                  <a:cubicBezTo>
                    <a:pt x="752" y="600"/>
                    <a:pt x="594" y="354"/>
                    <a:pt x="443" y="106"/>
                  </a:cubicBezTo>
                  <a:cubicBezTo>
                    <a:pt x="401" y="38"/>
                    <a:pt x="328" y="0"/>
                    <a:pt x="25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9"/>
            <p:cNvSpPr/>
            <p:nvPr/>
          </p:nvSpPr>
          <p:spPr>
            <a:xfrm>
              <a:off x="7786650" y="2132588"/>
              <a:ext cx="32175" cy="21275"/>
            </a:xfrm>
            <a:custGeom>
              <a:rect b="b" l="l" r="r" t="t"/>
              <a:pathLst>
                <a:path extrusionOk="0" h="851" w="1287">
                  <a:moveTo>
                    <a:pt x="1038" y="0"/>
                  </a:moveTo>
                  <a:cubicBezTo>
                    <a:pt x="1005" y="0"/>
                    <a:pt x="971" y="8"/>
                    <a:pt x="939" y="23"/>
                  </a:cubicBezTo>
                  <a:cubicBezTo>
                    <a:pt x="672" y="154"/>
                    <a:pt x="407" y="291"/>
                    <a:pt x="145" y="436"/>
                  </a:cubicBezTo>
                  <a:cubicBezTo>
                    <a:pt x="38" y="494"/>
                    <a:pt x="0" y="629"/>
                    <a:pt x="58" y="737"/>
                  </a:cubicBezTo>
                  <a:cubicBezTo>
                    <a:pt x="99" y="810"/>
                    <a:pt x="173" y="850"/>
                    <a:pt x="251" y="850"/>
                  </a:cubicBezTo>
                  <a:cubicBezTo>
                    <a:pt x="287" y="850"/>
                    <a:pt x="325" y="842"/>
                    <a:pt x="358" y="822"/>
                  </a:cubicBezTo>
                  <a:cubicBezTo>
                    <a:pt x="613" y="680"/>
                    <a:pt x="872" y="545"/>
                    <a:pt x="1133" y="418"/>
                  </a:cubicBezTo>
                  <a:cubicBezTo>
                    <a:pt x="1242" y="365"/>
                    <a:pt x="1286" y="232"/>
                    <a:pt x="1234" y="123"/>
                  </a:cubicBezTo>
                  <a:cubicBezTo>
                    <a:pt x="1198" y="45"/>
                    <a:pt x="1120" y="0"/>
                    <a:pt x="103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9"/>
            <p:cNvSpPr/>
            <p:nvPr/>
          </p:nvSpPr>
          <p:spPr>
            <a:xfrm>
              <a:off x="7846975" y="2108038"/>
              <a:ext cx="33425" cy="18225"/>
            </a:xfrm>
            <a:custGeom>
              <a:rect b="b" l="l" r="r" t="t"/>
              <a:pathLst>
                <a:path extrusionOk="0" h="729" w="1337">
                  <a:moveTo>
                    <a:pt x="1086" y="0"/>
                  </a:moveTo>
                  <a:cubicBezTo>
                    <a:pt x="1065" y="0"/>
                    <a:pt x="1043" y="3"/>
                    <a:pt x="1022" y="10"/>
                  </a:cubicBezTo>
                  <a:cubicBezTo>
                    <a:pt x="737" y="99"/>
                    <a:pt x="455" y="194"/>
                    <a:pt x="175" y="299"/>
                  </a:cubicBezTo>
                  <a:cubicBezTo>
                    <a:pt x="60" y="342"/>
                    <a:pt x="1" y="469"/>
                    <a:pt x="43" y="583"/>
                  </a:cubicBezTo>
                  <a:cubicBezTo>
                    <a:pt x="77" y="672"/>
                    <a:pt x="161" y="729"/>
                    <a:pt x="252" y="729"/>
                  </a:cubicBezTo>
                  <a:cubicBezTo>
                    <a:pt x="276" y="729"/>
                    <a:pt x="303" y="725"/>
                    <a:pt x="327" y="715"/>
                  </a:cubicBezTo>
                  <a:cubicBezTo>
                    <a:pt x="601" y="613"/>
                    <a:pt x="876" y="519"/>
                    <a:pt x="1154" y="432"/>
                  </a:cubicBezTo>
                  <a:cubicBezTo>
                    <a:pt x="1270" y="397"/>
                    <a:pt x="1337" y="272"/>
                    <a:pt x="1298" y="156"/>
                  </a:cubicBezTo>
                  <a:cubicBezTo>
                    <a:pt x="1269" y="62"/>
                    <a:pt x="1182" y="0"/>
                    <a:pt x="108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9"/>
            <p:cNvSpPr/>
            <p:nvPr/>
          </p:nvSpPr>
          <p:spPr>
            <a:xfrm>
              <a:off x="7681775" y="2207588"/>
              <a:ext cx="28000" cy="26500"/>
            </a:xfrm>
            <a:custGeom>
              <a:rect b="b" l="l" r="r" t="t"/>
              <a:pathLst>
                <a:path extrusionOk="0" h="1060" w="1120">
                  <a:moveTo>
                    <a:pt x="876" y="0"/>
                  </a:moveTo>
                  <a:cubicBezTo>
                    <a:pt x="822" y="0"/>
                    <a:pt x="768" y="20"/>
                    <a:pt x="725" y="60"/>
                  </a:cubicBezTo>
                  <a:cubicBezTo>
                    <a:pt x="508" y="264"/>
                    <a:pt x="294" y="471"/>
                    <a:pt x="86" y="685"/>
                  </a:cubicBezTo>
                  <a:cubicBezTo>
                    <a:pt x="0" y="771"/>
                    <a:pt x="2" y="912"/>
                    <a:pt x="90" y="997"/>
                  </a:cubicBezTo>
                  <a:cubicBezTo>
                    <a:pt x="132" y="1039"/>
                    <a:pt x="189" y="1059"/>
                    <a:pt x="244" y="1059"/>
                  </a:cubicBezTo>
                  <a:cubicBezTo>
                    <a:pt x="301" y="1059"/>
                    <a:pt x="359" y="1037"/>
                    <a:pt x="402" y="991"/>
                  </a:cubicBezTo>
                  <a:cubicBezTo>
                    <a:pt x="606" y="783"/>
                    <a:pt x="813" y="579"/>
                    <a:pt x="1026" y="381"/>
                  </a:cubicBezTo>
                  <a:cubicBezTo>
                    <a:pt x="1114" y="299"/>
                    <a:pt x="1119" y="159"/>
                    <a:pt x="1036" y="69"/>
                  </a:cubicBezTo>
                  <a:cubicBezTo>
                    <a:pt x="993" y="24"/>
                    <a:pt x="935" y="0"/>
                    <a:pt x="87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9"/>
            <p:cNvSpPr/>
            <p:nvPr/>
          </p:nvSpPr>
          <p:spPr>
            <a:xfrm>
              <a:off x="7638975" y="2256188"/>
              <a:ext cx="25850" cy="28675"/>
            </a:xfrm>
            <a:custGeom>
              <a:rect b="b" l="l" r="r" t="t"/>
              <a:pathLst>
                <a:path extrusionOk="0" h="1147" w="1034">
                  <a:moveTo>
                    <a:pt x="785" y="0"/>
                  </a:moveTo>
                  <a:cubicBezTo>
                    <a:pt x="720" y="0"/>
                    <a:pt x="656" y="28"/>
                    <a:pt x="612" y="82"/>
                  </a:cubicBezTo>
                  <a:cubicBezTo>
                    <a:pt x="426" y="316"/>
                    <a:pt x="245" y="555"/>
                    <a:pt x="72" y="796"/>
                  </a:cubicBezTo>
                  <a:cubicBezTo>
                    <a:pt x="1" y="895"/>
                    <a:pt x="22" y="1033"/>
                    <a:pt x="121" y="1104"/>
                  </a:cubicBezTo>
                  <a:cubicBezTo>
                    <a:pt x="160" y="1132"/>
                    <a:pt x="206" y="1146"/>
                    <a:pt x="250" y="1146"/>
                  </a:cubicBezTo>
                  <a:cubicBezTo>
                    <a:pt x="320" y="1146"/>
                    <a:pt x="386" y="1115"/>
                    <a:pt x="429" y="1054"/>
                  </a:cubicBezTo>
                  <a:cubicBezTo>
                    <a:pt x="599" y="818"/>
                    <a:pt x="776" y="586"/>
                    <a:pt x="958" y="358"/>
                  </a:cubicBezTo>
                  <a:cubicBezTo>
                    <a:pt x="1033" y="263"/>
                    <a:pt x="1018" y="124"/>
                    <a:pt x="923" y="47"/>
                  </a:cubicBezTo>
                  <a:cubicBezTo>
                    <a:pt x="881" y="16"/>
                    <a:pt x="833" y="0"/>
                    <a:pt x="785"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9"/>
            <p:cNvSpPr/>
            <p:nvPr/>
          </p:nvSpPr>
          <p:spPr>
            <a:xfrm>
              <a:off x="7731225" y="2166063"/>
              <a:ext cx="30475" cy="24100"/>
            </a:xfrm>
            <a:custGeom>
              <a:rect b="b" l="l" r="r" t="t"/>
              <a:pathLst>
                <a:path extrusionOk="0" h="964" w="1219">
                  <a:moveTo>
                    <a:pt x="966" y="1"/>
                  </a:moveTo>
                  <a:cubicBezTo>
                    <a:pt x="923" y="1"/>
                    <a:pt x="880" y="14"/>
                    <a:pt x="842" y="40"/>
                  </a:cubicBezTo>
                  <a:cubicBezTo>
                    <a:pt x="596" y="210"/>
                    <a:pt x="354" y="383"/>
                    <a:pt x="117" y="566"/>
                  </a:cubicBezTo>
                  <a:cubicBezTo>
                    <a:pt x="19" y="640"/>
                    <a:pt x="1" y="779"/>
                    <a:pt x="76" y="877"/>
                  </a:cubicBezTo>
                  <a:cubicBezTo>
                    <a:pt x="120" y="934"/>
                    <a:pt x="185" y="963"/>
                    <a:pt x="252" y="963"/>
                  </a:cubicBezTo>
                  <a:cubicBezTo>
                    <a:pt x="298" y="963"/>
                    <a:pt x="345" y="949"/>
                    <a:pt x="386" y="918"/>
                  </a:cubicBezTo>
                  <a:cubicBezTo>
                    <a:pt x="618" y="741"/>
                    <a:pt x="854" y="570"/>
                    <a:pt x="1093" y="403"/>
                  </a:cubicBezTo>
                  <a:cubicBezTo>
                    <a:pt x="1195" y="334"/>
                    <a:pt x="1219" y="196"/>
                    <a:pt x="1149" y="95"/>
                  </a:cubicBezTo>
                  <a:cubicBezTo>
                    <a:pt x="1106" y="34"/>
                    <a:pt x="1036" y="1"/>
                    <a:pt x="966"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9"/>
            <p:cNvSpPr/>
            <p:nvPr/>
          </p:nvSpPr>
          <p:spPr>
            <a:xfrm>
              <a:off x="8020125" y="1998763"/>
              <a:ext cx="20450" cy="31725"/>
            </a:xfrm>
            <a:custGeom>
              <a:rect b="b" l="l" r="r" t="t"/>
              <a:pathLst>
                <a:path extrusionOk="0" h="1269" w="818">
                  <a:moveTo>
                    <a:pt x="567" y="1"/>
                  </a:moveTo>
                  <a:cubicBezTo>
                    <a:pt x="481" y="1"/>
                    <a:pt x="397" y="52"/>
                    <a:pt x="361" y="138"/>
                  </a:cubicBezTo>
                  <a:cubicBezTo>
                    <a:pt x="248" y="414"/>
                    <a:pt x="141" y="692"/>
                    <a:pt x="42" y="975"/>
                  </a:cubicBezTo>
                  <a:cubicBezTo>
                    <a:pt x="1" y="1089"/>
                    <a:pt x="62" y="1216"/>
                    <a:pt x="177" y="1257"/>
                  </a:cubicBezTo>
                  <a:cubicBezTo>
                    <a:pt x="201" y="1265"/>
                    <a:pt x="226" y="1268"/>
                    <a:pt x="249" y="1268"/>
                  </a:cubicBezTo>
                  <a:cubicBezTo>
                    <a:pt x="340" y="1268"/>
                    <a:pt x="426" y="1211"/>
                    <a:pt x="459" y="1121"/>
                  </a:cubicBezTo>
                  <a:cubicBezTo>
                    <a:pt x="555" y="847"/>
                    <a:pt x="659" y="575"/>
                    <a:pt x="771" y="305"/>
                  </a:cubicBezTo>
                  <a:cubicBezTo>
                    <a:pt x="818" y="193"/>
                    <a:pt x="764" y="63"/>
                    <a:pt x="650" y="17"/>
                  </a:cubicBezTo>
                  <a:cubicBezTo>
                    <a:pt x="623" y="6"/>
                    <a:pt x="595" y="1"/>
                    <a:pt x="56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9"/>
            <p:cNvSpPr/>
            <p:nvPr/>
          </p:nvSpPr>
          <p:spPr>
            <a:xfrm>
              <a:off x="8016975" y="2257788"/>
              <a:ext cx="21475" cy="31250"/>
            </a:xfrm>
            <a:custGeom>
              <a:rect b="b" l="l" r="r" t="t"/>
              <a:pathLst>
                <a:path extrusionOk="0" h="1250" w="859">
                  <a:moveTo>
                    <a:pt x="249" y="0"/>
                  </a:moveTo>
                  <a:cubicBezTo>
                    <a:pt x="224" y="0"/>
                    <a:pt x="199" y="5"/>
                    <a:pt x="174" y="14"/>
                  </a:cubicBezTo>
                  <a:cubicBezTo>
                    <a:pt x="57" y="57"/>
                    <a:pt x="1" y="184"/>
                    <a:pt x="42" y="298"/>
                  </a:cubicBezTo>
                  <a:lnTo>
                    <a:pt x="103" y="455"/>
                  </a:lnTo>
                  <a:cubicBezTo>
                    <a:pt x="191" y="684"/>
                    <a:pt x="297" y="910"/>
                    <a:pt x="412" y="1132"/>
                  </a:cubicBezTo>
                  <a:cubicBezTo>
                    <a:pt x="452" y="1207"/>
                    <a:pt x="530" y="1249"/>
                    <a:pt x="608" y="1249"/>
                  </a:cubicBezTo>
                  <a:cubicBezTo>
                    <a:pt x="643" y="1249"/>
                    <a:pt x="678" y="1241"/>
                    <a:pt x="710" y="1224"/>
                  </a:cubicBezTo>
                  <a:cubicBezTo>
                    <a:pt x="819" y="1167"/>
                    <a:pt x="859" y="1032"/>
                    <a:pt x="802" y="925"/>
                  </a:cubicBezTo>
                  <a:cubicBezTo>
                    <a:pt x="694" y="719"/>
                    <a:pt x="596" y="506"/>
                    <a:pt x="514" y="295"/>
                  </a:cubicBezTo>
                  <a:lnTo>
                    <a:pt x="457" y="145"/>
                  </a:lnTo>
                  <a:cubicBezTo>
                    <a:pt x="424" y="56"/>
                    <a:pt x="339" y="0"/>
                    <a:pt x="249"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9"/>
            <p:cNvSpPr/>
            <p:nvPr/>
          </p:nvSpPr>
          <p:spPr>
            <a:xfrm>
              <a:off x="8001000" y="2193563"/>
              <a:ext cx="15800" cy="32900"/>
            </a:xfrm>
            <a:custGeom>
              <a:rect b="b" l="l" r="r" t="t"/>
              <a:pathLst>
                <a:path extrusionOk="0" h="1316" w="632">
                  <a:moveTo>
                    <a:pt x="240" y="1"/>
                  </a:moveTo>
                  <a:cubicBezTo>
                    <a:pt x="229" y="1"/>
                    <a:pt x="217" y="2"/>
                    <a:pt x="206" y="4"/>
                  </a:cubicBezTo>
                  <a:cubicBezTo>
                    <a:pt x="85" y="21"/>
                    <a:pt x="0" y="133"/>
                    <a:pt x="18" y="253"/>
                  </a:cubicBezTo>
                  <a:cubicBezTo>
                    <a:pt x="58" y="550"/>
                    <a:pt x="112" y="847"/>
                    <a:pt x="173" y="1140"/>
                  </a:cubicBezTo>
                  <a:cubicBezTo>
                    <a:pt x="197" y="1245"/>
                    <a:pt x="287" y="1315"/>
                    <a:pt x="390" y="1315"/>
                  </a:cubicBezTo>
                  <a:cubicBezTo>
                    <a:pt x="406" y="1315"/>
                    <a:pt x="421" y="1314"/>
                    <a:pt x="437" y="1310"/>
                  </a:cubicBezTo>
                  <a:cubicBezTo>
                    <a:pt x="556" y="1284"/>
                    <a:pt x="631" y="1167"/>
                    <a:pt x="607" y="1047"/>
                  </a:cubicBezTo>
                  <a:cubicBezTo>
                    <a:pt x="546" y="765"/>
                    <a:pt x="496" y="479"/>
                    <a:pt x="455" y="191"/>
                  </a:cubicBezTo>
                  <a:cubicBezTo>
                    <a:pt x="440" y="82"/>
                    <a:pt x="346" y="1"/>
                    <a:pt x="2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9"/>
            <p:cNvSpPr/>
            <p:nvPr/>
          </p:nvSpPr>
          <p:spPr>
            <a:xfrm>
              <a:off x="7977350" y="2061813"/>
              <a:ext cx="42675" cy="40025"/>
            </a:xfrm>
            <a:custGeom>
              <a:rect b="b" l="l" r="r" t="t"/>
              <a:pathLst>
                <a:path extrusionOk="0" h="1601" w="1707">
                  <a:moveTo>
                    <a:pt x="1463" y="1"/>
                  </a:moveTo>
                  <a:cubicBezTo>
                    <a:pt x="1362" y="1"/>
                    <a:pt x="1272" y="70"/>
                    <a:pt x="1248" y="171"/>
                  </a:cubicBezTo>
                  <a:cubicBezTo>
                    <a:pt x="1179" y="465"/>
                    <a:pt x="1118" y="757"/>
                    <a:pt x="1067" y="1051"/>
                  </a:cubicBezTo>
                  <a:cubicBezTo>
                    <a:pt x="1060" y="1089"/>
                    <a:pt x="1062" y="1124"/>
                    <a:pt x="1074" y="1156"/>
                  </a:cubicBezTo>
                  <a:cubicBezTo>
                    <a:pt x="828" y="1141"/>
                    <a:pt x="584" y="1134"/>
                    <a:pt x="339" y="1134"/>
                  </a:cubicBezTo>
                  <a:lnTo>
                    <a:pt x="220" y="1134"/>
                  </a:lnTo>
                  <a:cubicBezTo>
                    <a:pt x="97" y="1136"/>
                    <a:pt x="0" y="1235"/>
                    <a:pt x="2" y="1358"/>
                  </a:cubicBezTo>
                  <a:cubicBezTo>
                    <a:pt x="3" y="1479"/>
                    <a:pt x="102" y="1575"/>
                    <a:pt x="223" y="1575"/>
                  </a:cubicBezTo>
                  <a:lnTo>
                    <a:pt x="338" y="1575"/>
                  </a:lnTo>
                  <a:cubicBezTo>
                    <a:pt x="590" y="1575"/>
                    <a:pt x="841" y="1582"/>
                    <a:pt x="1094" y="1601"/>
                  </a:cubicBezTo>
                  <a:lnTo>
                    <a:pt x="1108" y="1601"/>
                  </a:lnTo>
                  <a:cubicBezTo>
                    <a:pt x="1223" y="1601"/>
                    <a:pt x="1320" y="1510"/>
                    <a:pt x="1328" y="1394"/>
                  </a:cubicBezTo>
                  <a:cubicBezTo>
                    <a:pt x="1329" y="1363"/>
                    <a:pt x="1325" y="1334"/>
                    <a:pt x="1316" y="1309"/>
                  </a:cubicBezTo>
                  <a:cubicBezTo>
                    <a:pt x="1408" y="1294"/>
                    <a:pt x="1485" y="1225"/>
                    <a:pt x="1502" y="1127"/>
                  </a:cubicBezTo>
                  <a:cubicBezTo>
                    <a:pt x="1554" y="842"/>
                    <a:pt x="1613" y="557"/>
                    <a:pt x="1678" y="273"/>
                  </a:cubicBezTo>
                  <a:cubicBezTo>
                    <a:pt x="1706" y="154"/>
                    <a:pt x="1632" y="35"/>
                    <a:pt x="1513" y="7"/>
                  </a:cubicBezTo>
                  <a:cubicBezTo>
                    <a:pt x="1496" y="3"/>
                    <a:pt x="1479" y="1"/>
                    <a:pt x="146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9"/>
            <p:cNvSpPr/>
            <p:nvPr/>
          </p:nvSpPr>
          <p:spPr>
            <a:xfrm>
              <a:off x="7911400" y="2093488"/>
              <a:ext cx="33350" cy="14600"/>
            </a:xfrm>
            <a:custGeom>
              <a:rect b="b" l="l" r="r" t="t"/>
              <a:pathLst>
                <a:path extrusionOk="0" h="584" w="1334">
                  <a:moveTo>
                    <a:pt x="1096" y="0"/>
                  </a:moveTo>
                  <a:cubicBezTo>
                    <a:pt x="1086" y="0"/>
                    <a:pt x="1077" y="1"/>
                    <a:pt x="1067" y="2"/>
                  </a:cubicBezTo>
                  <a:cubicBezTo>
                    <a:pt x="780" y="40"/>
                    <a:pt x="494" y="88"/>
                    <a:pt x="210" y="145"/>
                  </a:cubicBezTo>
                  <a:lnTo>
                    <a:pt x="225" y="366"/>
                  </a:lnTo>
                  <a:lnTo>
                    <a:pt x="182" y="151"/>
                  </a:lnTo>
                  <a:cubicBezTo>
                    <a:pt x="61" y="174"/>
                    <a:pt x="0" y="287"/>
                    <a:pt x="23" y="408"/>
                  </a:cubicBezTo>
                  <a:cubicBezTo>
                    <a:pt x="43" y="512"/>
                    <a:pt x="147" y="583"/>
                    <a:pt x="253" y="583"/>
                  </a:cubicBezTo>
                  <a:cubicBezTo>
                    <a:pt x="270" y="583"/>
                    <a:pt x="284" y="582"/>
                    <a:pt x="298" y="581"/>
                  </a:cubicBezTo>
                  <a:cubicBezTo>
                    <a:pt x="572" y="527"/>
                    <a:pt x="849" y="478"/>
                    <a:pt x="1128" y="442"/>
                  </a:cubicBezTo>
                  <a:cubicBezTo>
                    <a:pt x="1248" y="426"/>
                    <a:pt x="1334" y="314"/>
                    <a:pt x="1316" y="192"/>
                  </a:cubicBezTo>
                  <a:cubicBezTo>
                    <a:pt x="1301" y="80"/>
                    <a:pt x="1204" y="0"/>
                    <a:pt x="109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9"/>
            <p:cNvSpPr/>
            <p:nvPr/>
          </p:nvSpPr>
          <p:spPr>
            <a:xfrm>
              <a:off x="7998200" y="2127413"/>
              <a:ext cx="11825" cy="33150"/>
            </a:xfrm>
            <a:custGeom>
              <a:rect b="b" l="l" r="r" t="t"/>
              <a:pathLst>
                <a:path extrusionOk="0" h="1326" w="473">
                  <a:moveTo>
                    <a:pt x="257" y="1"/>
                  </a:moveTo>
                  <a:cubicBezTo>
                    <a:pt x="129" y="1"/>
                    <a:pt x="30" y="89"/>
                    <a:pt x="23" y="209"/>
                  </a:cubicBezTo>
                  <a:cubicBezTo>
                    <a:pt x="7" y="480"/>
                    <a:pt x="0" y="751"/>
                    <a:pt x="0" y="1025"/>
                  </a:cubicBezTo>
                  <a:lnTo>
                    <a:pt x="0" y="1104"/>
                  </a:lnTo>
                  <a:cubicBezTo>
                    <a:pt x="0" y="1226"/>
                    <a:pt x="99" y="1325"/>
                    <a:pt x="221" y="1325"/>
                  </a:cubicBezTo>
                  <a:cubicBezTo>
                    <a:pt x="222" y="1325"/>
                    <a:pt x="223" y="1325"/>
                    <a:pt x="224" y="1325"/>
                  </a:cubicBezTo>
                  <a:cubicBezTo>
                    <a:pt x="346" y="1325"/>
                    <a:pt x="442" y="1226"/>
                    <a:pt x="442" y="1105"/>
                  </a:cubicBezTo>
                  <a:lnTo>
                    <a:pt x="442" y="1022"/>
                  </a:lnTo>
                  <a:cubicBezTo>
                    <a:pt x="442" y="759"/>
                    <a:pt x="450" y="497"/>
                    <a:pt x="465" y="235"/>
                  </a:cubicBezTo>
                  <a:cubicBezTo>
                    <a:pt x="472" y="113"/>
                    <a:pt x="379" y="8"/>
                    <a:pt x="25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5" name="Google Shape;2955;p49"/>
          <p:cNvGrpSpPr/>
          <p:nvPr/>
        </p:nvGrpSpPr>
        <p:grpSpPr>
          <a:xfrm>
            <a:off x="469863" y="3691475"/>
            <a:ext cx="373125" cy="345125"/>
            <a:chOff x="469863" y="3691475"/>
            <a:chExt cx="373125" cy="345125"/>
          </a:xfrm>
        </p:grpSpPr>
        <p:sp>
          <p:nvSpPr>
            <p:cNvPr id="2956" name="Google Shape;2956;p49"/>
            <p:cNvSpPr/>
            <p:nvPr/>
          </p:nvSpPr>
          <p:spPr>
            <a:xfrm>
              <a:off x="469863" y="3695875"/>
              <a:ext cx="348950" cy="339000"/>
            </a:xfrm>
            <a:custGeom>
              <a:rect b="b" l="l" r="r" t="t"/>
              <a:pathLst>
                <a:path extrusionOk="0" h="13560" w="13958">
                  <a:moveTo>
                    <a:pt x="6643" y="0"/>
                  </a:moveTo>
                  <a:lnTo>
                    <a:pt x="4775" y="4514"/>
                  </a:lnTo>
                  <a:lnTo>
                    <a:pt x="0" y="5533"/>
                  </a:lnTo>
                  <a:lnTo>
                    <a:pt x="3714" y="8705"/>
                  </a:lnTo>
                  <a:lnTo>
                    <a:pt x="3207" y="13560"/>
                  </a:lnTo>
                  <a:lnTo>
                    <a:pt x="3207" y="13560"/>
                  </a:lnTo>
                  <a:lnTo>
                    <a:pt x="7370" y="11008"/>
                  </a:lnTo>
                  <a:lnTo>
                    <a:pt x="11834" y="12991"/>
                  </a:lnTo>
                  <a:lnTo>
                    <a:pt x="10692" y="8242"/>
                  </a:lnTo>
                  <a:lnTo>
                    <a:pt x="13957" y="4611"/>
                  </a:lnTo>
                  <a:lnTo>
                    <a:pt x="9088" y="4228"/>
                  </a:lnTo>
                  <a:lnTo>
                    <a:pt x="664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9"/>
            <p:cNvSpPr/>
            <p:nvPr/>
          </p:nvSpPr>
          <p:spPr>
            <a:xfrm>
              <a:off x="487513" y="3691475"/>
              <a:ext cx="355475" cy="345125"/>
            </a:xfrm>
            <a:custGeom>
              <a:rect b="b" l="l" r="r" t="t"/>
              <a:pathLst>
                <a:path extrusionOk="0" h="13805" w="14219">
                  <a:moveTo>
                    <a:pt x="6786" y="398"/>
                  </a:moveTo>
                  <a:lnTo>
                    <a:pt x="9108" y="4411"/>
                  </a:lnTo>
                  <a:cubicBezTo>
                    <a:pt x="9128" y="4447"/>
                    <a:pt x="9165" y="4469"/>
                    <a:pt x="9203" y="4473"/>
                  </a:cubicBezTo>
                  <a:lnTo>
                    <a:pt x="13825" y="4834"/>
                  </a:lnTo>
                  <a:lnTo>
                    <a:pt x="10728" y="8282"/>
                  </a:lnTo>
                  <a:cubicBezTo>
                    <a:pt x="10699" y="8312"/>
                    <a:pt x="10689" y="8354"/>
                    <a:pt x="10699" y="8392"/>
                  </a:cubicBezTo>
                  <a:lnTo>
                    <a:pt x="11782" y="12900"/>
                  </a:lnTo>
                  <a:lnTo>
                    <a:pt x="7546" y="11018"/>
                  </a:lnTo>
                  <a:cubicBezTo>
                    <a:pt x="7530" y="11011"/>
                    <a:pt x="7513" y="11008"/>
                    <a:pt x="7496" y="11008"/>
                  </a:cubicBezTo>
                  <a:cubicBezTo>
                    <a:pt x="7474" y="11008"/>
                    <a:pt x="7453" y="11013"/>
                    <a:pt x="7434" y="11025"/>
                  </a:cubicBezTo>
                  <a:lnTo>
                    <a:pt x="3481" y="13449"/>
                  </a:lnTo>
                  <a:lnTo>
                    <a:pt x="3481" y="13449"/>
                  </a:lnTo>
                  <a:lnTo>
                    <a:pt x="3962" y="8838"/>
                  </a:lnTo>
                  <a:cubicBezTo>
                    <a:pt x="3965" y="8798"/>
                    <a:pt x="3949" y="8756"/>
                    <a:pt x="3919" y="8732"/>
                  </a:cubicBezTo>
                  <a:lnTo>
                    <a:pt x="393" y="5720"/>
                  </a:lnTo>
                  <a:lnTo>
                    <a:pt x="4924" y="4754"/>
                  </a:lnTo>
                  <a:cubicBezTo>
                    <a:pt x="4964" y="4746"/>
                    <a:pt x="4995" y="4719"/>
                    <a:pt x="5012" y="4681"/>
                  </a:cubicBezTo>
                  <a:lnTo>
                    <a:pt x="6786" y="398"/>
                  </a:lnTo>
                  <a:close/>
                  <a:moveTo>
                    <a:pt x="6777" y="0"/>
                  </a:moveTo>
                  <a:cubicBezTo>
                    <a:pt x="6773" y="0"/>
                    <a:pt x="6769" y="0"/>
                    <a:pt x="6766" y="1"/>
                  </a:cubicBezTo>
                  <a:cubicBezTo>
                    <a:pt x="6720" y="3"/>
                    <a:pt x="6678" y="32"/>
                    <a:pt x="6660" y="75"/>
                  </a:cubicBezTo>
                  <a:lnTo>
                    <a:pt x="4817" y="4527"/>
                  </a:lnTo>
                  <a:lnTo>
                    <a:pt x="104" y="5533"/>
                  </a:lnTo>
                  <a:cubicBezTo>
                    <a:pt x="59" y="5542"/>
                    <a:pt x="22" y="5577"/>
                    <a:pt x="12" y="5623"/>
                  </a:cubicBezTo>
                  <a:cubicBezTo>
                    <a:pt x="0" y="5669"/>
                    <a:pt x="14" y="5716"/>
                    <a:pt x="50" y="5746"/>
                  </a:cubicBezTo>
                  <a:lnTo>
                    <a:pt x="3715" y="8875"/>
                  </a:lnTo>
                  <a:lnTo>
                    <a:pt x="3215" y="13669"/>
                  </a:lnTo>
                  <a:cubicBezTo>
                    <a:pt x="3209" y="13714"/>
                    <a:pt x="3231" y="13760"/>
                    <a:pt x="3271" y="13784"/>
                  </a:cubicBezTo>
                  <a:cubicBezTo>
                    <a:pt x="3291" y="13797"/>
                    <a:pt x="3311" y="13804"/>
                    <a:pt x="3335" y="13804"/>
                  </a:cubicBezTo>
                  <a:cubicBezTo>
                    <a:pt x="3356" y="13804"/>
                    <a:pt x="3378" y="13797"/>
                    <a:pt x="3399" y="13784"/>
                  </a:cubicBezTo>
                  <a:lnTo>
                    <a:pt x="7507" y="11267"/>
                  </a:lnTo>
                  <a:lnTo>
                    <a:pt x="11914" y="13224"/>
                  </a:lnTo>
                  <a:cubicBezTo>
                    <a:pt x="11929" y="13231"/>
                    <a:pt x="11945" y="13234"/>
                    <a:pt x="11961" y="13234"/>
                  </a:cubicBezTo>
                  <a:cubicBezTo>
                    <a:pt x="11989" y="13234"/>
                    <a:pt x="12017" y="13225"/>
                    <a:pt x="12039" y="13206"/>
                  </a:cubicBezTo>
                  <a:cubicBezTo>
                    <a:pt x="12075" y="13177"/>
                    <a:pt x="12092" y="13129"/>
                    <a:pt x="12081" y="13084"/>
                  </a:cubicBezTo>
                  <a:lnTo>
                    <a:pt x="10956" y="8398"/>
                  </a:lnTo>
                  <a:lnTo>
                    <a:pt x="14178" y="4813"/>
                  </a:lnTo>
                  <a:cubicBezTo>
                    <a:pt x="14210" y="4780"/>
                    <a:pt x="14218" y="4730"/>
                    <a:pt x="14201" y="4687"/>
                  </a:cubicBezTo>
                  <a:cubicBezTo>
                    <a:pt x="14183" y="4644"/>
                    <a:pt x="14144" y="4613"/>
                    <a:pt x="14097" y="4610"/>
                  </a:cubicBezTo>
                  <a:lnTo>
                    <a:pt x="9293" y="4233"/>
                  </a:lnTo>
                  <a:lnTo>
                    <a:pt x="6880" y="61"/>
                  </a:lnTo>
                  <a:cubicBezTo>
                    <a:pt x="6859" y="25"/>
                    <a:pt x="6823" y="0"/>
                    <a:pt x="677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8" name="Google Shape;2958;p49"/>
          <p:cNvGrpSpPr/>
          <p:nvPr/>
        </p:nvGrpSpPr>
        <p:grpSpPr>
          <a:xfrm>
            <a:off x="8423988" y="918375"/>
            <a:ext cx="373125" cy="345125"/>
            <a:chOff x="8271588" y="765975"/>
            <a:chExt cx="373125" cy="345125"/>
          </a:xfrm>
        </p:grpSpPr>
        <p:sp>
          <p:nvSpPr>
            <p:cNvPr id="2959" name="Google Shape;2959;p49"/>
            <p:cNvSpPr/>
            <p:nvPr/>
          </p:nvSpPr>
          <p:spPr>
            <a:xfrm>
              <a:off x="8271588" y="770375"/>
              <a:ext cx="348950" cy="339000"/>
            </a:xfrm>
            <a:custGeom>
              <a:rect b="b" l="l" r="r" t="t"/>
              <a:pathLst>
                <a:path extrusionOk="0" h="13560" w="13958">
                  <a:moveTo>
                    <a:pt x="6643" y="0"/>
                  </a:moveTo>
                  <a:lnTo>
                    <a:pt x="4775" y="4514"/>
                  </a:lnTo>
                  <a:lnTo>
                    <a:pt x="0" y="5533"/>
                  </a:lnTo>
                  <a:lnTo>
                    <a:pt x="3714" y="8705"/>
                  </a:lnTo>
                  <a:lnTo>
                    <a:pt x="3207" y="13560"/>
                  </a:lnTo>
                  <a:lnTo>
                    <a:pt x="3207" y="13560"/>
                  </a:lnTo>
                  <a:lnTo>
                    <a:pt x="7370" y="11008"/>
                  </a:lnTo>
                  <a:lnTo>
                    <a:pt x="11834" y="12991"/>
                  </a:lnTo>
                  <a:lnTo>
                    <a:pt x="10692" y="8242"/>
                  </a:lnTo>
                  <a:lnTo>
                    <a:pt x="13957" y="4611"/>
                  </a:lnTo>
                  <a:lnTo>
                    <a:pt x="9088" y="4228"/>
                  </a:lnTo>
                  <a:lnTo>
                    <a:pt x="664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9"/>
            <p:cNvSpPr/>
            <p:nvPr/>
          </p:nvSpPr>
          <p:spPr>
            <a:xfrm>
              <a:off x="8289238" y="765975"/>
              <a:ext cx="355475" cy="345125"/>
            </a:xfrm>
            <a:custGeom>
              <a:rect b="b" l="l" r="r" t="t"/>
              <a:pathLst>
                <a:path extrusionOk="0" h="13805" w="14219">
                  <a:moveTo>
                    <a:pt x="6786" y="398"/>
                  </a:moveTo>
                  <a:lnTo>
                    <a:pt x="9108" y="4411"/>
                  </a:lnTo>
                  <a:cubicBezTo>
                    <a:pt x="9128" y="4447"/>
                    <a:pt x="9165" y="4469"/>
                    <a:pt x="9203" y="4473"/>
                  </a:cubicBezTo>
                  <a:lnTo>
                    <a:pt x="13825" y="4834"/>
                  </a:lnTo>
                  <a:lnTo>
                    <a:pt x="10728" y="8282"/>
                  </a:lnTo>
                  <a:cubicBezTo>
                    <a:pt x="10699" y="8312"/>
                    <a:pt x="10689" y="8354"/>
                    <a:pt x="10699" y="8392"/>
                  </a:cubicBezTo>
                  <a:lnTo>
                    <a:pt x="11782" y="12900"/>
                  </a:lnTo>
                  <a:lnTo>
                    <a:pt x="7546" y="11018"/>
                  </a:lnTo>
                  <a:cubicBezTo>
                    <a:pt x="7530" y="11011"/>
                    <a:pt x="7513" y="11008"/>
                    <a:pt x="7496" y="11008"/>
                  </a:cubicBezTo>
                  <a:cubicBezTo>
                    <a:pt x="7474" y="11008"/>
                    <a:pt x="7453" y="11013"/>
                    <a:pt x="7434" y="11025"/>
                  </a:cubicBezTo>
                  <a:lnTo>
                    <a:pt x="3481" y="13449"/>
                  </a:lnTo>
                  <a:lnTo>
                    <a:pt x="3481" y="13449"/>
                  </a:lnTo>
                  <a:lnTo>
                    <a:pt x="3962" y="8838"/>
                  </a:lnTo>
                  <a:cubicBezTo>
                    <a:pt x="3965" y="8798"/>
                    <a:pt x="3949" y="8756"/>
                    <a:pt x="3919" y="8732"/>
                  </a:cubicBezTo>
                  <a:lnTo>
                    <a:pt x="393" y="5720"/>
                  </a:lnTo>
                  <a:lnTo>
                    <a:pt x="4924" y="4754"/>
                  </a:lnTo>
                  <a:cubicBezTo>
                    <a:pt x="4964" y="4746"/>
                    <a:pt x="4995" y="4719"/>
                    <a:pt x="5012" y="4681"/>
                  </a:cubicBezTo>
                  <a:lnTo>
                    <a:pt x="6786" y="398"/>
                  </a:lnTo>
                  <a:close/>
                  <a:moveTo>
                    <a:pt x="6777" y="0"/>
                  </a:moveTo>
                  <a:cubicBezTo>
                    <a:pt x="6773" y="0"/>
                    <a:pt x="6769" y="0"/>
                    <a:pt x="6766" y="1"/>
                  </a:cubicBezTo>
                  <a:cubicBezTo>
                    <a:pt x="6720" y="3"/>
                    <a:pt x="6678" y="32"/>
                    <a:pt x="6660" y="75"/>
                  </a:cubicBezTo>
                  <a:lnTo>
                    <a:pt x="4817" y="4527"/>
                  </a:lnTo>
                  <a:lnTo>
                    <a:pt x="104" y="5533"/>
                  </a:lnTo>
                  <a:cubicBezTo>
                    <a:pt x="59" y="5542"/>
                    <a:pt x="22" y="5577"/>
                    <a:pt x="12" y="5623"/>
                  </a:cubicBezTo>
                  <a:cubicBezTo>
                    <a:pt x="0" y="5669"/>
                    <a:pt x="14" y="5716"/>
                    <a:pt x="50" y="5746"/>
                  </a:cubicBezTo>
                  <a:lnTo>
                    <a:pt x="3715" y="8875"/>
                  </a:lnTo>
                  <a:lnTo>
                    <a:pt x="3215" y="13669"/>
                  </a:lnTo>
                  <a:cubicBezTo>
                    <a:pt x="3209" y="13714"/>
                    <a:pt x="3231" y="13760"/>
                    <a:pt x="3271" y="13784"/>
                  </a:cubicBezTo>
                  <a:cubicBezTo>
                    <a:pt x="3291" y="13797"/>
                    <a:pt x="3311" y="13804"/>
                    <a:pt x="3335" y="13804"/>
                  </a:cubicBezTo>
                  <a:cubicBezTo>
                    <a:pt x="3356" y="13804"/>
                    <a:pt x="3378" y="13797"/>
                    <a:pt x="3399" y="13784"/>
                  </a:cubicBezTo>
                  <a:lnTo>
                    <a:pt x="7507" y="11267"/>
                  </a:lnTo>
                  <a:lnTo>
                    <a:pt x="11914" y="13224"/>
                  </a:lnTo>
                  <a:cubicBezTo>
                    <a:pt x="11929" y="13231"/>
                    <a:pt x="11945" y="13234"/>
                    <a:pt x="11961" y="13234"/>
                  </a:cubicBezTo>
                  <a:cubicBezTo>
                    <a:pt x="11989" y="13234"/>
                    <a:pt x="12017" y="13225"/>
                    <a:pt x="12039" y="13206"/>
                  </a:cubicBezTo>
                  <a:cubicBezTo>
                    <a:pt x="12075" y="13177"/>
                    <a:pt x="12092" y="13129"/>
                    <a:pt x="12081" y="13084"/>
                  </a:cubicBezTo>
                  <a:lnTo>
                    <a:pt x="10956" y="8398"/>
                  </a:lnTo>
                  <a:lnTo>
                    <a:pt x="14178" y="4813"/>
                  </a:lnTo>
                  <a:cubicBezTo>
                    <a:pt x="14210" y="4780"/>
                    <a:pt x="14218" y="4730"/>
                    <a:pt x="14201" y="4687"/>
                  </a:cubicBezTo>
                  <a:cubicBezTo>
                    <a:pt x="14183" y="4644"/>
                    <a:pt x="14144" y="4613"/>
                    <a:pt x="14097" y="4610"/>
                  </a:cubicBezTo>
                  <a:lnTo>
                    <a:pt x="9293" y="4233"/>
                  </a:lnTo>
                  <a:lnTo>
                    <a:pt x="6880" y="61"/>
                  </a:lnTo>
                  <a:cubicBezTo>
                    <a:pt x="6859" y="25"/>
                    <a:pt x="6823" y="0"/>
                    <a:pt x="677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4" name="Shape 2964"/>
        <p:cNvGrpSpPr/>
        <p:nvPr/>
      </p:nvGrpSpPr>
      <p:grpSpPr>
        <a:xfrm>
          <a:off x="0" y="0"/>
          <a:ext cx="0" cy="0"/>
          <a:chOff x="0" y="0"/>
          <a:chExt cx="0" cy="0"/>
        </a:xfrm>
      </p:grpSpPr>
      <p:sp>
        <p:nvSpPr>
          <p:cNvPr id="2965" name="Google Shape;2965;p50"/>
          <p:cNvSpPr/>
          <p:nvPr/>
        </p:nvSpPr>
        <p:spPr>
          <a:xfrm>
            <a:off x="3075725" y="1703875"/>
            <a:ext cx="987300" cy="9873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76200">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0"/>
          <p:cNvSpPr/>
          <p:nvPr/>
        </p:nvSpPr>
        <p:spPr>
          <a:xfrm>
            <a:off x="5080975" y="1703875"/>
            <a:ext cx="987300" cy="9873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76200">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0"/>
          <p:cNvSpPr/>
          <p:nvPr/>
        </p:nvSpPr>
        <p:spPr>
          <a:xfrm>
            <a:off x="5080975" y="2845400"/>
            <a:ext cx="987300" cy="9873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76200">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0"/>
          <p:cNvSpPr/>
          <p:nvPr/>
        </p:nvSpPr>
        <p:spPr>
          <a:xfrm>
            <a:off x="3075725" y="2845400"/>
            <a:ext cx="987300" cy="9873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76200">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0"/>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accent4"/>
                </a:solidFill>
              </a:rPr>
              <a:t>utilities</a:t>
            </a:r>
            <a:r>
              <a:rPr lang="en"/>
              <a:t> for </a:t>
            </a:r>
            <a:r>
              <a:rPr lang="en"/>
              <a:t>deciphering</a:t>
            </a:r>
            <a:r>
              <a:rPr lang="en"/>
              <a:t> this math mystery</a:t>
            </a:r>
            <a:endParaRPr/>
          </a:p>
        </p:txBody>
      </p:sp>
      <p:sp>
        <p:nvSpPr>
          <p:cNvPr id="2970" name="Google Shape;2970;p50"/>
          <p:cNvSpPr txBox="1"/>
          <p:nvPr>
            <p:ph idx="1" type="subTitle"/>
          </p:nvPr>
        </p:nvSpPr>
        <p:spPr>
          <a:xfrm>
            <a:off x="7084550" y="4208775"/>
            <a:ext cx="913800" cy="394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hlink"/>
                </a:solidFill>
              </a:rPr>
              <a:t>Progress:</a:t>
            </a:r>
            <a:endParaRPr/>
          </a:p>
        </p:txBody>
      </p:sp>
      <p:grpSp>
        <p:nvGrpSpPr>
          <p:cNvPr id="2971" name="Google Shape;2971;p50"/>
          <p:cNvGrpSpPr/>
          <p:nvPr/>
        </p:nvGrpSpPr>
        <p:grpSpPr>
          <a:xfrm>
            <a:off x="8088613" y="4177915"/>
            <a:ext cx="331488" cy="416930"/>
            <a:chOff x="8088613" y="4177915"/>
            <a:chExt cx="331488" cy="416930"/>
          </a:xfrm>
        </p:grpSpPr>
        <p:sp>
          <p:nvSpPr>
            <p:cNvPr id="2972" name="Google Shape;2972;p50"/>
            <p:cNvSpPr/>
            <p:nvPr/>
          </p:nvSpPr>
          <p:spPr>
            <a:xfrm>
              <a:off x="8363884" y="4360125"/>
              <a:ext cx="50135" cy="74225"/>
            </a:xfrm>
            <a:custGeom>
              <a:rect b="b" l="l" r="r" t="t"/>
              <a:pathLst>
                <a:path extrusionOk="0" h="5691" w="3844">
                  <a:moveTo>
                    <a:pt x="421" y="1"/>
                  </a:moveTo>
                  <a:lnTo>
                    <a:pt x="0" y="5690"/>
                  </a:lnTo>
                  <a:lnTo>
                    <a:pt x="279" y="5690"/>
                  </a:lnTo>
                  <a:cubicBezTo>
                    <a:pt x="2246" y="5690"/>
                    <a:pt x="3843" y="4093"/>
                    <a:pt x="3843" y="2128"/>
                  </a:cubicBezTo>
                  <a:lnTo>
                    <a:pt x="3843" y="1918"/>
                  </a:lnTo>
                  <a:cubicBezTo>
                    <a:pt x="3843" y="858"/>
                    <a:pt x="2984" y="1"/>
                    <a:pt x="1926" y="1"/>
                  </a:cubicBez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0"/>
            <p:cNvSpPr/>
            <p:nvPr/>
          </p:nvSpPr>
          <p:spPr>
            <a:xfrm>
              <a:off x="8094717" y="4360125"/>
              <a:ext cx="50109" cy="74225"/>
            </a:xfrm>
            <a:custGeom>
              <a:rect b="b" l="l" r="r" t="t"/>
              <a:pathLst>
                <a:path extrusionOk="0" h="5691" w="3842">
                  <a:moveTo>
                    <a:pt x="1917" y="1"/>
                  </a:moveTo>
                  <a:cubicBezTo>
                    <a:pt x="860" y="1"/>
                    <a:pt x="0" y="858"/>
                    <a:pt x="0" y="1918"/>
                  </a:cubicBezTo>
                  <a:lnTo>
                    <a:pt x="0" y="2128"/>
                  </a:lnTo>
                  <a:cubicBezTo>
                    <a:pt x="0" y="4093"/>
                    <a:pt x="1596" y="5690"/>
                    <a:pt x="3563" y="5690"/>
                  </a:cubicBezTo>
                  <a:lnTo>
                    <a:pt x="3842" y="5690"/>
                  </a:lnTo>
                  <a:lnTo>
                    <a:pt x="3423" y="1"/>
                  </a:ln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0"/>
            <p:cNvSpPr/>
            <p:nvPr/>
          </p:nvSpPr>
          <p:spPr>
            <a:xfrm>
              <a:off x="8149001" y="4521297"/>
              <a:ext cx="210676" cy="67482"/>
            </a:xfrm>
            <a:custGeom>
              <a:rect b="b" l="l" r="r" t="t"/>
              <a:pathLst>
                <a:path extrusionOk="0" h="5174" w="16153">
                  <a:moveTo>
                    <a:pt x="3517" y="0"/>
                  </a:moveTo>
                  <a:lnTo>
                    <a:pt x="3517" y="1630"/>
                  </a:lnTo>
                  <a:cubicBezTo>
                    <a:pt x="3517" y="2540"/>
                    <a:pt x="2994" y="3368"/>
                    <a:pt x="2175" y="3761"/>
                  </a:cubicBezTo>
                  <a:lnTo>
                    <a:pt x="246" y="4687"/>
                  </a:lnTo>
                  <a:cubicBezTo>
                    <a:pt x="1" y="4806"/>
                    <a:pt x="86" y="5173"/>
                    <a:pt x="358" y="5173"/>
                  </a:cubicBezTo>
                  <a:lnTo>
                    <a:pt x="15798" y="5173"/>
                  </a:lnTo>
                  <a:cubicBezTo>
                    <a:pt x="16071" y="5173"/>
                    <a:pt x="16153" y="4806"/>
                    <a:pt x="15909" y="4687"/>
                  </a:cubicBezTo>
                  <a:lnTo>
                    <a:pt x="13982" y="3761"/>
                  </a:lnTo>
                  <a:cubicBezTo>
                    <a:pt x="13161" y="3369"/>
                    <a:pt x="12638" y="2540"/>
                    <a:pt x="12638" y="1630"/>
                  </a:cubicBezTo>
                  <a:lnTo>
                    <a:pt x="12638" y="0"/>
                  </a:lnTo>
                  <a:cubicBezTo>
                    <a:pt x="11038" y="1095"/>
                    <a:pt x="9274" y="1721"/>
                    <a:pt x="8078" y="1721"/>
                  </a:cubicBezTo>
                  <a:cubicBezTo>
                    <a:pt x="6881" y="1721"/>
                    <a:pt x="5115" y="1095"/>
                    <a:pt x="3517" y="0"/>
                  </a:cubicBez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0"/>
            <p:cNvSpPr/>
            <p:nvPr/>
          </p:nvSpPr>
          <p:spPr>
            <a:xfrm>
              <a:off x="8132815" y="4214162"/>
              <a:ext cx="243034" cy="329597"/>
            </a:xfrm>
            <a:custGeom>
              <a:rect b="b" l="l" r="r" t="t"/>
              <a:pathLst>
                <a:path extrusionOk="0" h="25271" w="18634">
                  <a:moveTo>
                    <a:pt x="9318" y="1"/>
                  </a:moveTo>
                  <a:cubicBezTo>
                    <a:pt x="4110" y="1"/>
                    <a:pt x="1" y="4425"/>
                    <a:pt x="382" y="9616"/>
                  </a:cubicBezTo>
                  <a:lnTo>
                    <a:pt x="992" y="17887"/>
                  </a:lnTo>
                  <a:cubicBezTo>
                    <a:pt x="1314" y="22248"/>
                    <a:pt x="6689" y="25270"/>
                    <a:pt x="9318" y="25270"/>
                  </a:cubicBezTo>
                  <a:cubicBezTo>
                    <a:pt x="11945" y="25270"/>
                    <a:pt x="17320" y="22248"/>
                    <a:pt x="17642" y="17887"/>
                  </a:cubicBezTo>
                  <a:lnTo>
                    <a:pt x="18252" y="9616"/>
                  </a:lnTo>
                  <a:cubicBezTo>
                    <a:pt x="18633" y="4425"/>
                    <a:pt x="14524" y="1"/>
                    <a:pt x="9318" y="1"/>
                  </a:cubicBez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0"/>
            <p:cNvSpPr/>
            <p:nvPr/>
          </p:nvSpPr>
          <p:spPr>
            <a:xfrm>
              <a:off x="8196713" y="4219574"/>
              <a:ext cx="178252" cy="324197"/>
            </a:xfrm>
            <a:custGeom>
              <a:rect b="b" l="l" r="r" t="t"/>
              <a:pathLst>
                <a:path extrusionOk="0" h="24857" w="13667">
                  <a:moveTo>
                    <a:pt x="7124" y="1"/>
                  </a:moveTo>
                  <a:lnTo>
                    <a:pt x="7124" y="1"/>
                  </a:lnTo>
                  <a:cubicBezTo>
                    <a:pt x="9573" y="1751"/>
                    <a:pt x="11094" y="4701"/>
                    <a:pt x="10856" y="7953"/>
                  </a:cubicBezTo>
                  <a:lnTo>
                    <a:pt x="10246" y="16224"/>
                  </a:lnTo>
                  <a:cubicBezTo>
                    <a:pt x="9925" y="20585"/>
                    <a:pt x="4549" y="23607"/>
                    <a:pt x="1922" y="23607"/>
                  </a:cubicBezTo>
                  <a:cubicBezTo>
                    <a:pt x="1377" y="23607"/>
                    <a:pt x="712" y="23476"/>
                    <a:pt x="1" y="23232"/>
                  </a:cubicBezTo>
                  <a:lnTo>
                    <a:pt x="1" y="23232"/>
                  </a:lnTo>
                  <a:cubicBezTo>
                    <a:pt x="1560" y="24267"/>
                    <a:pt x="3258" y="24857"/>
                    <a:pt x="4420" y="24857"/>
                  </a:cubicBezTo>
                  <a:cubicBezTo>
                    <a:pt x="7048" y="24857"/>
                    <a:pt x="12423" y="21835"/>
                    <a:pt x="12744" y="17474"/>
                  </a:cubicBezTo>
                  <a:lnTo>
                    <a:pt x="13354" y="9204"/>
                  </a:lnTo>
                  <a:cubicBezTo>
                    <a:pt x="13667" y="4951"/>
                    <a:pt x="10969" y="1215"/>
                    <a:pt x="7124"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0"/>
            <p:cNvSpPr/>
            <p:nvPr/>
          </p:nvSpPr>
          <p:spPr>
            <a:xfrm>
              <a:off x="8161718" y="4238591"/>
              <a:ext cx="185386" cy="99201"/>
            </a:xfrm>
            <a:custGeom>
              <a:rect b="b" l="l" r="r" t="t"/>
              <a:pathLst>
                <a:path extrusionOk="0" h="7606" w="14214">
                  <a:moveTo>
                    <a:pt x="7103" y="0"/>
                  </a:moveTo>
                  <a:cubicBezTo>
                    <a:pt x="7004" y="0"/>
                    <a:pt x="6908" y="2"/>
                    <a:pt x="6809" y="6"/>
                  </a:cubicBezTo>
                  <a:lnTo>
                    <a:pt x="7615" y="3020"/>
                  </a:lnTo>
                  <a:lnTo>
                    <a:pt x="7604" y="3020"/>
                  </a:lnTo>
                  <a:cubicBezTo>
                    <a:pt x="7053" y="3020"/>
                    <a:pt x="6538" y="3169"/>
                    <a:pt x="6094" y="3427"/>
                  </a:cubicBezTo>
                  <a:lnTo>
                    <a:pt x="5244" y="244"/>
                  </a:lnTo>
                  <a:cubicBezTo>
                    <a:pt x="3981" y="586"/>
                    <a:pt x="2834" y="1272"/>
                    <a:pt x="1914" y="2265"/>
                  </a:cubicBezTo>
                  <a:cubicBezTo>
                    <a:pt x="1570" y="2634"/>
                    <a:pt x="1270" y="3033"/>
                    <a:pt x="1018" y="3453"/>
                  </a:cubicBezTo>
                  <a:lnTo>
                    <a:pt x="5470" y="4647"/>
                  </a:lnTo>
                  <a:cubicBezTo>
                    <a:pt x="5670" y="4700"/>
                    <a:pt x="5835" y="4828"/>
                    <a:pt x="5939" y="5006"/>
                  </a:cubicBezTo>
                  <a:cubicBezTo>
                    <a:pt x="6041" y="5182"/>
                    <a:pt x="6070" y="5390"/>
                    <a:pt x="6016" y="5590"/>
                  </a:cubicBezTo>
                  <a:cubicBezTo>
                    <a:pt x="5927" y="5927"/>
                    <a:pt x="5619" y="6162"/>
                    <a:pt x="5272" y="6162"/>
                  </a:cubicBezTo>
                  <a:cubicBezTo>
                    <a:pt x="5205" y="6162"/>
                    <a:pt x="5137" y="6153"/>
                    <a:pt x="5073" y="6135"/>
                  </a:cubicBezTo>
                  <a:lnTo>
                    <a:pt x="368" y="4874"/>
                  </a:lnTo>
                  <a:cubicBezTo>
                    <a:pt x="187" y="5426"/>
                    <a:pt x="75" y="6003"/>
                    <a:pt x="36" y="6591"/>
                  </a:cubicBezTo>
                  <a:cubicBezTo>
                    <a:pt x="0" y="7139"/>
                    <a:pt x="435" y="7606"/>
                    <a:pt x="986" y="7606"/>
                  </a:cubicBezTo>
                  <a:lnTo>
                    <a:pt x="13226" y="7606"/>
                  </a:lnTo>
                  <a:cubicBezTo>
                    <a:pt x="13777" y="7606"/>
                    <a:pt x="14213" y="7139"/>
                    <a:pt x="14177" y="6591"/>
                  </a:cubicBezTo>
                  <a:cubicBezTo>
                    <a:pt x="14067" y="5016"/>
                    <a:pt x="13444" y="3538"/>
                    <a:pt x="12365" y="2344"/>
                  </a:cubicBezTo>
                  <a:lnTo>
                    <a:pt x="9857" y="4852"/>
                  </a:lnTo>
                  <a:cubicBezTo>
                    <a:pt x="9710" y="4998"/>
                    <a:pt x="9517" y="5079"/>
                    <a:pt x="9312" y="5079"/>
                  </a:cubicBezTo>
                  <a:cubicBezTo>
                    <a:pt x="9105" y="5079"/>
                    <a:pt x="8911" y="4998"/>
                    <a:pt x="8766" y="4852"/>
                  </a:cubicBezTo>
                  <a:cubicBezTo>
                    <a:pt x="8620" y="4707"/>
                    <a:pt x="8540" y="4513"/>
                    <a:pt x="8540" y="4307"/>
                  </a:cubicBezTo>
                  <a:cubicBezTo>
                    <a:pt x="8540" y="4102"/>
                    <a:pt x="8620" y="3908"/>
                    <a:pt x="8766" y="3761"/>
                  </a:cubicBezTo>
                  <a:lnTo>
                    <a:pt x="11216" y="1312"/>
                  </a:lnTo>
                  <a:cubicBezTo>
                    <a:pt x="10026" y="458"/>
                    <a:pt x="8608" y="0"/>
                    <a:pt x="71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0"/>
            <p:cNvSpPr/>
            <p:nvPr/>
          </p:nvSpPr>
          <p:spPr>
            <a:xfrm>
              <a:off x="8278609" y="4241748"/>
              <a:ext cx="29398" cy="22642"/>
            </a:xfrm>
            <a:custGeom>
              <a:rect b="b" l="l" r="r" t="t"/>
              <a:pathLst>
                <a:path extrusionOk="0" h="1736" w="2254">
                  <a:moveTo>
                    <a:pt x="1" y="1"/>
                  </a:moveTo>
                  <a:lnTo>
                    <a:pt x="1" y="1"/>
                  </a:lnTo>
                  <a:cubicBezTo>
                    <a:pt x="638" y="509"/>
                    <a:pt x="1169" y="1093"/>
                    <a:pt x="1588" y="1736"/>
                  </a:cubicBezTo>
                  <a:lnTo>
                    <a:pt x="2254" y="1070"/>
                  </a:lnTo>
                  <a:cubicBezTo>
                    <a:pt x="1571" y="578"/>
                    <a:pt x="810" y="219"/>
                    <a:pt x="1" y="1"/>
                  </a:cubicBezTo>
                  <a:close/>
                </a:path>
              </a:pathLst>
            </a:custGeom>
            <a:solidFill>
              <a:srgbClr val="DF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0"/>
            <p:cNvSpPr/>
            <p:nvPr/>
          </p:nvSpPr>
          <p:spPr>
            <a:xfrm>
              <a:off x="8161653" y="4269151"/>
              <a:ext cx="185386" cy="68669"/>
            </a:xfrm>
            <a:custGeom>
              <a:rect b="b" l="l" r="r" t="t"/>
              <a:pathLst>
                <a:path extrusionOk="0" h="5265" w="14214">
                  <a:moveTo>
                    <a:pt x="12370" y="1"/>
                  </a:moveTo>
                  <a:lnTo>
                    <a:pt x="11281" y="1088"/>
                  </a:lnTo>
                  <a:cubicBezTo>
                    <a:pt x="11502" y="1698"/>
                    <a:pt x="11637" y="2341"/>
                    <a:pt x="11680" y="3000"/>
                  </a:cubicBezTo>
                  <a:cubicBezTo>
                    <a:pt x="11716" y="3548"/>
                    <a:pt x="11280" y="4014"/>
                    <a:pt x="10730" y="4014"/>
                  </a:cubicBezTo>
                  <a:lnTo>
                    <a:pt x="57" y="4014"/>
                  </a:lnTo>
                  <a:cubicBezTo>
                    <a:pt x="50" y="4092"/>
                    <a:pt x="43" y="4171"/>
                    <a:pt x="37" y="4250"/>
                  </a:cubicBezTo>
                  <a:cubicBezTo>
                    <a:pt x="1" y="4798"/>
                    <a:pt x="437" y="5264"/>
                    <a:pt x="988" y="5264"/>
                  </a:cubicBezTo>
                  <a:lnTo>
                    <a:pt x="13228" y="5264"/>
                  </a:lnTo>
                  <a:cubicBezTo>
                    <a:pt x="13776" y="5263"/>
                    <a:pt x="14214" y="4796"/>
                    <a:pt x="14177" y="4248"/>
                  </a:cubicBezTo>
                  <a:cubicBezTo>
                    <a:pt x="14073" y="2673"/>
                    <a:pt x="13449" y="1193"/>
                    <a:pt x="12370"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0"/>
            <p:cNvSpPr/>
            <p:nvPr/>
          </p:nvSpPr>
          <p:spPr>
            <a:xfrm>
              <a:off x="8323255" y="4203219"/>
              <a:ext cx="51479" cy="51479"/>
            </a:xfrm>
            <a:custGeom>
              <a:rect b="b" l="l" r="r" t="t"/>
              <a:pathLst>
                <a:path extrusionOk="0" h="3947" w="3947">
                  <a:moveTo>
                    <a:pt x="1973" y="0"/>
                  </a:moveTo>
                  <a:cubicBezTo>
                    <a:pt x="884" y="0"/>
                    <a:pt x="0" y="884"/>
                    <a:pt x="0" y="1974"/>
                  </a:cubicBezTo>
                  <a:cubicBezTo>
                    <a:pt x="0" y="3063"/>
                    <a:pt x="884" y="3947"/>
                    <a:pt x="1973" y="3947"/>
                  </a:cubicBezTo>
                  <a:cubicBezTo>
                    <a:pt x="3062" y="3947"/>
                    <a:pt x="3946" y="3063"/>
                    <a:pt x="3946" y="1974"/>
                  </a:cubicBezTo>
                  <a:cubicBezTo>
                    <a:pt x="3946" y="884"/>
                    <a:pt x="3062" y="0"/>
                    <a:pt x="19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0"/>
            <p:cNvSpPr/>
            <p:nvPr/>
          </p:nvSpPr>
          <p:spPr>
            <a:xfrm>
              <a:off x="8114816" y="4259069"/>
              <a:ext cx="51479" cy="51479"/>
            </a:xfrm>
            <a:custGeom>
              <a:rect b="b" l="l" r="r" t="t"/>
              <a:pathLst>
                <a:path extrusionOk="0" h="3947" w="3947">
                  <a:moveTo>
                    <a:pt x="1973" y="0"/>
                  </a:moveTo>
                  <a:cubicBezTo>
                    <a:pt x="883" y="0"/>
                    <a:pt x="0" y="883"/>
                    <a:pt x="0" y="1973"/>
                  </a:cubicBezTo>
                  <a:cubicBezTo>
                    <a:pt x="0" y="3062"/>
                    <a:pt x="883" y="3946"/>
                    <a:pt x="1973" y="3946"/>
                  </a:cubicBezTo>
                  <a:cubicBezTo>
                    <a:pt x="3062" y="3946"/>
                    <a:pt x="3946" y="3062"/>
                    <a:pt x="3946" y="1973"/>
                  </a:cubicBezTo>
                  <a:cubicBezTo>
                    <a:pt x="3946" y="883"/>
                    <a:pt x="3062" y="0"/>
                    <a:pt x="19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0"/>
            <p:cNvSpPr/>
            <p:nvPr/>
          </p:nvSpPr>
          <p:spPr>
            <a:xfrm>
              <a:off x="8210447" y="4184019"/>
              <a:ext cx="40445" cy="40432"/>
            </a:xfrm>
            <a:custGeom>
              <a:rect b="b" l="l" r="r" t="t"/>
              <a:pathLst>
                <a:path extrusionOk="0" h="3100" w="3101">
                  <a:moveTo>
                    <a:pt x="1551" y="0"/>
                  </a:moveTo>
                  <a:cubicBezTo>
                    <a:pt x="694" y="0"/>
                    <a:pt x="1" y="693"/>
                    <a:pt x="1" y="1550"/>
                  </a:cubicBezTo>
                  <a:cubicBezTo>
                    <a:pt x="1" y="2405"/>
                    <a:pt x="694" y="3100"/>
                    <a:pt x="1551" y="3100"/>
                  </a:cubicBezTo>
                  <a:cubicBezTo>
                    <a:pt x="2406" y="3100"/>
                    <a:pt x="3100" y="2405"/>
                    <a:pt x="3100" y="1550"/>
                  </a:cubicBezTo>
                  <a:cubicBezTo>
                    <a:pt x="3100" y="693"/>
                    <a:pt x="2406" y="0"/>
                    <a:pt x="15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0"/>
            <p:cNvSpPr/>
            <p:nvPr/>
          </p:nvSpPr>
          <p:spPr>
            <a:xfrm>
              <a:off x="8221807" y="4277929"/>
              <a:ext cx="78151" cy="59852"/>
            </a:xfrm>
            <a:custGeom>
              <a:rect b="b" l="l" r="r" t="t"/>
              <a:pathLst>
                <a:path extrusionOk="0" h="4589" w="5992">
                  <a:moveTo>
                    <a:pt x="2994" y="1"/>
                  </a:moveTo>
                  <a:cubicBezTo>
                    <a:pt x="1885" y="1"/>
                    <a:pt x="913" y="606"/>
                    <a:pt x="397" y="1503"/>
                  </a:cubicBezTo>
                  <a:lnTo>
                    <a:pt x="862" y="1627"/>
                  </a:lnTo>
                  <a:cubicBezTo>
                    <a:pt x="1061" y="1680"/>
                    <a:pt x="1226" y="1807"/>
                    <a:pt x="1330" y="1985"/>
                  </a:cubicBezTo>
                  <a:cubicBezTo>
                    <a:pt x="1433" y="2163"/>
                    <a:pt x="1462" y="2371"/>
                    <a:pt x="1407" y="2569"/>
                  </a:cubicBezTo>
                  <a:cubicBezTo>
                    <a:pt x="1318" y="2906"/>
                    <a:pt x="1011" y="3142"/>
                    <a:pt x="662" y="3142"/>
                  </a:cubicBezTo>
                  <a:cubicBezTo>
                    <a:pt x="596" y="3142"/>
                    <a:pt x="529" y="3133"/>
                    <a:pt x="464" y="3115"/>
                  </a:cubicBezTo>
                  <a:lnTo>
                    <a:pt x="1" y="2991"/>
                  </a:lnTo>
                  <a:lnTo>
                    <a:pt x="1" y="2997"/>
                  </a:lnTo>
                  <a:cubicBezTo>
                    <a:pt x="1" y="3581"/>
                    <a:pt x="167" y="4126"/>
                    <a:pt x="457" y="4588"/>
                  </a:cubicBezTo>
                  <a:lnTo>
                    <a:pt x="5537" y="4588"/>
                  </a:lnTo>
                  <a:cubicBezTo>
                    <a:pt x="5825" y="4129"/>
                    <a:pt x="5992" y="3584"/>
                    <a:pt x="5992" y="2998"/>
                  </a:cubicBezTo>
                  <a:cubicBezTo>
                    <a:pt x="5992" y="2452"/>
                    <a:pt x="5844" y="1939"/>
                    <a:pt x="5589" y="1496"/>
                  </a:cubicBezTo>
                  <a:lnTo>
                    <a:pt x="5250" y="1835"/>
                  </a:lnTo>
                  <a:cubicBezTo>
                    <a:pt x="5103" y="1979"/>
                    <a:pt x="4910" y="2060"/>
                    <a:pt x="4705" y="2060"/>
                  </a:cubicBezTo>
                  <a:cubicBezTo>
                    <a:pt x="4498" y="2060"/>
                    <a:pt x="4304" y="1979"/>
                    <a:pt x="4159" y="1835"/>
                  </a:cubicBezTo>
                  <a:cubicBezTo>
                    <a:pt x="4013" y="1690"/>
                    <a:pt x="3933" y="1496"/>
                    <a:pt x="3933" y="1289"/>
                  </a:cubicBezTo>
                  <a:cubicBezTo>
                    <a:pt x="3933" y="1083"/>
                    <a:pt x="4013" y="889"/>
                    <a:pt x="4159" y="744"/>
                  </a:cubicBezTo>
                  <a:lnTo>
                    <a:pt x="4498" y="405"/>
                  </a:lnTo>
                  <a:cubicBezTo>
                    <a:pt x="4056" y="149"/>
                    <a:pt x="3544"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0"/>
            <p:cNvSpPr/>
            <p:nvPr/>
          </p:nvSpPr>
          <p:spPr>
            <a:xfrm>
              <a:off x="8222055" y="4321505"/>
              <a:ext cx="77681" cy="16290"/>
            </a:xfrm>
            <a:custGeom>
              <a:rect b="b" l="l" r="r" t="t"/>
              <a:pathLst>
                <a:path extrusionOk="0" h="1249" w="5956">
                  <a:moveTo>
                    <a:pt x="1" y="0"/>
                  </a:moveTo>
                  <a:cubicBezTo>
                    <a:pt x="52" y="457"/>
                    <a:pt x="204" y="880"/>
                    <a:pt x="437" y="1249"/>
                  </a:cubicBezTo>
                  <a:lnTo>
                    <a:pt x="5518" y="1249"/>
                  </a:lnTo>
                  <a:cubicBezTo>
                    <a:pt x="5749" y="880"/>
                    <a:pt x="5902" y="454"/>
                    <a:pt x="5956"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0"/>
            <p:cNvSpPr/>
            <p:nvPr/>
          </p:nvSpPr>
          <p:spPr>
            <a:xfrm>
              <a:off x="8225238" y="4218375"/>
              <a:ext cx="35802" cy="64899"/>
            </a:xfrm>
            <a:custGeom>
              <a:rect b="b" l="l" r="r" t="t"/>
              <a:pathLst>
                <a:path extrusionOk="0" h="4976" w="2745">
                  <a:moveTo>
                    <a:pt x="1523" y="1"/>
                  </a:moveTo>
                  <a:cubicBezTo>
                    <a:pt x="1228" y="301"/>
                    <a:pt x="826" y="465"/>
                    <a:pt x="415" y="465"/>
                  </a:cubicBezTo>
                  <a:cubicBezTo>
                    <a:pt x="277" y="465"/>
                    <a:pt x="137" y="447"/>
                    <a:pt x="0" y="408"/>
                  </a:cubicBezTo>
                  <a:lnTo>
                    <a:pt x="0" y="408"/>
                  </a:lnTo>
                  <a:lnTo>
                    <a:pt x="1223" y="4976"/>
                  </a:lnTo>
                  <a:cubicBezTo>
                    <a:pt x="1666" y="4717"/>
                    <a:pt x="2183" y="4570"/>
                    <a:pt x="2731" y="4570"/>
                  </a:cubicBezTo>
                  <a:lnTo>
                    <a:pt x="2744" y="4570"/>
                  </a:lnTo>
                  <a:lnTo>
                    <a:pt x="1523" y="1"/>
                  </a:lnTo>
                  <a:close/>
                </a:path>
              </a:pathLst>
            </a:custGeom>
            <a:solidFill>
              <a:srgbClr val="C6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0"/>
            <p:cNvSpPr/>
            <p:nvPr/>
          </p:nvSpPr>
          <p:spPr>
            <a:xfrm>
              <a:off x="8273092" y="4238591"/>
              <a:ext cx="66269" cy="66269"/>
            </a:xfrm>
            <a:custGeom>
              <a:rect b="b" l="l" r="r" t="t"/>
              <a:pathLst>
                <a:path extrusionOk="0" h="5081" w="5081">
                  <a:moveTo>
                    <a:pt x="3990" y="0"/>
                  </a:moveTo>
                  <a:lnTo>
                    <a:pt x="227" y="3764"/>
                  </a:lnTo>
                  <a:cubicBezTo>
                    <a:pt x="81" y="3909"/>
                    <a:pt x="1" y="4103"/>
                    <a:pt x="1" y="4310"/>
                  </a:cubicBezTo>
                  <a:cubicBezTo>
                    <a:pt x="1" y="4515"/>
                    <a:pt x="81" y="4709"/>
                    <a:pt x="227" y="4855"/>
                  </a:cubicBezTo>
                  <a:cubicBezTo>
                    <a:pt x="372" y="5000"/>
                    <a:pt x="566" y="5080"/>
                    <a:pt x="773" y="5080"/>
                  </a:cubicBezTo>
                  <a:cubicBezTo>
                    <a:pt x="978" y="5080"/>
                    <a:pt x="1171" y="5000"/>
                    <a:pt x="1318" y="4855"/>
                  </a:cubicBezTo>
                  <a:lnTo>
                    <a:pt x="5080" y="1091"/>
                  </a:lnTo>
                  <a:cubicBezTo>
                    <a:pt x="4585" y="890"/>
                    <a:pt x="4189" y="494"/>
                    <a:pt x="3990" y="0"/>
                  </a:cubicBezTo>
                  <a:close/>
                </a:path>
              </a:pathLst>
            </a:custGeom>
            <a:solidFill>
              <a:srgbClr val="C6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0"/>
            <p:cNvSpPr/>
            <p:nvPr/>
          </p:nvSpPr>
          <p:spPr>
            <a:xfrm>
              <a:off x="8160818" y="4281229"/>
              <a:ext cx="80042" cy="37745"/>
            </a:xfrm>
            <a:custGeom>
              <a:rect b="b" l="l" r="r" t="t"/>
              <a:pathLst>
                <a:path extrusionOk="0" h="2894" w="6137">
                  <a:moveTo>
                    <a:pt x="399" y="0"/>
                  </a:moveTo>
                  <a:cubicBezTo>
                    <a:pt x="473" y="528"/>
                    <a:pt x="329" y="1069"/>
                    <a:pt x="0" y="1488"/>
                  </a:cubicBezTo>
                  <a:lnTo>
                    <a:pt x="5139" y="2866"/>
                  </a:lnTo>
                  <a:cubicBezTo>
                    <a:pt x="5203" y="2884"/>
                    <a:pt x="5272" y="2893"/>
                    <a:pt x="5338" y="2893"/>
                  </a:cubicBezTo>
                  <a:cubicBezTo>
                    <a:pt x="5687" y="2893"/>
                    <a:pt x="5993" y="2658"/>
                    <a:pt x="6083" y="2321"/>
                  </a:cubicBezTo>
                  <a:cubicBezTo>
                    <a:pt x="6136" y="2121"/>
                    <a:pt x="6110" y="1913"/>
                    <a:pt x="6006" y="1737"/>
                  </a:cubicBezTo>
                  <a:cubicBezTo>
                    <a:pt x="5904" y="1559"/>
                    <a:pt x="5737" y="1431"/>
                    <a:pt x="5538" y="1378"/>
                  </a:cubicBezTo>
                  <a:lnTo>
                    <a:pt x="399" y="0"/>
                  </a:lnTo>
                  <a:close/>
                </a:path>
              </a:pathLst>
            </a:custGeom>
            <a:solidFill>
              <a:srgbClr val="C6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0"/>
            <p:cNvSpPr/>
            <p:nvPr/>
          </p:nvSpPr>
          <p:spPr>
            <a:xfrm>
              <a:off x="8294013" y="4318114"/>
              <a:ext cx="51583" cy="19707"/>
            </a:xfrm>
            <a:custGeom>
              <a:rect b="b" l="l" r="r" t="t"/>
              <a:pathLst>
                <a:path extrusionOk="0" h="1511" w="3955">
                  <a:moveTo>
                    <a:pt x="456" y="1"/>
                  </a:moveTo>
                  <a:cubicBezTo>
                    <a:pt x="441" y="554"/>
                    <a:pt x="276" y="1070"/>
                    <a:pt x="1" y="1510"/>
                  </a:cubicBezTo>
                  <a:lnTo>
                    <a:pt x="3080" y="1510"/>
                  </a:lnTo>
                  <a:cubicBezTo>
                    <a:pt x="3473" y="1509"/>
                    <a:pt x="3806" y="1272"/>
                    <a:pt x="3954" y="936"/>
                  </a:cubicBezTo>
                  <a:lnTo>
                    <a:pt x="456" y="1"/>
                  </a:lnTo>
                  <a:close/>
                </a:path>
              </a:pathLst>
            </a:custGeom>
            <a:solidFill>
              <a:srgbClr val="C6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0"/>
            <p:cNvSpPr/>
            <p:nvPr/>
          </p:nvSpPr>
          <p:spPr>
            <a:xfrm>
              <a:off x="8293974" y="4320084"/>
              <a:ext cx="51583" cy="17712"/>
            </a:xfrm>
            <a:custGeom>
              <a:rect b="b" l="l" r="r" t="t"/>
              <a:pathLst>
                <a:path extrusionOk="0" h="1358" w="3955">
                  <a:moveTo>
                    <a:pt x="1026" y="0"/>
                  </a:moveTo>
                  <a:cubicBezTo>
                    <a:pt x="895" y="71"/>
                    <a:pt x="744" y="109"/>
                    <a:pt x="585" y="109"/>
                  </a:cubicBezTo>
                  <a:lnTo>
                    <a:pt x="439" y="109"/>
                  </a:lnTo>
                  <a:cubicBezTo>
                    <a:pt x="387" y="566"/>
                    <a:pt x="235" y="989"/>
                    <a:pt x="1" y="1358"/>
                  </a:cubicBezTo>
                  <a:lnTo>
                    <a:pt x="3082" y="1358"/>
                  </a:lnTo>
                  <a:cubicBezTo>
                    <a:pt x="3474" y="1358"/>
                    <a:pt x="3808" y="1121"/>
                    <a:pt x="3954" y="785"/>
                  </a:cubicBezTo>
                  <a:lnTo>
                    <a:pt x="1026" y="0"/>
                  </a:lnTo>
                  <a:close/>
                </a:path>
              </a:pathLst>
            </a:custGeom>
            <a:solidFill>
              <a:srgbClr val="AFAA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0"/>
            <p:cNvSpPr/>
            <p:nvPr/>
          </p:nvSpPr>
          <p:spPr>
            <a:xfrm>
              <a:off x="8088613" y="4177915"/>
              <a:ext cx="331488" cy="416930"/>
            </a:xfrm>
            <a:custGeom>
              <a:rect b="b" l="l" r="r" t="t"/>
              <a:pathLst>
                <a:path extrusionOk="0" h="31967" w="25416">
                  <a:moveTo>
                    <a:pt x="10895" y="937"/>
                  </a:moveTo>
                  <a:cubicBezTo>
                    <a:pt x="11077" y="937"/>
                    <a:pt x="11262" y="984"/>
                    <a:pt x="11431" y="1081"/>
                  </a:cubicBezTo>
                  <a:cubicBezTo>
                    <a:pt x="12007" y="1414"/>
                    <a:pt x="12184" y="2220"/>
                    <a:pt x="11656" y="2781"/>
                  </a:cubicBezTo>
                  <a:cubicBezTo>
                    <a:pt x="11452" y="2987"/>
                    <a:pt x="11173" y="3101"/>
                    <a:pt x="10889" y="3101"/>
                  </a:cubicBezTo>
                  <a:cubicBezTo>
                    <a:pt x="10797" y="3101"/>
                    <a:pt x="10704" y="3089"/>
                    <a:pt x="10613" y="3064"/>
                  </a:cubicBezTo>
                  <a:cubicBezTo>
                    <a:pt x="10606" y="3061"/>
                    <a:pt x="10599" y="3060"/>
                    <a:pt x="10590" y="3057"/>
                  </a:cubicBezTo>
                  <a:cubicBezTo>
                    <a:pt x="9917" y="2860"/>
                    <a:pt x="9603" y="2085"/>
                    <a:pt x="9955" y="1478"/>
                  </a:cubicBezTo>
                  <a:cubicBezTo>
                    <a:pt x="10155" y="1132"/>
                    <a:pt x="10520" y="937"/>
                    <a:pt x="10895" y="937"/>
                  </a:cubicBezTo>
                  <a:close/>
                  <a:moveTo>
                    <a:pt x="19963" y="2408"/>
                  </a:moveTo>
                  <a:cubicBezTo>
                    <a:pt x="20793" y="2408"/>
                    <a:pt x="21468" y="3083"/>
                    <a:pt x="21468" y="3914"/>
                  </a:cubicBezTo>
                  <a:cubicBezTo>
                    <a:pt x="21468" y="4743"/>
                    <a:pt x="20794" y="5419"/>
                    <a:pt x="19963" y="5419"/>
                  </a:cubicBezTo>
                  <a:cubicBezTo>
                    <a:pt x="19134" y="5419"/>
                    <a:pt x="18458" y="4744"/>
                    <a:pt x="18458" y="3914"/>
                  </a:cubicBezTo>
                  <a:cubicBezTo>
                    <a:pt x="18458" y="3083"/>
                    <a:pt x="19132" y="2408"/>
                    <a:pt x="19963" y="2408"/>
                  </a:cubicBezTo>
                  <a:close/>
                  <a:moveTo>
                    <a:pt x="11717" y="3860"/>
                  </a:moveTo>
                  <a:cubicBezTo>
                    <a:pt x="11882" y="4479"/>
                    <a:pt x="12451" y="6603"/>
                    <a:pt x="12625" y="7253"/>
                  </a:cubicBezTo>
                  <a:cubicBezTo>
                    <a:pt x="12414" y="7288"/>
                    <a:pt x="12207" y="7344"/>
                    <a:pt x="12008" y="7420"/>
                  </a:cubicBezTo>
                  <a:lnTo>
                    <a:pt x="11100" y="4027"/>
                  </a:lnTo>
                  <a:cubicBezTo>
                    <a:pt x="11311" y="4004"/>
                    <a:pt x="11520" y="3948"/>
                    <a:pt x="11717" y="3860"/>
                  </a:cubicBezTo>
                  <a:close/>
                  <a:moveTo>
                    <a:pt x="12711" y="3246"/>
                  </a:moveTo>
                  <a:cubicBezTo>
                    <a:pt x="14390" y="3246"/>
                    <a:pt x="16021" y="3728"/>
                    <a:pt x="17439" y="4683"/>
                  </a:cubicBezTo>
                  <a:lnTo>
                    <a:pt x="16763" y="5360"/>
                  </a:lnTo>
                  <a:cubicBezTo>
                    <a:pt x="16541" y="5218"/>
                    <a:pt x="16313" y="5087"/>
                    <a:pt x="16079" y="4970"/>
                  </a:cubicBezTo>
                  <a:cubicBezTo>
                    <a:pt x="16011" y="4936"/>
                    <a:pt x="15940" y="4920"/>
                    <a:pt x="15870" y="4920"/>
                  </a:cubicBezTo>
                  <a:cubicBezTo>
                    <a:pt x="15697" y="4920"/>
                    <a:pt x="15532" y="5016"/>
                    <a:pt x="15450" y="5181"/>
                  </a:cubicBezTo>
                  <a:cubicBezTo>
                    <a:pt x="15336" y="5412"/>
                    <a:pt x="15429" y="5693"/>
                    <a:pt x="15660" y="5808"/>
                  </a:cubicBezTo>
                  <a:cubicBezTo>
                    <a:pt x="15803" y="5879"/>
                    <a:pt x="15945" y="5957"/>
                    <a:pt x="16083" y="6039"/>
                  </a:cubicBezTo>
                  <a:lnTo>
                    <a:pt x="14620" y="7502"/>
                  </a:lnTo>
                  <a:cubicBezTo>
                    <a:pt x="14292" y="7357"/>
                    <a:pt x="13944" y="7263"/>
                    <a:pt x="13586" y="7222"/>
                  </a:cubicBezTo>
                  <a:lnTo>
                    <a:pt x="13025" y="5127"/>
                  </a:lnTo>
                  <a:lnTo>
                    <a:pt x="13025" y="5127"/>
                  </a:lnTo>
                  <a:cubicBezTo>
                    <a:pt x="13246" y="5139"/>
                    <a:pt x="13463" y="5159"/>
                    <a:pt x="13678" y="5189"/>
                  </a:cubicBezTo>
                  <a:cubicBezTo>
                    <a:pt x="13701" y="5192"/>
                    <a:pt x="13724" y="5194"/>
                    <a:pt x="13746" y="5194"/>
                  </a:cubicBezTo>
                  <a:cubicBezTo>
                    <a:pt x="13975" y="5194"/>
                    <a:pt x="14175" y="5026"/>
                    <a:pt x="14209" y="4793"/>
                  </a:cubicBezTo>
                  <a:cubicBezTo>
                    <a:pt x="14246" y="4536"/>
                    <a:pt x="14070" y="4300"/>
                    <a:pt x="13813" y="4262"/>
                  </a:cubicBezTo>
                  <a:cubicBezTo>
                    <a:pt x="13472" y="4213"/>
                    <a:pt x="13124" y="4186"/>
                    <a:pt x="12774" y="4183"/>
                  </a:cubicBezTo>
                  <a:lnTo>
                    <a:pt x="12523" y="3248"/>
                  </a:lnTo>
                  <a:cubicBezTo>
                    <a:pt x="12586" y="3246"/>
                    <a:pt x="12648" y="3246"/>
                    <a:pt x="12711" y="3246"/>
                  </a:cubicBezTo>
                  <a:close/>
                  <a:moveTo>
                    <a:pt x="9843" y="3743"/>
                  </a:moveTo>
                  <a:cubicBezTo>
                    <a:pt x="9920" y="3790"/>
                    <a:pt x="10000" y="3833"/>
                    <a:pt x="10088" y="3869"/>
                  </a:cubicBezTo>
                  <a:lnTo>
                    <a:pt x="10277" y="4579"/>
                  </a:lnTo>
                  <a:cubicBezTo>
                    <a:pt x="8669" y="5123"/>
                    <a:pt x="7321" y="6199"/>
                    <a:pt x="6410" y="7563"/>
                  </a:cubicBezTo>
                  <a:lnTo>
                    <a:pt x="6333" y="7542"/>
                  </a:lnTo>
                  <a:cubicBezTo>
                    <a:pt x="6245" y="7225"/>
                    <a:pt x="6093" y="6931"/>
                    <a:pt x="5892" y="6676"/>
                  </a:cubicBezTo>
                  <a:cubicBezTo>
                    <a:pt x="6891" y="5334"/>
                    <a:pt x="8276" y="4305"/>
                    <a:pt x="9843" y="3743"/>
                  </a:cubicBezTo>
                  <a:close/>
                  <a:moveTo>
                    <a:pt x="10520" y="5486"/>
                  </a:moveTo>
                  <a:lnTo>
                    <a:pt x="11160" y="7875"/>
                  </a:lnTo>
                  <a:cubicBezTo>
                    <a:pt x="10873" y="8086"/>
                    <a:pt x="10616" y="8340"/>
                    <a:pt x="10405" y="8633"/>
                  </a:cubicBezTo>
                  <a:lnTo>
                    <a:pt x="7373" y="7821"/>
                  </a:lnTo>
                  <a:cubicBezTo>
                    <a:pt x="8167" y="6749"/>
                    <a:pt x="9257" y="5927"/>
                    <a:pt x="10520" y="5486"/>
                  </a:cubicBezTo>
                  <a:close/>
                  <a:moveTo>
                    <a:pt x="18038" y="5412"/>
                  </a:moveTo>
                  <a:cubicBezTo>
                    <a:pt x="18161" y="5571"/>
                    <a:pt x="18304" y="5714"/>
                    <a:pt x="18464" y="5838"/>
                  </a:cubicBezTo>
                  <a:lnTo>
                    <a:pt x="15129" y="9173"/>
                  </a:lnTo>
                  <a:cubicBezTo>
                    <a:pt x="15070" y="9232"/>
                    <a:pt x="14993" y="9262"/>
                    <a:pt x="14916" y="9262"/>
                  </a:cubicBezTo>
                  <a:cubicBezTo>
                    <a:pt x="14839" y="9262"/>
                    <a:pt x="14762" y="9232"/>
                    <a:pt x="14703" y="9173"/>
                  </a:cubicBezTo>
                  <a:cubicBezTo>
                    <a:pt x="14584" y="9055"/>
                    <a:pt x="14584" y="8864"/>
                    <a:pt x="14703" y="8746"/>
                  </a:cubicBezTo>
                  <a:lnTo>
                    <a:pt x="18038" y="5412"/>
                  </a:lnTo>
                  <a:close/>
                  <a:moveTo>
                    <a:pt x="3978" y="6692"/>
                  </a:moveTo>
                  <a:cubicBezTo>
                    <a:pt x="4499" y="6692"/>
                    <a:pt x="5005" y="6962"/>
                    <a:pt x="5284" y="7443"/>
                  </a:cubicBezTo>
                  <a:cubicBezTo>
                    <a:pt x="5699" y="8161"/>
                    <a:pt x="5450" y="9084"/>
                    <a:pt x="4733" y="9497"/>
                  </a:cubicBezTo>
                  <a:cubicBezTo>
                    <a:pt x="4497" y="9633"/>
                    <a:pt x="4239" y="9698"/>
                    <a:pt x="3984" y="9698"/>
                  </a:cubicBezTo>
                  <a:cubicBezTo>
                    <a:pt x="3464" y="9698"/>
                    <a:pt x="2958" y="9429"/>
                    <a:pt x="2679" y="8947"/>
                  </a:cubicBezTo>
                  <a:cubicBezTo>
                    <a:pt x="2265" y="8230"/>
                    <a:pt x="2512" y="7307"/>
                    <a:pt x="3230" y="6892"/>
                  </a:cubicBezTo>
                  <a:cubicBezTo>
                    <a:pt x="3466" y="6757"/>
                    <a:pt x="3724" y="6692"/>
                    <a:pt x="3978" y="6692"/>
                  </a:cubicBezTo>
                  <a:close/>
                  <a:moveTo>
                    <a:pt x="17940" y="7687"/>
                  </a:moveTo>
                  <a:cubicBezTo>
                    <a:pt x="18713" y="8679"/>
                    <a:pt x="19178" y="9844"/>
                    <a:pt x="19296" y="11092"/>
                  </a:cubicBezTo>
                  <a:lnTo>
                    <a:pt x="16663" y="10386"/>
                  </a:lnTo>
                  <a:cubicBezTo>
                    <a:pt x="16633" y="10005"/>
                    <a:pt x="16539" y="9622"/>
                    <a:pt x="16385" y="9243"/>
                  </a:cubicBezTo>
                  <a:lnTo>
                    <a:pt x="17940" y="7687"/>
                  </a:lnTo>
                  <a:close/>
                  <a:moveTo>
                    <a:pt x="6397" y="8527"/>
                  </a:moveTo>
                  <a:cubicBezTo>
                    <a:pt x="6905" y="8663"/>
                    <a:pt x="10447" y="9612"/>
                    <a:pt x="10953" y="9748"/>
                  </a:cubicBezTo>
                  <a:cubicBezTo>
                    <a:pt x="11032" y="9769"/>
                    <a:pt x="11097" y="9818"/>
                    <a:pt x="11137" y="9890"/>
                  </a:cubicBezTo>
                  <a:cubicBezTo>
                    <a:pt x="11253" y="10092"/>
                    <a:pt x="11104" y="10343"/>
                    <a:pt x="10874" y="10343"/>
                  </a:cubicBezTo>
                  <a:cubicBezTo>
                    <a:pt x="10868" y="10343"/>
                    <a:pt x="10863" y="10344"/>
                    <a:pt x="10858" y="10344"/>
                  </a:cubicBezTo>
                  <a:cubicBezTo>
                    <a:pt x="10821" y="10344"/>
                    <a:pt x="10755" y="10324"/>
                    <a:pt x="9461" y="9976"/>
                  </a:cubicBezTo>
                  <a:cubicBezTo>
                    <a:pt x="9421" y="9965"/>
                    <a:pt x="9380" y="9960"/>
                    <a:pt x="9340" y="9960"/>
                  </a:cubicBezTo>
                  <a:cubicBezTo>
                    <a:pt x="9134" y="9960"/>
                    <a:pt x="8945" y="10097"/>
                    <a:pt x="8887" y="10308"/>
                  </a:cubicBezTo>
                  <a:cubicBezTo>
                    <a:pt x="8821" y="10557"/>
                    <a:pt x="8969" y="10814"/>
                    <a:pt x="9220" y="10882"/>
                  </a:cubicBezTo>
                  <a:lnTo>
                    <a:pt x="9761" y="11028"/>
                  </a:lnTo>
                  <a:cubicBezTo>
                    <a:pt x="9788" y="11288"/>
                    <a:pt x="9844" y="11544"/>
                    <a:pt x="9927" y="11790"/>
                  </a:cubicBezTo>
                  <a:lnTo>
                    <a:pt x="6587" y="11790"/>
                  </a:lnTo>
                  <a:cubicBezTo>
                    <a:pt x="6308" y="11790"/>
                    <a:pt x="6087" y="11553"/>
                    <a:pt x="6106" y="11273"/>
                  </a:cubicBezTo>
                  <a:cubicBezTo>
                    <a:pt x="6132" y="10874"/>
                    <a:pt x="6195" y="10480"/>
                    <a:pt x="6291" y="10097"/>
                  </a:cubicBezTo>
                  <a:cubicBezTo>
                    <a:pt x="7136" y="10322"/>
                    <a:pt x="7138" y="10328"/>
                    <a:pt x="7209" y="10328"/>
                  </a:cubicBezTo>
                  <a:cubicBezTo>
                    <a:pt x="7212" y="10328"/>
                    <a:pt x="7216" y="10328"/>
                    <a:pt x="7220" y="10328"/>
                  </a:cubicBezTo>
                  <a:cubicBezTo>
                    <a:pt x="7426" y="10328"/>
                    <a:pt x="7616" y="10190"/>
                    <a:pt x="7672" y="9980"/>
                  </a:cubicBezTo>
                  <a:cubicBezTo>
                    <a:pt x="7738" y="9731"/>
                    <a:pt x="7591" y="9474"/>
                    <a:pt x="7340" y="9406"/>
                  </a:cubicBezTo>
                  <a:lnTo>
                    <a:pt x="6242" y="9112"/>
                  </a:lnTo>
                  <a:cubicBezTo>
                    <a:pt x="6317" y="8923"/>
                    <a:pt x="6372" y="8728"/>
                    <a:pt x="6397" y="8527"/>
                  </a:cubicBezTo>
                  <a:close/>
                  <a:moveTo>
                    <a:pt x="13210" y="8140"/>
                  </a:moveTo>
                  <a:cubicBezTo>
                    <a:pt x="13443" y="8140"/>
                    <a:pt x="13677" y="8172"/>
                    <a:pt x="13908" y="8238"/>
                  </a:cubicBezTo>
                  <a:cubicBezTo>
                    <a:pt x="13568" y="8712"/>
                    <a:pt x="13596" y="9392"/>
                    <a:pt x="14038" y="9834"/>
                  </a:cubicBezTo>
                  <a:cubicBezTo>
                    <a:pt x="14281" y="10078"/>
                    <a:pt x="14598" y="10198"/>
                    <a:pt x="14914" y="10198"/>
                  </a:cubicBezTo>
                  <a:cubicBezTo>
                    <a:pt x="15170" y="10198"/>
                    <a:pt x="15425" y="10119"/>
                    <a:pt x="15640" y="9963"/>
                  </a:cubicBezTo>
                  <a:lnTo>
                    <a:pt x="15640" y="9963"/>
                  </a:lnTo>
                  <a:cubicBezTo>
                    <a:pt x="15808" y="10595"/>
                    <a:pt x="15752" y="11230"/>
                    <a:pt x="15473" y="11788"/>
                  </a:cubicBezTo>
                  <a:lnTo>
                    <a:pt x="10943" y="11790"/>
                  </a:lnTo>
                  <a:cubicBezTo>
                    <a:pt x="10863" y="11625"/>
                    <a:pt x="10798" y="11453"/>
                    <a:pt x="10755" y="11275"/>
                  </a:cubicBezTo>
                  <a:lnTo>
                    <a:pt x="10755" y="11275"/>
                  </a:lnTo>
                  <a:cubicBezTo>
                    <a:pt x="10798" y="11279"/>
                    <a:pt x="10841" y="11281"/>
                    <a:pt x="10883" y="11281"/>
                  </a:cubicBezTo>
                  <a:cubicBezTo>
                    <a:pt x="11812" y="11281"/>
                    <a:pt x="12430" y="10258"/>
                    <a:pt x="11948" y="9422"/>
                  </a:cubicBezTo>
                  <a:cubicBezTo>
                    <a:pt x="11817" y="9195"/>
                    <a:pt x="11621" y="9020"/>
                    <a:pt x="11388" y="8914"/>
                  </a:cubicBezTo>
                  <a:cubicBezTo>
                    <a:pt x="11871" y="8413"/>
                    <a:pt x="12531" y="8140"/>
                    <a:pt x="13210" y="8140"/>
                  </a:cubicBezTo>
                  <a:close/>
                  <a:moveTo>
                    <a:pt x="16607" y="11341"/>
                  </a:moveTo>
                  <a:lnTo>
                    <a:pt x="18279" y="11790"/>
                  </a:lnTo>
                  <a:lnTo>
                    <a:pt x="16488" y="11790"/>
                  </a:lnTo>
                  <a:cubicBezTo>
                    <a:pt x="16538" y="11642"/>
                    <a:pt x="16578" y="11494"/>
                    <a:pt x="16607" y="11341"/>
                  </a:cubicBezTo>
                  <a:close/>
                  <a:moveTo>
                    <a:pt x="23033" y="14437"/>
                  </a:moveTo>
                  <a:cubicBezTo>
                    <a:pt x="23830" y="14437"/>
                    <a:pt x="24480" y="15086"/>
                    <a:pt x="24480" y="15885"/>
                  </a:cubicBezTo>
                  <a:lnTo>
                    <a:pt x="24480" y="16096"/>
                  </a:lnTo>
                  <a:cubicBezTo>
                    <a:pt x="24480" y="17726"/>
                    <a:pt x="23213" y="19066"/>
                    <a:pt x="21612" y="19183"/>
                  </a:cubicBezTo>
                  <a:lnTo>
                    <a:pt x="21962" y="14437"/>
                  </a:lnTo>
                  <a:close/>
                  <a:moveTo>
                    <a:pt x="3454" y="14439"/>
                  </a:moveTo>
                  <a:lnTo>
                    <a:pt x="3804" y="19185"/>
                  </a:lnTo>
                  <a:cubicBezTo>
                    <a:pt x="2204" y="19066"/>
                    <a:pt x="936" y="17726"/>
                    <a:pt x="936" y="16096"/>
                  </a:cubicBezTo>
                  <a:lnTo>
                    <a:pt x="936" y="15887"/>
                  </a:lnTo>
                  <a:cubicBezTo>
                    <a:pt x="936" y="15089"/>
                    <a:pt x="1586" y="14439"/>
                    <a:pt x="2384" y="14439"/>
                  </a:cubicBezTo>
                  <a:close/>
                  <a:moveTo>
                    <a:pt x="8613" y="27174"/>
                  </a:moveTo>
                  <a:cubicBezTo>
                    <a:pt x="10026" y="28000"/>
                    <a:pt x="11546" y="28515"/>
                    <a:pt x="12707" y="28515"/>
                  </a:cubicBezTo>
                  <a:cubicBezTo>
                    <a:pt x="13822" y="28515"/>
                    <a:pt x="15338" y="28033"/>
                    <a:pt x="16799" y="27178"/>
                  </a:cubicBezTo>
                  <a:lnTo>
                    <a:pt x="16799" y="27960"/>
                  </a:lnTo>
                  <a:cubicBezTo>
                    <a:pt x="16801" y="29041"/>
                    <a:pt x="17432" y="30042"/>
                    <a:pt x="18408" y="30510"/>
                  </a:cubicBezTo>
                  <a:lnTo>
                    <a:pt x="19493" y="31031"/>
                  </a:lnTo>
                  <a:lnTo>
                    <a:pt x="5921" y="31031"/>
                  </a:lnTo>
                  <a:lnTo>
                    <a:pt x="7006" y="30510"/>
                  </a:lnTo>
                  <a:cubicBezTo>
                    <a:pt x="7982" y="30042"/>
                    <a:pt x="8613" y="29039"/>
                    <a:pt x="8613" y="27957"/>
                  </a:cubicBezTo>
                  <a:lnTo>
                    <a:pt x="8613" y="27174"/>
                  </a:lnTo>
                  <a:close/>
                  <a:moveTo>
                    <a:pt x="10895" y="1"/>
                  </a:moveTo>
                  <a:cubicBezTo>
                    <a:pt x="10197" y="1"/>
                    <a:pt x="9517" y="363"/>
                    <a:pt x="9142" y="1009"/>
                  </a:cubicBezTo>
                  <a:cubicBezTo>
                    <a:pt x="8771" y="1652"/>
                    <a:pt x="8794" y="2410"/>
                    <a:pt x="9134" y="3011"/>
                  </a:cubicBezTo>
                  <a:cubicBezTo>
                    <a:pt x="7574" y="3651"/>
                    <a:pt x="6196" y="4714"/>
                    <a:pt x="5176" y="6067"/>
                  </a:cubicBezTo>
                  <a:cubicBezTo>
                    <a:pt x="4811" y="5863"/>
                    <a:pt x="4397" y="5755"/>
                    <a:pt x="3977" y="5755"/>
                  </a:cubicBezTo>
                  <a:cubicBezTo>
                    <a:pt x="3563" y="5755"/>
                    <a:pt x="3144" y="5860"/>
                    <a:pt x="2760" y="6082"/>
                  </a:cubicBezTo>
                  <a:cubicBezTo>
                    <a:pt x="1595" y="6755"/>
                    <a:pt x="1194" y="8251"/>
                    <a:pt x="1867" y="9416"/>
                  </a:cubicBezTo>
                  <a:cubicBezTo>
                    <a:pt x="2204" y="10002"/>
                    <a:pt x="2748" y="10392"/>
                    <a:pt x="3354" y="10554"/>
                  </a:cubicBezTo>
                  <a:cubicBezTo>
                    <a:pt x="3216" y="11655"/>
                    <a:pt x="3301" y="12352"/>
                    <a:pt x="3385" y="13503"/>
                  </a:cubicBezTo>
                  <a:lnTo>
                    <a:pt x="2385" y="13503"/>
                  </a:lnTo>
                  <a:cubicBezTo>
                    <a:pt x="1071" y="13503"/>
                    <a:pt x="0" y="14572"/>
                    <a:pt x="0" y="15888"/>
                  </a:cubicBezTo>
                  <a:lnTo>
                    <a:pt x="0" y="16098"/>
                  </a:lnTo>
                  <a:cubicBezTo>
                    <a:pt x="0" y="18269"/>
                    <a:pt x="1724" y="20044"/>
                    <a:pt x="3875" y="20127"/>
                  </a:cubicBezTo>
                  <a:lnTo>
                    <a:pt x="3918" y="20701"/>
                  </a:lnTo>
                  <a:cubicBezTo>
                    <a:pt x="4007" y="21913"/>
                    <a:pt x="4457" y="23090"/>
                    <a:pt x="5257" y="24202"/>
                  </a:cubicBezTo>
                  <a:cubicBezTo>
                    <a:pt x="5348" y="24328"/>
                    <a:pt x="5492" y="24397"/>
                    <a:pt x="5637" y="24397"/>
                  </a:cubicBezTo>
                  <a:cubicBezTo>
                    <a:pt x="6014" y="24397"/>
                    <a:pt x="6242" y="23967"/>
                    <a:pt x="6017" y="23655"/>
                  </a:cubicBezTo>
                  <a:cubicBezTo>
                    <a:pt x="5320" y="22687"/>
                    <a:pt x="4929" y="21666"/>
                    <a:pt x="4852" y="20630"/>
                  </a:cubicBezTo>
                  <a:cubicBezTo>
                    <a:pt x="4625" y="17554"/>
                    <a:pt x="4479" y="15564"/>
                    <a:pt x="4387" y="14321"/>
                  </a:cubicBezTo>
                  <a:lnTo>
                    <a:pt x="4387" y="14321"/>
                  </a:lnTo>
                  <a:cubicBezTo>
                    <a:pt x="4387" y="14323"/>
                    <a:pt x="4387" y="14324"/>
                    <a:pt x="4387" y="14324"/>
                  </a:cubicBezTo>
                  <a:cubicBezTo>
                    <a:pt x="4388" y="14324"/>
                    <a:pt x="4252" y="12488"/>
                    <a:pt x="4252" y="12487"/>
                  </a:cubicBezTo>
                  <a:lnTo>
                    <a:pt x="4252" y="12487"/>
                  </a:lnTo>
                  <a:cubicBezTo>
                    <a:pt x="4252" y="12488"/>
                    <a:pt x="4286" y="12946"/>
                    <a:pt x="4387" y="14321"/>
                  </a:cubicBezTo>
                  <a:lnTo>
                    <a:pt x="4387" y="14321"/>
                  </a:lnTo>
                  <a:cubicBezTo>
                    <a:pt x="4384" y="14279"/>
                    <a:pt x="4346" y="13772"/>
                    <a:pt x="4242" y="12360"/>
                  </a:cubicBezTo>
                  <a:cubicBezTo>
                    <a:pt x="4199" y="11775"/>
                    <a:pt x="4215" y="11190"/>
                    <a:pt x="4291" y="10615"/>
                  </a:cubicBezTo>
                  <a:cubicBezTo>
                    <a:pt x="4647" y="10570"/>
                    <a:pt x="4990" y="10445"/>
                    <a:pt x="5297" y="10249"/>
                  </a:cubicBezTo>
                  <a:lnTo>
                    <a:pt x="5297" y="10249"/>
                  </a:lnTo>
                  <a:cubicBezTo>
                    <a:pt x="5234" y="10564"/>
                    <a:pt x="5191" y="10887"/>
                    <a:pt x="5169" y="11210"/>
                  </a:cubicBezTo>
                  <a:cubicBezTo>
                    <a:pt x="5116" y="12028"/>
                    <a:pt x="5766" y="12724"/>
                    <a:pt x="6587" y="12724"/>
                  </a:cubicBezTo>
                  <a:lnTo>
                    <a:pt x="18827" y="12724"/>
                  </a:lnTo>
                  <a:cubicBezTo>
                    <a:pt x="19366" y="12724"/>
                    <a:pt x="19877" y="12414"/>
                    <a:pt x="20114" y="11900"/>
                  </a:cubicBezTo>
                  <a:cubicBezTo>
                    <a:pt x="20125" y="11880"/>
                    <a:pt x="20133" y="11862"/>
                    <a:pt x="20140" y="11842"/>
                  </a:cubicBezTo>
                  <a:cubicBezTo>
                    <a:pt x="20220" y="11643"/>
                    <a:pt x="20256" y="11427"/>
                    <a:pt x="20242" y="11212"/>
                  </a:cubicBezTo>
                  <a:cubicBezTo>
                    <a:pt x="20140" y="9668"/>
                    <a:pt x="19574" y="8227"/>
                    <a:pt x="18604" y="7020"/>
                  </a:cubicBezTo>
                  <a:lnTo>
                    <a:pt x="19269" y="6354"/>
                  </a:lnTo>
                  <a:cubicBezTo>
                    <a:pt x="20658" y="8045"/>
                    <a:pt x="21332" y="10167"/>
                    <a:pt x="21170" y="12360"/>
                  </a:cubicBezTo>
                  <a:lnTo>
                    <a:pt x="20560" y="20630"/>
                  </a:lnTo>
                  <a:cubicBezTo>
                    <a:pt x="20288" y="24331"/>
                    <a:pt x="15558" y="27580"/>
                    <a:pt x="12702" y="27580"/>
                  </a:cubicBezTo>
                  <a:cubicBezTo>
                    <a:pt x="11473" y="27580"/>
                    <a:pt x="9284" y="26773"/>
                    <a:pt x="7484" y="25235"/>
                  </a:cubicBezTo>
                  <a:cubicBezTo>
                    <a:pt x="7395" y="25159"/>
                    <a:pt x="7287" y="25122"/>
                    <a:pt x="7179" y="25122"/>
                  </a:cubicBezTo>
                  <a:cubicBezTo>
                    <a:pt x="7047" y="25122"/>
                    <a:pt x="6916" y="25178"/>
                    <a:pt x="6824" y="25287"/>
                  </a:cubicBezTo>
                  <a:cubicBezTo>
                    <a:pt x="6654" y="25485"/>
                    <a:pt x="6677" y="25779"/>
                    <a:pt x="6875" y="25947"/>
                  </a:cubicBezTo>
                  <a:cubicBezTo>
                    <a:pt x="7129" y="26164"/>
                    <a:pt x="7398" y="26372"/>
                    <a:pt x="7673" y="26570"/>
                  </a:cubicBezTo>
                  <a:lnTo>
                    <a:pt x="7673" y="27957"/>
                  </a:lnTo>
                  <a:cubicBezTo>
                    <a:pt x="7673" y="28682"/>
                    <a:pt x="7251" y="29353"/>
                    <a:pt x="6598" y="29665"/>
                  </a:cubicBezTo>
                  <a:lnTo>
                    <a:pt x="4671" y="30590"/>
                  </a:lnTo>
                  <a:cubicBezTo>
                    <a:pt x="4364" y="30738"/>
                    <a:pt x="4202" y="31074"/>
                    <a:pt x="4278" y="31404"/>
                  </a:cubicBezTo>
                  <a:cubicBezTo>
                    <a:pt x="4353" y="31735"/>
                    <a:pt x="4644" y="31966"/>
                    <a:pt x="4984" y="31966"/>
                  </a:cubicBezTo>
                  <a:lnTo>
                    <a:pt x="20424" y="31966"/>
                  </a:lnTo>
                  <a:cubicBezTo>
                    <a:pt x="20765" y="31966"/>
                    <a:pt x="21055" y="31735"/>
                    <a:pt x="21131" y="31404"/>
                  </a:cubicBezTo>
                  <a:cubicBezTo>
                    <a:pt x="21206" y="31071"/>
                    <a:pt x="21045" y="30738"/>
                    <a:pt x="20738" y="30590"/>
                  </a:cubicBezTo>
                  <a:lnTo>
                    <a:pt x="18810" y="29665"/>
                  </a:lnTo>
                  <a:cubicBezTo>
                    <a:pt x="18157" y="29352"/>
                    <a:pt x="17736" y="28680"/>
                    <a:pt x="17736" y="27957"/>
                  </a:cubicBezTo>
                  <a:lnTo>
                    <a:pt x="17736" y="26568"/>
                  </a:lnTo>
                  <a:cubicBezTo>
                    <a:pt x="19673" y="25179"/>
                    <a:pt x="21318" y="23132"/>
                    <a:pt x="21497" y="20699"/>
                  </a:cubicBezTo>
                  <a:lnTo>
                    <a:pt x="21540" y="20125"/>
                  </a:lnTo>
                  <a:cubicBezTo>
                    <a:pt x="23691" y="20042"/>
                    <a:pt x="25415" y="18267"/>
                    <a:pt x="25415" y="16096"/>
                  </a:cubicBezTo>
                  <a:lnTo>
                    <a:pt x="25415" y="15887"/>
                  </a:lnTo>
                  <a:cubicBezTo>
                    <a:pt x="25416" y="14572"/>
                    <a:pt x="24346" y="13500"/>
                    <a:pt x="23031" y="13500"/>
                  </a:cubicBezTo>
                  <a:lnTo>
                    <a:pt x="22030" y="13500"/>
                  </a:lnTo>
                  <a:lnTo>
                    <a:pt x="22108" y="12428"/>
                  </a:lnTo>
                  <a:cubicBezTo>
                    <a:pt x="22271" y="10223"/>
                    <a:pt x="21675" y="8088"/>
                    <a:pt x="20417" y="6310"/>
                  </a:cubicBezTo>
                  <a:cubicBezTo>
                    <a:pt x="21547" y="6096"/>
                    <a:pt x="22403" y="5103"/>
                    <a:pt x="22403" y="3912"/>
                  </a:cubicBezTo>
                  <a:cubicBezTo>
                    <a:pt x="22403" y="2566"/>
                    <a:pt x="21309" y="1471"/>
                    <a:pt x="19962" y="1471"/>
                  </a:cubicBezTo>
                  <a:cubicBezTo>
                    <a:pt x="18708" y="1471"/>
                    <a:pt x="17673" y="2420"/>
                    <a:pt x="17537" y="3638"/>
                  </a:cubicBezTo>
                  <a:cubicBezTo>
                    <a:pt x="16132" y="2796"/>
                    <a:pt x="14546" y="2342"/>
                    <a:pt x="12886" y="2312"/>
                  </a:cubicBezTo>
                  <a:cubicBezTo>
                    <a:pt x="13002" y="1517"/>
                    <a:pt x="12635" y="696"/>
                    <a:pt x="11899" y="270"/>
                  </a:cubicBezTo>
                  <a:cubicBezTo>
                    <a:pt x="11582" y="88"/>
                    <a:pt x="11237" y="1"/>
                    <a:pt x="1089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0"/>
            <p:cNvSpPr/>
            <p:nvPr/>
          </p:nvSpPr>
          <p:spPr>
            <a:xfrm>
              <a:off x="8183331" y="4371955"/>
              <a:ext cx="60882" cy="12234"/>
            </a:xfrm>
            <a:custGeom>
              <a:rect b="b" l="l" r="r" t="t"/>
              <a:pathLst>
                <a:path extrusionOk="0" h="938" w="4668">
                  <a:moveTo>
                    <a:pt x="468" y="1"/>
                  </a:moveTo>
                  <a:cubicBezTo>
                    <a:pt x="210" y="1"/>
                    <a:pt x="1" y="212"/>
                    <a:pt x="1" y="470"/>
                  </a:cubicBezTo>
                  <a:cubicBezTo>
                    <a:pt x="1" y="728"/>
                    <a:pt x="210" y="938"/>
                    <a:pt x="468" y="938"/>
                  </a:cubicBezTo>
                  <a:lnTo>
                    <a:pt x="4199" y="938"/>
                  </a:lnTo>
                  <a:cubicBezTo>
                    <a:pt x="4458" y="938"/>
                    <a:pt x="4667" y="728"/>
                    <a:pt x="4667" y="470"/>
                  </a:cubicBezTo>
                  <a:cubicBezTo>
                    <a:pt x="4667" y="212"/>
                    <a:pt x="4458"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0"/>
            <p:cNvSpPr/>
            <p:nvPr/>
          </p:nvSpPr>
          <p:spPr>
            <a:xfrm>
              <a:off x="8248258" y="4371955"/>
              <a:ext cx="77133" cy="76807"/>
            </a:xfrm>
            <a:custGeom>
              <a:rect b="b" l="l" r="r" t="t"/>
              <a:pathLst>
                <a:path extrusionOk="0" h="5889" w="5914">
                  <a:moveTo>
                    <a:pt x="2961" y="1"/>
                  </a:moveTo>
                  <a:cubicBezTo>
                    <a:pt x="2015" y="1"/>
                    <a:pt x="1246" y="771"/>
                    <a:pt x="1246" y="1716"/>
                  </a:cubicBezTo>
                  <a:lnTo>
                    <a:pt x="1246" y="4174"/>
                  </a:lnTo>
                  <a:cubicBezTo>
                    <a:pt x="1246" y="4603"/>
                    <a:pt x="897" y="4951"/>
                    <a:pt x="468" y="4951"/>
                  </a:cubicBezTo>
                  <a:cubicBezTo>
                    <a:pt x="210" y="4951"/>
                    <a:pt x="0" y="5162"/>
                    <a:pt x="0" y="5421"/>
                  </a:cubicBezTo>
                  <a:cubicBezTo>
                    <a:pt x="0" y="5679"/>
                    <a:pt x="210" y="5888"/>
                    <a:pt x="468" y="5888"/>
                  </a:cubicBezTo>
                  <a:cubicBezTo>
                    <a:pt x="1414" y="5888"/>
                    <a:pt x="2183" y="5119"/>
                    <a:pt x="2183" y="4174"/>
                  </a:cubicBezTo>
                  <a:lnTo>
                    <a:pt x="2183" y="1716"/>
                  </a:lnTo>
                  <a:cubicBezTo>
                    <a:pt x="2183" y="1288"/>
                    <a:pt x="2533" y="938"/>
                    <a:pt x="2961" y="938"/>
                  </a:cubicBezTo>
                  <a:lnTo>
                    <a:pt x="5446" y="938"/>
                  </a:lnTo>
                  <a:cubicBezTo>
                    <a:pt x="5704" y="938"/>
                    <a:pt x="5914" y="728"/>
                    <a:pt x="5914" y="470"/>
                  </a:cubicBezTo>
                  <a:cubicBezTo>
                    <a:pt x="5914" y="212"/>
                    <a:pt x="5704"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0"/>
            <p:cNvSpPr/>
            <p:nvPr/>
          </p:nvSpPr>
          <p:spPr>
            <a:xfrm>
              <a:off x="8215781" y="4481725"/>
              <a:ext cx="77159" cy="12234"/>
            </a:xfrm>
            <a:custGeom>
              <a:rect b="b" l="l" r="r" t="t"/>
              <a:pathLst>
                <a:path extrusionOk="0" h="938" w="5916">
                  <a:moveTo>
                    <a:pt x="469" y="1"/>
                  </a:moveTo>
                  <a:cubicBezTo>
                    <a:pt x="210" y="1"/>
                    <a:pt x="1" y="212"/>
                    <a:pt x="1" y="470"/>
                  </a:cubicBezTo>
                  <a:cubicBezTo>
                    <a:pt x="1" y="728"/>
                    <a:pt x="210" y="938"/>
                    <a:pt x="469" y="938"/>
                  </a:cubicBezTo>
                  <a:lnTo>
                    <a:pt x="5448" y="938"/>
                  </a:lnTo>
                  <a:cubicBezTo>
                    <a:pt x="5706" y="938"/>
                    <a:pt x="5916" y="728"/>
                    <a:pt x="5916" y="470"/>
                  </a:cubicBezTo>
                  <a:cubicBezTo>
                    <a:pt x="5916" y="212"/>
                    <a:pt x="5706" y="1"/>
                    <a:pt x="54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4" name="Google Shape;2994;p50"/>
          <p:cNvGrpSpPr/>
          <p:nvPr/>
        </p:nvGrpSpPr>
        <p:grpSpPr>
          <a:xfrm>
            <a:off x="5285663" y="1931025"/>
            <a:ext cx="577900" cy="576325"/>
            <a:chOff x="5285663" y="1778625"/>
            <a:chExt cx="577900" cy="576325"/>
          </a:xfrm>
        </p:grpSpPr>
        <p:sp>
          <p:nvSpPr>
            <p:cNvPr id="2995" name="Google Shape;2995;p50"/>
            <p:cNvSpPr/>
            <p:nvPr/>
          </p:nvSpPr>
          <p:spPr>
            <a:xfrm>
              <a:off x="5294763" y="1787725"/>
              <a:ext cx="424650" cy="558125"/>
            </a:xfrm>
            <a:custGeom>
              <a:rect b="b" l="l" r="r" t="t"/>
              <a:pathLst>
                <a:path extrusionOk="0" h="22325" w="16986">
                  <a:moveTo>
                    <a:pt x="1887" y="0"/>
                  </a:moveTo>
                  <a:cubicBezTo>
                    <a:pt x="846" y="0"/>
                    <a:pt x="1" y="872"/>
                    <a:pt x="1" y="1942"/>
                  </a:cubicBezTo>
                  <a:lnTo>
                    <a:pt x="1" y="20383"/>
                  </a:lnTo>
                  <a:cubicBezTo>
                    <a:pt x="1" y="21456"/>
                    <a:pt x="843" y="22325"/>
                    <a:pt x="1887" y="22325"/>
                  </a:cubicBezTo>
                  <a:lnTo>
                    <a:pt x="15100" y="22325"/>
                  </a:lnTo>
                  <a:cubicBezTo>
                    <a:pt x="16140" y="22325"/>
                    <a:pt x="16986" y="21453"/>
                    <a:pt x="16986" y="20383"/>
                  </a:cubicBezTo>
                  <a:lnTo>
                    <a:pt x="16986" y="16235"/>
                  </a:lnTo>
                  <a:lnTo>
                    <a:pt x="16986" y="13588"/>
                  </a:lnTo>
                  <a:lnTo>
                    <a:pt x="16986" y="1942"/>
                  </a:lnTo>
                  <a:cubicBezTo>
                    <a:pt x="16986" y="869"/>
                    <a:pt x="16140" y="0"/>
                    <a:pt x="15097"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0"/>
            <p:cNvSpPr/>
            <p:nvPr/>
          </p:nvSpPr>
          <p:spPr>
            <a:xfrm>
              <a:off x="5355438" y="1848375"/>
              <a:ext cx="48525" cy="436750"/>
            </a:xfrm>
            <a:custGeom>
              <a:rect b="b" l="l" r="r" t="t"/>
              <a:pathLst>
                <a:path extrusionOk="0" h="17470" w="1941">
                  <a:moveTo>
                    <a:pt x="972" y="0"/>
                  </a:moveTo>
                  <a:cubicBezTo>
                    <a:pt x="437" y="0"/>
                    <a:pt x="1" y="436"/>
                    <a:pt x="1" y="971"/>
                  </a:cubicBezTo>
                  <a:cubicBezTo>
                    <a:pt x="1" y="1505"/>
                    <a:pt x="434" y="1941"/>
                    <a:pt x="972" y="1941"/>
                  </a:cubicBezTo>
                  <a:cubicBezTo>
                    <a:pt x="1506" y="1941"/>
                    <a:pt x="1941" y="1508"/>
                    <a:pt x="1941" y="971"/>
                  </a:cubicBezTo>
                  <a:cubicBezTo>
                    <a:pt x="1941" y="436"/>
                    <a:pt x="1507" y="0"/>
                    <a:pt x="972" y="0"/>
                  </a:cubicBezTo>
                  <a:close/>
                  <a:moveTo>
                    <a:pt x="972" y="7765"/>
                  </a:moveTo>
                  <a:cubicBezTo>
                    <a:pt x="434" y="7765"/>
                    <a:pt x="1" y="8201"/>
                    <a:pt x="1" y="8736"/>
                  </a:cubicBezTo>
                  <a:cubicBezTo>
                    <a:pt x="1" y="9272"/>
                    <a:pt x="437" y="9705"/>
                    <a:pt x="972" y="9705"/>
                  </a:cubicBezTo>
                  <a:cubicBezTo>
                    <a:pt x="1507" y="9705"/>
                    <a:pt x="1941" y="9270"/>
                    <a:pt x="1941" y="8736"/>
                  </a:cubicBezTo>
                  <a:cubicBezTo>
                    <a:pt x="1941" y="8201"/>
                    <a:pt x="1507" y="7765"/>
                    <a:pt x="972" y="7765"/>
                  </a:cubicBezTo>
                  <a:close/>
                  <a:moveTo>
                    <a:pt x="972" y="15530"/>
                  </a:moveTo>
                  <a:cubicBezTo>
                    <a:pt x="434" y="15530"/>
                    <a:pt x="1" y="15965"/>
                    <a:pt x="1" y="16501"/>
                  </a:cubicBezTo>
                  <a:cubicBezTo>
                    <a:pt x="1" y="17035"/>
                    <a:pt x="437" y="17470"/>
                    <a:pt x="972" y="17470"/>
                  </a:cubicBezTo>
                  <a:cubicBezTo>
                    <a:pt x="1507" y="17470"/>
                    <a:pt x="1941" y="17035"/>
                    <a:pt x="1941" y="16501"/>
                  </a:cubicBezTo>
                  <a:cubicBezTo>
                    <a:pt x="1941" y="15965"/>
                    <a:pt x="1507" y="15530"/>
                    <a:pt x="972" y="155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0"/>
            <p:cNvSpPr/>
            <p:nvPr/>
          </p:nvSpPr>
          <p:spPr>
            <a:xfrm>
              <a:off x="5625363" y="1787725"/>
              <a:ext cx="18250" cy="558125"/>
            </a:xfrm>
            <a:custGeom>
              <a:rect b="b" l="l" r="r" t="t"/>
              <a:pathLst>
                <a:path extrusionOk="0" h="22325" w="730">
                  <a:moveTo>
                    <a:pt x="2" y="0"/>
                  </a:moveTo>
                  <a:lnTo>
                    <a:pt x="2" y="1457"/>
                  </a:lnTo>
                  <a:cubicBezTo>
                    <a:pt x="2" y="1657"/>
                    <a:pt x="165" y="1821"/>
                    <a:pt x="365" y="1821"/>
                  </a:cubicBezTo>
                  <a:cubicBezTo>
                    <a:pt x="566" y="1821"/>
                    <a:pt x="729" y="1657"/>
                    <a:pt x="729" y="1457"/>
                  </a:cubicBezTo>
                  <a:lnTo>
                    <a:pt x="729" y="0"/>
                  </a:lnTo>
                  <a:close/>
                  <a:moveTo>
                    <a:pt x="365" y="2500"/>
                  </a:moveTo>
                  <a:cubicBezTo>
                    <a:pt x="165" y="2500"/>
                    <a:pt x="2" y="2664"/>
                    <a:pt x="2" y="2864"/>
                  </a:cubicBezTo>
                  <a:lnTo>
                    <a:pt x="2" y="2912"/>
                  </a:lnTo>
                  <a:cubicBezTo>
                    <a:pt x="2" y="3113"/>
                    <a:pt x="165" y="3276"/>
                    <a:pt x="365" y="3276"/>
                  </a:cubicBezTo>
                  <a:cubicBezTo>
                    <a:pt x="566" y="3276"/>
                    <a:pt x="728" y="3113"/>
                    <a:pt x="729" y="2912"/>
                  </a:cubicBezTo>
                  <a:lnTo>
                    <a:pt x="729" y="2864"/>
                  </a:lnTo>
                  <a:cubicBezTo>
                    <a:pt x="729" y="2664"/>
                    <a:pt x="566" y="2500"/>
                    <a:pt x="365" y="2500"/>
                  </a:cubicBezTo>
                  <a:close/>
                  <a:moveTo>
                    <a:pt x="364" y="4005"/>
                  </a:moveTo>
                  <a:cubicBezTo>
                    <a:pt x="162" y="4005"/>
                    <a:pt x="0" y="4167"/>
                    <a:pt x="0" y="4369"/>
                  </a:cubicBezTo>
                  <a:lnTo>
                    <a:pt x="0" y="22325"/>
                  </a:lnTo>
                  <a:lnTo>
                    <a:pt x="728" y="22325"/>
                  </a:lnTo>
                  <a:lnTo>
                    <a:pt x="728" y="4369"/>
                  </a:lnTo>
                  <a:cubicBezTo>
                    <a:pt x="728" y="4167"/>
                    <a:pt x="564" y="4005"/>
                    <a:pt x="364" y="400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0"/>
            <p:cNvSpPr/>
            <p:nvPr/>
          </p:nvSpPr>
          <p:spPr>
            <a:xfrm>
              <a:off x="5477138" y="1983450"/>
              <a:ext cx="378100" cy="362400"/>
            </a:xfrm>
            <a:custGeom>
              <a:rect b="b" l="l" r="r" t="t"/>
              <a:pathLst>
                <a:path extrusionOk="0" h="14496" w="15124">
                  <a:moveTo>
                    <a:pt x="11656" y="1"/>
                  </a:moveTo>
                  <a:cubicBezTo>
                    <a:pt x="11407" y="1"/>
                    <a:pt x="11159" y="95"/>
                    <a:pt x="10970" y="284"/>
                  </a:cubicBezTo>
                  <a:lnTo>
                    <a:pt x="2050" y="9205"/>
                  </a:lnTo>
                  <a:cubicBezTo>
                    <a:pt x="1670" y="9586"/>
                    <a:pt x="1670" y="10200"/>
                    <a:pt x="2050" y="10579"/>
                  </a:cubicBezTo>
                  <a:lnTo>
                    <a:pt x="2243" y="10772"/>
                  </a:lnTo>
                  <a:lnTo>
                    <a:pt x="191" y="12824"/>
                  </a:lnTo>
                  <a:cubicBezTo>
                    <a:pt x="0" y="13012"/>
                    <a:pt x="0" y="13319"/>
                    <a:pt x="191" y="13509"/>
                  </a:cubicBezTo>
                  <a:lnTo>
                    <a:pt x="1173" y="14496"/>
                  </a:lnTo>
                  <a:lnTo>
                    <a:pt x="2547" y="14496"/>
                  </a:lnTo>
                  <a:lnTo>
                    <a:pt x="4255" y="12786"/>
                  </a:lnTo>
                  <a:lnTo>
                    <a:pt x="4448" y="12981"/>
                  </a:lnTo>
                  <a:cubicBezTo>
                    <a:pt x="4639" y="13170"/>
                    <a:pt x="4888" y="13264"/>
                    <a:pt x="5136" y="13264"/>
                  </a:cubicBezTo>
                  <a:cubicBezTo>
                    <a:pt x="5385" y="13264"/>
                    <a:pt x="5633" y="13170"/>
                    <a:pt x="5823" y="12981"/>
                  </a:cubicBezTo>
                  <a:lnTo>
                    <a:pt x="14744" y="4058"/>
                  </a:lnTo>
                  <a:cubicBezTo>
                    <a:pt x="15124" y="3680"/>
                    <a:pt x="15124" y="3064"/>
                    <a:pt x="14744" y="2686"/>
                  </a:cubicBezTo>
                  <a:lnTo>
                    <a:pt x="12343" y="284"/>
                  </a:lnTo>
                  <a:cubicBezTo>
                    <a:pt x="12153" y="95"/>
                    <a:pt x="11904" y="1"/>
                    <a:pt x="1165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0"/>
            <p:cNvSpPr/>
            <p:nvPr/>
          </p:nvSpPr>
          <p:spPr>
            <a:xfrm>
              <a:off x="5518888" y="1983400"/>
              <a:ext cx="336350" cy="331675"/>
            </a:xfrm>
            <a:custGeom>
              <a:rect b="b" l="l" r="r" t="t"/>
              <a:pathLst>
                <a:path extrusionOk="0" h="13267" w="13454">
                  <a:moveTo>
                    <a:pt x="9986" y="1"/>
                  </a:moveTo>
                  <a:cubicBezTo>
                    <a:pt x="9737" y="1"/>
                    <a:pt x="9489" y="96"/>
                    <a:pt x="9300" y="286"/>
                  </a:cubicBezTo>
                  <a:lnTo>
                    <a:pt x="380" y="9207"/>
                  </a:lnTo>
                  <a:cubicBezTo>
                    <a:pt x="0" y="9588"/>
                    <a:pt x="0" y="10202"/>
                    <a:pt x="380" y="10581"/>
                  </a:cubicBezTo>
                  <a:lnTo>
                    <a:pt x="2778" y="12983"/>
                  </a:lnTo>
                  <a:cubicBezTo>
                    <a:pt x="2969" y="13172"/>
                    <a:pt x="3218" y="13266"/>
                    <a:pt x="3466" y="13266"/>
                  </a:cubicBezTo>
                  <a:cubicBezTo>
                    <a:pt x="3715" y="13266"/>
                    <a:pt x="3963" y="13172"/>
                    <a:pt x="4153" y="12983"/>
                  </a:cubicBezTo>
                  <a:lnTo>
                    <a:pt x="13074" y="4061"/>
                  </a:lnTo>
                  <a:cubicBezTo>
                    <a:pt x="13454" y="3682"/>
                    <a:pt x="13454" y="3066"/>
                    <a:pt x="13074" y="2688"/>
                  </a:cubicBezTo>
                  <a:lnTo>
                    <a:pt x="10673" y="286"/>
                  </a:lnTo>
                  <a:cubicBezTo>
                    <a:pt x="10483" y="96"/>
                    <a:pt x="10234" y="1"/>
                    <a:pt x="99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0"/>
            <p:cNvSpPr/>
            <p:nvPr/>
          </p:nvSpPr>
          <p:spPr>
            <a:xfrm>
              <a:off x="5703763" y="1986975"/>
              <a:ext cx="146750" cy="144375"/>
            </a:xfrm>
            <a:custGeom>
              <a:rect b="b" l="l" r="r" t="t"/>
              <a:pathLst>
                <a:path extrusionOk="0" h="5775" w="5870">
                  <a:moveTo>
                    <a:pt x="4309" y="1"/>
                  </a:moveTo>
                  <a:cubicBezTo>
                    <a:pt x="4185" y="1"/>
                    <a:pt x="4061" y="48"/>
                    <a:pt x="3965" y="143"/>
                  </a:cubicBezTo>
                  <a:lnTo>
                    <a:pt x="191" y="3918"/>
                  </a:lnTo>
                  <a:cubicBezTo>
                    <a:pt x="1" y="4107"/>
                    <a:pt x="1" y="4414"/>
                    <a:pt x="191" y="4604"/>
                  </a:cubicBezTo>
                  <a:lnTo>
                    <a:pt x="1220" y="5632"/>
                  </a:lnTo>
                  <a:cubicBezTo>
                    <a:pt x="1314" y="5727"/>
                    <a:pt x="1437" y="5775"/>
                    <a:pt x="1561" y="5775"/>
                  </a:cubicBezTo>
                  <a:cubicBezTo>
                    <a:pt x="1685" y="5775"/>
                    <a:pt x="1810" y="5727"/>
                    <a:pt x="1905" y="5632"/>
                  </a:cubicBezTo>
                  <a:lnTo>
                    <a:pt x="5679" y="1857"/>
                  </a:lnTo>
                  <a:cubicBezTo>
                    <a:pt x="5870" y="1670"/>
                    <a:pt x="5870" y="1361"/>
                    <a:pt x="5679" y="1172"/>
                  </a:cubicBezTo>
                  <a:lnTo>
                    <a:pt x="4652" y="143"/>
                  </a:lnTo>
                  <a:cubicBezTo>
                    <a:pt x="4557" y="48"/>
                    <a:pt x="4433" y="1"/>
                    <a:pt x="43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0"/>
            <p:cNvSpPr/>
            <p:nvPr/>
          </p:nvSpPr>
          <p:spPr>
            <a:xfrm>
              <a:off x="5285663" y="1778625"/>
              <a:ext cx="577900" cy="576325"/>
            </a:xfrm>
            <a:custGeom>
              <a:rect b="b" l="l" r="r" t="t"/>
              <a:pathLst>
                <a:path extrusionOk="0" h="23053" w="23116">
                  <a:moveTo>
                    <a:pt x="3763" y="3155"/>
                  </a:moveTo>
                  <a:cubicBezTo>
                    <a:pt x="4097" y="3155"/>
                    <a:pt x="4368" y="3427"/>
                    <a:pt x="4368" y="3761"/>
                  </a:cubicBezTo>
                  <a:cubicBezTo>
                    <a:pt x="4368" y="4096"/>
                    <a:pt x="4097" y="4366"/>
                    <a:pt x="3763" y="4366"/>
                  </a:cubicBezTo>
                  <a:cubicBezTo>
                    <a:pt x="3429" y="4366"/>
                    <a:pt x="3157" y="4095"/>
                    <a:pt x="3157" y="3761"/>
                  </a:cubicBezTo>
                  <a:cubicBezTo>
                    <a:pt x="3157" y="3427"/>
                    <a:pt x="3429" y="3155"/>
                    <a:pt x="3763" y="3155"/>
                  </a:cubicBezTo>
                  <a:close/>
                  <a:moveTo>
                    <a:pt x="3763" y="2426"/>
                  </a:moveTo>
                  <a:cubicBezTo>
                    <a:pt x="3026" y="2426"/>
                    <a:pt x="2428" y="3025"/>
                    <a:pt x="2428" y="3761"/>
                  </a:cubicBezTo>
                  <a:cubicBezTo>
                    <a:pt x="2428" y="4497"/>
                    <a:pt x="3026" y="5095"/>
                    <a:pt x="3763" y="5095"/>
                  </a:cubicBezTo>
                  <a:cubicBezTo>
                    <a:pt x="4497" y="5095"/>
                    <a:pt x="5097" y="4496"/>
                    <a:pt x="5097" y="3761"/>
                  </a:cubicBezTo>
                  <a:cubicBezTo>
                    <a:pt x="5097" y="3026"/>
                    <a:pt x="4497" y="2426"/>
                    <a:pt x="3763" y="2426"/>
                  </a:cubicBezTo>
                  <a:close/>
                  <a:moveTo>
                    <a:pt x="7159" y="5946"/>
                  </a:moveTo>
                  <a:cubicBezTo>
                    <a:pt x="6959" y="5946"/>
                    <a:pt x="6795" y="6110"/>
                    <a:pt x="6795" y="6310"/>
                  </a:cubicBezTo>
                  <a:cubicBezTo>
                    <a:pt x="6795" y="6511"/>
                    <a:pt x="6959" y="6674"/>
                    <a:pt x="7159" y="6674"/>
                  </a:cubicBezTo>
                  <a:lnTo>
                    <a:pt x="10556" y="6674"/>
                  </a:lnTo>
                  <a:cubicBezTo>
                    <a:pt x="10756" y="6674"/>
                    <a:pt x="10919" y="6511"/>
                    <a:pt x="10919" y="6310"/>
                  </a:cubicBezTo>
                  <a:cubicBezTo>
                    <a:pt x="10919" y="6107"/>
                    <a:pt x="10756" y="5946"/>
                    <a:pt x="10556" y="5946"/>
                  </a:cubicBezTo>
                  <a:close/>
                  <a:moveTo>
                    <a:pt x="7159" y="7400"/>
                  </a:moveTo>
                  <a:cubicBezTo>
                    <a:pt x="6959" y="7400"/>
                    <a:pt x="6795" y="7564"/>
                    <a:pt x="6795" y="7766"/>
                  </a:cubicBezTo>
                  <a:cubicBezTo>
                    <a:pt x="6795" y="7966"/>
                    <a:pt x="6959" y="8129"/>
                    <a:pt x="7159" y="8129"/>
                  </a:cubicBezTo>
                  <a:lnTo>
                    <a:pt x="10556" y="8129"/>
                  </a:lnTo>
                  <a:cubicBezTo>
                    <a:pt x="10756" y="8129"/>
                    <a:pt x="10919" y="7966"/>
                    <a:pt x="10919" y="7766"/>
                  </a:cubicBezTo>
                  <a:cubicBezTo>
                    <a:pt x="10919" y="7564"/>
                    <a:pt x="10756" y="7400"/>
                    <a:pt x="10556" y="7400"/>
                  </a:cubicBezTo>
                  <a:close/>
                  <a:moveTo>
                    <a:pt x="7159" y="10800"/>
                  </a:moveTo>
                  <a:cubicBezTo>
                    <a:pt x="6959" y="10800"/>
                    <a:pt x="6795" y="10963"/>
                    <a:pt x="6795" y="11163"/>
                  </a:cubicBezTo>
                  <a:cubicBezTo>
                    <a:pt x="6795" y="11364"/>
                    <a:pt x="6959" y="11527"/>
                    <a:pt x="7159" y="11527"/>
                  </a:cubicBezTo>
                  <a:lnTo>
                    <a:pt x="10556" y="11527"/>
                  </a:lnTo>
                  <a:cubicBezTo>
                    <a:pt x="10756" y="11527"/>
                    <a:pt x="10919" y="11364"/>
                    <a:pt x="10919" y="11163"/>
                  </a:cubicBezTo>
                  <a:cubicBezTo>
                    <a:pt x="10919" y="10960"/>
                    <a:pt x="10756" y="10800"/>
                    <a:pt x="10556" y="10800"/>
                  </a:cubicBezTo>
                  <a:close/>
                  <a:moveTo>
                    <a:pt x="3763" y="10920"/>
                  </a:moveTo>
                  <a:cubicBezTo>
                    <a:pt x="4097" y="10920"/>
                    <a:pt x="4368" y="11192"/>
                    <a:pt x="4368" y="11526"/>
                  </a:cubicBezTo>
                  <a:cubicBezTo>
                    <a:pt x="4368" y="11861"/>
                    <a:pt x="4097" y="12131"/>
                    <a:pt x="3763" y="12131"/>
                  </a:cubicBezTo>
                  <a:cubicBezTo>
                    <a:pt x="3429" y="12131"/>
                    <a:pt x="3157" y="11860"/>
                    <a:pt x="3157" y="11526"/>
                  </a:cubicBezTo>
                  <a:cubicBezTo>
                    <a:pt x="3157" y="11192"/>
                    <a:pt x="3429" y="10920"/>
                    <a:pt x="3763" y="10920"/>
                  </a:cubicBezTo>
                  <a:close/>
                  <a:moveTo>
                    <a:pt x="3763" y="10191"/>
                  </a:moveTo>
                  <a:cubicBezTo>
                    <a:pt x="3026" y="10191"/>
                    <a:pt x="2428" y="10790"/>
                    <a:pt x="2428" y="11526"/>
                  </a:cubicBezTo>
                  <a:cubicBezTo>
                    <a:pt x="2428" y="12260"/>
                    <a:pt x="3026" y="12860"/>
                    <a:pt x="3763" y="12860"/>
                  </a:cubicBezTo>
                  <a:cubicBezTo>
                    <a:pt x="4497" y="12860"/>
                    <a:pt x="5097" y="12260"/>
                    <a:pt x="5097" y="11526"/>
                  </a:cubicBezTo>
                  <a:cubicBezTo>
                    <a:pt x="5097" y="10790"/>
                    <a:pt x="4497" y="10191"/>
                    <a:pt x="3763" y="10191"/>
                  </a:cubicBezTo>
                  <a:close/>
                  <a:moveTo>
                    <a:pt x="7158" y="12253"/>
                  </a:moveTo>
                  <a:cubicBezTo>
                    <a:pt x="6956" y="12253"/>
                    <a:pt x="6792" y="12417"/>
                    <a:pt x="6792" y="12619"/>
                  </a:cubicBezTo>
                  <a:cubicBezTo>
                    <a:pt x="6792" y="12819"/>
                    <a:pt x="6956" y="12982"/>
                    <a:pt x="7158" y="12982"/>
                  </a:cubicBezTo>
                  <a:lnTo>
                    <a:pt x="8614" y="12982"/>
                  </a:lnTo>
                  <a:cubicBezTo>
                    <a:pt x="8816" y="12982"/>
                    <a:pt x="8978" y="12819"/>
                    <a:pt x="8978" y="12619"/>
                  </a:cubicBezTo>
                  <a:cubicBezTo>
                    <a:pt x="8978" y="12417"/>
                    <a:pt x="8815" y="12253"/>
                    <a:pt x="8614" y="12253"/>
                  </a:cubicBezTo>
                  <a:close/>
                  <a:moveTo>
                    <a:pt x="20969" y="8694"/>
                  </a:moveTo>
                  <a:cubicBezTo>
                    <a:pt x="20988" y="8694"/>
                    <a:pt x="21025" y="8699"/>
                    <a:pt x="21055" y="8729"/>
                  </a:cubicBezTo>
                  <a:lnTo>
                    <a:pt x="22084" y="9759"/>
                  </a:lnTo>
                  <a:cubicBezTo>
                    <a:pt x="22132" y="9808"/>
                    <a:pt x="22132" y="9884"/>
                    <a:pt x="22084" y="9933"/>
                  </a:cubicBezTo>
                  <a:lnTo>
                    <a:pt x="18309" y="13707"/>
                  </a:lnTo>
                  <a:cubicBezTo>
                    <a:pt x="18285" y="13731"/>
                    <a:pt x="18254" y="13743"/>
                    <a:pt x="18223" y="13743"/>
                  </a:cubicBezTo>
                  <a:cubicBezTo>
                    <a:pt x="18192" y="13743"/>
                    <a:pt x="18161" y="13731"/>
                    <a:pt x="18137" y="13707"/>
                  </a:cubicBezTo>
                  <a:lnTo>
                    <a:pt x="17108" y="12678"/>
                  </a:lnTo>
                  <a:cubicBezTo>
                    <a:pt x="17078" y="12648"/>
                    <a:pt x="17073" y="12613"/>
                    <a:pt x="17073" y="12593"/>
                  </a:cubicBezTo>
                  <a:cubicBezTo>
                    <a:pt x="17073" y="12576"/>
                    <a:pt x="17078" y="12538"/>
                    <a:pt x="17108" y="12508"/>
                  </a:cubicBezTo>
                  <a:lnTo>
                    <a:pt x="20884" y="8729"/>
                  </a:lnTo>
                  <a:cubicBezTo>
                    <a:pt x="20915" y="8699"/>
                    <a:pt x="20952" y="8694"/>
                    <a:pt x="20969" y="8694"/>
                  </a:cubicBezTo>
                  <a:close/>
                  <a:moveTo>
                    <a:pt x="3763" y="18684"/>
                  </a:moveTo>
                  <a:cubicBezTo>
                    <a:pt x="4097" y="18684"/>
                    <a:pt x="4368" y="18957"/>
                    <a:pt x="4368" y="19291"/>
                  </a:cubicBezTo>
                  <a:cubicBezTo>
                    <a:pt x="4368" y="19626"/>
                    <a:pt x="4097" y="19896"/>
                    <a:pt x="3763" y="19896"/>
                  </a:cubicBezTo>
                  <a:cubicBezTo>
                    <a:pt x="3429" y="19896"/>
                    <a:pt x="3157" y="19625"/>
                    <a:pt x="3157" y="19291"/>
                  </a:cubicBezTo>
                  <a:cubicBezTo>
                    <a:pt x="3157" y="18957"/>
                    <a:pt x="3429" y="18684"/>
                    <a:pt x="3763" y="18684"/>
                  </a:cubicBezTo>
                  <a:close/>
                  <a:moveTo>
                    <a:pt x="3763" y="17956"/>
                  </a:moveTo>
                  <a:cubicBezTo>
                    <a:pt x="3026" y="17956"/>
                    <a:pt x="2428" y="18555"/>
                    <a:pt x="2428" y="19291"/>
                  </a:cubicBezTo>
                  <a:cubicBezTo>
                    <a:pt x="2428" y="20025"/>
                    <a:pt x="3026" y="20624"/>
                    <a:pt x="3763" y="20624"/>
                  </a:cubicBezTo>
                  <a:cubicBezTo>
                    <a:pt x="4497" y="20624"/>
                    <a:pt x="5097" y="20025"/>
                    <a:pt x="5097" y="19291"/>
                  </a:cubicBezTo>
                  <a:cubicBezTo>
                    <a:pt x="5097" y="18555"/>
                    <a:pt x="4497" y="17956"/>
                    <a:pt x="3763" y="17956"/>
                  </a:cubicBezTo>
                  <a:close/>
                  <a:moveTo>
                    <a:pt x="19253" y="8557"/>
                  </a:moveTo>
                  <a:cubicBezTo>
                    <a:pt x="19408" y="8557"/>
                    <a:pt x="19561" y="8615"/>
                    <a:pt x="19680" y="8735"/>
                  </a:cubicBezTo>
                  <a:cubicBezTo>
                    <a:pt x="19710" y="8765"/>
                    <a:pt x="19746" y="8789"/>
                    <a:pt x="19781" y="8806"/>
                  </a:cubicBezTo>
                  <a:lnTo>
                    <a:pt x="16592" y="11995"/>
                  </a:lnTo>
                  <a:cubicBezTo>
                    <a:pt x="16433" y="12154"/>
                    <a:pt x="16344" y="12367"/>
                    <a:pt x="16344" y="12594"/>
                  </a:cubicBezTo>
                  <a:cubicBezTo>
                    <a:pt x="16344" y="12822"/>
                    <a:pt x="16433" y="13035"/>
                    <a:pt x="16592" y="13196"/>
                  </a:cubicBezTo>
                  <a:lnTo>
                    <a:pt x="17621" y="14224"/>
                  </a:lnTo>
                  <a:cubicBezTo>
                    <a:pt x="17787" y="14389"/>
                    <a:pt x="18005" y="14472"/>
                    <a:pt x="18222" y="14472"/>
                  </a:cubicBezTo>
                  <a:cubicBezTo>
                    <a:pt x="18440" y="14472"/>
                    <a:pt x="18657" y="14389"/>
                    <a:pt x="18822" y="14224"/>
                  </a:cubicBezTo>
                  <a:lnTo>
                    <a:pt x="22011" y="11035"/>
                  </a:lnTo>
                  <a:cubicBezTo>
                    <a:pt x="22030" y="11072"/>
                    <a:pt x="22052" y="11107"/>
                    <a:pt x="22082" y="11136"/>
                  </a:cubicBezTo>
                  <a:cubicBezTo>
                    <a:pt x="22318" y="11372"/>
                    <a:pt x="22318" y="11759"/>
                    <a:pt x="22082" y="11995"/>
                  </a:cubicBezTo>
                  <a:lnTo>
                    <a:pt x="13162" y="20915"/>
                  </a:lnTo>
                  <a:cubicBezTo>
                    <a:pt x="13043" y="21034"/>
                    <a:pt x="12888" y="21093"/>
                    <a:pt x="12732" y="21093"/>
                  </a:cubicBezTo>
                  <a:cubicBezTo>
                    <a:pt x="12577" y="21093"/>
                    <a:pt x="12421" y="21034"/>
                    <a:pt x="12303" y="20915"/>
                  </a:cubicBezTo>
                  <a:lnTo>
                    <a:pt x="9902" y="18513"/>
                  </a:lnTo>
                  <a:cubicBezTo>
                    <a:pt x="9664" y="18277"/>
                    <a:pt x="9664" y="17892"/>
                    <a:pt x="9903" y="17656"/>
                  </a:cubicBezTo>
                  <a:lnTo>
                    <a:pt x="18825" y="8735"/>
                  </a:lnTo>
                  <a:cubicBezTo>
                    <a:pt x="18942" y="8615"/>
                    <a:pt x="19098" y="8557"/>
                    <a:pt x="19253" y="8557"/>
                  </a:cubicBezTo>
                  <a:close/>
                  <a:moveTo>
                    <a:pt x="9839" y="19480"/>
                  </a:moveTo>
                  <a:lnTo>
                    <a:pt x="11339" y="20979"/>
                  </a:lnTo>
                  <a:lnTo>
                    <a:pt x="9994" y="22325"/>
                  </a:lnTo>
                  <a:lnTo>
                    <a:pt x="8923" y="22322"/>
                  </a:lnTo>
                  <a:lnTo>
                    <a:pt x="8044" y="21445"/>
                  </a:lnTo>
                  <a:cubicBezTo>
                    <a:pt x="8015" y="21415"/>
                    <a:pt x="8009" y="21377"/>
                    <a:pt x="8009" y="21360"/>
                  </a:cubicBezTo>
                  <a:cubicBezTo>
                    <a:pt x="8009" y="21341"/>
                    <a:pt x="8015" y="21304"/>
                    <a:pt x="8044" y="21275"/>
                  </a:cubicBezTo>
                  <a:lnTo>
                    <a:pt x="9839" y="19480"/>
                  </a:lnTo>
                  <a:close/>
                  <a:moveTo>
                    <a:pt x="2252" y="1"/>
                  </a:moveTo>
                  <a:cubicBezTo>
                    <a:pt x="1010" y="1"/>
                    <a:pt x="1" y="1034"/>
                    <a:pt x="1" y="2306"/>
                  </a:cubicBezTo>
                  <a:lnTo>
                    <a:pt x="1" y="20747"/>
                  </a:lnTo>
                  <a:cubicBezTo>
                    <a:pt x="1" y="22016"/>
                    <a:pt x="1010" y="23052"/>
                    <a:pt x="2252" y="23052"/>
                  </a:cubicBezTo>
                  <a:lnTo>
                    <a:pt x="6674" y="23052"/>
                  </a:lnTo>
                  <a:cubicBezTo>
                    <a:pt x="6875" y="23052"/>
                    <a:pt x="7038" y="22889"/>
                    <a:pt x="7038" y="22689"/>
                  </a:cubicBezTo>
                  <a:cubicBezTo>
                    <a:pt x="7038" y="22485"/>
                    <a:pt x="6875" y="22325"/>
                    <a:pt x="6674" y="22325"/>
                  </a:cubicBezTo>
                  <a:lnTo>
                    <a:pt x="2252" y="22325"/>
                  </a:lnTo>
                  <a:cubicBezTo>
                    <a:pt x="1412" y="22325"/>
                    <a:pt x="730" y="21617"/>
                    <a:pt x="730" y="20747"/>
                  </a:cubicBezTo>
                  <a:lnTo>
                    <a:pt x="730" y="2306"/>
                  </a:lnTo>
                  <a:cubicBezTo>
                    <a:pt x="730" y="1436"/>
                    <a:pt x="1414" y="728"/>
                    <a:pt x="2252" y="728"/>
                  </a:cubicBezTo>
                  <a:lnTo>
                    <a:pt x="15464" y="728"/>
                  </a:lnTo>
                  <a:cubicBezTo>
                    <a:pt x="16304" y="728"/>
                    <a:pt x="16986" y="1436"/>
                    <a:pt x="16986" y="2306"/>
                  </a:cubicBezTo>
                  <a:lnTo>
                    <a:pt x="16986" y="7159"/>
                  </a:lnTo>
                  <a:cubicBezTo>
                    <a:pt x="16986" y="7361"/>
                    <a:pt x="17149" y="7524"/>
                    <a:pt x="17350" y="7524"/>
                  </a:cubicBezTo>
                  <a:cubicBezTo>
                    <a:pt x="17550" y="7524"/>
                    <a:pt x="17714" y="7361"/>
                    <a:pt x="17714" y="7159"/>
                  </a:cubicBezTo>
                  <a:lnTo>
                    <a:pt x="17714" y="2306"/>
                  </a:lnTo>
                  <a:cubicBezTo>
                    <a:pt x="17714" y="1037"/>
                    <a:pt x="16705" y="1"/>
                    <a:pt x="15464" y="1"/>
                  </a:cubicBezTo>
                  <a:close/>
                  <a:moveTo>
                    <a:pt x="19251" y="7832"/>
                  </a:moveTo>
                  <a:cubicBezTo>
                    <a:pt x="18895" y="7832"/>
                    <a:pt x="18559" y="7970"/>
                    <a:pt x="18308" y="8223"/>
                  </a:cubicBezTo>
                  <a:lnTo>
                    <a:pt x="9386" y="17143"/>
                  </a:lnTo>
                  <a:cubicBezTo>
                    <a:pt x="8887" y="17641"/>
                    <a:pt x="8866" y="18441"/>
                    <a:pt x="9325" y="18965"/>
                  </a:cubicBezTo>
                  <a:lnTo>
                    <a:pt x="7529" y="20760"/>
                  </a:lnTo>
                  <a:cubicBezTo>
                    <a:pt x="7368" y="20921"/>
                    <a:pt x="7280" y="21134"/>
                    <a:pt x="7280" y="21361"/>
                  </a:cubicBezTo>
                  <a:cubicBezTo>
                    <a:pt x="7280" y="21589"/>
                    <a:pt x="7368" y="21802"/>
                    <a:pt x="7529" y="21962"/>
                  </a:cubicBezTo>
                  <a:lnTo>
                    <a:pt x="7942" y="22376"/>
                  </a:lnTo>
                  <a:cubicBezTo>
                    <a:pt x="7836" y="22440"/>
                    <a:pt x="7764" y="22555"/>
                    <a:pt x="7764" y="22689"/>
                  </a:cubicBezTo>
                  <a:cubicBezTo>
                    <a:pt x="7764" y="22889"/>
                    <a:pt x="7928" y="23052"/>
                    <a:pt x="8128" y="23052"/>
                  </a:cubicBezTo>
                  <a:lnTo>
                    <a:pt x="18320" y="23052"/>
                  </a:lnTo>
                  <a:cubicBezTo>
                    <a:pt x="18521" y="23052"/>
                    <a:pt x="18684" y="22889"/>
                    <a:pt x="18684" y="22689"/>
                  </a:cubicBezTo>
                  <a:cubicBezTo>
                    <a:pt x="18684" y="22485"/>
                    <a:pt x="18521" y="22325"/>
                    <a:pt x="18322" y="22325"/>
                  </a:cubicBezTo>
                  <a:lnTo>
                    <a:pt x="11024" y="22325"/>
                  </a:lnTo>
                  <a:lnTo>
                    <a:pt x="11856" y="21493"/>
                  </a:lnTo>
                  <a:cubicBezTo>
                    <a:pt x="12099" y="21707"/>
                    <a:pt x="12406" y="21822"/>
                    <a:pt x="12733" y="21822"/>
                  </a:cubicBezTo>
                  <a:cubicBezTo>
                    <a:pt x="13088" y="21822"/>
                    <a:pt x="13425" y="21682"/>
                    <a:pt x="13676" y="21431"/>
                  </a:cubicBezTo>
                  <a:lnTo>
                    <a:pt x="22595" y="12509"/>
                  </a:lnTo>
                  <a:cubicBezTo>
                    <a:pt x="23115" y="11990"/>
                    <a:pt x="23115" y="11143"/>
                    <a:pt x="22595" y="10623"/>
                  </a:cubicBezTo>
                  <a:cubicBezTo>
                    <a:pt x="22565" y="10594"/>
                    <a:pt x="22530" y="10569"/>
                    <a:pt x="22494" y="10552"/>
                  </a:cubicBezTo>
                  <a:lnTo>
                    <a:pt x="22595" y="10453"/>
                  </a:lnTo>
                  <a:cubicBezTo>
                    <a:pt x="22756" y="10292"/>
                    <a:pt x="22844" y="10079"/>
                    <a:pt x="22844" y="9852"/>
                  </a:cubicBezTo>
                  <a:cubicBezTo>
                    <a:pt x="22844" y="9624"/>
                    <a:pt x="22756" y="9411"/>
                    <a:pt x="22595" y="9252"/>
                  </a:cubicBezTo>
                  <a:lnTo>
                    <a:pt x="21566" y="8223"/>
                  </a:lnTo>
                  <a:cubicBezTo>
                    <a:pt x="21401" y="8058"/>
                    <a:pt x="21184" y="7975"/>
                    <a:pt x="20966" y="7975"/>
                  </a:cubicBezTo>
                  <a:cubicBezTo>
                    <a:pt x="20749" y="7975"/>
                    <a:pt x="20531" y="8058"/>
                    <a:pt x="20365" y="8223"/>
                  </a:cubicBezTo>
                  <a:lnTo>
                    <a:pt x="20265" y="8324"/>
                  </a:lnTo>
                  <a:cubicBezTo>
                    <a:pt x="20248" y="8287"/>
                    <a:pt x="20223" y="8253"/>
                    <a:pt x="20194" y="8223"/>
                  </a:cubicBezTo>
                  <a:cubicBezTo>
                    <a:pt x="19942" y="7970"/>
                    <a:pt x="19608" y="7832"/>
                    <a:pt x="19251" y="7832"/>
                  </a:cubicBezTo>
                  <a:close/>
                  <a:moveTo>
                    <a:pt x="19777" y="22325"/>
                  </a:moveTo>
                  <a:cubicBezTo>
                    <a:pt x="19575" y="22325"/>
                    <a:pt x="19412" y="22488"/>
                    <a:pt x="19412" y="22689"/>
                  </a:cubicBezTo>
                  <a:cubicBezTo>
                    <a:pt x="19412" y="22889"/>
                    <a:pt x="19575" y="23052"/>
                    <a:pt x="19777" y="23052"/>
                  </a:cubicBezTo>
                  <a:lnTo>
                    <a:pt x="19824" y="23052"/>
                  </a:lnTo>
                  <a:cubicBezTo>
                    <a:pt x="20026" y="23052"/>
                    <a:pt x="20189" y="22889"/>
                    <a:pt x="20189" y="22689"/>
                  </a:cubicBezTo>
                  <a:cubicBezTo>
                    <a:pt x="20189" y="22485"/>
                    <a:pt x="20026" y="22325"/>
                    <a:pt x="19824" y="22325"/>
                  </a:cubicBezTo>
                  <a:close/>
                  <a:moveTo>
                    <a:pt x="22641" y="22325"/>
                  </a:moveTo>
                  <a:cubicBezTo>
                    <a:pt x="22439" y="22325"/>
                    <a:pt x="22275" y="22488"/>
                    <a:pt x="22275" y="22689"/>
                  </a:cubicBezTo>
                  <a:cubicBezTo>
                    <a:pt x="22275" y="22889"/>
                    <a:pt x="22439" y="23052"/>
                    <a:pt x="22641" y="23052"/>
                  </a:cubicBezTo>
                  <a:lnTo>
                    <a:pt x="22688" y="23052"/>
                  </a:lnTo>
                  <a:cubicBezTo>
                    <a:pt x="22889" y="23052"/>
                    <a:pt x="23053" y="22889"/>
                    <a:pt x="23053" y="22689"/>
                  </a:cubicBezTo>
                  <a:cubicBezTo>
                    <a:pt x="23053" y="22485"/>
                    <a:pt x="22889" y="22325"/>
                    <a:pt x="22688" y="22325"/>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2" name="Google Shape;3002;p50"/>
          <p:cNvGrpSpPr/>
          <p:nvPr/>
        </p:nvGrpSpPr>
        <p:grpSpPr>
          <a:xfrm>
            <a:off x="5266213" y="3030625"/>
            <a:ext cx="616814" cy="616841"/>
            <a:chOff x="5266213" y="2878225"/>
            <a:chExt cx="616814" cy="616841"/>
          </a:xfrm>
        </p:grpSpPr>
        <p:sp>
          <p:nvSpPr>
            <p:cNvPr id="3003" name="Google Shape;3003;p50"/>
            <p:cNvSpPr/>
            <p:nvPr/>
          </p:nvSpPr>
          <p:spPr>
            <a:xfrm>
              <a:off x="5392853" y="3069804"/>
              <a:ext cx="363554" cy="129827"/>
            </a:xfrm>
            <a:custGeom>
              <a:rect b="b" l="l" r="r" t="t"/>
              <a:pathLst>
                <a:path extrusionOk="0" h="4852" w="13587">
                  <a:moveTo>
                    <a:pt x="971" y="0"/>
                  </a:moveTo>
                  <a:cubicBezTo>
                    <a:pt x="436" y="0"/>
                    <a:pt x="1" y="433"/>
                    <a:pt x="1" y="971"/>
                  </a:cubicBezTo>
                  <a:lnTo>
                    <a:pt x="1" y="3883"/>
                  </a:lnTo>
                  <a:cubicBezTo>
                    <a:pt x="1" y="4417"/>
                    <a:pt x="434" y="4852"/>
                    <a:pt x="971" y="4852"/>
                  </a:cubicBezTo>
                  <a:lnTo>
                    <a:pt x="12617" y="4852"/>
                  </a:lnTo>
                  <a:cubicBezTo>
                    <a:pt x="13153" y="4852"/>
                    <a:pt x="13587" y="4417"/>
                    <a:pt x="13587" y="3883"/>
                  </a:cubicBezTo>
                  <a:lnTo>
                    <a:pt x="13587" y="971"/>
                  </a:lnTo>
                  <a:cubicBezTo>
                    <a:pt x="13587" y="436"/>
                    <a:pt x="13153" y="0"/>
                    <a:pt x="1261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0"/>
            <p:cNvSpPr/>
            <p:nvPr/>
          </p:nvSpPr>
          <p:spPr>
            <a:xfrm>
              <a:off x="5548605" y="3225582"/>
              <a:ext cx="52017" cy="259708"/>
            </a:xfrm>
            <a:custGeom>
              <a:rect b="b" l="l" r="r" t="t"/>
              <a:pathLst>
                <a:path extrusionOk="0" h="9706" w="1944">
                  <a:moveTo>
                    <a:pt x="1" y="0"/>
                  </a:moveTo>
                  <a:lnTo>
                    <a:pt x="1" y="9705"/>
                  </a:lnTo>
                  <a:lnTo>
                    <a:pt x="1943" y="9705"/>
                  </a:lnTo>
                  <a:lnTo>
                    <a:pt x="194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0"/>
            <p:cNvSpPr/>
            <p:nvPr/>
          </p:nvSpPr>
          <p:spPr>
            <a:xfrm>
              <a:off x="5431785" y="3030819"/>
              <a:ext cx="285690" cy="311645"/>
            </a:xfrm>
            <a:custGeom>
              <a:rect b="b" l="l" r="r" t="t"/>
              <a:pathLst>
                <a:path extrusionOk="0" h="11647" w="10677">
                  <a:moveTo>
                    <a:pt x="9708" y="0"/>
                  </a:moveTo>
                  <a:cubicBezTo>
                    <a:pt x="9707" y="0"/>
                    <a:pt x="9707" y="0"/>
                    <a:pt x="9706" y="0"/>
                  </a:cubicBezTo>
                  <a:lnTo>
                    <a:pt x="970" y="0"/>
                  </a:lnTo>
                  <a:cubicBezTo>
                    <a:pt x="436" y="0"/>
                    <a:pt x="1" y="434"/>
                    <a:pt x="1" y="971"/>
                  </a:cubicBezTo>
                  <a:lnTo>
                    <a:pt x="1" y="5340"/>
                  </a:lnTo>
                  <a:cubicBezTo>
                    <a:pt x="1" y="8020"/>
                    <a:pt x="2174" y="10193"/>
                    <a:pt x="4854" y="10193"/>
                  </a:cubicBezTo>
                  <a:lnTo>
                    <a:pt x="5339" y="10193"/>
                  </a:lnTo>
                  <a:lnTo>
                    <a:pt x="5339" y="11162"/>
                  </a:lnTo>
                  <a:cubicBezTo>
                    <a:pt x="5339" y="11430"/>
                    <a:pt x="5556" y="11646"/>
                    <a:pt x="5823" y="11646"/>
                  </a:cubicBezTo>
                  <a:cubicBezTo>
                    <a:pt x="6092" y="11646"/>
                    <a:pt x="6309" y="11430"/>
                    <a:pt x="6309" y="11162"/>
                  </a:cubicBezTo>
                  <a:lnTo>
                    <a:pt x="6309" y="10167"/>
                  </a:lnTo>
                  <a:cubicBezTo>
                    <a:pt x="8762" y="9924"/>
                    <a:pt x="10676" y="7856"/>
                    <a:pt x="10676" y="5340"/>
                  </a:cubicBezTo>
                  <a:lnTo>
                    <a:pt x="10676" y="971"/>
                  </a:lnTo>
                  <a:cubicBezTo>
                    <a:pt x="10676" y="435"/>
                    <a:pt x="10243" y="0"/>
                    <a:pt x="97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0"/>
            <p:cNvSpPr/>
            <p:nvPr/>
          </p:nvSpPr>
          <p:spPr>
            <a:xfrm>
              <a:off x="5431785" y="3030766"/>
              <a:ext cx="168840" cy="256685"/>
            </a:xfrm>
            <a:custGeom>
              <a:rect b="b" l="l" r="r" t="t"/>
              <a:pathLst>
                <a:path extrusionOk="0" h="9593" w="6310">
                  <a:moveTo>
                    <a:pt x="970" y="1"/>
                  </a:moveTo>
                  <a:cubicBezTo>
                    <a:pt x="434" y="1"/>
                    <a:pt x="1" y="436"/>
                    <a:pt x="1" y="972"/>
                  </a:cubicBezTo>
                  <a:lnTo>
                    <a:pt x="1" y="5339"/>
                  </a:lnTo>
                  <a:cubicBezTo>
                    <a:pt x="1" y="7170"/>
                    <a:pt x="1016" y="8766"/>
                    <a:pt x="2512" y="9592"/>
                  </a:cubicBezTo>
                  <a:cubicBezTo>
                    <a:pt x="4685" y="9109"/>
                    <a:pt x="6309" y="7170"/>
                    <a:pt x="6309" y="4854"/>
                  </a:cubicBezTo>
                  <a:lnTo>
                    <a:pt x="6309" y="486"/>
                  </a:lnTo>
                  <a:cubicBezTo>
                    <a:pt x="6309" y="311"/>
                    <a:pt x="6261" y="143"/>
                    <a:pt x="6177"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0"/>
            <p:cNvSpPr/>
            <p:nvPr/>
          </p:nvSpPr>
          <p:spPr>
            <a:xfrm>
              <a:off x="5551923" y="3072988"/>
              <a:ext cx="123325" cy="188293"/>
            </a:xfrm>
            <a:custGeom>
              <a:rect b="b" l="l" r="r" t="t"/>
              <a:pathLst>
                <a:path extrusionOk="0" h="7037" w="4609">
                  <a:moveTo>
                    <a:pt x="4245" y="0"/>
                  </a:moveTo>
                  <a:cubicBezTo>
                    <a:pt x="4045" y="0"/>
                    <a:pt x="3881" y="164"/>
                    <a:pt x="3881" y="364"/>
                  </a:cubicBezTo>
                  <a:lnTo>
                    <a:pt x="3881" y="3761"/>
                  </a:lnTo>
                  <a:cubicBezTo>
                    <a:pt x="3881" y="4997"/>
                    <a:pt x="2997" y="6053"/>
                    <a:pt x="1784" y="6269"/>
                  </a:cubicBezTo>
                  <a:cubicBezTo>
                    <a:pt x="1586" y="6304"/>
                    <a:pt x="1453" y="6493"/>
                    <a:pt x="1488" y="6692"/>
                  </a:cubicBezTo>
                  <a:cubicBezTo>
                    <a:pt x="1519" y="6867"/>
                    <a:pt x="1673" y="6992"/>
                    <a:pt x="1845" y="6992"/>
                  </a:cubicBezTo>
                  <a:cubicBezTo>
                    <a:pt x="1866" y="6992"/>
                    <a:pt x="1888" y="6991"/>
                    <a:pt x="1909" y="6987"/>
                  </a:cubicBezTo>
                  <a:cubicBezTo>
                    <a:pt x="3472" y="6708"/>
                    <a:pt x="4608" y="5352"/>
                    <a:pt x="4608" y="3762"/>
                  </a:cubicBezTo>
                  <a:lnTo>
                    <a:pt x="4608" y="366"/>
                  </a:lnTo>
                  <a:cubicBezTo>
                    <a:pt x="4609" y="164"/>
                    <a:pt x="4446" y="0"/>
                    <a:pt x="4245" y="0"/>
                  </a:cubicBezTo>
                  <a:close/>
                  <a:moveTo>
                    <a:pt x="364" y="6309"/>
                  </a:moveTo>
                  <a:cubicBezTo>
                    <a:pt x="164" y="6309"/>
                    <a:pt x="0" y="6472"/>
                    <a:pt x="0" y="6673"/>
                  </a:cubicBezTo>
                  <a:cubicBezTo>
                    <a:pt x="0" y="6873"/>
                    <a:pt x="164" y="7036"/>
                    <a:pt x="364" y="7036"/>
                  </a:cubicBezTo>
                  <a:lnTo>
                    <a:pt x="412" y="7036"/>
                  </a:lnTo>
                  <a:cubicBezTo>
                    <a:pt x="613" y="7036"/>
                    <a:pt x="776" y="6873"/>
                    <a:pt x="776" y="6673"/>
                  </a:cubicBezTo>
                  <a:cubicBezTo>
                    <a:pt x="776" y="6472"/>
                    <a:pt x="613" y="6309"/>
                    <a:pt x="412" y="630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0"/>
            <p:cNvSpPr/>
            <p:nvPr/>
          </p:nvSpPr>
          <p:spPr>
            <a:xfrm>
              <a:off x="5522678" y="3368410"/>
              <a:ext cx="103873" cy="77918"/>
            </a:xfrm>
            <a:custGeom>
              <a:rect b="b" l="l" r="r" t="t"/>
              <a:pathLst>
                <a:path extrusionOk="0" h="2912" w="3882">
                  <a:moveTo>
                    <a:pt x="485" y="0"/>
                  </a:moveTo>
                  <a:cubicBezTo>
                    <a:pt x="216" y="0"/>
                    <a:pt x="0" y="216"/>
                    <a:pt x="0" y="485"/>
                  </a:cubicBezTo>
                  <a:lnTo>
                    <a:pt x="0" y="2426"/>
                  </a:lnTo>
                  <a:cubicBezTo>
                    <a:pt x="0" y="2694"/>
                    <a:pt x="216" y="2912"/>
                    <a:pt x="485" y="2912"/>
                  </a:cubicBezTo>
                  <a:lnTo>
                    <a:pt x="3397" y="2912"/>
                  </a:lnTo>
                  <a:cubicBezTo>
                    <a:pt x="3665" y="2912"/>
                    <a:pt x="3881" y="2694"/>
                    <a:pt x="3881" y="2426"/>
                  </a:cubicBezTo>
                  <a:lnTo>
                    <a:pt x="3881" y="485"/>
                  </a:lnTo>
                  <a:cubicBezTo>
                    <a:pt x="3881" y="216"/>
                    <a:pt x="3665" y="0"/>
                    <a:pt x="33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0"/>
            <p:cNvSpPr/>
            <p:nvPr/>
          </p:nvSpPr>
          <p:spPr>
            <a:xfrm>
              <a:off x="5457739" y="3420291"/>
              <a:ext cx="233754" cy="64940"/>
            </a:xfrm>
            <a:custGeom>
              <a:rect b="b" l="l" r="r" t="t"/>
              <a:pathLst>
                <a:path extrusionOk="0" h="2427" w="8736">
                  <a:moveTo>
                    <a:pt x="1943" y="1"/>
                  </a:moveTo>
                  <a:cubicBezTo>
                    <a:pt x="870" y="1"/>
                    <a:pt x="0" y="871"/>
                    <a:pt x="0" y="1942"/>
                  </a:cubicBezTo>
                  <a:cubicBezTo>
                    <a:pt x="0" y="2211"/>
                    <a:pt x="218" y="2427"/>
                    <a:pt x="486" y="2427"/>
                  </a:cubicBezTo>
                  <a:lnTo>
                    <a:pt x="8250" y="2427"/>
                  </a:lnTo>
                  <a:cubicBezTo>
                    <a:pt x="8518" y="2427"/>
                    <a:pt x="8736" y="2211"/>
                    <a:pt x="8736" y="1942"/>
                  </a:cubicBezTo>
                  <a:cubicBezTo>
                    <a:pt x="8736" y="871"/>
                    <a:pt x="7866" y="2"/>
                    <a:pt x="679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0"/>
            <p:cNvSpPr/>
            <p:nvPr/>
          </p:nvSpPr>
          <p:spPr>
            <a:xfrm>
              <a:off x="5457739" y="3420720"/>
              <a:ext cx="233754" cy="64512"/>
            </a:xfrm>
            <a:custGeom>
              <a:rect b="b" l="l" r="r" t="t"/>
              <a:pathLst>
                <a:path extrusionOk="0" h="2411" w="8736">
                  <a:moveTo>
                    <a:pt x="7026" y="0"/>
                  </a:moveTo>
                  <a:cubicBezTo>
                    <a:pt x="7187" y="283"/>
                    <a:pt x="7279" y="607"/>
                    <a:pt x="7279" y="955"/>
                  </a:cubicBezTo>
                  <a:cubicBezTo>
                    <a:pt x="7279" y="1224"/>
                    <a:pt x="7062" y="1441"/>
                    <a:pt x="6793" y="1441"/>
                  </a:cubicBezTo>
                  <a:lnTo>
                    <a:pt x="61" y="1441"/>
                  </a:lnTo>
                  <a:cubicBezTo>
                    <a:pt x="21" y="1595"/>
                    <a:pt x="0" y="1760"/>
                    <a:pt x="0" y="1926"/>
                  </a:cubicBezTo>
                  <a:cubicBezTo>
                    <a:pt x="0" y="2195"/>
                    <a:pt x="218" y="2411"/>
                    <a:pt x="486" y="2411"/>
                  </a:cubicBezTo>
                  <a:lnTo>
                    <a:pt x="8250" y="2411"/>
                  </a:lnTo>
                  <a:cubicBezTo>
                    <a:pt x="8518" y="2411"/>
                    <a:pt x="8736" y="2195"/>
                    <a:pt x="8736" y="1926"/>
                  </a:cubicBezTo>
                  <a:cubicBezTo>
                    <a:pt x="8736" y="933"/>
                    <a:pt x="7990" y="116"/>
                    <a:pt x="7026"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0"/>
            <p:cNvSpPr/>
            <p:nvPr/>
          </p:nvSpPr>
          <p:spPr>
            <a:xfrm>
              <a:off x="5266213" y="2878225"/>
              <a:ext cx="616814" cy="616841"/>
            </a:xfrm>
            <a:custGeom>
              <a:rect b="b" l="l" r="r" t="t"/>
              <a:pathLst>
                <a:path extrusionOk="0" h="23053" w="23052">
                  <a:moveTo>
                    <a:pt x="11527" y="0"/>
                  </a:moveTo>
                  <a:cubicBezTo>
                    <a:pt x="11326" y="0"/>
                    <a:pt x="11163" y="162"/>
                    <a:pt x="11163" y="364"/>
                  </a:cubicBezTo>
                  <a:lnTo>
                    <a:pt x="11163" y="2790"/>
                  </a:lnTo>
                  <a:cubicBezTo>
                    <a:pt x="11163" y="2992"/>
                    <a:pt x="11325" y="3155"/>
                    <a:pt x="11527" y="3155"/>
                  </a:cubicBezTo>
                  <a:cubicBezTo>
                    <a:pt x="11727" y="3155"/>
                    <a:pt x="11890" y="2992"/>
                    <a:pt x="11890" y="2790"/>
                  </a:cubicBezTo>
                  <a:lnTo>
                    <a:pt x="11890" y="364"/>
                  </a:lnTo>
                  <a:cubicBezTo>
                    <a:pt x="11890" y="162"/>
                    <a:pt x="11727" y="0"/>
                    <a:pt x="11527" y="0"/>
                  </a:cubicBezTo>
                  <a:close/>
                  <a:moveTo>
                    <a:pt x="3635" y="1942"/>
                  </a:moveTo>
                  <a:cubicBezTo>
                    <a:pt x="3541" y="1942"/>
                    <a:pt x="3448" y="1977"/>
                    <a:pt x="3377" y="2048"/>
                  </a:cubicBezTo>
                  <a:cubicBezTo>
                    <a:pt x="3234" y="2190"/>
                    <a:pt x="3234" y="2421"/>
                    <a:pt x="3377" y="2563"/>
                  </a:cubicBezTo>
                  <a:lnTo>
                    <a:pt x="5093" y="4279"/>
                  </a:lnTo>
                  <a:cubicBezTo>
                    <a:pt x="5164" y="4351"/>
                    <a:pt x="5257" y="4386"/>
                    <a:pt x="5351" y="4386"/>
                  </a:cubicBezTo>
                  <a:cubicBezTo>
                    <a:pt x="5444" y="4386"/>
                    <a:pt x="5537" y="4351"/>
                    <a:pt x="5608" y="4279"/>
                  </a:cubicBezTo>
                  <a:cubicBezTo>
                    <a:pt x="5750" y="4137"/>
                    <a:pt x="5750" y="3906"/>
                    <a:pt x="5608" y="3764"/>
                  </a:cubicBezTo>
                  <a:lnTo>
                    <a:pt x="3892" y="2048"/>
                  </a:lnTo>
                  <a:cubicBezTo>
                    <a:pt x="3821" y="1977"/>
                    <a:pt x="3728" y="1942"/>
                    <a:pt x="3635" y="1942"/>
                  </a:cubicBezTo>
                  <a:close/>
                  <a:moveTo>
                    <a:pt x="19419" y="1942"/>
                  </a:moveTo>
                  <a:cubicBezTo>
                    <a:pt x="19326" y="1942"/>
                    <a:pt x="19233" y="1977"/>
                    <a:pt x="19162" y="2048"/>
                  </a:cubicBezTo>
                  <a:lnTo>
                    <a:pt x="17446" y="3764"/>
                  </a:lnTo>
                  <a:cubicBezTo>
                    <a:pt x="17303" y="3906"/>
                    <a:pt x="17303" y="4137"/>
                    <a:pt x="17446" y="4279"/>
                  </a:cubicBezTo>
                  <a:cubicBezTo>
                    <a:pt x="17517" y="4351"/>
                    <a:pt x="17609" y="4386"/>
                    <a:pt x="17703" y="4386"/>
                  </a:cubicBezTo>
                  <a:cubicBezTo>
                    <a:pt x="17797" y="4386"/>
                    <a:pt x="17890" y="4351"/>
                    <a:pt x="17961" y="4279"/>
                  </a:cubicBezTo>
                  <a:lnTo>
                    <a:pt x="19677" y="2563"/>
                  </a:lnTo>
                  <a:cubicBezTo>
                    <a:pt x="19819" y="2421"/>
                    <a:pt x="19819" y="2190"/>
                    <a:pt x="19677" y="2048"/>
                  </a:cubicBezTo>
                  <a:cubicBezTo>
                    <a:pt x="19605" y="1977"/>
                    <a:pt x="19512" y="1942"/>
                    <a:pt x="19419" y="1942"/>
                  </a:cubicBezTo>
                  <a:close/>
                  <a:moveTo>
                    <a:pt x="364" y="9835"/>
                  </a:moveTo>
                  <a:cubicBezTo>
                    <a:pt x="163" y="9835"/>
                    <a:pt x="0" y="9998"/>
                    <a:pt x="0" y="10198"/>
                  </a:cubicBezTo>
                  <a:cubicBezTo>
                    <a:pt x="0" y="10399"/>
                    <a:pt x="163" y="10562"/>
                    <a:pt x="364" y="10562"/>
                  </a:cubicBezTo>
                  <a:lnTo>
                    <a:pt x="2791" y="10562"/>
                  </a:lnTo>
                  <a:cubicBezTo>
                    <a:pt x="2991" y="10562"/>
                    <a:pt x="3155" y="10399"/>
                    <a:pt x="3155" y="10198"/>
                  </a:cubicBezTo>
                  <a:cubicBezTo>
                    <a:pt x="3155" y="9998"/>
                    <a:pt x="2991" y="9835"/>
                    <a:pt x="2791" y="9835"/>
                  </a:cubicBezTo>
                  <a:close/>
                  <a:moveTo>
                    <a:pt x="20261" y="9835"/>
                  </a:moveTo>
                  <a:cubicBezTo>
                    <a:pt x="20060" y="9835"/>
                    <a:pt x="19897" y="9998"/>
                    <a:pt x="19897" y="10198"/>
                  </a:cubicBezTo>
                  <a:cubicBezTo>
                    <a:pt x="19897" y="10399"/>
                    <a:pt x="20060" y="10562"/>
                    <a:pt x="20261" y="10562"/>
                  </a:cubicBezTo>
                  <a:lnTo>
                    <a:pt x="22688" y="10562"/>
                  </a:lnTo>
                  <a:cubicBezTo>
                    <a:pt x="22888" y="10562"/>
                    <a:pt x="23052" y="10399"/>
                    <a:pt x="23052" y="10198"/>
                  </a:cubicBezTo>
                  <a:cubicBezTo>
                    <a:pt x="23052" y="9998"/>
                    <a:pt x="22888" y="9835"/>
                    <a:pt x="22688" y="9835"/>
                  </a:cubicBezTo>
                  <a:close/>
                  <a:moveTo>
                    <a:pt x="5822" y="7522"/>
                  </a:moveTo>
                  <a:lnTo>
                    <a:pt x="5822" y="11043"/>
                  </a:lnTo>
                  <a:cubicBezTo>
                    <a:pt x="5822" y="11246"/>
                    <a:pt x="5835" y="11449"/>
                    <a:pt x="5858" y="11648"/>
                  </a:cubicBezTo>
                  <a:lnTo>
                    <a:pt x="5702" y="11646"/>
                  </a:lnTo>
                  <a:cubicBezTo>
                    <a:pt x="5368" y="11646"/>
                    <a:pt x="5096" y="11374"/>
                    <a:pt x="5096" y="11040"/>
                  </a:cubicBezTo>
                  <a:lnTo>
                    <a:pt x="5096" y="8129"/>
                  </a:lnTo>
                  <a:cubicBezTo>
                    <a:pt x="5096" y="7795"/>
                    <a:pt x="5368" y="7522"/>
                    <a:pt x="5702" y="7522"/>
                  </a:cubicBezTo>
                  <a:close/>
                  <a:moveTo>
                    <a:pt x="17350" y="7525"/>
                  </a:moveTo>
                  <a:cubicBezTo>
                    <a:pt x="17684" y="7525"/>
                    <a:pt x="17956" y="7797"/>
                    <a:pt x="17956" y="8131"/>
                  </a:cubicBezTo>
                  <a:lnTo>
                    <a:pt x="17956" y="11043"/>
                  </a:lnTo>
                  <a:cubicBezTo>
                    <a:pt x="17956" y="11376"/>
                    <a:pt x="17684" y="11648"/>
                    <a:pt x="17350" y="11648"/>
                  </a:cubicBezTo>
                  <a:lnTo>
                    <a:pt x="17194" y="11648"/>
                  </a:lnTo>
                  <a:cubicBezTo>
                    <a:pt x="17217" y="11449"/>
                    <a:pt x="17227" y="11246"/>
                    <a:pt x="17230" y="11044"/>
                  </a:cubicBezTo>
                  <a:lnTo>
                    <a:pt x="17230" y="7525"/>
                  </a:lnTo>
                  <a:close/>
                  <a:moveTo>
                    <a:pt x="15894" y="6066"/>
                  </a:moveTo>
                  <a:cubicBezTo>
                    <a:pt x="16228" y="6066"/>
                    <a:pt x="16499" y="6339"/>
                    <a:pt x="16499" y="6673"/>
                  </a:cubicBezTo>
                  <a:lnTo>
                    <a:pt x="16499" y="11040"/>
                  </a:lnTo>
                  <a:cubicBezTo>
                    <a:pt x="16499" y="13515"/>
                    <a:pt x="14484" y="15529"/>
                    <a:pt x="12010" y="15529"/>
                  </a:cubicBezTo>
                  <a:lnTo>
                    <a:pt x="11041" y="15529"/>
                  </a:lnTo>
                  <a:cubicBezTo>
                    <a:pt x="8565" y="15529"/>
                    <a:pt x="6551" y="13517"/>
                    <a:pt x="6553" y="11040"/>
                  </a:cubicBezTo>
                  <a:lnTo>
                    <a:pt x="6553" y="6673"/>
                  </a:lnTo>
                  <a:cubicBezTo>
                    <a:pt x="6553" y="6339"/>
                    <a:pt x="6824" y="6066"/>
                    <a:pt x="7158" y="6066"/>
                  </a:cubicBezTo>
                  <a:close/>
                  <a:moveTo>
                    <a:pt x="12135" y="16255"/>
                  </a:moveTo>
                  <a:lnTo>
                    <a:pt x="12135" y="17956"/>
                  </a:lnTo>
                  <a:lnTo>
                    <a:pt x="10921" y="17956"/>
                  </a:lnTo>
                  <a:lnTo>
                    <a:pt x="10921" y="16255"/>
                  </a:lnTo>
                  <a:cubicBezTo>
                    <a:pt x="10960" y="16258"/>
                    <a:pt x="11001" y="16258"/>
                    <a:pt x="11042" y="16258"/>
                  </a:cubicBezTo>
                  <a:lnTo>
                    <a:pt x="12011" y="16258"/>
                  </a:lnTo>
                  <a:cubicBezTo>
                    <a:pt x="12052" y="16258"/>
                    <a:pt x="12092" y="16258"/>
                    <a:pt x="12135" y="16255"/>
                  </a:cubicBezTo>
                  <a:close/>
                  <a:moveTo>
                    <a:pt x="5348" y="16011"/>
                  </a:moveTo>
                  <a:cubicBezTo>
                    <a:pt x="5255" y="16011"/>
                    <a:pt x="5162" y="16046"/>
                    <a:pt x="5090" y="16117"/>
                  </a:cubicBezTo>
                  <a:lnTo>
                    <a:pt x="3375" y="17833"/>
                  </a:lnTo>
                  <a:cubicBezTo>
                    <a:pt x="3233" y="17975"/>
                    <a:pt x="3233" y="18206"/>
                    <a:pt x="3375" y="18348"/>
                  </a:cubicBezTo>
                  <a:cubicBezTo>
                    <a:pt x="3446" y="18420"/>
                    <a:pt x="3539" y="18455"/>
                    <a:pt x="3632" y="18455"/>
                  </a:cubicBezTo>
                  <a:cubicBezTo>
                    <a:pt x="3726" y="18455"/>
                    <a:pt x="3819" y="18420"/>
                    <a:pt x="3890" y="18348"/>
                  </a:cubicBezTo>
                  <a:lnTo>
                    <a:pt x="5606" y="16632"/>
                  </a:lnTo>
                  <a:cubicBezTo>
                    <a:pt x="5748" y="16490"/>
                    <a:pt x="5748" y="16259"/>
                    <a:pt x="5606" y="16117"/>
                  </a:cubicBezTo>
                  <a:cubicBezTo>
                    <a:pt x="5535" y="16046"/>
                    <a:pt x="5442" y="16011"/>
                    <a:pt x="5348" y="16011"/>
                  </a:cubicBezTo>
                  <a:close/>
                  <a:moveTo>
                    <a:pt x="17704" y="16011"/>
                  </a:moveTo>
                  <a:cubicBezTo>
                    <a:pt x="17610" y="16011"/>
                    <a:pt x="17517" y="16046"/>
                    <a:pt x="17446" y="16117"/>
                  </a:cubicBezTo>
                  <a:cubicBezTo>
                    <a:pt x="17303" y="16259"/>
                    <a:pt x="17303" y="16490"/>
                    <a:pt x="17446" y="16632"/>
                  </a:cubicBezTo>
                  <a:lnTo>
                    <a:pt x="19162" y="18348"/>
                  </a:lnTo>
                  <a:cubicBezTo>
                    <a:pt x="19233" y="18420"/>
                    <a:pt x="19326" y="18455"/>
                    <a:pt x="19420" y="18455"/>
                  </a:cubicBezTo>
                  <a:cubicBezTo>
                    <a:pt x="19512" y="18455"/>
                    <a:pt x="19606" y="18420"/>
                    <a:pt x="19677" y="18348"/>
                  </a:cubicBezTo>
                  <a:cubicBezTo>
                    <a:pt x="19819" y="18206"/>
                    <a:pt x="19819" y="17975"/>
                    <a:pt x="19677" y="17833"/>
                  </a:cubicBezTo>
                  <a:lnTo>
                    <a:pt x="17961" y="16117"/>
                  </a:lnTo>
                  <a:cubicBezTo>
                    <a:pt x="17890" y="16046"/>
                    <a:pt x="17797" y="16011"/>
                    <a:pt x="17704" y="16011"/>
                  </a:cubicBezTo>
                  <a:close/>
                  <a:moveTo>
                    <a:pt x="12983" y="18684"/>
                  </a:moveTo>
                  <a:cubicBezTo>
                    <a:pt x="13049" y="18684"/>
                    <a:pt x="13104" y="18738"/>
                    <a:pt x="13104" y="18805"/>
                  </a:cubicBezTo>
                  <a:lnTo>
                    <a:pt x="13104" y="19897"/>
                  </a:lnTo>
                  <a:lnTo>
                    <a:pt x="9949" y="19897"/>
                  </a:lnTo>
                  <a:lnTo>
                    <a:pt x="9951" y="18805"/>
                  </a:lnTo>
                  <a:cubicBezTo>
                    <a:pt x="9951" y="18739"/>
                    <a:pt x="10005" y="18684"/>
                    <a:pt x="10071" y="18684"/>
                  </a:cubicBezTo>
                  <a:close/>
                  <a:moveTo>
                    <a:pt x="13951" y="20624"/>
                  </a:moveTo>
                  <a:cubicBezTo>
                    <a:pt x="14822" y="20624"/>
                    <a:pt x="15529" y="21331"/>
                    <a:pt x="15529" y="22201"/>
                  </a:cubicBezTo>
                  <a:cubicBezTo>
                    <a:pt x="15529" y="22268"/>
                    <a:pt x="15477" y="22322"/>
                    <a:pt x="15410" y="22322"/>
                  </a:cubicBezTo>
                  <a:cubicBezTo>
                    <a:pt x="15409" y="22322"/>
                    <a:pt x="15409" y="22322"/>
                    <a:pt x="15408" y="22322"/>
                  </a:cubicBezTo>
                  <a:lnTo>
                    <a:pt x="7644" y="22322"/>
                  </a:lnTo>
                  <a:cubicBezTo>
                    <a:pt x="7577" y="22322"/>
                    <a:pt x="7523" y="22269"/>
                    <a:pt x="7523" y="22201"/>
                  </a:cubicBezTo>
                  <a:cubicBezTo>
                    <a:pt x="7523" y="21331"/>
                    <a:pt x="8230" y="20624"/>
                    <a:pt x="9101" y="20624"/>
                  </a:cubicBezTo>
                  <a:close/>
                  <a:moveTo>
                    <a:pt x="1336" y="22323"/>
                  </a:moveTo>
                  <a:cubicBezTo>
                    <a:pt x="1136" y="22323"/>
                    <a:pt x="972" y="22487"/>
                    <a:pt x="972" y="22689"/>
                  </a:cubicBezTo>
                  <a:cubicBezTo>
                    <a:pt x="972" y="22889"/>
                    <a:pt x="1136" y="23052"/>
                    <a:pt x="1336" y="23052"/>
                  </a:cubicBezTo>
                  <a:lnTo>
                    <a:pt x="1384" y="23052"/>
                  </a:lnTo>
                  <a:cubicBezTo>
                    <a:pt x="1585" y="23052"/>
                    <a:pt x="1748" y="22889"/>
                    <a:pt x="1748" y="22689"/>
                  </a:cubicBezTo>
                  <a:cubicBezTo>
                    <a:pt x="1748" y="22485"/>
                    <a:pt x="1585" y="22323"/>
                    <a:pt x="1384" y="22323"/>
                  </a:cubicBezTo>
                  <a:close/>
                  <a:moveTo>
                    <a:pt x="3277" y="22323"/>
                  </a:moveTo>
                  <a:cubicBezTo>
                    <a:pt x="3077" y="22323"/>
                    <a:pt x="2913" y="22487"/>
                    <a:pt x="2913" y="22689"/>
                  </a:cubicBezTo>
                  <a:cubicBezTo>
                    <a:pt x="2913" y="22889"/>
                    <a:pt x="3077" y="23052"/>
                    <a:pt x="3277" y="23052"/>
                  </a:cubicBezTo>
                  <a:lnTo>
                    <a:pt x="3325" y="23052"/>
                  </a:lnTo>
                  <a:cubicBezTo>
                    <a:pt x="3526" y="23052"/>
                    <a:pt x="3689" y="22889"/>
                    <a:pt x="3689" y="22689"/>
                  </a:cubicBezTo>
                  <a:cubicBezTo>
                    <a:pt x="3689" y="22485"/>
                    <a:pt x="3526" y="22323"/>
                    <a:pt x="3325" y="22323"/>
                  </a:cubicBezTo>
                  <a:close/>
                  <a:moveTo>
                    <a:pt x="7157" y="5340"/>
                  </a:moveTo>
                  <a:cubicBezTo>
                    <a:pt x="6421" y="5340"/>
                    <a:pt x="5822" y="5938"/>
                    <a:pt x="5822" y="6674"/>
                  </a:cubicBezTo>
                  <a:lnTo>
                    <a:pt x="5822" y="6795"/>
                  </a:lnTo>
                  <a:lnTo>
                    <a:pt x="5702" y="6795"/>
                  </a:lnTo>
                  <a:cubicBezTo>
                    <a:pt x="4967" y="6795"/>
                    <a:pt x="4367" y="7393"/>
                    <a:pt x="4367" y="8129"/>
                  </a:cubicBezTo>
                  <a:lnTo>
                    <a:pt x="4367" y="11040"/>
                  </a:lnTo>
                  <a:cubicBezTo>
                    <a:pt x="4367" y="11776"/>
                    <a:pt x="4967" y="12374"/>
                    <a:pt x="5702" y="12374"/>
                  </a:cubicBezTo>
                  <a:lnTo>
                    <a:pt x="5997" y="12374"/>
                  </a:lnTo>
                  <a:cubicBezTo>
                    <a:pt x="6517" y="14341"/>
                    <a:pt x="8157" y="15854"/>
                    <a:pt x="10191" y="16188"/>
                  </a:cubicBezTo>
                  <a:lnTo>
                    <a:pt x="10191" y="17956"/>
                  </a:lnTo>
                  <a:lnTo>
                    <a:pt x="10070" y="17956"/>
                  </a:lnTo>
                  <a:cubicBezTo>
                    <a:pt x="9601" y="17956"/>
                    <a:pt x="9222" y="18336"/>
                    <a:pt x="9222" y="18805"/>
                  </a:cubicBezTo>
                  <a:lnTo>
                    <a:pt x="9222" y="19897"/>
                  </a:lnTo>
                  <a:lnTo>
                    <a:pt x="9101" y="19897"/>
                  </a:lnTo>
                  <a:cubicBezTo>
                    <a:pt x="7829" y="19897"/>
                    <a:pt x="6794" y="20933"/>
                    <a:pt x="6794" y="22202"/>
                  </a:cubicBezTo>
                  <a:cubicBezTo>
                    <a:pt x="6794" y="22244"/>
                    <a:pt x="6799" y="22285"/>
                    <a:pt x="6803" y="22323"/>
                  </a:cubicBezTo>
                  <a:lnTo>
                    <a:pt x="4732" y="22323"/>
                  </a:lnTo>
                  <a:cubicBezTo>
                    <a:pt x="4532" y="22323"/>
                    <a:pt x="4369" y="22487"/>
                    <a:pt x="4369" y="22689"/>
                  </a:cubicBezTo>
                  <a:cubicBezTo>
                    <a:pt x="4369" y="22889"/>
                    <a:pt x="4532" y="23052"/>
                    <a:pt x="4732" y="23052"/>
                  </a:cubicBezTo>
                  <a:lnTo>
                    <a:pt x="18320" y="23052"/>
                  </a:lnTo>
                  <a:cubicBezTo>
                    <a:pt x="18520" y="23052"/>
                    <a:pt x="18683" y="22889"/>
                    <a:pt x="18683" y="22689"/>
                  </a:cubicBezTo>
                  <a:cubicBezTo>
                    <a:pt x="18683" y="22485"/>
                    <a:pt x="18520" y="22323"/>
                    <a:pt x="18315" y="22323"/>
                  </a:cubicBezTo>
                  <a:lnTo>
                    <a:pt x="16245" y="22323"/>
                  </a:lnTo>
                  <a:cubicBezTo>
                    <a:pt x="16250" y="22285"/>
                    <a:pt x="16253" y="22244"/>
                    <a:pt x="16253" y="22202"/>
                  </a:cubicBezTo>
                  <a:cubicBezTo>
                    <a:pt x="16253" y="20931"/>
                    <a:pt x="15217" y="19897"/>
                    <a:pt x="13948" y="19897"/>
                  </a:cubicBezTo>
                  <a:lnTo>
                    <a:pt x="13827" y="19897"/>
                  </a:lnTo>
                  <a:lnTo>
                    <a:pt x="13827" y="18805"/>
                  </a:lnTo>
                  <a:cubicBezTo>
                    <a:pt x="13827" y="18336"/>
                    <a:pt x="13447" y="17956"/>
                    <a:pt x="12978" y="17956"/>
                  </a:cubicBezTo>
                  <a:lnTo>
                    <a:pt x="12857" y="17956"/>
                  </a:lnTo>
                  <a:lnTo>
                    <a:pt x="12857" y="16188"/>
                  </a:lnTo>
                  <a:cubicBezTo>
                    <a:pt x="14889" y="15853"/>
                    <a:pt x="16530" y="14339"/>
                    <a:pt x="17051" y="12374"/>
                  </a:cubicBezTo>
                  <a:lnTo>
                    <a:pt x="17346" y="12374"/>
                  </a:lnTo>
                  <a:cubicBezTo>
                    <a:pt x="18081" y="12374"/>
                    <a:pt x="18681" y="11776"/>
                    <a:pt x="18681" y="11040"/>
                  </a:cubicBezTo>
                  <a:lnTo>
                    <a:pt x="18681" y="8129"/>
                  </a:lnTo>
                  <a:cubicBezTo>
                    <a:pt x="18681" y="7393"/>
                    <a:pt x="18081" y="6795"/>
                    <a:pt x="17346" y="6795"/>
                  </a:cubicBezTo>
                  <a:lnTo>
                    <a:pt x="17225" y="6795"/>
                  </a:lnTo>
                  <a:lnTo>
                    <a:pt x="17225" y="6674"/>
                  </a:lnTo>
                  <a:cubicBezTo>
                    <a:pt x="17225" y="5938"/>
                    <a:pt x="16627" y="5340"/>
                    <a:pt x="15891" y="534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2" name="Google Shape;3012;p50"/>
          <p:cNvGrpSpPr/>
          <p:nvPr/>
        </p:nvGrpSpPr>
        <p:grpSpPr>
          <a:xfrm>
            <a:off x="3319463" y="3030625"/>
            <a:ext cx="499810" cy="616841"/>
            <a:chOff x="3319463" y="2878225"/>
            <a:chExt cx="499810" cy="616841"/>
          </a:xfrm>
        </p:grpSpPr>
        <p:sp>
          <p:nvSpPr>
            <p:cNvPr id="3013" name="Google Shape;3013;p50"/>
            <p:cNvSpPr/>
            <p:nvPr/>
          </p:nvSpPr>
          <p:spPr>
            <a:xfrm>
              <a:off x="3542791" y="3160643"/>
              <a:ext cx="90726" cy="168867"/>
            </a:xfrm>
            <a:custGeom>
              <a:rect b="b" l="l" r="r" t="t"/>
              <a:pathLst>
                <a:path extrusionOk="0" h="6311" w="3391">
                  <a:moveTo>
                    <a:pt x="1695" y="0"/>
                  </a:moveTo>
                  <a:cubicBezTo>
                    <a:pt x="758" y="0"/>
                    <a:pt x="1" y="759"/>
                    <a:pt x="1" y="1694"/>
                  </a:cubicBezTo>
                  <a:lnTo>
                    <a:pt x="1" y="4616"/>
                  </a:lnTo>
                  <a:cubicBezTo>
                    <a:pt x="1" y="5551"/>
                    <a:pt x="758" y="6310"/>
                    <a:pt x="1695" y="6310"/>
                  </a:cubicBezTo>
                  <a:cubicBezTo>
                    <a:pt x="2631" y="6310"/>
                    <a:pt x="3390" y="5551"/>
                    <a:pt x="3390" y="4616"/>
                  </a:cubicBezTo>
                  <a:lnTo>
                    <a:pt x="3390" y="1694"/>
                  </a:lnTo>
                  <a:cubicBezTo>
                    <a:pt x="3390" y="759"/>
                    <a:pt x="2631" y="0"/>
                    <a:pt x="1695"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0"/>
            <p:cNvSpPr/>
            <p:nvPr/>
          </p:nvSpPr>
          <p:spPr>
            <a:xfrm>
              <a:off x="3406873" y="3264566"/>
              <a:ext cx="362557" cy="220749"/>
            </a:xfrm>
            <a:custGeom>
              <a:rect b="b" l="l" r="r" t="t"/>
              <a:pathLst>
                <a:path extrusionOk="0" h="8250" w="13551">
                  <a:moveTo>
                    <a:pt x="4839" y="0"/>
                  </a:moveTo>
                  <a:cubicBezTo>
                    <a:pt x="4572" y="0"/>
                    <a:pt x="4356" y="216"/>
                    <a:pt x="4356" y="485"/>
                  </a:cubicBezTo>
                  <a:lnTo>
                    <a:pt x="4356" y="995"/>
                  </a:lnTo>
                  <a:cubicBezTo>
                    <a:pt x="1909" y="1238"/>
                    <a:pt x="0" y="3306"/>
                    <a:pt x="0" y="5823"/>
                  </a:cubicBezTo>
                  <a:lnTo>
                    <a:pt x="0" y="8250"/>
                  </a:lnTo>
                  <a:lnTo>
                    <a:pt x="13551" y="8250"/>
                  </a:lnTo>
                  <a:lnTo>
                    <a:pt x="13551" y="5823"/>
                  </a:lnTo>
                  <a:cubicBezTo>
                    <a:pt x="13551" y="3307"/>
                    <a:pt x="11641" y="1238"/>
                    <a:pt x="9195" y="995"/>
                  </a:cubicBezTo>
                  <a:lnTo>
                    <a:pt x="9195" y="485"/>
                  </a:lnTo>
                  <a:cubicBezTo>
                    <a:pt x="9195" y="216"/>
                    <a:pt x="8977" y="0"/>
                    <a:pt x="87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0"/>
            <p:cNvSpPr/>
            <p:nvPr/>
          </p:nvSpPr>
          <p:spPr>
            <a:xfrm>
              <a:off x="3484544" y="3295095"/>
              <a:ext cx="284941" cy="190219"/>
            </a:xfrm>
            <a:custGeom>
              <a:rect b="b" l="l" r="r" t="t"/>
              <a:pathLst>
                <a:path extrusionOk="0" h="7109" w="10650">
                  <a:moveTo>
                    <a:pt x="7088" y="1"/>
                  </a:moveTo>
                  <a:cubicBezTo>
                    <a:pt x="7199" y="410"/>
                    <a:pt x="7260" y="842"/>
                    <a:pt x="7260" y="1285"/>
                  </a:cubicBezTo>
                  <a:cubicBezTo>
                    <a:pt x="7260" y="2625"/>
                    <a:pt x="6175" y="3712"/>
                    <a:pt x="4840" y="3712"/>
                  </a:cubicBezTo>
                  <a:lnTo>
                    <a:pt x="3389" y="3712"/>
                  </a:lnTo>
                  <a:cubicBezTo>
                    <a:pt x="1518" y="3712"/>
                    <a:pt x="1" y="5233"/>
                    <a:pt x="1" y="7109"/>
                  </a:cubicBezTo>
                  <a:lnTo>
                    <a:pt x="10649" y="7109"/>
                  </a:lnTo>
                  <a:lnTo>
                    <a:pt x="10649" y="4682"/>
                  </a:lnTo>
                  <a:cubicBezTo>
                    <a:pt x="10649" y="2445"/>
                    <a:pt x="9141" y="565"/>
                    <a:pt x="7088"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0"/>
            <p:cNvSpPr/>
            <p:nvPr/>
          </p:nvSpPr>
          <p:spPr>
            <a:xfrm>
              <a:off x="3523420" y="3264566"/>
              <a:ext cx="103542" cy="25955"/>
            </a:xfrm>
            <a:custGeom>
              <a:rect b="b" l="l" r="r" t="t"/>
              <a:pathLst>
                <a:path extrusionOk="0" h="970" w="3870">
                  <a:moveTo>
                    <a:pt x="485" y="0"/>
                  </a:moveTo>
                  <a:cubicBezTo>
                    <a:pt x="216" y="0"/>
                    <a:pt x="0" y="216"/>
                    <a:pt x="0" y="485"/>
                  </a:cubicBezTo>
                  <a:cubicBezTo>
                    <a:pt x="0" y="754"/>
                    <a:pt x="216" y="970"/>
                    <a:pt x="485" y="970"/>
                  </a:cubicBezTo>
                  <a:lnTo>
                    <a:pt x="3385" y="970"/>
                  </a:lnTo>
                  <a:cubicBezTo>
                    <a:pt x="3654" y="970"/>
                    <a:pt x="3870" y="754"/>
                    <a:pt x="3870" y="485"/>
                  </a:cubicBezTo>
                  <a:cubicBezTo>
                    <a:pt x="3870" y="216"/>
                    <a:pt x="3654" y="0"/>
                    <a:pt x="3385"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0"/>
            <p:cNvSpPr/>
            <p:nvPr/>
          </p:nvSpPr>
          <p:spPr>
            <a:xfrm>
              <a:off x="3439274" y="2926949"/>
              <a:ext cx="297837" cy="298721"/>
            </a:xfrm>
            <a:custGeom>
              <a:rect b="b" l="l" r="r" t="t"/>
              <a:pathLst>
                <a:path extrusionOk="0" h="11164" w="11132">
                  <a:moveTo>
                    <a:pt x="5565" y="0"/>
                  </a:moveTo>
                  <a:cubicBezTo>
                    <a:pt x="2493" y="0"/>
                    <a:pt x="0" y="2500"/>
                    <a:pt x="0" y="5581"/>
                  </a:cubicBezTo>
                  <a:cubicBezTo>
                    <a:pt x="0" y="8663"/>
                    <a:pt x="2493" y="11163"/>
                    <a:pt x="5565" y="11163"/>
                  </a:cubicBezTo>
                  <a:cubicBezTo>
                    <a:pt x="8639" y="11163"/>
                    <a:pt x="11132" y="8663"/>
                    <a:pt x="11132" y="5581"/>
                  </a:cubicBezTo>
                  <a:cubicBezTo>
                    <a:pt x="11132" y="2500"/>
                    <a:pt x="8639" y="0"/>
                    <a:pt x="5565"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0"/>
            <p:cNvSpPr/>
            <p:nvPr/>
          </p:nvSpPr>
          <p:spPr>
            <a:xfrm>
              <a:off x="3498243" y="2888018"/>
              <a:ext cx="232340" cy="155836"/>
            </a:xfrm>
            <a:custGeom>
              <a:rect b="b" l="l" r="r" t="t"/>
              <a:pathLst>
                <a:path extrusionOk="0" h="5824" w="8684">
                  <a:moveTo>
                    <a:pt x="6506" y="0"/>
                  </a:moveTo>
                  <a:cubicBezTo>
                    <a:pt x="5520" y="0"/>
                    <a:pt x="4687" y="657"/>
                    <a:pt x="4418" y="1558"/>
                  </a:cubicBezTo>
                  <a:cubicBezTo>
                    <a:pt x="4076" y="1492"/>
                    <a:pt x="3722" y="1457"/>
                    <a:pt x="3360" y="1457"/>
                  </a:cubicBezTo>
                  <a:cubicBezTo>
                    <a:pt x="2096" y="1457"/>
                    <a:pt x="934" y="1877"/>
                    <a:pt x="0" y="2587"/>
                  </a:cubicBezTo>
                  <a:cubicBezTo>
                    <a:pt x="884" y="4498"/>
                    <a:pt x="2814" y="5824"/>
                    <a:pt x="5052" y="5824"/>
                  </a:cubicBezTo>
                  <a:cubicBezTo>
                    <a:pt x="6316" y="5824"/>
                    <a:pt x="7480" y="5402"/>
                    <a:pt x="8412" y="4694"/>
                  </a:cubicBezTo>
                  <a:cubicBezTo>
                    <a:pt x="8274" y="4393"/>
                    <a:pt x="8111" y="4109"/>
                    <a:pt x="7923" y="3841"/>
                  </a:cubicBezTo>
                  <a:cubicBezTo>
                    <a:pt x="8389" y="3439"/>
                    <a:pt x="8683" y="2847"/>
                    <a:pt x="8683" y="2183"/>
                  </a:cubicBezTo>
                  <a:cubicBezTo>
                    <a:pt x="8683" y="976"/>
                    <a:pt x="7708" y="0"/>
                    <a:pt x="65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0"/>
            <p:cNvSpPr/>
            <p:nvPr/>
          </p:nvSpPr>
          <p:spPr>
            <a:xfrm>
              <a:off x="3670977" y="2890480"/>
              <a:ext cx="59610" cy="100260"/>
            </a:xfrm>
            <a:custGeom>
              <a:rect b="b" l="l" r="r" t="t"/>
              <a:pathLst>
                <a:path extrusionOk="0" h="3747" w="2228">
                  <a:moveTo>
                    <a:pt x="683" y="0"/>
                  </a:moveTo>
                  <a:cubicBezTo>
                    <a:pt x="742" y="201"/>
                    <a:pt x="776" y="414"/>
                    <a:pt x="776" y="634"/>
                  </a:cubicBezTo>
                  <a:cubicBezTo>
                    <a:pt x="776" y="1306"/>
                    <a:pt x="475" y="1905"/>
                    <a:pt x="0" y="2304"/>
                  </a:cubicBezTo>
                  <a:cubicBezTo>
                    <a:pt x="573" y="2691"/>
                    <a:pt x="1070" y="3181"/>
                    <a:pt x="1467" y="3747"/>
                  </a:cubicBezTo>
                  <a:cubicBezTo>
                    <a:pt x="1933" y="3347"/>
                    <a:pt x="2227" y="2752"/>
                    <a:pt x="2227" y="2090"/>
                  </a:cubicBezTo>
                  <a:cubicBezTo>
                    <a:pt x="2227" y="1106"/>
                    <a:pt x="1576" y="272"/>
                    <a:pt x="683"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0"/>
            <p:cNvSpPr/>
            <p:nvPr/>
          </p:nvSpPr>
          <p:spPr>
            <a:xfrm>
              <a:off x="3484544" y="3030819"/>
              <a:ext cx="207217" cy="90922"/>
            </a:xfrm>
            <a:custGeom>
              <a:rect b="b" l="l" r="r" t="t"/>
              <a:pathLst>
                <a:path extrusionOk="0" h="3398" w="7745">
                  <a:moveTo>
                    <a:pt x="968" y="1"/>
                  </a:moveTo>
                  <a:cubicBezTo>
                    <a:pt x="434" y="1"/>
                    <a:pt x="1" y="434"/>
                    <a:pt x="1" y="971"/>
                  </a:cubicBezTo>
                  <a:lnTo>
                    <a:pt x="1" y="2428"/>
                  </a:lnTo>
                  <a:cubicBezTo>
                    <a:pt x="1" y="2962"/>
                    <a:pt x="434" y="3397"/>
                    <a:pt x="968" y="3397"/>
                  </a:cubicBezTo>
                  <a:lnTo>
                    <a:pt x="2179" y="3397"/>
                  </a:lnTo>
                  <a:cubicBezTo>
                    <a:pt x="2714" y="3397"/>
                    <a:pt x="3147" y="2964"/>
                    <a:pt x="3147" y="2428"/>
                  </a:cubicBezTo>
                  <a:lnTo>
                    <a:pt x="3147" y="971"/>
                  </a:lnTo>
                  <a:cubicBezTo>
                    <a:pt x="3147" y="434"/>
                    <a:pt x="2714" y="1"/>
                    <a:pt x="2179" y="1"/>
                  </a:cubicBezTo>
                  <a:close/>
                  <a:moveTo>
                    <a:pt x="5567" y="1"/>
                  </a:moveTo>
                  <a:cubicBezTo>
                    <a:pt x="5031" y="1"/>
                    <a:pt x="4598" y="437"/>
                    <a:pt x="4598" y="971"/>
                  </a:cubicBezTo>
                  <a:lnTo>
                    <a:pt x="4598" y="2428"/>
                  </a:lnTo>
                  <a:cubicBezTo>
                    <a:pt x="4598" y="2964"/>
                    <a:pt x="5031" y="3397"/>
                    <a:pt x="5567" y="3397"/>
                  </a:cubicBezTo>
                  <a:lnTo>
                    <a:pt x="6777" y="3397"/>
                  </a:lnTo>
                  <a:cubicBezTo>
                    <a:pt x="7311" y="3397"/>
                    <a:pt x="7744" y="2962"/>
                    <a:pt x="7744" y="2428"/>
                  </a:cubicBezTo>
                  <a:lnTo>
                    <a:pt x="7744" y="971"/>
                  </a:lnTo>
                  <a:cubicBezTo>
                    <a:pt x="7744" y="434"/>
                    <a:pt x="7311" y="1"/>
                    <a:pt x="6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0"/>
            <p:cNvSpPr/>
            <p:nvPr/>
          </p:nvSpPr>
          <p:spPr>
            <a:xfrm>
              <a:off x="3319463" y="2878225"/>
              <a:ext cx="499810" cy="616841"/>
            </a:xfrm>
            <a:custGeom>
              <a:rect b="b" l="l" r="r" t="t"/>
              <a:pathLst>
                <a:path extrusionOk="0" h="23053" w="18681">
                  <a:moveTo>
                    <a:pt x="13188" y="728"/>
                  </a:moveTo>
                  <a:cubicBezTo>
                    <a:pt x="14189" y="728"/>
                    <a:pt x="15001" y="1546"/>
                    <a:pt x="15001" y="2548"/>
                  </a:cubicBezTo>
                  <a:cubicBezTo>
                    <a:pt x="15001" y="2951"/>
                    <a:pt x="14874" y="3331"/>
                    <a:pt x="14636" y="3646"/>
                  </a:cubicBezTo>
                  <a:cubicBezTo>
                    <a:pt x="13865" y="2701"/>
                    <a:pt x="12810" y="1998"/>
                    <a:pt x="11602" y="1666"/>
                  </a:cubicBezTo>
                  <a:cubicBezTo>
                    <a:pt x="11916" y="1095"/>
                    <a:pt x="12519" y="728"/>
                    <a:pt x="13188" y="728"/>
                  </a:cubicBezTo>
                  <a:close/>
                  <a:moveTo>
                    <a:pt x="10043" y="2185"/>
                  </a:moveTo>
                  <a:cubicBezTo>
                    <a:pt x="12024" y="2185"/>
                    <a:pt x="13751" y="3302"/>
                    <a:pt x="14631" y="4944"/>
                  </a:cubicBezTo>
                  <a:cubicBezTo>
                    <a:pt x="14359" y="5127"/>
                    <a:pt x="14072" y="5283"/>
                    <a:pt x="13772" y="5411"/>
                  </a:cubicBezTo>
                  <a:cubicBezTo>
                    <a:pt x="13712" y="5438"/>
                    <a:pt x="13663" y="5478"/>
                    <a:pt x="13624" y="5526"/>
                  </a:cubicBezTo>
                  <a:cubicBezTo>
                    <a:pt x="13425" y="5407"/>
                    <a:pt x="13194" y="5340"/>
                    <a:pt x="12945" y="5340"/>
                  </a:cubicBezTo>
                  <a:lnTo>
                    <a:pt x="11740" y="5340"/>
                  </a:lnTo>
                  <a:cubicBezTo>
                    <a:pt x="11369" y="5340"/>
                    <a:pt x="11032" y="5493"/>
                    <a:pt x="10789" y="5738"/>
                  </a:cubicBezTo>
                  <a:cubicBezTo>
                    <a:pt x="9233" y="5449"/>
                    <a:pt x="7894" y="4465"/>
                    <a:pt x="7150" y="3068"/>
                  </a:cubicBezTo>
                  <a:cubicBezTo>
                    <a:pt x="7978" y="2511"/>
                    <a:pt x="8973" y="2185"/>
                    <a:pt x="10043" y="2185"/>
                  </a:cubicBezTo>
                  <a:close/>
                  <a:moveTo>
                    <a:pt x="9570" y="6143"/>
                  </a:moveTo>
                  <a:lnTo>
                    <a:pt x="9570" y="6143"/>
                  </a:lnTo>
                  <a:cubicBezTo>
                    <a:pt x="9848" y="6254"/>
                    <a:pt x="10136" y="6342"/>
                    <a:pt x="10431" y="6407"/>
                  </a:cubicBezTo>
                  <a:cubicBezTo>
                    <a:pt x="10413" y="6495"/>
                    <a:pt x="10404" y="6583"/>
                    <a:pt x="10404" y="6674"/>
                  </a:cubicBezTo>
                  <a:lnTo>
                    <a:pt x="10404" y="7280"/>
                  </a:lnTo>
                  <a:lnTo>
                    <a:pt x="9679" y="7280"/>
                  </a:lnTo>
                  <a:lnTo>
                    <a:pt x="9679" y="6674"/>
                  </a:lnTo>
                  <a:cubicBezTo>
                    <a:pt x="9681" y="6485"/>
                    <a:pt x="9641" y="6305"/>
                    <a:pt x="9570" y="6143"/>
                  </a:cubicBezTo>
                  <a:close/>
                  <a:moveTo>
                    <a:pt x="7623" y="7280"/>
                  </a:moveTo>
                  <a:cubicBezTo>
                    <a:pt x="7421" y="7280"/>
                    <a:pt x="7258" y="7443"/>
                    <a:pt x="7258" y="7644"/>
                  </a:cubicBezTo>
                  <a:cubicBezTo>
                    <a:pt x="7258" y="7845"/>
                    <a:pt x="7421" y="8009"/>
                    <a:pt x="7623" y="8009"/>
                  </a:cubicBezTo>
                  <a:lnTo>
                    <a:pt x="8108" y="8009"/>
                  </a:lnTo>
                  <a:cubicBezTo>
                    <a:pt x="8308" y="8009"/>
                    <a:pt x="8471" y="7845"/>
                    <a:pt x="8471" y="7644"/>
                  </a:cubicBezTo>
                  <a:cubicBezTo>
                    <a:pt x="8471" y="7443"/>
                    <a:pt x="8308" y="7280"/>
                    <a:pt x="8108" y="7280"/>
                  </a:cubicBezTo>
                  <a:close/>
                  <a:moveTo>
                    <a:pt x="11955" y="7280"/>
                  </a:moveTo>
                  <a:cubicBezTo>
                    <a:pt x="11754" y="7280"/>
                    <a:pt x="11591" y="7443"/>
                    <a:pt x="11591" y="7644"/>
                  </a:cubicBezTo>
                  <a:cubicBezTo>
                    <a:pt x="11591" y="7845"/>
                    <a:pt x="11754" y="8009"/>
                    <a:pt x="11955" y="8009"/>
                  </a:cubicBezTo>
                  <a:lnTo>
                    <a:pt x="12438" y="8009"/>
                  </a:lnTo>
                  <a:cubicBezTo>
                    <a:pt x="12640" y="8009"/>
                    <a:pt x="12803" y="7845"/>
                    <a:pt x="12803" y="7644"/>
                  </a:cubicBezTo>
                  <a:cubicBezTo>
                    <a:pt x="12803" y="7443"/>
                    <a:pt x="12640" y="7280"/>
                    <a:pt x="12438" y="7280"/>
                  </a:cubicBezTo>
                  <a:close/>
                  <a:moveTo>
                    <a:pt x="8352" y="6069"/>
                  </a:moveTo>
                  <a:cubicBezTo>
                    <a:pt x="8685" y="6069"/>
                    <a:pt x="8953" y="6342"/>
                    <a:pt x="8953" y="6674"/>
                  </a:cubicBezTo>
                  <a:lnTo>
                    <a:pt x="8953" y="8131"/>
                  </a:lnTo>
                  <a:cubicBezTo>
                    <a:pt x="8953" y="8465"/>
                    <a:pt x="8682" y="8736"/>
                    <a:pt x="8346" y="8736"/>
                  </a:cubicBezTo>
                  <a:lnTo>
                    <a:pt x="7143" y="8736"/>
                  </a:lnTo>
                  <a:cubicBezTo>
                    <a:pt x="6809" y="8736"/>
                    <a:pt x="6537" y="8465"/>
                    <a:pt x="6537" y="8131"/>
                  </a:cubicBezTo>
                  <a:lnTo>
                    <a:pt x="6537" y="6674"/>
                  </a:lnTo>
                  <a:cubicBezTo>
                    <a:pt x="6537" y="6340"/>
                    <a:pt x="6809" y="6069"/>
                    <a:pt x="7143" y="6069"/>
                  </a:cubicBezTo>
                  <a:lnTo>
                    <a:pt x="8346" y="6069"/>
                  </a:lnTo>
                  <a:cubicBezTo>
                    <a:pt x="8348" y="6069"/>
                    <a:pt x="8350" y="6069"/>
                    <a:pt x="8352" y="6069"/>
                  </a:cubicBezTo>
                  <a:close/>
                  <a:moveTo>
                    <a:pt x="12950" y="6069"/>
                  </a:moveTo>
                  <a:cubicBezTo>
                    <a:pt x="13282" y="6069"/>
                    <a:pt x="13550" y="6342"/>
                    <a:pt x="13550" y="6674"/>
                  </a:cubicBezTo>
                  <a:lnTo>
                    <a:pt x="13550" y="8131"/>
                  </a:lnTo>
                  <a:cubicBezTo>
                    <a:pt x="13550" y="8465"/>
                    <a:pt x="13279" y="8736"/>
                    <a:pt x="12945" y="8736"/>
                  </a:cubicBezTo>
                  <a:lnTo>
                    <a:pt x="11740" y="8736"/>
                  </a:lnTo>
                  <a:cubicBezTo>
                    <a:pt x="11406" y="8736"/>
                    <a:pt x="11135" y="8465"/>
                    <a:pt x="11135" y="8131"/>
                  </a:cubicBezTo>
                  <a:lnTo>
                    <a:pt x="11135" y="6674"/>
                  </a:lnTo>
                  <a:cubicBezTo>
                    <a:pt x="11135" y="6340"/>
                    <a:pt x="11406" y="6069"/>
                    <a:pt x="11740" y="6069"/>
                  </a:cubicBezTo>
                  <a:lnTo>
                    <a:pt x="12945" y="6069"/>
                  </a:lnTo>
                  <a:cubicBezTo>
                    <a:pt x="12947" y="6069"/>
                    <a:pt x="12949" y="6069"/>
                    <a:pt x="12950" y="6069"/>
                  </a:cubicBezTo>
                  <a:close/>
                  <a:moveTo>
                    <a:pt x="11122" y="10191"/>
                  </a:moveTo>
                  <a:cubicBezTo>
                    <a:pt x="11022" y="10191"/>
                    <a:pt x="10922" y="10232"/>
                    <a:pt x="10850" y="10312"/>
                  </a:cubicBezTo>
                  <a:cubicBezTo>
                    <a:pt x="10644" y="10543"/>
                    <a:pt x="10349" y="10676"/>
                    <a:pt x="10040" y="10676"/>
                  </a:cubicBezTo>
                  <a:cubicBezTo>
                    <a:pt x="9731" y="10676"/>
                    <a:pt x="9436" y="10543"/>
                    <a:pt x="9230" y="10312"/>
                  </a:cubicBezTo>
                  <a:cubicBezTo>
                    <a:pt x="9159" y="10232"/>
                    <a:pt x="9059" y="10192"/>
                    <a:pt x="8959" y="10192"/>
                  </a:cubicBezTo>
                  <a:cubicBezTo>
                    <a:pt x="8873" y="10192"/>
                    <a:pt x="8786" y="10222"/>
                    <a:pt x="8717" y="10284"/>
                  </a:cubicBezTo>
                  <a:cubicBezTo>
                    <a:pt x="8568" y="10416"/>
                    <a:pt x="8555" y="10648"/>
                    <a:pt x="8689" y="10797"/>
                  </a:cubicBezTo>
                  <a:cubicBezTo>
                    <a:pt x="9033" y="11182"/>
                    <a:pt x="9527" y="11404"/>
                    <a:pt x="10042" y="11404"/>
                  </a:cubicBezTo>
                  <a:cubicBezTo>
                    <a:pt x="10559" y="11404"/>
                    <a:pt x="11051" y="11185"/>
                    <a:pt x="11392" y="10797"/>
                  </a:cubicBezTo>
                  <a:cubicBezTo>
                    <a:pt x="11527" y="10648"/>
                    <a:pt x="11513" y="10416"/>
                    <a:pt x="11363" y="10284"/>
                  </a:cubicBezTo>
                  <a:cubicBezTo>
                    <a:pt x="11294" y="10222"/>
                    <a:pt x="11208" y="10191"/>
                    <a:pt x="11122" y="10191"/>
                  </a:cubicBezTo>
                  <a:close/>
                  <a:moveTo>
                    <a:pt x="6569" y="3522"/>
                  </a:moveTo>
                  <a:cubicBezTo>
                    <a:pt x="6971" y="4237"/>
                    <a:pt x="7509" y="4854"/>
                    <a:pt x="8146" y="5340"/>
                  </a:cubicBezTo>
                  <a:lnTo>
                    <a:pt x="7143" y="5340"/>
                  </a:lnTo>
                  <a:cubicBezTo>
                    <a:pt x="6408" y="5340"/>
                    <a:pt x="5808" y="5938"/>
                    <a:pt x="5808" y="6674"/>
                  </a:cubicBezTo>
                  <a:lnTo>
                    <a:pt x="5808" y="8131"/>
                  </a:lnTo>
                  <a:cubicBezTo>
                    <a:pt x="5808" y="8866"/>
                    <a:pt x="6408" y="9464"/>
                    <a:pt x="7143" y="9464"/>
                  </a:cubicBezTo>
                  <a:lnTo>
                    <a:pt x="8348" y="9464"/>
                  </a:lnTo>
                  <a:cubicBezTo>
                    <a:pt x="9083" y="9464"/>
                    <a:pt x="9681" y="8866"/>
                    <a:pt x="9681" y="8131"/>
                  </a:cubicBezTo>
                  <a:lnTo>
                    <a:pt x="9681" y="8010"/>
                  </a:lnTo>
                  <a:lnTo>
                    <a:pt x="10406" y="8010"/>
                  </a:lnTo>
                  <a:lnTo>
                    <a:pt x="10406" y="8131"/>
                  </a:lnTo>
                  <a:cubicBezTo>
                    <a:pt x="10406" y="8866"/>
                    <a:pt x="11005" y="9464"/>
                    <a:pt x="11740" y="9464"/>
                  </a:cubicBezTo>
                  <a:lnTo>
                    <a:pt x="12945" y="9464"/>
                  </a:lnTo>
                  <a:cubicBezTo>
                    <a:pt x="13680" y="9464"/>
                    <a:pt x="14278" y="8866"/>
                    <a:pt x="14278" y="8131"/>
                  </a:cubicBezTo>
                  <a:lnTo>
                    <a:pt x="14278" y="6674"/>
                  </a:lnTo>
                  <a:cubicBezTo>
                    <a:pt x="14278" y="6448"/>
                    <a:pt x="14221" y="6237"/>
                    <a:pt x="14125" y="6051"/>
                  </a:cubicBezTo>
                  <a:cubicBezTo>
                    <a:pt x="14403" y="5928"/>
                    <a:pt x="14673" y="5782"/>
                    <a:pt x="14930" y="5617"/>
                  </a:cubicBezTo>
                  <a:cubicBezTo>
                    <a:pt x="15134" y="6176"/>
                    <a:pt x="15244" y="6775"/>
                    <a:pt x="15244" y="7402"/>
                  </a:cubicBezTo>
                  <a:cubicBezTo>
                    <a:pt x="15244" y="10278"/>
                    <a:pt x="12911" y="12620"/>
                    <a:pt x="10043" y="12620"/>
                  </a:cubicBezTo>
                  <a:cubicBezTo>
                    <a:pt x="7175" y="12618"/>
                    <a:pt x="4841" y="10278"/>
                    <a:pt x="4841" y="7402"/>
                  </a:cubicBezTo>
                  <a:cubicBezTo>
                    <a:pt x="4841" y="5864"/>
                    <a:pt x="5508" y="4479"/>
                    <a:pt x="6569" y="3522"/>
                  </a:cubicBezTo>
                  <a:close/>
                  <a:moveTo>
                    <a:pt x="11372" y="13196"/>
                  </a:moveTo>
                  <a:lnTo>
                    <a:pt x="11372" y="14074"/>
                  </a:lnTo>
                  <a:lnTo>
                    <a:pt x="8713" y="14074"/>
                  </a:lnTo>
                  <a:lnTo>
                    <a:pt x="8713" y="13196"/>
                  </a:lnTo>
                  <a:cubicBezTo>
                    <a:pt x="9139" y="13295"/>
                    <a:pt x="9586" y="13347"/>
                    <a:pt x="10042" y="13347"/>
                  </a:cubicBezTo>
                  <a:cubicBezTo>
                    <a:pt x="10498" y="13347"/>
                    <a:pt x="10944" y="13295"/>
                    <a:pt x="11372" y="13196"/>
                  </a:cubicBezTo>
                  <a:close/>
                  <a:moveTo>
                    <a:pt x="11447" y="16017"/>
                  </a:moveTo>
                  <a:cubicBezTo>
                    <a:pt x="11247" y="16017"/>
                    <a:pt x="11083" y="16180"/>
                    <a:pt x="11083" y="16381"/>
                  </a:cubicBezTo>
                  <a:cubicBezTo>
                    <a:pt x="11083" y="16581"/>
                    <a:pt x="11244" y="16743"/>
                    <a:pt x="11447" y="16744"/>
                  </a:cubicBezTo>
                  <a:lnTo>
                    <a:pt x="11496" y="16744"/>
                  </a:lnTo>
                  <a:cubicBezTo>
                    <a:pt x="11696" y="16744"/>
                    <a:pt x="11859" y="16581"/>
                    <a:pt x="11859" y="16381"/>
                  </a:cubicBezTo>
                  <a:cubicBezTo>
                    <a:pt x="11859" y="16180"/>
                    <a:pt x="11696" y="16017"/>
                    <a:pt x="11496" y="16017"/>
                  </a:cubicBezTo>
                  <a:close/>
                  <a:moveTo>
                    <a:pt x="11979" y="14802"/>
                  </a:moveTo>
                  <a:cubicBezTo>
                    <a:pt x="12044" y="14802"/>
                    <a:pt x="12100" y="14856"/>
                    <a:pt x="12100" y="14923"/>
                  </a:cubicBezTo>
                  <a:lnTo>
                    <a:pt x="12100" y="15431"/>
                  </a:lnTo>
                  <a:cubicBezTo>
                    <a:pt x="12100" y="15619"/>
                    <a:pt x="12242" y="15775"/>
                    <a:pt x="12428" y="15794"/>
                  </a:cubicBezTo>
                  <a:cubicBezTo>
                    <a:pt x="14724" y="16024"/>
                    <a:pt x="16455" y="17944"/>
                    <a:pt x="16455" y="20260"/>
                  </a:cubicBezTo>
                  <a:lnTo>
                    <a:pt x="16455" y="22322"/>
                  </a:lnTo>
                  <a:lnTo>
                    <a:pt x="14278" y="22322"/>
                  </a:lnTo>
                  <a:lnTo>
                    <a:pt x="14278" y="20745"/>
                  </a:lnTo>
                  <a:cubicBezTo>
                    <a:pt x="14278" y="20544"/>
                    <a:pt x="14115" y="20381"/>
                    <a:pt x="13914" y="20381"/>
                  </a:cubicBezTo>
                  <a:cubicBezTo>
                    <a:pt x="13714" y="20381"/>
                    <a:pt x="13550" y="20544"/>
                    <a:pt x="13550" y="20745"/>
                  </a:cubicBezTo>
                  <a:lnTo>
                    <a:pt x="13550" y="22322"/>
                  </a:lnTo>
                  <a:lnTo>
                    <a:pt x="6536" y="22322"/>
                  </a:lnTo>
                  <a:lnTo>
                    <a:pt x="6536" y="20745"/>
                  </a:lnTo>
                  <a:cubicBezTo>
                    <a:pt x="6536" y="20544"/>
                    <a:pt x="6372" y="20381"/>
                    <a:pt x="6171" y="20381"/>
                  </a:cubicBezTo>
                  <a:cubicBezTo>
                    <a:pt x="5970" y="20381"/>
                    <a:pt x="5807" y="20544"/>
                    <a:pt x="5807" y="20745"/>
                  </a:cubicBezTo>
                  <a:lnTo>
                    <a:pt x="5807" y="22322"/>
                  </a:lnTo>
                  <a:lnTo>
                    <a:pt x="3631" y="22322"/>
                  </a:lnTo>
                  <a:lnTo>
                    <a:pt x="3631" y="20262"/>
                  </a:lnTo>
                  <a:cubicBezTo>
                    <a:pt x="3631" y="18080"/>
                    <a:pt x="5165" y="16253"/>
                    <a:pt x="7258" y="15853"/>
                  </a:cubicBezTo>
                  <a:lnTo>
                    <a:pt x="7258" y="15893"/>
                  </a:lnTo>
                  <a:cubicBezTo>
                    <a:pt x="7258" y="16362"/>
                    <a:pt x="7639" y="16743"/>
                    <a:pt x="8106" y="16743"/>
                  </a:cubicBezTo>
                  <a:lnTo>
                    <a:pt x="10042" y="16743"/>
                  </a:lnTo>
                  <a:cubicBezTo>
                    <a:pt x="10242" y="16743"/>
                    <a:pt x="10406" y="16580"/>
                    <a:pt x="10406" y="16379"/>
                  </a:cubicBezTo>
                  <a:cubicBezTo>
                    <a:pt x="10406" y="16177"/>
                    <a:pt x="10242" y="16014"/>
                    <a:pt x="10042" y="16014"/>
                  </a:cubicBezTo>
                  <a:lnTo>
                    <a:pt x="8106" y="16014"/>
                  </a:lnTo>
                  <a:cubicBezTo>
                    <a:pt x="8039" y="16014"/>
                    <a:pt x="7985" y="15960"/>
                    <a:pt x="7985" y="15893"/>
                  </a:cubicBezTo>
                  <a:lnTo>
                    <a:pt x="7985" y="15431"/>
                  </a:lnTo>
                  <a:lnTo>
                    <a:pt x="7985" y="15407"/>
                  </a:lnTo>
                  <a:lnTo>
                    <a:pt x="7985" y="14923"/>
                  </a:lnTo>
                  <a:cubicBezTo>
                    <a:pt x="7985" y="14854"/>
                    <a:pt x="8038" y="14802"/>
                    <a:pt x="8106" y="14802"/>
                  </a:cubicBezTo>
                  <a:close/>
                  <a:moveTo>
                    <a:pt x="364" y="22324"/>
                  </a:moveTo>
                  <a:cubicBezTo>
                    <a:pt x="164" y="22324"/>
                    <a:pt x="0" y="22487"/>
                    <a:pt x="0" y="22689"/>
                  </a:cubicBezTo>
                  <a:cubicBezTo>
                    <a:pt x="0" y="22889"/>
                    <a:pt x="164" y="23053"/>
                    <a:pt x="364" y="23053"/>
                  </a:cubicBezTo>
                  <a:lnTo>
                    <a:pt x="412" y="23053"/>
                  </a:lnTo>
                  <a:cubicBezTo>
                    <a:pt x="613" y="23053"/>
                    <a:pt x="776" y="22889"/>
                    <a:pt x="776" y="22689"/>
                  </a:cubicBezTo>
                  <a:cubicBezTo>
                    <a:pt x="776" y="22487"/>
                    <a:pt x="613" y="22324"/>
                    <a:pt x="412" y="22324"/>
                  </a:cubicBezTo>
                  <a:close/>
                  <a:moveTo>
                    <a:pt x="13187" y="1"/>
                  </a:moveTo>
                  <a:cubicBezTo>
                    <a:pt x="12171" y="1"/>
                    <a:pt x="11265" y="599"/>
                    <a:pt x="10863" y="1514"/>
                  </a:cubicBezTo>
                  <a:cubicBezTo>
                    <a:pt x="10595" y="1476"/>
                    <a:pt x="10319" y="1458"/>
                    <a:pt x="10040" y="1458"/>
                  </a:cubicBezTo>
                  <a:cubicBezTo>
                    <a:pt x="8713" y="1458"/>
                    <a:pt x="7485" y="1895"/>
                    <a:pt x="6496" y="2638"/>
                  </a:cubicBezTo>
                  <a:cubicBezTo>
                    <a:pt x="6472" y="2653"/>
                    <a:pt x="6448" y="2670"/>
                    <a:pt x="6428" y="2690"/>
                  </a:cubicBezTo>
                  <a:cubicBezTo>
                    <a:pt x="5020" y="3777"/>
                    <a:pt x="4110" y="5486"/>
                    <a:pt x="4110" y="7401"/>
                  </a:cubicBezTo>
                  <a:cubicBezTo>
                    <a:pt x="4110" y="9953"/>
                    <a:pt x="5723" y="12134"/>
                    <a:pt x="7983" y="12977"/>
                  </a:cubicBezTo>
                  <a:lnTo>
                    <a:pt x="7983" y="14084"/>
                  </a:lnTo>
                  <a:cubicBezTo>
                    <a:pt x="7572" y="14144"/>
                    <a:pt x="7256" y="14496"/>
                    <a:pt x="7256" y="14924"/>
                  </a:cubicBezTo>
                  <a:lnTo>
                    <a:pt x="7256" y="15114"/>
                  </a:lnTo>
                  <a:cubicBezTo>
                    <a:pt x="6105" y="15303"/>
                    <a:pt x="5051" y="15876"/>
                    <a:pt x="4256" y="16750"/>
                  </a:cubicBezTo>
                  <a:cubicBezTo>
                    <a:pt x="3382" y="17712"/>
                    <a:pt x="2901" y="18960"/>
                    <a:pt x="2901" y="20262"/>
                  </a:cubicBezTo>
                  <a:lnTo>
                    <a:pt x="2901" y="22324"/>
                  </a:lnTo>
                  <a:lnTo>
                    <a:pt x="1862" y="22324"/>
                  </a:lnTo>
                  <a:cubicBezTo>
                    <a:pt x="1661" y="22324"/>
                    <a:pt x="1498" y="22487"/>
                    <a:pt x="1498" y="22687"/>
                  </a:cubicBezTo>
                  <a:cubicBezTo>
                    <a:pt x="1498" y="22889"/>
                    <a:pt x="1661" y="23053"/>
                    <a:pt x="1862" y="23053"/>
                  </a:cubicBezTo>
                  <a:lnTo>
                    <a:pt x="18317" y="23053"/>
                  </a:lnTo>
                  <a:cubicBezTo>
                    <a:pt x="18517" y="23053"/>
                    <a:pt x="18681" y="22889"/>
                    <a:pt x="18681" y="22687"/>
                  </a:cubicBezTo>
                  <a:cubicBezTo>
                    <a:pt x="18681" y="22487"/>
                    <a:pt x="18519" y="22324"/>
                    <a:pt x="18318" y="22324"/>
                  </a:cubicBezTo>
                  <a:lnTo>
                    <a:pt x="17181" y="22324"/>
                  </a:lnTo>
                  <a:lnTo>
                    <a:pt x="17181" y="20262"/>
                  </a:lnTo>
                  <a:cubicBezTo>
                    <a:pt x="17181" y="18960"/>
                    <a:pt x="16700" y="17712"/>
                    <a:pt x="15826" y="16750"/>
                  </a:cubicBezTo>
                  <a:cubicBezTo>
                    <a:pt x="15031" y="15876"/>
                    <a:pt x="13977" y="15303"/>
                    <a:pt x="12826" y="15114"/>
                  </a:cubicBezTo>
                  <a:lnTo>
                    <a:pt x="12826" y="14924"/>
                  </a:lnTo>
                  <a:cubicBezTo>
                    <a:pt x="12826" y="14498"/>
                    <a:pt x="12509" y="14144"/>
                    <a:pt x="12100" y="14084"/>
                  </a:cubicBezTo>
                  <a:lnTo>
                    <a:pt x="12100" y="12977"/>
                  </a:lnTo>
                  <a:cubicBezTo>
                    <a:pt x="14356" y="12137"/>
                    <a:pt x="15972" y="9956"/>
                    <a:pt x="15972" y="7401"/>
                  </a:cubicBezTo>
                  <a:cubicBezTo>
                    <a:pt x="15972" y="6521"/>
                    <a:pt x="15780" y="5687"/>
                    <a:pt x="15436" y="4935"/>
                  </a:cubicBezTo>
                  <a:cubicBezTo>
                    <a:pt x="15429" y="4914"/>
                    <a:pt x="15421" y="4894"/>
                    <a:pt x="15408" y="4875"/>
                  </a:cubicBezTo>
                  <a:cubicBezTo>
                    <a:pt x="15308" y="4662"/>
                    <a:pt x="15195" y="4456"/>
                    <a:pt x="15071" y="4257"/>
                  </a:cubicBezTo>
                  <a:cubicBezTo>
                    <a:pt x="15496" y="3788"/>
                    <a:pt x="15728" y="3187"/>
                    <a:pt x="15728" y="2548"/>
                  </a:cubicBezTo>
                  <a:cubicBezTo>
                    <a:pt x="15728" y="1142"/>
                    <a:pt x="14588" y="1"/>
                    <a:pt x="1318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2" name="Google Shape;3022;p50"/>
          <p:cNvGrpSpPr/>
          <p:nvPr/>
        </p:nvGrpSpPr>
        <p:grpSpPr>
          <a:xfrm>
            <a:off x="3280436" y="1907116"/>
            <a:ext cx="577881" cy="616841"/>
            <a:chOff x="3280436" y="1754716"/>
            <a:chExt cx="577881" cy="616841"/>
          </a:xfrm>
        </p:grpSpPr>
        <p:sp>
          <p:nvSpPr>
            <p:cNvPr id="3023" name="Google Shape;3023;p50"/>
            <p:cNvSpPr/>
            <p:nvPr/>
          </p:nvSpPr>
          <p:spPr>
            <a:xfrm>
              <a:off x="3290148" y="1920233"/>
              <a:ext cx="441538" cy="441579"/>
            </a:xfrm>
            <a:custGeom>
              <a:rect b="b" l="l" r="r" t="t"/>
              <a:pathLst>
                <a:path extrusionOk="0" h="16503" w="16503">
                  <a:moveTo>
                    <a:pt x="1944" y="1"/>
                  </a:moveTo>
                  <a:cubicBezTo>
                    <a:pt x="871" y="1"/>
                    <a:pt x="1" y="872"/>
                    <a:pt x="1" y="1943"/>
                  </a:cubicBezTo>
                  <a:lnTo>
                    <a:pt x="1" y="14561"/>
                  </a:lnTo>
                  <a:cubicBezTo>
                    <a:pt x="1" y="15634"/>
                    <a:pt x="872" y="16503"/>
                    <a:pt x="1944" y="16503"/>
                  </a:cubicBezTo>
                  <a:lnTo>
                    <a:pt x="14560" y="16503"/>
                  </a:lnTo>
                  <a:cubicBezTo>
                    <a:pt x="15633" y="16503"/>
                    <a:pt x="16503" y="15631"/>
                    <a:pt x="16503" y="14561"/>
                  </a:cubicBezTo>
                  <a:lnTo>
                    <a:pt x="16503" y="1943"/>
                  </a:lnTo>
                  <a:cubicBezTo>
                    <a:pt x="16503" y="872"/>
                    <a:pt x="15633" y="2"/>
                    <a:pt x="145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0"/>
            <p:cNvSpPr/>
            <p:nvPr/>
          </p:nvSpPr>
          <p:spPr>
            <a:xfrm>
              <a:off x="3348637" y="1920233"/>
              <a:ext cx="383051" cy="376639"/>
            </a:xfrm>
            <a:custGeom>
              <a:rect b="b" l="l" r="r" t="t"/>
              <a:pathLst>
                <a:path extrusionOk="0" h="14076" w="14317">
                  <a:moveTo>
                    <a:pt x="1" y="1"/>
                  </a:moveTo>
                  <a:lnTo>
                    <a:pt x="1" y="12134"/>
                  </a:lnTo>
                  <a:cubicBezTo>
                    <a:pt x="1" y="13207"/>
                    <a:pt x="870" y="14075"/>
                    <a:pt x="1942" y="14075"/>
                  </a:cubicBezTo>
                  <a:lnTo>
                    <a:pt x="14317" y="14075"/>
                  </a:lnTo>
                  <a:lnTo>
                    <a:pt x="14317" y="1943"/>
                  </a:lnTo>
                  <a:cubicBezTo>
                    <a:pt x="14317" y="872"/>
                    <a:pt x="13447" y="2"/>
                    <a:pt x="12374"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0"/>
            <p:cNvSpPr/>
            <p:nvPr/>
          </p:nvSpPr>
          <p:spPr>
            <a:xfrm>
              <a:off x="3394069" y="1803386"/>
              <a:ext cx="454460" cy="454503"/>
            </a:xfrm>
            <a:custGeom>
              <a:rect b="b" l="l" r="r" t="t"/>
              <a:pathLst>
                <a:path extrusionOk="0" h="16986" w="16986">
                  <a:moveTo>
                    <a:pt x="1942" y="1"/>
                  </a:moveTo>
                  <a:cubicBezTo>
                    <a:pt x="869" y="1"/>
                    <a:pt x="1" y="870"/>
                    <a:pt x="1" y="1942"/>
                  </a:cubicBezTo>
                  <a:lnTo>
                    <a:pt x="1" y="15044"/>
                  </a:lnTo>
                  <a:cubicBezTo>
                    <a:pt x="1" y="16117"/>
                    <a:pt x="870" y="16986"/>
                    <a:pt x="1942" y="16986"/>
                  </a:cubicBezTo>
                  <a:lnTo>
                    <a:pt x="15045" y="16986"/>
                  </a:lnTo>
                  <a:cubicBezTo>
                    <a:pt x="16118" y="16986"/>
                    <a:pt x="16986" y="16116"/>
                    <a:pt x="16986" y="15044"/>
                  </a:cubicBezTo>
                  <a:lnTo>
                    <a:pt x="16986" y="1942"/>
                  </a:lnTo>
                  <a:cubicBezTo>
                    <a:pt x="16986" y="870"/>
                    <a:pt x="16118" y="2"/>
                    <a:pt x="150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0"/>
            <p:cNvSpPr/>
            <p:nvPr/>
          </p:nvSpPr>
          <p:spPr>
            <a:xfrm>
              <a:off x="3536999" y="1764482"/>
              <a:ext cx="168771" cy="103873"/>
            </a:xfrm>
            <a:custGeom>
              <a:rect b="b" l="l" r="r" t="t"/>
              <a:pathLst>
                <a:path extrusionOk="0" h="3882" w="6308">
                  <a:moveTo>
                    <a:pt x="970" y="1"/>
                  </a:moveTo>
                  <a:cubicBezTo>
                    <a:pt x="436" y="1"/>
                    <a:pt x="1" y="434"/>
                    <a:pt x="1" y="971"/>
                  </a:cubicBezTo>
                  <a:lnTo>
                    <a:pt x="1" y="2913"/>
                  </a:lnTo>
                  <a:cubicBezTo>
                    <a:pt x="1" y="3447"/>
                    <a:pt x="434" y="3882"/>
                    <a:pt x="970" y="3882"/>
                  </a:cubicBezTo>
                  <a:lnTo>
                    <a:pt x="986" y="3882"/>
                  </a:lnTo>
                  <a:cubicBezTo>
                    <a:pt x="1246" y="3882"/>
                    <a:pt x="1455" y="3673"/>
                    <a:pt x="1455" y="3414"/>
                  </a:cubicBezTo>
                  <a:lnTo>
                    <a:pt x="1455" y="3397"/>
                  </a:lnTo>
                  <a:cubicBezTo>
                    <a:pt x="1455" y="3129"/>
                    <a:pt x="1672" y="2912"/>
                    <a:pt x="1941" y="2912"/>
                  </a:cubicBezTo>
                  <a:cubicBezTo>
                    <a:pt x="1952" y="2912"/>
                    <a:pt x="1962" y="2912"/>
                    <a:pt x="1972" y="2913"/>
                  </a:cubicBezTo>
                  <a:cubicBezTo>
                    <a:pt x="2229" y="2928"/>
                    <a:pt x="2425" y="3156"/>
                    <a:pt x="2425" y="3414"/>
                  </a:cubicBezTo>
                  <a:cubicBezTo>
                    <a:pt x="2425" y="3673"/>
                    <a:pt x="2634" y="3882"/>
                    <a:pt x="2894" y="3882"/>
                  </a:cubicBezTo>
                  <a:lnTo>
                    <a:pt x="3413" y="3882"/>
                  </a:lnTo>
                  <a:cubicBezTo>
                    <a:pt x="3671" y="3882"/>
                    <a:pt x="3882" y="3673"/>
                    <a:pt x="3882" y="3414"/>
                  </a:cubicBezTo>
                  <a:lnTo>
                    <a:pt x="3882" y="3397"/>
                  </a:lnTo>
                  <a:cubicBezTo>
                    <a:pt x="3882" y="3129"/>
                    <a:pt x="4100" y="2912"/>
                    <a:pt x="4367" y="2912"/>
                  </a:cubicBezTo>
                  <a:cubicBezTo>
                    <a:pt x="4377" y="2912"/>
                    <a:pt x="4388" y="2912"/>
                    <a:pt x="4398" y="2913"/>
                  </a:cubicBezTo>
                  <a:cubicBezTo>
                    <a:pt x="4656" y="2928"/>
                    <a:pt x="4851" y="3156"/>
                    <a:pt x="4851" y="3414"/>
                  </a:cubicBezTo>
                  <a:cubicBezTo>
                    <a:pt x="4851" y="3673"/>
                    <a:pt x="5061" y="3882"/>
                    <a:pt x="5320" y="3882"/>
                  </a:cubicBezTo>
                  <a:lnTo>
                    <a:pt x="5337" y="3882"/>
                  </a:lnTo>
                  <a:cubicBezTo>
                    <a:pt x="5871" y="3882"/>
                    <a:pt x="6306" y="3447"/>
                    <a:pt x="6308" y="2913"/>
                  </a:cubicBezTo>
                  <a:lnTo>
                    <a:pt x="6308" y="971"/>
                  </a:lnTo>
                  <a:cubicBezTo>
                    <a:pt x="6308" y="436"/>
                    <a:pt x="5874" y="1"/>
                    <a:pt x="53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0"/>
            <p:cNvSpPr/>
            <p:nvPr/>
          </p:nvSpPr>
          <p:spPr>
            <a:xfrm>
              <a:off x="3536919" y="1764455"/>
              <a:ext cx="168824" cy="51936"/>
            </a:xfrm>
            <a:custGeom>
              <a:rect b="b" l="l" r="r" t="t"/>
              <a:pathLst>
                <a:path extrusionOk="0" h="1941" w="6310">
                  <a:moveTo>
                    <a:pt x="972" y="0"/>
                  </a:moveTo>
                  <a:cubicBezTo>
                    <a:pt x="434" y="0"/>
                    <a:pt x="1" y="435"/>
                    <a:pt x="1" y="971"/>
                  </a:cubicBezTo>
                  <a:lnTo>
                    <a:pt x="1" y="1940"/>
                  </a:lnTo>
                  <a:lnTo>
                    <a:pt x="6309" y="1940"/>
                  </a:lnTo>
                  <a:lnTo>
                    <a:pt x="6309" y="971"/>
                  </a:lnTo>
                  <a:cubicBezTo>
                    <a:pt x="6309" y="435"/>
                    <a:pt x="5876" y="0"/>
                    <a:pt x="534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0"/>
            <p:cNvSpPr/>
            <p:nvPr/>
          </p:nvSpPr>
          <p:spPr>
            <a:xfrm>
              <a:off x="3280436" y="1754716"/>
              <a:ext cx="577881" cy="616841"/>
            </a:xfrm>
            <a:custGeom>
              <a:rect b="b" l="l" r="r" t="t"/>
              <a:pathLst>
                <a:path extrusionOk="0" h="23053" w="21599">
                  <a:moveTo>
                    <a:pt x="14923" y="728"/>
                  </a:moveTo>
                  <a:cubicBezTo>
                    <a:pt x="15257" y="728"/>
                    <a:pt x="15530" y="1001"/>
                    <a:pt x="15530" y="1335"/>
                  </a:cubicBezTo>
                  <a:lnTo>
                    <a:pt x="15530" y="3276"/>
                  </a:lnTo>
                  <a:cubicBezTo>
                    <a:pt x="15530" y="3610"/>
                    <a:pt x="15257" y="3882"/>
                    <a:pt x="14923" y="3882"/>
                  </a:cubicBezTo>
                  <a:lnTo>
                    <a:pt x="14908" y="3882"/>
                  </a:lnTo>
                  <a:cubicBezTo>
                    <a:pt x="14849" y="3882"/>
                    <a:pt x="14802" y="3833"/>
                    <a:pt x="14802" y="3776"/>
                  </a:cubicBezTo>
                  <a:cubicBezTo>
                    <a:pt x="14802" y="3322"/>
                    <a:pt x="14453" y="2942"/>
                    <a:pt x="14009" y="2914"/>
                  </a:cubicBezTo>
                  <a:cubicBezTo>
                    <a:pt x="13989" y="2912"/>
                    <a:pt x="13971" y="2912"/>
                    <a:pt x="13954" y="2912"/>
                  </a:cubicBezTo>
                  <a:cubicBezTo>
                    <a:pt x="13738" y="2912"/>
                    <a:pt x="13529" y="2993"/>
                    <a:pt x="13371" y="3141"/>
                  </a:cubicBezTo>
                  <a:cubicBezTo>
                    <a:pt x="13201" y="3300"/>
                    <a:pt x="13103" y="3526"/>
                    <a:pt x="13103" y="3761"/>
                  </a:cubicBezTo>
                  <a:lnTo>
                    <a:pt x="13103" y="3776"/>
                  </a:lnTo>
                  <a:cubicBezTo>
                    <a:pt x="13103" y="3836"/>
                    <a:pt x="13054" y="3882"/>
                    <a:pt x="12998" y="3882"/>
                  </a:cubicBezTo>
                  <a:lnTo>
                    <a:pt x="12479" y="3882"/>
                  </a:lnTo>
                  <a:cubicBezTo>
                    <a:pt x="12421" y="3882"/>
                    <a:pt x="12375" y="3833"/>
                    <a:pt x="12375" y="3776"/>
                  </a:cubicBezTo>
                  <a:cubicBezTo>
                    <a:pt x="12375" y="3322"/>
                    <a:pt x="12024" y="2942"/>
                    <a:pt x="11581" y="2914"/>
                  </a:cubicBezTo>
                  <a:cubicBezTo>
                    <a:pt x="11562" y="2913"/>
                    <a:pt x="11543" y="2912"/>
                    <a:pt x="11525" y="2912"/>
                  </a:cubicBezTo>
                  <a:cubicBezTo>
                    <a:pt x="11311" y="2912"/>
                    <a:pt x="11101" y="2994"/>
                    <a:pt x="10944" y="3141"/>
                  </a:cubicBezTo>
                  <a:cubicBezTo>
                    <a:pt x="10774" y="3300"/>
                    <a:pt x="10677" y="3526"/>
                    <a:pt x="10677" y="3761"/>
                  </a:cubicBezTo>
                  <a:lnTo>
                    <a:pt x="10677" y="3776"/>
                  </a:lnTo>
                  <a:cubicBezTo>
                    <a:pt x="10677" y="3836"/>
                    <a:pt x="10629" y="3882"/>
                    <a:pt x="10572" y="3882"/>
                  </a:cubicBezTo>
                  <a:lnTo>
                    <a:pt x="10556" y="3882"/>
                  </a:lnTo>
                  <a:cubicBezTo>
                    <a:pt x="10222" y="3882"/>
                    <a:pt x="9949" y="3610"/>
                    <a:pt x="9949" y="3276"/>
                  </a:cubicBezTo>
                  <a:lnTo>
                    <a:pt x="9949" y="1335"/>
                  </a:lnTo>
                  <a:cubicBezTo>
                    <a:pt x="9949" y="1001"/>
                    <a:pt x="10221" y="728"/>
                    <a:pt x="10556" y="728"/>
                  </a:cubicBezTo>
                  <a:close/>
                  <a:moveTo>
                    <a:pt x="9344" y="7766"/>
                  </a:moveTo>
                  <a:cubicBezTo>
                    <a:pt x="9144" y="7766"/>
                    <a:pt x="8980" y="7929"/>
                    <a:pt x="8980" y="8129"/>
                  </a:cubicBezTo>
                  <a:cubicBezTo>
                    <a:pt x="8980" y="8330"/>
                    <a:pt x="9144" y="8493"/>
                    <a:pt x="9344" y="8493"/>
                  </a:cubicBezTo>
                  <a:lnTo>
                    <a:pt x="16138" y="8493"/>
                  </a:lnTo>
                  <a:cubicBezTo>
                    <a:pt x="16340" y="8493"/>
                    <a:pt x="16503" y="8330"/>
                    <a:pt x="16503" y="8129"/>
                  </a:cubicBezTo>
                  <a:cubicBezTo>
                    <a:pt x="16501" y="7929"/>
                    <a:pt x="16340" y="7766"/>
                    <a:pt x="16137" y="7766"/>
                  </a:cubicBezTo>
                  <a:close/>
                  <a:moveTo>
                    <a:pt x="10801" y="9707"/>
                  </a:moveTo>
                  <a:cubicBezTo>
                    <a:pt x="10600" y="9707"/>
                    <a:pt x="10437" y="9870"/>
                    <a:pt x="10437" y="10071"/>
                  </a:cubicBezTo>
                  <a:cubicBezTo>
                    <a:pt x="10437" y="10271"/>
                    <a:pt x="10600" y="10434"/>
                    <a:pt x="10801" y="10434"/>
                  </a:cubicBezTo>
                  <a:lnTo>
                    <a:pt x="14682" y="10434"/>
                  </a:lnTo>
                  <a:cubicBezTo>
                    <a:pt x="14883" y="10434"/>
                    <a:pt x="15047" y="10271"/>
                    <a:pt x="15047" y="10071"/>
                  </a:cubicBezTo>
                  <a:cubicBezTo>
                    <a:pt x="15047" y="9870"/>
                    <a:pt x="14883" y="9707"/>
                    <a:pt x="14682" y="9707"/>
                  </a:cubicBezTo>
                  <a:close/>
                  <a:moveTo>
                    <a:pt x="9344" y="11648"/>
                  </a:moveTo>
                  <a:cubicBezTo>
                    <a:pt x="9144" y="11648"/>
                    <a:pt x="8980" y="11811"/>
                    <a:pt x="8980" y="12012"/>
                  </a:cubicBezTo>
                  <a:cubicBezTo>
                    <a:pt x="8980" y="12214"/>
                    <a:pt x="9144" y="12377"/>
                    <a:pt x="9344" y="12377"/>
                  </a:cubicBezTo>
                  <a:lnTo>
                    <a:pt x="16138" y="12377"/>
                  </a:lnTo>
                  <a:cubicBezTo>
                    <a:pt x="16340" y="12377"/>
                    <a:pt x="16503" y="12214"/>
                    <a:pt x="16503" y="12012"/>
                  </a:cubicBezTo>
                  <a:cubicBezTo>
                    <a:pt x="16501" y="11810"/>
                    <a:pt x="16340" y="11648"/>
                    <a:pt x="16137" y="11648"/>
                  </a:cubicBezTo>
                  <a:close/>
                  <a:moveTo>
                    <a:pt x="11042" y="13588"/>
                  </a:moveTo>
                  <a:cubicBezTo>
                    <a:pt x="10947" y="13588"/>
                    <a:pt x="10852" y="13628"/>
                    <a:pt x="10785" y="13694"/>
                  </a:cubicBezTo>
                  <a:cubicBezTo>
                    <a:pt x="10717" y="13763"/>
                    <a:pt x="10678" y="13856"/>
                    <a:pt x="10678" y="13952"/>
                  </a:cubicBezTo>
                  <a:cubicBezTo>
                    <a:pt x="10678" y="14048"/>
                    <a:pt x="10717" y="14142"/>
                    <a:pt x="10785" y="14210"/>
                  </a:cubicBezTo>
                  <a:cubicBezTo>
                    <a:pt x="10852" y="14277"/>
                    <a:pt x="10947" y="14317"/>
                    <a:pt x="11042" y="14317"/>
                  </a:cubicBezTo>
                  <a:cubicBezTo>
                    <a:pt x="11139" y="14317"/>
                    <a:pt x="11233" y="14277"/>
                    <a:pt x="11299" y="14210"/>
                  </a:cubicBezTo>
                  <a:cubicBezTo>
                    <a:pt x="11368" y="14142"/>
                    <a:pt x="11406" y="14048"/>
                    <a:pt x="11406" y="13952"/>
                  </a:cubicBezTo>
                  <a:cubicBezTo>
                    <a:pt x="11406" y="13856"/>
                    <a:pt x="11368" y="13763"/>
                    <a:pt x="11299" y="13694"/>
                  </a:cubicBezTo>
                  <a:cubicBezTo>
                    <a:pt x="11233" y="13628"/>
                    <a:pt x="11139" y="13588"/>
                    <a:pt x="11042" y="13588"/>
                  </a:cubicBezTo>
                  <a:close/>
                  <a:moveTo>
                    <a:pt x="12740" y="13588"/>
                  </a:moveTo>
                  <a:cubicBezTo>
                    <a:pt x="12645" y="13588"/>
                    <a:pt x="12550" y="13628"/>
                    <a:pt x="12483" y="13694"/>
                  </a:cubicBezTo>
                  <a:cubicBezTo>
                    <a:pt x="12415" y="13763"/>
                    <a:pt x="12377" y="13856"/>
                    <a:pt x="12377" y="13952"/>
                  </a:cubicBezTo>
                  <a:cubicBezTo>
                    <a:pt x="12377" y="14048"/>
                    <a:pt x="12415" y="14142"/>
                    <a:pt x="12483" y="14210"/>
                  </a:cubicBezTo>
                  <a:cubicBezTo>
                    <a:pt x="12550" y="14277"/>
                    <a:pt x="12645" y="14317"/>
                    <a:pt x="12740" y="14317"/>
                  </a:cubicBezTo>
                  <a:cubicBezTo>
                    <a:pt x="12837" y="14317"/>
                    <a:pt x="12931" y="14277"/>
                    <a:pt x="12998" y="14210"/>
                  </a:cubicBezTo>
                  <a:cubicBezTo>
                    <a:pt x="13066" y="14142"/>
                    <a:pt x="13104" y="14048"/>
                    <a:pt x="13104" y="13952"/>
                  </a:cubicBezTo>
                  <a:cubicBezTo>
                    <a:pt x="13104" y="13856"/>
                    <a:pt x="13066" y="13763"/>
                    <a:pt x="12998" y="13694"/>
                  </a:cubicBezTo>
                  <a:cubicBezTo>
                    <a:pt x="12931" y="13628"/>
                    <a:pt x="12837" y="13588"/>
                    <a:pt x="12740" y="13588"/>
                  </a:cubicBezTo>
                  <a:close/>
                  <a:moveTo>
                    <a:pt x="14439" y="13588"/>
                  </a:moveTo>
                  <a:cubicBezTo>
                    <a:pt x="14343" y="13588"/>
                    <a:pt x="14248" y="13628"/>
                    <a:pt x="14181" y="13694"/>
                  </a:cubicBezTo>
                  <a:cubicBezTo>
                    <a:pt x="14113" y="13763"/>
                    <a:pt x="14075" y="13856"/>
                    <a:pt x="14075" y="13952"/>
                  </a:cubicBezTo>
                  <a:cubicBezTo>
                    <a:pt x="14075" y="14048"/>
                    <a:pt x="14113" y="14142"/>
                    <a:pt x="14181" y="14210"/>
                  </a:cubicBezTo>
                  <a:cubicBezTo>
                    <a:pt x="14248" y="14277"/>
                    <a:pt x="14343" y="14317"/>
                    <a:pt x="14439" y="14317"/>
                  </a:cubicBezTo>
                  <a:cubicBezTo>
                    <a:pt x="14535" y="14317"/>
                    <a:pt x="14629" y="14277"/>
                    <a:pt x="14696" y="14210"/>
                  </a:cubicBezTo>
                  <a:cubicBezTo>
                    <a:pt x="14764" y="14142"/>
                    <a:pt x="14802" y="14048"/>
                    <a:pt x="14802" y="13952"/>
                  </a:cubicBezTo>
                  <a:cubicBezTo>
                    <a:pt x="14802" y="13856"/>
                    <a:pt x="14764" y="13763"/>
                    <a:pt x="14696" y="13694"/>
                  </a:cubicBezTo>
                  <a:cubicBezTo>
                    <a:pt x="14629" y="13628"/>
                    <a:pt x="14535" y="13588"/>
                    <a:pt x="14439" y="13588"/>
                  </a:cubicBezTo>
                  <a:close/>
                  <a:moveTo>
                    <a:pt x="9222" y="2179"/>
                  </a:moveTo>
                  <a:lnTo>
                    <a:pt x="9222" y="3272"/>
                  </a:lnTo>
                  <a:cubicBezTo>
                    <a:pt x="9222" y="4008"/>
                    <a:pt x="9820" y="4606"/>
                    <a:pt x="10556" y="4606"/>
                  </a:cubicBezTo>
                  <a:lnTo>
                    <a:pt x="10572" y="4606"/>
                  </a:lnTo>
                  <a:cubicBezTo>
                    <a:pt x="11032" y="4606"/>
                    <a:pt x="11404" y="4231"/>
                    <a:pt x="11404" y="3774"/>
                  </a:cubicBezTo>
                  <a:lnTo>
                    <a:pt x="11404" y="3758"/>
                  </a:lnTo>
                  <a:cubicBezTo>
                    <a:pt x="11404" y="3711"/>
                    <a:pt x="11430" y="3683"/>
                    <a:pt x="11444" y="3668"/>
                  </a:cubicBezTo>
                  <a:cubicBezTo>
                    <a:pt x="11460" y="3654"/>
                    <a:pt x="11487" y="3637"/>
                    <a:pt x="11527" y="3637"/>
                  </a:cubicBezTo>
                  <a:cubicBezTo>
                    <a:pt x="11530" y="3637"/>
                    <a:pt x="11534" y="3637"/>
                    <a:pt x="11537" y="3637"/>
                  </a:cubicBezTo>
                  <a:cubicBezTo>
                    <a:pt x="11596" y="3641"/>
                    <a:pt x="11648" y="3704"/>
                    <a:pt x="11648" y="3775"/>
                  </a:cubicBezTo>
                  <a:cubicBezTo>
                    <a:pt x="11648" y="4235"/>
                    <a:pt x="12023" y="4608"/>
                    <a:pt x="12482" y="4608"/>
                  </a:cubicBezTo>
                  <a:lnTo>
                    <a:pt x="13000" y="4608"/>
                  </a:lnTo>
                  <a:cubicBezTo>
                    <a:pt x="13459" y="4608"/>
                    <a:pt x="13833" y="4234"/>
                    <a:pt x="13833" y="3775"/>
                  </a:cubicBezTo>
                  <a:lnTo>
                    <a:pt x="13833" y="3759"/>
                  </a:lnTo>
                  <a:cubicBezTo>
                    <a:pt x="13833" y="3713"/>
                    <a:pt x="13857" y="3684"/>
                    <a:pt x="13872" y="3670"/>
                  </a:cubicBezTo>
                  <a:cubicBezTo>
                    <a:pt x="13889" y="3655"/>
                    <a:pt x="13918" y="3639"/>
                    <a:pt x="13959" y="3639"/>
                  </a:cubicBezTo>
                  <a:cubicBezTo>
                    <a:pt x="13960" y="3639"/>
                    <a:pt x="13962" y="3639"/>
                    <a:pt x="13964" y="3639"/>
                  </a:cubicBezTo>
                  <a:cubicBezTo>
                    <a:pt x="14025" y="3644"/>
                    <a:pt x="14076" y="3705"/>
                    <a:pt x="14076" y="3776"/>
                  </a:cubicBezTo>
                  <a:cubicBezTo>
                    <a:pt x="14076" y="4237"/>
                    <a:pt x="14451" y="4611"/>
                    <a:pt x="14909" y="4611"/>
                  </a:cubicBezTo>
                  <a:lnTo>
                    <a:pt x="14926" y="4611"/>
                  </a:lnTo>
                  <a:cubicBezTo>
                    <a:pt x="15661" y="4611"/>
                    <a:pt x="16259" y="4011"/>
                    <a:pt x="16259" y="3276"/>
                  </a:cubicBezTo>
                  <a:lnTo>
                    <a:pt x="16259" y="2183"/>
                  </a:lnTo>
                  <a:lnTo>
                    <a:pt x="19292" y="2183"/>
                  </a:lnTo>
                  <a:cubicBezTo>
                    <a:pt x="20163" y="2183"/>
                    <a:pt x="20869" y="2891"/>
                    <a:pt x="20869" y="3761"/>
                  </a:cubicBezTo>
                  <a:lnTo>
                    <a:pt x="20869" y="16861"/>
                  </a:lnTo>
                  <a:cubicBezTo>
                    <a:pt x="20869" y="17730"/>
                    <a:pt x="20163" y="18438"/>
                    <a:pt x="19292" y="18438"/>
                  </a:cubicBezTo>
                  <a:lnTo>
                    <a:pt x="6189" y="18438"/>
                  </a:lnTo>
                  <a:cubicBezTo>
                    <a:pt x="5319" y="18438"/>
                    <a:pt x="4612" y="17730"/>
                    <a:pt x="4612" y="16861"/>
                  </a:cubicBezTo>
                  <a:lnTo>
                    <a:pt x="4612" y="3757"/>
                  </a:lnTo>
                  <a:cubicBezTo>
                    <a:pt x="4612" y="2887"/>
                    <a:pt x="5319" y="2179"/>
                    <a:pt x="6189" y="2179"/>
                  </a:cubicBezTo>
                  <a:close/>
                  <a:moveTo>
                    <a:pt x="10556" y="1"/>
                  </a:moveTo>
                  <a:cubicBezTo>
                    <a:pt x="9820" y="1"/>
                    <a:pt x="9222" y="599"/>
                    <a:pt x="9222" y="1334"/>
                  </a:cubicBezTo>
                  <a:lnTo>
                    <a:pt x="9222" y="1456"/>
                  </a:lnTo>
                  <a:lnTo>
                    <a:pt x="6189" y="1456"/>
                  </a:lnTo>
                  <a:cubicBezTo>
                    <a:pt x="4917" y="1456"/>
                    <a:pt x="3884" y="2490"/>
                    <a:pt x="3884" y="3761"/>
                  </a:cubicBezTo>
                  <a:lnTo>
                    <a:pt x="3884" y="16863"/>
                  </a:lnTo>
                  <a:cubicBezTo>
                    <a:pt x="3884" y="18135"/>
                    <a:pt x="4919" y="19170"/>
                    <a:pt x="6189" y="19170"/>
                  </a:cubicBezTo>
                  <a:lnTo>
                    <a:pt x="19292" y="19170"/>
                  </a:lnTo>
                  <a:cubicBezTo>
                    <a:pt x="20564" y="19170"/>
                    <a:pt x="21598" y="18134"/>
                    <a:pt x="21598" y="16863"/>
                  </a:cubicBezTo>
                  <a:lnTo>
                    <a:pt x="21598" y="3761"/>
                  </a:lnTo>
                  <a:cubicBezTo>
                    <a:pt x="21598" y="2490"/>
                    <a:pt x="20564" y="1457"/>
                    <a:pt x="19292" y="1456"/>
                  </a:cubicBezTo>
                  <a:lnTo>
                    <a:pt x="16258" y="1456"/>
                  </a:lnTo>
                  <a:lnTo>
                    <a:pt x="16258" y="1334"/>
                  </a:lnTo>
                  <a:cubicBezTo>
                    <a:pt x="16258" y="599"/>
                    <a:pt x="15659" y="1"/>
                    <a:pt x="14923" y="1"/>
                  </a:cubicBezTo>
                  <a:close/>
                  <a:moveTo>
                    <a:pt x="2307" y="5823"/>
                  </a:moveTo>
                  <a:cubicBezTo>
                    <a:pt x="1035" y="5823"/>
                    <a:pt x="0" y="6859"/>
                    <a:pt x="0" y="8129"/>
                  </a:cubicBezTo>
                  <a:lnTo>
                    <a:pt x="0" y="20747"/>
                  </a:lnTo>
                  <a:cubicBezTo>
                    <a:pt x="0" y="22019"/>
                    <a:pt x="1036" y="23052"/>
                    <a:pt x="2307" y="23052"/>
                  </a:cubicBezTo>
                  <a:lnTo>
                    <a:pt x="14923" y="23052"/>
                  </a:lnTo>
                  <a:cubicBezTo>
                    <a:pt x="16195" y="23052"/>
                    <a:pt x="17230" y="22016"/>
                    <a:pt x="17230" y="20747"/>
                  </a:cubicBezTo>
                  <a:lnTo>
                    <a:pt x="17230" y="20261"/>
                  </a:lnTo>
                  <a:cubicBezTo>
                    <a:pt x="17230" y="20060"/>
                    <a:pt x="17066" y="19898"/>
                    <a:pt x="16866" y="19898"/>
                  </a:cubicBezTo>
                  <a:cubicBezTo>
                    <a:pt x="16664" y="19898"/>
                    <a:pt x="16501" y="20061"/>
                    <a:pt x="16501" y="20261"/>
                  </a:cubicBezTo>
                  <a:lnTo>
                    <a:pt x="16501" y="20747"/>
                  </a:lnTo>
                  <a:cubicBezTo>
                    <a:pt x="16501" y="21617"/>
                    <a:pt x="15794" y="22325"/>
                    <a:pt x="14923" y="22325"/>
                  </a:cubicBezTo>
                  <a:lnTo>
                    <a:pt x="2307" y="22325"/>
                  </a:lnTo>
                  <a:cubicBezTo>
                    <a:pt x="1435" y="22325"/>
                    <a:pt x="729" y="21617"/>
                    <a:pt x="729" y="20747"/>
                  </a:cubicBezTo>
                  <a:lnTo>
                    <a:pt x="729" y="8129"/>
                  </a:lnTo>
                  <a:cubicBezTo>
                    <a:pt x="729" y="7258"/>
                    <a:pt x="1435" y="6552"/>
                    <a:pt x="2307" y="6552"/>
                  </a:cubicBezTo>
                  <a:lnTo>
                    <a:pt x="3034" y="6552"/>
                  </a:lnTo>
                  <a:cubicBezTo>
                    <a:pt x="3235" y="6552"/>
                    <a:pt x="3398" y="6388"/>
                    <a:pt x="3398" y="6187"/>
                  </a:cubicBezTo>
                  <a:cubicBezTo>
                    <a:pt x="3398" y="5986"/>
                    <a:pt x="3235" y="5823"/>
                    <a:pt x="3034" y="5823"/>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29" name="Google Shape;3029;p50"/>
          <p:cNvSpPr txBox="1"/>
          <p:nvPr/>
        </p:nvSpPr>
        <p:spPr>
          <a:xfrm>
            <a:off x="720001" y="1654475"/>
            <a:ext cx="2007600" cy="4542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Clr>
                <a:schemeClr val="hlink"/>
              </a:buClr>
              <a:buSzPts val="1100"/>
              <a:buFont typeface="Arial"/>
              <a:buNone/>
            </a:pPr>
            <a:r>
              <a:rPr lang="en" sz="2400">
                <a:solidFill>
                  <a:schemeClr val="hlink"/>
                </a:solidFill>
                <a:latin typeface="Bahiana"/>
                <a:ea typeface="Bahiana"/>
                <a:cs typeface="Bahiana"/>
                <a:sym typeface="Bahiana"/>
              </a:rPr>
              <a:t>SOME RANDOM NOTES</a:t>
            </a:r>
            <a:endParaRPr sz="2400">
              <a:solidFill>
                <a:schemeClr val="hlink"/>
              </a:solidFill>
              <a:latin typeface="Bahiana"/>
              <a:ea typeface="Bahiana"/>
              <a:cs typeface="Bahiana"/>
              <a:sym typeface="Bahiana"/>
            </a:endParaRPr>
          </a:p>
          <a:p>
            <a:pPr indent="0" lvl="0" marL="0" rtl="0" algn="r">
              <a:spcBef>
                <a:spcPts val="1600"/>
              </a:spcBef>
              <a:spcAft>
                <a:spcPts val="1600"/>
              </a:spcAft>
              <a:buNone/>
            </a:pPr>
            <a:r>
              <a:t/>
            </a:r>
            <a:endParaRPr sz="2400">
              <a:latin typeface="Bahiana"/>
              <a:ea typeface="Bahiana"/>
              <a:cs typeface="Bahiana"/>
              <a:sym typeface="Bahiana"/>
            </a:endParaRPr>
          </a:p>
        </p:txBody>
      </p:sp>
      <p:sp>
        <p:nvSpPr>
          <p:cNvPr id="3030" name="Google Shape;3030;p50"/>
          <p:cNvSpPr txBox="1"/>
          <p:nvPr/>
        </p:nvSpPr>
        <p:spPr>
          <a:xfrm>
            <a:off x="720000" y="2108575"/>
            <a:ext cx="2007600" cy="5763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a:latin typeface="Didact Gothic"/>
                <a:ea typeface="Didact Gothic"/>
                <a:cs typeface="Didact Gothic"/>
                <a:sym typeface="Didact Gothic"/>
              </a:rPr>
              <a:t>It is important to have somewhere to write</a:t>
            </a:r>
            <a:endParaRPr>
              <a:latin typeface="Didact Gothic"/>
              <a:ea typeface="Didact Gothic"/>
              <a:cs typeface="Didact Gothic"/>
              <a:sym typeface="Didact Gothic"/>
            </a:endParaRPr>
          </a:p>
        </p:txBody>
      </p:sp>
      <p:sp>
        <p:nvSpPr>
          <p:cNvPr id="3031" name="Google Shape;3031;p50"/>
          <p:cNvSpPr txBox="1"/>
          <p:nvPr/>
        </p:nvSpPr>
        <p:spPr>
          <a:xfrm>
            <a:off x="720001" y="2845400"/>
            <a:ext cx="2007600" cy="4542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2400">
                <a:latin typeface="Bahiana"/>
                <a:ea typeface="Bahiana"/>
                <a:cs typeface="Bahiana"/>
                <a:sym typeface="Bahiana"/>
              </a:rPr>
              <a:t>Talk to my teacher</a:t>
            </a:r>
            <a:endParaRPr sz="2400">
              <a:latin typeface="Bahiana"/>
              <a:ea typeface="Bahiana"/>
              <a:cs typeface="Bahiana"/>
              <a:sym typeface="Bahiana"/>
            </a:endParaRPr>
          </a:p>
        </p:txBody>
      </p:sp>
      <p:sp>
        <p:nvSpPr>
          <p:cNvPr id="3032" name="Google Shape;3032;p50"/>
          <p:cNvSpPr txBox="1"/>
          <p:nvPr/>
        </p:nvSpPr>
        <p:spPr>
          <a:xfrm>
            <a:off x="720000" y="3218825"/>
            <a:ext cx="2007600" cy="657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a:latin typeface="Didact Gothic"/>
                <a:ea typeface="Didact Gothic"/>
                <a:cs typeface="Didact Gothic"/>
                <a:sym typeface="Didact Gothic"/>
              </a:rPr>
              <a:t>Your math teachers are the best! They know it all</a:t>
            </a:r>
            <a:endParaRPr>
              <a:latin typeface="Didact Gothic"/>
              <a:ea typeface="Didact Gothic"/>
              <a:cs typeface="Didact Gothic"/>
              <a:sym typeface="Didact Gothic"/>
            </a:endParaRPr>
          </a:p>
        </p:txBody>
      </p:sp>
      <p:sp>
        <p:nvSpPr>
          <p:cNvPr id="3033" name="Google Shape;3033;p50"/>
          <p:cNvSpPr txBox="1"/>
          <p:nvPr/>
        </p:nvSpPr>
        <p:spPr>
          <a:xfrm>
            <a:off x="6416401" y="1654475"/>
            <a:ext cx="2007600" cy="45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2400">
                <a:latin typeface="Bahiana"/>
                <a:ea typeface="Bahiana"/>
                <a:cs typeface="Bahiana"/>
                <a:sym typeface="Bahiana"/>
              </a:rPr>
              <a:t>HANDY NOTEBOOK</a:t>
            </a:r>
            <a:endParaRPr sz="2400">
              <a:latin typeface="Bahiana"/>
              <a:ea typeface="Bahiana"/>
              <a:cs typeface="Bahiana"/>
              <a:sym typeface="Bahiana"/>
            </a:endParaRPr>
          </a:p>
        </p:txBody>
      </p:sp>
      <p:sp>
        <p:nvSpPr>
          <p:cNvPr id="3034" name="Google Shape;3034;p50"/>
          <p:cNvSpPr txBox="1"/>
          <p:nvPr/>
        </p:nvSpPr>
        <p:spPr>
          <a:xfrm>
            <a:off x="6416400" y="2108575"/>
            <a:ext cx="2007600" cy="57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latin typeface="Didact Gothic"/>
                <a:ea typeface="Didact Gothic"/>
                <a:cs typeface="Didact Gothic"/>
                <a:sym typeface="Didact Gothic"/>
              </a:rPr>
              <a:t>Afterwards, put all your notes in the same place</a:t>
            </a:r>
            <a:endParaRPr>
              <a:latin typeface="Didact Gothic"/>
              <a:ea typeface="Didact Gothic"/>
              <a:cs typeface="Didact Gothic"/>
              <a:sym typeface="Didact Gothic"/>
            </a:endParaRPr>
          </a:p>
        </p:txBody>
      </p:sp>
      <p:sp>
        <p:nvSpPr>
          <p:cNvPr id="3035" name="Google Shape;3035;p50"/>
          <p:cNvSpPr txBox="1"/>
          <p:nvPr/>
        </p:nvSpPr>
        <p:spPr>
          <a:xfrm>
            <a:off x="6416401" y="2845400"/>
            <a:ext cx="2007600" cy="45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2400">
                <a:latin typeface="Bahiana"/>
                <a:ea typeface="Bahiana"/>
                <a:cs typeface="Bahiana"/>
                <a:sym typeface="Bahiana"/>
              </a:rPr>
              <a:t>A PRIZE TO WIN!</a:t>
            </a:r>
            <a:endParaRPr sz="2400">
              <a:latin typeface="Bahiana"/>
              <a:ea typeface="Bahiana"/>
              <a:cs typeface="Bahiana"/>
              <a:sym typeface="Bahiana"/>
            </a:endParaRPr>
          </a:p>
        </p:txBody>
      </p:sp>
      <p:sp>
        <p:nvSpPr>
          <p:cNvPr id="3036" name="Google Shape;3036;p50"/>
          <p:cNvSpPr txBox="1"/>
          <p:nvPr/>
        </p:nvSpPr>
        <p:spPr>
          <a:xfrm>
            <a:off x="6416400" y="3218825"/>
            <a:ext cx="2007600" cy="657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Clr>
                <a:schemeClr val="hlink"/>
              </a:buClr>
              <a:buSzPts val="1100"/>
              <a:buFont typeface="Arial"/>
              <a:buNone/>
            </a:pPr>
            <a:r>
              <a:rPr lang="en">
                <a:latin typeface="Didact Gothic"/>
                <a:ea typeface="Didact Gothic"/>
                <a:cs typeface="Didact Gothic"/>
                <a:sym typeface="Didact Gothic"/>
              </a:rPr>
              <a:t>Will you be the first to decipher the mystery?</a:t>
            </a:r>
            <a:endParaRPr>
              <a:latin typeface="Didact Gothic"/>
              <a:ea typeface="Didact Gothic"/>
              <a:cs typeface="Didact Gothic"/>
              <a:sym typeface="Didact Gothic"/>
            </a:endParaRPr>
          </a:p>
        </p:txBody>
      </p:sp>
      <p:grpSp>
        <p:nvGrpSpPr>
          <p:cNvPr id="3037" name="Google Shape;3037;p50"/>
          <p:cNvGrpSpPr/>
          <p:nvPr/>
        </p:nvGrpSpPr>
        <p:grpSpPr>
          <a:xfrm>
            <a:off x="7084550" y="456213"/>
            <a:ext cx="1214675" cy="811125"/>
            <a:chOff x="7084550" y="456213"/>
            <a:chExt cx="1214675" cy="811125"/>
          </a:xfrm>
        </p:grpSpPr>
        <p:sp>
          <p:nvSpPr>
            <p:cNvPr id="3038" name="Google Shape;3038;p50"/>
            <p:cNvSpPr/>
            <p:nvPr/>
          </p:nvSpPr>
          <p:spPr>
            <a:xfrm>
              <a:off x="7084975" y="482038"/>
              <a:ext cx="52575" cy="106625"/>
            </a:xfrm>
            <a:custGeom>
              <a:rect b="b" l="l" r="r" t="t"/>
              <a:pathLst>
                <a:path extrusionOk="0" h="4265" w="2103">
                  <a:moveTo>
                    <a:pt x="947" y="365"/>
                  </a:moveTo>
                  <a:cubicBezTo>
                    <a:pt x="1224" y="365"/>
                    <a:pt x="1360" y="547"/>
                    <a:pt x="1354" y="912"/>
                  </a:cubicBezTo>
                  <a:cubicBezTo>
                    <a:pt x="1641" y="1387"/>
                    <a:pt x="1451" y="1654"/>
                    <a:pt x="783" y="1711"/>
                  </a:cubicBezTo>
                  <a:cubicBezTo>
                    <a:pt x="552" y="1712"/>
                    <a:pt x="526" y="2024"/>
                    <a:pt x="731" y="2097"/>
                  </a:cubicBezTo>
                  <a:cubicBezTo>
                    <a:pt x="1372" y="2326"/>
                    <a:pt x="1534" y="3160"/>
                    <a:pt x="1033" y="3609"/>
                  </a:cubicBezTo>
                  <a:cubicBezTo>
                    <a:pt x="883" y="3743"/>
                    <a:pt x="775" y="3798"/>
                    <a:pt x="695" y="3798"/>
                  </a:cubicBezTo>
                  <a:cubicBezTo>
                    <a:pt x="433" y="3798"/>
                    <a:pt x="498" y="3193"/>
                    <a:pt x="499" y="2863"/>
                  </a:cubicBezTo>
                  <a:cubicBezTo>
                    <a:pt x="505" y="2063"/>
                    <a:pt x="510" y="1263"/>
                    <a:pt x="515" y="462"/>
                  </a:cubicBezTo>
                  <a:lnTo>
                    <a:pt x="515" y="462"/>
                  </a:lnTo>
                  <a:cubicBezTo>
                    <a:pt x="528" y="459"/>
                    <a:pt x="541" y="455"/>
                    <a:pt x="553" y="450"/>
                  </a:cubicBezTo>
                  <a:cubicBezTo>
                    <a:pt x="707" y="393"/>
                    <a:pt x="838" y="365"/>
                    <a:pt x="947" y="365"/>
                  </a:cubicBezTo>
                  <a:close/>
                  <a:moveTo>
                    <a:pt x="878" y="0"/>
                  </a:moveTo>
                  <a:cubicBezTo>
                    <a:pt x="701" y="0"/>
                    <a:pt x="521" y="37"/>
                    <a:pt x="354" y="109"/>
                  </a:cubicBezTo>
                  <a:cubicBezTo>
                    <a:pt x="329" y="120"/>
                    <a:pt x="309" y="134"/>
                    <a:pt x="294" y="149"/>
                  </a:cubicBezTo>
                  <a:lnTo>
                    <a:pt x="294" y="149"/>
                  </a:lnTo>
                  <a:cubicBezTo>
                    <a:pt x="204" y="159"/>
                    <a:pt x="121" y="222"/>
                    <a:pt x="120" y="338"/>
                  </a:cubicBezTo>
                  <a:cubicBezTo>
                    <a:pt x="117" y="1031"/>
                    <a:pt x="111" y="1725"/>
                    <a:pt x="108" y="2418"/>
                  </a:cubicBezTo>
                  <a:cubicBezTo>
                    <a:pt x="104" y="2959"/>
                    <a:pt x="1" y="3588"/>
                    <a:pt x="148" y="4107"/>
                  </a:cubicBezTo>
                  <a:cubicBezTo>
                    <a:pt x="167" y="4167"/>
                    <a:pt x="220" y="4233"/>
                    <a:pt x="287" y="4245"/>
                  </a:cubicBezTo>
                  <a:cubicBezTo>
                    <a:pt x="366" y="4258"/>
                    <a:pt x="442" y="4264"/>
                    <a:pt x="515" y="4264"/>
                  </a:cubicBezTo>
                  <a:cubicBezTo>
                    <a:pt x="1659" y="4264"/>
                    <a:pt x="2067" y="2721"/>
                    <a:pt x="1291" y="1993"/>
                  </a:cubicBezTo>
                  <a:lnTo>
                    <a:pt x="1291" y="1993"/>
                  </a:lnTo>
                  <a:cubicBezTo>
                    <a:pt x="1768" y="1779"/>
                    <a:pt x="2103" y="1284"/>
                    <a:pt x="1922" y="723"/>
                  </a:cubicBezTo>
                  <a:cubicBezTo>
                    <a:pt x="1767" y="239"/>
                    <a:pt x="1331" y="0"/>
                    <a:pt x="8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0"/>
            <p:cNvSpPr/>
            <p:nvPr/>
          </p:nvSpPr>
          <p:spPr>
            <a:xfrm>
              <a:off x="7157100" y="456213"/>
              <a:ext cx="41750" cy="63600"/>
            </a:xfrm>
            <a:custGeom>
              <a:rect b="b" l="l" r="r" t="t"/>
              <a:pathLst>
                <a:path extrusionOk="0" h="2544" w="1670">
                  <a:moveTo>
                    <a:pt x="696" y="0"/>
                  </a:moveTo>
                  <a:cubicBezTo>
                    <a:pt x="468" y="0"/>
                    <a:pt x="241" y="130"/>
                    <a:pt x="102" y="330"/>
                  </a:cubicBezTo>
                  <a:cubicBezTo>
                    <a:pt x="1" y="478"/>
                    <a:pt x="138" y="619"/>
                    <a:pt x="279" y="619"/>
                  </a:cubicBezTo>
                  <a:cubicBezTo>
                    <a:pt x="339" y="619"/>
                    <a:pt x="400" y="593"/>
                    <a:pt x="444" y="531"/>
                  </a:cubicBezTo>
                  <a:cubicBezTo>
                    <a:pt x="544" y="433"/>
                    <a:pt x="624" y="383"/>
                    <a:pt x="684" y="383"/>
                  </a:cubicBezTo>
                  <a:cubicBezTo>
                    <a:pt x="753" y="383"/>
                    <a:pt x="795" y="449"/>
                    <a:pt x="809" y="582"/>
                  </a:cubicBezTo>
                  <a:cubicBezTo>
                    <a:pt x="905" y="685"/>
                    <a:pt x="909" y="777"/>
                    <a:pt x="816" y="860"/>
                  </a:cubicBezTo>
                  <a:cubicBezTo>
                    <a:pt x="776" y="954"/>
                    <a:pt x="712" y="997"/>
                    <a:pt x="696" y="1103"/>
                  </a:cubicBezTo>
                  <a:cubicBezTo>
                    <a:pt x="678" y="1225"/>
                    <a:pt x="712" y="1335"/>
                    <a:pt x="793" y="1423"/>
                  </a:cubicBezTo>
                  <a:cubicBezTo>
                    <a:pt x="927" y="1564"/>
                    <a:pt x="1199" y="1507"/>
                    <a:pt x="1259" y="1730"/>
                  </a:cubicBezTo>
                  <a:cubicBezTo>
                    <a:pt x="1372" y="2143"/>
                    <a:pt x="627" y="2150"/>
                    <a:pt x="398" y="2150"/>
                  </a:cubicBezTo>
                  <a:cubicBezTo>
                    <a:pt x="145" y="2150"/>
                    <a:pt x="145" y="2543"/>
                    <a:pt x="398" y="2543"/>
                  </a:cubicBezTo>
                  <a:cubicBezTo>
                    <a:pt x="862" y="2543"/>
                    <a:pt x="1456" y="2488"/>
                    <a:pt x="1619" y="1967"/>
                  </a:cubicBezTo>
                  <a:cubicBezTo>
                    <a:pt x="1670" y="1806"/>
                    <a:pt x="1668" y="1613"/>
                    <a:pt x="1591" y="1458"/>
                  </a:cubicBezTo>
                  <a:cubicBezTo>
                    <a:pt x="1492" y="1262"/>
                    <a:pt x="1337" y="1294"/>
                    <a:pt x="1197" y="1175"/>
                  </a:cubicBezTo>
                  <a:cubicBezTo>
                    <a:pt x="1187" y="1176"/>
                    <a:pt x="1177" y="1176"/>
                    <a:pt x="1169" y="1176"/>
                  </a:cubicBezTo>
                  <a:cubicBezTo>
                    <a:pt x="1078" y="1176"/>
                    <a:pt x="1075" y="1136"/>
                    <a:pt x="1154" y="1056"/>
                  </a:cubicBezTo>
                  <a:cubicBezTo>
                    <a:pt x="1191" y="1013"/>
                    <a:pt x="1219" y="967"/>
                    <a:pt x="1239" y="913"/>
                  </a:cubicBezTo>
                  <a:cubicBezTo>
                    <a:pt x="1270" y="833"/>
                    <a:pt x="1297" y="757"/>
                    <a:pt x="1300" y="670"/>
                  </a:cubicBezTo>
                  <a:cubicBezTo>
                    <a:pt x="1310" y="489"/>
                    <a:pt x="1233" y="292"/>
                    <a:pt x="1103" y="167"/>
                  </a:cubicBezTo>
                  <a:cubicBezTo>
                    <a:pt x="981" y="51"/>
                    <a:pt x="838" y="0"/>
                    <a:pt x="6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0"/>
            <p:cNvSpPr/>
            <p:nvPr/>
          </p:nvSpPr>
          <p:spPr>
            <a:xfrm>
              <a:off x="7256650" y="519338"/>
              <a:ext cx="40875" cy="12800"/>
            </a:xfrm>
            <a:custGeom>
              <a:rect b="b" l="l" r="r" t="t"/>
              <a:pathLst>
                <a:path extrusionOk="0" h="512" w="1635">
                  <a:moveTo>
                    <a:pt x="887" y="0"/>
                  </a:moveTo>
                  <a:cubicBezTo>
                    <a:pt x="659" y="0"/>
                    <a:pt x="433" y="40"/>
                    <a:pt x="213" y="120"/>
                  </a:cubicBezTo>
                  <a:cubicBezTo>
                    <a:pt x="0" y="197"/>
                    <a:pt x="61" y="512"/>
                    <a:pt x="249" y="512"/>
                  </a:cubicBezTo>
                  <a:cubicBezTo>
                    <a:pt x="269" y="512"/>
                    <a:pt x="292" y="508"/>
                    <a:pt x="316" y="499"/>
                  </a:cubicBezTo>
                  <a:cubicBezTo>
                    <a:pt x="508" y="430"/>
                    <a:pt x="699" y="395"/>
                    <a:pt x="892" y="395"/>
                  </a:cubicBezTo>
                  <a:cubicBezTo>
                    <a:pt x="1028" y="395"/>
                    <a:pt x="1164" y="412"/>
                    <a:pt x="1302" y="448"/>
                  </a:cubicBezTo>
                  <a:cubicBezTo>
                    <a:pt x="1321" y="453"/>
                    <a:pt x="1339" y="455"/>
                    <a:pt x="1356" y="455"/>
                  </a:cubicBezTo>
                  <a:cubicBezTo>
                    <a:pt x="1561" y="455"/>
                    <a:pt x="1634" y="127"/>
                    <a:pt x="1408" y="69"/>
                  </a:cubicBezTo>
                  <a:cubicBezTo>
                    <a:pt x="1235" y="23"/>
                    <a:pt x="1061" y="0"/>
                    <a:pt x="8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0"/>
            <p:cNvSpPr/>
            <p:nvPr/>
          </p:nvSpPr>
          <p:spPr>
            <a:xfrm>
              <a:off x="7262150" y="545813"/>
              <a:ext cx="33050" cy="12700"/>
            </a:xfrm>
            <a:custGeom>
              <a:rect b="b" l="l" r="r" t="t"/>
              <a:pathLst>
                <a:path extrusionOk="0" h="508" w="1322">
                  <a:moveTo>
                    <a:pt x="434" y="1"/>
                  </a:moveTo>
                  <a:cubicBezTo>
                    <a:pt x="374" y="1"/>
                    <a:pt x="313" y="4"/>
                    <a:pt x="252" y="12"/>
                  </a:cubicBezTo>
                  <a:cubicBezTo>
                    <a:pt x="12" y="41"/>
                    <a:pt x="0" y="408"/>
                    <a:pt x="226" y="408"/>
                  </a:cubicBezTo>
                  <a:cubicBezTo>
                    <a:pt x="235" y="408"/>
                    <a:pt x="243" y="408"/>
                    <a:pt x="252" y="407"/>
                  </a:cubicBezTo>
                  <a:cubicBezTo>
                    <a:pt x="314" y="399"/>
                    <a:pt x="375" y="395"/>
                    <a:pt x="436" y="395"/>
                  </a:cubicBezTo>
                  <a:cubicBezTo>
                    <a:pt x="602" y="395"/>
                    <a:pt x="763" y="424"/>
                    <a:pt x="919" y="490"/>
                  </a:cubicBezTo>
                  <a:cubicBezTo>
                    <a:pt x="947" y="502"/>
                    <a:pt x="975" y="507"/>
                    <a:pt x="1002" y="507"/>
                  </a:cubicBezTo>
                  <a:cubicBezTo>
                    <a:pt x="1192" y="507"/>
                    <a:pt x="1321" y="236"/>
                    <a:pt x="1118" y="149"/>
                  </a:cubicBezTo>
                  <a:cubicBezTo>
                    <a:pt x="895" y="55"/>
                    <a:pt x="670" y="1"/>
                    <a:pt x="4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0"/>
            <p:cNvSpPr/>
            <p:nvPr/>
          </p:nvSpPr>
          <p:spPr>
            <a:xfrm>
              <a:off x="7084875" y="651713"/>
              <a:ext cx="52575" cy="106600"/>
            </a:xfrm>
            <a:custGeom>
              <a:rect b="b" l="l" r="r" t="t"/>
              <a:pathLst>
                <a:path extrusionOk="0" h="4264" w="2103">
                  <a:moveTo>
                    <a:pt x="947" y="365"/>
                  </a:moveTo>
                  <a:cubicBezTo>
                    <a:pt x="1224" y="365"/>
                    <a:pt x="1360" y="547"/>
                    <a:pt x="1353" y="912"/>
                  </a:cubicBezTo>
                  <a:cubicBezTo>
                    <a:pt x="1641" y="1387"/>
                    <a:pt x="1452" y="1653"/>
                    <a:pt x="782" y="1711"/>
                  </a:cubicBezTo>
                  <a:cubicBezTo>
                    <a:pt x="552" y="1712"/>
                    <a:pt x="527" y="2024"/>
                    <a:pt x="731" y="2097"/>
                  </a:cubicBezTo>
                  <a:cubicBezTo>
                    <a:pt x="1373" y="2326"/>
                    <a:pt x="1534" y="3159"/>
                    <a:pt x="1033" y="3609"/>
                  </a:cubicBezTo>
                  <a:cubicBezTo>
                    <a:pt x="883" y="3743"/>
                    <a:pt x="774" y="3798"/>
                    <a:pt x="695" y="3798"/>
                  </a:cubicBezTo>
                  <a:cubicBezTo>
                    <a:pt x="433" y="3798"/>
                    <a:pt x="499" y="3193"/>
                    <a:pt x="500" y="2863"/>
                  </a:cubicBezTo>
                  <a:cubicBezTo>
                    <a:pt x="506" y="2063"/>
                    <a:pt x="510" y="1263"/>
                    <a:pt x="515" y="462"/>
                  </a:cubicBezTo>
                  <a:lnTo>
                    <a:pt x="515" y="462"/>
                  </a:lnTo>
                  <a:cubicBezTo>
                    <a:pt x="528" y="459"/>
                    <a:pt x="540" y="455"/>
                    <a:pt x="553" y="450"/>
                  </a:cubicBezTo>
                  <a:cubicBezTo>
                    <a:pt x="706" y="393"/>
                    <a:pt x="837" y="365"/>
                    <a:pt x="947" y="365"/>
                  </a:cubicBezTo>
                  <a:close/>
                  <a:moveTo>
                    <a:pt x="879" y="0"/>
                  </a:moveTo>
                  <a:cubicBezTo>
                    <a:pt x="702" y="0"/>
                    <a:pt x="522" y="37"/>
                    <a:pt x="356" y="109"/>
                  </a:cubicBezTo>
                  <a:cubicBezTo>
                    <a:pt x="330" y="120"/>
                    <a:pt x="310" y="133"/>
                    <a:pt x="294" y="149"/>
                  </a:cubicBezTo>
                  <a:lnTo>
                    <a:pt x="294" y="149"/>
                  </a:lnTo>
                  <a:cubicBezTo>
                    <a:pt x="205" y="159"/>
                    <a:pt x="121" y="222"/>
                    <a:pt x="121" y="338"/>
                  </a:cubicBezTo>
                  <a:cubicBezTo>
                    <a:pt x="117" y="1031"/>
                    <a:pt x="112" y="1725"/>
                    <a:pt x="108" y="2418"/>
                  </a:cubicBezTo>
                  <a:cubicBezTo>
                    <a:pt x="104" y="2960"/>
                    <a:pt x="1" y="3587"/>
                    <a:pt x="149" y="4107"/>
                  </a:cubicBezTo>
                  <a:cubicBezTo>
                    <a:pt x="167" y="4167"/>
                    <a:pt x="221" y="4233"/>
                    <a:pt x="287" y="4245"/>
                  </a:cubicBezTo>
                  <a:cubicBezTo>
                    <a:pt x="366" y="4258"/>
                    <a:pt x="442" y="4264"/>
                    <a:pt x="515" y="4264"/>
                  </a:cubicBezTo>
                  <a:cubicBezTo>
                    <a:pt x="1659" y="4264"/>
                    <a:pt x="2067" y="2721"/>
                    <a:pt x="1292" y="1993"/>
                  </a:cubicBezTo>
                  <a:lnTo>
                    <a:pt x="1292" y="1993"/>
                  </a:lnTo>
                  <a:cubicBezTo>
                    <a:pt x="1769" y="1779"/>
                    <a:pt x="2102" y="1284"/>
                    <a:pt x="1923" y="723"/>
                  </a:cubicBezTo>
                  <a:cubicBezTo>
                    <a:pt x="1767" y="239"/>
                    <a:pt x="1332" y="0"/>
                    <a:pt x="87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0"/>
            <p:cNvSpPr/>
            <p:nvPr/>
          </p:nvSpPr>
          <p:spPr>
            <a:xfrm>
              <a:off x="7157000" y="625888"/>
              <a:ext cx="41750" cy="63600"/>
            </a:xfrm>
            <a:custGeom>
              <a:rect b="b" l="l" r="r" t="t"/>
              <a:pathLst>
                <a:path extrusionOk="0" h="2544" w="1670">
                  <a:moveTo>
                    <a:pt x="697" y="0"/>
                  </a:moveTo>
                  <a:cubicBezTo>
                    <a:pt x="469" y="0"/>
                    <a:pt x="242" y="131"/>
                    <a:pt x="102" y="330"/>
                  </a:cubicBezTo>
                  <a:cubicBezTo>
                    <a:pt x="0" y="477"/>
                    <a:pt x="138" y="618"/>
                    <a:pt x="280" y="618"/>
                  </a:cubicBezTo>
                  <a:cubicBezTo>
                    <a:pt x="340" y="618"/>
                    <a:pt x="401" y="592"/>
                    <a:pt x="444" y="531"/>
                  </a:cubicBezTo>
                  <a:cubicBezTo>
                    <a:pt x="544" y="432"/>
                    <a:pt x="624" y="383"/>
                    <a:pt x="684" y="383"/>
                  </a:cubicBezTo>
                  <a:cubicBezTo>
                    <a:pt x="753" y="383"/>
                    <a:pt x="794" y="449"/>
                    <a:pt x="809" y="582"/>
                  </a:cubicBezTo>
                  <a:cubicBezTo>
                    <a:pt x="906" y="687"/>
                    <a:pt x="909" y="777"/>
                    <a:pt x="816" y="860"/>
                  </a:cubicBezTo>
                  <a:cubicBezTo>
                    <a:pt x="777" y="954"/>
                    <a:pt x="713" y="997"/>
                    <a:pt x="696" y="1103"/>
                  </a:cubicBezTo>
                  <a:cubicBezTo>
                    <a:pt x="679" y="1225"/>
                    <a:pt x="713" y="1335"/>
                    <a:pt x="795" y="1424"/>
                  </a:cubicBezTo>
                  <a:cubicBezTo>
                    <a:pt x="928" y="1564"/>
                    <a:pt x="1200" y="1507"/>
                    <a:pt x="1260" y="1732"/>
                  </a:cubicBezTo>
                  <a:cubicBezTo>
                    <a:pt x="1373" y="2142"/>
                    <a:pt x="629" y="2150"/>
                    <a:pt x="400" y="2150"/>
                  </a:cubicBezTo>
                  <a:cubicBezTo>
                    <a:pt x="145" y="2150"/>
                    <a:pt x="145" y="2543"/>
                    <a:pt x="400" y="2543"/>
                  </a:cubicBezTo>
                  <a:cubicBezTo>
                    <a:pt x="862" y="2543"/>
                    <a:pt x="1457" y="2487"/>
                    <a:pt x="1619" y="1968"/>
                  </a:cubicBezTo>
                  <a:cubicBezTo>
                    <a:pt x="1669" y="1806"/>
                    <a:pt x="1668" y="1613"/>
                    <a:pt x="1591" y="1458"/>
                  </a:cubicBezTo>
                  <a:cubicBezTo>
                    <a:pt x="1493" y="1262"/>
                    <a:pt x="1339" y="1294"/>
                    <a:pt x="1197" y="1175"/>
                  </a:cubicBezTo>
                  <a:cubicBezTo>
                    <a:pt x="1187" y="1176"/>
                    <a:pt x="1177" y="1176"/>
                    <a:pt x="1169" y="1176"/>
                  </a:cubicBezTo>
                  <a:cubicBezTo>
                    <a:pt x="1079" y="1176"/>
                    <a:pt x="1074" y="1136"/>
                    <a:pt x="1154" y="1056"/>
                  </a:cubicBezTo>
                  <a:cubicBezTo>
                    <a:pt x="1193" y="1013"/>
                    <a:pt x="1218" y="967"/>
                    <a:pt x="1238" y="913"/>
                  </a:cubicBezTo>
                  <a:cubicBezTo>
                    <a:pt x="1271" y="833"/>
                    <a:pt x="1297" y="757"/>
                    <a:pt x="1301" y="669"/>
                  </a:cubicBezTo>
                  <a:cubicBezTo>
                    <a:pt x="1310" y="489"/>
                    <a:pt x="1233" y="293"/>
                    <a:pt x="1102" y="167"/>
                  </a:cubicBezTo>
                  <a:cubicBezTo>
                    <a:pt x="981" y="51"/>
                    <a:pt x="839" y="0"/>
                    <a:pt x="6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0"/>
            <p:cNvSpPr/>
            <p:nvPr/>
          </p:nvSpPr>
          <p:spPr>
            <a:xfrm>
              <a:off x="7256525" y="689038"/>
              <a:ext cx="40875" cy="12775"/>
            </a:xfrm>
            <a:custGeom>
              <a:rect b="b" l="l" r="r" t="t"/>
              <a:pathLst>
                <a:path extrusionOk="0" h="511" w="1635">
                  <a:moveTo>
                    <a:pt x="887" y="1"/>
                  </a:moveTo>
                  <a:cubicBezTo>
                    <a:pt x="660" y="1"/>
                    <a:pt x="433" y="39"/>
                    <a:pt x="214" y="119"/>
                  </a:cubicBezTo>
                  <a:cubicBezTo>
                    <a:pt x="1" y="195"/>
                    <a:pt x="62" y="511"/>
                    <a:pt x="250" y="511"/>
                  </a:cubicBezTo>
                  <a:cubicBezTo>
                    <a:pt x="271" y="511"/>
                    <a:pt x="294" y="507"/>
                    <a:pt x="318" y="498"/>
                  </a:cubicBezTo>
                  <a:cubicBezTo>
                    <a:pt x="509" y="429"/>
                    <a:pt x="700" y="394"/>
                    <a:pt x="894" y="394"/>
                  </a:cubicBezTo>
                  <a:cubicBezTo>
                    <a:pt x="1029" y="394"/>
                    <a:pt x="1165" y="411"/>
                    <a:pt x="1303" y="447"/>
                  </a:cubicBezTo>
                  <a:cubicBezTo>
                    <a:pt x="1322" y="452"/>
                    <a:pt x="1340" y="454"/>
                    <a:pt x="1357" y="454"/>
                  </a:cubicBezTo>
                  <a:cubicBezTo>
                    <a:pt x="1563" y="454"/>
                    <a:pt x="1635" y="126"/>
                    <a:pt x="1409" y="67"/>
                  </a:cubicBezTo>
                  <a:cubicBezTo>
                    <a:pt x="1236" y="23"/>
                    <a:pt x="1061" y="1"/>
                    <a:pt x="88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0"/>
            <p:cNvSpPr/>
            <p:nvPr/>
          </p:nvSpPr>
          <p:spPr>
            <a:xfrm>
              <a:off x="7262050" y="715463"/>
              <a:ext cx="33075" cy="12675"/>
            </a:xfrm>
            <a:custGeom>
              <a:rect b="b" l="l" r="r" t="t"/>
              <a:pathLst>
                <a:path extrusionOk="0" h="507" w="1323">
                  <a:moveTo>
                    <a:pt x="434" y="0"/>
                  </a:moveTo>
                  <a:cubicBezTo>
                    <a:pt x="374" y="0"/>
                    <a:pt x="313" y="4"/>
                    <a:pt x="252" y="11"/>
                  </a:cubicBezTo>
                  <a:cubicBezTo>
                    <a:pt x="13" y="41"/>
                    <a:pt x="0" y="408"/>
                    <a:pt x="225" y="408"/>
                  </a:cubicBezTo>
                  <a:cubicBezTo>
                    <a:pt x="233" y="408"/>
                    <a:pt x="242" y="407"/>
                    <a:pt x="252" y="406"/>
                  </a:cubicBezTo>
                  <a:cubicBezTo>
                    <a:pt x="314" y="399"/>
                    <a:pt x="375" y="395"/>
                    <a:pt x="436" y="395"/>
                  </a:cubicBezTo>
                  <a:cubicBezTo>
                    <a:pt x="602" y="395"/>
                    <a:pt x="764" y="423"/>
                    <a:pt x="919" y="489"/>
                  </a:cubicBezTo>
                  <a:cubicBezTo>
                    <a:pt x="947" y="501"/>
                    <a:pt x="975" y="507"/>
                    <a:pt x="1002" y="507"/>
                  </a:cubicBezTo>
                  <a:cubicBezTo>
                    <a:pt x="1193" y="507"/>
                    <a:pt x="1322" y="235"/>
                    <a:pt x="1118" y="148"/>
                  </a:cubicBezTo>
                  <a:cubicBezTo>
                    <a:pt x="895" y="55"/>
                    <a:pt x="670" y="0"/>
                    <a:pt x="4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0"/>
            <p:cNvSpPr/>
            <p:nvPr/>
          </p:nvSpPr>
          <p:spPr>
            <a:xfrm>
              <a:off x="7084800" y="821338"/>
              <a:ext cx="52575" cy="106625"/>
            </a:xfrm>
            <a:custGeom>
              <a:rect b="b" l="l" r="r" t="t"/>
              <a:pathLst>
                <a:path extrusionOk="0" h="4265" w="2103">
                  <a:moveTo>
                    <a:pt x="945" y="366"/>
                  </a:moveTo>
                  <a:cubicBezTo>
                    <a:pt x="1224" y="366"/>
                    <a:pt x="1360" y="549"/>
                    <a:pt x="1354" y="914"/>
                  </a:cubicBezTo>
                  <a:cubicBezTo>
                    <a:pt x="1641" y="1388"/>
                    <a:pt x="1451" y="1654"/>
                    <a:pt x="782" y="1711"/>
                  </a:cubicBezTo>
                  <a:cubicBezTo>
                    <a:pt x="552" y="1713"/>
                    <a:pt x="526" y="2025"/>
                    <a:pt x="731" y="2098"/>
                  </a:cubicBezTo>
                  <a:cubicBezTo>
                    <a:pt x="1372" y="2327"/>
                    <a:pt x="1534" y="3161"/>
                    <a:pt x="1033" y="3609"/>
                  </a:cubicBezTo>
                  <a:cubicBezTo>
                    <a:pt x="883" y="3743"/>
                    <a:pt x="774" y="3798"/>
                    <a:pt x="695" y="3798"/>
                  </a:cubicBezTo>
                  <a:cubicBezTo>
                    <a:pt x="432" y="3798"/>
                    <a:pt x="498" y="3194"/>
                    <a:pt x="499" y="2864"/>
                  </a:cubicBezTo>
                  <a:cubicBezTo>
                    <a:pt x="504" y="2065"/>
                    <a:pt x="510" y="1263"/>
                    <a:pt x="515" y="463"/>
                  </a:cubicBezTo>
                  <a:lnTo>
                    <a:pt x="515" y="463"/>
                  </a:lnTo>
                  <a:cubicBezTo>
                    <a:pt x="528" y="460"/>
                    <a:pt x="540" y="456"/>
                    <a:pt x="553" y="450"/>
                  </a:cubicBezTo>
                  <a:cubicBezTo>
                    <a:pt x="706" y="394"/>
                    <a:pt x="836" y="366"/>
                    <a:pt x="945" y="366"/>
                  </a:cubicBezTo>
                  <a:close/>
                  <a:moveTo>
                    <a:pt x="878" y="1"/>
                  </a:moveTo>
                  <a:cubicBezTo>
                    <a:pt x="701" y="1"/>
                    <a:pt x="521" y="37"/>
                    <a:pt x="354" y="109"/>
                  </a:cubicBezTo>
                  <a:cubicBezTo>
                    <a:pt x="329" y="120"/>
                    <a:pt x="308" y="134"/>
                    <a:pt x="293" y="150"/>
                  </a:cubicBezTo>
                  <a:lnTo>
                    <a:pt x="293" y="150"/>
                  </a:lnTo>
                  <a:cubicBezTo>
                    <a:pt x="203" y="160"/>
                    <a:pt x="121" y="223"/>
                    <a:pt x="120" y="338"/>
                  </a:cubicBezTo>
                  <a:cubicBezTo>
                    <a:pt x="117" y="1031"/>
                    <a:pt x="111" y="1725"/>
                    <a:pt x="108" y="2418"/>
                  </a:cubicBezTo>
                  <a:cubicBezTo>
                    <a:pt x="104" y="2961"/>
                    <a:pt x="1" y="3588"/>
                    <a:pt x="148" y="4108"/>
                  </a:cubicBezTo>
                  <a:cubicBezTo>
                    <a:pt x="167" y="4168"/>
                    <a:pt x="220" y="4235"/>
                    <a:pt x="287" y="4245"/>
                  </a:cubicBezTo>
                  <a:cubicBezTo>
                    <a:pt x="366" y="4258"/>
                    <a:pt x="442" y="4264"/>
                    <a:pt x="515" y="4264"/>
                  </a:cubicBezTo>
                  <a:cubicBezTo>
                    <a:pt x="1659" y="4264"/>
                    <a:pt x="2067" y="2723"/>
                    <a:pt x="1291" y="1994"/>
                  </a:cubicBezTo>
                  <a:lnTo>
                    <a:pt x="1291" y="1994"/>
                  </a:lnTo>
                  <a:cubicBezTo>
                    <a:pt x="1768" y="1780"/>
                    <a:pt x="2102" y="1285"/>
                    <a:pt x="1922" y="723"/>
                  </a:cubicBezTo>
                  <a:cubicBezTo>
                    <a:pt x="1766" y="239"/>
                    <a:pt x="1332" y="1"/>
                    <a:pt x="8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0"/>
            <p:cNvSpPr/>
            <p:nvPr/>
          </p:nvSpPr>
          <p:spPr>
            <a:xfrm>
              <a:off x="7156925" y="795563"/>
              <a:ext cx="41750" cy="63600"/>
            </a:xfrm>
            <a:custGeom>
              <a:rect b="b" l="l" r="r" t="t"/>
              <a:pathLst>
                <a:path extrusionOk="0" h="2544" w="1670">
                  <a:moveTo>
                    <a:pt x="696" y="0"/>
                  </a:moveTo>
                  <a:cubicBezTo>
                    <a:pt x="468" y="0"/>
                    <a:pt x="241" y="131"/>
                    <a:pt x="102" y="330"/>
                  </a:cubicBezTo>
                  <a:cubicBezTo>
                    <a:pt x="1" y="477"/>
                    <a:pt x="138" y="618"/>
                    <a:pt x="279" y="618"/>
                  </a:cubicBezTo>
                  <a:cubicBezTo>
                    <a:pt x="339" y="618"/>
                    <a:pt x="400" y="592"/>
                    <a:pt x="444" y="530"/>
                  </a:cubicBezTo>
                  <a:cubicBezTo>
                    <a:pt x="544" y="433"/>
                    <a:pt x="624" y="384"/>
                    <a:pt x="684" y="384"/>
                  </a:cubicBezTo>
                  <a:cubicBezTo>
                    <a:pt x="753" y="384"/>
                    <a:pt x="794" y="450"/>
                    <a:pt x="809" y="582"/>
                  </a:cubicBezTo>
                  <a:cubicBezTo>
                    <a:pt x="905" y="686"/>
                    <a:pt x="909" y="778"/>
                    <a:pt x="816" y="860"/>
                  </a:cubicBezTo>
                  <a:cubicBezTo>
                    <a:pt x="776" y="954"/>
                    <a:pt x="712" y="997"/>
                    <a:pt x="696" y="1103"/>
                  </a:cubicBezTo>
                  <a:cubicBezTo>
                    <a:pt x="677" y="1225"/>
                    <a:pt x="712" y="1336"/>
                    <a:pt x="793" y="1424"/>
                  </a:cubicBezTo>
                  <a:cubicBezTo>
                    <a:pt x="926" y="1565"/>
                    <a:pt x="1198" y="1508"/>
                    <a:pt x="1259" y="1732"/>
                  </a:cubicBezTo>
                  <a:cubicBezTo>
                    <a:pt x="1372" y="2142"/>
                    <a:pt x="627" y="2150"/>
                    <a:pt x="398" y="2150"/>
                  </a:cubicBezTo>
                  <a:cubicBezTo>
                    <a:pt x="145" y="2150"/>
                    <a:pt x="145" y="2543"/>
                    <a:pt x="398" y="2543"/>
                  </a:cubicBezTo>
                  <a:cubicBezTo>
                    <a:pt x="862" y="2543"/>
                    <a:pt x="1456" y="2489"/>
                    <a:pt x="1619" y="1968"/>
                  </a:cubicBezTo>
                  <a:cubicBezTo>
                    <a:pt x="1669" y="1806"/>
                    <a:pt x="1668" y="1613"/>
                    <a:pt x="1591" y="1460"/>
                  </a:cubicBezTo>
                  <a:cubicBezTo>
                    <a:pt x="1492" y="1262"/>
                    <a:pt x="1337" y="1295"/>
                    <a:pt x="1197" y="1175"/>
                  </a:cubicBezTo>
                  <a:cubicBezTo>
                    <a:pt x="1186" y="1175"/>
                    <a:pt x="1177" y="1176"/>
                    <a:pt x="1168" y="1176"/>
                  </a:cubicBezTo>
                  <a:cubicBezTo>
                    <a:pt x="1078" y="1176"/>
                    <a:pt x="1075" y="1137"/>
                    <a:pt x="1154" y="1057"/>
                  </a:cubicBezTo>
                  <a:cubicBezTo>
                    <a:pt x="1191" y="1014"/>
                    <a:pt x="1219" y="967"/>
                    <a:pt x="1239" y="914"/>
                  </a:cubicBezTo>
                  <a:cubicBezTo>
                    <a:pt x="1270" y="833"/>
                    <a:pt x="1297" y="758"/>
                    <a:pt x="1300" y="671"/>
                  </a:cubicBezTo>
                  <a:cubicBezTo>
                    <a:pt x="1310" y="489"/>
                    <a:pt x="1233" y="293"/>
                    <a:pt x="1103" y="167"/>
                  </a:cubicBezTo>
                  <a:cubicBezTo>
                    <a:pt x="981" y="51"/>
                    <a:pt x="838" y="0"/>
                    <a:pt x="6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0"/>
            <p:cNvSpPr/>
            <p:nvPr/>
          </p:nvSpPr>
          <p:spPr>
            <a:xfrm>
              <a:off x="7256475" y="858663"/>
              <a:ext cx="40900" cy="12825"/>
            </a:xfrm>
            <a:custGeom>
              <a:rect b="b" l="l" r="r" t="t"/>
              <a:pathLst>
                <a:path extrusionOk="0" h="513" w="1636">
                  <a:moveTo>
                    <a:pt x="890" y="0"/>
                  </a:moveTo>
                  <a:cubicBezTo>
                    <a:pt x="662" y="0"/>
                    <a:pt x="435" y="40"/>
                    <a:pt x="214" y="119"/>
                  </a:cubicBezTo>
                  <a:cubicBezTo>
                    <a:pt x="1" y="196"/>
                    <a:pt x="61" y="512"/>
                    <a:pt x="248" y="512"/>
                  </a:cubicBezTo>
                  <a:cubicBezTo>
                    <a:pt x="269" y="512"/>
                    <a:pt x="293" y="508"/>
                    <a:pt x="317" y="499"/>
                  </a:cubicBezTo>
                  <a:cubicBezTo>
                    <a:pt x="509" y="430"/>
                    <a:pt x="700" y="394"/>
                    <a:pt x="893" y="394"/>
                  </a:cubicBezTo>
                  <a:cubicBezTo>
                    <a:pt x="1029" y="394"/>
                    <a:pt x="1165" y="412"/>
                    <a:pt x="1303" y="447"/>
                  </a:cubicBezTo>
                  <a:cubicBezTo>
                    <a:pt x="1322" y="452"/>
                    <a:pt x="1340" y="454"/>
                    <a:pt x="1357" y="454"/>
                  </a:cubicBezTo>
                  <a:cubicBezTo>
                    <a:pt x="1562" y="454"/>
                    <a:pt x="1636" y="126"/>
                    <a:pt x="1409" y="68"/>
                  </a:cubicBezTo>
                  <a:cubicBezTo>
                    <a:pt x="1237" y="23"/>
                    <a:pt x="1063" y="0"/>
                    <a:pt x="8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0"/>
            <p:cNvSpPr/>
            <p:nvPr/>
          </p:nvSpPr>
          <p:spPr>
            <a:xfrm>
              <a:off x="7261975" y="885138"/>
              <a:ext cx="33050" cy="12675"/>
            </a:xfrm>
            <a:custGeom>
              <a:rect b="b" l="l" r="r" t="t"/>
              <a:pathLst>
                <a:path extrusionOk="0" h="507" w="1322">
                  <a:moveTo>
                    <a:pt x="433" y="0"/>
                  </a:moveTo>
                  <a:cubicBezTo>
                    <a:pt x="374" y="0"/>
                    <a:pt x="313" y="4"/>
                    <a:pt x="252" y="11"/>
                  </a:cubicBezTo>
                  <a:cubicBezTo>
                    <a:pt x="12" y="40"/>
                    <a:pt x="0" y="408"/>
                    <a:pt x="224" y="408"/>
                  </a:cubicBezTo>
                  <a:cubicBezTo>
                    <a:pt x="233" y="408"/>
                    <a:pt x="242" y="407"/>
                    <a:pt x="252" y="406"/>
                  </a:cubicBezTo>
                  <a:cubicBezTo>
                    <a:pt x="314" y="399"/>
                    <a:pt x="375" y="395"/>
                    <a:pt x="436" y="395"/>
                  </a:cubicBezTo>
                  <a:cubicBezTo>
                    <a:pt x="601" y="395"/>
                    <a:pt x="763" y="423"/>
                    <a:pt x="919" y="489"/>
                  </a:cubicBezTo>
                  <a:cubicBezTo>
                    <a:pt x="947" y="501"/>
                    <a:pt x="975" y="506"/>
                    <a:pt x="1002" y="506"/>
                  </a:cubicBezTo>
                  <a:cubicBezTo>
                    <a:pt x="1192" y="506"/>
                    <a:pt x="1321" y="235"/>
                    <a:pt x="1118" y="148"/>
                  </a:cubicBezTo>
                  <a:cubicBezTo>
                    <a:pt x="895" y="55"/>
                    <a:pt x="670" y="0"/>
                    <a:pt x="4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0"/>
            <p:cNvSpPr/>
            <p:nvPr/>
          </p:nvSpPr>
          <p:spPr>
            <a:xfrm>
              <a:off x="7084700" y="991038"/>
              <a:ext cx="52575" cy="106600"/>
            </a:xfrm>
            <a:custGeom>
              <a:rect b="b" l="l" r="r" t="t"/>
              <a:pathLst>
                <a:path extrusionOk="0" h="4264" w="2103">
                  <a:moveTo>
                    <a:pt x="945" y="365"/>
                  </a:moveTo>
                  <a:cubicBezTo>
                    <a:pt x="1224" y="365"/>
                    <a:pt x="1359" y="548"/>
                    <a:pt x="1353" y="913"/>
                  </a:cubicBezTo>
                  <a:cubicBezTo>
                    <a:pt x="1641" y="1387"/>
                    <a:pt x="1452" y="1653"/>
                    <a:pt x="782" y="1710"/>
                  </a:cubicBezTo>
                  <a:cubicBezTo>
                    <a:pt x="552" y="1712"/>
                    <a:pt x="527" y="2024"/>
                    <a:pt x="731" y="2097"/>
                  </a:cubicBezTo>
                  <a:cubicBezTo>
                    <a:pt x="1373" y="2326"/>
                    <a:pt x="1534" y="3160"/>
                    <a:pt x="1033" y="3608"/>
                  </a:cubicBezTo>
                  <a:cubicBezTo>
                    <a:pt x="883" y="3742"/>
                    <a:pt x="774" y="3797"/>
                    <a:pt x="695" y="3797"/>
                  </a:cubicBezTo>
                  <a:cubicBezTo>
                    <a:pt x="433" y="3797"/>
                    <a:pt x="499" y="3192"/>
                    <a:pt x="500" y="2862"/>
                  </a:cubicBezTo>
                  <a:cubicBezTo>
                    <a:pt x="505" y="2063"/>
                    <a:pt x="510" y="1261"/>
                    <a:pt x="515" y="462"/>
                  </a:cubicBezTo>
                  <a:lnTo>
                    <a:pt x="515" y="462"/>
                  </a:lnTo>
                  <a:cubicBezTo>
                    <a:pt x="527" y="459"/>
                    <a:pt x="540" y="454"/>
                    <a:pt x="553" y="449"/>
                  </a:cubicBezTo>
                  <a:cubicBezTo>
                    <a:pt x="706" y="393"/>
                    <a:pt x="836" y="365"/>
                    <a:pt x="945" y="365"/>
                  </a:cubicBezTo>
                  <a:close/>
                  <a:moveTo>
                    <a:pt x="880" y="1"/>
                  </a:moveTo>
                  <a:cubicBezTo>
                    <a:pt x="702" y="1"/>
                    <a:pt x="523" y="37"/>
                    <a:pt x="355" y="110"/>
                  </a:cubicBezTo>
                  <a:cubicBezTo>
                    <a:pt x="330" y="120"/>
                    <a:pt x="310" y="134"/>
                    <a:pt x="295" y="149"/>
                  </a:cubicBezTo>
                  <a:lnTo>
                    <a:pt x="295" y="149"/>
                  </a:lnTo>
                  <a:cubicBezTo>
                    <a:pt x="205" y="158"/>
                    <a:pt x="121" y="222"/>
                    <a:pt x="121" y="339"/>
                  </a:cubicBezTo>
                  <a:cubicBezTo>
                    <a:pt x="116" y="1030"/>
                    <a:pt x="112" y="1724"/>
                    <a:pt x="108" y="2417"/>
                  </a:cubicBezTo>
                  <a:cubicBezTo>
                    <a:pt x="104" y="2960"/>
                    <a:pt x="0" y="3588"/>
                    <a:pt x="149" y="4106"/>
                  </a:cubicBezTo>
                  <a:cubicBezTo>
                    <a:pt x="166" y="4168"/>
                    <a:pt x="221" y="4234"/>
                    <a:pt x="287" y="4244"/>
                  </a:cubicBezTo>
                  <a:cubicBezTo>
                    <a:pt x="366" y="4257"/>
                    <a:pt x="442" y="4263"/>
                    <a:pt x="515" y="4263"/>
                  </a:cubicBezTo>
                  <a:cubicBezTo>
                    <a:pt x="1659" y="4263"/>
                    <a:pt x="2067" y="2721"/>
                    <a:pt x="1292" y="1992"/>
                  </a:cubicBezTo>
                  <a:lnTo>
                    <a:pt x="1292" y="1992"/>
                  </a:lnTo>
                  <a:cubicBezTo>
                    <a:pt x="1768" y="1779"/>
                    <a:pt x="2102" y="1284"/>
                    <a:pt x="1923" y="722"/>
                  </a:cubicBezTo>
                  <a:cubicBezTo>
                    <a:pt x="1767" y="239"/>
                    <a:pt x="1332" y="1"/>
                    <a:pt x="88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0"/>
            <p:cNvSpPr/>
            <p:nvPr/>
          </p:nvSpPr>
          <p:spPr>
            <a:xfrm>
              <a:off x="7156825" y="965188"/>
              <a:ext cx="41750" cy="63600"/>
            </a:xfrm>
            <a:custGeom>
              <a:rect b="b" l="l" r="r" t="t"/>
              <a:pathLst>
                <a:path extrusionOk="0" h="2544" w="1670">
                  <a:moveTo>
                    <a:pt x="697" y="1"/>
                  </a:moveTo>
                  <a:cubicBezTo>
                    <a:pt x="469" y="1"/>
                    <a:pt x="242" y="131"/>
                    <a:pt x="102" y="331"/>
                  </a:cubicBezTo>
                  <a:cubicBezTo>
                    <a:pt x="0" y="479"/>
                    <a:pt x="138" y="619"/>
                    <a:pt x="278" y="619"/>
                  </a:cubicBezTo>
                  <a:cubicBezTo>
                    <a:pt x="339" y="619"/>
                    <a:pt x="400" y="593"/>
                    <a:pt x="444" y="531"/>
                  </a:cubicBezTo>
                  <a:cubicBezTo>
                    <a:pt x="544" y="433"/>
                    <a:pt x="624" y="385"/>
                    <a:pt x="683" y="385"/>
                  </a:cubicBezTo>
                  <a:cubicBezTo>
                    <a:pt x="752" y="385"/>
                    <a:pt x="794" y="450"/>
                    <a:pt x="809" y="582"/>
                  </a:cubicBezTo>
                  <a:cubicBezTo>
                    <a:pt x="905" y="687"/>
                    <a:pt x="909" y="779"/>
                    <a:pt x="816" y="860"/>
                  </a:cubicBezTo>
                  <a:cubicBezTo>
                    <a:pt x="776" y="955"/>
                    <a:pt x="713" y="998"/>
                    <a:pt x="696" y="1104"/>
                  </a:cubicBezTo>
                  <a:cubicBezTo>
                    <a:pt x="679" y="1225"/>
                    <a:pt x="711" y="1337"/>
                    <a:pt x="794" y="1424"/>
                  </a:cubicBezTo>
                  <a:cubicBezTo>
                    <a:pt x="926" y="1566"/>
                    <a:pt x="1198" y="1509"/>
                    <a:pt x="1260" y="1732"/>
                  </a:cubicBezTo>
                  <a:cubicBezTo>
                    <a:pt x="1373" y="2143"/>
                    <a:pt x="628" y="2150"/>
                    <a:pt x="399" y="2150"/>
                  </a:cubicBezTo>
                  <a:cubicBezTo>
                    <a:pt x="145" y="2150"/>
                    <a:pt x="145" y="2544"/>
                    <a:pt x="399" y="2544"/>
                  </a:cubicBezTo>
                  <a:cubicBezTo>
                    <a:pt x="862" y="2544"/>
                    <a:pt x="1456" y="2489"/>
                    <a:pt x="1619" y="1968"/>
                  </a:cubicBezTo>
                  <a:cubicBezTo>
                    <a:pt x="1669" y="1806"/>
                    <a:pt x="1668" y="1613"/>
                    <a:pt x="1590" y="1460"/>
                  </a:cubicBezTo>
                  <a:cubicBezTo>
                    <a:pt x="1492" y="1262"/>
                    <a:pt x="1338" y="1295"/>
                    <a:pt x="1197" y="1175"/>
                  </a:cubicBezTo>
                  <a:cubicBezTo>
                    <a:pt x="1186" y="1176"/>
                    <a:pt x="1177" y="1176"/>
                    <a:pt x="1168" y="1176"/>
                  </a:cubicBezTo>
                  <a:cubicBezTo>
                    <a:pt x="1079" y="1176"/>
                    <a:pt x="1074" y="1137"/>
                    <a:pt x="1154" y="1058"/>
                  </a:cubicBezTo>
                  <a:cubicBezTo>
                    <a:pt x="1191" y="1015"/>
                    <a:pt x="1218" y="968"/>
                    <a:pt x="1238" y="915"/>
                  </a:cubicBezTo>
                  <a:cubicBezTo>
                    <a:pt x="1270" y="833"/>
                    <a:pt x="1297" y="759"/>
                    <a:pt x="1301" y="671"/>
                  </a:cubicBezTo>
                  <a:cubicBezTo>
                    <a:pt x="1310" y="489"/>
                    <a:pt x="1233" y="293"/>
                    <a:pt x="1102" y="167"/>
                  </a:cubicBezTo>
                  <a:cubicBezTo>
                    <a:pt x="981" y="51"/>
                    <a:pt x="839" y="1"/>
                    <a:pt x="6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0"/>
            <p:cNvSpPr/>
            <p:nvPr/>
          </p:nvSpPr>
          <p:spPr>
            <a:xfrm>
              <a:off x="7256375" y="1028338"/>
              <a:ext cx="40925" cy="12825"/>
            </a:xfrm>
            <a:custGeom>
              <a:rect b="b" l="l" r="r" t="t"/>
              <a:pathLst>
                <a:path extrusionOk="0" h="513" w="1637">
                  <a:moveTo>
                    <a:pt x="891" y="1"/>
                  </a:moveTo>
                  <a:cubicBezTo>
                    <a:pt x="663" y="1"/>
                    <a:pt x="435" y="40"/>
                    <a:pt x="214" y="121"/>
                  </a:cubicBezTo>
                  <a:cubicBezTo>
                    <a:pt x="0" y="198"/>
                    <a:pt x="61" y="513"/>
                    <a:pt x="250" y="513"/>
                  </a:cubicBezTo>
                  <a:cubicBezTo>
                    <a:pt x="271" y="513"/>
                    <a:pt x="294" y="509"/>
                    <a:pt x="318" y="500"/>
                  </a:cubicBezTo>
                  <a:cubicBezTo>
                    <a:pt x="510" y="430"/>
                    <a:pt x="702" y="394"/>
                    <a:pt x="895" y="394"/>
                  </a:cubicBezTo>
                  <a:cubicBezTo>
                    <a:pt x="1031" y="394"/>
                    <a:pt x="1167" y="412"/>
                    <a:pt x="1305" y="447"/>
                  </a:cubicBezTo>
                  <a:cubicBezTo>
                    <a:pt x="1323" y="452"/>
                    <a:pt x="1341" y="454"/>
                    <a:pt x="1358" y="454"/>
                  </a:cubicBezTo>
                  <a:cubicBezTo>
                    <a:pt x="1564" y="454"/>
                    <a:pt x="1637" y="126"/>
                    <a:pt x="1409" y="68"/>
                  </a:cubicBezTo>
                  <a:cubicBezTo>
                    <a:pt x="1238" y="23"/>
                    <a:pt x="1064" y="1"/>
                    <a:pt x="89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0"/>
            <p:cNvSpPr/>
            <p:nvPr/>
          </p:nvSpPr>
          <p:spPr>
            <a:xfrm>
              <a:off x="7261875" y="1054813"/>
              <a:ext cx="33050" cy="12675"/>
            </a:xfrm>
            <a:custGeom>
              <a:rect b="b" l="l" r="r" t="t"/>
              <a:pathLst>
                <a:path extrusionOk="0" h="507" w="1322">
                  <a:moveTo>
                    <a:pt x="433" y="0"/>
                  </a:moveTo>
                  <a:cubicBezTo>
                    <a:pt x="374" y="0"/>
                    <a:pt x="313" y="4"/>
                    <a:pt x="251" y="11"/>
                  </a:cubicBezTo>
                  <a:cubicBezTo>
                    <a:pt x="12" y="41"/>
                    <a:pt x="0" y="409"/>
                    <a:pt x="226" y="409"/>
                  </a:cubicBezTo>
                  <a:cubicBezTo>
                    <a:pt x="234" y="409"/>
                    <a:pt x="243" y="408"/>
                    <a:pt x="251" y="407"/>
                  </a:cubicBezTo>
                  <a:cubicBezTo>
                    <a:pt x="314" y="400"/>
                    <a:pt x="375" y="396"/>
                    <a:pt x="437" y="396"/>
                  </a:cubicBezTo>
                  <a:cubicBezTo>
                    <a:pt x="602" y="396"/>
                    <a:pt x="765" y="424"/>
                    <a:pt x="920" y="489"/>
                  </a:cubicBezTo>
                  <a:cubicBezTo>
                    <a:pt x="949" y="501"/>
                    <a:pt x="977" y="507"/>
                    <a:pt x="1004" y="507"/>
                  </a:cubicBezTo>
                  <a:cubicBezTo>
                    <a:pt x="1194" y="507"/>
                    <a:pt x="1322" y="235"/>
                    <a:pt x="1118" y="150"/>
                  </a:cubicBezTo>
                  <a:cubicBezTo>
                    <a:pt x="895" y="55"/>
                    <a:pt x="670" y="0"/>
                    <a:pt x="4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0"/>
            <p:cNvSpPr/>
            <p:nvPr/>
          </p:nvSpPr>
          <p:spPr>
            <a:xfrm>
              <a:off x="7084550" y="1160713"/>
              <a:ext cx="52575" cy="106625"/>
            </a:xfrm>
            <a:custGeom>
              <a:rect b="b" l="l" r="r" t="t"/>
              <a:pathLst>
                <a:path extrusionOk="0" h="4265" w="2103">
                  <a:moveTo>
                    <a:pt x="946" y="365"/>
                  </a:moveTo>
                  <a:cubicBezTo>
                    <a:pt x="1224" y="365"/>
                    <a:pt x="1361" y="547"/>
                    <a:pt x="1354" y="913"/>
                  </a:cubicBezTo>
                  <a:cubicBezTo>
                    <a:pt x="1643" y="1386"/>
                    <a:pt x="1452" y="1654"/>
                    <a:pt x="784" y="1711"/>
                  </a:cubicBezTo>
                  <a:cubicBezTo>
                    <a:pt x="552" y="1713"/>
                    <a:pt x="528" y="2023"/>
                    <a:pt x="731" y="2098"/>
                  </a:cubicBezTo>
                  <a:cubicBezTo>
                    <a:pt x="1374" y="2327"/>
                    <a:pt x="1535" y="3160"/>
                    <a:pt x="1034" y="3610"/>
                  </a:cubicBezTo>
                  <a:cubicBezTo>
                    <a:pt x="884" y="3744"/>
                    <a:pt x="775" y="3798"/>
                    <a:pt x="696" y="3798"/>
                  </a:cubicBezTo>
                  <a:cubicBezTo>
                    <a:pt x="433" y="3798"/>
                    <a:pt x="499" y="3194"/>
                    <a:pt x="500" y="2864"/>
                  </a:cubicBezTo>
                  <a:cubicBezTo>
                    <a:pt x="506" y="2063"/>
                    <a:pt x="511" y="1261"/>
                    <a:pt x="515" y="462"/>
                  </a:cubicBezTo>
                  <a:lnTo>
                    <a:pt x="515" y="462"/>
                  </a:lnTo>
                  <a:cubicBezTo>
                    <a:pt x="528" y="459"/>
                    <a:pt x="541" y="454"/>
                    <a:pt x="555" y="449"/>
                  </a:cubicBezTo>
                  <a:cubicBezTo>
                    <a:pt x="707" y="393"/>
                    <a:pt x="837" y="365"/>
                    <a:pt x="946" y="365"/>
                  </a:cubicBezTo>
                  <a:close/>
                  <a:moveTo>
                    <a:pt x="880" y="1"/>
                  </a:moveTo>
                  <a:cubicBezTo>
                    <a:pt x="703" y="1"/>
                    <a:pt x="523" y="37"/>
                    <a:pt x="356" y="110"/>
                  </a:cubicBezTo>
                  <a:cubicBezTo>
                    <a:pt x="331" y="120"/>
                    <a:pt x="311" y="134"/>
                    <a:pt x="295" y="149"/>
                  </a:cubicBezTo>
                  <a:lnTo>
                    <a:pt x="295" y="149"/>
                  </a:lnTo>
                  <a:cubicBezTo>
                    <a:pt x="206" y="159"/>
                    <a:pt x="124" y="222"/>
                    <a:pt x="122" y="339"/>
                  </a:cubicBezTo>
                  <a:cubicBezTo>
                    <a:pt x="118" y="1031"/>
                    <a:pt x="114" y="1726"/>
                    <a:pt x="108" y="2417"/>
                  </a:cubicBezTo>
                  <a:cubicBezTo>
                    <a:pt x="105" y="2960"/>
                    <a:pt x="1" y="3588"/>
                    <a:pt x="150" y="4106"/>
                  </a:cubicBezTo>
                  <a:cubicBezTo>
                    <a:pt x="168" y="4168"/>
                    <a:pt x="221" y="4234"/>
                    <a:pt x="287" y="4245"/>
                  </a:cubicBezTo>
                  <a:cubicBezTo>
                    <a:pt x="366" y="4258"/>
                    <a:pt x="442" y="4265"/>
                    <a:pt x="515" y="4265"/>
                  </a:cubicBezTo>
                  <a:cubicBezTo>
                    <a:pt x="1659" y="4265"/>
                    <a:pt x="2068" y="2721"/>
                    <a:pt x="1292" y="1993"/>
                  </a:cubicBezTo>
                  <a:lnTo>
                    <a:pt x="1292" y="1993"/>
                  </a:lnTo>
                  <a:cubicBezTo>
                    <a:pt x="1768" y="1779"/>
                    <a:pt x="2103" y="1284"/>
                    <a:pt x="1923" y="724"/>
                  </a:cubicBezTo>
                  <a:cubicBezTo>
                    <a:pt x="1768" y="240"/>
                    <a:pt x="1333" y="1"/>
                    <a:pt x="88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0"/>
            <p:cNvSpPr/>
            <p:nvPr/>
          </p:nvSpPr>
          <p:spPr>
            <a:xfrm>
              <a:off x="7156750" y="1134888"/>
              <a:ext cx="41750" cy="63600"/>
            </a:xfrm>
            <a:custGeom>
              <a:rect b="b" l="l" r="r" t="t"/>
              <a:pathLst>
                <a:path extrusionOk="0" h="2544" w="1670">
                  <a:moveTo>
                    <a:pt x="696" y="0"/>
                  </a:moveTo>
                  <a:cubicBezTo>
                    <a:pt x="468" y="0"/>
                    <a:pt x="242" y="130"/>
                    <a:pt x="102" y="329"/>
                  </a:cubicBezTo>
                  <a:cubicBezTo>
                    <a:pt x="0" y="477"/>
                    <a:pt x="137" y="617"/>
                    <a:pt x="279" y="617"/>
                  </a:cubicBezTo>
                  <a:cubicBezTo>
                    <a:pt x="339" y="617"/>
                    <a:pt x="400" y="592"/>
                    <a:pt x="444" y="530"/>
                  </a:cubicBezTo>
                  <a:cubicBezTo>
                    <a:pt x="544" y="432"/>
                    <a:pt x="624" y="384"/>
                    <a:pt x="683" y="384"/>
                  </a:cubicBezTo>
                  <a:cubicBezTo>
                    <a:pt x="752" y="384"/>
                    <a:pt x="794" y="450"/>
                    <a:pt x="809" y="583"/>
                  </a:cubicBezTo>
                  <a:cubicBezTo>
                    <a:pt x="905" y="686"/>
                    <a:pt x="909" y="777"/>
                    <a:pt x="816" y="859"/>
                  </a:cubicBezTo>
                  <a:cubicBezTo>
                    <a:pt x="776" y="955"/>
                    <a:pt x="712" y="998"/>
                    <a:pt x="696" y="1102"/>
                  </a:cubicBezTo>
                  <a:cubicBezTo>
                    <a:pt x="677" y="1224"/>
                    <a:pt x="712" y="1336"/>
                    <a:pt x="795" y="1423"/>
                  </a:cubicBezTo>
                  <a:cubicBezTo>
                    <a:pt x="926" y="1565"/>
                    <a:pt x="1198" y="1508"/>
                    <a:pt x="1260" y="1731"/>
                  </a:cubicBezTo>
                  <a:cubicBezTo>
                    <a:pt x="1372" y="2143"/>
                    <a:pt x="627" y="2150"/>
                    <a:pt x="398" y="2150"/>
                  </a:cubicBezTo>
                  <a:cubicBezTo>
                    <a:pt x="145" y="2150"/>
                    <a:pt x="145" y="2544"/>
                    <a:pt x="398" y="2544"/>
                  </a:cubicBezTo>
                  <a:cubicBezTo>
                    <a:pt x="862" y="2544"/>
                    <a:pt x="1456" y="2488"/>
                    <a:pt x="1619" y="1967"/>
                  </a:cubicBezTo>
                  <a:cubicBezTo>
                    <a:pt x="1669" y="1807"/>
                    <a:pt x="1668" y="1613"/>
                    <a:pt x="1591" y="1459"/>
                  </a:cubicBezTo>
                  <a:cubicBezTo>
                    <a:pt x="1492" y="1263"/>
                    <a:pt x="1337" y="1294"/>
                    <a:pt x="1197" y="1174"/>
                  </a:cubicBezTo>
                  <a:cubicBezTo>
                    <a:pt x="1185" y="1175"/>
                    <a:pt x="1175" y="1176"/>
                    <a:pt x="1165" y="1176"/>
                  </a:cubicBezTo>
                  <a:cubicBezTo>
                    <a:pt x="1079" y="1176"/>
                    <a:pt x="1075" y="1135"/>
                    <a:pt x="1154" y="1057"/>
                  </a:cubicBezTo>
                  <a:cubicBezTo>
                    <a:pt x="1191" y="1014"/>
                    <a:pt x="1218" y="966"/>
                    <a:pt x="1238" y="913"/>
                  </a:cubicBezTo>
                  <a:cubicBezTo>
                    <a:pt x="1270" y="833"/>
                    <a:pt x="1297" y="757"/>
                    <a:pt x="1300" y="670"/>
                  </a:cubicBezTo>
                  <a:cubicBezTo>
                    <a:pt x="1310" y="490"/>
                    <a:pt x="1233" y="292"/>
                    <a:pt x="1102" y="168"/>
                  </a:cubicBezTo>
                  <a:cubicBezTo>
                    <a:pt x="980" y="51"/>
                    <a:pt x="838" y="0"/>
                    <a:pt x="6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0"/>
            <p:cNvSpPr/>
            <p:nvPr/>
          </p:nvSpPr>
          <p:spPr>
            <a:xfrm>
              <a:off x="7256300" y="1198038"/>
              <a:ext cx="40900" cy="12800"/>
            </a:xfrm>
            <a:custGeom>
              <a:rect b="b" l="l" r="r" t="t"/>
              <a:pathLst>
                <a:path extrusionOk="0" h="512" w="1636">
                  <a:moveTo>
                    <a:pt x="887" y="0"/>
                  </a:moveTo>
                  <a:cubicBezTo>
                    <a:pt x="660" y="0"/>
                    <a:pt x="434" y="39"/>
                    <a:pt x="214" y="120"/>
                  </a:cubicBezTo>
                  <a:cubicBezTo>
                    <a:pt x="0" y="196"/>
                    <a:pt x="61" y="512"/>
                    <a:pt x="249" y="512"/>
                  </a:cubicBezTo>
                  <a:cubicBezTo>
                    <a:pt x="270" y="512"/>
                    <a:pt x="293" y="508"/>
                    <a:pt x="317" y="499"/>
                  </a:cubicBezTo>
                  <a:cubicBezTo>
                    <a:pt x="508" y="429"/>
                    <a:pt x="699" y="394"/>
                    <a:pt x="891" y="394"/>
                  </a:cubicBezTo>
                  <a:cubicBezTo>
                    <a:pt x="1027" y="394"/>
                    <a:pt x="1164" y="412"/>
                    <a:pt x="1303" y="447"/>
                  </a:cubicBezTo>
                  <a:cubicBezTo>
                    <a:pt x="1322" y="452"/>
                    <a:pt x="1339" y="454"/>
                    <a:pt x="1356" y="454"/>
                  </a:cubicBezTo>
                  <a:cubicBezTo>
                    <a:pt x="1562" y="454"/>
                    <a:pt x="1636" y="125"/>
                    <a:pt x="1409" y="68"/>
                  </a:cubicBezTo>
                  <a:cubicBezTo>
                    <a:pt x="1236" y="23"/>
                    <a:pt x="1061" y="0"/>
                    <a:pt x="8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0"/>
            <p:cNvSpPr/>
            <p:nvPr/>
          </p:nvSpPr>
          <p:spPr>
            <a:xfrm>
              <a:off x="7261800" y="1224488"/>
              <a:ext cx="33025" cy="12650"/>
            </a:xfrm>
            <a:custGeom>
              <a:rect b="b" l="l" r="r" t="t"/>
              <a:pathLst>
                <a:path extrusionOk="0" h="506" w="1321">
                  <a:moveTo>
                    <a:pt x="442" y="0"/>
                  </a:moveTo>
                  <a:cubicBezTo>
                    <a:pt x="379" y="0"/>
                    <a:pt x="316" y="4"/>
                    <a:pt x="252" y="12"/>
                  </a:cubicBezTo>
                  <a:cubicBezTo>
                    <a:pt x="12" y="41"/>
                    <a:pt x="0" y="407"/>
                    <a:pt x="225" y="407"/>
                  </a:cubicBezTo>
                  <a:cubicBezTo>
                    <a:pt x="233" y="407"/>
                    <a:pt x="242" y="407"/>
                    <a:pt x="252" y="406"/>
                  </a:cubicBezTo>
                  <a:cubicBezTo>
                    <a:pt x="314" y="398"/>
                    <a:pt x="376" y="395"/>
                    <a:pt x="437" y="395"/>
                  </a:cubicBezTo>
                  <a:cubicBezTo>
                    <a:pt x="602" y="395"/>
                    <a:pt x="763" y="423"/>
                    <a:pt x="919" y="487"/>
                  </a:cubicBezTo>
                  <a:cubicBezTo>
                    <a:pt x="947" y="500"/>
                    <a:pt x="976" y="505"/>
                    <a:pt x="1003" y="505"/>
                  </a:cubicBezTo>
                  <a:cubicBezTo>
                    <a:pt x="1192" y="505"/>
                    <a:pt x="1321" y="233"/>
                    <a:pt x="1118" y="148"/>
                  </a:cubicBezTo>
                  <a:cubicBezTo>
                    <a:pt x="898" y="55"/>
                    <a:pt x="675" y="0"/>
                    <a:pt x="44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0"/>
            <p:cNvSpPr/>
            <p:nvPr/>
          </p:nvSpPr>
          <p:spPr>
            <a:xfrm>
              <a:off x="7370100" y="478563"/>
              <a:ext cx="63500" cy="88225"/>
            </a:xfrm>
            <a:custGeom>
              <a:rect b="b" l="l" r="r" t="t"/>
              <a:pathLst>
                <a:path extrusionOk="0" h="3529" w="2540">
                  <a:moveTo>
                    <a:pt x="1872" y="0"/>
                  </a:moveTo>
                  <a:cubicBezTo>
                    <a:pt x="418" y="0"/>
                    <a:pt x="1" y="3528"/>
                    <a:pt x="2070" y="3528"/>
                  </a:cubicBezTo>
                  <a:cubicBezTo>
                    <a:pt x="2140" y="3528"/>
                    <a:pt x="2212" y="3524"/>
                    <a:pt x="2287" y="3516"/>
                  </a:cubicBezTo>
                  <a:cubicBezTo>
                    <a:pt x="2527" y="3490"/>
                    <a:pt x="2540" y="3121"/>
                    <a:pt x="2313" y="3121"/>
                  </a:cubicBezTo>
                  <a:cubicBezTo>
                    <a:pt x="2304" y="3121"/>
                    <a:pt x="2296" y="3121"/>
                    <a:pt x="2287" y="3122"/>
                  </a:cubicBezTo>
                  <a:cubicBezTo>
                    <a:pt x="2224" y="3129"/>
                    <a:pt x="2164" y="3133"/>
                    <a:pt x="2107" y="3133"/>
                  </a:cubicBezTo>
                  <a:cubicBezTo>
                    <a:pt x="464" y="3133"/>
                    <a:pt x="940" y="414"/>
                    <a:pt x="1930" y="414"/>
                  </a:cubicBezTo>
                  <a:cubicBezTo>
                    <a:pt x="2001" y="414"/>
                    <a:pt x="2074" y="427"/>
                    <a:pt x="2150" y="457"/>
                  </a:cubicBezTo>
                  <a:cubicBezTo>
                    <a:pt x="2175" y="467"/>
                    <a:pt x="2199" y="471"/>
                    <a:pt x="2222" y="471"/>
                  </a:cubicBezTo>
                  <a:cubicBezTo>
                    <a:pt x="2407" y="471"/>
                    <a:pt x="2465" y="159"/>
                    <a:pt x="2256" y="78"/>
                  </a:cubicBezTo>
                  <a:cubicBezTo>
                    <a:pt x="2121" y="25"/>
                    <a:pt x="1993" y="0"/>
                    <a:pt x="187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0"/>
            <p:cNvSpPr/>
            <p:nvPr/>
          </p:nvSpPr>
          <p:spPr>
            <a:xfrm>
              <a:off x="7452325" y="477038"/>
              <a:ext cx="59150" cy="91750"/>
            </a:xfrm>
            <a:custGeom>
              <a:rect b="b" l="l" r="r" t="t"/>
              <a:pathLst>
                <a:path extrusionOk="0" h="3670" w="2366">
                  <a:moveTo>
                    <a:pt x="398" y="402"/>
                  </a:moveTo>
                  <a:lnTo>
                    <a:pt x="398" y="402"/>
                  </a:lnTo>
                  <a:cubicBezTo>
                    <a:pt x="1274" y="500"/>
                    <a:pt x="2205" y="898"/>
                    <a:pt x="1788" y="1987"/>
                  </a:cubicBezTo>
                  <a:cubicBezTo>
                    <a:pt x="1553" y="2603"/>
                    <a:pt x="1034" y="3023"/>
                    <a:pt x="424" y="3219"/>
                  </a:cubicBezTo>
                  <a:lnTo>
                    <a:pt x="424" y="3219"/>
                  </a:lnTo>
                  <a:cubicBezTo>
                    <a:pt x="425" y="2279"/>
                    <a:pt x="417" y="1341"/>
                    <a:pt x="398" y="402"/>
                  </a:cubicBezTo>
                  <a:close/>
                  <a:moveTo>
                    <a:pt x="307" y="0"/>
                  </a:moveTo>
                  <a:cubicBezTo>
                    <a:pt x="212" y="0"/>
                    <a:pt x="157" y="64"/>
                    <a:pt x="143" y="140"/>
                  </a:cubicBezTo>
                  <a:lnTo>
                    <a:pt x="143" y="140"/>
                  </a:lnTo>
                  <a:cubicBezTo>
                    <a:pt x="66" y="158"/>
                    <a:pt x="1" y="220"/>
                    <a:pt x="3" y="323"/>
                  </a:cubicBezTo>
                  <a:cubicBezTo>
                    <a:pt x="24" y="1374"/>
                    <a:pt x="33" y="2425"/>
                    <a:pt x="30" y="3474"/>
                  </a:cubicBezTo>
                  <a:cubicBezTo>
                    <a:pt x="30" y="3592"/>
                    <a:pt x="126" y="3669"/>
                    <a:pt x="232" y="3669"/>
                  </a:cubicBezTo>
                  <a:cubicBezTo>
                    <a:pt x="247" y="3669"/>
                    <a:pt x="263" y="3668"/>
                    <a:pt x="278" y="3664"/>
                  </a:cubicBezTo>
                  <a:cubicBezTo>
                    <a:pt x="1277" y="3451"/>
                    <a:pt x="2223" y="2634"/>
                    <a:pt x="2293" y="1562"/>
                  </a:cubicBezTo>
                  <a:cubicBezTo>
                    <a:pt x="2365" y="432"/>
                    <a:pt x="1247" y="87"/>
                    <a:pt x="328" y="1"/>
                  </a:cubicBezTo>
                  <a:cubicBezTo>
                    <a:pt x="321" y="1"/>
                    <a:pt x="314" y="0"/>
                    <a:pt x="3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0"/>
            <p:cNvSpPr/>
            <p:nvPr/>
          </p:nvSpPr>
          <p:spPr>
            <a:xfrm>
              <a:off x="7595775" y="485963"/>
              <a:ext cx="13275" cy="69900"/>
            </a:xfrm>
            <a:custGeom>
              <a:rect b="b" l="l" r="r" t="t"/>
              <a:pathLst>
                <a:path extrusionOk="0" h="2796" w="531">
                  <a:moveTo>
                    <a:pt x="194" y="1"/>
                  </a:moveTo>
                  <a:cubicBezTo>
                    <a:pt x="96" y="1"/>
                    <a:pt x="0" y="64"/>
                    <a:pt x="7" y="190"/>
                  </a:cubicBezTo>
                  <a:lnTo>
                    <a:pt x="130" y="2606"/>
                  </a:lnTo>
                  <a:cubicBezTo>
                    <a:pt x="136" y="2732"/>
                    <a:pt x="238" y="2796"/>
                    <a:pt x="337" y="2796"/>
                  </a:cubicBezTo>
                  <a:cubicBezTo>
                    <a:pt x="435" y="2796"/>
                    <a:pt x="530" y="2733"/>
                    <a:pt x="524" y="2606"/>
                  </a:cubicBezTo>
                  <a:lnTo>
                    <a:pt x="401" y="190"/>
                  </a:lnTo>
                  <a:cubicBezTo>
                    <a:pt x="394" y="64"/>
                    <a:pt x="292" y="1"/>
                    <a:pt x="19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0"/>
            <p:cNvSpPr/>
            <p:nvPr/>
          </p:nvSpPr>
          <p:spPr>
            <a:xfrm>
              <a:off x="7577800" y="518738"/>
              <a:ext cx="48400" cy="9875"/>
            </a:xfrm>
            <a:custGeom>
              <a:rect b="b" l="l" r="r" t="t"/>
              <a:pathLst>
                <a:path extrusionOk="0" h="395" w="1936">
                  <a:moveTo>
                    <a:pt x="253" y="1"/>
                  </a:moveTo>
                  <a:cubicBezTo>
                    <a:pt x="0" y="1"/>
                    <a:pt x="0" y="395"/>
                    <a:pt x="253" y="395"/>
                  </a:cubicBezTo>
                  <a:lnTo>
                    <a:pt x="1682" y="395"/>
                  </a:lnTo>
                  <a:cubicBezTo>
                    <a:pt x="1936" y="395"/>
                    <a:pt x="1936" y="1"/>
                    <a:pt x="168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0"/>
            <p:cNvSpPr/>
            <p:nvPr/>
          </p:nvSpPr>
          <p:spPr>
            <a:xfrm>
              <a:off x="7696275" y="475088"/>
              <a:ext cx="12875" cy="78200"/>
            </a:xfrm>
            <a:custGeom>
              <a:rect b="b" l="l" r="r" t="t"/>
              <a:pathLst>
                <a:path extrusionOk="0" h="3128" w="515">
                  <a:moveTo>
                    <a:pt x="259" y="0"/>
                  </a:moveTo>
                  <a:cubicBezTo>
                    <a:pt x="160" y="0"/>
                    <a:pt x="58" y="64"/>
                    <a:pt x="51" y="191"/>
                  </a:cubicBezTo>
                  <a:cubicBezTo>
                    <a:pt x="1" y="1108"/>
                    <a:pt x="21" y="2023"/>
                    <a:pt x="108" y="2939"/>
                  </a:cubicBezTo>
                  <a:cubicBezTo>
                    <a:pt x="120" y="3065"/>
                    <a:pt x="225" y="3128"/>
                    <a:pt x="323" y="3128"/>
                  </a:cubicBezTo>
                  <a:cubicBezTo>
                    <a:pt x="422" y="3128"/>
                    <a:pt x="514" y="3065"/>
                    <a:pt x="502" y="2939"/>
                  </a:cubicBezTo>
                  <a:cubicBezTo>
                    <a:pt x="415" y="2023"/>
                    <a:pt x="395" y="1108"/>
                    <a:pt x="445" y="191"/>
                  </a:cubicBezTo>
                  <a:cubicBezTo>
                    <a:pt x="452" y="64"/>
                    <a:pt x="357" y="0"/>
                    <a:pt x="2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0"/>
            <p:cNvSpPr/>
            <p:nvPr/>
          </p:nvSpPr>
          <p:spPr>
            <a:xfrm>
              <a:off x="7697800" y="476688"/>
              <a:ext cx="49050" cy="82575"/>
            </a:xfrm>
            <a:custGeom>
              <a:rect b="b" l="l" r="r" t="t"/>
              <a:pathLst>
                <a:path extrusionOk="0" h="3303" w="1962">
                  <a:moveTo>
                    <a:pt x="286" y="1"/>
                  </a:moveTo>
                  <a:cubicBezTo>
                    <a:pt x="76" y="1"/>
                    <a:pt x="0" y="333"/>
                    <a:pt x="229" y="386"/>
                  </a:cubicBezTo>
                  <a:cubicBezTo>
                    <a:pt x="829" y="525"/>
                    <a:pt x="1414" y="946"/>
                    <a:pt x="1500" y="1598"/>
                  </a:cubicBezTo>
                  <a:cubicBezTo>
                    <a:pt x="1585" y="2233"/>
                    <a:pt x="1167" y="2808"/>
                    <a:pt x="540" y="2920"/>
                  </a:cubicBezTo>
                  <a:cubicBezTo>
                    <a:pt x="304" y="2960"/>
                    <a:pt x="386" y="3302"/>
                    <a:pt x="606" y="3302"/>
                  </a:cubicBezTo>
                  <a:cubicBezTo>
                    <a:pt x="618" y="3302"/>
                    <a:pt x="631" y="3301"/>
                    <a:pt x="644" y="3299"/>
                  </a:cubicBezTo>
                  <a:cubicBezTo>
                    <a:pt x="1416" y="3165"/>
                    <a:pt x="1961" y="2433"/>
                    <a:pt x="1908" y="1653"/>
                  </a:cubicBezTo>
                  <a:cubicBezTo>
                    <a:pt x="1850" y="803"/>
                    <a:pt x="1121" y="191"/>
                    <a:pt x="335" y="7"/>
                  </a:cubicBezTo>
                  <a:cubicBezTo>
                    <a:pt x="318" y="3"/>
                    <a:pt x="301" y="1"/>
                    <a:pt x="2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0"/>
            <p:cNvSpPr/>
            <p:nvPr/>
          </p:nvSpPr>
          <p:spPr>
            <a:xfrm>
              <a:off x="7757675" y="472913"/>
              <a:ext cx="69450" cy="85850"/>
            </a:xfrm>
            <a:custGeom>
              <a:rect b="b" l="l" r="r" t="t"/>
              <a:pathLst>
                <a:path extrusionOk="0" h="3434" w="2778">
                  <a:moveTo>
                    <a:pt x="1796" y="0"/>
                  </a:moveTo>
                  <a:cubicBezTo>
                    <a:pt x="1724" y="0"/>
                    <a:pt x="1648" y="37"/>
                    <a:pt x="1610" y="96"/>
                  </a:cubicBezTo>
                  <a:cubicBezTo>
                    <a:pt x="1041" y="1015"/>
                    <a:pt x="530" y="1963"/>
                    <a:pt x="73" y="2943"/>
                  </a:cubicBezTo>
                  <a:cubicBezTo>
                    <a:pt x="0" y="3101"/>
                    <a:pt x="137" y="3244"/>
                    <a:pt x="265" y="3244"/>
                  </a:cubicBezTo>
                  <a:cubicBezTo>
                    <a:pt x="324" y="3244"/>
                    <a:pt x="380" y="3215"/>
                    <a:pt x="414" y="3142"/>
                  </a:cubicBezTo>
                  <a:cubicBezTo>
                    <a:pt x="814" y="2280"/>
                    <a:pt x="1258" y="1445"/>
                    <a:pt x="1746" y="630"/>
                  </a:cubicBezTo>
                  <a:lnTo>
                    <a:pt x="1746" y="630"/>
                  </a:lnTo>
                  <a:cubicBezTo>
                    <a:pt x="2069" y="1472"/>
                    <a:pt x="2277" y="2345"/>
                    <a:pt x="2371" y="3245"/>
                  </a:cubicBezTo>
                  <a:cubicBezTo>
                    <a:pt x="2384" y="3370"/>
                    <a:pt x="2490" y="3434"/>
                    <a:pt x="2589" y="3434"/>
                  </a:cubicBezTo>
                  <a:cubicBezTo>
                    <a:pt x="2687" y="3434"/>
                    <a:pt x="2778" y="3372"/>
                    <a:pt x="2764" y="3245"/>
                  </a:cubicBezTo>
                  <a:cubicBezTo>
                    <a:pt x="2650" y="2150"/>
                    <a:pt x="2379" y="1110"/>
                    <a:pt x="1950" y="96"/>
                  </a:cubicBezTo>
                  <a:cubicBezTo>
                    <a:pt x="1922" y="29"/>
                    <a:pt x="1860" y="0"/>
                    <a:pt x="17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0"/>
            <p:cNvSpPr/>
            <p:nvPr/>
          </p:nvSpPr>
          <p:spPr>
            <a:xfrm>
              <a:off x="7777925" y="521638"/>
              <a:ext cx="46400" cy="12850"/>
            </a:xfrm>
            <a:custGeom>
              <a:rect b="b" l="l" r="r" t="t"/>
              <a:pathLst>
                <a:path extrusionOk="0" h="514" w="1856">
                  <a:moveTo>
                    <a:pt x="944" y="0"/>
                  </a:moveTo>
                  <a:cubicBezTo>
                    <a:pt x="699" y="0"/>
                    <a:pt x="454" y="41"/>
                    <a:pt x="215" y="123"/>
                  </a:cubicBezTo>
                  <a:cubicBezTo>
                    <a:pt x="0" y="196"/>
                    <a:pt x="62" y="514"/>
                    <a:pt x="253" y="514"/>
                  </a:cubicBezTo>
                  <a:cubicBezTo>
                    <a:pt x="274" y="514"/>
                    <a:pt x="296" y="510"/>
                    <a:pt x="319" y="502"/>
                  </a:cubicBezTo>
                  <a:cubicBezTo>
                    <a:pt x="527" y="431"/>
                    <a:pt x="734" y="396"/>
                    <a:pt x="941" y="396"/>
                  </a:cubicBezTo>
                  <a:cubicBezTo>
                    <a:pt x="1137" y="396"/>
                    <a:pt x="1334" y="428"/>
                    <a:pt x="1532" y="490"/>
                  </a:cubicBezTo>
                  <a:cubicBezTo>
                    <a:pt x="1554" y="497"/>
                    <a:pt x="1574" y="500"/>
                    <a:pt x="1594" y="500"/>
                  </a:cubicBezTo>
                  <a:cubicBezTo>
                    <a:pt x="1790" y="500"/>
                    <a:pt x="1855" y="180"/>
                    <a:pt x="1638" y="111"/>
                  </a:cubicBezTo>
                  <a:cubicBezTo>
                    <a:pt x="1411" y="37"/>
                    <a:pt x="1177" y="0"/>
                    <a:pt x="9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0"/>
            <p:cNvSpPr/>
            <p:nvPr/>
          </p:nvSpPr>
          <p:spPr>
            <a:xfrm>
              <a:off x="7367000" y="617913"/>
              <a:ext cx="50700" cy="128125"/>
            </a:xfrm>
            <a:custGeom>
              <a:rect b="b" l="l" r="r" t="t"/>
              <a:pathLst>
                <a:path extrusionOk="0" h="5125" w="2028">
                  <a:moveTo>
                    <a:pt x="1664" y="0"/>
                  </a:moveTo>
                  <a:cubicBezTo>
                    <a:pt x="1620" y="0"/>
                    <a:pt x="1575" y="16"/>
                    <a:pt x="1534" y="54"/>
                  </a:cubicBezTo>
                  <a:cubicBezTo>
                    <a:pt x="0" y="1441"/>
                    <a:pt x="25" y="3727"/>
                    <a:pt x="1598" y="5074"/>
                  </a:cubicBezTo>
                  <a:cubicBezTo>
                    <a:pt x="1639" y="5109"/>
                    <a:pt x="1685" y="5124"/>
                    <a:pt x="1728" y="5124"/>
                  </a:cubicBezTo>
                  <a:cubicBezTo>
                    <a:pt x="1888" y="5124"/>
                    <a:pt x="2028" y="4925"/>
                    <a:pt x="1877" y="4795"/>
                  </a:cubicBezTo>
                  <a:cubicBezTo>
                    <a:pt x="461" y="3584"/>
                    <a:pt x="424" y="1587"/>
                    <a:pt x="1813" y="330"/>
                  </a:cubicBezTo>
                  <a:cubicBezTo>
                    <a:pt x="1959" y="199"/>
                    <a:pt x="1821" y="0"/>
                    <a:pt x="166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0"/>
            <p:cNvSpPr/>
            <p:nvPr/>
          </p:nvSpPr>
          <p:spPr>
            <a:xfrm>
              <a:off x="7437225" y="647263"/>
              <a:ext cx="57550" cy="80050"/>
            </a:xfrm>
            <a:custGeom>
              <a:rect b="b" l="l" r="r" t="t"/>
              <a:pathLst>
                <a:path extrusionOk="0" h="3202" w="2302">
                  <a:moveTo>
                    <a:pt x="490" y="419"/>
                  </a:moveTo>
                  <a:lnTo>
                    <a:pt x="490" y="419"/>
                  </a:lnTo>
                  <a:cubicBezTo>
                    <a:pt x="1167" y="615"/>
                    <a:pt x="2011" y="1000"/>
                    <a:pt x="1586" y="1876"/>
                  </a:cubicBezTo>
                  <a:cubicBezTo>
                    <a:pt x="1357" y="2347"/>
                    <a:pt x="906" y="2659"/>
                    <a:pt x="406" y="2771"/>
                  </a:cubicBezTo>
                  <a:lnTo>
                    <a:pt x="406" y="2771"/>
                  </a:lnTo>
                  <a:cubicBezTo>
                    <a:pt x="434" y="1987"/>
                    <a:pt x="461" y="1203"/>
                    <a:pt x="490" y="419"/>
                  </a:cubicBezTo>
                  <a:close/>
                  <a:moveTo>
                    <a:pt x="426" y="0"/>
                  </a:moveTo>
                  <a:cubicBezTo>
                    <a:pt x="320" y="0"/>
                    <a:pt x="251" y="88"/>
                    <a:pt x="239" y="180"/>
                  </a:cubicBezTo>
                  <a:lnTo>
                    <a:pt x="239" y="180"/>
                  </a:lnTo>
                  <a:cubicBezTo>
                    <a:pt x="165" y="202"/>
                    <a:pt x="102" y="263"/>
                    <a:pt x="99" y="363"/>
                  </a:cubicBezTo>
                  <a:cubicBezTo>
                    <a:pt x="66" y="1243"/>
                    <a:pt x="34" y="2123"/>
                    <a:pt x="4" y="3004"/>
                  </a:cubicBezTo>
                  <a:cubicBezTo>
                    <a:pt x="0" y="3097"/>
                    <a:pt x="87" y="3201"/>
                    <a:pt x="184" y="3201"/>
                  </a:cubicBezTo>
                  <a:cubicBezTo>
                    <a:pt x="189" y="3201"/>
                    <a:pt x="195" y="3201"/>
                    <a:pt x="200" y="3200"/>
                  </a:cubicBezTo>
                  <a:cubicBezTo>
                    <a:pt x="1031" y="3106"/>
                    <a:pt x="1868" y="2569"/>
                    <a:pt x="2067" y="1708"/>
                  </a:cubicBezTo>
                  <a:cubicBezTo>
                    <a:pt x="2302" y="692"/>
                    <a:pt x="1281" y="224"/>
                    <a:pt x="481" y="8"/>
                  </a:cubicBezTo>
                  <a:cubicBezTo>
                    <a:pt x="462" y="2"/>
                    <a:pt x="443" y="0"/>
                    <a:pt x="42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0"/>
            <p:cNvSpPr/>
            <p:nvPr/>
          </p:nvSpPr>
          <p:spPr>
            <a:xfrm>
              <a:off x="7532875" y="678963"/>
              <a:ext cx="29200" cy="10150"/>
            </a:xfrm>
            <a:custGeom>
              <a:rect b="b" l="l" r="r" t="t"/>
              <a:pathLst>
                <a:path extrusionOk="0" h="406" w="1168">
                  <a:moveTo>
                    <a:pt x="251" y="1"/>
                  </a:moveTo>
                  <a:cubicBezTo>
                    <a:pt x="1" y="1"/>
                    <a:pt x="1" y="392"/>
                    <a:pt x="254" y="395"/>
                  </a:cubicBezTo>
                  <a:cubicBezTo>
                    <a:pt x="474" y="399"/>
                    <a:pt x="692" y="403"/>
                    <a:pt x="912" y="406"/>
                  </a:cubicBezTo>
                  <a:cubicBezTo>
                    <a:pt x="913" y="406"/>
                    <a:pt x="914" y="406"/>
                    <a:pt x="915" y="406"/>
                  </a:cubicBezTo>
                  <a:cubicBezTo>
                    <a:pt x="1167" y="406"/>
                    <a:pt x="1166" y="15"/>
                    <a:pt x="912" y="12"/>
                  </a:cubicBezTo>
                  <a:cubicBezTo>
                    <a:pt x="692" y="9"/>
                    <a:pt x="474" y="5"/>
                    <a:pt x="254" y="1"/>
                  </a:cubicBezTo>
                  <a:cubicBezTo>
                    <a:pt x="253" y="1"/>
                    <a:pt x="252" y="1"/>
                    <a:pt x="2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0"/>
            <p:cNvSpPr/>
            <p:nvPr/>
          </p:nvSpPr>
          <p:spPr>
            <a:xfrm>
              <a:off x="7599150" y="642263"/>
              <a:ext cx="41650" cy="81525"/>
            </a:xfrm>
            <a:custGeom>
              <a:rect b="b" l="l" r="r" t="t"/>
              <a:pathLst>
                <a:path extrusionOk="0" h="3261" w="1666">
                  <a:moveTo>
                    <a:pt x="1397" y="0"/>
                  </a:moveTo>
                  <a:cubicBezTo>
                    <a:pt x="558" y="0"/>
                    <a:pt x="2" y="952"/>
                    <a:pt x="2" y="1715"/>
                  </a:cubicBezTo>
                  <a:cubicBezTo>
                    <a:pt x="1" y="2531"/>
                    <a:pt x="616" y="3174"/>
                    <a:pt x="1411" y="3260"/>
                  </a:cubicBezTo>
                  <a:cubicBezTo>
                    <a:pt x="1419" y="3261"/>
                    <a:pt x="1426" y="3261"/>
                    <a:pt x="1434" y="3261"/>
                  </a:cubicBezTo>
                  <a:cubicBezTo>
                    <a:pt x="1662" y="3261"/>
                    <a:pt x="1653" y="2891"/>
                    <a:pt x="1411" y="2866"/>
                  </a:cubicBezTo>
                  <a:cubicBezTo>
                    <a:pt x="822" y="2803"/>
                    <a:pt x="400" y="2298"/>
                    <a:pt x="396" y="1715"/>
                  </a:cubicBezTo>
                  <a:cubicBezTo>
                    <a:pt x="394" y="1167"/>
                    <a:pt x="781" y="394"/>
                    <a:pt x="1402" y="394"/>
                  </a:cubicBezTo>
                  <a:cubicBezTo>
                    <a:pt x="1405" y="394"/>
                    <a:pt x="1409" y="394"/>
                    <a:pt x="1412" y="394"/>
                  </a:cubicBezTo>
                  <a:cubicBezTo>
                    <a:pt x="1414" y="394"/>
                    <a:pt x="1415" y="394"/>
                    <a:pt x="1416" y="394"/>
                  </a:cubicBezTo>
                  <a:cubicBezTo>
                    <a:pt x="1666" y="394"/>
                    <a:pt x="1664" y="4"/>
                    <a:pt x="1412" y="0"/>
                  </a:cubicBezTo>
                  <a:cubicBezTo>
                    <a:pt x="1407" y="0"/>
                    <a:pt x="1402" y="0"/>
                    <a:pt x="13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0"/>
            <p:cNvSpPr/>
            <p:nvPr/>
          </p:nvSpPr>
          <p:spPr>
            <a:xfrm>
              <a:off x="7661950" y="642638"/>
              <a:ext cx="39750" cy="74575"/>
            </a:xfrm>
            <a:custGeom>
              <a:rect b="b" l="l" r="r" t="t"/>
              <a:pathLst>
                <a:path extrusionOk="0" h="2983" w="1590">
                  <a:moveTo>
                    <a:pt x="1320" y="1"/>
                  </a:moveTo>
                  <a:cubicBezTo>
                    <a:pt x="1287" y="1"/>
                    <a:pt x="1253" y="11"/>
                    <a:pt x="1218" y="35"/>
                  </a:cubicBezTo>
                  <a:cubicBezTo>
                    <a:pt x="853" y="283"/>
                    <a:pt x="439" y="606"/>
                    <a:pt x="485" y="1100"/>
                  </a:cubicBezTo>
                  <a:cubicBezTo>
                    <a:pt x="501" y="1278"/>
                    <a:pt x="571" y="1414"/>
                    <a:pt x="688" y="1545"/>
                  </a:cubicBezTo>
                  <a:cubicBezTo>
                    <a:pt x="843" y="1717"/>
                    <a:pt x="1062" y="1770"/>
                    <a:pt x="1088" y="2059"/>
                  </a:cubicBezTo>
                  <a:cubicBezTo>
                    <a:pt x="1120" y="2412"/>
                    <a:pt x="764" y="2594"/>
                    <a:pt x="452" y="2594"/>
                  </a:cubicBezTo>
                  <a:cubicBezTo>
                    <a:pt x="415" y="2594"/>
                    <a:pt x="378" y="2591"/>
                    <a:pt x="343" y="2586"/>
                  </a:cubicBezTo>
                  <a:cubicBezTo>
                    <a:pt x="331" y="2584"/>
                    <a:pt x="319" y="2583"/>
                    <a:pt x="308" y="2583"/>
                  </a:cubicBezTo>
                  <a:cubicBezTo>
                    <a:pt x="85" y="2583"/>
                    <a:pt x="0" y="2929"/>
                    <a:pt x="237" y="2966"/>
                  </a:cubicBezTo>
                  <a:cubicBezTo>
                    <a:pt x="310" y="2977"/>
                    <a:pt x="384" y="2982"/>
                    <a:pt x="458" y="2982"/>
                  </a:cubicBezTo>
                  <a:cubicBezTo>
                    <a:pt x="924" y="2982"/>
                    <a:pt x="1379" y="2755"/>
                    <a:pt x="1466" y="2240"/>
                  </a:cubicBezTo>
                  <a:cubicBezTo>
                    <a:pt x="1503" y="2015"/>
                    <a:pt x="1456" y="1793"/>
                    <a:pt x="1327" y="1606"/>
                  </a:cubicBezTo>
                  <a:cubicBezTo>
                    <a:pt x="1232" y="1467"/>
                    <a:pt x="1059" y="1399"/>
                    <a:pt x="966" y="1266"/>
                  </a:cubicBezTo>
                  <a:cubicBezTo>
                    <a:pt x="694" y="880"/>
                    <a:pt x="1131" y="569"/>
                    <a:pt x="1415" y="376"/>
                  </a:cubicBezTo>
                  <a:cubicBezTo>
                    <a:pt x="1589" y="258"/>
                    <a:pt x="1482" y="1"/>
                    <a:pt x="132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0"/>
            <p:cNvSpPr/>
            <p:nvPr/>
          </p:nvSpPr>
          <p:spPr>
            <a:xfrm>
              <a:off x="7722775" y="642513"/>
              <a:ext cx="9900" cy="73625"/>
            </a:xfrm>
            <a:custGeom>
              <a:rect b="b" l="l" r="r" t="t"/>
              <a:pathLst>
                <a:path extrusionOk="0" h="2945" w="396">
                  <a:moveTo>
                    <a:pt x="199" y="0"/>
                  </a:moveTo>
                  <a:cubicBezTo>
                    <a:pt x="100" y="0"/>
                    <a:pt x="2" y="64"/>
                    <a:pt x="2" y="191"/>
                  </a:cubicBezTo>
                  <a:cubicBezTo>
                    <a:pt x="2" y="1045"/>
                    <a:pt x="2" y="1900"/>
                    <a:pt x="0" y="2753"/>
                  </a:cubicBezTo>
                  <a:cubicBezTo>
                    <a:pt x="0" y="2880"/>
                    <a:pt x="99" y="2944"/>
                    <a:pt x="197" y="2944"/>
                  </a:cubicBezTo>
                  <a:cubicBezTo>
                    <a:pt x="296" y="2944"/>
                    <a:pt x="394" y="2880"/>
                    <a:pt x="394" y="2753"/>
                  </a:cubicBezTo>
                  <a:cubicBezTo>
                    <a:pt x="394" y="1900"/>
                    <a:pt x="394" y="1045"/>
                    <a:pt x="395" y="191"/>
                  </a:cubicBezTo>
                  <a:cubicBezTo>
                    <a:pt x="395" y="64"/>
                    <a:pt x="297" y="0"/>
                    <a:pt x="1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0"/>
            <p:cNvSpPr/>
            <p:nvPr/>
          </p:nvSpPr>
          <p:spPr>
            <a:xfrm>
              <a:off x="7750300" y="644363"/>
              <a:ext cx="11475" cy="73575"/>
            </a:xfrm>
            <a:custGeom>
              <a:rect b="b" l="l" r="r" t="t"/>
              <a:pathLst>
                <a:path extrusionOk="0" h="2943" w="459">
                  <a:moveTo>
                    <a:pt x="195" y="0"/>
                  </a:moveTo>
                  <a:cubicBezTo>
                    <a:pt x="97" y="0"/>
                    <a:pt x="1" y="64"/>
                    <a:pt x="4" y="191"/>
                  </a:cubicBezTo>
                  <a:cubicBezTo>
                    <a:pt x="24" y="1044"/>
                    <a:pt x="43" y="1899"/>
                    <a:pt x="62" y="2753"/>
                  </a:cubicBezTo>
                  <a:cubicBezTo>
                    <a:pt x="65" y="2880"/>
                    <a:pt x="165" y="2943"/>
                    <a:pt x="263" y="2943"/>
                  </a:cubicBezTo>
                  <a:cubicBezTo>
                    <a:pt x="361" y="2943"/>
                    <a:pt x="458" y="2880"/>
                    <a:pt x="455" y="2753"/>
                  </a:cubicBezTo>
                  <a:cubicBezTo>
                    <a:pt x="437" y="1899"/>
                    <a:pt x="418" y="1044"/>
                    <a:pt x="398" y="191"/>
                  </a:cubicBezTo>
                  <a:cubicBezTo>
                    <a:pt x="394" y="64"/>
                    <a:pt x="294" y="0"/>
                    <a:pt x="19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0"/>
            <p:cNvSpPr/>
            <p:nvPr/>
          </p:nvSpPr>
          <p:spPr>
            <a:xfrm>
              <a:off x="7750850" y="642638"/>
              <a:ext cx="61600" cy="70925"/>
            </a:xfrm>
            <a:custGeom>
              <a:rect b="b" l="l" r="r" t="t"/>
              <a:pathLst>
                <a:path extrusionOk="0" h="2837" w="2464">
                  <a:moveTo>
                    <a:pt x="2193" y="0"/>
                  </a:moveTo>
                  <a:cubicBezTo>
                    <a:pt x="2095" y="0"/>
                    <a:pt x="2002" y="63"/>
                    <a:pt x="2011" y="190"/>
                  </a:cubicBezTo>
                  <a:cubicBezTo>
                    <a:pt x="2059" y="860"/>
                    <a:pt x="2050" y="1528"/>
                    <a:pt x="1978" y="2194"/>
                  </a:cubicBezTo>
                  <a:lnTo>
                    <a:pt x="1978" y="2194"/>
                  </a:lnTo>
                  <a:cubicBezTo>
                    <a:pt x="1411" y="1552"/>
                    <a:pt x="898" y="870"/>
                    <a:pt x="436" y="148"/>
                  </a:cubicBezTo>
                  <a:cubicBezTo>
                    <a:pt x="395" y="85"/>
                    <a:pt x="335" y="58"/>
                    <a:pt x="275" y="58"/>
                  </a:cubicBezTo>
                  <a:cubicBezTo>
                    <a:pt x="138" y="58"/>
                    <a:pt x="1" y="199"/>
                    <a:pt x="95" y="349"/>
                  </a:cubicBezTo>
                  <a:cubicBezTo>
                    <a:pt x="651" y="1215"/>
                    <a:pt x="1278" y="2028"/>
                    <a:pt x="1978" y="2781"/>
                  </a:cubicBezTo>
                  <a:cubicBezTo>
                    <a:pt x="2013" y="2818"/>
                    <a:pt x="2064" y="2836"/>
                    <a:pt x="2117" y="2836"/>
                  </a:cubicBezTo>
                  <a:cubicBezTo>
                    <a:pt x="2204" y="2836"/>
                    <a:pt x="2294" y="2786"/>
                    <a:pt x="2307" y="2694"/>
                  </a:cubicBezTo>
                  <a:cubicBezTo>
                    <a:pt x="2429" y="1859"/>
                    <a:pt x="2463" y="1029"/>
                    <a:pt x="2405" y="190"/>
                  </a:cubicBezTo>
                  <a:cubicBezTo>
                    <a:pt x="2395" y="64"/>
                    <a:pt x="2291" y="0"/>
                    <a:pt x="21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0"/>
            <p:cNvSpPr/>
            <p:nvPr/>
          </p:nvSpPr>
          <p:spPr>
            <a:xfrm>
              <a:off x="7860750" y="609663"/>
              <a:ext cx="49475" cy="114400"/>
            </a:xfrm>
            <a:custGeom>
              <a:rect b="b" l="l" r="r" t="t"/>
              <a:pathLst>
                <a:path extrusionOk="0" h="4576" w="1979">
                  <a:moveTo>
                    <a:pt x="450" y="425"/>
                  </a:moveTo>
                  <a:lnTo>
                    <a:pt x="450" y="425"/>
                  </a:lnTo>
                  <a:cubicBezTo>
                    <a:pt x="473" y="436"/>
                    <a:pt x="500" y="443"/>
                    <a:pt x="531" y="443"/>
                  </a:cubicBezTo>
                  <a:cubicBezTo>
                    <a:pt x="535" y="443"/>
                    <a:pt x="540" y="443"/>
                    <a:pt x="545" y="442"/>
                  </a:cubicBezTo>
                  <a:cubicBezTo>
                    <a:pt x="671" y="448"/>
                    <a:pt x="796" y="451"/>
                    <a:pt x="923" y="457"/>
                  </a:cubicBezTo>
                  <a:cubicBezTo>
                    <a:pt x="1573" y="786"/>
                    <a:pt x="1709" y="1160"/>
                    <a:pt x="1331" y="1580"/>
                  </a:cubicBezTo>
                  <a:cubicBezTo>
                    <a:pt x="1109" y="1984"/>
                    <a:pt x="998" y="2033"/>
                    <a:pt x="582" y="2170"/>
                  </a:cubicBezTo>
                  <a:cubicBezTo>
                    <a:pt x="392" y="2233"/>
                    <a:pt x="401" y="2484"/>
                    <a:pt x="582" y="2550"/>
                  </a:cubicBezTo>
                  <a:cubicBezTo>
                    <a:pt x="1109" y="2741"/>
                    <a:pt x="1497" y="3311"/>
                    <a:pt x="1045" y="3772"/>
                  </a:cubicBezTo>
                  <a:cubicBezTo>
                    <a:pt x="861" y="3958"/>
                    <a:pt x="636" y="4050"/>
                    <a:pt x="397" y="4121"/>
                  </a:cubicBezTo>
                  <a:lnTo>
                    <a:pt x="397" y="4121"/>
                  </a:lnTo>
                  <a:cubicBezTo>
                    <a:pt x="408" y="2890"/>
                    <a:pt x="426" y="1657"/>
                    <a:pt x="450" y="425"/>
                  </a:cubicBezTo>
                  <a:close/>
                  <a:moveTo>
                    <a:pt x="262" y="1"/>
                  </a:moveTo>
                  <a:cubicBezTo>
                    <a:pt x="164" y="1"/>
                    <a:pt x="65" y="64"/>
                    <a:pt x="63" y="190"/>
                  </a:cubicBezTo>
                  <a:cubicBezTo>
                    <a:pt x="34" y="1586"/>
                    <a:pt x="13" y="2983"/>
                    <a:pt x="1" y="4379"/>
                  </a:cubicBezTo>
                  <a:cubicBezTo>
                    <a:pt x="0" y="4490"/>
                    <a:pt x="95" y="4575"/>
                    <a:pt x="199" y="4575"/>
                  </a:cubicBezTo>
                  <a:cubicBezTo>
                    <a:pt x="216" y="4575"/>
                    <a:pt x="233" y="4573"/>
                    <a:pt x="250" y="4568"/>
                  </a:cubicBezTo>
                  <a:cubicBezTo>
                    <a:pt x="873" y="4396"/>
                    <a:pt x="1706" y="4100"/>
                    <a:pt x="1746" y="3323"/>
                  </a:cubicBezTo>
                  <a:cubicBezTo>
                    <a:pt x="1771" y="2862"/>
                    <a:pt x="1487" y="2568"/>
                    <a:pt x="1131" y="2368"/>
                  </a:cubicBezTo>
                  <a:lnTo>
                    <a:pt x="1131" y="2368"/>
                  </a:lnTo>
                  <a:cubicBezTo>
                    <a:pt x="1616" y="2123"/>
                    <a:pt x="1979" y="1740"/>
                    <a:pt x="1912" y="1107"/>
                  </a:cubicBezTo>
                  <a:cubicBezTo>
                    <a:pt x="1843" y="435"/>
                    <a:pt x="1276" y="46"/>
                    <a:pt x="642" y="46"/>
                  </a:cubicBezTo>
                  <a:cubicBezTo>
                    <a:pt x="610" y="46"/>
                    <a:pt x="578" y="47"/>
                    <a:pt x="545" y="49"/>
                  </a:cubicBezTo>
                  <a:cubicBezTo>
                    <a:pt x="499" y="52"/>
                    <a:pt x="461" y="67"/>
                    <a:pt x="431" y="91"/>
                  </a:cubicBezTo>
                  <a:lnTo>
                    <a:pt x="431" y="91"/>
                  </a:lnTo>
                  <a:cubicBezTo>
                    <a:pt x="397" y="31"/>
                    <a:pt x="330" y="1"/>
                    <a:pt x="26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0"/>
            <p:cNvSpPr/>
            <p:nvPr/>
          </p:nvSpPr>
          <p:spPr>
            <a:xfrm>
              <a:off x="7934750" y="614938"/>
              <a:ext cx="51525" cy="105450"/>
            </a:xfrm>
            <a:custGeom>
              <a:rect b="b" l="l" r="r" t="t"/>
              <a:pathLst>
                <a:path extrusionOk="0" h="4218" w="2061">
                  <a:moveTo>
                    <a:pt x="290" y="0"/>
                  </a:moveTo>
                  <a:cubicBezTo>
                    <a:pt x="116" y="0"/>
                    <a:pt x="0" y="263"/>
                    <a:pt x="188" y="367"/>
                  </a:cubicBezTo>
                  <a:cubicBezTo>
                    <a:pt x="1605" y="1156"/>
                    <a:pt x="1612" y="3054"/>
                    <a:pt x="191" y="3850"/>
                  </a:cubicBezTo>
                  <a:cubicBezTo>
                    <a:pt x="2" y="3956"/>
                    <a:pt x="118" y="4217"/>
                    <a:pt x="293" y="4217"/>
                  </a:cubicBezTo>
                  <a:cubicBezTo>
                    <a:pt x="324" y="4217"/>
                    <a:pt x="356" y="4209"/>
                    <a:pt x="390" y="4191"/>
                  </a:cubicBezTo>
                  <a:cubicBezTo>
                    <a:pt x="2060" y="3258"/>
                    <a:pt x="2060" y="961"/>
                    <a:pt x="385" y="27"/>
                  </a:cubicBezTo>
                  <a:cubicBezTo>
                    <a:pt x="353" y="8"/>
                    <a:pt x="320" y="0"/>
                    <a:pt x="2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0"/>
            <p:cNvSpPr/>
            <p:nvPr/>
          </p:nvSpPr>
          <p:spPr>
            <a:xfrm>
              <a:off x="7387475" y="815388"/>
              <a:ext cx="47750" cy="89250"/>
            </a:xfrm>
            <a:custGeom>
              <a:rect b="b" l="l" r="r" t="t"/>
              <a:pathLst>
                <a:path extrusionOk="0" h="3570" w="1910">
                  <a:moveTo>
                    <a:pt x="435" y="409"/>
                  </a:moveTo>
                  <a:cubicBezTo>
                    <a:pt x="1111" y="515"/>
                    <a:pt x="1575" y="1162"/>
                    <a:pt x="1473" y="1850"/>
                  </a:cubicBezTo>
                  <a:cubicBezTo>
                    <a:pt x="1390" y="2422"/>
                    <a:pt x="981" y="2849"/>
                    <a:pt x="480" y="3087"/>
                  </a:cubicBezTo>
                  <a:lnTo>
                    <a:pt x="480" y="3087"/>
                  </a:lnTo>
                  <a:cubicBezTo>
                    <a:pt x="415" y="2195"/>
                    <a:pt x="400" y="1303"/>
                    <a:pt x="435" y="409"/>
                  </a:cubicBezTo>
                  <a:close/>
                  <a:moveTo>
                    <a:pt x="278" y="1"/>
                  </a:moveTo>
                  <a:cubicBezTo>
                    <a:pt x="212" y="1"/>
                    <a:pt x="163" y="29"/>
                    <a:pt x="133" y="70"/>
                  </a:cubicBezTo>
                  <a:lnTo>
                    <a:pt x="133" y="70"/>
                  </a:lnTo>
                  <a:cubicBezTo>
                    <a:pt x="86" y="101"/>
                    <a:pt x="52" y="153"/>
                    <a:pt x="49" y="226"/>
                  </a:cubicBezTo>
                  <a:cubicBezTo>
                    <a:pt x="0" y="1276"/>
                    <a:pt x="22" y="2321"/>
                    <a:pt x="109" y="3369"/>
                  </a:cubicBezTo>
                  <a:cubicBezTo>
                    <a:pt x="119" y="3470"/>
                    <a:pt x="197" y="3570"/>
                    <a:pt x="301" y="3570"/>
                  </a:cubicBezTo>
                  <a:cubicBezTo>
                    <a:pt x="319" y="3570"/>
                    <a:pt x="338" y="3567"/>
                    <a:pt x="358" y="3560"/>
                  </a:cubicBezTo>
                  <a:cubicBezTo>
                    <a:pt x="1190" y="3269"/>
                    <a:pt x="1910" y="2546"/>
                    <a:pt x="1888" y="1614"/>
                  </a:cubicBezTo>
                  <a:cubicBezTo>
                    <a:pt x="1867" y="735"/>
                    <a:pt x="1150" y="32"/>
                    <a:pt x="287" y="1"/>
                  </a:cubicBezTo>
                  <a:cubicBezTo>
                    <a:pt x="284" y="1"/>
                    <a:pt x="281" y="1"/>
                    <a:pt x="2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0"/>
            <p:cNvSpPr/>
            <p:nvPr/>
          </p:nvSpPr>
          <p:spPr>
            <a:xfrm>
              <a:off x="7430675" y="794713"/>
              <a:ext cx="38700" cy="32900"/>
            </a:xfrm>
            <a:custGeom>
              <a:rect b="b" l="l" r="r" t="t"/>
              <a:pathLst>
                <a:path extrusionOk="0" h="1316" w="1548">
                  <a:moveTo>
                    <a:pt x="614" y="1"/>
                  </a:moveTo>
                  <a:cubicBezTo>
                    <a:pt x="454" y="1"/>
                    <a:pt x="281" y="80"/>
                    <a:pt x="162" y="171"/>
                  </a:cubicBezTo>
                  <a:cubicBezTo>
                    <a:pt x="0" y="293"/>
                    <a:pt x="104" y="548"/>
                    <a:pt x="258" y="548"/>
                  </a:cubicBezTo>
                  <a:cubicBezTo>
                    <a:pt x="291" y="548"/>
                    <a:pt x="327" y="536"/>
                    <a:pt x="362" y="509"/>
                  </a:cubicBezTo>
                  <a:cubicBezTo>
                    <a:pt x="414" y="470"/>
                    <a:pt x="470" y="428"/>
                    <a:pt x="533" y="408"/>
                  </a:cubicBezTo>
                  <a:cubicBezTo>
                    <a:pt x="570" y="396"/>
                    <a:pt x="590" y="390"/>
                    <a:pt x="598" y="390"/>
                  </a:cubicBezTo>
                  <a:cubicBezTo>
                    <a:pt x="615" y="390"/>
                    <a:pt x="583" y="415"/>
                    <a:pt x="547" y="457"/>
                  </a:cubicBezTo>
                  <a:cubicBezTo>
                    <a:pt x="427" y="600"/>
                    <a:pt x="335" y="785"/>
                    <a:pt x="233" y="942"/>
                  </a:cubicBezTo>
                  <a:cubicBezTo>
                    <a:pt x="154" y="1065"/>
                    <a:pt x="255" y="1239"/>
                    <a:pt x="399" y="1239"/>
                  </a:cubicBezTo>
                  <a:cubicBezTo>
                    <a:pt x="400" y="1239"/>
                    <a:pt x="402" y="1239"/>
                    <a:pt x="404" y="1239"/>
                  </a:cubicBezTo>
                  <a:cubicBezTo>
                    <a:pt x="437" y="1238"/>
                    <a:pt x="471" y="1237"/>
                    <a:pt x="504" y="1237"/>
                  </a:cubicBezTo>
                  <a:cubicBezTo>
                    <a:pt x="743" y="1237"/>
                    <a:pt x="976" y="1260"/>
                    <a:pt x="1211" y="1310"/>
                  </a:cubicBezTo>
                  <a:cubicBezTo>
                    <a:pt x="1227" y="1314"/>
                    <a:pt x="1242" y="1315"/>
                    <a:pt x="1257" y="1315"/>
                  </a:cubicBezTo>
                  <a:cubicBezTo>
                    <a:pt x="1470" y="1315"/>
                    <a:pt x="1547" y="979"/>
                    <a:pt x="1316" y="931"/>
                  </a:cubicBezTo>
                  <a:cubicBezTo>
                    <a:pt x="1138" y="893"/>
                    <a:pt x="959" y="867"/>
                    <a:pt x="779" y="854"/>
                  </a:cubicBezTo>
                  <a:lnTo>
                    <a:pt x="779" y="854"/>
                  </a:lnTo>
                  <a:cubicBezTo>
                    <a:pt x="935" y="624"/>
                    <a:pt x="1073" y="357"/>
                    <a:pt x="909" y="142"/>
                  </a:cubicBezTo>
                  <a:cubicBezTo>
                    <a:pt x="832" y="40"/>
                    <a:pt x="726" y="1"/>
                    <a:pt x="61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0"/>
            <p:cNvSpPr/>
            <p:nvPr/>
          </p:nvSpPr>
          <p:spPr>
            <a:xfrm>
              <a:off x="7477875" y="849038"/>
              <a:ext cx="34700" cy="9875"/>
            </a:xfrm>
            <a:custGeom>
              <a:rect b="b" l="l" r="r" t="t"/>
              <a:pathLst>
                <a:path extrusionOk="0" h="395" w="1388">
                  <a:moveTo>
                    <a:pt x="255" y="1"/>
                  </a:moveTo>
                  <a:cubicBezTo>
                    <a:pt x="0" y="1"/>
                    <a:pt x="0" y="394"/>
                    <a:pt x="255" y="394"/>
                  </a:cubicBezTo>
                  <a:lnTo>
                    <a:pt x="1134" y="394"/>
                  </a:lnTo>
                  <a:cubicBezTo>
                    <a:pt x="1387" y="394"/>
                    <a:pt x="1387" y="1"/>
                    <a:pt x="11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0"/>
            <p:cNvSpPr/>
            <p:nvPr/>
          </p:nvSpPr>
          <p:spPr>
            <a:xfrm>
              <a:off x="7532700" y="815088"/>
              <a:ext cx="38100" cy="66050"/>
            </a:xfrm>
            <a:custGeom>
              <a:rect b="b" l="l" r="r" t="t"/>
              <a:pathLst>
                <a:path extrusionOk="0" h="2642" w="1524">
                  <a:moveTo>
                    <a:pt x="751" y="1"/>
                  </a:moveTo>
                  <a:cubicBezTo>
                    <a:pt x="559" y="1"/>
                    <a:pt x="360" y="131"/>
                    <a:pt x="217" y="259"/>
                  </a:cubicBezTo>
                  <a:cubicBezTo>
                    <a:pt x="68" y="389"/>
                    <a:pt x="206" y="587"/>
                    <a:pt x="364" y="587"/>
                  </a:cubicBezTo>
                  <a:cubicBezTo>
                    <a:pt x="408" y="587"/>
                    <a:pt x="453" y="572"/>
                    <a:pt x="494" y="535"/>
                  </a:cubicBezTo>
                  <a:lnTo>
                    <a:pt x="719" y="487"/>
                  </a:lnTo>
                  <a:lnTo>
                    <a:pt x="719" y="487"/>
                  </a:lnTo>
                  <a:cubicBezTo>
                    <a:pt x="677" y="565"/>
                    <a:pt x="639" y="644"/>
                    <a:pt x="597" y="723"/>
                  </a:cubicBezTo>
                  <a:cubicBezTo>
                    <a:pt x="530" y="853"/>
                    <a:pt x="463" y="986"/>
                    <a:pt x="395" y="1117"/>
                  </a:cubicBezTo>
                  <a:cubicBezTo>
                    <a:pt x="340" y="1225"/>
                    <a:pt x="383" y="1374"/>
                    <a:pt x="513" y="1407"/>
                  </a:cubicBezTo>
                  <a:cubicBezTo>
                    <a:pt x="785" y="1473"/>
                    <a:pt x="1207" y="1648"/>
                    <a:pt x="985" y="1997"/>
                  </a:cubicBezTo>
                  <a:cubicBezTo>
                    <a:pt x="841" y="2223"/>
                    <a:pt x="553" y="2248"/>
                    <a:pt x="308" y="2248"/>
                  </a:cubicBezTo>
                  <a:cubicBezTo>
                    <a:pt x="290" y="2248"/>
                    <a:pt x="272" y="2248"/>
                    <a:pt x="254" y="2247"/>
                  </a:cubicBezTo>
                  <a:cubicBezTo>
                    <a:pt x="252" y="2247"/>
                    <a:pt x="250" y="2247"/>
                    <a:pt x="248" y="2247"/>
                  </a:cubicBezTo>
                  <a:cubicBezTo>
                    <a:pt x="0" y="2247"/>
                    <a:pt x="2" y="2638"/>
                    <a:pt x="254" y="2641"/>
                  </a:cubicBezTo>
                  <a:cubicBezTo>
                    <a:pt x="266" y="2641"/>
                    <a:pt x="278" y="2641"/>
                    <a:pt x="290" y="2641"/>
                  </a:cubicBezTo>
                  <a:cubicBezTo>
                    <a:pt x="767" y="2641"/>
                    <a:pt x="1320" y="2474"/>
                    <a:pt x="1432" y="1941"/>
                  </a:cubicBezTo>
                  <a:cubicBezTo>
                    <a:pt x="1523" y="1495"/>
                    <a:pt x="1224" y="1241"/>
                    <a:pt x="862" y="1104"/>
                  </a:cubicBezTo>
                  <a:lnTo>
                    <a:pt x="862" y="1104"/>
                  </a:lnTo>
                  <a:cubicBezTo>
                    <a:pt x="1045" y="801"/>
                    <a:pt x="1285" y="384"/>
                    <a:pt x="1045" y="132"/>
                  </a:cubicBezTo>
                  <a:cubicBezTo>
                    <a:pt x="955" y="38"/>
                    <a:pt x="854" y="1"/>
                    <a:pt x="7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0"/>
            <p:cNvSpPr/>
            <p:nvPr/>
          </p:nvSpPr>
          <p:spPr>
            <a:xfrm>
              <a:off x="7576850" y="813688"/>
              <a:ext cx="52775" cy="68925"/>
            </a:xfrm>
            <a:custGeom>
              <a:rect b="b" l="l" r="r" t="t"/>
              <a:pathLst>
                <a:path extrusionOk="0" h="2757" w="2111">
                  <a:moveTo>
                    <a:pt x="1435" y="0"/>
                  </a:moveTo>
                  <a:cubicBezTo>
                    <a:pt x="1370" y="0"/>
                    <a:pt x="1304" y="31"/>
                    <a:pt x="1266" y="96"/>
                  </a:cubicBezTo>
                  <a:cubicBezTo>
                    <a:pt x="811" y="875"/>
                    <a:pt x="410" y="1681"/>
                    <a:pt x="60" y="2512"/>
                  </a:cubicBezTo>
                  <a:cubicBezTo>
                    <a:pt x="1" y="2655"/>
                    <a:pt x="117" y="2748"/>
                    <a:pt x="240" y="2748"/>
                  </a:cubicBezTo>
                  <a:cubicBezTo>
                    <a:pt x="320" y="2748"/>
                    <a:pt x="402" y="2709"/>
                    <a:pt x="440" y="2618"/>
                  </a:cubicBezTo>
                  <a:cubicBezTo>
                    <a:pt x="714" y="1968"/>
                    <a:pt x="1025" y="1334"/>
                    <a:pt x="1367" y="716"/>
                  </a:cubicBezTo>
                  <a:lnTo>
                    <a:pt x="1367" y="716"/>
                  </a:lnTo>
                  <a:cubicBezTo>
                    <a:pt x="1513" y="1327"/>
                    <a:pt x="1626" y="1945"/>
                    <a:pt x="1702" y="2568"/>
                  </a:cubicBezTo>
                  <a:cubicBezTo>
                    <a:pt x="1717" y="2693"/>
                    <a:pt x="1823" y="2756"/>
                    <a:pt x="1922" y="2756"/>
                  </a:cubicBezTo>
                  <a:cubicBezTo>
                    <a:pt x="2020" y="2756"/>
                    <a:pt x="2110" y="2694"/>
                    <a:pt x="2095" y="2568"/>
                  </a:cubicBezTo>
                  <a:cubicBezTo>
                    <a:pt x="1995" y="1747"/>
                    <a:pt x="1843" y="939"/>
                    <a:pt x="1627" y="142"/>
                  </a:cubicBezTo>
                  <a:cubicBezTo>
                    <a:pt x="1601" y="50"/>
                    <a:pt x="1519" y="0"/>
                    <a:pt x="14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0"/>
            <p:cNvSpPr/>
            <p:nvPr/>
          </p:nvSpPr>
          <p:spPr>
            <a:xfrm>
              <a:off x="7585875" y="854313"/>
              <a:ext cx="44825" cy="11275"/>
            </a:xfrm>
            <a:custGeom>
              <a:rect b="b" l="l" r="r" t="t"/>
              <a:pathLst>
                <a:path extrusionOk="0" h="451" w="1793">
                  <a:moveTo>
                    <a:pt x="686" y="1"/>
                  </a:moveTo>
                  <a:cubicBezTo>
                    <a:pt x="542" y="1"/>
                    <a:pt x="399" y="7"/>
                    <a:pt x="254" y="19"/>
                  </a:cubicBezTo>
                  <a:cubicBezTo>
                    <a:pt x="9" y="39"/>
                    <a:pt x="1" y="413"/>
                    <a:pt x="234" y="413"/>
                  </a:cubicBezTo>
                  <a:cubicBezTo>
                    <a:pt x="241" y="413"/>
                    <a:pt x="247" y="413"/>
                    <a:pt x="254" y="412"/>
                  </a:cubicBezTo>
                  <a:cubicBezTo>
                    <a:pt x="407" y="399"/>
                    <a:pt x="560" y="392"/>
                    <a:pt x="713" y="392"/>
                  </a:cubicBezTo>
                  <a:cubicBezTo>
                    <a:pt x="959" y="392"/>
                    <a:pt x="1205" y="410"/>
                    <a:pt x="1449" y="448"/>
                  </a:cubicBezTo>
                  <a:cubicBezTo>
                    <a:pt x="1461" y="450"/>
                    <a:pt x="1472" y="451"/>
                    <a:pt x="1483" y="451"/>
                  </a:cubicBezTo>
                  <a:cubicBezTo>
                    <a:pt x="1708" y="451"/>
                    <a:pt x="1793" y="104"/>
                    <a:pt x="1555" y="69"/>
                  </a:cubicBezTo>
                  <a:cubicBezTo>
                    <a:pt x="1265" y="25"/>
                    <a:pt x="976" y="1"/>
                    <a:pt x="6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0"/>
            <p:cNvSpPr/>
            <p:nvPr/>
          </p:nvSpPr>
          <p:spPr>
            <a:xfrm>
              <a:off x="7655625" y="810288"/>
              <a:ext cx="43150" cy="68750"/>
            </a:xfrm>
            <a:custGeom>
              <a:rect b="b" l="l" r="r" t="t"/>
              <a:pathLst>
                <a:path extrusionOk="0" h="2750" w="1726">
                  <a:moveTo>
                    <a:pt x="1107" y="0"/>
                  </a:moveTo>
                  <a:cubicBezTo>
                    <a:pt x="1078" y="0"/>
                    <a:pt x="1049" y="6"/>
                    <a:pt x="1019" y="20"/>
                  </a:cubicBezTo>
                  <a:cubicBezTo>
                    <a:pt x="403" y="299"/>
                    <a:pt x="1" y="931"/>
                    <a:pt x="88" y="1616"/>
                  </a:cubicBezTo>
                  <a:cubicBezTo>
                    <a:pt x="171" y="2264"/>
                    <a:pt x="692" y="2749"/>
                    <a:pt x="1331" y="2749"/>
                  </a:cubicBezTo>
                  <a:cubicBezTo>
                    <a:pt x="1378" y="2749"/>
                    <a:pt x="1425" y="2747"/>
                    <a:pt x="1472" y="2742"/>
                  </a:cubicBezTo>
                  <a:cubicBezTo>
                    <a:pt x="1714" y="2717"/>
                    <a:pt x="1725" y="2347"/>
                    <a:pt x="1496" y="2347"/>
                  </a:cubicBezTo>
                  <a:cubicBezTo>
                    <a:pt x="1488" y="2347"/>
                    <a:pt x="1480" y="2347"/>
                    <a:pt x="1472" y="2348"/>
                  </a:cubicBezTo>
                  <a:cubicBezTo>
                    <a:pt x="1435" y="2352"/>
                    <a:pt x="1398" y="2354"/>
                    <a:pt x="1361" y="2354"/>
                  </a:cubicBezTo>
                  <a:cubicBezTo>
                    <a:pt x="850" y="2354"/>
                    <a:pt x="467" y="1959"/>
                    <a:pt x="467" y="1430"/>
                  </a:cubicBezTo>
                  <a:cubicBezTo>
                    <a:pt x="465" y="938"/>
                    <a:pt x="787" y="557"/>
                    <a:pt x="1216" y="359"/>
                  </a:cubicBezTo>
                  <a:cubicBezTo>
                    <a:pt x="1417" y="269"/>
                    <a:pt x="1293" y="0"/>
                    <a:pt x="11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0"/>
            <p:cNvSpPr/>
            <p:nvPr/>
          </p:nvSpPr>
          <p:spPr>
            <a:xfrm>
              <a:off x="7694575" y="809488"/>
              <a:ext cx="74375" cy="72000"/>
            </a:xfrm>
            <a:custGeom>
              <a:rect b="b" l="l" r="r" t="t"/>
              <a:pathLst>
                <a:path extrusionOk="0" h="2880" w="2975">
                  <a:moveTo>
                    <a:pt x="1783" y="417"/>
                  </a:moveTo>
                  <a:cubicBezTo>
                    <a:pt x="2647" y="760"/>
                    <a:pt x="2790" y="2013"/>
                    <a:pt x="1853" y="2407"/>
                  </a:cubicBezTo>
                  <a:cubicBezTo>
                    <a:pt x="1745" y="2452"/>
                    <a:pt x="1644" y="2473"/>
                    <a:pt x="1550" y="2473"/>
                  </a:cubicBezTo>
                  <a:cubicBezTo>
                    <a:pt x="615" y="2473"/>
                    <a:pt x="410" y="430"/>
                    <a:pt x="1644" y="430"/>
                  </a:cubicBezTo>
                  <a:cubicBezTo>
                    <a:pt x="1660" y="430"/>
                    <a:pt x="1677" y="431"/>
                    <a:pt x="1694" y="432"/>
                  </a:cubicBezTo>
                  <a:cubicBezTo>
                    <a:pt x="1698" y="432"/>
                    <a:pt x="1703" y="432"/>
                    <a:pt x="1707" y="432"/>
                  </a:cubicBezTo>
                  <a:cubicBezTo>
                    <a:pt x="1736" y="432"/>
                    <a:pt x="1761" y="426"/>
                    <a:pt x="1783" y="417"/>
                  </a:cubicBezTo>
                  <a:close/>
                  <a:moveTo>
                    <a:pt x="1752" y="0"/>
                  </a:moveTo>
                  <a:cubicBezTo>
                    <a:pt x="1711" y="0"/>
                    <a:pt x="1675" y="15"/>
                    <a:pt x="1647" y="38"/>
                  </a:cubicBezTo>
                  <a:lnTo>
                    <a:pt x="1647" y="38"/>
                  </a:lnTo>
                  <a:cubicBezTo>
                    <a:pt x="1642" y="38"/>
                    <a:pt x="1637" y="38"/>
                    <a:pt x="1632" y="38"/>
                  </a:cubicBezTo>
                  <a:cubicBezTo>
                    <a:pt x="0" y="38"/>
                    <a:pt x="14" y="2880"/>
                    <a:pt x="1511" y="2880"/>
                  </a:cubicBezTo>
                  <a:cubicBezTo>
                    <a:pt x="1540" y="2880"/>
                    <a:pt x="1570" y="2879"/>
                    <a:pt x="1601" y="2877"/>
                  </a:cubicBezTo>
                  <a:cubicBezTo>
                    <a:pt x="2273" y="2825"/>
                    <a:pt x="2832" y="2230"/>
                    <a:pt x="2899" y="1568"/>
                  </a:cubicBezTo>
                  <a:cubicBezTo>
                    <a:pt x="2975" y="847"/>
                    <a:pt x="2481" y="225"/>
                    <a:pt x="1815" y="11"/>
                  </a:cubicBezTo>
                  <a:cubicBezTo>
                    <a:pt x="1793" y="3"/>
                    <a:pt x="1772" y="0"/>
                    <a:pt x="175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0"/>
            <p:cNvSpPr/>
            <p:nvPr/>
          </p:nvSpPr>
          <p:spPr>
            <a:xfrm>
              <a:off x="7767150" y="812863"/>
              <a:ext cx="41225" cy="64525"/>
            </a:xfrm>
            <a:custGeom>
              <a:rect b="b" l="l" r="r" t="t"/>
              <a:pathLst>
                <a:path extrusionOk="0" h="2581" w="1649">
                  <a:moveTo>
                    <a:pt x="1114" y="1"/>
                  </a:moveTo>
                  <a:cubicBezTo>
                    <a:pt x="662" y="1"/>
                    <a:pt x="268" y="376"/>
                    <a:pt x="444" y="869"/>
                  </a:cubicBezTo>
                  <a:cubicBezTo>
                    <a:pt x="529" y="1104"/>
                    <a:pt x="729" y="1214"/>
                    <a:pt x="931" y="1336"/>
                  </a:cubicBezTo>
                  <a:cubicBezTo>
                    <a:pt x="998" y="1377"/>
                    <a:pt x="1106" y="1417"/>
                    <a:pt x="1153" y="1480"/>
                  </a:cubicBezTo>
                  <a:cubicBezTo>
                    <a:pt x="1342" y="1742"/>
                    <a:pt x="1130" y="1937"/>
                    <a:pt x="948" y="2043"/>
                  </a:cubicBezTo>
                  <a:cubicBezTo>
                    <a:pt x="738" y="2166"/>
                    <a:pt x="493" y="2173"/>
                    <a:pt x="254" y="2186"/>
                  </a:cubicBezTo>
                  <a:cubicBezTo>
                    <a:pt x="6" y="2200"/>
                    <a:pt x="0" y="2580"/>
                    <a:pt x="240" y="2580"/>
                  </a:cubicBezTo>
                  <a:cubicBezTo>
                    <a:pt x="245" y="2580"/>
                    <a:pt x="249" y="2580"/>
                    <a:pt x="254" y="2580"/>
                  </a:cubicBezTo>
                  <a:cubicBezTo>
                    <a:pt x="769" y="2553"/>
                    <a:pt x="1395" y="2462"/>
                    <a:pt x="1581" y="1891"/>
                  </a:cubicBezTo>
                  <a:cubicBezTo>
                    <a:pt x="1648" y="1684"/>
                    <a:pt x="1627" y="1462"/>
                    <a:pt x="1496" y="1283"/>
                  </a:cubicBezTo>
                  <a:cubicBezTo>
                    <a:pt x="1423" y="1181"/>
                    <a:pt x="1327" y="1114"/>
                    <a:pt x="1223" y="1047"/>
                  </a:cubicBezTo>
                  <a:cubicBezTo>
                    <a:pt x="1160" y="1011"/>
                    <a:pt x="1097" y="977"/>
                    <a:pt x="1034" y="942"/>
                  </a:cubicBezTo>
                  <a:cubicBezTo>
                    <a:pt x="808" y="846"/>
                    <a:pt x="845" y="662"/>
                    <a:pt x="1144" y="390"/>
                  </a:cubicBezTo>
                  <a:cubicBezTo>
                    <a:pt x="1157" y="392"/>
                    <a:pt x="1170" y="393"/>
                    <a:pt x="1182" y="393"/>
                  </a:cubicBezTo>
                  <a:cubicBezTo>
                    <a:pt x="1401" y="393"/>
                    <a:pt x="1484" y="51"/>
                    <a:pt x="1247" y="12"/>
                  </a:cubicBezTo>
                  <a:cubicBezTo>
                    <a:pt x="1203" y="4"/>
                    <a:pt x="1158" y="1"/>
                    <a:pt x="111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0"/>
            <p:cNvSpPr/>
            <p:nvPr/>
          </p:nvSpPr>
          <p:spPr>
            <a:xfrm>
              <a:off x="7835825" y="806963"/>
              <a:ext cx="47275" cy="86525"/>
            </a:xfrm>
            <a:custGeom>
              <a:rect b="b" l="l" r="r" t="t"/>
              <a:pathLst>
                <a:path extrusionOk="0" h="3461" w="1891">
                  <a:moveTo>
                    <a:pt x="822" y="363"/>
                  </a:moveTo>
                  <a:cubicBezTo>
                    <a:pt x="1021" y="363"/>
                    <a:pt x="1139" y="488"/>
                    <a:pt x="1177" y="734"/>
                  </a:cubicBezTo>
                  <a:cubicBezTo>
                    <a:pt x="1445" y="985"/>
                    <a:pt x="1405" y="1187"/>
                    <a:pt x="1056" y="1336"/>
                  </a:cubicBezTo>
                  <a:cubicBezTo>
                    <a:pt x="896" y="1418"/>
                    <a:pt x="730" y="1484"/>
                    <a:pt x="558" y="1534"/>
                  </a:cubicBezTo>
                  <a:lnTo>
                    <a:pt x="558" y="1534"/>
                  </a:lnTo>
                  <a:cubicBezTo>
                    <a:pt x="557" y="1534"/>
                    <a:pt x="556" y="1534"/>
                    <a:pt x="554" y="1535"/>
                  </a:cubicBezTo>
                  <a:cubicBezTo>
                    <a:pt x="555" y="1535"/>
                    <a:pt x="555" y="1535"/>
                    <a:pt x="555" y="1535"/>
                  </a:cubicBezTo>
                  <a:lnTo>
                    <a:pt x="555" y="1535"/>
                  </a:lnTo>
                  <a:cubicBezTo>
                    <a:pt x="527" y="1544"/>
                    <a:pt x="504" y="1557"/>
                    <a:pt x="485" y="1572"/>
                  </a:cubicBezTo>
                  <a:lnTo>
                    <a:pt x="485" y="1572"/>
                  </a:lnTo>
                  <a:cubicBezTo>
                    <a:pt x="486" y="1179"/>
                    <a:pt x="487" y="786"/>
                    <a:pt x="487" y="394"/>
                  </a:cubicBezTo>
                  <a:lnTo>
                    <a:pt x="487" y="394"/>
                  </a:lnTo>
                  <a:cubicBezTo>
                    <a:pt x="549" y="389"/>
                    <a:pt x="611" y="385"/>
                    <a:pt x="675" y="382"/>
                  </a:cubicBezTo>
                  <a:cubicBezTo>
                    <a:pt x="728" y="370"/>
                    <a:pt x="777" y="363"/>
                    <a:pt x="822" y="363"/>
                  </a:cubicBezTo>
                  <a:close/>
                  <a:moveTo>
                    <a:pt x="484" y="1867"/>
                  </a:moveTo>
                  <a:cubicBezTo>
                    <a:pt x="519" y="1898"/>
                    <a:pt x="565" y="1917"/>
                    <a:pt x="621" y="1917"/>
                  </a:cubicBezTo>
                  <a:cubicBezTo>
                    <a:pt x="634" y="1917"/>
                    <a:pt x="648" y="1916"/>
                    <a:pt x="662" y="1914"/>
                  </a:cubicBezTo>
                  <a:cubicBezTo>
                    <a:pt x="1212" y="1963"/>
                    <a:pt x="1399" y="2235"/>
                    <a:pt x="1226" y="2731"/>
                  </a:cubicBezTo>
                  <a:cubicBezTo>
                    <a:pt x="1068" y="2948"/>
                    <a:pt x="855" y="3059"/>
                    <a:pt x="589" y="3065"/>
                  </a:cubicBezTo>
                  <a:cubicBezTo>
                    <a:pt x="381" y="2922"/>
                    <a:pt x="484" y="2338"/>
                    <a:pt x="484" y="2129"/>
                  </a:cubicBezTo>
                  <a:cubicBezTo>
                    <a:pt x="484" y="2041"/>
                    <a:pt x="484" y="1954"/>
                    <a:pt x="484" y="1867"/>
                  </a:cubicBezTo>
                  <a:close/>
                  <a:moveTo>
                    <a:pt x="655" y="1"/>
                  </a:moveTo>
                  <a:cubicBezTo>
                    <a:pt x="528" y="1"/>
                    <a:pt x="403" y="10"/>
                    <a:pt x="288" y="23"/>
                  </a:cubicBezTo>
                  <a:cubicBezTo>
                    <a:pt x="181" y="35"/>
                    <a:pt x="120" y="115"/>
                    <a:pt x="104" y="199"/>
                  </a:cubicBezTo>
                  <a:lnTo>
                    <a:pt x="104" y="199"/>
                  </a:lnTo>
                  <a:cubicBezTo>
                    <a:pt x="95" y="221"/>
                    <a:pt x="89" y="247"/>
                    <a:pt x="89" y="276"/>
                  </a:cubicBezTo>
                  <a:cubicBezTo>
                    <a:pt x="89" y="777"/>
                    <a:pt x="88" y="1280"/>
                    <a:pt x="88" y="1781"/>
                  </a:cubicBezTo>
                  <a:cubicBezTo>
                    <a:pt x="88" y="2186"/>
                    <a:pt x="0" y="2710"/>
                    <a:pt x="92" y="3108"/>
                  </a:cubicBezTo>
                  <a:cubicBezTo>
                    <a:pt x="154" y="3367"/>
                    <a:pt x="361" y="3460"/>
                    <a:pt x="592" y="3460"/>
                  </a:cubicBezTo>
                  <a:cubicBezTo>
                    <a:pt x="754" y="3460"/>
                    <a:pt x="928" y="3414"/>
                    <a:pt x="1071" y="3348"/>
                  </a:cubicBezTo>
                  <a:cubicBezTo>
                    <a:pt x="1863" y="2987"/>
                    <a:pt x="1808" y="2027"/>
                    <a:pt x="1243" y="1663"/>
                  </a:cubicBezTo>
                  <a:lnTo>
                    <a:pt x="1243" y="1663"/>
                  </a:lnTo>
                  <a:cubicBezTo>
                    <a:pt x="1603" y="1455"/>
                    <a:pt x="1890" y="1146"/>
                    <a:pt x="1793" y="684"/>
                  </a:cubicBezTo>
                  <a:cubicBezTo>
                    <a:pt x="1678" y="134"/>
                    <a:pt x="1147" y="1"/>
                    <a:pt x="65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0"/>
            <p:cNvSpPr/>
            <p:nvPr/>
          </p:nvSpPr>
          <p:spPr>
            <a:xfrm>
              <a:off x="7904450" y="778538"/>
              <a:ext cx="27225" cy="33375"/>
            </a:xfrm>
            <a:custGeom>
              <a:rect b="b" l="l" r="r" t="t"/>
              <a:pathLst>
                <a:path extrusionOk="0" h="1335" w="1089">
                  <a:moveTo>
                    <a:pt x="429" y="1"/>
                  </a:moveTo>
                  <a:cubicBezTo>
                    <a:pt x="312" y="1"/>
                    <a:pt x="195" y="52"/>
                    <a:pt x="109" y="165"/>
                  </a:cubicBezTo>
                  <a:cubicBezTo>
                    <a:pt x="1" y="306"/>
                    <a:pt x="138" y="444"/>
                    <a:pt x="282" y="444"/>
                  </a:cubicBezTo>
                  <a:cubicBezTo>
                    <a:pt x="343" y="444"/>
                    <a:pt x="404" y="420"/>
                    <a:pt x="449" y="361"/>
                  </a:cubicBezTo>
                  <a:lnTo>
                    <a:pt x="449" y="361"/>
                  </a:lnTo>
                  <a:cubicBezTo>
                    <a:pt x="401" y="426"/>
                    <a:pt x="469" y="374"/>
                    <a:pt x="479" y="424"/>
                  </a:cubicBezTo>
                  <a:cubicBezTo>
                    <a:pt x="491" y="476"/>
                    <a:pt x="495" y="494"/>
                    <a:pt x="466" y="550"/>
                  </a:cubicBezTo>
                  <a:cubicBezTo>
                    <a:pt x="413" y="653"/>
                    <a:pt x="295" y="726"/>
                    <a:pt x="200" y="791"/>
                  </a:cubicBezTo>
                  <a:cubicBezTo>
                    <a:pt x="87" y="868"/>
                    <a:pt x="77" y="998"/>
                    <a:pt x="161" y="1101"/>
                  </a:cubicBezTo>
                  <a:cubicBezTo>
                    <a:pt x="284" y="1252"/>
                    <a:pt x="468" y="1334"/>
                    <a:pt x="656" y="1334"/>
                  </a:cubicBezTo>
                  <a:cubicBezTo>
                    <a:pt x="731" y="1334"/>
                    <a:pt x="806" y="1321"/>
                    <a:pt x="879" y="1294"/>
                  </a:cubicBezTo>
                  <a:cubicBezTo>
                    <a:pt x="1089" y="1215"/>
                    <a:pt x="1028" y="901"/>
                    <a:pt x="843" y="901"/>
                  </a:cubicBezTo>
                  <a:cubicBezTo>
                    <a:pt x="821" y="901"/>
                    <a:pt x="798" y="906"/>
                    <a:pt x="773" y="915"/>
                  </a:cubicBezTo>
                  <a:cubicBezTo>
                    <a:pt x="729" y="932"/>
                    <a:pt x="689" y="940"/>
                    <a:pt x="651" y="940"/>
                  </a:cubicBezTo>
                  <a:cubicBezTo>
                    <a:pt x="648" y="940"/>
                    <a:pt x="646" y="940"/>
                    <a:pt x="643" y="940"/>
                  </a:cubicBezTo>
                  <a:lnTo>
                    <a:pt x="643" y="940"/>
                  </a:lnTo>
                  <a:cubicBezTo>
                    <a:pt x="828" y="764"/>
                    <a:pt x="967" y="537"/>
                    <a:pt x="847" y="281"/>
                  </a:cubicBezTo>
                  <a:cubicBezTo>
                    <a:pt x="765" y="104"/>
                    <a:pt x="597" y="1"/>
                    <a:pt x="42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0"/>
            <p:cNvSpPr/>
            <p:nvPr/>
          </p:nvSpPr>
          <p:spPr>
            <a:xfrm>
              <a:off x="7961400" y="822013"/>
              <a:ext cx="11450" cy="48000"/>
            </a:xfrm>
            <a:custGeom>
              <a:rect b="b" l="l" r="r" t="t"/>
              <a:pathLst>
                <a:path extrusionOk="0" h="1920" w="458">
                  <a:moveTo>
                    <a:pt x="225" y="1"/>
                  </a:moveTo>
                  <a:cubicBezTo>
                    <a:pt x="126" y="1"/>
                    <a:pt x="31" y="64"/>
                    <a:pt x="38" y="190"/>
                  </a:cubicBezTo>
                  <a:cubicBezTo>
                    <a:pt x="64" y="705"/>
                    <a:pt x="55" y="1217"/>
                    <a:pt x="11" y="1731"/>
                  </a:cubicBezTo>
                  <a:cubicBezTo>
                    <a:pt x="0" y="1857"/>
                    <a:pt x="93" y="1920"/>
                    <a:pt x="191" y="1920"/>
                  </a:cubicBezTo>
                  <a:cubicBezTo>
                    <a:pt x="290" y="1920"/>
                    <a:pt x="394" y="1857"/>
                    <a:pt x="404" y="1731"/>
                  </a:cubicBezTo>
                  <a:cubicBezTo>
                    <a:pt x="449" y="1217"/>
                    <a:pt x="457" y="705"/>
                    <a:pt x="432" y="190"/>
                  </a:cubicBezTo>
                  <a:cubicBezTo>
                    <a:pt x="425" y="64"/>
                    <a:pt x="323" y="1"/>
                    <a:pt x="22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0"/>
            <p:cNvSpPr/>
            <p:nvPr/>
          </p:nvSpPr>
          <p:spPr>
            <a:xfrm>
              <a:off x="7951875" y="838338"/>
              <a:ext cx="38400" cy="10250"/>
            </a:xfrm>
            <a:custGeom>
              <a:rect b="b" l="l" r="r" t="t"/>
              <a:pathLst>
                <a:path extrusionOk="0" h="410" w="1536">
                  <a:moveTo>
                    <a:pt x="1283" y="0"/>
                  </a:moveTo>
                  <a:cubicBezTo>
                    <a:pt x="1283" y="0"/>
                    <a:pt x="1282" y="0"/>
                    <a:pt x="1281" y="0"/>
                  </a:cubicBezTo>
                  <a:lnTo>
                    <a:pt x="256" y="16"/>
                  </a:lnTo>
                  <a:cubicBezTo>
                    <a:pt x="2" y="20"/>
                    <a:pt x="1" y="410"/>
                    <a:pt x="252" y="410"/>
                  </a:cubicBezTo>
                  <a:cubicBezTo>
                    <a:pt x="253" y="410"/>
                    <a:pt x="254" y="410"/>
                    <a:pt x="256" y="410"/>
                  </a:cubicBezTo>
                  <a:lnTo>
                    <a:pt x="1281" y="394"/>
                  </a:lnTo>
                  <a:cubicBezTo>
                    <a:pt x="1532" y="391"/>
                    <a:pt x="1536" y="0"/>
                    <a:pt x="12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0"/>
            <p:cNvSpPr/>
            <p:nvPr/>
          </p:nvSpPr>
          <p:spPr>
            <a:xfrm>
              <a:off x="8019075" y="816388"/>
              <a:ext cx="33400" cy="55150"/>
            </a:xfrm>
            <a:custGeom>
              <a:rect b="b" l="l" r="r" t="t"/>
              <a:pathLst>
                <a:path extrusionOk="0" h="2206" w="1336">
                  <a:moveTo>
                    <a:pt x="1066" y="1"/>
                  </a:moveTo>
                  <a:cubicBezTo>
                    <a:pt x="1007" y="1"/>
                    <a:pt x="948" y="29"/>
                    <a:pt x="909" y="97"/>
                  </a:cubicBezTo>
                  <a:cubicBezTo>
                    <a:pt x="565" y="692"/>
                    <a:pt x="281" y="1315"/>
                    <a:pt x="51" y="1965"/>
                  </a:cubicBezTo>
                  <a:cubicBezTo>
                    <a:pt x="0" y="2110"/>
                    <a:pt x="120" y="2205"/>
                    <a:pt x="240" y="2205"/>
                  </a:cubicBezTo>
                  <a:cubicBezTo>
                    <a:pt x="319" y="2205"/>
                    <a:pt x="398" y="2165"/>
                    <a:pt x="431" y="2071"/>
                  </a:cubicBezTo>
                  <a:cubicBezTo>
                    <a:pt x="647" y="1453"/>
                    <a:pt x="919" y="864"/>
                    <a:pt x="1247" y="297"/>
                  </a:cubicBezTo>
                  <a:cubicBezTo>
                    <a:pt x="1336" y="144"/>
                    <a:pt x="1200" y="1"/>
                    <a:pt x="10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0"/>
            <p:cNvSpPr/>
            <p:nvPr/>
          </p:nvSpPr>
          <p:spPr>
            <a:xfrm>
              <a:off x="8039025" y="818163"/>
              <a:ext cx="23100" cy="55650"/>
            </a:xfrm>
            <a:custGeom>
              <a:rect b="b" l="l" r="r" t="t"/>
              <a:pathLst>
                <a:path extrusionOk="0" h="2226" w="924">
                  <a:moveTo>
                    <a:pt x="239" y="1"/>
                  </a:moveTo>
                  <a:cubicBezTo>
                    <a:pt x="118" y="1"/>
                    <a:pt x="0" y="95"/>
                    <a:pt x="54" y="241"/>
                  </a:cubicBezTo>
                  <a:cubicBezTo>
                    <a:pt x="271" y="839"/>
                    <a:pt x="427" y="1453"/>
                    <a:pt x="522" y="2083"/>
                  </a:cubicBezTo>
                  <a:cubicBezTo>
                    <a:pt x="537" y="2183"/>
                    <a:pt x="606" y="2226"/>
                    <a:pt x="681" y="2226"/>
                  </a:cubicBezTo>
                  <a:cubicBezTo>
                    <a:pt x="795" y="2226"/>
                    <a:pt x="924" y="2127"/>
                    <a:pt x="901" y="1977"/>
                  </a:cubicBezTo>
                  <a:cubicBezTo>
                    <a:pt x="805" y="1346"/>
                    <a:pt x="649" y="734"/>
                    <a:pt x="433" y="135"/>
                  </a:cubicBezTo>
                  <a:cubicBezTo>
                    <a:pt x="399" y="41"/>
                    <a:pt x="319" y="1"/>
                    <a:pt x="23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0"/>
            <p:cNvSpPr/>
            <p:nvPr/>
          </p:nvSpPr>
          <p:spPr>
            <a:xfrm>
              <a:off x="8023275" y="849363"/>
              <a:ext cx="36500" cy="9875"/>
            </a:xfrm>
            <a:custGeom>
              <a:rect b="b" l="l" r="r" t="t"/>
              <a:pathLst>
                <a:path extrusionOk="0" h="395" w="1460">
                  <a:moveTo>
                    <a:pt x="252" y="0"/>
                  </a:moveTo>
                  <a:cubicBezTo>
                    <a:pt x="1" y="0"/>
                    <a:pt x="0" y="394"/>
                    <a:pt x="254" y="394"/>
                  </a:cubicBezTo>
                  <a:lnTo>
                    <a:pt x="1206" y="394"/>
                  </a:lnTo>
                  <a:cubicBezTo>
                    <a:pt x="1460" y="394"/>
                    <a:pt x="1460" y="0"/>
                    <a:pt x="1206" y="0"/>
                  </a:cubicBezTo>
                  <a:lnTo>
                    <a:pt x="254" y="0"/>
                  </a:lnTo>
                  <a:cubicBezTo>
                    <a:pt x="253" y="0"/>
                    <a:pt x="252" y="0"/>
                    <a:pt x="25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0"/>
            <p:cNvSpPr/>
            <p:nvPr/>
          </p:nvSpPr>
          <p:spPr>
            <a:xfrm>
              <a:off x="8099550" y="809813"/>
              <a:ext cx="37750" cy="62950"/>
            </a:xfrm>
            <a:custGeom>
              <a:rect b="b" l="l" r="r" t="t"/>
              <a:pathLst>
                <a:path extrusionOk="0" h="2518" w="1510">
                  <a:moveTo>
                    <a:pt x="1055" y="0"/>
                  </a:moveTo>
                  <a:cubicBezTo>
                    <a:pt x="569" y="0"/>
                    <a:pt x="165" y="423"/>
                    <a:pt x="335" y="950"/>
                  </a:cubicBezTo>
                  <a:cubicBezTo>
                    <a:pt x="418" y="1207"/>
                    <a:pt x="633" y="1340"/>
                    <a:pt x="842" y="1486"/>
                  </a:cubicBezTo>
                  <a:cubicBezTo>
                    <a:pt x="961" y="1571"/>
                    <a:pt x="990" y="1570"/>
                    <a:pt x="998" y="1730"/>
                  </a:cubicBezTo>
                  <a:cubicBezTo>
                    <a:pt x="1011" y="1942"/>
                    <a:pt x="882" y="1945"/>
                    <a:pt x="708" y="1996"/>
                  </a:cubicBezTo>
                  <a:cubicBezTo>
                    <a:pt x="533" y="2049"/>
                    <a:pt x="367" y="2079"/>
                    <a:pt x="199" y="2158"/>
                  </a:cubicBezTo>
                  <a:cubicBezTo>
                    <a:pt x="1" y="2251"/>
                    <a:pt x="124" y="2517"/>
                    <a:pt x="310" y="2517"/>
                  </a:cubicBezTo>
                  <a:cubicBezTo>
                    <a:pt x="338" y="2517"/>
                    <a:pt x="368" y="2511"/>
                    <a:pt x="398" y="2497"/>
                  </a:cubicBezTo>
                  <a:cubicBezTo>
                    <a:pt x="782" y="2321"/>
                    <a:pt x="1509" y="2311"/>
                    <a:pt x="1465" y="1705"/>
                  </a:cubicBezTo>
                  <a:cubicBezTo>
                    <a:pt x="1451" y="1514"/>
                    <a:pt x="1342" y="1378"/>
                    <a:pt x="1197" y="1259"/>
                  </a:cubicBezTo>
                  <a:cubicBezTo>
                    <a:pt x="1108" y="1187"/>
                    <a:pt x="1005" y="1137"/>
                    <a:pt x="918" y="1066"/>
                  </a:cubicBezTo>
                  <a:cubicBezTo>
                    <a:pt x="791" y="993"/>
                    <a:pt x="715" y="880"/>
                    <a:pt x="689" y="728"/>
                  </a:cubicBezTo>
                  <a:cubicBezTo>
                    <a:pt x="743" y="498"/>
                    <a:pt x="852" y="385"/>
                    <a:pt x="1016" y="385"/>
                  </a:cubicBezTo>
                  <a:cubicBezTo>
                    <a:pt x="1061" y="385"/>
                    <a:pt x="1110" y="393"/>
                    <a:pt x="1163" y="410"/>
                  </a:cubicBezTo>
                  <a:cubicBezTo>
                    <a:pt x="1182" y="415"/>
                    <a:pt x="1199" y="417"/>
                    <a:pt x="1216" y="417"/>
                  </a:cubicBezTo>
                  <a:cubicBezTo>
                    <a:pt x="1422" y="417"/>
                    <a:pt x="1495" y="89"/>
                    <a:pt x="1269" y="28"/>
                  </a:cubicBezTo>
                  <a:cubicBezTo>
                    <a:pt x="1197" y="9"/>
                    <a:pt x="1125" y="0"/>
                    <a:pt x="105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0"/>
            <p:cNvSpPr/>
            <p:nvPr/>
          </p:nvSpPr>
          <p:spPr>
            <a:xfrm>
              <a:off x="8146975" y="811113"/>
              <a:ext cx="11550" cy="55250"/>
            </a:xfrm>
            <a:custGeom>
              <a:rect b="b" l="l" r="r" t="t"/>
              <a:pathLst>
                <a:path extrusionOk="0" h="2210" w="462">
                  <a:moveTo>
                    <a:pt x="195" y="1"/>
                  </a:moveTo>
                  <a:cubicBezTo>
                    <a:pt x="96" y="1"/>
                    <a:pt x="0" y="64"/>
                    <a:pt x="5" y="190"/>
                  </a:cubicBezTo>
                  <a:cubicBezTo>
                    <a:pt x="25" y="802"/>
                    <a:pt x="45" y="1410"/>
                    <a:pt x="63" y="2020"/>
                  </a:cubicBezTo>
                  <a:cubicBezTo>
                    <a:pt x="68" y="2146"/>
                    <a:pt x="169" y="2209"/>
                    <a:pt x="268" y="2209"/>
                  </a:cubicBezTo>
                  <a:cubicBezTo>
                    <a:pt x="366" y="2209"/>
                    <a:pt x="462" y="2146"/>
                    <a:pt x="457" y="2020"/>
                  </a:cubicBezTo>
                  <a:cubicBezTo>
                    <a:pt x="438" y="1410"/>
                    <a:pt x="418" y="802"/>
                    <a:pt x="398" y="190"/>
                  </a:cubicBezTo>
                  <a:cubicBezTo>
                    <a:pt x="394" y="64"/>
                    <a:pt x="293" y="1"/>
                    <a:pt x="19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0"/>
            <p:cNvSpPr/>
            <p:nvPr/>
          </p:nvSpPr>
          <p:spPr>
            <a:xfrm>
              <a:off x="8167450" y="812938"/>
              <a:ext cx="9900" cy="57150"/>
            </a:xfrm>
            <a:custGeom>
              <a:rect b="b" l="l" r="r" t="t"/>
              <a:pathLst>
                <a:path extrusionOk="0" h="2286" w="396">
                  <a:moveTo>
                    <a:pt x="198" y="1"/>
                  </a:moveTo>
                  <a:cubicBezTo>
                    <a:pt x="100" y="1"/>
                    <a:pt x="2" y="65"/>
                    <a:pt x="2" y="192"/>
                  </a:cubicBezTo>
                  <a:cubicBezTo>
                    <a:pt x="2" y="828"/>
                    <a:pt x="2" y="1460"/>
                    <a:pt x="0" y="2096"/>
                  </a:cubicBezTo>
                  <a:cubicBezTo>
                    <a:pt x="0" y="2223"/>
                    <a:pt x="98" y="2286"/>
                    <a:pt x="197" y="2286"/>
                  </a:cubicBezTo>
                  <a:cubicBezTo>
                    <a:pt x="295" y="2286"/>
                    <a:pt x="394" y="2223"/>
                    <a:pt x="394" y="2096"/>
                  </a:cubicBezTo>
                  <a:cubicBezTo>
                    <a:pt x="394" y="1460"/>
                    <a:pt x="394" y="828"/>
                    <a:pt x="395" y="192"/>
                  </a:cubicBezTo>
                  <a:cubicBezTo>
                    <a:pt x="395" y="65"/>
                    <a:pt x="297" y="1"/>
                    <a:pt x="1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0"/>
            <p:cNvSpPr/>
            <p:nvPr/>
          </p:nvSpPr>
          <p:spPr>
            <a:xfrm>
              <a:off x="8168225" y="813013"/>
              <a:ext cx="46125" cy="57850"/>
            </a:xfrm>
            <a:custGeom>
              <a:rect b="b" l="l" r="r" t="t"/>
              <a:pathLst>
                <a:path extrusionOk="0" h="2314" w="1845">
                  <a:moveTo>
                    <a:pt x="239" y="0"/>
                  </a:moveTo>
                  <a:cubicBezTo>
                    <a:pt x="118" y="0"/>
                    <a:pt x="0" y="95"/>
                    <a:pt x="56" y="239"/>
                  </a:cubicBezTo>
                  <a:cubicBezTo>
                    <a:pt x="356" y="1013"/>
                    <a:pt x="808" y="1695"/>
                    <a:pt x="1415" y="2260"/>
                  </a:cubicBezTo>
                  <a:cubicBezTo>
                    <a:pt x="1452" y="2296"/>
                    <a:pt x="1507" y="2314"/>
                    <a:pt x="1562" y="2314"/>
                  </a:cubicBezTo>
                  <a:cubicBezTo>
                    <a:pt x="1647" y="2314"/>
                    <a:pt x="1731" y="2269"/>
                    <a:pt x="1744" y="2173"/>
                  </a:cubicBezTo>
                  <a:cubicBezTo>
                    <a:pt x="1833" y="1532"/>
                    <a:pt x="1844" y="900"/>
                    <a:pt x="1766" y="260"/>
                  </a:cubicBezTo>
                  <a:cubicBezTo>
                    <a:pt x="1751" y="135"/>
                    <a:pt x="1644" y="72"/>
                    <a:pt x="1545" y="72"/>
                  </a:cubicBezTo>
                  <a:cubicBezTo>
                    <a:pt x="1447" y="72"/>
                    <a:pt x="1357" y="134"/>
                    <a:pt x="1372" y="260"/>
                  </a:cubicBezTo>
                  <a:cubicBezTo>
                    <a:pt x="1430" y="737"/>
                    <a:pt x="1443" y="1214"/>
                    <a:pt x="1405" y="1691"/>
                  </a:cubicBezTo>
                  <a:lnTo>
                    <a:pt x="1405" y="1691"/>
                  </a:lnTo>
                  <a:cubicBezTo>
                    <a:pt x="988" y="1236"/>
                    <a:pt x="660" y="714"/>
                    <a:pt x="436" y="133"/>
                  </a:cubicBezTo>
                  <a:cubicBezTo>
                    <a:pt x="400" y="41"/>
                    <a:pt x="319" y="0"/>
                    <a:pt x="23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0"/>
            <p:cNvSpPr/>
            <p:nvPr/>
          </p:nvSpPr>
          <p:spPr>
            <a:xfrm>
              <a:off x="8257175" y="801688"/>
              <a:ext cx="42050" cy="76100"/>
            </a:xfrm>
            <a:custGeom>
              <a:rect b="b" l="l" r="r" t="t"/>
              <a:pathLst>
                <a:path extrusionOk="0" h="3044" w="1682">
                  <a:moveTo>
                    <a:pt x="792" y="398"/>
                  </a:moveTo>
                  <a:cubicBezTo>
                    <a:pt x="955" y="398"/>
                    <a:pt x="1205" y="445"/>
                    <a:pt x="1221" y="635"/>
                  </a:cubicBezTo>
                  <a:cubicBezTo>
                    <a:pt x="1243" y="922"/>
                    <a:pt x="739" y="992"/>
                    <a:pt x="507" y="1016"/>
                  </a:cubicBezTo>
                  <a:lnTo>
                    <a:pt x="507" y="1016"/>
                  </a:lnTo>
                  <a:cubicBezTo>
                    <a:pt x="516" y="818"/>
                    <a:pt x="531" y="620"/>
                    <a:pt x="551" y="421"/>
                  </a:cubicBezTo>
                  <a:cubicBezTo>
                    <a:pt x="551" y="419"/>
                    <a:pt x="552" y="416"/>
                    <a:pt x="552" y="414"/>
                  </a:cubicBezTo>
                  <a:lnTo>
                    <a:pt x="552" y="414"/>
                  </a:lnTo>
                  <a:cubicBezTo>
                    <a:pt x="607" y="412"/>
                    <a:pt x="663" y="408"/>
                    <a:pt x="723" y="401"/>
                  </a:cubicBezTo>
                  <a:cubicBezTo>
                    <a:pt x="743" y="399"/>
                    <a:pt x="766" y="398"/>
                    <a:pt x="792" y="398"/>
                  </a:cubicBezTo>
                  <a:close/>
                  <a:moveTo>
                    <a:pt x="496" y="1433"/>
                  </a:moveTo>
                  <a:cubicBezTo>
                    <a:pt x="719" y="1484"/>
                    <a:pt x="1033" y="1562"/>
                    <a:pt x="1142" y="1734"/>
                  </a:cubicBezTo>
                  <a:cubicBezTo>
                    <a:pt x="1459" y="2240"/>
                    <a:pt x="1007" y="2585"/>
                    <a:pt x="554" y="2638"/>
                  </a:cubicBezTo>
                  <a:lnTo>
                    <a:pt x="554" y="2638"/>
                  </a:lnTo>
                  <a:cubicBezTo>
                    <a:pt x="512" y="2236"/>
                    <a:pt x="493" y="1835"/>
                    <a:pt x="496" y="1433"/>
                  </a:cubicBezTo>
                  <a:close/>
                  <a:moveTo>
                    <a:pt x="277" y="1"/>
                  </a:moveTo>
                  <a:cubicBezTo>
                    <a:pt x="81" y="1"/>
                    <a:pt x="1" y="285"/>
                    <a:pt x="170" y="369"/>
                  </a:cubicBezTo>
                  <a:lnTo>
                    <a:pt x="170" y="369"/>
                  </a:lnTo>
                  <a:cubicBezTo>
                    <a:pt x="164" y="386"/>
                    <a:pt x="159" y="404"/>
                    <a:pt x="157" y="424"/>
                  </a:cubicBezTo>
                  <a:cubicBezTo>
                    <a:pt x="76" y="1233"/>
                    <a:pt x="84" y="2038"/>
                    <a:pt x="183" y="2844"/>
                  </a:cubicBezTo>
                  <a:cubicBezTo>
                    <a:pt x="197" y="2955"/>
                    <a:pt x="262" y="3034"/>
                    <a:pt x="379" y="3041"/>
                  </a:cubicBezTo>
                  <a:cubicBezTo>
                    <a:pt x="409" y="3043"/>
                    <a:pt x="438" y="3044"/>
                    <a:pt x="468" y="3044"/>
                  </a:cubicBezTo>
                  <a:cubicBezTo>
                    <a:pt x="1036" y="3044"/>
                    <a:pt x="1629" y="2732"/>
                    <a:pt x="1661" y="2096"/>
                  </a:cubicBezTo>
                  <a:cubicBezTo>
                    <a:pt x="1682" y="1684"/>
                    <a:pt x="1441" y="1425"/>
                    <a:pt x="1127" y="1257"/>
                  </a:cubicBezTo>
                  <a:lnTo>
                    <a:pt x="1127" y="1257"/>
                  </a:lnTo>
                  <a:cubicBezTo>
                    <a:pt x="1425" y="1126"/>
                    <a:pt x="1654" y="902"/>
                    <a:pt x="1620" y="515"/>
                  </a:cubicBezTo>
                  <a:cubicBezTo>
                    <a:pt x="1583" y="81"/>
                    <a:pt x="1304" y="14"/>
                    <a:pt x="987" y="14"/>
                  </a:cubicBezTo>
                  <a:cubicBezTo>
                    <a:pt x="848" y="14"/>
                    <a:pt x="701" y="27"/>
                    <a:pt x="564" y="27"/>
                  </a:cubicBezTo>
                  <a:cubicBezTo>
                    <a:pt x="479" y="27"/>
                    <a:pt x="398" y="22"/>
                    <a:pt x="325" y="6"/>
                  </a:cubicBezTo>
                  <a:cubicBezTo>
                    <a:pt x="308" y="3"/>
                    <a:pt x="293" y="1"/>
                    <a:pt x="2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0"/>
            <p:cNvSpPr/>
            <p:nvPr/>
          </p:nvSpPr>
          <p:spPr>
            <a:xfrm>
              <a:off x="7392150" y="982813"/>
              <a:ext cx="49175" cy="82175"/>
            </a:xfrm>
            <a:custGeom>
              <a:rect b="b" l="l" r="r" t="t"/>
              <a:pathLst>
                <a:path extrusionOk="0" h="3287" w="1967">
                  <a:moveTo>
                    <a:pt x="480" y="410"/>
                  </a:moveTo>
                  <a:cubicBezTo>
                    <a:pt x="1097" y="508"/>
                    <a:pt x="1603" y="1074"/>
                    <a:pt x="1517" y="1728"/>
                  </a:cubicBezTo>
                  <a:cubicBezTo>
                    <a:pt x="1442" y="2290"/>
                    <a:pt x="1024" y="2694"/>
                    <a:pt x="508" y="2853"/>
                  </a:cubicBezTo>
                  <a:lnTo>
                    <a:pt x="508" y="2853"/>
                  </a:lnTo>
                  <a:cubicBezTo>
                    <a:pt x="410" y="2040"/>
                    <a:pt x="403" y="1225"/>
                    <a:pt x="480" y="410"/>
                  </a:cubicBezTo>
                  <a:close/>
                  <a:moveTo>
                    <a:pt x="330" y="1"/>
                  </a:moveTo>
                  <a:cubicBezTo>
                    <a:pt x="323" y="1"/>
                    <a:pt x="316" y="1"/>
                    <a:pt x="309" y="2"/>
                  </a:cubicBezTo>
                  <a:lnTo>
                    <a:pt x="309" y="2"/>
                  </a:lnTo>
                  <a:cubicBezTo>
                    <a:pt x="308" y="2"/>
                    <a:pt x="308" y="2"/>
                    <a:pt x="307" y="2"/>
                  </a:cubicBezTo>
                  <a:cubicBezTo>
                    <a:pt x="228" y="2"/>
                    <a:pt x="174" y="42"/>
                    <a:pt x="145" y="96"/>
                  </a:cubicBezTo>
                  <a:lnTo>
                    <a:pt x="145" y="96"/>
                  </a:lnTo>
                  <a:cubicBezTo>
                    <a:pt x="128" y="121"/>
                    <a:pt x="117" y="152"/>
                    <a:pt x="112" y="188"/>
                  </a:cubicBezTo>
                  <a:cubicBezTo>
                    <a:pt x="1" y="1179"/>
                    <a:pt x="19" y="2158"/>
                    <a:pt x="155" y="3146"/>
                  </a:cubicBezTo>
                  <a:cubicBezTo>
                    <a:pt x="169" y="3243"/>
                    <a:pt x="269" y="3286"/>
                    <a:pt x="356" y="3286"/>
                  </a:cubicBezTo>
                  <a:cubicBezTo>
                    <a:pt x="370" y="3286"/>
                    <a:pt x="384" y="3285"/>
                    <a:pt x="397" y="3283"/>
                  </a:cubicBezTo>
                  <a:cubicBezTo>
                    <a:pt x="1239" y="3140"/>
                    <a:pt x="1966" y="2410"/>
                    <a:pt x="1923" y="1519"/>
                  </a:cubicBezTo>
                  <a:cubicBezTo>
                    <a:pt x="1883" y="686"/>
                    <a:pt x="1175" y="46"/>
                    <a:pt x="367" y="4"/>
                  </a:cubicBezTo>
                  <a:lnTo>
                    <a:pt x="367" y="4"/>
                  </a:lnTo>
                  <a:cubicBezTo>
                    <a:pt x="355" y="2"/>
                    <a:pt x="343" y="1"/>
                    <a:pt x="3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0"/>
            <p:cNvSpPr/>
            <p:nvPr/>
          </p:nvSpPr>
          <p:spPr>
            <a:xfrm>
              <a:off x="7444350" y="965463"/>
              <a:ext cx="34975" cy="38900"/>
            </a:xfrm>
            <a:custGeom>
              <a:rect b="b" l="l" r="r" t="t"/>
              <a:pathLst>
                <a:path extrusionOk="0" h="1556" w="1399">
                  <a:moveTo>
                    <a:pt x="416" y="1"/>
                  </a:moveTo>
                  <a:cubicBezTo>
                    <a:pt x="338" y="1"/>
                    <a:pt x="258" y="22"/>
                    <a:pt x="182" y="68"/>
                  </a:cubicBezTo>
                  <a:cubicBezTo>
                    <a:pt x="1" y="177"/>
                    <a:pt x="113" y="437"/>
                    <a:pt x="282" y="437"/>
                  </a:cubicBezTo>
                  <a:cubicBezTo>
                    <a:pt x="314" y="437"/>
                    <a:pt x="348" y="428"/>
                    <a:pt x="382" y="407"/>
                  </a:cubicBezTo>
                  <a:cubicBezTo>
                    <a:pt x="403" y="394"/>
                    <a:pt x="421" y="389"/>
                    <a:pt x="438" y="389"/>
                  </a:cubicBezTo>
                  <a:cubicBezTo>
                    <a:pt x="540" y="389"/>
                    <a:pt x="563" y="601"/>
                    <a:pt x="537" y="675"/>
                  </a:cubicBezTo>
                  <a:cubicBezTo>
                    <a:pt x="485" y="815"/>
                    <a:pt x="368" y="926"/>
                    <a:pt x="266" y="1032"/>
                  </a:cubicBezTo>
                  <a:cubicBezTo>
                    <a:pt x="175" y="1127"/>
                    <a:pt x="200" y="1271"/>
                    <a:pt x="306" y="1342"/>
                  </a:cubicBezTo>
                  <a:cubicBezTo>
                    <a:pt x="521" y="1482"/>
                    <a:pt x="762" y="1556"/>
                    <a:pt x="1015" y="1556"/>
                  </a:cubicBezTo>
                  <a:cubicBezTo>
                    <a:pt x="1058" y="1556"/>
                    <a:pt x="1102" y="1554"/>
                    <a:pt x="1147" y="1549"/>
                  </a:cubicBezTo>
                  <a:cubicBezTo>
                    <a:pt x="1389" y="1524"/>
                    <a:pt x="1398" y="1154"/>
                    <a:pt x="1171" y="1154"/>
                  </a:cubicBezTo>
                  <a:cubicBezTo>
                    <a:pt x="1163" y="1154"/>
                    <a:pt x="1155" y="1155"/>
                    <a:pt x="1147" y="1156"/>
                  </a:cubicBezTo>
                  <a:cubicBezTo>
                    <a:pt x="1107" y="1160"/>
                    <a:pt x="1068" y="1162"/>
                    <a:pt x="1030" y="1162"/>
                  </a:cubicBezTo>
                  <a:cubicBezTo>
                    <a:pt x="923" y="1162"/>
                    <a:pt x="821" y="1145"/>
                    <a:pt x="723" y="1111"/>
                  </a:cubicBezTo>
                  <a:lnTo>
                    <a:pt x="723" y="1111"/>
                  </a:lnTo>
                  <a:cubicBezTo>
                    <a:pt x="891" y="899"/>
                    <a:pt x="1017" y="647"/>
                    <a:pt x="919" y="377"/>
                  </a:cubicBezTo>
                  <a:cubicBezTo>
                    <a:pt x="840" y="159"/>
                    <a:pt x="634" y="1"/>
                    <a:pt x="4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0"/>
            <p:cNvSpPr/>
            <p:nvPr/>
          </p:nvSpPr>
          <p:spPr>
            <a:xfrm>
              <a:off x="7496200" y="1014163"/>
              <a:ext cx="33425" cy="11600"/>
            </a:xfrm>
            <a:custGeom>
              <a:rect b="b" l="l" r="r" t="t"/>
              <a:pathLst>
                <a:path extrusionOk="0" h="464" w="1337">
                  <a:moveTo>
                    <a:pt x="1060" y="0"/>
                  </a:moveTo>
                  <a:cubicBezTo>
                    <a:pt x="1043" y="0"/>
                    <a:pt x="1024" y="3"/>
                    <a:pt x="1005" y="8"/>
                  </a:cubicBezTo>
                  <a:cubicBezTo>
                    <a:pt x="843" y="50"/>
                    <a:pt x="683" y="69"/>
                    <a:pt x="521" y="69"/>
                  </a:cubicBezTo>
                  <a:cubicBezTo>
                    <a:pt x="431" y="69"/>
                    <a:pt x="340" y="63"/>
                    <a:pt x="248" y="52"/>
                  </a:cubicBezTo>
                  <a:cubicBezTo>
                    <a:pt x="238" y="51"/>
                    <a:pt x="228" y="50"/>
                    <a:pt x="219" y="50"/>
                  </a:cubicBezTo>
                  <a:cubicBezTo>
                    <a:pt x="1" y="50"/>
                    <a:pt x="12" y="414"/>
                    <a:pt x="251" y="446"/>
                  </a:cubicBezTo>
                  <a:cubicBezTo>
                    <a:pt x="344" y="458"/>
                    <a:pt x="438" y="464"/>
                    <a:pt x="530" y="464"/>
                  </a:cubicBezTo>
                  <a:cubicBezTo>
                    <a:pt x="725" y="464"/>
                    <a:pt x="919" y="438"/>
                    <a:pt x="1111" y="387"/>
                  </a:cubicBezTo>
                  <a:cubicBezTo>
                    <a:pt x="1337" y="328"/>
                    <a:pt x="1267" y="0"/>
                    <a:pt x="10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0"/>
            <p:cNvSpPr/>
            <p:nvPr/>
          </p:nvSpPr>
          <p:spPr>
            <a:xfrm>
              <a:off x="7552925" y="968363"/>
              <a:ext cx="44300" cy="57250"/>
            </a:xfrm>
            <a:custGeom>
              <a:rect b="b" l="l" r="r" t="t"/>
              <a:pathLst>
                <a:path extrusionOk="0" h="2290" w="1772">
                  <a:moveTo>
                    <a:pt x="1493" y="1"/>
                  </a:moveTo>
                  <a:cubicBezTo>
                    <a:pt x="1432" y="1"/>
                    <a:pt x="1372" y="27"/>
                    <a:pt x="1329" y="89"/>
                  </a:cubicBezTo>
                  <a:cubicBezTo>
                    <a:pt x="911" y="695"/>
                    <a:pt x="490" y="1299"/>
                    <a:pt x="72" y="1904"/>
                  </a:cubicBezTo>
                  <a:cubicBezTo>
                    <a:pt x="0" y="2007"/>
                    <a:pt x="72" y="2165"/>
                    <a:pt x="189" y="2193"/>
                  </a:cubicBezTo>
                  <a:cubicBezTo>
                    <a:pt x="455" y="2257"/>
                    <a:pt x="717" y="2290"/>
                    <a:pt x="984" y="2290"/>
                  </a:cubicBezTo>
                  <a:cubicBezTo>
                    <a:pt x="1104" y="2290"/>
                    <a:pt x="1225" y="2283"/>
                    <a:pt x="1347" y="2269"/>
                  </a:cubicBezTo>
                  <a:cubicBezTo>
                    <a:pt x="1588" y="2242"/>
                    <a:pt x="1599" y="1874"/>
                    <a:pt x="1373" y="1874"/>
                  </a:cubicBezTo>
                  <a:cubicBezTo>
                    <a:pt x="1365" y="1874"/>
                    <a:pt x="1356" y="1875"/>
                    <a:pt x="1347" y="1876"/>
                  </a:cubicBezTo>
                  <a:cubicBezTo>
                    <a:pt x="1225" y="1889"/>
                    <a:pt x="1105" y="1896"/>
                    <a:pt x="986" y="1896"/>
                  </a:cubicBezTo>
                  <a:cubicBezTo>
                    <a:pt x="849" y="1896"/>
                    <a:pt x="713" y="1886"/>
                    <a:pt x="576" y="1867"/>
                  </a:cubicBezTo>
                  <a:lnTo>
                    <a:pt x="576" y="1867"/>
                  </a:lnTo>
                  <a:cubicBezTo>
                    <a:pt x="941" y="1341"/>
                    <a:pt x="1307" y="815"/>
                    <a:pt x="1671" y="289"/>
                  </a:cubicBezTo>
                  <a:cubicBezTo>
                    <a:pt x="1771" y="142"/>
                    <a:pt x="1633" y="1"/>
                    <a:pt x="149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0"/>
            <p:cNvSpPr/>
            <p:nvPr/>
          </p:nvSpPr>
          <p:spPr>
            <a:xfrm>
              <a:off x="7582800" y="997413"/>
              <a:ext cx="14900" cy="51700"/>
            </a:xfrm>
            <a:custGeom>
              <a:rect b="b" l="l" r="r" t="t"/>
              <a:pathLst>
                <a:path extrusionOk="0" h="2068" w="596">
                  <a:moveTo>
                    <a:pt x="356" y="1"/>
                  </a:moveTo>
                  <a:cubicBezTo>
                    <a:pt x="278" y="1"/>
                    <a:pt x="205" y="43"/>
                    <a:pt x="182" y="142"/>
                  </a:cubicBezTo>
                  <a:cubicBezTo>
                    <a:pt x="52" y="715"/>
                    <a:pt x="1" y="1290"/>
                    <a:pt x="32" y="1877"/>
                  </a:cubicBezTo>
                  <a:cubicBezTo>
                    <a:pt x="39" y="2004"/>
                    <a:pt x="141" y="2068"/>
                    <a:pt x="240" y="2068"/>
                  </a:cubicBezTo>
                  <a:cubicBezTo>
                    <a:pt x="338" y="2068"/>
                    <a:pt x="433" y="2005"/>
                    <a:pt x="426" y="1877"/>
                  </a:cubicBezTo>
                  <a:cubicBezTo>
                    <a:pt x="396" y="1326"/>
                    <a:pt x="439" y="785"/>
                    <a:pt x="562" y="245"/>
                  </a:cubicBezTo>
                  <a:cubicBezTo>
                    <a:pt x="595" y="98"/>
                    <a:pt x="472" y="1"/>
                    <a:pt x="35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0"/>
            <p:cNvSpPr/>
            <p:nvPr/>
          </p:nvSpPr>
          <p:spPr>
            <a:xfrm>
              <a:off x="7603975" y="977588"/>
              <a:ext cx="49975" cy="71725"/>
            </a:xfrm>
            <a:custGeom>
              <a:rect b="b" l="l" r="r" t="t"/>
              <a:pathLst>
                <a:path extrusionOk="0" h="2869" w="1999">
                  <a:moveTo>
                    <a:pt x="1420" y="0"/>
                  </a:moveTo>
                  <a:cubicBezTo>
                    <a:pt x="1350" y="0"/>
                    <a:pt x="1278" y="32"/>
                    <a:pt x="1244" y="94"/>
                  </a:cubicBezTo>
                  <a:cubicBezTo>
                    <a:pt x="811" y="849"/>
                    <a:pt x="420" y="1622"/>
                    <a:pt x="70" y="2418"/>
                  </a:cubicBezTo>
                  <a:cubicBezTo>
                    <a:pt x="1" y="2577"/>
                    <a:pt x="138" y="2720"/>
                    <a:pt x="264" y="2720"/>
                  </a:cubicBezTo>
                  <a:cubicBezTo>
                    <a:pt x="322" y="2720"/>
                    <a:pt x="377" y="2690"/>
                    <a:pt x="409" y="2617"/>
                  </a:cubicBezTo>
                  <a:cubicBezTo>
                    <a:pt x="683" y="1995"/>
                    <a:pt x="982" y="1387"/>
                    <a:pt x="1306" y="790"/>
                  </a:cubicBezTo>
                  <a:lnTo>
                    <a:pt x="1306" y="790"/>
                  </a:lnTo>
                  <a:cubicBezTo>
                    <a:pt x="1403" y="1435"/>
                    <a:pt x="1501" y="2081"/>
                    <a:pt x="1597" y="2726"/>
                  </a:cubicBezTo>
                  <a:cubicBezTo>
                    <a:pt x="1612" y="2826"/>
                    <a:pt x="1681" y="2869"/>
                    <a:pt x="1756" y="2869"/>
                  </a:cubicBezTo>
                  <a:cubicBezTo>
                    <a:pt x="1870" y="2869"/>
                    <a:pt x="1999" y="2770"/>
                    <a:pt x="1977" y="2620"/>
                  </a:cubicBezTo>
                  <a:cubicBezTo>
                    <a:pt x="1852" y="1794"/>
                    <a:pt x="1727" y="967"/>
                    <a:pt x="1603" y="141"/>
                  </a:cubicBezTo>
                  <a:cubicBezTo>
                    <a:pt x="1588" y="46"/>
                    <a:pt x="1505" y="0"/>
                    <a:pt x="142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0"/>
            <p:cNvSpPr/>
            <p:nvPr/>
          </p:nvSpPr>
          <p:spPr>
            <a:xfrm>
              <a:off x="7612350" y="1017113"/>
              <a:ext cx="39975" cy="13975"/>
            </a:xfrm>
            <a:custGeom>
              <a:rect b="b" l="l" r="r" t="t"/>
              <a:pathLst>
                <a:path extrusionOk="0" h="559" w="1599">
                  <a:moveTo>
                    <a:pt x="1295" y="1"/>
                  </a:moveTo>
                  <a:cubicBezTo>
                    <a:pt x="1283" y="1"/>
                    <a:pt x="1270" y="2"/>
                    <a:pt x="1256" y="4"/>
                  </a:cubicBezTo>
                  <a:lnTo>
                    <a:pt x="237" y="176"/>
                  </a:lnTo>
                  <a:cubicBezTo>
                    <a:pt x="1" y="214"/>
                    <a:pt x="84" y="558"/>
                    <a:pt x="307" y="558"/>
                  </a:cubicBezTo>
                  <a:cubicBezTo>
                    <a:pt x="319" y="558"/>
                    <a:pt x="331" y="557"/>
                    <a:pt x="343" y="555"/>
                  </a:cubicBezTo>
                  <a:lnTo>
                    <a:pt x="1362" y="384"/>
                  </a:lnTo>
                  <a:cubicBezTo>
                    <a:pt x="1598" y="343"/>
                    <a:pt x="1516" y="1"/>
                    <a:pt x="129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0"/>
            <p:cNvSpPr/>
            <p:nvPr/>
          </p:nvSpPr>
          <p:spPr>
            <a:xfrm>
              <a:off x="7688100" y="985763"/>
              <a:ext cx="43125" cy="60725"/>
            </a:xfrm>
            <a:custGeom>
              <a:rect b="b" l="l" r="r" t="t"/>
              <a:pathLst>
                <a:path extrusionOk="0" h="2429" w="1725">
                  <a:moveTo>
                    <a:pt x="1286" y="1"/>
                  </a:moveTo>
                  <a:cubicBezTo>
                    <a:pt x="1270" y="1"/>
                    <a:pt x="1253" y="3"/>
                    <a:pt x="1236" y="7"/>
                  </a:cubicBezTo>
                  <a:cubicBezTo>
                    <a:pt x="584" y="165"/>
                    <a:pt x="0" y="772"/>
                    <a:pt x="115" y="1482"/>
                  </a:cubicBezTo>
                  <a:cubicBezTo>
                    <a:pt x="204" y="2028"/>
                    <a:pt x="697" y="2428"/>
                    <a:pt x="1229" y="2428"/>
                  </a:cubicBezTo>
                  <a:cubicBezTo>
                    <a:pt x="1318" y="2428"/>
                    <a:pt x="1408" y="2417"/>
                    <a:pt x="1497" y="2393"/>
                  </a:cubicBezTo>
                  <a:cubicBezTo>
                    <a:pt x="1725" y="2334"/>
                    <a:pt x="1653" y="2007"/>
                    <a:pt x="1448" y="2007"/>
                  </a:cubicBezTo>
                  <a:cubicBezTo>
                    <a:pt x="1430" y="2007"/>
                    <a:pt x="1412" y="2009"/>
                    <a:pt x="1393" y="2014"/>
                  </a:cubicBezTo>
                  <a:cubicBezTo>
                    <a:pt x="1337" y="2029"/>
                    <a:pt x="1281" y="2036"/>
                    <a:pt x="1225" y="2036"/>
                  </a:cubicBezTo>
                  <a:cubicBezTo>
                    <a:pt x="839" y="2036"/>
                    <a:pt x="491" y="1699"/>
                    <a:pt x="494" y="1297"/>
                  </a:cubicBezTo>
                  <a:cubicBezTo>
                    <a:pt x="500" y="826"/>
                    <a:pt x="915" y="488"/>
                    <a:pt x="1339" y="386"/>
                  </a:cubicBezTo>
                  <a:cubicBezTo>
                    <a:pt x="1569" y="332"/>
                    <a:pt x="1495" y="1"/>
                    <a:pt x="12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0"/>
            <p:cNvSpPr/>
            <p:nvPr/>
          </p:nvSpPr>
          <p:spPr>
            <a:xfrm>
              <a:off x="7733575" y="977888"/>
              <a:ext cx="58675" cy="69900"/>
            </a:xfrm>
            <a:custGeom>
              <a:rect b="b" l="l" r="r" t="t"/>
              <a:pathLst>
                <a:path extrusionOk="0" h="2796" w="2347">
                  <a:moveTo>
                    <a:pt x="1339" y="455"/>
                  </a:moveTo>
                  <a:cubicBezTo>
                    <a:pt x="2020" y="809"/>
                    <a:pt x="2209" y="1924"/>
                    <a:pt x="1418" y="2311"/>
                  </a:cubicBezTo>
                  <a:cubicBezTo>
                    <a:pt x="1324" y="2356"/>
                    <a:pt x="1234" y="2377"/>
                    <a:pt x="1149" y="2377"/>
                  </a:cubicBezTo>
                  <a:cubicBezTo>
                    <a:pt x="417" y="2377"/>
                    <a:pt x="113" y="809"/>
                    <a:pt x="1194" y="614"/>
                  </a:cubicBezTo>
                  <a:cubicBezTo>
                    <a:pt x="1292" y="596"/>
                    <a:pt x="1336" y="529"/>
                    <a:pt x="1339" y="455"/>
                  </a:cubicBezTo>
                  <a:close/>
                  <a:moveTo>
                    <a:pt x="1224" y="0"/>
                  </a:moveTo>
                  <a:cubicBezTo>
                    <a:pt x="1098" y="0"/>
                    <a:pt x="1025" y="130"/>
                    <a:pt x="1045" y="242"/>
                  </a:cubicBezTo>
                  <a:lnTo>
                    <a:pt x="1045" y="242"/>
                  </a:lnTo>
                  <a:cubicBezTo>
                    <a:pt x="418" y="380"/>
                    <a:pt x="1" y="961"/>
                    <a:pt x="71" y="1606"/>
                  </a:cubicBezTo>
                  <a:cubicBezTo>
                    <a:pt x="129" y="2144"/>
                    <a:pt x="566" y="2796"/>
                    <a:pt x="1158" y="2796"/>
                  </a:cubicBezTo>
                  <a:cubicBezTo>
                    <a:pt x="1180" y="2796"/>
                    <a:pt x="1202" y="2795"/>
                    <a:pt x="1225" y="2793"/>
                  </a:cubicBezTo>
                  <a:cubicBezTo>
                    <a:pt x="1880" y="2740"/>
                    <a:pt x="2311" y="2026"/>
                    <a:pt x="2327" y="1423"/>
                  </a:cubicBezTo>
                  <a:cubicBezTo>
                    <a:pt x="2347" y="754"/>
                    <a:pt x="1910" y="202"/>
                    <a:pt x="1285" y="10"/>
                  </a:cubicBezTo>
                  <a:cubicBezTo>
                    <a:pt x="1263" y="3"/>
                    <a:pt x="1243" y="0"/>
                    <a:pt x="122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0"/>
            <p:cNvSpPr/>
            <p:nvPr/>
          </p:nvSpPr>
          <p:spPr>
            <a:xfrm>
              <a:off x="7798475" y="978888"/>
              <a:ext cx="34725" cy="63200"/>
            </a:xfrm>
            <a:custGeom>
              <a:rect b="b" l="l" r="r" t="t"/>
              <a:pathLst>
                <a:path extrusionOk="0" h="2528" w="1389">
                  <a:moveTo>
                    <a:pt x="881" y="0"/>
                  </a:moveTo>
                  <a:cubicBezTo>
                    <a:pt x="852" y="0"/>
                    <a:pt x="821" y="7"/>
                    <a:pt x="789" y="23"/>
                  </a:cubicBezTo>
                  <a:cubicBezTo>
                    <a:pt x="428" y="202"/>
                    <a:pt x="43" y="636"/>
                    <a:pt x="222" y="1071"/>
                  </a:cubicBezTo>
                  <a:cubicBezTo>
                    <a:pt x="293" y="1244"/>
                    <a:pt x="438" y="1337"/>
                    <a:pt x="600" y="1420"/>
                  </a:cubicBezTo>
                  <a:cubicBezTo>
                    <a:pt x="684" y="1463"/>
                    <a:pt x="845" y="1499"/>
                    <a:pt x="898" y="1578"/>
                  </a:cubicBezTo>
                  <a:cubicBezTo>
                    <a:pt x="1168" y="1980"/>
                    <a:pt x="482" y="2103"/>
                    <a:pt x="250" y="2132"/>
                  </a:cubicBezTo>
                  <a:cubicBezTo>
                    <a:pt x="11" y="2163"/>
                    <a:pt x="0" y="2527"/>
                    <a:pt x="222" y="2527"/>
                  </a:cubicBezTo>
                  <a:cubicBezTo>
                    <a:pt x="231" y="2527"/>
                    <a:pt x="240" y="2527"/>
                    <a:pt x="250" y="2525"/>
                  </a:cubicBezTo>
                  <a:cubicBezTo>
                    <a:pt x="729" y="2465"/>
                    <a:pt x="1389" y="2288"/>
                    <a:pt x="1346" y="1671"/>
                  </a:cubicBezTo>
                  <a:cubicBezTo>
                    <a:pt x="1331" y="1472"/>
                    <a:pt x="1225" y="1321"/>
                    <a:pt x="1062" y="1208"/>
                  </a:cubicBezTo>
                  <a:cubicBezTo>
                    <a:pt x="961" y="1140"/>
                    <a:pt x="800" y="1118"/>
                    <a:pt x="711" y="1035"/>
                  </a:cubicBezTo>
                  <a:cubicBezTo>
                    <a:pt x="401" y="742"/>
                    <a:pt x="767" y="471"/>
                    <a:pt x="989" y="361"/>
                  </a:cubicBezTo>
                  <a:cubicBezTo>
                    <a:pt x="1184" y="265"/>
                    <a:pt x="1064" y="0"/>
                    <a:pt x="88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0"/>
            <p:cNvSpPr/>
            <p:nvPr/>
          </p:nvSpPr>
          <p:spPr>
            <a:xfrm>
              <a:off x="7867675" y="964313"/>
              <a:ext cx="45775" cy="97200"/>
            </a:xfrm>
            <a:custGeom>
              <a:rect b="b" l="l" r="r" t="t"/>
              <a:pathLst>
                <a:path extrusionOk="0" h="3888" w="1831">
                  <a:moveTo>
                    <a:pt x="462" y="411"/>
                  </a:moveTo>
                  <a:lnTo>
                    <a:pt x="462" y="411"/>
                  </a:lnTo>
                  <a:cubicBezTo>
                    <a:pt x="842" y="459"/>
                    <a:pt x="1483" y="592"/>
                    <a:pt x="1172" y="1150"/>
                  </a:cubicBezTo>
                  <a:cubicBezTo>
                    <a:pt x="1048" y="1370"/>
                    <a:pt x="694" y="1483"/>
                    <a:pt x="413" y="1533"/>
                  </a:cubicBezTo>
                  <a:lnTo>
                    <a:pt x="413" y="1533"/>
                  </a:lnTo>
                  <a:cubicBezTo>
                    <a:pt x="420" y="1159"/>
                    <a:pt x="436" y="785"/>
                    <a:pt x="462" y="411"/>
                  </a:cubicBezTo>
                  <a:close/>
                  <a:moveTo>
                    <a:pt x="410" y="1960"/>
                  </a:moveTo>
                  <a:cubicBezTo>
                    <a:pt x="620" y="1968"/>
                    <a:pt x="820" y="1997"/>
                    <a:pt x="990" y="2155"/>
                  </a:cubicBezTo>
                  <a:cubicBezTo>
                    <a:pt x="1230" y="2214"/>
                    <a:pt x="1290" y="2350"/>
                    <a:pt x="1164" y="2564"/>
                  </a:cubicBezTo>
                  <a:cubicBezTo>
                    <a:pt x="1180" y="2783"/>
                    <a:pt x="1086" y="2932"/>
                    <a:pt x="878" y="3014"/>
                  </a:cubicBezTo>
                  <a:cubicBezTo>
                    <a:pt x="734" y="3114"/>
                    <a:pt x="589" y="3199"/>
                    <a:pt x="451" y="3294"/>
                  </a:cubicBezTo>
                  <a:lnTo>
                    <a:pt x="451" y="3294"/>
                  </a:lnTo>
                  <a:cubicBezTo>
                    <a:pt x="424" y="2850"/>
                    <a:pt x="410" y="2405"/>
                    <a:pt x="410" y="1960"/>
                  </a:cubicBezTo>
                  <a:close/>
                  <a:moveTo>
                    <a:pt x="301" y="1"/>
                  </a:moveTo>
                  <a:cubicBezTo>
                    <a:pt x="203" y="1"/>
                    <a:pt x="149" y="68"/>
                    <a:pt x="137" y="147"/>
                  </a:cubicBezTo>
                  <a:lnTo>
                    <a:pt x="137" y="147"/>
                  </a:lnTo>
                  <a:cubicBezTo>
                    <a:pt x="106" y="178"/>
                    <a:pt x="83" y="221"/>
                    <a:pt x="79" y="277"/>
                  </a:cubicBezTo>
                  <a:cubicBezTo>
                    <a:pt x="44" y="748"/>
                    <a:pt x="24" y="1219"/>
                    <a:pt x="19" y="1689"/>
                  </a:cubicBezTo>
                  <a:lnTo>
                    <a:pt x="19" y="1689"/>
                  </a:lnTo>
                  <a:cubicBezTo>
                    <a:pt x="1" y="1736"/>
                    <a:pt x="1" y="1789"/>
                    <a:pt x="18" y="1835"/>
                  </a:cubicBezTo>
                  <a:lnTo>
                    <a:pt x="18" y="1835"/>
                  </a:lnTo>
                  <a:cubicBezTo>
                    <a:pt x="15" y="2453"/>
                    <a:pt x="37" y="3071"/>
                    <a:pt x="86" y="3691"/>
                  </a:cubicBezTo>
                  <a:cubicBezTo>
                    <a:pt x="94" y="3802"/>
                    <a:pt x="191" y="3888"/>
                    <a:pt x="292" y="3888"/>
                  </a:cubicBezTo>
                  <a:cubicBezTo>
                    <a:pt x="337" y="3888"/>
                    <a:pt x="383" y="3870"/>
                    <a:pt x="421" y="3830"/>
                  </a:cubicBezTo>
                  <a:cubicBezTo>
                    <a:pt x="839" y="3393"/>
                    <a:pt x="1830" y="3121"/>
                    <a:pt x="1644" y="2327"/>
                  </a:cubicBezTo>
                  <a:cubicBezTo>
                    <a:pt x="1568" y="2005"/>
                    <a:pt x="1350" y="1818"/>
                    <a:pt x="1081" y="1709"/>
                  </a:cubicBezTo>
                  <a:lnTo>
                    <a:pt x="1081" y="1709"/>
                  </a:lnTo>
                  <a:cubicBezTo>
                    <a:pt x="1433" y="1537"/>
                    <a:pt x="1729" y="1274"/>
                    <a:pt x="1760" y="908"/>
                  </a:cubicBezTo>
                  <a:cubicBezTo>
                    <a:pt x="1817" y="228"/>
                    <a:pt x="801" y="55"/>
                    <a:pt x="324" y="2"/>
                  </a:cubicBezTo>
                  <a:cubicBezTo>
                    <a:pt x="316" y="1"/>
                    <a:pt x="308" y="1"/>
                    <a:pt x="3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0"/>
            <p:cNvSpPr/>
            <p:nvPr/>
          </p:nvSpPr>
          <p:spPr>
            <a:xfrm>
              <a:off x="7915875" y="942313"/>
              <a:ext cx="28700" cy="44525"/>
            </a:xfrm>
            <a:custGeom>
              <a:rect b="b" l="l" r="r" t="t"/>
              <a:pathLst>
                <a:path extrusionOk="0" h="1781" w="1148">
                  <a:moveTo>
                    <a:pt x="493" y="0"/>
                  </a:moveTo>
                  <a:cubicBezTo>
                    <a:pt x="357" y="0"/>
                    <a:pt x="219" y="57"/>
                    <a:pt x="125" y="165"/>
                  </a:cubicBezTo>
                  <a:cubicBezTo>
                    <a:pt x="1" y="308"/>
                    <a:pt x="133" y="505"/>
                    <a:pt x="276" y="505"/>
                  </a:cubicBezTo>
                  <a:cubicBezTo>
                    <a:pt x="321" y="505"/>
                    <a:pt x="366" y="486"/>
                    <a:pt x="406" y="441"/>
                  </a:cubicBezTo>
                  <a:cubicBezTo>
                    <a:pt x="439" y="405"/>
                    <a:pt x="463" y="387"/>
                    <a:pt x="477" y="387"/>
                  </a:cubicBezTo>
                  <a:cubicBezTo>
                    <a:pt x="499" y="387"/>
                    <a:pt x="499" y="427"/>
                    <a:pt x="478" y="508"/>
                  </a:cubicBezTo>
                  <a:cubicBezTo>
                    <a:pt x="432" y="528"/>
                    <a:pt x="392" y="553"/>
                    <a:pt x="352" y="581"/>
                  </a:cubicBezTo>
                  <a:cubicBezTo>
                    <a:pt x="310" y="614"/>
                    <a:pt x="273" y="650"/>
                    <a:pt x="246" y="696"/>
                  </a:cubicBezTo>
                  <a:cubicBezTo>
                    <a:pt x="184" y="806"/>
                    <a:pt x="185" y="938"/>
                    <a:pt x="258" y="1039"/>
                  </a:cubicBezTo>
                  <a:cubicBezTo>
                    <a:pt x="304" y="1103"/>
                    <a:pt x="361" y="1136"/>
                    <a:pt x="431" y="1136"/>
                  </a:cubicBezTo>
                  <a:cubicBezTo>
                    <a:pt x="447" y="1136"/>
                    <a:pt x="463" y="1134"/>
                    <a:pt x="480" y="1131"/>
                  </a:cubicBezTo>
                  <a:cubicBezTo>
                    <a:pt x="499" y="1128"/>
                    <a:pt x="519" y="1126"/>
                    <a:pt x="538" y="1126"/>
                  </a:cubicBezTo>
                  <a:cubicBezTo>
                    <a:pt x="610" y="1126"/>
                    <a:pt x="685" y="1150"/>
                    <a:pt x="722" y="1215"/>
                  </a:cubicBezTo>
                  <a:cubicBezTo>
                    <a:pt x="760" y="1284"/>
                    <a:pt x="723" y="1395"/>
                    <a:pt x="643" y="1395"/>
                  </a:cubicBezTo>
                  <a:cubicBezTo>
                    <a:pt x="626" y="1395"/>
                    <a:pt x="607" y="1390"/>
                    <a:pt x="586" y="1379"/>
                  </a:cubicBezTo>
                  <a:cubicBezTo>
                    <a:pt x="553" y="1360"/>
                    <a:pt x="520" y="1351"/>
                    <a:pt x="489" y="1351"/>
                  </a:cubicBezTo>
                  <a:cubicBezTo>
                    <a:pt x="315" y="1351"/>
                    <a:pt x="200" y="1612"/>
                    <a:pt x="387" y="1718"/>
                  </a:cubicBezTo>
                  <a:cubicBezTo>
                    <a:pt x="463" y="1761"/>
                    <a:pt x="545" y="1781"/>
                    <a:pt x="626" y="1781"/>
                  </a:cubicBezTo>
                  <a:cubicBezTo>
                    <a:pt x="888" y="1781"/>
                    <a:pt x="1140" y="1576"/>
                    <a:pt x="1145" y="1287"/>
                  </a:cubicBezTo>
                  <a:cubicBezTo>
                    <a:pt x="1147" y="1036"/>
                    <a:pt x="982" y="863"/>
                    <a:pt x="773" y="786"/>
                  </a:cubicBezTo>
                  <a:lnTo>
                    <a:pt x="773" y="786"/>
                  </a:lnTo>
                  <a:cubicBezTo>
                    <a:pt x="832" y="724"/>
                    <a:pt x="885" y="642"/>
                    <a:pt x="901" y="596"/>
                  </a:cubicBezTo>
                  <a:cubicBezTo>
                    <a:pt x="944" y="468"/>
                    <a:pt x="931" y="318"/>
                    <a:pt x="861" y="202"/>
                  </a:cubicBezTo>
                  <a:cubicBezTo>
                    <a:pt x="779" y="65"/>
                    <a:pt x="637" y="0"/>
                    <a:pt x="4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0"/>
            <p:cNvSpPr/>
            <p:nvPr/>
          </p:nvSpPr>
          <p:spPr>
            <a:xfrm>
              <a:off x="7964200" y="988538"/>
              <a:ext cx="9875" cy="51650"/>
            </a:xfrm>
            <a:custGeom>
              <a:rect b="b" l="l" r="r" t="t"/>
              <a:pathLst>
                <a:path extrusionOk="0" h="2066" w="395">
                  <a:moveTo>
                    <a:pt x="198" y="1"/>
                  </a:moveTo>
                  <a:cubicBezTo>
                    <a:pt x="100" y="1"/>
                    <a:pt x="1" y="64"/>
                    <a:pt x="0" y="191"/>
                  </a:cubicBezTo>
                  <a:lnTo>
                    <a:pt x="0" y="1874"/>
                  </a:lnTo>
                  <a:cubicBezTo>
                    <a:pt x="0" y="2002"/>
                    <a:pt x="99" y="2066"/>
                    <a:pt x="197" y="2066"/>
                  </a:cubicBezTo>
                  <a:cubicBezTo>
                    <a:pt x="296" y="2066"/>
                    <a:pt x="394" y="2002"/>
                    <a:pt x="394" y="1874"/>
                  </a:cubicBezTo>
                  <a:lnTo>
                    <a:pt x="394" y="191"/>
                  </a:lnTo>
                  <a:cubicBezTo>
                    <a:pt x="395" y="64"/>
                    <a:pt x="297" y="1"/>
                    <a:pt x="1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0"/>
            <p:cNvSpPr/>
            <p:nvPr/>
          </p:nvSpPr>
          <p:spPr>
            <a:xfrm>
              <a:off x="7950000" y="1008513"/>
              <a:ext cx="42000" cy="9875"/>
            </a:xfrm>
            <a:custGeom>
              <a:rect b="b" l="l" r="r" t="t"/>
              <a:pathLst>
                <a:path extrusionOk="0" h="395" w="1680">
                  <a:moveTo>
                    <a:pt x="253" y="0"/>
                  </a:moveTo>
                  <a:cubicBezTo>
                    <a:pt x="0" y="0"/>
                    <a:pt x="0" y="394"/>
                    <a:pt x="253" y="394"/>
                  </a:cubicBezTo>
                  <a:lnTo>
                    <a:pt x="1426" y="394"/>
                  </a:lnTo>
                  <a:cubicBezTo>
                    <a:pt x="1679" y="394"/>
                    <a:pt x="1679" y="0"/>
                    <a:pt x="142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0"/>
            <p:cNvSpPr/>
            <p:nvPr/>
          </p:nvSpPr>
          <p:spPr>
            <a:xfrm>
              <a:off x="8020500" y="978238"/>
              <a:ext cx="42675" cy="56400"/>
            </a:xfrm>
            <a:custGeom>
              <a:rect b="b" l="l" r="r" t="t"/>
              <a:pathLst>
                <a:path extrusionOk="0" h="2256" w="1707">
                  <a:moveTo>
                    <a:pt x="1184" y="0"/>
                  </a:moveTo>
                  <a:cubicBezTo>
                    <a:pt x="1181" y="0"/>
                    <a:pt x="1179" y="0"/>
                    <a:pt x="1177" y="0"/>
                  </a:cubicBezTo>
                  <a:cubicBezTo>
                    <a:pt x="551" y="16"/>
                    <a:pt x="0" y="516"/>
                    <a:pt x="37" y="1167"/>
                  </a:cubicBezTo>
                  <a:cubicBezTo>
                    <a:pt x="83" y="1950"/>
                    <a:pt x="768" y="2235"/>
                    <a:pt x="1453" y="2255"/>
                  </a:cubicBezTo>
                  <a:cubicBezTo>
                    <a:pt x="1455" y="2255"/>
                    <a:pt x="1458" y="2255"/>
                    <a:pt x="1460" y="2255"/>
                  </a:cubicBezTo>
                  <a:cubicBezTo>
                    <a:pt x="1707" y="2255"/>
                    <a:pt x="1704" y="1868"/>
                    <a:pt x="1453" y="1861"/>
                  </a:cubicBezTo>
                  <a:cubicBezTo>
                    <a:pt x="989" y="1848"/>
                    <a:pt x="504" y="1727"/>
                    <a:pt x="437" y="1189"/>
                  </a:cubicBezTo>
                  <a:cubicBezTo>
                    <a:pt x="381" y="748"/>
                    <a:pt x="753" y="404"/>
                    <a:pt x="1177" y="393"/>
                  </a:cubicBezTo>
                  <a:cubicBezTo>
                    <a:pt x="1427" y="387"/>
                    <a:pt x="1432" y="0"/>
                    <a:pt x="118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0"/>
            <p:cNvSpPr/>
            <p:nvPr/>
          </p:nvSpPr>
          <p:spPr>
            <a:xfrm>
              <a:off x="8089275" y="962013"/>
              <a:ext cx="46550" cy="81775"/>
            </a:xfrm>
            <a:custGeom>
              <a:rect b="b" l="l" r="r" t="t"/>
              <a:pathLst>
                <a:path extrusionOk="0" h="3271" w="1862">
                  <a:moveTo>
                    <a:pt x="1387" y="0"/>
                  </a:moveTo>
                  <a:cubicBezTo>
                    <a:pt x="838" y="0"/>
                    <a:pt x="341" y="386"/>
                    <a:pt x="394" y="999"/>
                  </a:cubicBezTo>
                  <a:cubicBezTo>
                    <a:pt x="417" y="1261"/>
                    <a:pt x="546" y="1497"/>
                    <a:pt x="751" y="1664"/>
                  </a:cubicBezTo>
                  <a:cubicBezTo>
                    <a:pt x="825" y="1724"/>
                    <a:pt x="910" y="1767"/>
                    <a:pt x="993" y="1815"/>
                  </a:cubicBezTo>
                  <a:cubicBezTo>
                    <a:pt x="1275" y="1976"/>
                    <a:pt x="1243" y="1866"/>
                    <a:pt x="1252" y="2296"/>
                  </a:cubicBezTo>
                  <a:cubicBezTo>
                    <a:pt x="1361" y="2539"/>
                    <a:pt x="1303" y="2685"/>
                    <a:pt x="1083" y="2732"/>
                  </a:cubicBezTo>
                  <a:cubicBezTo>
                    <a:pt x="987" y="2805"/>
                    <a:pt x="880" y="2842"/>
                    <a:pt x="759" y="2847"/>
                  </a:cubicBezTo>
                  <a:cubicBezTo>
                    <a:pt x="625" y="2874"/>
                    <a:pt x="491" y="2877"/>
                    <a:pt x="356" y="2877"/>
                  </a:cubicBezTo>
                  <a:cubicBezTo>
                    <a:pt x="322" y="2877"/>
                    <a:pt x="288" y="2877"/>
                    <a:pt x="254" y="2877"/>
                  </a:cubicBezTo>
                  <a:cubicBezTo>
                    <a:pt x="254" y="2877"/>
                    <a:pt x="253" y="2877"/>
                    <a:pt x="253" y="2877"/>
                  </a:cubicBezTo>
                  <a:cubicBezTo>
                    <a:pt x="1" y="2877"/>
                    <a:pt x="1" y="3269"/>
                    <a:pt x="254" y="3270"/>
                  </a:cubicBezTo>
                  <a:cubicBezTo>
                    <a:pt x="264" y="3271"/>
                    <a:pt x="273" y="3271"/>
                    <a:pt x="283" y="3271"/>
                  </a:cubicBezTo>
                  <a:cubicBezTo>
                    <a:pt x="910" y="3271"/>
                    <a:pt x="1704" y="3130"/>
                    <a:pt x="1819" y="2384"/>
                  </a:cubicBezTo>
                  <a:cubicBezTo>
                    <a:pt x="1862" y="2109"/>
                    <a:pt x="1767" y="1869"/>
                    <a:pt x="1557" y="1690"/>
                  </a:cubicBezTo>
                  <a:cubicBezTo>
                    <a:pt x="1411" y="1566"/>
                    <a:pt x="1217" y="1521"/>
                    <a:pt x="1069" y="1404"/>
                  </a:cubicBezTo>
                  <a:cubicBezTo>
                    <a:pt x="618" y="1054"/>
                    <a:pt x="780" y="384"/>
                    <a:pt x="1346" y="384"/>
                  </a:cubicBezTo>
                  <a:cubicBezTo>
                    <a:pt x="1384" y="384"/>
                    <a:pt x="1425" y="387"/>
                    <a:pt x="1466" y="393"/>
                  </a:cubicBezTo>
                  <a:cubicBezTo>
                    <a:pt x="1479" y="395"/>
                    <a:pt x="1491" y="396"/>
                    <a:pt x="1502" y="396"/>
                  </a:cubicBezTo>
                  <a:cubicBezTo>
                    <a:pt x="1720" y="396"/>
                    <a:pt x="1805" y="52"/>
                    <a:pt x="1567" y="14"/>
                  </a:cubicBezTo>
                  <a:cubicBezTo>
                    <a:pt x="1507" y="5"/>
                    <a:pt x="1447" y="0"/>
                    <a:pt x="13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0"/>
            <p:cNvSpPr/>
            <p:nvPr/>
          </p:nvSpPr>
          <p:spPr>
            <a:xfrm>
              <a:off x="8145925" y="972213"/>
              <a:ext cx="13650" cy="55150"/>
            </a:xfrm>
            <a:custGeom>
              <a:rect b="b" l="l" r="r" t="t"/>
              <a:pathLst>
                <a:path extrusionOk="0" h="2206" w="546">
                  <a:moveTo>
                    <a:pt x="196" y="0"/>
                  </a:moveTo>
                  <a:cubicBezTo>
                    <a:pt x="97" y="0"/>
                    <a:pt x="0" y="64"/>
                    <a:pt x="4" y="191"/>
                  </a:cubicBezTo>
                  <a:cubicBezTo>
                    <a:pt x="19" y="802"/>
                    <a:pt x="65" y="1411"/>
                    <a:pt x="137" y="2018"/>
                  </a:cubicBezTo>
                  <a:cubicBezTo>
                    <a:pt x="151" y="2143"/>
                    <a:pt x="258" y="2206"/>
                    <a:pt x="356" y="2206"/>
                  </a:cubicBezTo>
                  <a:cubicBezTo>
                    <a:pt x="455" y="2206"/>
                    <a:pt x="545" y="2143"/>
                    <a:pt x="530" y="2018"/>
                  </a:cubicBezTo>
                  <a:cubicBezTo>
                    <a:pt x="459" y="1411"/>
                    <a:pt x="413" y="801"/>
                    <a:pt x="397" y="191"/>
                  </a:cubicBezTo>
                  <a:cubicBezTo>
                    <a:pt x="394" y="64"/>
                    <a:pt x="294" y="0"/>
                    <a:pt x="1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0"/>
            <p:cNvSpPr/>
            <p:nvPr/>
          </p:nvSpPr>
          <p:spPr>
            <a:xfrm>
              <a:off x="8173175" y="973863"/>
              <a:ext cx="13425" cy="59025"/>
            </a:xfrm>
            <a:custGeom>
              <a:rect b="b" l="l" r="r" t="t"/>
              <a:pathLst>
                <a:path extrusionOk="0" h="2361" w="537">
                  <a:moveTo>
                    <a:pt x="295" y="1"/>
                  </a:moveTo>
                  <a:cubicBezTo>
                    <a:pt x="220" y="1"/>
                    <a:pt x="150" y="44"/>
                    <a:pt x="135" y="142"/>
                  </a:cubicBezTo>
                  <a:cubicBezTo>
                    <a:pt x="24" y="820"/>
                    <a:pt x="0" y="1491"/>
                    <a:pt x="70" y="2172"/>
                  </a:cubicBezTo>
                  <a:cubicBezTo>
                    <a:pt x="82" y="2298"/>
                    <a:pt x="187" y="2361"/>
                    <a:pt x="286" y="2361"/>
                  </a:cubicBezTo>
                  <a:cubicBezTo>
                    <a:pt x="384" y="2361"/>
                    <a:pt x="476" y="2298"/>
                    <a:pt x="464" y="2172"/>
                  </a:cubicBezTo>
                  <a:cubicBezTo>
                    <a:pt x="397" y="1528"/>
                    <a:pt x="411" y="887"/>
                    <a:pt x="513" y="247"/>
                  </a:cubicBezTo>
                  <a:cubicBezTo>
                    <a:pt x="537" y="98"/>
                    <a:pt x="409" y="1"/>
                    <a:pt x="29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0"/>
            <p:cNvSpPr/>
            <p:nvPr/>
          </p:nvSpPr>
          <p:spPr>
            <a:xfrm>
              <a:off x="8175275" y="968513"/>
              <a:ext cx="42875" cy="62475"/>
            </a:xfrm>
            <a:custGeom>
              <a:rect b="b" l="l" r="r" t="t"/>
              <a:pathLst>
                <a:path extrusionOk="0" h="2499" w="1715">
                  <a:moveTo>
                    <a:pt x="1473" y="1"/>
                  </a:moveTo>
                  <a:cubicBezTo>
                    <a:pt x="1375" y="1"/>
                    <a:pt x="1280" y="64"/>
                    <a:pt x="1286" y="190"/>
                  </a:cubicBezTo>
                  <a:cubicBezTo>
                    <a:pt x="1312" y="725"/>
                    <a:pt x="1306" y="1255"/>
                    <a:pt x="1268" y="1786"/>
                  </a:cubicBezTo>
                  <a:lnTo>
                    <a:pt x="1268" y="1786"/>
                  </a:lnTo>
                  <a:cubicBezTo>
                    <a:pt x="938" y="1337"/>
                    <a:pt x="655" y="858"/>
                    <a:pt x="414" y="351"/>
                  </a:cubicBezTo>
                  <a:cubicBezTo>
                    <a:pt x="381" y="281"/>
                    <a:pt x="326" y="251"/>
                    <a:pt x="268" y="251"/>
                  </a:cubicBezTo>
                  <a:cubicBezTo>
                    <a:pt x="140" y="251"/>
                    <a:pt x="1" y="396"/>
                    <a:pt x="75" y="553"/>
                  </a:cubicBezTo>
                  <a:cubicBezTo>
                    <a:pt x="397" y="1233"/>
                    <a:pt x="799" y="1858"/>
                    <a:pt x="1279" y="2436"/>
                  </a:cubicBezTo>
                  <a:cubicBezTo>
                    <a:pt x="1316" y="2481"/>
                    <a:pt x="1360" y="2499"/>
                    <a:pt x="1403" y="2499"/>
                  </a:cubicBezTo>
                  <a:cubicBezTo>
                    <a:pt x="1504" y="2499"/>
                    <a:pt x="1604" y="2401"/>
                    <a:pt x="1615" y="2296"/>
                  </a:cubicBezTo>
                  <a:cubicBezTo>
                    <a:pt x="1693" y="1595"/>
                    <a:pt x="1714" y="895"/>
                    <a:pt x="1680" y="190"/>
                  </a:cubicBezTo>
                  <a:cubicBezTo>
                    <a:pt x="1673" y="64"/>
                    <a:pt x="1571" y="1"/>
                    <a:pt x="147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0"/>
            <p:cNvSpPr/>
            <p:nvPr/>
          </p:nvSpPr>
          <p:spPr>
            <a:xfrm>
              <a:off x="8254650" y="964613"/>
              <a:ext cx="44000" cy="66875"/>
            </a:xfrm>
            <a:custGeom>
              <a:rect b="b" l="l" r="r" t="t"/>
              <a:pathLst>
                <a:path extrusionOk="0" h="2675" w="1760">
                  <a:moveTo>
                    <a:pt x="442" y="397"/>
                  </a:moveTo>
                  <a:cubicBezTo>
                    <a:pt x="771" y="397"/>
                    <a:pt x="1284" y="440"/>
                    <a:pt x="1295" y="621"/>
                  </a:cubicBezTo>
                  <a:cubicBezTo>
                    <a:pt x="1299" y="691"/>
                    <a:pt x="994" y="869"/>
                    <a:pt x="943" y="897"/>
                  </a:cubicBezTo>
                  <a:cubicBezTo>
                    <a:pt x="829" y="963"/>
                    <a:pt x="713" y="1005"/>
                    <a:pt x="591" y="1036"/>
                  </a:cubicBezTo>
                  <a:lnTo>
                    <a:pt x="591" y="1036"/>
                  </a:lnTo>
                  <a:cubicBezTo>
                    <a:pt x="540" y="1041"/>
                    <a:pt x="487" y="1052"/>
                    <a:pt x="434" y="1069"/>
                  </a:cubicBezTo>
                  <a:cubicBezTo>
                    <a:pt x="429" y="1071"/>
                    <a:pt x="424" y="1073"/>
                    <a:pt x="419" y="1075"/>
                  </a:cubicBezTo>
                  <a:lnTo>
                    <a:pt x="419" y="1075"/>
                  </a:lnTo>
                  <a:cubicBezTo>
                    <a:pt x="419" y="857"/>
                    <a:pt x="419" y="639"/>
                    <a:pt x="419" y="421"/>
                  </a:cubicBezTo>
                  <a:cubicBezTo>
                    <a:pt x="419" y="413"/>
                    <a:pt x="418" y="405"/>
                    <a:pt x="417" y="397"/>
                  </a:cubicBezTo>
                  <a:lnTo>
                    <a:pt x="417" y="397"/>
                  </a:lnTo>
                  <a:cubicBezTo>
                    <a:pt x="425" y="397"/>
                    <a:pt x="434" y="397"/>
                    <a:pt x="442" y="397"/>
                  </a:cubicBezTo>
                  <a:close/>
                  <a:moveTo>
                    <a:pt x="656" y="1428"/>
                  </a:moveTo>
                  <a:cubicBezTo>
                    <a:pt x="963" y="1428"/>
                    <a:pt x="1018" y="1908"/>
                    <a:pt x="812" y="2103"/>
                  </a:cubicBezTo>
                  <a:cubicBezTo>
                    <a:pt x="708" y="2202"/>
                    <a:pt x="564" y="2249"/>
                    <a:pt x="420" y="2268"/>
                  </a:cubicBezTo>
                  <a:lnTo>
                    <a:pt x="420" y="2268"/>
                  </a:lnTo>
                  <a:cubicBezTo>
                    <a:pt x="419" y="1991"/>
                    <a:pt x="419" y="1714"/>
                    <a:pt x="419" y="1438"/>
                  </a:cubicBezTo>
                  <a:lnTo>
                    <a:pt x="419" y="1438"/>
                  </a:lnTo>
                  <a:cubicBezTo>
                    <a:pt x="442" y="1447"/>
                    <a:pt x="468" y="1453"/>
                    <a:pt x="497" y="1453"/>
                  </a:cubicBezTo>
                  <a:cubicBezTo>
                    <a:pt x="511" y="1453"/>
                    <a:pt x="525" y="1451"/>
                    <a:pt x="540" y="1449"/>
                  </a:cubicBezTo>
                  <a:cubicBezTo>
                    <a:pt x="568" y="1444"/>
                    <a:pt x="598" y="1437"/>
                    <a:pt x="630" y="1430"/>
                  </a:cubicBezTo>
                  <a:lnTo>
                    <a:pt x="630" y="1430"/>
                  </a:lnTo>
                  <a:cubicBezTo>
                    <a:pt x="639" y="1429"/>
                    <a:pt x="648" y="1428"/>
                    <a:pt x="656" y="1428"/>
                  </a:cubicBezTo>
                  <a:close/>
                  <a:moveTo>
                    <a:pt x="474" y="1"/>
                  </a:moveTo>
                  <a:cubicBezTo>
                    <a:pt x="374" y="1"/>
                    <a:pt x="287" y="5"/>
                    <a:pt x="223" y="11"/>
                  </a:cubicBezTo>
                  <a:cubicBezTo>
                    <a:pt x="58" y="26"/>
                    <a:pt x="1" y="202"/>
                    <a:pt x="53" y="314"/>
                  </a:cubicBezTo>
                  <a:lnTo>
                    <a:pt x="53" y="314"/>
                  </a:lnTo>
                  <a:cubicBezTo>
                    <a:pt x="34" y="343"/>
                    <a:pt x="22" y="379"/>
                    <a:pt x="22" y="422"/>
                  </a:cubicBezTo>
                  <a:cubicBezTo>
                    <a:pt x="25" y="1106"/>
                    <a:pt x="25" y="1792"/>
                    <a:pt x="26" y="2478"/>
                  </a:cubicBezTo>
                  <a:cubicBezTo>
                    <a:pt x="26" y="2584"/>
                    <a:pt x="115" y="2674"/>
                    <a:pt x="223" y="2674"/>
                  </a:cubicBezTo>
                  <a:cubicBezTo>
                    <a:pt x="758" y="2674"/>
                    <a:pt x="1345" y="2388"/>
                    <a:pt x="1371" y="1782"/>
                  </a:cubicBezTo>
                  <a:cubicBezTo>
                    <a:pt x="1380" y="1562"/>
                    <a:pt x="1295" y="1368"/>
                    <a:pt x="1157" y="1233"/>
                  </a:cubicBezTo>
                  <a:lnTo>
                    <a:pt x="1157" y="1233"/>
                  </a:lnTo>
                  <a:cubicBezTo>
                    <a:pt x="1473" y="1074"/>
                    <a:pt x="1760" y="837"/>
                    <a:pt x="1737" y="547"/>
                  </a:cubicBezTo>
                  <a:cubicBezTo>
                    <a:pt x="1702" y="98"/>
                    <a:pt x="945" y="1"/>
                    <a:pt x="47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0"/>
            <p:cNvSpPr/>
            <p:nvPr/>
          </p:nvSpPr>
          <p:spPr>
            <a:xfrm>
              <a:off x="7396875" y="1151113"/>
              <a:ext cx="53025" cy="64550"/>
            </a:xfrm>
            <a:custGeom>
              <a:rect b="b" l="l" r="r" t="t"/>
              <a:pathLst>
                <a:path extrusionOk="0" h="2582" w="2121">
                  <a:moveTo>
                    <a:pt x="1507" y="0"/>
                  </a:moveTo>
                  <a:cubicBezTo>
                    <a:pt x="727" y="0"/>
                    <a:pt x="0" y="733"/>
                    <a:pt x="167" y="1540"/>
                  </a:cubicBezTo>
                  <a:cubicBezTo>
                    <a:pt x="296" y="2165"/>
                    <a:pt x="891" y="2582"/>
                    <a:pt x="1501" y="2582"/>
                  </a:cubicBezTo>
                  <a:cubicBezTo>
                    <a:pt x="1636" y="2582"/>
                    <a:pt x="1773" y="2561"/>
                    <a:pt x="1905" y="2518"/>
                  </a:cubicBezTo>
                  <a:cubicBezTo>
                    <a:pt x="2121" y="2446"/>
                    <a:pt x="2057" y="2127"/>
                    <a:pt x="1864" y="2127"/>
                  </a:cubicBezTo>
                  <a:cubicBezTo>
                    <a:pt x="1844" y="2127"/>
                    <a:pt x="1822" y="2131"/>
                    <a:pt x="1799" y="2138"/>
                  </a:cubicBezTo>
                  <a:cubicBezTo>
                    <a:pt x="1700" y="2171"/>
                    <a:pt x="1597" y="2187"/>
                    <a:pt x="1494" y="2187"/>
                  </a:cubicBezTo>
                  <a:cubicBezTo>
                    <a:pt x="1100" y="2187"/>
                    <a:pt x="713" y="1955"/>
                    <a:pt x="580" y="1563"/>
                  </a:cubicBezTo>
                  <a:cubicBezTo>
                    <a:pt x="374" y="956"/>
                    <a:pt x="940" y="397"/>
                    <a:pt x="1525" y="397"/>
                  </a:cubicBezTo>
                  <a:cubicBezTo>
                    <a:pt x="1544" y="397"/>
                    <a:pt x="1563" y="398"/>
                    <a:pt x="1583" y="399"/>
                  </a:cubicBezTo>
                  <a:cubicBezTo>
                    <a:pt x="1587" y="399"/>
                    <a:pt x="1592" y="399"/>
                    <a:pt x="1596" y="399"/>
                  </a:cubicBezTo>
                  <a:cubicBezTo>
                    <a:pt x="1836" y="399"/>
                    <a:pt x="1831" y="19"/>
                    <a:pt x="1584" y="2"/>
                  </a:cubicBezTo>
                  <a:cubicBezTo>
                    <a:pt x="1558" y="1"/>
                    <a:pt x="1533" y="0"/>
                    <a:pt x="15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0"/>
            <p:cNvSpPr/>
            <p:nvPr/>
          </p:nvSpPr>
          <p:spPr>
            <a:xfrm>
              <a:off x="7456875" y="1121313"/>
              <a:ext cx="34750" cy="51525"/>
            </a:xfrm>
            <a:custGeom>
              <a:rect b="b" l="l" r="r" t="t"/>
              <a:pathLst>
                <a:path extrusionOk="0" h="2061" w="1390">
                  <a:moveTo>
                    <a:pt x="535" y="0"/>
                  </a:moveTo>
                  <a:cubicBezTo>
                    <a:pt x="422" y="0"/>
                    <a:pt x="306" y="25"/>
                    <a:pt x="200" y="74"/>
                  </a:cubicBezTo>
                  <a:cubicBezTo>
                    <a:pt x="0" y="164"/>
                    <a:pt x="125" y="433"/>
                    <a:pt x="312" y="433"/>
                  </a:cubicBezTo>
                  <a:cubicBezTo>
                    <a:pt x="340" y="433"/>
                    <a:pt x="369" y="427"/>
                    <a:pt x="399" y="413"/>
                  </a:cubicBezTo>
                  <a:cubicBezTo>
                    <a:pt x="449" y="390"/>
                    <a:pt x="495" y="380"/>
                    <a:pt x="537" y="380"/>
                  </a:cubicBezTo>
                  <a:cubicBezTo>
                    <a:pt x="796" y="380"/>
                    <a:pt x="893" y="767"/>
                    <a:pt x="601" y="912"/>
                  </a:cubicBezTo>
                  <a:cubicBezTo>
                    <a:pt x="445" y="990"/>
                    <a:pt x="492" y="1229"/>
                    <a:pt x="647" y="1272"/>
                  </a:cubicBezTo>
                  <a:cubicBezTo>
                    <a:pt x="697" y="1283"/>
                    <a:pt x="746" y="1299"/>
                    <a:pt x="793" y="1319"/>
                  </a:cubicBezTo>
                  <a:cubicBezTo>
                    <a:pt x="939" y="1352"/>
                    <a:pt x="925" y="1462"/>
                    <a:pt x="750" y="1645"/>
                  </a:cubicBezTo>
                  <a:cubicBezTo>
                    <a:pt x="707" y="1670"/>
                    <a:pt x="643" y="1678"/>
                    <a:pt x="577" y="1678"/>
                  </a:cubicBezTo>
                  <a:cubicBezTo>
                    <a:pt x="500" y="1678"/>
                    <a:pt x="419" y="1668"/>
                    <a:pt x="365" y="1665"/>
                  </a:cubicBezTo>
                  <a:cubicBezTo>
                    <a:pt x="362" y="1665"/>
                    <a:pt x="360" y="1665"/>
                    <a:pt x="357" y="1665"/>
                  </a:cubicBezTo>
                  <a:cubicBezTo>
                    <a:pt x="110" y="1665"/>
                    <a:pt x="116" y="2051"/>
                    <a:pt x="365" y="2059"/>
                  </a:cubicBezTo>
                  <a:cubicBezTo>
                    <a:pt x="395" y="2060"/>
                    <a:pt x="426" y="2061"/>
                    <a:pt x="457" y="2061"/>
                  </a:cubicBezTo>
                  <a:cubicBezTo>
                    <a:pt x="814" y="2061"/>
                    <a:pt x="1221" y="1976"/>
                    <a:pt x="1324" y="1577"/>
                  </a:cubicBezTo>
                  <a:cubicBezTo>
                    <a:pt x="1390" y="1316"/>
                    <a:pt x="1257" y="1138"/>
                    <a:pt x="1066" y="1022"/>
                  </a:cubicBezTo>
                  <a:lnTo>
                    <a:pt x="1066" y="1022"/>
                  </a:lnTo>
                  <a:cubicBezTo>
                    <a:pt x="1201" y="829"/>
                    <a:pt x="1239" y="572"/>
                    <a:pt x="1125" y="347"/>
                  </a:cubicBezTo>
                  <a:cubicBezTo>
                    <a:pt x="1007" y="111"/>
                    <a:pt x="775" y="0"/>
                    <a:pt x="5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0"/>
            <p:cNvSpPr/>
            <p:nvPr/>
          </p:nvSpPr>
          <p:spPr>
            <a:xfrm>
              <a:off x="7494150" y="1180288"/>
              <a:ext cx="34700" cy="9875"/>
            </a:xfrm>
            <a:custGeom>
              <a:rect b="b" l="l" r="r" t="t"/>
              <a:pathLst>
                <a:path extrusionOk="0" h="395" w="1388">
                  <a:moveTo>
                    <a:pt x="255" y="1"/>
                  </a:moveTo>
                  <a:cubicBezTo>
                    <a:pt x="1" y="1"/>
                    <a:pt x="1" y="394"/>
                    <a:pt x="255" y="394"/>
                  </a:cubicBezTo>
                  <a:lnTo>
                    <a:pt x="1134" y="394"/>
                  </a:lnTo>
                  <a:cubicBezTo>
                    <a:pt x="1388" y="394"/>
                    <a:pt x="1388" y="1"/>
                    <a:pt x="11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0"/>
            <p:cNvSpPr/>
            <p:nvPr/>
          </p:nvSpPr>
          <p:spPr>
            <a:xfrm>
              <a:off x="7577025" y="1146238"/>
              <a:ext cx="42525" cy="66950"/>
            </a:xfrm>
            <a:custGeom>
              <a:rect b="b" l="l" r="r" t="t"/>
              <a:pathLst>
                <a:path extrusionOk="0" h="2678" w="1701">
                  <a:moveTo>
                    <a:pt x="1423" y="1"/>
                  </a:moveTo>
                  <a:cubicBezTo>
                    <a:pt x="1363" y="1"/>
                    <a:pt x="1302" y="26"/>
                    <a:pt x="1259" y="89"/>
                  </a:cubicBezTo>
                  <a:cubicBezTo>
                    <a:pt x="754" y="819"/>
                    <a:pt x="355" y="1605"/>
                    <a:pt x="53" y="2438"/>
                  </a:cubicBezTo>
                  <a:cubicBezTo>
                    <a:pt x="1" y="2583"/>
                    <a:pt x="119" y="2677"/>
                    <a:pt x="240" y="2677"/>
                  </a:cubicBezTo>
                  <a:cubicBezTo>
                    <a:pt x="318" y="2677"/>
                    <a:pt x="398" y="2637"/>
                    <a:pt x="432" y="2544"/>
                  </a:cubicBezTo>
                  <a:cubicBezTo>
                    <a:pt x="721" y="1739"/>
                    <a:pt x="1113" y="991"/>
                    <a:pt x="1600" y="288"/>
                  </a:cubicBezTo>
                  <a:cubicBezTo>
                    <a:pt x="1700" y="141"/>
                    <a:pt x="1563" y="1"/>
                    <a:pt x="142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0"/>
            <p:cNvSpPr/>
            <p:nvPr/>
          </p:nvSpPr>
          <p:spPr>
            <a:xfrm>
              <a:off x="7610025" y="1143538"/>
              <a:ext cx="31375" cy="68650"/>
            </a:xfrm>
            <a:custGeom>
              <a:rect b="b" l="l" r="r" t="t"/>
              <a:pathLst>
                <a:path extrusionOk="0" h="2746" w="1255">
                  <a:moveTo>
                    <a:pt x="267" y="0"/>
                  </a:moveTo>
                  <a:cubicBezTo>
                    <a:pt x="138" y="0"/>
                    <a:pt x="1" y="144"/>
                    <a:pt x="75" y="301"/>
                  </a:cubicBezTo>
                  <a:cubicBezTo>
                    <a:pt x="426" y="1038"/>
                    <a:pt x="679" y="1804"/>
                    <a:pt x="844" y="2603"/>
                  </a:cubicBezTo>
                  <a:cubicBezTo>
                    <a:pt x="865" y="2702"/>
                    <a:pt x="937" y="2745"/>
                    <a:pt x="1014" y="2745"/>
                  </a:cubicBezTo>
                  <a:cubicBezTo>
                    <a:pt x="1130" y="2745"/>
                    <a:pt x="1254" y="2648"/>
                    <a:pt x="1223" y="2499"/>
                  </a:cubicBezTo>
                  <a:cubicBezTo>
                    <a:pt x="1052" y="1665"/>
                    <a:pt x="780" y="870"/>
                    <a:pt x="416" y="101"/>
                  </a:cubicBezTo>
                  <a:cubicBezTo>
                    <a:pt x="382" y="30"/>
                    <a:pt x="326" y="0"/>
                    <a:pt x="2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0"/>
            <p:cNvSpPr/>
            <p:nvPr/>
          </p:nvSpPr>
          <p:spPr>
            <a:xfrm>
              <a:off x="7586825" y="1180788"/>
              <a:ext cx="49150" cy="11725"/>
            </a:xfrm>
            <a:custGeom>
              <a:rect b="b" l="l" r="r" t="t"/>
              <a:pathLst>
                <a:path extrusionOk="0" h="469" w="1966">
                  <a:moveTo>
                    <a:pt x="1078" y="1"/>
                  </a:moveTo>
                  <a:cubicBezTo>
                    <a:pt x="797" y="1"/>
                    <a:pt x="517" y="29"/>
                    <a:pt x="235" y="85"/>
                  </a:cubicBezTo>
                  <a:cubicBezTo>
                    <a:pt x="0" y="130"/>
                    <a:pt x="79" y="469"/>
                    <a:pt x="296" y="469"/>
                  </a:cubicBezTo>
                  <a:cubicBezTo>
                    <a:pt x="309" y="469"/>
                    <a:pt x="323" y="467"/>
                    <a:pt x="338" y="465"/>
                  </a:cubicBezTo>
                  <a:cubicBezTo>
                    <a:pt x="586" y="415"/>
                    <a:pt x="837" y="390"/>
                    <a:pt x="1088" y="390"/>
                  </a:cubicBezTo>
                  <a:cubicBezTo>
                    <a:pt x="1266" y="390"/>
                    <a:pt x="1445" y="403"/>
                    <a:pt x="1623" y="429"/>
                  </a:cubicBezTo>
                  <a:cubicBezTo>
                    <a:pt x="1634" y="430"/>
                    <a:pt x="1645" y="431"/>
                    <a:pt x="1656" y="431"/>
                  </a:cubicBezTo>
                  <a:cubicBezTo>
                    <a:pt x="1881" y="431"/>
                    <a:pt x="1966" y="84"/>
                    <a:pt x="1729" y="49"/>
                  </a:cubicBezTo>
                  <a:cubicBezTo>
                    <a:pt x="1510" y="17"/>
                    <a:pt x="1294" y="1"/>
                    <a:pt x="10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0"/>
            <p:cNvSpPr/>
            <p:nvPr/>
          </p:nvSpPr>
          <p:spPr>
            <a:xfrm>
              <a:off x="7635050" y="1127013"/>
              <a:ext cx="35550" cy="34550"/>
            </a:xfrm>
            <a:custGeom>
              <a:rect b="b" l="l" r="r" t="t"/>
              <a:pathLst>
                <a:path extrusionOk="0" h="1382" w="1422">
                  <a:moveTo>
                    <a:pt x="449" y="1"/>
                  </a:moveTo>
                  <a:cubicBezTo>
                    <a:pt x="302" y="1"/>
                    <a:pt x="162" y="65"/>
                    <a:pt x="82" y="212"/>
                  </a:cubicBezTo>
                  <a:cubicBezTo>
                    <a:pt x="1" y="366"/>
                    <a:pt x="138" y="510"/>
                    <a:pt x="270" y="510"/>
                  </a:cubicBezTo>
                  <a:cubicBezTo>
                    <a:pt x="329" y="510"/>
                    <a:pt x="387" y="481"/>
                    <a:pt x="424" y="412"/>
                  </a:cubicBezTo>
                  <a:cubicBezTo>
                    <a:pt x="433" y="396"/>
                    <a:pt x="447" y="389"/>
                    <a:pt x="462" y="389"/>
                  </a:cubicBezTo>
                  <a:cubicBezTo>
                    <a:pt x="509" y="389"/>
                    <a:pt x="573" y="455"/>
                    <a:pt x="582" y="493"/>
                  </a:cubicBezTo>
                  <a:cubicBezTo>
                    <a:pt x="613" y="656"/>
                    <a:pt x="387" y="790"/>
                    <a:pt x="273" y="848"/>
                  </a:cubicBezTo>
                  <a:cubicBezTo>
                    <a:pt x="132" y="916"/>
                    <a:pt x="155" y="1113"/>
                    <a:pt x="273" y="1187"/>
                  </a:cubicBezTo>
                  <a:cubicBezTo>
                    <a:pt x="479" y="1319"/>
                    <a:pt x="704" y="1381"/>
                    <a:pt x="937" y="1381"/>
                  </a:cubicBezTo>
                  <a:cubicBezTo>
                    <a:pt x="1019" y="1381"/>
                    <a:pt x="1102" y="1374"/>
                    <a:pt x="1186" y="1359"/>
                  </a:cubicBezTo>
                  <a:cubicBezTo>
                    <a:pt x="1421" y="1317"/>
                    <a:pt x="1340" y="976"/>
                    <a:pt x="1121" y="976"/>
                  </a:cubicBezTo>
                  <a:cubicBezTo>
                    <a:pt x="1108" y="976"/>
                    <a:pt x="1095" y="977"/>
                    <a:pt x="1081" y="979"/>
                  </a:cubicBezTo>
                  <a:cubicBezTo>
                    <a:pt x="1032" y="988"/>
                    <a:pt x="984" y="993"/>
                    <a:pt x="936" y="993"/>
                  </a:cubicBezTo>
                  <a:cubicBezTo>
                    <a:pt x="876" y="993"/>
                    <a:pt x="817" y="986"/>
                    <a:pt x="759" y="972"/>
                  </a:cubicBezTo>
                  <a:lnTo>
                    <a:pt x="759" y="972"/>
                  </a:lnTo>
                  <a:cubicBezTo>
                    <a:pt x="955" y="770"/>
                    <a:pt x="1068" y="490"/>
                    <a:pt x="892" y="232"/>
                  </a:cubicBezTo>
                  <a:cubicBezTo>
                    <a:pt x="794" y="87"/>
                    <a:pt x="618" y="1"/>
                    <a:pt x="44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0"/>
            <p:cNvSpPr/>
            <p:nvPr/>
          </p:nvSpPr>
          <p:spPr>
            <a:xfrm>
              <a:off x="7699200" y="1165413"/>
              <a:ext cx="32700" cy="12000"/>
            </a:xfrm>
            <a:custGeom>
              <a:rect b="b" l="l" r="r" t="t"/>
              <a:pathLst>
                <a:path extrusionOk="0" h="480" w="1308">
                  <a:moveTo>
                    <a:pt x="1081" y="0"/>
                  </a:moveTo>
                  <a:cubicBezTo>
                    <a:pt x="1073" y="0"/>
                    <a:pt x="1065" y="1"/>
                    <a:pt x="1056" y="2"/>
                  </a:cubicBezTo>
                  <a:cubicBezTo>
                    <a:pt x="787" y="29"/>
                    <a:pt x="520" y="58"/>
                    <a:pt x="252" y="85"/>
                  </a:cubicBezTo>
                  <a:cubicBezTo>
                    <a:pt x="9" y="110"/>
                    <a:pt x="0" y="480"/>
                    <a:pt x="229" y="480"/>
                  </a:cubicBezTo>
                  <a:cubicBezTo>
                    <a:pt x="236" y="480"/>
                    <a:pt x="244" y="479"/>
                    <a:pt x="252" y="478"/>
                  </a:cubicBezTo>
                  <a:cubicBezTo>
                    <a:pt x="521" y="451"/>
                    <a:pt x="789" y="423"/>
                    <a:pt x="1056" y="395"/>
                  </a:cubicBezTo>
                  <a:cubicBezTo>
                    <a:pt x="1299" y="372"/>
                    <a:pt x="1308" y="0"/>
                    <a:pt x="108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0"/>
            <p:cNvSpPr/>
            <p:nvPr/>
          </p:nvSpPr>
          <p:spPr>
            <a:xfrm>
              <a:off x="7761425" y="1134163"/>
              <a:ext cx="44525" cy="67250"/>
            </a:xfrm>
            <a:custGeom>
              <a:rect b="b" l="l" r="r" t="t"/>
              <a:pathLst>
                <a:path extrusionOk="0" h="2690" w="1781">
                  <a:moveTo>
                    <a:pt x="861" y="1"/>
                  </a:moveTo>
                  <a:cubicBezTo>
                    <a:pt x="737" y="1"/>
                    <a:pt x="612" y="18"/>
                    <a:pt x="503" y="39"/>
                  </a:cubicBezTo>
                  <a:cubicBezTo>
                    <a:pt x="267" y="84"/>
                    <a:pt x="347" y="423"/>
                    <a:pt x="565" y="423"/>
                  </a:cubicBezTo>
                  <a:cubicBezTo>
                    <a:pt x="579" y="423"/>
                    <a:pt x="593" y="421"/>
                    <a:pt x="607" y="419"/>
                  </a:cubicBezTo>
                  <a:cubicBezTo>
                    <a:pt x="656" y="409"/>
                    <a:pt x="706" y="403"/>
                    <a:pt x="755" y="403"/>
                  </a:cubicBezTo>
                  <a:cubicBezTo>
                    <a:pt x="970" y="403"/>
                    <a:pt x="1142" y="511"/>
                    <a:pt x="927" y="819"/>
                  </a:cubicBezTo>
                  <a:cubicBezTo>
                    <a:pt x="836" y="950"/>
                    <a:pt x="672" y="1044"/>
                    <a:pt x="567" y="1173"/>
                  </a:cubicBezTo>
                  <a:cubicBezTo>
                    <a:pt x="468" y="1298"/>
                    <a:pt x="519" y="1509"/>
                    <a:pt x="701" y="1509"/>
                  </a:cubicBezTo>
                  <a:cubicBezTo>
                    <a:pt x="702" y="1509"/>
                    <a:pt x="704" y="1509"/>
                    <a:pt x="706" y="1509"/>
                  </a:cubicBezTo>
                  <a:cubicBezTo>
                    <a:pt x="740" y="1507"/>
                    <a:pt x="774" y="1506"/>
                    <a:pt x="807" y="1506"/>
                  </a:cubicBezTo>
                  <a:cubicBezTo>
                    <a:pt x="896" y="1506"/>
                    <a:pt x="985" y="1514"/>
                    <a:pt x="1071" y="1529"/>
                  </a:cubicBezTo>
                  <a:cubicBezTo>
                    <a:pt x="1284" y="1786"/>
                    <a:pt x="1257" y="1962"/>
                    <a:pt x="995" y="2062"/>
                  </a:cubicBezTo>
                  <a:cubicBezTo>
                    <a:pt x="766" y="2205"/>
                    <a:pt x="519" y="2274"/>
                    <a:pt x="252" y="2295"/>
                  </a:cubicBezTo>
                  <a:cubicBezTo>
                    <a:pt x="8" y="2316"/>
                    <a:pt x="1" y="2690"/>
                    <a:pt x="233" y="2690"/>
                  </a:cubicBezTo>
                  <a:cubicBezTo>
                    <a:pt x="239" y="2690"/>
                    <a:pt x="246" y="2690"/>
                    <a:pt x="252" y="2689"/>
                  </a:cubicBezTo>
                  <a:cubicBezTo>
                    <a:pt x="730" y="2649"/>
                    <a:pt x="1552" y="2423"/>
                    <a:pt x="1682" y="1869"/>
                  </a:cubicBezTo>
                  <a:cubicBezTo>
                    <a:pt x="1781" y="1455"/>
                    <a:pt x="1474" y="1246"/>
                    <a:pt x="1131" y="1161"/>
                  </a:cubicBezTo>
                  <a:lnTo>
                    <a:pt x="1131" y="1161"/>
                  </a:lnTo>
                  <a:cubicBezTo>
                    <a:pt x="1369" y="933"/>
                    <a:pt x="1597" y="683"/>
                    <a:pt x="1463" y="335"/>
                  </a:cubicBezTo>
                  <a:cubicBezTo>
                    <a:pt x="1362" y="74"/>
                    <a:pt x="1114" y="1"/>
                    <a:pt x="86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0"/>
            <p:cNvSpPr/>
            <p:nvPr/>
          </p:nvSpPr>
          <p:spPr>
            <a:xfrm>
              <a:off x="7837675" y="1132988"/>
              <a:ext cx="46300" cy="67125"/>
            </a:xfrm>
            <a:custGeom>
              <a:rect b="b" l="l" r="r" t="t"/>
              <a:pathLst>
                <a:path extrusionOk="0" h="2685" w="1852">
                  <a:moveTo>
                    <a:pt x="1396" y="1"/>
                  </a:moveTo>
                  <a:cubicBezTo>
                    <a:pt x="1390" y="1"/>
                    <a:pt x="1383" y="1"/>
                    <a:pt x="1377" y="2"/>
                  </a:cubicBezTo>
                  <a:cubicBezTo>
                    <a:pt x="642" y="65"/>
                    <a:pt x="1" y="687"/>
                    <a:pt x="62" y="1458"/>
                  </a:cubicBezTo>
                  <a:cubicBezTo>
                    <a:pt x="117" y="2166"/>
                    <a:pt x="774" y="2685"/>
                    <a:pt x="1456" y="2685"/>
                  </a:cubicBezTo>
                  <a:cubicBezTo>
                    <a:pt x="1504" y="2685"/>
                    <a:pt x="1551" y="2682"/>
                    <a:pt x="1599" y="2677"/>
                  </a:cubicBezTo>
                  <a:cubicBezTo>
                    <a:pt x="1839" y="2651"/>
                    <a:pt x="1851" y="2282"/>
                    <a:pt x="1623" y="2282"/>
                  </a:cubicBezTo>
                  <a:cubicBezTo>
                    <a:pt x="1615" y="2282"/>
                    <a:pt x="1607" y="2283"/>
                    <a:pt x="1599" y="2284"/>
                  </a:cubicBezTo>
                  <a:cubicBezTo>
                    <a:pt x="1560" y="2288"/>
                    <a:pt x="1521" y="2290"/>
                    <a:pt x="1483" y="2290"/>
                  </a:cubicBezTo>
                  <a:cubicBezTo>
                    <a:pt x="1025" y="2290"/>
                    <a:pt x="569" y="2004"/>
                    <a:pt x="468" y="1529"/>
                  </a:cubicBezTo>
                  <a:cubicBezTo>
                    <a:pt x="350" y="968"/>
                    <a:pt x="834" y="441"/>
                    <a:pt x="1377" y="395"/>
                  </a:cubicBezTo>
                  <a:cubicBezTo>
                    <a:pt x="1620" y="374"/>
                    <a:pt x="1630" y="1"/>
                    <a:pt x="13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0"/>
            <p:cNvSpPr/>
            <p:nvPr/>
          </p:nvSpPr>
          <p:spPr>
            <a:xfrm>
              <a:off x="7882750" y="1134413"/>
              <a:ext cx="59200" cy="60075"/>
            </a:xfrm>
            <a:custGeom>
              <a:rect b="b" l="l" r="r" t="t"/>
              <a:pathLst>
                <a:path extrusionOk="0" h="2403" w="2368">
                  <a:moveTo>
                    <a:pt x="1007" y="422"/>
                  </a:moveTo>
                  <a:cubicBezTo>
                    <a:pt x="1038" y="422"/>
                    <a:pt x="1070" y="429"/>
                    <a:pt x="1101" y="444"/>
                  </a:cubicBezTo>
                  <a:cubicBezTo>
                    <a:pt x="1131" y="458"/>
                    <a:pt x="1161" y="464"/>
                    <a:pt x="1189" y="464"/>
                  </a:cubicBezTo>
                  <a:cubicBezTo>
                    <a:pt x="1232" y="464"/>
                    <a:pt x="1273" y="450"/>
                    <a:pt x="1306" y="426"/>
                  </a:cubicBezTo>
                  <a:lnTo>
                    <a:pt x="1306" y="426"/>
                  </a:lnTo>
                  <a:cubicBezTo>
                    <a:pt x="1623" y="564"/>
                    <a:pt x="1875" y="846"/>
                    <a:pt x="1890" y="1207"/>
                  </a:cubicBezTo>
                  <a:cubicBezTo>
                    <a:pt x="1904" y="1571"/>
                    <a:pt x="1655" y="1935"/>
                    <a:pt x="1289" y="1999"/>
                  </a:cubicBezTo>
                  <a:cubicBezTo>
                    <a:pt x="1222" y="2011"/>
                    <a:pt x="1160" y="2016"/>
                    <a:pt x="1103" y="2016"/>
                  </a:cubicBezTo>
                  <a:cubicBezTo>
                    <a:pt x="137" y="2016"/>
                    <a:pt x="540" y="422"/>
                    <a:pt x="1007" y="422"/>
                  </a:cubicBezTo>
                  <a:close/>
                  <a:moveTo>
                    <a:pt x="1256" y="1"/>
                  </a:moveTo>
                  <a:cubicBezTo>
                    <a:pt x="1211" y="1"/>
                    <a:pt x="1173" y="18"/>
                    <a:pt x="1144" y="45"/>
                  </a:cubicBezTo>
                  <a:lnTo>
                    <a:pt x="1144" y="45"/>
                  </a:lnTo>
                  <a:cubicBezTo>
                    <a:pt x="1089" y="31"/>
                    <a:pt x="1036" y="25"/>
                    <a:pt x="985" y="25"/>
                  </a:cubicBezTo>
                  <a:cubicBezTo>
                    <a:pt x="518" y="25"/>
                    <a:pt x="212" y="560"/>
                    <a:pt x="123" y="1021"/>
                  </a:cubicBezTo>
                  <a:cubicBezTo>
                    <a:pt x="0" y="1658"/>
                    <a:pt x="328" y="2280"/>
                    <a:pt x="997" y="2388"/>
                  </a:cubicBezTo>
                  <a:cubicBezTo>
                    <a:pt x="1055" y="2398"/>
                    <a:pt x="1113" y="2403"/>
                    <a:pt x="1170" y="2403"/>
                  </a:cubicBezTo>
                  <a:cubicBezTo>
                    <a:pt x="1719" y="2403"/>
                    <a:pt x="2179" y="1969"/>
                    <a:pt x="2265" y="1419"/>
                  </a:cubicBezTo>
                  <a:cubicBezTo>
                    <a:pt x="2368" y="766"/>
                    <a:pt x="1917" y="211"/>
                    <a:pt x="1320" y="12"/>
                  </a:cubicBezTo>
                  <a:cubicBezTo>
                    <a:pt x="1297" y="4"/>
                    <a:pt x="1276" y="1"/>
                    <a:pt x="125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0"/>
            <p:cNvSpPr/>
            <p:nvPr/>
          </p:nvSpPr>
          <p:spPr>
            <a:xfrm>
              <a:off x="7932000" y="1130813"/>
              <a:ext cx="35650" cy="62350"/>
            </a:xfrm>
            <a:custGeom>
              <a:rect b="b" l="l" r="r" t="t"/>
              <a:pathLst>
                <a:path extrusionOk="0" h="2494" w="1426">
                  <a:moveTo>
                    <a:pt x="937" y="1"/>
                  </a:moveTo>
                  <a:cubicBezTo>
                    <a:pt x="892" y="1"/>
                    <a:pt x="846" y="19"/>
                    <a:pt x="806" y="62"/>
                  </a:cubicBezTo>
                  <a:cubicBezTo>
                    <a:pt x="543" y="338"/>
                    <a:pt x="272" y="696"/>
                    <a:pt x="461" y="1086"/>
                  </a:cubicBezTo>
                  <a:cubicBezTo>
                    <a:pt x="544" y="1258"/>
                    <a:pt x="693" y="1328"/>
                    <a:pt x="815" y="1463"/>
                  </a:cubicBezTo>
                  <a:cubicBezTo>
                    <a:pt x="1253" y="1948"/>
                    <a:pt x="666" y="2093"/>
                    <a:pt x="255" y="2100"/>
                  </a:cubicBezTo>
                  <a:cubicBezTo>
                    <a:pt x="3" y="2106"/>
                    <a:pt x="0" y="2494"/>
                    <a:pt x="249" y="2494"/>
                  </a:cubicBezTo>
                  <a:cubicBezTo>
                    <a:pt x="251" y="2494"/>
                    <a:pt x="253" y="2494"/>
                    <a:pt x="255" y="2494"/>
                  </a:cubicBezTo>
                  <a:cubicBezTo>
                    <a:pt x="727" y="2485"/>
                    <a:pt x="1367" y="2368"/>
                    <a:pt x="1412" y="1778"/>
                  </a:cubicBezTo>
                  <a:cubicBezTo>
                    <a:pt x="1426" y="1580"/>
                    <a:pt x="1336" y="1413"/>
                    <a:pt x="1201" y="1277"/>
                  </a:cubicBezTo>
                  <a:cubicBezTo>
                    <a:pt x="1114" y="1187"/>
                    <a:pt x="989" y="1127"/>
                    <a:pt x="909" y="1029"/>
                  </a:cubicBezTo>
                  <a:cubicBezTo>
                    <a:pt x="696" y="776"/>
                    <a:pt x="899" y="534"/>
                    <a:pt x="1085" y="339"/>
                  </a:cubicBezTo>
                  <a:cubicBezTo>
                    <a:pt x="1219" y="198"/>
                    <a:pt x="1085" y="1"/>
                    <a:pt x="93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0"/>
            <p:cNvSpPr/>
            <p:nvPr/>
          </p:nvSpPr>
          <p:spPr>
            <a:xfrm>
              <a:off x="8032875" y="1119438"/>
              <a:ext cx="51475" cy="81525"/>
            </a:xfrm>
            <a:custGeom>
              <a:rect b="b" l="l" r="r" t="t"/>
              <a:pathLst>
                <a:path extrusionOk="0" h="3261" w="2059">
                  <a:moveTo>
                    <a:pt x="897" y="360"/>
                  </a:moveTo>
                  <a:cubicBezTo>
                    <a:pt x="1094" y="360"/>
                    <a:pt x="1191" y="486"/>
                    <a:pt x="1190" y="737"/>
                  </a:cubicBezTo>
                  <a:cubicBezTo>
                    <a:pt x="1413" y="1010"/>
                    <a:pt x="1352" y="1172"/>
                    <a:pt x="1005" y="1219"/>
                  </a:cubicBezTo>
                  <a:cubicBezTo>
                    <a:pt x="861" y="1248"/>
                    <a:pt x="714" y="1267"/>
                    <a:pt x="565" y="1269"/>
                  </a:cubicBezTo>
                  <a:lnTo>
                    <a:pt x="565" y="1269"/>
                  </a:lnTo>
                  <a:cubicBezTo>
                    <a:pt x="559" y="977"/>
                    <a:pt x="550" y="685"/>
                    <a:pt x="538" y="393"/>
                  </a:cubicBezTo>
                  <a:lnTo>
                    <a:pt x="538" y="393"/>
                  </a:lnTo>
                  <a:cubicBezTo>
                    <a:pt x="616" y="383"/>
                    <a:pt x="694" y="377"/>
                    <a:pt x="774" y="373"/>
                  </a:cubicBezTo>
                  <a:cubicBezTo>
                    <a:pt x="818" y="364"/>
                    <a:pt x="859" y="360"/>
                    <a:pt x="897" y="360"/>
                  </a:cubicBezTo>
                  <a:close/>
                  <a:moveTo>
                    <a:pt x="621" y="1661"/>
                  </a:moveTo>
                  <a:cubicBezTo>
                    <a:pt x="1060" y="1661"/>
                    <a:pt x="2059" y="1866"/>
                    <a:pt x="1421" y="2440"/>
                  </a:cubicBezTo>
                  <a:cubicBezTo>
                    <a:pt x="1221" y="2619"/>
                    <a:pt x="875" y="2718"/>
                    <a:pt x="575" y="2800"/>
                  </a:cubicBezTo>
                  <a:lnTo>
                    <a:pt x="575" y="2800"/>
                  </a:lnTo>
                  <a:cubicBezTo>
                    <a:pt x="578" y="2421"/>
                    <a:pt x="577" y="2043"/>
                    <a:pt x="572" y="1665"/>
                  </a:cubicBezTo>
                  <a:lnTo>
                    <a:pt x="572" y="1665"/>
                  </a:lnTo>
                  <a:cubicBezTo>
                    <a:pt x="588" y="1663"/>
                    <a:pt x="604" y="1662"/>
                    <a:pt x="620" y="1661"/>
                  </a:cubicBezTo>
                  <a:lnTo>
                    <a:pt x="620" y="1661"/>
                  </a:lnTo>
                  <a:cubicBezTo>
                    <a:pt x="621" y="1661"/>
                    <a:pt x="621" y="1661"/>
                    <a:pt x="621" y="1661"/>
                  </a:cubicBezTo>
                  <a:close/>
                  <a:moveTo>
                    <a:pt x="757" y="0"/>
                  </a:moveTo>
                  <a:cubicBezTo>
                    <a:pt x="558" y="0"/>
                    <a:pt x="359" y="25"/>
                    <a:pt x="189" y="56"/>
                  </a:cubicBezTo>
                  <a:cubicBezTo>
                    <a:pt x="0" y="89"/>
                    <a:pt x="17" y="319"/>
                    <a:pt x="146" y="405"/>
                  </a:cubicBezTo>
                  <a:lnTo>
                    <a:pt x="146" y="405"/>
                  </a:lnTo>
                  <a:cubicBezTo>
                    <a:pt x="181" y="1291"/>
                    <a:pt x="194" y="2178"/>
                    <a:pt x="179" y="3063"/>
                  </a:cubicBezTo>
                  <a:cubicBezTo>
                    <a:pt x="178" y="3170"/>
                    <a:pt x="272" y="3260"/>
                    <a:pt x="375" y="3260"/>
                  </a:cubicBezTo>
                  <a:cubicBezTo>
                    <a:pt x="393" y="3260"/>
                    <a:pt x="411" y="3258"/>
                    <a:pt x="429" y="3252"/>
                  </a:cubicBezTo>
                  <a:cubicBezTo>
                    <a:pt x="960" y="3088"/>
                    <a:pt x="2042" y="2858"/>
                    <a:pt x="2020" y="2127"/>
                  </a:cubicBezTo>
                  <a:cubicBezTo>
                    <a:pt x="2009" y="1749"/>
                    <a:pt x="1794" y="1526"/>
                    <a:pt x="1509" y="1402"/>
                  </a:cubicBezTo>
                  <a:lnTo>
                    <a:pt x="1509" y="1402"/>
                  </a:lnTo>
                  <a:cubicBezTo>
                    <a:pt x="1736" y="1252"/>
                    <a:pt x="1881" y="1024"/>
                    <a:pt x="1820" y="684"/>
                  </a:cubicBezTo>
                  <a:cubicBezTo>
                    <a:pt x="1722" y="143"/>
                    <a:pt x="1238" y="0"/>
                    <a:pt x="75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3130" name="Google Shape;3130;p50"/>
          <p:cNvCxnSpPr>
            <a:stCxn id="2965" idx="6"/>
            <a:endCxn id="2966" idx="2"/>
          </p:cNvCxnSpPr>
          <p:nvPr/>
        </p:nvCxnSpPr>
        <p:spPr>
          <a:xfrm>
            <a:off x="4063025" y="2197525"/>
            <a:ext cx="1017900" cy="0"/>
          </a:xfrm>
          <a:prstGeom prst="straightConnector1">
            <a:avLst/>
          </a:prstGeom>
          <a:noFill/>
          <a:ln cap="flat" cmpd="sng" w="9525">
            <a:solidFill>
              <a:srgbClr val="000000"/>
            </a:solidFill>
            <a:prstDash val="solid"/>
            <a:round/>
            <a:headEnd len="med" w="med" type="none"/>
            <a:tailEnd len="med" w="med" type="none"/>
          </a:ln>
        </p:spPr>
      </p:cxnSp>
      <p:cxnSp>
        <p:nvCxnSpPr>
          <p:cNvPr id="3131" name="Google Shape;3131;p50"/>
          <p:cNvCxnSpPr>
            <a:stCxn id="2968" idx="6"/>
            <a:endCxn id="2967" idx="2"/>
          </p:cNvCxnSpPr>
          <p:nvPr/>
        </p:nvCxnSpPr>
        <p:spPr>
          <a:xfrm>
            <a:off x="4063025" y="3339050"/>
            <a:ext cx="1017900" cy="0"/>
          </a:xfrm>
          <a:prstGeom prst="straightConnector1">
            <a:avLst/>
          </a:prstGeom>
          <a:noFill/>
          <a:ln cap="flat" cmpd="sng" w="9525">
            <a:solidFill>
              <a:srgbClr val="000000"/>
            </a:solidFill>
            <a:prstDash val="solid"/>
            <a:round/>
            <a:headEnd len="med" w="med" type="none"/>
            <a:tailEnd len="med" w="med" type="none"/>
          </a:ln>
        </p:spPr>
      </p:cxn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35" name="Shape 3135"/>
        <p:cNvGrpSpPr/>
        <p:nvPr/>
      </p:nvGrpSpPr>
      <p:grpSpPr>
        <a:xfrm>
          <a:off x="0" y="0"/>
          <a:ext cx="0" cy="0"/>
          <a:chOff x="0" y="0"/>
          <a:chExt cx="0" cy="0"/>
        </a:xfrm>
      </p:grpSpPr>
      <p:sp>
        <p:nvSpPr>
          <p:cNvPr id="3136" name="Google Shape;3136;p51"/>
          <p:cNvSpPr txBox="1"/>
          <p:nvPr>
            <p:ph idx="5" type="subTitle"/>
          </p:nvPr>
        </p:nvSpPr>
        <p:spPr>
          <a:xfrm>
            <a:off x="7084550" y="4208775"/>
            <a:ext cx="913800" cy="394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Progress:</a:t>
            </a:r>
            <a:endParaRPr/>
          </a:p>
        </p:txBody>
      </p:sp>
      <p:sp>
        <p:nvSpPr>
          <p:cNvPr id="3137" name="Google Shape;3137;p51"/>
          <p:cNvSpPr/>
          <p:nvPr/>
        </p:nvSpPr>
        <p:spPr>
          <a:xfrm>
            <a:off x="4029013" y="3224956"/>
            <a:ext cx="1086000" cy="10860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76200">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1"/>
          <p:cNvSpPr/>
          <p:nvPr/>
        </p:nvSpPr>
        <p:spPr>
          <a:xfrm>
            <a:off x="4029013" y="1621631"/>
            <a:ext cx="1086000" cy="10860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76200">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1"/>
          <p:cNvSpPr txBox="1"/>
          <p:nvPr>
            <p:ph idx="1" type="subTitle"/>
          </p:nvPr>
        </p:nvSpPr>
        <p:spPr>
          <a:xfrm>
            <a:off x="720000" y="1621625"/>
            <a:ext cx="2907600" cy="713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THERE CAN BE TWO PATHS...</a:t>
            </a:r>
            <a:endParaRPr/>
          </a:p>
        </p:txBody>
      </p:sp>
      <p:sp>
        <p:nvSpPr>
          <p:cNvPr id="3140" name="Google Shape;3140;p51"/>
          <p:cNvSpPr txBox="1"/>
          <p:nvPr>
            <p:ph idx="2" type="subTitle"/>
          </p:nvPr>
        </p:nvSpPr>
        <p:spPr>
          <a:xfrm>
            <a:off x="720000" y="3276075"/>
            <a:ext cx="2907600" cy="713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BUT ONLY ONE HAS THE SOLUTION</a:t>
            </a:r>
            <a:endParaRPr/>
          </a:p>
        </p:txBody>
      </p:sp>
      <p:sp>
        <p:nvSpPr>
          <p:cNvPr id="3141" name="Google Shape;3141;p51"/>
          <p:cNvSpPr txBox="1"/>
          <p:nvPr>
            <p:ph idx="3" type="subTitle"/>
          </p:nvPr>
        </p:nvSpPr>
        <p:spPr>
          <a:xfrm>
            <a:off x="720000" y="2075761"/>
            <a:ext cx="2907600" cy="713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It’s OK if you have different paths for solving a math problem. Hooray: You’re actually on the right track!</a:t>
            </a:r>
            <a:endParaRPr/>
          </a:p>
        </p:txBody>
      </p:sp>
      <p:sp>
        <p:nvSpPr>
          <p:cNvPr id="3142" name="Google Shape;3142;p51"/>
          <p:cNvSpPr txBox="1"/>
          <p:nvPr>
            <p:ph idx="4" type="subTitle"/>
          </p:nvPr>
        </p:nvSpPr>
        <p:spPr>
          <a:xfrm>
            <a:off x="720000" y="3730211"/>
            <a:ext cx="2907600" cy="713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It may come to you just in the verge of giving up, so keep trying. You will find the answer if you are prepared!</a:t>
            </a:r>
            <a:endParaRPr/>
          </a:p>
        </p:txBody>
      </p:sp>
      <p:sp>
        <p:nvSpPr>
          <p:cNvPr id="3143" name="Google Shape;3143;p51"/>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Are you </a:t>
            </a:r>
            <a:r>
              <a:rPr b="1" lang="en">
                <a:solidFill>
                  <a:schemeClr val="accent4"/>
                </a:solidFill>
              </a:rPr>
              <a:t>STUCK?</a:t>
            </a:r>
            <a:endParaRPr b="1">
              <a:solidFill>
                <a:schemeClr val="accent4"/>
              </a:solidFill>
            </a:endParaRPr>
          </a:p>
        </p:txBody>
      </p:sp>
      <p:grpSp>
        <p:nvGrpSpPr>
          <p:cNvPr id="3144" name="Google Shape;3144;p51"/>
          <p:cNvGrpSpPr/>
          <p:nvPr/>
        </p:nvGrpSpPr>
        <p:grpSpPr>
          <a:xfrm>
            <a:off x="5552875" y="584550"/>
            <a:ext cx="2018808" cy="4754978"/>
            <a:chOff x="5552875" y="584550"/>
            <a:chExt cx="2018808" cy="4754978"/>
          </a:xfrm>
        </p:grpSpPr>
        <p:sp>
          <p:nvSpPr>
            <p:cNvPr id="3145" name="Google Shape;3145;p51"/>
            <p:cNvSpPr/>
            <p:nvPr/>
          </p:nvSpPr>
          <p:spPr>
            <a:xfrm>
              <a:off x="6920912" y="4988517"/>
              <a:ext cx="650771" cy="299114"/>
            </a:xfrm>
            <a:custGeom>
              <a:rect b="b" l="l" r="r" t="t"/>
              <a:pathLst>
                <a:path extrusionOk="0" h="11135" w="24226">
                  <a:moveTo>
                    <a:pt x="6484" y="1"/>
                  </a:moveTo>
                  <a:cubicBezTo>
                    <a:pt x="6119" y="1"/>
                    <a:pt x="5731" y="136"/>
                    <a:pt x="5542" y="633"/>
                  </a:cubicBezTo>
                  <a:cubicBezTo>
                    <a:pt x="5376" y="1069"/>
                    <a:pt x="5747" y="2789"/>
                    <a:pt x="3440" y="3541"/>
                  </a:cubicBezTo>
                  <a:cubicBezTo>
                    <a:pt x="2989" y="3688"/>
                    <a:pt x="2666" y="3749"/>
                    <a:pt x="2431" y="3749"/>
                  </a:cubicBezTo>
                  <a:cubicBezTo>
                    <a:pt x="1334" y="3749"/>
                    <a:pt x="2110" y="2442"/>
                    <a:pt x="443" y="2442"/>
                  </a:cubicBezTo>
                  <a:cubicBezTo>
                    <a:pt x="340" y="2442"/>
                    <a:pt x="229" y="2447"/>
                    <a:pt x="107" y="2457"/>
                  </a:cubicBezTo>
                  <a:cubicBezTo>
                    <a:pt x="107" y="2457"/>
                    <a:pt x="101" y="2443"/>
                    <a:pt x="94" y="2443"/>
                  </a:cubicBezTo>
                  <a:cubicBezTo>
                    <a:pt x="61" y="2443"/>
                    <a:pt x="0" y="2719"/>
                    <a:pt x="326" y="5721"/>
                  </a:cubicBezTo>
                  <a:cubicBezTo>
                    <a:pt x="695" y="9124"/>
                    <a:pt x="1110" y="10677"/>
                    <a:pt x="1399" y="10894"/>
                  </a:cubicBezTo>
                  <a:cubicBezTo>
                    <a:pt x="1583" y="11032"/>
                    <a:pt x="1984" y="11135"/>
                    <a:pt x="2797" y="11135"/>
                  </a:cubicBezTo>
                  <a:cubicBezTo>
                    <a:pt x="3256" y="11135"/>
                    <a:pt x="3847" y="11102"/>
                    <a:pt x="4605" y="11023"/>
                  </a:cubicBezTo>
                  <a:cubicBezTo>
                    <a:pt x="6701" y="10806"/>
                    <a:pt x="7900" y="9622"/>
                    <a:pt x="9835" y="8814"/>
                  </a:cubicBezTo>
                  <a:cubicBezTo>
                    <a:pt x="13368" y="7335"/>
                    <a:pt x="14344" y="7771"/>
                    <a:pt x="18026" y="7352"/>
                  </a:cubicBezTo>
                  <a:cubicBezTo>
                    <a:pt x="22844" y="6807"/>
                    <a:pt x="23605" y="4482"/>
                    <a:pt x="23801" y="3742"/>
                  </a:cubicBezTo>
                  <a:cubicBezTo>
                    <a:pt x="24226" y="2134"/>
                    <a:pt x="23130" y="1181"/>
                    <a:pt x="21371" y="1085"/>
                  </a:cubicBezTo>
                  <a:cubicBezTo>
                    <a:pt x="21321" y="1083"/>
                    <a:pt x="21269" y="1081"/>
                    <a:pt x="21216" y="1081"/>
                  </a:cubicBezTo>
                  <a:cubicBezTo>
                    <a:pt x="19619" y="1081"/>
                    <a:pt x="16756" y="2289"/>
                    <a:pt x="14236" y="2289"/>
                  </a:cubicBezTo>
                  <a:cubicBezTo>
                    <a:pt x="13910" y="2289"/>
                    <a:pt x="13589" y="2269"/>
                    <a:pt x="13278" y="2223"/>
                  </a:cubicBezTo>
                  <a:cubicBezTo>
                    <a:pt x="10484" y="1814"/>
                    <a:pt x="7317" y="190"/>
                    <a:pt x="7317" y="190"/>
                  </a:cubicBezTo>
                  <a:cubicBezTo>
                    <a:pt x="7317" y="190"/>
                    <a:pt x="6917" y="1"/>
                    <a:pt x="648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1"/>
            <p:cNvSpPr/>
            <p:nvPr/>
          </p:nvSpPr>
          <p:spPr>
            <a:xfrm>
              <a:off x="6828775" y="4747913"/>
              <a:ext cx="263226" cy="361730"/>
            </a:xfrm>
            <a:custGeom>
              <a:rect b="b" l="l" r="r" t="t"/>
              <a:pathLst>
                <a:path extrusionOk="0" h="13466" w="9799">
                  <a:moveTo>
                    <a:pt x="5484" y="0"/>
                  </a:moveTo>
                  <a:lnTo>
                    <a:pt x="0" y="2503"/>
                  </a:lnTo>
                  <a:lnTo>
                    <a:pt x="4283" y="13466"/>
                  </a:lnTo>
                  <a:lnTo>
                    <a:pt x="9798" y="11255"/>
                  </a:lnTo>
                  <a:lnTo>
                    <a:pt x="5484" y="0"/>
                  </a:ln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1"/>
            <p:cNvSpPr/>
            <p:nvPr/>
          </p:nvSpPr>
          <p:spPr>
            <a:xfrm>
              <a:off x="6890182" y="4954107"/>
              <a:ext cx="648488" cy="287053"/>
            </a:xfrm>
            <a:custGeom>
              <a:rect b="b" l="l" r="r" t="t"/>
              <a:pathLst>
                <a:path extrusionOk="0" h="10686" w="24141">
                  <a:moveTo>
                    <a:pt x="7251" y="1"/>
                  </a:moveTo>
                  <a:cubicBezTo>
                    <a:pt x="6887" y="1"/>
                    <a:pt x="6500" y="136"/>
                    <a:pt x="6311" y="632"/>
                  </a:cubicBezTo>
                  <a:cubicBezTo>
                    <a:pt x="6145" y="1068"/>
                    <a:pt x="6516" y="2788"/>
                    <a:pt x="4208" y="3541"/>
                  </a:cubicBezTo>
                  <a:cubicBezTo>
                    <a:pt x="3653" y="3721"/>
                    <a:pt x="3218" y="3798"/>
                    <a:pt x="2867" y="3798"/>
                  </a:cubicBezTo>
                  <a:cubicBezTo>
                    <a:pt x="1599" y="3798"/>
                    <a:pt x="1418" y="2798"/>
                    <a:pt x="573" y="2063"/>
                  </a:cubicBezTo>
                  <a:cubicBezTo>
                    <a:pt x="566" y="2057"/>
                    <a:pt x="556" y="2054"/>
                    <a:pt x="544" y="2054"/>
                  </a:cubicBezTo>
                  <a:cubicBezTo>
                    <a:pt x="409" y="2054"/>
                    <a:pt x="1" y="2410"/>
                    <a:pt x="47" y="2505"/>
                  </a:cubicBezTo>
                  <a:cubicBezTo>
                    <a:pt x="214" y="2836"/>
                    <a:pt x="852" y="3479"/>
                    <a:pt x="1096" y="5720"/>
                  </a:cubicBezTo>
                  <a:cubicBezTo>
                    <a:pt x="1466" y="9124"/>
                    <a:pt x="1875" y="10298"/>
                    <a:pt x="2164" y="10515"/>
                  </a:cubicBezTo>
                  <a:cubicBezTo>
                    <a:pt x="2313" y="10627"/>
                    <a:pt x="2649" y="10685"/>
                    <a:pt x="3228" y="10685"/>
                  </a:cubicBezTo>
                  <a:cubicBezTo>
                    <a:pt x="3770" y="10685"/>
                    <a:pt x="4526" y="10635"/>
                    <a:pt x="5540" y="10529"/>
                  </a:cubicBezTo>
                  <a:cubicBezTo>
                    <a:pt x="7638" y="10314"/>
                    <a:pt x="8697" y="9335"/>
                    <a:pt x="10632" y="8525"/>
                  </a:cubicBezTo>
                  <a:cubicBezTo>
                    <a:pt x="13202" y="7449"/>
                    <a:pt x="14393" y="7360"/>
                    <a:pt x="16277" y="7360"/>
                  </a:cubicBezTo>
                  <a:cubicBezTo>
                    <a:pt x="16650" y="7360"/>
                    <a:pt x="17051" y="7364"/>
                    <a:pt x="17495" y="7364"/>
                  </a:cubicBezTo>
                  <a:cubicBezTo>
                    <a:pt x="17890" y="7364"/>
                    <a:pt x="18321" y="7361"/>
                    <a:pt x="18797" y="7350"/>
                  </a:cubicBezTo>
                  <a:cubicBezTo>
                    <a:pt x="23597" y="7245"/>
                    <a:pt x="23803" y="4337"/>
                    <a:pt x="23971" y="3590"/>
                  </a:cubicBezTo>
                  <a:cubicBezTo>
                    <a:pt x="24140" y="2843"/>
                    <a:pt x="23127" y="2317"/>
                    <a:pt x="21368" y="2223"/>
                  </a:cubicBezTo>
                  <a:cubicBezTo>
                    <a:pt x="21208" y="2214"/>
                    <a:pt x="21040" y="2210"/>
                    <a:pt x="20864" y="2210"/>
                  </a:cubicBezTo>
                  <a:cubicBezTo>
                    <a:pt x="19678" y="2210"/>
                    <a:pt x="18149" y="2385"/>
                    <a:pt x="16499" y="2385"/>
                  </a:cubicBezTo>
                  <a:cubicBezTo>
                    <a:pt x="15701" y="2385"/>
                    <a:pt x="14876" y="2344"/>
                    <a:pt x="14047" y="2223"/>
                  </a:cubicBezTo>
                  <a:cubicBezTo>
                    <a:pt x="11253" y="1814"/>
                    <a:pt x="8085" y="191"/>
                    <a:pt x="8085" y="191"/>
                  </a:cubicBezTo>
                  <a:cubicBezTo>
                    <a:pt x="8085" y="191"/>
                    <a:pt x="7684" y="1"/>
                    <a:pt x="72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1"/>
            <p:cNvSpPr/>
            <p:nvPr/>
          </p:nvSpPr>
          <p:spPr>
            <a:xfrm>
              <a:off x="7044666" y="4860009"/>
              <a:ext cx="62482" cy="161390"/>
            </a:xfrm>
            <a:custGeom>
              <a:rect b="b" l="l" r="r" t="t"/>
              <a:pathLst>
                <a:path extrusionOk="0" h="6008" w="2326">
                  <a:moveTo>
                    <a:pt x="1508" y="1"/>
                  </a:moveTo>
                  <a:cubicBezTo>
                    <a:pt x="971" y="1"/>
                    <a:pt x="730" y="653"/>
                    <a:pt x="377" y="1771"/>
                  </a:cubicBezTo>
                  <a:cubicBezTo>
                    <a:pt x="1" y="2958"/>
                    <a:pt x="938" y="6008"/>
                    <a:pt x="938" y="6008"/>
                  </a:cubicBezTo>
                  <a:cubicBezTo>
                    <a:pt x="938" y="6008"/>
                    <a:pt x="2325" y="5169"/>
                    <a:pt x="2301" y="4994"/>
                  </a:cubicBezTo>
                  <a:cubicBezTo>
                    <a:pt x="2276" y="4819"/>
                    <a:pt x="1888" y="3821"/>
                    <a:pt x="2001" y="2620"/>
                  </a:cubicBezTo>
                  <a:cubicBezTo>
                    <a:pt x="2114" y="1420"/>
                    <a:pt x="2225" y="96"/>
                    <a:pt x="1613" y="9"/>
                  </a:cubicBezTo>
                  <a:cubicBezTo>
                    <a:pt x="1577" y="3"/>
                    <a:pt x="1542" y="1"/>
                    <a:pt x="15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1"/>
            <p:cNvSpPr/>
            <p:nvPr/>
          </p:nvSpPr>
          <p:spPr>
            <a:xfrm>
              <a:off x="7172181" y="4996012"/>
              <a:ext cx="68043" cy="66028"/>
            </a:xfrm>
            <a:custGeom>
              <a:rect b="b" l="l" r="r" t="t"/>
              <a:pathLst>
                <a:path extrusionOk="0" h="2458" w="2533">
                  <a:moveTo>
                    <a:pt x="910" y="0"/>
                  </a:moveTo>
                  <a:cubicBezTo>
                    <a:pt x="910" y="0"/>
                    <a:pt x="1" y="1361"/>
                    <a:pt x="51" y="2019"/>
                  </a:cubicBezTo>
                  <a:cubicBezTo>
                    <a:pt x="78" y="2376"/>
                    <a:pt x="430" y="2457"/>
                    <a:pt x="745" y="2457"/>
                  </a:cubicBezTo>
                  <a:cubicBezTo>
                    <a:pt x="1011" y="2457"/>
                    <a:pt x="1251" y="2400"/>
                    <a:pt x="1251" y="2400"/>
                  </a:cubicBezTo>
                  <a:lnTo>
                    <a:pt x="2533" y="464"/>
                  </a:lnTo>
                  <a:lnTo>
                    <a:pt x="91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1"/>
            <p:cNvSpPr/>
            <p:nvPr/>
          </p:nvSpPr>
          <p:spPr>
            <a:xfrm>
              <a:off x="7240196" y="5011538"/>
              <a:ext cx="46580" cy="50501"/>
            </a:xfrm>
            <a:custGeom>
              <a:rect b="b" l="l" r="r" t="t"/>
              <a:pathLst>
                <a:path extrusionOk="0" h="1880" w="1734">
                  <a:moveTo>
                    <a:pt x="538" y="0"/>
                  </a:moveTo>
                  <a:cubicBezTo>
                    <a:pt x="538" y="0"/>
                    <a:pt x="8" y="1448"/>
                    <a:pt x="1" y="1805"/>
                  </a:cubicBezTo>
                  <a:cubicBezTo>
                    <a:pt x="1" y="1805"/>
                    <a:pt x="948" y="1861"/>
                    <a:pt x="1193" y="1878"/>
                  </a:cubicBezTo>
                  <a:cubicBezTo>
                    <a:pt x="1208" y="1879"/>
                    <a:pt x="1223" y="1880"/>
                    <a:pt x="1237" y="1880"/>
                  </a:cubicBezTo>
                  <a:cubicBezTo>
                    <a:pt x="1444" y="1880"/>
                    <a:pt x="1494" y="1748"/>
                    <a:pt x="1494" y="1748"/>
                  </a:cubicBezTo>
                  <a:lnTo>
                    <a:pt x="1733" y="165"/>
                  </a:lnTo>
                  <a:lnTo>
                    <a:pt x="53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1"/>
            <p:cNvSpPr/>
            <p:nvPr/>
          </p:nvSpPr>
          <p:spPr>
            <a:xfrm>
              <a:off x="7118134" y="4978874"/>
              <a:ext cx="55390" cy="52973"/>
            </a:xfrm>
            <a:custGeom>
              <a:rect b="b" l="l" r="r" t="t"/>
              <a:pathLst>
                <a:path extrusionOk="0" h="1972" w="2062">
                  <a:moveTo>
                    <a:pt x="1223" y="1"/>
                  </a:moveTo>
                  <a:cubicBezTo>
                    <a:pt x="1223" y="1"/>
                    <a:pt x="1" y="1371"/>
                    <a:pt x="188" y="1580"/>
                  </a:cubicBezTo>
                  <a:cubicBezTo>
                    <a:pt x="377" y="1790"/>
                    <a:pt x="1033" y="1972"/>
                    <a:pt x="1033" y="1972"/>
                  </a:cubicBezTo>
                  <a:lnTo>
                    <a:pt x="2062" y="334"/>
                  </a:lnTo>
                  <a:lnTo>
                    <a:pt x="1223"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1"/>
            <p:cNvSpPr/>
            <p:nvPr/>
          </p:nvSpPr>
          <p:spPr>
            <a:xfrm>
              <a:off x="6005288" y="5126213"/>
              <a:ext cx="341181" cy="213315"/>
            </a:xfrm>
            <a:custGeom>
              <a:rect b="b" l="l" r="r" t="t"/>
              <a:pathLst>
                <a:path extrusionOk="0" h="7941" w="12701">
                  <a:moveTo>
                    <a:pt x="11540" y="1"/>
                  </a:moveTo>
                  <a:cubicBezTo>
                    <a:pt x="11246" y="1"/>
                    <a:pt x="10997" y="27"/>
                    <a:pt x="10997" y="27"/>
                  </a:cubicBezTo>
                  <a:lnTo>
                    <a:pt x="1374" y="3140"/>
                  </a:lnTo>
                  <a:lnTo>
                    <a:pt x="478" y="3917"/>
                  </a:lnTo>
                  <a:cubicBezTo>
                    <a:pt x="478" y="3917"/>
                    <a:pt x="0" y="4724"/>
                    <a:pt x="179" y="5733"/>
                  </a:cubicBezTo>
                  <a:cubicBezTo>
                    <a:pt x="359" y="6741"/>
                    <a:pt x="597" y="7375"/>
                    <a:pt x="2298" y="7692"/>
                  </a:cubicBezTo>
                  <a:cubicBezTo>
                    <a:pt x="3168" y="7854"/>
                    <a:pt x="4139" y="7941"/>
                    <a:pt x="5060" y="7941"/>
                  </a:cubicBezTo>
                  <a:cubicBezTo>
                    <a:pt x="5942" y="7941"/>
                    <a:pt x="6778" y="7861"/>
                    <a:pt x="7436" y="7692"/>
                  </a:cubicBezTo>
                  <a:cubicBezTo>
                    <a:pt x="8781" y="7347"/>
                    <a:pt x="9616" y="6942"/>
                    <a:pt x="9916" y="6164"/>
                  </a:cubicBezTo>
                  <a:cubicBezTo>
                    <a:pt x="10213" y="5387"/>
                    <a:pt x="9826" y="3973"/>
                    <a:pt x="10333" y="3310"/>
                  </a:cubicBezTo>
                  <a:cubicBezTo>
                    <a:pt x="10841" y="2648"/>
                    <a:pt x="11021" y="3079"/>
                    <a:pt x="11588" y="2648"/>
                  </a:cubicBezTo>
                  <a:cubicBezTo>
                    <a:pt x="12156" y="2216"/>
                    <a:pt x="12455" y="1754"/>
                    <a:pt x="12476" y="1301"/>
                  </a:cubicBezTo>
                  <a:cubicBezTo>
                    <a:pt x="12499" y="847"/>
                    <a:pt x="12700" y="365"/>
                    <a:pt x="12363" y="142"/>
                  </a:cubicBezTo>
                  <a:cubicBezTo>
                    <a:pt x="12192" y="29"/>
                    <a:pt x="11842" y="1"/>
                    <a:pt x="1154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1"/>
            <p:cNvSpPr/>
            <p:nvPr/>
          </p:nvSpPr>
          <p:spPr>
            <a:xfrm>
              <a:off x="6161438" y="4761237"/>
              <a:ext cx="161309" cy="330113"/>
            </a:xfrm>
            <a:custGeom>
              <a:rect b="b" l="l" r="r" t="t"/>
              <a:pathLst>
                <a:path extrusionOk="0" h="12289" w="6005">
                  <a:moveTo>
                    <a:pt x="6005" y="0"/>
                  </a:moveTo>
                  <a:lnTo>
                    <a:pt x="0" y="547"/>
                  </a:lnTo>
                  <a:lnTo>
                    <a:pt x="870" y="12289"/>
                  </a:lnTo>
                  <a:lnTo>
                    <a:pt x="5627" y="12289"/>
                  </a:lnTo>
                  <a:lnTo>
                    <a:pt x="6005" y="0"/>
                  </a:ln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1"/>
            <p:cNvSpPr/>
            <p:nvPr/>
          </p:nvSpPr>
          <p:spPr>
            <a:xfrm>
              <a:off x="6132077" y="4971541"/>
              <a:ext cx="166924" cy="84966"/>
            </a:xfrm>
            <a:custGeom>
              <a:rect b="b" l="l" r="r" t="t"/>
              <a:pathLst>
                <a:path extrusionOk="0" h="3163" w="6214">
                  <a:moveTo>
                    <a:pt x="2515" y="0"/>
                  </a:moveTo>
                  <a:cubicBezTo>
                    <a:pt x="1648" y="0"/>
                    <a:pt x="916" y="165"/>
                    <a:pt x="567" y="254"/>
                  </a:cubicBezTo>
                  <a:cubicBezTo>
                    <a:pt x="1" y="396"/>
                    <a:pt x="448" y="2011"/>
                    <a:pt x="448" y="2011"/>
                  </a:cubicBezTo>
                  <a:lnTo>
                    <a:pt x="4660" y="3163"/>
                  </a:lnTo>
                  <a:cubicBezTo>
                    <a:pt x="4660" y="3163"/>
                    <a:pt x="4664" y="3163"/>
                    <a:pt x="4671" y="3163"/>
                  </a:cubicBezTo>
                  <a:cubicBezTo>
                    <a:pt x="4790" y="3163"/>
                    <a:pt x="5807" y="3136"/>
                    <a:pt x="6005" y="2241"/>
                  </a:cubicBezTo>
                  <a:cubicBezTo>
                    <a:pt x="6214" y="1292"/>
                    <a:pt x="5765" y="743"/>
                    <a:pt x="4243" y="254"/>
                  </a:cubicBezTo>
                  <a:cubicBezTo>
                    <a:pt x="3655" y="65"/>
                    <a:pt x="3058" y="0"/>
                    <a:pt x="25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1"/>
            <p:cNvSpPr/>
            <p:nvPr/>
          </p:nvSpPr>
          <p:spPr>
            <a:xfrm>
              <a:off x="6016543" y="5007401"/>
              <a:ext cx="322377" cy="280149"/>
            </a:xfrm>
            <a:custGeom>
              <a:rect b="b" l="l" r="r" t="t"/>
              <a:pathLst>
                <a:path extrusionOk="0" h="10429" w="12001">
                  <a:moveTo>
                    <a:pt x="11444" y="0"/>
                  </a:moveTo>
                  <a:cubicBezTo>
                    <a:pt x="11411" y="0"/>
                    <a:pt x="11380" y="14"/>
                    <a:pt x="11351" y="41"/>
                  </a:cubicBezTo>
                  <a:cubicBezTo>
                    <a:pt x="11111" y="273"/>
                    <a:pt x="11111" y="1482"/>
                    <a:pt x="10573" y="1656"/>
                  </a:cubicBezTo>
                  <a:cubicBezTo>
                    <a:pt x="10536" y="1667"/>
                    <a:pt x="10500" y="1673"/>
                    <a:pt x="10466" y="1673"/>
                  </a:cubicBezTo>
                  <a:cubicBezTo>
                    <a:pt x="9989" y="1673"/>
                    <a:pt x="9679" y="648"/>
                    <a:pt x="9679" y="648"/>
                  </a:cubicBezTo>
                  <a:lnTo>
                    <a:pt x="5047" y="247"/>
                  </a:lnTo>
                  <a:cubicBezTo>
                    <a:pt x="5047" y="247"/>
                    <a:pt x="3852" y="1165"/>
                    <a:pt x="2747" y="3212"/>
                  </a:cubicBezTo>
                  <a:cubicBezTo>
                    <a:pt x="1643" y="5258"/>
                    <a:pt x="0" y="7418"/>
                    <a:pt x="59" y="8340"/>
                  </a:cubicBezTo>
                  <a:cubicBezTo>
                    <a:pt x="120" y="9262"/>
                    <a:pt x="58" y="9924"/>
                    <a:pt x="2553" y="10184"/>
                  </a:cubicBezTo>
                  <a:cubicBezTo>
                    <a:pt x="3845" y="10317"/>
                    <a:pt x="4924" y="10428"/>
                    <a:pt x="5789" y="10428"/>
                  </a:cubicBezTo>
                  <a:cubicBezTo>
                    <a:pt x="6595" y="10428"/>
                    <a:pt x="7214" y="10332"/>
                    <a:pt x="7646" y="10068"/>
                  </a:cubicBezTo>
                  <a:cubicBezTo>
                    <a:pt x="8541" y="9521"/>
                    <a:pt x="9229" y="9204"/>
                    <a:pt x="9408" y="8426"/>
                  </a:cubicBezTo>
                  <a:cubicBezTo>
                    <a:pt x="9588" y="7649"/>
                    <a:pt x="10216" y="6697"/>
                    <a:pt x="10753" y="6266"/>
                  </a:cubicBezTo>
                  <a:cubicBezTo>
                    <a:pt x="11290" y="5834"/>
                    <a:pt x="11918" y="4969"/>
                    <a:pt x="11947" y="4565"/>
                  </a:cubicBezTo>
                  <a:cubicBezTo>
                    <a:pt x="11978" y="4161"/>
                    <a:pt x="11888" y="2604"/>
                    <a:pt x="11947" y="1598"/>
                  </a:cubicBezTo>
                  <a:cubicBezTo>
                    <a:pt x="12001" y="710"/>
                    <a:pt x="11684" y="0"/>
                    <a:pt x="114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1"/>
            <p:cNvSpPr/>
            <p:nvPr/>
          </p:nvSpPr>
          <p:spPr>
            <a:xfrm>
              <a:off x="6120795" y="5081111"/>
              <a:ext cx="133641" cy="45183"/>
            </a:xfrm>
            <a:custGeom>
              <a:rect b="b" l="l" r="r" t="t"/>
              <a:pathLst>
                <a:path extrusionOk="0" h="1682" w="4975">
                  <a:moveTo>
                    <a:pt x="1340" y="0"/>
                  </a:moveTo>
                  <a:cubicBezTo>
                    <a:pt x="946" y="0"/>
                    <a:pt x="698" y="21"/>
                    <a:pt x="698" y="21"/>
                  </a:cubicBezTo>
                  <a:cubicBezTo>
                    <a:pt x="112" y="42"/>
                    <a:pt x="0" y="840"/>
                    <a:pt x="0" y="840"/>
                  </a:cubicBezTo>
                  <a:cubicBezTo>
                    <a:pt x="177" y="805"/>
                    <a:pt x="377" y="790"/>
                    <a:pt x="593" y="790"/>
                  </a:cubicBezTo>
                  <a:cubicBezTo>
                    <a:pt x="2226" y="790"/>
                    <a:pt x="4750" y="1682"/>
                    <a:pt x="4750" y="1682"/>
                  </a:cubicBezTo>
                  <a:lnTo>
                    <a:pt x="4974" y="757"/>
                  </a:lnTo>
                  <a:cubicBezTo>
                    <a:pt x="3787" y="102"/>
                    <a:pt x="2209" y="0"/>
                    <a:pt x="134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1"/>
            <p:cNvSpPr/>
            <p:nvPr/>
          </p:nvSpPr>
          <p:spPr>
            <a:xfrm>
              <a:off x="6089501" y="5119793"/>
              <a:ext cx="133641" cy="45183"/>
            </a:xfrm>
            <a:custGeom>
              <a:rect b="b" l="l" r="r" t="t"/>
              <a:pathLst>
                <a:path extrusionOk="0" h="1682" w="4975">
                  <a:moveTo>
                    <a:pt x="1346" y="1"/>
                  </a:moveTo>
                  <a:cubicBezTo>
                    <a:pt x="949" y="1"/>
                    <a:pt x="699" y="22"/>
                    <a:pt x="699" y="22"/>
                  </a:cubicBezTo>
                  <a:cubicBezTo>
                    <a:pt x="112" y="43"/>
                    <a:pt x="1" y="841"/>
                    <a:pt x="1" y="841"/>
                  </a:cubicBezTo>
                  <a:cubicBezTo>
                    <a:pt x="178" y="806"/>
                    <a:pt x="379" y="790"/>
                    <a:pt x="596" y="790"/>
                  </a:cubicBezTo>
                  <a:cubicBezTo>
                    <a:pt x="2229" y="790"/>
                    <a:pt x="4751" y="1681"/>
                    <a:pt x="4751" y="1681"/>
                  </a:cubicBezTo>
                  <a:lnTo>
                    <a:pt x="4975" y="757"/>
                  </a:lnTo>
                  <a:cubicBezTo>
                    <a:pt x="3790" y="103"/>
                    <a:pt x="2216" y="1"/>
                    <a:pt x="13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1"/>
            <p:cNvSpPr/>
            <p:nvPr/>
          </p:nvSpPr>
          <p:spPr>
            <a:xfrm>
              <a:off x="6062236" y="5156943"/>
              <a:ext cx="133641" cy="45183"/>
            </a:xfrm>
            <a:custGeom>
              <a:rect b="b" l="l" r="r" t="t"/>
              <a:pathLst>
                <a:path extrusionOk="0" h="1682" w="4975">
                  <a:moveTo>
                    <a:pt x="1346" y="1"/>
                  </a:moveTo>
                  <a:cubicBezTo>
                    <a:pt x="949" y="1"/>
                    <a:pt x="699" y="22"/>
                    <a:pt x="699" y="22"/>
                  </a:cubicBezTo>
                  <a:cubicBezTo>
                    <a:pt x="112" y="43"/>
                    <a:pt x="1" y="841"/>
                    <a:pt x="1" y="841"/>
                  </a:cubicBezTo>
                  <a:cubicBezTo>
                    <a:pt x="178" y="806"/>
                    <a:pt x="379" y="790"/>
                    <a:pt x="596" y="790"/>
                  </a:cubicBezTo>
                  <a:cubicBezTo>
                    <a:pt x="2229" y="790"/>
                    <a:pt x="4751" y="1681"/>
                    <a:pt x="4751" y="1681"/>
                  </a:cubicBezTo>
                  <a:lnTo>
                    <a:pt x="4975" y="757"/>
                  </a:lnTo>
                  <a:cubicBezTo>
                    <a:pt x="3790" y="103"/>
                    <a:pt x="2216" y="1"/>
                    <a:pt x="13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1"/>
            <p:cNvSpPr/>
            <p:nvPr/>
          </p:nvSpPr>
          <p:spPr>
            <a:xfrm>
              <a:off x="6087083" y="2733118"/>
              <a:ext cx="983114" cy="2162458"/>
            </a:xfrm>
            <a:custGeom>
              <a:rect b="b" l="l" r="r" t="t"/>
              <a:pathLst>
                <a:path extrusionOk="0" h="80501" w="36598">
                  <a:moveTo>
                    <a:pt x="539" y="0"/>
                  </a:moveTo>
                  <a:lnTo>
                    <a:pt x="1" y="19088"/>
                  </a:lnTo>
                  <a:cubicBezTo>
                    <a:pt x="1" y="19088"/>
                    <a:pt x="3170" y="21328"/>
                    <a:pt x="3461" y="21328"/>
                  </a:cubicBezTo>
                  <a:cubicBezTo>
                    <a:pt x="3476" y="21328"/>
                    <a:pt x="3483" y="21322"/>
                    <a:pt x="3482" y="21308"/>
                  </a:cubicBezTo>
                  <a:cubicBezTo>
                    <a:pt x="3451" y="21083"/>
                    <a:pt x="3092" y="15412"/>
                    <a:pt x="3777" y="15412"/>
                  </a:cubicBezTo>
                  <a:cubicBezTo>
                    <a:pt x="3893" y="15412"/>
                    <a:pt x="4038" y="15573"/>
                    <a:pt x="4219" y="15948"/>
                  </a:cubicBezTo>
                  <a:cubicBezTo>
                    <a:pt x="5475" y="18549"/>
                    <a:pt x="9513" y="32545"/>
                    <a:pt x="10589" y="35146"/>
                  </a:cubicBezTo>
                  <a:cubicBezTo>
                    <a:pt x="11666" y="37747"/>
                    <a:pt x="14267" y="46719"/>
                    <a:pt x="15254" y="48513"/>
                  </a:cubicBezTo>
                  <a:cubicBezTo>
                    <a:pt x="16241" y="50308"/>
                    <a:pt x="17137" y="54255"/>
                    <a:pt x="18484" y="59459"/>
                  </a:cubicBezTo>
                  <a:cubicBezTo>
                    <a:pt x="19829" y="64661"/>
                    <a:pt x="22640" y="70336"/>
                    <a:pt x="24077" y="72847"/>
                  </a:cubicBezTo>
                  <a:cubicBezTo>
                    <a:pt x="25512" y="75359"/>
                    <a:pt x="27552" y="80499"/>
                    <a:pt x="27552" y="80499"/>
                  </a:cubicBezTo>
                  <a:cubicBezTo>
                    <a:pt x="27552" y="80499"/>
                    <a:pt x="27618" y="80501"/>
                    <a:pt x="27739" y="80501"/>
                  </a:cubicBezTo>
                  <a:cubicBezTo>
                    <a:pt x="28929" y="80501"/>
                    <a:pt x="35427" y="80374"/>
                    <a:pt x="36337" y="77626"/>
                  </a:cubicBezTo>
                  <a:cubicBezTo>
                    <a:pt x="36597" y="76841"/>
                    <a:pt x="33946" y="72128"/>
                    <a:pt x="32959" y="69347"/>
                  </a:cubicBezTo>
                  <a:cubicBezTo>
                    <a:pt x="31972" y="66567"/>
                    <a:pt x="30147" y="56856"/>
                    <a:pt x="28891" y="52459"/>
                  </a:cubicBezTo>
                  <a:cubicBezTo>
                    <a:pt x="27634" y="48063"/>
                    <a:pt x="26468" y="46359"/>
                    <a:pt x="26468" y="44564"/>
                  </a:cubicBezTo>
                  <a:cubicBezTo>
                    <a:pt x="26468" y="42771"/>
                    <a:pt x="25212" y="39720"/>
                    <a:pt x="25031" y="37926"/>
                  </a:cubicBezTo>
                  <a:cubicBezTo>
                    <a:pt x="24852" y="36130"/>
                    <a:pt x="23865" y="34247"/>
                    <a:pt x="23327" y="29581"/>
                  </a:cubicBezTo>
                  <a:cubicBezTo>
                    <a:pt x="22788" y="24915"/>
                    <a:pt x="21263" y="15585"/>
                    <a:pt x="20904" y="12563"/>
                  </a:cubicBezTo>
                  <a:cubicBezTo>
                    <a:pt x="20546" y="9541"/>
                    <a:pt x="19289" y="4823"/>
                    <a:pt x="19289" y="4823"/>
                  </a:cubicBezTo>
                  <a:lnTo>
                    <a:pt x="18482" y="986"/>
                  </a:lnTo>
                  <a:lnTo>
                    <a:pt x="53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1"/>
            <p:cNvSpPr/>
            <p:nvPr/>
          </p:nvSpPr>
          <p:spPr>
            <a:xfrm>
              <a:off x="5660539" y="2733038"/>
              <a:ext cx="718491" cy="2171941"/>
            </a:xfrm>
            <a:custGeom>
              <a:rect b="b" l="l" r="r" t="t"/>
              <a:pathLst>
                <a:path extrusionOk="0" h="80854" w="26747">
                  <a:moveTo>
                    <a:pt x="16420" y="0"/>
                  </a:moveTo>
                  <a:lnTo>
                    <a:pt x="807" y="982"/>
                  </a:lnTo>
                  <a:cubicBezTo>
                    <a:pt x="807" y="982"/>
                    <a:pt x="1" y="7016"/>
                    <a:pt x="2244" y="16370"/>
                  </a:cubicBezTo>
                  <a:cubicBezTo>
                    <a:pt x="4487" y="25724"/>
                    <a:pt x="7715" y="30210"/>
                    <a:pt x="8344" y="37745"/>
                  </a:cubicBezTo>
                  <a:cubicBezTo>
                    <a:pt x="8971" y="45282"/>
                    <a:pt x="9781" y="52011"/>
                    <a:pt x="11305" y="56945"/>
                  </a:cubicBezTo>
                  <a:cubicBezTo>
                    <a:pt x="12830" y="61880"/>
                    <a:pt x="14037" y="67817"/>
                    <a:pt x="14664" y="71675"/>
                  </a:cubicBezTo>
                  <a:cubicBezTo>
                    <a:pt x="15292" y="75533"/>
                    <a:pt x="16308" y="80673"/>
                    <a:pt x="16308" y="80673"/>
                  </a:cubicBezTo>
                  <a:cubicBezTo>
                    <a:pt x="16308" y="80673"/>
                    <a:pt x="17499" y="80853"/>
                    <a:pt x="19078" y="80853"/>
                  </a:cubicBezTo>
                  <a:cubicBezTo>
                    <a:pt x="22010" y="80853"/>
                    <a:pt x="26280" y="80231"/>
                    <a:pt x="26747" y="76675"/>
                  </a:cubicBezTo>
                  <a:cubicBezTo>
                    <a:pt x="26747" y="76675"/>
                    <a:pt x="24762" y="71840"/>
                    <a:pt x="24492" y="68431"/>
                  </a:cubicBezTo>
                  <a:cubicBezTo>
                    <a:pt x="24223" y="65021"/>
                    <a:pt x="21442" y="50866"/>
                    <a:pt x="20995" y="48794"/>
                  </a:cubicBezTo>
                  <a:cubicBezTo>
                    <a:pt x="20545" y="46720"/>
                    <a:pt x="20545" y="38646"/>
                    <a:pt x="20457" y="34609"/>
                  </a:cubicBezTo>
                  <a:cubicBezTo>
                    <a:pt x="20367" y="30571"/>
                    <a:pt x="19919" y="19985"/>
                    <a:pt x="20098" y="15947"/>
                  </a:cubicBezTo>
                  <a:cubicBezTo>
                    <a:pt x="20277" y="11909"/>
                    <a:pt x="16420" y="0"/>
                    <a:pt x="164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1"/>
            <p:cNvSpPr/>
            <p:nvPr/>
          </p:nvSpPr>
          <p:spPr>
            <a:xfrm>
              <a:off x="5586238" y="584550"/>
              <a:ext cx="1101765" cy="1078476"/>
            </a:xfrm>
            <a:custGeom>
              <a:rect b="b" l="l" r="r" t="t"/>
              <a:pathLst>
                <a:path extrusionOk="0" h="40148" w="41015">
                  <a:moveTo>
                    <a:pt x="20872" y="0"/>
                  </a:moveTo>
                  <a:cubicBezTo>
                    <a:pt x="20869" y="0"/>
                    <a:pt x="20866" y="0"/>
                    <a:pt x="20863" y="1"/>
                  </a:cubicBezTo>
                  <a:cubicBezTo>
                    <a:pt x="18858" y="18"/>
                    <a:pt x="18876" y="1204"/>
                    <a:pt x="17900" y="1204"/>
                  </a:cubicBezTo>
                  <a:cubicBezTo>
                    <a:pt x="17639" y="1204"/>
                    <a:pt x="17306" y="1119"/>
                    <a:pt x="16844" y="903"/>
                  </a:cubicBezTo>
                  <a:cubicBezTo>
                    <a:pt x="16434" y="712"/>
                    <a:pt x="16102" y="631"/>
                    <a:pt x="15826" y="631"/>
                  </a:cubicBezTo>
                  <a:cubicBezTo>
                    <a:pt x="14628" y="631"/>
                    <a:pt x="14489" y="2165"/>
                    <a:pt x="13662" y="2991"/>
                  </a:cubicBezTo>
                  <a:cubicBezTo>
                    <a:pt x="13347" y="3306"/>
                    <a:pt x="13056" y="3407"/>
                    <a:pt x="12765" y="3407"/>
                  </a:cubicBezTo>
                  <a:cubicBezTo>
                    <a:pt x="12251" y="3407"/>
                    <a:pt x="11733" y="3092"/>
                    <a:pt x="11066" y="3092"/>
                  </a:cubicBezTo>
                  <a:cubicBezTo>
                    <a:pt x="10894" y="3092"/>
                    <a:pt x="10712" y="3113"/>
                    <a:pt x="10518" y="3166"/>
                  </a:cubicBezTo>
                  <a:cubicBezTo>
                    <a:pt x="9146" y="3535"/>
                    <a:pt x="8705" y="5636"/>
                    <a:pt x="7790" y="5942"/>
                  </a:cubicBezTo>
                  <a:cubicBezTo>
                    <a:pt x="6876" y="6246"/>
                    <a:pt x="5915" y="5675"/>
                    <a:pt x="5201" y="7382"/>
                  </a:cubicBezTo>
                  <a:cubicBezTo>
                    <a:pt x="4608" y="8804"/>
                    <a:pt x="4592" y="10230"/>
                    <a:pt x="3219" y="10587"/>
                  </a:cubicBezTo>
                  <a:cubicBezTo>
                    <a:pt x="1846" y="10942"/>
                    <a:pt x="2049" y="13178"/>
                    <a:pt x="2304" y="14348"/>
                  </a:cubicBezTo>
                  <a:cubicBezTo>
                    <a:pt x="2559" y="15519"/>
                    <a:pt x="1495" y="15482"/>
                    <a:pt x="986" y="16855"/>
                  </a:cubicBezTo>
                  <a:cubicBezTo>
                    <a:pt x="478" y="18228"/>
                    <a:pt x="3384" y="18846"/>
                    <a:pt x="1705" y="20604"/>
                  </a:cubicBezTo>
                  <a:cubicBezTo>
                    <a:pt x="1" y="22385"/>
                    <a:pt x="1534" y="25843"/>
                    <a:pt x="3408" y="26741"/>
                  </a:cubicBezTo>
                  <a:cubicBezTo>
                    <a:pt x="5471" y="27732"/>
                    <a:pt x="1850" y="30149"/>
                    <a:pt x="3577" y="30724"/>
                  </a:cubicBezTo>
                  <a:cubicBezTo>
                    <a:pt x="6928" y="31842"/>
                    <a:pt x="5086" y="33342"/>
                    <a:pt x="6458" y="34054"/>
                  </a:cubicBezTo>
                  <a:cubicBezTo>
                    <a:pt x="7831" y="34764"/>
                    <a:pt x="9375" y="34385"/>
                    <a:pt x="9679" y="36673"/>
                  </a:cubicBezTo>
                  <a:cubicBezTo>
                    <a:pt x="9912" y="38412"/>
                    <a:pt x="11380" y="39267"/>
                    <a:pt x="13052" y="39267"/>
                  </a:cubicBezTo>
                  <a:cubicBezTo>
                    <a:pt x="13579" y="39267"/>
                    <a:pt x="14127" y="39182"/>
                    <a:pt x="14663" y="39012"/>
                  </a:cubicBezTo>
                  <a:cubicBezTo>
                    <a:pt x="15347" y="38796"/>
                    <a:pt x="15723" y="38692"/>
                    <a:pt x="16034" y="38692"/>
                  </a:cubicBezTo>
                  <a:cubicBezTo>
                    <a:pt x="16633" y="38692"/>
                    <a:pt x="16998" y="39075"/>
                    <a:pt x="18871" y="39778"/>
                  </a:cubicBezTo>
                  <a:cubicBezTo>
                    <a:pt x="19564" y="40037"/>
                    <a:pt x="20191" y="40147"/>
                    <a:pt x="20763" y="40147"/>
                  </a:cubicBezTo>
                  <a:cubicBezTo>
                    <a:pt x="22541" y="40147"/>
                    <a:pt x="23777" y="39083"/>
                    <a:pt x="24739" y="38159"/>
                  </a:cubicBezTo>
                  <a:cubicBezTo>
                    <a:pt x="25610" y="37323"/>
                    <a:pt x="26120" y="36983"/>
                    <a:pt x="27093" y="36983"/>
                  </a:cubicBezTo>
                  <a:cubicBezTo>
                    <a:pt x="27538" y="36983"/>
                    <a:pt x="28081" y="37055"/>
                    <a:pt x="28801" y="37182"/>
                  </a:cubicBezTo>
                  <a:cubicBezTo>
                    <a:pt x="29140" y="37243"/>
                    <a:pt x="29470" y="37274"/>
                    <a:pt x="29793" y="37274"/>
                  </a:cubicBezTo>
                  <a:cubicBezTo>
                    <a:pt x="31648" y="37274"/>
                    <a:pt x="33268" y="36239"/>
                    <a:pt x="35000" y="33725"/>
                  </a:cubicBezTo>
                  <a:cubicBezTo>
                    <a:pt x="37034" y="30776"/>
                    <a:pt x="38367" y="31598"/>
                    <a:pt x="38207" y="28591"/>
                  </a:cubicBezTo>
                  <a:cubicBezTo>
                    <a:pt x="38138" y="27295"/>
                    <a:pt x="40267" y="25402"/>
                    <a:pt x="40627" y="23617"/>
                  </a:cubicBezTo>
                  <a:cubicBezTo>
                    <a:pt x="41014" y="21687"/>
                    <a:pt x="39800" y="22227"/>
                    <a:pt x="39393" y="21107"/>
                  </a:cubicBezTo>
                  <a:cubicBezTo>
                    <a:pt x="38987" y="19988"/>
                    <a:pt x="40940" y="20075"/>
                    <a:pt x="40911" y="19018"/>
                  </a:cubicBezTo>
                  <a:cubicBezTo>
                    <a:pt x="40855" y="16865"/>
                    <a:pt x="38664" y="17198"/>
                    <a:pt x="39273" y="15572"/>
                  </a:cubicBezTo>
                  <a:cubicBezTo>
                    <a:pt x="39884" y="13945"/>
                    <a:pt x="40088" y="12217"/>
                    <a:pt x="37901" y="11351"/>
                  </a:cubicBezTo>
                  <a:cubicBezTo>
                    <a:pt x="35715" y="10486"/>
                    <a:pt x="37189" y="8453"/>
                    <a:pt x="36477" y="7487"/>
                  </a:cubicBezTo>
                  <a:cubicBezTo>
                    <a:pt x="35765" y="6520"/>
                    <a:pt x="33558" y="7031"/>
                    <a:pt x="33214" y="5151"/>
                  </a:cubicBezTo>
                  <a:cubicBezTo>
                    <a:pt x="32968" y="3808"/>
                    <a:pt x="32202" y="3121"/>
                    <a:pt x="30781" y="3121"/>
                  </a:cubicBezTo>
                  <a:cubicBezTo>
                    <a:pt x="30275" y="3121"/>
                    <a:pt x="29686" y="3209"/>
                    <a:pt x="29008" y="3384"/>
                  </a:cubicBezTo>
                  <a:cubicBezTo>
                    <a:pt x="28817" y="3433"/>
                    <a:pt x="28656" y="3456"/>
                    <a:pt x="28520" y="3456"/>
                  </a:cubicBezTo>
                  <a:cubicBezTo>
                    <a:pt x="27229" y="3456"/>
                    <a:pt x="28117" y="1430"/>
                    <a:pt x="26517" y="807"/>
                  </a:cubicBezTo>
                  <a:cubicBezTo>
                    <a:pt x="26364" y="747"/>
                    <a:pt x="26206" y="722"/>
                    <a:pt x="26047" y="722"/>
                  </a:cubicBezTo>
                  <a:cubicBezTo>
                    <a:pt x="25091" y="722"/>
                    <a:pt x="24059" y="1638"/>
                    <a:pt x="23440" y="1638"/>
                  </a:cubicBezTo>
                  <a:cubicBezTo>
                    <a:pt x="23410" y="1638"/>
                    <a:pt x="23382" y="1636"/>
                    <a:pt x="23355" y="1632"/>
                  </a:cubicBezTo>
                  <a:cubicBezTo>
                    <a:pt x="22198" y="1453"/>
                    <a:pt x="21908" y="0"/>
                    <a:pt x="208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1"/>
            <p:cNvSpPr/>
            <p:nvPr/>
          </p:nvSpPr>
          <p:spPr>
            <a:xfrm>
              <a:off x="5663789" y="1525423"/>
              <a:ext cx="950234" cy="1278816"/>
            </a:xfrm>
            <a:custGeom>
              <a:rect b="b" l="l" r="r" t="t"/>
              <a:pathLst>
                <a:path extrusionOk="0" h="47606" w="35374">
                  <a:moveTo>
                    <a:pt x="9672" y="1"/>
                  </a:moveTo>
                  <a:lnTo>
                    <a:pt x="3383" y="1828"/>
                  </a:lnTo>
                  <a:cubicBezTo>
                    <a:pt x="3383" y="1828"/>
                    <a:pt x="4796" y="14320"/>
                    <a:pt x="4832" y="17656"/>
                  </a:cubicBezTo>
                  <a:cubicBezTo>
                    <a:pt x="4870" y="20993"/>
                    <a:pt x="3246" y="26841"/>
                    <a:pt x="3321" y="29579"/>
                  </a:cubicBezTo>
                  <a:cubicBezTo>
                    <a:pt x="3394" y="32316"/>
                    <a:pt x="3838" y="33327"/>
                    <a:pt x="3105" y="35674"/>
                  </a:cubicBezTo>
                  <a:cubicBezTo>
                    <a:pt x="2372" y="38021"/>
                    <a:pt x="702" y="42438"/>
                    <a:pt x="702" y="42438"/>
                  </a:cubicBezTo>
                  <a:cubicBezTo>
                    <a:pt x="702" y="42438"/>
                    <a:pt x="1" y="44986"/>
                    <a:pt x="960" y="46036"/>
                  </a:cubicBezTo>
                  <a:cubicBezTo>
                    <a:pt x="1920" y="47087"/>
                    <a:pt x="4242" y="46413"/>
                    <a:pt x="9436" y="47012"/>
                  </a:cubicBezTo>
                  <a:cubicBezTo>
                    <a:pt x="12446" y="47359"/>
                    <a:pt x="13928" y="47606"/>
                    <a:pt x="15532" y="47606"/>
                  </a:cubicBezTo>
                  <a:cubicBezTo>
                    <a:pt x="16695" y="47606"/>
                    <a:pt x="17923" y="47476"/>
                    <a:pt x="19846" y="47161"/>
                  </a:cubicBezTo>
                  <a:cubicBezTo>
                    <a:pt x="24419" y="46410"/>
                    <a:pt x="22759" y="46823"/>
                    <a:pt x="28144" y="46523"/>
                  </a:cubicBezTo>
                  <a:cubicBezTo>
                    <a:pt x="28989" y="46476"/>
                    <a:pt x="29692" y="46458"/>
                    <a:pt x="30281" y="46458"/>
                  </a:cubicBezTo>
                  <a:cubicBezTo>
                    <a:pt x="31964" y="46458"/>
                    <a:pt x="32720" y="46600"/>
                    <a:pt x="33199" y="46600"/>
                  </a:cubicBezTo>
                  <a:cubicBezTo>
                    <a:pt x="33623" y="46600"/>
                    <a:pt x="33830" y="46490"/>
                    <a:pt x="34267" y="46074"/>
                  </a:cubicBezTo>
                  <a:cubicBezTo>
                    <a:pt x="35374" y="45025"/>
                    <a:pt x="34044" y="43637"/>
                    <a:pt x="34082" y="42063"/>
                  </a:cubicBezTo>
                  <a:cubicBezTo>
                    <a:pt x="34119" y="40487"/>
                    <a:pt x="33455" y="38324"/>
                    <a:pt x="33012" y="37301"/>
                  </a:cubicBezTo>
                  <a:cubicBezTo>
                    <a:pt x="32570" y="36277"/>
                    <a:pt x="32422" y="35539"/>
                    <a:pt x="32385" y="34415"/>
                  </a:cubicBezTo>
                  <a:cubicBezTo>
                    <a:pt x="32347" y="33290"/>
                    <a:pt x="32162" y="30739"/>
                    <a:pt x="31626" y="28378"/>
                  </a:cubicBezTo>
                  <a:cubicBezTo>
                    <a:pt x="31091" y="26016"/>
                    <a:pt x="31906" y="25942"/>
                    <a:pt x="31794" y="23843"/>
                  </a:cubicBezTo>
                  <a:cubicBezTo>
                    <a:pt x="31683" y="21743"/>
                    <a:pt x="31794" y="22868"/>
                    <a:pt x="31639" y="20813"/>
                  </a:cubicBezTo>
                  <a:cubicBezTo>
                    <a:pt x="31484" y="18757"/>
                    <a:pt x="32774" y="9070"/>
                    <a:pt x="32774" y="9070"/>
                  </a:cubicBezTo>
                  <a:lnTo>
                    <a:pt x="30132" y="1525"/>
                  </a:lnTo>
                  <a:cubicBezTo>
                    <a:pt x="30132" y="1525"/>
                    <a:pt x="27448" y="686"/>
                    <a:pt x="26895" y="666"/>
                  </a:cubicBezTo>
                  <a:cubicBezTo>
                    <a:pt x="26341" y="645"/>
                    <a:pt x="9672" y="1"/>
                    <a:pt x="96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1"/>
            <p:cNvSpPr/>
            <p:nvPr/>
          </p:nvSpPr>
          <p:spPr>
            <a:xfrm>
              <a:off x="5837050" y="2491762"/>
              <a:ext cx="715536" cy="230050"/>
            </a:xfrm>
            <a:custGeom>
              <a:rect b="b" l="l" r="r" t="t"/>
              <a:pathLst>
                <a:path extrusionOk="0" h="8564" w="26637">
                  <a:moveTo>
                    <a:pt x="1" y="0"/>
                  </a:moveTo>
                  <a:lnTo>
                    <a:pt x="1" y="0"/>
                  </a:lnTo>
                  <a:cubicBezTo>
                    <a:pt x="310" y="578"/>
                    <a:pt x="723" y="1098"/>
                    <a:pt x="1211" y="1537"/>
                  </a:cubicBezTo>
                  <a:lnTo>
                    <a:pt x="1211" y="1537"/>
                  </a:lnTo>
                  <a:lnTo>
                    <a:pt x="1094" y="1472"/>
                  </a:lnTo>
                  <a:lnTo>
                    <a:pt x="1094" y="1472"/>
                  </a:lnTo>
                  <a:cubicBezTo>
                    <a:pt x="2812" y="4464"/>
                    <a:pt x="6543" y="5514"/>
                    <a:pt x="9901" y="6302"/>
                  </a:cubicBezTo>
                  <a:cubicBezTo>
                    <a:pt x="11825" y="6753"/>
                    <a:pt x="13753" y="7204"/>
                    <a:pt x="15677" y="7656"/>
                  </a:cubicBezTo>
                  <a:cubicBezTo>
                    <a:pt x="17493" y="8081"/>
                    <a:pt x="19324" y="8509"/>
                    <a:pt x="21191" y="8559"/>
                  </a:cubicBezTo>
                  <a:cubicBezTo>
                    <a:pt x="21300" y="8562"/>
                    <a:pt x="21409" y="8564"/>
                    <a:pt x="21519" y="8564"/>
                  </a:cubicBezTo>
                  <a:cubicBezTo>
                    <a:pt x="23185" y="8564"/>
                    <a:pt x="24907" y="8201"/>
                    <a:pt x="26165" y="7126"/>
                  </a:cubicBezTo>
                  <a:cubicBezTo>
                    <a:pt x="26379" y="6944"/>
                    <a:pt x="26588" y="6714"/>
                    <a:pt x="26605" y="6436"/>
                  </a:cubicBezTo>
                  <a:cubicBezTo>
                    <a:pt x="26637" y="5845"/>
                    <a:pt x="25907" y="5641"/>
                    <a:pt x="25272" y="5641"/>
                  </a:cubicBezTo>
                  <a:cubicBezTo>
                    <a:pt x="25183" y="5641"/>
                    <a:pt x="25097" y="5645"/>
                    <a:pt x="25014" y="5652"/>
                  </a:cubicBezTo>
                  <a:cubicBezTo>
                    <a:pt x="23873" y="5754"/>
                    <a:pt x="22727" y="5804"/>
                    <a:pt x="21582" y="5804"/>
                  </a:cubicBezTo>
                  <a:cubicBezTo>
                    <a:pt x="15375" y="5804"/>
                    <a:pt x="9168" y="4324"/>
                    <a:pt x="3641" y="1496"/>
                  </a:cubicBezTo>
                  <a:cubicBezTo>
                    <a:pt x="2468" y="895"/>
                    <a:pt x="1298" y="227"/>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1"/>
            <p:cNvSpPr/>
            <p:nvPr/>
          </p:nvSpPr>
          <p:spPr>
            <a:xfrm>
              <a:off x="5742522" y="2033682"/>
              <a:ext cx="109008" cy="231286"/>
            </a:xfrm>
            <a:custGeom>
              <a:rect b="b" l="l" r="r" t="t"/>
              <a:pathLst>
                <a:path extrusionOk="0" h="8610" w="4058">
                  <a:moveTo>
                    <a:pt x="585" y="1"/>
                  </a:moveTo>
                  <a:cubicBezTo>
                    <a:pt x="565" y="1"/>
                    <a:pt x="545" y="4"/>
                    <a:pt x="525" y="11"/>
                  </a:cubicBezTo>
                  <a:cubicBezTo>
                    <a:pt x="1" y="199"/>
                    <a:pt x="1201" y="2561"/>
                    <a:pt x="1201" y="4135"/>
                  </a:cubicBezTo>
                  <a:cubicBezTo>
                    <a:pt x="1201" y="5710"/>
                    <a:pt x="248" y="8610"/>
                    <a:pt x="248" y="8610"/>
                  </a:cubicBezTo>
                  <a:cubicBezTo>
                    <a:pt x="248" y="8610"/>
                    <a:pt x="1801" y="8297"/>
                    <a:pt x="2963" y="5597"/>
                  </a:cubicBezTo>
                  <a:cubicBezTo>
                    <a:pt x="4057" y="3057"/>
                    <a:pt x="3160" y="352"/>
                    <a:pt x="2518" y="352"/>
                  </a:cubicBezTo>
                  <a:cubicBezTo>
                    <a:pt x="2478" y="352"/>
                    <a:pt x="2438" y="362"/>
                    <a:pt x="2400" y="385"/>
                  </a:cubicBezTo>
                  <a:cubicBezTo>
                    <a:pt x="1850" y="710"/>
                    <a:pt x="1887" y="3747"/>
                    <a:pt x="1883" y="3747"/>
                  </a:cubicBezTo>
                  <a:cubicBezTo>
                    <a:pt x="1883" y="3747"/>
                    <a:pt x="1881" y="3671"/>
                    <a:pt x="1876" y="3498"/>
                  </a:cubicBezTo>
                  <a:cubicBezTo>
                    <a:pt x="1839" y="2270"/>
                    <a:pt x="1108" y="1"/>
                    <a:pt x="585" y="1"/>
                  </a:cubicBezTo>
                  <a:close/>
                </a:path>
              </a:pathLst>
            </a:custGeom>
            <a:solidFill>
              <a:srgbClr val="CC8F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1"/>
            <p:cNvSpPr/>
            <p:nvPr/>
          </p:nvSpPr>
          <p:spPr>
            <a:xfrm>
              <a:off x="5730541" y="2052082"/>
              <a:ext cx="159832" cy="481403"/>
            </a:xfrm>
            <a:custGeom>
              <a:rect b="b" l="l" r="r" t="t"/>
              <a:pathLst>
                <a:path extrusionOk="0" h="17921" w="5950">
                  <a:moveTo>
                    <a:pt x="3830" y="0"/>
                  </a:moveTo>
                  <a:cubicBezTo>
                    <a:pt x="3759" y="0"/>
                    <a:pt x="3718" y="1"/>
                    <a:pt x="3718" y="1"/>
                  </a:cubicBezTo>
                  <a:cubicBezTo>
                    <a:pt x="3718" y="1"/>
                    <a:pt x="716" y="12600"/>
                    <a:pt x="718" y="13949"/>
                  </a:cubicBezTo>
                  <a:cubicBezTo>
                    <a:pt x="722" y="15292"/>
                    <a:pt x="0" y="17920"/>
                    <a:pt x="0" y="17920"/>
                  </a:cubicBezTo>
                  <a:cubicBezTo>
                    <a:pt x="0" y="17920"/>
                    <a:pt x="867" y="17096"/>
                    <a:pt x="1768" y="15783"/>
                  </a:cubicBezTo>
                  <a:cubicBezTo>
                    <a:pt x="2669" y="14471"/>
                    <a:pt x="3518" y="13296"/>
                    <a:pt x="4734" y="10441"/>
                  </a:cubicBezTo>
                  <a:cubicBezTo>
                    <a:pt x="5950" y="7586"/>
                    <a:pt x="5366" y="6150"/>
                    <a:pt x="5598" y="4700"/>
                  </a:cubicBezTo>
                  <a:cubicBezTo>
                    <a:pt x="5833" y="3250"/>
                    <a:pt x="5766" y="1050"/>
                    <a:pt x="5598" y="500"/>
                  </a:cubicBezTo>
                  <a:cubicBezTo>
                    <a:pt x="5458" y="36"/>
                    <a:pt x="4215" y="0"/>
                    <a:pt x="3830" y="0"/>
                  </a:cubicBezTo>
                  <a:close/>
                </a:path>
              </a:pathLst>
            </a:custGeom>
            <a:solidFill>
              <a:srgbClr val="CC8F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1"/>
            <p:cNvSpPr/>
            <p:nvPr/>
          </p:nvSpPr>
          <p:spPr>
            <a:xfrm>
              <a:off x="5919624" y="2034058"/>
              <a:ext cx="564945" cy="410808"/>
            </a:xfrm>
            <a:custGeom>
              <a:rect b="b" l="l" r="r" t="t"/>
              <a:pathLst>
                <a:path extrusionOk="0" h="15293" w="21031">
                  <a:moveTo>
                    <a:pt x="20132" y="1"/>
                  </a:moveTo>
                  <a:cubicBezTo>
                    <a:pt x="19832" y="1"/>
                    <a:pt x="19512" y="277"/>
                    <a:pt x="19300" y="537"/>
                  </a:cubicBezTo>
                  <a:cubicBezTo>
                    <a:pt x="17498" y="2724"/>
                    <a:pt x="15695" y="4913"/>
                    <a:pt x="13894" y="7100"/>
                  </a:cubicBezTo>
                  <a:cubicBezTo>
                    <a:pt x="13206" y="7937"/>
                    <a:pt x="12514" y="8776"/>
                    <a:pt x="11711" y="9502"/>
                  </a:cubicBezTo>
                  <a:cubicBezTo>
                    <a:pt x="9686" y="11328"/>
                    <a:pt x="6960" y="12368"/>
                    <a:pt x="4226" y="12368"/>
                  </a:cubicBezTo>
                  <a:cubicBezTo>
                    <a:pt x="4095" y="12368"/>
                    <a:pt x="3965" y="12366"/>
                    <a:pt x="3835" y="12361"/>
                  </a:cubicBezTo>
                  <a:lnTo>
                    <a:pt x="3835" y="12361"/>
                  </a:lnTo>
                  <a:lnTo>
                    <a:pt x="5232" y="12591"/>
                  </a:lnTo>
                  <a:cubicBezTo>
                    <a:pt x="3350" y="12645"/>
                    <a:pt x="1491" y="13306"/>
                    <a:pt x="0" y="14449"/>
                  </a:cubicBezTo>
                  <a:cubicBezTo>
                    <a:pt x="306" y="15033"/>
                    <a:pt x="1017" y="15292"/>
                    <a:pt x="1685" y="15292"/>
                  </a:cubicBezTo>
                  <a:cubicBezTo>
                    <a:pt x="1723" y="15292"/>
                    <a:pt x="1762" y="15291"/>
                    <a:pt x="1799" y="15290"/>
                  </a:cubicBezTo>
                  <a:cubicBezTo>
                    <a:pt x="2499" y="15257"/>
                    <a:pt x="3167" y="15003"/>
                    <a:pt x="3852" y="14864"/>
                  </a:cubicBezTo>
                  <a:cubicBezTo>
                    <a:pt x="5090" y="14614"/>
                    <a:pt x="6374" y="14737"/>
                    <a:pt x="7628" y="14579"/>
                  </a:cubicBezTo>
                  <a:cubicBezTo>
                    <a:pt x="9417" y="14353"/>
                    <a:pt x="11076" y="13564"/>
                    <a:pt x="12699" y="12787"/>
                  </a:cubicBezTo>
                  <a:cubicBezTo>
                    <a:pt x="14181" y="12077"/>
                    <a:pt x="15664" y="11367"/>
                    <a:pt x="17145" y="10658"/>
                  </a:cubicBezTo>
                  <a:cubicBezTo>
                    <a:pt x="17468" y="10502"/>
                    <a:pt x="17808" y="10334"/>
                    <a:pt x="18004" y="10035"/>
                  </a:cubicBezTo>
                  <a:cubicBezTo>
                    <a:pt x="18199" y="9736"/>
                    <a:pt x="18180" y="9267"/>
                    <a:pt x="17869" y="9091"/>
                  </a:cubicBezTo>
                  <a:cubicBezTo>
                    <a:pt x="17773" y="9036"/>
                    <a:pt x="17667" y="9015"/>
                    <a:pt x="17556" y="9015"/>
                  </a:cubicBezTo>
                  <a:cubicBezTo>
                    <a:pt x="17157" y="9015"/>
                    <a:pt x="16687" y="9288"/>
                    <a:pt x="16340" y="9288"/>
                  </a:cubicBezTo>
                  <a:cubicBezTo>
                    <a:pt x="16191" y="9288"/>
                    <a:pt x="16065" y="9238"/>
                    <a:pt x="15977" y="9095"/>
                  </a:cubicBezTo>
                  <a:cubicBezTo>
                    <a:pt x="16340" y="7461"/>
                    <a:pt x="17680" y="6254"/>
                    <a:pt x="18823" y="5025"/>
                  </a:cubicBezTo>
                  <a:cubicBezTo>
                    <a:pt x="19967" y="3795"/>
                    <a:pt x="21031" y="2196"/>
                    <a:pt x="20657" y="565"/>
                  </a:cubicBezTo>
                  <a:cubicBezTo>
                    <a:pt x="20615" y="379"/>
                    <a:pt x="20545" y="186"/>
                    <a:pt x="20387" y="79"/>
                  </a:cubicBezTo>
                  <a:cubicBezTo>
                    <a:pt x="20305" y="24"/>
                    <a:pt x="20219" y="1"/>
                    <a:pt x="2013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1"/>
            <p:cNvSpPr/>
            <p:nvPr/>
          </p:nvSpPr>
          <p:spPr>
            <a:xfrm>
              <a:off x="5744080" y="2434089"/>
              <a:ext cx="400869" cy="115831"/>
            </a:xfrm>
            <a:custGeom>
              <a:rect b="b" l="l" r="r" t="t"/>
              <a:pathLst>
                <a:path extrusionOk="0" h="4312" w="14923">
                  <a:moveTo>
                    <a:pt x="14923" y="0"/>
                  </a:moveTo>
                  <a:lnTo>
                    <a:pt x="171" y="398"/>
                  </a:lnTo>
                  <a:lnTo>
                    <a:pt x="1" y="3169"/>
                  </a:lnTo>
                  <a:cubicBezTo>
                    <a:pt x="1" y="3169"/>
                    <a:pt x="2281" y="1948"/>
                    <a:pt x="4328" y="1948"/>
                  </a:cubicBezTo>
                  <a:cubicBezTo>
                    <a:pt x="4368" y="1948"/>
                    <a:pt x="4408" y="1949"/>
                    <a:pt x="4447" y="1950"/>
                  </a:cubicBezTo>
                  <a:cubicBezTo>
                    <a:pt x="5416" y="1972"/>
                    <a:pt x="10796" y="4018"/>
                    <a:pt x="12096" y="4173"/>
                  </a:cubicBezTo>
                  <a:cubicBezTo>
                    <a:pt x="12645" y="4239"/>
                    <a:pt x="13082" y="4311"/>
                    <a:pt x="13434" y="4311"/>
                  </a:cubicBezTo>
                  <a:cubicBezTo>
                    <a:pt x="13915" y="4311"/>
                    <a:pt x="14235" y="4175"/>
                    <a:pt x="14459" y="3698"/>
                  </a:cubicBezTo>
                  <a:cubicBezTo>
                    <a:pt x="14846" y="2873"/>
                    <a:pt x="14923" y="0"/>
                    <a:pt x="1492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1"/>
            <p:cNvSpPr/>
            <p:nvPr/>
          </p:nvSpPr>
          <p:spPr>
            <a:xfrm>
              <a:off x="5584035" y="1561284"/>
              <a:ext cx="801067" cy="897422"/>
            </a:xfrm>
            <a:custGeom>
              <a:rect b="b" l="l" r="r" t="t"/>
              <a:pathLst>
                <a:path extrusionOk="0" h="33408" w="29821">
                  <a:moveTo>
                    <a:pt x="7868" y="1"/>
                  </a:moveTo>
                  <a:cubicBezTo>
                    <a:pt x="7868" y="1"/>
                    <a:pt x="3773" y="2075"/>
                    <a:pt x="2933" y="2980"/>
                  </a:cubicBezTo>
                  <a:cubicBezTo>
                    <a:pt x="2094" y="3883"/>
                    <a:pt x="1105" y="5885"/>
                    <a:pt x="890" y="7536"/>
                  </a:cubicBezTo>
                  <a:cubicBezTo>
                    <a:pt x="677" y="9187"/>
                    <a:pt x="376" y="15666"/>
                    <a:pt x="315" y="17848"/>
                  </a:cubicBezTo>
                  <a:cubicBezTo>
                    <a:pt x="255" y="20029"/>
                    <a:pt x="1" y="22426"/>
                    <a:pt x="386" y="24187"/>
                  </a:cubicBezTo>
                  <a:cubicBezTo>
                    <a:pt x="773" y="25946"/>
                    <a:pt x="1821" y="30011"/>
                    <a:pt x="2003" y="31113"/>
                  </a:cubicBezTo>
                  <a:cubicBezTo>
                    <a:pt x="2183" y="32216"/>
                    <a:pt x="4006" y="32195"/>
                    <a:pt x="5818" y="32357"/>
                  </a:cubicBezTo>
                  <a:cubicBezTo>
                    <a:pt x="7629" y="32519"/>
                    <a:pt x="13246" y="33014"/>
                    <a:pt x="16322" y="33369"/>
                  </a:cubicBezTo>
                  <a:cubicBezTo>
                    <a:pt x="16552" y="33395"/>
                    <a:pt x="16808" y="33408"/>
                    <a:pt x="17088" y="33408"/>
                  </a:cubicBezTo>
                  <a:cubicBezTo>
                    <a:pt x="20553" y="33408"/>
                    <a:pt x="27489" y="31513"/>
                    <a:pt x="28609" y="31163"/>
                  </a:cubicBezTo>
                  <a:cubicBezTo>
                    <a:pt x="29820" y="30783"/>
                    <a:pt x="19689" y="25262"/>
                    <a:pt x="19689" y="25262"/>
                  </a:cubicBezTo>
                  <a:cubicBezTo>
                    <a:pt x="19689" y="25262"/>
                    <a:pt x="14002" y="23861"/>
                    <a:pt x="13093" y="23840"/>
                  </a:cubicBezTo>
                  <a:cubicBezTo>
                    <a:pt x="12999" y="23838"/>
                    <a:pt x="12888" y="23837"/>
                    <a:pt x="12762" y="23837"/>
                  </a:cubicBezTo>
                  <a:cubicBezTo>
                    <a:pt x="11863" y="23837"/>
                    <a:pt x="10259" y="23886"/>
                    <a:pt x="9670" y="23886"/>
                  </a:cubicBezTo>
                  <a:cubicBezTo>
                    <a:pt x="9542" y="23886"/>
                    <a:pt x="9463" y="23884"/>
                    <a:pt x="9448" y="23878"/>
                  </a:cubicBezTo>
                  <a:cubicBezTo>
                    <a:pt x="9358" y="23843"/>
                    <a:pt x="8746" y="21776"/>
                    <a:pt x="8835" y="20171"/>
                  </a:cubicBezTo>
                  <a:cubicBezTo>
                    <a:pt x="8925" y="18568"/>
                    <a:pt x="9003" y="14446"/>
                    <a:pt x="9062" y="12295"/>
                  </a:cubicBezTo>
                  <a:cubicBezTo>
                    <a:pt x="9122" y="10143"/>
                    <a:pt x="9358" y="8064"/>
                    <a:pt x="9541" y="5888"/>
                  </a:cubicBezTo>
                  <a:cubicBezTo>
                    <a:pt x="9724" y="3714"/>
                    <a:pt x="7868" y="1"/>
                    <a:pt x="7868" y="1"/>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1"/>
            <p:cNvSpPr/>
            <p:nvPr/>
          </p:nvSpPr>
          <p:spPr>
            <a:xfrm>
              <a:off x="5552875" y="1533563"/>
              <a:ext cx="617569" cy="999849"/>
            </a:xfrm>
            <a:custGeom>
              <a:rect b="b" l="l" r="r" t="t"/>
              <a:pathLst>
                <a:path extrusionOk="0" h="37221" w="22990">
                  <a:moveTo>
                    <a:pt x="11806" y="0"/>
                  </a:moveTo>
                  <a:cubicBezTo>
                    <a:pt x="11523" y="0"/>
                    <a:pt x="10661" y="105"/>
                    <a:pt x="8599" y="1033"/>
                  </a:cubicBezTo>
                  <a:cubicBezTo>
                    <a:pt x="7912" y="1342"/>
                    <a:pt x="4876" y="2857"/>
                    <a:pt x="3250" y="3782"/>
                  </a:cubicBezTo>
                  <a:cubicBezTo>
                    <a:pt x="1625" y="4707"/>
                    <a:pt x="1001" y="8006"/>
                    <a:pt x="800" y="10655"/>
                  </a:cubicBezTo>
                  <a:cubicBezTo>
                    <a:pt x="601" y="13304"/>
                    <a:pt x="0" y="19602"/>
                    <a:pt x="51" y="22202"/>
                  </a:cubicBezTo>
                  <a:cubicBezTo>
                    <a:pt x="101" y="24801"/>
                    <a:pt x="852" y="26750"/>
                    <a:pt x="901" y="28250"/>
                  </a:cubicBezTo>
                  <a:cubicBezTo>
                    <a:pt x="951" y="29750"/>
                    <a:pt x="725" y="29349"/>
                    <a:pt x="1338" y="30498"/>
                  </a:cubicBezTo>
                  <a:cubicBezTo>
                    <a:pt x="1952" y="31648"/>
                    <a:pt x="1863" y="32550"/>
                    <a:pt x="2913" y="32959"/>
                  </a:cubicBezTo>
                  <a:cubicBezTo>
                    <a:pt x="3963" y="33368"/>
                    <a:pt x="4604" y="33829"/>
                    <a:pt x="7475" y="34438"/>
                  </a:cubicBezTo>
                  <a:cubicBezTo>
                    <a:pt x="8794" y="34717"/>
                    <a:pt x="9498" y="34760"/>
                    <a:pt x="10134" y="34760"/>
                  </a:cubicBezTo>
                  <a:cubicBezTo>
                    <a:pt x="10418" y="34760"/>
                    <a:pt x="10688" y="34752"/>
                    <a:pt x="10993" y="34752"/>
                  </a:cubicBezTo>
                  <a:cubicBezTo>
                    <a:pt x="11495" y="34752"/>
                    <a:pt x="12092" y="34775"/>
                    <a:pt x="12999" y="34897"/>
                  </a:cubicBezTo>
                  <a:cubicBezTo>
                    <a:pt x="16147" y="35320"/>
                    <a:pt x="19340" y="37221"/>
                    <a:pt x="20582" y="37221"/>
                  </a:cubicBezTo>
                  <a:cubicBezTo>
                    <a:pt x="20662" y="37221"/>
                    <a:pt x="20733" y="37213"/>
                    <a:pt x="20796" y="37197"/>
                  </a:cubicBezTo>
                  <a:cubicBezTo>
                    <a:pt x="21846" y="36926"/>
                    <a:pt x="22989" y="29698"/>
                    <a:pt x="21417" y="27775"/>
                  </a:cubicBezTo>
                  <a:cubicBezTo>
                    <a:pt x="21417" y="27775"/>
                    <a:pt x="12492" y="24449"/>
                    <a:pt x="11258" y="24330"/>
                  </a:cubicBezTo>
                  <a:cubicBezTo>
                    <a:pt x="10023" y="24212"/>
                    <a:pt x="13428" y="19300"/>
                    <a:pt x="13428" y="19300"/>
                  </a:cubicBezTo>
                  <a:lnTo>
                    <a:pt x="11922" y="9"/>
                  </a:lnTo>
                  <a:cubicBezTo>
                    <a:pt x="11922" y="9"/>
                    <a:pt x="11889" y="0"/>
                    <a:pt x="1180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1"/>
            <p:cNvSpPr/>
            <p:nvPr/>
          </p:nvSpPr>
          <p:spPr>
            <a:xfrm>
              <a:off x="5816071" y="1883899"/>
              <a:ext cx="60253" cy="189327"/>
            </a:xfrm>
            <a:custGeom>
              <a:rect b="b" l="l" r="r" t="t"/>
              <a:pathLst>
                <a:path extrusionOk="0" h="7048" w="2243">
                  <a:moveTo>
                    <a:pt x="1634" y="1"/>
                  </a:moveTo>
                  <a:cubicBezTo>
                    <a:pt x="1630" y="1"/>
                    <a:pt x="1627" y="1"/>
                    <a:pt x="1624" y="1"/>
                  </a:cubicBezTo>
                  <a:cubicBezTo>
                    <a:pt x="1305" y="38"/>
                    <a:pt x="1212" y="1780"/>
                    <a:pt x="1175" y="2718"/>
                  </a:cubicBezTo>
                  <a:cubicBezTo>
                    <a:pt x="1150" y="3335"/>
                    <a:pt x="946" y="3854"/>
                    <a:pt x="799" y="3854"/>
                  </a:cubicBezTo>
                  <a:cubicBezTo>
                    <a:pt x="723" y="3854"/>
                    <a:pt x="662" y="3714"/>
                    <a:pt x="649" y="3374"/>
                  </a:cubicBezTo>
                  <a:cubicBezTo>
                    <a:pt x="613" y="2382"/>
                    <a:pt x="500" y="1276"/>
                    <a:pt x="259" y="657"/>
                  </a:cubicBezTo>
                  <a:cubicBezTo>
                    <a:pt x="177" y="449"/>
                    <a:pt x="121" y="368"/>
                    <a:pt x="82" y="368"/>
                  </a:cubicBezTo>
                  <a:cubicBezTo>
                    <a:pt x="6" y="368"/>
                    <a:pt x="0" y="682"/>
                    <a:pt x="14" y="956"/>
                  </a:cubicBezTo>
                  <a:cubicBezTo>
                    <a:pt x="33" y="1369"/>
                    <a:pt x="183" y="2905"/>
                    <a:pt x="191" y="3337"/>
                  </a:cubicBezTo>
                  <a:cubicBezTo>
                    <a:pt x="200" y="3768"/>
                    <a:pt x="259" y="6682"/>
                    <a:pt x="259" y="6682"/>
                  </a:cubicBezTo>
                  <a:cubicBezTo>
                    <a:pt x="259" y="6682"/>
                    <a:pt x="1489" y="7047"/>
                    <a:pt x="1985" y="7047"/>
                  </a:cubicBezTo>
                  <a:cubicBezTo>
                    <a:pt x="2159" y="7047"/>
                    <a:pt x="2243" y="7002"/>
                    <a:pt x="2149" y="6880"/>
                  </a:cubicBezTo>
                  <a:cubicBezTo>
                    <a:pt x="1793" y="6412"/>
                    <a:pt x="1474" y="5249"/>
                    <a:pt x="1831" y="3450"/>
                  </a:cubicBezTo>
                  <a:cubicBezTo>
                    <a:pt x="2182" y="1670"/>
                    <a:pt x="1949" y="1"/>
                    <a:pt x="16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1"/>
            <p:cNvSpPr/>
            <p:nvPr/>
          </p:nvSpPr>
          <p:spPr>
            <a:xfrm>
              <a:off x="5820745" y="1542024"/>
              <a:ext cx="856188" cy="890680"/>
            </a:xfrm>
            <a:custGeom>
              <a:rect b="b" l="l" r="r" t="t"/>
              <a:pathLst>
                <a:path extrusionOk="0" h="33157" w="31873">
                  <a:moveTo>
                    <a:pt x="19494" y="0"/>
                  </a:moveTo>
                  <a:lnTo>
                    <a:pt x="22011" y="6574"/>
                  </a:lnTo>
                  <a:lnTo>
                    <a:pt x="21870" y="11762"/>
                  </a:lnTo>
                  <a:cubicBezTo>
                    <a:pt x="21870" y="11762"/>
                    <a:pt x="23182" y="15071"/>
                    <a:pt x="23211" y="17461"/>
                  </a:cubicBezTo>
                  <a:cubicBezTo>
                    <a:pt x="23239" y="19851"/>
                    <a:pt x="24069" y="23822"/>
                    <a:pt x="24069" y="23822"/>
                  </a:cubicBezTo>
                  <a:cubicBezTo>
                    <a:pt x="24069" y="23822"/>
                    <a:pt x="22500" y="23718"/>
                    <a:pt x="20924" y="23628"/>
                  </a:cubicBezTo>
                  <a:cubicBezTo>
                    <a:pt x="20061" y="23578"/>
                    <a:pt x="19197" y="23535"/>
                    <a:pt x="18583" y="23515"/>
                  </a:cubicBezTo>
                  <a:cubicBezTo>
                    <a:pt x="16846" y="23459"/>
                    <a:pt x="13927" y="22851"/>
                    <a:pt x="11600" y="22479"/>
                  </a:cubicBezTo>
                  <a:cubicBezTo>
                    <a:pt x="9274" y="22106"/>
                    <a:pt x="5438" y="20967"/>
                    <a:pt x="4767" y="20763"/>
                  </a:cubicBezTo>
                  <a:cubicBezTo>
                    <a:pt x="4096" y="20558"/>
                    <a:pt x="2263" y="19409"/>
                    <a:pt x="1722" y="19318"/>
                  </a:cubicBezTo>
                  <a:cubicBezTo>
                    <a:pt x="1614" y="19300"/>
                    <a:pt x="1485" y="19293"/>
                    <a:pt x="1346" y="19293"/>
                  </a:cubicBezTo>
                  <a:cubicBezTo>
                    <a:pt x="789" y="19293"/>
                    <a:pt x="86" y="19409"/>
                    <a:pt x="86" y="19409"/>
                  </a:cubicBezTo>
                  <a:cubicBezTo>
                    <a:pt x="86" y="19409"/>
                    <a:pt x="0" y="19722"/>
                    <a:pt x="23" y="21520"/>
                  </a:cubicBezTo>
                  <a:cubicBezTo>
                    <a:pt x="45" y="23318"/>
                    <a:pt x="638" y="24599"/>
                    <a:pt x="638" y="24599"/>
                  </a:cubicBezTo>
                  <a:cubicBezTo>
                    <a:pt x="638" y="24599"/>
                    <a:pt x="1747" y="24813"/>
                    <a:pt x="2945" y="25093"/>
                  </a:cubicBezTo>
                  <a:cubicBezTo>
                    <a:pt x="4144" y="25370"/>
                    <a:pt x="6937" y="26469"/>
                    <a:pt x="9426" y="27517"/>
                  </a:cubicBezTo>
                  <a:cubicBezTo>
                    <a:pt x="11916" y="28566"/>
                    <a:pt x="15258" y="30695"/>
                    <a:pt x="18100" y="31946"/>
                  </a:cubicBezTo>
                  <a:cubicBezTo>
                    <a:pt x="19733" y="32665"/>
                    <a:pt x="22859" y="33157"/>
                    <a:pt x="25511" y="33157"/>
                  </a:cubicBezTo>
                  <a:cubicBezTo>
                    <a:pt x="27478" y="33157"/>
                    <a:pt x="29185" y="32886"/>
                    <a:pt x="29828" y="32236"/>
                  </a:cubicBezTo>
                  <a:cubicBezTo>
                    <a:pt x="31338" y="30712"/>
                    <a:pt x="31397" y="26954"/>
                    <a:pt x="31634" y="23780"/>
                  </a:cubicBezTo>
                  <a:cubicBezTo>
                    <a:pt x="31873" y="20605"/>
                    <a:pt x="30559" y="17529"/>
                    <a:pt x="30382" y="15243"/>
                  </a:cubicBezTo>
                  <a:cubicBezTo>
                    <a:pt x="30206" y="12957"/>
                    <a:pt x="29572" y="8119"/>
                    <a:pt x="29078" y="5544"/>
                  </a:cubicBezTo>
                  <a:cubicBezTo>
                    <a:pt x="28585" y="2966"/>
                    <a:pt x="26013" y="1731"/>
                    <a:pt x="24718" y="1021"/>
                  </a:cubicBezTo>
                  <a:cubicBezTo>
                    <a:pt x="23422" y="310"/>
                    <a:pt x="19494" y="0"/>
                    <a:pt x="19494" y="0"/>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1"/>
            <p:cNvSpPr/>
            <p:nvPr/>
          </p:nvSpPr>
          <p:spPr>
            <a:xfrm>
              <a:off x="5835922" y="2202806"/>
              <a:ext cx="491906" cy="216189"/>
            </a:xfrm>
            <a:custGeom>
              <a:rect b="b" l="l" r="r" t="t"/>
              <a:pathLst>
                <a:path extrusionOk="0" h="8048" w="18312">
                  <a:moveTo>
                    <a:pt x="73" y="0"/>
                  </a:moveTo>
                  <a:lnTo>
                    <a:pt x="73" y="0"/>
                  </a:lnTo>
                  <a:cubicBezTo>
                    <a:pt x="72" y="0"/>
                    <a:pt x="1" y="637"/>
                    <a:pt x="3166" y="1593"/>
                  </a:cubicBezTo>
                  <a:cubicBezTo>
                    <a:pt x="3724" y="1762"/>
                    <a:pt x="6367" y="2797"/>
                    <a:pt x="6812" y="3188"/>
                  </a:cubicBezTo>
                  <a:cubicBezTo>
                    <a:pt x="7908" y="4152"/>
                    <a:pt x="6627" y="6061"/>
                    <a:pt x="7461" y="6487"/>
                  </a:cubicBezTo>
                  <a:cubicBezTo>
                    <a:pt x="9961" y="7761"/>
                    <a:pt x="10885" y="7348"/>
                    <a:pt x="12661" y="7771"/>
                  </a:cubicBezTo>
                  <a:cubicBezTo>
                    <a:pt x="13723" y="8024"/>
                    <a:pt x="15567" y="8047"/>
                    <a:pt x="16195" y="8047"/>
                  </a:cubicBezTo>
                  <a:cubicBezTo>
                    <a:pt x="16333" y="8047"/>
                    <a:pt x="16413" y="8046"/>
                    <a:pt x="16413" y="8046"/>
                  </a:cubicBezTo>
                  <a:cubicBezTo>
                    <a:pt x="16413" y="8046"/>
                    <a:pt x="17316" y="7946"/>
                    <a:pt x="18312" y="7634"/>
                  </a:cubicBezTo>
                  <a:cubicBezTo>
                    <a:pt x="18030" y="7543"/>
                    <a:pt x="17767" y="7447"/>
                    <a:pt x="17539" y="7347"/>
                  </a:cubicBezTo>
                  <a:cubicBezTo>
                    <a:pt x="14693" y="6096"/>
                    <a:pt x="11351" y="3967"/>
                    <a:pt x="8861" y="2918"/>
                  </a:cubicBezTo>
                  <a:cubicBezTo>
                    <a:pt x="6372" y="1870"/>
                    <a:pt x="3579" y="771"/>
                    <a:pt x="2380" y="494"/>
                  </a:cubicBezTo>
                  <a:cubicBezTo>
                    <a:pt x="1182" y="214"/>
                    <a:pt x="73" y="0"/>
                    <a:pt x="73" y="0"/>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1"/>
            <p:cNvSpPr/>
            <p:nvPr/>
          </p:nvSpPr>
          <p:spPr>
            <a:xfrm>
              <a:off x="6223919" y="1289762"/>
              <a:ext cx="255274" cy="156984"/>
            </a:xfrm>
            <a:custGeom>
              <a:rect b="b" l="l" r="r" t="t"/>
              <a:pathLst>
                <a:path extrusionOk="0" h="5844" w="9503">
                  <a:moveTo>
                    <a:pt x="0" y="0"/>
                  </a:moveTo>
                  <a:cubicBezTo>
                    <a:pt x="0" y="3222"/>
                    <a:pt x="2131" y="5844"/>
                    <a:pt x="4752" y="5844"/>
                  </a:cubicBezTo>
                  <a:cubicBezTo>
                    <a:pt x="7373" y="5844"/>
                    <a:pt x="9503" y="3222"/>
                    <a:pt x="9503" y="0"/>
                  </a:cubicBezTo>
                  <a:lnTo>
                    <a:pt x="9052" y="0"/>
                  </a:lnTo>
                  <a:cubicBezTo>
                    <a:pt x="9052" y="2974"/>
                    <a:pt x="7123" y="5393"/>
                    <a:pt x="4752" y="5393"/>
                  </a:cubicBezTo>
                  <a:cubicBezTo>
                    <a:pt x="2382" y="5393"/>
                    <a:pt x="452" y="2975"/>
                    <a:pt x="45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1"/>
            <p:cNvSpPr/>
            <p:nvPr/>
          </p:nvSpPr>
          <p:spPr>
            <a:xfrm>
              <a:off x="5774434" y="1289762"/>
              <a:ext cx="255274" cy="156984"/>
            </a:xfrm>
            <a:custGeom>
              <a:rect b="b" l="l" r="r" t="t"/>
              <a:pathLst>
                <a:path extrusionOk="0" h="5844" w="9503">
                  <a:moveTo>
                    <a:pt x="0" y="0"/>
                  </a:moveTo>
                  <a:cubicBezTo>
                    <a:pt x="0" y="3222"/>
                    <a:pt x="2130" y="5844"/>
                    <a:pt x="4751" y="5844"/>
                  </a:cubicBezTo>
                  <a:cubicBezTo>
                    <a:pt x="7371" y="5844"/>
                    <a:pt x="9502" y="3222"/>
                    <a:pt x="9502" y="0"/>
                  </a:cubicBezTo>
                  <a:lnTo>
                    <a:pt x="9051" y="0"/>
                  </a:lnTo>
                  <a:cubicBezTo>
                    <a:pt x="9051" y="2974"/>
                    <a:pt x="7124" y="5393"/>
                    <a:pt x="4751" y="5393"/>
                  </a:cubicBezTo>
                  <a:cubicBezTo>
                    <a:pt x="2381" y="5393"/>
                    <a:pt x="451" y="2975"/>
                    <a:pt x="45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1"/>
            <p:cNvSpPr/>
            <p:nvPr/>
          </p:nvSpPr>
          <p:spPr>
            <a:xfrm>
              <a:off x="6342113" y="2439864"/>
              <a:ext cx="197950" cy="58507"/>
            </a:xfrm>
            <a:custGeom>
              <a:rect b="b" l="l" r="r" t="t"/>
              <a:pathLst>
                <a:path extrusionOk="0" h="2178" w="7369">
                  <a:moveTo>
                    <a:pt x="3557" y="0"/>
                  </a:moveTo>
                  <a:cubicBezTo>
                    <a:pt x="1777" y="0"/>
                    <a:pt x="1" y="77"/>
                    <a:pt x="1" y="77"/>
                  </a:cubicBezTo>
                  <a:cubicBezTo>
                    <a:pt x="1" y="77"/>
                    <a:pt x="490" y="701"/>
                    <a:pt x="5526" y="1942"/>
                  </a:cubicBezTo>
                  <a:cubicBezTo>
                    <a:pt x="6337" y="2142"/>
                    <a:pt x="6867" y="2177"/>
                    <a:pt x="7142" y="2177"/>
                  </a:cubicBezTo>
                  <a:cubicBezTo>
                    <a:pt x="7294" y="2177"/>
                    <a:pt x="7368" y="2166"/>
                    <a:pt x="7368" y="2166"/>
                  </a:cubicBezTo>
                  <a:cubicBezTo>
                    <a:pt x="7368" y="2166"/>
                    <a:pt x="7225" y="974"/>
                    <a:pt x="7133" y="374"/>
                  </a:cubicBezTo>
                  <a:cubicBezTo>
                    <a:pt x="7087" y="75"/>
                    <a:pt x="5320" y="0"/>
                    <a:pt x="355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1"/>
            <p:cNvSpPr/>
            <p:nvPr/>
          </p:nvSpPr>
          <p:spPr>
            <a:xfrm>
              <a:off x="5908262" y="1253390"/>
              <a:ext cx="453144" cy="508668"/>
            </a:xfrm>
            <a:custGeom>
              <a:rect b="b" l="l" r="r" t="t"/>
              <a:pathLst>
                <a:path extrusionOk="0" h="18936" w="16869">
                  <a:moveTo>
                    <a:pt x="8279" y="1"/>
                  </a:moveTo>
                  <a:lnTo>
                    <a:pt x="5354" y="106"/>
                  </a:lnTo>
                  <a:cubicBezTo>
                    <a:pt x="5354" y="106"/>
                    <a:pt x="5576" y="7270"/>
                    <a:pt x="5076" y="8591"/>
                  </a:cubicBezTo>
                  <a:cubicBezTo>
                    <a:pt x="4846" y="9194"/>
                    <a:pt x="531" y="10128"/>
                    <a:pt x="531" y="10128"/>
                  </a:cubicBezTo>
                  <a:cubicBezTo>
                    <a:pt x="362" y="11379"/>
                    <a:pt x="0" y="18935"/>
                    <a:pt x="8545" y="18935"/>
                  </a:cubicBezTo>
                  <a:cubicBezTo>
                    <a:pt x="8561" y="18935"/>
                    <a:pt x="8578" y="18935"/>
                    <a:pt x="8595" y="18935"/>
                  </a:cubicBezTo>
                  <a:cubicBezTo>
                    <a:pt x="8650" y="18936"/>
                    <a:pt x="8705" y="18936"/>
                    <a:pt x="8760" y="18936"/>
                  </a:cubicBezTo>
                  <a:cubicBezTo>
                    <a:pt x="13893" y="18936"/>
                    <a:pt x="16868" y="16121"/>
                    <a:pt x="16102" y="10222"/>
                  </a:cubicBezTo>
                  <a:cubicBezTo>
                    <a:pt x="16102" y="10222"/>
                    <a:pt x="12008" y="9255"/>
                    <a:pt x="11654" y="8698"/>
                  </a:cubicBezTo>
                  <a:cubicBezTo>
                    <a:pt x="10894" y="7508"/>
                    <a:pt x="11204" y="85"/>
                    <a:pt x="11204" y="85"/>
                  </a:cubicBezTo>
                  <a:lnTo>
                    <a:pt x="8279" y="1"/>
                  </a:ln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1"/>
            <p:cNvSpPr/>
            <p:nvPr/>
          </p:nvSpPr>
          <p:spPr>
            <a:xfrm>
              <a:off x="6050631" y="1253390"/>
              <a:ext cx="162035" cy="194726"/>
            </a:xfrm>
            <a:custGeom>
              <a:rect b="b" l="l" r="r" t="t"/>
              <a:pathLst>
                <a:path extrusionOk="0" h="7249" w="6032">
                  <a:moveTo>
                    <a:pt x="2925" y="1"/>
                  </a:moveTo>
                  <a:lnTo>
                    <a:pt x="0" y="115"/>
                  </a:lnTo>
                  <a:cubicBezTo>
                    <a:pt x="0" y="115"/>
                    <a:pt x="183" y="3616"/>
                    <a:pt x="72" y="6100"/>
                  </a:cubicBezTo>
                  <a:cubicBezTo>
                    <a:pt x="1437" y="6729"/>
                    <a:pt x="3446" y="7245"/>
                    <a:pt x="6031" y="7249"/>
                  </a:cubicBezTo>
                  <a:cubicBezTo>
                    <a:pt x="5569" y="5183"/>
                    <a:pt x="5851" y="94"/>
                    <a:pt x="5851" y="94"/>
                  </a:cubicBezTo>
                  <a:lnTo>
                    <a:pt x="2925" y="1"/>
                  </a:ln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1"/>
            <p:cNvSpPr/>
            <p:nvPr/>
          </p:nvSpPr>
          <p:spPr>
            <a:xfrm>
              <a:off x="5902298" y="791577"/>
              <a:ext cx="462921" cy="601344"/>
            </a:xfrm>
            <a:custGeom>
              <a:rect b="b" l="l" r="r" t="t"/>
              <a:pathLst>
                <a:path extrusionOk="0" h="22386" w="17233">
                  <a:moveTo>
                    <a:pt x="9064" y="0"/>
                  </a:moveTo>
                  <a:cubicBezTo>
                    <a:pt x="8891" y="0"/>
                    <a:pt x="8723" y="7"/>
                    <a:pt x="8557" y="18"/>
                  </a:cubicBezTo>
                  <a:cubicBezTo>
                    <a:pt x="8406" y="9"/>
                    <a:pt x="8253" y="3"/>
                    <a:pt x="8096" y="3"/>
                  </a:cubicBezTo>
                  <a:cubicBezTo>
                    <a:pt x="7092" y="3"/>
                    <a:pt x="5961" y="222"/>
                    <a:pt x="4610" y="960"/>
                  </a:cubicBezTo>
                  <a:cubicBezTo>
                    <a:pt x="3120" y="1775"/>
                    <a:pt x="751" y="3282"/>
                    <a:pt x="472" y="8120"/>
                  </a:cubicBezTo>
                  <a:cubicBezTo>
                    <a:pt x="0" y="16311"/>
                    <a:pt x="3680" y="22385"/>
                    <a:pt x="8615" y="22385"/>
                  </a:cubicBezTo>
                  <a:cubicBezTo>
                    <a:pt x="8623" y="22385"/>
                    <a:pt x="8630" y="22385"/>
                    <a:pt x="8638" y="22385"/>
                  </a:cubicBezTo>
                  <a:cubicBezTo>
                    <a:pt x="13589" y="22368"/>
                    <a:pt x="17232" y="16261"/>
                    <a:pt x="16702" y="8063"/>
                  </a:cubicBezTo>
                  <a:cubicBezTo>
                    <a:pt x="16388" y="3223"/>
                    <a:pt x="14009" y="1734"/>
                    <a:pt x="12512" y="932"/>
                  </a:cubicBezTo>
                  <a:cubicBezTo>
                    <a:pt x="11177" y="215"/>
                    <a:pt x="10058" y="0"/>
                    <a:pt x="9064" y="0"/>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1"/>
            <p:cNvSpPr/>
            <p:nvPr/>
          </p:nvSpPr>
          <p:spPr>
            <a:xfrm>
              <a:off x="5846344" y="1066511"/>
              <a:ext cx="88539" cy="110700"/>
            </a:xfrm>
            <a:custGeom>
              <a:rect b="b" l="l" r="r" t="t"/>
              <a:pathLst>
                <a:path extrusionOk="0" h="4121" w="3296">
                  <a:moveTo>
                    <a:pt x="2489" y="0"/>
                  </a:moveTo>
                  <a:cubicBezTo>
                    <a:pt x="2489" y="0"/>
                    <a:pt x="157" y="233"/>
                    <a:pt x="72" y="2250"/>
                  </a:cubicBezTo>
                  <a:cubicBezTo>
                    <a:pt x="0" y="3981"/>
                    <a:pt x="2315" y="4121"/>
                    <a:pt x="3064" y="4121"/>
                  </a:cubicBezTo>
                  <a:cubicBezTo>
                    <a:pt x="3209" y="4121"/>
                    <a:pt x="3295" y="4116"/>
                    <a:pt x="3295" y="4116"/>
                  </a:cubicBezTo>
                  <a:lnTo>
                    <a:pt x="2489" y="0"/>
                  </a:ln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1"/>
            <p:cNvSpPr/>
            <p:nvPr/>
          </p:nvSpPr>
          <p:spPr>
            <a:xfrm>
              <a:off x="5864584" y="1086012"/>
              <a:ext cx="53349" cy="52086"/>
            </a:xfrm>
            <a:custGeom>
              <a:rect b="b" l="l" r="r" t="t"/>
              <a:pathLst>
                <a:path extrusionOk="0" h="1939" w="1986">
                  <a:moveTo>
                    <a:pt x="1883" y="0"/>
                  </a:moveTo>
                  <a:cubicBezTo>
                    <a:pt x="1367" y="90"/>
                    <a:pt x="166" y="460"/>
                    <a:pt x="1" y="1939"/>
                  </a:cubicBezTo>
                  <a:cubicBezTo>
                    <a:pt x="1" y="1939"/>
                    <a:pt x="889" y="1121"/>
                    <a:pt x="1834" y="1121"/>
                  </a:cubicBezTo>
                  <a:cubicBezTo>
                    <a:pt x="1884" y="1121"/>
                    <a:pt x="1935" y="1123"/>
                    <a:pt x="1986" y="1128"/>
                  </a:cubicBezTo>
                  <a:cubicBezTo>
                    <a:pt x="1944" y="760"/>
                    <a:pt x="1908" y="385"/>
                    <a:pt x="1883" y="0"/>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1"/>
            <p:cNvSpPr/>
            <p:nvPr/>
          </p:nvSpPr>
          <p:spPr>
            <a:xfrm>
              <a:off x="5967654" y="1044779"/>
              <a:ext cx="117685" cy="39810"/>
            </a:xfrm>
            <a:custGeom>
              <a:rect b="b" l="l" r="r" t="t"/>
              <a:pathLst>
                <a:path extrusionOk="0" h="1482" w="4381">
                  <a:moveTo>
                    <a:pt x="2871" y="0"/>
                  </a:moveTo>
                  <a:cubicBezTo>
                    <a:pt x="1473" y="0"/>
                    <a:pt x="0" y="1282"/>
                    <a:pt x="168" y="1420"/>
                  </a:cubicBezTo>
                  <a:cubicBezTo>
                    <a:pt x="168" y="1420"/>
                    <a:pt x="126" y="1482"/>
                    <a:pt x="261" y="1482"/>
                  </a:cubicBezTo>
                  <a:cubicBezTo>
                    <a:pt x="376" y="1482"/>
                    <a:pt x="619" y="1437"/>
                    <a:pt x="1124" y="1272"/>
                  </a:cubicBezTo>
                  <a:cubicBezTo>
                    <a:pt x="2223" y="909"/>
                    <a:pt x="4380" y="144"/>
                    <a:pt x="3092" y="11"/>
                  </a:cubicBezTo>
                  <a:cubicBezTo>
                    <a:pt x="3019" y="4"/>
                    <a:pt x="2945" y="0"/>
                    <a:pt x="287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1"/>
            <p:cNvSpPr/>
            <p:nvPr/>
          </p:nvSpPr>
          <p:spPr>
            <a:xfrm>
              <a:off x="6180940" y="1044779"/>
              <a:ext cx="117631" cy="39810"/>
            </a:xfrm>
            <a:custGeom>
              <a:rect b="b" l="l" r="r" t="t"/>
              <a:pathLst>
                <a:path extrusionOk="0" h="1482" w="4379">
                  <a:moveTo>
                    <a:pt x="1509" y="0"/>
                  </a:moveTo>
                  <a:cubicBezTo>
                    <a:pt x="1436" y="0"/>
                    <a:pt x="1362" y="4"/>
                    <a:pt x="1289" y="11"/>
                  </a:cubicBezTo>
                  <a:cubicBezTo>
                    <a:pt x="0" y="144"/>
                    <a:pt x="2157" y="909"/>
                    <a:pt x="3257" y="1272"/>
                  </a:cubicBezTo>
                  <a:cubicBezTo>
                    <a:pt x="3762" y="1437"/>
                    <a:pt x="4004" y="1482"/>
                    <a:pt x="4119" y="1482"/>
                  </a:cubicBezTo>
                  <a:cubicBezTo>
                    <a:pt x="4254" y="1482"/>
                    <a:pt x="4211" y="1420"/>
                    <a:pt x="4211" y="1420"/>
                  </a:cubicBezTo>
                  <a:cubicBezTo>
                    <a:pt x="4379" y="1282"/>
                    <a:pt x="2908" y="0"/>
                    <a:pt x="150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1"/>
            <p:cNvSpPr/>
            <p:nvPr/>
          </p:nvSpPr>
          <p:spPr>
            <a:xfrm>
              <a:off x="6330589" y="1066511"/>
              <a:ext cx="88593" cy="110700"/>
            </a:xfrm>
            <a:custGeom>
              <a:rect b="b" l="l" r="r" t="t"/>
              <a:pathLst>
                <a:path extrusionOk="0" h="4121" w="3298">
                  <a:moveTo>
                    <a:pt x="809" y="0"/>
                  </a:moveTo>
                  <a:lnTo>
                    <a:pt x="1" y="4116"/>
                  </a:lnTo>
                  <a:cubicBezTo>
                    <a:pt x="1" y="4116"/>
                    <a:pt x="87" y="4121"/>
                    <a:pt x="232" y="4121"/>
                  </a:cubicBezTo>
                  <a:cubicBezTo>
                    <a:pt x="982" y="4121"/>
                    <a:pt x="3297" y="3981"/>
                    <a:pt x="3225" y="2250"/>
                  </a:cubicBezTo>
                  <a:cubicBezTo>
                    <a:pt x="3139" y="233"/>
                    <a:pt x="809" y="0"/>
                    <a:pt x="809" y="0"/>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1"/>
            <p:cNvSpPr/>
            <p:nvPr/>
          </p:nvSpPr>
          <p:spPr>
            <a:xfrm>
              <a:off x="6347566" y="1086012"/>
              <a:ext cx="53322" cy="52086"/>
            </a:xfrm>
            <a:custGeom>
              <a:rect b="b" l="l" r="r" t="t"/>
              <a:pathLst>
                <a:path extrusionOk="0" h="1939" w="1985">
                  <a:moveTo>
                    <a:pt x="102" y="0"/>
                  </a:moveTo>
                  <a:cubicBezTo>
                    <a:pt x="78" y="385"/>
                    <a:pt x="43" y="760"/>
                    <a:pt x="1" y="1128"/>
                  </a:cubicBezTo>
                  <a:cubicBezTo>
                    <a:pt x="51" y="1123"/>
                    <a:pt x="102" y="1121"/>
                    <a:pt x="153" y="1121"/>
                  </a:cubicBezTo>
                  <a:cubicBezTo>
                    <a:pt x="1098" y="1121"/>
                    <a:pt x="1984" y="1939"/>
                    <a:pt x="1984" y="1939"/>
                  </a:cubicBezTo>
                  <a:cubicBezTo>
                    <a:pt x="1822" y="460"/>
                    <a:pt x="620" y="90"/>
                    <a:pt x="102" y="0"/>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1"/>
            <p:cNvSpPr/>
            <p:nvPr/>
          </p:nvSpPr>
          <p:spPr>
            <a:xfrm>
              <a:off x="5988741" y="791577"/>
              <a:ext cx="363933" cy="293177"/>
            </a:xfrm>
            <a:custGeom>
              <a:rect b="b" l="l" r="r" t="t"/>
              <a:pathLst>
                <a:path extrusionOk="0" h="10914" w="13548">
                  <a:moveTo>
                    <a:pt x="5846" y="0"/>
                  </a:moveTo>
                  <a:cubicBezTo>
                    <a:pt x="5673" y="0"/>
                    <a:pt x="5505" y="7"/>
                    <a:pt x="5339" y="18"/>
                  </a:cubicBezTo>
                  <a:cubicBezTo>
                    <a:pt x="5192" y="9"/>
                    <a:pt x="5041" y="4"/>
                    <a:pt x="4888" y="4"/>
                  </a:cubicBezTo>
                  <a:cubicBezTo>
                    <a:pt x="4619" y="4"/>
                    <a:pt x="4342" y="19"/>
                    <a:pt x="4055" y="56"/>
                  </a:cubicBezTo>
                  <a:lnTo>
                    <a:pt x="982" y="1192"/>
                  </a:lnTo>
                  <a:cubicBezTo>
                    <a:pt x="670" y="1376"/>
                    <a:pt x="337" y="1594"/>
                    <a:pt x="0" y="1865"/>
                  </a:cubicBezTo>
                  <a:cubicBezTo>
                    <a:pt x="684" y="2031"/>
                    <a:pt x="1792" y="2466"/>
                    <a:pt x="2166" y="3564"/>
                  </a:cubicBezTo>
                  <a:cubicBezTo>
                    <a:pt x="2721" y="5192"/>
                    <a:pt x="5148" y="3740"/>
                    <a:pt x="5221" y="5425"/>
                  </a:cubicBezTo>
                  <a:cubicBezTo>
                    <a:pt x="5297" y="7133"/>
                    <a:pt x="6271" y="7868"/>
                    <a:pt x="7436" y="7868"/>
                  </a:cubicBezTo>
                  <a:cubicBezTo>
                    <a:pt x="7808" y="7868"/>
                    <a:pt x="8199" y="7794"/>
                    <a:pt x="8586" y="7652"/>
                  </a:cubicBezTo>
                  <a:cubicBezTo>
                    <a:pt x="8679" y="7619"/>
                    <a:pt x="8763" y="7603"/>
                    <a:pt x="8841" y="7603"/>
                  </a:cubicBezTo>
                  <a:cubicBezTo>
                    <a:pt x="9582" y="7603"/>
                    <a:pt x="9759" y="8985"/>
                    <a:pt x="10958" y="8985"/>
                  </a:cubicBezTo>
                  <a:cubicBezTo>
                    <a:pt x="11092" y="8985"/>
                    <a:pt x="11238" y="8968"/>
                    <a:pt x="11399" y="8930"/>
                  </a:cubicBezTo>
                  <a:cubicBezTo>
                    <a:pt x="11584" y="8886"/>
                    <a:pt x="11739" y="8866"/>
                    <a:pt x="11869" y="8866"/>
                  </a:cubicBezTo>
                  <a:cubicBezTo>
                    <a:pt x="12948" y="8866"/>
                    <a:pt x="12395" y="10228"/>
                    <a:pt x="13402" y="10913"/>
                  </a:cubicBezTo>
                  <a:lnTo>
                    <a:pt x="13526" y="10286"/>
                  </a:lnTo>
                  <a:cubicBezTo>
                    <a:pt x="13548" y="9565"/>
                    <a:pt x="13533" y="8824"/>
                    <a:pt x="13484" y="8063"/>
                  </a:cubicBezTo>
                  <a:cubicBezTo>
                    <a:pt x="13170" y="3223"/>
                    <a:pt x="10791" y="1734"/>
                    <a:pt x="9294" y="932"/>
                  </a:cubicBezTo>
                  <a:cubicBezTo>
                    <a:pt x="7959" y="215"/>
                    <a:pt x="6840" y="0"/>
                    <a:pt x="5846" y="0"/>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1"/>
            <p:cNvSpPr/>
            <p:nvPr/>
          </p:nvSpPr>
          <p:spPr>
            <a:xfrm>
              <a:off x="6128182" y="1264296"/>
              <a:ext cx="69869" cy="48729"/>
            </a:xfrm>
            <a:custGeom>
              <a:rect b="b" l="l" r="r" t="t"/>
              <a:pathLst>
                <a:path extrusionOk="0" h="1814" w="2601">
                  <a:moveTo>
                    <a:pt x="1791" y="0"/>
                  </a:moveTo>
                  <a:cubicBezTo>
                    <a:pt x="1778" y="0"/>
                    <a:pt x="1765" y="0"/>
                    <a:pt x="1753" y="1"/>
                  </a:cubicBezTo>
                  <a:cubicBezTo>
                    <a:pt x="1747" y="1"/>
                    <a:pt x="1741" y="1"/>
                    <a:pt x="1735" y="1"/>
                  </a:cubicBezTo>
                  <a:cubicBezTo>
                    <a:pt x="1426" y="1"/>
                    <a:pt x="1113" y="107"/>
                    <a:pt x="859" y="284"/>
                  </a:cubicBezTo>
                  <a:cubicBezTo>
                    <a:pt x="605" y="470"/>
                    <a:pt x="401" y="707"/>
                    <a:pt x="258" y="969"/>
                  </a:cubicBezTo>
                  <a:cubicBezTo>
                    <a:pt x="113" y="1232"/>
                    <a:pt x="14" y="1516"/>
                    <a:pt x="0" y="1814"/>
                  </a:cubicBezTo>
                  <a:cubicBezTo>
                    <a:pt x="373" y="1363"/>
                    <a:pt x="708" y="945"/>
                    <a:pt x="1118" y="654"/>
                  </a:cubicBezTo>
                  <a:cubicBezTo>
                    <a:pt x="1319" y="506"/>
                    <a:pt x="1544" y="412"/>
                    <a:pt x="1788" y="350"/>
                  </a:cubicBezTo>
                  <a:cubicBezTo>
                    <a:pt x="2035" y="280"/>
                    <a:pt x="2301" y="300"/>
                    <a:pt x="2600" y="291"/>
                  </a:cubicBezTo>
                  <a:cubicBezTo>
                    <a:pt x="2374" y="129"/>
                    <a:pt x="2093" y="0"/>
                    <a:pt x="179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1"/>
            <p:cNvSpPr/>
            <p:nvPr/>
          </p:nvSpPr>
          <p:spPr>
            <a:xfrm>
              <a:off x="6018289" y="1092862"/>
              <a:ext cx="43275" cy="61864"/>
            </a:xfrm>
            <a:custGeom>
              <a:rect b="b" l="l" r="r" t="t"/>
              <a:pathLst>
                <a:path extrusionOk="0" h="2303" w="1611">
                  <a:moveTo>
                    <a:pt x="805" y="0"/>
                  </a:moveTo>
                  <a:cubicBezTo>
                    <a:pt x="361" y="0"/>
                    <a:pt x="0" y="518"/>
                    <a:pt x="0" y="1152"/>
                  </a:cubicBezTo>
                  <a:cubicBezTo>
                    <a:pt x="0" y="1788"/>
                    <a:pt x="361" y="2303"/>
                    <a:pt x="805" y="2303"/>
                  </a:cubicBezTo>
                  <a:cubicBezTo>
                    <a:pt x="1249" y="2303"/>
                    <a:pt x="1610" y="1787"/>
                    <a:pt x="1610" y="1152"/>
                  </a:cubicBezTo>
                  <a:cubicBezTo>
                    <a:pt x="1610" y="518"/>
                    <a:pt x="1249" y="3"/>
                    <a:pt x="80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1"/>
            <p:cNvSpPr/>
            <p:nvPr/>
          </p:nvSpPr>
          <p:spPr>
            <a:xfrm>
              <a:off x="6204686" y="1092862"/>
              <a:ext cx="43302" cy="61864"/>
            </a:xfrm>
            <a:custGeom>
              <a:rect b="b" l="l" r="r" t="t"/>
              <a:pathLst>
                <a:path extrusionOk="0" h="2303" w="1612">
                  <a:moveTo>
                    <a:pt x="807" y="0"/>
                  </a:moveTo>
                  <a:cubicBezTo>
                    <a:pt x="361" y="0"/>
                    <a:pt x="0" y="518"/>
                    <a:pt x="0" y="1152"/>
                  </a:cubicBezTo>
                  <a:cubicBezTo>
                    <a:pt x="0" y="1788"/>
                    <a:pt x="361" y="2303"/>
                    <a:pt x="807" y="2303"/>
                  </a:cubicBezTo>
                  <a:cubicBezTo>
                    <a:pt x="1251" y="2303"/>
                    <a:pt x="1612" y="1787"/>
                    <a:pt x="1612" y="1152"/>
                  </a:cubicBezTo>
                  <a:cubicBezTo>
                    <a:pt x="1612" y="518"/>
                    <a:pt x="1252" y="3"/>
                    <a:pt x="8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1"/>
            <p:cNvSpPr/>
            <p:nvPr/>
          </p:nvSpPr>
          <p:spPr>
            <a:xfrm>
              <a:off x="5969051" y="1196577"/>
              <a:ext cx="75564" cy="75591"/>
            </a:xfrm>
            <a:custGeom>
              <a:rect b="b" l="l" r="r" t="t"/>
              <a:pathLst>
                <a:path extrusionOk="0" h="2814" w="2813">
                  <a:moveTo>
                    <a:pt x="1408" y="1"/>
                  </a:moveTo>
                  <a:cubicBezTo>
                    <a:pt x="1408" y="1"/>
                    <a:pt x="1407" y="1"/>
                    <a:pt x="1406" y="1"/>
                  </a:cubicBezTo>
                  <a:cubicBezTo>
                    <a:pt x="629" y="1"/>
                    <a:pt x="0" y="630"/>
                    <a:pt x="0" y="1408"/>
                  </a:cubicBezTo>
                  <a:cubicBezTo>
                    <a:pt x="0" y="2185"/>
                    <a:pt x="629" y="2814"/>
                    <a:pt x="1406" y="2814"/>
                  </a:cubicBezTo>
                  <a:cubicBezTo>
                    <a:pt x="2183" y="2814"/>
                    <a:pt x="2813" y="2185"/>
                    <a:pt x="2813" y="1408"/>
                  </a:cubicBezTo>
                  <a:cubicBezTo>
                    <a:pt x="2813" y="631"/>
                    <a:pt x="2183" y="1"/>
                    <a:pt x="14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1"/>
            <p:cNvSpPr/>
            <p:nvPr/>
          </p:nvSpPr>
          <p:spPr>
            <a:xfrm>
              <a:off x="6219379" y="1196577"/>
              <a:ext cx="75564" cy="75591"/>
            </a:xfrm>
            <a:custGeom>
              <a:rect b="b" l="l" r="r" t="t"/>
              <a:pathLst>
                <a:path extrusionOk="0" h="2814" w="2813">
                  <a:moveTo>
                    <a:pt x="1408" y="1"/>
                  </a:moveTo>
                  <a:cubicBezTo>
                    <a:pt x="1408" y="1"/>
                    <a:pt x="1407" y="1"/>
                    <a:pt x="1406" y="1"/>
                  </a:cubicBezTo>
                  <a:cubicBezTo>
                    <a:pt x="629" y="1"/>
                    <a:pt x="0" y="630"/>
                    <a:pt x="0" y="1408"/>
                  </a:cubicBezTo>
                  <a:cubicBezTo>
                    <a:pt x="0" y="2185"/>
                    <a:pt x="629" y="2814"/>
                    <a:pt x="1406" y="2814"/>
                  </a:cubicBezTo>
                  <a:cubicBezTo>
                    <a:pt x="2183" y="2814"/>
                    <a:pt x="2813" y="2185"/>
                    <a:pt x="2813" y="1408"/>
                  </a:cubicBezTo>
                  <a:cubicBezTo>
                    <a:pt x="2813" y="631"/>
                    <a:pt x="2183" y="1"/>
                    <a:pt x="14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1"/>
            <p:cNvSpPr/>
            <p:nvPr/>
          </p:nvSpPr>
          <p:spPr>
            <a:xfrm>
              <a:off x="5750419" y="739357"/>
              <a:ext cx="428457" cy="327185"/>
            </a:xfrm>
            <a:custGeom>
              <a:rect b="b" l="l" r="r" t="t"/>
              <a:pathLst>
                <a:path extrusionOk="0" h="12180" w="15950">
                  <a:moveTo>
                    <a:pt x="13537" y="1"/>
                  </a:moveTo>
                  <a:cubicBezTo>
                    <a:pt x="13537" y="1"/>
                    <a:pt x="0" y="2358"/>
                    <a:pt x="6060" y="12179"/>
                  </a:cubicBezTo>
                  <a:cubicBezTo>
                    <a:pt x="6060" y="12179"/>
                    <a:pt x="6746" y="9515"/>
                    <a:pt x="7719" y="7950"/>
                  </a:cubicBezTo>
                  <a:cubicBezTo>
                    <a:pt x="9543" y="5013"/>
                    <a:pt x="14240" y="2200"/>
                    <a:pt x="15095" y="1634"/>
                  </a:cubicBezTo>
                  <a:cubicBezTo>
                    <a:pt x="15950" y="1065"/>
                    <a:pt x="13537" y="1"/>
                    <a:pt x="13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1"/>
            <p:cNvSpPr/>
            <p:nvPr/>
          </p:nvSpPr>
          <p:spPr>
            <a:xfrm>
              <a:off x="5973537" y="708949"/>
              <a:ext cx="450215" cy="364981"/>
            </a:xfrm>
            <a:custGeom>
              <a:rect b="b" l="l" r="r" t="t"/>
              <a:pathLst>
                <a:path extrusionOk="0" h="13587" w="16760">
                  <a:moveTo>
                    <a:pt x="10923" y="1"/>
                  </a:moveTo>
                  <a:lnTo>
                    <a:pt x="1" y="4040"/>
                  </a:lnTo>
                  <a:cubicBezTo>
                    <a:pt x="1" y="4040"/>
                    <a:pt x="2176" y="4208"/>
                    <a:pt x="2732" y="5838"/>
                  </a:cubicBezTo>
                  <a:cubicBezTo>
                    <a:pt x="3287" y="7466"/>
                    <a:pt x="5714" y="6014"/>
                    <a:pt x="5787" y="7699"/>
                  </a:cubicBezTo>
                  <a:cubicBezTo>
                    <a:pt x="5863" y="9408"/>
                    <a:pt x="6836" y="10142"/>
                    <a:pt x="8002" y="10142"/>
                  </a:cubicBezTo>
                  <a:cubicBezTo>
                    <a:pt x="8373" y="10142"/>
                    <a:pt x="8764" y="10068"/>
                    <a:pt x="9152" y="9926"/>
                  </a:cubicBezTo>
                  <a:cubicBezTo>
                    <a:pt x="9244" y="9893"/>
                    <a:pt x="9328" y="9877"/>
                    <a:pt x="9406" y="9877"/>
                  </a:cubicBezTo>
                  <a:cubicBezTo>
                    <a:pt x="10148" y="9877"/>
                    <a:pt x="10325" y="11259"/>
                    <a:pt x="11524" y="11259"/>
                  </a:cubicBezTo>
                  <a:cubicBezTo>
                    <a:pt x="11658" y="11259"/>
                    <a:pt x="11804" y="11242"/>
                    <a:pt x="11965" y="11203"/>
                  </a:cubicBezTo>
                  <a:cubicBezTo>
                    <a:pt x="12149" y="11160"/>
                    <a:pt x="12303" y="11140"/>
                    <a:pt x="12433" y="11140"/>
                  </a:cubicBezTo>
                  <a:cubicBezTo>
                    <a:pt x="13550" y="11140"/>
                    <a:pt x="12914" y="12603"/>
                    <a:pt x="14074" y="13260"/>
                  </a:cubicBezTo>
                  <a:cubicBezTo>
                    <a:pt x="14506" y="13505"/>
                    <a:pt x="14949" y="13587"/>
                    <a:pt x="15347" y="13587"/>
                  </a:cubicBezTo>
                  <a:cubicBezTo>
                    <a:pt x="16143" y="13587"/>
                    <a:pt x="16760" y="13260"/>
                    <a:pt x="16760" y="13260"/>
                  </a:cubicBezTo>
                  <a:lnTo>
                    <a:pt x="16760" y="5838"/>
                  </a:lnTo>
                  <a:lnTo>
                    <a:pt x="10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1"/>
            <p:cNvSpPr/>
            <p:nvPr/>
          </p:nvSpPr>
          <p:spPr>
            <a:xfrm>
              <a:off x="5908262" y="1520696"/>
              <a:ext cx="231501" cy="241333"/>
            </a:xfrm>
            <a:custGeom>
              <a:rect b="b" l="l" r="r" t="t"/>
              <a:pathLst>
                <a:path extrusionOk="0" h="8984" w="8618">
                  <a:moveTo>
                    <a:pt x="1293" y="0"/>
                  </a:moveTo>
                  <a:lnTo>
                    <a:pt x="1293" y="0"/>
                  </a:lnTo>
                  <a:cubicBezTo>
                    <a:pt x="841" y="108"/>
                    <a:pt x="531" y="177"/>
                    <a:pt x="531" y="177"/>
                  </a:cubicBezTo>
                  <a:cubicBezTo>
                    <a:pt x="362" y="1428"/>
                    <a:pt x="0" y="8984"/>
                    <a:pt x="8545" y="8984"/>
                  </a:cubicBezTo>
                  <a:cubicBezTo>
                    <a:pt x="8559" y="8984"/>
                    <a:pt x="8573" y="8984"/>
                    <a:pt x="8588" y="8984"/>
                  </a:cubicBezTo>
                  <a:lnTo>
                    <a:pt x="8617" y="8984"/>
                  </a:lnTo>
                  <a:cubicBezTo>
                    <a:pt x="1276" y="8342"/>
                    <a:pt x="1141" y="1836"/>
                    <a:pt x="1293" y="0"/>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1"/>
            <p:cNvSpPr/>
            <p:nvPr/>
          </p:nvSpPr>
          <p:spPr>
            <a:xfrm>
              <a:off x="5774381" y="1132726"/>
              <a:ext cx="127651" cy="157011"/>
            </a:xfrm>
            <a:custGeom>
              <a:rect b="b" l="l" r="r" t="t"/>
              <a:pathLst>
                <a:path extrusionOk="0" h="5845" w="4752">
                  <a:moveTo>
                    <a:pt x="4752" y="1"/>
                  </a:moveTo>
                  <a:cubicBezTo>
                    <a:pt x="2131" y="1"/>
                    <a:pt x="1" y="2620"/>
                    <a:pt x="1" y="5845"/>
                  </a:cubicBezTo>
                  <a:lnTo>
                    <a:pt x="452" y="5845"/>
                  </a:lnTo>
                  <a:cubicBezTo>
                    <a:pt x="452" y="2871"/>
                    <a:pt x="2380" y="452"/>
                    <a:pt x="4752" y="452"/>
                  </a:cubicBezTo>
                  <a:lnTo>
                    <a:pt x="475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1"/>
            <p:cNvSpPr/>
            <p:nvPr/>
          </p:nvSpPr>
          <p:spPr>
            <a:xfrm>
              <a:off x="6351541" y="1156042"/>
              <a:ext cx="127651" cy="156984"/>
            </a:xfrm>
            <a:custGeom>
              <a:rect b="b" l="l" r="r" t="t"/>
              <a:pathLst>
                <a:path extrusionOk="0" h="5844" w="4752">
                  <a:moveTo>
                    <a:pt x="1" y="0"/>
                  </a:moveTo>
                  <a:lnTo>
                    <a:pt x="1" y="451"/>
                  </a:lnTo>
                  <a:cubicBezTo>
                    <a:pt x="2371" y="451"/>
                    <a:pt x="4301" y="2869"/>
                    <a:pt x="4301" y="5844"/>
                  </a:cubicBezTo>
                  <a:lnTo>
                    <a:pt x="4752" y="5844"/>
                  </a:lnTo>
                  <a:cubicBezTo>
                    <a:pt x="4752" y="2622"/>
                    <a:pt x="2622"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1"/>
            <p:cNvSpPr/>
            <p:nvPr/>
          </p:nvSpPr>
          <p:spPr>
            <a:xfrm>
              <a:off x="6334349" y="1533751"/>
              <a:ext cx="354155" cy="498246"/>
            </a:xfrm>
            <a:custGeom>
              <a:rect b="b" l="l" r="r" t="t"/>
              <a:pathLst>
                <a:path extrusionOk="0" h="18548" w="13184">
                  <a:moveTo>
                    <a:pt x="1446" y="1"/>
                  </a:moveTo>
                  <a:lnTo>
                    <a:pt x="1" y="18544"/>
                  </a:lnTo>
                  <a:lnTo>
                    <a:pt x="13184" y="18544"/>
                  </a:lnTo>
                  <a:cubicBezTo>
                    <a:pt x="13006" y="15730"/>
                    <a:pt x="12700" y="12397"/>
                    <a:pt x="12569" y="10648"/>
                  </a:cubicBezTo>
                  <a:cubicBezTo>
                    <a:pt x="12371" y="7999"/>
                    <a:pt x="11745" y="4700"/>
                    <a:pt x="10120" y="3775"/>
                  </a:cubicBezTo>
                  <a:cubicBezTo>
                    <a:pt x="8495" y="2850"/>
                    <a:pt x="6921" y="1893"/>
                    <a:pt x="6269" y="1516"/>
                  </a:cubicBezTo>
                  <a:cubicBezTo>
                    <a:pt x="4880" y="713"/>
                    <a:pt x="1446" y="1"/>
                    <a:pt x="1446" y="1"/>
                  </a:cubicBezTo>
                  <a:close/>
                  <a:moveTo>
                    <a:pt x="13184" y="18544"/>
                  </a:moveTo>
                  <a:cubicBezTo>
                    <a:pt x="13184" y="18545"/>
                    <a:pt x="13184" y="18546"/>
                    <a:pt x="13184" y="18547"/>
                  </a:cubicBezTo>
                  <a:lnTo>
                    <a:pt x="13184" y="18544"/>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1"/>
            <p:cNvSpPr/>
            <p:nvPr/>
          </p:nvSpPr>
          <p:spPr>
            <a:xfrm>
              <a:off x="6044641" y="1819806"/>
              <a:ext cx="661086" cy="648031"/>
            </a:xfrm>
            <a:custGeom>
              <a:rect b="b" l="l" r="r" t="t"/>
              <a:pathLst>
                <a:path extrusionOk="0" h="24124" w="24610">
                  <a:moveTo>
                    <a:pt x="13691" y="0"/>
                  </a:moveTo>
                  <a:cubicBezTo>
                    <a:pt x="13691" y="0"/>
                    <a:pt x="12668" y="5440"/>
                    <a:pt x="13691" y="8437"/>
                  </a:cubicBezTo>
                  <a:cubicBezTo>
                    <a:pt x="14718" y="11434"/>
                    <a:pt x="12590" y="13288"/>
                    <a:pt x="12590" y="13288"/>
                  </a:cubicBezTo>
                  <a:lnTo>
                    <a:pt x="6507" y="10927"/>
                  </a:lnTo>
                  <a:cubicBezTo>
                    <a:pt x="6507" y="10927"/>
                    <a:pt x="4166" y="11523"/>
                    <a:pt x="3404" y="11868"/>
                  </a:cubicBezTo>
                  <a:cubicBezTo>
                    <a:pt x="2641" y="12215"/>
                    <a:pt x="1541" y="13123"/>
                    <a:pt x="841" y="14147"/>
                  </a:cubicBezTo>
                  <a:cubicBezTo>
                    <a:pt x="141" y="15173"/>
                    <a:pt x="0" y="19446"/>
                    <a:pt x="0" y="19446"/>
                  </a:cubicBezTo>
                  <a:cubicBezTo>
                    <a:pt x="0" y="19446"/>
                    <a:pt x="3490" y="20690"/>
                    <a:pt x="5576" y="21740"/>
                  </a:cubicBezTo>
                  <a:cubicBezTo>
                    <a:pt x="6579" y="22246"/>
                    <a:pt x="13803" y="23752"/>
                    <a:pt x="14876" y="23973"/>
                  </a:cubicBezTo>
                  <a:cubicBezTo>
                    <a:pt x="15366" y="24074"/>
                    <a:pt x="16254" y="24124"/>
                    <a:pt x="17195" y="24124"/>
                  </a:cubicBezTo>
                  <a:cubicBezTo>
                    <a:pt x="18307" y="24124"/>
                    <a:pt x="19494" y="24054"/>
                    <a:pt x="20185" y="23918"/>
                  </a:cubicBezTo>
                  <a:cubicBezTo>
                    <a:pt x="21462" y="23669"/>
                    <a:pt x="23109" y="22444"/>
                    <a:pt x="23846" y="20794"/>
                  </a:cubicBezTo>
                  <a:cubicBezTo>
                    <a:pt x="24582" y="19145"/>
                    <a:pt x="24609" y="13595"/>
                    <a:pt x="24384" y="12266"/>
                  </a:cubicBezTo>
                  <a:cubicBezTo>
                    <a:pt x="24158" y="10938"/>
                    <a:pt x="23969" y="7898"/>
                    <a:pt x="23969" y="7898"/>
                  </a:cubicBezTo>
                  <a:lnTo>
                    <a:pt x="22493" y="3398"/>
                  </a:lnTo>
                  <a:lnTo>
                    <a:pt x="1369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1"/>
            <p:cNvSpPr/>
            <p:nvPr/>
          </p:nvSpPr>
          <p:spPr>
            <a:xfrm>
              <a:off x="6382782" y="1992234"/>
              <a:ext cx="270693" cy="195022"/>
            </a:xfrm>
            <a:custGeom>
              <a:rect b="b" l="l" r="r" t="t"/>
              <a:pathLst>
                <a:path extrusionOk="0" h="7260" w="10077">
                  <a:moveTo>
                    <a:pt x="7806" y="0"/>
                  </a:moveTo>
                  <a:cubicBezTo>
                    <a:pt x="7806" y="0"/>
                    <a:pt x="6967" y="155"/>
                    <a:pt x="6410" y="347"/>
                  </a:cubicBezTo>
                  <a:cubicBezTo>
                    <a:pt x="5853" y="538"/>
                    <a:pt x="3851" y="1257"/>
                    <a:pt x="3490" y="1560"/>
                  </a:cubicBezTo>
                  <a:cubicBezTo>
                    <a:pt x="3131" y="1863"/>
                    <a:pt x="2610" y="2482"/>
                    <a:pt x="2168" y="3144"/>
                  </a:cubicBezTo>
                  <a:cubicBezTo>
                    <a:pt x="1728" y="3807"/>
                    <a:pt x="826" y="5111"/>
                    <a:pt x="686" y="5428"/>
                  </a:cubicBezTo>
                  <a:cubicBezTo>
                    <a:pt x="546" y="5745"/>
                    <a:pt x="204" y="6453"/>
                    <a:pt x="204" y="6453"/>
                  </a:cubicBezTo>
                  <a:lnTo>
                    <a:pt x="1" y="6869"/>
                  </a:lnTo>
                  <a:cubicBezTo>
                    <a:pt x="324" y="6889"/>
                    <a:pt x="5740" y="7260"/>
                    <a:pt x="5740" y="7260"/>
                  </a:cubicBezTo>
                  <a:cubicBezTo>
                    <a:pt x="5740" y="7260"/>
                    <a:pt x="7474" y="5839"/>
                    <a:pt x="7832" y="5676"/>
                  </a:cubicBezTo>
                  <a:cubicBezTo>
                    <a:pt x="8191" y="5514"/>
                    <a:pt x="8776" y="5366"/>
                    <a:pt x="9129" y="5265"/>
                  </a:cubicBezTo>
                  <a:cubicBezTo>
                    <a:pt x="9483" y="5162"/>
                    <a:pt x="9537" y="5014"/>
                    <a:pt x="9568" y="4726"/>
                  </a:cubicBezTo>
                  <a:cubicBezTo>
                    <a:pt x="9600" y="4441"/>
                    <a:pt x="9473" y="4251"/>
                    <a:pt x="9383" y="4231"/>
                  </a:cubicBezTo>
                  <a:cubicBezTo>
                    <a:pt x="9316" y="4216"/>
                    <a:pt x="8646" y="4117"/>
                    <a:pt x="8174" y="4117"/>
                  </a:cubicBezTo>
                  <a:cubicBezTo>
                    <a:pt x="8013" y="4117"/>
                    <a:pt x="7876" y="4128"/>
                    <a:pt x="7793" y="4158"/>
                  </a:cubicBezTo>
                  <a:cubicBezTo>
                    <a:pt x="7504" y="4262"/>
                    <a:pt x="6887" y="4468"/>
                    <a:pt x="6786" y="4505"/>
                  </a:cubicBezTo>
                  <a:lnTo>
                    <a:pt x="6786" y="4505"/>
                  </a:lnTo>
                  <a:cubicBezTo>
                    <a:pt x="6892" y="4452"/>
                    <a:pt x="7558" y="4038"/>
                    <a:pt x="7558" y="4038"/>
                  </a:cubicBezTo>
                  <a:cubicBezTo>
                    <a:pt x="7558" y="4038"/>
                    <a:pt x="8664" y="4040"/>
                    <a:pt x="9029" y="4045"/>
                  </a:cubicBezTo>
                  <a:cubicBezTo>
                    <a:pt x="9033" y="4045"/>
                    <a:pt x="9037" y="4045"/>
                    <a:pt x="9041" y="4045"/>
                  </a:cubicBezTo>
                  <a:cubicBezTo>
                    <a:pt x="9398" y="4045"/>
                    <a:pt x="9631" y="3851"/>
                    <a:pt x="9631" y="3851"/>
                  </a:cubicBezTo>
                  <a:cubicBezTo>
                    <a:pt x="10077" y="3450"/>
                    <a:pt x="9864" y="2938"/>
                    <a:pt x="9781" y="2781"/>
                  </a:cubicBezTo>
                  <a:cubicBezTo>
                    <a:pt x="9699" y="2624"/>
                    <a:pt x="9046" y="2689"/>
                    <a:pt x="8721" y="2657"/>
                  </a:cubicBezTo>
                  <a:cubicBezTo>
                    <a:pt x="8507" y="2634"/>
                    <a:pt x="8175" y="2621"/>
                    <a:pt x="7891" y="2621"/>
                  </a:cubicBezTo>
                  <a:cubicBezTo>
                    <a:pt x="7743" y="2621"/>
                    <a:pt x="7607" y="2624"/>
                    <a:pt x="7508" y="2633"/>
                  </a:cubicBezTo>
                  <a:cubicBezTo>
                    <a:pt x="7255" y="2653"/>
                    <a:pt x="6847" y="2782"/>
                    <a:pt x="6719" y="2826"/>
                  </a:cubicBezTo>
                  <a:lnTo>
                    <a:pt x="6719" y="2826"/>
                  </a:lnTo>
                  <a:cubicBezTo>
                    <a:pt x="6863" y="2772"/>
                    <a:pt x="7370" y="2580"/>
                    <a:pt x="7577" y="2572"/>
                  </a:cubicBezTo>
                  <a:cubicBezTo>
                    <a:pt x="7825" y="2561"/>
                    <a:pt x="9080" y="2539"/>
                    <a:pt x="9080" y="2539"/>
                  </a:cubicBezTo>
                  <a:cubicBezTo>
                    <a:pt x="9080" y="2539"/>
                    <a:pt x="9083" y="2540"/>
                    <a:pt x="9087" y="2540"/>
                  </a:cubicBezTo>
                  <a:cubicBezTo>
                    <a:pt x="9140" y="2540"/>
                    <a:pt x="9489" y="2520"/>
                    <a:pt x="9574" y="2022"/>
                  </a:cubicBezTo>
                  <a:cubicBezTo>
                    <a:pt x="9664" y="1481"/>
                    <a:pt x="9273" y="1216"/>
                    <a:pt x="9075" y="1165"/>
                  </a:cubicBezTo>
                  <a:cubicBezTo>
                    <a:pt x="9036" y="1155"/>
                    <a:pt x="8958" y="1151"/>
                    <a:pt x="8857" y="1151"/>
                  </a:cubicBezTo>
                  <a:cubicBezTo>
                    <a:pt x="8431" y="1151"/>
                    <a:pt x="7594" y="1223"/>
                    <a:pt x="7594" y="1223"/>
                  </a:cubicBezTo>
                  <a:lnTo>
                    <a:pt x="7748" y="1030"/>
                  </a:lnTo>
                  <a:cubicBezTo>
                    <a:pt x="8213" y="306"/>
                    <a:pt x="7806" y="0"/>
                    <a:pt x="7806" y="0"/>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1"/>
            <p:cNvSpPr/>
            <p:nvPr/>
          </p:nvSpPr>
          <p:spPr>
            <a:xfrm>
              <a:off x="6444189" y="2019579"/>
              <a:ext cx="142640" cy="83408"/>
            </a:xfrm>
            <a:custGeom>
              <a:rect b="b" l="l" r="r" t="t"/>
              <a:pathLst>
                <a:path extrusionOk="0" h="3105" w="5310">
                  <a:moveTo>
                    <a:pt x="4282" y="1"/>
                  </a:moveTo>
                  <a:cubicBezTo>
                    <a:pt x="4203" y="1"/>
                    <a:pt x="4126" y="7"/>
                    <a:pt x="4055" y="20"/>
                  </a:cubicBezTo>
                  <a:cubicBezTo>
                    <a:pt x="3566" y="113"/>
                    <a:pt x="2503" y="374"/>
                    <a:pt x="2142" y="611"/>
                  </a:cubicBezTo>
                  <a:cubicBezTo>
                    <a:pt x="1778" y="849"/>
                    <a:pt x="1499" y="1000"/>
                    <a:pt x="1330" y="1295"/>
                  </a:cubicBezTo>
                  <a:cubicBezTo>
                    <a:pt x="1162" y="1591"/>
                    <a:pt x="0" y="3105"/>
                    <a:pt x="0" y="3105"/>
                  </a:cubicBezTo>
                  <a:cubicBezTo>
                    <a:pt x="0" y="3105"/>
                    <a:pt x="580" y="2500"/>
                    <a:pt x="986" y="2036"/>
                  </a:cubicBezTo>
                  <a:cubicBezTo>
                    <a:pt x="1390" y="1572"/>
                    <a:pt x="1571" y="1062"/>
                    <a:pt x="1992" y="852"/>
                  </a:cubicBezTo>
                  <a:cubicBezTo>
                    <a:pt x="2412" y="645"/>
                    <a:pt x="3251" y="295"/>
                    <a:pt x="4046" y="188"/>
                  </a:cubicBezTo>
                  <a:cubicBezTo>
                    <a:pt x="4290" y="155"/>
                    <a:pt x="4503" y="144"/>
                    <a:pt x="4681" y="144"/>
                  </a:cubicBezTo>
                  <a:cubicBezTo>
                    <a:pt x="5084" y="144"/>
                    <a:pt x="5310" y="202"/>
                    <a:pt x="5310" y="202"/>
                  </a:cubicBezTo>
                  <a:cubicBezTo>
                    <a:pt x="5310" y="202"/>
                    <a:pt x="4752" y="1"/>
                    <a:pt x="428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1"/>
            <p:cNvSpPr/>
            <p:nvPr/>
          </p:nvSpPr>
          <p:spPr>
            <a:xfrm>
              <a:off x="6464792" y="2062908"/>
              <a:ext cx="119726" cy="75699"/>
            </a:xfrm>
            <a:custGeom>
              <a:rect b="b" l="l" r="r" t="t"/>
              <a:pathLst>
                <a:path extrusionOk="0" h="2818" w="4457">
                  <a:moveTo>
                    <a:pt x="4457" y="0"/>
                  </a:moveTo>
                  <a:cubicBezTo>
                    <a:pt x="4456" y="0"/>
                    <a:pt x="3395" y="83"/>
                    <a:pt x="2806" y="307"/>
                  </a:cubicBezTo>
                  <a:cubicBezTo>
                    <a:pt x="2216" y="533"/>
                    <a:pt x="1806" y="726"/>
                    <a:pt x="1555" y="939"/>
                  </a:cubicBezTo>
                  <a:cubicBezTo>
                    <a:pt x="1306" y="1153"/>
                    <a:pt x="877" y="1682"/>
                    <a:pt x="544" y="2042"/>
                  </a:cubicBezTo>
                  <a:cubicBezTo>
                    <a:pt x="212" y="2403"/>
                    <a:pt x="0" y="2542"/>
                    <a:pt x="71" y="2551"/>
                  </a:cubicBezTo>
                  <a:cubicBezTo>
                    <a:pt x="141" y="2559"/>
                    <a:pt x="320" y="2539"/>
                    <a:pt x="309" y="2613"/>
                  </a:cubicBezTo>
                  <a:cubicBezTo>
                    <a:pt x="297" y="2688"/>
                    <a:pt x="251" y="2818"/>
                    <a:pt x="277" y="2818"/>
                  </a:cubicBezTo>
                  <a:cubicBezTo>
                    <a:pt x="281" y="2818"/>
                    <a:pt x="288" y="2814"/>
                    <a:pt x="298" y="2804"/>
                  </a:cubicBezTo>
                  <a:cubicBezTo>
                    <a:pt x="361" y="2742"/>
                    <a:pt x="348" y="2508"/>
                    <a:pt x="429" y="2370"/>
                  </a:cubicBezTo>
                  <a:cubicBezTo>
                    <a:pt x="508" y="2233"/>
                    <a:pt x="1431" y="1253"/>
                    <a:pt x="1714" y="986"/>
                  </a:cubicBezTo>
                  <a:cubicBezTo>
                    <a:pt x="1998" y="718"/>
                    <a:pt x="2204" y="714"/>
                    <a:pt x="2534" y="536"/>
                  </a:cubicBezTo>
                  <a:cubicBezTo>
                    <a:pt x="2862" y="357"/>
                    <a:pt x="3723" y="86"/>
                    <a:pt x="4090" y="44"/>
                  </a:cubicBezTo>
                  <a:lnTo>
                    <a:pt x="4457"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1"/>
            <p:cNvSpPr/>
            <p:nvPr/>
          </p:nvSpPr>
          <p:spPr>
            <a:xfrm>
              <a:off x="6489237" y="2113301"/>
              <a:ext cx="75430" cy="58426"/>
            </a:xfrm>
            <a:custGeom>
              <a:rect b="b" l="l" r="r" t="t"/>
              <a:pathLst>
                <a:path extrusionOk="0" h="2175" w="2808">
                  <a:moveTo>
                    <a:pt x="2808" y="1"/>
                  </a:moveTo>
                  <a:lnTo>
                    <a:pt x="2808" y="1"/>
                  </a:lnTo>
                  <a:cubicBezTo>
                    <a:pt x="2808" y="1"/>
                    <a:pt x="2396" y="64"/>
                    <a:pt x="2247" y="156"/>
                  </a:cubicBezTo>
                  <a:cubicBezTo>
                    <a:pt x="2094" y="250"/>
                    <a:pt x="1373" y="772"/>
                    <a:pt x="1185" y="948"/>
                  </a:cubicBezTo>
                  <a:cubicBezTo>
                    <a:pt x="999" y="1126"/>
                    <a:pt x="458" y="1559"/>
                    <a:pt x="300" y="1653"/>
                  </a:cubicBezTo>
                  <a:cubicBezTo>
                    <a:pt x="143" y="1746"/>
                    <a:pt x="1" y="1859"/>
                    <a:pt x="66" y="1862"/>
                  </a:cubicBezTo>
                  <a:cubicBezTo>
                    <a:pt x="68" y="1862"/>
                    <a:pt x="71" y="1862"/>
                    <a:pt x="75" y="1862"/>
                  </a:cubicBezTo>
                  <a:cubicBezTo>
                    <a:pt x="135" y="1862"/>
                    <a:pt x="264" y="1832"/>
                    <a:pt x="304" y="1832"/>
                  </a:cubicBezTo>
                  <a:cubicBezTo>
                    <a:pt x="312" y="1832"/>
                    <a:pt x="316" y="1833"/>
                    <a:pt x="315" y="1836"/>
                  </a:cubicBezTo>
                  <a:cubicBezTo>
                    <a:pt x="308" y="1855"/>
                    <a:pt x="269" y="2086"/>
                    <a:pt x="266" y="2162"/>
                  </a:cubicBezTo>
                  <a:cubicBezTo>
                    <a:pt x="265" y="2171"/>
                    <a:pt x="266" y="2175"/>
                    <a:pt x="268" y="2175"/>
                  </a:cubicBezTo>
                  <a:cubicBezTo>
                    <a:pt x="285" y="2175"/>
                    <a:pt x="373" y="1938"/>
                    <a:pt x="459" y="1777"/>
                  </a:cubicBezTo>
                  <a:cubicBezTo>
                    <a:pt x="556" y="1597"/>
                    <a:pt x="1495" y="789"/>
                    <a:pt x="1742" y="631"/>
                  </a:cubicBezTo>
                  <a:cubicBezTo>
                    <a:pt x="1989" y="472"/>
                    <a:pt x="2808" y="1"/>
                    <a:pt x="280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1"/>
            <p:cNvSpPr/>
            <p:nvPr/>
          </p:nvSpPr>
          <p:spPr>
            <a:xfrm>
              <a:off x="6389766" y="1866868"/>
              <a:ext cx="90097" cy="236041"/>
            </a:xfrm>
            <a:custGeom>
              <a:rect b="b" l="l" r="r" t="t"/>
              <a:pathLst>
                <a:path extrusionOk="0" h="8787" w="3354">
                  <a:moveTo>
                    <a:pt x="265" y="0"/>
                  </a:moveTo>
                  <a:cubicBezTo>
                    <a:pt x="81" y="0"/>
                    <a:pt x="0" y="109"/>
                    <a:pt x="138" y="335"/>
                  </a:cubicBezTo>
                  <a:cubicBezTo>
                    <a:pt x="551" y="1010"/>
                    <a:pt x="1413" y="4158"/>
                    <a:pt x="1413" y="4158"/>
                  </a:cubicBezTo>
                  <a:lnTo>
                    <a:pt x="997" y="7236"/>
                  </a:lnTo>
                  <a:lnTo>
                    <a:pt x="925" y="8787"/>
                  </a:lnTo>
                  <a:cubicBezTo>
                    <a:pt x="925" y="8787"/>
                    <a:pt x="1910" y="7810"/>
                    <a:pt x="1798" y="6761"/>
                  </a:cubicBezTo>
                  <a:cubicBezTo>
                    <a:pt x="1691" y="5769"/>
                    <a:pt x="3353" y="1037"/>
                    <a:pt x="3156" y="1037"/>
                  </a:cubicBezTo>
                  <a:cubicBezTo>
                    <a:pt x="3145" y="1037"/>
                    <a:pt x="3127" y="1053"/>
                    <a:pt x="3103" y="1085"/>
                  </a:cubicBezTo>
                  <a:cubicBezTo>
                    <a:pt x="2683" y="1652"/>
                    <a:pt x="2317" y="3656"/>
                    <a:pt x="2247" y="3656"/>
                  </a:cubicBezTo>
                  <a:cubicBezTo>
                    <a:pt x="2243" y="3656"/>
                    <a:pt x="2240" y="3649"/>
                    <a:pt x="2238" y="3634"/>
                  </a:cubicBezTo>
                  <a:cubicBezTo>
                    <a:pt x="2201" y="3372"/>
                    <a:pt x="2088" y="2358"/>
                    <a:pt x="1675" y="1198"/>
                  </a:cubicBezTo>
                  <a:cubicBezTo>
                    <a:pt x="1401" y="426"/>
                    <a:pt x="631" y="0"/>
                    <a:pt x="26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1"/>
            <p:cNvSpPr/>
            <p:nvPr/>
          </p:nvSpPr>
          <p:spPr>
            <a:xfrm>
              <a:off x="5859587" y="1524564"/>
              <a:ext cx="536981" cy="271714"/>
            </a:xfrm>
            <a:custGeom>
              <a:rect b="b" l="l" r="r" t="t"/>
              <a:pathLst>
                <a:path extrusionOk="0" h="10115" w="19990">
                  <a:moveTo>
                    <a:pt x="2228" y="0"/>
                  </a:moveTo>
                  <a:lnTo>
                    <a:pt x="1" y="344"/>
                  </a:lnTo>
                  <a:cubicBezTo>
                    <a:pt x="39" y="594"/>
                    <a:pt x="71" y="876"/>
                    <a:pt x="108" y="1184"/>
                  </a:cubicBezTo>
                  <a:cubicBezTo>
                    <a:pt x="391" y="3564"/>
                    <a:pt x="864" y="7543"/>
                    <a:pt x="4755" y="9053"/>
                  </a:cubicBezTo>
                  <a:cubicBezTo>
                    <a:pt x="6597" y="9768"/>
                    <a:pt x="8460" y="10114"/>
                    <a:pt x="10225" y="10114"/>
                  </a:cubicBezTo>
                  <a:cubicBezTo>
                    <a:pt x="13506" y="10114"/>
                    <a:pt x="16448" y="8919"/>
                    <a:pt x="18293" y="6663"/>
                  </a:cubicBezTo>
                  <a:cubicBezTo>
                    <a:pt x="19732" y="4905"/>
                    <a:pt x="19888" y="2264"/>
                    <a:pt x="19961" y="996"/>
                  </a:cubicBezTo>
                  <a:cubicBezTo>
                    <a:pt x="19974" y="798"/>
                    <a:pt x="19980" y="646"/>
                    <a:pt x="19990" y="571"/>
                  </a:cubicBezTo>
                  <a:lnTo>
                    <a:pt x="17783" y="112"/>
                  </a:lnTo>
                  <a:cubicBezTo>
                    <a:pt x="17745" y="298"/>
                    <a:pt x="17731" y="522"/>
                    <a:pt x="17711" y="864"/>
                  </a:cubicBezTo>
                  <a:cubicBezTo>
                    <a:pt x="17652" y="1895"/>
                    <a:pt x="17525" y="4044"/>
                    <a:pt x="16548" y="5236"/>
                  </a:cubicBezTo>
                  <a:cubicBezTo>
                    <a:pt x="15141" y="6960"/>
                    <a:pt x="12848" y="7867"/>
                    <a:pt x="10248" y="7867"/>
                  </a:cubicBezTo>
                  <a:cubicBezTo>
                    <a:pt x="8754" y="7867"/>
                    <a:pt x="7158" y="7567"/>
                    <a:pt x="5571" y="6951"/>
                  </a:cubicBezTo>
                  <a:cubicBezTo>
                    <a:pt x="2943" y="5930"/>
                    <a:pt x="2599" y="3033"/>
                    <a:pt x="2348" y="918"/>
                  </a:cubicBezTo>
                  <a:cubicBezTo>
                    <a:pt x="2307" y="582"/>
                    <a:pt x="2271" y="274"/>
                    <a:pt x="22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1"/>
            <p:cNvSpPr/>
            <p:nvPr/>
          </p:nvSpPr>
          <p:spPr>
            <a:xfrm>
              <a:off x="6200334" y="3016004"/>
              <a:ext cx="66055" cy="313647"/>
            </a:xfrm>
            <a:custGeom>
              <a:rect b="b" l="l" r="r" t="t"/>
              <a:pathLst>
                <a:path extrusionOk="0" h="11676" w="2459">
                  <a:moveTo>
                    <a:pt x="447" y="1"/>
                  </a:moveTo>
                  <a:cubicBezTo>
                    <a:pt x="438" y="1"/>
                    <a:pt x="434" y="35"/>
                    <a:pt x="434" y="108"/>
                  </a:cubicBezTo>
                  <a:cubicBezTo>
                    <a:pt x="434" y="933"/>
                    <a:pt x="0" y="5412"/>
                    <a:pt x="0" y="5412"/>
                  </a:cubicBezTo>
                  <a:lnTo>
                    <a:pt x="2198" y="11676"/>
                  </a:lnTo>
                  <a:cubicBezTo>
                    <a:pt x="2198" y="11676"/>
                    <a:pt x="2459" y="8654"/>
                    <a:pt x="1710" y="6031"/>
                  </a:cubicBezTo>
                  <a:cubicBezTo>
                    <a:pt x="1028" y="3639"/>
                    <a:pt x="529" y="1"/>
                    <a:pt x="4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1"/>
            <p:cNvSpPr/>
            <p:nvPr/>
          </p:nvSpPr>
          <p:spPr>
            <a:xfrm>
              <a:off x="6039564" y="2034703"/>
              <a:ext cx="144467" cy="99230"/>
            </a:xfrm>
            <a:custGeom>
              <a:rect b="b" l="l" r="r" t="t"/>
              <a:pathLst>
                <a:path extrusionOk="0" h="3694" w="5378">
                  <a:moveTo>
                    <a:pt x="458" y="1"/>
                  </a:moveTo>
                  <a:cubicBezTo>
                    <a:pt x="444" y="1"/>
                    <a:pt x="429" y="1"/>
                    <a:pt x="415" y="1"/>
                  </a:cubicBezTo>
                  <a:cubicBezTo>
                    <a:pt x="274" y="3"/>
                    <a:pt x="106" y="27"/>
                    <a:pt x="40" y="151"/>
                  </a:cubicBezTo>
                  <a:cubicBezTo>
                    <a:pt x="0" y="225"/>
                    <a:pt x="9" y="316"/>
                    <a:pt x="33" y="395"/>
                  </a:cubicBezTo>
                  <a:cubicBezTo>
                    <a:pt x="217" y="1019"/>
                    <a:pt x="1034" y="1111"/>
                    <a:pt x="1648" y="1325"/>
                  </a:cubicBezTo>
                  <a:cubicBezTo>
                    <a:pt x="1663" y="1330"/>
                    <a:pt x="1678" y="1336"/>
                    <a:pt x="1693" y="1341"/>
                  </a:cubicBezTo>
                  <a:lnTo>
                    <a:pt x="1693" y="1341"/>
                  </a:lnTo>
                  <a:cubicBezTo>
                    <a:pt x="1935" y="1417"/>
                    <a:pt x="2150" y="1542"/>
                    <a:pt x="2347" y="1697"/>
                  </a:cubicBezTo>
                  <a:lnTo>
                    <a:pt x="2347" y="1697"/>
                  </a:lnTo>
                  <a:cubicBezTo>
                    <a:pt x="2147" y="1548"/>
                    <a:pt x="1926" y="1427"/>
                    <a:pt x="1693" y="1341"/>
                  </a:cubicBezTo>
                  <a:lnTo>
                    <a:pt x="1693" y="1341"/>
                  </a:lnTo>
                  <a:cubicBezTo>
                    <a:pt x="1689" y="1340"/>
                    <a:pt x="1686" y="1339"/>
                    <a:pt x="1682" y="1338"/>
                  </a:cubicBezTo>
                  <a:lnTo>
                    <a:pt x="1682" y="1338"/>
                  </a:lnTo>
                  <a:lnTo>
                    <a:pt x="2883" y="2233"/>
                  </a:lnTo>
                  <a:cubicBezTo>
                    <a:pt x="2842" y="2178"/>
                    <a:pt x="2799" y="2124"/>
                    <a:pt x="2753" y="2072"/>
                  </a:cubicBezTo>
                  <a:lnTo>
                    <a:pt x="2753" y="2072"/>
                  </a:lnTo>
                  <a:cubicBezTo>
                    <a:pt x="2624" y="1937"/>
                    <a:pt x="2490" y="1810"/>
                    <a:pt x="2347" y="1697"/>
                  </a:cubicBezTo>
                  <a:lnTo>
                    <a:pt x="2347" y="1697"/>
                  </a:lnTo>
                  <a:cubicBezTo>
                    <a:pt x="2495" y="1808"/>
                    <a:pt x="2631" y="1934"/>
                    <a:pt x="2753" y="2072"/>
                  </a:cubicBezTo>
                  <a:lnTo>
                    <a:pt x="2753" y="2072"/>
                  </a:lnTo>
                  <a:cubicBezTo>
                    <a:pt x="2975" y="2304"/>
                    <a:pt x="3183" y="2557"/>
                    <a:pt x="3397" y="2791"/>
                  </a:cubicBezTo>
                  <a:cubicBezTo>
                    <a:pt x="3824" y="3258"/>
                    <a:pt x="4410" y="3693"/>
                    <a:pt x="5013" y="3693"/>
                  </a:cubicBezTo>
                  <a:cubicBezTo>
                    <a:pt x="5134" y="3693"/>
                    <a:pt x="5256" y="3676"/>
                    <a:pt x="5377" y="3637"/>
                  </a:cubicBezTo>
                  <a:cubicBezTo>
                    <a:pt x="4791" y="3251"/>
                    <a:pt x="4517" y="2547"/>
                    <a:pt x="4128" y="1965"/>
                  </a:cubicBezTo>
                  <a:cubicBezTo>
                    <a:pt x="3327" y="762"/>
                    <a:pt x="1903" y="1"/>
                    <a:pt x="45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1"/>
            <p:cNvSpPr/>
            <p:nvPr/>
          </p:nvSpPr>
          <p:spPr>
            <a:xfrm>
              <a:off x="5938467" y="1513375"/>
              <a:ext cx="400868" cy="185991"/>
            </a:xfrm>
            <a:custGeom>
              <a:rect b="b" l="l" r="r" t="t"/>
              <a:pathLst>
                <a:path extrusionOk="0" h="5402" w="11643">
                  <a:moveTo>
                    <a:pt x="11415" y="1"/>
                  </a:moveTo>
                  <a:cubicBezTo>
                    <a:pt x="11272" y="2876"/>
                    <a:pt x="8818" y="5173"/>
                    <a:pt x="5822" y="5173"/>
                  </a:cubicBezTo>
                  <a:cubicBezTo>
                    <a:pt x="2827" y="5173"/>
                    <a:pt x="374" y="2880"/>
                    <a:pt x="228" y="7"/>
                  </a:cubicBezTo>
                  <a:lnTo>
                    <a:pt x="1" y="50"/>
                  </a:lnTo>
                  <a:cubicBezTo>
                    <a:pt x="168" y="3030"/>
                    <a:pt x="2714" y="5401"/>
                    <a:pt x="5822" y="5401"/>
                  </a:cubicBezTo>
                  <a:cubicBezTo>
                    <a:pt x="8928" y="5401"/>
                    <a:pt x="11477" y="3026"/>
                    <a:pt x="11643" y="44"/>
                  </a:cubicBezTo>
                  <a:lnTo>
                    <a:pt x="11415"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1"/>
            <p:cNvSpPr/>
            <p:nvPr/>
          </p:nvSpPr>
          <p:spPr>
            <a:xfrm>
              <a:off x="6106448" y="1105711"/>
              <a:ext cx="53349" cy="126716"/>
            </a:xfrm>
            <a:custGeom>
              <a:rect b="b" l="l" r="r" t="t"/>
              <a:pathLst>
                <a:path extrusionOk="0" h="2805" w="1181">
                  <a:moveTo>
                    <a:pt x="590" y="1"/>
                  </a:moveTo>
                  <a:cubicBezTo>
                    <a:pt x="265" y="1"/>
                    <a:pt x="1" y="1220"/>
                    <a:pt x="1" y="1993"/>
                  </a:cubicBezTo>
                  <a:cubicBezTo>
                    <a:pt x="1" y="2767"/>
                    <a:pt x="265" y="2804"/>
                    <a:pt x="590" y="2804"/>
                  </a:cubicBezTo>
                  <a:cubicBezTo>
                    <a:pt x="916" y="2804"/>
                    <a:pt x="1181" y="2767"/>
                    <a:pt x="1181" y="1993"/>
                  </a:cubicBezTo>
                  <a:cubicBezTo>
                    <a:pt x="1181" y="1220"/>
                    <a:pt x="916" y="1"/>
                    <a:pt x="590" y="1"/>
                  </a:cubicBezTo>
                  <a:close/>
                </a:path>
              </a:pathLst>
            </a:custGeom>
            <a:solidFill>
              <a:srgbClr val="9C4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8" name="Google Shape;3208;p51"/>
          <p:cNvGrpSpPr/>
          <p:nvPr/>
        </p:nvGrpSpPr>
        <p:grpSpPr>
          <a:xfrm>
            <a:off x="7084550" y="2248700"/>
            <a:ext cx="1028500" cy="1146700"/>
            <a:chOff x="7084550" y="2248700"/>
            <a:chExt cx="1028500" cy="1146700"/>
          </a:xfrm>
        </p:grpSpPr>
        <p:sp>
          <p:nvSpPr>
            <p:cNvPr id="3209" name="Google Shape;3209;p51"/>
            <p:cNvSpPr/>
            <p:nvPr/>
          </p:nvSpPr>
          <p:spPr>
            <a:xfrm>
              <a:off x="7190400" y="2289150"/>
              <a:ext cx="77250" cy="72975"/>
            </a:xfrm>
            <a:custGeom>
              <a:rect b="b" l="l" r="r" t="t"/>
              <a:pathLst>
                <a:path extrusionOk="0" h="2919" w="3090">
                  <a:moveTo>
                    <a:pt x="1135" y="1"/>
                  </a:moveTo>
                  <a:cubicBezTo>
                    <a:pt x="813" y="1"/>
                    <a:pt x="458" y="130"/>
                    <a:pt x="200" y="255"/>
                  </a:cubicBezTo>
                  <a:cubicBezTo>
                    <a:pt x="0" y="348"/>
                    <a:pt x="122" y="615"/>
                    <a:pt x="307" y="615"/>
                  </a:cubicBezTo>
                  <a:cubicBezTo>
                    <a:pt x="336" y="615"/>
                    <a:pt x="366" y="608"/>
                    <a:pt x="397" y="593"/>
                  </a:cubicBezTo>
                  <a:cubicBezTo>
                    <a:pt x="576" y="506"/>
                    <a:pt x="839" y="365"/>
                    <a:pt x="1074" y="365"/>
                  </a:cubicBezTo>
                  <a:cubicBezTo>
                    <a:pt x="1172" y="365"/>
                    <a:pt x="1266" y="390"/>
                    <a:pt x="1346" y="453"/>
                  </a:cubicBezTo>
                  <a:cubicBezTo>
                    <a:pt x="1681" y="716"/>
                    <a:pt x="1293" y="1143"/>
                    <a:pt x="1156" y="1345"/>
                  </a:cubicBezTo>
                  <a:cubicBezTo>
                    <a:pt x="881" y="1744"/>
                    <a:pt x="610" y="2141"/>
                    <a:pt x="336" y="2540"/>
                  </a:cubicBezTo>
                  <a:cubicBezTo>
                    <a:pt x="248" y="2669"/>
                    <a:pt x="366" y="2832"/>
                    <a:pt x="506" y="2836"/>
                  </a:cubicBezTo>
                  <a:lnTo>
                    <a:pt x="2835" y="2918"/>
                  </a:lnTo>
                  <a:cubicBezTo>
                    <a:pt x="2838" y="2918"/>
                    <a:pt x="2840" y="2918"/>
                    <a:pt x="2843" y="2918"/>
                  </a:cubicBezTo>
                  <a:cubicBezTo>
                    <a:pt x="3090" y="2918"/>
                    <a:pt x="3086" y="2533"/>
                    <a:pt x="2835" y="2524"/>
                  </a:cubicBezTo>
                  <a:lnTo>
                    <a:pt x="872" y="2456"/>
                  </a:lnTo>
                  <a:lnTo>
                    <a:pt x="872" y="2456"/>
                  </a:lnTo>
                  <a:cubicBezTo>
                    <a:pt x="1117" y="2100"/>
                    <a:pt x="1363" y="1743"/>
                    <a:pt x="1605" y="1386"/>
                  </a:cubicBezTo>
                  <a:cubicBezTo>
                    <a:pt x="1787" y="1114"/>
                    <a:pt x="1986" y="809"/>
                    <a:pt x="1857" y="472"/>
                  </a:cubicBezTo>
                  <a:cubicBezTo>
                    <a:pt x="1723" y="119"/>
                    <a:pt x="1444" y="1"/>
                    <a:pt x="113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1"/>
            <p:cNvSpPr/>
            <p:nvPr/>
          </p:nvSpPr>
          <p:spPr>
            <a:xfrm>
              <a:off x="7284025" y="2290325"/>
              <a:ext cx="42850" cy="75525"/>
            </a:xfrm>
            <a:custGeom>
              <a:rect b="b" l="l" r="r" t="t"/>
              <a:pathLst>
                <a:path extrusionOk="0" h="3021" w="1714">
                  <a:moveTo>
                    <a:pt x="1459" y="1"/>
                  </a:moveTo>
                  <a:cubicBezTo>
                    <a:pt x="1451" y="1"/>
                    <a:pt x="1442" y="1"/>
                    <a:pt x="1433" y="2"/>
                  </a:cubicBezTo>
                  <a:cubicBezTo>
                    <a:pt x="889" y="65"/>
                    <a:pt x="29" y="332"/>
                    <a:pt x="251" y="1060"/>
                  </a:cubicBezTo>
                  <a:cubicBezTo>
                    <a:pt x="334" y="1338"/>
                    <a:pt x="582" y="1508"/>
                    <a:pt x="798" y="1680"/>
                  </a:cubicBezTo>
                  <a:cubicBezTo>
                    <a:pt x="1034" y="1868"/>
                    <a:pt x="1411" y="2128"/>
                    <a:pt x="1027" y="2452"/>
                  </a:cubicBezTo>
                  <a:cubicBezTo>
                    <a:pt x="838" y="2611"/>
                    <a:pt x="483" y="2619"/>
                    <a:pt x="254" y="2626"/>
                  </a:cubicBezTo>
                  <a:cubicBezTo>
                    <a:pt x="5" y="2635"/>
                    <a:pt x="1" y="3020"/>
                    <a:pt x="246" y="3020"/>
                  </a:cubicBezTo>
                  <a:cubicBezTo>
                    <a:pt x="248" y="3020"/>
                    <a:pt x="251" y="3020"/>
                    <a:pt x="254" y="3020"/>
                  </a:cubicBezTo>
                  <a:cubicBezTo>
                    <a:pt x="805" y="3006"/>
                    <a:pt x="1714" y="2801"/>
                    <a:pt x="1579" y="2059"/>
                  </a:cubicBezTo>
                  <a:cubicBezTo>
                    <a:pt x="1528" y="1772"/>
                    <a:pt x="1306" y="1586"/>
                    <a:pt x="1088" y="1409"/>
                  </a:cubicBezTo>
                  <a:cubicBezTo>
                    <a:pt x="934" y="1286"/>
                    <a:pt x="603" y="1097"/>
                    <a:pt x="612" y="858"/>
                  </a:cubicBezTo>
                  <a:cubicBezTo>
                    <a:pt x="625" y="512"/>
                    <a:pt x="1189" y="425"/>
                    <a:pt x="1435" y="396"/>
                  </a:cubicBezTo>
                  <a:cubicBezTo>
                    <a:pt x="1672" y="370"/>
                    <a:pt x="1685" y="1"/>
                    <a:pt x="145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1"/>
            <p:cNvSpPr/>
            <p:nvPr/>
          </p:nvSpPr>
          <p:spPr>
            <a:xfrm>
              <a:off x="7350725" y="2287625"/>
              <a:ext cx="14575" cy="76100"/>
            </a:xfrm>
            <a:custGeom>
              <a:rect b="b" l="l" r="r" t="t"/>
              <a:pathLst>
                <a:path extrusionOk="0" h="3044" w="583">
                  <a:moveTo>
                    <a:pt x="313" y="1"/>
                  </a:moveTo>
                  <a:cubicBezTo>
                    <a:pt x="215" y="1"/>
                    <a:pt x="110" y="64"/>
                    <a:pt x="97" y="189"/>
                  </a:cubicBezTo>
                  <a:cubicBezTo>
                    <a:pt x="1" y="1099"/>
                    <a:pt x="34" y="1998"/>
                    <a:pt x="178" y="2902"/>
                  </a:cubicBezTo>
                  <a:cubicBezTo>
                    <a:pt x="194" y="3001"/>
                    <a:pt x="264" y="3044"/>
                    <a:pt x="340" y="3044"/>
                  </a:cubicBezTo>
                  <a:cubicBezTo>
                    <a:pt x="455" y="3044"/>
                    <a:pt x="583" y="2946"/>
                    <a:pt x="558" y="2796"/>
                  </a:cubicBezTo>
                  <a:cubicBezTo>
                    <a:pt x="419" y="1928"/>
                    <a:pt x="399" y="1062"/>
                    <a:pt x="490" y="189"/>
                  </a:cubicBezTo>
                  <a:cubicBezTo>
                    <a:pt x="503" y="63"/>
                    <a:pt x="412" y="1"/>
                    <a:pt x="31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1"/>
            <p:cNvSpPr/>
            <p:nvPr/>
          </p:nvSpPr>
          <p:spPr>
            <a:xfrm>
              <a:off x="7377900" y="2283825"/>
              <a:ext cx="13775" cy="71750"/>
            </a:xfrm>
            <a:custGeom>
              <a:rect b="b" l="l" r="r" t="t"/>
              <a:pathLst>
                <a:path extrusionOk="0" h="2870" w="551">
                  <a:moveTo>
                    <a:pt x="193" y="1"/>
                  </a:moveTo>
                  <a:cubicBezTo>
                    <a:pt x="95" y="1"/>
                    <a:pt x="0" y="64"/>
                    <a:pt x="8" y="191"/>
                  </a:cubicBezTo>
                  <a:cubicBezTo>
                    <a:pt x="55" y="1021"/>
                    <a:pt x="103" y="1848"/>
                    <a:pt x="149" y="2680"/>
                  </a:cubicBezTo>
                  <a:cubicBezTo>
                    <a:pt x="156" y="2806"/>
                    <a:pt x="259" y="2870"/>
                    <a:pt x="357" y="2870"/>
                  </a:cubicBezTo>
                  <a:cubicBezTo>
                    <a:pt x="455" y="2870"/>
                    <a:pt x="550" y="2807"/>
                    <a:pt x="543" y="2680"/>
                  </a:cubicBezTo>
                  <a:cubicBezTo>
                    <a:pt x="497" y="1848"/>
                    <a:pt x="448" y="1021"/>
                    <a:pt x="401" y="191"/>
                  </a:cubicBezTo>
                  <a:cubicBezTo>
                    <a:pt x="394" y="64"/>
                    <a:pt x="291" y="1"/>
                    <a:pt x="19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1"/>
            <p:cNvSpPr/>
            <p:nvPr/>
          </p:nvSpPr>
          <p:spPr>
            <a:xfrm>
              <a:off x="7379825" y="2280825"/>
              <a:ext cx="67725" cy="80000"/>
            </a:xfrm>
            <a:custGeom>
              <a:rect b="b" l="l" r="r" t="t"/>
              <a:pathLst>
                <a:path extrusionOk="0" h="3200" w="2709">
                  <a:moveTo>
                    <a:pt x="2391" y="1"/>
                  </a:moveTo>
                  <a:cubicBezTo>
                    <a:pt x="2293" y="1"/>
                    <a:pt x="2197" y="64"/>
                    <a:pt x="2202" y="190"/>
                  </a:cubicBezTo>
                  <a:cubicBezTo>
                    <a:pt x="2232" y="974"/>
                    <a:pt x="2262" y="1757"/>
                    <a:pt x="2292" y="2542"/>
                  </a:cubicBezTo>
                  <a:lnTo>
                    <a:pt x="2292" y="2542"/>
                  </a:lnTo>
                  <a:cubicBezTo>
                    <a:pt x="1669" y="1969"/>
                    <a:pt x="1048" y="1396"/>
                    <a:pt x="424" y="822"/>
                  </a:cubicBezTo>
                  <a:cubicBezTo>
                    <a:pt x="383" y="784"/>
                    <a:pt x="337" y="768"/>
                    <a:pt x="293" y="768"/>
                  </a:cubicBezTo>
                  <a:cubicBezTo>
                    <a:pt x="138" y="768"/>
                    <a:pt x="0" y="966"/>
                    <a:pt x="145" y="1101"/>
                  </a:cubicBezTo>
                  <a:cubicBezTo>
                    <a:pt x="887" y="1784"/>
                    <a:pt x="1625" y="2465"/>
                    <a:pt x="2367" y="3147"/>
                  </a:cubicBezTo>
                  <a:cubicBezTo>
                    <a:pt x="2406" y="3183"/>
                    <a:pt x="2456" y="3200"/>
                    <a:pt x="2506" y="3200"/>
                  </a:cubicBezTo>
                  <a:cubicBezTo>
                    <a:pt x="2608" y="3200"/>
                    <a:pt x="2708" y="3128"/>
                    <a:pt x="2703" y="3008"/>
                  </a:cubicBezTo>
                  <a:cubicBezTo>
                    <a:pt x="2668" y="2067"/>
                    <a:pt x="2632" y="1130"/>
                    <a:pt x="2596" y="190"/>
                  </a:cubicBezTo>
                  <a:cubicBezTo>
                    <a:pt x="2591" y="64"/>
                    <a:pt x="2490" y="1"/>
                    <a:pt x="239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1"/>
            <p:cNvSpPr/>
            <p:nvPr/>
          </p:nvSpPr>
          <p:spPr>
            <a:xfrm>
              <a:off x="7528825" y="2261350"/>
              <a:ext cx="54400" cy="105500"/>
            </a:xfrm>
            <a:custGeom>
              <a:rect b="b" l="l" r="r" t="t"/>
              <a:pathLst>
                <a:path extrusionOk="0" h="4220" w="2176">
                  <a:moveTo>
                    <a:pt x="1637" y="0"/>
                  </a:moveTo>
                  <a:cubicBezTo>
                    <a:pt x="1625" y="0"/>
                    <a:pt x="1612" y="1"/>
                    <a:pt x="1599" y="3"/>
                  </a:cubicBezTo>
                  <a:cubicBezTo>
                    <a:pt x="651" y="166"/>
                    <a:pt x="0" y="1057"/>
                    <a:pt x="55" y="2013"/>
                  </a:cubicBezTo>
                  <a:cubicBezTo>
                    <a:pt x="116" y="3065"/>
                    <a:pt x="952" y="3823"/>
                    <a:pt x="1865" y="4203"/>
                  </a:cubicBezTo>
                  <a:cubicBezTo>
                    <a:pt x="1892" y="4214"/>
                    <a:pt x="1917" y="4219"/>
                    <a:pt x="1940" y="4219"/>
                  </a:cubicBezTo>
                  <a:cubicBezTo>
                    <a:pt x="2119" y="4219"/>
                    <a:pt x="2176" y="3909"/>
                    <a:pt x="1971" y="3824"/>
                  </a:cubicBezTo>
                  <a:cubicBezTo>
                    <a:pt x="1236" y="3516"/>
                    <a:pt x="567" y="2925"/>
                    <a:pt x="467" y="2095"/>
                  </a:cubicBezTo>
                  <a:cubicBezTo>
                    <a:pt x="368" y="1277"/>
                    <a:pt x="882" y="526"/>
                    <a:pt x="1705" y="384"/>
                  </a:cubicBezTo>
                  <a:cubicBezTo>
                    <a:pt x="1941" y="343"/>
                    <a:pt x="1858" y="0"/>
                    <a:pt x="163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1"/>
            <p:cNvSpPr/>
            <p:nvPr/>
          </p:nvSpPr>
          <p:spPr>
            <a:xfrm>
              <a:off x="7629775" y="2288700"/>
              <a:ext cx="37025" cy="62575"/>
            </a:xfrm>
            <a:custGeom>
              <a:rect b="b" l="l" r="r" t="t"/>
              <a:pathLst>
                <a:path extrusionOk="0" h="2503" w="1481">
                  <a:moveTo>
                    <a:pt x="1251" y="0"/>
                  </a:moveTo>
                  <a:cubicBezTo>
                    <a:pt x="1243" y="0"/>
                    <a:pt x="1235" y="1"/>
                    <a:pt x="1227" y="1"/>
                  </a:cubicBezTo>
                  <a:cubicBezTo>
                    <a:pt x="587" y="62"/>
                    <a:pt x="23" y="561"/>
                    <a:pt x="13" y="1234"/>
                  </a:cubicBezTo>
                  <a:cubicBezTo>
                    <a:pt x="0" y="1908"/>
                    <a:pt x="559" y="2418"/>
                    <a:pt x="1192" y="2501"/>
                  </a:cubicBezTo>
                  <a:cubicBezTo>
                    <a:pt x="1201" y="2502"/>
                    <a:pt x="1210" y="2503"/>
                    <a:pt x="1219" y="2503"/>
                  </a:cubicBezTo>
                  <a:cubicBezTo>
                    <a:pt x="1442" y="2503"/>
                    <a:pt x="1431" y="2138"/>
                    <a:pt x="1192" y="2107"/>
                  </a:cubicBezTo>
                  <a:cubicBezTo>
                    <a:pt x="161" y="1973"/>
                    <a:pt x="202" y="492"/>
                    <a:pt x="1227" y="395"/>
                  </a:cubicBezTo>
                  <a:cubicBezTo>
                    <a:pt x="1470" y="372"/>
                    <a:pt x="1480" y="0"/>
                    <a:pt x="125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1"/>
            <p:cNvSpPr/>
            <p:nvPr/>
          </p:nvSpPr>
          <p:spPr>
            <a:xfrm>
              <a:off x="7698475" y="2318350"/>
              <a:ext cx="59775" cy="12250"/>
            </a:xfrm>
            <a:custGeom>
              <a:rect b="b" l="l" r="r" t="t"/>
              <a:pathLst>
                <a:path extrusionOk="0" h="490" w="2391">
                  <a:moveTo>
                    <a:pt x="292" y="0"/>
                  </a:moveTo>
                  <a:cubicBezTo>
                    <a:pt x="78" y="0"/>
                    <a:pt x="1" y="336"/>
                    <a:pt x="233" y="384"/>
                  </a:cubicBezTo>
                  <a:cubicBezTo>
                    <a:pt x="576" y="455"/>
                    <a:pt x="918" y="490"/>
                    <a:pt x="1261" y="490"/>
                  </a:cubicBezTo>
                  <a:cubicBezTo>
                    <a:pt x="1558" y="490"/>
                    <a:pt x="1856" y="463"/>
                    <a:pt x="2156" y="412"/>
                  </a:cubicBezTo>
                  <a:cubicBezTo>
                    <a:pt x="2391" y="371"/>
                    <a:pt x="2309" y="28"/>
                    <a:pt x="2090" y="28"/>
                  </a:cubicBezTo>
                  <a:cubicBezTo>
                    <a:pt x="2077" y="28"/>
                    <a:pt x="2064" y="30"/>
                    <a:pt x="2050" y="32"/>
                  </a:cubicBezTo>
                  <a:cubicBezTo>
                    <a:pt x="1788" y="78"/>
                    <a:pt x="1526" y="101"/>
                    <a:pt x="1265" y="101"/>
                  </a:cubicBezTo>
                  <a:cubicBezTo>
                    <a:pt x="955" y="101"/>
                    <a:pt x="646" y="69"/>
                    <a:pt x="337" y="5"/>
                  </a:cubicBezTo>
                  <a:cubicBezTo>
                    <a:pt x="322" y="2"/>
                    <a:pt x="307" y="0"/>
                    <a:pt x="29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1"/>
            <p:cNvSpPr/>
            <p:nvPr/>
          </p:nvSpPr>
          <p:spPr>
            <a:xfrm>
              <a:off x="7816200" y="2283625"/>
              <a:ext cx="11075" cy="67600"/>
            </a:xfrm>
            <a:custGeom>
              <a:rect b="b" l="l" r="r" t="t"/>
              <a:pathLst>
                <a:path extrusionOk="0" h="2704" w="443">
                  <a:moveTo>
                    <a:pt x="247" y="0"/>
                  </a:moveTo>
                  <a:cubicBezTo>
                    <a:pt x="148" y="0"/>
                    <a:pt x="48" y="64"/>
                    <a:pt x="46" y="192"/>
                  </a:cubicBezTo>
                  <a:cubicBezTo>
                    <a:pt x="32" y="965"/>
                    <a:pt x="18" y="1739"/>
                    <a:pt x="3" y="2512"/>
                  </a:cubicBezTo>
                  <a:cubicBezTo>
                    <a:pt x="0" y="2639"/>
                    <a:pt x="97" y="2703"/>
                    <a:pt x="196" y="2703"/>
                  </a:cubicBezTo>
                  <a:cubicBezTo>
                    <a:pt x="294" y="2703"/>
                    <a:pt x="394" y="2639"/>
                    <a:pt x="397" y="2512"/>
                  </a:cubicBezTo>
                  <a:cubicBezTo>
                    <a:pt x="411" y="1739"/>
                    <a:pt x="426" y="965"/>
                    <a:pt x="440" y="192"/>
                  </a:cubicBezTo>
                  <a:cubicBezTo>
                    <a:pt x="443" y="64"/>
                    <a:pt x="345" y="0"/>
                    <a:pt x="24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1"/>
            <p:cNvSpPr/>
            <p:nvPr/>
          </p:nvSpPr>
          <p:spPr>
            <a:xfrm>
              <a:off x="7810350" y="2283575"/>
              <a:ext cx="56875" cy="74075"/>
            </a:xfrm>
            <a:custGeom>
              <a:rect b="b" l="l" r="r" t="t"/>
              <a:pathLst>
                <a:path extrusionOk="0" h="2963" w="2275">
                  <a:moveTo>
                    <a:pt x="1096" y="0"/>
                  </a:moveTo>
                  <a:cubicBezTo>
                    <a:pt x="809" y="0"/>
                    <a:pt x="524" y="26"/>
                    <a:pt x="234" y="73"/>
                  </a:cubicBezTo>
                  <a:cubicBezTo>
                    <a:pt x="1" y="113"/>
                    <a:pt x="84" y="457"/>
                    <a:pt x="306" y="457"/>
                  </a:cubicBezTo>
                  <a:cubicBezTo>
                    <a:pt x="318" y="457"/>
                    <a:pt x="330" y="456"/>
                    <a:pt x="343" y="454"/>
                  </a:cubicBezTo>
                  <a:cubicBezTo>
                    <a:pt x="594" y="413"/>
                    <a:pt x="839" y="393"/>
                    <a:pt x="1085" y="393"/>
                  </a:cubicBezTo>
                  <a:cubicBezTo>
                    <a:pt x="1212" y="393"/>
                    <a:pt x="1338" y="398"/>
                    <a:pt x="1466" y="409"/>
                  </a:cubicBezTo>
                  <a:lnTo>
                    <a:pt x="1466" y="409"/>
                  </a:lnTo>
                  <a:cubicBezTo>
                    <a:pt x="1501" y="805"/>
                    <a:pt x="1341" y="1148"/>
                    <a:pt x="1026" y="1413"/>
                  </a:cubicBezTo>
                  <a:cubicBezTo>
                    <a:pt x="880" y="1537"/>
                    <a:pt x="1014" y="1749"/>
                    <a:pt x="1173" y="1749"/>
                  </a:cubicBezTo>
                  <a:cubicBezTo>
                    <a:pt x="1203" y="1749"/>
                    <a:pt x="1235" y="1741"/>
                    <a:pt x="1265" y="1724"/>
                  </a:cubicBezTo>
                  <a:cubicBezTo>
                    <a:pt x="1344" y="1678"/>
                    <a:pt x="1417" y="1659"/>
                    <a:pt x="1482" y="1659"/>
                  </a:cubicBezTo>
                  <a:cubicBezTo>
                    <a:pt x="1812" y="1659"/>
                    <a:pt x="1944" y="2170"/>
                    <a:pt x="1670" y="2427"/>
                  </a:cubicBezTo>
                  <a:cubicBezTo>
                    <a:pt x="1531" y="2558"/>
                    <a:pt x="1370" y="2602"/>
                    <a:pt x="1204" y="2602"/>
                  </a:cubicBezTo>
                  <a:cubicBezTo>
                    <a:pt x="1035" y="2602"/>
                    <a:pt x="860" y="2557"/>
                    <a:pt x="694" y="2516"/>
                  </a:cubicBezTo>
                  <a:cubicBezTo>
                    <a:pt x="676" y="2511"/>
                    <a:pt x="658" y="2509"/>
                    <a:pt x="642" y="2509"/>
                  </a:cubicBezTo>
                  <a:cubicBezTo>
                    <a:pt x="433" y="2509"/>
                    <a:pt x="361" y="2839"/>
                    <a:pt x="588" y="2895"/>
                  </a:cubicBezTo>
                  <a:cubicBezTo>
                    <a:pt x="758" y="2937"/>
                    <a:pt x="946" y="2963"/>
                    <a:pt x="1134" y="2963"/>
                  </a:cubicBezTo>
                  <a:cubicBezTo>
                    <a:pt x="1666" y="2963"/>
                    <a:pt x="2189" y="2754"/>
                    <a:pt x="2241" y="2113"/>
                  </a:cubicBezTo>
                  <a:cubicBezTo>
                    <a:pt x="2274" y="1706"/>
                    <a:pt x="1986" y="1391"/>
                    <a:pt x="1637" y="1304"/>
                  </a:cubicBezTo>
                  <a:lnTo>
                    <a:pt x="1637" y="1304"/>
                  </a:lnTo>
                  <a:cubicBezTo>
                    <a:pt x="1839" y="975"/>
                    <a:pt x="1901" y="585"/>
                    <a:pt x="1825" y="175"/>
                  </a:cubicBezTo>
                  <a:cubicBezTo>
                    <a:pt x="1809" y="85"/>
                    <a:pt x="1716" y="39"/>
                    <a:pt x="1634" y="30"/>
                  </a:cubicBezTo>
                  <a:cubicBezTo>
                    <a:pt x="1453" y="10"/>
                    <a:pt x="1274" y="0"/>
                    <a:pt x="10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1"/>
            <p:cNvSpPr/>
            <p:nvPr/>
          </p:nvSpPr>
          <p:spPr>
            <a:xfrm>
              <a:off x="7889625" y="2248700"/>
              <a:ext cx="70025" cy="112950"/>
            </a:xfrm>
            <a:custGeom>
              <a:rect b="b" l="l" r="r" t="t"/>
              <a:pathLst>
                <a:path extrusionOk="0" h="4518" w="2801">
                  <a:moveTo>
                    <a:pt x="313" y="0"/>
                  </a:moveTo>
                  <a:cubicBezTo>
                    <a:pt x="127" y="0"/>
                    <a:pt x="1" y="270"/>
                    <a:pt x="201" y="359"/>
                  </a:cubicBezTo>
                  <a:cubicBezTo>
                    <a:pt x="939" y="685"/>
                    <a:pt x="1809" y="1065"/>
                    <a:pt x="2198" y="1819"/>
                  </a:cubicBezTo>
                  <a:cubicBezTo>
                    <a:pt x="2702" y="2794"/>
                    <a:pt x="1932" y="3995"/>
                    <a:pt x="894" y="4122"/>
                  </a:cubicBezTo>
                  <a:cubicBezTo>
                    <a:pt x="654" y="4151"/>
                    <a:pt x="644" y="4518"/>
                    <a:pt x="868" y="4518"/>
                  </a:cubicBezTo>
                  <a:cubicBezTo>
                    <a:pt x="876" y="4518"/>
                    <a:pt x="885" y="4517"/>
                    <a:pt x="894" y="4516"/>
                  </a:cubicBezTo>
                  <a:cubicBezTo>
                    <a:pt x="1898" y="4390"/>
                    <a:pt x="2714" y="3573"/>
                    <a:pt x="2751" y="2535"/>
                  </a:cubicBezTo>
                  <a:cubicBezTo>
                    <a:pt x="2801" y="1191"/>
                    <a:pt x="1447" y="482"/>
                    <a:pt x="399" y="20"/>
                  </a:cubicBezTo>
                  <a:cubicBezTo>
                    <a:pt x="369" y="6"/>
                    <a:pt x="341" y="0"/>
                    <a:pt x="3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1"/>
            <p:cNvSpPr/>
            <p:nvPr/>
          </p:nvSpPr>
          <p:spPr>
            <a:xfrm>
              <a:off x="8001450" y="2270600"/>
              <a:ext cx="50850" cy="71700"/>
            </a:xfrm>
            <a:custGeom>
              <a:rect b="b" l="l" r="r" t="t"/>
              <a:pathLst>
                <a:path extrusionOk="0" h="2868" w="2034">
                  <a:moveTo>
                    <a:pt x="1755" y="1"/>
                  </a:moveTo>
                  <a:cubicBezTo>
                    <a:pt x="1695" y="1"/>
                    <a:pt x="1634" y="27"/>
                    <a:pt x="1590" y="88"/>
                  </a:cubicBezTo>
                  <a:cubicBezTo>
                    <a:pt x="1036" y="884"/>
                    <a:pt x="533" y="1710"/>
                    <a:pt x="82" y="2569"/>
                  </a:cubicBezTo>
                  <a:cubicBezTo>
                    <a:pt x="1" y="2724"/>
                    <a:pt x="137" y="2868"/>
                    <a:pt x="268" y="2868"/>
                  </a:cubicBezTo>
                  <a:cubicBezTo>
                    <a:pt x="327" y="2868"/>
                    <a:pt x="385" y="2838"/>
                    <a:pt x="422" y="2768"/>
                  </a:cubicBezTo>
                  <a:cubicBezTo>
                    <a:pt x="873" y="1909"/>
                    <a:pt x="1376" y="1083"/>
                    <a:pt x="1931" y="286"/>
                  </a:cubicBezTo>
                  <a:cubicBezTo>
                    <a:pt x="2033" y="141"/>
                    <a:pt x="1896" y="1"/>
                    <a:pt x="175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1"/>
            <p:cNvSpPr/>
            <p:nvPr/>
          </p:nvSpPr>
          <p:spPr>
            <a:xfrm>
              <a:off x="8035650" y="2279400"/>
              <a:ext cx="44700" cy="79100"/>
            </a:xfrm>
            <a:custGeom>
              <a:rect b="b" l="l" r="r" t="t"/>
              <a:pathLst>
                <a:path extrusionOk="0" h="3164" w="1788">
                  <a:moveTo>
                    <a:pt x="474" y="1"/>
                  </a:moveTo>
                  <a:cubicBezTo>
                    <a:pt x="321" y="1"/>
                    <a:pt x="169" y="86"/>
                    <a:pt x="79" y="260"/>
                  </a:cubicBezTo>
                  <a:cubicBezTo>
                    <a:pt x="0" y="417"/>
                    <a:pt x="138" y="560"/>
                    <a:pt x="268" y="560"/>
                  </a:cubicBezTo>
                  <a:cubicBezTo>
                    <a:pt x="328" y="560"/>
                    <a:pt x="385" y="531"/>
                    <a:pt x="421" y="461"/>
                  </a:cubicBezTo>
                  <a:cubicBezTo>
                    <a:pt x="425" y="454"/>
                    <a:pt x="429" y="451"/>
                    <a:pt x="434" y="451"/>
                  </a:cubicBezTo>
                  <a:cubicBezTo>
                    <a:pt x="504" y="451"/>
                    <a:pt x="723" y="1060"/>
                    <a:pt x="733" y="1099"/>
                  </a:cubicBezTo>
                  <a:cubicBezTo>
                    <a:pt x="796" y="1292"/>
                    <a:pt x="861" y="1484"/>
                    <a:pt x="924" y="1678"/>
                  </a:cubicBezTo>
                  <a:cubicBezTo>
                    <a:pt x="1071" y="2127"/>
                    <a:pt x="1216" y="2575"/>
                    <a:pt x="1360" y="3026"/>
                  </a:cubicBezTo>
                  <a:cubicBezTo>
                    <a:pt x="1391" y="3122"/>
                    <a:pt x="1470" y="3163"/>
                    <a:pt x="1549" y="3163"/>
                  </a:cubicBezTo>
                  <a:cubicBezTo>
                    <a:pt x="1668" y="3163"/>
                    <a:pt x="1787" y="3068"/>
                    <a:pt x="1740" y="2922"/>
                  </a:cubicBezTo>
                  <a:cubicBezTo>
                    <a:pt x="1595" y="2472"/>
                    <a:pt x="1449" y="2021"/>
                    <a:pt x="1303" y="1572"/>
                  </a:cubicBezTo>
                  <a:cubicBezTo>
                    <a:pt x="1176" y="1182"/>
                    <a:pt x="1083" y="568"/>
                    <a:pt x="859" y="225"/>
                  </a:cubicBezTo>
                  <a:cubicBezTo>
                    <a:pt x="763" y="76"/>
                    <a:pt x="618" y="1"/>
                    <a:pt x="47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1"/>
            <p:cNvSpPr/>
            <p:nvPr/>
          </p:nvSpPr>
          <p:spPr>
            <a:xfrm>
              <a:off x="8018400" y="2320625"/>
              <a:ext cx="58200" cy="14175"/>
            </a:xfrm>
            <a:custGeom>
              <a:rect b="b" l="l" r="r" t="t"/>
              <a:pathLst>
                <a:path extrusionOk="0" h="567" w="2328">
                  <a:moveTo>
                    <a:pt x="2097" y="0"/>
                  </a:moveTo>
                  <a:cubicBezTo>
                    <a:pt x="2090" y="0"/>
                    <a:pt x="2083" y="1"/>
                    <a:pt x="2076" y="1"/>
                  </a:cubicBezTo>
                  <a:cubicBezTo>
                    <a:pt x="1468" y="59"/>
                    <a:pt x="861" y="116"/>
                    <a:pt x="252" y="172"/>
                  </a:cubicBezTo>
                  <a:cubicBezTo>
                    <a:pt x="10" y="194"/>
                    <a:pt x="1" y="566"/>
                    <a:pt x="232" y="566"/>
                  </a:cubicBezTo>
                  <a:cubicBezTo>
                    <a:pt x="238" y="566"/>
                    <a:pt x="245" y="566"/>
                    <a:pt x="252" y="565"/>
                  </a:cubicBezTo>
                  <a:cubicBezTo>
                    <a:pt x="861" y="508"/>
                    <a:pt x="1468" y="451"/>
                    <a:pt x="2076" y="395"/>
                  </a:cubicBezTo>
                  <a:cubicBezTo>
                    <a:pt x="2320" y="373"/>
                    <a:pt x="2328" y="0"/>
                    <a:pt x="20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1"/>
            <p:cNvSpPr/>
            <p:nvPr/>
          </p:nvSpPr>
          <p:spPr>
            <a:xfrm>
              <a:off x="7125300" y="2400275"/>
              <a:ext cx="987075" cy="35750"/>
            </a:xfrm>
            <a:custGeom>
              <a:rect b="b" l="l" r="r" t="t"/>
              <a:pathLst>
                <a:path extrusionOk="0" h="1430" w="39483">
                  <a:moveTo>
                    <a:pt x="39234" y="0"/>
                  </a:moveTo>
                  <a:cubicBezTo>
                    <a:pt x="39232" y="0"/>
                    <a:pt x="39230" y="0"/>
                    <a:pt x="39227" y="1"/>
                  </a:cubicBezTo>
                  <a:cubicBezTo>
                    <a:pt x="26236" y="346"/>
                    <a:pt x="13244" y="691"/>
                    <a:pt x="253" y="1036"/>
                  </a:cubicBezTo>
                  <a:cubicBezTo>
                    <a:pt x="3" y="1043"/>
                    <a:pt x="1" y="1429"/>
                    <a:pt x="246" y="1429"/>
                  </a:cubicBezTo>
                  <a:cubicBezTo>
                    <a:pt x="248" y="1429"/>
                    <a:pt x="250" y="1429"/>
                    <a:pt x="253" y="1429"/>
                  </a:cubicBezTo>
                  <a:cubicBezTo>
                    <a:pt x="13244" y="1083"/>
                    <a:pt x="26236" y="738"/>
                    <a:pt x="39227" y="394"/>
                  </a:cubicBezTo>
                  <a:cubicBezTo>
                    <a:pt x="39477" y="387"/>
                    <a:pt x="39482" y="0"/>
                    <a:pt x="392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1"/>
            <p:cNvSpPr/>
            <p:nvPr/>
          </p:nvSpPr>
          <p:spPr>
            <a:xfrm>
              <a:off x="7181250" y="2463800"/>
              <a:ext cx="57775" cy="99400"/>
            </a:xfrm>
            <a:custGeom>
              <a:rect b="b" l="l" r="r" t="t"/>
              <a:pathLst>
                <a:path extrusionOk="0" h="3976" w="2311">
                  <a:moveTo>
                    <a:pt x="2013" y="0"/>
                  </a:moveTo>
                  <a:cubicBezTo>
                    <a:pt x="1982" y="0"/>
                    <a:pt x="1949" y="9"/>
                    <a:pt x="1915" y="28"/>
                  </a:cubicBezTo>
                  <a:cubicBezTo>
                    <a:pt x="1019" y="544"/>
                    <a:pt x="0" y="1451"/>
                    <a:pt x="193" y="2606"/>
                  </a:cubicBezTo>
                  <a:cubicBezTo>
                    <a:pt x="318" y="3348"/>
                    <a:pt x="954" y="3976"/>
                    <a:pt x="1684" y="3976"/>
                  </a:cubicBezTo>
                  <a:cubicBezTo>
                    <a:pt x="1818" y="3976"/>
                    <a:pt x="1956" y="3954"/>
                    <a:pt x="2094" y="3909"/>
                  </a:cubicBezTo>
                  <a:cubicBezTo>
                    <a:pt x="2311" y="3836"/>
                    <a:pt x="2247" y="3518"/>
                    <a:pt x="2053" y="3518"/>
                  </a:cubicBezTo>
                  <a:cubicBezTo>
                    <a:pt x="2033" y="3518"/>
                    <a:pt x="2011" y="3522"/>
                    <a:pt x="1988" y="3529"/>
                  </a:cubicBezTo>
                  <a:cubicBezTo>
                    <a:pt x="1878" y="3566"/>
                    <a:pt x="1771" y="3583"/>
                    <a:pt x="1668" y="3583"/>
                  </a:cubicBezTo>
                  <a:cubicBezTo>
                    <a:pt x="925" y="3583"/>
                    <a:pt x="432" y="2682"/>
                    <a:pt x="623" y="1973"/>
                  </a:cubicBezTo>
                  <a:cubicBezTo>
                    <a:pt x="822" y="1236"/>
                    <a:pt x="1486" y="732"/>
                    <a:pt x="2114" y="370"/>
                  </a:cubicBezTo>
                  <a:cubicBezTo>
                    <a:pt x="2300" y="262"/>
                    <a:pt x="2186" y="0"/>
                    <a:pt x="20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1"/>
            <p:cNvSpPr/>
            <p:nvPr/>
          </p:nvSpPr>
          <p:spPr>
            <a:xfrm>
              <a:off x="7244900" y="2482500"/>
              <a:ext cx="54100" cy="70775"/>
            </a:xfrm>
            <a:custGeom>
              <a:rect b="b" l="l" r="r" t="t"/>
              <a:pathLst>
                <a:path extrusionOk="0" h="2831" w="2164">
                  <a:moveTo>
                    <a:pt x="1074" y="526"/>
                  </a:moveTo>
                  <a:cubicBezTo>
                    <a:pt x="1310" y="697"/>
                    <a:pt x="1521" y="906"/>
                    <a:pt x="1647" y="1172"/>
                  </a:cubicBezTo>
                  <a:cubicBezTo>
                    <a:pt x="1863" y="1629"/>
                    <a:pt x="1723" y="2289"/>
                    <a:pt x="1167" y="2408"/>
                  </a:cubicBezTo>
                  <a:cubicBezTo>
                    <a:pt x="1121" y="2418"/>
                    <a:pt x="1077" y="2422"/>
                    <a:pt x="1035" y="2422"/>
                  </a:cubicBezTo>
                  <a:cubicBezTo>
                    <a:pt x="601" y="2422"/>
                    <a:pt x="422" y="1918"/>
                    <a:pt x="487" y="1521"/>
                  </a:cubicBezTo>
                  <a:cubicBezTo>
                    <a:pt x="552" y="1132"/>
                    <a:pt x="809" y="814"/>
                    <a:pt x="1074" y="526"/>
                  </a:cubicBezTo>
                  <a:close/>
                  <a:moveTo>
                    <a:pt x="933" y="0"/>
                  </a:moveTo>
                  <a:cubicBezTo>
                    <a:pt x="797" y="0"/>
                    <a:pt x="699" y="167"/>
                    <a:pt x="759" y="289"/>
                  </a:cubicBezTo>
                  <a:lnTo>
                    <a:pt x="759" y="289"/>
                  </a:lnTo>
                  <a:cubicBezTo>
                    <a:pt x="361" y="738"/>
                    <a:pt x="0" y="1258"/>
                    <a:pt x="88" y="1885"/>
                  </a:cubicBezTo>
                  <a:cubicBezTo>
                    <a:pt x="159" y="2381"/>
                    <a:pt x="528" y="2831"/>
                    <a:pt x="1039" y="2831"/>
                  </a:cubicBezTo>
                  <a:cubicBezTo>
                    <a:pt x="1087" y="2831"/>
                    <a:pt x="1137" y="2827"/>
                    <a:pt x="1188" y="2818"/>
                  </a:cubicBezTo>
                  <a:cubicBezTo>
                    <a:pt x="1749" y="2728"/>
                    <a:pt x="2164" y="2151"/>
                    <a:pt x="2154" y="1596"/>
                  </a:cubicBezTo>
                  <a:cubicBezTo>
                    <a:pt x="2142" y="1013"/>
                    <a:pt x="1754" y="542"/>
                    <a:pt x="1301" y="208"/>
                  </a:cubicBezTo>
                  <a:lnTo>
                    <a:pt x="1301" y="208"/>
                  </a:lnTo>
                  <a:cubicBezTo>
                    <a:pt x="1298" y="101"/>
                    <a:pt x="1201" y="3"/>
                    <a:pt x="1097" y="3"/>
                  </a:cubicBezTo>
                  <a:cubicBezTo>
                    <a:pt x="1071" y="3"/>
                    <a:pt x="1045" y="9"/>
                    <a:pt x="1019" y="22"/>
                  </a:cubicBezTo>
                  <a:lnTo>
                    <a:pt x="1019" y="22"/>
                  </a:lnTo>
                  <a:cubicBezTo>
                    <a:pt x="990" y="7"/>
                    <a:pt x="961" y="0"/>
                    <a:pt x="9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1"/>
            <p:cNvSpPr/>
            <p:nvPr/>
          </p:nvSpPr>
          <p:spPr>
            <a:xfrm>
              <a:off x="7305750" y="2474025"/>
              <a:ext cx="50475" cy="87700"/>
            </a:xfrm>
            <a:custGeom>
              <a:rect b="b" l="l" r="r" t="t"/>
              <a:pathLst>
                <a:path extrusionOk="0" h="3508" w="2019">
                  <a:moveTo>
                    <a:pt x="1271" y="1"/>
                  </a:moveTo>
                  <a:cubicBezTo>
                    <a:pt x="1271" y="1"/>
                    <a:pt x="1270" y="1"/>
                    <a:pt x="1269" y="1"/>
                  </a:cubicBezTo>
                  <a:cubicBezTo>
                    <a:pt x="703" y="11"/>
                    <a:pt x="237" y="508"/>
                    <a:pt x="287" y="1087"/>
                  </a:cubicBezTo>
                  <a:cubicBezTo>
                    <a:pt x="310" y="1359"/>
                    <a:pt x="444" y="1558"/>
                    <a:pt x="652" y="1724"/>
                  </a:cubicBezTo>
                  <a:cubicBezTo>
                    <a:pt x="811" y="1852"/>
                    <a:pt x="1068" y="1912"/>
                    <a:pt x="1204" y="2058"/>
                  </a:cubicBezTo>
                  <a:cubicBezTo>
                    <a:pt x="2019" y="2933"/>
                    <a:pt x="602" y="3089"/>
                    <a:pt x="255" y="3113"/>
                  </a:cubicBezTo>
                  <a:cubicBezTo>
                    <a:pt x="10" y="3131"/>
                    <a:pt x="1" y="3507"/>
                    <a:pt x="238" y="3507"/>
                  </a:cubicBezTo>
                  <a:cubicBezTo>
                    <a:pt x="244" y="3507"/>
                    <a:pt x="249" y="3507"/>
                    <a:pt x="255" y="3507"/>
                  </a:cubicBezTo>
                  <a:cubicBezTo>
                    <a:pt x="907" y="3461"/>
                    <a:pt x="1906" y="3248"/>
                    <a:pt x="1846" y="2382"/>
                  </a:cubicBezTo>
                  <a:cubicBezTo>
                    <a:pt x="1824" y="2082"/>
                    <a:pt x="1637" y="1881"/>
                    <a:pt x="1402" y="1717"/>
                  </a:cubicBezTo>
                  <a:cubicBezTo>
                    <a:pt x="1176" y="1560"/>
                    <a:pt x="786" y="1460"/>
                    <a:pt x="695" y="1163"/>
                  </a:cubicBezTo>
                  <a:cubicBezTo>
                    <a:pt x="580" y="788"/>
                    <a:pt x="895" y="400"/>
                    <a:pt x="1267" y="395"/>
                  </a:cubicBezTo>
                  <a:cubicBezTo>
                    <a:pt x="1523" y="392"/>
                    <a:pt x="1524" y="1"/>
                    <a:pt x="127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1"/>
            <p:cNvSpPr/>
            <p:nvPr/>
          </p:nvSpPr>
          <p:spPr>
            <a:xfrm>
              <a:off x="7383975" y="2452275"/>
              <a:ext cx="71500" cy="118200"/>
            </a:xfrm>
            <a:custGeom>
              <a:rect b="b" l="l" r="r" t="t"/>
              <a:pathLst>
                <a:path extrusionOk="0" h="4728" w="2860">
                  <a:moveTo>
                    <a:pt x="1932" y="0"/>
                  </a:moveTo>
                  <a:cubicBezTo>
                    <a:pt x="1899" y="0"/>
                    <a:pt x="1864" y="11"/>
                    <a:pt x="1829" y="36"/>
                  </a:cubicBezTo>
                  <a:cubicBezTo>
                    <a:pt x="1" y="1335"/>
                    <a:pt x="387" y="4026"/>
                    <a:pt x="2535" y="4717"/>
                  </a:cubicBezTo>
                  <a:cubicBezTo>
                    <a:pt x="2556" y="4724"/>
                    <a:pt x="2577" y="4727"/>
                    <a:pt x="2596" y="4727"/>
                  </a:cubicBezTo>
                  <a:cubicBezTo>
                    <a:pt x="2792" y="4727"/>
                    <a:pt x="2859" y="4407"/>
                    <a:pt x="2640" y="4338"/>
                  </a:cubicBezTo>
                  <a:cubicBezTo>
                    <a:pt x="842" y="3761"/>
                    <a:pt x="466" y="1486"/>
                    <a:pt x="2026" y="377"/>
                  </a:cubicBezTo>
                  <a:cubicBezTo>
                    <a:pt x="2197" y="256"/>
                    <a:pt x="2092" y="0"/>
                    <a:pt x="193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1"/>
            <p:cNvSpPr/>
            <p:nvPr/>
          </p:nvSpPr>
          <p:spPr>
            <a:xfrm>
              <a:off x="7471975" y="2484625"/>
              <a:ext cx="41375" cy="71050"/>
            </a:xfrm>
            <a:custGeom>
              <a:rect b="b" l="l" r="r" t="t"/>
              <a:pathLst>
                <a:path extrusionOk="0" h="2842" w="1655">
                  <a:moveTo>
                    <a:pt x="683" y="1"/>
                  </a:moveTo>
                  <a:cubicBezTo>
                    <a:pt x="386" y="1"/>
                    <a:pt x="98" y="160"/>
                    <a:pt x="31" y="482"/>
                  </a:cubicBezTo>
                  <a:cubicBezTo>
                    <a:pt x="1" y="630"/>
                    <a:pt x="126" y="727"/>
                    <a:pt x="242" y="727"/>
                  </a:cubicBezTo>
                  <a:cubicBezTo>
                    <a:pt x="318" y="727"/>
                    <a:pt x="390" y="685"/>
                    <a:pt x="410" y="586"/>
                  </a:cubicBezTo>
                  <a:cubicBezTo>
                    <a:pt x="439" y="448"/>
                    <a:pt x="540" y="391"/>
                    <a:pt x="651" y="391"/>
                  </a:cubicBezTo>
                  <a:cubicBezTo>
                    <a:pt x="790" y="391"/>
                    <a:pt x="945" y="479"/>
                    <a:pt x="997" y="603"/>
                  </a:cubicBezTo>
                  <a:cubicBezTo>
                    <a:pt x="1139" y="941"/>
                    <a:pt x="803" y="1249"/>
                    <a:pt x="535" y="1386"/>
                  </a:cubicBezTo>
                  <a:cubicBezTo>
                    <a:pt x="354" y="1479"/>
                    <a:pt x="451" y="1754"/>
                    <a:pt x="631" y="1754"/>
                  </a:cubicBezTo>
                  <a:cubicBezTo>
                    <a:pt x="649" y="1754"/>
                    <a:pt x="667" y="1751"/>
                    <a:pt x="687" y="1746"/>
                  </a:cubicBezTo>
                  <a:cubicBezTo>
                    <a:pt x="726" y="1734"/>
                    <a:pt x="768" y="1728"/>
                    <a:pt x="809" y="1728"/>
                  </a:cubicBezTo>
                  <a:cubicBezTo>
                    <a:pt x="1066" y="1728"/>
                    <a:pt x="1326" y="1947"/>
                    <a:pt x="1190" y="2230"/>
                  </a:cubicBezTo>
                  <a:cubicBezTo>
                    <a:pt x="1120" y="2376"/>
                    <a:pt x="981" y="2445"/>
                    <a:pt x="833" y="2445"/>
                  </a:cubicBezTo>
                  <a:cubicBezTo>
                    <a:pt x="771" y="2445"/>
                    <a:pt x="707" y="2432"/>
                    <a:pt x="646" y="2408"/>
                  </a:cubicBezTo>
                  <a:cubicBezTo>
                    <a:pt x="621" y="2398"/>
                    <a:pt x="597" y="2394"/>
                    <a:pt x="575" y="2394"/>
                  </a:cubicBezTo>
                  <a:cubicBezTo>
                    <a:pt x="392" y="2394"/>
                    <a:pt x="334" y="2705"/>
                    <a:pt x="542" y="2788"/>
                  </a:cubicBezTo>
                  <a:cubicBezTo>
                    <a:pt x="633" y="2824"/>
                    <a:pt x="729" y="2841"/>
                    <a:pt x="824" y="2841"/>
                  </a:cubicBezTo>
                  <a:cubicBezTo>
                    <a:pt x="1215" y="2841"/>
                    <a:pt x="1599" y="2552"/>
                    <a:pt x="1630" y="2135"/>
                  </a:cubicBezTo>
                  <a:cubicBezTo>
                    <a:pt x="1654" y="1789"/>
                    <a:pt x="1431" y="1517"/>
                    <a:pt x="1140" y="1398"/>
                  </a:cubicBezTo>
                  <a:lnTo>
                    <a:pt x="1140" y="1398"/>
                  </a:lnTo>
                  <a:cubicBezTo>
                    <a:pt x="1443" y="1047"/>
                    <a:pt x="1593" y="547"/>
                    <a:pt x="1209" y="197"/>
                  </a:cubicBezTo>
                  <a:cubicBezTo>
                    <a:pt x="1067" y="66"/>
                    <a:pt x="873" y="1"/>
                    <a:pt x="68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1"/>
            <p:cNvSpPr/>
            <p:nvPr/>
          </p:nvSpPr>
          <p:spPr>
            <a:xfrm>
              <a:off x="7523350" y="2477725"/>
              <a:ext cx="56925" cy="60950"/>
            </a:xfrm>
            <a:custGeom>
              <a:rect b="b" l="l" r="r" t="t"/>
              <a:pathLst>
                <a:path extrusionOk="0" h="2438" w="2277">
                  <a:moveTo>
                    <a:pt x="1693" y="0"/>
                  </a:moveTo>
                  <a:cubicBezTo>
                    <a:pt x="1649" y="0"/>
                    <a:pt x="1603" y="20"/>
                    <a:pt x="1565" y="66"/>
                  </a:cubicBezTo>
                  <a:cubicBezTo>
                    <a:pt x="1071" y="657"/>
                    <a:pt x="578" y="1247"/>
                    <a:pt x="85" y="1840"/>
                  </a:cubicBezTo>
                  <a:cubicBezTo>
                    <a:pt x="0" y="1940"/>
                    <a:pt x="12" y="2143"/>
                    <a:pt x="172" y="2169"/>
                  </a:cubicBezTo>
                  <a:cubicBezTo>
                    <a:pt x="759" y="2258"/>
                    <a:pt x="1346" y="2347"/>
                    <a:pt x="1933" y="2435"/>
                  </a:cubicBezTo>
                  <a:cubicBezTo>
                    <a:pt x="1944" y="2437"/>
                    <a:pt x="1956" y="2438"/>
                    <a:pt x="1967" y="2438"/>
                  </a:cubicBezTo>
                  <a:cubicBezTo>
                    <a:pt x="2191" y="2438"/>
                    <a:pt x="2276" y="2092"/>
                    <a:pt x="2039" y="2056"/>
                  </a:cubicBezTo>
                  <a:cubicBezTo>
                    <a:pt x="1559" y="1984"/>
                    <a:pt x="1079" y="1911"/>
                    <a:pt x="600" y="1838"/>
                  </a:cubicBezTo>
                  <a:lnTo>
                    <a:pt x="600" y="1838"/>
                  </a:lnTo>
                  <a:cubicBezTo>
                    <a:pt x="1015" y="1341"/>
                    <a:pt x="1430" y="844"/>
                    <a:pt x="1845" y="345"/>
                  </a:cubicBezTo>
                  <a:cubicBezTo>
                    <a:pt x="1966" y="197"/>
                    <a:pt x="1834" y="0"/>
                    <a:pt x="16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1"/>
            <p:cNvSpPr/>
            <p:nvPr/>
          </p:nvSpPr>
          <p:spPr>
            <a:xfrm>
              <a:off x="7567075" y="2478125"/>
              <a:ext cx="11875" cy="96700"/>
            </a:xfrm>
            <a:custGeom>
              <a:rect b="b" l="l" r="r" t="t"/>
              <a:pathLst>
                <a:path extrusionOk="0" h="3868" w="475">
                  <a:moveTo>
                    <a:pt x="196" y="1"/>
                  </a:moveTo>
                  <a:cubicBezTo>
                    <a:pt x="97" y="1"/>
                    <a:pt x="0" y="65"/>
                    <a:pt x="3" y="192"/>
                  </a:cubicBezTo>
                  <a:cubicBezTo>
                    <a:pt x="28" y="1353"/>
                    <a:pt x="53" y="2517"/>
                    <a:pt x="78" y="3678"/>
                  </a:cubicBezTo>
                  <a:cubicBezTo>
                    <a:pt x="81" y="3804"/>
                    <a:pt x="181" y="3867"/>
                    <a:pt x="279" y="3867"/>
                  </a:cubicBezTo>
                  <a:cubicBezTo>
                    <a:pt x="378" y="3867"/>
                    <a:pt x="474" y="3804"/>
                    <a:pt x="471" y="3678"/>
                  </a:cubicBezTo>
                  <a:cubicBezTo>
                    <a:pt x="447" y="2517"/>
                    <a:pt x="421" y="1353"/>
                    <a:pt x="397" y="192"/>
                  </a:cubicBezTo>
                  <a:cubicBezTo>
                    <a:pt x="394" y="65"/>
                    <a:pt x="294" y="1"/>
                    <a:pt x="1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1"/>
            <p:cNvSpPr/>
            <p:nvPr/>
          </p:nvSpPr>
          <p:spPr>
            <a:xfrm>
              <a:off x="7625900" y="2479150"/>
              <a:ext cx="11175" cy="75825"/>
            </a:xfrm>
            <a:custGeom>
              <a:rect b="b" l="l" r="r" t="t"/>
              <a:pathLst>
                <a:path extrusionOk="0" h="3033" w="447">
                  <a:moveTo>
                    <a:pt x="251" y="1"/>
                  </a:moveTo>
                  <a:cubicBezTo>
                    <a:pt x="153" y="1"/>
                    <a:pt x="53" y="64"/>
                    <a:pt x="51" y="190"/>
                  </a:cubicBezTo>
                  <a:lnTo>
                    <a:pt x="4" y="2842"/>
                  </a:lnTo>
                  <a:cubicBezTo>
                    <a:pt x="1" y="2969"/>
                    <a:pt x="98" y="3032"/>
                    <a:pt x="196" y="3032"/>
                  </a:cubicBezTo>
                  <a:cubicBezTo>
                    <a:pt x="295" y="3032"/>
                    <a:pt x="395" y="2969"/>
                    <a:pt x="397" y="2842"/>
                  </a:cubicBezTo>
                  <a:lnTo>
                    <a:pt x="445" y="190"/>
                  </a:lnTo>
                  <a:cubicBezTo>
                    <a:pt x="447" y="64"/>
                    <a:pt x="349" y="1"/>
                    <a:pt x="2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1"/>
            <p:cNvSpPr/>
            <p:nvPr/>
          </p:nvSpPr>
          <p:spPr>
            <a:xfrm>
              <a:off x="7604550" y="2503725"/>
              <a:ext cx="62325" cy="14300"/>
            </a:xfrm>
            <a:custGeom>
              <a:rect b="b" l="l" r="r" t="t"/>
              <a:pathLst>
                <a:path extrusionOk="0" h="572" w="2493">
                  <a:moveTo>
                    <a:pt x="2261" y="0"/>
                  </a:moveTo>
                  <a:cubicBezTo>
                    <a:pt x="2255" y="0"/>
                    <a:pt x="2248" y="0"/>
                    <a:pt x="2241" y="1"/>
                  </a:cubicBezTo>
                  <a:cubicBezTo>
                    <a:pt x="1578" y="61"/>
                    <a:pt x="915" y="120"/>
                    <a:pt x="252" y="177"/>
                  </a:cubicBezTo>
                  <a:cubicBezTo>
                    <a:pt x="9" y="199"/>
                    <a:pt x="1" y="572"/>
                    <a:pt x="231" y="572"/>
                  </a:cubicBezTo>
                  <a:cubicBezTo>
                    <a:pt x="238" y="572"/>
                    <a:pt x="245" y="571"/>
                    <a:pt x="252" y="571"/>
                  </a:cubicBezTo>
                  <a:cubicBezTo>
                    <a:pt x="915" y="512"/>
                    <a:pt x="1578" y="452"/>
                    <a:pt x="2241" y="395"/>
                  </a:cubicBezTo>
                  <a:cubicBezTo>
                    <a:pt x="2484" y="374"/>
                    <a:pt x="2492" y="0"/>
                    <a:pt x="226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1"/>
            <p:cNvSpPr/>
            <p:nvPr/>
          </p:nvSpPr>
          <p:spPr>
            <a:xfrm>
              <a:off x="7701950" y="2465000"/>
              <a:ext cx="53800" cy="79175"/>
            </a:xfrm>
            <a:custGeom>
              <a:rect b="b" l="l" r="r" t="t"/>
              <a:pathLst>
                <a:path extrusionOk="0" h="3167" w="2152">
                  <a:moveTo>
                    <a:pt x="996" y="1"/>
                  </a:moveTo>
                  <a:cubicBezTo>
                    <a:pt x="475" y="1"/>
                    <a:pt x="0" y="404"/>
                    <a:pt x="32" y="985"/>
                  </a:cubicBezTo>
                  <a:cubicBezTo>
                    <a:pt x="48" y="1291"/>
                    <a:pt x="206" y="1579"/>
                    <a:pt x="463" y="1749"/>
                  </a:cubicBezTo>
                  <a:cubicBezTo>
                    <a:pt x="634" y="1862"/>
                    <a:pt x="924" y="1856"/>
                    <a:pt x="1067" y="1977"/>
                  </a:cubicBezTo>
                  <a:cubicBezTo>
                    <a:pt x="1138" y="2167"/>
                    <a:pt x="1206" y="2359"/>
                    <a:pt x="1275" y="2551"/>
                  </a:cubicBezTo>
                  <a:cubicBezTo>
                    <a:pt x="1180" y="2597"/>
                    <a:pt x="1086" y="2644"/>
                    <a:pt x="989" y="2690"/>
                  </a:cubicBezTo>
                  <a:cubicBezTo>
                    <a:pt x="807" y="2753"/>
                    <a:pt x="618" y="2773"/>
                    <a:pt x="427" y="2773"/>
                  </a:cubicBezTo>
                  <a:cubicBezTo>
                    <a:pt x="390" y="2773"/>
                    <a:pt x="352" y="2773"/>
                    <a:pt x="314" y="2771"/>
                  </a:cubicBezTo>
                  <a:cubicBezTo>
                    <a:pt x="311" y="2771"/>
                    <a:pt x="307" y="2771"/>
                    <a:pt x="304" y="2771"/>
                  </a:cubicBezTo>
                  <a:cubicBezTo>
                    <a:pt x="61" y="2771"/>
                    <a:pt x="66" y="3154"/>
                    <a:pt x="314" y="3165"/>
                  </a:cubicBezTo>
                  <a:cubicBezTo>
                    <a:pt x="335" y="3166"/>
                    <a:pt x="356" y="3166"/>
                    <a:pt x="378" y="3166"/>
                  </a:cubicBezTo>
                  <a:cubicBezTo>
                    <a:pt x="952" y="3166"/>
                    <a:pt x="2152" y="2860"/>
                    <a:pt x="1796" y="2074"/>
                  </a:cubicBezTo>
                  <a:cubicBezTo>
                    <a:pt x="1669" y="1792"/>
                    <a:pt x="1378" y="1665"/>
                    <a:pt x="1100" y="1577"/>
                  </a:cubicBezTo>
                  <a:cubicBezTo>
                    <a:pt x="770" y="1473"/>
                    <a:pt x="420" y="1330"/>
                    <a:pt x="420" y="925"/>
                  </a:cubicBezTo>
                  <a:cubicBezTo>
                    <a:pt x="420" y="576"/>
                    <a:pt x="706" y="406"/>
                    <a:pt x="998" y="406"/>
                  </a:cubicBezTo>
                  <a:cubicBezTo>
                    <a:pt x="1095" y="406"/>
                    <a:pt x="1193" y="425"/>
                    <a:pt x="1282" y="462"/>
                  </a:cubicBezTo>
                  <a:cubicBezTo>
                    <a:pt x="1307" y="472"/>
                    <a:pt x="1331" y="477"/>
                    <a:pt x="1353" y="477"/>
                  </a:cubicBezTo>
                  <a:cubicBezTo>
                    <a:pt x="1535" y="477"/>
                    <a:pt x="1594" y="165"/>
                    <a:pt x="1388" y="80"/>
                  </a:cubicBezTo>
                  <a:cubicBezTo>
                    <a:pt x="1259" y="26"/>
                    <a:pt x="1126" y="1"/>
                    <a:pt x="9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1"/>
            <p:cNvSpPr/>
            <p:nvPr/>
          </p:nvSpPr>
          <p:spPr>
            <a:xfrm>
              <a:off x="7765775" y="2468875"/>
              <a:ext cx="15525" cy="76550"/>
            </a:xfrm>
            <a:custGeom>
              <a:rect b="b" l="l" r="r" t="t"/>
              <a:pathLst>
                <a:path extrusionOk="0" h="3062" w="621">
                  <a:moveTo>
                    <a:pt x="381" y="1"/>
                  </a:moveTo>
                  <a:cubicBezTo>
                    <a:pt x="304" y="1"/>
                    <a:pt x="230" y="44"/>
                    <a:pt x="208" y="142"/>
                  </a:cubicBezTo>
                  <a:cubicBezTo>
                    <a:pt x="0" y="1070"/>
                    <a:pt x="2" y="1995"/>
                    <a:pt x="208" y="2920"/>
                  </a:cubicBezTo>
                  <a:cubicBezTo>
                    <a:pt x="230" y="3018"/>
                    <a:pt x="304" y="3061"/>
                    <a:pt x="381" y="3061"/>
                  </a:cubicBezTo>
                  <a:cubicBezTo>
                    <a:pt x="497" y="3061"/>
                    <a:pt x="621" y="2964"/>
                    <a:pt x="587" y="2814"/>
                  </a:cubicBezTo>
                  <a:cubicBezTo>
                    <a:pt x="395" y="1955"/>
                    <a:pt x="395" y="1103"/>
                    <a:pt x="587" y="247"/>
                  </a:cubicBezTo>
                  <a:cubicBezTo>
                    <a:pt x="621" y="98"/>
                    <a:pt x="497" y="1"/>
                    <a:pt x="3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1"/>
            <p:cNvSpPr/>
            <p:nvPr/>
          </p:nvSpPr>
          <p:spPr>
            <a:xfrm>
              <a:off x="7791275" y="2469975"/>
              <a:ext cx="14525" cy="71400"/>
            </a:xfrm>
            <a:custGeom>
              <a:rect b="b" l="l" r="r" t="t"/>
              <a:pathLst>
                <a:path extrusionOk="0" h="2856" w="581">
                  <a:moveTo>
                    <a:pt x="388" y="0"/>
                  </a:moveTo>
                  <a:cubicBezTo>
                    <a:pt x="290" y="0"/>
                    <a:pt x="186" y="63"/>
                    <a:pt x="177" y="189"/>
                  </a:cubicBezTo>
                  <a:cubicBezTo>
                    <a:pt x="121" y="1015"/>
                    <a:pt x="67" y="1841"/>
                    <a:pt x="10" y="2667"/>
                  </a:cubicBezTo>
                  <a:cubicBezTo>
                    <a:pt x="0" y="2793"/>
                    <a:pt x="94" y="2856"/>
                    <a:pt x="193" y="2856"/>
                  </a:cubicBezTo>
                  <a:cubicBezTo>
                    <a:pt x="292" y="2856"/>
                    <a:pt x="395" y="2793"/>
                    <a:pt x="403" y="2667"/>
                  </a:cubicBezTo>
                  <a:cubicBezTo>
                    <a:pt x="458" y="1841"/>
                    <a:pt x="514" y="1015"/>
                    <a:pt x="571" y="189"/>
                  </a:cubicBezTo>
                  <a:cubicBezTo>
                    <a:pt x="580" y="63"/>
                    <a:pt x="487" y="0"/>
                    <a:pt x="38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1"/>
            <p:cNvSpPr/>
            <p:nvPr/>
          </p:nvSpPr>
          <p:spPr>
            <a:xfrm>
              <a:off x="7792275" y="2466525"/>
              <a:ext cx="61050" cy="76025"/>
            </a:xfrm>
            <a:custGeom>
              <a:rect b="b" l="l" r="r" t="t"/>
              <a:pathLst>
                <a:path extrusionOk="0" h="3041" w="2442">
                  <a:moveTo>
                    <a:pt x="2247" y="0"/>
                  </a:moveTo>
                  <a:cubicBezTo>
                    <a:pt x="2149" y="0"/>
                    <a:pt x="2047" y="64"/>
                    <a:pt x="2042" y="191"/>
                  </a:cubicBezTo>
                  <a:cubicBezTo>
                    <a:pt x="2018" y="915"/>
                    <a:pt x="1994" y="1640"/>
                    <a:pt x="1970" y="2366"/>
                  </a:cubicBezTo>
                  <a:lnTo>
                    <a:pt x="1970" y="2366"/>
                  </a:lnTo>
                  <a:cubicBezTo>
                    <a:pt x="1401" y="1744"/>
                    <a:pt x="891" y="1078"/>
                    <a:pt x="438" y="364"/>
                  </a:cubicBezTo>
                  <a:cubicBezTo>
                    <a:pt x="396" y="300"/>
                    <a:pt x="336" y="274"/>
                    <a:pt x="276" y="274"/>
                  </a:cubicBezTo>
                  <a:cubicBezTo>
                    <a:pt x="138" y="274"/>
                    <a:pt x="1" y="415"/>
                    <a:pt x="96" y="564"/>
                  </a:cubicBezTo>
                  <a:cubicBezTo>
                    <a:pt x="651" y="1438"/>
                    <a:pt x="1288" y="2245"/>
                    <a:pt x="2011" y="2984"/>
                  </a:cubicBezTo>
                  <a:cubicBezTo>
                    <a:pt x="2050" y="3023"/>
                    <a:pt x="2097" y="3041"/>
                    <a:pt x="2143" y="3041"/>
                  </a:cubicBezTo>
                  <a:cubicBezTo>
                    <a:pt x="2245" y="3041"/>
                    <a:pt x="2343" y="2958"/>
                    <a:pt x="2347" y="2843"/>
                  </a:cubicBezTo>
                  <a:cubicBezTo>
                    <a:pt x="2377" y="1960"/>
                    <a:pt x="2406" y="1075"/>
                    <a:pt x="2436" y="191"/>
                  </a:cubicBezTo>
                  <a:cubicBezTo>
                    <a:pt x="2441" y="63"/>
                    <a:pt x="2346" y="0"/>
                    <a:pt x="224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1"/>
            <p:cNvSpPr/>
            <p:nvPr/>
          </p:nvSpPr>
          <p:spPr>
            <a:xfrm>
              <a:off x="7880500" y="2469850"/>
              <a:ext cx="63200" cy="75325"/>
            </a:xfrm>
            <a:custGeom>
              <a:rect b="b" l="l" r="r" t="t"/>
              <a:pathLst>
                <a:path extrusionOk="0" h="3013" w="2528">
                  <a:moveTo>
                    <a:pt x="1784" y="0"/>
                  </a:moveTo>
                  <a:cubicBezTo>
                    <a:pt x="857" y="0"/>
                    <a:pt x="1" y="890"/>
                    <a:pt x="223" y="1843"/>
                  </a:cubicBezTo>
                  <a:cubicBezTo>
                    <a:pt x="386" y="2550"/>
                    <a:pt x="1074" y="3013"/>
                    <a:pt x="1768" y="3013"/>
                  </a:cubicBezTo>
                  <a:cubicBezTo>
                    <a:pt x="1955" y="3013"/>
                    <a:pt x="2142" y="2979"/>
                    <a:pt x="2320" y="2908"/>
                  </a:cubicBezTo>
                  <a:cubicBezTo>
                    <a:pt x="2528" y="2825"/>
                    <a:pt x="2469" y="2514"/>
                    <a:pt x="2286" y="2514"/>
                  </a:cubicBezTo>
                  <a:cubicBezTo>
                    <a:pt x="2264" y="2514"/>
                    <a:pt x="2240" y="2518"/>
                    <a:pt x="2214" y="2529"/>
                  </a:cubicBezTo>
                  <a:cubicBezTo>
                    <a:pt x="2069" y="2587"/>
                    <a:pt x="1914" y="2615"/>
                    <a:pt x="1761" y="2615"/>
                  </a:cubicBezTo>
                  <a:cubicBezTo>
                    <a:pt x="1290" y="2615"/>
                    <a:pt x="826" y="2352"/>
                    <a:pt x="649" y="1886"/>
                  </a:cubicBezTo>
                  <a:cubicBezTo>
                    <a:pt x="360" y="1134"/>
                    <a:pt x="1060" y="394"/>
                    <a:pt x="1799" y="394"/>
                  </a:cubicBezTo>
                  <a:cubicBezTo>
                    <a:pt x="1817" y="394"/>
                    <a:pt x="1835" y="395"/>
                    <a:pt x="1853" y="396"/>
                  </a:cubicBezTo>
                  <a:cubicBezTo>
                    <a:pt x="1857" y="396"/>
                    <a:pt x="1861" y="396"/>
                    <a:pt x="1865" y="396"/>
                  </a:cubicBezTo>
                  <a:cubicBezTo>
                    <a:pt x="2107" y="396"/>
                    <a:pt x="2103" y="15"/>
                    <a:pt x="1853" y="2"/>
                  </a:cubicBezTo>
                  <a:cubicBezTo>
                    <a:pt x="1830" y="1"/>
                    <a:pt x="1807" y="0"/>
                    <a:pt x="178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1"/>
            <p:cNvSpPr/>
            <p:nvPr/>
          </p:nvSpPr>
          <p:spPr>
            <a:xfrm>
              <a:off x="7961925" y="2442600"/>
              <a:ext cx="54025" cy="131500"/>
            </a:xfrm>
            <a:custGeom>
              <a:rect b="b" l="l" r="r" t="t"/>
              <a:pathLst>
                <a:path extrusionOk="0" h="5260" w="2161">
                  <a:moveTo>
                    <a:pt x="316" y="1"/>
                  </a:moveTo>
                  <a:cubicBezTo>
                    <a:pt x="127" y="1"/>
                    <a:pt x="0" y="272"/>
                    <a:pt x="202" y="360"/>
                  </a:cubicBezTo>
                  <a:cubicBezTo>
                    <a:pt x="1259" y="831"/>
                    <a:pt x="1935" y="1872"/>
                    <a:pt x="1673" y="3046"/>
                  </a:cubicBezTo>
                  <a:cubicBezTo>
                    <a:pt x="1487" y="3880"/>
                    <a:pt x="771" y="4240"/>
                    <a:pt x="444" y="4958"/>
                  </a:cubicBezTo>
                  <a:cubicBezTo>
                    <a:pt x="374" y="5116"/>
                    <a:pt x="511" y="5260"/>
                    <a:pt x="639" y="5260"/>
                  </a:cubicBezTo>
                  <a:cubicBezTo>
                    <a:pt x="697" y="5260"/>
                    <a:pt x="752" y="5230"/>
                    <a:pt x="785" y="5157"/>
                  </a:cubicBezTo>
                  <a:cubicBezTo>
                    <a:pt x="1036" y="4605"/>
                    <a:pt x="1584" y="4276"/>
                    <a:pt x="1853" y="3720"/>
                  </a:cubicBezTo>
                  <a:cubicBezTo>
                    <a:pt x="2066" y="3279"/>
                    <a:pt x="2161" y="2761"/>
                    <a:pt x="2111" y="2273"/>
                  </a:cubicBezTo>
                  <a:cubicBezTo>
                    <a:pt x="2006" y="1242"/>
                    <a:pt x="1326" y="432"/>
                    <a:pt x="401" y="20"/>
                  </a:cubicBezTo>
                  <a:cubicBezTo>
                    <a:pt x="372" y="7"/>
                    <a:pt x="343" y="1"/>
                    <a:pt x="3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1"/>
            <p:cNvSpPr/>
            <p:nvPr/>
          </p:nvSpPr>
          <p:spPr>
            <a:xfrm>
              <a:off x="8044100" y="2449600"/>
              <a:ext cx="58050" cy="58575"/>
            </a:xfrm>
            <a:custGeom>
              <a:rect b="b" l="l" r="r" t="t"/>
              <a:pathLst>
                <a:path extrusionOk="0" h="2343" w="2322">
                  <a:moveTo>
                    <a:pt x="717" y="1"/>
                  </a:moveTo>
                  <a:cubicBezTo>
                    <a:pt x="432" y="1"/>
                    <a:pt x="155" y="159"/>
                    <a:pt x="89" y="483"/>
                  </a:cubicBezTo>
                  <a:cubicBezTo>
                    <a:pt x="57" y="631"/>
                    <a:pt x="182" y="729"/>
                    <a:pt x="297" y="729"/>
                  </a:cubicBezTo>
                  <a:cubicBezTo>
                    <a:pt x="373" y="729"/>
                    <a:pt x="446" y="686"/>
                    <a:pt x="466" y="587"/>
                  </a:cubicBezTo>
                  <a:cubicBezTo>
                    <a:pt x="492" y="456"/>
                    <a:pt x="601" y="389"/>
                    <a:pt x="725" y="389"/>
                  </a:cubicBezTo>
                  <a:cubicBezTo>
                    <a:pt x="747" y="389"/>
                    <a:pt x="769" y="391"/>
                    <a:pt x="792" y="395"/>
                  </a:cubicBezTo>
                  <a:cubicBezTo>
                    <a:pt x="1027" y="440"/>
                    <a:pt x="1073" y="706"/>
                    <a:pt x="1035" y="905"/>
                  </a:cubicBezTo>
                  <a:cubicBezTo>
                    <a:pt x="952" y="1329"/>
                    <a:pt x="527" y="1561"/>
                    <a:pt x="185" y="1758"/>
                  </a:cubicBezTo>
                  <a:cubicBezTo>
                    <a:pt x="0" y="1865"/>
                    <a:pt x="103" y="2105"/>
                    <a:pt x="285" y="2126"/>
                  </a:cubicBezTo>
                  <a:cubicBezTo>
                    <a:pt x="881" y="2198"/>
                    <a:pt x="1478" y="2269"/>
                    <a:pt x="2072" y="2341"/>
                  </a:cubicBezTo>
                  <a:cubicBezTo>
                    <a:pt x="2081" y="2342"/>
                    <a:pt x="2090" y="2342"/>
                    <a:pt x="2098" y="2342"/>
                  </a:cubicBezTo>
                  <a:cubicBezTo>
                    <a:pt x="2322" y="2342"/>
                    <a:pt x="2310" y="1976"/>
                    <a:pt x="2072" y="1947"/>
                  </a:cubicBezTo>
                  <a:cubicBezTo>
                    <a:pt x="1658" y="1897"/>
                    <a:pt x="1244" y="1848"/>
                    <a:pt x="832" y="1798"/>
                  </a:cubicBezTo>
                  <a:lnTo>
                    <a:pt x="832" y="1798"/>
                  </a:lnTo>
                  <a:cubicBezTo>
                    <a:pt x="1291" y="1435"/>
                    <a:pt x="1673" y="918"/>
                    <a:pt x="1335" y="337"/>
                  </a:cubicBezTo>
                  <a:cubicBezTo>
                    <a:pt x="1205" y="114"/>
                    <a:pt x="958" y="1"/>
                    <a:pt x="71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1"/>
            <p:cNvSpPr/>
            <p:nvPr/>
          </p:nvSpPr>
          <p:spPr>
            <a:xfrm>
              <a:off x="7186775" y="2673625"/>
              <a:ext cx="62225" cy="61875"/>
            </a:xfrm>
            <a:custGeom>
              <a:rect b="b" l="l" r="r" t="t"/>
              <a:pathLst>
                <a:path extrusionOk="0" h="2475" w="2489">
                  <a:moveTo>
                    <a:pt x="1043" y="0"/>
                  </a:moveTo>
                  <a:cubicBezTo>
                    <a:pt x="783" y="0"/>
                    <a:pt x="516" y="24"/>
                    <a:pt x="279" y="24"/>
                  </a:cubicBezTo>
                  <a:cubicBezTo>
                    <a:pt x="270" y="24"/>
                    <a:pt x="262" y="24"/>
                    <a:pt x="254" y="23"/>
                  </a:cubicBezTo>
                  <a:cubicBezTo>
                    <a:pt x="254" y="23"/>
                    <a:pt x="253" y="23"/>
                    <a:pt x="253" y="23"/>
                  </a:cubicBezTo>
                  <a:cubicBezTo>
                    <a:pt x="1" y="23"/>
                    <a:pt x="1" y="416"/>
                    <a:pt x="254" y="417"/>
                  </a:cubicBezTo>
                  <a:cubicBezTo>
                    <a:pt x="519" y="419"/>
                    <a:pt x="784" y="420"/>
                    <a:pt x="1049" y="424"/>
                  </a:cubicBezTo>
                  <a:cubicBezTo>
                    <a:pt x="1051" y="424"/>
                    <a:pt x="1054" y="424"/>
                    <a:pt x="1057" y="424"/>
                  </a:cubicBezTo>
                  <a:cubicBezTo>
                    <a:pt x="1114" y="424"/>
                    <a:pt x="1172" y="419"/>
                    <a:pt x="1226" y="419"/>
                  </a:cubicBezTo>
                  <a:cubicBezTo>
                    <a:pt x="1311" y="419"/>
                    <a:pt x="1391" y="433"/>
                    <a:pt x="1458" y="504"/>
                  </a:cubicBezTo>
                  <a:cubicBezTo>
                    <a:pt x="1576" y="630"/>
                    <a:pt x="1528" y="661"/>
                    <a:pt x="1435" y="807"/>
                  </a:cubicBezTo>
                  <a:cubicBezTo>
                    <a:pt x="1179" y="1212"/>
                    <a:pt x="788" y="1557"/>
                    <a:pt x="413" y="1847"/>
                  </a:cubicBezTo>
                  <a:cubicBezTo>
                    <a:pt x="299" y="1935"/>
                    <a:pt x="363" y="2151"/>
                    <a:pt x="501" y="2176"/>
                  </a:cubicBezTo>
                  <a:cubicBezTo>
                    <a:pt x="1050" y="2274"/>
                    <a:pt x="1597" y="2373"/>
                    <a:pt x="2147" y="2471"/>
                  </a:cubicBezTo>
                  <a:cubicBezTo>
                    <a:pt x="2160" y="2474"/>
                    <a:pt x="2174" y="2475"/>
                    <a:pt x="2186" y="2475"/>
                  </a:cubicBezTo>
                  <a:cubicBezTo>
                    <a:pt x="2405" y="2475"/>
                    <a:pt x="2488" y="2134"/>
                    <a:pt x="2253" y="2092"/>
                  </a:cubicBezTo>
                  <a:cubicBezTo>
                    <a:pt x="1836" y="2017"/>
                    <a:pt x="1421" y="1942"/>
                    <a:pt x="1005" y="1868"/>
                  </a:cubicBezTo>
                  <a:lnTo>
                    <a:pt x="1005" y="1868"/>
                  </a:lnTo>
                  <a:cubicBezTo>
                    <a:pt x="1212" y="1683"/>
                    <a:pt x="1405" y="1484"/>
                    <a:pt x="1580" y="1265"/>
                  </a:cubicBezTo>
                  <a:cubicBezTo>
                    <a:pt x="1753" y="1048"/>
                    <a:pt x="1968" y="791"/>
                    <a:pt x="1954" y="496"/>
                  </a:cubicBezTo>
                  <a:cubicBezTo>
                    <a:pt x="1944" y="265"/>
                    <a:pt x="1800" y="108"/>
                    <a:pt x="1579" y="54"/>
                  </a:cubicBezTo>
                  <a:cubicBezTo>
                    <a:pt x="1413" y="12"/>
                    <a:pt x="1230" y="0"/>
                    <a:pt x="104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1"/>
            <p:cNvSpPr/>
            <p:nvPr/>
          </p:nvSpPr>
          <p:spPr>
            <a:xfrm>
              <a:off x="7293100" y="2656475"/>
              <a:ext cx="44975" cy="92250"/>
            </a:xfrm>
            <a:custGeom>
              <a:rect b="b" l="l" r="r" t="t"/>
              <a:pathLst>
                <a:path extrusionOk="0" h="3690" w="1799">
                  <a:moveTo>
                    <a:pt x="1260" y="0"/>
                  </a:moveTo>
                  <a:cubicBezTo>
                    <a:pt x="783" y="0"/>
                    <a:pt x="361" y="407"/>
                    <a:pt x="250" y="891"/>
                  </a:cubicBezTo>
                  <a:cubicBezTo>
                    <a:pt x="82" y="1624"/>
                    <a:pt x="640" y="2236"/>
                    <a:pt x="1160" y="2696"/>
                  </a:cubicBezTo>
                  <a:lnTo>
                    <a:pt x="1160" y="2696"/>
                  </a:lnTo>
                  <a:cubicBezTo>
                    <a:pt x="834" y="2904"/>
                    <a:pt x="507" y="3111"/>
                    <a:pt x="179" y="3318"/>
                  </a:cubicBezTo>
                  <a:cubicBezTo>
                    <a:pt x="1" y="3432"/>
                    <a:pt x="110" y="3690"/>
                    <a:pt x="277" y="3690"/>
                  </a:cubicBezTo>
                  <a:cubicBezTo>
                    <a:pt x="309" y="3690"/>
                    <a:pt x="343" y="3680"/>
                    <a:pt x="378" y="3658"/>
                  </a:cubicBezTo>
                  <a:cubicBezTo>
                    <a:pt x="780" y="3402"/>
                    <a:pt x="1184" y="3146"/>
                    <a:pt x="1587" y="2890"/>
                  </a:cubicBezTo>
                  <a:cubicBezTo>
                    <a:pt x="1686" y="2828"/>
                    <a:pt x="1729" y="2666"/>
                    <a:pt x="1626" y="2580"/>
                  </a:cubicBezTo>
                  <a:cubicBezTo>
                    <a:pt x="1309" y="2313"/>
                    <a:pt x="972" y="2034"/>
                    <a:pt x="767" y="1664"/>
                  </a:cubicBezTo>
                  <a:cubicBezTo>
                    <a:pt x="540" y="1252"/>
                    <a:pt x="663" y="386"/>
                    <a:pt x="1215" y="386"/>
                  </a:cubicBezTo>
                  <a:cubicBezTo>
                    <a:pt x="1296" y="386"/>
                    <a:pt x="1388" y="405"/>
                    <a:pt x="1488" y="448"/>
                  </a:cubicBezTo>
                  <a:cubicBezTo>
                    <a:pt x="1515" y="459"/>
                    <a:pt x="1540" y="464"/>
                    <a:pt x="1563" y="464"/>
                  </a:cubicBezTo>
                  <a:cubicBezTo>
                    <a:pt x="1742" y="464"/>
                    <a:pt x="1799" y="154"/>
                    <a:pt x="1594" y="68"/>
                  </a:cubicBezTo>
                  <a:cubicBezTo>
                    <a:pt x="1482" y="21"/>
                    <a:pt x="1370" y="0"/>
                    <a:pt x="12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1"/>
            <p:cNvSpPr/>
            <p:nvPr/>
          </p:nvSpPr>
          <p:spPr>
            <a:xfrm>
              <a:off x="7355425" y="2664775"/>
              <a:ext cx="17100" cy="72300"/>
            </a:xfrm>
            <a:custGeom>
              <a:rect b="b" l="l" r="r" t="t"/>
              <a:pathLst>
                <a:path extrusionOk="0" h="2892" w="684">
                  <a:moveTo>
                    <a:pt x="445" y="1"/>
                  </a:moveTo>
                  <a:cubicBezTo>
                    <a:pt x="367" y="1"/>
                    <a:pt x="290" y="43"/>
                    <a:pt x="262" y="140"/>
                  </a:cubicBezTo>
                  <a:cubicBezTo>
                    <a:pt x="19" y="1003"/>
                    <a:pt x="0" y="1876"/>
                    <a:pt x="201" y="2750"/>
                  </a:cubicBezTo>
                  <a:cubicBezTo>
                    <a:pt x="223" y="2848"/>
                    <a:pt x="297" y="2891"/>
                    <a:pt x="374" y="2891"/>
                  </a:cubicBezTo>
                  <a:cubicBezTo>
                    <a:pt x="490" y="2891"/>
                    <a:pt x="614" y="2794"/>
                    <a:pt x="579" y="2645"/>
                  </a:cubicBezTo>
                  <a:cubicBezTo>
                    <a:pt x="395" y="1836"/>
                    <a:pt x="418" y="1039"/>
                    <a:pt x="642" y="243"/>
                  </a:cubicBezTo>
                  <a:cubicBezTo>
                    <a:pt x="684" y="97"/>
                    <a:pt x="563" y="1"/>
                    <a:pt x="44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1"/>
            <p:cNvSpPr/>
            <p:nvPr/>
          </p:nvSpPr>
          <p:spPr>
            <a:xfrm>
              <a:off x="7384950" y="2661075"/>
              <a:ext cx="15750" cy="84375"/>
            </a:xfrm>
            <a:custGeom>
              <a:rect b="b" l="l" r="r" t="t"/>
              <a:pathLst>
                <a:path extrusionOk="0" h="3375" w="630">
                  <a:moveTo>
                    <a:pt x="388" y="0"/>
                  </a:moveTo>
                  <a:cubicBezTo>
                    <a:pt x="312" y="0"/>
                    <a:pt x="242" y="43"/>
                    <a:pt x="225" y="142"/>
                  </a:cubicBezTo>
                  <a:cubicBezTo>
                    <a:pt x="58" y="1151"/>
                    <a:pt x="0" y="2160"/>
                    <a:pt x="62" y="3184"/>
                  </a:cubicBezTo>
                  <a:cubicBezTo>
                    <a:pt x="69" y="3311"/>
                    <a:pt x="172" y="3374"/>
                    <a:pt x="271" y="3374"/>
                  </a:cubicBezTo>
                  <a:cubicBezTo>
                    <a:pt x="370" y="3374"/>
                    <a:pt x="464" y="3311"/>
                    <a:pt x="456" y="3184"/>
                  </a:cubicBezTo>
                  <a:cubicBezTo>
                    <a:pt x="397" y="2199"/>
                    <a:pt x="444" y="1223"/>
                    <a:pt x="604" y="248"/>
                  </a:cubicBezTo>
                  <a:cubicBezTo>
                    <a:pt x="629" y="98"/>
                    <a:pt x="502" y="0"/>
                    <a:pt x="38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1"/>
            <p:cNvSpPr/>
            <p:nvPr/>
          </p:nvSpPr>
          <p:spPr>
            <a:xfrm>
              <a:off x="7384000" y="2657925"/>
              <a:ext cx="55000" cy="83700"/>
            </a:xfrm>
            <a:custGeom>
              <a:rect b="b" l="l" r="r" t="t"/>
              <a:pathLst>
                <a:path extrusionOk="0" h="3348" w="2200">
                  <a:moveTo>
                    <a:pt x="1986" y="0"/>
                  </a:moveTo>
                  <a:cubicBezTo>
                    <a:pt x="1887" y="0"/>
                    <a:pt x="1790" y="64"/>
                    <a:pt x="1792" y="191"/>
                  </a:cubicBezTo>
                  <a:cubicBezTo>
                    <a:pt x="1804" y="993"/>
                    <a:pt x="1784" y="1793"/>
                    <a:pt x="1734" y="2591"/>
                  </a:cubicBezTo>
                  <a:lnTo>
                    <a:pt x="1734" y="2591"/>
                  </a:lnTo>
                  <a:lnTo>
                    <a:pt x="443" y="762"/>
                  </a:lnTo>
                  <a:cubicBezTo>
                    <a:pt x="400" y="701"/>
                    <a:pt x="340" y="676"/>
                    <a:pt x="280" y="676"/>
                  </a:cubicBezTo>
                  <a:cubicBezTo>
                    <a:pt x="138" y="676"/>
                    <a:pt x="1" y="815"/>
                    <a:pt x="104" y="962"/>
                  </a:cubicBezTo>
                  <a:lnTo>
                    <a:pt x="1720" y="3255"/>
                  </a:lnTo>
                  <a:cubicBezTo>
                    <a:pt x="1765" y="3319"/>
                    <a:pt x="1828" y="3348"/>
                    <a:pt x="1890" y="3348"/>
                  </a:cubicBezTo>
                  <a:cubicBezTo>
                    <a:pt x="1986" y="3348"/>
                    <a:pt x="2077" y="3277"/>
                    <a:pt x="2087" y="3154"/>
                  </a:cubicBezTo>
                  <a:cubicBezTo>
                    <a:pt x="2167" y="2169"/>
                    <a:pt x="2200" y="1181"/>
                    <a:pt x="2186" y="191"/>
                  </a:cubicBezTo>
                  <a:cubicBezTo>
                    <a:pt x="2184" y="64"/>
                    <a:pt x="2084" y="0"/>
                    <a:pt x="198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1"/>
            <p:cNvSpPr/>
            <p:nvPr/>
          </p:nvSpPr>
          <p:spPr>
            <a:xfrm>
              <a:off x="7504250" y="2652725"/>
              <a:ext cx="70825" cy="98375"/>
            </a:xfrm>
            <a:custGeom>
              <a:rect b="b" l="l" r="r" t="t"/>
              <a:pathLst>
                <a:path extrusionOk="0" h="3935" w="2833">
                  <a:moveTo>
                    <a:pt x="1710" y="0"/>
                  </a:moveTo>
                  <a:cubicBezTo>
                    <a:pt x="1687" y="0"/>
                    <a:pt x="1662" y="5"/>
                    <a:pt x="1636" y="16"/>
                  </a:cubicBezTo>
                  <a:cubicBezTo>
                    <a:pt x="728" y="394"/>
                    <a:pt x="111" y="1332"/>
                    <a:pt x="312" y="2334"/>
                  </a:cubicBezTo>
                  <a:cubicBezTo>
                    <a:pt x="506" y="3300"/>
                    <a:pt x="1416" y="3934"/>
                    <a:pt x="2364" y="3934"/>
                  </a:cubicBezTo>
                  <a:cubicBezTo>
                    <a:pt x="2436" y="3934"/>
                    <a:pt x="2508" y="3930"/>
                    <a:pt x="2581" y="3923"/>
                  </a:cubicBezTo>
                  <a:cubicBezTo>
                    <a:pt x="2823" y="3898"/>
                    <a:pt x="2832" y="3528"/>
                    <a:pt x="2605" y="3528"/>
                  </a:cubicBezTo>
                  <a:cubicBezTo>
                    <a:pt x="2597" y="3528"/>
                    <a:pt x="2589" y="3528"/>
                    <a:pt x="2581" y="3529"/>
                  </a:cubicBezTo>
                  <a:cubicBezTo>
                    <a:pt x="2512" y="3536"/>
                    <a:pt x="2445" y="3540"/>
                    <a:pt x="2380" y="3540"/>
                  </a:cubicBezTo>
                  <a:cubicBezTo>
                    <a:pt x="638" y="3540"/>
                    <a:pt x="1" y="1120"/>
                    <a:pt x="1739" y="397"/>
                  </a:cubicBezTo>
                  <a:cubicBezTo>
                    <a:pt x="1946" y="311"/>
                    <a:pt x="1889" y="0"/>
                    <a:pt x="17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1"/>
            <p:cNvSpPr/>
            <p:nvPr/>
          </p:nvSpPr>
          <p:spPr>
            <a:xfrm>
              <a:off x="7587325" y="2659450"/>
              <a:ext cx="58425" cy="77650"/>
            </a:xfrm>
            <a:custGeom>
              <a:rect b="b" l="l" r="r" t="t"/>
              <a:pathLst>
                <a:path extrusionOk="0" h="3106" w="2337">
                  <a:moveTo>
                    <a:pt x="1055" y="1"/>
                  </a:moveTo>
                  <a:cubicBezTo>
                    <a:pt x="771" y="1"/>
                    <a:pt x="483" y="66"/>
                    <a:pt x="204" y="193"/>
                  </a:cubicBezTo>
                  <a:cubicBezTo>
                    <a:pt x="0" y="284"/>
                    <a:pt x="124" y="553"/>
                    <a:pt x="310" y="553"/>
                  </a:cubicBezTo>
                  <a:cubicBezTo>
                    <a:pt x="339" y="553"/>
                    <a:pt x="368" y="547"/>
                    <a:pt x="399" y="533"/>
                  </a:cubicBezTo>
                  <a:cubicBezTo>
                    <a:pt x="610" y="437"/>
                    <a:pt x="825" y="390"/>
                    <a:pt x="1037" y="390"/>
                  </a:cubicBezTo>
                  <a:cubicBezTo>
                    <a:pt x="1265" y="390"/>
                    <a:pt x="1490" y="444"/>
                    <a:pt x="1705" y="548"/>
                  </a:cubicBezTo>
                  <a:lnTo>
                    <a:pt x="1705" y="548"/>
                  </a:lnTo>
                  <a:cubicBezTo>
                    <a:pt x="1475" y="931"/>
                    <a:pt x="1200" y="1276"/>
                    <a:pt x="877" y="1588"/>
                  </a:cubicBezTo>
                  <a:cubicBezTo>
                    <a:pt x="769" y="1691"/>
                    <a:pt x="821" y="1880"/>
                    <a:pt x="964" y="1918"/>
                  </a:cubicBezTo>
                  <a:cubicBezTo>
                    <a:pt x="1035" y="1936"/>
                    <a:pt x="1126" y="1940"/>
                    <a:pt x="1223" y="1940"/>
                  </a:cubicBezTo>
                  <a:cubicBezTo>
                    <a:pt x="1284" y="1940"/>
                    <a:pt x="1347" y="1938"/>
                    <a:pt x="1409" y="1938"/>
                  </a:cubicBezTo>
                  <a:cubicBezTo>
                    <a:pt x="1706" y="1938"/>
                    <a:pt x="1985" y="1970"/>
                    <a:pt x="1892" y="2337"/>
                  </a:cubicBezTo>
                  <a:cubicBezTo>
                    <a:pt x="1812" y="2643"/>
                    <a:pt x="1549" y="2729"/>
                    <a:pt x="1260" y="2729"/>
                  </a:cubicBezTo>
                  <a:cubicBezTo>
                    <a:pt x="1015" y="2729"/>
                    <a:pt x="752" y="2667"/>
                    <a:pt x="568" y="2623"/>
                  </a:cubicBezTo>
                  <a:cubicBezTo>
                    <a:pt x="550" y="2619"/>
                    <a:pt x="534" y="2617"/>
                    <a:pt x="518" y="2617"/>
                  </a:cubicBezTo>
                  <a:cubicBezTo>
                    <a:pt x="307" y="2617"/>
                    <a:pt x="233" y="2949"/>
                    <a:pt x="462" y="3003"/>
                  </a:cubicBezTo>
                  <a:cubicBezTo>
                    <a:pt x="695" y="3057"/>
                    <a:pt x="968" y="3105"/>
                    <a:pt x="1231" y="3105"/>
                  </a:cubicBezTo>
                  <a:cubicBezTo>
                    <a:pt x="1693" y="3105"/>
                    <a:pt x="2127" y="2958"/>
                    <a:pt x="2271" y="2440"/>
                  </a:cubicBezTo>
                  <a:cubicBezTo>
                    <a:pt x="2337" y="2202"/>
                    <a:pt x="2308" y="1920"/>
                    <a:pt x="2138" y="1730"/>
                  </a:cubicBezTo>
                  <a:cubicBezTo>
                    <a:pt x="2002" y="1578"/>
                    <a:pt x="1843" y="1546"/>
                    <a:pt x="1675" y="1546"/>
                  </a:cubicBezTo>
                  <a:cubicBezTo>
                    <a:pt x="1603" y="1546"/>
                    <a:pt x="1529" y="1552"/>
                    <a:pt x="1454" y="1557"/>
                  </a:cubicBezTo>
                  <a:lnTo>
                    <a:pt x="1454" y="1557"/>
                  </a:lnTo>
                  <a:cubicBezTo>
                    <a:pt x="1720" y="1257"/>
                    <a:pt x="1951" y="930"/>
                    <a:pt x="2148" y="572"/>
                  </a:cubicBezTo>
                  <a:cubicBezTo>
                    <a:pt x="2200" y="477"/>
                    <a:pt x="2168" y="361"/>
                    <a:pt x="2078" y="303"/>
                  </a:cubicBezTo>
                  <a:cubicBezTo>
                    <a:pt x="1754" y="100"/>
                    <a:pt x="1406" y="1"/>
                    <a:pt x="105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1"/>
            <p:cNvSpPr/>
            <p:nvPr/>
          </p:nvSpPr>
          <p:spPr>
            <a:xfrm>
              <a:off x="7651500" y="2658525"/>
              <a:ext cx="53225" cy="59500"/>
            </a:xfrm>
            <a:custGeom>
              <a:rect b="b" l="l" r="r" t="t"/>
              <a:pathLst>
                <a:path extrusionOk="0" h="2380" w="2129">
                  <a:moveTo>
                    <a:pt x="1735" y="0"/>
                  </a:moveTo>
                  <a:cubicBezTo>
                    <a:pt x="1691" y="0"/>
                    <a:pt x="1645" y="16"/>
                    <a:pt x="1604" y="53"/>
                  </a:cubicBezTo>
                  <a:cubicBezTo>
                    <a:pt x="1000" y="600"/>
                    <a:pt x="490" y="1232"/>
                    <a:pt x="82" y="1940"/>
                  </a:cubicBezTo>
                  <a:cubicBezTo>
                    <a:pt x="0" y="2079"/>
                    <a:pt x="106" y="2225"/>
                    <a:pt x="251" y="2238"/>
                  </a:cubicBezTo>
                  <a:cubicBezTo>
                    <a:pt x="794" y="2284"/>
                    <a:pt x="1335" y="2332"/>
                    <a:pt x="1876" y="2378"/>
                  </a:cubicBezTo>
                  <a:cubicBezTo>
                    <a:pt x="1882" y="2379"/>
                    <a:pt x="1889" y="2379"/>
                    <a:pt x="1895" y="2379"/>
                  </a:cubicBezTo>
                  <a:cubicBezTo>
                    <a:pt x="2129" y="2379"/>
                    <a:pt x="2120" y="2005"/>
                    <a:pt x="1876" y="1985"/>
                  </a:cubicBezTo>
                  <a:cubicBezTo>
                    <a:pt x="1445" y="1948"/>
                    <a:pt x="1015" y="1910"/>
                    <a:pt x="583" y="1873"/>
                  </a:cubicBezTo>
                  <a:lnTo>
                    <a:pt x="583" y="1873"/>
                  </a:lnTo>
                  <a:cubicBezTo>
                    <a:pt x="945" y="1302"/>
                    <a:pt x="1379" y="789"/>
                    <a:pt x="1883" y="334"/>
                  </a:cubicBezTo>
                  <a:cubicBezTo>
                    <a:pt x="2030" y="200"/>
                    <a:pt x="1893" y="0"/>
                    <a:pt x="17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1"/>
            <p:cNvSpPr/>
            <p:nvPr/>
          </p:nvSpPr>
          <p:spPr>
            <a:xfrm>
              <a:off x="7692725" y="2658675"/>
              <a:ext cx="11525" cy="92475"/>
            </a:xfrm>
            <a:custGeom>
              <a:rect b="b" l="l" r="r" t="t"/>
              <a:pathLst>
                <a:path extrusionOk="0" h="3699" w="461">
                  <a:moveTo>
                    <a:pt x="265" y="1"/>
                  </a:moveTo>
                  <a:cubicBezTo>
                    <a:pt x="167" y="1"/>
                    <a:pt x="67" y="65"/>
                    <a:pt x="65" y="192"/>
                  </a:cubicBezTo>
                  <a:cubicBezTo>
                    <a:pt x="45" y="1297"/>
                    <a:pt x="23" y="2402"/>
                    <a:pt x="3" y="3507"/>
                  </a:cubicBezTo>
                  <a:cubicBezTo>
                    <a:pt x="1" y="3635"/>
                    <a:pt x="98" y="3699"/>
                    <a:pt x="196" y="3699"/>
                  </a:cubicBezTo>
                  <a:cubicBezTo>
                    <a:pt x="294" y="3699"/>
                    <a:pt x="394" y="3635"/>
                    <a:pt x="397" y="3507"/>
                  </a:cubicBezTo>
                  <a:cubicBezTo>
                    <a:pt x="417" y="2402"/>
                    <a:pt x="439" y="1297"/>
                    <a:pt x="459" y="192"/>
                  </a:cubicBezTo>
                  <a:cubicBezTo>
                    <a:pt x="461" y="65"/>
                    <a:pt x="363" y="1"/>
                    <a:pt x="26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1"/>
            <p:cNvSpPr/>
            <p:nvPr/>
          </p:nvSpPr>
          <p:spPr>
            <a:xfrm>
              <a:off x="7733750" y="2693050"/>
              <a:ext cx="46350" cy="13775"/>
            </a:xfrm>
            <a:custGeom>
              <a:rect b="b" l="l" r="r" t="t"/>
              <a:pathLst>
                <a:path extrusionOk="0" h="551" w="1854">
                  <a:moveTo>
                    <a:pt x="1591" y="1"/>
                  </a:moveTo>
                  <a:cubicBezTo>
                    <a:pt x="1571" y="1"/>
                    <a:pt x="1550" y="4"/>
                    <a:pt x="1528" y="11"/>
                  </a:cubicBezTo>
                  <a:cubicBezTo>
                    <a:pt x="1215" y="108"/>
                    <a:pt x="900" y="156"/>
                    <a:pt x="579" y="156"/>
                  </a:cubicBezTo>
                  <a:cubicBezTo>
                    <a:pt x="470" y="156"/>
                    <a:pt x="361" y="151"/>
                    <a:pt x="251" y="140"/>
                  </a:cubicBezTo>
                  <a:cubicBezTo>
                    <a:pt x="243" y="139"/>
                    <a:pt x="235" y="139"/>
                    <a:pt x="228" y="139"/>
                  </a:cubicBezTo>
                  <a:cubicBezTo>
                    <a:pt x="0" y="139"/>
                    <a:pt x="9" y="508"/>
                    <a:pt x="252" y="533"/>
                  </a:cubicBezTo>
                  <a:cubicBezTo>
                    <a:pt x="366" y="545"/>
                    <a:pt x="480" y="550"/>
                    <a:pt x="593" y="550"/>
                  </a:cubicBezTo>
                  <a:cubicBezTo>
                    <a:pt x="946" y="550"/>
                    <a:pt x="1293" y="496"/>
                    <a:pt x="1633" y="390"/>
                  </a:cubicBezTo>
                  <a:cubicBezTo>
                    <a:pt x="1853" y="321"/>
                    <a:pt x="1787" y="1"/>
                    <a:pt x="159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1"/>
            <p:cNvSpPr/>
            <p:nvPr/>
          </p:nvSpPr>
          <p:spPr>
            <a:xfrm>
              <a:off x="7825575" y="2660600"/>
              <a:ext cx="64950" cy="81000"/>
            </a:xfrm>
            <a:custGeom>
              <a:rect b="b" l="l" r="r" t="t"/>
              <a:pathLst>
                <a:path extrusionOk="0" h="3240" w="2598">
                  <a:moveTo>
                    <a:pt x="244" y="0"/>
                  </a:moveTo>
                  <a:cubicBezTo>
                    <a:pt x="0" y="0"/>
                    <a:pt x="4" y="383"/>
                    <a:pt x="255" y="394"/>
                  </a:cubicBezTo>
                  <a:cubicBezTo>
                    <a:pt x="854" y="419"/>
                    <a:pt x="1453" y="444"/>
                    <a:pt x="2051" y="469"/>
                  </a:cubicBezTo>
                  <a:lnTo>
                    <a:pt x="2051" y="469"/>
                  </a:lnTo>
                  <a:cubicBezTo>
                    <a:pt x="1669" y="1279"/>
                    <a:pt x="1370" y="2120"/>
                    <a:pt x="1157" y="2994"/>
                  </a:cubicBezTo>
                  <a:cubicBezTo>
                    <a:pt x="1120" y="3143"/>
                    <a:pt x="1243" y="3240"/>
                    <a:pt x="1360" y="3240"/>
                  </a:cubicBezTo>
                  <a:cubicBezTo>
                    <a:pt x="1438" y="3240"/>
                    <a:pt x="1513" y="3197"/>
                    <a:pt x="1536" y="3100"/>
                  </a:cubicBezTo>
                  <a:cubicBezTo>
                    <a:pt x="1766" y="2156"/>
                    <a:pt x="2095" y="1253"/>
                    <a:pt x="2529" y="386"/>
                  </a:cubicBezTo>
                  <a:cubicBezTo>
                    <a:pt x="2597" y="250"/>
                    <a:pt x="2513" y="95"/>
                    <a:pt x="2360" y="88"/>
                  </a:cubicBezTo>
                  <a:cubicBezTo>
                    <a:pt x="1658" y="59"/>
                    <a:pt x="957" y="29"/>
                    <a:pt x="255" y="0"/>
                  </a:cubicBezTo>
                  <a:cubicBezTo>
                    <a:pt x="252" y="0"/>
                    <a:pt x="248" y="0"/>
                    <a:pt x="2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1"/>
            <p:cNvSpPr/>
            <p:nvPr/>
          </p:nvSpPr>
          <p:spPr>
            <a:xfrm>
              <a:off x="7915475" y="2638075"/>
              <a:ext cx="62000" cy="114200"/>
            </a:xfrm>
            <a:custGeom>
              <a:rect b="b" l="l" r="r" t="t"/>
              <a:pathLst>
                <a:path extrusionOk="0" h="4568" w="2480">
                  <a:moveTo>
                    <a:pt x="335" y="0"/>
                  </a:moveTo>
                  <a:cubicBezTo>
                    <a:pt x="146" y="0"/>
                    <a:pt x="20" y="270"/>
                    <a:pt x="224" y="359"/>
                  </a:cubicBezTo>
                  <a:cubicBezTo>
                    <a:pt x="1929" y="1112"/>
                    <a:pt x="1987" y="3450"/>
                    <a:pt x="207" y="4173"/>
                  </a:cubicBezTo>
                  <a:cubicBezTo>
                    <a:pt x="0" y="4257"/>
                    <a:pt x="58" y="4567"/>
                    <a:pt x="240" y="4567"/>
                  </a:cubicBezTo>
                  <a:cubicBezTo>
                    <a:pt x="262" y="4567"/>
                    <a:pt x="286" y="4562"/>
                    <a:pt x="313" y="4552"/>
                  </a:cubicBezTo>
                  <a:cubicBezTo>
                    <a:pt x="2354" y="3723"/>
                    <a:pt x="2480" y="929"/>
                    <a:pt x="423" y="20"/>
                  </a:cubicBezTo>
                  <a:cubicBezTo>
                    <a:pt x="393" y="6"/>
                    <a:pt x="363" y="0"/>
                    <a:pt x="3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1"/>
            <p:cNvSpPr/>
            <p:nvPr/>
          </p:nvSpPr>
          <p:spPr>
            <a:xfrm>
              <a:off x="8015900" y="2634900"/>
              <a:ext cx="66450" cy="97325"/>
            </a:xfrm>
            <a:custGeom>
              <a:rect b="b" l="l" r="r" t="t"/>
              <a:pathLst>
                <a:path extrusionOk="0" h="3893" w="2658">
                  <a:moveTo>
                    <a:pt x="1353" y="379"/>
                  </a:moveTo>
                  <a:cubicBezTo>
                    <a:pt x="1619" y="379"/>
                    <a:pt x="1902" y="478"/>
                    <a:pt x="2129" y="601"/>
                  </a:cubicBezTo>
                  <a:lnTo>
                    <a:pt x="2129" y="601"/>
                  </a:lnTo>
                  <a:cubicBezTo>
                    <a:pt x="2046" y="734"/>
                    <a:pt x="1962" y="867"/>
                    <a:pt x="1879" y="999"/>
                  </a:cubicBezTo>
                  <a:lnTo>
                    <a:pt x="1879" y="999"/>
                  </a:lnTo>
                  <a:cubicBezTo>
                    <a:pt x="1854" y="998"/>
                    <a:pt x="1829" y="998"/>
                    <a:pt x="1804" y="998"/>
                  </a:cubicBezTo>
                  <a:cubicBezTo>
                    <a:pt x="1445" y="998"/>
                    <a:pt x="1075" y="1100"/>
                    <a:pt x="769" y="1291"/>
                  </a:cubicBezTo>
                  <a:lnTo>
                    <a:pt x="769" y="1291"/>
                  </a:lnTo>
                  <a:cubicBezTo>
                    <a:pt x="452" y="1093"/>
                    <a:pt x="314" y="819"/>
                    <a:pt x="961" y="470"/>
                  </a:cubicBezTo>
                  <a:cubicBezTo>
                    <a:pt x="1080" y="406"/>
                    <a:pt x="1214" y="379"/>
                    <a:pt x="1353" y="379"/>
                  </a:cubicBezTo>
                  <a:close/>
                  <a:moveTo>
                    <a:pt x="1626" y="1400"/>
                  </a:moveTo>
                  <a:cubicBezTo>
                    <a:pt x="1585" y="1466"/>
                    <a:pt x="1544" y="1531"/>
                    <a:pt x="1503" y="1596"/>
                  </a:cubicBezTo>
                  <a:lnTo>
                    <a:pt x="1503" y="1596"/>
                  </a:lnTo>
                  <a:cubicBezTo>
                    <a:pt x="1425" y="1570"/>
                    <a:pt x="1324" y="1538"/>
                    <a:pt x="1217" y="1498"/>
                  </a:cubicBezTo>
                  <a:lnTo>
                    <a:pt x="1217" y="1498"/>
                  </a:lnTo>
                  <a:cubicBezTo>
                    <a:pt x="1349" y="1448"/>
                    <a:pt x="1487" y="1416"/>
                    <a:pt x="1626" y="1400"/>
                  </a:cubicBezTo>
                  <a:close/>
                  <a:moveTo>
                    <a:pt x="781" y="1763"/>
                  </a:moveTo>
                  <a:cubicBezTo>
                    <a:pt x="946" y="1838"/>
                    <a:pt x="1122" y="1886"/>
                    <a:pt x="1303" y="1948"/>
                  </a:cubicBezTo>
                  <a:cubicBezTo>
                    <a:pt x="1738" y="2096"/>
                    <a:pt x="2185" y="2268"/>
                    <a:pt x="2086" y="2815"/>
                  </a:cubicBezTo>
                  <a:cubicBezTo>
                    <a:pt x="2047" y="3034"/>
                    <a:pt x="1909" y="3263"/>
                    <a:pt x="1721" y="3385"/>
                  </a:cubicBezTo>
                  <a:cubicBezTo>
                    <a:pt x="1596" y="3466"/>
                    <a:pt x="1470" y="3502"/>
                    <a:pt x="1348" y="3502"/>
                  </a:cubicBezTo>
                  <a:cubicBezTo>
                    <a:pt x="814" y="3502"/>
                    <a:pt x="362" y="2820"/>
                    <a:pt x="474" y="2298"/>
                  </a:cubicBezTo>
                  <a:cubicBezTo>
                    <a:pt x="521" y="2080"/>
                    <a:pt x="632" y="1902"/>
                    <a:pt x="781" y="1763"/>
                  </a:cubicBezTo>
                  <a:close/>
                  <a:moveTo>
                    <a:pt x="1358" y="1"/>
                  </a:moveTo>
                  <a:cubicBezTo>
                    <a:pt x="1043" y="1"/>
                    <a:pt x="732" y="84"/>
                    <a:pt x="467" y="277"/>
                  </a:cubicBezTo>
                  <a:cubicBezTo>
                    <a:pt x="0" y="616"/>
                    <a:pt x="26" y="1160"/>
                    <a:pt x="434" y="1538"/>
                  </a:cubicBezTo>
                  <a:cubicBezTo>
                    <a:pt x="438" y="1542"/>
                    <a:pt x="443" y="1546"/>
                    <a:pt x="447" y="1550"/>
                  </a:cubicBezTo>
                  <a:lnTo>
                    <a:pt x="447" y="1550"/>
                  </a:lnTo>
                  <a:cubicBezTo>
                    <a:pt x="229" y="1776"/>
                    <a:pt x="84" y="2067"/>
                    <a:pt x="62" y="2411"/>
                  </a:cubicBezTo>
                  <a:cubicBezTo>
                    <a:pt x="17" y="3130"/>
                    <a:pt x="612" y="3892"/>
                    <a:pt x="1354" y="3892"/>
                  </a:cubicBezTo>
                  <a:cubicBezTo>
                    <a:pt x="1396" y="3892"/>
                    <a:pt x="1440" y="3890"/>
                    <a:pt x="1483" y="3884"/>
                  </a:cubicBezTo>
                  <a:cubicBezTo>
                    <a:pt x="2171" y="3801"/>
                    <a:pt x="2657" y="3001"/>
                    <a:pt x="2444" y="2348"/>
                  </a:cubicBezTo>
                  <a:cubicBezTo>
                    <a:pt x="2349" y="2055"/>
                    <a:pt x="2131" y="1874"/>
                    <a:pt x="1874" y="1745"/>
                  </a:cubicBezTo>
                  <a:lnTo>
                    <a:pt x="1874" y="1745"/>
                  </a:lnTo>
                  <a:cubicBezTo>
                    <a:pt x="2107" y="1375"/>
                    <a:pt x="2339" y="1005"/>
                    <a:pt x="2573" y="635"/>
                  </a:cubicBezTo>
                  <a:cubicBezTo>
                    <a:pt x="2631" y="539"/>
                    <a:pt x="2587" y="423"/>
                    <a:pt x="2503" y="364"/>
                  </a:cubicBezTo>
                  <a:cubicBezTo>
                    <a:pt x="2176" y="140"/>
                    <a:pt x="1764" y="1"/>
                    <a:pt x="135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1"/>
            <p:cNvSpPr/>
            <p:nvPr/>
          </p:nvSpPr>
          <p:spPr>
            <a:xfrm>
              <a:off x="7084550" y="2827875"/>
              <a:ext cx="1028500" cy="10000"/>
            </a:xfrm>
            <a:custGeom>
              <a:rect b="b" l="l" r="r" t="t"/>
              <a:pathLst>
                <a:path extrusionOk="0" h="400" w="41140">
                  <a:moveTo>
                    <a:pt x="251" y="0"/>
                  </a:moveTo>
                  <a:cubicBezTo>
                    <a:pt x="1" y="0"/>
                    <a:pt x="1" y="391"/>
                    <a:pt x="253" y="394"/>
                  </a:cubicBezTo>
                  <a:cubicBezTo>
                    <a:pt x="13799" y="396"/>
                    <a:pt x="27342" y="398"/>
                    <a:pt x="40886" y="400"/>
                  </a:cubicBezTo>
                  <a:cubicBezTo>
                    <a:pt x="41140" y="400"/>
                    <a:pt x="41140" y="6"/>
                    <a:pt x="40886" y="6"/>
                  </a:cubicBezTo>
                  <a:cubicBezTo>
                    <a:pt x="27342" y="5"/>
                    <a:pt x="13797" y="2"/>
                    <a:pt x="253" y="0"/>
                  </a:cubicBezTo>
                  <a:cubicBezTo>
                    <a:pt x="253" y="0"/>
                    <a:pt x="252" y="0"/>
                    <a:pt x="25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1"/>
            <p:cNvSpPr/>
            <p:nvPr/>
          </p:nvSpPr>
          <p:spPr>
            <a:xfrm>
              <a:off x="7221700" y="2868625"/>
              <a:ext cx="68800" cy="76150"/>
            </a:xfrm>
            <a:custGeom>
              <a:rect b="b" l="l" r="r" t="t"/>
              <a:pathLst>
                <a:path extrusionOk="0" h="3046" w="2752">
                  <a:moveTo>
                    <a:pt x="1878" y="0"/>
                  </a:moveTo>
                  <a:cubicBezTo>
                    <a:pt x="890" y="0"/>
                    <a:pt x="1" y="1000"/>
                    <a:pt x="329" y="1997"/>
                  </a:cubicBezTo>
                  <a:cubicBezTo>
                    <a:pt x="548" y="2659"/>
                    <a:pt x="1203" y="3045"/>
                    <a:pt x="1862" y="3045"/>
                  </a:cubicBezTo>
                  <a:cubicBezTo>
                    <a:pt x="2099" y="3045"/>
                    <a:pt x="2337" y="2995"/>
                    <a:pt x="2555" y="2890"/>
                  </a:cubicBezTo>
                  <a:cubicBezTo>
                    <a:pt x="2752" y="2793"/>
                    <a:pt x="2630" y="2527"/>
                    <a:pt x="2448" y="2527"/>
                  </a:cubicBezTo>
                  <a:cubicBezTo>
                    <a:pt x="2419" y="2527"/>
                    <a:pt x="2388" y="2534"/>
                    <a:pt x="2357" y="2549"/>
                  </a:cubicBezTo>
                  <a:cubicBezTo>
                    <a:pt x="2202" y="2624"/>
                    <a:pt x="2032" y="2660"/>
                    <a:pt x="1862" y="2660"/>
                  </a:cubicBezTo>
                  <a:cubicBezTo>
                    <a:pt x="1385" y="2660"/>
                    <a:pt x="906" y="2381"/>
                    <a:pt x="725" y="1924"/>
                  </a:cubicBezTo>
                  <a:cubicBezTo>
                    <a:pt x="418" y="1144"/>
                    <a:pt x="1156" y="395"/>
                    <a:pt x="1911" y="395"/>
                  </a:cubicBezTo>
                  <a:cubicBezTo>
                    <a:pt x="1946" y="395"/>
                    <a:pt x="1982" y="397"/>
                    <a:pt x="2017" y="400"/>
                  </a:cubicBezTo>
                  <a:cubicBezTo>
                    <a:pt x="2025" y="401"/>
                    <a:pt x="2032" y="402"/>
                    <a:pt x="2040" y="402"/>
                  </a:cubicBezTo>
                  <a:cubicBezTo>
                    <a:pt x="2268" y="402"/>
                    <a:pt x="2259" y="30"/>
                    <a:pt x="2017" y="7"/>
                  </a:cubicBezTo>
                  <a:cubicBezTo>
                    <a:pt x="1970" y="2"/>
                    <a:pt x="1924" y="0"/>
                    <a:pt x="18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1"/>
            <p:cNvSpPr/>
            <p:nvPr/>
          </p:nvSpPr>
          <p:spPr>
            <a:xfrm>
              <a:off x="7296275" y="2877775"/>
              <a:ext cx="69475" cy="72025"/>
            </a:xfrm>
            <a:custGeom>
              <a:rect b="b" l="l" r="r" t="t"/>
              <a:pathLst>
                <a:path extrusionOk="0" h="2881" w="2779">
                  <a:moveTo>
                    <a:pt x="1129" y="419"/>
                  </a:moveTo>
                  <a:lnTo>
                    <a:pt x="1129" y="419"/>
                  </a:lnTo>
                  <a:cubicBezTo>
                    <a:pt x="1979" y="710"/>
                    <a:pt x="2245" y="1900"/>
                    <a:pt x="1367" y="2385"/>
                  </a:cubicBezTo>
                  <a:cubicBezTo>
                    <a:pt x="1257" y="2445"/>
                    <a:pt x="1107" y="2495"/>
                    <a:pt x="964" y="2495"/>
                  </a:cubicBezTo>
                  <a:cubicBezTo>
                    <a:pt x="900" y="2495"/>
                    <a:pt x="838" y="2485"/>
                    <a:pt x="782" y="2462"/>
                  </a:cubicBezTo>
                  <a:cubicBezTo>
                    <a:pt x="392" y="2305"/>
                    <a:pt x="502" y="1821"/>
                    <a:pt x="567" y="1532"/>
                  </a:cubicBezTo>
                  <a:cubicBezTo>
                    <a:pt x="662" y="1117"/>
                    <a:pt x="859" y="746"/>
                    <a:pt x="1129" y="419"/>
                  </a:cubicBezTo>
                  <a:close/>
                  <a:moveTo>
                    <a:pt x="1068" y="0"/>
                  </a:moveTo>
                  <a:cubicBezTo>
                    <a:pt x="1003" y="0"/>
                    <a:pt x="952" y="31"/>
                    <a:pt x="917" y="75"/>
                  </a:cubicBezTo>
                  <a:lnTo>
                    <a:pt x="917" y="75"/>
                  </a:lnTo>
                  <a:cubicBezTo>
                    <a:pt x="902" y="85"/>
                    <a:pt x="888" y="97"/>
                    <a:pt x="875" y="113"/>
                  </a:cubicBezTo>
                  <a:cubicBezTo>
                    <a:pt x="409" y="663"/>
                    <a:pt x="0" y="1485"/>
                    <a:pt x="130" y="2229"/>
                  </a:cubicBezTo>
                  <a:cubicBezTo>
                    <a:pt x="208" y="2667"/>
                    <a:pt x="588" y="2880"/>
                    <a:pt x="988" y="2880"/>
                  </a:cubicBezTo>
                  <a:cubicBezTo>
                    <a:pt x="1126" y="2880"/>
                    <a:pt x="1266" y="2855"/>
                    <a:pt x="1397" y="2804"/>
                  </a:cubicBezTo>
                  <a:cubicBezTo>
                    <a:pt x="2779" y="2273"/>
                    <a:pt x="2468" y="314"/>
                    <a:pt x="1115" y="6"/>
                  </a:cubicBezTo>
                  <a:cubicBezTo>
                    <a:pt x="1099" y="2"/>
                    <a:pt x="1083" y="0"/>
                    <a:pt x="10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1"/>
            <p:cNvSpPr/>
            <p:nvPr/>
          </p:nvSpPr>
          <p:spPr>
            <a:xfrm>
              <a:off x="7361775" y="2869700"/>
              <a:ext cx="45950" cy="76700"/>
            </a:xfrm>
            <a:custGeom>
              <a:rect b="b" l="l" r="r" t="t"/>
              <a:pathLst>
                <a:path extrusionOk="0" h="3068" w="1838">
                  <a:moveTo>
                    <a:pt x="1048" y="0"/>
                  </a:moveTo>
                  <a:cubicBezTo>
                    <a:pt x="506" y="0"/>
                    <a:pt x="1" y="442"/>
                    <a:pt x="100" y="1042"/>
                  </a:cubicBezTo>
                  <a:cubicBezTo>
                    <a:pt x="149" y="1335"/>
                    <a:pt x="330" y="1603"/>
                    <a:pt x="594" y="1745"/>
                  </a:cubicBezTo>
                  <a:cubicBezTo>
                    <a:pt x="800" y="1856"/>
                    <a:pt x="980" y="1816"/>
                    <a:pt x="1154" y="1988"/>
                  </a:cubicBezTo>
                  <a:cubicBezTo>
                    <a:pt x="1633" y="2462"/>
                    <a:pt x="677" y="2639"/>
                    <a:pt x="376" y="2672"/>
                  </a:cubicBezTo>
                  <a:cubicBezTo>
                    <a:pt x="135" y="2697"/>
                    <a:pt x="123" y="3067"/>
                    <a:pt x="353" y="3067"/>
                  </a:cubicBezTo>
                  <a:cubicBezTo>
                    <a:pt x="360" y="3067"/>
                    <a:pt x="368" y="3067"/>
                    <a:pt x="376" y="3066"/>
                  </a:cubicBezTo>
                  <a:cubicBezTo>
                    <a:pt x="969" y="3003"/>
                    <a:pt x="1838" y="2759"/>
                    <a:pt x="1679" y="1972"/>
                  </a:cubicBezTo>
                  <a:cubicBezTo>
                    <a:pt x="1625" y="1703"/>
                    <a:pt x="1437" y="1548"/>
                    <a:pt x="1178" y="1487"/>
                  </a:cubicBezTo>
                  <a:cubicBezTo>
                    <a:pt x="857" y="1412"/>
                    <a:pt x="494" y="1342"/>
                    <a:pt x="479" y="920"/>
                  </a:cubicBezTo>
                  <a:cubicBezTo>
                    <a:pt x="468" y="584"/>
                    <a:pt x="761" y="403"/>
                    <a:pt x="1054" y="403"/>
                  </a:cubicBezTo>
                  <a:cubicBezTo>
                    <a:pt x="1136" y="403"/>
                    <a:pt x="1218" y="417"/>
                    <a:pt x="1294" y="446"/>
                  </a:cubicBezTo>
                  <a:cubicBezTo>
                    <a:pt x="1318" y="455"/>
                    <a:pt x="1341" y="459"/>
                    <a:pt x="1362" y="459"/>
                  </a:cubicBezTo>
                  <a:cubicBezTo>
                    <a:pt x="1547" y="459"/>
                    <a:pt x="1607" y="145"/>
                    <a:pt x="1397" y="64"/>
                  </a:cubicBezTo>
                  <a:cubicBezTo>
                    <a:pt x="1283" y="20"/>
                    <a:pt x="1165" y="0"/>
                    <a:pt x="104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1"/>
            <p:cNvSpPr/>
            <p:nvPr/>
          </p:nvSpPr>
          <p:spPr>
            <a:xfrm>
              <a:off x="7441375" y="2867800"/>
              <a:ext cx="66350" cy="70775"/>
            </a:xfrm>
            <a:custGeom>
              <a:rect b="b" l="l" r="r" t="t"/>
              <a:pathLst>
                <a:path extrusionOk="0" h="2831" w="2654">
                  <a:moveTo>
                    <a:pt x="1364" y="2146"/>
                  </a:moveTo>
                  <a:cubicBezTo>
                    <a:pt x="1620" y="2146"/>
                    <a:pt x="1864" y="2210"/>
                    <a:pt x="2092" y="2330"/>
                  </a:cubicBezTo>
                  <a:lnTo>
                    <a:pt x="2092" y="2330"/>
                  </a:lnTo>
                  <a:cubicBezTo>
                    <a:pt x="1965" y="2402"/>
                    <a:pt x="1819" y="2437"/>
                    <a:pt x="1672" y="2437"/>
                  </a:cubicBezTo>
                  <a:cubicBezTo>
                    <a:pt x="1434" y="2437"/>
                    <a:pt x="1192" y="2347"/>
                    <a:pt x="1014" y="2184"/>
                  </a:cubicBezTo>
                  <a:lnTo>
                    <a:pt x="1014" y="2184"/>
                  </a:lnTo>
                  <a:cubicBezTo>
                    <a:pt x="1022" y="2183"/>
                    <a:pt x="1030" y="2182"/>
                    <a:pt x="1037" y="2180"/>
                  </a:cubicBezTo>
                  <a:cubicBezTo>
                    <a:pt x="1148" y="2157"/>
                    <a:pt x="1257" y="2146"/>
                    <a:pt x="1364" y="2146"/>
                  </a:cubicBezTo>
                  <a:close/>
                  <a:moveTo>
                    <a:pt x="1687" y="1"/>
                  </a:moveTo>
                  <a:cubicBezTo>
                    <a:pt x="1669" y="1"/>
                    <a:pt x="1651" y="3"/>
                    <a:pt x="1631" y="8"/>
                  </a:cubicBezTo>
                  <a:cubicBezTo>
                    <a:pt x="751" y="243"/>
                    <a:pt x="1" y="1297"/>
                    <a:pt x="513" y="2181"/>
                  </a:cubicBezTo>
                  <a:cubicBezTo>
                    <a:pt x="750" y="2593"/>
                    <a:pt x="1223" y="2830"/>
                    <a:pt x="1685" y="2830"/>
                  </a:cubicBezTo>
                  <a:cubicBezTo>
                    <a:pt x="2013" y="2830"/>
                    <a:pt x="2335" y="2711"/>
                    <a:pt x="2563" y="2449"/>
                  </a:cubicBezTo>
                  <a:cubicBezTo>
                    <a:pt x="2654" y="2344"/>
                    <a:pt x="2629" y="2217"/>
                    <a:pt x="2525" y="2138"/>
                  </a:cubicBezTo>
                  <a:cubicBezTo>
                    <a:pt x="2175" y="1881"/>
                    <a:pt x="1782" y="1755"/>
                    <a:pt x="1370" y="1755"/>
                  </a:cubicBezTo>
                  <a:cubicBezTo>
                    <a:pt x="1226" y="1755"/>
                    <a:pt x="1079" y="1770"/>
                    <a:pt x="931" y="1800"/>
                  </a:cubicBezTo>
                  <a:cubicBezTo>
                    <a:pt x="869" y="1813"/>
                    <a:pt x="828" y="1847"/>
                    <a:pt x="807" y="1890"/>
                  </a:cubicBezTo>
                  <a:lnTo>
                    <a:pt x="807" y="1890"/>
                  </a:lnTo>
                  <a:cubicBezTo>
                    <a:pt x="532" y="1248"/>
                    <a:pt x="1137" y="547"/>
                    <a:pt x="1737" y="388"/>
                  </a:cubicBezTo>
                  <a:cubicBezTo>
                    <a:pt x="1961" y="328"/>
                    <a:pt x="1891" y="1"/>
                    <a:pt x="168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1"/>
            <p:cNvSpPr/>
            <p:nvPr/>
          </p:nvSpPr>
          <p:spPr>
            <a:xfrm>
              <a:off x="7518875" y="2873725"/>
              <a:ext cx="61675" cy="69225"/>
            </a:xfrm>
            <a:custGeom>
              <a:rect b="b" l="l" r="r" t="t"/>
              <a:pathLst>
                <a:path extrusionOk="0" h="2769" w="2467">
                  <a:moveTo>
                    <a:pt x="1028" y="473"/>
                  </a:moveTo>
                  <a:cubicBezTo>
                    <a:pt x="1334" y="577"/>
                    <a:pt x="1618" y="745"/>
                    <a:pt x="1805" y="1018"/>
                  </a:cubicBezTo>
                  <a:cubicBezTo>
                    <a:pt x="2046" y="1365"/>
                    <a:pt x="2082" y="1914"/>
                    <a:pt x="1737" y="2219"/>
                  </a:cubicBezTo>
                  <a:cubicBezTo>
                    <a:pt x="1615" y="2326"/>
                    <a:pt x="1476" y="2372"/>
                    <a:pt x="1338" y="2372"/>
                  </a:cubicBezTo>
                  <a:cubicBezTo>
                    <a:pt x="996" y="2372"/>
                    <a:pt x="652" y="2093"/>
                    <a:pt x="548" y="1757"/>
                  </a:cubicBezTo>
                  <a:cubicBezTo>
                    <a:pt x="400" y="1278"/>
                    <a:pt x="674" y="791"/>
                    <a:pt x="1028" y="473"/>
                  </a:cubicBezTo>
                  <a:close/>
                  <a:moveTo>
                    <a:pt x="1048" y="1"/>
                  </a:moveTo>
                  <a:cubicBezTo>
                    <a:pt x="1016" y="1"/>
                    <a:pt x="981" y="12"/>
                    <a:pt x="946" y="38"/>
                  </a:cubicBezTo>
                  <a:lnTo>
                    <a:pt x="946" y="38"/>
                  </a:lnTo>
                  <a:cubicBezTo>
                    <a:pt x="903" y="27"/>
                    <a:pt x="859" y="17"/>
                    <a:pt x="816" y="7"/>
                  </a:cubicBezTo>
                  <a:cubicBezTo>
                    <a:pt x="800" y="4"/>
                    <a:pt x="784" y="2"/>
                    <a:pt x="769" y="2"/>
                  </a:cubicBezTo>
                  <a:cubicBezTo>
                    <a:pt x="595" y="2"/>
                    <a:pt x="512" y="230"/>
                    <a:pt x="616" y="337"/>
                  </a:cubicBezTo>
                  <a:lnTo>
                    <a:pt x="616" y="337"/>
                  </a:lnTo>
                  <a:cubicBezTo>
                    <a:pt x="238" y="749"/>
                    <a:pt x="1" y="1298"/>
                    <a:pt x="169" y="1863"/>
                  </a:cubicBezTo>
                  <a:cubicBezTo>
                    <a:pt x="318" y="2363"/>
                    <a:pt x="816" y="2769"/>
                    <a:pt x="1338" y="2769"/>
                  </a:cubicBezTo>
                  <a:cubicBezTo>
                    <a:pt x="1442" y="2769"/>
                    <a:pt x="1548" y="2752"/>
                    <a:pt x="1652" y="2717"/>
                  </a:cubicBezTo>
                  <a:cubicBezTo>
                    <a:pt x="2206" y="2533"/>
                    <a:pt x="2467" y="1877"/>
                    <a:pt x="2364" y="1333"/>
                  </a:cubicBezTo>
                  <a:cubicBezTo>
                    <a:pt x="2251" y="726"/>
                    <a:pt x="1759" y="329"/>
                    <a:pt x="1209" y="122"/>
                  </a:cubicBezTo>
                  <a:lnTo>
                    <a:pt x="1209" y="122"/>
                  </a:lnTo>
                  <a:cubicBezTo>
                    <a:pt x="1179" y="53"/>
                    <a:pt x="1119" y="1"/>
                    <a:pt x="10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1"/>
            <p:cNvSpPr/>
            <p:nvPr/>
          </p:nvSpPr>
          <p:spPr>
            <a:xfrm>
              <a:off x="7599400" y="2868500"/>
              <a:ext cx="38675" cy="31325"/>
            </a:xfrm>
            <a:custGeom>
              <a:rect b="b" l="l" r="r" t="t"/>
              <a:pathLst>
                <a:path extrusionOk="0" h="1253" w="1547">
                  <a:moveTo>
                    <a:pt x="644" y="396"/>
                  </a:moveTo>
                  <a:cubicBezTo>
                    <a:pt x="777" y="405"/>
                    <a:pt x="902" y="452"/>
                    <a:pt x="1008" y="546"/>
                  </a:cubicBezTo>
                  <a:cubicBezTo>
                    <a:pt x="1065" y="597"/>
                    <a:pt x="1081" y="602"/>
                    <a:pt x="1038" y="689"/>
                  </a:cubicBezTo>
                  <a:cubicBezTo>
                    <a:pt x="1008" y="749"/>
                    <a:pt x="951" y="803"/>
                    <a:pt x="889" y="832"/>
                  </a:cubicBezTo>
                  <a:cubicBezTo>
                    <a:pt x="855" y="848"/>
                    <a:pt x="822" y="856"/>
                    <a:pt x="791" y="856"/>
                  </a:cubicBezTo>
                  <a:cubicBezTo>
                    <a:pt x="584" y="856"/>
                    <a:pt x="464" y="536"/>
                    <a:pt x="644" y="396"/>
                  </a:cubicBezTo>
                  <a:close/>
                  <a:moveTo>
                    <a:pt x="595" y="0"/>
                  </a:moveTo>
                  <a:cubicBezTo>
                    <a:pt x="570" y="0"/>
                    <a:pt x="547" y="1"/>
                    <a:pt x="524" y="3"/>
                  </a:cubicBezTo>
                  <a:cubicBezTo>
                    <a:pt x="429" y="11"/>
                    <a:pt x="370" y="72"/>
                    <a:pt x="347" y="144"/>
                  </a:cubicBezTo>
                  <a:lnTo>
                    <a:pt x="347" y="144"/>
                  </a:lnTo>
                  <a:cubicBezTo>
                    <a:pt x="0" y="544"/>
                    <a:pt x="238" y="1253"/>
                    <a:pt x="766" y="1253"/>
                  </a:cubicBezTo>
                  <a:cubicBezTo>
                    <a:pt x="831" y="1253"/>
                    <a:pt x="900" y="1242"/>
                    <a:pt x="974" y="1218"/>
                  </a:cubicBezTo>
                  <a:cubicBezTo>
                    <a:pt x="1250" y="1131"/>
                    <a:pt x="1546" y="790"/>
                    <a:pt x="1446" y="481"/>
                  </a:cubicBezTo>
                  <a:cubicBezTo>
                    <a:pt x="1345" y="164"/>
                    <a:pt x="911" y="0"/>
                    <a:pt x="59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1"/>
            <p:cNvSpPr/>
            <p:nvPr/>
          </p:nvSpPr>
          <p:spPr>
            <a:xfrm>
              <a:off x="7705725" y="2878675"/>
              <a:ext cx="11075" cy="70425"/>
            </a:xfrm>
            <a:custGeom>
              <a:rect b="b" l="l" r="r" t="t"/>
              <a:pathLst>
                <a:path extrusionOk="0" h="2817" w="443">
                  <a:moveTo>
                    <a:pt x="246" y="0"/>
                  </a:moveTo>
                  <a:cubicBezTo>
                    <a:pt x="148" y="0"/>
                    <a:pt x="49" y="64"/>
                    <a:pt x="47" y="190"/>
                  </a:cubicBezTo>
                  <a:cubicBezTo>
                    <a:pt x="35" y="877"/>
                    <a:pt x="22" y="1566"/>
                    <a:pt x="10" y="2252"/>
                  </a:cubicBezTo>
                  <a:lnTo>
                    <a:pt x="10" y="2252"/>
                  </a:lnTo>
                  <a:cubicBezTo>
                    <a:pt x="7" y="2350"/>
                    <a:pt x="6" y="2448"/>
                    <a:pt x="4" y="2546"/>
                  </a:cubicBezTo>
                  <a:lnTo>
                    <a:pt x="4" y="2546"/>
                  </a:lnTo>
                  <a:cubicBezTo>
                    <a:pt x="4" y="2573"/>
                    <a:pt x="4" y="2599"/>
                    <a:pt x="3" y="2625"/>
                  </a:cubicBezTo>
                  <a:cubicBezTo>
                    <a:pt x="0" y="2753"/>
                    <a:pt x="97" y="2816"/>
                    <a:pt x="196" y="2816"/>
                  </a:cubicBezTo>
                  <a:cubicBezTo>
                    <a:pt x="294" y="2816"/>
                    <a:pt x="394" y="2753"/>
                    <a:pt x="397" y="2625"/>
                  </a:cubicBezTo>
                  <a:cubicBezTo>
                    <a:pt x="397" y="2593"/>
                    <a:pt x="398" y="2560"/>
                    <a:pt x="398" y="2527"/>
                  </a:cubicBezTo>
                  <a:lnTo>
                    <a:pt x="398" y="2527"/>
                  </a:lnTo>
                  <a:cubicBezTo>
                    <a:pt x="400" y="2437"/>
                    <a:pt x="402" y="2347"/>
                    <a:pt x="403" y="2257"/>
                  </a:cubicBezTo>
                  <a:lnTo>
                    <a:pt x="403" y="2257"/>
                  </a:lnTo>
                  <a:cubicBezTo>
                    <a:pt x="404" y="2231"/>
                    <a:pt x="405" y="2205"/>
                    <a:pt x="405" y="2179"/>
                  </a:cubicBezTo>
                  <a:cubicBezTo>
                    <a:pt x="405" y="2173"/>
                    <a:pt x="405" y="2167"/>
                    <a:pt x="405" y="2161"/>
                  </a:cubicBezTo>
                  <a:lnTo>
                    <a:pt x="405" y="2161"/>
                  </a:lnTo>
                  <a:cubicBezTo>
                    <a:pt x="417" y="1504"/>
                    <a:pt x="430" y="846"/>
                    <a:pt x="441" y="190"/>
                  </a:cubicBezTo>
                  <a:cubicBezTo>
                    <a:pt x="443" y="64"/>
                    <a:pt x="345" y="0"/>
                    <a:pt x="24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1"/>
            <p:cNvSpPr/>
            <p:nvPr/>
          </p:nvSpPr>
          <p:spPr>
            <a:xfrm>
              <a:off x="7692575" y="2903825"/>
              <a:ext cx="62475" cy="10075"/>
            </a:xfrm>
            <a:custGeom>
              <a:rect b="b" l="l" r="r" t="t"/>
              <a:pathLst>
                <a:path extrusionOk="0" h="403" w="2499">
                  <a:moveTo>
                    <a:pt x="2245" y="0"/>
                  </a:moveTo>
                  <a:cubicBezTo>
                    <a:pt x="2245" y="0"/>
                    <a:pt x="2245" y="0"/>
                    <a:pt x="2244" y="0"/>
                  </a:cubicBezTo>
                  <a:cubicBezTo>
                    <a:pt x="1581" y="4"/>
                    <a:pt x="918" y="6"/>
                    <a:pt x="254" y="9"/>
                  </a:cubicBezTo>
                  <a:cubicBezTo>
                    <a:pt x="2" y="12"/>
                    <a:pt x="1" y="402"/>
                    <a:pt x="251" y="402"/>
                  </a:cubicBezTo>
                  <a:cubicBezTo>
                    <a:pt x="252" y="402"/>
                    <a:pt x="253" y="402"/>
                    <a:pt x="254" y="402"/>
                  </a:cubicBezTo>
                  <a:cubicBezTo>
                    <a:pt x="918" y="400"/>
                    <a:pt x="1581" y="398"/>
                    <a:pt x="2244" y="394"/>
                  </a:cubicBezTo>
                  <a:cubicBezTo>
                    <a:pt x="2498" y="392"/>
                    <a:pt x="2499" y="0"/>
                    <a:pt x="22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1"/>
            <p:cNvSpPr/>
            <p:nvPr/>
          </p:nvSpPr>
          <p:spPr>
            <a:xfrm>
              <a:off x="7796625" y="2862375"/>
              <a:ext cx="59500" cy="90700"/>
            </a:xfrm>
            <a:custGeom>
              <a:rect b="b" l="l" r="r" t="t"/>
              <a:pathLst>
                <a:path extrusionOk="0" h="3628" w="2380">
                  <a:moveTo>
                    <a:pt x="1758" y="0"/>
                  </a:moveTo>
                  <a:cubicBezTo>
                    <a:pt x="1736" y="0"/>
                    <a:pt x="1711" y="5"/>
                    <a:pt x="1685" y="16"/>
                  </a:cubicBezTo>
                  <a:cubicBezTo>
                    <a:pt x="1156" y="237"/>
                    <a:pt x="0" y="951"/>
                    <a:pt x="307" y="1685"/>
                  </a:cubicBezTo>
                  <a:cubicBezTo>
                    <a:pt x="414" y="1943"/>
                    <a:pt x="686" y="2030"/>
                    <a:pt x="935" y="2095"/>
                  </a:cubicBezTo>
                  <a:cubicBezTo>
                    <a:pt x="1128" y="2143"/>
                    <a:pt x="1365" y="2148"/>
                    <a:pt x="1545" y="2237"/>
                  </a:cubicBezTo>
                  <a:cubicBezTo>
                    <a:pt x="2131" y="2523"/>
                    <a:pt x="1842" y="3253"/>
                    <a:pt x="1376" y="3253"/>
                  </a:cubicBezTo>
                  <a:cubicBezTo>
                    <a:pt x="1260" y="3253"/>
                    <a:pt x="1134" y="3208"/>
                    <a:pt x="1007" y="3100"/>
                  </a:cubicBezTo>
                  <a:cubicBezTo>
                    <a:pt x="965" y="3064"/>
                    <a:pt x="920" y="3049"/>
                    <a:pt x="876" y="3049"/>
                  </a:cubicBezTo>
                  <a:cubicBezTo>
                    <a:pt x="717" y="3049"/>
                    <a:pt x="577" y="3249"/>
                    <a:pt x="728" y="3380"/>
                  </a:cubicBezTo>
                  <a:cubicBezTo>
                    <a:pt x="925" y="3549"/>
                    <a:pt x="1164" y="3627"/>
                    <a:pt x="1396" y="3627"/>
                  </a:cubicBezTo>
                  <a:cubicBezTo>
                    <a:pt x="1906" y="3627"/>
                    <a:pt x="2379" y="3249"/>
                    <a:pt x="2291" y="2623"/>
                  </a:cubicBezTo>
                  <a:cubicBezTo>
                    <a:pt x="2234" y="2222"/>
                    <a:pt x="1957" y="1955"/>
                    <a:pt x="1585" y="1837"/>
                  </a:cubicBezTo>
                  <a:cubicBezTo>
                    <a:pt x="1389" y="1777"/>
                    <a:pt x="1010" y="1793"/>
                    <a:pt x="849" y="1664"/>
                  </a:cubicBezTo>
                  <a:cubicBezTo>
                    <a:pt x="285" y="1216"/>
                    <a:pt x="1515" y="507"/>
                    <a:pt x="1787" y="396"/>
                  </a:cubicBezTo>
                  <a:cubicBezTo>
                    <a:pt x="1995" y="310"/>
                    <a:pt x="1937" y="0"/>
                    <a:pt x="175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1"/>
            <p:cNvSpPr/>
            <p:nvPr/>
          </p:nvSpPr>
          <p:spPr>
            <a:xfrm>
              <a:off x="7875350" y="2868350"/>
              <a:ext cx="17125" cy="69750"/>
            </a:xfrm>
            <a:custGeom>
              <a:rect b="b" l="l" r="r" t="t"/>
              <a:pathLst>
                <a:path extrusionOk="0" h="2790" w="685">
                  <a:moveTo>
                    <a:pt x="414" y="1"/>
                  </a:moveTo>
                  <a:cubicBezTo>
                    <a:pt x="379" y="1"/>
                    <a:pt x="345" y="9"/>
                    <a:pt x="320" y="29"/>
                  </a:cubicBezTo>
                  <a:cubicBezTo>
                    <a:pt x="15" y="258"/>
                    <a:pt x="34" y="711"/>
                    <a:pt x="21" y="1066"/>
                  </a:cubicBezTo>
                  <a:cubicBezTo>
                    <a:pt x="1" y="1604"/>
                    <a:pt x="84" y="2135"/>
                    <a:pt x="237" y="2652"/>
                  </a:cubicBezTo>
                  <a:cubicBezTo>
                    <a:pt x="265" y="2748"/>
                    <a:pt x="343" y="2790"/>
                    <a:pt x="422" y="2790"/>
                  </a:cubicBezTo>
                  <a:cubicBezTo>
                    <a:pt x="541" y="2790"/>
                    <a:pt x="661" y="2695"/>
                    <a:pt x="616" y="2547"/>
                  </a:cubicBezTo>
                  <a:cubicBezTo>
                    <a:pt x="506" y="2175"/>
                    <a:pt x="433" y="1799"/>
                    <a:pt x="416" y="1411"/>
                  </a:cubicBezTo>
                  <a:cubicBezTo>
                    <a:pt x="409" y="1262"/>
                    <a:pt x="375" y="773"/>
                    <a:pt x="443" y="514"/>
                  </a:cubicBezTo>
                  <a:lnTo>
                    <a:pt x="443" y="514"/>
                  </a:lnTo>
                  <a:cubicBezTo>
                    <a:pt x="444" y="514"/>
                    <a:pt x="445" y="514"/>
                    <a:pt x="447" y="514"/>
                  </a:cubicBezTo>
                  <a:cubicBezTo>
                    <a:pt x="475" y="514"/>
                    <a:pt x="505" y="508"/>
                    <a:pt x="536" y="493"/>
                  </a:cubicBezTo>
                  <a:cubicBezTo>
                    <a:pt x="550" y="486"/>
                    <a:pt x="566" y="477"/>
                    <a:pt x="580" y="472"/>
                  </a:cubicBezTo>
                  <a:cubicBezTo>
                    <a:pt x="636" y="444"/>
                    <a:pt x="685" y="364"/>
                    <a:pt x="679" y="301"/>
                  </a:cubicBezTo>
                  <a:cubicBezTo>
                    <a:pt x="663" y="164"/>
                    <a:pt x="642" y="104"/>
                    <a:pt x="519" y="29"/>
                  </a:cubicBezTo>
                  <a:cubicBezTo>
                    <a:pt x="490" y="11"/>
                    <a:pt x="452" y="1"/>
                    <a:pt x="41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1"/>
            <p:cNvSpPr/>
            <p:nvPr/>
          </p:nvSpPr>
          <p:spPr>
            <a:xfrm>
              <a:off x="7898800" y="2869950"/>
              <a:ext cx="18200" cy="68575"/>
            </a:xfrm>
            <a:custGeom>
              <a:rect b="b" l="l" r="r" t="t"/>
              <a:pathLst>
                <a:path extrusionOk="0" h="2743" w="728">
                  <a:moveTo>
                    <a:pt x="487" y="1"/>
                  </a:moveTo>
                  <a:cubicBezTo>
                    <a:pt x="411" y="1"/>
                    <a:pt x="339" y="43"/>
                    <a:pt x="320" y="143"/>
                  </a:cubicBezTo>
                  <a:cubicBezTo>
                    <a:pt x="237" y="562"/>
                    <a:pt x="171" y="984"/>
                    <a:pt x="128" y="1411"/>
                  </a:cubicBezTo>
                  <a:cubicBezTo>
                    <a:pt x="96" y="1726"/>
                    <a:pt x="0" y="2137"/>
                    <a:pt x="79" y="2445"/>
                  </a:cubicBezTo>
                  <a:cubicBezTo>
                    <a:pt x="126" y="2626"/>
                    <a:pt x="283" y="2743"/>
                    <a:pt x="426" y="2743"/>
                  </a:cubicBezTo>
                  <a:cubicBezTo>
                    <a:pt x="541" y="2743"/>
                    <a:pt x="646" y="2667"/>
                    <a:pt x="679" y="2489"/>
                  </a:cubicBezTo>
                  <a:cubicBezTo>
                    <a:pt x="697" y="2393"/>
                    <a:pt x="663" y="2326"/>
                    <a:pt x="587" y="2268"/>
                  </a:cubicBezTo>
                  <a:lnTo>
                    <a:pt x="544" y="2236"/>
                  </a:lnTo>
                  <a:cubicBezTo>
                    <a:pt x="517" y="2215"/>
                    <a:pt x="490" y="2203"/>
                    <a:pt x="464" y="2198"/>
                  </a:cubicBezTo>
                  <a:lnTo>
                    <a:pt x="464" y="2198"/>
                  </a:lnTo>
                  <a:cubicBezTo>
                    <a:pt x="469" y="2112"/>
                    <a:pt x="471" y="2026"/>
                    <a:pt x="477" y="1939"/>
                  </a:cubicBezTo>
                  <a:cubicBezTo>
                    <a:pt x="487" y="1763"/>
                    <a:pt x="501" y="1589"/>
                    <a:pt x="520" y="1412"/>
                  </a:cubicBezTo>
                  <a:cubicBezTo>
                    <a:pt x="559" y="1020"/>
                    <a:pt x="622" y="634"/>
                    <a:pt x="697" y="247"/>
                  </a:cubicBezTo>
                  <a:cubicBezTo>
                    <a:pt x="728" y="98"/>
                    <a:pt x="602" y="1"/>
                    <a:pt x="48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1"/>
            <p:cNvSpPr/>
            <p:nvPr/>
          </p:nvSpPr>
          <p:spPr>
            <a:xfrm>
              <a:off x="7902600" y="2858325"/>
              <a:ext cx="60300" cy="72025"/>
            </a:xfrm>
            <a:custGeom>
              <a:rect b="b" l="l" r="r" t="t"/>
              <a:pathLst>
                <a:path extrusionOk="0" h="2881" w="2412">
                  <a:moveTo>
                    <a:pt x="2129" y="0"/>
                  </a:moveTo>
                  <a:cubicBezTo>
                    <a:pt x="2031" y="0"/>
                    <a:pt x="1935" y="63"/>
                    <a:pt x="1938" y="190"/>
                  </a:cubicBezTo>
                  <a:cubicBezTo>
                    <a:pt x="1960" y="876"/>
                    <a:pt x="1980" y="1560"/>
                    <a:pt x="2001" y="2245"/>
                  </a:cubicBezTo>
                  <a:lnTo>
                    <a:pt x="2001" y="2245"/>
                  </a:lnTo>
                  <a:cubicBezTo>
                    <a:pt x="1454" y="1761"/>
                    <a:pt x="926" y="1257"/>
                    <a:pt x="417" y="734"/>
                  </a:cubicBezTo>
                  <a:cubicBezTo>
                    <a:pt x="376" y="692"/>
                    <a:pt x="330" y="675"/>
                    <a:pt x="285" y="675"/>
                  </a:cubicBezTo>
                  <a:cubicBezTo>
                    <a:pt x="134" y="675"/>
                    <a:pt x="1" y="873"/>
                    <a:pt x="138" y="1013"/>
                  </a:cubicBezTo>
                  <a:cubicBezTo>
                    <a:pt x="755" y="1648"/>
                    <a:pt x="1399" y="2254"/>
                    <a:pt x="2072" y="2829"/>
                  </a:cubicBezTo>
                  <a:cubicBezTo>
                    <a:pt x="2112" y="2864"/>
                    <a:pt x="2162" y="2881"/>
                    <a:pt x="2212" y="2881"/>
                  </a:cubicBezTo>
                  <a:cubicBezTo>
                    <a:pt x="2314" y="2881"/>
                    <a:pt x="2412" y="2812"/>
                    <a:pt x="2408" y="2689"/>
                  </a:cubicBezTo>
                  <a:cubicBezTo>
                    <a:pt x="2382" y="1856"/>
                    <a:pt x="2358" y="1024"/>
                    <a:pt x="2332" y="190"/>
                  </a:cubicBezTo>
                  <a:cubicBezTo>
                    <a:pt x="2328" y="64"/>
                    <a:pt x="2228" y="0"/>
                    <a:pt x="212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1"/>
            <p:cNvSpPr/>
            <p:nvPr/>
          </p:nvSpPr>
          <p:spPr>
            <a:xfrm>
              <a:off x="7996225" y="2860125"/>
              <a:ext cx="44875" cy="50200"/>
            </a:xfrm>
            <a:custGeom>
              <a:rect b="b" l="l" r="r" t="t"/>
              <a:pathLst>
                <a:path extrusionOk="0" h="2008" w="1795">
                  <a:moveTo>
                    <a:pt x="1579" y="1"/>
                  </a:moveTo>
                  <a:cubicBezTo>
                    <a:pt x="1573" y="1"/>
                    <a:pt x="1567" y="1"/>
                    <a:pt x="1562" y="2"/>
                  </a:cubicBezTo>
                  <a:cubicBezTo>
                    <a:pt x="1125" y="55"/>
                    <a:pt x="687" y="111"/>
                    <a:pt x="250" y="165"/>
                  </a:cubicBezTo>
                  <a:cubicBezTo>
                    <a:pt x="11" y="194"/>
                    <a:pt x="0" y="558"/>
                    <a:pt x="222" y="558"/>
                  </a:cubicBezTo>
                  <a:cubicBezTo>
                    <a:pt x="231" y="558"/>
                    <a:pt x="240" y="557"/>
                    <a:pt x="250" y="556"/>
                  </a:cubicBezTo>
                  <a:cubicBezTo>
                    <a:pt x="582" y="515"/>
                    <a:pt x="915" y="474"/>
                    <a:pt x="1247" y="432"/>
                  </a:cubicBezTo>
                  <a:lnTo>
                    <a:pt x="1247" y="432"/>
                  </a:lnTo>
                  <a:cubicBezTo>
                    <a:pt x="1046" y="878"/>
                    <a:pt x="811" y="1306"/>
                    <a:pt x="544" y="1718"/>
                  </a:cubicBezTo>
                  <a:cubicBezTo>
                    <a:pt x="447" y="1866"/>
                    <a:pt x="583" y="2007"/>
                    <a:pt x="721" y="2007"/>
                  </a:cubicBezTo>
                  <a:cubicBezTo>
                    <a:pt x="781" y="2007"/>
                    <a:pt x="842" y="1980"/>
                    <a:pt x="883" y="1916"/>
                  </a:cubicBezTo>
                  <a:cubicBezTo>
                    <a:pt x="1225" y="1386"/>
                    <a:pt x="1512" y="832"/>
                    <a:pt x="1751" y="251"/>
                  </a:cubicBezTo>
                  <a:cubicBezTo>
                    <a:pt x="1794" y="145"/>
                    <a:pt x="1690" y="1"/>
                    <a:pt x="15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1"/>
            <p:cNvSpPr/>
            <p:nvPr/>
          </p:nvSpPr>
          <p:spPr>
            <a:xfrm>
              <a:off x="7211200" y="3036325"/>
              <a:ext cx="208625" cy="136975"/>
            </a:xfrm>
            <a:custGeom>
              <a:rect b="b" l="l" r="r" t="t"/>
              <a:pathLst>
                <a:path extrusionOk="0" h="5479" w="8345">
                  <a:moveTo>
                    <a:pt x="3831" y="1"/>
                  </a:moveTo>
                  <a:cubicBezTo>
                    <a:pt x="3722" y="1"/>
                    <a:pt x="3638" y="79"/>
                    <a:pt x="3631" y="196"/>
                  </a:cubicBezTo>
                  <a:cubicBezTo>
                    <a:pt x="3521" y="1643"/>
                    <a:pt x="3412" y="3092"/>
                    <a:pt x="3302" y="4538"/>
                  </a:cubicBezTo>
                  <a:lnTo>
                    <a:pt x="3302" y="4538"/>
                  </a:lnTo>
                  <a:cubicBezTo>
                    <a:pt x="2939" y="3700"/>
                    <a:pt x="2721" y="2828"/>
                    <a:pt x="2644" y="1901"/>
                  </a:cubicBezTo>
                  <a:cubicBezTo>
                    <a:pt x="2634" y="1781"/>
                    <a:pt x="2552" y="1706"/>
                    <a:pt x="2441" y="1706"/>
                  </a:cubicBezTo>
                  <a:cubicBezTo>
                    <a:pt x="2426" y="1706"/>
                    <a:pt x="2411" y="1708"/>
                    <a:pt x="2395" y="1710"/>
                  </a:cubicBezTo>
                  <a:cubicBezTo>
                    <a:pt x="2034" y="1775"/>
                    <a:pt x="1695" y="1807"/>
                    <a:pt x="1357" y="1807"/>
                  </a:cubicBezTo>
                  <a:cubicBezTo>
                    <a:pt x="1026" y="1807"/>
                    <a:pt x="694" y="1776"/>
                    <a:pt x="341" y="1715"/>
                  </a:cubicBezTo>
                  <a:cubicBezTo>
                    <a:pt x="328" y="1712"/>
                    <a:pt x="315" y="1711"/>
                    <a:pt x="303" y="1711"/>
                  </a:cubicBezTo>
                  <a:cubicBezTo>
                    <a:pt x="83" y="1711"/>
                    <a:pt x="1" y="2053"/>
                    <a:pt x="236" y="2095"/>
                  </a:cubicBezTo>
                  <a:cubicBezTo>
                    <a:pt x="616" y="2162"/>
                    <a:pt x="987" y="2196"/>
                    <a:pt x="1358" y="2196"/>
                  </a:cubicBezTo>
                  <a:cubicBezTo>
                    <a:pt x="1661" y="2196"/>
                    <a:pt x="1964" y="2173"/>
                    <a:pt x="2272" y="2129"/>
                  </a:cubicBezTo>
                  <a:lnTo>
                    <a:pt x="2272" y="2129"/>
                  </a:lnTo>
                  <a:cubicBezTo>
                    <a:pt x="2394" y="3280"/>
                    <a:pt x="2723" y="4353"/>
                    <a:pt x="3273" y="5381"/>
                  </a:cubicBezTo>
                  <a:cubicBezTo>
                    <a:pt x="3309" y="5450"/>
                    <a:pt x="3367" y="5479"/>
                    <a:pt x="3426" y="5479"/>
                  </a:cubicBezTo>
                  <a:cubicBezTo>
                    <a:pt x="3526" y="5479"/>
                    <a:pt x="3630" y="5396"/>
                    <a:pt x="3639" y="5281"/>
                  </a:cubicBezTo>
                  <a:cubicBezTo>
                    <a:pt x="3762" y="3664"/>
                    <a:pt x="3884" y="2046"/>
                    <a:pt x="4006" y="431"/>
                  </a:cubicBezTo>
                  <a:lnTo>
                    <a:pt x="4006" y="431"/>
                  </a:lnTo>
                  <a:cubicBezTo>
                    <a:pt x="4770" y="575"/>
                    <a:pt x="5530" y="646"/>
                    <a:pt x="6294" y="646"/>
                  </a:cubicBezTo>
                  <a:cubicBezTo>
                    <a:pt x="6894" y="646"/>
                    <a:pt x="7497" y="602"/>
                    <a:pt x="8106" y="514"/>
                  </a:cubicBezTo>
                  <a:cubicBezTo>
                    <a:pt x="8345" y="479"/>
                    <a:pt x="8258" y="132"/>
                    <a:pt x="8032" y="132"/>
                  </a:cubicBezTo>
                  <a:cubicBezTo>
                    <a:pt x="8022" y="132"/>
                    <a:pt x="8011" y="133"/>
                    <a:pt x="8000" y="134"/>
                  </a:cubicBezTo>
                  <a:cubicBezTo>
                    <a:pt x="7431" y="216"/>
                    <a:pt x="6866" y="257"/>
                    <a:pt x="6303" y="257"/>
                  </a:cubicBezTo>
                  <a:cubicBezTo>
                    <a:pt x="5493" y="257"/>
                    <a:pt x="4688" y="173"/>
                    <a:pt x="3878" y="5"/>
                  </a:cubicBezTo>
                  <a:cubicBezTo>
                    <a:pt x="3862" y="2"/>
                    <a:pt x="3846" y="1"/>
                    <a:pt x="383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1"/>
            <p:cNvSpPr/>
            <p:nvPr/>
          </p:nvSpPr>
          <p:spPr>
            <a:xfrm>
              <a:off x="7349300" y="3078850"/>
              <a:ext cx="58475" cy="56600"/>
            </a:xfrm>
            <a:custGeom>
              <a:rect b="b" l="l" r="r" t="t"/>
              <a:pathLst>
                <a:path extrusionOk="0" h="2264" w="2339">
                  <a:moveTo>
                    <a:pt x="1356" y="1"/>
                  </a:moveTo>
                  <a:cubicBezTo>
                    <a:pt x="1324" y="1"/>
                    <a:pt x="1290" y="8"/>
                    <a:pt x="1256" y="22"/>
                  </a:cubicBezTo>
                  <a:cubicBezTo>
                    <a:pt x="987" y="140"/>
                    <a:pt x="717" y="192"/>
                    <a:pt x="432" y="192"/>
                  </a:cubicBezTo>
                  <a:cubicBezTo>
                    <a:pt x="372" y="192"/>
                    <a:pt x="311" y="190"/>
                    <a:pt x="250" y="185"/>
                  </a:cubicBezTo>
                  <a:cubicBezTo>
                    <a:pt x="243" y="185"/>
                    <a:pt x="237" y="185"/>
                    <a:pt x="232" y="185"/>
                  </a:cubicBezTo>
                  <a:cubicBezTo>
                    <a:pt x="1" y="185"/>
                    <a:pt x="7" y="560"/>
                    <a:pt x="254" y="579"/>
                  </a:cubicBezTo>
                  <a:cubicBezTo>
                    <a:pt x="315" y="583"/>
                    <a:pt x="375" y="586"/>
                    <a:pt x="434" y="586"/>
                  </a:cubicBezTo>
                  <a:cubicBezTo>
                    <a:pt x="688" y="586"/>
                    <a:pt x="929" y="547"/>
                    <a:pt x="1168" y="472"/>
                  </a:cubicBezTo>
                  <a:lnTo>
                    <a:pt x="1168" y="472"/>
                  </a:lnTo>
                  <a:cubicBezTo>
                    <a:pt x="1133" y="1038"/>
                    <a:pt x="804" y="1535"/>
                    <a:pt x="274" y="1787"/>
                  </a:cubicBezTo>
                  <a:cubicBezTo>
                    <a:pt x="118" y="1862"/>
                    <a:pt x="164" y="2105"/>
                    <a:pt x="320" y="2147"/>
                  </a:cubicBezTo>
                  <a:cubicBezTo>
                    <a:pt x="616" y="2225"/>
                    <a:pt x="911" y="2264"/>
                    <a:pt x="1207" y="2264"/>
                  </a:cubicBezTo>
                  <a:cubicBezTo>
                    <a:pt x="1509" y="2264"/>
                    <a:pt x="1811" y="2223"/>
                    <a:pt x="2114" y="2141"/>
                  </a:cubicBezTo>
                  <a:cubicBezTo>
                    <a:pt x="2339" y="2080"/>
                    <a:pt x="2268" y="1754"/>
                    <a:pt x="2063" y="1754"/>
                  </a:cubicBezTo>
                  <a:cubicBezTo>
                    <a:pt x="2046" y="1754"/>
                    <a:pt x="2027" y="1756"/>
                    <a:pt x="2008" y="1762"/>
                  </a:cubicBezTo>
                  <a:cubicBezTo>
                    <a:pt x="1738" y="1834"/>
                    <a:pt x="1471" y="1871"/>
                    <a:pt x="1205" y="1871"/>
                  </a:cubicBezTo>
                  <a:cubicBezTo>
                    <a:pt x="1099" y="1871"/>
                    <a:pt x="994" y="1865"/>
                    <a:pt x="889" y="1854"/>
                  </a:cubicBezTo>
                  <a:lnTo>
                    <a:pt x="889" y="1854"/>
                  </a:lnTo>
                  <a:cubicBezTo>
                    <a:pt x="1360" y="1449"/>
                    <a:pt x="1620" y="827"/>
                    <a:pt x="1552" y="193"/>
                  </a:cubicBezTo>
                  <a:cubicBezTo>
                    <a:pt x="1540" y="73"/>
                    <a:pt x="1458" y="1"/>
                    <a:pt x="135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1"/>
            <p:cNvSpPr/>
            <p:nvPr/>
          </p:nvSpPr>
          <p:spPr>
            <a:xfrm>
              <a:off x="7181300" y="3199175"/>
              <a:ext cx="332050" cy="13700"/>
            </a:xfrm>
            <a:custGeom>
              <a:rect b="b" l="l" r="r" t="t"/>
              <a:pathLst>
                <a:path extrusionOk="0" h="548" w="13282">
                  <a:moveTo>
                    <a:pt x="13040" y="0"/>
                  </a:moveTo>
                  <a:cubicBezTo>
                    <a:pt x="13036" y="0"/>
                    <a:pt x="13032" y="0"/>
                    <a:pt x="13028" y="1"/>
                  </a:cubicBezTo>
                  <a:cubicBezTo>
                    <a:pt x="10828" y="103"/>
                    <a:pt x="8628" y="154"/>
                    <a:pt x="6427" y="154"/>
                  </a:cubicBezTo>
                  <a:cubicBezTo>
                    <a:pt x="4369" y="154"/>
                    <a:pt x="2312" y="109"/>
                    <a:pt x="254" y="19"/>
                  </a:cubicBezTo>
                  <a:cubicBezTo>
                    <a:pt x="251" y="19"/>
                    <a:pt x="248" y="19"/>
                    <a:pt x="245" y="19"/>
                  </a:cubicBezTo>
                  <a:cubicBezTo>
                    <a:pt x="1" y="19"/>
                    <a:pt x="4" y="403"/>
                    <a:pt x="254" y="413"/>
                  </a:cubicBezTo>
                  <a:cubicBezTo>
                    <a:pt x="2312" y="503"/>
                    <a:pt x="4369" y="548"/>
                    <a:pt x="6427" y="548"/>
                  </a:cubicBezTo>
                  <a:cubicBezTo>
                    <a:pt x="8628" y="548"/>
                    <a:pt x="10828" y="496"/>
                    <a:pt x="13028" y="394"/>
                  </a:cubicBezTo>
                  <a:cubicBezTo>
                    <a:pt x="13276" y="382"/>
                    <a:pt x="13281" y="0"/>
                    <a:pt x="1304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1"/>
            <p:cNvSpPr/>
            <p:nvPr/>
          </p:nvSpPr>
          <p:spPr>
            <a:xfrm>
              <a:off x="7179775" y="3235525"/>
              <a:ext cx="64350" cy="143675"/>
            </a:xfrm>
            <a:custGeom>
              <a:rect b="b" l="l" r="r" t="t"/>
              <a:pathLst>
                <a:path extrusionOk="0" h="5747" w="2574">
                  <a:moveTo>
                    <a:pt x="1813" y="1"/>
                  </a:moveTo>
                  <a:cubicBezTo>
                    <a:pt x="1769" y="1"/>
                    <a:pt x="1723" y="18"/>
                    <a:pt x="1682" y="58"/>
                  </a:cubicBezTo>
                  <a:cubicBezTo>
                    <a:pt x="0" y="1746"/>
                    <a:pt x="245" y="4363"/>
                    <a:pt x="2204" y="5711"/>
                  </a:cubicBezTo>
                  <a:cubicBezTo>
                    <a:pt x="2239" y="5736"/>
                    <a:pt x="2274" y="5746"/>
                    <a:pt x="2306" y="5746"/>
                  </a:cubicBezTo>
                  <a:cubicBezTo>
                    <a:pt x="2467" y="5746"/>
                    <a:pt x="2574" y="5490"/>
                    <a:pt x="2401" y="5371"/>
                  </a:cubicBezTo>
                  <a:cubicBezTo>
                    <a:pt x="653" y="4167"/>
                    <a:pt x="461" y="1839"/>
                    <a:pt x="1960" y="337"/>
                  </a:cubicBezTo>
                  <a:cubicBezTo>
                    <a:pt x="2098" y="198"/>
                    <a:pt x="1964" y="1"/>
                    <a:pt x="181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1"/>
            <p:cNvSpPr/>
            <p:nvPr/>
          </p:nvSpPr>
          <p:spPr>
            <a:xfrm>
              <a:off x="7268050" y="3235500"/>
              <a:ext cx="10975" cy="63425"/>
            </a:xfrm>
            <a:custGeom>
              <a:rect b="b" l="l" r="r" t="t"/>
              <a:pathLst>
                <a:path extrusionOk="0" h="2537" w="439">
                  <a:moveTo>
                    <a:pt x="243" y="1"/>
                  </a:moveTo>
                  <a:cubicBezTo>
                    <a:pt x="144" y="1"/>
                    <a:pt x="45" y="64"/>
                    <a:pt x="42" y="191"/>
                  </a:cubicBezTo>
                  <a:cubicBezTo>
                    <a:pt x="31" y="910"/>
                    <a:pt x="17" y="1628"/>
                    <a:pt x="4" y="2345"/>
                  </a:cubicBezTo>
                  <a:cubicBezTo>
                    <a:pt x="1" y="2473"/>
                    <a:pt x="98" y="2537"/>
                    <a:pt x="196" y="2537"/>
                  </a:cubicBezTo>
                  <a:cubicBezTo>
                    <a:pt x="295" y="2537"/>
                    <a:pt x="395" y="2473"/>
                    <a:pt x="398" y="2345"/>
                  </a:cubicBezTo>
                  <a:cubicBezTo>
                    <a:pt x="410" y="1628"/>
                    <a:pt x="425" y="910"/>
                    <a:pt x="436" y="191"/>
                  </a:cubicBezTo>
                  <a:cubicBezTo>
                    <a:pt x="438" y="64"/>
                    <a:pt x="341" y="1"/>
                    <a:pt x="24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1"/>
            <p:cNvSpPr/>
            <p:nvPr/>
          </p:nvSpPr>
          <p:spPr>
            <a:xfrm>
              <a:off x="7228850" y="3307475"/>
              <a:ext cx="91475" cy="12275"/>
            </a:xfrm>
            <a:custGeom>
              <a:rect b="b" l="l" r="r" t="t"/>
              <a:pathLst>
                <a:path extrusionOk="0" h="491" w="3659">
                  <a:moveTo>
                    <a:pt x="231" y="1"/>
                  </a:moveTo>
                  <a:cubicBezTo>
                    <a:pt x="0" y="1"/>
                    <a:pt x="10" y="372"/>
                    <a:pt x="253" y="396"/>
                  </a:cubicBezTo>
                  <a:cubicBezTo>
                    <a:pt x="892" y="459"/>
                    <a:pt x="1530" y="491"/>
                    <a:pt x="2169" y="491"/>
                  </a:cubicBezTo>
                  <a:cubicBezTo>
                    <a:pt x="2581" y="491"/>
                    <a:pt x="2993" y="478"/>
                    <a:pt x="3406" y="451"/>
                  </a:cubicBezTo>
                  <a:cubicBezTo>
                    <a:pt x="3653" y="436"/>
                    <a:pt x="3659" y="57"/>
                    <a:pt x="3420" y="57"/>
                  </a:cubicBezTo>
                  <a:cubicBezTo>
                    <a:pt x="3415" y="57"/>
                    <a:pt x="3411" y="57"/>
                    <a:pt x="3406" y="58"/>
                  </a:cubicBezTo>
                  <a:cubicBezTo>
                    <a:pt x="2992" y="84"/>
                    <a:pt x="2579" y="97"/>
                    <a:pt x="2167" y="97"/>
                  </a:cubicBezTo>
                  <a:cubicBezTo>
                    <a:pt x="1528" y="97"/>
                    <a:pt x="891" y="65"/>
                    <a:pt x="253" y="2"/>
                  </a:cubicBezTo>
                  <a:cubicBezTo>
                    <a:pt x="246" y="1"/>
                    <a:pt x="238" y="1"/>
                    <a:pt x="23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1"/>
            <p:cNvSpPr/>
            <p:nvPr/>
          </p:nvSpPr>
          <p:spPr>
            <a:xfrm>
              <a:off x="7260450" y="3338800"/>
              <a:ext cx="63150" cy="47325"/>
            </a:xfrm>
            <a:custGeom>
              <a:rect b="b" l="l" r="r" t="t"/>
              <a:pathLst>
                <a:path extrusionOk="0" h="1893" w="2526">
                  <a:moveTo>
                    <a:pt x="847" y="0"/>
                  </a:moveTo>
                  <a:cubicBezTo>
                    <a:pt x="624" y="0"/>
                    <a:pt x="401" y="60"/>
                    <a:pt x="186" y="182"/>
                  </a:cubicBezTo>
                  <a:cubicBezTo>
                    <a:pt x="0" y="289"/>
                    <a:pt x="116" y="550"/>
                    <a:pt x="290" y="550"/>
                  </a:cubicBezTo>
                  <a:cubicBezTo>
                    <a:pt x="321" y="550"/>
                    <a:pt x="353" y="541"/>
                    <a:pt x="387" y="523"/>
                  </a:cubicBezTo>
                  <a:cubicBezTo>
                    <a:pt x="539" y="436"/>
                    <a:pt x="697" y="392"/>
                    <a:pt x="855" y="392"/>
                  </a:cubicBezTo>
                  <a:cubicBezTo>
                    <a:pt x="954" y="392"/>
                    <a:pt x="1053" y="409"/>
                    <a:pt x="1151" y="444"/>
                  </a:cubicBezTo>
                  <a:lnTo>
                    <a:pt x="1151" y="444"/>
                  </a:lnTo>
                  <a:cubicBezTo>
                    <a:pt x="996" y="914"/>
                    <a:pt x="675" y="1273"/>
                    <a:pt x="218" y="1495"/>
                  </a:cubicBezTo>
                  <a:cubicBezTo>
                    <a:pt x="22" y="1589"/>
                    <a:pt x="146" y="1840"/>
                    <a:pt x="318" y="1861"/>
                  </a:cubicBezTo>
                  <a:cubicBezTo>
                    <a:pt x="485" y="1882"/>
                    <a:pt x="651" y="1892"/>
                    <a:pt x="816" y="1892"/>
                  </a:cubicBezTo>
                  <a:cubicBezTo>
                    <a:pt x="1331" y="1892"/>
                    <a:pt x="1834" y="1791"/>
                    <a:pt x="2321" y="1589"/>
                  </a:cubicBezTo>
                  <a:cubicBezTo>
                    <a:pt x="2525" y="1505"/>
                    <a:pt x="2468" y="1194"/>
                    <a:pt x="2288" y="1194"/>
                  </a:cubicBezTo>
                  <a:cubicBezTo>
                    <a:pt x="2265" y="1194"/>
                    <a:pt x="2241" y="1199"/>
                    <a:pt x="2215" y="1210"/>
                  </a:cubicBezTo>
                  <a:cubicBezTo>
                    <a:pt x="1794" y="1384"/>
                    <a:pt x="1366" y="1478"/>
                    <a:pt x="925" y="1494"/>
                  </a:cubicBezTo>
                  <a:lnTo>
                    <a:pt x="925" y="1494"/>
                  </a:lnTo>
                  <a:cubicBezTo>
                    <a:pt x="1247" y="1205"/>
                    <a:pt x="1473" y="823"/>
                    <a:pt x="1576" y="387"/>
                  </a:cubicBezTo>
                  <a:cubicBezTo>
                    <a:pt x="1596" y="304"/>
                    <a:pt x="1563" y="206"/>
                    <a:pt x="1485" y="165"/>
                  </a:cubicBezTo>
                  <a:cubicBezTo>
                    <a:pt x="1276" y="55"/>
                    <a:pt x="1061" y="0"/>
                    <a:pt x="84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1"/>
            <p:cNvSpPr/>
            <p:nvPr/>
          </p:nvSpPr>
          <p:spPr>
            <a:xfrm>
              <a:off x="7342250" y="3235725"/>
              <a:ext cx="64600" cy="159675"/>
            </a:xfrm>
            <a:custGeom>
              <a:rect b="b" l="l" r="r" t="t"/>
              <a:pathLst>
                <a:path extrusionOk="0" h="6387" w="2584">
                  <a:moveTo>
                    <a:pt x="300" y="1"/>
                  </a:moveTo>
                  <a:cubicBezTo>
                    <a:pt x="140" y="1"/>
                    <a:pt x="0" y="200"/>
                    <a:pt x="152" y="328"/>
                  </a:cubicBezTo>
                  <a:cubicBezTo>
                    <a:pt x="1866" y="1760"/>
                    <a:pt x="2142" y="4338"/>
                    <a:pt x="785" y="6106"/>
                  </a:cubicBezTo>
                  <a:cubicBezTo>
                    <a:pt x="676" y="6247"/>
                    <a:pt x="815" y="6387"/>
                    <a:pt x="959" y="6387"/>
                  </a:cubicBezTo>
                  <a:cubicBezTo>
                    <a:pt x="1019" y="6387"/>
                    <a:pt x="1080" y="6363"/>
                    <a:pt x="1124" y="6305"/>
                  </a:cubicBezTo>
                  <a:cubicBezTo>
                    <a:pt x="2583" y="4405"/>
                    <a:pt x="2267" y="1583"/>
                    <a:pt x="430" y="50"/>
                  </a:cubicBezTo>
                  <a:cubicBezTo>
                    <a:pt x="389" y="15"/>
                    <a:pt x="344" y="1"/>
                    <a:pt x="30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1"/>
            <p:cNvSpPr/>
            <p:nvPr/>
          </p:nvSpPr>
          <p:spPr>
            <a:xfrm>
              <a:off x="7612425" y="3167325"/>
              <a:ext cx="13975" cy="76125"/>
            </a:xfrm>
            <a:custGeom>
              <a:rect b="b" l="l" r="r" t="t"/>
              <a:pathLst>
                <a:path extrusionOk="0" h="3045" w="559">
                  <a:moveTo>
                    <a:pt x="318" y="1"/>
                  </a:moveTo>
                  <a:cubicBezTo>
                    <a:pt x="220" y="1"/>
                    <a:pt x="114" y="63"/>
                    <a:pt x="100" y="188"/>
                  </a:cubicBezTo>
                  <a:cubicBezTo>
                    <a:pt x="0" y="1099"/>
                    <a:pt x="23" y="1998"/>
                    <a:pt x="156" y="2902"/>
                  </a:cubicBezTo>
                  <a:cubicBezTo>
                    <a:pt x="170" y="3002"/>
                    <a:pt x="239" y="3045"/>
                    <a:pt x="315" y="3045"/>
                  </a:cubicBezTo>
                  <a:cubicBezTo>
                    <a:pt x="429" y="3045"/>
                    <a:pt x="558" y="2946"/>
                    <a:pt x="536" y="2796"/>
                  </a:cubicBezTo>
                  <a:cubicBezTo>
                    <a:pt x="408" y="1927"/>
                    <a:pt x="397" y="1060"/>
                    <a:pt x="494" y="188"/>
                  </a:cubicBezTo>
                  <a:cubicBezTo>
                    <a:pt x="508" y="63"/>
                    <a:pt x="416" y="1"/>
                    <a:pt x="3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1"/>
            <p:cNvSpPr/>
            <p:nvPr/>
          </p:nvSpPr>
          <p:spPr>
            <a:xfrm>
              <a:off x="7582625" y="3196250"/>
              <a:ext cx="75650" cy="14725"/>
            </a:xfrm>
            <a:custGeom>
              <a:rect b="b" l="l" r="r" t="t"/>
              <a:pathLst>
                <a:path extrusionOk="0" h="589" w="3026">
                  <a:moveTo>
                    <a:pt x="289" y="1"/>
                  </a:moveTo>
                  <a:cubicBezTo>
                    <a:pt x="78" y="1"/>
                    <a:pt x="0" y="336"/>
                    <a:pt x="232" y="385"/>
                  </a:cubicBezTo>
                  <a:cubicBezTo>
                    <a:pt x="855" y="519"/>
                    <a:pt x="1479" y="588"/>
                    <a:pt x="2110" y="588"/>
                  </a:cubicBezTo>
                  <a:cubicBezTo>
                    <a:pt x="2330" y="588"/>
                    <a:pt x="2551" y="580"/>
                    <a:pt x="2773" y="563"/>
                  </a:cubicBezTo>
                  <a:cubicBezTo>
                    <a:pt x="3017" y="543"/>
                    <a:pt x="3026" y="168"/>
                    <a:pt x="2791" y="168"/>
                  </a:cubicBezTo>
                  <a:cubicBezTo>
                    <a:pt x="2785" y="168"/>
                    <a:pt x="2779" y="169"/>
                    <a:pt x="2773" y="169"/>
                  </a:cubicBezTo>
                  <a:cubicBezTo>
                    <a:pt x="2551" y="186"/>
                    <a:pt x="2331" y="194"/>
                    <a:pt x="2111" y="194"/>
                  </a:cubicBezTo>
                  <a:cubicBezTo>
                    <a:pt x="1515" y="194"/>
                    <a:pt x="925" y="133"/>
                    <a:pt x="335" y="6"/>
                  </a:cubicBezTo>
                  <a:cubicBezTo>
                    <a:pt x="319" y="3"/>
                    <a:pt x="303" y="1"/>
                    <a:pt x="28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1"/>
            <p:cNvSpPr/>
            <p:nvPr/>
          </p:nvSpPr>
          <p:spPr>
            <a:xfrm>
              <a:off x="7740600" y="3027500"/>
              <a:ext cx="323175" cy="160525"/>
            </a:xfrm>
            <a:custGeom>
              <a:rect b="b" l="l" r="r" t="t"/>
              <a:pathLst>
                <a:path extrusionOk="0" h="6421" w="12927">
                  <a:moveTo>
                    <a:pt x="12676" y="1"/>
                  </a:moveTo>
                  <a:cubicBezTo>
                    <a:pt x="12674" y="1"/>
                    <a:pt x="12673" y="1"/>
                    <a:pt x="12671" y="1"/>
                  </a:cubicBezTo>
                  <a:cubicBezTo>
                    <a:pt x="9461" y="56"/>
                    <a:pt x="6251" y="222"/>
                    <a:pt x="3050" y="500"/>
                  </a:cubicBezTo>
                  <a:cubicBezTo>
                    <a:pt x="2944" y="509"/>
                    <a:pt x="2851" y="583"/>
                    <a:pt x="2854" y="696"/>
                  </a:cubicBezTo>
                  <a:cubicBezTo>
                    <a:pt x="2874" y="2348"/>
                    <a:pt x="2744" y="3980"/>
                    <a:pt x="2460" y="5601"/>
                  </a:cubicBezTo>
                  <a:lnTo>
                    <a:pt x="2460" y="5601"/>
                  </a:lnTo>
                  <a:cubicBezTo>
                    <a:pt x="2238" y="5095"/>
                    <a:pt x="2064" y="4573"/>
                    <a:pt x="1956" y="4023"/>
                  </a:cubicBezTo>
                  <a:cubicBezTo>
                    <a:pt x="1846" y="3458"/>
                    <a:pt x="1888" y="2761"/>
                    <a:pt x="1606" y="2239"/>
                  </a:cubicBezTo>
                  <a:cubicBezTo>
                    <a:pt x="1409" y="1874"/>
                    <a:pt x="1063" y="1634"/>
                    <a:pt x="694" y="1634"/>
                  </a:cubicBezTo>
                  <a:cubicBezTo>
                    <a:pt x="521" y="1634"/>
                    <a:pt x="343" y="1687"/>
                    <a:pt x="173" y="1803"/>
                  </a:cubicBezTo>
                  <a:cubicBezTo>
                    <a:pt x="0" y="1920"/>
                    <a:pt x="108" y="2175"/>
                    <a:pt x="269" y="2175"/>
                  </a:cubicBezTo>
                  <a:cubicBezTo>
                    <a:pt x="302" y="2175"/>
                    <a:pt x="337" y="2165"/>
                    <a:pt x="372" y="2141"/>
                  </a:cubicBezTo>
                  <a:cubicBezTo>
                    <a:pt x="478" y="2068"/>
                    <a:pt x="575" y="2036"/>
                    <a:pt x="664" y="2036"/>
                  </a:cubicBezTo>
                  <a:cubicBezTo>
                    <a:pt x="1391" y="2036"/>
                    <a:pt x="1584" y="4204"/>
                    <a:pt x="1690" y="4606"/>
                  </a:cubicBezTo>
                  <a:cubicBezTo>
                    <a:pt x="1852" y="5208"/>
                    <a:pt x="2088" y="5772"/>
                    <a:pt x="2372" y="6326"/>
                  </a:cubicBezTo>
                  <a:cubicBezTo>
                    <a:pt x="2405" y="6390"/>
                    <a:pt x="2473" y="6421"/>
                    <a:pt x="2541" y="6421"/>
                  </a:cubicBezTo>
                  <a:cubicBezTo>
                    <a:pt x="2627" y="6421"/>
                    <a:pt x="2714" y="6372"/>
                    <a:pt x="2732" y="6279"/>
                  </a:cubicBezTo>
                  <a:cubicBezTo>
                    <a:pt x="2953" y="5168"/>
                    <a:pt x="3113" y="4050"/>
                    <a:pt x="3192" y="2921"/>
                  </a:cubicBezTo>
                  <a:cubicBezTo>
                    <a:pt x="3220" y="2520"/>
                    <a:pt x="3057" y="1411"/>
                    <a:pt x="3252" y="1067"/>
                  </a:cubicBezTo>
                  <a:cubicBezTo>
                    <a:pt x="3477" y="672"/>
                    <a:pt x="4550" y="768"/>
                    <a:pt x="4973" y="738"/>
                  </a:cubicBezTo>
                  <a:cubicBezTo>
                    <a:pt x="7535" y="550"/>
                    <a:pt x="10102" y="440"/>
                    <a:pt x="12671" y="394"/>
                  </a:cubicBezTo>
                  <a:cubicBezTo>
                    <a:pt x="12923" y="391"/>
                    <a:pt x="12926" y="1"/>
                    <a:pt x="1267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1"/>
            <p:cNvSpPr/>
            <p:nvPr/>
          </p:nvSpPr>
          <p:spPr>
            <a:xfrm>
              <a:off x="7871825" y="3084775"/>
              <a:ext cx="65800" cy="72825"/>
            </a:xfrm>
            <a:custGeom>
              <a:rect b="b" l="l" r="r" t="t"/>
              <a:pathLst>
                <a:path extrusionOk="0" h="2913" w="2632">
                  <a:moveTo>
                    <a:pt x="1250" y="0"/>
                  </a:moveTo>
                  <a:cubicBezTo>
                    <a:pt x="876" y="0"/>
                    <a:pt x="437" y="199"/>
                    <a:pt x="173" y="384"/>
                  </a:cubicBezTo>
                  <a:cubicBezTo>
                    <a:pt x="1" y="504"/>
                    <a:pt x="106" y="761"/>
                    <a:pt x="267" y="761"/>
                  </a:cubicBezTo>
                  <a:cubicBezTo>
                    <a:pt x="299" y="761"/>
                    <a:pt x="334" y="750"/>
                    <a:pt x="369" y="726"/>
                  </a:cubicBezTo>
                  <a:cubicBezTo>
                    <a:pt x="591" y="571"/>
                    <a:pt x="879" y="378"/>
                    <a:pt x="1163" y="378"/>
                  </a:cubicBezTo>
                  <a:cubicBezTo>
                    <a:pt x="1174" y="378"/>
                    <a:pt x="1186" y="379"/>
                    <a:pt x="1198" y="379"/>
                  </a:cubicBezTo>
                  <a:cubicBezTo>
                    <a:pt x="1923" y="422"/>
                    <a:pt x="1306" y="1214"/>
                    <a:pt x="1049" y="1397"/>
                  </a:cubicBezTo>
                  <a:cubicBezTo>
                    <a:pt x="640" y="1694"/>
                    <a:pt x="210" y="1911"/>
                    <a:pt x="54" y="2426"/>
                  </a:cubicBezTo>
                  <a:cubicBezTo>
                    <a:pt x="20" y="2538"/>
                    <a:pt x="96" y="2628"/>
                    <a:pt x="192" y="2668"/>
                  </a:cubicBezTo>
                  <a:cubicBezTo>
                    <a:pt x="588" y="2831"/>
                    <a:pt x="1000" y="2912"/>
                    <a:pt x="1413" y="2912"/>
                  </a:cubicBezTo>
                  <a:cubicBezTo>
                    <a:pt x="1748" y="2912"/>
                    <a:pt x="2085" y="2859"/>
                    <a:pt x="2415" y="2751"/>
                  </a:cubicBezTo>
                  <a:cubicBezTo>
                    <a:pt x="2631" y="2680"/>
                    <a:pt x="2569" y="2361"/>
                    <a:pt x="2374" y="2361"/>
                  </a:cubicBezTo>
                  <a:cubicBezTo>
                    <a:pt x="2354" y="2361"/>
                    <a:pt x="2332" y="2364"/>
                    <a:pt x="2309" y="2372"/>
                  </a:cubicBezTo>
                  <a:cubicBezTo>
                    <a:pt x="2009" y="2469"/>
                    <a:pt x="1709" y="2517"/>
                    <a:pt x="1410" y="2517"/>
                  </a:cubicBezTo>
                  <a:cubicBezTo>
                    <a:pt x="1106" y="2517"/>
                    <a:pt x="803" y="2467"/>
                    <a:pt x="505" y="2367"/>
                  </a:cubicBezTo>
                  <a:lnTo>
                    <a:pt x="505" y="2367"/>
                  </a:lnTo>
                  <a:cubicBezTo>
                    <a:pt x="878" y="1711"/>
                    <a:pt x="2106" y="1519"/>
                    <a:pt x="1915" y="551"/>
                  </a:cubicBezTo>
                  <a:cubicBezTo>
                    <a:pt x="1834" y="142"/>
                    <a:pt x="1565" y="0"/>
                    <a:pt x="125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1"/>
            <p:cNvSpPr/>
            <p:nvPr/>
          </p:nvSpPr>
          <p:spPr>
            <a:xfrm>
              <a:off x="7963100" y="3140425"/>
              <a:ext cx="10100" cy="13750"/>
            </a:xfrm>
            <a:custGeom>
              <a:rect b="b" l="l" r="r" t="t"/>
              <a:pathLst>
                <a:path extrusionOk="0" h="550" w="404">
                  <a:moveTo>
                    <a:pt x="208" y="1"/>
                  </a:moveTo>
                  <a:cubicBezTo>
                    <a:pt x="110" y="1"/>
                    <a:pt x="10" y="64"/>
                    <a:pt x="8" y="192"/>
                  </a:cubicBezTo>
                  <a:cubicBezTo>
                    <a:pt x="5" y="248"/>
                    <a:pt x="5" y="304"/>
                    <a:pt x="4" y="358"/>
                  </a:cubicBezTo>
                  <a:cubicBezTo>
                    <a:pt x="1" y="485"/>
                    <a:pt x="98" y="549"/>
                    <a:pt x="196" y="549"/>
                  </a:cubicBezTo>
                  <a:cubicBezTo>
                    <a:pt x="295" y="549"/>
                    <a:pt x="394" y="485"/>
                    <a:pt x="397" y="358"/>
                  </a:cubicBezTo>
                  <a:cubicBezTo>
                    <a:pt x="399" y="304"/>
                    <a:pt x="399" y="248"/>
                    <a:pt x="402" y="192"/>
                  </a:cubicBezTo>
                  <a:cubicBezTo>
                    <a:pt x="404" y="64"/>
                    <a:pt x="306" y="1"/>
                    <a:pt x="20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1"/>
            <p:cNvSpPr/>
            <p:nvPr/>
          </p:nvSpPr>
          <p:spPr>
            <a:xfrm>
              <a:off x="7997475" y="3078700"/>
              <a:ext cx="59625" cy="85075"/>
            </a:xfrm>
            <a:custGeom>
              <a:rect b="b" l="l" r="r" t="t"/>
              <a:pathLst>
                <a:path extrusionOk="0" h="3403" w="2385">
                  <a:moveTo>
                    <a:pt x="1384" y="386"/>
                  </a:moveTo>
                  <a:cubicBezTo>
                    <a:pt x="1537" y="386"/>
                    <a:pt x="1690" y="481"/>
                    <a:pt x="1787" y="594"/>
                  </a:cubicBezTo>
                  <a:cubicBezTo>
                    <a:pt x="1960" y="794"/>
                    <a:pt x="1937" y="1058"/>
                    <a:pt x="1784" y="1267"/>
                  </a:cubicBezTo>
                  <a:cubicBezTo>
                    <a:pt x="1644" y="1456"/>
                    <a:pt x="1445" y="1567"/>
                    <a:pt x="1229" y="1624"/>
                  </a:cubicBezTo>
                  <a:lnTo>
                    <a:pt x="1229" y="1624"/>
                  </a:lnTo>
                  <a:cubicBezTo>
                    <a:pt x="1185" y="1618"/>
                    <a:pt x="1140" y="1615"/>
                    <a:pt x="1095" y="1615"/>
                  </a:cubicBezTo>
                  <a:cubicBezTo>
                    <a:pt x="1016" y="1615"/>
                    <a:pt x="935" y="1624"/>
                    <a:pt x="851" y="1644"/>
                  </a:cubicBezTo>
                  <a:lnTo>
                    <a:pt x="851" y="1644"/>
                  </a:lnTo>
                  <a:cubicBezTo>
                    <a:pt x="898" y="1270"/>
                    <a:pt x="977" y="893"/>
                    <a:pt x="1034" y="530"/>
                  </a:cubicBezTo>
                  <a:lnTo>
                    <a:pt x="1034" y="530"/>
                  </a:lnTo>
                  <a:cubicBezTo>
                    <a:pt x="1073" y="526"/>
                    <a:pt x="1112" y="510"/>
                    <a:pt x="1148" y="478"/>
                  </a:cubicBezTo>
                  <a:cubicBezTo>
                    <a:pt x="1221" y="413"/>
                    <a:pt x="1303" y="386"/>
                    <a:pt x="1384" y="386"/>
                  </a:cubicBezTo>
                  <a:close/>
                  <a:moveTo>
                    <a:pt x="1242" y="2012"/>
                  </a:moveTo>
                  <a:lnTo>
                    <a:pt x="1242" y="2012"/>
                  </a:lnTo>
                  <a:cubicBezTo>
                    <a:pt x="1453" y="2048"/>
                    <a:pt x="1606" y="2196"/>
                    <a:pt x="1642" y="2460"/>
                  </a:cubicBezTo>
                  <a:cubicBezTo>
                    <a:pt x="1741" y="2675"/>
                    <a:pt x="1676" y="2837"/>
                    <a:pt x="1449" y="2940"/>
                  </a:cubicBezTo>
                  <a:cubicBezTo>
                    <a:pt x="1271" y="2887"/>
                    <a:pt x="1094" y="2833"/>
                    <a:pt x="919" y="2780"/>
                  </a:cubicBezTo>
                  <a:cubicBezTo>
                    <a:pt x="817" y="2688"/>
                    <a:pt x="819" y="2405"/>
                    <a:pt x="815" y="2294"/>
                  </a:cubicBezTo>
                  <a:cubicBezTo>
                    <a:pt x="812" y="2219"/>
                    <a:pt x="813" y="2143"/>
                    <a:pt x="816" y="2067"/>
                  </a:cubicBezTo>
                  <a:lnTo>
                    <a:pt x="816" y="2067"/>
                  </a:lnTo>
                  <a:cubicBezTo>
                    <a:pt x="952" y="2066"/>
                    <a:pt x="1097" y="2047"/>
                    <a:pt x="1242" y="2012"/>
                  </a:cubicBezTo>
                  <a:close/>
                  <a:moveTo>
                    <a:pt x="1384" y="0"/>
                  </a:moveTo>
                  <a:cubicBezTo>
                    <a:pt x="1210" y="0"/>
                    <a:pt x="1035" y="57"/>
                    <a:pt x="885" y="185"/>
                  </a:cubicBezTo>
                  <a:lnTo>
                    <a:pt x="885" y="185"/>
                  </a:lnTo>
                  <a:cubicBezTo>
                    <a:pt x="865" y="179"/>
                    <a:pt x="845" y="176"/>
                    <a:pt x="825" y="176"/>
                  </a:cubicBezTo>
                  <a:cubicBezTo>
                    <a:pt x="750" y="176"/>
                    <a:pt x="681" y="219"/>
                    <a:pt x="667" y="319"/>
                  </a:cubicBezTo>
                  <a:cubicBezTo>
                    <a:pt x="587" y="871"/>
                    <a:pt x="0" y="3403"/>
                    <a:pt x="1151" y="3403"/>
                  </a:cubicBezTo>
                  <a:cubicBezTo>
                    <a:pt x="1252" y="3403"/>
                    <a:pt x="1365" y="3384"/>
                    <a:pt x="1493" y="3342"/>
                  </a:cubicBezTo>
                  <a:cubicBezTo>
                    <a:pt x="2334" y="3071"/>
                    <a:pt x="2223" y="2233"/>
                    <a:pt x="1713" y="1832"/>
                  </a:cubicBezTo>
                  <a:lnTo>
                    <a:pt x="1713" y="1832"/>
                  </a:lnTo>
                  <a:cubicBezTo>
                    <a:pt x="2101" y="1619"/>
                    <a:pt x="2385" y="1263"/>
                    <a:pt x="2299" y="777"/>
                  </a:cubicBezTo>
                  <a:cubicBezTo>
                    <a:pt x="2220" y="326"/>
                    <a:pt x="1802" y="0"/>
                    <a:pt x="138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1"/>
            <p:cNvSpPr/>
            <p:nvPr/>
          </p:nvSpPr>
          <p:spPr>
            <a:xfrm>
              <a:off x="7749275" y="3196725"/>
              <a:ext cx="340400" cy="19850"/>
            </a:xfrm>
            <a:custGeom>
              <a:rect b="b" l="l" r="r" t="t"/>
              <a:pathLst>
                <a:path extrusionOk="0" h="794" w="13616">
                  <a:moveTo>
                    <a:pt x="13383" y="0"/>
                  </a:moveTo>
                  <a:cubicBezTo>
                    <a:pt x="13377" y="0"/>
                    <a:pt x="13370" y="1"/>
                    <a:pt x="13364" y="1"/>
                  </a:cubicBezTo>
                  <a:cubicBezTo>
                    <a:pt x="10271" y="266"/>
                    <a:pt x="7173" y="399"/>
                    <a:pt x="4072" y="399"/>
                  </a:cubicBezTo>
                  <a:cubicBezTo>
                    <a:pt x="2800" y="399"/>
                    <a:pt x="1527" y="377"/>
                    <a:pt x="254" y="332"/>
                  </a:cubicBezTo>
                  <a:cubicBezTo>
                    <a:pt x="251" y="332"/>
                    <a:pt x="248" y="332"/>
                    <a:pt x="246" y="332"/>
                  </a:cubicBezTo>
                  <a:cubicBezTo>
                    <a:pt x="0" y="332"/>
                    <a:pt x="3" y="717"/>
                    <a:pt x="254" y="726"/>
                  </a:cubicBezTo>
                  <a:cubicBezTo>
                    <a:pt x="1526" y="771"/>
                    <a:pt x="2799" y="793"/>
                    <a:pt x="4072" y="793"/>
                  </a:cubicBezTo>
                  <a:cubicBezTo>
                    <a:pt x="7172" y="793"/>
                    <a:pt x="10271" y="660"/>
                    <a:pt x="13364" y="395"/>
                  </a:cubicBezTo>
                  <a:cubicBezTo>
                    <a:pt x="13608" y="374"/>
                    <a:pt x="13615" y="0"/>
                    <a:pt x="133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1"/>
            <p:cNvSpPr/>
            <p:nvPr/>
          </p:nvSpPr>
          <p:spPr>
            <a:xfrm>
              <a:off x="7423425" y="3262400"/>
              <a:ext cx="55125" cy="74300"/>
            </a:xfrm>
            <a:custGeom>
              <a:rect b="b" l="l" r="r" t="t"/>
              <a:pathLst>
                <a:path extrusionOk="0" h="2972" w="2205">
                  <a:moveTo>
                    <a:pt x="947" y="1"/>
                  </a:moveTo>
                  <a:cubicBezTo>
                    <a:pt x="547" y="1"/>
                    <a:pt x="151" y="295"/>
                    <a:pt x="219" y="751"/>
                  </a:cubicBezTo>
                  <a:cubicBezTo>
                    <a:pt x="235" y="848"/>
                    <a:pt x="304" y="890"/>
                    <a:pt x="379" y="890"/>
                  </a:cubicBezTo>
                  <a:cubicBezTo>
                    <a:pt x="494" y="890"/>
                    <a:pt x="624" y="792"/>
                    <a:pt x="602" y="642"/>
                  </a:cubicBezTo>
                  <a:cubicBezTo>
                    <a:pt x="576" y="469"/>
                    <a:pt x="776" y="409"/>
                    <a:pt x="892" y="398"/>
                  </a:cubicBezTo>
                  <a:cubicBezTo>
                    <a:pt x="905" y="396"/>
                    <a:pt x="918" y="396"/>
                    <a:pt x="931" y="396"/>
                  </a:cubicBezTo>
                  <a:cubicBezTo>
                    <a:pt x="1102" y="396"/>
                    <a:pt x="1230" y="501"/>
                    <a:pt x="1286" y="673"/>
                  </a:cubicBezTo>
                  <a:cubicBezTo>
                    <a:pt x="1397" y="1003"/>
                    <a:pt x="1167" y="1395"/>
                    <a:pt x="961" y="1639"/>
                  </a:cubicBezTo>
                  <a:cubicBezTo>
                    <a:pt x="676" y="1975"/>
                    <a:pt x="337" y="2247"/>
                    <a:pt x="90" y="2619"/>
                  </a:cubicBezTo>
                  <a:cubicBezTo>
                    <a:pt x="0" y="2757"/>
                    <a:pt x="125" y="2899"/>
                    <a:pt x="261" y="2916"/>
                  </a:cubicBezTo>
                  <a:cubicBezTo>
                    <a:pt x="546" y="2953"/>
                    <a:pt x="829" y="2971"/>
                    <a:pt x="1112" y="2971"/>
                  </a:cubicBezTo>
                  <a:cubicBezTo>
                    <a:pt x="1379" y="2971"/>
                    <a:pt x="1646" y="2955"/>
                    <a:pt x="1914" y="2921"/>
                  </a:cubicBezTo>
                  <a:cubicBezTo>
                    <a:pt x="2154" y="2892"/>
                    <a:pt x="2166" y="2526"/>
                    <a:pt x="1941" y="2526"/>
                  </a:cubicBezTo>
                  <a:cubicBezTo>
                    <a:pt x="1932" y="2526"/>
                    <a:pt x="1923" y="2527"/>
                    <a:pt x="1914" y="2528"/>
                  </a:cubicBezTo>
                  <a:cubicBezTo>
                    <a:pt x="1646" y="2561"/>
                    <a:pt x="1380" y="2578"/>
                    <a:pt x="1114" y="2578"/>
                  </a:cubicBezTo>
                  <a:cubicBezTo>
                    <a:pt x="954" y="2578"/>
                    <a:pt x="794" y="2572"/>
                    <a:pt x="634" y="2560"/>
                  </a:cubicBezTo>
                  <a:lnTo>
                    <a:pt x="634" y="2560"/>
                  </a:lnTo>
                  <a:cubicBezTo>
                    <a:pt x="1190" y="1916"/>
                    <a:pt x="2205" y="1065"/>
                    <a:pt x="1496" y="243"/>
                  </a:cubicBezTo>
                  <a:cubicBezTo>
                    <a:pt x="1352" y="76"/>
                    <a:pt x="1149" y="1"/>
                    <a:pt x="9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1"/>
            <p:cNvSpPr/>
            <p:nvPr/>
          </p:nvSpPr>
          <p:spPr>
            <a:xfrm>
              <a:off x="7760300" y="3255600"/>
              <a:ext cx="64475" cy="88300"/>
            </a:xfrm>
            <a:custGeom>
              <a:rect b="b" l="l" r="r" t="t"/>
              <a:pathLst>
                <a:path extrusionOk="0" h="3532" w="2579">
                  <a:moveTo>
                    <a:pt x="1390" y="1"/>
                  </a:moveTo>
                  <a:cubicBezTo>
                    <a:pt x="1218" y="1"/>
                    <a:pt x="1048" y="65"/>
                    <a:pt x="916" y="203"/>
                  </a:cubicBezTo>
                  <a:cubicBezTo>
                    <a:pt x="783" y="348"/>
                    <a:pt x="917" y="547"/>
                    <a:pt x="1065" y="547"/>
                  </a:cubicBezTo>
                  <a:cubicBezTo>
                    <a:pt x="1109" y="547"/>
                    <a:pt x="1155" y="529"/>
                    <a:pt x="1196" y="486"/>
                  </a:cubicBezTo>
                  <a:cubicBezTo>
                    <a:pt x="1293" y="443"/>
                    <a:pt x="1376" y="421"/>
                    <a:pt x="1447" y="421"/>
                  </a:cubicBezTo>
                  <a:cubicBezTo>
                    <a:pt x="1638" y="421"/>
                    <a:pt x="1731" y="583"/>
                    <a:pt x="1725" y="904"/>
                  </a:cubicBezTo>
                  <a:cubicBezTo>
                    <a:pt x="1642" y="1131"/>
                    <a:pt x="1501" y="1308"/>
                    <a:pt x="1303" y="1437"/>
                  </a:cubicBezTo>
                  <a:cubicBezTo>
                    <a:pt x="1226" y="1496"/>
                    <a:pt x="1198" y="1563"/>
                    <a:pt x="1213" y="1657"/>
                  </a:cubicBezTo>
                  <a:cubicBezTo>
                    <a:pt x="1292" y="2143"/>
                    <a:pt x="1873" y="1886"/>
                    <a:pt x="2095" y="2213"/>
                  </a:cubicBezTo>
                  <a:cubicBezTo>
                    <a:pt x="2269" y="2466"/>
                    <a:pt x="2072" y="2887"/>
                    <a:pt x="1847" y="3030"/>
                  </a:cubicBezTo>
                  <a:cubicBezTo>
                    <a:pt x="1695" y="3129"/>
                    <a:pt x="1518" y="3165"/>
                    <a:pt x="1334" y="3165"/>
                  </a:cubicBezTo>
                  <a:cubicBezTo>
                    <a:pt x="989" y="3165"/>
                    <a:pt x="616" y="3037"/>
                    <a:pt x="327" y="2949"/>
                  </a:cubicBezTo>
                  <a:cubicBezTo>
                    <a:pt x="305" y="2942"/>
                    <a:pt x="284" y="2939"/>
                    <a:pt x="265" y="2939"/>
                  </a:cubicBezTo>
                  <a:cubicBezTo>
                    <a:pt x="67" y="2939"/>
                    <a:pt x="1" y="3260"/>
                    <a:pt x="221" y="3328"/>
                  </a:cubicBezTo>
                  <a:cubicBezTo>
                    <a:pt x="550" y="3429"/>
                    <a:pt x="961" y="3531"/>
                    <a:pt x="1346" y="3531"/>
                  </a:cubicBezTo>
                  <a:cubicBezTo>
                    <a:pt x="1824" y="3531"/>
                    <a:pt x="2263" y="3374"/>
                    <a:pt x="2461" y="2864"/>
                  </a:cubicBezTo>
                  <a:cubicBezTo>
                    <a:pt x="2563" y="2599"/>
                    <a:pt x="2578" y="2266"/>
                    <a:pt x="2434" y="2012"/>
                  </a:cubicBezTo>
                  <a:cubicBezTo>
                    <a:pt x="2367" y="1894"/>
                    <a:pt x="2268" y="1798"/>
                    <a:pt x="2146" y="1736"/>
                  </a:cubicBezTo>
                  <a:cubicBezTo>
                    <a:pt x="2074" y="1701"/>
                    <a:pt x="1812" y="1682"/>
                    <a:pt x="1676" y="1625"/>
                  </a:cubicBezTo>
                  <a:lnTo>
                    <a:pt x="1676" y="1625"/>
                  </a:lnTo>
                  <a:cubicBezTo>
                    <a:pt x="2035" y="1289"/>
                    <a:pt x="2329" y="780"/>
                    <a:pt x="2003" y="323"/>
                  </a:cubicBezTo>
                  <a:cubicBezTo>
                    <a:pt x="1856" y="117"/>
                    <a:pt x="1621" y="1"/>
                    <a:pt x="13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1"/>
            <p:cNvSpPr/>
            <p:nvPr/>
          </p:nvSpPr>
          <p:spPr>
            <a:xfrm>
              <a:off x="7868225" y="3275550"/>
              <a:ext cx="11300" cy="80000"/>
            </a:xfrm>
            <a:custGeom>
              <a:rect b="b" l="l" r="r" t="t"/>
              <a:pathLst>
                <a:path extrusionOk="0" h="3200" w="452">
                  <a:moveTo>
                    <a:pt x="255" y="1"/>
                  </a:moveTo>
                  <a:cubicBezTo>
                    <a:pt x="157" y="1"/>
                    <a:pt x="57" y="64"/>
                    <a:pt x="55" y="191"/>
                  </a:cubicBezTo>
                  <a:cubicBezTo>
                    <a:pt x="38" y="1130"/>
                    <a:pt x="21" y="2070"/>
                    <a:pt x="4" y="3010"/>
                  </a:cubicBezTo>
                  <a:cubicBezTo>
                    <a:pt x="1" y="3136"/>
                    <a:pt x="98" y="3200"/>
                    <a:pt x="196" y="3200"/>
                  </a:cubicBezTo>
                  <a:cubicBezTo>
                    <a:pt x="295" y="3200"/>
                    <a:pt x="394" y="3136"/>
                    <a:pt x="397" y="3010"/>
                  </a:cubicBezTo>
                  <a:cubicBezTo>
                    <a:pt x="415" y="2070"/>
                    <a:pt x="432" y="1130"/>
                    <a:pt x="449" y="191"/>
                  </a:cubicBezTo>
                  <a:cubicBezTo>
                    <a:pt x="451" y="64"/>
                    <a:pt x="354" y="1"/>
                    <a:pt x="25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1"/>
            <p:cNvSpPr/>
            <p:nvPr/>
          </p:nvSpPr>
          <p:spPr>
            <a:xfrm>
              <a:off x="7841550" y="3312275"/>
              <a:ext cx="72200" cy="13575"/>
            </a:xfrm>
            <a:custGeom>
              <a:rect b="b" l="l" r="r" t="t"/>
              <a:pathLst>
                <a:path extrusionOk="0" h="543" w="2888">
                  <a:moveTo>
                    <a:pt x="2606" y="1"/>
                  </a:moveTo>
                  <a:cubicBezTo>
                    <a:pt x="2589" y="1"/>
                    <a:pt x="2572" y="3"/>
                    <a:pt x="2554" y="7"/>
                  </a:cubicBezTo>
                  <a:cubicBezTo>
                    <a:pt x="2153" y="103"/>
                    <a:pt x="1753" y="151"/>
                    <a:pt x="1351" y="151"/>
                  </a:cubicBezTo>
                  <a:cubicBezTo>
                    <a:pt x="1015" y="151"/>
                    <a:pt x="678" y="118"/>
                    <a:pt x="338" y="50"/>
                  </a:cubicBezTo>
                  <a:cubicBezTo>
                    <a:pt x="323" y="47"/>
                    <a:pt x="308" y="46"/>
                    <a:pt x="294" y="46"/>
                  </a:cubicBezTo>
                  <a:cubicBezTo>
                    <a:pt x="80" y="46"/>
                    <a:pt x="1" y="383"/>
                    <a:pt x="235" y="430"/>
                  </a:cubicBezTo>
                  <a:cubicBezTo>
                    <a:pt x="610" y="504"/>
                    <a:pt x="984" y="542"/>
                    <a:pt x="1356" y="542"/>
                  </a:cubicBezTo>
                  <a:cubicBezTo>
                    <a:pt x="1791" y="542"/>
                    <a:pt x="2225" y="491"/>
                    <a:pt x="2660" y="387"/>
                  </a:cubicBezTo>
                  <a:cubicBezTo>
                    <a:pt x="2888" y="331"/>
                    <a:pt x="2815" y="1"/>
                    <a:pt x="260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1"/>
            <p:cNvSpPr/>
            <p:nvPr/>
          </p:nvSpPr>
          <p:spPr>
            <a:xfrm>
              <a:off x="7947075" y="3268525"/>
              <a:ext cx="12725" cy="9875"/>
            </a:xfrm>
            <a:custGeom>
              <a:rect b="b" l="l" r="r" t="t"/>
              <a:pathLst>
                <a:path extrusionOk="0" h="395" w="509">
                  <a:moveTo>
                    <a:pt x="255" y="1"/>
                  </a:moveTo>
                  <a:cubicBezTo>
                    <a:pt x="0" y="1"/>
                    <a:pt x="0" y="395"/>
                    <a:pt x="255" y="395"/>
                  </a:cubicBezTo>
                  <a:cubicBezTo>
                    <a:pt x="509" y="395"/>
                    <a:pt x="509" y="1"/>
                    <a:pt x="25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1"/>
            <p:cNvSpPr/>
            <p:nvPr/>
          </p:nvSpPr>
          <p:spPr>
            <a:xfrm>
              <a:off x="7944225" y="3263500"/>
              <a:ext cx="68850" cy="78700"/>
            </a:xfrm>
            <a:custGeom>
              <a:rect b="b" l="l" r="r" t="t"/>
              <a:pathLst>
                <a:path extrusionOk="0" h="3148" w="2754">
                  <a:moveTo>
                    <a:pt x="842" y="0"/>
                  </a:moveTo>
                  <a:cubicBezTo>
                    <a:pt x="516" y="0"/>
                    <a:pt x="196" y="173"/>
                    <a:pt x="57" y="527"/>
                  </a:cubicBezTo>
                  <a:cubicBezTo>
                    <a:pt x="1" y="668"/>
                    <a:pt x="118" y="762"/>
                    <a:pt x="240" y="762"/>
                  </a:cubicBezTo>
                  <a:cubicBezTo>
                    <a:pt x="319" y="762"/>
                    <a:pt x="400" y="722"/>
                    <a:pt x="437" y="630"/>
                  </a:cubicBezTo>
                  <a:cubicBezTo>
                    <a:pt x="502" y="465"/>
                    <a:pt x="677" y="386"/>
                    <a:pt x="850" y="386"/>
                  </a:cubicBezTo>
                  <a:cubicBezTo>
                    <a:pt x="936" y="386"/>
                    <a:pt x="1022" y="405"/>
                    <a:pt x="1092" y="444"/>
                  </a:cubicBezTo>
                  <a:cubicBezTo>
                    <a:pt x="1390" y="606"/>
                    <a:pt x="1416" y="1022"/>
                    <a:pt x="1336" y="1308"/>
                  </a:cubicBezTo>
                  <a:cubicBezTo>
                    <a:pt x="1188" y="1818"/>
                    <a:pt x="701" y="2145"/>
                    <a:pt x="291" y="2428"/>
                  </a:cubicBezTo>
                  <a:cubicBezTo>
                    <a:pt x="176" y="2507"/>
                    <a:pt x="149" y="2697"/>
                    <a:pt x="291" y="2769"/>
                  </a:cubicBezTo>
                  <a:cubicBezTo>
                    <a:pt x="784" y="3021"/>
                    <a:pt x="1297" y="3147"/>
                    <a:pt x="1828" y="3147"/>
                  </a:cubicBezTo>
                  <a:cubicBezTo>
                    <a:pt x="2055" y="3147"/>
                    <a:pt x="2286" y="3124"/>
                    <a:pt x="2519" y="3078"/>
                  </a:cubicBezTo>
                  <a:cubicBezTo>
                    <a:pt x="2753" y="3031"/>
                    <a:pt x="2674" y="2694"/>
                    <a:pt x="2458" y="2694"/>
                  </a:cubicBezTo>
                  <a:cubicBezTo>
                    <a:pt x="2444" y="2694"/>
                    <a:pt x="2429" y="2695"/>
                    <a:pt x="2414" y="2699"/>
                  </a:cubicBezTo>
                  <a:cubicBezTo>
                    <a:pt x="2215" y="2738"/>
                    <a:pt x="2018" y="2758"/>
                    <a:pt x="1823" y="2758"/>
                  </a:cubicBezTo>
                  <a:cubicBezTo>
                    <a:pt x="1465" y="2758"/>
                    <a:pt x="1115" y="2691"/>
                    <a:pt x="777" y="2558"/>
                  </a:cubicBezTo>
                  <a:lnTo>
                    <a:pt x="777" y="2558"/>
                  </a:lnTo>
                  <a:cubicBezTo>
                    <a:pt x="1425" y="2056"/>
                    <a:pt x="2102" y="1305"/>
                    <a:pt x="1640" y="467"/>
                  </a:cubicBezTo>
                  <a:cubicBezTo>
                    <a:pt x="1470" y="158"/>
                    <a:pt x="1153" y="0"/>
                    <a:pt x="84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1"/>
            <p:cNvSpPr/>
            <p:nvPr/>
          </p:nvSpPr>
          <p:spPr>
            <a:xfrm>
              <a:off x="8022750" y="3245225"/>
              <a:ext cx="10750" cy="51025"/>
            </a:xfrm>
            <a:custGeom>
              <a:rect b="b" l="l" r="r" t="t"/>
              <a:pathLst>
                <a:path extrusionOk="0" h="2041" w="430">
                  <a:moveTo>
                    <a:pt x="233" y="0"/>
                  </a:moveTo>
                  <a:cubicBezTo>
                    <a:pt x="135" y="0"/>
                    <a:pt x="36" y="64"/>
                    <a:pt x="34" y="191"/>
                  </a:cubicBezTo>
                  <a:cubicBezTo>
                    <a:pt x="23" y="744"/>
                    <a:pt x="14" y="1297"/>
                    <a:pt x="3" y="1849"/>
                  </a:cubicBezTo>
                  <a:cubicBezTo>
                    <a:pt x="0" y="1977"/>
                    <a:pt x="98" y="2040"/>
                    <a:pt x="196" y="2040"/>
                  </a:cubicBezTo>
                  <a:cubicBezTo>
                    <a:pt x="295" y="2040"/>
                    <a:pt x="394" y="1977"/>
                    <a:pt x="396" y="1849"/>
                  </a:cubicBezTo>
                  <a:cubicBezTo>
                    <a:pt x="408" y="1297"/>
                    <a:pt x="416" y="744"/>
                    <a:pt x="428" y="191"/>
                  </a:cubicBezTo>
                  <a:cubicBezTo>
                    <a:pt x="429" y="64"/>
                    <a:pt x="332" y="0"/>
                    <a:pt x="2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1"/>
            <p:cNvSpPr/>
            <p:nvPr/>
          </p:nvSpPr>
          <p:spPr>
            <a:xfrm>
              <a:off x="8005100" y="3267450"/>
              <a:ext cx="58350" cy="12175"/>
            </a:xfrm>
            <a:custGeom>
              <a:rect b="b" l="l" r="r" t="t"/>
              <a:pathLst>
                <a:path extrusionOk="0" h="487" w="2334">
                  <a:moveTo>
                    <a:pt x="240" y="1"/>
                  </a:moveTo>
                  <a:cubicBezTo>
                    <a:pt x="0" y="1"/>
                    <a:pt x="4" y="383"/>
                    <a:pt x="253" y="395"/>
                  </a:cubicBezTo>
                  <a:cubicBezTo>
                    <a:pt x="862" y="426"/>
                    <a:pt x="1470" y="456"/>
                    <a:pt x="2080" y="486"/>
                  </a:cubicBezTo>
                  <a:cubicBezTo>
                    <a:pt x="2084" y="486"/>
                    <a:pt x="2088" y="487"/>
                    <a:pt x="2092" y="487"/>
                  </a:cubicBezTo>
                  <a:cubicBezTo>
                    <a:pt x="2333" y="487"/>
                    <a:pt x="2328" y="105"/>
                    <a:pt x="2080" y="93"/>
                  </a:cubicBezTo>
                  <a:cubicBezTo>
                    <a:pt x="1472" y="63"/>
                    <a:pt x="863" y="32"/>
                    <a:pt x="253" y="1"/>
                  </a:cubicBezTo>
                  <a:cubicBezTo>
                    <a:pt x="249" y="1"/>
                    <a:pt x="244" y="1"/>
                    <a:pt x="24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0" name="Google Shape;3290;p51"/>
          <p:cNvGrpSpPr/>
          <p:nvPr/>
        </p:nvGrpSpPr>
        <p:grpSpPr>
          <a:xfrm>
            <a:off x="7243088" y="762855"/>
            <a:ext cx="861654" cy="752835"/>
            <a:chOff x="7243088" y="762855"/>
            <a:chExt cx="861654" cy="752835"/>
          </a:xfrm>
        </p:grpSpPr>
        <p:sp>
          <p:nvSpPr>
            <p:cNvPr id="3291" name="Google Shape;3291;p51"/>
            <p:cNvSpPr/>
            <p:nvPr/>
          </p:nvSpPr>
          <p:spPr>
            <a:xfrm>
              <a:off x="7243998" y="771415"/>
              <a:ext cx="860743" cy="743883"/>
            </a:xfrm>
            <a:custGeom>
              <a:rect b="b" l="l" r="r" t="t"/>
              <a:pathLst>
                <a:path extrusionOk="0" h="39193" w="45350">
                  <a:moveTo>
                    <a:pt x="24257" y="6929"/>
                  </a:moveTo>
                  <a:cubicBezTo>
                    <a:pt x="26536" y="6929"/>
                    <a:pt x="28838" y="7608"/>
                    <a:pt x="30844" y="9020"/>
                  </a:cubicBezTo>
                  <a:cubicBezTo>
                    <a:pt x="36019" y="12663"/>
                    <a:pt x="37260" y="19813"/>
                    <a:pt x="33617" y="24987"/>
                  </a:cubicBezTo>
                  <a:lnTo>
                    <a:pt x="25488" y="19263"/>
                  </a:lnTo>
                  <a:cubicBezTo>
                    <a:pt x="25738" y="18607"/>
                    <a:pt x="25527" y="17843"/>
                    <a:pt x="24930" y="17421"/>
                  </a:cubicBezTo>
                  <a:cubicBezTo>
                    <a:pt x="24656" y="17229"/>
                    <a:pt x="24343" y="17137"/>
                    <a:pt x="24032" y="17137"/>
                  </a:cubicBezTo>
                  <a:cubicBezTo>
                    <a:pt x="23662" y="17137"/>
                    <a:pt x="23296" y="17268"/>
                    <a:pt x="23005" y="17516"/>
                  </a:cubicBezTo>
                  <a:lnTo>
                    <a:pt x="14876" y="11792"/>
                  </a:lnTo>
                  <a:cubicBezTo>
                    <a:pt x="17108" y="8623"/>
                    <a:pt x="20654" y="6929"/>
                    <a:pt x="24257" y="6929"/>
                  </a:cubicBezTo>
                  <a:close/>
                  <a:moveTo>
                    <a:pt x="23804" y="1"/>
                  </a:moveTo>
                  <a:cubicBezTo>
                    <a:pt x="17950" y="1"/>
                    <a:pt x="12186" y="2693"/>
                    <a:pt x="8464" y="7738"/>
                  </a:cubicBezTo>
                  <a:lnTo>
                    <a:pt x="4993" y="5293"/>
                  </a:lnTo>
                  <a:lnTo>
                    <a:pt x="1" y="12385"/>
                  </a:lnTo>
                  <a:lnTo>
                    <a:pt x="38071" y="39192"/>
                  </a:lnTo>
                  <a:lnTo>
                    <a:pt x="43064" y="32102"/>
                  </a:lnTo>
                  <a:lnTo>
                    <a:pt x="39592" y="29659"/>
                  </a:lnTo>
                  <a:cubicBezTo>
                    <a:pt x="45349" y="21090"/>
                    <a:pt x="43232" y="9448"/>
                    <a:pt x="34749" y="3474"/>
                  </a:cubicBezTo>
                  <a:cubicBezTo>
                    <a:pt x="31416" y="1128"/>
                    <a:pt x="27591" y="1"/>
                    <a:pt x="238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1"/>
            <p:cNvSpPr/>
            <p:nvPr/>
          </p:nvSpPr>
          <p:spPr>
            <a:xfrm>
              <a:off x="7257644" y="762855"/>
              <a:ext cx="829919" cy="749843"/>
            </a:xfrm>
            <a:custGeom>
              <a:rect b="b" l="l" r="r" t="t"/>
              <a:pathLst>
                <a:path extrusionOk="0" h="39507" w="43726">
                  <a:moveTo>
                    <a:pt x="24423" y="7249"/>
                  </a:moveTo>
                  <a:cubicBezTo>
                    <a:pt x="26671" y="7249"/>
                    <a:pt x="28941" y="7916"/>
                    <a:pt x="30915" y="9306"/>
                  </a:cubicBezTo>
                  <a:cubicBezTo>
                    <a:pt x="35967" y="12864"/>
                    <a:pt x="37216" y="19844"/>
                    <a:pt x="33737" y="24929"/>
                  </a:cubicBezTo>
                  <a:lnTo>
                    <a:pt x="25831" y="19363"/>
                  </a:lnTo>
                  <a:cubicBezTo>
                    <a:pt x="26045" y="18652"/>
                    <a:pt x="25787" y="17881"/>
                    <a:pt x="25178" y="17455"/>
                  </a:cubicBezTo>
                  <a:cubicBezTo>
                    <a:pt x="24880" y="17245"/>
                    <a:pt x="24535" y="17141"/>
                    <a:pt x="24189" y="17141"/>
                  </a:cubicBezTo>
                  <a:cubicBezTo>
                    <a:pt x="23827" y="17141"/>
                    <a:pt x="23465" y="17255"/>
                    <a:pt x="23161" y="17481"/>
                  </a:cubicBezTo>
                  <a:lnTo>
                    <a:pt x="15255" y="11914"/>
                  </a:lnTo>
                  <a:cubicBezTo>
                    <a:pt x="17458" y="8873"/>
                    <a:pt x="20914" y="7249"/>
                    <a:pt x="24423" y="7249"/>
                  </a:cubicBezTo>
                  <a:close/>
                  <a:moveTo>
                    <a:pt x="24423" y="6937"/>
                  </a:moveTo>
                  <a:cubicBezTo>
                    <a:pt x="20769" y="6937"/>
                    <a:pt x="17170" y="8652"/>
                    <a:pt x="14910" y="11860"/>
                  </a:cubicBezTo>
                  <a:cubicBezTo>
                    <a:pt x="14886" y="11894"/>
                    <a:pt x="14878" y="11935"/>
                    <a:pt x="14885" y="11977"/>
                  </a:cubicBezTo>
                  <a:cubicBezTo>
                    <a:pt x="14892" y="12018"/>
                    <a:pt x="14915" y="12054"/>
                    <a:pt x="14949" y="12077"/>
                  </a:cubicBezTo>
                  <a:lnTo>
                    <a:pt x="23078" y="17801"/>
                  </a:lnTo>
                  <a:cubicBezTo>
                    <a:pt x="23104" y="17820"/>
                    <a:pt x="23135" y="17829"/>
                    <a:pt x="23166" y="17829"/>
                  </a:cubicBezTo>
                  <a:cubicBezTo>
                    <a:pt x="23202" y="17829"/>
                    <a:pt x="23238" y="17817"/>
                    <a:pt x="23266" y="17792"/>
                  </a:cubicBezTo>
                  <a:cubicBezTo>
                    <a:pt x="23531" y="17565"/>
                    <a:pt x="23860" y="17450"/>
                    <a:pt x="24189" y="17450"/>
                  </a:cubicBezTo>
                  <a:cubicBezTo>
                    <a:pt x="24472" y="17450"/>
                    <a:pt x="24756" y="17535"/>
                    <a:pt x="24999" y="17706"/>
                  </a:cubicBezTo>
                  <a:cubicBezTo>
                    <a:pt x="25527" y="18075"/>
                    <a:pt x="25734" y="18760"/>
                    <a:pt x="25504" y="19365"/>
                  </a:cubicBezTo>
                  <a:cubicBezTo>
                    <a:pt x="25478" y="19431"/>
                    <a:pt x="25499" y="19507"/>
                    <a:pt x="25558" y="19548"/>
                  </a:cubicBezTo>
                  <a:lnTo>
                    <a:pt x="33687" y="25272"/>
                  </a:lnTo>
                  <a:cubicBezTo>
                    <a:pt x="33714" y="25292"/>
                    <a:pt x="33744" y="25301"/>
                    <a:pt x="33777" y="25301"/>
                  </a:cubicBezTo>
                  <a:cubicBezTo>
                    <a:pt x="33785" y="25301"/>
                    <a:pt x="33794" y="25301"/>
                    <a:pt x="33802" y="25299"/>
                  </a:cubicBezTo>
                  <a:cubicBezTo>
                    <a:pt x="33844" y="25292"/>
                    <a:pt x="33880" y="25268"/>
                    <a:pt x="33902" y="25235"/>
                  </a:cubicBezTo>
                  <a:cubicBezTo>
                    <a:pt x="37589" y="19997"/>
                    <a:pt x="36330" y="12740"/>
                    <a:pt x="31093" y="9051"/>
                  </a:cubicBezTo>
                  <a:cubicBezTo>
                    <a:pt x="29065" y="7623"/>
                    <a:pt x="26733" y="6937"/>
                    <a:pt x="24423" y="6937"/>
                  </a:cubicBezTo>
                  <a:close/>
                  <a:moveTo>
                    <a:pt x="23980" y="313"/>
                  </a:moveTo>
                  <a:cubicBezTo>
                    <a:pt x="27841" y="313"/>
                    <a:pt x="31605" y="1496"/>
                    <a:pt x="34821" y="3761"/>
                  </a:cubicBezTo>
                  <a:cubicBezTo>
                    <a:pt x="38886" y="6625"/>
                    <a:pt x="41618" y="10892"/>
                    <a:pt x="42518" y="15780"/>
                  </a:cubicBezTo>
                  <a:cubicBezTo>
                    <a:pt x="43417" y="20663"/>
                    <a:pt x="42388" y="25616"/>
                    <a:pt x="39623" y="29731"/>
                  </a:cubicBezTo>
                  <a:cubicBezTo>
                    <a:pt x="39578" y="29802"/>
                    <a:pt x="39593" y="29896"/>
                    <a:pt x="39663" y="29944"/>
                  </a:cubicBezTo>
                  <a:lnTo>
                    <a:pt x="43007" y="32298"/>
                  </a:lnTo>
                  <a:lnTo>
                    <a:pt x="38193" y="39135"/>
                  </a:lnTo>
                  <a:lnTo>
                    <a:pt x="378" y="12506"/>
                  </a:lnTo>
                  <a:lnTo>
                    <a:pt x="5193" y="5669"/>
                  </a:lnTo>
                  <a:lnTo>
                    <a:pt x="8536" y="8022"/>
                  </a:lnTo>
                  <a:cubicBezTo>
                    <a:pt x="8563" y="8041"/>
                    <a:pt x="8595" y="8051"/>
                    <a:pt x="8626" y="8051"/>
                  </a:cubicBezTo>
                  <a:cubicBezTo>
                    <a:pt x="8674" y="8051"/>
                    <a:pt x="8721" y="8029"/>
                    <a:pt x="8751" y="7989"/>
                  </a:cubicBezTo>
                  <a:cubicBezTo>
                    <a:pt x="11694" y="3998"/>
                    <a:pt x="16012" y="1362"/>
                    <a:pt x="20910" y="562"/>
                  </a:cubicBezTo>
                  <a:cubicBezTo>
                    <a:pt x="21935" y="395"/>
                    <a:pt x="22961" y="313"/>
                    <a:pt x="23980" y="313"/>
                  </a:cubicBezTo>
                  <a:close/>
                  <a:moveTo>
                    <a:pt x="23979" y="1"/>
                  </a:moveTo>
                  <a:cubicBezTo>
                    <a:pt x="22943" y="1"/>
                    <a:pt x="21899" y="85"/>
                    <a:pt x="20857" y="255"/>
                  </a:cubicBezTo>
                  <a:cubicBezTo>
                    <a:pt x="15931" y="1058"/>
                    <a:pt x="11578" y="3693"/>
                    <a:pt x="8589" y="7680"/>
                  </a:cubicBezTo>
                  <a:lnTo>
                    <a:pt x="5243" y="5323"/>
                  </a:lnTo>
                  <a:cubicBezTo>
                    <a:pt x="5217" y="5305"/>
                    <a:pt x="5186" y="5296"/>
                    <a:pt x="5154" y="5296"/>
                  </a:cubicBezTo>
                  <a:cubicBezTo>
                    <a:pt x="5145" y="5296"/>
                    <a:pt x="5135" y="5297"/>
                    <a:pt x="5126" y="5299"/>
                  </a:cubicBezTo>
                  <a:cubicBezTo>
                    <a:pt x="5086" y="5306"/>
                    <a:pt x="5050" y="5329"/>
                    <a:pt x="5026" y="5363"/>
                  </a:cubicBezTo>
                  <a:lnTo>
                    <a:pt x="32" y="12454"/>
                  </a:lnTo>
                  <a:cubicBezTo>
                    <a:pt x="9" y="12487"/>
                    <a:pt x="1" y="12528"/>
                    <a:pt x="8" y="12570"/>
                  </a:cubicBezTo>
                  <a:cubicBezTo>
                    <a:pt x="15" y="12611"/>
                    <a:pt x="38" y="12647"/>
                    <a:pt x="72" y="12670"/>
                  </a:cubicBezTo>
                  <a:lnTo>
                    <a:pt x="38142" y="39478"/>
                  </a:lnTo>
                  <a:cubicBezTo>
                    <a:pt x="38167" y="39498"/>
                    <a:pt x="38199" y="39506"/>
                    <a:pt x="38230" y="39506"/>
                  </a:cubicBezTo>
                  <a:lnTo>
                    <a:pt x="38259" y="39506"/>
                  </a:lnTo>
                  <a:cubicBezTo>
                    <a:pt x="38300" y="39499"/>
                    <a:pt x="38336" y="39476"/>
                    <a:pt x="38359" y="39442"/>
                  </a:cubicBezTo>
                  <a:lnTo>
                    <a:pt x="43351" y="32352"/>
                  </a:lnTo>
                  <a:cubicBezTo>
                    <a:pt x="43374" y="32318"/>
                    <a:pt x="43383" y="32276"/>
                    <a:pt x="43376" y="32235"/>
                  </a:cubicBezTo>
                  <a:cubicBezTo>
                    <a:pt x="43368" y="32195"/>
                    <a:pt x="43346" y="32159"/>
                    <a:pt x="43311" y="32135"/>
                  </a:cubicBezTo>
                  <a:lnTo>
                    <a:pt x="39965" y="29777"/>
                  </a:lnTo>
                  <a:cubicBezTo>
                    <a:pt x="42711" y="25619"/>
                    <a:pt x="43726" y="20636"/>
                    <a:pt x="42823" y="15723"/>
                  </a:cubicBezTo>
                  <a:cubicBezTo>
                    <a:pt x="41908" y="10755"/>
                    <a:pt x="39129" y="6414"/>
                    <a:pt x="34998" y="3505"/>
                  </a:cubicBezTo>
                  <a:cubicBezTo>
                    <a:pt x="31729" y="1204"/>
                    <a:pt x="27904" y="1"/>
                    <a:pt x="239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1"/>
            <p:cNvSpPr/>
            <p:nvPr/>
          </p:nvSpPr>
          <p:spPr>
            <a:xfrm>
              <a:off x="7243088" y="984945"/>
              <a:ext cx="738151" cy="530415"/>
            </a:xfrm>
            <a:custGeom>
              <a:rect b="b" l="l" r="r" t="t"/>
              <a:pathLst>
                <a:path extrusionOk="0" h="27946" w="38891">
                  <a:moveTo>
                    <a:pt x="778" y="1"/>
                  </a:moveTo>
                  <a:lnTo>
                    <a:pt x="0" y="1105"/>
                  </a:lnTo>
                  <a:lnTo>
                    <a:pt x="38113" y="27946"/>
                  </a:lnTo>
                  <a:lnTo>
                    <a:pt x="38890" y="26842"/>
                  </a:lnTo>
                  <a:lnTo>
                    <a:pt x="7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1"/>
            <p:cNvSpPr/>
            <p:nvPr/>
          </p:nvSpPr>
          <p:spPr>
            <a:xfrm>
              <a:off x="7246428" y="973102"/>
              <a:ext cx="31013" cy="40389"/>
            </a:xfrm>
            <a:custGeom>
              <a:rect b="b" l="l" r="r" t="t"/>
              <a:pathLst>
                <a:path extrusionOk="0" h="2128" w="1634">
                  <a:moveTo>
                    <a:pt x="1456" y="1"/>
                  </a:moveTo>
                  <a:cubicBezTo>
                    <a:pt x="1408" y="1"/>
                    <a:pt x="1359" y="23"/>
                    <a:pt x="1329" y="66"/>
                  </a:cubicBezTo>
                  <a:lnTo>
                    <a:pt x="50" y="1882"/>
                  </a:lnTo>
                  <a:cubicBezTo>
                    <a:pt x="0" y="1952"/>
                    <a:pt x="19" y="2049"/>
                    <a:pt x="87" y="2099"/>
                  </a:cubicBezTo>
                  <a:cubicBezTo>
                    <a:pt x="114" y="2119"/>
                    <a:pt x="147" y="2128"/>
                    <a:pt x="177" y="2128"/>
                  </a:cubicBezTo>
                  <a:cubicBezTo>
                    <a:pt x="226" y="2128"/>
                    <a:pt x="273" y="2105"/>
                    <a:pt x="304" y="2061"/>
                  </a:cubicBezTo>
                  <a:lnTo>
                    <a:pt x="1583" y="245"/>
                  </a:lnTo>
                  <a:cubicBezTo>
                    <a:pt x="1633" y="174"/>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1"/>
            <p:cNvSpPr/>
            <p:nvPr/>
          </p:nvSpPr>
          <p:spPr>
            <a:xfrm>
              <a:off x="7284499" y="999900"/>
              <a:ext cx="30975" cy="40351"/>
            </a:xfrm>
            <a:custGeom>
              <a:rect b="b" l="l" r="r" t="t"/>
              <a:pathLst>
                <a:path extrusionOk="0" h="2126" w="1632">
                  <a:moveTo>
                    <a:pt x="1456" y="0"/>
                  </a:moveTo>
                  <a:cubicBezTo>
                    <a:pt x="1408" y="0"/>
                    <a:pt x="1360" y="23"/>
                    <a:pt x="1329" y="66"/>
                  </a:cubicBezTo>
                  <a:lnTo>
                    <a:pt x="50" y="1882"/>
                  </a:lnTo>
                  <a:cubicBezTo>
                    <a:pt x="0" y="1952"/>
                    <a:pt x="17" y="2047"/>
                    <a:pt x="87" y="2097"/>
                  </a:cubicBezTo>
                  <a:cubicBezTo>
                    <a:pt x="114" y="2117"/>
                    <a:pt x="146" y="2126"/>
                    <a:pt x="177" y="2126"/>
                  </a:cubicBezTo>
                  <a:cubicBezTo>
                    <a:pt x="224" y="2126"/>
                    <a:pt x="273" y="2105"/>
                    <a:pt x="303" y="2060"/>
                  </a:cubicBezTo>
                  <a:lnTo>
                    <a:pt x="1582" y="244"/>
                  </a:lnTo>
                  <a:cubicBezTo>
                    <a:pt x="1632" y="174"/>
                    <a:pt x="1615" y="77"/>
                    <a:pt x="1545" y="27"/>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1"/>
            <p:cNvSpPr/>
            <p:nvPr/>
          </p:nvSpPr>
          <p:spPr>
            <a:xfrm>
              <a:off x="7259106" y="995289"/>
              <a:ext cx="21656" cy="27103"/>
            </a:xfrm>
            <a:custGeom>
              <a:rect b="b" l="l" r="r" t="t"/>
              <a:pathLst>
                <a:path extrusionOk="0" h="1428" w="1141">
                  <a:moveTo>
                    <a:pt x="966" y="0"/>
                  </a:moveTo>
                  <a:cubicBezTo>
                    <a:pt x="917" y="0"/>
                    <a:pt x="869" y="23"/>
                    <a:pt x="838" y="66"/>
                  </a:cubicBezTo>
                  <a:lnTo>
                    <a:pt x="51" y="1183"/>
                  </a:lnTo>
                  <a:cubicBezTo>
                    <a:pt x="1" y="1253"/>
                    <a:pt x="18" y="1350"/>
                    <a:pt x="88" y="1399"/>
                  </a:cubicBezTo>
                  <a:cubicBezTo>
                    <a:pt x="115" y="1419"/>
                    <a:pt x="147" y="1427"/>
                    <a:pt x="177" y="1427"/>
                  </a:cubicBezTo>
                  <a:cubicBezTo>
                    <a:pt x="227" y="1427"/>
                    <a:pt x="274" y="1404"/>
                    <a:pt x="304" y="1362"/>
                  </a:cubicBezTo>
                  <a:lnTo>
                    <a:pt x="1091" y="244"/>
                  </a:lnTo>
                  <a:cubicBezTo>
                    <a:pt x="1141" y="174"/>
                    <a:pt x="1124" y="77"/>
                    <a:pt x="1054" y="27"/>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1"/>
            <p:cNvSpPr/>
            <p:nvPr/>
          </p:nvSpPr>
          <p:spPr>
            <a:xfrm>
              <a:off x="7270683" y="1003449"/>
              <a:ext cx="21694" cy="27122"/>
            </a:xfrm>
            <a:custGeom>
              <a:rect b="b" l="l" r="r" t="t"/>
              <a:pathLst>
                <a:path extrusionOk="0" h="1429" w="1143">
                  <a:moveTo>
                    <a:pt x="966" y="1"/>
                  </a:moveTo>
                  <a:cubicBezTo>
                    <a:pt x="917" y="1"/>
                    <a:pt x="869" y="23"/>
                    <a:pt x="838" y="66"/>
                  </a:cubicBezTo>
                  <a:lnTo>
                    <a:pt x="51" y="1183"/>
                  </a:lnTo>
                  <a:cubicBezTo>
                    <a:pt x="1" y="1253"/>
                    <a:pt x="19" y="1350"/>
                    <a:pt x="88" y="1400"/>
                  </a:cubicBezTo>
                  <a:cubicBezTo>
                    <a:pt x="115" y="1420"/>
                    <a:pt x="148" y="1429"/>
                    <a:pt x="178" y="1429"/>
                  </a:cubicBezTo>
                  <a:cubicBezTo>
                    <a:pt x="227" y="1429"/>
                    <a:pt x="274" y="1406"/>
                    <a:pt x="305" y="1362"/>
                  </a:cubicBezTo>
                  <a:lnTo>
                    <a:pt x="1093" y="244"/>
                  </a:lnTo>
                  <a:cubicBezTo>
                    <a:pt x="1143" y="174"/>
                    <a:pt x="1124" y="79"/>
                    <a:pt x="1055" y="29"/>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1"/>
            <p:cNvSpPr/>
            <p:nvPr/>
          </p:nvSpPr>
          <p:spPr>
            <a:xfrm>
              <a:off x="7321963" y="1026338"/>
              <a:ext cx="31013" cy="40370"/>
            </a:xfrm>
            <a:custGeom>
              <a:rect b="b" l="l" r="r" t="t"/>
              <a:pathLst>
                <a:path extrusionOk="0" h="2127" w="1634">
                  <a:moveTo>
                    <a:pt x="1458" y="0"/>
                  </a:moveTo>
                  <a:cubicBezTo>
                    <a:pt x="1409" y="0"/>
                    <a:pt x="1360" y="23"/>
                    <a:pt x="1330" y="66"/>
                  </a:cubicBezTo>
                  <a:lnTo>
                    <a:pt x="51" y="1882"/>
                  </a:lnTo>
                  <a:cubicBezTo>
                    <a:pt x="1" y="1952"/>
                    <a:pt x="19" y="2047"/>
                    <a:pt x="89" y="2097"/>
                  </a:cubicBezTo>
                  <a:cubicBezTo>
                    <a:pt x="115" y="2117"/>
                    <a:pt x="148" y="2126"/>
                    <a:pt x="178" y="2126"/>
                  </a:cubicBezTo>
                  <a:cubicBezTo>
                    <a:pt x="227" y="2126"/>
                    <a:pt x="275" y="2103"/>
                    <a:pt x="305" y="2060"/>
                  </a:cubicBezTo>
                  <a:lnTo>
                    <a:pt x="1584" y="244"/>
                  </a:lnTo>
                  <a:cubicBezTo>
                    <a:pt x="1634" y="174"/>
                    <a:pt x="1615" y="77"/>
                    <a:pt x="1547" y="27"/>
                  </a:cubicBezTo>
                  <a:cubicBezTo>
                    <a:pt x="1520" y="9"/>
                    <a:pt x="1489" y="0"/>
                    <a:pt x="145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1"/>
            <p:cNvSpPr/>
            <p:nvPr/>
          </p:nvSpPr>
          <p:spPr>
            <a:xfrm>
              <a:off x="7296608" y="1021707"/>
              <a:ext cx="21694" cy="27122"/>
            </a:xfrm>
            <a:custGeom>
              <a:rect b="b" l="l" r="r" t="t"/>
              <a:pathLst>
                <a:path extrusionOk="0" h="1429" w="1143">
                  <a:moveTo>
                    <a:pt x="966" y="1"/>
                  </a:moveTo>
                  <a:cubicBezTo>
                    <a:pt x="918" y="1"/>
                    <a:pt x="870" y="23"/>
                    <a:pt x="840" y="67"/>
                  </a:cubicBezTo>
                  <a:lnTo>
                    <a:pt x="51" y="1184"/>
                  </a:lnTo>
                  <a:cubicBezTo>
                    <a:pt x="1" y="1254"/>
                    <a:pt x="19" y="1351"/>
                    <a:pt x="89" y="1400"/>
                  </a:cubicBezTo>
                  <a:cubicBezTo>
                    <a:pt x="115" y="1420"/>
                    <a:pt x="148" y="1428"/>
                    <a:pt x="178" y="1428"/>
                  </a:cubicBezTo>
                  <a:cubicBezTo>
                    <a:pt x="227" y="1428"/>
                    <a:pt x="275" y="1406"/>
                    <a:pt x="305" y="1363"/>
                  </a:cubicBezTo>
                  <a:lnTo>
                    <a:pt x="1092" y="245"/>
                  </a:lnTo>
                  <a:cubicBezTo>
                    <a:pt x="1142" y="175"/>
                    <a:pt x="1125" y="78"/>
                    <a:pt x="1055"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1"/>
            <p:cNvSpPr/>
            <p:nvPr/>
          </p:nvSpPr>
          <p:spPr>
            <a:xfrm>
              <a:off x="7308185" y="1029849"/>
              <a:ext cx="21675" cy="27122"/>
            </a:xfrm>
            <a:custGeom>
              <a:rect b="b" l="l" r="r" t="t"/>
              <a:pathLst>
                <a:path extrusionOk="0" h="1429" w="1142">
                  <a:moveTo>
                    <a:pt x="966" y="1"/>
                  </a:moveTo>
                  <a:cubicBezTo>
                    <a:pt x="917" y="1"/>
                    <a:pt x="869" y="23"/>
                    <a:pt x="838" y="66"/>
                  </a:cubicBezTo>
                  <a:lnTo>
                    <a:pt x="51" y="1184"/>
                  </a:lnTo>
                  <a:cubicBezTo>
                    <a:pt x="1" y="1254"/>
                    <a:pt x="18" y="1351"/>
                    <a:pt x="88" y="1400"/>
                  </a:cubicBezTo>
                  <a:cubicBezTo>
                    <a:pt x="115" y="1420"/>
                    <a:pt x="147" y="1428"/>
                    <a:pt x="177" y="1428"/>
                  </a:cubicBezTo>
                  <a:cubicBezTo>
                    <a:pt x="225" y="1428"/>
                    <a:pt x="274" y="1405"/>
                    <a:pt x="304" y="1362"/>
                  </a:cubicBezTo>
                  <a:lnTo>
                    <a:pt x="1091" y="245"/>
                  </a:lnTo>
                  <a:cubicBezTo>
                    <a:pt x="1141" y="175"/>
                    <a:pt x="1124" y="78"/>
                    <a:pt x="1054" y="28"/>
                  </a:cubicBezTo>
                  <a:cubicBezTo>
                    <a:pt x="1027" y="10"/>
                    <a:pt x="996"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1"/>
            <p:cNvSpPr/>
            <p:nvPr/>
          </p:nvSpPr>
          <p:spPr>
            <a:xfrm>
              <a:off x="7359504" y="1052737"/>
              <a:ext cx="31013" cy="40370"/>
            </a:xfrm>
            <a:custGeom>
              <a:rect b="b" l="l" r="r" t="t"/>
              <a:pathLst>
                <a:path extrusionOk="0" h="2127" w="1634">
                  <a:moveTo>
                    <a:pt x="1457" y="0"/>
                  </a:moveTo>
                  <a:cubicBezTo>
                    <a:pt x="1408" y="0"/>
                    <a:pt x="1360" y="23"/>
                    <a:pt x="1329" y="65"/>
                  </a:cubicBezTo>
                  <a:lnTo>
                    <a:pt x="50" y="1882"/>
                  </a:lnTo>
                  <a:cubicBezTo>
                    <a:pt x="0" y="1951"/>
                    <a:pt x="19" y="2048"/>
                    <a:pt x="87" y="2098"/>
                  </a:cubicBezTo>
                  <a:cubicBezTo>
                    <a:pt x="115" y="2118"/>
                    <a:pt x="147" y="2127"/>
                    <a:pt x="177" y="2127"/>
                  </a:cubicBezTo>
                  <a:cubicBezTo>
                    <a:pt x="226" y="2127"/>
                    <a:pt x="273" y="2104"/>
                    <a:pt x="305" y="2061"/>
                  </a:cubicBezTo>
                  <a:lnTo>
                    <a:pt x="1583" y="244"/>
                  </a:lnTo>
                  <a:cubicBezTo>
                    <a:pt x="1633" y="175"/>
                    <a:pt x="1615" y="78"/>
                    <a:pt x="1545" y="28"/>
                  </a:cubicBezTo>
                  <a:cubicBezTo>
                    <a:pt x="1518"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1"/>
            <p:cNvSpPr/>
            <p:nvPr/>
          </p:nvSpPr>
          <p:spPr>
            <a:xfrm>
              <a:off x="7334110" y="1048126"/>
              <a:ext cx="21694" cy="27122"/>
            </a:xfrm>
            <a:custGeom>
              <a:rect b="b" l="l" r="r" t="t"/>
              <a:pathLst>
                <a:path extrusionOk="0" h="1429" w="1143">
                  <a:moveTo>
                    <a:pt x="966" y="1"/>
                  </a:moveTo>
                  <a:cubicBezTo>
                    <a:pt x="918" y="1"/>
                    <a:pt x="869" y="23"/>
                    <a:pt x="838" y="66"/>
                  </a:cubicBezTo>
                  <a:lnTo>
                    <a:pt x="51" y="1184"/>
                  </a:lnTo>
                  <a:cubicBezTo>
                    <a:pt x="1" y="1254"/>
                    <a:pt x="18" y="1350"/>
                    <a:pt x="88" y="1400"/>
                  </a:cubicBezTo>
                  <a:cubicBezTo>
                    <a:pt x="115" y="1420"/>
                    <a:pt x="147" y="1428"/>
                    <a:pt x="178" y="1428"/>
                  </a:cubicBezTo>
                  <a:cubicBezTo>
                    <a:pt x="225" y="1428"/>
                    <a:pt x="274" y="1405"/>
                    <a:pt x="304" y="1362"/>
                  </a:cubicBezTo>
                  <a:lnTo>
                    <a:pt x="1093" y="245"/>
                  </a:lnTo>
                  <a:cubicBezTo>
                    <a:pt x="1143" y="175"/>
                    <a:pt x="1124" y="78"/>
                    <a:pt x="1054"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1"/>
            <p:cNvSpPr/>
            <p:nvPr/>
          </p:nvSpPr>
          <p:spPr>
            <a:xfrm>
              <a:off x="7345706" y="1056267"/>
              <a:ext cx="21675" cy="27103"/>
            </a:xfrm>
            <a:custGeom>
              <a:rect b="b" l="l" r="r" t="t"/>
              <a:pathLst>
                <a:path extrusionOk="0" h="1428" w="1142">
                  <a:moveTo>
                    <a:pt x="966" y="1"/>
                  </a:moveTo>
                  <a:cubicBezTo>
                    <a:pt x="918" y="1"/>
                    <a:pt x="869" y="23"/>
                    <a:pt x="839" y="66"/>
                  </a:cubicBezTo>
                  <a:lnTo>
                    <a:pt x="50" y="1183"/>
                  </a:lnTo>
                  <a:cubicBezTo>
                    <a:pt x="0" y="1253"/>
                    <a:pt x="19" y="1349"/>
                    <a:pt x="89" y="1399"/>
                  </a:cubicBezTo>
                  <a:cubicBezTo>
                    <a:pt x="114" y="1419"/>
                    <a:pt x="147" y="1428"/>
                    <a:pt x="177" y="1428"/>
                  </a:cubicBezTo>
                  <a:cubicBezTo>
                    <a:pt x="226" y="1428"/>
                    <a:pt x="274" y="1405"/>
                    <a:pt x="304" y="1362"/>
                  </a:cubicBezTo>
                  <a:lnTo>
                    <a:pt x="1092" y="245"/>
                  </a:lnTo>
                  <a:cubicBezTo>
                    <a:pt x="1142" y="175"/>
                    <a:pt x="1125" y="78"/>
                    <a:pt x="1055" y="28"/>
                  </a:cubicBezTo>
                  <a:cubicBezTo>
                    <a:pt x="1028" y="9"/>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1"/>
            <p:cNvSpPr/>
            <p:nvPr/>
          </p:nvSpPr>
          <p:spPr>
            <a:xfrm>
              <a:off x="7397006" y="1079137"/>
              <a:ext cx="30994" cy="40389"/>
            </a:xfrm>
            <a:custGeom>
              <a:rect b="b" l="l" r="r" t="t"/>
              <a:pathLst>
                <a:path extrusionOk="0" h="2128" w="1633">
                  <a:moveTo>
                    <a:pt x="1456" y="0"/>
                  </a:moveTo>
                  <a:cubicBezTo>
                    <a:pt x="1407" y="0"/>
                    <a:pt x="1360" y="23"/>
                    <a:pt x="1329" y="66"/>
                  </a:cubicBezTo>
                  <a:lnTo>
                    <a:pt x="50" y="1882"/>
                  </a:lnTo>
                  <a:cubicBezTo>
                    <a:pt x="0" y="1952"/>
                    <a:pt x="18" y="2049"/>
                    <a:pt x="88" y="2099"/>
                  </a:cubicBezTo>
                  <a:cubicBezTo>
                    <a:pt x="115" y="2117"/>
                    <a:pt x="146" y="2127"/>
                    <a:pt x="176" y="2127"/>
                  </a:cubicBezTo>
                  <a:cubicBezTo>
                    <a:pt x="225" y="2127"/>
                    <a:pt x="273" y="2105"/>
                    <a:pt x="303" y="2060"/>
                  </a:cubicBezTo>
                  <a:lnTo>
                    <a:pt x="1582" y="244"/>
                  </a:lnTo>
                  <a:cubicBezTo>
                    <a:pt x="1632" y="174"/>
                    <a:pt x="1615" y="78"/>
                    <a:pt x="1545" y="28"/>
                  </a:cubicBezTo>
                  <a:cubicBezTo>
                    <a:pt x="1518" y="10"/>
                    <a:pt x="1486"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1"/>
            <p:cNvSpPr/>
            <p:nvPr/>
          </p:nvSpPr>
          <p:spPr>
            <a:xfrm>
              <a:off x="7371593" y="1074525"/>
              <a:ext cx="21694" cy="27122"/>
            </a:xfrm>
            <a:custGeom>
              <a:rect b="b" l="l" r="r" t="t"/>
              <a:pathLst>
                <a:path extrusionOk="0" h="1429" w="1143">
                  <a:moveTo>
                    <a:pt x="967" y="1"/>
                  </a:moveTo>
                  <a:cubicBezTo>
                    <a:pt x="918" y="1"/>
                    <a:pt x="870" y="24"/>
                    <a:pt x="839" y="66"/>
                  </a:cubicBezTo>
                  <a:lnTo>
                    <a:pt x="51" y="1184"/>
                  </a:lnTo>
                  <a:cubicBezTo>
                    <a:pt x="1" y="1253"/>
                    <a:pt x="19" y="1350"/>
                    <a:pt x="89" y="1400"/>
                  </a:cubicBezTo>
                  <a:cubicBezTo>
                    <a:pt x="115" y="1420"/>
                    <a:pt x="148" y="1429"/>
                    <a:pt x="178" y="1429"/>
                  </a:cubicBezTo>
                  <a:cubicBezTo>
                    <a:pt x="228" y="1429"/>
                    <a:pt x="276" y="1406"/>
                    <a:pt x="305" y="1363"/>
                  </a:cubicBezTo>
                  <a:lnTo>
                    <a:pt x="1092" y="244"/>
                  </a:lnTo>
                  <a:cubicBezTo>
                    <a:pt x="1142" y="176"/>
                    <a:pt x="1125" y="79"/>
                    <a:pt x="1055" y="29"/>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1"/>
            <p:cNvSpPr/>
            <p:nvPr/>
          </p:nvSpPr>
          <p:spPr>
            <a:xfrm>
              <a:off x="7383208" y="1082648"/>
              <a:ext cx="21675" cy="27141"/>
            </a:xfrm>
            <a:custGeom>
              <a:rect b="b" l="l" r="r" t="t"/>
              <a:pathLst>
                <a:path extrusionOk="0" h="1430" w="1142">
                  <a:moveTo>
                    <a:pt x="964" y="1"/>
                  </a:moveTo>
                  <a:cubicBezTo>
                    <a:pt x="915" y="1"/>
                    <a:pt x="868" y="23"/>
                    <a:pt x="837" y="66"/>
                  </a:cubicBezTo>
                  <a:lnTo>
                    <a:pt x="50" y="1185"/>
                  </a:lnTo>
                  <a:cubicBezTo>
                    <a:pt x="0" y="1254"/>
                    <a:pt x="17" y="1351"/>
                    <a:pt x="87" y="1401"/>
                  </a:cubicBezTo>
                  <a:cubicBezTo>
                    <a:pt x="114" y="1421"/>
                    <a:pt x="146" y="1429"/>
                    <a:pt x="177" y="1429"/>
                  </a:cubicBezTo>
                  <a:cubicBezTo>
                    <a:pt x="224" y="1429"/>
                    <a:pt x="273" y="1408"/>
                    <a:pt x="303" y="1364"/>
                  </a:cubicBezTo>
                  <a:lnTo>
                    <a:pt x="1092" y="245"/>
                  </a:lnTo>
                  <a:cubicBezTo>
                    <a:pt x="1142" y="176"/>
                    <a:pt x="1123" y="79"/>
                    <a:pt x="1053" y="29"/>
                  </a:cubicBezTo>
                  <a:cubicBezTo>
                    <a:pt x="1026" y="10"/>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1"/>
            <p:cNvSpPr/>
            <p:nvPr/>
          </p:nvSpPr>
          <p:spPr>
            <a:xfrm>
              <a:off x="7434489" y="1105574"/>
              <a:ext cx="31013" cy="40370"/>
            </a:xfrm>
            <a:custGeom>
              <a:rect b="b" l="l" r="r" t="t"/>
              <a:pathLst>
                <a:path extrusionOk="0" h="2127" w="1634">
                  <a:moveTo>
                    <a:pt x="1457" y="1"/>
                  </a:moveTo>
                  <a:cubicBezTo>
                    <a:pt x="1408" y="1"/>
                    <a:pt x="1360" y="24"/>
                    <a:pt x="1329" y="66"/>
                  </a:cubicBezTo>
                  <a:lnTo>
                    <a:pt x="50" y="1880"/>
                  </a:lnTo>
                  <a:cubicBezTo>
                    <a:pt x="0" y="1950"/>
                    <a:pt x="19" y="2047"/>
                    <a:pt x="87" y="2098"/>
                  </a:cubicBezTo>
                  <a:cubicBezTo>
                    <a:pt x="114" y="2116"/>
                    <a:pt x="147" y="2126"/>
                    <a:pt x="177" y="2126"/>
                  </a:cubicBezTo>
                  <a:cubicBezTo>
                    <a:pt x="226" y="2126"/>
                    <a:pt x="273" y="2102"/>
                    <a:pt x="304" y="2059"/>
                  </a:cubicBezTo>
                  <a:lnTo>
                    <a:pt x="1583" y="244"/>
                  </a:lnTo>
                  <a:cubicBezTo>
                    <a:pt x="1633" y="176"/>
                    <a:pt x="1615" y="79"/>
                    <a:pt x="1545" y="29"/>
                  </a:cubicBezTo>
                  <a:cubicBezTo>
                    <a:pt x="1518"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1"/>
            <p:cNvSpPr/>
            <p:nvPr/>
          </p:nvSpPr>
          <p:spPr>
            <a:xfrm>
              <a:off x="7409133" y="1100944"/>
              <a:ext cx="21675" cy="27122"/>
            </a:xfrm>
            <a:custGeom>
              <a:rect b="b" l="l" r="r" t="t"/>
              <a:pathLst>
                <a:path extrusionOk="0" h="1429" w="1142">
                  <a:moveTo>
                    <a:pt x="965" y="0"/>
                  </a:moveTo>
                  <a:cubicBezTo>
                    <a:pt x="916" y="0"/>
                    <a:pt x="868" y="23"/>
                    <a:pt x="837" y="65"/>
                  </a:cubicBezTo>
                  <a:lnTo>
                    <a:pt x="50" y="1183"/>
                  </a:lnTo>
                  <a:cubicBezTo>
                    <a:pt x="0" y="1253"/>
                    <a:pt x="19" y="1350"/>
                    <a:pt x="87" y="1400"/>
                  </a:cubicBezTo>
                  <a:cubicBezTo>
                    <a:pt x="114" y="1420"/>
                    <a:pt x="147" y="1428"/>
                    <a:pt x="177" y="1428"/>
                  </a:cubicBezTo>
                  <a:cubicBezTo>
                    <a:pt x="226" y="1428"/>
                    <a:pt x="273" y="1406"/>
                    <a:pt x="304" y="1361"/>
                  </a:cubicBezTo>
                  <a:lnTo>
                    <a:pt x="1092" y="244"/>
                  </a:lnTo>
                  <a:cubicBezTo>
                    <a:pt x="1142" y="174"/>
                    <a:pt x="1123" y="78"/>
                    <a:pt x="1055"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1"/>
            <p:cNvSpPr/>
            <p:nvPr/>
          </p:nvSpPr>
          <p:spPr>
            <a:xfrm>
              <a:off x="7420729" y="1109104"/>
              <a:ext cx="21656" cy="27122"/>
            </a:xfrm>
            <a:custGeom>
              <a:rect b="b" l="l" r="r" t="t"/>
              <a:pathLst>
                <a:path extrusionOk="0" h="1429" w="1141">
                  <a:moveTo>
                    <a:pt x="965" y="1"/>
                  </a:moveTo>
                  <a:cubicBezTo>
                    <a:pt x="917" y="1"/>
                    <a:pt x="869" y="23"/>
                    <a:pt x="838" y="65"/>
                  </a:cubicBezTo>
                  <a:lnTo>
                    <a:pt x="51" y="1184"/>
                  </a:lnTo>
                  <a:cubicBezTo>
                    <a:pt x="1" y="1253"/>
                    <a:pt x="18" y="1350"/>
                    <a:pt x="88" y="1400"/>
                  </a:cubicBezTo>
                  <a:cubicBezTo>
                    <a:pt x="115" y="1420"/>
                    <a:pt x="146" y="1429"/>
                    <a:pt x="176" y="1429"/>
                  </a:cubicBezTo>
                  <a:cubicBezTo>
                    <a:pt x="225" y="1429"/>
                    <a:pt x="274" y="1406"/>
                    <a:pt x="304" y="1363"/>
                  </a:cubicBezTo>
                  <a:lnTo>
                    <a:pt x="1091" y="244"/>
                  </a:lnTo>
                  <a:cubicBezTo>
                    <a:pt x="1141" y="175"/>
                    <a:pt x="1124" y="78"/>
                    <a:pt x="1054" y="28"/>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1"/>
            <p:cNvSpPr/>
            <p:nvPr/>
          </p:nvSpPr>
          <p:spPr>
            <a:xfrm>
              <a:off x="7472010" y="1131993"/>
              <a:ext cx="30994" cy="40333"/>
            </a:xfrm>
            <a:custGeom>
              <a:rect b="b" l="l" r="r" t="t"/>
              <a:pathLst>
                <a:path extrusionOk="0" h="2125" w="1633">
                  <a:moveTo>
                    <a:pt x="1456" y="0"/>
                  </a:moveTo>
                  <a:cubicBezTo>
                    <a:pt x="1407" y="0"/>
                    <a:pt x="1360" y="23"/>
                    <a:pt x="1329" y="65"/>
                  </a:cubicBezTo>
                  <a:lnTo>
                    <a:pt x="51" y="1880"/>
                  </a:lnTo>
                  <a:cubicBezTo>
                    <a:pt x="1" y="1950"/>
                    <a:pt x="18" y="2046"/>
                    <a:pt x="88" y="2096"/>
                  </a:cubicBezTo>
                  <a:cubicBezTo>
                    <a:pt x="115" y="2116"/>
                    <a:pt x="146" y="2124"/>
                    <a:pt x="178" y="2124"/>
                  </a:cubicBezTo>
                  <a:cubicBezTo>
                    <a:pt x="225" y="2124"/>
                    <a:pt x="273" y="2101"/>
                    <a:pt x="303" y="2059"/>
                  </a:cubicBezTo>
                  <a:lnTo>
                    <a:pt x="1582" y="244"/>
                  </a:lnTo>
                  <a:cubicBezTo>
                    <a:pt x="1632" y="174"/>
                    <a:pt x="1615" y="78"/>
                    <a:pt x="1545" y="28"/>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1"/>
            <p:cNvSpPr/>
            <p:nvPr/>
          </p:nvSpPr>
          <p:spPr>
            <a:xfrm>
              <a:off x="7446635" y="1127343"/>
              <a:ext cx="21656" cy="27141"/>
            </a:xfrm>
            <a:custGeom>
              <a:rect b="b" l="l" r="r" t="t"/>
              <a:pathLst>
                <a:path extrusionOk="0" h="1430" w="1141">
                  <a:moveTo>
                    <a:pt x="965" y="0"/>
                  </a:moveTo>
                  <a:cubicBezTo>
                    <a:pt x="916" y="0"/>
                    <a:pt x="868" y="23"/>
                    <a:pt x="837" y="66"/>
                  </a:cubicBezTo>
                  <a:lnTo>
                    <a:pt x="49" y="1183"/>
                  </a:lnTo>
                  <a:cubicBezTo>
                    <a:pt x="0" y="1253"/>
                    <a:pt x="17" y="1351"/>
                    <a:pt x="87" y="1399"/>
                  </a:cubicBezTo>
                  <a:cubicBezTo>
                    <a:pt x="114" y="1419"/>
                    <a:pt x="146" y="1429"/>
                    <a:pt x="176" y="1429"/>
                  </a:cubicBezTo>
                  <a:cubicBezTo>
                    <a:pt x="224" y="1429"/>
                    <a:pt x="273" y="1405"/>
                    <a:pt x="303" y="1362"/>
                  </a:cubicBezTo>
                  <a:lnTo>
                    <a:pt x="1090" y="245"/>
                  </a:lnTo>
                  <a:cubicBezTo>
                    <a:pt x="1140" y="175"/>
                    <a:pt x="1123" y="77"/>
                    <a:pt x="1053" y="27"/>
                  </a:cubicBezTo>
                  <a:cubicBezTo>
                    <a:pt x="1026" y="9"/>
                    <a:pt x="995"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1"/>
            <p:cNvSpPr/>
            <p:nvPr/>
          </p:nvSpPr>
          <p:spPr>
            <a:xfrm>
              <a:off x="7458212" y="1135504"/>
              <a:ext cx="21675" cy="27141"/>
            </a:xfrm>
            <a:custGeom>
              <a:rect b="b" l="l" r="r" t="t"/>
              <a:pathLst>
                <a:path extrusionOk="0" h="1430" w="1142">
                  <a:moveTo>
                    <a:pt x="965" y="1"/>
                  </a:moveTo>
                  <a:cubicBezTo>
                    <a:pt x="916" y="1"/>
                    <a:pt x="868" y="23"/>
                    <a:pt x="838" y="66"/>
                  </a:cubicBezTo>
                  <a:lnTo>
                    <a:pt x="50" y="1183"/>
                  </a:lnTo>
                  <a:cubicBezTo>
                    <a:pt x="0" y="1253"/>
                    <a:pt x="19" y="1351"/>
                    <a:pt x="87" y="1401"/>
                  </a:cubicBezTo>
                  <a:cubicBezTo>
                    <a:pt x="115" y="1421"/>
                    <a:pt x="147" y="1429"/>
                    <a:pt x="177" y="1429"/>
                  </a:cubicBezTo>
                  <a:cubicBezTo>
                    <a:pt x="226" y="1429"/>
                    <a:pt x="273" y="1406"/>
                    <a:pt x="305" y="1362"/>
                  </a:cubicBezTo>
                  <a:lnTo>
                    <a:pt x="1092" y="245"/>
                  </a:lnTo>
                  <a:cubicBezTo>
                    <a:pt x="1142" y="175"/>
                    <a:pt x="1123" y="79"/>
                    <a:pt x="1055"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1"/>
            <p:cNvSpPr/>
            <p:nvPr/>
          </p:nvSpPr>
          <p:spPr>
            <a:xfrm>
              <a:off x="7509493" y="1158354"/>
              <a:ext cx="31013" cy="40370"/>
            </a:xfrm>
            <a:custGeom>
              <a:rect b="b" l="l" r="r" t="t"/>
              <a:pathLst>
                <a:path extrusionOk="0" h="2127" w="1634">
                  <a:moveTo>
                    <a:pt x="1457" y="0"/>
                  </a:moveTo>
                  <a:cubicBezTo>
                    <a:pt x="1408" y="0"/>
                    <a:pt x="1360" y="23"/>
                    <a:pt x="1329" y="65"/>
                  </a:cubicBezTo>
                  <a:lnTo>
                    <a:pt x="50" y="1883"/>
                  </a:lnTo>
                  <a:cubicBezTo>
                    <a:pt x="0" y="1951"/>
                    <a:pt x="19" y="2048"/>
                    <a:pt x="89" y="2098"/>
                  </a:cubicBezTo>
                  <a:cubicBezTo>
                    <a:pt x="114" y="2118"/>
                    <a:pt x="147" y="2127"/>
                    <a:pt x="177" y="2127"/>
                  </a:cubicBezTo>
                  <a:cubicBezTo>
                    <a:pt x="226" y="2127"/>
                    <a:pt x="274" y="2104"/>
                    <a:pt x="304" y="2061"/>
                  </a:cubicBezTo>
                  <a:lnTo>
                    <a:pt x="1583" y="244"/>
                  </a:lnTo>
                  <a:cubicBezTo>
                    <a:pt x="1633" y="175"/>
                    <a:pt x="1615" y="78"/>
                    <a:pt x="1546" y="28"/>
                  </a:cubicBezTo>
                  <a:cubicBezTo>
                    <a:pt x="1519"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1"/>
            <p:cNvSpPr/>
            <p:nvPr/>
          </p:nvSpPr>
          <p:spPr>
            <a:xfrm>
              <a:off x="7484137" y="1153743"/>
              <a:ext cx="21675" cy="27122"/>
            </a:xfrm>
            <a:custGeom>
              <a:rect b="b" l="l" r="r" t="t"/>
              <a:pathLst>
                <a:path extrusionOk="0" h="1429" w="1142">
                  <a:moveTo>
                    <a:pt x="966" y="0"/>
                  </a:moveTo>
                  <a:cubicBezTo>
                    <a:pt x="918" y="0"/>
                    <a:pt x="870" y="23"/>
                    <a:pt x="839" y="65"/>
                  </a:cubicBezTo>
                  <a:lnTo>
                    <a:pt x="50" y="1184"/>
                  </a:lnTo>
                  <a:cubicBezTo>
                    <a:pt x="0" y="1254"/>
                    <a:pt x="19" y="1350"/>
                    <a:pt x="89" y="1400"/>
                  </a:cubicBezTo>
                  <a:cubicBezTo>
                    <a:pt x="115" y="1420"/>
                    <a:pt x="147" y="1428"/>
                    <a:pt x="177" y="1428"/>
                  </a:cubicBezTo>
                  <a:cubicBezTo>
                    <a:pt x="226" y="1428"/>
                    <a:pt x="275" y="1406"/>
                    <a:pt x="305" y="1363"/>
                  </a:cubicBezTo>
                  <a:lnTo>
                    <a:pt x="1092" y="244"/>
                  </a:lnTo>
                  <a:cubicBezTo>
                    <a:pt x="1142" y="175"/>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1"/>
            <p:cNvSpPr/>
            <p:nvPr/>
          </p:nvSpPr>
          <p:spPr>
            <a:xfrm>
              <a:off x="7495714" y="1161922"/>
              <a:ext cx="21656" cy="27122"/>
            </a:xfrm>
            <a:custGeom>
              <a:rect b="b" l="l" r="r" t="t"/>
              <a:pathLst>
                <a:path extrusionOk="0" h="1429" w="1141">
                  <a:moveTo>
                    <a:pt x="965" y="0"/>
                  </a:moveTo>
                  <a:cubicBezTo>
                    <a:pt x="916" y="0"/>
                    <a:pt x="868" y="23"/>
                    <a:pt x="838" y="66"/>
                  </a:cubicBezTo>
                  <a:lnTo>
                    <a:pt x="50" y="1183"/>
                  </a:lnTo>
                  <a:cubicBezTo>
                    <a:pt x="0" y="1253"/>
                    <a:pt x="17" y="1350"/>
                    <a:pt x="87" y="1399"/>
                  </a:cubicBezTo>
                  <a:cubicBezTo>
                    <a:pt x="115" y="1419"/>
                    <a:pt x="146" y="1429"/>
                    <a:pt x="176" y="1429"/>
                  </a:cubicBezTo>
                  <a:cubicBezTo>
                    <a:pt x="226" y="1429"/>
                    <a:pt x="275" y="1405"/>
                    <a:pt x="303" y="1362"/>
                  </a:cubicBezTo>
                  <a:lnTo>
                    <a:pt x="1091" y="244"/>
                  </a:lnTo>
                  <a:cubicBezTo>
                    <a:pt x="1141" y="174"/>
                    <a:pt x="1123" y="77"/>
                    <a:pt x="1053" y="27"/>
                  </a:cubicBezTo>
                  <a:cubicBezTo>
                    <a:pt x="1026"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1"/>
            <p:cNvSpPr/>
            <p:nvPr/>
          </p:nvSpPr>
          <p:spPr>
            <a:xfrm>
              <a:off x="7547014" y="1184754"/>
              <a:ext cx="31013" cy="40389"/>
            </a:xfrm>
            <a:custGeom>
              <a:rect b="b" l="l" r="r" t="t"/>
              <a:pathLst>
                <a:path extrusionOk="0" h="2128" w="1634">
                  <a:moveTo>
                    <a:pt x="1457" y="1"/>
                  </a:moveTo>
                  <a:cubicBezTo>
                    <a:pt x="1408" y="1"/>
                    <a:pt x="1360" y="23"/>
                    <a:pt x="1329" y="66"/>
                  </a:cubicBezTo>
                  <a:lnTo>
                    <a:pt x="51" y="1882"/>
                  </a:lnTo>
                  <a:cubicBezTo>
                    <a:pt x="1" y="1952"/>
                    <a:pt x="19" y="2049"/>
                    <a:pt x="88" y="2099"/>
                  </a:cubicBezTo>
                  <a:cubicBezTo>
                    <a:pt x="115" y="2119"/>
                    <a:pt x="148" y="2128"/>
                    <a:pt x="178" y="2128"/>
                  </a:cubicBezTo>
                  <a:cubicBezTo>
                    <a:pt x="225" y="2128"/>
                    <a:pt x="274" y="2106"/>
                    <a:pt x="305" y="2061"/>
                  </a:cubicBezTo>
                  <a:lnTo>
                    <a:pt x="1584" y="244"/>
                  </a:lnTo>
                  <a:cubicBezTo>
                    <a:pt x="1634" y="174"/>
                    <a:pt x="1615" y="79"/>
                    <a:pt x="1545" y="29"/>
                  </a:cubicBezTo>
                  <a:cubicBezTo>
                    <a:pt x="1518"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1"/>
            <p:cNvSpPr/>
            <p:nvPr/>
          </p:nvSpPr>
          <p:spPr>
            <a:xfrm>
              <a:off x="7521639" y="1180161"/>
              <a:ext cx="21675" cy="27122"/>
            </a:xfrm>
            <a:custGeom>
              <a:rect b="b" l="l" r="r" t="t"/>
              <a:pathLst>
                <a:path extrusionOk="0" h="1429" w="1142">
                  <a:moveTo>
                    <a:pt x="966" y="0"/>
                  </a:moveTo>
                  <a:cubicBezTo>
                    <a:pt x="917" y="0"/>
                    <a:pt x="868" y="23"/>
                    <a:pt x="838" y="65"/>
                  </a:cubicBezTo>
                  <a:lnTo>
                    <a:pt x="50" y="1184"/>
                  </a:lnTo>
                  <a:cubicBezTo>
                    <a:pt x="0" y="1254"/>
                    <a:pt x="17" y="1350"/>
                    <a:pt x="87" y="1400"/>
                  </a:cubicBezTo>
                  <a:cubicBezTo>
                    <a:pt x="115" y="1420"/>
                    <a:pt x="146" y="1428"/>
                    <a:pt x="177" y="1428"/>
                  </a:cubicBezTo>
                  <a:cubicBezTo>
                    <a:pt x="225" y="1428"/>
                    <a:pt x="273" y="1407"/>
                    <a:pt x="303" y="1362"/>
                  </a:cubicBezTo>
                  <a:lnTo>
                    <a:pt x="1092" y="244"/>
                  </a:lnTo>
                  <a:cubicBezTo>
                    <a:pt x="1142" y="175"/>
                    <a:pt x="1123" y="78"/>
                    <a:pt x="1053" y="28"/>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1"/>
            <p:cNvSpPr/>
            <p:nvPr/>
          </p:nvSpPr>
          <p:spPr>
            <a:xfrm>
              <a:off x="7533217" y="1188322"/>
              <a:ext cx="21675" cy="27122"/>
            </a:xfrm>
            <a:custGeom>
              <a:rect b="b" l="l" r="r" t="t"/>
              <a:pathLst>
                <a:path extrusionOk="0" h="1429" w="1142">
                  <a:moveTo>
                    <a:pt x="966" y="0"/>
                  </a:moveTo>
                  <a:cubicBezTo>
                    <a:pt x="917" y="0"/>
                    <a:pt x="869" y="23"/>
                    <a:pt x="839" y="65"/>
                  </a:cubicBezTo>
                  <a:lnTo>
                    <a:pt x="50" y="1184"/>
                  </a:lnTo>
                  <a:cubicBezTo>
                    <a:pt x="0" y="1254"/>
                    <a:pt x="19" y="1350"/>
                    <a:pt x="89" y="1400"/>
                  </a:cubicBezTo>
                  <a:cubicBezTo>
                    <a:pt x="115" y="1420"/>
                    <a:pt x="148" y="1428"/>
                    <a:pt x="178" y="1428"/>
                  </a:cubicBezTo>
                  <a:cubicBezTo>
                    <a:pt x="226" y="1428"/>
                    <a:pt x="275" y="1405"/>
                    <a:pt x="305" y="1362"/>
                  </a:cubicBezTo>
                  <a:lnTo>
                    <a:pt x="1092" y="244"/>
                  </a:lnTo>
                  <a:cubicBezTo>
                    <a:pt x="1142" y="175"/>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1"/>
            <p:cNvSpPr/>
            <p:nvPr/>
          </p:nvSpPr>
          <p:spPr>
            <a:xfrm>
              <a:off x="7584516" y="1211191"/>
              <a:ext cx="30994" cy="40389"/>
            </a:xfrm>
            <a:custGeom>
              <a:rect b="b" l="l" r="r" t="t"/>
              <a:pathLst>
                <a:path extrusionOk="0" h="2128" w="1633">
                  <a:moveTo>
                    <a:pt x="1456" y="1"/>
                  </a:moveTo>
                  <a:cubicBezTo>
                    <a:pt x="1408" y="1"/>
                    <a:pt x="1360" y="23"/>
                    <a:pt x="1330" y="66"/>
                  </a:cubicBezTo>
                  <a:lnTo>
                    <a:pt x="51" y="1882"/>
                  </a:lnTo>
                  <a:cubicBezTo>
                    <a:pt x="1" y="1952"/>
                    <a:pt x="18" y="2049"/>
                    <a:pt x="88" y="2099"/>
                  </a:cubicBezTo>
                  <a:cubicBezTo>
                    <a:pt x="115" y="2119"/>
                    <a:pt x="146" y="2128"/>
                    <a:pt x="176" y="2128"/>
                  </a:cubicBezTo>
                  <a:cubicBezTo>
                    <a:pt x="225" y="2128"/>
                    <a:pt x="274" y="2105"/>
                    <a:pt x="304" y="2061"/>
                  </a:cubicBezTo>
                  <a:lnTo>
                    <a:pt x="1582" y="245"/>
                  </a:lnTo>
                  <a:cubicBezTo>
                    <a:pt x="1632" y="175"/>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1"/>
            <p:cNvSpPr/>
            <p:nvPr/>
          </p:nvSpPr>
          <p:spPr>
            <a:xfrm>
              <a:off x="7559161" y="1206599"/>
              <a:ext cx="21656" cy="27122"/>
            </a:xfrm>
            <a:custGeom>
              <a:rect b="b" l="l" r="r" t="t"/>
              <a:pathLst>
                <a:path extrusionOk="0" h="1429" w="1141">
                  <a:moveTo>
                    <a:pt x="965" y="0"/>
                  </a:moveTo>
                  <a:cubicBezTo>
                    <a:pt x="917" y="0"/>
                    <a:pt x="869" y="23"/>
                    <a:pt x="838" y="65"/>
                  </a:cubicBezTo>
                  <a:lnTo>
                    <a:pt x="49" y="1184"/>
                  </a:lnTo>
                  <a:cubicBezTo>
                    <a:pt x="1" y="1254"/>
                    <a:pt x="18" y="1350"/>
                    <a:pt x="88" y="1400"/>
                  </a:cubicBezTo>
                  <a:cubicBezTo>
                    <a:pt x="115" y="1420"/>
                    <a:pt x="147" y="1428"/>
                    <a:pt x="177" y="1428"/>
                  </a:cubicBezTo>
                  <a:cubicBezTo>
                    <a:pt x="225" y="1428"/>
                    <a:pt x="274" y="1405"/>
                    <a:pt x="304" y="1362"/>
                  </a:cubicBezTo>
                  <a:lnTo>
                    <a:pt x="1091" y="244"/>
                  </a:lnTo>
                  <a:cubicBezTo>
                    <a:pt x="1141" y="175"/>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1"/>
            <p:cNvSpPr/>
            <p:nvPr/>
          </p:nvSpPr>
          <p:spPr>
            <a:xfrm>
              <a:off x="7570719" y="1214722"/>
              <a:ext cx="21694" cy="27122"/>
            </a:xfrm>
            <a:custGeom>
              <a:rect b="b" l="l" r="r" t="t"/>
              <a:pathLst>
                <a:path extrusionOk="0" h="1429" w="1143">
                  <a:moveTo>
                    <a:pt x="966" y="1"/>
                  </a:moveTo>
                  <a:cubicBezTo>
                    <a:pt x="917" y="1"/>
                    <a:pt x="868" y="24"/>
                    <a:pt x="838" y="66"/>
                  </a:cubicBezTo>
                  <a:lnTo>
                    <a:pt x="50" y="1185"/>
                  </a:lnTo>
                  <a:cubicBezTo>
                    <a:pt x="0" y="1255"/>
                    <a:pt x="18" y="1350"/>
                    <a:pt x="88" y="1400"/>
                  </a:cubicBezTo>
                  <a:cubicBezTo>
                    <a:pt x="115" y="1420"/>
                    <a:pt x="146" y="1429"/>
                    <a:pt x="178" y="1429"/>
                  </a:cubicBezTo>
                  <a:cubicBezTo>
                    <a:pt x="225" y="1429"/>
                    <a:pt x="273" y="1406"/>
                    <a:pt x="303" y="1363"/>
                  </a:cubicBezTo>
                  <a:lnTo>
                    <a:pt x="1092" y="244"/>
                  </a:lnTo>
                  <a:cubicBezTo>
                    <a:pt x="1142" y="176"/>
                    <a:pt x="1124" y="79"/>
                    <a:pt x="1053" y="29"/>
                  </a:cubicBezTo>
                  <a:cubicBezTo>
                    <a:pt x="1027" y="10"/>
                    <a:pt x="996"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1"/>
            <p:cNvSpPr/>
            <p:nvPr/>
          </p:nvSpPr>
          <p:spPr>
            <a:xfrm>
              <a:off x="7621999" y="1237610"/>
              <a:ext cx="30994" cy="40370"/>
            </a:xfrm>
            <a:custGeom>
              <a:rect b="b" l="l" r="r" t="t"/>
              <a:pathLst>
                <a:path extrusionOk="0" h="2127" w="1633">
                  <a:moveTo>
                    <a:pt x="1456" y="0"/>
                  </a:moveTo>
                  <a:cubicBezTo>
                    <a:pt x="1408" y="0"/>
                    <a:pt x="1360" y="23"/>
                    <a:pt x="1329" y="66"/>
                  </a:cubicBezTo>
                  <a:lnTo>
                    <a:pt x="50" y="1882"/>
                  </a:lnTo>
                  <a:cubicBezTo>
                    <a:pt x="0" y="1952"/>
                    <a:pt x="19" y="2049"/>
                    <a:pt x="88" y="2097"/>
                  </a:cubicBezTo>
                  <a:cubicBezTo>
                    <a:pt x="115" y="2117"/>
                    <a:pt x="146" y="2126"/>
                    <a:pt x="178" y="2126"/>
                  </a:cubicBezTo>
                  <a:cubicBezTo>
                    <a:pt x="228" y="2126"/>
                    <a:pt x="273" y="2103"/>
                    <a:pt x="305" y="2060"/>
                  </a:cubicBezTo>
                  <a:lnTo>
                    <a:pt x="1584" y="244"/>
                  </a:lnTo>
                  <a:cubicBezTo>
                    <a:pt x="1632" y="174"/>
                    <a:pt x="1615" y="79"/>
                    <a:pt x="1545" y="29"/>
                  </a:cubicBezTo>
                  <a:cubicBezTo>
                    <a:pt x="1518" y="10"/>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1"/>
            <p:cNvSpPr/>
            <p:nvPr/>
          </p:nvSpPr>
          <p:spPr>
            <a:xfrm>
              <a:off x="7596644" y="1232998"/>
              <a:ext cx="21694" cy="27122"/>
            </a:xfrm>
            <a:custGeom>
              <a:rect b="b" l="l" r="r" t="t"/>
              <a:pathLst>
                <a:path extrusionOk="0" h="1429" w="1143">
                  <a:moveTo>
                    <a:pt x="965" y="1"/>
                  </a:moveTo>
                  <a:cubicBezTo>
                    <a:pt x="916" y="1"/>
                    <a:pt x="868" y="23"/>
                    <a:pt x="838" y="66"/>
                  </a:cubicBezTo>
                  <a:lnTo>
                    <a:pt x="50" y="1185"/>
                  </a:lnTo>
                  <a:cubicBezTo>
                    <a:pt x="0" y="1253"/>
                    <a:pt x="19" y="1350"/>
                    <a:pt x="88" y="1400"/>
                  </a:cubicBezTo>
                  <a:cubicBezTo>
                    <a:pt x="115" y="1420"/>
                    <a:pt x="146" y="1429"/>
                    <a:pt x="178" y="1429"/>
                  </a:cubicBezTo>
                  <a:cubicBezTo>
                    <a:pt x="226" y="1429"/>
                    <a:pt x="273" y="1405"/>
                    <a:pt x="305" y="1363"/>
                  </a:cubicBezTo>
                  <a:lnTo>
                    <a:pt x="1092" y="244"/>
                  </a:lnTo>
                  <a:cubicBezTo>
                    <a:pt x="1142" y="174"/>
                    <a:pt x="1123" y="79"/>
                    <a:pt x="1055" y="29"/>
                  </a:cubicBezTo>
                  <a:cubicBezTo>
                    <a:pt x="1028"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1"/>
            <p:cNvSpPr/>
            <p:nvPr/>
          </p:nvSpPr>
          <p:spPr>
            <a:xfrm>
              <a:off x="7608240" y="1241140"/>
              <a:ext cx="21675" cy="27122"/>
            </a:xfrm>
            <a:custGeom>
              <a:rect b="b" l="l" r="r" t="t"/>
              <a:pathLst>
                <a:path extrusionOk="0" h="1429" w="1142">
                  <a:moveTo>
                    <a:pt x="965" y="0"/>
                  </a:moveTo>
                  <a:cubicBezTo>
                    <a:pt x="916" y="0"/>
                    <a:pt x="869" y="23"/>
                    <a:pt x="838" y="65"/>
                  </a:cubicBezTo>
                  <a:lnTo>
                    <a:pt x="51" y="1184"/>
                  </a:lnTo>
                  <a:cubicBezTo>
                    <a:pt x="1" y="1253"/>
                    <a:pt x="18" y="1350"/>
                    <a:pt x="88" y="1400"/>
                  </a:cubicBezTo>
                  <a:cubicBezTo>
                    <a:pt x="115" y="1420"/>
                    <a:pt x="147" y="1429"/>
                    <a:pt x="177" y="1429"/>
                  </a:cubicBezTo>
                  <a:cubicBezTo>
                    <a:pt x="225" y="1429"/>
                    <a:pt x="274" y="1404"/>
                    <a:pt x="304" y="1363"/>
                  </a:cubicBezTo>
                  <a:lnTo>
                    <a:pt x="1091" y="244"/>
                  </a:lnTo>
                  <a:cubicBezTo>
                    <a:pt x="1141" y="174"/>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1"/>
            <p:cNvSpPr/>
            <p:nvPr/>
          </p:nvSpPr>
          <p:spPr>
            <a:xfrm>
              <a:off x="7659521" y="1264010"/>
              <a:ext cx="30994" cy="40370"/>
            </a:xfrm>
            <a:custGeom>
              <a:rect b="b" l="l" r="r" t="t"/>
              <a:pathLst>
                <a:path extrusionOk="0" h="2127" w="1633">
                  <a:moveTo>
                    <a:pt x="1457" y="1"/>
                  </a:moveTo>
                  <a:cubicBezTo>
                    <a:pt x="1408" y="1"/>
                    <a:pt x="1360" y="23"/>
                    <a:pt x="1330" y="66"/>
                  </a:cubicBezTo>
                  <a:lnTo>
                    <a:pt x="51" y="1882"/>
                  </a:lnTo>
                  <a:cubicBezTo>
                    <a:pt x="1" y="1952"/>
                    <a:pt x="18" y="2048"/>
                    <a:pt x="88" y="2098"/>
                  </a:cubicBezTo>
                  <a:cubicBezTo>
                    <a:pt x="115" y="2118"/>
                    <a:pt x="147" y="2127"/>
                    <a:pt x="178" y="2127"/>
                  </a:cubicBezTo>
                  <a:cubicBezTo>
                    <a:pt x="225" y="2127"/>
                    <a:pt x="274" y="2104"/>
                    <a:pt x="304" y="2061"/>
                  </a:cubicBezTo>
                  <a:lnTo>
                    <a:pt x="1583" y="245"/>
                  </a:lnTo>
                  <a:cubicBezTo>
                    <a:pt x="1633" y="175"/>
                    <a:pt x="1615" y="78"/>
                    <a:pt x="1545" y="28"/>
                  </a:cubicBezTo>
                  <a:cubicBezTo>
                    <a:pt x="1518" y="10"/>
                    <a:pt x="1488"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1"/>
            <p:cNvSpPr/>
            <p:nvPr/>
          </p:nvSpPr>
          <p:spPr>
            <a:xfrm>
              <a:off x="7634146" y="1259398"/>
              <a:ext cx="21656" cy="27141"/>
            </a:xfrm>
            <a:custGeom>
              <a:rect b="b" l="l" r="r" t="t"/>
              <a:pathLst>
                <a:path extrusionOk="0" h="1430" w="1141">
                  <a:moveTo>
                    <a:pt x="965" y="1"/>
                  </a:moveTo>
                  <a:cubicBezTo>
                    <a:pt x="917" y="1"/>
                    <a:pt x="869" y="23"/>
                    <a:pt x="838" y="66"/>
                  </a:cubicBezTo>
                  <a:lnTo>
                    <a:pt x="50" y="1184"/>
                  </a:lnTo>
                  <a:cubicBezTo>
                    <a:pt x="0" y="1254"/>
                    <a:pt x="18" y="1351"/>
                    <a:pt x="88" y="1401"/>
                  </a:cubicBezTo>
                  <a:cubicBezTo>
                    <a:pt x="115" y="1420"/>
                    <a:pt x="146" y="1430"/>
                    <a:pt x="176" y="1430"/>
                  </a:cubicBezTo>
                  <a:cubicBezTo>
                    <a:pt x="225" y="1430"/>
                    <a:pt x="273" y="1405"/>
                    <a:pt x="303" y="1362"/>
                  </a:cubicBezTo>
                  <a:lnTo>
                    <a:pt x="1091" y="245"/>
                  </a:lnTo>
                  <a:cubicBezTo>
                    <a:pt x="1141" y="175"/>
                    <a:pt x="1124" y="78"/>
                    <a:pt x="1054" y="28"/>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1"/>
            <p:cNvSpPr/>
            <p:nvPr/>
          </p:nvSpPr>
          <p:spPr>
            <a:xfrm>
              <a:off x="7645723" y="1267578"/>
              <a:ext cx="21694" cy="27122"/>
            </a:xfrm>
            <a:custGeom>
              <a:rect b="b" l="l" r="r" t="t"/>
              <a:pathLst>
                <a:path extrusionOk="0" h="1429" w="1143">
                  <a:moveTo>
                    <a:pt x="965" y="0"/>
                  </a:moveTo>
                  <a:cubicBezTo>
                    <a:pt x="917" y="0"/>
                    <a:pt x="868" y="23"/>
                    <a:pt x="838" y="66"/>
                  </a:cubicBezTo>
                  <a:lnTo>
                    <a:pt x="51" y="1184"/>
                  </a:lnTo>
                  <a:cubicBezTo>
                    <a:pt x="1" y="1253"/>
                    <a:pt x="19" y="1350"/>
                    <a:pt x="88" y="1400"/>
                  </a:cubicBezTo>
                  <a:cubicBezTo>
                    <a:pt x="115" y="1420"/>
                    <a:pt x="146" y="1429"/>
                    <a:pt x="178" y="1429"/>
                  </a:cubicBezTo>
                  <a:cubicBezTo>
                    <a:pt x="226" y="1429"/>
                    <a:pt x="273" y="1404"/>
                    <a:pt x="305" y="1363"/>
                  </a:cubicBezTo>
                  <a:lnTo>
                    <a:pt x="1092" y="244"/>
                  </a:lnTo>
                  <a:cubicBezTo>
                    <a:pt x="1142" y="174"/>
                    <a:pt x="1124" y="78"/>
                    <a:pt x="1055" y="28"/>
                  </a:cubicBezTo>
                  <a:cubicBezTo>
                    <a:pt x="1028"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1"/>
            <p:cNvSpPr/>
            <p:nvPr/>
          </p:nvSpPr>
          <p:spPr>
            <a:xfrm>
              <a:off x="7697004" y="1290428"/>
              <a:ext cx="31013" cy="40370"/>
            </a:xfrm>
            <a:custGeom>
              <a:rect b="b" l="l" r="r" t="t"/>
              <a:pathLst>
                <a:path extrusionOk="0" h="2127" w="1634">
                  <a:moveTo>
                    <a:pt x="1457" y="0"/>
                  </a:moveTo>
                  <a:cubicBezTo>
                    <a:pt x="1408" y="0"/>
                    <a:pt x="1360" y="23"/>
                    <a:pt x="1329" y="65"/>
                  </a:cubicBezTo>
                  <a:lnTo>
                    <a:pt x="51" y="1882"/>
                  </a:lnTo>
                  <a:cubicBezTo>
                    <a:pt x="1" y="1951"/>
                    <a:pt x="19" y="2048"/>
                    <a:pt x="89" y="2098"/>
                  </a:cubicBezTo>
                  <a:cubicBezTo>
                    <a:pt x="115" y="2118"/>
                    <a:pt x="148" y="2126"/>
                    <a:pt x="178" y="2126"/>
                  </a:cubicBezTo>
                  <a:cubicBezTo>
                    <a:pt x="226" y="2126"/>
                    <a:pt x="275" y="2104"/>
                    <a:pt x="305" y="2061"/>
                  </a:cubicBezTo>
                  <a:lnTo>
                    <a:pt x="1584" y="243"/>
                  </a:lnTo>
                  <a:cubicBezTo>
                    <a:pt x="1634" y="175"/>
                    <a:pt x="1615" y="77"/>
                    <a:pt x="1546" y="27"/>
                  </a:cubicBezTo>
                  <a:cubicBezTo>
                    <a:pt x="1519"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1"/>
            <p:cNvSpPr/>
            <p:nvPr/>
          </p:nvSpPr>
          <p:spPr>
            <a:xfrm>
              <a:off x="7671648" y="1285797"/>
              <a:ext cx="21694" cy="27122"/>
            </a:xfrm>
            <a:custGeom>
              <a:rect b="b" l="l" r="r" t="t"/>
              <a:pathLst>
                <a:path extrusionOk="0" h="1429" w="1143">
                  <a:moveTo>
                    <a:pt x="966" y="1"/>
                  </a:moveTo>
                  <a:cubicBezTo>
                    <a:pt x="917" y="1"/>
                    <a:pt x="869" y="24"/>
                    <a:pt x="838" y="66"/>
                  </a:cubicBezTo>
                  <a:lnTo>
                    <a:pt x="51" y="1184"/>
                  </a:lnTo>
                  <a:cubicBezTo>
                    <a:pt x="1" y="1254"/>
                    <a:pt x="19" y="1350"/>
                    <a:pt x="88" y="1400"/>
                  </a:cubicBezTo>
                  <a:cubicBezTo>
                    <a:pt x="115" y="1420"/>
                    <a:pt x="148" y="1429"/>
                    <a:pt x="178" y="1429"/>
                  </a:cubicBezTo>
                  <a:cubicBezTo>
                    <a:pt x="226" y="1429"/>
                    <a:pt x="275" y="1406"/>
                    <a:pt x="305" y="1363"/>
                  </a:cubicBezTo>
                  <a:lnTo>
                    <a:pt x="1092" y="244"/>
                  </a:lnTo>
                  <a:cubicBezTo>
                    <a:pt x="1142" y="176"/>
                    <a:pt x="1124" y="79"/>
                    <a:pt x="1055" y="29"/>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1"/>
            <p:cNvSpPr/>
            <p:nvPr/>
          </p:nvSpPr>
          <p:spPr>
            <a:xfrm>
              <a:off x="7683225" y="1293977"/>
              <a:ext cx="21656" cy="27141"/>
            </a:xfrm>
            <a:custGeom>
              <a:rect b="b" l="l" r="r" t="t"/>
              <a:pathLst>
                <a:path extrusionOk="0" h="1430" w="1141">
                  <a:moveTo>
                    <a:pt x="965" y="1"/>
                  </a:moveTo>
                  <a:cubicBezTo>
                    <a:pt x="917" y="1"/>
                    <a:pt x="869" y="23"/>
                    <a:pt x="838" y="66"/>
                  </a:cubicBezTo>
                  <a:lnTo>
                    <a:pt x="49" y="1184"/>
                  </a:lnTo>
                  <a:cubicBezTo>
                    <a:pt x="1" y="1254"/>
                    <a:pt x="18" y="1351"/>
                    <a:pt x="88" y="1401"/>
                  </a:cubicBezTo>
                  <a:cubicBezTo>
                    <a:pt x="115" y="1419"/>
                    <a:pt x="146" y="1429"/>
                    <a:pt x="176" y="1429"/>
                  </a:cubicBezTo>
                  <a:cubicBezTo>
                    <a:pt x="226" y="1429"/>
                    <a:pt x="274" y="1405"/>
                    <a:pt x="304" y="1362"/>
                  </a:cubicBezTo>
                  <a:lnTo>
                    <a:pt x="1091" y="245"/>
                  </a:lnTo>
                  <a:cubicBezTo>
                    <a:pt x="1141" y="175"/>
                    <a:pt x="1124" y="78"/>
                    <a:pt x="1054" y="28"/>
                  </a:cubicBezTo>
                  <a:cubicBezTo>
                    <a:pt x="1027" y="9"/>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1"/>
            <p:cNvSpPr/>
            <p:nvPr/>
          </p:nvSpPr>
          <p:spPr>
            <a:xfrm>
              <a:off x="7734506" y="1316865"/>
              <a:ext cx="30994" cy="40351"/>
            </a:xfrm>
            <a:custGeom>
              <a:rect b="b" l="l" r="r" t="t"/>
              <a:pathLst>
                <a:path extrusionOk="0" h="2126" w="1633">
                  <a:moveTo>
                    <a:pt x="1456" y="0"/>
                  </a:moveTo>
                  <a:cubicBezTo>
                    <a:pt x="1408" y="0"/>
                    <a:pt x="1360" y="23"/>
                    <a:pt x="1329" y="65"/>
                  </a:cubicBezTo>
                  <a:lnTo>
                    <a:pt x="51" y="1879"/>
                  </a:lnTo>
                  <a:cubicBezTo>
                    <a:pt x="1" y="1949"/>
                    <a:pt x="18" y="2046"/>
                    <a:pt x="88" y="2096"/>
                  </a:cubicBezTo>
                  <a:cubicBezTo>
                    <a:pt x="115" y="2116"/>
                    <a:pt x="146" y="2125"/>
                    <a:pt x="178" y="2125"/>
                  </a:cubicBezTo>
                  <a:cubicBezTo>
                    <a:pt x="228" y="2125"/>
                    <a:pt x="275" y="2102"/>
                    <a:pt x="303" y="2058"/>
                  </a:cubicBezTo>
                  <a:lnTo>
                    <a:pt x="1582" y="243"/>
                  </a:lnTo>
                  <a:cubicBezTo>
                    <a:pt x="1632" y="175"/>
                    <a:pt x="1615" y="78"/>
                    <a:pt x="1545" y="28"/>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1"/>
            <p:cNvSpPr/>
            <p:nvPr/>
          </p:nvSpPr>
          <p:spPr>
            <a:xfrm>
              <a:off x="7709150" y="1312216"/>
              <a:ext cx="21694" cy="27122"/>
            </a:xfrm>
            <a:custGeom>
              <a:rect b="b" l="l" r="r" t="t"/>
              <a:pathLst>
                <a:path extrusionOk="0" h="1429" w="1143">
                  <a:moveTo>
                    <a:pt x="965" y="0"/>
                  </a:moveTo>
                  <a:cubicBezTo>
                    <a:pt x="917" y="0"/>
                    <a:pt x="868" y="23"/>
                    <a:pt x="838" y="65"/>
                  </a:cubicBezTo>
                  <a:lnTo>
                    <a:pt x="51" y="1184"/>
                  </a:lnTo>
                  <a:cubicBezTo>
                    <a:pt x="1" y="1253"/>
                    <a:pt x="18" y="1350"/>
                    <a:pt x="88" y="1400"/>
                  </a:cubicBezTo>
                  <a:cubicBezTo>
                    <a:pt x="115" y="1420"/>
                    <a:pt x="146" y="1428"/>
                    <a:pt x="178" y="1428"/>
                  </a:cubicBezTo>
                  <a:cubicBezTo>
                    <a:pt x="225" y="1428"/>
                    <a:pt x="274" y="1406"/>
                    <a:pt x="304" y="1363"/>
                  </a:cubicBezTo>
                  <a:lnTo>
                    <a:pt x="1092" y="244"/>
                  </a:lnTo>
                  <a:cubicBezTo>
                    <a:pt x="1142" y="174"/>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1"/>
            <p:cNvSpPr/>
            <p:nvPr/>
          </p:nvSpPr>
          <p:spPr>
            <a:xfrm>
              <a:off x="7720727" y="1320377"/>
              <a:ext cx="21694" cy="27122"/>
            </a:xfrm>
            <a:custGeom>
              <a:rect b="b" l="l" r="r" t="t"/>
              <a:pathLst>
                <a:path extrusionOk="0" h="1429" w="1143">
                  <a:moveTo>
                    <a:pt x="967" y="1"/>
                  </a:moveTo>
                  <a:cubicBezTo>
                    <a:pt x="918" y="1"/>
                    <a:pt x="870" y="23"/>
                    <a:pt x="839" y="65"/>
                  </a:cubicBezTo>
                  <a:lnTo>
                    <a:pt x="51" y="1184"/>
                  </a:lnTo>
                  <a:cubicBezTo>
                    <a:pt x="1" y="1254"/>
                    <a:pt x="19" y="1350"/>
                    <a:pt x="89" y="1400"/>
                  </a:cubicBezTo>
                  <a:cubicBezTo>
                    <a:pt x="115" y="1420"/>
                    <a:pt x="148" y="1429"/>
                    <a:pt x="178" y="1429"/>
                  </a:cubicBezTo>
                  <a:cubicBezTo>
                    <a:pt x="226" y="1429"/>
                    <a:pt x="275" y="1406"/>
                    <a:pt x="305" y="1363"/>
                  </a:cubicBezTo>
                  <a:lnTo>
                    <a:pt x="1092" y="244"/>
                  </a:lnTo>
                  <a:cubicBezTo>
                    <a:pt x="1142" y="175"/>
                    <a:pt x="1125" y="78"/>
                    <a:pt x="1055" y="28"/>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1"/>
            <p:cNvSpPr/>
            <p:nvPr/>
          </p:nvSpPr>
          <p:spPr>
            <a:xfrm>
              <a:off x="7772046" y="1343227"/>
              <a:ext cx="30975" cy="40389"/>
            </a:xfrm>
            <a:custGeom>
              <a:rect b="b" l="l" r="r" t="t"/>
              <a:pathLst>
                <a:path extrusionOk="0" h="2128" w="1632">
                  <a:moveTo>
                    <a:pt x="1455" y="1"/>
                  </a:moveTo>
                  <a:cubicBezTo>
                    <a:pt x="1406" y="1"/>
                    <a:pt x="1359" y="23"/>
                    <a:pt x="1329" y="66"/>
                  </a:cubicBezTo>
                  <a:lnTo>
                    <a:pt x="49" y="1882"/>
                  </a:lnTo>
                  <a:cubicBezTo>
                    <a:pt x="0" y="1952"/>
                    <a:pt x="17" y="2049"/>
                    <a:pt x="87" y="2098"/>
                  </a:cubicBezTo>
                  <a:cubicBezTo>
                    <a:pt x="114" y="2118"/>
                    <a:pt x="146" y="2128"/>
                    <a:pt x="176" y="2128"/>
                  </a:cubicBezTo>
                  <a:cubicBezTo>
                    <a:pt x="224" y="2128"/>
                    <a:pt x="273" y="2103"/>
                    <a:pt x="303" y="2061"/>
                  </a:cubicBezTo>
                  <a:lnTo>
                    <a:pt x="1582" y="245"/>
                  </a:lnTo>
                  <a:cubicBezTo>
                    <a:pt x="1632" y="175"/>
                    <a:pt x="1615" y="79"/>
                    <a:pt x="1545" y="29"/>
                  </a:cubicBezTo>
                  <a:cubicBezTo>
                    <a:pt x="1517" y="10"/>
                    <a:pt x="1486" y="1"/>
                    <a:pt x="145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1"/>
            <p:cNvSpPr/>
            <p:nvPr/>
          </p:nvSpPr>
          <p:spPr>
            <a:xfrm>
              <a:off x="7746633" y="1338615"/>
              <a:ext cx="21675" cy="27141"/>
            </a:xfrm>
            <a:custGeom>
              <a:rect b="b" l="l" r="r" t="t"/>
              <a:pathLst>
                <a:path extrusionOk="0" h="1430" w="1142">
                  <a:moveTo>
                    <a:pt x="965" y="1"/>
                  </a:moveTo>
                  <a:cubicBezTo>
                    <a:pt x="916" y="1"/>
                    <a:pt x="869" y="23"/>
                    <a:pt x="839" y="66"/>
                  </a:cubicBezTo>
                  <a:lnTo>
                    <a:pt x="50" y="1185"/>
                  </a:lnTo>
                  <a:cubicBezTo>
                    <a:pt x="0" y="1253"/>
                    <a:pt x="19" y="1351"/>
                    <a:pt x="89" y="1401"/>
                  </a:cubicBezTo>
                  <a:cubicBezTo>
                    <a:pt x="115" y="1421"/>
                    <a:pt x="147" y="1429"/>
                    <a:pt x="177" y="1429"/>
                  </a:cubicBezTo>
                  <a:cubicBezTo>
                    <a:pt x="227" y="1429"/>
                    <a:pt x="276" y="1406"/>
                    <a:pt x="305" y="1363"/>
                  </a:cubicBezTo>
                  <a:lnTo>
                    <a:pt x="1092" y="245"/>
                  </a:lnTo>
                  <a:cubicBezTo>
                    <a:pt x="1142" y="175"/>
                    <a:pt x="1125" y="79"/>
                    <a:pt x="1055"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1"/>
            <p:cNvSpPr/>
            <p:nvPr/>
          </p:nvSpPr>
          <p:spPr>
            <a:xfrm>
              <a:off x="7758229" y="1346776"/>
              <a:ext cx="21694" cy="27141"/>
            </a:xfrm>
            <a:custGeom>
              <a:rect b="b" l="l" r="r" t="t"/>
              <a:pathLst>
                <a:path extrusionOk="0" h="1430" w="1143">
                  <a:moveTo>
                    <a:pt x="965" y="1"/>
                  </a:moveTo>
                  <a:cubicBezTo>
                    <a:pt x="917" y="1"/>
                    <a:pt x="869" y="23"/>
                    <a:pt x="838" y="66"/>
                  </a:cubicBezTo>
                  <a:lnTo>
                    <a:pt x="51" y="1185"/>
                  </a:lnTo>
                  <a:cubicBezTo>
                    <a:pt x="1" y="1253"/>
                    <a:pt x="18" y="1351"/>
                    <a:pt x="88" y="1401"/>
                  </a:cubicBezTo>
                  <a:cubicBezTo>
                    <a:pt x="115" y="1421"/>
                    <a:pt x="147" y="1429"/>
                    <a:pt x="178" y="1429"/>
                  </a:cubicBezTo>
                  <a:cubicBezTo>
                    <a:pt x="225" y="1429"/>
                    <a:pt x="274" y="1406"/>
                    <a:pt x="304" y="1363"/>
                  </a:cubicBezTo>
                  <a:lnTo>
                    <a:pt x="1092" y="245"/>
                  </a:lnTo>
                  <a:cubicBezTo>
                    <a:pt x="1142" y="175"/>
                    <a:pt x="1124" y="79"/>
                    <a:pt x="1054"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1"/>
            <p:cNvSpPr/>
            <p:nvPr/>
          </p:nvSpPr>
          <p:spPr>
            <a:xfrm>
              <a:off x="7809510" y="1369665"/>
              <a:ext cx="31013" cy="40389"/>
            </a:xfrm>
            <a:custGeom>
              <a:rect b="b" l="l" r="r" t="t"/>
              <a:pathLst>
                <a:path extrusionOk="0" h="2128" w="1634">
                  <a:moveTo>
                    <a:pt x="1457" y="1"/>
                  </a:moveTo>
                  <a:cubicBezTo>
                    <a:pt x="1408" y="1"/>
                    <a:pt x="1360" y="23"/>
                    <a:pt x="1330" y="66"/>
                  </a:cubicBezTo>
                  <a:lnTo>
                    <a:pt x="51" y="1882"/>
                  </a:lnTo>
                  <a:cubicBezTo>
                    <a:pt x="1" y="1952"/>
                    <a:pt x="19" y="2049"/>
                    <a:pt x="88" y="2098"/>
                  </a:cubicBezTo>
                  <a:cubicBezTo>
                    <a:pt x="115" y="2118"/>
                    <a:pt x="146" y="2128"/>
                    <a:pt x="178" y="2128"/>
                  </a:cubicBezTo>
                  <a:cubicBezTo>
                    <a:pt x="226" y="2128"/>
                    <a:pt x="274" y="2104"/>
                    <a:pt x="305" y="2061"/>
                  </a:cubicBezTo>
                  <a:lnTo>
                    <a:pt x="1584" y="245"/>
                  </a:lnTo>
                  <a:cubicBezTo>
                    <a:pt x="1634" y="175"/>
                    <a:pt x="1615" y="79"/>
                    <a:pt x="1545" y="29"/>
                  </a:cubicBezTo>
                  <a:cubicBezTo>
                    <a:pt x="1519"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1"/>
            <p:cNvSpPr/>
            <p:nvPr/>
          </p:nvSpPr>
          <p:spPr>
            <a:xfrm>
              <a:off x="7784154" y="1365034"/>
              <a:ext cx="21694" cy="27122"/>
            </a:xfrm>
            <a:custGeom>
              <a:rect b="b" l="l" r="r" t="t"/>
              <a:pathLst>
                <a:path extrusionOk="0" h="1429" w="1143">
                  <a:moveTo>
                    <a:pt x="967" y="0"/>
                  </a:moveTo>
                  <a:cubicBezTo>
                    <a:pt x="917" y="0"/>
                    <a:pt x="869" y="23"/>
                    <a:pt x="838" y="66"/>
                  </a:cubicBezTo>
                  <a:lnTo>
                    <a:pt x="51" y="1183"/>
                  </a:lnTo>
                  <a:cubicBezTo>
                    <a:pt x="1" y="1253"/>
                    <a:pt x="19" y="1350"/>
                    <a:pt x="88" y="1400"/>
                  </a:cubicBezTo>
                  <a:cubicBezTo>
                    <a:pt x="115" y="1419"/>
                    <a:pt x="148" y="1429"/>
                    <a:pt x="178" y="1429"/>
                  </a:cubicBezTo>
                  <a:cubicBezTo>
                    <a:pt x="227" y="1429"/>
                    <a:pt x="274" y="1407"/>
                    <a:pt x="305" y="1362"/>
                  </a:cubicBezTo>
                  <a:lnTo>
                    <a:pt x="1092" y="244"/>
                  </a:lnTo>
                  <a:cubicBezTo>
                    <a:pt x="1142" y="174"/>
                    <a:pt x="1124" y="77"/>
                    <a:pt x="1055" y="27"/>
                  </a:cubicBezTo>
                  <a:cubicBezTo>
                    <a:pt x="1028" y="9"/>
                    <a:pt x="997" y="0"/>
                    <a:pt x="96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1"/>
            <p:cNvSpPr/>
            <p:nvPr/>
          </p:nvSpPr>
          <p:spPr>
            <a:xfrm>
              <a:off x="7795769" y="1373195"/>
              <a:ext cx="21656" cy="27122"/>
            </a:xfrm>
            <a:custGeom>
              <a:rect b="b" l="l" r="r" t="t"/>
              <a:pathLst>
                <a:path extrusionOk="0" h="1429" w="1141">
                  <a:moveTo>
                    <a:pt x="964" y="1"/>
                  </a:moveTo>
                  <a:cubicBezTo>
                    <a:pt x="916" y="1"/>
                    <a:pt x="868" y="23"/>
                    <a:pt x="838" y="66"/>
                  </a:cubicBezTo>
                  <a:lnTo>
                    <a:pt x="49" y="1185"/>
                  </a:lnTo>
                  <a:cubicBezTo>
                    <a:pt x="0" y="1253"/>
                    <a:pt x="17" y="1350"/>
                    <a:pt x="87" y="1400"/>
                  </a:cubicBezTo>
                  <a:cubicBezTo>
                    <a:pt x="115" y="1420"/>
                    <a:pt x="146" y="1429"/>
                    <a:pt x="176" y="1429"/>
                  </a:cubicBezTo>
                  <a:cubicBezTo>
                    <a:pt x="225" y="1429"/>
                    <a:pt x="273" y="1406"/>
                    <a:pt x="303" y="1363"/>
                  </a:cubicBezTo>
                  <a:lnTo>
                    <a:pt x="1090" y="244"/>
                  </a:lnTo>
                  <a:cubicBezTo>
                    <a:pt x="1140" y="174"/>
                    <a:pt x="1123" y="79"/>
                    <a:pt x="1053" y="29"/>
                  </a:cubicBezTo>
                  <a:cubicBezTo>
                    <a:pt x="1026" y="10"/>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1"/>
            <p:cNvSpPr/>
            <p:nvPr/>
          </p:nvSpPr>
          <p:spPr>
            <a:xfrm>
              <a:off x="7847050" y="1396083"/>
              <a:ext cx="30975" cy="40370"/>
            </a:xfrm>
            <a:custGeom>
              <a:rect b="b" l="l" r="r" t="t"/>
              <a:pathLst>
                <a:path extrusionOk="0" h="2127" w="1632">
                  <a:moveTo>
                    <a:pt x="1457" y="0"/>
                  </a:moveTo>
                  <a:cubicBezTo>
                    <a:pt x="1408" y="0"/>
                    <a:pt x="1360" y="23"/>
                    <a:pt x="1329" y="66"/>
                  </a:cubicBezTo>
                  <a:lnTo>
                    <a:pt x="50" y="1882"/>
                  </a:lnTo>
                  <a:cubicBezTo>
                    <a:pt x="0" y="1952"/>
                    <a:pt x="17" y="2048"/>
                    <a:pt x="87" y="2098"/>
                  </a:cubicBezTo>
                  <a:cubicBezTo>
                    <a:pt x="115" y="2118"/>
                    <a:pt x="146" y="2126"/>
                    <a:pt x="177" y="2126"/>
                  </a:cubicBezTo>
                  <a:cubicBezTo>
                    <a:pt x="225" y="2126"/>
                    <a:pt x="273" y="2103"/>
                    <a:pt x="303" y="2060"/>
                  </a:cubicBezTo>
                  <a:lnTo>
                    <a:pt x="1582" y="244"/>
                  </a:lnTo>
                  <a:cubicBezTo>
                    <a:pt x="1632" y="174"/>
                    <a:pt x="1615" y="77"/>
                    <a:pt x="1545" y="27"/>
                  </a:cubicBezTo>
                  <a:cubicBezTo>
                    <a:pt x="1518" y="9"/>
                    <a:pt x="1487"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1"/>
            <p:cNvSpPr/>
            <p:nvPr/>
          </p:nvSpPr>
          <p:spPr>
            <a:xfrm>
              <a:off x="7821657" y="1391471"/>
              <a:ext cx="21675" cy="27122"/>
            </a:xfrm>
            <a:custGeom>
              <a:rect b="b" l="l" r="r" t="t"/>
              <a:pathLst>
                <a:path extrusionOk="0" h="1429" w="1142">
                  <a:moveTo>
                    <a:pt x="966" y="0"/>
                  </a:moveTo>
                  <a:cubicBezTo>
                    <a:pt x="917" y="0"/>
                    <a:pt x="869" y="23"/>
                    <a:pt x="838" y="66"/>
                  </a:cubicBezTo>
                  <a:lnTo>
                    <a:pt x="49" y="1183"/>
                  </a:lnTo>
                  <a:cubicBezTo>
                    <a:pt x="1" y="1253"/>
                    <a:pt x="18" y="1350"/>
                    <a:pt x="88" y="1400"/>
                  </a:cubicBezTo>
                  <a:cubicBezTo>
                    <a:pt x="114" y="1419"/>
                    <a:pt x="147" y="1429"/>
                    <a:pt x="177" y="1429"/>
                  </a:cubicBezTo>
                  <a:cubicBezTo>
                    <a:pt x="225" y="1429"/>
                    <a:pt x="274" y="1405"/>
                    <a:pt x="304" y="1362"/>
                  </a:cubicBezTo>
                  <a:lnTo>
                    <a:pt x="1091" y="244"/>
                  </a:lnTo>
                  <a:cubicBezTo>
                    <a:pt x="1141" y="174"/>
                    <a:pt x="1124" y="77"/>
                    <a:pt x="1054" y="27"/>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1"/>
            <p:cNvSpPr/>
            <p:nvPr/>
          </p:nvSpPr>
          <p:spPr>
            <a:xfrm>
              <a:off x="7833234" y="1399594"/>
              <a:ext cx="21694" cy="27141"/>
            </a:xfrm>
            <a:custGeom>
              <a:rect b="b" l="l" r="r" t="t"/>
              <a:pathLst>
                <a:path extrusionOk="0" h="1430" w="1143">
                  <a:moveTo>
                    <a:pt x="967" y="1"/>
                  </a:moveTo>
                  <a:cubicBezTo>
                    <a:pt x="918" y="1"/>
                    <a:pt x="869" y="23"/>
                    <a:pt x="838" y="66"/>
                  </a:cubicBezTo>
                  <a:lnTo>
                    <a:pt x="51" y="1184"/>
                  </a:lnTo>
                  <a:cubicBezTo>
                    <a:pt x="1" y="1254"/>
                    <a:pt x="20" y="1351"/>
                    <a:pt x="88" y="1401"/>
                  </a:cubicBezTo>
                  <a:cubicBezTo>
                    <a:pt x="115" y="1420"/>
                    <a:pt x="147" y="1430"/>
                    <a:pt x="178" y="1430"/>
                  </a:cubicBezTo>
                  <a:cubicBezTo>
                    <a:pt x="227" y="1430"/>
                    <a:pt x="274" y="1405"/>
                    <a:pt x="305" y="1362"/>
                  </a:cubicBezTo>
                  <a:lnTo>
                    <a:pt x="1093" y="245"/>
                  </a:lnTo>
                  <a:cubicBezTo>
                    <a:pt x="1143" y="175"/>
                    <a:pt x="1124" y="78"/>
                    <a:pt x="1055" y="28"/>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1"/>
            <p:cNvSpPr/>
            <p:nvPr/>
          </p:nvSpPr>
          <p:spPr>
            <a:xfrm>
              <a:off x="7884514" y="1422483"/>
              <a:ext cx="31013" cy="40370"/>
            </a:xfrm>
            <a:custGeom>
              <a:rect b="b" l="l" r="r" t="t"/>
              <a:pathLst>
                <a:path extrusionOk="0" h="2127" w="1634">
                  <a:moveTo>
                    <a:pt x="1458" y="1"/>
                  </a:moveTo>
                  <a:cubicBezTo>
                    <a:pt x="1409" y="1"/>
                    <a:pt x="1360" y="23"/>
                    <a:pt x="1330" y="65"/>
                  </a:cubicBezTo>
                  <a:lnTo>
                    <a:pt x="51" y="1882"/>
                  </a:lnTo>
                  <a:cubicBezTo>
                    <a:pt x="1" y="1952"/>
                    <a:pt x="19" y="2048"/>
                    <a:pt x="88" y="2098"/>
                  </a:cubicBezTo>
                  <a:cubicBezTo>
                    <a:pt x="115" y="2118"/>
                    <a:pt x="148" y="2127"/>
                    <a:pt x="178" y="2127"/>
                  </a:cubicBezTo>
                  <a:cubicBezTo>
                    <a:pt x="227" y="2127"/>
                    <a:pt x="275" y="2104"/>
                    <a:pt x="305" y="2061"/>
                  </a:cubicBezTo>
                  <a:lnTo>
                    <a:pt x="1584" y="244"/>
                  </a:lnTo>
                  <a:cubicBezTo>
                    <a:pt x="1634" y="175"/>
                    <a:pt x="1615" y="78"/>
                    <a:pt x="1547" y="28"/>
                  </a:cubicBezTo>
                  <a:cubicBezTo>
                    <a:pt x="1520" y="10"/>
                    <a:pt x="1489" y="1"/>
                    <a:pt x="1458"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1"/>
            <p:cNvSpPr/>
            <p:nvPr/>
          </p:nvSpPr>
          <p:spPr>
            <a:xfrm>
              <a:off x="7859159" y="1417871"/>
              <a:ext cx="21694" cy="27122"/>
            </a:xfrm>
            <a:custGeom>
              <a:rect b="b" l="l" r="r" t="t"/>
              <a:pathLst>
                <a:path extrusionOk="0" h="1429" w="1143">
                  <a:moveTo>
                    <a:pt x="966" y="1"/>
                  </a:moveTo>
                  <a:cubicBezTo>
                    <a:pt x="917" y="1"/>
                    <a:pt x="869" y="23"/>
                    <a:pt x="840" y="65"/>
                  </a:cubicBezTo>
                  <a:lnTo>
                    <a:pt x="51" y="1184"/>
                  </a:lnTo>
                  <a:cubicBezTo>
                    <a:pt x="1" y="1254"/>
                    <a:pt x="19" y="1350"/>
                    <a:pt x="89" y="1400"/>
                  </a:cubicBezTo>
                  <a:cubicBezTo>
                    <a:pt x="115" y="1420"/>
                    <a:pt x="148" y="1428"/>
                    <a:pt x="178" y="1428"/>
                  </a:cubicBezTo>
                  <a:cubicBezTo>
                    <a:pt x="227" y="1428"/>
                    <a:pt x="275" y="1405"/>
                    <a:pt x="305" y="1362"/>
                  </a:cubicBezTo>
                  <a:lnTo>
                    <a:pt x="1093" y="244"/>
                  </a:lnTo>
                  <a:cubicBezTo>
                    <a:pt x="1143" y="175"/>
                    <a:pt x="1125" y="78"/>
                    <a:pt x="1055"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1"/>
            <p:cNvSpPr/>
            <p:nvPr/>
          </p:nvSpPr>
          <p:spPr>
            <a:xfrm>
              <a:off x="7870755" y="1426013"/>
              <a:ext cx="21656" cy="27103"/>
            </a:xfrm>
            <a:custGeom>
              <a:rect b="b" l="l" r="r" t="t"/>
              <a:pathLst>
                <a:path extrusionOk="0" h="1428" w="1141">
                  <a:moveTo>
                    <a:pt x="964" y="1"/>
                  </a:moveTo>
                  <a:cubicBezTo>
                    <a:pt x="916" y="1"/>
                    <a:pt x="868" y="23"/>
                    <a:pt x="837" y="65"/>
                  </a:cubicBezTo>
                  <a:lnTo>
                    <a:pt x="50" y="1183"/>
                  </a:lnTo>
                  <a:cubicBezTo>
                    <a:pt x="0" y="1254"/>
                    <a:pt x="17" y="1349"/>
                    <a:pt x="87" y="1399"/>
                  </a:cubicBezTo>
                  <a:cubicBezTo>
                    <a:pt x="114" y="1419"/>
                    <a:pt x="146" y="1428"/>
                    <a:pt x="176" y="1428"/>
                  </a:cubicBezTo>
                  <a:cubicBezTo>
                    <a:pt x="224" y="1428"/>
                    <a:pt x="273" y="1406"/>
                    <a:pt x="303" y="1362"/>
                  </a:cubicBezTo>
                  <a:lnTo>
                    <a:pt x="1090" y="243"/>
                  </a:lnTo>
                  <a:cubicBezTo>
                    <a:pt x="1140" y="175"/>
                    <a:pt x="1123" y="78"/>
                    <a:pt x="1053" y="28"/>
                  </a:cubicBezTo>
                  <a:cubicBezTo>
                    <a:pt x="1026" y="9"/>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1"/>
            <p:cNvSpPr/>
            <p:nvPr/>
          </p:nvSpPr>
          <p:spPr>
            <a:xfrm>
              <a:off x="7922016" y="1448882"/>
              <a:ext cx="30994" cy="40389"/>
            </a:xfrm>
            <a:custGeom>
              <a:rect b="b" l="l" r="r" t="t"/>
              <a:pathLst>
                <a:path extrusionOk="0" h="2128" w="1633">
                  <a:moveTo>
                    <a:pt x="1456" y="0"/>
                  </a:moveTo>
                  <a:cubicBezTo>
                    <a:pt x="1408" y="0"/>
                    <a:pt x="1360" y="23"/>
                    <a:pt x="1330" y="66"/>
                  </a:cubicBezTo>
                  <a:lnTo>
                    <a:pt x="51" y="1883"/>
                  </a:lnTo>
                  <a:cubicBezTo>
                    <a:pt x="1" y="1952"/>
                    <a:pt x="18" y="2049"/>
                    <a:pt x="88" y="2099"/>
                  </a:cubicBezTo>
                  <a:cubicBezTo>
                    <a:pt x="115" y="2119"/>
                    <a:pt x="147" y="2127"/>
                    <a:pt x="178" y="2127"/>
                  </a:cubicBezTo>
                  <a:cubicBezTo>
                    <a:pt x="228" y="2127"/>
                    <a:pt x="274" y="2103"/>
                    <a:pt x="304" y="2062"/>
                  </a:cubicBezTo>
                  <a:lnTo>
                    <a:pt x="1583" y="244"/>
                  </a:lnTo>
                  <a:cubicBezTo>
                    <a:pt x="1633" y="174"/>
                    <a:pt x="1615" y="79"/>
                    <a:pt x="1545" y="29"/>
                  </a:cubicBezTo>
                  <a:cubicBezTo>
                    <a:pt x="1518" y="10"/>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1"/>
            <p:cNvSpPr/>
            <p:nvPr/>
          </p:nvSpPr>
          <p:spPr>
            <a:xfrm>
              <a:off x="7896661" y="1444270"/>
              <a:ext cx="21694" cy="27122"/>
            </a:xfrm>
            <a:custGeom>
              <a:rect b="b" l="l" r="r" t="t"/>
              <a:pathLst>
                <a:path extrusionOk="0" h="1429" w="1143">
                  <a:moveTo>
                    <a:pt x="965" y="1"/>
                  </a:moveTo>
                  <a:cubicBezTo>
                    <a:pt x="917" y="1"/>
                    <a:pt x="869" y="23"/>
                    <a:pt x="838" y="66"/>
                  </a:cubicBezTo>
                  <a:lnTo>
                    <a:pt x="51" y="1185"/>
                  </a:lnTo>
                  <a:cubicBezTo>
                    <a:pt x="1" y="1253"/>
                    <a:pt x="18" y="1350"/>
                    <a:pt x="88" y="1400"/>
                  </a:cubicBezTo>
                  <a:cubicBezTo>
                    <a:pt x="115" y="1420"/>
                    <a:pt x="147" y="1429"/>
                    <a:pt x="178" y="1429"/>
                  </a:cubicBezTo>
                  <a:cubicBezTo>
                    <a:pt x="225" y="1429"/>
                    <a:pt x="274" y="1406"/>
                    <a:pt x="304" y="1363"/>
                  </a:cubicBezTo>
                  <a:lnTo>
                    <a:pt x="1093" y="244"/>
                  </a:lnTo>
                  <a:cubicBezTo>
                    <a:pt x="1143" y="174"/>
                    <a:pt x="1124" y="79"/>
                    <a:pt x="1054"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1"/>
            <p:cNvSpPr/>
            <p:nvPr/>
          </p:nvSpPr>
          <p:spPr>
            <a:xfrm>
              <a:off x="7908257" y="1452450"/>
              <a:ext cx="21675" cy="27103"/>
            </a:xfrm>
            <a:custGeom>
              <a:rect b="b" l="l" r="r" t="t"/>
              <a:pathLst>
                <a:path extrusionOk="0" h="1428" w="1142">
                  <a:moveTo>
                    <a:pt x="965" y="1"/>
                  </a:moveTo>
                  <a:cubicBezTo>
                    <a:pt x="916" y="1"/>
                    <a:pt x="868" y="23"/>
                    <a:pt x="837" y="65"/>
                  </a:cubicBezTo>
                  <a:lnTo>
                    <a:pt x="50" y="1184"/>
                  </a:lnTo>
                  <a:cubicBezTo>
                    <a:pt x="0" y="1254"/>
                    <a:pt x="19" y="1349"/>
                    <a:pt x="87" y="1399"/>
                  </a:cubicBezTo>
                  <a:cubicBezTo>
                    <a:pt x="114" y="1419"/>
                    <a:pt x="147" y="1428"/>
                    <a:pt x="177" y="1428"/>
                  </a:cubicBezTo>
                  <a:cubicBezTo>
                    <a:pt x="226" y="1428"/>
                    <a:pt x="274" y="1405"/>
                    <a:pt x="304" y="1362"/>
                  </a:cubicBezTo>
                  <a:lnTo>
                    <a:pt x="1092" y="243"/>
                  </a:lnTo>
                  <a:cubicBezTo>
                    <a:pt x="1142" y="175"/>
                    <a:pt x="1123" y="78"/>
                    <a:pt x="1055" y="28"/>
                  </a:cubicBezTo>
                  <a:cubicBezTo>
                    <a:pt x="1027" y="9"/>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1"/>
            <p:cNvSpPr/>
            <p:nvPr/>
          </p:nvSpPr>
          <p:spPr>
            <a:xfrm>
              <a:off x="7959557" y="1475320"/>
              <a:ext cx="30994" cy="40370"/>
            </a:xfrm>
            <a:custGeom>
              <a:rect b="b" l="l" r="r" t="t"/>
              <a:pathLst>
                <a:path extrusionOk="0" h="2127" w="1633">
                  <a:moveTo>
                    <a:pt x="1456" y="1"/>
                  </a:moveTo>
                  <a:cubicBezTo>
                    <a:pt x="1407" y="1"/>
                    <a:pt x="1360" y="23"/>
                    <a:pt x="1329" y="66"/>
                  </a:cubicBezTo>
                  <a:lnTo>
                    <a:pt x="50" y="1880"/>
                  </a:lnTo>
                  <a:cubicBezTo>
                    <a:pt x="0" y="1950"/>
                    <a:pt x="18" y="2048"/>
                    <a:pt x="88" y="2098"/>
                  </a:cubicBezTo>
                  <a:cubicBezTo>
                    <a:pt x="115" y="2116"/>
                    <a:pt x="146" y="2126"/>
                    <a:pt x="176" y="2126"/>
                  </a:cubicBezTo>
                  <a:cubicBezTo>
                    <a:pt x="225" y="2126"/>
                    <a:pt x="273" y="2102"/>
                    <a:pt x="303" y="2059"/>
                  </a:cubicBezTo>
                  <a:lnTo>
                    <a:pt x="1582" y="244"/>
                  </a:lnTo>
                  <a:cubicBezTo>
                    <a:pt x="1632" y="174"/>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1"/>
            <p:cNvSpPr/>
            <p:nvPr/>
          </p:nvSpPr>
          <p:spPr>
            <a:xfrm>
              <a:off x="7934144" y="1470689"/>
              <a:ext cx="21694" cy="27122"/>
            </a:xfrm>
            <a:custGeom>
              <a:rect b="b" l="l" r="r" t="t"/>
              <a:pathLst>
                <a:path extrusionOk="0" h="1429" w="1143">
                  <a:moveTo>
                    <a:pt x="966" y="0"/>
                  </a:moveTo>
                  <a:cubicBezTo>
                    <a:pt x="917" y="0"/>
                    <a:pt x="870" y="23"/>
                    <a:pt x="839" y="65"/>
                  </a:cubicBezTo>
                  <a:lnTo>
                    <a:pt x="51" y="1183"/>
                  </a:lnTo>
                  <a:cubicBezTo>
                    <a:pt x="1" y="1253"/>
                    <a:pt x="19" y="1350"/>
                    <a:pt x="89" y="1400"/>
                  </a:cubicBezTo>
                  <a:cubicBezTo>
                    <a:pt x="115" y="1419"/>
                    <a:pt x="148" y="1429"/>
                    <a:pt x="178" y="1429"/>
                  </a:cubicBezTo>
                  <a:cubicBezTo>
                    <a:pt x="228" y="1429"/>
                    <a:pt x="275" y="1406"/>
                    <a:pt x="305" y="1361"/>
                  </a:cubicBezTo>
                  <a:lnTo>
                    <a:pt x="1092" y="244"/>
                  </a:lnTo>
                  <a:cubicBezTo>
                    <a:pt x="1142" y="174"/>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1"/>
            <p:cNvSpPr/>
            <p:nvPr/>
          </p:nvSpPr>
          <p:spPr>
            <a:xfrm>
              <a:off x="7945759" y="1478850"/>
              <a:ext cx="21675" cy="27122"/>
            </a:xfrm>
            <a:custGeom>
              <a:rect b="b" l="l" r="r" t="t"/>
              <a:pathLst>
                <a:path extrusionOk="0" h="1429" w="1142">
                  <a:moveTo>
                    <a:pt x="965" y="0"/>
                  </a:moveTo>
                  <a:cubicBezTo>
                    <a:pt x="916" y="0"/>
                    <a:pt x="868" y="23"/>
                    <a:pt x="837" y="66"/>
                  </a:cubicBezTo>
                  <a:lnTo>
                    <a:pt x="50" y="1184"/>
                  </a:lnTo>
                  <a:cubicBezTo>
                    <a:pt x="0" y="1253"/>
                    <a:pt x="17" y="1350"/>
                    <a:pt x="87" y="1400"/>
                  </a:cubicBezTo>
                  <a:cubicBezTo>
                    <a:pt x="114" y="1420"/>
                    <a:pt x="146" y="1429"/>
                    <a:pt x="177" y="1429"/>
                  </a:cubicBezTo>
                  <a:cubicBezTo>
                    <a:pt x="224" y="1429"/>
                    <a:pt x="273" y="1406"/>
                    <a:pt x="303" y="1363"/>
                  </a:cubicBezTo>
                  <a:lnTo>
                    <a:pt x="1092" y="244"/>
                  </a:lnTo>
                  <a:cubicBezTo>
                    <a:pt x="1142" y="174"/>
                    <a:pt x="1123" y="78"/>
                    <a:pt x="1053" y="28"/>
                  </a:cubicBezTo>
                  <a:cubicBezTo>
                    <a:pt x="1026" y="9"/>
                    <a:pt x="995"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1"/>
            <p:cNvSpPr/>
            <p:nvPr/>
          </p:nvSpPr>
          <p:spPr>
            <a:xfrm>
              <a:off x="7694081" y="1114874"/>
              <a:ext cx="24769" cy="31526"/>
            </a:xfrm>
            <a:custGeom>
              <a:rect b="b" l="l" r="r" t="t"/>
              <a:pathLst>
                <a:path extrusionOk="0" h="1661" w="1305">
                  <a:moveTo>
                    <a:pt x="1129" y="0"/>
                  </a:moveTo>
                  <a:cubicBezTo>
                    <a:pt x="1081" y="0"/>
                    <a:pt x="1033" y="23"/>
                    <a:pt x="1002" y="66"/>
                  </a:cubicBezTo>
                  <a:lnTo>
                    <a:pt x="49" y="1416"/>
                  </a:lnTo>
                  <a:cubicBezTo>
                    <a:pt x="0" y="1485"/>
                    <a:pt x="17" y="1582"/>
                    <a:pt x="87" y="1632"/>
                  </a:cubicBezTo>
                  <a:cubicBezTo>
                    <a:pt x="114" y="1652"/>
                    <a:pt x="146" y="1660"/>
                    <a:pt x="176" y="1660"/>
                  </a:cubicBezTo>
                  <a:cubicBezTo>
                    <a:pt x="225" y="1660"/>
                    <a:pt x="273" y="1638"/>
                    <a:pt x="303" y="1595"/>
                  </a:cubicBezTo>
                  <a:lnTo>
                    <a:pt x="1255" y="244"/>
                  </a:lnTo>
                  <a:cubicBezTo>
                    <a:pt x="1305" y="174"/>
                    <a:pt x="1288" y="77"/>
                    <a:pt x="1218" y="27"/>
                  </a:cubicBezTo>
                  <a:cubicBezTo>
                    <a:pt x="1191" y="9"/>
                    <a:pt x="1160" y="0"/>
                    <a:pt x="1129"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1"/>
            <p:cNvSpPr/>
            <p:nvPr/>
          </p:nvSpPr>
          <p:spPr>
            <a:xfrm>
              <a:off x="7690247" y="1118632"/>
              <a:ext cx="32399" cy="23972"/>
            </a:xfrm>
            <a:custGeom>
              <a:rect b="b" l="l" r="r" t="t"/>
              <a:pathLst>
                <a:path extrusionOk="0" h="1263" w="1707">
                  <a:moveTo>
                    <a:pt x="179" y="1"/>
                  </a:moveTo>
                  <a:cubicBezTo>
                    <a:pt x="130" y="1"/>
                    <a:pt x="81" y="23"/>
                    <a:pt x="51" y="66"/>
                  </a:cubicBezTo>
                  <a:cubicBezTo>
                    <a:pt x="1" y="135"/>
                    <a:pt x="19" y="232"/>
                    <a:pt x="89" y="282"/>
                  </a:cubicBezTo>
                  <a:lnTo>
                    <a:pt x="1441" y="1234"/>
                  </a:lnTo>
                  <a:cubicBezTo>
                    <a:pt x="1468" y="1254"/>
                    <a:pt x="1500" y="1262"/>
                    <a:pt x="1531" y="1262"/>
                  </a:cubicBezTo>
                  <a:cubicBezTo>
                    <a:pt x="1578" y="1262"/>
                    <a:pt x="1627" y="1239"/>
                    <a:pt x="1657" y="1197"/>
                  </a:cubicBezTo>
                  <a:cubicBezTo>
                    <a:pt x="1707" y="1127"/>
                    <a:pt x="1690" y="1029"/>
                    <a:pt x="1620" y="979"/>
                  </a:cubicBezTo>
                  <a:lnTo>
                    <a:pt x="268" y="28"/>
                  </a:lnTo>
                  <a:cubicBezTo>
                    <a:pt x="241" y="10"/>
                    <a:pt x="210" y="1"/>
                    <a:pt x="179"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4" name="Google Shape;3354;p51"/>
          <p:cNvGrpSpPr/>
          <p:nvPr/>
        </p:nvGrpSpPr>
        <p:grpSpPr>
          <a:xfrm>
            <a:off x="4236163" y="3478963"/>
            <a:ext cx="671675" cy="577975"/>
            <a:chOff x="4236163" y="3478963"/>
            <a:chExt cx="671675" cy="577975"/>
          </a:xfrm>
        </p:grpSpPr>
        <p:sp>
          <p:nvSpPr>
            <p:cNvPr id="3355" name="Google Shape;3355;p51"/>
            <p:cNvSpPr/>
            <p:nvPr/>
          </p:nvSpPr>
          <p:spPr>
            <a:xfrm>
              <a:off x="4245913" y="3590238"/>
              <a:ext cx="652075" cy="456750"/>
            </a:xfrm>
            <a:custGeom>
              <a:rect b="b" l="l" r="r" t="t"/>
              <a:pathLst>
                <a:path extrusionOk="0" h="18270" w="26083">
                  <a:moveTo>
                    <a:pt x="1" y="0"/>
                  </a:moveTo>
                  <a:lnTo>
                    <a:pt x="1" y="14664"/>
                  </a:lnTo>
                  <a:cubicBezTo>
                    <a:pt x="1" y="15660"/>
                    <a:pt x="404" y="16562"/>
                    <a:pt x="1057" y="17212"/>
                  </a:cubicBezTo>
                  <a:cubicBezTo>
                    <a:pt x="1710" y="17865"/>
                    <a:pt x="2609" y="18270"/>
                    <a:pt x="3605" y="18270"/>
                  </a:cubicBezTo>
                  <a:lnTo>
                    <a:pt x="25557" y="18270"/>
                  </a:lnTo>
                  <a:cubicBezTo>
                    <a:pt x="25847" y="18270"/>
                    <a:pt x="26082" y="18033"/>
                    <a:pt x="26082" y="17743"/>
                  </a:cubicBezTo>
                  <a:lnTo>
                    <a:pt x="26082" y="4130"/>
                  </a:lnTo>
                  <a:cubicBezTo>
                    <a:pt x="26082" y="3842"/>
                    <a:pt x="25847" y="3606"/>
                    <a:pt x="25555" y="3605"/>
                  </a:cubicBezTo>
                  <a:lnTo>
                    <a:pt x="3604" y="3605"/>
                  </a:lnTo>
                  <a:cubicBezTo>
                    <a:pt x="1615" y="3605"/>
                    <a:pt x="1" y="1992"/>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1"/>
            <p:cNvSpPr/>
            <p:nvPr/>
          </p:nvSpPr>
          <p:spPr>
            <a:xfrm>
              <a:off x="4245963" y="3590338"/>
              <a:ext cx="652075" cy="456725"/>
            </a:xfrm>
            <a:custGeom>
              <a:rect b="b" l="l" r="r" t="t"/>
              <a:pathLst>
                <a:path extrusionOk="0" h="18269" w="26083">
                  <a:moveTo>
                    <a:pt x="0" y="1"/>
                  </a:moveTo>
                  <a:lnTo>
                    <a:pt x="0" y="14663"/>
                  </a:lnTo>
                  <a:cubicBezTo>
                    <a:pt x="0" y="15659"/>
                    <a:pt x="403" y="16560"/>
                    <a:pt x="1056" y="17213"/>
                  </a:cubicBezTo>
                  <a:cubicBezTo>
                    <a:pt x="1708" y="17865"/>
                    <a:pt x="2610" y="18269"/>
                    <a:pt x="3605" y="18269"/>
                  </a:cubicBezTo>
                  <a:lnTo>
                    <a:pt x="25558" y="18269"/>
                  </a:lnTo>
                  <a:cubicBezTo>
                    <a:pt x="25849" y="18269"/>
                    <a:pt x="26083" y="18033"/>
                    <a:pt x="26083" y="17743"/>
                  </a:cubicBezTo>
                  <a:lnTo>
                    <a:pt x="26083" y="4129"/>
                  </a:lnTo>
                  <a:cubicBezTo>
                    <a:pt x="26080" y="3838"/>
                    <a:pt x="25845" y="3602"/>
                    <a:pt x="25556" y="3602"/>
                  </a:cubicBezTo>
                  <a:lnTo>
                    <a:pt x="24296" y="3602"/>
                  </a:lnTo>
                  <a:cubicBezTo>
                    <a:pt x="24585" y="3602"/>
                    <a:pt x="24822" y="3838"/>
                    <a:pt x="24822" y="4127"/>
                  </a:cubicBezTo>
                  <a:lnTo>
                    <a:pt x="24822" y="17059"/>
                  </a:lnTo>
                  <a:cubicBezTo>
                    <a:pt x="24822" y="17349"/>
                    <a:pt x="24588" y="17586"/>
                    <a:pt x="24296" y="17586"/>
                  </a:cubicBezTo>
                  <a:lnTo>
                    <a:pt x="3603" y="17586"/>
                  </a:lnTo>
                  <a:cubicBezTo>
                    <a:pt x="1989" y="17586"/>
                    <a:pt x="682" y="16277"/>
                    <a:pt x="682" y="14663"/>
                  </a:cubicBezTo>
                  <a:lnTo>
                    <a:pt x="682" y="14272"/>
                  </a:lnTo>
                  <a:cubicBezTo>
                    <a:pt x="682" y="12803"/>
                    <a:pt x="1778" y="11559"/>
                    <a:pt x="3232" y="11374"/>
                  </a:cubicBezTo>
                  <a:cubicBezTo>
                    <a:pt x="3833" y="11298"/>
                    <a:pt x="4285" y="10784"/>
                    <a:pt x="4285" y="10177"/>
                  </a:cubicBezTo>
                  <a:lnTo>
                    <a:pt x="4285" y="3604"/>
                  </a:lnTo>
                  <a:lnTo>
                    <a:pt x="3603" y="3604"/>
                  </a:lnTo>
                  <a:cubicBezTo>
                    <a:pt x="1613" y="3604"/>
                    <a:pt x="0" y="1989"/>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1"/>
            <p:cNvSpPr/>
            <p:nvPr/>
          </p:nvSpPr>
          <p:spPr>
            <a:xfrm>
              <a:off x="4245838" y="3491463"/>
              <a:ext cx="90175" cy="455650"/>
            </a:xfrm>
            <a:custGeom>
              <a:rect b="b" l="l" r="r" t="t"/>
              <a:pathLst>
                <a:path extrusionOk="0" h="18226" w="3607">
                  <a:moveTo>
                    <a:pt x="3086" y="1"/>
                  </a:moveTo>
                  <a:cubicBezTo>
                    <a:pt x="3057" y="1"/>
                    <a:pt x="3028" y="3"/>
                    <a:pt x="2998" y="8"/>
                  </a:cubicBezTo>
                  <a:cubicBezTo>
                    <a:pt x="1298" y="297"/>
                    <a:pt x="4" y="1777"/>
                    <a:pt x="4" y="3561"/>
                  </a:cubicBezTo>
                  <a:lnTo>
                    <a:pt x="1" y="3561"/>
                  </a:lnTo>
                  <a:lnTo>
                    <a:pt x="1" y="18226"/>
                  </a:lnTo>
                  <a:cubicBezTo>
                    <a:pt x="1" y="16391"/>
                    <a:pt x="1376" y="14875"/>
                    <a:pt x="3149" y="14652"/>
                  </a:cubicBezTo>
                  <a:cubicBezTo>
                    <a:pt x="3412" y="14617"/>
                    <a:pt x="3607" y="14395"/>
                    <a:pt x="3607" y="14131"/>
                  </a:cubicBezTo>
                  <a:lnTo>
                    <a:pt x="3607" y="526"/>
                  </a:lnTo>
                  <a:cubicBezTo>
                    <a:pt x="3607" y="233"/>
                    <a:pt x="3367" y="1"/>
                    <a:pt x="30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1"/>
            <p:cNvSpPr/>
            <p:nvPr/>
          </p:nvSpPr>
          <p:spPr>
            <a:xfrm>
              <a:off x="4712163" y="3897138"/>
              <a:ext cx="105425" cy="102350"/>
            </a:xfrm>
            <a:custGeom>
              <a:rect b="b" l="l" r="r" t="t"/>
              <a:pathLst>
                <a:path extrusionOk="0" h="4094" w="4217">
                  <a:moveTo>
                    <a:pt x="681" y="0"/>
                  </a:moveTo>
                  <a:cubicBezTo>
                    <a:pt x="523" y="0"/>
                    <a:pt x="364" y="61"/>
                    <a:pt x="243" y="182"/>
                  </a:cubicBezTo>
                  <a:cubicBezTo>
                    <a:pt x="1" y="423"/>
                    <a:pt x="1" y="817"/>
                    <a:pt x="243" y="1059"/>
                  </a:cubicBezTo>
                  <a:lnTo>
                    <a:pt x="1232" y="2048"/>
                  </a:lnTo>
                  <a:lnTo>
                    <a:pt x="243" y="3035"/>
                  </a:lnTo>
                  <a:cubicBezTo>
                    <a:pt x="1" y="3277"/>
                    <a:pt x="1" y="3671"/>
                    <a:pt x="243" y="3913"/>
                  </a:cubicBezTo>
                  <a:cubicBezTo>
                    <a:pt x="364" y="4034"/>
                    <a:pt x="523" y="4094"/>
                    <a:pt x="681" y="4094"/>
                  </a:cubicBezTo>
                  <a:cubicBezTo>
                    <a:pt x="840" y="4094"/>
                    <a:pt x="999" y="4034"/>
                    <a:pt x="1120" y="3913"/>
                  </a:cubicBezTo>
                  <a:lnTo>
                    <a:pt x="2108" y="2924"/>
                  </a:lnTo>
                  <a:lnTo>
                    <a:pt x="3097" y="3913"/>
                  </a:lnTo>
                  <a:cubicBezTo>
                    <a:pt x="3218" y="4034"/>
                    <a:pt x="3376" y="4094"/>
                    <a:pt x="3535" y="4094"/>
                  </a:cubicBezTo>
                  <a:cubicBezTo>
                    <a:pt x="3694" y="4094"/>
                    <a:pt x="3853" y="4034"/>
                    <a:pt x="3974" y="3913"/>
                  </a:cubicBezTo>
                  <a:cubicBezTo>
                    <a:pt x="4216" y="3671"/>
                    <a:pt x="4216" y="3277"/>
                    <a:pt x="3974" y="3035"/>
                  </a:cubicBezTo>
                  <a:lnTo>
                    <a:pt x="2985" y="2048"/>
                  </a:lnTo>
                  <a:lnTo>
                    <a:pt x="3974" y="1059"/>
                  </a:lnTo>
                  <a:cubicBezTo>
                    <a:pt x="4216" y="817"/>
                    <a:pt x="4216" y="423"/>
                    <a:pt x="3974" y="182"/>
                  </a:cubicBezTo>
                  <a:cubicBezTo>
                    <a:pt x="3853" y="61"/>
                    <a:pt x="3694" y="0"/>
                    <a:pt x="3535" y="0"/>
                  </a:cubicBezTo>
                  <a:cubicBezTo>
                    <a:pt x="3376" y="0"/>
                    <a:pt x="3218" y="61"/>
                    <a:pt x="3097" y="182"/>
                  </a:cubicBezTo>
                  <a:lnTo>
                    <a:pt x="2108" y="1170"/>
                  </a:lnTo>
                  <a:lnTo>
                    <a:pt x="1120" y="182"/>
                  </a:lnTo>
                  <a:cubicBezTo>
                    <a:pt x="999" y="61"/>
                    <a:pt x="840" y="0"/>
                    <a:pt x="6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1"/>
            <p:cNvSpPr/>
            <p:nvPr/>
          </p:nvSpPr>
          <p:spPr>
            <a:xfrm>
              <a:off x="4416463" y="3869138"/>
              <a:ext cx="45975" cy="45950"/>
            </a:xfrm>
            <a:custGeom>
              <a:rect b="b" l="l" r="r" t="t"/>
              <a:pathLst>
                <a:path extrusionOk="0" h="1838" w="1839">
                  <a:moveTo>
                    <a:pt x="920" y="1"/>
                  </a:moveTo>
                  <a:cubicBezTo>
                    <a:pt x="412" y="1"/>
                    <a:pt x="0" y="413"/>
                    <a:pt x="0" y="919"/>
                  </a:cubicBezTo>
                  <a:cubicBezTo>
                    <a:pt x="0" y="1427"/>
                    <a:pt x="412" y="1838"/>
                    <a:pt x="920" y="1838"/>
                  </a:cubicBezTo>
                  <a:cubicBezTo>
                    <a:pt x="1427" y="1838"/>
                    <a:pt x="1839" y="1427"/>
                    <a:pt x="1839" y="919"/>
                  </a:cubicBezTo>
                  <a:cubicBezTo>
                    <a:pt x="1839" y="414"/>
                    <a:pt x="1427" y="1"/>
                    <a:pt x="92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1"/>
            <p:cNvSpPr/>
            <p:nvPr/>
          </p:nvSpPr>
          <p:spPr>
            <a:xfrm>
              <a:off x="4528488" y="3744413"/>
              <a:ext cx="45950" cy="45950"/>
            </a:xfrm>
            <a:custGeom>
              <a:rect b="b" l="l" r="r" t="t"/>
              <a:pathLst>
                <a:path extrusionOk="0" h="1838" w="1838">
                  <a:moveTo>
                    <a:pt x="919" y="1"/>
                  </a:moveTo>
                  <a:cubicBezTo>
                    <a:pt x="411" y="1"/>
                    <a:pt x="1" y="411"/>
                    <a:pt x="1" y="919"/>
                  </a:cubicBezTo>
                  <a:cubicBezTo>
                    <a:pt x="1" y="1427"/>
                    <a:pt x="411" y="1837"/>
                    <a:pt x="919" y="1837"/>
                  </a:cubicBezTo>
                  <a:cubicBezTo>
                    <a:pt x="1427" y="1837"/>
                    <a:pt x="1837" y="1425"/>
                    <a:pt x="1837" y="919"/>
                  </a:cubicBezTo>
                  <a:cubicBezTo>
                    <a:pt x="1837" y="411"/>
                    <a:pt x="1427" y="1"/>
                    <a:pt x="91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1"/>
            <p:cNvSpPr/>
            <p:nvPr/>
          </p:nvSpPr>
          <p:spPr>
            <a:xfrm>
              <a:off x="4466963" y="3488713"/>
              <a:ext cx="168950" cy="214875"/>
            </a:xfrm>
            <a:custGeom>
              <a:rect b="b" l="l" r="r" t="t"/>
              <a:pathLst>
                <a:path extrusionOk="0" h="8595" w="6758">
                  <a:moveTo>
                    <a:pt x="3380" y="0"/>
                  </a:moveTo>
                  <a:cubicBezTo>
                    <a:pt x="1513" y="0"/>
                    <a:pt x="1" y="1514"/>
                    <a:pt x="1" y="3380"/>
                  </a:cubicBezTo>
                  <a:cubicBezTo>
                    <a:pt x="1" y="4939"/>
                    <a:pt x="2360" y="7640"/>
                    <a:pt x="3135" y="8487"/>
                  </a:cubicBezTo>
                  <a:cubicBezTo>
                    <a:pt x="3200" y="8558"/>
                    <a:pt x="3289" y="8594"/>
                    <a:pt x="3379" y="8594"/>
                  </a:cubicBezTo>
                  <a:cubicBezTo>
                    <a:pt x="3468" y="8594"/>
                    <a:pt x="3557" y="8558"/>
                    <a:pt x="3623" y="8487"/>
                  </a:cubicBezTo>
                  <a:cubicBezTo>
                    <a:pt x="4399" y="7641"/>
                    <a:pt x="6758" y="4939"/>
                    <a:pt x="6758" y="3380"/>
                  </a:cubicBezTo>
                  <a:cubicBezTo>
                    <a:pt x="6758" y="1513"/>
                    <a:pt x="5245" y="0"/>
                    <a:pt x="338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1"/>
            <p:cNvSpPr/>
            <p:nvPr/>
          </p:nvSpPr>
          <p:spPr>
            <a:xfrm>
              <a:off x="4496288" y="3515213"/>
              <a:ext cx="110325" cy="110350"/>
            </a:xfrm>
            <a:custGeom>
              <a:rect b="b" l="l" r="r" t="t"/>
              <a:pathLst>
                <a:path extrusionOk="0" h="4414" w="4413">
                  <a:moveTo>
                    <a:pt x="2207" y="1"/>
                  </a:moveTo>
                  <a:cubicBezTo>
                    <a:pt x="992" y="1"/>
                    <a:pt x="0" y="991"/>
                    <a:pt x="0" y="2208"/>
                  </a:cubicBezTo>
                  <a:cubicBezTo>
                    <a:pt x="0" y="3423"/>
                    <a:pt x="992" y="4413"/>
                    <a:pt x="2207" y="4413"/>
                  </a:cubicBezTo>
                  <a:cubicBezTo>
                    <a:pt x="3424" y="4413"/>
                    <a:pt x="4413" y="3423"/>
                    <a:pt x="4413" y="2208"/>
                  </a:cubicBezTo>
                  <a:cubicBezTo>
                    <a:pt x="4413" y="991"/>
                    <a:pt x="3422" y="1"/>
                    <a:pt x="22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1"/>
            <p:cNvSpPr/>
            <p:nvPr/>
          </p:nvSpPr>
          <p:spPr>
            <a:xfrm>
              <a:off x="4513388" y="3532288"/>
              <a:ext cx="76150" cy="76200"/>
            </a:xfrm>
            <a:custGeom>
              <a:rect b="b" l="l" r="r" t="t"/>
              <a:pathLst>
                <a:path extrusionOk="0" h="3048" w="3046">
                  <a:moveTo>
                    <a:pt x="1526" y="1"/>
                  </a:moveTo>
                  <a:cubicBezTo>
                    <a:pt x="1525" y="1"/>
                    <a:pt x="1524" y="1"/>
                    <a:pt x="1523" y="1"/>
                  </a:cubicBezTo>
                  <a:cubicBezTo>
                    <a:pt x="682" y="1"/>
                    <a:pt x="1" y="682"/>
                    <a:pt x="1" y="1525"/>
                  </a:cubicBezTo>
                  <a:cubicBezTo>
                    <a:pt x="1" y="2366"/>
                    <a:pt x="682" y="3047"/>
                    <a:pt x="1523" y="3047"/>
                  </a:cubicBezTo>
                  <a:cubicBezTo>
                    <a:pt x="2364" y="3047"/>
                    <a:pt x="3046" y="2366"/>
                    <a:pt x="3046" y="1525"/>
                  </a:cubicBezTo>
                  <a:cubicBezTo>
                    <a:pt x="3046" y="683"/>
                    <a:pt x="2365" y="1"/>
                    <a:pt x="1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1"/>
            <p:cNvSpPr/>
            <p:nvPr/>
          </p:nvSpPr>
          <p:spPr>
            <a:xfrm>
              <a:off x="4328638" y="3911938"/>
              <a:ext cx="53725" cy="87200"/>
            </a:xfrm>
            <a:custGeom>
              <a:rect b="b" l="l" r="r" t="t"/>
              <a:pathLst>
                <a:path extrusionOk="0" h="3488" w="2149">
                  <a:moveTo>
                    <a:pt x="1074" y="1"/>
                  </a:moveTo>
                  <a:lnTo>
                    <a:pt x="1" y="1744"/>
                  </a:lnTo>
                  <a:lnTo>
                    <a:pt x="1074" y="3488"/>
                  </a:lnTo>
                  <a:lnTo>
                    <a:pt x="2149" y="1744"/>
                  </a:lnTo>
                  <a:lnTo>
                    <a:pt x="10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1"/>
            <p:cNvSpPr/>
            <p:nvPr/>
          </p:nvSpPr>
          <p:spPr>
            <a:xfrm>
              <a:off x="4236163" y="3478963"/>
              <a:ext cx="522450" cy="577975"/>
            </a:xfrm>
            <a:custGeom>
              <a:rect b="b" l="l" r="r" t="t"/>
              <a:pathLst>
                <a:path extrusionOk="0" h="23119" w="20898">
                  <a:moveTo>
                    <a:pt x="12612" y="785"/>
                  </a:moveTo>
                  <a:cubicBezTo>
                    <a:pt x="14257" y="785"/>
                    <a:pt x="15597" y="2125"/>
                    <a:pt x="15597" y="3770"/>
                  </a:cubicBezTo>
                  <a:cubicBezTo>
                    <a:pt x="15597" y="4889"/>
                    <a:pt x="14063" y="6968"/>
                    <a:pt x="12612" y="8561"/>
                  </a:cubicBezTo>
                  <a:cubicBezTo>
                    <a:pt x="11158" y="6968"/>
                    <a:pt x="9627" y="4887"/>
                    <a:pt x="9627" y="3770"/>
                  </a:cubicBezTo>
                  <a:cubicBezTo>
                    <a:pt x="9627" y="2124"/>
                    <a:pt x="10968" y="785"/>
                    <a:pt x="12612" y="785"/>
                  </a:cubicBezTo>
                  <a:close/>
                  <a:moveTo>
                    <a:pt x="12614" y="0"/>
                  </a:moveTo>
                  <a:cubicBezTo>
                    <a:pt x="10533" y="0"/>
                    <a:pt x="8842" y="1692"/>
                    <a:pt x="8842" y="3773"/>
                  </a:cubicBezTo>
                  <a:cubicBezTo>
                    <a:pt x="8842" y="4522"/>
                    <a:pt x="9296" y="5548"/>
                    <a:pt x="10191" y="6819"/>
                  </a:cubicBezTo>
                  <a:cubicBezTo>
                    <a:pt x="10397" y="7113"/>
                    <a:pt x="10612" y="7399"/>
                    <a:pt x="10823" y="7666"/>
                  </a:cubicBezTo>
                  <a:lnTo>
                    <a:pt x="4391" y="7666"/>
                  </a:lnTo>
                  <a:lnTo>
                    <a:pt x="4391" y="1029"/>
                  </a:lnTo>
                  <a:cubicBezTo>
                    <a:pt x="4391" y="759"/>
                    <a:pt x="4274" y="502"/>
                    <a:pt x="4066" y="326"/>
                  </a:cubicBezTo>
                  <a:cubicBezTo>
                    <a:pt x="3899" y="186"/>
                    <a:pt x="3691" y="111"/>
                    <a:pt x="3478" y="111"/>
                  </a:cubicBezTo>
                  <a:cubicBezTo>
                    <a:pt x="3427" y="111"/>
                    <a:pt x="3376" y="115"/>
                    <a:pt x="3325" y="124"/>
                  </a:cubicBezTo>
                  <a:cubicBezTo>
                    <a:pt x="1398" y="451"/>
                    <a:pt x="0" y="2108"/>
                    <a:pt x="0" y="4064"/>
                  </a:cubicBezTo>
                  <a:lnTo>
                    <a:pt x="0" y="19121"/>
                  </a:lnTo>
                  <a:cubicBezTo>
                    <a:pt x="0" y="21325"/>
                    <a:pt x="1794" y="23118"/>
                    <a:pt x="4000" y="23118"/>
                  </a:cubicBezTo>
                  <a:lnTo>
                    <a:pt x="7860" y="23118"/>
                  </a:lnTo>
                  <a:cubicBezTo>
                    <a:pt x="8076" y="23118"/>
                    <a:pt x="8251" y="22943"/>
                    <a:pt x="8251" y="22725"/>
                  </a:cubicBezTo>
                  <a:cubicBezTo>
                    <a:pt x="8248" y="22503"/>
                    <a:pt x="8072" y="22328"/>
                    <a:pt x="7855" y="22328"/>
                  </a:cubicBezTo>
                  <a:lnTo>
                    <a:pt x="3995" y="22328"/>
                  </a:lnTo>
                  <a:cubicBezTo>
                    <a:pt x="2225" y="22328"/>
                    <a:pt x="785" y="20887"/>
                    <a:pt x="785" y="19116"/>
                  </a:cubicBezTo>
                  <a:lnTo>
                    <a:pt x="785" y="18726"/>
                  </a:lnTo>
                  <a:cubicBezTo>
                    <a:pt x="785" y="17112"/>
                    <a:pt x="1991" y="15743"/>
                    <a:pt x="3588" y="15540"/>
                  </a:cubicBezTo>
                  <a:cubicBezTo>
                    <a:pt x="4046" y="15483"/>
                    <a:pt x="4390" y="15091"/>
                    <a:pt x="4390" y="14629"/>
                  </a:cubicBezTo>
                  <a:lnTo>
                    <a:pt x="4390" y="12127"/>
                  </a:lnTo>
                  <a:cubicBezTo>
                    <a:pt x="4390" y="11910"/>
                    <a:pt x="4215" y="11734"/>
                    <a:pt x="3997" y="11734"/>
                  </a:cubicBezTo>
                  <a:cubicBezTo>
                    <a:pt x="3780" y="11734"/>
                    <a:pt x="3605" y="11910"/>
                    <a:pt x="3605" y="12127"/>
                  </a:cubicBezTo>
                  <a:lnTo>
                    <a:pt x="3605" y="14631"/>
                  </a:lnTo>
                  <a:cubicBezTo>
                    <a:pt x="3605" y="14697"/>
                    <a:pt x="3556" y="14753"/>
                    <a:pt x="3492" y="14760"/>
                  </a:cubicBezTo>
                  <a:cubicBezTo>
                    <a:pt x="2378" y="14902"/>
                    <a:pt x="1418" y="15497"/>
                    <a:pt x="787" y="16345"/>
                  </a:cubicBezTo>
                  <a:lnTo>
                    <a:pt x="787" y="4061"/>
                  </a:lnTo>
                  <a:cubicBezTo>
                    <a:pt x="787" y="2490"/>
                    <a:pt x="1909" y="1158"/>
                    <a:pt x="3456" y="897"/>
                  </a:cubicBezTo>
                  <a:cubicBezTo>
                    <a:pt x="3463" y="896"/>
                    <a:pt x="3470" y="895"/>
                    <a:pt x="3477" y="895"/>
                  </a:cubicBezTo>
                  <a:cubicBezTo>
                    <a:pt x="3512" y="895"/>
                    <a:pt x="3539" y="910"/>
                    <a:pt x="3556" y="926"/>
                  </a:cubicBezTo>
                  <a:cubicBezTo>
                    <a:pt x="3573" y="940"/>
                    <a:pt x="3605" y="974"/>
                    <a:pt x="3605" y="1028"/>
                  </a:cubicBezTo>
                  <a:lnTo>
                    <a:pt x="3605" y="10317"/>
                  </a:lnTo>
                  <a:cubicBezTo>
                    <a:pt x="3605" y="10534"/>
                    <a:pt x="3780" y="10710"/>
                    <a:pt x="3997" y="10710"/>
                  </a:cubicBezTo>
                  <a:cubicBezTo>
                    <a:pt x="4215" y="10710"/>
                    <a:pt x="4390" y="10534"/>
                    <a:pt x="4390" y="10317"/>
                  </a:cubicBezTo>
                  <a:lnTo>
                    <a:pt x="4390" y="8452"/>
                  </a:lnTo>
                  <a:lnTo>
                    <a:pt x="11468" y="8452"/>
                  </a:lnTo>
                  <a:cubicBezTo>
                    <a:pt x="11709" y="8735"/>
                    <a:pt x="11923" y="8974"/>
                    <a:pt x="12080" y="9143"/>
                  </a:cubicBezTo>
                  <a:cubicBezTo>
                    <a:pt x="12216" y="9293"/>
                    <a:pt x="12411" y="9379"/>
                    <a:pt x="12614" y="9379"/>
                  </a:cubicBezTo>
                  <a:cubicBezTo>
                    <a:pt x="12817" y="9379"/>
                    <a:pt x="13011" y="9293"/>
                    <a:pt x="13149" y="9143"/>
                  </a:cubicBezTo>
                  <a:cubicBezTo>
                    <a:pt x="13305" y="8974"/>
                    <a:pt x="13518" y="8735"/>
                    <a:pt x="13760" y="8452"/>
                  </a:cubicBezTo>
                  <a:lnTo>
                    <a:pt x="20504" y="8452"/>
                  </a:lnTo>
                  <a:cubicBezTo>
                    <a:pt x="20721" y="8452"/>
                    <a:pt x="20897" y="8275"/>
                    <a:pt x="20897" y="8059"/>
                  </a:cubicBezTo>
                  <a:cubicBezTo>
                    <a:pt x="20897" y="7842"/>
                    <a:pt x="20721" y="7666"/>
                    <a:pt x="20504" y="7666"/>
                  </a:cubicBezTo>
                  <a:lnTo>
                    <a:pt x="14406" y="7666"/>
                  </a:lnTo>
                  <a:cubicBezTo>
                    <a:pt x="14615" y="7399"/>
                    <a:pt x="14830" y="7113"/>
                    <a:pt x="15037" y="6819"/>
                  </a:cubicBezTo>
                  <a:cubicBezTo>
                    <a:pt x="15933" y="5548"/>
                    <a:pt x="16386" y="4523"/>
                    <a:pt x="16386" y="3773"/>
                  </a:cubicBezTo>
                  <a:cubicBezTo>
                    <a:pt x="16386" y="1692"/>
                    <a:pt x="14694" y="0"/>
                    <a:pt x="1261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1"/>
            <p:cNvSpPr/>
            <p:nvPr/>
          </p:nvSpPr>
          <p:spPr>
            <a:xfrm>
              <a:off x="4468013" y="3670513"/>
              <a:ext cx="439825" cy="386200"/>
            </a:xfrm>
            <a:custGeom>
              <a:rect b="b" l="l" r="r" t="t"/>
              <a:pathLst>
                <a:path extrusionOk="0" h="15448" w="17593">
                  <a:moveTo>
                    <a:pt x="13040" y="1"/>
                  </a:moveTo>
                  <a:cubicBezTo>
                    <a:pt x="12823" y="1"/>
                    <a:pt x="12646" y="176"/>
                    <a:pt x="12646" y="394"/>
                  </a:cubicBezTo>
                  <a:cubicBezTo>
                    <a:pt x="12646" y="610"/>
                    <a:pt x="12823" y="786"/>
                    <a:pt x="13040" y="786"/>
                  </a:cubicBezTo>
                  <a:lnTo>
                    <a:pt x="16674" y="786"/>
                  </a:lnTo>
                  <a:cubicBezTo>
                    <a:pt x="16746" y="786"/>
                    <a:pt x="16805" y="846"/>
                    <a:pt x="16805" y="918"/>
                  </a:cubicBezTo>
                  <a:lnTo>
                    <a:pt x="16805" y="14531"/>
                  </a:lnTo>
                  <a:cubicBezTo>
                    <a:pt x="16805" y="14602"/>
                    <a:pt x="16746" y="14661"/>
                    <a:pt x="16674" y="14661"/>
                  </a:cubicBezTo>
                  <a:lnTo>
                    <a:pt x="392" y="14661"/>
                  </a:lnTo>
                  <a:cubicBezTo>
                    <a:pt x="175" y="14661"/>
                    <a:pt x="0" y="14838"/>
                    <a:pt x="0" y="15054"/>
                  </a:cubicBezTo>
                  <a:cubicBezTo>
                    <a:pt x="0" y="15271"/>
                    <a:pt x="175" y="15448"/>
                    <a:pt x="392" y="15448"/>
                  </a:cubicBezTo>
                  <a:lnTo>
                    <a:pt x="16674" y="15448"/>
                  </a:lnTo>
                  <a:cubicBezTo>
                    <a:pt x="17179" y="15448"/>
                    <a:pt x="17593" y="15034"/>
                    <a:pt x="17593" y="14529"/>
                  </a:cubicBezTo>
                  <a:lnTo>
                    <a:pt x="17593" y="915"/>
                  </a:lnTo>
                  <a:cubicBezTo>
                    <a:pt x="17593" y="412"/>
                    <a:pt x="17179" y="1"/>
                    <a:pt x="1667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1"/>
            <p:cNvSpPr/>
            <p:nvPr/>
          </p:nvSpPr>
          <p:spPr>
            <a:xfrm>
              <a:off x="4701338" y="3887263"/>
              <a:ext cx="127050" cy="122175"/>
            </a:xfrm>
            <a:custGeom>
              <a:rect b="b" l="l" r="r" t="t"/>
              <a:pathLst>
                <a:path extrusionOk="0" h="4887" w="5082">
                  <a:moveTo>
                    <a:pt x="1115" y="788"/>
                  </a:moveTo>
                  <a:cubicBezTo>
                    <a:pt x="1173" y="788"/>
                    <a:pt x="1231" y="810"/>
                    <a:pt x="1277" y="854"/>
                  </a:cubicBezTo>
                  <a:lnTo>
                    <a:pt x="2265" y="1843"/>
                  </a:lnTo>
                  <a:cubicBezTo>
                    <a:pt x="2342" y="1920"/>
                    <a:pt x="2443" y="1959"/>
                    <a:pt x="2544" y="1959"/>
                  </a:cubicBezTo>
                  <a:cubicBezTo>
                    <a:pt x="2645" y="1959"/>
                    <a:pt x="2745" y="1920"/>
                    <a:pt x="2821" y="1843"/>
                  </a:cubicBezTo>
                  <a:lnTo>
                    <a:pt x="3810" y="854"/>
                  </a:lnTo>
                  <a:cubicBezTo>
                    <a:pt x="3854" y="811"/>
                    <a:pt x="3912" y="789"/>
                    <a:pt x="3970" y="789"/>
                  </a:cubicBezTo>
                  <a:cubicBezTo>
                    <a:pt x="4028" y="789"/>
                    <a:pt x="4086" y="811"/>
                    <a:pt x="4130" y="854"/>
                  </a:cubicBezTo>
                  <a:cubicBezTo>
                    <a:pt x="4216" y="945"/>
                    <a:pt x="4216" y="1088"/>
                    <a:pt x="4129" y="1176"/>
                  </a:cubicBezTo>
                  <a:lnTo>
                    <a:pt x="3140" y="2164"/>
                  </a:lnTo>
                  <a:cubicBezTo>
                    <a:pt x="3067" y="2238"/>
                    <a:pt x="3025" y="2338"/>
                    <a:pt x="3025" y="2443"/>
                  </a:cubicBezTo>
                  <a:cubicBezTo>
                    <a:pt x="3025" y="2546"/>
                    <a:pt x="3067" y="2647"/>
                    <a:pt x="3140" y="2720"/>
                  </a:cubicBezTo>
                  <a:lnTo>
                    <a:pt x="4129" y="3708"/>
                  </a:lnTo>
                  <a:cubicBezTo>
                    <a:pt x="4216" y="3796"/>
                    <a:pt x="4216" y="3942"/>
                    <a:pt x="4129" y="4030"/>
                  </a:cubicBezTo>
                  <a:cubicBezTo>
                    <a:pt x="4085" y="4074"/>
                    <a:pt x="4027" y="4095"/>
                    <a:pt x="3968" y="4095"/>
                  </a:cubicBezTo>
                  <a:cubicBezTo>
                    <a:pt x="3910" y="4095"/>
                    <a:pt x="3852" y="4074"/>
                    <a:pt x="3807" y="4030"/>
                  </a:cubicBezTo>
                  <a:lnTo>
                    <a:pt x="2820" y="3041"/>
                  </a:lnTo>
                  <a:cubicBezTo>
                    <a:pt x="2742" y="2964"/>
                    <a:pt x="2641" y="2925"/>
                    <a:pt x="2540" y="2925"/>
                  </a:cubicBezTo>
                  <a:cubicBezTo>
                    <a:pt x="2440" y="2925"/>
                    <a:pt x="2339" y="2964"/>
                    <a:pt x="2263" y="3041"/>
                  </a:cubicBezTo>
                  <a:lnTo>
                    <a:pt x="1274" y="4030"/>
                  </a:lnTo>
                  <a:cubicBezTo>
                    <a:pt x="1231" y="4074"/>
                    <a:pt x="1173" y="4095"/>
                    <a:pt x="1114" y="4095"/>
                  </a:cubicBezTo>
                  <a:cubicBezTo>
                    <a:pt x="1056" y="4095"/>
                    <a:pt x="998" y="4074"/>
                    <a:pt x="954" y="4030"/>
                  </a:cubicBezTo>
                  <a:cubicBezTo>
                    <a:pt x="865" y="3942"/>
                    <a:pt x="865" y="3796"/>
                    <a:pt x="954" y="3708"/>
                  </a:cubicBezTo>
                  <a:lnTo>
                    <a:pt x="1942" y="2720"/>
                  </a:lnTo>
                  <a:cubicBezTo>
                    <a:pt x="2016" y="2647"/>
                    <a:pt x="2056" y="2546"/>
                    <a:pt x="2056" y="2443"/>
                  </a:cubicBezTo>
                  <a:cubicBezTo>
                    <a:pt x="2056" y="2338"/>
                    <a:pt x="2016" y="2238"/>
                    <a:pt x="1942" y="2164"/>
                  </a:cubicBezTo>
                  <a:lnTo>
                    <a:pt x="954" y="1176"/>
                  </a:lnTo>
                  <a:cubicBezTo>
                    <a:pt x="865" y="1088"/>
                    <a:pt x="865" y="943"/>
                    <a:pt x="954" y="854"/>
                  </a:cubicBezTo>
                  <a:cubicBezTo>
                    <a:pt x="999" y="810"/>
                    <a:pt x="1056" y="788"/>
                    <a:pt x="1115" y="788"/>
                  </a:cubicBezTo>
                  <a:close/>
                  <a:moveTo>
                    <a:pt x="1112" y="0"/>
                  </a:moveTo>
                  <a:cubicBezTo>
                    <a:pt x="841" y="0"/>
                    <a:pt x="586" y="107"/>
                    <a:pt x="395" y="299"/>
                  </a:cubicBezTo>
                  <a:cubicBezTo>
                    <a:pt x="0" y="694"/>
                    <a:pt x="0" y="1338"/>
                    <a:pt x="395" y="1734"/>
                  </a:cubicBezTo>
                  <a:lnTo>
                    <a:pt x="1105" y="2444"/>
                  </a:lnTo>
                  <a:lnTo>
                    <a:pt x="395" y="3154"/>
                  </a:lnTo>
                  <a:cubicBezTo>
                    <a:pt x="0" y="3549"/>
                    <a:pt x="0" y="4193"/>
                    <a:pt x="395" y="4589"/>
                  </a:cubicBezTo>
                  <a:cubicBezTo>
                    <a:pt x="586" y="4782"/>
                    <a:pt x="841" y="4886"/>
                    <a:pt x="1112" y="4886"/>
                  </a:cubicBezTo>
                  <a:cubicBezTo>
                    <a:pt x="1382" y="4886"/>
                    <a:pt x="1637" y="4782"/>
                    <a:pt x="1830" y="4589"/>
                  </a:cubicBezTo>
                  <a:lnTo>
                    <a:pt x="2540" y="3879"/>
                  </a:lnTo>
                  <a:lnTo>
                    <a:pt x="3250" y="4589"/>
                  </a:lnTo>
                  <a:cubicBezTo>
                    <a:pt x="3441" y="4782"/>
                    <a:pt x="3697" y="4886"/>
                    <a:pt x="3968" y="4886"/>
                  </a:cubicBezTo>
                  <a:cubicBezTo>
                    <a:pt x="4238" y="4886"/>
                    <a:pt x="4493" y="4782"/>
                    <a:pt x="4685" y="4589"/>
                  </a:cubicBezTo>
                  <a:cubicBezTo>
                    <a:pt x="5081" y="4195"/>
                    <a:pt x="5081" y="3551"/>
                    <a:pt x="4685" y="3154"/>
                  </a:cubicBezTo>
                  <a:lnTo>
                    <a:pt x="3975" y="2444"/>
                  </a:lnTo>
                  <a:lnTo>
                    <a:pt x="4685" y="1734"/>
                  </a:lnTo>
                  <a:cubicBezTo>
                    <a:pt x="5080" y="1338"/>
                    <a:pt x="5080" y="694"/>
                    <a:pt x="4685" y="299"/>
                  </a:cubicBezTo>
                  <a:cubicBezTo>
                    <a:pt x="4493" y="107"/>
                    <a:pt x="4238" y="0"/>
                    <a:pt x="3968" y="0"/>
                  </a:cubicBezTo>
                  <a:cubicBezTo>
                    <a:pt x="3697" y="0"/>
                    <a:pt x="3441" y="107"/>
                    <a:pt x="3250" y="299"/>
                  </a:cubicBezTo>
                  <a:lnTo>
                    <a:pt x="2540" y="1009"/>
                  </a:lnTo>
                  <a:lnTo>
                    <a:pt x="1830" y="299"/>
                  </a:lnTo>
                  <a:cubicBezTo>
                    <a:pt x="1637" y="107"/>
                    <a:pt x="1382" y="0"/>
                    <a:pt x="111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1"/>
            <p:cNvSpPr/>
            <p:nvPr/>
          </p:nvSpPr>
          <p:spPr>
            <a:xfrm>
              <a:off x="4406663" y="3734613"/>
              <a:ext cx="405625" cy="239300"/>
            </a:xfrm>
            <a:custGeom>
              <a:rect b="b" l="l" r="r" t="t"/>
              <a:pathLst>
                <a:path extrusionOk="0" h="9572" w="16225">
                  <a:moveTo>
                    <a:pt x="5792" y="783"/>
                  </a:moveTo>
                  <a:cubicBezTo>
                    <a:pt x="6080" y="783"/>
                    <a:pt x="6317" y="1018"/>
                    <a:pt x="6317" y="1310"/>
                  </a:cubicBezTo>
                  <a:cubicBezTo>
                    <a:pt x="6316" y="1599"/>
                    <a:pt x="6080" y="1835"/>
                    <a:pt x="5792" y="1835"/>
                  </a:cubicBezTo>
                  <a:cubicBezTo>
                    <a:pt x="5504" y="1835"/>
                    <a:pt x="5267" y="1599"/>
                    <a:pt x="5267" y="1310"/>
                  </a:cubicBezTo>
                  <a:cubicBezTo>
                    <a:pt x="5267" y="1020"/>
                    <a:pt x="5502" y="783"/>
                    <a:pt x="5792" y="783"/>
                  </a:cubicBezTo>
                  <a:close/>
                  <a:moveTo>
                    <a:pt x="1312" y="5775"/>
                  </a:moveTo>
                  <a:cubicBezTo>
                    <a:pt x="1601" y="5775"/>
                    <a:pt x="1837" y="6010"/>
                    <a:pt x="1837" y="6300"/>
                  </a:cubicBezTo>
                  <a:cubicBezTo>
                    <a:pt x="1837" y="6590"/>
                    <a:pt x="1602" y="6827"/>
                    <a:pt x="1312" y="6827"/>
                  </a:cubicBezTo>
                  <a:cubicBezTo>
                    <a:pt x="1021" y="6827"/>
                    <a:pt x="786" y="6592"/>
                    <a:pt x="786" y="6300"/>
                  </a:cubicBezTo>
                  <a:cubicBezTo>
                    <a:pt x="786" y="6012"/>
                    <a:pt x="1021" y="5775"/>
                    <a:pt x="1312" y="5775"/>
                  </a:cubicBezTo>
                  <a:close/>
                  <a:moveTo>
                    <a:pt x="5792" y="1"/>
                  </a:moveTo>
                  <a:cubicBezTo>
                    <a:pt x="5069" y="1"/>
                    <a:pt x="4481" y="589"/>
                    <a:pt x="4481" y="1312"/>
                  </a:cubicBezTo>
                  <a:cubicBezTo>
                    <a:pt x="4481" y="2036"/>
                    <a:pt x="5069" y="2624"/>
                    <a:pt x="5792" y="2624"/>
                  </a:cubicBezTo>
                  <a:cubicBezTo>
                    <a:pt x="6379" y="2624"/>
                    <a:pt x="6875" y="2236"/>
                    <a:pt x="7045" y="1706"/>
                  </a:cubicBezTo>
                  <a:lnTo>
                    <a:pt x="14415" y="1706"/>
                  </a:lnTo>
                  <a:cubicBezTo>
                    <a:pt x="14980" y="1706"/>
                    <a:pt x="15439" y="2165"/>
                    <a:pt x="15439" y="2730"/>
                  </a:cubicBezTo>
                  <a:cubicBezTo>
                    <a:pt x="15439" y="3294"/>
                    <a:pt x="14980" y="3753"/>
                    <a:pt x="14415" y="3753"/>
                  </a:cubicBezTo>
                  <a:lnTo>
                    <a:pt x="3515" y="3753"/>
                  </a:lnTo>
                  <a:cubicBezTo>
                    <a:pt x="2611" y="3753"/>
                    <a:pt x="1773" y="4225"/>
                    <a:pt x="1301" y="4993"/>
                  </a:cubicBezTo>
                  <a:cubicBezTo>
                    <a:pt x="582" y="4999"/>
                    <a:pt x="1" y="5586"/>
                    <a:pt x="1" y="6305"/>
                  </a:cubicBezTo>
                  <a:cubicBezTo>
                    <a:pt x="1" y="7006"/>
                    <a:pt x="555" y="7582"/>
                    <a:pt x="1248" y="7616"/>
                  </a:cubicBezTo>
                  <a:cubicBezTo>
                    <a:pt x="1703" y="8431"/>
                    <a:pt x="2563" y="8946"/>
                    <a:pt x="3515" y="8946"/>
                  </a:cubicBezTo>
                  <a:lnTo>
                    <a:pt x="9723" y="8946"/>
                  </a:lnTo>
                  <a:cubicBezTo>
                    <a:pt x="9609" y="9100"/>
                    <a:pt x="9623" y="9316"/>
                    <a:pt x="9761" y="9457"/>
                  </a:cubicBezTo>
                  <a:cubicBezTo>
                    <a:pt x="9839" y="9535"/>
                    <a:pt x="9939" y="9572"/>
                    <a:pt x="10039" y="9572"/>
                  </a:cubicBezTo>
                  <a:cubicBezTo>
                    <a:pt x="10140" y="9572"/>
                    <a:pt x="10240" y="9535"/>
                    <a:pt x="10318" y="9457"/>
                  </a:cubicBezTo>
                  <a:lnTo>
                    <a:pt x="10948" y="8829"/>
                  </a:lnTo>
                  <a:cubicBezTo>
                    <a:pt x="11101" y="8674"/>
                    <a:pt x="11101" y="8424"/>
                    <a:pt x="10948" y="8272"/>
                  </a:cubicBezTo>
                  <a:lnTo>
                    <a:pt x="10318" y="7642"/>
                  </a:lnTo>
                  <a:cubicBezTo>
                    <a:pt x="10240" y="7565"/>
                    <a:pt x="10140" y="7527"/>
                    <a:pt x="10039" y="7527"/>
                  </a:cubicBezTo>
                  <a:cubicBezTo>
                    <a:pt x="9938" y="7527"/>
                    <a:pt x="9838" y="7565"/>
                    <a:pt x="9761" y="7642"/>
                  </a:cubicBezTo>
                  <a:cubicBezTo>
                    <a:pt x="9622" y="7782"/>
                    <a:pt x="9609" y="8003"/>
                    <a:pt x="9725" y="8157"/>
                  </a:cubicBezTo>
                  <a:lnTo>
                    <a:pt x="3515" y="8157"/>
                  </a:lnTo>
                  <a:cubicBezTo>
                    <a:pt x="2919" y="8157"/>
                    <a:pt x="2374" y="7867"/>
                    <a:pt x="2038" y="7395"/>
                  </a:cubicBezTo>
                  <a:cubicBezTo>
                    <a:pt x="2391" y="7160"/>
                    <a:pt x="2622" y="6758"/>
                    <a:pt x="2622" y="6303"/>
                  </a:cubicBezTo>
                  <a:cubicBezTo>
                    <a:pt x="2622" y="5867"/>
                    <a:pt x="2410" y="5481"/>
                    <a:pt x="2083" y="5243"/>
                  </a:cubicBezTo>
                  <a:cubicBezTo>
                    <a:pt x="2421" y="4804"/>
                    <a:pt x="2949" y="4540"/>
                    <a:pt x="3515" y="4540"/>
                  </a:cubicBezTo>
                  <a:lnTo>
                    <a:pt x="14415" y="4540"/>
                  </a:lnTo>
                  <a:cubicBezTo>
                    <a:pt x="15413" y="4540"/>
                    <a:pt x="16224" y="3727"/>
                    <a:pt x="16224" y="2730"/>
                  </a:cubicBezTo>
                  <a:cubicBezTo>
                    <a:pt x="16224" y="1733"/>
                    <a:pt x="15412" y="919"/>
                    <a:pt x="14415" y="919"/>
                  </a:cubicBezTo>
                  <a:lnTo>
                    <a:pt x="7045" y="919"/>
                  </a:lnTo>
                  <a:cubicBezTo>
                    <a:pt x="6877" y="388"/>
                    <a:pt x="6379" y="1"/>
                    <a:pt x="579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1"/>
            <p:cNvSpPr/>
            <p:nvPr/>
          </p:nvSpPr>
          <p:spPr>
            <a:xfrm>
              <a:off x="4503513" y="3522438"/>
              <a:ext cx="95900" cy="95900"/>
            </a:xfrm>
            <a:custGeom>
              <a:rect b="b" l="l" r="r" t="t"/>
              <a:pathLst>
                <a:path extrusionOk="0" h="3836" w="3836">
                  <a:moveTo>
                    <a:pt x="1918" y="788"/>
                  </a:moveTo>
                  <a:cubicBezTo>
                    <a:pt x="2541" y="788"/>
                    <a:pt x="3047" y="1296"/>
                    <a:pt x="3047" y="1919"/>
                  </a:cubicBezTo>
                  <a:cubicBezTo>
                    <a:pt x="3047" y="2540"/>
                    <a:pt x="2541" y="3048"/>
                    <a:pt x="1918" y="3048"/>
                  </a:cubicBezTo>
                  <a:cubicBezTo>
                    <a:pt x="1294" y="3048"/>
                    <a:pt x="787" y="2540"/>
                    <a:pt x="787" y="1919"/>
                  </a:cubicBezTo>
                  <a:cubicBezTo>
                    <a:pt x="787" y="1296"/>
                    <a:pt x="1295" y="788"/>
                    <a:pt x="1918" y="788"/>
                  </a:cubicBezTo>
                  <a:close/>
                  <a:moveTo>
                    <a:pt x="1918" y="0"/>
                  </a:moveTo>
                  <a:cubicBezTo>
                    <a:pt x="862" y="0"/>
                    <a:pt x="1" y="861"/>
                    <a:pt x="1" y="1919"/>
                  </a:cubicBezTo>
                  <a:cubicBezTo>
                    <a:pt x="1" y="2975"/>
                    <a:pt x="862" y="3836"/>
                    <a:pt x="1918" y="3836"/>
                  </a:cubicBezTo>
                  <a:cubicBezTo>
                    <a:pt x="2974" y="3836"/>
                    <a:pt x="3835" y="2975"/>
                    <a:pt x="3835" y="1919"/>
                  </a:cubicBezTo>
                  <a:cubicBezTo>
                    <a:pt x="3835" y="861"/>
                    <a:pt x="2974" y="0"/>
                    <a:pt x="19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1"/>
            <p:cNvSpPr/>
            <p:nvPr/>
          </p:nvSpPr>
          <p:spPr>
            <a:xfrm>
              <a:off x="4379763" y="3722788"/>
              <a:ext cx="38650" cy="19675"/>
            </a:xfrm>
            <a:custGeom>
              <a:rect b="b" l="l" r="r" t="t"/>
              <a:pathLst>
                <a:path extrusionOk="0" h="787" w="1546">
                  <a:moveTo>
                    <a:pt x="392" y="0"/>
                  </a:moveTo>
                  <a:cubicBezTo>
                    <a:pt x="176" y="0"/>
                    <a:pt x="0" y="177"/>
                    <a:pt x="0" y="394"/>
                  </a:cubicBezTo>
                  <a:cubicBezTo>
                    <a:pt x="0" y="610"/>
                    <a:pt x="176" y="787"/>
                    <a:pt x="392" y="787"/>
                  </a:cubicBezTo>
                  <a:lnTo>
                    <a:pt x="1153" y="787"/>
                  </a:lnTo>
                  <a:cubicBezTo>
                    <a:pt x="1371" y="787"/>
                    <a:pt x="1546" y="610"/>
                    <a:pt x="1546" y="394"/>
                  </a:cubicBezTo>
                  <a:cubicBezTo>
                    <a:pt x="1546" y="177"/>
                    <a:pt x="1371" y="0"/>
                    <a:pt x="115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1"/>
            <p:cNvSpPr/>
            <p:nvPr/>
          </p:nvSpPr>
          <p:spPr>
            <a:xfrm>
              <a:off x="4379763" y="3754888"/>
              <a:ext cx="80025" cy="19675"/>
            </a:xfrm>
            <a:custGeom>
              <a:rect b="b" l="l" r="r" t="t"/>
              <a:pathLst>
                <a:path extrusionOk="0" h="787" w="3201">
                  <a:moveTo>
                    <a:pt x="392" y="1"/>
                  </a:moveTo>
                  <a:cubicBezTo>
                    <a:pt x="176" y="1"/>
                    <a:pt x="0" y="177"/>
                    <a:pt x="0" y="394"/>
                  </a:cubicBezTo>
                  <a:cubicBezTo>
                    <a:pt x="0" y="610"/>
                    <a:pt x="176" y="787"/>
                    <a:pt x="392" y="787"/>
                  </a:cubicBezTo>
                  <a:lnTo>
                    <a:pt x="2807" y="787"/>
                  </a:lnTo>
                  <a:cubicBezTo>
                    <a:pt x="2808" y="787"/>
                    <a:pt x="2809" y="787"/>
                    <a:pt x="2810" y="787"/>
                  </a:cubicBezTo>
                  <a:cubicBezTo>
                    <a:pt x="3025" y="787"/>
                    <a:pt x="3200" y="610"/>
                    <a:pt x="3200" y="394"/>
                  </a:cubicBezTo>
                  <a:cubicBezTo>
                    <a:pt x="3200" y="177"/>
                    <a:pt x="3024" y="1"/>
                    <a:pt x="280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1"/>
            <p:cNvSpPr/>
            <p:nvPr/>
          </p:nvSpPr>
          <p:spPr>
            <a:xfrm>
              <a:off x="4318263" y="3902113"/>
              <a:ext cx="74450" cy="106850"/>
            </a:xfrm>
            <a:custGeom>
              <a:rect b="b" l="l" r="r" t="t"/>
              <a:pathLst>
                <a:path extrusionOk="0" h="4274" w="2978">
                  <a:moveTo>
                    <a:pt x="1489" y="1146"/>
                  </a:moveTo>
                  <a:lnTo>
                    <a:pt x="2102" y="2139"/>
                  </a:lnTo>
                  <a:lnTo>
                    <a:pt x="1489" y="3133"/>
                  </a:lnTo>
                  <a:lnTo>
                    <a:pt x="878" y="2139"/>
                  </a:lnTo>
                  <a:lnTo>
                    <a:pt x="1489" y="1146"/>
                  </a:lnTo>
                  <a:close/>
                  <a:moveTo>
                    <a:pt x="1489" y="1"/>
                  </a:moveTo>
                  <a:cubicBezTo>
                    <a:pt x="1353" y="1"/>
                    <a:pt x="1226" y="71"/>
                    <a:pt x="1155" y="187"/>
                  </a:cubicBezTo>
                  <a:lnTo>
                    <a:pt x="80" y="1931"/>
                  </a:lnTo>
                  <a:cubicBezTo>
                    <a:pt x="1" y="2058"/>
                    <a:pt x="1" y="2218"/>
                    <a:pt x="80" y="2344"/>
                  </a:cubicBezTo>
                  <a:lnTo>
                    <a:pt x="1155" y="4087"/>
                  </a:lnTo>
                  <a:cubicBezTo>
                    <a:pt x="1226" y="4203"/>
                    <a:pt x="1353" y="4274"/>
                    <a:pt x="1489" y="4274"/>
                  </a:cubicBezTo>
                  <a:cubicBezTo>
                    <a:pt x="1627" y="4274"/>
                    <a:pt x="1753" y="4203"/>
                    <a:pt x="1825" y="4087"/>
                  </a:cubicBezTo>
                  <a:lnTo>
                    <a:pt x="2900" y="2344"/>
                  </a:lnTo>
                  <a:cubicBezTo>
                    <a:pt x="2977" y="2216"/>
                    <a:pt x="2977" y="2057"/>
                    <a:pt x="2900" y="1931"/>
                  </a:cubicBezTo>
                  <a:lnTo>
                    <a:pt x="1825" y="187"/>
                  </a:lnTo>
                  <a:cubicBezTo>
                    <a:pt x="1753" y="71"/>
                    <a:pt x="1628" y="1"/>
                    <a:pt x="148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3" name="Google Shape;3373;p51"/>
          <p:cNvGrpSpPr/>
          <p:nvPr/>
        </p:nvGrpSpPr>
        <p:grpSpPr>
          <a:xfrm>
            <a:off x="4236088" y="1859325"/>
            <a:ext cx="671825" cy="610575"/>
            <a:chOff x="4236088" y="1859325"/>
            <a:chExt cx="671825" cy="610575"/>
          </a:xfrm>
        </p:grpSpPr>
        <p:sp>
          <p:nvSpPr>
            <p:cNvPr id="3374" name="Google Shape;3374;p51"/>
            <p:cNvSpPr/>
            <p:nvPr/>
          </p:nvSpPr>
          <p:spPr>
            <a:xfrm>
              <a:off x="4588088" y="1968850"/>
              <a:ext cx="251675" cy="127100"/>
            </a:xfrm>
            <a:custGeom>
              <a:rect b="b" l="l" r="r" t="t"/>
              <a:pathLst>
                <a:path extrusionOk="0" h="5084" w="10067">
                  <a:moveTo>
                    <a:pt x="0" y="1"/>
                  </a:moveTo>
                  <a:lnTo>
                    <a:pt x="0" y="5083"/>
                  </a:lnTo>
                  <a:lnTo>
                    <a:pt x="7792" y="5083"/>
                  </a:lnTo>
                  <a:cubicBezTo>
                    <a:pt x="7945" y="5083"/>
                    <a:pt x="8092" y="5013"/>
                    <a:pt x="8192" y="4897"/>
                  </a:cubicBezTo>
                  <a:lnTo>
                    <a:pt x="9900" y="2881"/>
                  </a:lnTo>
                  <a:cubicBezTo>
                    <a:pt x="10066" y="2686"/>
                    <a:pt x="10066" y="2399"/>
                    <a:pt x="9900" y="2202"/>
                  </a:cubicBezTo>
                  <a:lnTo>
                    <a:pt x="8192" y="186"/>
                  </a:lnTo>
                  <a:cubicBezTo>
                    <a:pt x="8093" y="68"/>
                    <a:pt x="7945" y="1"/>
                    <a:pt x="77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1"/>
            <p:cNvSpPr/>
            <p:nvPr/>
          </p:nvSpPr>
          <p:spPr>
            <a:xfrm>
              <a:off x="4588088" y="1968850"/>
              <a:ext cx="27850" cy="127100"/>
            </a:xfrm>
            <a:custGeom>
              <a:rect b="b" l="l" r="r" t="t"/>
              <a:pathLst>
                <a:path extrusionOk="0" h="5084" w="1114">
                  <a:moveTo>
                    <a:pt x="0" y="1"/>
                  </a:moveTo>
                  <a:lnTo>
                    <a:pt x="0" y="5083"/>
                  </a:lnTo>
                  <a:lnTo>
                    <a:pt x="1114" y="5083"/>
                  </a:lnTo>
                  <a:lnTo>
                    <a:pt x="111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1"/>
            <p:cNvSpPr/>
            <p:nvPr/>
          </p:nvSpPr>
          <p:spPr>
            <a:xfrm>
              <a:off x="4304363" y="1919825"/>
              <a:ext cx="251625" cy="127125"/>
            </a:xfrm>
            <a:custGeom>
              <a:rect b="b" l="l" r="r" t="t"/>
              <a:pathLst>
                <a:path extrusionOk="0" h="5085" w="10065">
                  <a:moveTo>
                    <a:pt x="2273" y="0"/>
                  </a:moveTo>
                  <a:cubicBezTo>
                    <a:pt x="2118" y="0"/>
                    <a:pt x="1973" y="69"/>
                    <a:pt x="1873" y="187"/>
                  </a:cubicBezTo>
                  <a:lnTo>
                    <a:pt x="165" y="2203"/>
                  </a:lnTo>
                  <a:cubicBezTo>
                    <a:pt x="0" y="2399"/>
                    <a:pt x="0" y="2686"/>
                    <a:pt x="165" y="2882"/>
                  </a:cubicBezTo>
                  <a:lnTo>
                    <a:pt x="1873" y="4898"/>
                  </a:lnTo>
                  <a:cubicBezTo>
                    <a:pt x="1972" y="5015"/>
                    <a:pt x="2118" y="5084"/>
                    <a:pt x="2273" y="5084"/>
                  </a:cubicBezTo>
                  <a:lnTo>
                    <a:pt x="10065" y="5084"/>
                  </a:lnTo>
                  <a:lnTo>
                    <a:pt x="1006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1"/>
            <p:cNvSpPr/>
            <p:nvPr/>
          </p:nvSpPr>
          <p:spPr>
            <a:xfrm>
              <a:off x="4528138" y="1919825"/>
              <a:ext cx="27850" cy="127125"/>
            </a:xfrm>
            <a:custGeom>
              <a:rect b="b" l="l" r="r" t="t"/>
              <a:pathLst>
                <a:path extrusionOk="0" h="5085" w="1114">
                  <a:moveTo>
                    <a:pt x="0" y="0"/>
                  </a:moveTo>
                  <a:lnTo>
                    <a:pt x="0" y="5084"/>
                  </a:lnTo>
                  <a:lnTo>
                    <a:pt x="1114" y="5084"/>
                  </a:lnTo>
                  <a:lnTo>
                    <a:pt x="111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1"/>
            <p:cNvSpPr/>
            <p:nvPr/>
          </p:nvSpPr>
          <p:spPr>
            <a:xfrm>
              <a:off x="4246038" y="2133900"/>
              <a:ext cx="652050" cy="326025"/>
            </a:xfrm>
            <a:custGeom>
              <a:rect b="b" l="l" r="r" t="t"/>
              <a:pathLst>
                <a:path extrusionOk="0" h="13041" w="26082">
                  <a:moveTo>
                    <a:pt x="13042" y="1"/>
                  </a:moveTo>
                  <a:cubicBezTo>
                    <a:pt x="8570" y="1"/>
                    <a:pt x="4626" y="2249"/>
                    <a:pt x="2276" y="5679"/>
                  </a:cubicBezTo>
                  <a:cubicBezTo>
                    <a:pt x="1172" y="7290"/>
                    <a:pt x="422" y="9159"/>
                    <a:pt x="132" y="11178"/>
                  </a:cubicBezTo>
                  <a:cubicBezTo>
                    <a:pt x="45" y="11785"/>
                    <a:pt x="0" y="12407"/>
                    <a:pt x="0" y="13040"/>
                  </a:cubicBezTo>
                  <a:lnTo>
                    <a:pt x="26081" y="13040"/>
                  </a:lnTo>
                  <a:cubicBezTo>
                    <a:pt x="26081" y="11938"/>
                    <a:pt x="25944" y="10869"/>
                    <a:pt x="25687" y="9847"/>
                  </a:cubicBezTo>
                  <a:cubicBezTo>
                    <a:pt x="25287" y="8259"/>
                    <a:pt x="24595" y="6784"/>
                    <a:pt x="23671" y="5488"/>
                  </a:cubicBezTo>
                  <a:cubicBezTo>
                    <a:pt x="22897" y="4400"/>
                    <a:pt x="21962" y="3438"/>
                    <a:pt x="20900" y="2634"/>
                  </a:cubicBezTo>
                  <a:cubicBezTo>
                    <a:pt x="18715" y="982"/>
                    <a:pt x="15992" y="1"/>
                    <a:pt x="130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1"/>
            <p:cNvSpPr/>
            <p:nvPr/>
          </p:nvSpPr>
          <p:spPr>
            <a:xfrm>
              <a:off x="4545888" y="2133875"/>
              <a:ext cx="352200" cy="326050"/>
            </a:xfrm>
            <a:custGeom>
              <a:rect b="b" l="l" r="r" t="t"/>
              <a:pathLst>
                <a:path extrusionOk="0" h="13042" w="14088">
                  <a:moveTo>
                    <a:pt x="1048" y="0"/>
                  </a:moveTo>
                  <a:cubicBezTo>
                    <a:pt x="694" y="0"/>
                    <a:pt x="347" y="15"/>
                    <a:pt x="1" y="41"/>
                  </a:cubicBezTo>
                  <a:cubicBezTo>
                    <a:pt x="2545" y="246"/>
                    <a:pt x="4884" y="1179"/>
                    <a:pt x="6807" y="2634"/>
                  </a:cubicBezTo>
                  <a:cubicBezTo>
                    <a:pt x="7868" y="3437"/>
                    <a:pt x="8805" y="4400"/>
                    <a:pt x="9579" y="5486"/>
                  </a:cubicBezTo>
                  <a:cubicBezTo>
                    <a:pt x="10502" y="6783"/>
                    <a:pt x="11195" y="8259"/>
                    <a:pt x="11595" y="9847"/>
                  </a:cubicBezTo>
                  <a:cubicBezTo>
                    <a:pt x="11853" y="10870"/>
                    <a:pt x="11990" y="11941"/>
                    <a:pt x="11990" y="13041"/>
                  </a:cubicBezTo>
                  <a:lnTo>
                    <a:pt x="14087" y="13041"/>
                  </a:lnTo>
                  <a:cubicBezTo>
                    <a:pt x="14087" y="11939"/>
                    <a:pt x="13950" y="10870"/>
                    <a:pt x="13693" y="9847"/>
                  </a:cubicBezTo>
                  <a:cubicBezTo>
                    <a:pt x="13293" y="8259"/>
                    <a:pt x="12601" y="6783"/>
                    <a:pt x="11677" y="5486"/>
                  </a:cubicBezTo>
                  <a:cubicBezTo>
                    <a:pt x="10903" y="4400"/>
                    <a:pt x="9968" y="3436"/>
                    <a:pt x="8906" y="2634"/>
                  </a:cubicBezTo>
                  <a:cubicBezTo>
                    <a:pt x="6721" y="981"/>
                    <a:pt x="3998" y="0"/>
                    <a:pt x="10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1"/>
            <p:cNvSpPr/>
            <p:nvPr/>
          </p:nvSpPr>
          <p:spPr>
            <a:xfrm>
              <a:off x="4249338" y="2275825"/>
              <a:ext cx="405300" cy="137450"/>
            </a:xfrm>
            <a:custGeom>
              <a:rect b="b" l="l" r="r" t="t"/>
              <a:pathLst>
                <a:path extrusionOk="0" h="5498" w="16212">
                  <a:moveTo>
                    <a:pt x="2144" y="1"/>
                  </a:moveTo>
                  <a:cubicBezTo>
                    <a:pt x="1040" y="1612"/>
                    <a:pt x="290" y="3480"/>
                    <a:pt x="0" y="5498"/>
                  </a:cubicBezTo>
                  <a:lnTo>
                    <a:pt x="14837" y="5498"/>
                  </a:lnTo>
                  <a:cubicBezTo>
                    <a:pt x="15596" y="5498"/>
                    <a:pt x="16212" y="4884"/>
                    <a:pt x="16212" y="4124"/>
                  </a:cubicBezTo>
                  <a:cubicBezTo>
                    <a:pt x="16212" y="3746"/>
                    <a:pt x="16057" y="3401"/>
                    <a:pt x="15810" y="3150"/>
                  </a:cubicBezTo>
                  <a:cubicBezTo>
                    <a:pt x="15561" y="2903"/>
                    <a:pt x="15218" y="2748"/>
                    <a:pt x="14837" y="2748"/>
                  </a:cubicBezTo>
                  <a:lnTo>
                    <a:pt x="9664" y="2748"/>
                  </a:lnTo>
                  <a:cubicBezTo>
                    <a:pt x="8907" y="2748"/>
                    <a:pt x="8291" y="2133"/>
                    <a:pt x="8291" y="1375"/>
                  </a:cubicBezTo>
                  <a:cubicBezTo>
                    <a:pt x="8291" y="616"/>
                    <a:pt x="7676" y="1"/>
                    <a:pt x="69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1"/>
            <p:cNvSpPr/>
            <p:nvPr/>
          </p:nvSpPr>
          <p:spPr>
            <a:xfrm>
              <a:off x="4726838" y="2380000"/>
              <a:ext cx="171250" cy="79925"/>
            </a:xfrm>
            <a:custGeom>
              <a:rect b="b" l="l" r="r" t="t"/>
              <a:pathLst>
                <a:path extrusionOk="0" h="3197" w="6850">
                  <a:moveTo>
                    <a:pt x="1599" y="1"/>
                  </a:moveTo>
                  <a:cubicBezTo>
                    <a:pt x="717" y="1"/>
                    <a:pt x="1" y="717"/>
                    <a:pt x="1" y="1599"/>
                  </a:cubicBezTo>
                  <a:cubicBezTo>
                    <a:pt x="1" y="2040"/>
                    <a:pt x="180" y="2440"/>
                    <a:pt x="470" y="2728"/>
                  </a:cubicBezTo>
                  <a:cubicBezTo>
                    <a:pt x="758" y="3017"/>
                    <a:pt x="1159" y="3196"/>
                    <a:pt x="1599" y="3196"/>
                  </a:cubicBezTo>
                  <a:lnTo>
                    <a:pt x="6849" y="3196"/>
                  </a:lnTo>
                  <a:cubicBezTo>
                    <a:pt x="6849" y="2094"/>
                    <a:pt x="6712" y="1025"/>
                    <a:pt x="64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1"/>
            <p:cNvSpPr/>
            <p:nvPr/>
          </p:nvSpPr>
          <p:spPr>
            <a:xfrm>
              <a:off x="4835738" y="2380025"/>
              <a:ext cx="62350" cy="79900"/>
            </a:xfrm>
            <a:custGeom>
              <a:rect b="b" l="l" r="r" t="t"/>
              <a:pathLst>
                <a:path extrusionOk="0" h="3196" w="2494">
                  <a:moveTo>
                    <a:pt x="1" y="1"/>
                  </a:moveTo>
                  <a:cubicBezTo>
                    <a:pt x="259" y="1024"/>
                    <a:pt x="396" y="2095"/>
                    <a:pt x="396" y="3195"/>
                  </a:cubicBezTo>
                  <a:lnTo>
                    <a:pt x="2493" y="3195"/>
                  </a:lnTo>
                  <a:cubicBezTo>
                    <a:pt x="2493" y="2093"/>
                    <a:pt x="2356" y="1024"/>
                    <a:pt x="20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1"/>
            <p:cNvSpPr/>
            <p:nvPr/>
          </p:nvSpPr>
          <p:spPr>
            <a:xfrm>
              <a:off x="4560238" y="2199750"/>
              <a:ext cx="277575" cy="71300"/>
            </a:xfrm>
            <a:custGeom>
              <a:rect b="b" l="l" r="r" t="t"/>
              <a:pathLst>
                <a:path extrusionOk="0" h="2852" w="11103">
                  <a:moveTo>
                    <a:pt x="1426" y="0"/>
                  </a:moveTo>
                  <a:cubicBezTo>
                    <a:pt x="639" y="0"/>
                    <a:pt x="1" y="639"/>
                    <a:pt x="1" y="1426"/>
                  </a:cubicBezTo>
                  <a:cubicBezTo>
                    <a:pt x="1" y="1818"/>
                    <a:pt x="160" y="2175"/>
                    <a:pt x="418" y="2434"/>
                  </a:cubicBezTo>
                  <a:cubicBezTo>
                    <a:pt x="677" y="2692"/>
                    <a:pt x="1034" y="2851"/>
                    <a:pt x="1426" y="2851"/>
                  </a:cubicBezTo>
                  <a:lnTo>
                    <a:pt x="11103" y="2851"/>
                  </a:lnTo>
                  <a:cubicBezTo>
                    <a:pt x="10329" y="1765"/>
                    <a:pt x="9394" y="804"/>
                    <a:pt x="83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1"/>
            <p:cNvSpPr/>
            <p:nvPr/>
          </p:nvSpPr>
          <p:spPr>
            <a:xfrm>
              <a:off x="4716038" y="2199700"/>
              <a:ext cx="121775" cy="71350"/>
            </a:xfrm>
            <a:custGeom>
              <a:rect b="b" l="l" r="r" t="t"/>
              <a:pathLst>
                <a:path extrusionOk="0" h="2854" w="4871">
                  <a:moveTo>
                    <a:pt x="1" y="1"/>
                  </a:moveTo>
                  <a:cubicBezTo>
                    <a:pt x="1062" y="804"/>
                    <a:pt x="1999" y="1767"/>
                    <a:pt x="2773" y="2853"/>
                  </a:cubicBezTo>
                  <a:lnTo>
                    <a:pt x="4871" y="2853"/>
                  </a:lnTo>
                  <a:cubicBezTo>
                    <a:pt x="4097" y="1767"/>
                    <a:pt x="3162" y="806"/>
                    <a:pt x="21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1"/>
            <p:cNvSpPr/>
            <p:nvPr/>
          </p:nvSpPr>
          <p:spPr>
            <a:xfrm>
              <a:off x="4545188" y="1869025"/>
              <a:ext cx="53750" cy="544250"/>
            </a:xfrm>
            <a:custGeom>
              <a:rect b="b" l="l" r="r" t="t"/>
              <a:pathLst>
                <a:path extrusionOk="0" h="21770" w="2150">
                  <a:moveTo>
                    <a:pt x="525" y="0"/>
                  </a:moveTo>
                  <a:cubicBezTo>
                    <a:pt x="234" y="0"/>
                    <a:pt x="0" y="236"/>
                    <a:pt x="0" y="526"/>
                  </a:cubicBezTo>
                  <a:lnTo>
                    <a:pt x="0" y="21770"/>
                  </a:lnTo>
                  <a:lnTo>
                    <a:pt x="2150" y="21770"/>
                  </a:lnTo>
                  <a:lnTo>
                    <a:pt x="2150" y="526"/>
                  </a:lnTo>
                  <a:cubicBezTo>
                    <a:pt x="2150" y="236"/>
                    <a:pt x="1916" y="0"/>
                    <a:pt x="16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1"/>
            <p:cNvSpPr/>
            <p:nvPr/>
          </p:nvSpPr>
          <p:spPr>
            <a:xfrm>
              <a:off x="4236163" y="1973550"/>
              <a:ext cx="34075" cy="19750"/>
            </a:xfrm>
            <a:custGeom>
              <a:rect b="b" l="l" r="r" t="t"/>
              <a:pathLst>
                <a:path extrusionOk="0" h="790" w="1363">
                  <a:moveTo>
                    <a:pt x="394" y="1"/>
                  </a:moveTo>
                  <a:cubicBezTo>
                    <a:pt x="176" y="1"/>
                    <a:pt x="0" y="176"/>
                    <a:pt x="0" y="394"/>
                  </a:cubicBezTo>
                  <a:cubicBezTo>
                    <a:pt x="0" y="611"/>
                    <a:pt x="176" y="789"/>
                    <a:pt x="394" y="789"/>
                  </a:cubicBezTo>
                  <a:lnTo>
                    <a:pt x="968" y="790"/>
                  </a:lnTo>
                  <a:lnTo>
                    <a:pt x="969" y="790"/>
                  </a:lnTo>
                  <a:cubicBezTo>
                    <a:pt x="1186" y="790"/>
                    <a:pt x="1362" y="614"/>
                    <a:pt x="1362" y="397"/>
                  </a:cubicBezTo>
                  <a:cubicBezTo>
                    <a:pt x="1362" y="180"/>
                    <a:pt x="1187" y="2"/>
                    <a:pt x="969" y="2"/>
                  </a:cubicBezTo>
                  <a:lnTo>
                    <a:pt x="395"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1"/>
            <p:cNvSpPr/>
            <p:nvPr/>
          </p:nvSpPr>
          <p:spPr>
            <a:xfrm>
              <a:off x="4242763" y="2008675"/>
              <a:ext cx="35000" cy="27000"/>
            </a:xfrm>
            <a:custGeom>
              <a:rect b="b" l="l" r="r" t="t"/>
              <a:pathLst>
                <a:path extrusionOk="0" h="1080" w="1400">
                  <a:moveTo>
                    <a:pt x="947" y="0"/>
                  </a:moveTo>
                  <a:cubicBezTo>
                    <a:pt x="880" y="0"/>
                    <a:pt x="812" y="18"/>
                    <a:pt x="750" y="54"/>
                  </a:cubicBezTo>
                  <a:lnTo>
                    <a:pt x="252" y="346"/>
                  </a:lnTo>
                  <a:cubicBezTo>
                    <a:pt x="62" y="455"/>
                    <a:pt x="1" y="698"/>
                    <a:pt x="110" y="884"/>
                  </a:cubicBezTo>
                  <a:cubicBezTo>
                    <a:pt x="183" y="1009"/>
                    <a:pt x="313" y="1080"/>
                    <a:pt x="450" y="1080"/>
                  </a:cubicBezTo>
                  <a:cubicBezTo>
                    <a:pt x="519" y="1080"/>
                    <a:pt x="586" y="1062"/>
                    <a:pt x="649" y="1027"/>
                  </a:cubicBezTo>
                  <a:lnTo>
                    <a:pt x="1148" y="735"/>
                  </a:lnTo>
                  <a:cubicBezTo>
                    <a:pt x="1336" y="626"/>
                    <a:pt x="1400" y="384"/>
                    <a:pt x="1289" y="197"/>
                  </a:cubicBezTo>
                  <a:cubicBezTo>
                    <a:pt x="1215" y="71"/>
                    <a:pt x="1083" y="0"/>
                    <a:pt x="94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1"/>
            <p:cNvSpPr/>
            <p:nvPr/>
          </p:nvSpPr>
          <p:spPr>
            <a:xfrm>
              <a:off x="4243013" y="1931250"/>
              <a:ext cx="34975" cy="27075"/>
            </a:xfrm>
            <a:custGeom>
              <a:rect b="b" l="l" r="r" t="t"/>
              <a:pathLst>
                <a:path extrusionOk="0" h="1083" w="1399">
                  <a:moveTo>
                    <a:pt x="452" y="0"/>
                  </a:moveTo>
                  <a:cubicBezTo>
                    <a:pt x="317" y="0"/>
                    <a:pt x="186" y="69"/>
                    <a:pt x="112" y="193"/>
                  </a:cubicBezTo>
                  <a:cubicBezTo>
                    <a:pt x="1" y="380"/>
                    <a:pt x="64" y="622"/>
                    <a:pt x="250" y="733"/>
                  </a:cubicBezTo>
                  <a:lnTo>
                    <a:pt x="747" y="1027"/>
                  </a:lnTo>
                  <a:cubicBezTo>
                    <a:pt x="810" y="1064"/>
                    <a:pt x="880" y="1083"/>
                    <a:pt x="948" y="1083"/>
                  </a:cubicBezTo>
                  <a:cubicBezTo>
                    <a:pt x="1082" y="1083"/>
                    <a:pt x="1213" y="1014"/>
                    <a:pt x="1286" y="889"/>
                  </a:cubicBezTo>
                  <a:cubicBezTo>
                    <a:pt x="1398" y="703"/>
                    <a:pt x="1336" y="460"/>
                    <a:pt x="1149" y="350"/>
                  </a:cubicBezTo>
                  <a:lnTo>
                    <a:pt x="652" y="56"/>
                  </a:lnTo>
                  <a:cubicBezTo>
                    <a:pt x="589" y="18"/>
                    <a:pt x="520" y="0"/>
                    <a:pt x="45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1"/>
            <p:cNvSpPr/>
            <p:nvPr/>
          </p:nvSpPr>
          <p:spPr>
            <a:xfrm>
              <a:off x="4873838" y="2022500"/>
              <a:ext cx="34075" cy="19750"/>
            </a:xfrm>
            <a:custGeom>
              <a:rect b="b" l="l" r="r" t="t"/>
              <a:pathLst>
                <a:path extrusionOk="0" h="790" w="1363">
                  <a:moveTo>
                    <a:pt x="395" y="0"/>
                  </a:moveTo>
                  <a:cubicBezTo>
                    <a:pt x="177" y="0"/>
                    <a:pt x="1" y="175"/>
                    <a:pt x="1" y="392"/>
                  </a:cubicBezTo>
                  <a:cubicBezTo>
                    <a:pt x="1" y="610"/>
                    <a:pt x="177" y="786"/>
                    <a:pt x="394" y="786"/>
                  </a:cubicBezTo>
                  <a:lnTo>
                    <a:pt x="968" y="789"/>
                  </a:lnTo>
                  <a:lnTo>
                    <a:pt x="969" y="789"/>
                  </a:lnTo>
                  <a:cubicBezTo>
                    <a:pt x="1186" y="789"/>
                    <a:pt x="1363" y="613"/>
                    <a:pt x="1363" y="396"/>
                  </a:cubicBezTo>
                  <a:cubicBezTo>
                    <a:pt x="1363" y="179"/>
                    <a:pt x="1186" y="1"/>
                    <a:pt x="969" y="1"/>
                  </a:cubicBezTo>
                  <a:lnTo>
                    <a:pt x="395"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1"/>
            <p:cNvSpPr/>
            <p:nvPr/>
          </p:nvSpPr>
          <p:spPr>
            <a:xfrm>
              <a:off x="4866338" y="1980100"/>
              <a:ext cx="34975" cy="27025"/>
            </a:xfrm>
            <a:custGeom>
              <a:rect b="b" l="l" r="r" t="t"/>
              <a:pathLst>
                <a:path extrusionOk="0" h="1081" w="1399">
                  <a:moveTo>
                    <a:pt x="950" y="1"/>
                  </a:moveTo>
                  <a:cubicBezTo>
                    <a:pt x="882" y="1"/>
                    <a:pt x="814" y="18"/>
                    <a:pt x="751" y="54"/>
                  </a:cubicBezTo>
                  <a:lnTo>
                    <a:pt x="252" y="347"/>
                  </a:lnTo>
                  <a:cubicBezTo>
                    <a:pt x="64" y="456"/>
                    <a:pt x="1" y="699"/>
                    <a:pt x="111" y="885"/>
                  </a:cubicBezTo>
                  <a:cubicBezTo>
                    <a:pt x="185" y="1010"/>
                    <a:pt x="315" y="1080"/>
                    <a:pt x="450" y="1080"/>
                  </a:cubicBezTo>
                  <a:cubicBezTo>
                    <a:pt x="518" y="1080"/>
                    <a:pt x="586" y="1062"/>
                    <a:pt x="650" y="1026"/>
                  </a:cubicBezTo>
                  <a:lnTo>
                    <a:pt x="1147" y="735"/>
                  </a:lnTo>
                  <a:cubicBezTo>
                    <a:pt x="1335" y="624"/>
                    <a:pt x="1399" y="382"/>
                    <a:pt x="1290" y="197"/>
                  </a:cubicBezTo>
                  <a:cubicBezTo>
                    <a:pt x="1217" y="70"/>
                    <a:pt x="1085" y="1"/>
                    <a:pt x="95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1"/>
            <p:cNvSpPr/>
            <p:nvPr/>
          </p:nvSpPr>
          <p:spPr>
            <a:xfrm>
              <a:off x="4866138" y="2057500"/>
              <a:ext cx="34950" cy="27075"/>
            </a:xfrm>
            <a:custGeom>
              <a:rect b="b" l="l" r="r" t="t"/>
              <a:pathLst>
                <a:path extrusionOk="0" h="1083" w="1398">
                  <a:moveTo>
                    <a:pt x="452" y="1"/>
                  </a:moveTo>
                  <a:cubicBezTo>
                    <a:pt x="317" y="1"/>
                    <a:pt x="186" y="70"/>
                    <a:pt x="112" y="194"/>
                  </a:cubicBezTo>
                  <a:cubicBezTo>
                    <a:pt x="0" y="379"/>
                    <a:pt x="62" y="620"/>
                    <a:pt x="250" y="732"/>
                  </a:cubicBezTo>
                  <a:lnTo>
                    <a:pt x="747" y="1026"/>
                  </a:lnTo>
                  <a:cubicBezTo>
                    <a:pt x="810" y="1064"/>
                    <a:pt x="880" y="1082"/>
                    <a:pt x="947" y="1082"/>
                  </a:cubicBezTo>
                  <a:cubicBezTo>
                    <a:pt x="1082" y="1082"/>
                    <a:pt x="1213" y="1014"/>
                    <a:pt x="1286" y="890"/>
                  </a:cubicBezTo>
                  <a:cubicBezTo>
                    <a:pt x="1398" y="704"/>
                    <a:pt x="1335" y="461"/>
                    <a:pt x="1148" y="351"/>
                  </a:cubicBezTo>
                  <a:lnTo>
                    <a:pt x="652" y="56"/>
                  </a:lnTo>
                  <a:cubicBezTo>
                    <a:pt x="589" y="19"/>
                    <a:pt x="520" y="1"/>
                    <a:pt x="45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1"/>
            <p:cNvSpPr/>
            <p:nvPr/>
          </p:nvSpPr>
          <p:spPr>
            <a:xfrm>
              <a:off x="4236088" y="1859325"/>
              <a:ext cx="671725" cy="610575"/>
            </a:xfrm>
            <a:custGeom>
              <a:rect b="b" l="l" r="r" t="t"/>
              <a:pathLst>
                <a:path extrusionOk="0" h="24423" w="26869">
                  <a:moveTo>
                    <a:pt x="11967" y="2815"/>
                  </a:moveTo>
                  <a:lnTo>
                    <a:pt x="11967" y="3759"/>
                  </a:lnTo>
                  <a:lnTo>
                    <a:pt x="7558" y="3759"/>
                  </a:lnTo>
                  <a:cubicBezTo>
                    <a:pt x="7342" y="3759"/>
                    <a:pt x="7165" y="3934"/>
                    <a:pt x="7165" y="4152"/>
                  </a:cubicBezTo>
                  <a:cubicBezTo>
                    <a:pt x="7165" y="4369"/>
                    <a:pt x="7342" y="4544"/>
                    <a:pt x="7558" y="4544"/>
                  </a:cubicBezTo>
                  <a:lnTo>
                    <a:pt x="11967" y="4544"/>
                  </a:lnTo>
                  <a:lnTo>
                    <a:pt x="11967" y="7110"/>
                  </a:lnTo>
                  <a:lnTo>
                    <a:pt x="5004" y="7110"/>
                  </a:lnTo>
                  <a:cubicBezTo>
                    <a:pt x="4967" y="7110"/>
                    <a:pt x="4928" y="7094"/>
                    <a:pt x="4904" y="7062"/>
                  </a:cubicBezTo>
                  <a:lnTo>
                    <a:pt x="4132" y="6154"/>
                  </a:lnTo>
                  <a:lnTo>
                    <a:pt x="8206" y="6154"/>
                  </a:lnTo>
                  <a:cubicBezTo>
                    <a:pt x="8422" y="6154"/>
                    <a:pt x="8599" y="5977"/>
                    <a:pt x="8599" y="5761"/>
                  </a:cubicBezTo>
                  <a:cubicBezTo>
                    <a:pt x="8599" y="5544"/>
                    <a:pt x="8422" y="5368"/>
                    <a:pt x="8206" y="5368"/>
                  </a:cubicBezTo>
                  <a:lnTo>
                    <a:pt x="3465" y="5368"/>
                  </a:lnTo>
                  <a:lnTo>
                    <a:pt x="3195" y="5049"/>
                  </a:lnTo>
                  <a:cubicBezTo>
                    <a:pt x="3153" y="5000"/>
                    <a:pt x="3153" y="4929"/>
                    <a:pt x="3195" y="4878"/>
                  </a:cubicBezTo>
                  <a:lnTo>
                    <a:pt x="4902" y="2862"/>
                  </a:lnTo>
                  <a:cubicBezTo>
                    <a:pt x="4927" y="2834"/>
                    <a:pt x="4963" y="2815"/>
                    <a:pt x="5003" y="2815"/>
                  </a:cubicBezTo>
                  <a:close/>
                  <a:moveTo>
                    <a:pt x="14907" y="11460"/>
                  </a:moveTo>
                  <a:cubicBezTo>
                    <a:pt x="16733" y="11673"/>
                    <a:pt x="18473" y="12277"/>
                    <a:pt x="20021" y="13222"/>
                  </a:cubicBezTo>
                  <a:lnTo>
                    <a:pt x="14907" y="13222"/>
                  </a:lnTo>
                  <a:lnTo>
                    <a:pt x="14907" y="11460"/>
                  </a:lnTo>
                  <a:close/>
                  <a:moveTo>
                    <a:pt x="21162" y="14007"/>
                  </a:moveTo>
                  <a:cubicBezTo>
                    <a:pt x="21736" y="14452"/>
                    <a:pt x="22275" y="14946"/>
                    <a:pt x="22770" y="15487"/>
                  </a:cubicBezTo>
                  <a:cubicBezTo>
                    <a:pt x="22944" y="15679"/>
                    <a:pt x="23113" y="15876"/>
                    <a:pt x="23274" y="16074"/>
                  </a:cubicBezTo>
                  <a:lnTo>
                    <a:pt x="14905" y="16074"/>
                  </a:lnTo>
                  <a:lnTo>
                    <a:pt x="14905" y="14007"/>
                  </a:lnTo>
                  <a:close/>
                  <a:moveTo>
                    <a:pt x="15367" y="19803"/>
                  </a:moveTo>
                  <a:cubicBezTo>
                    <a:pt x="15630" y="19803"/>
                    <a:pt x="15875" y="19905"/>
                    <a:pt x="16062" y="20090"/>
                  </a:cubicBezTo>
                  <a:cubicBezTo>
                    <a:pt x="16247" y="20275"/>
                    <a:pt x="16349" y="20522"/>
                    <a:pt x="16349" y="20784"/>
                  </a:cubicBezTo>
                  <a:cubicBezTo>
                    <a:pt x="16349" y="21325"/>
                    <a:pt x="15910" y="21766"/>
                    <a:pt x="15367" y="21766"/>
                  </a:cubicBezTo>
                  <a:lnTo>
                    <a:pt x="14907" y="21766"/>
                  </a:lnTo>
                  <a:lnTo>
                    <a:pt x="14907" y="19803"/>
                  </a:lnTo>
                  <a:close/>
                  <a:moveTo>
                    <a:pt x="7445" y="17055"/>
                  </a:moveTo>
                  <a:cubicBezTo>
                    <a:pt x="7987" y="17055"/>
                    <a:pt x="8427" y="17494"/>
                    <a:pt x="8427" y="18037"/>
                  </a:cubicBezTo>
                  <a:cubicBezTo>
                    <a:pt x="8427" y="19012"/>
                    <a:pt x="9219" y="19804"/>
                    <a:pt x="10194" y="19804"/>
                  </a:cubicBezTo>
                  <a:lnTo>
                    <a:pt x="11971" y="19804"/>
                  </a:lnTo>
                  <a:lnTo>
                    <a:pt x="11971" y="21767"/>
                  </a:lnTo>
                  <a:lnTo>
                    <a:pt x="995" y="21767"/>
                  </a:lnTo>
                  <a:cubicBezTo>
                    <a:pt x="1302" y="20076"/>
                    <a:pt x="1948" y="18476"/>
                    <a:pt x="2886" y="17057"/>
                  </a:cubicBezTo>
                  <a:lnTo>
                    <a:pt x="7445" y="17057"/>
                  </a:lnTo>
                  <a:lnTo>
                    <a:pt x="7445" y="17055"/>
                  </a:lnTo>
                  <a:close/>
                  <a:moveTo>
                    <a:pt x="23861" y="16861"/>
                  </a:moveTo>
                  <a:cubicBezTo>
                    <a:pt x="24615" y="17959"/>
                    <a:pt x="25189" y="19164"/>
                    <a:pt x="25564" y="20434"/>
                  </a:cubicBezTo>
                  <a:lnTo>
                    <a:pt x="21226" y="20434"/>
                  </a:lnTo>
                  <a:cubicBezTo>
                    <a:pt x="20128" y="20434"/>
                    <a:pt x="19234" y="21328"/>
                    <a:pt x="19234" y="22426"/>
                  </a:cubicBezTo>
                  <a:cubicBezTo>
                    <a:pt x="19234" y="22867"/>
                    <a:pt x="19378" y="23284"/>
                    <a:pt x="19641" y="23629"/>
                  </a:cubicBezTo>
                  <a:lnTo>
                    <a:pt x="794" y="23629"/>
                  </a:lnTo>
                  <a:cubicBezTo>
                    <a:pt x="808" y="23268"/>
                    <a:pt x="836" y="22908"/>
                    <a:pt x="877" y="22552"/>
                  </a:cubicBezTo>
                  <a:lnTo>
                    <a:pt x="15366" y="22552"/>
                  </a:lnTo>
                  <a:cubicBezTo>
                    <a:pt x="16340" y="22552"/>
                    <a:pt x="17135" y="21760"/>
                    <a:pt x="17135" y="20784"/>
                  </a:cubicBezTo>
                  <a:cubicBezTo>
                    <a:pt x="17135" y="20312"/>
                    <a:pt x="16950" y="19868"/>
                    <a:pt x="16616" y="19535"/>
                  </a:cubicBezTo>
                  <a:cubicBezTo>
                    <a:pt x="16283" y="19200"/>
                    <a:pt x="15838" y="19015"/>
                    <a:pt x="15366" y="19015"/>
                  </a:cubicBezTo>
                  <a:lnTo>
                    <a:pt x="14905" y="19015"/>
                  </a:lnTo>
                  <a:lnTo>
                    <a:pt x="14905" y="16861"/>
                  </a:lnTo>
                  <a:close/>
                  <a:moveTo>
                    <a:pt x="25769" y="21224"/>
                  </a:moveTo>
                  <a:cubicBezTo>
                    <a:pt x="25947" y="22008"/>
                    <a:pt x="26050" y="22815"/>
                    <a:pt x="26076" y="23630"/>
                  </a:cubicBezTo>
                  <a:lnTo>
                    <a:pt x="21228" y="23630"/>
                  </a:lnTo>
                  <a:cubicBezTo>
                    <a:pt x="20906" y="23630"/>
                    <a:pt x="20603" y="23505"/>
                    <a:pt x="20375" y="23278"/>
                  </a:cubicBezTo>
                  <a:cubicBezTo>
                    <a:pt x="20147" y="23052"/>
                    <a:pt x="20022" y="22750"/>
                    <a:pt x="20022" y="22427"/>
                  </a:cubicBezTo>
                  <a:cubicBezTo>
                    <a:pt x="20022" y="21763"/>
                    <a:pt x="20562" y="21224"/>
                    <a:pt x="21226" y="21224"/>
                  </a:cubicBezTo>
                  <a:close/>
                  <a:moveTo>
                    <a:pt x="12889" y="1"/>
                  </a:moveTo>
                  <a:cubicBezTo>
                    <a:pt x="12383" y="1"/>
                    <a:pt x="11971" y="414"/>
                    <a:pt x="11971" y="919"/>
                  </a:cubicBezTo>
                  <a:lnTo>
                    <a:pt x="11971" y="2031"/>
                  </a:lnTo>
                  <a:lnTo>
                    <a:pt x="5006" y="2031"/>
                  </a:lnTo>
                  <a:cubicBezTo>
                    <a:pt x="4734" y="2031"/>
                    <a:pt x="4480" y="2150"/>
                    <a:pt x="4304" y="2356"/>
                  </a:cubicBezTo>
                  <a:lnTo>
                    <a:pt x="2596" y="4372"/>
                  </a:lnTo>
                  <a:cubicBezTo>
                    <a:pt x="2305" y="4716"/>
                    <a:pt x="2305" y="5216"/>
                    <a:pt x="2596" y="5560"/>
                  </a:cubicBezTo>
                  <a:lnTo>
                    <a:pt x="4304" y="7576"/>
                  </a:lnTo>
                  <a:cubicBezTo>
                    <a:pt x="4479" y="7783"/>
                    <a:pt x="4734" y="7900"/>
                    <a:pt x="5006" y="7900"/>
                  </a:cubicBezTo>
                  <a:lnTo>
                    <a:pt x="11971" y="7900"/>
                  </a:lnTo>
                  <a:lnTo>
                    <a:pt x="11971" y="10674"/>
                  </a:lnTo>
                  <a:cubicBezTo>
                    <a:pt x="10458" y="10839"/>
                    <a:pt x="8996" y="11255"/>
                    <a:pt x="7626" y="11912"/>
                  </a:cubicBezTo>
                  <a:cubicBezTo>
                    <a:pt x="7431" y="12006"/>
                    <a:pt x="7349" y="12242"/>
                    <a:pt x="7442" y="12439"/>
                  </a:cubicBezTo>
                  <a:cubicBezTo>
                    <a:pt x="7510" y="12580"/>
                    <a:pt x="7650" y="12661"/>
                    <a:pt x="7797" y="12661"/>
                  </a:cubicBezTo>
                  <a:cubicBezTo>
                    <a:pt x="7854" y="12661"/>
                    <a:pt x="7911" y="12648"/>
                    <a:pt x="7967" y="12621"/>
                  </a:cubicBezTo>
                  <a:cubicBezTo>
                    <a:pt x="9232" y="12013"/>
                    <a:pt x="10578" y="11625"/>
                    <a:pt x="11971" y="11465"/>
                  </a:cubicBezTo>
                  <a:lnTo>
                    <a:pt x="11971" y="15556"/>
                  </a:lnTo>
                  <a:cubicBezTo>
                    <a:pt x="11971" y="15772"/>
                    <a:pt x="12146" y="15949"/>
                    <a:pt x="12364" y="15949"/>
                  </a:cubicBezTo>
                  <a:cubicBezTo>
                    <a:pt x="12581" y="15949"/>
                    <a:pt x="12756" y="15772"/>
                    <a:pt x="12756" y="15556"/>
                  </a:cubicBezTo>
                  <a:lnTo>
                    <a:pt x="12756" y="919"/>
                  </a:lnTo>
                  <a:cubicBezTo>
                    <a:pt x="12756" y="848"/>
                    <a:pt x="12815" y="789"/>
                    <a:pt x="12886" y="789"/>
                  </a:cubicBezTo>
                  <a:lnTo>
                    <a:pt x="13987" y="789"/>
                  </a:lnTo>
                  <a:cubicBezTo>
                    <a:pt x="14059" y="789"/>
                    <a:pt x="14117" y="848"/>
                    <a:pt x="14117" y="919"/>
                  </a:cubicBezTo>
                  <a:lnTo>
                    <a:pt x="14117" y="21770"/>
                  </a:lnTo>
                  <a:lnTo>
                    <a:pt x="12754" y="21770"/>
                  </a:lnTo>
                  <a:lnTo>
                    <a:pt x="12754" y="17369"/>
                  </a:lnTo>
                  <a:cubicBezTo>
                    <a:pt x="12754" y="17153"/>
                    <a:pt x="12578" y="16976"/>
                    <a:pt x="12361" y="16976"/>
                  </a:cubicBezTo>
                  <a:cubicBezTo>
                    <a:pt x="12144" y="16976"/>
                    <a:pt x="11968" y="17153"/>
                    <a:pt x="11968" y="17369"/>
                  </a:cubicBezTo>
                  <a:lnTo>
                    <a:pt x="11968" y="19022"/>
                  </a:lnTo>
                  <a:lnTo>
                    <a:pt x="10193" y="19022"/>
                  </a:lnTo>
                  <a:cubicBezTo>
                    <a:pt x="9651" y="19022"/>
                    <a:pt x="9211" y="18583"/>
                    <a:pt x="9211" y="18042"/>
                  </a:cubicBezTo>
                  <a:cubicBezTo>
                    <a:pt x="9211" y="17068"/>
                    <a:pt x="8419" y="16275"/>
                    <a:pt x="7444" y="16275"/>
                  </a:cubicBezTo>
                  <a:lnTo>
                    <a:pt x="3444" y="16275"/>
                  </a:lnTo>
                  <a:cubicBezTo>
                    <a:pt x="4261" y="15224"/>
                    <a:pt x="5248" y="14294"/>
                    <a:pt x="6385" y="13531"/>
                  </a:cubicBezTo>
                  <a:cubicBezTo>
                    <a:pt x="6565" y="13409"/>
                    <a:pt x="6613" y="13165"/>
                    <a:pt x="6492" y="12984"/>
                  </a:cubicBezTo>
                  <a:cubicBezTo>
                    <a:pt x="6416" y="12870"/>
                    <a:pt x="6292" y="12810"/>
                    <a:pt x="6166" y="12810"/>
                  </a:cubicBezTo>
                  <a:cubicBezTo>
                    <a:pt x="6090" y="12810"/>
                    <a:pt x="6013" y="12831"/>
                    <a:pt x="5946" y="12877"/>
                  </a:cubicBezTo>
                  <a:cubicBezTo>
                    <a:pt x="2223" y="15381"/>
                    <a:pt x="1" y="19550"/>
                    <a:pt x="1" y="24029"/>
                  </a:cubicBezTo>
                  <a:cubicBezTo>
                    <a:pt x="1" y="24246"/>
                    <a:pt x="177" y="24422"/>
                    <a:pt x="394" y="24422"/>
                  </a:cubicBezTo>
                  <a:lnTo>
                    <a:pt x="26475" y="24422"/>
                  </a:lnTo>
                  <a:cubicBezTo>
                    <a:pt x="26693" y="24422"/>
                    <a:pt x="26868" y="24246"/>
                    <a:pt x="26868" y="24029"/>
                  </a:cubicBezTo>
                  <a:cubicBezTo>
                    <a:pt x="26868" y="20664"/>
                    <a:pt x="25618" y="17443"/>
                    <a:pt x="23347" y="14962"/>
                  </a:cubicBezTo>
                  <a:cubicBezTo>
                    <a:pt x="21140" y="12539"/>
                    <a:pt x="18147" y="11021"/>
                    <a:pt x="14907" y="10670"/>
                  </a:cubicBezTo>
                  <a:lnTo>
                    <a:pt x="14907" y="9859"/>
                  </a:lnTo>
                  <a:lnTo>
                    <a:pt x="21872" y="9859"/>
                  </a:lnTo>
                  <a:cubicBezTo>
                    <a:pt x="22143" y="9859"/>
                    <a:pt x="22397" y="9741"/>
                    <a:pt x="22574" y="9535"/>
                  </a:cubicBezTo>
                  <a:lnTo>
                    <a:pt x="24281" y="7519"/>
                  </a:lnTo>
                  <a:cubicBezTo>
                    <a:pt x="24572" y="7174"/>
                    <a:pt x="24572" y="6675"/>
                    <a:pt x="24281" y="6330"/>
                  </a:cubicBezTo>
                  <a:lnTo>
                    <a:pt x="22574" y="4314"/>
                  </a:lnTo>
                  <a:cubicBezTo>
                    <a:pt x="22399" y="4109"/>
                    <a:pt x="22143" y="3990"/>
                    <a:pt x="21872" y="3990"/>
                  </a:cubicBezTo>
                  <a:lnTo>
                    <a:pt x="19173" y="3990"/>
                  </a:lnTo>
                  <a:cubicBezTo>
                    <a:pt x="18955" y="3990"/>
                    <a:pt x="18780" y="4167"/>
                    <a:pt x="18780" y="4383"/>
                  </a:cubicBezTo>
                  <a:cubicBezTo>
                    <a:pt x="18780" y="4600"/>
                    <a:pt x="18955" y="4776"/>
                    <a:pt x="19173" y="4776"/>
                  </a:cubicBezTo>
                  <a:lnTo>
                    <a:pt x="21872" y="4776"/>
                  </a:lnTo>
                  <a:cubicBezTo>
                    <a:pt x="21909" y="4776"/>
                    <a:pt x="21947" y="4792"/>
                    <a:pt x="21972" y="4822"/>
                  </a:cubicBezTo>
                  <a:lnTo>
                    <a:pt x="23680" y="6838"/>
                  </a:lnTo>
                  <a:cubicBezTo>
                    <a:pt x="23722" y="6887"/>
                    <a:pt x="23722" y="6959"/>
                    <a:pt x="23680" y="7009"/>
                  </a:cubicBezTo>
                  <a:lnTo>
                    <a:pt x="21972" y="9025"/>
                  </a:lnTo>
                  <a:cubicBezTo>
                    <a:pt x="21947" y="9054"/>
                    <a:pt x="21911" y="9071"/>
                    <a:pt x="21872" y="9071"/>
                  </a:cubicBezTo>
                  <a:lnTo>
                    <a:pt x="14907" y="9071"/>
                  </a:lnTo>
                  <a:lnTo>
                    <a:pt x="14907" y="8148"/>
                  </a:lnTo>
                  <a:lnTo>
                    <a:pt x="21707" y="8148"/>
                  </a:lnTo>
                  <a:cubicBezTo>
                    <a:pt x="21924" y="8148"/>
                    <a:pt x="22100" y="7972"/>
                    <a:pt x="22100" y="7755"/>
                  </a:cubicBezTo>
                  <a:cubicBezTo>
                    <a:pt x="22100" y="7539"/>
                    <a:pt x="21924" y="7362"/>
                    <a:pt x="21707" y="7362"/>
                  </a:cubicBezTo>
                  <a:lnTo>
                    <a:pt x="14907" y="7362"/>
                  </a:lnTo>
                  <a:lnTo>
                    <a:pt x="14907" y="6467"/>
                  </a:lnTo>
                  <a:lnTo>
                    <a:pt x="17602" y="6467"/>
                  </a:lnTo>
                  <a:cubicBezTo>
                    <a:pt x="17818" y="6467"/>
                    <a:pt x="17993" y="6292"/>
                    <a:pt x="17993" y="6075"/>
                  </a:cubicBezTo>
                  <a:cubicBezTo>
                    <a:pt x="17993" y="5857"/>
                    <a:pt x="17818" y="5682"/>
                    <a:pt x="17602" y="5682"/>
                  </a:cubicBezTo>
                  <a:lnTo>
                    <a:pt x="14907" y="5682"/>
                  </a:lnTo>
                  <a:lnTo>
                    <a:pt x="14907" y="4779"/>
                  </a:lnTo>
                  <a:lnTo>
                    <a:pt x="17360" y="4779"/>
                  </a:lnTo>
                  <a:cubicBezTo>
                    <a:pt x="17577" y="4779"/>
                    <a:pt x="17754" y="4604"/>
                    <a:pt x="17754" y="4386"/>
                  </a:cubicBezTo>
                  <a:cubicBezTo>
                    <a:pt x="17754" y="4169"/>
                    <a:pt x="17577" y="3994"/>
                    <a:pt x="17360" y="3994"/>
                  </a:cubicBezTo>
                  <a:lnTo>
                    <a:pt x="14907" y="3994"/>
                  </a:lnTo>
                  <a:lnTo>
                    <a:pt x="14907" y="919"/>
                  </a:lnTo>
                  <a:cubicBezTo>
                    <a:pt x="14907" y="414"/>
                    <a:pt x="14495" y="1"/>
                    <a:pt x="1398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1"/>
            <p:cNvSpPr/>
            <p:nvPr/>
          </p:nvSpPr>
          <p:spPr>
            <a:xfrm>
              <a:off x="4381138" y="1953150"/>
              <a:ext cx="19750" cy="19775"/>
            </a:xfrm>
            <a:custGeom>
              <a:rect b="b" l="l" r="r" t="t"/>
              <a:pathLst>
                <a:path extrusionOk="0" h="791" w="790">
                  <a:moveTo>
                    <a:pt x="395" y="0"/>
                  </a:moveTo>
                  <a:cubicBezTo>
                    <a:pt x="178" y="0"/>
                    <a:pt x="1" y="177"/>
                    <a:pt x="1" y="392"/>
                  </a:cubicBezTo>
                  <a:lnTo>
                    <a:pt x="1" y="396"/>
                  </a:lnTo>
                  <a:cubicBezTo>
                    <a:pt x="0" y="614"/>
                    <a:pt x="177" y="791"/>
                    <a:pt x="393" y="791"/>
                  </a:cubicBezTo>
                  <a:lnTo>
                    <a:pt x="395" y="791"/>
                  </a:lnTo>
                  <a:cubicBezTo>
                    <a:pt x="611" y="791"/>
                    <a:pt x="788" y="616"/>
                    <a:pt x="788" y="399"/>
                  </a:cubicBezTo>
                  <a:lnTo>
                    <a:pt x="788" y="393"/>
                  </a:lnTo>
                  <a:cubicBezTo>
                    <a:pt x="789" y="180"/>
                    <a:pt x="614" y="2"/>
                    <a:pt x="3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1"/>
            <p:cNvSpPr/>
            <p:nvPr/>
          </p:nvSpPr>
          <p:spPr>
            <a:xfrm>
              <a:off x="4696013" y="2001325"/>
              <a:ext cx="19650" cy="19800"/>
            </a:xfrm>
            <a:custGeom>
              <a:rect b="b" l="l" r="r" t="t"/>
              <a:pathLst>
                <a:path extrusionOk="0" h="792" w="786">
                  <a:moveTo>
                    <a:pt x="393" y="0"/>
                  </a:moveTo>
                  <a:cubicBezTo>
                    <a:pt x="176" y="0"/>
                    <a:pt x="1" y="175"/>
                    <a:pt x="1" y="392"/>
                  </a:cubicBezTo>
                  <a:lnTo>
                    <a:pt x="1" y="398"/>
                  </a:lnTo>
                  <a:cubicBezTo>
                    <a:pt x="1" y="615"/>
                    <a:pt x="176" y="791"/>
                    <a:pt x="393" y="791"/>
                  </a:cubicBezTo>
                  <a:cubicBezTo>
                    <a:pt x="611" y="791"/>
                    <a:pt x="786" y="615"/>
                    <a:pt x="786" y="398"/>
                  </a:cubicBezTo>
                  <a:lnTo>
                    <a:pt x="786" y="392"/>
                  </a:lnTo>
                  <a:cubicBezTo>
                    <a:pt x="786" y="175"/>
                    <a:pt x="611" y="0"/>
                    <a:pt x="3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1"/>
            <p:cNvSpPr/>
            <p:nvPr/>
          </p:nvSpPr>
          <p:spPr>
            <a:xfrm>
              <a:off x="4727088" y="2001400"/>
              <a:ext cx="40200" cy="19675"/>
            </a:xfrm>
            <a:custGeom>
              <a:rect b="b" l="l" r="r" t="t"/>
              <a:pathLst>
                <a:path extrusionOk="0" h="787" w="1608">
                  <a:moveTo>
                    <a:pt x="394" y="0"/>
                  </a:moveTo>
                  <a:cubicBezTo>
                    <a:pt x="176" y="0"/>
                    <a:pt x="1" y="177"/>
                    <a:pt x="1" y="393"/>
                  </a:cubicBezTo>
                  <a:cubicBezTo>
                    <a:pt x="1" y="610"/>
                    <a:pt x="176" y="787"/>
                    <a:pt x="394" y="787"/>
                  </a:cubicBezTo>
                  <a:lnTo>
                    <a:pt x="1215" y="787"/>
                  </a:lnTo>
                  <a:cubicBezTo>
                    <a:pt x="1431" y="787"/>
                    <a:pt x="1608" y="610"/>
                    <a:pt x="1608" y="393"/>
                  </a:cubicBezTo>
                  <a:cubicBezTo>
                    <a:pt x="1608" y="177"/>
                    <a:pt x="1431" y="0"/>
                    <a:pt x="121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3396" name="Google Shape;3396;p51"/>
          <p:cNvCxnSpPr>
            <a:stCxn id="3138" idx="2"/>
          </p:cNvCxnSpPr>
          <p:nvPr/>
        </p:nvCxnSpPr>
        <p:spPr>
          <a:xfrm>
            <a:off x="4029013" y="2164631"/>
            <a:ext cx="0" cy="0"/>
          </a:xfrm>
          <a:prstGeom prst="straightConnector1">
            <a:avLst/>
          </a:prstGeom>
          <a:noFill/>
          <a:ln cap="flat" cmpd="sng" w="9525">
            <a:solidFill>
              <a:schemeClr val="dk2"/>
            </a:solidFill>
            <a:prstDash val="solid"/>
            <a:round/>
            <a:headEnd len="med" w="med" type="none"/>
            <a:tailEnd len="med" w="med" type="none"/>
          </a:ln>
        </p:spPr>
      </p:cxnSp>
      <p:cxnSp>
        <p:nvCxnSpPr>
          <p:cNvPr id="3397" name="Google Shape;3397;p51"/>
          <p:cNvCxnSpPr>
            <a:stCxn id="3138" idx="2"/>
          </p:cNvCxnSpPr>
          <p:nvPr/>
        </p:nvCxnSpPr>
        <p:spPr>
          <a:xfrm rot="10800000">
            <a:off x="3692113" y="2164631"/>
            <a:ext cx="336900" cy="0"/>
          </a:xfrm>
          <a:prstGeom prst="straightConnector1">
            <a:avLst/>
          </a:prstGeom>
          <a:noFill/>
          <a:ln cap="flat" cmpd="sng" w="9525">
            <a:solidFill>
              <a:srgbClr val="000000"/>
            </a:solidFill>
            <a:prstDash val="solid"/>
            <a:round/>
            <a:headEnd len="med" w="med" type="none"/>
            <a:tailEnd len="med" w="med" type="none"/>
          </a:ln>
        </p:spPr>
      </p:cxnSp>
      <p:cxnSp>
        <p:nvCxnSpPr>
          <p:cNvPr id="3398" name="Google Shape;3398;p51"/>
          <p:cNvCxnSpPr>
            <a:stCxn id="3137" idx="2"/>
          </p:cNvCxnSpPr>
          <p:nvPr/>
        </p:nvCxnSpPr>
        <p:spPr>
          <a:xfrm rot="10800000">
            <a:off x="3692113" y="3767956"/>
            <a:ext cx="336900" cy="0"/>
          </a:xfrm>
          <a:prstGeom prst="straightConnector1">
            <a:avLst/>
          </a:prstGeom>
          <a:noFill/>
          <a:ln cap="flat" cmpd="sng" w="9525">
            <a:solidFill>
              <a:srgbClr val="000000"/>
            </a:solidFill>
            <a:prstDash val="solid"/>
            <a:round/>
            <a:headEnd len="med" w="med" type="none"/>
            <a:tailEnd len="med" w="med" type="none"/>
          </a:ln>
        </p:spPr>
      </p:cxnSp>
      <p:grpSp>
        <p:nvGrpSpPr>
          <p:cNvPr id="3399" name="Google Shape;3399;p51"/>
          <p:cNvGrpSpPr/>
          <p:nvPr/>
        </p:nvGrpSpPr>
        <p:grpSpPr>
          <a:xfrm>
            <a:off x="8084725" y="4173038"/>
            <a:ext cx="339267" cy="426693"/>
            <a:chOff x="8084725" y="4173038"/>
            <a:chExt cx="339267" cy="426693"/>
          </a:xfrm>
        </p:grpSpPr>
        <p:sp>
          <p:nvSpPr>
            <p:cNvPr id="3400" name="Google Shape;3400;p51"/>
            <p:cNvSpPr/>
            <p:nvPr/>
          </p:nvSpPr>
          <p:spPr>
            <a:xfrm>
              <a:off x="8366410" y="4359494"/>
              <a:ext cx="51281" cy="75947"/>
            </a:xfrm>
            <a:custGeom>
              <a:rect b="b" l="l" r="r" t="t"/>
              <a:pathLst>
                <a:path extrusionOk="0" h="5690" w="3842">
                  <a:moveTo>
                    <a:pt x="419" y="0"/>
                  </a:moveTo>
                  <a:lnTo>
                    <a:pt x="0" y="5690"/>
                  </a:lnTo>
                  <a:lnTo>
                    <a:pt x="277" y="5690"/>
                  </a:lnTo>
                  <a:cubicBezTo>
                    <a:pt x="2246" y="5690"/>
                    <a:pt x="3842" y="4094"/>
                    <a:pt x="3842" y="2128"/>
                  </a:cubicBezTo>
                  <a:lnTo>
                    <a:pt x="3842" y="1919"/>
                  </a:lnTo>
                  <a:cubicBezTo>
                    <a:pt x="3842" y="858"/>
                    <a:pt x="2982" y="0"/>
                    <a:pt x="1924" y="0"/>
                  </a:cubicBezTo>
                  <a:close/>
                </a:path>
              </a:pathLst>
            </a:custGeom>
            <a:solidFill>
              <a:srgbClr val="F9A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1"/>
            <p:cNvSpPr/>
            <p:nvPr/>
          </p:nvSpPr>
          <p:spPr>
            <a:xfrm>
              <a:off x="8090945" y="4359494"/>
              <a:ext cx="51308" cy="75947"/>
            </a:xfrm>
            <a:custGeom>
              <a:rect b="b" l="l" r="r" t="t"/>
              <a:pathLst>
                <a:path extrusionOk="0" h="5690" w="3844">
                  <a:moveTo>
                    <a:pt x="1918" y="0"/>
                  </a:moveTo>
                  <a:cubicBezTo>
                    <a:pt x="860" y="0"/>
                    <a:pt x="1" y="858"/>
                    <a:pt x="1" y="1919"/>
                  </a:cubicBezTo>
                  <a:lnTo>
                    <a:pt x="1" y="2128"/>
                  </a:lnTo>
                  <a:cubicBezTo>
                    <a:pt x="1" y="4094"/>
                    <a:pt x="1598" y="5690"/>
                    <a:pt x="3565" y="5690"/>
                  </a:cubicBezTo>
                  <a:lnTo>
                    <a:pt x="3843" y="5690"/>
                  </a:lnTo>
                  <a:lnTo>
                    <a:pt x="3423" y="0"/>
                  </a:lnTo>
                  <a:close/>
                </a:path>
              </a:pathLst>
            </a:custGeom>
            <a:solidFill>
              <a:srgbClr val="EAAC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1"/>
            <p:cNvSpPr/>
            <p:nvPr/>
          </p:nvSpPr>
          <p:spPr>
            <a:xfrm>
              <a:off x="8146508" y="4524422"/>
              <a:ext cx="215616" cy="69060"/>
            </a:xfrm>
            <a:custGeom>
              <a:rect b="b" l="l" r="r" t="t"/>
              <a:pathLst>
                <a:path extrusionOk="0" h="5174" w="16154">
                  <a:moveTo>
                    <a:pt x="3516" y="1"/>
                  </a:moveTo>
                  <a:lnTo>
                    <a:pt x="3516" y="1631"/>
                  </a:lnTo>
                  <a:cubicBezTo>
                    <a:pt x="3516" y="2539"/>
                    <a:pt x="2995" y="3369"/>
                    <a:pt x="2174" y="3762"/>
                  </a:cubicBezTo>
                  <a:lnTo>
                    <a:pt x="247" y="4687"/>
                  </a:lnTo>
                  <a:cubicBezTo>
                    <a:pt x="0" y="4805"/>
                    <a:pt x="85" y="5174"/>
                    <a:pt x="358" y="5174"/>
                  </a:cubicBezTo>
                  <a:lnTo>
                    <a:pt x="15798" y="5174"/>
                  </a:lnTo>
                  <a:cubicBezTo>
                    <a:pt x="16070" y="5174"/>
                    <a:pt x="16153" y="4805"/>
                    <a:pt x="15909" y="4687"/>
                  </a:cubicBezTo>
                  <a:lnTo>
                    <a:pt x="13981" y="3762"/>
                  </a:lnTo>
                  <a:cubicBezTo>
                    <a:pt x="13162" y="3369"/>
                    <a:pt x="12639" y="2539"/>
                    <a:pt x="12639" y="1631"/>
                  </a:cubicBezTo>
                  <a:lnTo>
                    <a:pt x="12639" y="1"/>
                  </a:lnTo>
                  <a:cubicBezTo>
                    <a:pt x="11039" y="1094"/>
                    <a:pt x="9274" y="1720"/>
                    <a:pt x="8078" y="1720"/>
                  </a:cubicBezTo>
                  <a:cubicBezTo>
                    <a:pt x="6881" y="1720"/>
                    <a:pt x="5114" y="1094"/>
                    <a:pt x="3516"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1"/>
            <p:cNvSpPr/>
            <p:nvPr/>
          </p:nvSpPr>
          <p:spPr>
            <a:xfrm>
              <a:off x="8129944" y="4210102"/>
              <a:ext cx="248704" cy="337305"/>
            </a:xfrm>
            <a:custGeom>
              <a:rect b="b" l="l" r="r" t="t"/>
              <a:pathLst>
                <a:path extrusionOk="0" h="25271" w="18633">
                  <a:moveTo>
                    <a:pt x="9317" y="1"/>
                  </a:moveTo>
                  <a:cubicBezTo>
                    <a:pt x="4110" y="1"/>
                    <a:pt x="0" y="4425"/>
                    <a:pt x="383" y="9618"/>
                  </a:cubicBezTo>
                  <a:lnTo>
                    <a:pt x="993" y="17887"/>
                  </a:lnTo>
                  <a:cubicBezTo>
                    <a:pt x="1313" y="22248"/>
                    <a:pt x="6690" y="25270"/>
                    <a:pt x="9317" y="25270"/>
                  </a:cubicBezTo>
                  <a:cubicBezTo>
                    <a:pt x="11945" y="25270"/>
                    <a:pt x="17320" y="22248"/>
                    <a:pt x="17641" y="17887"/>
                  </a:cubicBezTo>
                  <a:cubicBezTo>
                    <a:pt x="17643" y="17887"/>
                    <a:pt x="18251" y="9618"/>
                    <a:pt x="18251" y="9618"/>
                  </a:cubicBezTo>
                  <a:cubicBezTo>
                    <a:pt x="18633" y="4425"/>
                    <a:pt x="14525" y="1"/>
                    <a:pt x="9317"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1"/>
            <p:cNvSpPr/>
            <p:nvPr/>
          </p:nvSpPr>
          <p:spPr>
            <a:xfrm>
              <a:off x="8195317" y="4215654"/>
              <a:ext cx="182434" cy="331779"/>
            </a:xfrm>
            <a:custGeom>
              <a:rect b="b" l="l" r="r" t="t"/>
              <a:pathLst>
                <a:path extrusionOk="0" h="24857" w="13668">
                  <a:moveTo>
                    <a:pt x="7124" y="1"/>
                  </a:moveTo>
                  <a:cubicBezTo>
                    <a:pt x="9573" y="1752"/>
                    <a:pt x="11094" y="4703"/>
                    <a:pt x="10856" y="7953"/>
                  </a:cubicBezTo>
                  <a:lnTo>
                    <a:pt x="10246" y="16223"/>
                  </a:lnTo>
                  <a:cubicBezTo>
                    <a:pt x="9925" y="20584"/>
                    <a:pt x="4550" y="23606"/>
                    <a:pt x="1922" y="23606"/>
                  </a:cubicBezTo>
                  <a:cubicBezTo>
                    <a:pt x="1377" y="23606"/>
                    <a:pt x="713" y="23475"/>
                    <a:pt x="1" y="23231"/>
                  </a:cubicBezTo>
                  <a:lnTo>
                    <a:pt x="1" y="23231"/>
                  </a:lnTo>
                  <a:cubicBezTo>
                    <a:pt x="1562" y="24266"/>
                    <a:pt x="3258" y="24857"/>
                    <a:pt x="4421" y="24857"/>
                  </a:cubicBezTo>
                  <a:cubicBezTo>
                    <a:pt x="7048" y="24857"/>
                    <a:pt x="12425" y="21833"/>
                    <a:pt x="12745" y="17474"/>
                  </a:cubicBezTo>
                  <a:lnTo>
                    <a:pt x="13354" y="9203"/>
                  </a:lnTo>
                  <a:cubicBezTo>
                    <a:pt x="13667" y="4952"/>
                    <a:pt x="10970" y="1216"/>
                    <a:pt x="7124" y="1"/>
                  </a:cubicBezTo>
                  <a:close/>
                </a:path>
              </a:pathLst>
            </a:custGeom>
            <a:solidFill>
              <a:srgbClr val="EAAC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1"/>
            <p:cNvSpPr/>
            <p:nvPr/>
          </p:nvSpPr>
          <p:spPr>
            <a:xfrm>
              <a:off x="8201283" y="4179311"/>
              <a:ext cx="104871" cy="157314"/>
            </a:xfrm>
            <a:custGeom>
              <a:rect b="b" l="l" r="r" t="t"/>
              <a:pathLst>
                <a:path extrusionOk="0" h="11786" w="7857">
                  <a:moveTo>
                    <a:pt x="1385" y="1"/>
                  </a:moveTo>
                  <a:cubicBezTo>
                    <a:pt x="1368" y="1"/>
                    <a:pt x="1351" y="7"/>
                    <a:pt x="1339" y="19"/>
                  </a:cubicBezTo>
                  <a:lnTo>
                    <a:pt x="26" y="1332"/>
                  </a:lnTo>
                  <a:cubicBezTo>
                    <a:pt x="0" y="1358"/>
                    <a:pt x="0" y="1401"/>
                    <a:pt x="26" y="1425"/>
                  </a:cubicBezTo>
                  <a:lnTo>
                    <a:pt x="2942" y="4343"/>
                  </a:lnTo>
                  <a:cubicBezTo>
                    <a:pt x="3041" y="4442"/>
                    <a:pt x="3041" y="4601"/>
                    <a:pt x="2942" y="4700"/>
                  </a:cubicBezTo>
                  <a:lnTo>
                    <a:pt x="1046" y="6595"/>
                  </a:lnTo>
                  <a:cubicBezTo>
                    <a:pt x="947" y="6694"/>
                    <a:pt x="947" y="6854"/>
                    <a:pt x="1046" y="6953"/>
                  </a:cubicBezTo>
                  <a:lnTo>
                    <a:pt x="4757" y="10663"/>
                  </a:lnTo>
                  <a:cubicBezTo>
                    <a:pt x="4797" y="10702"/>
                    <a:pt x="4797" y="10767"/>
                    <a:pt x="4757" y="10807"/>
                  </a:cubicBezTo>
                  <a:lnTo>
                    <a:pt x="3809" y="11755"/>
                  </a:lnTo>
                  <a:cubicBezTo>
                    <a:pt x="3800" y="11764"/>
                    <a:pt x="3794" y="11776"/>
                    <a:pt x="3791" y="11786"/>
                  </a:cubicBezTo>
                  <a:lnTo>
                    <a:pt x="7857" y="11786"/>
                  </a:lnTo>
                  <a:lnTo>
                    <a:pt x="7367" y="8345"/>
                  </a:lnTo>
                  <a:cubicBezTo>
                    <a:pt x="7363" y="8310"/>
                    <a:pt x="7334" y="8289"/>
                    <a:pt x="7304" y="8289"/>
                  </a:cubicBezTo>
                  <a:cubicBezTo>
                    <a:pt x="7288" y="8289"/>
                    <a:pt x="7271" y="8295"/>
                    <a:pt x="7258" y="8309"/>
                  </a:cubicBezTo>
                  <a:lnTo>
                    <a:pt x="6310" y="9257"/>
                  </a:lnTo>
                  <a:cubicBezTo>
                    <a:pt x="6290" y="9277"/>
                    <a:pt x="6263" y="9286"/>
                    <a:pt x="6237" y="9286"/>
                  </a:cubicBezTo>
                  <a:cubicBezTo>
                    <a:pt x="6211" y="9286"/>
                    <a:pt x="6186" y="9277"/>
                    <a:pt x="6166" y="9257"/>
                  </a:cubicBezTo>
                  <a:lnTo>
                    <a:pt x="3860" y="6953"/>
                  </a:lnTo>
                  <a:cubicBezTo>
                    <a:pt x="3763" y="6854"/>
                    <a:pt x="3763" y="6692"/>
                    <a:pt x="3860" y="6594"/>
                  </a:cubicBezTo>
                  <a:lnTo>
                    <a:pt x="5754" y="4700"/>
                  </a:lnTo>
                  <a:cubicBezTo>
                    <a:pt x="5853" y="4601"/>
                    <a:pt x="5853" y="4442"/>
                    <a:pt x="5754" y="4343"/>
                  </a:cubicBezTo>
                  <a:lnTo>
                    <a:pt x="1432" y="19"/>
                  </a:lnTo>
                  <a:cubicBezTo>
                    <a:pt x="1419" y="7"/>
                    <a:pt x="1402" y="1"/>
                    <a:pt x="138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1"/>
            <p:cNvSpPr/>
            <p:nvPr/>
          </p:nvSpPr>
          <p:spPr>
            <a:xfrm>
              <a:off x="8159494" y="4236289"/>
              <a:ext cx="105832" cy="100387"/>
            </a:xfrm>
            <a:custGeom>
              <a:rect b="b" l="l" r="r" t="t"/>
              <a:pathLst>
                <a:path extrusionOk="0" h="7521" w="7929">
                  <a:moveTo>
                    <a:pt x="6000" y="0"/>
                  </a:moveTo>
                  <a:cubicBezTo>
                    <a:pt x="4437" y="241"/>
                    <a:pt x="3016" y="993"/>
                    <a:pt x="1916" y="2177"/>
                  </a:cubicBezTo>
                  <a:cubicBezTo>
                    <a:pt x="792" y="3387"/>
                    <a:pt x="144" y="4895"/>
                    <a:pt x="36" y="6505"/>
                  </a:cubicBezTo>
                  <a:cubicBezTo>
                    <a:pt x="0" y="7055"/>
                    <a:pt x="436" y="7521"/>
                    <a:pt x="986" y="7521"/>
                  </a:cubicBezTo>
                  <a:lnTo>
                    <a:pt x="6924" y="7521"/>
                  </a:lnTo>
                  <a:cubicBezTo>
                    <a:pt x="6925" y="7509"/>
                    <a:pt x="6932" y="7499"/>
                    <a:pt x="6941" y="7489"/>
                  </a:cubicBezTo>
                  <a:lnTo>
                    <a:pt x="7888" y="6538"/>
                  </a:lnTo>
                  <a:cubicBezTo>
                    <a:pt x="7928" y="6498"/>
                    <a:pt x="7928" y="6433"/>
                    <a:pt x="7888" y="6394"/>
                  </a:cubicBezTo>
                  <a:lnTo>
                    <a:pt x="4177" y="2684"/>
                  </a:lnTo>
                  <a:cubicBezTo>
                    <a:pt x="4078" y="2585"/>
                    <a:pt x="4078" y="2425"/>
                    <a:pt x="4177" y="2326"/>
                  </a:cubicBezTo>
                  <a:lnTo>
                    <a:pt x="6073" y="431"/>
                  </a:lnTo>
                  <a:cubicBezTo>
                    <a:pt x="6172" y="332"/>
                    <a:pt x="6172" y="173"/>
                    <a:pt x="6073" y="74"/>
                  </a:cubicBezTo>
                  <a:lnTo>
                    <a:pt x="600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1"/>
            <p:cNvSpPr/>
            <p:nvPr/>
          </p:nvSpPr>
          <p:spPr>
            <a:xfrm>
              <a:off x="8251454" y="4238304"/>
              <a:ext cx="97730" cy="98344"/>
            </a:xfrm>
            <a:custGeom>
              <a:rect b="b" l="l" r="r" t="t"/>
              <a:pathLst>
                <a:path extrusionOk="0" h="7368" w="7322">
                  <a:moveTo>
                    <a:pt x="2048" y="0"/>
                  </a:moveTo>
                  <a:lnTo>
                    <a:pt x="2048" y="0"/>
                  </a:lnTo>
                  <a:cubicBezTo>
                    <a:pt x="2087" y="93"/>
                    <a:pt x="2071" y="204"/>
                    <a:pt x="1994" y="280"/>
                  </a:cubicBezTo>
                  <a:lnTo>
                    <a:pt x="100" y="2174"/>
                  </a:lnTo>
                  <a:cubicBezTo>
                    <a:pt x="1" y="2272"/>
                    <a:pt x="1" y="2434"/>
                    <a:pt x="100" y="2533"/>
                  </a:cubicBezTo>
                  <a:lnTo>
                    <a:pt x="2404" y="4837"/>
                  </a:lnTo>
                  <a:cubicBezTo>
                    <a:pt x="2424" y="4857"/>
                    <a:pt x="2451" y="4866"/>
                    <a:pt x="2477" y="4866"/>
                  </a:cubicBezTo>
                  <a:cubicBezTo>
                    <a:pt x="2503" y="4866"/>
                    <a:pt x="2528" y="4857"/>
                    <a:pt x="2548" y="4837"/>
                  </a:cubicBezTo>
                  <a:lnTo>
                    <a:pt x="3498" y="3887"/>
                  </a:lnTo>
                  <a:cubicBezTo>
                    <a:pt x="3511" y="3874"/>
                    <a:pt x="3527" y="3869"/>
                    <a:pt x="3543" y="3869"/>
                  </a:cubicBezTo>
                  <a:cubicBezTo>
                    <a:pt x="3573" y="3869"/>
                    <a:pt x="3602" y="3889"/>
                    <a:pt x="3607" y="3923"/>
                  </a:cubicBezTo>
                  <a:lnTo>
                    <a:pt x="4098" y="7367"/>
                  </a:lnTo>
                  <a:lnTo>
                    <a:pt x="6333" y="7367"/>
                  </a:lnTo>
                  <a:cubicBezTo>
                    <a:pt x="6334" y="7367"/>
                    <a:pt x="6335" y="7367"/>
                    <a:pt x="6336" y="7367"/>
                  </a:cubicBezTo>
                  <a:cubicBezTo>
                    <a:pt x="6887" y="7367"/>
                    <a:pt x="7322" y="6901"/>
                    <a:pt x="7283" y="6353"/>
                  </a:cubicBezTo>
                  <a:cubicBezTo>
                    <a:pt x="7175" y="4743"/>
                    <a:pt x="6527" y="3233"/>
                    <a:pt x="5403" y="2025"/>
                  </a:cubicBezTo>
                  <a:cubicBezTo>
                    <a:pt x="4476" y="1028"/>
                    <a:pt x="3323" y="337"/>
                    <a:pt x="20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1"/>
            <p:cNvSpPr/>
            <p:nvPr/>
          </p:nvSpPr>
          <p:spPr>
            <a:xfrm>
              <a:off x="8159494" y="4319961"/>
              <a:ext cx="105846" cy="16711"/>
            </a:xfrm>
            <a:custGeom>
              <a:rect b="b" l="l" r="r" t="t"/>
              <a:pathLst>
                <a:path extrusionOk="0" h="1252" w="7930">
                  <a:moveTo>
                    <a:pt x="56" y="1"/>
                  </a:moveTo>
                  <a:cubicBezTo>
                    <a:pt x="49" y="78"/>
                    <a:pt x="42" y="157"/>
                    <a:pt x="36" y="236"/>
                  </a:cubicBezTo>
                  <a:cubicBezTo>
                    <a:pt x="0" y="786"/>
                    <a:pt x="436" y="1252"/>
                    <a:pt x="986" y="1252"/>
                  </a:cubicBezTo>
                  <a:lnTo>
                    <a:pt x="6924" y="1252"/>
                  </a:lnTo>
                  <a:cubicBezTo>
                    <a:pt x="6925" y="1240"/>
                    <a:pt x="6932" y="1230"/>
                    <a:pt x="6941" y="1220"/>
                  </a:cubicBezTo>
                  <a:lnTo>
                    <a:pt x="7891" y="272"/>
                  </a:lnTo>
                  <a:cubicBezTo>
                    <a:pt x="7930" y="233"/>
                    <a:pt x="7930" y="169"/>
                    <a:pt x="7891" y="128"/>
                  </a:cubicBezTo>
                  <a:lnTo>
                    <a:pt x="776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1"/>
            <p:cNvSpPr/>
            <p:nvPr/>
          </p:nvSpPr>
          <p:spPr>
            <a:xfrm>
              <a:off x="8279042" y="4238331"/>
              <a:ext cx="70141" cy="98291"/>
            </a:xfrm>
            <a:custGeom>
              <a:rect b="b" l="l" r="r" t="t"/>
              <a:pathLst>
                <a:path extrusionOk="0" h="7364" w="5255">
                  <a:moveTo>
                    <a:pt x="0" y="1"/>
                  </a:moveTo>
                  <a:cubicBezTo>
                    <a:pt x="297" y="232"/>
                    <a:pt x="578" y="490"/>
                    <a:pt x="840" y="772"/>
                  </a:cubicBezTo>
                  <a:cubicBezTo>
                    <a:pt x="1963" y="1981"/>
                    <a:pt x="2612" y="3489"/>
                    <a:pt x="2719" y="5101"/>
                  </a:cubicBezTo>
                  <a:cubicBezTo>
                    <a:pt x="2754" y="5620"/>
                    <a:pt x="2363" y="6068"/>
                    <a:pt x="1854" y="6112"/>
                  </a:cubicBezTo>
                  <a:lnTo>
                    <a:pt x="2033" y="7364"/>
                  </a:lnTo>
                  <a:lnTo>
                    <a:pt x="4268" y="7364"/>
                  </a:lnTo>
                  <a:cubicBezTo>
                    <a:pt x="4269" y="7364"/>
                    <a:pt x="4271" y="7364"/>
                    <a:pt x="4273" y="7364"/>
                  </a:cubicBezTo>
                  <a:cubicBezTo>
                    <a:pt x="4821" y="7364"/>
                    <a:pt x="5255" y="6898"/>
                    <a:pt x="5216" y="6351"/>
                  </a:cubicBezTo>
                  <a:cubicBezTo>
                    <a:pt x="5108" y="4741"/>
                    <a:pt x="4460" y="3231"/>
                    <a:pt x="3336" y="2023"/>
                  </a:cubicBezTo>
                  <a:cubicBezTo>
                    <a:pt x="2415" y="1031"/>
                    <a:pt x="1267" y="34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1"/>
            <p:cNvSpPr/>
            <p:nvPr/>
          </p:nvSpPr>
          <p:spPr>
            <a:xfrm>
              <a:off x="8084725" y="4173038"/>
              <a:ext cx="339267" cy="426693"/>
            </a:xfrm>
            <a:custGeom>
              <a:rect b="b" l="l" r="r" t="t"/>
              <a:pathLst>
                <a:path extrusionOk="0" h="31968" w="25418">
                  <a:moveTo>
                    <a:pt x="14846" y="5471"/>
                  </a:moveTo>
                  <a:cubicBezTo>
                    <a:pt x="17224" y="6279"/>
                    <a:pt x="19125" y="8498"/>
                    <a:pt x="19309" y="11273"/>
                  </a:cubicBezTo>
                  <a:cubicBezTo>
                    <a:pt x="19327" y="11552"/>
                    <a:pt x="19106" y="11788"/>
                    <a:pt x="18827" y="11788"/>
                  </a:cubicBezTo>
                  <a:lnTo>
                    <a:pt x="16997" y="11788"/>
                  </a:lnTo>
                  <a:lnTo>
                    <a:pt x="16564" y="8746"/>
                  </a:lnTo>
                  <a:cubicBezTo>
                    <a:pt x="16522" y="8462"/>
                    <a:pt x="16281" y="8288"/>
                    <a:pt x="16032" y="8288"/>
                  </a:cubicBezTo>
                  <a:cubicBezTo>
                    <a:pt x="15901" y="8288"/>
                    <a:pt x="15767" y="8337"/>
                    <a:pt x="15660" y="8444"/>
                  </a:cubicBezTo>
                  <a:lnTo>
                    <a:pt x="14968" y="9135"/>
                  </a:lnTo>
                  <a:lnTo>
                    <a:pt x="13077" y="7243"/>
                  </a:lnTo>
                  <a:cubicBezTo>
                    <a:pt x="14251" y="6068"/>
                    <a:pt x="14825" y="5494"/>
                    <a:pt x="14846" y="5471"/>
                  </a:cubicBezTo>
                  <a:close/>
                  <a:moveTo>
                    <a:pt x="3453" y="14440"/>
                  </a:moveTo>
                  <a:lnTo>
                    <a:pt x="3803" y="19183"/>
                  </a:lnTo>
                  <a:cubicBezTo>
                    <a:pt x="2203" y="19067"/>
                    <a:pt x="934" y="17727"/>
                    <a:pt x="934" y="16097"/>
                  </a:cubicBezTo>
                  <a:lnTo>
                    <a:pt x="934" y="15886"/>
                  </a:lnTo>
                  <a:cubicBezTo>
                    <a:pt x="934" y="15088"/>
                    <a:pt x="1584" y="14440"/>
                    <a:pt x="2382" y="14440"/>
                  </a:cubicBezTo>
                  <a:close/>
                  <a:moveTo>
                    <a:pt x="23031" y="14440"/>
                  </a:moveTo>
                  <a:cubicBezTo>
                    <a:pt x="23829" y="14440"/>
                    <a:pt x="24479" y="15088"/>
                    <a:pt x="24479" y="15886"/>
                  </a:cubicBezTo>
                  <a:lnTo>
                    <a:pt x="24479" y="16097"/>
                  </a:lnTo>
                  <a:cubicBezTo>
                    <a:pt x="24479" y="17727"/>
                    <a:pt x="23212" y="19067"/>
                    <a:pt x="21610" y="19183"/>
                  </a:cubicBezTo>
                  <a:lnTo>
                    <a:pt x="21960" y="14440"/>
                  </a:lnTo>
                  <a:close/>
                  <a:moveTo>
                    <a:pt x="8611" y="27177"/>
                  </a:moveTo>
                  <a:cubicBezTo>
                    <a:pt x="10072" y="28036"/>
                    <a:pt x="11589" y="28516"/>
                    <a:pt x="12705" y="28516"/>
                  </a:cubicBezTo>
                  <a:cubicBezTo>
                    <a:pt x="13773" y="28516"/>
                    <a:pt x="15297" y="28061"/>
                    <a:pt x="16800" y="27183"/>
                  </a:cubicBezTo>
                  <a:lnTo>
                    <a:pt x="16800" y="27958"/>
                  </a:lnTo>
                  <a:cubicBezTo>
                    <a:pt x="16800" y="29041"/>
                    <a:pt x="17432" y="30042"/>
                    <a:pt x="18408" y="30511"/>
                  </a:cubicBezTo>
                  <a:lnTo>
                    <a:pt x="19492" y="31030"/>
                  </a:lnTo>
                  <a:lnTo>
                    <a:pt x="5919" y="31030"/>
                  </a:lnTo>
                  <a:lnTo>
                    <a:pt x="7004" y="30511"/>
                  </a:lnTo>
                  <a:cubicBezTo>
                    <a:pt x="7980" y="30042"/>
                    <a:pt x="8611" y="29040"/>
                    <a:pt x="8611" y="27958"/>
                  </a:cubicBezTo>
                  <a:lnTo>
                    <a:pt x="8611" y="27177"/>
                  </a:lnTo>
                  <a:close/>
                  <a:moveTo>
                    <a:pt x="10119" y="0"/>
                  </a:moveTo>
                  <a:cubicBezTo>
                    <a:pt x="9983" y="0"/>
                    <a:pt x="9846" y="52"/>
                    <a:pt x="9742" y="156"/>
                  </a:cubicBezTo>
                  <a:lnTo>
                    <a:pt x="8429" y="1469"/>
                  </a:lnTo>
                  <a:cubicBezTo>
                    <a:pt x="8222" y="1676"/>
                    <a:pt x="8217" y="2014"/>
                    <a:pt x="8429" y="2224"/>
                  </a:cubicBezTo>
                  <a:lnTo>
                    <a:pt x="9191" y="2986"/>
                  </a:lnTo>
                  <a:cubicBezTo>
                    <a:pt x="5530" y="4462"/>
                    <a:pt x="2994" y="8176"/>
                    <a:pt x="3308" y="12426"/>
                  </a:cubicBezTo>
                  <a:lnTo>
                    <a:pt x="3387" y="13500"/>
                  </a:lnTo>
                  <a:lnTo>
                    <a:pt x="2385" y="13500"/>
                  </a:lnTo>
                  <a:cubicBezTo>
                    <a:pt x="1071" y="13500"/>
                    <a:pt x="0" y="14569"/>
                    <a:pt x="0" y="15885"/>
                  </a:cubicBezTo>
                  <a:lnTo>
                    <a:pt x="0" y="16094"/>
                  </a:lnTo>
                  <a:cubicBezTo>
                    <a:pt x="0" y="18265"/>
                    <a:pt x="1724" y="20040"/>
                    <a:pt x="3875" y="20123"/>
                  </a:cubicBezTo>
                  <a:lnTo>
                    <a:pt x="3918" y="20699"/>
                  </a:lnTo>
                  <a:cubicBezTo>
                    <a:pt x="4097" y="23131"/>
                    <a:pt x="5741" y="25177"/>
                    <a:pt x="7679" y="26568"/>
                  </a:cubicBezTo>
                  <a:lnTo>
                    <a:pt x="7679" y="27958"/>
                  </a:lnTo>
                  <a:cubicBezTo>
                    <a:pt x="7679" y="28683"/>
                    <a:pt x="7257" y="29353"/>
                    <a:pt x="6605" y="29666"/>
                  </a:cubicBezTo>
                  <a:lnTo>
                    <a:pt x="4677" y="30591"/>
                  </a:lnTo>
                  <a:cubicBezTo>
                    <a:pt x="4370" y="30738"/>
                    <a:pt x="4207" y="31072"/>
                    <a:pt x="4284" y="31403"/>
                  </a:cubicBezTo>
                  <a:cubicBezTo>
                    <a:pt x="4360" y="31735"/>
                    <a:pt x="4649" y="31967"/>
                    <a:pt x="4991" y="31967"/>
                  </a:cubicBezTo>
                  <a:lnTo>
                    <a:pt x="20429" y="31967"/>
                  </a:lnTo>
                  <a:cubicBezTo>
                    <a:pt x="20771" y="31967"/>
                    <a:pt x="21062" y="31735"/>
                    <a:pt x="21137" y="31403"/>
                  </a:cubicBezTo>
                  <a:cubicBezTo>
                    <a:pt x="21211" y="31072"/>
                    <a:pt x="21051" y="30738"/>
                    <a:pt x="20744" y="30591"/>
                  </a:cubicBezTo>
                  <a:lnTo>
                    <a:pt x="18815" y="29666"/>
                  </a:lnTo>
                  <a:cubicBezTo>
                    <a:pt x="18162" y="29351"/>
                    <a:pt x="17742" y="28680"/>
                    <a:pt x="17742" y="27958"/>
                  </a:cubicBezTo>
                  <a:lnTo>
                    <a:pt x="17742" y="26575"/>
                  </a:lnTo>
                  <a:cubicBezTo>
                    <a:pt x="18241" y="26216"/>
                    <a:pt x="18728" y="25809"/>
                    <a:pt x="19180" y="25354"/>
                  </a:cubicBezTo>
                  <a:cubicBezTo>
                    <a:pt x="19363" y="25170"/>
                    <a:pt x="19362" y="24874"/>
                    <a:pt x="19178" y="24692"/>
                  </a:cubicBezTo>
                  <a:cubicBezTo>
                    <a:pt x="19087" y="24601"/>
                    <a:pt x="18967" y="24555"/>
                    <a:pt x="18848" y="24555"/>
                  </a:cubicBezTo>
                  <a:cubicBezTo>
                    <a:pt x="18728" y="24555"/>
                    <a:pt x="18608" y="24601"/>
                    <a:pt x="18517" y="24694"/>
                  </a:cubicBezTo>
                  <a:cubicBezTo>
                    <a:pt x="16691" y="26523"/>
                    <a:pt x="14180" y="27579"/>
                    <a:pt x="12709" y="27579"/>
                  </a:cubicBezTo>
                  <a:cubicBezTo>
                    <a:pt x="9995" y="27579"/>
                    <a:pt x="5136" y="24465"/>
                    <a:pt x="4852" y="20631"/>
                  </a:cubicBezTo>
                  <a:cubicBezTo>
                    <a:pt x="4672" y="18186"/>
                    <a:pt x="4444" y="15095"/>
                    <a:pt x="4242" y="12360"/>
                  </a:cubicBezTo>
                  <a:cubicBezTo>
                    <a:pt x="3956" y="8489"/>
                    <a:pt x="6280" y="4976"/>
                    <a:pt x="9919" y="3715"/>
                  </a:cubicBezTo>
                  <a:lnTo>
                    <a:pt x="10663" y="4460"/>
                  </a:lnTo>
                  <a:cubicBezTo>
                    <a:pt x="10147" y="4603"/>
                    <a:pt x="9646" y="4801"/>
                    <a:pt x="9171" y="5055"/>
                  </a:cubicBezTo>
                  <a:cubicBezTo>
                    <a:pt x="8943" y="5177"/>
                    <a:pt x="8855" y="5460"/>
                    <a:pt x="8977" y="5688"/>
                  </a:cubicBezTo>
                  <a:cubicBezTo>
                    <a:pt x="9062" y="5846"/>
                    <a:pt x="9224" y="5937"/>
                    <a:pt x="9392" y="5937"/>
                  </a:cubicBezTo>
                  <a:cubicBezTo>
                    <a:pt x="9466" y="5937"/>
                    <a:pt x="9540" y="5919"/>
                    <a:pt x="9610" y="5882"/>
                  </a:cubicBezTo>
                  <a:cubicBezTo>
                    <a:pt x="9983" y="5682"/>
                    <a:pt x="10376" y="5521"/>
                    <a:pt x="10779" y="5401"/>
                  </a:cubicBezTo>
                  <a:lnTo>
                    <a:pt x="10779" y="5401"/>
                  </a:lnTo>
                  <a:lnTo>
                    <a:pt x="9449" y="6731"/>
                  </a:lnTo>
                  <a:cubicBezTo>
                    <a:pt x="9168" y="7014"/>
                    <a:pt x="9168" y="7470"/>
                    <a:pt x="9449" y="7753"/>
                  </a:cubicBezTo>
                  <a:lnTo>
                    <a:pt x="10626" y="8929"/>
                  </a:lnTo>
                  <a:cubicBezTo>
                    <a:pt x="10717" y="9021"/>
                    <a:pt x="10837" y="9066"/>
                    <a:pt x="10957" y="9066"/>
                  </a:cubicBezTo>
                  <a:cubicBezTo>
                    <a:pt x="11076" y="9066"/>
                    <a:pt x="11196" y="9021"/>
                    <a:pt x="11287" y="8929"/>
                  </a:cubicBezTo>
                  <a:cubicBezTo>
                    <a:pt x="11471" y="8746"/>
                    <a:pt x="11471" y="8450"/>
                    <a:pt x="11287" y="8266"/>
                  </a:cubicBezTo>
                  <a:lnTo>
                    <a:pt x="10263" y="7243"/>
                  </a:lnTo>
                  <a:lnTo>
                    <a:pt x="12006" y="5500"/>
                  </a:lnTo>
                  <a:cubicBezTo>
                    <a:pt x="12289" y="5217"/>
                    <a:pt x="12289" y="4761"/>
                    <a:pt x="12006" y="4478"/>
                  </a:cubicBezTo>
                  <a:lnTo>
                    <a:pt x="9376" y="1848"/>
                  </a:lnTo>
                  <a:lnTo>
                    <a:pt x="10119" y="1103"/>
                  </a:lnTo>
                  <a:lnTo>
                    <a:pt x="14007" y="4991"/>
                  </a:lnTo>
                  <a:lnTo>
                    <a:pt x="12263" y="6731"/>
                  </a:lnTo>
                  <a:cubicBezTo>
                    <a:pt x="11982" y="7014"/>
                    <a:pt x="11982" y="7470"/>
                    <a:pt x="12263" y="7753"/>
                  </a:cubicBezTo>
                  <a:lnTo>
                    <a:pt x="14568" y="10057"/>
                  </a:lnTo>
                  <a:cubicBezTo>
                    <a:pt x="14679" y="10168"/>
                    <a:pt x="14825" y="10224"/>
                    <a:pt x="14971" y="10224"/>
                  </a:cubicBezTo>
                  <a:cubicBezTo>
                    <a:pt x="15117" y="10224"/>
                    <a:pt x="15263" y="10168"/>
                    <a:pt x="15374" y="10057"/>
                  </a:cubicBezTo>
                  <a:lnTo>
                    <a:pt x="15752" y="9678"/>
                  </a:lnTo>
                  <a:lnTo>
                    <a:pt x="16053" y="11788"/>
                  </a:lnTo>
                  <a:lnTo>
                    <a:pt x="13642" y="11788"/>
                  </a:lnTo>
                  <a:lnTo>
                    <a:pt x="13824" y="11607"/>
                  </a:lnTo>
                  <a:cubicBezTo>
                    <a:pt x="14047" y="11385"/>
                    <a:pt x="14047" y="11022"/>
                    <a:pt x="13824" y="10802"/>
                  </a:cubicBezTo>
                  <a:lnTo>
                    <a:pt x="12852" y="9829"/>
                  </a:lnTo>
                  <a:cubicBezTo>
                    <a:pt x="12760" y="9737"/>
                    <a:pt x="12641" y="9691"/>
                    <a:pt x="12521" y="9691"/>
                  </a:cubicBezTo>
                  <a:cubicBezTo>
                    <a:pt x="12401" y="9691"/>
                    <a:pt x="12281" y="9737"/>
                    <a:pt x="12190" y="9829"/>
                  </a:cubicBezTo>
                  <a:cubicBezTo>
                    <a:pt x="12006" y="10013"/>
                    <a:pt x="12006" y="10308"/>
                    <a:pt x="12190" y="10491"/>
                  </a:cubicBezTo>
                  <a:lnTo>
                    <a:pt x="12902" y="11204"/>
                  </a:lnTo>
                  <a:lnTo>
                    <a:pt x="12318" y="11788"/>
                  </a:lnTo>
                  <a:lnTo>
                    <a:pt x="6588" y="11788"/>
                  </a:lnTo>
                  <a:cubicBezTo>
                    <a:pt x="6308" y="11788"/>
                    <a:pt x="6087" y="11551"/>
                    <a:pt x="6106" y="11273"/>
                  </a:cubicBezTo>
                  <a:cubicBezTo>
                    <a:pt x="6213" y="9666"/>
                    <a:pt x="6886" y="8216"/>
                    <a:pt x="8003" y="7086"/>
                  </a:cubicBezTo>
                  <a:cubicBezTo>
                    <a:pt x="8185" y="6900"/>
                    <a:pt x="8182" y="6605"/>
                    <a:pt x="7999" y="6423"/>
                  </a:cubicBezTo>
                  <a:cubicBezTo>
                    <a:pt x="7907" y="6333"/>
                    <a:pt x="7788" y="6288"/>
                    <a:pt x="7670" y="6288"/>
                  </a:cubicBezTo>
                  <a:cubicBezTo>
                    <a:pt x="7549" y="6288"/>
                    <a:pt x="7428" y="6335"/>
                    <a:pt x="7336" y="6428"/>
                  </a:cubicBezTo>
                  <a:cubicBezTo>
                    <a:pt x="6086" y="7695"/>
                    <a:pt x="5295" y="9343"/>
                    <a:pt x="5172" y="11212"/>
                  </a:cubicBezTo>
                  <a:cubicBezTo>
                    <a:pt x="5117" y="12030"/>
                    <a:pt x="5769" y="12726"/>
                    <a:pt x="6588" y="12726"/>
                  </a:cubicBezTo>
                  <a:lnTo>
                    <a:pt x="18828" y="12726"/>
                  </a:lnTo>
                  <a:cubicBezTo>
                    <a:pt x="19647" y="12726"/>
                    <a:pt x="20299" y="12032"/>
                    <a:pt x="20246" y="11212"/>
                  </a:cubicBezTo>
                  <a:cubicBezTo>
                    <a:pt x="20026" y="7931"/>
                    <a:pt x="17713" y="5316"/>
                    <a:pt x="14822" y="4480"/>
                  </a:cubicBezTo>
                  <a:cubicBezTo>
                    <a:pt x="14816" y="4474"/>
                    <a:pt x="14893" y="4551"/>
                    <a:pt x="13638" y="3296"/>
                  </a:cubicBezTo>
                  <a:lnTo>
                    <a:pt x="13638" y="3296"/>
                  </a:lnTo>
                  <a:cubicBezTo>
                    <a:pt x="18040" y="3768"/>
                    <a:pt x="21519" y="7671"/>
                    <a:pt x="21174" y="12360"/>
                  </a:cubicBezTo>
                  <a:cubicBezTo>
                    <a:pt x="20943" y="15500"/>
                    <a:pt x="20788" y="17601"/>
                    <a:pt x="20564" y="20631"/>
                  </a:cubicBezTo>
                  <a:cubicBezTo>
                    <a:pt x="20504" y="21449"/>
                    <a:pt x="20246" y="22260"/>
                    <a:pt x="19795" y="23042"/>
                  </a:cubicBezTo>
                  <a:cubicBezTo>
                    <a:pt x="19614" y="23358"/>
                    <a:pt x="19845" y="23742"/>
                    <a:pt x="20201" y="23742"/>
                  </a:cubicBezTo>
                  <a:cubicBezTo>
                    <a:pt x="20362" y="23742"/>
                    <a:pt x="20520" y="23659"/>
                    <a:pt x="20607" y="23508"/>
                  </a:cubicBezTo>
                  <a:cubicBezTo>
                    <a:pt x="21128" y="22601"/>
                    <a:pt x="21430" y="21659"/>
                    <a:pt x="21500" y="20699"/>
                  </a:cubicBezTo>
                  <a:lnTo>
                    <a:pt x="21543" y="20123"/>
                  </a:lnTo>
                  <a:cubicBezTo>
                    <a:pt x="23692" y="20040"/>
                    <a:pt x="25417" y="18265"/>
                    <a:pt x="25417" y="16094"/>
                  </a:cubicBezTo>
                  <a:lnTo>
                    <a:pt x="25417" y="15885"/>
                  </a:lnTo>
                  <a:cubicBezTo>
                    <a:pt x="25414" y="14572"/>
                    <a:pt x="24344" y="13501"/>
                    <a:pt x="23029" y="13501"/>
                  </a:cubicBezTo>
                  <a:lnTo>
                    <a:pt x="22028" y="13501"/>
                  </a:lnTo>
                  <a:lnTo>
                    <a:pt x="22107" y="12428"/>
                  </a:lnTo>
                  <a:cubicBezTo>
                    <a:pt x="22303" y="9786"/>
                    <a:pt x="21417" y="7261"/>
                    <a:pt x="19613" y="5321"/>
                  </a:cubicBezTo>
                  <a:cubicBezTo>
                    <a:pt x="17805" y="3376"/>
                    <a:pt x="15351" y="2310"/>
                    <a:pt x="12709" y="2310"/>
                  </a:cubicBezTo>
                  <a:cubicBezTo>
                    <a:pt x="12689" y="2310"/>
                    <a:pt x="12670" y="2310"/>
                    <a:pt x="12651" y="2310"/>
                  </a:cubicBezTo>
                  <a:lnTo>
                    <a:pt x="10497" y="156"/>
                  </a:lnTo>
                  <a:cubicBezTo>
                    <a:pt x="10393" y="52"/>
                    <a:pt x="10256" y="0"/>
                    <a:pt x="10119" y="0"/>
                  </a:cubicBezTo>
                  <a:close/>
                </a:path>
              </a:pathLst>
            </a:custGeom>
            <a:solidFill>
              <a:srgbClr val="2222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1"/>
            <p:cNvSpPr/>
            <p:nvPr/>
          </p:nvSpPr>
          <p:spPr>
            <a:xfrm>
              <a:off x="8181636" y="4371613"/>
              <a:ext cx="62306" cy="12507"/>
            </a:xfrm>
            <a:custGeom>
              <a:rect b="b" l="l" r="r" t="t"/>
              <a:pathLst>
                <a:path extrusionOk="0" h="937" w="4668">
                  <a:moveTo>
                    <a:pt x="468" y="1"/>
                  </a:moveTo>
                  <a:cubicBezTo>
                    <a:pt x="210" y="1"/>
                    <a:pt x="0" y="210"/>
                    <a:pt x="0" y="468"/>
                  </a:cubicBezTo>
                  <a:cubicBezTo>
                    <a:pt x="0" y="727"/>
                    <a:pt x="210" y="936"/>
                    <a:pt x="468" y="936"/>
                  </a:cubicBezTo>
                  <a:lnTo>
                    <a:pt x="4199" y="936"/>
                  </a:lnTo>
                  <a:cubicBezTo>
                    <a:pt x="4457" y="936"/>
                    <a:pt x="4668" y="727"/>
                    <a:pt x="4668" y="468"/>
                  </a:cubicBezTo>
                  <a:cubicBezTo>
                    <a:pt x="4668" y="210"/>
                    <a:pt x="4457" y="1"/>
                    <a:pt x="4199" y="1"/>
                  </a:cubicBezTo>
                  <a:close/>
                </a:path>
              </a:pathLst>
            </a:custGeom>
            <a:solidFill>
              <a:srgbClr val="2222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1"/>
            <p:cNvSpPr/>
            <p:nvPr/>
          </p:nvSpPr>
          <p:spPr>
            <a:xfrm>
              <a:off x="8248090" y="4371613"/>
              <a:ext cx="78937" cy="78577"/>
            </a:xfrm>
            <a:custGeom>
              <a:rect b="b" l="l" r="r" t="t"/>
              <a:pathLst>
                <a:path extrusionOk="0" h="5887" w="5914">
                  <a:moveTo>
                    <a:pt x="2962" y="1"/>
                  </a:moveTo>
                  <a:cubicBezTo>
                    <a:pt x="2016" y="1"/>
                    <a:pt x="1247" y="770"/>
                    <a:pt x="1247" y="1715"/>
                  </a:cubicBezTo>
                  <a:lnTo>
                    <a:pt x="1247" y="4172"/>
                  </a:lnTo>
                  <a:cubicBezTo>
                    <a:pt x="1247" y="4601"/>
                    <a:pt x="897" y="4951"/>
                    <a:pt x="468" y="4951"/>
                  </a:cubicBezTo>
                  <a:cubicBezTo>
                    <a:pt x="210" y="4951"/>
                    <a:pt x="0" y="5161"/>
                    <a:pt x="0" y="5419"/>
                  </a:cubicBezTo>
                  <a:cubicBezTo>
                    <a:pt x="0" y="5677"/>
                    <a:pt x="210" y="5887"/>
                    <a:pt x="468" y="5887"/>
                  </a:cubicBezTo>
                  <a:cubicBezTo>
                    <a:pt x="1414" y="5887"/>
                    <a:pt x="2183" y="5118"/>
                    <a:pt x="2183" y="4172"/>
                  </a:cubicBezTo>
                  <a:lnTo>
                    <a:pt x="2183" y="1715"/>
                  </a:lnTo>
                  <a:cubicBezTo>
                    <a:pt x="2183" y="1286"/>
                    <a:pt x="2533" y="936"/>
                    <a:pt x="2962" y="936"/>
                  </a:cubicBezTo>
                  <a:lnTo>
                    <a:pt x="5446" y="936"/>
                  </a:lnTo>
                  <a:cubicBezTo>
                    <a:pt x="5704" y="936"/>
                    <a:pt x="5914" y="727"/>
                    <a:pt x="5914" y="468"/>
                  </a:cubicBezTo>
                  <a:cubicBezTo>
                    <a:pt x="5914" y="210"/>
                    <a:pt x="5704" y="1"/>
                    <a:pt x="5446" y="1"/>
                  </a:cubicBezTo>
                  <a:close/>
                </a:path>
              </a:pathLst>
            </a:custGeom>
            <a:solidFill>
              <a:srgbClr val="2222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1"/>
            <p:cNvSpPr/>
            <p:nvPr/>
          </p:nvSpPr>
          <p:spPr>
            <a:xfrm>
              <a:off x="8206435" y="4480284"/>
              <a:ext cx="95808" cy="23505"/>
            </a:xfrm>
            <a:custGeom>
              <a:rect b="b" l="l" r="r" t="t"/>
              <a:pathLst>
                <a:path extrusionOk="0" h="1761" w="7178">
                  <a:moveTo>
                    <a:pt x="3590" y="1"/>
                  </a:moveTo>
                  <a:cubicBezTo>
                    <a:pt x="2604" y="1"/>
                    <a:pt x="1617" y="226"/>
                    <a:pt x="718" y="678"/>
                  </a:cubicBezTo>
                  <a:lnTo>
                    <a:pt x="325" y="876"/>
                  </a:lnTo>
                  <a:cubicBezTo>
                    <a:pt x="94" y="992"/>
                    <a:pt x="0" y="1273"/>
                    <a:pt x="116" y="1503"/>
                  </a:cubicBezTo>
                  <a:cubicBezTo>
                    <a:pt x="198" y="1666"/>
                    <a:pt x="364" y="1760"/>
                    <a:pt x="536" y="1760"/>
                  </a:cubicBezTo>
                  <a:cubicBezTo>
                    <a:pt x="606" y="1760"/>
                    <a:pt x="678" y="1744"/>
                    <a:pt x="745" y="1711"/>
                  </a:cubicBezTo>
                  <a:lnTo>
                    <a:pt x="1138" y="1514"/>
                  </a:lnTo>
                  <a:cubicBezTo>
                    <a:pt x="1906" y="1129"/>
                    <a:pt x="2748" y="936"/>
                    <a:pt x="3590" y="936"/>
                  </a:cubicBezTo>
                  <a:cubicBezTo>
                    <a:pt x="4432" y="936"/>
                    <a:pt x="5274" y="1129"/>
                    <a:pt x="6041" y="1514"/>
                  </a:cubicBezTo>
                  <a:lnTo>
                    <a:pt x="6434" y="1711"/>
                  </a:lnTo>
                  <a:cubicBezTo>
                    <a:pt x="6501" y="1744"/>
                    <a:pt x="6573" y="1760"/>
                    <a:pt x="6643" y="1760"/>
                  </a:cubicBezTo>
                  <a:cubicBezTo>
                    <a:pt x="6815" y="1760"/>
                    <a:pt x="6980" y="1666"/>
                    <a:pt x="7062" y="1503"/>
                  </a:cubicBezTo>
                  <a:cubicBezTo>
                    <a:pt x="7178" y="1272"/>
                    <a:pt x="7085" y="991"/>
                    <a:pt x="6853" y="876"/>
                  </a:cubicBezTo>
                  <a:lnTo>
                    <a:pt x="6460" y="678"/>
                  </a:lnTo>
                  <a:cubicBezTo>
                    <a:pt x="5562" y="226"/>
                    <a:pt x="4576" y="1"/>
                    <a:pt x="3590" y="1"/>
                  </a:cubicBezTo>
                  <a:close/>
                </a:path>
              </a:pathLst>
            </a:custGeom>
            <a:solidFill>
              <a:srgbClr val="2222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17" name="Shape 3417"/>
        <p:cNvGrpSpPr/>
        <p:nvPr/>
      </p:nvGrpSpPr>
      <p:grpSpPr>
        <a:xfrm>
          <a:off x="0" y="0"/>
          <a:ext cx="0" cy="0"/>
          <a:chOff x="0" y="0"/>
          <a:chExt cx="0" cy="0"/>
        </a:xfrm>
      </p:grpSpPr>
      <p:sp>
        <p:nvSpPr>
          <p:cNvPr id="3418" name="Google Shape;3418;p52"/>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accent4"/>
                </a:solidFill>
              </a:rPr>
              <a:t>Steps</a:t>
            </a:r>
            <a:r>
              <a:rPr lang="en"/>
              <a:t> to understand it</a:t>
            </a:r>
            <a:endParaRPr/>
          </a:p>
        </p:txBody>
      </p:sp>
      <p:sp>
        <p:nvSpPr>
          <p:cNvPr id="3419" name="Google Shape;3419;p52"/>
          <p:cNvSpPr txBox="1"/>
          <p:nvPr>
            <p:ph idx="1" type="subTitle"/>
          </p:nvPr>
        </p:nvSpPr>
        <p:spPr>
          <a:xfrm>
            <a:off x="7084550" y="4208775"/>
            <a:ext cx="913800" cy="394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hlink"/>
                </a:solidFill>
              </a:rPr>
              <a:t>Progress:</a:t>
            </a:r>
            <a:endParaRPr/>
          </a:p>
        </p:txBody>
      </p:sp>
      <p:sp>
        <p:nvSpPr>
          <p:cNvPr id="3420" name="Google Shape;3420;p52"/>
          <p:cNvSpPr txBox="1"/>
          <p:nvPr/>
        </p:nvSpPr>
        <p:spPr>
          <a:xfrm>
            <a:off x="719995" y="1500425"/>
            <a:ext cx="17817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latin typeface="Bahiana"/>
                <a:ea typeface="Bahiana"/>
                <a:cs typeface="Bahiana"/>
                <a:sym typeface="Bahiana"/>
              </a:rPr>
              <a:t>Step #01</a:t>
            </a:r>
            <a:endParaRPr sz="2400">
              <a:latin typeface="Bahiana"/>
              <a:ea typeface="Bahiana"/>
              <a:cs typeface="Bahiana"/>
              <a:sym typeface="Bahiana"/>
            </a:endParaRPr>
          </a:p>
        </p:txBody>
      </p:sp>
      <p:sp>
        <p:nvSpPr>
          <p:cNvPr id="3421" name="Google Shape;3421;p52"/>
          <p:cNvSpPr txBox="1"/>
          <p:nvPr/>
        </p:nvSpPr>
        <p:spPr>
          <a:xfrm>
            <a:off x="720000" y="1915000"/>
            <a:ext cx="1781700" cy="656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Didact Gothic"/>
                <a:ea typeface="Didact Gothic"/>
                <a:cs typeface="Didact Gothic"/>
                <a:sym typeface="Didact Gothic"/>
              </a:rPr>
              <a:t>Ceres is located in the asteroid belt</a:t>
            </a:r>
            <a:endParaRPr>
              <a:latin typeface="Didact Gothic"/>
              <a:ea typeface="Didact Gothic"/>
              <a:cs typeface="Didact Gothic"/>
              <a:sym typeface="Didact Gothic"/>
            </a:endParaRPr>
          </a:p>
          <a:p>
            <a:pPr indent="0" lvl="0" marL="0" rtl="0" algn="ctr">
              <a:spcBef>
                <a:spcPts val="1600"/>
              </a:spcBef>
              <a:spcAft>
                <a:spcPts val="1600"/>
              </a:spcAft>
              <a:buNone/>
            </a:pPr>
            <a:r>
              <a:t/>
            </a:r>
            <a:endParaRPr>
              <a:latin typeface="Didact Gothic"/>
              <a:ea typeface="Didact Gothic"/>
              <a:cs typeface="Didact Gothic"/>
              <a:sym typeface="Didact Gothic"/>
            </a:endParaRPr>
          </a:p>
        </p:txBody>
      </p:sp>
      <p:sp>
        <p:nvSpPr>
          <p:cNvPr id="3422" name="Google Shape;3422;p52"/>
          <p:cNvSpPr txBox="1"/>
          <p:nvPr/>
        </p:nvSpPr>
        <p:spPr>
          <a:xfrm>
            <a:off x="2694095" y="3007000"/>
            <a:ext cx="17817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hlink"/>
                </a:solidFill>
                <a:latin typeface="Bahiana"/>
                <a:ea typeface="Bahiana"/>
                <a:cs typeface="Bahiana"/>
                <a:sym typeface="Bahiana"/>
              </a:rPr>
              <a:t>Step #02</a:t>
            </a:r>
            <a:endParaRPr sz="2400">
              <a:latin typeface="Bahiana"/>
              <a:ea typeface="Bahiana"/>
              <a:cs typeface="Bahiana"/>
              <a:sym typeface="Bahiana"/>
            </a:endParaRPr>
          </a:p>
        </p:txBody>
      </p:sp>
      <p:sp>
        <p:nvSpPr>
          <p:cNvPr id="3423" name="Google Shape;3423;p52"/>
          <p:cNvSpPr txBox="1"/>
          <p:nvPr/>
        </p:nvSpPr>
        <p:spPr>
          <a:xfrm>
            <a:off x="2694100" y="3421575"/>
            <a:ext cx="1781700" cy="656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Didact Gothic"/>
                <a:ea typeface="Didact Gothic"/>
                <a:cs typeface="Didact Gothic"/>
                <a:sym typeface="Didact Gothic"/>
              </a:rPr>
              <a:t>Pluto is considered a dwarf planet</a:t>
            </a:r>
            <a:endParaRPr>
              <a:latin typeface="Didact Gothic"/>
              <a:ea typeface="Didact Gothic"/>
              <a:cs typeface="Didact Gothic"/>
              <a:sym typeface="Didact Gothic"/>
            </a:endParaRPr>
          </a:p>
          <a:p>
            <a:pPr indent="0" lvl="0" marL="0" rtl="0" algn="ctr">
              <a:spcBef>
                <a:spcPts val="1600"/>
              </a:spcBef>
              <a:spcAft>
                <a:spcPts val="1600"/>
              </a:spcAft>
              <a:buNone/>
            </a:pPr>
            <a:r>
              <a:t/>
            </a:r>
            <a:endParaRPr>
              <a:latin typeface="Didact Gothic"/>
              <a:ea typeface="Didact Gothic"/>
              <a:cs typeface="Didact Gothic"/>
              <a:sym typeface="Didact Gothic"/>
            </a:endParaRPr>
          </a:p>
        </p:txBody>
      </p:sp>
      <p:sp>
        <p:nvSpPr>
          <p:cNvPr id="3424" name="Google Shape;3424;p52"/>
          <p:cNvSpPr txBox="1"/>
          <p:nvPr/>
        </p:nvSpPr>
        <p:spPr>
          <a:xfrm>
            <a:off x="4668195" y="1500425"/>
            <a:ext cx="17817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hlink"/>
                </a:solidFill>
                <a:latin typeface="Bahiana"/>
                <a:ea typeface="Bahiana"/>
                <a:cs typeface="Bahiana"/>
                <a:sym typeface="Bahiana"/>
              </a:rPr>
              <a:t>Step #03</a:t>
            </a:r>
            <a:endParaRPr sz="2400">
              <a:latin typeface="Bahiana"/>
              <a:ea typeface="Bahiana"/>
              <a:cs typeface="Bahiana"/>
              <a:sym typeface="Bahiana"/>
            </a:endParaRPr>
          </a:p>
        </p:txBody>
      </p:sp>
      <p:sp>
        <p:nvSpPr>
          <p:cNvPr id="3425" name="Google Shape;3425;p52"/>
          <p:cNvSpPr txBox="1"/>
          <p:nvPr/>
        </p:nvSpPr>
        <p:spPr>
          <a:xfrm>
            <a:off x="4668200" y="1915000"/>
            <a:ext cx="1781700" cy="656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latin typeface="Didact Gothic"/>
                <a:ea typeface="Didact Gothic"/>
                <a:cs typeface="Didact Gothic"/>
                <a:sym typeface="Didact Gothic"/>
              </a:rPr>
              <a:t>Earth is the planet where we live on</a:t>
            </a:r>
            <a:endParaRPr>
              <a:latin typeface="Didact Gothic"/>
              <a:ea typeface="Didact Gothic"/>
              <a:cs typeface="Didact Gothic"/>
              <a:sym typeface="Didact Gothic"/>
            </a:endParaRPr>
          </a:p>
        </p:txBody>
      </p:sp>
      <p:sp>
        <p:nvSpPr>
          <p:cNvPr id="3426" name="Google Shape;3426;p52"/>
          <p:cNvSpPr txBox="1"/>
          <p:nvPr/>
        </p:nvSpPr>
        <p:spPr>
          <a:xfrm>
            <a:off x="6642295" y="3007000"/>
            <a:ext cx="17817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hlink"/>
                </a:solidFill>
                <a:latin typeface="Bahiana"/>
                <a:ea typeface="Bahiana"/>
                <a:cs typeface="Bahiana"/>
                <a:sym typeface="Bahiana"/>
              </a:rPr>
              <a:t>Step #04</a:t>
            </a:r>
            <a:endParaRPr sz="2400">
              <a:latin typeface="Bahiana"/>
              <a:ea typeface="Bahiana"/>
              <a:cs typeface="Bahiana"/>
              <a:sym typeface="Bahiana"/>
            </a:endParaRPr>
          </a:p>
        </p:txBody>
      </p:sp>
      <p:sp>
        <p:nvSpPr>
          <p:cNvPr id="3427" name="Google Shape;3427;p52"/>
          <p:cNvSpPr txBox="1"/>
          <p:nvPr/>
        </p:nvSpPr>
        <p:spPr>
          <a:xfrm>
            <a:off x="6642300" y="3421575"/>
            <a:ext cx="1781700" cy="656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latin typeface="Didact Gothic"/>
                <a:ea typeface="Didact Gothic"/>
                <a:cs typeface="Didact Gothic"/>
                <a:sym typeface="Didact Gothic"/>
              </a:rPr>
              <a:t>Saturn is a gas giant and has rings</a:t>
            </a:r>
            <a:endParaRPr>
              <a:latin typeface="Didact Gothic"/>
              <a:ea typeface="Didact Gothic"/>
              <a:cs typeface="Didact Gothic"/>
              <a:sym typeface="Didact Gothic"/>
            </a:endParaRPr>
          </a:p>
        </p:txBody>
      </p:sp>
      <p:sp>
        <p:nvSpPr>
          <p:cNvPr id="3428" name="Google Shape;3428;p52"/>
          <p:cNvSpPr/>
          <p:nvPr/>
        </p:nvSpPr>
        <p:spPr>
          <a:xfrm>
            <a:off x="1067838" y="2837056"/>
            <a:ext cx="1086000" cy="10860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76200">
              <a:srgbClr val="A8E1F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2"/>
          <p:cNvSpPr/>
          <p:nvPr/>
        </p:nvSpPr>
        <p:spPr>
          <a:xfrm>
            <a:off x="6990138" y="1580756"/>
            <a:ext cx="1086000" cy="10860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76200">
              <a:srgbClr val="A8E1F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2"/>
          <p:cNvSpPr/>
          <p:nvPr/>
        </p:nvSpPr>
        <p:spPr>
          <a:xfrm>
            <a:off x="5016038" y="2837056"/>
            <a:ext cx="1086000" cy="10860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76200">
              <a:srgbClr val="A8E1F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2"/>
          <p:cNvSpPr/>
          <p:nvPr/>
        </p:nvSpPr>
        <p:spPr>
          <a:xfrm>
            <a:off x="3041938" y="1580756"/>
            <a:ext cx="1086000" cy="10860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76200">
              <a:srgbClr val="A8E1F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432" name="Google Shape;3432;p52"/>
          <p:cNvCxnSpPr>
            <a:stCxn id="3421" idx="2"/>
            <a:endCxn id="3428" idx="0"/>
          </p:cNvCxnSpPr>
          <p:nvPr/>
        </p:nvCxnSpPr>
        <p:spPr>
          <a:xfrm>
            <a:off x="1610850" y="2571700"/>
            <a:ext cx="0" cy="265500"/>
          </a:xfrm>
          <a:prstGeom prst="straightConnector1">
            <a:avLst/>
          </a:prstGeom>
          <a:noFill/>
          <a:ln cap="flat" cmpd="sng" w="9525">
            <a:solidFill>
              <a:srgbClr val="000000"/>
            </a:solidFill>
            <a:prstDash val="solid"/>
            <a:round/>
            <a:headEnd len="med" w="med" type="none"/>
            <a:tailEnd len="med" w="med" type="none"/>
          </a:ln>
        </p:spPr>
      </p:cxnSp>
      <p:cxnSp>
        <p:nvCxnSpPr>
          <p:cNvPr id="3433" name="Google Shape;3433;p52"/>
          <p:cNvCxnSpPr>
            <a:stCxn id="3422" idx="0"/>
            <a:endCxn id="3431" idx="4"/>
          </p:cNvCxnSpPr>
          <p:nvPr/>
        </p:nvCxnSpPr>
        <p:spPr>
          <a:xfrm rot="10800000">
            <a:off x="3584945" y="2666800"/>
            <a:ext cx="0" cy="340200"/>
          </a:xfrm>
          <a:prstGeom prst="straightConnector1">
            <a:avLst/>
          </a:prstGeom>
          <a:noFill/>
          <a:ln cap="flat" cmpd="sng" w="9525">
            <a:solidFill>
              <a:srgbClr val="000000"/>
            </a:solidFill>
            <a:prstDash val="solid"/>
            <a:round/>
            <a:headEnd len="med" w="med" type="none"/>
            <a:tailEnd len="med" w="med" type="none"/>
          </a:ln>
        </p:spPr>
      </p:cxnSp>
      <p:cxnSp>
        <p:nvCxnSpPr>
          <p:cNvPr id="3434" name="Google Shape;3434;p52"/>
          <p:cNvCxnSpPr>
            <a:stCxn id="3425" idx="2"/>
            <a:endCxn id="3430" idx="0"/>
          </p:cNvCxnSpPr>
          <p:nvPr/>
        </p:nvCxnSpPr>
        <p:spPr>
          <a:xfrm>
            <a:off x="5559050" y="2571700"/>
            <a:ext cx="0" cy="265500"/>
          </a:xfrm>
          <a:prstGeom prst="straightConnector1">
            <a:avLst/>
          </a:prstGeom>
          <a:noFill/>
          <a:ln cap="flat" cmpd="sng" w="9525">
            <a:solidFill>
              <a:srgbClr val="000000"/>
            </a:solidFill>
            <a:prstDash val="solid"/>
            <a:round/>
            <a:headEnd len="med" w="med" type="none"/>
            <a:tailEnd len="med" w="med" type="none"/>
          </a:ln>
        </p:spPr>
      </p:cxnSp>
      <p:cxnSp>
        <p:nvCxnSpPr>
          <p:cNvPr id="3435" name="Google Shape;3435;p52"/>
          <p:cNvCxnSpPr>
            <a:stCxn id="3426" idx="0"/>
            <a:endCxn id="3429" idx="4"/>
          </p:cNvCxnSpPr>
          <p:nvPr/>
        </p:nvCxnSpPr>
        <p:spPr>
          <a:xfrm rot="10800000">
            <a:off x="7533145" y="2666800"/>
            <a:ext cx="0" cy="340200"/>
          </a:xfrm>
          <a:prstGeom prst="straightConnector1">
            <a:avLst/>
          </a:prstGeom>
          <a:noFill/>
          <a:ln cap="flat" cmpd="sng" w="9525">
            <a:solidFill>
              <a:srgbClr val="000000"/>
            </a:solidFill>
            <a:prstDash val="solid"/>
            <a:round/>
            <a:headEnd len="med" w="med" type="none"/>
            <a:tailEnd len="med" w="med" type="none"/>
          </a:ln>
        </p:spPr>
      </p:cxnSp>
      <p:grpSp>
        <p:nvGrpSpPr>
          <p:cNvPr id="3436" name="Google Shape;3436;p52"/>
          <p:cNvGrpSpPr/>
          <p:nvPr/>
        </p:nvGrpSpPr>
        <p:grpSpPr>
          <a:xfrm>
            <a:off x="8088725" y="4178130"/>
            <a:ext cx="331262" cy="416530"/>
            <a:chOff x="8088725" y="4178130"/>
            <a:chExt cx="331262" cy="416530"/>
          </a:xfrm>
        </p:grpSpPr>
        <p:sp>
          <p:nvSpPr>
            <p:cNvPr id="3437" name="Google Shape;3437;p52"/>
            <p:cNvSpPr/>
            <p:nvPr/>
          </p:nvSpPr>
          <p:spPr>
            <a:xfrm>
              <a:off x="8363713" y="4360126"/>
              <a:ext cx="50087" cy="74154"/>
            </a:xfrm>
            <a:custGeom>
              <a:rect b="b" l="l" r="r" t="t"/>
              <a:pathLst>
                <a:path extrusionOk="0" h="5691" w="3844">
                  <a:moveTo>
                    <a:pt x="421" y="1"/>
                  </a:moveTo>
                  <a:lnTo>
                    <a:pt x="1" y="5690"/>
                  </a:lnTo>
                  <a:lnTo>
                    <a:pt x="279" y="5690"/>
                  </a:lnTo>
                  <a:cubicBezTo>
                    <a:pt x="2246" y="5690"/>
                    <a:pt x="3842" y="4094"/>
                    <a:pt x="3844" y="2127"/>
                  </a:cubicBezTo>
                  <a:lnTo>
                    <a:pt x="3844" y="1918"/>
                  </a:lnTo>
                  <a:cubicBezTo>
                    <a:pt x="3844" y="857"/>
                    <a:pt x="2984" y="1"/>
                    <a:pt x="1925" y="1"/>
                  </a:cubicBez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2"/>
            <p:cNvSpPr/>
            <p:nvPr/>
          </p:nvSpPr>
          <p:spPr>
            <a:xfrm>
              <a:off x="8094823" y="4360126"/>
              <a:ext cx="50061" cy="74154"/>
            </a:xfrm>
            <a:custGeom>
              <a:rect b="b" l="l" r="r" t="t"/>
              <a:pathLst>
                <a:path extrusionOk="0" h="5691" w="3842">
                  <a:moveTo>
                    <a:pt x="1918" y="1"/>
                  </a:moveTo>
                  <a:cubicBezTo>
                    <a:pt x="860" y="1"/>
                    <a:pt x="1" y="857"/>
                    <a:pt x="1" y="1918"/>
                  </a:cubicBezTo>
                  <a:lnTo>
                    <a:pt x="1" y="2127"/>
                  </a:lnTo>
                  <a:cubicBezTo>
                    <a:pt x="1" y="4094"/>
                    <a:pt x="1596" y="5690"/>
                    <a:pt x="3565" y="5690"/>
                  </a:cubicBezTo>
                  <a:lnTo>
                    <a:pt x="3842" y="5690"/>
                  </a:lnTo>
                  <a:lnTo>
                    <a:pt x="3423" y="1"/>
                  </a:ln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2"/>
            <p:cNvSpPr/>
            <p:nvPr/>
          </p:nvSpPr>
          <p:spPr>
            <a:xfrm>
              <a:off x="8149065" y="4521146"/>
              <a:ext cx="210461" cy="67417"/>
            </a:xfrm>
            <a:custGeom>
              <a:rect b="b" l="l" r="r" t="t"/>
              <a:pathLst>
                <a:path extrusionOk="0" h="5174" w="16152">
                  <a:moveTo>
                    <a:pt x="3516" y="0"/>
                  </a:moveTo>
                  <a:lnTo>
                    <a:pt x="3516" y="1630"/>
                  </a:lnTo>
                  <a:cubicBezTo>
                    <a:pt x="3516" y="2540"/>
                    <a:pt x="2994" y="3369"/>
                    <a:pt x="2174" y="3761"/>
                  </a:cubicBezTo>
                  <a:lnTo>
                    <a:pt x="246" y="4687"/>
                  </a:lnTo>
                  <a:cubicBezTo>
                    <a:pt x="0" y="4806"/>
                    <a:pt x="85" y="5173"/>
                    <a:pt x="358" y="5173"/>
                  </a:cubicBezTo>
                  <a:lnTo>
                    <a:pt x="15797" y="5173"/>
                  </a:lnTo>
                  <a:cubicBezTo>
                    <a:pt x="16070" y="5173"/>
                    <a:pt x="16152" y="4806"/>
                    <a:pt x="15908" y="4687"/>
                  </a:cubicBezTo>
                  <a:lnTo>
                    <a:pt x="13979" y="3761"/>
                  </a:lnTo>
                  <a:cubicBezTo>
                    <a:pt x="13160" y="3367"/>
                    <a:pt x="12639" y="2539"/>
                    <a:pt x="12639" y="1630"/>
                  </a:cubicBezTo>
                  <a:lnTo>
                    <a:pt x="12639" y="0"/>
                  </a:lnTo>
                  <a:cubicBezTo>
                    <a:pt x="11039" y="1095"/>
                    <a:pt x="9274" y="1721"/>
                    <a:pt x="8078" y="1721"/>
                  </a:cubicBezTo>
                  <a:cubicBezTo>
                    <a:pt x="6881" y="1721"/>
                    <a:pt x="5114" y="1095"/>
                    <a:pt x="3516" y="0"/>
                  </a:cubicBez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2"/>
            <p:cNvSpPr/>
            <p:nvPr/>
          </p:nvSpPr>
          <p:spPr>
            <a:xfrm>
              <a:off x="8132908" y="4214313"/>
              <a:ext cx="242775" cy="329255"/>
            </a:xfrm>
            <a:custGeom>
              <a:rect b="b" l="l" r="r" t="t"/>
              <a:pathLst>
                <a:path extrusionOk="0" h="25269" w="18632">
                  <a:moveTo>
                    <a:pt x="9318" y="1"/>
                  </a:moveTo>
                  <a:cubicBezTo>
                    <a:pt x="4110" y="1"/>
                    <a:pt x="0" y="4423"/>
                    <a:pt x="385" y="9616"/>
                  </a:cubicBezTo>
                  <a:lnTo>
                    <a:pt x="995" y="17887"/>
                  </a:lnTo>
                  <a:cubicBezTo>
                    <a:pt x="1316" y="22248"/>
                    <a:pt x="6692" y="25268"/>
                    <a:pt x="9319" y="25268"/>
                  </a:cubicBezTo>
                  <a:cubicBezTo>
                    <a:pt x="11946" y="25268"/>
                    <a:pt x="17323" y="22245"/>
                    <a:pt x="17643" y="17887"/>
                  </a:cubicBezTo>
                  <a:lnTo>
                    <a:pt x="18250" y="9616"/>
                  </a:lnTo>
                  <a:cubicBezTo>
                    <a:pt x="18632" y="4423"/>
                    <a:pt x="14522" y="1"/>
                    <a:pt x="9318" y="1"/>
                  </a:cubicBez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2"/>
            <p:cNvSpPr/>
            <p:nvPr/>
          </p:nvSpPr>
          <p:spPr>
            <a:xfrm>
              <a:off x="8196714" y="4219733"/>
              <a:ext cx="178094" cy="323835"/>
            </a:xfrm>
            <a:custGeom>
              <a:rect b="b" l="l" r="r" t="t"/>
              <a:pathLst>
                <a:path extrusionOk="0" h="24853" w="13668">
                  <a:moveTo>
                    <a:pt x="7124" y="1"/>
                  </a:moveTo>
                  <a:lnTo>
                    <a:pt x="7124" y="1"/>
                  </a:lnTo>
                  <a:cubicBezTo>
                    <a:pt x="9573" y="1751"/>
                    <a:pt x="11094" y="4702"/>
                    <a:pt x="10856" y="7952"/>
                  </a:cubicBezTo>
                  <a:lnTo>
                    <a:pt x="10246" y="16223"/>
                  </a:lnTo>
                  <a:cubicBezTo>
                    <a:pt x="9925" y="20583"/>
                    <a:pt x="4550" y="23604"/>
                    <a:pt x="1922" y="23604"/>
                  </a:cubicBezTo>
                  <a:cubicBezTo>
                    <a:pt x="1377" y="23604"/>
                    <a:pt x="713" y="23472"/>
                    <a:pt x="1" y="23228"/>
                  </a:cubicBezTo>
                  <a:lnTo>
                    <a:pt x="1" y="23228"/>
                  </a:lnTo>
                  <a:cubicBezTo>
                    <a:pt x="1561" y="24264"/>
                    <a:pt x="3258" y="24852"/>
                    <a:pt x="4421" y="24852"/>
                  </a:cubicBezTo>
                  <a:cubicBezTo>
                    <a:pt x="7048" y="24852"/>
                    <a:pt x="12423" y="21829"/>
                    <a:pt x="12745" y="17471"/>
                  </a:cubicBezTo>
                  <a:lnTo>
                    <a:pt x="13354" y="9200"/>
                  </a:lnTo>
                  <a:cubicBezTo>
                    <a:pt x="13667" y="4951"/>
                    <a:pt x="10970" y="1215"/>
                    <a:pt x="7124"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2"/>
            <p:cNvSpPr/>
            <p:nvPr/>
          </p:nvSpPr>
          <p:spPr>
            <a:xfrm>
              <a:off x="8289380" y="4184228"/>
              <a:ext cx="86220" cy="86233"/>
            </a:xfrm>
            <a:custGeom>
              <a:rect b="b" l="l" r="r" t="t"/>
              <a:pathLst>
                <a:path extrusionOk="0" h="6618" w="6617">
                  <a:moveTo>
                    <a:pt x="2578" y="1"/>
                  </a:moveTo>
                  <a:cubicBezTo>
                    <a:pt x="2540" y="1"/>
                    <a:pt x="2512" y="31"/>
                    <a:pt x="2512" y="67"/>
                  </a:cubicBezTo>
                  <a:lnTo>
                    <a:pt x="2512" y="2446"/>
                  </a:lnTo>
                  <a:cubicBezTo>
                    <a:pt x="2512" y="2482"/>
                    <a:pt x="2481" y="2512"/>
                    <a:pt x="2446" y="2512"/>
                  </a:cubicBezTo>
                  <a:lnTo>
                    <a:pt x="66" y="2512"/>
                  </a:lnTo>
                  <a:cubicBezTo>
                    <a:pt x="29" y="2512"/>
                    <a:pt x="0" y="2542"/>
                    <a:pt x="0" y="2578"/>
                  </a:cubicBezTo>
                  <a:lnTo>
                    <a:pt x="0" y="4040"/>
                  </a:lnTo>
                  <a:cubicBezTo>
                    <a:pt x="0" y="4077"/>
                    <a:pt x="31" y="4106"/>
                    <a:pt x="66" y="4106"/>
                  </a:cubicBezTo>
                  <a:lnTo>
                    <a:pt x="2446" y="4106"/>
                  </a:lnTo>
                  <a:cubicBezTo>
                    <a:pt x="2483" y="4106"/>
                    <a:pt x="2512" y="4138"/>
                    <a:pt x="2512" y="4174"/>
                  </a:cubicBezTo>
                  <a:lnTo>
                    <a:pt x="2512" y="6551"/>
                  </a:lnTo>
                  <a:cubicBezTo>
                    <a:pt x="2512" y="6589"/>
                    <a:pt x="2542" y="6617"/>
                    <a:pt x="2578" y="6617"/>
                  </a:cubicBezTo>
                  <a:lnTo>
                    <a:pt x="4040" y="6617"/>
                  </a:lnTo>
                  <a:cubicBezTo>
                    <a:pt x="4077" y="6617"/>
                    <a:pt x="4106" y="6587"/>
                    <a:pt x="4106" y="6551"/>
                  </a:cubicBezTo>
                  <a:lnTo>
                    <a:pt x="4106" y="4174"/>
                  </a:lnTo>
                  <a:cubicBezTo>
                    <a:pt x="4106" y="4135"/>
                    <a:pt x="4137" y="4106"/>
                    <a:pt x="4173" y="4106"/>
                  </a:cubicBezTo>
                  <a:lnTo>
                    <a:pt x="6551" y="4106"/>
                  </a:lnTo>
                  <a:cubicBezTo>
                    <a:pt x="6588" y="4106"/>
                    <a:pt x="6617" y="4076"/>
                    <a:pt x="6617" y="4040"/>
                  </a:cubicBezTo>
                  <a:lnTo>
                    <a:pt x="6617" y="2578"/>
                  </a:lnTo>
                  <a:cubicBezTo>
                    <a:pt x="6617" y="2541"/>
                    <a:pt x="6588" y="2512"/>
                    <a:pt x="6551" y="2512"/>
                  </a:cubicBezTo>
                  <a:lnTo>
                    <a:pt x="4173" y="2512"/>
                  </a:lnTo>
                  <a:cubicBezTo>
                    <a:pt x="4135" y="2512"/>
                    <a:pt x="4106" y="2482"/>
                    <a:pt x="4106" y="2446"/>
                  </a:cubicBezTo>
                  <a:lnTo>
                    <a:pt x="4106" y="67"/>
                  </a:lnTo>
                  <a:cubicBezTo>
                    <a:pt x="4106" y="31"/>
                    <a:pt x="4076" y="1"/>
                    <a:pt x="40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2"/>
            <p:cNvSpPr/>
            <p:nvPr/>
          </p:nvSpPr>
          <p:spPr>
            <a:xfrm>
              <a:off x="8197313" y="4238730"/>
              <a:ext cx="114013" cy="99093"/>
            </a:xfrm>
            <a:custGeom>
              <a:rect b="b" l="l" r="r" t="t"/>
              <a:pathLst>
                <a:path extrusionOk="0" h="7605" w="8750">
                  <a:moveTo>
                    <a:pt x="3440" y="1"/>
                  </a:moveTo>
                  <a:cubicBezTo>
                    <a:pt x="3402" y="1"/>
                    <a:pt x="3373" y="31"/>
                    <a:pt x="3373" y="67"/>
                  </a:cubicBezTo>
                  <a:lnTo>
                    <a:pt x="3373" y="3307"/>
                  </a:lnTo>
                  <a:cubicBezTo>
                    <a:pt x="3373" y="3344"/>
                    <a:pt x="3343" y="3373"/>
                    <a:pt x="3307" y="3373"/>
                  </a:cubicBezTo>
                  <a:lnTo>
                    <a:pt x="68" y="3373"/>
                  </a:lnTo>
                  <a:cubicBezTo>
                    <a:pt x="30" y="3373"/>
                    <a:pt x="1" y="3403"/>
                    <a:pt x="1" y="3439"/>
                  </a:cubicBezTo>
                  <a:lnTo>
                    <a:pt x="1" y="5310"/>
                  </a:lnTo>
                  <a:cubicBezTo>
                    <a:pt x="1" y="5347"/>
                    <a:pt x="32" y="5376"/>
                    <a:pt x="68" y="5376"/>
                  </a:cubicBezTo>
                  <a:lnTo>
                    <a:pt x="3307" y="5376"/>
                  </a:lnTo>
                  <a:cubicBezTo>
                    <a:pt x="3344" y="5376"/>
                    <a:pt x="3373" y="5407"/>
                    <a:pt x="3373" y="5443"/>
                  </a:cubicBezTo>
                  <a:lnTo>
                    <a:pt x="3373" y="7604"/>
                  </a:lnTo>
                  <a:lnTo>
                    <a:pt x="5379" y="7604"/>
                  </a:lnTo>
                  <a:lnTo>
                    <a:pt x="5379" y="5443"/>
                  </a:lnTo>
                  <a:lnTo>
                    <a:pt x="5378" y="5443"/>
                  </a:lnTo>
                  <a:cubicBezTo>
                    <a:pt x="5378" y="5405"/>
                    <a:pt x="5408" y="5376"/>
                    <a:pt x="5444" y="5376"/>
                  </a:cubicBezTo>
                  <a:lnTo>
                    <a:pt x="8682" y="5376"/>
                  </a:lnTo>
                  <a:cubicBezTo>
                    <a:pt x="8718" y="5376"/>
                    <a:pt x="8750" y="5346"/>
                    <a:pt x="8750" y="5310"/>
                  </a:cubicBezTo>
                  <a:lnTo>
                    <a:pt x="8750" y="3439"/>
                  </a:lnTo>
                  <a:cubicBezTo>
                    <a:pt x="8750" y="3401"/>
                    <a:pt x="8718" y="3373"/>
                    <a:pt x="8682" y="3373"/>
                  </a:cubicBezTo>
                  <a:lnTo>
                    <a:pt x="5444" y="3373"/>
                  </a:lnTo>
                  <a:cubicBezTo>
                    <a:pt x="5406" y="3373"/>
                    <a:pt x="5378" y="3343"/>
                    <a:pt x="5378" y="3307"/>
                  </a:cubicBezTo>
                  <a:lnTo>
                    <a:pt x="5378" y="67"/>
                  </a:lnTo>
                  <a:cubicBezTo>
                    <a:pt x="5378" y="31"/>
                    <a:pt x="5346" y="1"/>
                    <a:pt x="53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2"/>
            <p:cNvSpPr/>
            <p:nvPr/>
          </p:nvSpPr>
          <p:spPr>
            <a:xfrm>
              <a:off x="8241236" y="4321533"/>
              <a:ext cx="26151" cy="16288"/>
            </a:xfrm>
            <a:custGeom>
              <a:rect b="b" l="l" r="r" t="t"/>
              <a:pathLst>
                <a:path extrusionOk="0" h="1250" w="2007">
                  <a:moveTo>
                    <a:pt x="0" y="1"/>
                  </a:moveTo>
                  <a:lnTo>
                    <a:pt x="0" y="1249"/>
                  </a:lnTo>
                  <a:lnTo>
                    <a:pt x="2007" y="1249"/>
                  </a:lnTo>
                  <a:lnTo>
                    <a:pt x="2007" y="1"/>
                  </a:lnTo>
                  <a:close/>
                </a:path>
              </a:pathLst>
            </a:custGeom>
            <a:solidFill>
              <a:srgbClr val="DF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2"/>
            <p:cNvSpPr/>
            <p:nvPr/>
          </p:nvSpPr>
          <p:spPr>
            <a:xfrm>
              <a:off x="8161703" y="4239629"/>
              <a:ext cx="79548" cy="98207"/>
            </a:xfrm>
            <a:custGeom>
              <a:rect b="b" l="l" r="r" t="t"/>
              <a:pathLst>
                <a:path extrusionOk="0" h="7537" w="6105">
                  <a:moveTo>
                    <a:pt x="6104" y="0"/>
                  </a:moveTo>
                  <a:cubicBezTo>
                    <a:pt x="4503" y="224"/>
                    <a:pt x="3041" y="983"/>
                    <a:pt x="1916" y="2193"/>
                  </a:cubicBezTo>
                  <a:cubicBezTo>
                    <a:pt x="794" y="3403"/>
                    <a:pt x="144" y="4911"/>
                    <a:pt x="36" y="6522"/>
                  </a:cubicBezTo>
                  <a:cubicBezTo>
                    <a:pt x="0" y="7070"/>
                    <a:pt x="437" y="7537"/>
                    <a:pt x="988" y="7537"/>
                  </a:cubicBezTo>
                  <a:lnTo>
                    <a:pt x="6104" y="7537"/>
                  </a:lnTo>
                  <a:lnTo>
                    <a:pt x="6104" y="5376"/>
                  </a:lnTo>
                  <a:cubicBezTo>
                    <a:pt x="6104" y="5338"/>
                    <a:pt x="6074" y="5307"/>
                    <a:pt x="6038" y="5307"/>
                  </a:cubicBezTo>
                  <a:lnTo>
                    <a:pt x="2798" y="5307"/>
                  </a:lnTo>
                  <a:cubicBezTo>
                    <a:pt x="2761" y="5307"/>
                    <a:pt x="2732" y="5277"/>
                    <a:pt x="2732" y="5241"/>
                  </a:cubicBezTo>
                  <a:lnTo>
                    <a:pt x="2732" y="3370"/>
                  </a:lnTo>
                  <a:cubicBezTo>
                    <a:pt x="2732" y="3332"/>
                    <a:pt x="2763" y="3304"/>
                    <a:pt x="2798" y="3304"/>
                  </a:cubicBezTo>
                  <a:lnTo>
                    <a:pt x="6038" y="3304"/>
                  </a:lnTo>
                  <a:cubicBezTo>
                    <a:pt x="6076" y="3304"/>
                    <a:pt x="6104" y="3274"/>
                    <a:pt x="6104" y="3238"/>
                  </a:cubicBezTo>
                  <a:lnTo>
                    <a:pt x="61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2"/>
            <p:cNvSpPr/>
            <p:nvPr/>
          </p:nvSpPr>
          <p:spPr>
            <a:xfrm>
              <a:off x="8267373" y="4239616"/>
              <a:ext cx="79535" cy="98168"/>
            </a:xfrm>
            <a:custGeom>
              <a:rect b="b" l="l" r="r" t="t"/>
              <a:pathLst>
                <a:path extrusionOk="0" h="7534" w="6104">
                  <a:moveTo>
                    <a:pt x="1" y="0"/>
                  </a:moveTo>
                  <a:lnTo>
                    <a:pt x="1" y="3236"/>
                  </a:lnTo>
                  <a:cubicBezTo>
                    <a:pt x="1" y="3275"/>
                    <a:pt x="31" y="3303"/>
                    <a:pt x="67" y="3303"/>
                  </a:cubicBezTo>
                  <a:lnTo>
                    <a:pt x="3305" y="3303"/>
                  </a:lnTo>
                  <a:cubicBezTo>
                    <a:pt x="3344" y="3303"/>
                    <a:pt x="3373" y="3333"/>
                    <a:pt x="3373" y="3369"/>
                  </a:cubicBezTo>
                  <a:lnTo>
                    <a:pt x="3373" y="5240"/>
                  </a:lnTo>
                  <a:cubicBezTo>
                    <a:pt x="3373" y="5278"/>
                    <a:pt x="3341" y="5306"/>
                    <a:pt x="3305" y="5306"/>
                  </a:cubicBezTo>
                  <a:lnTo>
                    <a:pt x="67" y="5306"/>
                  </a:lnTo>
                  <a:cubicBezTo>
                    <a:pt x="29" y="5306"/>
                    <a:pt x="1" y="5337"/>
                    <a:pt x="1" y="5372"/>
                  </a:cubicBezTo>
                  <a:lnTo>
                    <a:pt x="1" y="7533"/>
                  </a:lnTo>
                  <a:lnTo>
                    <a:pt x="5118" y="7533"/>
                  </a:lnTo>
                  <a:cubicBezTo>
                    <a:pt x="5669" y="7533"/>
                    <a:pt x="6103" y="7067"/>
                    <a:pt x="6067" y="6519"/>
                  </a:cubicBezTo>
                  <a:cubicBezTo>
                    <a:pt x="5964" y="4988"/>
                    <a:pt x="5369" y="3546"/>
                    <a:pt x="4343" y="2366"/>
                  </a:cubicBezTo>
                  <a:lnTo>
                    <a:pt x="4267" y="2366"/>
                  </a:lnTo>
                  <a:cubicBezTo>
                    <a:pt x="4231" y="2366"/>
                    <a:pt x="4201" y="2336"/>
                    <a:pt x="4201" y="2300"/>
                  </a:cubicBezTo>
                  <a:lnTo>
                    <a:pt x="4201" y="2208"/>
                  </a:lnTo>
                  <a:cubicBezTo>
                    <a:pt x="4195" y="2203"/>
                    <a:pt x="4192" y="2200"/>
                    <a:pt x="4188" y="2194"/>
                  </a:cubicBezTo>
                  <a:cubicBezTo>
                    <a:pt x="3064" y="983"/>
                    <a:pt x="1603" y="22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2"/>
            <p:cNvSpPr/>
            <p:nvPr/>
          </p:nvSpPr>
          <p:spPr>
            <a:xfrm>
              <a:off x="8161703" y="4321533"/>
              <a:ext cx="79548" cy="16301"/>
            </a:xfrm>
            <a:custGeom>
              <a:rect b="b" l="l" r="r" t="t"/>
              <a:pathLst>
                <a:path extrusionOk="0" h="1251" w="6105">
                  <a:moveTo>
                    <a:pt x="56" y="1"/>
                  </a:moveTo>
                  <a:cubicBezTo>
                    <a:pt x="49" y="78"/>
                    <a:pt x="42" y="157"/>
                    <a:pt x="36" y="236"/>
                  </a:cubicBezTo>
                  <a:cubicBezTo>
                    <a:pt x="0" y="784"/>
                    <a:pt x="437" y="1251"/>
                    <a:pt x="988" y="1251"/>
                  </a:cubicBezTo>
                  <a:lnTo>
                    <a:pt x="6104" y="1251"/>
                  </a:lnTo>
                  <a:lnTo>
                    <a:pt x="6104" y="2"/>
                  </a:lnTo>
                  <a:lnTo>
                    <a:pt x="56" y="2"/>
                  </a:lnTo>
                  <a:lnTo>
                    <a:pt x="56" y="1"/>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2"/>
            <p:cNvSpPr/>
            <p:nvPr/>
          </p:nvSpPr>
          <p:spPr>
            <a:xfrm>
              <a:off x="8267321" y="4241870"/>
              <a:ext cx="79548" cy="95966"/>
            </a:xfrm>
            <a:custGeom>
              <a:rect b="b" l="l" r="r" t="t"/>
              <a:pathLst>
                <a:path extrusionOk="0" h="7365" w="6105">
                  <a:moveTo>
                    <a:pt x="854" y="1"/>
                  </a:moveTo>
                  <a:lnTo>
                    <a:pt x="861" y="4"/>
                  </a:lnTo>
                  <a:cubicBezTo>
                    <a:pt x="1932" y="857"/>
                    <a:pt x="2709" y="1935"/>
                    <a:pt x="3151" y="3132"/>
                  </a:cubicBezTo>
                  <a:lnTo>
                    <a:pt x="3308" y="3132"/>
                  </a:lnTo>
                  <a:cubicBezTo>
                    <a:pt x="3345" y="3132"/>
                    <a:pt x="3374" y="3162"/>
                    <a:pt x="3374" y="3198"/>
                  </a:cubicBezTo>
                  <a:lnTo>
                    <a:pt x="3374" y="3848"/>
                  </a:lnTo>
                  <a:cubicBezTo>
                    <a:pt x="3476" y="4257"/>
                    <a:pt x="3543" y="4674"/>
                    <a:pt x="3572" y="5100"/>
                  </a:cubicBezTo>
                  <a:cubicBezTo>
                    <a:pt x="3608" y="5650"/>
                    <a:pt x="3171" y="6116"/>
                    <a:pt x="2620" y="6116"/>
                  </a:cubicBezTo>
                  <a:lnTo>
                    <a:pt x="0" y="6116"/>
                  </a:lnTo>
                  <a:lnTo>
                    <a:pt x="0" y="7365"/>
                  </a:lnTo>
                  <a:lnTo>
                    <a:pt x="5117" y="7365"/>
                  </a:lnTo>
                  <a:cubicBezTo>
                    <a:pt x="5668" y="7365"/>
                    <a:pt x="6104" y="6898"/>
                    <a:pt x="6069" y="6350"/>
                  </a:cubicBezTo>
                  <a:cubicBezTo>
                    <a:pt x="5965" y="4813"/>
                    <a:pt x="5370" y="3373"/>
                    <a:pt x="4344" y="2193"/>
                  </a:cubicBezTo>
                  <a:lnTo>
                    <a:pt x="4269" y="2193"/>
                  </a:lnTo>
                  <a:cubicBezTo>
                    <a:pt x="4232" y="2193"/>
                    <a:pt x="4203" y="2163"/>
                    <a:pt x="4203" y="2127"/>
                  </a:cubicBezTo>
                  <a:lnTo>
                    <a:pt x="4203" y="2035"/>
                  </a:lnTo>
                  <a:cubicBezTo>
                    <a:pt x="4197" y="2030"/>
                    <a:pt x="4193" y="2027"/>
                    <a:pt x="4190" y="2021"/>
                  </a:cubicBezTo>
                  <a:cubicBezTo>
                    <a:pt x="3269" y="1030"/>
                    <a:pt x="2121" y="339"/>
                    <a:pt x="854"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2"/>
            <p:cNvSpPr/>
            <p:nvPr/>
          </p:nvSpPr>
          <p:spPr>
            <a:xfrm>
              <a:off x="8088725" y="4178130"/>
              <a:ext cx="331262" cy="416530"/>
            </a:xfrm>
            <a:custGeom>
              <a:rect b="b" l="l" r="r" t="t"/>
              <a:pathLst>
                <a:path extrusionOk="0" h="31967" w="25423">
                  <a:moveTo>
                    <a:pt x="17444" y="5043"/>
                  </a:moveTo>
                  <a:lnTo>
                    <a:pt x="17444" y="5848"/>
                  </a:lnTo>
                  <a:cubicBezTo>
                    <a:pt x="17062" y="5538"/>
                    <a:pt x="16655" y="5269"/>
                    <a:pt x="16226" y="5043"/>
                  </a:cubicBezTo>
                  <a:close/>
                  <a:moveTo>
                    <a:pt x="19038" y="935"/>
                  </a:moveTo>
                  <a:lnTo>
                    <a:pt x="19038" y="2912"/>
                  </a:lnTo>
                  <a:cubicBezTo>
                    <a:pt x="19038" y="3207"/>
                    <a:pt x="19279" y="3446"/>
                    <a:pt x="19573" y="3446"/>
                  </a:cubicBezTo>
                  <a:lnTo>
                    <a:pt x="21549" y="3446"/>
                  </a:lnTo>
                  <a:lnTo>
                    <a:pt x="21549" y="4105"/>
                  </a:lnTo>
                  <a:lnTo>
                    <a:pt x="19573" y="4105"/>
                  </a:lnTo>
                  <a:cubicBezTo>
                    <a:pt x="19279" y="4105"/>
                    <a:pt x="19038" y="4345"/>
                    <a:pt x="19038" y="4639"/>
                  </a:cubicBezTo>
                  <a:lnTo>
                    <a:pt x="19038" y="6617"/>
                  </a:lnTo>
                  <a:lnTo>
                    <a:pt x="18379" y="6617"/>
                  </a:lnTo>
                  <a:lnTo>
                    <a:pt x="18379" y="4642"/>
                  </a:lnTo>
                  <a:cubicBezTo>
                    <a:pt x="18379" y="4347"/>
                    <a:pt x="18140" y="4106"/>
                    <a:pt x="17846" y="4106"/>
                  </a:cubicBezTo>
                  <a:lnTo>
                    <a:pt x="15868" y="4106"/>
                  </a:lnTo>
                  <a:lnTo>
                    <a:pt x="15868" y="3448"/>
                  </a:lnTo>
                  <a:lnTo>
                    <a:pt x="17846" y="3448"/>
                  </a:lnTo>
                  <a:cubicBezTo>
                    <a:pt x="18140" y="3448"/>
                    <a:pt x="18379" y="3208"/>
                    <a:pt x="18379" y="2914"/>
                  </a:cubicBezTo>
                  <a:lnTo>
                    <a:pt x="18379" y="935"/>
                  </a:lnTo>
                  <a:close/>
                  <a:moveTo>
                    <a:pt x="13241" y="5122"/>
                  </a:moveTo>
                  <a:lnTo>
                    <a:pt x="13241" y="7959"/>
                  </a:lnTo>
                  <a:cubicBezTo>
                    <a:pt x="13241" y="8253"/>
                    <a:pt x="13482" y="8494"/>
                    <a:pt x="13776" y="8494"/>
                  </a:cubicBezTo>
                  <a:lnTo>
                    <a:pt x="16613" y="8494"/>
                  </a:lnTo>
                  <a:lnTo>
                    <a:pt x="16613" y="9560"/>
                  </a:lnTo>
                  <a:lnTo>
                    <a:pt x="16525" y="9560"/>
                  </a:lnTo>
                  <a:cubicBezTo>
                    <a:pt x="16267" y="9560"/>
                    <a:pt x="16058" y="9771"/>
                    <a:pt x="16058" y="10030"/>
                  </a:cubicBezTo>
                  <a:cubicBezTo>
                    <a:pt x="16058" y="10288"/>
                    <a:pt x="16267" y="10498"/>
                    <a:pt x="16525" y="10498"/>
                  </a:cubicBezTo>
                  <a:lnTo>
                    <a:pt x="17015" y="10498"/>
                  </a:lnTo>
                  <a:cubicBezTo>
                    <a:pt x="17309" y="10498"/>
                    <a:pt x="17550" y="10256"/>
                    <a:pt x="17550" y="9962"/>
                  </a:cubicBezTo>
                  <a:lnTo>
                    <a:pt x="17550" y="8093"/>
                  </a:lnTo>
                  <a:cubicBezTo>
                    <a:pt x="17550" y="7798"/>
                    <a:pt x="17309" y="7557"/>
                    <a:pt x="17015" y="7557"/>
                  </a:cubicBezTo>
                  <a:lnTo>
                    <a:pt x="14178" y="7557"/>
                  </a:lnTo>
                  <a:lnTo>
                    <a:pt x="14178" y="5283"/>
                  </a:lnTo>
                  <a:cubicBezTo>
                    <a:pt x="15423" y="5561"/>
                    <a:pt x="16546" y="6193"/>
                    <a:pt x="17452" y="7128"/>
                  </a:cubicBezTo>
                  <a:cubicBezTo>
                    <a:pt x="17490" y="7319"/>
                    <a:pt x="17630" y="7473"/>
                    <a:pt x="17813" y="7531"/>
                  </a:cubicBezTo>
                  <a:cubicBezTo>
                    <a:pt x="18699" y="8605"/>
                    <a:pt x="19216" y="9895"/>
                    <a:pt x="19308" y="11275"/>
                  </a:cubicBezTo>
                  <a:cubicBezTo>
                    <a:pt x="19329" y="11552"/>
                    <a:pt x="19108" y="11789"/>
                    <a:pt x="18827" y="11789"/>
                  </a:cubicBezTo>
                  <a:lnTo>
                    <a:pt x="14178" y="11789"/>
                  </a:lnTo>
                  <a:lnTo>
                    <a:pt x="14178" y="10498"/>
                  </a:lnTo>
                  <a:lnTo>
                    <a:pt x="14340" y="10498"/>
                  </a:lnTo>
                  <a:cubicBezTo>
                    <a:pt x="14598" y="10498"/>
                    <a:pt x="14809" y="10288"/>
                    <a:pt x="14809" y="10030"/>
                  </a:cubicBezTo>
                  <a:cubicBezTo>
                    <a:pt x="14809" y="9771"/>
                    <a:pt x="14598" y="9560"/>
                    <a:pt x="14340" y="9560"/>
                  </a:cubicBezTo>
                  <a:lnTo>
                    <a:pt x="13776" y="9560"/>
                  </a:lnTo>
                  <a:cubicBezTo>
                    <a:pt x="13482" y="9560"/>
                    <a:pt x="13241" y="9802"/>
                    <a:pt x="13241" y="10096"/>
                  </a:cubicBezTo>
                  <a:lnTo>
                    <a:pt x="13241" y="11789"/>
                  </a:lnTo>
                  <a:lnTo>
                    <a:pt x="12173" y="11789"/>
                  </a:lnTo>
                  <a:lnTo>
                    <a:pt x="12173" y="10096"/>
                  </a:lnTo>
                  <a:cubicBezTo>
                    <a:pt x="12173" y="9802"/>
                    <a:pt x="11934" y="9560"/>
                    <a:pt x="11639" y="9560"/>
                  </a:cubicBezTo>
                  <a:lnTo>
                    <a:pt x="8801" y="9560"/>
                  </a:lnTo>
                  <a:lnTo>
                    <a:pt x="8801" y="8494"/>
                  </a:lnTo>
                  <a:lnTo>
                    <a:pt x="11639" y="8494"/>
                  </a:lnTo>
                  <a:cubicBezTo>
                    <a:pt x="11934" y="8494"/>
                    <a:pt x="12173" y="8253"/>
                    <a:pt x="12173" y="7959"/>
                  </a:cubicBezTo>
                  <a:lnTo>
                    <a:pt x="12173" y="5122"/>
                  </a:lnTo>
                  <a:close/>
                  <a:moveTo>
                    <a:pt x="3455" y="14438"/>
                  </a:moveTo>
                  <a:lnTo>
                    <a:pt x="3805" y="19182"/>
                  </a:lnTo>
                  <a:cubicBezTo>
                    <a:pt x="2205" y="19065"/>
                    <a:pt x="936" y="17725"/>
                    <a:pt x="936" y="16095"/>
                  </a:cubicBezTo>
                  <a:lnTo>
                    <a:pt x="936" y="15886"/>
                  </a:lnTo>
                  <a:cubicBezTo>
                    <a:pt x="936" y="15088"/>
                    <a:pt x="1586" y="14438"/>
                    <a:pt x="2384" y="14438"/>
                  </a:cubicBezTo>
                  <a:close/>
                  <a:moveTo>
                    <a:pt x="23031" y="14438"/>
                  </a:moveTo>
                  <a:cubicBezTo>
                    <a:pt x="23829" y="14438"/>
                    <a:pt x="24478" y="15088"/>
                    <a:pt x="24478" y="15886"/>
                  </a:cubicBezTo>
                  <a:lnTo>
                    <a:pt x="24478" y="16095"/>
                  </a:lnTo>
                  <a:cubicBezTo>
                    <a:pt x="24478" y="17725"/>
                    <a:pt x="23212" y="19065"/>
                    <a:pt x="21611" y="19182"/>
                  </a:cubicBezTo>
                  <a:lnTo>
                    <a:pt x="21960" y="14438"/>
                  </a:lnTo>
                  <a:close/>
                  <a:moveTo>
                    <a:pt x="8615" y="27174"/>
                  </a:moveTo>
                  <a:cubicBezTo>
                    <a:pt x="10075" y="28032"/>
                    <a:pt x="11592" y="28513"/>
                    <a:pt x="12709" y="28513"/>
                  </a:cubicBezTo>
                  <a:cubicBezTo>
                    <a:pt x="12710" y="28513"/>
                    <a:pt x="12712" y="28513"/>
                    <a:pt x="12714" y="28513"/>
                  </a:cubicBezTo>
                  <a:cubicBezTo>
                    <a:pt x="13852" y="28513"/>
                    <a:pt x="15360" y="28024"/>
                    <a:pt x="16801" y="27179"/>
                  </a:cubicBezTo>
                  <a:lnTo>
                    <a:pt x="16801" y="27956"/>
                  </a:lnTo>
                  <a:cubicBezTo>
                    <a:pt x="16801" y="29038"/>
                    <a:pt x="17432" y="30041"/>
                    <a:pt x="18408" y="30509"/>
                  </a:cubicBezTo>
                  <a:lnTo>
                    <a:pt x="19494" y="31030"/>
                  </a:lnTo>
                  <a:lnTo>
                    <a:pt x="5923" y="31030"/>
                  </a:lnTo>
                  <a:lnTo>
                    <a:pt x="7008" y="30509"/>
                  </a:lnTo>
                  <a:cubicBezTo>
                    <a:pt x="7983" y="30041"/>
                    <a:pt x="8615" y="29038"/>
                    <a:pt x="8615" y="27956"/>
                  </a:cubicBezTo>
                  <a:lnTo>
                    <a:pt x="8615" y="27174"/>
                  </a:lnTo>
                  <a:close/>
                  <a:moveTo>
                    <a:pt x="17978" y="1"/>
                  </a:moveTo>
                  <a:cubicBezTo>
                    <a:pt x="17683" y="1"/>
                    <a:pt x="17444" y="241"/>
                    <a:pt x="17444" y="535"/>
                  </a:cubicBezTo>
                  <a:lnTo>
                    <a:pt x="17444" y="2512"/>
                  </a:lnTo>
                  <a:lnTo>
                    <a:pt x="15466" y="2512"/>
                  </a:lnTo>
                  <a:cubicBezTo>
                    <a:pt x="15343" y="2512"/>
                    <a:pt x="15228" y="2555"/>
                    <a:pt x="15136" y="2627"/>
                  </a:cubicBezTo>
                  <a:cubicBezTo>
                    <a:pt x="14309" y="2407"/>
                    <a:pt x="13487" y="2303"/>
                    <a:pt x="12684" y="2303"/>
                  </a:cubicBezTo>
                  <a:cubicBezTo>
                    <a:pt x="7378" y="2303"/>
                    <a:pt x="2895" y="6831"/>
                    <a:pt x="3308" y="12429"/>
                  </a:cubicBezTo>
                  <a:lnTo>
                    <a:pt x="3387" y="13502"/>
                  </a:lnTo>
                  <a:lnTo>
                    <a:pt x="2386" y="13502"/>
                  </a:lnTo>
                  <a:cubicBezTo>
                    <a:pt x="1071" y="13502"/>
                    <a:pt x="1" y="14571"/>
                    <a:pt x="1" y="15887"/>
                  </a:cubicBezTo>
                  <a:lnTo>
                    <a:pt x="1" y="16097"/>
                  </a:lnTo>
                  <a:cubicBezTo>
                    <a:pt x="1" y="18268"/>
                    <a:pt x="1724" y="20043"/>
                    <a:pt x="3875" y="20126"/>
                  </a:cubicBezTo>
                  <a:lnTo>
                    <a:pt x="3918" y="20700"/>
                  </a:lnTo>
                  <a:cubicBezTo>
                    <a:pt x="4097" y="23132"/>
                    <a:pt x="5742" y="25178"/>
                    <a:pt x="7679" y="26569"/>
                  </a:cubicBezTo>
                  <a:lnTo>
                    <a:pt x="7679" y="27959"/>
                  </a:lnTo>
                  <a:cubicBezTo>
                    <a:pt x="7679" y="28682"/>
                    <a:pt x="7257" y="29354"/>
                    <a:pt x="6604" y="29665"/>
                  </a:cubicBezTo>
                  <a:lnTo>
                    <a:pt x="4676" y="30592"/>
                  </a:lnTo>
                  <a:cubicBezTo>
                    <a:pt x="4369" y="30739"/>
                    <a:pt x="4208" y="31073"/>
                    <a:pt x="4284" y="31404"/>
                  </a:cubicBezTo>
                  <a:cubicBezTo>
                    <a:pt x="4359" y="31736"/>
                    <a:pt x="4650" y="31967"/>
                    <a:pt x="4990" y="31967"/>
                  </a:cubicBezTo>
                  <a:lnTo>
                    <a:pt x="20430" y="31967"/>
                  </a:lnTo>
                  <a:cubicBezTo>
                    <a:pt x="20771" y="31967"/>
                    <a:pt x="21061" y="31736"/>
                    <a:pt x="21137" y="31404"/>
                  </a:cubicBezTo>
                  <a:cubicBezTo>
                    <a:pt x="21212" y="31073"/>
                    <a:pt x="21050" y="30739"/>
                    <a:pt x="20744" y="30592"/>
                  </a:cubicBezTo>
                  <a:lnTo>
                    <a:pt x="18816" y="29665"/>
                  </a:lnTo>
                  <a:cubicBezTo>
                    <a:pt x="18163" y="29353"/>
                    <a:pt x="17741" y="28681"/>
                    <a:pt x="17741" y="27959"/>
                  </a:cubicBezTo>
                  <a:lnTo>
                    <a:pt x="17741" y="26572"/>
                  </a:lnTo>
                  <a:cubicBezTo>
                    <a:pt x="18737" y="25858"/>
                    <a:pt x="19649" y="24977"/>
                    <a:pt x="20322" y="23974"/>
                  </a:cubicBezTo>
                  <a:cubicBezTo>
                    <a:pt x="20466" y="23759"/>
                    <a:pt x="20408" y="23469"/>
                    <a:pt x="20195" y="23326"/>
                  </a:cubicBezTo>
                  <a:cubicBezTo>
                    <a:pt x="20114" y="23272"/>
                    <a:pt x="20024" y="23247"/>
                    <a:pt x="19934" y="23247"/>
                  </a:cubicBezTo>
                  <a:cubicBezTo>
                    <a:pt x="19784" y="23247"/>
                    <a:pt x="19636" y="23319"/>
                    <a:pt x="19546" y="23454"/>
                  </a:cubicBezTo>
                  <a:cubicBezTo>
                    <a:pt x="17860" y="25968"/>
                    <a:pt x="14541" y="27580"/>
                    <a:pt x="12714" y="27580"/>
                  </a:cubicBezTo>
                  <a:cubicBezTo>
                    <a:pt x="9998" y="27580"/>
                    <a:pt x="5139" y="24467"/>
                    <a:pt x="4855" y="20631"/>
                  </a:cubicBezTo>
                  <a:cubicBezTo>
                    <a:pt x="4544" y="16400"/>
                    <a:pt x="4456" y="15211"/>
                    <a:pt x="4456" y="15210"/>
                  </a:cubicBezTo>
                  <a:lnTo>
                    <a:pt x="4456" y="15210"/>
                  </a:lnTo>
                  <a:cubicBezTo>
                    <a:pt x="4456" y="15211"/>
                    <a:pt x="4600" y="17169"/>
                    <a:pt x="4600" y="17169"/>
                  </a:cubicBezTo>
                  <a:cubicBezTo>
                    <a:pt x="4600" y="17169"/>
                    <a:pt x="4521" y="16096"/>
                    <a:pt x="4245" y="12361"/>
                  </a:cubicBezTo>
                  <a:cubicBezTo>
                    <a:pt x="3875" y="7310"/>
                    <a:pt x="7922" y="3241"/>
                    <a:pt x="12694" y="3241"/>
                  </a:cubicBezTo>
                  <a:cubicBezTo>
                    <a:pt x="13429" y="3241"/>
                    <a:pt x="14180" y="3337"/>
                    <a:pt x="14936" y="3541"/>
                  </a:cubicBezTo>
                  <a:lnTo>
                    <a:pt x="14936" y="4512"/>
                  </a:lnTo>
                  <a:cubicBezTo>
                    <a:pt x="14618" y="4415"/>
                    <a:pt x="14294" y="4340"/>
                    <a:pt x="13960" y="4286"/>
                  </a:cubicBezTo>
                  <a:cubicBezTo>
                    <a:pt x="13872" y="4223"/>
                    <a:pt x="13765" y="4185"/>
                    <a:pt x="13648" y="4185"/>
                  </a:cubicBezTo>
                  <a:lnTo>
                    <a:pt x="11777" y="4185"/>
                  </a:lnTo>
                  <a:cubicBezTo>
                    <a:pt x="11661" y="4185"/>
                    <a:pt x="11553" y="4223"/>
                    <a:pt x="11466" y="4286"/>
                  </a:cubicBezTo>
                  <a:cubicBezTo>
                    <a:pt x="10863" y="4385"/>
                    <a:pt x="10276" y="4557"/>
                    <a:pt x="9718" y="4797"/>
                  </a:cubicBezTo>
                  <a:cubicBezTo>
                    <a:pt x="9481" y="4900"/>
                    <a:pt x="9372" y="5175"/>
                    <a:pt x="9474" y="5412"/>
                  </a:cubicBezTo>
                  <a:cubicBezTo>
                    <a:pt x="9550" y="5589"/>
                    <a:pt x="9723" y="5694"/>
                    <a:pt x="9904" y="5694"/>
                  </a:cubicBezTo>
                  <a:cubicBezTo>
                    <a:pt x="9966" y="5694"/>
                    <a:pt x="10029" y="5682"/>
                    <a:pt x="10090" y="5656"/>
                  </a:cubicBezTo>
                  <a:cubicBezTo>
                    <a:pt x="10461" y="5497"/>
                    <a:pt x="10846" y="5370"/>
                    <a:pt x="11243" y="5282"/>
                  </a:cubicBezTo>
                  <a:lnTo>
                    <a:pt x="11243" y="7556"/>
                  </a:lnTo>
                  <a:lnTo>
                    <a:pt x="8405" y="7556"/>
                  </a:lnTo>
                  <a:cubicBezTo>
                    <a:pt x="8111" y="7556"/>
                    <a:pt x="7871" y="7796"/>
                    <a:pt x="7871" y="8090"/>
                  </a:cubicBezTo>
                  <a:lnTo>
                    <a:pt x="7871" y="9961"/>
                  </a:lnTo>
                  <a:cubicBezTo>
                    <a:pt x="7871" y="10255"/>
                    <a:pt x="8111" y="10496"/>
                    <a:pt x="8405" y="10496"/>
                  </a:cubicBezTo>
                  <a:lnTo>
                    <a:pt x="11243" y="10496"/>
                  </a:lnTo>
                  <a:lnTo>
                    <a:pt x="11243" y="11788"/>
                  </a:lnTo>
                  <a:lnTo>
                    <a:pt x="6594" y="11788"/>
                  </a:lnTo>
                  <a:cubicBezTo>
                    <a:pt x="6314" y="11788"/>
                    <a:pt x="6093" y="11551"/>
                    <a:pt x="6111" y="11272"/>
                  </a:cubicBezTo>
                  <a:cubicBezTo>
                    <a:pt x="6230" y="9479"/>
                    <a:pt x="7061" y="7889"/>
                    <a:pt x="8369" y="6744"/>
                  </a:cubicBezTo>
                  <a:cubicBezTo>
                    <a:pt x="8563" y="6573"/>
                    <a:pt x="8583" y="6277"/>
                    <a:pt x="8412" y="6084"/>
                  </a:cubicBezTo>
                  <a:cubicBezTo>
                    <a:pt x="8320" y="5978"/>
                    <a:pt x="8190" y="5924"/>
                    <a:pt x="8060" y="5924"/>
                  </a:cubicBezTo>
                  <a:cubicBezTo>
                    <a:pt x="7950" y="5924"/>
                    <a:pt x="7841" y="5963"/>
                    <a:pt x="7752" y="6041"/>
                  </a:cubicBezTo>
                  <a:cubicBezTo>
                    <a:pt x="6283" y="7328"/>
                    <a:pt x="5314" y="9133"/>
                    <a:pt x="5177" y="11214"/>
                  </a:cubicBezTo>
                  <a:cubicBezTo>
                    <a:pt x="5123" y="12031"/>
                    <a:pt x="5772" y="12727"/>
                    <a:pt x="6594" y="12727"/>
                  </a:cubicBezTo>
                  <a:lnTo>
                    <a:pt x="18831" y="12727"/>
                  </a:lnTo>
                  <a:cubicBezTo>
                    <a:pt x="19652" y="12727"/>
                    <a:pt x="20302" y="12033"/>
                    <a:pt x="20249" y="11214"/>
                  </a:cubicBezTo>
                  <a:cubicBezTo>
                    <a:pt x="20162" y="9893"/>
                    <a:pt x="19734" y="8646"/>
                    <a:pt x="19006" y="7557"/>
                  </a:cubicBezTo>
                  <a:cubicBezTo>
                    <a:pt x="19162" y="7557"/>
                    <a:pt x="19268" y="7558"/>
                    <a:pt x="19343" y="7558"/>
                  </a:cubicBezTo>
                  <a:cubicBezTo>
                    <a:pt x="19494" y="7558"/>
                    <a:pt x="19523" y="7555"/>
                    <a:pt x="19580" y="7540"/>
                  </a:cubicBezTo>
                  <a:cubicBezTo>
                    <a:pt x="19727" y="7501"/>
                    <a:pt x="19856" y="7399"/>
                    <a:pt x="19926" y="7256"/>
                  </a:cubicBezTo>
                  <a:cubicBezTo>
                    <a:pt x="20873" y="8771"/>
                    <a:pt x="21314" y="10543"/>
                    <a:pt x="21180" y="12361"/>
                  </a:cubicBezTo>
                  <a:cubicBezTo>
                    <a:pt x="20811" y="17375"/>
                    <a:pt x="20692" y="19007"/>
                    <a:pt x="20659" y="19467"/>
                  </a:cubicBezTo>
                  <a:lnTo>
                    <a:pt x="20659" y="19467"/>
                  </a:lnTo>
                  <a:cubicBezTo>
                    <a:pt x="20659" y="19458"/>
                    <a:pt x="20660" y="19452"/>
                    <a:pt x="20659" y="19452"/>
                  </a:cubicBezTo>
                  <a:lnTo>
                    <a:pt x="20659" y="19452"/>
                  </a:lnTo>
                  <a:cubicBezTo>
                    <a:pt x="20659" y="19452"/>
                    <a:pt x="20655" y="19495"/>
                    <a:pt x="20645" y="19625"/>
                  </a:cubicBezTo>
                  <a:cubicBezTo>
                    <a:pt x="20571" y="20644"/>
                    <a:pt x="20566" y="21000"/>
                    <a:pt x="20407" y="21597"/>
                  </a:cubicBezTo>
                  <a:cubicBezTo>
                    <a:pt x="20341" y="21846"/>
                    <a:pt x="20487" y="22102"/>
                    <a:pt x="20738" y="22171"/>
                  </a:cubicBezTo>
                  <a:cubicBezTo>
                    <a:pt x="20779" y="22181"/>
                    <a:pt x="20820" y="22186"/>
                    <a:pt x="20860" y="22186"/>
                  </a:cubicBezTo>
                  <a:cubicBezTo>
                    <a:pt x="21066" y="22186"/>
                    <a:pt x="21256" y="22050"/>
                    <a:pt x="21312" y="21839"/>
                  </a:cubicBezTo>
                  <a:cubicBezTo>
                    <a:pt x="21486" y="21186"/>
                    <a:pt x="21500" y="20764"/>
                    <a:pt x="21548" y="20124"/>
                  </a:cubicBezTo>
                  <a:cubicBezTo>
                    <a:pt x="23699" y="20041"/>
                    <a:pt x="25422" y="18266"/>
                    <a:pt x="25422" y="16095"/>
                  </a:cubicBezTo>
                  <a:lnTo>
                    <a:pt x="25422" y="15886"/>
                  </a:lnTo>
                  <a:cubicBezTo>
                    <a:pt x="25415" y="14571"/>
                    <a:pt x="24346" y="13499"/>
                    <a:pt x="23031" y="13499"/>
                  </a:cubicBezTo>
                  <a:lnTo>
                    <a:pt x="22030" y="13499"/>
                  </a:lnTo>
                  <a:lnTo>
                    <a:pt x="22109" y="12427"/>
                  </a:lnTo>
                  <a:cubicBezTo>
                    <a:pt x="22288" y="9984"/>
                    <a:pt x="21532" y="7613"/>
                    <a:pt x="19976" y="5732"/>
                  </a:cubicBezTo>
                  <a:lnTo>
                    <a:pt x="19976" y="5043"/>
                  </a:lnTo>
                  <a:lnTo>
                    <a:pt x="21951" y="5043"/>
                  </a:lnTo>
                  <a:cubicBezTo>
                    <a:pt x="22245" y="5043"/>
                    <a:pt x="22486" y="4802"/>
                    <a:pt x="22486" y="4508"/>
                  </a:cubicBezTo>
                  <a:lnTo>
                    <a:pt x="22486" y="3046"/>
                  </a:lnTo>
                  <a:cubicBezTo>
                    <a:pt x="22486" y="2752"/>
                    <a:pt x="22245" y="2512"/>
                    <a:pt x="21951" y="2512"/>
                  </a:cubicBezTo>
                  <a:lnTo>
                    <a:pt x="19975" y="2512"/>
                  </a:lnTo>
                  <a:lnTo>
                    <a:pt x="19975" y="535"/>
                  </a:lnTo>
                  <a:cubicBezTo>
                    <a:pt x="19975" y="241"/>
                    <a:pt x="19734" y="1"/>
                    <a:pt x="1944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2"/>
            <p:cNvSpPr/>
            <p:nvPr/>
          </p:nvSpPr>
          <p:spPr>
            <a:xfrm>
              <a:off x="8183346" y="4371957"/>
              <a:ext cx="60824" cy="12222"/>
            </a:xfrm>
            <a:custGeom>
              <a:rect b="b" l="l" r="r" t="t"/>
              <a:pathLst>
                <a:path extrusionOk="0" h="938" w="4668">
                  <a:moveTo>
                    <a:pt x="469" y="1"/>
                  </a:moveTo>
                  <a:cubicBezTo>
                    <a:pt x="210" y="1"/>
                    <a:pt x="1" y="210"/>
                    <a:pt x="1" y="470"/>
                  </a:cubicBezTo>
                  <a:cubicBezTo>
                    <a:pt x="1" y="727"/>
                    <a:pt x="210" y="938"/>
                    <a:pt x="469" y="938"/>
                  </a:cubicBezTo>
                  <a:lnTo>
                    <a:pt x="4200" y="938"/>
                  </a:lnTo>
                  <a:cubicBezTo>
                    <a:pt x="4458" y="938"/>
                    <a:pt x="4667" y="728"/>
                    <a:pt x="4667" y="470"/>
                  </a:cubicBezTo>
                  <a:cubicBezTo>
                    <a:pt x="4667" y="212"/>
                    <a:pt x="4458" y="1"/>
                    <a:pt x="420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2"/>
            <p:cNvSpPr/>
            <p:nvPr/>
          </p:nvSpPr>
          <p:spPr>
            <a:xfrm>
              <a:off x="8248207" y="4371957"/>
              <a:ext cx="77072" cy="76734"/>
            </a:xfrm>
            <a:custGeom>
              <a:rect b="b" l="l" r="r" t="t"/>
              <a:pathLst>
                <a:path extrusionOk="0" h="5889" w="5915">
                  <a:moveTo>
                    <a:pt x="2961" y="1"/>
                  </a:moveTo>
                  <a:cubicBezTo>
                    <a:pt x="2017" y="1"/>
                    <a:pt x="1246" y="770"/>
                    <a:pt x="1246" y="1716"/>
                  </a:cubicBezTo>
                  <a:lnTo>
                    <a:pt x="1246" y="4174"/>
                  </a:lnTo>
                  <a:cubicBezTo>
                    <a:pt x="1246" y="4601"/>
                    <a:pt x="898" y="4951"/>
                    <a:pt x="469" y="4951"/>
                  </a:cubicBezTo>
                  <a:cubicBezTo>
                    <a:pt x="210" y="4951"/>
                    <a:pt x="1" y="5161"/>
                    <a:pt x="1" y="5421"/>
                  </a:cubicBezTo>
                  <a:cubicBezTo>
                    <a:pt x="1" y="5678"/>
                    <a:pt x="210" y="5888"/>
                    <a:pt x="469" y="5888"/>
                  </a:cubicBezTo>
                  <a:cubicBezTo>
                    <a:pt x="1414" y="5888"/>
                    <a:pt x="2183" y="5119"/>
                    <a:pt x="2183" y="4174"/>
                  </a:cubicBezTo>
                  <a:lnTo>
                    <a:pt x="2183" y="1716"/>
                  </a:lnTo>
                  <a:cubicBezTo>
                    <a:pt x="2183" y="1288"/>
                    <a:pt x="2533" y="938"/>
                    <a:pt x="2961" y="938"/>
                  </a:cubicBezTo>
                  <a:lnTo>
                    <a:pt x="5446" y="938"/>
                  </a:lnTo>
                  <a:cubicBezTo>
                    <a:pt x="5705" y="938"/>
                    <a:pt x="5914" y="728"/>
                    <a:pt x="5914" y="470"/>
                  </a:cubicBezTo>
                  <a:cubicBezTo>
                    <a:pt x="5914" y="212"/>
                    <a:pt x="5705"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2"/>
            <p:cNvSpPr/>
            <p:nvPr/>
          </p:nvSpPr>
          <p:spPr>
            <a:xfrm>
              <a:off x="8207541" y="4477992"/>
              <a:ext cx="93503" cy="22959"/>
            </a:xfrm>
            <a:custGeom>
              <a:rect b="b" l="l" r="r" t="t"/>
              <a:pathLst>
                <a:path extrusionOk="0" h="1762" w="7176">
                  <a:moveTo>
                    <a:pt x="534" y="1"/>
                  </a:moveTo>
                  <a:cubicBezTo>
                    <a:pt x="363" y="1"/>
                    <a:pt x="198" y="95"/>
                    <a:pt x="117" y="260"/>
                  </a:cubicBezTo>
                  <a:cubicBezTo>
                    <a:pt x="1" y="491"/>
                    <a:pt x="94" y="772"/>
                    <a:pt x="325" y="887"/>
                  </a:cubicBezTo>
                  <a:lnTo>
                    <a:pt x="715" y="1085"/>
                  </a:lnTo>
                  <a:cubicBezTo>
                    <a:pt x="1614" y="1536"/>
                    <a:pt x="2600" y="1761"/>
                    <a:pt x="3587" y="1761"/>
                  </a:cubicBezTo>
                  <a:cubicBezTo>
                    <a:pt x="4573" y="1761"/>
                    <a:pt x="5560" y="1536"/>
                    <a:pt x="6459" y="1085"/>
                  </a:cubicBezTo>
                  <a:lnTo>
                    <a:pt x="6850" y="887"/>
                  </a:lnTo>
                  <a:cubicBezTo>
                    <a:pt x="7082" y="771"/>
                    <a:pt x="7175" y="490"/>
                    <a:pt x="7058" y="260"/>
                  </a:cubicBezTo>
                  <a:cubicBezTo>
                    <a:pt x="6975" y="97"/>
                    <a:pt x="6810" y="1"/>
                    <a:pt x="6638" y="1"/>
                  </a:cubicBezTo>
                  <a:cubicBezTo>
                    <a:pt x="6568" y="1"/>
                    <a:pt x="6497" y="17"/>
                    <a:pt x="6431" y="51"/>
                  </a:cubicBezTo>
                  <a:lnTo>
                    <a:pt x="6039" y="249"/>
                  </a:lnTo>
                  <a:cubicBezTo>
                    <a:pt x="5271" y="633"/>
                    <a:pt x="4429" y="826"/>
                    <a:pt x="3587" y="826"/>
                  </a:cubicBezTo>
                  <a:cubicBezTo>
                    <a:pt x="2745" y="826"/>
                    <a:pt x="1903" y="633"/>
                    <a:pt x="1136" y="249"/>
                  </a:cubicBezTo>
                  <a:lnTo>
                    <a:pt x="744" y="51"/>
                  </a:lnTo>
                  <a:cubicBezTo>
                    <a:pt x="677" y="17"/>
                    <a:pt x="605" y="1"/>
                    <a:pt x="5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53" name="Google Shape;3453;p52"/>
          <p:cNvSpPr/>
          <p:nvPr/>
        </p:nvSpPr>
        <p:spPr>
          <a:xfrm rot="-4113016">
            <a:off x="2385405" y="2656505"/>
            <a:ext cx="571804" cy="571804"/>
          </a:xfrm>
          <a:prstGeom prst="arc">
            <a:avLst>
              <a:gd fmla="val 16200000" name="adj1"/>
              <a:gd fmla="val 0" name="adj2"/>
            </a:avLst>
          </a:prstGeom>
          <a:noFill/>
          <a:ln cap="flat" cmpd="sng" w="9525">
            <a:solidFill>
              <a:srgbClr val="000000"/>
            </a:solidFill>
            <a:prstDash val="solid"/>
            <a:round/>
            <a:headEnd len="sm" w="sm" type="none"/>
            <a:tailEnd len="sm" w="sm" type="stealth"/>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2"/>
          <p:cNvSpPr/>
          <p:nvPr/>
        </p:nvSpPr>
        <p:spPr>
          <a:xfrm rot="-4113016">
            <a:off x="6333605" y="2656505"/>
            <a:ext cx="571804" cy="571804"/>
          </a:xfrm>
          <a:prstGeom prst="arc">
            <a:avLst>
              <a:gd fmla="val 16200000" name="adj1"/>
              <a:gd fmla="val 0" name="adj2"/>
            </a:avLst>
          </a:prstGeom>
          <a:noFill/>
          <a:ln cap="flat" cmpd="sng" w="9525">
            <a:solidFill>
              <a:srgbClr val="000000"/>
            </a:solidFill>
            <a:prstDash val="solid"/>
            <a:round/>
            <a:headEnd len="sm" w="sm" type="none"/>
            <a:tailEnd len="sm" w="sm" type="stealth"/>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2"/>
          <p:cNvSpPr/>
          <p:nvPr/>
        </p:nvSpPr>
        <p:spPr>
          <a:xfrm rot="-849174">
            <a:off x="4189179" y="2710758"/>
            <a:ext cx="571755" cy="571755"/>
          </a:xfrm>
          <a:prstGeom prst="arc">
            <a:avLst>
              <a:gd fmla="val 16200000" name="adj1"/>
              <a:gd fmla="val 0" name="adj2"/>
            </a:avLst>
          </a:prstGeom>
          <a:noFill/>
          <a:ln cap="flat" cmpd="sng" w="9525">
            <a:solidFill>
              <a:srgbClr val="000000"/>
            </a:solidFill>
            <a:prstDash val="solid"/>
            <a:round/>
            <a:headEnd len="sm" w="sm" type="none"/>
            <a:tailEnd len="sm" w="sm" type="stealth"/>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56" name="Google Shape;3456;p52"/>
          <p:cNvGrpSpPr/>
          <p:nvPr/>
        </p:nvGrpSpPr>
        <p:grpSpPr>
          <a:xfrm>
            <a:off x="1330438" y="3091925"/>
            <a:ext cx="560825" cy="576250"/>
            <a:chOff x="1330438" y="3091925"/>
            <a:chExt cx="560825" cy="576250"/>
          </a:xfrm>
        </p:grpSpPr>
        <p:sp>
          <p:nvSpPr>
            <p:cNvPr id="3457" name="Google Shape;3457;p52"/>
            <p:cNvSpPr/>
            <p:nvPr/>
          </p:nvSpPr>
          <p:spPr>
            <a:xfrm>
              <a:off x="1503313" y="3100975"/>
              <a:ext cx="215100" cy="558075"/>
            </a:xfrm>
            <a:custGeom>
              <a:rect b="b" l="l" r="r" t="t"/>
              <a:pathLst>
                <a:path extrusionOk="0" h="22323" w="8604">
                  <a:moveTo>
                    <a:pt x="4300" y="1"/>
                  </a:moveTo>
                  <a:cubicBezTo>
                    <a:pt x="1926" y="1"/>
                    <a:pt x="0" y="1926"/>
                    <a:pt x="0" y="4301"/>
                  </a:cubicBezTo>
                  <a:lnTo>
                    <a:pt x="0" y="18022"/>
                  </a:lnTo>
                  <a:cubicBezTo>
                    <a:pt x="0" y="20397"/>
                    <a:pt x="1926" y="22322"/>
                    <a:pt x="4300" y="22322"/>
                  </a:cubicBezTo>
                  <a:lnTo>
                    <a:pt x="4303" y="22322"/>
                  </a:lnTo>
                  <a:cubicBezTo>
                    <a:pt x="6678" y="22322"/>
                    <a:pt x="8604" y="20399"/>
                    <a:pt x="8604" y="18023"/>
                  </a:cubicBezTo>
                  <a:lnTo>
                    <a:pt x="8604" y="4301"/>
                  </a:lnTo>
                  <a:cubicBezTo>
                    <a:pt x="8604" y="1926"/>
                    <a:pt x="6678" y="1"/>
                    <a:pt x="43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2"/>
            <p:cNvSpPr/>
            <p:nvPr/>
          </p:nvSpPr>
          <p:spPr>
            <a:xfrm>
              <a:off x="1340738" y="3186525"/>
              <a:ext cx="540225" cy="387100"/>
            </a:xfrm>
            <a:custGeom>
              <a:rect b="b" l="l" r="r" t="t"/>
              <a:pathLst>
                <a:path extrusionOk="0" h="15484" w="21609">
                  <a:moveTo>
                    <a:pt x="4919" y="0"/>
                  </a:moveTo>
                  <a:cubicBezTo>
                    <a:pt x="3432" y="0"/>
                    <a:pt x="1985" y="776"/>
                    <a:pt x="1188" y="2164"/>
                  </a:cubicBezTo>
                  <a:cubicBezTo>
                    <a:pt x="0" y="4230"/>
                    <a:pt x="705" y="6873"/>
                    <a:pt x="2761" y="8067"/>
                  </a:cubicBezTo>
                  <a:lnTo>
                    <a:pt x="14541" y="14903"/>
                  </a:lnTo>
                  <a:cubicBezTo>
                    <a:pt x="15219" y="15296"/>
                    <a:pt x="15959" y="15483"/>
                    <a:pt x="16690" y="15483"/>
                  </a:cubicBezTo>
                  <a:cubicBezTo>
                    <a:pt x="18177" y="15483"/>
                    <a:pt x="19624" y="14707"/>
                    <a:pt x="20422" y="13320"/>
                  </a:cubicBezTo>
                  <a:cubicBezTo>
                    <a:pt x="21608" y="11252"/>
                    <a:pt x="20905" y="8609"/>
                    <a:pt x="18847" y="7416"/>
                  </a:cubicBezTo>
                  <a:lnTo>
                    <a:pt x="7067" y="581"/>
                  </a:lnTo>
                  <a:cubicBezTo>
                    <a:pt x="6390" y="187"/>
                    <a:pt x="5650" y="0"/>
                    <a:pt x="49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2"/>
            <p:cNvSpPr/>
            <p:nvPr/>
          </p:nvSpPr>
          <p:spPr>
            <a:xfrm>
              <a:off x="1503313" y="3194500"/>
              <a:ext cx="215100" cy="371025"/>
            </a:xfrm>
            <a:custGeom>
              <a:rect b="b" l="l" r="r" t="t"/>
              <a:pathLst>
                <a:path extrusionOk="0" h="14841" w="8604">
                  <a:moveTo>
                    <a:pt x="39" y="0"/>
                  </a:moveTo>
                  <a:cubicBezTo>
                    <a:pt x="14" y="191"/>
                    <a:pt x="0" y="387"/>
                    <a:pt x="0" y="583"/>
                  </a:cubicBezTo>
                  <a:lnTo>
                    <a:pt x="0" y="9917"/>
                  </a:lnTo>
                  <a:lnTo>
                    <a:pt x="8042" y="14582"/>
                  </a:lnTo>
                  <a:cubicBezTo>
                    <a:pt x="8213" y="14683"/>
                    <a:pt x="8386" y="14767"/>
                    <a:pt x="8564" y="14841"/>
                  </a:cubicBezTo>
                  <a:cubicBezTo>
                    <a:pt x="8589" y="14650"/>
                    <a:pt x="8604" y="14456"/>
                    <a:pt x="8604" y="14258"/>
                  </a:cubicBezTo>
                  <a:lnTo>
                    <a:pt x="8604" y="4924"/>
                  </a:lnTo>
                  <a:lnTo>
                    <a:pt x="561" y="257"/>
                  </a:lnTo>
                  <a:cubicBezTo>
                    <a:pt x="391" y="158"/>
                    <a:pt x="216" y="73"/>
                    <a:pt x="39"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2"/>
            <p:cNvSpPr/>
            <p:nvPr/>
          </p:nvSpPr>
          <p:spPr>
            <a:xfrm>
              <a:off x="1340738" y="3186450"/>
              <a:ext cx="540225" cy="387100"/>
            </a:xfrm>
            <a:custGeom>
              <a:rect b="b" l="l" r="r" t="t"/>
              <a:pathLst>
                <a:path extrusionOk="0" h="15484" w="21609">
                  <a:moveTo>
                    <a:pt x="16691" y="1"/>
                  </a:moveTo>
                  <a:cubicBezTo>
                    <a:pt x="15960" y="1"/>
                    <a:pt x="15219" y="188"/>
                    <a:pt x="14541" y="582"/>
                  </a:cubicBezTo>
                  <a:lnTo>
                    <a:pt x="2763" y="7418"/>
                  </a:lnTo>
                  <a:cubicBezTo>
                    <a:pt x="705" y="8612"/>
                    <a:pt x="0" y="11255"/>
                    <a:pt x="1188" y="13320"/>
                  </a:cubicBezTo>
                  <a:cubicBezTo>
                    <a:pt x="1985" y="14708"/>
                    <a:pt x="3431" y="15484"/>
                    <a:pt x="4919" y="15484"/>
                  </a:cubicBezTo>
                  <a:cubicBezTo>
                    <a:pt x="5650" y="15484"/>
                    <a:pt x="6390" y="15297"/>
                    <a:pt x="7069" y="14903"/>
                  </a:cubicBezTo>
                  <a:lnTo>
                    <a:pt x="18847" y="8067"/>
                  </a:lnTo>
                  <a:cubicBezTo>
                    <a:pt x="20905" y="6874"/>
                    <a:pt x="21608" y="4232"/>
                    <a:pt x="20422" y="2164"/>
                  </a:cubicBezTo>
                  <a:cubicBezTo>
                    <a:pt x="19625" y="777"/>
                    <a:pt x="18179" y="1"/>
                    <a:pt x="166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2"/>
            <p:cNvSpPr/>
            <p:nvPr/>
          </p:nvSpPr>
          <p:spPr>
            <a:xfrm>
              <a:off x="1503313" y="3194575"/>
              <a:ext cx="215100" cy="371000"/>
            </a:xfrm>
            <a:custGeom>
              <a:rect b="b" l="l" r="r" t="t"/>
              <a:pathLst>
                <a:path extrusionOk="0" h="14840" w="8604">
                  <a:moveTo>
                    <a:pt x="8564" y="0"/>
                  </a:moveTo>
                  <a:cubicBezTo>
                    <a:pt x="8386" y="73"/>
                    <a:pt x="8213" y="158"/>
                    <a:pt x="8042" y="257"/>
                  </a:cubicBezTo>
                  <a:lnTo>
                    <a:pt x="0" y="4924"/>
                  </a:lnTo>
                  <a:lnTo>
                    <a:pt x="0" y="14257"/>
                  </a:lnTo>
                  <a:cubicBezTo>
                    <a:pt x="0" y="14454"/>
                    <a:pt x="14" y="14649"/>
                    <a:pt x="39" y="14839"/>
                  </a:cubicBezTo>
                  <a:cubicBezTo>
                    <a:pt x="216" y="14767"/>
                    <a:pt x="391" y="14682"/>
                    <a:pt x="561" y="14582"/>
                  </a:cubicBezTo>
                  <a:lnTo>
                    <a:pt x="8604" y="9915"/>
                  </a:lnTo>
                  <a:lnTo>
                    <a:pt x="8604" y="583"/>
                  </a:lnTo>
                  <a:cubicBezTo>
                    <a:pt x="8604" y="385"/>
                    <a:pt x="8589" y="189"/>
                    <a:pt x="8564"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2"/>
            <p:cNvSpPr/>
            <p:nvPr/>
          </p:nvSpPr>
          <p:spPr>
            <a:xfrm>
              <a:off x="1503313" y="3255200"/>
              <a:ext cx="215075" cy="249650"/>
            </a:xfrm>
            <a:custGeom>
              <a:rect b="b" l="l" r="r" t="t"/>
              <a:pathLst>
                <a:path extrusionOk="0" h="9986" w="8603">
                  <a:moveTo>
                    <a:pt x="4300" y="1"/>
                  </a:moveTo>
                  <a:lnTo>
                    <a:pt x="0" y="2496"/>
                  </a:lnTo>
                  <a:lnTo>
                    <a:pt x="0" y="7490"/>
                  </a:lnTo>
                  <a:lnTo>
                    <a:pt x="4300" y="9986"/>
                  </a:lnTo>
                  <a:lnTo>
                    <a:pt x="8602" y="7490"/>
                  </a:lnTo>
                  <a:lnTo>
                    <a:pt x="8602" y="2496"/>
                  </a:lnTo>
                  <a:lnTo>
                    <a:pt x="43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2"/>
            <p:cNvSpPr/>
            <p:nvPr/>
          </p:nvSpPr>
          <p:spPr>
            <a:xfrm>
              <a:off x="1550488" y="3319350"/>
              <a:ext cx="120700" cy="121350"/>
            </a:xfrm>
            <a:custGeom>
              <a:rect b="b" l="l" r="r" t="t"/>
              <a:pathLst>
                <a:path extrusionOk="0" h="4854" w="4828">
                  <a:moveTo>
                    <a:pt x="2413" y="0"/>
                  </a:moveTo>
                  <a:cubicBezTo>
                    <a:pt x="1080" y="0"/>
                    <a:pt x="0" y="1087"/>
                    <a:pt x="0" y="2427"/>
                  </a:cubicBezTo>
                  <a:cubicBezTo>
                    <a:pt x="0" y="3766"/>
                    <a:pt x="1082" y="4853"/>
                    <a:pt x="2413" y="4853"/>
                  </a:cubicBezTo>
                  <a:cubicBezTo>
                    <a:pt x="3748" y="4853"/>
                    <a:pt x="4828" y="3766"/>
                    <a:pt x="4828" y="2427"/>
                  </a:cubicBezTo>
                  <a:cubicBezTo>
                    <a:pt x="4828" y="1087"/>
                    <a:pt x="3748" y="0"/>
                    <a:pt x="24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2"/>
            <p:cNvSpPr/>
            <p:nvPr/>
          </p:nvSpPr>
          <p:spPr>
            <a:xfrm>
              <a:off x="1550913" y="3324175"/>
              <a:ext cx="120275" cy="116525"/>
            </a:xfrm>
            <a:custGeom>
              <a:rect b="b" l="l" r="r" t="t"/>
              <a:pathLst>
                <a:path extrusionOk="0" h="4661" w="4811">
                  <a:moveTo>
                    <a:pt x="3344" y="0"/>
                  </a:moveTo>
                  <a:lnTo>
                    <a:pt x="3344" y="0"/>
                  </a:lnTo>
                  <a:cubicBezTo>
                    <a:pt x="3354" y="97"/>
                    <a:pt x="3361" y="195"/>
                    <a:pt x="3361" y="292"/>
                  </a:cubicBezTo>
                  <a:cubicBezTo>
                    <a:pt x="3361" y="1632"/>
                    <a:pt x="2280" y="2719"/>
                    <a:pt x="947" y="2719"/>
                  </a:cubicBezTo>
                  <a:cubicBezTo>
                    <a:pt x="612" y="2719"/>
                    <a:pt x="292" y="2649"/>
                    <a:pt x="0" y="2526"/>
                  </a:cubicBezTo>
                  <a:lnTo>
                    <a:pt x="0" y="2526"/>
                  </a:lnTo>
                  <a:cubicBezTo>
                    <a:pt x="144" y="3728"/>
                    <a:pt x="1163" y="4660"/>
                    <a:pt x="2396" y="4660"/>
                  </a:cubicBezTo>
                  <a:cubicBezTo>
                    <a:pt x="3731" y="4660"/>
                    <a:pt x="4811" y="3573"/>
                    <a:pt x="4811" y="2234"/>
                  </a:cubicBezTo>
                  <a:cubicBezTo>
                    <a:pt x="4811" y="1232"/>
                    <a:pt x="4207" y="373"/>
                    <a:pt x="3344"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2"/>
            <p:cNvSpPr/>
            <p:nvPr/>
          </p:nvSpPr>
          <p:spPr>
            <a:xfrm>
              <a:off x="1601813" y="3370900"/>
              <a:ext cx="42250" cy="42475"/>
            </a:xfrm>
            <a:custGeom>
              <a:rect b="b" l="l" r="r" t="t"/>
              <a:pathLst>
                <a:path extrusionOk="0" h="1699" w="1690">
                  <a:moveTo>
                    <a:pt x="1330" y="0"/>
                  </a:moveTo>
                  <a:cubicBezTo>
                    <a:pt x="1128" y="0"/>
                    <a:pt x="967" y="163"/>
                    <a:pt x="967" y="365"/>
                  </a:cubicBezTo>
                  <a:cubicBezTo>
                    <a:pt x="967" y="699"/>
                    <a:pt x="694" y="971"/>
                    <a:pt x="363" y="971"/>
                  </a:cubicBezTo>
                  <a:cubicBezTo>
                    <a:pt x="161" y="971"/>
                    <a:pt x="1" y="1134"/>
                    <a:pt x="1" y="1334"/>
                  </a:cubicBezTo>
                  <a:cubicBezTo>
                    <a:pt x="1" y="1535"/>
                    <a:pt x="161" y="1698"/>
                    <a:pt x="363" y="1698"/>
                  </a:cubicBezTo>
                  <a:cubicBezTo>
                    <a:pt x="1095" y="1698"/>
                    <a:pt x="1689" y="1100"/>
                    <a:pt x="1689" y="365"/>
                  </a:cubicBezTo>
                  <a:cubicBezTo>
                    <a:pt x="1689" y="163"/>
                    <a:pt x="1526" y="0"/>
                    <a:pt x="13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2"/>
            <p:cNvSpPr/>
            <p:nvPr/>
          </p:nvSpPr>
          <p:spPr>
            <a:xfrm>
              <a:off x="1330438" y="3091925"/>
              <a:ext cx="560825" cy="576250"/>
            </a:xfrm>
            <a:custGeom>
              <a:rect b="b" l="l" r="r" t="t"/>
              <a:pathLst>
                <a:path extrusionOk="0" h="23050" w="22433">
                  <a:moveTo>
                    <a:pt x="7279" y="4667"/>
                  </a:moveTo>
                  <a:cubicBezTo>
                    <a:pt x="7285" y="4670"/>
                    <a:pt x="7287" y="4672"/>
                    <a:pt x="7293" y="4676"/>
                  </a:cubicBezTo>
                  <a:lnTo>
                    <a:pt x="10491" y="6532"/>
                  </a:lnTo>
                  <a:lnTo>
                    <a:pt x="7279" y="8395"/>
                  </a:lnTo>
                  <a:lnTo>
                    <a:pt x="7279" y="4686"/>
                  </a:lnTo>
                  <a:lnTo>
                    <a:pt x="7279" y="4667"/>
                  </a:lnTo>
                  <a:close/>
                  <a:moveTo>
                    <a:pt x="17100" y="4144"/>
                  </a:moveTo>
                  <a:cubicBezTo>
                    <a:pt x="17440" y="4144"/>
                    <a:pt x="17783" y="4189"/>
                    <a:pt x="18121" y="4279"/>
                  </a:cubicBezTo>
                  <a:cubicBezTo>
                    <a:pt x="19138" y="4554"/>
                    <a:pt x="19989" y="5209"/>
                    <a:pt x="20517" y="6125"/>
                  </a:cubicBezTo>
                  <a:cubicBezTo>
                    <a:pt x="21604" y="8017"/>
                    <a:pt x="20957" y="10443"/>
                    <a:pt x="19077" y="11536"/>
                  </a:cubicBezTo>
                  <a:lnTo>
                    <a:pt x="15882" y="13389"/>
                  </a:lnTo>
                  <a:lnTo>
                    <a:pt x="15882" y="9660"/>
                  </a:lnTo>
                  <a:lnTo>
                    <a:pt x="18276" y="11050"/>
                  </a:lnTo>
                  <a:cubicBezTo>
                    <a:pt x="18333" y="11083"/>
                    <a:pt x="18396" y="11099"/>
                    <a:pt x="18458" y="11099"/>
                  </a:cubicBezTo>
                  <a:cubicBezTo>
                    <a:pt x="18583" y="11099"/>
                    <a:pt x="18705" y="11034"/>
                    <a:pt x="18773" y="10917"/>
                  </a:cubicBezTo>
                  <a:cubicBezTo>
                    <a:pt x="18874" y="10744"/>
                    <a:pt x="18816" y="10522"/>
                    <a:pt x="18641" y="10420"/>
                  </a:cubicBezTo>
                  <a:lnTo>
                    <a:pt x="15882" y="8820"/>
                  </a:lnTo>
                  <a:lnTo>
                    <a:pt x="15882" y="5702"/>
                  </a:lnTo>
                  <a:cubicBezTo>
                    <a:pt x="15882" y="5500"/>
                    <a:pt x="15719" y="5337"/>
                    <a:pt x="15519" y="5337"/>
                  </a:cubicBezTo>
                  <a:cubicBezTo>
                    <a:pt x="15318" y="5337"/>
                    <a:pt x="15153" y="5500"/>
                    <a:pt x="15153" y="5701"/>
                  </a:cubicBezTo>
                  <a:lnTo>
                    <a:pt x="15153" y="8395"/>
                  </a:lnTo>
                  <a:lnTo>
                    <a:pt x="11943" y="6532"/>
                  </a:lnTo>
                  <a:lnTo>
                    <a:pt x="15141" y="4676"/>
                  </a:lnTo>
                  <a:cubicBezTo>
                    <a:pt x="15746" y="4324"/>
                    <a:pt x="16418" y="4144"/>
                    <a:pt x="17100" y="4144"/>
                  </a:cubicBezTo>
                  <a:close/>
                  <a:moveTo>
                    <a:pt x="11215" y="9461"/>
                  </a:moveTo>
                  <a:cubicBezTo>
                    <a:pt x="12345" y="9461"/>
                    <a:pt x="13266" y="10387"/>
                    <a:pt x="13266" y="11524"/>
                  </a:cubicBezTo>
                  <a:cubicBezTo>
                    <a:pt x="13266" y="12661"/>
                    <a:pt x="12345" y="13586"/>
                    <a:pt x="11215" y="13586"/>
                  </a:cubicBezTo>
                  <a:cubicBezTo>
                    <a:pt x="10086" y="13586"/>
                    <a:pt x="9166" y="12661"/>
                    <a:pt x="9166" y="11524"/>
                  </a:cubicBezTo>
                  <a:cubicBezTo>
                    <a:pt x="9166" y="10387"/>
                    <a:pt x="10086" y="9461"/>
                    <a:pt x="11215" y="9461"/>
                  </a:cubicBezTo>
                  <a:close/>
                  <a:moveTo>
                    <a:pt x="11218" y="8733"/>
                  </a:moveTo>
                  <a:cubicBezTo>
                    <a:pt x="9685" y="8733"/>
                    <a:pt x="8440" y="9985"/>
                    <a:pt x="8440" y="11524"/>
                  </a:cubicBezTo>
                  <a:cubicBezTo>
                    <a:pt x="8440" y="13062"/>
                    <a:pt x="9685" y="14314"/>
                    <a:pt x="11218" y="14314"/>
                  </a:cubicBezTo>
                  <a:cubicBezTo>
                    <a:pt x="12750" y="14314"/>
                    <a:pt x="13997" y="13062"/>
                    <a:pt x="13997" y="11524"/>
                  </a:cubicBezTo>
                  <a:cubicBezTo>
                    <a:pt x="13997" y="9985"/>
                    <a:pt x="12750" y="8733"/>
                    <a:pt x="11218" y="8733"/>
                  </a:cubicBezTo>
                  <a:close/>
                  <a:moveTo>
                    <a:pt x="11215" y="6953"/>
                  </a:moveTo>
                  <a:lnTo>
                    <a:pt x="15152" y="9238"/>
                  </a:lnTo>
                  <a:lnTo>
                    <a:pt x="15153" y="13812"/>
                  </a:lnTo>
                  <a:lnTo>
                    <a:pt x="11217" y="16096"/>
                  </a:lnTo>
                  <a:lnTo>
                    <a:pt x="7279" y="13812"/>
                  </a:lnTo>
                  <a:lnTo>
                    <a:pt x="7279" y="9238"/>
                  </a:lnTo>
                  <a:lnTo>
                    <a:pt x="11215" y="6953"/>
                  </a:lnTo>
                  <a:close/>
                  <a:moveTo>
                    <a:pt x="15153" y="14652"/>
                  </a:moveTo>
                  <a:lnTo>
                    <a:pt x="15153" y="18361"/>
                  </a:lnTo>
                  <a:lnTo>
                    <a:pt x="15153" y="18381"/>
                  </a:lnTo>
                  <a:cubicBezTo>
                    <a:pt x="15149" y="18377"/>
                    <a:pt x="15145" y="18375"/>
                    <a:pt x="15141" y="18371"/>
                  </a:cubicBezTo>
                  <a:lnTo>
                    <a:pt x="11943" y="16515"/>
                  </a:lnTo>
                  <a:lnTo>
                    <a:pt x="15153" y="14652"/>
                  </a:lnTo>
                  <a:close/>
                  <a:moveTo>
                    <a:pt x="7279" y="14654"/>
                  </a:moveTo>
                  <a:lnTo>
                    <a:pt x="10491" y="16517"/>
                  </a:lnTo>
                  <a:lnTo>
                    <a:pt x="8137" y="17884"/>
                  </a:lnTo>
                  <a:cubicBezTo>
                    <a:pt x="7963" y="17985"/>
                    <a:pt x="7904" y="18206"/>
                    <a:pt x="8005" y="18381"/>
                  </a:cubicBezTo>
                  <a:cubicBezTo>
                    <a:pt x="8073" y="18497"/>
                    <a:pt x="8195" y="18561"/>
                    <a:pt x="8320" y="18561"/>
                  </a:cubicBezTo>
                  <a:cubicBezTo>
                    <a:pt x="8383" y="18561"/>
                    <a:pt x="8446" y="18545"/>
                    <a:pt x="8504" y="18512"/>
                  </a:cubicBezTo>
                  <a:lnTo>
                    <a:pt x="11218" y="16936"/>
                  </a:lnTo>
                  <a:lnTo>
                    <a:pt x="14775" y="19001"/>
                  </a:lnTo>
                  <a:cubicBezTo>
                    <a:pt x="14873" y="19058"/>
                    <a:pt x="14973" y="19110"/>
                    <a:pt x="15074" y="19160"/>
                  </a:cubicBezTo>
                  <a:cubicBezTo>
                    <a:pt x="14704" y="20963"/>
                    <a:pt x="13115" y="22322"/>
                    <a:pt x="11215" y="22322"/>
                  </a:cubicBezTo>
                  <a:cubicBezTo>
                    <a:pt x="9045" y="22322"/>
                    <a:pt x="7279" y="20545"/>
                    <a:pt x="7279" y="18363"/>
                  </a:cubicBezTo>
                  <a:lnTo>
                    <a:pt x="7279" y="14654"/>
                  </a:lnTo>
                  <a:close/>
                  <a:moveTo>
                    <a:pt x="11214" y="0"/>
                  </a:moveTo>
                  <a:cubicBezTo>
                    <a:pt x="9007" y="0"/>
                    <a:pt x="7155" y="1547"/>
                    <a:pt x="6672" y="3617"/>
                  </a:cubicBezTo>
                  <a:cubicBezTo>
                    <a:pt x="6236" y="3484"/>
                    <a:pt x="5784" y="3416"/>
                    <a:pt x="5329" y="3416"/>
                  </a:cubicBezTo>
                  <a:cubicBezTo>
                    <a:pt x="4926" y="3416"/>
                    <a:pt x="4521" y="3469"/>
                    <a:pt x="4123" y="3576"/>
                  </a:cubicBezTo>
                  <a:cubicBezTo>
                    <a:pt x="2916" y="3899"/>
                    <a:pt x="1907" y="4676"/>
                    <a:pt x="1283" y="5763"/>
                  </a:cubicBezTo>
                  <a:cubicBezTo>
                    <a:pt x="391" y="7316"/>
                    <a:pt x="466" y="9277"/>
                    <a:pt x="1478" y="10760"/>
                  </a:cubicBezTo>
                  <a:cubicBezTo>
                    <a:pt x="1549" y="10862"/>
                    <a:pt x="1663" y="10918"/>
                    <a:pt x="1779" y="10918"/>
                  </a:cubicBezTo>
                  <a:cubicBezTo>
                    <a:pt x="1849" y="10918"/>
                    <a:pt x="1921" y="10898"/>
                    <a:pt x="1984" y="10855"/>
                  </a:cubicBezTo>
                  <a:cubicBezTo>
                    <a:pt x="2150" y="10741"/>
                    <a:pt x="2193" y="10517"/>
                    <a:pt x="2079" y="10349"/>
                  </a:cubicBezTo>
                  <a:cubicBezTo>
                    <a:pt x="1225" y="9097"/>
                    <a:pt x="1161" y="7440"/>
                    <a:pt x="1916" y="6125"/>
                  </a:cubicBezTo>
                  <a:cubicBezTo>
                    <a:pt x="2444" y="5206"/>
                    <a:pt x="3294" y="4551"/>
                    <a:pt x="4313" y="4279"/>
                  </a:cubicBezTo>
                  <a:cubicBezTo>
                    <a:pt x="4650" y="4189"/>
                    <a:pt x="4993" y="4145"/>
                    <a:pt x="5334" y="4145"/>
                  </a:cubicBezTo>
                  <a:cubicBezTo>
                    <a:pt x="5752" y="4145"/>
                    <a:pt x="6166" y="4212"/>
                    <a:pt x="6563" y="4345"/>
                  </a:cubicBezTo>
                  <a:cubicBezTo>
                    <a:pt x="6554" y="4457"/>
                    <a:pt x="6551" y="4572"/>
                    <a:pt x="6551" y="4686"/>
                  </a:cubicBezTo>
                  <a:lnTo>
                    <a:pt x="6551" y="8818"/>
                  </a:lnTo>
                  <a:lnTo>
                    <a:pt x="2993" y="10885"/>
                  </a:lnTo>
                  <a:cubicBezTo>
                    <a:pt x="767" y="12178"/>
                    <a:pt x="0" y="15047"/>
                    <a:pt x="1286" y="17285"/>
                  </a:cubicBezTo>
                  <a:cubicBezTo>
                    <a:pt x="2042" y="18604"/>
                    <a:pt x="3398" y="19474"/>
                    <a:pt x="4909" y="19612"/>
                  </a:cubicBezTo>
                  <a:cubicBezTo>
                    <a:pt x="5048" y="19624"/>
                    <a:pt x="5189" y="19631"/>
                    <a:pt x="5329" y="19631"/>
                  </a:cubicBezTo>
                  <a:cubicBezTo>
                    <a:pt x="5539" y="19631"/>
                    <a:pt x="5748" y="19617"/>
                    <a:pt x="5956" y="19588"/>
                  </a:cubicBezTo>
                  <a:cubicBezTo>
                    <a:pt x="6155" y="19562"/>
                    <a:pt x="6296" y="19377"/>
                    <a:pt x="6267" y="19178"/>
                  </a:cubicBezTo>
                  <a:cubicBezTo>
                    <a:pt x="6241" y="18996"/>
                    <a:pt x="6085" y="18864"/>
                    <a:pt x="5906" y="18864"/>
                  </a:cubicBezTo>
                  <a:cubicBezTo>
                    <a:pt x="5890" y="18864"/>
                    <a:pt x="5873" y="18865"/>
                    <a:pt x="5856" y="18867"/>
                  </a:cubicBezTo>
                  <a:cubicBezTo>
                    <a:pt x="5680" y="18890"/>
                    <a:pt x="5501" y="18902"/>
                    <a:pt x="5322" y="18902"/>
                  </a:cubicBezTo>
                  <a:cubicBezTo>
                    <a:pt x="5206" y="18902"/>
                    <a:pt x="5089" y="18897"/>
                    <a:pt x="4974" y="18887"/>
                  </a:cubicBezTo>
                  <a:cubicBezTo>
                    <a:pt x="3698" y="18771"/>
                    <a:pt x="2555" y="18036"/>
                    <a:pt x="1916" y="16923"/>
                  </a:cubicBezTo>
                  <a:cubicBezTo>
                    <a:pt x="830" y="15032"/>
                    <a:pt x="1475" y="12606"/>
                    <a:pt x="3357" y="11513"/>
                  </a:cubicBezTo>
                  <a:lnTo>
                    <a:pt x="6551" y="9660"/>
                  </a:lnTo>
                  <a:lnTo>
                    <a:pt x="6551" y="13389"/>
                  </a:lnTo>
                  <a:lnTo>
                    <a:pt x="4158" y="12000"/>
                  </a:lnTo>
                  <a:cubicBezTo>
                    <a:pt x="4101" y="11966"/>
                    <a:pt x="4038" y="11950"/>
                    <a:pt x="3975" y="11950"/>
                  </a:cubicBezTo>
                  <a:cubicBezTo>
                    <a:pt x="3850" y="11950"/>
                    <a:pt x="3728" y="12015"/>
                    <a:pt x="3661" y="12131"/>
                  </a:cubicBezTo>
                  <a:cubicBezTo>
                    <a:pt x="3560" y="12306"/>
                    <a:pt x="3618" y="12528"/>
                    <a:pt x="3793" y="12628"/>
                  </a:cubicBezTo>
                  <a:lnTo>
                    <a:pt x="6551" y="14229"/>
                  </a:lnTo>
                  <a:lnTo>
                    <a:pt x="6551" y="18361"/>
                  </a:lnTo>
                  <a:cubicBezTo>
                    <a:pt x="6551" y="20946"/>
                    <a:pt x="8643" y="23049"/>
                    <a:pt x="11215" y="23049"/>
                  </a:cubicBezTo>
                  <a:cubicBezTo>
                    <a:pt x="13422" y="23049"/>
                    <a:pt x="15276" y="21502"/>
                    <a:pt x="15757" y="19431"/>
                  </a:cubicBezTo>
                  <a:cubicBezTo>
                    <a:pt x="16194" y="19565"/>
                    <a:pt x="16646" y="19632"/>
                    <a:pt x="17101" y="19632"/>
                  </a:cubicBezTo>
                  <a:cubicBezTo>
                    <a:pt x="17503" y="19632"/>
                    <a:pt x="17908" y="19579"/>
                    <a:pt x="18307" y="19473"/>
                  </a:cubicBezTo>
                  <a:cubicBezTo>
                    <a:pt x="19513" y="19150"/>
                    <a:pt x="20522" y="18374"/>
                    <a:pt x="21146" y="17285"/>
                  </a:cubicBezTo>
                  <a:cubicBezTo>
                    <a:pt x="22039" y="15732"/>
                    <a:pt x="21963" y="13771"/>
                    <a:pt x="20951" y="12289"/>
                  </a:cubicBezTo>
                  <a:cubicBezTo>
                    <a:pt x="20882" y="12186"/>
                    <a:pt x="20769" y="12130"/>
                    <a:pt x="20653" y="12130"/>
                  </a:cubicBezTo>
                  <a:cubicBezTo>
                    <a:pt x="20582" y="12130"/>
                    <a:pt x="20511" y="12151"/>
                    <a:pt x="20448" y="12194"/>
                  </a:cubicBezTo>
                  <a:cubicBezTo>
                    <a:pt x="20281" y="12307"/>
                    <a:pt x="20238" y="12533"/>
                    <a:pt x="20352" y="12700"/>
                  </a:cubicBezTo>
                  <a:cubicBezTo>
                    <a:pt x="21206" y="13952"/>
                    <a:pt x="21270" y="15610"/>
                    <a:pt x="20515" y="16924"/>
                  </a:cubicBezTo>
                  <a:cubicBezTo>
                    <a:pt x="19988" y="17843"/>
                    <a:pt x="19137" y="18498"/>
                    <a:pt x="18119" y="18769"/>
                  </a:cubicBezTo>
                  <a:cubicBezTo>
                    <a:pt x="17781" y="18859"/>
                    <a:pt x="17438" y="18904"/>
                    <a:pt x="17097" y="18904"/>
                  </a:cubicBezTo>
                  <a:cubicBezTo>
                    <a:pt x="16679" y="18904"/>
                    <a:pt x="16265" y="18837"/>
                    <a:pt x="15868" y="18704"/>
                  </a:cubicBezTo>
                  <a:cubicBezTo>
                    <a:pt x="15877" y="18591"/>
                    <a:pt x="15881" y="18476"/>
                    <a:pt x="15881" y="18363"/>
                  </a:cubicBezTo>
                  <a:lnTo>
                    <a:pt x="15881" y="14230"/>
                  </a:lnTo>
                  <a:lnTo>
                    <a:pt x="19438" y="12165"/>
                  </a:lnTo>
                  <a:cubicBezTo>
                    <a:pt x="21665" y="10872"/>
                    <a:pt x="22432" y="8001"/>
                    <a:pt x="21146" y="5763"/>
                  </a:cubicBezTo>
                  <a:cubicBezTo>
                    <a:pt x="20522" y="4676"/>
                    <a:pt x="19513" y="3899"/>
                    <a:pt x="18307" y="3576"/>
                  </a:cubicBezTo>
                  <a:cubicBezTo>
                    <a:pt x="17907" y="3469"/>
                    <a:pt x="17501" y="3416"/>
                    <a:pt x="17098" y="3416"/>
                  </a:cubicBezTo>
                  <a:cubicBezTo>
                    <a:pt x="16289" y="3416"/>
                    <a:pt x="15491" y="3629"/>
                    <a:pt x="14772" y="4046"/>
                  </a:cubicBezTo>
                  <a:lnTo>
                    <a:pt x="11214" y="6111"/>
                  </a:lnTo>
                  <a:lnTo>
                    <a:pt x="7656" y="4046"/>
                  </a:lnTo>
                  <a:cubicBezTo>
                    <a:pt x="7558" y="3990"/>
                    <a:pt x="7458" y="3937"/>
                    <a:pt x="7357" y="3887"/>
                  </a:cubicBezTo>
                  <a:cubicBezTo>
                    <a:pt x="7727" y="2085"/>
                    <a:pt x="9315" y="727"/>
                    <a:pt x="11214" y="727"/>
                  </a:cubicBezTo>
                  <a:cubicBezTo>
                    <a:pt x="12729" y="727"/>
                    <a:pt x="14086" y="1578"/>
                    <a:pt x="14753" y="2949"/>
                  </a:cubicBezTo>
                  <a:cubicBezTo>
                    <a:pt x="14816" y="3079"/>
                    <a:pt x="14945" y="3154"/>
                    <a:pt x="15080" y="3154"/>
                  </a:cubicBezTo>
                  <a:cubicBezTo>
                    <a:pt x="15133" y="3154"/>
                    <a:pt x="15187" y="3142"/>
                    <a:pt x="15239" y="3117"/>
                  </a:cubicBezTo>
                  <a:cubicBezTo>
                    <a:pt x="15421" y="3030"/>
                    <a:pt x="15496" y="2811"/>
                    <a:pt x="15408" y="2631"/>
                  </a:cubicBezTo>
                  <a:cubicBezTo>
                    <a:pt x="15030" y="1855"/>
                    <a:pt x="14446" y="1197"/>
                    <a:pt x="13718" y="732"/>
                  </a:cubicBezTo>
                  <a:cubicBezTo>
                    <a:pt x="12971" y="252"/>
                    <a:pt x="12105" y="0"/>
                    <a:pt x="1121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7" name="Google Shape;3467;p52"/>
          <p:cNvGrpSpPr/>
          <p:nvPr/>
        </p:nvGrpSpPr>
        <p:grpSpPr>
          <a:xfrm>
            <a:off x="3296813" y="1835650"/>
            <a:ext cx="576275" cy="576200"/>
            <a:chOff x="3296813" y="1835650"/>
            <a:chExt cx="576275" cy="576200"/>
          </a:xfrm>
        </p:grpSpPr>
        <p:sp>
          <p:nvSpPr>
            <p:cNvPr id="3468" name="Google Shape;3468;p52"/>
            <p:cNvSpPr/>
            <p:nvPr/>
          </p:nvSpPr>
          <p:spPr>
            <a:xfrm>
              <a:off x="3548463" y="1844625"/>
              <a:ext cx="72850" cy="72850"/>
            </a:xfrm>
            <a:custGeom>
              <a:rect b="b" l="l" r="r" t="t"/>
              <a:pathLst>
                <a:path extrusionOk="0" h="2914" w="2914">
                  <a:moveTo>
                    <a:pt x="1457" y="1"/>
                  </a:moveTo>
                  <a:cubicBezTo>
                    <a:pt x="652" y="1"/>
                    <a:pt x="0" y="653"/>
                    <a:pt x="0" y="1457"/>
                  </a:cubicBezTo>
                  <a:cubicBezTo>
                    <a:pt x="0" y="2263"/>
                    <a:pt x="652" y="2914"/>
                    <a:pt x="1457" y="2914"/>
                  </a:cubicBezTo>
                  <a:cubicBezTo>
                    <a:pt x="2261" y="2914"/>
                    <a:pt x="2913" y="2263"/>
                    <a:pt x="2913" y="1457"/>
                  </a:cubicBezTo>
                  <a:cubicBezTo>
                    <a:pt x="2913" y="654"/>
                    <a:pt x="2261" y="1"/>
                    <a:pt x="14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2"/>
            <p:cNvSpPr/>
            <p:nvPr/>
          </p:nvSpPr>
          <p:spPr>
            <a:xfrm>
              <a:off x="3548463" y="1862900"/>
              <a:ext cx="72850" cy="54650"/>
            </a:xfrm>
            <a:custGeom>
              <a:rect b="b" l="l" r="r" t="t"/>
              <a:pathLst>
                <a:path extrusionOk="0" h="2186" w="2914">
                  <a:moveTo>
                    <a:pt x="196" y="0"/>
                  </a:moveTo>
                  <a:cubicBezTo>
                    <a:pt x="71" y="215"/>
                    <a:pt x="0" y="463"/>
                    <a:pt x="0" y="729"/>
                  </a:cubicBezTo>
                  <a:cubicBezTo>
                    <a:pt x="0" y="1533"/>
                    <a:pt x="652" y="2186"/>
                    <a:pt x="1457" y="2186"/>
                  </a:cubicBezTo>
                  <a:cubicBezTo>
                    <a:pt x="2261" y="2186"/>
                    <a:pt x="2913" y="1533"/>
                    <a:pt x="2913" y="729"/>
                  </a:cubicBezTo>
                  <a:cubicBezTo>
                    <a:pt x="2913" y="462"/>
                    <a:pt x="2842" y="215"/>
                    <a:pt x="2719" y="0"/>
                  </a:cubicBezTo>
                  <a:cubicBezTo>
                    <a:pt x="2467" y="435"/>
                    <a:pt x="1997" y="729"/>
                    <a:pt x="1457" y="729"/>
                  </a:cubicBezTo>
                  <a:cubicBezTo>
                    <a:pt x="917" y="729"/>
                    <a:pt x="448" y="435"/>
                    <a:pt x="196"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2"/>
            <p:cNvSpPr/>
            <p:nvPr/>
          </p:nvSpPr>
          <p:spPr>
            <a:xfrm>
              <a:off x="3305863" y="1990300"/>
              <a:ext cx="558100" cy="412450"/>
            </a:xfrm>
            <a:custGeom>
              <a:rect b="b" l="l" r="r" t="t"/>
              <a:pathLst>
                <a:path extrusionOk="0" h="16498" w="22324">
                  <a:moveTo>
                    <a:pt x="971" y="0"/>
                  </a:moveTo>
                  <a:cubicBezTo>
                    <a:pt x="437" y="0"/>
                    <a:pt x="1" y="434"/>
                    <a:pt x="1" y="971"/>
                  </a:cubicBezTo>
                  <a:lnTo>
                    <a:pt x="1" y="15529"/>
                  </a:lnTo>
                  <a:cubicBezTo>
                    <a:pt x="1" y="16063"/>
                    <a:pt x="434" y="16498"/>
                    <a:pt x="971" y="16498"/>
                  </a:cubicBezTo>
                  <a:lnTo>
                    <a:pt x="21354" y="16498"/>
                  </a:lnTo>
                  <a:cubicBezTo>
                    <a:pt x="21889" y="16498"/>
                    <a:pt x="22324" y="16064"/>
                    <a:pt x="22324" y="15529"/>
                  </a:cubicBezTo>
                  <a:lnTo>
                    <a:pt x="22324" y="971"/>
                  </a:lnTo>
                  <a:cubicBezTo>
                    <a:pt x="22324" y="436"/>
                    <a:pt x="21890" y="0"/>
                    <a:pt x="213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2"/>
            <p:cNvSpPr/>
            <p:nvPr/>
          </p:nvSpPr>
          <p:spPr>
            <a:xfrm>
              <a:off x="3354388" y="2038800"/>
              <a:ext cx="461050" cy="315425"/>
            </a:xfrm>
            <a:custGeom>
              <a:rect b="b" l="l" r="r" t="t"/>
              <a:pathLst>
                <a:path extrusionOk="0" h="12617" w="18442">
                  <a:moveTo>
                    <a:pt x="486" y="0"/>
                  </a:moveTo>
                  <a:cubicBezTo>
                    <a:pt x="217" y="0"/>
                    <a:pt x="1" y="217"/>
                    <a:pt x="1" y="486"/>
                  </a:cubicBezTo>
                  <a:lnTo>
                    <a:pt x="1" y="12132"/>
                  </a:lnTo>
                  <a:cubicBezTo>
                    <a:pt x="1" y="12399"/>
                    <a:pt x="217" y="12617"/>
                    <a:pt x="486" y="12617"/>
                  </a:cubicBezTo>
                  <a:lnTo>
                    <a:pt x="17957" y="12617"/>
                  </a:lnTo>
                  <a:cubicBezTo>
                    <a:pt x="18224" y="12617"/>
                    <a:pt x="18441" y="12399"/>
                    <a:pt x="18441" y="12132"/>
                  </a:cubicBezTo>
                  <a:lnTo>
                    <a:pt x="18441" y="486"/>
                  </a:lnTo>
                  <a:cubicBezTo>
                    <a:pt x="18441" y="217"/>
                    <a:pt x="18224" y="0"/>
                    <a:pt x="179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2"/>
            <p:cNvSpPr/>
            <p:nvPr/>
          </p:nvSpPr>
          <p:spPr>
            <a:xfrm>
              <a:off x="3354438" y="2038825"/>
              <a:ext cx="230500" cy="315450"/>
            </a:xfrm>
            <a:custGeom>
              <a:rect b="b" l="l" r="r" t="t"/>
              <a:pathLst>
                <a:path extrusionOk="0" h="12618" w="9220">
                  <a:moveTo>
                    <a:pt x="485" y="0"/>
                  </a:moveTo>
                  <a:cubicBezTo>
                    <a:pt x="216" y="0"/>
                    <a:pt x="0" y="218"/>
                    <a:pt x="0" y="486"/>
                  </a:cubicBezTo>
                  <a:lnTo>
                    <a:pt x="0" y="12132"/>
                  </a:lnTo>
                  <a:cubicBezTo>
                    <a:pt x="0" y="12401"/>
                    <a:pt x="216" y="12617"/>
                    <a:pt x="485" y="12617"/>
                  </a:cubicBezTo>
                  <a:lnTo>
                    <a:pt x="9219" y="12617"/>
                  </a:lnTo>
                  <a:lnTo>
                    <a:pt x="921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2"/>
            <p:cNvSpPr/>
            <p:nvPr/>
          </p:nvSpPr>
          <p:spPr>
            <a:xfrm>
              <a:off x="3354388" y="2038800"/>
              <a:ext cx="230500" cy="157725"/>
            </a:xfrm>
            <a:custGeom>
              <a:rect b="b" l="l" r="r" t="t"/>
              <a:pathLst>
                <a:path extrusionOk="0" h="6309" w="9220">
                  <a:moveTo>
                    <a:pt x="486" y="0"/>
                  </a:moveTo>
                  <a:cubicBezTo>
                    <a:pt x="217" y="0"/>
                    <a:pt x="1" y="217"/>
                    <a:pt x="1" y="485"/>
                  </a:cubicBezTo>
                  <a:lnTo>
                    <a:pt x="1" y="6308"/>
                  </a:lnTo>
                  <a:lnTo>
                    <a:pt x="9220" y="6308"/>
                  </a:lnTo>
                  <a:lnTo>
                    <a:pt x="922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2"/>
            <p:cNvSpPr/>
            <p:nvPr/>
          </p:nvSpPr>
          <p:spPr>
            <a:xfrm>
              <a:off x="3417663" y="2063900"/>
              <a:ext cx="104025" cy="107550"/>
            </a:xfrm>
            <a:custGeom>
              <a:rect b="b" l="l" r="r" t="t"/>
              <a:pathLst>
                <a:path extrusionOk="0" h="4302" w="4161">
                  <a:moveTo>
                    <a:pt x="2153" y="728"/>
                  </a:moveTo>
                  <a:cubicBezTo>
                    <a:pt x="2309" y="728"/>
                    <a:pt x="2444" y="828"/>
                    <a:pt x="2488" y="978"/>
                  </a:cubicBezTo>
                  <a:lnTo>
                    <a:pt x="2838" y="2144"/>
                  </a:lnTo>
                  <a:lnTo>
                    <a:pt x="1324" y="2144"/>
                  </a:lnTo>
                  <a:lnTo>
                    <a:pt x="1674" y="978"/>
                  </a:lnTo>
                  <a:cubicBezTo>
                    <a:pt x="1719" y="829"/>
                    <a:pt x="1854" y="728"/>
                    <a:pt x="2010" y="728"/>
                  </a:cubicBezTo>
                  <a:close/>
                  <a:moveTo>
                    <a:pt x="2009" y="1"/>
                  </a:moveTo>
                  <a:cubicBezTo>
                    <a:pt x="1530" y="1"/>
                    <a:pt x="1114" y="309"/>
                    <a:pt x="977" y="770"/>
                  </a:cubicBezTo>
                  <a:lnTo>
                    <a:pt x="59" y="3832"/>
                  </a:lnTo>
                  <a:cubicBezTo>
                    <a:pt x="1" y="4024"/>
                    <a:pt x="110" y="4229"/>
                    <a:pt x="302" y="4285"/>
                  </a:cubicBezTo>
                  <a:cubicBezTo>
                    <a:pt x="337" y="4296"/>
                    <a:pt x="372" y="4301"/>
                    <a:pt x="407" y="4301"/>
                  </a:cubicBezTo>
                  <a:cubicBezTo>
                    <a:pt x="563" y="4301"/>
                    <a:pt x="709" y="4198"/>
                    <a:pt x="756" y="4041"/>
                  </a:cubicBezTo>
                  <a:lnTo>
                    <a:pt x="1105" y="2873"/>
                  </a:lnTo>
                  <a:lnTo>
                    <a:pt x="3056" y="2873"/>
                  </a:lnTo>
                  <a:lnTo>
                    <a:pt x="3406" y="4041"/>
                  </a:lnTo>
                  <a:cubicBezTo>
                    <a:pt x="3454" y="4200"/>
                    <a:pt x="3598" y="4301"/>
                    <a:pt x="3754" y="4301"/>
                  </a:cubicBezTo>
                  <a:cubicBezTo>
                    <a:pt x="3788" y="4301"/>
                    <a:pt x="3824" y="4295"/>
                    <a:pt x="3859" y="4285"/>
                  </a:cubicBezTo>
                  <a:cubicBezTo>
                    <a:pt x="4051" y="4229"/>
                    <a:pt x="4161" y="4024"/>
                    <a:pt x="4102" y="3832"/>
                  </a:cubicBezTo>
                  <a:lnTo>
                    <a:pt x="3184" y="770"/>
                  </a:lnTo>
                  <a:cubicBezTo>
                    <a:pt x="3045" y="309"/>
                    <a:pt x="2631" y="1"/>
                    <a:pt x="2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2"/>
            <p:cNvSpPr/>
            <p:nvPr/>
          </p:nvSpPr>
          <p:spPr>
            <a:xfrm>
              <a:off x="3418113" y="2226825"/>
              <a:ext cx="103150" cy="103125"/>
            </a:xfrm>
            <a:custGeom>
              <a:rect b="b" l="l" r="r" t="t"/>
              <a:pathLst>
                <a:path extrusionOk="0" h="4125" w="4126">
                  <a:moveTo>
                    <a:pt x="2426" y="729"/>
                  </a:moveTo>
                  <a:cubicBezTo>
                    <a:pt x="2693" y="729"/>
                    <a:pt x="2910" y="947"/>
                    <a:pt x="2910" y="1215"/>
                  </a:cubicBezTo>
                  <a:cubicBezTo>
                    <a:pt x="2910" y="1482"/>
                    <a:pt x="2692" y="1699"/>
                    <a:pt x="2426" y="1699"/>
                  </a:cubicBezTo>
                  <a:lnTo>
                    <a:pt x="728" y="1699"/>
                  </a:lnTo>
                  <a:lnTo>
                    <a:pt x="728" y="729"/>
                  </a:lnTo>
                  <a:close/>
                  <a:moveTo>
                    <a:pt x="2912" y="2427"/>
                  </a:moveTo>
                  <a:cubicBezTo>
                    <a:pt x="3180" y="2427"/>
                    <a:pt x="3396" y="2646"/>
                    <a:pt x="3396" y="2913"/>
                  </a:cubicBezTo>
                  <a:cubicBezTo>
                    <a:pt x="3396" y="3180"/>
                    <a:pt x="3179" y="3397"/>
                    <a:pt x="2912" y="3397"/>
                  </a:cubicBezTo>
                  <a:lnTo>
                    <a:pt x="729" y="3397"/>
                  </a:lnTo>
                  <a:lnTo>
                    <a:pt x="729" y="2427"/>
                  </a:lnTo>
                  <a:close/>
                  <a:moveTo>
                    <a:pt x="365" y="1"/>
                  </a:moveTo>
                  <a:cubicBezTo>
                    <a:pt x="163" y="1"/>
                    <a:pt x="0" y="164"/>
                    <a:pt x="0" y="365"/>
                  </a:cubicBezTo>
                  <a:lnTo>
                    <a:pt x="0" y="2063"/>
                  </a:lnTo>
                  <a:lnTo>
                    <a:pt x="0" y="3761"/>
                  </a:lnTo>
                  <a:cubicBezTo>
                    <a:pt x="0" y="3962"/>
                    <a:pt x="163" y="4125"/>
                    <a:pt x="365" y="4125"/>
                  </a:cubicBezTo>
                  <a:lnTo>
                    <a:pt x="2912" y="4125"/>
                  </a:lnTo>
                  <a:cubicBezTo>
                    <a:pt x="3581" y="4125"/>
                    <a:pt x="4126" y="3582"/>
                    <a:pt x="4126" y="2911"/>
                  </a:cubicBezTo>
                  <a:cubicBezTo>
                    <a:pt x="4126" y="2445"/>
                    <a:pt x="3857" y="2036"/>
                    <a:pt x="3468" y="1836"/>
                  </a:cubicBezTo>
                  <a:cubicBezTo>
                    <a:pt x="3577" y="1655"/>
                    <a:pt x="3641" y="1442"/>
                    <a:pt x="3641" y="1215"/>
                  </a:cubicBezTo>
                  <a:cubicBezTo>
                    <a:pt x="3641" y="544"/>
                    <a:pt x="3097" y="1"/>
                    <a:pt x="242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2"/>
            <p:cNvSpPr/>
            <p:nvPr/>
          </p:nvSpPr>
          <p:spPr>
            <a:xfrm>
              <a:off x="3645588" y="2142775"/>
              <a:ext cx="103125" cy="107500"/>
            </a:xfrm>
            <a:custGeom>
              <a:rect b="b" l="l" r="r" t="t"/>
              <a:pathLst>
                <a:path extrusionOk="0" h="4300" w="4125">
                  <a:moveTo>
                    <a:pt x="1333" y="1"/>
                  </a:moveTo>
                  <a:cubicBezTo>
                    <a:pt x="599" y="1"/>
                    <a:pt x="0" y="599"/>
                    <a:pt x="0" y="1334"/>
                  </a:cubicBezTo>
                  <a:lnTo>
                    <a:pt x="0" y="2965"/>
                  </a:lnTo>
                  <a:cubicBezTo>
                    <a:pt x="0" y="3700"/>
                    <a:pt x="599" y="4299"/>
                    <a:pt x="1333" y="4299"/>
                  </a:cubicBezTo>
                  <a:lnTo>
                    <a:pt x="2790" y="4299"/>
                  </a:lnTo>
                  <a:cubicBezTo>
                    <a:pt x="3526" y="4299"/>
                    <a:pt x="4124" y="3700"/>
                    <a:pt x="4124" y="2965"/>
                  </a:cubicBezTo>
                  <a:cubicBezTo>
                    <a:pt x="4124" y="2765"/>
                    <a:pt x="3961" y="2601"/>
                    <a:pt x="3761" y="2601"/>
                  </a:cubicBezTo>
                  <a:cubicBezTo>
                    <a:pt x="3560" y="2601"/>
                    <a:pt x="3397" y="2765"/>
                    <a:pt x="3397" y="2965"/>
                  </a:cubicBezTo>
                  <a:cubicBezTo>
                    <a:pt x="3397" y="3299"/>
                    <a:pt x="3124" y="3570"/>
                    <a:pt x="2790" y="3570"/>
                  </a:cubicBezTo>
                  <a:lnTo>
                    <a:pt x="1333" y="3570"/>
                  </a:lnTo>
                  <a:cubicBezTo>
                    <a:pt x="999" y="3570"/>
                    <a:pt x="728" y="3299"/>
                    <a:pt x="728" y="2965"/>
                  </a:cubicBezTo>
                  <a:lnTo>
                    <a:pt x="728" y="1334"/>
                  </a:lnTo>
                  <a:cubicBezTo>
                    <a:pt x="728" y="1000"/>
                    <a:pt x="1001" y="728"/>
                    <a:pt x="1333" y="728"/>
                  </a:cubicBezTo>
                  <a:lnTo>
                    <a:pt x="2790" y="728"/>
                  </a:lnTo>
                  <a:cubicBezTo>
                    <a:pt x="3125" y="728"/>
                    <a:pt x="3397" y="1000"/>
                    <a:pt x="3397" y="1334"/>
                  </a:cubicBezTo>
                  <a:cubicBezTo>
                    <a:pt x="3397" y="1535"/>
                    <a:pt x="3560" y="1699"/>
                    <a:pt x="3761" y="1699"/>
                  </a:cubicBezTo>
                  <a:cubicBezTo>
                    <a:pt x="3961" y="1699"/>
                    <a:pt x="4124" y="1535"/>
                    <a:pt x="4124" y="1334"/>
                  </a:cubicBezTo>
                  <a:cubicBezTo>
                    <a:pt x="4124" y="599"/>
                    <a:pt x="3526" y="1"/>
                    <a:pt x="27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2"/>
            <p:cNvSpPr/>
            <p:nvPr/>
          </p:nvSpPr>
          <p:spPr>
            <a:xfrm>
              <a:off x="3296813" y="1835650"/>
              <a:ext cx="576275" cy="576200"/>
            </a:xfrm>
            <a:custGeom>
              <a:rect b="b" l="l" r="r" t="t"/>
              <a:pathLst>
                <a:path extrusionOk="0" h="23048" w="23051">
                  <a:moveTo>
                    <a:pt x="11524" y="726"/>
                  </a:moveTo>
                  <a:cubicBezTo>
                    <a:pt x="12127" y="726"/>
                    <a:pt x="12617" y="1217"/>
                    <a:pt x="12617" y="1819"/>
                  </a:cubicBezTo>
                  <a:cubicBezTo>
                    <a:pt x="12617" y="2420"/>
                    <a:pt x="12127" y="2911"/>
                    <a:pt x="11524" y="2911"/>
                  </a:cubicBezTo>
                  <a:cubicBezTo>
                    <a:pt x="10923" y="2911"/>
                    <a:pt x="10433" y="2420"/>
                    <a:pt x="10433" y="1819"/>
                  </a:cubicBezTo>
                  <a:cubicBezTo>
                    <a:pt x="10433" y="1217"/>
                    <a:pt x="10923" y="726"/>
                    <a:pt x="11524" y="726"/>
                  </a:cubicBezTo>
                  <a:close/>
                  <a:moveTo>
                    <a:pt x="13100" y="2726"/>
                  </a:moveTo>
                  <a:lnTo>
                    <a:pt x="20680" y="5253"/>
                  </a:lnTo>
                  <a:cubicBezTo>
                    <a:pt x="20960" y="5346"/>
                    <a:pt x="21178" y="5558"/>
                    <a:pt x="21283" y="5821"/>
                  </a:cubicBezTo>
                  <a:lnTo>
                    <a:pt x="1767" y="5821"/>
                  </a:lnTo>
                  <a:cubicBezTo>
                    <a:pt x="1872" y="5558"/>
                    <a:pt x="2088" y="5346"/>
                    <a:pt x="2369" y="5253"/>
                  </a:cubicBezTo>
                  <a:lnTo>
                    <a:pt x="9950" y="2726"/>
                  </a:lnTo>
                  <a:cubicBezTo>
                    <a:pt x="10264" y="3270"/>
                    <a:pt x="10852" y="3638"/>
                    <a:pt x="11524" y="3638"/>
                  </a:cubicBezTo>
                  <a:cubicBezTo>
                    <a:pt x="12198" y="3638"/>
                    <a:pt x="12786" y="3270"/>
                    <a:pt x="13100" y="2726"/>
                  </a:cubicBezTo>
                  <a:close/>
                  <a:moveTo>
                    <a:pt x="11159" y="8491"/>
                  </a:moveTo>
                  <a:lnTo>
                    <a:pt x="11159" y="14072"/>
                  </a:lnTo>
                  <a:lnTo>
                    <a:pt x="2666" y="14072"/>
                  </a:lnTo>
                  <a:lnTo>
                    <a:pt x="2666" y="8613"/>
                  </a:lnTo>
                  <a:cubicBezTo>
                    <a:pt x="2668" y="8544"/>
                    <a:pt x="2723" y="8491"/>
                    <a:pt x="2789" y="8491"/>
                  </a:cubicBezTo>
                  <a:close/>
                  <a:moveTo>
                    <a:pt x="20260" y="8488"/>
                  </a:moveTo>
                  <a:cubicBezTo>
                    <a:pt x="20327" y="8488"/>
                    <a:pt x="20381" y="8544"/>
                    <a:pt x="20381" y="8609"/>
                  </a:cubicBezTo>
                  <a:lnTo>
                    <a:pt x="20381" y="20258"/>
                  </a:lnTo>
                  <a:cubicBezTo>
                    <a:pt x="20381" y="20325"/>
                    <a:pt x="20325" y="20379"/>
                    <a:pt x="20260" y="20379"/>
                  </a:cubicBezTo>
                  <a:lnTo>
                    <a:pt x="11889" y="20379"/>
                  </a:lnTo>
                  <a:lnTo>
                    <a:pt x="11889" y="8488"/>
                  </a:lnTo>
                  <a:close/>
                  <a:moveTo>
                    <a:pt x="11160" y="14798"/>
                  </a:moveTo>
                  <a:lnTo>
                    <a:pt x="11160" y="20380"/>
                  </a:lnTo>
                  <a:lnTo>
                    <a:pt x="2790" y="20380"/>
                  </a:lnTo>
                  <a:cubicBezTo>
                    <a:pt x="2723" y="20380"/>
                    <a:pt x="2668" y="20325"/>
                    <a:pt x="2668" y="20258"/>
                  </a:cubicBezTo>
                  <a:lnTo>
                    <a:pt x="2668" y="14798"/>
                  </a:lnTo>
                  <a:close/>
                  <a:moveTo>
                    <a:pt x="2789" y="7762"/>
                  </a:moveTo>
                  <a:cubicBezTo>
                    <a:pt x="2320" y="7762"/>
                    <a:pt x="1939" y="8143"/>
                    <a:pt x="1939" y="8612"/>
                  </a:cubicBezTo>
                  <a:lnTo>
                    <a:pt x="1939" y="20258"/>
                  </a:lnTo>
                  <a:cubicBezTo>
                    <a:pt x="1939" y="20727"/>
                    <a:pt x="2320" y="21106"/>
                    <a:pt x="2789" y="21106"/>
                  </a:cubicBezTo>
                  <a:lnTo>
                    <a:pt x="20260" y="21106"/>
                  </a:lnTo>
                  <a:cubicBezTo>
                    <a:pt x="20729" y="21106"/>
                    <a:pt x="21108" y="20727"/>
                    <a:pt x="21108" y="20258"/>
                  </a:cubicBezTo>
                  <a:lnTo>
                    <a:pt x="21108" y="8612"/>
                  </a:lnTo>
                  <a:cubicBezTo>
                    <a:pt x="21108" y="8143"/>
                    <a:pt x="20729" y="7762"/>
                    <a:pt x="20260" y="7762"/>
                  </a:cubicBezTo>
                  <a:close/>
                  <a:moveTo>
                    <a:pt x="21716" y="6551"/>
                  </a:moveTo>
                  <a:cubicBezTo>
                    <a:pt x="22049" y="6551"/>
                    <a:pt x="22322" y="6823"/>
                    <a:pt x="22322" y="7157"/>
                  </a:cubicBezTo>
                  <a:lnTo>
                    <a:pt x="22322" y="21715"/>
                  </a:lnTo>
                  <a:cubicBezTo>
                    <a:pt x="22322" y="22049"/>
                    <a:pt x="22050" y="22320"/>
                    <a:pt x="21716" y="22320"/>
                  </a:cubicBezTo>
                  <a:lnTo>
                    <a:pt x="1333" y="22320"/>
                  </a:lnTo>
                  <a:cubicBezTo>
                    <a:pt x="999" y="22320"/>
                    <a:pt x="728" y="22049"/>
                    <a:pt x="728" y="21715"/>
                  </a:cubicBezTo>
                  <a:lnTo>
                    <a:pt x="728" y="7157"/>
                  </a:lnTo>
                  <a:cubicBezTo>
                    <a:pt x="728" y="6823"/>
                    <a:pt x="999" y="6551"/>
                    <a:pt x="1333" y="6551"/>
                  </a:cubicBezTo>
                  <a:close/>
                  <a:moveTo>
                    <a:pt x="11526" y="0"/>
                  </a:moveTo>
                  <a:cubicBezTo>
                    <a:pt x="10524" y="0"/>
                    <a:pt x="9707" y="817"/>
                    <a:pt x="9707" y="1819"/>
                  </a:cubicBezTo>
                  <a:cubicBezTo>
                    <a:pt x="9707" y="1893"/>
                    <a:pt x="9712" y="1965"/>
                    <a:pt x="9721" y="2037"/>
                  </a:cubicBezTo>
                  <a:lnTo>
                    <a:pt x="2142" y="4563"/>
                  </a:lnTo>
                  <a:cubicBezTo>
                    <a:pt x="1547" y="4762"/>
                    <a:pt x="1119" y="5265"/>
                    <a:pt x="1002" y="5864"/>
                  </a:cubicBezTo>
                  <a:cubicBezTo>
                    <a:pt x="427" y="6011"/>
                    <a:pt x="0" y="6534"/>
                    <a:pt x="0" y="7157"/>
                  </a:cubicBezTo>
                  <a:lnTo>
                    <a:pt x="0" y="21715"/>
                  </a:lnTo>
                  <a:cubicBezTo>
                    <a:pt x="0" y="22449"/>
                    <a:pt x="600" y="23048"/>
                    <a:pt x="1335" y="23048"/>
                  </a:cubicBezTo>
                  <a:lnTo>
                    <a:pt x="21718" y="23048"/>
                  </a:lnTo>
                  <a:cubicBezTo>
                    <a:pt x="22452" y="23048"/>
                    <a:pt x="23051" y="22449"/>
                    <a:pt x="23051" y="21715"/>
                  </a:cubicBezTo>
                  <a:lnTo>
                    <a:pt x="23051" y="7157"/>
                  </a:lnTo>
                  <a:cubicBezTo>
                    <a:pt x="23049" y="6534"/>
                    <a:pt x="22623" y="6011"/>
                    <a:pt x="22047" y="5864"/>
                  </a:cubicBezTo>
                  <a:cubicBezTo>
                    <a:pt x="21934" y="5262"/>
                    <a:pt x="21506" y="4762"/>
                    <a:pt x="20909" y="4563"/>
                  </a:cubicBezTo>
                  <a:lnTo>
                    <a:pt x="13330" y="2037"/>
                  </a:lnTo>
                  <a:cubicBezTo>
                    <a:pt x="13340" y="1965"/>
                    <a:pt x="13345" y="1893"/>
                    <a:pt x="13345" y="1819"/>
                  </a:cubicBezTo>
                  <a:cubicBezTo>
                    <a:pt x="13345" y="814"/>
                    <a:pt x="12527" y="0"/>
                    <a:pt x="1152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8" name="Google Shape;3478;p52"/>
          <p:cNvGrpSpPr/>
          <p:nvPr/>
        </p:nvGrpSpPr>
        <p:grpSpPr>
          <a:xfrm>
            <a:off x="7245000" y="1835613"/>
            <a:ext cx="576325" cy="576275"/>
            <a:chOff x="7245000" y="1835613"/>
            <a:chExt cx="576325" cy="576275"/>
          </a:xfrm>
        </p:grpSpPr>
        <p:sp>
          <p:nvSpPr>
            <p:cNvPr id="3479" name="Google Shape;3479;p52"/>
            <p:cNvSpPr/>
            <p:nvPr/>
          </p:nvSpPr>
          <p:spPr>
            <a:xfrm>
              <a:off x="7254125" y="2245063"/>
              <a:ext cx="558075" cy="48525"/>
            </a:xfrm>
            <a:custGeom>
              <a:rect b="b" l="l" r="r" t="t"/>
              <a:pathLst>
                <a:path extrusionOk="0" h="1941" w="22323">
                  <a:moveTo>
                    <a:pt x="971" y="1"/>
                  </a:moveTo>
                  <a:cubicBezTo>
                    <a:pt x="436" y="1"/>
                    <a:pt x="1" y="434"/>
                    <a:pt x="1" y="971"/>
                  </a:cubicBezTo>
                  <a:cubicBezTo>
                    <a:pt x="1" y="1506"/>
                    <a:pt x="434" y="1940"/>
                    <a:pt x="971" y="1940"/>
                  </a:cubicBezTo>
                  <a:lnTo>
                    <a:pt x="21353" y="1940"/>
                  </a:lnTo>
                  <a:cubicBezTo>
                    <a:pt x="21887" y="1940"/>
                    <a:pt x="22322" y="1507"/>
                    <a:pt x="22322" y="971"/>
                  </a:cubicBezTo>
                  <a:cubicBezTo>
                    <a:pt x="22322" y="437"/>
                    <a:pt x="21890" y="1"/>
                    <a:pt x="213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2"/>
            <p:cNvSpPr/>
            <p:nvPr/>
          </p:nvSpPr>
          <p:spPr>
            <a:xfrm>
              <a:off x="7254125" y="1875088"/>
              <a:ext cx="558075" cy="48550"/>
            </a:xfrm>
            <a:custGeom>
              <a:rect b="b" l="l" r="r" t="t"/>
              <a:pathLst>
                <a:path extrusionOk="0" h="1942" w="22323">
                  <a:moveTo>
                    <a:pt x="485" y="0"/>
                  </a:moveTo>
                  <a:cubicBezTo>
                    <a:pt x="218" y="0"/>
                    <a:pt x="1" y="218"/>
                    <a:pt x="1" y="486"/>
                  </a:cubicBezTo>
                  <a:lnTo>
                    <a:pt x="1" y="1455"/>
                  </a:lnTo>
                  <a:cubicBezTo>
                    <a:pt x="1" y="1724"/>
                    <a:pt x="218" y="1941"/>
                    <a:pt x="485" y="1941"/>
                  </a:cubicBezTo>
                  <a:lnTo>
                    <a:pt x="21838" y="1941"/>
                  </a:lnTo>
                  <a:cubicBezTo>
                    <a:pt x="22106" y="1941"/>
                    <a:pt x="22322" y="1722"/>
                    <a:pt x="22322" y="1455"/>
                  </a:cubicBezTo>
                  <a:lnTo>
                    <a:pt x="22322" y="486"/>
                  </a:lnTo>
                  <a:cubicBezTo>
                    <a:pt x="22322" y="218"/>
                    <a:pt x="22106" y="0"/>
                    <a:pt x="218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2"/>
            <p:cNvSpPr/>
            <p:nvPr/>
          </p:nvSpPr>
          <p:spPr>
            <a:xfrm>
              <a:off x="7290550" y="1844738"/>
              <a:ext cx="485300" cy="412425"/>
            </a:xfrm>
            <a:custGeom>
              <a:rect b="b" l="l" r="r" t="t"/>
              <a:pathLst>
                <a:path extrusionOk="0" h="16497" w="19412">
                  <a:moveTo>
                    <a:pt x="971" y="0"/>
                  </a:moveTo>
                  <a:cubicBezTo>
                    <a:pt x="435" y="0"/>
                    <a:pt x="0" y="434"/>
                    <a:pt x="0" y="970"/>
                  </a:cubicBezTo>
                  <a:lnTo>
                    <a:pt x="0" y="3396"/>
                  </a:lnTo>
                  <a:cubicBezTo>
                    <a:pt x="0" y="3847"/>
                    <a:pt x="310" y="4225"/>
                    <a:pt x="729" y="4335"/>
                  </a:cubicBezTo>
                  <a:lnTo>
                    <a:pt x="729" y="16012"/>
                  </a:lnTo>
                  <a:cubicBezTo>
                    <a:pt x="729" y="16281"/>
                    <a:pt x="945" y="16497"/>
                    <a:pt x="1214" y="16497"/>
                  </a:cubicBezTo>
                  <a:lnTo>
                    <a:pt x="18198" y="16497"/>
                  </a:lnTo>
                  <a:cubicBezTo>
                    <a:pt x="18466" y="16497"/>
                    <a:pt x="18682" y="16281"/>
                    <a:pt x="18682" y="16012"/>
                  </a:cubicBezTo>
                  <a:lnTo>
                    <a:pt x="18682" y="4335"/>
                  </a:lnTo>
                  <a:cubicBezTo>
                    <a:pt x="19102" y="4228"/>
                    <a:pt x="19411" y="3849"/>
                    <a:pt x="19411" y="3396"/>
                  </a:cubicBezTo>
                  <a:lnTo>
                    <a:pt x="19411" y="970"/>
                  </a:lnTo>
                  <a:cubicBezTo>
                    <a:pt x="19411" y="435"/>
                    <a:pt x="18977" y="0"/>
                    <a:pt x="1844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2"/>
            <p:cNvSpPr/>
            <p:nvPr/>
          </p:nvSpPr>
          <p:spPr>
            <a:xfrm>
              <a:off x="7308700" y="1953913"/>
              <a:ext cx="448925" cy="24300"/>
            </a:xfrm>
            <a:custGeom>
              <a:rect b="b" l="l" r="r" t="t"/>
              <a:pathLst>
                <a:path extrusionOk="0" h="972" w="17957">
                  <a:moveTo>
                    <a:pt x="1" y="1"/>
                  </a:moveTo>
                  <a:lnTo>
                    <a:pt x="1" y="971"/>
                  </a:lnTo>
                  <a:lnTo>
                    <a:pt x="17956" y="971"/>
                  </a:lnTo>
                  <a:lnTo>
                    <a:pt x="17956" y="1"/>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2"/>
            <p:cNvSpPr/>
            <p:nvPr/>
          </p:nvSpPr>
          <p:spPr>
            <a:xfrm>
              <a:off x="7290525" y="1844763"/>
              <a:ext cx="485325" cy="72750"/>
            </a:xfrm>
            <a:custGeom>
              <a:rect b="b" l="l" r="r" t="t"/>
              <a:pathLst>
                <a:path extrusionOk="0" h="2910" w="19413">
                  <a:moveTo>
                    <a:pt x="969" y="1"/>
                  </a:moveTo>
                  <a:cubicBezTo>
                    <a:pt x="435" y="1"/>
                    <a:pt x="0" y="434"/>
                    <a:pt x="0" y="970"/>
                  </a:cubicBezTo>
                  <a:lnTo>
                    <a:pt x="0" y="1941"/>
                  </a:lnTo>
                  <a:cubicBezTo>
                    <a:pt x="0" y="2475"/>
                    <a:pt x="433" y="2910"/>
                    <a:pt x="969" y="2910"/>
                  </a:cubicBezTo>
                  <a:lnTo>
                    <a:pt x="18440" y="2910"/>
                  </a:lnTo>
                  <a:cubicBezTo>
                    <a:pt x="18978" y="2910"/>
                    <a:pt x="19412" y="2475"/>
                    <a:pt x="19411" y="1941"/>
                  </a:cubicBezTo>
                  <a:lnTo>
                    <a:pt x="19411" y="970"/>
                  </a:lnTo>
                  <a:cubicBezTo>
                    <a:pt x="19411" y="436"/>
                    <a:pt x="18978" y="1"/>
                    <a:pt x="18440"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2"/>
            <p:cNvSpPr/>
            <p:nvPr/>
          </p:nvSpPr>
          <p:spPr>
            <a:xfrm>
              <a:off x="7402750" y="2126763"/>
              <a:ext cx="260875" cy="91050"/>
            </a:xfrm>
            <a:custGeom>
              <a:rect b="b" l="l" r="r" t="t"/>
              <a:pathLst>
                <a:path extrusionOk="0" h="3642" w="10435">
                  <a:moveTo>
                    <a:pt x="1336" y="0"/>
                  </a:moveTo>
                  <a:cubicBezTo>
                    <a:pt x="1134" y="0"/>
                    <a:pt x="971" y="164"/>
                    <a:pt x="971" y="365"/>
                  </a:cubicBezTo>
                  <a:cubicBezTo>
                    <a:pt x="971" y="566"/>
                    <a:pt x="1133" y="729"/>
                    <a:pt x="1333" y="729"/>
                  </a:cubicBezTo>
                  <a:lnTo>
                    <a:pt x="9098" y="729"/>
                  </a:lnTo>
                  <a:cubicBezTo>
                    <a:pt x="9299" y="729"/>
                    <a:pt x="9462" y="566"/>
                    <a:pt x="9462" y="365"/>
                  </a:cubicBezTo>
                  <a:cubicBezTo>
                    <a:pt x="9462" y="164"/>
                    <a:pt x="9299" y="0"/>
                    <a:pt x="9098" y="0"/>
                  </a:cubicBezTo>
                  <a:close/>
                  <a:moveTo>
                    <a:pt x="364" y="1457"/>
                  </a:moveTo>
                  <a:cubicBezTo>
                    <a:pt x="164" y="1457"/>
                    <a:pt x="0" y="1620"/>
                    <a:pt x="0" y="1822"/>
                  </a:cubicBezTo>
                  <a:cubicBezTo>
                    <a:pt x="0" y="2022"/>
                    <a:pt x="164" y="2186"/>
                    <a:pt x="364" y="2186"/>
                  </a:cubicBezTo>
                  <a:lnTo>
                    <a:pt x="10070" y="2186"/>
                  </a:lnTo>
                  <a:cubicBezTo>
                    <a:pt x="10271" y="2186"/>
                    <a:pt x="10434" y="2022"/>
                    <a:pt x="10434" y="1822"/>
                  </a:cubicBezTo>
                  <a:cubicBezTo>
                    <a:pt x="10434" y="1620"/>
                    <a:pt x="10271" y="1457"/>
                    <a:pt x="10070" y="1457"/>
                  </a:cubicBezTo>
                  <a:close/>
                  <a:moveTo>
                    <a:pt x="3712" y="2912"/>
                  </a:moveTo>
                  <a:cubicBezTo>
                    <a:pt x="3512" y="2912"/>
                    <a:pt x="3348" y="3076"/>
                    <a:pt x="3348" y="3276"/>
                  </a:cubicBezTo>
                  <a:cubicBezTo>
                    <a:pt x="3348" y="3478"/>
                    <a:pt x="3512" y="3641"/>
                    <a:pt x="3712" y="3641"/>
                  </a:cubicBezTo>
                  <a:lnTo>
                    <a:pt x="3761" y="3641"/>
                  </a:lnTo>
                  <a:cubicBezTo>
                    <a:pt x="3961" y="3641"/>
                    <a:pt x="4124" y="3478"/>
                    <a:pt x="4124" y="3276"/>
                  </a:cubicBezTo>
                  <a:cubicBezTo>
                    <a:pt x="4124" y="3076"/>
                    <a:pt x="3962" y="2912"/>
                    <a:pt x="3761" y="2912"/>
                  </a:cubicBezTo>
                  <a:close/>
                  <a:moveTo>
                    <a:pt x="5193" y="2912"/>
                  </a:moveTo>
                  <a:cubicBezTo>
                    <a:pt x="4993" y="2912"/>
                    <a:pt x="4829" y="3076"/>
                    <a:pt x="4829" y="3276"/>
                  </a:cubicBezTo>
                  <a:cubicBezTo>
                    <a:pt x="4829" y="3478"/>
                    <a:pt x="4993" y="3641"/>
                    <a:pt x="5193" y="3641"/>
                  </a:cubicBezTo>
                  <a:lnTo>
                    <a:pt x="5241" y="3641"/>
                  </a:lnTo>
                  <a:cubicBezTo>
                    <a:pt x="5442" y="3641"/>
                    <a:pt x="5607" y="3478"/>
                    <a:pt x="5607" y="3276"/>
                  </a:cubicBezTo>
                  <a:cubicBezTo>
                    <a:pt x="5604" y="3076"/>
                    <a:pt x="5443" y="2912"/>
                    <a:pt x="5241" y="2912"/>
                  </a:cubicBezTo>
                  <a:close/>
                  <a:moveTo>
                    <a:pt x="6674" y="2912"/>
                  </a:moveTo>
                  <a:cubicBezTo>
                    <a:pt x="6473" y="2912"/>
                    <a:pt x="6310" y="3076"/>
                    <a:pt x="6310" y="3276"/>
                  </a:cubicBezTo>
                  <a:cubicBezTo>
                    <a:pt x="6310" y="3478"/>
                    <a:pt x="6473" y="3641"/>
                    <a:pt x="6674" y="3641"/>
                  </a:cubicBezTo>
                  <a:lnTo>
                    <a:pt x="6722" y="3641"/>
                  </a:lnTo>
                  <a:cubicBezTo>
                    <a:pt x="6923" y="3641"/>
                    <a:pt x="7086" y="3478"/>
                    <a:pt x="7086" y="3276"/>
                  </a:cubicBezTo>
                  <a:cubicBezTo>
                    <a:pt x="7086" y="3076"/>
                    <a:pt x="6923" y="2912"/>
                    <a:pt x="6722" y="2912"/>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2"/>
            <p:cNvSpPr/>
            <p:nvPr/>
          </p:nvSpPr>
          <p:spPr>
            <a:xfrm>
              <a:off x="7490700" y="2002413"/>
              <a:ext cx="84950" cy="84925"/>
            </a:xfrm>
            <a:custGeom>
              <a:rect b="b" l="l" r="r" t="t"/>
              <a:pathLst>
                <a:path extrusionOk="0" h="3397" w="3398">
                  <a:moveTo>
                    <a:pt x="1699" y="0"/>
                  </a:moveTo>
                  <a:cubicBezTo>
                    <a:pt x="761" y="0"/>
                    <a:pt x="1" y="761"/>
                    <a:pt x="1" y="1699"/>
                  </a:cubicBezTo>
                  <a:cubicBezTo>
                    <a:pt x="1" y="2637"/>
                    <a:pt x="761" y="3397"/>
                    <a:pt x="1699" y="3397"/>
                  </a:cubicBezTo>
                  <a:cubicBezTo>
                    <a:pt x="2637" y="3397"/>
                    <a:pt x="3397" y="2637"/>
                    <a:pt x="3397" y="1699"/>
                  </a:cubicBezTo>
                  <a:cubicBezTo>
                    <a:pt x="3397" y="761"/>
                    <a:pt x="2637" y="0"/>
                    <a:pt x="16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2"/>
            <p:cNvSpPr/>
            <p:nvPr/>
          </p:nvSpPr>
          <p:spPr>
            <a:xfrm>
              <a:off x="7533175" y="2002488"/>
              <a:ext cx="42475" cy="84925"/>
            </a:xfrm>
            <a:custGeom>
              <a:rect b="b" l="l" r="r" t="t"/>
              <a:pathLst>
                <a:path extrusionOk="0" h="3397" w="1699">
                  <a:moveTo>
                    <a:pt x="0" y="0"/>
                  </a:moveTo>
                  <a:lnTo>
                    <a:pt x="0" y="3397"/>
                  </a:lnTo>
                  <a:cubicBezTo>
                    <a:pt x="938" y="3397"/>
                    <a:pt x="1698" y="2634"/>
                    <a:pt x="1698" y="1698"/>
                  </a:cubicBezTo>
                  <a:cubicBezTo>
                    <a:pt x="1698" y="761"/>
                    <a:pt x="938" y="0"/>
                    <a:pt x="0"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2"/>
            <p:cNvSpPr/>
            <p:nvPr/>
          </p:nvSpPr>
          <p:spPr>
            <a:xfrm>
              <a:off x="7245000" y="1835613"/>
              <a:ext cx="576325" cy="576275"/>
            </a:xfrm>
            <a:custGeom>
              <a:rect b="b" l="l" r="r" t="t"/>
              <a:pathLst>
                <a:path extrusionOk="0" h="23051" w="23053">
                  <a:moveTo>
                    <a:pt x="22203" y="1940"/>
                  </a:moveTo>
                  <a:cubicBezTo>
                    <a:pt x="22271" y="1943"/>
                    <a:pt x="22323" y="1995"/>
                    <a:pt x="22323" y="2064"/>
                  </a:cubicBezTo>
                  <a:lnTo>
                    <a:pt x="22323" y="3033"/>
                  </a:lnTo>
                  <a:cubicBezTo>
                    <a:pt x="22323" y="3101"/>
                    <a:pt x="22268" y="3154"/>
                    <a:pt x="22203" y="3154"/>
                  </a:cubicBezTo>
                  <a:lnTo>
                    <a:pt x="21597" y="3154"/>
                  </a:lnTo>
                  <a:lnTo>
                    <a:pt x="21597" y="1940"/>
                  </a:lnTo>
                  <a:close/>
                  <a:moveTo>
                    <a:pt x="1457" y="1941"/>
                  </a:moveTo>
                  <a:lnTo>
                    <a:pt x="1457" y="3155"/>
                  </a:lnTo>
                  <a:lnTo>
                    <a:pt x="850" y="3155"/>
                  </a:lnTo>
                  <a:cubicBezTo>
                    <a:pt x="784" y="3155"/>
                    <a:pt x="730" y="3101"/>
                    <a:pt x="730" y="3033"/>
                  </a:cubicBezTo>
                  <a:lnTo>
                    <a:pt x="730" y="2064"/>
                  </a:lnTo>
                  <a:cubicBezTo>
                    <a:pt x="730" y="1995"/>
                    <a:pt x="785" y="1941"/>
                    <a:pt x="850" y="1941"/>
                  </a:cubicBezTo>
                  <a:close/>
                  <a:moveTo>
                    <a:pt x="9538" y="2912"/>
                  </a:moveTo>
                  <a:cubicBezTo>
                    <a:pt x="9337" y="2912"/>
                    <a:pt x="9174" y="3076"/>
                    <a:pt x="9174" y="3276"/>
                  </a:cubicBezTo>
                  <a:cubicBezTo>
                    <a:pt x="9174" y="3476"/>
                    <a:pt x="9337" y="3641"/>
                    <a:pt x="9538" y="3641"/>
                  </a:cubicBezTo>
                  <a:lnTo>
                    <a:pt x="9586" y="3641"/>
                  </a:lnTo>
                  <a:cubicBezTo>
                    <a:pt x="9786" y="3641"/>
                    <a:pt x="9950" y="3478"/>
                    <a:pt x="9950" y="3276"/>
                  </a:cubicBezTo>
                  <a:cubicBezTo>
                    <a:pt x="9950" y="3076"/>
                    <a:pt x="9786" y="2912"/>
                    <a:pt x="9586" y="2912"/>
                  </a:cubicBezTo>
                  <a:close/>
                  <a:moveTo>
                    <a:pt x="20263" y="729"/>
                  </a:moveTo>
                  <a:cubicBezTo>
                    <a:pt x="20597" y="729"/>
                    <a:pt x="20870" y="1001"/>
                    <a:pt x="20870" y="1335"/>
                  </a:cubicBezTo>
                  <a:lnTo>
                    <a:pt x="20870" y="1576"/>
                  </a:lnTo>
                  <a:lnTo>
                    <a:pt x="20870" y="3516"/>
                  </a:lnTo>
                  <a:lnTo>
                    <a:pt x="20870" y="3758"/>
                  </a:lnTo>
                  <a:cubicBezTo>
                    <a:pt x="20870" y="4092"/>
                    <a:pt x="20597" y="4363"/>
                    <a:pt x="20263" y="4363"/>
                  </a:cubicBezTo>
                  <a:lnTo>
                    <a:pt x="2792" y="4363"/>
                  </a:lnTo>
                  <a:cubicBezTo>
                    <a:pt x="2459" y="4363"/>
                    <a:pt x="2186" y="4092"/>
                    <a:pt x="2186" y="3758"/>
                  </a:cubicBezTo>
                  <a:lnTo>
                    <a:pt x="2186" y="3637"/>
                  </a:lnTo>
                  <a:lnTo>
                    <a:pt x="8131" y="3637"/>
                  </a:lnTo>
                  <a:cubicBezTo>
                    <a:pt x="8331" y="3637"/>
                    <a:pt x="8495" y="3473"/>
                    <a:pt x="8495" y="3273"/>
                  </a:cubicBezTo>
                  <a:cubicBezTo>
                    <a:pt x="8495" y="3071"/>
                    <a:pt x="8331" y="2908"/>
                    <a:pt x="8131" y="2908"/>
                  </a:cubicBezTo>
                  <a:lnTo>
                    <a:pt x="2186" y="2908"/>
                  </a:lnTo>
                  <a:lnTo>
                    <a:pt x="2186" y="1330"/>
                  </a:lnTo>
                  <a:cubicBezTo>
                    <a:pt x="2185" y="1001"/>
                    <a:pt x="2456" y="729"/>
                    <a:pt x="2792" y="729"/>
                  </a:cubicBezTo>
                  <a:close/>
                  <a:moveTo>
                    <a:pt x="11527" y="7038"/>
                  </a:moveTo>
                  <a:cubicBezTo>
                    <a:pt x="12262" y="7038"/>
                    <a:pt x="12862" y="7636"/>
                    <a:pt x="12862" y="8371"/>
                  </a:cubicBezTo>
                  <a:cubicBezTo>
                    <a:pt x="12862" y="9107"/>
                    <a:pt x="12262" y="9705"/>
                    <a:pt x="11527" y="9705"/>
                  </a:cubicBezTo>
                  <a:cubicBezTo>
                    <a:pt x="10791" y="9705"/>
                    <a:pt x="10193" y="9107"/>
                    <a:pt x="10193" y="8371"/>
                  </a:cubicBezTo>
                  <a:cubicBezTo>
                    <a:pt x="10193" y="7636"/>
                    <a:pt x="10791" y="7038"/>
                    <a:pt x="11527" y="7038"/>
                  </a:cubicBezTo>
                  <a:close/>
                  <a:moveTo>
                    <a:pt x="11527" y="6309"/>
                  </a:moveTo>
                  <a:cubicBezTo>
                    <a:pt x="10390" y="6309"/>
                    <a:pt x="9465" y="7234"/>
                    <a:pt x="9465" y="8371"/>
                  </a:cubicBezTo>
                  <a:cubicBezTo>
                    <a:pt x="9465" y="9507"/>
                    <a:pt x="10390" y="10434"/>
                    <a:pt x="11527" y="10434"/>
                  </a:cubicBezTo>
                  <a:cubicBezTo>
                    <a:pt x="12664" y="10434"/>
                    <a:pt x="13589" y="9507"/>
                    <a:pt x="13589" y="8371"/>
                  </a:cubicBezTo>
                  <a:cubicBezTo>
                    <a:pt x="13589" y="7234"/>
                    <a:pt x="12664" y="6309"/>
                    <a:pt x="11527" y="6309"/>
                  </a:cubicBezTo>
                  <a:close/>
                  <a:moveTo>
                    <a:pt x="20141" y="5095"/>
                  </a:moveTo>
                  <a:lnTo>
                    <a:pt x="20141" y="16379"/>
                  </a:lnTo>
                  <a:cubicBezTo>
                    <a:pt x="20141" y="16447"/>
                    <a:pt x="20085" y="16499"/>
                    <a:pt x="20020" y="16499"/>
                  </a:cubicBezTo>
                  <a:lnTo>
                    <a:pt x="3036" y="16499"/>
                  </a:lnTo>
                  <a:cubicBezTo>
                    <a:pt x="2968" y="16499"/>
                    <a:pt x="2915" y="16445"/>
                    <a:pt x="2915" y="16379"/>
                  </a:cubicBezTo>
                  <a:lnTo>
                    <a:pt x="2914" y="5095"/>
                  </a:lnTo>
                  <a:close/>
                  <a:moveTo>
                    <a:pt x="21717" y="16744"/>
                  </a:moveTo>
                  <a:cubicBezTo>
                    <a:pt x="22052" y="16744"/>
                    <a:pt x="22323" y="17015"/>
                    <a:pt x="22323" y="17349"/>
                  </a:cubicBezTo>
                  <a:cubicBezTo>
                    <a:pt x="22323" y="17683"/>
                    <a:pt x="22052" y="17955"/>
                    <a:pt x="21718" y="17955"/>
                  </a:cubicBezTo>
                  <a:lnTo>
                    <a:pt x="1336" y="17955"/>
                  </a:lnTo>
                  <a:cubicBezTo>
                    <a:pt x="1002" y="17955"/>
                    <a:pt x="730" y="17683"/>
                    <a:pt x="730" y="17349"/>
                  </a:cubicBezTo>
                  <a:cubicBezTo>
                    <a:pt x="730" y="17015"/>
                    <a:pt x="1002" y="16744"/>
                    <a:pt x="1336" y="16744"/>
                  </a:cubicBezTo>
                  <a:lnTo>
                    <a:pt x="2269" y="16744"/>
                  </a:lnTo>
                  <a:cubicBezTo>
                    <a:pt x="2405" y="17029"/>
                    <a:pt x="2696" y="17228"/>
                    <a:pt x="3035" y="17228"/>
                  </a:cubicBezTo>
                  <a:lnTo>
                    <a:pt x="20018" y="17228"/>
                  </a:lnTo>
                  <a:cubicBezTo>
                    <a:pt x="20355" y="17228"/>
                    <a:pt x="20646" y="17029"/>
                    <a:pt x="20784" y="16744"/>
                  </a:cubicBezTo>
                  <a:close/>
                  <a:moveTo>
                    <a:pt x="11527" y="20625"/>
                  </a:moveTo>
                  <a:cubicBezTo>
                    <a:pt x="11996" y="20625"/>
                    <a:pt x="12376" y="21007"/>
                    <a:pt x="12376" y="21473"/>
                  </a:cubicBezTo>
                  <a:cubicBezTo>
                    <a:pt x="12376" y="21942"/>
                    <a:pt x="11996" y="22323"/>
                    <a:pt x="11527" y="22323"/>
                  </a:cubicBezTo>
                  <a:cubicBezTo>
                    <a:pt x="11058" y="22323"/>
                    <a:pt x="10677" y="21942"/>
                    <a:pt x="10677" y="21473"/>
                  </a:cubicBezTo>
                  <a:cubicBezTo>
                    <a:pt x="10677" y="21004"/>
                    <a:pt x="11058" y="20625"/>
                    <a:pt x="11527" y="20625"/>
                  </a:cubicBezTo>
                  <a:close/>
                  <a:moveTo>
                    <a:pt x="2790" y="0"/>
                  </a:moveTo>
                  <a:cubicBezTo>
                    <a:pt x="2097" y="0"/>
                    <a:pt x="1524" y="535"/>
                    <a:pt x="1461" y="1214"/>
                  </a:cubicBezTo>
                  <a:lnTo>
                    <a:pt x="849" y="1214"/>
                  </a:lnTo>
                  <a:cubicBezTo>
                    <a:pt x="380" y="1214"/>
                    <a:pt x="1" y="1593"/>
                    <a:pt x="1" y="2064"/>
                  </a:cubicBezTo>
                  <a:lnTo>
                    <a:pt x="1" y="3033"/>
                  </a:lnTo>
                  <a:cubicBezTo>
                    <a:pt x="1" y="3502"/>
                    <a:pt x="380" y="3883"/>
                    <a:pt x="849" y="3883"/>
                  </a:cubicBezTo>
                  <a:lnTo>
                    <a:pt x="1461" y="3883"/>
                  </a:lnTo>
                  <a:cubicBezTo>
                    <a:pt x="1504" y="4347"/>
                    <a:pt x="1787" y="4745"/>
                    <a:pt x="2185" y="4950"/>
                  </a:cubicBezTo>
                  <a:lnTo>
                    <a:pt x="2185" y="16015"/>
                  </a:lnTo>
                  <a:lnTo>
                    <a:pt x="1336" y="16015"/>
                  </a:lnTo>
                  <a:cubicBezTo>
                    <a:pt x="600" y="16015"/>
                    <a:pt x="2" y="16613"/>
                    <a:pt x="2" y="17349"/>
                  </a:cubicBezTo>
                  <a:cubicBezTo>
                    <a:pt x="2" y="18084"/>
                    <a:pt x="600" y="18684"/>
                    <a:pt x="1336" y="18684"/>
                  </a:cubicBezTo>
                  <a:lnTo>
                    <a:pt x="11163" y="18684"/>
                  </a:lnTo>
                  <a:lnTo>
                    <a:pt x="11163" y="19938"/>
                  </a:lnTo>
                  <a:cubicBezTo>
                    <a:pt x="10468" y="20105"/>
                    <a:pt x="9950" y="20729"/>
                    <a:pt x="9950" y="21473"/>
                  </a:cubicBezTo>
                  <a:cubicBezTo>
                    <a:pt x="9950" y="22344"/>
                    <a:pt x="10656" y="23051"/>
                    <a:pt x="11527" y="23051"/>
                  </a:cubicBezTo>
                  <a:cubicBezTo>
                    <a:pt x="12397" y="23051"/>
                    <a:pt x="13105" y="22344"/>
                    <a:pt x="13105" y="21473"/>
                  </a:cubicBezTo>
                  <a:cubicBezTo>
                    <a:pt x="13105" y="20729"/>
                    <a:pt x="12586" y="20105"/>
                    <a:pt x="11891" y="19938"/>
                  </a:cubicBezTo>
                  <a:lnTo>
                    <a:pt x="11891" y="18684"/>
                  </a:lnTo>
                  <a:lnTo>
                    <a:pt x="21718" y="18684"/>
                  </a:lnTo>
                  <a:cubicBezTo>
                    <a:pt x="22454" y="18684"/>
                    <a:pt x="23052" y="18084"/>
                    <a:pt x="23052" y="17349"/>
                  </a:cubicBezTo>
                  <a:cubicBezTo>
                    <a:pt x="23052" y="16613"/>
                    <a:pt x="22454" y="16015"/>
                    <a:pt x="21718" y="16015"/>
                  </a:cubicBezTo>
                  <a:lnTo>
                    <a:pt x="20870" y="16015"/>
                  </a:lnTo>
                  <a:lnTo>
                    <a:pt x="20870" y="4950"/>
                  </a:lnTo>
                  <a:cubicBezTo>
                    <a:pt x="21266" y="4745"/>
                    <a:pt x="21547" y="4349"/>
                    <a:pt x="21590" y="3883"/>
                  </a:cubicBezTo>
                  <a:lnTo>
                    <a:pt x="22203" y="3883"/>
                  </a:lnTo>
                  <a:cubicBezTo>
                    <a:pt x="22672" y="3883"/>
                    <a:pt x="23052" y="3502"/>
                    <a:pt x="23052" y="3033"/>
                  </a:cubicBezTo>
                  <a:lnTo>
                    <a:pt x="23052" y="2064"/>
                  </a:lnTo>
                  <a:cubicBezTo>
                    <a:pt x="23052" y="1593"/>
                    <a:pt x="22672" y="1214"/>
                    <a:pt x="22203" y="1214"/>
                  </a:cubicBezTo>
                  <a:lnTo>
                    <a:pt x="21590" y="1214"/>
                  </a:lnTo>
                  <a:cubicBezTo>
                    <a:pt x="21528" y="536"/>
                    <a:pt x="20956" y="0"/>
                    <a:pt x="2026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8" name="Google Shape;3488;p52"/>
          <p:cNvGrpSpPr/>
          <p:nvPr/>
        </p:nvGrpSpPr>
        <p:grpSpPr>
          <a:xfrm>
            <a:off x="5268063" y="3091875"/>
            <a:ext cx="581975" cy="576350"/>
            <a:chOff x="5268063" y="3091875"/>
            <a:chExt cx="581975" cy="576350"/>
          </a:xfrm>
        </p:grpSpPr>
        <p:sp>
          <p:nvSpPr>
            <p:cNvPr id="3489" name="Google Shape;3489;p52"/>
            <p:cNvSpPr/>
            <p:nvPr/>
          </p:nvSpPr>
          <p:spPr>
            <a:xfrm>
              <a:off x="5278063" y="3390500"/>
              <a:ext cx="278150" cy="268600"/>
            </a:xfrm>
            <a:custGeom>
              <a:rect b="b" l="l" r="r" t="t"/>
              <a:pathLst>
                <a:path extrusionOk="0" h="10744" w="11126">
                  <a:moveTo>
                    <a:pt x="8996" y="0"/>
                  </a:moveTo>
                  <a:cubicBezTo>
                    <a:pt x="8499" y="0"/>
                    <a:pt x="8002" y="189"/>
                    <a:pt x="7623" y="568"/>
                  </a:cubicBezTo>
                  <a:lnTo>
                    <a:pt x="759" y="7431"/>
                  </a:lnTo>
                  <a:cubicBezTo>
                    <a:pt x="0" y="8188"/>
                    <a:pt x="0" y="9417"/>
                    <a:pt x="759" y="10175"/>
                  </a:cubicBezTo>
                  <a:cubicBezTo>
                    <a:pt x="1138" y="10554"/>
                    <a:pt x="1634" y="10744"/>
                    <a:pt x="2131" y="10744"/>
                  </a:cubicBezTo>
                  <a:cubicBezTo>
                    <a:pt x="2628" y="10744"/>
                    <a:pt x="3124" y="10554"/>
                    <a:pt x="3503" y="10175"/>
                  </a:cubicBezTo>
                  <a:lnTo>
                    <a:pt x="10367" y="3314"/>
                  </a:lnTo>
                  <a:cubicBezTo>
                    <a:pt x="11126" y="2555"/>
                    <a:pt x="11126" y="1326"/>
                    <a:pt x="10367" y="568"/>
                  </a:cubicBezTo>
                  <a:cubicBezTo>
                    <a:pt x="9989" y="189"/>
                    <a:pt x="9493" y="0"/>
                    <a:pt x="89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2"/>
            <p:cNvSpPr/>
            <p:nvPr/>
          </p:nvSpPr>
          <p:spPr>
            <a:xfrm>
              <a:off x="5315813" y="3390500"/>
              <a:ext cx="225125" cy="185450"/>
            </a:xfrm>
            <a:custGeom>
              <a:rect b="b" l="l" r="r" t="t"/>
              <a:pathLst>
                <a:path extrusionOk="0" h="7418" w="9005">
                  <a:moveTo>
                    <a:pt x="7485" y="0"/>
                  </a:moveTo>
                  <a:cubicBezTo>
                    <a:pt x="6988" y="0"/>
                    <a:pt x="6491" y="189"/>
                    <a:pt x="6112" y="568"/>
                  </a:cubicBezTo>
                  <a:lnTo>
                    <a:pt x="1" y="6679"/>
                  </a:lnTo>
                  <a:cubicBezTo>
                    <a:pt x="46" y="6739"/>
                    <a:pt x="96" y="6795"/>
                    <a:pt x="150" y="6848"/>
                  </a:cubicBezTo>
                  <a:cubicBezTo>
                    <a:pt x="529" y="7227"/>
                    <a:pt x="1026" y="7417"/>
                    <a:pt x="1523" y="7417"/>
                  </a:cubicBezTo>
                  <a:cubicBezTo>
                    <a:pt x="2019" y="7417"/>
                    <a:pt x="2515" y="7227"/>
                    <a:pt x="2894" y="6848"/>
                  </a:cubicBezTo>
                  <a:lnTo>
                    <a:pt x="9005" y="737"/>
                  </a:lnTo>
                  <a:cubicBezTo>
                    <a:pt x="8958" y="679"/>
                    <a:pt x="8910" y="622"/>
                    <a:pt x="8856" y="568"/>
                  </a:cubicBezTo>
                  <a:cubicBezTo>
                    <a:pt x="8478" y="189"/>
                    <a:pt x="7981" y="0"/>
                    <a:pt x="7485"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2"/>
            <p:cNvSpPr/>
            <p:nvPr/>
          </p:nvSpPr>
          <p:spPr>
            <a:xfrm>
              <a:off x="5482163" y="3250250"/>
              <a:ext cx="209575" cy="200025"/>
            </a:xfrm>
            <a:custGeom>
              <a:rect b="b" l="l" r="r" t="t"/>
              <a:pathLst>
                <a:path extrusionOk="0" h="8001" w="8383">
                  <a:moveTo>
                    <a:pt x="8382" y="1"/>
                  </a:moveTo>
                  <a:lnTo>
                    <a:pt x="3724" y="359"/>
                  </a:lnTo>
                  <a:cubicBezTo>
                    <a:pt x="2891" y="423"/>
                    <a:pt x="2108" y="784"/>
                    <a:pt x="1518" y="1373"/>
                  </a:cubicBezTo>
                  <a:cubicBezTo>
                    <a:pt x="0" y="2891"/>
                    <a:pt x="0" y="5350"/>
                    <a:pt x="1518" y="6864"/>
                  </a:cubicBezTo>
                  <a:cubicBezTo>
                    <a:pt x="2275" y="7622"/>
                    <a:pt x="3268" y="8000"/>
                    <a:pt x="4262" y="8000"/>
                  </a:cubicBezTo>
                  <a:cubicBezTo>
                    <a:pt x="5256" y="8000"/>
                    <a:pt x="6250" y="7621"/>
                    <a:pt x="7009" y="6863"/>
                  </a:cubicBezTo>
                  <a:cubicBezTo>
                    <a:pt x="7599" y="6273"/>
                    <a:pt x="7959" y="5492"/>
                    <a:pt x="8023" y="4658"/>
                  </a:cubicBezTo>
                  <a:lnTo>
                    <a:pt x="838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2"/>
            <p:cNvSpPr/>
            <p:nvPr/>
          </p:nvSpPr>
          <p:spPr>
            <a:xfrm>
              <a:off x="5507463" y="3250325"/>
              <a:ext cx="184200" cy="175275"/>
            </a:xfrm>
            <a:custGeom>
              <a:rect b="b" l="l" r="r" t="t"/>
              <a:pathLst>
                <a:path extrusionOk="0" h="7011" w="7368">
                  <a:moveTo>
                    <a:pt x="7367" y="0"/>
                  </a:moveTo>
                  <a:lnTo>
                    <a:pt x="4144" y="1791"/>
                  </a:lnTo>
                  <a:cubicBezTo>
                    <a:pt x="3566" y="2111"/>
                    <a:pt x="2925" y="2612"/>
                    <a:pt x="2335" y="3202"/>
                  </a:cubicBezTo>
                  <a:cubicBezTo>
                    <a:pt x="820" y="4717"/>
                    <a:pt x="0" y="6357"/>
                    <a:pt x="506" y="6861"/>
                  </a:cubicBezTo>
                  <a:cubicBezTo>
                    <a:pt x="607" y="6963"/>
                    <a:pt x="754" y="7011"/>
                    <a:pt x="936" y="7011"/>
                  </a:cubicBezTo>
                  <a:cubicBezTo>
                    <a:pt x="1663" y="7011"/>
                    <a:pt x="2954" y="6244"/>
                    <a:pt x="4165" y="5033"/>
                  </a:cubicBezTo>
                  <a:cubicBezTo>
                    <a:pt x="4757" y="4444"/>
                    <a:pt x="5258" y="3800"/>
                    <a:pt x="5578" y="3225"/>
                  </a:cubicBezTo>
                  <a:lnTo>
                    <a:pt x="736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2"/>
            <p:cNvSpPr/>
            <p:nvPr/>
          </p:nvSpPr>
          <p:spPr>
            <a:xfrm>
              <a:off x="5549688" y="3101025"/>
              <a:ext cx="291250" cy="448925"/>
            </a:xfrm>
            <a:custGeom>
              <a:rect b="b" l="l" r="r" t="t"/>
              <a:pathLst>
                <a:path extrusionOk="0" h="17957" w="11650">
                  <a:moveTo>
                    <a:pt x="5825" y="1"/>
                  </a:moveTo>
                  <a:cubicBezTo>
                    <a:pt x="2609" y="1"/>
                    <a:pt x="1" y="2609"/>
                    <a:pt x="1" y="5823"/>
                  </a:cubicBezTo>
                  <a:cubicBezTo>
                    <a:pt x="1" y="8174"/>
                    <a:pt x="1392" y="10199"/>
                    <a:pt x="3399" y="11120"/>
                  </a:cubicBezTo>
                  <a:lnTo>
                    <a:pt x="3399" y="15529"/>
                  </a:lnTo>
                  <a:cubicBezTo>
                    <a:pt x="3399" y="16869"/>
                    <a:pt x="4486" y="17957"/>
                    <a:pt x="5825" y="17957"/>
                  </a:cubicBezTo>
                  <a:cubicBezTo>
                    <a:pt x="7165" y="17957"/>
                    <a:pt x="8252" y="16869"/>
                    <a:pt x="8252" y="15529"/>
                  </a:cubicBezTo>
                  <a:lnTo>
                    <a:pt x="8252" y="11120"/>
                  </a:lnTo>
                  <a:cubicBezTo>
                    <a:pt x="10257" y="10199"/>
                    <a:pt x="11650" y="8174"/>
                    <a:pt x="11647" y="5823"/>
                  </a:cubicBezTo>
                  <a:cubicBezTo>
                    <a:pt x="11647" y="2609"/>
                    <a:pt x="9039" y="1"/>
                    <a:pt x="58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2"/>
            <p:cNvSpPr/>
            <p:nvPr/>
          </p:nvSpPr>
          <p:spPr>
            <a:xfrm>
              <a:off x="5610388" y="3104200"/>
              <a:ext cx="230550" cy="437625"/>
            </a:xfrm>
            <a:custGeom>
              <a:rect b="b" l="l" r="r" t="t"/>
              <a:pathLst>
                <a:path extrusionOk="0" h="17505" w="9222">
                  <a:moveTo>
                    <a:pt x="4610" y="0"/>
                  </a:moveTo>
                  <a:cubicBezTo>
                    <a:pt x="1977" y="557"/>
                    <a:pt x="0" y="2897"/>
                    <a:pt x="0" y="5696"/>
                  </a:cubicBezTo>
                  <a:cubicBezTo>
                    <a:pt x="0" y="8047"/>
                    <a:pt x="1391" y="10072"/>
                    <a:pt x="3397" y="10993"/>
                  </a:cubicBezTo>
                  <a:lnTo>
                    <a:pt x="3397" y="15402"/>
                  </a:lnTo>
                  <a:cubicBezTo>
                    <a:pt x="3397" y="16302"/>
                    <a:pt x="3885" y="17085"/>
                    <a:pt x="4610" y="17504"/>
                  </a:cubicBezTo>
                  <a:cubicBezTo>
                    <a:pt x="5335" y="17085"/>
                    <a:pt x="5824" y="16300"/>
                    <a:pt x="5824" y="15402"/>
                  </a:cubicBezTo>
                  <a:lnTo>
                    <a:pt x="5824" y="10993"/>
                  </a:lnTo>
                  <a:cubicBezTo>
                    <a:pt x="7829" y="10072"/>
                    <a:pt x="9222" y="8047"/>
                    <a:pt x="9220" y="5696"/>
                  </a:cubicBezTo>
                  <a:cubicBezTo>
                    <a:pt x="9220" y="2895"/>
                    <a:pt x="7245" y="557"/>
                    <a:pt x="4610"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2"/>
            <p:cNvSpPr/>
            <p:nvPr/>
          </p:nvSpPr>
          <p:spPr>
            <a:xfrm>
              <a:off x="5550838" y="3250250"/>
              <a:ext cx="140850" cy="188475"/>
            </a:xfrm>
            <a:custGeom>
              <a:rect b="b" l="l" r="r" t="t"/>
              <a:pathLst>
                <a:path extrusionOk="0" h="7539" w="5634">
                  <a:moveTo>
                    <a:pt x="5634" y="1"/>
                  </a:moveTo>
                  <a:lnTo>
                    <a:pt x="975" y="359"/>
                  </a:lnTo>
                  <a:cubicBezTo>
                    <a:pt x="640" y="386"/>
                    <a:pt x="312" y="461"/>
                    <a:pt x="0" y="576"/>
                  </a:cubicBezTo>
                  <a:cubicBezTo>
                    <a:pt x="252" y="2614"/>
                    <a:pt x="1556" y="4324"/>
                    <a:pt x="3353" y="5148"/>
                  </a:cubicBezTo>
                  <a:lnTo>
                    <a:pt x="3353" y="7538"/>
                  </a:lnTo>
                  <a:cubicBezTo>
                    <a:pt x="3678" y="7362"/>
                    <a:pt x="3985" y="7137"/>
                    <a:pt x="4259" y="6863"/>
                  </a:cubicBezTo>
                  <a:cubicBezTo>
                    <a:pt x="4849" y="6273"/>
                    <a:pt x="5210" y="5492"/>
                    <a:pt x="5274" y="4658"/>
                  </a:cubicBezTo>
                  <a:lnTo>
                    <a:pt x="56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2"/>
            <p:cNvSpPr/>
            <p:nvPr/>
          </p:nvSpPr>
          <p:spPr>
            <a:xfrm>
              <a:off x="5550838" y="3253800"/>
              <a:ext cx="94925" cy="124550"/>
            </a:xfrm>
            <a:custGeom>
              <a:rect b="b" l="l" r="r" t="t"/>
              <a:pathLst>
                <a:path extrusionOk="0" h="4982" w="3797">
                  <a:moveTo>
                    <a:pt x="3796" y="1"/>
                  </a:moveTo>
                  <a:lnTo>
                    <a:pt x="974" y="217"/>
                  </a:lnTo>
                  <a:cubicBezTo>
                    <a:pt x="637" y="242"/>
                    <a:pt x="310" y="319"/>
                    <a:pt x="0" y="436"/>
                  </a:cubicBezTo>
                  <a:cubicBezTo>
                    <a:pt x="250" y="2452"/>
                    <a:pt x="1531" y="4149"/>
                    <a:pt x="3299" y="4982"/>
                  </a:cubicBezTo>
                  <a:cubicBezTo>
                    <a:pt x="3395" y="4703"/>
                    <a:pt x="3457" y="4409"/>
                    <a:pt x="3481" y="4110"/>
                  </a:cubicBezTo>
                  <a:lnTo>
                    <a:pt x="3796" y="1"/>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2"/>
            <p:cNvSpPr/>
            <p:nvPr/>
          </p:nvSpPr>
          <p:spPr>
            <a:xfrm>
              <a:off x="5658913" y="3586225"/>
              <a:ext cx="72850" cy="72875"/>
            </a:xfrm>
            <a:custGeom>
              <a:rect b="b" l="l" r="r" t="t"/>
              <a:pathLst>
                <a:path extrusionOk="0" h="2915" w="2914">
                  <a:moveTo>
                    <a:pt x="1457" y="1"/>
                  </a:moveTo>
                  <a:cubicBezTo>
                    <a:pt x="653" y="1"/>
                    <a:pt x="0" y="653"/>
                    <a:pt x="0" y="1458"/>
                  </a:cubicBezTo>
                  <a:cubicBezTo>
                    <a:pt x="0" y="2263"/>
                    <a:pt x="653" y="2914"/>
                    <a:pt x="1457" y="2914"/>
                  </a:cubicBezTo>
                  <a:cubicBezTo>
                    <a:pt x="2260" y="2914"/>
                    <a:pt x="2914" y="2263"/>
                    <a:pt x="2914" y="1458"/>
                  </a:cubicBezTo>
                  <a:cubicBezTo>
                    <a:pt x="2914" y="653"/>
                    <a:pt x="2263" y="1"/>
                    <a:pt x="14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2"/>
            <p:cNvSpPr/>
            <p:nvPr/>
          </p:nvSpPr>
          <p:spPr>
            <a:xfrm>
              <a:off x="5658913" y="3587900"/>
              <a:ext cx="71250" cy="71225"/>
            </a:xfrm>
            <a:custGeom>
              <a:rect b="b" l="l" r="r" t="t"/>
              <a:pathLst>
                <a:path extrusionOk="0" h="2849" w="2850">
                  <a:moveTo>
                    <a:pt x="1035" y="1"/>
                  </a:moveTo>
                  <a:lnTo>
                    <a:pt x="1035" y="1"/>
                  </a:lnTo>
                  <a:cubicBezTo>
                    <a:pt x="437" y="181"/>
                    <a:pt x="0" y="735"/>
                    <a:pt x="0" y="1392"/>
                  </a:cubicBezTo>
                  <a:cubicBezTo>
                    <a:pt x="0" y="2198"/>
                    <a:pt x="653" y="2849"/>
                    <a:pt x="1457" y="2849"/>
                  </a:cubicBezTo>
                  <a:cubicBezTo>
                    <a:pt x="2114" y="2849"/>
                    <a:pt x="2669" y="2414"/>
                    <a:pt x="2850" y="1816"/>
                  </a:cubicBezTo>
                  <a:lnTo>
                    <a:pt x="2850" y="1816"/>
                  </a:lnTo>
                  <a:cubicBezTo>
                    <a:pt x="2718" y="1857"/>
                    <a:pt x="2575" y="1878"/>
                    <a:pt x="2429" y="1879"/>
                  </a:cubicBezTo>
                  <a:cubicBezTo>
                    <a:pt x="1625" y="1879"/>
                    <a:pt x="972" y="1227"/>
                    <a:pt x="972" y="423"/>
                  </a:cubicBezTo>
                  <a:cubicBezTo>
                    <a:pt x="972" y="275"/>
                    <a:pt x="994" y="133"/>
                    <a:pt x="1035"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2"/>
            <p:cNvSpPr/>
            <p:nvPr/>
          </p:nvSpPr>
          <p:spPr>
            <a:xfrm>
              <a:off x="5686238" y="3152575"/>
              <a:ext cx="103150" cy="163850"/>
            </a:xfrm>
            <a:custGeom>
              <a:rect b="b" l="l" r="r" t="t"/>
              <a:pathLst>
                <a:path extrusionOk="0" h="6554" w="4126">
                  <a:moveTo>
                    <a:pt x="364" y="1"/>
                  </a:moveTo>
                  <a:cubicBezTo>
                    <a:pt x="164" y="1"/>
                    <a:pt x="0" y="164"/>
                    <a:pt x="0" y="365"/>
                  </a:cubicBezTo>
                  <a:cubicBezTo>
                    <a:pt x="0" y="567"/>
                    <a:pt x="164" y="730"/>
                    <a:pt x="364" y="730"/>
                  </a:cubicBezTo>
                  <a:cubicBezTo>
                    <a:pt x="2038" y="730"/>
                    <a:pt x="3397" y="2090"/>
                    <a:pt x="3397" y="3761"/>
                  </a:cubicBezTo>
                  <a:cubicBezTo>
                    <a:pt x="3397" y="4119"/>
                    <a:pt x="3337" y="4466"/>
                    <a:pt x="3216" y="4799"/>
                  </a:cubicBezTo>
                  <a:cubicBezTo>
                    <a:pt x="3147" y="4988"/>
                    <a:pt x="3245" y="5196"/>
                    <a:pt x="3432" y="5266"/>
                  </a:cubicBezTo>
                  <a:cubicBezTo>
                    <a:pt x="3473" y="5280"/>
                    <a:pt x="3516" y="5287"/>
                    <a:pt x="3557" y="5287"/>
                  </a:cubicBezTo>
                  <a:cubicBezTo>
                    <a:pt x="3706" y="5287"/>
                    <a:pt x="3844" y="5195"/>
                    <a:pt x="3900" y="5047"/>
                  </a:cubicBezTo>
                  <a:cubicBezTo>
                    <a:pt x="4049" y="4635"/>
                    <a:pt x="4126" y="4205"/>
                    <a:pt x="4126" y="3761"/>
                  </a:cubicBezTo>
                  <a:cubicBezTo>
                    <a:pt x="4126" y="1689"/>
                    <a:pt x="2437" y="1"/>
                    <a:pt x="364" y="1"/>
                  </a:cubicBezTo>
                  <a:close/>
                  <a:moveTo>
                    <a:pt x="2802" y="5764"/>
                  </a:moveTo>
                  <a:cubicBezTo>
                    <a:pt x="2707" y="5764"/>
                    <a:pt x="2613" y="5801"/>
                    <a:pt x="2543" y="5874"/>
                  </a:cubicBezTo>
                  <a:cubicBezTo>
                    <a:pt x="2524" y="5893"/>
                    <a:pt x="2506" y="5911"/>
                    <a:pt x="2487" y="5928"/>
                  </a:cubicBezTo>
                  <a:cubicBezTo>
                    <a:pt x="2344" y="6069"/>
                    <a:pt x="2342" y="6301"/>
                    <a:pt x="2481" y="6444"/>
                  </a:cubicBezTo>
                  <a:cubicBezTo>
                    <a:pt x="2553" y="6517"/>
                    <a:pt x="2648" y="6554"/>
                    <a:pt x="2742" y="6554"/>
                  </a:cubicBezTo>
                  <a:cubicBezTo>
                    <a:pt x="2833" y="6554"/>
                    <a:pt x="2925" y="6518"/>
                    <a:pt x="2996" y="6450"/>
                  </a:cubicBezTo>
                  <a:cubicBezTo>
                    <a:pt x="3019" y="6429"/>
                    <a:pt x="3041" y="6404"/>
                    <a:pt x="3063" y="6382"/>
                  </a:cubicBezTo>
                  <a:cubicBezTo>
                    <a:pt x="3203" y="6238"/>
                    <a:pt x="3199" y="6007"/>
                    <a:pt x="3056" y="5867"/>
                  </a:cubicBezTo>
                  <a:cubicBezTo>
                    <a:pt x="2985" y="5798"/>
                    <a:pt x="2893" y="5764"/>
                    <a:pt x="2802" y="57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2"/>
            <p:cNvSpPr/>
            <p:nvPr/>
          </p:nvSpPr>
          <p:spPr>
            <a:xfrm>
              <a:off x="5268063" y="3091875"/>
              <a:ext cx="581975" cy="576350"/>
            </a:xfrm>
            <a:custGeom>
              <a:rect b="b" l="l" r="r" t="t"/>
              <a:pathLst>
                <a:path extrusionOk="0" h="23054" w="23279">
                  <a:moveTo>
                    <a:pt x="11030" y="7445"/>
                  </a:moveTo>
                  <a:cubicBezTo>
                    <a:pt x="11178" y="8163"/>
                    <a:pt x="11455" y="8852"/>
                    <a:pt x="11846" y="9476"/>
                  </a:cubicBezTo>
                  <a:lnTo>
                    <a:pt x="11652" y="9283"/>
                  </a:lnTo>
                  <a:cubicBezTo>
                    <a:pt x="10892" y="10043"/>
                    <a:pt x="10274" y="10862"/>
                    <a:pt x="9912" y="11587"/>
                  </a:cubicBezTo>
                  <a:cubicBezTo>
                    <a:pt x="9822" y="11764"/>
                    <a:pt x="9754" y="11928"/>
                    <a:pt x="9701" y="12077"/>
                  </a:cubicBezTo>
                  <a:cubicBezTo>
                    <a:pt x="9444" y="11582"/>
                    <a:pt x="9308" y="11028"/>
                    <a:pt x="9308" y="10455"/>
                  </a:cubicBezTo>
                  <a:cubicBezTo>
                    <a:pt x="9308" y="9515"/>
                    <a:pt x="9673" y="8631"/>
                    <a:pt x="10338" y="7968"/>
                  </a:cubicBezTo>
                  <a:cubicBezTo>
                    <a:pt x="10545" y="7762"/>
                    <a:pt x="10778" y="7586"/>
                    <a:pt x="11030" y="7445"/>
                  </a:cubicBezTo>
                  <a:close/>
                  <a:moveTo>
                    <a:pt x="12109" y="9858"/>
                  </a:moveTo>
                  <a:cubicBezTo>
                    <a:pt x="12110" y="9861"/>
                    <a:pt x="12114" y="9867"/>
                    <a:pt x="12117" y="9870"/>
                  </a:cubicBezTo>
                  <a:cubicBezTo>
                    <a:pt x="12485" y="10367"/>
                    <a:pt x="12927" y="10806"/>
                    <a:pt x="13423" y="11173"/>
                  </a:cubicBezTo>
                  <a:cubicBezTo>
                    <a:pt x="12063" y="12512"/>
                    <a:pt x="10942" y="12989"/>
                    <a:pt x="10508" y="12989"/>
                  </a:cubicBezTo>
                  <a:cubicBezTo>
                    <a:pt x="10427" y="12989"/>
                    <a:pt x="10370" y="12973"/>
                    <a:pt x="10339" y="12942"/>
                  </a:cubicBezTo>
                  <a:cubicBezTo>
                    <a:pt x="10265" y="12867"/>
                    <a:pt x="10260" y="12520"/>
                    <a:pt x="10565" y="11912"/>
                  </a:cubicBezTo>
                  <a:cubicBezTo>
                    <a:pt x="10884" y="11272"/>
                    <a:pt x="11431" y="10545"/>
                    <a:pt x="12109" y="9858"/>
                  </a:cubicBezTo>
                  <a:close/>
                  <a:moveTo>
                    <a:pt x="16548" y="6732"/>
                  </a:moveTo>
                  <a:lnTo>
                    <a:pt x="16223" y="10967"/>
                  </a:lnTo>
                  <a:cubicBezTo>
                    <a:pt x="16166" y="11710"/>
                    <a:pt x="15842" y="12414"/>
                    <a:pt x="15312" y="12939"/>
                  </a:cubicBezTo>
                  <a:cubicBezTo>
                    <a:pt x="15221" y="13032"/>
                    <a:pt x="15126" y="13117"/>
                    <a:pt x="15025" y="13198"/>
                  </a:cubicBezTo>
                  <a:lnTo>
                    <a:pt x="15025" y="11483"/>
                  </a:lnTo>
                  <a:cubicBezTo>
                    <a:pt x="15025" y="11341"/>
                    <a:pt x="14944" y="11211"/>
                    <a:pt x="14814" y="11153"/>
                  </a:cubicBezTo>
                  <a:cubicBezTo>
                    <a:pt x="13196" y="10410"/>
                    <a:pt x="12030" y="8899"/>
                    <a:pt x="11716" y="7161"/>
                  </a:cubicBezTo>
                  <a:cubicBezTo>
                    <a:pt x="11910" y="7109"/>
                    <a:pt x="12110" y="7073"/>
                    <a:pt x="12313" y="7056"/>
                  </a:cubicBezTo>
                  <a:lnTo>
                    <a:pt x="16548" y="6732"/>
                  </a:lnTo>
                  <a:close/>
                  <a:moveTo>
                    <a:pt x="14043" y="11575"/>
                  </a:moveTo>
                  <a:cubicBezTo>
                    <a:pt x="14127" y="11623"/>
                    <a:pt x="14213" y="11670"/>
                    <a:pt x="14301" y="11714"/>
                  </a:cubicBezTo>
                  <a:lnTo>
                    <a:pt x="14303" y="11714"/>
                  </a:lnTo>
                  <a:lnTo>
                    <a:pt x="14303" y="13650"/>
                  </a:lnTo>
                  <a:cubicBezTo>
                    <a:pt x="13845" y="13862"/>
                    <a:pt x="13345" y="13971"/>
                    <a:pt x="12828" y="13971"/>
                  </a:cubicBezTo>
                  <a:cubicBezTo>
                    <a:pt x="12254" y="13971"/>
                    <a:pt x="11702" y="13835"/>
                    <a:pt x="11206" y="13578"/>
                  </a:cubicBezTo>
                  <a:cubicBezTo>
                    <a:pt x="11355" y="13526"/>
                    <a:pt x="11519" y="13457"/>
                    <a:pt x="11696" y="13367"/>
                  </a:cubicBezTo>
                  <a:cubicBezTo>
                    <a:pt x="12421" y="13005"/>
                    <a:pt x="13240" y="12387"/>
                    <a:pt x="14000" y="11626"/>
                  </a:cubicBezTo>
                  <a:cubicBezTo>
                    <a:pt x="14017" y="11611"/>
                    <a:pt x="14030" y="11594"/>
                    <a:pt x="14043" y="11575"/>
                  </a:cubicBezTo>
                  <a:close/>
                  <a:moveTo>
                    <a:pt x="17091" y="0"/>
                  </a:moveTo>
                  <a:cubicBezTo>
                    <a:pt x="15528" y="0"/>
                    <a:pt x="14036" y="584"/>
                    <a:pt x="12890" y="1646"/>
                  </a:cubicBezTo>
                  <a:cubicBezTo>
                    <a:pt x="11749" y="2700"/>
                    <a:pt x="11053" y="4130"/>
                    <a:pt x="10925" y="5672"/>
                  </a:cubicBezTo>
                  <a:cubicBezTo>
                    <a:pt x="10908" y="5874"/>
                    <a:pt x="11057" y="6048"/>
                    <a:pt x="11257" y="6066"/>
                  </a:cubicBezTo>
                  <a:cubicBezTo>
                    <a:pt x="11268" y="6066"/>
                    <a:pt x="11278" y="6067"/>
                    <a:pt x="11289" y="6067"/>
                  </a:cubicBezTo>
                  <a:cubicBezTo>
                    <a:pt x="11477" y="6067"/>
                    <a:pt x="11635" y="5923"/>
                    <a:pt x="11650" y="5733"/>
                  </a:cubicBezTo>
                  <a:cubicBezTo>
                    <a:pt x="11881" y="2926"/>
                    <a:pt x="14272" y="729"/>
                    <a:pt x="17091" y="729"/>
                  </a:cubicBezTo>
                  <a:cubicBezTo>
                    <a:pt x="20101" y="729"/>
                    <a:pt x="22550" y="3176"/>
                    <a:pt x="22550" y="6188"/>
                  </a:cubicBezTo>
                  <a:cubicBezTo>
                    <a:pt x="22550" y="8315"/>
                    <a:pt x="21299" y="10265"/>
                    <a:pt x="19365" y="11153"/>
                  </a:cubicBezTo>
                  <a:cubicBezTo>
                    <a:pt x="19237" y="11211"/>
                    <a:pt x="19154" y="11341"/>
                    <a:pt x="19154" y="11483"/>
                  </a:cubicBezTo>
                  <a:lnTo>
                    <a:pt x="19154" y="15894"/>
                  </a:lnTo>
                  <a:cubicBezTo>
                    <a:pt x="19154" y="17031"/>
                    <a:pt x="18228" y="17956"/>
                    <a:pt x="17091" y="17956"/>
                  </a:cubicBezTo>
                  <a:cubicBezTo>
                    <a:pt x="15954" y="17956"/>
                    <a:pt x="15029" y="17031"/>
                    <a:pt x="15029" y="15894"/>
                  </a:cubicBezTo>
                  <a:lnTo>
                    <a:pt x="15029" y="15409"/>
                  </a:lnTo>
                  <a:cubicBezTo>
                    <a:pt x="15029" y="15208"/>
                    <a:pt x="14866" y="15044"/>
                    <a:pt x="14665" y="15044"/>
                  </a:cubicBezTo>
                  <a:cubicBezTo>
                    <a:pt x="14463" y="15044"/>
                    <a:pt x="14300" y="15208"/>
                    <a:pt x="14300" y="15409"/>
                  </a:cubicBezTo>
                  <a:lnTo>
                    <a:pt x="14300" y="15894"/>
                  </a:lnTo>
                  <a:cubicBezTo>
                    <a:pt x="14300" y="17432"/>
                    <a:pt x="15553" y="18685"/>
                    <a:pt x="17091" y="18685"/>
                  </a:cubicBezTo>
                  <a:cubicBezTo>
                    <a:pt x="18630" y="18685"/>
                    <a:pt x="19882" y="17432"/>
                    <a:pt x="19882" y="15894"/>
                  </a:cubicBezTo>
                  <a:lnTo>
                    <a:pt x="19882" y="11712"/>
                  </a:lnTo>
                  <a:cubicBezTo>
                    <a:pt x="21954" y="10664"/>
                    <a:pt x="23279" y="8523"/>
                    <a:pt x="23279" y="6189"/>
                  </a:cubicBezTo>
                  <a:cubicBezTo>
                    <a:pt x="23279" y="2778"/>
                    <a:pt x="20502" y="3"/>
                    <a:pt x="17091" y="0"/>
                  </a:cubicBezTo>
                  <a:close/>
                  <a:moveTo>
                    <a:pt x="9025" y="12348"/>
                  </a:moveTo>
                  <a:cubicBezTo>
                    <a:pt x="9228" y="12753"/>
                    <a:pt x="9495" y="13128"/>
                    <a:pt x="9825" y="13457"/>
                  </a:cubicBezTo>
                  <a:cubicBezTo>
                    <a:pt x="10153" y="13785"/>
                    <a:pt x="10528" y="14054"/>
                    <a:pt x="10933" y="14257"/>
                  </a:cubicBezTo>
                  <a:cubicBezTo>
                    <a:pt x="10926" y="14272"/>
                    <a:pt x="10921" y="14288"/>
                    <a:pt x="10916" y="14307"/>
                  </a:cubicBezTo>
                  <a:cubicBezTo>
                    <a:pt x="10845" y="14567"/>
                    <a:pt x="10706" y="14808"/>
                    <a:pt x="10511" y="15003"/>
                  </a:cubicBezTo>
                  <a:lnTo>
                    <a:pt x="3647" y="21864"/>
                  </a:lnTo>
                  <a:cubicBezTo>
                    <a:pt x="3340" y="22172"/>
                    <a:pt x="2936" y="22326"/>
                    <a:pt x="2532" y="22326"/>
                  </a:cubicBezTo>
                  <a:cubicBezTo>
                    <a:pt x="2128" y="22326"/>
                    <a:pt x="1724" y="22172"/>
                    <a:pt x="1416" y="21864"/>
                  </a:cubicBezTo>
                  <a:cubicBezTo>
                    <a:pt x="802" y="21247"/>
                    <a:pt x="802" y="20248"/>
                    <a:pt x="1416" y="19633"/>
                  </a:cubicBezTo>
                  <a:lnTo>
                    <a:pt x="8280" y="12772"/>
                  </a:lnTo>
                  <a:cubicBezTo>
                    <a:pt x="8476" y="12576"/>
                    <a:pt x="8716" y="12435"/>
                    <a:pt x="8979" y="12364"/>
                  </a:cubicBezTo>
                  <a:cubicBezTo>
                    <a:pt x="8995" y="12361"/>
                    <a:pt x="9011" y="12355"/>
                    <a:pt x="9025" y="12348"/>
                  </a:cubicBezTo>
                  <a:close/>
                  <a:moveTo>
                    <a:pt x="17090" y="20142"/>
                  </a:moveTo>
                  <a:cubicBezTo>
                    <a:pt x="17692" y="20142"/>
                    <a:pt x="18182" y="20632"/>
                    <a:pt x="18182" y="21234"/>
                  </a:cubicBezTo>
                  <a:cubicBezTo>
                    <a:pt x="18182" y="21836"/>
                    <a:pt x="17692" y="22326"/>
                    <a:pt x="17090" y="22326"/>
                  </a:cubicBezTo>
                  <a:cubicBezTo>
                    <a:pt x="16487" y="22326"/>
                    <a:pt x="15997" y="21836"/>
                    <a:pt x="15997" y="21234"/>
                  </a:cubicBezTo>
                  <a:cubicBezTo>
                    <a:pt x="15997" y="20632"/>
                    <a:pt x="16487" y="20142"/>
                    <a:pt x="17090" y="20142"/>
                  </a:cubicBezTo>
                  <a:close/>
                  <a:moveTo>
                    <a:pt x="16945" y="5973"/>
                  </a:moveTo>
                  <a:cubicBezTo>
                    <a:pt x="16936" y="5973"/>
                    <a:pt x="16926" y="5974"/>
                    <a:pt x="16916" y="5975"/>
                  </a:cubicBezTo>
                  <a:lnTo>
                    <a:pt x="12258" y="6334"/>
                  </a:lnTo>
                  <a:cubicBezTo>
                    <a:pt x="11340" y="6402"/>
                    <a:pt x="10474" y="6800"/>
                    <a:pt x="9822" y="7453"/>
                  </a:cubicBezTo>
                  <a:cubicBezTo>
                    <a:pt x="9022" y="8254"/>
                    <a:pt x="8579" y="9321"/>
                    <a:pt x="8579" y="10455"/>
                  </a:cubicBezTo>
                  <a:cubicBezTo>
                    <a:pt x="8579" y="10875"/>
                    <a:pt x="8640" y="11282"/>
                    <a:pt x="8755" y="11672"/>
                  </a:cubicBezTo>
                  <a:cubicBezTo>
                    <a:pt x="8382" y="11778"/>
                    <a:pt x="8039" y="11980"/>
                    <a:pt x="7764" y="12256"/>
                  </a:cubicBezTo>
                  <a:lnTo>
                    <a:pt x="900" y="19118"/>
                  </a:lnTo>
                  <a:cubicBezTo>
                    <a:pt x="1" y="20017"/>
                    <a:pt x="1" y="21479"/>
                    <a:pt x="900" y="22378"/>
                  </a:cubicBezTo>
                  <a:cubicBezTo>
                    <a:pt x="1349" y="22828"/>
                    <a:pt x="1939" y="23051"/>
                    <a:pt x="2530" y="23051"/>
                  </a:cubicBezTo>
                  <a:cubicBezTo>
                    <a:pt x="3122" y="23051"/>
                    <a:pt x="3711" y="22828"/>
                    <a:pt x="4162" y="22378"/>
                  </a:cubicBezTo>
                  <a:lnTo>
                    <a:pt x="11026" y="15516"/>
                  </a:lnTo>
                  <a:cubicBezTo>
                    <a:pt x="11300" y="15240"/>
                    <a:pt x="11503" y="14898"/>
                    <a:pt x="11610" y="14524"/>
                  </a:cubicBezTo>
                  <a:cubicBezTo>
                    <a:pt x="12001" y="14641"/>
                    <a:pt x="12408" y="14700"/>
                    <a:pt x="12826" y="14700"/>
                  </a:cubicBezTo>
                  <a:cubicBezTo>
                    <a:pt x="13959" y="14700"/>
                    <a:pt x="15028" y="14258"/>
                    <a:pt x="15829" y="13457"/>
                  </a:cubicBezTo>
                  <a:cubicBezTo>
                    <a:pt x="16480" y="12804"/>
                    <a:pt x="16878" y="11939"/>
                    <a:pt x="16948" y="11024"/>
                  </a:cubicBezTo>
                  <a:lnTo>
                    <a:pt x="17307" y="6365"/>
                  </a:lnTo>
                  <a:cubicBezTo>
                    <a:pt x="17316" y="6259"/>
                    <a:pt x="17276" y="6154"/>
                    <a:pt x="17202" y="6080"/>
                  </a:cubicBezTo>
                  <a:cubicBezTo>
                    <a:pt x="17132" y="6011"/>
                    <a:pt x="17041" y="5973"/>
                    <a:pt x="16945" y="5973"/>
                  </a:cubicBezTo>
                  <a:close/>
                  <a:moveTo>
                    <a:pt x="17096" y="19415"/>
                  </a:moveTo>
                  <a:cubicBezTo>
                    <a:pt x="17095" y="19415"/>
                    <a:pt x="17093" y="19415"/>
                    <a:pt x="17091" y="19415"/>
                  </a:cubicBezTo>
                  <a:cubicBezTo>
                    <a:pt x="16089" y="19415"/>
                    <a:pt x="15272" y="20233"/>
                    <a:pt x="15272" y="21234"/>
                  </a:cubicBezTo>
                  <a:cubicBezTo>
                    <a:pt x="15272" y="22236"/>
                    <a:pt x="16088" y="23053"/>
                    <a:pt x="17091" y="23053"/>
                  </a:cubicBezTo>
                  <a:cubicBezTo>
                    <a:pt x="18093" y="23053"/>
                    <a:pt x="18910" y="22238"/>
                    <a:pt x="18910" y="21234"/>
                  </a:cubicBezTo>
                  <a:cubicBezTo>
                    <a:pt x="18910" y="20231"/>
                    <a:pt x="18096" y="19415"/>
                    <a:pt x="17096" y="19415"/>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4" name="Shape 3504"/>
        <p:cNvGrpSpPr/>
        <p:nvPr/>
      </p:nvGrpSpPr>
      <p:grpSpPr>
        <a:xfrm>
          <a:off x="0" y="0"/>
          <a:ext cx="0" cy="0"/>
          <a:chOff x="0" y="0"/>
          <a:chExt cx="0" cy="0"/>
        </a:xfrm>
      </p:grpSpPr>
      <p:sp>
        <p:nvSpPr>
          <p:cNvPr id="3505" name="Google Shape;3505;p53"/>
          <p:cNvSpPr txBox="1"/>
          <p:nvPr>
            <p:ph idx="1" type="subTitle"/>
          </p:nvPr>
        </p:nvSpPr>
        <p:spPr>
          <a:xfrm>
            <a:off x="778850" y="1264900"/>
            <a:ext cx="4360200" cy="19803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b="1" lang="en"/>
              <a:t>Mathematics</a:t>
            </a:r>
            <a:r>
              <a:rPr lang="en"/>
              <a:t> is not about numbers, equations, computations or algorithms: it is about </a:t>
            </a:r>
            <a:r>
              <a:rPr b="1" lang="en"/>
              <a:t>understanding.</a:t>
            </a:r>
            <a:endParaRPr b="1"/>
          </a:p>
        </p:txBody>
      </p:sp>
      <p:sp>
        <p:nvSpPr>
          <p:cNvPr id="3506" name="Google Shape;3506;p53"/>
          <p:cNvSpPr txBox="1"/>
          <p:nvPr>
            <p:ph type="title"/>
          </p:nvPr>
        </p:nvSpPr>
        <p:spPr>
          <a:xfrm>
            <a:off x="778850" y="3236825"/>
            <a:ext cx="4360200" cy="56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—SOMEONE </a:t>
            </a:r>
            <a:r>
              <a:rPr b="1" lang="en">
                <a:solidFill>
                  <a:schemeClr val="accent4"/>
                </a:solidFill>
              </a:rPr>
              <a:t>FAMOUS</a:t>
            </a:r>
            <a:endParaRPr b="1">
              <a:solidFill>
                <a:schemeClr val="accent4"/>
              </a:solidFill>
            </a:endParaRPr>
          </a:p>
        </p:txBody>
      </p:sp>
      <p:grpSp>
        <p:nvGrpSpPr>
          <p:cNvPr id="3507" name="Google Shape;3507;p53"/>
          <p:cNvGrpSpPr/>
          <p:nvPr/>
        </p:nvGrpSpPr>
        <p:grpSpPr>
          <a:xfrm>
            <a:off x="4940150" y="876177"/>
            <a:ext cx="1773158" cy="818659"/>
            <a:chOff x="4940150" y="876177"/>
            <a:chExt cx="1773158" cy="818659"/>
          </a:xfrm>
        </p:grpSpPr>
        <p:sp>
          <p:nvSpPr>
            <p:cNvPr id="3508" name="Google Shape;3508;p53"/>
            <p:cNvSpPr/>
            <p:nvPr/>
          </p:nvSpPr>
          <p:spPr>
            <a:xfrm rot="-4056294">
              <a:off x="5584475" y="1626326"/>
              <a:ext cx="26276" cy="28326"/>
            </a:xfrm>
            <a:custGeom>
              <a:rect b="b" l="l" r="r" t="t"/>
              <a:pathLst>
                <a:path extrusionOk="0" h="1133" w="1051">
                  <a:moveTo>
                    <a:pt x="249" y="0"/>
                  </a:moveTo>
                  <a:cubicBezTo>
                    <a:pt x="202" y="0"/>
                    <a:pt x="154" y="15"/>
                    <a:pt x="114" y="46"/>
                  </a:cubicBezTo>
                  <a:cubicBezTo>
                    <a:pt x="19" y="121"/>
                    <a:pt x="1" y="260"/>
                    <a:pt x="76" y="356"/>
                  </a:cubicBezTo>
                  <a:cubicBezTo>
                    <a:pt x="257" y="590"/>
                    <a:pt x="442" y="823"/>
                    <a:pt x="630" y="1051"/>
                  </a:cubicBezTo>
                  <a:cubicBezTo>
                    <a:pt x="674" y="1104"/>
                    <a:pt x="737" y="1132"/>
                    <a:pt x="802" y="1132"/>
                  </a:cubicBezTo>
                  <a:cubicBezTo>
                    <a:pt x="852" y="1132"/>
                    <a:pt x="901" y="1117"/>
                    <a:pt x="942" y="1083"/>
                  </a:cubicBezTo>
                  <a:cubicBezTo>
                    <a:pt x="1036" y="1005"/>
                    <a:pt x="1050" y="867"/>
                    <a:pt x="974" y="771"/>
                  </a:cubicBezTo>
                  <a:cubicBezTo>
                    <a:pt x="788" y="544"/>
                    <a:pt x="605" y="315"/>
                    <a:pt x="425" y="86"/>
                  </a:cubicBezTo>
                  <a:cubicBezTo>
                    <a:pt x="381" y="29"/>
                    <a:pt x="316" y="0"/>
                    <a:pt x="249"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3"/>
            <p:cNvSpPr/>
            <p:nvPr/>
          </p:nvSpPr>
          <p:spPr>
            <a:xfrm rot="-4056294">
              <a:off x="6424115" y="912278"/>
              <a:ext cx="28526" cy="26051"/>
            </a:xfrm>
            <a:custGeom>
              <a:rect b="b" l="l" r="r" t="t"/>
              <a:pathLst>
                <a:path extrusionOk="0" h="1042" w="1141">
                  <a:moveTo>
                    <a:pt x="245" y="0"/>
                  </a:moveTo>
                  <a:cubicBezTo>
                    <a:pt x="184" y="0"/>
                    <a:pt x="123" y="26"/>
                    <a:pt x="80" y="76"/>
                  </a:cubicBezTo>
                  <a:cubicBezTo>
                    <a:pt x="0" y="168"/>
                    <a:pt x="9" y="308"/>
                    <a:pt x="101" y="388"/>
                  </a:cubicBezTo>
                  <a:cubicBezTo>
                    <a:pt x="321" y="579"/>
                    <a:pt x="533" y="778"/>
                    <a:pt x="743" y="980"/>
                  </a:cubicBezTo>
                  <a:cubicBezTo>
                    <a:pt x="786" y="1023"/>
                    <a:pt x="842" y="1041"/>
                    <a:pt x="896" y="1041"/>
                  </a:cubicBezTo>
                  <a:cubicBezTo>
                    <a:pt x="953" y="1041"/>
                    <a:pt x="1013" y="1019"/>
                    <a:pt x="1055" y="975"/>
                  </a:cubicBezTo>
                  <a:cubicBezTo>
                    <a:pt x="1140" y="888"/>
                    <a:pt x="1137" y="748"/>
                    <a:pt x="1051" y="663"/>
                  </a:cubicBezTo>
                  <a:cubicBezTo>
                    <a:pt x="837" y="456"/>
                    <a:pt x="617" y="252"/>
                    <a:pt x="392" y="54"/>
                  </a:cubicBezTo>
                  <a:cubicBezTo>
                    <a:pt x="349" y="18"/>
                    <a:pt x="297" y="0"/>
                    <a:pt x="245"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3"/>
            <p:cNvSpPr/>
            <p:nvPr/>
          </p:nvSpPr>
          <p:spPr>
            <a:xfrm rot="-4056294">
              <a:off x="5646982" y="1606109"/>
              <a:ext cx="27226" cy="27376"/>
            </a:xfrm>
            <a:custGeom>
              <a:rect b="b" l="l" r="r" t="t"/>
              <a:pathLst>
                <a:path extrusionOk="0" h="1095" w="1089">
                  <a:moveTo>
                    <a:pt x="245" y="1"/>
                  </a:moveTo>
                  <a:cubicBezTo>
                    <a:pt x="193" y="1"/>
                    <a:pt x="141" y="19"/>
                    <a:pt x="100" y="56"/>
                  </a:cubicBezTo>
                  <a:cubicBezTo>
                    <a:pt x="9" y="139"/>
                    <a:pt x="1" y="279"/>
                    <a:pt x="82" y="368"/>
                  </a:cubicBezTo>
                  <a:cubicBezTo>
                    <a:pt x="280" y="591"/>
                    <a:pt x="480" y="808"/>
                    <a:pt x="683" y="1025"/>
                  </a:cubicBezTo>
                  <a:cubicBezTo>
                    <a:pt x="725" y="1070"/>
                    <a:pt x="785" y="1094"/>
                    <a:pt x="845" y="1094"/>
                  </a:cubicBezTo>
                  <a:cubicBezTo>
                    <a:pt x="898" y="1094"/>
                    <a:pt x="952" y="1075"/>
                    <a:pt x="995" y="1033"/>
                  </a:cubicBezTo>
                  <a:cubicBezTo>
                    <a:pt x="1083" y="950"/>
                    <a:pt x="1088" y="811"/>
                    <a:pt x="1005" y="721"/>
                  </a:cubicBezTo>
                  <a:cubicBezTo>
                    <a:pt x="806" y="509"/>
                    <a:pt x="608" y="293"/>
                    <a:pt x="412" y="75"/>
                  </a:cubicBezTo>
                  <a:cubicBezTo>
                    <a:pt x="368" y="26"/>
                    <a:pt x="306" y="1"/>
                    <a:pt x="245"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3"/>
            <p:cNvSpPr/>
            <p:nvPr/>
          </p:nvSpPr>
          <p:spPr>
            <a:xfrm rot="-4056294">
              <a:off x="6067164" y="1303104"/>
              <a:ext cx="33626" cy="16875"/>
            </a:xfrm>
            <a:custGeom>
              <a:rect b="b" l="l" r="r" t="t"/>
              <a:pathLst>
                <a:path extrusionOk="0" h="675" w="1345">
                  <a:moveTo>
                    <a:pt x="247" y="0"/>
                  </a:moveTo>
                  <a:cubicBezTo>
                    <a:pt x="150" y="0"/>
                    <a:pt x="62" y="65"/>
                    <a:pt x="34" y="162"/>
                  </a:cubicBezTo>
                  <a:cubicBezTo>
                    <a:pt x="0" y="278"/>
                    <a:pt x="70" y="400"/>
                    <a:pt x="187" y="434"/>
                  </a:cubicBezTo>
                  <a:cubicBezTo>
                    <a:pt x="472" y="514"/>
                    <a:pt x="758" y="592"/>
                    <a:pt x="1045" y="667"/>
                  </a:cubicBezTo>
                  <a:cubicBezTo>
                    <a:pt x="1062" y="673"/>
                    <a:pt x="1082" y="674"/>
                    <a:pt x="1099" y="674"/>
                  </a:cubicBezTo>
                  <a:cubicBezTo>
                    <a:pt x="1199" y="674"/>
                    <a:pt x="1288" y="609"/>
                    <a:pt x="1315" y="510"/>
                  </a:cubicBezTo>
                  <a:cubicBezTo>
                    <a:pt x="1345" y="392"/>
                    <a:pt x="1274" y="271"/>
                    <a:pt x="1156" y="240"/>
                  </a:cubicBezTo>
                  <a:cubicBezTo>
                    <a:pt x="872" y="165"/>
                    <a:pt x="589" y="88"/>
                    <a:pt x="308" y="9"/>
                  </a:cubicBezTo>
                  <a:cubicBezTo>
                    <a:pt x="287" y="3"/>
                    <a:pt x="267" y="0"/>
                    <a:pt x="247"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3"/>
            <p:cNvSpPr/>
            <p:nvPr/>
          </p:nvSpPr>
          <p:spPr>
            <a:xfrm rot="-4056294">
              <a:off x="5878695" y="1484547"/>
              <a:ext cx="31476" cy="22676"/>
            </a:xfrm>
            <a:custGeom>
              <a:rect b="b" l="l" r="r" t="t"/>
              <a:pathLst>
                <a:path extrusionOk="0" h="907" w="1259">
                  <a:moveTo>
                    <a:pt x="253" y="0"/>
                  </a:moveTo>
                  <a:cubicBezTo>
                    <a:pt x="180" y="0"/>
                    <a:pt x="109" y="36"/>
                    <a:pt x="67" y="101"/>
                  </a:cubicBezTo>
                  <a:cubicBezTo>
                    <a:pt x="0" y="205"/>
                    <a:pt x="31" y="341"/>
                    <a:pt x="134" y="406"/>
                  </a:cubicBezTo>
                  <a:cubicBezTo>
                    <a:pt x="383" y="567"/>
                    <a:pt x="637" y="723"/>
                    <a:pt x="891" y="874"/>
                  </a:cubicBezTo>
                  <a:cubicBezTo>
                    <a:pt x="926" y="896"/>
                    <a:pt x="965" y="907"/>
                    <a:pt x="1004" y="907"/>
                  </a:cubicBezTo>
                  <a:cubicBezTo>
                    <a:pt x="1078" y="907"/>
                    <a:pt x="1152" y="869"/>
                    <a:pt x="1194" y="801"/>
                  </a:cubicBezTo>
                  <a:cubicBezTo>
                    <a:pt x="1258" y="696"/>
                    <a:pt x="1224" y="561"/>
                    <a:pt x="1119" y="497"/>
                  </a:cubicBezTo>
                  <a:cubicBezTo>
                    <a:pt x="868" y="347"/>
                    <a:pt x="620" y="191"/>
                    <a:pt x="372" y="35"/>
                  </a:cubicBezTo>
                  <a:cubicBezTo>
                    <a:pt x="335" y="11"/>
                    <a:pt x="293" y="0"/>
                    <a:pt x="25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3"/>
            <p:cNvSpPr/>
            <p:nvPr/>
          </p:nvSpPr>
          <p:spPr>
            <a:xfrm rot="-4056294">
              <a:off x="5824095" y="1520796"/>
              <a:ext cx="30501" cy="24051"/>
            </a:xfrm>
            <a:custGeom>
              <a:rect b="b" l="l" r="r" t="t"/>
              <a:pathLst>
                <a:path extrusionOk="0" h="962" w="1220">
                  <a:moveTo>
                    <a:pt x="252" y="1"/>
                  </a:moveTo>
                  <a:cubicBezTo>
                    <a:pt x="185" y="1"/>
                    <a:pt x="118" y="32"/>
                    <a:pt x="75" y="90"/>
                  </a:cubicBezTo>
                  <a:cubicBezTo>
                    <a:pt x="1" y="188"/>
                    <a:pt x="22" y="327"/>
                    <a:pt x="120" y="398"/>
                  </a:cubicBezTo>
                  <a:cubicBezTo>
                    <a:pt x="360" y="574"/>
                    <a:pt x="599" y="748"/>
                    <a:pt x="842" y="920"/>
                  </a:cubicBezTo>
                  <a:cubicBezTo>
                    <a:pt x="880" y="945"/>
                    <a:pt x="926" y="961"/>
                    <a:pt x="970" y="961"/>
                  </a:cubicBezTo>
                  <a:cubicBezTo>
                    <a:pt x="1039" y="961"/>
                    <a:pt x="1107" y="927"/>
                    <a:pt x="1150" y="866"/>
                  </a:cubicBezTo>
                  <a:cubicBezTo>
                    <a:pt x="1219" y="767"/>
                    <a:pt x="1196" y="629"/>
                    <a:pt x="1097" y="558"/>
                  </a:cubicBezTo>
                  <a:cubicBezTo>
                    <a:pt x="856" y="390"/>
                    <a:pt x="618" y="218"/>
                    <a:pt x="382" y="44"/>
                  </a:cubicBezTo>
                  <a:cubicBezTo>
                    <a:pt x="343" y="15"/>
                    <a:pt x="298" y="1"/>
                    <a:pt x="252"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3"/>
            <p:cNvSpPr/>
            <p:nvPr/>
          </p:nvSpPr>
          <p:spPr>
            <a:xfrm rot="-4056294">
              <a:off x="5767068" y="1553238"/>
              <a:ext cx="29451" cy="25251"/>
            </a:xfrm>
            <a:custGeom>
              <a:rect b="b" l="l" r="r" t="t"/>
              <a:pathLst>
                <a:path extrusionOk="0" h="1010" w="1178">
                  <a:moveTo>
                    <a:pt x="249" y="1"/>
                  </a:moveTo>
                  <a:cubicBezTo>
                    <a:pt x="186" y="1"/>
                    <a:pt x="124" y="27"/>
                    <a:pt x="79" y="77"/>
                  </a:cubicBezTo>
                  <a:cubicBezTo>
                    <a:pt x="0" y="170"/>
                    <a:pt x="13" y="310"/>
                    <a:pt x="105" y="391"/>
                  </a:cubicBezTo>
                  <a:cubicBezTo>
                    <a:pt x="330" y="582"/>
                    <a:pt x="559" y="774"/>
                    <a:pt x="791" y="959"/>
                  </a:cubicBezTo>
                  <a:cubicBezTo>
                    <a:pt x="831" y="993"/>
                    <a:pt x="881" y="1009"/>
                    <a:pt x="929" y="1009"/>
                  </a:cubicBezTo>
                  <a:cubicBezTo>
                    <a:pt x="993" y="1009"/>
                    <a:pt x="1057" y="981"/>
                    <a:pt x="1100" y="927"/>
                  </a:cubicBezTo>
                  <a:cubicBezTo>
                    <a:pt x="1177" y="832"/>
                    <a:pt x="1163" y="693"/>
                    <a:pt x="1068" y="618"/>
                  </a:cubicBezTo>
                  <a:cubicBezTo>
                    <a:pt x="841" y="430"/>
                    <a:pt x="615" y="245"/>
                    <a:pt x="391" y="53"/>
                  </a:cubicBezTo>
                  <a:cubicBezTo>
                    <a:pt x="350" y="18"/>
                    <a:pt x="299" y="1"/>
                    <a:pt x="249"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3"/>
            <p:cNvSpPr/>
            <p:nvPr/>
          </p:nvSpPr>
          <p:spPr>
            <a:xfrm rot="-4056294">
              <a:off x="5708030" y="1581709"/>
              <a:ext cx="28201" cy="26326"/>
            </a:xfrm>
            <a:custGeom>
              <a:rect b="b" l="l" r="r" t="t"/>
              <a:pathLst>
                <a:path extrusionOk="0" h="1053" w="1128">
                  <a:moveTo>
                    <a:pt x="243" y="1"/>
                  </a:moveTo>
                  <a:cubicBezTo>
                    <a:pt x="185" y="1"/>
                    <a:pt x="128" y="23"/>
                    <a:pt x="85" y="67"/>
                  </a:cubicBezTo>
                  <a:cubicBezTo>
                    <a:pt x="0" y="153"/>
                    <a:pt x="1" y="294"/>
                    <a:pt x="89" y="379"/>
                  </a:cubicBezTo>
                  <a:cubicBezTo>
                    <a:pt x="302" y="586"/>
                    <a:pt x="516" y="790"/>
                    <a:pt x="732" y="993"/>
                  </a:cubicBezTo>
                  <a:cubicBezTo>
                    <a:pt x="774" y="1031"/>
                    <a:pt x="830" y="1052"/>
                    <a:pt x="884" y="1052"/>
                  </a:cubicBezTo>
                  <a:cubicBezTo>
                    <a:pt x="942" y="1052"/>
                    <a:pt x="1001" y="1030"/>
                    <a:pt x="1044" y="981"/>
                  </a:cubicBezTo>
                  <a:cubicBezTo>
                    <a:pt x="1127" y="893"/>
                    <a:pt x="1122" y="753"/>
                    <a:pt x="1034" y="669"/>
                  </a:cubicBezTo>
                  <a:cubicBezTo>
                    <a:pt x="821" y="469"/>
                    <a:pt x="608" y="267"/>
                    <a:pt x="397" y="64"/>
                  </a:cubicBezTo>
                  <a:cubicBezTo>
                    <a:pt x="354" y="22"/>
                    <a:pt x="299" y="1"/>
                    <a:pt x="24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3"/>
            <p:cNvSpPr/>
            <p:nvPr/>
          </p:nvSpPr>
          <p:spPr>
            <a:xfrm rot="-4056294">
              <a:off x="5930713" y="1444420"/>
              <a:ext cx="32226" cy="21400"/>
            </a:xfrm>
            <a:custGeom>
              <a:rect b="b" l="l" r="r" t="t"/>
              <a:pathLst>
                <a:path extrusionOk="0" h="856" w="1289">
                  <a:moveTo>
                    <a:pt x="255" y="1"/>
                  </a:moveTo>
                  <a:cubicBezTo>
                    <a:pt x="176" y="1"/>
                    <a:pt x="99" y="43"/>
                    <a:pt x="59" y="118"/>
                  </a:cubicBezTo>
                  <a:cubicBezTo>
                    <a:pt x="1" y="226"/>
                    <a:pt x="41" y="359"/>
                    <a:pt x="150" y="417"/>
                  </a:cubicBezTo>
                  <a:cubicBezTo>
                    <a:pt x="409" y="558"/>
                    <a:pt x="675" y="695"/>
                    <a:pt x="938" y="830"/>
                  </a:cubicBezTo>
                  <a:cubicBezTo>
                    <a:pt x="970" y="847"/>
                    <a:pt x="1004" y="855"/>
                    <a:pt x="1039" y="855"/>
                  </a:cubicBezTo>
                  <a:cubicBezTo>
                    <a:pt x="1118" y="855"/>
                    <a:pt x="1196" y="811"/>
                    <a:pt x="1236" y="735"/>
                  </a:cubicBezTo>
                  <a:cubicBezTo>
                    <a:pt x="1289" y="623"/>
                    <a:pt x="1245" y="490"/>
                    <a:pt x="1137" y="436"/>
                  </a:cubicBezTo>
                  <a:cubicBezTo>
                    <a:pt x="876" y="302"/>
                    <a:pt x="615" y="166"/>
                    <a:pt x="358" y="27"/>
                  </a:cubicBezTo>
                  <a:cubicBezTo>
                    <a:pt x="326" y="9"/>
                    <a:pt x="290" y="1"/>
                    <a:pt x="255"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3"/>
            <p:cNvSpPr/>
            <p:nvPr/>
          </p:nvSpPr>
          <p:spPr>
            <a:xfrm rot="-4056294">
              <a:off x="6025140" y="1353606"/>
              <a:ext cx="33351" cy="18350"/>
            </a:xfrm>
            <a:custGeom>
              <a:rect b="b" l="l" r="r" t="t"/>
              <a:pathLst>
                <a:path extrusionOk="0" h="734" w="1334">
                  <a:moveTo>
                    <a:pt x="250" y="1"/>
                  </a:moveTo>
                  <a:cubicBezTo>
                    <a:pt x="160" y="1"/>
                    <a:pt x="75" y="57"/>
                    <a:pt x="42" y="148"/>
                  </a:cubicBezTo>
                  <a:cubicBezTo>
                    <a:pt x="1" y="263"/>
                    <a:pt x="61" y="389"/>
                    <a:pt x="175" y="431"/>
                  </a:cubicBezTo>
                  <a:cubicBezTo>
                    <a:pt x="453" y="532"/>
                    <a:pt x="736" y="630"/>
                    <a:pt x="1015" y="723"/>
                  </a:cubicBezTo>
                  <a:cubicBezTo>
                    <a:pt x="1039" y="730"/>
                    <a:pt x="1062" y="733"/>
                    <a:pt x="1084" y="733"/>
                  </a:cubicBezTo>
                  <a:cubicBezTo>
                    <a:pt x="1177" y="733"/>
                    <a:pt x="1263" y="675"/>
                    <a:pt x="1294" y="583"/>
                  </a:cubicBezTo>
                  <a:cubicBezTo>
                    <a:pt x="1334" y="468"/>
                    <a:pt x="1273" y="342"/>
                    <a:pt x="1155" y="304"/>
                  </a:cubicBezTo>
                  <a:cubicBezTo>
                    <a:pt x="877" y="211"/>
                    <a:pt x="601" y="115"/>
                    <a:pt x="326" y="14"/>
                  </a:cubicBezTo>
                  <a:cubicBezTo>
                    <a:pt x="301" y="5"/>
                    <a:pt x="275" y="1"/>
                    <a:pt x="25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3"/>
            <p:cNvSpPr/>
            <p:nvPr/>
          </p:nvSpPr>
          <p:spPr>
            <a:xfrm rot="-4056294">
              <a:off x="6555016" y="876718"/>
              <a:ext cx="21976" cy="31076"/>
            </a:xfrm>
            <a:custGeom>
              <a:rect b="b" l="l" r="r" t="t"/>
              <a:pathLst>
                <a:path extrusionOk="0" h="1243" w="879">
                  <a:moveTo>
                    <a:pt x="250" y="1"/>
                  </a:moveTo>
                  <a:cubicBezTo>
                    <a:pt x="217" y="1"/>
                    <a:pt x="183" y="8"/>
                    <a:pt x="151" y="24"/>
                  </a:cubicBezTo>
                  <a:cubicBezTo>
                    <a:pt x="43" y="81"/>
                    <a:pt x="1" y="214"/>
                    <a:pt x="56" y="322"/>
                  </a:cubicBezTo>
                  <a:cubicBezTo>
                    <a:pt x="189" y="581"/>
                    <a:pt x="313" y="845"/>
                    <a:pt x="423" y="1107"/>
                  </a:cubicBezTo>
                  <a:cubicBezTo>
                    <a:pt x="459" y="1192"/>
                    <a:pt x="540" y="1242"/>
                    <a:pt x="626" y="1242"/>
                  </a:cubicBezTo>
                  <a:cubicBezTo>
                    <a:pt x="654" y="1242"/>
                    <a:pt x="686" y="1236"/>
                    <a:pt x="714" y="1225"/>
                  </a:cubicBezTo>
                  <a:cubicBezTo>
                    <a:pt x="825" y="1177"/>
                    <a:pt x="878" y="1048"/>
                    <a:pt x="832" y="936"/>
                  </a:cubicBezTo>
                  <a:cubicBezTo>
                    <a:pt x="717" y="665"/>
                    <a:pt x="589" y="390"/>
                    <a:pt x="449" y="120"/>
                  </a:cubicBezTo>
                  <a:cubicBezTo>
                    <a:pt x="409" y="44"/>
                    <a:pt x="331" y="1"/>
                    <a:pt x="25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3"/>
            <p:cNvSpPr/>
            <p:nvPr/>
          </p:nvSpPr>
          <p:spPr>
            <a:xfrm rot="-4056294">
              <a:off x="6623926" y="881115"/>
              <a:ext cx="15925" cy="32826"/>
            </a:xfrm>
            <a:custGeom>
              <a:rect b="b" l="l" r="r" t="t"/>
              <a:pathLst>
                <a:path extrusionOk="0" h="1313" w="637">
                  <a:moveTo>
                    <a:pt x="245" y="1"/>
                  </a:moveTo>
                  <a:cubicBezTo>
                    <a:pt x="229" y="1"/>
                    <a:pt x="212" y="3"/>
                    <a:pt x="195" y="7"/>
                  </a:cubicBezTo>
                  <a:cubicBezTo>
                    <a:pt x="76" y="32"/>
                    <a:pt x="1" y="151"/>
                    <a:pt x="28" y="272"/>
                  </a:cubicBezTo>
                  <a:cubicBezTo>
                    <a:pt x="92" y="554"/>
                    <a:pt x="146" y="839"/>
                    <a:pt x="182" y="1121"/>
                  </a:cubicBezTo>
                  <a:cubicBezTo>
                    <a:pt x="197" y="1233"/>
                    <a:pt x="292" y="1313"/>
                    <a:pt x="401" y="1313"/>
                  </a:cubicBezTo>
                  <a:cubicBezTo>
                    <a:pt x="411" y="1313"/>
                    <a:pt x="422" y="1311"/>
                    <a:pt x="431" y="1311"/>
                  </a:cubicBezTo>
                  <a:cubicBezTo>
                    <a:pt x="551" y="1296"/>
                    <a:pt x="636" y="1184"/>
                    <a:pt x="621" y="1060"/>
                  </a:cubicBezTo>
                  <a:cubicBezTo>
                    <a:pt x="581" y="765"/>
                    <a:pt x="526" y="468"/>
                    <a:pt x="459" y="173"/>
                  </a:cubicBezTo>
                  <a:cubicBezTo>
                    <a:pt x="436" y="70"/>
                    <a:pt x="345" y="1"/>
                    <a:pt x="245"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3"/>
            <p:cNvSpPr/>
            <p:nvPr/>
          </p:nvSpPr>
          <p:spPr>
            <a:xfrm rot="-4056294">
              <a:off x="6311614" y="987583"/>
              <a:ext cx="32501" cy="20825"/>
            </a:xfrm>
            <a:custGeom>
              <a:rect b="b" l="l" r="r" t="t"/>
              <a:pathLst>
                <a:path extrusionOk="0" h="833" w="1300">
                  <a:moveTo>
                    <a:pt x="253" y="0"/>
                  </a:moveTo>
                  <a:cubicBezTo>
                    <a:pt x="170" y="0"/>
                    <a:pt x="90" y="47"/>
                    <a:pt x="52" y="127"/>
                  </a:cubicBezTo>
                  <a:cubicBezTo>
                    <a:pt x="1" y="239"/>
                    <a:pt x="49" y="370"/>
                    <a:pt x="158" y="421"/>
                  </a:cubicBezTo>
                  <a:cubicBezTo>
                    <a:pt x="420" y="544"/>
                    <a:pt x="683" y="673"/>
                    <a:pt x="942" y="808"/>
                  </a:cubicBezTo>
                  <a:cubicBezTo>
                    <a:pt x="976" y="825"/>
                    <a:pt x="1009" y="832"/>
                    <a:pt x="1044" y="832"/>
                  </a:cubicBezTo>
                  <a:cubicBezTo>
                    <a:pt x="1125" y="832"/>
                    <a:pt x="1200" y="790"/>
                    <a:pt x="1242" y="713"/>
                  </a:cubicBezTo>
                  <a:cubicBezTo>
                    <a:pt x="1300" y="605"/>
                    <a:pt x="1257" y="473"/>
                    <a:pt x="1149" y="417"/>
                  </a:cubicBezTo>
                  <a:cubicBezTo>
                    <a:pt x="884" y="278"/>
                    <a:pt x="616" y="146"/>
                    <a:pt x="347" y="21"/>
                  </a:cubicBezTo>
                  <a:cubicBezTo>
                    <a:pt x="316" y="7"/>
                    <a:pt x="285" y="0"/>
                    <a:pt x="25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3"/>
            <p:cNvSpPr/>
            <p:nvPr/>
          </p:nvSpPr>
          <p:spPr>
            <a:xfrm rot="-4056294">
              <a:off x="6487687" y="888223"/>
              <a:ext cx="25926" cy="28676"/>
            </a:xfrm>
            <a:custGeom>
              <a:rect b="b" l="l" r="r" t="t"/>
              <a:pathLst>
                <a:path extrusionOk="0" h="1147" w="1037">
                  <a:moveTo>
                    <a:pt x="249" y="0"/>
                  </a:moveTo>
                  <a:cubicBezTo>
                    <a:pt x="200" y="0"/>
                    <a:pt x="150" y="17"/>
                    <a:pt x="109" y="51"/>
                  </a:cubicBezTo>
                  <a:cubicBezTo>
                    <a:pt x="14" y="127"/>
                    <a:pt x="0" y="268"/>
                    <a:pt x="78" y="361"/>
                  </a:cubicBezTo>
                  <a:cubicBezTo>
                    <a:pt x="263" y="588"/>
                    <a:pt x="437" y="818"/>
                    <a:pt x="606" y="1055"/>
                  </a:cubicBezTo>
                  <a:cubicBezTo>
                    <a:pt x="648" y="1114"/>
                    <a:pt x="718" y="1147"/>
                    <a:pt x="787" y="1147"/>
                  </a:cubicBezTo>
                  <a:cubicBezTo>
                    <a:pt x="831" y="1147"/>
                    <a:pt x="875" y="1134"/>
                    <a:pt x="915" y="1106"/>
                  </a:cubicBezTo>
                  <a:cubicBezTo>
                    <a:pt x="1014" y="1035"/>
                    <a:pt x="1037" y="896"/>
                    <a:pt x="966" y="797"/>
                  </a:cubicBezTo>
                  <a:cubicBezTo>
                    <a:pt x="792" y="554"/>
                    <a:pt x="611" y="317"/>
                    <a:pt x="420" y="82"/>
                  </a:cubicBezTo>
                  <a:cubicBezTo>
                    <a:pt x="377" y="28"/>
                    <a:pt x="313" y="0"/>
                    <a:pt x="249"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3"/>
            <p:cNvSpPr/>
            <p:nvPr/>
          </p:nvSpPr>
          <p:spPr>
            <a:xfrm rot="-4056294">
              <a:off x="6365028" y="945934"/>
              <a:ext cx="30951" cy="23501"/>
            </a:xfrm>
            <a:custGeom>
              <a:rect b="b" l="l" r="r" t="t"/>
              <a:pathLst>
                <a:path extrusionOk="0" h="940" w="1238">
                  <a:moveTo>
                    <a:pt x="254" y="0"/>
                  </a:moveTo>
                  <a:cubicBezTo>
                    <a:pt x="182" y="0"/>
                    <a:pt x="110" y="36"/>
                    <a:pt x="68" y="102"/>
                  </a:cubicBezTo>
                  <a:cubicBezTo>
                    <a:pt x="1" y="204"/>
                    <a:pt x="31" y="340"/>
                    <a:pt x="134" y="408"/>
                  </a:cubicBezTo>
                  <a:cubicBezTo>
                    <a:pt x="378" y="566"/>
                    <a:pt x="619" y="729"/>
                    <a:pt x="857" y="899"/>
                  </a:cubicBezTo>
                  <a:cubicBezTo>
                    <a:pt x="896" y="927"/>
                    <a:pt x="941" y="940"/>
                    <a:pt x="987" y="940"/>
                  </a:cubicBezTo>
                  <a:cubicBezTo>
                    <a:pt x="1055" y="940"/>
                    <a:pt x="1123" y="907"/>
                    <a:pt x="1167" y="848"/>
                  </a:cubicBezTo>
                  <a:cubicBezTo>
                    <a:pt x="1238" y="749"/>
                    <a:pt x="1215" y="610"/>
                    <a:pt x="1116" y="539"/>
                  </a:cubicBezTo>
                  <a:cubicBezTo>
                    <a:pt x="872" y="366"/>
                    <a:pt x="624" y="198"/>
                    <a:pt x="373" y="35"/>
                  </a:cubicBezTo>
                  <a:cubicBezTo>
                    <a:pt x="336" y="12"/>
                    <a:pt x="295" y="0"/>
                    <a:pt x="254"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3"/>
            <p:cNvSpPr/>
            <p:nvPr/>
          </p:nvSpPr>
          <p:spPr>
            <a:xfrm rot="-4056294">
              <a:off x="6181977" y="1140944"/>
              <a:ext cx="33751" cy="16025"/>
            </a:xfrm>
            <a:custGeom>
              <a:rect b="b" l="l" r="r" t="t"/>
              <a:pathLst>
                <a:path extrusionOk="0" h="641" w="1350">
                  <a:moveTo>
                    <a:pt x="243" y="1"/>
                  </a:moveTo>
                  <a:cubicBezTo>
                    <a:pt x="142" y="1"/>
                    <a:pt x="50" y="71"/>
                    <a:pt x="28" y="172"/>
                  </a:cubicBezTo>
                  <a:cubicBezTo>
                    <a:pt x="1" y="291"/>
                    <a:pt x="74" y="411"/>
                    <a:pt x="193" y="436"/>
                  </a:cubicBezTo>
                  <a:cubicBezTo>
                    <a:pt x="481" y="500"/>
                    <a:pt x="768" y="568"/>
                    <a:pt x="1053" y="636"/>
                  </a:cubicBezTo>
                  <a:cubicBezTo>
                    <a:pt x="1070" y="639"/>
                    <a:pt x="1087" y="640"/>
                    <a:pt x="1105" y="640"/>
                  </a:cubicBezTo>
                  <a:cubicBezTo>
                    <a:pt x="1206" y="640"/>
                    <a:pt x="1297" y="571"/>
                    <a:pt x="1319" y="470"/>
                  </a:cubicBezTo>
                  <a:cubicBezTo>
                    <a:pt x="1349" y="352"/>
                    <a:pt x="1275" y="233"/>
                    <a:pt x="1156" y="205"/>
                  </a:cubicBezTo>
                  <a:cubicBezTo>
                    <a:pt x="867" y="137"/>
                    <a:pt x="581" y="72"/>
                    <a:pt x="291" y="6"/>
                  </a:cubicBezTo>
                  <a:cubicBezTo>
                    <a:pt x="275" y="3"/>
                    <a:pt x="259" y="1"/>
                    <a:pt x="24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3"/>
            <p:cNvSpPr/>
            <p:nvPr/>
          </p:nvSpPr>
          <p:spPr>
            <a:xfrm rot="-4056294">
              <a:off x="6106356" y="1250054"/>
              <a:ext cx="33776" cy="15975"/>
            </a:xfrm>
            <a:custGeom>
              <a:rect b="b" l="l" r="r" t="t"/>
              <a:pathLst>
                <a:path extrusionOk="0" h="639" w="1351">
                  <a:moveTo>
                    <a:pt x="244" y="0"/>
                  </a:moveTo>
                  <a:cubicBezTo>
                    <a:pt x="143" y="0"/>
                    <a:pt x="53" y="70"/>
                    <a:pt x="28" y="171"/>
                  </a:cubicBezTo>
                  <a:cubicBezTo>
                    <a:pt x="0" y="290"/>
                    <a:pt x="75" y="409"/>
                    <a:pt x="194" y="437"/>
                  </a:cubicBezTo>
                  <a:cubicBezTo>
                    <a:pt x="482" y="504"/>
                    <a:pt x="770" y="569"/>
                    <a:pt x="1059" y="635"/>
                  </a:cubicBezTo>
                  <a:cubicBezTo>
                    <a:pt x="1075" y="637"/>
                    <a:pt x="1091" y="639"/>
                    <a:pt x="1106" y="639"/>
                  </a:cubicBezTo>
                  <a:cubicBezTo>
                    <a:pt x="1208" y="639"/>
                    <a:pt x="1301" y="568"/>
                    <a:pt x="1323" y="466"/>
                  </a:cubicBezTo>
                  <a:cubicBezTo>
                    <a:pt x="1350" y="345"/>
                    <a:pt x="1274" y="228"/>
                    <a:pt x="1154" y="202"/>
                  </a:cubicBezTo>
                  <a:cubicBezTo>
                    <a:pt x="868" y="138"/>
                    <a:pt x="580" y="72"/>
                    <a:pt x="295" y="6"/>
                  </a:cubicBezTo>
                  <a:cubicBezTo>
                    <a:pt x="278" y="2"/>
                    <a:pt x="261" y="0"/>
                    <a:pt x="244"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3"/>
            <p:cNvSpPr/>
            <p:nvPr/>
          </p:nvSpPr>
          <p:spPr>
            <a:xfrm rot="-4056294">
              <a:off x="6144177" y="1195646"/>
              <a:ext cx="33701" cy="15675"/>
            </a:xfrm>
            <a:custGeom>
              <a:rect b="b" l="l" r="r" t="t"/>
              <a:pathLst>
                <a:path extrusionOk="0" h="627" w="1348">
                  <a:moveTo>
                    <a:pt x="240" y="0"/>
                  </a:moveTo>
                  <a:cubicBezTo>
                    <a:pt x="140" y="0"/>
                    <a:pt x="47" y="72"/>
                    <a:pt x="26" y="176"/>
                  </a:cubicBezTo>
                  <a:cubicBezTo>
                    <a:pt x="0" y="294"/>
                    <a:pt x="77" y="413"/>
                    <a:pt x="196" y="438"/>
                  </a:cubicBezTo>
                  <a:lnTo>
                    <a:pt x="1061" y="623"/>
                  </a:lnTo>
                  <a:cubicBezTo>
                    <a:pt x="1077" y="626"/>
                    <a:pt x="1092" y="627"/>
                    <a:pt x="1106" y="627"/>
                  </a:cubicBezTo>
                  <a:cubicBezTo>
                    <a:pt x="1210" y="627"/>
                    <a:pt x="1301" y="556"/>
                    <a:pt x="1323" y="453"/>
                  </a:cubicBezTo>
                  <a:cubicBezTo>
                    <a:pt x="1347" y="332"/>
                    <a:pt x="1272" y="214"/>
                    <a:pt x="1153" y="190"/>
                  </a:cubicBezTo>
                  <a:lnTo>
                    <a:pt x="288" y="6"/>
                  </a:lnTo>
                  <a:cubicBezTo>
                    <a:pt x="272" y="2"/>
                    <a:pt x="256" y="0"/>
                    <a:pt x="240"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3"/>
            <p:cNvSpPr/>
            <p:nvPr/>
          </p:nvSpPr>
          <p:spPr>
            <a:xfrm rot="-4056294">
              <a:off x="5194769" y="1653993"/>
              <a:ext cx="17725" cy="32501"/>
            </a:xfrm>
            <a:custGeom>
              <a:rect b="b" l="l" r="r" t="t"/>
              <a:pathLst>
                <a:path extrusionOk="0" h="1300" w="709">
                  <a:moveTo>
                    <a:pt x="245" y="0"/>
                  </a:moveTo>
                  <a:cubicBezTo>
                    <a:pt x="227" y="0"/>
                    <a:pt x="210" y="2"/>
                    <a:pt x="192" y="6"/>
                  </a:cubicBezTo>
                  <a:cubicBezTo>
                    <a:pt x="74" y="35"/>
                    <a:pt x="1" y="155"/>
                    <a:pt x="29" y="273"/>
                  </a:cubicBezTo>
                  <a:cubicBezTo>
                    <a:pt x="99" y="562"/>
                    <a:pt x="174" y="850"/>
                    <a:pt x="252" y="1137"/>
                  </a:cubicBezTo>
                  <a:cubicBezTo>
                    <a:pt x="277" y="1236"/>
                    <a:pt x="367" y="1300"/>
                    <a:pt x="464" y="1300"/>
                  </a:cubicBezTo>
                  <a:cubicBezTo>
                    <a:pt x="483" y="1300"/>
                    <a:pt x="501" y="1298"/>
                    <a:pt x="521" y="1293"/>
                  </a:cubicBezTo>
                  <a:cubicBezTo>
                    <a:pt x="639" y="1261"/>
                    <a:pt x="708" y="1141"/>
                    <a:pt x="677" y="1022"/>
                  </a:cubicBezTo>
                  <a:cubicBezTo>
                    <a:pt x="602" y="738"/>
                    <a:pt x="530" y="454"/>
                    <a:pt x="460" y="169"/>
                  </a:cubicBezTo>
                  <a:cubicBezTo>
                    <a:pt x="436" y="68"/>
                    <a:pt x="346" y="0"/>
                    <a:pt x="245"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3"/>
            <p:cNvSpPr/>
            <p:nvPr/>
          </p:nvSpPr>
          <p:spPr>
            <a:xfrm rot="-4056294">
              <a:off x="6264257" y="1035456"/>
              <a:ext cx="33301" cy="18550"/>
            </a:xfrm>
            <a:custGeom>
              <a:rect b="b" l="l" r="r" t="t"/>
              <a:pathLst>
                <a:path extrusionOk="0" h="742" w="1332">
                  <a:moveTo>
                    <a:pt x="246" y="0"/>
                  </a:moveTo>
                  <a:cubicBezTo>
                    <a:pt x="155" y="0"/>
                    <a:pt x="70" y="58"/>
                    <a:pt x="40" y="149"/>
                  </a:cubicBezTo>
                  <a:cubicBezTo>
                    <a:pt x="0" y="264"/>
                    <a:pt x="61" y="390"/>
                    <a:pt x="178" y="431"/>
                  </a:cubicBezTo>
                  <a:cubicBezTo>
                    <a:pt x="454" y="526"/>
                    <a:pt x="729" y="624"/>
                    <a:pt x="1004" y="729"/>
                  </a:cubicBezTo>
                  <a:cubicBezTo>
                    <a:pt x="1028" y="738"/>
                    <a:pt x="1055" y="742"/>
                    <a:pt x="1082" y="742"/>
                  </a:cubicBezTo>
                  <a:cubicBezTo>
                    <a:pt x="1170" y="742"/>
                    <a:pt x="1255" y="688"/>
                    <a:pt x="1289" y="599"/>
                  </a:cubicBezTo>
                  <a:cubicBezTo>
                    <a:pt x="1332" y="484"/>
                    <a:pt x="1274" y="356"/>
                    <a:pt x="1157" y="314"/>
                  </a:cubicBezTo>
                  <a:cubicBezTo>
                    <a:pt x="879" y="209"/>
                    <a:pt x="600" y="109"/>
                    <a:pt x="319" y="13"/>
                  </a:cubicBezTo>
                  <a:cubicBezTo>
                    <a:pt x="295" y="4"/>
                    <a:pt x="270" y="0"/>
                    <a:pt x="24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3"/>
            <p:cNvSpPr/>
            <p:nvPr/>
          </p:nvSpPr>
          <p:spPr>
            <a:xfrm rot="-4056294">
              <a:off x="6686918" y="900077"/>
              <a:ext cx="16525" cy="32401"/>
            </a:xfrm>
            <a:custGeom>
              <a:rect b="b" l="l" r="r" t="t"/>
              <a:pathLst>
                <a:path extrusionOk="0" h="1296" w="661">
                  <a:moveTo>
                    <a:pt x="220" y="1"/>
                  </a:moveTo>
                  <a:cubicBezTo>
                    <a:pt x="96" y="2"/>
                    <a:pt x="0" y="101"/>
                    <a:pt x="1" y="223"/>
                  </a:cubicBezTo>
                  <a:cubicBezTo>
                    <a:pt x="4" y="521"/>
                    <a:pt x="33" y="898"/>
                    <a:pt x="224" y="1195"/>
                  </a:cubicBezTo>
                  <a:cubicBezTo>
                    <a:pt x="267" y="1260"/>
                    <a:pt x="338" y="1296"/>
                    <a:pt x="411" y="1296"/>
                  </a:cubicBezTo>
                  <a:cubicBezTo>
                    <a:pt x="451" y="1296"/>
                    <a:pt x="494" y="1286"/>
                    <a:pt x="532" y="1260"/>
                  </a:cubicBezTo>
                  <a:cubicBezTo>
                    <a:pt x="632" y="1193"/>
                    <a:pt x="661" y="1057"/>
                    <a:pt x="596" y="954"/>
                  </a:cubicBezTo>
                  <a:cubicBezTo>
                    <a:pt x="464" y="752"/>
                    <a:pt x="447" y="438"/>
                    <a:pt x="442" y="218"/>
                  </a:cubicBezTo>
                  <a:cubicBezTo>
                    <a:pt x="441" y="97"/>
                    <a:pt x="342" y="1"/>
                    <a:pt x="221"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3"/>
            <p:cNvSpPr/>
            <p:nvPr/>
          </p:nvSpPr>
          <p:spPr>
            <a:xfrm rot="-4056294">
              <a:off x="6221514" y="1087146"/>
              <a:ext cx="33676" cy="17000"/>
            </a:xfrm>
            <a:custGeom>
              <a:rect b="b" l="l" r="r" t="t"/>
              <a:pathLst>
                <a:path extrusionOk="0" h="680" w="1347">
                  <a:moveTo>
                    <a:pt x="245" y="1"/>
                  </a:moveTo>
                  <a:cubicBezTo>
                    <a:pt x="147" y="1"/>
                    <a:pt x="60" y="66"/>
                    <a:pt x="33" y="164"/>
                  </a:cubicBezTo>
                  <a:cubicBezTo>
                    <a:pt x="1" y="284"/>
                    <a:pt x="72" y="403"/>
                    <a:pt x="189" y="435"/>
                  </a:cubicBezTo>
                  <a:cubicBezTo>
                    <a:pt x="473" y="512"/>
                    <a:pt x="757" y="590"/>
                    <a:pt x="1037" y="671"/>
                  </a:cubicBezTo>
                  <a:cubicBezTo>
                    <a:pt x="1057" y="676"/>
                    <a:pt x="1079" y="679"/>
                    <a:pt x="1098" y="679"/>
                  </a:cubicBezTo>
                  <a:cubicBezTo>
                    <a:pt x="1193" y="679"/>
                    <a:pt x="1283" y="615"/>
                    <a:pt x="1311" y="520"/>
                  </a:cubicBezTo>
                  <a:cubicBezTo>
                    <a:pt x="1347" y="401"/>
                    <a:pt x="1279" y="279"/>
                    <a:pt x="1161" y="245"/>
                  </a:cubicBezTo>
                  <a:cubicBezTo>
                    <a:pt x="874" y="164"/>
                    <a:pt x="589" y="84"/>
                    <a:pt x="304" y="8"/>
                  </a:cubicBezTo>
                  <a:cubicBezTo>
                    <a:pt x="284" y="3"/>
                    <a:pt x="265" y="1"/>
                    <a:pt x="245"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3"/>
            <p:cNvSpPr/>
            <p:nvPr/>
          </p:nvSpPr>
          <p:spPr>
            <a:xfrm rot="-4056294">
              <a:off x="5979637" y="1400749"/>
              <a:ext cx="32901" cy="19900"/>
            </a:xfrm>
            <a:custGeom>
              <a:rect b="b" l="l" r="r" t="t"/>
              <a:pathLst>
                <a:path extrusionOk="0" h="796" w="1316">
                  <a:moveTo>
                    <a:pt x="253" y="0"/>
                  </a:moveTo>
                  <a:cubicBezTo>
                    <a:pt x="168" y="0"/>
                    <a:pt x="87" y="48"/>
                    <a:pt x="50" y="130"/>
                  </a:cubicBezTo>
                  <a:cubicBezTo>
                    <a:pt x="1" y="242"/>
                    <a:pt x="50" y="374"/>
                    <a:pt x="162" y="424"/>
                  </a:cubicBezTo>
                  <a:cubicBezTo>
                    <a:pt x="433" y="544"/>
                    <a:pt x="705" y="662"/>
                    <a:pt x="979" y="778"/>
                  </a:cubicBezTo>
                  <a:cubicBezTo>
                    <a:pt x="1007" y="789"/>
                    <a:pt x="1036" y="795"/>
                    <a:pt x="1064" y="795"/>
                  </a:cubicBezTo>
                  <a:cubicBezTo>
                    <a:pt x="1151" y="795"/>
                    <a:pt x="1233" y="744"/>
                    <a:pt x="1268" y="659"/>
                  </a:cubicBezTo>
                  <a:cubicBezTo>
                    <a:pt x="1315" y="545"/>
                    <a:pt x="1261" y="416"/>
                    <a:pt x="1149" y="368"/>
                  </a:cubicBezTo>
                  <a:cubicBezTo>
                    <a:pt x="878" y="255"/>
                    <a:pt x="610" y="137"/>
                    <a:pt x="344" y="19"/>
                  </a:cubicBezTo>
                  <a:cubicBezTo>
                    <a:pt x="314" y="6"/>
                    <a:pt x="283" y="0"/>
                    <a:pt x="25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3"/>
            <p:cNvSpPr/>
            <p:nvPr/>
          </p:nvSpPr>
          <p:spPr>
            <a:xfrm rot="-4056294">
              <a:off x="5006555" y="1598208"/>
              <a:ext cx="13775" cy="33151"/>
            </a:xfrm>
            <a:custGeom>
              <a:rect b="b" l="l" r="r" t="t"/>
              <a:pathLst>
                <a:path extrusionOk="0" h="1326" w="551">
                  <a:moveTo>
                    <a:pt x="313" y="0"/>
                  </a:moveTo>
                  <a:cubicBezTo>
                    <a:pt x="206" y="0"/>
                    <a:pt x="109" y="82"/>
                    <a:pt x="95" y="194"/>
                  </a:cubicBezTo>
                  <a:cubicBezTo>
                    <a:pt x="57" y="490"/>
                    <a:pt x="28" y="788"/>
                    <a:pt x="9" y="1089"/>
                  </a:cubicBezTo>
                  <a:cubicBezTo>
                    <a:pt x="0" y="1212"/>
                    <a:pt x="92" y="1316"/>
                    <a:pt x="214" y="1325"/>
                  </a:cubicBezTo>
                  <a:lnTo>
                    <a:pt x="228" y="1325"/>
                  </a:lnTo>
                  <a:cubicBezTo>
                    <a:pt x="343" y="1325"/>
                    <a:pt x="441" y="1235"/>
                    <a:pt x="450" y="1117"/>
                  </a:cubicBezTo>
                  <a:cubicBezTo>
                    <a:pt x="469" y="826"/>
                    <a:pt x="498" y="538"/>
                    <a:pt x="535" y="251"/>
                  </a:cubicBezTo>
                  <a:cubicBezTo>
                    <a:pt x="550" y="130"/>
                    <a:pt x="465" y="18"/>
                    <a:pt x="343" y="2"/>
                  </a:cubicBezTo>
                  <a:cubicBezTo>
                    <a:pt x="333" y="1"/>
                    <a:pt x="323" y="0"/>
                    <a:pt x="31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3"/>
            <p:cNvSpPr/>
            <p:nvPr/>
          </p:nvSpPr>
          <p:spPr>
            <a:xfrm rot="-4056294">
              <a:off x="5067991" y="1624228"/>
              <a:ext cx="12875" cy="33151"/>
            </a:xfrm>
            <a:custGeom>
              <a:rect b="b" l="l" r="r" t="t"/>
              <a:pathLst>
                <a:path extrusionOk="0" h="1326" w="515">
                  <a:moveTo>
                    <a:pt x="233" y="0"/>
                  </a:moveTo>
                  <a:cubicBezTo>
                    <a:pt x="227" y="0"/>
                    <a:pt x="222" y="0"/>
                    <a:pt x="216" y="1"/>
                  </a:cubicBezTo>
                  <a:cubicBezTo>
                    <a:pt x="94" y="6"/>
                    <a:pt x="1" y="109"/>
                    <a:pt x="7" y="231"/>
                  </a:cubicBezTo>
                  <a:cubicBezTo>
                    <a:pt x="18" y="528"/>
                    <a:pt x="38" y="825"/>
                    <a:pt x="65" y="1122"/>
                  </a:cubicBezTo>
                  <a:cubicBezTo>
                    <a:pt x="75" y="1237"/>
                    <a:pt x="171" y="1325"/>
                    <a:pt x="284" y="1325"/>
                  </a:cubicBezTo>
                  <a:lnTo>
                    <a:pt x="303" y="1325"/>
                  </a:lnTo>
                  <a:cubicBezTo>
                    <a:pt x="425" y="1314"/>
                    <a:pt x="514" y="1206"/>
                    <a:pt x="504" y="1086"/>
                  </a:cubicBezTo>
                  <a:cubicBezTo>
                    <a:pt x="479" y="795"/>
                    <a:pt x="460" y="503"/>
                    <a:pt x="448" y="212"/>
                  </a:cubicBezTo>
                  <a:cubicBezTo>
                    <a:pt x="442" y="94"/>
                    <a:pt x="358" y="0"/>
                    <a:pt x="23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3"/>
            <p:cNvSpPr/>
            <p:nvPr/>
          </p:nvSpPr>
          <p:spPr>
            <a:xfrm rot="-4056294">
              <a:off x="4948996" y="1561707"/>
              <a:ext cx="19325" cy="32076"/>
            </a:xfrm>
            <a:custGeom>
              <a:rect b="b" l="l" r="r" t="t"/>
              <a:pathLst>
                <a:path extrusionOk="0" h="1283" w="773">
                  <a:moveTo>
                    <a:pt x="522" y="1"/>
                  </a:moveTo>
                  <a:cubicBezTo>
                    <a:pt x="433" y="1"/>
                    <a:pt x="350" y="56"/>
                    <a:pt x="316" y="144"/>
                  </a:cubicBezTo>
                  <a:cubicBezTo>
                    <a:pt x="211" y="420"/>
                    <a:pt x="116" y="707"/>
                    <a:pt x="33" y="999"/>
                  </a:cubicBezTo>
                  <a:cubicBezTo>
                    <a:pt x="0" y="1118"/>
                    <a:pt x="67" y="1240"/>
                    <a:pt x="184" y="1274"/>
                  </a:cubicBezTo>
                  <a:cubicBezTo>
                    <a:pt x="203" y="1279"/>
                    <a:pt x="224" y="1282"/>
                    <a:pt x="244" y="1282"/>
                  </a:cubicBezTo>
                  <a:cubicBezTo>
                    <a:pt x="340" y="1282"/>
                    <a:pt x="428" y="1218"/>
                    <a:pt x="457" y="1123"/>
                  </a:cubicBezTo>
                  <a:cubicBezTo>
                    <a:pt x="539" y="843"/>
                    <a:pt x="628" y="566"/>
                    <a:pt x="730" y="301"/>
                  </a:cubicBezTo>
                  <a:cubicBezTo>
                    <a:pt x="773" y="188"/>
                    <a:pt x="716" y="60"/>
                    <a:pt x="601" y="16"/>
                  </a:cubicBezTo>
                  <a:cubicBezTo>
                    <a:pt x="575" y="6"/>
                    <a:pt x="548" y="1"/>
                    <a:pt x="522"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3"/>
            <p:cNvSpPr/>
            <p:nvPr/>
          </p:nvSpPr>
          <p:spPr>
            <a:xfrm rot="-4056294">
              <a:off x="5520751" y="1642198"/>
              <a:ext cx="25176" cy="29276"/>
            </a:xfrm>
            <a:custGeom>
              <a:rect b="b" l="l" r="r" t="t"/>
              <a:pathLst>
                <a:path extrusionOk="0" h="1171" w="1007">
                  <a:moveTo>
                    <a:pt x="251" y="1"/>
                  </a:moveTo>
                  <a:cubicBezTo>
                    <a:pt x="209" y="1"/>
                    <a:pt x="166" y="13"/>
                    <a:pt x="128" y="39"/>
                  </a:cubicBezTo>
                  <a:cubicBezTo>
                    <a:pt x="26" y="108"/>
                    <a:pt x="0" y="244"/>
                    <a:pt x="68" y="347"/>
                  </a:cubicBezTo>
                  <a:cubicBezTo>
                    <a:pt x="235" y="590"/>
                    <a:pt x="404" y="836"/>
                    <a:pt x="576" y="1077"/>
                  </a:cubicBezTo>
                  <a:cubicBezTo>
                    <a:pt x="618" y="1136"/>
                    <a:pt x="688" y="1170"/>
                    <a:pt x="756" y="1170"/>
                  </a:cubicBezTo>
                  <a:cubicBezTo>
                    <a:pt x="801" y="1170"/>
                    <a:pt x="845" y="1158"/>
                    <a:pt x="884" y="1129"/>
                  </a:cubicBezTo>
                  <a:cubicBezTo>
                    <a:pt x="983" y="1058"/>
                    <a:pt x="1007" y="921"/>
                    <a:pt x="937" y="822"/>
                  </a:cubicBezTo>
                  <a:cubicBezTo>
                    <a:pt x="766" y="582"/>
                    <a:pt x="598" y="341"/>
                    <a:pt x="434" y="98"/>
                  </a:cubicBezTo>
                  <a:cubicBezTo>
                    <a:pt x="391" y="35"/>
                    <a:pt x="321" y="1"/>
                    <a:pt x="251"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3"/>
            <p:cNvSpPr/>
            <p:nvPr/>
          </p:nvSpPr>
          <p:spPr>
            <a:xfrm rot="-4056294">
              <a:off x="5259904" y="1661043"/>
              <a:ext cx="19475" cy="32076"/>
            </a:xfrm>
            <a:custGeom>
              <a:rect b="b" l="l" r="r" t="t"/>
              <a:pathLst>
                <a:path extrusionOk="0" h="1283" w="779">
                  <a:moveTo>
                    <a:pt x="250" y="1"/>
                  </a:moveTo>
                  <a:cubicBezTo>
                    <a:pt x="227" y="1"/>
                    <a:pt x="204" y="4"/>
                    <a:pt x="180" y="12"/>
                  </a:cubicBezTo>
                  <a:cubicBezTo>
                    <a:pt x="63" y="49"/>
                    <a:pt x="0" y="175"/>
                    <a:pt x="39" y="290"/>
                  </a:cubicBezTo>
                  <a:cubicBezTo>
                    <a:pt x="129" y="571"/>
                    <a:pt x="224" y="853"/>
                    <a:pt x="322" y="1134"/>
                  </a:cubicBezTo>
                  <a:cubicBezTo>
                    <a:pt x="353" y="1224"/>
                    <a:pt x="438" y="1283"/>
                    <a:pt x="531" y="1283"/>
                  </a:cubicBezTo>
                  <a:cubicBezTo>
                    <a:pt x="556" y="1283"/>
                    <a:pt x="580" y="1278"/>
                    <a:pt x="603" y="1270"/>
                  </a:cubicBezTo>
                  <a:cubicBezTo>
                    <a:pt x="719" y="1229"/>
                    <a:pt x="779" y="1104"/>
                    <a:pt x="740" y="988"/>
                  </a:cubicBezTo>
                  <a:cubicBezTo>
                    <a:pt x="643" y="710"/>
                    <a:pt x="549" y="432"/>
                    <a:pt x="458" y="154"/>
                  </a:cubicBezTo>
                  <a:cubicBezTo>
                    <a:pt x="429" y="60"/>
                    <a:pt x="344" y="1"/>
                    <a:pt x="25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3"/>
            <p:cNvSpPr/>
            <p:nvPr/>
          </p:nvSpPr>
          <p:spPr>
            <a:xfrm rot="-4056294">
              <a:off x="5456106" y="1653818"/>
              <a:ext cx="24001" cy="30126"/>
            </a:xfrm>
            <a:custGeom>
              <a:rect b="b" l="l" r="r" t="t"/>
              <a:pathLst>
                <a:path extrusionOk="0" h="1205" w="960">
                  <a:moveTo>
                    <a:pt x="253" y="0"/>
                  </a:moveTo>
                  <a:cubicBezTo>
                    <a:pt x="215" y="0"/>
                    <a:pt x="177" y="10"/>
                    <a:pt x="143" y="30"/>
                  </a:cubicBezTo>
                  <a:cubicBezTo>
                    <a:pt x="36" y="92"/>
                    <a:pt x="1" y="227"/>
                    <a:pt x="63" y="334"/>
                  </a:cubicBezTo>
                  <a:cubicBezTo>
                    <a:pt x="212" y="590"/>
                    <a:pt x="364" y="844"/>
                    <a:pt x="518" y="1098"/>
                  </a:cubicBezTo>
                  <a:cubicBezTo>
                    <a:pt x="561" y="1165"/>
                    <a:pt x="633" y="1204"/>
                    <a:pt x="708" y="1204"/>
                  </a:cubicBezTo>
                  <a:cubicBezTo>
                    <a:pt x="747" y="1204"/>
                    <a:pt x="788" y="1193"/>
                    <a:pt x="823" y="1172"/>
                  </a:cubicBezTo>
                  <a:cubicBezTo>
                    <a:pt x="928" y="1108"/>
                    <a:pt x="959" y="972"/>
                    <a:pt x="896" y="867"/>
                  </a:cubicBezTo>
                  <a:cubicBezTo>
                    <a:pt x="744" y="616"/>
                    <a:pt x="595" y="363"/>
                    <a:pt x="446" y="111"/>
                  </a:cubicBezTo>
                  <a:cubicBezTo>
                    <a:pt x="404" y="40"/>
                    <a:pt x="329" y="0"/>
                    <a:pt x="25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3"/>
            <p:cNvSpPr/>
            <p:nvPr/>
          </p:nvSpPr>
          <p:spPr>
            <a:xfrm rot="-4056294">
              <a:off x="5390867" y="1660816"/>
              <a:ext cx="22676" cy="30801"/>
            </a:xfrm>
            <a:custGeom>
              <a:rect b="b" l="l" r="r" t="t"/>
              <a:pathLst>
                <a:path extrusionOk="0" h="1232" w="907">
                  <a:moveTo>
                    <a:pt x="251" y="0"/>
                  </a:moveTo>
                  <a:cubicBezTo>
                    <a:pt x="219" y="0"/>
                    <a:pt x="186" y="7"/>
                    <a:pt x="155" y="22"/>
                  </a:cubicBezTo>
                  <a:cubicBezTo>
                    <a:pt x="44" y="76"/>
                    <a:pt x="0" y="209"/>
                    <a:pt x="53" y="318"/>
                  </a:cubicBezTo>
                  <a:cubicBezTo>
                    <a:pt x="185" y="585"/>
                    <a:pt x="317" y="849"/>
                    <a:pt x="456" y="1113"/>
                  </a:cubicBezTo>
                  <a:cubicBezTo>
                    <a:pt x="495" y="1189"/>
                    <a:pt x="573" y="1232"/>
                    <a:pt x="653" y="1232"/>
                  </a:cubicBezTo>
                  <a:cubicBezTo>
                    <a:pt x="687" y="1232"/>
                    <a:pt x="722" y="1223"/>
                    <a:pt x="755" y="1206"/>
                  </a:cubicBezTo>
                  <a:cubicBezTo>
                    <a:pt x="864" y="1149"/>
                    <a:pt x="907" y="1018"/>
                    <a:pt x="848" y="908"/>
                  </a:cubicBezTo>
                  <a:cubicBezTo>
                    <a:pt x="712" y="649"/>
                    <a:pt x="580" y="387"/>
                    <a:pt x="450" y="124"/>
                  </a:cubicBezTo>
                  <a:cubicBezTo>
                    <a:pt x="411" y="45"/>
                    <a:pt x="333" y="0"/>
                    <a:pt x="251"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3"/>
            <p:cNvSpPr/>
            <p:nvPr/>
          </p:nvSpPr>
          <p:spPr>
            <a:xfrm rot="-4056294">
              <a:off x="5325307" y="1663284"/>
              <a:ext cx="21200" cy="31501"/>
            </a:xfrm>
            <a:custGeom>
              <a:rect b="b" l="l" r="r" t="t"/>
              <a:pathLst>
                <a:path extrusionOk="0" h="1260" w="848">
                  <a:moveTo>
                    <a:pt x="253" y="1"/>
                  </a:moveTo>
                  <a:cubicBezTo>
                    <a:pt x="225" y="1"/>
                    <a:pt x="197" y="6"/>
                    <a:pt x="169" y="17"/>
                  </a:cubicBezTo>
                  <a:cubicBezTo>
                    <a:pt x="56" y="63"/>
                    <a:pt x="1" y="193"/>
                    <a:pt x="49" y="307"/>
                  </a:cubicBezTo>
                  <a:cubicBezTo>
                    <a:pt x="159" y="580"/>
                    <a:pt x="276" y="854"/>
                    <a:pt x="392" y="1126"/>
                  </a:cubicBezTo>
                  <a:cubicBezTo>
                    <a:pt x="427" y="1210"/>
                    <a:pt x="510" y="1260"/>
                    <a:pt x="596" y="1260"/>
                  </a:cubicBezTo>
                  <a:cubicBezTo>
                    <a:pt x="626" y="1260"/>
                    <a:pt x="654" y="1254"/>
                    <a:pt x="684" y="1243"/>
                  </a:cubicBezTo>
                  <a:cubicBezTo>
                    <a:pt x="796" y="1194"/>
                    <a:pt x="847" y="1062"/>
                    <a:pt x="800" y="952"/>
                  </a:cubicBezTo>
                  <a:cubicBezTo>
                    <a:pt x="681" y="682"/>
                    <a:pt x="568" y="410"/>
                    <a:pt x="457" y="139"/>
                  </a:cubicBezTo>
                  <a:cubicBezTo>
                    <a:pt x="423" y="53"/>
                    <a:pt x="340" y="1"/>
                    <a:pt x="25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3"/>
            <p:cNvSpPr/>
            <p:nvPr/>
          </p:nvSpPr>
          <p:spPr>
            <a:xfrm rot="-4056294">
              <a:off x="5128625" y="1643681"/>
              <a:ext cx="15000" cy="28401"/>
            </a:xfrm>
            <a:custGeom>
              <a:rect b="b" l="l" r="r" t="t"/>
              <a:pathLst>
                <a:path extrusionOk="0" h="1136" w="600">
                  <a:moveTo>
                    <a:pt x="240" y="1"/>
                  </a:moveTo>
                  <a:cubicBezTo>
                    <a:pt x="228" y="1"/>
                    <a:pt x="215" y="2"/>
                    <a:pt x="203" y="4"/>
                  </a:cubicBezTo>
                  <a:cubicBezTo>
                    <a:pt x="82" y="24"/>
                    <a:pt x="0" y="138"/>
                    <a:pt x="18" y="258"/>
                  </a:cubicBezTo>
                  <a:cubicBezTo>
                    <a:pt x="62" y="539"/>
                    <a:pt x="112" y="817"/>
                    <a:pt x="173" y="1136"/>
                  </a:cubicBezTo>
                  <a:lnTo>
                    <a:pt x="390" y="1095"/>
                  </a:lnTo>
                  <a:lnTo>
                    <a:pt x="600" y="1011"/>
                  </a:lnTo>
                  <a:cubicBezTo>
                    <a:pt x="549" y="739"/>
                    <a:pt x="501" y="462"/>
                    <a:pt x="457" y="187"/>
                  </a:cubicBezTo>
                  <a:cubicBezTo>
                    <a:pt x="439" y="79"/>
                    <a:pt x="345" y="1"/>
                    <a:pt x="2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0" name="Google Shape;3540;p53"/>
          <p:cNvGrpSpPr/>
          <p:nvPr/>
        </p:nvGrpSpPr>
        <p:grpSpPr>
          <a:xfrm>
            <a:off x="4664553" y="3318357"/>
            <a:ext cx="745681" cy="929720"/>
            <a:chOff x="4664553" y="3318357"/>
            <a:chExt cx="745681" cy="929720"/>
          </a:xfrm>
        </p:grpSpPr>
        <p:sp>
          <p:nvSpPr>
            <p:cNvPr id="3541" name="Google Shape;3541;p53"/>
            <p:cNvSpPr/>
            <p:nvPr/>
          </p:nvSpPr>
          <p:spPr>
            <a:xfrm rot="961257">
              <a:off x="5168977" y="3344732"/>
              <a:ext cx="218584" cy="195058"/>
            </a:xfrm>
            <a:custGeom>
              <a:rect b="b" l="l" r="r" t="t"/>
              <a:pathLst>
                <a:path extrusionOk="0" h="7802" w="8743">
                  <a:moveTo>
                    <a:pt x="6174" y="0"/>
                  </a:moveTo>
                  <a:cubicBezTo>
                    <a:pt x="6073" y="0"/>
                    <a:pt x="5971" y="22"/>
                    <a:pt x="5874" y="68"/>
                  </a:cubicBezTo>
                  <a:lnTo>
                    <a:pt x="365" y="3812"/>
                  </a:lnTo>
                  <a:lnTo>
                    <a:pt x="0" y="4844"/>
                  </a:lnTo>
                  <a:lnTo>
                    <a:pt x="8378" y="7801"/>
                  </a:lnTo>
                  <a:lnTo>
                    <a:pt x="8742" y="6770"/>
                  </a:lnTo>
                  <a:lnTo>
                    <a:pt x="6805" y="397"/>
                  </a:lnTo>
                  <a:cubicBezTo>
                    <a:pt x="6685" y="147"/>
                    <a:pt x="6434" y="0"/>
                    <a:pt x="6174" y="0"/>
                  </a:cubicBezTo>
                  <a:close/>
                </a:path>
              </a:pathLst>
            </a:custGeom>
            <a:solidFill>
              <a:srgbClr val="F550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3"/>
            <p:cNvSpPr/>
            <p:nvPr/>
          </p:nvSpPr>
          <p:spPr>
            <a:xfrm rot="961257">
              <a:off x="5164354" y="3378113"/>
              <a:ext cx="218559" cy="161032"/>
            </a:xfrm>
            <a:custGeom>
              <a:rect b="b" l="l" r="r" t="t"/>
              <a:pathLst>
                <a:path extrusionOk="0" h="6441" w="8742">
                  <a:moveTo>
                    <a:pt x="3970" y="1"/>
                  </a:moveTo>
                  <a:lnTo>
                    <a:pt x="363" y="2451"/>
                  </a:lnTo>
                  <a:lnTo>
                    <a:pt x="0" y="3483"/>
                  </a:lnTo>
                  <a:lnTo>
                    <a:pt x="8378" y="6440"/>
                  </a:lnTo>
                  <a:lnTo>
                    <a:pt x="8742" y="5409"/>
                  </a:lnTo>
                  <a:lnTo>
                    <a:pt x="7477" y="1252"/>
                  </a:lnTo>
                  <a:lnTo>
                    <a:pt x="4188" y="92"/>
                  </a:lnTo>
                  <a:cubicBezTo>
                    <a:pt x="4114" y="65"/>
                    <a:pt x="4041" y="32"/>
                    <a:pt x="3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3"/>
            <p:cNvSpPr/>
            <p:nvPr/>
          </p:nvSpPr>
          <p:spPr>
            <a:xfrm rot="961257">
              <a:off x="5284788" y="3356581"/>
              <a:ext cx="87729" cy="65353"/>
            </a:xfrm>
            <a:custGeom>
              <a:rect b="b" l="l" r="r" t="t"/>
              <a:pathLst>
                <a:path extrusionOk="0" h="2614" w="3509">
                  <a:moveTo>
                    <a:pt x="2205" y="0"/>
                  </a:moveTo>
                  <a:cubicBezTo>
                    <a:pt x="2104" y="0"/>
                    <a:pt x="2002" y="22"/>
                    <a:pt x="1905" y="68"/>
                  </a:cubicBezTo>
                  <a:lnTo>
                    <a:pt x="1" y="1362"/>
                  </a:lnTo>
                  <a:cubicBezTo>
                    <a:pt x="75" y="1393"/>
                    <a:pt x="146" y="1426"/>
                    <a:pt x="221" y="1453"/>
                  </a:cubicBezTo>
                  <a:lnTo>
                    <a:pt x="3509" y="2613"/>
                  </a:lnTo>
                  <a:lnTo>
                    <a:pt x="2836" y="397"/>
                  </a:lnTo>
                  <a:cubicBezTo>
                    <a:pt x="2716" y="147"/>
                    <a:pt x="2465" y="0"/>
                    <a:pt x="2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3"/>
            <p:cNvSpPr/>
            <p:nvPr/>
          </p:nvSpPr>
          <p:spPr>
            <a:xfrm rot="961257">
              <a:off x="4698643" y="3994195"/>
              <a:ext cx="251735" cy="223484"/>
            </a:xfrm>
            <a:custGeom>
              <a:rect b="b" l="l" r="r" t="t"/>
              <a:pathLst>
                <a:path extrusionOk="0" h="8939" w="10069">
                  <a:moveTo>
                    <a:pt x="5034" y="1"/>
                  </a:moveTo>
                  <a:cubicBezTo>
                    <a:pt x="3193" y="1"/>
                    <a:pt x="1470" y="1148"/>
                    <a:pt x="823" y="2983"/>
                  </a:cubicBezTo>
                  <a:cubicBezTo>
                    <a:pt x="1" y="5309"/>
                    <a:pt x="1220" y="7861"/>
                    <a:pt x="3547" y="8683"/>
                  </a:cubicBezTo>
                  <a:cubicBezTo>
                    <a:pt x="4039" y="8856"/>
                    <a:pt x="4541" y="8939"/>
                    <a:pt x="5035" y="8939"/>
                  </a:cubicBezTo>
                  <a:cubicBezTo>
                    <a:pt x="6876" y="8939"/>
                    <a:pt x="8599" y="7792"/>
                    <a:pt x="9247" y="5956"/>
                  </a:cubicBezTo>
                  <a:cubicBezTo>
                    <a:pt x="10068" y="3629"/>
                    <a:pt x="8848" y="1078"/>
                    <a:pt x="6521" y="257"/>
                  </a:cubicBezTo>
                  <a:cubicBezTo>
                    <a:pt x="6029" y="83"/>
                    <a:pt x="5527" y="1"/>
                    <a:pt x="5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3"/>
            <p:cNvSpPr/>
            <p:nvPr/>
          </p:nvSpPr>
          <p:spPr>
            <a:xfrm rot="961257">
              <a:off x="4721050" y="4099129"/>
              <a:ext cx="81828" cy="71303"/>
            </a:xfrm>
            <a:custGeom>
              <a:rect b="b" l="l" r="r" t="t"/>
              <a:pathLst>
                <a:path extrusionOk="0" h="2852" w="3273">
                  <a:moveTo>
                    <a:pt x="777" y="0"/>
                  </a:moveTo>
                  <a:cubicBezTo>
                    <a:pt x="703" y="0"/>
                    <a:pt x="621" y="39"/>
                    <a:pt x="522" y="129"/>
                  </a:cubicBezTo>
                  <a:cubicBezTo>
                    <a:pt x="1" y="605"/>
                    <a:pt x="78" y="1536"/>
                    <a:pt x="694" y="2214"/>
                  </a:cubicBezTo>
                  <a:cubicBezTo>
                    <a:pt x="1071" y="2629"/>
                    <a:pt x="1564" y="2851"/>
                    <a:pt x="2009" y="2851"/>
                  </a:cubicBezTo>
                  <a:cubicBezTo>
                    <a:pt x="2289" y="2851"/>
                    <a:pt x="2550" y="2763"/>
                    <a:pt x="2751" y="2581"/>
                  </a:cubicBezTo>
                  <a:cubicBezTo>
                    <a:pt x="3273" y="2105"/>
                    <a:pt x="2351" y="1942"/>
                    <a:pt x="1735" y="1266"/>
                  </a:cubicBezTo>
                  <a:cubicBezTo>
                    <a:pt x="1236" y="717"/>
                    <a:pt x="1091" y="0"/>
                    <a:pt x="777"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3"/>
            <p:cNvSpPr/>
            <p:nvPr/>
          </p:nvSpPr>
          <p:spPr>
            <a:xfrm rot="961257">
              <a:off x="4794303" y="4168312"/>
              <a:ext cx="15001" cy="13326"/>
            </a:xfrm>
            <a:custGeom>
              <a:rect b="b" l="l" r="r" t="t"/>
              <a:pathLst>
                <a:path extrusionOk="0" h="533" w="600">
                  <a:moveTo>
                    <a:pt x="298" y="1"/>
                  </a:moveTo>
                  <a:cubicBezTo>
                    <a:pt x="188" y="1"/>
                    <a:pt x="86" y="68"/>
                    <a:pt x="49" y="177"/>
                  </a:cubicBezTo>
                  <a:cubicBezTo>
                    <a:pt x="1" y="316"/>
                    <a:pt x="73" y="469"/>
                    <a:pt x="211" y="517"/>
                  </a:cubicBezTo>
                  <a:cubicBezTo>
                    <a:pt x="240" y="528"/>
                    <a:pt x="271" y="533"/>
                    <a:pt x="300" y="533"/>
                  </a:cubicBezTo>
                  <a:cubicBezTo>
                    <a:pt x="410" y="533"/>
                    <a:pt x="512" y="465"/>
                    <a:pt x="551" y="354"/>
                  </a:cubicBezTo>
                  <a:cubicBezTo>
                    <a:pt x="599" y="216"/>
                    <a:pt x="528" y="63"/>
                    <a:pt x="388" y="16"/>
                  </a:cubicBezTo>
                  <a:cubicBezTo>
                    <a:pt x="358" y="5"/>
                    <a:pt x="328" y="1"/>
                    <a:pt x="298"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3"/>
            <p:cNvSpPr/>
            <p:nvPr/>
          </p:nvSpPr>
          <p:spPr>
            <a:xfrm rot="961257">
              <a:off x="4808681" y="3408676"/>
              <a:ext cx="468419" cy="780982"/>
            </a:xfrm>
            <a:custGeom>
              <a:rect b="b" l="l" r="r" t="t"/>
              <a:pathLst>
                <a:path extrusionOk="0" h="31238" w="18736">
                  <a:moveTo>
                    <a:pt x="9931" y="0"/>
                  </a:moveTo>
                  <a:lnTo>
                    <a:pt x="0" y="28129"/>
                  </a:lnTo>
                  <a:lnTo>
                    <a:pt x="8805" y="31237"/>
                  </a:lnTo>
                  <a:lnTo>
                    <a:pt x="18735" y="3108"/>
                  </a:lnTo>
                  <a:lnTo>
                    <a:pt x="993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3"/>
            <p:cNvSpPr/>
            <p:nvPr/>
          </p:nvSpPr>
          <p:spPr>
            <a:xfrm rot="961257">
              <a:off x="4888480" y="3436827"/>
              <a:ext cx="308813" cy="724680"/>
            </a:xfrm>
            <a:custGeom>
              <a:rect b="b" l="l" r="r" t="t"/>
              <a:pathLst>
                <a:path extrusionOk="0" h="28986" w="12352">
                  <a:moveTo>
                    <a:pt x="9931" y="0"/>
                  </a:moveTo>
                  <a:lnTo>
                    <a:pt x="0" y="28131"/>
                  </a:lnTo>
                  <a:lnTo>
                    <a:pt x="2421" y="28985"/>
                  </a:lnTo>
                  <a:lnTo>
                    <a:pt x="12351" y="855"/>
                  </a:lnTo>
                  <a:lnTo>
                    <a:pt x="993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3"/>
            <p:cNvSpPr/>
            <p:nvPr/>
          </p:nvSpPr>
          <p:spPr>
            <a:xfrm rot="961257">
              <a:off x="5157093" y="3353633"/>
              <a:ext cx="226884" cy="168807"/>
            </a:xfrm>
            <a:custGeom>
              <a:rect b="b" l="l" r="r" t="t"/>
              <a:pathLst>
                <a:path extrusionOk="0" h="6752" w="9075">
                  <a:moveTo>
                    <a:pt x="4158" y="333"/>
                  </a:moveTo>
                  <a:cubicBezTo>
                    <a:pt x="4208" y="355"/>
                    <a:pt x="4258" y="376"/>
                    <a:pt x="4311" y="393"/>
                  </a:cubicBezTo>
                  <a:lnTo>
                    <a:pt x="7526" y="1528"/>
                  </a:lnTo>
                  <a:lnTo>
                    <a:pt x="8752" y="5560"/>
                  </a:lnTo>
                  <a:lnTo>
                    <a:pt x="8458" y="6399"/>
                  </a:lnTo>
                  <a:lnTo>
                    <a:pt x="372" y="3544"/>
                  </a:lnTo>
                  <a:lnTo>
                    <a:pt x="668" y="2707"/>
                  </a:lnTo>
                  <a:lnTo>
                    <a:pt x="4158" y="333"/>
                  </a:lnTo>
                  <a:close/>
                  <a:moveTo>
                    <a:pt x="4145" y="0"/>
                  </a:moveTo>
                  <a:cubicBezTo>
                    <a:pt x="4115" y="0"/>
                    <a:pt x="4084" y="9"/>
                    <a:pt x="4058" y="28"/>
                  </a:cubicBezTo>
                  <a:lnTo>
                    <a:pt x="453" y="2478"/>
                  </a:lnTo>
                  <a:cubicBezTo>
                    <a:pt x="426" y="2497"/>
                    <a:pt x="405" y="2524"/>
                    <a:pt x="393" y="2554"/>
                  </a:cubicBezTo>
                  <a:lnTo>
                    <a:pt x="29" y="3587"/>
                  </a:lnTo>
                  <a:cubicBezTo>
                    <a:pt x="0" y="3667"/>
                    <a:pt x="43" y="3757"/>
                    <a:pt x="125" y="3786"/>
                  </a:cubicBezTo>
                  <a:lnTo>
                    <a:pt x="8500" y="6743"/>
                  </a:lnTo>
                  <a:cubicBezTo>
                    <a:pt x="8519" y="6749"/>
                    <a:pt x="8535" y="6752"/>
                    <a:pt x="8552" y="6752"/>
                  </a:cubicBezTo>
                  <a:cubicBezTo>
                    <a:pt x="8573" y="6752"/>
                    <a:pt x="8598" y="6746"/>
                    <a:pt x="8622" y="6733"/>
                  </a:cubicBezTo>
                  <a:cubicBezTo>
                    <a:pt x="8658" y="6716"/>
                    <a:pt x="8686" y="6686"/>
                    <a:pt x="8700" y="6646"/>
                  </a:cubicBezTo>
                  <a:lnTo>
                    <a:pt x="9065" y="5614"/>
                  </a:lnTo>
                  <a:cubicBezTo>
                    <a:pt x="9075" y="5583"/>
                    <a:pt x="9075" y="5550"/>
                    <a:pt x="9066" y="5517"/>
                  </a:cubicBezTo>
                  <a:lnTo>
                    <a:pt x="7802" y="1361"/>
                  </a:lnTo>
                  <a:cubicBezTo>
                    <a:pt x="7787" y="1314"/>
                    <a:pt x="7752" y="1275"/>
                    <a:pt x="7706" y="1259"/>
                  </a:cubicBezTo>
                  <a:lnTo>
                    <a:pt x="4417" y="99"/>
                  </a:lnTo>
                  <a:cubicBezTo>
                    <a:pt x="4344" y="73"/>
                    <a:pt x="4277" y="43"/>
                    <a:pt x="4208" y="13"/>
                  </a:cubicBezTo>
                  <a:cubicBezTo>
                    <a:pt x="4188" y="5"/>
                    <a:pt x="4167" y="0"/>
                    <a:pt x="414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3"/>
            <p:cNvSpPr/>
            <p:nvPr/>
          </p:nvSpPr>
          <p:spPr>
            <a:xfrm rot="961257">
              <a:off x="5277982" y="3332236"/>
              <a:ext cx="95904" cy="73103"/>
            </a:xfrm>
            <a:custGeom>
              <a:rect b="b" l="l" r="r" t="t"/>
              <a:pathLst>
                <a:path extrusionOk="0" h="2924" w="3836">
                  <a:moveTo>
                    <a:pt x="2363" y="310"/>
                  </a:moveTo>
                  <a:cubicBezTo>
                    <a:pt x="2424" y="310"/>
                    <a:pt x="2486" y="320"/>
                    <a:pt x="2545" y="340"/>
                  </a:cubicBezTo>
                  <a:cubicBezTo>
                    <a:pt x="2681" y="389"/>
                    <a:pt x="2792" y="488"/>
                    <a:pt x="2845" y="596"/>
                  </a:cubicBezTo>
                  <a:lnTo>
                    <a:pt x="3430" y="2518"/>
                  </a:lnTo>
                  <a:lnTo>
                    <a:pt x="3430" y="2518"/>
                  </a:lnTo>
                  <a:lnTo>
                    <a:pt x="488" y="1481"/>
                  </a:lnTo>
                  <a:lnTo>
                    <a:pt x="2131" y="362"/>
                  </a:lnTo>
                  <a:cubicBezTo>
                    <a:pt x="2205" y="327"/>
                    <a:pt x="2284" y="310"/>
                    <a:pt x="2363" y="310"/>
                  </a:cubicBezTo>
                  <a:close/>
                  <a:moveTo>
                    <a:pt x="2373" y="1"/>
                  </a:moveTo>
                  <a:cubicBezTo>
                    <a:pt x="2242" y="1"/>
                    <a:pt x="2108" y="31"/>
                    <a:pt x="1978" y="95"/>
                  </a:cubicBezTo>
                  <a:lnTo>
                    <a:pt x="73" y="1388"/>
                  </a:lnTo>
                  <a:cubicBezTo>
                    <a:pt x="28" y="1419"/>
                    <a:pt x="0" y="1475"/>
                    <a:pt x="6" y="1531"/>
                  </a:cubicBezTo>
                  <a:cubicBezTo>
                    <a:pt x="12" y="1588"/>
                    <a:pt x="45" y="1635"/>
                    <a:pt x="98" y="1659"/>
                  </a:cubicBezTo>
                  <a:cubicBezTo>
                    <a:pt x="172" y="1693"/>
                    <a:pt x="249" y="1725"/>
                    <a:pt x="328" y="1753"/>
                  </a:cubicBezTo>
                  <a:lnTo>
                    <a:pt x="3615" y="2915"/>
                  </a:lnTo>
                  <a:cubicBezTo>
                    <a:pt x="3634" y="2919"/>
                    <a:pt x="3650" y="2924"/>
                    <a:pt x="3667" y="2924"/>
                  </a:cubicBezTo>
                  <a:cubicBezTo>
                    <a:pt x="3707" y="2924"/>
                    <a:pt x="3744" y="2908"/>
                    <a:pt x="3777" y="2879"/>
                  </a:cubicBezTo>
                  <a:cubicBezTo>
                    <a:pt x="3820" y="2839"/>
                    <a:pt x="3835" y="2777"/>
                    <a:pt x="3817" y="2722"/>
                  </a:cubicBezTo>
                  <a:lnTo>
                    <a:pt x="3135" y="483"/>
                  </a:lnTo>
                  <a:cubicBezTo>
                    <a:pt x="3037" y="278"/>
                    <a:pt x="2865" y="125"/>
                    <a:pt x="2649" y="47"/>
                  </a:cubicBezTo>
                  <a:cubicBezTo>
                    <a:pt x="2560" y="16"/>
                    <a:pt x="2467" y="1"/>
                    <a:pt x="2373"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3"/>
            <p:cNvSpPr/>
            <p:nvPr/>
          </p:nvSpPr>
          <p:spPr>
            <a:xfrm rot="961257">
              <a:off x="4681519" y="4040094"/>
              <a:ext cx="239885" cy="156706"/>
            </a:xfrm>
            <a:custGeom>
              <a:rect b="b" l="l" r="r" t="t"/>
              <a:pathLst>
                <a:path extrusionOk="0" h="6268" w="9595">
                  <a:moveTo>
                    <a:pt x="996" y="0"/>
                  </a:moveTo>
                  <a:cubicBezTo>
                    <a:pt x="932" y="0"/>
                    <a:pt x="872" y="40"/>
                    <a:pt x="849" y="103"/>
                  </a:cubicBezTo>
                  <a:cubicBezTo>
                    <a:pt x="0" y="2507"/>
                    <a:pt x="1265" y="5153"/>
                    <a:pt x="3670" y="6000"/>
                  </a:cubicBezTo>
                  <a:cubicBezTo>
                    <a:pt x="4173" y="6179"/>
                    <a:pt x="4694" y="6267"/>
                    <a:pt x="5213" y="6267"/>
                  </a:cubicBezTo>
                  <a:cubicBezTo>
                    <a:pt x="5893" y="6267"/>
                    <a:pt x="6570" y="6114"/>
                    <a:pt x="7202" y="5813"/>
                  </a:cubicBezTo>
                  <a:cubicBezTo>
                    <a:pt x="8316" y="5281"/>
                    <a:pt x="9156" y="4347"/>
                    <a:pt x="9566" y="3182"/>
                  </a:cubicBezTo>
                  <a:cubicBezTo>
                    <a:pt x="9595" y="3102"/>
                    <a:pt x="9552" y="3012"/>
                    <a:pt x="9472" y="2984"/>
                  </a:cubicBezTo>
                  <a:cubicBezTo>
                    <a:pt x="9455" y="2978"/>
                    <a:pt x="9438" y="2975"/>
                    <a:pt x="9421" y="2975"/>
                  </a:cubicBezTo>
                  <a:cubicBezTo>
                    <a:pt x="9357" y="2975"/>
                    <a:pt x="9296" y="3015"/>
                    <a:pt x="9274" y="3078"/>
                  </a:cubicBezTo>
                  <a:cubicBezTo>
                    <a:pt x="8889" y="4164"/>
                    <a:pt x="8108" y="5036"/>
                    <a:pt x="7067" y="5533"/>
                  </a:cubicBezTo>
                  <a:cubicBezTo>
                    <a:pt x="6479" y="5814"/>
                    <a:pt x="5847" y="5956"/>
                    <a:pt x="5212" y="5956"/>
                  </a:cubicBezTo>
                  <a:cubicBezTo>
                    <a:pt x="4728" y="5956"/>
                    <a:pt x="4242" y="5874"/>
                    <a:pt x="3773" y="5707"/>
                  </a:cubicBezTo>
                  <a:cubicBezTo>
                    <a:pt x="1529" y="4917"/>
                    <a:pt x="350" y="2448"/>
                    <a:pt x="1142" y="206"/>
                  </a:cubicBezTo>
                  <a:cubicBezTo>
                    <a:pt x="1171" y="126"/>
                    <a:pt x="1128" y="38"/>
                    <a:pt x="1048" y="9"/>
                  </a:cubicBezTo>
                  <a:cubicBezTo>
                    <a:pt x="1031" y="3"/>
                    <a:pt x="1013" y="0"/>
                    <a:pt x="99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3"/>
            <p:cNvSpPr/>
            <p:nvPr/>
          </p:nvSpPr>
          <p:spPr>
            <a:xfrm rot="961257">
              <a:off x="4801670" y="3384266"/>
              <a:ext cx="476744" cy="788682"/>
            </a:xfrm>
            <a:custGeom>
              <a:rect b="b" l="l" r="r" t="t"/>
              <a:pathLst>
                <a:path extrusionOk="0" h="31546" w="19069">
                  <a:moveTo>
                    <a:pt x="10199" y="354"/>
                  </a:moveTo>
                  <a:lnTo>
                    <a:pt x="18711" y="3359"/>
                  </a:lnTo>
                  <a:lnTo>
                    <a:pt x="8883" y="31194"/>
                  </a:lnTo>
                  <a:lnTo>
                    <a:pt x="373" y="28191"/>
                  </a:lnTo>
                  <a:lnTo>
                    <a:pt x="10199" y="354"/>
                  </a:lnTo>
                  <a:close/>
                  <a:moveTo>
                    <a:pt x="10105" y="0"/>
                  </a:moveTo>
                  <a:cubicBezTo>
                    <a:pt x="10082" y="0"/>
                    <a:pt x="10059" y="5"/>
                    <a:pt x="10038" y="16"/>
                  </a:cubicBezTo>
                  <a:cubicBezTo>
                    <a:pt x="10002" y="33"/>
                    <a:pt x="9974" y="64"/>
                    <a:pt x="9959" y="103"/>
                  </a:cubicBezTo>
                  <a:lnTo>
                    <a:pt x="29" y="28231"/>
                  </a:lnTo>
                  <a:cubicBezTo>
                    <a:pt x="0" y="28312"/>
                    <a:pt x="43" y="28401"/>
                    <a:pt x="123" y="28429"/>
                  </a:cubicBezTo>
                  <a:lnTo>
                    <a:pt x="8926" y="31537"/>
                  </a:lnTo>
                  <a:cubicBezTo>
                    <a:pt x="8945" y="31543"/>
                    <a:pt x="8961" y="31546"/>
                    <a:pt x="8978" y="31546"/>
                  </a:cubicBezTo>
                  <a:cubicBezTo>
                    <a:pt x="9041" y="31546"/>
                    <a:pt x="9102" y="31507"/>
                    <a:pt x="9125" y="31441"/>
                  </a:cubicBezTo>
                  <a:lnTo>
                    <a:pt x="19055" y="3312"/>
                  </a:lnTo>
                  <a:cubicBezTo>
                    <a:pt x="19068" y="3275"/>
                    <a:pt x="19065" y="3232"/>
                    <a:pt x="19048" y="3195"/>
                  </a:cubicBezTo>
                  <a:cubicBezTo>
                    <a:pt x="19030" y="3159"/>
                    <a:pt x="19000" y="3131"/>
                    <a:pt x="18961" y="3116"/>
                  </a:cubicBezTo>
                  <a:lnTo>
                    <a:pt x="10157" y="9"/>
                  </a:lnTo>
                  <a:cubicBezTo>
                    <a:pt x="10140" y="3"/>
                    <a:pt x="10122" y="0"/>
                    <a:pt x="1010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3"/>
            <p:cNvSpPr/>
            <p:nvPr/>
          </p:nvSpPr>
          <p:spPr>
            <a:xfrm rot="961257">
              <a:off x="4881844" y="3412548"/>
              <a:ext cx="316763" cy="732355"/>
            </a:xfrm>
            <a:custGeom>
              <a:rect b="b" l="l" r="r" t="t"/>
              <a:pathLst>
                <a:path extrusionOk="0" h="29293" w="12670">
                  <a:moveTo>
                    <a:pt x="10182" y="350"/>
                  </a:moveTo>
                  <a:lnTo>
                    <a:pt x="12311" y="1102"/>
                  </a:lnTo>
                  <a:lnTo>
                    <a:pt x="2483" y="28937"/>
                  </a:lnTo>
                  <a:lnTo>
                    <a:pt x="354" y="28186"/>
                  </a:lnTo>
                  <a:lnTo>
                    <a:pt x="10182" y="350"/>
                  </a:lnTo>
                  <a:close/>
                  <a:moveTo>
                    <a:pt x="10088" y="0"/>
                  </a:moveTo>
                  <a:cubicBezTo>
                    <a:pt x="10065" y="0"/>
                    <a:pt x="10042" y="5"/>
                    <a:pt x="10020" y="16"/>
                  </a:cubicBezTo>
                  <a:cubicBezTo>
                    <a:pt x="9985" y="33"/>
                    <a:pt x="9956" y="64"/>
                    <a:pt x="9942" y="103"/>
                  </a:cubicBezTo>
                  <a:lnTo>
                    <a:pt x="12" y="28231"/>
                  </a:lnTo>
                  <a:cubicBezTo>
                    <a:pt x="0" y="28271"/>
                    <a:pt x="2" y="28314"/>
                    <a:pt x="19" y="28351"/>
                  </a:cubicBezTo>
                  <a:cubicBezTo>
                    <a:pt x="37" y="28386"/>
                    <a:pt x="67" y="28415"/>
                    <a:pt x="107" y="28429"/>
                  </a:cubicBezTo>
                  <a:lnTo>
                    <a:pt x="2526" y="29284"/>
                  </a:lnTo>
                  <a:cubicBezTo>
                    <a:pt x="2545" y="29288"/>
                    <a:pt x="2561" y="29292"/>
                    <a:pt x="2579" y="29292"/>
                  </a:cubicBezTo>
                  <a:cubicBezTo>
                    <a:pt x="2643" y="29292"/>
                    <a:pt x="2702" y="29251"/>
                    <a:pt x="2726" y="29188"/>
                  </a:cubicBezTo>
                  <a:lnTo>
                    <a:pt x="12657" y="1060"/>
                  </a:lnTo>
                  <a:cubicBezTo>
                    <a:pt x="12670" y="1023"/>
                    <a:pt x="12668" y="980"/>
                    <a:pt x="12650" y="943"/>
                  </a:cubicBezTo>
                  <a:cubicBezTo>
                    <a:pt x="12632" y="907"/>
                    <a:pt x="12602" y="879"/>
                    <a:pt x="12562" y="864"/>
                  </a:cubicBezTo>
                  <a:lnTo>
                    <a:pt x="10141" y="8"/>
                  </a:lnTo>
                  <a:cubicBezTo>
                    <a:pt x="10123" y="3"/>
                    <a:pt x="10105" y="0"/>
                    <a:pt x="1008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4" name="Google Shape;3554;p53"/>
          <p:cNvGrpSpPr/>
          <p:nvPr/>
        </p:nvGrpSpPr>
        <p:grpSpPr>
          <a:xfrm>
            <a:off x="2274712" y="110425"/>
            <a:ext cx="1364670" cy="1265453"/>
            <a:chOff x="2274712" y="110425"/>
            <a:chExt cx="1364670" cy="1265453"/>
          </a:xfrm>
        </p:grpSpPr>
        <p:sp>
          <p:nvSpPr>
            <p:cNvPr id="3555" name="Google Shape;3555;p53"/>
            <p:cNvSpPr/>
            <p:nvPr/>
          </p:nvSpPr>
          <p:spPr>
            <a:xfrm flipH="1" rot="986380">
              <a:off x="2390183" y="255234"/>
              <a:ext cx="1133728" cy="979806"/>
            </a:xfrm>
            <a:custGeom>
              <a:rect b="b" l="l" r="r" t="t"/>
              <a:pathLst>
                <a:path extrusionOk="0" h="39193" w="45350">
                  <a:moveTo>
                    <a:pt x="24257" y="6929"/>
                  </a:moveTo>
                  <a:cubicBezTo>
                    <a:pt x="26536" y="6929"/>
                    <a:pt x="28838" y="7608"/>
                    <a:pt x="30844" y="9020"/>
                  </a:cubicBezTo>
                  <a:cubicBezTo>
                    <a:pt x="36019" y="12663"/>
                    <a:pt x="37260" y="19813"/>
                    <a:pt x="33617" y="24987"/>
                  </a:cubicBezTo>
                  <a:lnTo>
                    <a:pt x="25488" y="19263"/>
                  </a:lnTo>
                  <a:cubicBezTo>
                    <a:pt x="25738" y="18607"/>
                    <a:pt x="25527" y="17843"/>
                    <a:pt x="24930" y="17421"/>
                  </a:cubicBezTo>
                  <a:cubicBezTo>
                    <a:pt x="24656" y="17229"/>
                    <a:pt x="24343" y="17137"/>
                    <a:pt x="24032" y="17137"/>
                  </a:cubicBezTo>
                  <a:cubicBezTo>
                    <a:pt x="23662" y="17137"/>
                    <a:pt x="23296" y="17268"/>
                    <a:pt x="23005" y="17516"/>
                  </a:cubicBezTo>
                  <a:lnTo>
                    <a:pt x="14876" y="11792"/>
                  </a:lnTo>
                  <a:cubicBezTo>
                    <a:pt x="17108" y="8623"/>
                    <a:pt x="20654" y="6929"/>
                    <a:pt x="24257" y="6929"/>
                  </a:cubicBezTo>
                  <a:close/>
                  <a:moveTo>
                    <a:pt x="23804" y="1"/>
                  </a:moveTo>
                  <a:cubicBezTo>
                    <a:pt x="17950" y="1"/>
                    <a:pt x="12186" y="2693"/>
                    <a:pt x="8464" y="7738"/>
                  </a:cubicBezTo>
                  <a:lnTo>
                    <a:pt x="4993" y="5293"/>
                  </a:lnTo>
                  <a:lnTo>
                    <a:pt x="1" y="12385"/>
                  </a:lnTo>
                  <a:lnTo>
                    <a:pt x="38071" y="39192"/>
                  </a:lnTo>
                  <a:lnTo>
                    <a:pt x="43064" y="32102"/>
                  </a:lnTo>
                  <a:lnTo>
                    <a:pt x="39592" y="29659"/>
                  </a:lnTo>
                  <a:cubicBezTo>
                    <a:pt x="45349" y="21090"/>
                    <a:pt x="43232" y="9448"/>
                    <a:pt x="34749" y="3474"/>
                  </a:cubicBezTo>
                  <a:cubicBezTo>
                    <a:pt x="31416" y="1128"/>
                    <a:pt x="27591" y="1"/>
                    <a:pt x="238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3"/>
            <p:cNvSpPr/>
            <p:nvPr/>
          </p:nvSpPr>
          <p:spPr>
            <a:xfrm flipH="1" rot="986380">
              <a:off x="2414792" y="244918"/>
              <a:ext cx="1093129" cy="987656"/>
            </a:xfrm>
            <a:custGeom>
              <a:rect b="b" l="l" r="r" t="t"/>
              <a:pathLst>
                <a:path extrusionOk="0" h="39507" w="43726">
                  <a:moveTo>
                    <a:pt x="24423" y="7249"/>
                  </a:moveTo>
                  <a:cubicBezTo>
                    <a:pt x="26671" y="7249"/>
                    <a:pt x="28941" y="7916"/>
                    <a:pt x="30915" y="9306"/>
                  </a:cubicBezTo>
                  <a:cubicBezTo>
                    <a:pt x="35967" y="12864"/>
                    <a:pt x="37216" y="19844"/>
                    <a:pt x="33737" y="24929"/>
                  </a:cubicBezTo>
                  <a:lnTo>
                    <a:pt x="25831" y="19363"/>
                  </a:lnTo>
                  <a:cubicBezTo>
                    <a:pt x="26045" y="18652"/>
                    <a:pt x="25787" y="17881"/>
                    <a:pt x="25178" y="17455"/>
                  </a:cubicBezTo>
                  <a:cubicBezTo>
                    <a:pt x="24880" y="17245"/>
                    <a:pt x="24535" y="17141"/>
                    <a:pt x="24189" y="17141"/>
                  </a:cubicBezTo>
                  <a:cubicBezTo>
                    <a:pt x="23827" y="17141"/>
                    <a:pt x="23465" y="17255"/>
                    <a:pt x="23161" y="17481"/>
                  </a:cubicBezTo>
                  <a:lnTo>
                    <a:pt x="15255" y="11914"/>
                  </a:lnTo>
                  <a:cubicBezTo>
                    <a:pt x="17458" y="8873"/>
                    <a:pt x="20914" y="7249"/>
                    <a:pt x="24423" y="7249"/>
                  </a:cubicBezTo>
                  <a:close/>
                  <a:moveTo>
                    <a:pt x="24423" y="6937"/>
                  </a:moveTo>
                  <a:cubicBezTo>
                    <a:pt x="20769" y="6937"/>
                    <a:pt x="17170" y="8652"/>
                    <a:pt x="14910" y="11860"/>
                  </a:cubicBezTo>
                  <a:cubicBezTo>
                    <a:pt x="14886" y="11894"/>
                    <a:pt x="14878" y="11935"/>
                    <a:pt x="14885" y="11977"/>
                  </a:cubicBezTo>
                  <a:cubicBezTo>
                    <a:pt x="14892" y="12018"/>
                    <a:pt x="14915" y="12054"/>
                    <a:pt x="14949" y="12077"/>
                  </a:cubicBezTo>
                  <a:lnTo>
                    <a:pt x="23078" y="17801"/>
                  </a:lnTo>
                  <a:cubicBezTo>
                    <a:pt x="23104" y="17820"/>
                    <a:pt x="23135" y="17829"/>
                    <a:pt x="23166" y="17829"/>
                  </a:cubicBezTo>
                  <a:cubicBezTo>
                    <a:pt x="23202" y="17829"/>
                    <a:pt x="23238" y="17817"/>
                    <a:pt x="23266" y="17792"/>
                  </a:cubicBezTo>
                  <a:cubicBezTo>
                    <a:pt x="23531" y="17565"/>
                    <a:pt x="23860" y="17450"/>
                    <a:pt x="24189" y="17450"/>
                  </a:cubicBezTo>
                  <a:cubicBezTo>
                    <a:pt x="24472" y="17450"/>
                    <a:pt x="24756" y="17535"/>
                    <a:pt x="24999" y="17706"/>
                  </a:cubicBezTo>
                  <a:cubicBezTo>
                    <a:pt x="25527" y="18075"/>
                    <a:pt x="25734" y="18760"/>
                    <a:pt x="25504" y="19365"/>
                  </a:cubicBezTo>
                  <a:cubicBezTo>
                    <a:pt x="25478" y="19431"/>
                    <a:pt x="25499" y="19507"/>
                    <a:pt x="25558" y="19548"/>
                  </a:cubicBezTo>
                  <a:lnTo>
                    <a:pt x="33687" y="25272"/>
                  </a:lnTo>
                  <a:cubicBezTo>
                    <a:pt x="33714" y="25292"/>
                    <a:pt x="33744" y="25301"/>
                    <a:pt x="33777" y="25301"/>
                  </a:cubicBezTo>
                  <a:cubicBezTo>
                    <a:pt x="33785" y="25301"/>
                    <a:pt x="33794" y="25301"/>
                    <a:pt x="33802" y="25299"/>
                  </a:cubicBezTo>
                  <a:cubicBezTo>
                    <a:pt x="33844" y="25292"/>
                    <a:pt x="33880" y="25268"/>
                    <a:pt x="33902" y="25235"/>
                  </a:cubicBezTo>
                  <a:cubicBezTo>
                    <a:pt x="37589" y="19997"/>
                    <a:pt x="36330" y="12740"/>
                    <a:pt x="31093" y="9051"/>
                  </a:cubicBezTo>
                  <a:cubicBezTo>
                    <a:pt x="29065" y="7623"/>
                    <a:pt x="26733" y="6937"/>
                    <a:pt x="24423" y="6937"/>
                  </a:cubicBezTo>
                  <a:close/>
                  <a:moveTo>
                    <a:pt x="23980" y="313"/>
                  </a:moveTo>
                  <a:cubicBezTo>
                    <a:pt x="27841" y="313"/>
                    <a:pt x="31605" y="1496"/>
                    <a:pt x="34821" y="3761"/>
                  </a:cubicBezTo>
                  <a:cubicBezTo>
                    <a:pt x="38886" y="6625"/>
                    <a:pt x="41618" y="10892"/>
                    <a:pt x="42518" y="15780"/>
                  </a:cubicBezTo>
                  <a:cubicBezTo>
                    <a:pt x="43417" y="20663"/>
                    <a:pt x="42388" y="25616"/>
                    <a:pt x="39623" y="29731"/>
                  </a:cubicBezTo>
                  <a:cubicBezTo>
                    <a:pt x="39578" y="29802"/>
                    <a:pt x="39593" y="29896"/>
                    <a:pt x="39663" y="29944"/>
                  </a:cubicBezTo>
                  <a:lnTo>
                    <a:pt x="43007" y="32298"/>
                  </a:lnTo>
                  <a:lnTo>
                    <a:pt x="38193" y="39135"/>
                  </a:lnTo>
                  <a:lnTo>
                    <a:pt x="378" y="12506"/>
                  </a:lnTo>
                  <a:lnTo>
                    <a:pt x="5193" y="5669"/>
                  </a:lnTo>
                  <a:lnTo>
                    <a:pt x="8536" y="8022"/>
                  </a:lnTo>
                  <a:cubicBezTo>
                    <a:pt x="8563" y="8041"/>
                    <a:pt x="8595" y="8051"/>
                    <a:pt x="8626" y="8051"/>
                  </a:cubicBezTo>
                  <a:cubicBezTo>
                    <a:pt x="8674" y="8051"/>
                    <a:pt x="8721" y="8029"/>
                    <a:pt x="8751" y="7989"/>
                  </a:cubicBezTo>
                  <a:cubicBezTo>
                    <a:pt x="11694" y="3998"/>
                    <a:pt x="16012" y="1362"/>
                    <a:pt x="20910" y="562"/>
                  </a:cubicBezTo>
                  <a:cubicBezTo>
                    <a:pt x="21935" y="395"/>
                    <a:pt x="22961" y="313"/>
                    <a:pt x="23980" y="313"/>
                  </a:cubicBezTo>
                  <a:close/>
                  <a:moveTo>
                    <a:pt x="23979" y="1"/>
                  </a:moveTo>
                  <a:cubicBezTo>
                    <a:pt x="22943" y="1"/>
                    <a:pt x="21899" y="85"/>
                    <a:pt x="20857" y="255"/>
                  </a:cubicBezTo>
                  <a:cubicBezTo>
                    <a:pt x="15931" y="1058"/>
                    <a:pt x="11578" y="3693"/>
                    <a:pt x="8589" y="7680"/>
                  </a:cubicBezTo>
                  <a:lnTo>
                    <a:pt x="5243" y="5323"/>
                  </a:lnTo>
                  <a:cubicBezTo>
                    <a:pt x="5217" y="5305"/>
                    <a:pt x="5186" y="5296"/>
                    <a:pt x="5154" y="5296"/>
                  </a:cubicBezTo>
                  <a:cubicBezTo>
                    <a:pt x="5145" y="5296"/>
                    <a:pt x="5135" y="5297"/>
                    <a:pt x="5126" y="5299"/>
                  </a:cubicBezTo>
                  <a:cubicBezTo>
                    <a:pt x="5086" y="5306"/>
                    <a:pt x="5050" y="5329"/>
                    <a:pt x="5026" y="5363"/>
                  </a:cubicBezTo>
                  <a:lnTo>
                    <a:pt x="32" y="12454"/>
                  </a:lnTo>
                  <a:cubicBezTo>
                    <a:pt x="9" y="12487"/>
                    <a:pt x="1" y="12528"/>
                    <a:pt x="8" y="12570"/>
                  </a:cubicBezTo>
                  <a:cubicBezTo>
                    <a:pt x="15" y="12611"/>
                    <a:pt x="38" y="12647"/>
                    <a:pt x="72" y="12670"/>
                  </a:cubicBezTo>
                  <a:lnTo>
                    <a:pt x="38142" y="39478"/>
                  </a:lnTo>
                  <a:cubicBezTo>
                    <a:pt x="38167" y="39498"/>
                    <a:pt x="38199" y="39506"/>
                    <a:pt x="38230" y="39506"/>
                  </a:cubicBezTo>
                  <a:lnTo>
                    <a:pt x="38259" y="39506"/>
                  </a:lnTo>
                  <a:cubicBezTo>
                    <a:pt x="38300" y="39499"/>
                    <a:pt x="38336" y="39476"/>
                    <a:pt x="38359" y="39442"/>
                  </a:cubicBezTo>
                  <a:lnTo>
                    <a:pt x="43351" y="32352"/>
                  </a:lnTo>
                  <a:cubicBezTo>
                    <a:pt x="43374" y="32318"/>
                    <a:pt x="43383" y="32276"/>
                    <a:pt x="43376" y="32235"/>
                  </a:cubicBezTo>
                  <a:cubicBezTo>
                    <a:pt x="43368" y="32195"/>
                    <a:pt x="43346" y="32159"/>
                    <a:pt x="43311" y="32135"/>
                  </a:cubicBezTo>
                  <a:lnTo>
                    <a:pt x="39965" y="29777"/>
                  </a:lnTo>
                  <a:cubicBezTo>
                    <a:pt x="42711" y="25619"/>
                    <a:pt x="43726" y="20636"/>
                    <a:pt x="42823" y="15723"/>
                  </a:cubicBezTo>
                  <a:cubicBezTo>
                    <a:pt x="41908" y="10755"/>
                    <a:pt x="39129" y="6414"/>
                    <a:pt x="34998" y="3505"/>
                  </a:cubicBezTo>
                  <a:cubicBezTo>
                    <a:pt x="31729" y="1204"/>
                    <a:pt x="27904" y="1"/>
                    <a:pt x="239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3"/>
            <p:cNvSpPr/>
            <p:nvPr/>
          </p:nvSpPr>
          <p:spPr>
            <a:xfrm flipH="1" rot="986380">
              <a:off x="2509688" y="553946"/>
              <a:ext cx="972256" cy="698637"/>
            </a:xfrm>
            <a:custGeom>
              <a:rect b="b" l="l" r="r" t="t"/>
              <a:pathLst>
                <a:path extrusionOk="0" h="27946" w="38891">
                  <a:moveTo>
                    <a:pt x="778" y="1"/>
                  </a:moveTo>
                  <a:lnTo>
                    <a:pt x="0" y="1105"/>
                  </a:lnTo>
                  <a:lnTo>
                    <a:pt x="38113" y="27946"/>
                  </a:lnTo>
                  <a:lnTo>
                    <a:pt x="38890" y="26842"/>
                  </a:lnTo>
                  <a:lnTo>
                    <a:pt x="7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3"/>
            <p:cNvSpPr/>
            <p:nvPr/>
          </p:nvSpPr>
          <p:spPr>
            <a:xfrm flipH="1" rot="986380">
              <a:off x="3513582" y="682728"/>
              <a:ext cx="40849" cy="53199"/>
            </a:xfrm>
            <a:custGeom>
              <a:rect b="b" l="l" r="r" t="t"/>
              <a:pathLst>
                <a:path extrusionOk="0" h="2128" w="1634">
                  <a:moveTo>
                    <a:pt x="1456" y="1"/>
                  </a:moveTo>
                  <a:cubicBezTo>
                    <a:pt x="1408" y="1"/>
                    <a:pt x="1359" y="23"/>
                    <a:pt x="1329" y="66"/>
                  </a:cubicBezTo>
                  <a:lnTo>
                    <a:pt x="50" y="1882"/>
                  </a:lnTo>
                  <a:cubicBezTo>
                    <a:pt x="0" y="1952"/>
                    <a:pt x="19" y="2049"/>
                    <a:pt x="87" y="2099"/>
                  </a:cubicBezTo>
                  <a:cubicBezTo>
                    <a:pt x="114" y="2119"/>
                    <a:pt x="147" y="2128"/>
                    <a:pt x="177" y="2128"/>
                  </a:cubicBezTo>
                  <a:cubicBezTo>
                    <a:pt x="226" y="2128"/>
                    <a:pt x="273" y="2105"/>
                    <a:pt x="304" y="2061"/>
                  </a:cubicBezTo>
                  <a:lnTo>
                    <a:pt x="1583" y="245"/>
                  </a:lnTo>
                  <a:cubicBezTo>
                    <a:pt x="1633" y="174"/>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3"/>
            <p:cNvSpPr/>
            <p:nvPr/>
          </p:nvSpPr>
          <p:spPr>
            <a:xfrm flipH="1" rot="986380">
              <a:off x="3455548" y="702400"/>
              <a:ext cx="40799" cy="53149"/>
            </a:xfrm>
            <a:custGeom>
              <a:rect b="b" l="l" r="r" t="t"/>
              <a:pathLst>
                <a:path extrusionOk="0" h="2126" w="1632">
                  <a:moveTo>
                    <a:pt x="1456" y="0"/>
                  </a:moveTo>
                  <a:cubicBezTo>
                    <a:pt x="1408" y="0"/>
                    <a:pt x="1360" y="23"/>
                    <a:pt x="1329" y="66"/>
                  </a:cubicBezTo>
                  <a:lnTo>
                    <a:pt x="50" y="1882"/>
                  </a:lnTo>
                  <a:cubicBezTo>
                    <a:pt x="0" y="1952"/>
                    <a:pt x="17" y="2047"/>
                    <a:pt x="87" y="2097"/>
                  </a:cubicBezTo>
                  <a:cubicBezTo>
                    <a:pt x="114" y="2117"/>
                    <a:pt x="146" y="2126"/>
                    <a:pt x="177" y="2126"/>
                  </a:cubicBezTo>
                  <a:cubicBezTo>
                    <a:pt x="224" y="2126"/>
                    <a:pt x="273" y="2105"/>
                    <a:pt x="303" y="2060"/>
                  </a:cubicBezTo>
                  <a:lnTo>
                    <a:pt x="1582" y="244"/>
                  </a:lnTo>
                  <a:cubicBezTo>
                    <a:pt x="1632" y="174"/>
                    <a:pt x="1615" y="77"/>
                    <a:pt x="1545" y="27"/>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3"/>
            <p:cNvSpPr/>
            <p:nvPr/>
          </p:nvSpPr>
          <p:spPr>
            <a:xfrm flipH="1" rot="986380">
              <a:off x="3503843" y="708134"/>
              <a:ext cx="28524" cy="35699"/>
            </a:xfrm>
            <a:custGeom>
              <a:rect b="b" l="l" r="r" t="t"/>
              <a:pathLst>
                <a:path extrusionOk="0" h="1428" w="1141">
                  <a:moveTo>
                    <a:pt x="966" y="0"/>
                  </a:moveTo>
                  <a:cubicBezTo>
                    <a:pt x="917" y="0"/>
                    <a:pt x="869" y="23"/>
                    <a:pt x="838" y="66"/>
                  </a:cubicBezTo>
                  <a:lnTo>
                    <a:pt x="51" y="1183"/>
                  </a:lnTo>
                  <a:cubicBezTo>
                    <a:pt x="1" y="1253"/>
                    <a:pt x="18" y="1350"/>
                    <a:pt x="88" y="1399"/>
                  </a:cubicBezTo>
                  <a:cubicBezTo>
                    <a:pt x="115" y="1419"/>
                    <a:pt x="147" y="1427"/>
                    <a:pt x="177" y="1427"/>
                  </a:cubicBezTo>
                  <a:cubicBezTo>
                    <a:pt x="227" y="1427"/>
                    <a:pt x="274" y="1404"/>
                    <a:pt x="304" y="1362"/>
                  </a:cubicBezTo>
                  <a:lnTo>
                    <a:pt x="1091" y="244"/>
                  </a:lnTo>
                  <a:cubicBezTo>
                    <a:pt x="1141" y="174"/>
                    <a:pt x="1124" y="77"/>
                    <a:pt x="1054" y="27"/>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3"/>
            <p:cNvSpPr/>
            <p:nvPr/>
          </p:nvSpPr>
          <p:spPr>
            <a:xfrm flipH="1" rot="986380">
              <a:off x="3486121" y="714121"/>
              <a:ext cx="28574" cy="35724"/>
            </a:xfrm>
            <a:custGeom>
              <a:rect b="b" l="l" r="r" t="t"/>
              <a:pathLst>
                <a:path extrusionOk="0" h="1429" w="1143">
                  <a:moveTo>
                    <a:pt x="966" y="1"/>
                  </a:moveTo>
                  <a:cubicBezTo>
                    <a:pt x="917" y="1"/>
                    <a:pt x="869" y="23"/>
                    <a:pt x="838" y="66"/>
                  </a:cubicBezTo>
                  <a:lnTo>
                    <a:pt x="51" y="1183"/>
                  </a:lnTo>
                  <a:cubicBezTo>
                    <a:pt x="1" y="1253"/>
                    <a:pt x="19" y="1350"/>
                    <a:pt x="88" y="1400"/>
                  </a:cubicBezTo>
                  <a:cubicBezTo>
                    <a:pt x="115" y="1420"/>
                    <a:pt x="148" y="1429"/>
                    <a:pt x="178" y="1429"/>
                  </a:cubicBezTo>
                  <a:cubicBezTo>
                    <a:pt x="227" y="1429"/>
                    <a:pt x="274" y="1406"/>
                    <a:pt x="305" y="1362"/>
                  </a:cubicBezTo>
                  <a:lnTo>
                    <a:pt x="1093" y="244"/>
                  </a:lnTo>
                  <a:cubicBezTo>
                    <a:pt x="1143" y="174"/>
                    <a:pt x="1124" y="79"/>
                    <a:pt x="1055" y="29"/>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3"/>
            <p:cNvSpPr/>
            <p:nvPr/>
          </p:nvSpPr>
          <p:spPr>
            <a:xfrm flipH="1" rot="986380">
              <a:off x="3398307" y="721827"/>
              <a:ext cx="40849" cy="53174"/>
            </a:xfrm>
            <a:custGeom>
              <a:rect b="b" l="l" r="r" t="t"/>
              <a:pathLst>
                <a:path extrusionOk="0" h="2127" w="1634">
                  <a:moveTo>
                    <a:pt x="1458" y="0"/>
                  </a:moveTo>
                  <a:cubicBezTo>
                    <a:pt x="1409" y="0"/>
                    <a:pt x="1360" y="23"/>
                    <a:pt x="1330" y="66"/>
                  </a:cubicBezTo>
                  <a:lnTo>
                    <a:pt x="51" y="1882"/>
                  </a:lnTo>
                  <a:cubicBezTo>
                    <a:pt x="1" y="1952"/>
                    <a:pt x="19" y="2047"/>
                    <a:pt x="89" y="2097"/>
                  </a:cubicBezTo>
                  <a:cubicBezTo>
                    <a:pt x="115" y="2117"/>
                    <a:pt x="148" y="2126"/>
                    <a:pt x="178" y="2126"/>
                  </a:cubicBezTo>
                  <a:cubicBezTo>
                    <a:pt x="227" y="2126"/>
                    <a:pt x="275" y="2103"/>
                    <a:pt x="305" y="2060"/>
                  </a:cubicBezTo>
                  <a:lnTo>
                    <a:pt x="1584" y="244"/>
                  </a:lnTo>
                  <a:cubicBezTo>
                    <a:pt x="1634" y="174"/>
                    <a:pt x="1615" y="77"/>
                    <a:pt x="1547" y="27"/>
                  </a:cubicBezTo>
                  <a:cubicBezTo>
                    <a:pt x="1520" y="9"/>
                    <a:pt x="1489" y="0"/>
                    <a:pt x="145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3"/>
            <p:cNvSpPr/>
            <p:nvPr/>
          </p:nvSpPr>
          <p:spPr>
            <a:xfrm flipH="1" rot="986380">
              <a:off x="3446561" y="727523"/>
              <a:ext cx="28574" cy="35724"/>
            </a:xfrm>
            <a:custGeom>
              <a:rect b="b" l="l" r="r" t="t"/>
              <a:pathLst>
                <a:path extrusionOk="0" h="1429" w="1143">
                  <a:moveTo>
                    <a:pt x="966" y="1"/>
                  </a:moveTo>
                  <a:cubicBezTo>
                    <a:pt x="918" y="1"/>
                    <a:pt x="870" y="23"/>
                    <a:pt x="840" y="67"/>
                  </a:cubicBezTo>
                  <a:lnTo>
                    <a:pt x="51" y="1184"/>
                  </a:lnTo>
                  <a:cubicBezTo>
                    <a:pt x="1" y="1254"/>
                    <a:pt x="19" y="1351"/>
                    <a:pt x="89" y="1400"/>
                  </a:cubicBezTo>
                  <a:cubicBezTo>
                    <a:pt x="115" y="1420"/>
                    <a:pt x="148" y="1428"/>
                    <a:pt x="178" y="1428"/>
                  </a:cubicBezTo>
                  <a:cubicBezTo>
                    <a:pt x="227" y="1428"/>
                    <a:pt x="275" y="1406"/>
                    <a:pt x="305" y="1363"/>
                  </a:cubicBezTo>
                  <a:lnTo>
                    <a:pt x="1092" y="245"/>
                  </a:lnTo>
                  <a:cubicBezTo>
                    <a:pt x="1142" y="175"/>
                    <a:pt x="1125" y="78"/>
                    <a:pt x="1055"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3"/>
            <p:cNvSpPr/>
            <p:nvPr/>
          </p:nvSpPr>
          <p:spPr>
            <a:xfrm flipH="1" rot="986380">
              <a:off x="3428924" y="733497"/>
              <a:ext cx="28549" cy="35724"/>
            </a:xfrm>
            <a:custGeom>
              <a:rect b="b" l="l" r="r" t="t"/>
              <a:pathLst>
                <a:path extrusionOk="0" h="1429" w="1142">
                  <a:moveTo>
                    <a:pt x="966" y="1"/>
                  </a:moveTo>
                  <a:cubicBezTo>
                    <a:pt x="917" y="1"/>
                    <a:pt x="869" y="23"/>
                    <a:pt x="838" y="66"/>
                  </a:cubicBezTo>
                  <a:lnTo>
                    <a:pt x="51" y="1184"/>
                  </a:lnTo>
                  <a:cubicBezTo>
                    <a:pt x="1" y="1254"/>
                    <a:pt x="18" y="1351"/>
                    <a:pt x="88" y="1400"/>
                  </a:cubicBezTo>
                  <a:cubicBezTo>
                    <a:pt x="115" y="1420"/>
                    <a:pt x="147" y="1428"/>
                    <a:pt x="177" y="1428"/>
                  </a:cubicBezTo>
                  <a:cubicBezTo>
                    <a:pt x="225" y="1428"/>
                    <a:pt x="274" y="1405"/>
                    <a:pt x="304" y="1362"/>
                  </a:cubicBezTo>
                  <a:lnTo>
                    <a:pt x="1091" y="245"/>
                  </a:lnTo>
                  <a:cubicBezTo>
                    <a:pt x="1141" y="175"/>
                    <a:pt x="1124" y="78"/>
                    <a:pt x="1054" y="28"/>
                  </a:cubicBezTo>
                  <a:cubicBezTo>
                    <a:pt x="1027" y="10"/>
                    <a:pt x="996"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3"/>
            <p:cNvSpPr/>
            <p:nvPr/>
          </p:nvSpPr>
          <p:spPr>
            <a:xfrm flipH="1" rot="986380">
              <a:off x="3341037" y="741185"/>
              <a:ext cx="40849" cy="53174"/>
            </a:xfrm>
            <a:custGeom>
              <a:rect b="b" l="l" r="r" t="t"/>
              <a:pathLst>
                <a:path extrusionOk="0" h="2127" w="1634">
                  <a:moveTo>
                    <a:pt x="1457" y="0"/>
                  </a:moveTo>
                  <a:cubicBezTo>
                    <a:pt x="1408" y="0"/>
                    <a:pt x="1360" y="23"/>
                    <a:pt x="1329" y="65"/>
                  </a:cubicBezTo>
                  <a:lnTo>
                    <a:pt x="50" y="1882"/>
                  </a:lnTo>
                  <a:cubicBezTo>
                    <a:pt x="0" y="1951"/>
                    <a:pt x="19" y="2048"/>
                    <a:pt x="87" y="2098"/>
                  </a:cubicBezTo>
                  <a:cubicBezTo>
                    <a:pt x="115" y="2118"/>
                    <a:pt x="147" y="2127"/>
                    <a:pt x="177" y="2127"/>
                  </a:cubicBezTo>
                  <a:cubicBezTo>
                    <a:pt x="226" y="2127"/>
                    <a:pt x="273" y="2104"/>
                    <a:pt x="305" y="2061"/>
                  </a:cubicBezTo>
                  <a:lnTo>
                    <a:pt x="1583" y="244"/>
                  </a:lnTo>
                  <a:cubicBezTo>
                    <a:pt x="1633" y="175"/>
                    <a:pt x="1615" y="78"/>
                    <a:pt x="1545" y="28"/>
                  </a:cubicBezTo>
                  <a:cubicBezTo>
                    <a:pt x="1518"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3"/>
            <p:cNvSpPr/>
            <p:nvPr/>
          </p:nvSpPr>
          <p:spPr>
            <a:xfrm flipH="1" rot="986380">
              <a:off x="3389332" y="746919"/>
              <a:ext cx="28574" cy="35724"/>
            </a:xfrm>
            <a:custGeom>
              <a:rect b="b" l="l" r="r" t="t"/>
              <a:pathLst>
                <a:path extrusionOk="0" h="1429" w="1143">
                  <a:moveTo>
                    <a:pt x="966" y="1"/>
                  </a:moveTo>
                  <a:cubicBezTo>
                    <a:pt x="918" y="1"/>
                    <a:pt x="869" y="23"/>
                    <a:pt x="838" y="66"/>
                  </a:cubicBezTo>
                  <a:lnTo>
                    <a:pt x="51" y="1184"/>
                  </a:lnTo>
                  <a:cubicBezTo>
                    <a:pt x="1" y="1254"/>
                    <a:pt x="18" y="1350"/>
                    <a:pt x="88" y="1400"/>
                  </a:cubicBezTo>
                  <a:cubicBezTo>
                    <a:pt x="115" y="1420"/>
                    <a:pt x="147" y="1428"/>
                    <a:pt x="178" y="1428"/>
                  </a:cubicBezTo>
                  <a:cubicBezTo>
                    <a:pt x="225" y="1428"/>
                    <a:pt x="274" y="1405"/>
                    <a:pt x="304" y="1362"/>
                  </a:cubicBezTo>
                  <a:lnTo>
                    <a:pt x="1093" y="245"/>
                  </a:lnTo>
                  <a:cubicBezTo>
                    <a:pt x="1143" y="175"/>
                    <a:pt x="1124" y="78"/>
                    <a:pt x="1054"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3"/>
            <p:cNvSpPr/>
            <p:nvPr/>
          </p:nvSpPr>
          <p:spPr>
            <a:xfrm flipH="1" rot="986380">
              <a:off x="3371674" y="752887"/>
              <a:ext cx="28549" cy="35699"/>
            </a:xfrm>
            <a:custGeom>
              <a:rect b="b" l="l" r="r" t="t"/>
              <a:pathLst>
                <a:path extrusionOk="0" h="1428" w="1142">
                  <a:moveTo>
                    <a:pt x="966" y="1"/>
                  </a:moveTo>
                  <a:cubicBezTo>
                    <a:pt x="918" y="1"/>
                    <a:pt x="869" y="23"/>
                    <a:pt x="839" y="66"/>
                  </a:cubicBezTo>
                  <a:lnTo>
                    <a:pt x="50" y="1183"/>
                  </a:lnTo>
                  <a:cubicBezTo>
                    <a:pt x="0" y="1253"/>
                    <a:pt x="19" y="1349"/>
                    <a:pt x="89" y="1399"/>
                  </a:cubicBezTo>
                  <a:cubicBezTo>
                    <a:pt x="114" y="1419"/>
                    <a:pt x="147" y="1428"/>
                    <a:pt x="177" y="1428"/>
                  </a:cubicBezTo>
                  <a:cubicBezTo>
                    <a:pt x="226" y="1428"/>
                    <a:pt x="274" y="1405"/>
                    <a:pt x="304" y="1362"/>
                  </a:cubicBezTo>
                  <a:lnTo>
                    <a:pt x="1092" y="245"/>
                  </a:lnTo>
                  <a:cubicBezTo>
                    <a:pt x="1142" y="175"/>
                    <a:pt x="1125" y="78"/>
                    <a:pt x="1055" y="28"/>
                  </a:cubicBezTo>
                  <a:cubicBezTo>
                    <a:pt x="1028" y="9"/>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3"/>
            <p:cNvSpPr/>
            <p:nvPr/>
          </p:nvSpPr>
          <p:spPr>
            <a:xfrm flipH="1" rot="986380">
              <a:off x="3283836" y="760561"/>
              <a:ext cx="40824" cy="53199"/>
            </a:xfrm>
            <a:custGeom>
              <a:rect b="b" l="l" r="r" t="t"/>
              <a:pathLst>
                <a:path extrusionOk="0" h="2128" w="1633">
                  <a:moveTo>
                    <a:pt x="1456" y="0"/>
                  </a:moveTo>
                  <a:cubicBezTo>
                    <a:pt x="1407" y="0"/>
                    <a:pt x="1360" y="23"/>
                    <a:pt x="1329" y="66"/>
                  </a:cubicBezTo>
                  <a:lnTo>
                    <a:pt x="50" y="1882"/>
                  </a:lnTo>
                  <a:cubicBezTo>
                    <a:pt x="0" y="1952"/>
                    <a:pt x="18" y="2049"/>
                    <a:pt x="88" y="2099"/>
                  </a:cubicBezTo>
                  <a:cubicBezTo>
                    <a:pt x="115" y="2117"/>
                    <a:pt x="146" y="2127"/>
                    <a:pt x="176" y="2127"/>
                  </a:cubicBezTo>
                  <a:cubicBezTo>
                    <a:pt x="225" y="2127"/>
                    <a:pt x="273" y="2105"/>
                    <a:pt x="303" y="2060"/>
                  </a:cubicBezTo>
                  <a:lnTo>
                    <a:pt x="1582" y="244"/>
                  </a:lnTo>
                  <a:cubicBezTo>
                    <a:pt x="1632" y="174"/>
                    <a:pt x="1615" y="78"/>
                    <a:pt x="1545" y="28"/>
                  </a:cubicBezTo>
                  <a:cubicBezTo>
                    <a:pt x="1518" y="10"/>
                    <a:pt x="1486"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3"/>
            <p:cNvSpPr/>
            <p:nvPr/>
          </p:nvSpPr>
          <p:spPr>
            <a:xfrm flipH="1" rot="986380">
              <a:off x="3332134" y="766299"/>
              <a:ext cx="28574" cy="35724"/>
            </a:xfrm>
            <a:custGeom>
              <a:rect b="b" l="l" r="r" t="t"/>
              <a:pathLst>
                <a:path extrusionOk="0" h="1429" w="1143">
                  <a:moveTo>
                    <a:pt x="967" y="1"/>
                  </a:moveTo>
                  <a:cubicBezTo>
                    <a:pt x="918" y="1"/>
                    <a:pt x="870" y="24"/>
                    <a:pt x="839" y="66"/>
                  </a:cubicBezTo>
                  <a:lnTo>
                    <a:pt x="51" y="1184"/>
                  </a:lnTo>
                  <a:cubicBezTo>
                    <a:pt x="1" y="1253"/>
                    <a:pt x="19" y="1350"/>
                    <a:pt x="89" y="1400"/>
                  </a:cubicBezTo>
                  <a:cubicBezTo>
                    <a:pt x="115" y="1420"/>
                    <a:pt x="148" y="1429"/>
                    <a:pt x="178" y="1429"/>
                  </a:cubicBezTo>
                  <a:cubicBezTo>
                    <a:pt x="228" y="1429"/>
                    <a:pt x="276" y="1406"/>
                    <a:pt x="305" y="1363"/>
                  </a:cubicBezTo>
                  <a:lnTo>
                    <a:pt x="1092" y="244"/>
                  </a:lnTo>
                  <a:cubicBezTo>
                    <a:pt x="1142" y="176"/>
                    <a:pt x="1125" y="79"/>
                    <a:pt x="1055" y="29"/>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3"/>
            <p:cNvSpPr/>
            <p:nvPr/>
          </p:nvSpPr>
          <p:spPr>
            <a:xfrm flipH="1" rot="986380">
              <a:off x="3314452" y="772234"/>
              <a:ext cx="28549" cy="35749"/>
            </a:xfrm>
            <a:custGeom>
              <a:rect b="b" l="l" r="r" t="t"/>
              <a:pathLst>
                <a:path extrusionOk="0" h="1430" w="1142">
                  <a:moveTo>
                    <a:pt x="964" y="1"/>
                  </a:moveTo>
                  <a:cubicBezTo>
                    <a:pt x="915" y="1"/>
                    <a:pt x="868" y="23"/>
                    <a:pt x="837" y="66"/>
                  </a:cubicBezTo>
                  <a:lnTo>
                    <a:pt x="50" y="1185"/>
                  </a:lnTo>
                  <a:cubicBezTo>
                    <a:pt x="0" y="1254"/>
                    <a:pt x="17" y="1351"/>
                    <a:pt x="87" y="1401"/>
                  </a:cubicBezTo>
                  <a:cubicBezTo>
                    <a:pt x="114" y="1421"/>
                    <a:pt x="146" y="1429"/>
                    <a:pt x="177" y="1429"/>
                  </a:cubicBezTo>
                  <a:cubicBezTo>
                    <a:pt x="224" y="1429"/>
                    <a:pt x="273" y="1408"/>
                    <a:pt x="303" y="1364"/>
                  </a:cubicBezTo>
                  <a:lnTo>
                    <a:pt x="1092" y="245"/>
                  </a:lnTo>
                  <a:cubicBezTo>
                    <a:pt x="1142" y="176"/>
                    <a:pt x="1123" y="79"/>
                    <a:pt x="1053" y="29"/>
                  </a:cubicBezTo>
                  <a:cubicBezTo>
                    <a:pt x="1026" y="10"/>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3"/>
            <p:cNvSpPr/>
            <p:nvPr/>
          </p:nvSpPr>
          <p:spPr>
            <a:xfrm flipH="1" rot="986380">
              <a:off x="3226603" y="779986"/>
              <a:ext cx="40849" cy="53174"/>
            </a:xfrm>
            <a:custGeom>
              <a:rect b="b" l="l" r="r" t="t"/>
              <a:pathLst>
                <a:path extrusionOk="0" h="2127" w="1634">
                  <a:moveTo>
                    <a:pt x="1457" y="1"/>
                  </a:moveTo>
                  <a:cubicBezTo>
                    <a:pt x="1408" y="1"/>
                    <a:pt x="1360" y="24"/>
                    <a:pt x="1329" y="66"/>
                  </a:cubicBezTo>
                  <a:lnTo>
                    <a:pt x="50" y="1880"/>
                  </a:lnTo>
                  <a:cubicBezTo>
                    <a:pt x="0" y="1950"/>
                    <a:pt x="19" y="2047"/>
                    <a:pt x="87" y="2098"/>
                  </a:cubicBezTo>
                  <a:cubicBezTo>
                    <a:pt x="114" y="2116"/>
                    <a:pt x="147" y="2126"/>
                    <a:pt x="177" y="2126"/>
                  </a:cubicBezTo>
                  <a:cubicBezTo>
                    <a:pt x="226" y="2126"/>
                    <a:pt x="273" y="2102"/>
                    <a:pt x="304" y="2059"/>
                  </a:cubicBezTo>
                  <a:lnTo>
                    <a:pt x="1583" y="244"/>
                  </a:lnTo>
                  <a:cubicBezTo>
                    <a:pt x="1633" y="176"/>
                    <a:pt x="1615" y="79"/>
                    <a:pt x="1545" y="29"/>
                  </a:cubicBezTo>
                  <a:cubicBezTo>
                    <a:pt x="1518"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3"/>
            <p:cNvSpPr/>
            <p:nvPr/>
          </p:nvSpPr>
          <p:spPr>
            <a:xfrm flipH="1" rot="986380">
              <a:off x="3274881" y="785685"/>
              <a:ext cx="28549" cy="35724"/>
            </a:xfrm>
            <a:custGeom>
              <a:rect b="b" l="l" r="r" t="t"/>
              <a:pathLst>
                <a:path extrusionOk="0" h="1429" w="1142">
                  <a:moveTo>
                    <a:pt x="965" y="0"/>
                  </a:moveTo>
                  <a:cubicBezTo>
                    <a:pt x="916" y="0"/>
                    <a:pt x="868" y="23"/>
                    <a:pt x="837" y="65"/>
                  </a:cubicBezTo>
                  <a:lnTo>
                    <a:pt x="50" y="1183"/>
                  </a:lnTo>
                  <a:cubicBezTo>
                    <a:pt x="0" y="1253"/>
                    <a:pt x="19" y="1350"/>
                    <a:pt x="87" y="1400"/>
                  </a:cubicBezTo>
                  <a:cubicBezTo>
                    <a:pt x="114" y="1420"/>
                    <a:pt x="147" y="1428"/>
                    <a:pt x="177" y="1428"/>
                  </a:cubicBezTo>
                  <a:cubicBezTo>
                    <a:pt x="226" y="1428"/>
                    <a:pt x="273" y="1406"/>
                    <a:pt x="304" y="1361"/>
                  </a:cubicBezTo>
                  <a:lnTo>
                    <a:pt x="1092" y="244"/>
                  </a:lnTo>
                  <a:cubicBezTo>
                    <a:pt x="1142" y="174"/>
                    <a:pt x="1123" y="78"/>
                    <a:pt x="1055"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3"/>
            <p:cNvSpPr/>
            <p:nvPr/>
          </p:nvSpPr>
          <p:spPr>
            <a:xfrm flipH="1" rot="986380">
              <a:off x="3257213" y="791676"/>
              <a:ext cx="28524" cy="35724"/>
            </a:xfrm>
            <a:custGeom>
              <a:rect b="b" l="l" r="r" t="t"/>
              <a:pathLst>
                <a:path extrusionOk="0" h="1429" w="1141">
                  <a:moveTo>
                    <a:pt x="965" y="1"/>
                  </a:moveTo>
                  <a:cubicBezTo>
                    <a:pt x="917" y="1"/>
                    <a:pt x="869" y="23"/>
                    <a:pt x="838" y="65"/>
                  </a:cubicBezTo>
                  <a:lnTo>
                    <a:pt x="51" y="1184"/>
                  </a:lnTo>
                  <a:cubicBezTo>
                    <a:pt x="1" y="1253"/>
                    <a:pt x="18" y="1350"/>
                    <a:pt x="88" y="1400"/>
                  </a:cubicBezTo>
                  <a:cubicBezTo>
                    <a:pt x="115" y="1420"/>
                    <a:pt x="146" y="1429"/>
                    <a:pt x="176" y="1429"/>
                  </a:cubicBezTo>
                  <a:cubicBezTo>
                    <a:pt x="225" y="1429"/>
                    <a:pt x="274" y="1406"/>
                    <a:pt x="304" y="1363"/>
                  </a:cubicBezTo>
                  <a:lnTo>
                    <a:pt x="1091" y="244"/>
                  </a:lnTo>
                  <a:cubicBezTo>
                    <a:pt x="1141" y="175"/>
                    <a:pt x="1124" y="78"/>
                    <a:pt x="1054" y="28"/>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3"/>
            <p:cNvSpPr/>
            <p:nvPr/>
          </p:nvSpPr>
          <p:spPr>
            <a:xfrm flipH="1" rot="986380">
              <a:off x="3169381" y="799380"/>
              <a:ext cx="40824" cy="53124"/>
            </a:xfrm>
            <a:custGeom>
              <a:rect b="b" l="l" r="r" t="t"/>
              <a:pathLst>
                <a:path extrusionOk="0" h="2125" w="1633">
                  <a:moveTo>
                    <a:pt x="1456" y="0"/>
                  </a:moveTo>
                  <a:cubicBezTo>
                    <a:pt x="1407" y="0"/>
                    <a:pt x="1360" y="23"/>
                    <a:pt x="1329" y="65"/>
                  </a:cubicBezTo>
                  <a:lnTo>
                    <a:pt x="51" y="1880"/>
                  </a:lnTo>
                  <a:cubicBezTo>
                    <a:pt x="1" y="1950"/>
                    <a:pt x="18" y="2046"/>
                    <a:pt x="88" y="2096"/>
                  </a:cubicBezTo>
                  <a:cubicBezTo>
                    <a:pt x="115" y="2116"/>
                    <a:pt x="146" y="2124"/>
                    <a:pt x="178" y="2124"/>
                  </a:cubicBezTo>
                  <a:cubicBezTo>
                    <a:pt x="225" y="2124"/>
                    <a:pt x="273" y="2101"/>
                    <a:pt x="303" y="2059"/>
                  </a:cubicBezTo>
                  <a:lnTo>
                    <a:pt x="1582" y="244"/>
                  </a:lnTo>
                  <a:cubicBezTo>
                    <a:pt x="1632" y="174"/>
                    <a:pt x="1615" y="78"/>
                    <a:pt x="1545" y="28"/>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3"/>
            <p:cNvSpPr/>
            <p:nvPr/>
          </p:nvSpPr>
          <p:spPr>
            <a:xfrm flipH="1" rot="986380">
              <a:off x="3217680" y="805060"/>
              <a:ext cx="28524" cy="35749"/>
            </a:xfrm>
            <a:custGeom>
              <a:rect b="b" l="l" r="r" t="t"/>
              <a:pathLst>
                <a:path extrusionOk="0" h="1430" w="1141">
                  <a:moveTo>
                    <a:pt x="965" y="0"/>
                  </a:moveTo>
                  <a:cubicBezTo>
                    <a:pt x="916" y="0"/>
                    <a:pt x="868" y="23"/>
                    <a:pt x="837" y="66"/>
                  </a:cubicBezTo>
                  <a:lnTo>
                    <a:pt x="49" y="1183"/>
                  </a:lnTo>
                  <a:cubicBezTo>
                    <a:pt x="0" y="1253"/>
                    <a:pt x="17" y="1351"/>
                    <a:pt x="87" y="1399"/>
                  </a:cubicBezTo>
                  <a:cubicBezTo>
                    <a:pt x="114" y="1419"/>
                    <a:pt x="146" y="1429"/>
                    <a:pt x="176" y="1429"/>
                  </a:cubicBezTo>
                  <a:cubicBezTo>
                    <a:pt x="224" y="1429"/>
                    <a:pt x="273" y="1405"/>
                    <a:pt x="303" y="1362"/>
                  </a:cubicBezTo>
                  <a:lnTo>
                    <a:pt x="1090" y="245"/>
                  </a:lnTo>
                  <a:cubicBezTo>
                    <a:pt x="1140" y="175"/>
                    <a:pt x="1123" y="77"/>
                    <a:pt x="1053" y="27"/>
                  </a:cubicBezTo>
                  <a:cubicBezTo>
                    <a:pt x="1026" y="9"/>
                    <a:pt x="995"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3"/>
            <p:cNvSpPr/>
            <p:nvPr/>
          </p:nvSpPr>
          <p:spPr>
            <a:xfrm flipH="1" rot="986380">
              <a:off x="3199987" y="811051"/>
              <a:ext cx="28549" cy="35749"/>
            </a:xfrm>
            <a:custGeom>
              <a:rect b="b" l="l" r="r" t="t"/>
              <a:pathLst>
                <a:path extrusionOk="0" h="1430" w="1142">
                  <a:moveTo>
                    <a:pt x="965" y="1"/>
                  </a:moveTo>
                  <a:cubicBezTo>
                    <a:pt x="916" y="1"/>
                    <a:pt x="868" y="23"/>
                    <a:pt x="838" y="66"/>
                  </a:cubicBezTo>
                  <a:lnTo>
                    <a:pt x="50" y="1183"/>
                  </a:lnTo>
                  <a:cubicBezTo>
                    <a:pt x="0" y="1253"/>
                    <a:pt x="19" y="1351"/>
                    <a:pt x="87" y="1401"/>
                  </a:cubicBezTo>
                  <a:cubicBezTo>
                    <a:pt x="115" y="1421"/>
                    <a:pt x="147" y="1429"/>
                    <a:pt x="177" y="1429"/>
                  </a:cubicBezTo>
                  <a:cubicBezTo>
                    <a:pt x="226" y="1429"/>
                    <a:pt x="273" y="1406"/>
                    <a:pt x="305" y="1362"/>
                  </a:cubicBezTo>
                  <a:lnTo>
                    <a:pt x="1092" y="245"/>
                  </a:lnTo>
                  <a:cubicBezTo>
                    <a:pt x="1142" y="175"/>
                    <a:pt x="1123" y="79"/>
                    <a:pt x="1055"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3"/>
            <p:cNvSpPr/>
            <p:nvPr/>
          </p:nvSpPr>
          <p:spPr>
            <a:xfrm flipH="1" rot="986380">
              <a:off x="3112166" y="818707"/>
              <a:ext cx="40849" cy="53174"/>
            </a:xfrm>
            <a:custGeom>
              <a:rect b="b" l="l" r="r" t="t"/>
              <a:pathLst>
                <a:path extrusionOk="0" h="2127" w="1634">
                  <a:moveTo>
                    <a:pt x="1457" y="0"/>
                  </a:moveTo>
                  <a:cubicBezTo>
                    <a:pt x="1408" y="0"/>
                    <a:pt x="1360" y="23"/>
                    <a:pt x="1329" y="65"/>
                  </a:cubicBezTo>
                  <a:lnTo>
                    <a:pt x="50" y="1883"/>
                  </a:lnTo>
                  <a:cubicBezTo>
                    <a:pt x="0" y="1951"/>
                    <a:pt x="19" y="2048"/>
                    <a:pt x="89" y="2098"/>
                  </a:cubicBezTo>
                  <a:cubicBezTo>
                    <a:pt x="114" y="2118"/>
                    <a:pt x="147" y="2127"/>
                    <a:pt x="177" y="2127"/>
                  </a:cubicBezTo>
                  <a:cubicBezTo>
                    <a:pt x="226" y="2127"/>
                    <a:pt x="274" y="2104"/>
                    <a:pt x="304" y="2061"/>
                  </a:cubicBezTo>
                  <a:lnTo>
                    <a:pt x="1583" y="244"/>
                  </a:lnTo>
                  <a:cubicBezTo>
                    <a:pt x="1633" y="175"/>
                    <a:pt x="1615" y="78"/>
                    <a:pt x="1546" y="28"/>
                  </a:cubicBezTo>
                  <a:cubicBezTo>
                    <a:pt x="1519"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3"/>
            <p:cNvSpPr/>
            <p:nvPr/>
          </p:nvSpPr>
          <p:spPr>
            <a:xfrm flipH="1" rot="986380">
              <a:off x="3160437" y="824430"/>
              <a:ext cx="28549" cy="35724"/>
            </a:xfrm>
            <a:custGeom>
              <a:rect b="b" l="l" r="r" t="t"/>
              <a:pathLst>
                <a:path extrusionOk="0" h="1429" w="1142">
                  <a:moveTo>
                    <a:pt x="966" y="0"/>
                  </a:moveTo>
                  <a:cubicBezTo>
                    <a:pt x="918" y="0"/>
                    <a:pt x="870" y="23"/>
                    <a:pt x="839" y="65"/>
                  </a:cubicBezTo>
                  <a:lnTo>
                    <a:pt x="50" y="1184"/>
                  </a:lnTo>
                  <a:cubicBezTo>
                    <a:pt x="0" y="1254"/>
                    <a:pt x="19" y="1350"/>
                    <a:pt x="89" y="1400"/>
                  </a:cubicBezTo>
                  <a:cubicBezTo>
                    <a:pt x="115" y="1420"/>
                    <a:pt x="147" y="1428"/>
                    <a:pt x="177" y="1428"/>
                  </a:cubicBezTo>
                  <a:cubicBezTo>
                    <a:pt x="226" y="1428"/>
                    <a:pt x="275" y="1406"/>
                    <a:pt x="305" y="1363"/>
                  </a:cubicBezTo>
                  <a:lnTo>
                    <a:pt x="1092" y="244"/>
                  </a:lnTo>
                  <a:cubicBezTo>
                    <a:pt x="1142" y="175"/>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3"/>
            <p:cNvSpPr/>
            <p:nvPr/>
          </p:nvSpPr>
          <p:spPr>
            <a:xfrm flipH="1" rot="986380">
              <a:off x="3142786" y="830452"/>
              <a:ext cx="28524" cy="35724"/>
            </a:xfrm>
            <a:custGeom>
              <a:rect b="b" l="l" r="r" t="t"/>
              <a:pathLst>
                <a:path extrusionOk="0" h="1429" w="1141">
                  <a:moveTo>
                    <a:pt x="965" y="0"/>
                  </a:moveTo>
                  <a:cubicBezTo>
                    <a:pt x="916" y="0"/>
                    <a:pt x="868" y="23"/>
                    <a:pt x="838" y="66"/>
                  </a:cubicBezTo>
                  <a:lnTo>
                    <a:pt x="50" y="1183"/>
                  </a:lnTo>
                  <a:cubicBezTo>
                    <a:pt x="0" y="1253"/>
                    <a:pt x="17" y="1350"/>
                    <a:pt x="87" y="1399"/>
                  </a:cubicBezTo>
                  <a:cubicBezTo>
                    <a:pt x="115" y="1419"/>
                    <a:pt x="146" y="1429"/>
                    <a:pt x="176" y="1429"/>
                  </a:cubicBezTo>
                  <a:cubicBezTo>
                    <a:pt x="226" y="1429"/>
                    <a:pt x="275" y="1405"/>
                    <a:pt x="303" y="1362"/>
                  </a:cubicBezTo>
                  <a:lnTo>
                    <a:pt x="1091" y="244"/>
                  </a:lnTo>
                  <a:cubicBezTo>
                    <a:pt x="1141" y="174"/>
                    <a:pt x="1123" y="77"/>
                    <a:pt x="1053" y="27"/>
                  </a:cubicBezTo>
                  <a:cubicBezTo>
                    <a:pt x="1026"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3"/>
            <p:cNvSpPr/>
            <p:nvPr/>
          </p:nvSpPr>
          <p:spPr>
            <a:xfrm flipH="1" rot="986380">
              <a:off x="3054916" y="838072"/>
              <a:ext cx="40849" cy="53199"/>
            </a:xfrm>
            <a:custGeom>
              <a:rect b="b" l="l" r="r" t="t"/>
              <a:pathLst>
                <a:path extrusionOk="0" h="2128" w="1634">
                  <a:moveTo>
                    <a:pt x="1457" y="1"/>
                  </a:moveTo>
                  <a:cubicBezTo>
                    <a:pt x="1408" y="1"/>
                    <a:pt x="1360" y="23"/>
                    <a:pt x="1329" y="66"/>
                  </a:cubicBezTo>
                  <a:lnTo>
                    <a:pt x="51" y="1882"/>
                  </a:lnTo>
                  <a:cubicBezTo>
                    <a:pt x="1" y="1952"/>
                    <a:pt x="19" y="2049"/>
                    <a:pt x="88" y="2099"/>
                  </a:cubicBezTo>
                  <a:cubicBezTo>
                    <a:pt x="115" y="2119"/>
                    <a:pt x="148" y="2128"/>
                    <a:pt x="178" y="2128"/>
                  </a:cubicBezTo>
                  <a:cubicBezTo>
                    <a:pt x="225" y="2128"/>
                    <a:pt x="274" y="2106"/>
                    <a:pt x="305" y="2061"/>
                  </a:cubicBezTo>
                  <a:lnTo>
                    <a:pt x="1584" y="244"/>
                  </a:lnTo>
                  <a:cubicBezTo>
                    <a:pt x="1634" y="174"/>
                    <a:pt x="1615" y="79"/>
                    <a:pt x="1545" y="29"/>
                  </a:cubicBezTo>
                  <a:cubicBezTo>
                    <a:pt x="1518"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3"/>
            <p:cNvSpPr/>
            <p:nvPr/>
          </p:nvSpPr>
          <p:spPr>
            <a:xfrm flipH="1" rot="986380">
              <a:off x="3103208" y="843826"/>
              <a:ext cx="28549" cy="35724"/>
            </a:xfrm>
            <a:custGeom>
              <a:rect b="b" l="l" r="r" t="t"/>
              <a:pathLst>
                <a:path extrusionOk="0" h="1429" w="1142">
                  <a:moveTo>
                    <a:pt x="966" y="0"/>
                  </a:moveTo>
                  <a:cubicBezTo>
                    <a:pt x="917" y="0"/>
                    <a:pt x="868" y="23"/>
                    <a:pt x="838" y="65"/>
                  </a:cubicBezTo>
                  <a:lnTo>
                    <a:pt x="50" y="1184"/>
                  </a:lnTo>
                  <a:cubicBezTo>
                    <a:pt x="0" y="1254"/>
                    <a:pt x="17" y="1350"/>
                    <a:pt x="87" y="1400"/>
                  </a:cubicBezTo>
                  <a:cubicBezTo>
                    <a:pt x="115" y="1420"/>
                    <a:pt x="146" y="1428"/>
                    <a:pt x="177" y="1428"/>
                  </a:cubicBezTo>
                  <a:cubicBezTo>
                    <a:pt x="225" y="1428"/>
                    <a:pt x="273" y="1407"/>
                    <a:pt x="303" y="1362"/>
                  </a:cubicBezTo>
                  <a:lnTo>
                    <a:pt x="1092" y="244"/>
                  </a:lnTo>
                  <a:cubicBezTo>
                    <a:pt x="1142" y="175"/>
                    <a:pt x="1123" y="78"/>
                    <a:pt x="1053" y="28"/>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3"/>
            <p:cNvSpPr/>
            <p:nvPr/>
          </p:nvSpPr>
          <p:spPr>
            <a:xfrm flipH="1" rot="986380">
              <a:off x="3085539" y="849821"/>
              <a:ext cx="28549" cy="35724"/>
            </a:xfrm>
            <a:custGeom>
              <a:rect b="b" l="l" r="r" t="t"/>
              <a:pathLst>
                <a:path extrusionOk="0" h="1429" w="1142">
                  <a:moveTo>
                    <a:pt x="966" y="0"/>
                  </a:moveTo>
                  <a:cubicBezTo>
                    <a:pt x="917" y="0"/>
                    <a:pt x="869" y="23"/>
                    <a:pt x="839" y="65"/>
                  </a:cubicBezTo>
                  <a:lnTo>
                    <a:pt x="50" y="1184"/>
                  </a:lnTo>
                  <a:cubicBezTo>
                    <a:pt x="0" y="1254"/>
                    <a:pt x="19" y="1350"/>
                    <a:pt x="89" y="1400"/>
                  </a:cubicBezTo>
                  <a:cubicBezTo>
                    <a:pt x="115" y="1420"/>
                    <a:pt x="148" y="1428"/>
                    <a:pt x="178" y="1428"/>
                  </a:cubicBezTo>
                  <a:cubicBezTo>
                    <a:pt x="226" y="1428"/>
                    <a:pt x="275" y="1405"/>
                    <a:pt x="305" y="1362"/>
                  </a:cubicBezTo>
                  <a:lnTo>
                    <a:pt x="1092" y="244"/>
                  </a:lnTo>
                  <a:cubicBezTo>
                    <a:pt x="1142" y="175"/>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3"/>
            <p:cNvSpPr/>
            <p:nvPr/>
          </p:nvSpPr>
          <p:spPr>
            <a:xfrm flipH="1" rot="986380">
              <a:off x="2997705" y="857496"/>
              <a:ext cx="40824" cy="53199"/>
            </a:xfrm>
            <a:custGeom>
              <a:rect b="b" l="l" r="r" t="t"/>
              <a:pathLst>
                <a:path extrusionOk="0" h="2128" w="1633">
                  <a:moveTo>
                    <a:pt x="1456" y="1"/>
                  </a:moveTo>
                  <a:cubicBezTo>
                    <a:pt x="1408" y="1"/>
                    <a:pt x="1360" y="23"/>
                    <a:pt x="1330" y="66"/>
                  </a:cubicBezTo>
                  <a:lnTo>
                    <a:pt x="51" y="1882"/>
                  </a:lnTo>
                  <a:cubicBezTo>
                    <a:pt x="1" y="1952"/>
                    <a:pt x="18" y="2049"/>
                    <a:pt x="88" y="2099"/>
                  </a:cubicBezTo>
                  <a:cubicBezTo>
                    <a:pt x="115" y="2119"/>
                    <a:pt x="146" y="2128"/>
                    <a:pt x="176" y="2128"/>
                  </a:cubicBezTo>
                  <a:cubicBezTo>
                    <a:pt x="225" y="2128"/>
                    <a:pt x="274" y="2105"/>
                    <a:pt x="304" y="2061"/>
                  </a:cubicBezTo>
                  <a:lnTo>
                    <a:pt x="1582" y="245"/>
                  </a:lnTo>
                  <a:cubicBezTo>
                    <a:pt x="1632" y="175"/>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3"/>
            <p:cNvSpPr/>
            <p:nvPr/>
          </p:nvSpPr>
          <p:spPr>
            <a:xfrm flipH="1" rot="986380">
              <a:off x="3045972" y="863243"/>
              <a:ext cx="28524" cy="35724"/>
            </a:xfrm>
            <a:custGeom>
              <a:rect b="b" l="l" r="r" t="t"/>
              <a:pathLst>
                <a:path extrusionOk="0" h="1429" w="1141">
                  <a:moveTo>
                    <a:pt x="965" y="0"/>
                  </a:moveTo>
                  <a:cubicBezTo>
                    <a:pt x="917" y="0"/>
                    <a:pt x="869" y="23"/>
                    <a:pt x="838" y="65"/>
                  </a:cubicBezTo>
                  <a:lnTo>
                    <a:pt x="49" y="1184"/>
                  </a:lnTo>
                  <a:cubicBezTo>
                    <a:pt x="1" y="1254"/>
                    <a:pt x="18" y="1350"/>
                    <a:pt x="88" y="1400"/>
                  </a:cubicBezTo>
                  <a:cubicBezTo>
                    <a:pt x="115" y="1420"/>
                    <a:pt x="147" y="1428"/>
                    <a:pt x="177" y="1428"/>
                  </a:cubicBezTo>
                  <a:cubicBezTo>
                    <a:pt x="225" y="1428"/>
                    <a:pt x="274" y="1405"/>
                    <a:pt x="304" y="1362"/>
                  </a:cubicBezTo>
                  <a:lnTo>
                    <a:pt x="1091" y="244"/>
                  </a:lnTo>
                  <a:cubicBezTo>
                    <a:pt x="1141" y="175"/>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3"/>
            <p:cNvSpPr/>
            <p:nvPr/>
          </p:nvSpPr>
          <p:spPr>
            <a:xfrm flipH="1" rot="986380">
              <a:off x="3028293" y="869190"/>
              <a:ext cx="28574" cy="35724"/>
            </a:xfrm>
            <a:custGeom>
              <a:rect b="b" l="l" r="r" t="t"/>
              <a:pathLst>
                <a:path extrusionOk="0" h="1429" w="1143">
                  <a:moveTo>
                    <a:pt x="966" y="1"/>
                  </a:moveTo>
                  <a:cubicBezTo>
                    <a:pt x="917" y="1"/>
                    <a:pt x="868" y="24"/>
                    <a:pt x="838" y="66"/>
                  </a:cubicBezTo>
                  <a:lnTo>
                    <a:pt x="50" y="1185"/>
                  </a:lnTo>
                  <a:cubicBezTo>
                    <a:pt x="0" y="1255"/>
                    <a:pt x="18" y="1350"/>
                    <a:pt x="88" y="1400"/>
                  </a:cubicBezTo>
                  <a:cubicBezTo>
                    <a:pt x="115" y="1420"/>
                    <a:pt x="146" y="1429"/>
                    <a:pt x="178" y="1429"/>
                  </a:cubicBezTo>
                  <a:cubicBezTo>
                    <a:pt x="225" y="1429"/>
                    <a:pt x="273" y="1406"/>
                    <a:pt x="303" y="1363"/>
                  </a:cubicBezTo>
                  <a:lnTo>
                    <a:pt x="1092" y="244"/>
                  </a:lnTo>
                  <a:cubicBezTo>
                    <a:pt x="1142" y="176"/>
                    <a:pt x="1124" y="79"/>
                    <a:pt x="1053" y="29"/>
                  </a:cubicBezTo>
                  <a:cubicBezTo>
                    <a:pt x="1027" y="10"/>
                    <a:pt x="996"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3"/>
            <p:cNvSpPr/>
            <p:nvPr/>
          </p:nvSpPr>
          <p:spPr>
            <a:xfrm flipH="1" rot="986380">
              <a:off x="2940503" y="876900"/>
              <a:ext cx="40824" cy="53174"/>
            </a:xfrm>
            <a:custGeom>
              <a:rect b="b" l="l" r="r" t="t"/>
              <a:pathLst>
                <a:path extrusionOk="0" h="2127" w="1633">
                  <a:moveTo>
                    <a:pt x="1456" y="0"/>
                  </a:moveTo>
                  <a:cubicBezTo>
                    <a:pt x="1408" y="0"/>
                    <a:pt x="1360" y="23"/>
                    <a:pt x="1329" y="66"/>
                  </a:cubicBezTo>
                  <a:lnTo>
                    <a:pt x="50" y="1882"/>
                  </a:lnTo>
                  <a:cubicBezTo>
                    <a:pt x="0" y="1952"/>
                    <a:pt x="19" y="2049"/>
                    <a:pt x="88" y="2097"/>
                  </a:cubicBezTo>
                  <a:cubicBezTo>
                    <a:pt x="115" y="2117"/>
                    <a:pt x="146" y="2126"/>
                    <a:pt x="178" y="2126"/>
                  </a:cubicBezTo>
                  <a:cubicBezTo>
                    <a:pt x="228" y="2126"/>
                    <a:pt x="273" y="2103"/>
                    <a:pt x="305" y="2060"/>
                  </a:cubicBezTo>
                  <a:lnTo>
                    <a:pt x="1584" y="244"/>
                  </a:lnTo>
                  <a:cubicBezTo>
                    <a:pt x="1632" y="174"/>
                    <a:pt x="1615" y="79"/>
                    <a:pt x="1545" y="29"/>
                  </a:cubicBezTo>
                  <a:cubicBezTo>
                    <a:pt x="1518" y="10"/>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3"/>
            <p:cNvSpPr/>
            <p:nvPr/>
          </p:nvSpPr>
          <p:spPr>
            <a:xfrm flipH="1" rot="986380">
              <a:off x="2988725" y="882616"/>
              <a:ext cx="28574" cy="35724"/>
            </a:xfrm>
            <a:custGeom>
              <a:rect b="b" l="l" r="r" t="t"/>
              <a:pathLst>
                <a:path extrusionOk="0" h="1429" w="1143">
                  <a:moveTo>
                    <a:pt x="965" y="1"/>
                  </a:moveTo>
                  <a:cubicBezTo>
                    <a:pt x="916" y="1"/>
                    <a:pt x="868" y="23"/>
                    <a:pt x="838" y="66"/>
                  </a:cubicBezTo>
                  <a:lnTo>
                    <a:pt x="50" y="1185"/>
                  </a:lnTo>
                  <a:cubicBezTo>
                    <a:pt x="0" y="1253"/>
                    <a:pt x="19" y="1350"/>
                    <a:pt x="88" y="1400"/>
                  </a:cubicBezTo>
                  <a:cubicBezTo>
                    <a:pt x="115" y="1420"/>
                    <a:pt x="146" y="1429"/>
                    <a:pt x="178" y="1429"/>
                  </a:cubicBezTo>
                  <a:cubicBezTo>
                    <a:pt x="226" y="1429"/>
                    <a:pt x="273" y="1405"/>
                    <a:pt x="305" y="1363"/>
                  </a:cubicBezTo>
                  <a:lnTo>
                    <a:pt x="1092" y="244"/>
                  </a:lnTo>
                  <a:cubicBezTo>
                    <a:pt x="1142" y="174"/>
                    <a:pt x="1123" y="79"/>
                    <a:pt x="1055" y="29"/>
                  </a:cubicBezTo>
                  <a:cubicBezTo>
                    <a:pt x="1028"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3"/>
            <p:cNvSpPr/>
            <p:nvPr/>
          </p:nvSpPr>
          <p:spPr>
            <a:xfrm flipH="1" rot="986380">
              <a:off x="2971064" y="888583"/>
              <a:ext cx="28549" cy="35724"/>
            </a:xfrm>
            <a:custGeom>
              <a:rect b="b" l="l" r="r" t="t"/>
              <a:pathLst>
                <a:path extrusionOk="0" h="1429" w="1142">
                  <a:moveTo>
                    <a:pt x="965" y="0"/>
                  </a:moveTo>
                  <a:cubicBezTo>
                    <a:pt x="916" y="0"/>
                    <a:pt x="869" y="23"/>
                    <a:pt x="838" y="65"/>
                  </a:cubicBezTo>
                  <a:lnTo>
                    <a:pt x="51" y="1184"/>
                  </a:lnTo>
                  <a:cubicBezTo>
                    <a:pt x="1" y="1253"/>
                    <a:pt x="18" y="1350"/>
                    <a:pt x="88" y="1400"/>
                  </a:cubicBezTo>
                  <a:cubicBezTo>
                    <a:pt x="115" y="1420"/>
                    <a:pt x="147" y="1429"/>
                    <a:pt x="177" y="1429"/>
                  </a:cubicBezTo>
                  <a:cubicBezTo>
                    <a:pt x="225" y="1429"/>
                    <a:pt x="274" y="1404"/>
                    <a:pt x="304" y="1363"/>
                  </a:cubicBezTo>
                  <a:lnTo>
                    <a:pt x="1091" y="244"/>
                  </a:lnTo>
                  <a:cubicBezTo>
                    <a:pt x="1141" y="174"/>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3"/>
            <p:cNvSpPr/>
            <p:nvPr/>
          </p:nvSpPr>
          <p:spPr>
            <a:xfrm flipH="1" rot="986380">
              <a:off x="2883257" y="896265"/>
              <a:ext cx="40824" cy="53174"/>
            </a:xfrm>
            <a:custGeom>
              <a:rect b="b" l="l" r="r" t="t"/>
              <a:pathLst>
                <a:path extrusionOk="0" h="2127" w="1633">
                  <a:moveTo>
                    <a:pt x="1457" y="1"/>
                  </a:moveTo>
                  <a:cubicBezTo>
                    <a:pt x="1408" y="1"/>
                    <a:pt x="1360" y="23"/>
                    <a:pt x="1330" y="66"/>
                  </a:cubicBezTo>
                  <a:lnTo>
                    <a:pt x="51" y="1882"/>
                  </a:lnTo>
                  <a:cubicBezTo>
                    <a:pt x="1" y="1952"/>
                    <a:pt x="18" y="2048"/>
                    <a:pt x="88" y="2098"/>
                  </a:cubicBezTo>
                  <a:cubicBezTo>
                    <a:pt x="115" y="2118"/>
                    <a:pt x="147" y="2127"/>
                    <a:pt x="178" y="2127"/>
                  </a:cubicBezTo>
                  <a:cubicBezTo>
                    <a:pt x="225" y="2127"/>
                    <a:pt x="274" y="2104"/>
                    <a:pt x="304" y="2061"/>
                  </a:cubicBezTo>
                  <a:lnTo>
                    <a:pt x="1583" y="245"/>
                  </a:lnTo>
                  <a:cubicBezTo>
                    <a:pt x="1633" y="175"/>
                    <a:pt x="1615" y="78"/>
                    <a:pt x="1545" y="28"/>
                  </a:cubicBezTo>
                  <a:cubicBezTo>
                    <a:pt x="1518" y="10"/>
                    <a:pt x="1488"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3"/>
            <p:cNvSpPr/>
            <p:nvPr/>
          </p:nvSpPr>
          <p:spPr>
            <a:xfrm flipH="1" rot="986380">
              <a:off x="2931549" y="901995"/>
              <a:ext cx="28524" cy="35749"/>
            </a:xfrm>
            <a:custGeom>
              <a:rect b="b" l="l" r="r" t="t"/>
              <a:pathLst>
                <a:path extrusionOk="0" h="1430" w="1141">
                  <a:moveTo>
                    <a:pt x="965" y="1"/>
                  </a:moveTo>
                  <a:cubicBezTo>
                    <a:pt x="917" y="1"/>
                    <a:pt x="869" y="23"/>
                    <a:pt x="838" y="66"/>
                  </a:cubicBezTo>
                  <a:lnTo>
                    <a:pt x="50" y="1184"/>
                  </a:lnTo>
                  <a:cubicBezTo>
                    <a:pt x="0" y="1254"/>
                    <a:pt x="18" y="1351"/>
                    <a:pt x="88" y="1401"/>
                  </a:cubicBezTo>
                  <a:cubicBezTo>
                    <a:pt x="115" y="1420"/>
                    <a:pt x="146" y="1430"/>
                    <a:pt x="176" y="1430"/>
                  </a:cubicBezTo>
                  <a:cubicBezTo>
                    <a:pt x="225" y="1430"/>
                    <a:pt x="273" y="1405"/>
                    <a:pt x="303" y="1362"/>
                  </a:cubicBezTo>
                  <a:lnTo>
                    <a:pt x="1091" y="245"/>
                  </a:lnTo>
                  <a:cubicBezTo>
                    <a:pt x="1141" y="175"/>
                    <a:pt x="1124" y="78"/>
                    <a:pt x="1054" y="28"/>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3"/>
            <p:cNvSpPr/>
            <p:nvPr/>
          </p:nvSpPr>
          <p:spPr>
            <a:xfrm flipH="1" rot="986380">
              <a:off x="2913827" y="908007"/>
              <a:ext cx="28574" cy="35724"/>
            </a:xfrm>
            <a:custGeom>
              <a:rect b="b" l="l" r="r" t="t"/>
              <a:pathLst>
                <a:path extrusionOk="0" h="1429" w="1143">
                  <a:moveTo>
                    <a:pt x="965" y="0"/>
                  </a:moveTo>
                  <a:cubicBezTo>
                    <a:pt x="917" y="0"/>
                    <a:pt x="868" y="23"/>
                    <a:pt x="838" y="66"/>
                  </a:cubicBezTo>
                  <a:lnTo>
                    <a:pt x="51" y="1184"/>
                  </a:lnTo>
                  <a:cubicBezTo>
                    <a:pt x="1" y="1253"/>
                    <a:pt x="19" y="1350"/>
                    <a:pt x="88" y="1400"/>
                  </a:cubicBezTo>
                  <a:cubicBezTo>
                    <a:pt x="115" y="1420"/>
                    <a:pt x="146" y="1429"/>
                    <a:pt x="178" y="1429"/>
                  </a:cubicBezTo>
                  <a:cubicBezTo>
                    <a:pt x="226" y="1429"/>
                    <a:pt x="273" y="1404"/>
                    <a:pt x="305" y="1363"/>
                  </a:cubicBezTo>
                  <a:lnTo>
                    <a:pt x="1092" y="244"/>
                  </a:lnTo>
                  <a:cubicBezTo>
                    <a:pt x="1142" y="174"/>
                    <a:pt x="1124" y="78"/>
                    <a:pt x="1055" y="28"/>
                  </a:cubicBezTo>
                  <a:cubicBezTo>
                    <a:pt x="1028"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3"/>
            <p:cNvSpPr/>
            <p:nvPr/>
          </p:nvSpPr>
          <p:spPr>
            <a:xfrm flipH="1" rot="986380">
              <a:off x="2826027" y="915666"/>
              <a:ext cx="40849" cy="53174"/>
            </a:xfrm>
            <a:custGeom>
              <a:rect b="b" l="l" r="r" t="t"/>
              <a:pathLst>
                <a:path extrusionOk="0" h="2127" w="1634">
                  <a:moveTo>
                    <a:pt x="1457" y="0"/>
                  </a:moveTo>
                  <a:cubicBezTo>
                    <a:pt x="1408" y="0"/>
                    <a:pt x="1360" y="23"/>
                    <a:pt x="1329" y="65"/>
                  </a:cubicBezTo>
                  <a:lnTo>
                    <a:pt x="51" y="1882"/>
                  </a:lnTo>
                  <a:cubicBezTo>
                    <a:pt x="1" y="1951"/>
                    <a:pt x="19" y="2048"/>
                    <a:pt x="89" y="2098"/>
                  </a:cubicBezTo>
                  <a:cubicBezTo>
                    <a:pt x="115" y="2118"/>
                    <a:pt x="148" y="2126"/>
                    <a:pt x="178" y="2126"/>
                  </a:cubicBezTo>
                  <a:cubicBezTo>
                    <a:pt x="226" y="2126"/>
                    <a:pt x="275" y="2104"/>
                    <a:pt x="305" y="2061"/>
                  </a:cubicBezTo>
                  <a:lnTo>
                    <a:pt x="1584" y="243"/>
                  </a:lnTo>
                  <a:cubicBezTo>
                    <a:pt x="1634" y="175"/>
                    <a:pt x="1615" y="77"/>
                    <a:pt x="1546" y="27"/>
                  </a:cubicBezTo>
                  <a:cubicBezTo>
                    <a:pt x="1519"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3"/>
            <p:cNvSpPr/>
            <p:nvPr/>
          </p:nvSpPr>
          <p:spPr>
            <a:xfrm flipH="1" rot="986380">
              <a:off x="2874281" y="921361"/>
              <a:ext cx="28574" cy="35724"/>
            </a:xfrm>
            <a:custGeom>
              <a:rect b="b" l="l" r="r" t="t"/>
              <a:pathLst>
                <a:path extrusionOk="0" h="1429" w="1143">
                  <a:moveTo>
                    <a:pt x="966" y="1"/>
                  </a:moveTo>
                  <a:cubicBezTo>
                    <a:pt x="917" y="1"/>
                    <a:pt x="869" y="24"/>
                    <a:pt x="838" y="66"/>
                  </a:cubicBezTo>
                  <a:lnTo>
                    <a:pt x="51" y="1184"/>
                  </a:lnTo>
                  <a:cubicBezTo>
                    <a:pt x="1" y="1254"/>
                    <a:pt x="19" y="1350"/>
                    <a:pt x="88" y="1400"/>
                  </a:cubicBezTo>
                  <a:cubicBezTo>
                    <a:pt x="115" y="1420"/>
                    <a:pt x="148" y="1429"/>
                    <a:pt x="178" y="1429"/>
                  </a:cubicBezTo>
                  <a:cubicBezTo>
                    <a:pt x="226" y="1429"/>
                    <a:pt x="275" y="1406"/>
                    <a:pt x="305" y="1363"/>
                  </a:cubicBezTo>
                  <a:lnTo>
                    <a:pt x="1092" y="244"/>
                  </a:lnTo>
                  <a:cubicBezTo>
                    <a:pt x="1142" y="176"/>
                    <a:pt x="1124" y="79"/>
                    <a:pt x="1055" y="29"/>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3"/>
            <p:cNvSpPr/>
            <p:nvPr/>
          </p:nvSpPr>
          <p:spPr>
            <a:xfrm flipH="1" rot="986380">
              <a:off x="2856651" y="927386"/>
              <a:ext cx="28524" cy="35749"/>
            </a:xfrm>
            <a:custGeom>
              <a:rect b="b" l="l" r="r" t="t"/>
              <a:pathLst>
                <a:path extrusionOk="0" h="1430" w="1141">
                  <a:moveTo>
                    <a:pt x="965" y="1"/>
                  </a:moveTo>
                  <a:cubicBezTo>
                    <a:pt x="917" y="1"/>
                    <a:pt x="869" y="23"/>
                    <a:pt x="838" y="66"/>
                  </a:cubicBezTo>
                  <a:lnTo>
                    <a:pt x="49" y="1184"/>
                  </a:lnTo>
                  <a:cubicBezTo>
                    <a:pt x="1" y="1254"/>
                    <a:pt x="18" y="1351"/>
                    <a:pt x="88" y="1401"/>
                  </a:cubicBezTo>
                  <a:cubicBezTo>
                    <a:pt x="115" y="1419"/>
                    <a:pt x="146" y="1429"/>
                    <a:pt x="176" y="1429"/>
                  </a:cubicBezTo>
                  <a:cubicBezTo>
                    <a:pt x="226" y="1429"/>
                    <a:pt x="274" y="1405"/>
                    <a:pt x="304" y="1362"/>
                  </a:cubicBezTo>
                  <a:lnTo>
                    <a:pt x="1091" y="245"/>
                  </a:lnTo>
                  <a:cubicBezTo>
                    <a:pt x="1141" y="175"/>
                    <a:pt x="1124" y="78"/>
                    <a:pt x="1054" y="28"/>
                  </a:cubicBezTo>
                  <a:cubicBezTo>
                    <a:pt x="1027" y="9"/>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3"/>
            <p:cNvSpPr/>
            <p:nvPr/>
          </p:nvSpPr>
          <p:spPr>
            <a:xfrm flipH="1" rot="986380">
              <a:off x="2768819" y="935090"/>
              <a:ext cx="40824" cy="53149"/>
            </a:xfrm>
            <a:custGeom>
              <a:rect b="b" l="l" r="r" t="t"/>
              <a:pathLst>
                <a:path extrusionOk="0" h="2126" w="1633">
                  <a:moveTo>
                    <a:pt x="1456" y="0"/>
                  </a:moveTo>
                  <a:cubicBezTo>
                    <a:pt x="1408" y="0"/>
                    <a:pt x="1360" y="23"/>
                    <a:pt x="1329" y="65"/>
                  </a:cubicBezTo>
                  <a:lnTo>
                    <a:pt x="51" y="1879"/>
                  </a:lnTo>
                  <a:cubicBezTo>
                    <a:pt x="1" y="1949"/>
                    <a:pt x="18" y="2046"/>
                    <a:pt x="88" y="2096"/>
                  </a:cubicBezTo>
                  <a:cubicBezTo>
                    <a:pt x="115" y="2116"/>
                    <a:pt x="146" y="2125"/>
                    <a:pt x="178" y="2125"/>
                  </a:cubicBezTo>
                  <a:cubicBezTo>
                    <a:pt x="228" y="2125"/>
                    <a:pt x="275" y="2102"/>
                    <a:pt x="303" y="2058"/>
                  </a:cubicBezTo>
                  <a:lnTo>
                    <a:pt x="1582" y="243"/>
                  </a:lnTo>
                  <a:cubicBezTo>
                    <a:pt x="1632" y="175"/>
                    <a:pt x="1615" y="78"/>
                    <a:pt x="1545" y="28"/>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3"/>
            <p:cNvSpPr/>
            <p:nvPr/>
          </p:nvSpPr>
          <p:spPr>
            <a:xfrm flipH="1" rot="986380">
              <a:off x="2817052" y="940758"/>
              <a:ext cx="28574" cy="35724"/>
            </a:xfrm>
            <a:custGeom>
              <a:rect b="b" l="l" r="r" t="t"/>
              <a:pathLst>
                <a:path extrusionOk="0" h="1429" w="1143">
                  <a:moveTo>
                    <a:pt x="965" y="0"/>
                  </a:moveTo>
                  <a:cubicBezTo>
                    <a:pt x="917" y="0"/>
                    <a:pt x="868" y="23"/>
                    <a:pt x="838" y="65"/>
                  </a:cubicBezTo>
                  <a:lnTo>
                    <a:pt x="51" y="1184"/>
                  </a:lnTo>
                  <a:cubicBezTo>
                    <a:pt x="1" y="1253"/>
                    <a:pt x="18" y="1350"/>
                    <a:pt x="88" y="1400"/>
                  </a:cubicBezTo>
                  <a:cubicBezTo>
                    <a:pt x="115" y="1420"/>
                    <a:pt x="146" y="1428"/>
                    <a:pt x="178" y="1428"/>
                  </a:cubicBezTo>
                  <a:cubicBezTo>
                    <a:pt x="225" y="1428"/>
                    <a:pt x="274" y="1406"/>
                    <a:pt x="304" y="1363"/>
                  </a:cubicBezTo>
                  <a:lnTo>
                    <a:pt x="1092" y="244"/>
                  </a:lnTo>
                  <a:cubicBezTo>
                    <a:pt x="1142" y="174"/>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3"/>
            <p:cNvSpPr/>
            <p:nvPr/>
          </p:nvSpPr>
          <p:spPr>
            <a:xfrm flipH="1" rot="986380">
              <a:off x="2799383" y="946752"/>
              <a:ext cx="28574" cy="35724"/>
            </a:xfrm>
            <a:custGeom>
              <a:rect b="b" l="l" r="r" t="t"/>
              <a:pathLst>
                <a:path extrusionOk="0" h="1429" w="1143">
                  <a:moveTo>
                    <a:pt x="967" y="1"/>
                  </a:moveTo>
                  <a:cubicBezTo>
                    <a:pt x="918" y="1"/>
                    <a:pt x="870" y="23"/>
                    <a:pt x="839" y="65"/>
                  </a:cubicBezTo>
                  <a:lnTo>
                    <a:pt x="51" y="1184"/>
                  </a:lnTo>
                  <a:cubicBezTo>
                    <a:pt x="1" y="1254"/>
                    <a:pt x="19" y="1350"/>
                    <a:pt x="89" y="1400"/>
                  </a:cubicBezTo>
                  <a:cubicBezTo>
                    <a:pt x="115" y="1420"/>
                    <a:pt x="148" y="1429"/>
                    <a:pt x="178" y="1429"/>
                  </a:cubicBezTo>
                  <a:cubicBezTo>
                    <a:pt x="226" y="1429"/>
                    <a:pt x="275" y="1406"/>
                    <a:pt x="305" y="1363"/>
                  </a:cubicBezTo>
                  <a:lnTo>
                    <a:pt x="1092" y="244"/>
                  </a:lnTo>
                  <a:cubicBezTo>
                    <a:pt x="1142" y="175"/>
                    <a:pt x="1125" y="78"/>
                    <a:pt x="1055" y="28"/>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3"/>
            <p:cNvSpPr/>
            <p:nvPr/>
          </p:nvSpPr>
          <p:spPr>
            <a:xfrm flipH="1" rot="986380">
              <a:off x="2711581" y="954403"/>
              <a:ext cx="40799" cy="53199"/>
            </a:xfrm>
            <a:custGeom>
              <a:rect b="b" l="l" r="r" t="t"/>
              <a:pathLst>
                <a:path extrusionOk="0" h="2128" w="1632">
                  <a:moveTo>
                    <a:pt x="1455" y="1"/>
                  </a:moveTo>
                  <a:cubicBezTo>
                    <a:pt x="1406" y="1"/>
                    <a:pt x="1359" y="23"/>
                    <a:pt x="1329" y="66"/>
                  </a:cubicBezTo>
                  <a:lnTo>
                    <a:pt x="49" y="1882"/>
                  </a:lnTo>
                  <a:cubicBezTo>
                    <a:pt x="0" y="1952"/>
                    <a:pt x="17" y="2049"/>
                    <a:pt x="87" y="2098"/>
                  </a:cubicBezTo>
                  <a:cubicBezTo>
                    <a:pt x="114" y="2118"/>
                    <a:pt x="146" y="2128"/>
                    <a:pt x="176" y="2128"/>
                  </a:cubicBezTo>
                  <a:cubicBezTo>
                    <a:pt x="224" y="2128"/>
                    <a:pt x="273" y="2103"/>
                    <a:pt x="303" y="2061"/>
                  </a:cubicBezTo>
                  <a:lnTo>
                    <a:pt x="1582" y="245"/>
                  </a:lnTo>
                  <a:cubicBezTo>
                    <a:pt x="1632" y="175"/>
                    <a:pt x="1615" y="79"/>
                    <a:pt x="1545" y="29"/>
                  </a:cubicBezTo>
                  <a:cubicBezTo>
                    <a:pt x="1517" y="10"/>
                    <a:pt x="1486" y="1"/>
                    <a:pt x="145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3"/>
            <p:cNvSpPr/>
            <p:nvPr/>
          </p:nvSpPr>
          <p:spPr>
            <a:xfrm flipH="1" rot="986380">
              <a:off x="2759875" y="960140"/>
              <a:ext cx="28549" cy="35749"/>
            </a:xfrm>
            <a:custGeom>
              <a:rect b="b" l="l" r="r" t="t"/>
              <a:pathLst>
                <a:path extrusionOk="0" h="1430" w="1142">
                  <a:moveTo>
                    <a:pt x="965" y="1"/>
                  </a:moveTo>
                  <a:cubicBezTo>
                    <a:pt x="916" y="1"/>
                    <a:pt x="869" y="23"/>
                    <a:pt x="839" y="66"/>
                  </a:cubicBezTo>
                  <a:lnTo>
                    <a:pt x="50" y="1185"/>
                  </a:lnTo>
                  <a:cubicBezTo>
                    <a:pt x="0" y="1253"/>
                    <a:pt x="19" y="1351"/>
                    <a:pt x="89" y="1401"/>
                  </a:cubicBezTo>
                  <a:cubicBezTo>
                    <a:pt x="115" y="1421"/>
                    <a:pt x="147" y="1429"/>
                    <a:pt x="177" y="1429"/>
                  </a:cubicBezTo>
                  <a:cubicBezTo>
                    <a:pt x="227" y="1429"/>
                    <a:pt x="276" y="1406"/>
                    <a:pt x="305" y="1363"/>
                  </a:cubicBezTo>
                  <a:lnTo>
                    <a:pt x="1092" y="245"/>
                  </a:lnTo>
                  <a:cubicBezTo>
                    <a:pt x="1142" y="175"/>
                    <a:pt x="1125" y="79"/>
                    <a:pt x="1055"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3"/>
            <p:cNvSpPr/>
            <p:nvPr/>
          </p:nvSpPr>
          <p:spPr>
            <a:xfrm flipH="1" rot="986380">
              <a:off x="2742158" y="966124"/>
              <a:ext cx="28574" cy="35749"/>
            </a:xfrm>
            <a:custGeom>
              <a:rect b="b" l="l" r="r" t="t"/>
              <a:pathLst>
                <a:path extrusionOk="0" h="1430" w="1143">
                  <a:moveTo>
                    <a:pt x="965" y="1"/>
                  </a:moveTo>
                  <a:cubicBezTo>
                    <a:pt x="917" y="1"/>
                    <a:pt x="869" y="23"/>
                    <a:pt x="838" y="66"/>
                  </a:cubicBezTo>
                  <a:lnTo>
                    <a:pt x="51" y="1185"/>
                  </a:lnTo>
                  <a:cubicBezTo>
                    <a:pt x="1" y="1253"/>
                    <a:pt x="18" y="1351"/>
                    <a:pt x="88" y="1401"/>
                  </a:cubicBezTo>
                  <a:cubicBezTo>
                    <a:pt x="115" y="1421"/>
                    <a:pt x="147" y="1429"/>
                    <a:pt x="178" y="1429"/>
                  </a:cubicBezTo>
                  <a:cubicBezTo>
                    <a:pt x="225" y="1429"/>
                    <a:pt x="274" y="1406"/>
                    <a:pt x="304" y="1363"/>
                  </a:cubicBezTo>
                  <a:lnTo>
                    <a:pt x="1092" y="245"/>
                  </a:lnTo>
                  <a:cubicBezTo>
                    <a:pt x="1142" y="175"/>
                    <a:pt x="1124" y="79"/>
                    <a:pt x="1054"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3"/>
            <p:cNvSpPr/>
            <p:nvPr/>
          </p:nvSpPr>
          <p:spPr>
            <a:xfrm flipH="1" rot="986380">
              <a:off x="2654344" y="973831"/>
              <a:ext cx="40849" cy="53199"/>
            </a:xfrm>
            <a:custGeom>
              <a:rect b="b" l="l" r="r" t="t"/>
              <a:pathLst>
                <a:path extrusionOk="0" h="2128" w="1634">
                  <a:moveTo>
                    <a:pt x="1457" y="1"/>
                  </a:moveTo>
                  <a:cubicBezTo>
                    <a:pt x="1408" y="1"/>
                    <a:pt x="1360" y="23"/>
                    <a:pt x="1330" y="66"/>
                  </a:cubicBezTo>
                  <a:lnTo>
                    <a:pt x="51" y="1882"/>
                  </a:lnTo>
                  <a:cubicBezTo>
                    <a:pt x="1" y="1952"/>
                    <a:pt x="19" y="2049"/>
                    <a:pt x="88" y="2098"/>
                  </a:cubicBezTo>
                  <a:cubicBezTo>
                    <a:pt x="115" y="2118"/>
                    <a:pt x="146" y="2128"/>
                    <a:pt x="178" y="2128"/>
                  </a:cubicBezTo>
                  <a:cubicBezTo>
                    <a:pt x="226" y="2128"/>
                    <a:pt x="274" y="2104"/>
                    <a:pt x="305" y="2061"/>
                  </a:cubicBezTo>
                  <a:lnTo>
                    <a:pt x="1584" y="245"/>
                  </a:lnTo>
                  <a:cubicBezTo>
                    <a:pt x="1634" y="175"/>
                    <a:pt x="1615" y="79"/>
                    <a:pt x="1545" y="29"/>
                  </a:cubicBezTo>
                  <a:cubicBezTo>
                    <a:pt x="1519"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3"/>
            <p:cNvSpPr/>
            <p:nvPr/>
          </p:nvSpPr>
          <p:spPr>
            <a:xfrm flipH="1" rot="986380">
              <a:off x="2702601" y="979527"/>
              <a:ext cx="28574" cy="35724"/>
            </a:xfrm>
            <a:custGeom>
              <a:rect b="b" l="l" r="r" t="t"/>
              <a:pathLst>
                <a:path extrusionOk="0" h="1429" w="1143">
                  <a:moveTo>
                    <a:pt x="967" y="0"/>
                  </a:moveTo>
                  <a:cubicBezTo>
                    <a:pt x="917" y="0"/>
                    <a:pt x="869" y="23"/>
                    <a:pt x="838" y="66"/>
                  </a:cubicBezTo>
                  <a:lnTo>
                    <a:pt x="51" y="1183"/>
                  </a:lnTo>
                  <a:cubicBezTo>
                    <a:pt x="1" y="1253"/>
                    <a:pt x="19" y="1350"/>
                    <a:pt x="88" y="1400"/>
                  </a:cubicBezTo>
                  <a:cubicBezTo>
                    <a:pt x="115" y="1419"/>
                    <a:pt x="148" y="1429"/>
                    <a:pt x="178" y="1429"/>
                  </a:cubicBezTo>
                  <a:cubicBezTo>
                    <a:pt x="227" y="1429"/>
                    <a:pt x="274" y="1407"/>
                    <a:pt x="305" y="1362"/>
                  </a:cubicBezTo>
                  <a:lnTo>
                    <a:pt x="1092" y="244"/>
                  </a:lnTo>
                  <a:cubicBezTo>
                    <a:pt x="1142" y="174"/>
                    <a:pt x="1124" y="77"/>
                    <a:pt x="1055" y="27"/>
                  </a:cubicBezTo>
                  <a:cubicBezTo>
                    <a:pt x="1028" y="9"/>
                    <a:pt x="997" y="0"/>
                    <a:pt x="96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3"/>
            <p:cNvSpPr/>
            <p:nvPr/>
          </p:nvSpPr>
          <p:spPr>
            <a:xfrm flipH="1" rot="986380">
              <a:off x="2684933" y="985514"/>
              <a:ext cx="28524" cy="35724"/>
            </a:xfrm>
            <a:custGeom>
              <a:rect b="b" l="l" r="r" t="t"/>
              <a:pathLst>
                <a:path extrusionOk="0" h="1429" w="1141">
                  <a:moveTo>
                    <a:pt x="964" y="1"/>
                  </a:moveTo>
                  <a:cubicBezTo>
                    <a:pt x="916" y="1"/>
                    <a:pt x="868" y="23"/>
                    <a:pt x="838" y="66"/>
                  </a:cubicBezTo>
                  <a:lnTo>
                    <a:pt x="49" y="1185"/>
                  </a:lnTo>
                  <a:cubicBezTo>
                    <a:pt x="0" y="1253"/>
                    <a:pt x="17" y="1350"/>
                    <a:pt x="87" y="1400"/>
                  </a:cubicBezTo>
                  <a:cubicBezTo>
                    <a:pt x="115" y="1420"/>
                    <a:pt x="146" y="1429"/>
                    <a:pt x="176" y="1429"/>
                  </a:cubicBezTo>
                  <a:cubicBezTo>
                    <a:pt x="225" y="1429"/>
                    <a:pt x="273" y="1406"/>
                    <a:pt x="303" y="1363"/>
                  </a:cubicBezTo>
                  <a:lnTo>
                    <a:pt x="1090" y="244"/>
                  </a:lnTo>
                  <a:cubicBezTo>
                    <a:pt x="1140" y="174"/>
                    <a:pt x="1123" y="79"/>
                    <a:pt x="1053" y="29"/>
                  </a:cubicBezTo>
                  <a:cubicBezTo>
                    <a:pt x="1026" y="10"/>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3"/>
            <p:cNvSpPr/>
            <p:nvPr/>
          </p:nvSpPr>
          <p:spPr>
            <a:xfrm flipH="1" rot="986380">
              <a:off x="2597119" y="993221"/>
              <a:ext cx="40799" cy="53174"/>
            </a:xfrm>
            <a:custGeom>
              <a:rect b="b" l="l" r="r" t="t"/>
              <a:pathLst>
                <a:path extrusionOk="0" h="2127" w="1632">
                  <a:moveTo>
                    <a:pt x="1457" y="0"/>
                  </a:moveTo>
                  <a:cubicBezTo>
                    <a:pt x="1408" y="0"/>
                    <a:pt x="1360" y="23"/>
                    <a:pt x="1329" y="66"/>
                  </a:cubicBezTo>
                  <a:lnTo>
                    <a:pt x="50" y="1882"/>
                  </a:lnTo>
                  <a:cubicBezTo>
                    <a:pt x="0" y="1952"/>
                    <a:pt x="17" y="2048"/>
                    <a:pt x="87" y="2098"/>
                  </a:cubicBezTo>
                  <a:cubicBezTo>
                    <a:pt x="115" y="2118"/>
                    <a:pt x="146" y="2126"/>
                    <a:pt x="177" y="2126"/>
                  </a:cubicBezTo>
                  <a:cubicBezTo>
                    <a:pt x="225" y="2126"/>
                    <a:pt x="273" y="2103"/>
                    <a:pt x="303" y="2060"/>
                  </a:cubicBezTo>
                  <a:lnTo>
                    <a:pt x="1582" y="244"/>
                  </a:lnTo>
                  <a:cubicBezTo>
                    <a:pt x="1632" y="174"/>
                    <a:pt x="1615" y="77"/>
                    <a:pt x="1545" y="27"/>
                  </a:cubicBezTo>
                  <a:cubicBezTo>
                    <a:pt x="1518" y="9"/>
                    <a:pt x="1487"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3"/>
            <p:cNvSpPr/>
            <p:nvPr/>
          </p:nvSpPr>
          <p:spPr>
            <a:xfrm flipH="1" rot="986380">
              <a:off x="2645389" y="998951"/>
              <a:ext cx="28549" cy="35724"/>
            </a:xfrm>
            <a:custGeom>
              <a:rect b="b" l="l" r="r" t="t"/>
              <a:pathLst>
                <a:path extrusionOk="0" h="1429" w="1142">
                  <a:moveTo>
                    <a:pt x="966" y="0"/>
                  </a:moveTo>
                  <a:cubicBezTo>
                    <a:pt x="917" y="0"/>
                    <a:pt x="869" y="23"/>
                    <a:pt x="838" y="66"/>
                  </a:cubicBezTo>
                  <a:lnTo>
                    <a:pt x="49" y="1183"/>
                  </a:lnTo>
                  <a:cubicBezTo>
                    <a:pt x="1" y="1253"/>
                    <a:pt x="18" y="1350"/>
                    <a:pt x="88" y="1400"/>
                  </a:cubicBezTo>
                  <a:cubicBezTo>
                    <a:pt x="114" y="1419"/>
                    <a:pt x="147" y="1429"/>
                    <a:pt x="177" y="1429"/>
                  </a:cubicBezTo>
                  <a:cubicBezTo>
                    <a:pt x="225" y="1429"/>
                    <a:pt x="274" y="1405"/>
                    <a:pt x="304" y="1362"/>
                  </a:cubicBezTo>
                  <a:lnTo>
                    <a:pt x="1091" y="244"/>
                  </a:lnTo>
                  <a:cubicBezTo>
                    <a:pt x="1141" y="174"/>
                    <a:pt x="1124" y="77"/>
                    <a:pt x="1054" y="27"/>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3"/>
            <p:cNvSpPr/>
            <p:nvPr/>
          </p:nvSpPr>
          <p:spPr>
            <a:xfrm flipH="1" rot="986380">
              <a:off x="2627706" y="1004893"/>
              <a:ext cx="28574" cy="35749"/>
            </a:xfrm>
            <a:custGeom>
              <a:rect b="b" l="l" r="r" t="t"/>
              <a:pathLst>
                <a:path extrusionOk="0" h="1430" w="1143">
                  <a:moveTo>
                    <a:pt x="967" y="1"/>
                  </a:moveTo>
                  <a:cubicBezTo>
                    <a:pt x="918" y="1"/>
                    <a:pt x="869" y="23"/>
                    <a:pt x="838" y="66"/>
                  </a:cubicBezTo>
                  <a:lnTo>
                    <a:pt x="51" y="1184"/>
                  </a:lnTo>
                  <a:cubicBezTo>
                    <a:pt x="1" y="1254"/>
                    <a:pt x="20" y="1351"/>
                    <a:pt x="88" y="1401"/>
                  </a:cubicBezTo>
                  <a:cubicBezTo>
                    <a:pt x="115" y="1420"/>
                    <a:pt x="147" y="1430"/>
                    <a:pt x="178" y="1430"/>
                  </a:cubicBezTo>
                  <a:cubicBezTo>
                    <a:pt x="227" y="1430"/>
                    <a:pt x="274" y="1405"/>
                    <a:pt x="305" y="1362"/>
                  </a:cubicBezTo>
                  <a:lnTo>
                    <a:pt x="1093" y="245"/>
                  </a:lnTo>
                  <a:cubicBezTo>
                    <a:pt x="1143" y="175"/>
                    <a:pt x="1124" y="78"/>
                    <a:pt x="1055" y="28"/>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3"/>
            <p:cNvSpPr/>
            <p:nvPr/>
          </p:nvSpPr>
          <p:spPr>
            <a:xfrm flipH="1" rot="986380">
              <a:off x="2539896" y="1012600"/>
              <a:ext cx="40849" cy="53174"/>
            </a:xfrm>
            <a:custGeom>
              <a:rect b="b" l="l" r="r" t="t"/>
              <a:pathLst>
                <a:path extrusionOk="0" h="2127" w="1634">
                  <a:moveTo>
                    <a:pt x="1458" y="1"/>
                  </a:moveTo>
                  <a:cubicBezTo>
                    <a:pt x="1409" y="1"/>
                    <a:pt x="1360" y="23"/>
                    <a:pt x="1330" y="65"/>
                  </a:cubicBezTo>
                  <a:lnTo>
                    <a:pt x="51" y="1882"/>
                  </a:lnTo>
                  <a:cubicBezTo>
                    <a:pt x="1" y="1952"/>
                    <a:pt x="19" y="2048"/>
                    <a:pt x="88" y="2098"/>
                  </a:cubicBezTo>
                  <a:cubicBezTo>
                    <a:pt x="115" y="2118"/>
                    <a:pt x="148" y="2127"/>
                    <a:pt x="178" y="2127"/>
                  </a:cubicBezTo>
                  <a:cubicBezTo>
                    <a:pt x="227" y="2127"/>
                    <a:pt x="275" y="2104"/>
                    <a:pt x="305" y="2061"/>
                  </a:cubicBezTo>
                  <a:lnTo>
                    <a:pt x="1584" y="244"/>
                  </a:lnTo>
                  <a:cubicBezTo>
                    <a:pt x="1634" y="175"/>
                    <a:pt x="1615" y="78"/>
                    <a:pt x="1547" y="28"/>
                  </a:cubicBezTo>
                  <a:cubicBezTo>
                    <a:pt x="1520" y="10"/>
                    <a:pt x="1489" y="1"/>
                    <a:pt x="1458"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3"/>
            <p:cNvSpPr/>
            <p:nvPr/>
          </p:nvSpPr>
          <p:spPr>
            <a:xfrm flipH="1" rot="986380">
              <a:off x="2588143" y="1018320"/>
              <a:ext cx="28574" cy="35724"/>
            </a:xfrm>
            <a:custGeom>
              <a:rect b="b" l="l" r="r" t="t"/>
              <a:pathLst>
                <a:path extrusionOk="0" h="1429" w="1143">
                  <a:moveTo>
                    <a:pt x="966" y="1"/>
                  </a:moveTo>
                  <a:cubicBezTo>
                    <a:pt x="917" y="1"/>
                    <a:pt x="869" y="23"/>
                    <a:pt x="840" y="65"/>
                  </a:cubicBezTo>
                  <a:lnTo>
                    <a:pt x="51" y="1184"/>
                  </a:lnTo>
                  <a:cubicBezTo>
                    <a:pt x="1" y="1254"/>
                    <a:pt x="19" y="1350"/>
                    <a:pt x="89" y="1400"/>
                  </a:cubicBezTo>
                  <a:cubicBezTo>
                    <a:pt x="115" y="1420"/>
                    <a:pt x="148" y="1428"/>
                    <a:pt x="178" y="1428"/>
                  </a:cubicBezTo>
                  <a:cubicBezTo>
                    <a:pt x="227" y="1428"/>
                    <a:pt x="275" y="1405"/>
                    <a:pt x="305" y="1362"/>
                  </a:cubicBezTo>
                  <a:lnTo>
                    <a:pt x="1093" y="244"/>
                  </a:lnTo>
                  <a:cubicBezTo>
                    <a:pt x="1143" y="175"/>
                    <a:pt x="1125" y="78"/>
                    <a:pt x="1055"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3"/>
            <p:cNvSpPr/>
            <p:nvPr/>
          </p:nvSpPr>
          <p:spPr>
            <a:xfrm flipH="1" rot="986380">
              <a:off x="2570509" y="1024291"/>
              <a:ext cx="28524" cy="35699"/>
            </a:xfrm>
            <a:custGeom>
              <a:rect b="b" l="l" r="r" t="t"/>
              <a:pathLst>
                <a:path extrusionOk="0" h="1428" w="1141">
                  <a:moveTo>
                    <a:pt x="964" y="1"/>
                  </a:moveTo>
                  <a:cubicBezTo>
                    <a:pt x="916" y="1"/>
                    <a:pt x="868" y="23"/>
                    <a:pt x="837" y="65"/>
                  </a:cubicBezTo>
                  <a:lnTo>
                    <a:pt x="50" y="1183"/>
                  </a:lnTo>
                  <a:cubicBezTo>
                    <a:pt x="0" y="1254"/>
                    <a:pt x="17" y="1349"/>
                    <a:pt x="87" y="1399"/>
                  </a:cubicBezTo>
                  <a:cubicBezTo>
                    <a:pt x="114" y="1419"/>
                    <a:pt x="146" y="1428"/>
                    <a:pt x="176" y="1428"/>
                  </a:cubicBezTo>
                  <a:cubicBezTo>
                    <a:pt x="224" y="1428"/>
                    <a:pt x="273" y="1406"/>
                    <a:pt x="303" y="1362"/>
                  </a:cubicBezTo>
                  <a:lnTo>
                    <a:pt x="1090" y="243"/>
                  </a:lnTo>
                  <a:cubicBezTo>
                    <a:pt x="1140" y="175"/>
                    <a:pt x="1123" y="78"/>
                    <a:pt x="1053" y="28"/>
                  </a:cubicBezTo>
                  <a:cubicBezTo>
                    <a:pt x="1026" y="9"/>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3"/>
            <p:cNvSpPr/>
            <p:nvPr/>
          </p:nvSpPr>
          <p:spPr>
            <a:xfrm flipH="1" rot="986380">
              <a:off x="2482695" y="1031976"/>
              <a:ext cx="40824" cy="53199"/>
            </a:xfrm>
            <a:custGeom>
              <a:rect b="b" l="l" r="r" t="t"/>
              <a:pathLst>
                <a:path extrusionOk="0" h="2128" w="1633">
                  <a:moveTo>
                    <a:pt x="1456" y="0"/>
                  </a:moveTo>
                  <a:cubicBezTo>
                    <a:pt x="1408" y="0"/>
                    <a:pt x="1360" y="23"/>
                    <a:pt x="1330" y="66"/>
                  </a:cubicBezTo>
                  <a:lnTo>
                    <a:pt x="51" y="1883"/>
                  </a:lnTo>
                  <a:cubicBezTo>
                    <a:pt x="1" y="1952"/>
                    <a:pt x="18" y="2049"/>
                    <a:pt x="88" y="2099"/>
                  </a:cubicBezTo>
                  <a:cubicBezTo>
                    <a:pt x="115" y="2119"/>
                    <a:pt x="147" y="2127"/>
                    <a:pt x="178" y="2127"/>
                  </a:cubicBezTo>
                  <a:cubicBezTo>
                    <a:pt x="228" y="2127"/>
                    <a:pt x="274" y="2103"/>
                    <a:pt x="304" y="2062"/>
                  </a:cubicBezTo>
                  <a:lnTo>
                    <a:pt x="1583" y="244"/>
                  </a:lnTo>
                  <a:cubicBezTo>
                    <a:pt x="1633" y="174"/>
                    <a:pt x="1615" y="79"/>
                    <a:pt x="1545" y="29"/>
                  </a:cubicBezTo>
                  <a:cubicBezTo>
                    <a:pt x="1518" y="10"/>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3"/>
            <p:cNvSpPr/>
            <p:nvPr/>
          </p:nvSpPr>
          <p:spPr>
            <a:xfrm flipH="1" rot="986380">
              <a:off x="2530921" y="1037692"/>
              <a:ext cx="28574" cy="35724"/>
            </a:xfrm>
            <a:custGeom>
              <a:rect b="b" l="l" r="r" t="t"/>
              <a:pathLst>
                <a:path extrusionOk="0" h="1429" w="1143">
                  <a:moveTo>
                    <a:pt x="965" y="1"/>
                  </a:moveTo>
                  <a:cubicBezTo>
                    <a:pt x="917" y="1"/>
                    <a:pt x="869" y="23"/>
                    <a:pt x="838" y="66"/>
                  </a:cubicBezTo>
                  <a:lnTo>
                    <a:pt x="51" y="1185"/>
                  </a:lnTo>
                  <a:cubicBezTo>
                    <a:pt x="1" y="1253"/>
                    <a:pt x="18" y="1350"/>
                    <a:pt x="88" y="1400"/>
                  </a:cubicBezTo>
                  <a:cubicBezTo>
                    <a:pt x="115" y="1420"/>
                    <a:pt x="147" y="1429"/>
                    <a:pt x="178" y="1429"/>
                  </a:cubicBezTo>
                  <a:cubicBezTo>
                    <a:pt x="225" y="1429"/>
                    <a:pt x="274" y="1406"/>
                    <a:pt x="304" y="1363"/>
                  </a:cubicBezTo>
                  <a:lnTo>
                    <a:pt x="1093" y="244"/>
                  </a:lnTo>
                  <a:cubicBezTo>
                    <a:pt x="1143" y="174"/>
                    <a:pt x="1124" y="79"/>
                    <a:pt x="1054"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3"/>
            <p:cNvSpPr/>
            <p:nvPr/>
          </p:nvSpPr>
          <p:spPr>
            <a:xfrm flipH="1" rot="986380">
              <a:off x="2513249" y="1043708"/>
              <a:ext cx="28549" cy="35699"/>
            </a:xfrm>
            <a:custGeom>
              <a:rect b="b" l="l" r="r" t="t"/>
              <a:pathLst>
                <a:path extrusionOk="0" h="1428" w="1142">
                  <a:moveTo>
                    <a:pt x="965" y="1"/>
                  </a:moveTo>
                  <a:cubicBezTo>
                    <a:pt x="916" y="1"/>
                    <a:pt x="868" y="23"/>
                    <a:pt x="837" y="65"/>
                  </a:cubicBezTo>
                  <a:lnTo>
                    <a:pt x="50" y="1184"/>
                  </a:lnTo>
                  <a:cubicBezTo>
                    <a:pt x="0" y="1254"/>
                    <a:pt x="19" y="1349"/>
                    <a:pt x="87" y="1399"/>
                  </a:cubicBezTo>
                  <a:cubicBezTo>
                    <a:pt x="114" y="1419"/>
                    <a:pt x="147" y="1428"/>
                    <a:pt x="177" y="1428"/>
                  </a:cubicBezTo>
                  <a:cubicBezTo>
                    <a:pt x="226" y="1428"/>
                    <a:pt x="274" y="1405"/>
                    <a:pt x="304" y="1362"/>
                  </a:cubicBezTo>
                  <a:lnTo>
                    <a:pt x="1092" y="243"/>
                  </a:lnTo>
                  <a:cubicBezTo>
                    <a:pt x="1142" y="175"/>
                    <a:pt x="1123" y="78"/>
                    <a:pt x="1055" y="28"/>
                  </a:cubicBezTo>
                  <a:cubicBezTo>
                    <a:pt x="1027" y="9"/>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3"/>
            <p:cNvSpPr/>
            <p:nvPr/>
          </p:nvSpPr>
          <p:spPr>
            <a:xfrm flipH="1" rot="986380">
              <a:off x="2425414" y="1051383"/>
              <a:ext cx="40824" cy="53174"/>
            </a:xfrm>
            <a:custGeom>
              <a:rect b="b" l="l" r="r" t="t"/>
              <a:pathLst>
                <a:path extrusionOk="0" h="2127" w="1633">
                  <a:moveTo>
                    <a:pt x="1456" y="1"/>
                  </a:moveTo>
                  <a:cubicBezTo>
                    <a:pt x="1407" y="1"/>
                    <a:pt x="1360" y="23"/>
                    <a:pt x="1329" y="66"/>
                  </a:cubicBezTo>
                  <a:lnTo>
                    <a:pt x="50" y="1880"/>
                  </a:lnTo>
                  <a:cubicBezTo>
                    <a:pt x="0" y="1950"/>
                    <a:pt x="18" y="2048"/>
                    <a:pt x="88" y="2098"/>
                  </a:cubicBezTo>
                  <a:cubicBezTo>
                    <a:pt x="115" y="2116"/>
                    <a:pt x="146" y="2126"/>
                    <a:pt x="176" y="2126"/>
                  </a:cubicBezTo>
                  <a:cubicBezTo>
                    <a:pt x="225" y="2126"/>
                    <a:pt x="273" y="2102"/>
                    <a:pt x="303" y="2059"/>
                  </a:cubicBezTo>
                  <a:lnTo>
                    <a:pt x="1582" y="244"/>
                  </a:lnTo>
                  <a:cubicBezTo>
                    <a:pt x="1632" y="174"/>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3"/>
            <p:cNvSpPr/>
            <p:nvPr/>
          </p:nvSpPr>
          <p:spPr>
            <a:xfrm flipH="1" rot="986380">
              <a:off x="2473715" y="1057096"/>
              <a:ext cx="28574" cy="35724"/>
            </a:xfrm>
            <a:custGeom>
              <a:rect b="b" l="l" r="r" t="t"/>
              <a:pathLst>
                <a:path extrusionOk="0" h="1429" w="1143">
                  <a:moveTo>
                    <a:pt x="966" y="0"/>
                  </a:moveTo>
                  <a:cubicBezTo>
                    <a:pt x="917" y="0"/>
                    <a:pt x="870" y="23"/>
                    <a:pt x="839" y="65"/>
                  </a:cubicBezTo>
                  <a:lnTo>
                    <a:pt x="51" y="1183"/>
                  </a:lnTo>
                  <a:cubicBezTo>
                    <a:pt x="1" y="1253"/>
                    <a:pt x="19" y="1350"/>
                    <a:pt x="89" y="1400"/>
                  </a:cubicBezTo>
                  <a:cubicBezTo>
                    <a:pt x="115" y="1419"/>
                    <a:pt x="148" y="1429"/>
                    <a:pt x="178" y="1429"/>
                  </a:cubicBezTo>
                  <a:cubicBezTo>
                    <a:pt x="228" y="1429"/>
                    <a:pt x="275" y="1406"/>
                    <a:pt x="305" y="1361"/>
                  </a:cubicBezTo>
                  <a:lnTo>
                    <a:pt x="1092" y="244"/>
                  </a:lnTo>
                  <a:cubicBezTo>
                    <a:pt x="1142" y="174"/>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3"/>
            <p:cNvSpPr/>
            <p:nvPr/>
          </p:nvSpPr>
          <p:spPr>
            <a:xfrm flipH="1" rot="986380">
              <a:off x="2456023" y="1063080"/>
              <a:ext cx="28549" cy="35724"/>
            </a:xfrm>
            <a:custGeom>
              <a:rect b="b" l="l" r="r" t="t"/>
              <a:pathLst>
                <a:path extrusionOk="0" h="1429" w="1142">
                  <a:moveTo>
                    <a:pt x="965" y="0"/>
                  </a:moveTo>
                  <a:cubicBezTo>
                    <a:pt x="916" y="0"/>
                    <a:pt x="868" y="23"/>
                    <a:pt x="837" y="66"/>
                  </a:cubicBezTo>
                  <a:lnTo>
                    <a:pt x="50" y="1184"/>
                  </a:lnTo>
                  <a:cubicBezTo>
                    <a:pt x="0" y="1253"/>
                    <a:pt x="17" y="1350"/>
                    <a:pt x="87" y="1400"/>
                  </a:cubicBezTo>
                  <a:cubicBezTo>
                    <a:pt x="114" y="1420"/>
                    <a:pt x="146" y="1429"/>
                    <a:pt x="177" y="1429"/>
                  </a:cubicBezTo>
                  <a:cubicBezTo>
                    <a:pt x="224" y="1429"/>
                    <a:pt x="273" y="1406"/>
                    <a:pt x="303" y="1363"/>
                  </a:cubicBezTo>
                  <a:lnTo>
                    <a:pt x="1092" y="244"/>
                  </a:lnTo>
                  <a:cubicBezTo>
                    <a:pt x="1142" y="174"/>
                    <a:pt x="1123" y="78"/>
                    <a:pt x="1053" y="28"/>
                  </a:cubicBezTo>
                  <a:cubicBezTo>
                    <a:pt x="1026" y="9"/>
                    <a:pt x="995"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3"/>
            <p:cNvSpPr/>
            <p:nvPr/>
          </p:nvSpPr>
          <p:spPr>
            <a:xfrm flipH="1" rot="986380">
              <a:off x="2904871" y="696361"/>
              <a:ext cx="32624" cy="41524"/>
            </a:xfrm>
            <a:custGeom>
              <a:rect b="b" l="l" r="r" t="t"/>
              <a:pathLst>
                <a:path extrusionOk="0" h="1661" w="1305">
                  <a:moveTo>
                    <a:pt x="1129" y="0"/>
                  </a:moveTo>
                  <a:cubicBezTo>
                    <a:pt x="1081" y="0"/>
                    <a:pt x="1033" y="23"/>
                    <a:pt x="1002" y="66"/>
                  </a:cubicBezTo>
                  <a:lnTo>
                    <a:pt x="49" y="1416"/>
                  </a:lnTo>
                  <a:cubicBezTo>
                    <a:pt x="0" y="1485"/>
                    <a:pt x="17" y="1582"/>
                    <a:pt x="87" y="1632"/>
                  </a:cubicBezTo>
                  <a:cubicBezTo>
                    <a:pt x="114" y="1652"/>
                    <a:pt x="146" y="1660"/>
                    <a:pt x="176" y="1660"/>
                  </a:cubicBezTo>
                  <a:cubicBezTo>
                    <a:pt x="225" y="1660"/>
                    <a:pt x="273" y="1638"/>
                    <a:pt x="303" y="1595"/>
                  </a:cubicBezTo>
                  <a:lnTo>
                    <a:pt x="1255" y="244"/>
                  </a:lnTo>
                  <a:cubicBezTo>
                    <a:pt x="1305" y="174"/>
                    <a:pt x="1288" y="77"/>
                    <a:pt x="1218" y="27"/>
                  </a:cubicBezTo>
                  <a:cubicBezTo>
                    <a:pt x="1191" y="9"/>
                    <a:pt x="1160" y="0"/>
                    <a:pt x="1129"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3"/>
            <p:cNvSpPr/>
            <p:nvPr/>
          </p:nvSpPr>
          <p:spPr>
            <a:xfrm flipH="1" rot="986380">
              <a:off x="2899878" y="701319"/>
              <a:ext cx="42674" cy="31574"/>
            </a:xfrm>
            <a:custGeom>
              <a:rect b="b" l="l" r="r" t="t"/>
              <a:pathLst>
                <a:path extrusionOk="0" h="1263" w="1707">
                  <a:moveTo>
                    <a:pt x="179" y="1"/>
                  </a:moveTo>
                  <a:cubicBezTo>
                    <a:pt x="130" y="1"/>
                    <a:pt x="81" y="23"/>
                    <a:pt x="51" y="66"/>
                  </a:cubicBezTo>
                  <a:cubicBezTo>
                    <a:pt x="1" y="135"/>
                    <a:pt x="19" y="232"/>
                    <a:pt x="89" y="282"/>
                  </a:cubicBezTo>
                  <a:lnTo>
                    <a:pt x="1441" y="1234"/>
                  </a:lnTo>
                  <a:cubicBezTo>
                    <a:pt x="1468" y="1254"/>
                    <a:pt x="1500" y="1262"/>
                    <a:pt x="1531" y="1262"/>
                  </a:cubicBezTo>
                  <a:cubicBezTo>
                    <a:pt x="1578" y="1262"/>
                    <a:pt x="1627" y="1239"/>
                    <a:pt x="1657" y="1197"/>
                  </a:cubicBezTo>
                  <a:cubicBezTo>
                    <a:pt x="1707" y="1127"/>
                    <a:pt x="1690" y="1029"/>
                    <a:pt x="1620" y="979"/>
                  </a:cubicBezTo>
                  <a:lnTo>
                    <a:pt x="268" y="28"/>
                  </a:lnTo>
                  <a:cubicBezTo>
                    <a:pt x="241" y="10"/>
                    <a:pt x="210" y="1"/>
                    <a:pt x="179"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8" name="Google Shape;3618;p53"/>
          <p:cNvGrpSpPr/>
          <p:nvPr/>
        </p:nvGrpSpPr>
        <p:grpSpPr>
          <a:xfrm>
            <a:off x="8423988" y="918375"/>
            <a:ext cx="373125" cy="345125"/>
            <a:chOff x="8271588" y="765975"/>
            <a:chExt cx="373125" cy="345125"/>
          </a:xfrm>
        </p:grpSpPr>
        <p:sp>
          <p:nvSpPr>
            <p:cNvPr id="3619" name="Google Shape;3619;p53"/>
            <p:cNvSpPr/>
            <p:nvPr/>
          </p:nvSpPr>
          <p:spPr>
            <a:xfrm>
              <a:off x="8271588" y="770375"/>
              <a:ext cx="348950" cy="339000"/>
            </a:xfrm>
            <a:custGeom>
              <a:rect b="b" l="l" r="r" t="t"/>
              <a:pathLst>
                <a:path extrusionOk="0" h="13560" w="13958">
                  <a:moveTo>
                    <a:pt x="6643" y="0"/>
                  </a:moveTo>
                  <a:lnTo>
                    <a:pt x="4775" y="4514"/>
                  </a:lnTo>
                  <a:lnTo>
                    <a:pt x="0" y="5533"/>
                  </a:lnTo>
                  <a:lnTo>
                    <a:pt x="3714" y="8705"/>
                  </a:lnTo>
                  <a:lnTo>
                    <a:pt x="3207" y="13560"/>
                  </a:lnTo>
                  <a:lnTo>
                    <a:pt x="3207" y="13560"/>
                  </a:lnTo>
                  <a:lnTo>
                    <a:pt x="7370" y="11008"/>
                  </a:lnTo>
                  <a:lnTo>
                    <a:pt x="11834" y="12991"/>
                  </a:lnTo>
                  <a:lnTo>
                    <a:pt x="10692" y="8242"/>
                  </a:lnTo>
                  <a:lnTo>
                    <a:pt x="13957" y="4611"/>
                  </a:lnTo>
                  <a:lnTo>
                    <a:pt x="9088" y="4228"/>
                  </a:lnTo>
                  <a:lnTo>
                    <a:pt x="664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3"/>
            <p:cNvSpPr/>
            <p:nvPr/>
          </p:nvSpPr>
          <p:spPr>
            <a:xfrm>
              <a:off x="8289238" y="765975"/>
              <a:ext cx="355475" cy="345125"/>
            </a:xfrm>
            <a:custGeom>
              <a:rect b="b" l="l" r="r" t="t"/>
              <a:pathLst>
                <a:path extrusionOk="0" h="13805" w="14219">
                  <a:moveTo>
                    <a:pt x="6786" y="398"/>
                  </a:moveTo>
                  <a:lnTo>
                    <a:pt x="9108" y="4411"/>
                  </a:lnTo>
                  <a:cubicBezTo>
                    <a:pt x="9128" y="4447"/>
                    <a:pt x="9165" y="4469"/>
                    <a:pt x="9203" y="4473"/>
                  </a:cubicBezTo>
                  <a:lnTo>
                    <a:pt x="13825" y="4834"/>
                  </a:lnTo>
                  <a:lnTo>
                    <a:pt x="10728" y="8282"/>
                  </a:lnTo>
                  <a:cubicBezTo>
                    <a:pt x="10699" y="8312"/>
                    <a:pt x="10689" y="8354"/>
                    <a:pt x="10699" y="8392"/>
                  </a:cubicBezTo>
                  <a:lnTo>
                    <a:pt x="11782" y="12900"/>
                  </a:lnTo>
                  <a:lnTo>
                    <a:pt x="7546" y="11018"/>
                  </a:lnTo>
                  <a:cubicBezTo>
                    <a:pt x="7530" y="11011"/>
                    <a:pt x="7513" y="11008"/>
                    <a:pt x="7496" y="11008"/>
                  </a:cubicBezTo>
                  <a:cubicBezTo>
                    <a:pt x="7474" y="11008"/>
                    <a:pt x="7453" y="11013"/>
                    <a:pt x="7434" y="11025"/>
                  </a:cubicBezTo>
                  <a:lnTo>
                    <a:pt x="3481" y="13449"/>
                  </a:lnTo>
                  <a:lnTo>
                    <a:pt x="3481" y="13449"/>
                  </a:lnTo>
                  <a:lnTo>
                    <a:pt x="3962" y="8838"/>
                  </a:lnTo>
                  <a:cubicBezTo>
                    <a:pt x="3965" y="8798"/>
                    <a:pt x="3949" y="8756"/>
                    <a:pt x="3919" y="8732"/>
                  </a:cubicBezTo>
                  <a:lnTo>
                    <a:pt x="393" y="5720"/>
                  </a:lnTo>
                  <a:lnTo>
                    <a:pt x="4924" y="4754"/>
                  </a:lnTo>
                  <a:cubicBezTo>
                    <a:pt x="4964" y="4746"/>
                    <a:pt x="4995" y="4719"/>
                    <a:pt x="5012" y="4681"/>
                  </a:cubicBezTo>
                  <a:lnTo>
                    <a:pt x="6786" y="398"/>
                  </a:lnTo>
                  <a:close/>
                  <a:moveTo>
                    <a:pt x="6777" y="0"/>
                  </a:moveTo>
                  <a:cubicBezTo>
                    <a:pt x="6773" y="0"/>
                    <a:pt x="6769" y="0"/>
                    <a:pt x="6766" y="1"/>
                  </a:cubicBezTo>
                  <a:cubicBezTo>
                    <a:pt x="6720" y="3"/>
                    <a:pt x="6678" y="32"/>
                    <a:pt x="6660" y="75"/>
                  </a:cubicBezTo>
                  <a:lnTo>
                    <a:pt x="4817" y="4527"/>
                  </a:lnTo>
                  <a:lnTo>
                    <a:pt x="104" y="5533"/>
                  </a:lnTo>
                  <a:cubicBezTo>
                    <a:pt x="59" y="5542"/>
                    <a:pt x="22" y="5577"/>
                    <a:pt x="12" y="5623"/>
                  </a:cubicBezTo>
                  <a:cubicBezTo>
                    <a:pt x="0" y="5669"/>
                    <a:pt x="14" y="5716"/>
                    <a:pt x="50" y="5746"/>
                  </a:cubicBezTo>
                  <a:lnTo>
                    <a:pt x="3715" y="8875"/>
                  </a:lnTo>
                  <a:lnTo>
                    <a:pt x="3215" y="13669"/>
                  </a:lnTo>
                  <a:cubicBezTo>
                    <a:pt x="3209" y="13714"/>
                    <a:pt x="3231" y="13760"/>
                    <a:pt x="3271" y="13784"/>
                  </a:cubicBezTo>
                  <a:cubicBezTo>
                    <a:pt x="3291" y="13797"/>
                    <a:pt x="3311" y="13804"/>
                    <a:pt x="3335" y="13804"/>
                  </a:cubicBezTo>
                  <a:cubicBezTo>
                    <a:pt x="3356" y="13804"/>
                    <a:pt x="3378" y="13797"/>
                    <a:pt x="3399" y="13784"/>
                  </a:cubicBezTo>
                  <a:lnTo>
                    <a:pt x="7507" y="11267"/>
                  </a:lnTo>
                  <a:lnTo>
                    <a:pt x="11914" y="13224"/>
                  </a:lnTo>
                  <a:cubicBezTo>
                    <a:pt x="11929" y="13231"/>
                    <a:pt x="11945" y="13234"/>
                    <a:pt x="11961" y="13234"/>
                  </a:cubicBezTo>
                  <a:cubicBezTo>
                    <a:pt x="11989" y="13234"/>
                    <a:pt x="12017" y="13225"/>
                    <a:pt x="12039" y="13206"/>
                  </a:cubicBezTo>
                  <a:cubicBezTo>
                    <a:pt x="12075" y="13177"/>
                    <a:pt x="12092" y="13129"/>
                    <a:pt x="12081" y="13084"/>
                  </a:cubicBezTo>
                  <a:lnTo>
                    <a:pt x="10956" y="8398"/>
                  </a:lnTo>
                  <a:lnTo>
                    <a:pt x="14178" y="4813"/>
                  </a:lnTo>
                  <a:cubicBezTo>
                    <a:pt x="14210" y="4780"/>
                    <a:pt x="14218" y="4730"/>
                    <a:pt x="14201" y="4687"/>
                  </a:cubicBezTo>
                  <a:cubicBezTo>
                    <a:pt x="14183" y="4644"/>
                    <a:pt x="14144" y="4613"/>
                    <a:pt x="14097" y="4610"/>
                  </a:cubicBezTo>
                  <a:lnTo>
                    <a:pt x="9293" y="4233"/>
                  </a:lnTo>
                  <a:lnTo>
                    <a:pt x="6880" y="61"/>
                  </a:lnTo>
                  <a:cubicBezTo>
                    <a:pt x="6859" y="25"/>
                    <a:pt x="6823" y="0"/>
                    <a:pt x="677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1" name="Google Shape;3621;p53"/>
          <p:cNvGrpSpPr/>
          <p:nvPr/>
        </p:nvGrpSpPr>
        <p:grpSpPr>
          <a:xfrm>
            <a:off x="5884088" y="3674263"/>
            <a:ext cx="373125" cy="345125"/>
            <a:chOff x="5579288" y="3369463"/>
            <a:chExt cx="373125" cy="345125"/>
          </a:xfrm>
        </p:grpSpPr>
        <p:sp>
          <p:nvSpPr>
            <p:cNvPr id="3622" name="Google Shape;3622;p53"/>
            <p:cNvSpPr/>
            <p:nvPr/>
          </p:nvSpPr>
          <p:spPr>
            <a:xfrm>
              <a:off x="5579288" y="3373863"/>
              <a:ext cx="348950" cy="339000"/>
            </a:xfrm>
            <a:custGeom>
              <a:rect b="b" l="l" r="r" t="t"/>
              <a:pathLst>
                <a:path extrusionOk="0" h="13560" w="13958">
                  <a:moveTo>
                    <a:pt x="6643" y="0"/>
                  </a:moveTo>
                  <a:lnTo>
                    <a:pt x="4775" y="4514"/>
                  </a:lnTo>
                  <a:lnTo>
                    <a:pt x="0" y="5533"/>
                  </a:lnTo>
                  <a:lnTo>
                    <a:pt x="3714" y="8705"/>
                  </a:lnTo>
                  <a:lnTo>
                    <a:pt x="3207" y="13560"/>
                  </a:lnTo>
                  <a:lnTo>
                    <a:pt x="3207" y="13560"/>
                  </a:lnTo>
                  <a:lnTo>
                    <a:pt x="7370" y="11008"/>
                  </a:lnTo>
                  <a:lnTo>
                    <a:pt x="11834" y="12991"/>
                  </a:lnTo>
                  <a:lnTo>
                    <a:pt x="10692" y="8242"/>
                  </a:lnTo>
                  <a:lnTo>
                    <a:pt x="13957" y="4611"/>
                  </a:lnTo>
                  <a:lnTo>
                    <a:pt x="9088" y="4228"/>
                  </a:lnTo>
                  <a:lnTo>
                    <a:pt x="664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3"/>
            <p:cNvSpPr/>
            <p:nvPr/>
          </p:nvSpPr>
          <p:spPr>
            <a:xfrm>
              <a:off x="5596938" y="3369463"/>
              <a:ext cx="355475" cy="345125"/>
            </a:xfrm>
            <a:custGeom>
              <a:rect b="b" l="l" r="r" t="t"/>
              <a:pathLst>
                <a:path extrusionOk="0" h="13805" w="14219">
                  <a:moveTo>
                    <a:pt x="6786" y="398"/>
                  </a:moveTo>
                  <a:lnTo>
                    <a:pt x="9108" y="4411"/>
                  </a:lnTo>
                  <a:cubicBezTo>
                    <a:pt x="9128" y="4447"/>
                    <a:pt x="9165" y="4469"/>
                    <a:pt x="9203" y="4473"/>
                  </a:cubicBezTo>
                  <a:lnTo>
                    <a:pt x="13825" y="4834"/>
                  </a:lnTo>
                  <a:lnTo>
                    <a:pt x="10728" y="8282"/>
                  </a:lnTo>
                  <a:cubicBezTo>
                    <a:pt x="10699" y="8312"/>
                    <a:pt x="10689" y="8354"/>
                    <a:pt x="10699" y="8392"/>
                  </a:cubicBezTo>
                  <a:lnTo>
                    <a:pt x="11782" y="12900"/>
                  </a:lnTo>
                  <a:lnTo>
                    <a:pt x="7546" y="11018"/>
                  </a:lnTo>
                  <a:cubicBezTo>
                    <a:pt x="7530" y="11011"/>
                    <a:pt x="7513" y="11008"/>
                    <a:pt x="7496" y="11008"/>
                  </a:cubicBezTo>
                  <a:cubicBezTo>
                    <a:pt x="7474" y="11008"/>
                    <a:pt x="7453" y="11013"/>
                    <a:pt x="7434" y="11025"/>
                  </a:cubicBezTo>
                  <a:lnTo>
                    <a:pt x="3481" y="13449"/>
                  </a:lnTo>
                  <a:lnTo>
                    <a:pt x="3481" y="13449"/>
                  </a:lnTo>
                  <a:lnTo>
                    <a:pt x="3962" y="8838"/>
                  </a:lnTo>
                  <a:cubicBezTo>
                    <a:pt x="3965" y="8798"/>
                    <a:pt x="3949" y="8756"/>
                    <a:pt x="3919" y="8732"/>
                  </a:cubicBezTo>
                  <a:lnTo>
                    <a:pt x="393" y="5720"/>
                  </a:lnTo>
                  <a:lnTo>
                    <a:pt x="4924" y="4754"/>
                  </a:lnTo>
                  <a:cubicBezTo>
                    <a:pt x="4964" y="4746"/>
                    <a:pt x="4995" y="4719"/>
                    <a:pt x="5012" y="4681"/>
                  </a:cubicBezTo>
                  <a:lnTo>
                    <a:pt x="6786" y="398"/>
                  </a:lnTo>
                  <a:close/>
                  <a:moveTo>
                    <a:pt x="6777" y="0"/>
                  </a:moveTo>
                  <a:cubicBezTo>
                    <a:pt x="6773" y="0"/>
                    <a:pt x="6769" y="0"/>
                    <a:pt x="6766" y="1"/>
                  </a:cubicBezTo>
                  <a:cubicBezTo>
                    <a:pt x="6720" y="3"/>
                    <a:pt x="6678" y="32"/>
                    <a:pt x="6660" y="75"/>
                  </a:cubicBezTo>
                  <a:lnTo>
                    <a:pt x="4817" y="4527"/>
                  </a:lnTo>
                  <a:lnTo>
                    <a:pt x="104" y="5533"/>
                  </a:lnTo>
                  <a:cubicBezTo>
                    <a:pt x="59" y="5542"/>
                    <a:pt x="22" y="5577"/>
                    <a:pt x="12" y="5623"/>
                  </a:cubicBezTo>
                  <a:cubicBezTo>
                    <a:pt x="0" y="5669"/>
                    <a:pt x="14" y="5716"/>
                    <a:pt x="50" y="5746"/>
                  </a:cubicBezTo>
                  <a:lnTo>
                    <a:pt x="3715" y="8875"/>
                  </a:lnTo>
                  <a:lnTo>
                    <a:pt x="3215" y="13669"/>
                  </a:lnTo>
                  <a:cubicBezTo>
                    <a:pt x="3209" y="13714"/>
                    <a:pt x="3231" y="13760"/>
                    <a:pt x="3271" y="13784"/>
                  </a:cubicBezTo>
                  <a:cubicBezTo>
                    <a:pt x="3291" y="13797"/>
                    <a:pt x="3311" y="13804"/>
                    <a:pt x="3335" y="13804"/>
                  </a:cubicBezTo>
                  <a:cubicBezTo>
                    <a:pt x="3356" y="13804"/>
                    <a:pt x="3378" y="13797"/>
                    <a:pt x="3399" y="13784"/>
                  </a:cubicBezTo>
                  <a:lnTo>
                    <a:pt x="7507" y="11267"/>
                  </a:lnTo>
                  <a:lnTo>
                    <a:pt x="11914" y="13224"/>
                  </a:lnTo>
                  <a:cubicBezTo>
                    <a:pt x="11929" y="13231"/>
                    <a:pt x="11945" y="13234"/>
                    <a:pt x="11961" y="13234"/>
                  </a:cubicBezTo>
                  <a:cubicBezTo>
                    <a:pt x="11989" y="13234"/>
                    <a:pt x="12017" y="13225"/>
                    <a:pt x="12039" y="13206"/>
                  </a:cubicBezTo>
                  <a:cubicBezTo>
                    <a:pt x="12075" y="13177"/>
                    <a:pt x="12092" y="13129"/>
                    <a:pt x="12081" y="13084"/>
                  </a:cubicBezTo>
                  <a:lnTo>
                    <a:pt x="10956" y="8398"/>
                  </a:lnTo>
                  <a:lnTo>
                    <a:pt x="14178" y="4813"/>
                  </a:lnTo>
                  <a:cubicBezTo>
                    <a:pt x="14210" y="4780"/>
                    <a:pt x="14218" y="4730"/>
                    <a:pt x="14201" y="4687"/>
                  </a:cubicBezTo>
                  <a:cubicBezTo>
                    <a:pt x="14183" y="4644"/>
                    <a:pt x="14144" y="4613"/>
                    <a:pt x="14097" y="4610"/>
                  </a:cubicBezTo>
                  <a:lnTo>
                    <a:pt x="9293" y="4233"/>
                  </a:lnTo>
                  <a:lnTo>
                    <a:pt x="6880" y="61"/>
                  </a:lnTo>
                  <a:cubicBezTo>
                    <a:pt x="6859" y="25"/>
                    <a:pt x="6823" y="0"/>
                    <a:pt x="677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4" name="Google Shape;3624;p53"/>
          <p:cNvGrpSpPr/>
          <p:nvPr/>
        </p:nvGrpSpPr>
        <p:grpSpPr>
          <a:xfrm>
            <a:off x="5973493" y="783576"/>
            <a:ext cx="2668778" cy="6126494"/>
            <a:chOff x="5973493" y="783576"/>
            <a:chExt cx="2668778" cy="6126494"/>
          </a:xfrm>
        </p:grpSpPr>
        <p:sp>
          <p:nvSpPr>
            <p:cNvPr id="3625" name="Google Shape;3625;p53"/>
            <p:cNvSpPr/>
            <p:nvPr/>
          </p:nvSpPr>
          <p:spPr>
            <a:xfrm flipH="1">
              <a:off x="7269911" y="3397339"/>
              <a:ext cx="793860" cy="3143581"/>
            </a:xfrm>
            <a:custGeom>
              <a:rect b="b" l="l" r="r" t="t"/>
              <a:pathLst>
                <a:path extrusionOk="0" h="59798" w="15101">
                  <a:moveTo>
                    <a:pt x="9659" y="1"/>
                  </a:moveTo>
                  <a:cubicBezTo>
                    <a:pt x="9519" y="1"/>
                    <a:pt x="9378" y="6"/>
                    <a:pt x="9236" y="17"/>
                  </a:cubicBezTo>
                  <a:cubicBezTo>
                    <a:pt x="6100" y="259"/>
                    <a:pt x="3816" y="3090"/>
                    <a:pt x="4241" y="6205"/>
                  </a:cubicBezTo>
                  <a:lnTo>
                    <a:pt x="0" y="59384"/>
                  </a:lnTo>
                  <a:lnTo>
                    <a:pt x="6508" y="59797"/>
                  </a:lnTo>
                  <a:lnTo>
                    <a:pt x="15100" y="5044"/>
                  </a:lnTo>
                  <a:cubicBezTo>
                    <a:pt x="14878" y="2180"/>
                    <a:pt x="12485" y="1"/>
                    <a:pt x="9659"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3"/>
            <p:cNvSpPr/>
            <p:nvPr/>
          </p:nvSpPr>
          <p:spPr>
            <a:xfrm flipH="1">
              <a:off x="7667130" y="6178859"/>
              <a:ext cx="396588" cy="362155"/>
            </a:xfrm>
            <a:custGeom>
              <a:rect b="b" l="l" r="r" t="t"/>
              <a:pathLst>
                <a:path extrusionOk="0" h="6889" w="7544">
                  <a:moveTo>
                    <a:pt x="518" y="0"/>
                  </a:moveTo>
                  <a:lnTo>
                    <a:pt x="1" y="6478"/>
                  </a:lnTo>
                  <a:lnTo>
                    <a:pt x="6507" y="6888"/>
                  </a:lnTo>
                  <a:lnTo>
                    <a:pt x="7543" y="181"/>
                  </a:lnTo>
                  <a:lnTo>
                    <a:pt x="5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3"/>
            <p:cNvSpPr/>
            <p:nvPr/>
          </p:nvSpPr>
          <p:spPr>
            <a:xfrm flipH="1">
              <a:off x="7277738" y="3712349"/>
              <a:ext cx="636728" cy="989998"/>
            </a:xfrm>
            <a:custGeom>
              <a:rect b="b" l="l" r="r" t="t"/>
              <a:pathLst>
                <a:path extrusionOk="0" h="18832" w="12112">
                  <a:moveTo>
                    <a:pt x="12111" y="0"/>
                  </a:moveTo>
                  <a:lnTo>
                    <a:pt x="12111" y="0"/>
                  </a:lnTo>
                  <a:cubicBezTo>
                    <a:pt x="8789" y="113"/>
                    <a:pt x="4892" y="246"/>
                    <a:pt x="1392" y="366"/>
                  </a:cubicBezTo>
                  <a:lnTo>
                    <a:pt x="1" y="17807"/>
                  </a:lnTo>
                  <a:lnTo>
                    <a:pt x="9157" y="18831"/>
                  </a:lnTo>
                  <a:lnTo>
                    <a:pt x="1211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3"/>
            <p:cNvSpPr/>
            <p:nvPr/>
          </p:nvSpPr>
          <p:spPr>
            <a:xfrm flipH="1">
              <a:off x="7118353" y="6497339"/>
              <a:ext cx="977381" cy="412675"/>
            </a:xfrm>
            <a:custGeom>
              <a:rect b="b" l="l" r="r" t="t"/>
              <a:pathLst>
                <a:path extrusionOk="0" h="7850" w="18592">
                  <a:moveTo>
                    <a:pt x="643" y="1"/>
                  </a:moveTo>
                  <a:lnTo>
                    <a:pt x="0" y="7849"/>
                  </a:lnTo>
                  <a:lnTo>
                    <a:pt x="18591" y="7849"/>
                  </a:lnTo>
                  <a:lnTo>
                    <a:pt x="18332" y="5826"/>
                  </a:lnTo>
                  <a:cubicBezTo>
                    <a:pt x="17946" y="4406"/>
                    <a:pt x="16868" y="3277"/>
                    <a:pt x="15468" y="2825"/>
                  </a:cubicBezTo>
                  <a:lnTo>
                    <a:pt x="72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3"/>
            <p:cNvSpPr/>
            <p:nvPr/>
          </p:nvSpPr>
          <p:spPr>
            <a:xfrm flipH="1">
              <a:off x="7118353" y="6616835"/>
              <a:ext cx="977381" cy="293235"/>
            </a:xfrm>
            <a:custGeom>
              <a:rect b="b" l="l" r="r" t="t"/>
              <a:pathLst>
                <a:path extrusionOk="0" h="5578" w="18592">
                  <a:moveTo>
                    <a:pt x="13756" y="0"/>
                  </a:moveTo>
                  <a:cubicBezTo>
                    <a:pt x="12783" y="628"/>
                    <a:pt x="11290" y="1959"/>
                    <a:pt x="10850" y="4405"/>
                  </a:cubicBezTo>
                  <a:lnTo>
                    <a:pt x="98" y="4405"/>
                  </a:lnTo>
                  <a:lnTo>
                    <a:pt x="0" y="5578"/>
                  </a:lnTo>
                  <a:lnTo>
                    <a:pt x="18591" y="5578"/>
                  </a:lnTo>
                  <a:lnTo>
                    <a:pt x="18441" y="4405"/>
                  </a:lnTo>
                  <a:lnTo>
                    <a:pt x="11449" y="4405"/>
                  </a:lnTo>
                  <a:cubicBezTo>
                    <a:pt x="11957" y="1841"/>
                    <a:pt x="13760" y="639"/>
                    <a:pt x="14508" y="243"/>
                  </a:cubicBezTo>
                  <a:lnTo>
                    <a:pt x="1375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3"/>
            <p:cNvSpPr/>
            <p:nvPr/>
          </p:nvSpPr>
          <p:spPr>
            <a:xfrm flipH="1">
              <a:off x="7431020" y="6539659"/>
              <a:ext cx="132371" cy="127430"/>
            </a:xfrm>
            <a:custGeom>
              <a:rect b="b" l="l" r="r" t="t"/>
              <a:pathLst>
                <a:path extrusionOk="0" h="2424" w="2518">
                  <a:moveTo>
                    <a:pt x="1880" y="1"/>
                  </a:moveTo>
                  <a:cubicBezTo>
                    <a:pt x="1755" y="1"/>
                    <a:pt x="1629" y="48"/>
                    <a:pt x="1535" y="142"/>
                  </a:cubicBezTo>
                  <a:lnTo>
                    <a:pt x="190" y="1487"/>
                  </a:lnTo>
                  <a:cubicBezTo>
                    <a:pt x="0" y="1678"/>
                    <a:pt x="0" y="1990"/>
                    <a:pt x="190" y="2179"/>
                  </a:cubicBezTo>
                  <a:lnTo>
                    <a:pt x="292" y="2282"/>
                  </a:lnTo>
                  <a:cubicBezTo>
                    <a:pt x="386" y="2376"/>
                    <a:pt x="512" y="2423"/>
                    <a:pt x="637" y="2423"/>
                  </a:cubicBezTo>
                  <a:cubicBezTo>
                    <a:pt x="763" y="2423"/>
                    <a:pt x="889" y="2376"/>
                    <a:pt x="984" y="2282"/>
                  </a:cubicBezTo>
                  <a:lnTo>
                    <a:pt x="2328" y="938"/>
                  </a:lnTo>
                  <a:cubicBezTo>
                    <a:pt x="2517" y="747"/>
                    <a:pt x="2517" y="434"/>
                    <a:pt x="2328" y="245"/>
                  </a:cubicBezTo>
                  <a:lnTo>
                    <a:pt x="2225" y="142"/>
                  </a:lnTo>
                  <a:cubicBezTo>
                    <a:pt x="2131" y="48"/>
                    <a:pt x="2006" y="1"/>
                    <a:pt x="18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3"/>
            <p:cNvSpPr/>
            <p:nvPr/>
          </p:nvSpPr>
          <p:spPr>
            <a:xfrm flipH="1">
              <a:off x="7524650" y="6509746"/>
              <a:ext cx="132424" cy="127482"/>
            </a:xfrm>
            <a:custGeom>
              <a:rect b="b" l="l" r="r" t="t"/>
              <a:pathLst>
                <a:path extrusionOk="0" h="2425" w="2519">
                  <a:moveTo>
                    <a:pt x="1881" y="1"/>
                  </a:moveTo>
                  <a:cubicBezTo>
                    <a:pt x="1756" y="1"/>
                    <a:pt x="1630" y="48"/>
                    <a:pt x="1536" y="144"/>
                  </a:cubicBezTo>
                  <a:lnTo>
                    <a:pt x="192" y="1488"/>
                  </a:lnTo>
                  <a:cubicBezTo>
                    <a:pt x="0" y="1678"/>
                    <a:pt x="0" y="1988"/>
                    <a:pt x="192" y="2180"/>
                  </a:cubicBezTo>
                  <a:lnTo>
                    <a:pt x="293" y="2282"/>
                  </a:lnTo>
                  <a:cubicBezTo>
                    <a:pt x="388" y="2377"/>
                    <a:pt x="513" y="2424"/>
                    <a:pt x="639" y="2424"/>
                  </a:cubicBezTo>
                  <a:cubicBezTo>
                    <a:pt x="764" y="2424"/>
                    <a:pt x="890" y="2377"/>
                    <a:pt x="985" y="2282"/>
                  </a:cubicBezTo>
                  <a:lnTo>
                    <a:pt x="2330" y="937"/>
                  </a:lnTo>
                  <a:cubicBezTo>
                    <a:pt x="2519" y="749"/>
                    <a:pt x="2519" y="435"/>
                    <a:pt x="2330" y="245"/>
                  </a:cubicBezTo>
                  <a:lnTo>
                    <a:pt x="2227" y="144"/>
                  </a:lnTo>
                  <a:cubicBezTo>
                    <a:pt x="2132" y="48"/>
                    <a:pt x="2007" y="1"/>
                    <a:pt x="18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3"/>
            <p:cNvSpPr/>
            <p:nvPr/>
          </p:nvSpPr>
          <p:spPr>
            <a:xfrm flipH="1">
              <a:off x="7622329" y="6475942"/>
              <a:ext cx="132371" cy="127430"/>
            </a:xfrm>
            <a:custGeom>
              <a:rect b="b" l="l" r="r" t="t"/>
              <a:pathLst>
                <a:path extrusionOk="0" h="2424" w="2518">
                  <a:moveTo>
                    <a:pt x="1881" y="0"/>
                  </a:moveTo>
                  <a:cubicBezTo>
                    <a:pt x="1755" y="0"/>
                    <a:pt x="1630" y="48"/>
                    <a:pt x="1535" y="143"/>
                  </a:cubicBezTo>
                  <a:lnTo>
                    <a:pt x="191" y="1487"/>
                  </a:lnTo>
                  <a:cubicBezTo>
                    <a:pt x="1" y="1679"/>
                    <a:pt x="1" y="1989"/>
                    <a:pt x="191" y="2180"/>
                  </a:cubicBezTo>
                  <a:lnTo>
                    <a:pt x="292" y="2281"/>
                  </a:lnTo>
                  <a:cubicBezTo>
                    <a:pt x="388" y="2376"/>
                    <a:pt x="513" y="2424"/>
                    <a:pt x="639" y="2424"/>
                  </a:cubicBezTo>
                  <a:cubicBezTo>
                    <a:pt x="764" y="2424"/>
                    <a:pt x="890" y="2376"/>
                    <a:pt x="985" y="2281"/>
                  </a:cubicBezTo>
                  <a:lnTo>
                    <a:pt x="2329" y="937"/>
                  </a:lnTo>
                  <a:cubicBezTo>
                    <a:pt x="2518" y="748"/>
                    <a:pt x="2518" y="435"/>
                    <a:pt x="2329" y="245"/>
                  </a:cubicBezTo>
                  <a:lnTo>
                    <a:pt x="2227" y="143"/>
                  </a:lnTo>
                  <a:cubicBezTo>
                    <a:pt x="2132" y="48"/>
                    <a:pt x="2006" y="0"/>
                    <a:pt x="18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3"/>
            <p:cNvSpPr/>
            <p:nvPr/>
          </p:nvSpPr>
          <p:spPr>
            <a:xfrm flipH="1">
              <a:off x="7793767" y="6608265"/>
              <a:ext cx="174585" cy="174690"/>
            </a:xfrm>
            <a:custGeom>
              <a:rect b="b" l="l" r="r" t="t"/>
              <a:pathLst>
                <a:path extrusionOk="0" h="3323" w="3321">
                  <a:moveTo>
                    <a:pt x="1661" y="195"/>
                  </a:moveTo>
                  <a:cubicBezTo>
                    <a:pt x="2469" y="195"/>
                    <a:pt x="3126" y="852"/>
                    <a:pt x="3126" y="1661"/>
                  </a:cubicBezTo>
                  <a:cubicBezTo>
                    <a:pt x="3126" y="2469"/>
                    <a:pt x="2469" y="3126"/>
                    <a:pt x="1661" y="3126"/>
                  </a:cubicBezTo>
                  <a:cubicBezTo>
                    <a:pt x="852" y="3126"/>
                    <a:pt x="195" y="2469"/>
                    <a:pt x="195" y="1661"/>
                  </a:cubicBezTo>
                  <a:cubicBezTo>
                    <a:pt x="195" y="852"/>
                    <a:pt x="852" y="195"/>
                    <a:pt x="1661" y="195"/>
                  </a:cubicBezTo>
                  <a:close/>
                  <a:moveTo>
                    <a:pt x="1661" y="0"/>
                  </a:moveTo>
                  <a:cubicBezTo>
                    <a:pt x="745" y="0"/>
                    <a:pt x="0" y="745"/>
                    <a:pt x="0" y="1661"/>
                  </a:cubicBezTo>
                  <a:cubicBezTo>
                    <a:pt x="0" y="2576"/>
                    <a:pt x="745" y="3322"/>
                    <a:pt x="1661" y="3322"/>
                  </a:cubicBezTo>
                  <a:cubicBezTo>
                    <a:pt x="2576" y="3322"/>
                    <a:pt x="3321" y="2576"/>
                    <a:pt x="3321" y="1661"/>
                  </a:cubicBezTo>
                  <a:cubicBezTo>
                    <a:pt x="3321" y="745"/>
                    <a:pt x="2576" y="0"/>
                    <a:pt x="16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3"/>
            <p:cNvSpPr/>
            <p:nvPr/>
          </p:nvSpPr>
          <p:spPr>
            <a:xfrm flipH="1">
              <a:off x="6207325" y="2041776"/>
              <a:ext cx="734298" cy="844274"/>
            </a:xfrm>
            <a:custGeom>
              <a:rect b="b" l="l" r="r" t="t"/>
              <a:pathLst>
                <a:path extrusionOk="0" h="16060" w="13968">
                  <a:moveTo>
                    <a:pt x="5444" y="0"/>
                  </a:moveTo>
                  <a:lnTo>
                    <a:pt x="1" y="3810"/>
                  </a:lnTo>
                  <a:lnTo>
                    <a:pt x="7472" y="14642"/>
                  </a:lnTo>
                  <a:cubicBezTo>
                    <a:pt x="8118" y="15566"/>
                    <a:pt x="9149" y="16059"/>
                    <a:pt x="10196" y="16059"/>
                  </a:cubicBezTo>
                  <a:cubicBezTo>
                    <a:pt x="10854" y="16059"/>
                    <a:pt x="11518" y="15864"/>
                    <a:pt x="12099" y="15459"/>
                  </a:cubicBezTo>
                  <a:cubicBezTo>
                    <a:pt x="13602" y="14408"/>
                    <a:pt x="13968" y="12335"/>
                    <a:pt x="12915" y="10832"/>
                  </a:cubicBezTo>
                  <a:lnTo>
                    <a:pt x="544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3"/>
            <p:cNvSpPr/>
            <p:nvPr/>
          </p:nvSpPr>
          <p:spPr>
            <a:xfrm flipH="1">
              <a:off x="6339021" y="1811670"/>
              <a:ext cx="816044" cy="871400"/>
            </a:xfrm>
            <a:custGeom>
              <a:rect b="b" l="l" r="r" t="t"/>
              <a:pathLst>
                <a:path extrusionOk="0" h="16576" w="15523">
                  <a:moveTo>
                    <a:pt x="4937" y="0"/>
                  </a:moveTo>
                  <a:cubicBezTo>
                    <a:pt x="4044" y="0"/>
                    <a:pt x="3142" y="274"/>
                    <a:pt x="2366" y="842"/>
                  </a:cubicBezTo>
                  <a:cubicBezTo>
                    <a:pt x="422" y="2262"/>
                    <a:pt x="0" y="4989"/>
                    <a:pt x="1422" y="6931"/>
                  </a:cubicBezTo>
                  <a:lnTo>
                    <a:pt x="8487" y="16575"/>
                  </a:lnTo>
                  <a:lnTo>
                    <a:pt x="9492" y="16173"/>
                  </a:lnTo>
                  <a:cubicBezTo>
                    <a:pt x="11578" y="15339"/>
                    <a:pt x="13421" y="13989"/>
                    <a:pt x="14846" y="12252"/>
                  </a:cubicBezTo>
                  <a:lnTo>
                    <a:pt x="15522" y="11428"/>
                  </a:lnTo>
                  <a:lnTo>
                    <a:pt x="8457" y="1786"/>
                  </a:lnTo>
                  <a:cubicBezTo>
                    <a:pt x="7603" y="618"/>
                    <a:pt x="6279" y="0"/>
                    <a:pt x="493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3"/>
            <p:cNvSpPr/>
            <p:nvPr/>
          </p:nvSpPr>
          <p:spPr>
            <a:xfrm flipH="1">
              <a:off x="6206538" y="2556874"/>
              <a:ext cx="768153" cy="977224"/>
            </a:xfrm>
            <a:custGeom>
              <a:rect b="b" l="l" r="r" t="t"/>
              <a:pathLst>
                <a:path extrusionOk="0" h="18589" w="14612">
                  <a:moveTo>
                    <a:pt x="10827" y="1"/>
                  </a:moveTo>
                  <a:cubicBezTo>
                    <a:pt x="9729" y="1"/>
                    <a:pt x="8654" y="545"/>
                    <a:pt x="8024" y="1541"/>
                  </a:cubicBezTo>
                  <a:lnTo>
                    <a:pt x="0" y="15965"/>
                  </a:lnTo>
                  <a:lnTo>
                    <a:pt x="4121" y="18588"/>
                  </a:lnTo>
                  <a:lnTo>
                    <a:pt x="13627" y="5106"/>
                  </a:lnTo>
                  <a:cubicBezTo>
                    <a:pt x="14611" y="3559"/>
                    <a:pt x="14156" y="1506"/>
                    <a:pt x="12607" y="521"/>
                  </a:cubicBezTo>
                  <a:cubicBezTo>
                    <a:pt x="12055" y="169"/>
                    <a:pt x="11437" y="1"/>
                    <a:pt x="10827"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3"/>
            <p:cNvSpPr/>
            <p:nvPr/>
          </p:nvSpPr>
          <p:spPr>
            <a:xfrm flipH="1">
              <a:off x="6540263" y="3398338"/>
              <a:ext cx="745653" cy="3133908"/>
            </a:xfrm>
            <a:custGeom>
              <a:rect b="b" l="l" r="r" t="t"/>
              <a:pathLst>
                <a:path extrusionOk="0" h="59614" w="14184">
                  <a:moveTo>
                    <a:pt x="5905" y="1"/>
                  </a:moveTo>
                  <a:cubicBezTo>
                    <a:pt x="5718" y="1"/>
                    <a:pt x="5530" y="10"/>
                    <a:pt x="5341" y="29"/>
                  </a:cubicBezTo>
                  <a:cubicBezTo>
                    <a:pt x="2213" y="348"/>
                    <a:pt x="1" y="3237"/>
                    <a:pt x="507" y="6344"/>
                  </a:cubicBezTo>
                  <a:lnTo>
                    <a:pt x="5092" y="34244"/>
                  </a:lnTo>
                  <a:cubicBezTo>
                    <a:pt x="5182" y="34787"/>
                    <a:pt x="5242" y="35335"/>
                    <a:pt x="5275" y="35884"/>
                  </a:cubicBezTo>
                  <a:lnTo>
                    <a:pt x="6675" y="59614"/>
                  </a:lnTo>
                  <a:lnTo>
                    <a:pt x="13223" y="58943"/>
                  </a:lnTo>
                  <a:lnTo>
                    <a:pt x="14164" y="34751"/>
                  </a:lnTo>
                  <a:cubicBezTo>
                    <a:pt x="14184" y="34268"/>
                    <a:pt x="14170" y="33782"/>
                    <a:pt x="14121" y="33298"/>
                  </a:cubicBezTo>
                  <a:lnTo>
                    <a:pt x="11331" y="4906"/>
                  </a:lnTo>
                  <a:cubicBezTo>
                    <a:pt x="11041" y="2094"/>
                    <a:pt x="8670" y="1"/>
                    <a:pt x="5905"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3"/>
            <p:cNvSpPr/>
            <p:nvPr/>
          </p:nvSpPr>
          <p:spPr>
            <a:xfrm flipH="1">
              <a:off x="6599036" y="3451804"/>
              <a:ext cx="678416" cy="1237813"/>
            </a:xfrm>
            <a:custGeom>
              <a:rect b="b" l="l" r="r" t="t"/>
              <a:pathLst>
                <a:path extrusionOk="0" h="23546" w="12905">
                  <a:moveTo>
                    <a:pt x="2563" y="1"/>
                  </a:moveTo>
                  <a:cubicBezTo>
                    <a:pt x="931" y="1166"/>
                    <a:pt x="0" y="3196"/>
                    <a:pt x="346" y="5324"/>
                  </a:cubicBezTo>
                  <a:lnTo>
                    <a:pt x="3341" y="23546"/>
                  </a:lnTo>
                  <a:lnTo>
                    <a:pt x="12905" y="21551"/>
                  </a:lnTo>
                  <a:lnTo>
                    <a:pt x="11170" y="3888"/>
                  </a:lnTo>
                  <a:cubicBezTo>
                    <a:pt x="11004" y="2283"/>
                    <a:pt x="10157" y="917"/>
                    <a:pt x="8949" y="36"/>
                  </a:cubicBezTo>
                  <a:cubicBezTo>
                    <a:pt x="6668" y="19"/>
                    <a:pt x="4426" y="5"/>
                    <a:pt x="256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3"/>
            <p:cNvSpPr/>
            <p:nvPr/>
          </p:nvSpPr>
          <p:spPr>
            <a:xfrm flipH="1">
              <a:off x="6584305" y="6193422"/>
              <a:ext cx="369777" cy="338866"/>
            </a:xfrm>
            <a:custGeom>
              <a:rect b="b" l="l" r="r" t="t"/>
              <a:pathLst>
                <a:path extrusionOk="0" h="6446" w="7034">
                  <a:moveTo>
                    <a:pt x="7034" y="1"/>
                  </a:moveTo>
                  <a:lnTo>
                    <a:pt x="0" y="278"/>
                  </a:lnTo>
                  <a:lnTo>
                    <a:pt x="363" y="6445"/>
                  </a:lnTo>
                  <a:lnTo>
                    <a:pt x="6911" y="5774"/>
                  </a:lnTo>
                  <a:lnTo>
                    <a:pt x="70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3"/>
            <p:cNvSpPr/>
            <p:nvPr/>
          </p:nvSpPr>
          <p:spPr>
            <a:xfrm flipH="1">
              <a:off x="5973494" y="6496971"/>
              <a:ext cx="961505" cy="410467"/>
            </a:xfrm>
            <a:custGeom>
              <a:rect b="b" l="l" r="r" t="t"/>
              <a:pathLst>
                <a:path extrusionOk="0" h="7808" w="18290">
                  <a:moveTo>
                    <a:pt x="6548" y="0"/>
                  </a:moveTo>
                  <a:lnTo>
                    <a:pt x="0" y="671"/>
                  </a:lnTo>
                  <a:lnTo>
                    <a:pt x="216" y="7808"/>
                  </a:lnTo>
                  <a:lnTo>
                    <a:pt x="18290" y="7808"/>
                  </a:lnTo>
                  <a:lnTo>
                    <a:pt x="18031" y="5784"/>
                  </a:lnTo>
                  <a:cubicBezTo>
                    <a:pt x="17645" y="4364"/>
                    <a:pt x="16566" y="3237"/>
                    <a:pt x="15168" y="2784"/>
                  </a:cubicBezTo>
                  <a:lnTo>
                    <a:pt x="65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3"/>
            <p:cNvSpPr/>
            <p:nvPr/>
          </p:nvSpPr>
          <p:spPr>
            <a:xfrm flipH="1">
              <a:off x="5973493" y="6614259"/>
              <a:ext cx="952043" cy="293288"/>
            </a:xfrm>
            <a:custGeom>
              <a:rect b="b" l="l" r="r" t="t"/>
              <a:pathLst>
                <a:path extrusionOk="0" h="5579" w="18110">
                  <a:moveTo>
                    <a:pt x="13274" y="0"/>
                  </a:moveTo>
                  <a:cubicBezTo>
                    <a:pt x="12300" y="628"/>
                    <a:pt x="10809" y="1960"/>
                    <a:pt x="10369" y="4405"/>
                  </a:cubicBezTo>
                  <a:lnTo>
                    <a:pt x="1" y="4405"/>
                  </a:lnTo>
                  <a:lnTo>
                    <a:pt x="36" y="5578"/>
                  </a:lnTo>
                  <a:lnTo>
                    <a:pt x="18110" y="5578"/>
                  </a:lnTo>
                  <a:lnTo>
                    <a:pt x="17959" y="4405"/>
                  </a:lnTo>
                  <a:lnTo>
                    <a:pt x="10969" y="4405"/>
                  </a:lnTo>
                  <a:cubicBezTo>
                    <a:pt x="11476" y="1843"/>
                    <a:pt x="13280" y="641"/>
                    <a:pt x="14026" y="244"/>
                  </a:cubicBezTo>
                  <a:lnTo>
                    <a:pt x="1327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3"/>
            <p:cNvSpPr/>
            <p:nvPr/>
          </p:nvSpPr>
          <p:spPr>
            <a:xfrm flipH="1">
              <a:off x="6286109" y="6537136"/>
              <a:ext cx="132529" cy="127377"/>
            </a:xfrm>
            <a:custGeom>
              <a:rect b="b" l="l" r="r" t="t"/>
              <a:pathLst>
                <a:path extrusionOk="0" h="2423" w="2521">
                  <a:moveTo>
                    <a:pt x="1883" y="0"/>
                  </a:moveTo>
                  <a:cubicBezTo>
                    <a:pt x="1758" y="0"/>
                    <a:pt x="1632" y="48"/>
                    <a:pt x="1537" y="143"/>
                  </a:cubicBezTo>
                  <a:lnTo>
                    <a:pt x="193" y="1488"/>
                  </a:lnTo>
                  <a:cubicBezTo>
                    <a:pt x="1" y="1676"/>
                    <a:pt x="1" y="1990"/>
                    <a:pt x="193" y="2180"/>
                  </a:cubicBezTo>
                  <a:lnTo>
                    <a:pt x="294" y="2281"/>
                  </a:lnTo>
                  <a:cubicBezTo>
                    <a:pt x="389" y="2376"/>
                    <a:pt x="515" y="2423"/>
                    <a:pt x="641" y="2423"/>
                  </a:cubicBezTo>
                  <a:cubicBezTo>
                    <a:pt x="766" y="2423"/>
                    <a:pt x="892" y="2376"/>
                    <a:pt x="986" y="2281"/>
                  </a:cubicBezTo>
                  <a:lnTo>
                    <a:pt x="2331" y="937"/>
                  </a:lnTo>
                  <a:cubicBezTo>
                    <a:pt x="2521" y="747"/>
                    <a:pt x="2521" y="433"/>
                    <a:pt x="2331" y="245"/>
                  </a:cubicBezTo>
                  <a:lnTo>
                    <a:pt x="2229" y="143"/>
                  </a:lnTo>
                  <a:cubicBezTo>
                    <a:pt x="2134" y="48"/>
                    <a:pt x="2009" y="0"/>
                    <a:pt x="18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3"/>
            <p:cNvSpPr/>
            <p:nvPr/>
          </p:nvSpPr>
          <p:spPr>
            <a:xfrm flipH="1">
              <a:off x="6379844" y="6507275"/>
              <a:ext cx="132371" cy="127377"/>
            </a:xfrm>
            <a:custGeom>
              <a:rect b="b" l="l" r="r" t="t"/>
              <a:pathLst>
                <a:path extrusionOk="0" h="2423" w="2518">
                  <a:moveTo>
                    <a:pt x="1881" y="0"/>
                  </a:moveTo>
                  <a:cubicBezTo>
                    <a:pt x="1755" y="0"/>
                    <a:pt x="1629" y="48"/>
                    <a:pt x="1535" y="142"/>
                  </a:cubicBezTo>
                  <a:lnTo>
                    <a:pt x="191" y="1486"/>
                  </a:lnTo>
                  <a:cubicBezTo>
                    <a:pt x="0" y="1677"/>
                    <a:pt x="0" y="1987"/>
                    <a:pt x="191" y="2179"/>
                  </a:cubicBezTo>
                  <a:lnTo>
                    <a:pt x="292" y="2280"/>
                  </a:lnTo>
                  <a:cubicBezTo>
                    <a:pt x="387" y="2375"/>
                    <a:pt x="513" y="2423"/>
                    <a:pt x="638" y="2423"/>
                  </a:cubicBezTo>
                  <a:cubicBezTo>
                    <a:pt x="764" y="2423"/>
                    <a:pt x="889" y="2375"/>
                    <a:pt x="984" y="2280"/>
                  </a:cubicBezTo>
                  <a:lnTo>
                    <a:pt x="2329" y="936"/>
                  </a:lnTo>
                  <a:cubicBezTo>
                    <a:pt x="2518" y="747"/>
                    <a:pt x="2518" y="434"/>
                    <a:pt x="2329" y="243"/>
                  </a:cubicBezTo>
                  <a:lnTo>
                    <a:pt x="2227" y="142"/>
                  </a:lnTo>
                  <a:cubicBezTo>
                    <a:pt x="2132" y="48"/>
                    <a:pt x="2006" y="0"/>
                    <a:pt x="18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3"/>
            <p:cNvSpPr/>
            <p:nvPr/>
          </p:nvSpPr>
          <p:spPr>
            <a:xfrm flipH="1">
              <a:off x="6477365" y="6473419"/>
              <a:ext cx="132424" cy="127430"/>
            </a:xfrm>
            <a:custGeom>
              <a:rect b="b" l="l" r="r" t="t"/>
              <a:pathLst>
                <a:path extrusionOk="0" h="2424" w="2519">
                  <a:moveTo>
                    <a:pt x="1881" y="1"/>
                  </a:moveTo>
                  <a:cubicBezTo>
                    <a:pt x="1756" y="1"/>
                    <a:pt x="1630" y="48"/>
                    <a:pt x="1535" y="142"/>
                  </a:cubicBezTo>
                  <a:lnTo>
                    <a:pt x="190" y="1487"/>
                  </a:lnTo>
                  <a:cubicBezTo>
                    <a:pt x="0" y="1678"/>
                    <a:pt x="0" y="1990"/>
                    <a:pt x="190" y="2179"/>
                  </a:cubicBezTo>
                  <a:lnTo>
                    <a:pt x="293" y="2280"/>
                  </a:lnTo>
                  <a:cubicBezTo>
                    <a:pt x="388" y="2376"/>
                    <a:pt x="513" y="2423"/>
                    <a:pt x="639" y="2423"/>
                  </a:cubicBezTo>
                  <a:cubicBezTo>
                    <a:pt x="764" y="2423"/>
                    <a:pt x="890" y="2376"/>
                    <a:pt x="984" y="2280"/>
                  </a:cubicBezTo>
                  <a:lnTo>
                    <a:pt x="2328" y="936"/>
                  </a:lnTo>
                  <a:cubicBezTo>
                    <a:pt x="2519" y="747"/>
                    <a:pt x="2519" y="434"/>
                    <a:pt x="2328" y="244"/>
                  </a:cubicBezTo>
                  <a:lnTo>
                    <a:pt x="2227" y="142"/>
                  </a:lnTo>
                  <a:cubicBezTo>
                    <a:pt x="2132" y="48"/>
                    <a:pt x="2007" y="1"/>
                    <a:pt x="18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3"/>
            <p:cNvSpPr/>
            <p:nvPr/>
          </p:nvSpPr>
          <p:spPr>
            <a:xfrm flipH="1">
              <a:off x="6648804" y="6605689"/>
              <a:ext cx="174690" cy="174690"/>
            </a:xfrm>
            <a:custGeom>
              <a:rect b="b" l="l" r="r" t="t"/>
              <a:pathLst>
                <a:path extrusionOk="0" h="3323" w="3323">
                  <a:moveTo>
                    <a:pt x="1662" y="195"/>
                  </a:moveTo>
                  <a:cubicBezTo>
                    <a:pt x="2470" y="195"/>
                    <a:pt x="3125" y="854"/>
                    <a:pt x="3128" y="1662"/>
                  </a:cubicBezTo>
                  <a:cubicBezTo>
                    <a:pt x="3128" y="2470"/>
                    <a:pt x="2470" y="3128"/>
                    <a:pt x="1662" y="3128"/>
                  </a:cubicBezTo>
                  <a:cubicBezTo>
                    <a:pt x="854" y="3128"/>
                    <a:pt x="196" y="2470"/>
                    <a:pt x="196" y="1662"/>
                  </a:cubicBezTo>
                  <a:cubicBezTo>
                    <a:pt x="196" y="853"/>
                    <a:pt x="854" y="195"/>
                    <a:pt x="1662" y="195"/>
                  </a:cubicBezTo>
                  <a:close/>
                  <a:moveTo>
                    <a:pt x="1662" y="0"/>
                  </a:moveTo>
                  <a:cubicBezTo>
                    <a:pt x="747" y="0"/>
                    <a:pt x="0" y="747"/>
                    <a:pt x="0" y="1662"/>
                  </a:cubicBezTo>
                  <a:cubicBezTo>
                    <a:pt x="0" y="2578"/>
                    <a:pt x="747" y="3323"/>
                    <a:pt x="1662" y="3323"/>
                  </a:cubicBezTo>
                  <a:cubicBezTo>
                    <a:pt x="2578" y="3323"/>
                    <a:pt x="3323" y="2578"/>
                    <a:pt x="3323" y="1662"/>
                  </a:cubicBezTo>
                  <a:cubicBezTo>
                    <a:pt x="3323" y="747"/>
                    <a:pt x="2578" y="0"/>
                    <a:pt x="16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3"/>
            <p:cNvSpPr/>
            <p:nvPr/>
          </p:nvSpPr>
          <p:spPr>
            <a:xfrm flipH="1">
              <a:off x="6523943" y="3220330"/>
              <a:ext cx="1563169" cy="1384431"/>
            </a:xfrm>
            <a:custGeom>
              <a:rect b="b" l="l" r="r" t="t"/>
              <a:pathLst>
                <a:path extrusionOk="0" h="26335" w="29735">
                  <a:moveTo>
                    <a:pt x="4976" y="0"/>
                  </a:moveTo>
                  <a:cubicBezTo>
                    <a:pt x="4976" y="0"/>
                    <a:pt x="1" y="5096"/>
                    <a:pt x="446" y="12583"/>
                  </a:cubicBezTo>
                  <a:cubicBezTo>
                    <a:pt x="850" y="19388"/>
                    <a:pt x="1116" y="25287"/>
                    <a:pt x="1116" y="25287"/>
                  </a:cubicBezTo>
                  <a:lnTo>
                    <a:pt x="14719" y="26334"/>
                  </a:lnTo>
                  <a:lnTo>
                    <a:pt x="16113" y="20131"/>
                  </a:lnTo>
                  <a:lnTo>
                    <a:pt x="16395" y="26334"/>
                  </a:lnTo>
                  <a:lnTo>
                    <a:pt x="29734" y="24651"/>
                  </a:lnTo>
                  <a:lnTo>
                    <a:pt x="259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3"/>
            <p:cNvSpPr/>
            <p:nvPr/>
          </p:nvSpPr>
          <p:spPr>
            <a:xfrm flipH="1">
              <a:off x="6707723" y="3220330"/>
              <a:ext cx="1243228" cy="211542"/>
            </a:xfrm>
            <a:custGeom>
              <a:rect b="b" l="l" r="r" t="t"/>
              <a:pathLst>
                <a:path extrusionOk="0" h="4024" w="23649">
                  <a:moveTo>
                    <a:pt x="2386" y="0"/>
                  </a:moveTo>
                  <a:cubicBezTo>
                    <a:pt x="2386" y="0"/>
                    <a:pt x="1176" y="1243"/>
                    <a:pt x="1" y="3397"/>
                  </a:cubicBezTo>
                  <a:cubicBezTo>
                    <a:pt x="1714" y="3586"/>
                    <a:pt x="6200" y="4023"/>
                    <a:pt x="10935" y="4023"/>
                  </a:cubicBezTo>
                  <a:cubicBezTo>
                    <a:pt x="15841" y="4023"/>
                    <a:pt x="21014" y="3554"/>
                    <a:pt x="23649" y="1852"/>
                  </a:cubicBezTo>
                  <a:lnTo>
                    <a:pt x="2336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3"/>
            <p:cNvSpPr/>
            <p:nvPr/>
          </p:nvSpPr>
          <p:spPr>
            <a:xfrm flipH="1">
              <a:off x="6998720" y="3213548"/>
              <a:ext cx="103721" cy="480122"/>
            </a:xfrm>
            <a:custGeom>
              <a:rect b="b" l="l" r="r" t="t"/>
              <a:pathLst>
                <a:path extrusionOk="0" h="9133" w="1973">
                  <a:moveTo>
                    <a:pt x="1828" y="1"/>
                  </a:moveTo>
                  <a:cubicBezTo>
                    <a:pt x="1757" y="1"/>
                    <a:pt x="1715" y="63"/>
                    <a:pt x="1714" y="129"/>
                  </a:cubicBezTo>
                  <a:lnTo>
                    <a:pt x="1607" y="7722"/>
                  </a:lnTo>
                  <a:cubicBezTo>
                    <a:pt x="1607" y="8357"/>
                    <a:pt x="1090" y="8875"/>
                    <a:pt x="454" y="8875"/>
                  </a:cubicBezTo>
                  <a:lnTo>
                    <a:pt x="129" y="8875"/>
                  </a:lnTo>
                  <a:cubicBezTo>
                    <a:pt x="58" y="8875"/>
                    <a:pt x="0" y="8932"/>
                    <a:pt x="0" y="9003"/>
                  </a:cubicBezTo>
                  <a:cubicBezTo>
                    <a:pt x="0" y="9075"/>
                    <a:pt x="58" y="9132"/>
                    <a:pt x="129" y="9132"/>
                  </a:cubicBezTo>
                  <a:lnTo>
                    <a:pt x="454" y="9132"/>
                  </a:lnTo>
                  <a:cubicBezTo>
                    <a:pt x="1233" y="9132"/>
                    <a:pt x="1865" y="8500"/>
                    <a:pt x="1864" y="7723"/>
                  </a:cubicBezTo>
                  <a:lnTo>
                    <a:pt x="1971" y="133"/>
                  </a:lnTo>
                  <a:cubicBezTo>
                    <a:pt x="1973" y="62"/>
                    <a:pt x="1915" y="5"/>
                    <a:pt x="1844" y="2"/>
                  </a:cubicBezTo>
                  <a:cubicBezTo>
                    <a:pt x="1839" y="1"/>
                    <a:pt x="1833" y="1"/>
                    <a:pt x="182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3"/>
            <p:cNvSpPr/>
            <p:nvPr/>
          </p:nvSpPr>
          <p:spPr>
            <a:xfrm flipH="1">
              <a:off x="7649517" y="3213548"/>
              <a:ext cx="374929" cy="492108"/>
            </a:xfrm>
            <a:custGeom>
              <a:rect b="b" l="l" r="r" t="t"/>
              <a:pathLst>
                <a:path extrusionOk="0" h="9361" w="7132">
                  <a:moveTo>
                    <a:pt x="6993" y="0"/>
                  </a:moveTo>
                  <a:cubicBezTo>
                    <a:pt x="6932" y="0"/>
                    <a:pt x="6875" y="42"/>
                    <a:pt x="6862" y="105"/>
                  </a:cubicBezTo>
                  <a:lnTo>
                    <a:pt x="5681" y="6020"/>
                  </a:lnTo>
                  <a:lnTo>
                    <a:pt x="83" y="9119"/>
                  </a:lnTo>
                  <a:cubicBezTo>
                    <a:pt x="22" y="9154"/>
                    <a:pt x="0" y="9232"/>
                    <a:pt x="33" y="9295"/>
                  </a:cubicBezTo>
                  <a:cubicBezTo>
                    <a:pt x="57" y="9338"/>
                    <a:pt x="100" y="9361"/>
                    <a:pt x="146" y="9361"/>
                  </a:cubicBezTo>
                  <a:cubicBezTo>
                    <a:pt x="168" y="9361"/>
                    <a:pt x="189" y="9355"/>
                    <a:pt x="208" y="9345"/>
                  </a:cubicBezTo>
                  <a:lnTo>
                    <a:pt x="5858" y="6216"/>
                  </a:lnTo>
                  <a:cubicBezTo>
                    <a:pt x="5893" y="6199"/>
                    <a:pt x="5915" y="6166"/>
                    <a:pt x="5923" y="6129"/>
                  </a:cubicBezTo>
                  <a:lnTo>
                    <a:pt x="7117" y="155"/>
                  </a:lnTo>
                  <a:cubicBezTo>
                    <a:pt x="7131" y="85"/>
                    <a:pt x="7084" y="16"/>
                    <a:pt x="7015" y="2"/>
                  </a:cubicBezTo>
                  <a:cubicBezTo>
                    <a:pt x="7008" y="1"/>
                    <a:pt x="7001" y="0"/>
                    <a:pt x="69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3"/>
            <p:cNvSpPr/>
            <p:nvPr/>
          </p:nvSpPr>
          <p:spPr>
            <a:xfrm flipH="1">
              <a:off x="7078842" y="3213496"/>
              <a:ext cx="168855" cy="1071955"/>
            </a:xfrm>
            <a:custGeom>
              <a:rect b="b" l="l" r="r" t="t"/>
              <a:pathLst>
                <a:path extrusionOk="0" h="20391" w="3212">
                  <a:moveTo>
                    <a:pt x="3084" y="0"/>
                  </a:moveTo>
                  <a:cubicBezTo>
                    <a:pt x="3007" y="1"/>
                    <a:pt x="2954" y="53"/>
                    <a:pt x="2949" y="124"/>
                  </a:cubicBezTo>
                  <a:cubicBezTo>
                    <a:pt x="2947" y="192"/>
                    <a:pt x="2691" y="6945"/>
                    <a:pt x="2626" y="11740"/>
                  </a:cubicBezTo>
                  <a:cubicBezTo>
                    <a:pt x="2562" y="16491"/>
                    <a:pt x="66" y="20151"/>
                    <a:pt x="42" y="20187"/>
                  </a:cubicBezTo>
                  <a:cubicBezTo>
                    <a:pt x="0" y="20246"/>
                    <a:pt x="15" y="20326"/>
                    <a:pt x="73" y="20367"/>
                  </a:cubicBezTo>
                  <a:cubicBezTo>
                    <a:pt x="95" y="20383"/>
                    <a:pt x="122" y="20390"/>
                    <a:pt x="146" y="20390"/>
                  </a:cubicBezTo>
                  <a:cubicBezTo>
                    <a:pt x="188" y="20390"/>
                    <a:pt x="228" y="20372"/>
                    <a:pt x="256" y="20333"/>
                  </a:cubicBezTo>
                  <a:cubicBezTo>
                    <a:pt x="281" y="20297"/>
                    <a:pt x="2821" y="16576"/>
                    <a:pt x="2885" y="11743"/>
                  </a:cubicBezTo>
                  <a:cubicBezTo>
                    <a:pt x="2949" y="6951"/>
                    <a:pt x="3207" y="202"/>
                    <a:pt x="3210" y="134"/>
                  </a:cubicBezTo>
                  <a:cubicBezTo>
                    <a:pt x="3211" y="63"/>
                    <a:pt x="3155" y="3"/>
                    <a:pt x="308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3"/>
            <p:cNvSpPr/>
            <p:nvPr/>
          </p:nvSpPr>
          <p:spPr>
            <a:xfrm flipH="1">
              <a:off x="6707720" y="1754734"/>
              <a:ext cx="1162480" cy="1639658"/>
            </a:xfrm>
            <a:custGeom>
              <a:rect b="b" l="l" r="r" t="t"/>
              <a:pathLst>
                <a:path extrusionOk="0" h="31190" w="22113">
                  <a:moveTo>
                    <a:pt x="11312" y="1"/>
                  </a:moveTo>
                  <a:cubicBezTo>
                    <a:pt x="10258" y="1"/>
                    <a:pt x="9204" y="90"/>
                    <a:pt x="8162" y="267"/>
                  </a:cubicBezTo>
                  <a:lnTo>
                    <a:pt x="1" y="1817"/>
                  </a:lnTo>
                  <a:cubicBezTo>
                    <a:pt x="1" y="1817"/>
                    <a:pt x="2019" y="14712"/>
                    <a:pt x="1410" y="20393"/>
                  </a:cubicBezTo>
                  <a:cubicBezTo>
                    <a:pt x="1145" y="22858"/>
                    <a:pt x="286" y="28579"/>
                    <a:pt x="286" y="28579"/>
                  </a:cubicBezTo>
                  <a:cubicBezTo>
                    <a:pt x="286" y="28579"/>
                    <a:pt x="2817" y="31189"/>
                    <a:pt x="11308" y="31189"/>
                  </a:cubicBezTo>
                  <a:cubicBezTo>
                    <a:pt x="19800" y="31189"/>
                    <a:pt x="22113" y="29729"/>
                    <a:pt x="22113" y="29729"/>
                  </a:cubicBezTo>
                  <a:cubicBezTo>
                    <a:pt x="22113" y="29729"/>
                    <a:pt x="21368" y="22870"/>
                    <a:pt x="21258" y="20391"/>
                  </a:cubicBezTo>
                  <a:cubicBezTo>
                    <a:pt x="21053" y="15873"/>
                    <a:pt x="21160" y="8965"/>
                    <a:pt x="21402" y="4732"/>
                  </a:cubicBezTo>
                  <a:cubicBezTo>
                    <a:pt x="21504" y="2947"/>
                    <a:pt x="20264" y="1363"/>
                    <a:pt x="18506" y="1031"/>
                  </a:cubicBezTo>
                  <a:lnTo>
                    <a:pt x="14454" y="266"/>
                  </a:lnTo>
                  <a:cubicBezTo>
                    <a:pt x="13414" y="89"/>
                    <a:pt x="12363" y="1"/>
                    <a:pt x="11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3"/>
            <p:cNvSpPr/>
            <p:nvPr/>
          </p:nvSpPr>
          <p:spPr>
            <a:xfrm flipH="1">
              <a:off x="6969876" y="1792902"/>
              <a:ext cx="611967" cy="283931"/>
            </a:xfrm>
            <a:custGeom>
              <a:rect b="b" l="l" r="r" t="t"/>
              <a:pathLst>
                <a:path extrusionOk="0" h="5401" w="11641">
                  <a:moveTo>
                    <a:pt x="11413" y="0"/>
                  </a:moveTo>
                  <a:cubicBezTo>
                    <a:pt x="11270" y="2875"/>
                    <a:pt x="9334" y="5172"/>
                    <a:pt x="6338" y="5172"/>
                  </a:cubicBezTo>
                  <a:cubicBezTo>
                    <a:pt x="3344" y="5172"/>
                    <a:pt x="374" y="2879"/>
                    <a:pt x="228" y="6"/>
                  </a:cubicBezTo>
                  <a:lnTo>
                    <a:pt x="1" y="49"/>
                  </a:lnTo>
                  <a:cubicBezTo>
                    <a:pt x="169" y="3029"/>
                    <a:pt x="3233" y="5401"/>
                    <a:pt x="6338" y="5401"/>
                  </a:cubicBezTo>
                  <a:cubicBezTo>
                    <a:pt x="6340" y="5401"/>
                    <a:pt x="6342" y="5401"/>
                    <a:pt x="6343" y="5401"/>
                  </a:cubicBezTo>
                  <a:cubicBezTo>
                    <a:pt x="9448" y="5401"/>
                    <a:pt x="11475" y="3023"/>
                    <a:pt x="11641" y="43"/>
                  </a:cubicBezTo>
                  <a:lnTo>
                    <a:pt x="11413"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3"/>
            <p:cNvSpPr/>
            <p:nvPr/>
          </p:nvSpPr>
          <p:spPr>
            <a:xfrm flipH="1">
              <a:off x="7015558" y="1754734"/>
              <a:ext cx="517762" cy="263323"/>
            </a:xfrm>
            <a:custGeom>
              <a:rect b="b" l="l" r="r" t="t"/>
              <a:pathLst>
                <a:path extrusionOk="0" h="5009" w="9849">
                  <a:moveTo>
                    <a:pt x="4904" y="1"/>
                  </a:moveTo>
                  <a:cubicBezTo>
                    <a:pt x="3850" y="1"/>
                    <a:pt x="2796" y="90"/>
                    <a:pt x="1754" y="267"/>
                  </a:cubicBezTo>
                  <a:lnTo>
                    <a:pt x="0" y="563"/>
                  </a:lnTo>
                  <a:cubicBezTo>
                    <a:pt x="255" y="3062"/>
                    <a:pt x="2879" y="5008"/>
                    <a:pt x="5442" y="5008"/>
                  </a:cubicBezTo>
                  <a:cubicBezTo>
                    <a:pt x="8003" y="5008"/>
                    <a:pt x="9594" y="3063"/>
                    <a:pt x="9848" y="569"/>
                  </a:cubicBezTo>
                  <a:lnTo>
                    <a:pt x="8046" y="266"/>
                  </a:lnTo>
                  <a:cubicBezTo>
                    <a:pt x="7006" y="89"/>
                    <a:pt x="5955" y="1"/>
                    <a:pt x="4904"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3"/>
            <p:cNvSpPr/>
            <p:nvPr/>
          </p:nvSpPr>
          <p:spPr>
            <a:xfrm flipH="1">
              <a:off x="7116909" y="1477050"/>
              <a:ext cx="314999" cy="486167"/>
            </a:xfrm>
            <a:custGeom>
              <a:rect b="b" l="l" r="r" t="t"/>
              <a:pathLst>
                <a:path extrusionOk="0" h="9248" w="5992">
                  <a:moveTo>
                    <a:pt x="0" y="0"/>
                  </a:moveTo>
                  <a:lnTo>
                    <a:pt x="0" y="6251"/>
                  </a:lnTo>
                  <a:cubicBezTo>
                    <a:pt x="0" y="7907"/>
                    <a:pt x="1341" y="9248"/>
                    <a:pt x="2997" y="9248"/>
                  </a:cubicBezTo>
                  <a:cubicBezTo>
                    <a:pt x="4650" y="9248"/>
                    <a:pt x="5991" y="7907"/>
                    <a:pt x="5991" y="6251"/>
                  </a:cubicBezTo>
                  <a:lnTo>
                    <a:pt x="5991" y="0"/>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3"/>
            <p:cNvSpPr/>
            <p:nvPr/>
          </p:nvSpPr>
          <p:spPr>
            <a:xfrm flipH="1">
              <a:off x="7116857" y="1477050"/>
              <a:ext cx="315052" cy="269474"/>
            </a:xfrm>
            <a:custGeom>
              <a:rect b="b" l="l" r="r" t="t"/>
              <a:pathLst>
                <a:path extrusionOk="0" h="5126" w="5993">
                  <a:moveTo>
                    <a:pt x="0" y="0"/>
                  </a:moveTo>
                  <a:lnTo>
                    <a:pt x="0" y="2381"/>
                  </a:lnTo>
                  <a:cubicBezTo>
                    <a:pt x="819" y="3363"/>
                    <a:pt x="3099" y="5125"/>
                    <a:pt x="5141" y="5125"/>
                  </a:cubicBezTo>
                  <a:cubicBezTo>
                    <a:pt x="5432" y="5125"/>
                    <a:pt x="5717" y="5090"/>
                    <a:pt x="5993" y="5011"/>
                  </a:cubicBezTo>
                  <a:lnTo>
                    <a:pt x="5993"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3"/>
            <p:cNvSpPr/>
            <p:nvPr/>
          </p:nvSpPr>
          <p:spPr>
            <a:xfrm flipH="1">
              <a:off x="7466403" y="1229385"/>
              <a:ext cx="187307" cy="195403"/>
            </a:xfrm>
            <a:custGeom>
              <a:rect b="b" l="l" r="r" t="t"/>
              <a:pathLst>
                <a:path extrusionOk="0" h="3717" w="3563">
                  <a:moveTo>
                    <a:pt x="1544" y="1"/>
                  </a:moveTo>
                  <a:cubicBezTo>
                    <a:pt x="1397" y="1"/>
                    <a:pt x="1252" y="26"/>
                    <a:pt x="1112" y="79"/>
                  </a:cubicBezTo>
                  <a:cubicBezTo>
                    <a:pt x="332" y="372"/>
                    <a:pt x="0" y="1406"/>
                    <a:pt x="371" y="2388"/>
                  </a:cubicBezTo>
                  <a:cubicBezTo>
                    <a:pt x="673" y="3195"/>
                    <a:pt x="1355" y="3716"/>
                    <a:pt x="2020" y="3716"/>
                  </a:cubicBezTo>
                  <a:cubicBezTo>
                    <a:pt x="2166" y="3716"/>
                    <a:pt x="2311" y="3691"/>
                    <a:pt x="2452" y="3638"/>
                  </a:cubicBezTo>
                  <a:cubicBezTo>
                    <a:pt x="3231" y="3345"/>
                    <a:pt x="3563" y="2311"/>
                    <a:pt x="3193" y="1329"/>
                  </a:cubicBezTo>
                  <a:cubicBezTo>
                    <a:pt x="2890" y="522"/>
                    <a:pt x="2209" y="1"/>
                    <a:pt x="1544"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3"/>
            <p:cNvSpPr/>
            <p:nvPr/>
          </p:nvSpPr>
          <p:spPr>
            <a:xfrm flipH="1">
              <a:off x="6951881" y="1230752"/>
              <a:ext cx="187412" cy="195298"/>
            </a:xfrm>
            <a:custGeom>
              <a:rect b="b" l="l" r="r" t="t"/>
              <a:pathLst>
                <a:path extrusionOk="0" h="3715" w="3565">
                  <a:moveTo>
                    <a:pt x="2020" y="0"/>
                  </a:moveTo>
                  <a:cubicBezTo>
                    <a:pt x="1354" y="0"/>
                    <a:pt x="674" y="521"/>
                    <a:pt x="371" y="1327"/>
                  </a:cubicBezTo>
                  <a:cubicBezTo>
                    <a:pt x="1" y="2311"/>
                    <a:pt x="334" y="3344"/>
                    <a:pt x="1113" y="3637"/>
                  </a:cubicBezTo>
                  <a:cubicBezTo>
                    <a:pt x="1254" y="3690"/>
                    <a:pt x="1399" y="3715"/>
                    <a:pt x="1545" y="3715"/>
                  </a:cubicBezTo>
                  <a:cubicBezTo>
                    <a:pt x="2210" y="3715"/>
                    <a:pt x="2891" y="3194"/>
                    <a:pt x="3194" y="2388"/>
                  </a:cubicBezTo>
                  <a:cubicBezTo>
                    <a:pt x="3565" y="1404"/>
                    <a:pt x="3231" y="372"/>
                    <a:pt x="2452" y="78"/>
                  </a:cubicBezTo>
                  <a:cubicBezTo>
                    <a:pt x="2311" y="26"/>
                    <a:pt x="2166" y="0"/>
                    <a:pt x="2020"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3"/>
            <p:cNvSpPr/>
            <p:nvPr/>
          </p:nvSpPr>
          <p:spPr>
            <a:xfrm flipH="1">
              <a:off x="6908055" y="783576"/>
              <a:ext cx="704753" cy="584000"/>
            </a:xfrm>
            <a:custGeom>
              <a:rect b="b" l="l" r="r" t="t"/>
              <a:pathLst>
                <a:path extrusionOk="0" h="11109" w="13406">
                  <a:moveTo>
                    <a:pt x="7079" y="0"/>
                  </a:moveTo>
                  <a:cubicBezTo>
                    <a:pt x="6375" y="0"/>
                    <a:pt x="5681" y="76"/>
                    <a:pt x="5042" y="194"/>
                  </a:cubicBezTo>
                  <a:cubicBezTo>
                    <a:pt x="3770" y="428"/>
                    <a:pt x="3080" y="1252"/>
                    <a:pt x="2729" y="1884"/>
                  </a:cubicBezTo>
                  <a:cubicBezTo>
                    <a:pt x="2649" y="1302"/>
                    <a:pt x="2402" y="816"/>
                    <a:pt x="2402" y="816"/>
                  </a:cubicBezTo>
                  <a:cubicBezTo>
                    <a:pt x="2179" y="871"/>
                    <a:pt x="1718" y="1112"/>
                    <a:pt x="1664" y="1488"/>
                  </a:cubicBezTo>
                  <a:cubicBezTo>
                    <a:pt x="1625" y="1765"/>
                    <a:pt x="1664" y="2177"/>
                    <a:pt x="1664" y="2177"/>
                  </a:cubicBezTo>
                  <a:cubicBezTo>
                    <a:pt x="1664" y="2177"/>
                    <a:pt x="1424" y="2048"/>
                    <a:pt x="1115" y="2048"/>
                  </a:cubicBezTo>
                  <a:cubicBezTo>
                    <a:pt x="1004" y="2048"/>
                    <a:pt x="884" y="2065"/>
                    <a:pt x="763" y="2110"/>
                  </a:cubicBezTo>
                  <a:cubicBezTo>
                    <a:pt x="528" y="2199"/>
                    <a:pt x="229" y="2339"/>
                    <a:pt x="325" y="2602"/>
                  </a:cubicBezTo>
                  <a:cubicBezTo>
                    <a:pt x="325" y="2602"/>
                    <a:pt x="1279" y="3037"/>
                    <a:pt x="1355" y="3058"/>
                  </a:cubicBezTo>
                  <a:cubicBezTo>
                    <a:pt x="754" y="3519"/>
                    <a:pt x="461" y="4308"/>
                    <a:pt x="319" y="5159"/>
                  </a:cubicBezTo>
                  <a:cubicBezTo>
                    <a:pt x="0" y="7077"/>
                    <a:pt x="1082" y="8921"/>
                    <a:pt x="1082" y="9854"/>
                  </a:cubicBezTo>
                  <a:cubicBezTo>
                    <a:pt x="1082" y="10790"/>
                    <a:pt x="1868" y="11109"/>
                    <a:pt x="1868" y="11109"/>
                  </a:cubicBezTo>
                  <a:lnTo>
                    <a:pt x="10552" y="11109"/>
                  </a:lnTo>
                  <a:cubicBezTo>
                    <a:pt x="11463" y="11059"/>
                    <a:pt x="11807" y="10445"/>
                    <a:pt x="11881" y="9854"/>
                  </a:cubicBezTo>
                  <a:cubicBezTo>
                    <a:pt x="11954" y="9265"/>
                    <a:pt x="12569" y="7372"/>
                    <a:pt x="12740" y="6436"/>
                  </a:cubicBezTo>
                  <a:cubicBezTo>
                    <a:pt x="12912" y="5503"/>
                    <a:pt x="12153" y="4989"/>
                    <a:pt x="12153" y="4989"/>
                  </a:cubicBezTo>
                  <a:lnTo>
                    <a:pt x="12153" y="4989"/>
                  </a:lnTo>
                  <a:lnTo>
                    <a:pt x="13405" y="5555"/>
                  </a:lnTo>
                  <a:cubicBezTo>
                    <a:pt x="13405" y="5555"/>
                    <a:pt x="13327" y="3514"/>
                    <a:pt x="11631" y="1694"/>
                  </a:cubicBezTo>
                  <a:cubicBezTo>
                    <a:pt x="10441" y="418"/>
                    <a:pt x="8732" y="0"/>
                    <a:pt x="70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3"/>
            <p:cNvSpPr/>
            <p:nvPr/>
          </p:nvSpPr>
          <p:spPr>
            <a:xfrm flipH="1">
              <a:off x="7001364" y="1027404"/>
              <a:ext cx="523860" cy="628527"/>
            </a:xfrm>
            <a:custGeom>
              <a:rect b="b" l="l" r="r" t="t"/>
              <a:pathLst>
                <a:path extrusionOk="0" h="11956" w="9965">
                  <a:moveTo>
                    <a:pt x="1941" y="1"/>
                  </a:moveTo>
                  <a:cubicBezTo>
                    <a:pt x="1933" y="2561"/>
                    <a:pt x="985" y="4089"/>
                    <a:pt x="417" y="4776"/>
                  </a:cubicBezTo>
                  <a:cubicBezTo>
                    <a:pt x="139" y="5109"/>
                    <a:pt x="1" y="5537"/>
                    <a:pt x="1" y="5972"/>
                  </a:cubicBezTo>
                  <a:lnTo>
                    <a:pt x="1" y="6973"/>
                  </a:lnTo>
                  <a:cubicBezTo>
                    <a:pt x="1" y="9713"/>
                    <a:pt x="2242" y="11955"/>
                    <a:pt x="4982" y="11955"/>
                  </a:cubicBezTo>
                  <a:cubicBezTo>
                    <a:pt x="7724" y="11955"/>
                    <a:pt x="9965" y="9713"/>
                    <a:pt x="9965" y="6973"/>
                  </a:cubicBezTo>
                  <a:lnTo>
                    <a:pt x="9965" y="3227"/>
                  </a:lnTo>
                  <a:cubicBezTo>
                    <a:pt x="9251" y="1841"/>
                    <a:pt x="7948" y="2046"/>
                    <a:pt x="5786" y="1630"/>
                  </a:cubicBezTo>
                  <a:cubicBezTo>
                    <a:pt x="3729" y="1232"/>
                    <a:pt x="1941" y="1"/>
                    <a:pt x="1941"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3"/>
            <p:cNvSpPr/>
            <p:nvPr/>
          </p:nvSpPr>
          <p:spPr>
            <a:xfrm flipH="1">
              <a:off x="7167211" y="1268130"/>
              <a:ext cx="62085" cy="147459"/>
            </a:xfrm>
            <a:custGeom>
              <a:rect b="b" l="l" r="r" t="t"/>
              <a:pathLst>
                <a:path extrusionOk="0" h="2805" w="1181">
                  <a:moveTo>
                    <a:pt x="590" y="1"/>
                  </a:moveTo>
                  <a:cubicBezTo>
                    <a:pt x="265" y="1"/>
                    <a:pt x="1" y="1220"/>
                    <a:pt x="1" y="1993"/>
                  </a:cubicBezTo>
                  <a:cubicBezTo>
                    <a:pt x="1" y="2767"/>
                    <a:pt x="265" y="2804"/>
                    <a:pt x="590" y="2804"/>
                  </a:cubicBezTo>
                  <a:cubicBezTo>
                    <a:pt x="916" y="2804"/>
                    <a:pt x="1181" y="2767"/>
                    <a:pt x="1181" y="1993"/>
                  </a:cubicBezTo>
                  <a:cubicBezTo>
                    <a:pt x="1181" y="1220"/>
                    <a:pt x="916" y="1"/>
                    <a:pt x="5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3"/>
            <p:cNvSpPr/>
            <p:nvPr/>
          </p:nvSpPr>
          <p:spPr>
            <a:xfrm flipH="1">
              <a:off x="7156594" y="1451185"/>
              <a:ext cx="132003" cy="69235"/>
            </a:xfrm>
            <a:custGeom>
              <a:rect b="b" l="l" r="r" t="t"/>
              <a:pathLst>
                <a:path extrusionOk="0" h="1317" w="2511">
                  <a:moveTo>
                    <a:pt x="85" y="0"/>
                  </a:moveTo>
                  <a:cubicBezTo>
                    <a:pt x="85" y="0"/>
                    <a:pt x="0" y="1244"/>
                    <a:pt x="1215" y="1314"/>
                  </a:cubicBezTo>
                  <a:cubicBezTo>
                    <a:pt x="1245" y="1316"/>
                    <a:pt x="1274" y="1317"/>
                    <a:pt x="1302" y="1317"/>
                  </a:cubicBezTo>
                  <a:cubicBezTo>
                    <a:pt x="2433" y="1317"/>
                    <a:pt x="2510" y="0"/>
                    <a:pt x="2510" y="0"/>
                  </a:cubicBezTo>
                  <a:lnTo>
                    <a:pt x="2510" y="0"/>
                  </a:lnTo>
                  <a:cubicBezTo>
                    <a:pt x="2117" y="219"/>
                    <a:pt x="1716" y="292"/>
                    <a:pt x="1357" y="292"/>
                  </a:cubicBezTo>
                  <a:cubicBezTo>
                    <a:pt x="638" y="292"/>
                    <a:pt x="85" y="0"/>
                    <a:pt x="8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3"/>
            <p:cNvSpPr/>
            <p:nvPr/>
          </p:nvSpPr>
          <p:spPr>
            <a:xfrm flipH="1">
              <a:off x="7183825" y="1478838"/>
              <a:ext cx="96519" cy="41530"/>
            </a:xfrm>
            <a:custGeom>
              <a:rect b="b" l="l" r="r" t="t"/>
              <a:pathLst>
                <a:path extrusionOk="0" h="790" w="1836">
                  <a:moveTo>
                    <a:pt x="1" y="0"/>
                  </a:moveTo>
                  <a:cubicBezTo>
                    <a:pt x="112" y="348"/>
                    <a:pt x="385" y="747"/>
                    <a:pt x="1058" y="787"/>
                  </a:cubicBezTo>
                  <a:cubicBezTo>
                    <a:pt x="1086" y="789"/>
                    <a:pt x="1114" y="789"/>
                    <a:pt x="1141" y="789"/>
                  </a:cubicBezTo>
                  <a:cubicBezTo>
                    <a:pt x="1441" y="789"/>
                    <a:pt x="1665" y="697"/>
                    <a:pt x="1836" y="561"/>
                  </a:cubicBezTo>
                  <a:cubicBezTo>
                    <a:pt x="1258" y="143"/>
                    <a:pt x="493" y="2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3"/>
            <p:cNvSpPr/>
            <p:nvPr/>
          </p:nvSpPr>
          <p:spPr>
            <a:xfrm flipH="1">
              <a:off x="7277667" y="1176445"/>
              <a:ext cx="116600" cy="38324"/>
            </a:xfrm>
            <a:custGeom>
              <a:rect b="b" l="l" r="r" t="t"/>
              <a:pathLst>
                <a:path extrusionOk="0" h="729" w="2218">
                  <a:moveTo>
                    <a:pt x="1096" y="1"/>
                  </a:moveTo>
                  <a:cubicBezTo>
                    <a:pt x="643" y="1"/>
                    <a:pt x="273" y="210"/>
                    <a:pt x="84" y="388"/>
                  </a:cubicBezTo>
                  <a:cubicBezTo>
                    <a:pt x="5" y="462"/>
                    <a:pt x="1" y="587"/>
                    <a:pt x="74" y="665"/>
                  </a:cubicBezTo>
                  <a:cubicBezTo>
                    <a:pt x="113" y="707"/>
                    <a:pt x="166" y="728"/>
                    <a:pt x="219" y="728"/>
                  </a:cubicBezTo>
                  <a:cubicBezTo>
                    <a:pt x="266" y="728"/>
                    <a:pt x="314" y="711"/>
                    <a:pt x="351" y="677"/>
                  </a:cubicBezTo>
                  <a:cubicBezTo>
                    <a:pt x="370" y="659"/>
                    <a:pt x="665" y="394"/>
                    <a:pt x="1099" y="394"/>
                  </a:cubicBezTo>
                  <a:cubicBezTo>
                    <a:pt x="1326" y="394"/>
                    <a:pt x="1592" y="467"/>
                    <a:pt x="1876" y="687"/>
                  </a:cubicBezTo>
                  <a:cubicBezTo>
                    <a:pt x="1912" y="715"/>
                    <a:pt x="1955" y="728"/>
                    <a:pt x="1996" y="728"/>
                  </a:cubicBezTo>
                  <a:cubicBezTo>
                    <a:pt x="2055" y="728"/>
                    <a:pt x="2112" y="701"/>
                    <a:pt x="2152" y="651"/>
                  </a:cubicBezTo>
                  <a:cubicBezTo>
                    <a:pt x="2218" y="565"/>
                    <a:pt x="2202" y="442"/>
                    <a:pt x="2116" y="376"/>
                  </a:cubicBezTo>
                  <a:cubicBezTo>
                    <a:pt x="1759" y="100"/>
                    <a:pt x="1408" y="1"/>
                    <a:pt x="10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3"/>
            <p:cNvSpPr/>
            <p:nvPr/>
          </p:nvSpPr>
          <p:spPr>
            <a:xfrm flipH="1">
              <a:off x="7046456" y="1176497"/>
              <a:ext cx="116653" cy="38324"/>
            </a:xfrm>
            <a:custGeom>
              <a:rect b="b" l="l" r="r" t="t"/>
              <a:pathLst>
                <a:path extrusionOk="0" h="729" w="2219">
                  <a:moveTo>
                    <a:pt x="1121" y="0"/>
                  </a:moveTo>
                  <a:cubicBezTo>
                    <a:pt x="809" y="0"/>
                    <a:pt x="459" y="99"/>
                    <a:pt x="102" y="375"/>
                  </a:cubicBezTo>
                  <a:cubicBezTo>
                    <a:pt x="16" y="441"/>
                    <a:pt x="0" y="564"/>
                    <a:pt x="66" y="650"/>
                  </a:cubicBezTo>
                  <a:cubicBezTo>
                    <a:pt x="106" y="700"/>
                    <a:pt x="163" y="727"/>
                    <a:pt x="222" y="727"/>
                  </a:cubicBezTo>
                  <a:cubicBezTo>
                    <a:pt x="263" y="727"/>
                    <a:pt x="306" y="713"/>
                    <a:pt x="344" y="689"/>
                  </a:cubicBezTo>
                  <a:cubicBezTo>
                    <a:pt x="628" y="469"/>
                    <a:pt x="894" y="396"/>
                    <a:pt x="1121" y="396"/>
                  </a:cubicBezTo>
                  <a:cubicBezTo>
                    <a:pt x="1552" y="396"/>
                    <a:pt x="1845" y="657"/>
                    <a:pt x="1867" y="676"/>
                  </a:cubicBezTo>
                  <a:cubicBezTo>
                    <a:pt x="1905" y="711"/>
                    <a:pt x="1953" y="728"/>
                    <a:pt x="2001" y="728"/>
                  </a:cubicBezTo>
                  <a:cubicBezTo>
                    <a:pt x="2053" y="728"/>
                    <a:pt x="2105" y="708"/>
                    <a:pt x="2144" y="667"/>
                  </a:cubicBezTo>
                  <a:cubicBezTo>
                    <a:pt x="2219" y="586"/>
                    <a:pt x="2213" y="463"/>
                    <a:pt x="2134" y="388"/>
                  </a:cubicBezTo>
                  <a:cubicBezTo>
                    <a:pt x="1946" y="210"/>
                    <a:pt x="1575" y="0"/>
                    <a:pt x="112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3"/>
            <p:cNvSpPr/>
            <p:nvPr/>
          </p:nvSpPr>
          <p:spPr>
            <a:xfrm flipH="1">
              <a:off x="7587823" y="2119635"/>
              <a:ext cx="1054449" cy="1579308"/>
            </a:xfrm>
            <a:custGeom>
              <a:rect b="b" l="l" r="r" t="t"/>
              <a:pathLst>
                <a:path extrusionOk="0" h="30042" w="20058">
                  <a:moveTo>
                    <a:pt x="10605" y="1"/>
                  </a:moveTo>
                  <a:lnTo>
                    <a:pt x="1290" y="9294"/>
                  </a:lnTo>
                  <a:cubicBezTo>
                    <a:pt x="0" y="10598"/>
                    <a:pt x="12" y="12701"/>
                    <a:pt x="1316" y="13992"/>
                  </a:cubicBezTo>
                  <a:lnTo>
                    <a:pt x="10820" y="27216"/>
                  </a:lnTo>
                  <a:lnTo>
                    <a:pt x="10847" y="27200"/>
                  </a:lnTo>
                  <a:lnTo>
                    <a:pt x="11898" y="30042"/>
                  </a:lnTo>
                  <a:cubicBezTo>
                    <a:pt x="11898" y="30042"/>
                    <a:pt x="17304" y="26950"/>
                    <a:pt x="17549" y="26914"/>
                  </a:cubicBezTo>
                  <a:lnTo>
                    <a:pt x="19326" y="26651"/>
                  </a:lnTo>
                  <a:cubicBezTo>
                    <a:pt x="19743" y="26626"/>
                    <a:pt x="20057" y="26245"/>
                    <a:pt x="19991" y="25823"/>
                  </a:cubicBezTo>
                  <a:cubicBezTo>
                    <a:pt x="19935" y="25470"/>
                    <a:pt x="19611" y="25224"/>
                    <a:pt x="19256" y="25224"/>
                  </a:cubicBezTo>
                  <a:cubicBezTo>
                    <a:pt x="19241" y="25224"/>
                    <a:pt x="19227" y="25224"/>
                    <a:pt x="19212" y="25225"/>
                  </a:cubicBezTo>
                  <a:lnTo>
                    <a:pt x="18167" y="25283"/>
                  </a:lnTo>
                  <a:cubicBezTo>
                    <a:pt x="18125" y="25286"/>
                    <a:pt x="18084" y="25287"/>
                    <a:pt x="18042" y="25287"/>
                  </a:cubicBezTo>
                  <a:cubicBezTo>
                    <a:pt x="17681" y="25287"/>
                    <a:pt x="17326" y="25198"/>
                    <a:pt x="17010" y="25026"/>
                  </a:cubicBezTo>
                  <a:cubicBezTo>
                    <a:pt x="16622" y="24817"/>
                    <a:pt x="16200" y="24677"/>
                    <a:pt x="15764" y="24613"/>
                  </a:cubicBezTo>
                  <a:lnTo>
                    <a:pt x="14884" y="24484"/>
                  </a:lnTo>
                  <a:lnTo>
                    <a:pt x="7952" y="12031"/>
                  </a:lnTo>
                  <a:lnTo>
                    <a:pt x="15329" y="4673"/>
                  </a:lnTo>
                  <a:lnTo>
                    <a:pt x="10605"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3"/>
            <p:cNvSpPr/>
            <p:nvPr/>
          </p:nvSpPr>
          <p:spPr>
            <a:xfrm flipH="1">
              <a:off x="7836365" y="2119477"/>
              <a:ext cx="576377" cy="527435"/>
            </a:xfrm>
            <a:custGeom>
              <a:rect b="b" l="l" r="r" t="t"/>
              <a:pathLst>
                <a:path extrusionOk="0" h="10033" w="10964">
                  <a:moveTo>
                    <a:pt x="6239" y="1"/>
                  </a:moveTo>
                  <a:lnTo>
                    <a:pt x="1" y="6228"/>
                  </a:lnTo>
                  <a:cubicBezTo>
                    <a:pt x="1" y="6228"/>
                    <a:pt x="1026" y="6329"/>
                    <a:pt x="2991" y="7667"/>
                  </a:cubicBezTo>
                  <a:cubicBezTo>
                    <a:pt x="4958" y="9005"/>
                    <a:pt x="5591" y="10032"/>
                    <a:pt x="5591" y="10032"/>
                  </a:cubicBezTo>
                  <a:lnTo>
                    <a:pt x="10963" y="4672"/>
                  </a:lnTo>
                  <a:lnTo>
                    <a:pt x="623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3"/>
            <p:cNvSpPr/>
            <p:nvPr/>
          </p:nvSpPr>
          <p:spPr>
            <a:xfrm flipH="1">
              <a:off x="7540237" y="1839743"/>
              <a:ext cx="846114" cy="839858"/>
            </a:xfrm>
            <a:custGeom>
              <a:rect b="b" l="l" r="r" t="t"/>
              <a:pathLst>
                <a:path extrusionOk="0" h="15976" w="16095">
                  <a:moveTo>
                    <a:pt x="11189" y="0"/>
                  </a:moveTo>
                  <a:cubicBezTo>
                    <a:pt x="10014" y="0"/>
                    <a:pt x="8841" y="473"/>
                    <a:pt x="7983" y="1405"/>
                  </a:cubicBezTo>
                  <a:lnTo>
                    <a:pt x="1" y="10069"/>
                  </a:lnTo>
                  <a:lnTo>
                    <a:pt x="6412" y="15975"/>
                  </a:lnTo>
                  <a:lnTo>
                    <a:pt x="14461" y="8989"/>
                  </a:lnTo>
                  <a:cubicBezTo>
                    <a:pt x="16095" y="7218"/>
                    <a:pt x="15911" y="2783"/>
                    <a:pt x="14142" y="1153"/>
                  </a:cubicBezTo>
                  <a:cubicBezTo>
                    <a:pt x="13305" y="381"/>
                    <a:pt x="12245" y="0"/>
                    <a:pt x="111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3"/>
            <p:cNvSpPr/>
            <p:nvPr/>
          </p:nvSpPr>
          <p:spPr>
            <a:xfrm flipH="1">
              <a:off x="6751103" y="2277929"/>
              <a:ext cx="13616" cy="385338"/>
            </a:xfrm>
            <a:custGeom>
              <a:rect b="b" l="l" r="r" t="t"/>
              <a:pathLst>
                <a:path extrusionOk="0" h="7330" w="259">
                  <a:moveTo>
                    <a:pt x="130" y="0"/>
                  </a:moveTo>
                  <a:cubicBezTo>
                    <a:pt x="58" y="0"/>
                    <a:pt x="1" y="58"/>
                    <a:pt x="1" y="129"/>
                  </a:cubicBezTo>
                  <a:lnTo>
                    <a:pt x="1" y="7201"/>
                  </a:lnTo>
                  <a:cubicBezTo>
                    <a:pt x="1" y="7273"/>
                    <a:pt x="58" y="7330"/>
                    <a:pt x="130" y="7330"/>
                  </a:cubicBezTo>
                  <a:cubicBezTo>
                    <a:pt x="201" y="7330"/>
                    <a:pt x="258" y="7271"/>
                    <a:pt x="258" y="7201"/>
                  </a:cubicBezTo>
                  <a:lnTo>
                    <a:pt x="258" y="129"/>
                  </a:lnTo>
                  <a:cubicBezTo>
                    <a:pt x="258" y="58"/>
                    <a:pt x="201" y="0"/>
                    <a:pt x="13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3"/>
            <p:cNvSpPr/>
            <p:nvPr/>
          </p:nvSpPr>
          <p:spPr>
            <a:xfrm>
              <a:off x="7307702" y="1254562"/>
              <a:ext cx="43275" cy="61864"/>
            </a:xfrm>
            <a:custGeom>
              <a:rect b="b" l="l" r="r" t="t"/>
              <a:pathLst>
                <a:path extrusionOk="0" h="2303" w="1611">
                  <a:moveTo>
                    <a:pt x="805" y="0"/>
                  </a:moveTo>
                  <a:cubicBezTo>
                    <a:pt x="361" y="0"/>
                    <a:pt x="0" y="518"/>
                    <a:pt x="0" y="1152"/>
                  </a:cubicBezTo>
                  <a:cubicBezTo>
                    <a:pt x="0" y="1788"/>
                    <a:pt x="361" y="2303"/>
                    <a:pt x="805" y="2303"/>
                  </a:cubicBezTo>
                  <a:cubicBezTo>
                    <a:pt x="1249" y="2303"/>
                    <a:pt x="1610" y="1787"/>
                    <a:pt x="1610" y="1152"/>
                  </a:cubicBezTo>
                  <a:cubicBezTo>
                    <a:pt x="1610" y="518"/>
                    <a:pt x="1249" y="3"/>
                    <a:pt x="80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3"/>
            <p:cNvSpPr/>
            <p:nvPr/>
          </p:nvSpPr>
          <p:spPr>
            <a:xfrm>
              <a:off x="7083139" y="1254562"/>
              <a:ext cx="43275" cy="61864"/>
            </a:xfrm>
            <a:custGeom>
              <a:rect b="b" l="l" r="r" t="t"/>
              <a:pathLst>
                <a:path extrusionOk="0" h="2303" w="1611">
                  <a:moveTo>
                    <a:pt x="805" y="0"/>
                  </a:moveTo>
                  <a:cubicBezTo>
                    <a:pt x="361" y="0"/>
                    <a:pt x="0" y="518"/>
                    <a:pt x="0" y="1152"/>
                  </a:cubicBezTo>
                  <a:cubicBezTo>
                    <a:pt x="0" y="1788"/>
                    <a:pt x="361" y="2303"/>
                    <a:pt x="805" y="2303"/>
                  </a:cubicBezTo>
                  <a:cubicBezTo>
                    <a:pt x="1249" y="2303"/>
                    <a:pt x="1610" y="1787"/>
                    <a:pt x="1610" y="1152"/>
                  </a:cubicBezTo>
                  <a:cubicBezTo>
                    <a:pt x="1610" y="518"/>
                    <a:pt x="1249" y="3"/>
                    <a:pt x="80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4" name="Shape 3674"/>
        <p:cNvGrpSpPr/>
        <p:nvPr/>
      </p:nvGrpSpPr>
      <p:grpSpPr>
        <a:xfrm>
          <a:off x="0" y="0"/>
          <a:ext cx="0" cy="0"/>
          <a:chOff x="0" y="0"/>
          <a:chExt cx="0" cy="0"/>
        </a:xfrm>
      </p:grpSpPr>
      <p:sp>
        <p:nvSpPr>
          <p:cNvPr id="3675" name="Google Shape;3675;p54"/>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We must understand HIS </a:t>
            </a:r>
            <a:r>
              <a:rPr b="1" lang="en">
                <a:solidFill>
                  <a:schemeClr val="accent4"/>
                </a:solidFill>
              </a:rPr>
              <a:t>origin</a:t>
            </a:r>
            <a:endParaRPr b="1">
              <a:solidFill>
                <a:schemeClr val="accent4"/>
              </a:solidFill>
            </a:endParaRPr>
          </a:p>
        </p:txBody>
      </p:sp>
      <p:sp>
        <p:nvSpPr>
          <p:cNvPr id="3676" name="Google Shape;3676;p54"/>
          <p:cNvSpPr txBox="1"/>
          <p:nvPr>
            <p:ph idx="1" type="subTitle"/>
          </p:nvPr>
        </p:nvSpPr>
        <p:spPr>
          <a:xfrm>
            <a:off x="7084550" y="4208775"/>
            <a:ext cx="913800" cy="394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hlink"/>
                </a:solidFill>
              </a:rPr>
              <a:t>Progress:</a:t>
            </a:r>
            <a:endParaRPr/>
          </a:p>
        </p:txBody>
      </p:sp>
      <p:grpSp>
        <p:nvGrpSpPr>
          <p:cNvPr id="3677" name="Google Shape;3677;p54"/>
          <p:cNvGrpSpPr/>
          <p:nvPr/>
        </p:nvGrpSpPr>
        <p:grpSpPr>
          <a:xfrm>
            <a:off x="3024451" y="1984503"/>
            <a:ext cx="3095091" cy="2035217"/>
            <a:chOff x="-1542841" y="3097149"/>
            <a:chExt cx="10393188" cy="6834175"/>
          </a:xfrm>
        </p:grpSpPr>
        <p:sp>
          <p:nvSpPr>
            <p:cNvPr id="3678" name="Google Shape;3678;p54"/>
            <p:cNvSpPr/>
            <p:nvPr/>
          </p:nvSpPr>
          <p:spPr>
            <a:xfrm>
              <a:off x="-1542841" y="3684120"/>
              <a:ext cx="3860601" cy="6247204"/>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chemeClr val="lt1"/>
            </a:solidFill>
            <a:ln cap="flat" cmpd="sng" w="9525">
              <a:solidFill>
                <a:srgbClr val="000000"/>
              </a:solidFill>
              <a:prstDash val="solid"/>
              <a:round/>
              <a:headEnd len="sm" w="sm" type="none"/>
              <a:tailEnd len="sm" w="sm" type="none"/>
            </a:ln>
            <a:effectLst>
              <a:outerShdw rotWithShape="0" algn="bl" dir="3120000" dist="57150">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4"/>
            <p:cNvSpPr/>
            <p:nvPr/>
          </p:nvSpPr>
          <p:spPr>
            <a:xfrm>
              <a:off x="1636023" y="3097149"/>
              <a:ext cx="1514581" cy="1725354"/>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chemeClr val="lt1"/>
            </a:solidFill>
            <a:ln cap="flat" cmpd="sng" w="9525">
              <a:solidFill>
                <a:srgbClr val="000000"/>
              </a:solidFill>
              <a:prstDash val="solid"/>
              <a:round/>
              <a:headEnd len="sm" w="sm" type="none"/>
              <a:tailEnd len="sm" w="sm" type="none"/>
            </a:ln>
            <a:effectLst>
              <a:outerShdw rotWithShape="0" algn="bl" dir="3120000" dist="57150">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4"/>
            <p:cNvSpPr/>
            <p:nvPr/>
          </p:nvSpPr>
          <p:spPr>
            <a:xfrm>
              <a:off x="2787424" y="3482884"/>
              <a:ext cx="6053036" cy="5218470"/>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chemeClr val="lt1"/>
            </a:solidFill>
            <a:ln cap="flat" cmpd="sng" w="9525">
              <a:solidFill>
                <a:srgbClr val="000000"/>
              </a:solidFill>
              <a:prstDash val="solid"/>
              <a:round/>
              <a:headEnd len="sm" w="sm" type="none"/>
              <a:tailEnd len="sm" w="sm" type="none"/>
            </a:ln>
            <a:effectLst>
              <a:outerShdw rotWithShape="0" algn="bl" dir="3120000" dist="57150">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4"/>
            <p:cNvSpPr/>
            <p:nvPr/>
          </p:nvSpPr>
          <p:spPr>
            <a:xfrm>
              <a:off x="7260292" y="7328138"/>
              <a:ext cx="510718" cy="282222"/>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chemeClr val="lt1"/>
            </a:solidFill>
            <a:ln cap="flat" cmpd="sng" w="9525">
              <a:solidFill>
                <a:srgbClr val="000000"/>
              </a:solidFill>
              <a:prstDash val="solid"/>
              <a:round/>
              <a:headEnd len="sm" w="sm" type="none"/>
              <a:tailEnd len="sm" w="sm" type="none"/>
            </a:ln>
            <a:effectLst>
              <a:outerShdw rotWithShape="0" algn="bl" dir="3120000" dist="57150">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4"/>
            <p:cNvSpPr/>
            <p:nvPr/>
          </p:nvSpPr>
          <p:spPr>
            <a:xfrm>
              <a:off x="6895407" y="7299804"/>
              <a:ext cx="832072" cy="600002"/>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chemeClr val="lt1"/>
            </a:solidFill>
            <a:ln cap="flat" cmpd="sng" w="9525">
              <a:solidFill>
                <a:srgbClr val="000000"/>
              </a:solidFill>
              <a:prstDash val="solid"/>
              <a:round/>
              <a:headEnd len="sm" w="sm" type="none"/>
              <a:tailEnd len="sm" w="sm" type="none"/>
            </a:ln>
            <a:effectLst>
              <a:outerShdw rotWithShape="0" algn="bl" dir="3120000" dist="57150">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4"/>
            <p:cNvSpPr/>
            <p:nvPr/>
          </p:nvSpPr>
          <p:spPr>
            <a:xfrm>
              <a:off x="7413805" y="7909199"/>
              <a:ext cx="1436542" cy="1208008"/>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chemeClr val="lt1"/>
            </a:solidFill>
            <a:ln cap="flat" cmpd="sng" w="9525">
              <a:solidFill>
                <a:srgbClr val="000000"/>
              </a:solidFill>
              <a:prstDash val="solid"/>
              <a:round/>
              <a:headEnd len="sm" w="sm" type="none"/>
              <a:tailEnd len="sm" w="sm" type="none"/>
            </a:ln>
            <a:effectLst>
              <a:outerShdw rotWithShape="0" algn="bl" dir="3120000" dist="57150">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4" name="Google Shape;3684;p54"/>
          <p:cNvGrpSpPr/>
          <p:nvPr/>
        </p:nvGrpSpPr>
        <p:grpSpPr>
          <a:xfrm>
            <a:off x="8088800" y="4178164"/>
            <a:ext cx="331133" cy="416450"/>
            <a:chOff x="8088800" y="4178164"/>
            <a:chExt cx="331133" cy="416450"/>
          </a:xfrm>
        </p:grpSpPr>
        <p:sp>
          <p:nvSpPr>
            <p:cNvPr id="3685" name="Google Shape;3685;p54"/>
            <p:cNvSpPr/>
            <p:nvPr/>
          </p:nvSpPr>
          <p:spPr>
            <a:xfrm>
              <a:off x="8132992" y="4214357"/>
              <a:ext cx="242741" cy="329192"/>
            </a:xfrm>
            <a:custGeom>
              <a:rect b="b" l="l" r="r" t="t"/>
              <a:pathLst>
                <a:path extrusionOk="0" h="25269" w="18633">
                  <a:moveTo>
                    <a:pt x="9316" y="1"/>
                  </a:moveTo>
                  <a:cubicBezTo>
                    <a:pt x="4110" y="1"/>
                    <a:pt x="0" y="4425"/>
                    <a:pt x="382" y="9616"/>
                  </a:cubicBezTo>
                  <a:lnTo>
                    <a:pt x="992" y="17887"/>
                  </a:lnTo>
                  <a:cubicBezTo>
                    <a:pt x="1313" y="22248"/>
                    <a:pt x="6689" y="25269"/>
                    <a:pt x="9316" y="25269"/>
                  </a:cubicBezTo>
                  <a:cubicBezTo>
                    <a:pt x="11945" y="25269"/>
                    <a:pt x="17320" y="22247"/>
                    <a:pt x="17641" y="17887"/>
                  </a:cubicBezTo>
                  <a:lnTo>
                    <a:pt x="18251" y="9616"/>
                  </a:lnTo>
                  <a:cubicBezTo>
                    <a:pt x="18633" y="4425"/>
                    <a:pt x="14523" y="1"/>
                    <a:pt x="9316"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4"/>
            <p:cNvSpPr/>
            <p:nvPr/>
          </p:nvSpPr>
          <p:spPr>
            <a:xfrm>
              <a:off x="8363773" y="4360155"/>
              <a:ext cx="50078" cy="74140"/>
            </a:xfrm>
            <a:custGeom>
              <a:rect b="b" l="l" r="r" t="t"/>
              <a:pathLst>
                <a:path extrusionOk="0" h="5691" w="3844">
                  <a:moveTo>
                    <a:pt x="421" y="1"/>
                  </a:moveTo>
                  <a:lnTo>
                    <a:pt x="1" y="5690"/>
                  </a:lnTo>
                  <a:lnTo>
                    <a:pt x="279" y="5690"/>
                  </a:lnTo>
                  <a:cubicBezTo>
                    <a:pt x="2246" y="5690"/>
                    <a:pt x="3843" y="4093"/>
                    <a:pt x="3842" y="2127"/>
                  </a:cubicBezTo>
                  <a:lnTo>
                    <a:pt x="3842" y="1918"/>
                  </a:lnTo>
                  <a:cubicBezTo>
                    <a:pt x="3842" y="858"/>
                    <a:pt x="2984" y="1"/>
                    <a:pt x="1925" y="1"/>
                  </a:cubicBezTo>
                  <a:close/>
                </a:path>
              </a:pathLst>
            </a:custGeom>
            <a:solidFill>
              <a:srgbClr val="F9A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4"/>
            <p:cNvSpPr/>
            <p:nvPr/>
          </p:nvSpPr>
          <p:spPr>
            <a:xfrm>
              <a:off x="8094884" y="4360155"/>
              <a:ext cx="50078" cy="74140"/>
            </a:xfrm>
            <a:custGeom>
              <a:rect b="b" l="l" r="r" t="t"/>
              <a:pathLst>
                <a:path extrusionOk="0" h="5691" w="3844">
                  <a:moveTo>
                    <a:pt x="1919" y="1"/>
                  </a:moveTo>
                  <a:cubicBezTo>
                    <a:pt x="860" y="1"/>
                    <a:pt x="2" y="858"/>
                    <a:pt x="2" y="1918"/>
                  </a:cubicBezTo>
                  <a:lnTo>
                    <a:pt x="2" y="2127"/>
                  </a:lnTo>
                  <a:cubicBezTo>
                    <a:pt x="1" y="4093"/>
                    <a:pt x="1598" y="5690"/>
                    <a:pt x="3565" y="5690"/>
                  </a:cubicBezTo>
                  <a:lnTo>
                    <a:pt x="3844" y="5690"/>
                  </a:lnTo>
                  <a:lnTo>
                    <a:pt x="3425" y="1"/>
                  </a:lnTo>
                  <a:close/>
                </a:path>
              </a:pathLst>
            </a:custGeom>
            <a:solidFill>
              <a:srgbClr val="EAAC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4"/>
            <p:cNvSpPr/>
            <p:nvPr/>
          </p:nvSpPr>
          <p:spPr>
            <a:xfrm>
              <a:off x="8149146" y="4521144"/>
              <a:ext cx="210420" cy="67391"/>
            </a:xfrm>
            <a:custGeom>
              <a:rect b="b" l="l" r="r" t="t"/>
              <a:pathLst>
                <a:path extrusionOk="0" h="5173" w="16152">
                  <a:moveTo>
                    <a:pt x="3516" y="0"/>
                  </a:moveTo>
                  <a:lnTo>
                    <a:pt x="3516" y="1630"/>
                  </a:lnTo>
                  <a:cubicBezTo>
                    <a:pt x="3516" y="2540"/>
                    <a:pt x="2993" y="3369"/>
                    <a:pt x="2174" y="3761"/>
                  </a:cubicBezTo>
                  <a:lnTo>
                    <a:pt x="245" y="4687"/>
                  </a:lnTo>
                  <a:cubicBezTo>
                    <a:pt x="0" y="4806"/>
                    <a:pt x="85" y="5173"/>
                    <a:pt x="356" y="5173"/>
                  </a:cubicBezTo>
                  <a:lnTo>
                    <a:pt x="15797" y="5173"/>
                  </a:lnTo>
                  <a:cubicBezTo>
                    <a:pt x="16070" y="5173"/>
                    <a:pt x="16152" y="4806"/>
                    <a:pt x="15908" y="4687"/>
                  </a:cubicBezTo>
                  <a:lnTo>
                    <a:pt x="13979" y="3761"/>
                  </a:lnTo>
                  <a:cubicBezTo>
                    <a:pt x="13160" y="3369"/>
                    <a:pt x="12638" y="2540"/>
                    <a:pt x="12638" y="1630"/>
                  </a:cubicBezTo>
                  <a:lnTo>
                    <a:pt x="12638" y="0"/>
                  </a:lnTo>
                  <a:cubicBezTo>
                    <a:pt x="11038" y="1095"/>
                    <a:pt x="9273" y="1721"/>
                    <a:pt x="8077" y="1721"/>
                  </a:cubicBezTo>
                  <a:cubicBezTo>
                    <a:pt x="6881" y="1721"/>
                    <a:pt x="5114" y="1095"/>
                    <a:pt x="3516"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4"/>
            <p:cNvSpPr/>
            <p:nvPr/>
          </p:nvSpPr>
          <p:spPr>
            <a:xfrm>
              <a:off x="8196817" y="4219763"/>
              <a:ext cx="178008" cy="323746"/>
            </a:xfrm>
            <a:custGeom>
              <a:rect b="b" l="l" r="r" t="t"/>
              <a:pathLst>
                <a:path extrusionOk="0" h="24851" w="13664">
                  <a:moveTo>
                    <a:pt x="7123" y="1"/>
                  </a:moveTo>
                  <a:lnTo>
                    <a:pt x="7123" y="1"/>
                  </a:lnTo>
                  <a:cubicBezTo>
                    <a:pt x="9573" y="1751"/>
                    <a:pt x="11094" y="4701"/>
                    <a:pt x="10855" y="7951"/>
                  </a:cubicBezTo>
                  <a:lnTo>
                    <a:pt x="10246" y="16222"/>
                  </a:lnTo>
                  <a:cubicBezTo>
                    <a:pt x="9924" y="20582"/>
                    <a:pt x="4549" y="23602"/>
                    <a:pt x="1922" y="23602"/>
                  </a:cubicBezTo>
                  <a:cubicBezTo>
                    <a:pt x="1376" y="23602"/>
                    <a:pt x="712" y="23472"/>
                    <a:pt x="0" y="23228"/>
                  </a:cubicBezTo>
                  <a:lnTo>
                    <a:pt x="0" y="23228"/>
                  </a:lnTo>
                  <a:cubicBezTo>
                    <a:pt x="1560" y="24262"/>
                    <a:pt x="3258" y="24851"/>
                    <a:pt x="4420" y="24851"/>
                  </a:cubicBezTo>
                  <a:cubicBezTo>
                    <a:pt x="7047" y="24851"/>
                    <a:pt x="12422" y="21829"/>
                    <a:pt x="12744" y="17471"/>
                  </a:cubicBezTo>
                  <a:lnTo>
                    <a:pt x="13354" y="9200"/>
                  </a:lnTo>
                  <a:cubicBezTo>
                    <a:pt x="13664" y="4951"/>
                    <a:pt x="10966" y="1214"/>
                    <a:pt x="7123" y="1"/>
                  </a:cubicBezTo>
                  <a:close/>
                </a:path>
              </a:pathLst>
            </a:custGeom>
            <a:solidFill>
              <a:srgbClr val="EAAC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4"/>
            <p:cNvSpPr/>
            <p:nvPr/>
          </p:nvSpPr>
          <p:spPr>
            <a:xfrm>
              <a:off x="8198875" y="4240517"/>
              <a:ext cx="141830" cy="97328"/>
            </a:xfrm>
            <a:custGeom>
              <a:rect b="b" l="l" r="r" t="t"/>
              <a:pathLst>
                <a:path extrusionOk="0" h="7471" w="10887">
                  <a:moveTo>
                    <a:pt x="8695" y="0"/>
                  </a:moveTo>
                  <a:cubicBezTo>
                    <a:pt x="8637" y="0"/>
                    <a:pt x="8580" y="28"/>
                    <a:pt x="8544" y="82"/>
                  </a:cubicBezTo>
                  <a:lnTo>
                    <a:pt x="6586" y="2992"/>
                  </a:lnTo>
                  <a:cubicBezTo>
                    <a:pt x="6503" y="3114"/>
                    <a:pt x="6591" y="3279"/>
                    <a:pt x="6739" y="3279"/>
                  </a:cubicBezTo>
                  <a:lnTo>
                    <a:pt x="7631" y="3279"/>
                  </a:lnTo>
                  <a:cubicBezTo>
                    <a:pt x="7040" y="4549"/>
                    <a:pt x="5754" y="5427"/>
                    <a:pt x="4262" y="5427"/>
                  </a:cubicBezTo>
                  <a:cubicBezTo>
                    <a:pt x="3236" y="5427"/>
                    <a:pt x="2306" y="5011"/>
                    <a:pt x="1633" y="4340"/>
                  </a:cubicBezTo>
                  <a:lnTo>
                    <a:pt x="0" y="5972"/>
                  </a:lnTo>
                  <a:cubicBezTo>
                    <a:pt x="685" y="6658"/>
                    <a:pt x="1533" y="7178"/>
                    <a:pt x="2482" y="7471"/>
                  </a:cubicBezTo>
                  <a:lnTo>
                    <a:pt x="6040" y="7471"/>
                  </a:lnTo>
                  <a:cubicBezTo>
                    <a:pt x="8007" y="6865"/>
                    <a:pt x="9544" y="5275"/>
                    <a:pt x="10082" y="3279"/>
                  </a:cubicBezTo>
                  <a:lnTo>
                    <a:pt x="10653" y="3279"/>
                  </a:lnTo>
                  <a:cubicBezTo>
                    <a:pt x="10799" y="3279"/>
                    <a:pt x="10887" y="3114"/>
                    <a:pt x="10805" y="2992"/>
                  </a:cubicBezTo>
                  <a:lnTo>
                    <a:pt x="8848" y="82"/>
                  </a:lnTo>
                  <a:cubicBezTo>
                    <a:pt x="8811" y="28"/>
                    <a:pt x="8753" y="0"/>
                    <a:pt x="8695" y="0"/>
                  </a:cubicBezTo>
                  <a:close/>
                </a:path>
              </a:pathLst>
            </a:custGeom>
            <a:solidFill>
              <a:srgbClr val="86F1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4"/>
            <p:cNvSpPr/>
            <p:nvPr/>
          </p:nvSpPr>
          <p:spPr>
            <a:xfrm>
              <a:off x="8202314" y="4318608"/>
              <a:ext cx="107268" cy="19242"/>
            </a:xfrm>
            <a:custGeom>
              <a:rect b="b" l="l" r="r" t="t"/>
              <a:pathLst>
                <a:path extrusionOk="0" h="1477" w="8234">
                  <a:moveTo>
                    <a:pt x="8234" y="0"/>
                  </a:moveTo>
                  <a:lnTo>
                    <a:pt x="8234" y="0"/>
                  </a:lnTo>
                  <a:cubicBezTo>
                    <a:pt x="8069" y="142"/>
                    <a:pt x="7853" y="228"/>
                    <a:pt x="7620" y="228"/>
                  </a:cubicBezTo>
                  <a:lnTo>
                    <a:pt x="0" y="228"/>
                  </a:lnTo>
                  <a:cubicBezTo>
                    <a:pt x="634" y="789"/>
                    <a:pt x="1388" y="1220"/>
                    <a:pt x="2217" y="1477"/>
                  </a:cubicBezTo>
                  <a:lnTo>
                    <a:pt x="5776" y="1477"/>
                  </a:lnTo>
                  <a:cubicBezTo>
                    <a:pt x="6713" y="1188"/>
                    <a:pt x="7555" y="674"/>
                    <a:pt x="8234" y="0"/>
                  </a:cubicBezTo>
                  <a:close/>
                </a:path>
              </a:pathLst>
            </a:custGeom>
            <a:solidFill>
              <a:srgbClr val="80E2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4"/>
            <p:cNvSpPr/>
            <p:nvPr/>
          </p:nvSpPr>
          <p:spPr>
            <a:xfrm>
              <a:off x="8161797" y="4238771"/>
              <a:ext cx="141062" cy="99087"/>
            </a:xfrm>
            <a:custGeom>
              <a:rect b="b" l="l" r="r" t="t"/>
              <a:pathLst>
                <a:path extrusionOk="0" h="7606" w="10828">
                  <a:moveTo>
                    <a:pt x="7106" y="1"/>
                  </a:moveTo>
                  <a:cubicBezTo>
                    <a:pt x="6304" y="1"/>
                    <a:pt x="5525" y="133"/>
                    <a:pt x="4793" y="384"/>
                  </a:cubicBezTo>
                  <a:cubicBezTo>
                    <a:pt x="4821" y="438"/>
                    <a:pt x="4819" y="507"/>
                    <a:pt x="4779" y="565"/>
                  </a:cubicBezTo>
                  <a:lnTo>
                    <a:pt x="2823" y="3473"/>
                  </a:lnTo>
                  <a:cubicBezTo>
                    <a:pt x="2786" y="3529"/>
                    <a:pt x="2727" y="3556"/>
                    <a:pt x="2669" y="3556"/>
                  </a:cubicBezTo>
                  <a:cubicBezTo>
                    <a:pt x="2611" y="3556"/>
                    <a:pt x="2553" y="3529"/>
                    <a:pt x="2517" y="3473"/>
                  </a:cubicBezTo>
                  <a:lnTo>
                    <a:pt x="1794" y="2397"/>
                  </a:lnTo>
                  <a:cubicBezTo>
                    <a:pt x="747" y="3584"/>
                    <a:pt x="141" y="5039"/>
                    <a:pt x="36" y="6591"/>
                  </a:cubicBezTo>
                  <a:cubicBezTo>
                    <a:pt x="1" y="7140"/>
                    <a:pt x="437" y="7606"/>
                    <a:pt x="988" y="7606"/>
                  </a:cubicBezTo>
                  <a:lnTo>
                    <a:pt x="5328" y="7606"/>
                  </a:lnTo>
                  <a:cubicBezTo>
                    <a:pt x="4380" y="7313"/>
                    <a:pt x="3531" y="6792"/>
                    <a:pt x="2846" y="6108"/>
                  </a:cubicBezTo>
                  <a:lnTo>
                    <a:pt x="4478" y="4474"/>
                  </a:lnTo>
                  <a:cubicBezTo>
                    <a:pt x="5151" y="5145"/>
                    <a:pt x="6080" y="5561"/>
                    <a:pt x="7106" y="5561"/>
                  </a:cubicBezTo>
                  <a:cubicBezTo>
                    <a:pt x="8599" y="5561"/>
                    <a:pt x="9886" y="4682"/>
                    <a:pt x="10476" y="3413"/>
                  </a:cubicBezTo>
                  <a:lnTo>
                    <a:pt x="9585" y="3413"/>
                  </a:lnTo>
                  <a:cubicBezTo>
                    <a:pt x="9438" y="3413"/>
                    <a:pt x="9349" y="3248"/>
                    <a:pt x="9432" y="3126"/>
                  </a:cubicBezTo>
                  <a:lnTo>
                    <a:pt x="10827" y="1051"/>
                  </a:lnTo>
                  <a:cubicBezTo>
                    <a:pt x="9725" y="365"/>
                    <a:pt x="8449" y="1"/>
                    <a:pt x="7106" y="1"/>
                  </a:cubicBezTo>
                  <a:close/>
                </a:path>
              </a:pathLst>
            </a:custGeom>
            <a:solidFill>
              <a:srgbClr val="9DC6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4"/>
            <p:cNvSpPr/>
            <p:nvPr/>
          </p:nvSpPr>
          <p:spPr>
            <a:xfrm>
              <a:off x="8277513" y="4283210"/>
              <a:ext cx="69450" cy="54624"/>
            </a:xfrm>
            <a:custGeom>
              <a:rect b="b" l="l" r="r" t="t"/>
              <a:pathLst>
                <a:path extrusionOk="0" h="4193" w="5331">
                  <a:moveTo>
                    <a:pt x="4044" y="1"/>
                  </a:moveTo>
                  <a:cubicBezTo>
                    <a:pt x="3508" y="1998"/>
                    <a:pt x="1971" y="3585"/>
                    <a:pt x="1" y="4192"/>
                  </a:cubicBezTo>
                  <a:lnTo>
                    <a:pt x="4341" y="4192"/>
                  </a:lnTo>
                  <a:cubicBezTo>
                    <a:pt x="4342" y="4192"/>
                    <a:pt x="4343" y="4192"/>
                    <a:pt x="4344" y="4192"/>
                  </a:cubicBezTo>
                  <a:cubicBezTo>
                    <a:pt x="4895" y="4192"/>
                    <a:pt x="5330" y="3728"/>
                    <a:pt x="5293" y="3179"/>
                  </a:cubicBezTo>
                  <a:cubicBezTo>
                    <a:pt x="5217" y="2045"/>
                    <a:pt x="4872" y="964"/>
                    <a:pt x="4286" y="1"/>
                  </a:cubicBezTo>
                  <a:close/>
                </a:path>
              </a:pathLst>
            </a:custGeom>
            <a:solidFill>
              <a:srgbClr val="80B4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4"/>
            <p:cNvSpPr/>
            <p:nvPr/>
          </p:nvSpPr>
          <p:spPr>
            <a:xfrm>
              <a:off x="8161797" y="4321578"/>
              <a:ext cx="69424" cy="16284"/>
            </a:xfrm>
            <a:custGeom>
              <a:rect b="b" l="l" r="r" t="t"/>
              <a:pathLst>
                <a:path extrusionOk="0" h="1250" w="5329">
                  <a:moveTo>
                    <a:pt x="57" y="0"/>
                  </a:moveTo>
                  <a:cubicBezTo>
                    <a:pt x="49" y="78"/>
                    <a:pt x="42" y="157"/>
                    <a:pt x="36" y="235"/>
                  </a:cubicBezTo>
                  <a:cubicBezTo>
                    <a:pt x="1" y="784"/>
                    <a:pt x="437" y="1250"/>
                    <a:pt x="988" y="1250"/>
                  </a:cubicBezTo>
                  <a:lnTo>
                    <a:pt x="5328" y="1250"/>
                  </a:lnTo>
                  <a:cubicBezTo>
                    <a:pt x="4498" y="993"/>
                    <a:pt x="3744" y="563"/>
                    <a:pt x="3112" y="2"/>
                  </a:cubicBezTo>
                  <a:lnTo>
                    <a:pt x="57" y="0"/>
                  </a:lnTo>
                  <a:close/>
                </a:path>
              </a:pathLst>
            </a:custGeom>
            <a:solidFill>
              <a:srgbClr val="80B4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4"/>
            <p:cNvSpPr/>
            <p:nvPr/>
          </p:nvSpPr>
          <p:spPr>
            <a:xfrm>
              <a:off x="8168024" y="4184261"/>
              <a:ext cx="141883" cy="100807"/>
            </a:xfrm>
            <a:custGeom>
              <a:rect b="b" l="l" r="r" t="t"/>
              <a:pathLst>
                <a:path extrusionOk="0" h="7738" w="10891">
                  <a:moveTo>
                    <a:pt x="6626" y="1"/>
                  </a:moveTo>
                  <a:cubicBezTo>
                    <a:pt x="3840" y="1"/>
                    <a:pt x="1496" y="1892"/>
                    <a:pt x="805" y="4460"/>
                  </a:cubicBezTo>
                  <a:lnTo>
                    <a:pt x="234" y="4460"/>
                  </a:lnTo>
                  <a:cubicBezTo>
                    <a:pt x="88" y="4460"/>
                    <a:pt x="0" y="4625"/>
                    <a:pt x="82" y="4747"/>
                  </a:cubicBezTo>
                  <a:lnTo>
                    <a:pt x="2039" y="7656"/>
                  </a:lnTo>
                  <a:cubicBezTo>
                    <a:pt x="2075" y="7710"/>
                    <a:pt x="2133" y="7738"/>
                    <a:pt x="2191" y="7738"/>
                  </a:cubicBezTo>
                  <a:cubicBezTo>
                    <a:pt x="2249" y="7738"/>
                    <a:pt x="2307" y="7710"/>
                    <a:pt x="2344" y="7656"/>
                  </a:cubicBezTo>
                  <a:lnTo>
                    <a:pt x="4301" y="4746"/>
                  </a:lnTo>
                  <a:cubicBezTo>
                    <a:pt x="4384" y="4625"/>
                    <a:pt x="4295" y="4459"/>
                    <a:pt x="4149" y="4459"/>
                  </a:cubicBezTo>
                  <a:lnTo>
                    <a:pt x="3258" y="4459"/>
                  </a:lnTo>
                  <a:cubicBezTo>
                    <a:pt x="3849" y="3192"/>
                    <a:pt x="5136" y="2311"/>
                    <a:pt x="6627" y="2311"/>
                  </a:cubicBezTo>
                  <a:cubicBezTo>
                    <a:pt x="7653" y="2311"/>
                    <a:pt x="8583" y="2727"/>
                    <a:pt x="9256" y="3400"/>
                  </a:cubicBezTo>
                  <a:lnTo>
                    <a:pt x="10890" y="1766"/>
                  </a:lnTo>
                  <a:cubicBezTo>
                    <a:pt x="9800" y="675"/>
                    <a:pt x="8293" y="1"/>
                    <a:pt x="6626" y="1"/>
                  </a:cubicBezTo>
                  <a:close/>
                </a:path>
              </a:pathLst>
            </a:custGeom>
            <a:solidFill>
              <a:srgbClr val="86F1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4"/>
            <p:cNvSpPr/>
            <p:nvPr/>
          </p:nvSpPr>
          <p:spPr>
            <a:xfrm>
              <a:off x="8088800" y="4178164"/>
              <a:ext cx="331133" cy="416450"/>
            </a:xfrm>
            <a:custGeom>
              <a:rect b="b" l="l" r="r" t="t"/>
              <a:pathLst>
                <a:path extrusionOk="0" h="31967" w="25418">
                  <a:moveTo>
                    <a:pt x="12709" y="936"/>
                  </a:moveTo>
                  <a:cubicBezTo>
                    <a:pt x="14037" y="936"/>
                    <a:pt x="15294" y="1400"/>
                    <a:pt x="16294" y="2248"/>
                  </a:cubicBezTo>
                  <a:lnTo>
                    <a:pt x="15318" y="3224"/>
                  </a:lnTo>
                  <a:cubicBezTo>
                    <a:pt x="14542" y="2602"/>
                    <a:pt x="13628" y="2311"/>
                    <a:pt x="12725" y="2311"/>
                  </a:cubicBezTo>
                  <a:cubicBezTo>
                    <a:pt x="11163" y="2311"/>
                    <a:pt x="9634" y="3184"/>
                    <a:pt x="8914" y="4730"/>
                  </a:cubicBezTo>
                  <a:cubicBezTo>
                    <a:pt x="8770" y="5040"/>
                    <a:pt x="8996" y="5396"/>
                    <a:pt x="9339" y="5396"/>
                  </a:cubicBezTo>
                  <a:lnTo>
                    <a:pt x="9697" y="5396"/>
                  </a:lnTo>
                  <a:lnTo>
                    <a:pt x="8273" y="7513"/>
                  </a:lnTo>
                  <a:cubicBezTo>
                    <a:pt x="7897" y="6954"/>
                    <a:pt x="7698" y="6658"/>
                    <a:pt x="7602" y="6516"/>
                  </a:cubicBezTo>
                  <a:lnTo>
                    <a:pt x="7602" y="6516"/>
                  </a:lnTo>
                  <a:cubicBezTo>
                    <a:pt x="7679" y="6630"/>
                    <a:pt x="7707" y="6671"/>
                    <a:pt x="7707" y="6671"/>
                  </a:cubicBezTo>
                  <a:cubicBezTo>
                    <a:pt x="7707" y="6671"/>
                    <a:pt x="7528" y="6404"/>
                    <a:pt x="7528" y="6404"/>
                  </a:cubicBezTo>
                  <a:lnTo>
                    <a:pt x="7528" y="6404"/>
                  </a:lnTo>
                  <a:cubicBezTo>
                    <a:pt x="7527" y="6404"/>
                    <a:pt x="7548" y="6435"/>
                    <a:pt x="7602" y="6516"/>
                  </a:cubicBezTo>
                  <a:lnTo>
                    <a:pt x="7602" y="6516"/>
                  </a:lnTo>
                  <a:cubicBezTo>
                    <a:pt x="7487" y="6344"/>
                    <a:pt x="7260" y="6007"/>
                    <a:pt x="6849" y="5396"/>
                  </a:cubicBezTo>
                  <a:lnTo>
                    <a:pt x="6888" y="5396"/>
                  </a:lnTo>
                  <a:cubicBezTo>
                    <a:pt x="7100" y="5396"/>
                    <a:pt x="7285" y="5254"/>
                    <a:pt x="7340" y="5050"/>
                  </a:cubicBezTo>
                  <a:cubicBezTo>
                    <a:pt x="7991" y="2628"/>
                    <a:pt x="10200" y="936"/>
                    <a:pt x="12709" y="936"/>
                  </a:cubicBezTo>
                  <a:close/>
                  <a:moveTo>
                    <a:pt x="12718" y="3250"/>
                  </a:moveTo>
                  <a:cubicBezTo>
                    <a:pt x="13541" y="3250"/>
                    <a:pt x="14367" y="3561"/>
                    <a:pt x="15007" y="4201"/>
                  </a:cubicBezTo>
                  <a:cubicBezTo>
                    <a:pt x="15098" y="4293"/>
                    <a:pt x="15217" y="4339"/>
                    <a:pt x="15337" y="4339"/>
                  </a:cubicBezTo>
                  <a:cubicBezTo>
                    <a:pt x="15457" y="4339"/>
                    <a:pt x="15576" y="4293"/>
                    <a:pt x="15668" y="4201"/>
                  </a:cubicBezTo>
                  <a:lnTo>
                    <a:pt x="15971" y="3898"/>
                  </a:lnTo>
                  <a:cubicBezTo>
                    <a:pt x="16298" y="4034"/>
                    <a:pt x="16611" y="4189"/>
                    <a:pt x="16912" y="4363"/>
                  </a:cubicBezTo>
                  <a:cubicBezTo>
                    <a:pt x="16789" y="4407"/>
                    <a:pt x="16680" y="4492"/>
                    <a:pt x="16602" y="4607"/>
                  </a:cubicBezTo>
                  <a:lnTo>
                    <a:pt x="16285" y="5079"/>
                  </a:lnTo>
                  <a:cubicBezTo>
                    <a:pt x="15640" y="4730"/>
                    <a:pt x="14948" y="4479"/>
                    <a:pt x="14223" y="4334"/>
                  </a:cubicBezTo>
                  <a:cubicBezTo>
                    <a:pt x="14192" y="4328"/>
                    <a:pt x="14161" y="4325"/>
                    <a:pt x="14131" y="4325"/>
                  </a:cubicBezTo>
                  <a:cubicBezTo>
                    <a:pt x="13912" y="4325"/>
                    <a:pt x="13716" y="4478"/>
                    <a:pt x="13672" y="4700"/>
                  </a:cubicBezTo>
                  <a:cubicBezTo>
                    <a:pt x="13622" y="4953"/>
                    <a:pt x="13786" y="5201"/>
                    <a:pt x="14038" y="5251"/>
                  </a:cubicBezTo>
                  <a:cubicBezTo>
                    <a:pt x="14642" y="5373"/>
                    <a:pt x="15218" y="5576"/>
                    <a:pt x="15760" y="5858"/>
                  </a:cubicBezTo>
                  <a:lnTo>
                    <a:pt x="14645" y="7516"/>
                  </a:lnTo>
                  <a:cubicBezTo>
                    <a:pt x="14355" y="7949"/>
                    <a:pt x="14665" y="8533"/>
                    <a:pt x="15188" y="8533"/>
                  </a:cubicBezTo>
                  <a:lnTo>
                    <a:pt x="15239" y="8533"/>
                  </a:lnTo>
                  <a:cubicBezTo>
                    <a:pt x="15100" y="8707"/>
                    <a:pt x="14942" y="8866"/>
                    <a:pt x="14770" y="9008"/>
                  </a:cubicBezTo>
                  <a:cubicBezTo>
                    <a:pt x="14570" y="9173"/>
                    <a:pt x="14542" y="9467"/>
                    <a:pt x="14705" y="9666"/>
                  </a:cubicBezTo>
                  <a:cubicBezTo>
                    <a:pt x="14798" y="9779"/>
                    <a:pt x="14933" y="9837"/>
                    <a:pt x="15067" y="9837"/>
                  </a:cubicBezTo>
                  <a:cubicBezTo>
                    <a:pt x="15172" y="9837"/>
                    <a:pt x="15276" y="9802"/>
                    <a:pt x="15363" y="9731"/>
                  </a:cubicBezTo>
                  <a:cubicBezTo>
                    <a:pt x="15846" y="9335"/>
                    <a:pt x="16241" y="8827"/>
                    <a:pt x="16502" y="8262"/>
                  </a:cubicBezTo>
                  <a:cubicBezTo>
                    <a:pt x="16645" y="7952"/>
                    <a:pt x="16420" y="7597"/>
                    <a:pt x="16077" y="7597"/>
                  </a:cubicBezTo>
                  <a:lnTo>
                    <a:pt x="15718" y="7597"/>
                  </a:lnTo>
                  <a:lnTo>
                    <a:pt x="17142" y="5481"/>
                  </a:lnTo>
                  <a:lnTo>
                    <a:pt x="18567" y="7597"/>
                  </a:lnTo>
                  <a:lnTo>
                    <a:pt x="18529" y="7597"/>
                  </a:lnTo>
                  <a:cubicBezTo>
                    <a:pt x="18317" y="7597"/>
                    <a:pt x="18132" y="7738"/>
                    <a:pt x="18077" y="7943"/>
                  </a:cubicBezTo>
                  <a:cubicBezTo>
                    <a:pt x="17592" y="9747"/>
                    <a:pt x="16192" y="11216"/>
                    <a:pt x="14414" y="11789"/>
                  </a:cubicBezTo>
                  <a:lnTo>
                    <a:pt x="10999" y="11789"/>
                  </a:lnTo>
                  <a:cubicBezTo>
                    <a:pt x="10314" y="11568"/>
                    <a:pt x="9673" y="11210"/>
                    <a:pt x="9121" y="10744"/>
                  </a:cubicBezTo>
                  <a:lnTo>
                    <a:pt x="10096" y="9768"/>
                  </a:lnTo>
                  <a:cubicBezTo>
                    <a:pt x="10841" y="10365"/>
                    <a:pt x="11756" y="10682"/>
                    <a:pt x="12699" y="10682"/>
                  </a:cubicBezTo>
                  <a:cubicBezTo>
                    <a:pt x="12828" y="10682"/>
                    <a:pt x="12957" y="10676"/>
                    <a:pt x="13087" y="10664"/>
                  </a:cubicBezTo>
                  <a:cubicBezTo>
                    <a:pt x="13345" y="10641"/>
                    <a:pt x="13536" y="10413"/>
                    <a:pt x="13511" y="10156"/>
                  </a:cubicBezTo>
                  <a:cubicBezTo>
                    <a:pt x="13490" y="9914"/>
                    <a:pt x="13287" y="9729"/>
                    <a:pt x="13047" y="9729"/>
                  </a:cubicBezTo>
                  <a:cubicBezTo>
                    <a:pt x="13033" y="9729"/>
                    <a:pt x="13019" y="9730"/>
                    <a:pt x="13005" y="9731"/>
                  </a:cubicBezTo>
                  <a:cubicBezTo>
                    <a:pt x="12905" y="9740"/>
                    <a:pt x="12805" y="9745"/>
                    <a:pt x="12705" y="9745"/>
                  </a:cubicBezTo>
                  <a:cubicBezTo>
                    <a:pt x="11859" y="9745"/>
                    <a:pt x="11037" y="9419"/>
                    <a:pt x="10411" y="8793"/>
                  </a:cubicBezTo>
                  <a:cubicBezTo>
                    <a:pt x="10319" y="8702"/>
                    <a:pt x="10200" y="8656"/>
                    <a:pt x="10080" y="8656"/>
                  </a:cubicBezTo>
                  <a:cubicBezTo>
                    <a:pt x="9960" y="8656"/>
                    <a:pt x="9840" y="8702"/>
                    <a:pt x="9749" y="8793"/>
                  </a:cubicBezTo>
                  <a:lnTo>
                    <a:pt x="8115" y="10427"/>
                  </a:lnTo>
                  <a:cubicBezTo>
                    <a:pt x="7932" y="10611"/>
                    <a:pt x="7932" y="10906"/>
                    <a:pt x="8115" y="11089"/>
                  </a:cubicBezTo>
                  <a:cubicBezTo>
                    <a:pt x="8372" y="11345"/>
                    <a:pt x="8647" y="11579"/>
                    <a:pt x="8941" y="11789"/>
                  </a:cubicBezTo>
                  <a:lnTo>
                    <a:pt x="6588" y="11789"/>
                  </a:lnTo>
                  <a:cubicBezTo>
                    <a:pt x="6308" y="11789"/>
                    <a:pt x="6089" y="11552"/>
                    <a:pt x="6106" y="11274"/>
                  </a:cubicBezTo>
                  <a:cubicBezTo>
                    <a:pt x="6189" y="10022"/>
                    <a:pt x="6621" y="8844"/>
                    <a:pt x="7361" y="7837"/>
                  </a:cubicBezTo>
                  <a:lnTo>
                    <a:pt x="7732" y="8388"/>
                  </a:lnTo>
                  <a:cubicBezTo>
                    <a:pt x="7861" y="8580"/>
                    <a:pt x="8067" y="8675"/>
                    <a:pt x="8273" y="8675"/>
                  </a:cubicBezTo>
                  <a:cubicBezTo>
                    <a:pt x="8480" y="8675"/>
                    <a:pt x="8686" y="8580"/>
                    <a:pt x="8815" y="8388"/>
                  </a:cubicBezTo>
                  <a:cubicBezTo>
                    <a:pt x="10946" y="5218"/>
                    <a:pt x="10789" y="5458"/>
                    <a:pt x="10821" y="5390"/>
                  </a:cubicBezTo>
                  <a:cubicBezTo>
                    <a:pt x="11208" y="5277"/>
                    <a:pt x="11607" y="5198"/>
                    <a:pt x="12012" y="5158"/>
                  </a:cubicBezTo>
                  <a:cubicBezTo>
                    <a:pt x="12269" y="5131"/>
                    <a:pt x="12457" y="4901"/>
                    <a:pt x="12431" y="4644"/>
                  </a:cubicBezTo>
                  <a:cubicBezTo>
                    <a:pt x="12405" y="4404"/>
                    <a:pt x="12203" y="4224"/>
                    <a:pt x="11967" y="4224"/>
                  </a:cubicBezTo>
                  <a:cubicBezTo>
                    <a:pt x="11950" y="4224"/>
                    <a:pt x="11934" y="4225"/>
                    <a:pt x="11917" y="4227"/>
                  </a:cubicBezTo>
                  <a:cubicBezTo>
                    <a:pt x="11431" y="4277"/>
                    <a:pt x="10953" y="4373"/>
                    <a:pt x="10488" y="4515"/>
                  </a:cubicBezTo>
                  <a:cubicBezTo>
                    <a:pt x="10365" y="4463"/>
                    <a:pt x="10273" y="4463"/>
                    <a:pt x="10180" y="4463"/>
                  </a:cubicBezTo>
                  <a:cubicBezTo>
                    <a:pt x="10825" y="3664"/>
                    <a:pt x="11769" y="3250"/>
                    <a:pt x="12718" y="3250"/>
                  </a:cubicBezTo>
                  <a:close/>
                  <a:moveTo>
                    <a:pt x="18722" y="8958"/>
                  </a:moveTo>
                  <a:cubicBezTo>
                    <a:pt x="19060" y="9682"/>
                    <a:pt x="19257" y="10460"/>
                    <a:pt x="19312" y="11274"/>
                  </a:cubicBezTo>
                  <a:cubicBezTo>
                    <a:pt x="19329" y="11552"/>
                    <a:pt x="19109" y="11789"/>
                    <a:pt x="18829" y="11789"/>
                  </a:cubicBezTo>
                  <a:lnTo>
                    <a:pt x="16470" y="11789"/>
                  </a:lnTo>
                  <a:cubicBezTo>
                    <a:pt x="17463" y="11078"/>
                    <a:pt x="18253" y="10096"/>
                    <a:pt x="18722" y="8958"/>
                  </a:cubicBezTo>
                  <a:close/>
                  <a:moveTo>
                    <a:pt x="3457" y="14438"/>
                  </a:moveTo>
                  <a:lnTo>
                    <a:pt x="3807" y="19182"/>
                  </a:lnTo>
                  <a:cubicBezTo>
                    <a:pt x="2206" y="19065"/>
                    <a:pt x="939" y="17725"/>
                    <a:pt x="939" y="16095"/>
                  </a:cubicBezTo>
                  <a:lnTo>
                    <a:pt x="939" y="15885"/>
                  </a:lnTo>
                  <a:cubicBezTo>
                    <a:pt x="939" y="15088"/>
                    <a:pt x="1589" y="14438"/>
                    <a:pt x="2386" y="14438"/>
                  </a:cubicBezTo>
                  <a:close/>
                  <a:moveTo>
                    <a:pt x="23034" y="14438"/>
                  </a:moveTo>
                  <a:cubicBezTo>
                    <a:pt x="23832" y="14438"/>
                    <a:pt x="24480" y="15088"/>
                    <a:pt x="24480" y="15885"/>
                  </a:cubicBezTo>
                  <a:lnTo>
                    <a:pt x="24480" y="16095"/>
                  </a:lnTo>
                  <a:cubicBezTo>
                    <a:pt x="24480" y="17725"/>
                    <a:pt x="23215" y="19065"/>
                    <a:pt x="21613" y="19182"/>
                  </a:cubicBezTo>
                  <a:lnTo>
                    <a:pt x="21962" y="14438"/>
                  </a:lnTo>
                  <a:close/>
                  <a:moveTo>
                    <a:pt x="4770" y="19497"/>
                  </a:moveTo>
                  <a:cubicBezTo>
                    <a:pt x="4777" y="19593"/>
                    <a:pt x="4780" y="19627"/>
                    <a:pt x="4780" y="19627"/>
                  </a:cubicBezTo>
                  <a:cubicBezTo>
                    <a:pt x="4780" y="19627"/>
                    <a:pt x="4774" y="19547"/>
                    <a:pt x="4770" y="19497"/>
                  </a:cubicBezTo>
                  <a:close/>
                  <a:moveTo>
                    <a:pt x="16802" y="27176"/>
                  </a:moveTo>
                  <a:lnTo>
                    <a:pt x="16802" y="27958"/>
                  </a:lnTo>
                  <a:cubicBezTo>
                    <a:pt x="16802" y="29040"/>
                    <a:pt x="17433" y="30041"/>
                    <a:pt x="18409" y="30509"/>
                  </a:cubicBezTo>
                  <a:lnTo>
                    <a:pt x="19494" y="31028"/>
                  </a:lnTo>
                  <a:lnTo>
                    <a:pt x="5924" y="31028"/>
                  </a:lnTo>
                  <a:lnTo>
                    <a:pt x="7008" y="30509"/>
                  </a:lnTo>
                  <a:cubicBezTo>
                    <a:pt x="7984" y="30041"/>
                    <a:pt x="8616" y="29038"/>
                    <a:pt x="8616" y="27956"/>
                  </a:cubicBezTo>
                  <a:lnTo>
                    <a:pt x="8616" y="27176"/>
                  </a:lnTo>
                  <a:cubicBezTo>
                    <a:pt x="9792" y="27864"/>
                    <a:pt x="11371" y="28514"/>
                    <a:pt x="12709" y="28514"/>
                  </a:cubicBezTo>
                  <a:cubicBezTo>
                    <a:pt x="13824" y="28514"/>
                    <a:pt x="15342" y="28032"/>
                    <a:pt x="16802" y="27176"/>
                  </a:cubicBezTo>
                  <a:close/>
                  <a:moveTo>
                    <a:pt x="12708" y="1"/>
                  </a:moveTo>
                  <a:cubicBezTo>
                    <a:pt x="9895" y="1"/>
                    <a:pt x="7410" y="1817"/>
                    <a:pt x="6538" y="4459"/>
                  </a:cubicBezTo>
                  <a:lnTo>
                    <a:pt x="6315" y="4459"/>
                  </a:lnTo>
                  <a:cubicBezTo>
                    <a:pt x="5832" y="4459"/>
                    <a:pt x="5517" y="4969"/>
                    <a:pt x="5730" y="5399"/>
                  </a:cubicBezTo>
                  <a:cubicBezTo>
                    <a:pt x="3996" y="7307"/>
                    <a:pt x="3118" y="9847"/>
                    <a:pt x="3308" y="12429"/>
                  </a:cubicBezTo>
                  <a:lnTo>
                    <a:pt x="3387" y="13502"/>
                  </a:lnTo>
                  <a:lnTo>
                    <a:pt x="2386" y="13502"/>
                  </a:lnTo>
                  <a:cubicBezTo>
                    <a:pt x="1071" y="13502"/>
                    <a:pt x="0" y="14571"/>
                    <a:pt x="0" y="15887"/>
                  </a:cubicBezTo>
                  <a:lnTo>
                    <a:pt x="0" y="16096"/>
                  </a:lnTo>
                  <a:cubicBezTo>
                    <a:pt x="0" y="18267"/>
                    <a:pt x="1724" y="20042"/>
                    <a:pt x="3874" y="20126"/>
                  </a:cubicBezTo>
                  <a:cubicBezTo>
                    <a:pt x="3922" y="20756"/>
                    <a:pt x="3933" y="21150"/>
                    <a:pt x="4094" y="21772"/>
                  </a:cubicBezTo>
                  <a:cubicBezTo>
                    <a:pt x="4147" y="21984"/>
                    <a:pt x="4338" y="22126"/>
                    <a:pt x="4547" y="22126"/>
                  </a:cubicBezTo>
                  <a:cubicBezTo>
                    <a:pt x="4852" y="22126"/>
                    <a:pt x="5077" y="21839"/>
                    <a:pt x="5001" y="21541"/>
                  </a:cubicBezTo>
                  <a:cubicBezTo>
                    <a:pt x="4855" y="20964"/>
                    <a:pt x="4850" y="20621"/>
                    <a:pt x="4778" y="19626"/>
                  </a:cubicBezTo>
                  <a:cubicBezTo>
                    <a:pt x="4770" y="19499"/>
                    <a:pt x="4767" y="19457"/>
                    <a:pt x="4767" y="19457"/>
                  </a:cubicBezTo>
                  <a:lnTo>
                    <a:pt x="4767" y="19457"/>
                  </a:lnTo>
                  <a:cubicBezTo>
                    <a:pt x="4767" y="19457"/>
                    <a:pt x="4768" y="19474"/>
                    <a:pt x="4770" y="19497"/>
                  </a:cubicBezTo>
                  <a:lnTo>
                    <a:pt x="4770" y="19497"/>
                  </a:lnTo>
                  <a:cubicBezTo>
                    <a:pt x="4739" y="19081"/>
                    <a:pt x="4622" y="17494"/>
                    <a:pt x="4245" y="12361"/>
                  </a:cubicBezTo>
                  <a:cubicBezTo>
                    <a:pt x="4080" y="10117"/>
                    <a:pt x="4813" y="7906"/>
                    <a:pt x="6269" y="6208"/>
                  </a:cubicBezTo>
                  <a:lnTo>
                    <a:pt x="6813" y="7018"/>
                  </a:lnTo>
                  <a:cubicBezTo>
                    <a:pt x="5842" y="8224"/>
                    <a:pt x="5278" y="9666"/>
                    <a:pt x="5173" y="11210"/>
                  </a:cubicBezTo>
                  <a:cubicBezTo>
                    <a:pt x="5120" y="12028"/>
                    <a:pt x="5771" y="12724"/>
                    <a:pt x="6591" y="12724"/>
                  </a:cubicBezTo>
                  <a:lnTo>
                    <a:pt x="18829" y="12724"/>
                  </a:lnTo>
                  <a:cubicBezTo>
                    <a:pt x="19649" y="12724"/>
                    <a:pt x="20300" y="12028"/>
                    <a:pt x="20246" y="11210"/>
                  </a:cubicBezTo>
                  <a:cubicBezTo>
                    <a:pt x="20180" y="10219"/>
                    <a:pt x="19927" y="9278"/>
                    <a:pt x="19492" y="8402"/>
                  </a:cubicBezTo>
                  <a:cubicBezTo>
                    <a:pt x="19766" y="8197"/>
                    <a:pt x="19838" y="7808"/>
                    <a:pt x="19643" y="7516"/>
                  </a:cubicBezTo>
                  <a:lnTo>
                    <a:pt x="18042" y="5136"/>
                  </a:lnTo>
                  <a:lnTo>
                    <a:pt x="18042" y="5136"/>
                  </a:lnTo>
                  <a:cubicBezTo>
                    <a:pt x="20155" y="6855"/>
                    <a:pt x="21381" y="9550"/>
                    <a:pt x="21174" y="12361"/>
                  </a:cubicBezTo>
                  <a:cubicBezTo>
                    <a:pt x="20993" y="14819"/>
                    <a:pt x="20761" y="17993"/>
                    <a:pt x="20564" y="20631"/>
                  </a:cubicBezTo>
                  <a:cubicBezTo>
                    <a:pt x="20274" y="24588"/>
                    <a:pt x="15298" y="27580"/>
                    <a:pt x="12707" y="27580"/>
                  </a:cubicBezTo>
                  <a:cubicBezTo>
                    <a:pt x="10861" y="27580"/>
                    <a:pt x="7509" y="25954"/>
                    <a:pt x="5826" y="23382"/>
                  </a:cubicBezTo>
                  <a:cubicBezTo>
                    <a:pt x="5736" y="23243"/>
                    <a:pt x="5586" y="23168"/>
                    <a:pt x="5434" y="23168"/>
                  </a:cubicBezTo>
                  <a:cubicBezTo>
                    <a:pt x="5346" y="23168"/>
                    <a:pt x="5258" y="23193"/>
                    <a:pt x="5179" y="23245"/>
                  </a:cubicBezTo>
                  <a:cubicBezTo>
                    <a:pt x="4962" y="23386"/>
                    <a:pt x="4900" y="23677"/>
                    <a:pt x="5043" y="23892"/>
                  </a:cubicBezTo>
                  <a:cubicBezTo>
                    <a:pt x="5682" y="24871"/>
                    <a:pt x="6595" y="25797"/>
                    <a:pt x="7676" y="26570"/>
                  </a:cubicBezTo>
                  <a:lnTo>
                    <a:pt x="7676" y="27959"/>
                  </a:lnTo>
                  <a:cubicBezTo>
                    <a:pt x="7676" y="28684"/>
                    <a:pt x="7254" y="29354"/>
                    <a:pt x="6601" y="29665"/>
                  </a:cubicBezTo>
                  <a:lnTo>
                    <a:pt x="4672" y="30591"/>
                  </a:lnTo>
                  <a:cubicBezTo>
                    <a:pt x="4367" y="30738"/>
                    <a:pt x="4205" y="31074"/>
                    <a:pt x="4281" y="31404"/>
                  </a:cubicBezTo>
                  <a:cubicBezTo>
                    <a:pt x="4355" y="31736"/>
                    <a:pt x="4646" y="31967"/>
                    <a:pt x="4987" y="31967"/>
                  </a:cubicBezTo>
                  <a:lnTo>
                    <a:pt x="20426" y="31967"/>
                  </a:lnTo>
                  <a:cubicBezTo>
                    <a:pt x="20768" y="31967"/>
                    <a:pt x="21056" y="31736"/>
                    <a:pt x="21134" y="31404"/>
                  </a:cubicBezTo>
                  <a:cubicBezTo>
                    <a:pt x="21210" y="31073"/>
                    <a:pt x="21048" y="30738"/>
                    <a:pt x="20741" y="30591"/>
                  </a:cubicBezTo>
                  <a:lnTo>
                    <a:pt x="18812" y="29665"/>
                  </a:lnTo>
                  <a:cubicBezTo>
                    <a:pt x="18159" y="29352"/>
                    <a:pt x="17737" y="28681"/>
                    <a:pt x="17737" y="27959"/>
                  </a:cubicBezTo>
                  <a:lnTo>
                    <a:pt x="17737" y="26569"/>
                  </a:lnTo>
                  <a:cubicBezTo>
                    <a:pt x="19675" y="25180"/>
                    <a:pt x="21320" y="23132"/>
                    <a:pt x="21500" y="20700"/>
                  </a:cubicBezTo>
                  <a:lnTo>
                    <a:pt x="21543" y="20126"/>
                  </a:lnTo>
                  <a:cubicBezTo>
                    <a:pt x="23692" y="20042"/>
                    <a:pt x="25417" y="18267"/>
                    <a:pt x="25417" y="16096"/>
                  </a:cubicBezTo>
                  <a:lnTo>
                    <a:pt x="25417" y="15887"/>
                  </a:lnTo>
                  <a:cubicBezTo>
                    <a:pt x="25417" y="14571"/>
                    <a:pt x="24347" y="13502"/>
                    <a:pt x="23031" y="13502"/>
                  </a:cubicBezTo>
                  <a:lnTo>
                    <a:pt x="22031" y="13502"/>
                  </a:lnTo>
                  <a:lnTo>
                    <a:pt x="22110" y="12429"/>
                  </a:lnTo>
                  <a:cubicBezTo>
                    <a:pt x="22407" y="8388"/>
                    <a:pt x="20124" y="4793"/>
                    <a:pt x="16681" y="3186"/>
                  </a:cubicBezTo>
                  <a:lnTo>
                    <a:pt x="17303" y="2565"/>
                  </a:lnTo>
                  <a:cubicBezTo>
                    <a:pt x="17485" y="2383"/>
                    <a:pt x="17485" y="2087"/>
                    <a:pt x="17303" y="1904"/>
                  </a:cubicBezTo>
                  <a:cubicBezTo>
                    <a:pt x="16076" y="677"/>
                    <a:pt x="14443" y="1"/>
                    <a:pt x="12708" y="1"/>
                  </a:cubicBezTo>
                  <a:close/>
                </a:path>
              </a:pathLst>
            </a:custGeom>
            <a:solidFill>
              <a:srgbClr val="2222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4"/>
            <p:cNvSpPr/>
            <p:nvPr/>
          </p:nvSpPr>
          <p:spPr>
            <a:xfrm>
              <a:off x="8183424" y="4371971"/>
              <a:ext cx="60812" cy="12220"/>
            </a:xfrm>
            <a:custGeom>
              <a:rect b="b" l="l" r="r" t="t"/>
              <a:pathLst>
                <a:path extrusionOk="0" h="938" w="4668">
                  <a:moveTo>
                    <a:pt x="469" y="1"/>
                  </a:moveTo>
                  <a:cubicBezTo>
                    <a:pt x="210" y="1"/>
                    <a:pt x="1" y="212"/>
                    <a:pt x="1" y="470"/>
                  </a:cubicBezTo>
                  <a:cubicBezTo>
                    <a:pt x="1" y="728"/>
                    <a:pt x="210" y="938"/>
                    <a:pt x="469" y="938"/>
                  </a:cubicBezTo>
                  <a:lnTo>
                    <a:pt x="4199" y="938"/>
                  </a:lnTo>
                  <a:cubicBezTo>
                    <a:pt x="4458" y="938"/>
                    <a:pt x="4667" y="727"/>
                    <a:pt x="4667" y="470"/>
                  </a:cubicBezTo>
                  <a:cubicBezTo>
                    <a:pt x="4667" y="212"/>
                    <a:pt x="4458" y="1"/>
                    <a:pt x="4199" y="1"/>
                  </a:cubicBezTo>
                  <a:close/>
                </a:path>
              </a:pathLst>
            </a:custGeom>
            <a:solidFill>
              <a:srgbClr val="2222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4"/>
            <p:cNvSpPr/>
            <p:nvPr/>
          </p:nvSpPr>
          <p:spPr>
            <a:xfrm>
              <a:off x="8248265" y="4371971"/>
              <a:ext cx="77058" cy="76719"/>
            </a:xfrm>
            <a:custGeom>
              <a:rect b="b" l="l" r="r" t="t"/>
              <a:pathLst>
                <a:path extrusionOk="0" h="5889" w="5915">
                  <a:moveTo>
                    <a:pt x="2962" y="1"/>
                  </a:moveTo>
                  <a:cubicBezTo>
                    <a:pt x="2016" y="1"/>
                    <a:pt x="1247" y="771"/>
                    <a:pt x="1247" y="1715"/>
                  </a:cubicBezTo>
                  <a:lnTo>
                    <a:pt x="1247" y="4174"/>
                  </a:lnTo>
                  <a:cubicBezTo>
                    <a:pt x="1247" y="4603"/>
                    <a:pt x="897" y="4951"/>
                    <a:pt x="468" y="4951"/>
                  </a:cubicBezTo>
                  <a:cubicBezTo>
                    <a:pt x="211" y="4951"/>
                    <a:pt x="0" y="5162"/>
                    <a:pt x="0" y="5420"/>
                  </a:cubicBezTo>
                  <a:cubicBezTo>
                    <a:pt x="0" y="5679"/>
                    <a:pt x="210" y="5888"/>
                    <a:pt x="468" y="5888"/>
                  </a:cubicBezTo>
                  <a:cubicBezTo>
                    <a:pt x="469" y="5888"/>
                    <a:pt x="470" y="5888"/>
                    <a:pt x="471" y="5888"/>
                  </a:cubicBezTo>
                  <a:cubicBezTo>
                    <a:pt x="1415" y="5888"/>
                    <a:pt x="2184" y="5120"/>
                    <a:pt x="2184" y="4174"/>
                  </a:cubicBezTo>
                  <a:lnTo>
                    <a:pt x="2184" y="1715"/>
                  </a:lnTo>
                  <a:cubicBezTo>
                    <a:pt x="2184" y="1288"/>
                    <a:pt x="2533" y="938"/>
                    <a:pt x="2962" y="938"/>
                  </a:cubicBezTo>
                  <a:lnTo>
                    <a:pt x="5446" y="938"/>
                  </a:lnTo>
                  <a:cubicBezTo>
                    <a:pt x="5704" y="938"/>
                    <a:pt x="5915" y="727"/>
                    <a:pt x="5915" y="470"/>
                  </a:cubicBezTo>
                  <a:cubicBezTo>
                    <a:pt x="5915" y="212"/>
                    <a:pt x="5704" y="1"/>
                    <a:pt x="5446" y="1"/>
                  </a:cubicBezTo>
                  <a:close/>
                </a:path>
              </a:pathLst>
            </a:custGeom>
            <a:solidFill>
              <a:srgbClr val="2222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4"/>
            <p:cNvSpPr/>
            <p:nvPr/>
          </p:nvSpPr>
          <p:spPr>
            <a:xfrm>
              <a:off x="8215825" y="4481616"/>
              <a:ext cx="77084" cy="12220"/>
            </a:xfrm>
            <a:custGeom>
              <a:rect b="b" l="l" r="r" t="t"/>
              <a:pathLst>
                <a:path extrusionOk="0" h="938" w="5917">
                  <a:moveTo>
                    <a:pt x="470" y="1"/>
                  </a:moveTo>
                  <a:cubicBezTo>
                    <a:pt x="211" y="1"/>
                    <a:pt x="1" y="212"/>
                    <a:pt x="1" y="470"/>
                  </a:cubicBezTo>
                  <a:cubicBezTo>
                    <a:pt x="1" y="728"/>
                    <a:pt x="210" y="938"/>
                    <a:pt x="470" y="938"/>
                  </a:cubicBezTo>
                  <a:lnTo>
                    <a:pt x="5449" y="938"/>
                  </a:lnTo>
                  <a:cubicBezTo>
                    <a:pt x="5707" y="938"/>
                    <a:pt x="5917" y="728"/>
                    <a:pt x="5917" y="470"/>
                  </a:cubicBezTo>
                  <a:cubicBezTo>
                    <a:pt x="5917" y="212"/>
                    <a:pt x="5707" y="1"/>
                    <a:pt x="5449" y="1"/>
                  </a:cubicBezTo>
                  <a:close/>
                </a:path>
              </a:pathLst>
            </a:custGeom>
            <a:solidFill>
              <a:srgbClr val="2222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00" name="Google Shape;3700;p54"/>
          <p:cNvSpPr/>
          <p:nvPr/>
        </p:nvSpPr>
        <p:spPr>
          <a:xfrm>
            <a:off x="3208150" y="2647950"/>
            <a:ext cx="233100" cy="233100"/>
          </a:xfrm>
          <a:prstGeom prst="ellipse">
            <a:avLst/>
          </a:prstGeom>
          <a:solidFill>
            <a:schemeClr val="accent1"/>
          </a:solidFill>
          <a:ln cap="flat" cmpd="sng" w="9525">
            <a:solidFill>
              <a:srgbClr val="000000"/>
            </a:solidFill>
            <a:prstDash val="solid"/>
            <a:round/>
            <a:headEnd len="sm" w="sm" type="none"/>
            <a:tailEnd len="sm" w="sm" type="none"/>
          </a:ln>
          <a:effectLst>
            <a:outerShdw rotWithShape="0" algn="bl" dir="3120000" dist="28575">
              <a:schemeClr val="accent5"/>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4"/>
          <p:cNvSpPr/>
          <p:nvPr/>
        </p:nvSpPr>
        <p:spPr>
          <a:xfrm>
            <a:off x="3653350" y="3425275"/>
            <a:ext cx="233100" cy="233100"/>
          </a:xfrm>
          <a:prstGeom prst="ellipse">
            <a:avLst/>
          </a:prstGeom>
          <a:solidFill>
            <a:schemeClr val="accent4"/>
          </a:solidFill>
          <a:ln cap="flat" cmpd="sng" w="9525">
            <a:solidFill>
              <a:srgbClr val="000000"/>
            </a:solidFill>
            <a:prstDash val="solid"/>
            <a:round/>
            <a:headEnd len="sm" w="sm" type="none"/>
            <a:tailEnd len="sm" w="sm" type="none"/>
          </a:ln>
          <a:effectLst>
            <a:outerShdw rotWithShape="0" algn="bl" dir="3120000" dist="28575">
              <a:schemeClr val="accent5"/>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4"/>
          <p:cNvSpPr/>
          <p:nvPr/>
        </p:nvSpPr>
        <p:spPr>
          <a:xfrm>
            <a:off x="4925300" y="2831700"/>
            <a:ext cx="233100" cy="233100"/>
          </a:xfrm>
          <a:prstGeom prst="ellipse">
            <a:avLst/>
          </a:prstGeom>
          <a:solidFill>
            <a:schemeClr val="dk2"/>
          </a:solidFill>
          <a:ln cap="flat" cmpd="sng" w="9525">
            <a:solidFill>
              <a:srgbClr val="000000"/>
            </a:solidFill>
            <a:prstDash val="solid"/>
            <a:round/>
            <a:headEnd len="sm" w="sm" type="none"/>
            <a:tailEnd len="sm" w="sm" type="none"/>
          </a:ln>
          <a:effectLst>
            <a:outerShdw rotWithShape="0" algn="bl" dir="3120000" dist="28575">
              <a:schemeClr val="accent5"/>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4"/>
          <p:cNvSpPr/>
          <p:nvPr/>
        </p:nvSpPr>
        <p:spPr>
          <a:xfrm>
            <a:off x="4614375" y="2372375"/>
            <a:ext cx="233100" cy="233100"/>
          </a:xfrm>
          <a:prstGeom prst="ellipse">
            <a:avLst/>
          </a:prstGeom>
          <a:solidFill>
            <a:schemeClr val="accent6"/>
          </a:solidFill>
          <a:ln cap="flat" cmpd="sng" w="9525">
            <a:solidFill>
              <a:srgbClr val="000000"/>
            </a:solidFill>
            <a:prstDash val="solid"/>
            <a:round/>
            <a:headEnd len="sm" w="sm" type="none"/>
            <a:tailEnd len="sm" w="sm" type="none"/>
          </a:ln>
          <a:effectLst>
            <a:outerShdw rotWithShape="0" algn="bl" dir="3120000" dist="28575">
              <a:schemeClr val="accent5"/>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4"/>
          <p:cNvSpPr txBox="1"/>
          <p:nvPr/>
        </p:nvSpPr>
        <p:spPr>
          <a:xfrm>
            <a:off x="719998" y="1924038"/>
            <a:ext cx="1958100" cy="527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400">
                <a:latin typeface="Bahiana"/>
                <a:ea typeface="Bahiana"/>
                <a:cs typeface="Bahiana"/>
                <a:sym typeface="Bahiana"/>
              </a:rPr>
              <a:t>Is HE american?</a:t>
            </a:r>
            <a:endParaRPr sz="2400">
              <a:latin typeface="Bahiana"/>
              <a:ea typeface="Bahiana"/>
              <a:cs typeface="Bahiana"/>
              <a:sym typeface="Bahiana"/>
            </a:endParaRPr>
          </a:p>
        </p:txBody>
      </p:sp>
      <p:sp>
        <p:nvSpPr>
          <p:cNvPr id="3705" name="Google Shape;3705;p54"/>
          <p:cNvSpPr txBox="1"/>
          <p:nvPr/>
        </p:nvSpPr>
        <p:spPr>
          <a:xfrm>
            <a:off x="719998" y="2358163"/>
            <a:ext cx="1958100" cy="484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a:latin typeface="Didact Gothic"/>
                <a:ea typeface="Didact Gothic"/>
                <a:cs typeface="Didact Gothic"/>
                <a:sym typeface="Didact Gothic"/>
              </a:rPr>
              <a:t>The problem asked about Finnick, not Ana...</a:t>
            </a:r>
            <a:endParaRPr>
              <a:latin typeface="Didact Gothic"/>
              <a:ea typeface="Didact Gothic"/>
              <a:cs typeface="Didact Gothic"/>
              <a:sym typeface="Didact Gothic"/>
            </a:endParaRPr>
          </a:p>
        </p:txBody>
      </p:sp>
      <p:sp>
        <p:nvSpPr>
          <p:cNvPr id="3706" name="Google Shape;3706;p54"/>
          <p:cNvSpPr txBox="1"/>
          <p:nvPr/>
        </p:nvSpPr>
        <p:spPr>
          <a:xfrm>
            <a:off x="719998" y="2985038"/>
            <a:ext cx="1958100" cy="527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400">
                <a:latin typeface="Bahiana"/>
                <a:ea typeface="Bahiana"/>
                <a:cs typeface="Bahiana"/>
                <a:sym typeface="Bahiana"/>
              </a:rPr>
              <a:t>Or argentinian?</a:t>
            </a:r>
            <a:endParaRPr sz="2400">
              <a:latin typeface="Bahiana"/>
              <a:ea typeface="Bahiana"/>
              <a:cs typeface="Bahiana"/>
              <a:sym typeface="Bahiana"/>
            </a:endParaRPr>
          </a:p>
        </p:txBody>
      </p:sp>
      <p:sp>
        <p:nvSpPr>
          <p:cNvPr id="3707" name="Google Shape;3707;p54"/>
          <p:cNvSpPr txBox="1"/>
          <p:nvPr/>
        </p:nvSpPr>
        <p:spPr>
          <a:xfrm>
            <a:off x="719998" y="3419163"/>
            <a:ext cx="1958100" cy="484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a:latin typeface="Didact Gothic"/>
                <a:ea typeface="Didact Gothic"/>
                <a:cs typeface="Didact Gothic"/>
                <a:sym typeface="Didact Gothic"/>
              </a:rPr>
              <a:t>On second thought, Argentina is discarded</a:t>
            </a:r>
            <a:endParaRPr>
              <a:latin typeface="Didact Gothic"/>
              <a:ea typeface="Didact Gothic"/>
              <a:cs typeface="Didact Gothic"/>
              <a:sym typeface="Didact Gothic"/>
            </a:endParaRPr>
          </a:p>
        </p:txBody>
      </p:sp>
      <p:sp>
        <p:nvSpPr>
          <p:cNvPr id="3708" name="Google Shape;3708;p54"/>
          <p:cNvSpPr txBox="1"/>
          <p:nvPr/>
        </p:nvSpPr>
        <p:spPr>
          <a:xfrm>
            <a:off x="6465898" y="1924038"/>
            <a:ext cx="19581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400">
                <a:latin typeface="Bahiana"/>
                <a:ea typeface="Bahiana"/>
                <a:cs typeface="Bahiana"/>
                <a:sym typeface="Bahiana"/>
              </a:rPr>
              <a:t>n</a:t>
            </a:r>
            <a:r>
              <a:rPr lang="en" sz="2400">
                <a:latin typeface="Bahiana"/>
                <a:ea typeface="Bahiana"/>
                <a:cs typeface="Bahiana"/>
                <a:sym typeface="Bahiana"/>
              </a:rPr>
              <a:t>o, IS HE finnish? </a:t>
            </a:r>
            <a:endParaRPr sz="2400">
              <a:latin typeface="Bahiana"/>
              <a:ea typeface="Bahiana"/>
              <a:cs typeface="Bahiana"/>
              <a:sym typeface="Bahiana"/>
            </a:endParaRPr>
          </a:p>
        </p:txBody>
      </p:sp>
      <p:sp>
        <p:nvSpPr>
          <p:cNvPr id="3709" name="Google Shape;3709;p54"/>
          <p:cNvSpPr txBox="1"/>
          <p:nvPr/>
        </p:nvSpPr>
        <p:spPr>
          <a:xfrm>
            <a:off x="6465898" y="2358163"/>
            <a:ext cx="1958100" cy="48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latin typeface="Didact Gothic"/>
                <a:ea typeface="Didact Gothic"/>
                <a:cs typeface="Didact Gothic"/>
                <a:sym typeface="Didact Gothic"/>
              </a:rPr>
              <a:t>Yes, definitely Finnish: it matches the first letter!</a:t>
            </a:r>
            <a:endParaRPr>
              <a:latin typeface="Didact Gothic"/>
              <a:ea typeface="Didact Gothic"/>
              <a:cs typeface="Didact Gothic"/>
              <a:sym typeface="Didact Gothic"/>
            </a:endParaRPr>
          </a:p>
        </p:txBody>
      </p:sp>
      <p:sp>
        <p:nvSpPr>
          <p:cNvPr id="3710" name="Google Shape;3710;p54"/>
          <p:cNvSpPr txBox="1"/>
          <p:nvPr/>
        </p:nvSpPr>
        <p:spPr>
          <a:xfrm>
            <a:off x="6465898" y="2985038"/>
            <a:ext cx="19581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400">
                <a:latin typeface="Bahiana"/>
                <a:ea typeface="Bahiana"/>
                <a:cs typeface="Bahiana"/>
                <a:sym typeface="Bahiana"/>
              </a:rPr>
              <a:t>Or maybe turkish!</a:t>
            </a:r>
            <a:endParaRPr sz="2400">
              <a:latin typeface="Bahiana"/>
              <a:ea typeface="Bahiana"/>
              <a:cs typeface="Bahiana"/>
              <a:sym typeface="Bahiana"/>
            </a:endParaRPr>
          </a:p>
        </p:txBody>
      </p:sp>
      <p:sp>
        <p:nvSpPr>
          <p:cNvPr id="3711" name="Google Shape;3711;p54"/>
          <p:cNvSpPr txBox="1"/>
          <p:nvPr/>
        </p:nvSpPr>
        <p:spPr>
          <a:xfrm>
            <a:off x="6465898" y="3419163"/>
            <a:ext cx="1958100" cy="48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latin typeface="Didact Gothic"/>
                <a:ea typeface="Didact Gothic"/>
                <a:cs typeface="Didact Gothic"/>
                <a:sym typeface="Didact Gothic"/>
              </a:rPr>
              <a:t>This is tricky because it is in between!</a:t>
            </a:r>
            <a:endParaRPr>
              <a:latin typeface="Didact Gothic"/>
              <a:ea typeface="Didact Gothic"/>
              <a:cs typeface="Didact Gothic"/>
              <a:sym typeface="Didact Gothic"/>
            </a:endParaRPr>
          </a:p>
        </p:txBody>
      </p:sp>
      <p:grpSp>
        <p:nvGrpSpPr>
          <p:cNvPr id="3712" name="Google Shape;3712;p54"/>
          <p:cNvGrpSpPr/>
          <p:nvPr/>
        </p:nvGrpSpPr>
        <p:grpSpPr>
          <a:xfrm>
            <a:off x="6200700" y="617350"/>
            <a:ext cx="723550" cy="463100"/>
            <a:chOff x="6200700" y="617350"/>
            <a:chExt cx="723550" cy="463100"/>
          </a:xfrm>
        </p:grpSpPr>
        <p:sp>
          <p:nvSpPr>
            <p:cNvPr id="3713" name="Google Shape;3713;p54"/>
            <p:cNvSpPr/>
            <p:nvPr/>
          </p:nvSpPr>
          <p:spPr>
            <a:xfrm>
              <a:off x="6241175" y="650075"/>
              <a:ext cx="77675" cy="105275"/>
            </a:xfrm>
            <a:custGeom>
              <a:rect b="b" l="l" r="r" t="t"/>
              <a:pathLst>
                <a:path extrusionOk="0" h="4211" w="3107">
                  <a:moveTo>
                    <a:pt x="2161" y="0"/>
                  </a:moveTo>
                  <a:cubicBezTo>
                    <a:pt x="1381" y="0"/>
                    <a:pt x="0" y="467"/>
                    <a:pt x="564" y="1524"/>
                  </a:cubicBezTo>
                  <a:cubicBezTo>
                    <a:pt x="746" y="1866"/>
                    <a:pt x="1118" y="2028"/>
                    <a:pt x="1452" y="2188"/>
                  </a:cubicBezTo>
                  <a:cubicBezTo>
                    <a:pt x="1646" y="2281"/>
                    <a:pt x="2022" y="2390"/>
                    <a:pt x="2136" y="2577"/>
                  </a:cubicBezTo>
                  <a:cubicBezTo>
                    <a:pt x="2444" y="3083"/>
                    <a:pt x="2119" y="3512"/>
                    <a:pt x="1662" y="3724"/>
                  </a:cubicBezTo>
                  <a:cubicBezTo>
                    <a:pt x="1485" y="3807"/>
                    <a:pt x="1219" y="3818"/>
                    <a:pt x="980" y="3818"/>
                  </a:cubicBezTo>
                  <a:cubicBezTo>
                    <a:pt x="892" y="3818"/>
                    <a:pt x="807" y="3817"/>
                    <a:pt x="732" y="3817"/>
                  </a:cubicBezTo>
                  <a:cubicBezTo>
                    <a:pt x="724" y="3817"/>
                    <a:pt x="715" y="3817"/>
                    <a:pt x="707" y="3817"/>
                  </a:cubicBezTo>
                  <a:cubicBezTo>
                    <a:pt x="453" y="3820"/>
                    <a:pt x="453" y="4211"/>
                    <a:pt x="705" y="4211"/>
                  </a:cubicBezTo>
                  <a:cubicBezTo>
                    <a:pt x="706" y="4211"/>
                    <a:pt x="706" y="4211"/>
                    <a:pt x="707" y="4211"/>
                  </a:cubicBezTo>
                  <a:cubicBezTo>
                    <a:pt x="1513" y="4206"/>
                    <a:pt x="3107" y="3874"/>
                    <a:pt x="2663" y="2675"/>
                  </a:cubicBezTo>
                  <a:cubicBezTo>
                    <a:pt x="2540" y="2338"/>
                    <a:pt x="2242" y="2142"/>
                    <a:pt x="1936" y="1983"/>
                  </a:cubicBezTo>
                  <a:cubicBezTo>
                    <a:pt x="1727" y="1874"/>
                    <a:pt x="1499" y="1797"/>
                    <a:pt x="1297" y="1675"/>
                  </a:cubicBezTo>
                  <a:cubicBezTo>
                    <a:pt x="1196" y="1615"/>
                    <a:pt x="1061" y="1547"/>
                    <a:pt x="989" y="1452"/>
                  </a:cubicBezTo>
                  <a:cubicBezTo>
                    <a:pt x="968" y="766"/>
                    <a:pt x="1199" y="423"/>
                    <a:pt x="1683" y="423"/>
                  </a:cubicBezTo>
                  <a:cubicBezTo>
                    <a:pt x="1685" y="423"/>
                    <a:pt x="1687" y="423"/>
                    <a:pt x="1689" y="423"/>
                  </a:cubicBezTo>
                  <a:cubicBezTo>
                    <a:pt x="1802" y="399"/>
                    <a:pt x="1917" y="388"/>
                    <a:pt x="2033" y="388"/>
                  </a:cubicBezTo>
                  <a:cubicBezTo>
                    <a:pt x="2087" y="388"/>
                    <a:pt x="2142" y="391"/>
                    <a:pt x="2196" y="396"/>
                  </a:cubicBezTo>
                  <a:cubicBezTo>
                    <a:pt x="2197" y="396"/>
                    <a:pt x="2198" y="396"/>
                    <a:pt x="2199" y="396"/>
                  </a:cubicBezTo>
                  <a:cubicBezTo>
                    <a:pt x="2450" y="396"/>
                    <a:pt x="2449" y="5"/>
                    <a:pt x="2196" y="1"/>
                  </a:cubicBezTo>
                  <a:cubicBezTo>
                    <a:pt x="2185" y="0"/>
                    <a:pt x="2173" y="0"/>
                    <a:pt x="216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4"/>
            <p:cNvSpPr/>
            <p:nvPr/>
          </p:nvSpPr>
          <p:spPr>
            <a:xfrm>
              <a:off x="6332600" y="650275"/>
              <a:ext cx="9875" cy="100775"/>
            </a:xfrm>
            <a:custGeom>
              <a:rect b="b" l="l" r="r" t="t"/>
              <a:pathLst>
                <a:path extrusionOk="0" h="4031" w="395">
                  <a:moveTo>
                    <a:pt x="198" y="0"/>
                  </a:moveTo>
                  <a:cubicBezTo>
                    <a:pt x="99" y="0"/>
                    <a:pt x="1" y="64"/>
                    <a:pt x="1" y="192"/>
                  </a:cubicBezTo>
                  <a:lnTo>
                    <a:pt x="1" y="3839"/>
                  </a:lnTo>
                  <a:cubicBezTo>
                    <a:pt x="1" y="3966"/>
                    <a:pt x="99" y="4030"/>
                    <a:pt x="198" y="4030"/>
                  </a:cubicBezTo>
                  <a:cubicBezTo>
                    <a:pt x="296" y="4030"/>
                    <a:pt x="394" y="3966"/>
                    <a:pt x="394" y="3839"/>
                  </a:cubicBezTo>
                  <a:lnTo>
                    <a:pt x="394" y="192"/>
                  </a:lnTo>
                  <a:cubicBezTo>
                    <a:pt x="394" y="64"/>
                    <a:pt x="296" y="0"/>
                    <a:pt x="19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4"/>
            <p:cNvSpPr/>
            <p:nvPr/>
          </p:nvSpPr>
          <p:spPr>
            <a:xfrm>
              <a:off x="6365750" y="650275"/>
              <a:ext cx="9875" cy="109050"/>
            </a:xfrm>
            <a:custGeom>
              <a:rect b="b" l="l" r="r" t="t"/>
              <a:pathLst>
                <a:path extrusionOk="0" h="4362" w="395">
                  <a:moveTo>
                    <a:pt x="197" y="0"/>
                  </a:moveTo>
                  <a:cubicBezTo>
                    <a:pt x="99" y="0"/>
                    <a:pt x="0" y="64"/>
                    <a:pt x="0" y="192"/>
                  </a:cubicBezTo>
                  <a:lnTo>
                    <a:pt x="0" y="4171"/>
                  </a:lnTo>
                  <a:cubicBezTo>
                    <a:pt x="0" y="4298"/>
                    <a:pt x="99" y="4361"/>
                    <a:pt x="197" y="4361"/>
                  </a:cubicBezTo>
                  <a:cubicBezTo>
                    <a:pt x="296" y="4361"/>
                    <a:pt x="394" y="4298"/>
                    <a:pt x="394" y="4171"/>
                  </a:cubicBezTo>
                  <a:lnTo>
                    <a:pt x="394" y="192"/>
                  </a:lnTo>
                  <a:cubicBezTo>
                    <a:pt x="394" y="64"/>
                    <a:pt x="296" y="0"/>
                    <a:pt x="1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4"/>
            <p:cNvSpPr/>
            <p:nvPr/>
          </p:nvSpPr>
          <p:spPr>
            <a:xfrm>
              <a:off x="6367025" y="646125"/>
              <a:ext cx="58975" cy="106625"/>
            </a:xfrm>
            <a:custGeom>
              <a:rect b="b" l="l" r="r" t="t"/>
              <a:pathLst>
                <a:path extrusionOk="0" h="4265" w="2359">
                  <a:moveTo>
                    <a:pt x="2122" y="1"/>
                  </a:moveTo>
                  <a:cubicBezTo>
                    <a:pt x="2023" y="1"/>
                    <a:pt x="1927" y="64"/>
                    <a:pt x="1931" y="190"/>
                  </a:cubicBezTo>
                  <a:cubicBezTo>
                    <a:pt x="1960" y="1294"/>
                    <a:pt x="1952" y="2397"/>
                    <a:pt x="1907" y="3500"/>
                  </a:cubicBezTo>
                  <a:lnTo>
                    <a:pt x="1907" y="3500"/>
                  </a:lnTo>
                  <a:cubicBezTo>
                    <a:pt x="1264" y="2557"/>
                    <a:pt x="771" y="1543"/>
                    <a:pt x="426" y="443"/>
                  </a:cubicBezTo>
                  <a:cubicBezTo>
                    <a:pt x="396" y="348"/>
                    <a:pt x="318" y="307"/>
                    <a:pt x="240" y="307"/>
                  </a:cubicBezTo>
                  <a:cubicBezTo>
                    <a:pt x="120" y="307"/>
                    <a:pt x="0" y="403"/>
                    <a:pt x="47" y="548"/>
                  </a:cubicBezTo>
                  <a:cubicBezTo>
                    <a:pt x="459" y="1863"/>
                    <a:pt x="1077" y="3072"/>
                    <a:pt x="1908" y="4174"/>
                  </a:cubicBezTo>
                  <a:cubicBezTo>
                    <a:pt x="1954" y="4235"/>
                    <a:pt x="2020" y="4264"/>
                    <a:pt x="2083" y="4264"/>
                  </a:cubicBezTo>
                  <a:cubicBezTo>
                    <a:pt x="2178" y="4264"/>
                    <a:pt x="2267" y="4198"/>
                    <a:pt x="2274" y="4074"/>
                  </a:cubicBezTo>
                  <a:cubicBezTo>
                    <a:pt x="2341" y="2780"/>
                    <a:pt x="2359" y="1486"/>
                    <a:pt x="2324" y="190"/>
                  </a:cubicBezTo>
                  <a:cubicBezTo>
                    <a:pt x="2321" y="64"/>
                    <a:pt x="2220" y="1"/>
                    <a:pt x="212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4"/>
            <p:cNvSpPr/>
            <p:nvPr/>
          </p:nvSpPr>
          <p:spPr>
            <a:xfrm>
              <a:off x="6457525" y="617350"/>
              <a:ext cx="43850" cy="55625"/>
            </a:xfrm>
            <a:custGeom>
              <a:rect b="b" l="l" r="r" t="t"/>
              <a:pathLst>
                <a:path extrusionOk="0" h="2225" w="1754">
                  <a:moveTo>
                    <a:pt x="423" y="0"/>
                  </a:moveTo>
                  <a:cubicBezTo>
                    <a:pt x="358" y="0"/>
                    <a:pt x="291" y="10"/>
                    <a:pt x="223" y="30"/>
                  </a:cubicBezTo>
                  <a:cubicBezTo>
                    <a:pt x="1" y="93"/>
                    <a:pt x="69" y="417"/>
                    <a:pt x="269" y="417"/>
                  </a:cubicBezTo>
                  <a:cubicBezTo>
                    <a:pt x="287" y="417"/>
                    <a:pt x="307" y="414"/>
                    <a:pt x="328" y="408"/>
                  </a:cubicBezTo>
                  <a:cubicBezTo>
                    <a:pt x="370" y="395"/>
                    <a:pt x="410" y="389"/>
                    <a:pt x="446" y="389"/>
                  </a:cubicBezTo>
                  <a:cubicBezTo>
                    <a:pt x="786" y="389"/>
                    <a:pt x="856" y="895"/>
                    <a:pt x="738" y="1152"/>
                  </a:cubicBezTo>
                  <a:cubicBezTo>
                    <a:pt x="618" y="1411"/>
                    <a:pt x="395" y="1612"/>
                    <a:pt x="192" y="1803"/>
                  </a:cubicBezTo>
                  <a:cubicBezTo>
                    <a:pt x="59" y="1929"/>
                    <a:pt x="170" y="2127"/>
                    <a:pt x="331" y="2140"/>
                  </a:cubicBezTo>
                  <a:cubicBezTo>
                    <a:pt x="721" y="2168"/>
                    <a:pt x="1111" y="2196"/>
                    <a:pt x="1501" y="2224"/>
                  </a:cubicBezTo>
                  <a:cubicBezTo>
                    <a:pt x="1507" y="2225"/>
                    <a:pt x="1512" y="2225"/>
                    <a:pt x="1517" y="2225"/>
                  </a:cubicBezTo>
                  <a:cubicBezTo>
                    <a:pt x="1753" y="2225"/>
                    <a:pt x="1748" y="1847"/>
                    <a:pt x="1501" y="1831"/>
                  </a:cubicBezTo>
                  <a:cubicBezTo>
                    <a:pt x="1258" y="1813"/>
                    <a:pt x="1016" y="1796"/>
                    <a:pt x="773" y="1778"/>
                  </a:cubicBezTo>
                  <a:lnTo>
                    <a:pt x="773" y="1778"/>
                  </a:lnTo>
                  <a:cubicBezTo>
                    <a:pt x="1048" y="1474"/>
                    <a:pt x="1276" y="1107"/>
                    <a:pt x="1189" y="694"/>
                  </a:cubicBezTo>
                  <a:cubicBezTo>
                    <a:pt x="1110" y="315"/>
                    <a:pt x="799" y="0"/>
                    <a:pt x="42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4"/>
            <p:cNvSpPr/>
            <p:nvPr/>
          </p:nvSpPr>
          <p:spPr>
            <a:xfrm>
              <a:off x="6547375" y="662725"/>
              <a:ext cx="15875" cy="84150"/>
            </a:xfrm>
            <a:custGeom>
              <a:rect b="b" l="l" r="r" t="t"/>
              <a:pathLst>
                <a:path extrusionOk="0" h="3366" w="635">
                  <a:moveTo>
                    <a:pt x="231" y="0"/>
                  </a:moveTo>
                  <a:cubicBezTo>
                    <a:pt x="133" y="0"/>
                    <a:pt x="33" y="64"/>
                    <a:pt x="29" y="190"/>
                  </a:cubicBezTo>
                  <a:cubicBezTo>
                    <a:pt x="0" y="1208"/>
                    <a:pt x="71" y="2216"/>
                    <a:pt x="231" y="3224"/>
                  </a:cubicBezTo>
                  <a:cubicBezTo>
                    <a:pt x="247" y="3323"/>
                    <a:pt x="317" y="3366"/>
                    <a:pt x="392" y="3366"/>
                  </a:cubicBezTo>
                  <a:cubicBezTo>
                    <a:pt x="507" y="3366"/>
                    <a:pt x="634" y="3268"/>
                    <a:pt x="610" y="3118"/>
                  </a:cubicBezTo>
                  <a:cubicBezTo>
                    <a:pt x="456" y="2147"/>
                    <a:pt x="394" y="1174"/>
                    <a:pt x="423" y="190"/>
                  </a:cubicBezTo>
                  <a:cubicBezTo>
                    <a:pt x="426" y="64"/>
                    <a:pt x="330" y="0"/>
                    <a:pt x="23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4"/>
            <p:cNvSpPr/>
            <p:nvPr/>
          </p:nvSpPr>
          <p:spPr>
            <a:xfrm>
              <a:off x="6533500" y="707425"/>
              <a:ext cx="55850" cy="13750"/>
            </a:xfrm>
            <a:custGeom>
              <a:rect b="b" l="l" r="r" t="t"/>
              <a:pathLst>
                <a:path extrusionOk="0" h="550" w="2234">
                  <a:moveTo>
                    <a:pt x="1353" y="0"/>
                  </a:moveTo>
                  <a:cubicBezTo>
                    <a:pt x="973" y="0"/>
                    <a:pt x="598" y="52"/>
                    <a:pt x="223" y="162"/>
                  </a:cubicBezTo>
                  <a:cubicBezTo>
                    <a:pt x="1" y="227"/>
                    <a:pt x="68" y="550"/>
                    <a:pt x="267" y="550"/>
                  </a:cubicBezTo>
                  <a:cubicBezTo>
                    <a:pt x="286" y="550"/>
                    <a:pt x="306" y="547"/>
                    <a:pt x="326" y="541"/>
                  </a:cubicBezTo>
                  <a:cubicBezTo>
                    <a:pt x="670" y="441"/>
                    <a:pt x="1018" y="389"/>
                    <a:pt x="1368" y="389"/>
                  </a:cubicBezTo>
                  <a:cubicBezTo>
                    <a:pt x="1542" y="389"/>
                    <a:pt x="1716" y="402"/>
                    <a:pt x="1891" y="428"/>
                  </a:cubicBezTo>
                  <a:cubicBezTo>
                    <a:pt x="1902" y="429"/>
                    <a:pt x="1913" y="430"/>
                    <a:pt x="1924" y="430"/>
                  </a:cubicBezTo>
                  <a:cubicBezTo>
                    <a:pt x="2147" y="430"/>
                    <a:pt x="2233" y="83"/>
                    <a:pt x="1996" y="49"/>
                  </a:cubicBezTo>
                  <a:cubicBezTo>
                    <a:pt x="1780" y="17"/>
                    <a:pt x="1566" y="0"/>
                    <a:pt x="135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4"/>
            <p:cNvSpPr/>
            <p:nvPr/>
          </p:nvSpPr>
          <p:spPr>
            <a:xfrm>
              <a:off x="6632250" y="653625"/>
              <a:ext cx="64000" cy="85525"/>
            </a:xfrm>
            <a:custGeom>
              <a:rect b="b" l="l" r="r" t="t"/>
              <a:pathLst>
                <a:path extrusionOk="0" h="3421" w="2560">
                  <a:moveTo>
                    <a:pt x="1498" y="1"/>
                  </a:moveTo>
                  <a:cubicBezTo>
                    <a:pt x="1091" y="1"/>
                    <a:pt x="605" y="336"/>
                    <a:pt x="359" y="587"/>
                  </a:cubicBezTo>
                  <a:cubicBezTo>
                    <a:pt x="225" y="726"/>
                    <a:pt x="360" y="924"/>
                    <a:pt x="510" y="924"/>
                  </a:cubicBezTo>
                  <a:cubicBezTo>
                    <a:pt x="554" y="924"/>
                    <a:pt x="600" y="907"/>
                    <a:pt x="641" y="865"/>
                  </a:cubicBezTo>
                  <a:cubicBezTo>
                    <a:pt x="794" y="707"/>
                    <a:pt x="1200" y="397"/>
                    <a:pt x="1451" y="397"/>
                  </a:cubicBezTo>
                  <a:cubicBezTo>
                    <a:pt x="1604" y="397"/>
                    <a:pt x="1700" y="511"/>
                    <a:pt x="1647" y="843"/>
                  </a:cubicBezTo>
                  <a:cubicBezTo>
                    <a:pt x="1616" y="1052"/>
                    <a:pt x="1278" y="1377"/>
                    <a:pt x="1155" y="1552"/>
                  </a:cubicBezTo>
                  <a:lnTo>
                    <a:pt x="91" y="3059"/>
                  </a:lnTo>
                  <a:cubicBezTo>
                    <a:pt x="1" y="3188"/>
                    <a:pt x="123" y="3351"/>
                    <a:pt x="262" y="3357"/>
                  </a:cubicBezTo>
                  <a:cubicBezTo>
                    <a:pt x="943" y="3379"/>
                    <a:pt x="1623" y="3399"/>
                    <a:pt x="2304" y="3420"/>
                  </a:cubicBezTo>
                  <a:cubicBezTo>
                    <a:pt x="2307" y="3420"/>
                    <a:pt x="2309" y="3420"/>
                    <a:pt x="2311" y="3420"/>
                  </a:cubicBezTo>
                  <a:cubicBezTo>
                    <a:pt x="2559" y="3420"/>
                    <a:pt x="2557" y="3034"/>
                    <a:pt x="2304" y="3027"/>
                  </a:cubicBezTo>
                  <a:cubicBezTo>
                    <a:pt x="1746" y="3009"/>
                    <a:pt x="1189" y="2992"/>
                    <a:pt x="632" y="2975"/>
                  </a:cubicBezTo>
                  <a:lnTo>
                    <a:pt x="632" y="2975"/>
                  </a:lnTo>
                  <a:cubicBezTo>
                    <a:pt x="963" y="2505"/>
                    <a:pt x="1295" y="2034"/>
                    <a:pt x="1626" y="1563"/>
                  </a:cubicBezTo>
                  <a:cubicBezTo>
                    <a:pt x="1849" y="1249"/>
                    <a:pt x="2230" y="858"/>
                    <a:pt x="2070" y="435"/>
                  </a:cubicBezTo>
                  <a:cubicBezTo>
                    <a:pt x="1950" y="117"/>
                    <a:pt x="1738" y="1"/>
                    <a:pt x="14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4"/>
            <p:cNvSpPr/>
            <p:nvPr/>
          </p:nvSpPr>
          <p:spPr>
            <a:xfrm>
              <a:off x="6737850" y="643325"/>
              <a:ext cx="55900" cy="95375"/>
            </a:xfrm>
            <a:custGeom>
              <a:rect b="b" l="l" r="r" t="t"/>
              <a:pathLst>
                <a:path extrusionOk="0" h="3815" w="2236">
                  <a:moveTo>
                    <a:pt x="1730" y="1"/>
                  </a:moveTo>
                  <a:cubicBezTo>
                    <a:pt x="746" y="1"/>
                    <a:pt x="53" y="1330"/>
                    <a:pt x="26" y="2205"/>
                  </a:cubicBezTo>
                  <a:cubicBezTo>
                    <a:pt x="1" y="3016"/>
                    <a:pt x="628" y="3814"/>
                    <a:pt x="1414" y="3814"/>
                  </a:cubicBezTo>
                  <a:cubicBezTo>
                    <a:pt x="1570" y="3814"/>
                    <a:pt x="1731" y="3783"/>
                    <a:pt x="1895" y="3715"/>
                  </a:cubicBezTo>
                  <a:cubicBezTo>
                    <a:pt x="2101" y="3630"/>
                    <a:pt x="2043" y="3319"/>
                    <a:pt x="1865" y="3319"/>
                  </a:cubicBezTo>
                  <a:cubicBezTo>
                    <a:pt x="1842" y="3319"/>
                    <a:pt x="1817" y="3324"/>
                    <a:pt x="1791" y="3335"/>
                  </a:cubicBezTo>
                  <a:cubicBezTo>
                    <a:pt x="1658" y="3391"/>
                    <a:pt x="1530" y="3416"/>
                    <a:pt x="1410" y="3416"/>
                  </a:cubicBezTo>
                  <a:cubicBezTo>
                    <a:pt x="796" y="3416"/>
                    <a:pt x="381" y="2760"/>
                    <a:pt x="431" y="2133"/>
                  </a:cubicBezTo>
                  <a:cubicBezTo>
                    <a:pt x="475" y="1556"/>
                    <a:pt x="974" y="395"/>
                    <a:pt x="1719" y="395"/>
                  </a:cubicBezTo>
                  <a:cubicBezTo>
                    <a:pt x="1778" y="395"/>
                    <a:pt x="1840" y="402"/>
                    <a:pt x="1903" y="418"/>
                  </a:cubicBezTo>
                  <a:cubicBezTo>
                    <a:pt x="1921" y="422"/>
                    <a:pt x="1938" y="424"/>
                    <a:pt x="1954" y="424"/>
                  </a:cubicBezTo>
                  <a:cubicBezTo>
                    <a:pt x="2163" y="424"/>
                    <a:pt x="2235" y="94"/>
                    <a:pt x="2008" y="36"/>
                  </a:cubicBezTo>
                  <a:cubicBezTo>
                    <a:pt x="1913" y="12"/>
                    <a:pt x="1820" y="1"/>
                    <a:pt x="17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4"/>
            <p:cNvSpPr/>
            <p:nvPr/>
          </p:nvSpPr>
          <p:spPr>
            <a:xfrm>
              <a:off x="6804450" y="650200"/>
              <a:ext cx="65450" cy="92850"/>
            </a:xfrm>
            <a:custGeom>
              <a:rect b="b" l="l" r="r" t="t"/>
              <a:pathLst>
                <a:path extrusionOk="0" h="3714" w="2618">
                  <a:moveTo>
                    <a:pt x="1188" y="495"/>
                  </a:moveTo>
                  <a:cubicBezTo>
                    <a:pt x="1962" y="495"/>
                    <a:pt x="2285" y="1316"/>
                    <a:pt x="2159" y="2013"/>
                  </a:cubicBezTo>
                  <a:cubicBezTo>
                    <a:pt x="2075" y="2484"/>
                    <a:pt x="1748" y="3262"/>
                    <a:pt x="1296" y="3262"/>
                  </a:cubicBezTo>
                  <a:cubicBezTo>
                    <a:pt x="1143" y="3262"/>
                    <a:pt x="976" y="3172"/>
                    <a:pt x="799" y="2952"/>
                  </a:cubicBezTo>
                  <a:cubicBezTo>
                    <a:pt x="213" y="2217"/>
                    <a:pt x="389" y="1082"/>
                    <a:pt x="1087" y="500"/>
                  </a:cubicBezTo>
                  <a:lnTo>
                    <a:pt x="1087" y="500"/>
                  </a:lnTo>
                  <a:cubicBezTo>
                    <a:pt x="1121" y="496"/>
                    <a:pt x="1155" y="495"/>
                    <a:pt x="1188" y="495"/>
                  </a:cubicBezTo>
                  <a:close/>
                  <a:moveTo>
                    <a:pt x="1167" y="0"/>
                  </a:moveTo>
                  <a:cubicBezTo>
                    <a:pt x="1135" y="0"/>
                    <a:pt x="1101" y="10"/>
                    <a:pt x="1067" y="31"/>
                  </a:cubicBezTo>
                  <a:cubicBezTo>
                    <a:pt x="369" y="467"/>
                    <a:pt x="0" y="1252"/>
                    <a:pt x="65" y="2070"/>
                  </a:cubicBezTo>
                  <a:cubicBezTo>
                    <a:pt x="115" y="2707"/>
                    <a:pt x="554" y="3696"/>
                    <a:pt x="1314" y="3713"/>
                  </a:cubicBezTo>
                  <a:cubicBezTo>
                    <a:pt x="1321" y="3713"/>
                    <a:pt x="1327" y="3713"/>
                    <a:pt x="1333" y="3713"/>
                  </a:cubicBezTo>
                  <a:cubicBezTo>
                    <a:pt x="2175" y="3713"/>
                    <a:pt x="2556" y="2387"/>
                    <a:pt x="2584" y="1743"/>
                  </a:cubicBezTo>
                  <a:cubicBezTo>
                    <a:pt x="2617" y="960"/>
                    <a:pt x="2110" y="179"/>
                    <a:pt x="1330" y="106"/>
                  </a:cubicBezTo>
                  <a:lnTo>
                    <a:pt x="1330" y="106"/>
                  </a:lnTo>
                  <a:cubicBezTo>
                    <a:pt x="1297" y="45"/>
                    <a:pt x="1237" y="0"/>
                    <a:pt x="1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4"/>
            <p:cNvSpPr/>
            <p:nvPr/>
          </p:nvSpPr>
          <p:spPr>
            <a:xfrm>
              <a:off x="6878650" y="641075"/>
              <a:ext cx="45600" cy="92250"/>
            </a:xfrm>
            <a:custGeom>
              <a:rect b="b" l="l" r="r" t="t"/>
              <a:pathLst>
                <a:path extrusionOk="0" h="3690" w="1824">
                  <a:moveTo>
                    <a:pt x="1136" y="1"/>
                  </a:moveTo>
                  <a:cubicBezTo>
                    <a:pt x="772" y="1"/>
                    <a:pt x="433" y="341"/>
                    <a:pt x="412" y="738"/>
                  </a:cubicBezTo>
                  <a:cubicBezTo>
                    <a:pt x="392" y="1125"/>
                    <a:pt x="658" y="1441"/>
                    <a:pt x="879" y="1726"/>
                  </a:cubicBezTo>
                  <a:cubicBezTo>
                    <a:pt x="1158" y="2087"/>
                    <a:pt x="1723" y="2599"/>
                    <a:pt x="1098" y="3060"/>
                  </a:cubicBezTo>
                  <a:cubicBezTo>
                    <a:pt x="876" y="3224"/>
                    <a:pt x="514" y="3264"/>
                    <a:pt x="253" y="3294"/>
                  </a:cubicBezTo>
                  <a:cubicBezTo>
                    <a:pt x="13" y="3321"/>
                    <a:pt x="0" y="3689"/>
                    <a:pt x="226" y="3689"/>
                  </a:cubicBezTo>
                  <a:cubicBezTo>
                    <a:pt x="235" y="3689"/>
                    <a:pt x="244" y="3689"/>
                    <a:pt x="253" y="3687"/>
                  </a:cubicBezTo>
                  <a:cubicBezTo>
                    <a:pt x="804" y="3623"/>
                    <a:pt x="1513" y="3494"/>
                    <a:pt x="1722" y="2893"/>
                  </a:cubicBezTo>
                  <a:cubicBezTo>
                    <a:pt x="1823" y="2598"/>
                    <a:pt x="1750" y="2302"/>
                    <a:pt x="1603" y="2034"/>
                  </a:cubicBezTo>
                  <a:cubicBezTo>
                    <a:pt x="1514" y="1871"/>
                    <a:pt x="1398" y="1739"/>
                    <a:pt x="1285" y="1593"/>
                  </a:cubicBezTo>
                  <a:cubicBezTo>
                    <a:pt x="1165" y="1460"/>
                    <a:pt x="1055" y="1320"/>
                    <a:pt x="952" y="1171"/>
                  </a:cubicBezTo>
                  <a:cubicBezTo>
                    <a:pt x="736" y="684"/>
                    <a:pt x="794" y="441"/>
                    <a:pt x="1131" y="441"/>
                  </a:cubicBezTo>
                  <a:cubicBezTo>
                    <a:pt x="1178" y="441"/>
                    <a:pt x="1230" y="446"/>
                    <a:pt x="1288" y="455"/>
                  </a:cubicBezTo>
                  <a:cubicBezTo>
                    <a:pt x="1324" y="481"/>
                    <a:pt x="1360" y="492"/>
                    <a:pt x="1393" y="492"/>
                  </a:cubicBezTo>
                  <a:cubicBezTo>
                    <a:pt x="1551" y="492"/>
                    <a:pt x="1656" y="239"/>
                    <a:pt x="1487" y="117"/>
                  </a:cubicBezTo>
                  <a:cubicBezTo>
                    <a:pt x="1374" y="36"/>
                    <a:pt x="1254" y="1"/>
                    <a:pt x="113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4"/>
            <p:cNvSpPr/>
            <p:nvPr/>
          </p:nvSpPr>
          <p:spPr>
            <a:xfrm>
              <a:off x="6200700" y="959800"/>
              <a:ext cx="705125" cy="27725"/>
            </a:xfrm>
            <a:custGeom>
              <a:rect b="b" l="l" r="r" t="t"/>
              <a:pathLst>
                <a:path extrusionOk="0" h="1109" w="28205">
                  <a:moveTo>
                    <a:pt x="487" y="1"/>
                  </a:moveTo>
                  <a:cubicBezTo>
                    <a:pt x="0" y="1"/>
                    <a:pt x="9" y="766"/>
                    <a:pt x="508" y="789"/>
                  </a:cubicBezTo>
                  <a:cubicBezTo>
                    <a:pt x="5307" y="1002"/>
                    <a:pt x="10109" y="1108"/>
                    <a:pt x="14911" y="1108"/>
                  </a:cubicBezTo>
                  <a:cubicBezTo>
                    <a:pt x="19173" y="1108"/>
                    <a:pt x="23435" y="1024"/>
                    <a:pt x="27696" y="857"/>
                  </a:cubicBezTo>
                  <a:cubicBezTo>
                    <a:pt x="28195" y="838"/>
                    <a:pt x="28204" y="70"/>
                    <a:pt x="27715" y="70"/>
                  </a:cubicBezTo>
                  <a:cubicBezTo>
                    <a:pt x="27709" y="70"/>
                    <a:pt x="27702" y="70"/>
                    <a:pt x="27696" y="70"/>
                  </a:cubicBezTo>
                  <a:cubicBezTo>
                    <a:pt x="23440" y="237"/>
                    <a:pt x="19182" y="320"/>
                    <a:pt x="14925" y="320"/>
                  </a:cubicBezTo>
                  <a:cubicBezTo>
                    <a:pt x="10119" y="320"/>
                    <a:pt x="5312" y="214"/>
                    <a:pt x="508" y="1"/>
                  </a:cubicBezTo>
                  <a:cubicBezTo>
                    <a:pt x="501" y="1"/>
                    <a:pt x="494" y="1"/>
                    <a:pt x="48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4"/>
            <p:cNvSpPr/>
            <p:nvPr/>
          </p:nvSpPr>
          <p:spPr>
            <a:xfrm>
              <a:off x="6229775" y="832500"/>
              <a:ext cx="650175" cy="247950"/>
            </a:xfrm>
            <a:custGeom>
              <a:rect b="b" l="l" r="r" t="t"/>
              <a:pathLst>
                <a:path extrusionOk="0" h="9918" w="26007">
                  <a:moveTo>
                    <a:pt x="24008" y="0"/>
                  </a:moveTo>
                  <a:cubicBezTo>
                    <a:pt x="22119" y="0"/>
                    <a:pt x="20295" y="706"/>
                    <a:pt x="18876" y="2047"/>
                  </a:cubicBezTo>
                  <a:cubicBezTo>
                    <a:pt x="16700" y="4106"/>
                    <a:pt x="15602" y="7291"/>
                    <a:pt x="12928" y="8824"/>
                  </a:cubicBezTo>
                  <a:cubicBezTo>
                    <a:pt x="12187" y="9250"/>
                    <a:pt x="11305" y="9520"/>
                    <a:pt x="10440" y="9520"/>
                  </a:cubicBezTo>
                  <a:cubicBezTo>
                    <a:pt x="9694" y="9520"/>
                    <a:pt x="8962" y="9319"/>
                    <a:pt x="8344" y="8845"/>
                  </a:cubicBezTo>
                  <a:cubicBezTo>
                    <a:pt x="7194" y="7965"/>
                    <a:pt x="6862" y="6483"/>
                    <a:pt x="6507" y="5154"/>
                  </a:cubicBezTo>
                  <a:cubicBezTo>
                    <a:pt x="6139" y="3770"/>
                    <a:pt x="5274" y="1023"/>
                    <a:pt x="3469" y="1023"/>
                  </a:cubicBezTo>
                  <a:cubicBezTo>
                    <a:pt x="3252" y="1023"/>
                    <a:pt x="3022" y="1063"/>
                    <a:pt x="2777" y="1150"/>
                  </a:cubicBezTo>
                  <a:cubicBezTo>
                    <a:pt x="1687" y="1535"/>
                    <a:pt x="1172" y="2913"/>
                    <a:pt x="805" y="3897"/>
                  </a:cubicBezTo>
                  <a:cubicBezTo>
                    <a:pt x="197" y="5526"/>
                    <a:pt x="1" y="7264"/>
                    <a:pt x="156" y="8993"/>
                  </a:cubicBezTo>
                  <a:cubicBezTo>
                    <a:pt x="166" y="9118"/>
                    <a:pt x="271" y="9181"/>
                    <a:pt x="369" y="9181"/>
                  </a:cubicBezTo>
                  <a:cubicBezTo>
                    <a:pt x="468" y="9181"/>
                    <a:pt x="561" y="9119"/>
                    <a:pt x="549" y="8993"/>
                  </a:cubicBezTo>
                  <a:cubicBezTo>
                    <a:pt x="367" y="6974"/>
                    <a:pt x="678" y="4940"/>
                    <a:pt x="1566" y="3105"/>
                  </a:cubicBezTo>
                  <a:cubicBezTo>
                    <a:pt x="1958" y="2295"/>
                    <a:pt x="2561" y="1466"/>
                    <a:pt x="3394" y="1466"/>
                  </a:cubicBezTo>
                  <a:cubicBezTo>
                    <a:pt x="3653" y="1466"/>
                    <a:pt x="3934" y="1546"/>
                    <a:pt x="4238" y="1731"/>
                  </a:cubicBezTo>
                  <a:cubicBezTo>
                    <a:pt x="5081" y="2245"/>
                    <a:pt x="5495" y="3182"/>
                    <a:pt x="5790" y="4078"/>
                  </a:cubicBezTo>
                  <a:cubicBezTo>
                    <a:pt x="6550" y="6393"/>
                    <a:pt x="6864" y="9445"/>
                    <a:pt x="9817" y="9868"/>
                  </a:cubicBezTo>
                  <a:cubicBezTo>
                    <a:pt x="10052" y="9901"/>
                    <a:pt x="10281" y="9917"/>
                    <a:pt x="10506" y="9917"/>
                  </a:cubicBezTo>
                  <a:cubicBezTo>
                    <a:pt x="13141" y="9917"/>
                    <a:pt x="15073" y="7697"/>
                    <a:pt x="16509" y="5673"/>
                  </a:cubicBezTo>
                  <a:cubicBezTo>
                    <a:pt x="17590" y="4153"/>
                    <a:pt x="18624" y="2507"/>
                    <a:pt x="20224" y="1473"/>
                  </a:cubicBezTo>
                  <a:cubicBezTo>
                    <a:pt x="21355" y="745"/>
                    <a:pt x="22656" y="388"/>
                    <a:pt x="23973" y="388"/>
                  </a:cubicBezTo>
                  <a:cubicBezTo>
                    <a:pt x="24541" y="388"/>
                    <a:pt x="25111" y="454"/>
                    <a:pt x="25671" y="586"/>
                  </a:cubicBezTo>
                  <a:cubicBezTo>
                    <a:pt x="25688" y="590"/>
                    <a:pt x="25705" y="591"/>
                    <a:pt x="25721" y="591"/>
                  </a:cubicBezTo>
                  <a:cubicBezTo>
                    <a:pt x="25931" y="591"/>
                    <a:pt x="26006" y="259"/>
                    <a:pt x="25776" y="206"/>
                  </a:cubicBezTo>
                  <a:cubicBezTo>
                    <a:pt x="25187" y="68"/>
                    <a:pt x="24594" y="0"/>
                    <a:pt x="2400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6" name="Google Shape;3726;p54"/>
          <p:cNvGrpSpPr/>
          <p:nvPr/>
        </p:nvGrpSpPr>
        <p:grpSpPr>
          <a:xfrm>
            <a:off x="5575175" y="701800"/>
            <a:ext cx="373125" cy="345125"/>
            <a:chOff x="5575175" y="701800"/>
            <a:chExt cx="373125" cy="345125"/>
          </a:xfrm>
        </p:grpSpPr>
        <p:sp>
          <p:nvSpPr>
            <p:cNvPr id="3727" name="Google Shape;3727;p54"/>
            <p:cNvSpPr/>
            <p:nvPr/>
          </p:nvSpPr>
          <p:spPr>
            <a:xfrm>
              <a:off x="5575175" y="706200"/>
              <a:ext cx="348950" cy="339000"/>
            </a:xfrm>
            <a:custGeom>
              <a:rect b="b" l="l" r="r" t="t"/>
              <a:pathLst>
                <a:path extrusionOk="0" h="13560" w="13958">
                  <a:moveTo>
                    <a:pt x="6643" y="0"/>
                  </a:moveTo>
                  <a:lnTo>
                    <a:pt x="4775" y="4514"/>
                  </a:lnTo>
                  <a:lnTo>
                    <a:pt x="0" y="5533"/>
                  </a:lnTo>
                  <a:lnTo>
                    <a:pt x="3714" y="8705"/>
                  </a:lnTo>
                  <a:lnTo>
                    <a:pt x="3207" y="13560"/>
                  </a:lnTo>
                  <a:lnTo>
                    <a:pt x="3207" y="13560"/>
                  </a:lnTo>
                  <a:lnTo>
                    <a:pt x="7370" y="11008"/>
                  </a:lnTo>
                  <a:lnTo>
                    <a:pt x="11834" y="12991"/>
                  </a:lnTo>
                  <a:lnTo>
                    <a:pt x="10692" y="8242"/>
                  </a:lnTo>
                  <a:lnTo>
                    <a:pt x="13957" y="4611"/>
                  </a:lnTo>
                  <a:lnTo>
                    <a:pt x="9088" y="4228"/>
                  </a:lnTo>
                  <a:lnTo>
                    <a:pt x="664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4"/>
            <p:cNvSpPr/>
            <p:nvPr/>
          </p:nvSpPr>
          <p:spPr>
            <a:xfrm>
              <a:off x="5592825" y="701800"/>
              <a:ext cx="355475" cy="345125"/>
            </a:xfrm>
            <a:custGeom>
              <a:rect b="b" l="l" r="r" t="t"/>
              <a:pathLst>
                <a:path extrusionOk="0" h="13805" w="14219">
                  <a:moveTo>
                    <a:pt x="6786" y="398"/>
                  </a:moveTo>
                  <a:lnTo>
                    <a:pt x="9108" y="4411"/>
                  </a:lnTo>
                  <a:cubicBezTo>
                    <a:pt x="9128" y="4447"/>
                    <a:pt x="9165" y="4469"/>
                    <a:pt x="9203" y="4473"/>
                  </a:cubicBezTo>
                  <a:lnTo>
                    <a:pt x="13825" y="4834"/>
                  </a:lnTo>
                  <a:lnTo>
                    <a:pt x="10728" y="8282"/>
                  </a:lnTo>
                  <a:cubicBezTo>
                    <a:pt x="10699" y="8312"/>
                    <a:pt x="10689" y="8354"/>
                    <a:pt x="10699" y="8392"/>
                  </a:cubicBezTo>
                  <a:lnTo>
                    <a:pt x="11782" y="12900"/>
                  </a:lnTo>
                  <a:lnTo>
                    <a:pt x="7546" y="11018"/>
                  </a:lnTo>
                  <a:cubicBezTo>
                    <a:pt x="7530" y="11011"/>
                    <a:pt x="7513" y="11008"/>
                    <a:pt x="7496" y="11008"/>
                  </a:cubicBezTo>
                  <a:cubicBezTo>
                    <a:pt x="7474" y="11008"/>
                    <a:pt x="7453" y="11013"/>
                    <a:pt x="7434" y="11025"/>
                  </a:cubicBezTo>
                  <a:lnTo>
                    <a:pt x="3481" y="13449"/>
                  </a:lnTo>
                  <a:lnTo>
                    <a:pt x="3481" y="13449"/>
                  </a:lnTo>
                  <a:lnTo>
                    <a:pt x="3962" y="8838"/>
                  </a:lnTo>
                  <a:cubicBezTo>
                    <a:pt x="3965" y="8798"/>
                    <a:pt x="3949" y="8756"/>
                    <a:pt x="3919" y="8732"/>
                  </a:cubicBezTo>
                  <a:lnTo>
                    <a:pt x="393" y="5720"/>
                  </a:lnTo>
                  <a:lnTo>
                    <a:pt x="4924" y="4754"/>
                  </a:lnTo>
                  <a:cubicBezTo>
                    <a:pt x="4964" y="4746"/>
                    <a:pt x="4995" y="4719"/>
                    <a:pt x="5012" y="4681"/>
                  </a:cubicBezTo>
                  <a:lnTo>
                    <a:pt x="6786" y="398"/>
                  </a:lnTo>
                  <a:close/>
                  <a:moveTo>
                    <a:pt x="6777" y="0"/>
                  </a:moveTo>
                  <a:cubicBezTo>
                    <a:pt x="6773" y="0"/>
                    <a:pt x="6769" y="0"/>
                    <a:pt x="6766" y="1"/>
                  </a:cubicBezTo>
                  <a:cubicBezTo>
                    <a:pt x="6720" y="3"/>
                    <a:pt x="6678" y="32"/>
                    <a:pt x="6660" y="75"/>
                  </a:cubicBezTo>
                  <a:lnTo>
                    <a:pt x="4817" y="4527"/>
                  </a:lnTo>
                  <a:lnTo>
                    <a:pt x="104" y="5533"/>
                  </a:lnTo>
                  <a:cubicBezTo>
                    <a:pt x="59" y="5542"/>
                    <a:pt x="22" y="5577"/>
                    <a:pt x="12" y="5623"/>
                  </a:cubicBezTo>
                  <a:cubicBezTo>
                    <a:pt x="0" y="5669"/>
                    <a:pt x="14" y="5716"/>
                    <a:pt x="50" y="5746"/>
                  </a:cubicBezTo>
                  <a:lnTo>
                    <a:pt x="3715" y="8875"/>
                  </a:lnTo>
                  <a:lnTo>
                    <a:pt x="3215" y="13669"/>
                  </a:lnTo>
                  <a:cubicBezTo>
                    <a:pt x="3209" y="13714"/>
                    <a:pt x="3231" y="13760"/>
                    <a:pt x="3271" y="13784"/>
                  </a:cubicBezTo>
                  <a:cubicBezTo>
                    <a:pt x="3291" y="13797"/>
                    <a:pt x="3311" y="13804"/>
                    <a:pt x="3335" y="13804"/>
                  </a:cubicBezTo>
                  <a:cubicBezTo>
                    <a:pt x="3356" y="13804"/>
                    <a:pt x="3378" y="13797"/>
                    <a:pt x="3399" y="13784"/>
                  </a:cubicBezTo>
                  <a:lnTo>
                    <a:pt x="7507" y="11267"/>
                  </a:lnTo>
                  <a:lnTo>
                    <a:pt x="11914" y="13224"/>
                  </a:lnTo>
                  <a:cubicBezTo>
                    <a:pt x="11929" y="13231"/>
                    <a:pt x="11945" y="13234"/>
                    <a:pt x="11961" y="13234"/>
                  </a:cubicBezTo>
                  <a:cubicBezTo>
                    <a:pt x="11989" y="13234"/>
                    <a:pt x="12017" y="13225"/>
                    <a:pt x="12039" y="13206"/>
                  </a:cubicBezTo>
                  <a:cubicBezTo>
                    <a:pt x="12075" y="13177"/>
                    <a:pt x="12092" y="13129"/>
                    <a:pt x="12081" y="13084"/>
                  </a:cubicBezTo>
                  <a:lnTo>
                    <a:pt x="10956" y="8398"/>
                  </a:lnTo>
                  <a:lnTo>
                    <a:pt x="14178" y="4813"/>
                  </a:lnTo>
                  <a:cubicBezTo>
                    <a:pt x="14210" y="4780"/>
                    <a:pt x="14218" y="4730"/>
                    <a:pt x="14201" y="4687"/>
                  </a:cubicBezTo>
                  <a:cubicBezTo>
                    <a:pt x="14183" y="4644"/>
                    <a:pt x="14144" y="4613"/>
                    <a:pt x="14097" y="4610"/>
                  </a:cubicBezTo>
                  <a:lnTo>
                    <a:pt x="9293" y="4233"/>
                  </a:lnTo>
                  <a:lnTo>
                    <a:pt x="6880" y="61"/>
                  </a:lnTo>
                  <a:cubicBezTo>
                    <a:pt x="6859" y="25"/>
                    <a:pt x="6823" y="0"/>
                    <a:pt x="677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9" name="Google Shape;3729;p54"/>
          <p:cNvGrpSpPr/>
          <p:nvPr/>
        </p:nvGrpSpPr>
        <p:grpSpPr>
          <a:xfrm>
            <a:off x="7401334" y="935230"/>
            <a:ext cx="944592" cy="707305"/>
            <a:chOff x="7401334" y="782830"/>
            <a:chExt cx="944592" cy="707305"/>
          </a:xfrm>
        </p:grpSpPr>
        <p:sp>
          <p:nvSpPr>
            <p:cNvPr id="3730" name="Google Shape;3730;p54"/>
            <p:cNvSpPr/>
            <p:nvPr/>
          </p:nvSpPr>
          <p:spPr>
            <a:xfrm rot="-4603600">
              <a:off x="7414304" y="814064"/>
              <a:ext cx="218578" cy="195053"/>
            </a:xfrm>
            <a:custGeom>
              <a:rect b="b" l="l" r="r" t="t"/>
              <a:pathLst>
                <a:path extrusionOk="0" h="7802" w="8743">
                  <a:moveTo>
                    <a:pt x="6174" y="0"/>
                  </a:moveTo>
                  <a:cubicBezTo>
                    <a:pt x="6073" y="0"/>
                    <a:pt x="5971" y="22"/>
                    <a:pt x="5874" y="68"/>
                  </a:cubicBezTo>
                  <a:lnTo>
                    <a:pt x="365" y="3812"/>
                  </a:lnTo>
                  <a:lnTo>
                    <a:pt x="0" y="4844"/>
                  </a:lnTo>
                  <a:lnTo>
                    <a:pt x="8378" y="7801"/>
                  </a:lnTo>
                  <a:lnTo>
                    <a:pt x="8742" y="6770"/>
                  </a:lnTo>
                  <a:lnTo>
                    <a:pt x="6805" y="397"/>
                  </a:lnTo>
                  <a:cubicBezTo>
                    <a:pt x="6685" y="147"/>
                    <a:pt x="6434" y="0"/>
                    <a:pt x="6174" y="0"/>
                  </a:cubicBezTo>
                  <a:close/>
                </a:path>
              </a:pathLst>
            </a:custGeom>
            <a:solidFill>
              <a:srgbClr val="F550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4"/>
            <p:cNvSpPr/>
            <p:nvPr/>
          </p:nvSpPr>
          <p:spPr>
            <a:xfrm rot="-4603600">
              <a:off x="7430889" y="834922"/>
              <a:ext cx="218553" cy="161027"/>
            </a:xfrm>
            <a:custGeom>
              <a:rect b="b" l="l" r="r" t="t"/>
              <a:pathLst>
                <a:path extrusionOk="0" h="6441" w="8742">
                  <a:moveTo>
                    <a:pt x="3970" y="1"/>
                  </a:moveTo>
                  <a:lnTo>
                    <a:pt x="363" y="2451"/>
                  </a:lnTo>
                  <a:lnTo>
                    <a:pt x="0" y="3483"/>
                  </a:lnTo>
                  <a:lnTo>
                    <a:pt x="8378" y="6440"/>
                  </a:lnTo>
                  <a:lnTo>
                    <a:pt x="8742" y="5409"/>
                  </a:lnTo>
                  <a:lnTo>
                    <a:pt x="7477" y="1252"/>
                  </a:lnTo>
                  <a:lnTo>
                    <a:pt x="4188" y="92"/>
                  </a:lnTo>
                  <a:cubicBezTo>
                    <a:pt x="4114" y="65"/>
                    <a:pt x="4041" y="32"/>
                    <a:pt x="3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4"/>
            <p:cNvSpPr/>
            <p:nvPr/>
          </p:nvSpPr>
          <p:spPr>
            <a:xfrm rot="-4603600">
              <a:off x="7424370" y="831129"/>
              <a:ext cx="87726" cy="65351"/>
            </a:xfrm>
            <a:custGeom>
              <a:rect b="b" l="l" r="r" t="t"/>
              <a:pathLst>
                <a:path extrusionOk="0" h="2614" w="3509">
                  <a:moveTo>
                    <a:pt x="2205" y="0"/>
                  </a:moveTo>
                  <a:cubicBezTo>
                    <a:pt x="2104" y="0"/>
                    <a:pt x="2002" y="22"/>
                    <a:pt x="1905" y="68"/>
                  </a:cubicBezTo>
                  <a:lnTo>
                    <a:pt x="1" y="1362"/>
                  </a:lnTo>
                  <a:cubicBezTo>
                    <a:pt x="75" y="1393"/>
                    <a:pt x="146" y="1426"/>
                    <a:pt x="221" y="1453"/>
                  </a:cubicBezTo>
                  <a:lnTo>
                    <a:pt x="3509" y="2613"/>
                  </a:lnTo>
                  <a:lnTo>
                    <a:pt x="2836" y="397"/>
                  </a:lnTo>
                  <a:cubicBezTo>
                    <a:pt x="2716" y="147"/>
                    <a:pt x="2465" y="0"/>
                    <a:pt x="2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4"/>
            <p:cNvSpPr/>
            <p:nvPr/>
          </p:nvSpPr>
          <p:spPr>
            <a:xfrm rot="-4603600">
              <a:off x="8082409" y="1221250"/>
              <a:ext cx="251729" cy="223478"/>
            </a:xfrm>
            <a:custGeom>
              <a:rect b="b" l="l" r="r" t="t"/>
              <a:pathLst>
                <a:path extrusionOk="0" h="8939" w="10069">
                  <a:moveTo>
                    <a:pt x="5034" y="1"/>
                  </a:moveTo>
                  <a:cubicBezTo>
                    <a:pt x="3193" y="1"/>
                    <a:pt x="1470" y="1148"/>
                    <a:pt x="823" y="2983"/>
                  </a:cubicBezTo>
                  <a:cubicBezTo>
                    <a:pt x="1" y="5309"/>
                    <a:pt x="1220" y="7861"/>
                    <a:pt x="3547" y="8683"/>
                  </a:cubicBezTo>
                  <a:cubicBezTo>
                    <a:pt x="4039" y="8856"/>
                    <a:pt x="4541" y="8939"/>
                    <a:pt x="5035" y="8939"/>
                  </a:cubicBezTo>
                  <a:cubicBezTo>
                    <a:pt x="6876" y="8939"/>
                    <a:pt x="8599" y="7792"/>
                    <a:pt x="9247" y="5956"/>
                  </a:cubicBezTo>
                  <a:cubicBezTo>
                    <a:pt x="10068" y="3629"/>
                    <a:pt x="8848" y="1078"/>
                    <a:pt x="6521" y="257"/>
                  </a:cubicBezTo>
                  <a:cubicBezTo>
                    <a:pt x="6029" y="83"/>
                    <a:pt x="5527" y="1"/>
                    <a:pt x="5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4"/>
            <p:cNvSpPr/>
            <p:nvPr/>
          </p:nvSpPr>
          <p:spPr>
            <a:xfrm rot="-4603600">
              <a:off x="8199171" y="1358424"/>
              <a:ext cx="81826" cy="71301"/>
            </a:xfrm>
            <a:custGeom>
              <a:rect b="b" l="l" r="r" t="t"/>
              <a:pathLst>
                <a:path extrusionOk="0" h="2852" w="3273">
                  <a:moveTo>
                    <a:pt x="777" y="0"/>
                  </a:moveTo>
                  <a:cubicBezTo>
                    <a:pt x="703" y="0"/>
                    <a:pt x="621" y="39"/>
                    <a:pt x="522" y="129"/>
                  </a:cubicBezTo>
                  <a:cubicBezTo>
                    <a:pt x="1" y="605"/>
                    <a:pt x="78" y="1536"/>
                    <a:pt x="694" y="2214"/>
                  </a:cubicBezTo>
                  <a:cubicBezTo>
                    <a:pt x="1071" y="2629"/>
                    <a:pt x="1564" y="2851"/>
                    <a:pt x="2009" y="2851"/>
                  </a:cubicBezTo>
                  <a:cubicBezTo>
                    <a:pt x="2289" y="2851"/>
                    <a:pt x="2550" y="2763"/>
                    <a:pt x="2751" y="2581"/>
                  </a:cubicBezTo>
                  <a:cubicBezTo>
                    <a:pt x="3273" y="2105"/>
                    <a:pt x="2351" y="1942"/>
                    <a:pt x="1735" y="1266"/>
                  </a:cubicBezTo>
                  <a:cubicBezTo>
                    <a:pt x="1236" y="717"/>
                    <a:pt x="1091" y="0"/>
                    <a:pt x="777"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4"/>
            <p:cNvSpPr/>
            <p:nvPr/>
          </p:nvSpPr>
          <p:spPr>
            <a:xfrm rot="-4603600">
              <a:off x="8270821" y="1345688"/>
              <a:ext cx="15000" cy="13325"/>
            </a:xfrm>
            <a:custGeom>
              <a:rect b="b" l="l" r="r" t="t"/>
              <a:pathLst>
                <a:path extrusionOk="0" h="533" w="600">
                  <a:moveTo>
                    <a:pt x="298" y="1"/>
                  </a:moveTo>
                  <a:cubicBezTo>
                    <a:pt x="188" y="1"/>
                    <a:pt x="86" y="68"/>
                    <a:pt x="49" y="177"/>
                  </a:cubicBezTo>
                  <a:cubicBezTo>
                    <a:pt x="1" y="316"/>
                    <a:pt x="73" y="469"/>
                    <a:pt x="211" y="517"/>
                  </a:cubicBezTo>
                  <a:cubicBezTo>
                    <a:pt x="240" y="528"/>
                    <a:pt x="271" y="533"/>
                    <a:pt x="300" y="533"/>
                  </a:cubicBezTo>
                  <a:cubicBezTo>
                    <a:pt x="410" y="533"/>
                    <a:pt x="512" y="465"/>
                    <a:pt x="551" y="354"/>
                  </a:cubicBezTo>
                  <a:cubicBezTo>
                    <a:pt x="599" y="216"/>
                    <a:pt x="528" y="63"/>
                    <a:pt x="388" y="16"/>
                  </a:cubicBezTo>
                  <a:cubicBezTo>
                    <a:pt x="358" y="5"/>
                    <a:pt x="328" y="1"/>
                    <a:pt x="298"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4"/>
            <p:cNvSpPr/>
            <p:nvPr/>
          </p:nvSpPr>
          <p:spPr>
            <a:xfrm rot="-4603600">
              <a:off x="7657170" y="739109"/>
              <a:ext cx="468407" cy="780961"/>
            </a:xfrm>
            <a:custGeom>
              <a:rect b="b" l="l" r="r" t="t"/>
              <a:pathLst>
                <a:path extrusionOk="0" h="31238" w="18736">
                  <a:moveTo>
                    <a:pt x="9931" y="0"/>
                  </a:moveTo>
                  <a:lnTo>
                    <a:pt x="0" y="28129"/>
                  </a:lnTo>
                  <a:lnTo>
                    <a:pt x="8805" y="31237"/>
                  </a:lnTo>
                  <a:lnTo>
                    <a:pt x="18735" y="3108"/>
                  </a:lnTo>
                  <a:lnTo>
                    <a:pt x="993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4"/>
            <p:cNvSpPr/>
            <p:nvPr/>
          </p:nvSpPr>
          <p:spPr>
            <a:xfrm rot="-4603600">
              <a:off x="7736970" y="767260"/>
              <a:ext cx="308804" cy="724661"/>
            </a:xfrm>
            <a:custGeom>
              <a:rect b="b" l="l" r="r" t="t"/>
              <a:pathLst>
                <a:path extrusionOk="0" h="28986" w="12352">
                  <a:moveTo>
                    <a:pt x="9931" y="0"/>
                  </a:moveTo>
                  <a:lnTo>
                    <a:pt x="0" y="28131"/>
                  </a:lnTo>
                  <a:lnTo>
                    <a:pt x="2421" y="28985"/>
                  </a:lnTo>
                  <a:lnTo>
                    <a:pt x="12351" y="855"/>
                  </a:lnTo>
                  <a:lnTo>
                    <a:pt x="993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4"/>
            <p:cNvSpPr/>
            <p:nvPr/>
          </p:nvSpPr>
          <p:spPr>
            <a:xfrm rot="-4603600">
              <a:off x="7406306" y="835118"/>
              <a:ext cx="226878" cy="168802"/>
            </a:xfrm>
            <a:custGeom>
              <a:rect b="b" l="l" r="r" t="t"/>
              <a:pathLst>
                <a:path extrusionOk="0" h="6752" w="9075">
                  <a:moveTo>
                    <a:pt x="4158" y="333"/>
                  </a:moveTo>
                  <a:cubicBezTo>
                    <a:pt x="4208" y="355"/>
                    <a:pt x="4258" y="376"/>
                    <a:pt x="4311" y="393"/>
                  </a:cubicBezTo>
                  <a:lnTo>
                    <a:pt x="7526" y="1528"/>
                  </a:lnTo>
                  <a:lnTo>
                    <a:pt x="8752" y="5560"/>
                  </a:lnTo>
                  <a:lnTo>
                    <a:pt x="8458" y="6399"/>
                  </a:lnTo>
                  <a:lnTo>
                    <a:pt x="372" y="3544"/>
                  </a:lnTo>
                  <a:lnTo>
                    <a:pt x="668" y="2707"/>
                  </a:lnTo>
                  <a:lnTo>
                    <a:pt x="4158" y="333"/>
                  </a:lnTo>
                  <a:close/>
                  <a:moveTo>
                    <a:pt x="4145" y="0"/>
                  </a:moveTo>
                  <a:cubicBezTo>
                    <a:pt x="4115" y="0"/>
                    <a:pt x="4084" y="9"/>
                    <a:pt x="4058" y="28"/>
                  </a:cubicBezTo>
                  <a:lnTo>
                    <a:pt x="453" y="2478"/>
                  </a:lnTo>
                  <a:cubicBezTo>
                    <a:pt x="426" y="2497"/>
                    <a:pt x="405" y="2524"/>
                    <a:pt x="393" y="2554"/>
                  </a:cubicBezTo>
                  <a:lnTo>
                    <a:pt x="29" y="3587"/>
                  </a:lnTo>
                  <a:cubicBezTo>
                    <a:pt x="0" y="3667"/>
                    <a:pt x="43" y="3757"/>
                    <a:pt x="125" y="3786"/>
                  </a:cubicBezTo>
                  <a:lnTo>
                    <a:pt x="8500" y="6743"/>
                  </a:lnTo>
                  <a:cubicBezTo>
                    <a:pt x="8519" y="6749"/>
                    <a:pt x="8535" y="6752"/>
                    <a:pt x="8552" y="6752"/>
                  </a:cubicBezTo>
                  <a:cubicBezTo>
                    <a:pt x="8573" y="6752"/>
                    <a:pt x="8598" y="6746"/>
                    <a:pt x="8622" y="6733"/>
                  </a:cubicBezTo>
                  <a:cubicBezTo>
                    <a:pt x="8658" y="6716"/>
                    <a:pt x="8686" y="6686"/>
                    <a:pt x="8700" y="6646"/>
                  </a:cubicBezTo>
                  <a:lnTo>
                    <a:pt x="9065" y="5614"/>
                  </a:lnTo>
                  <a:cubicBezTo>
                    <a:pt x="9075" y="5583"/>
                    <a:pt x="9075" y="5550"/>
                    <a:pt x="9066" y="5517"/>
                  </a:cubicBezTo>
                  <a:lnTo>
                    <a:pt x="7802" y="1361"/>
                  </a:lnTo>
                  <a:cubicBezTo>
                    <a:pt x="7787" y="1314"/>
                    <a:pt x="7752" y="1275"/>
                    <a:pt x="7706" y="1259"/>
                  </a:cubicBezTo>
                  <a:lnTo>
                    <a:pt x="4417" y="99"/>
                  </a:lnTo>
                  <a:cubicBezTo>
                    <a:pt x="4344" y="73"/>
                    <a:pt x="4277" y="43"/>
                    <a:pt x="4208" y="13"/>
                  </a:cubicBezTo>
                  <a:cubicBezTo>
                    <a:pt x="4188" y="5"/>
                    <a:pt x="4167" y="0"/>
                    <a:pt x="414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4"/>
            <p:cNvSpPr/>
            <p:nvPr/>
          </p:nvSpPr>
          <p:spPr>
            <a:xfrm rot="-4603600">
              <a:off x="7399966" y="830951"/>
              <a:ext cx="95901" cy="73101"/>
            </a:xfrm>
            <a:custGeom>
              <a:rect b="b" l="l" r="r" t="t"/>
              <a:pathLst>
                <a:path extrusionOk="0" h="2924" w="3836">
                  <a:moveTo>
                    <a:pt x="2363" y="310"/>
                  </a:moveTo>
                  <a:cubicBezTo>
                    <a:pt x="2424" y="310"/>
                    <a:pt x="2486" y="320"/>
                    <a:pt x="2545" y="340"/>
                  </a:cubicBezTo>
                  <a:cubicBezTo>
                    <a:pt x="2681" y="389"/>
                    <a:pt x="2792" y="488"/>
                    <a:pt x="2845" y="596"/>
                  </a:cubicBezTo>
                  <a:lnTo>
                    <a:pt x="3430" y="2518"/>
                  </a:lnTo>
                  <a:lnTo>
                    <a:pt x="3430" y="2518"/>
                  </a:lnTo>
                  <a:lnTo>
                    <a:pt x="488" y="1481"/>
                  </a:lnTo>
                  <a:lnTo>
                    <a:pt x="2131" y="362"/>
                  </a:lnTo>
                  <a:cubicBezTo>
                    <a:pt x="2205" y="327"/>
                    <a:pt x="2284" y="310"/>
                    <a:pt x="2363" y="310"/>
                  </a:cubicBezTo>
                  <a:close/>
                  <a:moveTo>
                    <a:pt x="2373" y="1"/>
                  </a:moveTo>
                  <a:cubicBezTo>
                    <a:pt x="2242" y="1"/>
                    <a:pt x="2108" y="31"/>
                    <a:pt x="1978" y="95"/>
                  </a:cubicBezTo>
                  <a:lnTo>
                    <a:pt x="73" y="1388"/>
                  </a:lnTo>
                  <a:cubicBezTo>
                    <a:pt x="28" y="1419"/>
                    <a:pt x="0" y="1475"/>
                    <a:pt x="6" y="1531"/>
                  </a:cubicBezTo>
                  <a:cubicBezTo>
                    <a:pt x="12" y="1588"/>
                    <a:pt x="45" y="1635"/>
                    <a:pt x="98" y="1659"/>
                  </a:cubicBezTo>
                  <a:cubicBezTo>
                    <a:pt x="172" y="1693"/>
                    <a:pt x="249" y="1725"/>
                    <a:pt x="328" y="1753"/>
                  </a:cubicBezTo>
                  <a:lnTo>
                    <a:pt x="3615" y="2915"/>
                  </a:lnTo>
                  <a:cubicBezTo>
                    <a:pt x="3634" y="2919"/>
                    <a:pt x="3650" y="2924"/>
                    <a:pt x="3667" y="2924"/>
                  </a:cubicBezTo>
                  <a:cubicBezTo>
                    <a:pt x="3707" y="2924"/>
                    <a:pt x="3744" y="2908"/>
                    <a:pt x="3777" y="2879"/>
                  </a:cubicBezTo>
                  <a:cubicBezTo>
                    <a:pt x="3820" y="2839"/>
                    <a:pt x="3835" y="2777"/>
                    <a:pt x="3817" y="2722"/>
                  </a:cubicBezTo>
                  <a:lnTo>
                    <a:pt x="3135" y="483"/>
                  </a:lnTo>
                  <a:cubicBezTo>
                    <a:pt x="3037" y="278"/>
                    <a:pt x="2865" y="125"/>
                    <a:pt x="2649" y="47"/>
                  </a:cubicBezTo>
                  <a:cubicBezTo>
                    <a:pt x="2560" y="16"/>
                    <a:pt x="2467" y="1"/>
                    <a:pt x="2373"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4"/>
            <p:cNvSpPr/>
            <p:nvPr/>
          </p:nvSpPr>
          <p:spPr>
            <a:xfrm rot="-4603600">
              <a:off x="8101936" y="1277059"/>
              <a:ext cx="239878" cy="156702"/>
            </a:xfrm>
            <a:custGeom>
              <a:rect b="b" l="l" r="r" t="t"/>
              <a:pathLst>
                <a:path extrusionOk="0" h="6268" w="9595">
                  <a:moveTo>
                    <a:pt x="996" y="0"/>
                  </a:moveTo>
                  <a:cubicBezTo>
                    <a:pt x="932" y="0"/>
                    <a:pt x="872" y="40"/>
                    <a:pt x="849" y="103"/>
                  </a:cubicBezTo>
                  <a:cubicBezTo>
                    <a:pt x="0" y="2507"/>
                    <a:pt x="1265" y="5153"/>
                    <a:pt x="3670" y="6000"/>
                  </a:cubicBezTo>
                  <a:cubicBezTo>
                    <a:pt x="4173" y="6179"/>
                    <a:pt x="4694" y="6267"/>
                    <a:pt x="5213" y="6267"/>
                  </a:cubicBezTo>
                  <a:cubicBezTo>
                    <a:pt x="5893" y="6267"/>
                    <a:pt x="6570" y="6114"/>
                    <a:pt x="7202" y="5813"/>
                  </a:cubicBezTo>
                  <a:cubicBezTo>
                    <a:pt x="8316" y="5281"/>
                    <a:pt x="9156" y="4347"/>
                    <a:pt x="9566" y="3182"/>
                  </a:cubicBezTo>
                  <a:cubicBezTo>
                    <a:pt x="9595" y="3102"/>
                    <a:pt x="9552" y="3012"/>
                    <a:pt x="9472" y="2984"/>
                  </a:cubicBezTo>
                  <a:cubicBezTo>
                    <a:pt x="9455" y="2978"/>
                    <a:pt x="9438" y="2975"/>
                    <a:pt x="9421" y="2975"/>
                  </a:cubicBezTo>
                  <a:cubicBezTo>
                    <a:pt x="9357" y="2975"/>
                    <a:pt x="9296" y="3015"/>
                    <a:pt x="9274" y="3078"/>
                  </a:cubicBezTo>
                  <a:cubicBezTo>
                    <a:pt x="8889" y="4164"/>
                    <a:pt x="8108" y="5036"/>
                    <a:pt x="7067" y="5533"/>
                  </a:cubicBezTo>
                  <a:cubicBezTo>
                    <a:pt x="6479" y="5814"/>
                    <a:pt x="5847" y="5956"/>
                    <a:pt x="5212" y="5956"/>
                  </a:cubicBezTo>
                  <a:cubicBezTo>
                    <a:pt x="4728" y="5956"/>
                    <a:pt x="4242" y="5874"/>
                    <a:pt x="3773" y="5707"/>
                  </a:cubicBezTo>
                  <a:cubicBezTo>
                    <a:pt x="1529" y="4917"/>
                    <a:pt x="350" y="2448"/>
                    <a:pt x="1142" y="206"/>
                  </a:cubicBezTo>
                  <a:cubicBezTo>
                    <a:pt x="1171" y="126"/>
                    <a:pt x="1128" y="38"/>
                    <a:pt x="1048" y="9"/>
                  </a:cubicBezTo>
                  <a:cubicBezTo>
                    <a:pt x="1031" y="3"/>
                    <a:pt x="1013" y="0"/>
                    <a:pt x="99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4"/>
            <p:cNvSpPr/>
            <p:nvPr/>
          </p:nvSpPr>
          <p:spPr>
            <a:xfrm rot="-4603600">
              <a:off x="7632608" y="739091"/>
              <a:ext cx="476732" cy="788661"/>
            </a:xfrm>
            <a:custGeom>
              <a:rect b="b" l="l" r="r" t="t"/>
              <a:pathLst>
                <a:path extrusionOk="0" h="31546" w="19069">
                  <a:moveTo>
                    <a:pt x="10199" y="354"/>
                  </a:moveTo>
                  <a:lnTo>
                    <a:pt x="18711" y="3359"/>
                  </a:lnTo>
                  <a:lnTo>
                    <a:pt x="8883" y="31194"/>
                  </a:lnTo>
                  <a:lnTo>
                    <a:pt x="373" y="28191"/>
                  </a:lnTo>
                  <a:lnTo>
                    <a:pt x="10199" y="354"/>
                  </a:lnTo>
                  <a:close/>
                  <a:moveTo>
                    <a:pt x="10105" y="0"/>
                  </a:moveTo>
                  <a:cubicBezTo>
                    <a:pt x="10082" y="0"/>
                    <a:pt x="10059" y="5"/>
                    <a:pt x="10038" y="16"/>
                  </a:cubicBezTo>
                  <a:cubicBezTo>
                    <a:pt x="10002" y="33"/>
                    <a:pt x="9974" y="64"/>
                    <a:pt x="9959" y="103"/>
                  </a:cubicBezTo>
                  <a:lnTo>
                    <a:pt x="29" y="28231"/>
                  </a:lnTo>
                  <a:cubicBezTo>
                    <a:pt x="0" y="28312"/>
                    <a:pt x="43" y="28401"/>
                    <a:pt x="123" y="28429"/>
                  </a:cubicBezTo>
                  <a:lnTo>
                    <a:pt x="8926" y="31537"/>
                  </a:lnTo>
                  <a:cubicBezTo>
                    <a:pt x="8945" y="31543"/>
                    <a:pt x="8961" y="31546"/>
                    <a:pt x="8978" y="31546"/>
                  </a:cubicBezTo>
                  <a:cubicBezTo>
                    <a:pt x="9041" y="31546"/>
                    <a:pt x="9102" y="31507"/>
                    <a:pt x="9125" y="31441"/>
                  </a:cubicBezTo>
                  <a:lnTo>
                    <a:pt x="19055" y="3312"/>
                  </a:lnTo>
                  <a:cubicBezTo>
                    <a:pt x="19068" y="3275"/>
                    <a:pt x="19065" y="3232"/>
                    <a:pt x="19048" y="3195"/>
                  </a:cubicBezTo>
                  <a:cubicBezTo>
                    <a:pt x="19030" y="3159"/>
                    <a:pt x="19000" y="3131"/>
                    <a:pt x="18961" y="3116"/>
                  </a:cubicBezTo>
                  <a:lnTo>
                    <a:pt x="10157" y="9"/>
                  </a:lnTo>
                  <a:cubicBezTo>
                    <a:pt x="10140" y="3"/>
                    <a:pt x="10122" y="0"/>
                    <a:pt x="1010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4"/>
            <p:cNvSpPr/>
            <p:nvPr/>
          </p:nvSpPr>
          <p:spPr>
            <a:xfrm rot="-4603600">
              <a:off x="7712705" y="767062"/>
              <a:ext cx="316755" cy="732336"/>
            </a:xfrm>
            <a:custGeom>
              <a:rect b="b" l="l" r="r" t="t"/>
              <a:pathLst>
                <a:path extrusionOk="0" h="29293" w="12670">
                  <a:moveTo>
                    <a:pt x="10182" y="350"/>
                  </a:moveTo>
                  <a:lnTo>
                    <a:pt x="12311" y="1102"/>
                  </a:lnTo>
                  <a:lnTo>
                    <a:pt x="2483" y="28937"/>
                  </a:lnTo>
                  <a:lnTo>
                    <a:pt x="354" y="28186"/>
                  </a:lnTo>
                  <a:lnTo>
                    <a:pt x="10182" y="350"/>
                  </a:lnTo>
                  <a:close/>
                  <a:moveTo>
                    <a:pt x="10088" y="0"/>
                  </a:moveTo>
                  <a:cubicBezTo>
                    <a:pt x="10065" y="0"/>
                    <a:pt x="10042" y="5"/>
                    <a:pt x="10020" y="16"/>
                  </a:cubicBezTo>
                  <a:cubicBezTo>
                    <a:pt x="9985" y="33"/>
                    <a:pt x="9956" y="64"/>
                    <a:pt x="9942" y="103"/>
                  </a:cubicBezTo>
                  <a:lnTo>
                    <a:pt x="12" y="28231"/>
                  </a:lnTo>
                  <a:cubicBezTo>
                    <a:pt x="0" y="28271"/>
                    <a:pt x="2" y="28314"/>
                    <a:pt x="19" y="28351"/>
                  </a:cubicBezTo>
                  <a:cubicBezTo>
                    <a:pt x="37" y="28386"/>
                    <a:pt x="67" y="28415"/>
                    <a:pt x="107" y="28429"/>
                  </a:cubicBezTo>
                  <a:lnTo>
                    <a:pt x="2526" y="29284"/>
                  </a:lnTo>
                  <a:cubicBezTo>
                    <a:pt x="2545" y="29288"/>
                    <a:pt x="2561" y="29292"/>
                    <a:pt x="2579" y="29292"/>
                  </a:cubicBezTo>
                  <a:cubicBezTo>
                    <a:pt x="2643" y="29292"/>
                    <a:pt x="2702" y="29251"/>
                    <a:pt x="2726" y="29188"/>
                  </a:cubicBezTo>
                  <a:lnTo>
                    <a:pt x="12657" y="1060"/>
                  </a:lnTo>
                  <a:cubicBezTo>
                    <a:pt x="12670" y="1023"/>
                    <a:pt x="12668" y="980"/>
                    <a:pt x="12650" y="943"/>
                  </a:cubicBezTo>
                  <a:cubicBezTo>
                    <a:pt x="12632" y="907"/>
                    <a:pt x="12602" y="879"/>
                    <a:pt x="12562" y="864"/>
                  </a:cubicBezTo>
                  <a:lnTo>
                    <a:pt x="10141" y="8"/>
                  </a:lnTo>
                  <a:cubicBezTo>
                    <a:pt x="10123" y="3"/>
                    <a:pt x="10105" y="0"/>
                    <a:pt x="1008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3743" name="Google Shape;3743;p54"/>
          <p:cNvCxnSpPr>
            <a:stCxn id="3704" idx="0"/>
            <a:endCxn id="3700" idx="0"/>
          </p:cNvCxnSpPr>
          <p:nvPr/>
        </p:nvCxnSpPr>
        <p:spPr>
          <a:xfrm flipH="1" rot="-5400000">
            <a:off x="2149948" y="1473138"/>
            <a:ext cx="723900" cy="1625700"/>
          </a:xfrm>
          <a:prstGeom prst="bentConnector3">
            <a:avLst>
              <a:gd fmla="val -32895" name="adj1"/>
            </a:avLst>
          </a:prstGeom>
          <a:noFill/>
          <a:ln cap="flat" cmpd="sng" w="9525">
            <a:solidFill>
              <a:srgbClr val="000000"/>
            </a:solidFill>
            <a:prstDash val="solid"/>
            <a:round/>
            <a:headEnd len="med" w="med" type="none"/>
            <a:tailEnd len="med" w="med" type="none"/>
          </a:ln>
        </p:spPr>
      </p:cxnSp>
      <p:cxnSp>
        <p:nvCxnSpPr>
          <p:cNvPr id="3744" name="Google Shape;3744;p54"/>
          <p:cNvCxnSpPr>
            <a:stCxn id="3706" idx="3"/>
            <a:endCxn id="3701" idx="2"/>
          </p:cNvCxnSpPr>
          <p:nvPr/>
        </p:nvCxnSpPr>
        <p:spPr>
          <a:xfrm>
            <a:off x="2678098" y="3248888"/>
            <a:ext cx="975300" cy="292800"/>
          </a:xfrm>
          <a:prstGeom prst="bentConnector3">
            <a:avLst>
              <a:gd fmla="val 49998" name="adj1"/>
            </a:avLst>
          </a:prstGeom>
          <a:noFill/>
          <a:ln cap="flat" cmpd="sng" w="9525">
            <a:solidFill>
              <a:srgbClr val="000000"/>
            </a:solidFill>
            <a:prstDash val="solid"/>
            <a:round/>
            <a:headEnd len="med" w="med" type="none"/>
            <a:tailEnd len="med" w="med" type="none"/>
          </a:ln>
        </p:spPr>
      </p:cxnSp>
      <p:cxnSp>
        <p:nvCxnSpPr>
          <p:cNvPr id="3745" name="Google Shape;3745;p54"/>
          <p:cNvCxnSpPr>
            <a:stCxn id="3708" idx="0"/>
            <a:endCxn id="3703" idx="0"/>
          </p:cNvCxnSpPr>
          <p:nvPr/>
        </p:nvCxnSpPr>
        <p:spPr>
          <a:xfrm rot="5400000">
            <a:off x="5863798" y="791088"/>
            <a:ext cx="448200" cy="2714100"/>
          </a:xfrm>
          <a:prstGeom prst="bentConnector3">
            <a:avLst>
              <a:gd fmla="val -53129" name="adj1"/>
            </a:avLst>
          </a:prstGeom>
          <a:noFill/>
          <a:ln cap="flat" cmpd="sng" w="9525">
            <a:solidFill>
              <a:srgbClr val="000000"/>
            </a:solidFill>
            <a:prstDash val="solid"/>
            <a:round/>
            <a:headEnd len="med" w="med" type="none"/>
            <a:tailEnd len="med" w="med" type="none"/>
          </a:ln>
        </p:spPr>
      </p:cxnSp>
      <p:cxnSp>
        <p:nvCxnSpPr>
          <p:cNvPr id="3746" name="Google Shape;3746;p54"/>
          <p:cNvCxnSpPr>
            <a:stCxn id="3710" idx="1"/>
            <a:endCxn id="3702" idx="6"/>
          </p:cNvCxnSpPr>
          <p:nvPr/>
        </p:nvCxnSpPr>
        <p:spPr>
          <a:xfrm rot="10800000">
            <a:off x="5158498" y="2948288"/>
            <a:ext cx="1307400" cy="300600"/>
          </a:xfrm>
          <a:prstGeom prst="bentConnector3">
            <a:avLst>
              <a:gd fmla="val 50004" name="adj1"/>
            </a:avLst>
          </a:prstGeom>
          <a:noFill/>
          <a:ln cap="flat" cmpd="sng" w="9525">
            <a:solidFill>
              <a:srgbClr val="000000"/>
            </a:solidFill>
            <a:prstDash val="solid"/>
            <a:round/>
            <a:headEnd len="med" w="med" type="none"/>
            <a:tailEnd len="med" w="med" type="none"/>
          </a:ln>
        </p:spPr>
      </p:cxn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0" name="Shape 3750"/>
        <p:cNvGrpSpPr/>
        <p:nvPr/>
      </p:nvGrpSpPr>
      <p:grpSpPr>
        <a:xfrm>
          <a:off x="0" y="0"/>
          <a:ext cx="0" cy="0"/>
          <a:chOff x="0" y="0"/>
          <a:chExt cx="0" cy="0"/>
        </a:xfrm>
      </p:grpSpPr>
      <p:sp>
        <p:nvSpPr>
          <p:cNvPr id="3751" name="Google Shape;3751;p55"/>
          <p:cNvSpPr/>
          <p:nvPr/>
        </p:nvSpPr>
        <p:spPr>
          <a:xfrm>
            <a:off x="2267414" y="1838712"/>
            <a:ext cx="1084500" cy="10845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47625">
              <a:schemeClr val="accent6"/>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5"/>
          <p:cNvSpPr txBox="1"/>
          <p:nvPr>
            <p:ph type="title"/>
          </p:nvPr>
        </p:nvSpPr>
        <p:spPr>
          <a:xfrm>
            <a:off x="3749076" y="1379525"/>
            <a:ext cx="3127500" cy="2112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Collecting </a:t>
            </a:r>
            <a:r>
              <a:rPr b="1" lang="en">
                <a:solidFill>
                  <a:schemeClr val="lt1"/>
                </a:solidFill>
              </a:rPr>
              <a:t>evidence</a:t>
            </a:r>
            <a:endParaRPr b="1">
              <a:solidFill>
                <a:schemeClr val="lt1"/>
              </a:solidFill>
            </a:endParaRPr>
          </a:p>
        </p:txBody>
      </p:sp>
      <p:sp>
        <p:nvSpPr>
          <p:cNvPr id="3753" name="Google Shape;3753;p55"/>
          <p:cNvSpPr txBox="1"/>
          <p:nvPr>
            <p:ph idx="2" type="title"/>
          </p:nvPr>
        </p:nvSpPr>
        <p:spPr>
          <a:xfrm>
            <a:off x="2267413" y="1960075"/>
            <a:ext cx="10845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754" name="Google Shape;3754;p55"/>
          <p:cNvSpPr txBox="1"/>
          <p:nvPr>
            <p:ph idx="1" type="subTitle"/>
          </p:nvPr>
        </p:nvSpPr>
        <p:spPr>
          <a:xfrm>
            <a:off x="3749113" y="3310975"/>
            <a:ext cx="2379300" cy="605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can describe the content of the section</a:t>
            </a:r>
            <a:endParaRPr/>
          </a:p>
        </p:txBody>
      </p:sp>
      <p:cxnSp>
        <p:nvCxnSpPr>
          <p:cNvPr id="3755" name="Google Shape;3755;p55"/>
          <p:cNvCxnSpPr>
            <a:endCxn id="3753" idx="3"/>
          </p:cNvCxnSpPr>
          <p:nvPr/>
        </p:nvCxnSpPr>
        <p:spPr>
          <a:xfrm rot="10800000">
            <a:off x="3351913" y="2380975"/>
            <a:ext cx="284400" cy="0"/>
          </a:xfrm>
          <a:prstGeom prst="straightConnector1">
            <a:avLst/>
          </a:prstGeom>
          <a:noFill/>
          <a:ln cap="flat" cmpd="sng" w="9525">
            <a:solidFill>
              <a:srgbClr val="000000"/>
            </a:solidFill>
            <a:prstDash val="solid"/>
            <a:round/>
            <a:headEnd len="med" w="med" type="none"/>
            <a:tailEnd len="med" w="med" type="none"/>
          </a:ln>
        </p:spPr>
      </p:cxnSp>
      <p:grpSp>
        <p:nvGrpSpPr>
          <p:cNvPr id="3756" name="Google Shape;3756;p55"/>
          <p:cNvGrpSpPr/>
          <p:nvPr/>
        </p:nvGrpSpPr>
        <p:grpSpPr>
          <a:xfrm>
            <a:off x="6196900" y="3492413"/>
            <a:ext cx="814400" cy="1093000"/>
            <a:chOff x="6196900" y="3492413"/>
            <a:chExt cx="814400" cy="1093000"/>
          </a:xfrm>
        </p:grpSpPr>
        <p:sp>
          <p:nvSpPr>
            <p:cNvPr id="3757" name="Google Shape;3757;p55"/>
            <p:cNvSpPr/>
            <p:nvPr/>
          </p:nvSpPr>
          <p:spPr>
            <a:xfrm>
              <a:off x="6241600" y="4112538"/>
              <a:ext cx="23175" cy="30575"/>
            </a:xfrm>
            <a:custGeom>
              <a:rect b="b" l="l" r="r" t="t"/>
              <a:pathLst>
                <a:path extrusionOk="0" h="1223" w="927">
                  <a:moveTo>
                    <a:pt x="672" y="0"/>
                  </a:moveTo>
                  <a:cubicBezTo>
                    <a:pt x="596" y="0"/>
                    <a:pt x="521" y="40"/>
                    <a:pt x="481" y="111"/>
                  </a:cubicBezTo>
                  <a:cubicBezTo>
                    <a:pt x="332" y="370"/>
                    <a:pt x="191" y="633"/>
                    <a:pt x="56" y="901"/>
                  </a:cubicBezTo>
                  <a:cubicBezTo>
                    <a:pt x="1" y="1008"/>
                    <a:pt x="43" y="1142"/>
                    <a:pt x="154" y="1198"/>
                  </a:cubicBezTo>
                  <a:cubicBezTo>
                    <a:pt x="185" y="1214"/>
                    <a:pt x="220" y="1223"/>
                    <a:pt x="254" y="1223"/>
                  </a:cubicBezTo>
                  <a:cubicBezTo>
                    <a:pt x="334" y="1223"/>
                    <a:pt x="412" y="1179"/>
                    <a:pt x="451" y="1102"/>
                  </a:cubicBezTo>
                  <a:cubicBezTo>
                    <a:pt x="582" y="844"/>
                    <a:pt x="722" y="586"/>
                    <a:pt x="866" y="333"/>
                  </a:cubicBezTo>
                  <a:cubicBezTo>
                    <a:pt x="927" y="224"/>
                    <a:pt x="888" y="90"/>
                    <a:pt x="782" y="30"/>
                  </a:cubicBezTo>
                  <a:cubicBezTo>
                    <a:pt x="748" y="10"/>
                    <a:pt x="710" y="0"/>
                    <a:pt x="67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5"/>
            <p:cNvSpPr/>
            <p:nvPr/>
          </p:nvSpPr>
          <p:spPr>
            <a:xfrm>
              <a:off x="6216575" y="4172438"/>
              <a:ext cx="19725" cy="32000"/>
            </a:xfrm>
            <a:custGeom>
              <a:rect b="b" l="l" r="r" t="t"/>
              <a:pathLst>
                <a:path extrusionOk="0" h="1280" w="789">
                  <a:moveTo>
                    <a:pt x="540" y="1"/>
                  </a:moveTo>
                  <a:cubicBezTo>
                    <a:pt x="451" y="1"/>
                    <a:pt x="366" y="55"/>
                    <a:pt x="332" y="144"/>
                  </a:cubicBezTo>
                  <a:cubicBezTo>
                    <a:pt x="226" y="423"/>
                    <a:pt x="128" y="706"/>
                    <a:pt x="37" y="991"/>
                  </a:cubicBezTo>
                  <a:cubicBezTo>
                    <a:pt x="0" y="1108"/>
                    <a:pt x="64" y="1232"/>
                    <a:pt x="180" y="1270"/>
                  </a:cubicBezTo>
                  <a:cubicBezTo>
                    <a:pt x="202" y="1277"/>
                    <a:pt x="226" y="1280"/>
                    <a:pt x="249" y="1280"/>
                  </a:cubicBezTo>
                  <a:cubicBezTo>
                    <a:pt x="342" y="1280"/>
                    <a:pt x="429" y="1220"/>
                    <a:pt x="458" y="1125"/>
                  </a:cubicBezTo>
                  <a:cubicBezTo>
                    <a:pt x="548" y="849"/>
                    <a:pt x="643" y="575"/>
                    <a:pt x="746" y="301"/>
                  </a:cubicBezTo>
                  <a:cubicBezTo>
                    <a:pt x="789" y="187"/>
                    <a:pt x="732" y="59"/>
                    <a:pt x="617" y="15"/>
                  </a:cubicBezTo>
                  <a:cubicBezTo>
                    <a:pt x="592" y="5"/>
                    <a:pt x="566" y="1"/>
                    <a:pt x="5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5"/>
            <p:cNvSpPr/>
            <p:nvPr/>
          </p:nvSpPr>
          <p:spPr>
            <a:xfrm>
              <a:off x="6788850" y="3969013"/>
              <a:ext cx="24425" cy="29775"/>
            </a:xfrm>
            <a:custGeom>
              <a:rect b="b" l="l" r="r" t="t"/>
              <a:pathLst>
                <a:path extrusionOk="0" h="1191" w="977">
                  <a:moveTo>
                    <a:pt x="250" y="0"/>
                  </a:moveTo>
                  <a:cubicBezTo>
                    <a:pt x="205" y="0"/>
                    <a:pt x="160" y="14"/>
                    <a:pt x="121" y="42"/>
                  </a:cubicBezTo>
                  <a:cubicBezTo>
                    <a:pt x="22" y="113"/>
                    <a:pt x="0" y="253"/>
                    <a:pt x="71" y="350"/>
                  </a:cubicBezTo>
                  <a:cubicBezTo>
                    <a:pt x="242" y="584"/>
                    <a:pt x="395" y="827"/>
                    <a:pt x="528" y="1073"/>
                  </a:cubicBezTo>
                  <a:cubicBezTo>
                    <a:pt x="568" y="1148"/>
                    <a:pt x="644" y="1190"/>
                    <a:pt x="724" y="1190"/>
                  </a:cubicBezTo>
                  <a:cubicBezTo>
                    <a:pt x="759" y="1190"/>
                    <a:pt x="795" y="1182"/>
                    <a:pt x="829" y="1164"/>
                  </a:cubicBezTo>
                  <a:cubicBezTo>
                    <a:pt x="936" y="1105"/>
                    <a:pt x="976" y="972"/>
                    <a:pt x="918" y="864"/>
                  </a:cubicBezTo>
                  <a:cubicBezTo>
                    <a:pt x="776" y="599"/>
                    <a:pt x="610" y="341"/>
                    <a:pt x="430" y="91"/>
                  </a:cubicBezTo>
                  <a:cubicBezTo>
                    <a:pt x="386" y="32"/>
                    <a:pt x="319" y="0"/>
                    <a:pt x="250"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5"/>
            <p:cNvSpPr/>
            <p:nvPr/>
          </p:nvSpPr>
          <p:spPr>
            <a:xfrm>
              <a:off x="6740675" y="3923913"/>
              <a:ext cx="30475" cy="24025"/>
            </a:xfrm>
            <a:custGeom>
              <a:rect b="b" l="l" r="r" t="t"/>
              <a:pathLst>
                <a:path extrusionOk="0" h="961" w="1219">
                  <a:moveTo>
                    <a:pt x="255" y="0"/>
                  </a:moveTo>
                  <a:cubicBezTo>
                    <a:pt x="181" y="0"/>
                    <a:pt x="109" y="37"/>
                    <a:pt x="67" y="103"/>
                  </a:cubicBezTo>
                  <a:cubicBezTo>
                    <a:pt x="0" y="207"/>
                    <a:pt x="33" y="343"/>
                    <a:pt x="135" y="408"/>
                  </a:cubicBezTo>
                  <a:cubicBezTo>
                    <a:pt x="373" y="557"/>
                    <a:pt x="607" y="727"/>
                    <a:pt x="830" y="910"/>
                  </a:cubicBezTo>
                  <a:cubicBezTo>
                    <a:pt x="871" y="945"/>
                    <a:pt x="921" y="961"/>
                    <a:pt x="970" y="961"/>
                  </a:cubicBezTo>
                  <a:cubicBezTo>
                    <a:pt x="1034" y="961"/>
                    <a:pt x="1098" y="934"/>
                    <a:pt x="1140" y="882"/>
                  </a:cubicBezTo>
                  <a:cubicBezTo>
                    <a:pt x="1218" y="788"/>
                    <a:pt x="1204" y="648"/>
                    <a:pt x="1111" y="570"/>
                  </a:cubicBezTo>
                  <a:cubicBezTo>
                    <a:pt x="874" y="374"/>
                    <a:pt x="626" y="195"/>
                    <a:pt x="372" y="34"/>
                  </a:cubicBezTo>
                  <a:cubicBezTo>
                    <a:pt x="335" y="11"/>
                    <a:pt x="295" y="0"/>
                    <a:pt x="255"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5"/>
            <p:cNvSpPr/>
            <p:nvPr/>
          </p:nvSpPr>
          <p:spPr>
            <a:xfrm>
              <a:off x="6746975" y="4141888"/>
              <a:ext cx="29200" cy="14175"/>
            </a:xfrm>
            <a:custGeom>
              <a:rect b="b" l="l" r="r" t="t"/>
              <a:pathLst>
                <a:path extrusionOk="0" h="567" w="1168">
                  <a:moveTo>
                    <a:pt x="1016" y="0"/>
                  </a:moveTo>
                  <a:cubicBezTo>
                    <a:pt x="785" y="84"/>
                    <a:pt x="544" y="125"/>
                    <a:pt x="300" y="125"/>
                  </a:cubicBezTo>
                  <a:lnTo>
                    <a:pt x="233" y="124"/>
                  </a:lnTo>
                  <a:cubicBezTo>
                    <a:pt x="231" y="124"/>
                    <a:pt x="230" y="124"/>
                    <a:pt x="228" y="124"/>
                  </a:cubicBezTo>
                  <a:cubicBezTo>
                    <a:pt x="110" y="124"/>
                    <a:pt x="8" y="218"/>
                    <a:pt x="5" y="336"/>
                  </a:cubicBezTo>
                  <a:cubicBezTo>
                    <a:pt x="1" y="458"/>
                    <a:pt x="97" y="561"/>
                    <a:pt x="218" y="565"/>
                  </a:cubicBezTo>
                  <a:lnTo>
                    <a:pt x="300" y="566"/>
                  </a:lnTo>
                  <a:cubicBezTo>
                    <a:pt x="591" y="566"/>
                    <a:pt x="880" y="517"/>
                    <a:pt x="1163" y="419"/>
                  </a:cubicBezTo>
                  <a:cubicBezTo>
                    <a:pt x="1165" y="419"/>
                    <a:pt x="1165" y="419"/>
                    <a:pt x="1168" y="417"/>
                  </a:cubicBezTo>
                  <a:lnTo>
                    <a:pt x="1016" y="0"/>
                  </a:ln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5"/>
            <p:cNvSpPr/>
            <p:nvPr/>
          </p:nvSpPr>
          <p:spPr>
            <a:xfrm>
              <a:off x="6762800" y="3638288"/>
              <a:ext cx="27925" cy="26725"/>
            </a:xfrm>
            <a:custGeom>
              <a:rect b="b" l="l" r="r" t="t"/>
              <a:pathLst>
                <a:path extrusionOk="0" h="1069" w="1117">
                  <a:moveTo>
                    <a:pt x="872" y="0"/>
                  </a:moveTo>
                  <a:cubicBezTo>
                    <a:pt x="817" y="0"/>
                    <a:pt x="761" y="21"/>
                    <a:pt x="719" y="63"/>
                  </a:cubicBezTo>
                  <a:cubicBezTo>
                    <a:pt x="504" y="268"/>
                    <a:pt x="294" y="480"/>
                    <a:pt x="85" y="694"/>
                  </a:cubicBezTo>
                  <a:cubicBezTo>
                    <a:pt x="0" y="783"/>
                    <a:pt x="4" y="922"/>
                    <a:pt x="91" y="1006"/>
                  </a:cubicBezTo>
                  <a:cubicBezTo>
                    <a:pt x="133" y="1047"/>
                    <a:pt x="189" y="1068"/>
                    <a:pt x="245" y="1068"/>
                  </a:cubicBezTo>
                  <a:cubicBezTo>
                    <a:pt x="304" y="1068"/>
                    <a:pt x="360" y="1045"/>
                    <a:pt x="404" y="1000"/>
                  </a:cubicBezTo>
                  <a:cubicBezTo>
                    <a:pt x="607" y="790"/>
                    <a:pt x="814" y="584"/>
                    <a:pt x="1025" y="382"/>
                  </a:cubicBezTo>
                  <a:cubicBezTo>
                    <a:pt x="1112" y="297"/>
                    <a:pt x="1116" y="156"/>
                    <a:pt x="1031" y="68"/>
                  </a:cubicBezTo>
                  <a:cubicBezTo>
                    <a:pt x="988" y="23"/>
                    <a:pt x="930" y="0"/>
                    <a:pt x="87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5"/>
            <p:cNvSpPr/>
            <p:nvPr/>
          </p:nvSpPr>
          <p:spPr>
            <a:xfrm>
              <a:off x="6719675" y="3687013"/>
              <a:ext cx="26125" cy="28550"/>
            </a:xfrm>
            <a:custGeom>
              <a:rect b="b" l="l" r="r" t="t"/>
              <a:pathLst>
                <a:path extrusionOk="0" h="1142" w="1045">
                  <a:moveTo>
                    <a:pt x="797" y="0"/>
                  </a:moveTo>
                  <a:cubicBezTo>
                    <a:pt x="732" y="0"/>
                    <a:pt x="668" y="28"/>
                    <a:pt x="623" y="82"/>
                  </a:cubicBezTo>
                  <a:cubicBezTo>
                    <a:pt x="435" y="312"/>
                    <a:pt x="250" y="547"/>
                    <a:pt x="73" y="787"/>
                  </a:cubicBezTo>
                  <a:cubicBezTo>
                    <a:pt x="1" y="885"/>
                    <a:pt x="21" y="1022"/>
                    <a:pt x="118" y="1097"/>
                  </a:cubicBezTo>
                  <a:cubicBezTo>
                    <a:pt x="157" y="1127"/>
                    <a:pt x="205" y="1141"/>
                    <a:pt x="250" y="1141"/>
                  </a:cubicBezTo>
                  <a:cubicBezTo>
                    <a:pt x="318" y="1141"/>
                    <a:pt x="385" y="1111"/>
                    <a:pt x="428" y="1053"/>
                  </a:cubicBezTo>
                  <a:cubicBezTo>
                    <a:pt x="603" y="818"/>
                    <a:pt x="782" y="588"/>
                    <a:pt x="966" y="363"/>
                  </a:cubicBezTo>
                  <a:cubicBezTo>
                    <a:pt x="1044" y="266"/>
                    <a:pt x="1030" y="126"/>
                    <a:pt x="935" y="49"/>
                  </a:cubicBezTo>
                  <a:cubicBezTo>
                    <a:pt x="895" y="16"/>
                    <a:pt x="846" y="0"/>
                    <a:pt x="797"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5"/>
            <p:cNvSpPr/>
            <p:nvPr/>
          </p:nvSpPr>
          <p:spPr>
            <a:xfrm>
              <a:off x="6684025" y="3741113"/>
              <a:ext cx="23600" cy="30325"/>
            </a:xfrm>
            <a:custGeom>
              <a:rect b="b" l="l" r="r" t="t"/>
              <a:pathLst>
                <a:path extrusionOk="0" h="1213" w="944">
                  <a:moveTo>
                    <a:pt x="689" y="1"/>
                  </a:moveTo>
                  <a:cubicBezTo>
                    <a:pt x="613" y="1"/>
                    <a:pt x="540" y="39"/>
                    <a:pt x="499" y="109"/>
                  </a:cubicBezTo>
                  <a:cubicBezTo>
                    <a:pt x="346" y="364"/>
                    <a:pt x="199" y="624"/>
                    <a:pt x="57" y="886"/>
                  </a:cubicBezTo>
                  <a:cubicBezTo>
                    <a:pt x="0" y="995"/>
                    <a:pt x="41" y="1127"/>
                    <a:pt x="148" y="1187"/>
                  </a:cubicBezTo>
                  <a:cubicBezTo>
                    <a:pt x="180" y="1204"/>
                    <a:pt x="216" y="1212"/>
                    <a:pt x="251" y="1212"/>
                  </a:cubicBezTo>
                  <a:cubicBezTo>
                    <a:pt x="329" y="1212"/>
                    <a:pt x="407" y="1170"/>
                    <a:pt x="447" y="1096"/>
                  </a:cubicBezTo>
                  <a:cubicBezTo>
                    <a:pt x="584" y="839"/>
                    <a:pt x="729" y="585"/>
                    <a:pt x="879" y="336"/>
                  </a:cubicBezTo>
                  <a:cubicBezTo>
                    <a:pt x="943" y="231"/>
                    <a:pt x="908" y="95"/>
                    <a:pt x="803" y="32"/>
                  </a:cubicBezTo>
                  <a:cubicBezTo>
                    <a:pt x="767" y="11"/>
                    <a:pt x="727" y="1"/>
                    <a:pt x="689"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5"/>
            <p:cNvSpPr/>
            <p:nvPr/>
          </p:nvSpPr>
          <p:spPr>
            <a:xfrm>
              <a:off x="6679800" y="3898788"/>
              <a:ext cx="33525" cy="17300"/>
            </a:xfrm>
            <a:custGeom>
              <a:rect b="b" l="l" r="r" t="t"/>
              <a:pathLst>
                <a:path extrusionOk="0" h="692" w="1341">
                  <a:moveTo>
                    <a:pt x="240" y="1"/>
                  </a:moveTo>
                  <a:cubicBezTo>
                    <a:pt x="140" y="1"/>
                    <a:pt x="52" y="69"/>
                    <a:pt x="29" y="171"/>
                  </a:cubicBezTo>
                  <a:cubicBezTo>
                    <a:pt x="0" y="288"/>
                    <a:pt x="73" y="407"/>
                    <a:pt x="192" y="437"/>
                  </a:cubicBezTo>
                  <a:cubicBezTo>
                    <a:pt x="475" y="505"/>
                    <a:pt x="753" y="586"/>
                    <a:pt x="1020" y="678"/>
                  </a:cubicBezTo>
                  <a:cubicBezTo>
                    <a:pt x="1044" y="688"/>
                    <a:pt x="1070" y="691"/>
                    <a:pt x="1092" y="691"/>
                  </a:cubicBezTo>
                  <a:cubicBezTo>
                    <a:pt x="1184" y="691"/>
                    <a:pt x="1270" y="634"/>
                    <a:pt x="1301" y="542"/>
                  </a:cubicBezTo>
                  <a:cubicBezTo>
                    <a:pt x="1340" y="427"/>
                    <a:pt x="1279" y="301"/>
                    <a:pt x="1165" y="261"/>
                  </a:cubicBezTo>
                  <a:cubicBezTo>
                    <a:pt x="885" y="164"/>
                    <a:pt x="592" y="78"/>
                    <a:pt x="294" y="8"/>
                  </a:cubicBezTo>
                  <a:cubicBezTo>
                    <a:pt x="276" y="3"/>
                    <a:pt x="258" y="1"/>
                    <a:pt x="2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5"/>
            <p:cNvSpPr/>
            <p:nvPr/>
          </p:nvSpPr>
          <p:spPr>
            <a:xfrm>
              <a:off x="6688975" y="4115413"/>
              <a:ext cx="29100" cy="25550"/>
            </a:xfrm>
            <a:custGeom>
              <a:rect b="b" l="l" r="r" t="t"/>
              <a:pathLst>
                <a:path extrusionOk="0" h="1022" w="1164">
                  <a:moveTo>
                    <a:pt x="244" y="0"/>
                  </a:moveTo>
                  <a:cubicBezTo>
                    <a:pt x="189" y="0"/>
                    <a:pt x="134" y="21"/>
                    <a:pt x="91" y="62"/>
                  </a:cubicBezTo>
                  <a:cubicBezTo>
                    <a:pt x="3" y="148"/>
                    <a:pt x="1" y="287"/>
                    <a:pt x="86" y="374"/>
                  </a:cubicBezTo>
                  <a:cubicBezTo>
                    <a:pt x="308" y="604"/>
                    <a:pt x="542" y="808"/>
                    <a:pt x="783" y="980"/>
                  </a:cubicBezTo>
                  <a:cubicBezTo>
                    <a:pt x="823" y="1008"/>
                    <a:pt x="867" y="1021"/>
                    <a:pt x="911" y="1021"/>
                  </a:cubicBezTo>
                  <a:cubicBezTo>
                    <a:pt x="981" y="1021"/>
                    <a:pt x="1049" y="988"/>
                    <a:pt x="1093" y="929"/>
                  </a:cubicBezTo>
                  <a:cubicBezTo>
                    <a:pt x="1163" y="830"/>
                    <a:pt x="1141" y="691"/>
                    <a:pt x="1042" y="620"/>
                  </a:cubicBezTo>
                  <a:cubicBezTo>
                    <a:pt x="822" y="467"/>
                    <a:pt x="606" y="279"/>
                    <a:pt x="403" y="67"/>
                  </a:cubicBezTo>
                  <a:cubicBezTo>
                    <a:pt x="360" y="23"/>
                    <a:pt x="302" y="0"/>
                    <a:pt x="244"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5"/>
            <p:cNvSpPr/>
            <p:nvPr/>
          </p:nvSpPr>
          <p:spPr>
            <a:xfrm>
              <a:off x="6978775" y="3492413"/>
              <a:ext cx="32525" cy="20750"/>
            </a:xfrm>
            <a:custGeom>
              <a:rect b="b" l="l" r="r" t="t"/>
              <a:pathLst>
                <a:path extrusionOk="0" h="830" w="1301">
                  <a:moveTo>
                    <a:pt x="1047" y="1"/>
                  </a:moveTo>
                  <a:cubicBezTo>
                    <a:pt x="1015" y="1"/>
                    <a:pt x="983" y="8"/>
                    <a:pt x="953" y="22"/>
                  </a:cubicBezTo>
                  <a:cubicBezTo>
                    <a:pt x="685" y="151"/>
                    <a:pt x="420" y="281"/>
                    <a:pt x="153" y="411"/>
                  </a:cubicBezTo>
                  <a:cubicBezTo>
                    <a:pt x="44" y="466"/>
                    <a:pt x="0" y="600"/>
                    <a:pt x="54" y="707"/>
                  </a:cubicBezTo>
                  <a:cubicBezTo>
                    <a:pt x="94" y="785"/>
                    <a:pt x="172" y="829"/>
                    <a:pt x="253" y="829"/>
                  </a:cubicBezTo>
                  <a:cubicBezTo>
                    <a:pt x="287" y="829"/>
                    <a:pt x="321" y="822"/>
                    <a:pt x="352" y="807"/>
                  </a:cubicBezTo>
                  <a:cubicBezTo>
                    <a:pt x="614" y="676"/>
                    <a:pt x="881" y="549"/>
                    <a:pt x="1145" y="422"/>
                  </a:cubicBezTo>
                  <a:cubicBezTo>
                    <a:pt x="1252" y="371"/>
                    <a:pt x="1301" y="239"/>
                    <a:pt x="1248" y="127"/>
                  </a:cubicBezTo>
                  <a:cubicBezTo>
                    <a:pt x="1210" y="48"/>
                    <a:pt x="1130" y="1"/>
                    <a:pt x="104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5"/>
            <p:cNvSpPr/>
            <p:nvPr/>
          </p:nvSpPr>
          <p:spPr>
            <a:xfrm>
              <a:off x="6920300" y="3522613"/>
              <a:ext cx="31825" cy="21925"/>
            </a:xfrm>
            <a:custGeom>
              <a:rect b="b" l="l" r="r" t="t"/>
              <a:pathLst>
                <a:path extrusionOk="0" h="877" w="1273">
                  <a:moveTo>
                    <a:pt x="1023" y="1"/>
                  </a:moveTo>
                  <a:cubicBezTo>
                    <a:pt x="987" y="1"/>
                    <a:pt x="950" y="9"/>
                    <a:pt x="917" y="28"/>
                  </a:cubicBezTo>
                  <a:cubicBezTo>
                    <a:pt x="659" y="172"/>
                    <a:pt x="399" y="316"/>
                    <a:pt x="143" y="465"/>
                  </a:cubicBezTo>
                  <a:cubicBezTo>
                    <a:pt x="36" y="526"/>
                    <a:pt x="1" y="662"/>
                    <a:pt x="60" y="767"/>
                  </a:cubicBezTo>
                  <a:cubicBezTo>
                    <a:pt x="101" y="838"/>
                    <a:pt x="177" y="876"/>
                    <a:pt x="252" y="876"/>
                  </a:cubicBezTo>
                  <a:cubicBezTo>
                    <a:pt x="290" y="876"/>
                    <a:pt x="328" y="868"/>
                    <a:pt x="362" y="847"/>
                  </a:cubicBezTo>
                  <a:cubicBezTo>
                    <a:pt x="615" y="699"/>
                    <a:pt x="873" y="556"/>
                    <a:pt x="1128" y="414"/>
                  </a:cubicBezTo>
                  <a:cubicBezTo>
                    <a:pt x="1235" y="356"/>
                    <a:pt x="1273" y="221"/>
                    <a:pt x="1215" y="113"/>
                  </a:cubicBezTo>
                  <a:cubicBezTo>
                    <a:pt x="1176" y="42"/>
                    <a:pt x="1100" y="1"/>
                    <a:pt x="102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5"/>
            <p:cNvSpPr/>
            <p:nvPr/>
          </p:nvSpPr>
          <p:spPr>
            <a:xfrm>
              <a:off x="6801725" y="4094463"/>
              <a:ext cx="22525" cy="30775"/>
            </a:xfrm>
            <a:custGeom>
              <a:rect b="b" l="l" r="r" t="t"/>
              <a:pathLst>
                <a:path extrusionOk="0" h="1231" w="901">
                  <a:moveTo>
                    <a:pt x="651" y="0"/>
                  </a:moveTo>
                  <a:cubicBezTo>
                    <a:pt x="561" y="0"/>
                    <a:pt x="478" y="55"/>
                    <a:pt x="443" y="145"/>
                  </a:cubicBezTo>
                  <a:cubicBezTo>
                    <a:pt x="343" y="414"/>
                    <a:pt x="217" y="662"/>
                    <a:pt x="67" y="888"/>
                  </a:cubicBezTo>
                  <a:cubicBezTo>
                    <a:pt x="0" y="988"/>
                    <a:pt x="27" y="1127"/>
                    <a:pt x="129" y="1194"/>
                  </a:cubicBezTo>
                  <a:cubicBezTo>
                    <a:pt x="166" y="1220"/>
                    <a:pt x="209" y="1231"/>
                    <a:pt x="251" y="1231"/>
                  </a:cubicBezTo>
                  <a:cubicBezTo>
                    <a:pt x="322" y="1231"/>
                    <a:pt x="393" y="1198"/>
                    <a:pt x="436" y="1132"/>
                  </a:cubicBezTo>
                  <a:cubicBezTo>
                    <a:pt x="604" y="881"/>
                    <a:pt x="746" y="598"/>
                    <a:pt x="858" y="299"/>
                  </a:cubicBezTo>
                  <a:cubicBezTo>
                    <a:pt x="901" y="184"/>
                    <a:pt x="844" y="57"/>
                    <a:pt x="729" y="14"/>
                  </a:cubicBezTo>
                  <a:cubicBezTo>
                    <a:pt x="703" y="5"/>
                    <a:pt x="677" y="0"/>
                    <a:pt x="651"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5"/>
            <p:cNvSpPr/>
            <p:nvPr/>
          </p:nvSpPr>
          <p:spPr>
            <a:xfrm>
              <a:off x="6816100" y="4029038"/>
              <a:ext cx="14250" cy="33025"/>
            </a:xfrm>
            <a:custGeom>
              <a:rect b="b" l="l" r="r" t="t"/>
              <a:pathLst>
                <a:path extrusionOk="0" h="1321" w="570">
                  <a:moveTo>
                    <a:pt x="239" y="1"/>
                  </a:moveTo>
                  <a:cubicBezTo>
                    <a:pt x="226" y="1"/>
                    <a:pt x="212" y="2"/>
                    <a:pt x="198" y="5"/>
                  </a:cubicBezTo>
                  <a:cubicBezTo>
                    <a:pt x="78" y="30"/>
                    <a:pt x="1" y="147"/>
                    <a:pt x="24" y="266"/>
                  </a:cubicBezTo>
                  <a:cubicBezTo>
                    <a:pt x="80" y="544"/>
                    <a:pt x="114" y="827"/>
                    <a:pt x="123" y="1105"/>
                  </a:cubicBezTo>
                  <a:cubicBezTo>
                    <a:pt x="127" y="1227"/>
                    <a:pt x="226" y="1321"/>
                    <a:pt x="346" y="1321"/>
                  </a:cubicBezTo>
                  <a:lnTo>
                    <a:pt x="353" y="1321"/>
                  </a:lnTo>
                  <a:cubicBezTo>
                    <a:pt x="475" y="1317"/>
                    <a:pt x="570" y="1214"/>
                    <a:pt x="567" y="1091"/>
                  </a:cubicBezTo>
                  <a:cubicBezTo>
                    <a:pt x="555" y="786"/>
                    <a:pt x="520" y="480"/>
                    <a:pt x="459" y="176"/>
                  </a:cubicBezTo>
                  <a:cubicBezTo>
                    <a:pt x="438" y="73"/>
                    <a:pt x="342" y="1"/>
                    <a:pt x="239"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5"/>
            <p:cNvSpPr/>
            <p:nvPr/>
          </p:nvSpPr>
          <p:spPr>
            <a:xfrm>
              <a:off x="6811325" y="3594938"/>
              <a:ext cx="29675" cy="24925"/>
            </a:xfrm>
            <a:custGeom>
              <a:rect b="b" l="l" r="r" t="t"/>
              <a:pathLst>
                <a:path extrusionOk="0" h="997" w="1187">
                  <a:moveTo>
                    <a:pt x="937" y="0"/>
                  </a:moveTo>
                  <a:cubicBezTo>
                    <a:pt x="889" y="0"/>
                    <a:pt x="841" y="16"/>
                    <a:pt x="802" y="47"/>
                  </a:cubicBezTo>
                  <a:cubicBezTo>
                    <a:pt x="568" y="230"/>
                    <a:pt x="335" y="415"/>
                    <a:pt x="107" y="605"/>
                  </a:cubicBezTo>
                  <a:cubicBezTo>
                    <a:pt x="13" y="683"/>
                    <a:pt x="1" y="824"/>
                    <a:pt x="79" y="917"/>
                  </a:cubicBezTo>
                  <a:cubicBezTo>
                    <a:pt x="122" y="971"/>
                    <a:pt x="185" y="997"/>
                    <a:pt x="249" y="997"/>
                  </a:cubicBezTo>
                  <a:cubicBezTo>
                    <a:pt x="298" y="997"/>
                    <a:pt x="349" y="981"/>
                    <a:pt x="390" y="946"/>
                  </a:cubicBezTo>
                  <a:cubicBezTo>
                    <a:pt x="616" y="759"/>
                    <a:pt x="843" y="576"/>
                    <a:pt x="1073" y="394"/>
                  </a:cubicBezTo>
                  <a:cubicBezTo>
                    <a:pt x="1169" y="320"/>
                    <a:pt x="1186" y="180"/>
                    <a:pt x="1112" y="85"/>
                  </a:cubicBezTo>
                  <a:cubicBezTo>
                    <a:pt x="1068" y="29"/>
                    <a:pt x="1002" y="0"/>
                    <a:pt x="937"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5"/>
            <p:cNvSpPr/>
            <p:nvPr/>
          </p:nvSpPr>
          <p:spPr>
            <a:xfrm>
              <a:off x="6864175" y="3556588"/>
              <a:ext cx="31025" cy="23375"/>
            </a:xfrm>
            <a:custGeom>
              <a:rect b="b" l="l" r="r" t="t"/>
              <a:pathLst>
                <a:path extrusionOk="0" h="935" w="1241">
                  <a:moveTo>
                    <a:pt x="988" y="0"/>
                  </a:moveTo>
                  <a:cubicBezTo>
                    <a:pt x="947" y="0"/>
                    <a:pt x="906" y="11"/>
                    <a:pt x="869" y="35"/>
                  </a:cubicBezTo>
                  <a:cubicBezTo>
                    <a:pt x="618" y="197"/>
                    <a:pt x="372" y="361"/>
                    <a:pt x="127" y="530"/>
                  </a:cubicBezTo>
                  <a:cubicBezTo>
                    <a:pt x="26" y="599"/>
                    <a:pt x="1" y="737"/>
                    <a:pt x="70" y="839"/>
                  </a:cubicBezTo>
                  <a:cubicBezTo>
                    <a:pt x="113" y="900"/>
                    <a:pt x="182" y="934"/>
                    <a:pt x="253" y="934"/>
                  </a:cubicBezTo>
                  <a:cubicBezTo>
                    <a:pt x="296" y="934"/>
                    <a:pt x="340" y="921"/>
                    <a:pt x="380" y="896"/>
                  </a:cubicBezTo>
                  <a:cubicBezTo>
                    <a:pt x="621" y="730"/>
                    <a:pt x="863" y="567"/>
                    <a:pt x="1110" y="408"/>
                  </a:cubicBezTo>
                  <a:cubicBezTo>
                    <a:pt x="1212" y="340"/>
                    <a:pt x="1240" y="204"/>
                    <a:pt x="1175" y="102"/>
                  </a:cubicBezTo>
                  <a:cubicBezTo>
                    <a:pt x="1132" y="35"/>
                    <a:pt x="1060" y="0"/>
                    <a:pt x="98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5"/>
            <p:cNvSpPr/>
            <p:nvPr/>
          </p:nvSpPr>
          <p:spPr>
            <a:xfrm>
              <a:off x="6196900" y="4301888"/>
              <a:ext cx="11900" cy="33175"/>
            </a:xfrm>
            <a:custGeom>
              <a:rect b="b" l="l" r="r" t="t"/>
              <a:pathLst>
                <a:path extrusionOk="0" h="1327" w="476">
                  <a:moveTo>
                    <a:pt x="248" y="0"/>
                  </a:moveTo>
                  <a:cubicBezTo>
                    <a:pt x="132" y="0"/>
                    <a:pt x="34" y="90"/>
                    <a:pt x="27" y="209"/>
                  </a:cubicBezTo>
                  <a:cubicBezTo>
                    <a:pt x="10" y="507"/>
                    <a:pt x="2" y="804"/>
                    <a:pt x="0" y="1105"/>
                  </a:cubicBezTo>
                  <a:cubicBezTo>
                    <a:pt x="0" y="1227"/>
                    <a:pt x="100" y="1326"/>
                    <a:pt x="222" y="1326"/>
                  </a:cubicBezTo>
                  <a:cubicBezTo>
                    <a:pt x="343" y="1326"/>
                    <a:pt x="443" y="1227"/>
                    <a:pt x="443" y="1106"/>
                  </a:cubicBezTo>
                  <a:cubicBezTo>
                    <a:pt x="446" y="816"/>
                    <a:pt x="454" y="524"/>
                    <a:pt x="468" y="233"/>
                  </a:cubicBezTo>
                  <a:cubicBezTo>
                    <a:pt x="475" y="109"/>
                    <a:pt x="382" y="6"/>
                    <a:pt x="258" y="0"/>
                  </a:cubicBezTo>
                  <a:cubicBezTo>
                    <a:pt x="255" y="0"/>
                    <a:pt x="251" y="0"/>
                    <a:pt x="24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5"/>
            <p:cNvSpPr/>
            <p:nvPr/>
          </p:nvSpPr>
          <p:spPr>
            <a:xfrm>
              <a:off x="6229500" y="4496588"/>
              <a:ext cx="21475" cy="31375"/>
            </a:xfrm>
            <a:custGeom>
              <a:rect b="b" l="l" r="r" t="t"/>
              <a:pathLst>
                <a:path extrusionOk="0" h="1255" w="859">
                  <a:moveTo>
                    <a:pt x="252" y="0"/>
                  </a:moveTo>
                  <a:cubicBezTo>
                    <a:pt x="224" y="0"/>
                    <a:pt x="195" y="6"/>
                    <a:pt x="167" y="18"/>
                  </a:cubicBezTo>
                  <a:cubicBezTo>
                    <a:pt x="53" y="63"/>
                    <a:pt x="1" y="192"/>
                    <a:pt x="46" y="305"/>
                  </a:cubicBezTo>
                  <a:cubicBezTo>
                    <a:pt x="160" y="582"/>
                    <a:pt x="280" y="856"/>
                    <a:pt x="407" y="1126"/>
                  </a:cubicBezTo>
                  <a:cubicBezTo>
                    <a:pt x="443" y="1206"/>
                    <a:pt x="524" y="1254"/>
                    <a:pt x="606" y="1254"/>
                  </a:cubicBezTo>
                  <a:cubicBezTo>
                    <a:pt x="639" y="1254"/>
                    <a:pt x="670" y="1247"/>
                    <a:pt x="700" y="1233"/>
                  </a:cubicBezTo>
                  <a:cubicBezTo>
                    <a:pt x="811" y="1182"/>
                    <a:pt x="859" y="1048"/>
                    <a:pt x="806" y="939"/>
                  </a:cubicBezTo>
                  <a:cubicBezTo>
                    <a:pt x="684" y="674"/>
                    <a:pt x="568" y="407"/>
                    <a:pt x="456" y="138"/>
                  </a:cubicBezTo>
                  <a:cubicBezTo>
                    <a:pt x="421" y="53"/>
                    <a:pt x="339" y="0"/>
                    <a:pt x="25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5"/>
            <p:cNvSpPr/>
            <p:nvPr/>
          </p:nvSpPr>
          <p:spPr>
            <a:xfrm>
              <a:off x="6201725" y="4236063"/>
              <a:ext cx="15875" cy="32875"/>
            </a:xfrm>
            <a:custGeom>
              <a:rect b="b" l="l" r="r" t="t"/>
              <a:pathLst>
                <a:path extrusionOk="0" h="1315" w="635">
                  <a:moveTo>
                    <a:pt x="396" y="0"/>
                  </a:moveTo>
                  <a:cubicBezTo>
                    <a:pt x="293" y="0"/>
                    <a:pt x="197" y="70"/>
                    <a:pt x="177" y="176"/>
                  </a:cubicBezTo>
                  <a:cubicBezTo>
                    <a:pt x="116" y="468"/>
                    <a:pt x="64" y="763"/>
                    <a:pt x="17" y="1056"/>
                  </a:cubicBezTo>
                  <a:cubicBezTo>
                    <a:pt x="0" y="1181"/>
                    <a:pt x="84" y="1295"/>
                    <a:pt x="204" y="1313"/>
                  </a:cubicBezTo>
                  <a:cubicBezTo>
                    <a:pt x="214" y="1314"/>
                    <a:pt x="227" y="1314"/>
                    <a:pt x="237" y="1314"/>
                  </a:cubicBezTo>
                  <a:cubicBezTo>
                    <a:pt x="343" y="1314"/>
                    <a:pt x="440" y="1236"/>
                    <a:pt x="455" y="1126"/>
                  </a:cubicBezTo>
                  <a:cubicBezTo>
                    <a:pt x="499" y="839"/>
                    <a:pt x="552" y="551"/>
                    <a:pt x="610" y="266"/>
                  </a:cubicBezTo>
                  <a:cubicBezTo>
                    <a:pt x="634" y="147"/>
                    <a:pt x="559" y="31"/>
                    <a:pt x="438" y="4"/>
                  </a:cubicBezTo>
                  <a:cubicBezTo>
                    <a:pt x="424" y="1"/>
                    <a:pt x="410" y="0"/>
                    <a:pt x="39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5"/>
            <p:cNvSpPr/>
            <p:nvPr/>
          </p:nvSpPr>
          <p:spPr>
            <a:xfrm>
              <a:off x="6209275" y="4433513"/>
              <a:ext cx="18125" cy="32425"/>
            </a:xfrm>
            <a:custGeom>
              <a:rect b="b" l="l" r="r" t="t"/>
              <a:pathLst>
                <a:path extrusionOk="0" h="1297" w="725">
                  <a:moveTo>
                    <a:pt x="243" y="0"/>
                  </a:moveTo>
                  <a:cubicBezTo>
                    <a:pt x="225" y="0"/>
                    <a:pt x="208" y="2"/>
                    <a:pt x="190" y="6"/>
                  </a:cubicBezTo>
                  <a:cubicBezTo>
                    <a:pt x="73" y="35"/>
                    <a:pt x="0" y="155"/>
                    <a:pt x="30" y="274"/>
                  </a:cubicBezTo>
                  <a:cubicBezTo>
                    <a:pt x="101" y="565"/>
                    <a:pt x="179" y="853"/>
                    <a:pt x="264" y="1139"/>
                  </a:cubicBezTo>
                  <a:cubicBezTo>
                    <a:pt x="292" y="1236"/>
                    <a:pt x="380" y="1297"/>
                    <a:pt x="477" y="1297"/>
                  </a:cubicBezTo>
                  <a:cubicBezTo>
                    <a:pt x="498" y="1297"/>
                    <a:pt x="519" y="1294"/>
                    <a:pt x="541" y="1288"/>
                  </a:cubicBezTo>
                  <a:cubicBezTo>
                    <a:pt x="657" y="1253"/>
                    <a:pt x="725" y="1131"/>
                    <a:pt x="689" y="1013"/>
                  </a:cubicBezTo>
                  <a:cubicBezTo>
                    <a:pt x="604" y="734"/>
                    <a:pt x="528" y="453"/>
                    <a:pt x="458" y="169"/>
                  </a:cubicBezTo>
                  <a:cubicBezTo>
                    <a:pt x="434" y="69"/>
                    <a:pt x="344" y="0"/>
                    <a:pt x="24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5"/>
            <p:cNvSpPr/>
            <p:nvPr/>
          </p:nvSpPr>
          <p:spPr>
            <a:xfrm>
              <a:off x="6198625" y="4368138"/>
              <a:ext cx="14275" cy="33025"/>
            </a:xfrm>
            <a:custGeom>
              <a:rect b="b" l="l" r="r" t="t"/>
              <a:pathLst>
                <a:path extrusionOk="0" h="1321" w="571">
                  <a:moveTo>
                    <a:pt x="235" y="1"/>
                  </a:moveTo>
                  <a:cubicBezTo>
                    <a:pt x="227" y="1"/>
                    <a:pt x="219" y="1"/>
                    <a:pt x="211" y="2"/>
                  </a:cubicBezTo>
                  <a:cubicBezTo>
                    <a:pt x="89" y="12"/>
                    <a:pt x="1" y="121"/>
                    <a:pt x="11" y="243"/>
                  </a:cubicBezTo>
                  <a:cubicBezTo>
                    <a:pt x="39" y="541"/>
                    <a:pt x="75" y="837"/>
                    <a:pt x="116" y="1131"/>
                  </a:cubicBezTo>
                  <a:cubicBezTo>
                    <a:pt x="131" y="1242"/>
                    <a:pt x="225" y="1321"/>
                    <a:pt x="334" y="1321"/>
                  </a:cubicBezTo>
                  <a:cubicBezTo>
                    <a:pt x="344" y="1321"/>
                    <a:pt x="355" y="1321"/>
                    <a:pt x="365" y="1320"/>
                  </a:cubicBezTo>
                  <a:cubicBezTo>
                    <a:pt x="487" y="1303"/>
                    <a:pt x="571" y="1192"/>
                    <a:pt x="555" y="1069"/>
                  </a:cubicBezTo>
                  <a:cubicBezTo>
                    <a:pt x="514" y="781"/>
                    <a:pt x="480" y="491"/>
                    <a:pt x="452" y="201"/>
                  </a:cubicBezTo>
                  <a:cubicBezTo>
                    <a:pt x="441" y="88"/>
                    <a:pt x="344" y="1"/>
                    <a:pt x="235"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5"/>
            <p:cNvSpPr/>
            <p:nvPr/>
          </p:nvSpPr>
          <p:spPr>
            <a:xfrm>
              <a:off x="6259250" y="4555813"/>
              <a:ext cx="24600" cy="29600"/>
            </a:xfrm>
            <a:custGeom>
              <a:rect b="b" l="l" r="r" t="t"/>
              <a:pathLst>
                <a:path extrusionOk="0" h="1184" w="984">
                  <a:moveTo>
                    <a:pt x="253" y="0"/>
                  </a:moveTo>
                  <a:cubicBezTo>
                    <a:pt x="214" y="0"/>
                    <a:pt x="174" y="10"/>
                    <a:pt x="138" y="32"/>
                  </a:cubicBezTo>
                  <a:cubicBezTo>
                    <a:pt x="33" y="96"/>
                    <a:pt x="1" y="231"/>
                    <a:pt x="63" y="336"/>
                  </a:cubicBezTo>
                  <a:cubicBezTo>
                    <a:pt x="219" y="591"/>
                    <a:pt x="381" y="842"/>
                    <a:pt x="550" y="1089"/>
                  </a:cubicBezTo>
                  <a:cubicBezTo>
                    <a:pt x="592" y="1151"/>
                    <a:pt x="662" y="1184"/>
                    <a:pt x="732" y="1184"/>
                  </a:cubicBezTo>
                  <a:cubicBezTo>
                    <a:pt x="775" y="1184"/>
                    <a:pt x="819" y="1172"/>
                    <a:pt x="856" y="1146"/>
                  </a:cubicBezTo>
                  <a:cubicBezTo>
                    <a:pt x="957" y="1076"/>
                    <a:pt x="983" y="940"/>
                    <a:pt x="914" y="839"/>
                  </a:cubicBezTo>
                  <a:cubicBezTo>
                    <a:pt x="752" y="600"/>
                    <a:pt x="594" y="354"/>
                    <a:pt x="443" y="106"/>
                  </a:cubicBezTo>
                  <a:cubicBezTo>
                    <a:pt x="401" y="38"/>
                    <a:pt x="328" y="0"/>
                    <a:pt x="25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5"/>
            <p:cNvSpPr/>
            <p:nvPr/>
          </p:nvSpPr>
          <p:spPr>
            <a:xfrm>
              <a:off x="6423800" y="3934163"/>
              <a:ext cx="32175" cy="21275"/>
            </a:xfrm>
            <a:custGeom>
              <a:rect b="b" l="l" r="r" t="t"/>
              <a:pathLst>
                <a:path extrusionOk="0" h="851" w="1287">
                  <a:moveTo>
                    <a:pt x="1038" y="0"/>
                  </a:moveTo>
                  <a:cubicBezTo>
                    <a:pt x="1005" y="0"/>
                    <a:pt x="971" y="8"/>
                    <a:pt x="939" y="23"/>
                  </a:cubicBezTo>
                  <a:cubicBezTo>
                    <a:pt x="672" y="154"/>
                    <a:pt x="407" y="291"/>
                    <a:pt x="145" y="436"/>
                  </a:cubicBezTo>
                  <a:cubicBezTo>
                    <a:pt x="38" y="494"/>
                    <a:pt x="0" y="629"/>
                    <a:pt x="58" y="737"/>
                  </a:cubicBezTo>
                  <a:cubicBezTo>
                    <a:pt x="99" y="810"/>
                    <a:pt x="173" y="850"/>
                    <a:pt x="251" y="850"/>
                  </a:cubicBezTo>
                  <a:cubicBezTo>
                    <a:pt x="287" y="850"/>
                    <a:pt x="325" y="842"/>
                    <a:pt x="358" y="822"/>
                  </a:cubicBezTo>
                  <a:cubicBezTo>
                    <a:pt x="613" y="680"/>
                    <a:pt x="872" y="545"/>
                    <a:pt x="1133" y="418"/>
                  </a:cubicBezTo>
                  <a:cubicBezTo>
                    <a:pt x="1242" y="365"/>
                    <a:pt x="1286" y="232"/>
                    <a:pt x="1234" y="123"/>
                  </a:cubicBezTo>
                  <a:cubicBezTo>
                    <a:pt x="1198" y="45"/>
                    <a:pt x="1120" y="0"/>
                    <a:pt x="103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5"/>
            <p:cNvSpPr/>
            <p:nvPr/>
          </p:nvSpPr>
          <p:spPr>
            <a:xfrm>
              <a:off x="6484125" y="3909613"/>
              <a:ext cx="33425" cy="18225"/>
            </a:xfrm>
            <a:custGeom>
              <a:rect b="b" l="l" r="r" t="t"/>
              <a:pathLst>
                <a:path extrusionOk="0" h="729" w="1337">
                  <a:moveTo>
                    <a:pt x="1086" y="0"/>
                  </a:moveTo>
                  <a:cubicBezTo>
                    <a:pt x="1065" y="0"/>
                    <a:pt x="1043" y="3"/>
                    <a:pt x="1022" y="10"/>
                  </a:cubicBezTo>
                  <a:cubicBezTo>
                    <a:pt x="737" y="99"/>
                    <a:pt x="455" y="194"/>
                    <a:pt x="175" y="299"/>
                  </a:cubicBezTo>
                  <a:cubicBezTo>
                    <a:pt x="60" y="342"/>
                    <a:pt x="1" y="469"/>
                    <a:pt x="43" y="583"/>
                  </a:cubicBezTo>
                  <a:cubicBezTo>
                    <a:pt x="77" y="672"/>
                    <a:pt x="161" y="729"/>
                    <a:pt x="252" y="729"/>
                  </a:cubicBezTo>
                  <a:cubicBezTo>
                    <a:pt x="276" y="729"/>
                    <a:pt x="303" y="725"/>
                    <a:pt x="327" y="715"/>
                  </a:cubicBezTo>
                  <a:cubicBezTo>
                    <a:pt x="601" y="613"/>
                    <a:pt x="876" y="519"/>
                    <a:pt x="1154" y="432"/>
                  </a:cubicBezTo>
                  <a:cubicBezTo>
                    <a:pt x="1270" y="397"/>
                    <a:pt x="1337" y="272"/>
                    <a:pt x="1298" y="156"/>
                  </a:cubicBezTo>
                  <a:cubicBezTo>
                    <a:pt x="1269" y="62"/>
                    <a:pt x="1182" y="0"/>
                    <a:pt x="108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5"/>
            <p:cNvSpPr/>
            <p:nvPr/>
          </p:nvSpPr>
          <p:spPr>
            <a:xfrm>
              <a:off x="6318925" y="4009163"/>
              <a:ext cx="28000" cy="26500"/>
            </a:xfrm>
            <a:custGeom>
              <a:rect b="b" l="l" r="r" t="t"/>
              <a:pathLst>
                <a:path extrusionOk="0" h="1060" w="1120">
                  <a:moveTo>
                    <a:pt x="876" y="0"/>
                  </a:moveTo>
                  <a:cubicBezTo>
                    <a:pt x="822" y="0"/>
                    <a:pt x="768" y="20"/>
                    <a:pt x="725" y="60"/>
                  </a:cubicBezTo>
                  <a:cubicBezTo>
                    <a:pt x="508" y="264"/>
                    <a:pt x="294" y="471"/>
                    <a:pt x="86" y="685"/>
                  </a:cubicBezTo>
                  <a:cubicBezTo>
                    <a:pt x="0" y="771"/>
                    <a:pt x="2" y="912"/>
                    <a:pt x="90" y="997"/>
                  </a:cubicBezTo>
                  <a:cubicBezTo>
                    <a:pt x="132" y="1039"/>
                    <a:pt x="189" y="1059"/>
                    <a:pt x="244" y="1059"/>
                  </a:cubicBezTo>
                  <a:cubicBezTo>
                    <a:pt x="301" y="1059"/>
                    <a:pt x="359" y="1037"/>
                    <a:pt x="402" y="991"/>
                  </a:cubicBezTo>
                  <a:cubicBezTo>
                    <a:pt x="606" y="783"/>
                    <a:pt x="813" y="579"/>
                    <a:pt x="1026" y="381"/>
                  </a:cubicBezTo>
                  <a:cubicBezTo>
                    <a:pt x="1114" y="299"/>
                    <a:pt x="1119" y="159"/>
                    <a:pt x="1036" y="69"/>
                  </a:cubicBezTo>
                  <a:cubicBezTo>
                    <a:pt x="993" y="24"/>
                    <a:pt x="935" y="0"/>
                    <a:pt x="87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5"/>
            <p:cNvSpPr/>
            <p:nvPr/>
          </p:nvSpPr>
          <p:spPr>
            <a:xfrm>
              <a:off x="6276125" y="4057763"/>
              <a:ext cx="25850" cy="28675"/>
            </a:xfrm>
            <a:custGeom>
              <a:rect b="b" l="l" r="r" t="t"/>
              <a:pathLst>
                <a:path extrusionOk="0" h="1147" w="1034">
                  <a:moveTo>
                    <a:pt x="785" y="0"/>
                  </a:moveTo>
                  <a:cubicBezTo>
                    <a:pt x="720" y="0"/>
                    <a:pt x="656" y="28"/>
                    <a:pt x="612" y="82"/>
                  </a:cubicBezTo>
                  <a:cubicBezTo>
                    <a:pt x="426" y="316"/>
                    <a:pt x="245" y="555"/>
                    <a:pt x="72" y="796"/>
                  </a:cubicBezTo>
                  <a:cubicBezTo>
                    <a:pt x="1" y="895"/>
                    <a:pt x="22" y="1033"/>
                    <a:pt x="121" y="1104"/>
                  </a:cubicBezTo>
                  <a:cubicBezTo>
                    <a:pt x="160" y="1132"/>
                    <a:pt x="206" y="1146"/>
                    <a:pt x="250" y="1146"/>
                  </a:cubicBezTo>
                  <a:cubicBezTo>
                    <a:pt x="320" y="1146"/>
                    <a:pt x="386" y="1115"/>
                    <a:pt x="429" y="1054"/>
                  </a:cubicBezTo>
                  <a:cubicBezTo>
                    <a:pt x="599" y="818"/>
                    <a:pt x="776" y="586"/>
                    <a:pt x="958" y="358"/>
                  </a:cubicBezTo>
                  <a:cubicBezTo>
                    <a:pt x="1033" y="263"/>
                    <a:pt x="1018" y="124"/>
                    <a:pt x="923" y="47"/>
                  </a:cubicBezTo>
                  <a:cubicBezTo>
                    <a:pt x="881" y="16"/>
                    <a:pt x="833" y="0"/>
                    <a:pt x="785"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5"/>
            <p:cNvSpPr/>
            <p:nvPr/>
          </p:nvSpPr>
          <p:spPr>
            <a:xfrm>
              <a:off x="6368375" y="3967638"/>
              <a:ext cx="30475" cy="24100"/>
            </a:xfrm>
            <a:custGeom>
              <a:rect b="b" l="l" r="r" t="t"/>
              <a:pathLst>
                <a:path extrusionOk="0" h="964" w="1219">
                  <a:moveTo>
                    <a:pt x="966" y="1"/>
                  </a:moveTo>
                  <a:cubicBezTo>
                    <a:pt x="923" y="1"/>
                    <a:pt x="880" y="14"/>
                    <a:pt x="842" y="40"/>
                  </a:cubicBezTo>
                  <a:cubicBezTo>
                    <a:pt x="596" y="210"/>
                    <a:pt x="354" y="383"/>
                    <a:pt x="117" y="566"/>
                  </a:cubicBezTo>
                  <a:cubicBezTo>
                    <a:pt x="19" y="640"/>
                    <a:pt x="1" y="779"/>
                    <a:pt x="76" y="877"/>
                  </a:cubicBezTo>
                  <a:cubicBezTo>
                    <a:pt x="120" y="934"/>
                    <a:pt x="185" y="963"/>
                    <a:pt x="252" y="963"/>
                  </a:cubicBezTo>
                  <a:cubicBezTo>
                    <a:pt x="298" y="963"/>
                    <a:pt x="345" y="949"/>
                    <a:pt x="386" y="918"/>
                  </a:cubicBezTo>
                  <a:cubicBezTo>
                    <a:pt x="618" y="741"/>
                    <a:pt x="854" y="570"/>
                    <a:pt x="1093" y="403"/>
                  </a:cubicBezTo>
                  <a:cubicBezTo>
                    <a:pt x="1195" y="334"/>
                    <a:pt x="1219" y="196"/>
                    <a:pt x="1149" y="95"/>
                  </a:cubicBezTo>
                  <a:cubicBezTo>
                    <a:pt x="1106" y="34"/>
                    <a:pt x="1036" y="1"/>
                    <a:pt x="966"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5"/>
            <p:cNvSpPr/>
            <p:nvPr/>
          </p:nvSpPr>
          <p:spPr>
            <a:xfrm>
              <a:off x="6657275" y="3800338"/>
              <a:ext cx="20450" cy="31725"/>
            </a:xfrm>
            <a:custGeom>
              <a:rect b="b" l="l" r="r" t="t"/>
              <a:pathLst>
                <a:path extrusionOk="0" h="1269" w="818">
                  <a:moveTo>
                    <a:pt x="567" y="1"/>
                  </a:moveTo>
                  <a:cubicBezTo>
                    <a:pt x="481" y="1"/>
                    <a:pt x="397" y="52"/>
                    <a:pt x="361" y="138"/>
                  </a:cubicBezTo>
                  <a:cubicBezTo>
                    <a:pt x="248" y="414"/>
                    <a:pt x="141" y="692"/>
                    <a:pt x="42" y="975"/>
                  </a:cubicBezTo>
                  <a:cubicBezTo>
                    <a:pt x="1" y="1089"/>
                    <a:pt x="62" y="1216"/>
                    <a:pt x="177" y="1257"/>
                  </a:cubicBezTo>
                  <a:cubicBezTo>
                    <a:pt x="201" y="1265"/>
                    <a:pt x="226" y="1268"/>
                    <a:pt x="249" y="1268"/>
                  </a:cubicBezTo>
                  <a:cubicBezTo>
                    <a:pt x="340" y="1268"/>
                    <a:pt x="426" y="1211"/>
                    <a:pt x="459" y="1121"/>
                  </a:cubicBezTo>
                  <a:cubicBezTo>
                    <a:pt x="555" y="847"/>
                    <a:pt x="659" y="575"/>
                    <a:pt x="771" y="305"/>
                  </a:cubicBezTo>
                  <a:cubicBezTo>
                    <a:pt x="818" y="193"/>
                    <a:pt x="764" y="63"/>
                    <a:pt x="650" y="17"/>
                  </a:cubicBezTo>
                  <a:cubicBezTo>
                    <a:pt x="623" y="6"/>
                    <a:pt x="595" y="1"/>
                    <a:pt x="56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5"/>
            <p:cNvSpPr/>
            <p:nvPr/>
          </p:nvSpPr>
          <p:spPr>
            <a:xfrm>
              <a:off x="6654125" y="4059363"/>
              <a:ext cx="21475" cy="31250"/>
            </a:xfrm>
            <a:custGeom>
              <a:rect b="b" l="l" r="r" t="t"/>
              <a:pathLst>
                <a:path extrusionOk="0" h="1250" w="859">
                  <a:moveTo>
                    <a:pt x="249" y="0"/>
                  </a:moveTo>
                  <a:cubicBezTo>
                    <a:pt x="224" y="0"/>
                    <a:pt x="199" y="5"/>
                    <a:pt x="174" y="14"/>
                  </a:cubicBezTo>
                  <a:cubicBezTo>
                    <a:pt x="57" y="57"/>
                    <a:pt x="1" y="184"/>
                    <a:pt x="42" y="298"/>
                  </a:cubicBezTo>
                  <a:lnTo>
                    <a:pt x="103" y="455"/>
                  </a:lnTo>
                  <a:cubicBezTo>
                    <a:pt x="191" y="684"/>
                    <a:pt x="297" y="910"/>
                    <a:pt x="412" y="1132"/>
                  </a:cubicBezTo>
                  <a:cubicBezTo>
                    <a:pt x="452" y="1207"/>
                    <a:pt x="530" y="1249"/>
                    <a:pt x="608" y="1249"/>
                  </a:cubicBezTo>
                  <a:cubicBezTo>
                    <a:pt x="643" y="1249"/>
                    <a:pt x="678" y="1241"/>
                    <a:pt x="710" y="1224"/>
                  </a:cubicBezTo>
                  <a:cubicBezTo>
                    <a:pt x="819" y="1167"/>
                    <a:pt x="859" y="1032"/>
                    <a:pt x="802" y="925"/>
                  </a:cubicBezTo>
                  <a:cubicBezTo>
                    <a:pt x="694" y="719"/>
                    <a:pt x="596" y="506"/>
                    <a:pt x="514" y="295"/>
                  </a:cubicBezTo>
                  <a:lnTo>
                    <a:pt x="457" y="145"/>
                  </a:lnTo>
                  <a:cubicBezTo>
                    <a:pt x="424" y="56"/>
                    <a:pt x="339" y="0"/>
                    <a:pt x="249"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5"/>
            <p:cNvSpPr/>
            <p:nvPr/>
          </p:nvSpPr>
          <p:spPr>
            <a:xfrm>
              <a:off x="6638150" y="3995138"/>
              <a:ext cx="15800" cy="32900"/>
            </a:xfrm>
            <a:custGeom>
              <a:rect b="b" l="l" r="r" t="t"/>
              <a:pathLst>
                <a:path extrusionOk="0" h="1316" w="632">
                  <a:moveTo>
                    <a:pt x="240" y="1"/>
                  </a:moveTo>
                  <a:cubicBezTo>
                    <a:pt x="229" y="1"/>
                    <a:pt x="217" y="2"/>
                    <a:pt x="206" y="4"/>
                  </a:cubicBezTo>
                  <a:cubicBezTo>
                    <a:pt x="85" y="21"/>
                    <a:pt x="0" y="133"/>
                    <a:pt x="18" y="253"/>
                  </a:cubicBezTo>
                  <a:cubicBezTo>
                    <a:pt x="58" y="550"/>
                    <a:pt x="112" y="847"/>
                    <a:pt x="173" y="1140"/>
                  </a:cubicBezTo>
                  <a:cubicBezTo>
                    <a:pt x="197" y="1245"/>
                    <a:pt x="287" y="1315"/>
                    <a:pt x="390" y="1315"/>
                  </a:cubicBezTo>
                  <a:cubicBezTo>
                    <a:pt x="406" y="1315"/>
                    <a:pt x="421" y="1314"/>
                    <a:pt x="437" y="1310"/>
                  </a:cubicBezTo>
                  <a:cubicBezTo>
                    <a:pt x="556" y="1284"/>
                    <a:pt x="631" y="1167"/>
                    <a:pt x="607" y="1047"/>
                  </a:cubicBezTo>
                  <a:cubicBezTo>
                    <a:pt x="546" y="765"/>
                    <a:pt x="496" y="479"/>
                    <a:pt x="455" y="191"/>
                  </a:cubicBezTo>
                  <a:cubicBezTo>
                    <a:pt x="440" y="82"/>
                    <a:pt x="346" y="1"/>
                    <a:pt x="2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5"/>
            <p:cNvSpPr/>
            <p:nvPr/>
          </p:nvSpPr>
          <p:spPr>
            <a:xfrm>
              <a:off x="6614500" y="3863388"/>
              <a:ext cx="42675" cy="40025"/>
            </a:xfrm>
            <a:custGeom>
              <a:rect b="b" l="l" r="r" t="t"/>
              <a:pathLst>
                <a:path extrusionOk="0" h="1601" w="1707">
                  <a:moveTo>
                    <a:pt x="1463" y="1"/>
                  </a:moveTo>
                  <a:cubicBezTo>
                    <a:pt x="1362" y="1"/>
                    <a:pt x="1272" y="70"/>
                    <a:pt x="1248" y="171"/>
                  </a:cubicBezTo>
                  <a:cubicBezTo>
                    <a:pt x="1179" y="465"/>
                    <a:pt x="1118" y="757"/>
                    <a:pt x="1067" y="1051"/>
                  </a:cubicBezTo>
                  <a:cubicBezTo>
                    <a:pt x="1060" y="1089"/>
                    <a:pt x="1062" y="1124"/>
                    <a:pt x="1074" y="1156"/>
                  </a:cubicBezTo>
                  <a:cubicBezTo>
                    <a:pt x="828" y="1141"/>
                    <a:pt x="584" y="1134"/>
                    <a:pt x="339" y="1134"/>
                  </a:cubicBezTo>
                  <a:lnTo>
                    <a:pt x="220" y="1134"/>
                  </a:lnTo>
                  <a:cubicBezTo>
                    <a:pt x="97" y="1136"/>
                    <a:pt x="0" y="1235"/>
                    <a:pt x="2" y="1358"/>
                  </a:cubicBezTo>
                  <a:cubicBezTo>
                    <a:pt x="3" y="1479"/>
                    <a:pt x="102" y="1575"/>
                    <a:pt x="223" y="1575"/>
                  </a:cubicBezTo>
                  <a:lnTo>
                    <a:pt x="338" y="1575"/>
                  </a:lnTo>
                  <a:cubicBezTo>
                    <a:pt x="590" y="1575"/>
                    <a:pt x="841" y="1582"/>
                    <a:pt x="1094" y="1601"/>
                  </a:cubicBezTo>
                  <a:lnTo>
                    <a:pt x="1108" y="1601"/>
                  </a:lnTo>
                  <a:cubicBezTo>
                    <a:pt x="1223" y="1601"/>
                    <a:pt x="1320" y="1510"/>
                    <a:pt x="1328" y="1394"/>
                  </a:cubicBezTo>
                  <a:cubicBezTo>
                    <a:pt x="1329" y="1363"/>
                    <a:pt x="1325" y="1334"/>
                    <a:pt x="1316" y="1309"/>
                  </a:cubicBezTo>
                  <a:cubicBezTo>
                    <a:pt x="1408" y="1294"/>
                    <a:pt x="1485" y="1225"/>
                    <a:pt x="1502" y="1127"/>
                  </a:cubicBezTo>
                  <a:cubicBezTo>
                    <a:pt x="1554" y="842"/>
                    <a:pt x="1613" y="557"/>
                    <a:pt x="1678" y="273"/>
                  </a:cubicBezTo>
                  <a:cubicBezTo>
                    <a:pt x="1706" y="154"/>
                    <a:pt x="1632" y="35"/>
                    <a:pt x="1513" y="7"/>
                  </a:cubicBezTo>
                  <a:cubicBezTo>
                    <a:pt x="1496" y="3"/>
                    <a:pt x="1479" y="1"/>
                    <a:pt x="146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5"/>
            <p:cNvSpPr/>
            <p:nvPr/>
          </p:nvSpPr>
          <p:spPr>
            <a:xfrm>
              <a:off x="6548550" y="3895063"/>
              <a:ext cx="33350" cy="14600"/>
            </a:xfrm>
            <a:custGeom>
              <a:rect b="b" l="l" r="r" t="t"/>
              <a:pathLst>
                <a:path extrusionOk="0" h="584" w="1334">
                  <a:moveTo>
                    <a:pt x="1096" y="0"/>
                  </a:moveTo>
                  <a:cubicBezTo>
                    <a:pt x="1086" y="0"/>
                    <a:pt x="1077" y="1"/>
                    <a:pt x="1067" y="2"/>
                  </a:cubicBezTo>
                  <a:cubicBezTo>
                    <a:pt x="780" y="40"/>
                    <a:pt x="494" y="88"/>
                    <a:pt x="210" y="145"/>
                  </a:cubicBezTo>
                  <a:lnTo>
                    <a:pt x="225" y="366"/>
                  </a:lnTo>
                  <a:lnTo>
                    <a:pt x="182" y="151"/>
                  </a:lnTo>
                  <a:cubicBezTo>
                    <a:pt x="61" y="174"/>
                    <a:pt x="0" y="287"/>
                    <a:pt x="23" y="408"/>
                  </a:cubicBezTo>
                  <a:cubicBezTo>
                    <a:pt x="43" y="512"/>
                    <a:pt x="147" y="583"/>
                    <a:pt x="253" y="583"/>
                  </a:cubicBezTo>
                  <a:cubicBezTo>
                    <a:pt x="270" y="583"/>
                    <a:pt x="284" y="582"/>
                    <a:pt x="298" y="581"/>
                  </a:cubicBezTo>
                  <a:cubicBezTo>
                    <a:pt x="572" y="527"/>
                    <a:pt x="849" y="478"/>
                    <a:pt x="1128" y="442"/>
                  </a:cubicBezTo>
                  <a:cubicBezTo>
                    <a:pt x="1248" y="426"/>
                    <a:pt x="1334" y="314"/>
                    <a:pt x="1316" y="192"/>
                  </a:cubicBezTo>
                  <a:cubicBezTo>
                    <a:pt x="1301" y="80"/>
                    <a:pt x="1204" y="0"/>
                    <a:pt x="109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5"/>
            <p:cNvSpPr/>
            <p:nvPr/>
          </p:nvSpPr>
          <p:spPr>
            <a:xfrm>
              <a:off x="6635350" y="3928988"/>
              <a:ext cx="11825" cy="33150"/>
            </a:xfrm>
            <a:custGeom>
              <a:rect b="b" l="l" r="r" t="t"/>
              <a:pathLst>
                <a:path extrusionOk="0" h="1326" w="473">
                  <a:moveTo>
                    <a:pt x="257" y="1"/>
                  </a:moveTo>
                  <a:cubicBezTo>
                    <a:pt x="129" y="1"/>
                    <a:pt x="30" y="89"/>
                    <a:pt x="23" y="209"/>
                  </a:cubicBezTo>
                  <a:cubicBezTo>
                    <a:pt x="7" y="480"/>
                    <a:pt x="0" y="751"/>
                    <a:pt x="0" y="1025"/>
                  </a:cubicBezTo>
                  <a:lnTo>
                    <a:pt x="0" y="1104"/>
                  </a:lnTo>
                  <a:cubicBezTo>
                    <a:pt x="0" y="1226"/>
                    <a:pt x="99" y="1325"/>
                    <a:pt x="221" y="1325"/>
                  </a:cubicBezTo>
                  <a:cubicBezTo>
                    <a:pt x="222" y="1325"/>
                    <a:pt x="223" y="1325"/>
                    <a:pt x="224" y="1325"/>
                  </a:cubicBezTo>
                  <a:cubicBezTo>
                    <a:pt x="346" y="1325"/>
                    <a:pt x="442" y="1226"/>
                    <a:pt x="442" y="1105"/>
                  </a:cubicBezTo>
                  <a:lnTo>
                    <a:pt x="442" y="1022"/>
                  </a:lnTo>
                  <a:cubicBezTo>
                    <a:pt x="442" y="759"/>
                    <a:pt x="450" y="497"/>
                    <a:pt x="465" y="235"/>
                  </a:cubicBezTo>
                  <a:cubicBezTo>
                    <a:pt x="472" y="113"/>
                    <a:pt x="379" y="8"/>
                    <a:pt x="25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0" name="Google Shape;3790;p55"/>
          <p:cNvGrpSpPr/>
          <p:nvPr/>
        </p:nvGrpSpPr>
        <p:grpSpPr>
          <a:xfrm>
            <a:off x="2268363" y="3786100"/>
            <a:ext cx="1082625" cy="291175"/>
            <a:chOff x="2268363" y="3786100"/>
            <a:chExt cx="1082625" cy="291175"/>
          </a:xfrm>
        </p:grpSpPr>
        <p:sp>
          <p:nvSpPr>
            <p:cNvPr id="3791" name="Google Shape;3791;p55"/>
            <p:cNvSpPr/>
            <p:nvPr/>
          </p:nvSpPr>
          <p:spPr>
            <a:xfrm>
              <a:off x="2268363" y="3806375"/>
              <a:ext cx="76375" cy="65300"/>
            </a:xfrm>
            <a:custGeom>
              <a:rect b="b" l="l" r="r" t="t"/>
              <a:pathLst>
                <a:path extrusionOk="0" h="2612" w="3055">
                  <a:moveTo>
                    <a:pt x="270" y="0"/>
                  </a:moveTo>
                  <a:cubicBezTo>
                    <a:pt x="132" y="0"/>
                    <a:pt x="1" y="197"/>
                    <a:pt x="118" y="345"/>
                  </a:cubicBezTo>
                  <a:cubicBezTo>
                    <a:pt x="827" y="1247"/>
                    <a:pt x="1686" y="1997"/>
                    <a:pt x="2671" y="2583"/>
                  </a:cubicBezTo>
                  <a:cubicBezTo>
                    <a:pt x="2705" y="2603"/>
                    <a:pt x="2738" y="2611"/>
                    <a:pt x="2769" y="2611"/>
                  </a:cubicBezTo>
                  <a:cubicBezTo>
                    <a:pt x="2941" y="2611"/>
                    <a:pt x="3055" y="2351"/>
                    <a:pt x="2870" y="2242"/>
                  </a:cubicBezTo>
                  <a:cubicBezTo>
                    <a:pt x="1911" y="1674"/>
                    <a:pt x="1085" y="945"/>
                    <a:pt x="395" y="68"/>
                  </a:cubicBezTo>
                  <a:cubicBezTo>
                    <a:pt x="358" y="20"/>
                    <a:pt x="313" y="0"/>
                    <a:pt x="27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5"/>
            <p:cNvSpPr/>
            <p:nvPr/>
          </p:nvSpPr>
          <p:spPr>
            <a:xfrm>
              <a:off x="2274363" y="3812775"/>
              <a:ext cx="66525" cy="68375"/>
            </a:xfrm>
            <a:custGeom>
              <a:rect b="b" l="l" r="r" t="t"/>
              <a:pathLst>
                <a:path extrusionOk="0" h="2735" w="2661">
                  <a:moveTo>
                    <a:pt x="2386" y="0"/>
                  </a:moveTo>
                  <a:cubicBezTo>
                    <a:pt x="2326" y="0"/>
                    <a:pt x="2265" y="27"/>
                    <a:pt x="2223" y="91"/>
                  </a:cubicBezTo>
                  <a:cubicBezTo>
                    <a:pt x="1662" y="963"/>
                    <a:pt x="866" y="1666"/>
                    <a:pt x="139" y="2398"/>
                  </a:cubicBezTo>
                  <a:cubicBezTo>
                    <a:pt x="1" y="2538"/>
                    <a:pt x="136" y="2734"/>
                    <a:pt x="287" y="2734"/>
                  </a:cubicBezTo>
                  <a:cubicBezTo>
                    <a:pt x="331" y="2734"/>
                    <a:pt x="377" y="2717"/>
                    <a:pt x="418" y="2676"/>
                  </a:cubicBezTo>
                  <a:cubicBezTo>
                    <a:pt x="1170" y="1920"/>
                    <a:pt x="1984" y="1193"/>
                    <a:pt x="2565" y="291"/>
                  </a:cubicBezTo>
                  <a:cubicBezTo>
                    <a:pt x="2660" y="141"/>
                    <a:pt x="2524" y="0"/>
                    <a:pt x="238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5"/>
            <p:cNvSpPr/>
            <p:nvPr/>
          </p:nvSpPr>
          <p:spPr>
            <a:xfrm>
              <a:off x="2379038" y="3856275"/>
              <a:ext cx="9850" cy="59300"/>
            </a:xfrm>
            <a:custGeom>
              <a:rect b="b" l="l" r="r" t="t"/>
              <a:pathLst>
                <a:path extrusionOk="0" h="2372" w="394">
                  <a:moveTo>
                    <a:pt x="197" y="0"/>
                  </a:moveTo>
                  <a:cubicBezTo>
                    <a:pt x="99" y="0"/>
                    <a:pt x="0" y="64"/>
                    <a:pt x="0" y="190"/>
                  </a:cubicBezTo>
                  <a:lnTo>
                    <a:pt x="0" y="2180"/>
                  </a:lnTo>
                  <a:cubicBezTo>
                    <a:pt x="0" y="2308"/>
                    <a:pt x="99" y="2371"/>
                    <a:pt x="197" y="2371"/>
                  </a:cubicBezTo>
                  <a:cubicBezTo>
                    <a:pt x="295" y="2371"/>
                    <a:pt x="394" y="2308"/>
                    <a:pt x="394" y="2180"/>
                  </a:cubicBezTo>
                  <a:lnTo>
                    <a:pt x="394" y="190"/>
                  </a:lnTo>
                  <a:cubicBezTo>
                    <a:pt x="394" y="64"/>
                    <a:pt x="295" y="0"/>
                    <a:pt x="1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5"/>
            <p:cNvSpPr/>
            <p:nvPr/>
          </p:nvSpPr>
          <p:spPr>
            <a:xfrm>
              <a:off x="2447413" y="3818950"/>
              <a:ext cx="9875" cy="65525"/>
            </a:xfrm>
            <a:custGeom>
              <a:rect b="b" l="l" r="r" t="t"/>
              <a:pathLst>
                <a:path extrusionOk="0" h="2621" w="395">
                  <a:moveTo>
                    <a:pt x="198" y="1"/>
                  </a:moveTo>
                  <a:cubicBezTo>
                    <a:pt x="99" y="1"/>
                    <a:pt x="1" y="64"/>
                    <a:pt x="1" y="192"/>
                  </a:cubicBezTo>
                  <a:lnTo>
                    <a:pt x="1" y="2429"/>
                  </a:lnTo>
                  <a:cubicBezTo>
                    <a:pt x="1" y="2557"/>
                    <a:pt x="99" y="2620"/>
                    <a:pt x="198" y="2620"/>
                  </a:cubicBezTo>
                  <a:cubicBezTo>
                    <a:pt x="296" y="2620"/>
                    <a:pt x="395" y="2557"/>
                    <a:pt x="395" y="2429"/>
                  </a:cubicBezTo>
                  <a:lnTo>
                    <a:pt x="395" y="192"/>
                  </a:lnTo>
                  <a:cubicBezTo>
                    <a:pt x="395" y="64"/>
                    <a:pt x="296" y="1"/>
                    <a:pt x="1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5"/>
            <p:cNvSpPr/>
            <p:nvPr/>
          </p:nvSpPr>
          <p:spPr>
            <a:xfrm>
              <a:off x="2430463" y="3847850"/>
              <a:ext cx="59250" cy="12200"/>
            </a:xfrm>
            <a:custGeom>
              <a:rect b="b" l="l" r="r" t="t"/>
              <a:pathLst>
                <a:path extrusionOk="0" h="488" w="2370">
                  <a:moveTo>
                    <a:pt x="2128" y="0"/>
                  </a:moveTo>
                  <a:cubicBezTo>
                    <a:pt x="2124" y="0"/>
                    <a:pt x="2120" y="0"/>
                    <a:pt x="2116" y="1"/>
                  </a:cubicBezTo>
                  <a:cubicBezTo>
                    <a:pt x="1495" y="31"/>
                    <a:pt x="875" y="61"/>
                    <a:pt x="255" y="94"/>
                  </a:cubicBezTo>
                  <a:cubicBezTo>
                    <a:pt x="5" y="105"/>
                    <a:pt x="0" y="488"/>
                    <a:pt x="244" y="488"/>
                  </a:cubicBezTo>
                  <a:cubicBezTo>
                    <a:pt x="248" y="488"/>
                    <a:pt x="251" y="487"/>
                    <a:pt x="255" y="487"/>
                  </a:cubicBezTo>
                  <a:cubicBezTo>
                    <a:pt x="875" y="456"/>
                    <a:pt x="1495" y="426"/>
                    <a:pt x="2116" y="394"/>
                  </a:cubicBezTo>
                  <a:cubicBezTo>
                    <a:pt x="2364" y="382"/>
                    <a:pt x="2369" y="0"/>
                    <a:pt x="212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5"/>
            <p:cNvSpPr/>
            <p:nvPr/>
          </p:nvSpPr>
          <p:spPr>
            <a:xfrm>
              <a:off x="2533663" y="3809100"/>
              <a:ext cx="55500" cy="76100"/>
            </a:xfrm>
            <a:custGeom>
              <a:rect b="b" l="l" r="r" t="t"/>
              <a:pathLst>
                <a:path extrusionOk="0" h="3044" w="2220">
                  <a:moveTo>
                    <a:pt x="849" y="0"/>
                  </a:moveTo>
                  <a:cubicBezTo>
                    <a:pt x="592" y="0"/>
                    <a:pt x="344" y="134"/>
                    <a:pt x="247" y="414"/>
                  </a:cubicBezTo>
                  <a:cubicBezTo>
                    <a:pt x="197" y="557"/>
                    <a:pt x="315" y="652"/>
                    <a:pt x="435" y="652"/>
                  </a:cubicBezTo>
                  <a:cubicBezTo>
                    <a:pt x="513" y="652"/>
                    <a:pt x="593" y="611"/>
                    <a:pt x="625" y="516"/>
                  </a:cubicBezTo>
                  <a:cubicBezTo>
                    <a:pt x="697" y="430"/>
                    <a:pt x="776" y="387"/>
                    <a:pt x="860" y="387"/>
                  </a:cubicBezTo>
                  <a:cubicBezTo>
                    <a:pt x="911" y="387"/>
                    <a:pt x="964" y="403"/>
                    <a:pt x="1019" y="434"/>
                  </a:cubicBezTo>
                  <a:cubicBezTo>
                    <a:pt x="1190" y="571"/>
                    <a:pt x="1242" y="749"/>
                    <a:pt x="1175" y="964"/>
                  </a:cubicBezTo>
                  <a:cubicBezTo>
                    <a:pt x="1142" y="1140"/>
                    <a:pt x="1046" y="1304"/>
                    <a:pt x="949" y="1453"/>
                  </a:cubicBezTo>
                  <a:cubicBezTo>
                    <a:pt x="732" y="1790"/>
                    <a:pt x="442" y="2069"/>
                    <a:pt x="128" y="2314"/>
                  </a:cubicBezTo>
                  <a:cubicBezTo>
                    <a:pt x="1" y="2412"/>
                    <a:pt x="90" y="2601"/>
                    <a:pt x="216" y="2643"/>
                  </a:cubicBezTo>
                  <a:cubicBezTo>
                    <a:pt x="788" y="2836"/>
                    <a:pt x="1369" y="2965"/>
                    <a:pt x="1969" y="3042"/>
                  </a:cubicBezTo>
                  <a:cubicBezTo>
                    <a:pt x="1979" y="3043"/>
                    <a:pt x="1988" y="3044"/>
                    <a:pt x="1997" y="3044"/>
                  </a:cubicBezTo>
                  <a:cubicBezTo>
                    <a:pt x="2219" y="3044"/>
                    <a:pt x="2207" y="2679"/>
                    <a:pt x="1969" y="2649"/>
                  </a:cubicBezTo>
                  <a:cubicBezTo>
                    <a:pt x="1527" y="2592"/>
                    <a:pt x="1095" y="2499"/>
                    <a:pt x="671" y="2374"/>
                  </a:cubicBezTo>
                  <a:lnTo>
                    <a:pt x="671" y="2374"/>
                  </a:lnTo>
                  <a:cubicBezTo>
                    <a:pt x="1224" y="1877"/>
                    <a:pt x="1879" y="1056"/>
                    <a:pt x="1491" y="365"/>
                  </a:cubicBezTo>
                  <a:cubicBezTo>
                    <a:pt x="1357" y="126"/>
                    <a:pt x="1099" y="0"/>
                    <a:pt x="84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5"/>
            <p:cNvSpPr/>
            <p:nvPr/>
          </p:nvSpPr>
          <p:spPr>
            <a:xfrm>
              <a:off x="2610438" y="3841050"/>
              <a:ext cx="39100" cy="62325"/>
            </a:xfrm>
            <a:custGeom>
              <a:rect b="b" l="l" r="r" t="t"/>
              <a:pathLst>
                <a:path extrusionOk="0" h="2493" w="1564">
                  <a:moveTo>
                    <a:pt x="1299" y="1"/>
                  </a:moveTo>
                  <a:cubicBezTo>
                    <a:pt x="1242" y="1"/>
                    <a:pt x="1187" y="31"/>
                    <a:pt x="1156" y="104"/>
                  </a:cubicBezTo>
                  <a:cubicBezTo>
                    <a:pt x="847" y="829"/>
                    <a:pt x="479" y="1522"/>
                    <a:pt x="52" y="2186"/>
                  </a:cubicBezTo>
                  <a:cubicBezTo>
                    <a:pt x="0" y="2270"/>
                    <a:pt x="28" y="2416"/>
                    <a:pt x="122" y="2457"/>
                  </a:cubicBezTo>
                  <a:cubicBezTo>
                    <a:pt x="178" y="2481"/>
                    <a:pt x="234" y="2493"/>
                    <a:pt x="288" y="2493"/>
                  </a:cubicBezTo>
                  <a:cubicBezTo>
                    <a:pt x="457" y="2493"/>
                    <a:pt x="597" y="2379"/>
                    <a:pt x="587" y="2171"/>
                  </a:cubicBezTo>
                  <a:cubicBezTo>
                    <a:pt x="586" y="2143"/>
                    <a:pt x="580" y="2119"/>
                    <a:pt x="571" y="2098"/>
                  </a:cubicBezTo>
                  <a:lnTo>
                    <a:pt x="571" y="2098"/>
                  </a:lnTo>
                  <a:cubicBezTo>
                    <a:pt x="922" y="1522"/>
                    <a:pt x="1229" y="924"/>
                    <a:pt x="1495" y="304"/>
                  </a:cubicBezTo>
                  <a:cubicBezTo>
                    <a:pt x="1564" y="146"/>
                    <a:pt x="1425" y="1"/>
                    <a:pt x="12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5"/>
            <p:cNvSpPr/>
            <p:nvPr/>
          </p:nvSpPr>
          <p:spPr>
            <a:xfrm>
              <a:off x="2641788" y="3852725"/>
              <a:ext cx="29000" cy="55000"/>
            </a:xfrm>
            <a:custGeom>
              <a:rect b="b" l="l" r="r" t="t"/>
              <a:pathLst>
                <a:path extrusionOk="0" h="2200" w="1160">
                  <a:moveTo>
                    <a:pt x="272" y="0"/>
                  </a:moveTo>
                  <a:cubicBezTo>
                    <a:pt x="132" y="0"/>
                    <a:pt x="1" y="198"/>
                    <a:pt x="119" y="347"/>
                  </a:cubicBezTo>
                  <a:cubicBezTo>
                    <a:pt x="494" y="823"/>
                    <a:pt x="725" y="1356"/>
                    <a:pt x="679" y="1971"/>
                  </a:cubicBezTo>
                  <a:cubicBezTo>
                    <a:pt x="673" y="2039"/>
                    <a:pt x="721" y="2112"/>
                    <a:pt x="778" y="2142"/>
                  </a:cubicBezTo>
                  <a:lnTo>
                    <a:pt x="837" y="2173"/>
                  </a:lnTo>
                  <a:cubicBezTo>
                    <a:pt x="869" y="2191"/>
                    <a:pt x="902" y="2199"/>
                    <a:pt x="934" y="2199"/>
                  </a:cubicBezTo>
                  <a:cubicBezTo>
                    <a:pt x="1018" y="2199"/>
                    <a:pt x="1095" y="2144"/>
                    <a:pt x="1126" y="2056"/>
                  </a:cubicBezTo>
                  <a:cubicBezTo>
                    <a:pt x="1159" y="1960"/>
                    <a:pt x="1123" y="1870"/>
                    <a:pt x="1081" y="1784"/>
                  </a:cubicBezTo>
                  <a:lnTo>
                    <a:pt x="1081" y="1784"/>
                  </a:lnTo>
                  <a:cubicBezTo>
                    <a:pt x="1076" y="1142"/>
                    <a:pt x="799" y="575"/>
                    <a:pt x="400" y="68"/>
                  </a:cubicBezTo>
                  <a:cubicBezTo>
                    <a:pt x="362" y="20"/>
                    <a:pt x="317" y="0"/>
                    <a:pt x="27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5"/>
            <p:cNvSpPr/>
            <p:nvPr/>
          </p:nvSpPr>
          <p:spPr>
            <a:xfrm>
              <a:off x="2626513" y="3880900"/>
              <a:ext cx="43525" cy="13800"/>
            </a:xfrm>
            <a:custGeom>
              <a:rect b="b" l="l" r="r" t="t"/>
              <a:pathLst>
                <a:path extrusionOk="0" h="552" w="1741">
                  <a:moveTo>
                    <a:pt x="1518" y="1"/>
                  </a:moveTo>
                  <a:cubicBezTo>
                    <a:pt x="1509" y="1"/>
                    <a:pt x="1500" y="1"/>
                    <a:pt x="1490" y="3"/>
                  </a:cubicBezTo>
                  <a:cubicBezTo>
                    <a:pt x="1077" y="54"/>
                    <a:pt x="663" y="104"/>
                    <a:pt x="251" y="156"/>
                  </a:cubicBezTo>
                  <a:cubicBezTo>
                    <a:pt x="12" y="185"/>
                    <a:pt x="1" y="551"/>
                    <a:pt x="224" y="551"/>
                  </a:cubicBezTo>
                  <a:cubicBezTo>
                    <a:pt x="233" y="551"/>
                    <a:pt x="242" y="551"/>
                    <a:pt x="251" y="550"/>
                  </a:cubicBezTo>
                  <a:cubicBezTo>
                    <a:pt x="663" y="498"/>
                    <a:pt x="1077" y="448"/>
                    <a:pt x="1490" y="396"/>
                  </a:cubicBezTo>
                  <a:cubicBezTo>
                    <a:pt x="1730" y="366"/>
                    <a:pt x="1741" y="1"/>
                    <a:pt x="15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5"/>
            <p:cNvSpPr/>
            <p:nvPr/>
          </p:nvSpPr>
          <p:spPr>
            <a:xfrm>
              <a:off x="2710288" y="3818800"/>
              <a:ext cx="46950" cy="9850"/>
            </a:xfrm>
            <a:custGeom>
              <a:rect b="b" l="l" r="r" t="t"/>
              <a:pathLst>
                <a:path extrusionOk="0" h="394" w="1878">
                  <a:moveTo>
                    <a:pt x="254" y="0"/>
                  </a:moveTo>
                  <a:cubicBezTo>
                    <a:pt x="0" y="0"/>
                    <a:pt x="0" y="394"/>
                    <a:pt x="254" y="394"/>
                  </a:cubicBezTo>
                  <a:lnTo>
                    <a:pt x="1624" y="394"/>
                  </a:lnTo>
                  <a:cubicBezTo>
                    <a:pt x="1877" y="394"/>
                    <a:pt x="1877" y="0"/>
                    <a:pt x="162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5"/>
            <p:cNvSpPr/>
            <p:nvPr/>
          </p:nvSpPr>
          <p:spPr>
            <a:xfrm>
              <a:off x="2713413" y="3843675"/>
              <a:ext cx="37550" cy="9850"/>
            </a:xfrm>
            <a:custGeom>
              <a:rect b="b" l="l" r="r" t="t"/>
              <a:pathLst>
                <a:path extrusionOk="0" h="394" w="1502">
                  <a:moveTo>
                    <a:pt x="253" y="0"/>
                  </a:moveTo>
                  <a:cubicBezTo>
                    <a:pt x="0" y="0"/>
                    <a:pt x="0" y="394"/>
                    <a:pt x="253" y="394"/>
                  </a:cubicBezTo>
                  <a:lnTo>
                    <a:pt x="1248" y="394"/>
                  </a:lnTo>
                  <a:cubicBezTo>
                    <a:pt x="1502" y="394"/>
                    <a:pt x="1502" y="0"/>
                    <a:pt x="124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5"/>
            <p:cNvSpPr/>
            <p:nvPr/>
          </p:nvSpPr>
          <p:spPr>
            <a:xfrm>
              <a:off x="2825438" y="3798325"/>
              <a:ext cx="48775" cy="75075"/>
            </a:xfrm>
            <a:custGeom>
              <a:rect b="b" l="l" r="r" t="t"/>
              <a:pathLst>
                <a:path extrusionOk="0" h="3003" w="1951">
                  <a:moveTo>
                    <a:pt x="967" y="0"/>
                  </a:moveTo>
                  <a:cubicBezTo>
                    <a:pt x="711" y="0"/>
                    <a:pt x="451" y="123"/>
                    <a:pt x="305" y="351"/>
                  </a:cubicBezTo>
                  <a:cubicBezTo>
                    <a:pt x="209" y="498"/>
                    <a:pt x="344" y="639"/>
                    <a:pt x="482" y="639"/>
                  </a:cubicBezTo>
                  <a:cubicBezTo>
                    <a:pt x="541" y="639"/>
                    <a:pt x="601" y="612"/>
                    <a:pt x="642" y="547"/>
                  </a:cubicBezTo>
                  <a:cubicBezTo>
                    <a:pt x="721" y="425"/>
                    <a:pt x="814" y="376"/>
                    <a:pt x="904" y="376"/>
                  </a:cubicBezTo>
                  <a:cubicBezTo>
                    <a:pt x="1240" y="376"/>
                    <a:pt x="1532" y="1063"/>
                    <a:pt x="863" y="1120"/>
                  </a:cubicBezTo>
                  <a:cubicBezTo>
                    <a:pt x="751" y="1130"/>
                    <a:pt x="673" y="1203"/>
                    <a:pt x="665" y="1317"/>
                  </a:cubicBezTo>
                  <a:cubicBezTo>
                    <a:pt x="641" y="1710"/>
                    <a:pt x="1030" y="1612"/>
                    <a:pt x="1278" y="1685"/>
                  </a:cubicBezTo>
                  <a:cubicBezTo>
                    <a:pt x="1706" y="1813"/>
                    <a:pt x="1523" y="2355"/>
                    <a:pt x="1231" y="2505"/>
                  </a:cubicBezTo>
                  <a:cubicBezTo>
                    <a:pt x="1061" y="2593"/>
                    <a:pt x="866" y="2619"/>
                    <a:pt x="670" y="2619"/>
                  </a:cubicBezTo>
                  <a:cubicBezTo>
                    <a:pt x="528" y="2619"/>
                    <a:pt x="386" y="2605"/>
                    <a:pt x="253" y="2593"/>
                  </a:cubicBezTo>
                  <a:cubicBezTo>
                    <a:pt x="246" y="2592"/>
                    <a:pt x="239" y="2592"/>
                    <a:pt x="232" y="2592"/>
                  </a:cubicBezTo>
                  <a:cubicBezTo>
                    <a:pt x="0" y="2592"/>
                    <a:pt x="10" y="2964"/>
                    <a:pt x="253" y="2986"/>
                  </a:cubicBezTo>
                  <a:cubicBezTo>
                    <a:pt x="356" y="2996"/>
                    <a:pt x="467" y="3002"/>
                    <a:pt x="581" y="3002"/>
                  </a:cubicBezTo>
                  <a:cubicBezTo>
                    <a:pt x="1156" y="3002"/>
                    <a:pt x="1807" y="2846"/>
                    <a:pt x="1911" y="2201"/>
                  </a:cubicBezTo>
                  <a:cubicBezTo>
                    <a:pt x="1951" y="1960"/>
                    <a:pt x="1895" y="1681"/>
                    <a:pt x="1729" y="1495"/>
                  </a:cubicBezTo>
                  <a:cubicBezTo>
                    <a:pt x="1673" y="1432"/>
                    <a:pt x="1516" y="1353"/>
                    <a:pt x="1369" y="1306"/>
                  </a:cubicBezTo>
                  <a:lnTo>
                    <a:pt x="1369" y="1306"/>
                  </a:lnTo>
                  <a:cubicBezTo>
                    <a:pt x="1651" y="1078"/>
                    <a:pt x="1799" y="699"/>
                    <a:pt x="1587" y="342"/>
                  </a:cubicBezTo>
                  <a:cubicBezTo>
                    <a:pt x="1448" y="110"/>
                    <a:pt x="1209" y="0"/>
                    <a:pt x="9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5"/>
            <p:cNvSpPr/>
            <p:nvPr/>
          </p:nvSpPr>
          <p:spPr>
            <a:xfrm>
              <a:off x="2888463" y="3786100"/>
              <a:ext cx="462525" cy="109825"/>
            </a:xfrm>
            <a:custGeom>
              <a:rect b="b" l="l" r="r" t="t"/>
              <a:pathLst>
                <a:path extrusionOk="0" h="4393" w="18501">
                  <a:moveTo>
                    <a:pt x="18259" y="1"/>
                  </a:moveTo>
                  <a:cubicBezTo>
                    <a:pt x="18255" y="1"/>
                    <a:pt x="18251" y="1"/>
                    <a:pt x="18247" y="1"/>
                  </a:cubicBezTo>
                  <a:cubicBezTo>
                    <a:pt x="14815" y="157"/>
                    <a:pt x="11380" y="235"/>
                    <a:pt x="7945" y="235"/>
                  </a:cubicBezTo>
                  <a:cubicBezTo>
                    <a:pt x="5995" y="235"/>
                    <a:pt x="4044" y="210"/>
                    <a:pt x="2094" y="160"/>
                  </a:cubicBezTo>
                  <a:cubicBezTo>
                    <a:pt x="2092" y="160"/>
                    <a:pt x="2089" y="160"/>
                    <a:pt x="2087" y="160"/>
                  </a:cubicBezTo>
                  <a:cubicBezTo>
                    <a:pt x="1976" y="160"/>
                    <a:pt x="1908" y="255"/>
                    <a:pt x="1898" y="356"/>
                  </a:cubicBezTo>
                  <a:cubicBezTo>
                    <a:pt x="1793" y="1423"/>
                    <a:pt x="1687" y="2490"/>
                    <a:pt x="1582" y="3558"/>
                  </a:cubicBezTo>
                  <a:lnTo>
                    <a:pt x="1582" y="3558"/>
                  </a:lnTo>
                  <a:cubicBezTo>
                    <a:pt x="1160" y="2790"/>
                    <a:pt x="780" y="2004"/>
                    <a:pt x="439" y="1192"/>
                  </a:cubicBezTo>
                  <a:cubicBezTo>
                    <a:pt x="402" y="1101"/>
                    <a:pt x="320" y="1061"/>
                    <a:pt x="240" y="1061"/>
                  </a:cubicBezTo>
                  <a:cubicBezTo>
                    <a:pt x="118" y="1061"/>
                    <a:pt x="1" y="1154"/>
                    <a:pt x="60" y="1297"/>
                  </a:cubicBezTo>
                  <a:cubicBezTo>
                    <a:pt x="491" y="2329"/>
                    <a:pt x="983" y="3327"/>
                    <a:pt x="1547" y="4296"/>
                  </a:cubicBezTo>
                  <a:cubicBezTo>
                    <a:pt x="1586" y="4363"/>
                    <a:pt x="1645" y="4392"/>
                    <a:pt x="1704" y="4392"/>
                  </a:cubicBezTo>
                  <a:cubicBezTo>
                    <a:pt x="1803" y="4392"/>
                    <a:pt x="1902" y="4312"/>
                    <a:pt x="1914" y="4196"/>
                  </a:cubicBezTo>
                  <a:cubicBezTo>
                    <a:pt x="1995" y="3362"/>
                    <a:pt x="2077" y="2531"/>
                    <a:pt x="2158" y="1699"/>
                  </a:cubicBezTo>
                  <a:cubicBezTo>
                    <a:pt x="2198" y="1294"/>
                    <a:pt x="2103" y="799"/>
                    <a:pt x="2479" y="562"/>
                  </a:cubicBezTo>
                  <a:cubicBezTo>
                    <a:pt x="2539" y="524"/>
                    <a:pt x="2647" y="511"/>
                    <a:pt x="2773" y="511"/>
                  </a:cubicBezTo>
                  <a:cubicBezTo>
                    <a:pt x="3071" y="511"/>
                    <a:pt x="3477" y="585"/>
                    <a:pt x="3633" y="588"/>
                  </a:cubicBezTo>
                  <a:cubicBezTo>
                    <a:pt x="5103" y="617"/>
                    <a:pt x="6571" y="631"/>
                    <a:pt x="8041" y="631"/>
                  </a:cubicBezTo>
                  <a:cubicBezTo>
                    <a:pt x="8174" y="631"/>
                    <a:pt x="8308" y="631"/>
                    <a:pt x="8441" y="631"/>
                  </a:cubicBezTo>
                  <a:cubicBezTo>
                    <a:pt x="11711" y="624"/>
                    <a:pt x="14979" y="542"/>
                    <a:pt x="18247" y="395"/>
                  </a:cubicBezTo>
                  <a:cubicBezTo>
                    <a:pt x="18495" y="384"/>
                    <a:pt x="18501" y="1"/>
                    <a:pt x="1825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5"/>
            <p:cNvSpPr/>
            <p:nvPr/>
          </p:nvSpPr>
          <p:spPr>
            <a:xfrm>
              <a:off x="2979463" y="3829925"/>
              <a:ext cx="54225" cy="65350"/>
            </a:xfrm>
            <a:custGeom>
              <a:rect b="b" l="l" r="r" t="t"/>
              <a:pathLst>
                <a:path extrusionOk="0" h="2614" w="2169">
                  <a:moveTo>
                    <a:pt x="1121" y="1"/>
                  </a:moveTo>
                  <a:cubicBezTo>
                    <a:pt x="781" y="1"/>
                    <a:pt x="454" y="96"/>
                    <a:pt x="251" y="393"/>
                  </a:cubicBezTo>
                  <a:cubicBezTo>
                    <a:pt x="0" y="758"/>
                    <a:pt x="30" y="1294"/>
                    <a:pt x="445" y="1521"/>
                  </a:cubicBezTo>
                  <a:cubicBezTo>
                    <a:pt x="476" y="1537"/>
                    <a:pt x="511" y="1545"/>
                    <a:pt x="545" y="1545"/>
                  </a:cubicBezTo>
                  <a:cubicBezTo>
                    <a:pt x="596" y="1545"/>
                    <a:pt x="647" y="1527"/>
                    <a:pt x="684" y="1489"/>
                  </a:cubicBezTo>
                  <a:cubicBezTo>
                    <a:pt x="791" y="1384"/>
                    <a:pt x="947" y="1326"/>
                    <a:pt x="1101" y="1326"/>
                  </a:cubicBezTo>
                  <a:cubicBezTo>
                    <a:pt x="1252" y="1326"/>
                    <a:pt x="1402" y="1382"/>
                    <a:pt x="1503" y="1503"/>
                  </a:cubicBezTo>
                  <a:cubicBezTo>
                    <a:pt x="1773" y="1830"/>
                    <a:pt x="1423" y="2211"/>
                    <a:pt x="1078" y="2211"/>
                  </a:cubicBezTo>
                  <a:cubicBezTo>
                    <a:pt x="1024" y="2211"/>
                    <a:pt x="969" y="2201"/>
                    <a:pt x="918" y="2181"/>
                  </a:cubicBezTo>
                  <a:cubicBezTo>
                    <a:pt x="892" y="2170"/>
                    <a:pt x="868" y="2166"/>
                    <a:pt x="846" y="2166"/>
                  </a:cubicBezTo>
                  <a:cubicBezTo>
                    <a:pt x="666" y="2166"/>
                    <a:pt x="605" y="2477"/>
                    <a:pt x="813" y="2560"/>
                  </a:cubicBezTo>
                  <a:cubicBezTo>
                    <a:pt x="905" y="2597"/>
                    <a:pt x="1000" y="2614"/>
                    <a:pt x="1094" y="2614"/>
                  </a:cubicBezTo>
                  <a:cubicBezTo>
                    <a:pt x="1650" y="2614"/>
                    <a:pt x="2168" y="2017"/>
                    <a:pt x="1927" y="1453"/>
                  </a:cubicBezTo>
                  <a:cubicBezTo>
                    <a:pt x="1781" y="1110"/>
                    <a:pt x="1440" y="939"/>
                    <a:pt x="1095" y="939"/>
                  </a:cubicBezTo>
                  <a:cubicBezTo>
                    <a:pt x="901" y="939"/>
                    <a:pt x="705" y="993"/>
                    <a:pt x="542" y="1100"/>
                  </a:cubicBezTo>
                  <a:lnTo>
                    <a:pt x="542" y="1100"/>
                  </a:lnTo>
                  <a:cubicBezTo>
                    <a:pt x="376" y="904"/>
                    <a:pt x="553" y="578"/>
                    <a:pt x="764" y="468"/>
                  </a:cubicBezTo>
                  <a:cubicBezTo>
                    <a:pt x="879" y="408"/>
                    <a:pt x="1006" y="386"/>
                    <a:pt x="1136" y="386"/>
                  </a:cubicBezTo>
                  <a:cubicBezTo>
                    <a:pt x="1339" y="386"/>
                    <a:pt x="1549" y="440"/>
                    <a:pt x="1734" y="488"/>
                  </a:cubicBezTo>
                  <a:cubicBezTo>
                    <a:pt x="1753" y="494"/>
                    <a:pt x="1771" y="496"/>
                    <a:pt x="1788" y="496"/>
                  </a:cubicBezTo>
                  <a:cubicBezTo>
                    <a:pt x="1994" y="496"/>
                    <a:pt x="2065" y="169"/>
                    <a:pt x="1840" y="109"/>
                  </a:cubicBezTo>
                  <a:cubicBezTo>
                    <a:pt x="1622" y="51"/>
                    <a:pt x="1368" y="1"/>
                    <a:pt x="112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5"/>
            <p:cNvSpPr/>
            <p:nvPr/>
          </p:nvSpPr>
          <p:spPr>
            <a:xfrm>
              <a:off x="3067838" y="3837675"/>
              <a:ext cx="12025" cy="56275"/>
            </a:xfrm>
            <a:custGeom>
              <a:rect b="b" l="l" r="r" t="t"/>
              <a:pathLst>
                <a:path extrusionOk="0" h="2251" w="481">
                  <a:moveTo>
                    <a:pt x="235" y="0"/>
                  </a:moveTo>
                  <a:cubicBezTo>
                    <a:pt x="136" y="0"/>
                    <a:pt x="42" y="63"/>
                    <a:pt x="50" y="189"/>
                  </a:cubicBezTo>
                  <a:cubicBezTo>
                    <a:pt x="87" y="816"/>
                    <a:pt x="74" y="1438"/>
                    <a:pt x="14" y="2062"/>
                  </a:cubicBezTo>
                  <a:cubicBezTo>
                    <a:pt x="1" y="2188"/>
                    <a:pt x="93" y="2251"/>
                    <a:pt x="191" y="2251"/>
                  </a:cubicBezTo>
                  <a:cubicBezTo>
                    <a:pt x="289" y="2251"/>
                    <a:pt x="395" y="2188"/>
                    <a:pt x="407" y="2062"/>
                  </a:cubicBezTo>
                  <a:cubicBezTo>
                    <a:pt x="468" y="1438"/>
                    <a:pt x="480" y="816"/>
                    <a:pt x="443" y="189"/>
                  </a:cubicBezTo>
                  <a:cubicBezTo>
                    <a:pt x="436" y="63"/>
                    <a:pt x="333" y="0"/>
                    <a:pt x="2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5"/>
            <p:cNvSpPr/>
            <p:nvPr/>
          </p:nvSpPr>
          <p:spPr>
            <a:xfrm>
              <a:off x="3051713" y="3864925"/>
              <a:ext cx="60675" cy="13325"/>
            </a:xfrm>
            <a:custGeom>
              <a:rect b="b" l="l" r="r" t="t"/>
              <a:pathLst>
                <a:path extrusionOk="0" h="533" w="2427">
                  <a:moveTo>
                    <a:pt x="1240" y="0"/>
                  </a:moveTo>
                  <a:cubicBezTo>
                    <a:pt x="900" y="0"/>
                    <a:pt x="560" y="48"/>
                    <a:pt x="224" y="145"/>
                  </a:cubicBezTo>
                  <a:cubicBezTo>
                    <a:pt x="1" y="209"/>
                    <a:pt x="70" y="533"/>
                    <a:pt x="269" y="533"/>
                  </a:cubicBezTo>
                  <a:cubicBezTo>
                    <a:pt x="287" y="533"/>
                    <a:pt x="306" y="530"/>
                    <a:pt x="327" y="524"/>
                  </a:cubicBezTo>
                  <a:cubicBezTo>
                    <a:pt x="633" y="438"/>
                    <a:pt x="937" y="394"/>
                    <a:pt x="1242" y="394"/>
                  </a:cubicBezTo>
                  <a:cubicBezTo>
                    <a:pt x="1526" y="394"/>
                    <a:pt x="1811" y="432"/>
                    <a:pt x="2097" y="509"/>
                  </a:cubicBezTo>
                  <a:cubicBezTo>
                    <a:pt x="2117" y="514"/>
                    <a:pt x="2135" y="516"/>
                    <a:pt x="2153" y="516"/>
                  </a:cubicBezTo>
                  <a:cubicBezTo>
                    <a:pt x="2356" y="516"/>
                    <a:pt x="2426" y="190"/>
                    <a:pt x="2202" y="129"/>
                  </a:cubicBezTo>
                  <a:cubicBezTo>
                    <a:pt x="1882" y="43"/>
                    <a:pt x="1561" y="0"/>
                    <a:pt x="124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5"/>
            <p:cNvSpPr/>
            <p:nvPr/>
          </p:nvSpPr>
          <p:spPr>
            <a:xfrm>
              <a:off x="3128713" y="3831600"/>
              <a:ext cx="54500" cy="62525"/>
            </a:xfrm>
            <a:custGeom>
              <a:rect b="b" l="l" r="r" t="t"/>
              <a:pathLst>
                <a:path extrusionOk="0" h="2501" w="2180">
                  <a:moveTo>
                    <a:pt x="751" y="1"/>
                  </a:moveTo>
                  <a:cubicBezTo>
                    <a:pt x="567" y="1"/>
                    <a:pt x="382" y="71"/>
                    <a:pt x="249" y="224"/>
                  </a:cubicBezTo>
                  <a:cubicBezTo>
                    <a:pt x="122" y="370"/>
                    <a:pt x="253" y="568"/>
                    <a:pt x="396" y="568"/>
                  </a:cubicBezTo>
                  <a:cubicBezTo>
                    <a:pt x="441" y="568"/>
                    <a:pt x="487" y="549"/>
                    <a:pt x="526" y="503"/>
                  </a:cubicBezTo>
                  <a:cubicBezTo>
                    <a:pt x="591" y="429"/>
                    <a:pt x="676" y="396"/>
                    <a:pt x="758" y="396"/>
                  </a:cubicBezTo>
                  <a:cubicBezTo>
                    <a:pt x="926" y="396"/>
                    <a:pt x="1082" y="532"/>
                    <a:pt x="1023" y="736"/>
                  </a:cubicBezTo>
                  <a:cubicBezTo>
                    <a:pt x="972" y="911"/>
                    <a:pt x="767" y="1061"/>
                    <a:pt x="638" y="1177"/>
                  </a:cubicBezTo>
                  <a:cubicBezTo>
                    <a:pt x="370" y="1418"/>
                    <a:pt x="91" y="1660"/>
                    <a:pt x="21" y="2029"/>
                  </a:cubicBezTo>
                  <a:cubicBezTo>
                    <a:pt x="1" y="2134"/>
                    <a:pt x="50" y="2242"/>
                    <a:pt x="158" y="2271"/>
                  </a:cubicBezTo>
                  <a:cubicBezTo>
                    <a:pt x="718" y="2423"/>
                    <a:pt x="1285" y="2500"/>
                    <a:pt x="1863" y="2500"/>
                  </a:cubicBezTo>
                  <a:cubicBezTo>
                    <a:pt x="1884" y="2500"/>
                    <a:pt x="1904" y="2500"/>
                    <a:pt x="1925" y="2500"/>
                  </a:cubicBezTo>
                  <a:cubicBezTo>
                    <a:pt x="2179" y="2499"/>
                    <a:pt x="2180" y="2106"/>
                    <a:pt x="1926" y="2106"/>
                  </a:cubicBezTo>
                  <a:cubicBezTo>
                    <a:pt x="1926" y="2106"/>
                    <a:pt x="1925" y="2106"/>
                    <a:pt x="1925" y="2106"/>
                  </a:cubicBezTo>
                  <a:cubicBezTo>
                    <a:pt x="1904" y="2107"/>
                    <a:pt x="1882" y="2107"/>
                    <a:pt x="1861" y="2107"/>
                  </a:cubicBezTo>
                  <a:cubicBezTo>
                    <a:pt x="1386" y="2107"/>
                    <a:pt x="925" y="2053"/>
                    <a:pt x="465" y="1944"/>
                  </a:cubicBezTo>
                  <a:lnTo>
                    <a:pt x="465" y="1944"/>
                  </a:lnTo>
                  <a:cubicBezTo>
                    <a:pt x="706" y="1466"/>
                    <a:pt x="1420" y="1259"/>
                    <a:pt x="1435" y="653"/>
                  </a:cubicBezTo>
                  <a:cubicBezTo>
                    <a:pt x="1445" y="251"/>
                    <a:pt x="1099" y="1"/>
                    <a:pt x="7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5"/>
            <p:cNvSpPr/>
            <p:nvPr/>
          </p:nvSpPr>
          <p:spPr>
            <a:xfrm>
              <a:off x="3194238" y="3828275"/>
              <a:ext cx="48275" cy="68150"/>
            </a:xfrm>
            <a:custGeom>
              <a:rect b="b" l="l" r="r" t="t"/>
              <a:pathLst>
                <a:path extrusionOk="0" h="2726" w="1931">
                  <a:moveTo>
                    <a:pt x="1658" y="0"/>
                  </a:moveTo>
                  <a:cubicBezTo>
                    <a:pt x="1599" y="0"/>
                    <a:pt x="1540" y="28"/>
                    <a:pt x="1500" y="94"/>
                  </a:cubicBezTo>
                  <a:cubicBezTo>
                    <a:pt x="1030" y="874"/>
                    <a:pt x="561" y="1652"/>
                    <a:pt x="91" y="2433"/>
                  </a:cubicBezTo>
                  <a:cubicBezTo>
                    <a:pt x="1" y="2585"/>
                    <a:pt x="136" y="2725"/>
                    <a:pt x="271" y="2725"/>
                  </a:cubicBezTo>
                  <a:cubicBezTo>
                    <a:pt x="331" y="2725"/>
                    <a:pt x="391" y="2698"/>
                    <a:pt x="431" y="2632"/>
                  </a:cubicBezTo>
                  <a:cubicBezTo>
                    <a:pt x="900" y="1851"/>
                    <a:pt x="1371" y="1073"/>
                    <a:pt x="1839" y="293"/>
                  </a:cubicBezTo>
                  <a:cubicBezTo>
                    <a:pt x="1931" y="142"/>
                    <a:pt x="1794" y="0"/>
                    <a:pt x="165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5"/>
            <p:cNvSpPr/>
            <p:nvPr/>
          </p:nvSpPr>
          <p:spPr>
            <a:xfrm>
              <a:off x="3227963" y="3830175"/>
              <a:ext cx="44675" cy="67175"/>
            </a:xfrm>
            <a:custGeom>
              <a:rect b="b" l="l" r="r" t="t"/>
              <a:pathLst>
                <a:path extrusionOk="0" h="2687" w="1787">
                  <a:moveTo>
                    <a:pt x="277" y="0"/>
                  </a:moveTo>
                  <a:cubicBezTo>
                    <a:pt x="138" y="0"/>
                    <a:pt x="0" y="141"/>
                    <a:pt x="99" y="288"/>
                  </a:cubicBezTo>
                  <a:cubicBezTo>
                    <a:pt x="586" y="1020"/>
                    <a:pt x="1010" y="1785"/>
                    <a:pt x="1375" y="2584"/>
                  </a:cubicBezTo>
                  <a:cubicBezTo>
                    <a:pt x="1408" y="2656"/>
                    <a:pt x="1464" y="2686"/>
                    <a:pt x="1522" y="2686"/>
                  </a:cubicBezTo>
                  <a:cubicBezTo>
                    <a:pt x="1649" y="2686"/>
                    <a:pt x="1787" y="2543"/>
                    <a:pt x="1714" y="2385"/>
                  </a:cubicBezTo>
                  <a:cubicBezTo>
                    <a:pt x="1349" y="1585"/>
                    <a:pt x="924" y="821"/>
                    <a:pt x="439" y="89"/>
                  </a:cubicBezTo>
                  <a:cubicBezTo>
                    <a:pt x="397" y="26"/>
                    <a:pt x="337" y="0"/>
                    <a:pt x="2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5"/>
            <p:cNvSpPr/>
            <p:nvPr/>
          </p:nvSpPr>
          <p:spPr>
            <a:xfrm>
              <a:off x="3207788" y="3869975"/>
              <a:ext cx="56200" cy="9850"/>
            </a:xfrm>
            <a:custGeom>
              <a:rect b="b" l="l" r="r" t="t"/>
              <a:pathLst>
                <a:path extrusionOk="0" h="394" w="2248">
                  <a:moveTo>
                    <a:pt x="252" y="0"/>
                  </a:moveTo>
                  <a:cubicBezTo>
                    <a:pt x="0" y="0"/>
                    <a:pt x="0" y="394"/>
                    <a:pt x="252" y="394"/>
                  </a:cubicBezTo>
                  <a:lnTo>
                    <a:pt x="1993" y="394"/>
                  </a:lnTo>
                  <a:cubicBezTo>
                    <a:pt x="2248" y="394"/>
                    <a:pt x="2248" y="0"/>
                    <a:pt x="19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5"/>
            <p:cNvSpPr/>
            <p:nvPr/>
          </p:nvSpPr>
          <p:spPr>
            <a:xfrm>
              <a:off x="3278038" y="3824500"/>
              <a:ext cx="50125" cy="66775"/>
            </a:xfrm>
            <a:custGeom>
              <a:rect b="b" l="l" r="r" t="t"/>
              <a:pathLst>
                <a:path extrusionOk="0" h="2671" w="2005">
                  <a:moveTo>
                    <a:pt x="419" y="1404"/>
                  </a:moveTo>
                  <a:cubicBezTo>
                    <a:pt x="440" y="1445"/>
                    <a:pt x="478" y="1482"/>
                    <a:pt x="534" y="1504"/>
                  </a:cubicBezTo>
                  <a:cubicBezTo>
                    <a:pt x="837" y="1627"/>
                    <a:pt x="1140" y="1751"/>
                    <a:pt x="1443" y="1874"/>
                  </a:cubicBezTo>
                  <a:lnTo>
                    <a:pt x="1443" y="1874"/>
                  </a:lnTo>
                  <a:cubicBezTo>
                    <a:pt x="1375" y="2217"/>
                    <a:pt x="1000" y="2283"/>
                    <a:pt x="660" y="2283"/>
                  </a:cubicBezTo>
                  <a:cubicBezTo>
                    <a:pt x="608" y="2283"/>
                    <a:pt x="557" y="2282"/>
                    <a:pt x="507" y="2279"/>
                  </a:cubicBezTo>
                  <a:lnTo>
                    <a:pt x="507" y="2279"/>
                  </a:lnTo>
                  <a:cubicBezTo>
                    <a:pt x="461" y="1988"/>
                    <a:pt x="432" y="1697"/>
                    <a:pt x="419" y="1404"/>
                  </a:cubicBezTo>
                  <a:close/>
                  <a:moveTo>
                    <a:pt x="406" y="0"/>
                  </a:moveTo>
                  <a:cubicBezTo>
                    <a:pt x="174" y="0"/>
                    <a:pt x="182" y="374"/>
                    <a:pt x="425" y="395"/>
                  </a:cubicBezTo>
                  <a:cubicBezTo>
                    <a:pt x="823" y="430"/>
                    <a:pt x="1180" y="531"/>
                    <a:pt x="1529" y="704"/>
                  </a:cubicBezTo>
                  <a:lnTo>
                    <a:pt x="1529" y="704"/>
                  </a:lnTo>
                  <a:cubicBezTo>
                    <a:pt x="1377" y="973"/>
                    <a:pt x="1099" y="1137"/>
                    <a:pt x="789" y="1137"/>
                  </a:cubicBezTo>
                  <a:cubicBezTo>
                    <a:pt x="741" y="1137"/>
                    <a:pt x="692" y="1133"/>
                    <a:pt x="643" y="1125"/>
                  </a:cubicBezTo>
                  <a:lnTo>
                    <a:pt x="643" y="1125"/>
                  </a:lnTo>
                  <a:cubicBezTo>
                    <a:pt x="642" y="1125"/>
                    <a:pt x="642" y="1125"/>
                    <a:pt x="642" y="1125"/>
                  </a:cubicBezTo>
                  <a:cubicBezTo>
                    <a:pt x="642" y="1125"/>
                    <a:pt x="642" y="1125"/>
                    <a:pt x="642" y="1125"/>
                  </a:cubicBezTo>
                  <a:lnTo>
                    <a:pt x="642" y="1125"/>
                  </a:lnTo>
                  <a:cubicBezTo>
                    <a:pt x="641" y="1125"/>
                    <a:pt x="641" y="1125"/>
                    <a:pt x="640" y="1125"/>
                  </a:cubicBezTo>
                  <a:cubicBezTo>
                    <a:pt x="625" y="1122"/>
                    <a:pt x="610" y="1121"/>
                    <a:pt x="596" y="1121"/>
                  </a:cubicBezTo>
                  <a:cubicBezTo>
                    <a:pt x="506" y="1121"/>
                    <a:pt x="442" y="1172"/>
                    <a:pt x="414" y="1238"/>
                  </a:cubicBezTo>
                  <a:lnTo>
                    <a:pt x="414" y="1238"/>
                  </a:lnTo>
                  <a:cubicBezTo>
                    <a:pt x="409" y="1022"/>
                    <a:pt x="414" y="805"/>
                    <a:pt x="427" y="587"/>
                  </a:cubicBezTo>
                  <a:cubicBezTo>
                    <a:pt x="436" y="460"/>
                    <a:pt x="342" y="396"/>
                    <a:pt x="244" y="396"/>
                  </a:cubicBezTo>
                  <a:cubicBezTo>
                    <a:pt x="146" y="396"/>
                    <a:pt x="45" y="459"/>
                    <a:pt x="38" y="585"/>
                  </a:cubicBezTo>
                  <a:cubicBezTo>
                    <a:pt x="0" y="1237"/>
                    <a:pt x="40" y="1875"/>
                    <a:pt x="153" y="2518"/>
                  </a:cubicBezTo>
                  <a:cubicBezTo>
                    <a:pt x="169" y="2607"/>
                    <a:pt x="262" y="2657"/>
                    <a:pt x="344" y="2662"/>
                  </a:cubicBezTo>
                  <a:cubicBezTo>
                    <a:pt x="416" y="2667"/>
                    <a:pt x="490" y="2670"/>
                    <a:pt x="566" y="2670"/>
                  </a:cubicBezTo>
                  <a:cubicBezTo>
                    <a:pt x="1174" y="2670"/>
                    <a:pt x="1863" y="2484"/>
                    <a:pt x="1850" y="1746"/>
                  </a:cubicBezTo>
                  <a:cubicBezTo>
                    <a:pt x="1848" y="1652"/>
                    <a:pt x="1787" y="1590"/>
                    <a:pt x="1705" y="1557"/>
                  </a:cubicBezTo>
                  <a:cubicBezTo>
                    <a:pt x="1578" y="1506"/>
                    <a:pt x="1452" y="1455"/>
                    <a:pt x="1325" y="1403"/>
                  </a:cubicBezTo>
                  <a:lnTo>
                    <a:pt x="1325" y="1403"/>
                  </a:lnTo>
                  <a:cubicBezTo>
                    <a:pt x="1618" y="1264"/>
                    <a:pt x="1852" y="1010"/>
                    <a:pt x="1976" y="670"/>
                  </a:cubicBezTo>
                  <a:cubicBezTo>
                    <a:pt x="2004" y="588"/>
                    <a:pt x="1956" y="486"/>
                    <a:pt x="1884" y="448"/>
                  </a:cubicBezTo>
                  <a:cubicBezTo>
                    <a:pt x="1426" y="190"/>
                    <a:pt x="949" y="47"/>
                    <a:pt x="425" y="1"/>
                  </a:cubicBezTo>
                  <a:cubicBezTo>
                    <a:pt x="419" y="1"/>
                    <a:pt x="412" y="0"/>
                    <a:pt x="40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5"/>
            <p:cNvSpPr/>
            <p:nvPr/>
          </p:nvSpPr>
          <p:spPr>
            <a:xfrm>
              <a:off x="2728063" y="3992675"/>
              <a:ext cx="45650" cy="16200"/>
            </a:xfrm>
            <a:custGeom>
              <a:rect b="b" l="l" r="r" t="t"/>
              <a:pathLst>
                <a:path extrusionOk="0" h="648" w="1826">
                  <a:moveTo>
                    <a:pt x="573" y="0"/>
                  </a:moveTo>
                  <a:cubicBezTo>
                    <a:pt x="463" y="0"/>
                    <a:pt x="352" y="8"/>
                    <a:pt x="240" y="24"/>
                  </a:cubicBezTo>
                  <a:cubicBezTo>
                    <a:pt x="0" y="57"/>
                    <a:pt x="86" y="405"/>
                    <a:pt x="312" y="405"/>
                  </a:cubicBezTo>
                  <a:cubicBezTo>
                    <a:pt x="322" y="405"/>
                    <a:pt x="332" y="405"/>
                    <a:pt x="343" y="403"/>
                  </a:cubicBezTo>
                  <a:cubicBezTo>
                    <a:pt x="421" y="392"/>
                    <a:pt x="498" y="387"/>
                    <a:pt x="575" y="387"/>
                  </a:cubicBezTo>
                  <a:cubicBezTo>
                    <a:pt x="877" y="387"/>
                    <a:pt x="1170" y="469"/>
                    <a:pt x="1438" y="621"/>
                  </a:cubicBezTo>
                  <a:cubicBezTo>
                    <a:pt x="1471" y="640"/>
                    <a:pt x="1504" y="648"/>
                    <a:pt x="1535" y="648"/>
                  </a:cubicBezTo>
                  <a:cubicBezTo>
                    <a:pt x="1710" y="648"/>
                    <a:pt x="1826" y="387"/>
                    <a:pt x="1637" y="280"/>
                  </a:cubicBezTo>
                  <a:cubicBezTo>
                    <a:pt x="1301" y="91"/>
                    <a:pt x="944" y="0"/>
                    <a:pt x="57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5"/>
            <p:cNvSpPr/>
            <p:nvPr/>
          </p:nvSpPr>
          <p:spPr>
            <a:xfrm>
              <a:off x="2734338" y="4017625"/>
              <a:ext cx="39325" cy="13475"/>
            </a:xfrm>
            <a:custGeom>
              <a:rect b="b" l="l" r="r" t="t"/>
              <a:pathLst>
                <a:path extrusionOk="0" h="539" w="1573">
                  <a:moveTo>
                    <a:pt x="1265" y="1"/>
                  </a:moveTo>
                  <a:cubicBezTo>
                    <a:pt x="1253" y="1"/>
                    <a:pt x="1241" y="2"/>
                    <a:pt x="1229" y="4"/>
                  </a:cubicBezTo>
                  <a:cubicBezTo>
                    <a:pt x="898" y="55"/>
                    <a:pt x="569" y="105"/>
                    <a:pt x="237" y="157"/>
                  </a:cubicBezTo>
                  <a:cubicBezTo>
                    <a:pt x="1" y="194"/>
                    <a:pt x="84" y="539"/>
                    <a:pt x="307" y="539"/>
                  </a:cubicBezTo>
                  <a:cubicBezTo>
                    <a:pt x="319" y="539"/>
                    <a:pt x="331" y="538"/>
                    <a:pt x="343" y="536"/>
                  </a:cubicBezTo>
                  <a:cubicBezTo>
                    <a:pt x="673" y="485"/>
                    <a:pt x="1003" y="434"/>
                    <a:pt x="1335" y="383"/>
                  </a:cubicBezTo>
                  <a:cubicBezTo>
                    <a:pt x="1573" y="345"/>
                    <a:pt x="1488" y="1"/>
                    <a:pt x="126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5"/>
            <p:cNvSpPr/>
            <p:nvPr/>
          </p:nvSpPr>
          <p:spPr>
            <a:xfrm>
              <a:off x="2842138" y="3977925"/>
              <a:ext cx="57950" cy="91875"/>
            </a:xfrm>
            <a:custGeom>
              <a:rect b="b" l="l" r="r" t="t"/>
              <a:pathLst>
                <a:path extrusionOk="0" h="3675" w="2318">
                  <a:moveTo>
                    <a:pt x="1304" y="483"/>
                  </a:moveTo>
                  <a:cubicBezTo>
                    <a:pt x="1399" y="483"/>
                    <a:pt x="1505" y="503"/>
                    <a:pt x="1621" y="542"/>
                  </a:cubicBezTo>
                  <a:cubicBezTo>
                    <a:pt x="1649" y="588"/>
                    <a:pt x="1687" y="615"/>
                    <a:pt x="1727" y="627"/>
                  </a:cubicBezTo>
                  <a:lnTo>
                    <a:pt x="1727" y="627"/>
                  </a:lnTo>
                  <a:cubicBezTo>
                    <a:pt x="1712" y="655"/>
                    <a:pt x="1704" y="687"/>
                    <a:pt x="1708" y="726"/>
                  </a:cubicBezTo>
                  <a:cubicBezTo>
                    <a:pt x="1712" y="743"/>
                    <a:pt x="1715" y="760"/>
                    <a:pt x="1718" y="777"/>
                  </a:cubicBezTo>
                  <a:lnTo>
                    <a:pt x="1718" y="777"/>
                  </a:lnTo>
                  <a:cubicBezTo>
                    <a:pt x="1717" y="777"/>
                    <a:pt x="1715" y="777"/>
                    <a:pt x="1714" y="777"/>
                  </a:cubicBezTo>
                  <a:cubicBezTo>
                    <a:pt x="1718" y="805"/>
                    <a:pt x="1722" y="833"/>
                    <a:pt x="1727" y="861"/>
                  </a:cubicBezTo>
                  <a:lnTo>
                    <a:pt x="1727" y="861"/>
                  </a:lnTo>
                  <a:cubicBezTo>
                    <a:pt x="1732" y="998"/>
                    <a:pt x="1696" y="1131"/>
                    <a:pt x="1619" y="1261"/>
                  </a:cubicBezTo>
                  <a:cubicBezTo>
                    <a:pt x="1526" y="1447"/>
                    <a:pt x="1428" y="1541"/>
                    <a:pt x="1326" y="1541"/>
                  </a:cubicBezTo>
                  <a:cubicBezTo>
                    <a:pt x="1226" y="1541"/>
                    <a:pt x="1121" y="1451"/>
                    <a:pt x="1011" y="1271"/>
                  </a:cubicBezTo>
                  <a:cubicBezTo>
                    <a:pt x="663" y="1171"/>
                    <a:pt x="590" y="1026"/>
                    <a:pt x="786" y="836"/>
                  </a:cubicBezTo>
                  <a:cubicBezTo>
                    <a:pt x="897" y="601"/>
                    <a:pt x="1070" y="483"/>
                    <a:pt x="1304" y="483"/>
                  </a:cubicBezTo>
                  <a:close/>
                  <a:moveTo>
                    <a:pt x="1390" y="0"/>
                  </a:moveTo>
                  <a:cubicBezTo>
                    <a:pt x="745" y="0"/>
                    <a:pt x="0" y="905"/>
                    <a:pt x="224" y="1529"/>
                  </a:cubicBezTo>
                  <a:cubicBezTo>
                    <a:pt x="344" y="1864"/>
                    <a:pt x="681" y="2023"/>
                    <a:pt x="1017" y="2023"/>
                  </a:cubicBezTo>
                  <a:cubicBezTo>
                    <a:pt x="1137" y="2023"/>
                    <a:pt x="1258" y="2002"/>
                    <a:pt x="1367" y="1962"/>
                  </a:cubicBezTo>
                  <a:cubicBezTo>
                    <a:pt x="1540" y="1898"/>
                    <a:pt x="1687" y="1796"/>
                    <a:pt x="1803" y="1668"/>
                  </a:cubicBezTo>
                  <a:lnTo>
                    <a:pt x="1803" y="1668"/>
                  </a:lnTo>
                  <a:cubicBezTo>
                    <a:pt x="1815" y="2356"/>
                    <a:pt x="1648" y="3039"/>
                    <a:pt x="912" y="3284"/>
                  </a:cubicBezTo>
                  <a:cubicBezTo>
                    <a:pt x="696" y="3357"/>
                    <a:pt x="759" y="3674"/>
                    <a:pt x="952" y="3674"/>
                  </a:cubicBezTo>
                  <a:cubicBezTo>
                    <a:pt x="973" y="3674"/>
                    <a:pt x="995" y="3671"/>
                    <a:pt x="1018" y="3663"/>
                  </a:cubicBezTo>
                  <a:cubicBezTo>
                    <a:pt x="2318" y="3231"/>
                    <a:pt x="2268" y="1793"/>
                    <a:pt x="2095" y="674"/>
                  </a:cubicBezTo>
                  <a:cubicBezTo>
                    <a:pt x="2082" y="597"/>
                    <a:pt x="2028" y="553"/>
                    <a:pt x="1963" y="539"/>
                  </a:cubicBezTo>
                  <a:lnTo>
                    <a:pt x="1963" y="539"/>
                  </a:lnTo>
                  <a:cubicBezTo>
                    <a:pt x="1998" y="486"/>
                    <a:pt x="2006" y="416"/>
                    <a:pt x="1961" y="345"/>
                  </a:cubicBezTo>
                  <a:cubicBezTo>
                    <a:pt x="1808" y="101"/>
                    <a:pt x="1605" y="0"/>
                    <a:pt x="13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5"/>
            <p:cNvSpPr/>
            <p:nvPr/>
          </p:nvSpPr>
          <p:spPr>
            <a:xfrm>
              <a:off x="2927888" y="3972425"/>
              <a:ext cx="216225" cy="104850"/>
            </a:xfrm>
            <a:custGeom>
              <a:rect b="b" l="l" r="r" t="t"/>
              <a:pathLst>
                <a:path extrusionOk="0" h="4194" w="8649">
                  <a:moveTo>
                    <a:pt x="8400" y="1"/>
                  </a:moveTo>
                  <a:cubicBezTo>
                    <a:pt x="8398" y="1"/>
                    <a:pt x="8396" y="1"/>
                    <a:pt x="8393" y="1"/>
                  </a:cubicBezTo>
                  <a:cubicBezTo>
                    <a:pt x="6136" y="64"/>
                    <a:pt x="3878" y="128"/>
                    <a:pt x="1619" y="190"/>
                  </a:cubicBezTo>
                  <a:cubicBezTo>
                    <a:pt x="1508" y="194"/>
                    <a:pt x="1429" y="278"/>
                    <a:pt x="1422" y="387"/>
                  </a:cubicBezTo>
                  <a:cubicBezTo>
                    <a:pt x="1361" y="1310"/>
                    <a:pt x="1303" y="2233"/>
                    <a:pt x="1243" y="3155"/>
                  </a:cubicBezTo>
                  <a:lnTo>
                    <a:pt x="1243" y="3155"/>
                  </a:lnTo>
                  <a:cubicBezTo>
                    <a:pt x="964" y="2495"/>
                    <a:pt x="685" y="1834"/>
                    <a:pt x="405" y="1175"/>
                  </a:cubicBezTo>
                  <a:cubicBezTo>
                    <a:pt x="375" y="1102"/>
                    <a:pt x="321" y="1072"/>
                    <a:pt x="264" y="1072"/>
                  </a:cubicBezTo>
                  <a:cubicBezTo>
                    <a:pt x="139" y="1072"/>
                    <a:pt x="0" y="1217"/>
                    <a:pt x="66" y="1375"/>
                  </a:cubicBezTo>
                  <a:cubicBezTo>
                    <a:pt x="448" y="2280"/>
                    <a:pt x="832" y="3187"/>
                    <a:pt x="1216" y="4093"/>
                  </a:cubicBezTo>
                  <a:cubicBezTo>
                    <a:pt x="1245" y="4165"/>
                    <a:pt x="1300" y="4194"/>
                    <a:pt x="1358" y="4194"/>
                  </a:cubicBezTo>
                  <a:cubicBezTo>
                    <a:pt x="1461" y="4194"/>
                    <a:pt x="1575" y="4104"/>
                    <a:pt x="1582" y="3993"/>
                  </a:cubicBezTo>
                  <a:cubicBezTo>
                    <a:pt x="1628" y="3272"/>
                    <a:pt x="1675" y="2550"/>
                    <a:pt x="1722" y="1829"/>
                  </a:cubicBezTo>
                  <a:cubicBezTo>
                    <a:pt x="1734" y="1656"/>
                    <a:pt x="1698" y="888"/>
                    <a:pt x="1792" y="747"/>
                  </a:cubicBezTo>
                  <a:cubicBezTo>
                    <a:pt x="1910" y="575"/>
                    <a:pt x="2101" y="545"/>
                    <a:pt x="2297" y="545"/>
                  </a:cubicBezTo>
                  <a:cubicBezTo>
                    <a:pt x="2404" y="545"/>
                    <a:pt x="2512" y="554"/>
                    <a:pt x="2611" y="554"/>
                  </a:cubicBezTo>
                  <a:cubicBezTo>
                    <a:pt x="2625" y="554"/>
                    <a:pt x="2639" y="554"/>
                    <a:pt x="2653" y="553"/>
                  </a:cubicBezTo>
                  <a:cubicBezTo>
                    <a:pt x="3323" y="536"/>
                    <a:pt x="3990" y="516"/>
                    <a:pt x="4660" y="497"/>
                  </a:cubicBezTo>
                  <a:cubicBezTo>
                    <a:pt x="5905" y="465"/>
                    <a:pt x="7148" y="429"/>
                    <a:pt x="8393" y="394"/>
                  </a:cubicBezTo>
                  <a:cubicBezTo>
                    <a:pt x="8644" y="387"/>
                    <a:pt x="8648" y="1"/>
                    <a:pt x="840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5"/>
            <p:cNvSpPr/>
            <p:nvPr/>
          </p:nvSpPr>
          <p:spPr>
            <a:xfrm>
              <a:off x="3019538" y="4011725"/>
              <a:ext cx="9875" cy="59300"/>
            </a:xfrm>
            <a:custGeom>
              <a:rect b="b" l="l" r="r" t="t"/>
              <a:pathLst>
                <a:path extrusionOk="0" h="2372" w="395">
                  <a:moveTo>
                    <a:pt x="197" y="1"/>
                  </a:moveTo>
                  <a:cubicBezTo>
                    <a:pt x="99" y="1"/>
                    <a:pt x="0" y="64"/>
                    <a:pt x="0" y="191"/>
                  </a:cubicBezTo>
                  <a:lnTo>
                    <a:pt x="0" y="2181"/>
                  </a:lnTo>
                  <a:cubicBezTo>
                    <a:pt x="0" y="2308"/>
                    <a:pt x="99" y="2372"/>
                    <a:pt x="197" y="2372"/>
                  </a:cubicBezTo>
                  <a:cubicBezTo>
                    <a:pt x="296" y="2372"/>
                    <a:pt x="394" y="2308"/>
                    <a:pt x="394" y="2181"/>
                  </a:cubicBezTo>
                  <a:lnTo>
                    <a:pt x="394" y="191"/>
                  </a:lnTo>
                  <a:cubicBezTo>
                    <a:pt x="394" y="64"/>
                    <a:pt x="296" y="1"/>
                    <a:pt x="1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5"/>
            <p:cNvSpPr/>
            <p:nvPr/>
          </p:nvSpPr>
          <p:spPr>
            <a:xfrm>
              <a:off x="3044763" y="4011275"/>
              <a:ext cx="60475" cy="62700"/>
            </a:xfrm>
            <a:custGeom>
              <a:rect b="b" l="l" r="r" t="t"/>
              <a:pathLst>
                <a:path extrusionOk="0" h="2508" w="2419">
                  <a:moveTo>
                    <a:pt x="715" y="1"/>
                  </a:moveTo>
                  <a:cubicBezTo>
                    <a:pt x="460" y="1"/>
                    <a:pt x="212" y="122"/>
                    <a:pt x="79" y="386"/>
                  </a:cubicBezTo>
                  <a:cubicBezTo>
                    <a:pt x="1" y="540"/>
                    <a:pt x="137" y="683"/>
                    <a:pt x="268" y="683"/>
                  </a:cubicBezTo>
                  <a:cubicBezTo>
                    <a:pt x="327" y="683"/>
                    <a:pt x="384" y="654"/>
                    <a:pt x="420" y="583"/>
                  </a:cubicBezTo>
                  <a:cubicBezTo>
                    <a:pt x="483" y="457"/>
                    <a:pt x="604" y="391"/>
                    <a:pt x="731" y="391"/>
                  </a:cubicBezTo>
                  <a:cubicBezTo>
                    <a:pt x="801" y="391"/>
                    <a:pt x="873" y="411"/>
                    <a:pt x="938" y="451"/>
                  </a:cubicBezTo>
                  <a:cubicBezTo>
                    <a:pt x="1153" y="581"/>
                    <a:pt x="1202" y="866"/>
                    <a:pt x="1153" y="1099"/>
                  </a:cubicBezTo>
                  <a:cubicBezTo>
                    <a:pt x="1073" y="1496"/>
                    <a:pt x="752" y="1792"/>
                    <a:pt x="474" y="2063"/>
                  </a:cubicBezTo>
                  <a:cubicBezTo>
                    <a:pt x="346" y="2187"/>
                    <a:pt x="450" y="2386"/>
                    <a:pt x="615" y="2399"/>
                  </a:cubicBezTo>
                  <a:lnTo>
                    <a:pt x="2166" y="2507"/>
                  </a:lnTo>
                  <a:cubicBezTo>
                    <a:pt x="2172" y="2507"/>
                    <a:pt x="2177" y="2507"/>
                    <a:pt x="2182" y="2507"/>
                  </a:cubicBezTo>
                  <a:cubicBezTo>
                    <a:pt x="2418" y="2507"/>
                    <a:pt x="2413" y="2130"/>
                    <a:pt x="2166" y="2113"/>
                  </a:cubicBezTo>
                  <a:lnTo>
                    <a:pt x="1046" y="2035"/>
                  </a:lnTo>
                  <a:lnTo>
                    <a:pt x="1046" y="2035"/>
                  </a:lnTo>
                  <a:cubicBezTo>
                    <a:pt x="1440" y="1583"/>
                    <a:pt x="1763" y="1005"/>
                    <a:pt x="1445" y="424"/>
                  </a:cubicBezTo>
                  <a:cubicBezTo>
                    <a:pt x="1295" y="152"/>
                    <a:pt x="1001" y="1"/>
                    <a:pt x="7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8" name="Google Shape;3818;p55"/>
          <p:cNvGrpSpPr/>
          <p:nvPr/>
        </p:nvGrpSpPr>
        <p:grpSpPr>
          <a:xfrm>
            <a:off x="7452175" y="1496463"/>
            <a:ext cx="1134950" cy="991675"/>
            <a:chOff x="7452175" y="1496463"/>
            <a:chExt cx="1134950" cy="991675"/>
          </a:xfrm>
        </p:grpSpPr>
        <p:sp>
          <p:nvSpPr>
            <p:cNvPr id="3819" name="Google Shape;3819;p55"/>
            <p:cNvSpPr/>
            <p:nvPr/>
          </p:nvSpPr>
          <p:spPr>
            <a:xfrm>
              <a:off x="7453375" y="1507738"/>
              <a:ext cx="1133750" cy="979825"/>
            </a:xfrm>
            <a:custGeom>
              <a:rect b="b" l="l" r="r" t="t"/>
              <a:pathLst>
                <a:path extrusionOk="0" h="39193" w="45350">
                  <a:moveTo>
                    <a:pt x="24257" y="6929"/>
                  </a:moveTo>
                  <a:cubicBezTo>
                    <a:pt x="26536" y="6929"/>
                    <a:pt x="28838" y="7608"/>
                    <a:pt x="30844" y="9020"/>
                  </a:cubicBezTo>
                  <a:cubicBezTo>
                    <a:pt x="36019" y="12663"/>
                    <a:pt x="37260" y="19813"/>
                    <a:pt x="33617" y="24987"/>
                  </a:cubicBezTo>
                  <a:lnTo>
                    <a:pt x="25488" y="19263"/>
                  </a:lnTo>
                  <a:cubicBezTo>
                    <a:pt x="25738" y="18607"/>
                    <a:pt x="25527" y="17843"/>
                    <a:pt x="24930" y="17421"/>
                  </a:cubicBezTo>
                  <a:cubicBezTo>
                    <a:pt x="24656" y="17229"/>
                    <a:pt x="24343" y="17137"/>
                    <a:pt x="24032" y="17137"/>
                  </a:cubicBezTo>
                  <a:cubicBezTo>
                    <a:pt x="23662" y="17137"/>
                    <a:pt x="23296" y="17268"/>
                    <a:pt x="23005" y="17516"/>
                  </a:cubicBezTo>
                  <a:lnTo>
                    <a:pt x="14876" y="11792"/>
                  </a:lnTo>
                  <a:cubicBezTo>
                    <a:pt x="17108" y="8623"/>
                    <a:pt x="20654" y="6929"/>
                    <a:pt x="24257" y="6929"/>
                  </a:cubicBezTo>
                  <a:close/>
                  <a:moveTo>
                    <a:pt x="23804" y="1"/>
                  </a:moveTo>
                  <a:cubicBezTo>
                    <a:pt x="17950" y="1"/>
                    <a:pt x="12186" y="2693"/>
                    <a:pt x="8464" y="7738"/>
                  </a:cubicBezTo>
                  <a:lnTo>
                    <a:pt x="4993" y="5293"/>
                  </a:lnTo>
                  <a:lnTo>
                    <a:pt x="1" y="12385"/>
                  </a:lnTo>
                  <a:lnTo>
                    <a:pt x="38071" y="39192"/>
                  </a:lnTo>
                  <a:lnTo>
                    <a:pt x="43064" y="32102"/>
                  </a:lnTo>
                  <a:lnTo>
                    <a:pt x="39592" y="29659"/>
                  </a:lnTo>
                  <a:cubicBezTo>
                    <a:pt x="45349" y="21090"/>
                    <a:pt x="43232" y="9448"/>
                    <a:pt x="34749" y="3474"/>
                  </a:cubicBezTo>
                  <a:cubicBezTo>
                    <a:pt x="31416" y="1128"/>
                    <a:pt x="27591" y="1"/>
                    <a:pt x="238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5"/>
            <p:cNvSpPr/>
            <p:nvPr/>
          </p:nvSpPr>
          <p:spPr>
            <a:xfrm>
              <a:off x="7471350" y="1496463"/>
              <a:ext cx="1093150" cy="987675"/>
            </a:xfrm>
            <a:custGeom>
              <a:rect b="b" l="l" r="r" t="t"/>
              <a:pathLst>
                <a:path extrusionOk="0" h="39507" w="43726">
                  <a:moveTo>
                    <a:pt x="24423" y="7249"/>
                  </a:moveTo>
                  <a:cubicBezTo>
                    <a:pt x="26671" y="7249"/>
                    <a:pt x="28941" y="7916"/>
                    <a:pt x="30915" y="9306"/>
                  </a:cubicBezTo>
                  <a:cubicBezTo>
                    <a:pt x="35967" y="12864"/>
                    <a:pt x="37216" y="19844"/>
                    <a:pt x="33737" y="24929"/>
                  </a:cubicBezTo>
                  <a:lnTo>
                    <a:pt x="25831" y="19363"/>
                  </a:lnTo>
                  <a:cubicBezTo>
                    <a:pt x="26045" y="18652"/>
                    <a:pt x="25787" y="17881"/>
                    <a:pt x="25178" y="17455"/>
                  </a:cubicBezTo>
                  <a:cubicBezTo>
                    <a:pt x="24880" y="17245"/>
                    <a:pt x="24535" y="17141"/>
                    <a:pt x="24189" y="17141"/>
                  </a:cubicBezTo>
                  <a:cubicBezTo>
                    <a:pt x="23827" y="17141"/>
                    <a:pt x="23465" y="17255"/>
                    <a:pt x="23161" y="17481"/>
                  </a:cubicBezTo>
                  <a:lnTo>
                    <a:pt x="15255" y="11914"/>
                  </a:lnTo>
                  <a:cubicBezTo>
                    <a:pt x="17458" y="8873"/>
                    <a:pt x="20914" y="7249"/>
                    <a:pt x="24423" y="7249"/>
                  </a:cubicBezTo>
                  <a:close/>
                  <a:moveTo>
                    <a:pt x="24423" y="6937"/>
                  </a:moveTo>
                  <a:cubicBezTo>
                    <a:pt x="20769" y="6937"/>
                    <a:pt x="17170" y="8652"/>
                    <a:pt x="14910" y="11860"/>
                  </a:cubicBezTo>
                  <a:cubicBezTo>
                    <a:pt x="14886" y="11894"/>
                    <a:pt x="14878" y="11935"/>
                    <a:pt x="14885" y="11977"/>
                  </a:cubicBezTo>
                  <a:cubicBezTo>
                    <a:pt x="14892" y="12018"/>
                    <a:pt x="14915" y="12054"/>
                    <a:pt x="14949" y="12077"/>
                  </a:cubicBezTo>
                  <a:lnTo>
                    <a:pt x="23078" y="17801"/>
                  </a:lnTo>
                  <a:cubicBezTo>
                    <a:pt x="23104" y="17820"/>
                    <a:pt x="23135" y="17829"/>
                    <a:pt x="23166" y="17829"/>
                  </a:cubicBezTo>
                  <a:cubicBezTo>
                    <a:pt x="23202" y="17829"/>
                    <a:pt x="23238" y="17817"/>
                    <a:pt x="23266" y="17792"/>
                  </a:cubicBezTo>
                  <a:cubicBezTo>
                    <a:pt x="23531" y="17565"/>
                    <a:pt x="23860" y="17450"/>
                    <a:pt x="24189" y="17450"/>
                  </a:cubicBezTo>
                  <a:cubicBezTo>
                    <a:pt x="24472" y="17450"/>
                    <a:pt x="24756" y="17535"/>
                    <a:pt x="24999" y="17706"/>
                  </a:cubicBezTo>
                  <a:cubicBezTo>
                    <a:pt x="25527" y="18075"/>
                    <a:pt x="25734" y="18760"/>
                    <a:pt x="25504" y="19365"/>
                  </a:cubicBezTo>
                  <a:cubicBezTo>
                    <a:pt x="25478" y="19431"/>
                    <a:pt x="25499" y="19507"/>
                    <a:pt x="25558" y="19548"/>
                  </a:cubicBezTo>
                  <a:lnTo>
                    <a:pt x="33687" y="25272"/>
                  </a:lnTo>
                  <a:cubicBezTo>
                    <a:pt x="33714" y="25292"/>
                    <a:pt x="33744" y="25301"/>
                    <a:pt x="33777" y="25301"/>
                  </a:cubicBezTo>
                  <a:cubicBezTo>
                    <a:pt x="33785" y="25301"/>
                    <a:pt x="33794" y="25301"/>
                    <a:pt x="33802" y="25299"/>
                  </a:cubicBezTo>
                  <a:cubicBezTo>
                    <a:pt x="33844" y="25292"/>
                    <a:pt x="33880" y="25268"/>
                    <a:pt x="33902" y="25235"/>
                  </a:cubicBezTo>
                  <a:cubicBezTo>
                    <a:pt x="37589" y="19997"/>
                    <a:pt x="36330" y="12740"/>
                    <a:pt x="31093" y="9051"/>
                  </a:cubicBezTo>
                  <a:cubicBezTo>
                    <a:pt x="29065" y="7623"/>
                    <a:pt x="26733" y="6937"/>
                    <a:pt x="24423" y="6937"/>
                  </a:cubicBezTo>
                  <a:close/>
                  <a:moveTo>
                    <a:pt x="23980" y="313"/>
                  </a:moveTo>
                  <a:cubicBezTo>
                    <a:pt x="27841" y="313"/>
                    <a:pt x="31605" y="1496"/>
                    <a:pt x="34821" y="3761"/>
                  </a:cubicBezTo>
                  <a:cubicBezTo>
                    <a:pt x="38886" y="6625"/>
                    <a:pt x="41618" y="10892"/>
                    <a:pt x="42518" y="15780"/>
                  </a:cubicBezTo>
                  <a:cubicBezTo>
                    <a:pt x="43417" y="20663"/>
                    <a:pt x="42388" y="25616"/>
                    <a:pt x="39623" y="29731"/>
                  </a:cubicBezTo>
                  <a:cubicBezTo>
                    <a:pt x="39578" y="29802"/>
                    <a:pt x="39593" y="29896"/>
                    <a:pt x="39663" y="29944"/>
                  </a:cubicBezTo>
                  <a:lnTo>
                    <a:pt x="43007" y="32298"/>
                  </a:lnTo>
                  <a:lnTo>
                    <a:pt x="38193" y="39135"/>
                  </a:lnTo>
                  <a:lnTo>
                    <a:pt x="378" y="12506"/>
                  </a:lnTo>
                  <a:lnTo>
                    <a:pt x="5193" y="5669"/>
                  </a:lnTo>
                  <a:lnTo>
                    <a:pt x="8536" y="8022"/>
                  </a:lnTo>
                  <a:cubicBezTo>
                    <a:pt x="8563" y="8041"/>
                    <a:pt x="8595" y="8051"/>
                    <a:pt x="8626" y="8051"/>
                  </a:cubicBezTo>
                  <a:cubicBezTo>
                    <a:pt x="8674" y="8051"/>
                    <a:pt x="8721" y="8029"/>
                    <a:pt x="8751" y="7989"/>
                  </a:cubicBezTo>
                  <a:cubicBezTo>
                    <a:pt x="11694" y="3998"/>
                    <a:pt x="16012" y="1362"/>
                    <a:pt x="20910" y="562"/>
                  </a:cubicBezTo>
                  <a:cubicBezTo>
                    <a:pt x="21935" y="395"/>
                    <a:pt x="22961" y="313"/>
                    <a:pt x="23980" y="313"/>
                  </a:cubicBezTo>
                  <a:close/>
                  <a:moveTo>
                    <a:pt x="23979" y="1"/>
                  </a:moveTo>
                  <a:cubicBezTo>
                    <a:pt x="22943" y="1"/>
                    <a:pt x="21899" y="85"/>
                    <a:pt x="20857" y="255"/>
                  </a:cubicBezTo>
                  <a:cubicBezTo>
                    <a:pt x="15931" y="1058"/>
                    <a:pt x="11578" y="3693"/>
                    <a:pt x="8589" y="7680"/>
                  </a:cubicBezTo>
                  <a:lnTo>
                    <a:pt x="5243" y="5323"/>
                  </a:lnTo>
                  <a:cubicBezTo>
                    <a:pt x="5217" y="5305"/>
                    <a:pt x="5186" y="5296"/>
                    <a:pt x="5154" y="5296"/>
                  </a:cubicBezTo>
                  <a:cubicBezTo>
                    <a:pt x="5145" y="5296"/>
                    <a:pt x="5135" y="5297"/>
                    <a:pt x="5126" y="5299"/>
                  </a:cubicBezTo>
                  <a:cubicBezTo>
                    <a:pt x="5086" y="5306"/>
                    <a:pt x="5050" y="5329"/>
                    <a:pt x="5026" y="5363"/>
                  </a:cubicBezTo>
                  <a:lnTo>
                    <a:pt x="32" y="12454"/>
                  </a:lnTo>
                  <a:cubicBezTo>
                    <a:pt x="9" y="12487"/>
                    <a:pt x="1" y="12528"/>
                    <a:pt x="8" y="12570"/>
                  </a:cubicBezTo>
                  <a:cubicBezTo>
                    <a:pt x="15" y="12611"/>
                    <a:pt x="38" y="12647"/>
                    <a:pt x="72" y="12670"/>
                  </a:cubicBezTo>
                  <a:lnTo>
                    <a:pt x="38142" y="39478"/>
                  </a:lnTo>
                  <a:cubicBezTo>
                    <a:pt x="38167" y="39498"/>
                    <a:pt x="38199" y="39506"/>
                    <a:pt x="38230" y="39506"/>
                  </a:cubicBezTo>
                  <a:lnTo>
                    <a:pt x="38259" y="39506"/>
                  </a:lnTo>
                  <a:cubicBezTo>
                    <a:pt x="38300" y="39499"/>
                    <a:pt x="38336" y="39476"/>
                    <a:pt x="38359" y="39442"/>
                  </a:cubicBezTo>
                  <a:lnTo>
                    <a:pt x="43351" y="32352"/>
                  </a:lnTo>
                  <a:cubicBezTo>
                    <a:pt x="43374" y="32318"/>
                    <a:pt x="43383" y="32276"/>
                    <a:pt x="43376" y="32235"/>
                  </a:cubicBezTo>
                  <a:cubicBezTo>
                    <a:pt x="43368" y="32195"/>
                    <a:pt x="43346" y="32159"/>
                    <a:pt x="43311" y="32135"/>
                  </a:cubicBezTo>
                  <a:lnTo>
                    <a:pt x="39965" y="29777"/>
                  </a:lnTo>
                  <a:cubicBezTo>
                    <a:pt x="42711" y="25619"/>
                    <a:pt x="43726" y="20636"/>
                    <a:pt x="42823" y="15723"/>
                  </a:cubicBezTo>
                  <a:cubicBezTo>
                    <a:pt x="41908" y="10755"/>
                    <a:pt x="39129" y="6414"/>
                    <a:pt x="34998" y="3505"/>
                  </a:cubicBezTo>
                  <a:cubicBezTo>
                    <a:pt x="31729" y="1204"/>
                    <a:pt x="27904" y="1"/>
                    <a:pt x="239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5"/>
            <p:cNvSpPr/>
            <p:nvPr/>
          </p:nvSpPr>
          <p:spPr>
            <a:xfrm>
              <a:off x="7452175" y="1789013"/>
              <a:ext cx="972275" cy="698650"/>
            </a:xfrm>
            <a:custGeom>
              <a:rect b="b" l="l" r="r" t="t"/>
              <a:pathLst>
                <a:path extrusionOk="0" h="27946" w="38891">
                  <a:moveTo>
                    <a:pt x="778" y="1"/>
                  </a:moveTo>
                  <a:lnTo>
                    <a:pt x="0" y="1105"/>
                  </a:lnTo>
                  <a:lnTo>
                    <a:pt x="38113" y="27946"/>
                  </a:lnTo>
                  <a:lnTo>
                    <a:pt x="38890" y="26842"/>
                  </a:lnTo>
                  <a:lnTo>
                    <a:pt x="7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5"/>
            <p:cNvSpPr/>
            <p:nvPr/>
          </p:nvSpPr>
          <p:spPr>
            <a:xfrm>
              <a:off x="7456575" y="1773413"/>
              <a:ext cx="40850" cy="53200"/>
            </a:xfrm>
            <a:custGeom>
              <a:rect b="b" l="l" r="r" t="t"/>
              <a:pathLst>
                <a:path extrusionOk="0" h="2128" w="1634">
                  <a:moveTo>
                    <a:pt x="1456" y="1"/>
                  </a:moveTo>
                  <a:cubicBezTo>
                    <a:pt x="1408" y="1"/>
                    <a:pt x="1359" y="23"/>
                    <a:pt x="1329" y="66"/>
                  </a:cubicBezTo>
                  <a:lnTo>
                    <a:pt x="50" y="1882"/>
                  </a:lnTo>
                  <a:cubicBezTo>
                    <a:pt x="0" y="1952"/>
                    <a:pt x="19" y="2049"/>
                    <a:pt x="87" y="2099"/>
                  </a:cubicBezTo>
                  <a:cubicBezTo>
                    <a:pt x="114" y="2119"/>
                    <a:pt x="147" y="2128"/>
                    <a:pt x="177" y="2128"/>
                  </a:cubicBezTo>
                  <a:cubicBezTo>
                    <a:pt x="226" y="2128"/>
                    <a:pt x="273" y="2105"/>
                    <a:pt x="304" y="2061"/>
                  </a:cubicBezTo>
                  <a:lnTo>
                    <a:pt x="1583" y="245"/>
                  </a:lnTo>
                  <a:cubicBezTo>
                    <a:pt x="1633" y="174"/>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5"/>
            <p:cNvSpPr/>
            <p:nvPr/>
          </p:nvSpPr>
          <p:spPr>
            <a:xfrm>
              <a:off x="7506725" y="1808713"/>
              <a:ext cx="40800" cy="53150"/>
            </a:xfrm>
            <a:custGeom>
              <a:rect b="b" l="l" r="r" t="t"/>
              <a:pathLst>
                <a:path extrusionOk="0" h="2126" w="1632">
                  <a:moveTo>
                    <a:pt x="1456" y="0"/>
                  </a:moveTo>
                  <a:cubicBezTo>
                    <a:pt x="1408" y="0"/>
                    <a:pt x="1360" y="23"/>
                    <a:pt x="1329" y="66"/>
                  </a:cubicBezTo>
                  <a:lnTo>
                    <a:pt x="50" y="1882"/>
                  </a:lnTo>
                  <a:cubicBezTo>
                    <a:pt x="0" y="1952"/>
                    <a:pt x="17" y="2047"/>
                    <a:pt x="87" y="2097"/>
                  </a:cubicBezTo>
                  <a:cubicBezTo>
                    <a:pt x="114" y="2117"/>
                    <a:pt x="146" y="2126"/>
                    <a:pt x="177" y="2126"/>
                  </a:cubicBezTo>
                  <a:cubicBezTo>
                    <a:pt x="224" y="2126"/>
                    <a:pt x="273" y="2105"/>
                    <a:pt x="303" y="2060"/>
                  </a:cubicBezTo>
                  <a:lnTo>
                    <a:pt x="1582" y="244"/>
                  </a:lnTo>
                  <a:cubicBezTo>
                    <a:pt x="1632" y="174"/>
                    <a:pt x="1615" y="77"/>
                    <a:pt x="1545" y="27"/>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5"/>
            <p:cNvSpPr/>
            <p:nvPr/>
          </p:nvSpPr>
          <p:spPr>
            <a:xfrm>
              <a:off x="7473275" y="1802638"/>
              <a:ext cx="28525" cy="35700"/>
            </a:xfrm>
            <a:custGeom>
              <a:rect b="b" l="l" r="r" t="t"/>
              <a:pathLst>
                <a:path extrusionOk="0" h="1428" w="1141">
                  <a:moveTo>
                    <a:pt x="966" y="0"/>
                  </a:moveTo>
                  <a:cubicBezTo>
                    <a:pt x="917" y="0"/>
                    <a:pt x="869" y="23"/>
                    <a:pt x="838" y="66"/>
                  </a:cubicBezTo>
                  <a:lnTo>
                    <a:pt x="51" y="1183"/>
                  </a:lnTo>
                  <a:cubicBezTo>
                    <a:pt x="1" y="1253"/>
                    <a:pt x="18" y="1350"/>
                    <a:pt x="88" y="1399"/>
                  </a:cubicBezTo>
                  <a:cubicBezTo>
                    <a:pt x="115" y="1419"/>
                    <a:pt x="147" y="1427"/>
                    <a:pt x="177" y="1427"/>
                  </a:cubicBezTo>
                  <a:cubicBezTo>
                    <a:pt x="227" y="1427"/>
                    <a:pt x="274" y="1404"/>
                    <a:pt x="304" y="1362"/>
                  </a:cubicBezTo>
                  <a:lnTo>
                    <a:pt x="1091" y="244"/>
                  </a:lnTo>
                  <a:cubicBezTo>
                    <a:pt x="1141" y="174"/>
                    <a:pt x="1124" y="77"/>
                    <a:pt x="1054" y="27"/>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5"/>
            <p:cNvSpPr/>
            <p:nvPr/>
          </p:nvSpPr>
          <p:spPr>
            <a:xfrm>
              <a:off x="7488525" y="1813388"/>
              <a:ext cx="28575" cy="35725"/>
            </a:xfrm>
            <a:custGeom>
              <a:rect b="b" l="l" r="r" t="t"/>
              <a:pathLst>
                <a:path extrusionOk="0" h="1429" w="1143">
                  <a:moveTo>
                    <a:pt x="966" y="1"/>
                  </a:moveTo>
                  <a:cubicBezTo>
                    <a:pt x="917" y="1"/>
                    <a:pt x="869" y="23"/>
                    <a:pt x="838" y="66"/>
                  </a:cubicBezTo>
                  <a:lnTo>
                    <a:pt x="51" y="1183"/>
                  </a:lnTo>
                  <a:cubicBezTo>
                    <a:pt x="1" y="1253"/>
                    <a:pt x="19" y="1350"/>
                    <a:pt x="88" y="1400"/>
                  </a:cubicBezTo>
                  <a:cubicBezTo>
                    <a:pt x="115" y="1420"/>
                    <a:pt x="148" y="1429"/>
                    <a:pt x="178" y="1429"/>
                  </a:cubicBezTo>
                  <a:cubicBezTo>
                    <a:pt x="227" y="1429"/>
                    <a:pt x="274" y="1406"/>
                    <a:pt x="305" y="1362"/>
                  </a:cubicBezTo>
                  <a:lnTo>
                    <a:pt x="1093" y="244"/>
                  </a:lnTo>
                  <a:cubicBezTo>
                    <a:pt x="1143" y="174"/>
                    <a:pt x="1124" y="79"/>
                    <a:pt x="1055" y="29"/>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5"/>
            <p:cNvSpPr/>
            <p:nvPr/>
          </p:nvSpPr>
          <p:spPr>
            <a:xfrm>
              <a:off x="7556075" y="1843538"/>
              <a:ext cx="40850" cy="53175"/>
            </a:xfrm>
            <a:custGeom>
              <a:rect b="b" l="l" r="r" t="t"/>
              <a:pathLst>
                <a:path extrusionOk="0" h="2127" w="1634">
                  <a:moveTo>
                    <a:pt x="1458" y="0"/>
                  </a:moveTo>
                  <a:cubicBezTo>
                    <a:pt x="1409" y="0"/>
                    <a:pt x="1360" y="23"/>
                    <a:pt x="1330" y="66"/>
                  </a:cubicBezTo>
                  <a:lnTo>
                    <a:pt x="51" y="1882"/>
                  </a:lnTo>
                  <a:cubicBezTo>
                    <a:pt x="1" y="1952"/>
                    <a:pt x="19" y="2047"/>
                    <a:pt x="89" y="2097"/>
                  </a:cubicBezTo>
                  <a:cubicBezTo>
                    <a:pt x="115" y="2117"/>
                    <a:pt x="148" y="2126"/>
                    <a:pt x="178" y="2126"/>
                  </a:cubicBezTo>
                  <a:cubicBezTo>
                    <a:pt x="227" y="2126"/>
                    <a:pt x="275" y="2103"/>
                    <a:pt x="305" y="2060"/>
                  </a:cubicBezTo>
                  <a:lnTo>
                    <a:pt x="1584" y="244"/>
                  </a:lnTo>
                  <a:cubicBezTo>
                    <a:pt x="1634" y="174"/>
                    <a:pt x="1615" y="77"/>
                    <a:pt x="1547" y="27"/>
                  </a:cubicBezTo>
                  <a:cubicBezTo>
                    <a:pt x="1520" y="9"/>
                    <a:pt x="1489" y="0"/>
                    <a:pt x="145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5"/>
            <p:cNvSpPr/>
            <p:nvPr/>
          </p:nvSpPr>
          <p:spPr>
            <a:xfrm>
              <a:off x="7522675" y="1837438"/>
              <a:ext cx="28575" cy="35725"/>
            </a:xfrm>
            <a:custGeom>
              <a:rect b="b" l="l" r="r" t="t"/>
              <a:pathLst>
                <a:path extrusionOk="0" h="1429" w="1143">
                  <a:moveTo>
                    <a:pt x="966" y="1"/>
                  </a:moveTo>
                  <a:cubicBezTo>
                    <a:pt x="918" y="1"/>
                    <a:pt x="870" y="23"/>
                    <a:pt x="840" y="67"/>
                  </a:cubicBezTo>
                  <a:lnTo>
                    <a:pt x="51" y="1184"/>
                  </a:lnTo>
                  <a:cubicBezTo>
                    <a:pt x="1" y="1254"/>
                    <a:pt x="19" y="1351"/>
                    <a:pt x="89" y="1400"/>
                  </a:cubicBezTo>
                  <a:cubicBezTo>
                    <a:pt x="115" y="1420"/>
                    <a:pt x="148" y="1428"/>
                    <a:pt x="178" y="1428"/>
                  </a:cubicBezTo>
                  <a:cubicBezTo>
                    <a:pt x="227" y="1428"/>
                    <a:pt x="275" y="1406"/>
                    <a:pt x="305" y="1363"/>
                  </a:cubicBezTo>
                  <a:lnTo>
                    <a:pt x="1092" y="245"/>
                  </a:lnTo>
                  <a:cubicBezTo>
                    <a:pt x="1142" y="175"/>
                    <a:pt x="1125" y="78"/>
                    <a:pt x="1055"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5"/>
            <p:cNvSpPr/>
            <p:nvPr/>
          </p:nvSpPr>
          <p:spPr>
            <a:xfrm>
              <a:off x="7537925" y="1848163"/>
              <a:ext cx="28550" cy="35725"/>
            </a:xfrm>
            <a:custGeom>
              <a:rect b="b" l="l" r="r" t="t"/>
              <a:pathLst>
                <a:path extrusionOk="0" h="1429" w="1142">
                  <a:moveTo>
                    <a:pt x="966" y="1"/>
                  </a:moveTo>
                  <a:cubicBezTo>
                    <a:pt x="917" y="1"/>
                    <a:pt x="869" y="23"/>
                    <a:pt x="838" y="66"/>
                  </a:cubicBezTo>
                  <a:lnTo>
                    <a:pt x="51" y="1184"/>
                  </a:lnTo>
                  <a:cubicBezTo>
                    <a:pt x="1" y="1254"/>
                    <a:pt x="18" y="1351"/>
                    <a:pt x="88" y="1400"/>
                  </a:cubicBezTo>
                  <a:cubicBezTo>
                    <a:pt x="115" y="1420"/>
                    <a:pt x="147" y="1428"/>
                    <a:pt x="177" y="1428"/>
                  </a:cubicBezTo>
                  <a:cubicBezTo>
                    <a:pt x="225" y="1428"/>
                    <a:pt x="274" y="1405"/>
                    <a:pt x="304" y="1362"/>
                  </a:cubicBezTo>
                  <a:lnTo>
                    <a:pt x="1091" y="245"/>
                  </a:lnTo>
                  <a:cubicBezTo>
                    <a:pt x="1141" y="175"/>
                    <a:pt x="1124" y="78"/>
                    <a:pt x="1054" y="28"/>
                  </a:cubicBezTo>
                  <a:cubicBezTo>
                    <a:pt x="1027" y="10"/>
                    <a:pt x="996"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5"/>
            <p:cNvSpPr/>
            <p:nvPr/>
          </p:nvSpPr>
          <p:spPr>
            <a:xfrm>
              <a:off x="7605525" y="1878313"/>
              <a:ext cx="40850" cy="53175"/>
            </a:xfrm>
            <a:custGeom>
              <a:rect b="b" l="l" r="r" t="t"/>
              <a:pathLst>
                <a:path extrusionOk="0" h="2127" w="1634">
                  <a:moveTo>
                    <a:pt x="1457" y="0"/>
                  </a:moveTo>
                  <a:cubicBezTo>
                    <a:pt x="1408" y="0"/>
                    <a:pt x="1360" y="23"/>
                    <a:pt x="1329" y="65"/>
                  </a:cubicBezTo>
                  <a:lnTo>
                    <a:pt x="50" y="1882"/>
                  </a:lnTo>
                  <a:cubicBezTo>
                    <a:pt x="0" y="1951"/>
                    <a:pt x="19" y="2048"/>
                    <a:pt x="87" y="2098"/>
                  </a:cubicBezTo>
                  <a:cubicBezTo>
                    <a:pt x="115" y="2118"/>
                    <a:pt x="147" y="2127"/>
                    <a:pt x="177" y="2127"/>
                  </a:cubicBezTo>
                  <a:cubicBezTo>
                    <a:pt x="226" y="2127"/>
                    <a:pt x="273" y="2104"/>
                    <a:pt x="305" y="2061"/>
                  </a:cubicBezTo>
                  <a:lnTo>
                    <a:pt x="1583" y="244"/>
                  </a:lnTo>
                  <a:cubicBezTo>
                    <a:pt x="1633" y="175"/>
                    <a:pt x="1615" y="78"/>
                    <a:pt x="1545" y="28"/>
                  </a:cubicBezTo>
                  <a:cubicBezTo>
                    <a:pt x="1518"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5"/>
            <p:cNvSpPr/>
            <p:nvPr/>
          </p:nvSpPr>
          <p:spPr>
            <a:xfrm>
              <a:off x="7572075" y="1872238"/>
              <a:ext cx="28575" cy="35725"/>
            </a:xfrm>
            <a:custGeom>
              <a:rect b="b" l="l" r="r" t="t"/>
              <a:pathLst>
                <a:path extrusionOk="0" h="1429" w="1143">
                  <a:moveTo>
                    <a:pt x="966" y="1"/>
                  </a:moveTo>
                  <a:cubicBezTo>
                    <a:pt x="918" y="1"/>
                    <a:pt x="869" y="23"/>
                    <a:pt x="838" y="66"/>
                  </a:cubicBezTo>
                  <a:lnTo>
                    <a:pt x="51" y="1184"/>
                  </a:lnTo>
                  <a:cubicBezTo>
                    <a:pt x="1" y="1254"/>
                    <a:pt x="18" y="1350"/>
                    <a:pt x="88" y="1400"/>
                  </a:cubicBezTo>
                  <a:cubicBezTo>
                    <a:pt x="115" y="1420"/>
                    <a:pt x="147" y="1428"/>
                    <a:pt x="178" y="1428"/>
                  </a:cubicBezTo>
                  <a:cubicBezTo>
                    <a:pt x="225" y="1428"/>
                    <a:pt x="274" y="1405"/>
                    <a:pt x="304" y="1362"/>
                  </a:cubicBezTo>
                  <a:lnTo>
                    <a:pt x="1093" y="245"/>
                  </a:lnTo>
                  <a:cubicBezTo>
                    <a:pt x="1143" y="175"/>
                    <a:pt x="1124" y="78"/>
                    <a:pt x="1054"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5"/>
            <p:cNvSpPr/>
            <p:nvPr/>
          </p:nvSpPr>
          <p:spPr>
            <a:xfrm>
              <a:off x="7587350" y="1882963"/>
              <a:ext cx="28550" cy="35700"/>
            </a:xfrm>
            <a:custGeom>
              <a:rect b="b" l="l" r="r" t="t"/>
              <a:pathLst>
                <a:path extrusionOk="0" h="1428" w="1142">
                  <a:moveTo>
                    <a:pt x="966" y="1"/>
                  </a:moveTo>
                  <a:cubicBezTo>
                    <a:pt x="918" y="1"/>
                    <a:pt x="869" y="23"/>
                    <a:pt x="839" y="66"/>
                  </a:cubicBezTo>
                  <a:lnTo>
                    <a:pt x="50" y="1183"/>
                  </a:lnTo>
                  <a:cubicBezTo>
                    <a:pt x="0" y="1253"/>
                    <a:pt x="19" y="1349"/>
                    <a:pt x="89" y="1399"/>
                  </a:cubicBezTo>
                  <a:cubicBezTo>
                    <a:pt x="114" y="1419"/>
                    <a:pt x="147" y="1428"/>
                    <a:pt x="177" y="1428"/>
                  </a:cubicBezTo>
                  <a:cubicBezTo>
                    <a:pt x="226" y="1428"/>
                    <a:pt x="274" y="1405"/>
                    <a:pt x="304" y="1362"/>
                  </a:cubicBezTo>
                  <a:lnTo>
                    <a:pt x="1092" y="245"/>
                  </a:lnTo>
                  <a:cubicBezTo>
                    <a:pt x="1142" y="175"/>
                    <a:pt x="1125" y="78"/>
                    <a:pt x="1055" y="28"/>
                  </a:cubicBezTo>
                  <a:cubicBezTo>
                    <a:pt x="1028" y="9"/>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5"/>
            <p:cNvSpPr/>
            <p:nvPr/>
          </p:nvSpPr>
          <p:spPr>
            <a:xfrm>
              <a:off x="7654925" y="1913088"/>
              <a:ext cx="40825" cy="53200"/>
            </a:xfrm>
            <a:custGeom>
              <a:rect b="b" l="l" r="r" t="t"/>
              <a:pathLst>
                <a:path extrusionOk="0" h="2128" w="1633">
                  <a:moveTo>
                    <a:pt x="1456" y="0"/>
                  </a:moveTo>
                  <a:cubicBezTo>
                    <a:pt x="1407" y="0"/>
                    <a:pt x="1360" y="23"/>
                    <a:pt x="1329" y="66"/>
                  </a:cubicBezTo>
                  <a:lnTo>
                    <a:pt x="50" y="1882"/>
                  </a:lnTo>
                  <a:cubicBezTo>
                    <a:pt x="0" y="1952"/>
                    <a:pt x="18" y="2049"/>
                    <a:pt x="88" y="2099"/>
                  </a:cubicBezTo>
                  <a:cubicBezTo>
                    <a:pt x="115" y="2117"/>
                    <a:pt x="146" y="2127"/>
                    <a:pt x="176" y="2127"/>
                  </a:cubicBezTo>
                  <a:cubicBezTo>
                    <a:pt x="225" y="2127"/>
                    <a:pt x="273" y="2105"/>
                    <a:pt x="303" y="2060"/>
                  </a:cubicBezTo>
                  <a:lnTo>
                    <a:pt x="1582" y="244"/>
                  </a:lnTo>
                  <a:cubicBezTo>
                    <a:pt x="1632" y="174"/>
                    <a:pt x="1615" y="78"/>
                    <a:pt x="1545" y="28"/>
                  </a:cubicBezTo>
                  <a:cubicBezTo>
                    <a:pt x="1518" y="10"/>
                    <a:pt x="1486"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5"/>
            <p:cNvSpPr/>
            <p:nvPr/>
          </p:nvSpPr>
          <p:spPr>
            <a:xfrm>
              <a:off x="7621450" y="1907013"/>
              <a:ext cx="28575" cy="35725"/>
            </a:xfrm>
            <a:custGeom>
              <a:rect b="b" l="l" r="r" t="t"/>
              <a:pathLst>
                <a:path extrusionOk="0" h="1429" w="1143">
                  <a:moveTo>
                    <a:pt x="967" y="1"/>
                  </a:moveTo>
                  <a:cubicBezTo>
                    <a:pt x="918" y="1"/>
                    <a:pt x="870" y="24"/>
                    <a:pt x="839" y="66"/>
                  </a:cubicBezTo>
                  <a:lnTo>
                    <a:pt x="51" y="1184"/>
                  </a:lnTo>
                  <a:cubicBezTo>
                    <a:pt x="1" y="1253"/>
                    <a:pt x="19" y="1350"/>
                    <a:pt x="89" y="1400"/>
                  </a:cubicBezTo>
                  <a:cubicBezTo>
                    <a:pt x="115" y="1420"/>
                    <a:pt x="148" y="1429"/>
                    <a:pt x="178" y="1429"/>
                  </a:cubicBezTo>
                  <a:cubicBezTo>
                    <a:pt x="228" y="1429"/>
                    <a:pt x="276" y="1406"/>
                    <a:pt x="305" y="1363"/>
                  </a:cubicBezTo>
                  <a:lnTo>
                    <a:pt x="1092" y="244"/>
                  </a:lnTo>
                  <a:cubicBezTo>
                    <a:pt x="1142" y="176"/>
                    <a:pt x="1125" y="79"/>
                    <a:pt x="1055" y="29"/>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5"/>
            <p:cNvSpPr/>
            <p:nvPr/>
          </p:nvSpPr>
          <p:spPr>
            <a:xfrm>
              <a:off x="7636750" y="1917713"/>
              <a:ext cx="28550" cy="35750"/>
            </a:xfrm>
            <a:custGeom>
              <a:rect b="b" l="l" r="r" t="t"/>
              <a:pathLst>
                <a:path extrusionOk="0" h="1430" w="1142">
                  <a:moveTo>
                    <a:pt x="964" y="1"/>
                  </a:moveTo>
                  <a:cubicBezTo>
                    <a:pt x="915" y="1"/>
                    <a:pt x="868" y="23"/>
                    <a:pt x="837" y="66"/>
                  </a:cubicBezTo>
                  <a:lnTo>
                    <a:pt x="50" y="1185"/>
                  </a:lnTo>
                  <a:cubicBezTo>
                    <a:pt x="0" y="1254"/>
                    <a:pt x="17" y="1351"/>
                    <a:pt x="87" y="1401"/>
                  </a:cubicBezTo>
                  <a:cubicBezTo>
                    <a:pt x="114" y="1421"/>
                    <a:pt x="146" y="1429"/>
                    <a:pt x="177" y="1429"/>
                  </a:cubicBezTo>
                  <a:cubicBezTo>
                    <a:pt x="224" y="1429"/>
                    <a:pt x="273" y="1408"/>
                    <a:pt x="303" y="1364"/>
                  </a:cubicBezTo>
                  <a:lnTo>
                    <a:pt x="1092" y="245"/>
                  </a:lnTo>
                  <a:cubicBezTo>
                    <a:pt x="1142" y="176"/>
                    <a:pt x="1123" y="79"/>
                    <a:pt x="1053" y="29"/>
                  </a:cubicBezTo>
                  <a:cubicBezTo>
                    <a:pt x="1026" y="10"/>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5"/>
            <p:cNvSpPr/>
            <p:nvPr/>
          </p:nvSpPr>
          <p:spPr>
            <a:xfrm>
              <a:off x="7704300" y="1947913"/>
              <a:ext cx="40850" cy="53175"/>
            </a:xfrm>
            <a:custGeom>
              <a:rect b="b" l="l" r="r" t="t"/>
              <a:pathLst>
                <a:path extrusionOk="0" h="2127" w="1634">
                  <a:moveTo>
                    <a:pt x="1457" y="1"/>
                  </a:moveTo>
                  <a:cubicBezTo>
                    <a:pt x="1408" y="1"/>
                    <a:pt x="1360" y="24"/>
                    <a:pt x="1329" y="66"/>
                  </a:cubicBezTo>
                  <a:lnTo>
                    <a:pt x="50" y="1880"/>
                  </a:lnTo>
                  <a:cubicBezTo>
                    <a:pt x="0" y="1950"/>
                    <a:pt x="19" y="2047"/>
                    <a:pt x="87" y="2098"/>
                  </a:cubicBezTo>
                  <a:cubicBezTo>
                    <a:pt x="114" y="2116"/>
                    <a:pt x="147" y="2126"/>
                    <a:pt x="177" y="2126"/>
                  </a:cubicBezTo>
                  <a:cubicBezTo>
                    <a:pt x="226" y="2126"/>
                    <a:pt x="273" y="2102"/>
                    <a:pt x="304" y="2059"/>
                  </a:cubicBezTo>
                  <a:lnTo>
                    <a:pt x="1583" y="244"/>
                  </a:lnTo>
                  <a:cubicBezTo>
                    <a:pt x="1633" y="176"/>
                    <a:pt x="1615" y="79"/>
                    <a:pt x="1545" y="29"/>
                  </a:cubicBezTo>
                  <a:cubicBezTo>
                    <a:pt x="1518"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5"/>
            <p:cNvSpPr/>
            <p:nvPr/>
          </p:nvSpPr>
          <p:spPr>
            <a:xfrm>
              <a:off x="7670900" y="1941813"/>
              <a:ext cx="28550" cy="35725"/>
            </a:xfrm>
            <a:custGeom>
              <a:rect b="b" l="l" r="r" t="t"/>
              <a:pathLst>
                <a:path extrusionOk="0" h="1429" w="1142">
                  <a:moveTo>
                    <a:pt x="965" y="0"/>
                  </a:moveTo>
                  <a:cubicBezTo>
                    <a:pt x="916" y="0"/>
                    <a:pt x="868" y="23"/>
                    <a:pt x="837" y="65"/>
                  </a:cubicBezTo>
                  <a:lnTo>
                    <a:pt x="50" y="1183"/>
                  </a:lnTo>
                  <a:cubicBezTo>
                    <a:pt x="0" y="1253"/>
                    <a:pt x="19" y="1350"/>
                    <a:pt x="87" y="1400"/>
                  </a:cubicBezTo>
                  <a:cubicBezTo>
                    <a:pt x="114" y="1420"/>
                    <a:pt x="147" y="1428"/>
                    <a:pt x="177" y="1428"/>
                  </a:cubicBezTo>
                  <a:cubicBezTo>
                    <a:pt x="226" y="1428"/>
                    <a:pt x="273" y="1406"/>
                    <a:pt x="304" y="1361"/>
                  </a:cubicBezTo>
                  <a:lnTo>
                    <a:pt x="1092" y="244"/>
                  </a:lnTo>
                  <a:cubicBezTo>
                    <a:pt x="1142" y="174"/>
                    <a:pt x="1123" y="78"/>
                    <a:pt x="1055"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5"/>
            <p:cNvSpPr/>
            <p:nvPr/>
          </p:nvSpPr>
          <p:spPr>
            <a:xfrm>
              <a:off x="7686175" y="1952563"/>
              <a:ext cx="28525" cy="35725"/>
            </a:xfrm>
            <a:custGeom>
              <a:rect b="b" l="l" r="r" t="t"/>
              <a:pathLst>
                <a:path extrusionOk="0" h="1429" w="1141">
                  <a:moveTo>
                    <a:pt x="965" y="1"/>
                  </a:moveTo>
                  <a:cubicBezTo>
                    <a:pt x="917" y="1"/>
                    <a:pt x="869" y="23"/>
                    <a:pt x="838" y="65"/>
                  </a:cubicBezTo>
                  <a:lnTo>
                    <a:pt x="51" y="1184"/>
                  </a:lnTo>
                  <a:cubicBezTo>
                    <a:pt x="1" y="1253"/>
                    <a:pt x="18" y="1350"/>
                    <a:pt x="88" y="1400"/>
                  </a:cubicBezTo>
                  <a:cubicBezTo>
                    <a:pt x="115" y="1420"/>
                    <a:pt x="146" y="1429"/>
                    <a:pt x="176" y="1429"/>
                  </a:cubicBezTo>
                  <a:cubicBezTo>
                    <a:pt x="225" y="1429"/>
                    <a:pt x="274" y="1406"/>
                    <a:pt x="304" y="1363"/>
                  </a:cubicBezTo>
                  <a:lnTo>
                    <a:pt x="1091" y="244"/>
                  </a:lnTo>
                  <a:cubicBezTo>
                    <a:pt x="1141" y="175"/>
                    <a:pt x="1124" y="78"/>
                    <a:pt x="1054" y="28"/>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5"/>
            <p:cNvSpPr/>
            <p:nvPr/>
          </p:nvSpPr>
          <p:spPr>
            <a:xfrm>
              <a:off x="7753725" y="1982713"/>
              <a:ext cx="40825" cy="53125"/>
            </a:xfrm>
            <a:custGeom>
              <a:rect b="b" l="l" r="r" t="t"/>
              <a:pathLst>
                <a:path extrusionOk="0" h="2125" w="1633">
                  <a:moveTo>
                    <a:pt x="1456" y="0"/>
                  </a:moveTo>
                  <a:cubicBezTo>
                    <a:pt x="1407" y="0"/>
                    <a:pt x="1360" y="23"/>
                    <a:pt x="1329" y="65"/>
                  </a:cubicBezTo>
                  <a:lnTo>
                    <a:pt x="51" y="1880"/>
                  </a:lnTo>
                  <a:cubicBezTo>
                    <a:pt x="1" y="1950"/>
                    <a:pt x="18" y="2046"/>
                    <a:pt x="88" y="2096"/>
                  </a:cubicBezTo>
                  <a:cubicBezTo>
                    <a:pt x="115" y="2116"/>
                    <a:pt x="146" y="2124"/>
                    <a:pt x="178" y="2124"/>
                  </a:cubicBezTo>
                  <a:cubicBezTo>
                    <a:pt x="225" y="2124"/>
                    <a:pt x="273" y="2101"/>
                    <a:pt x="303" y="2059"/>
                  </a:cubicBezTo>
                  <a:lnTo>
                    <a:pt x="1582" y="244"/>
                  </a:lnTo>
                  <a:cubicBezTo>
                    <a:pt x="1632" y="174"/>
                    <a:pt x="1615" y="78"/>
                    <a:pt x="1545" y="28"/>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5"/>
            <p:cNvSpPr/>
            <p:nvPr/>
          </p:nvSpPr>
          <p:spPr>
            <a:xfrm>
              <a:off x="7720300" y="1976588"/>
              <a:ext cx="28525" cy="35750"/>
            </a:xfrm>
            <a:custGeom>
              <a:rect b="b" l="l" r="r" t="t"/>
              <a:pathLst>
                <a:path extrusionOk="0" h="1430" w="1141">
                  <a:moveTo>
                    <a:pt x="965" y="0"/>
                  </a:moveTo>
                  <a:cubicBezTo>
                    <a:pt x="916" y="0"/>
                    <a:pt x="868" y="23"/>
                    <a:pt x="837" y="66"/>
                  </a:cubicBezTo>
                  <a:lnTo>
                    <a:pt x="49" y="1183"/>
                  </a:lnTo>
                  <a:cubicBezTo>
                    <a:pt x="0" y="1253"/>
                    <a:pt x="17" y="1351"/>
                    <a:pt x="87" y="1399"/>
                  </a:cubicBezTo>
                  <a:cubicBezTo>
                    <a:pt x="114" y="1419"/>
                    <a:pt x="146" y="1429"/>
                    <a:pt x="176" y="1429"/>
                  </a:cubicBezTo>
                  <a:cubicBezTo>
                    <a:pt x="224" y="1429"/>
                    <a:pt x="273" y="1405"/>
                    <a:pt x="303" y="1362"/>
                  </a:cubicBezTo>
                  <a:lnTo>
                    <a:pt x="1090" y="245"/>
                  </a:lnTo>
                  <a:cubicBezTo>
                    <a:pt x="1140" y="175"/>
                    <a:pt x="1123" y="77"/>
                    <a:pt x="1053" y="27"/>
                  </a:cubicBezTo>
                  <a:cubicBezTo>
                    <a:pt x="1026" y="9"/>
                    <a:pt x="995"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5"/>
            <p:cNvSpPr/>
            <p:nvPr/>
          </p:nvSpPr>
          <p:spPr>
            <a:xfrm>
              <a:off x="7735550" y="1987338"/>
              <a:ext cx="28550" cy="35750"/>
            </a:xfrm>
            <a:custGeom>
              <a:rect b="b" l="l" r="r" t="t"/>
              <a:pathLst>
                <a:path extrusionOk="0" h="1430" w="1142">
                  <a:moveTo>
                    <a:pt x="965" y="1"/>
                  </a:moveTo>
                  <a:cubicBezTo>
                    <a:pt x="916" y="1"/>
                    <a:pt x="868" y="23"/>
                    <a:pt x="838" y="66"/>
                  </a:cubicBezTo>
                  <a:lnTo>
                    <a:pt x="50" y="1183"/>
                  </a:lnTo>
                  <a:cubicBezTo>
                    <a:pt x="0" y="1253"/>
                    <a:pt x="19" y="1351"/>
                    <a:pt x="87" y="1401"/>
                  </a:cubicBezTo>
                  <a:cubicBezTo>
                    <a:pt x="115" y="1421"/>
                    <a:pt x="147" y="1429"/>
                    <a:pt x="177" y="1429"/>
                  </a:cubicBezTo>
                  <a:cubicBezTo>
                    <a:pt x="226" y="1429"/>
                    <a:pt x="273" y="1406"/>
                    <a:pt x="305" y="1362"/>
                  </a:cubicBezTo>
                  <a:lnTo>
                    <a:pt x="1092" y="245"/>
                  </a:lnTo>
                  <a:cubicBezTo>
                    <a:pt x="1142" y="175"/>
                    <a:pt x="1123" y="79"/>
                    <a:pt x="1055"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5"/>
            <p:cNvSpPr/>
            <p:nvPr/>
          </p:nvSpPr>
          <p:spPr>
            <a:xfrm>
              <a:off x="7803100" y="2017438"/>
              <a:ext cx="40850" cy="53175"/>
            </a:xfrm>
            <a:custGeom>
              <a:rect b="b" l="l" r="r" t="t"/>
              <a:pathLst>
                <a:path extrusionOk="0" h="2127" w="1634">
                  <a:moveTo>
                    <a:pt x="1457" y="0"/>
                  </a:moveTo>
                  <a:cubicBezTo>
                    <a:pt x="1408" y="0"/>
                    <a:pt x="1360" y="23"/>
                    <a:pt x="1329" y="65"/>
                  </a:cubicBezTo>
                  <a:lnTo>
                    <a:pt x="50" y="1883"/>
                  </a:lnTo>
                  <a:cubicBezTo>
                    <a:pt x="0" y="1951"/>
                    <a:pt x="19" y="2048"/>
                    <a:pt x="89" y="2098"/>
                  </a:cubicBezTo>
                  <a:cubicBezTo>
                    <a:pt x="114" y="2118"/>
                    <a:pt x="147" y="2127"/>
                    <a:pt x="177" y="2127"/>
                  </a:cubicBezTo>
                  <a:cubicBezTo>
                    <a:pt x="226" y="2127"/>
                    <a:pt x="274" y="2104"/>
                    <a:pt x="304" y="2061"/>
                  </a:cubicBezTo>
                  <a:lnTo>
                    <a:pt x="1583" y="244"/>
                  </a:lnTo>
                  <a:cubicBezTo>
                    <a:pt x="1633" y="175"/>
                    <a:pt x="1615" y="78"/>
                    <a:pt x="1546" y="28"/>
                  </a:cubicBezTo>
                  <a:cubicBezTo>
                    <a:pt x="1519"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5"/>
            <p:cNvSpPr/>
            <p:nvPr/>
          </p:nvSpPr>
          <p:spPr>
            <a:xfrm>
              <a:off x="7769700" y="2011363"/>
              <a:ext cx="28550" cy="35725"/>
            </a:xfrm>
            <a:custGeom>
              <a:rect b="b" l="l" r="r" t="t"/>
              <a:pathLst>
                <a:path extrusionOk="0" h="1429" w="1142">
                  <a:moveTo>
                    <a:pt x="966" y="0"/>
                  </a:moveTo>
                  <a:cubicBezTo>
                    <a:pt x="918" y="0"/>
                    <a:pt x="870" y="23"/>
                    <a:pt x="839" y="65"/>
                  </a:cubicBezTo>
                  <a:lnTo>
                    <a:pt x="50" y="1184"/>
                  </a:lnTo>
                  <a:cubicBezTo>
                    <a:pt x="0" y="1254"/>
                    <a:pt x="19" y="1350"/>
                    <a:pt x="89" y="1400"/>
                  </a:cubicBezTo>
                  <a:cubicBezTo>
                    <a:pt x="115" y="1420"/>
                    <a:pt x="147" y="1428"/>
                    <a:pt x="177" y="1428"/>
                  </a:cubicBezTo>
                  <a:cubicBezTo>
                    <a:pt x="226" y="1428"/>
                    <a:pt x="275" y="1406"/>
                    <a:pt x="305" y="1363"/>
                  </a:cubicBezTo>
                  <a:lnTo>
                    <a:pt x="1092" y="244"/>
                  </a:lnTo>
                  <a:cubicBezTo>
                    <a:pt x="1142" y="175"/>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5"/>
            <p:cNvSpPr/>
            <p:nvPr/>
          </p:nvSpPr>
          <p:spPr>
            <a:xfrm>
              <a:off x="7784950" y="2022138"/>
              <a:ext cx="28525" cy="35725"/>
            </a:xfrm>
            <a:custGeom>
              <a:rect b="b" l="l" r="r" t="t"/>
              <a:pathLst>
                <a:path extrusionOk="0" h="1429" w="1141">
                  <a:moveTo>
                    <a:pt x="965" y="0"/>
                  </a:moveTo>
                  <a:cubicBezTo>
                    <a:pt x="916" y="0"/>
                    <a:pt x="868" y="23"/>
                    <a:pt x="838" y="66"/>
                  </a:cubicBezTo>
                  <a:lnTo>
                    <a:pt x="50" y="1183"/>
                  </a:lnTo>
                  <a:cubicBezTo>
                    <a:pt x="0" y="1253"/>
                    <a:pt x="17" y="1350"/>
                    <a:pt x="87" y="1399"/>
                  </a:cubicBezTo>
                  <a:cubicBezTo>
                    <a:pt x="115" y="1419"/>
                    <a:pt x="146" y="1429"/>
                    <a:pt x="176" y="1429"/>
                  </a:cubicBezTo>
                  <a:cubicBezTo>
                    <a:pt x="226" y="1429"/>
                    <a:pt x="275" y="1405"/>
                    <a:pt x="303" y="1362"/>
                  </a:cubicBezTo>
                  <a:lnTo>
                    <a:pt x="1091" y="244"/>
                  </a:lnTo>
                  <a:cubicBezTo>
                    <a:pt x="1141" y="174"/>
                    <a:pt x="1123" y="77"/>
                    <a:pt x="1053" y="27"/>
                  </a:cubicBezTo>
                  <a:cubicBezTo>
                    <a:pt x="1026"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5"/>
            <p:cNvSpPr/>
            <p:nvPr/>
          </p:nvSpPr>
          <p:spPr>
            <a:xfrm>
              <a:off x="7852525" y="2052213"/>
              <a:ext cx="40850" cy="53200"/>
            </a:xfrm>
            <a:custGeom>
              <a:rect b="b" l="l" r="r" t="t"/>
              <a:pathLst>
                <a:path extrusionOk="0" h="2128" w="1634">
                  <a:moveTo>
                    <a:pt x="1457" y="1"/>
                  </a:moveTo>
                  <a:cubicBezTo>
                    <a:pt x="1408" y="1"/>
                    <a:pt x="1360" y="23"/>
                    <a:pt x="1329" y="66"/>
                  </a:cubicBezTo>
                  <a:lnTo>
                    <a:pt x="51" y="1882"/>
                  </a:lnTo>
                  <a:cubicBezTo>
                    <a:pt x="1" y="1952"/>
                    <a:pt x="19" y="2049"/>
                    <a:pt x="88" y="2099"/>
                  </a:cubicBezTo>
                  <a:cubicBezTo>
                    <a:pt x="115" y="2119"/>
                    <a:pt x="148" y="2128"/>
                    <a:pt x="178" y="2128"/>
                  </a:cubicBezTo>
                  <a:cubicBezTo>
                    <a:pt x="225" y="2128"/>
                    <a:pt x="274" y="2106"/>
                    <a:pt x="305" y="2061"/>
                  </a:cubicBezTo>
                  <a:lnTo>
                    <a:pt x="1584" y="244"/>
                  </a:lnTo>
                  <a:cubicBezTo>
                    <a:pt x="1634" y="174"/>
                    <a:pt x="1615" y="79"/>
                    <a:pt x="1545" y="29"/>
                  </a:cubicBezTo>
                  <a:cubicBezTo>
                    <a:pt x="1518"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5"/>
            <p:cNvSpPr/>
            <p:nvPr/>
          </p:nvSpPr>
          <p:spPr>
            <a:xfrm>
              <a:off x="7819100" y="2046163"/>
              <a:ext cx="28550" cy="35725"/>
            </a:xfrm>
            <a:custGeom>
              <a:rect b="b" l="l" r="r" t="t"/>
              <a:pathLst>
                <a:path extrusionOk="0" h="1429" w="1142">
                  <a:moveTo>
                    <a:pt x="966" y="0"/>
                  </a:moveTo>
                  <a:cubicBezTo>
                    <a:pt x="917" y="0"/>
                    <a:pt x="868" y="23"/>
                    <a:pt x="838" y="65"/>
                  </a:cubicBezTo>
                  <a:lnTo>
                    <a:pt x="50" y="1184"/>
                  </a:lnTo>
                  <a:cubicBezTo>
                    <a:pt x="0" y="1254"/>
                    <a:pt x="17" y="1350"/>
                    <a:pt x="87" y="1400"/>
                  </a:cubicBezTo>
                  <a:cubicBezTo>
                    <a:pt x="115" y="1420"/>
                    <a:pt x="146" y="1428"/>
                    <a:pt x="177" y="1428"/>
                  </a:cubicBezTo>
                  <a:cubicBezTo>
                    <a:pt x="225" y="1428"/>
                    <a:pt x="273" y="1407"/>
                    <a:pt x="303" y="1362"/>
                  </a:cubicBezTo>
                  <a:lnTo>
                    <a:pt x="1092" y="244"/>
                  </a:lnTo>
                  <a:cubicBezTo>
                    <a:pt x="1142" y="175"/>
                    <a:pt x="1123" y="78"/>
                    <a:pt x="1053" y="28"/>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5"/>
            <p:cNvSpPr/>
            <p:nvPr/>
          </p:nvSpPr>
          <p:spPr>
            <a:xfrm>
              <a:off x="7834350" y="2056913"/>
              <a:ext cx="28550" cy="35725"/>
            </a:xfrm>
            <a:custGeom>
              <a:rect b="b" l="l" r="r" t="t"/>
              <a:pathLst>
                <a:path extrusionOk="0" h="1429" w="1142">
                  <a:moveTo>
                    <a:pt x="966" y="0"/>
                  </a:moveTo>
                  <a:cubicBezTo>
                    <a:pt x="917" y="0"/>
                    <a:pt x="869" y="23"/>
                    <a:pt x="839" y="65"/>
                  </a:cubicBezTo>
                  <a:lnTo>
                    <a:pt x="50" y="1184"/>
                  </a:lnTo>
                  <a:cubicBezTo>
                    <a:pt x="0" y="1254"/>
                    <a:pt x="19" y="1350"/>
                    <a:pt x="89" y="1400"/>
                  </a:cubicBezTo>
                  <a:cubicBezTo>
                    <a:pt x="115" y="1420"/>
                    <a:pt x="148" y="1428"/>
                    <a:pt x="178" y="1428"/>
                  </a:cubicBezTo>
                  <a:cubicBezTo>
                    <a:pt x="226" y="1428"/>
                    <a:pt x="275" y="1405"/>
                    <a:pt x="305" y="1362"/>
                  </a:cubicBezTo>
                  <a:lnTo>
                    <a:pt x="1092" y="244"/>
                  </a:lnTo>
                  <a:cubicBezTo>
                    <a:pt x="1142" y="175"/>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5"/>
            <p:cNvSpPr/>
            <p:nvPr/>
          </p:nvSpPr>
          <p:spPr>
            <a:xfrm>
              <a:off x="7901925" y="2087038"/>
              <a:ext cx="40825" cy="53200"/>
            </a:xfrm>
            <a:custGeom>
              <a:rect b="b" l="l" r="r" t="t"/>
              <a:pathLst>
                <a:path extrusionOk="0" h="2128" w="1633">
                  <a:moveTo>
                    <a:pt x="1456" y="1"/>
                  </a:moveTo>
                  <a:cubicBezTo>
                    <a:pt x="1408" y="1"/>
                    <a:pt x="1360" y="23"/>
                    <a:pt x="1330" y="66"/>
                  </a:cubicBezTo>
                  <a:lnTo>
                    <a:pt x="51" y="1882"/>
                  </a:lnTo>
                  <a:cubicBezTo>
                    <a:pt x="1" y="1952"/>
                    <a:pt x="18" y="2049"/>
                    <a:pt x="88" y="2099"/>
                  </a:cubicBezTo>
                  <a:cubicBezTo>
                    <a:pt x="115" y="2119"/>
                    <a:pt x="146" y="2128"/>
                    <a:pt x="176" y="2128"/>
                  </a:cubicBezTo>
                  <a:cubicBezTo>
                    <a:pt x="225" y="2128"/>
                    <a:pt x="274" y="2105"/>
                    <a:pt x="304" y="2061"/>
                  </a:cubicBezTo>
                  <a:lnTo>
                    <a:pt x="1582" y="245"/>
                  </a:lnTo>
                  <a:cubicBezTo>
                    <a:pt x="1632" y="175"/>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5"/>
            <p:cNvSpPr/>
            <p:nvPr/>
          </p:nvSpPr>
          <p:spPr>
            <a:xfrm>
              <a:off x="7868525" y="2080988"/>
              <a:ext cx="28525" cy="35725"/>
            </a:xfrm>
            <a:custGeom>
              <a:rect b="b" l="l" r="r" t="t"/>
              <a:pathLst>
                <a:path extrusionOk="0" h="1429" w="1141">
                  <a:moveTo>
                    <a:pt x="965" y="0"/>
                  </a:moveTo>
                  <a:cubicBezTo>
                    <a:pt x="917" y="0"/>
                    <a:pt x="869" y="23"/>
                    <a:pt x="838" y="65"/>
                  </a:cubicBezTo>
                  <a:lnTo>
                    <a:pt x="49" y="1184"/>
                  </a:lnTo>
                  <a:cubicBezTo>
                    <a:pt x="1" y="1254"/>
                    <a:pt x="18" y="1350"/>
                    <a:pt x="88" y="1400"/>
                  </a:cubicBezTo>
                  <a:cubicBezTo>
                    <a:pt x="115" y="1420"/>
                    <a:pt x="147" y="1428"/>
                    <a:pt x="177" y="1428"/>
                  </a:cubicBezTo>
                  <a:cubicBezTo>
                    <a:pt x="225" y="1428"/>
                    <a:pt x="274" y="1405"/>
                    <a:pt x="304" y="1362"/>
                  </a:cubicBezTo>
                  <a:lnTo>
                    <a:pt x="1091" y="244"/>
                  </a:lnTo>
                  <a:cubicBezTo>
                    <a:pt x="1141" y="175"/>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5"/>
            <p:cNvSpPr/>
            <p:nvPr/>
          </p:nvSpPr>
          <p:spPr>
            <a:xfrm>
              <a:off x="7883750" y="2091688"/>
              <a:ext cx="28575" cy="35725"/>
            </a:xfrm>
            <a:custGeom>
              <a:rect b="b" l="l" r="r" t="t"/>
              <a:pathLst>
                <a:path extrusionOk="0" h="1429" w="1143">
                  <a:moveTo>
                    <a:pt x="966" y="1"/>
                  </a:moveTo>
                  <a:cubicBezTo>
                    <a:pt x="917" y="1"/>
                    <a:pt x="868" y="24"/>
                    <a:pt x="838" y="66"/>
                  </a:cubicBezTo>
                  <a:lnTo>
                    <a:pt x="50" y="1185"/>
                  </a:lnTo>
                  <a:cubicBezTo>
                    <a:pt x="0" y="1255"/>
                    <a:pt x="18" y="1350"/>
                    <a:pt x="88" y="1400"/>
                  </a:cubicBezTo>
                  <a:cubicBezTo>
                    <a:pt x="115" y="1420"/>
                    <a:pt x="146" y="1429"/>
                    <a:pt x="178" y="1429"/>
                  </a:cubicBezTo>
                  <a:cubicBezTo>
                    <a:pt x="225" y="1429"/>
                    <a:pt x="273" y="1406"/>
                    <a:pt x="303" y="1363"/>
                  </a:cubicBezTo>
                  <a:lnTo>
                    <a:pt x="1092" y="244"/>
                  </a:lnTo>
                  <a:cubicBezTo>
                    <a:pt x="1142" y="176"/>
                    <a:pt x="1124" y="79"/>
                    <a:pt x="1053" y="29"/>
                  </a:cubicBezTo>
                  <a:cubicBezTo>
                    <a:pt x="1027" y="10"/>
                    <a:pt x="996"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5"/>
            <p:cNvSpPr/>
            <p:nvPr/>
          </p:nvSpPr>
          <p:spPr>
            <a:xfrm>
              <a:off x="7951300" y="2121838"/>
              <a:ext cx="40825" cy="53175"/>
            </a:xfrm>
            <a:custGeom>
              <a:rect b="b" l="l" r="r" t="t"/>
              <a:pathLst>
                <a:path extrusionOk="0" h="2127" w="1633">
                  <a:moveTo>
                    <a:pt x="1456" y="0"/>
                  </a:moveTo>
                  <a:cubicBezTo>
                    <a:pt x="1408" y="0"/>
                    <a:pt x="1360" y="23"/>
                    <a:pt x="1329" y="66"/>
                  </a:cubicBezTo>
                  <a:lnTo>
                    <a:pt x="50" y="1882"/>
                  </a:lnTo>
                  <a:cubicBezTo>
                    <a:pt x="0" y="1952"/>
                    <a:pt x="19" y="2049"/>
                    <a:pt x="88" y="2097"/>
                  </a:cubicBezTo>
                  <a:cubicBezTo>
                    <a:pt x="115" y="2117"/>
                    <a:pt x="146" y="2126"/>
                    <a:pt x="178" y="2126"/>
                  </a:cubicBezTo>
                  <a:cubicBezTo>
                    <a:pt x="228" y="2126"/>
                    <a:pt x="273" y="2103"/>
                    <a:pt x="305" y="2060"/>
                  </a:cubicBezTo>
                  <a:lnTo>
                    <a:pt x="1584" y="244"/>
                  </a:lnTo>
                  <a:cubicBezTo>
                    <a:pt x="1632" y="174"/>
                    <a:pt x="1615" y="79"/>
                    <a:pt x="1545" y="29"/>
                  </a:cubicBezTo>
                  <a:cubicBezTo>
                    <a:pt x="1518" y="10"/>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5"/>
            <p:cNvSpPr/>
            <p:nvPr/>
          </p:nvSpPr>
          <p:spPr>
            <a:xfrm>
              <a:off x="7917900" y="2115763"/>
              <a:ext cx="28575" cy="35725"/>
            </a:xfrm>
            <a:custGeom>
              <a:rect b="b" l="l" r="r" t="t"/>
              <a:pathLst>
                <a:path extrusionOk="0" h="1429" w="1143">
                  <a:moveTo>
                    <a:pt x="965" y="1"/>
                  </a:moveTo>
                  <a:cubicBezTo>
                    <a:pt x="916" y="1"/>
                    <a:pt x="868" y="23"/>
                    <a:pt x="838" y="66"/>
                  </a:cubicBezTo>
                  <a:lnTo>
                    <a:pt x="50" y="1185"/>
                  </a:lnTo>
                  <a:cubicBezTo>
                    <a:pt x="0" y="1253"/>
                    <a:pt x="19" y="1350"/>
                    <a:pt x="88" y="1400"/>
                  </a:cubicBezTo>
                  <a:cubicBezTo>
                    <a:pt x="115" y="1420"/>
                    <a:pt x="146" y="1429"/>
                    <a:pt x="178" y="1429"/>
                  </a:cubicBezTo>
                  <a:cubicBezTo>
                    <a:pt x="226" y="1429"/>
                    <a:pt x="273" y="1405"/>
                    <a:pt x="305" y="1363"/>
                  </a:cubicBezTo>
                  <a:lnTo>
                    <a:pt x="1092" y="244"/>
                  </a:lnTo>
                  <a:cubicBezTo>
                    <a:pt x="1142" y="174"/>
                    <a:pt x="1123" y="79"/>
                    <a:pt x="1055" y="29"/>
                  </a:cubicBezTo>
                  <a:cubicBezTo>
                    <a:pt x="1028"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5"/>
            <p:cNvSpPr/>
            <p:nvPr/>
          </p:nvSpPr>
          <p:spPr>
            <a:xfrm>
              <a:off x="7933175" y="2126488"/>
              <a:ext cx="28550" cy="35725"/>
            </a:xfrm>
            <a:custGeom>
              <a:rect b="b" l="l" r="r" t="t"/>
              <a:pathLst>
                <a:path extrusionOk="0" h="1429" w="1142">
                  <a:moveTo>
                    <a:pt x="965" y="0"/>
                  </a:moveTo>
                  <a:cubicBezTo>
                    <a:pt x="916" y="0"/>
                    <a:pt x="869" y="23"/>
                    <a:pt x="838" y="65"/>
                  </a:cubicBezTo>
                  <a:lnTo>
                    <a:pt x="51" y="1184"/>
                  </a:lnTo>
                  <a:cubicBezTo>
                    <a:pt x="1" y="1253"/>
                    <a:pt x="18" y="1350"/>
                    <a:pt x="88" y="1400"/>
                  </a:cubicBezTo>
                  <a:cubicBezTo>
                    <a:pt x="115" y="1420"/>
                    <a:pt x="147" y="1429"/>
                    <a:pt x="177" y="1429"/>
                  </a:cubicBezTo>
                  <a:cubicBezTo>
                    <a:pt x="225" y="1429"/>
                    <a:pt x="274" y="1404"/>
                    <a:pt x="304" y="1363"/>
                  </a:cubicBezTo>
                  <a:lnTo>
                    <a:pt x="1091" y="244"/>
                  </a:lnTo>
                  <a:cubicBezTo>
                    <a:pt x="1141" y="174"/>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5"/>
            <p:cNvSpPr/>
            <p:nvPr/>
          </p:nvSpPr>
          <p:spPr>
            <a:xfrm>
              <a:off x="8000725" y="2156613"/>
              <a:ext cx="40825" cy="53175"/>
            </a:xfrm>
            <a:custGeom>
              <a:rect b="b" l="l" r="r" t="t"/>
              <a:pathLst>
                <a:path extrusionOk="0" h="2127" w="1633">
                  <a:moveTo>
                    <a:pt x="1457" y="1"/>
                  </a:moveTo>
                  <a:cubicBezTo>
                    <a:pt x="1408" y="1"/>
                    <a:pt x="1360" y="23"/>
                    <a:pt x="1330" y="66"/>
                  </a:cubicBezTo>
                  <a:lnTo>
                    <a:pt x="51" y="1882"/>
                  </a:lnTo>
                  <a:cubicBezTo>
                    <a:pt x="1" y="1952"/>
                    <a:pt x="18" y="2048"/>
                    <a:pt x="88" y="2098"/>
                  </a:cubicBezTo>
                  <a:cubicBezTo>
                    <a:pt x="115" y="2118"/>
                    <a:pt x="147" y="2127"/>
                    <a:pt x="178" y="2127"/>
                  </a:cubicBezTo>
                  <a:cubicBezTo>
                    <a:pt x="225" y="2127"/>
                    <a:pt x="274" y="2104"/>
                    <a:pt x="304" y="2061"/>
                  </a:cubicBezTo>
                  <a:lnTo>
                    <a:pt x="1583" y="245"/>
                  </a:lnTo>
                  <a:cubicBezTo>
                    <a:pt x="1633" y="175"/>
                    <a:pt x="1615" y="78"/>
                    <a:pt x="1545" y="28"/>
                  </a:cubicBezTo>
                  <a:cubicBezTo>
                    <a:pt x="1518" y="10"/>
                    <a:pt x="1488"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5"/>
            <p:cNvSpPr/>
            <p:nvPr/>
          </p:nvSpPr>
          <p:spPr>
            <a:xfrm>
              <a:off x="7967300" y="2150538"/>
              <a:ext cx="28525" cy="35750"/>
            </a:xfrm>
            <a:custGeom>
              <a:rect b="b" l="l" r="r" t="t"/>
              <a:pathLst>
                <a:path extrusionOk="0" h="1430" w="1141">
                  <a:moveTo>
                    <a:pt x="965" y="1"/>
                  </a:moveTo>
                  <a:cubicBezTo>
                    <a:pt x="917" y="1"/>
                    <a:pt x="869" y="23"/>
                    <a:pt x="838" y="66"/>
                  </a:cubicBezTo>
                  <a:lnTo>
                    <a:pt x="50" y="1184"/>
                  </a:lnTo>
                  <a:cubicBezTo>
                    <a:pt x="0" y="1254"/>
                    <a:pt x="18" y="1351"/>
                    <a:pt x="88" y="1401"/>
                  </a:cubicBezTo>
                  <a:cubicBezTo>
                    <a:pt x="115" y="1420"/>
                    <a:pt x="146" y="1430"/>
                    <a:pt x="176" y="1430"/>
                  </a:cubicBezTo>
                  <a:cubicBezTo>
                    <a:pt x="225" y="1430"/>
                    <a:pt x="273" y="1405"/>
                    <a:pt x="303" y="1362"/>
                  </a:cubicBezTo>
                  <a:lnTo>
                    <a:pt x="1091" y="245"/>
                  </a:lnTo>
                  <a:cubicBezTo>
                    <a:pt x="1141" y="175"/>
                    <a:pt x="1124" y="78"/>
                    <a:pt x="1054" y="28"/>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5"/>
            <p:cNvSpPr/>
            <p:nvPr/>
          </p:nvSpPr>
          <p:spPr>
            <a:xfrm>
              <a:off x="7982550" y="2161313"/>
              <a:ext cx="28575" cy="35725"/>
            </a:xfrm>
            <a:custGeom>
              <a:rect b="b" l="l" r="r" t="t"/>
              <a:pathLst>
                <a:path extrusionOk="0" h="1429" w="1143">
                  <a:moveTo>
                    <a:pt x="965" y="0"/>
                  </a:moveTo>
                  <a:cubicBezTo>
                    <a:pt x="917" y="0"/>
                    <a:pt x="868" y="23"/>
                    <a:pt x="838" y="66"/>
                  </a:cubicBezTo>
                  <a:lnTo>
                    <a:pt x="51" y="1184"/>
                  </a:lnTo>
                  <a:cubicBezTo>
                    <a:pt x="1" y="1253"/>
                    <a:pt x="19" y="1350"/>
                    <a:pt x="88" y="1400"/>
                  </a:cubicBezTo>
                  <a:cubicBezTo>
                    <a:pt x="115" y="1420"/>
                    <a:pt x="146" y="1429"/>
                    <a:pt x="178" y="1429"/>
                  </a:cubicBezTo>
                  <a:cubicBezTo>
                    <a:pt x="226" y="1429"/>
                    <a:pt x="273" y="1404"/>
                    <a:pt x="305" y="1363"/>
                  </a:cubicBezTo>
                  <a:lnTo>
                    <a:pt x="1092" y="244"/>
                  </a:lnTo>
                  <a:cubicBezTo>
                    <a:pt x="1142" y="174"/>
                    <a:pt x="1124" y="78"/>
                    <a:pt x="1055" y="28"/>
                  </a:cubicBezTo>
                  <a:cubicBezTo>
                    <a:pt x="1028"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5"/>
            <p:cNvSpPr/>
            <p:nvPr/>
          </p:nvSpPr>
          <p:spPr>
            <a:xfrm>
              <a:off x="8050100" y="2191413"/>
              <a:ext cx="40850" cy="53175"/>
            </a:xfrm>
            <a:custGeom>
              <a:rect b="b" l="l" r="r" t="t"/>
              <a:pathLst>
                <a:path extrusionOk="0" h="2127" w="1634">
                  <a:moveTo>
                    <a:pt x="1457" y="0"/>
                  </a:moveTo>
                  <a:cubicBezTo>
                    <a:pt x="1408" y="0"/>
                    <a:pt x="1360" y="23"/>
                    <a:pt x="1329" y="65"/>
                  </a:cubicBezTo>
                  <a:lnTo>
                    <a:pt x="51" y="1882"/>
                  </a:lnTo>
                  <a:cubicBezTo>
                    <a:pt x="1" y="1951"/>
                    <a:pt x="19" y="2048"/>
                    <a:pt x="89" y="2098"/>
                  </a:cubicBezTo>
                  <a:cubicBezTo>
                    <a:pt x="115" y="2118"/>
                    <a:pt x="148" y="2126"/>
                    <a:pt x="178" y="2126"/>
                  </a:cubicBezTo>
                  <a:cubicBezTo>
                    <a:pt x="226" y="2126"/>
                    <a:pt x="275" y="2104"/>
                    <a:pt x="305" y="2061"/>
                  </a:cubicBezTo>
                  <a:lnTo>
                    <a:pt x="1584" y="243"/>
                  </a:lnTo>
                  <a:cubicBezTo>
                    <a:pt x="1634" y="175"/>
                    <a:pt x="1615" y="77"/>
                    <a:pt x="1546" y="27"/>
                  </a:cubicBezTo>
                  <a:cubicBezTo>
                    <a:pt x="1519"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5"/>
            <p:cNvSpPr/>
            <p:nvPr/>
          </p:nvSpPr>
          <p:spPr>
            <a:xfrm>
              <a:off x="8016700" y="2185313"/>
              <a:ext cx="28575" cy="35725"/>
            </a:xfrm>
            <a:custGeom>
              <a:rect b="b" l="l" r="r" t="t"/>
              <a:pathLst>
                <a:path extrusionOk="0" h="1429" w="1143">
                  <a:moveTo>
                    <a:pt x="966" y="1"/>
                  </a:moveTo>
                  <a:cubicBezTo>
                    <a:pt x="917" y="1"/>
                    <a:pt x="869" y="24"/>
                    <a:pt x="838" y="66"/>
                  </a:cubicBezTo>
                  <a:lnTo>
                    <a:pt x="51" y="1184"/>
                  </a:lnTo>
                  <a:cubicBezTo>
                    <a:pt x="1" y="1254"/>
                    <a:pt x="19" y="1350"/>
                    <a:pt x="88" y="1400"/>
                  </a:cubicBezTo>
                  <a:cubicBezTo>
                    <a:pt x="115" y="1420"/>
                    <a:pt x="148" y="1429"/>
                    <a:pt x="178" y="1429"/>
                  </a:cubicBezTo>
                  <a:cubicBezTo>
                    <a:pt x="226" y="1429"/>
                    <a:pt x="275" y="1406"/>
                    <a:pt x="305" y="1363"/>
                  </a:cubicBezTo>
                  <a:lnTo>
                    <a:pt x="1092" y="244"/>
                  </a:lnTo>
                  <a:cubicBezTo>
                    <a:pt x="1142" y="176"/>
                    <a:pt x="1124" y="79"/>
                    <a:pt x="1055" y="29"/>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5"/>
            <p:cNvSpPr/>
            <p:nvPr/>
          </p:nvSpPr>
          <p:spPr>
            <a:xfrm>
              <a:off x="8031950" y="2196088"/>
              <a:ext cx="28525" cy="35750"/>
            </a:xfrm>
            <a:custGeom>
              <a:rect b="b" l="l" r="r" t="t"/>
              <a:pathLst>
                <a:path extrusionOk="0" h="1430" w="1141">
                  <a:moveTo>
                    <a:pt x="965" y="1"/>
                  </a:moveTo>
                  <a:cubicBezTo>
                    <a:pt x="917" y="1"/>
                    <a:pt x="869" y="23"/>
                    <a:pt x="838" y="66"/>
                  </a:cubicBezTo>
                  <a:lnTo>
                    <a:pt x="49" y="1184"/>
                  </a:lnTo>
                  <a:cubicBezTo>
                    <a:pt x="1" y="1254"/>
                    <a:pt x="18" y="1351"/>
                    <a:pt x="88" y="1401"/>
                  </a:cubicBezTo>
                  <a:cubicBezTo>
                    <a:pt x="115" y="1419"/>
                    <a:pt x="146" y="1429"/>
                    <a:pt x="176" y="1429"/>
                  </a:cubicBezTo>
                  <a:cubicBezTo>
                    <a:pt x="226" y="1429"/>
                    <a:pt x="274" y="1405"/>
                    <a:pt x="304" y="1362"/>
                  </a:cubicBezTo>
                  <a:lnTo>
                    <a:pt x="1091" y="245"/>
                  </a:lnTo>
                  <a:cubicBezTo>
                    <a:pt x="1141" y="175"/>
                    <a:pt x="1124" y="78"/>
                    <a:pt x="1054" y="28"/>
                  </a:cubicBezTo>
                  <a:cubicBezTo>
                    <a:pt x="1027" y="9"/>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5"/>
            <p:cNvSpPr/>
            <p:nvPr/>
          </p:nvSpPr>
          <p:spPr>
            <a:xfrm>
              <a:off x="8099500" y="2226238"/>
              <a:ext cx="40825" cy="53150"/>
            </a:xfrm>
            <a:custGeom>
              <a:rect b="b" l="l" r="r" t="t"/>
              <a:pathLst>
                <a:path extrusionOk="0" h="2126" w="1633">
                  <a:moveTo>
                    <a:pt x="1456" y="0"/>
                  </a:moveTo>
                  <a:cubicBezTo>
                    <a:pt x="1408" y="0"/>
                    <a:pt x="1360" y="23"/>
                    <a:pt x="1329" y="65"/>
                  </a:cubicBezTo>
                  <a:lnTo>
                    <a:pt x="51" y="1879"/>
                  </a:lnTo>
                  <a:cubicBezTo>
                    <a:pt x="1" y="1949"/>
                    <a:pt x="18" y="2046"/>
                    <a:pt x="88" y="2096"/>
                  </a:cubicBezTo>
                  <a:cubicBezTo>
                    <a:pt x="115" y="2116"/>
                    <a:pt x="146" y="2125"/>
                    <a:pt x="178" y="2125"/>
                  </a:cubicBezTo>
                  <a:cubicBezTo>
                    <a:pt x="228" y="2125"/>
                    <a:pt x="275" y="2102"/>
                    <a:pt x="303" y="2058"/>
                  </a:cubicBezTo>
                  <a:lnTo>
                    <a:pt x="1582" y="243"/>
                  </a:lnTo>
                  <a:cubicBezTo>
                    <a:pt x="1632" y="175"/>
                    <a:pt x="1615" y="78"/>
                    <a:pt x="1545" y="28"/>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5"/>
            <p:cNvSpPr/>
            <p:nvPr/>
          </p:nvSpPr>
          <p:spPr>
            <a:xfrm>
              <a:off x="8066100" y="2220113"/>
              <a:ext cx="28575" cy="35725"/>
            </a:xfrm>
            <a:custGeom>
              <a:rect b="b" l="l" r="r" t="t"/>
              <a:pathLst>
                <a:path extrusionOk="0" h="1429" w="1143">
                  <a:moveTo>
                    <a:pt x="965" y="0"/>
                  </a:moveTo>
                  <a:cubicBezTo>
                    <a:pt x="917" y="0"/>
                    <a:pt x="868" y="23"/>
                    <a:pt x="838" y="65"/>
                  </a:cubicBezTo>
                  <a:lnTo>
                    <a:pt x="51" y="1184"/>
                  </a:lnTo>
                  <a:cubicBezTo>
                    <a:pt x="1" y="1253"/>
                    <a:pt x="18" y="1350"/>
                    <a:pt x="88" y="1400"/>
                  </a:cubicBezTo>
                  <a:cubicBezTo>
                    <a:pt x="115" y="1420"/>
                    <a:pt x="146" y="1428"/>
                    <a:pt x="178" y="1428"/>
                  </a:cubicBezTo>
                  <a:cubicBezTo>
                    <a:pt x="225" y="1428"/>
                    <a:pt x="274" y="1406"/>
                    <a:pt x="304" y="1363"/>
                  </a:cubicBezTo>
                  <a:lnTo>
                    <a:pt x="1092" y="244"/>
                  </a:lnTo>
                  <a:cubicBezTo>
                    <a:pt x="1142" y="174"/>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5"/>
            <p:cNvSpPr/>
            <p:nvPr/>
          </p:nvSpPr>
          <p:spPr>
            <a:xfrm>
              <a:off x="8081350" y="2230863"/>
              <a:ext cx="28575" cy="35725"/>
            </a:xfrm>
            <a:custGeom>
              <a:rect b="b" l="l" r="r" t="t"/>
              <a:pathLst>
                <a:path extrusionOk="0" h="1429" w="1143">
                  <a:moveTo>
                    <a:pt x="967" y="1"/>
                  </a:moveTo>
                  <a:cubicBezTo>
                    <a:pt x="918" y="1"/>
                    <a:pt x="870" y="23"/>
                    <a:pt x="839" y="65"/>
                  </a:cubicBezTo>
                  <a:lnTo>
                    <a:pt x="51" y="1184"/>
                  </a:lnTo>
                  <a:cubicBezTo>
                    <a:pt x="1" y="1254"/>
                    <a:pt x="19" y="1350"/>
                    <a:pt x="89" y="1400"/>
                  </a:cubicBezTo>
                  <a:cubicBezTo>
                    <a:pt x="115" y="1420"/>
                    <a:pt x="148" y="1429"/>
                    <a:pt x="178" y="1429"/>
                  </a:cubicBezTo>
                  <a:cubicBezTo>
                    <a:pt x="226" y="1429"/>
                    <a:pt x="275" y="1406"/>
                    <a:pt x="305" y="1363"/>
                  </a:cubicBezTo>
                  <a:lnTo>
                    <a:pt x="1092" y="244"/>
                  </a:lnTo>
                  <a:cubicBezTo>
                    <a:pt x="1142" y="175"/>
                    <a:pt x="1125" y="78"/>
                    <a:pt x="1055" y="28"/>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5"/>
            <p:cNvSpPr/>
            <p:nvPr/>
          </p:nvSpPr>
          <p:spPr>
            <a:xfrm>
              <a:off x="8148950" y="2260963"/>
              <a:ext cx="40800" cy="53200"/>
            </a:xfrm>
            <a:custGeom>
              <a:rect b="b" l="l" r="r" t="t"/>
              <a:pathLst>
                <a:path extrusionOk="0" h="2128" w="1632">
                  <a:moveTo>
                    <a:pt x="1455" y="1"/>
                  </a:moveTo>
                  <a:cubicBezTo>
                    <a:pt x="1406" y="1"/>
                    <a:pt x="1359" y="23"/>
                    <a:pt x="1329" y="66"/>
                  </a:cubicBezTo>
                  <a:lnTo>
                    <a:pt x="49" y="1882"/>
                  </a:lnTo>
                  <a:cubicBezTo>
                    <a:pt x="0" y="1952"/>
                    <a:pt x="17" y="2049"/>
                    <a:pt x="87" y="2098"/>
                  </a:cubicBezTo>
                  <a:cubicBezTo>
                    <a:pt x="114" y="2118"/>
                    <a:pt x="146" y="2128"/>
                    <a:pt x="176" y="2128"/>
                  </a:cubicBezTo>
                  <a:cubicBezTo>
                    <a:pt x="224" y="2128"/>
                    <a:pt x="273" y="2103"/>
                    <a:pt x="303" y="2061"/>
                  </a:cubicBezTo>
                  <a:lnTo>
                    <a:pt x="1582" y="245"/>
                  </a:lnTo>
                  <a:cubicBezTo>
                    <a:pt x="1632" y="175"/>
                    <a:pt x="1615" y="79"/>
                    <a:pt x="1545" y="29"/>
                  </a:cubicBezTo>
                  <a:cubicBezTo>
                    <a:pt x="1517" y="10"/>
                    <a:pt x="1486" y="1"/>
                    <a:pt x="145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5"/>
            <p:cNvSpPr/>
            <p:nvPr/>
          </p:nvSpPr>
          <p:spPr>
            <a:xfrm>
              <a:off x="8115475" y="2254888"/>
              <a:ext cx="28550" cy="35750"/>
            </a:xfrm>
            <a:custGeom>
              <a:rect b="b" l="l" r="r" t="t"/>
              <a:pathLst>
                <a:path extrusionOk="0" h="1430" w="1142">
                  <a:moveTo>
                    <a:pt x="965" y="1"/>
                  </a:moveTo>
                  <a:cubicBezTo>
                    <a:pt x="916" y="1"/>
                    <a:pt x="869" y="23"/>
                    <a:pt x="839" y="66"/>
                  </a:cubicBezTo>
                  <a:lnTo>
                    <a:pt x="50" y="1185"/>
                  </a:lnTo>
                  <a:cubicBezTo>
                    <a:pt x="0" y="1253"/>
                    <a:pt x="19" y="1351"/>
                    <a:pt x="89" y="1401"/>
                  </a:cubicBezTo>
                  <a:cubicBezTo>
                    <a:pt x="115" y="1421"/>
                    <a:pt x="147" y="1429"/>
                    <a:pt x="177" y="1429"/>
                  </a:cubicBezTo>
                  <a:cubicBezTo>
                    <a:pt x="227" y="1429"/>
                    <a:pt x="276" y="1406"/>
                    <a:pt x="305" y="1363"/>
                  </a:cubicBezTo>
                  <a:lnTo>
                    <a:pt x="1092" y="245"/>
                  </a:lnTo>
                  <a:cubicBezTo>
                    <a:pt x="1142" y="175"/>
                    <a:pt x="1125" y="79"/>
                    <a:pt x="1055"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5"/>
            <p:cNvSpPr/>
            <p:nvPr/>
          </p:nvSpPr>
          <p:spPr>
            <a:xfrm>
              <a:off x="8130750" y="2265638"/>
              <a:ext cx="28575" cy="35750"/>
            </a:xfrm>
            <a:custGeom>
              <a:rect b="b" l="l" r="r" t="t"/>
              <a:pathLst>
                <a:path extrusionOk="0" h="1430" w="1143">
                  <a:moveTo>
                    <a:pt x="965" y="1"/>
                  </a:moveTo>
                  <a:cubicBezTo>
                    <a:pt x="917" y="1"/>
                    <a:pt x="869" y="23"/>
                    <a:pt x="838" y="66"/>
                  </a:cubicBezTo>
                  <a:lnTo>
                    <a:pt x="51" y="1185"/>
                  </a:lnTo>
                  <a:cubicBezTo>
                    <a:pt x="1" y="1253"/>
                    <a:pt x="18" y="1351"/>
                    <a:pt x="88" y="1401"/>
                  </a:cubicBezTo>
                  <a:cubicBezTo>
                    <a:pt x="115" y="1421"/>
                    <a:pt x="147" y="1429"/>
                    <a:pt x="178" y="1429"/>
                  </a:cubicBezTo>
                  <a:cubicBezTo>
                    <a:pt x="225" y="1429"/>
                    <a:pt x="274" y="1406"/>
                    <a:pt x="304" y="1363"/>
                  </a:cubicBezTo>
                  <a:lnTo>
                    <a:pt x="1092" y="245"/>
                  </a:lnTo>
                  <a:cubicBezTo>
                    <a:pt x="1142" y="175"/>
                    <a:pt x="1124" y="79"/>
                    <a:pt x="1054"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5"/>
            <p:cNvSpPr/>
            <p:nvPr/>
          </p:nvSpPr>
          <p:spPr>
            <a:xfrm>
              <a:off x="8198300" y="2295788"/>
              <a:ext cx="40850" cy="53200"/>
            </a:xfrm>
            <a:custGeom>
              <a:rect b="b" l="l" r="r" t="t"/>
              <a:pathLst>
                <a:path extrusionOk="0" h="2128" w="1634">
                  <a:moveTo>
                    <a:pt x="1457" y="1"/>
                  </a:moveTo>
                  <a:cubicBezTo>
                    <a:pt x="1408" y="1"/>
                    <a:pt x="1360" y="23"/>
                    <a:pt x="1330" y="66"/>
                  </a:cubicBezTo>
                  <a:lnTo>
                    <a:pt x="51" y="1882"/>
                  </a:lnTo>
                  <a:cubicBezTo>
                    <a:pt x="1" y="1952"/>
                    <a:pt x="19" y="2049"/>
                    <a:pt x="88" y="2098"/>
                  </a:cubicBezTo>
                  <a:cubicBezTo>
                    <a:pt x="115" y="2118"/>
                    <a:pt x="146" y="2128"/>
                    <a:pt x="178" y="2128"/>
                  </a:cubicBezTo>
                  <a:cubicBezTo>
                    <a:pt x="226" y="2128"/>
                    <a:pt x="274" y="2104"/>
                    <a:pt x="305" y="2061"/>
                  </a:cubicBezTo>
                  <a:lnTo>
                    <a:pt x="1584" y="245"/>
                  </a:lnTo>
                  <a:cubicBezTo>
                    <a:pt x="1634" y="175"/>
                    <a:pt x="1615" y="79"/>
                    <a:pt x="1545" y="29"/>
                  </a:cubicBezTo>
                  <a:cubicBezTo>
                    <a:pt x="1519"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5"/>
            <p:cNvSpPr/>
            <p:nvPr/>
          </p:nvSpPr>
          <p:spPr>
            <a:xfrm>
              <a:off x="8164900" y="2289688"/>
              <a:ext cx="28575" cy="35725"/>
            </a:xfrm>
            <a:custGeom>
              <a:rect b="b" l="l" r="r" t="t"/>
              <a:pathLst>
                <a:path extrusionOk="0" h="1429" w="1143">
                  <a:moveTo>
                    <a:pt x="967" y="0"/>
                  </a:moveTo>
                  <a:cubicBezTo>
                    <a:pt x="917" y="0"/>
                    <a:pt x="869" y="23"/>
                    <a:pt x="838" y="66"/>
                  </a:cubicBezTo>
                  <a:lnTo>
                    <a:pt x="51" y="1183"/>
                  </a:lnTo>
                  <a:cubicBezTo>
                    <a:pt x="1" y="1253"/>
                    <a:pt x="19" y="1350"/>
                    <a:pt x="88" y="1400"/>
                  </a:cubicBezTo>
                  <a:cubicBezTo>
                    <a:pt x="115" y="1419"/>
                    <a:pt x="148" y="1429"/>
                    <a:pt x="178" y="1429"/>
                  </a:cubicBezTo>
                  <a:cubicBezTo>
                    <a:pt x="227" y="1429"/>
                    <a:pt x="274" y="1407"/>
                    <a:pt x="305" y="1362"/>
                  </a:cubicBezTo>
                  <a:lnTo>
                    <a:pt x="1092" y="244"/>
                  </a:lnTo>
                  <a:cubicBezTo>
                    <a:pt x="1142" y="174"/>
                    <a:pt x="1124" y="77"/>
                    <a:pt x="1055" y="27"/>
                  </a:cubicBezTo>
                  <a:cubicBezTo>
                    <a:pt x="1028" y="9"/>
                    <a:pt x="997" y="0"/>
                    <a:pt x="96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5"/>
            <p:cNvSpPr/>
            <p:nvPr/>
          </p:nvSpPr>
          <p:spPr>
            <a:xfrm>
              <a:off x="8180200" y="2300438"/>
              <a:ext cx="28525" cy="35725"/>
            </a:xfrm>
            <a:custGeom>
              <a:rect b="b" l="l" r="r" t="t"/>
              <a:pathLst>
                <a:path extrusionOk="0" h="1429" w="1141">
                  <a:moveTo>
                    <a:pt x="964" y="1"/>
                  </a:moveTo>
                  <a:cubicBezTo>
                    <a:pt x="916" y="1"/>
                    <a:pt x="868" y="23"/>
                    <a:pt x="838" y="66"/>
                  </a:cubicBezTo>
                  <a:lnTo>
                    <a:pt x="49" y="1185"/>
                  </a:lnTo>
                  <a:cubicBezTo>
                    <a:pt x="0" y="1253"/>
                    <a:pt x="17" y="1350"/>
                    <a:pt x="87" y="1400"/>
                  </a:cubicBezTo>
                  <a:cubicBezTo>
                    <a:pt x="115" y="1420"/>
                    <a:pt x="146" y="1429"/>
                    <a:pt x="176" y="1429"/>
                  </a:cubicBezTo>
                  <a:cubicBezTo>
                    <a:pt x="225" y="1429"/>
                    <a:pt x="273" y="1406"/>
                    <a:pt x="303" y="1363"/>
                  </a:cubicBezTo>
                  <a:lnTo>
                    <a:pt x="1090" y="244"/>
                  </a:lnTo>
                  <a:cubicBezTo>
                    <a:pt x="1140" y="174"/>
                    <a:pt x="1123" y="79"/>
                    <a:pt x="1053" y="29"/>
                  </a:cubicBezTo>
                  <a:cubicBezTo>
                    <a:pt x="1026" y="10"/>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5"/>
            <p:cNvSpPr/>
            <p:nvPr/>
          </p:nvSpPr>
          <p:spPr>
            <a:xfrm>
              <a:off x="8247750" y="2330588"/>
              <a:ext cx="40800" cy="53175"/>
            </a:xfrm>
            <a:custGeom>
              <a:rect b="b" l="l" r="r" t="t"/>
              <a:pathLst>
                <a:path extrusionOk="0" h="2127" w="1632">
                  <a:moveTo>
                    <a:pt x="1457" y="0"/>
                  </a:moveTo>
                  <a:cubicBezTo>
                    <a:pt x="1408" y="0"/>
                    <a:pt x="1360" y="23"/>
                    <a:pt x="1329" y="66"/>
                  </a:cubicBezTo>
                  <a:lnTo>
                    <a:pt x="50" y="1882"/>
                  </a:lnTo>
                  <a:cubicBezTo>
                    <a:pt x="0" y="1952"/>
                    <a:pt x="17" y="2048"/>
                    <a:pt x="87" y="2098"/>
                  </a:cubicBezTo>
                  <a:cubicBezTo>
                    <a:pt x="115" y="2118"/>
                    <a:pt x="146" y="2126"/>
                    <a:pt x="177" y="2126"/>
                  </a:cubicBezTo>
                  <a:cubicBezTo>
                    <a:pt x="225" y="2126"/>
                    <a:pt x="273" y="2103"/>
                    <a:pt x="303" y="2060"/>
                  </a:cubicBezTo>
                  <a:lnTo>
                    <a:pt x="1582" y="244"/>
                  </a:lnTo>
                  <a:cubicBezTo>
                    <a:pt x="1632" y="174"/>
                    <a:pt x="1615" y="77"/>
                    <a:pt x="1545" y="27"/>
                  </a:cubicBezTo>
                  <a:cubicBezTo>
                    <a:pt x="1518" y="9"/>
                    <a:pt x="1487"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5"/>
            <p:cNvSpPr/>
            <p:nvPr/>
          </p:nvSpPr>
          <p:spPr>
            <a:xfrm>
              <a:off x="8214300" y="2324513"/>
              <a:ext cx="28550" cy="35725"/>
            </a:xfrm>
            <a:custGeom>
              <a:rect b="b" l="l" r="r" t="t"/>
              <a:pathLst>
                <a:path extrusionOk="0" h="1429" w="1142">
                  <a:moveTo>
                    <a:pt x="966" y="0"/>
                  </a:moveTo>
                  <a:cubicBezTo>
                    <a:pt x="917" y="0"/>
                    <a:pt x="869" y="23"/>
                    <a:pt x="838" y="66"/>
                  </a:cubicBezTo>
                  <a:lnTo>
                    <a:pt x="49" y="1183"/>
                  </a:lnTo>
                  <a:cubicBezTo>
                    <a:pt x="1" y="1253"/>
                    <a:pt x="18" y="1350"/>
                    <a:pt x="88" y="1400"/>
                  </a:cubicBezTo>
                  <a:cubicBezTo>
                    <a:pt x="114" y="1419"/>
                    <a:pt x="147" y="1429"/>
                    <a:pt x="177" y="1429"/>
                  </a:cubicBezTo>
                  <a:cubicBezTo>
                    <a:pt x="225" y="1429"/>
                    <a:pt x="274" y="1405"/>
                    <a:pt x="304" y="1362"/>
                  </a:cubicBezTo>
                  <a:lnTo>
                    <a:pt x="1091" y="244"/>
                  </a:lnTo>
                  <a:cubicBezTo>
                    <a:pt x="1141" y="174"/>
                    <a:pt x="1124" y="77"/>
                    <a:pt x="1054" y="27"/>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5"/>
            <p:cNvSpPr/>
            <p:nvPr/>
          </p:nvSpPr>
          <p:spPr>
            <a:xfrm>
              <a:off x="8229550" y="2335213"/>
              <a:ext cx="28575" cy="35750"/>
            </a:xfrm>
            <a:custGeom>
              <a:rect b="b" l="l" r="r" t="t"/>
              <a:pathLst>
                <a:path extrusionOk="0" h="1430" w="1143">
                  <a:moveTo>
                    <a:pt x="967" y="1"/>
                  </a:moveTo>
                  <a:cubicBezTo>
                    <a:pt x="918" y="1"/>
                    <a:pt x="869" y="23"/>
                    <a:pt x="838" y="66"/>
                  </a:cubicBezTo>
                  <a:lnTo>
                    <a:pt x="51" y="1184"/>
                  </a:lnTo>
                  <a:cubicBezTo>
                    <a:pt x="1" y="1254"/>
                    <a:pt x="20" y="1351"/>
                    <a:pt x="88" y="1401"/>
                  </a:cubicBezTo>
                  <a:cubicBezTo>
                    <a:pt x="115" y="1420"/>
                    <a:pt x="147" y="1430"/>
                    <a:pt x="178" y="1430"/>
                  </a:cubicBezTo>
                  <a:cubicBezTo>
                    <a:pt x="227" y="1430"/>
                    <a:pt x="274" y="1405"/>
                    <a:pt x="305" y="1362"/>
                  </a:cubicBezTo>
                  <a:lnTo>
                    <a:pt x="1093" y="245"/>
                  </a:lnTo>
                  <a:cubicBezTo>
                    <a:pt x="1143" y="175"/>
                    <a:pt x="1124" y="78"/>
                    <a:pt x="1055" y="28"/>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5"/>
            <p:cNvSpPr/>
            <p:nvPr/>
          </p:nvSpPr>
          <p:spPr>
            <a:xfrm>
              <a:off x="8297100" y="2365363"/>
              <a:ext cx="40850" cy="53175"/>
            </a:xfrm>
            <a:custGeom>
              <a:rect b="b" l="l" r="r" t="t"/>
              <a:pathLst>
                <a:path extrusionOk="0" h="2127" w="1634">
                  <a:moveTo>
                    <a:pt x="1458" y="1"/>
                  </a:moveTo>
                  <a:cubicBezTo>
                    <a:pt x="1409" y="1"/>
                    <a:pt x="1360" y="23"/>
                    <a:pt x="1330" y="65"/>
                  </a:cubicBezTo>
                  <a:lnTo>
                    <a:pt x="51" y="1882"/>
                  </a:lnTo>
                  <a:cubicBezTo>
                    <a:pt x="1" y="1952"/>
                    <a:pt x="19" y="2048"/>
                    <a:pt x="88" y="2098"/>
                  </a:cubicBezTo>
                  <a:cubicBezTo>
                    <a:pt x="115" y="2118"/>
                    <a:pt x="148" y="2127"/>
                    <a:pt x="178" y="2127"/>
                  </a:cubicBezTo>
                  <a:cubicBezTo>
                    <a:pt x="227" y="2127"/>
                    <a:pt x="275" y="2104"/>
                    <a:pt x="305" y="2061"/>
                  </a:cubicBezTo>
                  <a:lnTo>
                    <a:pt x="1584" y="244"/>
                  </a:lnTo>
                  <a:cubicBezTo>
                    <a:pt x="1634" y="175"/>
                    <a:pt x="1615" y="78"/>
                    <a:pt x="1547" y="28"/>
                  </a:cubicBezTo>
                  <a:cubicBezTo>
                    <a:pt x="1520" y="10"/>
                    <a:pt x="1489" y="1"/>
                    <a:pt x="1458"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5"/>
            <p:cNvSpPr/>
            <p:nvPr/>
          </p:nvSpPr>
          <p:spPr>
            <a:xfrm>
              <a:off x="8263700" y="2359288"/>
              <a:ext cx="28575" cy="35725"/>
            </a:xfrm>
            <a:custGeom>
              <a:rect b="b" l="l" r="r" t="t"/>
              <a:pathLst>
                <a:path extrusionOk="0" h="1429" w="1143">
                  <a:moveTo>
                    <a:pt x="966" y="1"/>
                  </a:moveTo>
                  <a:cubicBezTo>
                    <a:pt x="917" y="1"/>
                    <a:pt x="869" y="23"/>
                    <a:pt x="840" y="65"/>
                  </a:cubicBezTo>
                  <a:lnTo>
                    <a:pt x="51" y="1184"/>
                  </a:lnTo>
                  <a:cubicBezTo>
                    <a:pt x="1" y="1254"/>
                    <a:pt x="19" y="1350"/>
                    <a:pt x="89" y="1400"/>
                  </a:cubicBezTo>
                  <a:cubicBezTo>
                    <a:pt x="115" y="1420"/>
                    <a:pt x="148" y="1428"/>
                    <a:pt x="178" y="1428"/>
                  </a:cubicBezTo>
                  <a:cubicBezTo>
                    <a:pt x="227" y="1428"/>
                    <a:pt x="275" y="1405"/>
                    <a:pt x="305" y="1362"/>
                  </a:cubicBezTo>
                  <a:lnTo>
                    <a:pt x="1093" y="244"/>
                  </a:lnTo>
                  <a:cubicBezTo>
                    <a:pt x="1143" y="175"/>
                    <a:pt x="1125" y="78"/>
                    <a:pt x="1055"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5"/>
            <p:cNvSpPr/>
            <p:nvPr/>
          </p:nvSpPr>
          <p:spPr>
            <a:xfrm>
              <a:off x="8278975" y="2370013"/>
              <a:ext cx="28525" cy="35700"/>
            </a:xfrm>
            <a:custGeom>
              <a:rect b="b" l="l" r="r" t="t"/>
              <a:pathLst>
                <a:path extrusionOk="0" h="1428" w="1141">
                  <a:moveTo>
                    <a:pt x="964" y="1"/>
                  </a:moveTo>
                  <a:cubicBezTo>
                    <a:pt x="916" y="1"/>
                    <a:pt x="868" y="23"/>
                    <a:pt x="837" y="65"/>
                  </a:cubicBezTo>
                  <a:lnTo>
                    <a:pt x="50" y="1183"/>
                  </a:lnTo>
                  <a:cubicBezTo>
                    <a:pt x="0" y="1254"/>
                    <a:pt x="17" y="1349"/>
                    <a:pt x="87" y="1399"/>
                  </a:cubicBezTo>
                  <a:cubicBezTo>
                    <a:pt x="114" y="1419"/>
                    <a:pt x="146" y="1428"/>
                    <a:pt x="176" y="1428"/>
                  </a:cubicBezTo>
                  <a:cubicBezTo>
                    <a:pt x="224" y="1428"/>
                    <a:pt x="273" y="1406"/>
                    <a:pt x="303" y="1362"/>
                  </a:cubicBezTo>
                  <a:lnTo>
                    <a:pt x="1090" y="243"/>
                  </a:lnTo>
                  <a:cubicBezTo>
                    <a:pt x="1140" y="175"/>
                    <a:pt x="1123" y="78"/>
                    <a:pt x="1053" y="28"/>
                  </a:cubicBezTo>
                  <a:cubicBezTo>
                    <a:pt x="1026" y="9"/>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5"/>
            <p:cNvSpPr/>
            <p:nvPr/>
          </p:nvSpPr>
          <p:spPr>
            <a:xfrm>
              <a:off x="8346500" y="2400138"/>
              <a:ext cx="40825" cy="53200"/>
            </a:xfrm>
            <a:custGeom>
              <a:rect b="b" l="l" r="r" t="t"/>
              <a:pathLst>
                <a:path extrusionOk="0" h="2128" w="1633">
                  <a:moveTo>
                    <a:pt x="1456" y="0"/>
                  </a:moveTo>
                  <a:cubicBezTo>
                    <a:pt x="1408" y="0"/>
                    <a:pt x="1360" y="23"/>
                    <a:pt x="1330" y="66"/>
                  </a:cubicBezTo>
                  <a:lnTo>
                    <a:pt x="51" y="1883"/>
                  </a:lnTo>
                  <a:cubicBezTo>
                    <a:pt x="1" y="1952"/>
                    <a:pt x="18" y="2049"/>
                    <a:pt x="88" y="2099"/>
                  </a:cubicBezTo>
                  <a:cubicBezTo>
                    <a:pt x="115" y="2119"/>
                    <a:pt x="147" y="2127"/>
                    <a:pt x="178" y="2127"/>
                  </a:cubicBezTo>
                  <a:cubicBezTo>
                    <a:pt x="228" y="2127"/>
                    <a:pt x="274" y="2103"/>
                    <a:pt x="304" y="2062"/>
                  </a:cubicBezTo>
                  <a:lnTo>
                    <a:pt x="1583" y="244"/>
                  </a:lnTo>
                  <a:cubicBezTo>
                    <a:pt x="1633" y="174"/>
                    <a:pt x="1615" y="79"/>
                    <a:pt x="1545" y="29"/>
                  </a:cubicBezTo>
                  <a:cubicBezTo>
                    <a:pt x="1518" y="10"/>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5"/>
            <p:cNvSpPr/>
            <p:nvPr/>
          </p:nvSpPr>
          <p:spPr>
            <a:xfrm>
              <a:off x="8313100" y="2394063"/>
              <a:ext cx="28575" cy="35725"/>
            </a:xfrm>
            <a:custGeom>
              <a:rect b="b" l="l" r="r" t="t"/>
              <a:pathLst>
                <a:path extrusionOk="0" h="1429" w="1143">
                  <a:moveTo>
                    <a:pt x="965" y="1"/>
                  </a:moveTo>
                  <a:cubicBezTo>
                    <a:pt x="917" y="1"/>
                    <a:pt x="869" y="23"/>
                    <a:pt x="838" y="66"/>
                  </a:cubicBezTo>
                  <a:lnTo>
                    <a:pt x="51" y="1185"/>
                  </a:lnTo>
                  <a:cubicBezTo>
                    <a:pt x="1" y="1253"/>
                    <a:pt x="18" y="1350"/>
                    <a:pt x="88" y="1400"/>
                  </a:cubicBezTo>
                  <a:cubicBezTo>
                    <a:pt x="115" y="1420"/>
                    <a:pt x="147" y="1429"/>
                    <a:pt x="178" y="1429"/>
                  </a:cubicBezTo>
                  <a:cubicBezTo>
                    <a:pt x="225" y="1429"/>
                    <a:pt x="274" y="1406"/>
                    <a:pt x="304" y="1363"/>
                  </a:cubicBezTo>
                  <a:lnTo>
                    <a:pt x="1093" y="244"/>
                  </a:lnTo>
                  <a:cubicBezTo>
                    <a:pt x="1143" y="174"/>
                    <a:pt x="1124" y="79"/>
                    <a:pt x="1054"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5"/>
            <p:cNvSpPr/>
            <p:nvPr/>
          </p:nvSpPr>
          <p:spPr>
            <a:xfrm>
              <a:off x="8328375" y="2404838"/>
              <a:ext cx="28550" cy="35700"/>
            </a:xfrm>
            <a:custGeom>
              <a:rect b="b" l="l" r="r" t="t"/>
              <a:pathLst>
                <a:path extrusionOk="0" h="1428" w="1142">
                  <a:moveTo>
                    <a:pt x="965" y="1"/>
                  </a:moveTo>
                  <a:cubicBezTo>
                    <a:pt x="916" y="1"/>
                    <a:pt x="868" y="23"/>
                    <a:pt x="837" y="65"/>
                  </a:cubicBezTo>
                  <a:lnTo>
                    <a:pt x="50" y="1184"/>
                  </a:lnTo>
                  <a:cubicBezTo>
                    <a:pt x="0" y="1254"/>
                    <a:pt x="19" y="1349"/>
                    <a:pt x="87" y="1399"/>
                  </a:cubicBezTo>
                  <a:cubicBezTo>
                    <a:pt x="114" y="1419"/>
                    <a:pt x="147" y="1428"/>
                    <a:pt x="177" y="1428"/>
                  </a:cubicBezTo>
                  <a:cubicBezTo>
                    <a:pt x="226" y="1428"/>
                    <a:pt x="274" y="1405"/>
                    <a:pt x="304" y="1362"/>
                  </a:cubicBezTo>
                  <a:lnTo>
                    <a:pt x="1092" y="243"/>
                  </a:lnTo>
                  <a:cubicBezTo>
                    <a:pt x="1142" y="175"/>
                    <a:pt x="1123" y="78"/>
                    <a:pt x="1055" y="28"/>
                  </a:cubicBezTo>
                  <a:cubicBezTo>
                    <a:pt x="1027" y="9"/>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5"/>
            <p:cNvSpPr/>
            <p:nvPr/>
          </p:nvSpPr>
          <p:spPr>
            <a:xfrm>
              <a:off x="8395950" y="2434963"/>
              <a:ext cx="40825" cy="53175"/>
            </a:xfrm>
            <a:custGeom>
              <a:rect b="b" l="l" r="r" t="t"/>
              <a:pathLst>
                <a:path extrusionOk="0" h="2127" w="1633">
                  <a:moveTo>
                    <a:pt x="1456" y="1"/>
                  </a:moveTo>
                  <a:cubicBezTo>
                    <a:pt x="1407" y="1"/>
                    <a:pt x="1360" y="23"/>
                    <a:pt x="1329" y="66"/>
                  </a:cubicBezTo>
                  <a:lnTo>
                    <a:pt x="50" y="1880"/>
                  </a:lnTo>
                  <a:cubicBezTo>
                    <a:pt x="0" y="1950"/>
                    <a:pt x="18" y="2048"/>
                    <a:pt x="88" y="2098"/>
                  </a:cubicBezTo>
                  <a:cubicBezTo>
                    <a:pt x="115" y="2116"/>
                    <a:pt x="146" y="2126"/>
                    <a:pt x="176" y="2126"/>
                  </a:cubicBezTo>
                  <a:cubicBezTo>
                    <a:pt x="225" y="2126"/>
                    <a:pt x="273" y="2102"/>
                    <a:pt x="303" y="2059"/>
                  </a:cubicBezTo>
                  <a:lnTo>
                    <a:pt x="1582" y="244"/>
                  </a:lnTo>
                  <a:cubicBezTo>
                    <a:pt x="1632" y="174"/>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5"/>
            <p:cNvSpPr/>
            <p:nvPr/>
          </p:nvSpPr>
          <p:spPr>
            <a:xfrm>
              <a:off x="8362475" y="2428863"/>
              <a:ext cx="28575" cy="35725"/>
            </a:xfrm>
            <a:custGeom>
              <a:rect b="b" l="l" r="r" t="t"/>
              <a:pathLst>
                <a:path extrusionOk="0" h="1429" w="1143">
                  <a:moveTo>
                    <a:pt x="966" y="0"/>
                  </a:moveTo>
                  <a:cubicBezTo>
                    <a:pt x="917" y="0"/>
                    <a:pt x="870" y="23"/>
                    <a:pt x="839" y="65"/>
                  </a:cubicBezTo>
                  <a:lnTo>
                    <a:pt x="51" y="1183"/>
                  </a:lnTo>
                  <a:cubicBezTo>
                    <a:pt x="1" y="1253"/>
                    <a:pt x="19" y="1350"/>
                    <a:pt x="89" y="1400"/>
                  </a:cubicBezTo>
                  <a:cubicBezTo>
                    <a:pt x="115" y="1419"/>
                    <a:pt x="148" y="1429"/>
                    <a:pt x="178" y="1429"/>
                  </a:cubicBezTo>
                  <a:cubicBezTo>
                    <a:pt x="228" y="1429"/>
                    <a:pt x="275" y="1406"/>
                    <a:pt x="305" y="1361"/>
                  </a:cubicBezTo>
                  <a:lnTo>
                    <a:pt x="1092" y="244"/>
                  </a:lnTo>
                  <a:cubicBezTo>
                    <a:pt x="1142" y="174"/>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5"/>
            <p:cNvSpPr/>
            <p:nvPr/>
          </p:nvSpPr>
          <p:spPr>
            <a:xfrm>
              <a:off x="8377775" y="2439613"/>
              <a:ext cx="28550" cy="35725"/>
            </a:xfrm>
            <a:custGeom>
              <a:rect b="b" l="l" r="r" t="t"/>
              <a:pathLst>
                <a:path extrusionOk="0" h="1429" w="1142">
                  <a:moveTo>
                    <a:pt x="965" y="0"/>
                  </a:moveTo>
                  <a:cubicBezTo>
                    <a:pt x="916" y="0"/>
                    <a:pt x="868" y="23"/>
                    <a:pt x="837" y="66"/>
                  </a:cubicBezTo>
                  <a:lnTo>
                    <a:pt x="50" y="1184"/>
                  </a:lnTo>
                  <a:cubicBezTo>
                    <a:pt x="0" y="1253"/>
                    <a:pt x="17" y="1350"/>
                    <a:pt x="87" y="1400"/>
                  </a:cubicBezTo>
                  <a:cubicBezTo>
                    <a:pt x="114" y="1420"/>
                    <a:pt x="146" y="1429"/>
                    <a:pt x="177" y="1429"/>
                  </a:cubicBezTo>
                  <a:cubicBezTo>
                    <a:pt x="224" y="1429"/>
                    <a:pt x="273" y="1406"/>
                    <a:pt x="303" y="1363"/>
                  </a:cubicBezTo>
                  <a:lnTo>
                    <a:pt x="1092" y="244"/>
                  </a:lnTo>
                  <a:cubicBezTo>
                    <a:pt x="1142" y="174"/>
                    <a:pt x="1123" y="78"/>
                    <a:pt x="1053" y="28"/>
                  </a:cubicBezTo>
                  <a:cubicBezTo>
                    <a:pt x="1026" y="9"/>
                    <a:pt x="995"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5"/>
            <p:cNvSpPr/>
            <p:nvPr/>
          </p:nvSpPr>
          <p:spPr>
            <a:xfrm>
              <a:off x="8046250" y="1960163"/>
              <a:ext cx="32625" cy="41525"/>
            </a:xfrm>
            <a:custGeom>
              <a:rect b="b" l="l" r="r" t="t"/>
              <a:pathLst>
                <a:path extrusionOk="0" h="1661" w="1305">
                  <a:moveTo>
                    <a:pt x="1129" y="0"/>
                  </a:moveTo>
                  <a:cubicBezTo>
                    <a:pt x="1081" y="0"/>
                    <a:pt x="1033" y="23"/>
                    <a:pt x="1002" y="66"/>
                  </a:cubicBezTo>
                  <a:lnTo>
                    <a:pt x="49" y="1416"/>
                  </a:lnTo>
                  <a:cubicBezTo>
                    <a:pt x="0" y="1485"/>
                    <a:pt x="17" y="1582"/>
                    <a:pt x="87" y="1632"/>
                  </a:cubicBezTo>
                  <a:cubicBezTo>
                    <a:pt x="114" y="1652"/>
                    <a:pt x="146" y="1660"/>
                    <a:pt x="176" y="1660"/>
                  </a:cubicBezTo>
                  <a:cubicBezTo>
                    <a:pt x="225" y="1660"/>
                    <a:pt x="273" y="1638"/>
                    <a:pt x="303" y="1595"/>
                  </a:cubicBezTo>
                  <a:lnTo>
                    <a:pt x="1255" y="244"/>
                  </a:lnTo>
                  <a:cubicBezTo>
                    <a:pt x="1305" y="174"/>
                    <a:pt x="1288" y="77"/>
                    <a:pt x="1218" y="27"/>
                  </a:cubicBezTo>
                  <a:cubicBezTo>
                    <a:pt x="1191" y="9"/>
                    <a:pt x="1160" y="0"/>
                    <a:pt x="1129"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5"/>
            <p:cNvSpPr/>
            <p:nvPr/>
          </p:nvSpPr>
          <p:spPr>
            <a:xfrm>
              <a:off x="8041200" y="1965113"/>
              <a:ext cx="42675" cy="31575"/>
            </a:xfrm>
            <a:custGeom>
              <a:rect b="b" l="l" r="r" t="t"/>
              <a:pathLst>
                <a:path extrusionOk="0" h="1263" w="1707">
                  <a:moveTo>
                    <a:pt x="179" y="1"/>
                  </a:moveTo>
                  <a:cubicBezTo>
                    <a:pt x="130" y="1"/>
                    <a:pt x="81" y="23"/>
                    <a:pt x="51" y="66"/>
                  </a:cubicBezTo>
                  <a:cubicBezTo>
                    <a:pt x="1" y="135"/>
                    <a:pt x="19" y="232"/>
                    <a:pt x="89" y="282"/>
                  </a:cubicBezTo>
                  <a:lnTo>
                    <a:pt x="1441" y="1234"/>
                  </a:lnTo>
                  <a:cubicBezTo>
                    <a:pt x="1468" y="1254"/>
                    <a:pt x="1500" y="1262"/>
                    <a:pt x="1531" y="1262"/>
                  </a:cubicBezTo>
                  <a:cubicBezTo>
                    <a:pt x="1578" y="1262"/>
                    <a:pt x="1627" y="1239"/>
                    <a:pt x="1657" y="1197"/>
                  </a:cubicBezTo>
                  <a:cubicBezTo>
                    <a:pt x="1707" y="1127"/>
                    <a:pt x="1690" y="1029"/>
                    <a:pt x="1620" y="979"/>
                  </a:cubicBezTo>
                  <a:lnTo>
                    <a:pt x="268" y="28"/>
                  </a:lnTo>
                  <a:cubicBezTo>
                    <a:pt x="241" y="10"/>
                    <a:pt x="210" y="1"/>
                    <a:pt x="179"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2" name="Google Shape;3882;p55"/>
          <p:cNvGrpSpPr/>
          <p:nvPr/>
        </p:nvGrpSpPr>
        <p:grpSpPr>
          <a:xfrm>
            <a:off x="940603" y="1489632"/>
            <a:ext cx="745681" cy="929720"/>
            <a:chOff x="940603" y="1489632"/>
            <a:chExt cx="745681" cy="929720"/>
          </a:xfrm>
        </p:grpSpPr>
        <p:sp>
          <p:nvSpPr>
            <p:cNvPr id="3883" name="Google Shape;3883;p55"/>
            <p:cNvSpPr/>
            <p:nvPr/>
          </p:nvSpPr>
          <p:spPr>
            <a:xfrm rot="961257">
              <a:off x="1445027" y="1516007"/>
              <a:ext cx="218584" cy="195058"/>
            </a:xfrm>
            <a:custGeom>
              <a:rect b="b" l="l" r="r" t="t"/>
              <a:pathLst>
                <a:path extrusionOk="0" h="7802" w="8743">
                  <a:moveTo>
                    <a:pt x="6174" y="0"/>
                  </a:moveTo>
                  <a:cubicBezTo>
                    <a:pt x="6073" y="0"/>
                    <a:pt x="5971" y="22"/>
                    <a:pt x="5874" y="68"/>
                  </a:cubicBezTo>
                  <a:lnTo>
                    <a:pt x="365" y="3812"/>
                  </a:lnTo>
                  <a:lnTo>
                    <a:pt x="0" y="4844"/>
                  </a:lnTo>
                  <a:lnTo>
                    <a:pt x="8378" y="7801"/>
                  </a:lnTo>
                  <a:lnTo>
                    <a:pt x="8742" y="6770"/>
                  </a:lnTo>
                  <a:lnTo>
                    <a:pt x="6805" y="397"/>
                  </a:lnTo>
                  <a:cubicBezTo>
                    <a:pt x="6685" y="147"/>
                    <a:pt x="6434" y="0"/>
                    <a:pt x="6174" y="0"/>
                  </a:cubicBezTo>
                  <a:close/>
                </a:path>
              </a:pathLst>
            </a:custGeom>
            <a:solidFill>
              <a:srgbClr val="F550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5"/>
            <p:cNvSpPr/>
            <p:nvPr/>
          </p:nvSpPr>
          <p:spPr>
            <a:xfrm rot="961257">
              <a:off x="1440404" y="1549388"/>
              <a:ext cx="218559" cy="161032"/>
            </a:xfrm>
            <a:custGeom>
              <a:rect b="b" l="l" r="r" t="t"/>
              <a:pathLst>
                <a:path extrusionOk="0" h="6441" w="8742">
                  <a:moveTo>
                    <a:pt x="3970" y="1"/>
                  </a:moveTo>
                  <a:lnTo>
                    <a:pt x="363" y="2451"/>
                  </a:lnTo>
                  <a:lnTo>
                    <a:pt x="0" y="3483"/>
                  </a:lnTo>
                  <a:lnTo>
                    <a:pt x="8378" y="6440"/>
                  </a:lnTo>
                  <a:lnTo>
                    <a:pt x="8742" y="5409"/>
                  </a:lnTo>
                  <a:lnTo>
                    <a:pt x="7477" y="1252"/>
                  </a:lnTo>
                  <a:lnTo>
                    <a:pt x="4188" y="92"/>
                  </a:lnTo>
                  <a:cubicBezTo>
                    <a:pt x="4114" y="65"/>
                    <a:pt x="4041" y="32"/>
                    <a:pt x="3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5"/>
            <p:cNvSpPr/>
            <p:nvPr/>
          </p:nvSpPr>
          <p:spPr>
            <a:xfrm rot="961257">
              <a:off x="1560838" y="1527856"/>
              <a:ext cx="87729" cy="65353"/>
            </a:xfrm>
            <a:custGeom>
              <a:rect b="b" l="l" r="r" t="t"/>
              <a:pathLst>
                <a:path extrusionOk="0" h="2614" w="3509">
                  <a:moveTo>
                    <a:pt x="2205" y="0"/>
                  </a:moveTo>
                  <a:cubicBezTo>
                    <a:pt x="2104" y="0"/>
                    <a:pt x="2002" y="22"/>
                    <a:pt x="1905" y="68"/>
                  </a:cubicBezTo>
                  <a:lnTo>
                    <a:pt x="1" y="1362"/>
                  </a:lnTo>
                  <a:cubicBezTo>
                    <a:pt x="75" y="1393"/>
                    <a:pt x="146" y="1426"/>
                    <a:pt x="221" y="1453"/>
                  </a:cubicBezTo>
                  <a:lnTo>
                    <a:pt x="3509" y="2613"/>
                  </a:lnTo>
                  <a:lnTo>
                    <a:pt x="2836" y="397"/>
                  </a:lnTo>
                  <a:cubicBezTo>
                    <a:pt x="2716" y="147"/>
                    <a:pt x="2465" y="0"/>
                    <a:pt x="2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5"/>
            <p:cNvSpPr/>
            <p:nvPr/>
          </p:nvSpPr>
          <p:spPr>
            <a:xfrm rot="961257">
              <a:off x="974693" y="2165470"/>
              <a:ext cx="251735" cy="223484"/>
            </a:xfrm>
            <a:custGeom>
              <a:rect b="b" l="l" r="r" t="t"/>
              <a:pathLst>
                <a:path extrusionOk="0" h="8939" w="10069">
                  <a:moveTo>
                    <a:pt x="5034" y="1"/>
                  </a:moveTo>
                  <a:cubicBezTo>
                    <a:pt x="3193" y="1"/>
                    <a:pt x="1470" y="1148"/>
                    <a:pt x="823" y="2983"/>
                  </a:cubicBezTo>
                  <a:cubicBezTo>
                    <a:pt x="1" y="5309"/>
                    <a:pt x="1220" y="7861"/>
                    <a:pt x="3547" y="8683"/>
                  </a:cubicBezTo>
                  <a:cubicBezTo>
                    <a:pt x="4039" y="8856"/>
                    <a:pt x="4541" y="8939"/>
                    <a:pt x="5035" y="8939"/>
                  </a:cubicBezTo>
                  <a:cubicBezTo>
                    <a:pt x="6876" y="8939"/>
                    <a:pt x="8599" y="7792"/>
                    <a:pt x="9247" y="5956"/>
                  </a:cubicBezTo>
                  <a:cubicBezTo>
                    <a:pt x="10068" y="3629"/>
                    <a:pt x="8848" y="1078"/>
                    <a:pt x="6521" y="257"/>
                  </a:cubicBezTo>
                  <a:cubicBezTo>
                    <a:pt x="6029" y="83"/>
                    <a:pt x="5527" y="1"/>
                    <a:pt x="5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5"/>
            <p:cNvSpPr/>
            <p:nvPr/>
          </p:nvSpPr>
          <p:spPr>
            <a:xfrm rot="961257">
              <a:off x="997100" y="2270404"/>
              <a:ext cx="81828" cy="71303"/>
            </a:xfrm>
            <a:custGeom>
              <a:rect b="b" l="l" r="r" t="t"/>
              <a:pathLst>
                <a:path extrusionOk="0" h="2852" w="3273">
                  <a:moveTo>
                    <a:pt x="777" y="0"/>
                  </a:moveTo>
                  <a:cubicBezTo>
                    <a:pt x="703" y="0"/>
                    <a:pt x="621" y="39"/>
                    <a:pt x="522" y="129"/>
                  </a:cubicBezTo>
                  <a:cubicBezTo>
                    <a:pt x="1" y="605"/>
                    <a:pt x="78" y="1536"/>
                    <a:pt x="694" y="2214"/>
                  </a:cubicBezTo>
                  <a:cubicBezTo>
                    <a:pt x="1071" y="2629"/>
                    <a:pt x="1564" y="2851"/>
                    <a:pt x="2009" y="2851"/>
                  </a:cubicBezTo>
                  <a:cubicBezTo>
                    <a:pt x="2289" y="2851"/>
                    <a:pt x="2550" y="2763"/>
                    <a:pt x="2751" y="2581"/>
                  </a:cubicBezTo>
                  <a:cubicBezTo>
                    <a:pt x="3273" y="2105"/>
                    <a:pt x="2351" y="1942"/>
                    <a:pt x="1735" y="1266"/>
                  </a:cubicBezTo>
                  <a:cubicBezTo>
                    <a:pt x="1236" y="717"/>
                    <a:pt x="1091" y="0"/>
                    <a:pt x="777"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5"/>
            <p:cNvSpPr/>
            <p:nvPr/>
          </p:nvSpPr>
          <p:spPr>
            <a:xfrm rot="961257">
              <a:off x="1070353" y="2339587"/>
              <a:ext cx="15001" cy="13326"/>
            </a:xfrm>
            <a:custGeom>
              <a:rect b="b" l="l" r="r" t="t"/>
              <a:pathLst>
                <a:path extrusionOk="0" h="533" w="600">
                  <a:moveTo>
                    <a:pt x="298" y="1"/>
                  </a:moveTo>
                  <a:cubicBezTo>
                    <a:pt x="188" y="1"/>
                    <a:pt x="86" y="68"/>
                    <a:pt x="49" y="177"/>
                  </a:cubicBezTo>
                  <a:cubicBezTo>
                    <a:pt x="1" y="316"/>
                    <a:pt x="73" y="469"/>
                    <a:pt x="211" y="517"/>
                  </a:cubicBezTo>
                  <a:cubicBezTo>
                    <a:pt x="240" y="528"/>
                    <a:pt x="271" y="533"/>
                    <a:pt x="300" y="533"/>
                  </a:cubicBezTo>
                  <a:cubicBezTo>
                    <a:pt x="410" y="533"/>
                    <a:pt x="512" y="465"/>
                    <a:pt x="551" y="354"/>
                  </a:cubicBezTo>
                  <a:cubicBezTo>
                    <a:pt x="599" y="216"/>
                    <a:pt x="528" y="63"/>
                    <a:pt x="388" y="16"/>
                  </a:cubicBezTo>
                  <a:cubicBezTo>
                    <a:pt x="358" y="5"/>
                    <a:pt x="328" y="1"/>
                    <a:pt x="298"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5"/>
            <p:cNvSpPr/>
            <p:nvPr/>
          </p:nvSpPr>
          <p:spPr>
            <a:xfrm rot="961257">
              <a:off x="1084731" y="1579951"/>
              <a:ext cx="468419" cy="780982"/>
            </a:xfrm>
            <a:custGeom>
              <a:rect b="b" l="l" r="r" t="t"/>
              <a:pathLst>
                <a:path extrusionOk="0" h="31238" w="18736">
                  <a:moveTo>
                    <a:pt x="9931" y="0"/>
                  </a:moveTo>
                  <a:lnTo>
                    <a:pt x="0" y="28129"/>
                  </a:lnTo>
                  <a:lnTo>
                    <a:pt x="8805" y="31237"/>
                  </a:lnTo>
                  <a:lnTo>
                    <a:pt x="18735" y="3108"/>
                  </a:lnTo>
                  <a:lnTo>
                    <a:pt x="993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5"/>
            <p:cNvSpPr/>
            <p:nvPr/>
          </p:nvSpPr>
          <p:spPr>
            <a:xfrm rot="961257">
              <a:off x="1164530" y="1608102"/>
              <a:ext cx="308813" cy="724680"/>
            </a:xfrm>
            <a:custGeom>
              <a:rect b="b" l="l" r="r" t="t"/>
              <a:pathLst>
                <a:path extrusionOk="0" h="28986" w="12352">
                  <a:moveTo>
                    <a:pt x="9931" y="0"/>
                  </a:moveTo>
                  <a:lnTo>
                    <a:pt x="0" y="28131"/>
                  </a:lnTo>
                  <a:lnTo>
                    <a:pt x="2421" y="28985"/>
                  </a:lnTo>
                  <a:lnTo>
                    <a:pt x="12351" y="855"/>
                  </a:lnTo>
                  <a:lnTo>
                    <a:pt x="99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5"/>
            <p:cNvSpPr/>
            <p:nvPr/>
          </p:nvSpPr>
          <p:spPr>
            <a:xfrm rot="961257">
              <a:off x="1433143" y="1524908"/>
              <a:ext cx="226884" cy="168807"/>
            </a:xfrm>
            <a:custGeom>
              <a:rect b="b" l="l" r="r" t="t"/>
              <a:pathLst>
                <a:path extrusionOk="0" h="6752" w="9075">
                  <a:moveTo>
                    <a:pt x="4158" y="333"/>
                  </a:moveTo>
                  <a:cubicBezTo>
                    <a:pt x="4208" y="355"/>
                    <a:pt x="4258" y="376"/>
                    <a:pt x="4311" y="393"/>
                  </a:cubicBezTo>
                  <a:lnTo>
                    <a:pt x="7526" y="1528"/>
                  </a:lnTo>
                  <a:lnTo>
                    <a:pt x="8752" y="5560"/>
                  </a:lnTo>
                  <a:lnTo>
                    <a:pt x="8458" y="6399"/>
                  </a:lnTo>
                  <a:lnTo>
                    <a:pt x="372" y="3544"/>
                  </a:lnTo>
                  <a:lnTo>
                    <a:pt x="668" y="2707"/>
                  </a:lnTo>
                  <a:lnTo>
                    <a:pt x="4158" y="333"/>
                  </a:lnTo>
                  <a:close/>
                  <a:moveTo>
                    <a:pt x="4145" y="0"/>
                  </a:moveTo>
                  <a:cubicBezTo>
                    <a:pt x="4115" y="0"/>
                    <a:pt x="4084" y="9"/>
                    <a:pt x="4058" y="28"/>
                  </a:cubicBezTo>
                  <a:lnTo>
                    <a:pt x="453" y="2478"/>
                  </a:lnTo>
                  <a:cubicBezTo>
                    <a:pt x="426" y="2497"/>
                    <a:pt x="405" y="2524"/>
                    <a:pt x="393" y="2554"/>
                  </a:cubicBezTo>
                  <a:lnTo>
                    <a:pt x="29" y="3587"/>
                  </a:lnTo>
                  <a:cubicBezTo>
                    <a:pt x="0" y="3667"/>
                    <a:pt x="43" y="3757"/>
                    <a:pt x="125" y="3786"/>
                  </a:cubicBezTo>
                  <a:lnTo>
                    <a:pt x="8500" y="6743"/>
                  </a:lnTo>
                  <a:cubicBezTo>
                    <a:pt x="8519" y="6749"/>
                    <a:pt x="8535" y="6752"/>
                    <a:pt x="8552" y="6752"/>
                  </a:cubicBezTo>
                  <a:cubicBezTo>
                    <a:pt x="8573" y="6752"/>
                    <a:pt x="8598" y="6746"/>
                    <a:pt x="8622" y="6733"/>
                  </a:cubicBezTo>
                  <a:cubicBezTo>
                    <a:pt x="8658" y="6716"/>
                    <a:pt x="8686" y="6686"/>
                    <a:pt x="8700" y="6646"/>
                  </a:cubicBezTo>
                  <a:lnTo>
                    <a:pt x="9065" y="5614"/>
                  </a:lnTo>
                  <a:cubicBezTo>
                    <a:pt x="9075" y="5583"/>
                    <a:pt x="9075" y="5550"/>
                    <a:pt x="9066" y="5517"/>
                  </a:cubicBezTo>
                  <a:lnTo>
                    <a:pt x="7802" y="1361"/>
                  </a:lnTo>
                  <a:cubicBezTo>
                    <a:pt x="7787" y="1314"/>
                    <a:pt x="7752" y="1275"/>
                    <a:pt x="7706" y="1259"/>
                  </a:cubicBezTo>
                  <a:lnTo>
                    <a:pt x="4417" y="99"/>
                  </a:lnTo>
                  <a:cubicBezTo>
                    <a:pt x="4344" y="73"/>
                    <a:pt x="4277" y="43"/>
                    <a:pt x="4208" y="13"/>
                  </a:cubicBezTo>
                  <a:cubicBezTo>
                    <a:pt x="4188" y="5"/>
                    <a:pt x="4167" y="0"/>
                    <a:pt x="414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5"/>
            <p:cNvSpPr/>
            <p:nvPr/>
          </p:nvSpPr>
          <p:spPr>
            <a:xfrm rot="961257">
              <a:off x="1554032" y="1503511"/>
              <a:ext cx="95904" cy="73103"/>
            </a:xfrm>
            <a:custGeom>
              <a:rect b="b" l="l" r="r" t="t"/>
              <a:pathLst>
                <a:path extrusionOk="0" h="2924" w="3836">
                  <a:moveTo>
                    <a:pt x="2363" y="310"/>
                  </a:moveTo>
                  <a:cubicBezTo>
                    <a:pt x="2424" y="310"/>
                    <a:pt x="2486" y="320"/>
                    <a:pt x="2545" y="340"/>
                  </a:cubicBezTo>
                  <a:cubicBezTo>
                    <a:pt x="2681" y="389"/>
                    <a:pt x="2792" y="488"/>
                    <a:pt x="2845" y="596"/>
                  </a:cubicBezTo>
                  <a:lnTo>
                    <a:pt x="3430" y="2518"/>
                  </a:lnTo>
                  <a:lnTo>
                    <a:pt x="3430" y="2518"/>
                  </a:lnTo>
                  <a:lnTo>
                    <a:pt x="488" y="1481"/>
                  </a:lnTo>
                  <a:lnTo>
                    <a:pt x="2131" y="362"/>
                  </a:lnTo>
                  <a:cubicBezTo>
                    <a:pt x="2205" y="327"/>
                    <a:pt x="2284" y="310"/>
                    <a:pt x="2363" y="310"/>
                  </a:cubicBezTo>
                  <a:close/>
                  <a:moveTo>
                    <a:pt x="2373" y="1"/>
                  </a:moveTo>
                  <a:cubicBezTo>
                    <a:pt x="2242" y="1"/>
                    <a:pt x="2108" y="31"/>
                    <a:pt x="1978" y="95"/>
                  </a:cubicBezTo>
                  <a:lnTo>
                    <a:pt x="73" y="1388"/>
                  </a:lnTo>
                  <a:cubicBezTo>
                    <a:pt x="28" y="1419"/>
                    <a:pt x="0" y="1475"/>
                    <a:pt x="6" y="1531"/>
                  </a:cubicBezTo>
                  <a:cubicBezTo>
                    <a:pt x="12" y="1588"/>
                    <a:pt x="45" y="1635"/>
                    <a:pt x="98" y="1659"/>
                  </a:cubicBezTo>
                  <a:cubicBezTo>
                    <a:pt x="172" y="1693"/>
                    <a:pt x="249" y="1725"/>
                    <a:pt x="328" y="1753"/>
                  </a:cubicBezTo>
                  <a:lnTo>
                    <a:pt x="3615" y="2915"/>
                  </a:lnTo>
                  <a:cubicBezTo>
                    <a:pt x="3634" y="2919"/>
                    <a:pt x="3650" y="2924"/>
                    <a:pt x="3667" y="2924"/>
                  </a:cubicBezTo>
                  <a:cubicBezTo>
                    <a:pt x="3707" y="2924"/>
                    <a:pt x="3744" y="2908"/>
                    <a:pt x="3777" y="2879"/>
                  </a:cubicBezTo>
                  <a:cubicBezTo>
                    <a:pt x="3820" y="2839"/>
                    <a:pt x="3835" y="2777"/>
                    <a:pt x="3817" y="2722"/>
                  </a:cubicBezTo>
                  <a:lnTo>
                    <a:pt x="3135" y="483"/>
                  </a:lnTo>
                  <a:cubicBezTo>
                    <a:pt x="3037" y="278"/>
                    <a:pt x="2865" y="125"/>
                    <a:pt x="2649" y="47"/>
                  </a:cubicBezTo>
                  <a:cubicBezTo>
                    <a:pt x="2560" y="16"/>
                    <a:pt x="2467" y="1"/>
                    <a:pt x="2373"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5"/>
            <p:cNvSpPr/>
            <p:nvPr/>
          </p:nvSpPr>
          <p:spPr>
            <a:xfrm rot="961257">
              <a:off x="957569" y="2211369"/>
              <a:ext cx="239885" cy="156706"/>
            </a:xfrm>
            <a:custGeom>
              <a:rect b="b" l="l" r="r" t="t"/>
              <a:pathLst>
                <a:path extrusionOk="0" h="6268" w="9595">
                  <a:moveTo>
                    <a:pt x="996" y="0"/>
                  </a:moveTo>
                  <a:cubicBezTo>
                    <a:pt x="932" y="0"/>
                    <a:pt x="872" y="40"/>
                    <a:pt x="849" y="103"/>
                  </a:cubicBezTo>
                  <a:cubicBezTo>
                    <a:pt x="0" y="2507"/>
                    <a:pt x="1265" y="5153"/>
                    <a:pt x="3670" y="6000"/>
                  </a:cubicBezTo>
                  <a:cubicBezTo>
                    <a:pt x="4173" y="6179"/>
                    <a:pt x="4694" y="6267"/>
                    <a:pt x="5213" y="6267"/>
                  </a:cubicBezTo>
                  <a:cubicBezTo>
                    <a:pt x="5893" y="6267"/>
                    <a:pt x="6570" y="6114"/>
                    <a:pt x="7202" y="5813"/>
                  </a:cubicBezTo>
                  <a:cubicBezTo>
                    <a:pt x="8316" y="5281"/>
                    <a:pt x="9156" y="4347"/>
                    <a:pt x="9566" y="3182"/>
                  </a:cubicBezTo>
                  <a:cubicBezTo>
                    <a:pt x="9595" y="3102"/>
                    <a:pt x="9552" y="3012"/>
                    <a:pt x="9472" y="2984"/>
                  </a:cubicBezTo>
                  <a:cubicBezTo>
                    <a:pt x="9455" y="2978"/>
                    <a:pt x="9438" y="2975"/>
                    <a:pt x="9421" y="2975"/>
                  </a:cubicBezTo>
                  <a:cubicBezTo>
                    <a:pt x="9357" y="2975"/>
                    <a:pt x="9296" y="3015"/>
                    <a:pt x="9274" y="3078"/>
                  </a:cubicBezTo>
                  <a:cubicBezTo>
                    <a:pt x="8889" y="4164"/>
                    <a:pt x="8108" y="5036"/>
                    <a:pt x="7067" y="5533"/>
                  </a:cubicBezTo>
                  <a:cubicBezTo>
                    <a:pt x="6479" y="5814"/>
                    <a:pt x="5847" y="5956"/>
                    <a:pt x="5212" y="5956"/>
                  </a:cubicBezTo>
                  <a:cubicBezTo>
                    <a:pt x="4728" y="5956"/>
                    <a:pt x="4242" y="5874"/>
                    <a:pt x="3773" y="5707"/>
                  </a:cubicBezTo>
                  <a:cubicBezTo>
                    <a:pt x="1529" y="4917"/>
                    <a:pt x="350" y="2448"/>
                    <a:pt x="1142" y="206"/>
                  </a:cubicBezTo>
                  <a:cubicBezTo>
                    <a:pt x="1171" y="126"/>
                    <a:pt x="1128" y="38"/>
                    <a:pt x="1048" y="9"/>
                  </a:cubicBezTo>
                  <a:cubicBezTo>
                    <a:pt x="1031" y="3"/>
                    <a:pt x="1013" y="0"/>
                    <a:pt x="99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5"/>
            <p:cNvSpPr/>
            <p:nvPr/>
          </p:nvSpPr>
          <p:spPr>
            <a:xfrm rot="961257">
              <a:off x="1077720" y="1555541"/>
              <a:ext cx="476744" cy="788682"/>
            </a:xfrm>
            <a:custGeom>
              <a:rect b="b" l="l" r="r" t="t"/>
              <a:pathLst>
                <a:path extrusionOk="0" h="31546" w="19069">
                  <a:moveTo>
                    <a:pt x="10199" y="354"/>
                  </a:moveTo>
                  <a:lnTo>
                    <a:pt x="18711" y="3359"/>
                  </a:lnTo>
                  <a:lnTo>
                    <a:pt x="8883" y="31194"/>
                  </a:lnTo>
                  <a:lnTo>
                    <a:pt x="373" y="28191"/>
                  </a:lnTo>
                  <a:lnTo>
                    <a:pt x="10199" y="354"/>
                  </a:lnTo>
                  <a:close/>
                  <a:moveTo>
                    <a:pt x="10105" y="0"/>
                  </a:moveTo>
                  <a:cubicBezTo>
                    <a:pt x="10082" y="0"/>
                    <a:pt x="10059" y="5"/>
                    <a:pt x="10038" y="16"/>
                  </a:cubicBezTo>
                  <a:cubicBezTo>
                    <a:pt x="10002" y="33"/>
                    <a:pt x="9974" y="64"/>
                    <a:pt x="9959" y="103"/>
                  </a:cubicBezTo>
                  <a:lnTo>
                    <a:pt x="29" y="28231"/>
                  </a:lnTo>
                  <a:cubicBezTo>
                    <a:pt x="0" y="28312"/>
                    <a:pt x="43" y="28401"/>
                    <a:pt x="123" y="28429"/>
                  </a:cubicBezTo>
                  <a:lnTo>
                    <a:pt x="8926" y="31537"/>
                  </a:lnTo>
                  <a:cubicBezTo>
                    <a:pt x="8945" y="31543"/>
                    <a:pt x="8961" y="31546"/>
                    <a:pt x="8978" y="31546"/>
                  </a:cubicBezTo>
                  <a:cubicBezTo>
                    <a:pt x="9041" y="31546"/>
                    <a:pt x="9102" y="31507"/>
                    <a:pt x="9125" y="31441"/>
                  </a:cubicBezTo>
                  <a:lnTo>
                    <a:pt x="19055" y="3312"/>
                  </a:lnTo>
                  <a:cubicBezTo>
                    <a:pt x="19068" y="3275"/>
                    <a:pt x="19065" y="3232"/>
                    <a:pt x="19048" y="3195"/>
                  </a:cubicBezTo>
                  <a:cubicBezTo>
                    <a:pt x="19030" y="3159"/>
                    <a:pt x="19000" y="3131"/>
                    <a:pt x="18961" y="3116"/>
                  </a:cubicBezTo>
                  <a:lnTo>
                    <a:pt x="10157" y="9"/>
                  </a:lnTo>
                  <a:cubicBezTo>
                    <a:pt x="10140" y="3"/>
                    <a:pt x="10122" y="0"/>
                    <a:pt x="1010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5"/>
            <p:cNvSpPr/>
            <p:nvPr/>
          </p:nvSpPr>
          <p:spPr>
            <a:xfrm rot="961257">
              <a:off x="1157894" y="1583823"/>
              <a:ext cx="316763" cy="732355"/>
            </a:xfrm>
            <a:custGeom>
              <a:rect b="b" l="l" r="r" t="t"/>
              <a:pathLst>
                <a:path extrusionOk="0" h="29293" w="12670">
                  <a:moveTo>
                    <a:pt x="10182" y="350"/>
                  </a:moveTo>
                  <a:lnTo>
                    <a:pt x="12311" y="1102"/>
                  </a:lnTo>
                  <a:lnTo>
                    <a:pt x="2483" y="28937"/>
                  </a:lnTo>
                  <a:lnTo>
                    <a:pt x="354" y="28186"/>
                  </a:lnTo>
                  <a:lnTo>
                    <a:pt x="10182" y="350"/>
                  </a:lnTo>
                  <a:close/>
                  <a:moveTo>
                    <a:pt x="10088" y="0"/>
                  </a:moveTo>
                  <a:cubicBezTo>
                    <a:pt x="10065" y="0"/>
                    <a:pt x="10042" y="5"/>
                    <a:pt x="10020" y="16"/>
                  </a:cubicBezTo>
                  <a:cubicBezTo>
                    <a:pt x="9985" y="33"/>
                    <a:pt x="9956" y="64"/>
                    <a:pt x="9942" y="103"/>
                  </a:cubicBezTo>
                  <a:lnTo>
                    <a:pt x="12" y="28231"/>
                  </a:lnTo>
                  <a:cubicBezTo>
                    <a:pt x="0" y="28271"/>
                    <a:pt x="2" y="28314"/>
                    <a:pt x="19" y="28351"/>
                  </a:cubicBezTo>
                  <a:cubicBezTo>
                    <a:pt x="37" y="28386"/>
                    <a:pt x="67" y="28415"/>
                    <a:pt x="107" y="28429"/>
                  </a:cubicBezTo>
                  <a:lnTo>
                    <a:pt x="2526" y="29284"/>
                  </a:lnTo>
                  <a:cubicBezTo>
                    <a:pt x="2545" y="29288"/>
                    <a:pt x="2561" y="29292"/>
                    <a:pt x="2579" y="29292"/>
                  </a:cubicBezTo>
                  <a:cubicBezTo>
                    <a:pt x="2643" y="29292"/>
                    <a:pt x="2702" y="29251"/>
                    <a:pt x="2726" y="29188"/>
                  </a:cubicBezTo>
                  <a:lnTo>
                    <a:pt x="12657" y="1060"/>
                  </a:lnTo>
                  <a:cubicBezTo>
                    <a:pt x="12670" y="1023"/>
                    <a:pt x="12668" y="980"/>
                    <a:pt x="12650" y="943"/>
                  </a:cubicBezTo>
                  <a:cubicBezTo>
                    <a:pt x="12632" y="907"/>
                    <a:pt x="12602" y="879"/>
                    <a:pt x="12562" y="864"/>
                  </a:cubicBezTo>
                  <a:lnTo>
                    <a:pt x="10141" y="8"/>
                  </a:lnTo>
                  <a:cubicBezTo>
                    <a:pt x="10123" y="3"/>
                    <a:pt x="10105" y="0"/>
                    <a:pt x="1008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6" name="Google Shape;3896;p55"/>
          <p:cNvGrpSpPr/>
          <p:nvPr/>
        </p:nvGrpSpPr>
        <p:grpSpPr>
          <a:xfrm>
            <a:off x="1710775" y="296727"/>
            <a:ext cx="1773158" cy="818659"/>
            <a:chOff x="1710775" y="296727"/>
            <a:chExt cx="1773158" cy="818659"/>
          </a:xfrm>
        </p:grpSpPr>
        <p:sp>
          <p:nvSpPr>
            <p:cNvPr id="3897" name="Google Shape;3897;p55"/>
            <p:cNvSpPr/>
            <p:nvPr/>
          </p:nvSpPr>
          <p:spPr>
            <a:xfrm rot="-4056294">
              <a:off x="2355100" y="1046876"/>
              <a:ext cx="26276" cy="28326"/>
            </a:xfrm>
            <a:custGeom>
              <a:rect b="b" l="l" r="r" t="t"/>
              <a:pathLst>
                <a:path extrusionOk="0" h="1133" w="1051">
                  <a:moveTo>
                    <a:pt x="249" y="0"/>
                  </a:moveTo>
                  <a:cubicBezTo>
                    <a:pt x="202" y="0"/>
                    <a:pt x="154" y="15"/>
                    <a:pt x="114" y="46"/>
                  </a:cubicBezTo>
                  <a:cubicBezTo>
                    <a:pt x="19" y="121"/>
                    <a:pt x="1" y="260"/>
                    <a:pt x="76" y="356"/>
                  </a:cubicBezTo>
                  <a:cubicBezTo>
                    <a:pt x="257" y="590"/>
                    <a:pt x="442" y="823"/>
                    <a:pt x="630" y="1051"/>
                  </a:cubicBezTo>
                  <a:cubicBezTo>
                    <a:pt x="674" y="1104"/>
                    <a:pt x="737" y="1132"/>
                    <a:pt x="802" y="1132"/>
                  </a:cubicBezTo>
                  <a:cubicBezTo>
                    <a:pt x="852" y="1132"/>
                    <a:pt x="901" y="1117"/>
                    <a:pt x="942" y="1083"/>
                  </a:cubicBezTo>
                  <a:cubicBezTo>
                    <a:pt x="1036" y="1005"/>
                    <a:pt x="1050" y="867"/>
                    <a:pt x="974" y="771"/>
                  </a:cubicBezTo>
                  <a:cubicBezTo>
                    <a:pt x="788" y="544"/>
                    <a:pt x="605" y="315"/>
                    <a:pt x="425" y="86"/>
                  </a:cubicBezTo>
                  <a:cubicBezTo>
                    <a:pt x="381" y="29"/>
                    <a:pt x="316" y="0"/>
                    <a:pt x="249"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5"/>
            <p:cNvSpPr/>
            <p:nvPr/>
          </p:nvSpPr>
          <p:spPr>
            <a:xfrm rot="-4056294">
              <a:off x="3194740" y="332828"/>
              <a:ext cx="28526" cy="26051"/>
            </a:xfrm>
            <a:custGeom>
              <a:rect b="b" l="l" r="r" t="t"/>
              <a:pathLst>
                <a:path extrusionOk="0" h="1042" w="1141">
                  <a:moveTo>
                    <a:pt x="245" y="0"/>
                  </a:moveTo>
                  <a:cubicBezTo>
                    <a:pt x="184" y="0"/>
                    <a:pt x="123" y="26"/>
                    <a:pt x="80" y="76"/>
                  </a:cubicBezTo>
                  <a:cubicBezTo>
                    <a:pt x="0" y="168"/>
                    <a:pt x="9" y="308"/>
                    <a:pt x="101" y="388"/>
                  </a:cubicBezTo>
                  <a:cubicBezTo>
                    <a:pt x="321" y="579"/>
                    <a:pt x="533" y="778"/>
                    <a:pt x="743" y="980"/>
                  </a:cubicBezTo>
                  <a:cubicBezTo>
                    <a:pt x="786" y="1023"/>
                    <a:pt x="842" y="1041"/>
                    <a:pt x="896" y="1041"/>
                  </a:cubicBezTo>
                  <a:cubicBezTo>
                    <a:pt x="953" y="1041"/>
                    <a:pt x="1013" y="1019"/>
                    <a:pt x="1055" y="975"/>
                  </a:cubicBezTo>
                  <a:cubicBezTo>
                    <a:pt x="1140" y="888"/>
                    <a:pt x="1137" y="748"/>
                    <a:pt x="1051" y="663"/>
                  </a:cubicBezTo>
                  <a:cubicBezTo>
                    <a:pt x="837" y="456"/>
                    <a:pt x="617" y="252"/>
                    <a:pt x="392" y="54"/>
                  </a:cubicBezTo>
                  <a:cubicBezTo>
                    <a:pt x="349" y="18"/>
                    <a:pt x="297" y="0"/>
                    <a:pt x="245"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5"/>
            <p:cNvSpPr/>
            <p:nvPr/>
          </p:nvSpPr>
          <p:spPr>
            <a:xfrm rot="-4056294">
              <a:off x="2417607" y="1026659"/>
              <a:ext cx="27226" cy="27376"/>
            </a:xfrm>
            <a:custGeom>
              <a:rect b="b" l="l" r="r" t="t"/>
              <a:pathLst>
                <a:path extrusionOk="0" h="1095" w="1089">
                  <a:moveTo>
                    <a:pt x="245" y="1"/>
                  </a:moveTo>
                  <a:cubicBezTo>
                    <a:pt x="193" y="1"/>
                    <a:pt x="141" y="19"/>
                    <a:pt x="100" y="56"/>
                  </a:cubicBezTo>
                  <a:cubicBezTo>
                    <a:pt x="9" y="139"/>
                    <a:pt x="1" y="279"/>
                    <a:pt x="82" y="368"/>
                  </a:cubicBezTo>
                  <a:cubicBezTo>
                    <a:pt x="280" y="591"/>
                    <a:pt x="480" y="808"/>
                    <a:pt x="683" y="1025"/>
                  </a:cubicBezTo>
                  <a:cubicBezTo>
                    <a:pt x="725" y="1070"/>
                    <a:pt x="785" y="1094"/>
                    <a:pt x="845" y="1094"/>
                  </a:cubicBezTo>
                  <a:cubicBezTo>
                    <a:pt x="898" y="1094"/>
                    <a:pt x="952" y="1075"/>
                    <a:pt x="995" y="1033"/>
                  </a:cubicBezTo>
                  <a:cubicBezTo>
                    <a:pt x="1083" y="950"/>
                    <a:pt x="1088" y="811"/>
                    <a:pt x="1005" y="721"/>
                  </a:cubicBezTo>
                  <a:cubicBezTo>
                    <a:pt x="806" y="509"/>
                    <a:pt x="608" y="293"/>
                    <a:pt x="412" y="75"/>
                  </a:cubicBezTo>
                  <a:cubicBezTo>
                    <a:pt x="368" y="26"/>
                    <a:pt x="306" y="1"/>
                    <a:pt x="245"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5"/>
            <p:cNvSpPr/>
            <p:nvPr/>
          </p:nvSpPr>
          <p:spPr>
            <a:xfrm rot="-4056294">
              <a:off x="2837789" y="723654"/>
              <a:ext cx="33626" cy="16875"/>
            </a:xfrm>
            <a:custGeom>
              <a:rect b="b" l="l" r="r" t="t"/>
              <a:pathLst>
                <a:path extrusionOk="0" h="675" w="1345">
                  <a:moveTo>
                    <a:pt x="247" y="0"/>
                  </a:moveTo>
                  <a:cubicBezTo>
                    <a:pt x="150" y="0"/>
                    <a:pt x="62" y="65"/>
                    <a:pt x="34" y="162"/>
                  </a:cubicBezTo>
                  <a:cubicBezTo>
                    <a:pt x="0" y="278"/>
                    <a:pt x="70" y="400"/>
                    <a:pt x="187" y="434"/>
                  </a:cubicBezTo>
                  <a:cubicBezTo>
                    <a:pt x="472" y="514"/>
                    <a:pt x="758" y="592"/>
                    <a:pt x="1045" y="667"/>
                  </a:cubicBezTo>
                  <a:cubicBezTo>
                    <a:pt x="1062" y="673"/>
                    <a:pt x="1082" y="674"/>
                    <a:pt x="1099" y="674"/>
                  </a:cubicBezTo>
                  <a:cubicBezTo>
                    <a:pt x="1199" y="674"/>
                    <a:pt x="1288" y="609"/>
                    <a:pt x="1315" y="510"/>
                  </a:cubicBezTo>
                  <a:cubicBezTo>
                    <a:pt x="1345" y="392"/>
                    <a:pt x="1274" y="271"/>
                    <a:pt x="1156" y="240"/>
                  </a:cubicBezTo>
                  <a:cubicBezTo>
                    <a:pt x="872" y="165"/>
                    <a:pt x="589" y="88"/>
                    <a:pt x="308" y="9"/>
                  </a:cubicBezTo>
                  <a:cubicBezTo>
                    <a:pt x="287" y="3"/>
                    <a:pt x="267" y="0"/>
                    <a:pt x="247"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5"/>
            <p:cNvSpPr/>
            <p:nvPr/>
          </p:nvSpPr>
          <p:spPr>
            <a:xfrm rot="-4056294">
              <a:off x="2649320" y="905097"/>
              <a:ext cx="31476" cy="22676"/>
            </a:xfrm>
            <a:custGeom>
              <a:rect b="b" l="l" r="r" t="t"/>
              <a:pathLst>
                <a:path extrusionOk="0" h="907" w="1259">
                  <a:moveTo>
                    <a:pt x="253" y="0"/>
                  </a:moveTo>
                  <a:cubicBezTo>
                    <a:pt x="180" y="0"/>
                    <a:pt x="109" y="36"/>
                    <a:pt x="67" y="101"/>
                  </a:cubicBezTo>
                  <a:cubicBezTo>
                    <a:pt x="0" y="205"/>
                    <a:pt x="31" y="341"/>
                    <a:pt x="134" y="406"/>
                  </a:cubicBezTo>
                  <a:cubicBezTo>
                    <a:pt x="383" y="567"/>
                    <a:pt x="637" y="723"/>
                    <a:pt x="891" y="874"/>
                  </a:cubicBezTo>
                  <a:cubicBezTo>
                    <a:pt x="926" y="896"/>
                    <a:pt x="965" y="907"/>
                    <a:pt x="1004" y="907"/>
                  </a:cubicBezTo>
                  <a:cubicBezTo>
                    <a:pt x="1078" y="907"/>
                    <a:pt x="1152" y="869"/>
                    <a:pt x="1194" y="801"/>
                  </a:cubicBezTo>
                  <a:cubicBezTo>
                    <a:pt x="1258" y="696"/>
                    <a:pt x="1224" y="561"/>
                    <a:pt x="1119" y="497"/>
                  </a:cubicBezTo>
                  <a:cubicBezTo>
                    <a:pt x="868" y="347"/>
                    <a:pt x="620" y="191"/>
                    <a:pt x="372" y="35"/>
                  </a:cubicBezTo>
                  <a:cubicBezTo>
                    <a:pt x="335" y="11"/>
                    <a:pt x="293" y="0"/>
                    <a:pt x="25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5"/>
            <p:cNvSpPr/>
            <p:nvPr/>
          </p:nvSpPr>
          <p:spPr>
            <a:xfrm rot="-4056294">
              <a:off x="2594720" y="941346"/>
              <a:ext cx="30501" cy="24051"/>
            </a:xfrm>
            <a:custGeom>
              <a:rect b="b" l="l" r="r" t="t"/>
              <a:pathLst>
                <a:path extrusionOk="0" h="962" w="1220">
                  <a:moveTo>
                    <a:pt x="252" y="1"/>
                  </a:moveTo>
                  <a:cubicBezTo>
                    <a:pt x="185" y="1"/>
                    <a:pt x="118" y="32"/>
                    <a:pt x="75" y="90"/>
                  </a:cubicBezTo>
                  <a:cubicBezTo>
                    <a:pt x="1" y="188"/>
                    <a:pt x="22" y="327"/>
                    <a:pt x="120" y="398"/>
                  </a:cubicBezTo>
                  <a:cubicBezTo>
                    <a:pt x="360" y="574"/>
                    <a:pt x="599" y="748"/>
                    <a:pt x="842" y="920"/>
                  </a:cubicBezTo>
                  <a:cubicBezTo>
                    <a:pt x="880" y="945"/>
                    <a:pt x="926" y="961"/>
                    <a:pt x="970" y="961"/>
                  </a:cubicBezTo>
                  <a:cubicBezTo>
                    <a:pt x="1039" y="961"/>
                    <a:pt x="1107" y="927"/>
                    <a:pt x="1150" y="866"/>
                  </a:cubicBezTo>
                  <a:cubicBezTo>
                    <a:pt x="1219" y="767"/>
                    <a:pt x="1196" y="629"/>
                    <a:pt x="1097" y="558"/>
                  </a:cubicBezTo>
                  <a:cubicBezTo>
                    <a:pt x="856" y="390"/>
                    <a:pt x="618" y="218"/>
                    <a:pt x="382" y="44"/>
                  </a:cubicBezTo>
                  <a:cubicBezTo>
                    <a:pt x="343" y="15"/>
                    <a:pt x="298" y="1"/>
                    <a:pt x="252"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5"/>
            <p:cNvSpPr/>
            <p:nvPr/>
          </p:nvSpPr>
          <p:spPr>
            <a:xfrm rot="-4056294">
              <a:off x="2537693" y="973788"/>
              <a:ext cx="29451" cy="25251"/>
            </a:xfrm>
            <a:custGeom>
              <a:rect b="b" l="l" r="r" t="t"/>
              <a:pathLst>
                <a:path extrusionOk="0" h="1010" w="1178">
                  <a:moveTo>
                    <a:pt x="249" y="1"/>
                  </a:moveTo>
                  <a:cubicBezTo>
                    <a:pt x="186" y="1"/>
                    <a:pt x="124" y="27"/>
                    <a:pt x="79" y="77"/>
                  </a:cubicBezTo>
                  <a:cubicBezTo>
                    <a:pt x="0" y="170"/>
                    <a:pt x="13" y="310"/>
                    <a:pt x="105" y="391"/>
                  </a:cubicBezTo>
                  <a:cubicBezTo>
                    <a:pt x="330" y="582"/>
                    <a:pt x="559" y="774"/>
                    <a:pt x="791" y="959"/>
                  </a:cubicBezTo>
                  <a:cubicBezTo>
                    <a:pt x="831" y="993"/>
                    <a:pt x="881" y="1009"/>
                    <a:pt x="929" y="1009"/>
                  </a:cubicBezTo>
                  <a:cubicBezTo>
                    <a:pt x="993" y="1009"/>
                    <a:pt x="1057" y="981"/>
                    <a:pt x="1100" y="927"/>
                  </a:cubicBezTo>
                  <a:cubicBezTo>
                    <a:pt x="1177" y="832"/>
                    <a:pt x="1163" y="693"/>
                    <a:pt x="1068" y="618"/>
                  </a:cubicBezTo>
                  <a:cubicBezTo>
                    <a:pt x="841" y="430"/>
                    <a:pt x="615" y="245"/>
                    <a:pt x="391" y="53"/>
                  </a:cubicBezTo>
                  <a:cubicBezTo>
                    <a:pt x="350" y="18"/>
                    <a:pt x="299" y="1"/>
                    <a:pt x="249"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5"/>
            <p:cNvSpPr/>
            <p:nvPr/>
          </p:nvSpPr>
          <p:spPr>
            <a:xfrm rot="-4056294">
              <a:off x="2478655" y="1002259"/>
              <a:ext cx="28201" cy="26326"/>
            </a:xfrm>
            <a:custGeom>
              <a:rect b="b" l="l" r="r" t="t"/>
              <a:pathLst>
                <a:path extrusionOk="0" h="1053" w="1128">
                  <a:moveTo>
                    <a:pt x="243" y="1"/>
                  </a:moveTo>
                  <a:cubicBezTo>
                    <a:pt x="185" y="1"/>
                    <a:pt x="128" y="23"/>
                    <a:pt x="85" y="67"/>
                  </a:cubicBezTo>
                  <a:cubicBezTo>
                    <a:pt x="0" y="153"/>
                    <a:pt x="1" y="294"/>
                    <a:pt x="89" y="379"/>
                  </a:cubicBezTo>
                  <a:cubicBezTo>
                    <a:pt x="302" y="586"/>
                    <a:pt x="516" y="790"/>
                    <a:pt x="732" y="993"/>
                  </a:cubicBezTo>
                  <a:cubicBezTo>
                    <a:pt x="774" y="1031"/>
                    <a:pt x="830" y="1052"/>
                    <a:pt x="884" y="1052"/>
                  </a:cubicBezTo>
                  <a:cubicBezTo>
                    <a:pt x="942" y="1052"/>
                    <a:pt x="1001" y="1030"/>
                    <a:pt x="1044" y="981"/>
                  </a:cubicBezTo>
                  <a:cubicBezTo>
                    <a:pt x="1127" y="893"/>
                    <a:pt x="1122" y="753"/>
                    <a:pt x="1034" y="669"/>
                  </a:cubicBezTo>
                  <a:cubicBezTo>
                    <a:pt x="821" y="469"/>
                    <a:pt x="608" y="267"/>
                    <a:pt x="397" y="64"/>
                  </a:cubicBezTo>
                  <a:cubicBezTo>
                    <a:pt x="354" y="22"/>
                    <a:pt x="299" y="1"/>
                    <a:pt x="24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5"/>
            <p:cNvSpPr/>
            <p:nvPr/>
          </p:nvSpPr>
          <p:spPr>
            <a:xfrm rot="-4056294">
              <a:off x="2701338" y="864970"/>
              <a:ext cx="32226" cy="21400"/>
            </a:xfrm>
            <a:custGeom>
              <a:rect b="b" l="l" r="r" t="t"/>
              <a:pathLst>
                <a:path extrusionOk="0" h="856" w="1289">
                  <a:moveTo>
                    <a:pt x="255" y="1"/>
                  </a:moveTo>
                  <a:cubicBezTo>
                    <a:pt x="176" y="1"/>
                    <a:pt x="99" y="43"/>
                    <a:pt x="59" y="118"/>
                  </a:cubicBezTo>
                  <a:cubicBezTo>
                    <a:pt x="1" y="226"/>
                    <a:pt x="41" y="359"/>
                    <a:pt x="150" y="417"/>
                  </a:cubicBezTo>
                  <a:cubicBezTo>
                    <a:pt x="409" y="558"/>
                    <a:pt x="675" y="695"/>
                    <a:pt x="938" y="830"/>
                  </a:cubicBezTo>
                  <a:cubicBezTo>
                    <a:pt x="970" y="847"/>
                    <a:pt x="1004" y="855"/>
                    <a:pt x="1039" y="855"/>
                  </a:cubicBezTo>
                  <a:cubicBezTo>
                    <a:pt x="1118" y="855"/>
                    <a:pt x="1196" y="811"/>
                    <a:pt x="1236" y="735"/>
                  </a:cubicBezTo>
                  <a:cubicBezTo>
                    <a:pt x="1289" y="623"/>
                    <a:pt x="1245" y="490"/>
                    <a:pt x="1137" y="436"/>
                  </a:cubicBezTo>
                  <a:cubicBezTo>
                    <a:pt x="876" y="302"/>
                    <a:pt x="615" y="166"/>
                    <a:pt x="358" y="27"/>
                  </a:cubicBezTo>
                  <a:cubicBezTo>
                    <a:pt x="326" y="9"/>
                    <a:pt x="290" y="1"/>
                    <a:pt x="255"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5"/>
            <p:cNvSpPr/>
            <p:nvPr/>
          </p:nvSpPr>
          <p:spPr>
            <a:xfrm rot="-4056294">
              <a:off x="2795765" y="774156"/>
              <a:ext cx="33351" cy="18350"/>
            </a:xfrm>
            <a:custGeom>
              <a:rect b="b" l="l" r="r" t="t"/>
              <a:pathLst>
                <a:path extrusionOk="0" h="734" w="1334">
                  <a:moveTo>
                    <a:pt x="250" y="1"/>
                  </a:moveTo>
                  <a:cubicBezTo>
                    <a:pt x="160" y="1"/>
                    <a:pt x="75" y="57"/>
                    <a:pt x="42" y="148"/>
                  </a:cubicBezTo>
                  <a:cubicBezTo>
                    <a:pt x="1" y="263"/>
                    <a:pt x="61" y="389"/>
                    <a:pt x="175" y="431"/>
                  </a:cubicBezTo>
                  <a:cubicBezTo>
                    <a:pt x="453" y="532"/>
                    <a:pt x="736" y="630"/>
                    <a:pt x="1015" y="723"/>
                  </a:cubicBezTo>
                  <a:cubicBezTo>
                    <a:pt x="1039" y="730"/>
                    <a:pt x="1062" y="733"/>
                    <a:pt x="1084" y="733"/>
                  </a:cubicBezTo>
                  <a:cubicBezTo>
                    <a:pt x="1177" y="733"/>
                    <a:pt x="1263" y="675"/>
                    <a:pt x="1294" y="583"/>
                  </a:cubicBezTo>
                  <a:cubicBezTo>
                    <a:pt x="1334" y="468"/>
                    <a:pt x="1273" y="342"/>
                    <a:pt x="1155" y="304"/>
                  </a:cubicBezTo>
                  <a:cubicBezTo>
                    <a:pt x="877" y="211"/>
                    <a:pt x="601" y="115"/>
                    <a:pt x="326" y="14"/>
                  </a:cubicBezTo>
                  <a:cubicBezTo>
                    <a:pt x="301" y="5"/>
                    <a:pt x="275" y="1"/>
                    <a:pt x="25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5"/>
            <p:cNvSpPr/>
            <p:nvPr/>
          </p:nvSpPr>
          <p:spPr>
            <a:xfrm rot="-4056294">
              <a:off x="3325641" y="297268"/>
              <a:ext cx="21976" cy="31076"/>
            </a:xfrm>
            <a:custGeom>
              <a:rect b="b" l="l" r="r" t="t"/>
              <a:pathLst>
                <a:path extrusionOk="0" h="1243" w="879">
                  <a:moveTo>
                    <a:pt x="250" y="1"/>
                  </a:moveTo>
                  <a:cubicBezTo>
                    <a:pt x="217" y="1"/>
                    <a:pt x="183" y="8"/>
                    <a:pt x="151" y="24"/>
                  </a:cubicBezTo>
                  <a:cubicBezTo>
                    <a:pt x="43" y="81"/>
                    <a:pt x="1" y="214"/>
                    <a:pt x="56" y="322"/>
                  </a:cubicBezTo>
                  <a:cubicBezTo>
                    <a:pt x="189" y="581"/>
                    <a:pt x="313" y="845"/>
                    <a:pt x="423" y="1107"/>
                  </a:cubicBezTo>
                  <a:cubicBezTo>
                    <a:pt x="459" y="1192"/>
                    <a:pt x="540" y="1242"/>
                    <a:pt x="626" y="1242"/>
                  </a:cubicBezTo>
                  <a:cubicBezTo>
                    <a:pt x="654" y="1242"/>
                    <a:pt x="686" y="1236"/>
                    <a:pt x="714" y="1225"/>
                  </a:cubicBezTo>
                  <a:cubicBezTo>
                    <a:pt x="825" y="1177"/>
                    <a:pt x="878" y="1048"/>
                    <a:pt x="832" y="936"/>
                  </a:cubicBezTo>
                  <a:cubicBezTo>
                    <a:pt x="717" y="665"/>
                    <a:pt x="589" y="390"/>
                    <a:pt x="449" y="120"/>
                  </a:cubicBezTo>
                  <a:cubicBezTo>
                    <a:pt x="409" y="44"/>
                    <a:pt x="331" y="1"/>
                    <a:pt x="25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5"/>
            <p:cNvSpPr/>
            <p:nvPr/>
          </p:nvSpPr>
          <p:spPr>
            <a:xfrm rot="-4056294">
              <a:off x="3394551" y="301665"/>
              <a:ext cx="15925" cy="32826"/>
            </a:xfrm>
            <a:custGeom>
              <a:rect b="b" l="l" r="r" t="t"/>
              <a:pathLst>
                <a:path extrusionOk="0" h="1313" w="637">
                  <a:moveTo>
                    <a:pt x="245" y="1"/>
                  </a:moveTo>
                  <a:cubicBezTo>
                    <a:pt x="229" y="1"/>
                    <a:pt x="212" y="3"/>
                    <a:pt x="195" y="7"/>
                  </a:cubicBezTo>
                  <a:cubicBezTo>
                    <a:pt x="76" y="32"/>
                    <a:pt x="1" y="151"/>
                    <a:pt x="28" y="272"/>
                  </a:cubicBezTo>
                  <a:cubicBezTo>
                    <a:pt x="92" y="554"/>
                    <a:pt x="146" y="839"/>
                    <a:pt x="182" y="1121"/>
                  </a:cubicBezTo>
                  <a:cubicBezTo>
                    <a:pt x="197" y="1233"/>
                    <a:pt x="292" y="1313"/>
                    <a:pt x="401" y="1313"/>
                  </a:cubicBezTo>
                  <a:cubicBezTo>
                    <a:pt x="411" y="1313"/>
                    <a:pt x="422" y="1311"/>
                    <a:pt x="431" y="1311"/>
                  </a:cubicBezTo>
                  <a:cubicBezTo>
                    <a:pt x="551" y="1296"/>
                    <a:pt x="636" y="1184"/>
                    <a:pt x="621" y="1060"/>
                  </a:cubicBezTo>
                  <a:cubicBezTo>
                    <a:pt x="581" y="765"/>
                    <a:pt x="526" y="468"/>
                    <a:pt x="459" y="173"/>
                  </a:cubicBezTo>
                  <a:cubicBezTo>
                    <a:pt x="436" y="70"/>
                    <a:pt x="345" y="1"/>
                    <a:pt x="245"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5"/>
            <p:cNvSpPr/>
            <p:nvPr/>
          </p:nvSpPr>
          <p:spPr>
            <a:xfrm rot="-4056294">
              <a:off x="3082239" y="408133"/>
              <a:ext cx="32501" cy="20825"/>
            </a:xfrm>
            <a:custGeom>
              <a:rect b="b" l="l" r="r" t="t"/>
              <a:pathLst>
                <a:path extrusionOk="0" h="833" w="1300">
                  <a:moveTo>
                    <a:pt x="253" y="0"/>
                  </a:moveTo>
                  <a:cubicBezTo>
                    <a:pt x="170" y="0"/>
                    <a:pt x="90" y="47"/>
                    <a:pt x="52" y="127"/>
                  </a:cubicBezTo>
                  <a:cubicBezTo>
                    <a:pt x="1" y="239"/>
                    <a:pt x="49" y="370"/>
                    <a:pt x="158" y="421"/>
                  </a:cubicBezTo>
                  <a:cubicBezTo>
                    <a:pt x="420" y="544"/>
                    <a:pt x="683" y="673"/>
                    <a:pt x="942" y="808"/>
                  </a:cubicBezTo>
                  <a:cubicBezTo>
                    <a:pt x="976" y="825"/>
                    <a:pt x="1009" y="832"/>
                    <a:pt x="1044" y="832"/>
                  </a:cubicBezTo>
                  <a:cubicBezTo>
                    <a:pt x="1125" y="832"/>
                    <a:pt x="1200" y="790"/>
                    <a:pt x="1242" y="713"/>
                  </a:cubicBezTo>
                  <a:cubicBezTo>
                    <a:pt x="1300" y="605"/>
                    <a:pt x="1257" y="473"/>
                    <a:pt x="1149" y="417"/>
                  </a:cubicBezTo>
                  <a:cubicBezTo>
                    <a:pt x="884" y="278"/>
                    <a:pt x="616" y="146"/>
                    <a:pt x="347" y="21"/>
                  </a:cubicBezTo>
                  <a:cubicBezTo>
                    <a:pt x="316" y="7"/>
                    <a:pt x="285" y="0"/>
                    <a:pt x="25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5"/>
            <p:cNvSpPr/>
            <p:nvPr/>
          </p:nvSpPr>
          <p:spPr>
            <a:xfrm rot="-4056294">
              <a:off x="3258312" y="308773"/>
              <a:ext cx="25926" cy="28676"/>
            </a:xfrm>
            <a:custGeom>
              <a:rect b="b" l="l" r="r" t="t"/>
              <a:pathLst>
                <a:path extrusionOk="0" h="1147" w="1037">
                  <a:moveTo>
                    <a:pt x="249" y="0"/>
                  </a:moveTo>
                  <a:cubicBezTo>
                    <a:pt x="200" y="0"/>
                    <a:pt x="150" y="17"/>
                    <a:pt x="109" y="51"/>
                  </a:cubicBezTo>
                  <a:cubicBezTo>
                    <a:pt x="14" y="127"/>
                    <a:pt x="0" y="268"/>
                    <a:pt x="78" y="361"/>
                  </a:cubicBezTo>
                  <a:cubicBezTo>
                    <a:pt x="263" y="588"/>
                    <a:pt x="437" y="818"/>
                    <a:pt x="606" y="1055"/>
                  </a:cubicBezTo>
                  <a:cubicBezTo>
                    <a:pt x="648" y="1114"/>
                    <a:pt x="718" y="1147"/>
                    <a:pt x="787" y="1147"/>
                  </a:cubicBezTo>
                  <a:cubicBezTo>
                    <a:pt x="831" y="1147"/>
                    <a:pt x="875" y="1134"/>
                    <a:pt x="915" y="1106"/>
                  </a:cubicBezTo>
                  <a:cubicBezTo>
                    <a:pt x="1014" y="1035"/>
                    <a:pt x="1037" y="896"/>
                    <a:pt x="966" y="797"/>
                  </a:cubicBezTo>
                  <a:cubicBezTo>
                    <a:pt x="792" y="554"/>
                    <a:pt x="611" y="317"/>
                    <a:pt x="420" y="82"/>
                  </a:cubicBezTo>
                  <a:cubicBezTo>
                    <a:pt x="377" y="28"/>
                    <a:pt x="313" y="0"/>
                    <a:pt x="249"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5"/>
            <p:cNvSpPr/>
            <p:nvPr/>
          </p:nvSpPr>
          <p:spPr>
            <a:xfrm rot="-4056294">
              <a:off x="3135653" y="366484"/>
              <a:ext cx="30951" cy="23501"/>
            </a:xfrm>
            <a:custGeom>
              <a:rect b="b" l="l" r="r" t="t"/>
              <a:pathLst>
                <a:path extrusionOk="0" h="940" w="1238">
                  <a:moveTo>
                    <a:pt x="254" y="0"/>
                  </a:moveTo>
                  <a:cubicBezTo>
                    <a:pt x="182" y="0"/>
                    <a:pt x="110" y="36"/>
                    <a:pt x="68" y="102"/>
                  </a:cubicBezTo>
                  <a:cubicBezTo>
                    <a:pt x="1" y="204"/>
                    <a:pt x="31" y="340"/>
                    <a:pt x="134" y="408"/>
                  </a:cubicBezTo>
                  <a:cubicBezTo>
                    <a:pt x="378" y="566"/>
                    <a:pt x="619" y="729"/>
                    <a:pt x="857" y="899"/>
                  </a:cubicBezTo>
                  <a:cubicBezTo>
                    <a:pt x="896" y="927"/>
                    <a:pt x="941" y="940"/>
                    <a:pt x="987" y="940"/>
                  </a:cubicBezTo>
                  <a:cubicBezTo>
                    <a:pt x="1055" y="940"/>
                    <a:pt x="1123" y="907"/>
                    <a:pt x="1167" y="848"/>
                  </a:cubicBezTo>
                  <a:cubicBezTo>
                    <a:pt x="1238" y="749"/>
                    <a:pt x="1215" y="610"/>
                    <a:pt x="1116" y="539"/>
                  </a:cubicBezTo>
                  <a:cubicBezTo>
                    <a:pt x="872" y="366"/>
                    <a:pt x="624" y="198"/>
                    <a:pt x="373" y="35"/>
                  </a:cubicBezTo>
                  <a:cubicBezTo>
                    <a:pt x="336" y="12"/>
                    <a:pt x="295" y="0"/>
                    <a:pt x="254"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5"/>
            <p:cNvSpPr/>
            <p:nvPr/>
          </p:nvSpPr>
          <p:spPr>
            <a:xfrm rot="-4056294">
              <a:off x="2952602" y="561494"/>
              <a:ext cx="33751" cy="16025"/>
            </a:xfrm>
            <a:custGeom>
              <a:rect b="b" l="l" r="r" t="t"/>
              <a:pathLst>
                <a:path extrusionOk="0" h="641" w="1350">
                  <a:moveTo>
                    <a:pt x="243" y="1"/>
                  </a:moveTo>
                  <a:cubicBezTo>
                    <a:pt x="142" y="1"/>
                    <a:pt x="50" y="71"/>
                    <a:pt x="28" y="172"/>
                  </a:cubicBezTo>
                  <a:cubicBezTo>
                    <a:pt x="1" y="291"/>
                    <a:pt x="74" y="411"/>
                    <a:pt x="193" y="436"/>
                  </a:cubicBezTo>
                  <a:cubicBezTo>
                    <a:pt x="481" y="500"/>
                    <a:pt x="768" y="568"/>
                    <a:pt x="1053" y="636"/>
                  </a:cubicBezTo>
                  <a:cubicBezTo>
                    <a:pt x="1070" y="639"/>
                    <a:pt x="1087" y="640"/>
                    <a:pt x="1105" y="640"/>
                  </a:cubicBezTo>
                  <a:cubicBezTo>
                    <a:pt x="1206" y="640"/>
                    <a:pt x="1297" y="571"/>
                    <a:pt x="1319" y="470"/>
                  </a:cubicBezTo>
                  <a:cubicBezTo>
                    <a:pt x="1349" y="352"/>
                    <a:pt x="1275" y="233"/>
                    <a:pt x="1156" y="205"/>
                  </a:cubicBezTo>
                  <a:cubicBezTo>
                    <a:pt x="867" y="137"/>
                    <a:pt x="581" y="72"/>
                    <a:pt x="291" y="6"/>
                  </a:cubicBezTo>
                  <a:cubicBezTo>
                    <a:pt x="275" y="3"/>
                    <a:pt x="259" y="1"/>
                    <a:pt x="24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5"/>
            <p:cNvSpPr/>
            <p:nvPr/>
          </p:nvSpPr>
          <p:spPr>
            <a:xfrm rot="-4056294">
              <a:off x="2876981" y="670604"/>
              <a:ext cx="33776" cy="15975"/>
            </a:xfrm>
            <a:custGeom>
              <a:rect b="b" l="l" r="r" t="t"/>
              <a:pathLst>
                <a:path extrusionOk="0" h="639" w="1351">
                  <a:moveTo>
                    <a:pt x="244" y="0"/>
                  </a:moveTo>
                  <a:cubicBezTo>
                    <a:pt x="143" y="0"/>
                    <a:pt x="53" y="70"/>
                    <a:pt x="28" y="171"/>
                  </a:cubicBezTo>
                  <a:cubicBezTo>
                    <a:pt x="0" y="290"/>
                    <a:pt x="75" y="409"/>
                    <a:pt x="194" y="437"/>
                  </a:cubicBezTo>
                  <a:cubicBezTo>
                    <a:pt x="482" y="504"/>
                    <a:pt x="770" y="569"/>
                    <a:pt x="1059" y="635"/>
                  </a:cubicBezTo>
                  <a:cubicBezTo>
                    <a:pt x="1075" y="637"/>
                    <a:pt x="1091" y="639"/>
                    <a:pt x="1106" y="639"/>
                  </a:cubicBezTo>
                  <a:cubicBezTo>
                    <a:pt x="1208" y="639"/>
                    <a:pt x="1301" y="568"/>
                    <a:pt x="1323" y="466"/>
                  </a:cubicBezTo>
                  <a:cubicBezTo>
                    <a:pt x="1350" y="345"/>
                    <a:pt x="1274" y="228"/>
                    <a:pt x="1154" y="202"/>
                  </a:cubicBezTo>
                  <a:cubicBezTo>
                    <a:pt x="868" y="138"/>
                    <a:pt x="580" y="72"/>
                    <a:pt x="295" y="6"/>
                  </a:cubicBezTo>
                  <a:cubicBezTo>
                    <a:pt x="278" y="2"/>
                    <a:pt x="261" y="0"/>
                    <a:pt x="244"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5"/>
            <p:cNvSpPr/>
            <p:nvPr/>
          </p:nvSpPr>
          <p:spPr>
            <a:xfrm rot="-4056294">
              <a:off x="2914802" y="616196"/>
              <a:ext cx="33701" cy="15675"/>
            </a:xfrm>
            <a:custGeom>
              <a:rect b="b" l="l" r="r" t="t"/>
              <a:pathLst>
                <a:path extrusionOk="0" h="627" w="1348">
                  <a:moveTo>
                    <a:pt x="240" y="0"/>
                  </a:moveTo>
                  <a:cubicBezTo>
                    <a:pt x="140" y="0"/>
                    <a:pt x="47" y="72"/>
                    <a:pt x="26" y="176"/>
                  </a:cubicBezTo>
                  <a:cubicBezTo>
                    <a:pt x="0" y="294"/>
                    <a:pt x="77" y="413"/>
                    <a:pt x="196" y="438"/>
                  </a:cubicBezTo>
                  <a:lnTo>
                    <a:pt x="1061" y="623"/>
                  </a:lnTo>
                  <a:cubicBezTo>
                    <a:pt x="1077" y="626"/>
                    <a:pt x="1092" y="627"/>
                    <a:pt x="1106" y="627"/>
                  </a:cubicBezTo>
                  <a:cubicBezTo>
                    <a:pt x="1210" y="627"/>
                    <a:pt x="1301" y="556"/>
                    <a:pt x="1323" y="453"/>
                  </a:cubicBezTo>
                  <a:cubicBezTo>
                    <a:pt x="1347" y="332"/>
                    <a:pt x="1272" y="214"/>
                    <a:pt x="1153" y="190"/>
                  </a:cubicBezTo>
                  <a:lnTo>
                    <a:pt x="288" y="6"/>
                  </a:lnTo>
                  <a:cubicBezTo>
                    <a:pt x="272" y="2"/>
                    <a:pt x="256" y="0"/>
                    <a:pt x="240"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5"/>
            <p:cNvSpPr/>
            <p:nvPr/>
          </p:nvSpPr>
          <p:spPr>
            <a:xfrm rot="-4056294">
              <a:off x="1965394" y="1074543"/>
              <a:ext cx="17725" cy="32501"/>
            </a:xfrm>
            <a:custGeom>
              <a:rect b="b" l="l" r="r" t="t"/>
              <a:pathLst>
                <a:path extrusionOk="0" h="1300" w="709">
                  <a:moveTo>
                    <a:pt x="245" y="0"/>
                  </a:moveTo>
                  <a:cubicBezTo>
                    <a:pt x="227" y="0"/>
                    <a:pt x="210" y="2"/>
                    <a:pt x="192" y="6"/>
                  </a:cubicBezTo>
                  <a:cubicBezTo>
                    <a:pt x="74" y="35"/>
                    <a:pt x="1" y="155"/>
                    <a:pt x="29" y="273"/>
                  </a:cubicBezTo>
                  <a:cubicBezTo>
                    <a:pt x="99" y="562"/>
                    <a:pt x="174" y="850"/>
                    <a:pt x="252" y="1137"/>
                  </a:cubicBezTo>
                  <a:cubicBezTo>
                    <a:pt x="277" y="1236"/>
                    <a:pt x="367" y="1300"/>
                    <a:pt x="464" y="1300"/>
                  </a:cubicBezTo>
                  <a:cubicBezTo>
                    <a:pt x="483" y="1300"/>
                    <a:pt x="501" y="1298"/>
                    <a:pt x="521" y="1293"/>
                  </a:cubicBezTo>
                  <a:cubicBezTo>
                    <a:pt x="639" y="1261"/>
                    <a:pt x="708" y="1141"/>
                    <a:pt x="677" y="1022"/>
                  </a:cubicBezTo>
                  <a:cubicBezTo>
                    <a:pt x="602" y="738"/>
                    <a:pt x="530" y="454"/>
                    <a:pt x="460" y="169"/>
                  </a:cubicBezTo>
                  <a:cubicBezTo>
                    <a:pt x="436" y="68"/>
                    <a:pt x="346" y="0"/>
                    <a:pt x="245"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5"/>
            <p:cNvSpPr/>
            <p:nvPr/>
          </p:nvSpPr>
          <p:spPr>
            <a:xfrm rot="-4056294">
              <a:off x="3034882" y="456006"/>
              <a:ext cx="33301" cy="18550"/>
            </a:xfrm>
            <a:custGeom>
              <a:rect b="b" l="l" r="r" t="t"/>
              <a:pathLst>
                <a:path extrusionOk="0" h="742" w="1332">
                  <a:moveTo>
                    <a:pt x="246" y="0"/>
                  </a:moveTo>
                  <a:cubicBezTo>
                    <a:pt x="155" y="0"/>
                    <a:pt x="70" y="58"/>
                    <a:pt x="40" y="149"/>
                  </a:cubicBezTo>
                  <a:cubicBezTo>
                    <a:pt x="0" y="264"/>
                    <a:pt x="61" y="390"/>
                    <a:pt x="178" y="431"/>
                  </a:cubicBezTo>
                  <a:cubicBezTo>
                    <a:pt x="454" y="526"/>
                    <a:pt x="729" y="624"/>
                    <a:pt x="1004" y="729"/>
                  </a:cubicBezTo>
                  <a:cubicBezTo>
                    <a:pt x="1028" y="738"/>
                    <a:pt x="1055" y="742"/>
                    <a:pt x="1082" y="742"/>
                  </a:cubicBezTo>
                  <a:cubicBezTo>
                    <a:pt x="1170" y="742"/>
                    <a:pt x="1255" y="688"/>
                    <a:pt x="1289" y="599"/>
                  </a:cubicBezTo>
                  <a:cubicBezTo>
                    <a:pt x="1332" y="484"/>
                    <a:pt x="1274" y="356"/>
                    <a:pt x="1157" y="314"/>
                  </a:cubicBezTo>
                  <a:cubicBezTo>
                    <a:pt x="879" y="209"/>
                    <a:pt x="600" y="109"/>
                    <a:pt x="319" y="13"/>
                  </a:cubicBezTo>
                  <a:cubicBezTo>
                    <a:pt x="295" y="4"/>
                    <a:pt x="270" y="0"/>
                    <a:pt x="24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5"/>
            <p:cNvSpPr/>
            <p:nvPr/>
          </p:nvSpPr>
          <p:spPr>
            <a:xfrm rot="-4056294">
              <a:off x="3457543" y="320627"/>
              <a:ext cx="16525" cy="32401"/>
            </a:xfrm>
            <a:custGeom>
              <a:rect b="b" l="l" r="r" t="t"/>
              <a:pathLst>
                <a:path extrusionOk="0" h="1296" w="661">
                  <a:moveTo>
                    <a:pt x="220" y="1"/>
                  </a:moveTo>
                  <a:cubicBezTo>
                    <a:pt x="96" y="2"/>
                    <a:pt x="0" y="101"/>
                    <a:pt x="1" y="223"/>
                  </a:cubicBezTo>
                  <a:cubicBezTo>
                    <a:pt x="4" y="521"/>
                    <a:pt x="33" y="898"/>
                    <a:pt x="224" y="1195"/>
                  </a:cubicBezTo>
                  <a:cubicBezTo>
                    <a:pt x="267" y="1260"/>
                    <a:pt x="338" y="1296"/>
                    <a:pt x="411" y="1296"/>
                  </a:cubicBezTo>
                  <a:cubicBezTo>
                    <a:pt x="451" y="1296"/>
                    <a:pt x="494" y="1286"/>
                    <a:pt x="532" y="1260"/>
                  </a:cubicBezTo>
                  <a:cubicBezTo>
                    <a:pt x="632" y="1193"/>
                    <a:pt x="661" y="1057"/>
                    <a:pt x="596" y="954"/>
                  </a:cubicBezTo>
                  <a:cubicBezTo>
                    <a:pt x="464" y="752"/>
                    <a:pt x="447" y="438"/>
                    <a:pt x="442" y="218"/>
                  </a:cubicBezTo>
                  <a:cubicBezTo>
                    <a:pt x="441" y="97"/>
                    <a:pt x="342" y="1"/>
                    <a:pt x="221"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5"/>
            <p:cNvSpPr/>
            <p:nvPr/>
          </p:nvSpPr>
          <p:spPr>
            <a:xfrm rot="-4056294">
              <a:off x="2992139" y="507696"/>
              <a:ext cx="33676" cy="17000"/>
            </a:xfrm>
            <a:custGeom>
              <a:rect b="b" l="l" r="r" t="t"/>
              <a:pathLst>
                <a:path extrusionOk="0" h="680" w="1347">
                  <a:moveTo>
                    <a:pt x="245" y="1"/>
                  </a:moveTo>
                  <a:cubicBezTo>
                    <a:pt x="147" y="1"/>
                    <a:pt x="60" y="66"/>
                    <a:pt x="33" y="164"/>
                  </a:cubicBezTo>
                  <a:cubicBezTo>
                    <a:pt x="1" y="284"/>
                    <a:pt x="72" y="403"/>
                    <a:pt x="189" y="435"/>
                  </a:cubicBezTo>
                  <a:cubicBezTo>
                    <a:pt x="473" y="512"/>
                    <a:pt x="757" y="590"/>
                    <a:pt x="1037" y="671"/>
                  </a:cubicBezTo>
                  <a:cubicBezTo>
                    <a:pt x="1057" y="676"/>
                    <a:pt x="1079" y="679"/>
                    <a:pt x="1098" y="679"/>
                  </a:cubicBezTo>
                  <a:cubicBezTo>
                    <a:pt x="1193" y="679"/>
                    <a:pt x="1283" y="615"/>
                    <a:pt x="1311" y="520"/>
                  </a:cubicBezTo>
                  <a:cubicBezTo>
                    <a:pt x="1347" y="401"/>
                    <a:pt x="1279" y="279"/>
                    <a:pt x="1161" y="245"/>
                  </a:cubicBezTo>
                  <a:cubicBezTo>
                    <a:pt x="874" y="164"/>
                    <a:pt x="589" y="84"/>
                    <a:pt x="304" y="8"/>
                  </a:cubicBezTo>
                  <a:cubicBezTo>
                    <a:pt x="284" y="3"/>
                    <a:pt x="265" y="1"/>
                    <a:pt x="245"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5"/>
            <p:cNvSpPr/>
            <p:nvPr/>
          </p:nvSpPr>
          <p:spPr>
            <a:xfrm rot="-4056294">
              <a:off x="2750262" y="821299"/>
              <a:ext cx="32901" cy="19900"/>
            </a:xfrm>
            <a:custGeom>
              <a:rect b="b" l="l" r="r" t="t"/>
              <a:pathLst>
                <a:path extrusionOk="0" h="796" w="1316">
                  <a:moveTo>
                    <a:pt x="253" y="0"/>
                  </a:moveTo>
                  <a:cubicBezTo>
                    <a:pt x="168" y="0"/>
                    <a:pt x="87" y="48"/>
                    <a:pt x="50" y="130"/>
                  </a:cubicBezTo>
                  <a:cubicBezTo>
                    <a:pt x="1" y="242"/>
                    <a:pt x="50" y="374"/>
                    <a:pt x="162" y="424"/>
                  </a:cubicBezTo>
                  <a:cubicBezTo>
                    <a:pt x="433" y="544"/>
                    <a:pt x="705" y="662"/>
                    <a:pt x="979" y="778"/>
                  </a:cubicBezTo>
                  <a:cubicBezTo>
                    <a:pt x="1007" y="789"/>
                    <a:pt x="1036" y="795"/>
                    <a:pt x="1064" y="795"/>
                  </a:cubicBezTo>
                  <a:cubicBezTo>
                    <a:pt x="1151" y="795"/>
                    <a:pt x="1233" y="744"/>
                    <a:pt x="1268" y="659"/>
                  </a:cubicBezTo>
                  <a:cubicBezTo>
                    <a:pt x="1315" y="545"/>
                    <a:pt x="1261" y="416"/>
                    <a:pt x="1149" y="368"/>
                  </a:cubicBezTo>
                  <a:cubicBezTo>
                    <a:pt x="878" y="255"/>
                    <a:pt x="610" y="137"/>
                    <a:pt x="344" y="19"/>
                  </a:cubicBezTo>
                  <a:cubicBezTo>
                    <a:pt x="314" y="6"/>
                    <a:pt x="283" y="0"/>
                    <a:pt x="25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5"/>
            <p:cNvSpPr/>
            <p:nvPr/>
          </p:nvSpPr>
          <p:spPr>
            <a:xfrm rot="-4056294">
              <a:off x="1777180" y="1018758"/>
              <a:ext cx="13775" cy="33151"/>
            </a:xfrm>
            <a:custGeom>
              <a:rect b="b" l="l" r="r" t="t"/>
              <a:pathLst>
                <a:path extrusionOk="0" h="1326" w="551">
                  <a:moveTo>
                    <a:pt x="313" y="0"/>
                  </a:moveTo>
                  <a:cubicBezTo>
                    <a:pt x="206" y="0"/>
                    <a:pt x="109" y="82"/>
                    <a:pt x="95" y="194"/>
                  </a:cubicBezTo>
                  <a:cubicBezTo>
                    <a:pt x="57" y="490"/>
                    <a:pt x="28" y="788"/>
                    <a:pt x="9" y="1089"/>
                  </a:cubicBezTo>
                  <a:cubicBezTo>
                    <a:pt x="0" y="1212"/>
                    <a:pt x="92" y="1316"/>
                    <a:pt x="214" y="1325"/>
                  </a:cubicBezTo>
                  <a:lnTo>
                    <a:pt x="228" y="1325"/>
                  </a:lnTo>
                  <a:cubicBezTo>
                    <a:pt x="343" y="1325"/>
                    <a:pt x="441" y="1235"/>
                    <a:pt x="450" y="1117"/>
                  </a:cubicBezTo>
                  <a:cubicBezTo>
                    <a:pt x="469" y="826"/>
                    <a:pt x="498" y="538"/>
                    <a:pt x="535" y="251"/>
                  </a:cubicBezTo>
                  <a:cubicBezTo>
                    <a:pt x="550" y="130"/>
                    <a:pt x="465" y="18"/>
                    <a:pt x="343" y="2"/>
                  </a:cubicBezTo>
                  <a:cubicBezTo>
                    <a:pt x="333" y="1"/>
                    <a:pt x="323" y="0"/>
                    <a:pt x="31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5"/>
            <p:cNvSpPr/>
            <p:nvPr/>
          </p:nvSpPr>
          <p:spPr>
            <a:xfrm rot="-4056294">
              <a:off x="1838616" y="1044778"/>
              <a:ext cx="12875" cy="33151"/>
            </a:xfrm>
            <a:custGeom>
              <a:rect b="b" l="l" r="r" t="t"/>
              <a:pathLst>
                <a:path extrusionOk="0" h="1326" w="515">
                  <a:moveTo>
                    <a:pt x="233" y="0"/>
                  </a:moveTo>
                  <a:cubicBezTo>
                    <a:pt x="227" y="0"/>
                    <a:pt x="222" y="0"/>
                    <a:pt x="216" y="1"/>
                  </a:cubicBezTo>
                  <a:cubicBezTo>
                    <a:pt x="94" y="6"/>
                    <a:pt x="1" y="109"/>
                    <a:pt x="7" y="231"/>
                  </a:cubicBezTo>
                  <a:cubicBezTo>
                    <a:pt x="18" y="528"/>
                    <a:pt x="38" y="825"/>
                    <a:pt x="65" y="1122"/>
                  </a:cubicBezTo>
                  <a:cubicBezTo>
                    <a:pt x="75" y="1237"/>
                    <a:pt x="171" y="1325"/>
                    <a:pt x="284" y="1325"/>
                  </a:cubicBezTo>
                  <a:lnTo>
                    <a:pt x="303" y="1325"/>
                  </a:lnTo>
                  <a:cubicBezTo>
                    <a:pt x="425" y="1314"/>
                    <a:pt x="514" y="1206"/>
                    <a:pt x="504" y="1086"/>
                  </a:cubicBezTo>
                  <a:cubicBezTo>
                    <a:pt x="479" y="795"/>
                    <a:pt x="460" y="503"/>
                    <a:pt x="448" y="212"/>
                  </a:cubicBezTo>
                  <a:cubicBezTo>
                    <a:pt x="442" y="94"/>
                    <a:pt x="358" y="0"/>
                    <a:pt x="23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5"/>
            <p:cNvSpPr/>
            <p:nvPr/>
          </p:nvSpPr>
          <p:spPr>
            <a:xfrm rot="-4056294">
              <a:off x="1719621" y="982257"/>
              <a:ext cx="19325" cy="32076"/>
            </a:xfrm>
            <a:custGeom>
              <a:rect b="b" l="l" r="r" t="t"/>
              <a:pathLst>
                <a:path extrusionOk="0" h="1283" w="773">
                  <a:moveTo>
                    <a:pt x="522" y="1"/>
                  </a:moveTo>
                  <a:cubicBezTo>
                    <a:pt x="433" y="1"/>
                    <a:pt x="350" y="56"/>
                    <a:pt x="316" y="144"/>
                  </a:cubicBezTo>
                  <a:cubicBezTo>
                    <a:pt x="211" y="420"/>
                    <a:pt x="116" y="707"/>
                    <a:pt x="33" y="999"/>
                  </a:cubicBezTo>
                  <a:cubicBezTo>
                    <a:pt x="0" y="1118"/>
                    <a:pt x="67" y="1240"/>
                    <a:pt x="184" y="1274"/>
                  </a:cubicBezTo>
                  <a:cubicBezTo>
                    <a:pt x="203" y="1279"/>
                    <a:pt x="224" y="1282"/>
                    <a:pt x="244" y="1282"/>
                  </a:cubicBezTo>
                  <a:cubicBezTo>
                    <a:pt x="340" y="1282"/>
                    <a:pt x="428" y="1218"/>
                    <a:pt x="457" y="1123"/>
                  </a:cubicBezTo>
                  <a:cubicBezTo>
                    <a:pt x="539" y="843"/>
                    <a:pt x="628" y="566"/>
                    <a:pt x="730" y="301"/>
                  </a:cubicBezTo>
                  <a:cubicBezTo>
                    <a:pt x="773" y="188"/>
                    <a:pt x="716" y="60"/>
                    <a:pt x="601" y="16"/>
                  </a:cubicBezTo>
                  <a:cubicBezTo>
                    <a:pt x="575" y="6"/>
                    <a:pt x="548" y="1"/>
                    <a:pt x="522"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5"/>
            <p:cNvSpPr/>
            <p:nvPr/>
          </p:nvSpPr>
          <p:spPr>
            <a:xfrm rot="-4056294">
              <a:off x="2291376" y="1062748"/>
              <a:ext cx="25176" cy="29276"/>
            </a:xfrm>
            <a:custGeom>
              <a:rect b="b" l="l" r="r" t="t"/>
              <a:pathLst>
                <a:path extrusionOk="0" h="1171" w="1007">
                  <a:moveTo>
                    <a:pt x="251" y="1"/>
                  </a:moveTo>
                  <a:cubicBezTo>
                    <a:pt x="209" y="1"/>
                    <a:pt x="166" y="13"/>
                    <a:pt x="128" y="39"/>
                  </a:cubicBezTo>
                  <a:cubicBezTo>
                    <a:pt x="26" y="108"/>
                    <a:pt x="0" y="244"/>
                    <a:pt x="68" y="347"/>
                  </a:cubicBezTo>
                  <a:cubicBezTo>
                    <a:pt x="235" y="590"/>
                    <a:pt x="404" y="836"/>
                    <a:pt x="576" y="1077"/>
                  </a:cubicBezTo>
                  <a:cubicBezTo>
                    <a:pt x="618" y="1136"/>
                    <a:pt x="688" y="1170"/>
                    <a:pt x="756" y="1170"/>
                  </a:cubicBezTo>
                  <a:cubicBezTo>
                    <a:pt x="801" y="1170"/>
                    <a:pt x="845" y="1158"/>
                    <a:pt x="884" y="1129"/>
                  </a:cubicBezTo>
                  <a:cubicBezTo>
                    <a:pt x="983" y="1058"/>
                    <a:pt x="1007" y="921"/>
                    <a:pt x="937" y="822"/>
                  </a:cubicBezTo>
                  <a:cubicBezTo>
                    <a:pt x="766" y="582"/>
                    <a:pt x="598" y="341"/>
                    <a:pt x="434" y="98"/>
                  </a:cubicBezTo>
                  <a:cubicBezTo>
                    <a:pt x="391" y="35"/>
                    <a:pt x="321" y="1"/>
                    <a:pt x="251"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5"/>
            <p:cNvSpPr/>
            <p:nvPr/>
          </p:nvSpPr>
          <p:spPr>
            <a:xfrm rot="-4056294">
              <a:off x="2030529" y="1081593"/>
              <a:ext cx="19475" cy="32076"/>
            </a:xfrm>
            <a:custGeom>
              <a:rect b="b" l="l" r="r" t="t"/>
              <a:pathLst>
                <a:path extrusionOk="0" h="1283" w="779">
                  <a:moveTo>
                    <a:pt x="250" y="1"/>
                  </a:moveTo>
                  <a:cubicBezTo>
                    <a:pt x="227" y="1"/>
                    <a:pt x="204" y="4"/>
                    <a:pt x="180" y="12"/>
                  </a:cubicBezTo>
                  <a:cubicBezTo>
                    <a:pt x="63" y="49"/>
                    <a:pt x="0" y="175"/>
                    <a:pt x="39" y="290"/>
                  </a:cubicBezTo>
                  <a:cubicBezTo>
                    <a:pt x="129" y="571"/>
                    <a:pt x="224" y="853"/>
                    <a:pt x="322" y="1134"/>
                  </a:cubicBezTo>
                  <a:cubicBezTo>
                    <a:pt x="353" y="1224"/>
                    <a:pt x="438" y="1283"/>
                    <a:pt x="531" y="1283"/>
                  </a:cubicBezTo>
                  <a:cubicBezTo>
                    <a:pt x="556" y="1283"/>
                    <a:pt x="580" y="1278"/>
                    <a:pt x="603" y="1270"/>
                  </a:cubicBezTo>
                  <a:cubicBezTo>
                    <a:pt x="719" y="1229"/>
                    <a:pt x="779" y="1104"/>
                    <a:pt x="740" y="988"/>
                  </a:cubicBezTo>
                  <a:cubicBezTo>
                    <a:pt x="643" y="710"/>
                    <a:pt x="549" y="432"/>
                    <a:pt x="458" y="154"/>
                  </a:cubicBezTo>
                  <a:cubicBezTo>
                    <a:pt x="429" y="60"/>
                    <a:pt x="344" y="1"/>
                    <a:pt x="25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5"/>
            <p:cNvSpPr/>
            <p:nvPr/>
          </p:nvSpPr>
          <p:spPr>
            <a:xfrm rot="-4056294">
              <a:off x="2226731" y="1074368"/>
              <a:ext cx="24001" cy="30126"/>
            </a:xfrm>
            <a:custGeom>
              <a:rect b="b" l="l" r="r" t="t"/>
              <a:pathLst>
                <a:path extrusionOk="0" h="1205" w="960">
                  <a:moveTo>
                    <a:pt x="253" y="0"/>
                  </a:moveTo>
                  <a:cubicBezTo>
                    <a:pt x="215" y="0"/>
                    <a:pt x="177" y="10"/>
                    <a:pt x="143" y="30"/>
                  </a:cubicBezTo>
                  <a:cubicBezTo>
                    <a:pt x="36" y="92"/>
                    <a:pt x="1" y="227"/>
                    <a:pt x="63" y="334"/>
                  </a:cubicBezTo>
                  <a:cubicBezTo>
                    <a:pt x="212" y="590"/>
                    <a:pt x="364" y="844"/>
                    <a:pt x="518" y="1098"/>
                  </a:cubicBezTo>
                  <a:cubicBezTo>
                    <a:pt x="561" y="1165"/>
                    <a:pt x="633" y="1204"/>
                    <a:pt x="708" y="1204"/>
                  </a:cubicBezTo>
                  <a:cubicBezTo>
                    <a:pt x="747" y="1204"/>
                    <a:pt x="788" y="1193"/>
                    <a:pt x="823" y="1172"/>
                  </a:cubicBezTo>
                  <a:cubicBezTo>
                    <a:pt x="928" y="1108"/>
                    <a:pt x="959" y="972"/>
                    <a:pt x="896" y="867"/>
                  </a:cubicBezTo>
                  <a:cubicBezTo>
                    <a:pt x="744" y="616"/>
                    <a:pt x="595" y="363"/>
                    <a:pt x="446" y="111"/>
                  </a:cubicBezTo>
                  <a:cubicBezTo>
                    <a:pt x="404" y="40"/>
                    <a:pt x="329" y="0"/>
                    <a:pt x="25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5"/>
            <p:cNvSpPr/>
            <p:nvPr/>
          </p:nvSpPr>
          <p:spPr>
            <a:xfrm rot="-4056294">
              <a:off x="2161492" y="1081366"/>
              <a:ext cx="22676" cy="30801"/>
            </a:xfrm>
            <a:custGeom>
              <a:rect b="b" l="l" r="r" t="t"/>
              <a:pathLst>
                <a:path extrusionOk="0" h="1232" w="907">
                  <a:moveTo>
                    <a:pt x="251" y="0"/>
                  </a:moveTo>
                  <a:cubicBezTo>
                    <a:pt x="219" y="0"/>
                    <a:pt x="186" y="7"/>
                    <a:pt x="155" y="22"/>
                  </a:cubicBezTo>
                  <a:cubicBezTo>
                    <a:pt x="44" y="76"/>
                    <a:pt x="0" y="209"/>
                    <a:pt x="53" y="318"/>
                  </a:cubicBezTo>
                  <a:cubicBezTo>
                    <a:pt x="185" y="585"/>
                    <a:pt x="317" y="849"/>
                    <a:pt x="456" y="1113"/>
                  </a:cubicBezTo>
                  <a:cubicBezTo>
                    <a:pt x="495" y="1189"/>
                    <a:pt x="573" y="1232"/>
                    <a:pt x="653" y="1232"/>
                  </a:cubicBezTo>
                  <a:cubicBezTo>
                    <a:pt x="687" y="1232"/>
                    <a:pt x="722" y="1223"/>
                    <a:pt x="755" y="1206"/>
                  </a:cubicBezTo>
                  <a:cubicBezTo>
                    <a:pt x="864" y="1149"/>
                    <a:pt x="907" y="1018"/>
                    <a:pt x="848" y="908"/>
                  </a:cubicBezTo>
                  <a:cubicBezTo>
                    <a:pt x="712" y="649"/>
                    <a:pt x="580" y="387"/>
                    <a:pt x="450" y="124"/>
                  </a:cubicBezTo>
                  <a:cubicBezTo>
                    <a:pt x="411" y="45"/>
                    <a:pt x="333" y="0"/>
                    <a:pt x="251"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5"/>
            <p:cNvSpPr/>
            <p:nvPr/>
          </p:nvSpPr>
          <p:spPr>
            <a:xfrm rot="-4056294">
              <a:off x="2095932" y="1083834"/>
              <a:ext cx="21200" cy="31501"/>
            </a:xfrm>
            <a:custGeom>
              <a:rect b="b" l="l" r="r" t="t"/>
              <a:pathLst>
                <a:path extrusionOk="0" h="1260" w="848">
                  <a:moveTo>
                    <a:pt x="253" y="1"/>
                  </a:moveTo>
                  <a:cubicBezTo>
                    <a:pt x="225" y="1"/>
                    <a:pt x="197" y="6"/>
                    <a:pt x="169" y="17"/>
                  </a:cubicBezTo>
                  <a:cubicBezTo>
                    <a:pt x="56" y="63"/>
                    <a:pt x="1" y="193"/>
                    <a:pt x="49" y="307"/>
                  </a:cubicBezTo>
                  <a:cubicBezTo>
                    <a:pt x="159" y="580"/>
                    <a:pt x="276" y="854"/>
                    <a:pt x="392" y="1126"/>
                  </a:cubicBezTo>
                  <a:cubicBezTo>
                    <a:pt x="427" y="1210"/>
                    <a:pt x="510" y="1260"/>
                    <a:pt x="596" y="1260"/>
                  </a:cubicBezTo>
                  <a:cubicBezTo>
                    <a:pt x="626" y="1260"/>
                    <a:pt x="654" y="1254"/>
                    <a:pt x="684" y="1243"/>
                  </a:cubicBezTo>
                  <a:cubicBezTo>
                    <a:pt x="796" y="1194"/>
                    <a:pt x="847" y="1062"/>
                    <a:pt x="800" y="952"/>
                  </a:cubicBezTo>
                  <a:cubicBezTo>
                    <a:pt x="681" y="682"/>
                    <a:pt x="568" y="410"/>
                    <a:pt x="457" y="139"/>
                  </a:cubicBezTo>
                  <a:cubicBezTo>
                    <a:pt x="423" y="53"/>
                    <a:pt x="340" y="1"/>
                    <a:pt x="25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5"/>
            <p:cNvSpPr/>
            <p:nvPr/>
          </p:nvSpPr>
          <p:spPr>
            <a:xfrm rot="-4056294">
              <a:off x="1899250" y="1064231"/>
              <a:ext cx="15000" cy="28401"/>
            </a:xfrm>
            <a:custGeom>
              <a:rect b="b" l="l" r="r" t="t"/>
              <a:pathLst>
                <a:path extrusionOk="0" h="1136" w="600">
                  <a:moveTo>
                    <a:pt x="240" y="1"/>
                  </a:moveTo>
                  <a:cubicBezTo>
                    <a:pt x="228" y="1"/>
                    <a:pt x="215" y="2"/>
                    <a:pt x="203" y="4"/>
                  </a:cubicBezTo>
                  <a:cubicBezTo>
                    <a:pt x="82" y="24"/>
                    <a:pt x="0" y="138"/>
                    <a:pt x="18" y="258"/>
                  </a:cubicBezTo>
                  <a:cubicBezTo>
                    <a:pt x="62" y="539"/>
                    <a:pt x="112" y="817"/>
                    <a:pt x="173" y="1136"/>
                  </a:cubicBezTo>
                  <a:lnTo>
                    <a:pt x="390" y="1095"/>
                  </a:lnTo>
                  <a:lnTo>
                    <a:pt x="600" y="1011"/>
                  </a:lnTo>
                  <a:cubicBezTo>
                    <a:pt x="549" y="739"/>
                    <a:pt x="501" y="462"/>
                    <a:pt x="457" y="187"/>
                  </a:cubicBezTo>
                  <a:cubicBezTo>
                    <a:pt x="439" y="79"/>
                    <a:pt x="345" y="1"/>
                    <a:pt x="2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9" name="Google Shape;3929;p55"/>
          <p:cNvGrpSpPr/>
          <p:nvPr/>
        </p:nvGrpSpPr>
        <p:grpSpPr>
          <a:xfrm>
            <a:off x="1522763" y="3189750"/>
            <a:ext cx="373125" cy="345125"/>
            <a:chOff x="1522763" y="3189750"/>
            <a:chExt cx="373125" cy="345125"/>
          </a:xfrm>
        </p:grpSpPr>
        <p:sp>
          <p:nvSpPr>
            <p:cNvPr id="3930" name="Google Shape;3930;p55"/>
            <p:cNvSpPr/>
            <p:nvPr/>
          </p:nvSpPr>
          <p:spPr>
            <a:xfrm>
              <a:off x="1522763" y="3194150"/>
              <a:ext cx="348950" cy="339000"/>
            </a:xfrm>
            <a:custGeom>
              <a:rect b="b" l="l" r="r" t="t"/>
              <a:pathLst>
                <a:path extrusionOk="0" h="13560" w="13958">
                  <a:moveTo>
                    <a:pt x="6643" y="0"/>
                  </a:moveTo>
                  <a:lnTo>
                    <a:pt x="4775" y="4514"/>
                  </a:lnTo>
                  <a:lnTo>
                    <a:pt x="0" y="5533"/>
                  </a:lnTo>
                  <a:lnTo>
                    <a:pt x="3714" y="8705"/>
                  </a:lnTo>
                  <a:lnTo>
                    <a:pt x="3207" y="13560"/>
                  </a:lnTo>
                  <a:lnTo>
                    <a:pt x="3207" y="13560"/>
                  </a:lnTo>
                  <a:lnTo>
                    <a:pt x="7370" y="11008"/>
                  </a:lnTo>
                  <a:lnTo>
                    <a:pt x="11834" y="12991"/>
                  </a:lnTo>
                  <a:lnTo>
                    <a:pt x="10692" y="8242"/>
                  </a:lnTo>
                  <a:lnTo>
                    <a:pt x="13957" y="4611"/>
                  </a:lnTo>
                  <a:lnTo>
                    <a:pt x="9088" y="4228"/>
                  </a:lnTo>
                  <a:lnTo>
                    <a:pt x="664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5"/>
            <p:cNvSpPr/>
            <p:nvPr/>
          </p:nvSpPr>
          <p:spPr>
            <a:xfrm>
              <a:off x="1540413" y="3189750"/>
              <a:ext cx="355475" cy="345125"/>
            </a:xfrm>
            <a:custGeom>
              <a:rect b="b" l="l" r="r" t="t"/>
              <a:pathLst>
                <a:path extrusionOk="0" h="13805" w="14219">
                  <a:moveTo>
                    <a:pt x="6786" y="398"/>
                  </a:moveTo>
                  <a:lnTo>
                    <a:pt x="9108" y="4411"/>
                  </a:lnTo>
                  <a:cubicBezTo>
                    <a:pt x="9128" y="4447"/>
                    <a:pt x="9165" y="4469"/>
                    <a:pt x="9203" y="4473"/>
                  </a:cubicBezTo>
                  <a:lnTo>
                    <a:pt x="13825" y="4834"/>
                  </a:lnTo>
                  <a:lnTo>
                    <a:pt x="10728" y="8282"/>
                  </a:lnTo>
                  <a:cubicBezTo>
                    <a:pt x="10699" y="8312"/>
                    <a:pt x="10689" y="8354"/>
                    <a:pt x="10699" y="8392"/>
                  </a:cubicBezTo>
                  <a:lnTo>
                    <a:pt x="11782" y="12900"/>
                  </a:lnTo>
                  <a:lnTo>
                    <a:pt x="7546" y="11018"/>
                  </a:lnTo>
                  <a:cubicBezTo>
                    <a:pt x="7530" y="11011"/>
                    <a:pt x="7513" y="11008"/>
                    <a:pt x="7496" y="11008"/>
                  </a:cubicBezTo>
                  <a:cubicBezTo>
                    <a:pt x="7474" y="11008"/>
                    <a:pt x="7453" y="11013"/>
                    <a:pt x="7434" y="11025"/>
                  </a:cubicBezTo>
                  <a:lnTo>
                    <a:pt x="3481" y="13449"/>
                  </a:lnTo>
                  <a:lnTo>
                    <a:pt x="3481" y="13449"/>
                  </a:lnTo>
                  <a:lnTo>
                    <a:pt x="3962" y="8838"/>
                  </a:lnTo>
                  <a:cubicBezTo>
                    <a:pt x="3965" y="8798"/>
                    <a:pt x="3949" y="8756"/>
                    <a:pt x="3919" y="8732"/>
                  </a:cubicBezTo>
                  <a:lnTo>
                    <a:pt x="393" y="5720"/>
                  </a:lnTo>
                  <a:lnTo>
                    <a:pt x="4924" y="4754"/>
                  </a:lnTo>
                  <a:cubicBezTo>
                    <a:pt x="4964" y="4746"/>
                    <a:pt x="4995" y="4719"/>
                    <a:pt x="5012" y="4681"/>
                  </a:cubicBezTo>
                  <a:lnTo>
                    <a:pt x="6786" y="398"/>
                  </a:lnTo>
                  <a:close/>
                  <a:moveTo>
                    <a:pt x="6777" y="0"/>
                  </a:moveTo>
                  <a:cubicBezTo>
                    <a:pt x="6773" y="0"/>
                    <a:pt x="6769" y="0"/>
                    <a:pt x="6766" y="1"/>
                  </a:cubicBezTo>
                  <a:cubicBezTo>
                    <a:pt x="6720" y="3"/>
                    <a:pt x="6678" y="32"/>
                    <a:pt x="6660" y="75"/>
                  </a:cubicBezTo>
                  <a:lnTo>
                    <a:pt x="4817" y="4527"/>
                  </a:lnTo>
                  <a:lnTo>
                    <a:pt x="104" y="5533"/>
                  </a:lnTo>
                  <a:cubicBezTo>
                    <a:pt x="59" y="5542"/>
                    <a:pt x="22" y="5577"/>
                    <a:pt x="12" y="5623"/>
                  </a:cubicBezTo>
                  <a:cubicBezTo>
                    <a:pt x="0" y="5669"/>
                    <a:pt x="14" y="5716"/>
                    <a:pt x="50" y="5746"/>
                  </a:cubicBezTo>
                  <a:lnTo>
                    <a:pt x="3715" y="8875"/>
                  </a:lnTo>
                  <a:lnTo>
                    <a:pt x="3215" y="13669"/>
                  </a:lnTo>
                  <a:cubicBezTo>
                    <a:pt x="3209" y="13714"/>
                    <a:pt x="3231" y="13760"/>
                    <a:pt x="3271" y="13784"/>
                  </a:cubicBezTo>
                  <a:cubicBezTo>
                    <a:pt x="3291" y="13797"/>
                    <a:pt x="3311" y="13804"/>
                    <a:pt x="3335" y="13804"/>
                  </a:cubicBezTo>
                  <a:cubicBezTo>
                    <a:pt x="3356" y="13804"/>
                    <a:pt x="3378" y="13797"/>
                    <a:pt x="3399" y="13784"/>
                  </a:cubicBezTo>
                  <a:lnTo>
                    <a:pt x="7507" y="11267"/>
                  </a:lnTo>
                  <a:lnTo>
                    <a:pt x="11914" y="13224"/>
                  </a:lnTo>
                  <a:cubicBezTo>
                    <a:pt x="11929" y="13231"/>
                    <a:pt x="11945" y="13234"/>
                    <a:pt x="11961" y="13234"/>
                  </a:cubicBezTo>
                  <a:cubicBezTo>
                    <a:pt x="11989" y="13234"/>
                    <a:pt x="12017" y="13225"/>
                    <a:pt x="12039" y="13206"/>
                  </a:cubicBezTo>
                  <a:cubicBezTo>
                    <a:pt x="12075" y="13177"/>
                    <a:pt x="12092" y="13129"/>
                    <a:pt x="12081" y="13084"/>
                  </a:cubicBezTo>
                  <a:lnTo>
                    <a:pt x="10956" y="8398"/>
                  </a:lnTo>
                  <a:lnTo>
                    <a:pt x="14178" y="4813"/>
                  </a:lnTo>
                  <a:cubicBezTo>
                    <a:pt x="14210" y="4780"/>
                    <a:pt x="14218" y="4730"/>
                    <a:pt x="14201" y="4687"/>
                  </a:cubicBezTo>
                  <a:cubicBezTo>
                    <a:pt x="14183" y="4644"/>
                    <a:pt x="14144" y="4613"/>
                    <a:pt x="14097" y="4610"/>
                  </a:cubicBezTo>
                  <a:lnTo>
                    <a:pt x="9293" y="4233"/>
                  </a:lnTo>
                  <a:lnTo>
                    <a:pt x="6880" y="61"/>
                  </a:lnTo>
                  <a:cubicBezTo>
                    <a:pt x="6859" y="25"/>
                    <a:pt x="6823" y="0"/>
                    <a:pt x="677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5" name="Shape 3935"/>
        <p:cNvGrpSpPr/>
        <p:nvPr/>
      </p:nvGrpSpPr>
      <p:grpSpPr>
        <a:xfrm>
          <a:off x="0" y="0"/>
          <a:ext cx="0" cy="0"/>
          <a:chOff x="0" y="0"/>
          <a:chExt cx="0" cy="0"/>
        </a:xfrm>
      </p:grpSpPr>
      <p:sp>
        <p:nvSpPr>
          <p:cNvPr id="3936" name="Google Shape;3936;p56"/>
          <p:cNvSpPr/>
          <p:nvPr/>
        </p:nvSpPr>
        <p:spPr>
          <a:xfrm>
            <a:off x="7145688" y="1668419"/>
            <a:ext cx="1086000" cy="10860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76200">
              <a:schemeClr val="accen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6"/>
          <p:cNvSpPr/>
          <p:nvPr/>
        </p:nvSpPr>
        <p:spPr>
          <a:xfrm>
            <a:off x="7145700" y="1668425"/>
            <a:ext cx="1086000" cy="1086000"/>
          </a:xfrm>
          <a:prstGeom prst="arc">
            <a:avLst>
              <a:gd fmla="val 3758297" name="adj1"/>
              <a:gd fmla="val 16106981" name="adj2"/>
            </a:avLst>
          </a:prstGeom>
          <a:noFill/>
          <a:ln cap="flat" cmpd="sng" w="7620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38" name="Google Shape;3938;p56"/>
          <p:cNvCxnSpPr>
            <a:stCxn id="3939" idx="0"/>
            <a:endCxn id="3936" idx="4"/>
          </p:cNvCxnSpPr>
          <p:nvPr/>
        </p:nvCxnSpPr>
        <p:spPr>
          <a:xfrm rot="10800000">
            <a:off x="7688700" y="2754487"/>
            <a:ext cx="0" cy="338400"/>
          </a:xfrm>
          <a:prstGeom prst="straightConnector1">
            <a:avLst/>
          </a:prstGeom>
          <a:noFill/>
          <a:ln cap="flat" cmpd="sng" w="9525">
            <a:solidFill>
              <a:srgbClr val="000000"/>
            </a:solidFill>
            <a:prstDash val="solid"/>
            <a:round/>
            <a:headEnd len="med" w="med" type="none"/>
            <a:tailEnd len="med" w="med" type="none"/>
          </a:ln>
        </p:spPr>
      </p:cxnSp>
      <p:sp>
        <p:nvSpPr>
          <p:cNvPr id="3940" name="Google Shape;3940;p56"/>
          <p:cNvSpPr txBox="1"/>
          <p:nvPr>
            <p:ph idx="5" type="subTitle"/>
          </p:nvPr>
        </p:nvSpPr>
        <p:spPr>
          <a:xfrm>
            <a:off x="2169400" y="3830600"/>
            <a:ext cx="2511900" cy="445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Or maybe these?</a:t>
            </a:r>
            <a:endParaRPr/>
          </a:p>
        </p:txBody>
      </p:sp>
      <p:grpSp>
        <p:nvGrpSpPr>
          <p:cNvPr id="3941" name="Google Shape;3941;p56"/>
          <p:cNvGrpSpPr/>
          <p:nvPr/>
        </p:nvGrpSpPr>
        <p:grpSpPr>
          <a:xfrm>
            <a:off x="8088900" y="4178280"/>
            <a:ext cx="330942" cy="416236"/>
            <a:chOff x="8088900" y="4178280"/>
            <a:chExt cx="330942" cy="416236"/>
          </a:xfrm>
        </p:grpSpPr>
        <p:sp>
          <p:nvSpPr>
            <p:cNvPr id="3942" name="Google Shape;3942;p56"/>
            <p:cNvSpPr/>
            <p:nvPr/>
          </p:nvSpPr>
          <p:spPr>
            <a:xfrm>
              <a:off x="8363660" y="4360199"/>
              <a:ext cx="50036" cy="74084"/>
            </a:xfrm>
            <a:custGeom>
              <a:rect b="b" l="l" r="r" t="t"/>
              <a:pathLst>
                <a:path extrusionOk="0" h="5690" w="3843">
                  <a:moveTo>
                    <a:pt x="421" y="0"/>
                  </a:moveTo>
                  <a:lnTo>
                    <a:pt x="0" y="5690"/>
                  </a:lnTo>
                  <a:lnTo>
                    <a:pt x="278" y="5690"/>
                  </a:lnTo>
                  <a:cubicBezTo>
                    <a:pt x="2246" y="5690"/>
                    <a:pt x="3840" y="4094"/>
                    <a:pt x="3843" y="2128"/>
                  </a:cubicBezTo>
                  <a:lnTo>
                    <a:pt x="3843" y="1919"/>
                  </a:lnTo>
                  <a:cubicBezTo>
                    <a:pt x="3843" y="859"/>
                    <a:pt x="2983" y="0"/>
                    <a:pt x="1924" y="0"/>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6"/>
            <p:cNvSpPr/>
            <p:nvPr/>
          </p:nvSpPr>
          <p:spPr>
            <a:xfrm>
              <a:off x="8094967" y="4360199"/>
              <a:ext cx="50036" cy="74084"/>
            </a:xfrm>
            <a:custGeom>
              <a:rect b="b" l="l" r="r" t="t"/>
              <a:pathLst>
                <a:path extrusionOk="0" h="5690" w="3843">
                  <a:moveTo>
                    <a:pt x="1918" y="0"/>
                  </a:moveTo>
                  <a:cubicBezTo>
                    <a:pt x="859" y="0"/>
                    <a:pt x="1" y="859"/>
                    <a:pt x="1" y="1919"/>
                  </a:cubicBezTo>
                  <a:lnTo>
                    <a:pt x="1" y="2128"/>
                  </a:lnTo>
                  <a:cubicBezTo>
                    <a:pt x="1" y="4094"/>
                    <a:pt x="1597" y="5690"/>
                    <a:pt x="3564" y="5690"/>
                  </a:cubicBezTo>
                  <a:lnTo>
                    <a:pt x="3842" y="5690"/>
                  </a:lnTo>
                  <a:lnTo>
                    <a:pt x="3423" y="0"/>
                  </a:ln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6"/>
            <p:cNvSpPr/>
            <p:nvPr/>
          </p:nvSpPr>
          <p:spPr>
            <a:xfrm>
              <a:off x="8149166" y="4521092"/>
              <a:ext cx="210312" cy="67352"/>
            </a:xfrm>
            <a:custGeom>
              <a:rect b="b" l="l" r="r" t="t"/>
              <a:pathLst>
                <a:path extrusionOk="0" h="5173" w="16153">
                  <a:moveTo>
                    <a:pt x="3516" y="0"/>
                  </a:moveTo>
                  <a:lnTo>
                    <a:pt x="3516" y="1630"/>
                  </a:lnTo>
                  <a:cubicBezTo>
                    <a:pt x="3516" y="2540"/>
                    <a:pt x="2994" y="3368"/>
                    <a:pt x="2175" y="3761"/>
                  </a:cubicBezTo>
                  <a:lnTo>
                    <a:pt x="246" y="4687"/>
                  </a:lnTo>
                  <a:cubicBezTo>
                    <a:pt x="1" y="4806"/>
                    <a:pt x="84" y="5173"/>
                    <a:pt x="356" y="5173"/>
                  </a:cubicBezTo>
                  <a:lnTo>
                    <a:pt x="15796" y="5173"/>
                  </a:lnTo>
                  <a:cubicBezTo>
                    <a:pt x="16069" y="5173"/>
                    <a:pt x="16152" y="4806"/>
                    <a:pt x="15908" y="4687"/>
                  </a:cubicBezTo>
                  <a:lnTo>
                    <a:pt x="13980" y="3761"/>
                  </a:lnTo>
                  <a:cubicBezTo>
                    <a:pt x="13160" y="3368"/>
                    <a:pt x="12638" y="2540"/>
                    <a:pt x="12638" y="1630"/>
                  </a:cubicBezTo>
                  <a:lnTo>
                    <a:pt x="12638" y="0"/>
                  </a:lnTo>
                  <a:cubicBezTo>
                    <a:pt x="11038" y="1093"/>
                    <a:pt x="9273" y="1721"/>
                    <a:pt x="8078" y="1721"/>
                  </a:cubicBezTo>
                  <a:cubicBezTo>
                    <a:pt x="6881" y="1721"/>
                    <a:pt x="5115" y="1093"/>
                    <a:pt x="3516" y="0"/>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6"/>
            <p:cNvSpPr/>
            <p:nvPr/>
          </p:nvSpPr>
          <p:spPr>
            <a:xfrm>
              <a:off x="8133022" y="4214513"/>
              <a:ext cx="242602" cy="329002"/>
            </a:xfrm>
            <a:custGeom>
              <a:rect b="b" l="l" r="r" t="t"/>
              <a:pathLst>
                <a:path extrusionOk="0" h="25269" w="18633">
                  <a:moveTo>
                    <a:pt x="9318" y="1"/>
                  </a:moveTo>
                  <a:cubicBezTo>
                    <a:pt x="4112" y="1"/>
                    <a:pt x="1" y="4423"/>
                    <a:pt x="385" y="9616"/>
                  </a:cubicBezTo>
                  <a:lnTo>
                    <a:pt x="995" y="17887"/>
                  </a:lnTo>
                  <a:cubicBezTo>
                    <a:pt x="1315" y="22248"/>
                    <a:pt x="6692" y="25269"/>
                    <a:pt x="9319" y="25269"/>
                  </a:cubicBezTo>
                  <a:cubicBezTo>
                    <a:pt x="11947" y="25269"/>
                    <a:pt x="17322" y="22245"/>
                    <a:pt x="17643" y="17887"/>
                  </a:cubicBezTo>
                  <a:cubicBezTo>
                    <a:pt x="17642" y="17884"/>
                    <a:pt x="18250" y="9616"/>
                    <a:pt x="18250" y="9616"/>
                  </a:cubicBezTo>
                  <a:cubicBezTo>
                    <a:pt x="18632" y="4423"/>
                    <a:pt x="14522" y="1"/>
                    <a:pt x="9318" y="1"/>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6"/>
            <p:cNvSpPr/>
            <p:nvPr/>
          </p:nvSpPr>
          <p:spPr>
            <a:xfrm>
              <a:off x="8196791" y="4219903"/>
              <a:ext cx="177931" cy="323573"/>
            </a:xfrm>
            <a:custGeom>
              <a:rect b="b" l="l" r="r" t="t"/>
              <a:pathLst>
                <a:path extrusionOk="0" h="24852" w="13666">
                  <a:moveTo>
                    <a:pt x="7122" y="0"/>
                  </a:moveTo>
                  <a:lnTo>
                    <a:pt x="7122" y="0"/>
                  </a:lnTo>
                  <a:cubicBezTo>
                    <a:pt x="9573" y="1752"/>
                    <a:pt x="11094" y="4702"/>
                    <a:pt x="10856" y="7952"/>
                  </a:cubicBezTo>
                  <a:lnTo>
                    <a:pt x="10246" y="16222"/>
                  </a:lnTo>
                  <a:cubicBezTo>
                    <a:pt x="9924" y="20583"/>
                    <a:pt x="4549" y="23603"/>
                    <a:pt x="1920" y="23603"/>
                  </a:cubicBezTo>
                  <a:cubicBezTo>
                    <a:pt x="1375" y="23603"/>
                    <a:pt x="712" y="23473"/>
                    <a:pt x="0" y="23229"/>
                  </a:cubicBezTo>
                  <a:lnTo>
                    <a:pt x="0" y="23229"/>
                  </a:lnTo>
                  <a:cubicBezTo>
                    <a:pt x="1560" y="24263"/>
                    <a:pt x="3256" y="24852"/>
                    <a:pt x="4420" y="24852"/>
                  </a:cubicBezTo>
                  <a:cubicBezTo>
                    <a:pt x="7047" y="24852"/>
                    <a:pt x="12422" y="21830"/>
                    <a:pt x="12744" y="17470"/>
                  </a:cubicBezTo>
                  <a:lnTo>
                    <a:pt x="13354" y="9201"/>
                  </a:lnTo>
                  <a:cubicBezTo>
                    <a:pt x="13665" y="4951"/>
                    <a:pt x="10967" y="1215"/>
                    <a:pt x="7122"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6"/>
            <p:cNvSpPr/>
            <p:nvPr/>
          </p:nvSpPr>
          <p:spPr>
            <a:xfrm>
              <a:off x="8163370" y="4184464"/>
              <a:ext cx="181981" cy="153467"/>
            </a:xfrm>
            <a:custGeom>
              <a:rect b="b" l="l" r="r" t="t"/>
              <a:pathLst>
                <a:path extrusionOk="0" h="11787" w="13977">
                  <a:moveTo>
                    <a:pt x="2709" y="0"/>
                  </a:moveTo>
                  <a:cubicBezTo>
                    <a:pt x="2681" y="0"/>
                    <a:pt x="2653" y="11"/>
                    <a:pt x="2632" y="32"/>
                  </a:cubicBezTo>
                  <a:lnTo>
                    <a:pt x="300" y="2363"/>
                  </a:lnTo>
                  <a:cubicBezTo>
                    <a:pt x="257" y="2406"/>
                    <a:pt x="257" y="2477"/>
                    <a:pt x="300" y="2518"/>
                  </a:cubicBezTo>
                  <a:lnTo>
                    <a:pt x="4390" y="6608"/>
                  </a:lnTo>
                  <a:cubicBezTo>
                    <a:pt x="4450" y="6668"/>
                    <a:pt x="4450" y="6770"/>
                    <a:pt x="4390" y="6832"/>
                  </a:cubicBezTo>
                  <a:lnTo>
                    <a:pt x="0" y="11221"/>
                  </a:lnTo>
                  <a:cubicBezTo>
                    <a:pt x="147" y="11553"/>
                    <a:pt x="481" y="11787"/>
                    <a:pt x="870" y="11787"/>
                  </a:cubicBezTo>
                  <a:lnTo>
                    <a:pt x="4411" y="11787"/>
                  </a:lnTo>
                  <a:lnTo>
                    <a:pt x="6876" y="9320"/>
                  </a:lnTo>
                  <a:cubicBezTo>
                    <a:pt x="6907" y="9290"/>
                    <a:pt x="6948" y="9275"/>
                    <a:pt x="6988" y="9275"/>
                  </a:cubicBezTo>
                  <a:cubicBezTo>
                    <a:pt x="7029" y="9275"/>
                    <a:pt x="7070" y="9290"/>
                    <a:pt x="7102" y="9320"/>
                  </a:cubicBezTo>
                  <a:lnTo>
                    <a:pt x="9567" y="11787"/>
                  </a:lnTo>
                  <a:lnTo>
                    <a:pt x="13108" y="11787"/>
                  </a:lnTo>
                  <a:cubicBezTo>
                    <a:pt x="13496" y="11787"/>
                    <a:pt x="13827" y="11553"/>
                    <a:pt x="13976" y="11221"/>
                  </a:cubicBezTo>
                  <a:lnTo>
                    <a:pt x="9587" y="6832"/>
                  </a:lnTo>
                  <a:cubicBezTo>
                    <a:pt x="9527" y="6771"/>
                    <a:pt x="9527" y="6671"/>
                    <a:pt x="9587" y="6608"/>
                  </a:cubicBezTo>
                  <a:lnTo>
                    <a:pt x="13677" y="2518"/>
                  </a:lnTo>
                  <a:cubicBezTo>
                    <a:pt x="13720" y="2475"/>
                    <a:pt x="13720" y="2405"/>
                    <a:pt x="13677" y="2363"/>
                  </a:cubicBezTo>
                  <a:lnTo>
                    <a:pt x="11345" y="32"/>
                  </a:lnTo>
                  <a:cubicBezTo>
                    <a:pt x="11323" y="11"/>
                    <a:pt x="11295" y="0"/>
                    <a:pt x="11267" y="0"/>
                  </a:cubicBezTo>
                  <a:cubicBezTo>
                    <a:pt x="11239" y="0"/>
                    <a:pt x="11211" y="11"/>
                    <a:pt x="11191" y="32"/>
                  </a:cubicBezTo>
                  <a:lnTo>
                    <a:pt x="7102" y="4121"/>
                  </a:lnTo>
                  <a:cubicBezTo>
                    <a:pt x="7071" y="4152"/>
                    <a:pt x="7030" y="4167"/>
                    <a:pt x="6990" y="4167"/>
                  </a:cubicBezTo>
                  <a:cubicBezTo>
                    <a:pt x="6949" y="4167"/>
                    <a:pt x="6908" y="4152"/>
                    <a:pt x="6876" y="4121"/>
                  </a:cubicBezTo>
                  <a:lnTo>
                    <a:pt x="2787" y="32"/>
                  </a:lnTo>
                  <a:cubicBezTo>
                    <a:pt x="2765" y="11"/>
                    <a:pt x="2737" y="0"/>
                    <a:pt x="27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6"/>
            <p:cNvSpPr/>
            <p:nvPr/>
          </p:nvSpPr>
          <p:spPr>
            <a:xfrm>
              <a:off x="8258828" y="4184464"/>
              <a:ext cx="86466" cy="153480"/>
            </a:xfrm>
            <a:custGeom>
              <a:rect b="b" l="l" r="r" t="t"/>
              <a:pathLst>
                <a:path extrusionOk="0" h="11788" w="6641">
                  <a:moveTo>
                    <a:pt x="3933" y="0"/>
                  </a:moveTo>
                  <a:cubicBezTo>
                    <a:pt x="3905" y="0"/>
                    <a:pt x="3877" y="11"/>
                    <a:pt x="3856" y="32"/>
                  </a:cubicBezTo>
                  <a:lnTo>
                    <a:pt x="3310" y="580"/>
                  </a:lnTo>
                  <a:lnTo>
                    <a:pt x="3846" y="1115"/>
                  </a:lnTo>
                  <a:cubicBezTo>
                    <a:pt x="3889" y="1158"/>
                    <a:pt x="3889" y="1228"/>
                    <a:pt x="3846" y="1270"/>
                  </a:cubicBezTo>
                  <a:lnTo>
                    <a:pt x="440" y="4676"/>
                  </a:lnTo>
                  <a:cubicBezTo>
                    <a:pt x="1" y="5116"/>
                    <a:pt x="1" y="5829"/>
                    <a:pt x="440" y="6269"/>
                  </a:cubicBezTo>
                  <a:lnTo>
                    <a:pt x="3690" y="9519"/>
                  </a:lnTo>
                  <a:cubicBezTo>
                    <a:pt x="4060" y="9888"/>
                    <a:pt x="3810" y="10532"/>
                    <a:pt x="3287" y="10540"/>
                  </a:cubicBezTo>
                  <a:lnTo>
                    <a:pt x="982" y="10540"/>
                  </a:lnTo>
                  <a:lnTo>
                    <a:pt x="2231" y="11788"/>
                  </a:lnTo>
                  <a:lnTo>
                    <a:pt x="5771" y="11788"/>
                  </a:lnTo>
                  <a:cubicBezTo>
                    <a:pt x="6159" y="11788"/>
                    <a:pt x="6494" y="11554"/>
                    <a:pt x="6640" y="11223"/>
                  </a:cubicBezTo>
                  <a:lnTo>
                    <a:pt x="2254" y="6832"/>
                  </a:lnTo>
                  <a:cubicBezTo>
                    <a:pt x="2192" y="6771"/>
                    <a:pt x="2192" y="6671"/>
                    <a:pt x="2254" y="6608"/>
                  </a:cubicBezTo>
                  <a:lnTo>
                    <a:pt x="6343" y="2518"/>
                  </a:lnTo>
                  <a:cubicBezTo>
                    <a:pt x="6386" y="2475"/>
                    <a:pt x="6386" y="2405"/>
                    <a:pt x="6343" y="2363"/>
                  </a:cubicBezTo>
                  <a:lnTo>
                    <a:pt x="4011" y="32"/>
                  </a:lnTo>
                  <a:cubicBezTo>
                    <a:pt x="3990" y="11"/>
                    <a:pt x="3961" y="0"/>
                    <a:pt x="3933"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6"/>
            <p:cNvSpPr/>
            <p:nvPr/>
          </p:nvSpPr>
          <p:spPr>
            <a:xfrm>
              <a:off x="8162147" y="4253857"/>
              <a:ext cx="59150" cy="76727"/>
            </a:xfrm>
            <a:custGeom>
              <a:rect b="b" l="l" r="r" t="t"/>
              <a:pathLst>
                <a:path extrusionOk="0" h="5893" w="4543">
                  <a:moveTo>
                    <a:pt x="3204" y="1"/>
                  </a:moveTo>
                  <a:cubicBezTo>
                    <a:pt x="2730" y="312"/>
                    <a:pt x="2290" y="684"/>
                    <a:pt x="1891" y="1114"/>
                  </a:cubicBezTo>
                  <a:cubicBezTo>
                    <a:pt x="769" y="2324"/>
                    <a:pt x="119" y="3832"/>
                    <a:pt x="11" y="5442"/>
                  </a:cubicBezTo>
                  <a:cubicBezTo>
                    <a:pt x="1" y="5603"/>
                    <a:pt x="31" y="5756"/>
                    <a:pt x="93" y="5893"/>
                  </a:cubicBezTo>
                  <a:lnTo>
                    <a:pt x="4481" y="1502"/>
                  </a:lnTo>
                  <a:cubicBezTo>
                    <a:pt x="4542" y="1441"/>
                    <a:pt x="4542" y="1341"/>
                    <a:pt x="4481" y="1278"/>
                  </a:cubicBezTo>
                  <a:lnTo>
                    <a:pt x="320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6"/>
            <p:cNvSpPr/>
            <p:nvPr/>
          </p:nvSpPr>
          <p:spPr>
            <a:xfrm>
              <a:off x="8287353" y="4253857"/>
              <a:ext cx="59124" cy="76714"/>
            </a:xfrm>
            <a:custGeom>
              <a:rect b="b" l="l" r="r" t="t"/>
              <a:pathLst>
                <a:path extrusionOk="0" h="5892" w="4541">
                  <a:moveTo>
                    <a:pt x="1340" y="1"/>
                  </a:moveTo>
                  <a:lnTo>
                    <a:pt x="63" y="1278"/>
                  </a:lnTo>
                  <a:cubicBezTo>
                    <a:pt x="1" y="1340"/>
                    <a:pt x="1" y="1440"/>
                    <a:pt x="63" y="1502"/>
                  </a:cubicBezTo>
                  <a:lnTo>
                    <a:pt x="4452" y="5891"/>
                  </a:lnTo>
                  <a:cubicBezTo>
                    <a:pt x="4512" y="5755"/>
                    <a:pt x="4541" y="5603"/>
                    <a:pt x="4532" y="5441"/>
                  </a:cubicBezTo>
                  <a:cubicBezTo>
                    <a:pt x="4425" y="3831"/>
                    <a:pt x="3775" y="2323"/>
                    <a:pt x="2653" y="1113"/>
                  </a:cubicBezTo>
                  <a:cubicBezTo>
                    <a:pt x="2254" y="684"/>
                    <a:pt x="1815" y="314"/>
                    <a:pt x="13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6"/>
            <p:cNvSpPr/>
            <p:nvPr/>
          </p:nvSpPr>
          <p:spPr>
            <a:xfrm>
              <a:off x="8220734" y="4305180"/>
              <a:ext cx="67170" cy="32745"/>
            </a:xfrm>
            <a:custGeom>
              <a:rect b="b" l="l" r="r" t="t"/>
              <a:pathLst>
                <a:path extrusionOk="0" h="2515" w="5159">
                  <a:moveTo>
                    <a:pt x="2581" y="1"/>
                  </a:moveTo>
                  <a:cubicBezTo>
                    <a:pt x="2540" y="1"/>
                    <a:pt x="2499" y="16"/>
                    <a:pt x="2468" y="48"/>
                  </a:cubicBezTo>
                  <a:lnTo>
                    <a:pt x="1" y="2515"/>
                  </a:lnTo>
                  <a:lnTo>
                    <a:pt x="5158" y="2515"/>
                  </a:lnTo>
                  <a:lnTo>
                    <a:pt x="2691" y="48"/>
                  </a:lnTo>
                  <a:cubicBezTo>
                    <a:pt x="2661" y="16"/>
                    <a:pt x="2621" y="1"/>
                    <a:pt x="25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6"/>
            <p:cNvSpPr/>
            <p:nvPr/>
          </p:nvSpPr>
          <p:spPr>
            <a:xfrm>
              <a:off x="8297105" y="4253844"/>
              <a:ext cx="49398" cy="76701"/>
            </a:xfrm>
            <a:custGeom>
              <a:rect b="b" l="l" r="r" t="t"/>
              <a:pathLst>
                <a:path extrusionOk="0" h="5891" w="3794">
                  <a:moveTo>
                    <a:pt x="591" y="0"/>
                  </a:moveTo>
                  <a:lnTo>
                    <a:pt x="1" y="592"/>
                  </a:lnTo>
                  <a:cubicBezTo>
                    <a:pt x="598" y="1430"/>
                    <a:pt x="998" y="2374"/>
                    <a:pt x="1185" y="3371"/>
                  </a:cubicBezTo>
                  <a:lnTo>
                    <a:pt x="3704" y="5891"/>
                  </a:lnTo>
                  <a:cubicBezTo>
                    <a:pt x="3765" y="5756"/>
                    <a:pt x="3793" y="5604"/>
                    <a:pt x="3783" y="5442"/>
                  </a:cubicBezTo>
                  <a:cubicBezTo>
                    <a:pt x="3676" y="3832"/>
                    <a:pt x="3026" y="2324"/>
                    <a:pt x="1904" y="1114"/>
                  </a:cubicBezTo>
                  <a:cubicBezTo>
                    <a:pt x="1505" y="685"/>
                    <a:pt x="1064" y="312"/>
                    <a:pt x="591"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6"/>
            <p:cNvSpPr/>
            <p:nvPr/>
          </p:nvSpPr>
          <p:spPr>
            <a:xfrm>
              <a:off x="8220734" y="4321662"/>
              <a:ext cx="67170" cy="16262"/>
            </a:xfrm>
            <a:custGeom>
              <a:rect b="b" l="l" r="r" t="t"/>
              <a:pathLst>
                <a:path extrusionOk="0" h="1249" w="5159">
                  <a:moveTo>
                    <a:pt x="1249" y="0"/>
                  </a:moveTo>
                  <a:lnTo>
                    <a:pt x="1" y="1249"/>
                  </a:lnTo>
                  <a:lnTo>
                    <a:pt x="5158" y="1249"/>
                  </a:lnTo>
                  <a:lnTo>
                    <a:pt x="3910" y="0"/>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6"/>
            <p:cNvSpPr/>
            <p:nvPr/>
          </p:nvSpPr>
          <p:spPr>
            <a:xfrm>
              <a:off x="8088900" y="4178280"/>
              <a:ext cx="330942" cy="416236"/>
            </a:xfrm>
            <a:custGeom>
              <a:rect b="b" l="l" r="r" t="t"/>
              <a:pathLst>
                <a:path extrusionOk="0" h="31969" w="25418">
                  <a:moveTo>
                    <a:pt x="12706" y="3253"/>
                  </a:moveTo>
                  <a:cubicBezTo>
                    <a:pt x="12959" y="3253"/>
                    <a:pt x="13213" y="3264"/>
                    <a:pt x="13465" y="3286"/>
                  </a:cubicBezTo>
                  <a:lnTo>
                    <a:pt x="12707" y="4045"/>
                  </a:lnTo>
                  <a:lnTo>
                    <a:pt x="11948" y="3286"/>
                  </a:lnTo>
                  <a:cubicBezTo>
                    <a:pt x="12200" y="3264"/>
                    <a:pt x="12453" y="3253"/>
                    <a:pt x="12706" y="3253"/>
                  </a:cubicBezTo>
                  <a:close/>
                  <a:moveTo>
                    <a:pt x="8426" y="1089"/>
                  </a:moveTo>
                  <a:lnTo>
                    <a:pt x="12263" y="4925"/>
                  </a:lnTo>
                  <a:cubicBezTo>
                    <a:pt x="12386" y="5048"/>
                    <a:pt x="12547" y="5110"/>
                    <a:pt x="12707" y="5110"/>
                  </a:cubicBezTo>
                  <a:cubicBezTo>
                    <a:pt x="12867" y="5110"/>
                    <a:pt x="13027" y="5048"/>
                    <a:pt x="13149" y="4925"/>
                  </a:cubicBezTo>
                  <a:lnTo>
                    <a:pt x="14780" y="3295"/>
                  </a:lnTo>
                  <a:cubicBezTo>
                    <a:pt x="14788" y="3289"/>
                    <a:pt x="14792" y="3282"/>
                    <a:pt x="14798" y="3277"/>
                  </a:cubicBezTo>
                  <a:lnTo>
                    <a:pt x="16984" y="1091"/>
                  </a:lnTo>
                  <a:lnTo>
                    <a:pt x="18810" y="2916"/>
                  </a:lnTo>
                  <a:lnTo>
                    <a:pt x="14974" y="6753"/>
                  </a:lnTo>
                  <a:cubicBezTo>
                    <a:pt x="14730" y="6997"/>
                    <a:pt x="14730" y="7394"/>
                    <a:pt x="14974" y="7640"/>
                  </a:cubicBezTo>
                  <a:lnTo>
                    <a:pt x="16636" y="9301"/>
                  </a:lnTo>
                  <a:cubicBezTo>
                    <a:pt x="16728" y="9393"/>
                    <a:pt x="16847" y="9439"/>
                    <a:pt x="16967" y="9439"/>
                  </a:cubicBezTo>
                  <a:cubicBezTo>
                    <a:pt x="17087" y="9439"/>
                    <a:pt x="17207" y="9393"/>
                    <a:pt x="17299" y="9301"/>
                  </a:cubicBezTo>
                  <a:cubicBezTo>
                    <a:pt x="17481" y="9119"/>
                    <a:pt x="17481" y="8823"/>
                    <a:pt x="17299" y="8640"/>
                  </a:cubicBezTo>
                  <a:lnTo>
                    <a:pt x="15854" y="7196"/>
                  </a:lnTo>
                  <a:lnTo>
                    <a:pt x="16634" y="6416"/>
                  </a:lnTo>
                  <a:cubicBezTo>
                    <a:pt x="17947" y="7390"/>
                    <a:pt x="18917" y="8848"/>
                    <a:pt x="19221" y="10560"/>
                  </a:cubicBezTo>
                  <a:lnTo>
                    <a:pt x="18880" y="10218"/>
                  </a:lnTo>
                  <a:cubicBezTo>
                    <a:pt x="18789" y="10127"/>
                    <a:pt x="18669" y="10082"/>
                    <a:pt x="18549" y="10082"/>
                  </a:cubicBezTo>
                  <a:cubicBezTo>
                    <a:pt x="18429" y="10082"/>
                    <a:pt x="18310" y="10127"/>
                    <a:pt x="18218" y="10218"/>
                  </a:cubicBezTo>
                  <a:cubicBezTo>
                    <a:pt x="18035" y="10402"/>
                    <a:pt x="18035" y="10697"/>
                    <a:pt x="18218" y="10880"/>
                  </a:cubicBezTo>
                  <a:lnTo>
                    <a:pt x="19066" y="11726"/>
                  </a:lnTo>
                  <a:cubicBezTo>
                    <a:pt x="18995" y="11768"/>
                    <a:pt x="18913" y="11791"/>
                    <a:pt x="18827" y="11791"/>
                  </a:cubicBezTo>
                  <a:lnTo>
                    <a:pt x="15479" y="11791"/>
                  </a:lnTo>
                  <a:lnTo>
                    <a:pt x="13149" y="9462"/>
                  </a:lnTo>
                  <a:cubicBezTo>
                    <a:pt x="13027" y="9339"/>
                    <a:pt x="12867" y="9277"/>
                    <a:pt x="12706" y="9277"/>
                  </a:cubicBezTo>
                  <a:cubicBezTo>
                    <a:pt x="12546" y="9277"/>
                    <a:pt x="12385" y="9339"/>
                    <a:pt x="12263" y="9462"/>
                  </a:cubicBezTo>
                  <a:lnTo>
                    <a:pt x="9933" y="11794"/>
                  </a:lnTo>
                  <a:lnTo>
                    <a:pt x="6587" y="11794"/>
                  </a:lnTo>
                  <a:cubicBezTo>
                    <a:pt x="6501" y="11794"/>
                    <a:pt x="6418" y="11769"/>
                    <a:pt x="6346" y="11729"/>
                  </a:cubicBezTo>
                  <a:lnTo>
                    <a:pt x="10437" y="7637"/>
                  </a:lnTo>
                  <a:cubicBezTo>
                    <a:pt x="10681" y="7393"/>
                    <a:pt x="10681" y="6995"/>
                    <a:pt x="10437" y="6751"/>
                  </a:cubicBezTo>
                  <a:lnTo>
                    <a:pt x="6601" y="2914"/>
                  </a:lnTo>
                  <a:lnTo>
                    <a:pt x="8426" y="1089"/>
                  </a:lnTo>
                  <a:close/>
                  <a:moveTo>
                    <a:pt x="12704" y="10346"/>
                  </a:moveTo>
                  <a:lnTo>
                    <a:pt x="14152" y="11794"/>
                  </a:lnTo>
                  <a:lnTo>
                    <a:pt x="11256" y="11794"/>
                  </a:lnTo>
                  <a:lnTo>
                    <a:pt x="12704" y="10346"/>
                  </a:lnTo>
                  <a:close/>
                  <a:moveTo>
                    <a:pt x="3453" y="14441"/>
                  </a:moveTo>
                  <a:lnTo>
                    <a:pt x="3803" y="19185"/>
                  </a:lnTo>
                  <a:cubicBezTo>
                    <a:pt x="2203" y="19070"/>
                    <a:pt x="935" y="17730"/>
                    <a:pt x="935" y="16100"/>
                  </a:cubicBezTo>
                  <a:lnTo>
                    <a:pt x="935" y="15890"/>
                  </a:lnTo>
                  <a:cubicBezTo>
                    <a:pt x="935" y="15091"/>
                    <a:pt x="1583" y="14441"/>
                    <a:pt x="2383" y="14441"/>
                  </a:cubicBezTo>
                  <a:close/>
                  <a:moveTo>
                    <a:pt x="23028" y="14443"/>
                  </a:moveTo>
                  <a:cubicBezTo>
                    <a:pt x="23826" y="14443"/>
                    <a:pt x="24476" y="15091"/>
                    <a:pt x="24476" y="15892"/>
                  </a:cubicBezTo>
                  <a:lnTo>
                    <a:pt x="24476" y="16100"/>
                  </a:lnTo>
                  <a:cubicBezTo>
                    <a:pt x="24476" y="17730"/>
                    <a:pt x="23211" y="19070"/>
                    <a:pt x="21608" y="19187"/>
                  </a:cubicBezTo>
                  <a:lnTo>
                    <a:pt x="21958" y="14443"/>
                  </a:lnTo>
                  <a:close/>
                  <a:moveTo>
                    <a:pt x="8613" y="27179"/>
                  </a:moveTo>
                  <a:cubicBezTo>
                    <a:pt x="10072" y="28036"/>
                    <a:pt x="11590" y="28518"/>
                    <a:pt x="12705" y="28518"/>
                  </a:cubicBezTo>
                  <a:cubicBezTo>
                    <a:pt x="12707" y="28518"/>
                    <a:pt x="12708" y="28518"/>
                    <a:pt x="12710" y="28518"/>
                  </a:cubicBezTo>
                  <a:cubicBezTo>
                    <a:pt x="14032" y="28518"/>
                    <a:pt x="15637" y="27861"/>
                    <a:pt x="16799" y="27181"/>
                  </a:cubicBezTo>
                  <a:lnTo>
                    <a:pt x="16799" y="27961"/>
                  </a:lnTo>
                  <a:cubicBezTo>
                    <a:pt x="16799" y="29043"/>
                    <a:pt x="17431" y="30046"/>
                    <a:pt x="18406" y="30514"/>
                  </a:cubicBezTo>
                  <a:lnTo>
                    <a:pt x="19491" y="31033"/>
                  </a:lnTo>
                  <a:lnTo>
                    <a:pt x="5921" y="31033"/>
                  </a:lnTo>
                  <a:lnTo>
                    <a:pt x="7006" y="30514"/>
                  </a:lnTo>
                  <a:cubicBezTo>
                    <a:pt x="7982" y="30045"/>
                    <a:pt x="8613" y="29043"/>
                    <a:pt x="8613" y="27961"/>
                  </a:cubicBezTo>
                  <a:lnTo>
                    <a:pt x="8613" y="27179"/>
                  </a:lnTo>
                  <a:close/>
                  <a:moveTo>
                    <a:pt x="8426" y="1"/>
                  </a:moveTo>
                  <a:cubicBezTo>
                    <a:pt x="8278" y="1"/>
                    <a:pt x="8130" y="57"/>
                    <a:pt x="8017" y="171"/>
                  </a:cubicBezTo>
                  <a:lnTo>
                    <a:pt x="5686" y="2503"/>
                  </a:lnTo>
                  <a:cubicBezTo>
                    <a:pt x="5460" y="2728"/>
                    <a:pt x="5460" y="3094"/>
                    <a:pt x="5686" y="3320"/>
                  </a:cubicBezTo>
                  <a:lnTo>
                    <a:pt x="6776" y="4411"/>
                  </a:lnTo>
                  <a:cubicBezTo>
                    <a:pt x="4406" y="6335"/>
                    <a:pt x="3076" y="9298"/>
                    <a:pt x="3308" y="12429"/>
                  </a:cubicBezTo>
                  <a:lnTo>
                    <a:pt x="3387" y="13503"/>
                  </a:lnTo>
                  <a:lnTo>
                    <a:pt x="2385" y="13503"/>
                  </a:lnTo>
                  <a:cubicBezTo>
                    <a:pt x="1071" y="13503"/>
                    <a:pt x="1" y="14572"/>
                    <a:pt x="1" y="15888"/>
                  </a:cubicBezTo>
                  <a:lnTo>
                    <a:pt x="1" y="16099"/>
                  </a:lnTo>
                  <a:cubicBezTo>
                    <a:pt x="1" y="18268"/>
                    <a:pt x="1724" y="20045"/>
                    <a:pt x="3875" y="20126"/>
                  </a:cubicBezTo>
                  <a:lnTo>
                    <a:pt x="3918" y="20700"/>
                  </a:lnTo>
                  <a:cubicBezTo>
                    <a:pt x="4097" y="23133"/>
                    <a:pt x="5742" y="25179"/>
                    <a:pt x="7679" y="26569"/>
                  </a:cubicBezTo>
                  <a:lnTo>
                    <a:pt x="7679" y="27960"/>
                  </a:lnTo>
                  <a:cubicBezTo>
                    <a:pt x="7679" y="28684"/>
                    <a:pt x="7257" y="29354"/>
                    <a:pt x="6604" y="29667"/>
                  </a:cubicBezTo>
                  <a:lnTo>
                    <a:pt x="4676" y="30593"/>
                  </a:lnTo>
                  <a:cubicBezTo>
                    <a:pt x="4368" y="30739"/>
                    <a:pt x="4208" y="31075"/>
                    <a:pt x="4282" y="31405"/>
                  </a:cubicBezTo>
                  <a:cubicBezTo>
                    <a:pt x="4358" y="31736"/>
                    <a:pt x="4648" y="31969"/>
                    <a:pt x="4990" y="31969"/>
                  </a:cubicBezTo>
                  <a:lnTo>
                    <a:pt x="20430" y="31969"/>
                  </a:lnTo>
                  <a:cubicBezTo>
                    <a:pt x="20770" y="31969"/>
                    <a:pt x="21060" y="31736"/>
                    <a:pt x="21136" y="31405"/>
                  </a:cubicBezTo>
                  <a:cubicBezTo>
                    <a:pt x="21212" y="31074"/>
                    <a:pt x="21050" y="30739"/>
                    <a:pt x="20744" y="30593"/>
                  </a:cubicBezTo>
                  <a:lnTo>
                    <a:pt x="18815" y="29667"/>
                  </a:lnTo>
                  <a:cubicBezTo>
                    <a:pt x="18162" y="29353"/>
                    <a:pt x="17741" y="28683"/>
                    <a:pt x="17741" y="27960"/>
                  </a:cubicBezTo>
                  <a:lnTo>
                    <a:pt x="17741" y="26571"/>
                  </a:lnTo>
                  <a:cubicBezTo>
                    <a:pt x="18871" y="25763"/>
                    <a:pt x="19816" y="24790"/>
                    <a:pt x="20461" y="23758"/>
                  </a:cubicBezTo>
                  <a:cubicBezTo>
                    <a:pt x="20598" y="23540"/>
                    <a:pt x="20532" y="23252"/>
                    <a:pt x="20313" y="23113"/>
                  </a:cubicBezTo>
                  <a:cubicBezTo>
                    <a:pt x="20236" y="23065"/>
                    <a:pt x="20151" y="23042"/>
                    <a:pt x="20067" y="23042"/>
                  </a:cubicBezTo>
                  <a:cubicBezTo>
                    <a:pt x="19910" y="23042"/>
                    <a:pt x="19757" y="23120"/>
                    <a:pt x="19668" y="23262"/>
                  </a:cubicBezTo>
                  <a:cubicBezTo>
                    <a:pt x="17993" y="25938"/>
                    <a:pt x="14488" y="27581"/>
                    <a:pt x="12711" y="27581"/>
                  </a:cubicBezTo>
                  <a:cubicBezTo>
                    <a:pt x="9996" y="27581"/>
                    <a:pt x="5136" y="24467"/>
                    <a:pt x="4853" y="20633"/>
                  </a:cubicBezTo>
                  <a:cubicBezTo>
                    <a:pt x="4579" y="16901"/>
                    <a:pt x="4507" y="15931"/>
                    <a:pt x="4507" y="15931"/>
                  </a:cubicBezTo>
                  <a:lnTo>
                    <a:pt x="4507" y="15931"/>
                  </a:lnTo>
                  <a:cubicBezTo>
                    <a:pt x="4507" y="15931"/>
                    <a:pt x="4591" y="17069"/>
                    <a:pt x="4591" y="17069"/>
                  </a:cubicBezTo>
                  <a:cubicBezTo>
                    <a:pt x="4590" y="17069"/>
                    <a:pt x="4519" y="16098"/>
                    <a:pt x="4244" y="12362"/>
                  </a:cubicBezTo>
                  <a:cubicBezTo>
                    <a:pt x="4034" y="9524"/>
                    <a:pt x="5227" y="6830"/>
                    <a:pt x="7445" y="5078"/>
                  </a:cubicBezTo>
                  <a:lnTo>
                    <a:pt x="8111" y="5743"/>
                  </a:lnTo>
                  <a:cubicBezTo>
                    <a:pt x="7926" y="5885"/>
                    <a:pt x="7748" y="6037"/>
                    <a:pt x="7578" y="6195"/>
                  </a:cubicBezTo>
                  <a:cubicBezTo>
                    <a:pt x="7388" y="6371"/>
                    <a:pt x="7378" y="6667"/>
                    <a:pt x="7554" y="6858"/>
                  </a:cubicBezTo>
                  <a:cubicBezTo>
                    <a:pt x="7647" y="6956"/>
                    <a:pt x="7772" y="7007"/>
                    <a:pt x="7898" y="7007"/>
                  </a:cubicBezTo>
                  <a:cubicBezTo>
                    <a:pt x="8012" y="7007"/>
                    <a:pt x="8126" y="6965"/>
                    <a:pt x="8217" y="6881"/>
                  </a:cubicBezTo>
                  <a:cubicBezTo>
                    <a:pt x="8396" y="6714"/>
                    <a:pt x="8584" y="6556"/>
                    <a:pt x="8779" y="6410"/>
                  </a:cubicBezTo>
                  <a:lnTo>
                    <a:pt x="9560" y="7190"/>
                  </a:lnTo>
                  <a:lnTo>
                    <a:pt x="6195" y="10555"/>
                  </a:lnTo>
                  <a:cubicBezTo>
                    <a:pt x="6323" y="9837"/>
                    <a:pt x="6568" y="9149"/>
                    <a:pt x="6930" y="8506"/>
                  </a:cubicBezTo>
                  <a:cubicBezTo>
                    <a:pt x="7058" y="8281"/>
                    <a:pt x="6977" y="7995"/>
                    <a:pt x="6753" y="7868"/>
                  </a:cubicBezTo>
                  <a:cubicBezTo>
                    <a:pt x="6680" y="7827"/>
                    <a:pt x="6602" y="7808"/>
                    <a:pt x="6524" y="7808"/>
                  </a:cubicBezTo>
                  <a:cubicBezTo>
                    <a:pt x="6360" y="7808"/>
                    <a:pt x="6200" y="7894"/>
                    <a:pt x="6115" y="8046"/>
                  </a:cubicBezTo>
                  <a:cubicBezTo>
                    <a:pt x="5565" y="9021"/>
                    <a:pt x="5248" y="10085"/>
                    <a:pt x="5175" y="11208"/>
                  </a:cubicBezTo>
                  <a:cubicBezTo>
                    <a:pt x="5120" y="12032"/>
                    <a:pt x="5778" y="12722"/>
                    <a:pt x="6591" y="12722"/>
                  </a:cubicBezTo>
                  <a:lnTo>
                    <a:pt x="18830" y="12722"/>
                  </a:lnTo>
                  <a:cubicBezTo>
                    <a:pt x="19648" y="12722"/>
                    <a:pt x="20302" y="12029"/>
                    <a:pt x="20246" y="11208"/>
                  </a:cubicBezTo>
                  <a:cubicBezTo>
                    <a:pt x="20095" y="8935"/>
                    <a:pt x="18952" y="7007"/>
                    <a:pt x="17309" y="5740"/>
                  </a:cubicBezTo>
                  <a:lnTo>
                    <a:pt x="17975" y="5074"/>
                  </a:lnTo>
                  <a:cubicBezTo>
                    <a:pt x="20193" y="6826"/>
                    <a:pt x="21384" y="9521"/>
                    <a:pt x="21176" y="12358"/>
                  </a:cubicBezTo>
                  <a:cubicBezTo>
                    <a:pt x="20511" y="21381"/>
                    <a:pt x="20565" y="20864"/>
                    <a:pt x="20471" y="21306"/>
                  </a:cubicBezTo>
                  <a:cubicBezTo>
                    <a:pt x="20410" y="21597"/>
                    <a:pt x="20632" y="21871"/>
                    <a:pt x="20930" y="21871"/>
                  </a:cubicBezTo>
                  <a:cubicBezTo>
                    <a:pt x="21147" y="21871"/>
                    <a:pt x="21342" y="21719"/>
                    <a:pt x="21387" y="21498"/>
                  </a:cubicBezTo>
                  <a:cubicBezTo>
                    <a:pt x="21490" y="21007"/>
                    <a:pt x="21500" y="20689"/>
                    <a:pt x="21543" y="20122"/>
                  </a:cubicBezTo>
                  <a:cubicBezTo>
                    <a:pt x="23694" y="20040"/>
                    <a:pt x="25418" y="18264"/>
                    <a:pt x="25418" y="16094"/>
                  </a:cubicBezTo>
                  <a:lnTo>
                    <a:pt x="25418" y="15885"/>
                  </a:lnTo>
                  <a:cubicBezTo>
                    <a:pt x="25415" y="14575"/>
                    <a:pt x="24344" y="13504"/>
                    <a:pt x="23028" y="13504"/>
                  </a:cubicBezTo>
                  <a:lnTo>
                    <a:pt x="22028" y="13504"/>
                  </a:lnTo>
                  <a:lnTo>
                    <a:pt x="22107" y="12432"/>
                  </a:lnTo>
                  <a:cubicBezTo>
                    <a:pt x="22338" y="9300"/>
                    <a:pt x="21008" y="6337"/>
                    <a:pt x="18637" y="4412"/>
                  </a:cubicBezTo>
                  <a:lnTo>
                    <a:pt x="19728" y="3322"/>
                  </a:lnTo>
                  <a:cubicBezTo>
                    <a:pt x="19955" y="3095"/>
                    <a:pt x="19955" y="2729"/>
                    <a:pt x="19728" y="2504"/>
                  </a:cubicBezTo>
                  <a:lnTo>
                    <a:pt x="17396" y="171"/>
                  </a:lnTo>
                  <a:cubicBezTo>
                    <a:pt x="17283" y="58"/>
                    <a:pt x="17135" y="1"/>
                    <a:pt x="16987" y="1"/>
                  </a:cubicBezTo>
                  <a:cubicBezTo>
                    <a:pt x="16839" y="1"/>
                    <a:pt x="16691" y="58"/>
                    <a:pt x="16578" y="171"/>
                  </a:cubicBezTo>
                  <a:lnTo>
                    <a:pt x="14303" y="2447"/>
                  </a:lnTo>
                  <a:cubicBezTo>
                    <a:pt x="13778" y="2358"/>
                    <a:pt x="13243" y="2313"/>
                    <a:pt x="12707" y="2313"/>
                  </a:cubicBezTo>
                  <a:cubicBezTo>
                    <a:pt x="12172" y="2313"/>
                    <a:pt x="11636" y="2358"/>
                    <a:pt x="11111" y="2447"/>
                  </a:cubicBezTo>
                  <a:lnTo>
                    <a:pt x="8835" y="171"/>
                  </a:lnTo>
                  <a:cubicBezTo>
                    <a:pt x="8723" y="57"/>
                    <a:pt x="8575" y="1"/>
                    <a:pt x="842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6"/>
            <p:cNvSpPr/>
            <p:nvPr/>
          </p:nvSpPr>
          <p:spPr>
            <a:xfrm>
              <a:off x="8183433" y="4372021"/>
              <a:ext cx="60764" cy="12213"/>
            </a:xfrm>
            <a:custGeom>
              <a:rect b="b" l="l" r="r" t="t"/>
              <a:pathLst>
                <a:path extrusionOk="0" h="938" w="4667">
                  <a:moveTo>
                    <a:pt x="468" y="1"/>
                  </a:moveTo>
                  <a:cubicBezTo>
                    <a:pt x="210" y="1"/>
                    <a:pt x="0" y="210"/>
                    <a:pt x="0" y="469"/>
                  </a:cubicBezTo>
                  <a:cubicBezTo>
                    <a:pt x="0" y="727"/>
                    <a:pt x="210" y="938"/>
                    <a:pt x="468" y="938"/>
                  </a:cubicBezTo>
                  <a:lnTo>
                    <a:pt x="4199" y="938"/>
                  </a:lnTo>
                  <a:cubicBezTo>
                    <a:pt x="4457" y="938"/>
                    <a:pt x="4667" y="728"/>
                    <a:pt x="4667" y="469"/>
                  </a:cubicBezTo>
                  <a:cubicBezTo>
                    <a:pt x="4667" y="210"/>
                    <a:pt x="4457"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6"/>
            <p:cNvSpPr/>
            <p:nvPr/>
          </p:nvSpPr>
          <p:spPr>
            <a:xfrm>
              <a:off x="8248217" y="4372021"/>
              <a:ext cx="77026" cy="76675"/>
            </a:xfrm>
            <a:custGeom>
              <a:rect b="b" l="l" r="r" t="t"/>
              <a:pathLst>
                <a:path extrusionOk="0" h="5889" w="5916">
                  <a:moveTo>
                    <a:pt x="2962" y="1"/>
                  </a:moveTo>
                  <a:cubicBezTo>
                    <a:pt x="2017" y="1"/>
                    <a:pt x="1248" y="770"/>
                    <a:pt x="1248" y="1715"/>
                  </a:cubicBezTo>
                  <a:lnTo>
                    <a:pt x="1248" y="4172"/>
                  </a:lnTo>
                  <a:cubicBezTo>
                    <a:pt x="1248" y="4601"/>
                    <a:pt x="897" y="4951"/>
                    <a:pt x="470" y="4951"/>
                  </a:cubicBezTo>
                  <a:cubicBezTo>
                    <a:pt x="212" y="4951"/>
                    <a:pt x="1" y="5161"/>
                    <a:pt x="1" y="5419"/>
                  </a:cubicBezTo>
                  <a:cubicBezTo>
                    <a:pt x="1" y="5677"/>
                    <a:pt x="212" y="5888"/>
                    <a:pt x="470" y="5888"/>
                  </a:cubicBezTo>
                  <a:cubicBezTo>
                    <a:pt x="1414" y="5888"/>
                    <a:pt x="2185" y="5118"/>
                    <a:pt x="2185" y="4172"/>
                  </a:cubicBezTo>
                  <a:lnTo>
                    <a:pt x="2185" y="1715"/>
                  </a:lnTo>
                  <a:cubicBezTo>
                    <a:pt x="2185" y="1286"/>
                    <a:pt x="2533" y="938"/>
                    <a:pt x="2962" y="938"/>
                  </a:cubicBezTo>
                  <a:lnTo>
                    <a:pt x="5446" y="938"/>
                  </a:lnTo>
                  <a:cubicBezTo>
                    <a:pt x="5707" y="938"/>
                    <a:pt x="5915" y="728"/>
                    <a:pt x="5915" y="469"/>
                  </a:cubicBezTo>
                  <a:cubicBezTo>
                    <a:pt x="5915" y="210"/>
                    <a:pt x="5705"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6"/>
            <p:cNvSpPr/>
            <p:nvPr/>
          </p:nvSpPr>
          <p:spPr>
            <a:xfrm>
              <a:off x="8207623" y="4478037"/>
              <a:ext cx="93432" cy="22928"/>
            </a:xfrm>
            <a:custGeom>
              <a:rect b="b" l="l" r="r" t="t"/>
              <a:pathLst>
                <a:path extrusionOk="0" h="1761" w="7176">
                  <a:moveTo>
                    <a:pt x="3588" y="1"/>
                  </a:moveTo>
                  <a:cubicBezTo>
                    <a:pt x="2601" y="1"/>
                    <a:pt x="1615" y="226"/>
                    <a:pt x="715" y="677"/>
                  </a:cubicBezTo>
                  <a:lnTo>
                    <a:pt x="325" y="875"/>
                  </a:lnTo>
                  <a:cubicBezTo>
                    <a:pt x="94" y="991"/>
                    <a:pt x="1" y="1272"/>
                    <a:pt x="117" y="1502"/>
                  </a:cubicBezTo>
                  <a:cubicBezTo>
                    <a:pt x="198" y="1665"/>
                    <a:pt x="363" y="1759"/>
                    <a:pt x="535" y="1759"/>
                  </a:cubicBezTo>
                  <a:cubicBezTo>
                    <a:pt x="605" y="1759"/>
                    <a:pt x="677" y="1743"/>
                    <a:pt x="744" y="1710"/>
                  </a:cubicBezTo>
                  <a:lnTo>
                    <a:pt x="1136" y="1513"/>
                  </a:lnTo>
                  <a:cubicBezTo>
                    <a:pt x="1903" y="1129"/>
                    <a:pt x="2745" y="937"/>
                    <a:pt x="3587" y="937"/>
                  </a:cubicBezTo>
                  <a:cubicBezTo>
                    <a:pt x="4429" y="937"/>
                    <a:pt x="5271" y="1129"/>
                    <a:pt x="6039" y="1513"/>
                  </a:cubicBezTo>
                  <a:lnTo>
                    <a:pt x="6430" y="1710"/>
                  </a:lnTo>
                  <a:cubicBezTo>
                    <a:pt x="6498" y="1744"/>
                    <a:pt x="6570" y="1761"/>
                    <a:pt x="6641" y="1761"/>
                  </a:cubicBezTo>
                  <a:cubicBezTo>
                    <a:pt x="6812" y="1761"/>
                    <a:pt x="6976" y="1665"/>
                    <a:pt x="7058" y="1502"/>
                  </a:cubicBezTo>
                  <a:cubicBezTo>
                    <a:pt x="7175" y="1271"/>
                    <a:pt x="7082" y="990"/>
                    <a:pt x="6849" y="875"/>
                  </a:cubicBezTo>
                  <a:lnTo>
                    <a:pt x="6459" y="677"/>
                  </a:lnTo>
                  <a:cubicBezTo>
                    <a:pt x="5560" y="226"/>
                    <a:pt x="4574" y="1"/>
                    <a:pt x="358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58" name="Google Shape;3958;p56"/>
          <p:cNvSpPr txBox="1"/>
          <p:nvPr>
            <p:ph idx="2" type="title"/>
          </p:nvPr>
        </p:nvSpPr>
        <p:spPr>
          <a:xfrm>
            <a:off x="2169400" y="1668425"/>
            <a:ext cx="2511900" cy="82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13, 20, 15</a:t>
            </a:r>
            <a:endParaRPr/>
          </a:p>
        </p:txBody>
      </p:sp>
      <p:sp>
        <p:nvSpPr>
          <p:cNvPr id="3959" name="Google Shape;3959;p56"/>
          <p:cNvSpPr txBox="1"/>
          <p:nvPr>
            <p:ph idx="3" type="subTitle"/>
          </p:nvPr>
        </p:nvSpPr>
        <p:spPr>
          <a:xfrm>
            <a:off x="2169400" y="2374450"/>
            <a:ext cx="2511900" cy="445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Will these be the ages?</a:t>
            </a:r>
            <a:endParaRPr/>
          </a:p>
        </p:txBody>
      </p:sp>
      <p:sp>
        <p:nvSpPr>
          <p:cNvPr id="3960" name="Google Shape;3960;p56"/>
          <p:cNvSpPr txBox="1"/>
          <p:nvPr>
            <p:ph idx="4" type="title"/>
          </p:nvPr>
        </p:nvSpPr>
        <p:spPr>
          <a:xfrm>
            <a:off x="2169400" y="3124575"/>
            <a:ext cx="2511900" cy="82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15, 18, 15</a:t>
            </a:r>
            <a:endParaRPr/>
          </a:p>
        </p:txBody>
      </p:sp>
      <p:sp>
        <p:nvSpPr>
          <p:cNvPr id="3961" name="Google Shape;3961;p56"/>
          <p:cNvSpPr txBox="1"/>
          <p:nvPr>
            <p:ph idx="1" type="subTitle"/>
          </p:nvPr>
        </p:nvSpPr>
        <p:spPr>
          <a:xfrm>
            <a:off x="7084550" y="4208775"/>
            <a:ext cx="913800" cy="394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hlink"/>
                </a:solidFill>
              </a:rPr>
              <a:t>Progress:</a:t>
            </a:r>
            <a:endParaRPr/>
          </a:p>
        </p:txBody>
      </p:sp>
      <p:sp>
        <p:nvSpPr>
          <p:cNvPr id="3962" name="Google Shape;3962;p56"/>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About the </a:t>
            </a:r>
            <a:r>
              <a:rPr b="1" lang="en">
                <a:solidFill>
                  <a:schemeClr val="accent4"/>
                </a:solidFill>
              </a:rPr>
              <a:t>data</a:t>
            </a:r>
            <a:r>
              <a:rPr lang="en"/>
              <a:t> i’ve found</a:t>
            </a:r>
            <a:endParaRPr/>
          </a:p>
        </p:txBody>
      </p:sp>
      <p:sp>
        <p:nvSpPr>
          <p:cNvPr id="3963" name="Google Shape;3963;p56"/>
          <p:cNvSpPr/>
          <p:nvPr/>
        </p:nvSpPr>
        <p:spPr>
          <a:xfrm>
            <a:off x="719988" y="1701044"/>
            <a:ext cx="1086000" cy="10860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76200">
              <a:schemeClr val="accen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6"/>
          <p:cNvSpPr/>
          <p:nvPr/>
        </p:nvSpPr>
        <p:spPr>
          <a:xfrm>
            <a:off x="719988" y="3157181"/>
            <a:ext cx="1086000" cy="10860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76200">
              <a:schemeClr val="accen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6"/>
          <p:cNvSpPr/>
          <p:nvPr/>
        </p:nvSpPr>
        <p:spPr>
          <a:xfrm>
            <a:off x="5307813" y="1668419"/>
            <a:ext cx="1086000" cy="10860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76200">
              <a:schemeClr val="accen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6"/>
          <p:cNvSpPr txBox="1"/>
          <p:nvPr>
            <p:ph idx="7" type="subTitle"/>
          </p:nvPr>
        </p:nvSpPr>
        <p:spPr>
          <a:xfrm>
            <a:off x="5115525" y="3092887"/>
            <a:ext cx="1470600" cy="564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2400">
                <a:latin typeface="Bahiana"/>
                <a:ea typeface="Bahiana"/>
                <a:cs typeface="Bahiana"/>
                <a:sym typeface="Bahiana"/>
              </a:rPr>
              <a:t>positive</a:t>
            </a:r>
            <a:endParaRPr sz="2400">
              <a:latin typeface="Bahiana"/>
              <a:ea typeface="Bahiana"/>
              <a:cs typeface="Bahiana"/>
              <a:sym typeface="Bahiana"/>
            </a:endParaRPr>
          </a:p>
        </p:txBody>
      </p:sp>
      <p:sp>
        <p:nvSpPr>
          <p:cNvPr id="3939" name="Google Shape;3939;p56"/>
          <p:cNvSpPr txBox="1"/>
          <p:nvPr>
            <p:ph idx="9" type="subTitle"/>
          </p:nvPr>
        </p:nvSpPr>
        <p:spPr>
          <a:xfrm>
            <a:off x="6953400" y="3092887"/>
            <a:ext cx="1470600" cy="564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2400">
                <a:latin typeface="Bahiana"/>
                <a:ea typeface="Bahiana"/>
                <a:cs typeface="Bahiana"/>
                <a:sym typeface="Bahiana"/>
              </a:rPr>
              <a:t>negative</a:t>
            </a:r>
            <a:endParaRPr sz="2400">
              <a:latin typeface="Bahiana"/>
              <a:ea typeface="Bahiana"/>
              <a:cs typeface="Bahiana"/>
              <a:sym typeface="Bahiana"/>
            </a:endParaRPr>
          </a:p>
        </p:txBody>
      </p:sp>
      <p:sp>
        <p:nvSpPr>
          <p:cNvPr id="3967" name="Google Shape;3967;p56"/>
          <p:cNvSpPr/>
          <p:nvPr/>
        </p:nvSpPr>
        <p:spPr>
          <a:xfrm>
            <a:off x="5307825" y="1668425"/>
            <a:ext cx="1086000" cy="1086000"/>
          </a:xfrm>
          <a:prstGeom prst="arc">
            <a:avLst>
              <a:gd fmla="val 16200000" name="adj1"/>
              <a:gd fmla="val 2756978" name="adj2"/>
            </a:avLst>
          </a:prstGeom>
          <a:noFill/>
          <a:ln cap="flat" cmpd="sng" w="762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6"/>
          <p:cNvSpPr txBox="1"/>
          <p:nvPr>
            <p:ph idx="6" type="title"/>
          </p:nvPr>
        </p:nvSpPr>
        <p:spPr>
          <a:xfrm>
            <a:off x="5115525" y="1916300"/>
            <a:ext cx="1470600" cy="655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45%</a:t>
            </a:r>
            <a:endParaRPr/>
          </a:p>
        </p:txBody>
      </p:sp>
      <p:sp>
        <p:nvSpPr>
          <p:cNvPr id="3969" name="Google Shape;3969;p56"/>
          <p:cNvSpPr txBox="1"/>
          <p:nvPr>
            <p:ph idx="8" type="title"/>
          </p:nvPr>
        </p:nvSpPr>
        <p:spPr>
          <a:xfrm>
            <a:off x="6953400" y="1916300"/>
            <a:ext cx="1470600" cy="655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55%</a:t>
            </a:r>
            <a:endParaRPr/>
          </a:p>
        </p:txBody>
      </p:sp>
      <p:cxnSp>
        <p:nvCxnSpPr>
          <p:cNvPr id="3970" name="Google Shape;3970;p56"/>
          <p:cNvCxnSpPr>
            <a:stCxn id="3965" idx="4"/>
            <a:endCxn id="3966" idx="0"/>
          </p:cNvCxnSpPr>
          <p:nvPr/>
        </p:nvCxnSpPr>
        <p:spPr>
          <a:xfrm>
            <a:off x="5850813" y="2754419"/>
            <a:ext cx="0" cy="338400"/>
          </a:xfrm>
          <a:prstGeom prst="straightConnector1">
            <a:avLst/>
          </a:prstGeom>
          <a:noFill/>
          <a:ln cap="flat" cmpd="sng" w="9525">
            <a:solidFill>
              <a:srgbClr val="000000"/>
            </a:solidFill>
            <a:prstDash val="solid"/>
            <a:round/>
            <a:headEnd len="med" w="med" type="none"/>
            <a:tailEnd len="med" w="med" type="none"/>
          </a:ln>
        </p:spPr>
      </p:cxnSp>
      <p:cxnSp>
        <p:nvCxnSpPr>
          <p:cNvPr id="3971" name="Google Shape;3971;p56"/>
          <p:cNvCxnSpPr>
            <a:stCxn id="3963" idx="6"/>
          </p:cNvCxnSpPr>
          <p:nvPr/>
        </p:nvCxnSpPr>
        <p:spPr>
          <a:xfrm>
            <a:off x="1805988" y="2244044"/>
            <a:ext cx="434100" cy="0"/>
          </a:xfrm>
          <a:prstGeom prst="straightConnector1">
            <a:avLst/>
          </a:prstGeom>
          <a:noFill/>
          <a:ln cap="flat" cmpd="sng" w="9525">
            <a:solidFill>
              <a:srgbClr val="000000"/>
            </a:solidFill>
            <a:prstDash val="solid"/>
            <a:round/>
            <a:headEnd len="med" w="med" type="none"/>
            <a:tailEnd len="med" w="med" type="none"/>
          </a:ln>
        </p:spPr>
      </p:cxnSp>
      <p:cxnSp>
        <p:nvCxnSpPr>
          <p:cNvPr id="3972" name="Google Shape;3972;p56"/>
          <p:cNvCxnSpPr>
            <a:stCxn id="3964" idx="6"/>
          </p:cNvCxnSpPr>
          <p:nvPr/>
        </p:nvCxnSpPr>
        <p:spPr>
          <a:xfrm>
            <a:off x="1805988" y="3700181"/>
            <a:ext cx="434100" cy="0"/>
          </a:xfrm>
          <a:prstGeom prst="straightConnector1">
            <a:avLst/>
          </a:prstGeom>
          <a:noFill/>
          <a:ln cap="flat" cmpd="sng" w="9525">
            <a:solidFill>
              <a:srgbClr val="000000"/>
            </a:solidFill>
            <a:prstDash val="solid"/>
            <a:round/>
            <a:headEnd len="med" w="med" type="none"/>
            <a:tailEnd len="med" w="med" type="none"/>
          </a:ln>
        </p:spPr>
      </p:cxnSp>
      <p:grpSp>
        <p:nvGrpSpPr>
          <p:cNvPr id="3973" name="Google Shape;3973;p56"/>
          <p:cNvGrpSpPr/>
          <p:nvPr/>
        </p:nvGrpSpPr>
        <p:grpSpPr>
          <a:xfrm>
            <a:off x="974825" y="1955913"/>
            <a:ext cx="576350" cy="576275"/>
            <a:chOff x="974825" y="1955913"/>
            <a:chExt cx="576350" cy="576275"/>
          </a:xfrm>
        </p:grpSpPr>
        <p:sp>
          <p:nvSpPr>
            <p:cNvPr id="3974" name="Google Shape;3974;p56"/>
            <p:cNvSpPr/>
            <p:nvPr/>
          </p:nvSpPr>
          <p:spPr>
            <a:xfrm>
              <a:off x="983950" y="2001388"/>
              <a:ext cx="497475" cy="521750"/>
            </a:xfrm>
            <a:custGeom>
              <a:rect b="b" l="l" r="r" t="t"/>
              <a:pathLst>
                <a:path extrusionOk="0" h="20870" w="19899">
                  <a:moveTo>
                    <a:pt x="1943" y="1"/>
                  </a:moveTo>
                  <a:cubicBezTo>
                    <a:pt x="870" y="1"/>
                    <a:pt x="1" y="870"/>
                    <a:pt x="1" y="1942"/>
                  </a:cubicBezTo>
                  <a:lnTo>
                    <a:pt x="1" y="18928"/>
                  </a:lnTo>
                  <a:cubicBezTo>
                    <a:pt x="1" y="20001"/>
                    <a:pt x="872" y="20870"/>
                    <a:pt x="1943" y="20870"/>
                  </a:cubicBezTo>
                  <a:lnTo>
                    <a:pt x="19899" y="20870"/>
                  </a:lnTo>
                  <a:lnTo>
                    <a:pt x="19899" y="2914"/>
                  </a:lnTo>
                  <a:lnTo>
                    <a:pt x="19899" y="2912"/>
                  </a:lnTo>
                  <a:lnTo>
                    <a:pt x="17472" y="2912"/>
                  </a:lnTo>
                  <a:lnTo>
                    <a:pt x="17472" y="1942"/>
                  </a:lnTo>
                  <a:cubicBezTo>
                    <a:pt x="17472" y="869"/>
                    <a:pt x="16602" y="1"/>
                    <a:pt x="155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6"/>
            <p:cNvSpPr/>
            <p:nvPr/>
          </p:nvSpPr>
          <p:spPr>
            <a:xfrm>
              <a:off x="1032550" y="2049913"/>
              <a:ext cx="339700" cy="60725"/>
            </a:xfrm>
            <a:custGeom>
              <a:rect b="b" l="l" r="r" t="t"/>
              <a:pathLst>
                <a:path extrusionOk="0" h="2429" w="13588">
                  <a:moveTo>
                    <a:pt x="485" y="1"/>
                  </a:moveTo>
                  <a:cubicBezTo>
                    <a:pt x="217" y="1"/>
                    <a:pt x="1" y="218"/>
                    <a:pt x="1" y="485"/>
                  </a:cubicBezTo>
                  <a:lnTo>
                    <a:pt x="1" y="1942"/>
                  </a:lnTo>
                  <a:cubicBezTo>
                    <a:pt x="1" y="2211"/>
                    <a:pt x="217" y="2428"/>
                    <a:pt x="485" y="2428"/>
                  </a:cubicBezTo>
                  <a:lnTo>
                    <a:pt x="13103" y="2428"/>
                  </a:lnTo>
                  <a:cubicBezTo>
                    <a:pt x="13369" y="2428"/>
                    <a:pt x="13588" y="2211"/>
                    <a:pt x="13588" y="1942"/>
                  </a:cubicBezTo>
                  <a:lnTo>
                    <a:pt x="13588" y="485"/>
                  </a:lnTo>
                  <a:cubicBezTo>
                    <a:pt x="13588" y="218"/>
                    <a:pt x="13372" y="1"/>
                    <a:pt x="131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6"/>
            <p:cNvSpPr/>
            <p:nvPr/>
          </p:nvSpPr>
          <p:spPr>
            <a:xfrm>
              <a:off x="1032550" y="2157938"/>
              <a:ext cx="97050" cy="316675"/>
            </a:xfrm>
            <a:custGeom>
              <a:rect b="b" l="l" r="r" t="t"/>
              <a:pathLst>
                <a:path extrusionOk="0" h="12667" w="3882">
                  <a:moveTo>
                    <a:pt x="485" y="0"/>
                  </a:moveTo>
                  <a:cubicBezTo>
                    <a:pt x="217" y="0"/>
                    <a:pt x="1" y="217"/>
                    <a:pt x="1" y="485"/>
                  </a:cubicBezTo>
                  <a:lnTo>
                    <a:pt x="1" y="12180"/>
                  </a:lnTo>
                  <a:cubicBezTo>
                    <a:pt x="1" y="12449"/>
                    <a:pt x="217" y="12666"/>
                    <a:pt x="485" y="12666"/>
                  </a:cubicBezTo>
                  <a:lnTo>
                    <a:pt x="3397" y="12666"/>
                  </a:lnTo>
                  <a:cubicBezTo>
                    <a:pt x="3666" y="12666"/>
                    <a:pt x="3882" y="12449"/>
                    <a:pt x="3882" y="12180"/>
                  </a:cubicBezTo>
                  <a:lnTo>
                    <a:pt x="3882" y="485"/>
                  </a:lnTo>
                  <a:cubicBezTo>
                    <a:pt x="3882" y="217"/>
                    <a:pt x="3666" y="0"/>
                    <a:pt x="33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6"/>
            <p:cNvSpPr/>
            <p:nvPr/>
          </p:nvSpPr>
          <p:spPr>
            <a:xfrm>
              <a:off x="1169050" y="2157938"/>
              <a:ext cx="203200" cy="110425"/>
            </a:xfrm>
            <a:custGeom>
              <a:rect b="b" l="l" r="r" t="t"/>
              <a:pathLst>
                <a:path extrusionOk="0" h="4417" w="8128">
                  <a:moveTo>
                    <a:pt x="487" y="0"/>
                  </a:moveTo>
                  <a:cubicBezTo>
                    <a:pt x="218" y="0"/>
                    <a:pt x="1" y="217"/>
                    <a:pt x="1" y="485"/>
                  </a:cubicBezTo>
                  <a:lnTo>
                    <a:pt x="1" y="3931"/>
                  </a:lnTo>
                  <a:cubicBezTo>
                    <a:pt x="1" y="4199"/>
                    <a:pt x="218" y="4417"/>
                    <a:pt x="487" y="4417"/>
                  </a:cubicBezTo>
                  <a:lnTo>
                    <a:pt x="7643" y="4417"/>
                  </a:lnTo>
                  <a:cubicBezTo>
                    <a:pt x="7909" y="4417"/>
                    <a:pt x="8128" y="4198"/>
                    <a:pt x="8128" y="3931"/>
                  </a:cubicBezTo>
                  <a:lnTo>
                    <a:pt x="8128" y="485"/>
                  </a:lnTo>
                  <a:cubicBezTo>
                    <a:pt x="8128" y="217"/>
                    <a:pt x="7912" y="0"/>
                    <a:pt x="76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6"/>
            <p:cNvSpPr/>
            <p:nvPr/>
          </p:nvSpPr>
          <p:spPr>
            <a:xfrm>
              <a:off x="1087125" y="1965013"/>
              <a:ext cx="230425" cy="205025"/>
            </a:xfrm>
            <a:custGeom>
              <a:rect b="b" l="l" r="r" t="t"/>
              <a:pathLst>
                <a:path extrusionOk="0" h="8201" w="9217">
                  <a:moveTo>
                    <a:pt x="1166" y="0"/>
                  </a:moveTo>
                  <a:cubicBezTo>
                    <a:pt x="734" y="0"/>
                    <a:pt x="353" y="286"/>
                    <a:pt x="234" y="702"/>
                  </a:cubicBezTo>
                  <a:cubicBezTo>
                    <a:pt x="83" y="1234"/>
                    <a:pt x="0" y="1795"/>
                    <a:pt x="0" y="2378"/>
                  </a:cubicBezTo>
                  <a:cubicBezTo>
                    <a:pt x="0" y="5251"/>
                    <a:pt x="1980" y="7650"/>
                    <a:pt x="4609" y="8200"/>
                  </a:cubicBezTo>
                  <a:cubicBezTo>
                    <a:pt x="7238" y="7652"/>
                    <a:pt x="9216" y="5253"/>
                    <a:pt x="9216" y="2378"/>
                  </a:cubicBezTo>
                  <a:cubicBezTo>
                    <a:pt x="9216" y="1795"/>
                    <a:pt x="9135" y="1234"/>
                    <a:pt x="8983" y="702"/>
                  </a:cubicBezTo>
                  <a:cubicBezTo>
                    <a:pt x="8867" y="286"/>
                    <a:pt x="8485" y="0"/>
                    <a:pt x="805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6"/>
            <p:cNvSpPr/>
            <p:nvPr/>
          </p:nvSpPr>
          <p:spPr>
            <a:xfrm>
              <a:off x="1087225" y="1965013"/>
              <a:ext cx="140825" cy="164200"/>
            </a:xfrm>
            <a:custGeom>
              <a:rect b="b" l="l" r="r" t="t"/>
              <a:pathLst>
                <a:path extrusionOk="0" h="6568" w="5633">
                  <a:moveTo>
                    <a:pt x="1166" y="0"/>
                  </a:moveTo>
                  <a:cubicBezTo>
                    <a:pt x="733" y="0"/>
                    <a:pt x="350" y="286"/>
                    <a:pt x="232" y="702"/>
                  </a:cubicBezTo>
                  <a:cubicBezTo>
                    <a:pt x="82" y="1234"/>
                    <a:pt x="1" y="1795"/>
                    <a:pt x="1" y="2378"/>
                  </a:cubicBezTo>
                  <a:cubicBezTo>
                    <a:pt x="1" y="4014"/>
                    <a:pt x="640" y="5493"/>
                    <a:pt x="1675" y="6567"/>
                  </a:cubicBezTo>
                  <a:cubicBezTo>
                    <a:pt x="3974" y="5787"/>
                    <a:pt x="5633" y="3555"/>
                    <a:pt x="5633" y="923"/>
                  </a:cubicBezTo>
                  <a:cubicBezTo>
                    <a:pt x="5633" y="609"/>
                    <a:pt x="5610" y="300"/>
                    <a:pt x="55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6"/>
            <p:cNvSpPr/>
            <p:nvPr/>
          </p:nvSpPr>
          <p:spPr>
            <a:xfrm>
              <a:off x="1201100" y="2001438"/>
              <a:ext cx="84400" cy="134525"/>
            </a:xfrm>
            <a:custGeom>
              <a:rect b="b" l="l" r="r" t="t"/>
              <a:pathLst>
                <a:path extrusionOk="0" h="5381" w="3376">
                  <a:moveTo>
                    <a:pt x="3010" y="0"/>
                  </a:moveTo>
                  <a:cubicBezTo>
                    <a:pt x="2810" y="0"/>
                    <a:pt x="2647" y="163"/>
                    <a:pt x="2647" y="364"/>
                  </a:cubicBezTo>
                  <a:lnTo>
                    <a:pt x="2647" y="405"/>
                  </a:lnTo>
                  <a:cubicBezTo>
                    <a:pt x="2645" y="608"/>
                    <a:pt x="2807" y="772"/>
                    <a:pt x="3007" y="773"/>
                  </a:cubicBezTo>
                  <a:lnTo>
                    <a:pt x="3010" y="773"/>
                  </a:lnTo>
                  <a:cubicBezTo>
                    <a:pt x="3212" y="773"/>
                    <a:pt x="3373" y="613"/>
                    <a:pt x="3376" y="412"/>
                  </a:cubicBezTo>
                  <a:lnTo>
                    <a:pt x="3376" y="364"/>
                  </a:lnTo>
                  <a:cubicBezTo>
                    <a:pt x="3376" y="162"/>
                    <a:pt x="3212" y="0"/>
                    <a:pt x="3010" y="0"/>
                  </a:cubicBezTo>
                  <a:close/>
                  <a:moveTo>
                    <a:pt x="2804" y="1498"/>
                  </a:moveTo>
                  <a:cubicBezTo>
                    <a:pt x="2646" y="1498"/>
                    <a:pt x="2501" y="1604"/>
                    <a:pt x="2455" y="1764"/>
                  </a:cubicBezTo>
                  <a:cubicBezTo>
                    <a:pt x="2107" y="3007"/>
                    <a:pt x="1315" y="4052"/>
                    <a:pt x="228" y="4705"/>
                  </a:cubicBezTo>
                  <a:cubicBezTo>
                    <a:pt x="54" y="4809"/>
                    <a:pt x="0" y="5032"/>
                    <a:pt x="103" y="5206"/>
                  </a:cubicBezTo>
                  <a:cubicBezTo>
                    <a:pt x="171" y="5319"/>
                    <a:pt x="292" y="5380"/>
                    <a:pt x="415" y="5380"/>
                  </a:cubicBezTo>
                  <a:cubicBezTo>
                    <a:pt x="479" y="5380"/>
                    <a:pt x="543" y="5365"/>
                    <a:pt x="602" y="5329"/>
                  </a:cubicBezTo>
                  <a:cubicBezTo>
                    <a:pt x="1849" y="4580"/>
                    <a:pt x="2755" y="3384"/>
                    <a:pt x="3155" y="1960"/>
                  </a:cubicBezTo>
                  <a:cubicBezTo>
                    <a:pt x="3209" y="1768"/>
                    <a:pt x="3098" y="1568"/>
                    <a:pt x="2904" y="1512"/>
                  </a:cubicBezTo>
                  <a:cubicBezTo>
                    <a:pt x="2871" y="1503"/>
                    <a:pt x="2837" y="1498"/>
                    <a:pt x="2804" y="149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6"/>
            <p:cNvSpPr/>
            <p:nvPr/>
          </p:nvSpPr>
          <p:spPr>
            <a:xfrm>
              <a:off x="1420700" y="2074213"/>
              <a:ext cx="121350" cy="448900"/>
            </a:xfrm>
            <a:custGeom>
              <a:rect b="b" l="l" r="r" t="t"/>
              <a:pathLst>
                <a:path extrusionOk="0" h="17956" w="4854">
                  <a:moveTo>
                    <a:pt x="0" y="1"/>
                  </a:moveTo>
                  <a:lnTo>
                    <a:pt x="0" y="15528"/>
                  </a:lnTo>
                  <a:cubicBezTo>
                    <a:pt x="0" y="16868"/>
                    <a:pt x="1087" y="17955"/>
                    <a:pt x="2426" y="17955"/>
                  </a:cubicBezTo>
                  <a:cubicBezTo>
                    <a:pt x="3766" y="17955"/>
                    <a:pt x="4853" y="16868"/>
                    <a:pt x="4853" y="15528"/>
                  </a:cubicBezTo>
                  <a:lnTo>
                    <a:pt x="4853" y="970"/>
                  </a:lnTo>
                  <a:cubicBezTo>
                    <a:pt x="4853" y="436"/>
                    <a:pt x="4420" y="1"/>
                    <a:pt x="38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6"/>
            <p:cNvSpPr/>
            <p:nvPr/>
          </p:nvSpPr>
          <p:spPr>
            <a:xfrm>
              <a:off x="1420725" y="2074213"/>
              <a:ext cx="84375" cy="448925"/>
            </a:xfrm>
            <a:custGeom>
              <a:rect b="b" l="l" r="r" t="t"/>
              <a:pathLst>
                <a:path extrusionOk="0" h="17957" w="3375">
                  <a:moveTo>
                    <a:pt x="1" y="1"/>
                  </a:moveTo>
                  <a:lnTo>
                    <a:pt x="1" y="15529"/>
                  </a:lnTo>
                  <a:cubicBezTo>
                    <a:pt x="1" y="16869"/>
                    <a:pt x="1088" y="17957"/>
                    <a:pt x="2428" y="17957"/>
                  </a:cubicBezTo>
                  <a:cubicBezTo>
                    <a:pt x="2763" y="17957"/>
                    <a:pt x="3083" y="17887"/>
                    <a:pt x="3374" y="17765"/>
                  </a:cubicBezTo>
                  <a:cubicBezTo>
                    <a:pt x="2503" y="17395"/>
                    <a:pt x="1895" y="16534"/>
                    <a:pt x="1892" y="15529"/>
                  </a:cubicBezTo>
                  <a:lnTo>
                    <a:pt x="1892" y="1"/>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6"/>
            <p:cNvSpPr/>
            <p:nvPr/>
          </p:nvSpPr>
          <p:spPr>
            <a:xfrm>
              <a:off x="974825" y="1955913"/>
              <a:ext cx="576350" cy="576275"/>
            </a:xfrm>
            <a:custGeom>
              <a:rect b="b" l="l" r="r" t="t"/>
              <a:pathLst>
                <a:path extrusionOk="0" h="23051" w="23054">
                  <a:moveTo>
                    <a:pt x="2794" y="3397"/>
                  </a:moveTo>
                  <a:cubicBezTo>
                    <a:pt x="2325" y="3397"/>
                    <a:pt x="1946" y="3776"/>
                    <a:pt x="1946" y="4245"/>
                  </a:cubicBezTo>
                  <a:lnTo>
                    <a:pt x="1946" y="5702"/>
                  </a:lnTo>
                  <a:cubicBezTo>
                    <a:pt x="1946" y="6171"/>
                    <a:pt x="2325" y="6552"/>
                    <a:pt x="2794" y="6552"/>
                  </a:cubicBezTo>
                  <a:lnTo>
                    <a:pt x="4262" y="6552"/>
                  </a:lnTo>
                  <a:cubicBezTo>
                    <a:pt x="4463" y="6552"/>
                    <a:pt x="4626" y="6388"/>
                    <a:pt x="4626" y="6188"/>
                  </a:cubicBezTo>
                  <a:cubicBezTo>
                    <a:pt x="4626" y="5986"/>
                    <a:pt x="4463" y="5823"/>
                    <a:pt x="4262" y="5823"/>
                  </a:cubicBezTo>
                  <a:lnTo>
                    <a:pt x="2794" y="5823"/>
                  </a:lnTo>
                  <a:cubicBezTo>
                    <a:pt x="2727" y="5823"/>
                    <a:pt x="2673" y="5769"/>
                    <a:pt x="2673" y="5702"/>
                  </a:cubicBezTo>
                  <a:lnTo>
                    <a:pt x="2673" y="4245"/>
                  </a:lnTo>
                  <a:cubicBezTo>
                    <a:pt x="2672" y="4180"/>
                    <a:pt x="2727" y="4125"/>
                    <a:pt x="2794" y="4125"/>
                  </a:cubicBezTo>
                  <a:lnTo>
                    <a:pt x="3279" y="4125"/>
                  </a:lnTo>
                  <a:cubicBezTo>
                    <a:pt x="3481" y="4125"/>
                    <a:pt x="3644" y="3961"/>
                    <a:pt x="3644" y="3761"/>
                  </a:cubicBezTo>
                  <a:cubicBezTo>
                    <a:pt x="3644" y="3560"/>
                    <a:pt x="3481" y="3397"/>
                    <a:pt x="3279" y="3397"/>
                  </a:cubicBezTo>
                  <a:close/>
                  <a:moveTo>
                    <a:pt x="14928" y="3398"/>
                  </a:moveTo>
                  <a:cubicBezTo>
                    <a:pt x="14726" y="3398"/>
                    <a:pt x="14562" y="3562"/>
                    <a:pt x="14562" y="3762"/>
                  </a:cubicBezTo>
                  <a:cubicBezTo>
                    <a:pt x="14562" y="3963"/>
                    <a:pt x="14726" y="4126"/>
                    <a:pt x="14928" y="4126"/>
                  </a:cubicBezTo>
                  <a:lnTo>
                    <a:pt x="15412" y="4126"/>
                  </a:lnTo>
                  <a:cubicBezTo>
                    <a:pt x="15479" y="4126"/>
                    <a:pt x="15533" y="4181"/>
                    <a:pt x="15533" y="4247"/>
                  </a:cubicBezTo>
                  <a:lnTo>
                    <a:pt x="15533" y="5703"/>
                  </a:lnTo>
                  <a:cubicBezTo>
                    <a:pt x="15533" y="5772"/>
                    <a:pt x="15478" y="5826"/>
                    <a:pt x="15412" y="5826"/>
                  </a:cubicBezTo>
                  <a:lnTo>
                    <a:pt x="13944" y="5826"/>
                  </a:lnTo>
                  <a:cubicBezTo>
                    <a:pt x="13744" y="5826"/>
                    <a:pt x="13581" y="5988"/>
                    <a:pt x="13581" y="6190"/>
                  </a:cubicBezTo>
                  <a:cubicBezTo>
                    <a:pt x="13581" y="6390"/>
                    <a:pt x="13744" y="6553"/>
                    <a:pt x="13944" y="6553"/>
                  </a:cubicBezTo>
                  <a:lnTo>
                    <a:pt x="15412" y="6553"/>
                  </a:lnTo>
                  <a:cubicBezTo>
                    <a:pt x="15881" y="6553"/>
                    <a:pt x="16261" y="6174"/>
                    <a:pt x="16261" y="5703"/>
                  </a:cubicBezTo>
                  <a:lnTo>
                    <a:pt x="16261" y="4247"/>
                  </a:lnTo>
                  <a:cubicBezTo>
                    <a:pt x="16261" y="3779"/>
                    <a:pt x="15881" y="3398"/>
                    <a:pt x="15412" y="3398"/>
                  </a:cubicBezTo>
                  <a:close/>
                  <a:moveTo>
                    <a:pt x="12545" y="728"/>
                  </a:moveTo>
                  <a:cubicBezTo>
                    <a:pt x="12815" y="728"/>
                    <a:pt x="13055" y="909"/>
                    <a:pt x="13127" y="1166"/>
                  </a:cubicBezTo>
                  <a:cubicBezTo>
                    <a:pt x="13274" y="1676"/>
                    <a:pt x="13346" y="2206"/>
                    <a:pt x="13346" y="2742"/>
                  </a:cubicBezTo>
                  <a:cubicBezTo>
                    <a:pt x="13346" y="5360"/>
                    <a:pt x="11565" y="7639"/>
                    <a:pt x="9103" y="8193"/>
                  </a:cubicBezTo>
                  <a:cubicBezTo>
                    <a:pt x="6638" y="7639"/>
                    <a:pt x="4859" y="5360"/>
                    <a:pt x="4859" y="2742"/>
                  </a:cubicBezTo>
                  <a:cubicBezTo>
                    <a:pt x="4859" y="2206"/>
                    <a:pt x="4933" y="1677"/>
                    <a:pt x="5078" y="1166"/>
                  </a:cubicBezTo>
                  <a:cubicBezTo>
                    <a:pt x="5152" y="909"/>
                    <a:pt x="5391" y="728"/>
                    <a:pt x="5661" y="728"/>
                  </a:cubicBezTo>
                  <a:close/>
                  <a:moveTo>
                    <a:pt x="5662" y="1"/>
                  </a:moveTo>
                  <a:cubicBezTo>
                    <a:pt x="5068" y="1"/>
                    <a:pt x="4541" y="398"/>
                    <a:pt x="4379" y="967"/>
                  </a:cubicBezTo>
                  <a:cubicBezTo>
                    <a:pt x="4215" y="1542"/>
                    <a:pt x="4132" y="2139"/>
                    <a:pt x="4132" y="2742"/>
                  </a:cubicBezTo>
                  <a:cubicBezTo>
                    <a:pt x="4132" y="5729"/>
                    <a:pt x="6191" y="8328"/>
                    <a:pt x="9026" y="8921"/>
                  </a:cubicBezTo>
                  <a:cubicBezTo>
                    <a:pt x="9051" y="8927"/>
                    <a:pt x="9076" y="8928"/>
                    <a:pt x="9101" y="8928"/>
                  </a:cubicBezTo>
                  <a:cubicBezTo>
                    <a:pt x="9125" y="8928"/>
                    <a:pt x="9151" y="8927"/>
                    <a:pt x="9175" y="8921"/>
                  </a:cubicBezTo>
                  <a:cubicBezTo>
                    <a:pt x="12014" y="8327"/>
                    <a:pt x="14072" y="5728"/>
                    <a:pt x="14072" y="2742"/>
                  </a:cubicBezTo>
                  <a:cubicBezTo>
                    <a:pt x="14072" y="2139"/>
                    <a:pt x="13990" y="1542"/>
                    <a:pt x="13826" y="967"/>
                  </a:cubicBezTo>
                  <a:cubicBezTo>
                    <a:pt x="13664" y="398"/>
                    <a:pt x="13137" y="1"/>
                    <a:pt x="12543" y="1"/>
                  </a:cubicBezTo>
                  <a:close/>
                  <a:moveTo>
                    <a:pt x="12985" y="7717"/>
                  </a:moveTo>
                  <a:cubicBezTo>
                    <a:pt x="12785" y="7717"/>
                    <a:pt x="12621" y="7881"/>
                    <a:pt x="12621" y="8081"/>
                  </a:cubicBezTo>
                  <a:cubicBezTo>
                    <a:pt x="12621" y="8281"/>
                    <a:pt x="12785" y="8445"/>
                    <a:pt x="12985" y="8445"/>
                  </a:cubicBezTo>
                  <a:lnTo>
                    <a:pt x="15412" y="8445"/>
                  </a:lnTo>
                  <a:cubicBezTo>
                    <a:pt x="15479" y="8445"/>
                    <a:pt x="15533" y="8500"/>
                    <a:pt x="15533" y="8566"/>
                  </a:cubicBezTo>
                  <a:lnTo>
                    <a:pt x="15533" y="12012"/>
                  </a:lnTo>
                  <a:cubicBezTo>
                    <a:pt x="15533" y="12080"/>
                    <a:pt x="15478" y="12133"/>
                    <a:pt x="15412" y="12133"/>
                  </a:cubicBezTo>
                  <a:lnTo>
                    <a:pt x="8618" y="12133"/>
                  </a:lnTo>
                  <a:cubicBezTo>
                    <a:pt x="8550" y="12133"/>
                    <a:pt x="8497" y="12079"/>
                    <a:pt x="8497" y="12012"/>
                  </a:cubicBezTo>
                  <a:lnTo>
                    <a:pt x="8497" y="10071"/>
                  </a:lnTo>
                  <a:cubicBezTo>
                    <a:pt x="8497" y="9870"/>
                    <a:pt x="8334" y="9707"/>
                    <a:pt x="8132" y="9707"/>
                  </a:cubicBezTo>
                  <a:cubicBezTo>
                    <a:pt x="7932" y="9707"/>
                    <a:pt x="7768" y="9870"/>
                    <a:pt x="7768" y="10071"/>
                  </a:cubicBezTo>
                  <a:lnTo>
                    <a:pt x="7768" y="12012"/>
                  </a:lnTo>
                  <a:cubicBezTo>
                    <a:pt x="7768" y="12481"/>
                    <a:pt x="8149" y="12862"/>
                    <a:pt x="8618" y="12862"/>
                  </a:cubicBezTo>
                  <a:lnTo>
                    <a:pt x="15412" y="12862"/>
                  </a:lnTo>
                  <a:cubicBezTo>
                    <a:pt x="15881" y="12862"/>
                    <a:pt x="16261" y="12481"/>
                    <a:pt x="16261" y="12012"/>
                  </a:cubicBezTo>
                  <a:lnTo>
                    <a:pt x="16261" y="8566"/>
                  </a:lnTo>
                  <a:cubicBezTo>
                    <a:pt x="16261" y="8097"/>
                    <a:pt x="15881" y="7717"/>
                    <a:pt x="15412" y="7717"/>
                  </a:cubicBezTo>
                  <a:close/>
                  <a:moveTo>
                    <a:pt x="8132" y="14075"/>
                  </a:moveTo>
                  <a:cubicBezTo>
                    <a:pt x="7932" y="14075"/>
                    <a:pt x="7768" y="14239"/>
                    <a:pt x="7768" y="14439"/>
                  </a:cubicBezTo>
                  <a:cubicBezTo>
                    <a:pt x="7768" y="14639"/>
                    <a:pt x="7932" y="14803"/>
                    <a:pt x="8132" y="14803"/>
                  </a:cubicBezTo>
                  <a:lnTo>
                    <a:pt x="15897" y="14803"/>
                  </a:lnTo>
                  <a:cubicBezTo>
                    <a:pt x="16097" y="14803"/>
                    <a:pt x="16261" y="14639"/>
                    <a:pt x="16261" y="14439"/>
                  </a:cubicBezTo>
                  <a:cubicBezTo>
                    <a:pt x="16261" y="14236"/>
                    <a:pt x="16097" y="14075"/>
                    <a:pt x="15897" y="14075"/>
                  </a:cubicBezTo>
                  <a:close/>
                  <a:moveTo>
                    <a:pt x="8132" y="16015"/>
                  </a:moveTo>
                  <a:cubicBezTo>
                    <a:pt x="7932" y="16015"/>
                    <a:pt x="7768" y="16178"/>
                    <a:pt x="7768" y="16379"/>
                  </a:cubicBezTo>
                  <a:cubicBezTo>
                    <a:pt x="7768" y="16579"/>
                    <a:pt x="7932" y="16743"/>
                    <a:pt x="8132" y="16743"/>
                  </a:cubicBezTo>
                  <a:lnTo>
                    <a:pt x="11528" y="16743"/>
                  </a:lnTo>
                  <a:cubicBezTo>
                    <a:pt x="11730" y="16743"/>
                    <a:pt x="11894" y="16579"/>
                    <a:pt x="11894" y="16379"/>
                  </a:cubicBezTo>
                  <a:cubicBezTo>
                    <a:pt x="11894" y="16178"/>
                    <a:pt x="11730" y="16015"/>
                    <a:pt x="11528" y="16015"/>
                  </a:cubicBezTo>
                  <a:close/>
                  <a:moveTo>
                    <a:pt x="12985" y="16015"/>
                  </a:moveTo>
                  <a:cubicBezTo>
                    <a:pt x="12785" y="16015"/>
                    <a:pt x="12621" y="16178"/>
                    <a:pt x="12621" y="16379"/>
                  </a:cubicBezTo>
                  <a:cubicBezTo>
                    <a:pt x="12621" y="16579"/>
                    <a:pt x="12785" y="16743"/>
                    <a:pt x="12985" y="16743"/>
                  </a:cubicBezTo>
                  <a:lnTo>
                    <a:pt x="13033" y="16743"/>
                  </a:lnTo>
                  <a:cubicBezTo>
                    <a:pt x="13234" y="16743"/>
                    <a:pt x="13397" y="16579"/>
                    <a:pt x="13397" y="16379"/>
                  </a:cubicBezTo>
                  <a:cubicBezTo>
                    <a:pt x="13397" y="16178"/>
                    <a:pt x="13234" y="16015"/>
                    <a:pt x="13033" y="16015"/>
                  </a:cubicBezTo>
                  <a:close/>
                  <a:moveTo>
                    <a:pt x="20264" y="16939"/>
                  </a:moveTo>
                  <a:cubicBezTo>
                    <a:pt x="20062" y="16939"/>
                    <a:pt x="19899" y="17102"/>
                    <a:pt x="19899" y="17303"/>
                  </a:cubicBezTo>
                  <a:lnTo>
                    <a:pt x="19899" y="17351"/>
                  </a:lnTo>
                  <a:cubicBezTo>
                    <a:pt x="19899" y="17551"/>
                    <a:pt x="20062" y="17715"/>
                    <a:pt x="20264" y="17715"/>
                  </a:cubicBezTo>
                  <a:cubicBezTo>
                    <a:pt x="20466" y="17713"/>
                    <a:pt x="20628" y="17551"/>
                    <a:pt x="20628" y="17351"/>
                  </a:cubicBezTo>
                  <a:lnTo>
                    <a:pt x="20628" y="17303"/>
                  </a:lnTo>
                  <a:cubicBezTo>
                    <a:pt x="20628" y="17102"/>
                    <a:pt x="20464" y="16939"/>
                    <a:pt x="20264" y="16939"/>
                  </a:cubicBezTo>
                  <a:close/>
                  <a:moveTo>
                    <a:pt x="8131" y="17956"/>
                  </a:moveTo>
                  <a:cubicBezTo>
                    <a:pt x="7930" y="17956"/>
                    <a:pt x="7767" y="18120"/>
                    <a:pt x="7767" y="18320"/>
                  </a:cubicBezTo>
                  <a:cubicBezTo>
                    <a:pt x="7767" y="18520"/>
                    <a:pt x="7930" y="18684"/>
                    <a:pt x="8131" y="18684"/>
                  </a:cubicBezTo>
                  <a:lnTo>
                    <a:pt x="12984" y="18684"/>
                  </a:lnTo>
                  <a:cubicBezTo>
                    <a:pt x="13187" y="18684"/>
                    <a:pt x="13347" y="18520"/>
                    <a:pt x="13347" y="18320"/>
                  </a:cubicBezTo>
                  <a:cubicBezTo>
                    <a:pt x="13347" y="18120"/>
                    <a:pt x="13184" y="17956"/>
                    <a:pt x="12984" y="17956"/>
                  </a:cubicBezTo>
                  <a:close/>
                  <a:moveTo>
                    <a:pt x="14440" y="17956"/>
                  </a:moveTo>
                  <a:cubicBezTo>
                    <a:pt x="14240" y="17956"/>
                    <a:pt x="14076" y="18120"/>
                    <a:pt x="14076" y="18320"/>
                  </a:cubicBezTo>
                  <a:cubicBezTo>
                    <a:pt x="14076" y="18520"/>
                    <a:pt x="14240" y="18684"/>
                    <a:pt x="14440" y="18684"/>
                  </a:cubicBezTo>
                  <a:lnTo>
                    <a:pt x="15897" y="18684"/>
                  </a:lnTo>
                  <a:cubicBezTo>
                    <a:pt x="16097" y="18684"/>
                    <a:pt x="16261" y="18520"/>
                    <a:pt x="16261" y="18320"/>
                  </a:cubicBezTo>
                  <a:cubicBezTo>
                    <a:pt x="16261" y="18120"/>
                    <a:pt x="16097" y="17956"/>
                    <a:pt x="15897" y="17956"/>
                  </a:cubicBezTo>
                  <a:close/>
                  <a:moveTo>
                    <a:pt x="5705" y="8445"/>
                  </a:moveTo>
                  <a:cubicBezTo>
                    <a:pt x="5770" y="8445"/>
                    <a:pt x="5825" y="8499"/>
                    <a:pt x="5825" y="8566"/>
                  </a:cubicBezTo>
                  <a:lnTo>
                    <a:pt x="5825" y="20261"/>
                  </a:lnTo>
                  <a:cubicBezTo>
                    <a:pt x="5825" y="20328"/>
                    <a:pt x="5771" y="20382"/>
                    <a:pt x="5705" y="20382"/>
                  </a:cubicBezTo>
                  <a:lnTo>
                    <a:pt x="2793" y="20382"/>
                  </a:lnTo>
                  <a:cubicBezTo>
                    <a:pt x="2727" y="20382"/>
                    <a:pt x="2672" y="20330"/>
                    <a:pt x="2672" y="20261"/>
                  </a:cubicBezTo>
                  <a:lnTo>
                    <a:pt x="2672" y="8566"/>
                  </a:lnTo>
                  <a:cubicBezTo>
                    <a:pt x="2672" y="8500"/>
                    <a:pt x="2725" y="8445"/>
                    <a:pt x="2793" y="8445"/>
                  </a:cubicBezTo>
                  <a:close/>
                  <a:moveTo>
                    <a:pt x="8132" y="19898"/>
                  </a:moveTo>
                  <a:cubicBezTo>
                    <a:pt x="7932" y="19898"/>
                    <a:pt x="7768" y="20061"/>
                    <a:pt x="7768" y="20261"/>
                  </a:cubicBezTo>
                  <a:cubicBezTo>
                    <a:pt x="7768" y="20463"/>
                    <a:pt x="7932" y="20627"/>
                    <a:pt x="8132" y="20627"/>
                  </a:cubicBezTo>
                  <a:lnTo>
                    <a:pt x="11528" y="20627"/>
                  </a:lnTo>
                  <a:cubicBezTo>
                    <a:pt x="11730" y="20627"/>
                    <a:pt x="11894" y="20463"/>
                    <a:pt x="11894" y="20261"/>
                  </a:cubicBezTo>
                  <a:cubicBezTo>
                    <a:pt x="11894" y="20061"/>
                    <a:pt x="11730" y="19898"/>
                    <a:pt x="11528" y="19898"/>
                  </a:cubicBezTo>
                  <a:close/>
                  <a:moveTo>
                    <a:pt x="12985" y="19898"/>
                  </a:moveTo>
                  <a:cubicBezTo>
                    <a:pt x="12785" y="19898"/>
                    <a:pt x="12621" y="20061"/>
                    <a:pt x="12621" y="20261"/>
                  </a:cubicBezTo>
                  <a:cubicBezTo>
                    <a:pt x="12621" y="20463"/>
                    <a:pt x="12783" y="20627"/>
                    <a:pt x="12985" y="20627"/>
                  </a:cubicBezTo>
                  <a:lnTo>
                    <a:pt x="13033" y="20627"/>
                  </a:lnTo>
                  <a:cubicBezTo>
                    <a:pt x="13234" y="20627"/>
                    <a:pt x="13397" y="20463"/>
                    <a:pt x="13397" y="20261"/>
                  </a:cubicBezTo>
                  <a:cubicBezTo>
                    <a:pt x="13397" y="20061"/>
                    <a:pt x="13234" y="19898"/>
                    <a:pt x="13033" y="19898"/>
                  </a:cubicBezTo>
                  <a:close/>
                  <a:moveTo>
                    <a:pt x="14878" y="19898"/>
                  </a:moveTo>
                  <a:cubicBezTo>
                    <a:pt x="14676" y="19898"/>
                    <a:pt x="14513" y="20061"/>
                    <a:pt x="14513" y="20261"/>
                  </a:cubicBezTo>
                  <a:cubicBezTo>
                    <a:pt x="14513" y="20463"/>
                    <a:pt x="14676" y="20627"/>
                    <a:pt x="14878" y="20627"/>
                  </a:cubicBezTo>
                  <a:lnTo>
                    <a:pt x="14925" y="20627"/>
                  </a:lnTo>
                  <a:cubicBezTo>
                    <a:pt x="15127" y="20627"/>
                    <a:pt x="15290" y="20463"/>
                    <a:pt x="15290" y="20261"/>
                  </a:cubicBezTo>
                  <a:cubicBezTo>
                    <a:pt x="15290" y="20061"/>
                    <a:pt x="15127" y="19898"/>
                    <a:pt x="14925" y="19898"/>
                  </a:cubicBezTo>
                  <a:close/>
                  <a:moveTo>
                    <a:pt x="2794" y="7717"/>
                  </a:moveTo>
                  <a:cubicBezTo>
                    <a:pt x="2325" y="7717"/>
                    <a:pt x="1946" y="8097"/>
                    <a:pt x="1946" y="8566"/>
                  </a:cubicBezTo>
                  <a:lnTo>
                    <a:pt x="1946" y="20261"/>
                  </a:lnTo>
                  <a:cubicBezTo>
                    <a:pt x="1946" y="20730"/>
                    <a:pt x="2325" y="21111"/>
                    <a:pt x="2794" y="21111"/>
                  </a:cubicBezTo>
                  <a:lnTo>
                    <a:pt x="5706" y="21111"/>
                  </a:lnTo>
                  <a:cubicBezTo>
                    <a:pt x="6175" y="21111"/>
                    <a:pt x="6555" y="20730"/>
                    <a:pt x="6555" y="20261"/>
                  </a:cubicBezTo>
                  <a:lnTo>
                    <a:pt x="6555" y="8566"/>
                  </a:lnTo>
                  <a:cubicBezTo>
                    <a:pt x="6555" y="8097"/>
                    <a:pt x="6175" y="7717"/>
                    <a:pt x="5706" y="7717"/>
                  </a:cubicBezTo>
                  <a:close/>
                  <a:moveTo>
                    <a:pt x="2305" y="1456"/>
                  </a:moveTo>
                  <a:cubicBezTo>
                    <a:pt x="1036" y="1456"/>
                    <a:pt x="0" y="2489"/>
                    <a:pt x="0" y="3761"/>
                  </a:cubicBezTo>
                  <a:lnTo>
                    <a:pt x="0" y="20745"/>
                  </a:lnTo>
                  <a:cubicBezTo>
                    <a:pt x="0" y="22015"/>
                    <a:pt x="1034" y="23051"/>
                    <a:pt x="2305" y="23051"/>
                  </a:cubicBezTo>
                  <a:lnTo>
                    <a:pt x="20261" y="23051"/>
                  </a:lnTo>
                  <a:cubicBezTo>
                    <a:pt x="21800" y="23051"/>
                    <a:pt x="23052" y="21799"/>
                    <a:pt x="23052" y="20260"/>
                  </a:cubicBezTo>
                  <a:lnTo>
                    <a:pt x="23052" y="5702"/>
                  </a:lnTo>
                  <a:cubicBezTo>
                    <a:pt x="23054" y="4967"/>
                    <a:pt x="22455" y="4369"/>
                    <a:pt x="21721" y="4369"/>
                  </a:cubicBezTo>
                  <a:lnTo>
                    <a:pt x="19293" y="4369"/>
                  </a:lnTo>
                  <a:cubicBezTo>
                    <a:pt x="19093" y="4369"/>
                    <a:pt x="18930" y="4531"/>
                    <a:pt x="18930" y="4733"/>
                  </a:cubicBezTo>
                  <a:cubicBezTo>
                    <a:pt x="18930" y="4933"/>
                    <a:pt x="19093" y="5097"/>
                    <a:pt x="19293" y="5097"/>
                  </a:cubicBezTo>
                  <a:lnTo>
                    <a:pt x="19920" y="5097"/>
                  </a:lnTo>
                  <a:cubicBezTo>
                    <a:pt x="19906" y="5134"/>
                    <a:pt x="19899" y="5175"/>
                    <a:pt x="19899" y="5217"/>
                  </a:cubicBezTo>
                  <a:lnTo>
                    <a:pt x="19899" y="15408"/>
                  </a:lnTo>
                  <a:cubicBezTo>
                    <a:pt x="19899" y="15610"/>
                    <a:pt x="20062" y="15773"/>
                    <a:pt x="20264" y="15773"/>
                  </a:cubicBezTo>
                  <a:cubicBezTo>
                    <a:pt x="20464" y="15773"/>
                    <a:pt x="20628" y="15610"/>
                    <a:pt x="20628" y="15408"/>
                  </a:cubicBezTo>
                  <a:lnTo>
                    <a:pt x="20628" y="5217"/>
                  </a:lnTo>
                  <a:cubicBezTo>
                    <a:pt x="20628" y="5175"/>
                    <a:pt x="20621" y="5134"/>
                    <a:pt x="20606" y="5097"/>
                  </a:cubicBezTo>
                  <a:lnTo>
                    <a:pt x="21718" y="5097"/>
                  </a:lnTo>
                  <a:cubicBezTo>
                    <a:pt x="22052" y="5097"/>
                    <a:pt x="22325" y="5368"/>
                    <a:pt x="22325" y="5702"/>
                  </a:cubicBezTo>
                  <a:lnTo>
                    <a:pt x="22325" y="20260"/>
                  </a:lnTo>
                  <a:cubicBezTo>
                    <a:pt x="22325" y="21397"/>
                    <a:pt x="21398" y="22322"/>
                    <a:pt x="20261" y="22322"/>
                  </a:cubicBezTo>
                  <a:cubicBezTo>
                    <a:pt x="19124" y="22322"/>
                    <a:pt x="18199" y="21397"/>
                    <a:pt x="18199" y="20260"/>
                  </a:cubicBezTo>
                  <a:lnTo>
                    <a:pt x="18199" y="3761"/>
                  </a:lnTo>
                  <a:cubicBezTo>
                    <a:pt x="18199" y="2490"/>
                    <a:pt x="17166" y="1456"/>
                    <a:pt x="15894" y="1456"/>
                  </a:cubicBezTo>
                  <a:lnTo>
                    <a:pt x="14923" y="1456"/>
                  </a:lnTo>
                  <a:cubicBezTo>
                    <a:pt x="14723" y="1456"/>
                    <a:pt x="14560" y="1618"/>
                    <a:pt x="14560" y="1820"/>
                  </a:cubicBezTo>
                  <a:cubicBezTo>
                    <a:pt x="14560" y="2020"/>
                    <a:pt x="14723" y="2183"/>
                    <a:pt x="14923" y="2183"/>
                  </a:cubicBezTo>
                  <a:lnTo>
                    <a:pt x="15894" y="2183"/>
                  </a:lnTo>
                  <a:cubicBezTo>
                    <a:pt x="16764" y="2183"/>
                    <a:pt x="17472" y="2891"/>
                    <a:pt x="17472" y="3761"/>
                  </a:cubicBezTo>
                  <a:lnTo>
                    <a:pt x="17472" y="20260"/>
                  </a:lnTo>
                  <a:cubicBezTo>
                    <a:pt x="17472" y="21076"/>
                    <a:pt x="17823" y="21813"/>
                    <a:pt x="18384" y="22322"/>
                  </a:cubicBezTo>
                  <a:lnTo>
                    <a:pt x="2305" y="22322"/>
                  </a:lnTo>
                  <a:cubicBezTo>
                    <a:pt x="1436" y="22322"/>
                    <a:pt x="728" y="21616"/>
                    <a:pt x="728" y="20745"/>
                  </a:cubicBezTo>
                  <a:lnTo>
                    <a:pt x="728" y="3761"/>
                  </a:lnTo>
                  <a:cubicBezTo>
                    <a:pt x="728" y="2891"/>
                    <a:pt x="1436" y="2183"/>
                    <a:pt x="2305" y="2183"/>
                  </a:cubicBezTo>
                  <a:lnTo>
                    <a:pt x="3276" y="2183"/>
                  </a:lnTo>
                  <a:cubicBezTo>
                    <a:pt x="3476" y="2183"/>
                    <a:pt x="3640" y="2020"/>
                    <a:pt x="3640" y="1820"/>
                  </a:cubicBezTo>
                  <a:cubicBezTo>
                    <a:pt x="3640" y="1618"/>
                    <a:pt x="3476" y="1456"/>
                    <a:pt x="3276" y="1456"/>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4" name="Google Shape;3984;p56"/>
          <p:cNvGrpSpPr/>
          <p:nvPr/>
        </p:nvGrpSpPr>
        <p:grpSpPr>
          <a:xfrm>
            <a:off x="974825" y="3412038"/>
            <a:ext cx="576350" cy="576275"/>
            <a:chOff x="974825" y="3412038"/>
            <a:chExt cx="576350" cy="576275"/>
          </a:xfrm>
        </p:grpSpPr>
        <p:sp>
          <p:nvSpPr>
            <p:cNvPr id="3985" name="Google Shape;3985;p56"/>
            <p:cNvSpPr/>
            <p:nvPr/>
          </p:nvSpPr>
          <p:spPr>
            <a:xfrm>
              <a:off x="983950" y="3421113"/>
              <a:ext cx="558075" cy="400400"/>
            </a:xfrm>
            <a:custGeom>
              <a:rect b="b" l="l" r="r" t="t"/>
              <a:pathLst>
                <a:path extrusionOk="0" h="16016" w="22323">
                  <a:moveTo>
                    <a:pt x="970" y="1"/>
                  </a:moveTo>
                  <a:cubicBezTo>
                    <a:pt x="436" y="1"/>
                    <a:pt x="1" y="434"/>
                    <a:pt x="1" y="972"/>
                  </a:cubicBezTo>
                  <a:lnTo>
                    <a:pt x="1" y="15045"/>
                  </a:lnTo>
                  <a:cubicBezTo>
                    <a:pt x="1" y="15581"/>
                    <a:pt x="434" y="16015"/>
                    <a:pt x="970" y="16015"/>
                  </a:cubicBezTo>
                  <a:lnTo>
                    <a:pt x="21353" y="16015"/>
                  </a:lnTo>
                  <a:cubicBezTo>
                    <a:pt x="21889" y="16015"/>
                    <a:pt x="22322" y="15581"/>
                    <a:pt x="22322" y="15043"/>
                  </a:cubicBezTo>
                  <a:lnTo>
                    <a:pt x="22322" y="972"/>
                  </a:lnTo>
                  <a:cubicBezTo>
                    <a:pt x="22322" y="436"/>
                    <a:pt x="21889" y="1"/>
                    <a:pt x="213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6"/>
            <p:cNvSpPr/>
            <p:nvPr/>
          </p:nvSpPr>
          <p:spPr>
            <a:xfrm>
              <a:off x="983950" y="3421113"/>
              <a:ext cx="558075" cy="351875"/>
            </a:xfrm>
            <a:custGeom>
              <a:rect b="b" l="l" r="r" t="t"/>
              <a:pathLst>
                <a:path extrusionOk="0" h="14075" w="22323">
                  <a:moveTo>
                    <a:pt x="970" y="1"/>
                  </a:moveTo>
                  <a:cubicBezTo>
                    <a:pt x="436" y="1"/>
                    <a:pt x="1" y="434"/>
                    <a:pt x="1" y="972"/>
                  </a:cubicBezTo>
                  <a:lnTo>
                    <a:pt x="1" y="14074"/>
                  </a:lnTo>
                  <a:lnTo>
                    <a:pt x="22322" y="14074"/>
                  </a:lnTo>
                  <a:lnTo>
                    <a:pt x="22322" y="972"/>
                  </a:lnTo>
                  <a:cubicBezTo>
                    <a:pt x="22322" y="436"/>
                    <a:pt x="21889" y="1"/>
                    <a:pt x="213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6"/>
            <p:cNvSpPr/>
            <p:nvPr/>
          </p:nvSpPr>
          <p:spPr>
            <a:xfrm>
              <a:off x="1262950" y="3421113"/>
              <a:ext cx="279075" cy="351875"/>
            </a:xfrm>
            <a:custGeom>
              <a:rect b="b" l="l" r="r" t="t"/>
              <a:pathLst>
                <a:path extrusionOk="0" h="14075" w="11163">
                  <a:moveTo>
                    <a:pt x="1" y="1"/>
                  </a:moveTo>
                  <a:lnTo>
                    <a:pt x="1" y="14074"/>
                  </a:lnTo>
                  <a:lnTo>
                    <a:pt x="11162" y="14074"/>
                  </a:lnTo>
                  <a:lnTo>
                    <a:pt x="11162" y="972"/>
                  </a:lnTo>
                  <a:cubicBezTo>
                    <a:pt x="11162" y="434"/>
                    <a:pt x="10729" y="1"/>
                    <a:pt x="101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6"/>
            <p:cNvSpPr/>
            <p:nvPr/>
          </p:nvSpPr>
          <p:spPr>
            <a:xfrm>
              <a:off x="1032475" y="3421113"/>
              <a:ext cx="461050" cy="72825"/>
            </a:xfrm>
            <a:custGeom>
              <a:rect b="b" l="l" r="r" t="t"/>
              <a:pathLst>
                <a:path extrusionOk="0" h="2913" w="18442">
                  <a:moveTo>
                    <a:pt x="1" y="1"/>
                  </a:moveTo>
                  <a:lnTo>
                    <a:pt x="1" y="1942"/>
                  </a:lnTo>
                  <a:cubicBezTo>
                    <a:pt x="1" y="2477"/>
                    <a:pt x="434" y="2913"/>
                    <a:pt x="970" y="2913"/>
                  </a:cubicBezTo>
                  <a:lnTo>
                    <a:pt x="17469" y="2913"/>
                  </a:lnTo>
                  <a:cubicBezTo>
                    <a:pt x="18006" y="2913"/>
                    <a:pt x="18440" y="2477"/>
                    <a:pt x="18441" y="1942"/>
                  </a:cubicBezTo>
                  <a:lnTo>
                    <a:pt x="184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6"/>
            <p:cNvSpPr/>
            <p:nvPr/>
          </p:nvSpPr>
          <p:spPr>
            <a:xfrm>
              <a:off x="1032475" y="3469613"/>
              <a:ext cx="461050" cy="303375"/>
            </a:xfrm>
            <a:custGeom>
              <a:rect b="b" l="l" r="r" t="t"/>
              <a:pathLst>
                <a:path extrusionOk="0" h="12135" w="18442">
                  <a:moveTo>
                    <a:pt x="1" y="1"/>
                  </a:moveTo>
                  <a:lnTo>
                    <a:pt x="1" y="12134"/>
                  </a:lnTo>
                  <a:lnTo>
                    <a:pt x="18441" y="12134"/>
                  </a:lnTo>
                  <a:lnTo>
                    <a:pt x="1844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6"/>
            <p:cNvSpPr/>
            <p:nvPr/>
          </p:nvSpPr>
          <p:spPr>
            <a:xfrm>
              <a:off x="1097650" y="3548488"/>
              <a:ext cx="330650" cy="148675"/>
            </a:xfrm>
            <a:custGeom>
              <a:rect b="b" l="l" r="r" t="t"/>
              <a:pathLst>
                <a:path extrusionOk="0" h="5947" w="13226">
                  <a:moveTo>
                    <a:pt x="5744" y="1619"/>
                  </a:moveTo>
                  <a:cubicBezTo>
                    <a:pt x="5651" y="1619"/>
                    <a:pt x="5558" y="1655"/>
                    <a:pt x="5487" y="1726"/>
                  </a:cubicBezTo>
                  <a:cubicBezTo>
                    <a:pt x="5345" y="1868"/>
                    <a:pt x="5345" y="2098"/>
                    <a:pt x="5487" y="2240"/>
                  </a:cubicBezTo>
                  <a:lnTo>
                    <a:pt x="6158" y="2912"/>
                  </a:lnTo>
                  <a:lnTo>
                    <a:pt x="5487" y="3583"/>
                  </a:lnTo>
                  <a:cubicBezTo>
                    <a:pt x="5345" y="3725"/>
                    <a:pt x="5345" y="3957"/>
                    <a:pt x="5487" y="4099"/>
                  </a:cubicBezTo>
                  <a:cubicBezTo>
                    <a:pt x="5558" y="4170"/>
                    <a:pt x="5652" y="4206"/>
                    <a:pt x="5744" y="4206"/>
                  </a:cubicBezTo>
                  <a:cubicBezTo>
                    <a:pt x="5838" y="4206"/>
                    <a:pt x="5931" y="4170"/>
                    <a:pt x="6002" y="4099"/>
                  </a:cubicBezTo>
                  <a:lnTo>
                    <a:pt x="6674" y="3427"/>
                  </a:lnTo>
                  <a:lnTo>
                    <a:pt x="7345" y="4099"/>
                  </a:lnTo>
                  <a:cubicBezTo>
                    <a:pt x="7416" y="4170"/>
                    <a:pt x="7508" y="4206"/>
                    <a:pt x="7603" y="4206"/>
                  </a:cubicBezTo>
                  <a:cubicBezTo>
                    <a:pt x="7697" y="4206"/>
                    <a:pt x="7789" y="4170"/>
                    <a:pt x="7860" y="4099"/>
                  </a:cubicBezTo>
                  <a:cubicBezTo>
                    <a:pt x="8003" y="3957"/>
                    <a:pt x="8003" y="3725"/>
                    <a:pt x="7860" y="3583"/>
                  </a:cubicBezTo>
                  <a:lnTo>
                    <a:pt x="7188" y="2912"/>
                  </a:lnTo>
                  <a:lnTo>
                    <a:pt x="7860" y="2240"/>
                  </a:lnTo>
                  <a:cubicBezTo>
                    <a:pt x="8003" y="2098"/>
                    <a:pt x="8003" y="1868"/>
                    <a:pt x="7860" y="1726"/>
                  </a:cubicBezTo>
                  <a:cubicBezTo>
                    <a:pt x="7789" y="1655"/>
                    <a:pt x="7696" y="1619"/>
                    <a:pt x="7603" y="1619"/>
                  </a:cubicBezTo>
                  <a:cubicBezTo>
                    <a:pt x="7509" y="1619"/>
                    <a:pt x="7416" y="1655"/>
                    <a:pt x="7345" y="1726"/>
                  </a:cubicBezTo>
                  <a:lnTo>
                    <a:pt x="6674" y="2397"/>
                  </a:lnTo>
                  <a:lnTo>
                    <a:pt x="6002" y="1726"/>
                  </a:lnTo>
                  <a:cubicBezTo>
                    <a:pt x="5931" y="1655"/>
                    <a:pt x="5838" y="1619"/>
                    <a:pt x="5744" y="1619"/>
                  </a:cubicBezTo>
                  <a:close/>
                  <a:moveTo>
                    <a:pt x="1940" y="0"/>
                  </a:moveTo>
                  <a:cubicBezTo>
                    <a:pt x="1505" y="0"/>
                    <a:pt x="1098" y="169"/>
                    <a:pt x="790" y="474"/>
                  </a:cubicBezTo>
                  <a:cubicBezTo>
                    <a:pt x="476" y="784"/>
                    <a:pt x="303" y="1199"/>
                    <a:pt x="303" y="1639"/>
                  </a:cubicBezTo>
                  <a:cubicBezTo>
                    <a:pt x="303" y="1840"/>
                    <a:pt x="466" y="2003"/>
                    <a:pt x="668" y="2003"/>
                  </a:cubicBezTo>
                  <a:cubicBezTo>
                    <a:pt x="869" y="2003"/>
                    <a:pt x="1032" y="1840"/>
                    <a:pt x="1032" y="1639"/>
                  </a:cubicBezTo>
                  <a:cubicBezTo>
                    <a:pt x="1032" y="1393"/>
                    <a:pt x="1127" y="1165"/>
                    <a:pt x="1302" y="993"/>
                  </a:cubicBezTo>
                  <a:cubicBezTo>
                    <a:pt x="1472" y="823"/>
                    <a:pt x="1698" y="730"/>
                    <a:pt x="1936" y="730"/>
                  </a:cubicBezTo>
                  <a:cubicBezTo>
                    <a:pt x="1941" y="730"/>
                    <a:pt x="1946" y="730"/>
                    <a:pt x="1951" y="730"/>
                  </a:cubicBezTo>
                  <a:cubicBezTo>
                    <a:pt x="2018" y="730"/>
                    <a:pt x="2085" y="731"/>
                    <a:pt x="2153" y="731"/>
                  </a:cubicBezTo>
                  <a:cubicBezTo>
                    <a:pt x="2220" y="731"/>
                    <a:pt x="2287" y="730"/>
                    <a:pt x="2354" y="730"/>
                  </a:cubicBezTo>
                  <a:cubicBezTo>
                    <a:pt x="2357" y="730"/>
                    <a:pt x="2361" y="730"/>
                    <a:pt x="2365" y="730"/>
                  </a:cubicBezTo>
                  <a:cubicBezTo>
                    <a:pt x="2605" y="730"/>
                    <a:pt x="2832" y="822"/>
                    <a:pt x="3003" y="993"/>
                  </a:cubicBezTo>
                  <a:cubicBezTo>
                    <a:pt x="3178" y="1165"/>
                    <a:pt x="3273" y="1393"/>
                    <a:pt x="3273" y="1639"/>
                  </a:cubicBezTo>
                  <a:lnTo>
                    <a:pt x="3273" y="1962"/>
                  </a:lnTo>
                  <a:cubicBezTo>
                    <a:pt x="3273" y="2345"/>
                    <a:pt x="3070" y="2706"/>
                    <a:pt x="2739" y="2901"/>
                  </a:cubicBezTo>
                  <a:lnTo>
                    <a:pt x="178" y="4420"/>
                  </a:lnTo>
                  <a:cubicBezTo>
                    <a:pt x="67" y="4486"/>
                    <a:pt x="0" y="4605"/>
                    <a:pt x="0" y="4733"/>
                  </a:cubicBezTo>
                  <a:lnTo>
                    <a:pt x="0" y="5583"/>
                  </a:lnTo>
                  <a:cubicBezTo>
                    <a:pt x="0" y="5783"/>
                    <a:pt x="164" y="5947"/>
                    <a:pt x="364" y="5947"/>
                  </a:cubicBezTo>
                  <a:lnTo>
                    <a:pt x="3155" y="5947"/>
                  </a:lnTo>
                  <a:cubicBezTo>
                    <a:pt x="3624" y="5947"/>
                    <a:pt x="4004" y="5566"/>
                    <a:pt x="4004" y="5097"/>
                  </a:cubicBezTo>
                  <a:lnTo>
                    <a:pt x="4004" y="4854"/>
                  </a:lnTo>
                  <a:cubicBezTo>
                    <a:pt x="4004" y="4653"/>
                    <a:pt x="3840" y="4490"/>
                    <a:pt x="3640" y="4490"/>
                  </a:cubicBezTo>
                  <a:cubicBezTo>
                    <a:pt x="3439" y="4490"/>
                    <a:pt x="3276" y="4653"/>
                    <a:pt x="3276" y="4854"/>
                  </a:cubicBezTo>
                  <a:lnTo>
                    <a:pt x="3276" y="5097"/>
                  </a:lnTo>
                  <a:cubicBezTo>
                    <a:pt x="3276" y="5165"/>
                    <a:pt x="3221" y="5218"/>
                    <a:pt x="3155" y="5218"/>
                  </a:cubicBezTo>
                  <a:lnTo>
                    <a:pt x="728" y="5218"/>
                  </a:lnTo>
                  <a:lnTo>
                    <a:pt x="728" y="4940"/>
                  </a:lnTo>
                  <a:lnTo>
                    <a:pt x="3113" y="3529"/>
                  </a:lnTo>
                  <a:cubicBezTo>
                    <a:pt x="3663" y="3202"/>
                    <a:pt x="4004" y="2603"/>
                    <a:pt x="4004" y="1963"/>
                  </a:cubicBezTo>
                  <a:lnTo>
                    <a:pt x="4004" y="1641"/>
                  </a:lnTo>
                  <a:cubicBezTo>
                    <a:pt x="4004" y="1200"/>
                    <a:pt x="3832" y="787"/>
                    <a:pt x="3518" y="475"/>
                  </a:cubicBezTo>
                  <a:cubicBezTo>
                    <a:pt x="3208" y="167"/>
                    <a:pt x="2796" y="1"/>
                    <a:pt x="2358" y="1"/>
                  </a:cubicBezTo>
                  <a:cubicBezTo>
                    <a:pt x="2354" y="1"/>
                    <a:pt x="2350" y="1"/>
                    <a:pt x="2347" y="1"/>
                  </a:cubicBezTo>
                  <a:cubicBezTo>
                    <a:pt x="2283" y="1"/>
                    <a:pt x="2218" y="2"/>
                    <a:pt x="2154" y="2"/>
                  </a:cubicBezTo>
                  <a:cubicBezTo>
                    <a:pt x="2090" y="2"/>
                    <a:pt x="2025" y="1"/>
                    <a:pt x="1961" y="1"/>
                  </a:cubicBezTo>
                  <a:cubicBezTo>
                    <a:pt x="1954" y="1"/>
                    <a:pt x="1947" y="0"/>
                    <a:pt x="1940" y="0"/>
                  </a:cubicBezTo>
                  <a:close/>
                  <a:moveTo>
                    <a:pt x="11160" y="0"/>
                  </a:moveTo>
                  <a:cubicBezTo>
                    <a:pt x="10728" y="0"/>
                    <a:pt x="10320" y="169"/>
                    <a:pt x="10012" y="472"/>
                  </a:cubicBezTo>
                  <a:cubicBezTo>
                    <a:pt x="9697" y="784"/>
                    <a:pt x="9525" y="1197"/>
                    <a:pt x="9525" y="1639"/>
                  </a:cubicBezTo>
                  <a:cubicBezTo>
                    <a:pt x="9525" y="1840"/>
                    <a:pt x="9688" y="2003"/>
                    <a:pt x="9888" y="2003"/>
                  </a:cubicBezTo>
                  <a:cubicBezTo>
                    <a:pt x="10090" y="2003"/>
                    <a:pt x="10254" y="1840"/>
                    <a:pt x="10254" y="1639"/>
                  </a:cubicBezTo>
                  <a:cubicBezTo>
                    <a:pt x="10254" y="1393"/>
                    <a:pt x="10349" y="1165"/>
                    <a:pt x="10524" y="993"/>
                  </a:cubicBezTo>
                  <a:cubicBezTo>
                    <a:pt x="10693" y="823"/>
                    <a:pt x="10920" y="730"/>
                    <a:pt x="11157" y="730"/>
                  </a:cubicBezTo>
                  <a:cubicBezTo>
                    <a:pt x="11163" y="730"/>
                    <a:pt x="11168" y="730"/>
                    <a:pt x="11173" y="730"/>
                  </a:cubicBezTo>
                  <a:cubicBezTo>
                    <a:pt x="11240" y="730"/>
                    <a:pt x="11307" y="731"/>
                    <a:pt x="11374" y="731"/>
                  </a:cubicBezTo>
                  <a:cubicBezTo>
                    <a:pt x="11441" y="731"/>
                    <a:pt x="11508" y="730"/>
                    <a:pt x="11575" y="730"/>
                  </a:cubicBezTo>
                  <a:cubicBezTo>
                    <a:pt x="11579" y="730"/>
                    <a:pt x="11583" y="730"/>
                    <a:pt x="11586" y="730"/>
                  </a:cubicBezTo>
                  <a:cubicBezTo>
                    <a:pt x="11827" y="730"/>
                    <a:pt x="12054" y="822"/>
                    <a:pt x="12225" y="993"/>
                  </a:cubicBezTo>
                  <a:cubicBezTo>
                    <a:pt x="12400" y="1165"/>
                    <a:pt x="12495" y="1393"/>
                    <a:pt x="12495" y="1639"/>
                  </a:cubicBezTo>
                  <a:lnTo>
                    <a:pt x="12495" y="1962"/>
                  </a:lnTo>
                  <a:cubicBezTo>
                    <a:pt x="12495" y="2345"/>
                    <a:pt x="12290" y="2706"/>
                    <a:pt x="11960" y="2901"/>
                  </a:cubicBezTo>
                  <a:lnTo>
                    <a:pt x="9398" y="4420"/>
                  </a:lnTo>
                  <a:cubicBezTo>
                    <a:pt x="9289" y="4486"/>
                    <a:pt x="9220" y="4605"/>
                    <a:pt x="9220" y="4733"/>
                  </a:cubicBezTo>
                  <a:lnTo>
                    <a:pt x="9220" y="5583"/>
                  </a:lnTo>
                  <a:cubicBezTo>
                    <a:pt x="9220" y="5783"/>
                    <a:pt x="9384" y="5947"/>
                    <a:pt x="9586" y="5947"/>
                  </a:cubicBezTo>
                  <a:lnTo>
                    <a:pt x="12375" y="5947"/>
                  </a:lnTo>
                  <a:cubicBezTo>
                    <a:pt x="12844" y="5947"/>
                    <a:pt x="13225" y="5566"/>
                    <a:pt x="13225" y="5097"/>
                  </a:cubicBezTo>
                  <a:lnTo>
                    <a:pt x="13225" y="4854"/>
                  </a:lnTo>
                  <a:cubicBezTo>
                    <a:pt x="13225" y="4653"/>
                    <a:pt x="13062" y="4490"/>
                    <a:pt x="12861" y="4490"/>
                  </a:cubicBezTo>
                  <a:cubicBezTo>
                    <a:pt x="12660" y="4490"/>
                    <a:pt x="12496" y="4653"/>
                    <a:pt x="12496" y="4854"/>
                  </a:cubicBezTo>
                  <a:lnTo>
                    <a:pt x="12496" y="5097"/>
                  </a:lnTo>
                  <a:cubicBezTo>
                    <a:pt x="12496" y="5165"/>
                    <a:pt x="12442" y="5218"/>
                    <a:pt x="12375" y="5218"/>
                  </a:cubicBezTo>
                  <a:lnTo>
                    <a:pt x="9950" y="5218"/>
                  </a:lnTo>
                  <a:lnTo>
                    <a:pt x="9950" y="4940"/>
                  </a:lnTo>
                  <a:lnTo>
                    <a:pt x="12333" y="3526"/>
                  </a:lnTo>
                  <a:cubicBezTo>
                    <a:pt x="12884" y="3200"/>
                    <a:pt x="13225" y="2601"/>
                    <a:pt x="13225" y="1962"/>
                  </a:cubicBezTo>
                  <a:lnTo>
                    <a:pt x="13225" y="1639"/>
                  </a:lnTo>
                  <a:cubicBezTo>
                    <a:pt x="13225" y="1199"/>
                    <a:pt x="13053" y="784"/>
                    <a:pt x="12738" y="472"/>
                  </a:cubicBezTo>
                  <a:cubicBezTo>
                    <a:pt x="12426" y="165"/>
                    <a:pt x="12016" y="1"/>
                    <a:pt x="11579" y="1"/>
                  </a:cubicBezTo>
                  <a:cubicBezTo>
                    <a:pt x="11576" y="1"/>
                    <a:pt x="11572" y="1"/>
                    <a:pt x="11568" y="1"/>
                  </a:cubicBezTo>
                  <a:cubicBezTo>
                    <a:pt x="11504" y="1"/>
                    <a:pt x="11440" y="2"/>
                    <a:pt x="11375" y="2"/>
                  </a:cubicBezTo>
                  <a:cubicBezTo>
                    <a:pt x="11310" y="2"/>
                    <a:pt x="11246" y="1"/>
                    <a:pt x="11182" y="1"/>
                  </a:cubicBezTo>
                  <a:cubicBezTo>
                    <a:pt x="11174" y="1"/>
                    <a:pt x="11167" y="0"/>
                    <a:pt x="111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6"/>
            <p:cNvSpPr/>
            <p:nvPr/>
          </p:nvSpPr>
          <p:spPr>
            <a:xfrm>
              <a:off x="974825" y="3412038"/>
              <a:ext cx="576350" cy="576275"/>
            </a:xfrm>
            <a:custGeom>
              <a:rect b="b" l="l" r="r" t="t"/>
              <a:pathLst>
                <a:path extrusionOk="0" h="23051" w="23054">
                  <a:moveTo>
                    <a:pt x="20384" y="726"/>
                  </a:moveTo>
                  <a:lnTo>
                    <a:pt x="20384" y="1940"/>
                  </a:lnTo>
                  <a:lnTo>
                    <a:pt x="2671" y="1940"/>
                  </a:lnTo>
                  <a:lnTo>
                    <a:pt x="2671" y="847"/>
                  </a:lnTo>
                  <a:cubicBezTo>
                    <a:pt x="2671" y="804"/>
                    <a:pt x="2664" y="763"/>
                    <a:pt x="2649" y="726"/>
                  </a:cubicBezTo>
                  <a:close/>
                  <a:moveTo>
                    <a:pt x="1962" y="726"/>
                  </a:moveTo>
                  <a:cubicBezTo>
                    <a:pt x="1947" y="763"/>
                    <a:pt x="1940" y="804"/>
                    <a:pt x="1940" y="847"/>
                  </a:cubicBezTo>
                  <a:lnTo>
                    <a:pt x="1940" y="2304"/>
                  </a:lnTo>
                  <a:lnTo>
                    <a:pt x="1940" y="14072"/>
                  </a:lnTo>
                  <a:lnTo>
                    <a:pt x="728" y="14072"/>
                  </a:lnTo>
                  <a:lnTo>
                    <a:pt x="728" y="1335"/>
                  </a:lnTo>
                  <a:cubicBezTo>
                    <a:pt x="730" y="1001"/>
                    <a:pt x="1001" y="726"/>
                    <a:pt x="1335" y="726"/>
                  </a:cubicBezTo>
                  <a:close/>
                  <a:moveTo>
                    <a:pt x="20382" y="2668"/>
                  </a:moveTo>
                  <a:lnTo>
                    <a:pt x="20382" y="14072"/>
                  </a:lnTo>
                  <a:lnTo>
                    <a:pt x="2669" y="14072"/>
                  </a:lnTo>
                  <a:lnTo>
                    <a:pt x="2669" y="2668"/>
                  </a:lnTo>
                  <a:close/>
                  <a:moveTo>
                    <a:pt x="21715" y="726"/>
                  </a:moveTo>
                  <a:cubicBezTo>
                    <a:pt x="22052" y="726"/>
                    <a:pt x="22323" y="1001"/>
                    <a:pt x="22323" y="1335"/>
                  </a:cubicBezTo>
                  <a:lnTo>
                    <a:pt x="22323" y="14072"/>
                  </a:lnTo>
                  <a:lnTo>
                    <a:pt x="21110" y="14072"/>
                  </a:lnTo>
                  <a:lnTo>
                    <a:pt x="21110" y="2304"/>
                  </a:lnTo>
                  <a:lnTo>
                    <a:pt x="21110" y="726"/>
                  </a:lnTo>
                  <a:close/>
                  <a:moveTo>
                    <a:pt x="22325" y="14802"/>
                  </a:moveTo>
                  <a:lnTo>
                    <a:pt x="22325" y="15408"/>
                  </a:lnTo>
                  <a:cubicBezTo>
                    <a:pt x="22323" y="15740"/>
                    <a:pt x="22052" y="16015"/>
                    <a:pt x="21718" y="16015"/>
                  </a:cubicBezTo>
                  <a:lnTo>
                    <a:pt x="1335" y="16015"/>
                  </a:lnTo>
                  <a:cubicBezTo>
                    <a:pt x="1001" y="16015"/>
                    <a:pt x="730" y="15742"/>
                    <a:pt x="730" y="15408"/>
                  </a:cubicBezTo>
                  <a:lnTo>
                    <a:pt x="730" y="14802"/>
                  </a:lnTo>
                  <a:close/>
                  <a:moveTo>
                    <a:pt x="16986" y="16741"/>
                  </a:moveTo>
                  <a:lnTo>
                    <a:pt x="16986" y="17954"/>
                  </a:lnTo>
                  <a:lnTo>
                    <a:pt x="6066" y="17954"/>
                  </a:lnTo>
                  <a:lnTo>
                    <a:pt x="6066" y="16741"/>
                  </a:lnTo>
                  <a:close/>
                  <a:moveTo>
                    <a:pt x="16987" y="18682"/>
                  </a:moveTo>
                  <a:lnTo>
                    <a:pt x="16987" y="22322"/>
                  </a:lnTo>
                  <a:lnTo>
                    <a:pt x="6067" y="22322"/>
                  </a:lnTo>
                  <a:lnTo>
                    <a:pt x="6067" y="18682"/>
                  </a:lnTo>
                  <a:close/>
                  <a:moveTo>
                    <a:pt x="1335" y="0"/>
                  </a:moveTo>
                  <a:cubicBezTo>
                    <a:pt x="600" y="0"/>
                    <a:pt x="1" y="598"/>
                    <a:pt x="1" y="1335"/>
                  </a:cubicBezTo>
                  <a:lnTo>
                    <a:pt x="1" y="15406"/>
                  </a:lnTo>
                  <a:cubicBezTo>
                    <a:pt x="1" y="16143"/>
                    <a:pt x="600" y="16741"/>
                    <a:pt x="1335" y="16741"/>
                  </a:cubicBezTo>
                  <a:lnTo>
                    <a:pt x="5340" y="16741"/>
                  </a:lnTo>
                  <a:lnTo>
                    <a:pt x="5340" y="22322"/>
                  </a:lnTo>
                  <a:lnTo>
                    <a:pt x="2307" y="22322"/>
                  </a:lnTo>
                  <a:cubicBezTo>
                    <a:pt x="2107" y="22322"/>
                    <a:pt x="1943" y="22485"/>
                    <a:pt x="1943" y="22687"/>
                  </a:cubicBezTo>
                  <a:cubicBezTo>
                    <a:pt x="1943" y="22887"/>
                    <a:pt x="2107" y="23051"/>
                    <a:pt x="2307" y="23051"/>
                  </a:cubicBezTo>
                  <a:lnTo>
                    <a:pt x="20747" y="23051"/>
                  </a:lnTo>
                  <a:cubicBezTo>
                    <a:pt x="20948" y="23051"/>
                    <a:pt x="21111" y="22887"/>
                    <a:pt x="21111" y="22687"/>
                  </a:cubicBezTo>
                  <a:cubicBezTo>
                    <a:pt x="21111" y="22485"/>
                    <a:pt x="20948" y="22322"/>
                    <a:pt x="20747" y="22322"/>
                  </a:cubicBezTo>
                  <a:lnTo>
                    <a:pt x="17715" y="22322"/>
                  </a:lnTo>
                  <a:lnTo>
                    <a:pt x="17715" y="16741"/>
                  </a:lnTo>
                  <a:lnTo>
                    <a:pt x="21719" y="16741"/>
                  </a:lnTo>
                  <a:cubicBezTo>
                    <a:pt x="22454" y="16741"/>
                    <a:pt x="23054" y="16143"/>
                    <a:pt x="23054" y="15406"/>
                  </a:cubicBezTo>
                  <a:lnTo>
                    <a:pt x="23054" y="1335"/>
                  </a:lnTo>
                  <a:cubicBezTo>
                    <a:pt x="23051" y="598"/>
                    <a:pt x="22453" y="0"/>
                    <a:pt x="217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92" name="Google Shape;3992;p56"/>
          <p:cNvSpPr txBox="1"/>
          <p:nvPr>
            <p:ph idx="7" type="subTitle"/>
          </p:nvPr>
        </p:nvSpPr>
        <p:spPr>
          <a:xfrm>
            <a:off x="5115525" y="3482112"/>
            <a:ext cx="1470600" cy="564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Earth is the planet we live on</a:t>
            </a:r>
            <a:endParaRPr/>
          </a:p>
        </p:txBody>
      </p:sp>
      <p:sp>
        <p:nvSpPr>
          <p:cNvPr id="3993" name="Google Shape;3993;p56"/>
          <p:cNvSpPr txBox="1"/>
          <p:nvPr>
            <p:ph idx="9" type="subTitle"/>
          </p:nvPr>
        </p:nvSpPr>
        <p:spPr>
          <a:xfrm>
            <a:off x="6953400" y="3482112"/>
            <a:ext cx="1470600" cy="564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Pluto is now a dwarf planet</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97" name="Shape 3997"/>
        <p:cNvGrpSpPr/>
        <p:nvPr/>
      </p:nvGrpSpPr>
      <p:grpSpPr>
        <a:xfrm>
          <a:off x="0" y="0"/>
          <a:ext cx="0" cy="0"/>
          <a:chOff x="0" y="0"/>
          <a:chExt cx="0" cy="0"/>
        </a:xfrm>
      </p:grpSpPr>
      <p:sp>
        <p:nvSpPr>
          <p:cNvPr id="3998" name="Google Shape;3998;p57"/>
          <p:cNvSpPr txBox="1"/>
          <p:nvPr>
            <p:ph idx="3" type="title"/>
          </p:nvPr>
        </p:nvSpPr>
        <p:spPr>
          <a:xfrm>
            <a:off x="2690300" y="1428425"/>
            <a:ext cx="1793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hlink"/>
                </a:solidFill>
              </a:rPr>
              <a:t>2</a:t>
            </a:r>
            <a:r>
              <a:rPr baseline="30000" lang="en">
                <a:solidFill>
                  <a:schemeClr val="hlink"/>
                </a:solidFill>
              </a:rPr>
              <a:t>nd</a:t>
            </a:r>
            <a:r>
              <a:rPr lang="en">
                <a:solidFill>
                  <a:schemeClr val="hlink"/>
                </a:solidFill>
              </a:rPr>
              <a:t> attempt</a:t>
            </a:r>
            <a:endParaRPr/>
          </a:p>
        </p:txBody>
      </p:sp>
      <p:sp>
        <p:nvSpPr>
          <p:cNvPr id="3999" name="Google Shape;3999;p57"/>
          <p:cNvSpPr txBox="1"/>
          <p:nvPr>
            <p:ph idx="8" type="subTitle"/>
          </p:nvPr>
        </p:nvSpPr>
        <p:spPr>
          <a:xfrm>
            <a:off x="6630900" y="1956125"/>
            <a:ext cx="1793100" cy="33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9, 24, 15</a:t>
            </a:r>
            <a:endParaRPr/>
          </a:p>
        </p:txBody>
      </p:sp>
      <p:grpSp>
        <p:nvGrpSpPr>
          <p:cNvPr id="4000" name="Google Shape;4000;p57"/>
          <p:cNvGrpSpPr/>
          <p:nvPr/>
        </p:nvGrpSpPr>
        <p:grpSpPr>
          <a:xfrm>
            <a:off x="8088588" y="4177879"/>
            <a:ext cx="331565" cy="417036"/>
            <a:chOff x="8088588" y="4177879"/>
            <a:chExt cx="331565" cy="417036"/>
          </a:xfrm>
        </p:grpSpPr>
        <p:sp>
          <p:nvSpPr>
            <p:cNvPr id="4001" name="Google Shape;4001;p57"/>
            <p:cNvSpPr/>
            <p:nvPr/>
          </p:nvSpPr>
          <p:spPr>
            <a:xfrm>
              <a:off x="8363903" y="4360123"/>
              <a:ext cx="50132" cy="74226"/>
            </a:xfrm>
            <a:custGeom>
              <a:rect b="b" l="l" r="r" t="t"/>
              <a:pathLst>
                <a:path extrusionOk="0" h="5690" w="3843">
                  <a:moveTo>
                    <a:pt x="420" y="0"/>
                  </a:moveTo>
                  <a:lnTo>
                    <a:pt x="1" y="5690"/>
                  </a:lnTo>
                  <a:lnTo>
                    <a:pt x="278" y="5690"/>
                  </a:lnTo>
                  <a:cubicBezTo>
                    <a:pt x="2247" y="5690"/>
                    <a:pt x="3842" y="4094"/>
                    <a:pt x="3842" y="2128"/>
                  </a:cubicBezTo>
                  <a:lnTo>
                    <a:pt x="3842" y="1919"/>
                  </a:lnTo>
                  <a:cubicBezTo>
                    <a:pt x="3842" y="859"/>
                    <a:pt x="2983" y="0"/>
                    <a:pt x="1925" y="0"/>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7"/>
            <p:cNvSpPr/>
            <p:nvPr/>
          </p:nvSpPr>
          <p:spPr>
            <a:xfrm>
              <a:off x="8094692" y="4360123"/>
              <a:ext cx="50119" cy="74226"/>
            </a:xfrm>
            <a:custGeom>
              <a:rect b="b" l="l" r="r" t="t"/>
              <a:pathLst>
                <a:path extrusionOk="0" h="5690" w="3842">
                  <a:moveTo>
                    <a:pt x="1917" y="0"/>
                  </a:moveTo>
                  <a:cubicBezTo>
                    <a:pt x="860" y="0"/>
                    <a:pt x="0" y="859"/>
                    <a:pt x="0" y="1919"/>
                  </a:cubicBezTo>
                  <a:lnTo>
                    <a:pt x="0" y="2128"/>
                  </a:lnTo>
                  <a:cubicBezTo>
                    <a:pt x="0" y="4094"/>
                    <a:pt x="1597" y="5690"/>
                    <a:pt x="3565" y="5690"/>
                  </a:cubicBezTo>
                  <a:lnTo>
                    <a:pt x="3842" y="5690"/>
                  </a:lnTo>
                  <a:lnTo>
                    <a:pt x="3423" y="0"/>
                  </a:ln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7"/>
            <p:cNvSpPr/>
            <p:nvPr/>
          </p:nvSpPr>
          <p:spPr>
            <a:xfrm>
              <a:off x="8148983" y="4521325"/>
              <a:ext cx="210742" cy="67482"/>
            </a:xfrm>
            <a:custGeom>
              <a:rect b="b" l="l" r="r" t="t"/>
              <a:pathLst>
                <a:path extrusionOk="0" h="5173" w="16155">
                  <a:moveTo>
                    <a:pt x="3517" y="0"/>
                  </a:moveTo>
                  <a:lnTo>
                    <a:pt x="3517" y="1630"/>
                  </a:lnTo>
                  <a:cubicBezTo>
                    <a:pt x="3517" y="2540"/>
                    <a:pt x="2996" y="3368"/>
                    <a:pt x="2175" y="3761"/>
                  </a:cubicBezTo>
                  <a:lnTo>
                    <a:pt x="248" y="4687"/>
                  </a:lnTo>
                  <a:cubicBezTo>
                    <a:pt x="1" y="4806"/>
                    <a:pt x="86" y="5173"/>
                    <a:pt x="358" y="5173"/>
                  </a:cubicBezTo>
                  <a:lnTo>
                    <a:pt x="15798" y="5173"/>
                  </a:lnTo>
                  <a:cubicBezTo>
                    <a:pt x="16071" y="5173"/>
                    <a:pt x="16154" y="4806"/>
                    <a:pt x="15910" y="4687"/>
                  </a:cubicBezTo>
                  <a:lnTo>
                    <a:pt x="13982" y="3761"/>
                  </a:lnTo>
                  <a:cubicBezTo>
                    <a:pt x="13162" y="3368"/>
                    <a:pt x="12640" y="2540"/>
                    <a:pt x="12640" y="1630"/>
                  </a:cubicBezTo>
                  <a:lnTo>
                    <a:pt x="12640" y="0"/>
                  </a:lnTo>
                  <a:cubicBezTo>
                    <a:pt x="11040" y="1093"/>
                    <a:pt x="9275" y="1721"/>
                    <a:pt x="8078" y="1721"/>
                  </a:cubicBezTo>
                  <a:cubicBezTo>
                    <a:pt x="6881" y="1721"/>
                    <a:pt x="5115" y="1093"/>
                    <a:pt x="3517" y="0"/>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7"/>
            <p:cNvSpPr/>
            <p:nvPr/>
          </p:nvSpPr>
          <p:spPr>
            <a:xfrm>
              <a:off x="8132834" y="4214156"/>
              <a:ext cx="243041" cy="329634"/>
            </a:xfrm>
            <a:custGeom>
              <a:rect b="b" l="l" r="r" t="t"/>
              <a:pathLst>
                <a:path extrusionOk="0" h="25269" w="18631">
                  <a:moveTo>
                    <a:pt x="9316" y="1"/>
                  </a:moveTo>
                  <a:cubicBezTo>
                    <a:pt x="4112" y="1"/>
                    <a:pt x="1" y="4423"/>
                    <a:pt x="384" y="9616"/>
                  </a:cubicBezTo>
                  <a:lnTo>
                    <a:pt x="994" y="17887"/>
                  </a:lnTo>
                  <a:cubicBezTo>
                    <a:pt x="1315" y="22248"/>
                    <a:pt x="6690" y="25269"/>
                    <a:pt x="9318" y="25269"/>
                  </a:cubicBezTo>
                  <a:cubicBezTo>
                    <a:pt x="11945" y="25269"/>
                    <a:pt x="17322" y="22245"/>
                    <a:pt x="17642" y="17887"/>
                  </a:cubicBezTo>
                  <a:lnTo>
                    <a:pt x="18249" y="9616"/>
                  </a:lnTo>
                  <a:cubicBezTo>
                    <a:pt x="18630" y="4423"/>
                    <a:pt x="14522" y="1"/>
                    <a:pt x="9316" y="1"/>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7"/>
            <p:cNvSpPr/>
            <p:nvPr/>
          </p:nvSpPr>
          <p:spPr>
            <a:xfrm>
              <a:off x="8196700" y="4219556"/>
              <a:ext cx="178286" cy="324194"/>
            </a:xfrm>
            <a:custGeom>
              <a:rect b="b" l="l" r="r" t="t"/>
              <a:pathLst>
                <a:path extrusionOk="0" h="24852" w="13667">
                  <a:moveTo>
                    <a:pt x="7124" y="0"/>
                  </a:moveTo>
                  <a:cubicBezTo>
                    <a:pt x="9573" y="1752"/>
                    <a:pt x="11094" y="4702"/>
                    <a:pt x="10856" y="7952"/>
                  </a:cubicBezTo>
                  <a:lnTo>
                    <a:pt x="10246" y="16222"/>
                  </a:lnTo>
                  <a:cubicBezTo>
                    <a:pt x="9925" y="20583"/>
                    <a:pt x="4549" y="23603"/>
                    <a:pt x="1922" y="23603"/>
                  </a:cubicBezTo>
                  <a:cubicBezTo>
                    <a:pt x="1377" y="23603"/>
                    <a:pt x="712" y="23473"/>
                    <a:pt x="1" y="23229"/>
                  </a:cubicBezTo>
                  <a:lnTo>
                    <a:pt x="1" y="23229"/>
                  </a:lnTo>
                  <a:cubicBezTo>
                    <a:pt x="1560" y="24263"/>
                    <a:pt x="3258" y="24852"/>
                    <a:pt x="4420" y="24852"/>
                  </a:cubicBezTo>
                  <a:cubicBezTo>
                    <a:pt x="7048" y="24852"/>
                    <a:pt x="12424" y="21830"/>
                    <a:pt x="12744" y="17470"/>
                  </a:cubicBezTo>
                  <a:lnTo>
                    <a:pt x="13354" y="9201"/>
                  </a:lnTo>
                  <a:cubicBezTo>
                    <a:pt x="13667" y="4951"/>
                    <a:pt x="10969" y="1215"/>
                    <a:pt x="7124"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7"/>
            <p:cNvSpPr/>
            <p:nvPr/>
          </p:nvSpPr>
          <p:spPr>
            <a:xfrm>
              <a:off x="8172933" y="4184023"/>
              <a:ext cx="162867" cy="153788"/>
            </a:xfrm>
            <a:custGeom>
              <a:rect b="b" l="l" r="r" t="t"/>
              <a:pathLst>
                <a:path extrusionOk="0" h="11789" w="12485">
                  <a:moveTo>
                    <a:pt x="6242" y="1"/>
                  </a:moveTo>
                  <a:cubicBezTo>
                    <a:pt x="2796" y="1"/>
                    <a:pt x="0" y="2794"/>
                    <a:pt x="0" y="6243"/>
                  </a:cubicBezTo>
                  <a:cubicBezTo>
                    <a:pt x="0" y="8656"/>
                    <a:pt x="1371" y="10750"/>
                    <a:pt x="3374" y="11789"/>
                  </a:cubicBezTo>
                  <a:lnTo>
                    <a:pt x="9109" y="11789"/>
                  </a:lnTo>
                  <a:cubicBezTo>
                    <a:pt x="11114" y="10750"/>
                    <a:pt x="12484" y="8656"/>
                    <a:pt x="12484" y="6243"/>
                  </a:cubicBezTo>
                  <a:cubicBezTo>
                    <a:pt x="12484" y="2794"/>
                    <a:pt x="9690" y="1"/>
                    <a:pt x="624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7"/>
            <p:cNvSpPr/>
            <p:nvPr/>
          </p:nvSpPr>
          <p:spPr>
            <a:xfrm>
              <a:off x="8202583" y="4186293"/>
              <a:ext cx="133216" cy="151518"/>
            </a:xfrm>
            <a:custGeom>
              <a:rect b="b" l="l" r="r" t="t"/>
              <a:pathLst>
                <a:path extrusionOk="0" h="11615" w="10212">
                  <a:moveTo>
                    <a:pt x="5439" y="0"/>
                  </a:moveTo>
                  <a:lnTo>
                    <a:pt x="5439" y="0"/>
                  </a:lnTo>
                  <a:cubicBezTo>
                    <a:pt x="6826" y="1145"/>
                    <a:pt x="7713" y="2879"/>
                    <a:pt x="7713" y="4820"/>
                  </a:cubicBezTo>
                  <a:cubicBezTo>
                    <a:pt x="7713" y="8267"/>
                    <a:pt x="4918" y="11062"/>
                    <a:pt x="1471" y="11062"/>
                  </a:cubicBezTo>
                  <a:cubicBezTo>
                    <a:pt x="964" y="11062"/>
                    <a:pt x="472" y="11000"/>
                    <a:pt x="0" y="10888"/>
                  </a:cubicBezTo>
                  <a:lnTo>
                    <a:pt x="0" y="10888"/>
                  </a:lnTo>
                  <a:cubicBezTo>
                    <a:pt x="339" y="11168"/>
                    <a:pt x="706" y="11412"/>
                    <a:pt x="1099" y="11615"/>
                  </a:cubicBezTo>
                  <a:lnTo>
                    <a:pt x="6833" y="11615"/>
                  </a:lnTo>
                  <a:cubicBezTo>
                    <a:pt x="8839" y="10576"/>
                    <a:pt x="10208" y="8482"/>
                    <a:pt x="10208" y="6069"/>
                  </a:cubicBezTo>
                  <a:cubicBezTo>
                    <a:pt x="10211" y="3127"/>
                    <a:pt x="8178" y="660"/>
                    <a:pt x="5439"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7"/>
            <p:cNvSpPr/>
            <p:nvPr/>
          </p:nvSpPr>
          <p:spPr>
            <a:xfrm>
              <a:off x="8161675" y="4283604"/>
              <a:ext cx="55311" cy="54202"/>
            </a:xfrm>
            <a:custGeom>
              <a:rect b="b" l="l" r="r" t="t"/>
              <a:pathLst>
                <a:path extrusionOk="0" h="4155" w="4240">
                  <a:moveTo>
                    <a:pt x="1020" y="0"/>
                  </a:moveTo>
                  <a:cubicBezTo>
                    <a:pt x="446" y="953"/>
                    <a:pt x="110" y="2022"/>
                    <a:pt x="37" y="3139"/>
                  </a:cubicBezTo>
                  <a:cubicBezTo>
                    <a:pt x="1" y="3688"/>
                    <a:pt x="437" y="4155"/>
                    <a:pt x="987" y="4155"/>
                  </a:cubicBezTo>
                  <a:lnTo>
                    <a:pt x="4240" y="4155"/>
                  </a:lnTo>
                  <a:cubicBezTo>
                    <a:pt x="2630" y="3322"/>
                    <a:pt x="1431" y="1810"/>
                    <a:pt x="1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7"/>
            <p:cNvSpPr/>
            <p:nvPr/>
          </p:nvSpPr>
          <p:spPr>
            <a:xfrm>
              <a:off x="8161662" y="4321511"/>
              <a:ext cx="55285" cy="16306"/>
            </a:xfrm>
            <a:custGeom>
              <a:rect b="b" l="l" r="r" t="t"/>
              <a:pathLst>
                <a:path extrusionOk="0" h="1250" w="4238">
                  <a:moveTo>
                    <a:pt x="55" y="0"/>
                  </a:moveTo>
                  <a:cubicBezTo>
                    <a:pt x="48" y="76"/>
                    <a:pt x="41" y="157"/>
                    <a:pt x="36" y="235"/>
                  </a:cubicBezTo>
                  <a:cubicBezTo>
                    <a:pt x="0" y="784"/>
                    <a:pt x="435" y="1250"/>
                    <a:pt x="986" y="1250"/>
                  </a:cubicBezTo>
                  <a:lnTo>
                    <a:pt x="4238" y="1250"/>
                  </a:lnTo>
                  <a:cubicBezTo>
                    <a:pt x="3618" y="926"/>
                    <a:pt x="3057" y="502"/>
                    <a:pt x="2579"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7"/>
            <p:cNvSpPr/>
            <p:nvPr/>
          </p:nvSpPr>
          <p:spPr>
            <a:xfrm>
              <a:off x="8291754" y="4283604"/>
              <a:ext cx="55324" cy="54202"/>
            </a:xfrm>
            <a:custGeom>
              <a:rect b="b" l="l" r="r" t="t"/>
              <a:pathLst>
                <a:path extrusionOk="0" h="4155" w="4241">
                  <a:moveTo>
                    <a:pt x="3219" y="0"/>
                  </a:moveTo>
                  <a:cubicBezTo>
                    <a:pt x="2807" y="1810"/>
                    <a:pt x="1609" y="3321"/>
                    <a:pt x="0" y="4155"/>
                  </a:cubicBezTo>
                  <a:lnTo>
                    <a:pt x="3252" y="4155"/>
                  </a:lnTo>
                  <a:cubicBezTo>
                    <a:pt x="3803" y="4155"/>
                    <a:pt x="4240" y="3688"/>
                    <a:pt x="4202" y="3139"/>
                  </a:cubicBezTo>
                  <a:cubicBezTo>
                    <a:pt x="4129" y="2022"/>
                    <a:pt x="3793" y="953"/>
                    <a:pt x="32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7"/>
            <p:cNvSpPr/>
            <p:nvPr/>
          </p:nvSpPr>
          <p:spPr>
            <a:xfrm>
              <a:off x="8088588" y="4177879"/>
              <a:ext cx="331565" cy="417036"/>
            </a:xfrm>
            <a:custGeom>
              <a:rect b="b" l="l" r="r" t="t"/>
              <a:pathLst>
                <a:path extrusionOk="0" h="31969" w="25417">
                  <a:moveTo>
                    <a:pt x="6531" y="9347"/>
                  </a:moveTo>
                  <a:cubicBezTo>
                    <a:pt x="6930" y="10282"/>
                    <a:pt x="7537" y="11120"/>
                    <a:pt x="8317" y="11790"/>
                  </a:cubicBezTo>
                  <a:lnTo>
                    <a:pt x="6588" y="11790"/>
                  </a:lnTo>
                  <a:cubicBezTo>
                    <a:pt x="6587" y="11790"/>
                    <a:pt x="6587" y="11790"/>
                    <a:pt x="6586" y="11790"/>
                  </a:cubicBezTo>
                  <a:cubicBezTo>
                    <a:pt x="6307" y="11790"/>
                    <a:pt x="6087" y="11553"/>
                    <a:pt x="6106" y="11277"/>
                  </a:cubicBezTo>
                  <a:cubicBezTo>
                    <a:pt x="6151" y="10605"/>
                    <a:pt x="6293" y="9959"/>
                    <a:pt x="6531" y="9347"/>
                  </a:cubicBezTo>
                  <a:close/>
                  <a:moveTo>
                    <a:pt x="3454" y="14441"/>
                  </a:moveTo>
                  <a:lnTo>
                    <a:pt x="3804" y="19185"/>
                  </a:lnTo>
                  <a:cubicBezTo>
                    <a:pt x="2205" y="19068"/>
                    <a:pt x="936" y="17728"/>
                    <a:pt x="936" y="16098"/>
                  </a:cubicBezTo>
                  <a:lnTo>
                    <a:pt x="936" y="15888"/>
                  </a:lnTo>
                  <a:cubicBezTo>
                    <a:pt x="936" y="15089"/>
                    <a:pt x="1586" y="14441"/>
                    <a:pt x="2384" y="14441"/>
                  </a:cubicBezTo>
                  <a:close/>
                  <a:moveTo>
                    <a:pt x="23031" y="14441"/>
                  </a:moveTo>
                  <a:cubicBezTo>
                    <a:pt x="23829" y="14441"/>
                    <a:pt x="24479" y="15089"/>
                    <a:pt x="24479" y="15888"/>
                  </a:cubicBezTo>
                  <a:lnTo>
                    <a:pt x="24479" y="16098"/>
                  </a:lnTo>
                  <a:cubicBezTo>
                    <a:pt x="24479" y="17728"/>
                    <a:pt x="23212" y="19068"/>
                    <a:pt x="21611" y="19185"/>
                  </a:cubicBezTo>
                  <a:lnTo>
                    <a:pt x="21961" y="14441"/>
                  </a:lnTo>
                  <a:close/>
                  <a:moveTo>
                    <a:pt x="8616" y="27177"/>
                  </a:moveTo>
                  <a:cubicBezTo>
                    <a:pt x="10029" y="28004"/>
                    <a:pt x="11543" y="28517"/>
                    <a:pt x="12708" y="28517"/>
                  </a:cubicBezTo>
                  <a:cubicBezTo>
                    <a:pt x="13825" y="28517"/>
                    <a:pt x="15341" y="28035"/>
                    <a:pt x="16802" y="27179"/>
                  </a:cubicBezTo>
                  <a:lnTo>
                    <a:pt x="16802" y="27961"/>
                  </a:lnTo>
                  <a:cubicBezTo>
                    <a:pt x="16802" y="29043"/>
                    <a:pt x="17433" y="30044"/>
                    <a:pt x="18409" y="30512"/>
                  </a:cubicBezTo>
                  <a:lnTo>
                    <a:pt x="19494" y="31031"/>
                  </a:lnTo>
                  <a:lnTo>
                    <a:pt x="5922" y="31031"/>
                  </a:lnTo>
                  <a:lnTo>
                    <a:pt x="7009" y="30512"/>
                  </a:lnTo>
                  <a:cubicBezTo>
                    <a:pt x="7984" y="30044"/>
                    <a:pt x="8616" y="29041"/>
                    <a:pt x="8616" y="27959"/>
                  </a:cubicBezTo>
                  <a:lnTo>
                    <a:pt x="8616" y="27177"/>
                  </a:lnTo>
                  <a:close/>
                  <a:moveTo>
                    <a:pt x="12710" y="1"/>
                  </a:moveTo>
                  <a:cubicBezTo>
                    <a:pt x="11209" y="1"/>
                    <a:pt x="9790" y="486"/>
                    <a:pt x="8604" y="1401"/>
                  </a:cubicBezTo>
                  <a:cubicBezTo>
                    <a:pt x="8401" y="1559"/>
                    <a:pt x="8362" y="1855"/>
                    <a:pt x="8520" y="2059"/>
                  </a:cubicBezTo>
                  <a:cubicBezTo>
                    <a:pt x="8612" y="2178"/>
                    <a:pt x="8751" y="2240"/>
                    <a:pt x="8891" y="2240"/>
                  </a:cubicBezTo>
                  <a:cubicBezTo>
                    <a:pt x="8991" y="2240"/>
                    <a:pt x="9092" y="2209"/>
                    <a:pt x="9177" y="2143"/>
                  </a:cubicBezTo>
                  <a:cubicBezTo>
                    <a:pt x="10196" y="1354"/>
                    <a:pt x="11417" y="938"/>
                    <a:pt x="12708" y="938"/>
                  </a:cubicBezTo>
                  <a:cubicBezTo>
                    <a:pt x="15945" y="938"/>
                    <a:pt x="18484" y="3590"/>
                    <a:pt x="18484" y="6705"/>
                  </a:cubicBezTo>
                  <a:cubicBezTo>
                    <a:pt x="18484" y="8819"/>
                    <a:pt x="17342" y="10767"/>
                    <a:pt x="15458" y="11789"/>
                  </a:cubicBezTo>
                  <a:lnTo>
                    <a:pt x="9957" y="11789"/>
                  </a:lnTo>
                  <a:cubicBezTo>
                    <a:pt x="8066" y="10763"/>
                    <a:pt x="6934" y="8814"/>
                    <a:pt x="6934" y="6714"/>
                  </a:cubicBezTo>
                  <a:cubicBezTo>
                    <a:pt x="6934" y="5657"/>
                    <a:pt x="7221" y="4588"/>
                    <a:pt x="7819" y="3638"/>
                  </a:cubicBezTo>
                  <a:cubicBezTo>
                    <a:pt x="7957" y="3420"/>
                    <a:pt x="7891" y="3132"/>
                    <a:pt x="7672" y="2993"/>
                  </a:cubicBezTo>
                  <a:cubicBezTo>
                    <a:pt x="7594" y="2944"/>
                    <a:pt x="7508" y="2921"/>
                    <a:pt x="7423" y="2921"/>
                  </a:cubicBezTo>
                  <a:cubicBezTo>
                    <a:pt x="7267" y="2921"/>
                    <a:pt x="7115" y="2999"/>
                    <a:pt x="7026" y="3141"/>
                  </a:cubicBezTo>
                  <a:cubicBezTo>
                    <a:pt x="6687" y="3679"/>
                    <a:pt x="6428" y="4261"/>
                    <a:pt x="6255" y="4868"/>
                  </a:cubicBezTo>
                  <a:cubicBezTo>
                    <a:pt x="4170" y="6827"/>
                    <a:pt x="3097" y="9575"/>
                    <a:pt x="3308" y="12430"/>
                  </a:cubicBezTo>
                  <a:lnTo>
                    <a:pt x="3387" y="13502"/>
                  </a:lnTo>
                  <a:lnTo>
                    <a:pt x="2385" y="13502"/>
                  </a:lnTo>
                  <a:cubicBezTo>
                    <a:pt x="1071" y="13502"/>
                    <a:pt x="0" y="14571"/>
                    <a:pt x="0" y="15888"/>
                  </a:cubicBezTo>
                  <a:lnTo>
                    <a:pt x="0" y="16098"/>
                  </a:lnTo>
                  <a:cubicBezTo>
                    <a:pt x="0" y="18268"/>
                    <a:pt x="1724" y="20044"/>
                    <a:pt x="3875" y="20126"/>
                  </a:cubicBezTo>
                  <a:lnTo>
                    <a:pt x="3918" y="20703"/>
                  </a:lnTo>
                  <a:cubicBezTo>
                    <a:pt x="4005" y="21894"/>
                    <a:pt x="4443" y="23053"/>
                    <a:pt x="5218" y="24149"/>
                  </a:cubicBezTo>
                  <a:cubicBezTo>
                    <a:pt x="5309" y="24279"/>
                    <a:pt x="5453" y="24348"/>
                    <a:pt x="5600" y="24348"/>
                  </a:cubicBezTo>
                  <a:cubicBezTo>
                    <a:pt x="5693" y="24348"/>
                    <a:pt x="5788" y="24320"/>
                    <a:pt x="5871" y="24261"/>
                  </a:cubicBezTo>
                  <a:cubicBezTo>
                    <a:pt x="6082" y="24112"/>
                    <a:pt x="6132" y="23819"/>
                    <a:pt x="5981" y="23608"/>
                  </a:cubicBezTo>
                  <a:cubicBezTo>
                    <a:pt x="5307" y="22654"/>
                    <a:pt x="4925" y="21653"/>
                    <a:pt x="4852" y="20632"/>
                  </a:cubicBezTo>
                  <a:cubicBezTo>
                    <a:pt x="4823" y="20241"/>
                    <a:pt x="4801" y="19936"/>
                    <a:pt x="4783" y="19703"/>
                  </a:cubicBezTo>
                  <a:lnTo>
                    <a:pt x="4783" y="19703"/>
                  </a:lnTo>
                  <a:cubicBezTo>
                    <a:pt x="4713" y="18748"/>
                    <a:pt x="4556" y="16621"/>
                    <a:pt x="4242" y="12361"/>
                  </a:cubicBezTo>
                  <a:cubicBezTo>
                    <a:pt x="4086" y="10238"/>
                    <a:pt x="4717" y="8179"/>
                    <a:pt x="6000" y="6533"/>
                  </a:cubicBezTo>
                  <a:lnTo>
                    <a:pt x="6000" y="6533"/>
                  </a:lnTo>
                  <a:cubicBezTo>
                    <a:pt x="5986" y="7051"/>
                    <a:pt x="6031" y="7553"/>
                    <a:pt x="6125" y="8025"/>
                  </a:cubicBezTo>
                  <a:cubicBezTo>
                    <a:pt x="5568" y="9005"/>
                    <a:pt x="5247" y="10077"/>
                    <a:pt x="5171" y="11212"/>
                  </a:cubicBezTo>
                  <a:cubicBezTo>
                    <a:pt x="5117" y="12030"/>
                    <a:pt x="5766" y="12726"/>
                    <a:pt x="6588" y="12726"/>
                  </a:cubicBezTo>
                  <a:lnTo>
                    <a:pt x="18827" y="12726"/>
                  </a:lnTo>
                  <a:cubicBezTo>
                    <a:pt x="19646" y="12726"/>
                    <a:pt x="20298" y="12031"/>
                    <a:pt x="20243" y="11212"/>
                  </a:cubicBezTo>
                  <a:cubicBezTo>
                    <a:pt x="20227" y="10964"/>
                    <a:pt x="20021" y="10775"/>
                    <a:pt x="19777" y="10775"/>
                  </a:cubicBezTo>
                  <a:cubicBezTo>
                    <a:pt x="19766" y="10775"/>
                    <a:pt x="19756" y="10775"/>
                    <a:pt x="19745" y="10776"/>
                  </a:cubicBezTo>
                  <a:cubicBezTo>
                    <a:pt x="19487" y="10794"/>
                    <a:pt x="19292" y="11017"/>
                    <a:pt x="19309" y="11275"/>
                  </a:cubicBezTo>
                  <a:cubicBezTo>
                    <a:pt x="19328" y="11552"/>
                    <a:pt x="19107" y="11789"/>
                    <a:pt x="18827" y="11789"/>
                  </a:cubicBezTo>
                  <a:lnTo>
                    <a:pt x="17098" y="11789"/>
                  </a:lnTo>
                  <a:cubicBezTo>
                    <a:pt x="17880" y="11114"/>
                    <a:pt x="18490" y="10275"/>
                    <a:pt x="18886" y="9335"/>
                  </a:cubicBezTo>
                  <a:cubicBezTo>
                    <a:pt x="18971" y="9475"/>
                    <a:pt x="19124" y="9556"/>
                    <a:pt x="19283" y="9556"/>
                  </a:cubicBezTo>
                  <a:cubicBezTo>
                    <a:pt x="19342" y="9556"/>
                    <a:pt x="19402" y="9545"/>
                    <a:pt x="19460" y="9522"/>
                  </a:cubicBezTo>
                  <a:cubicBezTo>
                    <a:pt x="19701" y="9426"/>
                    <a:pt x="19814" y="9153"/>
                    <a:pt x="19718" y="8912"/>
                  </a:cubicBezTo>
                  <a:cubicBezTo>
                    <a:pt x="19596" y="8609"/>
                    <a:pt x="19451" y="8309"/>
                    <a:pt x="19289" y="8025"/>
                  </a:cubicBezTo>
                  <a:cubicBezTo>
                    <a:pt x="19382" y="7549"/>
                    <a:pt x="19429" y="7049"/>
                    <a:pt x="19415" y="6533"/>
                  </a:cubicBezTo>
                  <a:lnTo>
                    <a:pt x="19415" y="6533"/>
                  </a:lnTo>
                  <a:cubicBezTo>
                    <a:pt x="20698" y="8179"/>
                    <a:pt x="21329" y="10236"/>
                    <a:pt x="21173" y="12361"/>
                  </a:cubicBezTo>
                  <a:cubicBezTo>
                    <a:pt x="20833" y="16975"/>
                    <a:pt x="20794" y="17500"/>
                    <a:pt x="20563" y="20632"/>
                  </a:cubicBezTo>
                  <a:cubicBezTo>
                    <a:pt x="20278" y="24514"/>
                    <a:pt x="15394" y="27580"/>
                    <a:pt x="12704" y="27580"/>
                  </a:cubicBezTo>
                  <a:cubicBezTo>
                    <a:pt x="11483" y="27580"/>
                    <a:pt x="9260" y="26783"/>
                    <a:pt x="7412" y="25174"/>
                  </a:cubicBezTo>
                  <a:cubicBezTo>
                    <a:pt x="7323" y="25096"/>
                    <a:pt x="7213" y="25059"/>
                    <a:pt x="7104" y="25059"/>
                  </a:cubicBezTo>
                  <a:cubicBezTo>
                    <a:pt x="6973" y="25059"/>
                    <a:pt x="6843" y="25113"/>
                    <a:pt x="6752" y="25220"/>
                  </a:cubicBezTo>
                  <a:cubicBezTo>
                    <a:pt x="6581" y="25416"/>
                    <a:pt x="6603" y="25712"/>
                    <a:pt x="6798" y="25880"/>
                  </a:cubicBezTo>
                  <a:cubicBezTo>
                    <a:pt x="7076" y="26122"/>
                    <a:pt x="7370" y="26353"/>
                    <a:pt x="7674" y="26572"/>
                  </a:cubicBezTo>
                  <a:lnTo>
                    <a:pt x="7674" y="27959"/>
                  </a:lnTo>
                  <a:cubicBezTo>
                    <a:pt x="7674" y="28684"/>
                    <a:pt x="7254" y="29355"/>
                    <a:pt x="6601" y="29667"/>
                  </a:cubicBezTo>
                  <a:lnTo>
                    <a:pt x="4673" y="30592"/>
                  </a:lnTo>
                  <a:cubicBezTo>
                    <a:pt x="4366" y="30740"/>
                    <a:pt x="4205" y="31073"/>
                    <a:pt x="4279" y="31404"/>
                  </a:cubicBezTo>
                  <a:cubicBezTo>
                    <a:pt x="4355" y="31737"/>
                    <a:pt x="4645" y="31968"/>
                    <a:pt x="4987" y="31968"/>
                  </a:cubicBezTo>
                  <a:lnTo>
                    <a:pt x="20427" y="31968"/>
                  </a:lnTo>
                  <a:cubicBezTo>
                    <a:pt x="20767" y="31968"/>
                    <a:pt x="21058" y="31737"/>
                    <a:pt x="21133" y="31404"/>
                  </a:cubicBezTo>
                  <a:cubicBezTo>
                    <a:pt x="21209" y="31073"/>
                    <a:pt x="21047" y="30740"/>
                    <a:pt x="20740" y="30592"/>
                  </a:cubicBezTo>
                  <a:lnTo>
                    <a:pt x="18812" y="29667"/>
                  </a:lnTo>
                  <a:cubicBezTo>
                    <a:pt x="18160" y="29352"/>
                    <a:pt x="17738" y="28682"/>
                    <a:pt x="17738" y="27959"/>
                  </a:cubicBezTo>
                  <a:lnTo>
                    <a:pt x="17738" y="26569"/>
                  </a:lnTo>
                  <a:cubicBezTo>
                    <a:pt x="19675" y="25181"/>
                    <a:pt x="21319" y="23132"/>
                    <a:pt x="21499" y="20700"/>
                  </a:cubicBezTo>
                  <a:lnTo>
                    <a:pt x="21542" y="20126"/>
                  </a:lnTo>
                  <a:cubicBezTo>
                    <a:pt x="23693" y="20044"/>
                    <a:pt x="25416" y="18268"/>
                    <a:pt x="25416" y="16098"/>
                  </a:cubicBezTo>
                  <a:lnTo>
                    <a:pt x="25416" y="15888"/>
                  </a:lnTo>
                  <a:cubicBezTo>
                    <a:pt x="25416" y="14573"/>
                    <a:pt x="24346" y="13502"/>
                    <a:pt x="23031" y="13502"/>
                  </a:cubicBezTo>
                  <a:lnTo>
                    <a:pt x="22030" y="13502"/>
                  </a:lnTo>
                  <a:lnTo>
                    <a:pt x="22108" y="12430"/>
                  </a:lnTo>
                  <a:cubicBezTo>
                    <a:pt x="22319" y="9575"/>
                    <a:pt x="21246" y="6824"/>
                    <a:pt x="19163" y="4865"/>
                  </a:cubicBezTo>
                  <a:cubicBezTo>
                    <a:pt x="18359" y="2060"/>
                    <a:pt x="15770" y="1"/>
                    <a:pt x="127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7"/>
            <p:cNvSpPr/>
            <p:nvPr/>
          </p:nvSpPr>
          <p:spPr>
            <a:xfrm>
              <a:off x="8183316" y="4371967"/>
              <a:ext cx="60894" cy="12236"/>
            </a:xfrm>
            <a:custGeom>
              <a:rect b="b" l="l" r="r" t="t"/>
              <a:pathLst>
                <a:path extrusionOk="0" h="938" w="4668">
                  <a:moveTo>
                    <a:pt x="468" y="1"/>
                  </a:moveTo>
                  <a:cubicBezTo>
                    <a:pt x="210" y="1"/>
                    <a:pt x="1" y="210"/>
                    <a:pt x="1" y="469"/>
                  </a:cubicBezTo>
                  <a:cubicBezTo>
                    <a:pt x="1" y="727"/>
                    <a:pt x="210" y="938"/>
                    <a:pt x="468" y="938"/>
                  </a:cubicBezTo>
                  <a:lnTo>
                    <a:pt x="4199" y="938"/>
                  </a:lnTo>
                  <a:cubicBezTo>
                    <a:pt x="4458" y="938"/>
                    <a:pt x="4667" y="727"/>
                    <a:pt x="4667" y="469"/>
                  </a:cubicBezTo>
                  <a:cubicBezTo>
                    <a:pt x="4667" y="210"/>
                    <a:pt x="4458"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7"/>
            <p:cNvSpPr/>
            <p:nvPr/>
          </p:nvSpPr>
          <p:spPr>
            <a:xfrm>
              <a:off x="8248251" y="4371967"/>
              <a:ext cx="77148" cy="76822"/>
            </a:xfrm>
            <a:custGeom>
              <a:rect b="b" l="l" r="r" t="t"/>
              <a:pathLst>
                <a:path extrusionOk="0" h="5889" w="5914">
                  <a:moveTo>
                    <a:pt x="2962" y="1"/>
                  </a:moveTo>
                  <a:cubicBezTo>
                    <a:pt x="2017" y="1"/>
                    <a:pt x="1247" y="770"/>
                    <a:pt x="1247" y="1715"/>
                  </a:cubicBezTo>
                  <a:lnTo>
                    <a:pt x="1247" y="4172"/>
                  </a:lnTo>
                  <a:cubicBezTo>
                    <a:pt x="1247" y="4601"/>
                    <a:pt x="897" y="4951"/>
                    <a:pt x="468" y="4951"/>
                  </a:cubicBezTo>
                  <a:cubicBezTo>
                    <a:pt x="210" y="4951"/>
                    <a:pt x="0" y="5161"/>
                    <a:pt x="0" y="5419"/>
                  </a:cubicBezTo>
                  <a:cubicBezTo>
                    <a:pt x="0" y="5677"/>
                    <a:pt x="210" y="5888"/>
                    <a:pt x="468" y="5888"/>
                  </a:cubicBezTo>
                  <a:cubicBezTo>
                    <a:pt x="1414" y="5888"/>
                    <a:pt x="2183" y="5118"/>
                    <a:pt x="2183" y="4172"/>
                  </a:cubicBezTo>
                  <a:lnTo>
                    <a:pt x="2183" y="1715"/>
                  </a:lnTo>
                  <a:cubicBezTo>
                    <a:pt x="2183" y="1286"/>
                    <a:pt x="2533" y="938"/>
                    <a:pt x="2962" y="938"/>
                  </a:cubicBezTo>
                  <a:lnTo>
                    <a:pt x="5446" y="938"/>
                  </a:lnTo>
                  <a:cubicBezTo>
                    <a:pt x="5704" y="938"/>
                    <a:pt x="5914" y="727"/>
                    <a:pt x="5914" y="469"/>
                  </a:cubicBezTo>
                  <a:cubicBezTo>
                    <a:pt x="5914" y="210"/>
                    <a:pt x="5704"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7"/>
            <p:cNvSpPr/>
            <p:nvPr/>
          </p:nvSpPr>
          <p:spPr>
            <a:xfrm>
              <a:off x="8207540" y="4478162"/>
              <a:ext cx="93611" cy="22972"/>
            </a:xfrm>
            <a:custGeom>
              <a:rect b="b" l="l" r="r" t="t"/>
              <a:pathLst>
                <a:path extrusionOk="0" h="1761" w="7176">
                  <a:moveTo>
                    <a:pt x="3588" y="0"/>
                  </a:moveTo>
                  <a:cubicBezTo>
                    <a:pt x="2602" y="0"/>
                    <a:pt x="1615" y="226"/>
                    <a:pt x="716" y="677"/>
                  </a:cubicBezTo>
                  <a:lnTo>
                    <a:pt x="325" y="874"/>
                  </a:lnTo>
                  <a:cubicBezTo>
                    <a:pt x="94" y="992"/>
                    <a:pt x="0" y="1273"/>
                    <a:pt x="117" y="1502"/>
                  </a:cubicBezTo>
                  <a:cubicBezTo>
                    <a:pt x="199" y="1666"/>
                    <a:pt x="365" y="1761"/>
                    <a:pt x="536" y="1761"/>
                  </a:cubicBezTo>
                  <a:cubicBezTo>
                    <a:pt x="607" y="1761"/>
                    <a:pt x="678" y="1744"/>
                    <a:pt x="745" y="1711"/>
                  </a:cubicBezTo>
                  <a:lnTo>
                    <a:pt x="1135" y="1514"/>
                  </a:lnTo>
                  <a:cubicBezTo>
                    <a:pt x="1903" y="1129"/>
                    <a:pt x="2745" y="936"/>
                    <a:pt x="3588" y="936"/>
                  </a:cubicBezTo>
                  <a:cubicBezTo>
                    <a:pt x="4430" y="936"/>
                    <a:pt x="5272" y="1129"/>
                    <a:pt x="6039" y="1514"/>
                  </a:cubicBezTo>
                  <a:lnTo>
                    <a:pt x="6430" y="1711"/>
                  </a:lnTo>
                  <a:cubicBezTo>
                    <a:pt x="6497" y="1744"/>
                    <a:pt x="6569" y="1760"/>
                    <a:pt x="6639" y="1760"/>
                  </a:cubicBezTo>
                  <a:cubicBezTo>
                    <a:pt x="6811" y="1760"/>
                    <a:pt x="6976" y="1666"/>
                    <a:pt x="7057" y="1502"/>
                  </a:cubicBezTo>
                  <a:cubicBezTo>
                    <a:pt x="7175" y="1271"/>
                    <a:pt x="7082" y="989"/>
                    <a:pt x="6851" y="874"/>
                  </a:cubicBezTo>
                  <a:lnTo>
                    <a:pt x="6459" y="677"/>
                  </a:lnTo>
                  <a:cubicBezTo>
                    <a:pt x="5561" y="226"/>
                    <a:pt x="4575" y="0"/>
                    <a:pt x="358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7"/>
            <p:cNvSpPr/>
            <p:nvPr/>
          </p:nvSpPr>
          <p:spPr>
            <a:xfrm>
              <a:off x="8204487" y="4284700"/>
              <a:ext cx="99768" cy="33565"/>
            </a:xfrm>
            <a:custGeom>
              <a:rect b="b" l="l" r="r" t="t"/>
              <a:pathLst>
                <a:path extrusionOk="0" h="2573" w="7648">
                  <a:moveTo>
                    <a:pt x="3825" y="0"/>
                  </a:moveTo>
                  <a:cubicBezTo>
                    <a:pt x="2856" y="0"/>
                    <a:pt x="1886" y="320"/>
                    <a:pt x="1091" y="961"/>
                  </a:cubicBezTo>
                  <a:lnTo>
                    <a:pt x="846" y="720"/>
                  </a:lnTo>
                  <a:cubicBezTo>
                    <a:pt x="755" y="628"/>
                    <a:pt x="635" y="582"/>
                    <a:pt x="515" y="582"/>
                  </a:cubicBezTo>
                  <a:cubicBezTo>
                    <a:pt x="395" y="582"/>
                    <a:pt x="275" y="628"/>
                    <a:pt x="184" y="720"/>
                  </a:cubicBezTo>
                  <a:cubicBezTo>
                    <a:pt x="1" y="902"/>
                    <a:pt x="1" y="1199"/>
                    <a:pt x="184" y="1381"/>
                  </a:cubicBezTo>
                  <a:lnTo>
                    <a:pt x="1239" y="2436"/>
                  </a:lnTo>
                  <a:cubicBezTo>
                    <a:pt x="1330" y="2527"/>
                    <a:pt x="1450" y="2573"/>
                    <a:pt x="1570" y="2573"/>
                  </a:cubicBezTo>
                  <a:cubicBezTo>
                    <a:pt x="1689" y="2573"/>
                    <a:pt x="1809" y="2527"/>
                    <a:pt x="1900" y="2436"/>
                  </a:cubicBezTo>
                  <a:cubicBezTo>
                    <a:pt x="2084" y="2252"/>
                    <a:pt x="2084" y="1957"/>
                    <a:pt x="1900" y="1775"/>
                  </a:cubicBezTo>
                  <a:lnTo>
                    <a:pt x="1757" y="1631"/>
                  </a:lnTo>
                  <a:cubicBezTo>
                    <a:pt x="2366" y="1169"/>
                    <a:pt x="3095" y="938"/>
                    <a:pt x="3824" y="938"/>
                  </a:cubicBezTo>
                  <a:cubicBezTo>
                    <a:pt x="4553" y="938"/>
                    <a:pt x="5282" y="1169"/>
                    <a:pt x="5891" y="1631"/>
                  </a:cubicBezTo>
                  <a:lnTo>
                    <a:pt x="5747" y="1775"/>
                  </a:lnTo>
                  <a:cubicBezTo>
                    <a:pt x="5565" y="1957"/>
                    <a:pt x="5565" y="2252"/>
                    <a:pt x="5747" y="2436"/>
                  </a:cubicBezTo>
                  <a:cubicBezTo>
                    <a:pt x="5839" y="2527"/>
                    <a:pt x="5959" y="2573"/>
                    <a:pt x="6079" y="2573"/>
                  </a:cubicBezTo>
                  <a:cubicBezTo>
                    <a:pt x="6199" y="2573"/>
                    <a:pt x="6319" y="2527"/>
                    <a:pt x="6410" y="2436"/>
                  </a:cubicBezTo>
                  <a:lnTo>
                    <a:pt x="7465" y="1381"/>
                  </a:lnTo>
                  <a:cubicBezTo>
                    <a:pt x="7647" y="1198"/>
                    <a:pt x="7647" y="902"/>
                    <a:pt x="7465" y="720"/>
                  </a:cubicBezTo>
                  <a:cubicBezTo>
                    <a:pt x="7373" y="628"/>
                    <a:pt x="7253" y="582"/>
                    <a:pt x="7134" y="582"/>
                  </a:cubicBezTo>
                  <a:cubicBezTo>
                    <a:pt x="7014" y="582"/>
                    <a:pt x="6894" y="628"/>
                    <a:pt x="6802" y="720"/>
                  </a:cubicBezTo>
                  <a:lnTo>
                    <a:pt x="6560" y="961"/>
                  </a:lnTo>
                  <a:cubicBezTo>
                    <a:pt x="5765" y="320"/>
                    <a:pt x="4795" y="0"/>
                    <a:pt x="38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7"/>
            <p:cNvSpPr/>
            <p:nvPr/>
          </p:nvSpPr>
          <p:spPr>
            <a:xfrm>
              <a:off x="8226167" y="4220639"/>
              <a:ext cx="12210" cy="45944"/>
            </a:xfrm>
            <a:custGeom>
              <a:rect b="b" l="l" r="r" t="t"/>
              <a:pathLst>
                <a:path extrusionOk="0" h="3522" w="936">
                  <a:moveTo>
                    <a:pt x="468" y="0"/>
                  </a:moveTo>
                  <a:cubicBezTo>
                    <a:pt x="210" y="0"/>
                    <a:pt x="0" y="210"/>
                    <a:pt x="0" y="468"/>
                  </a:cubicBezTo>
                  <a:lnTo>
                    <a:pt x="0" y="3054"/>
                  </a:lnTo>
                  <a:cubicBezTo>
                    <a:pt x="0" y="3312"/>
                    <a:pt x="210" y="3522"/>
                    <a:pt x="468" y="3522"/>
                  </a:cubicBezTo>
                  <a:cubicBezTo>
                    <a:pt x="726" y="3522"/>
                    <a:pt x="936" y="3312"/>
                    <a:pt x="936" y="3054"/>
                  </a:cubicBezTo>
                  <a:lnTo>
                    <a:pt x="936" y="468"/>
                  </a:lnTo>
                  <a:cubicBezTo>
                    <a:pt x="936" y="210"/>
                    <a:pt x="726" y="0"/>
                    <a:pt x="4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7"/>
            <p:cNvSpPr/>
            <p:nvPr/>
          </p:nvSpPr>
          <p:spPr>
            <a:xfrm>
              <a:off x="8270335" y="4220639"/>
              <a:ext cx="12223" cy="45944"/>
            </a:xfrm>
            <a:custGeom>
              <a:rect b="b" l="l" r="r" t="t"/>
              <a:pathLst>
                <a:path extrusionOk="0" h="3522" w="937">
                  <a:moveTo>
                    <a:pt x="468" y="0"/>
                  </a:moveTo>
                  <a:cubicBezTo>
                    <a:pt x="210" y="0"/>
                    <a:pt x="1" y="210"/>
                    <a:pt x="1" y="468"/>
                  </a:cubicBezTo>
                  <a:lnTo>
                    <a:pt x="1" y="3054"/>
                  </a:lnTo>
                  <a:cubicBezTo>
                    <a:pt x="1" y="3312"/>
                    <a:pt x="210" y="3522"/>
                    <a:pt x="468" y="3522"/>
                  </a:cubicBezTo>
                  <a:cubicBezTo>
                    <a:pt x="727" y="3522"/>
                    <a:pt x="936" y="3312"/>
                    <a:pt x="936" y="3054"/>
                  </a:cubicBezTo>
                  <a:lnTo>
                    <a:pt x="936" y="468"/>
                  </a:lnTo>
                  <a:cubicBezTo>
                    <a:pt x="936" y="210"/>
                    <a:pt x="727" y="0"/>
                    <a:pt x="4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18" name="Google Shape;4018;p57"/>
          <p:cNvSpPr txBox="1"/>
          <p:nvPr>
            <p:ph idx="1" type="subTitle"/>
          </p:nvPr>
        </p:nvSpPr>
        <p:spPr>
          <a:xfrm>
            <a:off x="7084550" y="4208775"/>
            <a:ext cx="913800" cy="394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Progress:</a:t>
            </a:r>
            <a:endParaRPr/>
          </a:p>
        </p:txBody>
      </p:sp>
      <p:sp>
        <p:nvSpPr>
          <p:cNvPr id="4019" name="Google Shape;4019;p57"/>
          <p:cNvSpPr txBox="1"/>
          <p:nvPr>
            <p:ph type="title"/>
          </p:nvPr>
        </p:nvSpPr>
        <p:spPr>
          <a:xfrm>
            <a:off x="720000" y="1428425"/>
            <a:ext cx="1793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a:t>
            </a:r>
            <a:r>
              <a:rPr baseline="30000" lang="en"/>
              <a:t>st</a:t>
            </a:r>
            <a:r>
              <a:rPr lang="en"/>
              <a:t> attempt</a:t>
            </a:r>
            <a:endParaRPr/>
          </a:p>
        </p:txBody>
      </p:sp>
      <p:sp>
        <p:nvSpPr>
          <p:cNvPr id="4020" name="Google Shape;4020;p57"/>
          <p:cNvSpPr txBox="1"/>
          <p:nvPr>
            <p:ph idx="2" type="subTitle"/>
          </p:nvPr>
        </p:nvSpPr>
        <p:spPr>
          <a:xfrm>
            <a:off x="720000" y="1956125"/>
            <a:ext cx="1793100" cy="33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6, 27, 15</a:t>
            </a:r>
            <a:endParaRPr/>
          </a:p>
        </p:txBody>
      </p:sp>
      <p:sp>
        <p:nvSpPr>
          <p:cNvPr id="4021" name="Google Shape;4021;p57"/>
          <p:cNvSpPr txBox="1"/>
          <p:nvPr>
            <p:ph idx="4" type="subTitle"/>
          </p:nvPr>
        </p:nvSpPr>
        <p:spPr>
          <a:xfrm>
            <a:off x="2690300" y="1956125"/>
            <a:ext cx="1793100" cy="33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15, 19, 15</a:t>
            </a:r>
            <a:endParaRPr/>
          </a:p>
        </p:txBody>
      </p:sp>
      <p:sp>
        <p:nvSpPr>
          <p:cNvPr id="4022" name="Google Shape;4022;p57"/>
          <p:cNvSpPr txBox="1"/>
          <p:nvPr>
            <p:ph idx="5" type="title"/>
          </p:nvPr>
        </p:nvSpPr>
        <p:spPr>
          <a:xfrm>
            <a:off x="4660600" y="1428425"/>
            <a:ext cx="1793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hlink"/>
                </a:solidFill>
              </a:rPr>
              <a:t>3</a:t>
            </a:r>
            <a:r>
              <a:rPr baseline="30000" lang="en">
                <a:solidFill>
                  <a:schemeClr val="hlink"/>
                </a:solidFill>
              </a:rPr>
              <a:t>rd</a:t>
            </a:r>
            <a:r>
              <a:rPr lang="en">
                <a:solidFill>
                  <a:schemeClr val="hlink"/>
                </a:solidFill>
              </a:rPr>
              <a:t> attempt</a:t>
            </a:r>
            <a:endParaRPr/>
          </a:p>
        </p:txBody>
      </p:sp>
      <p:sp>
        <p:nvSpPr>
          <p:cNvPr id="4023" name="Google Shape;4023;p57"/>
          <p:cNvSpPr txBox="1"/>
          <p:nvPr>
            <p:ph idx="6" type="subTitle"/>
          </p:nvPr>
        </p:nvSpPr>
        <p:spPr>
          <a:xfrm>
            <a:off x="4660600" y="1956125"/>
            <a:ext cx="1793100" cy="33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13, 21, 15</a:t>
            </a:r>
            <a:endParaRPr/>
          </a:p>
        </p:txBody>
      </p:sp>
      <p:sp>
        <p:nvSpPr>
          <p:cNvPr id="4024" name="Google Shape;4024;p57"/>
          <p:cNvSpPr txBox="1"/>
          <p:nvPr>
            <p:ph idx="7" type="title"/>
          </p:nvPr>
        </p:nvSpPr>
        <p:spPr>
          <a:xfrm>
            <a:off x="6630900" y="1428425"/>
            <a:ext cx="1793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hlink"/>
                </a:solidFill>
              </a:rPr>
              <a:t>4</a:t>
            </a:r>
            <a:r>
              <a:rPr baseline="30000" lang="en">
                <a:solidFill>
                  <a:schemeClr val="hlink"/>
                </a:solidFill>
              </a:rPr>
              <a:t>th</a:t>
            </a:r>
            <a:r>
              <a:rPr lang="en">
                <a:solidFill>
                  <a:schemeClr val="hlink"/>
                </a:solidFill>
              </a:rPr>
              <a:t> attempt</a:t>
            </a:r>
            <a:endParaRPr/>
          </a:p>
        </p:txBody>
      </p:sp>
      <p:sp>
        <p:nvSpPr>
          <p:cNvPr id="4025" name="Google Shape;4025;p57"/>
          <p:cNvSpPr txBox="1"/>
          <p:nvPr>
            <p:ph idx="9" type="title"/>
          </p:nvPr>
        </p:nvSpPr>
        <p:spPr>
          <a:xfrm>
            <a:off x="720000" y="3738900"/>
            <a:ext cx="1793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hlink"/>
                </a:solidFill>
              </a:rPr>
              <a:t>9</a:t>
            </a:r>
            <a:r>
              <a:rPr baseline="30000" lang="en">
                <a:solidFill>
                  <a:schemeClr val="hlink"/>
                </a:solidFill>
              </a:rPr>
              <a:t>th</a:t>
            </a:r>
            <a:r>
              <a:rPr lang="en">
                <a:solidFill>
                  <a:schemeClr val="hlink"/>
                </a:solidFill>
              </a:rPr>
              <a:t> attempt</a:t>
            </a:r>
            <a:endParaRPr/>
          </a:p>
        </p:txBody>
      </p:sp>
      <p:sp>
        <p:nvSpPr>
          <p:cNvPr id="4026" name="Google Shape;4026;p57"/>
          <p:cNvSpPr txBox="1"/>
          <p:nvPr>
            <p:ph idx="13" type="subTitle"/>
          </p:nvPr>
        </p:nvSpPr>
        <p:spPr>
          <a:xfrm>
            <a:off x="720000" y="4266600"/>
            <a:ext cx="1793100" cy="33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4, 29, 15</a:t>
            </a:r>
            <a:endParaRPr/>
          </a:p>
        </p:txBody>
      </p:sp>
      <p:sp>
        <p:nvSpPr>
          <p:cNvPr id="4027" name="Google Shape;4027;p57"/>
          <p:cNvSpPr txBox="1"/>
          <p:nvPr>
            <p:ph idx="14" type="title"/>
          </p:nvPr>
        </p:nvSpPr>
        <p:spPr>
          <a:xfrm>
            <a:off x="2690300" y="3738900"/>
            <a:ext cx="1793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hlink"/>
                </a:solidFill>
              </a:rPr>
              <a:t>10</a:t>
            </a:r>
            <a:r>
              <a:rPr baseline="30000" lang="en">
                <a:solidFill>
                  <a:schemeClr val="hlink"/>
                </a:solidFill>
              </a:rPr>
              <a:t>th</a:t>
            </a:r>
            <a:r>
              <a:rPr lang="en">
                <a:solidFill>
                  <a:schemeClr val="hlink"/>
                </a:solidFill>
              </a:rPr>
              <a:t> attempt</a:t>
            </a:r>
            <a:endParaRPr/>
          </a:p>
        </p:txBody>
      </p:sp>
      <p:sp>
        <p:nvSpPr>
          <p:cNvPr id="4028" name="Google Shape;4028;p57"/>
          <p:cNvSpPr txBox="1"/>
          <p:nvPr>
            <p:ph idx="15" type="subTitle"/>
          </p:nvPr>
        </p:nvSpPr>
        <p:spPr>
          <a:xfrm>
            <a:off x="2690300" y="4266600"/>
            <a:ext cx="1793100" cy="33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16, 18, 15</a:t>
            </a:r>
            <a:endParaRPr/>
          </a:p>
        </p:txBody>
      </p:sp>
      <p:sp>
        <p:nvSpPr>
          <p:cNvPr id="4029" name="Google Shape;4029;p57"/>
          <p:cNvSpPr txBox="1"/>
          <p:nvPr>
            <p:ph idx="16" type="title"/>
          </p:nvPr>
        </p:nvSpPr>
        <p:spPr>
          <a:xfrm>
            <a:off x="4660600" y="3738900"/>
            <a:ext cx="1793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hlink"/>
                </a:solidFill>
              </a:rPr>
              <a:t>11</a:t>
            </a:r>
            <a:r>
              <a:rPr baseline="30000" lang="en">
                <a:solidFill>
                  <a:schemeClr val="hlink"/>
                </a:solidFill>
              </a:rPr>
              <a:t>th</a:t>
            </a:r>
            <a:r>
              <a:rPr lang="en">
                <a:solidFill>
                  <a:schemeClr val="hlink"/>
                </a:solidFill>
              </a:rPr>
              <a:t> attempt</a:t>
            </a:r>
            <a:endParaRPr/>
          </a:p>
        </p:txBody>
      </p:sp>
      <p:sp>
        <p:nvSpPr>
          <p:cNvPr id="4030" name="Google Shape;4030;p57"/>
          <p:cNvSpPr txBox="1"/>
          <p:nvPr>
            <p:ph idx="17" type="subTitle"/>
          </p:nvPr>
        </p:nvSpPr>
        <p:spPr>
          <a:xfrm>
            <a:off x="4660600" y="4266600"/>
            <a:ext cx="1793100" cy="33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5, 28, 15</a:t>
            </a:r>
            <a:endParaRPr/>
          </a:p>
        </p:txBody>
      </p:sp>
      <p:sp>
        <p:nvSpPr>
          <p:cNvPr id="4031" name="Google Shape;4031;p57"/>
          <p:cNvSpPr txBox="1"/>
          <p:nvPr>
            <p:ph idx="18" type="title"/>
          </p:nvPr>
        </p:nvSpPr>
        <p:spPr>
          <a:xfrm>
            <a:off x="720000" y="2583663"/>
            <a:ext cx="1793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hlink"/>
                </a:solidFill>
              </a:rPr>
              <a:t>5</a:t>
            </a:r>
            <a:r>
              <a:rPr baseline="30000" lang="en">
                <a:solidFill>
                  <a:schemeClr val="hlink"/>
                </a:solidFill>
              </a:rPr>
              <a:t>th</a:t>
            </a:r>
            <a:r>
              <a:rPr lang="en">
                <a:solidFill>
                  <a:schemeClr val="hlink"/>
                </a:solidFill>
              </a:rPr>
              <a:t> attempt</a:t>
            </a:r>
            <a:endParaRPr/>
          </a:p>
        </p:txBody>
      </p:sp>
      <p:sp>
        <p:nvSpPr>
          <p:cNvPr id="4032" name="Google Shape;4032;p57"/>
          <p:cNvSpPr txBox="1"/>
          <p:nvPr>
            <p:ph idx="19" type="subTitle"/>
          </p:nvPr>
        </p:nvSpPr>
        <p:spPr>
          <a:xfrm>
            <a:off x="720000" y="3111363"/>
            <a:ext cx="1793100" cy="33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8, 25, 15</a:t>
            </a:r>
            <a:endParaRPr/>
          </a:p>
        </p:txBody>
      </p:sp>
      <p:sp>
        <p:nvSpPr>
          <p:cNvPr id="4033" name="Google Shape;4033;p57"/>
          <p:cNvSpPr txBox="1"/>
          <p:nvPr>
            <p:ph idx="20" type="title"/>
          </p:nvPr>
        </p:nvSpPr>
        <p:spPr>
          <a:xfrm>
            <a:off x="2690300" y="2583663"/>
            <a:ext cx="1793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hlink"/>
                </a:solidFill>
              </a:rPr>
              <a:t>6</a:t>
            </a:r>
            <a:r>
              <a:rPr baseline="30000" lang="en">
                <a:solidFill>
                  <a:schemeClr val="hlink"/>
                </a:solidFill>
              </a:rPr>
              <a:t>th</a:t>
            </a:r>
            <a:r>
              <a:rPr lang="en">
                <a:solidFill>
                  <a:schemeClr val="hlink"/>
                </a:solidFill>
              </a:rPr>
              <a:t> attempt</a:t>
            </a:r>
            <a:endParaRPr/>
          </a:p>
        </p:txBody>
      </p:sp>
      <p:sp>
        <p:nvSpPr>
          <p:cNvPr id="4034" name="Google Shape;4034;p57"/>
          <p:cNvSpPr txBox="1"/>
          <p:nvPr>
            <p:ph idx="21" type="subTitle"/>
          </p:nvPr>
        </p:nvSpPr>
        <p:spPr>
          <a:xfrm>
            <a:off x="2690300" y="3111363"/>
            <a:ext cx="1793100" cy="33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10, 23, 15</a:t>
            </a:r>
            <a:endParaRPr/>
          </a:p>
        </p:txBody>
      </p:sp>
      <p:sp>
        <p:nvSpPr>
          <p:cNvPr id="4035" name="Google Shape;4035;p57"/>
          <p:cNvSpPr txBox="1"/>
          <p:nvPr>
            <p:ph idx="22" type="title"/>
          </p:nvPr>
        </p:nvSpPr>
        <p:spPr>
          <a:xfrm>
            <a:off x="4660600" y="2583663"/>
            <a:ext cx="1793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hlink"/>
                </a:solidFill>
              </a:rPr>
              <a:t>7</a:t>
            </a:r>
            <a:r>
              <a:rPr baseline="30000" lang="en">
                <a:solidFill>
                  <a:schemeClr val="hlink"/>
                </a:solidFill>
              </a:rPr>
              <a:t>th</a:t>
            </a:r>
            <a:r>
              <a:rPr lang="en">
                <a:solidFill>
                  <a:schemeClr val="hlink"/>
                </a:solidFill>
              </a:rPr>
              <a:t> attempt</a:t>
            </a:r>
            <a:endParaRPr/>
          </a:p>
        </p:txBody>
      </p:sp>
      <p:sp>
        <p:nvSpPr>
          <p:cNvPr id="4036" name="Google Shape;4036;p57"/>
          <p:cNvSpPr txBox="1"/>
          <p:nvPr>
            <p:ph idx="23" type="subTitle"/>
          </p:nvPr>
        </p:nvSpPr>
        <p:spPr>
          <a:xfrm>
            <a:off x="4660600" y="3111363"/>
            <a:ext cx="1793100" cy="33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7, 26, 15</a:t>
            </a:r>
            <a:endParaRPr/>
          </a:p>
        </p:txBody>
      </p:sp>
      <p:sp>
        <p:nvSpPr>
          <p:cNvPr id="4037" name="Google Shape;4037;p57"/>
          <p:cNvSpPr txBox="1"/>
          <p:nvPr>
            <p:ph idx="24" type="title"/>
          </p:nvPr>
        </p:nvSpPr>
        <p:spPr>
          <a:xfrm>
            <a:off x="6630900" y="2583663"/>
            <a:ext cx="1793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hlink"/>
                </a:solidFill>
              </a:rPr>
              <a:t>8</a:t>
            </a:r>
            <a:r>
              <a:rPr baseline="30000" lang="en">
                <a:solidFill>
                  <a:schemeClr val="hlink"/>
                </a:solidFill>
              </a:rPr>
              <a:t>th</a:t>
            </a:r>
            <a:r>
              <a:rPr lang="en">
                <a:solidFill>
                  <a:schemeClr val="hlink"/>
                </a:solidFill>
              </a:rPr>
              <a:t> attempt</a:t>
            </a:r>
            <a:endParaRPr/>
          </a:p>
        </p:txBody>
      </p:sp>
      <p:sp>
        <p:nvSpPr>
          <p:cNvPr id="4038" name="Google Shape;4038;p57"/>
          <p:cNvSpPr txBox="1"/>
          <p:nvPr>
            <p:ph idx="25" type="subTitle"/>
          </p:nvPr>
        </p:nvSpPr>
        <p:spPr>
          <a:xfrm>
            <a:off x="6630900" y="3111363"/>
            <a:ext cx="1793100" cy="33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14, 20, 15</a:t>
            </a:r>
            <a:endParaRPr/>
          </a:p>
        </p:txBody>
      </p:sp>
      <p:sp>
        <p:nvSpPr>
          <p:cNvPr id="4039" name="Google Shape;4039;p57"/>
          <p:cNvSpPr txBox="1"/>
          <p:nvPr>
            <p:ph idx="26"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accent4"/>
                </a:solidFill>
              </a:rPr>
              <a:t>Attempts</a:t>
            </a:r>
            <a:r>
              <a:rPr lang="en"/>
              <a:t> made OVER TIME</a:t>
            </a:r>
            <a:endParaRPr/>
          </a:p>
        </p:txBody>
      </p:sp>
      <p:grpSp>
        <p:nvGrpSpPr>
          <p:cNvPr id="4040" name="Google Shape;4040;p57"/>
          <p:cNvGrpSpPr/>
          <p:nvPr/>
        </p:nvGrpSpPr>
        <p:grpSpPr>
          <a:xfrm>
            <a:off x="6003300" y="709575"/>
            <a:ext cx="2325075" cy="225150"/>
            <a:chOff x="6003300" y="709575"/>
            <a:chExt cx="2325075" cy="225150"/>
          </a:xfrm>
        </p:grpSpPr>
        <p:sp>
          <p:nvSpPr>
            <p:cNvPr id="4041" name="Google Shape;4041;p57"/>
            <p:cNvSpPr/>
            <p:nvPr/>
          </p:nvSpPr>
          <p:spPr>
            <a:xfrm>
              <a:off x="6003300" y="734975"/>
              <a:ext cx="83250" cy="199750"/>
            </a:xfrm>
            <a:custGeom>
              <a:rect b="b" l="l" r="r" t="t"/>
              <a:pathLst>
                <a:path extrusionOk="0" h="7990" w="3330">
                  <a:moveTo>
                    <a:pt x="3054" y="1"/>
                  </a:moveTo>
                  <a:cubicBezTo>
                    <a:pt x="3022" y="1"/>
                    <a:pt x="2987" y="10"/>
                    <a:pt x="2952" y="33"/>
                  </a:cubicBezTo>
                  <a:cubicBezTo>
                    <a:pt x="50" y="1905"/>
                    <a:pt x="0" y="6002"/>
                    <a:pt x="2848" y="7955"/>
                  </a:cubicBezTo>
                  <a:cubicBezTo>
                    <a:pt x="2883" y="7979"/>
                    <a:pt x="2917" y="7989"/>
                    <a:pt x="2950" y="7989"/>
                  </a:cubicBezTo>
                  <a:cubicBezTo>
                    <a:pt x="3111" y="7989"/>
                    <a:pt x="3218" y="7733"/>
                    <a:pt x="3045" y="7614"/>
                  </a:cubicBezTo>
                  <a:cubicBezTo>
                    <a:pt x="450" y="5833"/>
                    <a:pt x="507" y="2080"/>
                    <a:pt x="3151" y="372"/>
                  </a:cubicBezTo>
                  <a:cubicBezTo>
                    <a:pt x="3330" y="257"/>
                    <a:pt x="3220" y="1"/>
                    <a:pt x="305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7"/>
            <p:cNvSpPr/>
            <p:nvPr/>
          </p:nvSpPr>
          <p:spPr>
            <a:xfrm>
              <a:off x="6123500" y="823600"/>
              <a:ext cx="66675" cy="18850"/>
            </a:xfrm>
            <a:custGeom>
              <a:rect b="b" l="l" r="r" t="t"/>
              <a:pathLst>
                <a:path extrusionOk="0" h="754" w="2667">
                  <a:moveTo>
                    <a:pt x="300" y="0"/>
                  </a:moveTo>
                  <a:cubicBezTo>
                    <a:pt x="81" y="0"/>
                    <a:pt x="0" y="341"/>
                    <a:pt x="234" y="383"/>
                  </a:cubicBezTo>
                  <a:cubicBezTo>
                    <a:pt x="933" y="505"/>
                    <a:pt x="1630" y="629"/>
                    <a:pt x="2327" y="749"/>
                  </a:cubicBezTo>
                  <a:cubicBezTo>
                    <a:pt x="2341" y="752"/>
                    <a:pt x="2354" y="753"/>
                    <a:pt x="2367" y="753"/>
                  </a:cubicBezTo>
                  <a:cubicBezTo>
                    <a:pt x="2585" y="753"/>
                    <a:pt x="2667" y="412"/>
                    <a:pt x="2432" y="370"/>
                  </a:cubicBezTo>
                  <a:cubicBezTo>
                    <a:pt x="1734" y="248"/>
                    <a:pt x="1036" y="125"/>
                    <a:pt x="340" y="4"/>
                  </a:cubicBezTo>
                  <a:cubicBezTo>
                    <a:pt x="326" y="1"/>
                    <a:pt x="313" y="0"/>
                    <a:pt x="30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7"/>
            <p:cNvSpPr/>
            <p:nvPr/>
          </p:nvSpPr>
          <p:spPr>
            <a:xfrm>
              <a:off x="6235600" y="756150"/>
              <a:ext cx="69125" cy="120000"/>
            </a:xfrm>
            <a:custGeom>
              <a:rect b="b" l="l" r="r" t="t"/>
              <a:pathLst>
                <a:path extrusionOk="0" h="4800" w="2765">
                  <a:moveTo>
                    <a:pt x="1306" y="0"/>
                  </a:moveTo>
                  <a:cubicBezTo>
                    <a:pt x="913" y="0"/>
                    <a:pt x="477" y="227"/>
                    <a:pt x="175" y="425"/>
                  </a:cubicBezTo>
                  <a:cubicBezTo>
                    <a:pt x="1" y="542"/>
                    <a:pt x="109" y="800"/>
                    <a:pt x="272" y="800"/>
                  </a:cubicBezTo>
                  <a:cubicBezTo>
                    <a:pt x="304" y="800"/>
                    <a:pt x="339" y="790"/>
                    <a:pt x="374" y="766"/>
                  </a:cubicBezTo>
                  <a:cubicBezTo>
                    <a:pt x="563" y="629"/>
                    <a:pt x="765" y="516"/>
                    <a:pt x="981" y="428"/>
                  </a:cubicBezTo>
                  <a:cubicBezTo>
                    <a:pt x="1585" y="705"/>
                    <a:pt x="1733" y="1030"/>
                    <a:pt x="1419" y="1403"/>
                  </a:cubicBezTo>
                  <a:cubicBezTo>
                    <a:pt x="1323" y="1771"/>
                    <a:pt x="1001" y="2182"/>
                    <a:pt x="819" y="2520"/>
                  </a:cubicBezTo>
                  <a:cubicBezTo>
                    <a:pt x="771" y="2613"/>
                    <a:pt x="795" y="2735"/>
                    <a:pt x="889" y="2790"/>
                  </a:cubicBezTo>
                  <a:cubicBezTo>
                    <a:pt x="998" y="2852"/>
                    <a:pt x="1315" y="2905"/>
                    <a:pt x="1388" y="2959"/>
                  </a:cubicBezTo>
                  <a:cubicBezTo>
                    <a:pt x="2765" y="3996"/>
                    <a:pt x="1197" y="4316"/>
                    <a:pt x="551" y="4404"/>
                  </a:cubicBezTo>
                  <a:cubicBezTo>
                    <a:pt x="314" y="4437"/>
                    <a:pt x="302" y="4800"/>
                    <a:pt x="521" y="4800"/>
                  </a:cubicBezTo>
                  <a:cubicBezTo>
                    <a:pt x="531" y="4800"/>
                    <a:pt x="541" y="4799"/>
                    <a:pt x="551" y="4797"/>
                  </a:cubicBezTo>
                  <a:cubicBezTo>
                    <a:pt x="1282" y="4699"/>
                    <a:pt x="2242" y="4517"/>
                    <a:pt x="2384" y="3642"/>
                  </a:cubicBezTo>
                  <a:cubicBezTo>
                    <a:pt x="2423" y="3396"/>
                    <a:pt x="2390" y="3121"/>
                    <a:pt x="2241" y="2915"/>
                  </a:cubicBezTo>
                  <a:cubicBezTo>
                    <a:pt x="1991" y="2569"/>
                    <a:pt x="1622" y="2641"/>
                    <a:pt x="1272" y="2529"/>
                  </a:cubicBezTo>
                  <a:lnTo>
                    <a:pt x="1272" y="2529"/>
                  </a:lnTo>
                  <a:cubicBezTo>
                    <a:pt x="1641" y="1937"/>
                    <a:pt x="2355" y="989"/>
                    <a:pt x="1984" y="383"/>
                  </a:cubicBezTo>
                  <a:cubicBezTo>
                    <a:pt x="1814" y="102"/>
                    <a:pt x="1570" y="0"/>
                    <a:pt x="130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7"/>
            <p:cNvSpPr/>
            <p:nvPr/>
          </p:nvSpPr>
          <p:spPr>
            <a:xfrm>
              <a:off x="6380500" y="726900"/>
              <a:ext cx="303475" cy="158950"/>
            </a:xfrm>
            <a:custGeom>
              <a:rect b="b" l="l" r="r" t="t"/>
              <a:pathLst>
                <a:path extrusionOk="0" h="6358" w="12139">
                  <a:moveTo>
                    <a:pt x="4400" y="0"/>
                  </a:moveTo>
                  <a:cubicBezTo>
                    <a:pt x="4200" y="0"/>
                    <a:pt x="4015" y="18"/>
                    <a:pt x="3873" y="74"/>
                  </a:cubicBezTo>
                  <a:cubicBezTo>
                    <a:pt x="3197" y="336"/>
                    <a:pt x="3263" y="1474"/>
                    <a:pt x="3146" y="2065"/>
                  </a:cubicBezTo>
                  <a:cubicBezTo>
                    <a:pt x="2912" y="3253"/>
                    <a:pt x="2681" y="4442"/>
                    <a:pt x="2449" y="5631"/>
                  </a:cubicBezTo>
                  <a:lnTo>
                    <a:pt x="2449" y="5631"/>
                  </a:lnTo>
                  <a:cubicBezTo>
                    <a:pt x="1577" y="4155"/>
                    <a:pt x="901" y="2597"/>
                    <a:pt x="419" y="944"/>
                  </a:cubicBezTo>
                  <a:cubicBezTo>
                    <a:pt x="392" y="846"/>
                    <a:pt x="316" y="804"/>
                    <a:pt x="238" y="804"/>
                  </a:cubicBezTo>
                  <a:cubicBezTo>
                    <a:pt x="121" y="804"/>
                    <a:pt x="1" y="899"/>
                    <a:pt x="44" y="1047"/>
                  </a:cubicBezTo>
                  <a:cubicBezTo>
                    <a:pt x="582" y="2894"/>
                    <a:pt x="1358" y="4630"/>
                    <a:pt x="2377" y="6264"/>
                  </a:cubicBezTo>
                  <a:cubicBezTo>
                    <a:pt x="2416" y="6325"/>
                    <a:pt x="2487" y="6357"/>
                    <a:pt x="2556" y="6357"/>
                  </a:cubicBezTo>
                  <a:cubicBezTo>
                    <a:pt x="2638" y="6357"/>
                    <a:pt x="2718" y="6312"/>
                    <a:pt x="2736" y="6218"/>
                  </a:cubicBezTo>
                  <a:cubicBezTo>
                    <a:pt x="2952" y="5114"/>
                    <a:pt x="3170" y="4009"/>
                    <a:pt x="3385" y="2905"/>
                  </a:cubicBezTo>
                  <a:cubicBezTo>
                    <a:pt x="3492" y="2353"/>
                    <a:pt x="3601" y="1802"/>
                    <a:pt x="3708" y="1249"/>
                  </a:cubicBezTo>
                  <a:cubicBezTo>
                    <a:pt x="3855" y="505"/>
                    <a:pt x="4073" y="453"/>
                    <a:pt x="4743" y="453"/>
                  </a:cubicBezTo>
                  <a:cubicBezTo>
                    <a:pt x="4786" y="453"/>
                    <a:pt x="4830" y="453"/>
                    <a:pt x="4876" y="453"/>
                  </a:cubicBezTo>
                  <a:cubicBezTo>
                    <a:pt x="7211" y="463"/>
                    <a:pt x="9549" y="472"/>
                    <a:pt x="11884" y="483"/>
                  </a:cubicBezTo>
                  <a:cubicBezTo>
                    <a:pt x="11884" y="483"/>
                    <a:pt x="11885" y="483"/>
                    <a:pt x="11885" y="483"/>
                  </a:cubicBezTo>
                  <a:cubicBezTo>
                    <a:pt x="12139" y="483"/>
                    <a:pt x="12138" y="91"/>
                    <a:pt x="11884" y="90"/>
                  </a:cubicBezTo>
                  <a:cubicBezTo>
                    <a:pt x="10457" y="84"/>
                    <a:pt x="9029" y="77"/>
                    <a:pt x="7602" y="71"/>
                  </a:cubicBezTo>
                  <a:cubicBezTo>
                    <a:pt x="6888" y="68"/>
                    <a:pt x="6173" y="67"/>
                    <a:pt x="5461" y="62"/>
                  </a:cubicBezTo>
                  <a:cubicBezTo>
                    <a:pt x="5183" y="61"/>
                    <a:pt x="4767" y="0"/>
                    <a:pt x="440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7"/>
            <p:cNvSpPr/>
            <p:nvPr/>
          </p:nvSpPr>
          <p:spPr>
            <a:xfrm>
              <a:off x="6543800" y="782275"/>
              <a:ext cx="81875" cy="86525"/>
            </a:xfrm>
            <a:custGeom>
              <a:rect b="b" l="l" r="r" t="t"/>
              <a:pathLst>
                <a:path extrusionOk="0" h="3461" w="3275">
                  <a:moveTo>
                    <a:pt x="1361" y="0"/>
                  </a:moveTo>
                  <a:cubicBezTo>
                    <a:pt x="945" y="0"/>
                    <a:pt x="464" y="224"/>
                    <a:pt x="173" y="418"/>
                  </a:cubicBezTo>
                  <a:cubicBezTo>
                    <a:pt x="1" y="538"/>
                    <a:pt x="108" y="794"/>
                    <a:pt x="272" y="794"/>
                  </a:cubicBezTo>
                  <a:cubicBezTo>
                    <a:pt x="304" y="794"/>
                    <a:pt x="339" y="784"/>
                    <a:pt x="374" y="760"/>
                  </a:cubicBezTo>
                  <a:cubicBezTo>
                    <a:pt x="583" y="622"/>
                    <a:pt x="807" y="494"/>
                    <a:pt x="1054" y="434"/>
                  </a:cubicBezTo>
                  <a:cubicBezTo>
                    <a:pt x="1138" y="414"/>
                    <a:pt x="1221" y="396"/>
                    <a:pt x="1303" y="396"/>
                  </a:cubicBezTo>
                  <a:cubicBezTo>
                    <a:pt x="1371" y="396"/>
                    <a:pt x="1438" y="408"/>
                    <a:pt x="1505" y="443"/>
                  </a:cubicBezTo>
                  <a:cubicBezTo>
                    <a:pt x="1696" y="466"/>
                    <a:pt x="1734" y="589"/>
                    <a:pt x="1615" y="816"/>
                  </a:cubicBezTo>
                  <a:cubicBezTo>
                    <a:pt x="1658" y="1005"/>
                    <a:pt x="1620" y="1168"/>
                    <a:pt x="1498" y="1304"/>
                  </a:cubicBezTo>
                  <a:cubicBezTo>
                    <a:pt x="1195" y="1863"/>
                    <a:pt x="675" y="2368"/>
                    <a:pt x="218" y="2802"/>
                  </a:cubicBezTo>
                  <a:cubicBezTo>
                    <a:pt x="82" y="2931"/>
                    <a:pt x="200" y="3120"/>
                    <a:pt x="357" y="3138"/>
                  </a:cubicBezTo>
                  <a:cubicBezTo>
                    <a:pt x="1248" y="3244"/>
                    <a:pt x="2135" y="3352"/>
                    <a:pt x="3024" y="3459"/>
                  </a:cubicBezTo>
                  <a:cubicBezTo>
                    <a:pt x="3033" y="3460"/>
                    <a:pt x="3042" y="3461"/>
                    <a:pt x="3051" y="3461"/>
                  </a:cubicBezTo>
                  <a:cubicBezTo>
                    <a:pt x="3274" y="3461"/>
                    <a:pt x="3264" y="3094"/>
                    <a:pt x="3024" y="3065"/>
                  </a:cubicBezTo>
                  <a:cubicBezTo>
                    <a:pt x="2277" y="2975"/>
                    <a:pt x="1532" y="2886"/>
                    <a:pt x="785" y="2796"/>
                  </a:cubicBezTo>
                  <a:lnTo>
                    <a:pt x="785" y="2796"/>
                  </a:lnTo>
                  <a:cubicBezTo>
                    <a:pt x="1108" y="2463"/>
                    <a:pt x="1408" y="2109"/>
                    <a:pt x="1680" y="1731"/>
                  </a:cubicBezTo>
                  <a:cubicBezTo>
                    <a:pt x="1938" y="1370"/>
                    <a:pt x="2264" y="902"/>
                    <a:pt x="2065" y="440"/>
                  </a:cubicBezTo>
                  <a:cubicBezTo>
                    <a:pt x="1926" y="116"/>
                    <a:pt x="1660" y="0"/>
                    <a:pt x="136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7"/>
            <p:cNvSpPr/>
            <p:nvPr/>
          </p:nvSpPr>
          <p:spPr>
            <a:xfrm>
              <a:off x="6713875" y="709975"/>
              <a:ext cx="116650" cy="222375"/>
            </a:xfrm>
            <a:custGeom>
              <a:rect b="b" l="l" r="r" t="t"/>
              <a:pathLst>
                <a:path extrusionOk="0" h="8895" w="4666">
                  <a:moveTo>
                    <a:pt x="985" y="1"/>
                  </a:moveTo>
                  <a:cubicBezTo>
                    <a:pt x="803" y="1"/>
                    <a:pt x="682" y="267"/>
                    <a:pt x="879" y="361"/>
                  </a:cubicBezTo>
                  <a:cubicBezTo>
                    <a:pt x="4211" y="1978"/>
                    <a:pt x="1940" y="6664"/>
                    <a:pt x="136" y="8555"/>
                  </a:cubicBezTo>
                  <a:cubicBezTo>
                    <a:pt x="1" y="8698"/>
                    <a:pt x="135" y="8895"/>
                    <a:pt x="284" y="8895"/>
                  </a:cubicBezTo>
                  <a:cubicBezTo>
                    <a:pt x="329" y="8895"/>
                    <a:pt x="375" y="8877"/>
                    <a:pt x="416" y="8835"/>
                  </a:cubicBezTo>
                  <a:cubicBezTo>
                    <a:pt x="2385" y="6767"/>
                    <a:pt x="4666" y="1763"/>
                    <a:pt x="1077" y="24"/>
                  </a:cubicBezTo>
                  <a:cubicBezTo>
                    <a:pt x="1045" y="8"/>
                    <a:pt x="1014" y="1"/>
                    <a:pt x="98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7"/>
            <p:cNvSpPr/>
            <p:nvPr/>
          </p:nvSpPr>
          <p:spPr>
            <a:xfrm>
              <a:off x="6879725" y="810575"/>
              <a:ext cx="107825" cy="13075"/>
            </a:xfrm>
            <a:custGeom>
              <a:rect b="b" l="l" r="r" t="t"/>
              <a:pathLst>
                <a:path extrusionOk="0" h="523" w="4313">
                  <a:moveTo>
                    <a:pt x="4087" y="1"/>
                  </a:moveTo>
                  <a:cubicBezTo>
                    <a:pt x="4079" y="1"/>
                    <a:pt x="4070" y="1"/>
                    <a:pt x="4061" y="2"/>
                  </a:cubicBezTo>
                  <a:cubicBezTo>
                    <a:pt x="3309" y="86"/>
                    <a:pt x="2556" y="128"/>
                    <a:pt x="1803" y="128"/>
                  </a:cubicBezTo>
                  <a:cubicBezTo>
                    <a:pt x="1287" y="128"/>
                    <a:pt x="770" y="108"/>
                    <a:pt x="252" y="69"/>
                  </a:cubicBezTo>
                  <a:cubicBezTo>
                    <a:pt x="246" y="69"/>
                    <a:pt x="240" y="69"/>
                    <a:pt x="234" y="69"/>
                  </a:cubicBezTo>
                  <a:cubicBezTo>
                    <a:pt x="0" y="69"/>
                    <a:pt x="8" y="444"/>
                    <a:pt x="252" y="463"/>
                  </a:cubicBezTo>
                  <a:cubicBezTo>
                    <a:pt x="771" y="503"/>
                    <a:pt x="1289" y="523"/>
                    <a:pt x="1807" y="523"/>
                  </a:cubicBezTo>
                  <a:cubicBezTo>
                    <a:pt x="2559" y="523"/>
                    <a:pt x="3309" y="481"/>
                    <a:pt x="4061" y="396"/>
                  </a:cubicBezTo>
                  <a:cubicBezTo>
                    <a:pt x="4302" y="368"/>
                    <a:pt x="4313" y="1"/>
                    <a:pt x="408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7"/>
            <p:cNvSpPr/>
            <p:nvPr/>
          </p:nvSpPr>
          <p:spPr>
            <a:xfrm>
              <a:off x="7097075" y="745950"/>
              <a:ext cx="84800" cy="89025"/>
            </a:xfrm>
            <a:custGeom>
              <a:rect b="b" l="l" r="r" t="t"/>
              <a:pathLst>
                <a:path extrusionOk="0" h="3561" w="3392">
                  <a:moveTo>
                    <a:pt x="2502" y="0"/>
                  </a:moveTo>
                  <a:cubicBezTo>
                    <a:pt x="2457" y="0"/>
                    <a:pt x="2411" y="19"/>
                    <a:pt x="2372" y="65"/>
                  </a:cubicBezTo>
                  <a:cubicBezTo>
                    <a:pt x="1500" y="1055"/>
                    <a:pt x="734" y="2120"/>
                    <a:pt x="74" y="3264"/>
                  </a:cubicBezTo>
                  <a:cubicBezTo>
                    <a:pt x="1" y="3387"/>
                    <a:pt x="89" y="3561"/>
                    <a:pt x="238" y="3561"/>
                  </a:cubicBezTo>
                  <a:cubicBezTo>
                    <a:pt x="240" y="3561"/>
                    <a:pt x="241" y="3561"/>
                    <a:pt x="243" y="3561"/>
                  </a:cubicBezTo>
                  <a:cubicBezTo>
                    <a:pt x="1208" y="3529"/>
                    <a:pt x="2173" y="3496"/>
                    <a:pt x="3138" y="3466"/>
                  </a:cubicBezTo>
                  <a:cubicBezTo>
                    <a:pt x="3387" y="3458"/>
                    <a:pt x="3391" y="3072"/>
                    <a:pt x="3146" y="3072"/>
                  </a:cubicBezTo>
                  <a:cubicBezTo>
                    <a:pt x="3143" y="3072"/>
                    <a:pt x="3140" y="3072"/>
                    <a:pt x="3138" y="3072"/>
                  </a:cubicBezTo>
                  <a:cubicBezTo>
                    <a:pt x="2290" y="3100"/>
                    <a:pt x="1443" y="3129"/>
                    <a:pt x="596" y="3156"/>
                  </a:cubicBezTo>
                  <a:lnTo>
                    <a:pt x="596" y="3156"/>
                  </a:lnTo>
                  <a:cubicBezTo>
                    <a:pt x="1197" y="2158"/>
                    <a:pt x="1880" y="1222"/>
                    <a:pt x="2651" y="345"/>
                  </a:cubicBezTo>
                  <a:cubicBezTo>
                    <a:pt x="2778" y="199"/>
                    <a:pt x="2646" y="0"/>
                    <a:pt x="2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7"/>
            <p:cNvSpPr/>
            <p:nvPr/>
          </p:nvSpPr>
          <p:spPr>
            <a:xfrm>
              <a:off x="7173475" y="782000"/>
              <a:ext cx="15975" cy="109525"/>
            </a:xfrm>
            <a:custGeom>
              <a:rect b="b" l="l" r="r" t="t"/>
              <a:pathLst>
                <a:path extrusionOk="0" h="4381" w="639">
                  <a:moveTo>
                    <a:pt x="395" y="0"/>
                  </a:moveTo>
                  <a:cubicBezTo>
                    <a:pt x="320" y="0"/>
                    <a:pt x="252" y="43"/>
                    <a:pt x="239" y="143"/>
                  </a:cubicBezTo>
                  <a:cubicBezTo>
                    <a:pt x="56" y="1492"/>
                    <a:pt x="0" y="2833"/>
                    <a:pt x="79" y="4191"/>
                  </a:cubicBezTo>
                  <a:cubicBezTo>
                    <a:pt x="86" y="4318"/>
                    <a:pt x="188" y="4381"/>
                    <a:pt x="287" y="4381"/>
                  </a:cubicBezTo>
                  <a:cubicBezTo>
                    <a:pt x="385" y="4381"/>
                    <a:pt x="480" y="4318"/>
                    <a:pt x="473" y="4191"/>
                  </a:cubicBezTo>
                  <a:cubicBezTo>
                    <a:pt x="397" y="2870"/>
                    <a:pt x="441" y="1559"/>
                    <a:pt x="619" y="248"/>
                  </a:cubicBezTo>
                  <a:cubicBezTo>
                    <a:pt x="638" y="98"/>
                    <a:pt x="509" y="0"/>
                    <a:pt x="39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7"/>
            <p:cNvSpPr/>
            <p:nvPr/>
          </p:nvSpPr>
          <p:spPr>
            <a:xfrm>
              <a:off x="7267850" y="722350"/>
              <a:ext cx="81225" cy="154000"/>
            </a:xfrm>
            <a:custGeom>
              <a:rect b="b" l="l" r="r" t="t"/>
              <a:pathLst>
                <a:path extrusionOk="0" h="6160" w="3249">
                  <a:moveTo>
                    <a:pt x="2633" y="1"/>
                  </a:moveTo>
                  <a:cubicBezTo>
                    <a:pt x="2602" y="1"/>
                    <a:pt x="2569" y="9"/>
                    <a:pt x="2535" y="28"/>
                  </a:cubicBezTo>
                  <a:cubicBezTo>
                    <a:pt x="0" y="1474"/>
                    <a:pt x="269" y="5031"/>
                    <a:pt x="2938" y="6144"/>
                  </a:cubicBezTo>
                  <a:cubicBezTo>
                    <a:pt x="2964" y="6155"/>
                    <a:pt x="2989" y="6159"/>
                    <a:pt x="3011" y="6159"/>
                  </a:cubicBezTo>
                  <a:cubicBezTo>
                    <a:pt x="3191" y="6159"/>
                    <a:pt x="3248" y="5851"/>
                    <a:pt x="3044" y="5764"/>
                  </a:cubicBezTo>
                  <a:cubicBezTo>
                    <a:pt x="673" y="4777"/>
                    <a:pt x="531" y="1626"/>
                    <a:pt x="2736" y="367"/>
                  </a:cubicBezTo>
                  <a:cubicBezTo>
                    <a:pt x="2923" y="262"/>
                    <a:pt x="2808" y="1"/>
                    <a:pt x="263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7"/>
            <p:cNvSpPr/>
            <p:nvPr/>
          </p:nvSpPr>
          <p:spPr>
            <a:xfrm>
              <a:off x="7378325" y="740975"/>
              <a:ext cx="61225" cy="105050"/>
            </a:xfrm>
            <a:custGeom>
              <a:rect b="b" l="l" r="r" t="t"/>
              <a:pathLst>
                <a:path extrusionOk="0" h="4202" w="2449">
                  <a:moveTo>
                    <a:pt x="1376" y="1"/>
                  </a:moveTo>
                  <a:cubicBezTo>
                    <a:pt x="945" y="1"/>
                    <a:pt x="519" y="372"/>
                    <a:pt x="238" y="682"/>
                  </a:cubicBezTo>
                  <a:cubicBezTo>
                    <a:pt x="108" y="824"/>
                    <a:pt x="240" y="1022"/>
                    <a:pt x="387" y="1022"/>
                  </a:cubicBezTo>
                  <a:cubicBezTo>
                    <a:pt x="431" y="1022"/>
                    <a:pt x="477" y="1003"/>
                    <a:pt x="517" y="959"/>
                  </a:cubicBezTo>
                  <a:cubicBezTo>
                    <a:pt x="703" y="753"/>
                    <a:pt x="1055" y="401"/>
                    <a:pt x="1294" y="401"/>
                  </a:cubicBezTo>
                  <a:cubicBezTo>
                    <a:pt x="1478" y="401"/>
                    <a:pt x="1596" y="610"/>
                    <a:pt x="1519" y="1254"/>
                  </a:cubicBezTo>
                  <a:cubicBezTo>
                    <a:pt x="1483" y="1554"/>
                    <a:pt x="1204" y="1953"/>
                    <a:pt x="1080" y="2228"/>
                  </a:cubicBezTo>
                  <a:cubicBezTo>
                    <a:pt x="1026" y="2346"/>
                    <a:pt x="1099" y="2532"/>
                    <a:pt x="1235" y="2532"/>
                  </a:cubicBezTo>
                  <a:cubicBezTo>
                    <a:pt x="1256" y="2532"/>
                    <a:pt x="1278" y="2528"/>
                    <a:pt x="1302" y="2518"/>
                  </a:cubicBezTo>
                  <a:cubicBezTo>
                    <a:pt x="1446" y="2839"/>
                    <a:pt x="1592" y="3158"/>
                    <a:pt x="1738" y="3478"/>
                  </a:cubicBezTo>
                  <a:cubicBezTo>
                    <a:pt x="1521" y="3672"/>
                    <a:pt x="1274" y="3774"/>
                    <a:pt x="999" y="3785"/>
                  </a:cubicBezTo>
                  <a:cubicBezTo>
                    <a:pt x="867" y="3807"/>
                    <a:pt x="740" y="3814"/>
                    <a:pt x="612" y="3814"/>
                  </a:cubicBezTo>
                  <a:cubicBezTo>
                    <a:pt x="494" y="3814"/>
                    <a:pt x="376" y="3808"/>
                    <a:pt x="254" y="3801"/>
                  </a:cubicBezTo>
                  <a:cubicBezTo>
                    <a:pt x="249" y="3801"/>
                    <a:pt x="245" y="3801"/>
                    <a:pt x="240" y="3801"/>
                  </a:cubicBezTo>
                  <a:cubicBezTo>
                    <a:pt x="0" y="3801"/>
                    <a:pt x="6" y="4181"/>
                    <a:pt x="254" y="4195"/>
                  </a:cubicBezTo>
                  <a:cubicBezTo>
                    <a:pt x="336" y="4199"/>
                    <a:pt x="422" y="4202"/>
                    <a:pt x="511" y="4202"/>
                  </a:cubicBezTo>
                  <a:cubicBezTo>
                    <a:pt x="1286" y="4202"/>
                    <a:pt x="2249" y="3999"/>
                    <a:pt x="2375" y="3094"/>
                  </a:cubicBezTo>
                  <a:cubicBezTo>
                    <a:pt x="2448" y="2571"/>
                    <a:pt x="2071" y="2124"/>
                    <a:pt x="1601" y="2078"/>
                  </a:cubicBezTo>
                  <a:lnTo>
                    <a:pt x="1601" y="2078"/>
                  </a:lnTo>
                  <a:cubicBezTo>
                    <a:pt x="1921" y="1491"/>
                    <a:pt x="2387" y="637"/>
                    <a:pt x="1877" y="198"/>
                  </a:cubicBezTo>
                  <a:cubicBezTo>
                    <a:pt x="1715" y="58"/>
                    <a:pt x="1545" y="1"/>
                    <a:pt x="137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7"/>
            <p:cNvSpPr/>
            <p:nvPr/>
          </p:nvSpPr>
          <p:spPr>
            <a:xfrm>
              <a:off x="7458375" y="715175"/>
              <a:ext cx="77050" cy="151925"/>
            </a:xfrm>
            <a:custGeom>
              <a:rect b="b" l="l" r="r" t="t"/>
              <a:pathLst>
                <a:path extrusionOk="0" h="6077" w="3082">
                  <a:moveTo>
                    <a:pt x="774" y="1"/>
                  </a:moveTo>
                  <a:cubicBezTo>
                    <a:pt x="616" y="1"/>
                    <a:pt x="511" y="256"/>
                    <a:pt x="679" y="378"/>
                  </a:cubicBezTo>
                  <a:cubicBezTo>
                    <a:pt x="2662" y="1797"/>
                    <a:pt x="2371" y="4670"/>
                    <a:pt x="198" y="5715"/>
                  </a:cubicBezTo>
                  <a:cubicBezTo>
                    <a:pt x="0" y="5810"/>
                    <a:pt x="123" y="6077"/>
                    <a:pt x="307" y="6077"/>
                  </a:cubicBezTo>
                  <a:cubicBezTo>
                    <a:pt x="336" y="6077"/>
                    <a:pt x="366" y="6070"/>
                    <a:pt x="397" y="6056"/>
                  </a:cubicBezTo>
                  <a:cubicBezTo>
                    <a:pt x="2865" y="4867"/>
                    <a:pt x="3081" y="1616"/>
                    <a:pt x="878" y="37"/>
                  </a:cubicBezTo>
                  <a:cubicBezTo>
                    <a:pt x="843" y="12"/>
                    <a:pt x="807" y="1"/>
                    <a:pt x="77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7"/>
            <p:cNvSpPr/>
            <p:nvPr/>
          </p:nvSpPr>
          <p:spPr>
            <a:xfrm>
              <a:off x="7563925" y="715650"/>
              <a:ext cx="76475" cy="156850"/>
            </a:xfrm>
            <a:custGeom>
              <a:rect b="b" l="l" r="r" t="t"/>
              <a:pathLst>
                <a:path extrusionOk="0" h="6274" w="3059">
                  <a:moveTo>
                    <a:pt x="2759" y="1"/>
                  </a:moveTo>
                  <a:cubicBezTo>
                    <a:pt x="2729" y="1"/>
                    <a:pt x="2698" y="8"/>
                    <a:pt x="2666" y="24"/>
                  </a:cubicBezTo>
                  <a:cubicBezTo>
                    <a:pt x="125" y="1308"/>
                    <a:pt x="0" y="4744"/>
                    <a:pt x="2405" y="6243"/>
                  </a:cubicBezTo>
                  <a:cubicBezTo>
                    <a:pt x="2440" y="6264"/>
                    <a:pt x="2474" y="6273"/>
                    <a:pt x="2506" y="6273"/>
                  </a:cubicBezTo>
                  <a:cubicBezTo>
                    <a:pt x="2675" y="6273"/>
                    <a:pt x="2785" y="6015"/>
                    <a:pt x="2604" y="5902"/>
                  </a:cubicBezTo>
                  <a:cubicBezTo>
                    <a:pt x="440" y="4555"/>
                    <a:pt x="600" y="1509"/>
                    <a:pt x="2863" y="363"/>
                  </a:cubicBezTo>
                  <a:cubicBezTo>
                    <a:pt x="3059" y="265"/>
                    <a:pt x="2940" y="1"/>
                    <a:pt x="275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7"/>
            <p:cNvSpPr/>
            <p:nvPr/>
          </p:nvSpPr>
          <p:spPr>
            <a:xfrm>
              <a:off x="7649125" y="792425"/>
              <a:ext cx="51725" cy="14625"/>
            </a:xfrm>
            <a:custGeom>
              <a:rect b="b" l="l" r="r" t="t"/>
              <a:pathLst>
                <a:path extrusionOk="0" h="585" w="2069">
                  <a:moveTo>
                    <a:pt x="1151" y="1"/>
                  </a:moveTo>
                  <a:cubicBezTo>
                    <a:pt x="826" y="1"/>
                    <a:pt x="503" y="77"/>
                    <a:pt x="197" y="224"/>
                  </a:cubicBezTo>
                  <a:cubicBezTo>
                    <a:pt x="0" y="319"/>
                    <a:pt x="122" y="585"/>
                    <a:pt x="306" y="585"/>
                  </a:cubicBezTo>
                  <a:cubicBezTo>
                    <a:pt x="335" y="585"/>
                    <a:pt x="365" y="578"/>
                    <a:pt x="396" y="563"/>
                  </a:cubicBezTo>
                  <a:cubicBezTo>
                    <a:pt x="634" y="449"/>
                    <a:pt x="883" y="393"/>
                    <a:pt x="1134" y="393"/>
                  </a:cubicBezTo>
                  <a:cubicBezTo>
                    <a:pt x="1340" y="393"/>
                    <a:pt x="1547" y="430"/>
                    <a:pt x="1750" y="503"/>
                  </a:cubicBezTo>
                  <a:cubicBezTo>
                    <a:pt x="1774" y="512"/>
                    <a:pt x="1796" y="516"/>
                    <a:pt x="1817" y="516"/>
                  </a:cubicBezTo>
                  <a:cubicBezTo>
                    <a:pt x="2006" y="516"/>
                    <a:pt x="2069" y="199"/>
                    <a:pt x="1856" y="124"/>
                  </a:cubicBezTo>
                  <a:cubicBezTo>
                    <a:pt x="1623" y="41"/>
                    <a:pt x="1386" y="1"/>
                    <a:pt x="11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7"/>
            <p:cNvSpPr/>
            <p:nvPr/>
          </p:nvSpPr>
          <p:spPr>
            <a:xfrm>
              <a:off x="7743500" y="725500"/>
              <a:ext cx="64800" cy="120225"/>
            </a:xfrm>
            <a:custGeom>
              <a:rect b="b" l="l" r="r" t="t"/>
              <a:pathLst>
                <a:path extrusionOk="0" h="4809" w="2592">
                  <a:moveTo>
                    <a:pt x="1636" y="0"/>
                  </a:moveTo>
                  <a:cubicBezTo>
                    <a:pt x="1143" y="0"/>
                    <a:pt x="675" y="129"/>
                    <a:pt x="210" y="392"/>
                  </a:cubicBezTo>
                  <a:cubicBezTo>
                    <a:pt x="21" y="499"/>
                    <a:pt x="137" y="760"/>
                    <a:pt x="311" y="760"/>
                  </a:cubicBezTo>
                  <a:cubicBezTo>
                    <a:pt x="342" y="760"/>
                    <a:pt x="374" y="752"/>
                    <a:pt x="407" y="734"/>
                  </a:cubicBezTo>
                  <a:cubicBezTo>
                    <a:pt x="810" y="506"/>
                    <a:pt x="1210" y="394"/>
                    <a:pt x="1634" y="394"/>
                  </a:cubicBezTo>
                  <a:cubicBezTo>
                    <a:pt x="1756" y="394"/>
                    <a:pt x="1879" y="403"/>
                    <a:pt x="2005" y="421"/>
                  </a:cubicBezTo>
                  <a:lnTo>
                    <a:pt x="2005" y="421"/>
                  </a:lnTo>
                  <a:cubicBezTo>
                    <a:pt x="1761" y="1108"/>
                    <a:pt x="1396" y="1674"/>
                    <a:pt x="867" y="2195"/>
                  </a:cubicBezTo>
                  <a:cubicBezTo>
                    <a:pt x="738" y="2323"/>
                    <a:pt x="856" y="2538"/>
                    <a:pt x="1006" y="2538"/>
                  </a:cubicBezTo>
                  <a:cubicBezTo>
                    <a:pt x="1038" y="2538"/>
                    <a:pt x="1071" y="2528"/>
                    <a:pt x="1104" y="2506"/>
                  </a:cubicBezTo>
                  <a:cubicBezTo>
                    <a:pt x="1279" y="2452"/>
                    <a:pt x="1429" y="2424"/>
                    <a:pt x="1553" y="2424"/>
                  </a:cubicBezTo>
                  <a:cubicBezTo>
                    <a:pt x="2056" y="2424"/>
                    <a:pt x="2134" y="2876"/>
                    <a:pt x="1787" y="3780"/>
                  </a:cubicBezTo>
                  <a:cubicBezTo>
                    <a:pt x="1625" y="3956"/>
                    <a:pt x="1432" y="4082"/>
                    <a:pt x="1209" y="4160"/>
                  </a:cubicBezTo>
                  <a:cubicBezTo>
                    <a:pt x="897" y="4304"/>
                    <a:pt x="569" y="4364"/>
                    <a:pt x="235" y="4426"/>
                  </a:cubicBezTo>
                  <a:cubicBezTo>
                    <a:pt x="0" y="4468"/>
                    <a:pt x="81" y="4809"/>
                    <a:pt x="299" y="4809"/>
                  </a:cubicBezTo>
                  <a:cubicBezTo>
                    <a:pt x="312" y="4809"/>
                    <a:pt x="326" y="4808"/>
                    <a:pt x="340" y="4805"/>
                  </a:cubicBezTo>
                  <a:cubicBezTo>
                    <a:pt x="1280" y="4633"/>
                    <a:pt x="2592" y="4152"/>
                    <a:pt x="2493" y="2954"/>
                  </a:cubicBezTo>
                  <a:cubicBezTo>
                    <a:pt x="2449" y="2430"/>
                    <a:pt x="2038" y="2050"/>
                    <a:pt x="1576" y="1996"/>
                  </a:cubicBezTo>
                  <a:lnTo>
                    <a:pt x="1576" y="1996"/>
                  </a:lnTo>
                  <a:cubicBezTo>
                    <a:pt x="1971" y="1500"/>
                    <a:pt x="2259" y="947"/>
                    <a:pt x="2456" y="319"/>
                  </a:cubicBezTo>
                  <a:cubicBezTo>
                    <a:pt x="2486" y="220"/>
                    <a:pt x="2420" y="98"/>
                    <a:pt x="2317" y="77"/>
                  </a:cubicBezTo>
                  <a:cubicBezTo>
                    <a:pt x="2083" y="26"/>
                    <a:pt x="1857" y="0"/>
                    <a:pt x="16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7"/>
            <p:cNvSpPr/>
            <p:nvPr/>
          </p:nvSpPr>
          <p:spPr>
            <a:xfrm>
              <a:off x="7873825" y="745900"/>
              <a:ext cx="10725" cy="99800"/>
            </a:xfrm>
            <a:custGeom>
              <a:rect b="b" l="l" r="r" t="t"/>
              <a:pathLst>
                <a:path extrusionOk="0" h="3992" w="429">
                  <a:moveTo>
                    <a:pt x="232" y="1"/>
                  </a:moveTo>
                  <a:cubicBezTo>
                    <a:pt x="134" y="1"/>
                    <a:pt x="35" y="64"/>
                    <a:pt x="34" y="190"/>
                  </a:cubicBezTo>
                  <a:cubicBezTo>
                    <a:pt x="23" y="1394"/>
                    <a:pt x="13" y="2596"/>
                    <a:pt x="1" y="3802"/>
                  </a:cubicBezTo>
                  <a:cubicBezTo>
                    <a:pt x="1" y="3928"/>
                    <a:pt x="99" y="3992"/>
                    <a:pt x="197" y="3992"/>
                  </a:cubicBezTo>
                  <a:cubicBezTo>
                    <a:pt x="295" y="3992"/>
                    <a:pt x="394" y="3928"/>
                    <a:pt x="395" y="3802"/>
                  </a:cubicBezTo>
                  <a:cubicBezTo>
                    <a:pt x="406" y="2596"/>
                    <a:pt x="416" y="1394"/>
                    <a:pt x="428" y="190"/>
                  </a:cubicBezTo>
                  <a:cubicBezTo>
                    <a:pt x="429" y="64"/>
                    <a:pt x="331" y="1"/>
                    <a:pt x="23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7"/>
            <p:cNvSpPr/>
            <p:nvPr/>
          </p:nvSpPr>
          <p:spPr>
            <a:xfrm>
              <a:off x="7881400" y="739300"/>
              <a:ext cx="94500" cy="88325"/>
            </a:xfrm>
            <a:custGeom>
              <a:rect b="b" l="l" r="r" t="t"/>
              <a:pathLst>
                <a:path extrusionOk="0" h="3533" w="3780">
                  <a:moveTo>
                    <a:pt x="3482" y="1"/>
                  </a:moveTo>
                  <a:cubicBezTo>
                    <a:pt x="3418" y="1"/>
                    <a:pt x="3351" y="30"/>
                    <a:pt x="3306" y="90"/>
                  </a:cubicBezTo>
                  <a:cubicBezTo>
                    <a:pt x="2823" y="737"/>
                    <a:pt x="2344" y="1386"/>
                    <a:pt x="1857" y="2030"/>
                  </a:cubicBezTo>
                  <a:cubicBezTo>
                    <a:pt x="1686" y="2256"/>
                    <a:pt x="1658" y="2389"/>
                    <a:pt x="1459" y="2389"/>
                  </a:cubicBezTo>
                  <a:cubicBezTo>
                    <a:pt x="1415" y="2389"/>
                    <a:pt x="1363" y="2383"/>
                    <a:pt x="1299" y="2369"/>
                  </a:cubicBezTo>
                  <a:cubicBezTo>
                    <a:pt x="1001" y="2306"/>
                    <a:pt x="949" y="2142"/>
                    <a:pt x="826" y="1894"/>
                  </a:cubicBezTo>
                  <a:cubicBezTo>
                    <a:pt x="599" y="1436"/>
                    <a:pt x="470" y="948"/>
                    <a:pt x="410" y="441"/>
                  </a:cubicBezTo>
                  <a:cubicBezTo>
                    <a:pt x="395" y="318"/>
                    <a:pt x="289" y="256"/>
                    <a:pt x="191" y="256"/>
                  </a:cubicBezTo>
                  <a:cubicBezTo>
                    <a:pt x="92" y="256"/>
                    <a:pt x="0" y="318"/>
                    <a:pt x="16" y="444"/>
                  </a:cubicBezTo>
                  <a:cubicBezTo>
                    <a:pt x="95" y="1095"/>
                    <a:pt x="425" y="2943"/>
                    <a:pt x="1352" y="2946"/>
                  </a:cubicBezTo>
                  <a:cubicBezTo>
                    <a:pt x="1353" y="2946"/>
                    <a:pt x="1354" y="2946"/>
                    <a:pt x="1356" y="2946"/>
                  </a:cubicBezTo>
                  <a:cubicBezTo>
                    <a:pt x="1753" y="2946"/>
                    <a:pt x="1989" y="2506"/>
                    <a:pt x="2196" y="2230"/>
                  </a:cubicBezTo>
                  <a:cubicBezTo>
                    <a:pt x="2564" y="1740"/>
                    <a:pt x="2931" y="1249"/>
                    <a:pt x="3298" y="757"/>
                  </a:cubicBezTo>
                  <a:lnTo>
                    <a:pt x="3298" y="757"/>
                  </a:lnTo>
                  <a:lnTo>
                    <a:pt x="3382" y="3343"/>
                  </a:lnTo>
                  <a:cubicBezTo>
                    <a:pt x="3386" y="3469"/>
                    <a:pt x="3487" y="3532"/>
                    <a:pt x="3585" y="3532"/>
                  </a:cubicBezTo>
                  <a:cubicBezTo>
                    <a:pt x="3684" y="3532"/>
                    <a:pt x="3780" y="3469"/>
                    <a:pt x="3775" y="3343"/>
                  </a:cubicBezTo>
                  <a:lnTo>
                    <a:pt x="3674" y="190"/>
                  </a:lnTo>
                  <a:cubicBezTo>
                    <a:pt x="3669" y="66"/>
                    <a:pt x="3579" y="1"/>
                    <a:pt x="348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7"/>
            <p:cNvSpPr/>
            <p:nvPr/>
          </p:nvSpPr>
          <p:spPr>
            <a:xfrm>
              <a:off x="8054375" y="747550"/>
              <a:ext cx="10700" cy="95075"/>
            </a:xfrm>
            <a:custGeom>
              <a:rect b="b" l="l" r="r" t="t"/>
              <a:pathLst>
                <a:path extrusionOk="0" h="3803" w="428">
                  <a:moveTo>
                    <a:pt x="230" y="0"/>
                  </a:moveTo>
                  <a:cubicBezTo>
                    <a:pt x="132" y="0"/>
                    <a:pt x="34" y="63"/>
                    <a:pt x="33" y="190"/>
                  </a:cubicBezTo>
                  <a:cubicBezTo>
                    <a:pt x="21" y="1331"/>
                    <a:pt x="11" y="2470"/>
                    <a:pt x="1" y="3611"/>
                  </a:cubicBezTo>
                  <a:cubicBezTo>
                    <a:pt x="1" y="3738"/>
                    <a:pt x="99" y="3802"/>
                    <a:pt x="197" y="3802"/>
                  </a:cubicBezTo>
                  <a:cubicBezTo>
                    <a:pt x="296" y="3802"/>
                    <a:pt x="394" y="3738"/>
                    <a:pt x="395" y="3611"/>
                  </a:cubicBezTo>
                  <a:cubicBezTo>
                    <a:pt x="406" y="2472"/>
                    <a:pt x="417" y="1332"/>
                    <a:pt x="427" y="190"/>
                  </a:cubicBezTo>
                  <a:cubicBezTo>
                    <a:pt x="427" y="64"/>
                    <a:pt x="329" y="0"/>
                    <a:pt x="23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7"/>
            <p:cNvSpPr/>
            <p:nvPr/>
          </p:nvSpPr>
          <p:spPr>
            <a:xfrm>
              <a:off x="8019900" y="781825"/>
              <a:ext cx="75400" cy="14150"/>
            </a:xfrm>
            <a:custGeom>
              <a:rect b="b" l="l" r="r" t="t"/>
              <a:pathLst>
                <a:path extrusionOk="0" h="566" w="3016">
                  <a:moveTo>
                    <a:pt x="1555" y="0"/>
                  </a:moveTo>
                  <a:cubicBezTo>
                    <a:pt x="1111" y="0"/>
                    <a:pt x="667" y="60"/>
                    <a:pt x="225" y="179"/>
                  </a:cubicBezTo>
                  <a:cubicBezTo>
                    <a:pt x="0" y="241"/>
                    <a:pt x="69" y="566"/>
                    <a:pt x="272" y="566"/>
                  </a:cubicBezTo>
                  <a:cubicBezTo>
                    <a:pt x="290" y="566"/>
                    <a:pt x="308" y="563"/>
                    <a:pt x="328" y="558"/>
                  </a:cubicBezTo>
                  <a:cubicBezTo>
                    <a:pt x="738" y="447"/>
                    <a:pt x="1146" y="391"/>
                    <a:pt x="1554" y="391"/>
                  </a:cubicBezTo>
                  <a:cubicBezTo>
                    <a:pt x="1929" y="391"/>
                    <a:pt x="2305" y="438"/>
                    <a:pt x="2683" y="532"/>
                  </a:cubicBezTo>
                  <a:cubicBezTo>
                    <a:pt x="2701" y="537"/>
                    <a:pt x="2718" y="539"/>
                    <a:pt x="2735" y="539"/>
                  </a:cubicBezTo>
                  <a:cubicBezTo>
                    <a:pt x="2944" y="539"/>
                    <a:pt x="3016" y="209"/>
                    <a:pt x="2789" y="153"/>
                  </a:cubicBezTo>
                  <a:cubicBezTo>
                    <a:pt x="2378" y="51"/>
                    <a:pt x="1967" y="0"/>
                    <a:pt x="155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7"/>
            <p:cNvSpPr/>
            <p:nvPr/>
          </p:nvSpPr>
          <p:spPr>
            <a:xfrm>
              <a:off x="8154175" y="745850"/>
              <a:ext cx="68325" cy="94125"/>
            </a:xfrm>
            <a:custGeom>
              <a:rect b="b" l="l" r="r" t="t"/>
              <a:pathLst>
                <a:path extrusionOk="0" h="3765" w="2733">
                  <a:moveTo>
                    <a:pt x="1345" y="1"/>
                  </a:moveTo>
                  <a:cubicBezTo>
                    <a:pt x="939" y="1"/>
                    <a:pt x="468" y="196"/>
                    <a:pt x="181" y="369"/>
                  </a:cubicBezTo>
                  <a:cubicBezTo>
                    <a:pt x="0" y="480"/>
                    <a:pt x="111" y="739"/>
                    <a:pt x="280" y="739"/>
                  </a:cubicBezTo>
                  <a:cubicBezTo>
                    <a:pt x="312" y="739"/>
                    <a:pt x="346" y="730"/>
                    <a:pt x="380" y="709"/>
                  </a:cubicBezTo>
                  <a:cubicBezTo>
                    <a:pt x="560" y="599"/>
                    <a:pt x="982" y="360"/>
                    <a:pt x="1294" y="360"/>
                  </a:cubicBezTo>
                  <a:cubicBezTo>
                    <a:pt x="1539" y="360"/>
                    <a:pt x="1715" y="507"/>
                    <a:pt x="1654" y="976"/>
                  </a:cubicBezTo>
                  <a:cubicBezTo>
                    <a:pt x="1624" y="1208"/>
                    <a:pt x="1285" y="1565"/>
                    <a:pt x="1160" y="1764"/>
                  </a:cubicBezTo>
                  <a:cubicBezTo>
                    <a:pt x="801" y="2331"/>
                    <a:pt x="439" y="2899"/>
                    <a:pt x="79" y="3467"/>
                  </a:cubicBezTo>
                  <a:cubicBezTo>
                    <a:pt x="6" y="3580"/>
                    <a:pt x="94" y="3764"/>
                    <a:pt x="234" y="3764"/>
                  </a:cubicBezTo>
                  <a:cubicBezTo>
                    <a:pt x="239" y="3764"/>
                    <a:pt x="244" y="3764"/>
                    <a:pt x="250" y="3764"/>
                  </a:cubicBezTo>
                  <a:cubicBezTo>
                    <a:pt x="994" y="3692"/>
                    <a:pt x="1736" y="3620"/>
                    <a:pt x="2480" y="3547"/>
                  </a:cubicBezTo>
                  <a:cubicBezTo>
                    <a:pt x="2722" y="3522"/>
                    <a:pt x="2733" y="3152"/>
                    <a:pt x="2503" y="3152"/>
                  </a:cubicBezTo>
                  <a:cubicBezTo>
                    <a:pt x="2496" y="3152"/>
                    <a:pt x="2488" y="3153"/>
                    <a:pt x="2480" y="3154"/>
                  </a:cubicBezTo>
                  <a:cubicBezTo>
                    <a:pt x="1863" y="3213"/>
                    <a:pt x="1248" y="3272"/>
                    <a:pt x="631" y="3333"/>
                  </a:cubicBezTo>
                  <a:lnTo>
                    <a:pt x="631" y="3333"/>
                  </a:lnTo>
                  <a:cubicBezTo>
                    <a:pt x="944" y="2840"/>
                    <a:pt x="1255" y="2348"/>
                    <a:pt x="1568" y="1855"/>
                  </a:cubicBezTo>
                  <a:cubicBezTo>
                    <a:pt x="1791" y="1506"/>
                    <a:pt x="2185" y="1075"/>
                    <a:pt x="2103" y="621"/>
                  </a:cubicBezTo>
                  <a:cubicBezTo>
                    <a:pt x="2020" y="156"/>
                    <a:pt x="1709" y="1"/>
                    <a:pt x="134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7"/>
            <p:cNvSpPr/>
            <p:nvPr/>
          </p:nvSpPr>
          <p:spPr>
            <a:xfrm>
              <a:off x="8251325" y="709575"/>
              <a:ext cx="77050" cy="155400"/>
            </a:xfrm>
            <a:custGeom>
              <a:rect b="b" l="l" r="r" t="t"/>
              <a:pathLst>
                <a:path extrusionOk="0" h="6216" w="3082">
                  <a:moveTo>
                    <a:pt x="300" y="1"/>
                  </a:moveTo>
                  <a:cubicBezTo>
                    <a:pt x="119" y="1"/>
                    <a:pt x="0" y="265"/>
                    <a:pt x="194" y="363"/>
                  </a:cubicBezTo>
                  <a:cubicBezTo>
                    <a:pt x="2408" y="1473"/>
                    <a:pt x="2657" y="4421"/>
                    <a:pt x="602" y="5842"/>
                  </a:cubicBezTo>
                  <a:cubicBezTo>
                    <a:pt x="430" y="5960"/>
                    <a:pt x="536" y="6216"/>
                    <a:pt x="698" y="6216"/>
                  </a:cubicBezTo>
                  <a:cubicBezTo>
                    <a:pt x="731" y="6216"/>
                    <a:pt x="766" y="6205"/>
                    <a:pt x="801" y="6181"/>
                  </a:cubicBezTo>
                  <a:cubicBezTo>
                    <a:pt x="3082" y="4605"/>
                    <a:pt x="2891" y="1275"/>
                    <a:pt x="393" y="24"/>
                  </a:cubicBezTo>
                  <a:cubicBezTo>
                    <a:pt x="361" y="8"/>
                    <a:pt x="330" y="1"/>
                    <a:pt x="30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2" name="Google Shape;4062;p57"/>
          <p:cNvGrpSpPr/>
          <p:nvPr/>
        </p:nvGrpSpPr>
        <p:grpSpPr>
          <a:xfrm>
            <a:off x="6496103" y="3793969"/>
            <a:ext cx="745681" cy="929720"/>
            <a:chOff x="6496103" y="3793969"/>
            <a:chExt cx="745681" cy="929720"/>
          </a:xfrm>
        </p:grpSpPr>
        <p:sp>
          <p:nvSpPr>
            <p:cNvPr id="4063" name="Google Shape;4063;p57"/>
            <p:cNvSpPr/>
            <p:nvPr/>
          </p:nvSpPr>
          <p:spPr>
            <a:xfrm rot="961257">
              <a:off x="7000527" y="3820345"/>
              <a:ext cx="218584" cy="195058"/>
            </a:xfrm>
            <a:custGeom>
              <a:rect b="b" l="l" r="r" t="t"/>
              <a:pathLst>
                <a:path extrusionOk="0" h="7802" w="8743">
                  <a:moveTo>
                    <a:pt x="6174" y="0"/>
                  </a:moveTo>
                  <a:cubicBezTo>
                    <a:pt x="6073" y="0"/>
                    <a:pt x="5971" y="22"/>
                    <a:pt x="5874" y="68"/>
                  </a:cubicBezTo>
                  <a:lnTo>
                    <a:pt x="365" y="3812"/>
                  </a:lnTo>
                  <a:lnTo>
                    <a:pt x="0" y="4844"/>
                  </a:lnTo>
                  <a:lnTo>
                    <a:pt x="8378" y="7801"/>
                  </a:lnTo>
                  <a:lnTo>
                    <a:pt x="8742" y="6770"/>
                  </a:lnTo>
                  <a:lnTo>
                    <a:pt x="6805" y="397"/>
                  </a:lnTo>
                  <a:cubicBezTo>
                    <a:pt x="6685" y="147"/>
                    <a:pt x="6434" y="0"/>
                    <a:pt x="6174" y="0"/>
                  </a:cubicBezTo>
                  <a:close/>
                </a:path>
              </a:pathLst>
            </a:custGeom>
            <a:solidFill>
              <a:srgbClr val="F550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7"/>
            <p:cNvSpPr/>
            <p:nvPr/>
          </p:nvSpPr>
          <p:spPr>
            <a:xfrm rot="961257">
              <a:off x="6995904" y="3853726"/>
              <a:ext cx="218559" cy="161032"/>
            </a:xfrm>
            <a:custGeom>
              <a:rect b="b" l="l" r="r" t="t"/>
              <a:pathLst>
                <a:path extrusionOk="0" h="6441" w="8742">
                  <a:moveTo>
                    <a:pt x="3970" y="1"/>
                  </a:moveTo>
                  <a:lnTo>
                    <a:pt x="363" y="2451"/>
                  </a:lnTo>
                  <a:lnTo>
                    <a:pt x="0" y="3483"/>
                  </a:lnTo>
                  <a:lnTo>
                    <a:pt x="8378" y="6440"/>
                  </a:lnTo>
                  <a:lnTo>
                    <a:pt x="8742" y="5409"/>
                  </a:lnTo>
                  <a:lnTo>
                    <a:pt x="7477" y="1252"/>
                  </a:lnTo>
                  <a:lnTo>
                    <a:pt x="4188" y="92"/>
                  </a:lnTo>
                  <a:cubicBezTo>
                    <a:pt x="4114" y="65"/>
                    <a:pt x="4041" y="32"/>
                    <a:pt x="3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7"/>
            <p:cNvSpPr/>
            <p:nvPr/>
          </p:nvSpPr>
          <p:spPr>
            <a:xfrm rot="961257">
              <a:off x="7116338" y="3832193"/>
              <a:ext cx="87729" cy="65353"/>
            </a:xfrm>
            <a:custGeom>
              <a:rect b="b" l="l" r="r" t="t"/>
              <a:pathLst>
                <a:path extrusionOk="0" h="2614" w="3509">
                  <a:moveTo>
                    <a:pt x="2205" y="0"/>
                  </a:moveTo>
                  <a:cubicBezTo>
                    <a:pt x="2104" y="0"/>
                    <a:pt x="2002" y="22"/>
                    <a:pt x="1905" y="68"/>
                  </a:cubicBezTo>
                  <a:lnTo>
                    <a:pt x="1" y="1362"/>
                  </a:lnTo>
                  <a:cubicBezTo>
                    <a:pt x="75" y="1393"/>
                    <a:pt x="146" y="1426"/>
                    <a:pt x="221" y="1453"/>
                  </a:cubicBezTo>
                  <a:lnTo>
                    <a:pt x="3509" y="2613"/>
                  </a:lnTo>
                  <a:lnTo>
                    <a:pt x="2836" y="397"/>
                  </a:lnTo>
                  <a:cubicBezTo>
                    <a:pt x="2716" y="147"/>
                    <a:pt x="2465" y="0"/>
                    <a:pt x="2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7"/>
            <p:cNvSpPr/>
            <p:nvPr/>
          </p:nvSpPr>
          <p:spPr>
            <a:xfrm rot="961257">
              <a:off x="6530193" y="4469807"/>
              <a:ext cx="251735" cy="223484"/>
            </a:xfrm>
            <a:custGeom>
              <a:rect b="b" l="l" r="r" t="t"/>
              <a:pathLst>
                <a:path extrusionOk="0" h="8939" w="10069">
                  <a:moveTo>
                    <a:pt x="5034" y="1"/>
                  </a:moveTo>
                  <a:cubicBezTo>
                    <a:pt x="3193" y="1"/>
                    <a:pt x="1470" y="1148"/>
                    <a:pt x="823" y="2983"/>
                  </a:cubicBezTo>
                  <a:cubicBezTo>
                    <a:pt x="1" y="5309"/>
                    <a:pt x="1220" y="7861"/>
                    <a:pt x="3547" y="8683"/>
                  </a:cubicBezTo>
                  <a:cubicBezTo>
                    <a:pt x="4039" y="8856"/>
                    <a:pt x="4541" y="8939"/>
                    <a:pt x="5035" y="8939"/>
                  </a:cubicBezTo>
                  <a:cubicBezTo>
                    <a:pt x="6876" y="8939"/>
                    <a:pt x="8599" y="7792"/>
                    <a:pt x="9247" y="5956"/>
                  </a:cubicBezTo>
                  <a:cubicBezTo>
                    <a:pt x="10068" y="3629"/>
                    <a:pt x="8848" y="1078"/>
                    <a:pt x="6521" y="257"/>
                  </a:cubicBezTo>
                  <a:cubicBezTo>
                    <a:pt x="6029" y="83"/>
                    <a:pt x="5527" y="1"/>
                    <a:pt x="5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7"/>
            <p:cNvSpPr/>
            <p:nvPr/>
          </p:nvSpPr>
          <p:spPr>
            <a:xfrm rot="961257">
              <a:off x="6552600" y="4574741"/>
              <a:ext cx="81828" cy="71303"/>
            </a:xfrm>
            <a:custGeom>
              <a:rect b="b" l="l" r="r" t="t"/>
              <a:pathLst>
                <a:path extrusionOk="0" h="2852" w="3273">
                  <a:moveTo>
                    <a:pt x="777" y="0"/>
                  </a:moveTo>
                  <a:cubicBezTo>
                    <a:pt x="703" y="0"/>
                    <a:pt x="621" y="39"/>
                    <a:pt x="522" y="129"/>
                  </a:cubicBezTo>
                  <a:cubicBezTo>
                    <a:pt x="1" y="605"/>
                    <a:pt x="78" y="1536"/>
                    <a:pt x="694" y="2214"/>
                  </a:cubicBezTo>
                  <a:cubicBezTo>
                    <a:pt x="1071" y="2629"/>
                    <a:pt x="1564" y="2851"/>
                    <a:pt x="2009" y="2851"/>
                  </a:cubicBezTo>
                  <a:cubicBezTo>
                    <a:pt x="2289" y="2851"/>
                    <a:pt x="2550" y="2763"/>
                    <a:pt x="2751" y="2581"/>
                  </a:cubicBezTo>
                  <a:cubicBezTo>
                    <a:pt x="3273" y="2105"/>
                    <a:pt x="2351" y="1942"/>
                    <a:pt x="1735" y="1266"/>
                  </a:cubicBezTo>
                  <a:cubicBezTo>
                    <a:pt x="1236" y="717"/>
                    <a:pt x="1091" y="0"/>
                    <a:pt x="777"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7"/>
            <p:cNvSpPr/>
            <p:nvPr/>
          </p:nvSpPr>
          <p:spPr>
            <a:xfrm rot="961257">
              <a:off x="6625853" y="4643924"/>
              <a:ext cx="15001" cy="13326"/>
            </a:xfrm>
            <a:custGeom>
              <a:rect b="b" l="l" r="r" t="t"/>
              <a:pathLst>
                <a:path extrusionOk="0" h="533" w="600">
                  <a:moveTo>
                    <a:pt x="298" y="1"/>
                  </a:moveTo>
                  <a:cubicBezTo>
                    <a:pt x="188" y="1"/>
                    <a:pt x="86" y="68"/>
                    <a:pt x="49" y="177"/>
                  </a:cubicBezTo>
                  <a:cubicBezTo>
                    <a:pt x="1" y="316"/>
                    <a:pt x="73" y="469"/>
                    <a:pt x="211" y="517"/>
                  </a:cubicBezTo>
                  <a:cubicBezTo>
                    <a:pt x="240" y="528"/>
                    <a:pt x="271" y="533"/>
                    <a:pt x="300" y="533"/>
                  </a:cubicBezTo>
                  <a:cubicBezTo>
                    <a:pt x="410" y="533"/>
                    <a:pt x="512" y="465"/>
                    <a:pt x="551" y="354"/>
                  </a:cubicBezTo>
                  <a:cubicBezTo>
                    <a:pt x="599" y="216"/>
                    <a:pt x="528" y="63"/>
                    <a:pt x="388" y="16"/>
                  </a:cubicBezTo>
                  <a:cubicBezTo>
                    <a:pt x="358" y="5"/>
                    <a:pt x="328" y="1"/>
                    <a:pt x="298"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7"/>
            <p:cNvSpPr/>
            <p:nvPr/>
          </p:nvSpPr>
          <p:spPr>
            <a:xfrm rot="961257">
              <a:off x="6640231" y="3884288"/>
              <a:ext cx="468419" cy="780982"/>
            </a:xfrm>
            <a:custGeom>
              <a:rect b="b" l="l" r="r" t="t"/>
              <a:pathLst>
                <a:path extrusionOk="0" h="31238" w="18736">
                  <a:moveTo>
                    <a:pt x="9931" y="0"/>
                  </a:moveTo>
                  <a:lnTo>
                    <a:pt x="0" y="28129"/>
                  </a:lnTo>
                  <a:lnTo>
                    <a:pt x="8805" y="31237"/>
                  </a:lnTo>
                  <a:lnTo>
                    <a:pt x="18735" y="3108"/>
                  </a:lnTo>
                  <a:lnTo>
                    <a:pt x="993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7"/>
            <p:cNvSpPr/>
            <p:nvPr/>
          </p:nvSpPr>
          <p:spPr>
            <a:xfrm rot="961257">
              <a:off x="6720030" y="3912439"/>
              <a:ext cx="308813" cy="724680"/>
            </a:xfrm>
            <a:custGeom>
              <a:rect b="b" l="l" r="r" t="t"/>
              <a:pathLst>
                <a:path extrusionOk="0" h="28986" w="12352">
                  <a:moveTo>
                    <a:pt x="9931" y="0"/>
                  </a:moveTo>
                  <a:lnTo>
                    <a:pt x="0" y="28131"/>
                  </a:lnTo>
                  <a:lnTo>
                    <a:pt x="2421" y="28985"/>
                  </a:lnTo>
                  <a:lnTo>
                    <a:pt x="12351" y="855"/>
                  </a:lnTo>
                  <a:lnTo>
                    <a:pt x="99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7"/>
            <p:cNvSpPr/>
            <p:nvPr/>
          </p:nvSpPr>
          <p:spPr>
            <a:xfrm rot="961257">
              <a:off x="6988643" y="3829246"/>
              <a:ext cx="226884" cy="168807"/>
            </a:xfrm>
            <a:custGeom>
              <a:rect b="b" l="l" r="r" t="t"/>
              <a:pathLst>
                <a:path extrusionOk="0" h="6752" w="9075">
                  <a:moveTo>
                    <a:pt x="4158" y="333"/>
                  </a:moveTo>
                  <a:cubicBezTo>
                    <a:pt x="4208" y="355"/>
                    <a:pt x="4258" y="376"/>
                    <a:pt x="4311" y="393"/>
                  </a:cubicBezTo>
                  <a:lnTo>
                    <a:pt x="7526" y="1528"/>
                  </a:lnTo>
                  <a:lnTo>
                    <a:pt x="8752" y="5560"/>
                  </a:lnTo>
                  <a:lnTo>
                    <a:pt x="8458" y="6399"/>
                  </a:lnTo>
                  <a:lnTo>
                    <a:pt x="372" y="3544"/>
                  </a:lnTo>
                  <a:lnTo>
                    <a:pt x="668" y="2707"/>
                  </a:lnTo>
                  <a:lnTo>
                    <a:pt x="4158" y="333"/>
                  </a:lnTo>
                  <a:close/>
                  <a:moveTo>
                    <a:pt x="4145" y="0"/>
                  </a:moveTo>
                  <a:cubicBezTo>
                    <a:pt x="4115" y="0"/>
                    <a:pt x="4084" y="9"/>
                    <a:pt x="4058" y="28"/>
                  </a:cubicBezTo>
                  <a:lnTo>
                    <a:pt x="453" y="2478"/>
                  </a:lnTo>
                  <a:cubicBezTo>
                    <a:pt x="426" y="2497"/>
                    <a:pt x="405" y="2524"/>
                    <a:pt x="393" y="2554"/>
                  </a:cubicBezTo>
                  <a:lnTo>
                    <a:pt x="29" y="3587"/>
                  </a:lnTo>
                  <a:cubicBezTo>
                    <a:pt x="0" y="3667"/>
                    <a:pt x="43" y="3757"/>
                    <a:pt x="125" y="3786"/>
                  </a:cubicBezTo>
                  <a:lnTo>
                    <a:pt x="8500" y="6743"/>
                  </a:lnTo>
                  <a:cubicBezTo>
                    <a:pt x="8519" y="6749"/>
                    <a:pt x="8535" y="6752"/>
                    <a:pt x="8552" y="6752"/>
                  </a:cubicBezTo>
                  <a:cubicBezTo>
                    <a:pt x="8573" y="6752"/>
                    <a:pt x="8598" y="6746"/>
                    <a:pt x="8622" y="6733"/>
                  </a:cubicBezTo>
                  <a:cubicBezTo>
                    <a:pt x="8658" y="6716"/>
                    <a:pt x="8686" y="6686"/>
                    <a:pt x="8700" y="6646"/>
                  </a:cubicBezTo>
                  <a:lnTo>
                    <a:pt x="9065" y="5614"/>
                  </a:lnTo>
                  <a:cubicBezTo>
                    <a:pt x="9075" y="5583"/>
                    <a:pt x="9075" y="5550"/>
                    <a:pt x="9066" y="5517"/>
                  </a:cubicBezTo>
                  <a:lnTo>
                    <a:pt x="7802" y="1361"/>
                  </a:lnTo>
                  <a:cubicBezTo>
                    <a:pt x="7787" y="1314"/>
                    <a:pt x="7752" y="1275"/>
                    <a:pt x="7706" y="1259"/>
                  </a:cubicBezTo>
                  <a:lnTo>
                    <a:pt x="4417" y="99"/>
                  </a:lnTo>
                  <a:cubicBezTo>
                    <a:pt x="4344" y="73"/>
                    <a:pt x="4277" y="43"/>
                    <a:pt x="4208" y="13"/>
                  </a:cubicBezTo>
                  <a:cubicBezTo>
                    <a:pt x="4188" y="5"/>
                    <a:pt x="4167" y="0"/>
                    <a:pt x="414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7"/>
            <p:cNvSpPr/>
            <p:nvPr/>
          </p:nvSpPr>
          <p:spPr>
            <a:xfrm rot="961257">
              <a:off x="7109532" y="3807848"/>
              <a:ext cx="95904" cy="73103"/>
            </a:xfrm>
            <a:custGeom>
              <a:rect b="b" l="l" r="r" t="t"/>
              <a:pathLst>
                <a:path extrusionOk="0" h="2924" w="3836">
                  <a:moveTo>
                    <a:pt x="2363" y="310"/>
                  </a:moveTo>
                  <a:cubicBezTo>
                    <a:pt x="2424" y="310"/>
                    <a:pt x="2486" y="320"/>
                    <a:pt x="2545" y="340"/>
                  </a:cubicBezTo>
                  <a:cubicBezTo>
                    <a:pt x="2681" y="389"/>
                    <a:pt x="2792" y="488"/>
                    <a:pt x="2845" y="596"/>
                  </a:cubicBezTo>
                  <a:lnTo>
                    <a:pt x="3430" y="2518"/>
                  </a:lnTo>
                  <a:lnTo>
                    <a:pt x="3430" y="2518"/>
                  </a:lnTo>
                  <a:lnTo>
                    <a:pt x="488" y="1481"/>
                  </a:lnTo>
                  <a:lnTo>
                    <a:pt x="2131" y="362"/>
                  </a:lnTo>
                  <a:cubicBezTo>
                    <a:pt x="2205" y="327"/>
                    <a:pt x="2284" y="310"/>
                    <a:pt x="2363" y="310"/>
                  </a:cubicBezTo>
                  <a:close/>
                  <a:moveTo>
                    <a:pt x="2373" y="1"/>
                  </a:moveTo>
                  <a:cubicBezTo>
                    <a:pt x="2242" y="1"/>
                    <a:pt x="2108" y="31"/>
                    <a:pt x="1978" y="95"/>
                  </a:cubicBezTo>
                  <a:lnTo>
                    <a:pt x="73" y="1388"/>
                  </a:lnTo>
                  <a:cubicBezTo>
                    <a:pt x="28" y="1419"/>
                    <a:pt x="0" y="1475"/>
                    <a:pt x="6" y="1531"/>
                  </a:cubicBezTo>
                  <a:cubicBezTo>
                    <a:pt x="12" y="1588"/>
                    <a:pt x="45" y="1635"/>
                    <a:pt x="98" y="1659"/>
                  </a:cubicBezTo>
                  <a:cubicBezTo>
                    <a:pt x="172" y="1693"/>
                    <a:pt x="249" y="1725"/>
                    <a:pt x="328" y="1753"/>
                  </a:cubicBezTo>
                  <a:lnTo>
                    <a:pt x="3615" y="2915"/>
                  </a:lnTo>
                  <a:cubicBezTo>
                    <a:pt x="3634" y="2919"/>
                    <a:pt x="3650" y="2924"/>
                    <a:pt x="3667" y="2924"/>
                  </a:cubicBezTo>
                  <a:cubicBezTo>
                    <a:pt x="3707" y="2924"/>
                    <a:pt x="3744" y="2908"/>
                    <a:pt x="3777" y="2879"/>
                  </a:cubicBezTo>
                  <a:cubicBezTo>
                    <a:pt x="3820" y="2839"/>
                    <a:pt x="3835" y="2777"/>
                    <a:pt x="3817" y="2722"/>
                  </a:cubicBezTo>
                  <a:lnTo>
                    <a:pt x="3135" y="483"/>
                  </a:lnTo>
                  <a:cubicBezTo>
                    <a:pt x="3037" y="278"/>
                    <a:pt x="2865" y="125"/>
                    <a:pt x="2649" y="47"/>
                  </a:cubicBezTo>
                  <a:cubicBezTo>
                    <a:pt x="2560" y="16"/>
                    <a:pt x="2467" y="1"/>
                    <a:pt x="2373"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7"/>
            <p:cNvSpPr/>
            <p:nvPr/>
          </p:nvSpPr>
          <p:spPr>
            <a:xfrm rot="961257">
              <a:off x="6513069" y="4515706"/>
              <a:ext cx="239885" cy="156706"/>
            </a:xfrm>
            <a:custGeom>
              <a:rect b="b" l="l" r="r" t="t"/>
              <a:pathLst>
                <a:path extrusionOk="0" h="6268" w="9595">
                  <a:moveTo>
                    <a:pt x="996" y="0"/>
                  </a:moveTo>
                  <a:cubicBezTo>
                    <a:pt x="932" y="0"/>
                    <a:pt x="872" y="40"/>
                    <a:pt x="849" y="103"/>
                  </a:cubicBezTo>
                  <a:cubicBezTo>
                    <a:pt x="0" y="2507"/>
                    <a:pt x="1265" y="5153"/>
                    <a:pt x="3670" y="6000"/>
                  </a:cubicBezTo>
                  <a:cubicBezTo>
                    <a:pt x="4173" y="6179"/>
                    <a:pt x="4694" y="6267"/>
                    <a:pt x="5213" y="6267"/>
                  </a:cubicBezTo>
                  <a:cubicBezTo>
                    <a:pt x="5893" y="6267"/>
                    <a:pt x="6570" y="6114"/>
                    <a:pt x="7202" y="5813"/>
                  </a:cubicBezTo>
                  <a:cubicBezTo>
                    <a:pt x="8316" y="5281"/>
                    <a:pt x="9156" y="4347"/>
                    <a:pt x="9566" y="3182"/>
                  </a:cubicBezTo>
                  <a:cubicBezTo>
                    <a:pt x="9595" y="3102"/>
                    <a:pt x="9552" y="3012"/>
                    <a:pt x="9472" y="2984"/>
                  </a:cubicBezTo>
                  <a:cubicBezTo>
                    <a:pt x="9455" y="2978"/>
                    <a:pt x="9438" y="2975"/>
                    <a:pt x="9421" y="2975"/>
                  </a:cubicBezTo>
                  <a:cubicBezTo>
                    <a:pt x="9357" y="2975"/>
                    <a:pt x="9296" y="3015"/>
                    <a:pt x="9274" y="3078"/>
                  </a:cubicBezTo>
                  <a:cubicBezTo>
                    <a:pt x="8889" y="4164"/>
                    <a:pt x="8108" y="5036"/>
                    <a:pt x="7067" y="5533"/>
                  </a:cubicBezTo>
                  <a:cubicBezTo>
                    <a:pt x="6479" y="5814"/>
                    <a:pt x="5847" y="5956"/>
                    <a:pt x="5212" y="5956"/>
                  </a:cubicBezTo>
                  <a:cubicBezTo>
                    <a:pt x="4728" y="5956"/>
                    <a:pt x="4242" y="5874"/>
                    <a:pt x="3773" y="5707"/>
                  </a:cubicBezTo>
                  <a:cubicBezTo>
                    <a:pt x="1529" y="4917"/>
                    <a:pt x="350" y="2448"/>
                    <a:pt x="1142" y="206"/>
                  </a:cubicBezTo>
                  <a:cubicBezTo>
                    <a:pt x="1171" y="126"/>
                    <a:pt x="1128" y="38"/>
                    <a:pt x="1048" y="9"/>
                  </a:cubicBezTo>
                  <a:cubicBezTo>
                    <a:pt x="1031" y="3"/>
                    <a:pt x="1013" y="0"/>
                    <a:pt x="99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7"/>
            <p:cNvSpPr/>
            <p:nvPr/>
          </p:nvSpPr>
          <p:spPr>
            <a:xfrm rot="961257">
              <a:off x="6633220" y="3859878"/>
              <a:ext cx="476744" cy="788682"/>
            </a:xfrm>
            <a:custGeom>
              <a:rect b="b" l="l" r="r" t="t"/>
              <a:pathLst>
                <a:path extrusionOk="0" h="31546" w="19069">
                  <a:moveTo>
                    <a:pt x="10199" y="354"/>
                  </a:moveTo>
                  <a:lnTo>
                    <a:pt x="18711" y="3359"/>
                  </a:lnTo>
                  <a:lnTo>
                    <a:pt x="8883" y="31194"/>
                  </a:lnTo>
                  <a:lnTo>
                    <a:pt x="373" y="28191"/>
                  </a:lnTo>
                  <a:lnTo>
                    <a:pt x="10199" y="354"/>
                  </a:lnTo>
                  <a:close/>
                  <a:moveTo>
                    <a:pt x="10105" y="0"/>
                  </a:moveTo>
                  <a:cubicBezTo>
                    <a:pt x="10082" y="0"/>
                    <a:pt x="10059" y="5"/>
                    <a:pt x="10038" y="16"/>
                  </a:cubicBezTo>
                  <a:cubicBezTo>
                    <a:pt x="10002" y="33"/>
                    <a:pt x="9974" y="64"/>
                    <a:pt x="9959" y="103"/>
                  </a:cubicBezTo>
                  <a:lnTo>
                    <a:pt x="29" y="28231"/>
                  </a:lnTo>
                  <a:cubicBezTo>
                    <a:pt x="0" y="28312"/>
                    <a:pt x="43" y="28401"/>
                    <a:pt x="123" y="28429"/>
                  </a:cubicBezTo>
                  <a:lnTo>
                    <a:pt x="8926" y="31537"/>
                  </a:lnTo>
                  <a:cubicBezTo>
                    <a:pt x="8945" y="31543"/>
                    <a:pt x="8961" y="31546"/>
                    <a:pt x="8978" y="31546"/>
                  </a:cubicBezTo>
                  <a:cubicBezTo>
                    <a:pt x="9041" y="31546"/>
                    <a:pt x="9102" y="31507"/>
                    <a:pt x="9125" y="31441"/>
                  </a:cubicBezTo>
                  <a:lnTo>
                    <a:pt x="19055" y="3312"/>
                  </a:lnTo>
                  <a:cubicBezTo>
                    <a:pt x="19068" y="3275"/>
                    <a:pt x="19065" y="3232"/>
                    <a:pt x="19048" y="3195"/>
                  </a:cubicBezTo>
                  <a:cubicBezTo>
                    <a:pt x="19030" y="3159"/>
                    <a:pt x="19000" y="3131"/>
                    <a:pt x="18961" y="3116"/>
                  </a:cubicBezTo>
                  <a:lnTo>
                    <a:pt x="10157" y="9"/>
                  </a:lnTo>
                  <a:cubicBezTo>
                    <a:pt x="10140" y="3"/>
                    <a:pt x="10122" y="0"/>
                    <a:pt x="1010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7"/>
            <p:cNvSpPr/>
            <p:nvPr/>
          </p:nvSpPr>
          <p:spPr>
            <a:xfrm rot="961257">
              <a:off x="6713394" y="3888160"/>
              <a:ext cx="316763" cy="732355"/>
            </a:xfrm>
            <a:custGeom>
              <a:rect b="b" l="l" r="r" t="t"/>
              <a:pathLst>
                <a:path extrusionOk="0" h="29293" w="12670">
                  <a:moveTo>
                    <a:pt x="10182" y="350"/>
                  </a:moveTo>
                  <a:lnTo>
                    <a:pt x="12311" y="1102"/>
                  </a:lnTo>
                  <a:lnTo>
                    <a:pt x="2483" y="28937"/>
                  </a:lnTo>
                  <a:lnTo>
                    <a:pt x="354" y="28186"/>
                  </a:lnTo>
                  <a:lnTo>
                    <a:pt x="10182" y="350"/>
                  </a:lnTo>
                  <a:close/>
                  <a:moveTo>
                    <a:pt x="10088" y="0"/>
                  </a:moveTo>
                  <a:cubicBezTo>
                    <a:pt x="10065" y="0"/>
                    <a:pt x="10042" y="5"/>
                    <a:pt x="10020" y="16"/>
                  </a:cubicBezTo>
                  <a:cubicBezTo>
                    <a:pt x="9985" y="33"/>
                    <a:pt x="9956" y="64"/>
                    <a:pt x="9942" y="103"/>
                  </a:cubicBezTo>
                  <a:lnTo>
                    <a:pt x="12" y="28231"/>
                  </a:lnTo>
                  <a:cubicBezTo>
                    <a:pt x="0" y="28271"/>
                    <a:pt x="2" y="28314"/>
                    <a:pt x="19" y="28351"/>
                  </a:cubicBezTo>
                  <a:cubicBezTo>
                    <a:pt x="37" y="28386"/>
                    <a:pt x="67" y="28415"/>
                    <a:pt x="107" y="28429"/>
                  </a:cubicBezTo>
                  <a:lnTo>
                    <a:pt x="2526" y="29284"/>
                  </a:lnTo>
                  <a:cubicBezTo>
                    <a:pt x="2545" y="29288"/>
                    <a:pt x="2561" y="29292"/>
                    <a:pt x="2579" y="29292"/>
                  </a:cubicBezTo>
                  <a:cubicBezTo>
                    <a:pt x="2643" y="29292"/>
                    <a:pt x="2702" y="29251"/>
                    <a:pt x="2726" y="29188"/>
                  </a:cubicBezTo>
                  <a:lnTo>
                    <a:pt x="12657" y="1060"/>
                  </a:lnTo>
                  <a:cubicBezTo>
                    <a:pt x="12670" y="1023"/>
                    <a:pt x="12668" y="980"/>
                    <a:pt x="12650" y="943"/>
                  </a:cubicBezTo>
                  <a:cubicBezTo>
                    <a:pt x="12632" y="907"/>
                    <a:pt x="12602" y="879"/>
                    <a:pt x="12562" y="864"/>
                  </a:cubicBezTo>
                  <a:lnTo>
                    <a:pt x="10141" y="8"/>
                  </a:lnTo>
                  <a:cubicBezTo>
                    <a:pt x="10123" y="3"/>
                    <a:pt x="10105" y="0"/>
                    <a:pt x="1008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079" name="Shape 4079"/>
        <p:cNvGrpSpPr/>
        <p:nvPr/>
      </p:nvGrpSpPr>
      <p:grpSpPr>
        <a:xfrm>
          <a:off x="0" y="0"/>
          <a:ext cx="0" cy="0"/>
          <a:chOff x="0" y="0"/>
          <a:chExt cx="0" cy="0"/>
        </a:xfrm>
      </p:grpSpPr>
      <p:sp>
        <p:nvSpPr>
          <p:cNvPr id="4080" name="Google Shape;4080;p58"/>
          <p:cNvSpPr/>
          <p:nvPr/>
        </p:nvSpPr>
        <p:spPr>
          <a:xfrm>
            <a:off x="408250" y="1093963"/>
            <a:ext cx="2888100" cy="3057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8"/>
          <p:cNvSpPr/>
          <p:nvPr/>
        </p:nvSpPr>
        <p:spPr>
          <a:xfrm>
            <a:off x="301550" y="991638"/>
            <a:ext cx="2888100" cy="3057900"/>
          </a:xfrm>
          <a:prstGeom prst="rect">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8"/>
          <p:cNvSpPr txBox="1"/>
          <p:nvPr>
            <p:ph type="title"/>
          </p:nvPr>
        </p:nvSpPr>
        <p:spPr>
          <a:xfrm>
            <a:off x="720000" y="1122300"/>
            <a:ext cx="2278500" cy="2898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sz="5700"/>
              <a:t>So many </a:t>
            </a:r>
            <a:r>
              <a:rPr b="1" lang="en" sz="5700">
                <a:solidFill>
                  <a:schemeClr val="accent4"/>
                </a:solidFill>
              </a:rPr>
              <a:t>solutions!</a:t>
            </a:r>
            <a:endParaRPr b="1" sz="5700">
              <a:solidFill>
                <a:schemeClr val="accent4"/>
              </a:solidFill>
            </a:endParaRPr>
          </a:p>
          <a:p>
            <a:pPr indent="0" lvl="0" marL="0" rtl="0" algn="l">
              <a:spcBef>
                <a:spcPts val="0"/>
              </a:spcBef>
              <a:spcAft>
                <a:spcPts val="0"/>
              </a:spcAft>
              <a:buNone/>
            </a:pPr>
            <a:r>
              <a:rPr lang="en" sz="3300"/>
              <a:t>Which is the correct one?</a:t>
            </a:r>
            <a:endParaRPr sz="3300"/>
          </a:p>
        </p:txBody>
      </p:sp>
      <p:grpSp>
        <p:nvGrpSpPr>
          <p:cNvPr id="4083" name="Google Shape;4083;p58"/>
          <p:cNvGrpSpPr/>
          <p:nvPr/>
        </p:nvGrpSpPr>
        <p:grpSpPr>
          <a:xfrm>
            <a:off x="2481950" y="3280763"/>
            <a:ext cx="814400" cy="1093000"/>
            <a:chOff x="2481950" y="3280763"/>
            <a:chExt cx="814400" cy="1093000"/>
          </a:xfrm>
        </p:grpSpPr>
        <p:sp>
          <p:nvSpPr>
            <p:cNvPr id="4084" name="Google Shape;4084;p58"/>
            <p:cNvSpPr/>
            <p:nvPr/>
          </p:nvSpPr>
          <p:spPr>
            <a:xfrm>
              <a:off x="2526650" y="3900888"/>
              <a:ext cx="23175" cy="30575"/>
            </a:xfrm>
            <a:custGeom>
              <a:rect b="b" l="l" r="r" t="t"/>
              <a:pathLst>
                <a:path extrusionOk="0" h="1223" w="927">
                  <a:moveTo>
                    <a:pt x="672" y="0"/>
                  </a:moveTo>
                  <a:cubicBezTo>
                    <a:pt x="596" y="0"/>
                    <a:pt x="521" y="40"/>
                    <a:pt x="481" y="111"/>
                  </a:cubicBezTo>
                  <a:cubicBezTo>
                    <a:pt x="332" y="370"/>
                    <a:pt x="191" y="633"/>
                    <a:pt x="56" y="901"/>
                  </a:cubicBezTo>
                  <a:cubicBezTo>
                    <a:pt x="1" y="1008"/>
                    <a:pt x="43" y="1142"/>
                    <a:pt x="154" y="1198"/>
                  </a:cubicBezTo>
                  <a:cubicBezTo>
                    <a:pt x="185" y="1214"/>
                    <a:pt x="220" y="1223"/>
                    <a:pt x="254" y="1223"/>
                  </a:cubicBezTo>
                  <a:cubicBezTo>
                    <a:pt x="334" y="1223"/>
                    <a:pt x="412" y="1179"/>
                    <a:pt x="451" y="1102"/>
                  </a:cubicBezTo>
                  <a:cubicBezTo>
                    <a:pt x="582" y="844"/>
                    <a:pt x="722" y="586"/>
                    <a:pt x="866" y="333"/>
                  </a:cubicBezTo>
                  <a:cubicBezTo>
                    <a:pt x="927" y="224"/>
                    <a:pt x="888" y="90"/>
                    <a:pt x="782" y="30"/>
                  </a:cubicBezTo>
                  <a:cubicBezTo>
                    <a:pt x="748" y="10"/>
                    <a:pt x="710" y="0"/>
                    <a:pt x="67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8"/>
            <p:cNvSpPr/>
            <p:nvPr/>
          </p:nvSpPr>
          <p:spPr>
            <a:xfrm>
              <a:off x="2501625" y="3960788"/>
              <a:ext cx="19725" cy="32000"/>
            </a:xfrm>
            <a:custGeom>
              <a:rect b="b" l="l" r="r" t="t"/>
              <a:pathLst>
                <a:path extrusionOk="0" h="1280" w="789">
                  <a:moveTo>
                    <a:pt x="540" y="1"/>
                  </a:moveTo>
                  <a:cubicBezTo>
                    <a:pt x="451" y="1"/>
                    <a:pt x="366" y="55"/>
                    <a:pt x="332" y="144"/>
                  </a:cubicBezTo>
                  <a:cubicBezTo>
                    <a:pt x="226" y="423"/>
                    <a:pt x="128" y="706"/>
                    <a:pt x="37" y="991"/>
                  </a:cubicBezTo>
                  <a:cubicBezTo>
                    <a:pt x="0" y="1108"/>
                    <a:pt x="64" y="1232"/>
                    <a:pt x="180" y="1270"/>
                  </a:cubicBezTo>
                  <a:cubicBezTo>
                    <a:pt x="202" y="1277"/>
                    <a:pt x="226" y="1280"/>
                    <a:pt x="249" y="1280"/>
                  </a:cubicBezTo>
                  <a:cubicBezTo>
                    <a:pt x="342" y="1280"/>
                    <a:pt x="429" y="1220"/>
                    <a:pt x="458" y="1125"/>
                  </a:cubicBezTo>
                  <a:cubicBezTo>
                    <a:pt x="548" y="849"/>
                    <a:pt x="643" y="575"/>
                    <a:pt x="746" y="301"/>
                  </a:cubicBezTo>
                  <a:cubicBezTo>
                    <a:pt x="789" y="187"/>
                    <a:pt x="732" y="59"/>
                    <a:pt x="617" y="15"/>
                  </a:cubicBezTo>
                  <a:cubicBezTo>
                    <a:pt x="592" y="5"/>
                    <a:pt x="566" y="1"/>
                    <a:pt x="5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8"/>
            <p:cNvSpPr/>
            <p:nvPr/>
          </p:nvSpPr>
          <p:spPr>
            <a:xfrm>
              <a:off x="3073900" y="3757363"/>
              <a:ext cx="24425" cy="29775"/>
            </a:xfrm>
            <a:custGeom>
              <a:rect b="b" l="l" r="r" t="t"/>
              <a:pathLst>
                <a:path extrusionOk="0" h="1191" w="977">
                  <a:moveTo>
                    <a:pt x="250" y="0"/>
                  </a:moveTo>
                  <a:cubicBezTo>
                    <a:pt x="205" y="0"/>
                    <a:pt x="160" y="14"/>
                    <a:pt x="121" y="42"/>
                  </a:cubicBezTo>
                  <a:cubicBezTo>
                    <a:pt x="22" y="113"/>
                    <a:pt x="0" y="253"/>
                    <a:pt x="71" y="350"/>
                  </a:cubicBezTo>
                  <a:cubicBezTo>
                    <a:pt x="242" y="584"/>
                    <a:pt x="395" y="827"/>
                    <a:pt x="528" y="1073"/>
                  </a:cubicBezTo>
                  <a:cubicBezTo>
                    <a:pt x="568" y="1148"/>
                    <a:pt x="644" y="1190"/>
                    <a:pt x="724" y="1190"/>
                  </a:cubicBezTo>
                  <a:cubicBezTo>
                    <a:pt x="759" y="1190"/>
                    <a:pt x="795" y="1182"/>
                    <a:pt x="829" y="1164"/>
                  </a:cubicBezTo>
                  <a:cubicBezTo>
                    <a:pt x="936" y="1105"/>
                    <a:pt x="976" y="972"/>
                    <a:pt x="918" y="864"/>
                  </a:cubicBezTo>
                  <a:cubicBezTo>
                    <a:pt x="776" y="599"/>
                    <a:pt x="610" y="341"/>
                    <a:pt x="430" y="91"/>
                  </a:cubicBezTo>
                  <a:cubicBezTo>
                    <a:pt x="386" y="32"/>
                    <a:pt x="319" y="0"/>
                    <a:pt x="250"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8"/>
            <p:cNvSpPr/>
            <p:nvPr/>
          </p:nvSpPr>
          <p:spPr>
            <a:xfrm>
              <a:off x="3025725" y="3712263"/>
              <a:ext cx="30475" cy="24025"/>
            </a:xfrm>
            <a:custGeom>
              <a:rect b="b" l="l" r="r" t="t"/>
              <a:pathLst>
                <a:path extrusionOk="0" h="961" w="1219">
                  <a:moveTo>
                    <a:pt x="255" y="0"/>
                  </a:moveTo>
                  <a:cubicBezTo>
                    <a:pt x="181" y="0"/>
                    <a:pt x="109" y="37"/>
                    <a:pt x="67" y="103"/>
                  </a:cubicBezTo>
                  <a:cubicBezTo>
                    <a:pt x="0" y="207"/>
                    <a:pt x="33" y="343"/>
                    <a:pt x="135" y="408"/>
                  </a:cubicBezTo>
                  <a:cubicBezTo>
                    <a:pt x="373" y="557"/>
                    <a:pt x="607" y="727"/>
                    <a:pt x="830" y="910"/>
                  </a:cubicBezTo>
                  <a:cubicBezTo>
                    <a:pt x="871" y="945"/>
                    <a:pt x="921" y="961"/>
                    <a:pt x="970" y="961"/>
                  </a:cubicBezTo>
                  <a:cubicBezTo>
                    <a:pt x="1034" y="961"/>
                    <a:pt x="1098" y="934"/>
                    <a:pt x="1140" y="882"/>
                  </a:cubicBezTo>
                  <a:cubicBezTo>
                    <a:pt x="1218" y="788"/>
                    <a:pt x="1204" y="648"/>
                    <a:pt x="1111" y="570"/>
                  </a:cubicBezTo>
                  <a:cubicBezTo>
                    <a:pt x="874" y="374"/>
                    <a:pt x="626" y="195"/>
                    <a:pt x="372" y="34"/>
                  </a:cubicBezTo>
                  <a:cubicBezTo>
                    <a:pt x="335" y="11"/>
                    <a:pt x="295" y="0"/>
                    <a:pt x="255"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8"/>
            <p:cNvSpPr/>
            <p:nvPr/>
          </p:nvSpPr>
          <p:spPr>
            <a:xfrm>
              <a:off x="3032025" y="3930238"/>
              <a:ext cx="29200" cy="14175"/>
            </a:xfrm>
            <a:custGeom>
              <a:rect b="b" l="l" r="r" t="t"/>
              <a:pathLst>
                <a:path extrusionOk="0" h="567" w="1168">
                  <a:moveTo>
                    <a:pt x="1016" y="0"/>
                  </a:moveTo>
                  <a:cubicBezTo>
                    <a:pt x="785" y="84"/>
                    <a:pt x="544" y="125"/>
                    <a:pt x="300" y="125"/>
                  </a:cubicBezTo>
                  <a:lnTo>
                    <a:pt x="233" y="124"/>
                  </a:lnTo>
                  <a:cubicBezTo>
                    <a:pt x="231" y="124"/>
                    <a:pt x="230" y="124"/>
                    <a:pt x="228" y="124"/>
                  </a:cubicBezTo>
                  <a:cubicBezTo>
                    <a:pt x="110" y="124"/>
                    <a:pt x="8" y="218"/>
                    <a:pt x="5" y="336"/>
                  </a:cubicBezTo>
                  <a:cubicBezTo>
                    <a:pt x="1" y="458"/>
                    <a:pt x="97" y="561"/>
                    <a:pt x="218" y="565"/>
                  </a:cubicBezTo>
                  <a:lnTo>
                    <a:pt x="300" y="566"/>
                  </a:lnTo>
                  <a:cubicBezTo>
                    <a:pt x="591" y="566"/>
                    <a:pt x="880" y="517"/>
                    <a:pt x="1163" y="419"/>
                  </a:cubicBezTo>
                  <a:cubicBezTo>
                    <a:pt x="1165" y="419"/>
                    <a:pt x="1165" y="419"/>
                    <a:pt x="1168" y="417"/>
                  </a:cubicBezTo>
                  <a:lnTo>
                    <a:pt x="1016" y="0"/>
                  </a:ln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8"/>
            <p:cNvSpPr/>
            <p:nvPr/>
          </p:nvSpPr>
          <p:spPr>
            <a:xfrm>
              <a:off x="3047850" y="3426638"/>
              <a:ext cx="27925" cy="26725"/>
            </a:xfrm>
            <a:custGeom>
              <a:rect b="b" l="l" r="r" t="t"/>
              <a:pathLst>
                <a:path extrusionOk="0" h="1069" w="1117">
                  <a:moveTo>
                    <a:pt x="872" y="0"/>
                  </a:moveTo>
                  <a:cubicBezTo>
                    <a:pt x="817" y="0"/>
                    <a:pt x="761" y="21"/>
                    <a:pt x="719" y="63"/>
                  </a:cubicBezTo>
                  <a:cubicBezTo>
                    <a:pt x="504" y="268"/>
                    <a:pt x="294" y="480"/>
                    <a:pt x="85" y="694"/>
                  </a:cubicBezTo>
                  <a:cubicBezTo>
                    <a:pt x="0" y="783"/>
                    <a:pt x="4" y="922"/>
                    <a:pt x="91" y="1006"/>
                  </a:cubicBezTo>
                  <a:cubicBezTo>
                    <a:pt x="133" y="1047"/>
                    <a:pt x="189" y="1068"/>
                    <a:pt x="245" y="1068"/>
                  </a:cubicBezTo>
                  <a:cubicBezTo>
                    <a:pt x="304" y="1068"/>
                    <a:pt x="360" y="1045"/>
                    <a:pt x="404" y="1000"/>
                  </a:cubicBezTo>
                  <a:cubicBezTo>
                    <a:pt x="607" y="790"/>
                    <a:pt x="814" y="584"/>
                    <a:pt x="1025" y="382"/>
                  </a:cubicBezTo>
                  <a:cubicBezTo>
                    <a:pt x="1112" y="297"/>
                    <a:pt x="1116" y="156"/>
                    <a:pt x="1031" y="68"/>
                  </a:cubicBezTo>
                  <a:cubicBezTo>
                    <a:pt x="988" y="23"/>
                    <a:pt x="930" y="0"/>
                    <a:pt x="87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8"/>
            <p:cNvSpPr/>
            <p:nvPr/>
          </p:nvSpPr>
          <p:spPr>
            <a:xfrm>
              <a:off x="3004725" y="3475363"/>
              <a:ext cx="26125" cy="28550"/>
            </a:xfrm>
            <a:custGeom>
              <a:rect b="b" l="l" r="r" t="t"/>
              <a:pathLst>
                <a:path extrusionOk="0" h="1142" w="1045">
                  <a:moveTo>
                    <a:pt x="797" y="0"/>
                  </a:moveTo>
                  <a:cubicBezTo>
                    <a:pt x="732" y="0"/>
                    <a:pt x="668" y="28"/>
                    <a:pt x="623" y="82"/>
                  </a:cubicBezTo>
                  <a:cubicBezTo>
                    <a:pt x="435" y="312"/>
                    <a:pt x="250" y="547"/>
                    <a:pt x="73" y="787"/>
                  </a:cubicBezTo>
                  <a:cubicBezTo>
                    <a:pt x="1" y="885"/>
                    <a:pt x="21" y="1022"/>
                    <a:pt x="118" y="1097"/>
                  </a:cubicBezTo>
                  <a:cubicBezTo>
                    <a:pt x="157" y="1127"/>
                    <a:pt x="205" y="1141"/>
                    <a:pt x="250" y="1141"/>
                  </a:cubicBezTo>
                  <a:cubicBezTo>
                    <a:pt x="318" y="1141"/>
                    <a:pt x="385" y="1111"/>
                    <a:pt x="428" y="1053"/>
                  </a:cubicBezTo>
                  <a:cubicBezTo>
                    <a:pt x="603" y="818"/>
                    <a:pt x="782" y="588"/>
                    <a:pt x="966" y="363"/>
                  </a:cubicBezTo>
                  <a:cubicBezTo>
                    <a:pt x="1044" y="266"/>
                    <a:pt x="1030" y="126"/>
                    <a:pt x="935" y="49"/>
                  </a:cubicBezTo>
                  <a:cubicBezTo>
                    <a:pt x="895" y="16"/>
                    <a:pt x="846" y="0"/>
                    <a:pt x="797"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8"/>
            <p:cNvSpPr/>
            <p:nvPr/>
          </p:nvSpPr>
          <p:spPr>
            <a:xfrm>
              <a:off x="2969075" y="3529463"/>
              <a:ext cx="23600" cy="30325"/>
            </a:xfrm>
            <a:custGeom>
              <a:rect b="b" l="l" r="r" t="t"/>
              <a:pathLst>
                <a:path extrusionOk="0" h="1213" w="944">
                  <a:moveTo>
                    <a:pt x="689" y="1"/>
                  </a:moveTo>
                  <a:cubicBezTo>
                    <a:pt x="613" y="1"/>
                    <a:pt x="540" y="39"/>
                    <a:pt x="499" y="109"/>
                  </a:cubicBezTo>
                  <a:cubicBezTo>
                    <a:pt x="346" y="364"/>
                    <a:pt x="199" y="624"/>
                    <a:pt x="57" y="886"/>
                  </a:cubicBezTo>
                  <a:cubicBezTo>
                    <a:pt x="0" y="995"/>
                    <a:pt x="41" y="1127"/>
                    <a:pt x="148" y="1187"/>
                  </a:cubicBezTo>
                  <a:cubicBezTo>
                    <a:pt x="180" y="1204"/>
                    <a:pt x="216" y="1212"/>
                    <a:pt x="251" y="1212"/>
                  </a:cubicBezTo>
                  <a:cubicBezTo>
                    <a:pt x="329" y="1212"/>
                    <a:pt x="407" y="1170"/>
                    <a:pt x="447" y="1096"/>
                  </a:cubicBezTo>
                  <a:cubicBezTo>
                    <a:pt x="584" y="839"/>
                    <a:pt x="729" y="585"/>
                    <a:pt x="879" y="336"/>
                  </a:cubicBezTo>
                  <a:cubicBezTo>
                    <a:pt x="943" y="231"/>
                    <a:pt x="908" y="95"/>
                    <a:pt x="803" y="32"/>
                  </a:cubicBezTo>
                  <a:cubicBezTo>
                    <a:pt x="767" y="11"/>
                    <a:pt x="727" y="1"/>
                    <a:pt x="689"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8"/>
            <p:cNvSpPr/>
            <p:nvPr/>
          </p:nvSpPr>
          <p:spPr>
            <a:xfrm>
              <a:off x="2964850" y="3687138"/>
              <a:ext cx="33525" cy="17300"/>
            </a:xfrm>
            <a:custGeom>
              <a:rect b="b" l="l" r="r" t="t"/>
              <a:pathLst>
                <a:path extrusionOk="0" h="692" w="1341">
                  <a:moveTo>
                    <a:pt x="240" y="1"/>
                  </a:moveTo>
                  <a:cubicBezTo>
                    <a:pt x="140" y="1"/>
                    <a:pt x="52" y="69"/>
                    <a:pt x="29" y="171"/>
                  </a:cubicBezTo>
                  <a:cubicBezTo>
                    <a:pt x="0" y="288"/>
                    <a:pt x="73" y="407"/>
                    <a:pt x="192" y="437"/>
                  </a:cubicBezTo>
                  <a:cubicBezTo>
                    <a:pt x="475" y="505"/>
                    <a:pt x="753" y="586"/>
                    <a:pt x="1020" y="678"/>
                  </a:cubicBezTo>
                  <a:cubicBezTo>
                    <a:pt x="1044" y="688"/>
                    <a:pt x="1070" y="691"/>
                    <a:pt x="1092" y="691"/>
                  </a:cubicBezTo>
                  <a:cubicBezTo>
                    <a:pt x="1184" y="691"/>
                    <a:pt x="1270" y="634"/>
                    <a:pt x="1301" y="542"/>
                  </a:cubicBezTo>
                  <a:cubicBezTo>
                    <a:pt x="1340" y="427"/>
                    <a:pt x="1279" y="301"/>
                    <a:pt x="1165" y="261"/>
                  </a:cubicBezTo>
                  <a:cubicBezTo>
                    <a:pt x="885" y="164"/>
                    <a:pt x="592" y="78"/>
                    <a:pt x="294" y="8"/>
                  </a:cubicBezTo>
                  <a:cubicBezTo>
                    <a:pt x="276" y="3"/>
                    <a:pt x="258" y="1"/>
                    <a:pt x="2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8"/>
            <p:cNvSpPr/>
            <p:nvPr/>
          </p:nvSpPr>
          <p:spPr>
            <a:xfrm>
              <a:off x="2974025" y="3903763"/>
              <a:ext cx="29100" cy="25550"/>
            </a:xfrm>
            <a:custGeom>
              <a:rect b="b" l="l" r="r" t="t"/>
              <a:pathLst>
                <a:path extrusionOk="0" h="1022" w="1164">
                  <a:moveTo>
                    <a:pt x="244" y="0"/>
                  </a:moveTo>
                  <a:cubicBezTo>
                    <a:pt x="189" y="0"/>
                    <a:pt x="134" y="21"/>
                    <a:pt x="91" y="62"/>
                  </a:cubicBezTo>
                  <a:cubicBezTo>
                    <a:pt x="3" y="148"/>
                    <a:pt x="1" y="287"/>
                    <a:pt x="86" y="374"/>
                  </a:cubicBezTo>
                  <a:cubicBezTo>
                    <a:pt x="308" y="604"/>
                    <a:pt x="542" y="808"/>
                    <a:pt x="783" y="980"/>
                  </a:cubicBezTo>
                  <a:cubicBezTo>
                    <a:pt x="823" y="1008"/>
                    <a:pt x="867" y="1021"/>
                    <a:pt x="911" y="1021"/>
                  </a:cubicBezTo>
                  <a:cubicBezTo>
                    <a:pt x="981" y="1021"/>
                    <a:pt x="1049" y="988"/>
                    <a:pt x="1093" y="929"/>
                  </a:cubicBezTo>
                  <a:cubicBezTo>
                    <a:pt x="1163" y="830"/>
                    <a:pt x="1141" y="691"/>
                    <a:pt x="1042" y="620"/>
                  </a:cubicBezTo>
                  <a:cubicBezTo>
                    <a:pt x="822" y="467"/>
                    <a:pt x="606" y="279"/>
                    <a:pt x="403" y="67"/>
                  </a:cubicBezTo>
                  <a:cubicBezTo>
                    <a:pt x="360" y="23"/>
                    <a:pt x="302" y="0"/>
                    <a:pt x="244"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8"/>
            <p:cNvSpPr/>
            <p:nvPr/>
          </p:nvSpPr>
          <p:spPr>
            <a:xfrm>
              <a:off x="3263825" y="3280763"/>
              <a:ext cx="32525" cy="20750"/>
            </a:xfrm>
            <a:custGeom>
              <a:rect b="b" l="l" r="r" t="t"/>
              <a:pathLst>
                <a:path extrusionOk="0" h="830" w="1301">
                  <a:moveTo>
                    <a:pt x="1047" y="1"/>
                  </a:moveTo>
                  <a:cubicBezTo>
                    <a:pt x="1015" y="1"/>
                    <a:pt x="983" y="8"/>
                    <a:pt x="953" y="22"/>
                  </a:cubicBezTo>
                  <a:cubicBezTo>
                    <a:pt x="685" y="151"/>
                    <a:pt x="420" y="281"/>
                    <a:pt x="153" y="411"/>
                  </a:cubicBezTo>
                  <a:cubicBezTo>
                    <a:pt x="44" y="466"/>
                    <a:pt x="0" y="600"/>
                    <a:pt x="54" y="707"/>
                  </a:cubicBezTo>
                  <a:cubicBezTo>
                    <a:pt x="94" y="785"/>
                    <a:pt x="172" y="829"/>
                    <a:pt x="253" y="829"/>
                  </a:cubicBezTo>
                  <a:cubicBezTo>
                    <a:pt x="287" y="829"/>
                    <a:pt x="321" y="822"/>
                    <a:pt x="352" y="807"/>
                  </a:cubicBezTo>
                  <a:cubicBezTo>
                    <a:pt x="614" y="676"/>
                    <a:pt x="881" y="549"/>
                    <a:pt x="1145" y="422"/>
                  </a:cubicBezTo>
                  <a:cubicBezTo>
                    <a:pt x="1252" y="371"/>
                    <a:pt x="1301" y="239"/>
                    <a:pt x="1248" y="127"/>
                  </a:cubicBezTo>
                  <a:cubicBezTo>
                    <a:pt x="1210" y="48"/>
                    <a:pt x="1130" y="1"/>
                    <a:pt x="104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8"/>
            <p:cNvSpPr/>
            <p:nvPr/>
          </p:nvSpPr>
          <p:spPr>
            <a:xfrm>
              <a:off x="3205350" y="3310963"/>
              <a:ext cx="31825" cy="21925"/>
            </a:xfrm>
            <a:custGeom>
              <a:rect b="b" l="l" r="r" t="t"/>
              <a:pathLst>
                <a:path extrusionOk="0" h="877" w="1273">
                  <a:moveTo>
                    <a:pt x="1023" y="1"/>
                  </a:moveTo>
                  <a:cubicBezTo>
                    <a:pt x="987" y="1"/>
                    <a:pt x="950" y="9"/>
                    <a:pt x="917" y="28"/>
                  </a:cubicBezTo>
                  <a:cubicBezTo>
                    <a:pt x="659" y="172"/>
                    <a:pt x="399" y="316"/>
                    <a:pt x="143" y="465"/>
                  </a:cubicBezTo>
                  <a:cubicBezTo>
                    <a:pt x="36" y="526"/>
                    <a:pt x="1" y="662"/>
                    <a:pt x="60" y="767"/>
                  </a:cubicBezTo>
                  <a:cubicBezTo>
                    <a:pt x="101" y="838"/>
                    <a:pt x="177" y="876"/>
                    <a:pt x="252" y="876"/>
                  </a:cubicBezTo>
                  <a:cubicBezTo>
                    <a:pt x="290" y="876"/>
                    <a:pt x="328" y="868"/>
                    <a:pt x="362" y="847"/>
                  </a:cubicBezTo>
                  <a:cubicBezTo>
                    <a:pt x="615" y="699"/>
                    <a:pt x="873" y="556"/>
                    <a:pt x="1128" y="414"/>
                  </a:cubicBezTo>
                  <a:cubicBezTo>
                    <a:pt x="1235" y="356"/>
                    <a:pt x="1273" y="221"/>
                    <a:pt x="1215" y="113"/>
                  </a:cubicBezTo>
                  <a:cubicBezTo>
                    <a:pt x="1176" y="42"/>
                    <a:pt x="1100" y="1"/>
                    <a:pt x="102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8"/>
            <p:cNvSpPr/>
            <p:nvPr/>
          </p:nvSpPr>
          <p:spPr>
            <a:xfrm>
              <a:off x="3086775" y="3882813"/>
              <a:ext cx="22525" cy="30775"/>
            </a:xfrm>
            <a:custGeom>
              <a:rect b="b" l="l" r="r" t="t"/>
              <a:pathLst>
                <a:path extrusionOk="0" h="1231" w="901">
                  <a:moveTo>
                    <a:pt x="651" y="0"/>
                  </a:moveTo>
                  <a:cubicBezTo>
                    <a:pt x="561" y="0"/>
                    <a:pt x="478" y="55"/>
                    <a:pt x="443" y="145"/>
                  </a:cubicBezTo>
                  <a:cubicBezTo>
                    <a:pt x="343" y="414"/>
                    <a:pt x="217" y="662"/>
                    <a:pt x="67" y="888"/>
                  </a:cubicBezTo>
                  <a:cubicBezTo>
                    <a:pt x="0" y="988"/>
                    <a:pt x="27" y="1127"/>
                    <a:pt x="129" y="1194"/>
                  </a:cubicBezTo>
                  <a:cubicBezTo>
                    <a:pt x="166" y="1220"/>
                    <a:pt x="209" y="1231"/>
                    <a:pt x="251" y="1231"/>
                  </a:cubicBezTo>
                  <a:cubicBezTo>
                    <a:pt x="322" y="1231"/>
                    <a:pt x="393" y="1198"/>
                    <a:pt x="436" y="1132"/>
                  </a:cubicBezTo>
                  <a:cubicBezTo>
                    <a:pt x="604" y="881"/>
                    <a:pt x="746" y="598"/>
                    <a:pt x="858" y="299"/>
                  </a:cubicBezTo>
                  <a:cubicBezTo>
                    <a:pt x="901" y="184"/>
                    <a:pt x="844" y="57"/>
                    <a:pt x="729" y="14"/>
                  </a:cubicBezTo>
                  <a:cubicBezTo>
                    <a:pt x="703" y="5"/>
                    <a:pt x="677" y="0"/>
                    <a:pt x="651"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8"/>
            <p:cNvSpPr/>
            <p:nvPr/>
          </p:nvSpPr>
          <p:spPr>
            <a:xfrm>
              <a:off x="3101150" y="3817388"/>
              <a:ext cx="14250" cy="33025"/>
            </a:xfrm>
            <a:custGeom>
              <a:rect b="b" l="l" r="r" t="t"/>
              <a:pathLst>
                <a:path extrusionOk="0" h="1321" w="570">
                  <a:moveTo>
                    <a:pt x="239" y="1"/>
                  </a:moveTo>
                  <a:cubicBezTo>
                    <a:pt x="226" y="1"/>
                    <a:pt x="212" y="2"/>
                    <a:pt x="198" y="5"/>
                  </a:cubicBezTo>
                  <a:cubicBezTo>
                    <a:pt x="78" y="30"/>
                    <a:pt x="1" y="147"/>
                    <a:pt x="24" y="266"/>
                  </a:cubicBezTo>
                  <a:cubicBezTo>
                    <a:pt x="80" y="544"/>
                    <a:pt x="114" y="827"/>
                    <a:pt x="123" y="1105"/>
                  </a:cubicBezTo>
                  <a:cubicBezTo>
                    <a:pt x="127" y="1227"/>
                    <a:pt x="226" y="1321"/>
                    <a:pt x="346" y="1321"/>
                  </a:cubicBezTo>
                  <a:lnTo>
                    <a:pt x="353" y="1321"/>
                  </a:lnTo>
                  <a:cubicBezTo>
                    <a:pt x="475" y="1317"/>
                    <a:pt x="570" y="1214"/>
                    <a:pt x="567" y="1091"/>
                  </a:cubicBezTo>
                  <a:cubicBezTo>
                    <a:pt x="555" y="786"/>
                    <a:pt x="520" y="480"/>
                    <a:pt x="459" y="176"/>
                  </a:cubicBezTo>
                  <a:cubicBezTo>
                    <a:pt x="438" y="73"/>
                    <a:pt x="342" y="1"/>
                    <a:pt x="239"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8"/>
            <p:cNvSpPr/>
            <p:nvPr/>
          </p:nvSpPr>
          <p:spPr>
            <a:xfrm>
              <a:off x="3096375" y="3383288"/>
              <a:ext cx="29675" cy="24925"/>
            </a:xfrm>
            <a:custGeom>
              <a:rect b="b" l="l" r="r" t="t"/>
              <a:pathLst>
                <a:path extrusionOk="0" h="997" w="1187">
                  <a:moveTo>
                    <a:pt x="937" y="0"/>
                  </a:moveTo>
                  <a:cubicBezTo>
                    <a:pt x="889" y="0"/>
                    <a:pt x="841" y="16"/>
                    <a:pt x="802" y="47"/>
                  </a:cubicBezTo>
                  <a:cubicBezTo>
                    <a:pt x="568" y="230"/>
                    <a:pt x="335" y="415"/>
                    <a:pt x="107" y="605"/>
                  </a:cubicBezTo>
                  <a:cubicBezTo>
                    <a:pt x="13" y="683"/>
                    <a:pt x="1" y="824"/>
                    <a:pt x="79" y="917"/>
                  </a:cubicBezTo>
                  <a:cubicBezTo>
                    <a:pt x="122" y="971"/>
                    <a:pt x="185" y="997"/>
                    <a:pt x="249" y="997"/>
                  </a:cubicBezTo>
                  <a:cubicBezTo>
                    <a:pt x="298" y="997"/>
                    <a:pt x="349" y="981"/>
                    <a:pt x="390" y="946"/>
                  </a:cubicBezTo>
                  <a:cubicBezTo>
                    <a:pt x="616" y="759"/>
                    <a:pt x="843" y="576"/>
                    <a:pt x="1073" y="394"/>
                  </a:cubicBezTo>
                  <a:cubicBezTo>
                    <a:pt x="1169" y="320"/>
                    <a:pt x="1186" y="180"/>
                    <a:pt x="1112" y="85"/>
                  </a:cubicBezTo>
                  <a:cubicBezTo>
                    <a:pt x="1068" y="29"/>
                    <a:pt x="1002" y="0"/>
                    <a:pt x="937"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8"/>
            <p:cNvSpPr/>
            <p:nvPr/>
          </p:nvSpPr>
          <p:spPr>
            <a:xfrm>
              <a:off x="3149225" y="3344938"/>
              <a:ext cx="31025" cy="23375"/>
            </a:xfrm>
            <a:custGeom>
              <a:rect b="b" l="l" r="r" t="t"/>
              <a:pathLst>
                <a:path extrusionOk="0" h="935" w="1241">
                  <a:moveTo>
                    <a:pt x="988" y="0"/>
                  </a:moveTo>
                  <a:cubicBezTo>
                    <a:pt x="947" y="0"/>
                    <a:pt x="906" y="11"/>
                    <a:pt x="869" y="35"/>
                  </a:cubicBezTo>
                  <a:cubicBezTo>
                    <a:pt x="618" y="197"/>
                    <a:pt x="372" y="361"/>
                    <a:pt x="127" y="530"/>
                  </a:cubicBezTo>
                  <a:cubicBezTo>
                    <a:pt x="26" y="599"/>
                    <a:pt x="1" y="737"/>
                    <a:pt x="70" y="839"/>
                  </a:cubicBezTo>
                  <a:cubicBezTo>
                    <a:pt x="113" y="900"/>
                    <a:pt x="182" y="934"/>
                    <a:pt x="253" y="934"/>
                  </a:cubicBezTo>
                  <a:cubicBezTo>
                    <a:pt x="296" y="934"/>
                    <a:pt x="340" y="921"/>
                    <a:pt x="380" y="896"/>
                  </a:cubicBezTo>
                  <a:cubicBezTo>
                    <a:pt x="621" y="730"/>
                    <a:pt x="863" y="567"/>
                    <a:pt x="1110" y="408"/>
                  </a:cubicBezTo>
                  <a:cubicBezTo>
                    <a:pt x="1212" y="340"/>
                    <a:pt x="1240" y="204"/>
                    <a:pt x="1175" y="102"/>
                  </a:cubicBezTo>
                  <a:cubicBezTo>
                    <a:pt x="1132" y="35"/>
                    <a:pt x="1060" y="0"/>
                    <a:pt x="98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8"/>
            <p:cNvSpPr/>
            <p:nvPr/>
          </p:nvSpPr>
          <p:spPr>
            <a:xfrm>
              <a:off x="2481950" y="4090238"/>
              <a:ext cx="11900" cy="33175"/>
            </a:xfrm>
            <a:custGeom>
              <a:rect b="b" l="l" r="r" t="t"/>
              <a:pathLst>
                <a:path extrusionOk="0" h="1327" w="476">
                  <a:moveTo>
                    <a:pt x="248" y="0"/>
                  </a:moveTo>
                  <a:cubicBezTo>
                    <a:pt x="132" y="0"/>
                    <a:pt x="34" y="90"/>
                    <a:pt x="27" y="209"/>
                  </a:cubicBezTo>
                  <a:cubicBezTo>
                    <a:pt x="10" y="507"/>
                    <a:pt x="2" y="804"/>
                    <a:pt x="0" y="1105"/>
                  </a:cubicBezTo>
                  <a:cubicBezTo>
                    <a:pt x="0" y="1227"/>
                    <a:pt x="100" y="1326"/>
                    <a:pt x="222" y="1326"/>
                  </a:cubicBezTo>
                  <a:cubicBezTo>
                    <a:pt x="343" y="1326"/>
                    <a:pt x="443" y="1227"/>
                    <a:pt x="443" y="1106"/>
                  </a:cubicBezTo>
                  <a:cubicBezTo>
                    <a:pt x="446" y="816"/>
                    <a:pt x="454" y="524"/>
                    <a:pt x="468" y="233"/>
                  </a:cubicBezTo>
                  <a:cubicBezTo>
                    <a:pt x="475" y="109"/>
                    <a:pt x="382" y="6"/>
                    <a:pt x="258" y="0"/>
                  </a:cubicBezTo>
                  <a:cubicBezTo>
                    <a:pt x="255" y="0"/>
                    <a:pt x="251" y="0"/>
                    <a:pt x="24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8"/>
            <p:cNvSpPr/>
            <p:nvPr/>
          </p:nvSpPr>
          <p:spPr>
            <a:xfrm>
              <a:off x="2514550" y="4284938"/>
              <a:ext cx="21475" cy="31375"/>
            </a:xfrm>
            <a:custGeom>
              <a:rect b="b" l="l" r="r" t="t"/>
              <a:pathLst>
                <a:path extrusionOk="0" h="1255" w="859">
                  <a:moveTo>
                    <a:pt x="252" y="0"/>
                  </a:moveTo>
                  <a:cubicBezTo>
                    <a:pt x="224" y="0"/>
                    <a:pt x="195" y="6"/>
                    <a:pt x="167" y="18"/>
                  </a:cubicBezTo>
                  <a:cubicBezTo>
                    <a:pt x="53" y="63"/>
                    <a:pt x="1" y="192"/>
                    <a:pt x="46" y="305"/>
                  </a:cubicBezTo>
                  <a:cubicBezTo>
                    <a:pt x="160" y="582"/>
                    <a:pt x="280" y="856"/>
                    <a:pt x="407" y="1126"/>
                  </a:cubicBezTo>
                  <a:cubicBezTo>
                    <a:pt x="443" y="1206"/>
                    <a:pt x="524" y="1254"/>
                    <a:pt x="606" y="1254"/>
                  </a:cubicBezTo>
                  <a:cubicBezTo>
                    <a:pt x="639" y="1254"/>
                    <a:pt x="670" y="1247"/>
                    <a:pt x="700" y="1233"/>
                  </a:cubicBezTo>
                  <a:cubicBezTo>
                    <a:pt x="811" y="1182"/>
                    <a:pt x="859" y="1048"/>
                    <a:pt x="806" y="939"/>
                  </a:cubicBezTo>
                  <a:cubicBezTo>
                    <a:pt x="684" y="674"/>
                    <a:pt x="568" y="407"/>
                    <a:pt x="456" y="138"/>
                  </a:cubicBezTo>
                  <a:cubicBezTo>
                    <a:pt x="421" y="53"/>
                    <a:pt x="339" y="0"/>
                    <a:pt x="25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8"/>
            <p:cNvSpPr/>
            <p:nvPr/>
          </p:nvSpPr>
          <p:spPr>
            <a:xfrm>
              <a:off x="2486775" y="4024413"/>
              <a:ext cx="15875" cy="32875"/>
            </a:xfrm>
            <a:custGeom>
              <a:rect b="b" l="l" r="r" t="t"/>
              <a:pathLst>
                <a:path extrusionOk="0" h="1315" w="635">
                  <a:moveTo>
                    <a:pt x="396" y="0"/>
                  </a:moveTo>
                  <a:cubicBezTo>
                    <a:pt x="293" y="0"/>
                    <a:pt x="197" y="70"/>
                    <a:pt x="177" y="176"/>
                  </a:cubicBezTo>
                  <a:cubicBezTo>
                    <a:pt x="116" y="468"/>
                    <a:pt x="64" y="763"/>
                    <a:pt x="17" y="1056"/>
                  </a:cubicBezTo>
                  <a:cubicBezTo>
                    <a:pt x="0" y="1181"/>
                    <a:pt x="84" y="1295"/>
                    <a:pt x="204" y="1313"/>
                  </a:cubicBezTo>
                  <a:cubicBezTo>
                    <a:pt x="214" y="1314"/>
                    <a:pt x="227" y="1314"/>
                    <a:pt x="237" y="1314"/>
                  </a:cubicBezTo>
                  <a:cubicBezTo>
                    <a:pt x="343" y="1314"/>
                    <a:pt x="440" y="1236"/>
                    <a:pt x="455" y="1126"/>
                  </a:cubicBezTo>
                  <a:cubicBezTo>
                    <a:pt x="499" y="839"/>
                    <a:pt x="552" y="551"/>
                    <a:pt x="610" y="266"/>
                  </a:cubicBezTo>
                  <a:cubicBezTo>
                    <a:pt x="634" y="147"/>
                    <a:pt x="559" y="31"/>
                    <a:pt x="438" y="4"/>
                  </a:cubicBezTo>
                  <a:cubicBezTo>
                    <a:pt x="424" y="1"/>
                    <a:pt x="410" y="0"/>
                    <a:pt x="39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8"/>
            <p:cNvSpPr/>
            <p:nvPr/>
          </p:nvSpPr>
          <p:spPr>
            <a:xfrm>
              <a:off x="2494325" y="4221863"/>
              <a:ext cx="18125" cy="32425"/>
            </a:xfrm>
            <a:custGeom>
              <a:rect b="b" l="l" r="r" t="t"/>
              <a:pathLst>
                <a:path extrusionOk="0" h="1297" w="725">
                  <a:moveTo>
                    <a:pt x="243" y="0"/>
                  </a:moveTo>
                  <a:cubicBezTo>
                    <a:pt x="225" y="0"/>
                    <a:pt x="208" y="2"/>
                    <a:pt x="190" y="6"/>
                  </a:cubicBezTo>
                  <a:cubicBezTo>
                    <a:pt x="73" y="35"/>
                    <a:pt x="0" y="155"/>
                    <a:pt x="30" y="274"/>
                  </a:cubicBezTo>
                  <a:cubicBezTo>
                    <a:pt x="101" y="565"/>
                    <a:pt x="179" y="853"/>
                    <a:pt x="264" y="1139"/>
                  </a:cubicBezTo>
                  <a:cubicBezTo>
                    <a:pt x="292" y="1236"/>
                    <a:pt x="380" y="1297"/>
                    <a:pt x="477" y="1297"/>
                  </a:cubicBezTo>
                  <a:cubicBezTo>
                    <a:pt x="498" y="1297"/>
                    <a:pt x="519" y="1294"/>
                    <a:pt x="541" y="1288"/>
                  </a:cubicBezTo>
                  <a:cubicBezTo>
                    <a:pt x="657" y="1253"/>
                    <a:pt x="725" y="1131"/>
                    <a:pt x="689" y="1013"/>
                  </a:cubicBezTo>
                  <a:cubicBezTo>
                    <a:pt x="604" y="734"/>
                    <a:pt x="528" y="453"/>
                    <a:pt x="458" y="169"/>
                  </a:cubicBezTo>
                  <a:cubicBezTo>
                    <a:pt x="434" y="69"/>
                    <a:pt x="344" y="0"/>
                    <a:pt x="24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8"/>
            <p:cNvSpPr/>
            <p:nvPr/>
          </p:nvSpPr>
          <p:spPr>
            <a:xfrm>
              <a:off x="2483675" y="4156488"/>
              <a:ext cx="14275" cy="33025"/>
            </a:xfrm>
            <a:custGeom>
              <a:rect b="b" l="l" r="r" t="t"/>
              <a:pathLst>
                <a:path extrusionOk="0" h="1321" w="571">
                  <a:moveTo>
                    <a:pt x="235" y="1"/>
                  </a:moveTo>
                  <a:cubicBezTo>
                    <a:pt x="227" y="1"/>
                    <a:pt x="219" y="1"/>
                    <a:pt x="211" y="2"/>
                  </a:cubicBezTo>
                  <a:cubicBezTo>
                    <a:pt x="89" y="12"/>
                    <a:pt x="1" y="121"/>
                    <a:pt x="11" y="243"/>
                  </a:cubicBezTo>
                  <a:cubicBezTo>
                    <a:pt x="39" y="541"/>
                    <a:pt x="75" y="837"/>
                    <a:pt x="116" y="1131"/>
                  </a:cubicBezTo>
                  <a:cubicBezTo>
                    <a:pt x="131" y="1242"/>
                    <a:pt x="225" y="1321"/>
                    <a:pt x="334" y="1321"/>
                  </a:cubicBezTo>
                  <a:cubicBezTo>
                    <a:pt x="344" y="1321"/>
                    <a:pt x="355" y="1321"/>
                    <a:pt x="365" y="1320"/>
                  </a:cubicBezTo>
                  <a:cubicBezTo>
                    <a:pt x="487" y="1303"/>
                    <a:pt x="571" y="1192"/>
                    <a:pt x="555" y="1069"/>
                  </a:cubicBezTo>
                  <a:cubicBezTo>
                    <a:pt x="514" y="781"/>
                    <a:pt x="480" y="491"/>
                    <a:pt x="452" y="201"/>
                  </a:cubicBezTo>
                  <a:cubicBezTo>
                    <a:pt x="441" y="88"/>
                    <a:pt x="344" y="1"/>
                    <a:pt x="235"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8"/>
            <p:cNvSpPr/>
            <p:nvPr/>
          </p:nvSpPr>
          <p:spPr>
            <a:xfrm>
              <a:off x="2544300" y="4344163"/>
              <a:ext cx="24600" cy="29600"/>
            </a:xfrm>
            <a:custGeom>
              <a:rect b="b" l="l" r="r" t="t"/>
              <a:pathLst>
                <a:path extrusionOk="0" h="1184" w="984">
                  <a:moveTo>
                    <a:pt x="253" y="0"/>
                  </a:moveTo>
                  <a:cubicBezTo>
                    <a:pt x="214" y="0"/>
                    <a:pt x="174" y="10"/>
                    <a:pt x="138" y="32"/>
                  </a:cubicBezTo>
                  <a:cubicBezTo>
                    <a:pt x="33" y="96"/>
                    <a:pt x="1" y="231"/>
                    <a:pt x="63" y="336"/>
                  </a:cubicBezTo>
                  <a:cubicBezTo>
                    <a:pt x="219" y="591"/>
                    <a:pt x="381" y="842"/>
                    <a:pt x="550" y="1089"/>
                  </a:cubicBezTo>
                  <a:cubicBezTo>
                    <a:pt x="592" y="1151"/>
                    <a:pt x="662" y="1184"/>
                    <a:pt x="732" y="1184"/>
                  </a:cubicBezTo>
                  <a:cubicBezTo>
                    <a:pt x="775" y="1184"/>
                    <a:pt x="819" y="1172"/>
                    <a:pt x="856" y="1146"/>
                  </a:cubicBezTo>
                  <a:cubicBezTo>
                    <a:pt x="957" y="1076"/>
                    <a:pt x="983" y="940"/>
                    <a:pt x="914" y="839"/>
                  </a:cubicBezTo>
                  <a:cubicBezTo>
                    <a:pt x="752" y="600"/>
                    <a:pt x="594" y="354"/>
                    <a:pt x="443" y="106"/>
                  </a:cubicBezTo>
                  <a:cubicBezTo>
                    <a:pt x="401" y="38"/>
                    <a:pt x="328" y="0"/>
                    <a:pt x="25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8"/>
            <p:cNvSpPr/>
            <p:nvPr/>
          </p:nvSpPr>
          <p:spPr>
            <a:xfrm>
              <a:off x="2708850" y="3722513"/>
              <a:ext cx="32175" cy="21275"/>
            </a:xfrm>
            <a:custGeom>
              <a:rect b="b" l="l" r="r" t="t"/>
              <a:pathLst>
                <a:path extrusionOk="0" h="851" w="1287">
                  <a:moveTo>
                    <a:pt x="1038" y="0"/>
                  </a:moveTo>
                  <a:cubicBezTo>
                    <a:pt x="1005" y="0"/>
                    <a:pt x="971" y="8"/>
                    <a:pt x="939" y="23"/>
                  </a:cubicBezTo>
                  <a:cubicBezTo>
                    <a:pt x="672" y="154"/>
                    <a:pt x="407" y="291"/>
                    <a:pt x="145" y="436"/>
                  </a:cubicBezTo>
                  <a:cubicBezTo>
                    <a:pt x="38" y="494"/>
                    <a:pt x="0" y="629"/>
                    <a:pt x="58" y="737"/>
                  </a:cubicBezTo>
                  <a:cubicBezTo>
                    <a:pt x="99" y="810"/>
                    <a:pt x="173" y="850"/>
                    <a:pt x="251" y="850"/>
                  </a:cubicBezTo>
                  <a:cubicBezTo>
                    <a:pt x="287" y="850"/>
                    <a:pt x="325" y="842"/>
                    <a:pt x="358" y="822"/>
                  </a:cubicBezTo>
                  <a:cubicBezTo>
                    <a:pt x="613" y="680"/>
                    <a:pt x="872" y="545"/>
                    <a:pt x="1133" y="418"/>
                  </a:cubicBezTo>
                  <a:cubicBezTo>
                    <a:pt x="1242" y="365"/>
                    <a:pt x="1286" y="232"/>
                    <a:pt x="1234" y="123"/>
                  </a:cubicBezTo>
                  <a:cubicBezTo>
                    <a:pt x="1198" y="45"/>
                    <a:pt x="1120" y="0"/>
                    <a:pt x="103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8"/>
            <p:cNvSpPr/>
            <p:nvPr/>
          </p:nvSpPr>
          <p:spPr>
            <a:xfrm>
              <a:off x="2769175" y="3697963"/>
              <a:ext cx="33425" cy="18225"/>
            </a:xfrm>
            <a:custGeom>
              <a:rect b="b" l="l" r="r" t="t"/>
              <a:pathLst>
                <a:path extrusionOk="0" h="729" w="1337">
                  <a:moveTo>
                    <a:pt x="1086" y="0"/>
                  </a:moveTo>
                  <a:cubicBezTo>
                    <a:pt x="1065" y="0"/>
                    <a:pt x="1043" y="3"/>
                    <a:pt x="1022" y="10"/>
                  </a:cubicBezTo>
                  <a:cubicBezTo>
                    <a:pt x="737" y="99"/>
                    <a:pt x="455" y="194"/>
                    <a:pt x="175" y="299"/>
                  </a:cubicBezTo>
                  <a:cubicBezTo>
                    <a:pt x="60" y="342"/>
                    <a:pt x="1" y="469"/>
                    <a:pt x="43" y="583"/>
                  </a:cubicBezTo>
                  <a:cubicBezTo>
                    <a:pt x="77" y="672"/>
                    <a:pt x="161" y="729"/>
                    <a:pt x="252" y="729"/>
                  </a:cubicBezTo>
                  <a:cubicBezTo>
                    <a:pt x="276" y="729"/>
                    <a:pt x="303" y="725"/>
                    <a:pt x="327" y="715"/>
                  </a:cubicBezTo>
                  <a:cubicBezTo>
                    <a:pt x="601" y="613"/>
                    <a:pt x="876" y="519"/>
                    <a:pt x="1154" y="432"/>
                  </a:cubicBezTo>
                  <a:cubicBezTo>
                    <a:pt x="1270" y="397"/>
                    <a:pt x="1337" y="272"/>
                    <a:pt x="1298" y="156"/>
                  </a:cubicBezTo>
                  <a:cubicBezTo>
                    <a:pt x="1269" y="62"/>
                    <a:pt x="1182" y="0"/>
                    <a:pt x="108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8"/>
            <p:cNvSpPr/>
            <p:nvPr/>
          </p:nvSpPr>
          <p:spPr>
            <a:xfrm>
              <a:off x="2603975" y="3797513"/>
              <a:ext cx="28000" cy="26500"/>
            </a:xfrm>
            <a:custGeom>
              <a:rect b="b" l="l" r="r" t="t"/>
              <a:pathLst>
                <a:path extrusionOk="0" h="1060" w="1120">
                  <a:moveTo>
                    <a:pt x="876" y="0"/>
                  </a:moveTo>
                  <a:cubicBezTo>
                    <a:pt x="822" y="0"/>
                    <a:pt x="768" y="20"/>
                    <a:pt x="725" y="60"/>
                  </a:cubicBezTo>
                  <a:cubicBezTo>
                    <a:pt x="508" y="264"/>
                    <a:pt x="294" y="471"/>
                    <a:pt x="86" y="685"/>
                  </a:cubicBezTo>
                  <a:cubicBezTo>
                    <a:pt x="0" y="771"/>
                    <a:pt x="2" y="912"/>
                    <a:pt x="90" y="997"/>
                  </a:cubicBezTo>
                  <a:cubicBezTo>
                    <a:pt x="132" y="1039"/>
                    <a:pt x="189" y="1059"/>
                    <a:pt x="244" y="1059"/>
                  </a:cubicBezTo>
                  <a:cubicBezTo>
                    <a:pt x="301" y="1059"/>
                    <a:pt x="359" y="1037"/>
                    <a:pt x="402" y="991"/>
                  </a:cubicBezTo>
                  <a:cubicBezTo>
                    <a:pt x="606" y="783"/>
                    <a:pt x="813" y="579"/>
                    <a:pt x="1026" y="381"/>
                  </a:cubicBezTo>
                  <a:cubicBezTo>
                    <a:pt x="1114" y="299"/>
                    <a:pt x="1119" y="159"/>
                    <a:pt x="1036" y="69"/>
                  </a:cubicBezTo>
                  <a:cubicBezTo>
                    <a:pt x="993" y="24"/>
                    <a:pt x="935" y="0"/>
                    <a:pt x="87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8"/>
            <p:cNvSpPr/>
            <p:nvPr/>
          </p:nvSpPr>
          <p:spPr>
            <a:xfrm>
              <a:off x="2561175" y="3846113"/>
              <a:ext cx="25850" cy="28675"/>
            </a:xfrm>
            <a:custGeom>
              <a:rect b="b" l="l" r="r" t="t"/>
              <a:pathLst>
                <a:path extrusionOk="0" h="1147" w="1034">
                  <a:moveTo>
                    <a:pt x="785" y="0"/>
                  </a:moveTo>
                  <a:cubicBezTo>
                    <a:pt x="720" y="0"/>
                    <a:pt x="656" y="28"/>
                    <a:pt x="612" y="82"/>
                  </a:cubicBezTo>
                  <a:cubicBezTo>
                    <a:pt x="426" y="316"/>
                    <a:pt x="245" y="555"/>
                    <a:pt x="72" y="796"/>
                  </a:cubicBezTo>
                  <a:cubicBezTo>
                    <a:pt x="1" y="895"/>
                    <a:pt x="22" y="1033"/>
                    <a:pt x="121" y="1104"/>
                  </a:cubicBezTo>
                  <a:cubicBezTo>
                    <a:pt x="160" y="1132"/>
                    <a:pt x="206" y="1146"/>
                    <a:pt x="250" y="1146"/>
                  </a:cubicBezTo>
                  <a:cubicBezTo>
                    <a:pt x="320" y="1146"/>
                    <a:pt x="386" y="1115"/>
                    <a:pt x="429" y="1054"/>
                  </a:cubicBezTo>
                  <a:cubicBezTo>
                    <a:pt x="599" y="818"/>
                    <a:pt x="776" y="586"/>
                    <a:pt x="958" y="358"/>
                  </a:cubicBezTo>
                  <a:cubicBezTo>
                    <a:pt x="1033" y="263"/>
                    <a:pt x="1018" y="124"/>
                    <a:pt x="923" y="47"/>
                  </a:cubicBezTo>
                  <a:cubicBezTo>
                    <a:pt x="881" y="16"/>
                    <a:pt x="833" y="0"/>
                    <a:pt x="785"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8"/>
            <p:cNvSpPr/>
            <p:nvPr/>
          </p:nvSpPr>
          <p:spPr>
            <a:xfrm>
              <a:off x="2653425" y="3755988"/>
              <a:ext cx="30475" cy="24100"/>
            </a:xfrm>
            <a:custGeom>
              <a:rect b="b" l="l" r="r" t="t"/>
              <a:pathLst>
                <a:path extrusionOk="0" h="964" w="1219">
                  <a:moveTo>
                    <a:pt x="966" y="1"/>
                  </a:moveTo>
                  <a:cubicBezTo>
                    <a:pt x="923" y="1"/>
                    <a:pt x="880" y="14"/>
                    <a:pt x="842" y="40"/>
                  </a:cubicBezTo>
                  <a:cubicBezTo>
                    <a:pt x="596" y="210"/>
                    <a:pt x="354" y="383"/>
                    <a:pt x="117" y="566"/>
                  </a:cubicBezTo>
                  <a:cubicBezTo>
                    <a:pt x="19" y="640"/>
                    <a:pt x="1" y="779"/>
                    <a:pt x="76" y="877"/>
                  </a:cubicBezTo>
                  <a:cubicBezTo>
                    <a:pt x="120" y="934"/>
                    <a:pt x="185" y="963"/>
                    <a:pt x="252" y="963"/>
                  </a:cubicBezTo>
                  <a:cubicBezTo>
                    <a:pt x="298" y="963"/>
                    <a:pt x="345" y="949"/>
                    <a:pt x="386" y="918"/>
                  </a:cubicBezTo>
                  <a:cubicBezTo>
                    <a:pt x="618" y="741"/>
                    <a:pt x="854" y="570"/>
                    <a:pt x="1093" y="403"/>
                  </a:cubicBezTo>
                  <a:cubicBezTo>
                    <a:pt x="1195" y="334"/>
                    <a:pt x="1219" y="196"/>
                    <a:pt x="1149" y="95"/>
                  </a:cubicBezTo>
                  <a:cubicBezTo>
                    <a:pt x="1106" y="34"/>
                    <a:pt x="1036" y="1"/>
                    <a:pt x="966"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8"/>
            <p:cNvSpPr/>
            <p:nvPr/>
          </p:nvSpPr>
          <p:spPr>
            <a:xfrm>
              <a:off x="2942325" y="3588688"/>
              <a:ext cx="20450" cy="31725"/>
            </a:xfrm>
            <a:custGeom>
              <a:rect b="b" l="l" r="r" t="t"/>
              <a:pathLst>
                <a:path extrusionOk="0" h="1269" w="818">
                  <a:moveTo>
                    <a:pt x="567" y="1"/>
                  </a:moveTo>
                  <a:cubicBezTo>
                    <a:pt x="481" y="1"/>
                    <a:pt x="397" y="52"/>
                    <a:pt x="361" y="138"/>
                  </a:cubicBezTo>
                  <a:cubicBezTo>
                    <a:pt x="248" y="414"/>
                    <a:pt x="141" y="692"/>
                    <a:pt x="42" y="975"/>
                  </a:cubicBezTo>
                  <a:cubicBezTo>
                    <a:pt x="1" y="1089"/>
                    <a:pt x="62" y="1216"/>
                    <a:pt x="177" y="1257"/>
                  </a:cubicBezTo>
                  <a:cubicBezTo>
                    <a:pt x="201" y="1265"/>
                    <a:pt x="226" y="1268"/>
                    <a:pt x="249" y="1268"/>
                  </a:cubicBezTo>
                  <a:cubicBezTo>
                    <a:pt x="340" y="1268"/>
                    <a:pt x="426" y="1211"/>
                    <a:pt x="459" y="1121"/>
                  </a:cubicBezTo>
                  <a:cubicBezTo>
                    <a:pt x="555" y="847"/>
                    <a:pt x="659" y="575"/>
                    <a:pt x="771" y="305"/>
                  </a:cubicBezTo>
                  <a:cubicBezTo>
                    <a:pt x="818" y="193"/>
                    <a:pt x="764" y="63"/>
                    <a:pt x="650" y="17"/>
                  </a:cubicBezTo>
                  <a:cubicBezTo>
                    <a:pt x="623" y="6"/>
                    <a:pt x="595" y="1"/>
                    <a:pt x="56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8"/>
            <p:cNvSpPr/>
            <p:nvPr/>
          </p:nvSpPr>
          <p:spPr>
            <a:xfrm>
              <a:off x="2939175" y="3847713"/>
              <a:ext cx="21475" cy="31250"/>
            </a:xfrm>
            <a:custGeom>
              <a:rect b="b" l="l" r="r" t="t"/>
              <a:pathLst>
                <a:path extrusionOk="0" h="1250" w="859">
                  <a:moveTo>
                    <a:pt x="249" y="0"/>
                  </a:moveTo>
                  <a:cubicBezTo>
                    <a:pt x="224" y="0"/>
                    <a:pt x="199" y="5"/>
                    <a:pt x="174" y="14"/>
                  </a:cubicBezTo>
                  <a:cubicBezTo>
                    <a:pt x="57" y="57"/>
                    <a:pt x="1" y="184"/>
                    <a:pt x="42" y="298"/>
                  </a:cubicBezTo>
                  <a:lnTo>
                    <a:pt x="103" y="455"/>
                  </a:lnTo>
                  <a:cubicBezTo>
                    <a:pt x="191" y="684"/>
                    <a:pt x="297" y="910"/>
                    <a:pt x="412" y="1132"/>
                  </a:cubicBezTo>
                  <a:cubicBezTo>
                    <a:pt x="452" y="1207"/>
                    <a:pt x="530" y="1249"/>
                    <a:pt x="608" y="1249"/>
                  </a:cubicBezTo>
                  <a:cubicBezTo>
                    <a:pt x="643" y="1249"/>
                    <a:pt x="678" y="1241"/>
                    <a:pt x="710" y="1224"/>
                  </a:cubicBezTo>
                  <a:cubicBezTo>
                    <a:pt x="819" y="1167"/>
                    <a:pt x="859" y="1032"/>
                    <a:pt x="802" y="925"/>
                  </a:cubicBezTo>
                  <a:cubicBezTo>
                    <a:pt x="694" y="719"/>
                    <a:pt x="596" y="506"/>
                    <a:pt x="514" y="295"/>
                  </a:cubicBezTo>
                  <a:lnTo>
                    <a:pt x="457" y="145"/>
                  </a:lnTo>
                  <a:cubicBezTo>
                    <a:pt x="424" y="56"/>
                    <a:pt x="339" y="0"/>
                    <a:pt x="249"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8"/>
            <p:cNvSpPr/>
            <p:nvPr/>
          </p:nvSpPr>
          <p:spPr>
            <a:xfrm>
              <a:off x="2923200" y="3783488"/>
              <a:ext cx="15800" cy="32900"/>
            </a:xfrm>
            <a:custGeom>
              <a:rect b="b" l="l" r="r" t="t"/>
              <a:pathLst>
                <a:path extrusionOk="0" h="1316" w="632">
                  <a:moveTo>
                    <a:pt x="240" y="1"/>
                  </a:moveTo>
                  <a:cubicBezTo>
                    <a:pt x="229" y="1"/>
                    <a:pt x="217" y="2"/>
                    <a:pt x="206" y="4"/>
                  </a:cubicBezTo>
                  <a:cubicBezTo>
                    <a:pt x="85" y="21"/>
                    <a:pt x="0" y="133"/>
                    <a:pt x="18" y="253"/>
                  </a:cubicBezTo>
                  <a:cubicBezTo>
                    <a:pt x="58" y="550"/>
                    <a:pt x="112" y="847"/>
                    <a:pt x="173" y="1140"/>
                  </a:cubicBezTo>
                  <a:cubicBezTo>
                    <a:pt x="197" y="1245"/>
                    <a:pt x="287" y="1315"/>
                    <a:pt x="390" y="1315"/>
                  </a:cubicBezTo>
                  <a:cubicBezTo>
                    <a:pt x="406" y="1315"/>
                    <a:pt x="421" y="1314"/>
                    <a:pt x="437" y="1310"/>
                  </a:cubicBezTo>
                  <a:cubicBezTo>
                    <a:pt x="556" y="1284"/>
                    <a:pt x="631" y="1167"/>
                    <a:pt x="607" y="1047"/>
                  </a:cubicBezTo>
                  <a:cubicBezTo>
                    <a:pt x="546" y="765"/>
                    <a:pt x="496" y="479"/>
                    <a:pt x="455" y="191"/>
                  </a:cubicBezTo>
                  <a:cubicBezTo>
                    <a:pt x="440" y="82"/>
                    <a:pt x="346" y="1"/>
                    <a:pt x="2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8"/>
            <p:cNvSpPr/>
            <p:nvPr/>
          </p:nvSpPr>
          <p:spPr>
            <a:xfrm>
              <a:off x="2899550" y="3651738"/>
              <a:ext cx="42675" cy="40025"/>
            </a:xfrm>
            <a:custGeom>
              <a:rect b="b" l="l" r="r" t="t"/>
              <a:pathLst>
                <a:path extrusionOk="0" h="1601" w="1707">
                  <a:moveTo>
                    <a:pt x="1463" y="1"/>
                  </a:moveTo>
                  <a:cubicBezTo>
                    <a:pt x="1362" y="1"/>
                    <a:pt x="1272" y="70"/>
                    <a:pt x="1248" y="171"/>
                  </a:cubicBezTo>
                  <a:cubicBezTo>
                    <a:pt x="1179" y="465"/>
                    <a:pt x="1118" y="757"/>
                    <a:pt x="1067" y="1051"/>
                  </a:cubicBezTo>
                  <a:cubicBezTo>
                    <a:pt x="1060" y="1089"/>
                    <a:pt x="1062" y="1124"/>
                    <a:pt x="1074" y="1156"/>
                  </a:cubicBezTo>
                  <a:cubicBezTo>
                    <a:pt x="828" y="1141"/>
                    <a:pt x="584" y="1134"/>
                    <a:pt x="339" y="1134"/>
                  </a:cubicBezTo>
                  <a:lnTo>
                    <a:pt x="220" y="1134"/>
                  </a:lnTo>
                  <a:cubicBezTo>
                    <a:pt x="97" y="1136"/>
                    <a:pt x="0" y="1235"/>
                    <a:pt x="2" y="1358"/>
                  </a:cubicBezTo>
                  <a:cubicBezTo>
                    <a:pt x="3" y="1479"/>
                    <a:pt x="102" y="1575"/>
                    <a:pt x="223" y="1575"/>
                  </a:cubicBezTo>
                  <a:lnTo>
                    <a:pt x="338" y="1575"/>
                  </a:lnTo>
                  <a:cubicBezTo>
                    <a:pt x="590" y="1575"/>
                    <a:pt x="841" y="1582"/>
                    <a:pt x="1094" y="1601"/>
                  </a:cubicBezTo>
                  <a:lnTo>
                    <a:pt x="1108" y="1601"/>
                  </a:lnTo>
                  <a:cubicBezTo>
                    <a:pt x="1223" y="1601"/>
                    <a:pt x="1320" y="1510"/>
                    <a:pt x="1328" y="1394"/>
                  </a:cubicBezTo>
                  <a:cubicBezTo>
                    <a:pt x="1329" y="1363"/>
                    <a:pt x="1325" y="1334"/>
                    <a:pt x="1316" y="1309"/>
                  </a:cubicBezTo>
                  <a:cubicBezTo>
                    <a:pt x="1408" y="1294"/>
                    <a:pt x="1485" y="1225"/>
                    <a:pt x="1502" y="1127"/>
                  </a:cubicBezTo>
                  <a:cubicBezTo>
                    <a:pt x="1554" y="842"/>
                    <a:pt x="1613" y="557"/>
                    <a:pt x="1678" y="273"/>
                  </a:cubicBezTo>
                  <a:cubicBezTo>
                    <a:pt x="1706" y="154"/>
                    <a:pt x="1632" y="35"/>
                    <a:pt x="1513" y="7"/>
                  </a:cubicBezTo>
                  <a:cubicBezTo>
                    <a:pt x="1496" y="3"/>
                    <a:pt x="1479" y="1"/>
                    <a:pt x="146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8"/>
            <p:cNvSpPr/>
            <p:nvPr/>
          </p:nvSpPr>
          <p:spPr>
            <a:xfrm>
              <a:off x="2833600" y="3683413"/>
              <a:ext cx="33350" cy="14600"/>
            </a:xfrm>
            <a:custGeom>
              <a:rect b="b" l="l" r="r" t="t"/>
              <a:pathLst>
                <a:path extrusionOk="0" h="584" w="1334">
                  <a:moveTo>
                    <a:pt x="1096" y="0"/>
                  </a:moveTo>
                  <a:cubicBezTo>
                    <a:pt x="1086" y="0"/>
                    <a:pt x="1077" y="1"/>
                    <a:pt x="1067" y="2"/>
                  </a:cubicBezTo>
                  <a:cubicBezTo>
                    <a:pt x="780" y="40"/>
                    <a:pt x="494" y="88"/>
                    <a:pt x="210" y="145"/>
                  </a:cubicBezTo>
                  <a:lnTo>
                    <a:pt x="225" y="366"/>
                  </a:lnTo>
                  <a:lnTo>
                    <a:pt x="182" y="151"/>
                  </a:lnTo>
                  <a:cubicBezTo>
                    <a:pt x="61" y="174"/>
                    <a:pt x="0" y="287"/>
                    <a:pt x="23" y="408"/>
                  </a:cubicBezTo>
                  <a:cubicBezTo>
                    <a:pt x="43" y="512"/>
                    <a:pt x="147" y="583"/>
                    <a:pt x="253" y="583"/>
                  </a:cubicBezTo>
                  <a:cubicBezTo>
                    <a:pt x="270" y="583"/>
                    <a:pt x="284" y="582"/>
                    <a:pt x="298" y="581"/>
                  </a:cubicBezTo>
                  <a:cubicBezTo>
                    <a:pt x="572" y="527"/>
                    <a:pt x="849" y="478"/>
                    <a:pt x="1128" y="442"/>
                  </a:cubicBezTo>
                  <a:cubicBezTo>
                    <a:pt x="1248" y="426"/>
                    <a:pt x="1334" y="314"/>
                    <a:pt x="1316" y="192"/>
                  </a:cubicBezTo>
                  <a:cubicBezTo>
                    <a:pt x="1301" y="80"/>
                    <a:pt x="1204" y="0"/>
                    <a:pt x="109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8"/>
            <p:cNvSpPr/>
            <p:nvPr/>
          </p:nvSpPr>
          <p:spPr>
            <a:xfrm>
              <a:off x="2920400" y="3717338"/>
              <a:ext cx="11825" cy="33150"/>
            </a:xfrm>
            <a:custGeom>
              <a:rect b="b" l="l" r="r" t="t"/>
              <a:pathLst>
                <a:path extrusionOk="0" h="1326" w="473">
                  <a:moveTo>
                    <a:pt x="257" y="1"/>
                  </a:moveTo>
                  <a:cubicBezTo>
                    <a:pt x="129" y="1"/>
                    <a:pt x="30" y="89"/>
                    <a:pt x="23" y="209"/>
                  </a:cubicBezTo>
                  <a:cubicBezTo>
                    <a:pt x="7" y="480"/>
                    <a:pt x="0" y="751"/>
                    <a:pt x="0" y="1025"/>
                  </a:cubicBezTo>
                  <a:lnTo>
                    <a:pt x="0" y="1104"/>
                  </a:lnTo>
                  <a:cubicBezTo>
                    <a:pt x="0" y="1226"/>
                    <a:pt x="99" y="1325"/>
                    <a:pt x="221" y="1325"/>
                  </a:cubicBezTo>
                  <a:cubicBezTo>
                    <a:pt x="222" y="1325"/>
                    <a:pt x="223" y="1325"/>
                    <a:pt x="224" y="1325"/>
                  </a:cubicBezTo>
                  <a:cubicBezTo>
                    <a:pt x="346" y="1325"/>
                    <a:pt x="442" y="1226"/>
                    <a:pt x="442" y="1105"/>
                  </a:cubicBezTo>
                  <a:lnTo>
                    <a:pt x="442" y="1022"/>
                  </a:lnTo>
                  <a:cubicBezTo>
                    <a:pt x="442" y="759"/>
                    <a:pt x="450" y="497"/>
                    <a:pt x="465" y="235"/>
                  </a:cubicBezTo>
                  <a:cubicBezTo>
                    <a:pt x="472" y="113"/>
                    <a:pt x="379" y="8"/>
                    <a:pt x="25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20" name="Shape 4120"/>
        <p:cNvGrpSpPr/>
        <p:nvPr/>
      </p:nvGrpSpPr>
      <p:grpSpPr>
        <a:xfrm>
          <a:off x="0" y="0"/>
          <a:ext cx="0" cy="0"/>
          <a:chOff x="0" y="0"/>
          <a:chExt cx="0" cy="0"/>
        </a:xfrm>
      </p:grpSpPr>
      <p:sp>
        <p:nvSpPr>
          <p:cNvPr id="4121" name="Google Shape;4121;p59"/>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accent4"/>
                </a:solidFill>
              </a:rPr>
              <a:t>Objects</a:t>
            </a:r>
            <a:r>
              <a:rPr lang="en"/>
              <a:t> in my investigation</a:t>
            </a:r>
            <a:endParaRPr/>
          </a:p>
        </p:txBody>
      </p:sp>
      <p:sp>
        <p:nvSpPr>
          <p:cNvPr id="4122" name="Google Shape;4122;p59"/>
          <p:cNvSpPr txBox="1"/>
          <p:nvPr>
            <p:ph idx="1" type="subTitle"/>
          </p:nvPr>
        </p:nvSpPr>
        <p:spPr>
          <a:xfrm>
            <a:off x="7084550" y="4208775"/>
            <a:ext cx="913800" cy="394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hlink"/>
                </a:solidFill>
              </a:rPr>
              <a:t>Progress:</a:t>
            </a:r>
            <a:endParaRPr/>
          </a:p>
        </p:txBody>
      </p:sp>
      <p:grpSp>
        <p:nvGrpSpPr>
          <p:cNvPr id="4123" name="Google Shape;4123;p59"/>
          <p:cNvGrpSpPr/>
          <p:nvPr/>
        </p:nvGrpSpPr>
        <p:grpSpPr>
          <a:xfrm>
            <a:off x="8088588" y="4177934"/>
            <a:ext cx="331553" cy="416930"/>
            <a:chOff x="8088588" y="4177934"/>
            <a:chExt cx="331553" cy="416930"/>
          </a:xfrm>
        </p:grpSpPr>
        <p:sp>
          <p:nvSpPr>
            <p:cNvPr id="4124" name="Google Shape;4124;p59"/>
            <p:cNvSpPr/>
            <p:nvPr/>
          </p:nvSpPr>
          <p:spPr>
            <a:xfrm>
              <a:off x="8363908" y="4360126"/>
              <a:ext cx="50109" cy="74225"/>
            </a:xfrm>
            <a:custGeom>
              <a:rect b="b" l="l" r="r" t="t"/>
              <a:pathLst>
                <a:path extrusionOk="0" h="5691" w="3842">
                  <a:moveTo>
                    <a:pt x="419" y="1"/>
                  </a:moveTo>
                  <a:lnTo>
                    <a:pt x="0" y="5690"/>
                  </a:lnTo>
                  <a:lnTo>
                    <a:pt x="277" y="5690"/>
                  </a:lnTo>
                  <a:cubicBezTo>
                    <a:pt x="2246" y="5690"/>
                    <a:pt x="3841" y="4093"/>
                    <a:pt x="3841" y="2127"/>
                  </a:cubicBezTo>
                  <a:lnTo>
                    <a:pt x="3841" y="1918"/>
                  </a:lnTo>
                  <a:cubicBezTo>
                    <a:pt x="3841" y="858"/>
                    <a:pt x="2982" y="1"/>
                    <a:pt x="1924"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9"/>
            <p:cNvSpPr/>
            <p:nvPr/>
          </p:nvSpPr>
          <p:spPr>
            <a:xfrm>
              <a:off x="8094743" y="4360126"/>
              <a:ext cx="50135" cy="74225"/>
            </a:xfrm>
            <a:custGeom>
              <a:rect b="b" l="l" r="r" t="t"/>
              <a:pathLst>
                <a:path extrusionOk="0" h="5691" w="3844">
                  <a:moveTo>
                    <a:pt x="1917" y="1"/>
                  </a:moveTo>
                  <a:cubicBezTo>
                    <a:pt x="860" y="1"/>
                    <a:pt x="0" y="858"/>
                    <a:pt x="0" y="1918"/>
                  </a:cubicBezTo>
                  <a:lnTo>
                    <a:pt x="0" y="2127"/>
                  </a:lnTo>
                  <a:cubicBezTo>
                    <a:pt x="0" y="4093"/>
                    <a:pt x="1597" y="5690"/>
                    <a:pt x="3565" y="5690"/>
                  </a:cubicBezTo>
                  <a:lnTo>
                    <a:pt x="3843" y="5690"/>
                  </a:lnTo>
                  <a:lnTo>
                    <a:pt x="3423"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9"/>
            <p:cNvSpPr/>
            <p:nvPr/>
          </p:nvSpPr>
          <p:spPr>
            <a:xfrm>
              <a:off x="8149035" y="4521283"/>
              <a:ext cx="210662" cy="67482"/>
            </a:xfrm>
            <a:custGeom>
              <a:rect b="b" l="l" r="r" t="t"/>
              <a:pathLst>
                <a:path extrusionOk="0" h="5174" w="16152">
                  <a:moveTo>
                    <a:pt x="3516" y="0"/>
                  </a:moveTo>
                  <a:lnTo>
                    <a:pt x="3516" y="1630"/>
                  </a:lnTo>
                  <a:cubicBezTo>
                    <a:pt x="3516" y="2540"/>
                    <a:pt x="2993" y="3368"/>
                    <a:pt x="2174" y="3761"/>
                  </a:cubicBezTo>
                  <a:lnTo>
                    <a:pt x="246" y="4687"/>
                  </a:lnTo>
                  <a:cubicBezTo>
                    <a:pt x="0" y="4806"/>
                    <a:pt x="85" y="5173"/>
                    <a:pt x="357" y="5173"/>
                  </a:cubicBezTo>
                  <a:lnTo>
                    <a:pt x="15797" y="5173"/>
                  </a:lnTo>
                  <a:cubicBezTo>
                    <a:pt x="16070" y="5173"/>
                    <a:pt x="16152" y="4806"/>
                    <a:pt x="15908" y="4687"/>
                  </a:cubicBezTo>
                  <a:lnTo>
                    <a:pt x="13981" y="3761"/>
                  </a:lnTo>
                  <a:cubicBezTo>
                    <a:pt x="13161" y="3368"/>
                    <a:pt x="12639" y="2540"/>
                    <a:pt x="12639" y="1630"/>
                  </a:cubicBezTo>
                  <a:lnTo>
                    <a:pt x="12639" y="0"/>
                  </a:lnTo>
                  <a:cubicBezTo>
                    <a:pt x="11039" y="1094"/>
                    <a:pt x="9274" y="1721"/>
                    <a:pt x="8077" y="1721"/>
                  </a:cubicBezTo>
                  <a:cubicBezTo>
                    <a:pt x="6881" y="1721"/>
                    <a:pt x="5114" y="1094"/>
                    <a:pt x="3516"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9"/>
            <p:cNvSpPr/>
            <p:nvPr/>
          </p:nvSpPr>
          <p:spPr>
            <a:xfrm>
              <a:off x="8132903" y="4214177"/>
              <a:ext cx="243008" cy="329571"/>
            </a:xfrm>
            <a:custGeom>
              <a:rect b="b" l="l" r="r" t="t"/>
              <a:pathLst>
                <a:path extrusionOk="0" h="25269" w="18632">
                  <a:moveTo>
                    <a:pt x="9316" y="1"/>
                  </a:moveTo>
                  <a:cubicBezTo>
                    <a:pt x="4111" y="1"/>
                    <a:pt x="0" y="4423"/>
                    <a:pt x="383" y="9616"/>
                  </a:cubicBezTo>
                  <a:lnTo>
                    <a:pt x="993" y="17887"/>
                  </a:lnTo>
                  <a:cubicBezTo>
                    <a:pt x="1315" y="22248"/>
                    <a:pt x="6690" y="25269"/>
                    <a:pt x="9319" y="25269"/>
                  </a:cubicBezTo>
                  <a:cubicBezTo>
                    <a:pt x="11946" y="25269"/>
                    <a:pt x="17321" y="22245"/>
                    <a:pt x="17643" y="17887"/>
                  </a:cubicBezTo>
                  <a:lnTo>
                    <a:pt x="18248" y="9616"/>
                  </a:lnTo>
                  <a:cubicBezTo>
                    <a:pt x="18631" y="4423"/>
                    <a:pt x="14522" y="1"/>
                    <a:pt x="9316"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9"/>
            <p:cNvSpPr/>
            <p:nvPr/>
          </p:nvSpPr>
          <p:spPr>
            <a:xfrm>
              <a:off x="8196728" y="4219589"/>
              <a:ext cx="178265" cy="324119"/>
            </a:xfrm>
            <a:custGeom>
              <a:rect b="b" l="l" r="r" t="t"/>
              <a:pathLst>
                <a:path extrusionOk="0" h="24851" w="13668">
                  <a:moveTo>
                    <a:pt x="7124" y="1"/>
                  </a:moveTo>
                  <a:cubicBezTo>
                    <a:pt x="9573" y="1751"/>
                    <a:pt x="11094" y="4701"/>
                    <a:pt x="10856" y="7952"/>
                  </a:cubicBezTo>
                  <a:lnTo>
                    <a:pt x="10246" y="16222"/>
                  </a:lnTo>
                  <a:cubicBezTo>
                    <a:pt x="9925" y="20582"/>
                    <a:pt x="4550" y="23602"/>
                    <a:pt x="1922" y="23602"/>
                  </a:cubicBezTo>
                  <a:cubicBezTo>
                    <a:pt x="1377" y="23602"/>
                    <a:pt x="713" y="23472"/>
                    <a:pt x="1" y="23228"/>
                  </a:cubicBezTo>
                  <a:lnTo>
                    <a:pt x="1" y="23228"/>
                  </a:lnTo>
                  <a:cubicBezTo>
                    <a:pt x="1562" y="24262"/>
                    <a:pt x="3258" y="24851"/>
                    <a:pt x="4420" y="24851"/>
                  </a:cubicBezTo>
                  <a:cubicBezTo>
                    <a:pt x="7048" y="24851"/>
                    <a:pt x="12424" y="21829"/>
                    <a:pt x="12744" y="17471"/>
                  </a:cubicBezTo>
                  <a:lnTo>
                    <a:pt x="13354" y="9200"/>
                  </a:lnTo>
                  <a:cubicBezTo>
                    <a:pt x="13667" y="4951"/>
                    <a:pt x="10969" y="1216"/>
                    <a:pt x="7124" y="1"/>
                  </a:cubicBezTo>
                  <a:close/>
                </a:path>
              </a:pathLst>
            </a:custGeom>
            <a:solidFill>
              <a:srgbClr val="EAAC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9"/>
            <p:cNvSpPr/>
            <p:nvPr/>
          </p:nvSpPr>
          <p:spPr>
            <a:xfrm>
              <a:off x="8189451" y="4184051"/>
              <a:ext cx="21168" cy="153758"/>
            </a:xfrm>
            <a:custGeom>
              <a:rect b="b" l="l" r="r" t="t"/>
              <a:pathLst>
                <a:path extrusionOk="0" h="11789" w="1623">
                  <a:moveTo>
                    <a:pt x="1" y="1"/>
                  </a:moveTo>
                  <a:lnTo>
                    <a:pt x="1" y="11789"/>
                  </a:lnTo>
                  <a:lnTo>
                    <a:pt x="1622" y="11789"/>
                  </a:lnTo>
                  <a:lnTo>
                    <a:pt x="162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9"/>
            <p:cNvSpPr/>
            <p:nvPr/>
          </p:nvSpPr>
          <p:spPr>
            <a:xfrm>
              <a:off x="8189451" y="4321510"/>
              <a:ext cx="21168" cy="16290"/>
            </a:xfrm>
            <a:custGeom>
              <a:rect b="b" l="l" r="r" t="t"/>
              <a:pathLst>
                <a:path extrusionOk="0" h="1249" w="1623">
                  <a:moveTo>
                    <a:pt x="1" y="0"/>
                  </a:moveTo>
                  <a:lnTo>
                    <a:pt x="1" y="1249"/>
                  </a:lnTo>
                  <a:lnTo>
                    <a:pt x="1622" y="1249"/>
                  </a:lnTo>
                  <a:lnTo>
                    <a:pt x="1622" y="0"/>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9"/>
            <p:cNvSpPr/>
            <p:nvPr/>
          </p:nvSpPr>
          <p:spPr>
            <a:xfrm>
              <a:off x="8210605" y="4193949"/>
              <a:ext cx="78125" cy="78112"/>
            </a:xfrm>
            <a:custGeom>
              <a:rect b="b" l="l" r="r" t="t"/>
              <a:pathLst>
                <a:path extrusionOk="0" h="5989" w="5990">
                  <a:moveTo>
                    <a:pt x="0" y="1"/>
                  </a:moveTo>
                  <a:lnTo>
                    <a:pt x="0" y="5989"/>
                  </a:lnTo>
                  <a:lnTo>
                    <a:pt x="5840" y="5989"/>
                  </a:lnTo>
                  <a:cubicBezTo>
                    <a:pt x="5922" y="5989"/>
                    <a:pt x="5988" y="5923"/>
                    <a:pt x="5989" y="5842"/>
                  </a:cubicBezTo>
                  <a:lnTo>
                    <a:pt x="5989" y="148"/>
                  </a:lnTo>
                  <a:cubicBezTo>
                    <a:pt x="5989" y="67"/>
                    <a:pt x="5923" y="1"/>
                    <a:pt x="58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9"/>
            <p:cNvSpPr/>
            <p:nvPr/>
          </p:nvSpPr>
          <p:spPr>
            <a:xfrm>
              <a:off x="8210578" y="4193949"/>
              <a:ext cx="78138" cy="78112"/>
            </a:xfrm>
            <a:custGeom>
              <a:rect b="b" l="l" r="r" t="t"/>
              <a:pathLst>
                <a:path extrusionOk="0" h="5989" w="5991">
                  <a:moveTo>
                    <a:pt x="3493" y="1"/>
                  </a:moveTo>
                  <a:lnTo>
                    <a:pt x="3493" y="3036"/>
                  </a:lnTo>
                  <a:cubicBezTo>
                    <a:pt x="3493" y="3977"/>
                    <a:pt x="2728" y="4740"/>
                    <a:pt x="1787" y="4740"/>
                  </a:cubicBezTo>
                  <a:lnTo>
                    <a:pt x="1" y="4740"/>
                  </a:lnTo>
                  <a:lnTo>
                    <a:pt x="1" y="5989"/>
                  </a:lnTo>
                  <a:lnTo>
                    <a:pt x="5841" y="5989"/>
                  </a:lnTo>
                  <a:cubicBezTo>
                    <a:pt x="5924" y="5989"/>
                    <a:pt x="5990" y="5923"/>
                    <a:pt x="5990" y="5841"/>
                  </a:cubicBezTo>
                  <a:lnTo>
                    <a:pt x="5990" y="147"/>
                  </a:lnTo>
                  <a:cubicBezTo>
                    <a:pt x="5990" y="67"/>
                    <a:pt x="5924" y="1"/>
                    <a:pt x="5842"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9"/>
            <p:cNvSpPr/>
            <p:nvPr/>
          </p:nvSpPr>
          <p:spPr>
            <a:xfrm>
              <a:off x="8249651" y="4214294"/>
              <a:ext cx="94193" cy="78125"/>
            </a:xfrm>
            <a:custGeom>
              <a:rect b="b" l="l" r="r" t="t"/>
              <a:pathLst>
                <a:path extrusionOk="0" h="5990" w="7222">
                  <a:moveTo>
                    <a:pt x="2995" y="0"/>
                  </a:moveTo>
                  <a:lnTo>
                    <a:pt x="2995" y="4281"/>
                  </a:lnTo>
                  <a:cubicBezTo>
                    <a:pt x="2995" y="4363"/>
                    <a:pt x="2929" y="4429"/>
                    <a:pt x="2846" y="4429"/>
                  </a:cubicBezTo>
                  <a:lnTo>
                    <a:pt x="1" y="4429"/>
                  </a:lnTo>
                  <a:lnTo>
                    <a:pt x="1" y="5841"/>
                  </a:lnTo>
                  <a:cubicBezTo>
                    <a:pt x="1" y="5924"/>
                    <a:pt x="67" y="5990"/>
                    <a:pt x="149" y="5990"/>
                  </a:cubicBezTo>
                  <a:lnTo>
                    <a:pt x="7026" y="5990"/>
                  </a:lnTo>
                  <a:cubicBezTo>
                    <a:pt x="7151" y="5990"/>
                    <a:pt x="7221" y="5842"/>
                    <a:pt x="7140" y="5746"/>
                  </a:cubicBezTo>
                  <a:lnTo>
                    <a:pt x="4904" y="3091"/>
                  </a:lnTo>
                  <a:cubicBezTo>
                    <a:pt x="4858" y="3035"/>
                    <a:pt x="4858" y="2955"/>
                    <a:pt x="4904" y="2899"/>
                  </a:cubicBezTo>
                  <a:lnTo>
                    <a:pt x="7140" y="244"/>
                  </a:lnTo>
                  <a:cubicBezTo>
                    <a:pt x="7220" y="148"/>
                    <a:pt x="7151" y="0"/>
                    <a:pt x="70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9"/>
            <p:cNvSpPr/>
            <p:nvPr/>
          </p:nvSpPr>
          <p:spPr>
            <a:xfrm>
              <a:off x="8161699" y="4265287"/>
              <a:ext cx="27754" cy="72542"/>
            </a:xfrm>
            <a:custGeom>
              <a:rect b="b" l="l" r="r" t="t"/>
              <a:pathLst>
                <a:path extrusionOk="0" h="5562" w="2128">
                  <a:moveTo>
                    <a:pt x="2127" y="1"/>
                  </a:moveTo>
                  <a:cubicBezTo>
                    <a:pt x="2055" y="68"/>
                    <a:pt x="1985" y="143"/>
                    <a:pt x="1916" y="217"/>
                  </a:cubicBezTo>
                  <a:cubicBezTo>
                    <a:pt x="793" y="1427"/>
                    <a:pt x="144" y="2935"/>
                    <a:pt x="36" y="4547"/>
                  </a:cubicBezTo>
                  <a:cubicBezTo>
                    <a:pt x="1" y="5095"/>
                    <a:pt x="435" y="5561"/>
                    <a:pt x="986" y="5561"/>
                  </a:cubicBezTo>
                  <a:lnTo>
                    <a:pt x="2127" y="5561"/>
                  </a:lnTo>
                  <a:lnTo>
                    <a:pt x="2127" y="1"/>
                  </a:lnTo>
                  <a:close/>
                </a:path>
              </a:pathLst>
            </a:custGeom>
            <a:solidFill>
              <a:srgbClr val="9DC6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9"/>
            <p:cNvSpPr/>
            <p:nvPr/>
          </p:nvSpPr>
          <p:spPr>
            <a:xfrm>
              <a:off x="8161725" y="4321510"/>
              <a:ext cx="27741" cy="16316"/>
            </a:xfrm>
            <a:custGeom>
              <a:rect b="b" l="l" r="r" t="t"/>
              <a:pathLst>
                <a:path extrusionOk="0" h="1251" w="2127">
                  <a:moveTo>
                    <a:pt x="56" y="0"/>
                  </a:moveTo>
                  <a:cubicBezTo>
                    <a:pt x="49" y="78"/>
                    <a:pt x="42" y="155"/>
                    <a:pt x="36" y="236"/>
                  </a:cubicBezTo>
                  <a:cubicBezTo>
                    <a:pt x="0" y="784"/>
                    <a:pt x="436" y="1250"/>
                    <a:pt x="986" y="1250"/>
                  </a:cubicBezTo>
                  <a:lnTo>
                    <a:pt x="2127" y="1250"/>
                  </a:lnTo>
                  <a:lnTo>
                    <a:pt x="2127" y="2"/>
                  </a:lnTo>
                  <a:lnTo>
                    <a:pt x="56" y="2"/>
                  </a:lnTo>
                  <a:lnTo>
                    <a:pt x="56" y="0"/>
                  </a:lnTo>
                  <a:close/>
                </a:path>
              </a:pathLst>
            </a:custGeom>
            <a:solidFill>
              <a:srgbClr val="80B4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9"/>
            <p:cNvSpPr/>
            <p:nvPr/>
          </p:nvSpPr>
          <p:spPr>
            <a:xfrm>
              <a:off x="8210565" y="4272082"/>
              <a:ext cx="136516" cy="65747"/>
            </a:xfrm>
            <a:custGeom>
              <a:rect b="b" l="l" r="r" t="t"/>
              <a:pathLst>
                <a:path extrusionOk="0" h="5041" w="10467">
                  <a:moveTo>
                    <a:pt x="0" y="1"/>
                  </a:moveTo>
                  <a:lnTo>
                    <a:pt x="0" y="5040"/>
                  </a:lnTo>
                  <a:lnTo>
                    <a:pt x="9479" y="5040"/>
                  </a:lnTo>
                  <a:cubicBezTo>
                    <a:pt x="10030" y="5039"/>
                    <a:pt x="10467" y="4574"/>
                    <a:pt x="10428" y="4026"/>
                  </a:cubicBezTo>
                  <a:cubicBezTo>
                    <a:pt x="10370" y="3165"/>
                    <a:pt x="10160" y="2334"/>
                    <a:pt x="9802" y="1560"/>
                  </a:cubicBezTo>
                  <a:lnTo>
                    <a:pt x="3144" y="1560"/>
                  </a:lnTo>
                  <a:cubicBezTo>
                    <a:pt x="3062" y="1560"/>
                    <a:pt x="2995" y="1494"/>
                    <a:pt x="2995" y="1411"/>
                  </a:cubicBezTo>
                  <a:lnTo>
                    <a:pt x="2995" y="1"/>
                  </a:lnTo>
                  <a:close/>
                </a:path>
              </a:pathLst>
            </a:custGeom>
            <a:solidFill>
              <a:srgbClr val="9DC6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9"/>
            <p:cNvSpPr/>
            <p:nvPr/>
          </p:nvSpPr>
          <p:spPr>
            <a:xfrm>
              <a:off x="8210578" y="4292427"/>
              <a:ext cx="136503" cy="45401"/>
            </a:xfrm>
            <a:custGeom>
              <a:rect b="b" l="l" r="r" t="t"/>
              <a:pathLst>
                <a:path extrusionOk="0" h="3481" w="10466">
                  <a:moveTo>
                    <a:pt x="7742" y="0"/>
                  </a:moveTo>
                  <a:cubicBezTo>
                    <a:pt x="7840" y="396"/>
                    <a:pt x="7904" y="802"/>
                    <a:pt x="7930" y="1217"/>
                  </a:cubicBezTo>
                  <a:cubicBezTo>
                    <a:pt x="7966" y="1765"/>
                    <a:pt x="7530" y="2232"/>
                    <a:pt x="6980" y="2232"/>
                  </a:cubicBezTo>
                  <a:lnTo>
                    <a:pt x="1" y="2232"/>
                  </a:lnTo>
                  <a:lnTo>
                    <a:pt x="1" y="3480"/>
                  </a:lnTo>
                  <a:lnTo>
                    <a:pt x="9478" y="3480"/>
                  </a:lnTo>
                  <a:cubicBezTo>
                    <a:pt x="10029" y="3479"/>
                    <a:pt x="10466" y="3014"/>
                    <a:pt x="10427" y="2466"/>
                  </a:cubicBezTo>
                  <a:cubicBezTo>
                    <a:pt x="10369" y="1605"/>
                    <a:pt x="10159" y="774"/>
                    <a:pt x="9801"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9"/>
            <p:cNvSpPr/>
            <p:nvPr/>
          </p:nvSpPr>
          <p:spPr>
            <a:xfrm>
              <a:off x="8088588" y="4177934"/>
              <a:ext cx="331553" cy="416930"/>
            </a:xfrm>
            <a:custGeom>
              <a:rect b="b" l="l" r="r" t="t"/>
              <a:pathLst>
                <a:path extrusionOk="0" h="31967" w="25421">
                  <a:moveTo>
                    <a:pt x="8888" y="937"/>
                  </a:moveTo>
                  <a:lnTo>
                    <a:pt x="8888" y="2137"/>
                  </a:lnTo>
                  <a:cubicBezTo>
                    <a:pt x="8888" y="2395"/>
                    <a:pt x="9098" y="2605"/>
                    <a:pt x="9356" y="2605"/>
                  </a:cubicBezTo>
                  <a:cubicBezTo>
                    <a:pt x="9614" y="2605"/>
                    <a:pt x="9824" y="2395"/>
                    <a:pt x="9824" y="2137"/>
                  </a:cubicBezTo>
                  <a:lnTo>
                    <a:pt x="9824" y="1696"/>
                  </a:lnTo>
                  <a:lnTo>
                    <a:pt x="14878" y="1696"/>
                  </a:lnTo>
                  <a:lnTo>
                    <a:pt x="14878" y="6749"/>
                  </a:lnTo>
                  <a:lnTo>
                    <a:pt x="9824" y="6749"/>
                  </a:lnTo>
                  <a:lnTo>
                    <a:pt x="9824" y="4322"/>
                  </a:lnTo>
                  <a:cubicBezTo>
                    <a:pt x="9824" y="4064"/>
                    <a:pt x="9614" y="3853"/>
                    <a:pt x="9356" y="3853"/>
                  </a:cubicBezTo>
                  <a:cubicBezTo>
                    <a:pt x="9098" y="3853"/>
                    <a:pt x="8888" y="4064"/>
                    <a:pt x="8888" y="4322"/>
                  </a:cubicBezTo>
                  <a:lnTo>
                    <a:pt x="8888" y="11788"/>
                  </a:lnTo>
                  <a:lnTo>
                    <a:pt x="8204" y="11788"/>
                  </a:lnTo>
                  <a:lnTo>
                    <a:pt x="8204" y="937"/>
                  </a:lnTo>
                  <a:close/>
                  <a:moveTo>
                    <a:pt x="7265" y="7976"/>
                  </a:moveTo>
                  <a:lnTo>
                    <a:pt x="7265" y="11790"/>
                  </a:lnTo>
                  <a:lnTo>
                    <a:pt x="6592" y="11790"/>
                  </a:lnTo>
                  <a:cubicBezTo>
                    <a:pt x="6313" y="11788"/>
                    <a:pt x="6092" y="11554"/>
                    <a:pt x="6110" y="11275"/>
                  </a:cubicBezTo>
                  <a:cubicBezTo>
                    <a:pt x="6189" y="10076"/>
                    <a:pt x="6585" y="8952"/>
                    <a:pt x="7265" y="7976"/>
                  </a:cubicBezTo>
                  <a:close/>
                  <a:moveTo>
                    <a:pt x="18689" y="3256"/>
                  </a:moveTo>
                  <a:lnTo>
                    <a:pt x="16897" y="5386"/>
                  </a:lnTo>
                  <a:cubicBezTo>
                    <a:pt x="16703" y="5615"/>
                    <a:pt x="16703" y="5948"/>
                    <a:pt x="16897" y="6181"/>
                  </a:cubicBezTo>
                  <a:lnTo>
                    <a:pt x="18687" y="8312"/>
                  </a:lnTo>
                  <a:lnTo>
                    <a:pt x="17232" y="8312"/>
                  </a:lnTo>
                  <a:cubicBezTo>
                    <a:pt x="16974" y="8312"/>
                    <a:pt x="16765" y="8521"/>
                    <a:pt x="16765" y="8779"/>
                  </a:cubicBezTo>
                  <a:cubicBezTo>
                    <a:pt x="16765" y="9038"/>
                    <a:pt x="16974" y="9247"/>
                    <a:pt x="17232" y="9247"/>
                  </a:cubicBezTo>
                  <a:lnTo>
                    <a:pt x="18848" y="9247"/>
                  </a:lnTo>
                  <a:cubicBezTo>
                    <a:pt x="19111" y="9891"/>
                    <a:pt x="19267" y="10573"/>
                    <a:pt x="19315" y="11275"/>
                  </a:cubicBezTo>
                  <a:cubicBezTo>
                    <a:pt x="19333" y="11554"/>
                    <a:pt x="19112" y="11790"/>
                    <a:pt x="18832" y="11790"/>
                  </a:cubicBezTo>
                  <a:lnTo>
                    <a:pt x="9822" y="11790"/>
                  </a:lnTo>
                  <a:lnTo>
                    <a:pt x="9822" y="7686"/>
                  </a:lnTo>
                  <a:lnTo>
                    <a:pt x="11880" y="7686"/>
                  </a:lnTo>
                  <a:lnTo>
                    <a:pt x="11880" y="8629"/>
                  </a:lnTo>
                  <a:cubicBezTo>
                    <a:pt x="11880" y="8970"/>
                    <a:pt x="12157" y="9246"/>
                    <a:pt x="12497" y="9246"/>
                  </a:cubicBezTo>
                  <a:lnTo>
                    <a:pt x="15048" y="9246"/>
                  </a:lnTo>
                  <a:cubicBezTo>
                    <a:pt x="15307" y="9246"/>
                    <a:pt x="15516" y="9036"/>
                    <a:pt x="15516" y="8778"/>
                  </a:cubicBezTo>
                  <a:cubicBezTo>
                    <a:pt x="15516" y="8520"/>
                    <a:pt x="15307" y="8309"/>
                    <a:pt x="15048" y="8309"/>
                  </a:cubicBezTo>
                  <a:lnTo>
                    <a:pt x="12819" y="8309"/>
                  </a:lnTo>
                  <a:lnTo>
                    <a:pt x="12819" y="7684"/>
                  </a:lnTo>
                  <a:lnTo>
                    <a:pt x="15196" y="7684"/>
                  </a:lnTo>
                  <a:cubicBezTo>
                    <a:pt x="15538" y="7684"/>
                    <a:pt x="15813" y="7409"/>
                    <a:pt x="15813" y="7069"/>
                  </a:cubicBezTo>
                  <a:lnTo>
                    <a:pt x="15813" y="3256"/>
                  </a:lnTo>
                  <a:close/>
                  <a:moveTo>
                    <a:pt x="23037" y="14437"/>
                  </a:moveTo>
                  <a:cubicBezTo>
                    <a:pt x="23835" y="14437"/>
                    <a:pt x="24485" y="15086"/>
                    <a:pt x="24485" y="15884"/>
                  </a:cubicBezTo>
                  <a:lnTo>
                    <a:pt x="24485" y="16096"/>
                  </a:lnTo>
                  <a:cubicBezTo>
                    <a:pt x="24485" y="17726"/>
                    <a:pt x="23218" y="19066"/>
                    <a:pt x="21616" y="19183"/>
                  </a:cubicBezTo>
                  <a:cubicBezTo>
                    <a:pt x="21796" y="16749"/>
                    <a:pt x="21785" y="16905"/>
                    <a:pt x="21966" y="14437"/>
                  </a:cubicBezTo>
                  <a:close/>
                  <a:moveTo>
                    <a:pt x="3458" y="14439"/>
                  </a:moveTo>
                  <a:lnTo>
                    <a:pt x="3809" y="19184"/>
                  </a:lnTo>
                  <a:cubicBezTo>
                    <a:pt x="2209" y="19066"/>
                    <a:pt x="940" y="17726"/>
                    <a:pt x="940" y="16096"/>
                  </a:cubicBezTo>
                  <a:lnTo>
                    <a:pt x="940" y="15887"/>
                  </a:lnTo>
                  <a:cubicBezTo>
                    <a:pt x="940" y="15087"/>
                    <a:pt x="1590" y="14439"/>
                    <a:pt x="2388" y="14439"/>
                  </a:cubicBezTo>
                  <a:close/>
                  <a:moveTo>
                    <a:pt x="16806" y="27177"/>
                  </a:moveTo>
                  <a:lnTo>
                    <a:pt x="16806" y="27957"/>
                  </a:lnTo>
                  <a:cubicBezTo>
                    <a:pt x="16806" y="29041"/>
                    <a:pt x="17438" y="30042"/>
                    <a:pt x="18413" y="30510"/>
                  </a:cubicBezTo>
                  <a:lnTo>
                    <a:pt x="19498" y="31029"/>
                  </a:lnTo>
                  <a:lnTo>
                    <a:pt x="5927" y="31029"/>
                  </a:lnTo>
                  <a:lnTo>
                    <a:pt x="7013" y="30510"/>
                  </a:lnTo>
                  <a:cubicBezTo>
                    <a:pt x="7989" y="30042"/>
                    <a:pt x="8620" y="29039"/>
                    <a:pt x="8620" y="27957"/>
                  </a:cubicBezTo>
                  <a:lnTo>
                    <a:pt x="8620" y="27177"/>
                  </a:lnTo>
                  <a:cubicBezTo>
                    <a:pt x="10019" y="27997"/>
                    <a:pt x="11500" y="28495"/>
                    <a:pt x="12642" y="28515"/>
                  </a:cubicBezTo>
                  <a:lnTo>
                    <a:pt x="12783" y="28515"/>
                  </a:lnTo>
                  <a:cubicBezTo>
                    <a:pt x="13925" y="28495"/>
                    <a:pt x="15407" y="27997"/>
                    <a:pt x="16806" y="27177"/>
                  </a:cubicBezTo>
                  <a:close/>
                  <a:moveTo>
                    <a:pt x="7735" y="0"/>
                  </a:moveTo>
                  <a:cubicBezTo>
                    <a:pt x="7476" y="0"/>
                    <a:pt x="7267" y="211"/>
                    <a:pt x="7267" y="470"/>
                  </a:cubicBezTo>
                  <a:lnTo>
                    <a:pt x="7267" y="4043"/>
                  </a:lnTo>
                  <a:cubicBezTo>
                    <a:pt x="5825" y="5064"/>
                    <a:pt x="4704" y="6460"/>
                    <a:pt x="4018" y="8091"/>
                  </a:cubicBezTo>
                  <a:cubicBezTo>
                    <a:pt x="3888" y="8400"/>
                    <a:pt x="4117" y="8739"/>
                    <a:pt x="4451" y="8739"/>
                  </a:cubicBezTo>
                  <a:cubicBezTo>
                    <a:pt x="4634" y="8739"/>
                    <a:pt x="4807" y="8632"/>
                    <a:pt x="4883" y="8452"/>
                  </a:cubicBezTo>
                  <a:cubicBezTo>
                    <a:pt x="5413" y="7194"/>
                    <a:pt x="6228" y="6092"/>
                    <a:pt x="7268" y="5222"/>
                  </a:cubicBezTo>
                  <a:lnTo>
                    <a:pt x="7268" y="6504"/>
                  </a:lnTo>
                  <a:cubicBezTo>
                    <a:pt x="6023" y="7799"/>
                    <a:pt x="5298" y="9434"/>
                    <a:pt x="5179" y="11210"/>
                  </a:cubicBezTo>
                  <a:cubicBezTo>
                    <a:pt x="5126" y="12028"/>
                    <a:pt x="5776" y="12724"/>
                    <a:pt x="6597" y="12724"/>
                  </a:cubicBezTo>
                  <a:lnTo>
                    <a:pt x="18832" y="12724"/>
                  </a:lnTo>
                  <a:cubicBezTo>
                    <a:pt x="19652" y="12724"/>
                    <a:pt x="20303" y="12028"/>
                    <a:pt x="20250" y="11210"/>
                  </a:cubicBezTo>
                  <a:cubicBezTo>
                    <a:pt x="20201" y="10475"/>
                    <a:pt x="20046" y="9764"/>
                    <a:pt x="19792" y="9084"/>
                  </a:cubicBezTo>
                  <a:cubicBezTo>
                    <a:pt x="20029" y="8867"/>
                    <a:pt x="20068" y="8494"/>
                    <a:pt x="19848" y="8230"/>
                  </a:cubicBezTo>
                  <a:lnTo>
                    <a:pt x="17786" y="5782"/>
                  </a:lnTo>
                  <a:lnTo>
                    <a:pt x="18217" y="5271"/>
                  </a:lnTo>
                  <a:cubicBezTo>
                    <a:pt x="20279" y="7027"/>
                    <a:pt x="21379" y="9643"/>
                    <a:pt x="21180" y="12359"/>
                  </a:cubicBezTo>
                  <a:cubicBezTo>
                    <a:pt x="20813" y="17340"/>
                    <a:pt x="20785" y="17722"/>
                    <a:pt x="20570" y="20630"/>
                  </a:cubicBezTo>
                  <a:cubicBezTo>
                    <a:pt x="20273" y="24664"/>
                    <a:pt x="15182" y="27578"/>
                    <a:pt x="12712" y="27578"/>
                  </a:cubicBezTo>
                  <a:cubicBezTo>
                    <a:pt x="10175" y="27578"/>
                    <a:pt x="5149" y="24614"/>
                    <a:pt x="4855" y="20630"/>
                  </a:cubicBezTo>
                  <a:cubicBezTo>
                    <a:pt x="4826" y="20250"/>
                    <a:pt x="4263" y="12609"/>
                    <a:pt x="4245" y="12359"/>
                  </a:cubicBezTo>
                  <a:cubicBezTo>
                    <a:pt x="4197" y="11717"/>
                    <a:pt x="4220" y="11071"/>
                    <a:pt x="4318" y="10442"/>
                  </a:cubicBezTo>
                  <a:cubicBezTo>
                    <a:pt x="4357" y="10186"/>
                    <a:pt x="4182" y="9947"/>
                    <a:pt x="3925" y="9907"/>
                  </a:cubicBezTo>
                  <a:cubicBezTo>
                    <a:pt x="3901" y="9904"/>
                    <a:pt x="3878" y="9902"/>
                    <a:pt x="3854" y="9902"/>
                  </a:cubicBezTo>
                  <a:cubicBezTo>
                    <a:pt x="3628" y="9902"/>
                    <a:pt x="3426" y="10067"/>
                    <a:pt x="3391" y="10300"/>
                  </a:cubicBezTo>
                  <a:cubicBezTo>
                    <a:pt x="3202" y="11527"/>
                    <a:pt x="3301" y="12331"/>
                    <a:pt x="3387" y="13500"/>
                  </a:cubicBezTo>
                  <a:lnTo>
                    <a:pt x="2387" y="13500"/>
                  </a:lnTo>
                  <a:cubicBezTo>
                    <a:pt x="1071" y="13500"/>
                    <a:pt x="0" y="14569"/>
                    <a:pt x="0" y="15885"/>
                  </a:cubicBezTo>
                  <a:lnTo>
                    <a:pt x="0" y="16096"/>
                  </a:lnTo>
                  <a:cubicBezTo>
                    <a:pt x="0" y="18266"/>
                    <a:pt x="1724" y="20042"/>
                    <a:pt x="3875" y="20124"/>
                  </a:cubicBezTo>
                  <a:lnTo>
                    <a:pt x="3918" y="20698"/>
                  </a:lnTo>
                  <a:cubicBezTo>
                    <a:pt x="4097" y="23130"/>
                    <a:pt x="5741" y="25176"/>
                    <a:pt x="7679" y="26567"/>
                  </a:cubicBezTo>
                  <a:lnTo>
                    <a:pt x="7679" y="27957"/>
                  </a:lnTo>
                  <a:cubicBezTo>
                    <a:pt x="7679" y="28682"/>
                    <a:pt x="7258" y="29352"/>
                    <a:pt x="6605" y="29665"/>
                  </a:cubicBezTo>
                  <a:lnTo>
                    <a:pt x="4677" y="30590"/>
                  </a:lnTo>
                  <a:cubicBezTo>
                    <a:pt x="4370" y="30737"/>
                    <a:pt x="4209" y="31072"/>
                    <a:pt x="4284" y="31402"/>
                  </a:cubicBezTo>
                  <a:cubicBezTo>
                    <a:pt x="4360" y="31734"/>
                    <a:pt x="4649" y="31966"/>
                    <a:pt x="4991" y="31966"/>
                  </a:cubicBezTo>
                  <a:lnTo>
                    <a:pt x="20431" y="31966"/>
                  </a:lnTo>
                  <a:cubicBezTo>
                    <a:pt x="20771" y="31966"/>
                    <a:pt x="21062" y="31734"/>
                    <a:pt x="21137" y="31402"/>
                  </a:cubicBezTo>
                  <a:cubicBezTo>
                    <a:pt x="21213" y="31071"/>
                    <a:pt x="21051" y="30737"/>
                    <a:pt x="20744" y="30590"/>
                  </a:cubicBezTo>
                  <a:lnTo>
                    <a:pt x="18817" y="29665"/>
                  </a:lnTo>
                  <a:cubicBezTo>
                    <a:pt x="18164" y="29351"/>
                    <a:pt x="17742" y="28680"/>
                    <a:pt x="17742" y="27957"/>
                  </a:cubicBezTo>
                  <a:lnTo>
                    <a:pt x="17742" y="26567"/>
                  </a:lnTo>
                  <a:cubicBezTo>
                    <a:pt x="19679" y="25179"/>
                    <a:pt x="21323" y="23130"/>
                    <a:pt x="21503" y="20698"/>
                  </a:cubicBezTo>
                  <a:lnTo>
                    <a:pt x="21546" y="20124"/>
                  </a:lnTo>
                  <a:cubicBezTo>
                    <a:pt x="23697" y="20042"/>
                    <a:pt x="25420" y="18266"/>
                    <a:pt x="25420" y="16096"/>
                  </a:cubicBezTo>
                  <a:lnTo>
                    <a:pt x="25420" y="15885"/>
                  </a:lnTo>
                  <a:cubicBezTo>
                    <a:pt x="25420" y="14571"/>
                    <a:pt x="24350" y="13502"/>
                    <a:pt x="23035" y="13502"/>
                  </a:cubicBezTo>
                  <a:lnTo>
                    <a:pt x="22034" y="13502"/>
                  </a:lnTo>
                  <a:lnTo>
                    <a:pt x="22113" y="12430"/>
                  </a:lnTo>
                  <a:cubicBezTo>
                    <a:pt x="22335" y="9412"/>
                    <a:pt x="21111" y="6505"/>
                    <a:pt x="18819" y="4555"/>
                  </a:cubicBezTo>
                  <a:lnTo>
                    <a:pt x="19848" y="3334"/>
                  </a:lnTo>
                  <a:cubicBezTo>
                    <a:pt x="20186" y="2932"/>
                    <a:pt x="19900" y="2321"/>
                    <a:pt x="19376" y="2321"/>
                  </a:cubicBezTo>
                  <a:lnTo>
                    <a:pt x="15813" y="2321"/>
                  </a:lnTo>
                  <a:lnTo>
                    <a:pt x="15813" y="1376"/>
                  </a:lnTo>
                  <a:cubicBezTo>
                    <a:pt x="15813" y="1036"/>
                    <a:pt x="15538" y="759"/>
                    <a:pt x="15196" y="759"/>
                  </a:cubicBezTo>
                  <a:lnTo>
                    <a:pt x="9825" y="759"/>
                  </a:lnTo>
                  <a:lnTo>
                    <a:pt x="9825" y="470"/>
                  </a:lnTo>
                  <a:cubicBezTo>
                    <a:pt x="9825" y="211"/>
                    <a:pt x="9614" y="0"/>
                    <a:pt x="935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9"/>
            <p:cNvSpPr/>
            <p:nvPr/>
          </p:nvSpPr>
          <p:spPr>
            <a:xfrm>
              <a:off x="8183348" y="4371955"/>
              <a:ext cx="60895" cy="12234"/>
            </a:xfrm>
            <a:custGeom>
              <a:rect b="b" l="l" r="r" t="t"/>
              <a:pathLst>
                <a:path extrusionOk="0" h="938" w="4669">
                  <a:moveTo>
                    <a:pt x="469" y="1"/>
                  </a:moveTo>
                  <a:cubicBezTo>
                    <a:pt x="210" y="1"/>
                    <a:pt x="1" y="210"/>
                    <a:pt x="1" y="469"/>
                  </a:cubicBezTo>
                  <a:cubicBezTo>
                    <a:pt x="1" y="727"/>
                    <a:pt x="210" y="938"/>
                    <a:pt x="469" y="938"/>
                  </a:cubicBezTo>
                  <a:lnTo>
                    <a:pt x="4199" y="938"/>
                  </a:lnTo>
                  <a:cubicBezTo>
                    <a:pt x="4458" y="938"/>
                    <a:pt x="4669" y="727"/>
                    <a:pt x="4669" y="469"/>
                  </a:cubicBezTo>
                  <a:cubicBezTo>
                    <a:pt x="4669" y="210"/>
                    <a:pt x="4458"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9"/>
            <p:cNvSpPr/>
            <p:nvPr/>
          </p:nvSpPr>
          <p:spPr>
            <a:xfrm>
              <a:off x="8248269" y="4371955"/>
              <a:ext cx="77133" cy="76807"/>
            </a:xfrm>
            <a:custGeom>
              <a:rect b="b" l="l" r="r" t="t"/>
              <a:pathLst>
                <a:path extrusionOk="0" h="5889" w="5914">
                  <a:moveTo>
                    <a:pt x="2962" y="1"/>
                  </a:moveTo>
                  <a:cubicBezTo>
                    <a:pt x="2017" y="1"/>
                    <a:pt x="1248" y="770"/>
                    <a:pt x="1248" y="1716"/>
                  </a:cubicBezTo>
                  <a:lnTo>
                    <a:pt x="1248" y="4174"/>
                  </a:lnTo>
                  <a:cubicBezTo>
                    <a:pt x="1248" y="4601"/>
                    <a:pt x="897" y="4951"/>
                    <a:pt x="468" y="4951"/>
                  </a:cubicBezTo>
                  <a:cubicBezTo>
                    <a:pt x="210" y="4951"/>
                    <a:pt x="1" y="5161"/>
                    <a:pt x="1" y="5419"/>
                  </a:cubicBezTo>
                  <a:cubicBezTo>
                    <a:pt x="1" y="5677"/>
                    <a:pt x="210" y="5888"/>
                    <a:pt x="468" y="5888"/>
                  </a:cubicBezTo>
                  <a:cubicBezTo>
                    <a:pt x="469" y="5888"/>
                    <a:pt x="470" y="5888"/>
                    <a:pt x="471" y="5888"/>
                  </a:cubicBezTo>
                  <a:cubicBezTo>
                    <a:pt x="1415" y="5888"/>
                    <a:pt x="2183" y="5120"/>
                    <a:pt x="2183" y="4174"/>
                  </a:cubicBezTo>
                  <a:lnTo>
                    <a:pt x="2183" y="1716"/>
                  </a:lnTo>
                  <a:cubicBezTo>
                    <a:pt x="2183" y="1286"/>
                    <a:pt x="2533" y="938"/>
                    <a:pt x="2962" y="938"/>
                  </a:cubicBezTo>
                  <a:lnTo>
                    <a:pt x="5446" y="938"/>
                  </a:lnTo>
                  <a:cubicBezTo>
                    <a:pt x="5704" y="938"/>
                    <a:pt x="5914" y="727"/>
                    <a:pt x="5914" y="469"/>
                  </a:cubicBezTo>
                  <a:cubicBezTo>
                    <a:pt x="5914" y="210"/>
                    <a:pt x="5704"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9"/>
            <p:cNvSpPr/>
            <p:nvPr/>
          </p:nvSpPr>
          <p:spPr>
            <a:xfrm>
              <a:off x="8207592" y="4478089"/>
              <a:ext cx="93580" cy="22968"/>
            </a:xfrm>
            <a:custGeom>
              <a:rect b="b" l="l" r="r" t="t"/>
              <a:pathLst>
                <a:path extrusionOk="0" h="1761" w="7175">
                  <a:moveTo>
                    <a:pt x="535" y="0"/>
                  </a:moveTo>
                  <a:cubicBezTo>
                    <a:pt x="363" y="0"/>
                    <a:pt x="198" y="95"/>
                    <a:pt x="116" y="259"/>
                  </a:cubicBezTo>
                  <a:cubicBezTo>
                    <a:pt x="0" y="491"/>
                    <a:pt x="93" y="772"/>
                    <a:pt x="324" y="887"/>
                  </a:cubicBezTo>
                  <a:lnTo>
                    <a:pt x="716" y="1084"/>
                  </a:lnTo>
                  <a:cubicBezTo>
                    <a:pt x="1614" y="1535"/>
                    <a:pt x="2601" y="1761"/>
                    <a:pt x="3587" y="1761"/>
                  </a:cubicBezTo>
                  <a:cubicBezTo>
                    <a:pt x="4573" y="1761"/>
                    <a:pt x="5560" y="1535"/>
                    <a:pt x="6459" y="1084"/>
                  </a:cubicBezTo>
                  <a:lnTo>
                    <a:pt x="6850" y="887"/>
                  </a:lnTo>
                  <a:cubicBezTo>
                    <a:pt x="7081" y="771"/>
                    <a:pt x="7175" y="488"/>
                    <a:pt x="7058" y="259"/>
                  </a:cubicBezTo>
                  <a:cubicBezTo>
                    <a:pt x="6976" y="95"/>
                    <a:pt x="6812" y="0"/>
                    <a:pt x="6640" y="0"/>
                  </a:cubicBezTo>
                  <a:cubicBezTo>
                    <a:pt x="6570" y="0"/>
                    <a:pt x="6498" y="17"/>
                    <a:pt x="6430" y="51"/>
                  </a:cubicBezTo>
                  <a:lnTo>
                    <a:pt x="6038" y="249"/>
                  </a:lnTo>
                  <a:cubicBezTo>
                    <a:pt x="5271" y="633"/>
                    <a:pt x="4428" y="825"/>
                    <a:pt x="3586" y="825"/>
                  </a:cubicBezTo>
                  <a:cubicBezTo>
                    <a:pt x="2744" y="825"/>
                    <a:pt x="1901" y="633"/>
                    <a:pt x="1134" y="249"/>
                  </a:cubicBezTo>
                  <a:lnTo>
                    <a:pt x="745" y="51"/>
                  </a:lnTo>
                  <a:cubicBezTo>
                    <a:pt x="677" y="17"/>
                    <a:pt x="605" y="0"/>
                    <a:pt x="5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142" name="Google Shape;4142;p59"/>
          <p:cNvGraphicFramePr/>
          <p:nvPr/>
        </p:nvGraphicFramePr>
        <p:xfrm>
          <a:off x="1721725" y="1326963"/>
          <a:ext cx="3000000" cy="3000000"/>
        </p:xfrm>
        <a:graphic>
          <a:graphicData uri="http://schemas.openxmlformats.org/drawingml/2006/table">
            <a:tbl>
              <a:tblPr>
                <a:noFill/>
                <a:tableStyleId>{5EC0537F-A014-486A-ABA4-B6A04DB42B3D}</a:tableStyleId>
              </a:tblPr>
              <a:tblGrid>
                <a:gridCol w="1494225"/>
                <a:gridCol w="3713400"/>
                <a:gridCol w="1490800"/>
              </a:tblGrid>
              <a:tr h="623150">
                <a:tc>
                  <a:txBody>
                    <a:bodyPr/>
                    <a:lstStyle/>
                    <a:p>
                      <a:pPr indent="0" lvl="0" marL="0" rtl="0" algn="ctr">
                        <a:spcBef>
                          <a:spcPts val="0"/>
                        </a:spcBef>
                        <a:spcAft>
                          <a:spcPts val="0"/>
                        </a:spcAft>
                        <a:buNone/>
                      </a:pPr>
                      <a:r>
                        <a:rPr lang="en" sz="2400">
                          <a:latin typeface="Bahiana"/>
                          <a:ea typeface="Bahiana"/>
                          <a:cs typeface="Bahiana"/>
                          <a:sym typeface="Bahiana"/>
                        </a:rPr>
                        <a:t>item</a:t>
                      </a:r>
                      <a:endParaRPr sz="2400">
                        <a:latin typeface="Bahiana"/>
                        <a:ea typeface="Bahiana"/>
                        <a:cs typeface="Bahiana"/>
                        <a:sym typeface="Bahiana"/>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2400">
                          <a:latin typeface="Bahiana"/>
                          <a:ea typeface="Bahiana"/>
                          <a:cs typeface="Bahiana"/>
                          <a:sym typeface="Bahiana"/>
                        </a:rPr>
                        <a:t>description</a:t>
                      </a:r>
                      <a:endParaRPr sz="2400">
                        <a:latin typeface="Bahiana"/>
                        <a:ea typeface="Bahiana"/>
                        <a:cs typeface="Bahiana"/>
                        <a:sym typeface="Bahiana"/>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2400">
                          <a:latin typeface="Bahiana"/>
                          <a:ea typeface="Bahiana"/>
                          <a:cs typeface="Bahiana"/>
                          <a:sym typeface="Bahiana"/>
                        </a:rPr>
                        <a:t>availability</a:t>
                      </a:r>
                      <a:endParaRPr sz="2400">
                        <a:latin typeface="Bahiana"/>
                        <a:ea typeface="Bahiana"/>
                        <a:cs typeface="Bahiana"/>
                        <a:sym typeface="Bahiana"/>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r>
              <a:tr h="509000">
                <a:tc>
                  <a:txBody>
                    <a:bodyPr/>
                    <a:lstStyle/>
                    <a:p>
                      <a:pPr indent="0" lvl="0" marL="0" rtl="0" algn="ctr">
                        <a:spcBef>
                          <a:spcPts val="0"/>
                        </a:spcBef>
                        <a:spcAft>
                          <a:spcPts val="0"/>
                        </a:spcAft>
                        <a:buNone/>
                      </a:pPr>
                      <a:r>
                        <a:rPr lang="en">
                          <a:latin typeface="Didact Gothic"/>
                          <a:ea typeface="Didact Gothic"/>
                          <a:cs typeface="Didact Gothic"/>
                          <a:sym typeface="Didact Gothic"/>
                        </a:rPr>
                        <a:t>Knowledge</a:t>
                      </a:r>
                      <a:endParaRPr>
                        <a:latin typeface="Didact Gothic"/>
                        <a:ea typeface="Didact Gothic"/>
                        <a:cs typeface="Didact Gothic"/>
                        <a:sym typeface="Didact Gothic"/>
                      </a:endParaRPr>
                    </a:p>
                  </a:txBody>
                  <a:tcPr marT="91425" marB="91425" marR="91425" marL="91425" anchor="ctr">
                    <a:lnL cap="flat" cmpd="sng" w="9525">
                      <a:solidFill>
                        <a:srgbClr val="000000"/>
                      </a:solidFill>
                      <a:prstDash val="solid"/>
                      <a:round/>
                      <a:headEnd len="sm" w="sm" type="none"/>
                      <a:tailEnd len="sm" w="sm" type="none"/>
                    </a:lnL>
                    <a:lnR cap="flat" cmpd="sng" w="9525">
                      <a:solidFill>
                        <a:srgbClr val="000000"/>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rgbClr val="000000"/>
                      </a:solidFill>
                      <a:prstDash val="solid"/>
                      <a:round/>
                      <a:headEnd len="sm" w="sm" type="none"/>
                      <a:tailEnd len="sm" w="sm" type="none"/>
                    </a:lnB>
                  </a:tcPr>
                </a:tc>
                <a:tc>
                  <a:txBody>
                    <a:bodyPr/>
                    <a:lstStyle/>
                    <a:p>
                      <a:pPr indent="0" lvl="0" marL="0" rtl="0" algn="ctr">
                        <a:spcBef>
                          <a:spcPts val="0"/>
                        </a:spcBef>
                        <a:spcAft>
                          <a:spcPts val="1600"/>
                        </a:spcAft>
                        <a:buNone/>
                      </a:pPr>
                      <a:r>
                        <a:rPr lang="en">
                          <a:latin typeface="Didact Gothic"/>
                          <a:ea typeface="Didact Gothic"/>
                          <a:cs typeface="Didact Gothic"/>
                          <a:sym typeface="Didact Gothic"/>
                        </a:rPr>
                        <a:t>Mercury is the closest planet to the Sun</a:t>
                      </a:r>
                      <a:endParaRPr>
                        <a:latin typeface="Didact Gothic"/>
                        <a:ea typeface="Didact Gothic"/>
                        <a:cs typeface="Didact Gothic"/>
                        <a:sym typeface="Didact Gothic"/>
                      </a:endParaRPr>
                    </a:p>
                  </a:txBody>
                  <a:tcPr marT="91425" marB="91425" marR="91425" marL="91425" anchor="ctr">
                    <a:lnL cap="flat" cmpd="sng" w="9525">
                      <a:solidFill>
                        <a:srgbClr val="000000"/>
                      </a:solidFill>
                      <a:prstDash val="solid"/>
                      <a:round/>
                      <a:headEnd len="sm" w="sm" type="none"/>
                      <a:tailEnd len="sm" w="sm" type="none"/>
                    </a:lnL>
                    <a:lnR cap="flat" cmpd="sng" w="9525">
                      <a:solidFill>
                        <a:srgbClr val="000000"/>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rgbClr val="000000"/>
                      </a:solidFill>
                      <a:prstDash val="solid"/>
                      <a:round/>
                      <a:headEnd len="sm" w="sm" type="none"/>
                      <a:tailEnd len="sm" w="sm" type="none"/>
                    </a:lnB>
                  </a:tcPr>
                </a:tc>
                <a:tc>
                  <a:txBody>
                    <a:bodyPr/>
                    <a:lstStyle/>
                    <a:p>
                      <a:pPr indent="0" lvl="0" marL="0" rtl="0" algn="ctr">
                        <a:spcBef>
                          <a:spcPts val="0"/>
                        </a:spcBef>
                        <a:spcAft>
                          <a:spcPts val="0"/>
                        </a:spcAft>
                        <a:buNone/>
                      </a:pPr>
                      <a:r>
                        <a:t/>
                      </a:r>
                      <a:endParaRPr>
                        <a:latin typeface="Didact Gothic"/>
                        <a:ea typeface="Didact Gothic"/>
                        <a:cs typeface="Didact Gothic"/>
                        <a:sym typeface="Didact Gothic"/>
                      </a:endParaRPr>
                    </a:p>
                  </a:txBody>
                  <a:tcPr marT="91425" marB="91425" marR="91425" marL="91425" anchor="ctr">
                    <a:lnL cap="flat" cmpd="sng" w="9525">
                      <a:solidFill>
                        <a:srgbClr val="000000"/>
                      </a:solidFill>
                      <a:prstDash val="solid"/>
                      <a:round/>
                      <a:headEnd len="sm" w="sm" type="none"/>
                      <a:tailEnd len="sm" w="sm" type="none"/>
                    </a:lnL>
                    <a:lnR cap="flat" cmpd="sng" w="9525">
                      <a:solidFill>
                        <a:srgbClr val="000000"/>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rgbClr val="000000"/>
                      </a:solidFill>
                      <a:prstDash val="solid"/>
                      <a:round/>
                      <a:headEnd len="sm" w="sm" type="none"/>
                      <a:tailEnd len="sm" w="sm" type="none"/>
                    </a:lnB>
                  </a:tcPr>
                </a:tc>
              </a:tr>
              <a:tr h="509000">
                <a:tc>
                  <a:txBody>
                    <a:bodyPr/>
                    <a:lstStyle/>
                    <a:p>
                      <a:pPr indent="0" lvl="0" marL="0" rtl="0" algn="ctr">
                        <a:spcBef>
                          <a:spcPts val="0"/>
                        </a:spcBef>
                        <a:spcAft>
                          <a:spcPts val="0"/>
                        </a:spcAft>
                        <a:buNone/>
                      </a:pPr>
                      <a:r>
                        <a:rPr lang="en">
                          <a:latin typeface="Didact Gothic"/>
                          <a:ea typeface="Didact Gothic"/>
                          <a:cs typeface="Didact Gothic"/>
                          <a:sym typeface="Didact Gothic"/>
                        </a:rPr>
                        <a:t>Reliable pen</a:t>
                      </a:r>
                      <a:endParaRPr>
                        <a:latin typeface="Didact Gothic"/>
                        <a:ea typeface="Didact Gothic"/>
                        <a:cs typeface="Didact Gothic"/>
                        <a:sym typeface="Didact Gothic"/>
                      </a:endParaRPr>
                    </a:p>
                  </a:txBody>
                  <a:tcPr marT="91425" marB="91425" marR="91425" marL="91425" anchor="ctr">
                    <a:lnL cap="flat" cmpd="sng" w="9525">
                      <a:solidFill>
                        <a:srgbClr val="000000"/>
                      </a:solidFill>
                      <a:prstDash val="solid"/>
                      <a:round/>
                      <a:headEnd len="sm" w="sm" type="none"/>
                      <a:tailEnd len="sm" w="sm" type="none"/>
                    </a:lnL>
                    <a:lnR cap="flat" cmpd="sng" w="9525">
                      <a:solidFill>
                        <a:srgbClr val="000000"/>
                      </a:solidFill>
                      <a:prstDash val="solid"/>
                      <a:round/>
                      <a:headEnd len="sm" w="sm" type="none"/>
                      <a:tailEnd len="sm" w="sm" type="none"/>
                    </a:lnR>
                    <a:lnT cap="flat" cmpd="sng" w="9525">
                      <a:solidFill>
                        <a:srgbClr val="000000"/>
                      </a:solidFill>
                      <a:prstDash val="solid"/>
                      <a:round/>
                      <a:headEnd len="sm" w="sm" type="none"/>
                      <a:tailEnd len="sm" w="sm" type="none"/>
                    </a:lnT>
                    <a:lnB cap="flat" cmpd="sng" w="9525">
                      <a:solidFill>
                        <a:srgbClr val="000000"/>
                      </a:solidFill>
                      <a:prstDash val="solid"/>
                      <a:round/>
                      <a:headEnd len="sm" w="sm" type="none"/>
                      <a:tailEnd len="sm" w="sm" type="none"/>
                    </a:lnB>
                  </a:tcPr>
                </a:tc>
                <a:tc>
                  <a:txBody>
                    <a:bodyPr/>
                    <a:lstStyle/>
                    <a:p>
                      <a:pPr indent="0" lvl="0" marL="0" rtl="0" algn="ctr">
                        <a:spcBef>
                          <a:spcPts val="0"/>
                        </a:spcBef>
                        <a:spcAft>
                          <a:spcPts val="1600"/>
                        </a:spcAft>
                        <a:buClr>
                          <a:schemeClr val="hlink"/>
                        </a:buClr>
                        <a:buSzPts val="1100"/>
                        <a:buFont typeface="Arial"/>
                        <a:buNone/>
                      </a:pPr>
                      <a:r>
                        <a:rPr lang="en">
                          <a:latin typeface="Didact Gothic"/>
                          <a:ea typeface="Didact Gothic"/>
                          <a:cs typeface="Didact Gothic"/>
                          <a:sym typeface="Didact Gothic"/>
                        </a:rPr>
                        <a:t>Venus has actually a very beautiful name</a:t>
                      </a:r>
                      <a:endParaRPr>
                        <a:latin typeface="Didact Gothic"/>
                        <a:ea typeface="Didact Gothic"/>
                        <a:cs typeface="Didact Gothic"/>
                        <a:sym typeface="Didact Gothic"/>
                      </a:endParaRPr>
                    </a:p>
                  </a:txBody>
                  <a:tcPr marT="91425" marB="91425" marR="91425" marL="91425" anchor="ctr">
                    <a:lnL cap="flat" cmpd="sng" w="9525">
                      <a:solidFill>
                        <a:srgbClr val="000000"/>
                      </a:solidFill>
                      <a:prstDash val="solid"/>
                      <a:round/>
                      <a:headEnd len="sm" w="sm" type="none"/>
                      <a:tailEnd len="sm" w="sm" type="none"/>
                    </a:lnL>
                    <a:lnR cap="flat" cmpd="sng" w="9525">
                      <a:solidFill>
                        <a:srgbClr val="000000"/>
                      </a:solidFill>
                      <a:prstDash val="solid"/>
                      <a:round/>
                      <a:headEnd len="sm" w="sm" type="none"/>
                      <a:tailEnd len="sm" w="sm" type="none"/>
                    </a:lnR>
                    <a:lnT cap="flat" cmpd="sng" w="9525">
                      <a:solidFill>
                        <a:srgbClr val="000000"/>
                      </a:solidFill>
                      <a:prstDash val="solid"/>
                      <a:round/>
                      <a:headEnd len="sm" w="sm" type="none"/>
                      <a:tailEnd len="sm" w="sm" type="none"/>
                    </a:lnT>
                    <a:lnB cap="flat" cmpd="sng" w="9525">
                      <a:solidFill>
                        <a:srgbClr val="000000"/>
                      </a:solidFill>
                      <a:prstDash val="solid"/>
                      <a:round/>
                      <a:headEnd len="sm" w="sm" type="none"/>
                      <a:tailEnd len="sm" w="sm" type="none"/>
                    </a:lnB>
                  </a:tcPr>
                </a:tc>
                <a:tc>
                  <a:txBody>
                    <a:bodyPr/>
                    <a:lstStyle/>
                    <a:p>
                      <a:pPr indent="0" lvl="0" marL="0" rtl="0" algn="ctr">
                        <a:spcBef>
                          <a:spcPts val="0"/>
                        </a:spcBef>
                        <a:spcAft>
                          <a:spcPts val="0"/>
                        </a:spcAft>
                        <a:buNone/>
                      </a:pPr>
                      <a:r>
                        <a:t/>
                      </a:r>
                      <a:endParaRPr>
                        <a:latin typeface="Didact Gothic"/>
                        <a:ea typeface="Didact Gothic"/>
                        <a:cs typeface="Didact Gothic"/>
                        <a:sym typeface="Didact Gothic"/>
                      </a:endParaRPr>
                    </a:p>
                  </a:txBody>
                  <a:tcPr marT="91425" marB="91425" marR="91425" marL="91425" anchor="ctr">
                    <a:lnL cap="flat" cmpd="sng" w="9525">
                      <a:solidFill>
                        <a:srgbClr val="000000"/>
                      </a:solidFill>
                      <a:prstDash val="solid"/>
                      <a:round/>
                      <a:headEnd len="sm" w="sm" type="none"/>
                      <a:tailEnd len="sm" w="sm" type="none"/>
                    </a:lnL>
                    <a:lnR cap="flat" cmpd="sng" w="9525">
                      <a:solidFill>
                        <a:srgbClr val="000000"/>
                      </a:solidFill>
                      <a:prstDash val="solid"/>
                      <a:round/>
                      <a:headEnd len="sm" w="sm" type="none"/>
                      <a:tailEnd len="sm" w="sm" type="none"/>
                    </a:lnR>
                    <a:lnT cap="flat" cmpd="sng" w="9525">
                      <a:solidFill>
                        <a:srgbClr val="000000"/>
                      </a:solidFill>
                      <a:prstDash val="solid"/>
                      <a:round/>
                      <a:headEnd len="sm" w="sm" type="none"/>
                      <a:tailEnd len="sm" w="sm" type="none"/>
                    </a:lnT>
                    <a:lnB cap="flat" cmpd="sng" w="9525">
                      <a:solidFill>
                        <a:srgbClr val="000000"/>
                      </a:solidFill>
                      <a:prstDash val="solid"/>
                      <a:round/>
                      <a:headEnd len="sm" w="sm" type="none"/>
                      <a:tailEnd len="sm" w="sm" type="none"/>
                    </a:lnB>
                  </a:tcPr>
                </a:tc>
              </a:tr>
              <a:tr h="509000">
                <a:tc>
                  <a:txBody>
                    <a:bodyPr/>
                    <a:lstStyle/>
                    <a:p>
                      <a:pPr indent="0" lvl="0" marL="0" rtl="0" algn="ctr">
                        <a:spcBef>
                          <a:spcPts val="0"/>
                        </a:spcBef>
                        <a:spcAft>
                          <a:spcPts val="0"/>
                        </a:spcAft>
                        <a:buNone/>
                      </a:pPr>
                      <a:r>
                        <a:rPr lang="en">
                          <a:latin typeface="Didact Gothic"/>
                          <a:ea typeface="Didact Gothic"/>
                          <a:cs typeface="Didact Gothic"/>
                          <a:sym typeface="Didact Gothic"/>
                        </a:rPr>
                        <a:t>World map</a:t>
                      </a:r>
                      <a:endParaRPr>
                        <a:latin typeface="Didact Gothic"/>
                        <a:ea typeface="Didact Gothic"/>
                        <a:cs typeface="Didact Gothic"/>
                        <a:sym typeface="Didact Gothic"/>
                      </a:endParaRPr>
                    </a:p>
                  </a:txBody>
                  <a:tcPr marT="91425" marB="91425" marR="91425" marL="91425" anchor="ctr">
                    <a:lnL cap="flat" cmpd="sng" w="9525">
                      <a:solidFill>
                        <a:srgbClr val="000000"/>
                      </a:solidFill>
                      <a:prstDash val="solid"/>
                      <a:round/>
                      <a:headEnd len="sm" w="sm" type="none"/>
                      <a:tailEnd len="sm" w="sm" type="none"/>
                    </a:lnL>
                    <a:lnR cap="flat" cmpd="sng" w="9525">
                      <a:solidFill>
                        <a:srgbClr val="000000"/>
                      </a:solidFill>
                      <a:prstDash val="solid"/>
                      <a:round/>
                      <a:headEnd len="sm" w="sm" type="none"/>
                      <a:tailEnd len="sm" w="sm" type="none"/>
                    </a:lnR>
                    <a:lnT cap="flat" cmpd="sng" w="9525">
                      <a:solidFill>
                        <a:srgbClr val="000000"/>
                      </a:solidFill>
                      <a:prstDash val="solid"/>
                      <a:round/>
                      <a:headEnd len="sm" w="sm" type="none"/>
                      <a:tailEnd len="sm" w="sm" type="none"/>
                    </a:lnT>
                    <a:lnB cap="flat" cmpd="sng" w="9525">
                      <a:solidFill>
                        <a:srgbClr val="000000"/>
                      </a:solidFill>
                      <a:prstDash val="solid"/>
                      <a:round/>
                      <a:headEnd len="sm" w="sm" type="none"/>
                      <a:tailEnd len="sm" w="sm" type="none"/>
                    </a:lnB>
                  </a:tcPr>
                </a:tc>
                <a:tc>
                  <a:txBody>
                    <a:bodyPr/>
                    <a:lstStyle/>
                    <a:p>
                      <a:pPr indent="0" lvl="0" marL="0" rtl="0" algn="ctr">
                        <a:spcBef>
                          <a:spcPts val="0"/>
                        </a:spcBef>
                        <a:spcAft>
                          <a:spcPts val="1600"/>
                        </a:spcAft>
                        <a:buClr>
                          <a:schemeClr val="hlink"/>
                        </a:buClr>
                        <a:buSzPts val="1100"/>
                        <a:buFont typeface="Arial"/>
                        <a:buNone/>
                      </a:pPr>
                      <a:r>
                        <a:rPr lang="en">
                          <a:latin typeface="Didact Gothic"/>
                          <a:ea typeface="Didact Gothic"/>
                          <a:cs typeface="Didact Gothic"/>
                          <a:sym typeface="Didact Gothic"/>
                        </a:rPr>
                        <a:t>Earth is the third planet from the Sun</a:t>
                      </a:r>
                      <a:endParaRPr>
                        <a:latin typeface="Didact Gothic"/>
                        <a:ea typeface="Didact Gothic"/>
                        <a:cs typeface="Didact Gothic"/>
                        <a:sym typeface="Didact Gothic"/>
                      </a:endParaRPr>
                    </a:p>
                  </a:txBody>
                  <a:tcPr marT="91425" marB="91425" marR="91425" marL="91425" anchor="ctr">
                    <a:lnL cap="flat" cmpd="sng" w="9525">
                      <a:solidFill>
                        <a:srgbClr val="000000"/>
                      </a:solidFill>
                      <a:prstDash val="solid"/>
                      <a:round/>
                      <a:headEnd len="sm" w="sm" type="none"/>
                      <a:tailEnd len="sm" w="sm" type="none"/>
                    </a:lnL>
                    <a:lnR cap="flat" cmpd="sng" w="9525">
                      <a:solidFill>
                        <a:srgbClr val="000000"/>
                      </a:solidFill>
                      <a:prstDash val="solid"/>
                      <a:round/>
                      <a:headEnd len="sm" w="sm" type="none"/>
                      <a:tailEnd len="sm" w="sm" type="none"/>
                    </a:lnR>
                    <a:lnT cap="flat" cmpd="sng" w="9525">
                      <a:solidFill>
                        <a:srgbClr val="000000"/>
                      </a:solidFill>
                      <a:prstDash val="solid"/>
                      <a:round/>
                      <a:headEnd len="sm" w="sm" type="none"/>
                      <a:tailEnd len="sm" w="sm" type="none"/>
                    </a:lnT>
                    <a:lnB cap="flat" cmpd="sng" w="9525">
                      <a:solidFill>
                        <a:srgbClr val="000000"/>
                      </a:solidFill>
                      <a:prstDash val="solid"/>
                      <a:round/>
                      <a:headEnd len="sm" w="sm" type="none"/>
                      <a:tailEnd len="sm" w="sm" type="none"/>
                    </a:lnB>
                  </a:tcPr>
                </a:tc>
                <a:tc>
                  <a:txBody>
                    <a:bodyPr/>
                    <a:lstStyle/>
                    <a:p>
                      <a:pPr indent="0" lvl="0" marL="0" rtl="0" algn="ctr">
                        <a:spcBef>
                          <a:spcPts val="0"/>
                        </a:spcBef>
                        <a:spcAft>
                          <a:spcPts val="0"/>
                        </a:spcAft>
                        <a:buNone/>
                      </a:pPr>
                      <a:r>
                        <a:t/>
                      </a:r>
                      <a:endParaRPr>
                        <a:latin typeface="Didact Gothic"/>
                        <a:ea typeface="Didact Gothic"/>
                        <a:cs typeface="Didact Gothic"/>
                        <a:sym typeface="Didact Gothic"/>
                      </a:endParaRPr>
                    </a:p>
                  </a:txBody>
                  <a:tcPr marT="91425" marB="91425" marR="91425" marL="91425" anchor="ctr">
                    <a:lnL cap="flat" cmpd="sng" w="9525">
                      <a:solidFill>
                        <a:srgbClr val="000000"/>
                      </a:solidFill>
                      <a:prstDash val="solid"/>
                      <a:round/>
                      <a:headEnd len="sm" w="sm" type="none"/>
                      <a:tailEnd len="sm" w="sm" type="none"/>
                    </a:lnL>
                    <a:lnR cap="flat" cmpd="sng" w="9525">
                      <a:solidFill>
                        <a:srgbClr val="000000"/>
                      </a:solidFill>
                      <a:prstDash val="solid"/>
                      <a:round/>
                      <a:headEnd len="sm" w="sm" type="none"/>
                      <a:tailEnd len="sm" w="sm" type="none"/>
                    </a:lnR>
                    <a:lnT cap="flat" cmpd="sng" w="9525">
                      <a:solidFill>
                        <a:srgbClr val="000000"/>
                      </a:solidFill>
                      <a:prstDash val="solid"/>
                      <a:round/>
                      <a:headEnd len="sm" w="sm" type="none"/>
                      <a:tailEnd len="sm" w="sm" type="none"/>
                    </a:lnT>
                    <a:lnB cap="flat" cmpd="sng" w="9525">
                      <a:solidFill>
                        <a:srgbClr val="000000"/>
                      </a:solidFill>
                      <a:prstDash val="solid"/>
                      <a:round/>
                      <a:headEnd len="sm" w="sm" type="none"/>
                      <a:tailEnd len="sm" w="sm" type="none"/>
                    </a:lnB>
                  </a:tcPr>
                </a:tc>
              </a:tr>
              <a:tr h="509000">
                <a:tc>
                  <a:txBody>
                    <a:bodyPr/>
                    <a:lstStyle/>
                    <a:p>
                      <a:pPr indent="0" lvl="0" marL="0" rtl="0" algn="ctr">
                        <a:spcBef>
                          <a:spcPts val="0"/>
                        </a:spcBef>
                        <a:spcAft>
                          <a:spcPts val="0"/>
                        </a:spcAft>
                        <a:buNone/>
                      </a:pPr>
                      <a:r>
                        <a:rPr lang="en">
                          <a:latin typeface="Didact Gothic"/>
                          <a:ea typeface="Didact Gothic"/>
                          <a:cs typeface="Didact Gothic"/>
                          <a:sym typeface="Didact Gothic"/>
                        </a:rPr>
                        <a:t>Victory badge</a:t>
                      </a:r>
                      <a:endParaRPr>
                        <a:latin typeface="Didact Gothic"/>
                        <a:ea typeface="Didact Gothic"/>
                        <a:cs typeface="Didact Gothic"/>
                        <a:sym typeface="Didact Gothic"/>
                      </a:endParaRPr>
                    </a:p>
                  </a:txBody>
                  <a:tcPr marT="91425" marB="91425" marR="91425" marL="91425" anchor="ctr">
                    <a:lnL cap="flat" cmpd="sng" w="9525">
                      <a:solidFill>
                        <a:srgbClr val="000000"/>
                      </a:solidFill>
                      <a:prstDash val="solid"/>
                      <a:round/>
                      <a:headEnd len="sm" w="sm" type="none"/>
                      <a:tailEnd len="sm" w="sm" type="none"/>
                    </a:lnL>
                    <a:lnR cap="flat" cmpd="sng" w="9525">
                      <a:solidFill>
                        <a:srgbClr val="000000"/>
                      </a:solidFill>
                      <a:prstDash val="solid"/>
                      <a:round/>
                      <a:headEnd len="sm" w="sm" type="none"/>
                      <a:tailEnd len="sm" w="sm" type="none"/>
                    </a:lnR>
                    <a:lnT cap="flat" cmpd="sng" w="9525">
                      <a:solidFill>
                        <a:srgbClr val="000000"/>
                      </a:solidFill>
                      <a:prstDash val="solid"/>
                      <a:round/>
                      <a:headEnd len="sm" w="sm" type="none"/>
                      <a:tailEnd len="sm" w="sm" type="none"/>
                    </a:lnT>
                    <a:lnB cap="flat" cmpd="sng" w="9525">
                      <a:solidFill>
                        <a:srgbClr val="000000"/>
                      </a:solidFill>
                      <a:prstDash val="solid"/>
                      <a:round/>
                      <a:headEnd len="sm" w="sm" type="none"/>
                      <a:tailEnd len="sm" w="sm" type="none"/>
                    </a:lnB>
                  </a:tcPr>
                </a:tc>
                <a:tc>
                  <a:txBody>
                    <a:bodyPr/>
                    <a:lstStyle/>
                    <a:p>
                      <a:pPr indent="0" lvl="0" marL="0" rtl="0" algn="ctr">
                        <a:spcBef>
                          <a:spcPts val="0"/>
                        </a:spcBef>
                        <a:spcAft>
                          <a:spcPts val="1600"/>
                        </a:spcAft>
                        <a:buClr>
                          <a:schemeClr val="hlink"/>
                        </a:buClr>
                        <a:buSzPts val="1100"/>
                        <a:buFont typeface="Arial"/>
                        <a:buNone/>
                      </a:pPr>
                      <a:r>
                        <a:rPr lang="en">
                          <a:latin typeface="Didact Gothic"/>
                          <a:ea typeface="Didact Gothic"/>
                          <a:cs typeface="Didact Gothic"/>
                          <a:sym typeface="Didact Gothic"/>
                        </a:rPr>
                        <a:t>Despite being red, Mars is a cold place</a:t>
                      </a:r>
                      <a:endParaRPr>
                        <a:latin typeface="Didact Gothic"/>
                        <a:ea typeface="Didact Gothic"/>
                        <a:cs typeface="Didact Gothic"/>
                        <a:sym typeface="Didact Gothic"/>
                      </a:endParaRPr>
                    </a:p>
                  </a:txBody>
                  <a:tcPr marT="91425" marB="91425" marR="91425" marL="91425" anchor="ctr">
                    <a:lnL cap="flat" cmpd="sng" w="9525">
                      <a:solidFill>
                        <a:srgbClr val="000000"/>
                      </a:solidFill>
                      <a:prstDash val="solid"/>
                      <a:round/>
                      <a:headEnd len="sm" w="sm" type="none"/>
                      <a:tailEnd len="sm" w="sm" type="none"/>
                    </a:lnL>
                    <a:lnR cap="flat" cmpd="sng" w="9525">
                      <a:solidFill>
                        <a:srgbClr val="000000"/>
                      </a:solidFill>
                      <a:prstDash val="solid"/>
                      <a:round/>
                      <a:headEnd len="sm" w="sm" type="none"/>
                      <a:tailEnd len="sm" w="sm" type="none"/>
                    </a:lnR>
                    <a:lnT cap="flat" cmpd="sng" w="9525">
                      <a:solidFill>
                        <a:srgbClr val="000000"/>
                      </a:solidFill>
                      <a:prstDash val="solid"/>
                      <a:round/>
                      <a:headEnd len="sm" w="sm" type="none"/>
                      <a:tailEnd len="sm" w="sm" type="none"/>
                    </a:lnT>
                    <a:lnB cap="flat" cmpd="sng" w="9525">
                      <a:solidFill>
                        <a:srgbClr val="000000"/>
                      </a:solidFill>
                      <a:prstDash val="solid"/>
                      <a:round/>
                      <a:headEnd len="sm" w="sm" type="none"/>
                      <a:tailEnd len="sm" w="sm" type="none"/>
                    </a:lnB>
                  </a:tcPr>
                </a:tc>
                <a:tc>
                  <a:txBody>
                    <a:bodyPr/>
                    <a:lstStyle/>
                    <a:p>
                      <a:pPr indent="0" lvl="0" marL="0" rtl="0" algn="ctr">
                        <a:spcBef>
                          <a:spcPts val="0"/>
                        </a:spcBef>
                        <a:spcAft>
                          <a:spcPts val="0"/>
                        </a:spcAft>
                        <a:buNone/>
                      </a:pPr>
                      <a:r>
                        <a:t/>
                      </a:r>
                      <a:endParaRPr>
                        <a:latin typeface="Didact Gothic"/>
                        <a:ea typeface="Didact Gothic"/>
                        <a:cs typeface="Didact Gothic"/>
                        <a:sym typeface="Didact Gothic"/>
                      </a:endParaRPr>
                    </a:p>
                  </a:txBody>
                  <a:tcPr marT="91425" marB="91425" marR="91425" marL="91425" anchor="ctr">
                    <a:lnL cap="flat" cmpd="sng" w="9525">
                      <a:solidFill>
                        <a:srgbClr val="000000"/>
                      </a:solidFill>
                      <a:prstDash val="solid"/>
                      <a:round/>
                      <a:headEnd len="sm" w="sm" type="none"/>
                      <a:tailEnd len="sm" w="sm" type="none"/>
                    </a:lnL>
                    <a:lnR cap="flat" cmpd="sng" w="9525">
                      <a:solidFill>
                        <a:srgbClr val="000000"/>
                      </a:solidFill>
                      <a:prstDash val="solid"/>
                      <a:round/>
                      <a:headEnd len="sm" w="sm" type="none"/>
                      <a:tailEnd len="sm" w="sm" type="none"/>
                    </a:lnR>
                    <a:lnT cap="flat" cmpd="sng" w="9525">
                      <a:solidFill>
                        <a:srgbClr val="000000"/>
                      </a:solidFill>
                      <a:prstDash val="solid"/>
                      <a:round/>
                      <a:headEnd len="sm" w="sm" type="none"/>
                      <a:tailEnd len="sm" w="sm" type="none"/>
                    </a:lnT>
                    <a:lnB cap="flat" cmpd="sng" w="9525">
                      <a:solidFill>
                        <a:srgbClr val="000000"/>
                      </a:solidFill>
                      <a:prstDash val="solid"/>
                      <a:round/>
                      <a:headEnd len="sm" w="sm" type="none"/>
                      <a:tailEnd len="sm" w="sm" type="none"/>
                    </a:lnB>
                  </a:tcPr>
                </a:tc>
              </a:tr>
            </a:tbl>
          </a:graphicData>
        </a:graphic>
      </p:graphicFrame>
      <p:sp>
        <p:nvSpPr>
          <p:cNvPr id="4143" name="Google Shape;4143;p59"/>
          <p:cNvSpPr/>
          <p:nvPr/>
        </p:nvSpPr>
        <p:spPr>
          <a:xfrm>
            <a:off x="1003425" y="2021013"/>
            <a:ext cx="382200" cy="3822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28575">
              <a:schemeClr val="accent5"/>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9"/>
          <p:cNvSpPr/>
          <p:nvPr/>
        </p:nvSpPr>
        <p:spPr>
          <a:xfrm>
            <a:off x="1003425" y="2521425"/>
            <a:ext cx="382200" cy="3822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28575">
              <a:schemeClr val="accent5"/>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9"/>
          <p:cNvSpPr/>
          <p:nvPr/>
        </p:nvSpPr>
        <p:spPr>
          <a:xfrm>
            <a:off x="1003425" y="3025400"/>
            <a:ext cx="382200" cy="3822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28575">
              <a:schemeClr val="accent5"/>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9"/>
          <p:cNvSpPr/>
          <p:nvPr/>
        </p:nvSpPr>
        <p:spPr>
          <a:xfrm>
            <a:off x="1003425" y="3532888"/>
            <a:ext cx="382200" cy="3822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28575">
              <a:schemeClr val="accent5"/>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9"/>
          <p:cNvSpPr/>
          <p:nvPr/>
        </p:nvSpPr>
        <p:spPr>
          <a:xfrm>
            <a:off x="7462175" y="2021013"/>
            <a:ext cx="382200" cy="3822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28575">
              <a:schemeClr val="accent5"/>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9"/>
          <p:cNvSpPr/>
          <p:nvPr/>
        </p:nvSpPr>
        <p:spPr>
          <a:xfrm>
            <a:off x="7462175" y="2521425"/>
            <a:ext cx="382200" cy="3822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28575">
              <a:schemeClr val="accent5"/>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9"/>
          <p:cNvSpPr/>
          <p:nvPr/>
        </p:nvSpPr>
        <p:spPr>
          <a:xfrm>
            <a:off x="7462175" y="3025400"/>
            <a:ext cx="382200" cy="3822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28575">
              <a:schemeClr val="accent5"/>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9"/>
          <p:cNvSpPr/>
          <p:nvPr/>
        </p:nvSpPr>
        <p:spPr>
          <a:xfrm>
            <a:off x="7462175" y="3532888"/>
            <a:ext cx="382200" cy="3822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28575">
              <a:schemeClr val="accent5"/>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1" name="Google Shape;4151;p59"/>
          <p:cNvGrpSpPr/>
          <p:nvPr/>
        </p:nvGrpSpPr>
        <p:grpSpPr>
          <a:xfrm>
            <a:off x="1147970" y="2580325"/>
            <a:ext cx="93128" cy="267979"/>
            <a:chOff x="1147970" y="2580325"/>
            <a:chExt cx="93128" cy="267979"/>
          </a:xfrm>
        </p:grpSpPr>
        <p:sp>
          <p:nvSpPr>
            <p:cNvPr id="4152" name="Google Shape;4152;p59"/>
            <p:cNvSpPr/>
            <p:nvPr/>
          </p:nvSpPr>
          <p:spPr>
            <a:xfrm>
              <a:off x="1171919" y="2804600"/>
              <a:ext cx="16938" cy="39502"/>
            </a:xfrm>
            <a:custGeom>
              <a:rect b="b" l="l" r="r" t="t"/>
              <a:pathLst>
                <a:path extrusionOk="0" h="3398" w="1457">
                  <a:moveTo>
                    <a:pt x="0" y="1"/>
                  </a:moveTo>
                  <a:lnTo>
                    <a:pt x="0" y="2668"/>
                  </a:lnTo>
                  <a:cubicBezTo>
                    <a:pt x="0" y="3072"/>
                    <a:pt x="327" y="3397"/>
                    <a:pt x="729" y="3397"/>
                  </a:cubicBezTo>
                  <a:cubicBezTo>
                    <a:pt x="1133" y="3397"/>
                    <a:pt x="1457" y="3070"/>
                    <a:pt x="1457" y="2668"/>
                  </a:cubicBezTo>
                  <a:lnTo>
                    <a:pt x="145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9"/>
            <p:cNvSpPr/>
            <p:nvPr/>
          </p:nvSpPr>
          <p:spPr>
            <a:xfrm>
              <a:off x="1157817" y="2584545"/>
              <a:ext cx="45151" cy="242602"/>
            </a:xfrm>
            <a:custGeom>
              <a:rect b="b" l="l" r="r" t="t"/>
              <a:pathLst>
                <a:path extrusionOk="0" h="20869" w="3884">
                  <a:moveTo>
                    <a:pt x="1455" y="1"/>
                  </a:moveTo>
                  <a:cubicBezTo>
                    <a:pt x="920" y="1"/>
                    <a:pt x="485" y="434"/>
                    <a:pt x="485" y="970"/>
                  </a:cubicBezTo>
                  <a:lnTo>
                    <a:pt x="485" y="2427"/>
                  </a:lnTo>
                  <a:lnTo>
                    <a:pt x="1" y="2427"/>
                  </a:lnTo>
                  <a:lnTo>
                    <a:pt x="1" y="19412"/>
                  </a:lnTo>
                  <a:cubicBezTo>
                    <a:pt x="1" y="20216"/>
                    <a:pt x="652" y="20868"/>
                    <a:pt x="1457" y="20868"/>
                  </a:cubicBezTo>
                  <a:lnTo>
                    <a:pt x="2427" y="20868"/>
                  </a:lnTo>
                  <a:cubicBezTo>
                    <a:pt x="3231" y="20868"/>
                    <a:pt x="3883" y="20216"/>
                    <a:pt x="3883" y="19412"/>
                  </a:cubicBezTo>
                  <a:lnTo>
                    <a:pt x="3883" y="2427"/>
                  </a:lnTo>
                  <a:lnTo>
                    <a:pt x="3394" y="2427"/>
                  </a:lnTo>
                  <a:lnTo>
                    <a:pt x="3394" y="970"/>
                  </a:lnTo>
                  <a:cubicBezTo>
                    <a:pt x="3394" y="436"/>
                    <a:pt x="2961" y="1"/>
                    <a:pt x="24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9"/>
            <p:cNvSpPr/>
            <p:nvPr/>
          </p:nvSpPr>
          <p:spPr>
            <a:xfrm>
              <a:off x="1152167" y="2612750"/>
              <a:ext cx="84653" cy="191813"/>
            </a:xfrm>
            <a:custGeom>
              <a:rect b="b" l="l" r="r" t="t"/>
              <a:pathLst>
                <a:path extrusionOk="0" h="16500" w="7282">
                  <a:moveTo>
                    <a:pt x="4978" y="727"/>
                  </a:moveTo>
                  <a:cubicBezTo>
                    <a:pt x="5847" y="727"/>
                    <a:pt x="6555" y="1435"/>
                    <a:pt x="6555" y="2306"/>
                  </a:cubicBezTo>
                  <a:lnTo>
                    <a:pt x="6555" y="6811"/>
                  </a:lnTo>
                  <a:cubicBezTo>
                    <a:pt x="5597" y="6929"/>
                    <a:pt x="4857" y="7746"/>
                    <a:pt x="4857" y="8736"/>
                  </a:cubicBezTo>
                  <a:lnTo>
                    <a:pt x="4857" y="727"/>
                  </a:lnTo>
                  <a:close/>
                  <a:moveTo>
                    <a:pt x="487" y="1"/>
                  </a:moveTo>
                  <a:cubicBezTo>
                    <a:pt x="218" y="1"/>
                    <a:pt x="1" y="218"/>
                    <a:pt x="1" y="487"/>
                  </a:cubicBezTo>
                  <a:lnTo>
                    <a:pt x="1" y="16015"/>
                  </a:lnTo>
                  <a:cubicBezTo>
                    <a:pt x="1" y="16284"/>
                    <a:pt x="218" y="16500"/>
                    <a:pt x="487" y="16500"/>
                  </a:cubicBezTo>
                  <a:lnTo>
                    <a:pt x="4369" y="16500"/>
                  </a:lnTo>
                  <a:cubicBezTo>
                    <a:pt x="4638" y="16500"/>
                    <a:pt x="4854" y="16284"/>
                    <a:pt x="4854" y="16015"/>
                  </a:cubicBezTo>
                  <a:lnTo>
                    <a:pt x="4854" y="8736"/>
                  </a:lnTo>
                  <a:cubicBezTo>
                    <a:pt x="4854" y="9806"/>
                    <a:pt x="5724" y="10678"/>
                    <a:pt x="6797" y="10678"/>
                  </a:cubicBezTo>
                  <a:cubicBezTo>
                    <a:pt x="7064" y="10678"/>
                    <a:pt x="7281" y="10460"/>
                    <a:pt x="7281" y="10193"/>
                  </a:cubicBezTo>
                  <a:lnTo>
                    <a:pt x="7281" y="8129"/>
                  </a:lnTo>
                  <a:lnTo>
                    <a:pt x="7281" y="6796"/>
                  </a:lnTo>
                  <a:lnTo>
                    <a:pt x="7281" y="2307"/>
                  </a:lnTo>
                  <a:cubicBezTo>
                    <a:pt x="7281" y="1035"/>
                    <a:pt x="6247" y="1"/>
                    <a:pt x="49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9"/>
            <p:cNvSpPr/>
            <p:nvPr/>
          </p:nvSpPr>
          <p:spPr>
            <a:xfrm>
              <a:off x="1152167" y="2612738"/>
              <a:ext cx="33887" cy="169260"/>
            </a:xfrm>
            <a:custGeom>
              <a:rect b="b" l="l" r="r" t="t"/>
              <a:pathLst>
                <a:path extrusionOk="0" h="14560" w="2915">
                  <a:moveTo>
                    <a:pt x="487" y="0"/>
                  </a:moveTo>
                  <a:cubicBezTo>
                    <a:pt x="218" y="0"/>
                    <a:pt x="1" y="218"/>
                    <a:pt x="1" y="485"/>
                  </a:cubicBezTo>
                  <a:lnTo>
                    <a:pt x="1" y="13103"/>
                  </a:lnTo>
                  <a:cubicBezTo>
                    <a:pt x="1" y="13907"/>
                    <a:pt x="653" y="14560"/>
                    <a:pt x="1457" y="14560"/>
                  </a:cubicBezTo>
                  <a:cubicBezTo>
                    <a:pt x="2263" y="14560"/>
                    <a:pt x="2914" y="13909"/>
                    <a:pt x="2913" y="13103"/>
                  </a:cubicBezTo>
                  <a:lnTo>
                    <a:pt x="291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9"/>
            <p:cNvSpPr/>
            <p:nvPr/>
          </p:nvSpPr>
          <p:spPr>
            <a:xfrm>
              <a:off x="1164874" y="2625457"/>
              <a:ext cx="8486" cy="59799"/>
            </a:xfrm>
            <a:custGeom>
              <a:rect b="b" l="l" r="r" t="t"/>
              <a:pathLst>
                <a:path extrusionOk="0" h="5144" w="730">
                  <a:moveTo>
                    <a:pt x="364" y="1"/>
                  </a:moveTo>
                  <a:cubicBezTo>
                    <a:pt x="164" y="1"/>
                    <a:pt x="1" y="164"/>
                    <a:pt x="1" y="364"/>
                  </a:cubicBezTo>
                  <a:lnTo>
                    <a:pt x="1" y="3276"/>
                  </a:lnTo>
                  <a:cubicBezTo>
                    <a:pt x="1" y="3477"/>
                    <a:pt x="164" y="3640"/>
                    <a:pt x="364" y="3640"/>
                  </a:cubicBezTo>
                  <a:cubicBezTo>
                    <a:pt x="566" y="3640"/>
                    <a:pt x="730" y="3477"/>
                    <a:pt x="730" y="3276"/>
                  </a:cubicBezTo>
                  <a:lnTo>
                    <a:pt x="730" y="364"/>
                  </a:lnTo>
                  <a:cubicBezTo>
                    <a:pt x="730" y="163"/>
                    <a:pt x="566" y="1"/>
                    <a:pt x="364" y="1"/>
                  </a:cubicBezTo>
                  <a:close/>
                  <a:moveTo>
                    <a:pt x="364" y="4368"/>
                  </a:moveTo>
                  <a:cubicBezTo>
                    <a:pt x="164" y="4368"/>
                    <a:pt x="1" y="4531"/>
                    <a:pt x="1" y="4731"/>
                  </a:cubicBezTo>
                  <a:lnTo>
                    <a:pt x="1" y="4780"/>
                  </a:lnTo>
                  <a:cubicBezTo>
                    <a:pt x="1" y="4980"/>
                    <a:pt x="164" y="5144"/>
                    <a:pt x="364" y="5144"/>
                  </a:cubicBezTo>
                  <a:cubicBezTo>
                    <a:pt x="566" y="5144"/>
                    <a:pt x="730" y="4980"/>
                    <a:pt x="730" y="4780"/>
                  </a:cubicBezTo>
                  <a:lnTo>
                    <a:pt x="730" y="4731"/>
                  </a:lnTo>
                  <a:cubicBezTo>
                    <a:pt x="730" y="4531"/>
                    <a:pt x="566" y="4368"/>
                    <a:pt x="364" y="436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9"/>
            <p:cNvSpPr/>
            <p:nvPr/>
          </p:nvSpPr>
          <p:spPr>
            <a:xfrm>
              <a:off x="1163467" y="2584568"/>
              <a:ext cx="22587" cy="22564"/>
            </a:xfrm>
            <a:custGeom>
              <a:rect b="b" l="l" r="r" t="t"/>
              <a:pathLst>
                <a:path extrusionOk="0" h="1941" w="1943">
                  <a:moveTo>
                    <a:pt x="971" y="0"/>
                  </a:moveTo>
                  <a:cubicBezTo>
                    <a:pt x="436" y="0"/>
                    <a:pt x="1" y="434"/>
                    <a:pt x="1" y="971"/>
                  </a:cubicBezTo>
                  <a:cubicBezTo>
                    <a:pt x="1" y="1505"/>
                    <a:pt x="434" y="1940"/>
                    <a:pt x="971" y="1940"/>
                  </a:cubicBezTo>
                  <a:cubicBezTo>
                    <a:pt x="1507" y="1940"/>
                    <a:pt x="1942" y="1505"/>
                    <a:pt x="1941" y="971"/>
                  </a:cubicBezTo>
                  <a:lnTo>
                    <a:pt x="19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9"/>
            <p:cNvSpPr/>
            <p:nvPr/>
          </p:nvSpPr>
          <p:spPr>
            <a:xfrm>
              <a:off x="1147970" y="2580325"/>
              <a:ext cx="93128" cy="267979"/>
            </a:xfrm>
            <a:custGeom>
              <a:rect b="b" l="l" r="r" t="t"/>
              <a:pathLst>
                <a:path extrusionOk="0" h="23052" w="8011">
                  <a:moveTo>
                    <a:pt x="3274" y="728"/>
                  </a:moveTo>
                  <a:cubicBezTo>
                    <a:pt x="3608" y="728"/>
                    <a:pt x="3879" y="999"/>
                    <a:pt x="3879" y="1333"/>
                  </a:cubicBezTo>
                  <a:lnTo>
                    <a:pt x="3879" y="2426"/>
                  </a:lnTo>
                  <a:lnTo>
                    <a:pt x="1696" y="2426"/>
                  </a:lnTo>
                  <a:lnTo>
                    <a:pt x="1696" y="1333"/>
                  </a:lnTo>
                  <a:lnTo>
                    <a:pt x="1698" y="1333"/>
                  </a:lnTo>
                  <a:cubicBezTo>
                    <a:pt x="1698" y="999"/>
                    <a:pt x="1971" y="728"/>
                    <a:pt x="2304" y="728"/>
                  </a:cubicBezTo>
                  <a:close/>
                  <a:moveTo>
                    <a:pt x="5706" y="3156"/>
                  </a:moveTo>
                  <a:cubicBezTo>
                    <a:pt x="6572" y="3156"/>
                    <a:pt x="7280" y="3862"/>
                    <a:pt x="7280" y="4732"/>
                  </a:cubicBezTo>
                  <a:lnTo>
                    <a:pt x="7280" y="9220"/>
                  </a:lnTo>
                  <a:lnTo>
                    <a:pt x="7159" y="9220"/>
                  </a:lnTo>
                  <a:cubicBezTo>
                    <a:pt x="6549" y="9220"/>
                    <a:pt x="5994" y="9459"/>
                    <a:pt x="5582" y="9848"/>
                  </a:cubicBezTo>
                  <a:lnTo>
                    <a:pt x="5582" y="3277"/>
                  </a:lnTo>
                  <a:cubicBezTo>
                    <a:pt x="5582" y="3236"/>
                    <a:pt x="5577" y="3195"/>
                    <a:pt x="5573" y="3156"/>
                  </a:cubicBezTo>
                  <a:lnTo>
                    <a:pt x="5704" y="3156"/>
                  </a:lnTo>
                  <a:cubicBezTo>
                    <a:pt x="5705" y="3156"/>
                    <a:pt x="5706" y="3156"/>
                    <a:pt x="5706" y="3156"/>
                  </a:cubicBezTo>
                  <a:close/>
                  <a:moveTo>
                    <a:pt x="7280" y="9946"/>
                  </a:moveTo>
                  <a:lnTo>
                    <a:pt x="7280" y="10069"/>
                  </a:lnTo>
                  <a:lnTo>
                    <a:pt x="7280" y="12982"/>
                  </a:lnTo>
                  <a:cubicBezTo>
                    <a:pt x="7280" y="13049"/>
                    <a:pt x="7224" y="13103"/>
                    <a:pt x="7159" y="13103"/>
                  </a:cubicBezTo>
                  <a:cubicBezTo>
                    <a:pt x="6288" y="13103"/>
                    <a:pt x="5582" y="12395"/>
                    <a:pt x="5582" y="11525"/>
                  </a:cubicBezTo>
                  <a:cubicBezTo>
                    <a:pt x="5582" y="10654"/>
                    <a:pt x="6288" y="9946"/>
                    <a:pt x="7159" y="9946"/>
                  </a:cubicBezTo>
                  <a:close/>
                  <a:moveTo>
                    <a:pt x="4730" y="3155"/>
                  </a:moveTo>
                  <a:cubicBezTo>
                    <a:pt x="4799" y="3155"/>
                    <a:pt x="4851" y="3209"/>
                    <a:pt x="4851" y="3276"/>
                  </a:cubicBezTo>
                  <a:lnTo>
                    <a:pt x="4851" y="18804"/>
                  </a:lnTo>
                  <a:cubicBezTo>
                    <a:pt x="4851" y="18872"/>
                    <a:pt x="4796" y="18925"/>
                    <a:pt x="4730" y="18925"/>
                  </a:cubicBezTo>
                  <a:lnTo>
                    <a:pt x="849" y="18925"/>
                  </a:lnTo>
                  <a:cubicBezTo>
                    <a:pt x="781" y="18925"/>
                    <a:pt x="728" y="18870"/>
                    <a:pt x="728" y="18804"/>
                  </a:cubicBezTo>
                  <a:lnTo>
                    <a:pt x="728" y="3276"/>
                  </a:lnTo>
                  <a:cubicBezTo>
                    <a:pt x="728" y="3208"/>
                    <a:pt x="784" y="3155"/>
                    <a:pt x="849" y="3155"/>
                  </a:cubicBezTo>
                  <a:close/>
                  <a:moveTo>
                    <a:pt x="4368" y="19654"/>
                  </a:moveTo>
                  <a:lnTo>
                    <a:pt x="4368" y="19775"/>
                  </a:lnTo>
                  <a:cubicBezTo>
                    <a:pt x="4367" y="20376"/>
                    <a:pt x="3878" y="20866"/>
                    <a:pt x="3275" y="20866"/>
                  </a:cubicBezTo>
                  <a:lnTo>
                    <a:pt x="2306" y="20866"/>
                  </a:lnTo>
                  <a:cubicBezTo>
                    <a:pt x="1703" y="20866"/>
                    <a:pt x="1213" y="20376"/>
                    <a:pt x="1213" y="19775"/>
                  </a:cubicBezTo>
                  <a:lnTo>
                    <a:pt x="1213" y="19654"/>
                  </a:lnTo>
                  <a:close/>
                  <a:moveTo>
                    <a:pt x="3154" y="21595"/>
                  </a:moveTo>
                  <a:lnTo>
                    <a:pt x="3154" y="21959"/>
                  </a:lnTo>
                  <a:cubicBezTo>
                    <a:pt x="3153" y="22159"/>
                    <a:pt x="2991" y="22323"/>
                    <a:pt x="2790" y="22323"/>
                  </a:cubicBezTo>
                  <a:cubicBezTo>
                    <a:pt x="2590" y="22323"/>
                    <a:pt x="2427" y="22159"/>
                    <a:pt x="2427" y="21959"/>
                  </a:cubicBezTo>
                  <a:lnTo>
                    <a:pt x="2427" y="21595"/>
                  </a:lnTo>
                  <a:close/>
                  <a:moveTo>
                    <a:pt x="2306" y="0"/>
                  </a:moveTo>
                  <a:cubicBezTo>
                    <a:pt x="1570" y="0"/>
                    <a:pt x="971" y="598"/>
                    <a:pt x="971" y="1333"/>
                  </a:cubicBezTo>
                  <a:lnTo>
                    <a:pt x="971" y="2426"/>
                  </a:lnTo>
                  <a:lnTo>
                    <a:pt x="851" y="2426"/>
                  </a:lnTo>
                  <a:cubicBezTo>
                    <a:pt x="382" y="2426"/>
                    <a:pt x="1" y="2807"/>
                    <a:pt x="1" y="3276"/>
                  </a:cubicBezTo>
                  <a:lnTo>
                    <a:pt x="1" y="18804"/>
                  </a:lnTo>
                  <a:cubicBezTo>
                    <a:pt x="1" y="19142"/>
                    <a:pt x="200" y="19432"/>
                    <a:pt x="487" y="19570"/>
                  </a:cubicBezTo>
                  <a:lnTo>
                    <a:pt x="487" y="19775"/>
                  </a:lnTo>
                  <a:cubicBezTo>
                    <a:pt x="487" y="20565"/>
                    <a:pt x="993" y="21240"/>
                    <a:pt x="1699" y="21490"/>
                  </a:cubicBezTo>
                  <a:lnTo>
                    <a:pt x="1699" y="21959"/>
                  </a:lnTo>
                  <a:cubicBezTo>
                    <a:pt x="1699" y="22562"/>
                    <a:pt x="2189" y="23052"/>
                    <a:pt x="2792" y="23052"/>
                  </a:cubicBezTo>
                  <a:cubicBezTo>
                    <a:pt x="3394" y="23052"/>
                    <a:pt x="3885" y="22562"/>
                    <a:pt x="3885" y="21959"/>
                  </a:cubicBezTo>
                  <a:lnTo>
                    <a:pt x="3885" y="21490"/>
                  </a:lnTo>
                  <a:cubicBezTo>
                    <a:pt x="4590" y="21240"/>
                    <a:pt x="5098" y="20565"/>
                    <a:pt x="5098" y="19775"/>
                  </a:cubicBezTo>
                  <a:lnTo>
                    <a:pt x="5098" y="19570"/>
                  </a:lnTo>
                  <a:cubicBezTo>
                    <a:pt x="5384" y="19434"/>
                    <a:pt x="5583" y="19142"/>
                    <a:pt x="5583" y="18804"/>
                  </a:cubicBezTo>
                  <a:lnTo>
                    <a:pt x="5583" y="13204"/>
                  </a:lnTo>
                  <a:cubicBezTo>
                    <a:pt x="5995" y="13590"/>
                    <a:pt x="6551" y="13830"/>
                    <a:pt x="7160" y="13830"/>
                  </a:cubicBezTo>
                  <a:cubicBezTo>
                    <a:pt x="7629" y="13830"/>
                    <a:pt x="8010" y="13451"/>
                    <a:pt x="8010" y="12982"/>
                  </a:cubicBezTo>
                  <a:lnTo>
                    <a:pt x="8010" y="10070"/>
                  </a:lnTo>
                  <a:lnTo>
                    <a:pt x="8010" y="9585"/>
                  </a:lnTo>
                  <a:lnTo>
                    <a:pt x="8010" y="4732"/>
                  </a:lnTo>
                  <a:cubicBezTo>
                    <a:pt x="8006" y="3460"/>
                    <a:pt x="6973" y="2426"/>
                    <a:pt x="5702" y="2426"/>
                  </a:cubicBezTo>
                  <a:lnTo>
                    <a:pt x="4610" y="2426"/>
                  </a:lnTo>
                  <a:lnTo>
                    <a:pt x="4610" y="1333"/>
                  </a:lnTo>
                  <a:cubicBezTo>
                    <a:pt x="4610" y="598"/>
                    <a:pt x="4011" y="0"/>
                    <a:pt x="327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9" name="Google Shape;4159;p59"/>
          <p:cNvGrpSpPr/>
          <p:nvPr/>
        </p:nvGrpSpPr>
        <p:grpSpPr>
          <a:xfrm>
            <a:off x="1094411" y="2109852"/>
            <a:ext cx="200226" cy="204520"/>
            <a:chOff x="1094411" y="2109852"/>
            <a:chExt cx="200226" cy="204520"/>
          </a:xfrm>
        </p:grpSpPr>
        <p:sp>
          <p:nvSpPr>
            <p:cNvPr id="4160" name="Google Shape;4160;p59"/>
            <p:cNvSpPr/>
            <p:nvPr/>
          </p:nvSpPr>
          <p:spPr>
            <a:xfrm>
              <a:off x="1235425" y="2113064"/>
              <a:ext cx="25854" cy="185196"/>
            </a:xfrm>
            <a:custGeom>
              <a:rect b="b" l="l" r="r" t="t"/>
              <a:pathLst>
                <a:path extrusionOk="0" h="20873" w="2914">
                  <a:moveTo>
                    <a:pt x="1457" y="1"/>
                  </a:moveTo>
                  <a:cubicBezTo>
                    <a:pt x="653" y="1"/>
                    <a:pt x="0" y="653"/>
                    <a:pt x="0" y="1457"/>
                  </a:cubicBezTo>
                  <a:lnTo>
                    <a:pt x="0" y="15046"/>
                  </a:lnTo>
                  <a:cubicBezTo>
                    <a:pt x="0" y="15850"/>
                    <a:pt x="653" y="16503"/>
                    <a:pt x="1457" y="16503"/>
                  </a:cubicBezTo>
                  <a:cubicBezTo>
                    <a:pt x="2260" y="16503"/>
                    <a:pt x="2912" y="15850"/>
                    <a:pt x="2914" y="15046"/>
                  </a:cubicBezTo>
                  <a:lnTo>
                    <a:pt x="2914" y="1457"/>
                  </a:lnTo>
                  <a:cubicBezTo>
                    <a:pt x="2914" y="653"/>
                    <a:pt x="2263" y="1"/>
                    <a:pt x="1457" y="1"/>
                  </a:cubicBezTo>
                  <a:close/>
                  <a:moveTo>
                    <a:pt x="1457" y="17959"/>
                  </a:moveTo>
                  <a:cubicBezTo>
                    <a:pt x="653" y="17959"/>
                    <a:pt x="0" y="18610"/>
                    <a:pt x="0" y="19416"/>
                  </a:cubicBezTo>
                  <a:cubicBezTo>
                    <a:pt x="0" y="20220"/>
                    <a:pt x="653" y="20872"/>
                    <a:pt x="1457" y="20872"/>
                  </a:cubicBezTo>
                  <a:cubicBezTo>
                    <a:pt x="2263" y="20872"/>
                    <a:pt x="2914" y="20220"/>
                    <a:pt x="2914" y="19416"/>
                  </a:cubicBezTo>
                  <a:cubicBezTo>
                    <a:pt x="2912" y="18610"/>
                    <a:pt x="2263" y="17959"/>
                    <a:pt x="1457" y="1795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9"/>
            <p:cNvSpPr/>
            <p:nvPr/>
          </p:nvSpPr>
          <p:spPr>
            <a:xfrm>
              <a:off x="1235984" y="2113064"/>
              <a:ext cx="25287" cy="185196"/>
            </a:xfrm>
            <a:custGeom>
              <a:rect b="b" l="l" r="r" t="t"/>
              <a:pathLst>
                <a:path extrusionOk="0" h="20873" w="2850">
                  <a:moveTo>
                    <a:pt x="1393" y="1"/>
                  </a:moveTo>
                  <a:cubicBezTo>
                    <a:pt x="1127" y="1"/>
                    <a:pt x="880" y="72"/>
                    <a:pt x="665" y="197"/>
                  </a:cubicBezTo>
                  <a:cubicBezTo>
                    <a:pt x="1100" y="448"/>
                    <a:pt x="1393" y="920"/>
                    <a:pt x="1393" y="1457"/>
                  </a:cubicBezTo>
                  <a:lnTo>
                    <a:pt x="1393" y="15046"/>
                  </a:lnTo>
                  <a:cubicBezTo>
                    <a:pt x="1393" y="15586"/>
                    <a:pt x="1100" y="16055"/>
                    <a:pt x="665" y="16306"/>
                  </a:cubicBezTo>
                  <a:cubicBezTo>
                    <a:pt x="880" y="16432"/>
                    <a:pt x="1128" y="16503"/>
                    <a:pt x="1393" y="16503"/>
                  </a:cubicBezTo>
                  <a:cubicBezTo>
                    <a:pt x="2197" y="16503"/>
                    <a:pt x="2849" y="15850"/>
                    <a:pt x="2849" y="15046"/>
                  </a:cubicBezTo>
                  <a:lnTo>
                    <a:pt x="2849" y="1457"/>
                  </a:lnTo>
                  <a:cubicBezTo>
                    <a:pt x="2849" y="654"/>
                    <a:pt x="2197" y="3"/>
                    <a:pt x="1393" y="1"/>
                  </a:cubicBezTo>
                  <a:close/>
                  <a:moveTo>
                    <a:pt x="1818" y="18020"/>
                  </a:moveTo>
                  <a:lnTo>
                    <a:pt x="1818" y="18020"/>
                  </a:lnTo>
                  <a:cubicBezTo>
                    <a:pt x="1859" y="18154"/>
                    <a:pt x="1880" y="18296"/>
                    <a:pt x="1880" y="18444"/>
                  </a:cubicBezTo>
                  <a:cubicBezTo>
                    <a:pt x="1880" y="19248"/>
                    <a:pt x="1228" y="19900"/>
                    <a:pt x="424" y="19900"/>
                  </a:cubicBezTo>
                  <a:cubicBezTo>
                    <a:pt x="276" y="19900"/>
                    <a:pt x="134" y="19879"/>
                    <a:pt x="0" y="19838"/>
                  </a:cubicBezTo>
                  <a:lnTo>
                    <a:pt x="0" y="19838"/>
                  </a:lnTo>
                  <a:cubicBezTo>
                    <a:pt x="180" y="20436"/>
                    <a:pt x="738" y="20872"/>
                    <a:pt x="1393" y="20872"/>
                  </a:cubicBezTo>
                  <a:cubicBezTo>
                    <a:pt x="2197" y="20872"/>
                    <a:pt x="2849" y="20220"/>
                    <a:pt x="2849" y="19416"/>
                  </a:cubicBezTo>
                  <a:cubicBezTo>
                    <a:pt x="2849" y="18756"/>
                    <a:pt x="2414" y="18202"/>
                    <a:pt x="1818" y="1802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9"/>
            <p:cNvSpPr/>
            <p:nvPr/>
          </p:nvSpPr>
          <p:spPr>
            <a:xfrm>
              <a:off x="1097588" y="2113082"/>
              <a:ext cx="119104" cy="185178"/>
            </a:xfrm>
            <a:custGeom>
              <a:rect b="b" l="l" r="r" t="t"/>
              <a:pathLst>
                <a:path extrusionOk="0" h="20871" w="13424">
                  <a:moveTo>
                    <a:pt x="6701" y="1"/>
                  </a:moveTo>
                  <a:cubicBezTo>
                    <a:pt x="4927" y="1"/>
                    <a:pt x="3263" y="682"/>
                    <a:pt x="1997" y="1930"/>
                  </a:cubicBezTo>
                  <a:cubicBezTo>
                    <a:pt x="710" y="3199"/>
                    <a:pt x="1" y="4893"/>
                    <a:pt x="1" y="6701"/>
                  </a:cubicBezTo>
                  <a:cubicBezTo>
                    <a:pt x="1" y="7506"/>
                    <a:pt x="653" y="8157"/>
                    <a:pt x="1457" y="8157"/>
                  </a:cubicBezTo>
                  <a:cubicBezTo>
                    <a:pt x="2263" y="8157"/>
                    <a:pt x="2914" y="7506"/>
                    <a:pt x="2914" y="6701"/>
                  </a:cubicBezTo>
                  <a:cubicBezTo>
                    <a:pt x="2914" y="5680"/>
                    <a:pt x="3316" y="4721"/>
                    <a:pt x="4044" y="4003"/>
                  </a:cubicBezTo>
                  <a:cubicBezTo>
                    <a:pt x="4760" y="3298"/>
                    <a:pt x="5705" y="2912"/>
                    <a:pt x="6707" y="2912"/>
                  </a:cubicBezTo>
                  <a:cubicBezTo>
                    <a:pt x="6725" y="2912"/>
                    <a:pt x="6743" y="2912"/>
                    <a:pt x="6761" y="2912"/>
                  </a:cubicBezTo>
                  <a:cubicBezTo>
                    <a:pt x="8793" y="2940"/>
                    <a:pt x="10467" y="4616"/>
                    <a:pt x="10496" y="6648"/>
                  </a:cubicBezTo>
                  <a:cubicBezTo>
                    <a:pt x="10516" y="8102"/>
                    <a:pt x="9688" y="9456"/>
                    <a:pt x="8388" y="10101"/>
                  </a:cubicBezTo>
                  <a:cubicBezTo>
                    <a:pt x="7445" y="10569"/>
                    <a:pt x="6652" y="11289"/>
                    <a:pt x="6097" y="12185"/>
                  </a:cubicBezTo>
                  <a:cubicBezTo>
                    <a:pt x="5564" y="13047"/>
                    <a:pt x="5273" y="14032"/>
                    <a:pt x="5252" y="15044"/>
                  </a:cubicBezTo>
                  <a:cubicBezTo>
                    <a:pt x="5251" y="15057"/>
                    <a:pt x="5251" y="15061"/>
                    <a:pt x="5251" y="15061"/>
                  </a:cubicBezTo>
                  <a:cubicBezTo>
                    <a:pt x="5250" y="15061"/>
                    <a:pt x="5250" y="15045"/>
                    <a:pt x="5250" y="15044"/>
                  </a:cubicBezTo>
                  <a:lnTo>
                    <a:pt x="5250" y="15044"/>
                  </a:lnTo>
                  <a:cubicBezTo>
                    <a:pt x="5250" y="15848"/>
                    <a:pt x="5903" y="16501"/>
                    <a:pt x="6707" y="16501"/>
                  </a:cubicBezTo>
                  <a:cubicBezTo>
                    <a:pt x="7510" y="16501"/>
                    <a:pt x="8162" y="15850"/>
                    <a:pt x="8159" y="15044"/>
                  </a:cubicBezTo>
                  <a:lnTo>
                    <a:pt x="8159" y="15044"/>
                  </a:lnTo>
                  <a:cubicBezTo>
                    <a:pt x="8159" y="15048"/>
                    <a:pt x="8160" y="15059"/>
                    <a:pt x="8160" y="15059"/>
                  </a:cubicBezTo>
                  <a:cubicBezTo>
                    <a:pt x="8161" y="15059"/>
                    <a:pt x="8161" y="15054"/>
                    <a:pt x="8162" y="15041"/>
                  </a:cubicBezTo>
                  <a:cubicBezTo>
                    <a:pt x="8205" y="14041"/>
                    <a:pt x="8776" y="13155"/>
                    <a:pt x="9679" y="12708"/>
                  </a:cubicBezTo>
                  <a:cubicBezTo>
                    <a:pt x="10794" y="12155"/>
                    <a:pt x="11732" y="11304"/>
                    <a:pt x="12393" y="10245"/>
                  </a:cubicBezTo>
                  <a:cubicBezTo>
                    <a:pt x="13074" y="9156"/>
                    <a:pt x="13423" y="7897"/>
                    <a:pt x="13406" y="6607"/>
                  </a:cubicBezTo>
                  <a:cubicBezTo>
                    <a:pt x="13382" y="4859"/>
                    <a:pt x="12683" y="3210"/>
                    <a:pt x="11439" y="1967"/>
                  </a:cubicBezTo>
                  <a:cubicBezTo>
                    <a:pt x="10194" y="723"/>
                    <a:pt x="8547" y="26"/>
                    <a:pt x="6799" y="1"/>
                  </a:cubicBezTo>
                  <a:cubicBezTo>
                    <a:pt x="6767" y="1"/>
                    <a:pt x="6734" y="1"/>
                    <a:pt x="6701" y="1"/>
                  </a:cubicBezTo>
                  <a:close/>
                  <a:moveTo>
                    <a:pt x="6799" y="17957"/>
                  </a:moveTo>
                  <a:cubicBezTo>
                    <a:pt x="5995" y="17957"/>
                    <a:pt x="5343" y="18608"/>
                    <a:pt x="5343" y="19414"/>
                  </a:cubicBezTo>
                  <a:cubicBezTo>
                    <a:pt x="5343" y="20218"/>
                    <a:pt x="5995" y="20870"/>
                    <a:pt x="6799" y="20870"/>
                  </a:cubicBezTo>
                  <a:cubicBezTo>
                    <a:pt x="7604" y="20870"/>
                    <a:pt x="8256" y="20218"/>
                    <a:pt x="8256" y="19414"/>
                  </a:cubicBezTo>
                  <a:cubicBezTo>
                    <a:pt x="8256" y="18608"/>
                    <a:pt x="7604" y="17957"/>
                    <a:pt x="6799" y="1795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9"/>
            <p:cNvSpPr/>
            <p:nvPr/>
          </p:nvSpPr>
          <p:spPr>
            <a:xfrm>
              <a:off x="1099345" y="2126020"/>
              <a:ext cx="104518" cy="172242"/>
            </a:xfrm>
            <a:custGeom>
              <a:rect b="b" l="l" r="r" t="t"/>
              <a:pathLst>
                <a:path extrusionOk="0" h="19413" w="11780">
                  <a:moveTo>
                    <a:pt x="6500" y="1"/>
                  </a:moveTo>
                  <a:cubicBezTo>
                    <a:pt x="5119" y="1"/>
                    <a:pt x="3812" y="535"/>
                    <a:pt x="2823" y="1511"/>
                  </a:cubicBezTo>
                  <a:cubicBezTo>
                    <a:pt x="1814" y="2506"/>
                    <a:pt x="1259" y="3831"/>
                    <a:pt x="1259" y="5247"/>
                  </a:cubicBezTo>
                  <a:cubicBezTo>
                    <a:pt x="724" y="5247"/>
                    <a:pt x="253" y="5540"/>
                    <a:pt x="0" y="5974"/>
                  </a:cubicBezTo>
                  <a:cubicBezTo>
                    <a:pt x="250" y="6408"/>
                    <a:pt x="722" y="6702"/>
                    <a:pt x="1259" y="6702"/>
                  </a:cubicBezTo>
                  <a:cubicBezTo>
                    <a:pt x="2065" y="6702"/>
                    <a:pt x="2716" y="6050"/>
                    <a:pt x="2716" y="5245"/>
                  </a:cubicBezTo>
                  <a:cubicBezTo>
                    <a:pt x="2716" y="4224"/>
                    <a:pt x="3118" y="3264"/>
                    <a:pt x="3846" y="2547"/>
                  </a:cubicBezTo>
                  <a:cubicBezTo>
                    <a:pt x="4562" y="1842"/>
                    <a:pt x="5507" y="1455"/>
                    <a:pt x="6509" y="1455"/>
                  </a:cubicBezTo>
                  <a:cubicBezTo>
                    <a:pt x="6527" y="1455"/>
                    <a:pt x="6545" y="1455"/>
                    <a:pt x="6563" y="1455"/>
                  </a:cubicBezTo>
                  <a:cubicBezTo>
                    <a:pt x="8595" y="1484"/>
                    <a:pt x="10269" y="3159"/>
                    <a:pt x="10298" y="5191"/>
                  </a:cubicBezTo>
                  <a:cubicBezTo>
                    <a:pt x="10318" y="6645"/>
                    <a:pt x="9490" y="8000"/>
                    <a:pt x="8190" y="8645"/>
                  </a:cubicBezTo>
                  <a:cubicBezTo>
                    <a:pt x="7247" y="9112"/>
                    <a:pt x="6454" y="9833"/>
                    <a:pt x="5899" y="10728"/>
                  </a:cubicBezTo>
                  <a:cubicBezTo>
                    <a:pt x="5366" y="11591"/>
                    <a:pt x="5075" y="12576"/>
                    <a:pt x="5054" y="13587"/>
                  </a:cubicBezTo>
                  <a:lnTo>
                    <a:pt x="5054" y="13603"/>
                  </a:lnTo>
                  <a:cubicBezTo>
                    <a:pt x="5059" y="14142"/>
                    <a:pt x="5356" y="14608"/>
                    <a:pt x="5796" y="14855"/>
                  </a:cubicBezTo>
                  <a:cubicBezTo>
                    <a:pt x="6195" y="14620"/>
                    <a:pt x="6499" y="14193"/>
                    <a:pt x="6510" y="13617"/>
                  </a:cubicBezTo>
                  <a:cubicBezTo>
                    <a:pt x="6527" y="12865"/>
                    <a:pt x="6745" y="12132"/>
                    <a:pt x="7140" y="11494"/>
                  </a:cubicBezTo>
                  <a:cubicBezTo>
                    <a:pt x="7551" y="10830"/>
                    <a:pt x="8138" y="10293"/>
                    <a:pt x="8834" y="9949"/>
                  </a:cubicBezTo>
                  <a:cubicBezTo>
                    <a:pt x="10634" y="9057"/>
                    <a:pt x="11780" y="7181"/>
                    <a:pt x="11751" y="5172"/>
                  </a:cubicBezTo>
                  <a:cubicBezTo>
                    <a:pt x="11712" y="2361"/>
                    <a:pt x="9394" y="40"/>
                    <a:pt x="6581" y="2"/>
                  </a:cubicBezTo>
                  <a:cubicBezTo>
                    <a:pt x="6554" y="1"/>
                    <a:pt x="6527" y="1"/>
                    <a:pt x="6500" y="1"/>
                  </a:cubicBezTo>
                  <a:close/>
                  <a:moveTo>
                    <a:pt x="7025" y="16560"/>
                  </a:moveTo>
                  <a:lnTo>
                    <a:pt x="7025" y="16560"/>
                  </a:lnTo>
                  <a:cubicBezTo>
                    <a:pt x="7065" y="16694"/>
                    <a:pt x="7086" y="16836"/>
                    <a:pt x="7086" y="16984"/>
                  </a:cubicBezTo>
                  <a:cubicBezTo>
                    <a:pt x="7086" y="17788"/>
                    <a:pt x="6435" y="18440"/>
                    <a:pt x="5629" y="18440"/>
                  </a:cubicBezTo>
                  <a:cubicBezTo>
                    <a:pt x="5483" y="18440"/>
                    <a:pt x="5341" y="18419"/>
                    <a:pt x="5207" y="18378"/>
                  </a:cubicBezTo>
                  <a:lnTo>
                    <a:pt x="5207" y="18378"/>
                  </a:lnTo>
                  <a:cubicBezTo>
                    <a:pt x="5388" y="18976"/>
                    <a:pt x="5945" y="19412"/>
                    <a:pt x="6600" y="19412"/>
                  </a:cubicBezTo>
                  <a:cubicBezTo>
                    <a:pt x="7404" y="19412"/>
                    <a:pt x="8057" y="18760"/>
                    <a:pt x="8057" y="17956"/>
                  </a:cubicBezTo>
                  <a:cubicBezTo>
                    <a:pt x="8058" y="17296"/>
                    <a:pt x="7623" y="16742"/>
                    <a:pt x="7025" y="1656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9"/>
            <p:cNvSpPr/>
            <p:nvPr/>
          </p:nvSpPr>
          <p:spPr>
            <a:xfrm>
              <a:off x="1154691" y="2122772"/>
              <a:ext cx="99035" cy="53829"/>
            </a:xfrm>
            <a:custGeom>
              <a:rect b="b" l="l" r="r" t="t"/>
              <a:pathLst>
                <a:path extrusionOk="0" h="6067" w="11162">
                  <a:moveTo>
                    <a:pt x="364" y="1"/>
                  </a:moveTo>
                  <a:cubicBezTo>
                    <a:pt x="164" y="1"/>
                    <a:pt x="1" y="164"/>
                    <a:pt x="1" y="366"/>
                  </a:cubicBezTo>
                  <a:cubicBezTo>
                    <a:pt x="1" y="566"/>
                    <a:pt x="164" y="730"/>
                    <a:pt x="364" y="730"/>
                  </a:cubicBezTo>
                  <a:lnTo>
                    <a:pt x="400" y="730"/>
                  </a:lnTo>
                  <a:cubicBezTo>
                    <a:pt x="600" y="730"/>
                    <a:pt x="762" y="568"/>
                    <a:pt x="764" y="368"/>
                  </a:cubicBezTo>
                  <a:cubicBezTo>
                    <a:pt x="767" y="167"/>
                    <a:pt x="605" y="1"/>
                    <a:pt x="404" y="1"/>
                  </a:cubicBezTo>
                  <a:close/>
                  <a:moveTo>
                    <a:pt x="10797" y="1"/>
                  </a:moveTo>
                  <a:cubicBezTo>
                    <a:pt x="10596" y="1"/>
                    <a:pt x="10433" y="164"/>
                    <a:pt x="10433" y="366"/>
                  </a:cubicBezTo>
                  <a:lnTo>
                    <a:pt x="10433" y="3277"/>
                  </a:lnTo>
                  <a:cubicBezTo>
                    <a:pt x="10433" y="3478"/>
                    <a:pt x="10596" y="3642"/>
                    <a:pt x="10797" y="3642"/>
                  </a:cubicBezTo>
                  <a:cubicBezTo>
                    <a:pt x="10999" y="3642"/>
                    <a:pt x="11162" y="3478"/>
                    <a:pt x="11162" y="3277"/>
                  </a:cubicBezTo>
                  <a:lnTo>
                    <a:pt x="11162" y="366"/>
                  </a:lnTo>
                  <a:cubicBezTo>
                    <a:pt x="11162" y="163"/>
                    <a:pt x="11000" y="1"/>
                    <a:pt x="10797" y="1"/>
                  </a:cubicBezTo>
                  <a:close/>
                  <a:moveTo>
                    <a:pt x="10797" y="4257"/>
                  </a:moveTo>
                  <a:cubicBezTo>
                    <a:pt x="10596" y="4257"/>
                    <a:pt x="10433" y="4421"/>
                    <a:pt x="10433" y="4622"/>
                  </a:cubicBezTo>
                  <a:lnTo>
                    <a:pt x="10433" y="4669"/>
                  </a:lnTo>
                  <a:cubicBezTo>
                    <a:pt x="10433" y="4871"/>
                    <a:pt x="10596" y="5033"/>
                    <a:pt x="10797" y="5033"/>
                  </a:cubicBezTo>
                  <a:cubicBezTo>
                    <a:pt x="10999" y="5033"/>
                    <a:pt x="11162" y="4871"/>
                    <a:pt x="11162" y="4669"/>
                  </a:cubicBezTo>
                  <a:lnTo>
                    <a:pt x="11162" y="4622"/>
                  </a:lnTo>
                  <a:cubicBezTo>
                    <a:pt x="11162" y="4421"/>
                    <a:pt x="11000" y="4257"/>
                    <a:pt x="10797" y="4257"/>
                  </a:cubicBezTo>
                  <a:close/>
                  <a:moveTo>
                    <a:pt x="1821" y="200"/>
                  </a:moveTo>
                  <a:cubicBezTo>
                    <a:pt x="1662" y="200"/>
                    <a:pt x="1516" y="304"/>
                    <a:pt x="1471" y="466"/>
                  </a:cubicBezTo>
                  <a:cubicBezTo>
                    <a:pt x="1416" y="659"/>
                    <a:pt x="1528" y="859"/>
                    <a:pt x="1721" y="915"/>
                  </a:cubicBezTo>
                  <a:cubicBezTo>
                    <a:pt x="3852" y="1519"/>
                    <a:pt x="5338" y="3487"/>
                    <a:pt x="5338" y="5702"/>
                  </a:cubicBezTo>
                  <a:cubicBezTo>
                    <a:pt x="5338" y="5903"/>
                    <a:pt x="5502" y="6066"/>
                    <a:pt x="5702" y="6066"/>
                  </a:cubicBezTo>
                  <a:cubicBezTo>
                    <a:pt x="5904" y="6066"/>
                    <a:pt x="6067" y="5903"/>
                    <a:pt x="6067" y="5702"/>
                  </a:cubicBezTo>
                  <a:cubicBezTo>
                    <a:pt x="6067" y="3163"/>
                    <a:pt x="4362" y="908"/>
                    <a:pt x="1920" y="214"/>
                  </a:cubicBezTo>
                  <a:cubicBezTo>
                    <a:pt x="1887" y="205"/>
                    <a:pt x="1854" y="200"/>
                    <a:pt x="1821" y="20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9"/>
            <p:cNvSpPr/>
            <p:nvPr/>
          </p:nvSpPr>
          <p:spPr>
            <a:xfrm>
              <a:off x="1094411" y="2109852"/>
              <a:ext cx="200226" cy="204520"/>
            </a:xfrm>
            <a:custGeom>
              <a:rect b="b" l="l" r="r" t="t"/>
              <a:pathLst>
                <a:path extrusionOk="0" h="23051" w="22567">
                  <a:moveTo>
                    <a:pt x="17348" y="728"/>
                  </a:moveTo>
                  <a:cubicBezTo>
                    <a:pt x="17951" y="728"/>
                    <a:pt x="18441" y="1218"/>
                    <a:pt x="18441" y="1819"/>
                  </a:cubicBezTo>
                  <a:lnTo>
                    <a:pt x="18441" y="15408"/>
                  </a:lnTo>
                  <a:cubicBezTo>
                    <a:pt x="18441" y="16009"/>
                    <a:pt x="17951" y="16499"/>
                    <a:pt x="17348" y="16499"/>
                  </a:cubicBezTo>
                  <a:cubicBezTo>
                    <a:pt x="16747" y="16499"/>
                    <a:pt x="16257" y="16009"/>
                    <a:pt x="16257" y="15408"/>
                  </a:cubicBezTo>
                  <a:lnTo>
                    <a:pt x="16257" y="1819"/>
                  </a:lnTo>
                  <a:cubicBezTo>
                    <a:pt x="16257" y="1218"/>
                    <a:pt x="16747" y="728"/>
                    <a:pt x="17348" y="728"/>
                  </a:cubicBezTo>
                  <a:close/>
                  <a:moveTo>
                    <a:pt x="7154" y="729"/>
                  </a:moveTo>
                  <a:cubicBezTo>
                    <a:pt x="8806" y="752"/>
                    <a:pt x="10363" y="1413"/>
                    <a:pt x="11541" y="2590"/>
                  </a:cubicBezTo>
                  <a:cubicBezTo>
                    <a:pt x="12718" y="3765"/>
                    <a:pt x="13379" y="5325"/>
                    <a:pt x="13402" y="6976"/>
                  </a:cubicBezTo>
                  <a:cubicBezTo>
                    <a:pt x="13419" y="8197"/>
                    <a:pt x="13088" y="9387"/>
                    <a:pt x="12444" y="10417"/>
                  </a:cubicBezTo>
                  <a:cubicBezTo>
                    <a:pt x="11823" y="11419"/>
                    <a:pt x="10935" y="12225"/>
                    <a:pt x="9879" y="12748"/>
                  </a:cubicBezTo>
                  <a:cubicBezTo>
                    <a:pt x="8881" y="13244"/>
                    <a:pt x="8227" y="14236"/>
                    <a:pt x="8163" y="15347"/>
                  </a:cubicBezTo>
                  <a:cubicBezTo>
                    <a:pt x="8159" y="15367"/>
                    <a:pt x="8158" y="15388"/>
                    <a:pt x="8158" y="15409"/>
                  </a:cubicBezTo>
                  <a:cubicBezTo>
                    <a:pt x="8158" y="16012"/>
                    <a:pt x="7668" y="16502"/>
                    <a:pt x="7065" y="16502"/>
                  </a:cubicBezTo>
                  <a:cubicBezTo>
                    <a:pt x="6472" y="16502"/>
                    <a:pt x="5989" y="16028"/>
                    <a:pt x="5975" y="15438"/>
                  </a:cubicBezTo>
                  <a:lnTo>
                    <a:pt x="5975" y="15418"/>
                  </a:lnTo>
                  <a:cubicBezTo>
                    <a:pt x="5993" y="14473"/>
                    <a:pt x="6268" y="13548"/>
                    <a:pt x="6767" y="12743"/>
                  </a:cubicBezTo>
                  <a:cubicBezTo>
                    <a:pt x="7285" y="11905"/>
                    <a:pt x="8026" y="11231"/>
                    <a:pt x="8910" y="10792"/>
                  </a:cubicBezTo>
                  <a:cubicBezTo>
                    <a:pt x="10335" y="10086"/>
                    <a:pt x="11242" y="8601"/>
                    <a:pt x="11220" y="7009"/>
                  </a:cubicBezTo>
                  <a:cubicBezTo>
                    <a:pt x="11190" y="4781"/>
                    <a:pt x="9353" y="2943"/>
                    <a:pt x="7126" y="2914"/>
                  </a:cubicBezTo>
                  <a:cubicBezTo>
                    <a:pt x="7104" y="2913"/>
                    <a:pt x="7083" y="2913"/>
                    <a:pt x="7061" y="2913"/>
                  </a:cubicBezTo>
                  <a:cubicBezTo>
                    <a:pt x="5966" y="2913"/>
                    <a:pt x="4932" y="3338"/>
                    <a:pt x="4149" y="4110"/>
                  </a:cubicBezTo>
                  <a:cubicBezTo>
                    <a:pt x="3350" y="4896"/>
                    <a:pt x="2910" y="5946"/>
                    <a:pt x="2910" y="7067"/>
                  </a:cubicBezTo>
                  <a:cubicBezTo>
                    <a:pt x="2910" y="7670"/>
                    <a:pt x="2419" y="8160"/>
                    <a:pt x="1818" y="8160"/>
                  </a:cubicBezTo>
                  <a:cubicBezTo>
                    <a:pt x="1216" y="8160"/>
                    <a:pt x="725" y="7670"/>
                    <a:pt x="725" y="7067"/>
                  </a:cubicBezTo>
                  <a:cubicBezTo>
                    <a:pt x="725" y="5358"/>
                    <a:pt x="1395" y="3755"/>
                    <a:pt x="2614" y="2554"/>
                  </a:cubicBezTo>
                  <a:cubicBezTo>
                    <a:pt x="3809" y="1374"/>
                    <a:pt x="5387" y="729"/>
                    <a:pt x="7065" y="729"/>
                  </a:cubicBezTo>
                  <a:close/>
                  <a:moveTo>
                    <a:pt x="7069" y="0"/>
                  </a:moveTo>
                  <a:cubicBezTo>
                    <a:pt x="5198" y="0"/>
                    <a:pt x="3440" y="722"/>
                    <a:pt x="2105" y="2035"/>
                  </a:cubicBezTo>
                  <a:cubicBezTo>
                    <a:pt x="748" y="3374"/>
                    <a:pt x="1" y="5159"/>
                    <a:pt x="1" y="7065"/>
                  </a:cubicBezTo>
                  <a:cubicBezTo>
                    <a:pt x="1" y="8069"/>
                    <a:pt x="818" y="8885"/>
                    <a:pt x="1820" y="8885"/>
                  </a:cubicBezTo>
                  <a:cubicBezTo>
                    <a:pt x="2823" y="8885"/>
                    <a:pt x="3639" y="8068"/>
                    <a:pt x="3639" y="7065"/>
                  </a:cubicBezTo>
                  <a:cubicBezTo>
                    <a:pt x="3639" y="6141"/>
                    <a:pt x="4001" y="5274"/>
                    <a:pt x="4660" y="4626"/>
                  </a:cubicBezTo>
                  <a:cubicBezTo>
                    <a:pt x="5306" y="3989"/>
                    <a:pt x="6156" y="3639"/>
                    <a:pt x="7061" y="3639"/>
                  </a:cubicBezTo>
                  <a:cubicBezTo>
                    <a:pt x="7079" y="3639"/>
                    <a:pt x="7097" y="3639"/>
                    <a:pt x="7115" y="3640"/>
                  </a:cubicBezTo>
                  <a:cubicBezTo>
                    <a:pt x="8952" y="3665"/>
                    <a:pt x="10467" y="5180"/>
                    <a:pt x="10491" y="7018"/>
                  </a:cubicBezTo>
                  <a:cubicBezTo>
                    <a:pt x="10510" y="8329"/>
                    <a:pt x="9762" y="9556"/>
                    <a:pt x="8586" y="10138"/>
                  </a:cubicBezTo>
                  <a:cubicBezTo>
                    <a:pt x="7582" y="10636"/>
                    <a:pt x="6738" y="11403"/>
                    <a:pt x="6148" y="12357"/>
                  </a:cubicBezTo>
                  <a:cubicBezTo>
                    <a:pt x="5587" y="13263"/>
                    <a:pt x="5276" y="14304"/>
                    <a:pt x="5247" y="15368"/>
                  </a:cubicBezTo>
                  <a:cubicBezTo>
                    <a:pt x="5246" y="15381"/>
                    <a:pt x="5246" y="15395"/>
                    <a:pt x="5246" y="15407"/>
                  </a:cubicBezTo>
                  <a:cubicBezTo>
                    <a:pt x="5246" y="16411"/>
                    <a:pt x="6063" y="17226"/>
                    <a:pt x="7065" y="17226"/>
                  </a:cubicBezTo>
                  <a:cubicBezTo>
                    <a:pt x="8051" y="17226"/>
                    <a:pt x="8857" y="16437"/>
                    <a:pt x="8884" y="15456"/>
                  </a:cubicBezTo>
                  <a:cubicBezTo>
                    <a:pt x="8885" y="15445"/>
                    <a:pt x="8885" y="15434"/>
                    <a:pt x="8887" y="15421"/>
                  </a:cubicBezTo>
                  <a:cubicBezTo>
                    <a:pt x="8922" y="14558"/>
                    <a:pt x="9427" y="13782"/>
                    <a:pt x="10201" y="13398"/>
                  </a:cubicBezTo>
                  <a:cubicBezTo>
                    <a:pt x="11378" y="12816"/>
                    <a:pt x="12367" y="11916"/>
                    <a:pt x="13063" y="10801"/>
                  </a:cubicBezTo>
                  <a:cubicBezTo>
                    <a:pt x="13781" y="9654"/>
                    <a:pt x="14149" y="8327"/>
                    <a:pt x="14132" y="6967"/>
                  </a:cubicBezTo>
                  <a:cubicBezTo>
                    <a:pt x="14107" y="5122"/>
                    <a:pt x="13369" y="3385"/>
                    <a:pt x="12059" y="2074"/>
                  </a:cubicBezTo>
                  <a:cubicBezTo>
                    <a:pt x="10747" y="762"/>
                    <a:pt x="9010" y="26"/>
                    <a:pt x="7166" y="0"/>
                  </a:cubicBezTo>
                  <a:close/>
                  <a:moveTo>
                    <a:pt x="17348" y="3"/>
                  </a:moveTo>
                  <a:cubicBezTo>
                    <a:pt x="16345" y="3"/>
                    <a:pt x="15529" y="820"/>
                    <a:pt x="15529" y="1822"/>
                  </a:cubicBezTo>
                  <a:lnTo>
                    <a:pt x="15529" y="15409"/>
                  </a:lnTo>
                  <a:cubicBezTo>
                    <a:pt x="15528" y="16411"/>
                    <a:pt x="16345" y="17228"/>
                    <a:pt x="17348" y="17228"/>
                  </a:cubicBezTo>
                  <a:cubicBezTo>
                    <a:pt x="18353" y="17228"/>
                    <a:pt x="19167" y="16411"/>
                    <a:pt x="19167" y="15409"/>
                  </a:cubicBezTo>
                  <a:lnTo>
                    <a:pt x="19167" y="1822"/>
                  </a:lnTo>
                  <a:cubicBezTo>
                    <a:pt x="19167" y="817"/>
                    <a:pt x="18350" y="3"/>
                    <a:pt x="17348" y="3"/>
                  </a:cubicBezTo>
                  <a:close/>
                  <a:moveTo>
                    <a:pt x="7157" y="18684"/>
                  </a:moveTo>
                  <a:cubicBezTo>
                    <a:pt x="7760" y="18684"/>
                    <a:pt x="8250" y="19174"/>
                    <a:pt x="8250" y="19775"/>
                  </a:cubicBezTo>
                  <a:cubicBezTo>
                    <a:pt x="8250" y="20378"/>
                    <a:pt x="7760" y="20868"/>
                    <a:pt x="7157" y="20868"/>
                  </a:cubicBezTo>
                  <a:cubicBezTo>
                    <a:pt x="6555" y="20868"/>
                    <a:pt x="6064" y="20378"/>
                    <a:pt x="6064" y="19775"/>
                  </a:cubicBezTo>
                  <a:cubicBezTo>
                    <a:pt x="6064" y="19174"/>
                    <a:pt x="6555" y="18684"/>
                    <a:pt x="7157" y="18684"/>
                  </a:cubicBezTo>
                  <a:close/>
                  <a:moveTo>
                    <a:pt x="17348" y="18685"/>
                  </a:moveTo>
                  <a:cubicBezTo>
                    <a:pt x="17951" y="18685"/>
                    <a:pt x="18441" y="19175"/>
                    <a:pt x="18441" y="19778"/>
                  </a:cubicBezTo>
                  <a:cubicBezTo>
                    <a:pt x="18441" y="20379"/>
                    <a:pt x="17951" y="20869"/>
                    <a:pt x="17348" y="20869"/>
                  </a:cubicBezTo>
                  <a:cubicBezTo>
                    <a:pt x="16747" y="20869"/>
                    <a:pt x="16257" y="20379"/>
                    <a:pt x="16257" y="19778"/>
                  </a:cubicBezTo>
                  <a:cubicBezTo>
                    <a:pt x="16257" y="19174"/>
                    <a:pt x="16747" y="18685"/>
                    <a:pt x="17348" y="18685"/>
                  </a:cubicBezTo>
                  <a:close/>
                  <a:moveTo>
                    <a:pt x="7157" y="17956"/>
                  </a:moveTo>
                  <a:cubicBezTo>
                    <a:pt x="6155" y="17956"/>
                    <a:pt x="5338" y="18773"/>
                    <a:pt x="5338" y="19775"/>
                  </a:cubicBezTo>
                  <a:cubicBezTo>
                    <a:pt x="5338" y="20780"/>
                    <a:pt x="6155" y="21594"/>
                    <a:pt x="7157" y="21594"/>
                  </a:cubicBezTo>
                  <a:cubicBezTo>
                    <a:pt x="8159" y="21594"/>
                    <a:pt x="8976" y="20780"/>
                    <a:pt x="8976" y="19775"/>
                  </a:cubicBezTo>
                  <a:cubicBezTo>
                    <a:pt x="8976" y="18772"/>
                    <a:pt x="8159" y="17956"/>
                    <a:pt x="7157" y="17956"/>
                  </a:cubicBezTo>
                  <a:close/>
                  <a:moveTo>
                    <a:pt x="17348" y="17957"/>
                  </a:moveTo>
                  <a:cubicBezTo>
                    <a:pt x="16345" y="17957"/>
                    <a:pt x="15529" y="18775"/>
                    <a:pt x="15529" y="19778"/>
                  </a:cubicBezTo>
                  <a:cubicBezTo>
                    <a:pt x="15528" y="20780"/>
                    <a:pt x="16345" y="21597"/>
                    <a:pt x="17348" y="21597"/>
                  </a:cubicBezTo>
                  <a:cubicBezTo>
                    <a:pt x="18353" y="21597"/>
                    <a:pt x="19167" y="20780"/>
                    <a:pt x="19167" y="19778"/>
                  </a:cubicBezTo>
                  <a:cubicBezTo>
                    <a:pt x="19167" y="18773"/>
                    <a:pt x="18350" y="17957"/>
                    <a:pt x="17348" y="17957"/>
                  </a:cubicBezTo>
                  <a:close/>
                  <a:moveTo>
                    <a:pt x="802" y="22323"/>
                  </a:moveTo>
                  <a:cubicBezTo>
                    <a:pt x="600" y="22323"/>
                    <a:pt x="437" y="22486"/>
                    <a:pt x="437" y="22687"/>
                  </a:cubicBezTo>
                  <a:cubicBezTo>
                    <a:pt x="437" y="22887"/>
                    <a:pt x="600" y="23051"/>
                    <a:pt x="802" y="23051"/>
                  </a:cubicBezTo>
                  <a:lnTo>
                    <a:pt x="849" y="23051"/>
                  </a:lnTo>
                  <a:cubicBezTo>
                    <a:pt x="1051" y="23051"/>
                    <a:pt x="1214" y="22887"/>
                    <a:pt x="1214" y="22687"/>
                  </a:cubicBezTo>
                  <a:cubicBezTo>
                    <a:pt x="1214" y="22486"/>
                    <a:pt x="1051" y="22323"/>
                    <a:pt x="849" y="22323"/>
                  </a:cubicBezTo>
                  <a:close/>
                  <a:moveTo>
                    <a:pt x="2742" y="22323"/>
                  </a:moveTo>
                  <a:cubicBezTo>
                    <a:pt x="2540" y="22323"/>
                    <a:pt x="2377" y="22486"/>
                    <a:pt x="2377" y="22687"/>
                  </a:cubicBezTo>
                  <a:cubicBezTo>
                    <a:pt x="2377" y="22887"/>
                    <a:pt x="2540" y="23051"/>
                    <a:pt x="2742" y="23051"/>
                  </a:cubicBezTo>
                  <a:lnTo>
                    <a:pt x="2789" y="23051"/>
                  </a:lnTo>
                  <a:cubicBezTo>
                    <a:pt x="2991" y="23051"/>
                    <a:pt x="3154" y="22887"/>
                    <a:pt x="3154" y="22687"/>
                  </a:cubicBezTo>
                  <a:cubicBezTo>
                    <a:pt x="3154" y="22486"/>
                    <a:pt x="2992" y="22323"/>
                    <a:pt x="2789" y="22323"/>
                  </a:cubicBezTo>
                  <a:close/>
                  <a:moveTo>
                    <a:pt x="4245" y="22323"/>
                  </a:moveTo>
                  <a:cubicBezTo>
                    <a:pt x="4045" y="22323"/>
                    <a:pt x="3882" y="22486"/>
                    <a:pt x="3882" y="22687"/>
                  </a:cubicBezTo>
                  <a:cubicBezTo>
                    <a:pt x="3882" y="22887"/>
                    <a:pt x="4045" y="23051"/>
                    <a:pt x="4245" y="23051"/>
                  </a:cubicBezTo>
                  <a:lnTo>
                    <a:pt x="9585" y="23051"/>
                  </a:lnTo>
                  <a:cubicBezTo>
                    <a:pt x="9785" y="23051"/>
                    <a:pt x="9948" y="22887"/>
                    <a:pt x="9948" y="22687"/>
                  </a:cubicBezTo>
                  <a:cubicBezTo>
                    <a:pt x="9948" y="22486"/>
                    <a:pt x="9785" y="22323"/>
                    <a:pt x="9585" y="22323"/>
                  </a:cubicBezTo>
                  <a:close/>
                  <a:moveTo>
                    <a:pt x="11041" y="22323"/>
                  </a:moveTo>
                  <a:cubicBezTo>
                    <a:pt x="10839" y="22323"/>
                    <a:pt x="10676" y="22486"/>
                    <a:pt x="10676" y="22687"/>
                  </a:cubicBezTo>
                  <a:cubicBezTo>
                    <a:pt x="10676" y="22887"/>
                    <a:pt x="10839" y="23051"/>
                    <a:pt x="11041" y="23051"/>
                  </a:cubicBezTo>
                  <a:lnTo>
                    <a:pt x="11088" y="23051"/>
                  </a:lnTo>
                  <a:cubicBezTo>
                    <a:pt x="11290" y="23051"/>
                    <a:pt x="11453" y="22887"/>
                    <a:pt x="11453" y="22687"/>
                  </a:cubicBezTo>
                  <a:cubicBezTo>
                    <a:pt x="11453" y="22486"/>
                    <a:pt x="11290" y="22323"/>
                    <a:pt x="11088" y="22323"/>
                  </a:cubicBezTo>
                  <a:close/>
                  <a:moveTo>
                    <a:pt x="12981" y="22323"/>
                  </a:moveTo>
                  <a:cubicBezTo>
                    <a:pt x="12779" y="22323"/>
                    <a:pt x="12616" y="22486"/>
                    <a:pt x="12616" y="22687"/>
                  </a:cubicBezTo>
                  <a:cubicBezTo>
                    <a:pt x="12616" y="22887"/>
                    <a:pt x="12779" y="23051"/>
                    <a:pt x="12981" y="23051"/>
                  </a:cubicBezTo>
                  <a:lnTo>
                    <a:pt x="13028" y="23051"/>
                  </a:lnTo>
                  <a:cubicBezTo>
                    <a:pt x="13230" y="23051"/>
                    <a:pt x="13393" y="22887"/>
                    <a:pt x="13393" y="22687"/>
                  </a:cubicBezTo>
                  <a:cubicBezTo>
                    <a:pt x="13393" y="22486"/>
                    <a:pt x="13231" y="22323"/>
                    <a:pt x="13028" y="22323"/>
                  </a:cubicBezTo>
                  <a:close/>
                  <a:moveTo>
                    <a:pt x="14438" y="22323"/>
                  </a:moveTo>
                  <a:cubicBezTo>
                    <a:pt x="14236" y="22323"/>
                    <a:pt x="14072" y="22486"/>
                    <a:pt x="14072" y="22687"/>
                  </a:cubicBezTo>
                  <a:cubicBezTo>
                    <a:pt x="14072" y="22887"/>
                    <a:pt x="14236" y="23051"/>
                    <a:pt x="14438" y="23051"/>
                  </a:cubicBezTo>
                  <a:lnTo>
                    <a:pt x="20260" y="23051"/>
                  </a:lnTo>
                  <a:cubicBezTo>
                    <a:pt x="20460" y="23051"/>
                    <a:pt x="20624" y="22887"/>
                    <a:pt x="20624" y="22687"/>
                  </a:cubicBezTo>
                  <a:cubicBezTo>
                    <a:pt x="20624" y="22486"/>
                    <a:pt x="20460" y="22323"/>
                    <a:pt x="20260" y="22323"/>
                  </a:cubicBezTo>
                  <a:close/>
                  <a:moveTo>
                    <a:pt x="22154" y="22323"/>
                  </a:moveTo>
                  <a:cubicBezTo>
                    <a:pt x="21953" y="22323"/>
                    <a:pt x="21789" y="22486"/>
                    <a:pt x="21789" y="22687"/>
                  </a:cubicBezTo>
                  <a:cubicBezTo>
                    <a:pt x="21789" y="22887"/>
                    <a:pt x="21953" y="23051"/>
                    <a:pt x="22154" y="23051"/>
                  </a:cubicBezTo>
                  <a:lnTo>
                    <a:pt x="22201" y="23051"/>
                  </a:lnTo>
                  <a:cubicBezTo>
                    <a:pt x="22403" y="23051"/>
                    <a:pt x="22566" y="22887"/>
                    <a:pt x="22566" y="22687"/>
                  </a:cubicBezTo>
                  <a:cubicBezTo>
                    <a:pt x="22566" y="22486"/>
                    <a:pt x="22403" y="22323"/>
                    <a:pt x="22201" y="22323"/>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6" name="Google Shape;4166;p59"/>
          <p:cNvGrpSpPr/>
          <p:nvPr/>
        </p:nvGrpSpPr>
        <p:grpSpPr>
          <a:xfrm>
            <a:off x="1094400" y="3118124"/>
            <a:ext cx="200256" cy="200247"/>
            <a:chOff x="1094400" y="3118124"/>
            <a:chExt cx="200256" cy="200247"/>
          </a:xfrm>
        </p:grpSpPr>
        <p:sp>
          <p:nvSpPr>
            <p:cNvPr id="4167" name="Google Shape;4167;p59"/>
            <p:cNvSpPr/>
            <p:nvPr/>
          </p:nvSpPr>
          <p:spPr>
            <a:xfrm>
              <a:off x="1181870" y="3121278"/>
              <a:ext cx="25324" cy="25315"/>
            </a:xfrm>
            <a:custGeom>
              <a:rect b="b" l="l" r="r" t="t"/>
              <a:pathLst>
                <a:path extrusionOk="0" h="2914" w="2915">
                  <a:moveTo>
                    <a:pt x="1458" y="0"/>
                  </a:moveTo>
                  <a:cubicBezTo>
                    <a:pt x="653" y="0"/>
                    <a:pt x="1" y="652"/>
                    <a:pt x="1" y="1457"/>
                  </a:cubicBezTo>
                  <a:cubicBezTo>
                    <a:pt x="1" y="2261"/>
                    <a:pt x="653" y="2913"/>
                    <a:pt x="1458" y="2913"/>
                  </a:cubicBezTo>
                  <a:cubicBezTo>
                    <a:pt x="2262" y="2913"/>
                    <a:pt x="2914" y="2261"/>
                    <a:pt x="2914" y="1457"/>
                  </a:cubicBezTo>
                  <a:cubicBezTo>
                    <a:pt x="2914" y="652"/>
                    <a:pt x="2262" y="0"/>
                    <a:pt x="14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9"/>
            <p:cNvSpPr/>
            <p:nvPr/>
          </p:nvSpPr>
          <p:spPr>
            <a:xfrm>
              <a:off x="1181870" y="3127594"/>
              <a:ext cx="25324" cy="19000"/>
            </a:xfrm>
            <a:custGeom>
              <a:rect b="b" l="l" r="r" t="t"/>
              <a:pathLst>
                <a:path extrusionOk="0" h="2187" w="2915">
                  <a:moveTo>
                    <a:pt x="196" y="1"/>
                  </a:moveTo>
                  <a:cubicBezTo>
                    <a:pt x="72" y="217"/>
                    <a:pt x="1" y="465"/>
                    <a:pt x="1" y="730"/>
                  </a:cubicBezTo>
                  <a:cubicBezTo>
                    <a:pt x="1" y="1534"/>
                    <a:pt x="653" y="2186"/>
                    <a:pt x="1458" y="2186"/>
                  </a:cubicBezTo>
                  <a:cubicBezTo>
                    <a:pt x="2262" y="2186"/>
                    <a:pt x="2914" y="1534"/>
                    <a:pt x="2914" y="730"/>
                  </a:cubicBezTo>
                  <a:cubicBezTo>
                    <a:pt x="2914" y="463"/>
                    <a:pt x="2843" y="217"/>
                    <a:pt x="2718" y="1"/>
                  </a:cubicBezTo>
                  <a:cubicBezTo>
                    <a:pt x="2467" y="437"/>
                    <a:pt x="1998" y="730"/>
                    <a:pt x="1458" y="730"/>
                  </a:cubicBezTo>
                  <a:cubicBezTo>
                    <a:pt x="918" y="730"/>
                    <a:pt x="449" y="437"/>
                    <a:pt x="1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9"/>
            <p:cNvSpPr/>
            <p:nvPr/>
          </p:nvSpPr>
          <p:spPr>
            <a:xfrm>
              <a:off x="1097562" y="3171887"/>
              <a:ext cx="193948" cy="143318"/>
            </a:xfrm>
            <a:custGeom>
              <a:rect b="b" l="l" r="r" t="t"/>
              <a:pathLst>
                <a:path extrusionOk="0" h="16497" w="22325">
                  <a:moveTo>
                    <a:pt x="971" y="0"/>
                  </a:moveTo>
                  <a:cubicBezTo>
                    <a:pt x="435" y="0"/>
                    <a:pt x="0" y="434"/>
                    <a:pt x="0" y="969"/>
                  </a:cubicBezTo>
                  <a:lnTo>
                    <a:pt x="0" y="15527"/>
                  </a:lnTo>
                  <a:cubicBezTo>
                    <a:pt x="0" y="16062"/>
                    <a:pt x="434" y="16497"/>
                    <a:pt x="971" y="16497"/>
                  </a:cubicBezTo>
                  <a:lnTo>
                    <a:pt x="21352" y="16497"/>
                  </a:lnTo>
                  <a:cubicBezTo>
                    <a:pt x="21890" y="16497"/>
                    <a:pt x="22324" y="16063"/>
                    <a:pt x="22323" y="15527"/>
                  </a:cubicBezTo>
                  <a:lnTo>
                    <a:pt x="22323" y="969"/>
                  </a:lnTo>
                  <a:cubicBezTo>
                    <a:pt x="22323" y="435"/>
                    <a:pt x="21890" y="0"/>
                    <a:pt x="213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9"/>
            <p:cNvSpPr/>
            <p:nvPr/>
          </p:nvSpPr>
          <p:spPr>
            <a:xfrm>
              <a:off x="1114426" y="3188751"/>
              <a:ext cx="160224" cy="109602"/>
            </a:xfrm>
            <a:custGeom>
              <a:rect b="b" l="l" r="r" t="t"/>
              <a:pathLst>
                <a:path extrusionOk="0" h="12616" w="18443">
                  <a:moveTo>
                    <a:pt x="486" y="0"/>
                  </a:moveTo>
                  <a:cubicBezTo>
                    <a:pt x="218" y="0"/>
                    <a:pt x="0" y="217"/>
                    <a:pt x="0" y="485"/>
                  </a:cubicBezTo>
                  <a:lnTo>
                    <a:pt x="0" y="12131"/>
                  </a:lnTo>
                  <a:cubicBezTo>
                    <a:pt x="0" y="12400"/>
                    <a:pt x="218" y="12616"/>
                    <a:pt x="486" y="12616"/>
                  </a:cubicBezTo>
                  <a:lnTo>
                    <a:pt x="17956" y="12616"/>
                  </a:lnTo>
                  <a:cubicBezTo>
                    <a:pt x="18223" y="12616"/>
                    <a:pt x="18442" y="12398"/>
                    <a:pt x="18442" y="12131"/>
                  </a:cubicBezTo>
                  <a:lnTo>
                    <a:pt x="18442" y="485"/>
                  </a:lnTo>
                  <a:cubicBezTo>
                    <a:pt x="18442" y="217"/>
                    <a:pt x="18225" y="0"/>
                    <a:pt x="179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9"/>
            <p:cNvSpPr/>
            <p:nvPr/>
          </p:nvSpPr>
          <p:spPr>
            <a:xfrm>
              <a:off x="1154477" y="3188742"/>
              <a:ext cx="120174" cy="109610"/>
            </a:xfrm>
            <a:custGeom>
              <a:rect b="b" l="l" r="r" t="t"/>
              <a:pathLst>
                <a:path extrusionOk="0" h="12617" w="13833">
                  <a:moveTo>
                    <a:pt x="1" y="0"/>
                  </a:moveTo>
                  <a:lnTo>
                    <a:pt x="1" y="12617"/>
                  </a:lnTo>
                  <a:lnTo>
                    <a:pt x="4611" y="12617"/>
                  </a:lnTo>
                  <a:lnTo>
                    <a:pt x="4611" y="0"/>
                  </a:lnTo>
                  <a:close/>
                  <a:moveTo>
                    <a:pt x="9222" y="0"/>
                  </a:moveTo>
                  <a:lnTo>
                    <a:pt x="9222" y="12617"/>
                  </a:lnTo>
                  <a:lnTo>
                    <a:pt x="13346" y="12617"/>
                  </a:lnTo>
                  <a:cubicBezTo>
                    <a:pt x="13613" y="12617"/>
                    <a:pt x="13832" y="12399"/>
                    <a:pt x="13832" y="12131"/>
                  </a:cubicBezTo>
                  <a:lnTo>
                    <a:pt x="13832" y="485"/>
                  </a:lnTo>
                  <a:cubicBezTo>
                    <a:pt x="13832" y="216"/>
                    <a:pt x="13615" y="0"/>
                    <a:pt x="13346"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9"/>
            <p:cNvSpPr/>
            <p:nvPr/>
          </p:nvSpPr>
          <p:spPr>
            <a:xfrm>
              <a:off x="1114426" y="3205606"/>
              <a:ext cx="160224" cy="84321"/>
            </a:xfrm>
            <a:custGeom>
              <a:rect b="b" l="l" r="r" t="t"/>
              <a:pathLst>
                <a:path extrusionOk="0" h="9706" w="18443">
                  <a:moveTo>
                    <a:pt x="0" y="485"/>
                  </a:moveTo>
                  <a:lnTo>
                    <a:pt x="0" y="3397"/>
                  </a:lnTo>
                  <a:lnTo>
                    <a:pt x="1457" y="3397"/>
                  </a:lnTo>
                  <a:lnTo>
                    <a:pt x="1457" y="3881"/>
                  </a:lnTo>
                  <a:cubicBezTo>
                    <a:pt x="1457" y="4150"/>
                    <a:pt x="1674" y="4366"/>
                    <a:pt x="1943" y="4366"/>
                  </a:cubicBezTo>
                  <a:lnTo>
                    <a:pt x="3400" y="4366"/>
                  </a:lnTo>
                  <a:cubicBezTo>
                    <a:pt x="3667" y="4366"/>
                    <a:pt x="3884" y="4150"/>
                    <a:pt x="3884" y="3881"/>
                  </a:cubicBezTo>
                  <a:lnTo>
                    <a:pt x="3884" y="2911"/>
                  </a:lnTo>
                  <a:cubicBezTo>
                    <a:pt x="3883" y="2644"/>
                    <a:pt x="3665" y="2426"/>
                    <a:pt x="3397" y="2426"/>
                  </a:cubicBezTo>
                  <a:lnTo>
                    <a:pt x="3397" y="970"/>
                  </a:lnTo>
                  <a:cubicBezTo>
                    <a:pt x="3397" y="702"/>
                    <a:pt x="3181" y="485"/>
                    <a:pt x="2912" y="485"/>
                  </a:cubicBezTo>
                  <a:close/>
                  <a:moveTo>
                    <a:pt x="18442" y="0"/>
                  </a:moveTo>
                  <a:lnTo>
                    <a:pt x="12132" y="2"/>
                  </a:lnTo>
                  <a:cubicBezTo>
                    <a:pt x="11597" y="2"/>
                    <a:pt x="11162" y="435"/>
                    <a:pt x="11162" y="971"/>
                  </a:cubicBezTo>
                  <a:lnTo>
                    <a:pt x="11162" y="1942"/>
                  </a:lnTo>
                  <a:lnTo>
                    <a:pt x="9221" y="1942"/>
                  </a:lnTo>
                  <a:cubicBezTo>
                    <a:pt x="8686" y="1942"/>
                    <a:pt x="8250" y="2375"/>
                    <a:pt x="8250" y="2911"/>
                  </a:cubicBezTo>
                  <a:lnTo>
                    <a:pt x="8250" y="4367"/>
                  </a:lnTo>
                  <a:lnTo>
                    <a:pt x="7281" y="4367"/>
                  </a:lnTo>
                  <a:cubicBezTo>
                    <a:pt x="6746" y="4367"/>
                    <a:pt x="6310" y="4802"/>
                    <a:pt x="6310" y="5338"/>
                  </a:cubicBezTo>
                  <a:lnTo>
                    <a:pt x="6310" y="6309"/>
                  </a:lnTo>
                  <a:cubicBezTo>
                    <a:pt x="6310" y="6843"/>
                    <a:pt x="6744" y="7278"/>
                    <a:pt x="7281" y="7278"/>
                  </a:cubicBezTo>
                  <a:lnTo>
                    <a:pt x="11162" y="7278"/>
                  </a:lnTo>
                  <a:cubicBezTo>
                    <a:pt x="11696" y="7278"/>
                    <a:pt x="12132" y="6844"/>
                    <a:pt x="12132" y="6309"/>
                  </a:cubicBezTo>
                  <a:lnTo>
                    <a:pt x="14558" y="6309"/>
                  </a:lnTo>
                  <a:lnTo>
                    <a:pt x="14558" y="7278"/>
                  </a:lnTo>
                  <a:cubicBezTo>
                    <a:pt x="14558" y="7546"/>
                    <a:pt x="14776" y="7762"/>
                    <a:pt x="15043" y="7762"/>
                  </a:cubicBezTo>
                  <a:lnTo>
                    <a:pt x="16500" y="7762"/>
                  </a:lnTo>
                  <a:cubicBezTo>
                    <a:pt x="16768" y="7762"/>
                    <a:pt x="16986" y="7546"/>
                    <a:pt x="16986" y="7278"/>
                  </a:cubicBezTo>
                  <a:lnTo>
                    <a:pt x="16986" y="6309"/>
                  </a:lnTo>
                  <a:lnTo>
                    <a:pt x="18442" y="6309"/>
                  </a:lnTo>
                  <a:lnTo>
                    <a:pt x="18442" y="2912"/>
                  </a:lnTo>
                  <a:lnTo>
                    <a:pt x="18442" y="1942"/>
                  </a:lnTo>
                  <a:lnTo>
                    <a:pt x="18442" y="0"/>
                  </a:lnTo>
                  <a:close/>
                  <a:moveTo>
                    <a:pt x="2912" y="8250"/>
                  </a:moveTo>
                  <a:cubicBezTo>
                    <a:pt x="2644" y="8250"/>
                    <a:pt x="2428" y="8466"/>
                    <a:pt x="2428" y="8734"/>
                  </a:cubicBezTo>
                  <a:lnTo>
                    <a:pt x="2428" y="9219"/>
                  </a:lnTo>
                  <a:cubicBezTo>
                    <a:pt x="2428" y="9488"/>
                    <a:pt x="2644" y="9705"/>
                    <a:pt x="2912" y="9705"/>
                  </a:cubicBezTo>
                  <a:lnTo>
                    <a:pt x="5340" y="9705"/>
                  </a:lnTo>
                  <a:cubicBezTo>
                    <a:pt x="5607" y="9705"/>
                    <a:pt x="5824" y="9488"/>
                    <a:pt x="5824" y="9219"/>
                  </a:cubicBezTo>
                  <a:lnTo>
                    <a:pt x="5824" y="8734"/>
                  </a:lnTo>
                  <a:cubicBezTo>
                    <a:pt x="5824" y="8466"/>
                    <a:pt x="5607" y="8250"/>
                    <a:pt x="5340" y="825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9"/>
            <p:cNvSpPr/>
            <p:nvPr/>
          </p:nvSpPr>
          <p:spPr>
            <a:xfrm>
              <a:off x="1154477" y="3201366"/>
              <a:ext cx="120183" cy="88569"/>
            </a:xfrm>
            <a:custGeom>
              <a:rect b="b" l="l" r="r" t="t"/>
              <a:pathLst>
                <a:path extrusionOk="0" h="10195" w="13834">
                  <a:moveTo>
                    <a:pt x="2428" y="1"/>
                  </a:moveTo>
                  <a:cubicBezTo>
                    <a:pt x="2294" y="1"/>
                    <a:pt x="2183" y="110"/>
                    <a:pt x="2183" y="245"/>
                  </a:cubicBezTo>
                  <a:lnTo>
                    <a:pt x="2183" y="730"/>
                  </a:lnTo>
                  <a:cubicBezTo>
                    <a:pt x="2183" y="863"/>
                    <a:pt x="2293" y="973"/>
                    <a:pt x="2428" y="973"/>
                  </a:cubicBezTo>
                  <a:lnTo>
                    <a:pt x="3397" y="973"/>
                  </a:lnTo>
                  <a:cubicBezTo>
                    <a:pt x="3531" y="973"/>
                    <a:pt x="3640" y="865"/>
                    <a:pt x="3640" y="730"/>
                  </a:cubicBezTo>
                  <a:lnTo>
                    <a:pt x="3640" y="245"/>
                  </a:lnTo>
                  <a:cubicBezTo>
                    <a:pt x="3640" y="112"/>
                    <a:pt x="3532" y="1"/>
                    <a:pt x="3397" y="1"/>
                  </a:cubicBezTo>
                  <a:close/>
                  <a:moveTo>
                    <a:pt x="4612" y="2428"/>
                  </a:moveTo>
                  <a:cubicBezTo>
                    <a:pt x="4076" y="2428"/>
                    <a:pt x="3640" y="2863"/>
                    <a:pt x="3640" y="3400"/>
                  </a:cubicBezTo>
                  <a:lnTo>
                    <a:pt x="3640" y="4857"/>
                  </a:lnTo>
                  <a:lnTo>
                    <a:pt x="2671" y="4857"/>
                  </a:lnTo>
                  <a:cubicBezTo>
                    <a:pt x="2134" y="4857"/>
                    <a:pt x="1700" y="5292"/>
                    <a:pt x="1700" y="5826"/>
                  </a:cubicBezTo>
                  <a:lnTo>
                    <a:pt x="1700" y="6797"/>
                  </a:lnTo>
                  <a:cubicBezTo>
                    <a:pt x="1700" y="7332"/>
                    <a:pt x="2136" y="7766"/>
                    <a:pt x="2671" y="7766"/>
                  </a:cubicBezTo>
                  <a:lnTo>
                    <a:pt x="4612" y="7766"/>
                  </a:lnTo>
                  <a:lnTo>
                    <a:pt x="4612" y="2428"/>
                  </a:lnTo>
                  <a:close/>
                  <a:moveTo>
                    <a:pt x="9222" y="488"/>
                  </a:moveTo>
                  <a:lnTo>
                    <a:pt x="9222" y="6797"/>
                  </a:lnTo>
                  <a:lnTo>
                    <a:pt x="9950" y="6797"/>
                  </a:lnTo>
                  <a:lnTo>
                    <a:pt x="9950" y="7766"/>
                  </a:lnTo>
                  <a:cubicBezTo>
                    <a:pt x="9950" y="8034"/>
                    <a:pt x="10167" y="8250"/>
                    <a:pt x="10434" y="8250"/>
                  </a:cubicBezTo>
                  <a:lnTo>
                    <a:pt x="11891" y="8250"/>
                  </a:lnTo>
                  <a:cubicBezTo>
                    <a:pt x="12160" y="8250"/>
                    <a:pt x="12377" y="8034"/>
                    <a:pt x="12377" y="7766"/>
                  </a:cubicBezTo>
                  <a:lnTo>
                    <a:pt x="12377" y="6797"/>
                  </a:lnTo>
                  <a:lnTo>
                    <a:pt x="13834" y="6797"/>
                  </a:lnTo>
                  <a:lnTo>
                    <a:pt x="13834" y="3400"/>
                  </a:lnTo>
                  <a:lnTo>
                    <a:pt x="13834" y="2430"/>
                  </a:lnTo>
                  <a:lnTo>
                    <a:pt x="13834" y="488"/>
                  </a:lnTo>
                  <a:close/>
                  <a:moveTo>
                    <a:pt x="1" y="8736"/>
                  </a:moveTo>
                  <a:lnTo>
                    <a:pt x="1" y="10193"/>
                  </a:lnTo>
                  <a:lnTo>
                    <a:pt x="730" y="10193"/>
                  </a:lnTo>
                  <a:cubicBezTo>
                    <a:pt x="997" y="10193"/>
                    <a:pt x="1214" y="9976"/>
                    <a:pt x="1214" y="9707"/>
                  </a:cubicBezTo>
                  <a:lnTo>
                    <a:pt x="1214" y="9222"/>
                  </a:lnTo>
                  <a:cubicBezTo>
                    <a:pt x="1214" y="8954"/>
                    <a:pt x="997" y="8738"/>
                    <a:pt x="730" y="8736"/>
                  </a:cubicBezTo>
                  <a:close/>
                  <a:moveTo>
                    <a:pt x="11648" y="9222"/>
                  </a:moveTo>
                  <a:cubicBezTo>
                    <a:pt x="11516" y="9222"/>
                    <a:pt x="11405" y="9330"/>
                    <a:pt x="11405" y="9465"/>
                  </a:cubicBezTo>
                  <a:lnTo>
                    <a:pt x="11405" y="9951"/>
                  </a:lnTo>
                  <a:cubicBezTo>
                    <a:pt x="11405" y="10084"/>
                    <a:pt x="11513" y="10194"/>
                    <a:pt x="11648" y="10194"/>
                  </a:cubicBezTo>
                  <a:lnTo>
                    <a:pt x="12619" y="10194"/>
                  </a:lnTo>
                  <a:cubicBezTo>
                    <a:pt x="12752" y="10194"/>
                    <a:pt x="12862" y="10086"/>
                    <a:pt x="12862" y="9951"/>
                  </a:cubicBezTo>
                  <a:lnTo>
                    <a:pt x="12862" y="9465"/>
                  </a:lnTo>
                  <a:cubicBezTo>
                    <a:pt x="12860" y="9330"/>
                    <a:pt x="12752" y="9222"/>
                    <a:pt x="12619" y="9222"/>
                  </a:cubicBezTo>
                  <a:close/>
                </a:path>
              </a:pathLst>
            </a:custGeom>
            <a:solidFill>
              <a:srgbClr val="FF8B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9"/>
            <p:cNvSpPr/>
            <p:nvPr/>
          </p:nvSpPr>
          <p:spPr>
            <a:xfrm>
              <a:off x="1094400" y="3118124"/>
              <a:ext cx="200256" cy="200247"/>
            </a:xfrm>
            <a:custGeom>
              <a:rect b="b" l="l" r="r" t="t"/>
              <a:pathLst>
                <a:path extrusionOk="0" h="23050" w="23051">
                  <a:moveTo>
                    <a:pt x="11526" y="727"/>
                  </a:moveTo>
                  <a:cubicBezTo>
                    <a:pt x="12128" y="727"/>
                    <a:pt x="12618" y="1217"/>
                    <a:pt x="12618" y="1820"/>
                  </a:cubicBezTo>
                  <a:cubicBezTo>
                    <a:pt x="12618" y="2422"/>
                    <a:pt x="12128" y="2913"/>
                    <a:pt x="11526" y="2913"/>
                  </a:cubicBezTo>
                  <a:cubicBezTo>
                    <a:pt x="10923" y="2913"/>
                    <a:pt x="10433" y="2422"/>
                    <a:pt x="10433" y="1820"/>
                  </a:cubicBezTo>
                  <a:cubicBezTo>
                    <a:pt x="10433" y="1217"/>
                    <a:pt x="10923" y="727"/>
                    <a:pt x="11526" y="727"/>
                  </a:cubicBezTo>
                  <a:close/>
                  <a:moveTo>
                    <a:pt x="13102" y="2728"/>
                  </a:moveTo>
                  <a:lnTo>
                    <a:pt x="20680" y="5253"/>
                  </a:lnTo>
                  <a:cubicBezTo>
                    <a:pt x="20962" y="5347"/>
                    <a:pt x="21178" y="5559"/>
                    <a:pt x="21283" y="5822"/>
                  </a:cubicBezTo>
                  <a:lnTo>
                    <a:pt x="1770" y="5822"/>
                  </a:lnTo>
                  <a:cubicBezTo>
                    <a:pt x="1873" y="5559"/>
                    <a:pt x="2091" y="5347"/>
                    <a:pt x="2371" y="5253"/>
                  </a:cubicBezTo>
                  <a:lnTo>
                    <a:pt x="9950" y="2728"/>
                  </a:lnTo>
                  <a:cubicBezTo>
                    <a:pt x="10264" y="3271"/>
                    <a:pt x="10852" y="3639"/>
                    <a:pt x="11526" y="3639"/>
                  </a:cubicBezTo>
                  <a:cubicBezTo>
                    <a:pt x="12199" y="3639"/>
                    <a:pt x="12786" y="3271"/>
                    <a:pt x="13102" y="2728"/>
                  </a:cubicBezTo>
                  <a:close/>
                  <a:moveTo>
                    <a:pt x="6552" y="8492"/>
                  </a:moveTo>
                  <a:lnTo>
                    <a:pt x="6552" y="11969"/>
                  </a:lnTo>
                  <a:lnTo>
                    <a:pt x="2671" y="11969"/>
                  </a:lnTo>
                  <a:lnTo>
                    <a:pt x="2671" y="8613"/>
                  </a:lnTo>
                  <a:cubicBezTo>
                    <a:pt x="2671" y="8544"/>
                    <a:pt x="2723" y="8492"/>
                    <a:pt x="2791" y="8492"/>
                  </a:cubicBezTo>
                  <a:close/>
                  <a:moveTo>
                    <a:pt x="15770" y="8492"/>
                  </a:moveTo>
                  <a:lnTo>
                    <a:pt x="15770" y="11969"/>
                  </a:lnTo>
                  <a:lnTo>
                    <a:pt x="7279" y="11969"/>
                  </a:lnTo>
                  <a:lnTo>
                    <a:pt x="7279" y="8492"/>
                  </a:lnTo>
                  <a:lnTo>
                    <a:pt x="11162" y="8492"/>
                  </a:lnTo>
                  <a:lnTo>
                    <a:pt x="11162" y="11039"/>
                  </a:lnTo>
                  <a:cubicBezTo>
                    <a:pt x="11162" y="11239"/>
                    <a:pt x="11325" y="11402"/>
                    <a:pt x="11526" y="11402"/>
                  </a:cubicBezTo>
                  <a:cubicBezTo>
                    <a:pt x="11726" y="11402"/>
                    <a:pt x="11889" y="11239"/>
                    <a:pt x="11889" y="11039"/>
                  </a:cubicBezTo>
                  <a:lnTo>
                    <a:pt x="11889" y="8492"/>
                  </a:lnTo>
                  <a:close/>
                  <a:moveTo>
                    <a:pt x="20261" y="8492"/>
                  </a:moveTo>
                  <a:cubicBezTo>
                    <a:pt x="20328" y="8492"/>
                    <a:pt x="20382" y="8544"/>
                    <a:pt x="20382" y="8613"/>
                  </a:cubicBezTo>
                  <a:lnTo>
                    <a:pt x="20382" y="11969"/>
                  </a:lnTo>
                  <a:lnTo>
                    <a:pt x="16501" y="11969"/>
                  </a:lnTo>
                  <a:lnTo>
                    <a:pt x="16501" y="8492"/>
                  </a:lnTo>
                  <a:close/>
                  <a:moveTo>
                    <a:pt x="6552" y="12694"/>
                  </a:moveTo>
                  <a:lnTo>
                    <a:pt x="6552" y="20378"/>
                  </a:lnTo>
                  <a:lnTo>
                    <a:pt x="2791" y="20378"/>
                  </a:lnTo>
                  <a:cubicBezTo>
                    <a:pt x="2790" y="20378"/>
                    <a:pt x="2788" y="20378"/>
                    <a:pt x="2786" y="20378"/>
                  </a:cubicBezTo>
                  <a:cubicBezTo>
                    <a:pt x="2721" y="20378"/>
                    <a:pt x="2671" y="20324"/>
                    <a:pt x="2671" y="20259"/>
                  </a:cubicBezTo>
                  <a:lnTo>
                    <a:pt x="2671" y="16901"/>
                  </a:lnTo>
                  <a:lnTo>
                    <a:pt x="5702" y="16901"/>
                  </a:lnTo>
                  <a:cubicBezTo>
                    <a:pt x="5904" y="16901"/>
                    <a:pt x="6067" y="16737"/>
                    <a:pt x="6067" y="16537"/>
                  </a:cubicBezTo>
                  <a:cubicBezTo>
                    <a:pt x="6067" y="16336"/>
                    <a:pt x="5904" y="16173"/>
                    <a:pt x="5702" y="16173"/>
                  </a:cubicBezTo>
                  <a:lnTo>
                    <a:pt x="2671" y="16173"/>
                  </a:lnTo>
                  <a:lnTo>
                    <a:pt x="2671" y="12694"/>
                  </a:lnTo>
                  <a:close/>
                  <a:moveTo>
                    <a:pt x="15773" y="12698"/>
                  </a:moveTo>
                  <a:lnTo>
                    <a:pt x="15773" y="20381"/>
                  </a:lnTo>
                  <a:lnTo>
                    <a:pt x="11889" y="20381"/>
                  </a:lnTo>
                  <a:lnTo>
                    <a:pt x="11889" y="16903"/>
                  </a:lnTo>
                  <a:lnTo>
                    <a:pt x="14923" y="16903"/>
                  </a:lnTo>
                  <a:cubicBezTo>
                    <a:pt x="15124" y="16903"/>
                    <a:pt x="15287" y="16740"/>
                    <a:pt x="15287" y="16538"/>
                  </a:cubicBezTo>
                  <a:cubicBezTo>
                    <a:pt x="15286" y="16338"/>
                    <a:pt x="15124" y="16174"/>
                    <a:pt x="14923" y="16174"/>
                  </a:cubicBezTo>
                  <a:lnTo>
                    <a:pt x="11889" y="16174"/>
                  </a:lnTo>
                  <a:lnTo>
                    <a:pt x="11889" y="13466"/>
                  </a:lnTo>
                  <a:cubicBezTo>
                    <a:pt x="11889" y="13265"/>
                    <a:pt x="11726" y="13102"/>
                    <a:pt x="11526" y="13102"/>
                  </a:cubicBezTo>
                  <a:cubicBezTo>
                    <a:pt x="11325" y="13102"/>
                    <a:pt x="11162" y="13265"/>
                    <a:pt x="11162" y="13466"/>
                  </a:cubicBezTo>
                  <a:lnTo>
                    <a:pt x="11162" y="16174"/>
                  </a:lnTo>
                  <a:lnTo>
                    <a:pt x="8129" y="16174"/>
                  </a:lnTo>
                  <a:cubicBezTo>
                    <a:pt x="7929" y="16174"/>
                    <a:pt x="7765" y="16338"/>
                    <a:pt x="7765" y="16538"/>
                  </a:cubicBezTo>
                  <a:cubicBezTo>
                    <a:pt x="7765" y="16740"/>
                    <a:pt x="7929" y="16903"/>
                    <a:pt x="8129" y="16903"/>
                  </a:cubicBezTo>
                  <a:lnTo>
                    <a:pt x="11162" y="16903"/>
                  </a:lnTo>
                  <a:lnTo>
                    <a:pt x="11162" y="20381"/>
                  </a:lnTo>
                  <a:lnTo>
                    <a:pt x="7279" y="20381"/>
                  </a:lnTo>
                  <a:lnTo>
                    <a:pt x="7279" y="12698"/>
                  </a:lnTo>
                  <a:close/>
                  <a:moveTo>
                    <a:pt x="20382" y="12698"/>
                  </a:moveTo>
                  <a:lnTo>
                    <a:pt x="20382" y="16176"/>
                  </a:lnTo>
                  <a:lnTo>
                    <a:pt x="17349" y="16176"/>
                  </a:lnTo>
                  <a:cubicBezTo>
                    <a:pt x="17149" y="16176"/>
                    <a:pt x="16986" y="16339"/>
                    <a:pt x="16986" y="16541"/>
                  </a:cubicBezTo>
                  <a:cubicBezTo>
                    <a:pt x="16986" y="16741"/>
                    <a:pt x="17149" y="16905"/>
                    <a:pt x="17349" y="16905"/>
                  </a:cubicBezTo>
                  <a:lnTo>
                    <a:pt x="20382" y="16905"/>
                  </a:lnTo>
                  <a:lnTo>
                    <a:pt x="20382" y="20262"/>
                  </a:lnTo>
                  <a:cubicBezTo>
                    <a:pt x="20382" y="20325"/>
                    <a:pt x="20328" y="20381"/>
                    <a:pt x="20261" y="20381"/>
                  </a:cubicBezTo>
                  <a:lnTo>
                    <a:pt x="16501" y="20381"/>
                  </a:lnTo>
                  <a:lnTo>
                    <a:pt x="16501" y="12698"/>
                  </a:lnTo>
                  <a:close/>
                  <a:moveTo>
                    <a:pt x="2791" y="7763"/>
                  </a:moveTo>
                  <a:cubicBezTo>
                    <a:pt x="2322" y="7763"/>
                    <a:pt x="1942" y="8144"/>
                    <a:pt x="1942" y="8613"/>
                  </a:cubicBezTo>
                  <a:lnTo>
                    <a:pt x="1942" y="20259"/>
                  </a:lnTo>
                  <a:cubicBezTo>
                    <a:pt x="1942" y="20728"/>
                    <a:pt x="2321" y="21107"/>
                    <a:pt x="2791" y="21107"/>
                  </a:cubicBezTo>
                  <a:lnTo>
                    <a:pt x="20261" y="21107"/>
                  </a:lnTo>
                  <a:cubicBezTo>
                    <a:pt x="20730" y="21107"/>
                    <a:pt x="21111" y="20728"/>
                    <a:pt x="21111" y="20259"/>
                  </a:cubicBezTo>
                  <a:lnTo>
                    <a:pt x="21111" y="8613"/>
                  </a:lnTo>
                  <a:cubicBezTo>
                    <a:pt x="21111" y="8145"/>
                    <a:pt x="20729" y="7763"/>
                    <a:pt x="20261" y="7763"/>
                  </a:cubicBezTo>
                  <a:close/>
                  <a:moveTo>
                    <a:pt x="21716" y="6552"/>
                  </a:moveTo>
                  <a:cubicBezTo>
                    <a:pt x="22050" y="6552"/>
                    <a:pt x="22322" y="6823"/>
                    <a:pt x="22322" y="7157"/>
                  </a:cubicBezTo>
                  <a:lnTo>
                    <a:pt x="22322" y="21715"/>
                  </a:lnTo>
                  <a:lnTo>
                    <a:pt x="22325" y="21715"/>
                  </a:lnTo>
                  <a:cubicBezTo>
                    <a:pt x="22325" y="22049"/>
                    <a:pt x="22052" y="22321"/>
                    <a:pt x="21718" y="22321"/>
                  </a:cubicBezTo>
                  <a:lnTo>
                    <a:pt x="1335" y="22321"/>
                  </a:lnTo>
                  <a:cubicBezTo>
                    <a:pt x="1001" y="22321"/>
                    <a:pt x="728" y="22049"/>
                    <a:pt x="728" y="21715"/>
                  </a:cubicBezTo>
                  <a:lnTo>
                    <a:pt x="728" y="7157"/>
                  </a:lnTo>
                  <a:cubicBezTo>
                    <a:pt x="728" y="6823"/>
                    <a:pt x="1001" y="6552"/>
                    <a:pt x="1335" y="6552"/>
                  </a:cubicBezTo>
                  <a:close/>
                  <a:moveTo>
                    <a:pt x="11527" y="1"/>
                  </a:moveTo>
                  <a:cubicBezTo>
                    <a:pt x="10524" y="1"/>
                    <a:pt x="9708" y="818"/>
                    <a:pt x="9708" y="1820"/>
                  </a:cubicBezTo>
                  <a:cubicBezTo>
                    <a:pt x="9708" y="1894"/>
                    <a:pt x="9714" y="1968"/>
                    <a:pt x="9722" y="2039"/>
                  </a:cubicBezTo>
                  <a:lnTo>
                    <a:pt x="2141" y="4564"/>
                  </a:lnTo>
                  <a:cubicBezTo>
                    <a:pt x="1545" y="4763"/>
                    <a:pt x="1117" y="5266"/>
                    <a:pt x="1002" y="5864"/>
                  </a:cubicBezTo>
                  <a:cubicBezTo>
                    <a:pt x="427" y="6012"/>
                    <a:pt x="0" y="6536"/>
                    <a:pt x="0" y="7157"/>
                  </a:cubicBezTo>
                  <a:lnTo>
                    <a:pt x="0" y="21715"/>
                  </a:lnTo>
                  <a:cubicBezTo>
                    <a:pt x="0" y="22450"/>
                    <a:pt x="599" y="23050"/>
                    <a:pt x="1333" y="23050"/>
                  </a:cubicBezTo>
                  <a:lnTo>
                    <a:pt x="21716" y="23050"/>
                  </a:lnTo>
                  <a:cubicBezTo>
                    <a:pt x="22453" y="23050"/>
                    <a:pt x="23051" y="22450"/>
                    <a:pt x="23051" y="21715"/>
                  </a:cubicBezTo>
                  <a:lnTo>
                    <a:pt x="23051" y="7157"/>
                  </a:lnTo>
                  <a:cubicBezTo>
                    <a:pt x="23051" y="6536"/>
                    <a:pt x="22624" y="6012"/>
                    <a:pt x="22049" y="5864"/>
                  </a:cubicBezTo>
                  <a:cubicBezTo>
                    <a:pt x="21935" y="5265"/>
                    <a:pt x="21507" y="4763"/>
                    <a:pt x="20911" y="4564"/>
                  </a:cubicBezTo>
                  <a:lnTo>
                    <a:pt x="13332" y="2039"/>
                  </a:lnTo>
                  <a:cubicBezTo>
                    <a:pt x="13340" y="1968"/>
                    <a:pt x="13346" y="1894"/>
                    <a:pt x="13346" y="1820"/>
                  </a:cubicBezTo>
                  <a:cubicBezTo>
                    <a:pt x="13346" y="816"/>
                    <a:pt x="12529" y="1"/>
                    <a:pt x="115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5" name="Google Shape;4175;p59"/>
          <p:cNvGrpSpPr/>
          <p:nvPr/>
        </p:nvGrpSpPr>
        <p:grpSpPr>
          <a:xfrm>
            <a:off x="1094388" y="3589988"/>
            <a:ext cx="200287" cy="268003"/>
            <a:chOff x="1094388" y="3589988"/>
            <a:chExt cx="200287" cy="268003"/>
          </a:xfrm>
        </p:grpSpPr>
        <p:sp>
          <p:nvSpPr>
            <p:cNvPr id="4176" name="Google Shape;4176;p59"/>
            <p:cNvSpPr/>
            <p:nvPr/>
          </p:nvSpPr>
          <p:spPr>
            <a:xfrm>
              <a:off x="1160646" y="3616759"/>
              <a:ext cx="67716" cy="236941"/>
            </a:xfrm>
            <a:custGeom>
              <a:rect b="b" l="l" r="r" t="t"/>
              <a:pathLst>
                <a:path extrusionOk="0" h="20382" w="5825">
                  <a:moveTo>
                    <a:pt x="1" y="1"/>
                  </a:moveTo>
                  <a:lnTo>
                    <a:pt x="1" y="19896"/>
                  </a:lnTo>
                  <a:cubicBezTo>
                    <a:pt x="1" y="20178"/>
                    <a:pt x="231" y="20382"/>
                    <a:pt x="485" y="20382"/>
                  </a:cubicBezTo>
                  <a:cubicBezTo>
                    <a:pt x="558" y="20382"/>
                    <a:pt x="632" y="20366"/>
                    <a:pt x="703" y="20330"/>
                  </a:cubicBezTo>
                  <a:lnTo>
                    <a:pt x="2913" y="19224"/>
                  </a:lnTo>
                  <a:lnTo>
                    <a:pt x="5123" y="20330"/>
                  </a:lnTo>
                  <a:cubicBezTo>
                    <a:pt x="5194" y="20366"/>
                    <a:pt x="5267" y="20382"/>
                    <a:pt x="5339" y="20382"/>
                  </a:cubicBezTo>
                  <a:cubicBezTo>
                    <a:pt x="5593" y="20382"/>
                    <a:pt x="5825" y="20178"/>
                    <a:pt x="5825" y="19896"/>
                  </a:cubicBezTo>
                  <a:lnTo>
                    <a:pt x="582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9"/>
            <p:cNvSpPr/>
            <p:nvPr/>
          </p:nvSpPr>
          <p:spPr>
            <a:xfrm>
              <a:off x="1194496" y="3616759"/>
              <a:ext cx="33864" cy="236941"/>
            </a:xfrm>
            <a:custGeom>
              <a:rect b="b" l="l" r="r" t="t"/>
              <a:pathLst>
                <a:path extrusionOk="0" h="20382" w="2913">
                  <a:moveTo>
                    <a:pt x="1" y="1"/>
                  </a:moveTo>
                  <a:lnTo>
                    <a:pt x="1" y="19224"/>
                  </a:lnTo>
                  <a:lnTo>
                    <a:pt x="2211" y="20330"/>
                  </a:lnTo>
                  <a:cubicBezTo>
                    <a:pt x="2282" y="20366"/>
                    <a:pt x="2355" y="20382"/>
                    <a:pt x="2427" y="20382"/>
                  </a:cubicBezTo>
                  <a:cubicBezTo>
                    <a:pt x="2681" y="20382"/>
                    <a:pt x="2913" y="20178"/>
                    <a:pt x="2913" y="19896"/>
                  </a:cubicBezTo>
                  <a:lnTo>
                    <a:pt x="291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9"/>
            <p:cNvSpPr/>
            <p:nvPr/>
          </p:nvSpPr>
          <p:spPr>
            <a:xfrm>
              <a:off x="1098607" y="3616759"/>
              <a:ext cx="191813" cy="197486"/>
            </a:xfrm>
            <a:custGeom>
              <a:rect b="b" l="l" r="r" t="t"/>
              <a:pathLst>
                <a:path extrusionOk="0" h="16988" w="16500">
                  <a:moveTo>
                    <a:pt x="2062" y="1"/>
                  </a:moveTo>
                  <a:cubicBezTo>
                    <a:pt x="924" y="1"/>
                    <a:pt x="0" y="917"/>
                    <a:pt x="0" y="2047"/>
                  </a:cubicBezTo>
                  <a:lnTo>
                    <a:pt x="0" y="7835"/>
                  </a:lnTo>
                  <a:cubicBezTo>
                    <a:pt x="0" y="12575"/>
                    <a:pt x="3610" y="16477"/>
                    <a:pt x="8250" y="16987"/>
                  </a:cubicBezTo>
                  <a:cubicBezTo>
                    <a:pt x="12890" y="16477"/>
                    <a:pt x="16499" y="12575"/>
                    <a:pt x="16499" y="7835"/>
                  </a:cubicBezTo>
                  <a:lnTo>
                    <a:pt x="16499" y="2047"/>
                  </a:lnTo>
                  <a:cubicBezTo>
                    <a:pt x="16499" y="917"/>
                    <a:pt x="15576" y="1"/>
                    <a:pt x="1443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9"/>
            <p:cNvSpPr/>
            <p:nvPr/>
          </p:nvSpPr>
          <p:spPr>
            <a:xfrm>
              <a:off x="1115497" y="3633696"/>
              <a:ext cx="157984" cy="163482"/>
            </a:xfrm>
            <a:custGeom>
              <a:rect b="b" l="l" r="r" t="t"/>
              <a:pathLst>
                <a:path extrusionOk="0" h="14063" w="13590">
                  <a:moveTo>
                    <a:pt x="606" y="0"/>
                  </a:moveTo>
                  <a:cubicBezTo>
                    <a:pt x="272" y="0"/>
                    <a:pt x="1" y="265"/>
                    <a:pt x="1" y="590"/>
                  </a:cubicBezTo>
                  <a:lnTo>
                    <a:pt x="1" y="6378"/>
                  </a:lnTo>
                  <a:cubicBezTo>
                    <a:pt x="1" y="10282"/>
                    <a:pt x="2910" y="13558"/>
                    <a:pt x="6795" y="14062"/>
                  </a:cubicBezTo>
                  <a:cubicBezTo>
                    <a:pt x="10681" y="13558"/>
                    <a:pt x="13590" y="10282"/>
                    <a:pt x="13590" y="6378"/>
                  </a:cubicBezTo>
                  <a:lnTo>
                    <a:pt x="13590" y="590"/>
                  </a:lnTo>
                  <a:cubicBezTo>
                    <a:pt x="13590" y="265"/>
                    <a:pt x="13318" y="0"/>
                    <a:pt x="129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9"/>
            <p:cNvSpPr/>
            <p:nvPr/>
          </p:nvSpPr>
          <p:spPr>
            <a:xfrm>
              <a:off x="1148057" y="3594196"/>
              <a:ext cx="92860" cy="115064"/>
            </a:xfrm>
            <a:custGeom>
              <a:rect b="b" l="l" r="r" t="t"/>
              <a:pathLst>
                <a:path extrusionOk="0" h="9898" w="7988">
                  <a:moveTo>
                    <a:pt x="3994" y="1"/>
                  </a:moveTo>
                  <a:cubicBezTo>
                    <a:pt x="3949" y="1"/>
                    <a:pt x="3904" y="20"/>
                    <a:pt x="3872" y="57"/>
                  </a:cubicBezTo>
                  <a:lnTo>
                    <a:pt x="868" y="3562"/>
                  </a:lnTo>
                  <a:cubicBezTo>
                    <a:pt x="308" y="4214"/>
                    <a:pt x="1" y="5045"/>
                    <a:pt x="1" y="5904"/>
                  </a:cubicBezTo>
                  <a:cubicBezTo>
                    <a:pt x="1" y="8109"/>
                    <a:pt x="1790" y="9897"/>
                    <a:pt x="3994" y="9897"/>
                  </a:cubicBezTo>
                  <a:cubicBezTo>
                    <a:pt x="6200" y="9897"/>
                    <a:pt x="7988" y="8108"/>
                    <a:pt x="7988" y="5904"/>
                  </a:cubicBezTo>
                  <a:cubicBezTo>
                    <a:pt x="7988" y="5679"/>
                    <a:pt x="7966" y="5456"/>
                    <a:pt x="7925" y="5237"/>
                  </a:cubicBezTo>
                  <a:cubicBezTo>
                    <a:pt x="5749" y="5203"/>
                    <a:pt x="3996" y="3431"/>
                    <a:pt x="3994" y="1247"/>
                  </a:cubicBezTo>
                  <a:cubicBezTo>
                    <a:pt x="3994" y="892"/>
                    <a:pt x="4045" y="543"/>
                    <a:pt x="4146" y="209"/>
                  </a:cubicBezTo>
                  <a:cubicBezTo>
                    <a:pt x="4163" y="157"/>
                    <a:pt x="4151" y="100"/>
                    <a:pt x="4115" y="57"/>
                  </a:cubicBezTo>
                  <a:cubicBezTo>
                    <a:pt x="4083" y="20"/>
                    <a:pt x="4038" y="1"/>
                    <a:pt x="39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9"/>
            <p:cNvSpPr/>
            <p:nvPr/>
          </p:nvSpPr>
          <p:spPr>
            <a:xfrm>
              <a:off x="1148080" y="3618561"/>
              <a:ext cx="92605" cy="90698"/>
            </a:xfrm>
            <a:custGeom>
              <a:rect b="b" l="l" r="r" t="t"/>
              <a:pathLst>
                <a:path extrusionOk="0" h="7802" w="7966">
                  <a:moveTo>
                    <a:pt x="2124" y="1"/>
                  </a:moveTo>
                  <a:lnTo>
                    <a:pt x="867" y="1466"/>
                  </a:lnTo>
                  <a:cubicBezTo>
                    <a:pt x="307" y="2118"/>
                    <a:pt x="0" y="2949"/>
                    <a:pt x="0" y="3808"/>
                  </a:cubicBezTo>
                  <a:cubicBezTo>
                    <a:pt x="0" y="6013"/>
                    <a:pt x="1790" y="7801"/>
                    <a:pt x="3994" y="7801"/>
                  </a:cubicBezTo>
                  <a:cubicBezTo>
                    <a:pt x="6063" y="7801"/>
                    <a:pt x="7765" y="6225"/>
                    <a:pt x="7966" y="4207"/>
                  </a:cubicBezTo>
                  <a:lnTo>
                    <a:pt x="7966" y="4207"/>
                  </a:lnTo>
                  <a:cubicBezTo>
                    <a:pt x="7396" y="4520"/>
                    <a:pt x="6742" y="4699"/>
                    <a:pt x="6046" y="4699"/>
                  </a:cubicBezTo>
                  <a:cubicBezTo>
                    <a:pt x="3839" y="4699"/>
                    <a:pt x="2052" y="2910"/>
                    <a:pt x="2052" y="706"/>
                  </a:cubicBezTo>
                  <a:cubicBezTo>
                    <a:pt x="2052" y="468"/>
                    <a:pt x="2077" y="231"/>
                    <a:pt x="21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9"/>
            <p:cNvSpPr/>
            <p:nvPr/>
          </p:nvSpPr>
          <p:spPr>
            <a:xfrm>
              <a:off x="1139885" y="3677578"/>
              <a:ext cx="109240" cy="80224"/>
            </a:xfrm>
            <a:custGeom>
              <a:rect b="b" l="l" r="r" t="t"/>
              <a:pathLst>
                <a:path extrusionOk="0" h="6901" w="9397">
                  <a:moveTo>
                    <a:pt x="382" y="0"/>
                  </a:moveTo>
                  <a:cubicBezTo>
                    <a:pt x="180" y="0"/>
                    <a:pt x="1" y="163"/>
                    <a:pt x="1" y="382"/>
                  </a:cubicBezTo>
                  <a:lnTo>
                    <a:pt x="1" y="5059"/>
                  </a:lnTo>
                  <a:cubicBezTo>
                    <a:pt x="1" y="5224"/>
                    <a:pt x="106" y="5370"/>
                    <a:pt x="262" y="5421"/>
                  </a:cubicBezTo>
                  <a:lnTo>
                    <a:pt x="4699" y="6901"/>
                  </a:lnTo>
                  <a:lnTo>
                    <a:pt x="9135" y="5421"/>
                  </a:lnTo>
                  <a:cubicBezTo>
                    <a:pt x="9293" y="5370"/>
                    <a:pt x="9397" y="5224"/>
                    <a:pt x="9397" y="5059"/>
                  </a:cubicBezTo>
                  <a:lnTo>
                    <a:pt x="9397" y="382"/>
                  </a:lnTo>
                  <a:cubicBezTo>
                    <a:pt x="9397" y="165"/>
                    <a:pt x="9217" y="1"/>
                    <a:pt x="9014" y="1"/>
                  </a:cubicBezTo>
                  <a:cubicBezTo>
                    <a:pt x="8975" y="1"/>
                    <a:pt x="8935" y="7"/>
                    <a:pt x="8895" y="20"/>
                  </a:cubicBezTo>
                  <a:lnTo>
                    <a:pt x="4699" y="1418"/>
                  </a:lnTo>
                  <a:lnTo>
                    <a:pt x="502" y="20"/>
                  </a:lnTo>
                  <a:cubicBezTo>
                    <a:pt x="462" y="7"/>
                    <a:pt x="422" y="0"/>
                    <a:pt x="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9"/>
            <p:cNvSpPr/>
            <p:nvPr/>
          </p:nvSpPr>
          <p:spPr>
            <a:xfrm>
              <a:off x="1194496" y="3677589"/>
              <a:ext cx="54626" cy="80213"/>
            </a:xfrm>
            <a:custGeom>
              <a:rect b="b" l="l" r="r" t="t"/>
              <a:pathLst>
                <a:path extrusionOk="0" h="6900" w="4699">
                  <a:moveTo>
                    <a:pt x="4318" y="0"/>
                  </a:moveTo>
                  <a:cubicBezTo>
                    <a:pt x="4278" y="0"/>
                    <a:pt x="4238" y="7"/>
                    <a:pt x="4197" y="20"/>
                  </a:cubicBezTo>
                  <a:lnTo>
                    <a:pt x="1" y="1419"/>
                  </a:lnTo>
                  <a:lnTo>
                    <a:pt x="1" y="6900"/>
                  </a:lnTo>
                  <a:lnTo>
                    <a:pt x="4437" y="5420"/>
                  </a:lnTo>
                  <a:cubicBezTo>
                    <a:pt x="4595" y="5369"/>
                    <a:pt x="4699" y="5223"/>
                    <a:pt x="4699" y="5058"/>
                  </a:cubicBezTo>
                  <a:lnTo>
                    <a:pt x="4699" y="381"/>
                  </a:lnTo>
                  <a:cubicBezTo>
                    <a:pt x="4699" y="165"/>
                    <a:pt x="4520" y="0"/>
                    <a:pt x="43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9"/>
            <p:cNvSpPr/>
            <p:nvPr/>
          </p:nvSpPr>
          <p:spPr>
            <a:xfrm>
              <a:off x="1094388" y="3589988"/>
              <a:ext cx="200287" cy="268003"/>
            </a:xfrm>
            <a:custGeom>
              <a:rect b="b" l="l" r="r" t="t"/>
              <a:pathLst>
                <a:path extrusionOk="0" h="23054" w="17229">
                  <a:moveTo>
                    <a:pt x="10992" y="3397"/>
                  </a:moveTo>
                  <a:cubicBezTo>
                    <a:pt x="10791" y="3397"/>
                    <a:pt x="10628" y="3560"/>
                    <a:pt x="10628" y="3760"/>
                  </a:cubicBezTo>
                  <a:cubicBezTo>
                    <a:pt x="10628" y="3961"/>
                    <a:pt x="10791" y="4124"/>
                    <a:pt x="10992" y="4124"/>
                  </a:cubicBezTo>
                  <a:lnTo>
                    <a:pt x="11040" y="4124"/>
                  </a:lnTo>
                  <a:cubicBezTo>
                    <a:pt x="11240" y="4124"/>
                    <a:pt x="11404" y="3961"/>
                    <a:pt x="11404" y="3760"/>
                  </a:cubicBezTo>
                  <a:cubicBezTo>
                    <a:pt x="11404" y="3560"/>
                    <a:pt x="11240" y="3397"/>
                    <a:pt x="11040" y="3397"/>
                  </a:cubicBezTo>
                  <a:close/>
                  <a:moveTo>
                    <a:pt x="8266" y="1241"/>
                  </a:moveTo>
                  <a:cubicBezTo>
                    <a:pt x="8256" y="1364"/>
                    <a:pt x="8249" y="1487"/>
                    <a:pt x="8249" y="1609"/>
                  </a:cubicBezTo>
                  <a:cubicBezTo>
                    <a:pt x="8249" y="2760"/>
                    <a:pt x="8695" y="3846"/>
                    <a:pt x="9502" y="4667"/>
                  </a:cubicBezTo>
                  <a:cubicBezTo>
                    <a:pt x="10237" y="5410"/>
                    <a:pt x="11193" y="5861"/>
                    <a:pt x="12227" y="5949"/>
                  </a:cubicBezTo>
                  <a:cubicBezTo>
                    <a:pt x="12237" y="6055"/>
                    <a:pt x="12242" y="6162"/>
                    <a:pt x="12242" y="6269"/>
                  </a:cubicBezTo>
                  <a:cubicBezTo>
                    <a:pt x="12242" y="6667"/>
                    <a:pt x="12178" y="7056"/>
                    <a:pt x="12052" y="7427"/>
                  </a:cubicBezTo>
                  <a:lnTo>
                    <a:pt x="8613" y="8572"/>
                  </a:lnTo>
                  <a:lnTo>
                    <a:pt x="5174" y="7427"/>
                  </a:lnTo>
                  <a:cubicBezTo>
                    <a:pt x="5047" y="7056"/>
                    <a:pt x="4983" y="6667"/>
                    <a:pt x="4983" y="6269"/>
                  </a:cubicBezTo>
                  <a:cubicBezTo>
                    <a:pt x="4983" y="5498"/>
                    <a:pt x="5260" y="4749"/>
                    <a:pt x="5762" y="4164"/>
                  </a:cubicBezTo>
                  <a:lnTo>
                    <a:pt x="8266" y="1241"/>
                  </a:lnTo>
                  <a:close/>
                  <a:moveTo>
                    <a:pt x="11692" y="9652"/>
                  </a:moveTo>
                  <a:cubicBezTo>
                    <a:pt x="11653" y="9652"/>
                    <a:pt x="11614" y="9658"/>
                    <a:pt x="11576" y="9671"/>
                  </a:cubicBezTo>
                  <a:lnTo>
                    <a:pt x="10119" y="10155"/>
                  </a:lnTo>
                  <a:cubicBezTo>
                    <a:pt x="9927" y="10219"/>
                    <a:pt x="9825" y="10425"/>
                    <a:pt x="9889" y="10616"/>
                  </a:cubicBezTo>
                  <a:cubicBezTo>
                    <a:pt x="9939" y="10768"/>
                    <a:pt x="10081" y="10865"/>
                    <a:pt x="10233" y="10865"/>
                  </a:cubicBezTo>
                  <a:cubicBezTo>
                    <a:pt x="10273" y="10865"/>
                    <a:pt x="10311" y="10857"/>
                    <a:pt x="10348" y="10845"/>
                  </a:cubicBezTo>
                  <a:lnTo>
                    <a:pt x="11805" y="10360"/>
                  </a:lnTo>
                  <a:cubicBezTo>
                    <a:pt x="11996" y="10296"/>
                    <a:pt x="12100" y="10090"/>
                    <a:pt x="12036" y="9900"/>
                  </a:cubicBezTo>
                  <a:cubicBezTo>
                    <a:pt x="11985" y="9748"/>
                    <a:pt x="11844" y="9652"/>
                    <a:pt x="11692" y="9652"/>
                  </a:cubicBezTo>
                  <a:close/>
                  <a:moveTo>
                    <a:pt x="11692" y="11108"/>
                  </a:moveTo>
                  <a:cubicBezTo>
                    <a:pt x="11653" y="11108"/>
                    <a:pt x="11614" y="11115"/>
                    <a:pt x="11576" y="11127"/>
                  </a:cubicBezTo>
                  <a:lnTo>
                    <a:pt x="10119" y="11612"/>
                  </a:lnTo>
                  <a:cubicBezTo>
                    <a:pt x="9927" y="11676"/>
                    <a:pt x="9825" y="11882"/>
                    <a:pt x="9889" y="12072"/>
                  </a:cubicBezTo>
                  <a:cubicBezTo>
                    <a:pt x="9939" y="12225"/>
                    <a:pt x="10081" y="12321"/>
                    <a:pt x="10233" y="12321"/>
                  </a:cubicBezTo>
                  <a:cubicBezTo>
                    <a:pt x="10273" y="12321"/>
                    <a:pt x="10311" y="12314"/>
                    <a:pt x="10348" y="12301"/>
                  </a:cubicBezTo>
                  <a:lnTo>
                    <a:pt x="11805" y="11817"/>
                  </a:lnTo>
                  <a:cubicBezTo>
                    <a:pt x="11996" y="11753"/>
                    <a:pt x="12100" y="11547"/>
                    <a:pt x="12036" y="11356"/>
                  </a:cubicBezTo>
                  <a:cubicBezTo>
                    <a:pt x="11985" y="11204"/>
                    <a:pt x="11844" y="11108"/>
                    <a:pt x="11692" y="11108"/>
                  </a:cubicBezTo>
                  <a:close/>
                  <a:moveTo>
                    <a:pt x="4294" y="7900"/>
                  </a:moveTo>
                  <a:cubicBezTo>
                    <a:pt x="4297" y="7900"/>
                    <a:pt x="4300" y="7901"/>
                    <a:pt x="4301" y="7902"/>
                  </a:cubicBezTo>
                  <a:lnTo>
                    <a:pt x="8249" y="9217"/>
                  </a:lnTo>
                  <a:lnTo>
                    <a:pt x="8249" y="13933"/>
                  </a:lnTo>
                  <a:lnTo>
                    <a:pt x="4291" y="12612"/>
                  </a:lnTo>
                  <a:cubicBezTo>
                    <a:pt x="4284" y="12610"/>
                    <a:pt x="4278" y="12604"/>
                    <a:pt x="4278" y="12594"/>
                  </a:cubicBezTo>
                  <a:lnTo>
                    <a:pt x="4278" y="7917"/>
                  </a:lnTo>
                  <a:cubicBezTo>
                    <a:pt x="4278" y="7914"/>
                    <a:pt x="4278" y="7909"/>
                    <a:pt x="4285" y="7903"/>
                  </a:cubicBezTo>
                  <a:cubicBezTo>
                    <a:pt x="4289" y="7900"/>
                    <a:pt x="4292" y="7900"/>
                    <a:pt x="4294" y="7900"/>
                  </a:cubicBezTo>
                  <a:close/>
                  <a:moveTo>
                    <a:pt x="12931" y="7900"/>
                  </a:moveTo>
                  <a:cubicBezTo>
                    <a:pt x="12934" y="7900"/>
                    <a:pt x="12937" y="7900"/>
                    <a:pt x="12940" y="7903"/>
                  </a:cubicBezTo>
                  <a:cubicBezTo>
                    <a:pt x="12947" y="7909"/>
                    <a:pt x="12947" y="7914"/>
                    <a:pt x="12947" y="7917"/>
                  </a:cubicBezTo>
                  <a:lnTo>
                    <a:pt x="12947" y="12594"/>
                  </a:lnTo>
                  <a:cubicBezTo>
                    <a:pt x="12947" y="12601"/>
                    <a:pt x="12941" y="12608"/>
                    <a:pt x="12934" y="12612"/>
                  </a:cubicBezTo>
                  <a:lnTo>
                    <a:pt x="8977" y="13933"/>
                  </a:lnTo>
                  <a:lnTo>
                    <a:pt x="8977" y="9217"/>
                  </a:lnTo>
                  <a:lnTo>
                    <a:pt x="12924" y="7902"/>
                  </a:lnTo>
                  <a:cubicBezTo>
                    <a:pt x="12926" y="7901"/>
                    <a:pt x="12928" y="7900"/>
                    <a:pt x="12931" y="7900"/>
                  </a:cubicBezTo>
                  <a:close/>
                  <a:moveTo>
                    <a:pt x="2425" y="3397"/>
                  </a:moveTo>
                  <a:cubicBezTo>
                    <a:pt x="1891" y="3397"/>
                    <a:pt x="1456" y="3824"/>
                    <a:pt x="1456" y="4350"/>
                  </a:cubicBezTo>
                  <a:lnTo>
                    <a:pt x="1456" y="10137"/>
                  </a:lnTo>
                  <a:cubicBezTo>
                    <a:pt x="1456" y="12112"/>
                    <a:pt x="2177" y="14018"/>
                    <a:pt x="3488" y="15497"/>
                  </a:cubicBezTo>
                  <a:cubicBezTo>
                    <a:pt x="4796" y="16975"/>
                    <a:pt x="6599" y="17929"/>
                    <a:pt x="8567" y="18185"/>
                  </a:cubicBezTo>
                  <a:cubicBezTo>
                    <a:pt x="8581" y="18186"/>
                    <a:pt x="8597" y="18188"/>
                    <a:pt x="8613" y="18188"/>
                  </a:cubicBezTo>
                  <a:cubicBezTo>
                    <a:pt x="8627" y="18188"/>
                    <a:pt x="8643" y="18186"/>
                    <a:pt x="8660" y="18185"/>
                  </a:cubicBezTo>
                  <a:cubicBezTo>
                    <a:pt x="10625" y="17929"/>
                    <a:pt x="12430" y="16975"/>
                    <a:pt x="13737" y="15497"/>
                  </a:cubicBezTo>
                  <a:cubicBezTo>
                    <a:pt x="15049" y="14017"/>
                    <a:pt x="15769" y="12112"/>
                    <a:pt x="15769" y="10137"/>
                  </a:cubicBezTo>
                  <a:lnTo>
                    <a:pt x="15769" y="4350"/>
                  </a:lnTo>
                  <a:cubicBezTo>
                    <a:pt x="15769" y="3824"/>
                    <a:pt x="15335" y="3397"/>
                    <a:pt x="14800" y="3397"/>
                  </a:cubicBezTo>
                  <a:lnTo>
                    <a:pt x="12494" y="3397"/>
                  </a:lnTo>
                  <a:cubicBezTo>
                    <a:pt x="12293" y="3397"/>
                    <a:pt x="12130" y="3560"/>
                    <a:pt x="12130" y="3760"/>
                  </a:cubicBezTo>
                  <a:cubicBezTo>
                    <a:pt x="12130" y="3961"/>
                    <a:pt x="12293" y="4124"/>
                    <a:pt x="12494" y="4124"/>
                  </a:cubicBezTo>
                  <a:lnTo>
                    <a:pt x="14800" y="4124"/>
                  </a:lnTo>
                  <a:cubicBezTo>
                    <a:pt x="14935" y="4124"/>
                    <a:pt x="15043" y="4228"/>
                    <a:pt x="15043" y="4352"/>
                  </a:cubicBezTo>
                  <a:lnTo>
                    <a:pt x="15043" y="10140"/>
                  </a:lnTo>
                  <a:cubicBezTo>
                    <a:pt x="15043" y="13820"/>
                    <a:pt x="12283" y="16958"/>
                    <a:pt x="8613" y="17458"/>
                  </a:cubicBezTo>
                  <a:cubicBezTo>
                    <a:pt x="4943" y="16957"/>
                    <a:pt x="2182" y="13820"/>
                    <a:pt x="2182" y="10140"/>
                  </a:cubicBezTo>
                  <a:lnTo>
                    <a:pt x="2182" y="4352"/>
                  </a:lnTo>
                  <a:cubicBezTo>
                    <a:pt x="2182" y="4225"/>
                    <a:pt x="2293" y="4124"/>
                    <a:pt x="2425" y="4124"/>
                  </a:cubicBezTo>
                  <a:lnTo>
                    <a:pt x="3760" y="4124"/>
                  </a:lnTo>
                  <a:cubicBezTo>
                    <a:pt x="3960" y="4124"/>
                    <a:pt x="4123" y="3961"/>
                    <a:pt x="4123" y="3760"/>
                  </a:cubicBezTo>
                  <a:cubicBezTo>
                    <a:pt x="4123" y="3560"/>
                    <a:pt x="3960" y="3397"/>
                    <a:pt x="3760" y="3397"/>
                  </a:cubicBezTo>
                  <a:close/>
                  <a:moveTo>
                    <a:pt x="14802" y="2665"/>
                  </a:moveTo>
                  <a:cubicBezTo>
                    <a:pt x="15738" y="2665"/>
                    <a:pt x="16500" y="3419"/>
                    <a:pt x="16500" y="4347"/>
                  </a:cubicBezTo>
                  <a:lnTo>
                    <a:pt x="16498" y="10138"/>
                  </a:lnTo>
                  <a:cubicBezTo>
                    <a:pt x="16498" y="14639"/>
                    <a:pt x="13111" y="18411"/>
                    <a:pt x="8613" y="18924"/>
                  </a:cubicBezTo>
                  <a:cubicBezTo>
                    <a:pt x="4115" y="18411"/>
                    <a:pt x="727" y="14640"/>
                    <a:pt x="727" y="10138"/>
                  </a:cubicBezTo>
                  <a:lnTo>
                    <a:pt x="727" y="4350"/>
                  </a:lnTo>
                  <a:cubicBezTo>
                    <a:pt x="727" y="3424"/>
                    <a:pt x="1490" y="2668"/>
                    <a:pt x="2425" y="2668"/>
                  </a:cubicBezTo>
                  <a:lnTo>
                    <a:pt x="6083" y="2668"/>
                  </a:lnTo>
                  <a:lnTo>
                    <a:pt x="5209" y="3688"/>
                  </a:lnTo>
                  <a:cubicBezTo>
                    <a:pt x="4595" y="4406"/>
                    <a:pt x="4256" y="5321"/>
                    <a:pt x="4256" y="6266"/>
                  </a:cubicBezTo>
                  <a:cubicBezTo>
                    <a:pt x="4256" y="6573"/>
                    <a:pt x="4287" y="6877"/>
                    <a:pt x="4351" y="7172"/>
                  </a:cubicBezTo>
                  <a:cubicBezTo>
                    <a:pt x="4334" y="7171"/>
                    <a:pt x="4317" y="7171"/>
                    <a:pt x="4300" y="7171"/>
                  </a:cubicBezTo>
                  <a:cubicBezTo>
                    <a:pt x="4144" y="7171"/>
                    <a:pt x="3989" y="7218"/>
                    <a:pt x="3859" y="7312"/>
                  </a:cubicBezTo>
                  <a:cubicBezTo>
                    <a:pt x="3666" y="7452"/>
                    <a:pt x="3551" y="7677"/>
                    <a:pt x="3551" y="7917"/>
                  </a:cubicBezTo>
                  <a:lnTo>
                    <a:pt x="3551" y="12594"/>
                  </a:lnTo>
                  <a:cubicBezTo>
                    <a:pt x="3551" y="12917"/>
                    <a:pt x="3754" y="13201"/>
                    <a:pt x="4059" y="13302"/>
                  </a:cubicBezTo>
                  <a:lnTo>
                    <a:pt x="8498" y="14781"/>
                  </a:lnTo>
                  <a:lnTo>
                    <a:pt x="8499" y="14781"/>
                  </a:lnTo>
                  <a:cubicBezTo>
                    <a:pt x="8512" y="14784"/>
                    <a:pt x="8525" y="14788"/>
                    <a:pt x="8536" y="14790"/>
                  </a:cubicBezTo>
                  <a:cubicBezTo>
                    <a:pt x="8543" y="14791"/>
                    <a:pt x="8549" y="14794"/>
                    <a:pt x="8556" y="14795"/>
                  </a:cubicBezTo>
                  <a:cubicBezTo>
                    <a:pt x="8559" y="14796"/>
                    <a:pt x="8562" y="14796"/>
                    <a:pt x="8565" y="14796"/>
                  </a:cubicBezTo>
                  <a:cubicBezTo>
                    <a:pt x="8568" y="14796"/>
                    <a:pt x="8572" y="14796"/>
                    <a:pt x="8574" y="14797"/>
                  </a:cubicBezTo>
                  <a:cubicBezTo>
                    <a:pt x="8586" y="14798"/>
                    <a:pt x="8600" y="14801"/>
                    <a:pt x="8613" y="14801"/>
                  </a:cubicBezTo>
                  <a:cubicBezTo>
                    <a:pt x="8633" y="14801"/>
                    <a:pt x="8653" y="14798"/>
                    <a:pt x="8670" y="14795"/>
                  </a:cubicBezTo>
                  <a:cubicBezTo>
                    <a:pt x="8671" y="14795"/>
                    <a:pt x="8674" y="14794"/>
                    <a:pt x="8677" y="14794"/>
                  </a:cubicBezTo>
                  <a:cubicBezTo>
                    <a:pt x="8692" y="14790"/>
                    <a:pt x="8711" y="14787"/>
                    <a:pt x="8726" y="14781"/>
                  </a:cubicBezTo>
                  <a:lnTo>
                    <a:pt x="8728" y="14781"/>
                  </a:lnTo>
                  <a:lnTo>
                    <a:pt x="13166" y="13302"/>
                  </a:lnTo>
                  <a:cubicBezTo>
                    <a:pt x="13472" y="13199"/>
                    <a:pt x="13676" y="12915"/>
                    <a:pt x="13676" y="12594"/>
                  </a:cubicBezTo>
                  <a:lnTo>
                    <a:pt x="13676" y="7917"/>
                  </a:lnTo>
                  <a:cubicBezTo>
                    <a:pt x="13676" y="7677"/>
                    <a:pt x="13560" y="7452"/>
                    <a:pt x="13366" y="7312"/>
                  </a:cubicBezTo>
                  <a:cubicBezTo>
                    <a:pt x="13237" y="7218"/>
                    <a:pt x="13082" y="7171"/>
                    <a:pt x="12925" y="7171"/>
                  </a:cubicBezTo>
                  <a:cubicBezTo>
                    <a:pt x="12909" y="7171"/>
                    <a:pt x="12892" y="7171"/>
                    <a:pt x="12875" y="7172"/>
                  </a:cubicBezTo>
                  <a:cubicBezTo>
                    <a:pt x="12939" y="6877"/>
                    <a:pt x="12970" y="6573"/>
                    <a:pt x="12970" y="6263"/>
                  </a:cubicBezTo>
                  <a:cubicBezTo>
                    <a:pt x="12970" y="6020"/>
                    <a:pt x="12947" y="5773"/>
                    <a:pt x="12902" y="5528"/>
                  </a:cubicBezTo>
                  <a:cubicBezTo>
                    <a:pt x="12869" y="5358"/>
                    <a:pt x="12721" y="5236"/>
                    <a:pt x="12549" y="5231"/>
                  </a:cubicBezTo>
                  <a:cubicBezTo>
                    <a:pt x="10949" y="5207"/>
                    <a:pt x="9590" y="4126"/>
                    <a:pt x="9139" y="2665"/>
                  </a:cubicBezTo>
                  <a:close/>
                  <a:moveTo>
                    <a:pt x="7156" y="20380"/>
                  </a:moveTo>
                  <a:cubicBezTo>
                    <a:pt x="6956" y="20380"/>
                    <a:pt x="6792" y="20544"/>
                    <a:pt x="6792" y="20744"/>
                  </a:cubicBezTo>
                  <a:lnTo>
                    <a:pt x="6792" y="20792"/>
                  </a:lnTo>
                  <a:cubicBezTo>
                    <a:pt x="6792" y="20993"/>
                    <a:pt x="6956" y="21156"/>
                    <a:pt x="7156" y="21156"/>
                  </a:cubicBezTo>
                  <a:cubicBezTo>
                    <a:pt x="7356" y="21156"/>
                    <a:pt x="7520" y="20993"/>
                    <a:pt x="7520" y="20792"/>
                  </a:cubicBezTo>
                  <a:lnTo>
                    <a:pt x="7520" y="20744"/>
                  </a:lnTo>
                  <a:cubicBezTo>
                    <a:pt x="7520" y="20544"/>
                    <a:pt x="7359" y="20380"/>
                    <a:pt x="7156" y="20380"/>
                  </a:cubicBezTo>
                  <a:close/>
                  <a:moveTo>
                    <a:pt x="11162" y="19025"/>
                  </a:moveTo>
                  <a:lnTo>
                    <a:pt x="11161" y="22199"/>
                  </a:lnTo>
                  <a:cubicBezTo>
                    <a:pt x="11161" y="22258"/>
                    <a:pt x="11125" y="22290"/>
                    <a:pt x="11104" y="22303"/>
                  </a:cubicBezTo>
                  <a:cubicBezTo>
                    <a:pt x="11090" y="22310"/>
                    <a:pt x="11067" y="22321"/>
                    <a:pt x="11039" y="22321"/>
                  </a:cubicBezTo>
                  <a:cubicBezTo>
                    <a:pt x="11023" y="22321"/>
                    <a:pt x="11005" y="22317"/>
                    <a:pt x="10986" y="22307"/>
                  </a:cubicBezTo>
                  <a:lnTo>
                    <a:pt x="8776" y="21203"/>
                  </a:lnTo>
                  <a:cubicBezTo>
                    <a:pt x="8725" y="21177"/>
                    <a:pt x="8669" y="21164"/>
                    <a:pt x="8613" y="21164"/>
                  </a:cubicBezTo>
                  <a:cubicBezTo>
                    <a:pt x="8558" y="21164"/>
                    <a:pt x="8502" y="21177"/>
                    <a:pt x="8451" y="21203"/>
                  </a:cubicBezTo>
                  <a:lnTo>
                    <a:pt x="6241" y="22307"/>
                  </a:lnTo>
                  <a:cubicBezTo>
                    <a:pt x="6222" y="22317"/>
                    <a:pt x="6204" y="22321"/>
                    <a:pt x="6187" y="22321"/>
                  </a:cubicBezTo>
                  <a:cubicBezTo>
                    <a:pt x="6160" y="22321"/>
                    <a:pt x="6138" y="22310"/>
                    <a:pt x="6124" y="22303"/>
                  </a:cubicBezTo>
                  <a:cubicBezTo>
                    <a:pt x="6103" y="22290"/>
                    <a:pt x="6068" y="22258"/>
                    <a:pt x="6068" y="22199"/>
                  </a:cubicBezTo>
                  <a:lnTo>
                    <a:pt x="6068" y="19027"/>
                  </a:lnTo>
                  <a:cubicBezTo>
                    <a:pt x="6305" y="19121"/>
                    <a:pt x="6549" y="19206"/>
                    <a:pt x="6795" y="19283"/>
                  </a:cubicBezTo>
                  <a:lnTo>
                    <a:pt x="6795" y="19287"/>
                  </a:lnTo>
                  <a:lnTo>
                    <a:pt x="6795" y="19772"/>
                  </a:lnTo>
                  <a:cubicBezTo>
                    <a:pt x="6795" y="19974"/>
                    <a:pt x="6959" y="20137"/>
                    <a:pt x="7160" y="20137"/>
                  </a:cubicBezTo>
                  <a:cubicBezTo>
                    <a:pt x="7361" y="20137"/>
                    <a:pt x="7524" y="19974"/>
                    <a:pt x="7524" y="19772"/>
                  </a:cubicBezTo>
                  <a:lnTo>
                    <a:pt x="7524" y="19474"/>
                  </a:lnTo>
                  <a:cubicBezTo>
                    <a:pt x="7871" y="19550"/>
                    <a:pt x="8221" y="19609"/>
                    <a:pt x="8576" y="19648"/>
                  </a:cubicBezTo>
                  <a:cubicBezTo>
                    <a:pt x="8589" y="19650"/>
                    <a:pt x="8603" y="19650"/>
                    <a:pt x="8614" y="19650"/>
                  </a:cubicBezTo>
                  <a:cubicBezTo>
                    <a:pt x="8627" y="19650"/>
                    <a:pt x="8641" y="19650"/>
                    <a:pt x="8654" y="19648"/>
                  </a:cubicBezTo>
                  <a:cubicBezTo>
                    <a:pt x="9521" y="19552"/>
                    <a:pt x="10365" y="19341"/>
                    <a:pt x="11162" y="19025"/>
                  </a:cubicBezTo>
                  <a:close/>
                  <a:moveTo>
                    <a:pt x="8613" y="0"/>
                  </a:moveTo>
                  <a:cubicBezTo>
                    <a:pt x="8461" y="0"/>
                    <a:pt x="8314" y="67"/>
                    <a:pt x="8215" y="183"/>
                  </a:cubicBezTo>
                  <a:lnTo>
                    <a:pt x="6707" y="1943"/>
                  </a:lnTo>
                  <a:cubicBezTo>
                    <a:pt x="6696" y="1941"/>
                    <a:pt x="6684" y="1941"/>
                    <a:pt x="6673" y="1941"/>
                  </a:cubicBezTo>
                  <a:lnTo>
                    <a:pt x="2428" y="1941"/>
                  </a:lnTo>
                  <a:cubicBezTo>
                    <a:pt x="1089" y="1941"/>
                    <a:pt x="1" y="3023"/>
                    <a:pt x="1" y="4352"/>
                  </a:cubicBezTo>
                  <a:lnTo>
                    <a:pt x="1" y="10140"/>
                  </a:lnTo>
                  <a:cubicBezTo>
                    <a:pt x="1" y="12512"/>
                    <a:pt x="882" y="14787"/>
                    <a:pt x="2481" y="16548"/>
                  </a:cubicBezTo>
                  <a:cubicBezTo>
                    <a:pt x="3302" y="17451"/>
                    <a:pt x="4277" y="18182"/>
                    <a:pt x="5351" y="18712"/>
                  </a:cubicBezTo>
                  <a:cubicBezTo>
                    <a:pt x="5343" y="18743"/>
                    <a:pt x="5338" y="18774"/>
                    <a:pt x="5338" y="18807"/>
                  </a:cubicBezTo>
                  <a:lnTo>
                    <a:pt x="5338" y="22204"/>
                  </a:lnTo>
                  <a:cubicBezTo>
                    <a:pt x="5338" y="22499"/>
                    <a:pt x="5491" y="22769"/>
                    <a:pt x="5742" y="22925"/>
                  </a:cubicBezTo>
                  <a:cubicBezTo>
                    <a:pt x="5879" y="23011"/>
                    <a:pt x="6033" y="23053"/>
                    <a:pt x="6188" y="23053"/>
                  </a:cubicBezTo>
                  <a:cubicBezTo>
                    <a:pt x="6318" y="23053"/>
                    <a:pt x="6447" y="23024"/>
                    <a:pt x="6568" y="22964"/>
                  </a:cubicBezTo>
                  <a:lnTo>
                    <a:pt x="8614" y="21941"/>
                  </a:lnTo>
                  <a:lnTo>
                    <a:pt x="10661" y="22964"/>
                  </a:lnTo>
                  <a:cubicBezTo>
                    <a:pt x="10781" y="23024"/>
                    <a:pt x="10911" y="23054"/>
                    <a:pt x="11040" y="23054"/>
                  </a:cubicBezTo>
                  <a:cubicBezTo>
                    <a:pt x="11195" y="23054"/>
                    <a:pt x="11350" y="23011"/>
                    <a:pt x="11488" y="22925"/>
                  </a:cubicBezTo>
                  <a:cubicBezTo>
                    <a:pt x="11739" y="22769"/>
                    <a:pt x="11890" y="22499"/>
                    <a:pt x="11890" y="22204"/>
                  </a:cubicBezTo>
                  <a:lnTo>
                    <a:pt x="11890" y="18807"/>
                  </a:lnTo>
                  <a:cubicBezTo>
                    <a:pt x="11890" y="18774"/>
                    <a:pt x="11886" y="18743"/>
                    <a:pt x="11878" y="18712"/>
                  </a:cubicBezTo>
                  <a:cubicBezTo>
                    <a:pt x="12953" y="18182"/>
                    <a:pt x="13928" y="17451"/>
                    <a:pt x="14749" y="16548"/>
                  </a:cubicBezTo>
                  <a:cubicBezTo>
                    <a:pt x="16348" y="14787"/>
                    <a:pt x="17229" y="12512"/>
                    <a:pt x="17229" y="10140"/>
                  </a:cubicBezTo>
                  <a:lnTo>
                    <a:pt x="17229" y="4354"/>
                  </a:lnTo>
                  <a:cubicBezTo>
                    <a:pt x="17226" y="3021"/>
                    <a:pt x="16138" y="1940"/>
                    <a:pt x="14800" y="1940"/>
                  </a:cubicBezTo>
                  <a:lnTo>
                    <a:pt x="8994" y="1940"/>
                  </a:lnTo>
                  <a:cubicBezTo>
                    <a:pt x="8982" y="1829"/>
                    <a:pt x="8977" y="1720"/>
                    <a:pt x="8977" y="1607"/>
                  </a:cubicBezTo>
                  <a:cubicBezTo>
                    <a:pt x="8977" y="1293"/>
                    <a:pt x="9023" y="979"/>
                    <a:pt x="9114" y="677"/>
                  </a:cubicBezTo>
                  <a:cubicBezTo>
                    <a:pt x="9166" y="505"/>
                    <a:pt x="9129" y="320"/>
                    <a:pt x="9011" y="183"/>
                  </a:cubicBezTo>
                  <a:cubicBezTo>
                    <a:pt x="8911" y="67"/>
                    <a:pt x="8766" y="0"/>
                    <a:pt x="86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5" name="Google Shape;4185;p59"/>
          <p:cNvGrpSpPr/>
          <p:nvPr/>
        </p:nvGrpSpPr>
        <p:grpSpPr>
          <a:xfrm>
            <a:off x="6413525" y="405138"/>
            <a:ext cx="1214675" cy="811125"/>
            <a:chOff x="6413525" y="405138"/>
            <a:chExt cx="1214675" cy="811125"/>
          </a:xfrm>
        </p:grpSpPr>
        <p:sp>
          <p:nvSpPr>
            <p:cNvPr id="4186" name="Google Shape;4186;p59"/>
            <p:cNvSpPr/>
            <p:nvPr/>
          </p:nvSpPr>
          <p:spPr>
            <a:xfrm>
              <a:off x="6413950" y="430963"/>
              <a:ext cx="52575" cy="106625"/>
            </a:xfrm>
            <a:custGeom>
              <a:rect b="b" l="l" r="r" t="t"/>
              <a:pathLst>
                <a:path extrusionOk="0" h="4265" w="2103">
                  <a:moveTo>
                    <a:pt x="947" y="365"/>
                  </a:moveTo>
                  <a:cubicBezTo>
                    <a:pt x="1224" y="365"/>
                    <a:pt x="1360" y="547"/>
                    <a:pt x="1354" y="912"/>
                  </a:cubicBezTo>
                  <a:cubicBezTo>
                    <a:pt x="1641" y="1387"/>
                    <a:pt x="1451" y="1654"/>
                    <a:pt x="783" y="1711"/>
                  </a:cubicBezTo>
                  <a:cubicBezTo>
                    <a:pt x="552" y="1712"/>
                    <a:pt x="526" y="2024"/>
                    <a:pt x="731" y="2097"/>
                  </a:cubicBezTo>
                  <a:cubicBezTo>
                    <a:pt x="1372" y="2326"/>
                    <a:pt x="1534" y="3160"/>
                    <a:pt x="1033" y="3609"/>
                  </a:cubicBezTo>
                  <a:cubicBezTo>
                    <a:pt x="883" y="3743"/>
                    <a:pt x="775" y="3798"/>
                    <a:pt x="695" y="3798"/>
                  </a:cubicBezTo>
                  <a:cubicBezTo>
                    <a:pt x="433" y="3798"/>
                    <a:pt x="498" y="3193"/>
                    <a:pt x="499" y="2863"/>
                  </a:cubicBezTo>
                  <a:cubicBezTo>
                    <a:pt x="505" y="2063"/>
                    <a:pt x="510" y="1263"/>
                    <a:pt x="515" y="462"/>
                  </a:cubicBezTo>
                  <a:lnTo>
                    <a:pt x="515" y="462"/>
                  </a:lnTo>
                  <a:cubicBezTo>
                    <a:pt x="528" y="459"/>
                    <a:pt x="541" y="455"/>
                    <a:pt x="553" y="450"/>
                  </a:cubicBezTo>
                  <a:cubicBezTo>
                    <a:pt x="707" y="393"/>
                    <a:pt x="838" y="365"/>
                    <a:pt x="947" y="365"/>
                  </a:cubicBezTo>
                  <a:close/>
                  <a:moveTo>
                    <a:pt x="878" y="0"/>
                  </a:moveTo>
                  <a:cubicBezTo>
                    <a:pt x="701" y="0"/>
                    <a:pt x="521" y="37"/>
                    <a:pt x="354" y="109"/>
                  </a:cubicBezTo>
                  <a:cubicBezTo>
                    <a:pt x="329" y="120"/>
                    <a:pt x="309" y="134"/>
                    <a:pt x="294" y="149"/>
                  </a:cubicBezTo>
                  <a:lnTo>
                    <a:pt x="294" y="149"/>
                  </a:lnTo>
                  <a:cubicBezTo>
                    <a:pt x="204" y="159"/>
                    <a:pt x="121" y="222"/>
                    <a:pt x="120" y="338"/>
                  </a:cubicBezTo>
                  <a:cubicBezTo>
                    <a:pt x="117" y="1031"/>
                    <a:pt x="111" y="1725"/>
                    <a:pt x="108" y="2418"/>
                  </a:cubicBezTo>
                  <a:cubicBezTo>
                    <a:pt x="104" y="2959"/>
                    <a:pt x="1" y="3588"/>
                    <a:pt x="148" y="4107"/>
                  </a:cubicBezTo>
                  <a:cubicBezTo>
                    <a:pt x="167" y="4167"/>
                    <a:pt x="220" y="4233"/>
                    <a:pt x="287" y="4245"/>
                  </a:cubicBezTo>
                  <a:cubicBezTo>
                    <a:pt x="366" y="4258"/>
                    <a:pt x="442" y="4264"/>
                    <a:pt x="515" y="4264"/>
                  </a:cubicBezTo>
                  <a:cubicBezTo>
                    <a:pt x="1659" y="4264"/>
                    <a:pt x="2067" y="2721"/>
                    <a:pt x="1291" y="1993"/>
                  </a:cubicBezTo>
                  <a:lnTo>
                    <a:pt x="1291" y="1993"/>
                  </a:lnTo>
                  <a:cubicBezTo>
                    <a:pt x="1768" y="1779"/>
                    <a:pt x="2103" y="1284"/>
                    <a:pt x="1922" y="723"/>
                  </a:cubicBezTo>
                  <a:cubicBezTo>
                    <a:pt x="1767" y="239"/>
                    <a:pt x="1331" y="0"/>
                    <a:pt x="8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9"/>
            <p:cNvSpPr/>
            <p:nvPr/>
          </p:nvSpPr>
          <p:spPr>
            <a:xfrm>
              <a:off x="6486075" y="405138"/>
              <a:ext cx="41750" cy="63600"/>
            </a:xfrm>
            <a:custGeom>
              <a:rect b="b" l="l" r="r" t="t"/>
              <a:pathLst>
                <a:path extrusionOk="0" h="2544" w="1670">
                  <a:moveTo>
                    <a:pt x="696" y="0"/>
                  </a:moveTo>
                  <a:cubicBezTo>
                    <a:pt x="468" y="0"/>
                    <a:pt x="241" y="130"/>
                    <a:pt x="102" y="330"/>
                  </a:cubicBezTo>
                  <a:cubicBezTo>
                    <a:pt x="1" y="478"/>
                    <a:pt x="138" y="619"/>
                    <a:pt x="279" y="619"/>
                  </a:cubicBezTo>
                  <a:cubicBezTo>
                    <a:pt x="339" y="619"/>
                    <a:pt x="400" y="593"/>
                    <a:pt x="444" y="531"/>
                  </a:cubicBezTo>
                  <a:cubicBezTo>
                    <a:pt x="544" y="433"/>
                    <a:pt x="624" y="383"/>
                    <a:pt x="684" y="383"/>
                  </a:cubicBezTo>
                  <a:cubicBezTo>
                    <a:pt x="753" y="383"/>
                    <a:pt x="795" y="449"/>
                    <a:pt x="809" y="582"/>
                  </a:cubicBezTo>
                  <a:cubicBezTo>
                    <a:pt x="905" y="685"/>
                    <a:pt x="909" y="777"/>
                    <a:pt x="816" y="860"/>
                  </a:cubicBezTo>
                  <a:cubicBezTo>
                    <a:pt x="776" y="954"/>
                    <a:pt x="712" y="997"/>
                    <a:pt x="696" y="1103"/>
                  </a:cubicBezTo>
                  <a:cubicBezTo>
                    <a:pt x="678" y="1225"/>
                    <a:pt x="712" y="1335"/>
                    <a:pt x="793" y="1423"/>
                  </a:cubicBezTo>
                  <a:cubicBezTo>
                    <a:pt x="927" y="1564"/>
                    <a:pt x="1199" y="1507"/>
                    <a:pt x="1259" y="1730"/>
                  </a:cubicBezTo>
                  <a:cubicBezTo>
                    <a:pt x="1372" y="2143"/>
                    <a:pt x="627" y="2150"/>
                    <a:pt x="398" y="2150"/>
                  </a:cubicBezTo>
                  <a:cubicBezTo>
                    <a:pt x="145" y="2150"/>
                    <a:pt x="145" y="2543"/>
                    <a:pt x="398" y="2543"/>
                  </a:cubicBezTo>
                  <a:cubicBezTo>
                    <a:pt x="862" y="2543"/>
                    <a:pt x="1456" y="2488"/>
                    <a:pt x="1619" y="1967"/>
                  </a:cubicBezTo>
                  <a:cubicBezTo>
                    <a:pt x="1670" y="1806"/>
                    <a:pt x="1668" y="1613"/>
                    <a:pt x="1591" y="1458"/>
                  </a:cubicBezTo>
                  <a:cubicBezTo>
                    <a:pt x="1492" y="1262"/>
                    <a:pt x="1337" y="1294"/>
                    <a:pt x="1197" y="1175"/>
                  </a:cubicBezTo>
                  <a:cubicBezTo>
                    <a:pt x="1187" y="1176"/>
                    <a:pt x="1177" y="1176"/>
                    <a:pt x="1169" y="1176"/>
                  </a:cubicBezTo>
                  <a:cubicBezTo>
                    <a:pt x="1078" y="1176"/>
                    <a:pt x="1075" y="1136"/>
                    <a:pt x="1154" y="1056"/>
                  </a:cubicBezTo>
                  <a:cubicBezTo>
                    <a:pt x="1191" y="1013"/>
                    <a:pt x="1219" y="967"/>
                    <a:pt x="1239" y="913"/>
                  </a:cubicBezTo>
                  <a:cubicBezTo>
                    <a:pt x="1270" y="833"/>
                    <a:pt x="1297" y="757"/>
                    <a:pt x="1300" y="670"/>
                  </a:cubicBezTo>
                  <a:cubicBezTo>
                    <a:pt x="1310" y="489"/>
                    <a:pt x="1233" y="292"/>
                    <a:pt x="1103" y="167"/>
                  </a:cubicBezTo>
                  <a:cubicBezTo>
                    <a:pt x="981" y="51"/>
                    <a:pt x="838" y="0"/>
                    <a:pt x="6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9"/>
            <p:cNvSpPr/>
            <p:nvPr/>
          </p:nvSpPr>
          <p:spPr>
            <a:xfrm>
              <a:off x="6585625" y="468263"/>
              <a:ext cx="40875" cy="12800"/>
            </a:xfrm>
            <a:custGeom>
              <a:rect b="b" l="l" r="r" t="t"/>
              <a:pathLst>
                <a:path extrusionOk="0" h="512" w="1635">
                  <a:moveTo>
                    <a:pt x="887" y="0"/>
                  </a:moveTo>
                  <a:cubicBezTo>
                    <a:pt x="659" y="0"/>
                    <a:pt x="433" y="40"/>
                    <a:pt x="213" y="120"/>
                  </a:cubicBezTo>
                  <a:cubicBezTo>
                    <a:pt x="0" y="197"/>
                    <a:pt x="61" y="512"/>
                    <a:pt x="249" y="512"/>
                  </a:cubicBezTo>
                  <a:cubicBezTo>
                    <a:pt x="269" y="512"/>
                    <a:pt x="292" y="508"/>
                    <a:pt x="316" y="499"/>
                  </a:cubicBezTo>
                  <a:cubicBezTo>
                    <a:pt x="508" y="430"/>
                    <a:pt x="699" y="395"/>
                    <a:pt x="892" y="395"/>
                  </a:cubicBezTo>
                  <a:cubicBezTo>
                    <a:pt x="1028" y="395"/>
                    <a:pt x="1164" y="412"/>
                    <a:pt x="1302" y="448"/>
                  </a:cubicBezTo>
                  <a:cubicBezTo>
                    <a:pt x="1321" y="453"/>
                    <a:pt x="1339" y="455"/>
                    <a:pt x="1356" y="455"/>
                  </a:cubicBezTo>
                  <a:cubicBezTo>
                    <a:pt x="1561" y="455"/>
                    <a:pt x="1634" y="127"/>
                    <a:pt x="1408" y="69"/>
                  </a:cubicBezTo>
                  <a:cubicBezTo>
                    <a:pt x="1235" y="23"/>
                    <a:pt x="1061" y="0"/>
                    <a:pt x="8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9"/>
            <p:cNvSpPr/>
            <p:nvPr/>
          </p:nvSpPr>
          <p:spPr>
            <a:xfrm>
              <a:off x="6591125" y="494738"/>
              <a:ext cx="33050" cy="12700"/>
            </a:xfrm>
            <a:custGeom>
              <a:rect b="b" l="l" r="r" t="t"/>
              <a:pathLst>
                <a:path extrusionOk="0" h="508" w="1322">
                  <a:moveTo>
                    <a:pt x="434" y="1"/>
                  </a:moveTo>
                  <a:cubicBezTo>
                    <a:pt x="374" y="1"/>
                    <a:pt x="313" y="4"/>
                    <a:pt x="252" y="12"/>
                  </a:cubicBezTo>
                  <a:cubicBezTo>
                    <a:pt x="12" y="41"/>
                    <a:pt x="0" y="408"/>
                    <a:pt x="226" y="408"/>
                  </a:cubicBezTo>
                  <a:cubicBezTo>
                    <a:pt x="235" y="408"/>
                    <a:pt x="243" y="408"/>
                    <a:pt x="252" y="407"/>
                  </a:cubicBezTo>
                  <a:cubicBezTo>
                    <a:pt x="314" y="399"/>
                    <a:pt x="375" y="395"/>
                    <a:pt x="436" y="395"/>
                  </a:cubicBezTo>
                  <a:cubicBezTo>
                    <a:pt x="602" y="395"/>
                    <a:pt x="763" y="424"/>
                    <a:pt x="919" y="490"/>
                  </a:cubicBezTo>
                  <a:cubicBezTo>
                    <a:pt x="947" y="502"/>
                    <a:pt x="975" y="507"/>
                    <a:pt x="1002" y="507"/>
                  </a:cubicBezTo>
                  <a:cubicBezTo>
                    <a:pt x="1192" y="507"/>
                    <a:pt x="1321" y="236"/>
                    <a:pt x="1118" y="149"/>
                  </a:cubicBezTo>
                  <a:cubicBezTo>
                    <a:pt x="895" y="55"/>
                    <a:pt x="670" y="1"/>
                    <a:pt x="4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9"/>
            <p:cNvSpPr/>
            <p:nvPr/>
          </p:nvSpPr>
          <p:spPr>
            <a:xfrm>
              <a:off x="6413850" y="600638"/>
              <a:ext cx="52575" cy="106600"/>
            </a:xfrm>
            <a:custGeom>
              <a:rect b="b" l="l" r="r" t="t"/>
              <a:pathLst>
                <a:path extrusionOk="0" h="4264" w="2103">
                  <a:moveTo>
                    <a:pt x="947" y="365"/>
                  </a:moveTo>
                  <a:cubicBezTo>
                    <a:pt x="1224" y="365"/>
                    <a:pt x="1360" y="547"/>
                    <a:pt x="1353" y="912"/>
                  </a:cubicBezTo>
                  <a:cubicBezTo>
                    <a:pt x="1641" y="1387"/>
                    <a:pt x="1452" y="1653"/>
                    <a:pt x="782" y="1711"/>
                  </a:cubicBezTo>
                  <a:cubicBezTo>
                    <a:pt x="552" y="1712"/>
                    <a:pt x="527" y="2024"/>
                    <a:pt x="731" y="2097"/>
                  </a:cubicBezTo>
                  <a:cubicBezTo>
                    <a:pt x="1373" y="2326"/>
                    <a:pt x="1534" y="3159"/>
                    <a:pt x="1033" y="3609"/>
                  </a:cubicBezTo>
                  <a:cubicBezTo>
                    <a:pt x="883" y="3743"/>
                    <a:pt x="774" y="3798"/>
                    <a:pt x="695" y="3798"/>
                  </a:cubicBezTo>
                  <a:cubicBezTo>
                    <a:pt x="433" y="3798"/>
                    <a:pt x="499" y="3193"/>
                    <a:pt x="500" y="2863"/>
                  </a:cubicBezTo>
                  <a:cubicBezTo>
                    <a:pt x="506" y="2063"/>
                    <a:pt x="510" y="1263"/>
                    <a:pt x="515" y="462"/>
                  </a:cubicBezTo>
                  <a:lnTo>
                    <a:pt x="515" y="462"/>
                  </a:lnTo>
                  <a:cubicBezTo>
                    <a:pt x="528" y="459"/>
                    <a:pt x="540" y="455"/>
                    <a:pt x="553" y="450"/>
                  </a:cubicBezTo>
                  <a:cubicBezTo>
                    <a:pt x="706" y="393"/>
                    <a:pt x="837" y="365"/>
                    <a:pt x="947" y="365"/>
                  </a:cubicBezTo>
                  <a:close/>
                  <a:moveTo>
                    <a:pt x="879" y="0"/>
                  </a:moveTo>
                  <a:cubicBezTo>
                    <a:pt x="702" y="0"/>
                    <a:pt x="522" y="37"/>
                    <a:pt x="356" y="109"/>
                  </a:cubicBezTo>
                  <a:cubicBezTo>
                    <a:pt x="330" y="120"/>
                    <a:pt x="310" y="133"/>
                    <a:pt x="294" y="149"/>
                  </a:cubicBezTo>
                  <a:lnTo>
                    <a:pt x="294" y="149"/>
                  </a:lnTo>
                  <a:cubicBezTo>
                    <a:pt x="205" y="159"/>
                    <a:pt x="121" y="222"/>
                    <a:pt x="121" y="338"/>
                  </a:cubicBezTo>
                  <a:cubicBezTo>
                    <a:pt x="117" y="1031"/>
                    <a:pt x="112" y="1725"/>
                    <a:pt x="108" y="2418"/>
                  </a:cubicBezTo>
                  <a:cubicBezTo>
                    <a:pt x="104" y="2960"/>
                    <a:pt x="1" y="3587"/>
                    <a:pt x="149" y="4107"/>
                  </a:cubicBezTo>
                  <a:cubicBezTo>
                    <a:pt x="167" y="4167"/>
                    <a:pt x="221" y="4233"/>
                    <a:pt x="287" y="4245"/>
                  </a:cubicBezTo>
                  <a:cubicBezTo>
                    <a:pt x="366" y="4258"/>
                    <a:pt x="442" y="4264"/>
                    <a:pt x="515" y="4264"/>
                  </a:cubicBezTo>
                  <a:cubicBezTo>
                    <a:pt x="1659" y="4264"/>
                    <a:pt x="2067" y="2721"/>
                    <a:pt x="1292" y="1993"/>
                  </a:cubicBezTo>
                  <a:lnTo>
                    <a:pt x="1292" y="1993"/>
                  </a:lnTo>
                  <a:cubicBezTo>
                    <a:pt x="1769" y="1779"/>
                    <a:pt x="2102" y="1284"/>
                    <a:pt x="1923" y="723"/>
                  </a:cubicBezTo>
                  <a:cubicBezTo>
                    <a:pt x="1767" y="239"/>
                    <a:pt x="1332" y="0"/>
                    <a:pt x="87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9"/>
            <p:cNvSpPr/>
            <p:nvPr/>
          </p:nvSpPr>
          <p:spPr>
            <a:xfrm>
              <a:off x="6485975" y="574813"/>
              <a:ext cx="41750" cy="63600"/>
            </a:xfrm>
            <a:custGeom>
              <a:rect b="b" l="l" r="r" t="t"/>
              <a:pathLst>
                <a:path extrusionOk="0" h="2544" w="1670">
                  <a:moveTo>
                    <a:pt x="697" y="0"/>
                  </a:moveTo>
                  <a:cubicBezTo>
                    <a:pt x="469" y="0"/>
                    <a:pt x="242" y="131"/>
                    <a:pt x="102" y="330"/>
                  </a:cubicBezTo>
                  <a:cubicBezTo>
                    <a:pt x="0" y="477"/>
                    <a:pt x="138" y="618"/>
                    <a:pt x="280" y="618"/>
                  </a:cubicBezTo>
                  <a:cubicBezTo>
                    <a:pt x="340" y="618"/>
                    <a:pt x="401" y="592"/>
                    <a:pt x="444" y="531"/>
                  </a:cubicBezTo>
                  <a:cubicBezTo>
                    <a:pt x="544" y="432"/>
                    <a:pt x="624" y="383"/>
                    <a:pt x="684" y="383"/>
                  </a:cubicBezTo>
                  <a:cubicBezTo>
                    <a:pt x="753" y="383"/>
                    <a:pt x="794" y="449"/>
                    <a:pt x="809" y="582"/>
                  </a:cubicBezTo>
                  <a:cubicBezTo>
                    <a:pt x="906" y="687"/>
                    <a:pt x="909" y="777"/>
                    <a:pt x="816" y="860"/>
                  </a:cubicBezTo>
                  <a:cubicBezTo>
                    <a:pt x="777" y="954"/>
                    <a:pt x="713" y="997"/>
                    <a:pt x="696" y="1103"/>
                  </a:cubicBezTo>
                  <a:cubicBezTo>
                    <a:pt x="679" y="1225"/>
                    <a:pt x="713" y="1335"/>
                    <a:pt x="795" y="1424"/>
                  </a:cubicBezTo>
                  <a:cubicBezTo>
                    <a:pt x="928" y="1564"/>
                    <a:pt x="1200" y="1507"/>
                    <a:pt x="1260" y="1732"/>
                  </a:cubicBezTo>
                  <a:cubicBezTo>
                    <a:pt x="1373" y="2142"/>
                    <a:pt x="629" y="2150"/>
                    <a:pt x="400" y="2150"/>
                  </a:cubicBezTo>
                  <a:cubicBezTo>
                    <a:pt x="145" y="2150"/>
                    <a:pt x="145" y="2543"/>
                    <a:pt x="400" y="2543"/>
                  </a:cubicBezTo>
                  <a:cubicBezTo>
                    <a:pt x="862" y="2543"/>
                    <a:pt x="1457" y="2487"/>
                    <a:pt x="1619" y="1968"/>
                  </a:cubicBezTo>
                  <a:cubicBezTo>
                    <a:pt x="1669" y="1806"/>
                    <a:pt x="1668" y="1613"/>
                    <a:pt x="1591" y="1458"/>
                  </a:cubicBezTo>
                  <a:cubicBezTo>
                    <a:pt x="1493" y="1262"/>
                    <a:pt x="1339" y="1294"/>
                    <a:pt x="1197" y="1175"/>
                  </a:cubicBezTo>
                  <a:cubicBezTo>
                    <a:pt x="1187" y="1176"/>
                    <a:pt x="1177" y="1176"/>
                    <a:pt x="1169" y="1176"/>
                  </a:cubicBezTo>
                  <a:cubicBezTo>
                    <a:pt x="1079" y="1176"/>
                    <a:pt x="1074" y="1136"/>
                    <a:pt x="1154" y="1056"/>
                  </a:cubicBezTo>
                  <a:cubicBezTo>
                    <a:pt x="1193" y="1013"/>
                    <a:pt x="1218" y="967"/>
                    <a:pt x="1238" y="913"/>
                  </a:cubicBezTo>
                  <a:cubicBezTo>
                    <a:pt x="1271" y="833"/>
                    <a:pt x="1297" y="757"/>
                    <a:pt x="1301" y="669"/>
                  </a:cubicBezTo>
                  <a:cubicBezTo>
                    <a:pt x="1310" y="489"/>
                    <a:pt x="1233" y="293"/>
                    <a:pt x="1102" y="167"/>
                  </a:cubicBezTo>
                  <a:cubicBezTo>
                    <a:pt x="981" y="51"/>
                    <a:pt x="839" y="0"/>
                    <a:pt x="6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9"/>
            <p:cNvSpPr/>
            <p:nvPr/>
          </p:nvSpPr>
          <p:spPr>
            <a:xfrm>
              <a:off x="6585500" y="637963"/>
              <a:ext cx="40875" cy="12775"/>
            </a:xfrm>
            <a:custGeom>
              <a:rect b="b" l="l" r="r" t="t"/>
              <a:pathLst>
                <a:path extrusionOk="0" h="511" w="1635">
                  <a:moveTo>
                    <a:pt x="887" y="1"/>
                  </a:moveTo>
                  <a:cubicBezTo>
                    <a:pt x="660" y="1"/>
                    <a:pt x="433" y="39"/>
                    <a:pt x="214" y="119"/>
                  </a:cubicBezTo>
                  <a:cubicBezTo>
                    <a:pt x="1" y="195"/>
                    <a:pt x="62" y="511"/>
                    <a:pt x="250" y="511"/>
                  </a:cubicBezTo>
                  <a:cubicBezTo>
                    <a:pt x="271" y="511"/>
                    <a:pt x="294" y="507"/>
                    <a:pt x="318" y="498"/>
                  </a:cubicBezTo>
                  <a:cubicBezTo>
                    <a:pt x="509" y="429"/>
                    <a:pt x="700" y="394"/>
                    <a:pt x="894" y="394"/>
                  </a:cubicBezTo>
                  <a:cubicBezTo>
                    <a:pt x="1029" y="394"/>
                    <a:pt x="1165" y="411"/>
                    <a:pt x="1303" y="447"/>
                  </a:cubicBezTo>
                  <a:cubicBezTo>
                    <a:pt x="1322" y="452"/>
                    <a:pt x="1340" y="454"/>
                    <a:pt x="1357" y="454"/>
                  </a:cubicBezTo>
                  <a:cubicBezTo>
                    <a:pt x="1563" y="454"/>
                    <a:pt x="1635" y="126"/>
                    <a:pt x="1409" y="67"/>
                  </a:cubicBezTo>
                  <a:cubicBezTo>
                    <a:pt x="1236" y="23"/>
                    <a:pt x="1061" y="1"/>
                    <a:pt x="88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9"/>
            <p:cNvSpPr/>
            <p:nvPr/>
          </p:nvSpPr>
          <p:spPr>
            <a:xfrm>
              <a:off x="6591025" y="664388"/>
              <a:ext cx="33075" cy="12675"/>
            </a:xfrm>
            <a:custGeom>
              <a:rect b="b" l="l" r="r" t="t"/>
              <a:pathLst>
                <a:path extrusionOk="0" h="507" w="1323">
                  <a:moveTo>
                    <a:pt x="434" y="0"/>
                  </a:moveTo>
                  <a:cubicBezTo>
                    <a:pt x="374" y="0"/>
                    <a:pt x="313" y="4"/>
                    <a:pt x="252" y="11"/>
                  </a:cubicBezTo>
                  <a:cubicBezTo>
                    <a:pt x="13" y="41"/>
                    <a:pt x="0" y="408"/>
                    <a:pt x="225" y="408"/>
                  </a:cubicBezTo>
                  <a:cubicBezTo>
                    <a:pt x="233" y="408"/>
                    <a:pt x="242" y="407"/>
                    <a:pt x="252" y="406"/>
                  </a:cubicBezTo>
                  <a:cubicBezTo>
                    <a:pt x="314" y="399"/>
                    <a:pt x="375" y="395"/>
                    <a:pt x="436" y="395"/>
                  </a:cubicBezTo>
                  <a:cubicBezTo>
                    <a:pt x="602" y="395"/>
                    <a:pt x="764" y="423"/>
                    <a:pt x="919" y="489"/>
                  </a:cubicBezTo>
                  <a:cubicBezTo>
                    <a:pt x="947" y="501"/>
                    <a:pt x="975" y="507"/>
                    <a:pt x="1002" y="507"/>
                  </a:cubicBezTo>
                  <a:cubicBezTo>
                    <a:pt x="1193" y="507"/>
                    <a:pt x="1322" y="235"/>
                    <a:pt x="1118" y="148"/>
                  </a:cubicBezTo>
                  <a:cubicBezTo>
                    <a:pt x="895" y="55"/>
                    <a:pt x="670" y="0"/>
                    <a:pt x="4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9"/>
            <p:cNvSpPr/>
            <p:nvPr/>
          </p:nvSpPr>
          <p:spPr>
            <a:xfrm>
              <a:off x="6413775" y="770263"/>
              <a:ext cx="52575" cy="106625"/>
            </a:xfrm>
            <a:custGeom>
              <a:rect b="b" l="l" r="r" t="t"/>
              <a:pathLst>
                <a:path extrusionOk="0" h="4265" w="2103">
                  <a:moveTo>
                    <a:pt x="945" y="366"/>
                  </a:moveTo>
                  <a:cubicBezTo>
                    <a:pt x="1224" y="366"/>
                    <a:pt x="1360" y="549"/>
                    <a:pt x="1354" y="914"/>
                  </a:cubicBezTo>
                  <a:cubicBezTo>
                    <a:pt x="1641" y="1388"/>
                    <a:pt x="1451" y="1654"/>
                    <a:pt x="782" y="1711"/>
                  </a:cubicBezTo>
                  <a:cubicBezTo>
                    <a:pt x="552" y="1713"/>
                    <a:pt x="526" y="2025"/>
                    <a:pt x="731" y="2098"/>
                  </a:cubicBezTo>
                  <a:cubicBezTo>
                    <a:pt x="1372" y="2327"/>
                    <a:pt x="1534" y="3161"/>
                    <a:pt x="1033" y="3609"/>
                  </a:cubicBezTo>
                  <a:cubicBezTo>
                    <a:pt x="883" y="3743"/>
                    <a:pt x="774" y="3798"/>
                    <a:pt x="695" y="3798"/>
                  </a:cubicBezTo>
                  <a:cubicBezTo>
                    <a:pt x="432" y="3798"/>
                    <a:pt x="498" y="3194"/>
                    <a:pt x="499" y="2864"/>
                  </a:cubicBezTo>
                  <a:cubicBezTo>
                    <a:pt x="504" y="2065"/>
                    <a:pt x="510" y="1263"/>
                    <a:pt x="515" y="463"/>
                  </a:cubicBezTo>
                  <a:lnTo>
                    <a:pt x="515" y="463"/>
                  </a:lnTo>
                  <a:cubicBezTo>
                    <a:pt x="528" y="460"/>
                    <a:pt x="540" y="456"/>
                    <a:pt x="553" y="450"/>
                  </a:cubicBezTo>
                  <a:cubicBezTo>
                    <a:pt x="706" y="394"/>
                    <a:pt x="836" y="366"/>
                    <a:pt x="945" y="366"/>
                  </a:cubicBezTo>
                  <a:close/>
                  <a:moveTo>
                    <a:pt x="878" y="1"/>
                  </a:moveTo>
                  <a:cubicBezTo>
                    <a:pt x="701" y="1"/>
                    <a:pt x="521" y="37"/>
                    <a:pt x="354" y="109"/>
                  </a:cubicBezTo>
                  <a:cubicBezTo>
                    <a:pt x="329" y="120"/>
                    <a:pt x="308" y="134"/>
                    <a:pt x="293" y="150"/>
                  </a:cubicBezTo>
                  <a:lnTo>
                    <a:pt x="293" y="150"/>
                  </a:lnTo>
                  <a:cubicBezTo>
                    <a:pt x="203" y="160"/>
                    <a:pt x="121" y="223"/>
                    <a:pt x="120" y="338"/>
                  </a:cubicBezTo>
                  <a:cubicBezTo>
                    <a:pt x="117" y="1031"/>
                    <a:pt x="111" y="1725"/>
                    <a:pt x="108" y="2418"/>
                  </a:cubicBezTo>
                  <a:cubicBezTo>
                    <a:pt x="104" y="2961"/>
                    <a:pt x="1" y="3588"/>
                    <a:pt x="148" y="4108"/>
                  </a:cubicBezTo>
                  <a:cubicBezTo>
                    <a:pt x="167" y="4168"/>
                    <a:pt x="220" y="4235"/>
                    <a:pt x="287" y="4245"/>
                  </a:cubicBezTo>
                  <a:cubicBezTo>
                    <a:pt x="366" y="4258"/>
                    <a:pt x="442" y="4264"/>
                    <a:pt x="515" y="4264"/>
                  </a:cubicBezTo>
                  <a:cubicBezTo>
                    <a:pt x="1659" y="4264"/>
                    <a:pt x="2067" y="2723"/>
                    <a:pt x="1291" y="1994"/>
                  </a:cubicBezTo>
                  <a:lnTo>
                    <a:pt x="1291" y="1994"/>
                  </a:lnTo>
                  <a:cubicBezTo>
                    <a:pt x="1768" y="1780"/>
                    <a:pt x="2102" y="1285"/>
                    <a:pt x="1922" y="723"/>
                  </a:cubicBezTo>
                  <a:cubicBezTo>
                    <a:pt x="1766" y="239"/>
                    <a:pt x="1332" y="1"/>
                    <a:pt x="8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9"/>
            <p:cNvSpPr/>
            <p:nvPr/>
          </p:nvSpPr>
          <p:spPr>
            <a:xfrm>
              <a:off x="6485900" y="744488"/>
              <a:ext cx="41750" cy="63600"/>
            </a:xfrm>
            <a:custGeom>
              <a:rect b="b" l="l" r="r" t="t"/>
              <a:pathLst>
                <a:path extrusionOk="0" h="2544" w="1670">
                  <a:moveTo>
                    <a:pt x="696" y="0"/>
                  </a:moveTo>
                  <a:cubicBezTo>
                    <a:pt x="468" y="0"/>
                    <a:pt x="241" y="131"/>
                    <a:pt x="102" y="330"/>
                  </a:cubicBezTo>
                  <a:cubicBezTo>
                    <a:pt x="1" y="477"/>
                    <a:pt x="138" y="618"/>
                    <a:pt x="279" y="618"/>
                  </a:cubicBezTo>
                  <a:cubicBezTo>
                    <a:pt x="339" y="618"/>
                    <a:pt x="400" y="592"/>
                    <a:pt x="444" y="530"/>
                  </a:cubicBezTo>
                  <a:cubicBezTo>
                    <a:pt x="544" y="433"/>
                    <a:pt x="624" y="384"/>
                    <a:pt x="684" y="384"/>
                  </a:cubicBezTo>
                  <a:cubicBezTo>
                    <a:pt x="753" y="384"/>
                    <a:pt x="794" y="450"/>
                    <a:pt x="809" y="582"/>
                  </a:cubicBezTo>
                  <a:cubicBezTo>
                    <a:pt x="905" y="686"/>
                    <a:pt x="909" y="778"/>
                    <a:pt x="816" y="860"/>
                  </a:cubicBezTo>
                  <a:cubicBezTo>
                    <a:pt x="776" y="954"/>
                    <a:pt x="712" y="997"/>
                    <a:pt x="696" y="1103"/>
                  </a:cubicBezTo>
                  <a:cubicBezTo>
                    <a:pt x="677" y="1225"/>
                    <a:pt x="712" y="1336"/>
                    <a:pt x="793" y="1424"/>
                  </a:cubicBezTo>
                  <a:cubicBezTo>
                    <a:pt x="926" y="1565"/>
                    <a:pt x="1198" y="1508"/>
                    <a:pt x="1259" y="1732"/>
                  </a:cubicBezTo>
                  <a:cubicBezTo>
                    <a:pt x="1372" y="2142"/>
                    <a:pt x="627" y="2150"/>
                    <a:pt x="398" y="2150"/>
                  </a:cubicBezTo>
                  <a:cubicBezTo>
                    <a:pt x="145" y="2150"/>
                    <a:pt x="145" y="2543"/>
                    <a:pt x="398" y="2543"/>
                  </a:cubicBezTo>
                  <a:cubicBezTo>
                    <a:pt x="862" y="2543"/>
                    <a:pt x="1456" y="2489"/>
                    <a:pt x="1619" y="1968"/>
                  </a:cubicBezTo>
                  <a:cubicBezTo>
                    <a:pt x="1669" y="1806"/>
                    <a:pt x="1668" y="1613"/>
                    <a:pt x="1591" y="1460"/>
                  </a:cubicBezTo>
                  <a:cubicBezTo>
                    <a:pt x="1492" y="1262"/>
                    <a:pt x="1337" y="1295"/>
                    <a:pt x="1197" y="1175"/>
                  </a:cubicBezTo>
                  <a:cubicBezTo>
                    <a:pt x="1186" y="1175"/>
                    <a:pt x="1177" y="1176"/>
                    <a:pt x="1168" y="1176"/>
                  </a:cubicBezTo>
                  <a:cubicBezTo>
                    <a:pt x="1078" y="1176"/>
                    <a:pt x="1075" y="1137"/>
                    <a:pt x="1154" y="1057"/>
                  </a:cubicBezTo>
                  <a:cubicBezTo>
                    <a:pt x="1191" y="1014"/>
                    <a:pt x="1219" y="967"/>
                    <a:pt x="1239" y="914"/>
                  </a:cubicBezTo>
                  <a:cubicBezTo>
                    <a:pt x="1270" y="833"/>
                    <a:pt x="1297" y="758"/>
                    <a:pt x="1300" y="671"/>
                  </a:cubicBezTo>
                  <a:cubicBezTo>
                    <a:pt x="1310" y="489"/>
                    <a:pt x="1233" y="293"/>
                    <a:pt x="1103" y="167"/>
                  </a:cubicBezTo>
                  <a:cubicBezTo>
                    <a:pt x="981" y="51"/>
                    <a:pt x="838" y="0"/>
                    <a:pt x="6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9"/>
            <p:cNvSpPr/>
            <p:nvPr/>
          </p:nvSpPr>
          <p:spPr>
            <a:xfrm>
              <a:off x="6585450" y="807588"/>
              <a:ext cx="40900" cy="12825"/>
            </a:xfrm>
            <a:custGeom>
              <a:rect b="b" l="l" r="r" t="t"/>
              <a:pathLst>
                <a:path extrusionOk="0" h="513" w="1636">
                  <a:moveTo>
                    <a:pt x="890" y="0"/>
                  </a:moveTo>
                  <a:cubicBezTo>
                    <a:pt x="662" y="0"/>
                    <a:pt x="435" y="40"/>
                    <a:pt x="214" y="119"/>
                  </a:cubicBezTo>
                  <a:cubicBezTo>
                    <a:pt x="1" y="196"/>
                    <a:pt x="61" y="512"/>
                    <a:pt x="248" y="512"/>
                  </a:cubicBezTo>
                  <a:cubicBezTo>
                    <a:pt x="269" y="512"/>
                    <a:pt x="293" y="508"/>
                    <a:pt x="317" y="499"/>
                  </a:cubicBezTo>
                  <a:cubicBezTo>
                    <a:pt x="509" y="430"/>
                    <a:pt x="700" y="394"/>
                    <a:pt x="893" y="394"/>
                  </a:cubicBezTo>
                  <a:cubicBezTo>
                    <a:pt x="1029" y="394"/>
                    <a:pt x="1165" y="412"/>
                    <a:pt x="1303" y="447"/>
                  </a:cubicBezTo>
                  <a:cubicBezTo>
                    <a:pt x="1322" y="452"/>
                    <a:pt x="1340" y="454"/>
                    <a:pt x="1357" y="454"/>
                  </a:cubicBezTo>
                  <a:cubicBezTo>
                    <a:pt x="1562" y="454"/>
                    <a:pt x="1636" y="126"/>
                    <a:pt x="1409" y="68"/>
                  </a:cubicBezTo>
                  <a:cubicBezTo>
                    <a:pt x="1237" y="23"/>
                    <a:pt x="1063" y="0"/>
                    <a:pt x="8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9"/>
            <p:cNvSpPr/>
            <p:nvPr/>
          </p:nvSpPr>
          <p:spPr>
            <a:xfrm>
              <a:off x="6590950" y="834063"/>
              <a:ext cx="33050" cy="12675"/>
            </a:xfrm>
            <a:custGeom>
              <a:rect b="b" l="l" r="r" t="t"/>
              <a:pathLst>
                <a:path extrusionOk="0" h="507" w="1322">
                  <a:moveTo>
                    <a:pt x="433" y="0"/>
                  </a:moveTo>
                  <a:cubicBezTo>
                    <a:pt x="374" y="0"/>
                    <a:pt x="313" y="4"/>
                    <a:pt x="252" y="11"/>
                  </a:cubicBezTo>
                  <a:cubicBezTo>
                    <a:pt x="12" y="40"/>
                    <a:pt x="0" y="408"/>
                    <a:pt x="224" y="408"/>
                  </a:cubicBezTo>
                  <a:cubicBezTo>
                    <a:pt x="233" y="408"/>
                    <a:pt x="242" y="407"/>
                    <a:pt x="252" y="406"/>
                  </a:cubicBezTo>
                  <a:cubicBezTo>
                    <a:pt x="314" y="399"/>
                    <a:pt x="375" y="395"/>
                    <a:pt x="436" y="395"/>
                  </a:cubicBezTo>
                  <a:cubicBezTo>
                    <a:pt x="601" y="395"/>
                    <a:pt x="763" y="423"/>
                    <a:pt x="919" y="489"/>
                  </a:cubicBezTo>
                  <a:cubicBezTo>
                    <a:pt x="947" y="501"/>
                    <a:pt x="975" y="506"/>
                    <a:pt x="1002" y="506"/>
                  </a:cubicBezTo>
                  <a:cubicBezTo>
                    <a:pt x="1192" y="506"/>
                    <a:pt x="1321" y="235"/>
                    <a:pt x="1118" y="148"/>
                  </a:cubicBezTo>
                  <a:cubicBezTo>
                    <a:pt x="895" y="55"/>
                    <a:pt x="670" y="0"/>
                    <a:pt x="4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9"/>
            <p:cNvSpPr/>
            <p:nvPr/>
          </p:nvSpPr>
          <p:spPr>
            <a:xfrm>
              <a:off x="6413675" y="939963"/>
              <a:ext cx="52575" cy="106600"/>
            </a:xfrm>
            <a:custGeom>
              <a:rect b="b" l="l" r="r" t="t"/>
              <a:pathLst>
                <a:path extrusionOk="0" h="4264" w="2103">
                  <a:moveTo>
                    <a:pt x="945" y="365"/>
                  </a:moveTo>
                  <a:cubicBezTo>
                    <a:pt x="1224" y="365"/>
                    <a:pt x="1359" y="548"/>
                    <a:pt x="1353" y="913"/>
                  </a:cubicBezTo>
                  <a:cubicBezTo>
                    <a:pt x="1641" y="1387"/>
                    <a:pt x="1452" y="1653"/>
                    <a:pt x="782" y="1710"/>
                  </a:cubicBezTo>
                  <a:cubicBezTo>
                    <a:pt x="552" y="1712"/>
                    <a:pt x="527" y="2024"/>
                    <a:pt x="731" y="2097"/>
                  </a:cubicBezTo>
                  <a:cubicBezTo>
                    <a:pt x="1373" y="2326"/>
                    <a:pt x="1534" y="3160"/>
                    <a:pt x="1033" y="3608"/>
                  </a:cubicBezTo>
                  <a:cubicBezTo>
                    <a:pt x="883" y="3742"/>
                    <a:pt x="774" y="3797"/>
                    <a:pt x="695" y="3797"/>
                  </a:cubicBezTo>
                  <a:cubicBezTo>
                    <a:pt x="433" y="3797"/>
                    <a:pt x="499" y="3192"/>
                    <a:pt x="500" y="2862"/>
                  </a:cubicBezTo>
                  <a:cubicBezTo>
                    <a:pt x="505" y="2063"/>
                    <a:pt x="510" y="1261"/>
                    <a:pt x="515" y="462"/>
                  </a:cubicBezTo>
                  <a:lnTo>
                    <a:pt x="515" y="462"/>
                  </a:lnTo>
                  <a:cubicBezTo>
                    <a:pt x="527" y="459"/>
                    <a:pt x="540" y="454"/>
                    <a:pt x="553" y="449"/>
                  </a:cubicBezTo>
                  <a:cubicBezTo>
                    <a:pt x="706" y="393"/>
                    <a:pt x="836" y="365"/>
                    <a:pt x="945" y="365"/>
                  </a:cubicBezTo>
                  <a:close/>
                  <a:moveTo>
                    <a:pt x="880" y="1"/>
                  </a:moveTo>
                  <a:cubicBezTo>
                    <a:pt x="702" y="1"/>
                    <a:pt x="523" y="37"/>
                    <a:pt x="355" y="110"/>
                  </a:cubicBezTo>
                  <a:cubicBezTo>
                    <a:pt x="330" y="120"/>
                    <a:pt x="310" y="134"/>
                    <a:pt x="295" y="149"/>
                  </a:cubicBezTo>
                  <a:lnTo>
                    <a:pt x="295" y="149"/>
                  </a:lnTo>
                  <a:cubicBezTo>
                    <a:pt x="205" y="158"/>
                    <a:pt x="121" y="222"/>
                    <a:pt x="121" y="339"/>
                  </a:cubicBezTo>
                  <a:cubicBezTo>
                    <a:pt x="116" y="1030"/>
                    <a:pt x="112" y="1724"/>
                    <a:pt x="108" y="2417"/>
                  </a:cubicBezTo>
                  <a:cubicBezTo>
                    <a:pt x="104" y="2960"/>
                    <a:pt x="0" y="3588"/>
                    <a:pt x="149" y="4106"/>
                  </a:cubicBezTo>
                  <a:cubicBezTo>
                    <a:pt x="166" y="4168"/>
                    <a:pt x="221" y="4234"/>
                    <a:pt x="287" y="4244"/>
                  </a:cubicBezTo>
                  <a:cubicBezTo>
                    <a:pt x="366" y="4257"/>
                    <a:pt x="442" y="4263"/>
                    <a:pt x="515" y="4263"/>
                  </a:cubicBezTo>
                  <a:cubicBezTo>
                    <a:pt x="1659" y="4263"/>
                    <a:pt x="2067" y="2721"/>
                    <a:pt x="1292" y="1992"/>
                  </a:cubicBezTo>
                  <a:lnTo>
                    <a:pt x="1292" y="1992"/>
                  </a:lnTo>
                  <a:cubicBezTo>
                    <a:pt x="1768" y="1779"/>
                    <a:pt x="2102" y="1284"/>
                    <a:pt x="1923" y="722"/>
                  </a:cubicBezTo>
                  <a:cubicBezTo>
                    <a:pt x="1767" y="239"/>
                    <a:pt x="1332" y="1"/>
                    <a:pt x="88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9"/>
            <p:cNvSpPr/>
            <p:nvPr/>
          </p:nvSpPr>
          <p:spPr>
            <a:xfrm>
              <a:off x="6485800" y="914113"/>
              <a:ext cx="41750" cy="63600"/>
            </a:xfrm>
            <a:custGeom>
              <a:rect b="b" l="l" r="r" t="t"/>
              <a:pathLst>
                <a:path extrusionOk="0" h="2544" w="1670">
                  <a:moveTo>
                    <a:pt x="697" y="1"/>
                  </a:moveTo>
                  <a:cubicBezTo>
                    <a:pt x="469" y="1"/>
                    <a:pt x="242" y="131"/>
                    <a:pt x="102" y="331"/>
                  </a:cubicBezTo>
                  <a:cubicBezTo>
                    <a:pt x="0" y="479"/>
                    <a:pt x="138" y="619"/>
                    <a:pt x="278" y="619"/>
                  </a:cubicBezTo>
                  <a:cubicBezTo>
                    <a:pt x="339" y="619"/>
                    <a:pt x="400" y="593"/>
                    <a:pt x="444" y="531"/>
                  </a:cubicBezTo>
                  <a:cubicBezTo>
                    <a:pt x="544" y="433"/>
                    <a:pt x="624" y="385"/>
                    <a:pt x="683" y="385"/>
                  </a:cubicBezTo>
                  <a:cubicBezTo>
                    <a:pt x="752" y="385"/>
                    <a:pt x="794" y="450"/>
                    <a:pt x="809" y="582"/>
                  </a:cubicBezTo>
                  <a:cubicBezTo>
                    <a:pt x="905" y="687"/>
                    <a:pt x="909" y="779"/>
                    <a:pt x="816" y="860"/>
                  </a:cubicBezTo>
                  <a:cubicBezTo>
                    <a:pt x="776" y="955"/>
                    <a:pt x="713" y="998"/>
                    <a:pt x="696" y="1104"/>
                  </a:cubicBezTo>
                  <a:cubicBezTo>
                    <a:pt x="679" y="1225"/>
                    <a:pt x="711" y="1337"/>
                    <a:pt x="794" y="1424"/>
                  </a:cubicBezTo>
                  <a:cubicBezTo>
                    <a:pt x="926" y="1566"/>
                    <a:pt x="1198" y="1509"/>
                    <a:pt x="1260" y="1732"/>
                  </a:cubicBezTo>
                  <a:cubicBezTo>
                    <a:pt x="1373" y="2143"/>
                    <a:pt x="628" y="2150"/>
                    <a:pt x="399" y="2150"/>
                  </a:cubicBezTo>
                  <a:cubicBezTo>
                    <a:pt x="145" y="2150"/>
                    <a:pt x="145" y="2544"/>
                    <a:pt x="399" y="2544"/>
                  </a:cubicBezTo>
                  <a:cubicBezTo>
                    <a:pt x="862" y="2544"/>
                    <a:pt x="1456" y="2489"/>
                    <a:pt x="1619" y="1968"/>
                  </a:cubicBezTo>
                  <a:cubicBezTo>
                    <a:pt x="1669" y="1806"/>
                    <a:pt x="1668" y="1613"/>
                    <a:pt x="1590" y="1460"/>
                  </a:cubicBezTo>
                  <a:cubicBezTo>
                    <a:pt x="1492" y="1262"/>
                    <a:pt x="1338" y="1295"/>
                    <a:pt x="1197" y="1175"/>
                  </a:cubicBezTo>
                  <a:cubicBezTo>
                    <a:pt x="1186" y="1176"/>
                    <a:pt x="1177" y="1176"/>
                    <a:pt x="1168" y="1176"/>
                  </a:cubicBezTo>
                  <a:cubicBezTo>
                    <a:pt x="1079" y="1176"/>
                    <a:pt x="1074" y="1137"/>
                    <a:pt x="1154" y="1058"/>
                  </a:cubicBezTo>
                  <a:cubicBezTo>
                    <a:pt x="1191" y="1015"/>
                    <a:pt x="1218" y="968"/>
                    <a:pt x="1238" y="915"/>
                  </a:cubicBezTo>
                  <a:cubicBezTo>
                    <a:pt x="1270" y="833"/>
                    <a:pt x="1297" y="759"/>
                    <a:pt x="1301" y="671"/>
                  </a:cubicBezTo>
                  <a:cubicBezTo>
                    <a:pt x="1310" y="489"/>
                    <a:pt x="1233" y="293"/>
                    <a:pt x="1102" y="167"/>
                  </a:cubicBezTo>
                  <a:cubicBezTo>
                    <a:pt x="981" y="51"/>
                    <a:pt x="839" y="1"/>
                    <a:pt x="6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9"/>
            <p:cNvSpPr/>
            <p:nvPr/>
          </p:nvSpPr>
          <p:spPr>
            <a:xfrm>
              <a:off x="6585350" y="977263"/>
              <a:ext cx="40925" cy="12825"/>
            </a:xfrm>
            <a:custGeom>
              <a:rect b="b" l="l" r="r" t="t"/>
              <a:pathLst>
                <a:path extrusionOk="0" h="513" w="1637">
                  <a:moveTo>
                    <a:pt x="891" y="1"/>
                  </a:moveTo>
                  <a:cubicBezTo>
                    <a:pt x="663" y="1"/>
                    <a:pt x="435" y="40"/>
                    <a:pt x="214" y="121"/>
                  </a:cubicBezTo>
                  <a:cubicBezTo>
                    <a:pt x="0" y="198"/>
                    <a:pt x="61" y="513"/>
                    <a:pt x="250" y="513"/>
                  </a:cubicBezTo>
                  <a:cubicBezTo>
                    <a:pt x="271" y="513"/>
                    <a:pt x="294" y="509"/>
                    <a:pt x="318" y="500"/>
                  </a:cubicBezTo>
                  <a:cubicBezTo>
                    <a:pt x="510" y="430"/>
                    <a:pt x="702" y="394"/>
                    <a:pt x="895" y="394"/>
                  </a:cubicBezTo>
                  <a:cubicBezTo>
                    <a:pt x="1031" y="394"/>
                    <a:pt x="1167" y="412"/>
                    <a:pt x="1305" y="447"/>
                  </a:cubicBezTo>
                  <a:cubicBezTo>
                    <a:pt x="1323" y="452"/>
                    <a:pt x="1341" y="454"/>
                    <a:pt x="1358" y="454"/>
                  </a:cubicBezTo>
                  <a:cubicBezTo>
                    <a:pt x="1564" y="454"/>
                    <a:pt x="1637" y="126"/>
                    <a:pt x="1409" y="68"/>
                  </a:cubicBezTo>
                  <a:cubicBezTo>
                    <a:pt x="1238" y="23"/>
                    <a:pt x="1064" y="1"/>
                    <a:pt x="89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9"/>
            <p:cNvSpPr/>
            <p:nvPr/>
          </p:nvSpPr>
          <p:spPr>
            <a:xfrm>
              <a:off x="6590850" y="1003738"/>
              <a:ext cx="33050" cy="12675"/>
            </a:xfrm>
            <a:custGeom>
              <a:rect b="b" l="l" r="r" t="t"/>
              <a:pathLst>
                <a:path extrusionOk="0" h="507" w="1322">
                  <a:moveTo>
                    <a:pt x="433" y="0"/>
                  </a:moveTo>
                  <a:cubicBezTo>
                    <a:pt x="374" y="0"/>
                    <a:pt x="313" y="4"/>
                    <a:pt x="251" y="11"/>
                  </a:cubicBezTo>
                  <a:cubicBezTo>
                    <a:pt x="12" y="41"/>
                    <a:pt x="0" y="409"/>
                    <a:pt x="226" y="409"/>
                  </a:cubicBezTo>
                  <a:cubicBezTo>
                    <a:pt x="234" y="409"/>
                    <a:pt x="243" y="408"/>
                    <a:pt x="251" y="407"/>
                  </a:cubicBezTo>
                  <a:cubicBezTo>
                    <a:pt x="314" y="400"/>
                    <a:pt x="375" y="396"/>
                    <a:pt x="437" y="396"/>
                  </a:cubicBezTo>
                  <a:cubicBezTo>
                    <a:pt x="602" y="396"/>
                    <a:pt x="765" y="424"/>
                    <a:pt x="920" y="489"/>
                  </a:cubicBezTo>
                  <a:cubicBezTo>
                    <a:pt x="949" y="501"/>
                    <a:pt x="977" y="507"/>
                    <a:pt x="1004" y="507"/>
                  </a:cubicBezTo>
                  <a:cubicBezTo>
                    <a:pt x="1194" y="507"/>
                    <a:pt x="1322" y="235"/>
                    <a:pt x="1118" y="150"/>
                  </a:cubicBezTo>
                  <a:cubicBezTo>
                    <a:pt x="895" y="55"/>
                    <a:pt x="670" y="0"/>
                    <a:pt x="4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9"/>
            <p:cNvSpPr/>
            <p:nvPr/>
          </p:nvSpPr>
          <p:spPr>
            <a:xfrm>
              <a:off x="6413525" y="1109638"/>
              <a:ext cx="52575" cy="106625"/>
            </a:xfrm>
            <a:custGeom>
              <a:rect b="b" l="l" r="r" t="t"/>
              <a:pathLst>
                <a:path extrusionOk="0" h="4265" w="2103">
                  <a:moveTo>
                    <a:pt x="946" y="365"/>
                  </a:moveTo>
                  <a:cubicBezTo>
                    <a:pt x="1224" y="365"/>
                    <a:pt x="1361" y="547"/>
                    <a:pt x="1354" y="913"/>
                  </a:cubicBezTo>
                  <a:cubicBezTo>
                    <a:pt x="1643" y="1386"/>
                    <a:pt x="1452" y="1654"/>
                    <a:pt x="784" y="1711"/>
                  </a:cubicBezTo>
                  <a:cubicBezTo>
                    <a:pt x="552" y="1713"/>
                    <a:pt x="528" y="2023"/>
                    <a:pt x="731" y="2098"/>
                  </a:cubicBezTo>
                  <a:cubicBezTo>
                    <a:pt x="1374" y="2327"/>
                    <a:pt x="1535" y="3160"/>
                    <a:pt x="1034" y="3610"/>
                  </a:cubicBezTo>
                  <a:cubicBezTo>
                    <a:pt x="884" y="3744"/>
                    <a:pt x="775" y="3798"/>
                    <a:pt x="696" y="3798"/>
                  </a:cubicBezTo>
                  <a:cubicBezTo>
                    <a:pt x="433" y="3798"/>
                    <a:pt x="499" y="3194"/>
                    <a:pt x="500" y="2864"/>
                  </a:cubicBezTo>
                  <a:cubicBezTo>
                    <a:pt x="506" y="2063"/>
                    <a:pt x="511" y="1261"/>
                    <a:pt x="515" y="462"/>
                  </a:cubicBezTo>
                  <a:lnTo>
                    <a:pt x="515" y="462"/>
                  </a:lnTo>
                  <a:cubicBezTo>
                    <a:pt x="528" y="459"/>
                    <a:pt x="541" y="454"/>
                    <a:pt x="555" y="449"/>
                  </a:cubicBezTo>
                  <a:cubicBezTo>
                    <a:pt x="707" y="393"/>
                    <a:pt x="837" y="365"/>
                    <a:pt x="946" y="365"/>
                  </a:cubicBezTo>
                  <a:close/>
                  <a:moveTo>
                    <a:pt x="880" y="1"/>
                  </a:moveTo>
                  <a:cubicBezTo>
                    <a:pt x="703" y="1"/>
                    <a:pt x="523" y="37"/>
                    <a:pt x="356" y="110"/>
                  </a:cubicBezTo>
                  <a:cubicBezTo>
                    <a:pt x="331" y="120"/>
                    <a:pt x="311" y="134"/>
                    <a:pt x="295" y="149"/>
                  </a:cubicBezTo>
                  <a:lnTo>
                    <a:pt x="295" y="149"/>
                  </a:lnTo>
                  <a:cubicBezTo>
                    <a:pt x="206" y="159"/>
                    <a:pt x="124" y="222"/>
                    <a:pt x="122" y="339"/>
                  </a:cubicBezTo>
                  <a:cubicBezTo>
                    <a:pt x="118" y="1031"/>
                    <a:pt x="114" y="1726"/>
                    <a:pt x="108" y="2417"/>
                  </a:cubicBezTo>
                  <a:cubicBezTo>
                    <a:pt x="105" y="2960"/>
                    <a:pt x="1" y="3588"/>
                    <a:pt x="150" y="4106"/>
                  </a:cubicBezTo>
                  <a:cubicBezTo>
                    <a:pt x="168" y="4168"/>
                    <a:pt x="221" y="4234"/>
                    <a:pt x="287" y="4245"/>
                  </a:cubicBezTo>
                  <a:cubicBezTo>
                    <a:pt x="366" y="4258"/>
                    <a:pt x="442" y="4265"/>
                    <a:pt x="515" y="4265"/>
                  </a:cubicBezTo>
                  <a:cubicBezTo>
                    <a:pt x="1659" y="4265"/>
                    <a:pt x="2068" y="2721"/>
                    <a:pt x="1292" y="1993"/>
                  </a:cubicBezTo>
                  <a:lnTo>
                    <a:pt x="1292" y="1993"/>
                  </a:lnTo>
                  <a:cubicBezTo>
                    <a:pt x="1768" y="1779"/>
                    <a:pt x="2103" y="1284"/>
                    <a:pt x="1923" y="724"/>
                  </a:cubicBezTo>
                  <a:cubicBezTo>
                    <a:pt x="1768" y="240"/>
                    <a:pt x="1333" y="1"/>
                    <a:pt x="88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9"/>
            <p:cNvSpPr/>
            <p:nvPr/>
          </p:nvSpPr>
          <p:spPr>
            <a:xfrm>
              <a:off x="6485725" y="1083813"/>
              <a:ext cx="41750" cy="63600"/>
            </a:xfrm>
            <a:custGeom>
              <a:rect b="b" l="l" r="r" t="t"/>
              <a:pathLst>
                <a:path extrusionOk="0" h="2544" w="1670">
                  <a:moveTo>
                    <a:pt x="696" y="0"/>
                  </a:moveTo>
                  <a:cubicBezTo>
                    <a:pt x="468" y="0"/>
                    <a:pt x="242" y="130"/>
                    <a:pt x="102" y="329"/>
                  </a:cubicBezTo>
                  <a:cubicBezTo>
                    <a:pt x="0" y="477"/>
                    <a:pt x="137" y="617"/>
                    <a:pt x="279" y="617"/>
                  </a:cubicBezTo>
                  <a:cubicBezTo>
                    <a:pt x="339" y="617"/>
                    <a:pt x="400" y="592"/>
                    <a:pt x="444" y="530"/>
                  </a:cubicBezTo>
                  <a:cubicBezTo>
                    <a:pt x="544" y="432"/>
                    <a:pt x="624" y="384"/>
                    <a:pt x="683" y="384"/>
                  </a:cubicBezTo>
                  <a:cubicBezTo>
                    <a:pt x="752" y="384"/>
                    <a:pt x="794" y="450"/>
                    <a:pt x="809" y="583"/>
                  </a:cubicBezTo>
                  <a:cubicBezTo>
                    <a:pt x="905" y="686"/>
                    <a:pt x="909" y="777"/>
                    <a:pt x="816" y="859"/>
                  </a:cubicBezTo>
                  <a:cubicBezTo>
                    <a:pt x="776" y="955"/>
                    <a:pt x="712" y="998"/>
                    <a:pt x="696" y="1102"/>
                  </a:cubicBezTo>
                  <a:cubicBezTo>
                    <a:pt x="677" y="1224"/>
                    <a:pt x="712" y="1336"/>
                    <a:pt x="795" y="1423"/>
                  </a:cubicBezTo>
                  <a:cubicBezTo>
                    <a:pt x="926" y="1565"/>
                    <a:pt x="1198" y="1508"/>
                    <a:pt x="1260" y="1731"/>
                  </a:cubicBezTo>
                  <a:cubicBezTo>
                    <a:pt x="1372" y="2143"/>
                    <a:pt x="627" y="2150"/>
                    <a:pt x="398" y="2150"/>
                  </a:cubicBezTo>
                  <a:cubicBezTo>
                    <a:pt x="145" y="2150"/>
                    <a:pt x="145" y="2544"/>
                    <a:pt x="398" y="2544"/>
                  </a:cubicBezTo>
                  <a:cubicBezTo>
                    <a:pt x="862" y="2544"/>
                    <a:pt x="1456" y="2488"/>
                    <a:pt x="1619" y="1967"/>
                  </a:cubicBezTo>
                  <a:cubicBezTo>
                    <a:pt x="1669" y="1807"/>
                    <a:pt x="1668" y="1613"/>
                    <a:pt x="1591" y="1459"/>
                  </a:cubicBezTo>
                  <a:cubicBezTo>
                    <a:pt x="1492" y="1263"/>
                    <a:pt x="1337" y="1294"/>
                    <a:pt x="1197" y="1174"/>
                  </a:cubicBezTo>
                  <a:cubicBezTo>
                    <a:pt x="1185" y="1175"/>
                    <a:pt x="1175" y="1176"/>
                    <a:pt x="1165" y="1176"/>
                  </a:cubicBezTo>
                  <a:cubicBezTo>
                    <a:pt x="1079" y="1176"/>
                    <a:pt x="1075" y="1135"/>
                    <a:pt x="1154" y="1057"/>
                  </a:cubicBezTo>
                  <a:cubicBezTo>
                    <a:pt x="1191" y="1014"/>
                    <a:pt x="1218" y="966"/>
                    <a:pt x="1238" y="913"/>
                  </a:cubicBezTo>
                  <a:cubicBezTo>
                    <a:pt x="1270" y="833"/>
                    <a:pt x="1297" y="757"/>
                    <a:pt x="1300" y="670"/>
                  </a:cubicBezTo>
                  <a:cubicBezTo>
                    <a:pt x="1310" y="490"/>
                    <a:pt x="1233" y="292"/>
                    <a:pt x="1102" y="168"/>
                  </a:cubicBezTo>
                  <a:cubicBezTo>
                    <a:pt x="980" y="51"/>
                    <a:pt x="838" y="0"/>
                    <a:pt x="6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9"/>
            <p:cNvSpPr/>
            <p:nvPr/>
          </p:nvSpPr>
          <p:spPr>
            <a:xfrm>
              <a:off x="6585275" y="1146963"/>
              <a:ext cx="40900" cy="12800"/>
            </a:xfrm>
            <a:custGeom>
              <a:rect b="b" l="l" r="r" t="t"/>
              <a:pathLst>
                <a:path extrusionOk="0" h="512" w="1636">
                  <a:moveTo>
                    <a:pt x="887" y="0"/>
                  </a:moveTo>
                  <a:cubicBezTo>
                    <a:pt x="660" y="0"/>
                    <a:pt x="434" y="39"/>
                    <a:pt x="214" y="120"/>
                  </a:cubicBezTo>
                  <a:cubicBezTo>
                    <a:pt x="0" y="196"/>
                    <a:pt x="61" y="512"/>
                    <a:pt x="249" y="512"/>
                  </a:cubicBezTo>
                  <a:cubicBezTo>
                    <a:pt x="270" y="512"/>
                    <a:pt x="293" y="508"/>
                    <a:pt x="317" y="499"/>
                  </a:cubicBezTo>
                  <a:cubicBezTo>
                    <a:pt x="508" y="429"/>
                    <a:pt x="699" y="394"/>
                    <a:pt x="891" y="394"/>
                  </a:cubicBezTo>
                  <a:cubicBezTo>
                    <a:pt x="1027" y="394"/>
                    <a:pt x="1164" y="412"/>
                    <a:pt x="1303" y="447"/>
                  </a:cubicBezTo>
                  <a:cubicBezTo>
                    <a:pt x="1322" y="452"/>
                    <a:pt x="1339" y="454"/>
                    <a:pt x="1356" y="454"/>
                  </a:cubicBezTo>
                  <a:cubicBezTo>
                    <a:pt x="1562" y="454"/>
                    <a:pt x="1636" y="125"/>
                    <a:pt x="1409" y="68"/>
                  </a:cubicBezTo>
                  <a:cubicBezTo>
                    <a:pt x="1236" y="23"/>
                    <a:pt x="1061" y="0"/>
                    <a:pt x="8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9"/>
            <p:cNvSpPr/>
            <p:nvPr/>
          </p:nvSpPr>
          <p:spPr>
            <a:xfrm>
              <a:off x="6590775" y="1173413"/>
              <a:ext cx="33025" cy="12650"/>
            </a:xfrm>
            <a:custGeom>
              <a:rect b="b" l="l" r="r" t="t"/>
              <a:pathLst>
                <a:path extrusionOk="0" h="506" w="1321">
                  <a:moveTo>
                    <a:pt x="442" y="0"/>
                  </a:moveTo>
                  <a:cubicBezTo>
                    <a:pt x="379" y="0"/>
                    <a:pt x="316" y="4"/>
                    <a:pt x="252" y="12"/>
                  </a:cubicBezTo>
                  <a:cubicBezTo>
                    <a:pt x="12" y="41"/>
                    <a:pt x="0" y="407"/>
                    <a:pt x="225" y="407"/>
                  </a:cubicBezTo>
                  <a:cubicBezTo>
                    <a:pt x="233" y="407"/>
                    <a:pt x="242" y="407"/>
                    <a:pt x="252" y="406"/>
                  </a:cubicBezTo>
                  <a:cubicBezTo>
                    <a:pt x="314" y="398"/>
                    <a:pt x="376" y="395"/>
                    <a:pt x="437" y="395"/>
                  </a:cubicBezTo>
                  <a:cubicBezTo>
                    <a:pt x="602" y="395"/>
                    <a:pt x="763" y="423"/>
                    <a:pt x="919" y="487"/>
                  </a:cubicBezTo>
                  <a:cubicBezTo>
                    <a:pt x="947" y="500"/>
                    <a:pt x="976" y="505"/>
                    <a:pt x="1003" y="505"/>
                  </a:cubicBezTo>
                  <a:cubicBezTo>
                    <a:pt x="1192" y="505"/>
                    <a:pt x="1321" y="233"/>
                    <a:pt x="1118" y="148"/>
                  </a:cubicBezTo>
                  <a:cubicBezTo>
                    <a:pt x="898" y="55"/>
                    <a:pt x="675" y="0"/>
                    <a:pt x="44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9"/>
            <p:cNvSpPr/>
            <p:nvPr/>
          </p:nvSpPr>
          <p:spPr>
            <a:xfrm>
              <a:off x="6699075" y="427488"/>
              <a:ext cx="63500" cy="88225"/>
            </a:xfrm>
            <a:custGeom>
              <a:rect b="b" l="l" r="r" t="t"/>
              <a:pathLst>
                <a:path extrusionOk="0" h="3529" w="2540">
                  <a:moveTo>
                    <a:pt x="1872" y="0"/>
                  </a:moveTo>
                  <a:cubicBezTo>
                    <a:pt x="418" y="0"/>
                    <a:pt x="1" y="3528"/>
                    <a:pt x="2070" y="3528"/>
                  </a:cubicBezTo>
                  <a:cubicBezTo>
                    <a:pt x="2140" y="3528"/>
                    <a:pt x="2212" y="3524"/>
                    <a:pt x="2287" y="3516"/>
                  </a:cubicBezTo>
                  <a:cubicBezTo>
                    <a:pt x="2527" y="3490"/>
                    <a:pt x="2540" y="3121"/>
                    <a:pt x="2313" y="3121"/>
                  </a:cubicBezTo>
                  <a:cubicBezTo>
                    <a:pt x="2304" y="3121"/>
                    <a:pt x="2296" y="3121"/>
                    <a:pt x="2287" y="3122"/>
                  </a:cubicBezTo>
                  <a:cubicBezTo>
                    <a:pt x="2224" y="3129"/>
                    <a:pt x="2164" y="3133"/>
                    <a:pt x="2107" y="3133"/>
                  </a:cubicBezTo>
                  <a:cubicBezTo>
                    <a:pt x="464" y="3133"/>
                    <a:pt x="940" y="414"/>
                    <a:pt x="1930" y="414"/>
                  </a:cubicBezTo>
                  <a:cubicBezTo>
                    <a:pt x="2001" y="414"/>
                    <a:pt x="2074" y="427"/>
                    <a:pt x="2150" y="457"/>
                  </a:cubicBezTo>
                  <a:cubicBezTo>
                    <a:pt x="2175" y="467"/>
                    <a:pt x="2199" y="471"/>
                    <a:pt x="2222" y="471"/>
                  </a:cubicBezTo>
                  <a:cubicBezTo>
                    <a:pt x="2407" y="471"/>
                    <a:pt x="2465" y="159"/>
                    <a:pt x="2256" y="78"/>
                  </a:cubicBezTo>
                  <a:cubicBezTo>
                    <a:pt x="2121" y="25"/>
                    <a:pt x="1993" y="0"/>
                    <a:pt x="187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9"/>
            <p:cNvSpPr/>
            <p:nvPr/>
          </p:nvSpPr>
          <p:spPr>
            <a:xfrm>
              <a:off x="6781300" y="425963"/>
              <a:ext cx="59150" cy="91750"/>
            </a:xfrm>
            <a:custGeom>
              <a:rect b="b" l="l" r="r" t="t"/>
              <a:pathLst>
                <a:path extrusionOk="0" h="3670" w="2366">
                  <a:moveTo>
                    <a:pt x="398" y="402"/>
                  </a:moveTo>
                  <a:lnTo>
                    <a:pt x="398" y="402"/>
                  </a:lnTo>
                  <a:cubicBezTo>
                    <a:pt x="1274" y="500"/>
                    <a:pt x="2205" y="898"/>
                    <a:pt x="1788" y="1987"/>
                  </a:cubicBezTo>
                  <a:cubicBezTo>
                    <a:pt x="1553" y="2603"/>
                    <a:pt x="1034" y="3023"/>
                    <a:pt x="424" y="3219"/>
                  </a:cubicBezTo>
                  <a:lnTo>
                    <a:pt x="424" y="3219"/>
                  </a:lnTo>
                  <a:cubicBezTo>
                    <a:pt x="425" y="2279"/>
                    <a:pt x="417" y="1341"/>
                    <a:pt x="398" y="402"/>
                  </a:cubicBezTo>
                  <a:close/>
                  <a:moveTo>
                    <a:pt x="307" y="0"/>
                  </a:moveTo>
                  <a:cubicBezTo>
                    <a:pt x="212" y="0"/>
                    <a:pt x="157" y="64"/>
                    <a:pt x="143" y="140"/>
                  </a:cubicBezTo>
                  <a:lnTo>
                    <a:pt x="143" y="140"/>
                  </a:lnTo>
                  <a:cubicBezTo>
                    <a:pt x="66" y="158"/>
                    <a:pt x="1" y="220"/>
                    <a:pt x="3" y="323"/>
                  </a:cubicBezTo>
                  <a:cubicBezTo>
                    <a:pt x="24" y="1374"/>
                    <a:pt x="33" y="2425"/>
                    <a:pt x="30" y="3474"/>
                  </a:cubicBezTo>
                  <a:cubicBezTo>
                    <a:pt x="30" y="3592"/>
                    <a:pt x="126" y="3669"/>
                    <a:pt x="232" y="3669"/>
                  </a:cubicBezTo>
                  <a:cubicBezTo>
                    <a:pt x="247" y="3669"/>
                    <a:pt x="263" y="3668"/>
                    <a:pt x="278" y="3664"/>
                  </a:cubicBezTo>
                  <a:cubicBezTo>
                    <a:pt x="1277" y="3451"/>
                    <a:pt x="2223" y="2634"/>
                    <a:pt x="2293" y="1562"/>
                  </a:cubicBezTo>
                  <a:cubicBezTo>
                    <a:pt x="2365" y="432"/>
                    <a:pt x="1247" y="87"/>
                    <a:pt x="328" y="1"/>
                  </a:cubicBezTo>
                  <a:cubicBezTo>
                    <a:pt x="321" y="1"/>
                    <a:pt x="314" y="0"/>
                    <a:pt x="3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9"/>
            <p:cNvSpPr/>
            <p:nvPr/>
          </p:nvSpPr>
          <p:spPr>
            <a:xfrm>
              <a:off x="6924750" y="434888"/>
              <a:ext cx="13275" cy="69900"/>
            </a:xfrm>
            <a:custGeom>
              <a:rect b="b" l="l" r="r" t="t"/>
              <a:pathLst>
                <a:path extrusionOk="0" h="2796" w="531">
                  <a:moveTo>
                    <a:pt x="194" y="1"/>
                  </a:moveTo>
                  <a:cubicBezTo>
                    <a:pt x="96" y="1"/>
                    <a:pt x="0" y="64"/>
                    <a:pt x="7" y="190"/>
                  </a:cubicBezTo>
                  <a:lnTo>
                    <a:pt x="130" y="2606"/>
                  </a:lnTo>
                  <a:cubicBezTo>
                    <a:pt x="136" y="2732"/>
                    <a:pt x="238" y="2796"/>
                    <a:pt x="337" y="2796"/>
                  </a:cubicBezTo>
                  <a:cubicBezTo>
                    <a:pt x="435" y="2796"/>
                    <a:pt x="530" y="2733"/>
                    <a:pt x="524" y="2606"/>
                  </a:cubicBezTo>
                  <a:lnTo>
                    <a:pt x="401" y="190"/>
                  </a:lnTo>
                  <a:cubicBezTo>
                    <a:pt x="394" y="64"/>
                    <a:pt x="292" y="1"/>
                    <a:pt x="19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9"/>
            <p:cNvSpPr/>
            <p:nvPr/>
          </p:nvSpPr>
          <p:spPr>
            <a:xfrm>
              <a:off x="6906775" y="467663"/>
              <a:ext cx="48400" cy="9875"/>
            </a:xfrm>
            <a:custGeom>
              <a:rect b="b" l="l" r="r" t="t"/>
              <a:pathLst>
                <a:path extrusionOk="0" h="395" w="1936">
                  <a:moveTo>
                    <a:pt x="253" y="1"/>
                  </a:moveTo>
                  <a:cubicBezTo>
                    <a:pt x="0" y="1"/>
                    <a:pt x="0" y="395"/>
                    <a:pt x="253" y="395"/>
                  </a:cubicBezTo>
                  <a:lnTo>
                    <a:pt x="1682" y="395"/>
                  </a:lnTo>
                  <a:cubicBezTo>
                    <a:pt x="1936" y="395"/>
                    <a:pt x="1936" y="1"/>
                    <a:pt x="168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9"/>
            <p:cNvSpPr/>
            <p:nvPr/>
          </p:nvSpPr>
          <p:spPr>
            <a:xfrm>
              <a:off x="7025250" y="424013"/>
              <a:ext cx="12875" cy="78200"/>
            </a:xfrm>
            <a:custGeom>
              <a:rect b="b" l="l" r="r" t="t"/>
              <a:pathLst>
                <a:path extrusionOk="0" h="3128" w="515">
                  <a:moveTo>
                    <a:pt x="259" y="0"/>
                  </a:moveTo>
                  <a:cubicBezTo>
                    <a:pt x="160" y="0"/>
                    <a:pt x="58" y="64"/>
                    <a:pt x="51" y="191"/>
                  </a:cubicBezTo>
                  <a:cubicBezTo>
                    <a:pt x="1" y="1108"/>
                    <a:pt x="21" y="2023"/>
                    <a:pt x="108" y="2939"/>
                  </a:cubicBezTo>
                  <a:cubicBezTo>
                    <a:pt x="120" y="3065"/>
                    <a:pt x="225" y="3128"/>
                    <a:pt x="323" y="3128"/>
                  </a:cubicBezTo>
                  <a:cubicBezTo>
                    <a:pt x="422" y="3128"/>
                    <a:pt x="514" y="3065"/>
                    <a:pt x="502" y="2939"/>
                  </a:cubicBezTo>
                  <a:cubicBezTo>
                    <a:pt x="415" y="2023"/>
                    <a:pt x="395" y="1108"/>
                    <a:pt x="445" y="191"/>
                  </a:cubicBezTo>
                  <a:cubicBezTo>
                    <a:pt x="452" y="64"/>
                    <a:pt x="357" y="0"/>
                    <a:pt x="2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9"/>
            <p:cNvSpPr/>
            <p:nvPr/>
          </p:nvSpPr>
          <p:spPr>
            <a:xfrm>
              <a:off x="7026775" y="425613"/>
              <a:ext cx="49050" cy="82575"/>
            </a:xfrm>
            <a:custGeom>
              <a:rect b="b" l="l" r="r" t="t"/>
              <a:pathLst>
                <a:path extrusionOk="0" h="3303" w="1962">
                  <a:moveTo>
                    <a:pt x="286" y="1"/>
                  </a:moveTo>
                  <a:cubicBezTo>
                    <a:pt x="76" y="1"/>
                    <a:pt x="0" y="333"/>
                    <a:pt x="229" y="386"/>
                  </a:cubicBezTo>
                  <a:cubicBezTo>
                    <a:pt x="829" y="525"/>
                    <a:pt x="1414" y="946"/>
                    <a:pt x="1500" y="1598"/>
                  </a:cubicBezTo>
                  <a:cubicBezTo>
                    <a:pt x="1585" y="2233"/>
                    <a:pt x="1167" y="2808"/>
                    <a:pt x="540" y="2920"/>
                  </a:cubicBezTo>
                  <a:cubicBezTo>
                    <a:pt x="304" y="2960"/>
                    <a:pt x="386" y="3302"/>
                    <a:pt x="606" y="3302"/>
                  </a:cubicBezTo>
                  <a:cubicBezTo>
                    <a:pt x="618" y="3302"/>
                    <a:pt x="631" y="3301"/>
                    <a:pt x="644" y="3299"/>
                  </a:cubicBezTo>
                  <a:cubicBezTo>
                    <a:pt x="1416" y="3165"/>
                    <a:pt x="1961" y="2433"/>
                    <a:pt x="1908" y="1653"/>
                  </a:cubicBezTo>
                  <a:cubicBezTo>
                    <a:pt x="1850" y="803"/>
                    <a:pt x="1121" y="191"/>
                    <a:pt x="335" y="7"/>
                  </a:cubicBezTo>
                  <a:cubicBezTo>
                    <a:pt x="318" y="3"/>
                    <a:pt x="301" y="1"/>
                    <a:pt x="2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9"/>
            <p:cNvSpPr/>
            <p:nvPr/>
          </p:nvSpPr>
          <p:spPr>
            <a:xfrm>
              <a:off x="7086650" y="421838"/>
              <a:ext cx="69450" cy="85850"/>
            </a:xfrm>
            <a:custGeom>
              <a:rect b="b" l="l" r="r" t="t"/>
              <a:pathLst>
                <a:path extrusionOk="0" h="3434" w="2778">
                  <a:moveTo>
                    <a:pt x="1796" y="0"/>
                  </a:moveTo>
                  <a:cubicBezTo>
                    <a:pt x="1724" y="0"/>
                    <a:pt x="1648" y="37"/>
                    <a:pt x="1610" y="96"/>
                  </a:cubicBezTo>
                  <a:cubicBezTo>
                    <a:pt x="1041" y="1015"/>
                    <a:pt x="530" y="1963"/>
                    <a:pt x="73" y="2943"/>
                  </a:cubicBezTo>
                  <a:cubicBezTo>
                    <a:pt x="0" y="3101"/>
                    <a:pt x="137" y="3244"/>
                    <a:pt x="265" y="3244"/>
                  </a:cubicBezTo>
                  <a:cubicBezTo>
                    <a:pt x="324" y="3244"/>
                    <a:pt x="380" y="3215"/>
                    <a:pt x="414" y="3142"/>
                  </a:cubicBezTo>
                  <a:cubicBezTo>
                    <a:pt x="814" y="2280"/>
                    <a:pt x="1258" y="1445"/>
                    <a:pt x="1746" y="630"/>
                  </a:cubicBezTo>
                  <a:lnTo>
                    <a:pt x="1746" y="630"/>
                  </a:lnTo>
                  <a:cubicBezTo>
                    <a:pt x="2069" y="1472"/>
                    <a:pt x="2277" y="2345"/>
                    <a:pt x="2371" y="3245"/>
                  </a:cubicBezTo>
                  <a:cubicBezTo>
                    <a:pt x="2384" y="3370"/>
                    <a:pt x="2490" y="3434"/>
                    <a:pt x="2589" y="3434"/>
                  </a:cubicBezTo>
                  <a:cubicBezTo>
                    <a:pt x="2687" y="3434"/>
                    <a:pt x="2778" y="3372"/>
                    <a:pt x="2764" y="3245"/>
                  </a:cubicBezTo>
                  <a:cubicBezTo>
                    <a:pt x="2650" y="2150"/>
                    <a:pt x="2379" y="1110"/>
                    <a:pt x="1950" y="96"/>
                  </a:cubicBezTo>
                  <a:cubicBezTo>
                    <a:pt x="1922" y="29"/>
                    <a:pt x="1860" y="0"/>
                    <a:pt x="17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9"/>
            <p:cNvSpPr/>
            <p:nvPr/>
          </p:nvSpPr>
          <p:spPr>
            <a:xfrm>
              <a:off x="7106900" y="470563"/>
              <a:ext cx="46400" cy="12850"/>
            </a:xfrm>
            <a:custGeom>
              <a:rect b="b" l="l" r="r" t="t"/>
              <a:pathLst>
                <a:path extrusionOk="0" h="514" w="1856">
                  <a:moveTo>
                    <a:pt x="944" y="0"/>
                  </a:moveTo>
                  <a:cubicBezTo>
                    <a:pt x="699" y="0"/>
                    <a:pt x="454" y="41"/>
                    <a:pt x="215" y="123"/>
                  </a:cubicBezTo>
                  <a:cubicBezTo>
                    <a:pt x="0" y="196"/>
                    <a:pt x="62" y="514"/>
                    <a:pt x="253" y="514"/>
                  </a:cubicBezTo>
                  <a:cubicBezTo>
                    <a:pt x="274" y="514"/>
                    <a:pt x="296" y="510"/>
                    <a:pt x="319" y="502"/>
                  </a:cubicBezTo>
                  <a:cubicBezTo>
                    <a:pt x="527" y="431"/>
                    <a:pt x="734" y="396"/>
                    <a:pt x="941" y="396"/>
                  </a:cubicBezTo>
                  <a:cubicBezTo>
                    <a:pt x="1137" y="396"/>
                    <a:pt x="1334" y="428"/>
                    <a:pt x="1532" y="490"/>
                  </a:cubicBezTo>
                  <a:cubicBezTo>
                    <a:pt x="1554" y="497"/>
                    <a:pt x="1574" y="500"/>
                    <a:pt x="1594" y="500"/>
                  </a:cubicBezTo>
                  <a:cubicBezTo>
                    <a:pt x="1790" y="500"/>
                    <a:pt x="1855" y="180"/>
                    <a:pt x="1638" y="111"/>
                  </a:cubicBezTo>
                  <a:cubicBezTo>
                    <a:pt x="1411" y="37"/>
                    <a:pt x="1177" y="0"/>
                    <a:pt x="9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9"/>
            <p:cNvSpPr/>
            <p:nvPr/>
          </p:nvSpPr>
          <p:spPr>
            <a:xfrm>
              <a:off x="6695975" y="566838"/>
              <a:ext cx="50700" cy="128125"/>
            </a:xfrm>
            <a:custGeom>
              <a:rect b="b" l="l" r="r" t="t"/>
              <a:pathLst>
                <a:path extrusionOk="0" h="5125" w="2028">
                  <a:moveTo>
                    <a:pt x="1664" y="0"/>
                  </a:moveTo>
                  <a:cubicBezTo>
                    <a:pt x="1620" y="0"/>
                    <a:pt x="1575" y="16"/>
                    <a:pt x="1534" y="54"/>
                  </a:cubicBezTo>
                  <a:cubicBezTo>
                    <a:pt x="0" y="1441"/>
                    <a:pt x="25" y="3727"/>
                    <a:pt x="1598" y="5074"/>
                  </a:cubicBezTo>
                  <a:cubicBezTo>
                    <a:pt x="1639" y="5109"/>
                    <a:pt x="1685" y="5124"/>
                    <a:pt x="1728" y="5124"/>
                  </a:cubicBezTo>
                  <a:cubicBezTo>
                    <a:pt x="1888" y="5124"/>
                    <a:pt x="2028" y="4925"/>
                    <a:pt x="1877" y="4795"/>
                  </a:cubicBezTo>
                  <a:cubicBezTo>
                    <a:pt x="461" y="3584"/>
                    <a:pt x="424" y="1587"/>
                    <a:pt x="1813" y="330"/>
                  </a:cubicBezTo>
                  <a:cubicBezTo>
                    <a:pt x="1959" y="199"/>
                    <a:pt x="1821" y="0"/>
                    <a:pt x="166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9"/>
            <p:cNvSpPr/>
            <p:nvPr/>
          </p:nvSpPr>
          <p:spPr>
            <a:xfrm>
              <a:off x="6766200" y="596188"/>
              <a:ext cx="57550" cy="80050"/>
            </a:xfrm>
            <a:custGeom>
              <a:rect b="b" l="l" r="r" t="t"/>
              <a:pathLst>
                <a:path extrusionOk="0" h="3202" w="2302">
                  <a:moveTo>
                    <a:pt x="490" y="419"/>
                  </a:moveTo>
                  <a:lnTo>
                    <a:pt x="490" y="419"/>
                  </a:lnTo>
                  <a:cubicBezTo>
                    <a:pt x="1167" y="615"/>
                    <a:pt x="2011" y="1000"/>
                    <a:pt x="1586" y="1876"/>
                  </a:cubicBezTo>
                  <a:cubicBezTo>
                    <a:pt x="1357" y="2347"/>
                    <a:pt x="906" y="2659"/>
                    <a:pt x="406" y="2771"/>
                  </a:cubicBezTo>
                  <a:lnTo>
                    <a:pt x="406" y="2771"/>
                  </a:lnTo>
                  <a:cubicBezTo>
                    <a:pt x="434" y="1987"/>
                    <a:pt x="461" y="1203"/>
                    <a:pt x="490" y="419"/>
                  </a:cubicBezTo>
                  <a:close/>
                  <a:moveTo>
                    <a:pt x="426" y="0"/>
                  </a:moveTo>
                  <a:cubicBezTo>
                    <a:pt x="320" y="0"/>
                    <a:pt x="251" y="88"/>
                    <a:pt x="239" y="180"/>
                  </a:cubicBezTo>
                  <a:lnTo>
                    <a:pt x="239" y="180"/>
                  </a:lnTo>
                  <a:cubicBezTo>
                    <a:pt x="165" y="202"/>
                    <a:pt x="102" y="263"/>
                    <a:pt x="99" y="363"/>
                  </a:cubicBezTo>
                  <a:cubicBezTo>
                    <a:pt x="66" y="1243"/>
                    <a:pt x="34" y="2123"/>
                    <a:pt x="4" y="3004"/>
                  </a:cubicBezTo>
                  <a:cubicBezTo>
                    <a:pt x="0" y="3097"/>
                    <a:pt x="87" y="3201"/>
                    <a:pt x="184" y="3201"/>
                  </a:cubicBezTo>
                  <a:cubicBezTo>
                    <a:pt x="189" y="3201"/>
                    <a:pt x="195" y="3201"/>
                    <a:pt x="200" y="3200"/>
                  </a:cubicBezTo>
                  <a:cubicBezTo>
                    <a:pt x="1031" y="3106"/>
                    <a:pt x="1868" y="2569"/>
                    <a:pt x="2067" y="1708"/>
                  </a:cubicBezTo>
                  <a:cubicBezTo>
                    <a:pt x="2302" y="692"/>
                    <a:pt x="1281" y="224"/>
                    <a:pt x="481" y="8"/>
                  </a:cubicBezTo>
                  <a:cubicBezTo>
                    <a:pt x="462" y="2"/>
                    <a:pt x="443" y="0"/>
                    <a:pt x="42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9"/>
            <p:cNvSpPr/>
            <p:nvPr/>
          </p:nvSpPr>
          <p:spPr>
            <a:xfrm>
              <a:off x="6861850" y="627888"/>
              <a:ext cx="29200" cy="10150"/>
            </a:xfrm>
            <a:custGeom>
              <a:rect b="b" l="l" r="r" t="t"/>
              <a:pathLst>
                <a:path extrusionOk="0" h="406" w="1168">
                  <a:moveTo>
                    <a:pt x="251" y="1"/>
                  </a:moveTo>
                  <a:cubicBezTo>
                    <a:pt x="1" y="1"/>
                    <a:pt x="1" y="392"/>
                    <a:pt x="254" y="395"/>
                  </a:cubicBezTo>
                  <a:cubicBezTo>
                    <a:pt x="474" y="399"/>
                    <a:pt x="692" y="403"/>
                    <a:pt x="912" y="406"/>
                  </a:cubicBezTo>
                  <a:cubicBezTo>
                    <a:pt x="913" y="406"/>
                    <a:pt x="914" y="406"/>
                    <a:pt x="915" y="406"/>
                  </a:cubicBezTo>
                  <a:cubicBezTo>
                    <a:pt x="1167" y="406"/>
                    <a:pt x="1166" y="15"/>
                    <a:pt x="912" y="12"/>
                  </a:cubicBezTo>
                  <a:cubicBezTo>
                    <a:pt x="692" y="9"/>
                    <a:pt x="474" y="5"/>
                    <a:pt x="254" y="1"/>
                  </a:cubicBezTo>
                  <a:cubicBezTo>
                    <a:pt x="253" y="1"/>
                    <a:pt x="252" y="1"/>
                    <a:pt x="2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9"/>
            <p:cNvSpPr/>
            <p:nvPr/>
          </p:nvSpPr>
          <p:spPr>
            <a:xfrm>
              <a:off x="6928125" y="591188"/>
              <a:ext cx="41650" cy="81525"/>
            </a:xfrm>
            <a:custGeom>
              <a:rect b="b" l="l" r="r" t="t"/>
              <a:pathLst>
                <a:path extrusionOk="0" h="3261" w="1666">
                  <a:moveTo>
                    <a:pt x="1397" y="0"/>
                  </a:moveTo>
                  <a:cubicBezTo>
                    <a:pt x="558" y="0"/>
                    <a:pt x="2" y="952"/>
                    <a:pt x="2" y="1715"/>
                  </a:cubicBezTo>
                  <a:cubicBezTo>
                    <a:pt x="1" y="2531"/>
                    <a:pt x="616" y="3174"/>
                    <a:pt x="1411" y="3260"/>
                  </a:cubicBezTo>
                  <a:cubicBezTo>
                    <a:pt x="1419" y="3261"/>
                    <a:pt x="1426" y="3261"/>
                    <a:pt x="1434" y="3261"/>
                  </a:cubicBezTo>
                  <a:cubicBezTo>
                    <a:pt x="1662" y="3261"/>
                    <a:pt x="1653" y="2891"/>
                    <a:pt x="1411" y="2866"/>
                  </a:cubicBezTo>
                  <a:cubicBezTo>
                    <a:pt x="822" y="2803"/>
                    <a:pt x="400" y="2298"/>
                    <a:pt x="396" y="1715"/>
                  </a:cubicBezTo>
                  <a:cubicBezTo>
                    <a:pt x="394" y="1167"/>
                    <a:pt x="781" y="394"/>
                    <a:pt x="1402" y="394"/>
                  </a:cubicBezTo>
                  <a:cubicBezTo>
                    <a:pt x="1405" y="394"/>
                    <a:pt x="1409" y="394"/>
                    <a:pt x="1412" y="394"/>
                  </a:cubicBezTo>
                  <a:cubicBezTo>
                    <a:pt x="1414" y="394"/>
                    <a:pt x="1415" y="394"/>
                    <a:pt x="1416" y="394"/>
                  </a:cubicBezTo>
                  <a:cubicBezTo>
                    <a:pt x="1666" y="394"/>
                    <a:pt x="1664" y="4"/>
                    <a:pt x="1412" y="0"/>
                  </a:cubicBezTo>
                  <a:cubicBezTo>
                    <a:pt x="1407" y="0"/>
                    <a:pt x="1402" y="0"/>
                    <a:pt x="13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9"/>
            <p:cNvSpPr/>
            <p:nvPr/>
          </p:nvSpPr>
          <p:spPr>
            <a:xfrm>
              <a:off x="6990925" y="591563"/>
              <a:ext cx="39750" cy="74575"/>
            </a:xfrm>
            <a:custGeom>
              <a:rect b="b" l="l" r="r" t="t"/>
              <a:pathLst>
                <a:path extrusionOk="0" h="2983" w="1590">
                  <a:moveTo>
                    <a:pt x="1320" y="1"/>
                  </a:moveTo>
                  <a:cubicBezTo>
                    <a:pt x="1287" y="1"/>
                    <a:pt x="1253" y="11"/>
                    <a:pt x="1218" y="35"/>
                  </a:cubicBezTo>
                  <a:cubicBezTo>
                    <a:pt x="853" y="283"/>
                    <a:pt x="439" y="606"/>
                    <a:pt x="485" y="1100"/>
                  </a:cubicBezTo>
                  <a:cubicBezTo>
                    <a:pt x="501" y="1278"/>
                    <a:pt x="571" y="1414"/>
                    <a:pt x="688" y="1545"/>
                  </a:cubicBezTo>
                  <a:cubicBezTo>
                    <a:pt x="843" y="1717"/>
                    <a:pt x="1062" y="1770"/>
                    <a:pt x="1088" y="2059"/>
                  </a:cubicBezTo>
                  <a:cubicBezTo>
                    <a:pt x="1120" y="2412"/>
                    <a:pt x="764" y="2594"/>
                    <a:pt x="452" y="2594"/>
                  </a:cubicBezTo>
                  <a:cubicBezTo>
                    <a:pt x="415" y="2594"/>
                    <a:pt x="378" y="2591"/>
                    <a:pt x="343" y="2586"/>
                  </a:cubicBezTo>
                  <a:cubicBezTo>
                    <a:pt x="331" y="2584"/>
                    <a:pt x="319" y="2583"/>
                    <a:pt x="308" y="2583"/>
                  </a:cubicBezTo>
                  <a:cubicBezTo>
                    <a:pt x="85" y="2583"/>
                    <a:pt x="0" y="2929"/>
                    <a:pt x="237" y="2966"/>
                  </a:cubicBezTo>
                  <a:cubicBezTo>
                    <a:pt x="310" y="2977"/>
                    <a:pt x="384" y="2982"/>
                    <a:pt x="458" y="2982"/>
                  </a:cubicBezTo>
                  <a:cubicBezTo>
                    <a:pt x="924" y="2982"/>
                    <a:pt x="1379" y="2755"/>
                    <a:pt x="1466" y="2240"/>
                  </a:cubicBezTo>
                  <a:cubicBezTo>
                    <a:pt x="1503" y="2015"/>
                    <a:pt x="1456" y="1793"/>
                    <a:pt x="1327" y="1606"/>
                  </a:cubicBezTo>
                  <a:cubicBezTo>
                    <a:pt x="1232" y="1467"/>
                    <a:pt x="1059" y="1399"/>
                    <a:pt x="966" y="1266"/>
                  </a:cubicBezTo>
                  <a:cubicBezTo>
                    <a:pt x="694" y="880"/>
                    <a:pt x="1131" y="569"/>
                    <a:pt x="1415" y="376"/>
                  </a:cubicBezTo>
                  <a:cubicBezTo>
                    <a:pt x="1589" y="258"/>
                    <a:pt x="1482" y="1"/>
                    <a:pt x="132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9"/>
            <p:cNvSpPr/>
            <p:nvPr/>
          </p:nvSpPr>
          <p:spPr>
            <a:xfrm>
              <a:off x="7051750" y="591438"/>
              <a:ext cx="9900" cy="73625"/>
            </a:xfrm>
            <a:custGeom>
              <a:rect b="b" l="l" r="r" t="t"/>
              <a:pathLst>
                <a:path extrusionOk="0" h="2945" w="396">
                  <a:moveTo>
                    <a:pt x="199" y="0"/>
                  </a:moveTo>
                  <a:cubicBezTo>
                    <a:pt x="100" y="0"/>
                    <a:pt x="2" y="64"/>
                    <a:pt x="2" y="191"/>
                  </a:cubicBezTo>
                  <a:cubicBezTo>
                    <a:pt x="2" y="1045"/>
                    <a:pt x="2" y="1900"/>
                    <a:pt x="0" y="2753"/>
                  </a:cubicBezTo>
                  <a:cubicBezTo>
                    <a:pt x="0" y="2880"/>
                    <a:pt x="99" y="2944"/>
                    <a:pt x="197" y="2944"/>
                  </a:cubicBezTo>
                  <a:cubicBezTo>
                    <a:pt x="296" y="2944"/>
                    <a:pt x="394" y="2880"/>
                    <a:pt x="394" y="2753"/>
                  </a:cubicBezTo>
                  <a:cubicBezTo>
                    <a:pt x="394" y="1900"/>
                    <a:pt x="394" y="1045"/>
                    <a:pt x="395" y="191"/>
                  </a:cubicBezTo>
                  <a:cubicBezTo>
                    <a:pt x="395" y="64"/>
                    <a:pt x="297" y="0"/>
                    <a:pt x="1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9"/>
            <p:cNvSpPr/>
            <p:nvPr/>
          </p:nvSpPr>
          <p:spPr>
            <a:xfrm>
              <a:off x="7079275" y="593288"/>
              <a:ext cx="11475" cy="73575"/>
            </a:xfrm>
            <a:custGeom>
              <a:rect b="b" l="l" r="r" t="t"/>
              <a:pathLst>
                <a:path extrusionOk="0" h="2943" w="459">
                  <a:moveTo>
                    <a:pt x="195" y="0"/>
                  </a:moveTo>
                  <a:cubicBezTo>
                    <a:pt x="97" y="0"/>
                    <a:pt x="1" y="64"/>
                    <a:pt x="4" y="191"/>
                  </a:cubicBezTo>
                  <a:cubicBezTo>
                    <a:pt x="24" y="1044"/>
                    <a:pt x="43" y="1899"/>
                    <a:pt x="62" y="2753"/>
                  </a:cubicBezTo>
                  <a:cubicBezTo>
                    <a:pt x="65" y="2880"/>
                    <a:pt x="165" y="2943"/>
                    <a:pt x="263" y="2943"/>
                  </a:cubicBezTo>
                  <a:cubicBezTo>
                    <a:pt x="361" y="2943"/>
                    <a:pt x="458" y="2880"/>
                    <a:pt x="455" y="2753"/>
                  </a:cubicBezTo>
                  <a:cubicBezTo>
                    <a:pt x="437" y="1899"/>
                    <a:pt x="418" y="1044"/>
                    <a:pt x="398" y="191"/>
                  </a:cubicBezTo>
                  <a:cubicBezTo>
                    <a:pt x="394" y="64"/>
                    <a:pt x="294" y="0"/>
                    <a:pt x="19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9"/>
            <p:cNvSpPr/>
            <p:nvPr/>
          </p:nvSpPr>
          <p:spPr>
            <a:xfrm>
              <a:off x="7079825" y="591563"/>
              <a:ext cx="61600" cy="70925"/>
            </a:xfrm>
            <a:custGeom>
              <a:rect b="b" l="l" r="r" t="t"/>
              <a:pathLst>
                <a:path extrusionOk="0" h="2837" w="2464">
                  <a:moveTo>
                    <a:pt x="2193" y="0"/>
                  </a:moveTo>
                  <a:cubicBezTo>
                    <a:pt x="2095" y="0"/>
                    <a:pt x="2002" y="63"/>
                    <a:pt x="2011" y="190"/>
                  </a:cubicBezTo>
                  <a:cubicBezTo>
                    <a:pt x="2059" y="860"/>
                    <a:pt x="2050" y="1528"/>
                    <a:pt x="1978" y="2194"/>
                  </a:cubicBezTo>
                  <a:lnTo>
                    <a:pt x="1978" y="2194"/>
                  </a:lnTo>
                  <a:cubicBezTo>
                    <a:pt x="1411" y="1552"/>
                    <a:pt x="898" y="870"/>
                    <a:pt x="436" y="148"/>
                  </a:cubicBezTo>
                  <a:cubicBezTo>
                    <a:pt x="395" y="85"/>
                    <a:pt x="335" y="58"/>
                    <a:pt x="275" y="58"/>
                  </a:cubicBezTo>
                  <a:cubicBezTo>
                    <a:pt x="138" y="58"/>
                    <a:pt x="1" y="199"/>
                    <a:pt x="95" y="349"/>
                  </a:cubicBezTo>
                  <a:cubicBezTo>
                    <a:pt x="651" y="1215"/>
                    <a:pt x="1278" y="2028"/>
                    <a:pt x="1978" y="2781"/>
                  </a:cubicBezTo>
                  <a:cubicBezTo>
                    <a:pt x="2013" y="2818"/>
                    <a:pt x="2064" y="2836"/>
                    <a:pt x="2117" y="2836"/>
                  </a:cubicBezTo>
                  <a:cubicBezTo>
                    <a:pt x="2204" y="2836"/>
                    <a:pt x="2294" y="2786"/>
                    <a:pt x="2307" y="2694"/>
                  </a:cubicBezTo>
                  <a:cubicBezTo>
                    <a:pt x="2429" y="1859"/>
                    <a:pt x="2463" y="1029"/>
                    <a:pt x="2405" y="190"/>
                  </a:cubicBezTo>
                  <a:cubicBezTo>
                    <a:pt x="2395" y="64"/>
                    <a:pt x="2291" y="0"/>
                    <a:pt x="21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9"/>
            <p:cNvSpPr/>
            <p:nvPr/>
          </p:nvSpPr>
          <p:spPr>
            <a:xfrm>
              <a:off x="7189725" y="558588"/>
              <a:ext cx="49475" cy="114400"/>
            </a:xfrm>
            <a:custGeom>
              <a:rect b="b" l="l" r="r" t="t"/>
              <a:pathLst>
                <a:path extrusionOk="0" h="4576" w="1979">
                  <a:moveTo>
                    <a:pt x="450" y="425"/>
                  </a:moveTo>
                  <a:lnTo>
                    <a:pt x="450" y="425"/>
                  </a:lnTo>
                  <a:cubicBezTo>
                    <a:pt x="473" y="436"/>
                    <a:pt x="500" y="443"/>
                    <a:pt x="531" y="443"/>
                  </a:cubicBezTo>
                  <a:cubicBezTo>
                    <a:pt x="535" y="443"/>
                    <a:pt x="540" y="443"/>
                    <a:pt x="545" y="442"/>
                  </a:cubicBezTo>
                  <a:cubicBezTo>
                    <a:pt x="671" y="448"/>
                    <a:pt x="796" y="451"/>
                    <a:pt x="923" y="457"/>
                  </a:cubicBezTo>
                  <a:cubicBezTo>
                    <a:pt x="1573" y="786"/>
                    <a:pt x="1709" y="1160"/>
                    <a:pt x="1331" y="1580"/>
                  </a:cubicBezTo>
                  <a:cubicBezTo>
                    <a:pt x="1109" y="1984"/>
                    <a:pt x="998" y="2033"/>
                    <a:pt x="582" y="2170"/>
                  </a:cubicBezTo>
                  <a:cubicBezTo>
                    <a:pt x="392" y="2233"/>
                    <a:pt x="401" y="2484"/>
                    <a:pt x="582" y="2550"/>
                  </a:cubicBezTo>
                  <a:cubicBezTo>
                    <a:pt x="1109" y="2741"/>
                    <a:pt x="1497" y="3311"/>
                    <a:pt x="1045" y="3772"/>
                  </a:cubicBezTo>
                  <a:cubicBezTo>
                    <a:pt x="861" y="3958"/>
                    <a:pt x="636" y="4050"/>
                    <a:pt x="397" y="4121"/>
                  </a:cubicBezTo>
                  <a:lnTo>
                    <a:pt x="397" y="4121"/>
                  </a:lnTo>
                  <a:cubicBezTo>
                    <a:pt x="408" y="2890"/>
                    <a:pt x="426" y="1657"/>
                    <a:pt x="450" y="425"/>
                  </a:cubicBezTo>
                  <a:close/>
                  <a:moveTo>
                    <a:pt x="262" y="1"/>
                  </a:moveTo>
                  <a:cubicBezTo>
                    <a:pt x="164" y="1"/>
                    <a:pt x="65" y="64"/>
                    <a:pt x="63" y="190"/>
                  </a:cubicBezTo>
                  <a:cubicBezTo>
                    <a:pt x="34" y="1586"/>
                    <a:pt x="13" y="2983"/>
                    <a:pt x="1" y="4379"/>
                  </a:cubicBezTo>
                  <a:cubicBezTo>
                    <a:pt x="0" y="4490"/>
                    <a:pt x="95" y="4575"/>
                    <a:pt x="199" y="4575"/>
                  </a:cubicBezTo>
                  <a:cubicBezTo>
                    <a:pt x="216" y="4575"/>
                    <a:pt x="233" y="4573"/>
                    <a:pt x="250" y="4568"/>
                  </a:cubicBezTo>
                  <a:cubicBezTo>
                    <a:pt x="873" y="4396"/>
                    <a:pt x="1706" y="4100"/>
                    <a:pt x="1746" y="3323"/>
                  </a:cubicBezTo>
                  <a:cubicBezTo>
                    <a:pt x="1771" y="2862"/>
                    <a:pt x="1487" y="2568"/>
                    <a:pt x="1131" y="2368"/>
                  </a:cubicBezTo>
                  <a:lnTo>
                    <a:pt x="1131" y="2368"/>
                  </a:lnTo>
                  <a:cubicBezTo>
                    <a:pt x="1616" y="2123"/>
                    <a:pt x="1979" y="1740"/>
                    <a:pt x="1912" y="1107"/>
                  </a:cubicBezTo>
                  <a:cubicBezTo>
                    <a:pt x="1843" y="435"/>
                    <a:pt x="1276" y="46"/>
                    <a:pt x="642" y="46"/>
                  </a:cubicBezTo>
                  <a:cubicBezTo>
                    <a:pt x="610" y="46"/>
                    <a:pt x="578" y="47"/>
                    <a:pt x="545" y="49"/>
                  </a:cubicBezTo>
                  <a:cubicBezTo>
                    <a:pt x="499" y="52"/>
                    <a:pt x="461" y="67"/>
                    <a:pt x="431" y="91"/>
                  </a:cubicBezTo>
                  <a:lnTo>
                    <a:pt x="431" y="91"/>
                  </a:lnTo>
                  <a:cubicBezTo>
                    <a:pt x="397" y="31"/>
                    <a:pt x="330" y="1"/>
                    <a:pt x="26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9"/>
            <p:cNvSpPr/>
            <p:nvPr/>
          </p:nvSpPr>
          <p:spPr>
            <a:xfrm>
              <a:off x="7263725" y="563863"/>
              <a:ext cx="51525" cy="105450"/>
            </a:xfrm>
            <a:custGeom>
              <a:rect b="b" l="l" r="r" t="t"/>
              <a:pathLst>
                <a:path extrusionOk="0" h="4218" w="2061">
                  <a:moveTo>
                    <a:pt x="290" y="0"/>
                  </a:moveTo>
                  <a:cubicBezTo>
                    <a:pt x="116" y="0"/>
                    <a:pt x="0" y="263"/>
                    <a:pt x="188" y="367"/>
                  </a:cubicBezTo>
                  <a:cubicBezTo>
                    <a:pt x="1605" y="1156"/>
                    <a:pt x="1612" y="3054"/>
                    <a:pt x="191" y="3850"/>
                  </a:cubicBezTo>
                  <a:cubicBezTo>
                    <a:pt x="2" y="3956"/>
                    <a:pt x="118" y="4217"/>
                    <a:pt x="293" y="4217"/>
                  </a:cubicBezTo>
                  <a:cubicBezTo>
                    <a:pt x="324" y="4217"/>
                    <a:pt x="356" y="4209"/>
                    <a:pt x="390" y="4191"/>
                  </a:cubicBezTo>
                  <a:cubicBezTo>
                    <a:pt x="2060" y="3258"/>
                    <a:pt x="2060" y="961"/>
                    <a:pt x="385" y="27"/>
                  </a:cubicBezTo>
                  <a:cubicBezTo>
                    <a:pt x="353" y="8"/>
                    <a:pt x="320" y="0"/>
                    <a:pt x="2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9"/>
            <p:cNvSpPr/>
            <p:nvPr/>
          </p:nvSpPr>
          <p:spPr>
            <a:xfrm>
              <a:off x="6716450" y="764313"/>
              <a:ext cx="47750" cy="89250"/>
            </a:xfrm>
            <a:custGeom>
              <a:rect b="b" l="l" r="r" t="t"/>
              <a:pathLst>
                <a:path extrusionOk="0" h="3570" w="1910">
                  <a:moveTo>
                    <a:pt x="435" y="409"/>
                  </a:moveTo>
                  <a:cubicBezTo>
                    <a:pt x="1111" y="515"/>
                    <a:pt x="1575" y="1162"/>
                    <a:pt x="1473" y="1850"/>
                  </a:cubicBezTo>
                  <a:cubicBezTo>
                    <a:pt x="1390" y="2422"/>
                    <a:pt x="981" y="2849"/>
                    <a:pt x="480" y="3087"/>
                  </a:cubicBezTo>
                  <a:lnTo>
                    <a:pt x="480" y="3087"/>
                  </a:lnTo>
                  <a:cubicBezTo>
                    <a:pt x="415" y="2195"/>
                    <a:pt x="400" y="1303"/>
                    <a:pt x="435" y="409"/>
                  </a:cubicBezTo>
                  <a:close/>
                  <a:moveTo>
                    <a:pt x="278" y="1"/>
                  </a:moveTo>
                  <a:cubicBezTo>
                    <a:pt x="212" y="1"/>
                    <a:pt x="163" y="29"/>
                    <a:pt x="133" y="70"/>
                  </a:cubicBezTo>
                  <a:lnTo>
                    <a:pt x="133" y="70"/>
                  </a:lnTo>
                  <a:cubicBezTo>
                    <a:pt x="86" y="101"/>
                    <a:pt x="52" y="153"/>
                    <a:pt x="49" y="226"/>
                  </a:cubicBezTo>
                  <a:cubicBezTo>
                    <a:pt x="0" y="1276"/>
                    <a:pt x="22" y="2321"/>
                    <a:pt x="109" y="3369"/>
                  </a:cubicBezTo>
                  <a:cubicBezTo>
                    <a:pt x="119" y="3470"/>
                    <a:pt x="197" y="3570"/>
                    <a:pt x="301" y="3570"/>
                  </a:cubicBezTo>
                  <a:cubicBezTo>
                    <a:pt x="319" y="3570"/>
                    <a:pt x="338" y="3567"/>
                    <a:pt x="358" y="3560"/>
                  </a:cubicBezTo>
                  <a:cubicBezTo>
                    <a:pt x="1190" y="3269"/>
                    <a:pt x="1910" y="2546"/>
                    <a:pt x="1888" y="1614"/>
                  </a:cubicBezTo>
                  <a:cubicBezTo>
                    <a:pt x="1867" y="735"/>
                    <a:pt x="1150" y="32"/>
                    <a:pt x="287" y="1"/>
                  </a:cubicBezTo>
                  <a:cubicBezTo>
                    <a:pt x="284" y="1"/>
                    <a:pt x="281" y="1"/>
                    <a:pt x="2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9"/>
            <p:cNvSpPr/>
            <p:nvPr/>
          </p:nvSpPr>
          <p:spPr>
            <a:xfrm>
              <a:off x="6759650" y="743638"/>
              <a:ext cx="38700" cy="32900"/>
            </a:xfrm>
            <a:custGeom>
              <a:rect b="b" l="l" r="r" t="t"/>
              <a:pathLst>
                <a:path extrusionOk="0" h="1316" w="1548">
                  <a:moveTo>
                    <a:pt x="614" y="1"/>
                  </a:moveTo>
                  <a:cubicBezTo>
                    <a:pt x="454" y="1"/>
                    <a:pt x="281" y="80"/>
                    <a:pt x="162" y="171"/>
                  </a:cubicBezTo>
                  <a:cubicBezTo>
                    <a:pt x="0" y="293"/>
                    <a:pt x="104" y="548"/>
                    <a:pt x="258" y="548"/>
                  </a:cubicBezTo>
                  <a:cubicBezTo>
                    <a:pt x="291" y="548"/>
                    <a:pt x="327" y="536"/>
                    <a:pt x="362" y="509"/>
                  </a:cubicBezTo>
                  <a:cubicBezTo>
                    <a:pt x="414" y="470"/>
                    <a:pt x="470" y="428"/>
                    <a:pt x="533" y="408"/>
                  </a:cubicBezTo>
                  <a:cubicBezTo>
                    <a:pt x="570" y="396"/>
                    <a:pt x="590" y="390"/>
                    <a:pt x="598" y="390"/>
                  </a:cubicBezTo>
                  <a:cubicBezTo>
                    <a:pt x="615" y="390"/>
                    <a:pt x="583" y="415"/>
                    <a:pt x="547" y="457"/>
                  </a:cubicBezTo>
                  <a:cubicBezTo>
                    <a:pt x="427" y="600"/>
                    <a:pt x="335" y="785"/>
                    <a:pt x="233" y="942"/>
                  </a:cubicBezTo>
                  <a:cubicBezTo>
                    <a:pt x="154" y="1065"/>
                    <a:pt x="255" y="1239"/>
                    <a:pt x="399" y="1239"/>
                  </a:cubicBezTo>
                  <a:cubicBezTo>
                    <a:pt x="400" y="1239"/>
                    <a:pt x="402" y="1239"/>
                    <a:pt x="404" y="1239"/>
                  </a:cubicBezTo>
                  <a:cubicBezTo>
                    <a:pt x="437" y="1238"/>
                    <a:pt x="471" y="1237"/>
                    <a:pt x="504" y="1237"/>
                  </a:cubicBezTo>
                  <a:cubicBezTo>
                    <a:pt x="743" y="1237"/>
                    <a:pt x="976" y="1260"/>
                    <a:pt x="1211" y="1310"/>
                  </a:cubicBezTo>
                  <a:cubicBezTo>
                    <a:pt x="1227" y="1314"/>
                    <a:pt x="1242" y="1315"/>
                    <a:pt x="1257" y="1315"/>
                  </a:cubicBezTo>
                  <a:cubicBezTo>
                    <a:pt x="1470" y="1315"/>
                    <a:pt x="1547" y="979"/>
                    <a:pt x="1316" y="931"/>
                  </a:cubicBezTo>
                  <a:cubicBezTo>
                    <a:pt x="1138" y="893"/>
                    <a:pt x="959" y="867"/>
                    <a:pt x="779" y="854"/>
                  </a:cubicBezTo>
                  <a:lnTo>
                    <a:pt x="779" y="854"/>
                  </a:lnTo>
                  <a:cubicBezTo>
                    <a:pt x="935" y="624"/>
                    <a:pt x="1073" y="357"/>
                    <a:pt x="909" y="142"/>
                  </a:cubicBezTo>
                  <a:cubicBezTo>
                    <a:pt x="832" y="40"/>
                    <a:pt x="726" y="1"/>
                    <a:pt x="61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9"/>
            <p:cNvSpPr/>
            <p:nvPr/>
          </p:nvSpPr>
          <p:spPr>
            <a:xfrm>
              <a:off x="6806850" y="797963"/>
              <a:ext cx="34700" cy="9875"/>
            </a:xfrm>
            <a:custGeom>
              <a:rect b="b" l="l" r="r" t="t"/>
              <a:pathLst>
                <a:path extrusionOk="0" h="395" w="1388">
                  <a:moveTo>
                    <a:pt x="255" y="1"/>
                  </a:moveTo>
                  <a:cubicBezTo>
                    <a:pt x="0" y="1"/>
                    <a:pt x="0" y="394"/>
                    <a:pt x="255" y="394"/>
                  </a:cubicBezTo>
                  <a:lnTo>
                    <a:pt x="1134" y="394"/>
                  </a:lnTo>
                  <a:cubicBezTo>
                    <a:pt x="1387" y="394"/>
                    <a:pt x="1387" y="1"/>
                    <a:pt x="11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9"/>
            <p:cNvSpPr/>
            <p:nvPr/>
          </p:nvSpPr>
          <p:spPr>
            <a:xfrm>
              <a:off x="6861675" y="764013"/>
              <a:ext cx="38100" cy="66050"/>
            </a:xfrm>
            <a:custGeom>
              <a:rect b="b" l="l" r="r" t="t"/>
              <a:pathLst>
                <a:path extrusionOk="0" h="2642" w="1524">
                  <a:moveTo>
                    <a:pt x="751" y="1"/>
                  </a:moveTo>
                  <a:cubicBezTo>
                    <a:pt x="559" y="1"/>
                    <a:pt x="360" y="131"/>
                    <a:pt x="217" y="259"/>
                  </a:cubicBezTo>
                  <a:cubicBezTo>
                    <a:pt x="68" y="389"/>
                    <a:pt x="206" y="587"/>
                    <a:pt x="364" y="587"/>
                  </a:cubicBezTo>
                  <a:cubicBezTo>
                    <a:pt x="408" y="587"/>
                    <a:pt x="453" y="572"/>
                    <a:pt x="494" y="535"/>
                  </a:cubicBezTo>
                  <a:lnTo>
                    <a:pt x="719" y="487"/>
                  </a:lnTo>
                  <a:lnTo>
                    <a:pt x="719" y="487"/>
                  </a:lnTo>
                  <a:cubicBezTo>
                    <a:pt x="677" y="565"/>
                    <a:pt x="639" y="644"/>
                    <a:pt x="597" y="723"/>
                  </a:cubicBezTo>
                  <a:cubicBezTo>
                    <a:pt x="530" y="853"/>
                    <a:pt x="463" y="986"/>
                    <a:pt x="395" y="1117"/>
                  </a:cubicBezTo>
                  <a:cubicBezTo>
                    <a:pt x="340" y="1225"/>
                    <a:pt x="383" y="1374"/>
                    <a:pt x="513" y="1407"/>
                  </a:cubicBezTo>
                  <a:cubicBezTo>
                    <a:pt x="785" y="1473"/>
                    <a:pt x="1207" y="1648"/>
                    <a:pt x="985" y="1997"/>
                  </a:cubicBezTo>
                  <a:cubicBezTo>
                    <a:pt x="841" y="2223"/>
                    <a:pt x="553" y="2248"/>
                    <a:pt x="308" y="2248"/>
                  </a:cubicBezTo>
                  <a:cubicBezTo>
                    <a:pt x="290" y="2248"/>
                    <a:pt x="272" y="2248"/>
                    <a:pt x="254" y="2247"/>
                  </a:cubicBezTo>
                  <a:cubicBezTo>
                    <a:pt x="252" y="2247"/>
                    <a:pt x="250" y="2247"/>
                    <a:pt x="248" y="2247"/>
                  </a:cubicBezTo>
                  <a:cubicBezTo>
                    <a:pt x="0" y="2247"/>
                    <a:pt x="2" y="2638"/>
                    <a:pt x="254" y="2641"/>
                  </a:cubicBezTo>
                  <a:cubicBezTo>
                    <a:pt x="266" y="2641"/>
                    <a:pt x="278" y="2641"/>
                    <a:pt x="290" y="2641"/>
                  </a:cubicBezTo>
                  <a:cubicBezTo>
                    <a:pt x="767" y="2641"/>
                    <a:pt x="1320" y="2474"/>
                    <a:pt x="1432" y="1941"/>
                  </a:cubicBezTo>
                  <a:cubicBezTo>
                    <a:pt x="1523" y="1495"/>
                    <a:pt x="1224" y="1241"/>
                    <a:pt x="862" y="1104"/>
                  </a:cubicBezTo>
                  <a:lnTo>
                    <a:pt x="862" y="1104"/>
                  </a:lnTo>
                  <a:cubicBezTo>
                    <a:pt x="1045" y="801"/>
                    <a:pt x="1285" y="384"/>
                    <a:pt x="1045" y="132"/>
                  </a:cubicBezTo>
                  <a:cubicBezTo>
                    <a:pt x="955" y="38"/>
                    <a:pt x="854" y="1"/>
                    <a:pt x="7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9"/>
            <p:cNvSpPr/>
            <p:nvPr/>
          </p:nvSpPr>
          <p:spPr>
            <a:xfrm>
              <a:off x="6905825" y="762613"/>
              <a:ext cx="52775" cy="68925"/>
            </a:xfrm>
            <a:custGeom>
              <a:rect b="b" l="l" r="r" t="t"/>
              <a:pathLst>
                <a:path extrusionOk="0" h="2757" w="2111">
                  <a:moveTo>
                    <a:pt x="1435" y="0"/>
                  </a:moveTo>
                  <a:cubicBezTo>
                    <a:pt x="1370" y="0"/>
                    <a:pt x="1304" y="31"/>
                    <a:pt x="1266" y="96"/>
                  </a:cubicBezTo>
                  <a:cubicBezTo>
                    <a:pt x="811" y="875"/>
                    <a:pt x="410" y="1681"/>
                    <a:pt x="60" y="2512"/>
                  </a:cubicBezTo>
                  <a:cubicBezTo>
                    <a:pt x="1" y="2655"/>
                    <a:pt x="117" y="2748"/>
                    <a:pt x="240" y="2748"/>
                  </a:cubicBezTo>
                  <a:cubicBezTo>
                    <a:pt x="320" y="2748"/>
                    <a:pt x="402" y="2709"/>
                    <a:pt x="440" y="2618"/>
                  </a:cubicBezTo>
                  <a:cubicBezTo>
                    <a:pt x="714" y="1968"/>
                    <a:pt x="1025" y="1334"/>
                    <a:pt x="1367" y="716"/>
                  </a:cubicBezTo>
                  <a:lnTo>
                    <a:pt x="1367" y="716"/>
                  </a:lnTo>
                  <a:cubicBezTo>
                    <a:pt x="1513" y="1327"/>
                    <a:pt x="1626" y="1945"/>
                    <a:pt x="1702" y="2568"/>
                  </a:cubicBezTo>
                  <a:cubicBezTo>
                    <a:pt x="1717" y="2693"/>
                    <a:pt x="1823" y="2756"/>
                    <a:pt x="1922" y="2756"/>
                  </a:cubicBezTo>
                  <a:cubicBezTo>
                    <a:pt x="2020" y="2756"/>
                    <a:pt x="2110" y="2694"/>
                    <a:pt x="2095" y="2568"/>
                  </a:cubicBezTo>
                  <a:cubicBezTo>
                    <a:pt x="1995" y="1747"/>
                    <a:pt x="1843" y="939"/>
                    <a:pt x="1627" y="142"/>
                  </a:cubicBezTo>
                  <a:cubicBezTo>
                    <a:pt x="1601" y="50"/>
                    <a:pt x="1519" y="0"/>
                    <a:pt x="14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9"/>
            <p:cNvSpPr/>
            <p:nvPr/>
          </p:nvSpPr>
          <p:spPr>
            <a:xfrm>
              <a:off x="6914850" y="803238"/>
              <a:ext cx="44825" cy="11275"/>
            </a:xfrm>
            <a:custGeom>
              <a:rect b="b" l="l" r="r" t="t"/>
              <a:pathLst>
                <a:path extrusionOk="0" h="451" w="1793">
                  <a:moveTo>
                    <a:pt x="686" y="1"/>
                  </a:moveTo>
                  <a:cubicBezTo>
                    <a:pt x="542" y="1"/>
                    <a:pt x="399" y="7"/>
                    <a:pt x="254" y="19"/>
                  </a:cubicBezTo>
                  <a:cubicBezTo>
                    <a:pt x="9" y="39"/>
                    <a:pt x="1" y="413"/>
                    <a:pt x="234" y="413"/>
                  </a:cubicBezTo>
                  <a:cubicBezTo>
                    <a:pt x="241" y="413"/>
                    <a:pt x="247" y="413"/>
                    <a:pt x="254" y="412"/>
                  </a:cubicBezTo>
                  <a:cubicBezTo>
                    <a:pt x="407" y="399"/>
                    <a:pt x="560" y="392"/>
                    <a:pt x="713" y="392"/>
                  </a:cubicBezTo>
                  <a:cubicBezTo>
                    <a:pt x="959" y="392"/>
                    <a:pt x="1205" y="410"/>
                    <a:pt x="1449" y="448"/>
                  </a:cubicBezTo>
                  <a:cubicBezTo>
                    <a:pt x="1461" y="450"/>
                    <a:pt x="1472" y="451"/>
                    <a:pt x="1483" y="451"/>
                  </a:cubicBezTo>
                  <a:cubicBezTo>
                    <a:pt x="1708" y="451"/>
                    <a:pt x="1793" y="104"/>
                    <a:pt x="1555" y="69"/>
                  </a:cubicBezTo>
                  <a:cubicBezTo>
                    <a:pt x="1265" y="25"/>
                    <a:pt x="976" y="1"/>
                    <a:pt x="6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9"/>
            <p:cNvSpPr/>
            <p:nvPr/>
          </p:nvSpPr>
          <p:spPr>
            <a:xfrm>
              <a:off x="6984600" y="759213"/>
              <a:ext cx="43150" cy="68750"/>
            </a:xfrm>
            <a:custGeom>
              <a:rect b="b" l="l" r="r" t="t"/>
              <a:pathLst>
                <a:path extrusionOk="0" h="2750" w="1726">
                  <a:moveTo>
                    <a:pt x="1107" y="0"/>
                  </a:moveTo>
                  <a:cubicBezTo>
                    <a:pt x="1078" y="0"/>
                    <a:pt x="1049" y="6"/>
                    <a:pt x="1019" y="20"/>
                  </a:cubicBezTo>
                  <a:cubicBezTo>
                    <a:pt x="403" y="299"/>
                    <a:pt x="1" y="931"/>
                    <a:pt x="88" y="1616"/>
                  </a:cubicBezTo>
                  <a:cubicBezTo>
                    <a:pt x="171" y="2264"/>
                    <a:pt x="692" y="2749"/>
                    <a:pt x="1331" y="2749"/>
                  </a:cubicBezTo>
                  <a:cubicBezTo>
                    <a:pt x="1378" y="2749"/>
                    <a:pt x="1425" y="2747"/>
                    <a:pt x="1472" y="2742"/>
                  </a:cubicBezTo>
                  <a:cubicBezTo>
                    <a:pt x="1714" y="2717"/>
                    <a:pt x="1725" y="2347"/>
                    <a:pt x="1496" y="2347"/>
                  </a:cubicBezTo>
                  <a:cubicBezTo>
                    <a:pt x="1488" y="2347"/>
                    <a:pt x="1480" y="2347"/>
                    <a:pt x="1472" y="2348"/>
                  </a:cubicBezTo>
                  <a:cubicBezTo>
                    <a:pt x="1435" y="2352"/>
                    <a:pt x="1398" y="2354"/>
                    <a:pt x="1361" y="2354"/>
                  </a:cubicBezTo>
                  <a:cubicBezTo>
                    <a:pt x="850" y="2354"/>
                    <a:pt x="467" y="1959"/>
                    <a:pt x="467" y="1430"/>
                  </a:cubicBezTo>
                  <a:cubicBezTo>
                    <a:pt x="465" y="938"/>
                    <a:pt x="787" y="557"/>
                    <a:pt x="1216" y="359"/>
                  </a:cubicBezTo>
                  <a:cubicBezTo>
                    <a:pt x="1417" y="269"/>
                    <a:pt x="1293" y="0"/>
                    <a:pt x="11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9"/>
            <p:cNvSpPr/>
            <p:nvPr/>
          </p:nvSpPr>
          <p:spPr>
            <a:xfrm>
              <a:off x="7023550" y="758413"/>
              <a:ext cx="74375" cy="72000"/>
            </a:xfrm>
            <a:custGeom>
              <a:rect b="b" l="l" r="r" t="t"/>
              <a:pathLst>
                <a:path extrusionOk="0" h="2880" w="2975">
                  <a:moveTo>
                    <a:pt x="1783" y="417"/>
                  </a:moveTo>
                  <a:cubicBezTo>
                    <a:pt x="2647" y="760"/>
                    <a:pt x="2790" y="2013"/>
                    <a:pt x="1853" y="2407"/>
                  </a:cubicBezTo>
                  <a:cubicBezTo>
                    <a:pt x="1745" y="2452"/>
                    <a:pt x="1644" y="2473"/>
                    <a:pt x="1550" y="2473"/>
                  </a:cubicBezTo>
                  <a:cubicBezTo>
                    <a:pt x="615" y="2473"/>
                    <a:pt x="410" y="430"/>
                    <a:pt x="1644" y="430"/>
                  </a:cubicBezTo>
                  <a:cubicBezTo>
                    <a:pt x="1660" y="430"/>
                    <a:pt x="1677" y="431"/>
                    <a:pt x="1694" y="432"/>
                  </a:cubicBezTo>
                  <a:cubicBezTo>
                    <a:pt x="1698" y="432"/>
                    <a:pt x="1703" y="432"/>
                    <a:pt x="1707" y="432"/>
                  </a:cubicBezTo>
                  <a:cubicBezTo>
                    <a:pt x="1736" y="432"/>
                    <a:pt x="1761" y="426"/>
                    <a:pt x="1783" y="417"/>
                  </a:cubicBezTo>
                  <a:close/>
                  <a:moveTo>
                    <a:pt x="1752" y="0"/>
                  </a:moveTo>
                  <a:cubicBezTo>
                    <a:pt x="1711" y="0"/>
                    <a:pt x="1675" y="15"/>
                    <a:pt x="1647" y="38"/>
                  </a:cubicBezTo>
                  <a:lnTo>
                    <a:pt x="1647" y="38"/>
                  </a:lnTo>
                  <a:cubicBezTo>
                    <a:pt x="1642" y="38"/>
                    <a:pt x="1637" y="38"/>
                    <a:pt x="1632" y="38"/>
                  </a:cubicBezTo>
                  <a:cubicBezTo>
                    <a:pt x="0" y="38"/>
                    <a:pt x="14" y="2880"/>
                    <a:pt x="1511" y="2880"/>
                  </a:cubicBezTo>
                  <a:cubicBezTo>
                    <a:pt x="1540" y="2880"/>
                    <a:pt x="1570" y="2879"/>
                    <a:pt x="1601" y="2877"/>
                  </a:cubicBezTo>
                  <a:cubicBezTo>
                    <a:pt x="2273" y="2825"/>
                    <a:pt x="2832" y="2230"/>
                    <a:pt x="2899" y="1568"/>
                  </a:cubicBezTo>
                  <a:cubicBezTo>
                    <a:pt x="2975" y="847"/>
                    <a:pt x="2481" y="225"/>
                    <a:pt x="1815" y="11"/>
                  </a:cubicBezTo>
                  <a:cubicBezTo>
                    <a:pt x="1793" y="3"/>
                    <a:pt x="1772" y="0"/>
                    <a:pt x="175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9"/>
            <p:cNvSpPr/>
            <p:nvPr/>
          </p:nvSpPr>
          <p:spPr>
            <a:xfrm>
              <a:off x="7096125" y="761788"/>
              <a:ext cx="41225" cy="64525"/>
            </a:xfrm>
            <a:custGeom>
              <a:rect b="b" l="l" r="r" t="t"/>
              <a:pathLst>
                <a:path extrusionOk="0" h="2581" w="1649">
                  <a:moveTo>
                    <a:pt x="1114" y="1"/>
                  </a:moveTo>
                  <a:cubicBezTo>
                    <a:pt x="662" y="1"/>
                    <a:pt x="268" y="376"/>
                    <a:pt x="444" y="869"/>
                  </a:cubicBezTo>
                  <a:cubicBezTo>
                    <a:pt x="529" y="1104"/>
                    <a:pt x="729" y="1214"/>
                    <a:pt x="931" y="1336"/>
                  </a:cubicBezTo>
                  <a:cubicBezTo>
                    <a:pt x="998" y="1377"/>
                    <a:pt x="1106" y="1417"/>
                    <a:pt x="1153" y="1480"/>
                  </a:cubicBezTo>
                  <a:cubicBezTo>
                    <a:pt x="1342" y="1742"/>
                    <a:pt x="1130" y="1937"/>
                    <a:pt x="948" y="2043"/>
                  </a:cubicBezTo>
                  <a:cubicBezTo>
                    <a:pt x="738" y="2166"/>
                    <a:pt x="493" y="2173"/>
                    <a:pt x="254" y="2186"/>
                  </a:cubicBezTo>
                  <a:cubicBezTo>
                    <a:pt x="6" y="2200"/>
                    <a:pt x="0" y="2580"/>
                    <a:pt x="240" y="2580"/>
                  </a:cubicBezTo>
                  <a:cubicBezTo>
                    <a:pt x="245" y="2580"/>
                    <a:pt x="249" y="2580"/>
                    <a:pt x="254" y="2580"/>
                  </a:cubicBezTo>
                  <a:cubicBezTo>
                    <a:pt x="769" y="2553"/>
                    <a:pt x="1395" y="2462"/>
                    <a:pt x="1581" y="1891"/>
                  </a:cubicBezTo>
                  <a:cubicBezTo>
                    <a:pt x="1648" y="1684"/>
                    <a:pt x="1627" y="1462"/>
                    <a:pt x="1496" y="1283"/>
                  </a:cubicBezTo>
                  <a:cubicBezTo>
                    <a:pt x="1423" y="1181"/>
                    <a:pt x="1327" y="1114"/>
                    <a:pt x="1223" y="1047"/>
                  </a:cubicBezTo>
                  <a:cubicBezTo>
                    <a:pt x="1160" y="1011"/>
                    <a:pt x="1097" y="977"/>
                    <a:pt x="1034" y="942"/>
                  </a:cubicBezTo>
                  <a:cubicBezTo>
                    <a:pt x="808" y="846"/>
                    <a:pt x="845" y="662"/>
                    <a:pt x="1144" y="390"/>
                  </a:cubicBezTo>
                  <a:cubicBezTo>
                    <a:pt x="1157" y="392"/>
                    <a:pt x="1170" y="393"/>
                    <a:pt x="1182" y="393"/>
                  </a:cubicBezTo>
                  <a:cubicBezTo>
                    <a:pt x="1401" y="393"/>
                    <a:pt x="1484" y="51"/>
                    <a:pt x="1247" y="12"/>
                  </a:cubicBezTo>
                  <a:cubicBezTo>
                    <a:pt x="1203" y="4"/>
                    <a:pt x="1158" y="1"/>
                    <a:pt x="111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9"/>
            <p:cNvSpPr/>
            <p:nvPr/>
          </p:nvSpPr>
          <p:spPr>
            <a:xfrm>
              <a:off x="7164800" y="755888"/>
              <a:ext cx="47275" cy="86525"/>
            </a:xfrm>
            <a:custGeom>
              <a:rect b="b" l="l" r="r" t="t"/>
              <a:pathLst>
                <a:path extrusionOk="0" h="3461" w="1891">
                  <a:moveTo>
                    <a:pt x="822" y="363"/>
                  </a:moveTo>
                  <a:cubicBezTo>
                    <a:pt x="1021" y="363"/>
                    <a:pt x="1139" y="488"/>
                    <a:pt x="1177" y="734"/>
                  </a:cubicBezTo>
                  <a:cubicBezTo>
                    <a:pt x="1445" y="985"/>
                    <a:pt x="1405" y="1187"/>
                    <a:pt x="1056" y="1336"/>
                  </a:cubicBezTo>
                  <a:cubicBezTo>
                    <a:pt x="896" y="1418"/>
                    <a:pt x="730" y="1484"/>
                    <a:pt x="558" y="1534"/>
                  </a:cubicBezTo>
                  <a:lnTo>
                    <a:pt x="558" y="1534"/>
                  </a:lnTo>
                  <a:cubicBezTo>
                    <a:pt x="557" y="1534"/>
                    <a:pt x="556" y="1534"/>
                    <a:pt x="554" y="1535"/>
                  </a:cubicBezTo>
                  <a:cubicBezTo>
                    <a:pt x="555" y="1535"/>
                    <a:pt x="555" y="1535"/>
                    <a:pt x="555" y="1535"/>
                  </a:cubicBezTo>
                  <a:lnTo>
                    <a:pt x="555" y="1535"/>
                  </a:lnTo>
                  <a:cubicBezTo>
                    <a:pt x="527" y="1544"/>
                    <a:pt x="504" y="1557"/>
                    <a:pt x="485" y="1572"/>
                  </a:cubicBezTo>
                  <a:lnTo>
                    <a:pt x="485" y="1572"/>
                  </a:lnTo>
                  <a:cubicBezTo>
                    <a:pt x="486" y="1179"/>
                    <a:pt x="487" y="786"/>
                    <a:pt x="487" y="394"/>
                  </a:cubicBezTo>
                  <a:lnTo>
                    <a:pt x="487" y="394"/>
                  </a:lnTo>
                  <a:cubicBezTo>
                    <a:pt x="549" y="389"/>
                    <a:pt x="611" y="385"/>
                    <a:pt x="675" y="382"/>
                  </a:cubicBezTo>
                  <a:cubicBezTo>
                    <a:pt x="728" y="370"/>
                    <a:pt x="777" y="363"/>
                    <a:pt x="822" y="363"/>
                  </a:cubicBezTo>
                  <a:close/>
                  <a:moveTo>
                    <a:pt x="484" y="1867"/>
                  </a:moveTo>
                  <a:cubicBezTo>
                    <a:pt x="519" y="1898"/>
                    <a:pt x="565" y="1917"/>
                    <a:pt x="621" y="1917"/>
                  </a:cubicBezTo>
                  <a:cubicBezTo>
                    <a:pt x="634" y="1917"/>
                    <a:pt x="648" y="1916"/>
                    <a:pt x="662" y="1914"/>
                  </a:cubicBezTo>
                  <a:cubicBezTo>
                    <a:pt x="1212" y="1963"/>
                    <a:pt x="1399" y="2235"/>
                    <a:pt x="1226" y="2731"/>
                  </a:cubicBezTo>
                  <a:cubicBezTo>
                    <a:pt x="1068" y="2948"/>
                    <a:pt x="855" y="3059"/>
                    <a:pt x="589" y="3065"/>
                  </a:cubicBezTo>
                  <a:cubicBezTo>
                    <a:pt x="381" y="2922"/>
                    <a:pt x="484" y="2338"/>
                    <a:pt x="484" y="2129"/>
                  </a:cubicBezTo>
                  <a:cubicBezTo>
                    <a:pt x="484" y="2041"/>
                    <a:pt x="484" y="1954"/>
                    <a:pt x="484" y="1867"/>
                  </a:cubicBezTo>
                  <a:close/>
                  <a:moveTo>
                    <a:pt x="655" y="1"/>
                  </a:moveTo>
                  <a:cubicBezTo>
                    <a:pt x="528" y="1"/>
                    <a:pt x="403" y="10"/>
                    <a:pt x="288" y="23"/>
                  </a:cubicBezTo>
                  <a:cubicBezTo>
                    <a:pt x="181" y="35"/>
                    <a:pt x="120" y="115"/>
                    <a:pt x="104" y="199"/>
                  </a:cubicBezTo>
                  <a:lnTo>
                    <a:pt x="104" y="199"/>
                  </a:lnTo>
                  <a:cubicBezTo>
                    <a:pt x="95" y="221"/>
                    <a:pt x="89" y="247"/>
                    <a:pt x="89" y="276"/>
                  </a:cubicBezTo>
                  <a:cubicBezTo>
                    <a:pt x="89" y="777"/>
                    <a:pt x="88" y="1280"/>
                    <a:pt x="88" y="1781"/>
                  </a:cubicBezTo>
                  <a:cubicBezTo>
                    <a:pt x="88" y="2186"/>
                    <a:pt x="0" y="2710"/>
                    <a:pt x="92" y="3108"/>
                  </a:cubicBezTo>
                  <a:cubicBezTo>
                    <a:pt x="154" y="3367"/>
                    <a:pt x="361" y="3460"/>
                    <a:pt x="592" y="3460"/>
                  </a:cubicBezTo>
                  <a:cubicBezTo>
                    <a:pt x="754" y="3460"/>
                    <a:pt x="928" y="3414"/>
                    <a:pt x="1071" y="3348"/>
                  </a:cubicBezTo>
                  <a:cubicBezTo>
                    <a:pt x="1863" y="2987"/>
                    <a:pt x="1808" y="2027"/>
                    <a:pt x="1243" y="1663"/>
                  </a:cubicBezTo>
                  <a:lnTo>
                    <a:pt x="1243" y="1663"/>
                  </a:lnTo>
                  <a:cubicBezTo>
                    <a:pt x="1603" y="1455"/>
                    <a:pt x="1890" y="1146"/>
                    <a:pt x="1793" y="684"/>
                  </a:cubicBezTo>
                  <a:cubicBezTo>
                    <a:pt x="1678" y="134"/>
                    <a:pt x="1147" y="1"/>
                    <a:pt x="65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9"/>
            <p:cNvSpPr/>
            <p:nvPr/>
          </p:nvSpPr>
          <p:spPr>
            <a:xfrm>
              <a:off x="7233425" y="727463"/>
              <a:ext cx="27225" cy="33375"/>
            </a:xfrm>
            <a:custGeom>
              <a:rect b="b" l="l" r="r" t="t"/>
              <a:pathLst>
                <a:path extrusionOk="0" h="1335" w="1089">
                  <a:moveTo>
                    <a:pt x="429" y="1"/>
                  </a:moveTo>
                  <a:cubicBezTo>
                    <a:pt x="312" y="1"/>
                    <a:pt x="195" y="52"/>
                    <a:pt x="109" y="165"/>
                  </a:cubicBezTo>
                  <a:cubicBezTo>
                    <a:pt x="1" y="306"/>
                    <a:pt x="138" y="444"/>
                    <a:pt x="282" y="444"/>
                  </a:cubicBezTo>
                  <a:cubicBezTo>
                    <a:pt x="343" y="444"/>
                    <a:pt x="404" y="420"/>
                    <a:pt x="449" y="361"/>
                  </a:cubicBezTo>
                  <a:lnTo>
                    <a:pt x="449" y="361"/>
                  </a:lnTo>
                  <a:cubicBezTo>
                    <a:pt x="401" y="426"/>
                    <a:pt x="469" y="374"/>
                    <a:pt x="479" y="424"/>
                  </a:cubicBezTo>
                  <a:cubicBezTo>
                    <a:pt x="491" y="476"/>
                    <a:pt x="495" y="494"/>
                    <a:pt x="466" y="550"/>
                  </a:cubicBezTo>
                  <a:cubicBezTo>
                    <a:pt x="413" y="653"/>
                    <a:pt x="295" y="726"/>
                    <a:pt x="200" y="791"/>
                  </a:cubicBezTo>
                  <a:cubicBezTo>
                    <a:pt x="87" y="868"/>
                    <a:pt x="77" y="998"/>
                    <a:pt x="161" y="1101"/>
                  </a:cubicBezTo>
                  <a:cubicBezTo>
                    <a:pt x="284" y="1252"/>
                    <a:pt x="468" y="1334"/>
                    <a:pt x="656" y="1334"/>
                  </a:cubicBezTo>
                  <a:cubicBezTo>
                    <a:pt x="731" y="1334"/>
                    <a:pt x="806" y="1321"/>
                    <a:pt x="879" y="1294"/>
                  </a:cubicBezTo>
                  <a:cubicBezTo>
                    <a:pt x="1089" y="1215"/>
                    <a:pt x="1028" y="901"/>
                    <a:pt x="843" y="901"/>
                  </a:cubicBezTo>
                  <a:cubicBezTo>
                    <a:pt x="821" y="901"/>
                    <a:pt x="798" y="906"/>
                    <a:pt x="773" y="915"/>
                  </a:cubicBezTo>
                  <a:cubicBezTo>
                    <a:pt x="729" y="932"/>
                    <a:pt x="689" y="940"/>
                    <a:pt x="651" y="940"/>
                  </a:cubicBezTo>
                  <a:cubicBezTo>
                    <a:pt x="648" y="940"/>
                    <a:pt x="646" y="940"/>
                    <a:pt x="643" y="940"/>
                  </a:cubicBezTo>
                  <a:lnTo>
                    <a:pt x="643" y="940"/>
                  </a:lnTo>
                  <a:cubicBezTo>
                    <a:pt x="828" y="764"/>
                    <a:pt x="967" y="537"/>
                    <a:pt x="847" y="281"/>
                  </a:cubicBezTo>
                  <a:cubicBezTo>
                    <a:pt x="765" y="104"/>
                    <a:pt x="597" y="1"/>
                    <a:pt x="42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9"/>
            <p:cNvSpPr/>
            <p:nvPr/>
          </p:nvSpPr>
          <p:spPr>
            <a:xfrm>
              <a:off x="7290375" y="770938"/>
              <a:ext cx="11450" cy="48000"/>
            </a:xfrm>
            <a:custGeom>
              <a:rect b="b" l="l" r="r" t="t"/>
              <a:pathLst>
                <a:path extrusionOk="0" h="1920" w="458">
                  <a:moveTo>
                    <a:pt x="225" y="1"/>
                  </a:moveTo>
                  <a:cubicBezTo>
                    <a:pt x="126" y="1"/>
                    <a:pt x="31" y="64"/>
                    <a:pt x="38" y="190"/>
                  </a:cubicBezTo>
                  <a:cubicBezTo>
                    <a:pt x="64" y="705"/>
                    <a:pt x="55" y="1217"/>
                    <a:pt x="11" y="1731"/>
                  </a:cubicBezTo>
                  <a:cubicBezTo>
                    <a:pt x="0" y="1857"/>
                    <a:pt x="93" y="1920"/>
                    <a:pt x="191" y="1920"/>
                  </a:cubicBezTo>
                  <a:cubicBezTo>
                    <a:pt x="290" y="1920"/>
                    <a:pt x="394" y="1857"/>
                    <a:pt x="404" y="1731"/>
                  </a:cubicBezTo>
                  <a:cubicBezTo>
                    <a:pt x="449" y="1217"/>
                    <a:pt x="457" y="705"/>
                    <a:pt x="432" y="190"/>
                  </a:cubicBezTo>
                  <a:cubicBezTo>
                    <a:pt x="425" y="64"/>
                    <a:pt x="323" y="1"/>
                    <a:pt x="22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9"/>
            <p:cNvSpPr/>
            <p:nvPr/>
          </p:nvSpPr>
          <p:spPr>
            <a:xfrm>
              <a:off x="7280850" y="787263"/>
              <a:ext cx="38400" cy="10250"/>
            </a:xfrm>
            <a:custGeom>
              <a:rect b="b" l="l" r="r" t="t"/>
              <a:pathLst>
                <a:path extrusionOk="0" h="410" w="1536">
                  <a:moveTo>
                    <a:pt x="1283" y="0"/>
                  </a:moveTo>
                  <a:cubicBezTo>
                    <a:pt x="1283" y="0"/>
                    <a:pt x="1282" y="0"/>
                    <a:pt x="1281" y="0"/>
                  </a:cubicBezTo>
                  <a:lnTo>
                    <a:pt x="256" y="16"/>
                  </a:lnTo>
                  <a:cubicBezTo>
                    <a:pt x="2" y="20"/>
                    <a:pt x="1" y="410"/>
                    <a:pt x="252" y="410"/>
                  </a:cubicBezTo>
                  <a:cubicBezTo>
                    <a:pt x="253" y="410"/>
                    <a:pt x="254" y="410"/>
                    <a:pt x="256" y="410"/>
                  </a:cubicBezTo>
                  <a:lnTo>
                    <a:pt x="1281" y="394"/>
                  </a:lnTo>
                  <a:cubicBezTo>
                    <a:pt x="1532" y="391"/>
                    <a:pt x="1536" y="0"/>
                    <a:pt x="12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9"/>
            <p:cNvSpPr/>
            <p:nvPr/>
          </p:nvSpPr>
          <p:spPr>
            <a:xfrm>
              <a:off x="7348050" y="765313"/>
              <a:ext cx="33400" cy="55150"/>
            </a:xfrm>
            <a:custGeom>
              <a:rect b="b" l="l" r="r" t="t"/>
              <a:pathLst>
                <a:path extrusionOk="0" h="2206" w="1336">
                  <a:moveTo>
                    <a:pt x="1066" y="1"/>
                  </a:moveTo>
                  <a:cubicBezTo>
                    <a:pt x="1007" y="1"/>
                    <a:pt x="948" y="29"/>
                    <a:pt x="909" y="97"/>
                  </a:cubicBezTo>
                  <a:cubicBezTo>
                    <a:pt x="565" y="692"/>
                    <a:pt x="281" y="1315"/>
                    <a:pt x="51" y="1965"/>
                  </a:cubicBezTo>
                  <a:cubicBezTo>
                    <a:pt x="0" y="2110"/>
                    <a:pt x="120" y="2205"/>
                    <a:pt x="240" y="2205"/>
                  </a:cubicBezTo>
                  <a:cubicBezTo>
                    <a:pt x="319" y="2205"/>
                    <a:pt x="398" y="2165"/>
                    <a:pt x="431" y="2071"/>
                  </a:cubicBezTo>
                  <a:cubicBezTo>
                    <a:pt x="647" y="1453"/>
                    <a:pt x="919" y="864"/>
                    <a:pt x="1247" y="297"/>
                  </a:cubicBezTo>
                  <a:cubicBezTo>
                    <a:pt x="1336" y="144"/>
                    <a:pt x="1200" y="1"/>
                    <a:pt x="10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9"/>
            <p:cNvSpPr/>
            <p:nvPr/>
          </p:nvSpPr>
          <p:spPr>
            <a:xfrm>
              <a:off x="7368000" y="767088"/>
              <a:ext cx="23100" cy="55650"/>
            </a:xfrm>
            <a:custGeom>
              <a:rect b="b" l="l" r="r" t="t"/>
              <a:pathLst>
                <a:path extrusionOk="0" h="2226" w="924">
                  <a:moveTo>
                    <a:pt x="239" y="1"/>
                  </a:moveTo>
                  <a:cubicBezTo>
                    <a:pt x="118" y="1"/>
                    <a:pt x="0" y="95"/>
                    <a:pt x="54" y="241"/>
                  </a:cubicBezTo>
                  <a:cubicBezTo>
                    <a:pt x="271" y="839"/>
                    <a:pt x="427" y="1453"/>
                    <a:pt x="522" y="2083"/>
                  </a:cubicBezTo>
                  <a:cubicBezTo>
                    <a:pt x="537" y="2183"/>
                    <a:pt x="606" y="2226"/>
                    <a:pt x="681" y="2226"/>
                  </a:cubicBezTo>
                  <a:cubicBezTo>
                    <a:pt x="795" y="2226"/>
                    <a:pt x="924" y="2127"/>
                    <a:pt x="901" y="1977"/>
                  </a:cubicBezTo>
                  <a:cubicBezTo>
                    <a:pt x="805" y="1346"/>
                    <a:pt x="649" y="734"/>
                    <a:pt x="433" y="135"/>
                  </a:cubicBezTo>
                  <a:cubicBezTo>
                    <a:pt x="399" y="41"/>
                    <a:pt x="319" y="1"/>
                    <a:pt x="23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9"/>
            <p:cNvSpPr/>
            <p:nvPr/>
          </p:nvSpPr>
          <p:spPr>
            <a:xfrm>
              <a:off x="7352250" y="798288"/>
              <a:ext cx="36500" cy="9875"/>
            </a:xfrm>
            <a:custGeom>
              <a:rect b="b" l="l" r="r" t="t"/>
              <a:pathLst>
                <a:path extrusionOk="0" h="395" w="1460">
                  <a:moveTo>
                    <a:pt x="252" y="0"/>
                  </a:moveTo>
                  <a:cubicBezTo>
                    <a:pt x="1" y="0"/>
                    <a:pt x="0" y="394"/>
                    <a:pt x="254" y="394"/>
                  </a:cubicBezTo>
                  <a:lnTo>
                    <a:pt x="1206" y="394"/>
                  </a:lnTo>
                  <a:cubicBezTo>
                    <a:pt x="1460" y="394"/>
                    <a:pt x="1460" y="0"/>
                    <a:pt x="1206" y="0"/>
                  </a:cubicBezTo>
                  <a:lnTo>
                    <a:pt x="254" y="0"/>
                  </a:lnTo>
                  <a:cubicBezTo>
                    <a:pt x="253" y="0"/>
                    <a:pt x="252" y="0"/>
                    <a:pt x="25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9"/>
            <p:cNvSpPr/>
            <p:nvPr/>
          </p:nvSpPr>
          <p:spPr>
            <a:xfrm>
              <a:off x="7428525" y="758738"/>
              <a:ext cx="37750" cy="62950"/>
            </a:xfrm>
            <a:custGeom>
              <a:rect b="b" l="l" r="r" t="t"/>
              <a:pathLst>
                <a:path extrusionOk="0" h="2518" w="1510">
                  <a:moveTo>
                    <a:pt x="1055" y="0"/>
                  </a:moveTo>
                  <a:cubicBezTo>
                    <a:pt x="569" y="0"/>
                    <a:pt x="165" y="423"/>
                    <a:pt x="335" y="950"/>
                  </a:cubicBezTo>
                  <a:cubicBezTo>
                    <a:pt x="418" y="1207"/>
                    <a:pt x="633" y="1340"/>
                    <a:pt x="842" y="1486"/>
                  </a:cubicBezTo>
                  <a:cubicBezTo>
                    <a:pt x="961" y="1571"/>
                    <a:pt x="990" y="1570"/>
                    <a:pt x="998" y="1730"/>
                  </a:cubicBezTo>
                  <a:cubicBezTo>
                    <a:pt x="1011" y="1942"/>
                    <a:pt x="882" y="1945"/>
                    <a:pt x="708" y="1996"/>
                  </a:cubicBezTo>
                  <a:cubicBezTo>
                    <a:pt x="533" y="2049"/>
                    <a:pt x="367" y="2079"/>
                    <a:pt x="199" y="2158"/>
                  </a:cubicBezTo>
                  <a:cubicBezTo>
                    <a:pt x="1" y="2251"/>
                    <a:pt x="124" y="2517"/>
                    <a:pt x="310" y="2517"/>
                  </a:cubicBezTo>
                  <a:cubicBezTo>
                    <a:pt x="338" y="2517"/>
                    <a:pt x="368" y="2511"/>
                    <a:pt x="398" y="2497"/>
                  </a:cubicBezTo>
                  <a:cubicBezTo>
                    <a:pt x="782" y="2321"/>
                    <a:pt x="1509" y="2311"/>
                    <a:pt x="1465" y="1705"/>
                  </a:cubicBezTo>
                  <a:cubicBezTo>
                    <a:pt x="1451" y="1514"/>
                    <a:pt x="1342" y="1378"/>
                    <a:pt x="1197" y="1259"/>
                  </a:cubicBezTo>
                  <a:cubicBezTo>
                    <a:pt x="1108" y="1187"/>
                    <a:pt x="1005" y="1137"/>
                    <a:pt x="918" y="1066"/>
                  </a:cubicBezTo>
                  <a:cubicBezTo>
                    <a:pt x="791" y="993"/>
                    <a:pt x="715" y="880"/>
                    <a:pt x="689" y="728"/>
                  </a:cubicBezTo>
                  <a:cubicBezTo>
                    <a:pt x="743" y="498"/>
                    <a:pt x="852" y="385"/>
                    <a:pt x="1016" y="385"/>
                  </a:cubicBezTo>
                  <a:cubicBezTo>
                    <a:pt x="1061" y="385"/>
                    <a:pt x="1110" y="393"/>
                    <a:pt x="1163" y="410"/>
                  </a:cubicBezTo>
                  <a:cubicBezTo>
                    <a:pt x="1182" y="415"/>
                    <a:pt x="1199" y="417"/>
                    <a:pt x="1216" y="417"/>
                  </a:cubicBezTo>
                  <a:cubicBezTo>
                    <a:pt x="1422" y="417"/>
                    <a:pt x="1495" y="89"/>
                    <a:pt x="1269" y="28"/>
                  </a:cubicBezTo>
                  <a:cubicBezTo>
                    <a:pt x="1197" y="9"/>
                    <a:pt x="1125" y="0"/>
                    <a:pt x="105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9"/>
            <p:cNvSpPr/>
            <p:nvPr/>
          </p:nvSpPr>
          <p:spPr>
            <a:xfrm>
              <a:off x="7475950" y="760038"/>
              <a:ext cx="11550" cy="55250"/>
            </a:xfrm>
            <a:custGeom>
              <a:rect b="b" l="l" r="r" t="t"/>
              <a:pathLst>
                <a:path extrusionOk="0" h="2210" w="462">
                  <a:moveTo>
                    <a:pt x="195" y="1"/>
                  </a:moveTo>
                  <a:cubicBezTo>
                    <a:pt x="96" y="1"/>
                    <a:pt x="0" y="64"/>
                    <a:pt x="5" y="190"/>
                  </a:cubicBezTo>
                  <a:cubicBezTo>
                    <a:pt x="25" y="802"/>
                    <a:pt x="45" y="1410"/>
                    <a:pt x="63" y="2020"/>
                  </a:cubicBezTo>
                  <a:cubicBezTo>
                    <a:pt x="68" y="2146"/>
                    <a:pt x="169" y="2209"/>
                    <a:pt x="268" y="2209"/>
                  </a:cubicBezTo>
                  <a:cubicBezTo>
                    <a:pt x="366" y="2209"/>
                    <a:pt x="462" y="2146"/>
                    <a:pt x="457" y="2020"/>
                  </a:cubicBezTo>
                  <a:cubicBezTo>
                    <a:pt x="438" y="1410"/>
                    <a:pt x="418" y="802"/>
                    <a:pt x="398" y="190"/>
                  </a:cubicBezTo>
                  <a:cubicBezTo>
                    <a:pt x="394" y="64"/>
                    <a:pt x="293" y="1"/>
                    <a:pt x="19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9"/>
            <p:cNvSpPr/>
            <p:nvPr/>
          </p:nvSpPr>
          <p:spPr>
            <a:xfrm>
              <a:off x="7496425" y="761863"/>
              <a:ext cx="9900" cy="57150"/>
            </a:xfrm>
            <a:custGeom>
              <a:rect b="b" l="l" r="r" t="t"/>
              <a:pathLst>
                <a:path extrusionOk="0" h="2286" w="396">
                  <a:moveTo>
                    <a:pt x="198" y="1"/>
                  </a:moveTo>
                  <a:cubicBezTo>
                    <a:pt x="100" y="1"/>
                    <a:pt x="2" y="65"/>
                    <a:pt x="2" y="192"/>
                  </a:cubicBezTo>
                  <a:cubicBezTo>
                    <a:pt x="2" y="828"/>
                    <a:pt x="2" y="1460"/>
                    <a:pt x="0" y="2096"/>
                  </a:cubicBezTo>
                  <a:cubicBezTo>
                    <a:pt x="0" y="2223"/>
                    <a:pt x="98" y="2286"/>
                    <a:pt x="197" y="2286"/>
                  </a:cubicBezTo>
                  <a:cubicBezTo>
                    <a:pt x="295" y="2286"/>
                    <a:pt x="394" y="2223"/>
                    <a:pt x="394" y="2096"/>
                  </a:cubicBezTo>
                  <a:cubicBezTo>
                    <a:pt x="394" y="1460"/>
                    <a:pt x="394" y="828"/>
                    <a:pt x="395" y="192"/>
                  </a:cubicBezTo>
                  <a:cubicBezTo>
                    <a:pt x="395" y="65"/>
                    <a:pt x="297" y="1"/>
                    <a:pt x="1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9"/>
            <p:cNvSpPr/>
            <p:nvPr/>
          </p:nvSpPr>
          <p:spPr>
            <a:xfrm>
              <a:off x="7497200" y="761938"/>
              <a:ext cx="46125" cy="57850"/>
            </a:xfrm>
            <a:custGeom>
              <a:rect b="b" l="l" r="r" t="t"/>
              <a:pathLst>
                <a:path extrusionOk="0" h="2314" w="1845">
                  <a:moveTo>
                    <a:pt x="239" y="0"/>
                  </a:moveTo>
                  <a:cubicBezTo>
                    <a:pt x="118" y="0"/>
                    <a:pt x="0" y="95"/>
                    <a:pt x="56" y="239"/>
                  </a:cubicBezTo>
                  <a:cubicBezTo>
                    <a:pt x="356" y="1013"/>
                    <a:pt x="808" y="1695"/>
                    <a:pt x="1415" y="2260"/>
                  </a:cubicBezTo>
                  <a:cubicBezTo>
                    <a:pt x="1452" y="2296"/>
                    <a:pt x="1507" y="2314"/>
                    <a:pt x="1562" y="2314"/>
                  </a:cubicBezTo>
                  <a:cubicBezTo>
                    <a:pt x="1647" y="2314"/>
                    <a:pt x="1731" y="2269"/>
                    <a:pt x="1744" y="2173"/>
                  </a:cubicBezTo>
                  <a:cubicBezTo>
                    <a:pt x="1833" y="1532"/>
                    <a:pt x="1844" y="900"/>
                    <a:pt x="1766" y="260"/>
                  </a:cubicBezTo>
                  <a:cubicBezTo>
                    <a:pt x="1751" y="135"/>
                    <a:pt x="1644" y="72"/>
                    <a:pt x="1545" y="72"/>
                  </a:cubicBezTo>
                  <a:cubicBezTo>
                    <a:pt x="1447" y="72"/>
                    <a:pt x="1357" y="134"/>
                    <a:pt x="1372" y="260"/>
                  </a:cubicBezTo>
                  <a:cubicBezTo>
                    <a:pt x="1430" y="737"/>
                    <a:pt x="1443" y="1214"/>
                    <a:pt x="1405" y="1691"/>
                  </a:cubicBezTo>
                  <a:lnTo>
                    <a:pt x="1405" y="1691"/>
                  </a:lnTo>
                  <a:cubicBezTo>
                    <a:pt x="988" y="1236"/>
                    <a:pt x="660" y="714"/>
                    <a:pt x="436" y="133"/>
                  </a:cubicBezTo>
                  <a:cubicBezTo>
                    <a:pt x="400" y="41"/>
                    <a:pt x="319" y="0"/>
                    <a:pt x="23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9"/>
            <p:cNvSpPr/>
            <p:nvPr/>
          </p:nvSpPr>
          <p:spPr>
            <a:xfrm>
              <a:off x="7586150" y="750613"/>
              <a:ext cx="42050" cy="76100"/>
            </a:xfrm>
            <a:custGeom>
              <a:rect b="b" l="l" r="r" t="t"/>
              <a:pathLst>
                <a:path extrusionOk="0" h="3044" w="1682">
                  <a:moveTo>
                    <a:pt x="792" y="398"/>
                  </a:moveTo>
                  <a:cubicBezTo>
                    <a:pt x="955" y="398"/>
                    <a:pt x="1205" y="445"/>
                    <a:pt x="1221" y="635"/>
                  </a:cubicBezTo>
                  <a:cubicBezTo>
                    <a:pt x="1243" y="922"/>
                    <a:pt x="739" y="992"/>
                    <a:pt x="507" y="1016"/>
                  </a:cubicBezTo>
                  <a:lnTo>
                    <a:pt x="507" y="1016"/>
                  </a:lnTo>
                  <a:cubicBezTo>
                    <a:pt x="516" y="818"/>
                    <a:pt x="531" y="620"/>
                    <a:pt x="551" y="421"/>
                  </a:cubicBezTo>
                  <a:cubicBezTo>
                    <a:pt x="551" y="419"/>
                    <a:pt x="552" y="416"/>
                    <a:pt x="552" y="414"/>
                  </a:cubicBezTo>
                  <a:lnTo>
                    <a:pt x="552" y="414"/>
                  </a:lnTo>
                  <a:cubicBezTo>
                    <a:pt x="607" y="412"/>
                    <a:pt x="663" y="408"/>
                    <a:pt x="723" y="401"/>
                  </a:cubicBezTo>
                  <a:cubicBezTo>
                    <a:pt x="743" y="399"/>
                    <a:pt x="766" y="398"/>
                    <a:pt x="792" y="398"/>
                  </a:cubicBezTo>
                  <a:close/>
                  <a:moveTo>
                    <a:pt x="496" y="1433"/>
                  </a:moveTo>
                  <a:cubicBezTo>
                    <a:pt x="719" y="1484"/>
                    <a:pt x="1033" y="1562"/>
                    <a:pt x="1142" y="1734"/>
                  </a:cubicBezTo>
                  <a:cubicBezTo>
                    <a:pt x="1459" y="2240"/>
                    <a:pt x="1007" y="2585"/>
                    <a:pt x="554" y="2638"/>
                  </a:cubicBezTo>
                  <a:lnTo>
                    <a:pt x="554" y="2638"/>
                  </a:lnTo>
                  <a:cubicBezTo>
                    <a:pt x="512" y="2236"/>
                    <a:pt x="493" y="1835"/>
                    <a:pt x="496" y="1433"/>
                  </a:cubicBezTo>
                  <a:close/>
                  <a:moveTo>
                    <a:pt x="277" y="1"/>
                  </a:moveTo>
                  <a:cubicBezTo>
                    <a:pt x="81" y="1"/>
                    <a:pt x="1" y="285"/>
                    <a:pt x="170" y="369"/>
                  </a:cubicBezTo>
                  <a:lnTo>
                    <a:pt x="170" y="369"/>
                  </a:lnTo>
                  <a:cubicBezTo>
                    <a:pt x="164" y="386"/>
                    <a:pt x="159" y="404"/>
                    <a:pt x="157" y="424"/>
                  </a:cubicBezTo>
                  <a:cubicBezTo>
                    <a:pt x="76" y="1233"/>
                    <a:pt x="84" y="2038"/>
                    <a:pt x="183" y="2844"/>
                  </a:cubicBezTo>
                  <a:cubicBezTo>
                    <a:pt x="197" y="2955"/>
                    <a:pt x="262" y="3034"/>
                    <a:pt x="379" y="3041"/>
                  </a:cubicBezTo>
                  <a:cubicBezTo>
                    <a:pt x="409" y="3043"/>
                    <a:pt x="438" y="3044"/>
                    <a:pt x="468" y="3044"/>
                  </a:cubicBezTo>
                  <a:cubicBezTo>
                    <a:pt x="1036" y="3044"/>
                    <a:pt x="1629" y="2732"/>
                    <a:pt x="1661" y="2096"/>
                  </a:cubicBezTo>
                  <a:cubicBezTo>
                    <a:pt x="1682" y="1684"/>
                    <a:pt x="1441" y="1425"/>
                    <a:pt x="1127" y="1257"/>
                  </a:cubicBezTo>
                  <a:lnTo>
                    <a:pt x="1127" y="1257"/>
                  </a:lnTo>
                  <a:cubicBezTo>
                    <a:pt x="1425" y="1126"/>
                    <a:pt x="1654" y="902"/>
                    <a:pt x="1620" y="515"/>
                  </a:cubicBezTo>
                  <a:cubicBezTo>
                    <a:pt x="1583" y="81"/>
                    <a:pt x="1304" y="14"/>
                    <a:pt x="987" y="14"/>
                  </a:cubicBezTo>
                  <a:cubicBezTo>
                    <a:pt x="848" y="14"/>
                    <a:pt x="701" y="27"/>
                    <a:pt x="564" y="27"/>
                  </a:cubicBezTo>
                  <a:cubicBezTo>
                    <a:pt x="479" y="27"/>
                    <a:pt x="398" y="22"/>
                    <a:pt x="325" y="6"/>
                  </a:cubicBezTo>
                  <a:cubicBezTo>
                    <a:pt x="308" y="3"/>
                    <a:pt x="293" y="1"/>
                    <a:pt x="2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9"/>
            <p:cNvSpPr/>
            <p:nvPr/>
          </p:nvSpPr>
          <p:spPr>
            <a:xfrm>
              <a:off x="6721125" y="931738"/>
              <a:ext cx="49175" cy="82175"/>
            </a:xfrm>
            <a:custGeom>
              <a:rect b="b" l="l" r="r" t="t"/>
              <a:pathLst>
                <a:path extrusionOk="0" h="3287" w="1967">
                  <a:moveTo>
                    <a:pt x="480" y="410"/>
                  </a:moveTo>
                  <a:cubicBezTo>
                    <a:pt x="1097" y="508"/>
                    <a:pt x="1603" y="1074"/>
                    <a:pt x="1517" y="1728"/>
                  </a:cubicBezTo>
                  <a:cubicBezTo>
                    <a:pt x="1442" y="2290"/>
                    <a:pt x="1024" y="2694"/>
                    <a:pt x="508" y="2853"/>
                  </a:cubicBezTo>
                  <a:lnTo>
                    <a:pt x="508" y="2853"/>
                  </a:lnTo>
                  <a:cubicBezTo>
                    <a:pt x="410" y="2040"/>
                    <a:pt x="403" y="1225"/>
                    <a:pt x="480" y="410"/>
                  </a:cubicBezTo>
                  <a:close/>
                  <a:moveTo>
                    <a:pt x="330" y="1"/>
                  </a:moveTo>
                  <a:cubicBezTo>
                    <a:pt x="323" y="1"/>
                    <a:pt x="316" y="1"/>
                    <a:pt x="309" y="2"/>
                  </a:cubicBezTo>
                  <a:lnTo>
                    <a:pt x="309" y="2"/>
                  </a:lnTo>
                  <a:cubicBezTo>
                    <a:pt x="308" y="2"/>
                    <a:pt x="308" y="2"/>
                    <a:pt x="307" y="2"/>
                  </a:cubicBezTo>
                  <a:cubicBezTo>
                    <a:pt x="228" y="2"/>
                    <a:pt x="174" y="42"/>
                    <a:pt x="145" y="96"/>
                  </a:cubicBezTo>
                  <a:lnTo>
                    <a:pt x="145" y="96"/>
                  </a:lnTo>
                  <a:cubicBezTo>
                    <a:pt x="128" y="121"/>
                    <a:pt x="117" y="152"/>
                    <a:pt x="112" y="188"/>
                  </a:cubicBezTo>
                  <a:cubicBezTo>
                    <a:pt x="1" y="1179"/>
                    <a:pt x="19" y="2158"/>
                    <a:pt x="155" y="3146"/>
                  </a:cubicBezTo>
                  <a:cubicBezTo>
                    <a:pt x="169" y="3243"/>
                    <a:pt x="269" y="3286"/>
                    <a:pt x="356" y="3286"/>
                  </a:cubicBezTo>
                  <a:cubicBezTo>
                    <a:pt x="370" y="3286"/>
                    <a:pt x="384" y="3285"/>
                    <a:pt x="397" y="3283"/>
                  </a:cubicBezTo>
                  <a:cubicBezTo>
                    <a:pt x="1239" y="3140"/>
                    <a:pt x="1966" y="2410"/>
                    <a:pt x="1923" y="1519"/>
                  </a:cubicBezTo>
                  <a:cubicBezTo>
                    <a:pt x="1883" y="686"/>
                    <a:pt x="1175" y="46"/>
                    <a:pt x="367" y="4"/>
                  </a:cubicBezTo>
                  <a:lnTo>
                    <a:pt x="367" y="4"/>
                  </a:lnTo>
                  <a:cubicBezTo>
                    <a:pt x="355" y="2"/>
                    <a:pt x="343" y="1"/>
                    <a:pt x="3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9"/>
            <p:cNvSpPr/>
            <p:nvPr/>
          </p:nvSpPr>
          <p:spPr>
            <a:xfrm>
              <a:off x="6773325" y="914388"/>
              <a:ext cx="34975" cy="38900"/>
            </a:xfrm>
            <a:custGeom>
              <a:rect b="b" l="l" r="r" t="t"/>
              <a:pathLst>
                <a:path extrusionOk="0" h="1556" w="1399">
                  <a:moveTo>
                    <a:pt x="416" y="1"/>
                  </a:moveTo>
                  <a:cubicBezTo>
                    <a:pt x="338" y="1"/>
                    <a:pt x="258" y="22"/>
                    <a:pt x="182" y="68"/>
                  </a:cubicBezTo>
                  <a:cubicBezTo>
                    <a:pt x="1" y="177"/>
                    <a:pt x="113" y="437"/>
                    <a:pt x="282" y="437"/>
                  </a:cubicBezTo>
                  <a:cubicBezTo>
                    <a:pt x="314" y="437"/>
                    <a:pt x="348" y="428"/>
                    <a:pt x="382" y="407"/>
                  </a:cubicBezTo>
                  <a:cubicBezTo>
                    <a:pt x="403" y="394"/>
                    <a:pt x="421" y="389"/>
                    <a:pt x="438" y="389"/>
                  </a:cubicBezTo>
                  <a:cubicBezTo>
                    <a:pt x="540" y="389"/>
                    <a:pt x="563" y="601"/>
                    <a:pt x="537" y="675"/>
                  </a:cubicBezTo>
                  <a:cubicBezTo>
                    <a:pt x="485" y="815"/>
                    <a:pt x="368" y="926"/>
                    <a:pt x="266" y="1032"/>
                  </a:cubicBezTo>
                  <a:cubicBezTo>
                    <a:pt x="175" y="1127"/>
                    <a:pt x="200" y="1271"/>
                    <a:pt x="306" y="1342"/>
                  </a:cubicBezTo>
                  <a:cubicBezTo>
                    <a:pt x="521" y="1482"/>
                    <a:pt x="762" y="1556"/>
                    <a:pt x="1015" y="1556"/>
                  </a:cubicBezTo>
                  <a:cubicBezTo>
                    <a:pt x="1058" y="1556"/>
                    <a:pt x="1102" y="1554"/>
                    <a:pt x="1147" y="1549"/>
                  </a:cubicBezTo>
                  <a:cubicBezTo>
                    <a:pt x="1389" y="1524"/>
                    <a:pt x="1398" y="1154"/>
                    <a:pt x="1171" y="1154"/>
                  </a:cubicBezTo>
                  <a:cubicBezTo>
                    <a:pt x="1163" y="1154"/>
                    <a:pt x="1155" y="1155"/>
                    <a:pt x="1147" y="1156"/>
                  </a:cubicBezTo>
                  <a:cubicBezTo>
                    <a:pt x="1107" y="1160"/>
                    <a:pt x="1068" y="1162"/>
                    <a:pt x="1030" y="1162"/>
                  </a:cubicBezTo>
                  <a:cubicBezTo>
                    <a:pt x="923" y="1162"/>
                    <a:pt x="821" y="1145"/>
                    <a:pt x="723" y="1111"/>
                  </a:cubicBezTo>
                  <a:lnTo>
                    <a:pt x="723" y="1111"/>
                  </a:lnTo>
                  <a:cubicBezTo>
                    <a:pt x="891" y="899"/>
                    <a:pt x="1017" y="647"/>
                    <a:pt x="919" y="377"/>
                  </a:cubicBezTo>
                  <a:cubicBezTo>
                    <a:pt x="840" y="159"/>
                    <a:pt x="634" y="1"/>
                    <a:pt x="4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9"/>
            <p:cNvSpPr/>
            <p:nvPr/>
          </p:nvSpPr>
          <p:spPr>
            <a:xfrm>
              <a:off x="6825175" y="963088"/>
              <a:ext cx="33425" cy="11600"/>
            </a:xfrm>
            <a:custGeom>
              <a:rect b="b" l="l" r="r" t="t"/>
              <a:pathLst>
                <a:path extrusionOk="0" h="464" w="1337">
                  <a:moveTo>
                    <a:pt x="1060" y="0"/>
                  </a:moveTo>
                  <a:cubicBezTo>
                    <a:pt x="1043" y="0"/>
                    <a:pt x="1024" y="3"/>
                    <a:pt x="1005" y="8"/>
                  </a:cubicBezTo>
                  <a:cubicBezTo>
                    <a:pt x="843" y="50"/>
                    <a:pt x="683" y="69"/>
                    <a:pt x="521" y="69"/>
                  </a:cubicBezTo>
                  <a:cubicBezTo>
                    <a:pt x="431" y="69"/>
                    <a:pt x="340" y="63"/>
                    <a:pt x="248" y="52"/>
                  </a:cubicBezTo>
                  <a:cubicBezTo>
                    <a:pt x="238" y="51"/>
                    <a:pt x="228" y="50"/>
                    <a:pt x="219" y="50"/>
                  </a:cubicBezTo>
                  <a:cubicBezTo>
                    <a:pt x="1" y="50"/>
                    <a:pt x="12" y="414"/>
                    <a:pt x="251" y="446"/>
                  </a:cubicBezTo>
                  <a:cubicBezTo>
                    <a:pt x="344" y="458"/>
                    <a:pt x="438" y="464"/>
                    <a:pt x="530" y="464"/>
                  </a:cubicBezTo>
                  <a:cubicBezTo>
                    <a:pt x="725" y="464"/>
                    <a:pt x="919" y="438"/>
                    <a:pt x="1111" y="387"/>
                  </a:cubicBezTo>
                  <a:cubicBezTo>
                    <a:pt x="1337" y="328"/>
                    <a:pt x="1267" y="0"/>
                    <a:pt x="10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9"/>
            <p:cNvSpPr/>
            <p:nvPr/>
          </p:nvSpPr>
          <p:spPr>
            <a:xfrm>
              <a:off x="6881900" y="917288"/>
              <a:ext cx="44300" cy="57250"/>
            </a:xfrm>
            <a:custGeom>
              <a:rect b="b" l="l" r="r" t="t"/>
              <a:pathLst>
                <a:path extrusionOk="0" h="2290" w="1772">
                  <a:moveTo>
                    <a:pt x="1493" y="1"/>
                  </a:moveTo>
                  <a:cubicBezTo>
                    <a:pt x="1432" y="1"/>
                    <a:pt x="1372" y="27"/>
                    <a:pt x="1329" y="89"/>
                  </a:cubicBezTo>
                  <a:cubicBezTo>
                    <a:pt x="911" y="695"/>
                    <a:pt x="490" y="1299"/>
                    <a:pt x="72" y="1904"/>
                  </a:cubicBezTo>
                  <a:cubicBezTo>
                    <a:pt x="0" y="2007"/>
                    <a:pt x="72" y="2165"/>
                    <a:pt x="189" y="2193"/>
                  </a:cubicBezTo>
                  <a:cubicBezTo>
                    <a:pt x="455" y="2257"/>
                    <a:pt x="717" y="2290"/>
                    <a:pt x="984" y="2290"/>
                  </a:cubicBezTo>
                  <a:cubicBezTo>
                    <a:pt x="1104" y="2290"/>
                    <a:pt x="1225" y="2283"/>
                    <a:pt x="1347" y="2269"/>
                  </a:cubicBezTo>
                  <a:cubicBezTo>
                    <a:pt x="1588" y="2242"/>
                    <a:pt x="1599" y="1874"/>
                    <a:pt x="1373" y="1874"/>
                  </a:cubicBezTo>
                  <a:cubicBezTo>
                    <a:pt x="1365" y="1874"/>
                    <a:pt x="1356" y="1875"/>
                    <a:pt x="1347" y="1876"/>
                  </a:cubicBezTo>
                  <a:cubicBezTo>
                    <a:pt x="1225" y="1889"/>
                    <a:pt x="1105" y="1896"/>
                    <a:pt x="986" y="1896"/>
                  </a:cubicBezTo>
                  <a:cubicBezTo>
                    <a:pt x="849" y="1896"/>
                    <a:pt x="713" y="1886"/>
                    <a:pt x="576" y="1867"/>
                  </a:cubicBezTo>
                  <a:lnTo>
                    <a:pt x="576" y="1867"/>
                  </a:lnTo>
                  <a:cubicBezTo>
                    <a:pt x="941" y="1341"/>
                    <a:pt x="1307" y="815"/>
                    <a:pt x="1671" y="289"/>
                  </a:cubicBezTo>
                  <a:cubicBezTo>
                    <a:pt x="1771" y="142"/>
                    <a:pt x="1633" y="1"/>
                    <a:pt x="149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9"/>
            <p:cNvSpPr/>
            <p:nvPr/>
          </p:nvSpPr>
          <p:spPr>
            <a:xfrm>
              <a:off x="6911775" y="946338"/>
              <a:ext cx="14900" cy="51700"/>
            </a:xfrm>
            <a:custGeom>
              <a:rect b="b" l="l" r="r" t="t"/>
              <a:pathLst>
                <a:path extrusionOk="0" h="2068" w="596">
                  <a:moveTo>
                    <a:pt x="356" y="1"/>
                  </a:moveTo>
                  <a:cubicBezTo>
                    <a:pt x="278" y="1"/>
                    <a:pt x="205" y="43"/>
                    <a:pt x="182" y="142"/>
                  </a:cubicBezTo>
                  <a:cubicBezTo>
                    <a:pt x="52" y="715"/>
                    <a:pt x="1" y="1290"/>
                    <a:pt x="32" y="1877"/>
                  </a:cubicBezTo>
                  <a:cubicBezTo>
                    <a:pt x="39" y="2004"/>
                    <a:pt x="141" y="2068"/>
                    <a:pt x="240" y="2068"/>
                  </a:cubicBezTo>
                  <a:cubicBezTo>
                    <a:pt x="338" y="2068"/>
                    <a:pt x="433" y="2005"/>
                    <a:pt x="426" y="1877"/>
                  </a:cubicBezTo>
                  <a:cubicBezTo>
                    <a:pt x="396" y="1326"/>
                    <a:pt x="439" y="785"/>
                    <a:pt x="562" y="245"/>
                  </a:cubicBezTo>
                  <a:cubicBezTo>
                    <a:pt x="595" y="98"/>
                    <a:pt x="472" y="1"/>
                    <a:pt x="35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9"/>
            <p:cNvSpPr/>
            <p:nvPr/>
          </p:nvSpPr>
          <p:spPr>
            <a:xfrm>
              <a:off x="6932950" y="926513"/>
              <a:ext cx="49975" cy="71725"/>
            </a:xfrm>
            <a:custGeom>
              <a:rect b="b" l="l" r="r" t="t"/>
              <a:pathLst>
                <a:path extrusionOk="0" h="2869" w="1999">
                  <a:moveTo>
                    <a:pt x="1420" y="0"/>
                  </a:moveTo>
                  <a:cubicBezTo>
                    <a:pt x="1350" y="0"/>
                    <a:pt x="1278" y="32"/>
                    <a:pt x="1244" y="94"/>
                  </a:cubicBezTo>
                  <a:cubicBezTo>
                    <a:pt x="811" y="849"/>
                    <a:pt x="420" y="1622"/>
                    <a:pt x="70" y="2418"/>
                  </a:cubicBezTo>
                  <a:cubicBezTo>
                    <a:pt x="1" y="2577"/>
                    <a:pt x="138" y="2720"/>
                    <a:pt x="264" y="2720"/>
                  </a:cubicBezTo>
                  <a:cubicBezTo>
                    <a:pt x="322" y="2720"/>
                    <a:pt x="377" y="2690"/>
                    <a:pt x="409" y="2617"/>
                  </a:cubicBezTo>
                  <a:cubicBezTo>
                    <a:pt x="683" y="1995"/>
                    <a:pt x="982" y="1387"/>
                    <a:pt x="1306" y="790"/>
                  </a:cubicBezTo>
                  <a:lnTo>
                    <a:pt x="1306" y="790"/>
                  </a:lnTo>
                  <a:cubicBezTo>
                    <a:pt x="1403" y="1435"/>
                    <a:pt x="1501" y="2081"/>
                    <a:pt x="1597" y="2726"/>
                  </a:cubicBezTo>
                  <a:cubicBezTo>
                    <a:pt x="1612" y="2826"/>
                    <a:pt x="1681" y="2869"/>
                    <a:pt x="1756" y="2869"/>
                  </a:cubicBezTo>
                  <a:cubicBezTo>
                    <a:pt x="1870" y="2869"/>
                    <a:pt x="1999" y="2770"/>
                    <a:pt x="1977" y="2620"/>
                  </a:cubicBezTo>
                  <a:cubicBezTo>
                    <a:pt x="1852" y="1794"/>
                    <a:pt x="1727" y="967"/>
                    <a:pt x="1603" y="141"/>
                  </a:cubicBezTo>
                  <a:cubicBezTo>
                    <a:pt x="1588" y="46"/>
                    <a:pt x="1505" y="0"/>
                    <a:pt x="142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9"/>
            <p:cNvSpPr/>
            <p:nvPr/>
          </p:nvSpPr>
          <p:spPr>
            <a:xfrm>
              <a:off x="6941325" y="966038"/>
              <a:ext cx="39975" cy="13975"/>
            </a:xfrm>
            <a:custGeom>
              <a:rect b="b" l="l" r="r" t="t"/>
              <a:pathLst>
                <a:path extrusionOk="0" h="559" w="1599">
                  <a:moveTo>
                    <a:pt x="1295" y="1"/>
                  </a:moveTo>
                  <a:cubicBezTo>
                    <a:pt x="1283" y="1"/>
                    <a:pt x="1270" y="2"/>
                    <a:pt x="1256" y="4"/>
                  </a:cubicBezTo>
                  <a:lnTo>
                    <a:pt x="237" y="176"/>
                  </a:lnTo>
                  <a:cubicBezTo>
                    <a:pt x="1" y="214"/>
                    <a:pt x="84" y="558"/>
                    <a:pt x="307" y="558"/>
                  </a:cubicBezTo>
                  <a:cubicBezTo>
                    <a:pt x="319" y="558"/>
                    <a:pt x="331" y="557"/>
                    <a:pt x="343" y="555"/>
                  </a:cubicBezTo>
                  <a:lnTo>
                    <a:pt x="1362" y="384"/>
                  </a:lnTo>
                  <a:cubicBezTo>
                    <a:pt x="1598" y="343"/>
                    <a:pt x="1516" y="1"/>
                    <a:pt x="129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9"/>
            <p:cNvSpPr/>
            <p:nvPr/>
          </p:nvSpPr>
          <p:spPr>
            <a:xfrm>
              <a:off x="7017075" y="934688"/>
              <a:ext cx="43125" cy="60725"/>
            </a:xfrm>
            <a:custGeom>
              <a:rect b="b" l="l" r="r" t="t"/>
              <a:pathLst>
                <a:path extrusionOk="0" h="2429" w="1725">
                  <a:moveTo>
                    <a:pt x="1286" y="1"/>
                  </a:moveTo>
                  <a:cubicBezTo>
                    <a:pt x="1270" y="1"/>
                    <a:pt x="1253" y="3"/>
                    <a:pt x="1236" y="7"/>
                  </a:cubicBezTo>
                  <a:cubicBezTo>
                    <a:pt x="584" y="165"/>
                    <a:pt x="0" y="772"/>
                    <a:pt x="115" y="1482"/>
                  </a:cubicBezTo>
                  <a:cubicBezTo>
                    <a:pt x="204" y="2028"/>
                    <a:pt x="697" y="2428"/>
                    <a:pt x="1229" y="2428"/>
                  </a:cubicBezTo>
                  <a:cubicBezTo>
                    <a:pt x="1318" y="2428"/>
                    <a:pt x="1408" y="2417"/>
                    <a:pt x="1497" y="2393"/>
                  </a:cubicBezTo>
                  <a:cubicBezTo>
                    <a:pt x="1725" y="2334"/>
                    <a:pt x="1653" y="2007"/>
                    <a:pt x="1448" y="2007"/>
                  </a:cubicBezTo>
                  <a:cubicBezTo>
                    <a:pt x="1430" y="2007"/>
                    <a:pt x="1412" y="2009"/>
                    <a:pt x="1393" y="2014"/>
                  </a:cubicBezTo>
                  <a:cubicBezTo>
                    <a:pt x="1337" y="2029"/>
                    <a:pt x="1281" y="2036"/>
                    <a:pt x="1225" y="2036"/>
                  </a:cubicBezTo>
                  <a:cubicBezTo>
                    <a:pt x="839" y="2036"/>
                    <a:pt x="491" y="1699"/>
                    <a:pt x="494" y="1297"/>
                  </a:cubicBezTo>
                  <a:cubicBezTo>
                    <a:pt x="500" y="826"/>
                    <a:pt x="915" y="488"/>
                    <a:pt x="1339" y="386"/>
                  </a:cubicBezTo>
                  <a:cubicBezTo>
                    <a:pt x="1569" y="332"/>
                    <a:pt x="1495" y="1"/>
                    <a:pt x="12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9"/>
            <p:cNvSpPr/>
            <p:nvPr/>
          </p:nvSpPr>
          <p:spPr>
            <a:xfrm>
              <a:off x="7062550" y="926813"/>
              <a:ext cx="58675" cy="69900"/>
            </a:xfrm>
            <a:custGeom>
              <a:rect b="b" l="l" r="r" t="t"/>
              <a:pathLst>
                <a:path extrusionOk="0" h="2796" w="2347">
                  <a:moveTo>
                    <a:pt x="1339" y="455"/>
                  </a:moveTo>
                  <a:cubicBezTo>
                    <a:pt x="2020" y="809"/>
                    <a:pt x="2209" y="1924"/>
                    <a:pt x="1418" y="2311"/>
                  </a:cubicBezTo>
                  <a:cubicBezTo>
                    <a:pt x="1324" y="2356"/>
                    <a:pt x="1234" y="2377"/>
                    <a:pt x="1149" y="2377"/>
                  </a:cubicBezTo>
                  <a:cubicBezTo>
                    <a:pt x="417" y="2377"/>
                    <a:pt x="113" y="809"/>
                    <a:pt x="1194" y="614"/>
                  </a:cubicBezTo>
                  <a:cubicBezTo>
                    <a:pt x="1292" y="596"/>
                    <a:pt x="1336" y="529"/>
                    <a:pt x="1339" y="455"/>
                  </a:cubicBezTo>
                  <a:close/>
                  <a:moveTo>
                    <a:pt x="1224" y="0"/>
                  </a:moveTo>
                  <a:cubicBezTo>
                    <a:pt x="1098" y="0"/>
                    <a:pt x="1025" y="130"/>
                    <a:pt x="1045" y="242"/>
                  </a:cubicBezTo>
                  <a:lnTo>
                    <a:pt x="1045" y="242"/>
                  </a:lnTo>
                  <a:cubicBezTo>
                    <a:pt x="418" y="380"/>
                    <a:pt x="1" y="961"/>
                    <a:pt x="71" y="1606"/>
                  </a:cubicBezTo>
                  <a:cubicBezTo>
                    <a:pt x="129" y="2144"/>
                    <a:pt x="566" y="2796"/>
                    <a:pt x="1158" y="2796"/>
                  </a:cubicBezTo>
                  <a:cubicBezTo>
                    <a:pt x="1180" y="2796"/>
                    <a:pt x="1202" y="2795"/>
                    <a:pt x="1225" y="2793"/>
                  </a:cubicBezTo>
                  <a:cubicBezTo>
                    <a:pt x="1880" y="2740"/>
                    <a:pt x="2311" y="2026"/>
                    <a:pt x="2327" y="1423"/>
                  </a:cubicBezTo>
                  <a:cubicBezTo>
                    <a:pt x="2347" y="754"/>
                    <a:pt x="1910" y="202"/>
                    <a:pt x="1285" y="10"/>
                  </a:cubicBezTo>
                  <a:cubicBezTo>
                    <a:pt x="1263" y="3"/>
                    <a:pt x="1243" y="0"/>
                    <a:pt x="122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9"/>
            <p:cNvSpPr/>
            <p:nvPr/>
          </p:nvSpPr>
          <p:spPr>
            <a:xfrm>
              <a:off x="7127450" y="927813"/>
              <a:ext cx="34725" cy="63200"/>
            </a:xfrm>
            <a:custGeom>
              <a:rect b="b" l="l" r="r" t="t"/>
              <a:pathLst>
                <a:path extrusionOk="0" h="2528" w="1389">
                  <a:moveTo>
                    <a:pt x="881" y="0"/>
                  </a:moveTo>
                  <a:cubicBezTo>
                    <a:pt x="852" y="0"/>
                    <a:pt x="821" y="7"/>
                    <a:pt x="789" y="23"/>
                  </a:cubicBezTo>
                  <a:cubicBezTo>
                    <a:pt x="428" y="202"/>
                    <a:pt x="43" y="636"/>
                    <a:pt x="222" y="1071"/>
                  </a:cubicBezTo>
                  <a:cubicBezTo>
                    <a:pt x="293" y="1244"/>
                    <a:pt x="438" y="1337"/>
                    <a:pt x="600" y="1420"/>
                  </a:cubicBezTo>
                  <a:cubicBezTo>
                    <a:pt x="684" y="1463"/>
                    <a:pt x="845" y="1499"/>
                    <a:pt x="898" y="1578"/>
                  </a:cubicBezTo>
                  <a:cubicBezTo>
                    <a:pt x="1168" y="1980"/>
                    <a:pt x="482" y="2103"/>
                    <a:pt x="250" y="2132"/>
                  </a:cubicBezTo>
                  <a:cubicBezTo>
                    <a:pt x="11" y="2163"/>
                    <a:pt x="0" y="2527"/>
                    <a:pt x="222" y="2527"/>
                  </a:cubicBezTo>
                  <a:cubicBezTo>
                    <a:pt x="231" y="2527"/>
                    <a:pt x="240" y="2527"/>
                    <a:pt x="250" y="2525"/>
                  </a:cubicBezTo>
                  <a:cubicBezTo>
                    <a:pt x="729" y="2465"/>
                    <a:pt x="1389" y="2288"/>
                    <a:pt x="1346" y="1671"/>
                  </a:cubicBezTo>
                  <a:cubicBezTo>
                    <a:pt x="1331" y="1472"/>
                    <a:pt x="1225" y="1321"/>
                    <a:pt x="1062" y="1208"/>
                  </a:cubicBezTo>
                  <a:cubicBezTo>
                    <a:pt x="961" y="1140"/>
                    <a:pt x="800" y="1118"/>
                    <a:pt x="711" y="1035"/>
                  </a:cubicBezTo>
                  <a:cubicBezTo>
                    <a:pt x="401" y="742"/>
                    <a:pt x="767" y="471"/>
                    <a:pt x="989" y="361"/>
                  </a:cubicBezTo>
                  <a:cubicBezTo>
                    <a:pt x="1184" y="265"/>
                    <a:pt x="1064" y="0"/>
                    <a:pt x="88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9"/>
            <p:cNvSpPr/>
            <p:nvPr/>
          </p:nvSpPr>
          <p:spPr>
            <a:xfrm>
              <a:off x="7196650" y="913238"/>
              <a:ext cx="45775" cy="97200"/>
            </a:xfrm>
            <a:custGeom>
              <a:rect b="b" l="l" r="r" t="t"/>
              <a:pathLst>
                <a:path extrusionOk="0" h="3888" w="1831">
                  <a:moveTo>
                    <a:pt x="462" y="411"/>
                  </a:moveTo>
                  <a:lnTo>
                    <a:pt x="462" y="411"/>
                  </a:lnTo>
                  <a:cubicBezTo>
                    <a:pt x="842" y="459"/>
                    <a:pt x="1483" y="592"/>
                    <a:pt x="1172" y="1150"/>
                  </a:cubicBezTo>
                  <a:cubicBezTo>
                    <a:pt x="1048" y="1370"/>
                    <a:pt x="694" y="1483"/>
                    <a:pt x="413" y="1533"/>
                  </a:cubicBezTo>
                  <a:lnTo>
                    <a:pt x="413" y="1533"/>
                  </a:lnTo>
                  <a:cubicBezTo>
                    <a:pt x="420" y="1159"/>
                    <a:pt x="436" y="785"/>
                    <a:pt x="462" y="411"/>
                  </a:cubicBezTo>
                  <a:close/>
                  <a:moveTo>
                    <a:pt x="410" y="1960"/>
                  </a:moveTo>
                  <a:cubicBezTo>
                    <a:pt x="620" y="1968"/>
                    <a:pt x="820" y="1997"/>
                    <a:pt x="990" y="2155"/>
                  </a:cubicBezTo>
                  <a:cubicBezTo>
                    <a:pt x="1230" y="2214"/>
                    <a:pt x="1290" y="2350"/>
                    <a:pt x="1164" y="2564"/>
                  </a:cubicBezTo>
                  <a:cubicBezTo>
                    <a:pt x="1180" y="2783"/>
                    <a:pt x="1086" y="2932"/>
                    <a:pt x="878" y="3014"/>
                  </a:cubicBezTo>
                  <a:cubicBezTo>
                    <a:pt x="734" y="3114"/>
                    <a:pt x="589" y="3199"/>
                    <a:pt x="451" y="3294"/>
                  </a:cubicBezTo>
                  <a:lnTo>
                    <a:pt x="451" y="3294"/>
                  </a:lnTo>
                  <a:cubicBezTo>
                    <a:pt x="424" y="2850"/>
                    <a:pt x="410" y="2405"/>
                    <a:pt x="410" y="1960"/>
                  </a:cubicBezTo>
                  <a:close/>
                  <a:moveTo>
                    <a:pt x="301" y="1"/>
                  </a:moveTo>
                  <a:cubicBezTo>
                    <a:pt x="203" y="1"/>
                    <a:pt x="149" y="68"/>
                    <a:pt x="137" y="147"/>
                  </a:cubicBezTo>
                  <a:lnTo>
                    <a:pt x="137" y="147"/>
                  </a:lnTo>
                  <a:cubicBezTo>
                    <a:pt x="106" y="178"/>
                    <a:pt x="83" y="221"/>
                    <a:pt x="79" y="277"/>
                  </a:cubicBezTo>
                  <a:cubicBezTo>
                    <a:pt x="44" y="748"/>
                    <a:pt x="24" y="1219"/>
                    <a:pt x="19" y="1689"/>
                  </a:cubicBezTo>
                  <a:lnTo>
                    <a:pt x="19" y="1689"/>
                  </a:lnTo>
                  <a:cubicBezTo>
                    <a:pt x="1" y="1736"/>
                    <a:pt x="1" y="1789"/>
                    <a:pt x="18" y="1835"/>
                  </a:cubicBezTo>
                  <a:lnTo>
                    <a:pt x="18" y="1835"/>
                  </a:lnTo>
                  <a:cubicBezTo>
                    <a:pt x="15" y="2453"/>
                    <a:pt x="37" y="3071"/>
                    <a:pt x="86" y="3691"/>
                  </a:cubicBezTo>
                  <a:cubicBezTo>
                    <a:pt x="94" y="3802"/>
                    <a:pt x="191" y="3888"/>
                    <a:pt x="292" y="3888"/>
                  </a:cubicBezTo>
                  <a:cubicBezTo>
                    <a:pt x="337" y="3888"/>
                    <a:pt x="383" y="3870"/>
                    <a:pt x="421" y="3830"/>
                  </a:cubicBezTo>
                  <a:cubicBezTo>
                    <a:pt x="839" y="3393"/>
                    <a:pt x="1830" y="3121"/>
                    <a:pt x="1644" y="2327"/>
                  </a:cubicBezTo>
                  <a:cubicBezTo>
                    <a:pt x="1568" y="2005"/>
                    <a:pt x="1350" y="1818"/>
                    <a:pt x="1081" y="1709"/>
                  </a:cubicBezTo>
                  <a:lnTo>
                    <a:pt x="1081" y="1709"/>
                  </a:lnTo>
                  <a:cubicBezTo>
                    <a:pt x="1433" y="1537"/>
                    <a:pt x="1729" y="1274"/>
                    <a:pt x="1760" y="908"/>
                  </a:cubicBezTo>
                  <a:cubicBezTo>
                    <a:pt x="1817" y="228"/>
                    <a:pt x="801" y="55"/>
                    <a:pt x="324" y="2"/>
                  </a:cubicBezTo>
                  <a:cubicBezTo>
                    <a:pt x="316" y="1"/>
                    <a:pt x="308" y="1"/>
                    <a:pt x="3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9"/>
            <p:cNvSpPr/>
            <p:nvPr/>
          </p:nvSpPr>
          <p:spPr>
            <a:xfrm>
              <a:off x="7244850" y="891238"/>
              <a:ext cx="28700" cy="44525"/>
            </a:xfrm>
            <a:custGeom>
              <a:rect b="b" l="l" r="r" t="t"/>
              <a:pathLst>
                <a:path extrusionOk="0" h="1781" w="1148">
                  <a:moveTo>
                    <a:pt x="493" y="0"/>
                  </a:moveTo>
                  <a:cubicBezTo>
                    <a:pt x="357" y="0"/>
                    <a:pt x="219" y="57"/>
                    <a:pt x="125" y="165"/>
                  </a:cubicBezTo>
                  <a:cubicBezTo>
                    <a:pt x="1" y="308"/>
                    <a:pt x="133" y="505"/>
                    <a:pt x="276" y="505"/>
                  </a:cubicBezTo>
                  <a:cubicBezTo>
                    <a:pt x="321" y="505"/>
                    <a:pt x="366" y="486"/>
                    <a:pt x="406" y="441"/>
                  </a:cubicBezTo>
                  <a:cubicBezTo>
                    <a:pt x="439" y="405"/>
                    <a:pt x="463" y="387"/>
                    <a:pt x="477" y="387"/>
                  </a:cubicBezTo>
                  <a:cubicBezTo>
                    <a:pt x="499" y="387"/>
                    <a:pt x="499" y="427"/>
                    <a:pt x="478" y="508"/>
                  </a:cubicBezTo>
                  <a:cubicBezTo>
                    <a:pt x="432" y="528"/>
                    <a:pt x="392" y="553"/>
                    <a:pt x="352" y="581"/>
                  </a:cubicBezTo>
                  <a:cubicBezTo>
                    <a:pt x="310" y="614"/>
                    <a:pt x="273" y="650"/>
                    <a:pt x="246" y="696"/>
                  </a:cubicBezTo>
                  <a:cubicBezTo>
                    <a:pt x="184" y="806"/>
                    <a:pt x="185" y="938"/>
                    <a:pt x="258" y="1039"/>
                  </a:cubicBezTo>
                  <a:cubicBezTo>
                    <a:pt x="304" y="1103"/>
                    <a:pt x="361" y="1136"/>
                    <a:pt x="431" y="1136"/>
                  </a:cubicBezTo>
                  <a:cubicBezTo>
                    <a:pt x="447" y="1136"/>
                    <a:pt x="463" y="1134"/>
                    <a:pt x="480" y="1131"/>
                  </a:cubicBezTo>
                  <a:cubicBezTo>
                    <a:pt x="499" y="1128"/>
                    <a:pt x="519" y="1126"/>
                    <a:pt x="538" y="1126"/>
                  </a:cubicBezTo>
                  <a:cubicBezTo>
                    <a:pt x="610" y="1126"/>
                    <a:pt x="685" y="1150"/>
                    <a:pt x="722" y="1215"/>
                  </a:cubicBezTo>
                  <a:cubicBezTo>
                    <a:pt x="760" y="1284"/>
                    <a:pt x="723" y="1395"/>
                    <a:pt x="643" y="1395"/>
                  </a:cubicBezTo>
                  <a:cubicBezTo>
                    <a:pt x="626" y="1395"/>
                    <a:pt x="607" y="1390"/>
                    <a:pt x="586" y="1379"/>
                  </a:cubicBezTo>
                  <a:cubicBezTo>
                    <a:pt x="553" y="1360"/>
                    <a:pt x="520" y="1351"/>
                    <a:pt x="489" y="1351"/>
                  </a:cubicBezTo>
                  <a:cubicBezTo>
                    <a:pt x="315" y="1351"/>
                    <a:pt x="200" y="1612"/>
                    <a:pt x="387" y="1718"/>
                  </a:cubicBezTo>
                  <a:cubicBezTo>
                    <a:pt x="463" y="1761"/>
                    <a:pt x="545" y="1781"/>
                    <a:pt x="626" y="1781"/>
                  </a:cubicBezTo>
                  <a:cubicBezTo>
                    <a:pt x="888" y="1781"/>
                    <a:pt x="1140" y="1576"/>
                    <a:pt x="1145" y="1287"/>
                  </a:cubicBezTo>
                  <a:cubicBezTo>
                    <a:pt x="1147" y="1036"/>
                    <a:pt x="982" y="863"/>
                    <a:pt x="773" y="786"/>
                  </a:cubicBezTo>
                  <a:lnTo>
                    <a:pt x="773" y="786"/>
                  </a:lnTo>
                  <a:cubicBezTo>
                    <a:pt x="832" y="724"/>
                    <a:pt x="885" y="642"/>
                    <a:pt x="901" y="596"/>
                  </a:cubicBezTo>
                  <a:cubicBezTo>
                    <a:pt x="944" y="468"/>
                    <a:pt x="931" y="318"/>
                    <a:pt x="861" y="202"/>
                  </a:cubicBezTo>
                  <a:cubicBezTo>
                    <a:pt x="779" y="65"/>
                    <a:pt x="637" y="0"/>
                    <a:pt x="4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9"/>
            <p:cNvSpPr/>
            <p:nvPr/>
          </p:nvSpPr>
          <p:spPr>
            <a:xfrm>
              <a:off x="7293175" y="937463"/>
              <a:ext cx="9875" cy="51650"/>
            </a:xfrm>
            <a:custGeom>
              <a:rect b="b" l="l" r="r" t="t"/>
              <a:pathLst>
                <a:path extrusionOk="0" h="2066" w="395">
                  <a:moveTo>
                    <a:pt x="198" y="1"/>
                  </a:moveTo>
                  <a:cubicBezTo>
                    <a:pt x="100" y="1"/>
                    <a:pt x="1" y="64"/>
                    <a:pt x="0" y="191"/>
                  </a:cubicBezTo>
                  <a:lnTo>
                    <a:pt x="0" y="1874"/>
                  </a:lnTo>
                  <a:cubicBezTo>
                    <a:pt x="0" y="2002"/>
                    <a:pt x="99" y="2066"/>
                    <a:pt x="197" y="2066"/>
                  </a:cubicBezTo>
                  <a:cubicBezTo>
                    <a:pt x="296" y="2066"/>
                    <a:pt x="394" y="2002"/>
                    <a:pt x="394" y="1874"/>
                  </a:cubicBezTo>
                  <a:lnTo>
                    <a:pt x="394" y="191"/>
                  </a:lnTo>
                  <a:cubicBezTo>
                    <a:pt x="395" y="64"/>
                    <a:pt x="297" y="1"/>
                    <a:pt x="1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9"/>
            <p:cNvSpPr/>
            <p:nvPr/>
          </p:nvSpPr>
          <p:spPr>
            <a:xfrm>
              <a:off x="7278975" y="957438"/>
              <a:ext cx="42000" cy="9875"/>
            </a:xfrm>
            <a:custGeom>
              <a:rect b="b" l="l" r="r" t="t"/>
              <a:pathLst>
                <a:path extrusionOk="0" h="395" w="1680">
                  <a:moveTo>
                    <a:pt x="253" y="0"/>
                  </a:moveTo>
                  <a:cubicBezTo>
                    <a:pt x="0" y="0"/>
                    <a:pt x="0" y="394"/>
                    <a:pt x="253" y="394"/>
                  </a:cubicBezTo>
                  <a:lnTo>
                    <a:pt x="1426" y="394"/>
                  </a:lnTo>
                  <a:cubicBezTo>
                    <a:pt x="1679" y="394"/>
                    <a:pt x="1679" y="0"/>
                    <a:pt x="142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9"/>
            <p:cNvSpPr/>
            <p:nvPr/>
          </p:nvSpPr>
          <p:spPr>
            <a:xfrm>
              <a:off x="7349475" y="927163"/>
              <a:ext cx="42675" cy="56400"/>
            </a:xfrm>
            <a:custGeom>
              <a:rect b="b" l="l" r="r" t="t"/>
              <a:pathLst>
                <a:path extrusionOk="0" h="2256" w="1707">
                  <a:moveTo>
                    <a:pt x="1184" y="0"/>
                  </a:moveTo>
                  <a:cubicBezTo>
                    <a:pt x="1181" y="0"/>
                    <a:pt x="1179" y="0"/>
                    <a:pt x="1177" y="0"/>
                  </a:cubicBezTo>
                  <a:cubicBezTo>
                    <a:pt x="551" y="16"/>
                    <a:pt x="0" y="516"/>
                    <a:pt x="37" y="1167"/>
                  </a:cubicBezTo>
                  <a:cubicBezTo>
                    <a:pt x="83" y="1950"/>
                    <a:pt x="768" y="2235"/>
                    <a:pt x="1453" y="2255"/>
                  </a:cubicBezTo>
                  <a:cubicBezTo>
                    <a:pt x="1455" y="2255"/>
                    <a:pt x="1458" y="2255"/>
                    <a:pt x="1460" y="2255"/>
                  </a:cubicBezTo>
                  <a:cubicBezTo>
                    <a:pt x="1707" y="2255"/>
                    <a:pt x="1704" y="1868"/>
                    <a:pt x="1453" y="1861"/>
                  </a:cubicBezTo>
                  <a:cubicBezTo>
                    <a:pt x="989" y="1848"/>
                    <a:pt x="504" y="1727"/>
                    <a:pt x="437" y="1189"/>
                  </a:cubicBezTo>
                  <a:cubicBezTo>
                    <a:pt x="381" y="748"/>
                    <a:pt x="753" y="404"/>
                    <a:pt x="1177" y="393"/>
                  </a:cubicBezTo>
                  <a:cubicBezTo>
                    <a:pt x="1427" y="387"/>
                    <a:pt x="1432" y="0"/>
                    <a:pt x="118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9"/>
            <p:cNvSpPr/>
            <p:nvPr/>
          </p:nvSpPr>
          <p:spPr>
            <a:xfrm>
              <a:off x="7418250" y="910938"/>
              <a:ext cx="46550" cy="81775"/>
            </a:xfrm>
            <a:custGeom>
              <a:rect b="b" l="l" r="r" t="t"/>
              <a:pathLst>
                <a:path extrusionOk="0" h="3271" w="1862">
                  <a:moveTo>
                    <a:pt x="1387" y="0"/>
                  </a:moveTo>
                  <a:cubicBezTo>
                    <a:pt x="838" y="0"/>
                    <a:pt x="341" y="386"/>
                    <a:pt x="394" y="999"/>
                  </a:cubicBezTo>
                  <a:cubicBezTo>
                    <a:pt x="417" y="1261"/>
                    <a:pt x="546" y="1497"/>
                    <a:pt x="751" y="1664"/>
                  </a:cubicBezTo>
                  <a:cubicBezTo>
                    <a:pt x="825" y="1724"/>
                    <a:pt x="910" y="1767"/>
                    <a:pt x="993" y="1815"/>
                  </a:cubicBezTo>
                  <a:cubicBezTo>
                    <a:pt x="1275" y="1976"/>
                    <a:pt x="1243" y="1866"/>
                    <a:pt x="1252" y="2296"/>
                  </a:cubicBezTo>
                  <a:cubicBezTo>
                    <a:pt x="1361" y="2539"/>
                    <a:pt x="1303" y="2685"/>
                    <a:pt x="1083" y="2732"/>
                  </a:cubicBezTo>
                  <a:cubicBezTo>
                    <a:pt x="987" y="2805"/>
                    <a:pt x="880" y="2842"/>
                    <a:pt x="759" y="2847"/>
                  </a:cubicBezTo>
                  <a:cubicBezTo>
                    <a:pt x="625" y="2874"/>
                    <a:pt x="491" y="2877"/>
                    <a:pt x="356" y="2877"/>
                  </a:cubicBezTo>
                  <a:cubicBezTo>
                    <a:pt x="322" y="2877"/>
                    <a:pt x="288" y="2877"/>
                    <a:pt x="254" y="2877"/>
                  </a:cubicBezTo>
                  <a:cubicBezTo>
                    <a:pt x="254" y="2877"/>
                    <a:pt x="253" y="2877"/>
                    <a:pt x="253" y="2877"/>
                  </a:cubicBezTo>
                  <a:cubicBezTo>
                    <a:pt x="1" y="2877"/>
                    <a:pt x="1" y="3269"/>
                    <a:pt x="254" y="3270"/>
                  </a:cubicBezTo>
                  <a:cubicBezTo>
                    <a:pt x="264" y="3271"/>
                    <a:pt x="273" y="3271"/>
                    <a:pt x="283" y="3271"/>
                  </a:cubicBezTo>
                  <a:cubicBezTo>
                    <a:pt x="910" y="3271"/>
                    <a:pt x="1704" y="3130"/>
                    <a:pt x="1819" y="2384"/>
                  </a:cubicBezTo>
                  <a:cubicBezTo>
                    <a:pt x="1862" y="2109"/>
                    <a:pt x="1767" y="1869"/>
                    <a:pt x="1557" y="1690"/>
                  </a:cubicBezTo>
                  <a:cubicBezTo>
                    <a:pt x="1411" y="1566"/>
                    <a:pt x="1217" y="1521"/>
                    <a:pt x="1069" y="1404"/>
                  </a:cubicBezTo>
                  <a:cubicBezTo>
                    <a:pt x="618" y="1054"/>
                    <a:pt x="780" y="384"/>
                    <a:pt x="1346" y="384"/>
                  </a:cubicBezTo>
                  <a:cubicBezTo>
                    <a:pt x="1384" y="384"/>
                    <a:pt x="1425" y="387"/>
                    <a:pt x="1466" y="393"/>
                  </a:cubicBezTo>
                  <a:cubicBezTo>
                    <a:pt x="1479" y="395"/>
                    <a:pt x="1491" y="396"/>
                    <a:pt x="1502" y="396"/>
                  </a:cubicBezTo>
                  <a:cubicBezTo>
                    <a:pt x="1720" y="396"/>
                    <a:pt x="1805" y="52"/>
                    <a:pt x="1567" y="14"/>
                  </a:cubicBezTo>
                  <a:cubicBezTo>
                    <a:pt x="1507" y="5"/>
                    <a:pt x="1447" y="0"/>
                    <a:pt x="13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9"/>
            <p:cNvSpPr/>
            <p:nvPr/>
          </p:nvSpPr>
          <p:spPr>
            <a:xfrm>
              <a:off x="7474900" y="921138"/>
              <a:ext cx="13650" cy="55150"/>
            </a:xfrm>
            <a:custGeom>
              <a:rect b="b" l="l" r="r" t="t"/>
              <a:pathLst>
                <a:path extrusionOk="0" h="2206" w="546">
                  <a:moveTo>
                    <a:pt x="196" y="0"/>
                  </a:moveTo>
                  <a:cubicBezTo>
                    <a:pt x="97" y="0"/>
                    <a:pt x="0" y="64"/>
                    <a:pt x="4" y="191"/>
                  </a:cubicBezTo>
                  <a:cubicBezTo>
                    <a:pt x="19" y="802"/>
                    <a:pt x="65" y="1411"/>
                    <a:pt x="137" y="2018"/>
                  </a:cubicBezTo>
                  <a:cubicBezTo>
                    <a:pt x="151" y="2143"/>
                    <a:pt x="258" y="2206"/>
                    <a:pt x="356" y="2206"/>
                  </a:cubicBezTo>
                  <a:cubicBezTo>
                    <a:pt x="455" y="2206"/>
                    <a:pt x="545" y="2143"/>
                    <a:pt x="530" y="2018"/>
                  </a:cubicBezTo>
                  <a:cubicBezTo>
                    <a:pt x="459" y="1411"/>
                    <a:pt x="413" y="801"/>
                    <a:pt x="397" y="191"/>
                  </a:cubicBezTo>
                  <a:cubicBezTo>
                    <a:pt x="394" y="64"/>
                    <a:pt x="294" y="0"/>
                    <a:pt x="1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9"/>
            <p:cNvSpPr/>
            <p:nvPr/>
          </p:nvSpPr>
          <p:spPr>
            <a:xfrm>
              <a:off x="7502150" y="922788"/>
              <a:ext cx="13425" cy="59025"/>
            </a:xfrm>
            <a:custGeom>
              <a:rect b="b" l="l" r="r" t="t"/>
              <a:pathLst>
                <a:path extrusionOk="0" h="2361" w="537">
                  <a:moveTo>
                    <a:pt x="295" y="1"/>
                  </a:moveTo>
                  <a:cubicBezTo>
                    <a:pt x="220" y="1"/>
                    <a:pt x="150" y="44"/>
                    <a:pt x="135" y="142"/>
                  </a:cubicBezTo>
                  <a:cubicBezTo>
                    <a:pt x="24" y="820"/>
                    <a:pt x="0" y="1491"/>
                    <a:pt x="70" y="2172"/>
                  </a:cubicBezTo>
                  <a:cubicBezTo>
                    <a:pt x="82" y="2298"/>
                    <a:pt x="187" y="2361"/>
                    <a:pt x="286" y="2361"/>
                  </a:cubicBezTo>
                  <a:cubicBezTo>
                    <a:pt x="384" y="2361"/>
                    <a:pt x="476" y="2298"/>
                    <a:pt x="464" y="2172"/>
                  </a:cubicBezTo>
                  <a:cubicBezTo>
                    <a:pt x="397" y="1528"/>
                    <a:pt x="411" y="887"/>
                    <a:pt x="513" y="247"/>
                  </a:cubicBezTo>
                  <a:cubicBezTo>
                    <a:pt x="537" y="98"/>
                    <a:pt x="409" y="1"/>
                    <a:pt x="29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9"/>
            <p:cNvSpPr/>
            <p:nvPr/>
          </p:nvSpPr>
          <p:spPr>
            <a:xfrm>
              <a:off x="7504250" y="917438"/>
              <a:ext cx="42875" cy="62475"/>
            </a:xfrm>
            <a:custGeom>
              <a:rect b="b" l="l" r="r" t="t"/>
              <a:pathLst>
                <a:path extrusionOk="0" h="2499" w="1715">
                  <a:moveTo>
                    <a:pt x="1473" y="1"/>
                  </a:moveTo>
                  <a:cubicBezTo>
                    <a:pt x="1375" y="1"/>
                    <a:pt x="1280" y="64"/>
                    <a:pt x="1286" y="190"/>
                  </a:cubicBezTo>
                  <a:cubicBezTo>
                    <a:pt x="1312" y="725"/>
                    <a:pt x="1306" y="1255"/>
                    <a:pt x="1268" y="1786"/>
                  </a:cubicBezTo>
                  <a:lnTo>
                    <a:pt x="1268" y="1786"/>
                  </a:lnTo>
                  <a:cubicBezTo>
                    <a:pt x="938" y="1337"/>
                    <a:pt x="655" y="858"/>
                    <a:pt x="414" y="351"/>
                  </a:cubicBezTo>
                  <a:cubicBezTo>
                    <a:pt x="381" y="281"/>
                    <a:pt x="326" y="251"/>
                    <a:pt x="268" y="251"/>
                  </a:cubicBezTo>
                  <a:cubicBezTo>
                    <a:pt x="140" y="251"/>
                    <a:pt x="1" y="396"/>
                    <a:pt x="75" y="553"/>
                  </a:cubicBezTo>
                  <a:cubicBezTo>
                    <a:pt x="397" y="1233"/>
                    <a:pt x="799" y="1858"/>
                    <a:pt x="1279" y="2436"/>
                  </a:cubicBezTo>
                  <a:cubicBezTo>
                    <a:pt x="1316" y="2481"/>
                    <a:pt x="1360" y="2499"/>
                    <a:pt x="1403" y="2499"/>
                  </a:cubicBezTo>
                  <a:cubicBezTo>
                    <a:pt x="1504" y="2499"/>
                    <a:pt x="1604" y="2401"/>
                    <a:pt x="1615" y="2296"/>
                  </a:cubicBezTo>
                  <a:cubicBezTo>
                    <a:pt x="1693" y="1595"/>
                    <a:pt x="1714" y="895"/>
                    <a:pt x="1680" y="190"/>
                  </a:cubicBezTo>
                  <a:cubicBezTo>
                    <a:pt x="1673" y="64"/>
                    <a:pt x="1571" y="1"/>
                    <a:pt x="147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9"/>
            <p:cNvSpPr/>
            <p:nvPr/>
          </p:nvSpPr>
          <p:spPr>
            <a:xfrm>
              <a:off x="7583625" y="913538"/>
              <a:ext cx="44000" cy="66875"/>
            </a:xfrm>
            <a:custGeom>
              <a:rect b="b" l="l" r="r" t="t"/>
              <a:pathLst>
                <a:path extrusionOk="0" h="2675" w="1760">
                  <a:moveTo>
                    <a:pt x="442" y="397"/>
                  </a:moveTo>
                  <a:cubicBezTo>
                    <a:pt x="771" y="397"/>
                    <a:pt x="1284" y="440"/>
                    <a:pt x="1295" y="621"/>
                  </a:cubicBezTo>
                  <a:cubicBezTo>
                    <a:pt x="1299" y="691"/>
                    <a:pt x="994" y="869"/>
                    <a:pt x="943" y="897"/>
                  </a:cubicBezTo>
                  <a:cubicBezTo>
                    <a:pt x="829" y="963"/>
                    <a:pt x="713" y="1005"/>
                    <a:pt x="591" y="1036"/>
                  </a:cubicBezTo>
                  <a:lnTo>
                    <a:pt x="591" y="1036"/>
                  </a:lnTo>
                  <a:cubicBezTo>
                    <a:pt x="540" y="1041"/>
                    <a:pt x="487" y="1052"/>
                    <a:pt x="434" y="1069"/>
                  </a:cubicBezTo>
                  <a:cubicBezTo>
                    <a:pt x="429" y="1071"/>
                    <a:pt x="424" y="1073"/>
                    <a:pt x="419" y="1075"/>
                  </a:cubicBezTo>
                  <a:lnTo>
                    <a:pt x="419" y="1075"/>
                  </a:lnTo>
                  <a:cubicBezTo>
                    <a:pt x="419" y="857"/>
                    <a:pt x="419" y="639"/>
                    <a:pt x="419" y="421"/>
                  </a:cubicBezTo>
                  <a:cubicBezTo>
                    <a:pt x="419" y="413"/>
                    <a:pt x="418" y="405"/>
                    <a:pt x="417" y="397"/>
                  </a:cubicBezTo>
                  <a:lnTo>
                    <a:pt x="417" y="397"/>
                  </a:lnTo>
                  <a:cubicBezTo>
                    <a:pt x="425" y="397"/>
                    <a:pt x="434" y="397"/>
                    <a:pt x="442" y="397"/>
                  </a:cubicBezTo>
                  <a:close/>
                  <a:moveTo>
                    <a:pt x="656" y="1428"/>
                  </a:moveTo>
                  <a:cubicBezTo>
                    <a:pt x="963" y="1428"/>
                    <a:pt x="1018" y="1908"/>
                    <a:pt x="812" y="2103"/>
                  </a:cubicBezTo>
                  <a:cubicBezTo>
                    <a:pt x="708" y="2202"/>
                    <a:pt x="564" y="2249"/>
                    <a:pt x="420" y="2268"/>
                  </a:cubicBezTo>
                  <a:lnTo>
                    <a:pt x="420" y="2268"/>
                  </a:lnTo>
                  <a:cubicBezTo>
                    <a:pt x="419" y="1991"/>
                    <a:pt x="419" y="1714"/>
                    <a:pt x="419" y="1438"/>
                  </a:cubicBezTo>
                  <a:lnTo>
                    <a:pt x="419" y="1438"/>
                  </a:lnTo>
                  <a:cubicBezTo>
                    <a:pt x="442" y="1447"/>
                    <a:pt x="468" y="1453"/>
                    <a:pt x="497" y="1453"/>
                  </a:cubicBezTo>
                  <a:cubicBezTo>
                    <a:pt x="511" y="1453"/>
                    <a:pt x="525" y="1451"/>
                    <a:pt x="540" y="1449"/>
                  </a:cubicBezTo>
                  <a:cubicBezTo>
                    <a:pt x="568" y="1444"/>
                    <a:pt x="598" y="1437"/>
                    <a:pt x="630" y="1430"/>
                  </a:cubicBezTo>
                  <a:lnTo>
                    <a:pt x="630" y="1430"/>
                  </a:lnTo>
                  <a:cubicBezTo>
                    <a:pt x="639" y="1429"/>
                    <a:pt x="648" y="1428"/>
                    <a:pt x="656" y="1428"/>
                  </a:cubicBezTo>
                  <a:close/>
                  <a:moveTo>
                    <a:pt x="474" y="1"/>
                  </a:moveTo>
                  <a:cubicBezTo>
                    <a:pt x="374" y="1"/>
                    <a:pt x="287" y="5"/>
                    <a:pt x="223" y="11"/>
                  </a:cubicBezTo>
                  <a:cubicBezTo>
                    <a:pt x="58" y="26"/>
                    <a:pt x="1" y="202"/>
                    <a:pt x="53" y="314"/>
                  </a:cubicBezTo>
                  <a:lnTo>
                    <a:pt x="53" y="314"/>
                  </a:lnTo>
                  <a:cubicBezTo>
                    <a:pt x="34" y="343"/>
                    <a:pt x="22" y="379"/>
                    <a:pt x="22" y="422"/>
                  </a:cubicBezTo>
                  <a:cubicBezTo>
                    <a:pt x="25" y="1106"/>
                    <a:pt x="25" y="1792"/>
                    <a:pt x="26" y="2478"/>
                  </a:cubicBezTo>
                  <a:cubicBezTo>
                    <a:pt x="26" y="2584"/>
                    <a:pt x="115" y="2674"/>
                    <a:pt x="223" y="2674"/>
                  </a:cubicBezTo>
                  <a:cubicBezTo>
                    <a:pt x="758" y="2674"/>
                    <a:pt x="1345" y="2388"/>
                    <a:pt x="1371" y="1782"/>
                  </a:cubicBezTo>
                  <a:cubicBezTo>
                    <a:pt x="1380" y="1562"/>
                    <a:pt x="1295" y="1368"/>
                    <a:pt x="1157" y="1233"/>
                  </a:cubicBezTo>
                  <a:lnTo>
                    <a:pt x="1157" y="1233"/>
                  </a:lnTo>
                  <a:cubicBezTo>
                    <a:pt x="1473" y="1074"/>
                    <a:pt x="1760" y="837"/>
                    <a:pt x="1737" y="547"/>
                  </a:cubicBezTo>
                  <a:cubicBezTo>
                    <a:pt x="1702" y="98"/>
                    <a:pt x="945" y="1"/>
                    <a:pt x="47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9"/>
            <p:cNvSpPr/>
            <p:nvPr/>
          </p:nvSpPr>
          <p:spPr>
            <a:xfrm>
              <a:off x="6725850" y="1100038"/>
              <a:ext cx="53025" cy="64550"/>
            </a:xfrm>
            <a:custGeom>
              <a:rect b="b" l="l" r="r" t="t"/>
              <a:pathLst>
                <a:path extrusionOk="0" h="2582" w="2121">
                  <a:moveTo>
                    <a:pt x="1507" y="0"/>
                  </a:moveTo>
                  <a:cubicBezTo>
                    <a:pt x="727" y="0"/>
                    <a:pt x="0" y="733"/>
                    <a:pt x="167" y="1540"/>
                  </a:cubicBezTo>
                  <a:cubicBezTo>
                    <a:pt x="296" y="2165"/>
                    <a:pt x="891" y="2582"/>
                    <a:pt x="1501" y="2582"/>
                  </a:cubicBezTo>
                  <a:cubicBezTo>
                    <a:pt x="1636" y="2582"/>
                    <a:pt x="1773" y="2561"/>
                    <a:pt x="1905" y="2518"/>
                  </a:cubicBezTo>
                  <a:cubicBezTo>
                    <a:pt x="2121" y="2446"/>
                    <a:pt x="2057" y="2127"/>
                    <a:pt x="1864" y="2127"/>
                  </a:cubicBezTo>
                  <a:cubicBezTo>
                    <a:pt x="1844" y="2127"/>
                    <a:pt x="1822" y="2131"/>
                    <a:pt x="1799" y="2138"/>
                  </a:cubicBezTo>
                  <a:cubicBezTo>
                    <a:pt x="1700" y="2171"/>
                    <a:pt x="1597" y="2187"/>
                    <a:pt x="1494" y="2187"/>
                  </a:cubicBezTo>
                  <a:cubicBezTo>
                    <a:pt x="1100" y="2187"/>
                    <a:pt x="713" y="1955"/>
                    <a:pt x="580" y="1563"/>
                  </a:cubicBezTo>
                  <a:cubicBezTo>
                    <a:pt x="374" y="956"/>
                    <a:pt x="940" y="397"/>
                    <a:pt x="1525" y="397"/>
                  </a:cubicBezTo>
                  <a:cubicBezTo>
                    <a:pt x="1544" y="397"/>
                    <a:pt x="1563" y="398"/>
                    <a:pt x="1583" y="399"/>
                  </a:cubicBezTo>
                  <a:cubicBezTo>
                    <a:pt x="1587" y="399"/>
                    <a:pt x="1592" y="399"/>
                    <a:pt x="1596" y="399"/>
                  </a:cubicBezTo>
                  <a:cubicBezTo>
                    <a:pt x="1836" y="399"/>
                    <a:pt x="1831" y="19"/>
                    <a:pt x="1584" y="2"/>
                  </a:cubicBezTo>
                  <a:cubicBezTo>
                    <a:pt x="1558" y="1"/>
                    <a:pt x="1533" y="0"/>
                    <a:pt x="15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9"/>
            <p:cNvSpPr/>
            <p:nvPr/>
          </p:nvSpPr>
          <p:spPr>
            <a:xfrm>
              <a:off x="6785850" y="1070238"/>
              <a:ext cx="34750" cy="51525"/>
            </a:xfrm>
            <a:custGeom>
              <a:rect b="b" l="l" r="r" t="t"/>
              <a:pathLst>
                <a:path extrusionOk="0" h="2061" w="1390">
                  <a:moveTo>
                    <a:pt x="535" y="0"/>
                  </a:moveTo>
                  <a:cubicBezTo>
                    <a:pt x="422" y="0"/>
                    <a:pt x="306" y="25"/>
                    <a:pt x="200" y="74"/>
                  </a:cubicBezTo>
                  <a:cubicBezTo>
                    <a:pt x="0" y="164"/>
                    <a:pt x="125" y="433"/>
                    <a:pt x="312" y="433"/>
                  </a:cubicBezTo>
                  <a:cubicBezTo>
                    <a:pt x="340" y="433"/>
                    <a:pt x="369" y="427"/>
                    <a:pt x="399" y="413"/>
                  </a:cubicBezTo>
                  <a:cubicBezTo>
                    <a:pt x="449" y="390"/>
                    <a:pt x="495" y="380"/>
                    <a:pt x="537" y="380"/>
                  </a:cubicBezTo>
                  <a:cubicBezTo>
                    <a:pt x="796" y="380"/>
                    <a:pt x="893" y="767"/>
                    <a:pt x="601" y="912"/>
                  </a:cubicBezTo>
                  <a:cubicBezTo>
                    <a:pt x="445" y="990"/>
                    <a:pt x="492" y="1229"/>
                    <a:pt x="647" y="1272"/>
                  </a:cubicBezTo>
                  <a:cubicBezTo>
                    <a:pt x="697" y="1283"/>
                    <a:pt x="746" y="1299"/>
                    <a:pt x="793" y="1319"/>
                  </a:cubicBezTo>
                  <a:cubicBezTo>
                    <a:pt x="939" y="1352"/>
                    <a:pt x="925" y="1462"/>
                    <a:pt x="750" y="1645"/>
                  </a:cubicBezTo>
                  <a:cubicBezTo>
                    <a:pt x="707" y="1670"/>
                    <a:pt x="643" y="1678"/>
                    <a:pt x="577" y="1678"/>
                  </a:cubicBezTo>
                  <a:cubicBezTo>
                    <a:pt x="500" y="1678"/>
                    <a:pt x="419" y="1668"/>
                    <a:pt x="365" y="1665"/>
                  </a:cubicBezTo>
                  <a:cubicBezTo>
                    <a:pt x="362" y="1665"/>
                    <a:pt x="360" y="1665"/>
                    <a:pt x="357" y="1665"/>
                  </a:cubicBezTo>
                  <a:cubicBezTo>
                    <a:pt x="110" y="1665"/>
                    <a:pt x="116" y="2051"/>
                    <a:pt x="365" y="2059"/>
                  </a:cubicBezTo>
                  <a:cubicBezTo>
                    <a:pt x="395" y="2060"/>
                    <a:pt x="426" y="2061"/>
                    <a:pt x="457" y="2061"/>
                  </a:cubicBezTo>
                  <a:cubicBezTo>
                    <a:pt x="814" y="2061"/>
                    <a:pt x="1221" y="1976"/>
                    <a:pt x="1324" y="1577"/>
                  </a:cubicBezTo>
                  <a:cubicBezTo>
                    <a:pt x="1390" y="1316"/>
                    <a:pt x="1257" y="1138"/>
                    <a:pt x="1066" y="1022"/>
                  </a:cubicBezTo>
                  <a:lnTo>
                    <a:pt x="1066" y="1022"/>
                  </a:lnTo>
                  <a:cubicBezTo>
                    <a:pt x="1201" y="829"/>
                    <a:pt x="1239" y="572"/>
                    <a:pt x="1125" y="347"/>
                  </a:cubicBezTo>
                  <a:cubicBezTo>
                    <a:pt x="1007" y="111"/>
                    <a:pt x="775" y="0"/>
                    <a:pt x="5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9"/>
            <p:cNvSpPr/>
            <p:nvPr/>
          </p:nvSpPr>
          <p:spPr>
            <a:xfrm>
              <a:off x="6823125" y="1129213"/>
              <a:ext cx="34700" cy="9875"/>
            </a:xfrm>
            <a:custGeom>
              <a:rect b="b" l="l" r="r" t="t"/>
              <a:pathLst>
                <a:path extrusionOk="0" h="395" w="1388">
                  <a:moveTo>
                    <a:pt x="255" y="1"/>
                  </a:moveTo>
                  <a:cubicBezTo>
                    <a:pt x="1" y="1"/>
                    <a:pt x="1" y="394"/>
                    <a:pt x="255" y="394"/>
                  </a:cubicBezTo>
                  <a:lnTo>
                    <a:pt x="1134" y="394"/>
                  </a:lnTo>
                  <a:cubicBezTo>
                    <a:pt x="1388" y="394"/>
                    <a:pt x="1388" y="1"/>
                    <a:pt x="11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9"/>
            <p:cNvSpPr/>
            <p:nvPr/>
          </p:nvSpPr>
          <p:spPr>
            <a:xfrm>
              <a:off x="6906000" y="1095163"/>
              <a:ext cx="42525" cy="66950"/>
            </a:xfrm>
            <a:custGeom>
              <a:rect b="b" l="l" r="r" t="t"/>
              <a:pathLst>
                <a:path extrusionOk="0" h="2678" w="1701">
                  <a:moveTo>
                    <a:pt x="1423" y="1"/>
                  </a:moveTo>
                  <a:cubicBezTo>
                    <a:pt x="1363" y="1"/>
                    <a:pt x="1302" y="26"/>
                    <a:pt x="1259" y="89"/>
                  </a:cubicBezTo>
                  <a:cubicBezTo>
                    <a:pt x="754" y="819"/>
                    <a:pt x="355" y="1605"/>
                    <a:pt x="53" y="2438"/>
                  </a:cubicBezTo>
                  <a:cubicBezTo>
                    <a:pt x="1" y="2583"/>
                    <a:pt x="119" y="2677"/>
                    <a:pt x="240" y="2677"/>
                  </a:cubicBezTo>
                  <a:cubicBezTo>
                    <a:pt x="318" y="2677"/>
                    <a:pt x="398" y="2637"/>
                    <a:pt x="432" y="2544"/>
                  </a:cubicBezTo>
                  <a:cubicBezTo>
                    <a:pt x="721" y="1739"/>
                    <a:pt x="1113" y="991"/>
                    <a:pt x="1600" y="288"/>
                  </a:cubicBezTo>
                  <a:cubicBezTo>
                    <a:pt x="1700" y="141"/>
                    <a:pt x="1563" y="1"/>
                    <a:pt x="142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9"/>
            <p:cNvSpPr/>
            <p:nvPr/>
          </p:nvSpPr>
          <p:spPr>
            <a:xfrm>
              <a:off x="6939000" y="1092463"/>
              <a:ext cx="31375" cy="68650"/>
            </a:xfrm>
            <a:custGeom>
              <a:rect b="b" l="l" r="r" t="t"/>
              <a:pathLst>
                <a:path extrusionOk="0" h="2746" w="1255">
                  <a:moveTo>
                    <a:pt x="267" y="0"/>
                  </a:moveTo>
                  <a:cubicBezTo>
                    <a:pt x="138" y="0"/>
                    <a:pt x="1" y="144"/>
                    <a:pt x="75" y="301"/>
                  </a:cubicBezTo>
                  <a:cubicBezTo>
                    <a:pt x="426" y="1038"/>
                    <a:pt x="679" y="1804"/>
                    <a:pt x="844" y="2603"/>
                  </a:cubicBezTo>
                  <a:cubicBezTo>
                    <a:pt x="865" y="2702"/>
                    <a:pt x="937" y="2745"/>
                    <a:pt x="1014" y="2745"/>
                  </a:cubicBezTo>
                  <a:cubicBezTo>
                    <a:pt x="1130" y="2745"/>
                    <a:pt x="1254" y="2648"/>
                    <a:pt x="1223" y="2499"/>
                  </a:cubicBezTo>
                  <a:cubicBezTo>
                    <a:pt x="1052" y="1665"/>
                    <a:pt x="780" y="870"/>
                    <a:pt x="416" y="101"/>
                  </a:cubicBezTo>
                  <a:cubicBezTo>
                    <a:pt x="382" y="30"/>
                    <a:pt x="326" y="0"/>
                    <a:pt x="2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9"/>
            <p:cNvSpPr/>
            <p:nvPr/>
          </p:nvSpPr>
          <p:spPr>
            <a:xfrm>
              <a:off x="6915800" y="1129713"/>
              <a:ext cx="49150" cy="11725"/>
            </a:xfrm>
            <a:custGeom>
              <a:rect b="b" l="l" r="r" t="t"/>
              <a:pathLst>
                <a:path extrusionOk="0" h="469" w="1966">
                  <a:moveTo>
                    <a:pt x="1078" y="1"/>
                  </a:moveTo>
                  <a:cubicBezTo>
                    <a:pt x="797" y="1"/>
                    <a:pt x="517" y="29"/>
                    <a:pt x="235" y="85"/>
                  </a:cubicBezTo>
                  <a:cubicBezTo>
                    <a:pt x="0" y="130"/>
                    <a:pt x="79" y="469"/>
                    <a:pt x="296" y="469"/>
                  </a:cubicBezTo>
                  <a:cubicBezTo>
                    <a:pt x="309" y="469"/>
                    <a:pt x="323" y="467"/>
                    <a:pt x="338" y="465"/>
                  </a:cubicBezTo>
                  <a:cubicBezTo>
                    <a:pt x="586" y="415"/>
                    <a:pt x="837" y="390"/>
                    <a:pt x="1088" y="390"/>
                  </a:cubicBezTo>
                  <a:cubicBezTo>
                    <a:pt x="1266" y="390"/>
                    <a:pt x="1445" y="403"/>
                    <a:pt x="1623" y="429"/>
                  </a:cubicBezTo>
                  <a:cubicBezTo>
                    <a:pt x="1634" y="430"/>
                    <a:pt x="1645" y="431"/>
                    <a:pt x="1656" y="431"/>
                  </a:cubicBezTo>
                  <a:cubicBezTo>
                    <a:pt x="1881" y="431"/>
                    <a:pt x="1966" y="84"/>
                    <a:pt x="1729" y="49"/>
                  </a:cubicBezTo>
                  <a:cubicBezTo>
                    <a:pt x="1510" y="17"/>
                    <a:pt x="1294" y="1"/>
                    <a:pt x="10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9"/>
            <p:cNvSpPr/>
            <p:nvPr/>
          </p:nvSpPr>
          <p:spPr>
            <a:xfrm>
              <a:off x="6964025" y="1075938"/>
              <a:ext cx="35550" cy="34550"/>
            </a:xfrm>
            <a:custGeom>
              <a:rect b="b" l="l" r="r" t="t"/>
              <a:pathLst>
                <a:path extrusionOk="0" h="1382" w="1422">
                  <a:moveTo>
                    <a:pt x="449" y="1"/>
                  </a:moveTo>
                  <a:cubicBezTo>
                    <a:pt x="302" y="1"/>
                    <a:pt x="162" y="65"/>
                    <a:pt x="82" y="212"/>
                  </a:cubicBezTo>
                  <a:cubicBezTo>
                    <a:pt x="1" y="366"/>
                    <a:pt x="138" y="510"/>
                    <a:pt x="270" y="510"/>
                  </a:cubicBezTo>
                  <a:cubicBezTo>
                    <a:pt x="329" y="510"/>
                    <a:pt x="387" y="481"/>
                    <a:pt x="424" y="412"/>
                  </a:cubicBezTo>
                  <a:cubicBezTo>
                    <a:pt x="433" y="396"/>
                    <a:pt x="447" y="389"/>
                    <a:pt x="462" y="389"/>
                  </a:cubicBezTo>
                  <a:cubicBezTo>
                    <a:pt x="509" y="389"/>
                    <a:pt x="573" y="455"/>
                    <a:pt x="582" y="493"/>
                  </a:cubicBezTo>
                  <a:cubicBezTo>
                    <a:pt x="613" y="656"/>
                    <a:pt x="387" y="790"/>
                    <a:pt x="273" y="848"/>
                  </a:cubicBezTo>
                  <a:cubicBezTo>
                    <a:pt x="132" y="916"/>
                    <a:pt x="155" y="1113"/>
                    <a:pt x="273" y="1187"/>
                  </a:cubicBezTo>
                  <a:cubicBezTo>
                    <a:pt x="479" y="1319"/>
                    <a:pt x="704" y="1381"/>
                    <a:pt x="937" y="1381"/>
                  </a:cubicBezTo>
                  <a:cubicBezTo>
                    <a:pt x="1019" y="1381"/>
                    <a:pt x="1102" y="1374"/>
                    <a:pt x="1186" y="1359"/>
                  </a:cubicBezTo>
                  <a:cubicBezTo>
                    <a:pt x="1421" y="1317"/>
                    <a:pt x="1340" y="976"/>
                    <a:pt x="1121" y="976"/>
                  </a:cubicBezTo>
                  <a:cubicBezTo>
                    <a:pt x="1108" y="976"/>
                    <a:pt x="1095" y="977"/>
                    <a:pt x="1081" y="979"/>
                  </a:cubicBezTo>
                  <a:cubicBezTo>
                    <a:pt x="1032" y="988"/>
                    <a:pt x="984" y="993"/>
                    <a:pt x="936" y="993"/>
                  </a:cubicBezTo>
                  <a:cubicBezTo>
                    <a:pt x="876" y="993"/>
                    <a:pt x="817" y="986"/>
                    <a:pt x="759" y="972"/>
                  </a:cubicBezTo>
                  <a:lnTo>
                    <a:pt x="759" y="972"/>
                  </a:lnTo>
                  <a:cubicBezTo>
                    <a:pt x="955" y="770"/>
                    <a:pt x="1068" y="490"/>
                    <a:pt x="892" y="232"/>
                  </a:cubicBezTo>
                  <a:cubicBezTo>
                    <a:pt x="794" y="87"/>
                    <a:pt x="618" y="1"/>
                    <a:pt x="44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9"/>
            <p:cNvSpPr/>
            <p:nvPr/>
          </p:nvSpPr>
          <p:spPr>
            <a:xfrm>
              <a:off x="7028175" y="1114338"/>
              <a:ext cx="32700" cy="12000"/>
            </a:xfrm>
            <a:custGeom>
              <a:rect b="b" l="l" r="r" t="t"/>
              <a:pathLst>
                <a:path extrusionOk="0" h="480" w="1308">
                  <a:moveTo>
                    <a:pt x="1081" y="0"/>
                  </a:moveTo>
                  <a:cubicBezTo>
                    <a:pt x="1073" y="0"/>
                    <a:pt x="1065" y="1"/>
                    <a:pt x="1056" y="2"/>
                  </a:cubicBezTo>
                  <a:cubicBezTo>
                    <a:pt x="787" y="29"/>
                    <a:pt x="520" y="58"/>
                    <a:pt x="252" y="85"/>
                  </a:cubicBezTo>
                  <a:cubicBezTo>
                    <a:pt x="9" y="110"/>
                    <a:pt x="0" y="480"/>
                    <a:pt x="229" y="480"/>
                  </a:cubicBezTo>
                  <a:cubicBezTo>
                    <a:pt x="236" y="480"/>
                    <a:pt x="244" y="479"/>
                    <a:pt x="252" y="478"/>
                  </a:cubicBezTo>
                  <a:cubicBezTo>
                    <a:pt x="521" y="451"/>
                    <a:pt x="789" y="423"/>
                    <a:pt x="1056" y="395"/>
                  </a:cubicBezTo>
                  <a:cubicBezTo>
                    <a:pt x="1299" y="372"/>
                    <a:pt x="1308" y="0"/>
                    <a:pt x="108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9"/>
            <p:cNvSpPr/>
            <p:nvPr/>
          </p:nvSpPr>
          <p:spPr>
            <a:xfrm>
              <a:off x="7090400" y="1083088"/>
              <a:ext cx="44525" cy="67250"/>
            </a:xfrm>
            <a:custGeom>
              <a:rect b="b" l="l" r="r" t="t"/>
              <a:pathLst>
                <a:path extrusionOk="0" h="2690" w="1781">
                  <a:moveTo>
                    <a:pt x="861" y="1"/>
                  </a:moveTo>
                  <a:cubicBezTo>
                    <a:pt x="737" y="1"/>
                    <a:pt x="612" y="18"/>
                    <a:pt x="503" y="39"/>
                  </a:cubicBezTo>
                  <a:cubicBezTo>
                    <a:pt x="267" y="84"/>
                    <a:pt x="347" y="423"/>
                    <a:pt x="565" y="423"/>
                  </a:cubicBezTo>
                  <a:cubicBezTo>
                    <a:pt x="579" y="423"/>
                    <a:pt x="593" y="421"/>
                    <a:pt x="607" y="419"/>
                  </a:cubicBezTo>
                  <a:cubicBezTo>
                    <a:pt x="656" y="409"/>
                    <a:pt x="706" y="403"/>
                    <a:pt x="755" y="403"/>
                  </a:cubicBezTo>
                  <a:cubicBezTo>
                    <a:pt x="970" y="403"/>
                    <a:pt x="1142" y="511"/>
                    <a:pt x="927" y="819"/>
                  </a:cubicBezTo>
                  <a:cubicBezTo>
                    <a:pt x="836" y="950"/>
                    <a:pt x="672" y="1044"/>
                    <a:pt x="567" y="1173"/>
                  </a:cubicBezTo>
                  <a:cubicBezTo>
                    <a:pt x="468" y="1298"/>
                    <a:pt x="519" y="1509"/>
                    <a:pt x="701" y="1509"/>
                  </a:cubicBezTo>
                  <a:cubicBezTo>
                    <a:pt x="702" y="1509"/>
                    <a:pt x="704" y="1509"/>
                    <a:pt x="706" y="1509"/>
                  </a:cubicBezTo>
                  <a:cubicBezTo>
                    <a:pt x="740" y="1507"/>
                    <a:pt x="774" y="1506"/>
                    <a:pt x="807" y="1506"/>
                  </a:cubicBezTo>
                  <a:cubicBezTo>
                    <a:pt x="896" y="1506"/>
                    <a:pt x="985" y="1514"/>
                    <a:pt x="1071" y="1529"/>
                  </a:cubicBezTo>
                  <a:cubicBezTo>
                    <a:pt x="1284" y="1786"/>
                    <a:pt x="1257" y="1962"/>
                    <a:pt x="995" y="2062"/>
                  </a:cubicBezTo>
                  <a:cubicBezTo>
                    <a:pt x="766" y="2205"/>
                    <a:pt x="519" y="2274"/>
                    <a:pt x="252" y="2295"/>
                  </a:cubicBezTo>
                  <a:cubicBezTo>
                    <a:pt x="8" y="2316"/>
                    <a:pt x="1" y="2690"/>
                    <a:pt x="233" y="2690"/>
                  </a:cubicBezTo>
                  <a:cubicBezTo>
                    <a:pt x="239" y="2690"/>
                    <a:pt x="246" y="2690"/>
                    <a:pt x="252" y="2689"/>
                  </a:cubicBezTo>
                  <a:cubicBezTo>
                    <a:pt x="730" y="2649"/>
                    <a:pt x="1552" y="2423"/>
                    <a:pt x="1682" y="1869"/>
                  </a:cubicBezTo>
                  <a:cubicBezTo>
                    <a:pt x="1781" y="1455"/>
                    <a:pt x="1474" y="1246"/>
                    <a:pt x="1131" y="1161"/>
                  </a:cubicBezTo>
                  <a:lnTo>
                    <a:pt x="1131" y="1161"/>
                  </a:lnTo>
                  <a:cubicBezTo>
                    <a:pt x="1369" y="933"/>
                    <a:pt x="1597" y="683"/>
                    <a:pt x="1463" y="335"/>
                  </a:cubicBezTo>
                  <a:cubicBezTo>
                    <a:pt x="1362" y="74"/>
                    <a:pt x="1114" y="1"/>
                    <a:pt x="86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9"/>
            <p:cNvSpPr/>
            <p:nvPr/>
          </p:nvSpPr>
          <p:spPr>
            <a:xfrm>
              <a:off x="7166650" y="1081913"/>
              <a:ext cx="46300" cy="67125"/>
            </a:xfrm>
            <a:custGeom>
              <a:rect b="b" l="l" r="r" t="t"/>
              <a:pathLst>
                <a:path extrusionOk="0" h="2685" w="1852">
                  <a:moveTo>
                    <a:pt x="1396" y="1"/>
                  </a:moveTo>
                  <a:cubicBezTo>
                    <a:pt x="1390" y="1"/>
                    <a:pt x="1383" y="1"/>
                    <a:pt x="1377" y="2"/>
                  </a:cubicBezTo>
                  <a:cubicBezTo>
                    <a:pt x="642" y="65"/>
                    <a:pt x="1" y="687"/>
                    <a:pt x="62" y="1458"/>
                  </a:cubicBezTo>
                  <a:cubicBezTo>
                    <a:pt x="117" y="2166"/>
                    <a:pt x="774" y="2685"/>
                    <a:pt x="1456" y="2685"/>
                  </a:cubicBezTo>
                  <a:cubicBezTo>
                    <a:pt x="1504" y="2685"/>
                    <a:pt x="1551" y="2682"/>
                    <a:pt x="1599" y="2677"/>
                  </a:cubicBezTo>
                  <a:cubicBezTo>
                    <a:pt x="1839" y="2651"/>
                    <a:pt x="1851" y="2282"/>
                    <a:pt x="1623" y="2282"/>
                  </a:cubicBezTo>
                  <a:cubicBezTo>
                    <a:pt x="1615" y="2282"/>
                    <a:pt x="1607" y="2283"/>
                    <a:pt x="1599" y="2284"/>
                  </a:cubicBezTo>
                  <a:cubicBezTo>
                    <a:pt x="1560" y="2288"/>
                    <a:pt x="1521" y="2290"/>
                    <a:pt x="1483" y="2290"/>
                  </a:cubicBezTo>
                  <a:cubicBezTo>
                    <a:pt x="1025" y="2290"/>
                    <a:pt x="569" y="2004"/>
                    <a:pt x="468" y="1529"/>
                  </a:cubicBezTo>
                  <a:cubicBezTo>
                    <a:pt x="350" y="968"/>
                    <a:pt x="834" y="441"/>
                    <a:pt x="1377" y="395"/>
                  </a:cubicBezTo>
                  <a:cubicBezTo>
                    <a:pt x="1620" y="374"/>
                    <a:pt x="1630" y="1"/>
                    <a:pt x="13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9"/>
            <p:cNvSpPr/>
            <p:nvPr/>
          </p:nvSpPr>
          <p:spPr>
            <a:xfrm>
              <a:off x="7211725" y="1083338"/>
              <a:ext cx="59200" cy="60075"/>
            </a:xfrm>
            <a:custGeom>
              <a:rect b="b" l="l" r="r" t="t"/>
              <a:pathLst>
                <a:path extrusionOk="0" h="2403" w="2368">
                  <a:moveTo>
                    <a:pt x="1007" y="422"/>
                  </a:moveTo>
                  <a:cubicBezTo>
                    <a:pt x="1038" y="422"/>
                    <a:pt x="1070" y="429"/>
                    <a:pt x="1101" y="444"/>
                  </a:cubicBezTo>
                  <a:cubicBezTo>
                    <a:pt x="1131" y="458"/>
                    <a:pt x="1161" y="464"/>
                    <a:pt x="1189" y="464"/>
                  </a:cubicBezTo>
                  <a:cubicBezTo>
                    <a:pt x="1232" y="464"/>
                    <a:pt x="1273" y="450"/>
                    <a:pt x="1306" y="426"/>
                  </a:cubicBezTo>
                  <a:lnTo>
                    <a:pt x="1306" y="426"/>
                  </a:lnTo>
                  <a:cubicBezTo>
                    <a:pt x="1623" y="564"/>
                    <a:pt x="1875" y="846"/>
                    <a:pt x="1890" y="1207"/>
                  </a:cubicBezTo>
                  <a:cubicBezTo>
                    <a:pt x="1904" y="1571"/>
                    <a:pt x="1655" y="1935"/>
                    <a:pt x="1289" y="1999"/>
                  </a:cubicBezTo>
                  <a:cubicBezTo>
                    <a:pt x="1222" y="2011"/>
                    <a:pt x="1160" y="2016"/>
                    <a:pt x="1103" y="2016"/>
                  </a:cubicBezTo>
                  <a:cubicBezTo>
                    <a:pt x="137" y="2016"/>
                    <a:pt x="540" y="422"/>
                    <a:pt x="1007" y="422"/>
                  </a:cubicBezTo>
                  <a:close/>
                  <a:moveTo>
                    <a:pt x="1256" y="1"/>
                  </a:moveTo>
                  <a:cubicBezTo>
                    <a:pt x="1211" y="1"/>
                    <a:pt x="1173" y="18"/>
                    <a:pt x="1144" y="45"/>
                  </a:cubicBezTo>
                  <a:lnTo>
                    <a:pt x="1144" y="45"/>
                  </a:lnTo>
                  <a:cubicBezTo>
                    <a:pt x="1089" y="31"/>
                    <a:pt x="1036" y="25"/>
                    <a:pt x="985" y="25"/>
                  </a:cubicBezTo>
                  <a:cubicBezTo>
                    <a:pt x="518" y="25"/>
                    <a:pt x="212" y="560"/>
                    <a:pt x="123" y="1021"/>
                  </a:cubicBezTo>
                  <a:cubicBezTo>
                    <a:pt x="0" y="1658"/>
                    <a:pt x="328" y="2280"/>
                    <a:pt x="997" y="2388"/>
                  </a:cubicBezTo>
                  <a:cubicBezTo>
                    <a:pt x="1055" y="2398"/>
                    <a:pt x="1113" y="2403"/>
                    <a:pt x="1170" y="2403"/>
                  </a:cubicBezTo>
                  <a:cubicBezTo>
                    <a:pt x="1719" y="2403"/>
                    <a:pt x="2179" y="1969"/>
                    <a:pt x="2265" y="1419"/>
                  </a:cubicBezTo>
                  <a:cubicBezTo>
                    <a:pt x="2368" y="766"/>
                    <a:pt x="1917" y="211"/>
                    <a:pt x="1320" y="12"/>
                  </a:cubicBezTo>
                  <a:cubicBezTo>
                    <a:pt x="1297" y="4"/>
                    <a:pt x="1276" y="1"/>
                    <a:pt x="125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9"/>
            <p:cNvSpPr/>
            <p:nvPr/>
          </p:nvSpPr>
          <p:spPr>
            <a:xfrm>
              <a:off x="7260975" y="1079738"/>
              <a:ext cx="35650" cy="62350"/>
            </a:xfrm>
            <a:custGeom>
              <a:rect b="b" l="l" r="r" t="t"/>
              <a:pathLst>
                <a:path extrusionOk="0" h="2494" w="1426">
                  <a:moveTo>
                    <a:pt x="937" y="1"/>
                  </a:moveTo>
                  <a:cubicBezTo>
                    <a:pt x="892" y="1"/>
                    <a:pt x="846" y="19"/>
                    <a:pt x="806" y="62"/>
                  </a:cubicBezTo>
                  <a:cubicBezTo>
                    <a:pt x="543" y="338"/>
                    <a:pt x="272" y="696"/>
                    <a:pt x="461" y="1086"/>
                  </a:cubicBezTo>
                  <a:cubicBezTo>
                    <a:pt x="544" y="1258"/>
                    <a:pt x="693" y="1328"/>
                    <a:pt x="815" y="1463"/>
                  </a:cubicBezTo>
                  <a:cubicBezTo>
                    <a:pt x="1253" y="1948"/>
                    <a:pt x="666" y="2093"/>
                    <a:pt x="255" y="2100"/>
                  </a:cubicBezTo>
                  <a:cubicBezTo>
                    <a:pt x="3" y="2106"/>
                    <a:pt x="0" y="2494"/>
                    <a:pt x="249" y="2494"/>
                  </a:cubicBezTo>
                  <a:cubicBezTo>
                    <a:pt x="251" y="2494"/>
                    <a:pt x="253" y="2494"/>
                    <a:pt x="255" y="2494"/>
                  </a:cubicBezTo>
                  <a:cubicBezTo>
                    <a:pt x="727" y="2485"/>
                    <a:pt x="1367" y="2368"/>
                    <a:pt x="1412" y="1778"/>
                  </a:cubicBezTo>
                  <a:cubicBezTo>
                    <a:pt x="1426" y="1580"/>
                    <a:pt x="1336" y="1413"/>
                    <a:pt x="1201" y="1277"/>
                  </a:cubicBezTo>
                  <a:cubicBezTo>
                    <a:pt x="1114" y="1187"/>
                    <a:pt x="989" y="1127"/>
                    <a:pt x="909" y="1029"/>
                  </a:cubicBezTo>
                  <a:cubicBezTo>
                    <a:pt x="696" y="776"/>
                    <a:pt x="899" y="534"/>
                    <a:pt x="1085" y="339"/>
                  </a:cubicBezTo>
                  <a:cubicBezTo>
                    <a:pt x="1219" y="198"/>
                    <a:pt x="1085" y="1"/>
                    <a:pt x="93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9"/>
            <p:cNvSpPr/>
            <p:nvPr/>
          </p:nvSpPr>
          <p:spPr>
            <a:xfrm>
              <a:off x="7361850" y="1068363"/>
              <a:ext cx="51475" cy="81525"/>
            </a:xfrm>
            <a:custGeom>
              <a:rect b="b" l="l" r="r" t="t"/>
              <a:pathLst>
                <a:path extrusionOk="0" h="3261" w="2059">
                  <a:moveTo>
                    <a:pt x="897" y="360"/>
                  </a:moveTo>
                  <a:cubicBezTo>
                    <a:pt x="1094" y="360"/>
                    <a:pt x="1191" y="486"/>
                    <a:pt x="1190" y="737"/>
                  </a:cubicBezTo>
                  <a:cubicBezTo>
                    <a:pt x="1413" y="1010"/>
                    <a:pt x="1352" y="1172"/>
                    <a:pt x="1005" y="1219"/>
                  </a:cubicBezTo>
                  <a:cubicBezTo>
                    <a:pt x="861" y="1248"/>
                    <a:pt x="714" y="1267"/>
                    <a:pt x="565" y="1269"/>
                  </a:cubicBezTo>
                  <a:lnTo>
                    <a:pt x="565" y="1269"/>
                  </a:lnTo>
                  <a:cubicBezTo>
                    <a:pt x="559" y="977"/>
                    <a:pt x="550" y="685"/>
                    <a:pt x="538" y="393"/>
                  </a:cubicBezTo>
                  <a:lnTo>
                    <a:pt x="538" y="393"/>
                  </a:lnTo>
                  <a:cubicBezTo>
                    <a:pt x="616" y="383"/>
                    <a:pt x="694" y="377"/>
                    <a:pt x="774" y="373"/>
                  </a:cubicBezTo>
                  <a:cubicBezTo>
                    <a:pt x="818" y="364"/>
                    <a:pt x="859" y="360"/>
                    <a:pt x="897" y="360"/>
                  </a:cubicBezTo>
                  <a:close/>
                  <a:moveTo>
                    <a:pt x="621" y="1661"/>
                  </a:moveTo>
                  <a:cubicBezTo>
                    <a:pt x="1060" y="1661"/>
                    <a:pt x="2059" y="1866"/>
                    <a:pt x="1421" y="2440"/>
                  </a:cubicBezTo>
                  <a:cubicBezTo>
                    <a:pt x="1221" y="2619"/>
                    <a:pt x="875" y="2718"/>
                    <a:pt x="575" y="2800"/>
                  </a:cubicBezTo>
                  <a:lnTo>
                    <a:pt x="575" y="2800"/>
                  </a:lnTo>
                  <a:cubicBezTo>
                    <a:pt x="578" y="2421"/>
                    <a:pt x="577" y="2043"/>
                    <a:pt x="572" y="1665"/>
                  </a:cubicBezTo>
                  <a:lnTo>
                    <a:pt x="572" y="1665"/>
                  </a:lnTo>
                  <a:cubicBezTo>
                    <a:pt x="588" y="1663"/>
                    <a:pt x="604" y="1662"/>
                    <a:pt x="620" y="1661"/>
                  </a:cubicBezTo>
                  <a:lnTo>
                    <a:pt x="620" y="1661"/>
                  </a:lnTo>
                  <a:cubicBezTo>
                    <a:pt x="621" y="1661"/>
                    <a:pt x="621" y="1661"/>
                    <a:pt x="621" y="1661"/>
                  </a:cubicBezTo>
                  <a:close/>
                  <a:moveTo>
                    <a:pt x="757" y="0"/>
                  </a:moveTo>
                  <a:cubicBezTo>
                    <a:pt x="558" y="0"/>
                    <a:pt x="359" y="25"/>
                    <a:pt x="189" y="56"/>
                  </a:cubicBezTo>
                  <a:cubicBezTo>
                    <a:pt x="0" y="89"/>
                    <a:pt x="17" y="319"/>
                    <a:pt x="146" y="405"/>
                  </a:cubicBezTo>
                  <a:lnTo>
                    <a:pt x="146" y="405"/>
                  </a:lnTo>
                  <a:cubicBezTo>
                    <a:pt x="181" y="1291"/>
                    <a:pt x="194" y="2178"/>
                    <a:pt x="179" y="3063"/>
                  </a:cubicBezTo>
                  <a:cubicBezTo>
                    <a:pt x="178" y="3170"/>
                    <a:pt x="272" y="3260"/>
                    <a:pt x="375" y="3260"/>
                  </a:cubicBezTo>
                  <a:cubicBezTo>
                    <a:pt x="393" y="3260"/>
                    <a:pt x="411" y="3258"/>
                    <a:pt x="429" y="3252"/>
                  </a:cubicBezTo>
                  <a:cubicBezTo>
                    <a:pt x="960" y="3088"/>
                    <a:pt x="2042" y="2858"/>
                    <a:pt x="2020" y="2127"/>
                  </a:cubicBezTo>
                  <a:cubicBezTo>
                    <a:pt x="2009" y="1749"/>
                    <a:pt x="1794" y="1526"/>
                    <a:pt x="1509" y="1402"/>
                  </a:cubicBezTo>
                  <a:lnTo>
                    <a:pt x="1509" y="1402"/>
                  </a:lnTo>
                  <a:cubicBezTo>
                    <a:pt x="1736" y="1252"/>
                    <a:pt x="1881" y="1024"/>
                    <a:pt x="1820" y="684"/>
                  </a:cubicBezTo>
                  <a:cubicBezTo>
                    <a:pt x="1722" y="143"/>
                    <a:pt x="1238" y="0"/>
                    <a:pt x="75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8" name="Google Shape;4278;p59"/>
          <p:cNvGrpSpPr/>
          <p:nvPr/>
        </p:nvGrpSpPr>
        <p:grpSpPr>
          <a:xfrm>
            <a:off x="3277464" y="4081844"/>
            <a:ext cx="1071181" cy="648644"/>
            <a:chOff x="3277464" y="3929444"/>
            <a:chExt cx="1071181" cy="648644"/>
          </a:xfrm>
        </p:grpSpPr>
        <p:sp>
          <p:nvSpPr>
            <p:cNvPr id="4279" name="Google Shape;4279;p59"/>
            <p:cNvSpPr/>
            <p:nvPr/>
          </p:nvSpPr>
          <p:spPr>
            <a:xfrm rot="-6175966">
              <a:off x="3301900" y="4114378"/>
              <a:ext cx="218568" cy="195043"/>
            </a:xfrm>
            <a:custGeom>
              <a:rect b="b" l="l" r="r" t="t"/>
              <a:pathLst>
                <a:path extrusionOk="0" h="7802" w="8743">
                  <a:moveTo>
                    <a:pt x="6174" y="0"/>
                  </a:moveTo>
                  <a:cubicBezTo>
                    <a:pt x="6073" y="0"/>
                    <a:pt x="5971" y="22"/>
                    <a:pt x="5874" y="68"/>
                  </a:cubicBezTo>
                  <a:lnTo>
                    <a:pt x="365" y="3812"/>
                  </a:lnTo>
                  <a:lnTo>
                    <a:pt x="0" y="4844"/>
                  </a:lnTo>
                  <a:lnTo>
                    <a:pt x="8378" y="7801"/>
                  </a:lnTo>
                  <a:lnTo>
                    <a:pt x="8742" y="6770"/>
                  </a:lnTo>
                  <a:lnTo>
                    <a:pt x="6805" y="397"/>
                  </a:lnTo>
                  <a:cubicBezTo>
                    <a:pt x="6685" y="147"/>
                    <a:pt x="6434" y="0"/>
                    <a:pt x="6174" y="0"/>
                  </a:cubicBezTo>
                  <a:close/>
                </a:path>
              </a:pathLst>
            </a:custGeom>
            <a:solidFill>
              <a:srgbClr val="F550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9"/>
            <p:cNvSpPr/>
            <p:nvPr/>
          </p:nvSpPr>
          <p:spPr>
            <a:xfrm rot="-6175966">
              <a:off x="3318480" y="4127520"/>
              <a:ext cx="218543" cy="161019"/>
            </a:xfrm>
            <a:custGeom>
              <a:rect b="b" l="l" r="r" t="t"/>
              <a:pathLst>
                <a:path extrusionOk="0" h="6441" w="8742">
                  <a:moveTo>
                    <a:pt x="3970" y="1"/>
                  </a:moveTo>
                  <a:lnTo>
                    <a:pt x="363" y="2451"/>
                  </a:lnTo>
                  <a:lnTo>
                    <a:pt x="0" y="3483"/>
                  </a:lnTo>
                  <a:lnTo>
                    <a:pt x="8378" y="6440"/>
                  </a:lnTo>
                  <a:lnTo>
                    <a:pt x="8742" y="5409"/>
                  </a:lnTo>
                  <a:lnTo>
                    <a:pt x="7477" y="1252"/>
                  </a:lnTo>
                  <a:lnTo>
                    <a:pt x="4188" y="92"/>
                  </a:lnTo>
                  <a:cubicBezTo>
                    <a:pt x="4114" y="65"/>
                    <a:pt x="4041" y="32"/>
                    <a:pt x="3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9"/>
            <p:cNvSpPr/>
            <p:nvPr/>
          </p:nvSpPr>
          <p:spPr>
            <a:xfrm rot="-6175966">
              <a:off x="3296551" y="4160795"/>
              <a:ext cx="87722" cy="65348"/>
            </a:xfrm>
            <a:custGeom>
              <a:rect b="b" l="l" r="r" t="t"/>
              <a:pathLst>
                <a:path extrusionOk="0" h="2614" w="3509">
                  <a:moveTo>
                    <a:pt x="2205" y="0"/>
                  </a:moveTo>
                  <a:cubicBezTo>
                    <a:pt x="2104" y="0"/>
                    <a:pt x="2002" y="22"/>
                    <a:pt x="1905" y="68"/>
                  </a:cubicBezTo>
                  <a:lnTo>
                    <a:pt x="1" y="1362"/>
                  </a:lnTo>
                  <a:cubicBezTo>
                    <a:pt x="75" y="1393"/>
                    <a:pt x="146" y="1426"/>
                    <a:pt x="221" y="1453"/>
                  </a:cubicBezTo>
                  <a:lnTo>
                    <a:pt x="3509" y="2613"/>
                  </a:lnTo>
                  <a:lnTo>
                    <a:pt x="2836" y="397"/>
                  </a:lnTo>
                  <a:cubicBezTo>
                    <a:pt x="2716" y="147"/>
                    <a:pt x="2465" y="0"/>
                    <a:pt x="2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9"/>
            <p:cNvSpPr/>
            <p:nvPr/>
          </p:nvSpPr>
          <p:spPr>
            <a:xfrm rot="-6175966">
              <a:off x="4085719" y="4175879"/>
              <a:ext cx="251716" cy="223467"/>
            </a:xfrm>
            <a:custGeom>
              <a:rect b="b" l="l" r="r" t="t"/>
              <a:pathLst>
                <a:path extrusionOk="0" h="8939" w="10069">
                  <a:moveTo>
                    <a:pt x="5034" y="1"/>
                  </a:moveTo>
                  <a:cubicBezTo>
                    <a:pt x="3193" y="1"/>
                    <a:pt x="1470" y="1148"/>
                    <a:pt x="823" y="2983"/>
                  </a:cubicBezTo>
                  <a:cubicBezTo>
                    <a:pt x="1" y="5309"/>
                    <a:pt x="1220" y="7861"/>
                    <a:pt x="3547" y="8683"/>
                  </a:cubicBezTo>
                  <a:cubicBezTo>
                    <a:pt x="4039" y="8856"/>
                    <a:pt x="4541" y="8939"/>
                    <a:pt x="5035" y="8939"/>
                  </a:cubicBezTo>
                  <a:cubicBezTo>
                    <a:pt x="6876" y="8939"/>
                    <a:pt x="8599" y="7792"/>
                    <a:pt x="9247" y="5956"/>
                  </a:cubicBezTo>
                  <a:cubicBezTo>
                    <a:pt x="10068" y="3629"/>
                    <a:pt x="8848" y="1078"/>
                    <a:pt x="6521" y="257"/>
                  </a:cubicBezTo>
                  <a:cubicBezTo>
                    <a:pt x="6029" y="83"/>
                    <a:pt x="5527" y="1"/>
                    <a:pt x="5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9"/>
            <p:cNvSpPr/>
            <p:nvPr/>
          </p:nvSpPr>
          <p:spPr>
            <a:xfrm rot="-6175966">
              <a:off x="4226184" y="4292715"/>
              <a:ext cx="81822" cy="71298"/>
            </a:xfrm>
            <a:custGeom>
              <a:rect b="b" l="l" r="r" t="t"/>
              <a:pathLst>
                <a:path extrusionOk="0" h="2852" w="3273">
                  <a:moveTo>
                    <a:pt x="777" y="0"/>
                  </a:moveTo>
                  <a:cubicBezTo>
                    <a:pt x="703" y="0"/>
                    <a:pt x="621" y="39"/>
                    <a:pt x="522" y="129"/>
                  </a:cubicBezTo>
                  <a:cubicBezTo>
                    <a:pt x="1" y="605"/>
                    <a:pt x="78" y="1536"/>
                    <a:pt x="694" y="2214"/>
                  </a:cubicBezTo>
                  <a:cubicBezTo>
                    <a:pt x="1071" y="2629"/>
                    <a:pt x="1564" y="2851"/>
                    <a:pt x="2009" y="2851"/>
                  </a:cubicBezTo>
                  <a:cubicBezTo>
                    <a:pt x="2289" y="2851"/>
                    <a:pt x="2550" y="2763"/>
                    <a:pt x="2751" y="2581"/>
                  </a:cubicBezTo>
                  <a:cubicBezTo>
                    <a:pt x="3273" y="2105"/>
                    <a:pt x="2351" y="1942"/>
                    <a:pt x="1735" y="1266"/>
                  </a:cubicBezTo>
                  <a:cubicBezTo>
                    <a:pt x="1236" y="717"/>
                    <a:pt x="1091" y="0"/>
                    <a:pt x="777"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9"/>
            <p:cNvSpPr/>
            <p:nvPr/>
          </p:nvSpPr>
          <p:spPr>
            <a:xfrm rot="-6175966">
              <a:off x="4275477" y="4267379"/>
              <a:ext cx="14999" cy="13325"/>
            </a:xfrm>
            <a:custGeom>
              <a:rect b="b" l="l" r="r" t="t"/>
              <a:pathLst>
                <a:path extrusionOk="0" h="533" w="600">
                  <a:moveTo>
                    <a:pt x="298" y="1"/>
                  </a:moveTo>
                  <a:cubicBezTo>
                    <a:pt x="188" y="1"/>
                    <a:pt x="86" y="68"/>
                    <a:pt x="49" y="177"/>
                  </a:cubicBezTo>
                  <a:cubicBezTo>
                    <a:pt x="1" y="316"/>
                    <a:pt x="73" y="469"/>
                    <a:pt x="211" y="517"/>
                  </a:cubicBezTo>
                  <a:cubicBezTo>
                    <a:pt x="240" y="528"/>
                    <a:pt x="271" y="533"/>
                    <a:pt x="300" y="533"/>
                  </a:cubicBezTo>
                  <a:cubicBezTo>
                    <a:pt x="410" y="533"/>
                    <a:pt x="512" y="465"/>
                    <a:pt x="551" y="354"/>
                  </a:cubicBezTo>
                  <a:cubicBezTo>
                    <a:pt x="599" y="216"/>
                    <a:pt x="528" y="63"/>
                    <a:pt x="388" y="16"/>
                  </a:cubicBezTo>
                  <a:cubicBezTo>
                    <a:pt x="358" y="5"/>
                    <a:pt x="328" y="1"/>
                    <a:pt x="298"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9"/>
            <p:cNvSpPr/>
            <p:nvPr/>
          </p:nvSpPr>
          <p:spPr>
            <a:xfrm rot="-6175966">
              <a:off x="3603229" y="3854622"/>
              <a:ext cx="468384" cy="780923"/>
            </a:xfrm>
            <a:custGeom>
              <a:rect b="b" l="l" r="r" t="t"/>
              <a:pathLst>
                <a:path extrusionOk="0" h="31238" w="18736">
                  <a:moveTo>
                    <a:pt x="9931" y="0"/>
                  </a:moveTo>
                  <a:lnTo>
                    <a:pt x="0" y="28129"/>
                  </a:lnTo>
                  <a:lnTo>
                    <a:pt x="8805" y="31237"/>
                  </a:lnTo>
                  <a:lnTo>
                    <a:pt x="18735" y="3108"/>
                  </a:lnTo>
                  <a:lnTo>
                    <a:pt x="993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9"/>
            <p:cNvSpPr/>
            <p:nvPr/>
          </p:nvSpPr>
          <p:spPr>
            <a:xfrm rot="-6175966">
              <a:off x="3683024" y="3882768"/>
              <a:ext cx="308789" cy="724625"/>
            </a:xfrm>
            <a:custGeom>
              <a:rect b="b" l="l" r="r" t="t"/>
              <a:pathLst>
                <a:path extrusionOk="0" h="28986" w="12352">
                  <a:moveTo>
                    <a:pt x="9931" y="0"/>
                  </a:moveTo>
                  <a:lnTo>
                    <a:pt x="0" y="28131"/>
                  </a:lnTo>
                  <a:lnTo>
                    <a:pt x="2421" y="28985"/>
                  </a:lnTo>
                  <a:lnTo>
                    <a:pt x="12351" y="855"/>
                  </a:lnTo>
                  <a:lnTo>
                    <a:pt x="993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9"/>
            <p:cNvSpPr/>
            <p:nvPr/>
          </p:nvSpPr>
          <p:spPr>
            <a:xfrm rot="-6175966">
              <a:off x="3297799" y="4136314"/>
              <a:ext cx="226867" cy="168794"/>
            </a:xfrm>
            <a:custGeom>
              <a:rect b="b" l="l" r="r" t="t"/>
              <a:pathLst>
                <a:path extrusionOk="0" h="6752" w="9075">
                  <a:moveTo>
                    <a:pt x="4158" y="333"/>
                  </a:moveTo>
                  <a:cubicBezTo>
                    <a:pt x="4208" y="355"/>
                    <a:pt x="4258" y="376"/>
                    <a:pt x="4311" y="393"/>
                  </a:cubicBezTo>
                  <a:lnTo>
                    <a:pt x="7526" y="1528"/>
                  </a:lnTo>
                  <a:lnTo>
                    <a:pt x="8752" y="5560"/>
                  </a:lnTo>
                  <a:lnTo>
                    <a:pt x="8458" y="6399"/>
                  </a:lnTo>
                  <a:lnTo>
                    <a:pt x="372" y="3544"/>
                  </a:lnTo>
                  <a:lnTo>
                    <a:pt x="668" y="2707"/>
                  </a:lnTo>
                  <a:lnTo>
                    <a:pt x="4158" y="333"/>
                  </a:lnTo>
                  <a:close/>
                  <a:moveTo>
                    <a:pt x="4145" y="0"/>
                  </a:moveTo>
                  <a:cubicBezTo>
                    <a:pt x="4115" y="0"/>
                    <a:pt x="4084" y="9"/>
                    <a:pt x="4058" y="28"/>
                  </a:cubicBezTo>
                  <a:lnTo>
                    <a:pt x="453" y="2478"/>
                  </a:lnTo>
                  <a:cubicBezTo>
                    <a:pt x="426" y="2497"/>
                    <a:pt x="405" y="2524"/>
                    <a:pt x="393" y="2554"/>
                  </a:cubicBezTo>
                  <a:lnTo>
                    <a:pt x="29" y="3587"/>
                  </a:lnTo>
                  <a:cubicBezTo>
                    <a:pt x="0" y="3667"/>
                    <a:pt x="43" y="3757"/>
                    <a:pt x="125" y="3786"/>
                  </a:cubicBezTo>
                  <a:lnTo>
                    <a:pt x="8500" y="6743"/>
                  </a:lnTo>
                  <a:cubicBezTo>
                    <a:pt x="8519" y="6749"/>
                    <a:pt x="8535" y="6752"/>
                    <a:pt x="8552" y="6752"/>
                  </a:cubicBezTo>
                  <a:cubicBezTo>
                    <a:pt x="8573" y="6752"/>
                    <a:pt x="8598" y="6746"/>
                    <a:pt x="8622" y="6733"/>
                  </a:cubicBezTo>
                  <a:cubicBezTo>
                    <a:pt x="8658" y="6716"/>
                    <a:pt x="8686" y="6686"/>
                    <a:pt x="8700" y="6646"/>
                  </a:cubicBezTo>
                  <a:lnTo>
                    <a:pt x="9065" y="5614"/>
                  </a:lnTo>
                  <a:cubicBezTo>
                    <a:pt x="9075" y="5583"/>
                    <a:pt x="9075" y="5550"/>
                    <a:pt x="9066" y="5517"/>
                  </a:cubicBezTo>
                  <a:lnTo>
                    <a:pt x="7802" y="1361"/>
                  </a:lnTo>
                  <a:cubicBezTo>
                    <a:pt x="7787" y="1314"/>
                    <a:pt x="7752" y="1275"/>
                    <a:pt x="7706" y="1259"/>
                  </a:cubicBezTo>
                  <a:lnTo>
                    <a:pt x="4417" y="99"/>
                  </a:lnTo>
                  <a:cubicBezTo>
                    <a:pt x="4344" y="73"/>
                    <a:pt x="4277" y="43"/>
                    <a:pt x="4208" y="13"/>
                  </a:cubicBezTo>
                  <a:cubicBezTo>
                    <a:pt x="4188" y="5"/>
                    <a:pt x="4167" y="0"/>
                    <a:pt x="414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9"/>
            <p:cNvSpPr/>
            <p:nvPr/>
          </p:nvSpPr>
          <p:spPr>
            <a:xfrm rot="-6175966">
              <a:off x="3275869" y="4169209"/>
              <a:ext cx="95897" cy="73097"/>
            </a:xfrm>
            <a:custGeom>
              <a:rect b="b" l="l" r="r" t="t"/>
              <a:pathLst>
                <a:path extrusionOk="0" h="2924" w="3836">
                  <a:moveTo>
                    <a:pt x="2363" y="310"/>
                  </a:moveTo>
                  <a:cubicBezTo>
                    <a:pt x="2424" y="310"/>
                    <a:pt x="2486" y="320"/>
                    <a:pt x="2545" y="340"/>
                  </a:cubicBezTo>
                  <a:cubicBezTo>
                    <a:pt x="2681" y="389"/>
                    <a:pt x="2792" y="488"/>
                    <a:pt x="2845" y="596"/>
                  </a:cubicBezTo>
                  <a:lnTo>
                    <a:pt x="3430" y="2518"/>
                  </a:lnTo>
                  <a:lnTo>
                    <a:pt x="3430" y="2518"/>
                  </a:lnTo>
                  <a:lnTo>
                    <a:pt x="488" y="1481"/>
                  </a:lnTo>
                  <a:lnTo>
                    <a:pt x="2131" y="362"/>
                  </a:lnTo>
                  <a:cubicBezTo>
                    <a:pt x="2205" y="327"/>
                    <a:pt x="2284" y="310"/>
                    <a:pt x="2363" y="310"/>
                  </a:cubicBezTo>
                  <a:close/>
                  <a:moveTo>
                    <a:pt x="2373" y="1"/>
                  </a:moveTo>
                  <a:cubicBezTo>
                    <a:pt x="2242" y="1"/>
                    <a:pt x="2108" y="31"/>
                    <a:pt x="1978" y="95"/>
                  </a:cubicBezTo>
                  <a:lnTo>
                    <a:pt x="73" y="1388"/>
                  </a:lnTo>
                  <a:cubicBezTo>
                    <a:pt x="28" y="1419"/>
                    <a:pt x="0" y="1475"/>
                    <a:pt x="6" y="1531"/>
                  </a:cubicBezTo>
                  <a:cubicBezTo>
                    <a:pt x="12" y="1588"/>
                    <a:pt x="45" y="1635"/>
                    <a:pt x="98" y="1659"/>
                  </a:cubicBezTo>
                  <a:cubicBezTo>
                    <a:pt x="172" y="1693"/>
                    <a:pt x="249" y="1725"/>
                    <a:pt x="328" y="1753"/>
                  </a:cubicBezTo>
                  <a:lnTo>
                    <a:pt x="3615" y="2915"/>
                  </a:lnTo>
                  <a:cubicBezTo>
                    <a:pt x="3634" y="2919"/>
                    <a:pt x="3650" y="2924"/>
                    <a:pt x="3667" y="2924"/>
                  </a:cubicBezTo>
                  <a:cubicBezTo>
                    <a:pt x="3707" y="2924"/>
                    <a:pt x="3744" y="2908"/>
                    <a:pt x="3777" y="2879"/>
                  </a:cubicBezTo>
                  <a:cubicBezTo>
                    <a:pt x="3820" y="2839"/>
                    <a:pt x="3835" y="2777"/>
                    <a:pt x="3817" y="2722"/>
                  </a:cubicBezTo>
                  <a:lnTo>
                    <a:pt x="3135" y="483"/>
                  </a:lnTo>
                  <a:cubicBezTo>
                    <a:pt x="3037" y="278"/>
                    <a:pt x="2865" y="125"/>
                    <a:pt x="2649" y="47"/>
                  </a:cubicBezTo>
                  <a:cubicBezTo>
                    <a:pt x="2560" y="16"/>
                    <a:pt x="2467" y="1"/>
                    <a:pt x="2373"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9"/>
            <p:cNvSpPr/>
            <p:nvPr/>
          </p:nvSpPr>
          <p:spPr>
            <a:xfrm rot="-6175966">
              <a:off x="4113751" y="4223373"/>
              <a:ext cx="239867" cy="156695"/>
            </a:xfrm>
            <a:custGeom>
              <a:rect b="b" l="l" r="r" t="t"/>
              <a:pathLst>
                <a:path extrusionOk="0" h="6268" w="9595">
                  <a:moveTo>
                    <a:pt x="996" y="0"/>
                  </a:moveTo>
                  <a:cubicBezTo>
                    <a:pt x="932" y="0"/>
                    <a:pt x="872" y="40"/>
                    <a:pt x="849" y="103"/>
                  </a:cubicBezTo>
                  <a:cubicBezTo>
                    <a:pt x="0" y="2507"/>
                    <a:pt x="1265" y="5153"/>
                    <a:pt x="3670" y="6000"/>
                  </a:cubicBezTo>
                  <a:cubicBezTo>
                    <a:pt x="4173" y="6179"/>
                    <a:pt x="4694" y="6267"/>
                    <a:pt x="5213" y="6267"/>
                  </a:cubicBezTo>
                  <a:cubicBezTo>
                    <a:pt x="5893" y="6267"/>
                    <a:pt x="6570" y="6114"/>
                    <a:pt x="7202" y="5813"/>
                  </a:cubicBezTo>
                  <a:cubicBezTo>
                    <a:pt x="8316" y="5281"/>
                    <a:pt x="9156" y="4347"/>
                    <a:pt x="9566" y="3182"/>
                  </a:cubicBezTo>
                  <a:cubicBezTo>
                    <a:pt x="9595" y="3102"/>
                    <a:pt x="9552" y="3012"/>
                    <a:pt x="9472" y="2984"/>
                  </a:cubicBezTo>
                  <a:cubicBezTo>
                    <a:pt x="9455" y="2978"/>
                    <a:pt x="9438" y="2975"/>
                    <a:pt x="9421" y="2975"/>
                  </a:cubicBezTo>
                  <a:cubicBezTo>
                    <a:pt x="9357" y="2975"/>
                    <a:pt x="9296" y="3015"/>
                    <a:pt x="9274" y="3078"/>
                  </a:cubicBezTo>
                  <a:cubicBezTo>
                    <a:pt x="8889" y="4164"/>
                    <a:pt x="8108" y="5036"/>
                    <a:pt x="7067" y="5533"/>
                  </a:cubicBezTo>
                  <a:cubicBezTo>
                    <a:pt x="6479" y="5814"/>
                    <a:pt x="5847" y="5956"/>
                    <a:pt x="5212" y="5956"/>
                  </a:cubicBezTo>
                  <a:cubicBezTo>
                    <a:pt x="4728" y="5956"/>
                    <a:pt x="4242" y="5874"/>
                    <a:pt x="3773" y="5707"/>
                  </a:cubicBezTo>
                  <a:cubicBezTo>
                    <a:pt x="1529" y="4917"/>
                    <a:pt x="350" y="2448"/>
                    <a:pt x="1142" y="206"/>
                  </a:cubicBezTo>
                  <a:cubicBezTo>
                    <a:pt x="1171" y="126"/>
                    <a:pt x="1128" y="38"/>
                    <a:pt x="1048" y="9"/>
                  </a:cubicBezTo>
                  <a:cubicBezTo>
                    <a:pt x="1031" y="3"/>
                    <a:pt x="1013" y="0"/>
                    <a:pt x="99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9"/>
            <p:cNvSpPr/>
            <p:nvPr/>
          </p:nvSpPr>
          <p:spPr>
            <a:xfrm rot="-6175966">
              <a:off x="3582456" y="3863219"/>
              <a:ext cx="476709" cy="788623"/>
            </a:xfrm>
            <a:custGeom>
              <a:rect b="b" l="l" r="r" t="t"/>
              <a:pathLst>
                <a:path extrusionOk="0" h="31546" w="19069">
                  <a:moveTo>
                    <a:pt x="10199" y="354"/>
                  </a:moveTo>
                  <a:lnTo>
                    <a:pt x="18711" y="3359"/>
                  </a:lnTo>
                  <a:lnTo>
                    <a:pt x="8883" y="31194"/>
                  </a:lnTo>
                  <a:lnTo>
                    <a:pt x="373" y="28191"/>
                  </a:lnTo>
                  <a:lnTo>
                    <a:pt x="10199" y="354"/>
                  </a:lnTo>
                  <a:close/>
                  <a:moveTo>
                    <a:pt x="10105" y="0"/>
                  </a:moveTo>
                  <a:cubicBezTo>
                    <a:pt x="10082" y="0"/>
                    <a:pt x="10059" y="5"/>
                    <a:pt x="10038" y="16"/>
                  </a:cubicBezTo>
                  <a:cubicBezTo>
                    <a:pt x="10002" y="33"/>
                    <a:pt x="9974" y="64"/>
                    <a:pt x="9959" y="103"/>
                  </a:cubicBezTo>
                  <a:lnTo>
                    <a:pt x="29" y="28231"/>
                  </a:lnTo>
                  <a:cubicBezTo>
                    <a:pt x="0" y="28312"/>
                    <a:pt x="43" y="28401"/>
                    <a:pt x="123" y="28429"/>
                  </a:cubicBezTo>
                  <a:lnTo>
                    <a:pt x="8926" y="31537"/>
                  </a:lnTo>
                  <a:cubicBezTo>
                    <a:pt x="8945" y="31543"/>
                    <a:pt x="8961" y="31546"/>
                    <a:pt x="8978" y="31546"/>
                  </a:cubicBezTo>
                  <a:cubicBezTo>
                    <a:pt x="9041" y="31546"/>
                    <a:pt x="9102" y="31507"/>
                    <a:pt x="9125" y="31441"/>
                  </a:cubicBezTo>
                  <a:lnTo>
                    <a:pt x="19055" y="3312"/>
                  </a:lnTo>
                  <a:cubicBezTo>
                    <a:pt x="19068" y="3275"/>
                    <a:pt x="19065" y="3232"/>
                    <a:pt x="19048" y="3195"/>
                  </a:cubicBezTo>
                  <a:cubicBezTo>
                    <a:pt x="19030" y="3159"/>
                    <a:pt x="19000" y="3131"/>
                    <a:pt x="18961" y="3116"/>
                  </a:cubicBezTo>
                  <a:lnTo>
                    <a:pt x="10157" y="9"/>
                  </a:lnTo>
                  <a:cubicBezTo>
                    <a:pt x="10140" y="3"/>
                    <a:pt x="10122" y="0"/>
                    <a:pt x="1010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9"/>
            <p:cNvSpPr/>
            <p:nvPr/>
          </p:nvSpPr>
          <p:spPr>
            <a:xfrm rot="-6175966">
              <a:off x="3662452" y="3891156"/>
              <a:ext cx="316739" cy="732300"/>
            </a:xfrm>
            <a:custGeom>
              <a:rect b="b" l="l" r="r" t="t"/>
              <a:pathLst>
                <a:path extrusionOk="0" h="29293" w="12670">
                  <a:moveTo>
                    <a:pt x="10182" y="350"/>
                  </a:moveTo>
                  <a:lnTo>
                    <a:pt x="12311" y="1102"/>
                  </a:lnTo>
                  <a:lnTo>
                    <a:pt x="2483" y="28937"/>
                  </a:lnTo>
                  <a:lnTo>
                    <a:pt x="354" y="28186"/>
                  </a:lnTo>
                  <a:lnTo>
                    <a:pt x="10182" y="350"/>
                  </a:lnTo>
                  <a:close/>
                  <a:moveTo>
                    <a:pt x="10088" y="0"/>
                  </a:moveTo>
                  <a:cubicBezTo>
                    <a:pt x="10065" y="0"/>
                    <a:pt x="10042" y="5"/>
                    <a:pt x="10020" y="16"/>
                  </a:cubicBezTo>
                  <a:cubicBezTo>
                    <a:pt x="9985" y="33"/>
                    <a:pt x="9956" y="64"/>
                    <a:pt x="9942" y="103"/>
                  </a:cubicBezTo>
                  <a:lnTo>
                    <a:pt x="12" y="28231"/>
                  </a:lnTo>
                  <a:cubicBezTo>
                    <a:pt x="0" y="28271"/>
                    <a:pt x="2" y="28314"/>
                    <a:pt x="19" y="28351"/>
                  </a:cubicBezTo>
                  <a:cubicBezTo>
                    <a:pt x="37" y="28386"/>
                    <a:pt x="67" y="28415"/>
                    <a:pt x="107" y="28429"/>
                  </a:cubicBezTo>
                  <a:lnTo>
                    <a:pt x="2526" y="29284"/>
                  </a:lnTo>
                  <a:cubicBezTo>
                    <a:pt x="2545" y="29288"/>
                    <a:pt x="2561" y="29292"/>
                    <a:pt x="2579" y="29292"/>
                  </a:cubicBezTo>
                  <a:cubicBezTo>
                    <a:pt x="2643" y="29292"/>
                    <a:pt x="2702" y="29251"/>
                    <a:pt x="2726" y="29188"/>
                  </a:cubicBezTo>
                  <a:lnTo>
                    <a:pt x="12657" y="1060"/>
                  </a:lnTo>
                  <a:cubicBezTo>
                    <a:pt x="12670" y="1023"/>
                    <a:pt x="12668" y="980"/>
                    <a:pt x="12650" y="943"/>
                  </a:cubicBezTo>
                  <a:cubicBezTo>
                    <a:pt x="12632" y="907"/>
                    <a:pt x="12602" y="879"/>
                    <a:pt x="12562" y="864"/>
                  </a:cubicBezTo>
                  <a:lnTo>
                    <a:pt x="10141" y="8"/>
                  </a:lnTo>
                  <a:cubicBezTo>
                    <a:pt x="10123" y="3"/>
                    <a:pt x="10105" y="0"/>
                    <a:pt x="1008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2" name="Google Shape;4292;p59"/>
          <p:cNvGrpSpPr/>
          <p:nvPr/>
        </p:nvGrpSpPr>
        <p:grpSpPr>
          <a:xfrm>
            <a:off x="1877987" y="4271668"/>
            <a:ext cx="1306724" cy="441808"/>
            <a:chOff x="1877987" y="4271668"/>
            <a:chExt cx="1306724" cy="441808"/>
          </a:xfrm>
        </p:grpSpPr>
        <p:sp>
          <p:nvSpPr>
            <p:cNvPr id="4293" name="Google Shape;4293;p59"/>
            <p:cNvSpPr/>
            <p:nvPr/>
          </p:nvSpPr>
          <p:spPr>
            <a:xfrm rot="2730142">
              <a:off x="2188555" y="4292653"/>
              <a:ext cx="23176" cy="30576"/>
            </a:xfrm>
            <a:custGeom>
              <a:rect b="b" l="l" r="r" t="t"/>
              <a:pathLst>
                <a:path extrusionOk="0" h="1223" w="927">
                  <a:moveTo>
                    <a:pt x="672" y="0"/>
                  </a:moveTo>
                  <a:cubicBezTo>
                    <a:pt x="596" y="0"/>
                    <a:pt x="521" y="40"/>
                    <a:pt x="481" y="111"/>
                  </a:cubicBezTo>
                  <a:cubicBezTo>
                    <a:pt x="332" y="370"/>
                    <a:pt x="191" y="633"/>
                    <a:pt x="56" y="901"/>
                  </a:cubicBezTo>
                  <a:cubicBezTo>
                    <a:pt x="1" y="1008"/>
                    <a:pt x="43" y="1142"/>
                    <a:pt x="154" y="1198"/>
                  </a:cubicBezTo>
                  <a:cubicBezTo>
                    <a:pt x="185" y="1214"/>
                    <a:pt x="220" y="1223"/>
                    <a:pt x="254" y="1223"/>
                  </a:cubicBezTo>
                  <a:cubicBezTo>
                    <a:pt x="334" y="1223"/>
                    <a:pt x="412" y="1179"/>
                    <a:pt x="451" y="1102"/>
                  </a:cubicBezTo>
                  <a:cubicBezTo>
                    <a:pt x="582" y="844"/>
                    <a:pt x="722" y="586"/>
                    <a:pt x="866" y="333"/>
                  </a:cubicBezTo>
                  <a:cubicBezTo>
                    <a:pt x="927" y="224"/>
                    <a:pt x="888" y="90"/>
                    <a:pt x="782" y="30"/>
                  </a:cubicBezTo>
                  <a:cubicBezTo>
                    <a:pt x="748" y="10"/>
                    <a:pt x="710" y="0"/>
                    <a:pt x="67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9"/>
            <p:cNvSpPr/>
            <p:nvPr/>
          </p:nvSpPr>
          <p:spPr>
            <a:xfrm rot="2730142">
              <a:off x="2128296" y="4315339"/>
              <a:ext cx="19726" cy="32001"/>
            </a:xfrm>
            <a:custGeom>
              <a:rect b="b" l="l" r="r" t="t"/>
              <a:pathLst>
                <a:path extrusionOk="0" h="1280" w="789">
                  <a:moveTo>
                    <a:pt x="540" y="1"/>
                  </a:moveTo>
                  <a:cubicBezTo>
                    <a:pt x="451" y="1"/>
                    <a:pt x="366" y="55"/>
                    <a:pt x="332" y="144"/>
                  </a:cubicBezTo>
                  <a:cubicBezTo>
                    <a:pt x="226" y="423"/>
                    <a:pt x="128" y="706"/>
                    <a:pt x="37" y="991"/>
                  </a:cubicBezTo>
                  <a:cubicBezTo>
                    <a:pt x="0" y="1108"/>
                    <a:pt x="64" y="1232"/>
                    <a:pt x="180" y="1270"/>
                  </a:cubicBezTo>
                  <a:cubicBezTo>
                    <a:pt x="202" y="1277"/>
                    <a:pt x="226" y="1280"/>
                    <a:pt x="249" y="1280"/>
                  </a:cubicBezTo>
                  <a:cubicBezTo>
                    <a:pt x="342" y="1280"/>
                    <a:pt x="429" y="1220"/>
                    <a:pt x="458" y="1125"/>
                  </a:cubicBezTo>
                  <a:cubicBezTo>
                    <a:pt x="548" y="849"/>
                    <a:pt x="643" y="575"/>
                    <a:pt x="746" y="301"/>
                  </a:cubicBezTo>
                  <a:cubicBezTo>
                    <a:pt x="789" y="187"/>
                    <a:pt x="732" y="59"/>
                    <a:pt x="617" y="15"/>
                  </a:cubicBezTo>
                  <a:cubicBezTo>
                    <a:pt x="592" y="5"/>
                    <a:pt x="566" y="1"/>
                    <a:pt x="5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9"/>
            <p:cNvSpPr/>
            <p:nvPr/>
          </p:nvSpPr>
          <p:spPr>
            <a:xfrm rot="2730142">
              <a:off x="2674568" y="4582991"/>
              <a:ext cx="24426" cy="29776"/>
            </a:xfrm>
            <a:custGeom>
              <a:rect b="b" l="l" r="r" t="t"/>
              <a:pathLst>
                <a:path extrusionOk="0" h="1191" w="977">
                  <a:moveTo>
                    <a:pt x="250" y="0"/>
                  </a:moveTo>
                  <a:cubicBezTo>
                    <a:pt x="205" y="0"/>
                    <a:pt x="160" y="14"/>
                    <a:pt x="121" y="42"/>
                  </a:cubicBezTo>
                  <a:cubicBezTo>
                    <a:pt x="22" y="113"/>
                    <a:pt x="0" y="253"/>
                    <a:pt x="71" y="350"/>
                  </a:cubicBezTo>
                  <a:cubicBezTo>
                    <a:pt x="242" y="584"/>
                    <a:pt x="395" y="827"/>
                    <a:pt x="528" y="1073"/>
                  </a:cubicBezTo>
                  <a:cubicBezTo>
                    <a:pt x="568" y="1148"/>
                    <a:pt x="644" y="1190"/>
                    <a:pt x="724" y="1190"/>
                  </a:cubicBezTo>
                  <a:cubicBezTo>
                    <a:pt x="759" y="1190"/>
                    <a:pt x="795" y="1182"/>
                    <a:pt x="829" y="1164"/>
                  </a:cubicBezTo>
                  <a:cubicBezTo>
                    <a:pt x="936" y="1105"/>
                    <a:pt x="976" y="972"/>
                    <a:pt x="918" y="864"/>
                  </a:cubicBezTo>
                  <a:cubicBezTo>
                    <a:pt x="776" y="599"/>
                    <a:pt x="610" y="341"/>
                    <a:pt x="430" y="91"/>
                  </a:cubicBezTo>
                  <a:cubicBezTo>
                    <a:pt x="386" y="32"/>
                    <a:pt x="319" y="0"/>
                    <a:pt x="250"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9"/>
            <p:cNvSpPr/>
            <p:nvPr/>
          </p:nvSpPr>
          <p:spPr>
            <a:xfrm rot="2730142">
              <a:off x="2674121" y="4520037"/>
              <a:ext cx="30476" cy="24026"/>
            </a:xfrm>
            <a:custGeom>
              <a:rect b="b" l="l" r="r" t="t"/>
              <a:pathLst>
                <a:path extrusionOk="0" h="961" w="1219">
                  <a:moveTo>
                    <a:pt x="255" y="0"/>
                  </a:moveTo>
                  <a:cubicBezTo>
                    <a:pt x="181" y="0"/>
                    <a:pt x="109" y="37"/>
                    <a:pt x="67" y="103"/>
                  </a:cubicBezTo>
                  <a:cubicBezTo>
                    <a:pt x="0" y="207"/>
                    <a:pt x="33" y="343"/>
                    <a:pt x="135" y="408"/>
                  </a:cubicBezTo>
                  <a:cubicBezTo>
                    <a:pt x="373" y="557"/>
                    <a:pt x="607" y="727"/>
                    <a:pt x="830" y="910"/>
                  </a:cubicBezTo>
                  <a:cubicBezTo>
                    <a:pt x="871" y="945"/>
                    <a:pt x="921" y="961"/>
                    <a:pt x="970" y="961"/>
                  </a:cubicBezTo>
                  <a:cubicBezTo>
                    <a:pt x="1034" y="961"/>
                    <a:pt x="1098" y="934"/>
                    <a:pt x="1140" y="882"/>
                  </a:cubicBezTo>
                  <a:cubicBezTo>
                    <a:pt x="1218" y="788"/>
                    <a:pt x="1204" y="648"/>
                    <a:pt x="1111" y="570"/>
                  </a:cubicBezTo>
                  <a:cubicBezTo>
                    <a:pt x="874" y="374"/>
                    <a:pt x="626" y="195"/>
                    <a:pt x="372" y="34"/>
                  </a:cubicBezTo>
                  <a:cubicBezTo>
                    <a:pt x="335" y="11"/>
                    <a:pt x="295" y="0"/>
                    <a:pt x="255"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9"/>
            <p:cNvSpPr/>
            <p:nvPr/>
          </p:nvSpPr>
          <p:spPr>
            <a:xfrm rot="2730142">
              <a:off x="2526756" y="4678316"/>
              <a:ext cx="29201" cy="14175"/>
            </a:xfrm>
            <a:custGeom>
              <a:rect b="b" l="l" r="r" t="t"/>
              <a:pathLst>
                <a:path extrusionOk="0" h="567" w="1168">
                  <a:moveTo>
                    <a:pt x="1016" y="0"/>
                  </a:moveTo>
                  <a:cubicBezTo>
                    <a:pt x="785" y="84"/>
                    <a:pt x="544" y="125"/>
                    <a:pt x="300" y="125"/>
                  </a:cubicBezTo>
                  <a:lnTo>
                    <a:pt x="233" y="124"/>
                  </a:lnTo>
                  <a:cubicBezTo>
                    <a:pt x="231" y="124"/>
                    <a:pt x="230" y="124"/>
                    <a:pt x="228" y="124"/>
                  </a:cubicBezTo>
                  <a:cubicBezTo>
                    <a:pt x="110" y="124"/>
                    <a:pt x="8" y="218"/>
                    <a:pt x="5" y="336"/>
                  </a:cubicBezTo>
                  <a:cubicBezTo>
                    <a:pt x="1" y="458"/>
                    <a:pt x="97" y="561"/>
                    <a:pt x="218" y="565"/>
                  </a:cubicBezTo>
                  <a:lnTo>
                    <a:pt x="300" y="566"/>
                  </a:lnTo>
                  <a:cubicBezTo>
                    <a:pt x="591" y="566"/>
                    <a:pt x="880" y="517"/>
                    <a:pt x="1163" y="419"/>
                  </a:cubicBezTo>
                  <a:cubicBezTo>
                    <a:pt x="1165" y="419"/>
                    <a:pt x="1165" y="419"/>
                    <a:pt x="1168" y="417"/>
                  </a:cubicBezTo>
                  <a:lnTo>
                    <a:pt x="1016" y="0"/>
                  </a:ln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9"/>
            <p:cNvSpPr/>
            <p:nvPr/>
          </p:nvSpPr>
          <p:spPr>
            <a:xfrm rot="2730142">
              <a:off x="2892787" y="4334327"/>
              <a:ext cx="27926" cy="26726"/>
            </a:xfrm>
            <a:custGeom>
              <a:rect b="b" l="l" r="r" t="t"/>
              <a:pathLst>
                <a:path extrusionOk="0" h="1069" w="1117">
                  <a:moveTo>
                    <a:pt x="872" y="0"/>
                  </a:moveTo>
                  <a:cubicBezTo>
                    <a:pt x="817" y="0"/>
                    <a:pt x="761" y="21"/>
                    <a:pt x="719" y="63"/>
                  </a:cubicBezTo>
                  <a:cubicBezTo>
                    <a:pt x="504" y="268"/>
                    <a:pt x="294" y="480"/>
                    <a:pt x="85" y="694"/>
                  </a:cubicBezTo>
                  <a:cubicBezTo>
                    <a:pt x="0" y="783"/>
                    <a:pt x="4" y="922"/>
                    <a:pt x="91" y="1006"/>
                  </a:cubicBezTo>
                  <a:cubicBezTo>
                    <a:pt x="133" y="1047"/>
                    <a:pt x="189" y="1068"/>
                    <a:pt x="245" y="1068"/>
                  </a:cubicBezTo>
                  <a:cubicBezTo>
                    <a:pt x="304" y="1068"/>
                    <a:pt x="360" y="1045"/>
                    <a:pt x="404" y="1000"/>
                  </a:cubicBezTo>
                  <a:cubicBezTo>
                    <a:pt x="607" y="790"/>
                    <a:pt x="814" y="584"/>
                    <a:pt x="1025" y="382"/>
                  </a:cubicBezTo>
                  <a:cubicBezTo>
                    <a:pt x="1112" y="297"/>
                    <a:pt x="1116" y="156"/>
                    <a:pt x="1031" y="68"/>
                  </a:cubicBezTo>
                  <a:cubicBezTo>
                    <a:pt x="988" y="23"/>
                    <a:pt x="930" y="0"/>
                    <a:pt x="87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9"/>
            <p:cNvSpPr/>
            <p:nvPr/>
          </p:nvSpPr>
          <p:spPr>
            <a:xfrm rot="2730142">
              <a:off x="2827425" y="4336799"/>
              <a:ext cx="26126" cy="28551"/>
            </a:xfrm>
            <a:custGeom>
              <a:rect b="b" l="l" r="r" t="t"/>
              <a:pathLst>
                <a:path extrusionOk="0" h="1142" w="1045">
                  <a:moveTo>
                    <a:pt x="797" y="0"/>
                  </a:moveTo>
                  <a:cubicBezTo>
                    <a:pt x="732" y="0"/>
                    <a:pt x="668" y="28"/>
                    <a:pt x="623" y="82"/>
                  </a:cubicBezTo>
                  <a:cubicBezTo>
                    <a:pt x="435" y="312"/>
                    <a:pt x="250" y="547"/>
                    <a:pt x="73" y="787"/>
                  </a:cubicBezTo>
                  <a:cubicBezTo>
                    <a:pt x="1" y="885"/>
                    <a:pt x="21" y="1022"/>
                    <a:pt x="118" y="1097"/>
                  </a:cubicBezTo>
                  <a:cubicBezTo>
                    <a:pt x="157" y="1127"/>
                    <a:pt x="205" y="1141"/>
                    <a:pt x="250" y="1141"/>
                  </a:cubicBezTo>
                  <a:cubicBezTo>
                    <a:pt x="318" y="1141"/>
                    <a:pt x="385" y="1111"/>
                    <a:pt x="428" y="1053"/>
                  </a:cubicBezTo>
                  <a:cubicBezTo>
                    <a:pt x="603" y="818"/>
                    <a:pt x="782" y="588"/>
                    <a:pt x="966" y="363"/>
                  </a:cubicBezTo>
                  <a:cubicBezTo>
                    <a:pt x="1044" y="266"/>
                    <a:pt x="1030" y="126"/>
                    <a:pt x="935" y="49"/>
                  </a:cubicBezTo>
                  <a:cubicBezTo>
                    <a:pt x="895" y="16"/>
                    <a:pt x="846" y="0"/>
                    <a:pt x="797"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9"/>
            <p:cNvSpPr/>
            <p:nvPr/>
          </p:nvSpPr>
          <p:spPr>
            <a:xfrm rot="2730142">
              <a:off x="2763594" y="4348119"/>
              <a:ext cx="23601" cy="30326"/>
            </a:xfrm>
            <a:custGeom>
              <a:rect b="b" l="l" r="r" t="t"/>
              <a:pathLst>
                <a:path extrusionOk="0" h="1213" w="944">
                  <a:moveTo>
                    <a:pt x="689" y="1"/>
                  </a:moveTo>
                  <a:cubicBezTo>
                    <a:pt x="613" y="1"/>
                    <a:pt x="540" y="39"/>
                    <a:pt x="499" y="109"/>
                  </a:cubicBezTo>
                  <a:cubicBezTo>
                    <a:pt x="346" y="364"/>
                    <a:pt x="199" y="624"/>
                    <a:pt x="57" y="886"/>
                  </a:cubicBezTo>
                  <a:cubicBezTo>
                    <a:pt x="0" y="995"/>
                    <a:pt x="41" y="1127"/>
                    <a:pt x="148" y="1187"/>
                  </a:cubicBezTo>
                  <a:cubicBezTo>
                    <a:pt x="180" y="1204"/>
                    <a:pt x="216" y="1212"/>
                    <a:pt x="251" y="1212"/>
                  </a:cubicBezTo>
                  <a:cubicBezTo>
                    <a:pt x="329" y="1212"/>
                    <a:pt x="407" y="1170"/>
                    <a:pt x="447" y="1096"/>
                  </a:cubicBezTo>
                  <a:cubicBezTo>
                    <a:pt x="584" y="839"/>
                    <a:pt x="729" y="585"/>
                    <a:pt x="879" y="336"/>
                  </a:cubicBezTo>
                  <a:cubicBezTo>
                    <a:pt x="943" y="231"/>
                    <a:pt x="908" y="95"/>
                    <a:pt x="803" y="32"/>
                  </a:cubicBezTo>
                  <a:cubicBezTo>
                    <a:pt x="767" y="11"/>
                    <a:pt x="727" y="1"/>
                    <a:pt x="689"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9"/>
            <p:cNvSpPr/>
            <p:nvPr/>
          </p:nvSpPr>
          <p:spPr>
            <a:xfrm rot="2730142">
              <a:off x="2651322" y="4461099"/>
              <a:ext cx="33526" cy="17300"/>
            </a:xfrm>
            <a:custGeom>
              <a:rect b="b" l="l" r="r" t="t"/>
              <a:pathLst>
                <a:path extrusionOk="0" h="692" w="1341">
                  <a:moveTo>
                    <a:pt x="240" y="1"/>
                  </a:moveTo>
                  <a:cubicBezTo>
                    <a:pt x="140" y="1"/>
                    <a:pt x="52" y="69"/>
                    <a:pt x="29" y="171"/>
                  </a:cubicBezTo>
                  <a:cubicBezTo>
                    <a:pt x="0" y="288"/>
                    <a:pt x="73" y="407"/>
                    <a:pt x="192" y="437"/>
                  </a:cubicBezTo>
                  <a:cubicBezTo>
                    <a:pt x="475" y="505"/>
                    <a:pt x="753" y="586"/>
                    <a:pt x="1020" y="678"/>
                  </a:cubicBezTo>
                  <a:cubicBezTo>
                    <a:pt x="1044" y="688"/>
                    <a:pt x="1070" y="691"/>
                    <a:pt x="1092" y="691"/>
                  </a:cubicBezTo>
                  <a:cubicBezTo>
                    <a:pt x="1184" y="691"/>
                    <a:pt x="1270" y="634"/>
                    <a:pt x="1301" y="542"/>
                  </a:cubicBezTo>
                  <a:cubicBezTo>
                    <a:pt x="1340" y="427"/>
                    <a:pt x="1279" y="301"/>
                    <a:pt x="1165" y="261"/>
                  </a:cubicBezTo>
                  <a:cubicBezTo>
                    <a:pt x="885" y="164"/>
                    <a:pt x="592" y="78"/>
                    <a:pt x="294" y="8"/>
                  </a:cubicBezTo>
                  <a:cubicBezTo>
                    <a:pt x="276" y="3"/>
                    <a:pt x="258" y="1"/>
                    <a:pt x="2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9"/>
            <p:cNvSpPr/>
            <p:nvPr/>
          </p:nvSpPr>
          <p:spPr>
            <a:xfrm rot="2730142">
              <a:off x="2500950" y="4616652"/>
              <a:ext cx="29101" cy="25551"/>
            </a:xfrm>
            <a:custGeom>
              <a:rect b="b" l="l" r="r" t="t"/>
              <a:pathLst>
                <a:path extrusionOk="0" h="1022" w="1164">
                  <a:moveTo>
                    <a:pt x="244" y="0"/>
                  </a:moveTo>
                  <a:cubicBezTo>
                    <a:pt x="189" y="0"/>
                    <a:pt x="134" y="21"/>
                    <a:pt x="91" y="62"/>
                  </a:cubicBezTo>
                  <a:cubicBezTo>
                    <a:pt x="3" y="148"/>
                    <a:pt x="1" y="287"/>
                    <a:pt x="86" y="374"/>
                  </a:cubicBezTo>
                  <a:cubicBezTo>
                    <a:pt x="308" y="604"/>
                    <a:pt x="542" y="808"/>
                    <a:pt x="783" y="980"/>
                  </a:cubicBezTo>
                  <a:cubicBezTo>
                    <a:pt x="823" y="1008"/>
                    <a:pt x="867" y="1021"/>
                    <a:pt x="911" y="1021"/>
                  </a:cubicBezTo>
                  <a:cubicBezTo>
                    <a:pt x="981" y="1021"/>
                    <a:pt x="1049" y="988"/>
                    <a:pt x="1093" y="929"/>
                  </a:cubicBezTo>
                  <a:cubicBezTo>
                    <a:pt x="1163" y="830"/>
                    <a:pt x="1141" y="691"/>
                    <a:pt x="1042" y="620"/>
                  </a:cubicBezTo>
                  <a:cubicBezTo>
                    <a:pt x="822" y="467"/>
                    <a:pt x="606" y="279"/>
                    <a:pt x="403" y="67"/>
                  </a:cubicBezTo>
                  <a:cubicBezTo>
                    <a:pt x="360" y="23"/>
                    <a:pt x="302" y="0"/>
                    <a:pt x="244"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9"/>
            <p:cNvSpPr/>
            <p:nvPr/>
          </p:nvSpPr>
          <p:spPr>
            <a:xfrm rot="2730142">
              <a:off x="3149649" y="4388684"/>
              <a:ext cx="32526" cy="20751"/>
            </a:xfrm>
            <a:custGeom>
              <a:rect b="b" l="l" r="r" t="t"/>
              <a:pathLst>
                <a:path extrusionOk="0" h="830" w="1301">
                  <a:moveTo>
                    <a:pt x="1047" y="1"/>
                  </a:moveTo>
                  <a:cubicBezTo>
                    <a:pt x="1015" y="1"/>
                    <a:pt x="983" y="8"/>
                    <a:pt x="953" y="22"/>
                  </a:cubicBezTo>
                  <a:cubicBezTo>
                    <a:pt x="685" y="151"/>
                    <a:pt x="420" y="281"/>
                    <a:pt x="153" y="411"/>
                  </a:cubicBezTo>
                  <a:cubicBezTo>
                    <a:pt x="44" y="466"/>
                    <a:pt x="0" y="600"/>
                    <a:pt x="54" y="707"/>
                  </a:cubicBezTo>
                  <a:cubicBezTo>
                    <a:pt x="94" y="785"/>
                    <a:pt x="172" y="829"/>
                    <a:pt x="253" y="829"/>
                  </a:cubicBezTo>
                  <a:cubicBezTo>
                    <a:pt x="287" y="829"/>
                    <a:pt x="321" y="822"/>
                    <a:pt x="352" y="807"/>
                  </a:cubicBezTo>
                  <a:cubicBezTo>
                    <a:pt x="614" y="676"/>
                    <a:pt x="881" y="549"/>
                    <a:pt x="1145" y="422"/>
                  </a:cubicBezTo>
                  <a:cubicBezTo>
                    <a:pt x="1252" y="371"/>
                    <a:pt x="1301" y="239"/>
                    <a:pt x="1248" y="127"/>
                  </a:cubicBezTo>
                  <a:cubicBezTo>
                    <a:pt x="1210" y="48"/>
                    <a:pt x="1130" y="1"/>
                    <a:pt x="104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9"/>
            <p:cNvSpPr/>
            <p:nvPr/>
          </p:nvSpPr>
          <p:spPr>
            <a:xfrm rot="2730142">
              <a:off x="3086811" y="4367713"/>
              <a:ext cx="31826" cy="21926"/>
            </a:xfrm>
            <a:custGeom>
              <a:rect b="b" l="l" r="r" t="t"/>
              <a:pathLst>
                <a:path extrusionOk="0" h="877" w="1273">
                  <a:moveTo>
                    <a:pt x="1023" y="1"/>
                  </a:moveTo>
                  <a:cubicBezTo>
                    <a:pt x="987" y="1"/>
                    <a:pt x="950" y="9"/>
                    <a:pt x="917" y="28"/>
                  </a:cubicBezTo>
                  <a:cubicBezTo>
                    <a:pt x="659" y="172"/>
                    <a:pt x="399" y="316"/>
                    <a:pt x="143" y="465"/>
                  </a:cubicBezTo>
                  <a:cubicBezTo>
                    <a:pt x="36" y="526"/>
                    <a:pt x="1" y="662"/>
                    <a:pt x="60" y="767"/>
                  </a:cubicBezTo>
                  <a:cubicBezTo>
                    <a:pt x="101" y="838"/>
                    <a:pt x="177" y="876"/>
                    <a:pt x="252" y="876"/>
                  </a:cubicBezTo>
                  <a:cubicBezTo>
                    <a:pt x="290" y="876"/>
                    <a:pt x="328" y="868"/>
                    <a:pt x="362" y="847"/>
                  </a:cubicBezTo>
                  <a:cubicBezTo>
                    <a:pt x="615" y="699"/>
                    <a:pt x="873" y="556"/>
                    <a:pt x="1128" y="414"/>
                  </a:cubicBezTo>
                  <a:cubicBezTo>
                    <a:pt x="1235" y="356"/>
                    <a:pt x="1273" y="221"/>
                    <a:pt x="1215" y="113"/>
                  </a:cubicBezTo>
                  <a:cubicBezTo>
                    <a:pt x="1176" y="42"/>
                    <a:pt x="1100" y="1"/>
                    <a:pt x="102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9"/>
            <p:cNvSpPr/>
            <p:nvPr/>
          </p:nvSpPr>
          <p:spPr>
            <a:xfrm rot="2730142">
              <a:off x="2594034" y="4679269"/>
              <a:ext cx="22526" cy="30776"/>
            </a:xfrm>
            <a:custGeom>
              <a:rect b="b" l="l" r="r" t="t"/>
              <a:pathLst>
                <a:path extrusionOk="0" h="1231" w="901">
                  <a:moveTo>
                    <a:pt x="651" y="0"/>
                  </a:moveTo>
                  <a:cubicBezTo>
                    <a:pt x="561" y="0"/>
                    <a:pt x="478" y="55"/>
                    <a:pt x="443" y="145"/>
                  </a:cubicBezTo>
                  <a:cubicBezTo>
                    <a:pt x="343" y="414"/>
                    <a:pt x="217" y="662"/>
                    <a:pt x="67" y="888"/>
                  </a:cubicBezTo>
                  <a:cubicBezTo>
                    <a:pt x="0" y="988"/>
                    <a:pt x="27" y="1127"/>
                    <a:pt x="129" y="1194"/>
                  </a:cubicBezTo>
                  <a:cubicBezTo>
                    <a:pt x="166" y="1220"/>
                    <a:pt x="209" y="1231"/>
                    <a:pt x="251" y="1231"/>
                  </a:cubicBezTo>
                  <a:cubicBezTo>
                    <a:pt x="322" y="1231"/>
                    <a:pt x="393" y="1198"/>
                    <a:pt x="436" y="1132"/>
                  </a:cubicBezTo>
                  <a:cubicBezTo>
                    <a:pt x="604" y="881"/>
                    <a:pt x="746" y="598"/>
                    <a:pt x="858" y="299"/>
                  </a:cubicBezTo>
                  <a:cubicBezTo>
                    <a:pt x="901" y="184"/>
                    <a:pt x="844" y="57"/>
                    <a:pt x="729" y="14"/>
                  </a:cubicBezTo>
                  <a:cubicBezTo>
                    <a:pt x="703" y="5"/>
                    <a:pt x="677" y="0"/>
                    <a:pt x="651"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9"/>
            <p:cNvSpPr/>
            <p:nvPr/>
          </p:nvSpPr>
          <p:spPr>
            <a:xfrm rot="2730142">
              <a:off x="2651212" y="4640382"/>
              <a:ext cx="14250" cy="33026"/>
            </a:xfrm>
            <a:custGeom>
              <a:rect b="b" l="l" r="r" t="t"/>
              <a:pathLst>
                <a:path extrusionOk="0" h="1321" w="570">
                  <a:moveTo>
                    <a:pt x="239" y="1"/>
                  </a:moveTo>
                  <a:cubicBezTo>
                    <a:pt x="226" y="1"/>
                    <a:pt x="212" y="2"/>
                    <a:pt x="198" y="5"/>
                  </a:cubicBezTo>
                  <a:cubicBezTo>
                    <a:pt x="78" y="30"/>
                    <a:pt x="1" y="147"/>
                    <a:pt x="24" y="266"/>
                  </a:cubicBezTo>
                  <a:cubicBezTo>
                    <a:pt x="80" y="544"/>
                    <a:pt x="114" y="827"/>
                    <a:pt x="123" y="1105"/>
                  </a:cubicBezTo>
                  <a:cubicBezTo>
                    <a:pt x="127" y="1227"/>
                    <a:pt x="226" y="1321"/>
                    <a:pt x="346" y="1321"/>
                  </a:cubicBezTo>
                  <a:lnTo>
                    <a:pt x="353" y="1321"/>
                  </a:lnTo>
                  <a:cubicBezTo>
                    <a:pt x="475" y="1317"/>
                    <a:pt x="570" y="1214"/>
                    <a:pt x="567" y="1091"/>
                  </a:cubicBezTo>
                  <a:cubicBezTo>
                    <a:pt x="555" y="786"/>
                    <a:pt x="520" y="480"/>
                    <a:pt x="459" y="176"/>
                  </a:cubicBezTo>
                  <a:cubicBezTo>
                    <a:pt x="438" y="73"/>
                    <a:pt x="342" y="1"/>
                    <a:pt x="239"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9"/>
            <p:cNvSpPr/>
            <p:nvPr/>
          </p:nvSpPr>
          <p:spPr>
            <a:xfrm rot="2730142">
              <a:off x="2958097" y="4339452"/>
              <a:ext cx="29676" cy="24926"/>
            </a:xfrm>
            <a:custGeom>
              <a:rect b="b" l="l" r="r" t="t"/>
              <a:pathLst>
                <a:path extrusionOk="0" h="997" w="1187">
                  <a:moveTo>
                    <a:pt x="937" y="0"/>
                  </a:moveTo>
                  <a:cubicBezTo>
                    <a:pt x="889" y="0"/>
                    <a:pt x="841" y="16"/>
                    <a:pt x="802" y="47"/>
                  </a:cubicBezTo>
                  <a:cubicBezTo>
                    <a:pt x="568" y="230"/>
                    <a:pt x="335" y="415"/>
                    <a:pt x="107" y="605"/>
                  </a:cubicBezTo>
                  <a:cubicBezTo>
                    <a:pt x="13" y="683"/>
                    <a:pt x="1" y="824"/>
                    <a:pt x="79" y="917"/>
                  </a:cubicBezTo>
                  <a:cubicBezTo>
                    <a:pt x="122" y="971"/>
                    <a:pt x="185" y="997"/>
                    <a:pt x="249" y="997"/>
                  </a:cubicBezTo>
                  <a:cubicBezTo>
                    <a:pt x="298" y="997"/>
                    <a:pt x="349" y="981"/>
                    <a:pt x="390" y="946"/>
                  </a:cubicBezTo>
                  <a:cubicBezTo>
                    <a:pt x="616" y="759"/>
                    <a:pt x="843" y="576"/>
                    <a:pt x="1073" y="394"/>
                  </a:cubicBezTo>
                  <a:cubicBezTo>
                    <a:pt x="1169" y="320"/>
                    <a:pt x="1186" y="180"/>
                    <a:pt x="1112" y="85"/>
                  </a:cubicBezTo>
                  <a:cubicBezTo>
                    <a:pt x="1068" y="29"/>
                    <a:pt x="1002" y="0"/>
                    <a:pt x="937"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9"/>
            <p:cNvSpPr/>
            <p:nvPr/>
          </p:nvSpPr>
          <p:spPr>
            <a:xfrm rot="2730142">
              <a:off x="3022844" y="4350987"/>
              <a:ext cx="31026" cy="23376"/>
            </a:xfrm>
            <a:custGeom>
              <a:rect b="b" l="l" r="r" t="t"/>
              <a:pathLst>
                <a:path extrusionOk="0" h="935" w="1241">
                  <a:moveTo>
                    <a:pt x="988" y="0"/>
                  </a:moveTo>
                  <a:cubicBezTo>
                    <a:pt x="947" y="0"/>
                    <a:pt x="906" y="11"/>
                    <a:pt x="869" y="35"/>
                  </a:cubicBezTo>
                  <a:cubicBezTo>
                    <a:pt x="618" y="197"/>
                    <a:pt x="372" y="361"/>
                    <a:pt x="127" y="530"/>
                  </a:cubicBezTo>
                  <a:cubicBezTo>
                    <a:pt x="26" y="599"/>
                    <a:pt x="1" y="737"/>
                    <a:pt x="70" y="839"/>
                  </a:cubicBezTo>
                  <a:cubicBezTo>
                    <a:pt x="113" y="900"/>
                    <a:pt x="182" y="934"/>
                    <a:pt x="253" y="934"/>
                  </a:cubicBezTo>
                  <a:cubicBezTo>
                    <a:pt x="296" y="934"/>
                    <a:pt x="340" y="921"/>
                    <a:pt x="380" y="896"/>
                  </a:cubicBezTo>
                  <a:cubicBezTo>
                    <a:pt x="621" y="730"/>
                    <a:pt x="863" y="567"/>
                    <a:pt x="1110" y="408"/>
                  </a:cubicBezTo>
                  <a:cubicBezTo>
                    <a:pt x="1212" y="340"/>
                    <a:pt x="1240" y="204"/>
                    <a:pt x="1175" y="102"/>
                  </a:cubicBezTo>
                  <a:cubicBezTo>
                    <a:pt x="1132" y="35"/>
                    <a:pt x="1060" y="0"/>
                    <a:pt x="98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9"/>
            <p:cNvSpPr/>
            <p:nvPr/>
          </p:nvSpPr>
          <p:spPr>
            <a:xfrm rot="2730142">
              <a:off x="2022920" y="4389062"/>
              <a:ext cx="11900" cy="33176"/>
            </a:xfrm>
            <a:custGeom>
              <a:rect b="b" l="l" r="r" t="t"/>
              <a:pathLst>
                <a:path extrusionOk="0" h="1327" w="476">
                  <a:moveTo>
                    <a:pt x="248" y="0"/>
                  </a:moveTo>
                  <a:cubicBezTo>
                    <a:pt x="132" y="0"/>
                    <a:pt x="34" y="90"/>
                    <a:pt x="27" y="209"/>
                  </a:cubicBezTo>
                  <a:cubicBezTo>
                    <a:pt x="10" y="507"/>
                    <a:pt x="2" y="804"/>
                    <a:pt x="0" y="1105"/>
                  </a:cubicBezTo>
                  <a:cubicBezTo>
                    <a:pt x="0" y="1227"/>
                    <a:pt x="100" y="1326"/>
                    <a:pt x="222" y="1326"/>
                  </a:cubicBezTo>
                  <a:cubicBezTo>
                    <a:pt x="343" y="1326"/>
                    <a:pt x="443" y="1227"/>
                    <a:pt x="443" y="1106"/>
                  </a:cubicBezTo>
                  <a:cubicBezTo>
                    <a:pt x="446" y="816"/>
                    <a:pt x="454" y="524"/>
                    <a:pt x="468" y="233"/>
                  </a:cubicBezTo>
                  <a:cubicBezTo>
                    <a:pt x="475" y="109"/>
                    <a:pt x="382" y="6"/>
                    <a:pt x="258" y="0"/>
                  </a:cubicBezTo>
                  <a:cubicBezTo>
                    <a:pt x="255" y="0"/>
                    <a:pt x="251" y="0"/>
                    <a:pt x="24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9"/>
            <p:cNvSpPr/>
            <p:nvPr/>
          </p:nvSpPr>
          <p:spPr>
            <a:xfrm rot="2730142">
              <a:off x="1906095" y="4552455"/>
              <a:ext cx="21476" cy="31376"/>
            </a:xfrm>
            <a:custGeom>
              <a:rect b="b" l="l" r="r" t="t"/>
              <a:pathLst>
                <a:path extrusionOk="0" h="1255" w="859">
                  <a:moveTo>
                    <a:pt x="252" y="0"/>
                  </a:moveTo>
                  <a:cubicBezTo>
                    <a:pt x="224" y="0"/>
                    <a:pt x="195" y="6"/>
                    <a:pt x="167" y="18"/>
                  </a:cubicBezTo>
                  <a:cubicBezTo>
                    <a:pt x="53" y="63"/>
                    <a:pt x="1" y="192"/>
                    <a:pt x="46" y="305"/>
                  </a:cubicBezTo>
                  <a:cubicBezTo>
                    <a:pt x="160" y="582"/>
                    <a:pt x="280" y="856"/>
                    <a:pt x="407" y="1126"/>
                  </a:cubicBezTo>
                  <a:cubicBezTo>
                    <a:pt x="443" y="1206"/>
                    <a:pt x="524" y="1254"/>
                    <a:pt x="606" y="1254"/>
                  </a:cubicBezTo>
                  <a:cubicBezTo>
                    <a:pt x="639" y="1254"/>
                    <a:pt x="670" y="1247"/>
                    <a:pt x="700" y="1233"/>
                  </a:cubicBezTo>
                  <a:cubicBezTo>
                    <a:pt x="811" y="1182"/>
                    <a:pt x="859" y="1048"/>
                    <a:pt x="806" y="939"/>
                  </a:cubicBezTo>
                  <a:cubicBezTo>
                    <a:pt x="684" y="674"/>
                    <a:pt x="568" y="407"/>
                    <a:pt x="456" y="138"/>
                  </a:cubicBezTo>
                  <a:cubicBezTo>
                    <a:pt x="421" y="53"/>
                    <a:pt x="339" y="0"/>
                    <a:pt x="25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9"/>
            <p:cNvSpPr/>
            <p:nvPr/>
          </p:nvSpPr>
          <p:spPr>
            <a:xfrm rot="2730142">
              <a:off x="2072768" y="4347834"/>
              <a:ext cx="15875" cy="32876"/>
            </a:xfrm>
            <a:custGeom>
              <a:rect b="b" l="l" r="r" t="t"/>
              <a:pathLst>
                <a:path extrusionOk="0" h="1315" w="635">
                  <a:moveTo>
                    <a:pt x="396" y="0"/>
                  </a:moveTo>
                  <a:cubicBezTo>
                    <a:pt x="293" y="0"/>
                    <a:pt x="197" y="70"/>
                    <a:pt x="177" y="176"/>
                  </a:cubicBezTo>
                  <a:cubicBezTo>
                    <a:pt x="116" y="468"/>
                    <a:pt x="64" y="763"/>
                    <a:pt x="17" y="1056"/>
                  </a:cubicBezTo>
                  <a:cubicBezTo>
                    <a:pt x="0" y="1181"/>
                    <a:pt x="84" y="1295"/>
                    <a:pt x="204" y="1313"/>
                  </a:cubicBezTo>
                  <a:cubicBezTo>
                    <a:pt x="214" y="1314"/>
                    <a:pt x="227" y="1314"/>
                    <a:pt x="237" y="1314"/>
                  </a:cubicBezTo>
                  <a:cubicBezTo>
                    <a:pt x="343" y="1314"/>
                    <a:pt x="440" y="1236"/>
                    <a:pt x="455" y="1126"/>
                  </a:cubicBezTo>
                  <a:cubicBezTo>
                    <a:pt x="499" y="839"/>
                    <a:pt x="552" y="551"/>
                    <a:pt x="610" y="266"/>
                  </a:cubicBezTo>
                  <a:cubicBezTo>
                    <a:pt x="634" y="147"/>
                    <a:pt x="559" y="31"/>
                    <a:pt x="438" y="4"/>
                  </a:cubicBezTo>
                  <a:cubicBezTo>
                    <a:pt x="424" y="1"/>
                    <a:pt x="410" y="0"/>
                    <a:pt x="39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9"/>
            <p:cNvSpPr/>
            <p:nvPr/>
          </p:nvSpPr>
          <p:spPr>
            <a:xfrm rot="2730142">
              <a:off x="1937039" y="4492470"/>
              <a:ext cx="18126" cy="32426"/>
            </a:xfrm>
            <a:custGeom>
              <a:rect b="b" l="l" r="r" t="t"/>
              <a:pathLst>
                <a:path extrusionOk="0" h="1297" w="725">
                  <a:moveTo>
                    <a:pt x="243" y="0"/>
                  </a:moveTo>
                  <a:cubicBezTo>
                    <a:pt x="225" y="0"/>
                    <a:pt x="208" y="2"/>
                    <a:pt x="190" y="6"/>
                  </a:cubicBezTo>
                  <a:cubicBezTo>
                    <a:pt x="73" y="35"/>
                    <a:pt x="0" y="155"/>
                    <a:pt x="30" y="274"/>
                  </a:cubicBezTo>
                  <a:cubicBezTo>
                    <a:pt x="101" y="565"/>
                    <a:pt x="179" y="853"/>
                    <a:pt x="264" y="1139"/>
                  </a:cubicBezTo>
                  <a:cubicBezTo>
                    <a:pt x="292" y="1236"/>
                    <a:pt x="380" y="1297"/>
                    <a:pt x="477" y="1297"/>
                  </a:cubicBezTo>
                  <a:cubicBezTo>
                    <a:pt x="498" y="1297"/>
                    <a:pt x="519" y="1294"/>
                    <a:pt x="541" y="1288"/>
                  </a:cubicBezTo>
                  <a:cubicBezTo>
                    <a:pt x="657" y="1253"/>
                    <a:pt x="725" y="1131"/>
                    <a:pt x="689" y="1013"/>
                  </a:cubicBezTo>
                  <a:cubicBezTo>
                    <a:pt x="604" y="734"/>
                    <a:pt x="528" y="453"/>
                    <a:pt x="458" y="169"/>
                  </a:cubicBezTo>
                  <a:cubicBezTo>
                    <a:pt x="434" y="69"/>
                    <a:pt x="344" y="0"/>
                    <a:pt x="24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9"/>
            <p:cNvSpPr/>
            <p:nvPr/>
          </p:nvSpPr>
          <p:spPr>
            <a:xfrm rot="2730142">
              <a:off x="1976570" y="4437593"/>
              <a:ext cx="14275" cy="33026"/>
            </a:xfrm>
            <a:custGeom>
              <a:rect b="b" l="l" r="r" t="t"/>
              <a:pathLst>
                <a:path extrusionOk="0" h="1321" w="571">
                  <a:moveTo>
                    <a:pt x="235" y="1"/>
                  </a:moveTo>
                  <a:cubicBezTo>
                    <a:pt x="227" y="1"/>
                    <a:pt x="219" y="1"/>
                    <a:pt x="211" y="2"/>
                  </a:cubicBezTo>
                  <a:cubicBezTo>
                    <a:pt x="89" y="12"/>
                    <a:pt x="1" y="121"/>
                    <a:pt x="11" y="243"/>
                  </a:cubicBezTo>
                  <a:cubicBezTo>
                    <a:pt x="39" y="541"/>
                    <a:pt x="75" y="837"/>
                    <a:pt x="116" y="1131"/>
                  </a:cubicBezTo>
                  <a:cubicBezTo>
                    <a:pt x="131" y="1242"/>
                    <a:pt x="225" y="1321"/>
                    <a:pt x="334" y="1321"/>
                  </a:cubicBezTo>
                  <a:cubicBezTo>
                    <a:pt x="344" y="1321"/>
                    <a:pt x="355" y="1321"/>
                    <a:pt x="365" y="1320"/>
                  </a:cubicBezTo>
                  <a:cubicBezTo>
                    <a:pt x="487" y="1303"/>
                    <a:pt x="571" y="1192"/>
                    <a:pt x="555" y="1069"/>
                  </a:cubicBezTo>
                  <a:cubicBezTo>
                    <a:pt x="514" y="781"/>
                    <a:pt x="480" y="491"/>
                    <a:pt x="452" y="201"/>
                  </a:cubicBezTo>
                  <a:cubicBezTo>
                    <a:pt x="441" y="88"/>
                    <a:pt x="344" y="1"/>
                    <a:pt x="235"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9"/>
            <p:cNvSpPr/>
            <p:nvPr/>
          </p:nvSpPr>
          <p:spPr>
            <a:xfrm rot="2730142">
              <a:off x="1884864" y="4616563"/>
              <a:ext cx="24601" cy="29601"/>
            </a:xfrm>
            <a:custGeom>
              <a:rect b="b" l="l" r="r" t="t"/>
              <a:pathLst>
                <a:path extrusionOk="0" h="1184" w="984">
                  <a:moveTo>
                    <a:pt x="253" y="0"/>
                  </a:moveTo>
                  <a:cubicBezTo>
                    <a:pt x="214" y="0"/>
                    <a:pt x="174" y="10"/>
                    <a:pt x="138" y="32"/>
                  </a:cubicBezTo>
                  <a:cubicBezTo>
                    <a:pt x="33" y="96"/>
                    <a:pt x="1" y="231"/>
                    <a:pt x="63" y="336"/>
                  </a:cubicBezTo>
                  <a:cubicBezTo>
                    <a:pt x="219" y="591"/>
                    <a:pt x="381" y="842"/>
                    <a:pt x="550" y="1089"/>
                  </a:cubicBezTo>
                  <a:cubicBezTo>
                    <a:pt x="592" y="1151"/>
                    <a:pt x="662" y="1184"/>
                    <a:pt x="732" y="1184"/>
                  </a:cubicBezTo>
                  <a:cubicBezTo>
                    <a:pt x="775" y="1184"/>
                    <a:pt x="819" y="1172"/>
                    <a:pt x="856" y="1146"/>
                  </a:cubicBezTo>
                  <a:cubicBezTo>
                    <a:pt x="957" y="1076"/>
                    <a:pt x="983" y="940"/>
                    <a:pt x="914" y="839"/>
                  </a:cubicBezTo>
                  <a:cubicBezTo>
                    <a:pt x="752" y="600"/>
                    <a:pt x="594" y="354"/>
                    <a:pt x="443" y="106"/>
                  </a:cubicBezTo>
                  <a:cubicBezTo>
                    <a:pt x="401" y="38"/>
                    <a:pt x="328" y="0"/>
                    <a:pt x="25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9"/>
            <p:cNvSpPr/>
            <p:nvPr/>
          </p:nvSpPr>
          <p:spPr>
            <a:xfrm rot="2730142">
              <a:off x="2445457" y="4302206"/>
              <a:ext cx="32176" cy="21276"/>
            </a:xfrm>
            <a:custGeom>
              <a:rect b="b" l="l" r="r" t="t"/>
              <a:pathLst>
                <a:path extrusionOk="0" h="851" w="1287">
                  <a:moveTo>
                    <a:pt x="1038" y="0"/>
                  </a:moveTo>
                  <a:cubicBezTo>
                    <a:pt x="1005" y="0"/>
                    <a:pt x="971" y="8"/>
                    <a:pt x="939" y="23"/>
                  </a:cubicBezTo>
                  <a:cubicBezTo>
                    <a:pt x="672" y="154"/>
                    <a:pt x="407" y="291"/>
                    <a:pt x="145" y="436"/>
                  </a:cubicBezTo>
                  <a:cubicBezTo>
                    <a:pt x="38" y="494"/>
                    <a:pt x="0" y="629"/>
                    <a:pt x="58" y="737"/>
                  </a:cubicBezTo>
                  <a:cubicBezTo>
                    <a:pt x="99" y="810"/>
                    <a:pt x="173" y="850"/>
                    <a:pt x="251" y="850"/>
                  </a:cubicBezTo>
                  <a:cubicBezTo>
                    <a:pt x="287" y="850"/>
                    <a:pt x="325" y="842"/>
                    <a:pt x="358" y="822"/>
                  </a:cubicBezTo>
                  <a:cubicBezTo>
                    <a:pt x="613" y="680"/>
                    <a:pt x="872" y="545"/>
                    <a:pt x="1133" y="418"/>
                  </a:cubicBezTo>
                  <a:cubicBezTo>
                    <a:pt x="1242" y="365"/>
                    <a:pt x="1286" y="232"/>
                    <a:pt x="1234" y="123"/>
                  </a:cubicBezTo>
                  <a:cubicBezTo>
                    <a:pt x="1198" y="45"/>
                    <a:pt x="1120" y="0"/>
                    <a:pt x="103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9"/>
            <p:cNvSpPr/>
            <p:nvPr/>
          </p:nvSpPr>
          <p:spPr>
            <a:xfrm rot="2730142">
              <a:off x="2506148" y="4328933"/>
              <a:ext cx="33426" cy="18226"/>
            </a:xfrm>
            <a:custGeom>
              <a:rect b="b" l="l" r="r" t="t"/>
              <a:pathLst>
                <a:path extrusionOk="0" h="729" w="1337">
                  <a:moveTo>
                    <a:pt x="1086" y="0"/>
                  </a:moveTo>
                  <a:cubicBezTo>
                    <a:pt x="1065" y="0"/>
                    <a:pt x="1043" y="3"/>
                    <a:pt x="1022" y="10"/>
                  </a:cubicBezTo>
                  <a:cubicBezTo>
                    <a:pt x="737" y="99"/>
                    <a:pt x="455" y="194"/>
                    <a:pt x="175" y="299"/>
                  </a:cubicBezTo>
                  <a:cubicBezTo>
                    <a:pt x="60" y="342"/>
                    <a:pt x="1" y="469"/>
                    <a:pt x="43" y="583"/>
                  </a:cubicBezTo>
                  <a:cubicBezTo>
                    <a:pt x="77" y="672"/>
                    <a:pt x="161" y="729"/>
                    <a:pt x="252" y="729"/>
                  </a:cubicBezTo>
                  <a:cubicBezTo>
                    <a:pt x="276" y="729"/>
                    <a:pt x="303" y="725"/>
                    <a:pt x="327" y="715"/>
                  </a:cubicBezTo>
                  <a:cubicBezTo>
                    <a:pt x="601" y="613"/>
                    <a:pt x="876" y="519"/>
                    <a:pt x="1154" y="432"/>
                  </a:cubicBezTo>
                  <a:cubicBezTo>
                    <a:pt x="1270" y="397"/>
                    <a:pt x="1337" y="272"/>
                    <a:pt x="1298" y="156"/>
                  </a:cubicBezTo>
                  <a:cubicBezTo>
                    <a:pt x="1269" y="62"/>
                    <a:pt x="1182" y="0"/>
                    <a:pt x="108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9"/>
            <p:cNvSpPr/>
            <p:nvPr/>
          </p:nvSpPr>
          <p:spPr>
            <a:xfrm rot="2730142">
              <a:off x="2317218" y="4277690"/>
              <a:ext cx="28001" cy="26501"/>
            </a:xfrm>
            <a:custGeom>
              <a:rect b="b" l="l" r="r" t="t"/>
              <a:pathLst>
                <a:path extrusionOk="0" h="1060" w="1120">
                  <a:moveTo>
                    <a:pt x="876" y="0"/>
                  </a:moveTo>
                  <a:cubicBezTo>
                    <a:pt x="822" y="0"/>
                    <a:pt x="768" y="20"/>
                    <a:pt x="725" y="60"/>
                  </a:cubicBezTo>
                  <a:cubicBezTo>
                    <a:pt x="508" y="264"/>
                    <a:pt x="294" y="471"/>
                    <a:pt x="86" y="685"/>
                  </a:cubicBezTo>
                  <a:cubicBezTo>
                    <a:pt x="0" y="771"/>
                    <a:pt x="2" y="912"/>
                    <a:pt x="90" y="997"/>
                  </a:cubicBezTo>
                  <a:cubicBezTo>
                    <a:pt x="132" y="1039"/>
                    <a:pt x="189" y="1059"/>
                    <a:pt x="244" y="1059"/>
                  </a:cubicBezTo>
                  <a:cubicBezTo>
                    <a:pt x="301" y="1059"/>
                    <a:pt x="359" y="1037"/>
                    <a:pt x="402" y="991"/>
                  </a:cubicBezTo>
                  <a:cubicBezTo>
                    <a:pt x="606" y="783"/>
                    <a:pt x="813" y="579"/>
                    <a:pt x="1026" y="381"/>
                  </a:cubicBezTo>
                  <a:cubicBezTo>
                    <a:pt x="1114" y="299"/>
                    <a:pt x="1119" y="159"/>
                    <a:pt x="1036" y="69"/>
                  </a:cubicBezTo>
                  <a:cubicBezTo>
                    <a:pt x="993" y="24"/>
                    <a:pt x="935" y="0"/>
                    <a:pt x="87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9"/>
            <p:cNvSpPr/>
            <p:nvPr/>
          </p:nvSpPr>
          <p:spPr>
            <a:xfrm rot="2730142">
              <a:off x="2252101" y="4280129"/>
              <a:ext cx="25851" cy="28676"/>
            </a:xfrm>
            <a:custGeom>
              <a:rect b="b" l="l" r="r" t="t"/>
              <a:pathLst>
                <a:path extrusionOk="0" h="1147" w="1034">
                  <a:moveTo>
                    <a:pt x="785" y="0"/>
                  </a:moveTo>
                  <a:cubicBezTo>
                    <a:pt x="720" y="0"/>
                    <a:pt x="656" y="28"/>
                    <a:pt x="612" y="82"/>
                  </a:cubicBezTo>
                  <a:cubicBezTo>
                    <a:pt x="426" y="316"/>
                    <a:pt x="245" y="555"/>
                    <a:pt x="72" y="796"/>
                  </a:cubicBezTo>
                  <a:cubicBezTo>
                    <a:pt x="1" y="895"/>
                    <a:pt x="22" y="1033"/>
                    <a:pt x="121" y="1104"/>
                  </a:cubicBezTo>
                  <a:cubicBezTo>
                    <a:pt x="160" y="1132"/>
                    <a:pt x="206" y="1146"/>
                    <a:pt x="250" y="1146"/>
                  </a:cubicBezTo>
                  <a:cubicBezTo>
                    <a:pt x="320" y="1146"/>
                    <a:pt x="386" y="1115"/>
                    <a:pt x="429" y="1054"/>
                  </a:cubicBezTo>
                  <a:cubicBezTo>
                    <a:pt x="599" y="818"/>
                    <a:pt x="776" y="586"/>
                    <a:pt x="958" y="358"/>
                  </a:cubicBezTo>
                  <a:cubicBezTo>
                    <a:pt x="1033" y="263"/>
                    <a:pt x="1018" y="124"/>
                    <a:pt x="923" y="47"/>
                  </a:cubicBezTo>
                  <a:cubicBezTo>
                    <a:pt x="881" y="16"/>
                    <a:pt x="833" y="0"/>
                    <a:pt x="785"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9"/>
            <p:cNvSpPr/>
            <p:nvPr/>
          </p:nvSpPr>
          <p:spPr>
            <a:xfrm rot="2730142">
              <a:off x="2381981" y="4285103"/>
              <a:ext cx="30476" cy="24101"/>
            </a:xfrm>
            <a:custGeom>
              <a:rect b="b" l="l" r="r" t="t"/>
              <a:pathLst>
                <a:path extrusionOk="0" h="964" w="1219">
                  <a:moveTo>
                    <a:pt x="966" y="1"/>
                  </a:moveTo>
                  <a:cubicBezTo>
                    <a:pt x="923" y="1"/>
                    <a:pt x="880" y="14"/>
                    <a:pt x="842" y="40"/>
                  </a:cubicBezTo>
                  <a:cubicBezTo>
                    <a:pt x="596" y="210"/>
                    <a:pt x="354" y="383"/>
                    <a:pt x="117" y="566"/>
                  </a:cubicBezTo>
                  <a:cubicBezTo>
                    <a:pt x="19" y="640"/>
                    <a:pt x="1" y="779"/>
                    <a:pt x="76" y="877"/>
                  </a:cubicBezTo>
                  <a:cubicBezTo>
                    <a:pt x="120" y="934"/>
                    <a:pt x="185" y="963"/>
                    <a:pt x="252" y="963"/>
                  </a:cubicBezTo>
                  <a:cubicBezTo>
                    <a:pt x="298" y="963"/>
                    <a:pt x="345" y="949"/>
                    <a:pt x="386" y="918"/>
                  </a:cubicBezTo>
                  <a:cubicBezTo>
                    <a:pt x="618" y="741"/>
                    <a:pt x="854" y="570"/>
                    <a:pt x="1093" y="403"/>
                  </a:cubicBezTo>
                  <a:cubicBezTo>
                    <a:pt x="1195" y="334"/>
                    <a:pt x="1219" y="196"/>
                    <a:pt x="1149" y="95"/>
                  </a:cubicBezTo>
                  <a:cubicBezTo>
                    <a:pt x="1106" y="34"/>
                    <a:pt x="1036" y="1"/>
                    <a:pt x="966"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9"/>
            <p:cNvSpPr/>
            <p:nvPr/>
          </p:nvSpPr>
          <p:spPr>
            <a:xfrm rot="2730142">
              <a:off x="2702572" y="4369213"/>
              <a:ext cx="20451" cy="31726"/>
            </a:xfrm>
            <a:custGeom>
              <a:rect b="b" l="l" r="r" t="t"/>
              <a:pathLst>
                <a:path extrusionOk="0" h="1269" w="818">
                  <a:moveTo>
                    <a:pt x="567" y="1"/>
                  </a:moveTo>
                  <a:cubicBezTo>
                    <a:pt x="481" y="1"/>
                    <a:pt x="397" y="52"/>
                    <a:pt x="361" y="138"/>
                  </a:cubicBezTo>
                  <a:cubicBezTo>
                    <a:pt x="248" y="414"/>
                    <a:pt x="141" y="692"/>
                    <a:pt x="42" y="975"/>
                  </a:cubicBezTo>
                  <a:cubicBezTo>
                    <a:pt x="1" y="1089"/>
                    <a:pt x="62" y="1216"/>
                    <a:pt x="177" y="1257"/>
                  </a:cubicBezTo>
                  <a:cubicBezTo>
                    <a:pt x="201" y="1265"/>
                    <a:pt x="226" y="1268"/>
                    <a:pt x="249" y="1268"/>
                  </a:cubicBezTo>
                  <a:cubicBezTo>
                    <a:pt x="340" y="1268"/>
                    <a:pt x="426" y="1211"/>
                    <a:pt x="459" y="1121"/>
                  </a:cubicBezTo>
                  <a:cubicBezTo>
                    <a:pt x="555" y="847"/>
                    <a:pt x="659" y="575"/>
                    <a:pt x="771" y="305"/>
                  </a:cubicBezTo>
                  <a:cubicBezTo>
                    <a:pt x="818" y="193"/>
                    <a:pt x="764" y="63"/>
                    <a:pt x="650" y="17"/>
                  </a:cubicBezTo>
                  <a:cubicBezTo>
                    <a:pt x="623" y="6"/>
                    <a:pt x="595" y="1"/>
                    <a:pt x="56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9"/>
            <p:cNvSpPr/>
            <p:nvPr/>
          </p:nvSpPr>
          <p:spPr>
            <a:xfrm rot="2730142">
              <a:off x="2515614" y="4548938"/>
              <a:ext cx="21476" cy="31251"/>
            </a:xfrm>
            <a:custGeom>
              <a:rect b="b" l="l" r="r" t="t"/>
              <a:pathLst>
                <a:path extrusionOk="0" h="1250" w="859">
                  <a:moveTo>
                    <a:pt x="249" y="0"/>
                  </a:moveTo>
                  <a:cubicBezTo>
                    <a:pt x="224" y="0"/>
                    <a:pt x="199" y="5"/>
                    <a:pt x="174" y="14"/>
                  </a:cubicBezTo>
                  <a:cubicBezTo>
                    <a:pt x="57" y="57"/>
                    <a:pt x="1" y="184"/>
                    <a:pt x="42" y="298"/>
                  </a:cubicBezTo>
                  <a:lnTo>
                    <a:pt x="103" y="455"/>
                  </a:lnTo>
                  <a:cubicBezTo>
                    <a:pt x="191" y="684"/>
                    <a:pt x="297" y="910"/>
                    <a:pt x="412" y="1132"/>
                  </a:cubicBezTo>
                  <a:cubicBezTo>
                    <a:pt x="452" y="1207"/>
                    <a:pt x="530" y="1249"/>
                    <a:pt x="608" y="1249"/>
                  </a:cubicBezTo>
                  <a:cubicBezTo>
                    <a:pt x="643" y="1249"/>
                    <a:pt x="678" y="1241"/>
                    <a:pt x="710" y="1224"/>
                  </a:cubicBezTo>
                  <a:cubicBezTo>
                    <a:pt x="819" y="1167"/>
                    <a:pt x="859" y="1032"/>
                    <a:pt x="802" y="925"/>
                  </a:cubicBezTo>
                  <a:cubicBezTo>
                    <a:pt x="694" y="719"/>
                    <a:pt x="596" y="506"/>
                    <a:pt x="514" y="295"/>
                  </a:cubicBezTo>
                  <a:lnTo>
                    <a:pt x="457" y="145"/>
                  </a:lnTo>
                  <a:cubicBezTo>
                    <a:pt x="424" y="56"/>
                    <a:pt x="339" y="0"/>
                    <a:pt x="249"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9"/>
            <p:cNvSpPr/>
            <p:nvPr/>
          </p:nvSpPr>
          <p:spPr>
            <a:xfrm rot="2730142">
              <a:off x="2550491" y="4490261"/>
              <a:ext cx="15800" cy="32901"/>
            </a:xfrm>
            <a:custGeom>
              <a:rect b="b" l="l" r="r" t="t"/>
              <a:pathLst>
                <a:path extrusionOk="0" h="1316" w="632">
                  <a:moveTo>
                    <a:pt x="240" y="1"/>
                  </a:moveTo>
                  <a:cubicBezTo>
                    <a:pt x="229" y="1"/>
                    <a:pt x="217" y="2"/>
                    <a:pt x="206" y="4"/>
                  </a:cubicBezTo>
                  <a:cubicBezTo>
                    <a:pt x="85" y="21"/>
                    <a:pt x="0" y="133"/>
                    <a:pt x="18" y="253"/>
                  </a:cubicBezTo>
                  <a:cubicBezTo>
                    <a:pt x="58" y="550"/>
                    <a:pt x="112" y="847"/>
                    <a:pt x="173" y="1140"/>
                  </a:cubicBezTo>
                  <a:cubicBezTo>
                    <a:pt x="197" y="1245"/>
                    <a:pt x="287" y="1315"/>
                    <a:pt x="390" y="1315"/>
                  </a:cubicBezTo>
                  <a:cubicBezTo>
                    <a:pt x="406" y="1315"/>
                    <a:pt x="421" y="1314"/>
                    <a:pt x="437" y="1310"/>
                  </a:cubicBezTo>
                  <a:cubicBezTo>
                    <a:pt x="556" y="1284"/>
                    <a:pt x="631" y="1167"/>
                    <a:pt x="607" y="1047"/>
                  </a:cubicBezTo>
                  <a:cubicBezTo>
                    <a:pt x="546" y="765"/>
                    <a:pt x="496" y="479"/>
                    <a:pt x="455" y="191"/>
                  </a:cubicBezTo>
                  <a:cubicBezTo>
                    <a:pt x="440" y="82"/>
                    <a:pt x="346" y="1"/>
                    <a:pt x="2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9"/>
            <p:cNvSpPr/>
            <p:nvPr/>
          </p:nvSpPr>
          <p:spPr>
            <a:xfrm rot="2730142">
              <a:off x="2621335" y="4389574"/>
              <a:ext cx="42676" cy="40026"/>
            </a:xfrm>
            <a:custGeom>
              <a:rect b="b" l="l" r="r" t="t"/>
              <a:pathLst>
                <a:path extrusionOk="0" h="1601" w="1707">
                  <a:moveTo>
                    <a:pt x="1463" y="1"/>
                  </a:moveTo>
                  <a:cubicBezTo>
                    <a:pt x="1362" y="1"/>
                    <a:pt x="1272" y="70"/>
                    <a:pt x="1248" y="171"/>
                  </a:cubicBezTo>
                  <a:cubicBezTo>
                    <a:pt x="1179" y="465"/>
                    <a:pt x="1118" y="757"/>
                    <a:pt x="1067" y="1051"/>
                  </a:cubicBezTo>
                  <a:cubicBezTo>
                    <a:pt x="1060" y="1089"/>
                    <a:pt x="1062" y="1124"/>
                    <a:pt x="1074" y="1156"/>
                  </a:cubicBezTo>
                  <a:cubicBezTo>
                    <a:pt x="828" y="1141"/>
                    <a:pt x="584" y="1134"/>
                    <a:pt x="339" y="1134"/>
                  </a:cubicBezTo>
                  <a:lnTo>
                    <a:pt x="220" y="1134"/>
                  </a:lnTo>
                  <a:cubicBezTo>
                    <a:pt x="97" y="1136"/>
                    <a:pt x="0" y="1235"/>
                    <a:pt x="2" y="1358"/>
                  </a:cubicBezTo>
                  <a:cubicBezTo>
                    <a:pt x="3" y="1479"/>
                    <a:pt x="102" y="1575"/>
                    <a:pt x="223" y="1575"/>
                  </a:cubicBezTo>
                  <a:lnTo>
                    <a:pt x="338" y="1575"/>
                  </a:lnTo>
                  <a:cubicBezTo>
                    <a:pt x="590" y="1575"/>
                    <a:pt x="841" y="1582"/>
                    <a:pt x="1094" y="1601"/>
                  </a:cubicBezTo>
                  <a:lnTo>
                    <a:pt x="1108" y="1601"/>
                  </a:lnTo>
                  <a:cubicBezTo>
                    <a:pt x="1223" y="1601"/>
                    <a:pt x="1320" y="1510"/>
                    <a:pt x="1328" y="1394"/>
                  </a:cubicBezTo>
                  <a:cubicBezTo>
                    <a:pt x="1329" y="1363"/>
                    <a:pt x="1325" y="1334"/>
                    <a:pt x="1316" y="1309"/>
                  </a:cubicBezTo>
                  <a:cubicBezTo>
                    <a:pt x="1408" y="1294"/>
                    <a:pt x="1485" y="1225"/>
                    <a:pt x="1502" y="1127"/>
                  </a:cubicBezTo>
                  <a:cubicBezTo>
                    <a:pt x="1554" y="842"/>
                    <a:pt x="1613" y="557"/>
                    <a:pt x="1678" y="273"/>
                  </a:cubicBezTo>
                  <a:cubicBezTo>
                    <a:pt x="1706" y="154"/>
                    <a:pt x="1632" y="35"/>
                    <a:pt x="1513" y="7"/>
                  </a:cubicBezTo>
                  <a:cubicBezTo>
                    <a:pt x="1496" y="3"/>
                    <a:pt x="1479" y="1"/>
                    <a:pt x="146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9"/>
            <p:cNvSpPr/>
            <p:nvPr/>
          </p:nvSpPr>
          <p:spPr>
            <a:xfrm rot="2730142">
              <a:off x="2562982" y="4365207"/>
              <a:ext cx="33351" cy="14600"/>
            </a:xfrm>
            <a:custGeom>
              <a:rect b="b" l="l" r="r" t="t"/>
              <a:pathLst>
                <a:path extrusionOk="0" h="584" w="1334">
                  <a:moveTo>
                    <a:pt x="1096" y="0"/>
                  </a:moveTo>
                  <a:cubicBezTo>
                    <a:pt x="1086" y="0"/>
                    <a:pt x="1077" y="1"/>
                    <a:pt x="1067" y="2"/>
                  </a:cubicBezTo>
                  <a:cubicBezTo>
                    <a:pt x="780" y="40"/>
                    <a:pt x="494" y="88"/>
                    <a:pt x="210" y="145"/>
                  </a:cubicBezTo>
                  <a:lnTo>
                    <a:pt x="225" y="366"/>
                  </a:lnTo>
                  <a:lnTo>
                    <a:pt x="182" y="151"/>
                  </a:lnTo>
                  <a:cubicBezTo>
                    <a:pt x="61" y="174"/>
                    <a:pt x="0" y="287"/>
                    <a:pt x="23" y="408"/>
                  </a:cubicBezTo>
                  <a:cubicBezTo>
                    <a:pt x="43" y="512"/>
                    <a:pt x="147" y="583"/>
                    <a:pt x="253" y="583"/>
                  </a:cubicBezTo>
                  <a:cubicBezTo>
                    <a:pt x="270" y="583"/>
                    <a:pt x="284" y="582"/>
                    <a:pt x="298" y="581"/>
                  </a:cubicBezTo>
                  <a:cubicBezTo>
                    <a:pt x="572" y="527"/>
                    <a:pt x="849" y="478"/>
                    <a:pt x="1128" y="442"/>
                  </a:cubicBezTo>
                  <a:cubicBezTo>
                    <a:pt x="1248" y="426"/>
                    <a:pt x="1334" y="314"/>
                    <a:pt x="1316" y="192"/>
                  </a:cubicBezTo>
                  <a:cubicBezTo>
                    <a:pt x="1301" y="80"/>
                    <a:pt x="1204" y="0"/>
                    <a:pt x="109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9"/>
            <p:cNvSpPr/>
            <p:nvPr/>
          </p:nvSpPr>
          <p:spPr>
            <a:xfrm rot="2730142">
              <a:off x="2596220" y="4440447"/>
              <a:ext cx="11825" cy="33151"/>
            </a:xfrm>
            <a:custGeom>
              <a:rect b="b" l="l" r="r" t="t"/>
              <a:pathLst>
                <a:path extrusionOk="0" h="1326" w="473">
                  <a:moveTo>
                    <a:pt x="257" y="1"/>
                  </a:moveTo>
                  <a:cubicBezTo>
                    <a:pt x="129" y="1"/>
                    <a:pt x="30" y="89"/>
                    <a:pt x="23" y="209"/>
                  </a:cubicBezTo>
                  <a:cubicBezTo>
                    <a:pt x="7" y="480"/>
                    <a:pt x="0" y="751"/>
                    <a:pt x="0" y="1025"/>
                  </a:cubicBezTo>
                  <a:lnTo>
                    <a:pt x="0" y="1104"/>
                  </a:lnTo>
                  <a:cubicBezTo>
                    <a:pt x="0" y="1226"/>
                    <a:pt x="99" y="1325"/>
                    <a:pt x="221" y="1325"/>
                  </a:cubicBezTo>
                  <a:cubicBezTo>
                    <a:pt x="222" y="1325"/>
                    <a:pt x="223" y="1325"/>
                    <a:pt x="224" y="1325"/>
                  </a:cubicBezTo>
                  <a:cubicBezTo>
                    <a:pt x="346" y="1325"/>
                    <a:pt x="442" y="1226"/>
                    <a:pt x="442" y="1105"/>
                  </a:cubicBezTo>
                  <a:lnTo>
                    <a:pt x="442" y="1022"/>
                  </a:lnTo>
                  <a:cubicBezTo>
                    <a:pt x="442" y="759"/>
                    <a:pt x="450" y="497"/>
                    <a:pt x="465" y="235"/>
                  </a:cubicBezTo>
                  <a:cubicBezTo>
                    <a:pt x="472" y="113"/>
                    <a:pt x="379" y="8"/>
                    <a:pt x="25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6" name="Google Shape;4326;p59"/>
          <p:cNvGrpSpPr/>
          <p:nvPr/>
        </p:nvGrpSpPr>
        <p:grpSpPr>
          <a:xfrm>
            <a:off x="7553162" y="2137640"/>
            <a:ext cx="200232" cy="148973"/>
            <a:chOff x="7553162" y="2137640"/>
            <a:chExt cx="200232" cy="148973"/>
          </a:xfrm>
        </p:grpSpPr>
        <p:sp>
          <p:nvSpPr>
            <p:cNvPr id="4327" name="Google Shape;4327;p59"/>
            <p:cNvSpPr/>
            <p:nvPr/>
          </p:nvSpPr>
          <p:spPr>
            <a:xfrm>
              <a:off x="7556596" y="2140816"/>
              <a:ext cx="193367" cy="142634"/>
            </a:xfrm>
            <a:custGeom>
              <a:rect b="b" l="l" r="r" t="t"/>
              <a:pathLst>
                <a:path extrusionOk="0" h="10511" w="14247">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9"/>
            <p:cNvSpPr/>
            <p:nvPr/>
          </p:nvSpPr>
          <p:spPr>
            <a:xfrm>
              <a:off x="7616175" y="2160724"/>
              <a:ext cx="133784" cy="122727"/>
            </a:xfrm>
            <a:custGeom>
              <a:rect b="b" l="l" r="r" t="t"/>
              <a:pathLst>
                <a:path extrusionOk="0" h="9044" w="9857">
                  <a:moveTo>
                    <a:pt x="9130" y="0"/>
                  </a:moveTo>
                  <a:lnTo>
                    <a:pt x="830" y="8300"/>
                  </a:lnTo>
                  <a:cubicBezTo>
                    <a:pt x="604" y="8530"/>
                    <a:pt x="316" y="8687"/>
                    <a:pt x="1" y="8756"/>
                  </a:cubicBezTo>
                  <a:cubicBezTo>
                    <a:pt x="261" y="8941"/>
                    <a:pt x="576" y="9044"/>
                    <a:pt x="898" y="9044"/>
                  </a:cubicBezTo>
                  <a:cubicBezTo>
                    <a:pt x="1310" y="9044"/>
                    <a:pt x="1704" y="8879"/>
                    <a:pt x="1995" y="8588"/>
                  </a:cubicBezTo>
                  <a:lnTo>
                    <a:pt x="9856" y="727"/>
                  </a:lnTo>
                  <a:lnTo>
                    <a:pt x="9130" y="0"/>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9"/>
            <p:cNvSpPr/>
            <p:nvPr/>
          </p:nvSpPr>
          <p:spPr>
            <a:xfrm>
              <a:off x="7553162" y="2187498"/>
              <a:ext cx="167512" cy="99115"/>
            </a:xfrm>
            <a:custGeom>
              <a:rect b="b" l="l" r="r" t="t"/>
              <a:pathLst>
                <a:path extrusionOk="0" h="7304" w="12342">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9"/>
            <p:cNvSpPr/>
            <p:nvPr/>
          </p:nvSpPr>
          <p:spPr>
            <a:xfrm>
              <a:off x="7601993" y="2137640"/>
              <a:ext cx="151401" cy="95641"/>
            </a:xfrm>
            <a:custGeom>
              <a:rect b="b" l="l" r="r" t="t"/>
              <a:pathLst>
                <a:path extrusionOk="0" h="7048" w="11155">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1" name="Google Shape;4331;p59"/>
          <p:cNvGrpSpPr/>
          <p:nvPr/>
        </p:nvGrpSpPr>
        <p:grpSpPr>
          <a:xfrm>
            <a:off x="7553162" y="3649503"/>
            <a:ext cx="200232" cy="148973"/>
            <a:chOff x="7553162" y="3649503"/>
            <a:chExt cx="200232" cy="148973"/>
          </a:xfrm>
        </p:grpSpPr>
        <p:sp>
          <p:nvSpPr>
            <p:cNvPr id="4332" name="Google Shape;4332;p59"/>
            <p:cNvSpPr/>
            <p:nvPr/>
          </p:nvSpPr>
          <p:spPr>
            <a:xfrm>
              <a:off x="7556596" y="3652678"/>
              <a:ext cx="193367" cy="142634"/>
            </a:xfrm>
            <a:custGeom>
              <a:rect b="b" l="l" r="r" t="t"/>
              <a:pathLst>
                <a:path extrusionOk="0" h="10511" w="14247">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9"/>
            <p:cNvSpPr/>
            <p:nvPr/>
          </p:nvSpPr>
          <p:spPr>
            <a:xfrm>
              <a:off x="7616175" y="3672586"/>
              <a:ext cx="133784" cy="122727"/>
            </a:xfrm>
            <a:custGeom>
              <a:rect b="b" l="l" r="r" t="t"/>
              <a:pathLst>
                <a:path extrusionOk="0" h="9044" w="9857">
                  <a:moveTo>
                    <a:pt x="9130" y="0"/>
                  </a:moveTo>
                  <a:lnTo>
                    <a:pt x="830" y="8300"/>
                  </a:lnTo>
                  <a:cubicBezTo>
                    <a:pt x="604" y="8530"/>
                    <a:pt x="316" y="8687"/>
                    <a:pt x="1" y="8756"/>
                  </a:cubicBezTo>
                  <a:cubicBezTo>
                    <a:pt x="261" y="8941"/>
                    <a:pt x="576" y="9044"/>
                    <a:pt x="898" y="9044"/>
                  </a:cubicBezTo>
                  <a:cubicBezTo>
                    <a:pt x="1310" y="9044"/>
                    <a:pt x="1704" y="8879"/>
                    <a:pt x="1995" y="8588"/>
                  </a:cubicBezTo>
                  <a:lnTo>
                    <a:pt x="9856" y="727"/>
                  </a:lnTo>
                  <a:lnTo>
                    <a:pt x="9130" y="0"/>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9"/>
            <p:cNvSpPr/>
            <p:nvPr/>
          </p:nvSpPr>
          <p:spPr>
            <a:xfrm>
              <a:off x="7553162" y="3699360"/>
              <a:ext cx="167512" cy="99115"/>
            </a:xfrm>
            <a:custGeom>
              <a:rect b="b" l="l" r="r" t="t"/>
              <a:pathLst>
                <a:path extrusionOk="0" h="7304" w="12342">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9"/>
            <p:cNvSpPr/>
            <p:nvPr/>
          </p:nvSpPr>
          <p:spPr>
            <a:xfrm>
              <a:off x="7601993" y="3649503"/>
              <a:ext cx="151401" cy="95641"/>
            </a:xfrm>
            <a:custGeom>
              <a:rect b="b" l="l" r="r" t="t"/>
              <a:pathLst>
                <a:path extrusionOk="0" h="7048" w="11155">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6" name="Google Shape;4336;p59"/>
          <p:cNvGrpSpPr/>
          <p:nvPr/>
        </p:nvGrpSpPr>
        <p:grpSpPr>
          <a:xfrm>
            <a:off x="7553126" y="2615302"/>
            <a:ext cx="200277" cy="198009"/>
            <a:chOff x="7553126" y="2615302"/>
            <a:chExt cx="200277" cy="198009"/>
          </a:xfrm>
        </p:grpSpPr>
        <p:sp>
          <p:nvSpPr>
            <p:cNvPr id="4337" name="Google Shape;4337;p59"/>
            <p:cNvSpPr/>
            <p:nvPr/>
          </p:nvSpPr>
          <p:spPr>
            <a:xfrm>
              <a:off x="7556638" y="2618546"/>
              <a:ext cx="193253" cy="191505"/>
            </a:xfrm>
            <a:custGeom>
              <a:rect b="b" l="l" r="r" t="t"/>
              <a:pathLst>
                <a:path extrusionOk="0" h="11394" w="11498">
                  <a:moveTo>
                    <a:pt x="2709" y="1"/>
                  </a:moveTo>
                  <a:cubicBezTo>
                    <a:pt x="2577" y="1"/>
                    <a:pt x="2445" y="51"/>
                    <a:pt x="2344" y="152"/>
                  </a:cubicBezTo>
                  <a:lnTo>
                    <a:pt x="203" y="2294"/>
                  </a:lnTo>
                  <a:cubicBezTo>
                    <a:pt x="0" y="2493"/>
                    <a:pt x="0" y="2822"/>
                    <a:pt x="203" y="3021"/>
                  </a:cubicBezTo>
                  <a:lnTo>
                    <a:pt x="2879" y="5697"/>
                  </a:lnTo>
                  <a:lnTo>
                    <a:pt x="203" y="8373"/>
                  </a:lnTo>
                  <a:cubicBezTo>
                    <a:pt x="0" y="8572"/>
                    <a:pt x="0" y="8901"/>
                    <a:pt x="203" y="9100"/>
                  </a:cubicBezTo>
                  <a:lnTo>
                    <a:pt x="2344" y="11241"/>
                  </a:lnTo>
                  <a:cubicBezTo>
                    <a:pt x="2445" y="11343"/>
                    <a:pt x="2577" y="11393"/>
                    <a:pt x="2709" y="11393"/>
                  </a:cubicBezTo>
                  <a:cubicBezTo>
                    <a:pt x="2841" y="11393"/>
                    <a:pt x="2973" y="11343"/>
                    <a:pt x="3074" y="11241"/>
                  </a:cubicBezTo>
                  <a:lnTo>
                    <a:pt x="5750" y="8569"/>
                  </a:lnTo>
                  <a:lnTo>
                    <a:pt x="8423" y="11241"/>
                  </a:lnTo>
                  <a:cubicBezTo>
                    <a:pt x="8524" y="11343"/>
                    <a:pt x="8656" y="11393"/>
                    <a:pt x="8788" y="11393"/>
                  </a:cubicBezTo>
                  <a:cubicBezTo>
                    <a:pt x="8920" y="11393"/>
                    <a:pt x="9052" y="11343"/>
                    <a:pt x="9153" y="11241"/>
                  </a:cubicBezTo>
                  <a:lnTo>
                    <a:pt x="11295" y="9100"/>
                  </a:lnTo>
                  <a:cubicBezTo>
                    <a:pt x="11497" y="8901"/>
                    <a:pt x="11497" y="8572"/>
                    <a:pt x="11295" y="8373"/>
                  </a:cubicBezTo>
                  <a:lnTo>
                    <a:pt x="8615" y="5697"/>
                  </a:lnTo>
                  <a:lnTo>
                    <a:pt x="11292" y="3021"/>
                  </a:lnTo>
                  <a:cubicBezTo>
                    <a:pt x="11494" y="2822"/>
                    <a:pt x="11494" y="2493"/>
                    <a:pt x="11292" y="2294"/>
                  </a:cubicBezTo>
                  <a:lnTo>
                    <a:pt x="9150" y="152"/>
                  </a:lnTo>
                  <a:cubicBezTo>
                    <a:pt x="9049" y="51"/>
                    <a:pt x="8917" y="1"/>
                    <a:pt x="8785" y="1"/>
                  </a:cubicBezTo>
                  <a:cubicBezTo>
                    <a:pt x="8653" y="1"/>
                    <a:pt x="8521" y="51"/>
                    <a:pt x="8420" y="152"/>
                  </a:cubicBezTo>
                  <a:lnTo>
                    <a:pt x="5750" y="2829"/>
                  </a:lnTo>
                  <a:lnTo>
                    <a:pt x="3074" y="152"/>
                  </a:lnTo>
                  <a:cubicBezTo>
                    <a:pt x="2973" y="51"/>
                    <a:pt x="2841" y="1"/>
                    <a:pt x="27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9"/>
            <p:cNvSpPr/>
            <p:nvPr/>
          </p:nvSpPr>
          <p:spPr>
            <a:xfrm>
              <a:off x="7623195" y="2615336"/>
              <a:ext cx="130208" cy="197976"/>
            </a:xfrm>
            <a:custGeom>
              <a:rect b="b" l="l" r="r" t="t"/>
              <a:pathLst>
                <a:path extrusionOk="0" h="11779" w="7747">
                  <a:moveTo>
                    <a:pt x="4828" y="1"/>
                  </a:moveTo>
                  <a:cubicBezTo>
                    <a:pt x="4647" y="1"/>
                    <a:pt x="4465" y="69"/>
                    <a:pt x="4326" y="206"/>
                  </a:cubicBezTo>
                  <a:lnTo>
                    <a:pt x="1790" y="2745"/>
                  </a:lnTo>
                  <a:lnTo>
                    <a:pt x="420" y="1375"/>
                  </a:lnTo>
                  <a:cubicBezTo>
                    <a:pt x="377" y="1332"/>
                    <a:pt x="329" y="1314"/>
                    <a:pt x="283" y="1314"/>
                  </a:cubicBezTo>
                  <a:cubicBezTo>
                    <a:pt x="131" y="1314"/>
                    <a:pt x="0" y="1510"/>
                    <a:pt x="142" y="1652"/>
                  </a:cubicBezTo>
                  <a:lnTo>
                    <a:pt x="1650" y="3160"/>
                  </a:lnTo>
                  <a:cubicBezTo>
                    <a:pt x="1688" y="3198"/>
                    <a:pt x="1737" y="3217"/>
                    <a:pt x="1787" y="3217"/>
                  </a:cubicBezTo>
                  <a:cubicBezTo>
                    <a:pt x="1838" y="3217"/>
                    <a:pt x="1888" y="3198"/>
                    <a:pt x="1928" y="3160"/>
                  </a:cubicBezTo>
                  <a:lnTo>
                    <a:pt x="4600" y="484"/>
                  </a:lnTo>
                  <a:cubicBezTo>
                    <a:pt x="4664" y="420"/>
                    <a:pt x="4745" y="389"/>
                    <a:pt x="4827" y="389"/>
                  </a:cubicBezTo>
                  <a:cubicBezTo>
                    <a:pt x="4908" y="389"/>
                    <a:pt x="4989" y="420"/>
                    <a:pt x="5053" y="484"/>
                  </a:cubicBezTo>
                  <a:lnTo>
                    <a:pt x="7195" y="2626"/>
                  </a:lnTo>
                  <a:cubicBezTo>
                    <a:pt x="7318" y="2749"/>
                    <a:pt x="7318" y="2951"/>
                    <a:pt x="7195" y="3074"/>
                  </a:cubicBezTo>
                  <a:lnTo>
                    <a:pt x="4518" y="5751"/>
                  </a:lnTo>
                  <a:cubicBezTo>
                    <a:pt x="4443" y="5826"/>
                    <a:pt x="4443" y="5950"/>
                    <a:pt x="4518" y="6028"/>
                  </a:cubicBezTo>
                  <a:lnTo>
                    <a:pt x="7195" y="8701"/>
                  </a:lnTo>
                  <a:cubicBezTo>
                    <a:pt x="7318" y="8828"/>
                    <a:pt x="7318" y="9027"/>
                    <a:pt x="7195" y="9154"/>
                  </a:cubicBezTo>
                  <a:lnTo>
                    <a:pt x="5053" y="11295"/>
                  </a:lnTo>
                  <a:cubicBezTo>
                    <a:pt x="4989" y="11357"/>
                    <a:pt x="4908" y="11388"/>
                    <a:pt x="4827" y="11388"/>
                  </a:cubicBezTo>
                  <a:cubicBezTo>
                    <a:pt x="4745" y="11388"/>
                    <a:pt x="4664" y="11357"/>
                    <a:pt x="4600" y="11295"/>
                  </a:cubicBezTo>
                  <a:lnTo>
                    <a:pt x="3593" y="10284"/>
                  </a:lnTo>
                  <a:cubicBezTo>
                    <a:pt x="3550" y="10242"/>
                    <a:pt x="3503" y="10225"/>
                    <a:pt x="3457" y="10225"/>
                  </a:cubicBezTo>
                  <a:cubicBezTo>
                    <a:pt x="3306" y="10225"/>
                    <a:pt x="3176" y="10420"/>
                    <a:pt x="3315" y="10562"/>
                  </a:cubicBezTo>
                  <a:lnTo>
                    <a:pt x="4326" y="11569"/>
                  </a:lnTo>
                  <a:cubicBezTo>
                    <a:pt x="4460" y="11703"/>
                    <a:pt x="4638" y="11779"/>
                    <a:pt x="4827" y="11779"/>
                  </a:cubicBezTo>
                  <a:cubicBezTo>
                    <a:pt x="5015" y="11779"/>
                    <a:pt x="5197" y="11703"/>
                    <a:pt x="5327" y="11569"/>
                  </a:cubicBezTo>
                  <a:lnTo>
                    <a:pt x="7469" y="9428"/>
                  </a:lnTo>
                  <a:cubicBezTo>
                    <a:pt x="7746" y="9150"/>
                    <a:pt x="7746" y="8701"/>
                    <a:pt x="7469" y="8427"/>
                  </a:cubicBezTo>
                  <a:lnTo>
                    <a:pt x="4933" y="5888"/>
                  </a:lnTo>
                  <a:lnTo>
                    <a:pt x="7469" y="3352"/>
                  </a:lnTo>
                  <a:cubicBezTo>
                    <a:pt x="7746" y="3074"/>
                    <a:pt x="7746" y="2626"/>
                    <a:pt x="7469" y="2351"/>
                  </a:cubicBezTo>
                  <a:lnTo>
                    <a:pt x="5327" y="206"/>
                  </a:lnTo>
                  <a:cubicBezTo>
                    <a:pt x="5190" y="69"/>
                    <a:pt x="5009" y="1"/>
                    <a:pt x="482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9"/>
            <p:cNvSpPr/>
            <p:nvPr/>
          </p:nvSpPr>
          <p:spPr>
            <a:xfrm>
              <a:off x="7553126" y="2615302"/>
              <a:ext cx="123535" cy="198009"/>
            </a:xfrm>
            <a:custGeom>
              <a:rect b="b" l="l" r="r" t="t"/>
              <a:pathLst>
                <a:path extrusionOk="0" h="11781" w="7350">
                  <a:moveTo>
                    <a:pt x="2919" y="0"/>
                  </a:moveTo>
                  <a:cubicBezTo>
                    <a:pt x="2737" y="0"/>
                    <a:pt x="2557" y="69"/>
                    <a:pt x="2420" y="208"/>
                  </a:cubicBezTo>
                  <a:lnTo>
                    <a:pt x="278" y="2350"/>
                  </a:lnTo>
                  <a:cubicBezTo>
                    <a:pt x="0" y="2628"/>
                    <a:pt x="0" y="3076"/>
                    <a:pt x="278" y="3354"/>
                  </a:cubicBezTo>
                  <a:lnTo>
                    <a:pt x="2814" y="5890"/>
                  </a:lnTo>
                  <a:lnTo>
                    <a:pt x="278" y="8429"/>
                  </a:lnTo>
                  <a:cubicBezTo>
                    <a:pt x="0" y="8703"/>
                    <a:pt x="0" y="9152"/>
                    <a:pt x="278" y="9430"/>
                  </a:cubicBezTo>
                  <a:lnTo>
                    <a:pt x="2420" y="11571"/>
                  </a:lnTo>
                  <a:cubicBezTo>
                    <a:pt x="2550" y="11705"/>
                    <a:pt x="2731" y="11781"/>
                    <a:pt x="2920" y="11781"/>
                  </a:cubicBezTo>
                  <a:cubicBezTo>
                    <a:pt x="3108" y="11781"/>
                    <a:pt x="3287" y="11705"/>
                    <a:pt x="3420" y="11571"/>
                  </a:cubicBezTo>
                  <a:lnTo>
                    <a:pt x="5956" y="9032"/>
                  </a:lnTo>
                  <a:lnTo>
                    <a:pt x="6933" y="10009"/>
                  </a:lnTo>
                  <a:cubicBezTo>
                    <a:pt x="6976" y="10052"/>
                    <a:pt x="7024" y="10070"/>
                    <a:pt x="7070" y="10070"/>
                  </a:cubicBezTo>
                  <a:cubicBezTo>
                    <a:pt x="7221" y="10070"/>
                    <a:pt x="7349" y="9876"/>
                    <a:pt x="7210" y="9735"/>
                  </a:cubicBezTo>
                  <a:lnTo>
                    <a:pt x="6097" y="8621"/>
                  </a:lnTo>
                  <a:cubicBezTo>
                    <a:pt x="6059" y="8583"/>
                    <a:pt x="6008" y="8564"/>
                    <a:pt x="5958" y="8564"/>
                  </a:cubicBezTo>
                  <a:cubicBezTo>
                    <a:pt x="5907" y="8564"/>
                    <a:pt x="5857" y="8583"/>
                    <a:pt x="5819" y="8621"/>
                  </a:cubicBezTo>
                  <a:lnTo>
                    <a:pt x="3146" y="11297"/>
                  </a:lnTo>
                  <a:cubicBezTo>
                    <a:pt x="3083" y="11359"/>
                    <a:pt x="3000" y="11390"/>
                    <a:pt x="2919" y="11390"/>
                  </a:cubicBezTo>
                  <a:cubicBezTo>
                    <a:pt x="2837" y="11390"/>
                    <a:pt x="2755" y="11359"/>
                    <a:pt x="2694" y="11297"/>
                  </a:cubicBezTo>
                  <a:lnTo>
                    <a:pt x="552" y="9156"/>
                  </a:lnTo>
                  <a:cubicBezTo>
                    <a:pt x="429" y="9029"/>
                    <a:pt x="429" y="8827"/>
                    <a:pt x="552" y="8703"/>
                  </a:cubicBezTo>
                  <a:lnTo>
                    <a:pt x="3228" y="6027"/>
                  </a:lnTo>
                  <a:cubicBezTo>
                    <a:pt x="3304" y="5952"/>
                    <a:pt x="3304" y="5828"/>
                    <a:pt x="3228" y="5753"/>
                  </a:cubicBezTo>
                  <a:lnTo>
                    <a:pt x="552" y="3076"/>
                  </a:lnTo>
                  <a:cubicBezTo>
                    <a:pt x="429" y="2953"/>
                    <a:pt x="429" y="2751"/>
                    <a:pt x="552" y="2628"/>
                  </a:cubicBezTo>
                  <a:lnTo>
                    <a:pt x="2694" y="486"/>
                  </a:lnTo>
                  <a:cubicBezTo>
                    <a:pt x="2755" y="422"/>
                    <a:pt x="2837" y="391"/>
                    <a:pt x="2919" y="391"/>
                  </a:cubicBezTo>
                  <a:cubicBezTo>
                    <a:pt x="3000" y="391"/>
                    <a:pt x="3083" y="422"/>
                    <a:pt x="3146" y="486"/>
                  </a:cubicBezTo>
                  <a:lnTo>
                    <a:pt x="3759" y="1103"/>
                  </a:lnTo>
                  <a:cubicBezTo>
                    <a:pt x="3802" y="1145"/>
                    <a:pt x="3850" y="1162"/>
                    <a:pt x="3896" y="1162"/>
                  </a:cubicBezTo>
                  <a:cubicBezTo>
                    <a:pt x="4048" y="1162"/>
                    <a:pt x="4179" y="967"/>
                    <a:pt x="4037" y="825"/>
                  </a:cubicBezTo>
                  <a:lnTo>
                    <a:pt x="3420" y="208"/>
                  </a:lnTo>
                  <a:cubicBezTo>
                    <a:pt x="3281" y="69"/>
                    <a:pt x="3100" y="0"/>
                    <a:pt x="29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0" name="Google Shape;4340;p59"/>
          <p:cNvGrpSpPr/>
          <p:nvPr/>
        </p:nvGrpSpPr>
        <p:grpSpPr>
          <a:xfrm>
            <a:off x="7553126" y="3119264"/>
            <a:ext cx="200277" cy="198009"/>
            <a:chOff x="7553126" y="3119264"/>
            <a:chExt cx="200277" cy="198009"/>
          </a:xfrm>
        </p:grpSpPr>
        <p:sp>
          <p:nvSpPr>
            <p:cNvPr id="4341" name="Google Shape;4341;p59"/>
            <p:cNvSpPr/>
            <p:nvPr/>
          </p:nvSpPr>
          <p:spPr>
            <a:xfrm>
              <a:off x="7556638" y="3122508"/>
              <a:ext cx="193253" cy="191505"/>
            </a:xfrm>
            <a:custGeom>
              <a:rect b="b" l="l" r="r" t="t"/>
              <a:pathLst>
                <a:path extrusionOk="0" h="11394" w="11498">
                  <a:moveTo>
                    <a:pt x="2709" y="1"/>
                  </a:moveTo>
                  <a:cubicBezTo>
                    <a:pt x="2577" y="1"/>
                    <a:pt x="2445" y="51"/>
                    <a:pt x="2344" y="152"/>
                  </a:cubicBezTo>
                  <a:lnTo>
                    <a:pt x="203" y="2294"/>
                  </a:lnTo>
                  <a:cubicBezTo>
                    <a:pt x="0" y="2493"/>
                    <a:pt x="0" y="2822"/>
                    <a:pt x="203" y="3021"/>
                  </a:cubicBezTo>
                  <a:lnTo>
                    <a:pt x="2879" y="5697"/>
                  </a:lnTo>
                  <a:lnTo>
                    <a:pt x="203" y="8373"/>
                  </a:lnTo>
                  <a:cubicBezTo>
                    <a:pt x="0" y="8572"/>
                    <a:pt x="0" y="8901"/>
                    <a:pt x="203" y="9100"/>
                  </a:cubicBezTo>
                  <a:lnTo>
                    <a:pt x="2344" y="11241"/>
                  </a:lnTo>
                  <a:cubicBezTo>
                    <a:pt x="2445" y="11343"/>
                    <a:pt x="2577" y="11393"/>
                    <a:pt x="2709" y="11393"/>
                  </a:cubicBezTo>
                  <a:cubicBezTo>
                    <a:pt x="2841" y="11393"/>
                    <a:pt x="2973" y="11343"/>
                    <a:pt x="3074" y="11241"/>
                  </a:cubicBezTo>
                  <a:lnTo>
                    <a:pt x="5750" y="8569"/>
                  </a:lnTo>
                  <a:lnTo>
                    <a:pt x="8423" y="11241"/>
                  </a:lnTo>
                  <a:cubicBezTo>
                    <a:pt x="8524" y="11343"/>
                    <a:pt x="8656" y="11393"/>
                    <a:pt x="8788" y="11393"/>
                  </a:cubicBezTo>
                  <a:cubicBezTo>
                    <a:pt x="8920" y="11393"/>
                    <a:pt x="9052" y="11343"/>
                    <a:pt x="9153" y="11241"/>
                  </a:cubicBezTo>
                  <a:lnTo>
                    <a:pt x="11295" y="9100"/>
                  </a:lnTo>
                  <a:cubicBezTo>
                    <a:pt x="11497" y="8901"/>
                    <a:pt x="11497" y="8572"/>
                    <a:pt x="11295" y="8373"/>
                  </a:cubicBezTo>
                  <a:lnTo>
                    <a:pt x="8615" y="5697"/>
                  </a:lnTo>
                  <a:lnTo>
                    <a:pt x="11292" y="3021"/>
                  </a:lnTo>
                  <a:cubicBezTo>
                    <a:pt x="11494" y="2822"/>
                    <a:pt x="11494" y="2493"/>
                    <a:pt x="11292" y="2294"/>
                  </a:cubicBezTo>
                  <a:lnTo>
                    <a:pt x="9150" y="152"/>
                  </a:lnTo>
                  <a:cubicBezTo>
                    <a:pt x="9049" y="51"/>
                    <a:pt x="8917" y="1"/>
                    <a:pt x="8785" y="1"/>
                  </a:cubicBezTo>
                  <a:cubicBezTo>
                    <a:pt x="8653" y="1"/>
                    <a:pt x="8521" y="51"/>
                    <a:pt x="8420" y="152"/>
                  </a:cubicBezTo>
                  <a:lnTo>
                    <a:pt x="5750" y="2829"/>
                  </a:lnTo>
                  <a:lnTo>
                    <a:pt x="3074" y="152"/>
                  </a:lnTo>
                  <a:cubicBezTo>
                    <a:pt x="2973" y="51"/>
                    <a:pt x="2841" y="1"/>
                    <a:pt x="27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9"/>
            <p:cNvSpPr/>
            <p:nvPr/>
          </p:nvSpPr>
          <p:spPr>
            <a:xfrm>
              <a:off x="7623195" y="3119298"/>
              <a:ext cx="130208" cy="197976"/>
            </a:xfrm>
            <a:custGeom>
              <a:rect b="b" l="l" r="r" t="t"/>
              <a:pathLst>
                <a:path extrusionOk="0" h="11779" w="7747">
                  <a:moveTo>
                    <a:pt x="4828" y="1"/>
                  </a:moveTo>
                  <a:cubicBezTo>
                    <a:pt x="4647" y="1"/>
                    <a:pt x="4465" y="69"/>
                    <a:pt x="4326" y="206"/>
                  </a:cubicBezTo>
                  <a:lnTo>
                    <a:pt x="1790" y="2745"/>
                  </a:lnTo>
                  <a:lnTo>
                    <a:pt x="420" y="1375"/>
                  </a:lnTo>
                  <a:cubicBezTo>
                    <a:pt x="377" y="1332"/>
                    <a:pt x="329" y="1314"/>
                    <a:pt x="283" y="1314"/>
                  </a:cubicBezTo>
                  <a:cubicBezTo>
                    <a:pt x="131" y="1314"/>
                    <a:pt x="0" y="1510"/>
                    <a:pt x="142" y="1652"/>
                  </a:cubicBezTo>
                  <a:lnTo>
                    <a:pt x="1650" y="3160"/>
                  </a:lnTo>
                  <a:cubicBezTo>
                    <a:pt x="1688" y="3198"/>
                    <a:pt x="1737" y="3217"/>
                    <a:pt x="1787" y="3217"/>
                  </a:cubicBezTo>
                  <a:cubicBezTo>
                    <a:pt x="1838" y="3217"/>
                    <a:pt x="1888" y="3198"/>
                    <a:pt x="1928" y="3160"/>
                  </a:cubicBezTo>
                  <a:lnTo>
                    <a:pt x="4600" y="484"/>
                  </a:lnTo>
                  <a:cubicBezTo>
                    <a:pt x="4664" y="420"/>
                    <a:pt x="4745" y="389"/>
                    <a:pt x="4827" y="389"/>
                  </a:cubicBezTo>
                  <a:cubicBezTo>
                    <a:pt x="4908" y="389"/>
                    <a:pt x="4989" y="420"/>
                    <a:pt x="5053" y="484"/>
                  </a:cubicBezTo>
                  <a:lnTo>
                    <a:pt x="7195" y="2626"/>
                  </a:lnTo>
                  <a:cubicBezTo>
                    <a:pt x="7318" y="2749"/>
                    <a:pt x="7318" y="2951"/>
                    <a:pt x="7195" y="3074"/>
                  </a:cubicBezTo>
                  <a:lnTo>
                    <a:pt x="4518" y="5751"/>
                  </a:lnTo>
                  <a:cubicBezTo>
                    <a:pt x="4443" y="5826"/>
                    <a:pt x="4443" y="5950"/>
                    <a:pt x="4518" y="6028"/>
                  </a:cubicBezTo>
                  <a:lnTo>
                    <a:pt x="7195" y="8701"/>
                  </a:lnTo>
                  <a:cubicBezTo>
                    <a:pt x="7318" y="8828"/>
                    <a:pt x="7318" y="9027"/>
                    <a:pt x="7195" y="9154"/>
                  </a:cubicBezTo>
                  <a:lnTo>
                    <a:pt x="5053" y="11295"/>
                  </a:lnTo>
                  <a:cubicBezTo>
                    <a:pt x="4989" y="11357"/>
                    <a:pt x="4908" y="11388"/>
                    <a:pt x="4827" y="11388"/>
                  </a:cubicBezTo>
                  <a:cubicBezTo>
                    <a:pt x="4745" y="11388"/>
                    <a:pt x="4664" y="11357"/>
                    <a:pt x="4600" y="11295"/>
                  </a:cubicBezTo>
                  <a:lnTo>
                    <a:pt x="3593" y="10284"/>
                  </a:lnTo>
                  <a:cubicBezTo>
                    <a:pt x="3550" y="10242"/>
                    <a:pt x="3503" y="10225"/>
                    <a:pt x="3457" y="10225"/>
                  </a:cubicBezTo>
                  <a:cubicBezTo>
                    <a:pt x="3306" y="10225"/>
                    <a:pt x="3176" y="10420"/>
                    <a:pt x="3315" y="10562"/>
                  </a:cubicBezTo>
                  <a:lnTo>
                    <a:pt x="4326" y="11569"/>
                  </a:lnTo>
                  <a:cubicBezTo>
                    <a:pt x="4460" y="11703"/>
                    <a:pt x="4638" y="11779"/>
                    <a:pt x="4827" y="11779"/>
                  </a:cubicBezTo>
                  <a:cubicBezTo>
                    <a:pt x="5015" y="11779"/>
                    <a:pt x="5197" y="11703"/>
                    <a:pt x="5327" y="11569"/>
                  </a:cubicBezTo>
                  <a:lnTo>
                    <a:pt x="7469" y="9428"/>
                  </a:lnTo>
                  <a:cubicBezTo>
                    <a:pt x="7746" y="9150"/>
                    <a:pt x="7746" y="8701"/>
                    <a:pt x="7469" y="8427"/>
                  </a:cubicBezTo>
                  <a:lnTo>
                    <a:pt x="4933" y="5888"/>
                  </a:lnTo>
                  <a:lnTo>
                    <a:pt x="7469" y="3352"/>
                  </a:lnTo>
                  <a:cubicBezTo>
                    <a:pt x="7746" y="3074"/>
                    <a:pt x="7746" y="2626"/>
                    <a:pt x="7469" y="2351"/>
                  </a:cubicBezTo>
                  <a:lnTo>
                    <a:pt x="5327" y="206"/>
                  </a:lnTo>
                  <a:cubicBezTo>
                    <a:pt x="5190" y="69"/>
                    <a:pt x="5009" y="1"/>
                    <a:pt x="482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9"/>
            <p:cNvSpPr/>
            <p:nvPr/>
          </p:nvSpPr>
          <p:spPr>
            <a:xfrm>
              <a:off x="7553126" y="3119264"/>
              <a:ext cx="123535" cy="198009"/>
            </a:xfrm>
            <a:custGeom>
              <a:rect b="b" l="l" r="r" t="t"/>
              <a:pathLst>
                <a:path extrusionOk="0" h="11781" w="7350">
                  <a:moveTo>
                    <a:pt x="2919" y="0"/>
                  </a:moveTo>
                  <a:cubicBezTo>
                    <a:pt x="2737" y="0"/>
                    <a:pt x="2557" y="69"/>
                    <a:pt x="2420" y="208"/>
                  </a:cubicBezTo>
                  <a:lnTo>
                    <a:pt x="278" y="2350"/>
                  </a:lnTo>
                  <a:cubicBezTo>
                    <a:pt x="0" y="2628"/>
                    <a:pt x="0" y="3076"/>
                    <a:pt x="278" y="3354"/>
                  </a:cubicBezTo>
                  <a:lnTo>
                    <a:pt x="2814" y="5890"/>
                  </a:lnTo>
                  <a:lnTo>
                    <a:pt x="278" y="8429"/>
                  </a:lnTo>
                  <a:cubicBezTo>
                    <a:pt x="0" y="8703"/>
                    <a:pt x="0" y="9152"/>
                    <a:pt x="278" y="9430"/>
                  </a:cubicBezTo>
                  <a:lnTo>
                    <a:pt x="2420" y="11571"/>
                  </a:lnTo>
                  <a:cubicBezTo>
                    <a:pt x="2550" y="11705"/>
                    <a:pt x="2731" y="11781"/>
                    <a:pt x="2920" y="11781"/>
                  </a:cubicBezTo>
                  <a:cubicBezTo>
                    <a:pt x="3108" y="11781"/>
                    <a:pt x="3287" y="11705"/>
                    <a:pt x="3420" y="11571"/>
                  </a:cubicBezTo>
                  <a:lnTo>
                    <a:pt x="5956" y="9032"/>
                  </a:lnTo>
                  <a:lnTo>
                    <a:pt x="6933" y="10009"/>
                  </a:lnTo>
                  <a:cubicBezTo>
                    <a:pt x="6976" y="10052"/>
                    <a:pt x="7024" y="10070"/>
                    <a:pt x="7070" y="10070"/>
                  </a:cubicBezTo>
                  <a:cubicBezTo>
                    <a:pt x="7221" y="10070"/>
                    <a:pt x="7349" y="9876"/>
                    <a:pt x="7210" y="9735"/>
                  </a:cubicBezTo>
                  <a:lnTo>
                    <a:pt x="6097" y="8621"/>
                  </a:lnTo>
                  <a:cubicBezTo>
                    <a:pt x="6059" y="8583"/>
                    <a:pt x="6008" y="8564"/>
                    <a:pt x="5958" y="8564"/>
                  </a:cubicBezTo>
                  <a:cubicBezTo>
                    <a:pt x="5907" y="8564"/>
                    <a:pt x="5857" y="8583"/>
                    <a:pt x="5819" y="8621"/>
                  </a:cubicBezTo>
                  <a:lnTo>
                    <a:pt x="3146" y="11297"/>
                  </a:lnTo>
                  <a:cubicBezTo>
                    <a:pt x="3083" y="11359"/>
                    <a:pt x="3000" y="11390"/>
                    <a:pt x="2919" y="11390"/>
                  </a:cubicBezTo>
                  <a:cubicBezTo>
                    <a:pt x="2837" y="11390"/>
                    <a:pt x="2755" y="11359"/>
                    <a:pt x="2694" y="11297"/>
                  </a:cubicBezTo>
                  <a:lnTo>
                    <a:pt x="552" y="9156"/>
                  </a:lnTo>
                  <a:cubicBezTo>
                    <a:pt x="429" y="9029"/>
                    <a:pt x="429" y="8827"/>
                    <a:pt x="552" y="8703"/>
                  </a:cubicBezTo>
                  <a:lnTo>
                    <a:pt x="3228" y="6027"/>
                  </a:lnTo>
                  <a:cubicBezTo>
                    <a:pt x="3304" y="5952"/>
                    <a:pt x="3304" y="5828"/>
                    <a:pt x="3228" y="5753"/>
                  </a:cubicBezTo>
                  <a:lnTo>
                    <a:pt x="552" y="3076"/>
                  </a:lnTo>
                  <a:cubicBezTo>
                    <a:pt x="429" y="2953"/>
                    <a:pt x="429" y="2751"/>
                    <a:pt x="552" y="2628"/>
                  </a:cubicBezTo>
                  <a:lnTo>
                    <a:pt x="2694" y="486"/>
                  </a:lnTo>
                  <a:cubicBezTo>
                    <a:pt x="2755" y="422"/>
                    <a:pt x="2837" y="391"/>
                    <a:pt x="2919" y="391"/>
                  </a:cubicBezTo>
                  <a:cubicBezTo>
                    <a:pt x="3000" y="391"/>
                    <a:pt x="3083" y="422"/>
                    <a:pt x="3146" y="486"/>
                  </a:cubicBezTo>
                  <a:lnTo>
                    <a:pt x="3759" y="1103"/>
                  </a:lnTo>
                  <a:cubicBezTo>
                    <a:pt x="3802" y="1145"/>
                    <a:pt x="3850" y="1162"/>
                    <a:pt x="3896" y="1162"/>
                  </a:cubicBezTo>
                  <a:cubicBezTo>
                    <a:pt x="4048" y="1162"/>
                    <a:pt x="4179" y="967"/>
                    <a:pt x="4037" y="825"/>
                  </a:cubicBezTo>
                  <a:lnTo>
                    <a:pt x="3420" y="208"/>
                  </a:lnTo>
                  <a:cubicBezTo>
                    <a:pt x="3281" y="69"/>
                    <a:pt x="3100" y="0"/>
                    <a:pt x="29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47" name="Shape 4347"/>
        <p:cNvGrpSpPr/>
        <p:nvPr/>
      </p:nvGrpSpPr>
      <p:grpSpPr>
        <a:xfrm>
          <a:off x="0" y="0"/>
          <a:ext cx="0" cy="0"/>
          <a:chOff x="0" y="0"/>
          <a:chExt cx="0" cy="0"/>
        </a:xfrm>
      </p:grpSpPr>
      <p:sp>
        <p:nvSpPr>
          <p:cNvPr id="4348" name="Google Shape;4348;p60"/>
          <p:cNvSpPr txBox="1"/>
          <p:nvPr>
            <p:ph type="title"/>
          </p:nvPr>
        </p:nvSpPr>
        <p:spPr>
          <a:xfrm>
            <a:off x="719995" y="1500425"/>
            <a:ext cx="17817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REFERENCE</a:t>
            </a:r>
            <a:endParaRPr/>
          </a:p>
        </p:txBody>
      </p:sp>
      <p:sp>
        <p:nvSpPr>
          <p:cNvPr id="4349" name="Google Shape;4349;p60"/>
          <p:cNvSpPr txBox="1"/>
          <p:nvPr>
            <p:ph idx="2" type="subTitle"/>
          </p:nvPr>
        </p:nvSpPr>
        <p:spPr>
          <a:xfrm>
            <a:off x="720000" y="1915000"/>
            <a:ext cx="1781700" cy="65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Ceres is located in the asteroid belt</a:t>
            </a:r>
            <a:endParaRPr/>
          </a:p>
          <a:p>
            <a:pPr indent="0" lvl="0" marL="0" rtl="0" algn="ctr">
              <a:spcBef>
                <a:spcPts val="1600"/>
              </a:spcBef>
              <a:spcAft>
                <a:spcPts val="1600"/>
              </a:spcAft>
              <a:buNone/>
            </a:pPr>
            <a:r>
              <a:t/>
            </a:r>
            <a:endParaRPr/>
          </a:p>
        </p:txBody>
      </p:sp>
      <p:sp>
        <p:nvSpPr>
          <p:cNvPr id="4350" name="Google Shape;4350;p60"/>
          <p:cNvSpPr txBox="1"/>
          <p:nvPr>
            <p:ph idx="9"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accent4"/>
                </a:solidFill>
              </a:rPr>
              <a:t>Evidence</a:t>
            </a:r>
            <a:r>
              <a:rPr lang="en"/>
              <a:t> found</a:t>
            </a:r>
            <a:endParaRPr/>
          </a:p>
        </p:txBody>
      </p:sp>
      <p:sp>
        <p:nvSpPr>
          <p:cNvPr id="4351" name="Google Shape;4351;p60"/>
          <p:cNvSpPr txBox="1"/>
          <p:nvPr>
            <p:ph idx="3" type="title"/>
          </p:nvPr>
        </p:nvSpPr>
        <p:spPr>
          <a:xfrm>
            <a:off x="2694095" y="1500425"/>
            <a:ext cx="17817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ANCIENT NOTES</a:t>
            </a:r>
            <a:endParaRPr/>
          </a:p>
        </p:txBody>
      </p:sp>
      <p:sp>
        <p:nvSpPr>
          <p:cNvPr id="4352" name="Google Shape;4352;p60"/>
          <p:cNvSpPr txBox="1"/>
          <p:nvPr>
            <p:ph idx="4" type="subTitle"/>
          </p:nvPr>
        </p:nvSpPr>
        <p:spPr>
          <a:xfrm>
            <a:off x="2694100" y="1915000"/>
            <a:ext cx="1781700" cy="65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Pluto is considered a dwarf planet</a:t>
            </a:r>
            <a:endParaRPr/>
          </a:p>
          <a:p>
            <a:pPr indent="0" lvl="0" marL="0" rtl="0" algn="ctr">
              <a:spcBef>
                <a:spcPts val="1600"/>
              </a:spcBef>
              <a:spcAft>
                <a:spcPts val="1600"/>
              </a:spcAft>
              <a:buNone/>
            </a:pPr>
            <a:r>
              <a:t/>
            </a:r>
            <a:endParaRPr/>
          </a:p>
        </p:txBody>
      </p:sp>
      <p:sp>
        <p:nvSpPr>
          <p:cNvPr id="4353" name="Google Shape;4353;p60"/>
          <p:cNvSpPr txBox="1"/>
          <p:nvPr>
            <p:ph idx="5" type="title"/>
          </p:nvPr>
        </p:nvSpPr>
        <p:spPr>
          <a:xfrm>
            <a:off x="4668195" y="1500425"/>
            <a:ext cx="17817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EVIDENCE</a:t>
            </a:r>
            <a:endParaRPr/>
          </a:p>
        </p:txBody>
      </p:sp>
      <p:sp>
        <p:nvSpPr>
          <p:cNvPr id="4354" name="Google Shape;4354;p60"/>
          <p:cNvSpPr txBox="1"/>
          <p:nvPr>
            <p:ph idx="6" type="subTitle"/>
          </p:nvPr>
        </p:nvSpPr>
        <p:spPr>
          <a:xfrm>
            <a:off x="4668200" y="1915000"/>
            <a:ext cx="1781700" cy="656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Earth is the planet where we live on</a:t>
            </a:r>
            <a:endParaRPr/>
          </a:p>
        </p:txBody>
      </p:sp>
      <p:sp>
        <p:nvSpPr>
          <p:cNvPr id="4355" name="Google Shape;4355;p60"/>
          <p:cNvSpPr txBox="1"/>
          <p:nvPr>
            <p:ph idx="7" type="title"/>
          </p:nvPr>
        </p:nvSpPr>
        <p:spPr>
          <a:xfrm>
            <a:off x="6642295" y="1500425"/>
            <a:ext cx="17817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MODERN NOTES</a:t>
            </a:r>
            <a:endParaRPr/>
          </a:p>
        </p:txBody>
      </p:sp>
      <p:sp>
        <p:nvSpPr>
          <p:cNvPr id="4356" name="Google Shape;4356;p60"/>
          <p:cNvSpPr txBox="1"/>
          <p:nvPr>
            <p:ph idx="8" type="subTitle"/>
          </p:nvPr>
        </p:nvSpPr>
        <p:spPr>
          <a:xfrm>
            <a:off x="6642300" y="1915000"/>
            <a:ext cx="1781700" cy="656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a gas giant and has rings</a:t>
            </a:r>
            <a:endParaRPr/>
          </a:p>
        </p:txBody>
      </p:sp>
      <p:sp>
        <p:nvSpPr>
          <p:cNvPr id="4357" name="Google Shape;4357;p60"/>
          <p:cNvSpPr txBox="1"/>
          <p:nvPr>
            <p:ph idx="1" type="subTitle"/>
          </p:nvPr>
        </p:nvSpPr>
        <p:spPr>
          <a:xfrm>
            <a:off x="7084550" y="4208775"/>
            <a:ext cx="913800" cy="394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hlink"/>
                </a:solidFill>
              </a:rPr>
              <a:t>Progress:</a:t>
            </a:r>
            <a:endParaRPr/>
          </a:p>
        </p:txBody>
      </p:sp>
      <p:grpSp>
        <p:nvGrpSpPr>
          <p:cNvPr id="4358" name="Google Shape;4358;p60"/>
          <p:cNvGrpSpPr/>
          <p:nvPr/>
        </p:nvGrpSpPr>
        <p:grpSpPr>
          <a:xfrm>
            <a:off x="8088713" y="4178038"/>
            <a:ext cx="331298" cy="416703"/>
            <a:chOff x="8088713" y="4178038"/>
            <a:chExt cx="331298" cy="416703"/>
          </a:xfrm>
        </p:grpSpPr>
        <p:sp>
          <p:nvSpPr>
            <p:cNvPr id="4359" name="Google Shape;4359;p60"/>
            <p:cNvSpPr/>
            <p:nvPr/>
          </p:nvSpPr>
          <p:spPr>
            <a:xfrm>
              <a:off x="8363784" y="4360124"/>
              <a:ext cx="50107" cy="74182"/>
            </a:xfrm>
            <a:custGeom>
              <a:rect b="b" l="l" r="r" t="t"/>
              <a:pathLst>
                <a:path extrusionOk="0" h="5691" w="3844">
                  <a:moveTo>
                    <a:pt x="421" y="1"/>
                  </a:moveTo>
                  <a:lnTo>
                    <a:pt x="0" y="5690"/>
                  </a:lnTo>
                  <a:lnTo>
                    <a:pt x="279" y="5690"/>
                  </a:lnTo>
                  <a:cubicBezTo>
                    <a:pt x="2246" y="5690"/>
                    <a:pt x="3843" y="4093"/>
                    <a:pt x="3842" y="2127"/>
                  </a:cubicBezTo>
                  <a:lnTo>
                    <a:pt x="3842" y="1918"/>
                  </a:lnTo>
                  <a:cubicBezTo>
                    <a:pt x="3842" y="858"/>
                    <a:pt x="2984" y="1"/>
                    <a:pt x="1925"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0"/>
            <p:cNvSpPr/>
            <p:nvPr/>
          </p:nvSpPr>
          <p:spPr>
            <a:xfrm>
              <a:off x="8094799" y="4360124"/>
              <a:ext cx="50080" cy="74182"/>
            </a:xfrm>
            <a:custGeom>
              <a:rect b="b" l="l" r="r" t="t"/>
              <a:pathLst>
                <a:path extrusionOk="0" h="5691" w="3842">
                  <a:moveTo>
                    <a:pt x="1917" y="1"/>
                  </a:moveTo>
                  <a:cubicBezTo>
                    <a:pt x="858" y="1"/>
                    <a:pt x="0" y="858"/>
                    <a:pt x="0" y="1918"/>
                  </a:cubicBezTo>
                  <a:lnTo>
                    <a:pt x="0" y="2127"/>
                  </a:lnTo>
                  <a:cubicBezTo>
                    <a:pt x="0" y="4093"/>
                    <a:pt x="1596" y="5690"/>
                    <a:pt x="3563" y="5690"/>
                  </a:cubicBezTo>
                  <a:lnTo>
                    <a:pt x="3842" y="5690"/>
                  </a:lnTo>
                  <a:lnTo>
                    <a:pt x="3423"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0"/>
            <p:cNvSpPr/>
            <p:nvPr/>
          </p:nvSpPr>
          <p:spPr>
            <a:xfrm>
              <a:off x="8149060" y="4521187"/>
              <a:ext cx="210541" cy="67443"/>
            </a:xfrm>
            <a:custGeom>
              <a:rect b="b" l="l" r="r" t="t"/>
              <a:pathLst>
                <a:path extrusionOk="0" h="5174" w="16152">
                  <a:moveTo>
                    <a:pt x="3516" y="0"/>
                  </a:moveTo>
                  <a:lnTo>
                    <a:pt x="3516" y="1630"/>
                  </a:lnTo>
                  <a:cubicBezTo>
                    <a:pt x="3516" y="2540"/>
                    <a:pt x="2993" y="3368"/>
                    <a:pt x="2174" y="3761"/>
                  </a:cubicBezTo>
                  <a:lnTo>
                    <a:pt x="245" y="4687"/>
                  </a:lnTo>
                  <a:cubicBezTo>
                    <a:pt x="0" y="4806"/>
                    <a:pt x="85" y="5173"/>
                    <a:pt x="357" y="5173"/>
                  </a:cubicBezTo>
                  <a:lnTo>
                    <a:pt x="15797" y="5173"/>
                  </a:lnTo>
                  <a:cubicBezTo>
                    <a:pt x="16070" y="5173"/>
                    <a:pt x="16152" y="4806"/>
                    <a:pt x="15908" y="4687"/>
                  </a:cubicBezTo>
                  <a:lnTo>
                    <a:pt x="13979" y="3761"/>
                  </a:lnTo>
                  <a:cubicBezTo>
                    <a:pt x="13160" y="3368"/>
                    <a:pt x="12637" y="2540"/>
                    <a:pt x="12637" y="1630"/>
                  </a:cubicBezTo>
                  <a:lnTo>
                    <a:pt x="12637" y="0"/>
                  </a:lnTo>
                  <a:cubicBezTo>
                    <a:pt x="11038" y="1094"/>
                    <a:pt x="9273" y="1721"/>
                    <a:pt x="8077" y="1721"/>
                  </a:cubicBezTo>
                  <a:cubicBezTo>
                    <a:pt x="6881" y="1721"/>
                    <a:pt x="5114" y="1094"/>
                    <a:pt x="3516"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0"/>
            <p:cNvSpPr/>
            <p:nvPr/>
          </p:nvSpPr>
          <p:spPr>
            <a:xfrm>
              <a:off x="8132898" y="4214260"/>
              <a:ext cx="242868" cy="329381"/>
            </a:xfrm>
            <a:custGeom>
              <a:rect b="b" l="l" r="r" t="t"/>
              <a:pathLst>
                <a:path extrusionOk="0" h="25269" w="18632">
                  <a:moveTo>
                    <a:pt x="9316" y="1"/>
                  </a:moveTo>
                  <a:cubicBezTo>
                    <a:pt x="4110" y="1"/>
                    <a:pt x="0" y="4423"/>
                    <a:pt x="383" y="9616"/>
                  </a:cubicBezTo>
                  <a:lnTo>
                    <a:pt x="993" y="17887"/>
                  </a:lnTo>
                  <a:cubicBezTo>
                    <a:pt x="1315" y="22248"/>
                    <a:pt x="6691" y="25269"/>
                    <a:pt x="9319" y="25269"/>
                  </a:cubicBezTo>
                  <a:cubicBezTo>
                    <a:pt x="11946" y="25269"/>
                    <a:pt x="17321" y="22245"/>
                    <a:pt x="17643" y="17887"/>
                  </a:cubicBezTo>
                  <a:lnTo>
                    <a:pt x="18248" y="9616"/>
                  </a:lnTo>
                  <a:cubicBezTo>
                    <a:pt x="18631" y="4423"/>
                    <a:pt x="14522" y="1"/>
                    <a:pt x="9316"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0"/>
            <p:cNvSpPr/>
            <p:nvPr/>
          </p:nvSpPr>
          <p:spPr>
            <a:xfrm>
              <a:off x="8196726" y="4219669"/>
              <a:ext cx="178136" cy="323933"/>
            </a:xfrm>
            <a:custGeom>
              <a:rect b="b" l="l" r="r" t="t"/>
              <a:pathLst>
                <a:path extrusionOk="0" h="24851" w="13666">
                  <a:moveTo>
                    <a:pt x="7122" y="1"/>
                  </a:moveTo>
                  <a:lnTo>
                    <a:pt x="7122" y="1"/>
                  </a:lnTo>
                  <a:cubicBezTo>
                    <a:pt x="9573" y="1751"/>
                    <a:pt x="11094" y="4701"/>
                    <a:pt x="10856" y="7952"/>
                  </a:cubicBezTo>
                  <a:lnTo>
                    <a:pt x="10246" y="16222"/>
                  </a:lnTo>
                  <a:cubicBezTo>
                    <a:pt x="9925" y="20582"/>
                    <a:pt x="4549" y="23602"/>
                    <a:pt x="1921" y="23602"/>
                  </a:cubicBezTo>
                  <a:cubicBezTo>
                    <a:pt x="1375" y="23602"/>
                    <a:pt x="712" y="23472"/>
                    <a:pt x="1" y="23228"/>
                  </a:cubicBezTo>
                  <a:lnTo>
                    <a:pt x="1" y="23228"/>
                  </a:lnTo>
                  <a:cubicBezTo>
                    <a:pt x="1560" y="24262"/>
                    <a:pt x="3258" y="24851"/>
                    <a:pt x="4419" y="24851"/>
                  </a:cubicBezTo>
                  <a:cubicBezTo>
                    <a:pt x="7048" y="24851"/>
                    <a:pt x="12423" y="21829"/>
                    <a:pt x="12744" y="17471"/>
                  </a:cubicBezTo>
                  <a:lnTo>
                    <a:pt x="13354" y="9200"/>
                  </a:lnTo>
                  <a:cubicBezTo>
                    <a:pt x="13666" y="4951"/>
                    <a:pt x="10968" y="1216"/>
                    <a:pt x="7122" y="1"/>
                  </a:cubicBezTo>
                  <a:close/>
                </a:path>
              </a:pathLst>
            </a:custGeom>
            <a:solidFill>
              <a:srgbClr val="EAAC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0"/>
            <p:cNvSpPr/>
            <p:nvPr/>
          </p:nvSpPr>
          <p:spPr>
            <a:xfrm>
              <a:off x="8223472" y="4248305"/>
              <a:ext cx="123507" cy="89537"/>
            </a:xfrm>
            <a:custGeom>
              <a:rect b="b" l="l" r="r" t="t"/>
              <a:pathLst>
                <a:path extrusionOk="0" h="6869" w="9475">
                  <a:moveTo>
                    <a:pt x="5528" y="0"/>
                  </a:moveTo>
                  <a:lnTo>
                    <a:pt x="5529" y="1223"/>
                  </a:lnTo>
                  <a:cubicBezTo>
                    <a:pt x="5529" y="1653"/>
                    <a:pt x="5182" y="2004"/>
                    <a:pt x="4752" y="2005"/>
                  </a:cubicBezTo>
                  <a:lnTo>
                    <a:pt x="4750" y="2005"/>
                  </a:lnTo>
                  <a:cubicBezTo>
                    <a:pt x="4320" y="2005"/>
                    <a:pt x="3970" y="1658"/>
                    <a:pt x="3970" y="1227"/>
                  </a:cubicBezTo>
                  <a:lnTo>
                    <a:pt x="3970" y="972"/>
                  </a:lnTo>
                  <a:lnTo>
                    <a:pt x="3469" y="1402"/>
                  </a:lnTo>
                  <a:cubicBezTo>
                    <a:pt x="1781" y="2856"/>
                    <a:pt x="583" y="4753"/>
                    <a:pt x="1" y="6868"/>
                  </a:cubicBezTo>
                  <a:lnTo>
                    <a:pt x="8488" y="6868"/>
                  </a:lnTo>
                  <a:cubicBezTo>
                    <a:pt x="9036" y="6867"/>
                    <a:pt x="9474" y="6402"/>
                    <a:pt x="9437" y="5854"/>
                  </a:cubicBezTo>
                  <a:cubicBezTo>
                    <a:pt x="9329" y="4242"/>
                    <a:pt x="8679" y="2734"/>
                    <a:pt x="7557" y="1524"/>
                  </a:cubicBezTo>
                  <a:cubicBezTo>
                    <a:pt x="6964" y="886"/>
                    <a:pt x="6278" y="375"/>
                    <a:pt x="55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0"/>
            <p:cNvSpPr/>
            <p:nvPr/>
          </p:nvSpPr>
          <p:spPr>
            <a:xfrm>
              <a:off x="8223433" y="4248305"/>
              <a:ext cx="123546" cy="89537"/>
            </a:xfrm>
            <a:custGeom>
              <a:rect b="b" l="l" r="r" t="t"/>
              <a:pathLst>
                <a:path extrusionOk="0" h="6869" w="9478">
                  <a:moveTo>
                    <a:pt x="5531" y="0"/>
                  </a:moveTo>
                  <a:lnTo>
                    <a:pt x="5532" y="836"/>
                  </a:lnTo>
                  <a:cubicBezTo>
                    <a:pt x="6368" y="1938"/>
                    <a:pt x="6851" y="3235"/>
                    <a:pt x="6943" y="4605"/>
                  </a:cubicBezTo>
                  <a:cubicBezTo>
                    <a:pt x="6979" y="5153"/>
                    <a:pt x="6543" y="5620"/>
                    <a:pt x="5992" y="5620"/>
                  </a:cubicBezTo>
                  <a:lnTo>
                    <a:pt x="428" y="5620"/>
                  </a:lnTo>
                  <a:cubicBezTo>
                    <a:pt x="262" y="6027"/>
                    <a:pt x="120" y="6443"/>
                    <a:pt x="1" y="6868"/>
                  </a:cubicBezTo>
                  <a:lnTo>
                    <a:pt x="8491" y="6868"/>
                  </a:lnTo>
                  <a:cubicBezTo>
                    <a:pt x="9039" y="6867"/>
                    <a:pt x="9477" y="6402"/>
                    <a:pt x="9440" y="5854"/>
                  </a:cubicBezTo>
                  <a:cubicBezTo>
                    <a:pt x="9332" y="4242"/>
                    <a:pt x="8682" y="2734"/>
                    <a:pt x="7560" y="1524"/>
                  </a:cubicBezTo>
                  <a:cubicBezTo>
                    <a:pt x="6967" y="886"/>
                    <a:pt x="6281" y="375"/>
                    <a:pt x="5531"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0"/>
            <p:cNvSpPr/>
            <p:nvPr/>
          </p:nvSpPr>
          <p:spPr>
            <a:xfrm>
              <a:off x="8285814" y="4184151"/>
              <a:ext cx="57810" cy="57810"/>
            </a:xfrm>
            <a:custGeom>
              <a:rect b="b" l="l" r="r" t="t"/>
              <a:pathLst>
                <a:path extrusionOk="0" h="4435" w="4435">
                  <a:moveTo>
                    <a:pt x="2217" y="1"/>
                  </a:moveTo>
                  <a:cubicBezTo>
                    <a:pt x="995" y="1"/>
                    <a:pt x="0" y="996"/>
                    <a:pt x="0" y="2218"/>
                  </a:cubicBezTo>
                  <a:cubicBezTo>
                    <a:pt x="0" y="3440"/>
                    <a:pt x="996" y="4435"/>
                    <a:pt x="2217" y="4435"/>
                  </a:cubicBezTo>
                  <a:cubicBezTo>
                    <a:pt x="3440" y="4435"/>
                    <a:pt x="4434" y="3439"/>
                    <a:pt x="4434" y="2218"/>
                  </a:cubicBezTo>
                  <a:cubicBezTo>
                    <a:pt x="4434" y="996"/>
                    <a:pt x="3440" y="1"/>
                    <a:pt x="221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0"/>
            <p:cNvSpPr/>
            <p:nvPr/>
          </p:nvSpPr>
          <p:spPr>
            <a:xfrm>
              <a:off x="8157898" y="4232768"/>
              <a:ext cx="48933" cy="46913"/>
            </a:xfrm>
            <a:custGeom>
              <a:rect b="b" l="l" r="r" t="t"/>
              <a:pathLst>
                <a:path extrusionOk="0" h="3599" w="3754">
                  <a:moveTo>
                    <a:pt x="858" y="0"/>
                  </a:moveTo>
                  <a:cubicBezTo>
                    <a:pt x="658" y="0"/>
                    <a:pt x="458" y="76"/>
                    <a:pt x="306" y="228"/>
                  </a:cubicBezTo>
                  <a:cubicBezTo>
                    <a:pt x="1" y="534"/>
                    <a:pt x="1" y="1027"/>
                    <a:pt x="306" y="1332"/>
                  </a:cubicBezTo>
                  <a:lnTo>
                    <a:pt x="774" y="1799"/>
                  </a:lnTo>
                  <a:lnTo>
                    <a:pt x="306" y="2269"/>
                  </a:lnTo>
                  <a:cubicBezTo>
                    <a:pt x="1" y="2573"/>
                    <a:pt x="1" y="3066"/>
                    <a:pt x="306" y="3372"/>
                  </a:cubicBezTo>
                  <a:cubicBezTo>
                    <a:pt x="458" y="3524"/>
                    <a:pt x="658" y="3599"/>
                    <a:pt x="859" y="3599"/>
                  </a:cubicBezTo>
                  <a:cubicBezTo>
                    <a:pt x="1060" y="3599"/>
                    <a:pt x="1258" y="3524"/>
                    <a:pt x="1407" y="3372"/>
                  </a:cubicBezTo>
                  <a:lnTo>
                    <a:pt x="1876" y="2903"/>
                  </a:lnTo>
                  <a:lnTo>
                    <a:pt x="2344" y="3372"/>
                  </a:lnTo>
                  <a:cubicBezTo>
                    <a:pt x="2496" y="3524"/>
                    <a:pt x="2696" y="3599"/>
                    <a:pt x="2896" y="3599"/>
                  </a:cubicBezTo>
                  <a:cubicBezTo>
                    <a:pt x="3096" y="3599"/>
                    <a:pt x="3297" y="3524"/>
                    <a:pt x="3449" y="3372"/>
                  </a:cubicBezTo>
                  <a:cubicBezTo>
                    <a:pt x="3753" y="3066"/>
                    <a:pt x="3753" y="2573"/>
                    <a:pt x="3449" y="2269"/>
                  </a:cubicBezTo>
                  <a:lnTo>
                    <a:pt x="2981" y="1799"/>
                  </a:lnTo>
                  <a:lnTo>
                    <a:pt x="3449" y="1332"/>
                  </a:lnTo>
                  <a:cubicBezTo>
                    <a:pt x="3753" y="1027"/>
                    <a:pt x="3753" y="534"/>
                    <a:pt x="3449" y="228"/>
                  </a:cubicBezTo>
                  <a:cubicBezTo>
                    <a:pt x="3296" y="76"/>
                    <a:pt x="3097" y="0"/>
                    <a:pt x="2897" y="0"/>
                  </a:cubicBezTo>
                  <a:cubicBezTo>
                    <a:pt x="2698" y="0"/>
                    <a:pt x="2498" y="76"/>
                    <a:pt x="2345" y="228"/>
                  </a:cubicBezTo>
                  <a:lnTo>
                    <a:pt x="1878" y="697"/>
                  </a:lnTo>
                  <a:lnTo>
                    <a:pt x="1410" y="228"/>
                  </a:lnTo>
                  <a:cubicBezTo>
                    <a:pt x="1257" y="76"/>
                    <a:pt x="1057" y="0"/>
                    <a:pt x="8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0"/>
            <p:cNvSpPr/>
            <p:nvPr/>
          </p:nvSpPr>
          <p:spPr>
            <a:xfrm>
              <a:off x="8202396" y="4228623"/>
              <a:ext cx="93161" cy="109220"/>
            </a:xfrm>
            <a:custGeom>
              <a:rect b="b" l="l" r="r" t="t"/>
              <a:pathLst>
                <a:path extrusionOk="0" h="8379" w="7147">
                  <a:moveTo>
                    <a:pt x="6359" y="1"/>
                  </a:moveTo>
                  <a:lnTo>
                    <a:pt x="4409" y="5"/>
                  </a:lnTo>
                  <a:cubicBezTo>
                    <a:pt x="3978" y="5"/>
                    <a:pt x="3628" y="357"/>
                    <a:pt x="3629" y="787"/>
                  </a:cubicBezTo>
                  <a:cubicBezTo>
                    <a:pt x="3629" y="1169"/>
                    <a:pt x="3906" y="1486"/>
                    <a:pt x="4269" y="1553"/>
                  </a:cubicBezTo>
                  <a:lnTo>
                    <a:pt x="4066" y="1729"/>
                  </a:lnTo>
                  <a:cubicBezTo>
                    <a:pt x="2029" y="3479"/>
                    <a:pt x="622" y="5801"/>
                    <a:pt x="0" y="8378"/>
                  </a:cubicBezTo>
                  <a:lnTo>
                    <a:pt x="1613" y="8378"/>
                  </a:lnTo>
                  <a:cubicBezTo>
                    <a:pt x="2200" y="6263"/>
                    <a:pt x="3397" y="4365"/>
                    <a:pt x="5084" y="2911"/>
                  </a:cubicBezTo>
                  <a:lnTo>
                    <a:pt x="5585" y="2480"/>
                  </a:lnTo>
                  <a:lnTo>
                    <a:pt x="5585" y="2736"/>
                  </a:lnTo>
                  <a:cubicBezTo>
                    <a:pt x="5585" y="3166"/>
                    <a:pt x="5934" y="3514"/>
                    <a:pt x="6364" y="3514"/>
                  </a:cubicBezTo>
                  <a:lnTo>
                    <a:pt x="6367" y="3514"/>
                  </a:lnTo>
                  <a:cubicBezTo>
                    <a:pt x="6798" y="3514"/>
                    <a:pt x="7146" y="3162"/>
                    <a:pt x="7145" y="2732"/>
                  </a:cubicBezTo>
                  <a:lnTo>
                    <a:pt x="7141" y="780"/>
                  </a:lnTo>
                  <a:cubicBezTo>
                    <a:pt x="7141" y="573"/>
                    <a:pt x="7059" y="374"/>
                    <a:pt x="6913" y="229"/>
                  </a:cubicBezTo>
                  <a:cubicBezTo>
                    <a:pt x="6765" y="84"/>
                    <a:pt x="6567" y="1"/>
                    <a:pt x="63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0"/>
            <p:cNvSpPr/>
            <p:nvPr/>
          </p:nvSpPr>
          <p:spPr>
            <a:xfrm>
              <a:off x="8202409" y="4321530"/>
              <a:ext cx="26617" cy="16281"/>
            </a:xfrm>
            <a:custGeom>
              <a:rect b="b" l="l" r="r" t="t"/>
              <a:pathLst>
                <a:path extrusionOk="0" h="1249" w="2042">
                  <a:moveTo>
                    <a:pt x="371" y="0"/>
                  </a:moveTo>
                  <a:cubicBezTo>
                    <a:pt x="228" y="409"/>
                    <a:pt x="104" y="825"/>
                    <a:pt x="1" y="1249"/>
                  </a:cubicBezTo>
                  <a:lnTo>
                    <a:pt x="1614" y="1249"/>
                  </a:lnTo>
                  <a:cubicBezTo>
                    <a:pt x="1733" y="824"/>
                    <a:pt x="1873" y="405"/>
                    <a:pt x="2041"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0"/>
            <p:cNvSpPr/>
            <p:nvPr/>
          </p:nvSpPr>
          <p:spPr>
            <a:xfrm>
              <a:off x="8267801" y="4301966"/>
              <a:ext cx="48920" cy="35846"/>
            </a:xfrm>
            <a:custGeom>
              <a:rect b="b" l="l" r="r" t="t"/>
              <a:pathLst>
                <a:path extrusionOk="0" h="2750" w="3753">
                  <a:moveTo>
                    <a:pt x="856" y="0"/>
                  </a:moveTo>
                  <a:cubicBezTo>
                    <a:pt x="657" y="0"/>
                    <a:pt x="457" y="76"/>
                    <a:pt x="305" y="228"/>
                  </a:cubicBezTo>
                  <a:cubicBezTo>
                    <a:pt x="0" y="534"/>
                    <a:pt x="0" y="1028"/>
                    <a:pt x="305" y="1332"/>
                  </a:cubicBezTo>
                  <a:lnTo>
                    <a:pt x="772" y="1800"/>
                  </a:lnTo>
                  <a:lnTo>
                    <a:pt x="305" y="2269"/>
                  </a:lnTo>
                  <a:cubicBezTo>
                    <a:pt x="170" y="2404"/>
                    <a:pt x="95" y="2573"/>
                    <a:pt x="78" y="2750"/>
                  </a:cubicBezTo>
                  <a:lnTo>
                    <a:pt x="3672" y="2750"/>
                  </a:lnTo>
                  <a:cubicBezTo>
                    <a:pt x="3657" y="2573"/>
                    <a:pt x="3582" y="2404"/>
                    <a:pt x="3447" y="2269"/>
                  </a:cubicBezTo>
                  <a:lnTo>
                    <a:pt x="2979" y="1800"/>
                  </a:lnTo>
                  <a:lnTo>
                    <a:pt x="3447" y="1332"/>
                  </a:lnTo>
                  <a:cubicBezTo>
                    <a:pt x="3753" y="1028"/>
                    <a:pt x="3753" y="534"/>
                    <a:pt x="3447" y="228"/>
                  </a:cubicBezTo>
                  <a:cubicBezTo>
                    <a:pt x="3295" y="76"/>
                    <a:pt x="3096" y="0"/>
                    <a:pt x="2896" y="0"/>
                  </a:cubicBezTo>
                  <a:cubicBezTo>
                    <a:pt x="2696" y="0"/>
                    <a:pt x="2496" y="76"/>
                    <a:pt x="2344" y="228"/>
                  </a:cubicBezTo>
                  <a:lnTo>
                    <a:pt x="1876" y="698"/>
                  </a:lnTo>
                  <a:lnTo>
                    <a:pt x="1408" y="228"/>
                  </a:lnTo>
                  <a:cubicBezTo>
                    <a:pt x="1255" y="76"/>
                    <a:pt x="1056" y="0"/>
                    <a:pt x="85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0"/>
            <p:cNvSpPr/>
            <p:nvPr/>
          </p:nvSpPr>
          <p:spPr>
            <a:xfrm>
              <a:off x="8268805" y="4306137"/>
              <a:ext cx="47865" cy="31701"/>
            </a:xfrm>
            <a:custGeom>
              <a:rect b="b" l="l" r="r" t="t"/>
              <a:pathLst>
                <a:path extrusionOk="0" h="2432" w="3672">
                  <a:moveTo>
                    <a:pt x="3449" y="0"/>
                  </a:moveTo>
                  <a:lnTo>
                    <a:pt x="3449" y="0"/>
                  </a:lnTo>
                  <a:cubicBezTo>
                    <a:pt x="3455" y="56"/>
                    <a:pt x="3458" y="111"/>
                    <a:pt x="3462" y="165"/>
                  </a:cubicBezTo>
                  <a:cubicBezTo>
                    <a:pt x="3498" y="715"/>
                    <a:pt x="3062" y="1181"/>
                    <a:pt x="2511" y="1181"/>
                  </a:cubicBezTo>
                  <a:lnTo>
                    <a:pt x="394" y="1181"/>
                  </a:lnTo>
                  <a:lnTo>
                    <a:pt x="695" y="1483"/>
                  </a:lnTo>
                  <a:lnTo>
                    <a:pt x="228" y="1950"/>
                  </a:lnTo>
                  <a:cubicBezTo>
                    <a:pt x="93" y="2085"/>
                    <a:pt x="18" y="2256"/>
                    <a:pt x="1" y="2431"/>
                  </a:cubicBezTo>
                  <a:lnTo>
                    <a:pt x="3595" y="2431"/>
                  </a:lnTo>
                  <a:cubicBezTo>
                    <a:pt x="3580" y="2256"/>
                    <a:pt x="3505" y="2085"/>
                    <a:pt x="3370" y="1950"/>
                  </a:cubicBezTo>
                  <a:lnTo>
                    <a:pt x="2902" y="1483"/>
                  </a:lnTo>
                  <a:lnTo>
                    <a:pt x="3370" y="1013"/>
                  </a:lnTo>
                  <a:cubicBezTo>
                    <a:pt x="3647" y="738"/>
                    <a:pt x="3671" y="307"/>
                    <a:pt x="3449"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0"/>
            <p:cNvSpPr/>
            <p:nvPr/>
          </p:nvSpPr>
          <p:spPr>
            <a:xfrm>
              <a:off x="8161677" y="4238803"/>
              <a:ext cx="96394" cy="99014"/>
            </a:xfrm>
            <a:custGeom>
              <a:rect b="b" l="l" r="r" t="t"/>
              <a:pathLst>
                <a:path extrusionOk="0" h="7596" w="7395">
                  <a:moveTo>
                    <a:pt x="6755" y="0"/>
                  </a:moveTo>
                  <a:cubicBezTo>
                    <a:pt x="5300" y="71"/>
                    <a:pt x="3935" y="573"/>
                    <a:pt x="2800" y="1448"/>
                  </a:cubicBezTo>
                  <a:lnTo>
                    <a:pt x="3157" y="1806"/>
                  </a:lnTo>
                  <a:cubicBezTo>
                    <a:pt x="3462" y="2110"/>
                    <a:pt x="3462" y="2603"/>
                    <a:pt x="3157" y="2908"/>
                  </a:cubicBezTo>
                  <a:cubicBezTo>
                    <a:pt x="3004" y="3061"/>
                    <a:pt x="2806" y="3136"/>
                    <a:pt x="2605" y="3136"/>
                  </a:cubicBezTo>
                  <a:cubicBezTo>
                    <a:pt x="2406" y="3136"/>
                    <a:pt x="2205" y="3061"/>
                    <a:pt x="2053" y="2908"/>
                  </a:cubicBezTo>
                  <a:lnTo>
                    <a:pt x="1672" y="2527"/>
                  </a:lnTo>
                  <a:cubicBezTo>
                    <a:pt x="699" y="3687"/>
                    <a:pt x="134" y="5089"/>
                    <a:pt x="36" y="6580"/>
                  </a:cubicBezTo>
                  <a:cubicBezTo>
                    <a:pt x="1" y="7129"/>
                    <a:pt x="435" y="7596"/>
                    <a:pt x="986" y="7596"/>
                  </a:cubicBezTo>
                  <a:lnTo>
                    <a:pt x="3124" y="7596"/>
                  </a:lnTo>
                  <a:cubicBezTo>
                    <a:pt x="3747" y="5018"/>
                    <a:pt x="5155" y="2698"/>
                    <a:pt x="7191" y="948"/>
                  </a:cubicBezTo>
                  <a:lnTo>
                    <a:pt x="7395" y="772"/>
                  </a:lnTo>
                  <a:cubicBezTo>
                    <a:pt x="7032" y="705"/>
                    <a:pt x="6756" y="388"/>
                    <a:pt x="6755" y="6"/>
                  </a:cubicBezTo>
                  <a:lnTo>
                    <a:pt x="67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0"/>
            <p:cNvSpPr/>
            <p:nvPr/>
          </p:nvSpPr>
          <p:spPr>
            <a:xfrm>
              <a:off x="8161704" y="4321530"/>
              <a:ext cx="45557" cy="16307"/>
            </a:xfrm>
            <a:custGeom>
              <a:rect b="b" l="l" r="r" t="t"/>
              <a:pathLst>
                <a:path extrusionOk="0" h="1251" w="3495">
                  <a:moveTo>
                    <a:pt x="56" y="0"/>
                  </a:moveTo>
                  <a:cubicBezTo>
                    <a:pt x="49" y="78"/>
                    <a:pt x="42" y="155"/>
                    <a:pt x="36" y="236"/>
                  </a:cubicBezTo>
                  <a:cubicBezTo>
                    <a:pt x="0" y="784"/>
                    <a:pt x="436" y="1250"/>
                    <a:pt x="987" y="1250"/>
                  </a:cubicBezTo>
                  <a:lnTo>
                    <a:pt x="3125" y="1250"/>
                  </a:lnTo>
                  <a:cubicBezTo>
                    <a:pt x="3227" y="827"/>
                    <a:pt x="3349" y="409"/>
                    <a:pt x="3494" y="2"/>
                  </a:cubicBezTo>
                  <a:lnTo>
                    <a:pt x="56" y="2"/>
                  </a:lnTo>
                  <a:lnTo>
                    <a:pt x="56" y="0"/>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0"/>
            <p:cNvSpPr/>
            <p:nvPr/>
          </p:nvSpPr>
          <p:spPr>
            <a:xfrm>
              <a:off x="8088713" y="4178038"/>
              <a:ext cx="331298" cy="416703"/>
            </a:xfrm>
            <a:custGeom>
              <a:rect b="b" l="l" r="r" t="t"/>
              <a:pathLst>
                <a:path extrusionOk="0" h="31968" w="25416">
                  <a:moveTo>
                    <a:pt x="17338" y="937"/>
                  </a:moveTo>
                  <a:cubicBezTo>
                    <a:pt x="18302" y="937"/>
                    <a:pt x="19087" y="1724"/>
                    <a:pt x="19087" y="2687"/>
                  </a:cubicBezTo>
                  <a:cubicBezTo>
                    <a:pt x="19087" y="3332"/>
                    <a:pt x="18733" y="3962"/>
                    <a:pt x="18055" y="4282"/>
                  </a:cubicBezTo>
                  <a:cubicBezTo>
                    <a:pt x="17820" y="4388"/>
                    <a:pt x="17578" y="4438"/>
                    <a:pt x="17341" y="4438"/>
                  </a:cubicBezTo>
                  <a:cubicBezTo>
                    <a:pt x="16536" y="4438"/>
                    <a:pt x="15793" y="3871"/>
                    <a:pt x="15623" y="3034"/>
                  </a:cubicBezTo>
                  <a:cubicBezTo>
                    <a:pt x="15406" y="1905"/>
                    <a:pt x="16270" y="937"/>
                    <a:pt x="17338" y="937"/>
                  </a:cubicBezTo>
                  <a:close/>
                  <a:moveTo>
                    <a:pt x="12704" y="3247"/>
                  </a:moveTo>
                  <a:cubicBezTo>
                    <a:pt x="13276" y="3247"/>
                    <a:pt x="13844" y="3304"/>
                    <a:pt x="14393" y="3414"/>
                  </a:cubicBezTo>
                  <a:lnTo>
                    <a:pt x="13132" y="3417"/>
                  </a:lnTo>
                  <a:cubicBezTo>
                    <a:pt x="12588" y="3417"/>
                    <a:pt x="12142" y="3761"/>
                    <a:pt x="11968" y="4218"/>
                  </a:cubicBezTo>
                  <a:cubicBezTo>
                    <a:pt x="11086" y="4302"/>
                    <a:pt x="10236" y="4538"/>
                    <a:pt x="9451" y="4914"/>
                  </a:cubicBezTo>
                  <a:cubicBezTo>
                    <a:pt x="9436" y="4596"/>
                    <a:pt x="9301" y="4292"/>
                    <a:pt x="9057" y="4066"/>
                  </a:cubicBezTo>
                  <a:cubicBezTo>
                    <a:pt x="10221" y="3509"/>
                    <a:pt x="11475" y="3247"/>
                    <a:pt x="12704" y="3247"/>
                  </a:cubicBezTo>
                  <a:close/>
                  <a:moveTo>
                    <a:pt x="6165" y="4666"/>
                  </a:moveTo>
                  <a:cubicBezTo>
                    <a:pt x="6245" y="4666"/>
                    <a:pt x="6325" y="4696"/>
                    <a:pt x="6386" y="4757"/>
                  </a:cubicBezTo>
                  <a:lnTo>
                    <a:pt x="6854" y="5226"/>
                  </a:lnTo>
                  <a:cubicBezTo>
                    <a:pt x="6945" y="5318"/>
                    <a:pt x="7065" y="5363"/>
                    <a:pt x="7185" y="5363"/>
                  </a:cubicBezTo>
                  <a:cubicBezTo>
                    <a:pt x="7305" y="5363"/>
                    <a:pt x="7425" y="5318"/>
                    <a:pt x="7516" y="5226"/>
                  </a:cubicBezTo>
                  <a:lnTo>
                    <a:pt x="7983" y="4757"/>
                  </a:lnTo>
                  <a:cubicBezTo>
                    <a:pt x="8047" y="4694"/>
                    <a:pt x="8124" y="4666"/>
                    <a:pt x="8201" y="4666"/>
                  </a:cubicBezTo>
                  <a:cubicBezTo>
                    <a:pt x="8362" y="4666"/>
                    <a:pt x="8517" y="4791"/>
                    <a:pt x="8517" y="4978"/>
                  </a:cubicBezTo>
                  <a:cubicBezTo>
                    <a:pt x="8517" y="5061"/>
                    <a:pt x="8484" y="5140"/>
                    <a:pt x="8425" y="5199"/>
                  </a:cubicBezTo>
                  <a:lnTo>
                    <a:pt x="7958" y="5667"/>
                  </a:lnTo>
                  <a:cubicBezTo>
                    <a:pt x="7774" y="5851"/>
                    <a:pt x="7774" y="6146"/>
                    <a:pt x="7958" y="6328"/>
                  </a:cubicBezTo>
                  <a:lnTo>
                    <a:pt x="8425" y="6798"/>
                  </a:lnTo>
                  <a:cubicBezTo>
                    <a:pt x="8547" y="6920"/>
                    <a:pt x="8547" y="7116"/>
                    <a:pt x="8425" y="7238"/>
                  </a:cubicBezTo>
                  <a:cubicBezTo>
                    <a:pt x="8364" y="7299"/>
                    <a:pt x="8284" y="7330"/>
                    <a:pt x="8204" y="7330"/>
                  </a:cubicBezTo>
                  <a:cubicBezTo>
                    <a:pt x="8124" y="7330"/>
                    <a:pt x="8044" y="7299"/>
                    <a:pt x="7983" y="7238"/>
                  </a:cubicBezTo>
                  <a:lnTo>
                    <a:pt x="7516" y="6770"/>
                  </a:lnTo>
                  <a:cubicBezTo>
                    <a:pt x="7425" y="6679"/>
                    <a:pt x="7305" y="6633"/>
                    <a:pt x="7185" y="6633"/>
                  </a:cubicBezTo>
                  <a:cubicBezTo>
                    <a:pt x="7065" y="6633"/>
                    <a:pt x="6945" y="6679"/>
                    <a:pt x="6854" y="6770"/>
                  </a:cubicBezTo>
                  <a:lnTo>
                    <a:pt x="6386" y="7238"/>
                  </a:lnTo>
                  <a:cubicBezTo>
                    <a:pt x="6323" y="7302"/>
                    <a:pt x="6244" y="7331"/>
                    <a:pt x="6168" y="7331"/>
                  </a:cubicBezTo>
                  <a:cubicBezTo>
                    <a:pt x="6007" y="7331"/>
                    <a:pt x="5853" y="7205"/>
                    <a:pt x="5853" y="7017"/>
                  </a:cubicBezTo>
                  <a:cubicBezTo>
                    <a:pt x="5853" y="6935"/>
                    <a:pt x="5886" y="6857"/>
                    <a:pt x="5944" y="6798"/>
                  </a:cubicBezTo>
                  <a:lnTo>
                    <a:pt x="6412" y="6328"/>
                  </a:lnTo>
                  <a:cubicBezTo>
                    <a:pt x="6596" y="6146"/>
                    <a:pt x="6596" y="5851"/>
                    <a:pt x="6412" y="5667"/>
                  </a:cubicBezTo>
                  <a:lnTo>
                    <a:pt x="5944" y="5199"/>
                  </a:lnTo>
                  <a:cubicBezTo>
                    <a:pt x="5822" y="5077"/>
                    <a:pt x="5822" y="4879"/>
                    <a:pt x="5944" y="4757"/>
                  </a:cubicBezTo>
                  <a:cubicBezTo>
                    <a:pt x="6005" y="4696"/>
                    <a:pt x="6085" y="4666"/>
                    <a:pt x="6165" y="4666"/>
                  </a:cubicBezTo>
                  <a:close/>
                  <a:moveTo>
                    <a:pt x="11990" y="5160"/>
                  </a:moveTo>
                  <a:cubicBezTo>
                    <a:pt x="12043" y="5285"/>
                    <a:pt x="12116" y="5400"/>
                    <a:pt x="12208" y="5500"/>
                  </a:cubicBezTo>
                  <a:cubicBezTo>
                    <a:pt x="10337" y="7199"/>
                    <a:pt x="9017" y="9360"/>
                    <a:pt x="8362" y="11788"/>
                  </a:cubicBezTo>
                  <a:lnTo>
                    <a:pt x="6589" y="11788"/>
                  </a:lnTo>
                  <a:cubicBezTo>
                    <a:pt x="6309" y="11788"/>
                    <a:pt x="6088" y="11553"/>
                    <a:pt x="6107" y="11275"/>
                  </a:cubicBezTo>
                  <a:cubicBezTo>
                    <a:pt x="6187" y="10049"/>
                    <a:pt x="6604" y="8893"/>
                    <a:pt x="7319" y="7897"/>
                  </a:cubicBezTo>
                  <a:cubicBezTo>
                    <a:pt x="7569" y="8147"/>
                    <a:pt x="7889" y="8268"/>
                    <a:pt x="8207" y="8268"/>
                  </a:cubicBezTo>
                  <a:cubicBezTo>
                    <a:pt x="8528" y="8268"/>
                    <a:pt x="8847" y="8144"/>
                    <a:pt x="9088" y="7903"/>
                  </a:cubicBezTo>
                  <a:cubicBezTo>
                    <a:pt x="9565" y="7428"/>
                    <a:pt x="9575" y="6661"/>
                    <a:pt x="9123" y="6172"/>
                  </a:cubicBezTo>
                  <a:cubicBezTo>
                    <a:pt x="9982" y="5614"/>
                    <a:pt x="10960" y="5269"/>
                    <a:pt x="11990" y="5160"/>
                  </a:cubicBezTo>
                  <a:close/>
                  <a:moveTo>
                    <a:pt x="16633" y="9977"/>
                  </a:moveTo>
                  <a:cubicBezTo>
                    <a:pt x="16793" y="9977"/>
                    <a:pt x="16947" y="10102"/>
                    <a:pt x="16947" y="10289"/>
                  </a:cubicBezTo>
                  <a:cubicBezTo>
                    <a:pt x="16947" y="10374"/>
                    <a:pt x="16914" y="10451"/>
                    <a:pt x="16856" y="10510"/>
                  </a:cubicBezTo>
                  <a:lnTo>
                    <a:pt x="16388" y="10979"/>
                  </a:lnTo>
                  <a:cubicBezTo>
                    <a:pt x="16204" y="11161"/>
                    <a:pt x="16204" y="11457"/>
                    <a:pt x="16388" y="11641"/>
                  </a:cubicBezTo>
                  <a:lnTo>
                    <a:pt x="16536" y="11788"/>
                  </a:lnTo>
                  <a:lnTo>
                    <a:pt x="14693" y="11788"/>
                  </a:lnTo>
                  <a:lnTo>
                    <a:pt x="14842" y="11641"/>
                  </a:lnTo>
                  <a:cubicBezTo>
                    <a:pt x="15026" y="11457"/>
                    <a:pt x="15026" y="11161"/>
                    <a:pt x="14842" y="10979"/>
                  </a:cubicBezTo>
                  <a:lnTo>
                    <a:pt x="14375" y="10510"/>
                  </a:lnTo>
                  <a:cubicBezTo>
                    <a:pt x="14316" y="10451"/>
                    <a:pt x="14283" y="10372"/>
                    <a:pt x="14283" y="10289"/>
                  </a:cubicBezTo>
                  <a:cubicBezTo>
                    <a:pt x="14283" y="10102"/>
                    <a:pt x="14437" y="9978"/>
                    <a:pt x="14598" y="9978"/>
                  </a:cubicBezTo>
                  <a:cubicBezTo>
                    <a:pt x="14675" y="9978"/>
                    <a:pt x="14753" y="10006"/>
                    <a:pt x="14817" y="10069"/>
                  </a:cubicBezTo>
                  <a:lnTo>
                    <a:pt x="15284" y="10537"/>
                  </a:lnTo>
                  <a:cubicBezTo>
                    <a:pt x="15376" y="10628"/>
                    <a:pt x="15495" y="10674"/>
                    <a:pt x="15615" y="10674"/>
                  </a:cubicBezTo>
                  <a:cubicBezTo>
                    <a:pt x="15735" y="10674"/>
                    <a:pt x="15855" y="10628"/>
                    <a:pt x="15946" y="10537"/>
                  </a:cubicBezTo>
                  <a:lnTo>
                    <a:pt x="16414" y="10069"/>
                  </a:lnTo>
                  <a:cubicBezTo>
                    <a:pt x="16477" y="10006"/>
                    <a:pt x="16556" y="9977"/>
                    <a:pt x="16633" y="9977"/>
                  </a:cubicBezTo>
                  <a:close/>
                  <a:moveTo>
                    <a:pt x="3453" y="14439"/>
                  </a:moveTo>
                  <a:lnTo>
                    <a:pt x="3803" y="19183"/>
                  </a:lnTo>
                  <a:cubicBezTo>
                    <a:pt x="2204" y="19066"/>
                    <a:pt x="935" y="17726"/>
                    <a:pt x="935" y="16096"/>
                  </a:cubicBezTo>
                  <a:lnTo>
                    <a:pt x="935" y="15887"/>
                  </a:lnTo>
                  <a:cubicBezTo>
                    <a:pt x="935" y="15087"/>
                    <a:pt x="1584" y="14439"/>
                    <a:pt x="2383" y="14439"/>
                  </a:cubicBezTo>
                  <a:close/>
                  <a:moveTo>
                    <a:pt x="23029" y="14439"/>
                  </a:moveTo>
                  <a:cubicBezTo>
                    <a:pt x="23828" y="14439"/>
                    <a:pt x="24477" y="15087"/>
                    <a:pt x="24477" y="15887"/>
                  </a:cubicBezTo>
                  <a:lnTo>
                    <a:pt x="24477" y="16096"/>
                  </a:lnTo>
                  <a:cubicBezTo>
                    <a:pt x="24477" y="17726"/>
                    <a:pt x="23211" y="19066"/>
                    <a:pt x="21608" y="19183"/>
                  </a:cubicBezTo>
                  <a:lnTo>
                    <a:pt x="21958" y="14439"/>
                  </a:lnTo>
                  <a:close/>
                  <a:moveTo>
                    <a:pt x="8613" y="27174"/>
                  </a:moveTo>
                  <a:cubicBezTo>
                    <a:pt x="10027" y="28000"/>
                    <a:pt x="11546" y="28515"/>
                    <a:pt x="12707" y="28515"/>
                  </a:cubicBezTo>
                  <a:cubicBezTo>
                    <a:pt x="13822" y="28515"/>
                    <a:pt x="15340" y="28033"/>
                    <a:pt x="16800" y="27177"/>
                  </a:cubicBezTo>
                  <a:lnTo>
                    <a:pt x="16800" y="27957"/>
                  </a:lnTo>
                  <a:cubicBezTo>
                    <a:pt x="16800" y="29041"/>
                    <a:pt x="17431" y="30042"/>
                    <a:pt x="18407" y="30510"/>
                  </a:cubicBezTo>
                  <a:lnTo>
                    <a:pt x="19492" y="31029"/>
                  </a:lnTo>
                  <a:lnTo>
                    <a:pt x="5921" y="31029"/>
                  </a:lnTo>
                  <a:lnTo>
                    <a:pt x="7006" y="30510"/>
                  </a:lnTo>
                  <a:cubicBezTo>
                    <a:pt x="7982" y="30042"/>
                    <a:pt x="8613" y="29039"/>
                    <a:pt x="8613" y="27957"/>
                  </a:cubicBezTo>
                  <a:lnTo>
                    <a:pt x="8613" y="27174"/>
                  </a:lnTo>
                  <a:close/>
                  <a:moveTo>
                    <a:pt x="17339" y="0"/>
                  </a:moveTo>
                  <a:cubicBezTo>
                    <a:pt x="15917" y="0"/>
                    <a:pt x="14749" y="1112"/>
                    <a:pt x="14660" y="2514"/>
                  </a:cubicBezTo>
                  <a:cubicBezTo>
                    <a:pt x="14015" y="2379"/>
                    <a:pt x="13363" y="2312"/>
                    <a:pt x="12715" y="2312"/>
                  </a:cubicBezTo>
                  <a:cubicBezTo>
                    <a:pt x="10703" y="2312"/>
                    <a:pt x="8731" y="2955"/>
                    <a:pt x="7107" y="4155"/>
                  </a:cubicBezTo>
                  <a:lnTo>
                    <a:pt x="7049" y="4096"/>
                  </a:lnTo>
                  <a:cubicBezTo>
                    <a:pt x="6806" y="3852"/>
                    <a:pt x="6486" y="3731"/>
                    <a:pt x="6167" y="3731"/>
                  </a:cubicBezTo>
                  <a:cubicBezTo>
                    <a:pt x="5847" y="3731"/>
                    <a:pt x="5527" y="3852"/>
                    <a:pt x="5283" y="4096"/>
                  </a:cubicBezTo>
                  <a:cubicBezTo>
                    <a:pt x="4796" y="4582"/>
                    <a:pt x="4796" y="5374"/>
                    <a:pt x="5283" y="5862"/>
                  </a:cubicBezTo>
                  <a:lnTo>
                    <a:pt x="5313" y="5894"/>
                  </a:lnTo>
                  <a:cubicBezTo>
                    <a:pt x="3842" y="7748"/>
                    <a:pt x="3132" y="10052"/>
                    <a:pt x="3308" y="12431"/>
                  </a:cubicBezTo>
                  <a:lnTo>
                    <a:pt x="3387" y="13503"/>
                  </a:lnTo>
                  <a:lnTo>
                    <a:pt x="2386" y="13503"/>
                  </a:lnTo>
                  <a:cubicBezTo>
                    <a:pt x="1071" y="13503"/>
                    <a:pt x="1" y="14572"/>
                    <a:pt x="1" y="15889"/>
                  </a:cubicBezTo>
                  <a:lnTo>
                    <a:pt x="1" y="16099"/>
                  </a:lnTo>
                  <a:cubicBezTo>
                    <a:pt x="1" y="18270"/>
                    <a:pt x="1724" y="20045"/>
                    <a:pt x="3875" y="20128"/>
                  </a:cubicBezTo>
                  <a:lnTo>
                    <a:pt x="3918" y="20702"/>
                  </a:lnTo>
                  <a:cubicBezTo>
                    <a:pt x="4007" y="21925"/>
                    <a:pt x="4465" y="23113"/>
                    <a:pt x="5277" y="24232"/>
                  </a:cubicBezTo>
                  <a:cubicBezTo>
                    <a:pt x="5369" y="24358"/>
                    <a:pt x="5512" y="24426"/>
                    <a:pt x="5656" y="24426"/>
                  </a:cubicBezTo>
                  <a:cubicBezTo>
                    <a:pt x="5752" y="24426"/>
                    <a:pt x="5848" y="24396"/>
                    <a:pt x="5931" y="24335"/>
                  </a:cubicBezTo>
                  <a:cubicBezTo>
                    <a:pt x="6142" y="24183"/>
                    <a:pt x="6188" y="23891"/>
                    <a:pt x="6036" y="23681"/>
                  </a:cubicBezTo>
                  <a:cubicBezTo>
                    <a:pt x="5327" y="22704"/>
                    <a:pt x="4928" y="21678"/>
                    <a:pt x="4852" y="20632"/>
                  </a:cubicBezTo>
                  <a:cubicBezTo>
                    <a:pt x="4673" y="18187"/>
                    <a:pt x="4445" y="15099"/>
                    <a:pt x="4243" y="12361"/>
                  </a:cubicBezTo>
                  <a:cubicBezTo>
                    <a:pt x="4123" y="10754"/>
                    <a:pt x="4454" y="9183"/>
                    <a:pt x="5188" y="7792"/>
                  </a:cubicBezTo>
                  <a:cubicBezTo>
                    <a:pt x="5383" y="8040"/>
                    <a:pt x="5670" y="8213"/>
                    <a:pt x="6000" y="8256"/>
                  </a:cubicBezTo>
                  <a:cubicBezTo>
                    <a:pt x="5523" y="9167"/>
                    <a:pt x="5241" y="10168"/>
                    <a:pt x="5171" y="11212"/>
                  </a:cubicBezTo>
                  <a:cubicBezTo>
                    <a:pt x="5118" y="12029"/>
                    <a:pt x="5768" y="12725"/>
                    <a:pt x="6589" y="12725"/>
                  </a:cubicBezTo>
                  <a:lnTo>
                    <a:pt x="18827" y="12725"/>
                  </a:lnTo>
                  <a:cubicBezTo>
                    <a:pt x="19647" y="12725"/>
                    <a:pt x="20298" y="12029"/>
                    <a:pt x="20244" y="11212"/>
                  </a:cubicBezTo>
                  <a:cubicBezTo>
                    <a:pt x="20212" y="10729"/>
                    <a:pt x="20132" y="10250"/>
                    <a:pt x="20011" y="9785"/>
                  </a:cubicBezTo>
                  <a:cubicBezTo>
                    <a:pt x="19954" y="9577"/>
                    <a:pt x="19765" y="9438"/>
                    <a:pt x="19558" y="9438"/>
                  </a:cubicBezTo>
                  <a:cubicBezTo>
                    <a:pt x="19519" y="9438"/>
                    <a:pt x="19479" y="9443"/>
                    <a:pt x="19439" y="9454"/>
                  </a:cubicBezTo>
                  <a:cubicBezTo>
                    <a:pt x="19189" y="9520"/>
                    <a:pt x="19040" y="9777"/>
                    <a:pt x="19107" y="10026"/>
                  </a:cubicBezTo>
                  <a:cubicBezTo>
                    <a:pt x="19215" y="10431"/>
                    <a:pt x="19282" y="10851"/>
                    <a:pt x="19311" y="11272"/>
                  </a:cubicBezTo>
                  <a:cubicBezTo>
                    <a:pt x="19329" y="11553"/>
                    <a:pt x="19109" y="11787"/>
                    <a:pt x="18829" y="11787"/>
                  </a:cubicBezTo>
                  <a:lnTo>
                    <a:pt x="17763" y="11787"/>
                  </a:lnTo>
                  <a:cubicBezTo>
                    <a:pt x="17658" y="11566"/>
                    <a:pt x="17539" y="11463"/>
                    <a:pt x="17382" y="11308"/>
                  </a:cubicBezTo>
                  <a:lnTo>
                    <a:pt x="17519" y="11171"/>
                  </a:lnTo>
                  <a:cubicBezTo>
                    <a:pt x="18006" y="10683"/>
                    <a:pt x="18006" y="9894"/>
                    <a:pt x="17519" y="9406"/>
                  </a:cubicBezTo>
                  <a:cubicBezTo>
                    <a:pt x="17275" y="9162"/>
                    <a:pt x="16955" y="9040"/>
                    <a:pt x="16636" y="9040"/>
                  </a:cubicBezTo>
                  <a:cubicBezTo>
                    <a:pt x="16316" y="9040"/>
                    <a:pt x="15997" y="9162"/>
                    <a:pt x="15752" y="9406"/>
                  </a:cubicBezTo>
                  <a:lnTo>
                    <a:pt x="15616" y="9544"/>
                  </a:lnTo>
                  <a:lnTo>
                    <a:pt x="15480" y="9406"/>
                  </a:lnTo>
                  <a:cubicBezTo>
                    <a:pt x="15236" y="9164"/>
                    <a:pt x="14917" y="9043"/>
                    <a:pt x="14597" y="9043"/>
                  </a:cubicBezTo>
                  <a:cubicBezTo>
                    <a:pt x="14277" y="9043"/>
                    <a:pt x="13958" y="9164"/>
                    <a:pt x="13715" y="9406"/>
                  </a:cubicBezTo>
                  <a:cubicBezTo>
                    <a:pt x="13227" y="9894"/>
                    <a:pt x="13227" y="10683"/>
                    <a:pt x="13715" y="11174"/>
                  </a:cubicBezTo>
                  <a:lnTo>
                    <a:pt x="13851" y="11311"/>
                  </a:lnTo>
                  <a:cubicBezTo>
                    <a:pt x="13693" y="11468"/>
                    <a:pt x="13578" y="11569"/>
                    <a:pt x="13471" y="11788"/>
                  </a:cubicBezTo>
                  <a:lnTo>
                    <a:pt x="10972" y="11788"/>
                  </a:lnTo>
                  <a:cubicBezTo>
                    <a:pt x="11279" y="10889"/>
                    <a:pt x="11704" y="10035"/>
                    <a:pt x="12241" y="9246"/>
                  </a:cubicBezTo>
                  <a:cubicBezTo>
                    <a:pt x="12386" y="9032"/>
                    <a:pt x="12330" y="8739"/>
                    <a:pt x="12116" y="8594"/>
                  </a:cubicBezTo>
                  <a:cubicBezTo>
                    <a:pt x="12036" y="8540"/>
                    <a:pt x="11945" y="8514"/>
                    <a:pt x="11854" y="8514"/>
                  </a:cubicBezTo>
                  <a:cubicBezTo>
                    <a:pt x="11704" y="8514"/>
                    <a:pt x="11556" y="8585"/>
                    <a:pt x="11466" y="8718"/>
                  </a:cubicBezTo>
                  <a:cubicBezTo>
                    <a:pt x="10822" y="9665"/>
                    <a:pt x="10327" y="10696"/>
                    <a:pt x="9988" y="11788"/>
                  </a:cubicBezTo>
                  <a:lnTo>
                    <a:pt x="9335" y="11788"/>
                  </a:lnTo>
                  <a:cubicBezTo>
                    <a:pt x="9997" y="9524"/>
                    <a:pt x="11288" y="7518"/>
                    <a:pt x="13095" y="5963"/>
                  </a:cubicBezTo>
                  <a:lnTo>
                    <a:pt x="13298" y="5787"/>
                  </a:lnTo>
                  <a:cubicBezTo>
                    <a:pt x="13597" y="5531"/>
                    <a:pt x="13463" y="5043"/>
                    <a:pt x="13077" y="4971"/>
                  </a:cubicBezTo>
                  <a:cubicBezTo>
                    <a:pt x="12832" y="4927"/>
                    <a:pt x="12737" y="4621"/>
                    <a:pt x="12912" y="4444"/>
                  </a:cubicBezTo>
                  <a:cubicBezTo>
                    <a:pt x="12973" y="4384"/>
                    <a:pt x="13049" y="4353"/>
                    <a:pt x="13133" y="4353"/>
                  </a:cubicBezTo>
                  <a:lnTo>
                    <a:pt x="15085" y="4348"/>
                  </a:lnTo>
                  <a:cubicBezTo>
                    <a:pt x="15171" y="4348"/>
                    <a:pt x="15251" y="4384"/>
                    <a:pt x="15309" y="4444"/>
                  </a:cubicBezTo>
                  <a:cubicBezTo>
                    <a:pt x="15316" y="4452"/>
                    <a:pt x="15323" y="4460"/>
                    <a:pt x="15330" y="4467"/>
                  </a:cubicBezTo>
                  <a:cubicBezTo>
                    <a:pt x="15373" y="4520"/>
                    <a:pt x="15398" y="4589"/>
                    <a:pt x="15398" y="4661"/>
                  </a:cubicBezTo>
                  <a:cubicBezTo>
                    <a:pt x="15399" y="5356"/>
                    <a:pt x="15399" y="5918"/>
                    <a:pt x="15401" y="6613"/>
                  </a:cubicBezTo>
                  <a:cubicBezTo>
                    <a:pt x="15401" y="6697"/>
                    <a:pt x="15369" y="6773"/>
                    <a:pt x="15309" y="6834"/>
                  </a:cubicBezTo>
                  <a:cubicBezTo>
                    <a:pt x="15246" y="6897"/>
                    <a:pt x="15168" y="6925"/>
                    <a:pt x="15091" y="6925"/>
                  </a:cubicBezTo>
                  <a:cubicBezTo>
                    <a:pt x="14931" y="6925"/>
                    <a:pt x="14776" y="6801"/>
                    <a:pt x="14776" y="6613"/>
                  </a:cubicBezTo>
                  <a:lnTo>
                    <a:pt x="14776" y="6357"/>
                  </a:lnTo>
                  <a:cubicBezTo>
                    <a:pt x="14776" y="6079"/>
                    <a:pt x="14547" y="5890"/>
                    <a:pt x="14305" y="5890"/>
                  </a:cubicBezTo>
                  <a:cubicBezTo>
                    <a:pt x="14201" y="5890"/>
                    <a:pt x="14094" y="5925"/>
                    <a:pt x="14003" y="6004"/>
                  </a:cubicBezTo>
                  <a:cubicBezTo>
                    <a:pt x="13491" y="6446"/>
                    <a:pt x="13274" y="6625"/>
                    <a:pt x="12944" y="6948"/>
                  </a:cubicBezTo>
                  <a:cubicBezTo>
                    <a:pt x="12759" y="7129"/>
                    <a:pt x="12755" y="7425"/>
                    <a:pt x="12937" y="7610"/>
                  </a:cubicBezTo>
                  <a:cubicBezTo>
                    <a:pt x="13028" y="7704"/>
                    <a:pt x="13150" y="7751"/>
                    <a:pt x="13271" y="7751"/>
                  </a:cubicBezTo>
                  <a:cubicBezTo>
                    <a:pt x="13389" y="7751"/>
                    <a:pt x="13507" y="7706"/>
                    <a:pt x="13598" y="7617"/>
                  </a:cubicBezTo>
                  <a:cubicBezTo>
                    <a:pt x="13730" y="7486"/>
                    <a:pt x="13870" y="7359"/>
                    <a:pt x="14007" y="7237"/>
                  </a:cubicBezTo>
                  <a:cubicBezTo>
                    <a:pt x="14245" y="7647"/>
                    <a:pt x="14665" y="7861"/>
                    <a:pt x="15089" y="7861"/>
                  </a:cubicBezTo>
                  <a:cubicBezTo>
                    <a:pt x="15406" y="7861"/>
                    <a:pt x="15726" y="7742"/>
                    <a:pt x="15973" y="7494"/>
                  </a:cubicBezTo>
                  <a:cubicBezTo>
                    <a:pt x="16208" y="7257"/>
                    <a:pt x="16338" y="6943"/>
                    <a:pt x="16338" y="6608"/>
                  </a:cubicBezTo>
                  <a:lnTo>
                    <a:pt x="16338" y="6198"/>
                  </a:lnTo>
                  <a:cubicBezTo>
                    <a:pt x="17127" y="6720"/>
                    <a:pt x="17797" y="7412"/>
                    <a:pt x="18289" y="8178"/>
                  </a:cubicBezTo>
                  <a:cubicBezTo>
                    <a:pt x="18378" y="8318"/>
                    <a:pt x="18529" y="8394"/>
                    <a:pt x="18683" y="8394"/>
                  </a:cubicBezTo>
                  <a:cubicBezTo>
                    <a:pt x="18770" y="8394"/>
                    <a:pt x="18858" y="8370"/>
                    <a:pt x="18936" y="8320"/>
                  </a:cubicBezTo>
                  <a:cubicBezTo>
                    <a:pt x="19153" y="8180"/>
                    <a:pt x="19216" y="7891"/>
                    <a:pt x="19078" y="7673"/>
                  </a:cubicBezTo>
                  <a:cubicBezTo>
                    <a:pt x="18471" y="6729"/>
                    <a:pt x="17633" y="5888"/>
                    <a:pt x="16633" y="5278"/>
                  </a:cubicBezTo>
                  <a:lnTo>
                    <a:pt x="16633" y="5278"/>
                  </a:lnTo>
                  <a:cubicBezTo>
                    <a:pt x="16862" y="5341"/>
                    <a:pt x="17101" y="5373"/>
                    <a:pt x="17341" y="5373"/>
                  </a:cubicBezTo>
                  <a:cubicBezTo>
                    <a:pt x="17620" y="5373"/>
                    <a:pt x="17901" y="5329"/>
                    <a:pt x="18171" y="5241"/>
                  </a:cubicBezTo>
                  <a:cubicBezTo>
                    <a:pt x="20255" y="6996"/>
                    <a:pt x="21374" y="9636"/>
                    <a:pt x="21172" y="12361"/>
                  </a:cubicBezTo>
                  <a:cubicBezTo>
                    <a:pt x="20838" y="16911"/>
                    <a:pt x="20687" y="18956"/>
                    <a:pt x="20562" y="20632"/>
                  </a:cubicBezTo>
                  <a:cubicBezTo>
                    <a:pt x="20289" y="24343"/>
                    <a:pt x="15547" y="27580"/>
                    <a:pt x="12704" y="27580"/>
                  </a:cubicBezTo>
                  <a:cubicBezTo>
                    <a:pt x="11475" y="27580"/>
                    <a:pt x="9284" y="26775"/>
                    <a:pt x="7481" y="25234"/>
                  </a:cubicBezTo>
                  <a:cubicBezTo>
                    <a:pt x="7393" y="25158"/>
                    <a:pt x="7285" y="25122"/>
                    <a:pt x="7178" y="25122"/>
                  </a:cubicBezTo>
                  <a:cubicBezTo>
                    <a:pt x="7046" y="25122"/>
                    <a:pt x="6915" y="25178"/>
                    <a:pt x="6821" y="25287"/>
                  </a:cubicBezTo>
                  <a:cubicBezTo>
                    <a:pt x="6653" y="25483"/>
                    <a:pt x="6676" y="25778"/>
                    <a:pt x="6873" y="25947"/>
                  </a:cubicBezTo>
                  <a:cubicBezTo>
                    <a:pt x="7128" y="26165"/>
                    <a:pt x="7397" y="26373"/>
                    <a:pt x="7674" y="26571"/>
                  </a:cubicBezTo>
                  <a:lnTo>
                    <a:pt x="7674" y="27959"/>
                  </a:lnTo>
                  <a:cubicBezTo>
                    <a:pt x="7674" y="28683"/>
                    <a:pt x="7252" y="29355"/>
                    <a:pt x="6599" y="29666"/>
                  </a:cubicBezTo>
                  <a:lnTo>
                    <a:pt x="4670" y="30592"/>
                  </a:lnTo>
                  <a:cubicBezTo>
                    <a:pt x="4365" y="30740"/>
                    <a:pt x="4202" y="31074"/>
                    <a:pt x="4278" y="31404"/>
                  </a:cubicBezTo>
                  <a:cubicBezTo>
                    <a:pt x="4353" y="31737"/>
                    <a:pt x="4644" y="31968"/>
                    <a:pt x="4984" y="31968"/>
                  </a:cubicBezTo>
                  <a:lnTo>
                    <a:pt x="20424" y="31968"/>
                  </a:lnTo>
                  <a:cubicBezTo>
                    <a:pt x="20766" y="31968"/>
                    <a:pt x="21056" y="31737"/>
                    <a:pt x="21132" y="31404"/>
                  </a:cubicBezTo>
                  <a:cubicBezTo>
                    <a:pt x="21206" y="31072"/>
                    <a:pt x="21046" y="30740"/>
                    <a:pt x="20739" y="30592"/>
                  </a:cubicBezTo>
                  <a:lnTo>
                    <a:pt x="18810" y="29666"/>
                  </a:lnTo>
                  <a:cubicBezTo>
                    <a:pt x="18157" y="29352"/>
                    <a:pt x="17735" y="28682"/>
                    <a:pt x="17735" y="27959"/>
                  </a:cubicBezTo>
                  <a:lnTo>
                    <a:pt x="17735" y="26568"/>
                  </a:lnTo>
                  <a:cubicBezTo>
                    <a:pt x="19672" y="25181"/>
                    <a:pt x="21318" y="23132"/>
                    <a:pt x="21498" y="20699"/>
                  </a:cubicBezTo>
                  <a:lnTo>
                    <a:pt x="21541" y="20125"/>
                  </a:lnTo>
                  <a:cubicBezTo>
                    <a:pt x="23690" y="20044"/>
                    <a:pt x="25415" y="18267"/>
                    <a:pt x="25415" y="16097"/>
                  </a:cubicBezTo>
                  <a:lnTo>
                    <a:pt x="25415" y="15888"/>
                  </a:lnTo>
                  <a:cubicBezTo>
                    <a:pt x="25415" y="14571"/>
                    <a:pt x="24345" y="13502"/>
                    <a:pt x="23029" y="13502"/>
                  </a:cubicBezTo>
                  <a:lnTo>
                    <a:pt x="22029" y="13502"/>
                  </a:lnTo>
                  <a:lnTo>
                    <a:pt x="22108" y="12430"/>
                  </a:lnTo>
                  <a:cubicBezTo>
                    <a:pt x="22320" y="9525"/>
                    <a:pt x="21183" y="6706"/>
                    <a:pt x="19045" y="4760"/>
                  </a:cubicBezTo>
                  <a:cubicBezTo>
                    <a:pt x="19644" y="4266"/>
                    <a:pt x="20027" y="3520"/>
                    <a:pt x="20027" y="2687"/>
                  </a:cubicBezTo>
                  <a:cubicBezTo>
                    <a:pt x="20027" y="1204"/>
                    <a:pt x="18822" y="0"/>
                    <a:pt x="1733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0"/>
            <p:cNvSpPr/>
            <p:nvPr/>
          </p:nvSpPr>
          <p:spPr>
            <a:xfrm>
              <a:off x="8183340" y="4371946"/>
              <a:ext cx="60860" cy="12227"/>
            </a:xfrm>
            <a:custGeom>
              <a:rect b="b" l="l" r="r" t="t"/>
              <a:pathLst>
                <a:path extrusionOk="0" h="938" w="4669">
                  <a:moveTo>
                    <a:pt x="469" y="1"/>
                  </a:moveTo>
                  <a:cubicBezTo>
                    <a:pt x="211" y="1"/>
                    <a:pt x="0" y="210"/>
                    <a:pt x="0" y="469"/>
                  </a:cubicBezTo>
                  <a:cubicBezTo>
                    <a:pt x="0" y="727"/>
                    <a:pt x="211" y="938"/>
                    <a:pt x="469" y="938"/>
                  </a:cubicBezTo>
                  <a:lnTo>
                    <a:pt x="4200" y="938"/>
                  </a:lnTo>
                  <a:cubicBezTo>
                    <a:pt x="4459" y="938"/>
                    <a:pt x="4668" y="727"/>
                    <a:pt x="4668" y="469"/>
                  </a:cubicBezTo>
                  <a:cubicBezTo>
                    <a:pt x="4668" y="210"/>
                    <a:pt x="4459" y="1"/>
                    <a:pt x="420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0"/>
            <p:cNvSpPr/>
            <p:nvPr/>
          </p:nvSpPr>
          <p:spPr>
            <a:xfrm>
              <a:off x="8248224" y="4371946"/>
              <a:ext cx="77102" cy="76763"/>
            </a:xfrm>
            <a:custGeom>
              <a:rect b="b" l="l" r="r" t="t"/>
              <a:pathLst>
                <a:path extrusionOk="0" h="5889" w="5915">
                  <a:moveTo>
                    <a:pt x="2962" y="1"/>
                  </a:moveTo>
                  <a:cubicBezTo>
                    <a:pt x="2016" y="1"/>
                    <a:pt x="1247" y="770"/>
                    <a:pt x="1247" y="1716"/>
                  </a:cubicBezTo>
                  <a:lnTo>
                    <a:pt x="1247" y="4174"/>
                  </a:lnTo>
                  <a:cubicBezTo>
                    <a:pt x="1247" y="4601"/>
                    <a:pt x="897" y="4951"/>
                    <a:pt x="468" y="4951"/>
                  </a:cubicBezTo>
                  <a:cubicBezTo>
                    <a:pt x="211" y="4951"/>
                    <a:pt x="0" y="5161"/>
                    <a:pt x="0" y="5419"/>
                  </a:cubicBezTo>
                  <a:cubicBezTo>
                    <a:pt x="0" y="5677"/>
                    <a:pt x="211" y="5888"/>
                    <a:pt x="468" y="5888"/>
                  </a:cubicBezTo>
                  <a:cubicBezTo>
                    <a:pt x="469" y="5888"/>
                    <a:pt x="470" y="5888"/>
                    <a:pt x="470" y="5888"/>
                  </a:cubicBezTo>
                  <a:cubicBezTo>
                    <a:pt x="1415" y="5888"/>
                    <a:pt x="2184" y="5120"/>
                    <a:pt x="2184" y="4174"/>
                  </a:cubicBezTo>
                  <a:lnTo>
                    <a:pt x="2184" y="1716"/>
                  </a:lnTo>
                  <a:cubicBezTo>
                    <a:pt x="2184" y="1286"/>
                    <a:pt x="2533" y="938"/>
                    <a:pt x="2962" y="938"/>
                  </a:cubicBezTo>
                  <a:lnTo>
                    <a:pt x="5446" y="938"/>
                  </a:lnTo>
                  <a:cubicBezTo>
                    <a:pt x="5704" y="938"/>
                    <a:pt x="5915" y="727"/>
                    <a:pt x="5915" y="469"/>
                  </a:cubicBezTo>
                  <a:cubicBezTo>
                    <a:pt x="5915" y="210"/>
                    <a:pt x="5704"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0"/>
            <p:cNvSpPr/>
            <p:nvPr/>
          </p:nvSpPr>
          <p:spPr>
            <a:xfrm>
              <a:off x="8215769" y="4481641"/>
              <a:ext cx="77128" cy="12227"/>
            </a:xfrm>
            <a:custGeom>
              <a:rect b="b" l="l" r="r" t="t"/>
              <a:pathLst>
                <a:path extrusionOk="0" h="938" w="5917">
                  <a:moveTo>
                    <a:pt x="470" y="1"/>
                  </a:moveTo>
                  <a:cubicBezTo>
                    <a:pt x="211" y="1"/>
                    <a:pt x="0" y="210"/>
                    <a:pt x="0" y="468"/>
                  </a:cubicBezTo>
                  <a:cubicBezTo>
                    <a:pt x="0" y="727"/>
                    <a:pt x="211" y="938"/>
                    <a:pt x="470" y="938"/>
                  </a:cubicBezTo>
                  <a:lnTo>
                    <a:pt x="5449" y="938"/>
                  </a:lnTo>
                  <a:cubicBezTo>
                    <a:pt x="5707" y="938"/>
                    <a:pt x="5917" y="727"/>
                    <a:pt x="5917" y="468"/>
                  </a:cubicBezTo>
                  <a:cubicBezTo>
                    <a:pt x="5917" y="210"/>
                    <a:pt x="5707" y="1"/>
                    <a:pt x="544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0"/>
            <p:cNvSpPr/>
            <p:nvPr/>
          </p:nvSpPr>
          <p:spPr>
            <a:xfrm>
              <a:off x="8308611" y="4206934"/>
              <a:ext cx="12214" cy="12227"/>
            </a:xfrm>
            <a:custGeom>
              <a:rect b="b" l="l" r="r" t="t"/>
              <a:pathLst>
                <a:path extrusionOk="0" h="938" w="937">
                  <a:moveTo>
                    <a:pt x="468" y="0"/>
                  </a:moveTo>
                  <a:cubicBezTo>
                    <a:pt x="210" y="0"/>
                    <a:pt x="0" y="211"/>
                    <a:pt x="0" y="470"/>
                  </a:cubicBezTo>
                  <a:cubicBezTo>
                    <a:pt x="0" y="728"/>
                    <a:pt x="210" y="937"/>
                    <a:pt x="468" y="937"/>
                  </a:cubicBezTo>
                  <a:cubicBezTo>
                    <a:pt x="727" y="937"/>
                    <a:pt x="936" y="728"/>
                    <a:pt x="936" y="470"/>
                  </a:cubicBezTo>
                  <a:cubicBezTo>
                    <a:pt x="936" y="211"/>
                    <a:pt x="727" y="0"/>
                    <a:pt x="468" y="0"/>
                  </a:cubicBezTo>
                  <a:close/>
                </a:path>
              </a:pathLst>
            </a:custGeom>
            <a:solidFill>
              <a:srgbClr val="2222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9" name="Google Shape;4379;p60"/>
          <p:cNvSpPr/>
          <p:nvPr/>
        </p:nvSpPr>
        <p:spPr>
          <a:xfrm>
            <a:off x="1067838" y="2837056"/>
            <a:ext cx="1086000" cy="10860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76200">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0"/>
          <p:cNvSpPr/>
          <p:nvPr/>
        </p:nvSpPr>
        <p:spPr>
          <a:xfrm>
            <a:off x="6990138" y="2837056"/>
            <a:ext cx="1086000" cy="10860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76200">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0"/>
          <p:cNvSpPr/>
          <p:nvPr/>
        </p:nvSpPr>
        <p:spPr>
          <a:xfrm>
            <a:off x="5016038" y="2837056"/>
            <a:ext cx="1086000" cy="10860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76200">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0"/>
          <p:cNvSpPr/>
          <p:nvPr/>
        </p:nvSpPr>
        <p:spPr>
          <a:xfrm>
            <a:off x="3041938" y="2837056"/>
            <a:ext cx="1086000" cy="10860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76200">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83" name="Google Shape;4383;p60"/>
          <p:cNvGrpSpPr/>
          <p:nvPr/>
        </p:nvGrpSpPr>
        <p:grpSpPr>
          <a:xfrm>
            <a:off x="7281375" y="3102050"/>
            <a:ext cx="503550" cy="576425"/>
            <a:chOff x="7281375" y="3102050"/>
            <a:chExt cx="503550" cy="576425"/>
          </a:xfrm>
        </p:grpSpPr>
        <p:sp>
          <p:nvSpPr>
            <p:cNvPr id="4384" name="Google Shape;4384;p60"/>
            <p:cNvSpPr/>
            <p:nvPr/>
          </p:nvSpPr>
          <p:spPr>
            <a:xfrm>
              <a:off x="7326875" y="3183975"/>
              <a:ext cx="448925" cy="485300"/>
            </a:xfrm>
            <a:custGeom>
              <a:rect b="b" l="l" r="r" t="t"/>
              <a:pathLst>
                <a:path extrusionOk="0" h="19412" w="17957">
                  <a:moveTo>
                    <a:pt x="971" y="1"/>
                  </a:moveTo>
                  <a:cubicBezTo>
                    <a:pt x="437" y="1"/>
                    <a:pt x="0" y="434"/>
                    <a:pt x="0" y="970"/>
                  </a:cubicBezTo>
                  <a:lnTo>
                    <a:pt x="0" y="18441"/>
                  </a:lnTo>
                  <a:cubicBezTo>
                    <a:pt x="0" y="18977"/>
                    <a:pt x="434" y="19412"/>
                    <a:pt x="971" y="19412"/>
                  </a:cubicBezTo>
                  <a:lnTo>
                    <a:pt x="16015" y="19412"/>
                  </a:lnTo>
                  <a:cubicBezTo>
                    <a:pt x="17086" y="19412"/>
                    <a:pt x="17956" y="18540"/>
                    <a:pt x="17956" y="17472"/>
                  </a:cubicBezTo>
                  <a:lnTo>
                    <a:pt x="17956" y="1942"/>
                  </a:lnTo>
                  <a:cubicBezTo>
                    <a:pt x="17956" y="869"/>
                    <a:pt x="17086" y="1"/>
                    <a:pt x="1601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0"/>
            <p:cNvSpPr/>
            <p:nvPr/>
          </p:nvSpPr>
          <p:spPr>
            <a:xfrm>
              <a:off x="7472475" y="3244625"/>
              <a:ext cx="169875" cy="109200"/>
            </a:xfrm>
            <a:custGeom>
              <a:rect b="b" l="l" r="r" t="t"/>
              <a:pathLst>
                <a:path extrusionOk="0" h="4368" w="6795">
                  <a:moveTo>
                    <a:pt x="969" y="0"/>
                  </a:moveTo>
                  <a:cubicBezTo>
                    <a:pt x="435" y="0"/>
                    <a:pt x="0" y="435"/>
                    <a:pt x="0" y="971"/>
                  </a:cubicBezTo>
                  <a:lnTo>
                    <a:pt x="0" y="3398"/>
                  </a:lnTo>
                  <a:cubicBezTo>
                    <a:pt x="0" y="3933"/>
                    <a:pt x="434" y="4368"/>
                    <a:pt x="969" y="4368"/>
                  </a:cubicBezTo>
                  <a:lnTo>
                    <a:pt x="5822" y="4368"/>
                  </a:lnTo>
                  <a:cubicBezTo>
                    <a:pt x="6360" y="4368"/>
                    <a:pt x="6795" y="3933"/>
                    <a:pt x="6793" y="3398"/>
                  </a:cubicBezTo>
                  <a:lnTo>
                    <a:pt x="6793" y="971"/>
                  </a:lnTo>
                  <a:cubicBezTo>
                    <a:pt x="6793" y="437"/>
                    <a:pt x="6360" y="0"/>
                    <a:pt x="5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0"/>
            <p:cNvSpPr/>
            <p:nvPr/>
          </p:nvSpPr>
          <p:spPr>
            <a:xfrm>
              <a:off x="7593825" y="3111175"/>
              <a:ext cx="109200" cy="412475"/>
            </a:xfrm>
            <a:custGeom>
              <a:rect b="b" l="l" r="r" t="t"/>
              <a:pathLst>
                <a:path extrusionOk="0" h="16499" w="4368">
                  <a:moveTo>
                    <a:pt x="1699" y="1"/>
                  </a:moveTo>
                  <a:cubicBezTo>
                    <a:pt x="1165" y="1"/>
                    <a:pt x="728" y="434"/>
                    <a:pt x="728" y="971"/>
                  </a:cubicBezTo>
                  <a:lnTo>
                    <a:pt x="728" y="1456"/>
                  </a:lnTo>
                  <a:lnTo>
                    <a:pt x="485" y="1456"/>
                  </a:lnTo>
                  <a:cubicBezTo>
                    <a:pt x="217" y="1456"/>
                    <a:pt x="1" y="1673"/>
                    <a:pt x="1" y="1941"/>
                  </a:cubicBezTo>
                  <a:lnTo>
                    <a:pt x="1" y="14074"/>
                  </a:lnTo>
                  <a:cubicBezTo>
                    <a:pt x="1" y="14608"/>
                    <a:pt x="434" y="15043"/>
                    <a:pt x="970" y="15043"/>
                  </a:cubicBezTo>
                  <a:lnTo>
                    <a:pt x="970" y="15529"/>
                  </a:lnTo>
                  <a:cubicBezTo>
                    <a:pt x="970" y="16064"/>
                    <a:pt x="1405" y="16498"/>
                    <a:pt x="1941" y="16498"/>
                  </a:cubicBezTo>
                  <a:lnTo>
                    <a:pt x="2427" y="16498"/>
                  </a:lnTo>
                  <a:cubicBezTo>
                    <a:pt x="2962" y="16498"/>
                    <a:pt x="3397" y="16065"/>
                    <a:pt x="3397" y="15529"/>
                  </a:cubicBezTo>
                  <a:lnTo>
                    <a:pt x="3397" y="15043"/>
                  </a:lnTo>
                  <a:cubicBezTo>
                    <a:pt x="3931" y="15043"/>
                    <a:pt x="4368" y="14610"/>
                    <a:pt x="4368" y="14074"/>
                  </a:cubicBezTo>
                  <a:lnTo>
                    <a:pt x="4368" y="1941"/>
                  </a:lnTo>
                  <a:cubicBezTo>
                    <a:pt x="4368" y="1673"/>
                    <a:pt x="4149" y="1456"/>
                    <a:pt x="3882" y="1456"/>
                  </a:cubicBezTo>
                  <a:lnTo>
                    <a:pt x="3639" y="1456"/>
                  </a:lnTo>
                  <a:lnTo>
                    <a:pt x="3639" y="971"/>
                  </a:lnTo>
                  <a:cubicBezTo>
                    <a:pt x="3639" y="436"/>
                    <a:pt x="3205" y="1"/>
                    <a:pt x="26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0"/>
            <p:cNvSpPr/>
            <p:nvPr/>
          </p:nvSpPr>
          <p:spPr>
            <a:xfrm>
              <a:off x="7326875" y="3183975"/>
              <a:ext cx="84925" cy="485300"/>
            </a:xfrm>
            <a:custGeom>
              <a:rect b="b" l="l" r="r" t="t"/>
              <a:pathLst>
                <a:path extrusionOk="0" h="19412" w="3397">
                  <a:moveTo>
                    <a:pt x="971" y="1"/>
                  </a:moveTo>
                  <a:cubicBezTo>
                    <a:pt x="435" y="1"/>
                    <a:pt x="0" y="434"/>
                    <a:pt x="0" y="970"/>
                  </a:cubicBezTo>
                  <a:lnTo>
                    <a:pt x="0" y="18441"/>
                  </a:lnTo>
                  <a:cubicBezTo>
                    <a:pt x="0" y="18977"/>
                    <a:pt x="434" y="19412"/>
                    <a:pt x="971" y="19412"/>
                  </a:cubicBezTo>
                  <a:lnTo>
                    <a:pt x="3397" y="19412"/>
                  </a:lnTo>
                  <a:lnTo>
                    <a:pt x="339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0"/>
            <p:cNvSpPr/>
            <p:nvPr/>
          </p:nvSpPr>
          <p:spPr>
            <a:xfrm>
              <a:off x="7290425" y="3244600"/>
              <a:ext cx="72900" cy="364000"/>
            </a:xfrm>
            <a:custGeom>
              <a:rect b="b" l="l" r="r" t="t"/>
              <a:pathLst>
                <a:path extrusionOk="0" h="14560" w="2916">
                  <a:moveTo>
                    <a:pt x="731" y="0"/>
                  </a:moveTo>
                  <a:cubicBezTo>
                    <a:pt x="327" y="0"/>
                    <a:pt x="2" y="327"/>
                    <a:pt x="2" y="729"/>
                  </a:cubicBezTo>
                  <a:cubicBezTo>
                    <a:pt x="2" y="1133"/>
                    <a:pt x="329" y="1457"/>
                    <a:pt x="731" y="1457"/>
                  </a:cubicBezTo>
                  <a:lnTo>
                    <a:pt x="2187" y="1457"/>
                  </a:lnTo>
                  <a:cubicBezTo>
                    <a:pt x="2588" y="1457"/>
                    <a:pt x="2914" y="1130"/>
                    <a:pt x="2915" y="729"/>
                  </a:cubicBezTo>
                  <a:cubicBezTo>
                    <a:pt x="2915" y="326"/>
                    <a:pt x="2588" y="0"/>
                    <a:pt x="2187" y="0"/>
                  </a:cubicBezTo>
                  <a:close/>
                  <a:moveTo>
                    <a:pt x="729" y="2912"/>
                  </a:moveTo>
                  <a:cubicBezTo>
                    <a:pt x="327" y="2912"/>
                    <a:pt x="0" y="3237"/>
                    <a:pt x="0" y="3641"/>
                  </a:cubicBezTo>
                  <a:cubicBezTo>
                    <a:pt x="0" y="4042"/>
                    <a:pt x="326" y="4369"/>
                    <a:pt x="729" y="4369"/>
                  </a:cubicBezTo>
                  <a:lnTo>
                    <a:pt x="2186" y="4369"/>
                  </a:lnTo>
                  <a:cubicBezTo>
                    <a:pt x="2588" y="4369"/>
                    <a:pt x="2914" y="4042"/>
                    <a:pt x="2914" y="3641"/>
                  </a:cubicBezTo>
                  <a:cubicBezTo>
                    <a:pt x="2914" y="3239"/>
                    <a:pt x="2588" y="2912"/>
                    <a:pt x="2186" y="2912"/>
                  </a:cubicBezTo>
                  <a:close/>
                  <a:moveTo>
                    <a:pt x="729" y="10192"/>
                  </a:moveTo>
                  <a:cubicBezTo>
                    <a:pt x="327" y="10192"/>
                    <a:pt x="0" y="10516"/>
                    <a:pt x="0" y="10920"/>
                  </a:cubicBezTo>
                  <a:cubicBezTo>
                    <a:pt x="0" y="11322"/>
                    <a:pt x="326" y="11649"/>
                    <a:pt x="729" y="11649"/>
                  </a:cubicBezTo>
                  <a:lnTo>
                    <a:pt x="2186" y="11649"/>
                  </a:lnTo>
                  <a:cubicBezTo>
                    <a:pt x="2588" y="11649"/>
                    <a:pt x="2914" y="11322"/>
                    <a:pt x="2914" y="10920"/>
                  </a:cubicBezTo>
                  <a:cubicBezTo>
                    <a:pt x="2914" y="10519"/>
                    <a:pt x="2588" y="10192"/>
                    <a:pt x="2186" y="10192"/>
                  </a:cubicBezTo>
                  <a:close/>
                  <a:moveTo>
                    <a:pt x="729" y="13103"/>
                  </a:moveTo>
                  <a:cubicBezTo>
                    <a:pt x="327" y="13103"/>
                    <a:pt x="0" y="13428"/>
                    <a:pt x="0" y="13832"/>
                  </a:cubicBezTo>
                  <a:cubicBezTo>
                    <a:pt x="0" y="14232"/>
                    <a:pt x="326" y="14559"/>
                    <a:pt x="729" y="14559"/>
                  </a:cubicBezTo>
                  <a:lnTo>
                    <a:pt x="2186" y="14559"/>
                  </a:lnTo>
                  <a:cubicBezTo>
                    <a:pt x="2588" y="14559"/>
                    <a:pt x="2914" y="14232"/>
                    <a:pt x="2914" y="13832"/>
                  </a:cubicBezTo>
                  <a:cubicBezTo>
                    <a:pt x="2914" y="13430"/>
                    <a:pt x="2588" y="13103"/>
                    <a:pt x="2186" y="1310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0"/>
            <p:cNvSpPr/>
            <p:nvPr/>
          </p:nvSpPr>
          <p:spPr>
            <a:xfrm>
              <a:off x="7290425" y="3244600"/>
              <a:ext cx="72900" cy="364000"/>
            </a:xfrm>
            <a:custGeom>
              <a:rect b="b" l="l" r="r" t="t"/>
              <a:pathLst>
                <a:path extrusionOk="0" h="14560" w="2916">
                  <a:moveTo>
                    <a:pt x="2186" y="0"/>
                  </a:moveTo>
                  <a:cubicBezTo>
                    <a:pt x="2186" y="404"/>
                    <a:pt x="1859" y="729"/>
                    <a:pt x="1457" y="729"/>
                  </a:cubicBezTo>
                  <a:lnTo>
                    <a:pt x="0" y="729"/>
                  </a:lnTo>
                  <a:cubicBezTo>
                    <a:pt x="0" y="1133"/>
                    <a:pt x="327" y="1457"/>
                    <a:pt x="729" y="1457"/>
                  </a:cubicBezTo>
                  <a:lnTo>
                    <a:pt x="2186" y="1457"/>
                  </a:lnTo>
                  <a:cubicBezTo>
                    <a:pt x="2588" y="1457"/>
                    <a:pt x="2914" y="1130"/>
                    <a:pt x="2914" y="729"/>
                  </a:cubicBezTo>
                  <a:cubicBezTo>
                    <a:pt x="2914" y="327"/>
                    <a:pt x="2588" y="0"/>
                    <a:pt x="2186" y="0"/>
                  </a:cubicBezTo>
                  <a:close/>
                  <a:moveTo>
                    <a:pt x="2187" y="2912"/>
                  </a:moveTo>
                  <a:cubicBezTo>
                    <a:pt x="2187" y="3314"/>
                    <a:pt x="1862" y="3641"/>
                    <a:pt x="1458" y="3641"/>
                  </a:cubicBezTo>
                  <a:lnTo>
                    <a:pt x="2" y="3641"/>
                  </a:lnTo>
                  <a:cubicBezTo>
                    <a:pt x="2" y="4042"/>
                    <a:pt x="327" y="4369"/>
                    <a:pt x="731" y="4369"/>
                  </a:cubicBezTo>
                  <a:lnTo>
                    <a:pt x="2187" y="4369"/>
                  </a:lnTo>
                  <a:cubicBezTo>
                    <a:pt x="2588" y="4369"/>
                    <a:pt x="2915" y="4043"/>
                    <a:pt x="2915" y="3641"/>
                  </a:cubicBezTo>
                  <a:cubicBezTo>
                    <a:pt x="2914" y="3239"/>
                    <a:pt x="2588" y="2912"/>
                    <a:pt x="2187" y="2912"/>
                  </a:cubicBezTo>
                  <a:close/>
                  <a:moveTo>
                    <a:pt x="2187" y="10192"/>
                  </a:moveTo>
                  <a:cubicBezTo>
                    <a:pt x="2187" y="10593"/>
                    <a:pt x="1862" y="10920"/>
                    <a:pt x="1458" y="10920"/>
                  </a:cubicBezTo>
                  <a:lnTo>
                    <a:pt x="2" y="10920"/>
                  </a:lnTo>
                  <a:cubicBezTo>
                    <a:pt x="2" y="11322"/>
                    <a:pt x="327" y="11649"/>
                    <a:pt x="731" y="11649"/>
                  </a:cubicBezTo>
                  <a:lnTo>
                    <a:pt x="2187" y="11649"/>
                  </a:lnTo>
                  <a:cubicBezTo>
                    <a:pt x="2588" y="11649"/>
                    <a:pt x="2915" y="11323"/>
                    <a:pt x="2915" y="10920"/>
                  </a:cubicBezTo>
                  <a:cubicBezTo>
                    <a:pt x="2914" y="10516"/>
                    <a:pt x="2588" y="10192"/>
                    <a:pt x="2187" y="10192"/>
                  </a:cubicBezTo>
                  <a:close/>
                  <a:moveTo>
                    <a:pt x="2187" y="13103"/>
                  </a:moveTo>
                  <a:cubicBezTo>
                    <a:pt x="2187" y="13505"/>
                    <a:pt x="1862" y="13832"/>
                    <a:pt x="1458" y="13832"/>
                  </a:cubicBezTo>
                  <a:lnTo>
                    <a:pt x="2" y="13832"/>
                  </a:lnTo>
                  <a:cubicBezTo>
                    <a:pt x="2" y="14232"/>
                    <a:pt x="327" y="14559"/>
                    <a:pt x="731" y="14559"/>
                  </a:cubicBezTo>
                  <a:lnTo>
                    <a:pt x="2187" y="14559"/>
                  </a:lnTo>
                  <a:cubicBezTo>
                    <a:pt x="2588" y="14559"/>
                    <a:pt x="2915" y="14235"/>
                    <a:pt x="2915" y="13832"/>
                  </a:cubicBezTo>
                  <a:cubicBezTo>
                    <a:pt x="2914" y="13430"/>
                    <a:pt x="2588" y="13103"/>
                    <a:pt x="2187" y="1310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0"/>
            <p:cNvSpPr/>
            <p:nvPr/>
          </p:nvSpPr>
          <p:spPr>
            <a:xfrm>
              <a:off x="7593825" y="3147575"/>
              <a:ext cx="109200" cy="376075"/>
            </a:xfrm>
            <a:custGeom>
              <a:rect b="b" l="l" r="r" t="t"/>
              <a:pathLst>
                <a:path extrusionOk="0" h="15043" w="4368">
                  <a:moveTo>
                    <a:pt x="485" y="0"/>
                  </a:moveTo>
                  <a:cubicBezTo>
                    <a:pt x="217" y="0"/>
                    <a:pt x="1" y="217"/>
                    <a:pt x="1" y="485"/>
                  </a:cubicBezTo>
                  <a:lnTo>
                    <a:pt x="1" y="12618"/>
                  </a:lnTo>
                  <a:cubicBezTo>
                    <a:pt x="1" y="13152"/>
                    <a:pt x="434" y="13587"/>
                    <a:pt x="970" y="13587"/>
                  </a:cubicBezTo>
                  <a:lnTo>
                    <a:pt x="970" y="14073"/>
                  </a:lnTo>
                  <a:cubicBezTo>
                    <a:pt x="970" y="14608"/>
                    <a:pt x="1405" y="15042"/>
                    <a:pt x="1941" y="15042"/>
                  </a:cubicBezTo>
                  <a:lnTo>
                    <a:pt x="2427" y="15042"/>
                  </a:lnTo>
                  <a:cubicBezTo>
                    <a:pt x="2962" y="15042"/>
                    <a:pt x="3397" y="14609"/>
                    <a:pt x="3397" y="14073"/>
                  </a:cubicBezTo>
                  <a:lnTo>
                    <a:pt x="3397" y="13587"/>
                  </a:lnTo>
                  <a:cubicBezTo>
                    <a:pt x="3931" y="13587"/>
                    <a:pt x="4368" y="13154"/>
                    <a:pt x="4368" y="12618"/>
                  </a:cubicBezTo>
                  <a:lnTo>
                    <a:pt x="4368" y="485"/>
                  </a:lnTo>
                  <a:cubicBezTo>
                    <a:pt x="4368" y="217"/>
                    <a:pt x="4149" y="0"/>
                    <a:pt x="38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0"/>
            <p:cNvSpPr/>
            <p:nvPr/>
          </p:nvSpPr>
          <p:spPr>
            <a:xfrm>
              <a:off x="7612025" y="3111150"/>
              <a:ext cx="54525" cy="24325"/>
            </a:xfrm>
            <a:custGeom>
              <a:rect b="b" l="l" r="r" t="t"/>
              <a:pathLst>
                <a:path extrusionOk="0" h="973" w="2181">
                  <a:moveTo>
                    <a:pt x="969" y="0"/>
                  </a:moveTo>
                  <a:cubicBezTo>
                    <a:pt x="445" y="0"/>
                    <a:pt x="17" y="418"/>
                    <a:pt x="0" y="940"/>
                  </a:cubicBezTo>
                  <a:cubicBezTo>
                    <a:pt x="80" y="960"/>
                    <a:pt x="159" y="972"/>
                    <a:pt x="242" y="972"/>
                  </a:cubicBezTo>
                  <a:lnTo>
                    <a:pt x="1213" y="972"/>
                  </a:lnTo>
                  <a:cubicBezTo>
                    <a:pt x="1737" y="972"/>
                    <a:pt x="2165" y="553"/>
                    <a:pt x="2180" y="33"/>
                  </a:cubicBezTo>
                  <a:cubicBezTo>
                    <a:pt x="2102" y="13"/>
                    <a:pt x="2023" y="0"/>
                    <a:pt x="19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0"/>
            <p:cNvSpPr/>
            <p:nvPr/>
          </p:nvSpPr>
          <p:spPr>
            <a:xfrm>
              <a:off x="7642300" y="3147575"/>
              <a:ext cx="36425" cy="339700"/>
            </a:xfrm>
            <a:custGeom>
              <a:rect b="b" l="l" r="r" t="t"/>
              <a:pathLst>
                <a:path extrusionOk="0" h="13588" w="1457">
                  <a:moveTo>
                    <a:pt x="0" y="0"/>
                  </a:moveTo>
                  <a:lnTo>
                    <a:pt x="0" y="13587"/>
                  </a:lnTo>
                  <a:lnTo>
                    <a:pt x="1457" y="13587"/>
                  </a:lnTo>
                  <a:lnTo>
                    <a:pt x="1457" y="0"/>
                  </a:lnTo>
                  <a:close/>
                </a:path>
              </a:pathLst>
            </a:custGeom>
            <a:solidFill>
              <a:srgbClr val="FF8B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0"/>
            <p:cNvSpPr/>
            <p:nvPr/>
          </p:nvSpPr>
          <p:spPr>
            <a:xfrm>
              <a:off x="7593800" y="3353800"/>
              <a:ext cx="109225" cy="133475"/>
            </a:xfrm>
            <a:custGeom>
              <a:rect b="b" l="l" r="r" t="t"/>
              <a:pathLst>
                <a:path extrusionOk="0" h="5339" w="4369">
                  <a:moveTo>
                    <a:pt x="0" y="1"/>
                  </a:moveTo>
                  <a:lnTo>
                    <a:pt x="0" y="4369"/>
                  </a:lnTo>
                  <a:cubicBezTo>
                    <a:pt x="0" y="4903"/>
                    <a:pt x="434" y="5338"/>
                    <a:pt x="969" y="5338"/>
                  </a:cubicBezTo>
                  <a:lnTo>
                    <a:pt x="3397" y="5338"/>
                  </a:lnTo>
                  <a:cubicBezTo>
                    <a:pt x="3932" y="5338"/>
                    <a:pt x="4369" y="4903"/>
                    <a:pt x="4367" y="4368"/>
                  </a:cubicBezTo>
                  <a:lnTo>
                    <a:pt x="436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0"/>
            <p:cNvSpPr/>
            <p:nvPr/>
          </p:nvSpPr>
          <p:spPr>
            <a:xfrm>
              <a:off x="7281375" y="3102050"/>
              <a:ext cx="503550" cy="576425"/>
            </a:xfrm>
            <a:custGeom>
              <a:rect b="b" l="l" r="r" t="t"/>
              <a:pathLst>
                <a:path extrusionOk="0" h="23057" w="20142">
                  <a:moveTo>
                    <a:pt x="15165" y="730"/>
                  </a:moveTo>
                  <a:cubicBezTo>
                    <a:pt x="15499" y="730"/>
                    <a:pt x="15772" y="1002"/>
                    <a:pt x="15772" y="1336"/>
                  </a:cubicBezTo>
                  <a:lnTo>
                    <a:pt x="15772" y="1457"/>
                  </a:lnTo>
                  <a:lnTo>
                    <a:pt x="13587" y="1457"/>
                  </a:lnTo>
                  <a:lnTo>
                    <a:pt x="13590" y="1336"/>
                  </a:lnTo>
                  <a:cubicBezTo>
                    <a:pt x="13590" y="1002"/>
                    <a:pt x="13862" y="730"/>
                    <a:pt x="14195" y="730"/>
                  </a:cubicBezTo>
                  <a:close/>
                  <a:moveTo>
                    <a:pt x="2549" y="6067"/>
                  </a:moveTo>
                  <a:cubicBezTo>
                    <a:pt x="2750" y="6067"/>
                    <a:pt x="2913" y="6231"/>
                    <a:pt x="2913" y="6431"/>
                  </a:cubicBezTo>
                  <a:cubicBezTo>
                    <a:pt x="2913" y="6631"/>
                    <a:pt x="2750" y="6795"/>
                    <a:pt x="2549" y="6795"/>
                  </a:cubicBezTo>
                  <a:lnTo>
                    <a:pt x="1093" y="6795"/>
                  </a:lnTo>
                  <a:cubicBezTo>
                    <a:pt x="891" y="6795"/>
                    <a:pt x="729" y="6631"/>
                    <a:pt x="729" y="6431"/>
                  </a:cubicBezTo>
                  <a:cubicBezTo>
                    <a:pt x="729" y="6231"/>
                    <a:pt x="891" y="6067"/>
                    <a:pt x="1093" y="6067"/>
                  </a:cubicBezTo>
                  <a:close/>
                  <a:moveTo>
                    <a:pt x="2549" y="8978"/>
                  </a:moveTo>
                  <a:cubicBezTo>
                    <a:pt x="2750" y="8978"/>
                    <a:pt x="2913" y="9141"/>
                    <a:pt x="2913" y="9343"/>
                  </a:cubicBezTo>
                  <a:cubicBezTo>
                    <a:pt x="2913" y="9543"/>
                    <a:pt x="2750" y="9707"/>
                    <a:pt x="2549" y="9707"/>
                  </a:cubicBezTo>
                  <a:lnTo>
                    <a:pt x="1093" y="9707"/>
                  </a:lnTo>
                  <a:cubicBezTo>
                    <a:pt x="891" y="9707"/>
                    <a:pt x="729" y="9543"/>
                    <a:pt x="729" y="9343"/>
                  </a:cubicBezTo>
                  <a:cubicBezTo>
                    <a:pt x="729" y="9141"/>
                    <a:pt x="891" y="8978"/>
                    <a:pt x="1093" y="8978"/>
                  </a:cubicBezTo>
                  <a:close/>
                  <a:moveTo>
                    <a:pt x="16378" y="2185"/>
                  </a:moveTo>
                  <a:cubicBezTo>
                    <a:pt x="16447" y="2185"/>
                    <a:pt x="16499" y="2240"/>
                    <a:pt x="16499" y="2306"/>
                  </a:cubicBezTo>
                  <a:lnTo>
                    <a:pt x="16499" y="9707"/>
                  </a:lnTo>
                  <a:lnTo>
                    <a:pt x="12860" y="9707"/>
                  </a:lnTo>
                  <a:lnTo>
                    <a:pt x="12861" y="2306"/>
                  </a:lnTo>
                  <a:cubicBezTo>
                    <a:pt x="12861" y="2239"/>
                    <a:pt x="12916" y="2185"/>
                    <a:pt x="12982" y="2185"/>
                  </a:cubicBezTo>
                  <a:close/>
                  <a:moveTo>
                    <a:pt x="16501" y="10434"/>
                  </a:moveTo>
                  <a:lnTo>
                    <a:pt x="16501" y="14438"/>
                  </a:lnTo>
                  <a:cubicBezTo>
                    <a:pt x="16501" y="14772"/>
                    <a:pt x="16229" y="15043"/>
                    <a:pt x="15895" y="15043"/>
                  </a:cubicBezTo>
                  <a:lnTo>
                    <a:pt x="13468" y="15043"/>
                  </a:lnTo>
                  <a:cubicBezTo>
                    <a:pt x="13134" y="15043"/>
                    <a:pt x="12862" y="14772"/>
                    <a:pt x="12862" y="14438"/>
                  </a:cubicBezTo>
                  <a:lnTo>
                    <a:pt x="12861" y="10434"/>
                  </a:lnTo>
                  <a:close/>
                  <a:moveTo>
                    <a:pt x="15528" y="15773"/>
                  </a:moveTo>
                  <a:lnTo>
                    <a:pt x="15528" y="15894"/>
                  </a:lnTo>
                  <a:cubicBezTo>
                    <a:pt x="15528" y="16228"/>
                    <a:pt x="15257" y="16500"/>
                    <a:pt x="14923" y="16500"/>
                  </a:cubicBezTo>
                  <a:lnTo>
                    <a:pt x="14439" y="16500"/>
                  </a:lnTo>
                  <a:cubicBezTo>
                    <a:pt x="14105" y="16500"/>
                    <a:pt x="13833" y="16228"/>
                    <a:pt x="13833" y="15894"/>
                  </a:cubicBezTo>
                  <a:lnTo>
                    <a:pt x="13833" y="15773"/>
                  </a:lnTo>
                  <a:close/>
                  <a:moveTo>
                    <a:pt x="2549" y="16258"/>
                  </a:moveTo>
                  <a:cubicBezTo>
                    <a:pt x="2750" y="16258"/>
                    <a:pt x="2913" y="16422"/>
                    <a:pt x="2913" y="16622"/>
                  </a:cubicBezTo>
                  <a:cubicBezTo>
                    <a:pt x="2913" y="16822"/>
                    <a:pt x="2750" y="16986"/>
                    <a:pt x="2549" y="16986"/>
                  </a:cubicBezTo>
                  <a:lnTo>
                    <a:pt x="1093" y="16986"/>
                  </a:lnTo>
                  <a:cubicBezTo>
                    <a:pt x="891" y="16986"/>
                    <a:pt x="729" y="16822"/>
                    <a:pt x="729" y="16622"/>
                  </a:cubicBezTo>
                  <a:cubicBezTo>
                    <a:pt x="729" y="16422"/>
                    <a:pt x="891" y="16258"/>
                    <a:pt x="1093" y="16258"/>
                  </a:cubicBezTo>
                  <a:close/>
                  <a:moveTo>
                    <a:pt x="2549" y="19170"/>
                  </a:moveTo>
                  <a:cubicBezTo>
                    <a:pt x="2750" y="19170"/>
                    <a:pt x="2913" y="19333"/>
                    <a:pt x="2913" y="19534"/>
                  </a:cubicBezTo>
                  <a:cubicBezTo>
                    <a:pt x="2913" y="19734"/>
                    <a:pt x="2750" y="19898"/>
                    <a:pt x="2549" y="19898"/>
                  </a:cubicBezTo>
                  <a:lnTo>
                    <a:pt x="1093" y="19898"/>
                  </a:lnTo>
                  <a:cubicBezTo>
                    <a:pt x="891" y="19898"/>
                    <a:pt x="729" y="19734"/>
                    <a:pt x="729" y="19534"/>
                  </a:cubicBezTo>
                  <a:cubicBezTo>
                    <a:pt x="729" y="19333"/>
                    <a:pt x="891" y="19170"/>
                    <a:pt x="1093" y="19170"/>
                  </a:cubicBezTo>
                  <a:close/>
                  <a:moveTo>
                    <a:pt x="4853" y="3636"/>
                  </a:moveTo>
                  <a:lnTo>
                    <a:pt x="4853" y="22325"/>
                  </a:lnTo>
                  <a:lnTo>
                    <a:pt x="2791" y="22325"/>
                  </a:lnTo>
                  <a:cubicBezTo>
                    <a:pt x="2457" y="22325"/>
                    <a:pt x="2184" y="22052"/>
                    <a:pt x="2184" y="21718"/>
                  </a:cubicBezTo>
                  <a:lnTo>
                    <a:pt x="2184" y="20627"/>
                  </a:lnTo>
                  <a:lnTo>
                    <a:pt x="2549" y="20627"/>
                  </a:lnTo>
                  <a:cubicBezTo>
                    <a:pt x="3151" y="20627"/>
                    <a:pt x="3641" y="20135"/>
                    <a:pt x="3641" y="19534"/>
                  </a:cubicBezTo>
                  <a:cubicBezTo>
                    <a:pt x="3641" y="18931"/>
                    <a:pt x="3151" y="18441"/>
                    <a:pt x="2549" y="18441"/>
                  </a:cubicBezTo>
                  <a:lnTo>
                    <a:pt x="2184" y="18441"/>
                  </a:lnTo>
                  <a:lnTo>
                    <a:pt x="2184" y="17713"/>
                  </a:lnTo>
                  <a:lnTo>
                    <a:pt x="2549" y="17713"/>
                  </a:lnTo>
                  <a:cubicBezTo>
                    <a:pt x="3151" y="17713"/>
                    <a:pt x="3641" y="17222"/>
                    <a:pt x="3641" y="16620"/>
                  </a:cubicBezTo>
                  <a:cubicBezTo>
                    <a:pt x="3641" y="16018"/>
                    <a:pt x="3151" y="15528"/>
                    <a:pt x="2549" y="15528"/>
                  </a:cubicBezTo>
                  <a:lnTo>
                    <a:pt x="2184" y="15528"/>
                  </a:lnTo>
                  <a:lnTo>
                    <a:pt x="2184" y="10433"/>
                  </a:lnTo>
                  <a:lnTo>
                    <a:pt x="2549" y="10433"/>
                  </a:lnTo>
                  <a:cubicBezTo>
                    <a:pt x="3151" y="10433"/>
                    <a:pt x="3641" y="9943"/>
                    <a:pt x="3641" y="9340"/>
                  </a:cubicBezTo>
                  <a:cubicBezTo>
                    <a:pt x="3641" y="8739"/>
                    <a:pt x="3151" y="8249"/>
                    <a:pt x="2549" y="8249"/>
                  </a:cubicBezTo>
                  <a:lnTo>
                    <a:pt x="2184" y="8249"/>
                  </a:lnTo>
                  <a:lnTo>
                    <a:pt x="2184" y="7520"/>
                  </a:lnTo>
                  <a:lnTo>
                    <a:pt x="2549" y="7520"/>
                  </a:lnTo>
                  <a:cubicBezTo>
                    <a:pt x="3151" y="7520"/>
                    <a:pt x="3641" y="7029"/>
                    <a:pt x="3641" y="6427"/>
                  </a:cubicBezTo>
                  <a:cubicBezTo>
                    <a:pt x="3641" y="5826"/>
                    <a:pt x="3151" y="5334"/>
                    <a:pt x="2549" y="5334"/>
                  </a:cubicBezTo>
                  <a:lnTo>
                    <a:pt x="2184" y="5334"/>
                  </a:lnTo>
                  <a:lnTo>
                    <a:pt x="2184" y="4243"/>
                  </a:lnTo>
                  <a:cubicBezTo>
                    <a:pt x="2184" y="3909"/>
                    <a:pt x="2457" y="3636"/>
                    <a:pt x="2791" y="3636"/>
                  </a:cubicBezTo>
                  <a:close/>
                  <a:moveTo>
                    <a:pt x="17834" y="3640"/>
                  </a:moveTo>
                  <a:cubicBezTo>
                    <a:pt x="18703" y="3640"/>
                    <a:pt x="19411" y="4348"/>
                    <a:pt x="19411" y="5217"/>
                  </a:cubicBezTo>
                  <a:lnTo>
                    <a:pt x="19411" y="20747"/>
                  </a:lnTo>
                  <a:lnTo>
                    <a:pt x="19412" y="20747"/>
                  </a:lnTo>
                  <a:cubicBezTo>
                    <a:pt x="19412" y="21617"/>
                    <a:pt x="18706" y="22325"/>
                    <a:pt x="17835" y="22325"/>
                  </a:cubicBezTo>
                  <a:lnTo>
                    <a:pt x="5581" y="22325"/>
                  </a:lnTo>
                  <a:lnTo>
                    <a:pt x="5581" y="3640"/>
                  </a:lnTo>
                  <a:lnTo>
                    <a:pt x="12133" y="3640"/>
                  </a:lnTo>
                  <a:lnTo>
                    <a:pt x="12133" y="14438"/>
                  </a:lnTo>
                  <a:cubicBezTo>
                    <a:pt x="12133" y="15046"/>
                    <a:pt x="12543" y="15562"/>
                    <a:pt x="13103" y="15721"/>
                  </a:cubicBezTo>
                  <a:lnTo>
                    <a:pt x="13103" y="15894"/>
                  </a:lnTo>
                  <a:cubicBezTo>
                    <a:pt x="13103" y="16588"/>
                    <a:pt x="13637" y="17160"/>
                    <a:pt x="14316" y="17223"/>
                  </a:cubicBezTo>
                  <a:lnTo>
                    <a:pt x="14316" y="17351"/>
                  </a:lnTo>
                  <a:cubicBezTo>
                    <a:pt x="14316" y="17551"/>
                    <a:pt x="14480" y="17715"/>
                    <a:pt x="14680" y="17715"/>
                  </a:cubicBezTo>
                  <a:cubicBezTo>
                    <a:pt x="14880" y="17715"/>
                    <a:pt x="15044" y="17551"/>
                    <a:pt x="15044" y="17351"/>
                  </a:cubicBezTo>
                  <a:lnTo>
                    <a:pt x="15044" y="17223"/>
                  </a:lnTo>
                  <a:cubicBezTo>
                    <a:pt x="15723" y="17160"/>
                    <a:pt x="16258" y="16588"/>
                    <a:pt x="16258" y="15894"/>
                  </a:cubicBezTo>
                  <a:lnTo>
                    <a:pt x="16258" y="15721"/>
                  </a:lnTo>
                  <a:cubicBezTo>
                    <a:pt x="16817" y="15563"/>
                    <a:pt x="17228" y="15046"/>
                    <a:pt x="17228" y="14438"/>
                  </a:cubicBezTo>
                  <a:lnTo>
                    <a:pt x="17228" y="3640"/>
                  </a:lnTo>
                  <a:close/>
                  <a:moveTo>
                    <a:pt x="14195" y="1"/>
                  </a:moveTo>
                  <a:cubicBezTo>
                    <a:pt x="13459" y="1"/>
                    <a:pt x="12861" y="599"/>
                    <a:pt x="12861" y="1334"/>
                  </a:cubicBezTo>
                  <a:lnTo>
                    <a:pt x="12861" y="1466"/>
                  </a:lnTo>
                  <a:cubicBezTo>
                    <a:pt x="12450" y="1524"/>
                    <a:pt x="12132" y="1878"/>
                    <a:pt x="12132" y="2306"/>
                  </a:cubicBezTo>
                  <a:lnTo>
                    <a:pt x="12132" y="2912"/>
                  </a:lnTo>
                  <a:lnTo>
                    <a:pt x="2791" y="2912"/>
                  </a:lnTo>
                  <a:cubicBezTo>
                    <a:pt x="2055" y="2912"/>
                    <a:pt x="1457" y="3511"/>
                    <a:pt x="1457" y="4245"/>
                  </a:cubicBezTo>
                  <a:lnTo>
                    <a:pt x="1457" y="5338"/>
                  </a:lnTo>
                  <a:lnTo>
                    <a:pt x="1093" y="5338"/>
                  </a:lnTo>
                  <a:cubicBezTo>
                    <a:pt x="490" y="5338"/>
                    <a:pt x="0" y="5829"/>
                    <a:pt x="0" y="6431"/>
                  </a:cubicBezTo>
                  <a:cubicBezTo>
                    <a:pt x="0" y="7034"/>
                    <a:pt x="490" y="7524"/>
                    <a:pt x="1093" y="7524"/>
                  </a:cubicBezTo>
                  <a:lnTo>
                    <a:pt x="1457" y="7524"/>
                  </a:lnTo>
                  <a:lnTo>
                    <a:pt x="1457" y="8252"/>
                  </a:lnTo>
                  <a:lnTo>
                    <a:pt x="1093" y="8252"/>
                  </a:lnTo>
                  <a:cubicBezTo>
                    <a:pt x="490" y="8252"/>
                    <a:pt x="0" y="8742"/>
                    <a:pt x="0" y="9344"/>
                  </a:cubicBezTo>
                  <a:cubicBezTo>
                    <a:pt x="0" y="9947"/>
                    <a:pt x="490" y="10437"/>
                    <a:pt x="1093" y="10437"/>
                  </a:cubicBezTo>
                  <a:lnTo>
                    <a:pt x="1457" y="10437"/>
                  </a:lnTo>
                  <a:lnTo>
                    <a:pt x="1457" y="15532"/>
                  </a:lnTo>
                  <a:lnTo>
                    <a:pt x="1093" y="15532"/>
                  </a:lnTo>
                  <a:cubicBezTo>
                    <a:pt x="490" y="15532"/>
                    <a:pt x="0" y="16022"/>
                    <a:pt x="0" y="16623"/>
                  </a:cubicBezTo>
                  <a:cubicBezTo>
                    <a:pt x="0" y="17226"/>
                    <a:pt x="490" y="17716"/>
                    <a:pt x="1093" y="17716"/>
                  </a:cubicBezTo>
                  <a:lnTo>
                    <a:pt x="1457" y="17716"/>
                  </a:lnTo>
                  <a:lnTo>
                    <a:pt x="1457" y="18445"/>
                  </a:lnTo>
                  <a:lnTo>
                    <a:pt x="1093" y="18445"/>
                  </a:lnTo>
                  <a:cubicBezTo>
                    <a:pt x="490" y="18445"/>
                    <a:pt x="0" y="18935"/>
                    <a:pt x="0" y="19537"/>
                  </a:cubicBezTo>
                  <a:cubicBezTo>
                    <a:pt x="0" y="20139"/>
                    <a:pt x="490" y="20629"/>
                    <a:pt x="1093" y="20629"/>
                  </a:cubicBezTo>
                  <a:lnTo>
                    <a:pt x="1457" y="20629"/>
                  </a:lnTo>
                  <a:lnTo>
                    <a:pt x="1457" y="21722"/>
                  </a:lnTo>
                  <a:cubicBezTo>
                    <a:pt x="1457" y="22457"/>
                    <a:pt x="2055" y="23057"/>
                    <a:pt x="2791" y="23057"/>
                  </a:cubicBezTo>
                  <a:lnTo>
                    <a:pt x="17835" y="23057"/>
                  </a:lnTo>
                  <a:cubicBezTo>
                    <a:pt x="19105" y="23057"/>
                    <a:pt x="20140" y="22022"/>
                    <a:pt x="20140" y="20750"/>
                  </a:cubicBezTo>
                  <a:lnTo>
                    <a:pt x="20140" y="5217"/>
                  </a:lnTo>
                  <a:cubicBezTo>
                    <a:pt x="20141" y="3947"/>
                    <a:pt x="19105" y="2912"/>
                    <a:pt x="17835" y="2912"/>
                  </a:cubicBezTo>
                  <a:lnTo>
                    <a:pt x="17228" y="2912"/>
                  </a:lnTo>
                  <a:lnTo>
                    <a:pt x="17228" y="2306"/>
                  </a:lnTo>
                  <a:cubicBezTo>
                    <a:pt x="17228" y="1879"/>
                    <a:pt x="16910" y="1527"/>
                    <a:pt x="16499" y="1466"/>
                  </a:cubicBezTo>
                  <a:lnTo>
                    <a:pt x="16499" y="1334"/>
                  </a:lnTo>
                  <a:cubicBezTo>
                    <a:pt x="16499" y="599"/>
                    <a:pt x="15901" y="1"/>
                    <a:pt x="1516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5" name="Google Shape;4395;p60"/>
          <p:cNvGrpSpPr/>
          <p:nvPr/>
        </p:nvGrpSpPr>
        <p:grpSpPr>
          <a:xfrm>
            <a:off x="5307225" y="3102088"/>
            <a:ext cx="503650" cy="576350"/>
            <a:chOff x="5307225" y="3102088"/>
            <a:chExt cx="503650" cy="576350"/>
          </a:xfrm>
        </p:grpSpPr>
        <p:sp>
          <p:nvSpPr>
            <p:cNvPr id="4396" name="Google Shape;4396;p60"/>
            <p:cNvSpPr/>
            <p:nvPr/>
          </p:nvSpPr>
          <p:spPr>
            <a:xfrm>
              <a:off x="5316425" y="3111163"/>
              <a:ext cx="485350" cy="449100"/>
            </a:xfrm>
            <a:custGeom>
              <a:rect b="b" l="l" r="r" t="t"/>
              <a:pathLst>
                <a:path extrusionOk="0" h="17964" w="19414">
                  <a:moveTo>
                    <a:pt x="9707" y="1"/>
                  </a:moveTo>
                  <a:lnTo>
                    <a:pt x="5246" y="4458"/>
                  </a:lnTo>
                  <a:lnTo>
                    <a:pt x="7155" y="6362"/>
                  </a:lnTo>
                  <a:cubicBezTo>
                    <a:pt x="7932" y="7141"/>
                    <a:pt x="7932" y="8401"/>
                    <a:pt x="7155" y="9180"/>
                  </a:cubicBezTo>
                  <a:cubicBezTo>
                    <a:pt x="6765" y="9569"/>
                    <a:pt x="6254" y="9763"/>
                    <a:pt x="5743" y="9763"/>
                  </a:cubicBezTo>
                  <a:cubicBezTo>
                    <a:pt x="5233" y="9763"/>
                    <a:pt x="4723" y="9569"/>
                    <a:pt x="4334" y="9180"/>
                  </a:cubicBezTo>
                  <a:lnTo>
                    <a:pt x="2425" y="7276"/>
                  </a:lnTo>
                  <a:cubicBezTo>
                    <a:pt x="811" y="8889"/>
                    <a:pt x="811" y="11501"/>
                    <a:pt x="2425" y="13114"/>
                  </a:cubicBezTo>
                  <a:lnTo>
                    <a:pt x="2428" y="13116"/>
                  </a:lnTo>
                  <a:lnTo>
                    <a:pt x="1" y="13116"/>
                  </a:lnTo>
                  <a:lnTo>
                    <a:pt x="1" y="13601"/>
                  </a:lnTo>
                  <a:cubicBezTo>
                    <a:pt x="1" y="16011"/>
                    <a:pt x="1956" y="17964"/>
                    <a:pt x="4369" y="17964"/>
                  </a:cubicBezTo>
                  <a:lnTo>
                    <a:pt x="15045" y="17964"/>
                  </a:lnTo>
                  <a:cubicBezTo>
                    <a:pt x="17458" y="17964"/>
                    <a:pt x="19413" y="16010"/>
                    <a:pt x="19413" y="13601"/>
                  </a:cubicBezTo>
                  <a:lnTo>
                    <a:pt x="19413" y="13116"/>
                  </a:lnTo>
                  <a:lnTo>
                    <a:pt x="16989" y="13116"/>
                  </a:lnTo>
                  <a:lnTo>
                    <a:pt x="16990" y="13114"/>
                  </a:lnTo>
                  <a:cubicBezTo>
                    <a:pt x="18605" y="11501"/>
                    <a:pt x="18605" y="8889"/>
                    <a:pt x="16990" y="7276"/>
                  </a:cubicBezTo>
                  <a:lnTo>
                    <a:pt x="16977" y="7263"/>
                  </a:lnTo>
                  <a:lnTo>
                    <a:pt x="15059" y="9180"/>
                  </a:lnTo>
                  <a:cubicBezTo>
                    <a:pt x="14670" y="9569"/>
                    <a:pt x="14159" y="9763"/>
                    <a:pt x="13649" y="9763"/>
                  </a:cubicBezTo>
                  <a:cubicBezTo>
                    <a:pt x="13138" y="9763"/>
                    <a:pt x="12627" y="9569"/>
                    <a:pt x="12238" y="9180"/>
                  </a:cubicBezTo>
                  <a:cubicBezTo>
                    <a:pt x="11461" y="8401"/>
                    <a:pt x="11461" y="7141"/>
                    <a:pt x="12238" y="6362"/>
                  </a:cubicBezTo>
                  <a:lnTo>
                    <a:pt x="14157" y="4445"/>
                  </a:lnTo>
                  <a:lnTo>
                    <a:pt x="97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0"/>
            <p:cNvSpPr/>
            <p:nvPr/>
          </p:nvSpPr>
          <p:spPr>
            <a:xfrm>
              <a:off x="5559100" y="3111213"/>
              <a:ext cx="242700" cy="449100"/>
            </a:xfrm>
            <a:custGeom>
              <a:rect b="b" l="l" r="r" t="t"/>
              <a:pathLst>
                <a:path extrusionOk="0" h="17964" w="9708">
                  <a:moveTo>
                    <a:pt x="0" y="0"/>
                  </a:moveTo>
                  <a:lnTo>
                    <a:pt x="0" y="17962"/>
                  </a:lnTo>
                  <a:lnTo>
                    <a:pt x="2429" y="17963"/>
                  </a:lnTo>
                  <a:lnTo>
                    <a:pt x="5341" y="17963"/>
                  </a:lnTo>
                  <a:cubicBezTo>
                    <a:pt x="7752" y="17963"/>
                    <a:pt x="9708" y="16009"/>
                    <a:pt x="9708" y="13600"/>
                  </a:cubicBezTo>
                  <a:lnTo>
                    <a:pt x="9708" y="13116"/>
                  </a:lnTo>
                  <a:lnTo>
                    <a:pt x="7282" y="13116"/>
                  </a:lnTo>
                  <a:lnTo>
                    <a:pt x="7283" y="13114"/>
                  </a:lnTo>
                  <a:cubicBezTo>
                    <a:pt x="8898" y="11501"/>
                    <a:pt x="8898" y="8888"/>
                    <a:pt x="7283" y="7275"/>
                  </a:cubicBezTo>
                  <a:lnTo>
                    <a:pt x="7270" y="7262"/>
                  </a:lnTo>
                  <a:lnTo>
                    <a:pt x="5352" y="9179"/>
                  </a:lnTo>
                  <a:cubicBezTo>
                    <a:pt x="4963" y="9568"/>
                    <a:pt x="4452" y="9762"/>
                    <a:pt x="3942" y="9762"/>
                  </a:cubicBezTo>
                  <a:cubicBezTo>
                    <a:pt x="3431" y="9762"/>
                    <a:pt x="2920" y="9568"/>
                    <a:pt x="2531" y="9179"/>
                  </a:cubicBezTo>
                  <a:cubicBezTo>
                    <a:pt x="1754" y="8401"/>
                    <a:pt x="1754" y="7140"/>
                    <a:pt x="2531" y="6361"/>
                  </a:cubicBezTo>
                  <a:lnTo>
                    <a:pt x="4450" y="4446"/>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0"/>
            <p:cNvSpPr/>
            <p:nvPr/>
          </p:nvSpPr>
          <p:spPr>
            <a:xfrm>
              <a:off x="5307225" y="3102088"/>
              <a:ext cx="503650" cy="576350"/>
            </a:xfrm>
            <a:custGeom>
              <a:rect b="b" l="l" r="r" t="t"/>
              <a:pathLst>
                <a:path extrusionOk="0" h="23054" w="20146">
                  <a:moveTo>
                    <a:pt x="10074" y="878"/>
                  </a:moveTo>
                  <a:lnTo>
                    <a:pt x="14009" y="4808"/>
                  </a:lnTo>
                  <a:lnTo>
                    <a:pt x="12347" y="6468"/>
                  </a:lnTo>
                  <a:cubicBezTo>
                    <a:pt x="11901" y="6911"/>
                    <a:pt x="11657" y="7505"/>
                    <a:pt x="11657" y="8133"/>
                  </a:cubicBezTo>
                  <a:cubicBezTo>
                    <a:pt x="11657" y="8763"/>
                    <a:pt x="11901" y="9354"/>
                    <a:pt x="12347" y="9800"/>
                  </a:cubicBezTo>
                  <a:cubicBezTo>
                    <a:pt x="12807" y="10259"/>
                    <a:pt x="13411" y="10489"/>
                    <a:pt x="14015" y="10489"/>
                  </a:cubicBezTo>
                  <a:cubicBezTo>
                    <a:pt x="14619" y="10489"/>
                    <a:pt x="15222" y="10259"/>
                    <a:pt x="15681" y="9800"/>
                  </a:cubicBezTo>
                  <a:lnTo>
                    <a:pt x="17331" y="8152"/>
                  </a:lnTo>
                  <a:cubicBezTo>
                    <a:pt x="17895" y="8827"/>
                    <a:pt x="18202" y="9668"/>
                    <a:pt x="18202" y="10556"/>
                  </a:cubicBezTo>
                  <a:cubicBezTo>
                    <a:pt x="18202" y="11562"/>
                    <a:pt x="17810" y="12507"/>
                    <a:pt x="17100" y="13218"/>
                  </a:cubicBezTo>
                  <a:lnTo>
                    <a:pt x="17097" y="13219"/>
                  </a:lnTo>
                  <a:cubicBezTo>
                    <a:pt x="16993" y="13323"/>
                    <a:pt x="16960" y="13481"/>
                    <a:pt x="17017" y="13617"/>
                  </a:cubicBezTo>
                  <a:cubicBezTo>
                    <a:pt x="17074" y="13754"/>
                    <a:pt x="17206" y="13843"/>
                    <a:pt x="17353" y="13843"/>
                  </a:cubicBezTo>
                  <a:lnTo>
                    <a:pt x="19416" y="13843"/>
                  </a:lnTo>
                  <a:lnTo>
                    <a:pt x="19417" y="13964"/>
                  </a:lnTo>
                  <a:cubicBezTo>
                    <a:pt x="19417" y="16168"/>
                    <a:pt x="17621" y="17963"/>
                    <a:pt x="15413" y="17963"/>
                  </a:cubicBezTo>
                  <a:lnTo>
                    <a:pt x="10439" y="17963"/>
                  </a:lnTo>
                  <a:lnTo>
                    <a:pt x="10439" y="16218"/>
                  </a:lnTo>
                  <a:lnTo>
                    <a:pt x="11142" y="16218"/>
                  </a:lnTo>
                  <a:cubicBezTo>
                    <a:pt x="12177" y="16218"/>
                    <a:pt x="13132" y="15878"/>
                    <a:pt x="13905" y="15303"/>
                  </a:cubicBezTo>
                  <a:lnTo>
                    <a:pt x="16250" y="16239"/>
                  </a:lnTo>
                  <a:cubicBezTo>
                    <a:pt x="16294" y="16258"/>
                    <a:pt x="16341" y="16266"/>
                    <a:pt x="16385" y="16266"/>
                  </a:cubicBezTo>
                  <a:cubicBezTo>
                    <a:pt x="16528" y="16266"/>
                    <a:pt x="16666" y="16179"/>
                    <a:pt x="16723" y="16037"/>
                  </a:cubicBezTo>
                  <a:cubicBezTo>
                    <a:pt x="16797" y="15850"/>
                    <a:pt x="16706" y="15639"/>
                    <a:pt x="16520" y="15564"/>
                  </a:cubicBezTo>
                  <a:lnTo>
                    <a:pt x="14515" y="14763"/>
                  </a:lnTo>
                  <a:cubicBezTo>
                    <a:pt x="15298" y="13934"/>
                    <a:pt x="15779" y="12816"/>
                    <a:pt x="15779" y="11589"/>
                  </a:cubicBezTo>
                  <a:cubicBezTo>
                    <a:pt x="15779" y="11388"/>
                    <a:pt x="15616" y="11224"/>
                    <a:pt x="15416" y="11224"/>
                  </a:cubicBezTo>
                  <a:cubicBezTo>
                    <a:pt x="15214" y="11224"/>
                    <a:pt x="15050" y="11388"/>
                    <a:pt x="15050" y="11589"/>
                  </a:cubicBezTo>
                  <a:cubicBezTo>
                    <a:pt x="15050" y="12061"/>
                    <a:pt x="14965" y="12516"/>
                    <a:pt x="14812" y="12935"/>
                  </a:cubicBezTo>
                  <a:lnTo>
                    <a:pt x="13207" y="11734"/>
                  </a:lnTo>
                  <a:cubicBezTo>
                    <a:pt x="13141" y="11685"/>
                    <a:pt x="13065" y="11662"/>
                    <a:pt x="12989" y="11662"/>
                  </a:cubicBezTo>
                  <a:cubicBezTo>
                    <a:pt x="12878" y="11662"/>
                    <a:pt x="12769" y="11712"/>
                    <a:pt x="12697" y="11807"/>
                  </a:cubicBezTo>
                  <a:cubicBezTo>
                    <a:pt x="12576" y="11969"/>
                    <a:pt x="12610" y="12196"/>
                    <a:pt x="12770" y="12317"/>
                  </a:cubicBezTo>
                  <a:lnTo>
                    <a:pt x="14488" y="13604"/>
                  </a:lnTo>
                  <a:cubicBezTo>
                    <a:pt x="13803" y="14734"/>
                    <a:pt x="12561" y="15492"/>
                    <a:pt x="11145" y="15492"/>
                  </a:cubicBezTo>
                  <a:lnTo>
                    <a:pt x="10442" y="15492"/>
                  </a:lnTo>
                  <a:lnTo>
                    <a:pt x="10442" y="6361"/>
                  </a:lnTo>
                  <a:lnTo>
                    <a:pt x="11789" y="5012"/>
                  </a:lnTo>
                  <a:cubicBezTo>
                    <a:pt x="11931" y="4870"/>
                    <a:pt x="11931" y="4640"/>
                    <a:pt x="11789" y="4498"/>
                  </a:cubicBezTo>
                  <a:cubicBezTo>
                    <a:pt x="11718" y="4427"/>
                    <a:pt x="11625" y="4391"/>
                    <a:pt x="11532" y="4391"/>
                  </a:cubicBezTo>
                  <a:cubicBezTo>
                    <a:pt x="11439" y="4391"/>
                    <a:pt x="11346" y="4427"/>
                    <a:pt x="11274" y="4498"/>
                  </a:cubicBezTo>
                  <a:lnTo>
                    <a:pt x="10439" y="5331"/>
                  </a:lnTo>
                  <a:lnTo>
                    <a:pt x="10439" y="2815"/>
                  </a:lnTo>
                  <a:cubicBezTo>
                    <a:pt x="10439" y="2614"/>
                    <a:pt x="10275" y="2452"/>
                    <a:pt x="10075" y="2452"/>
                  </a:cubicBezTo>
                  <a:cubicBezTo>
                    <a:pt x="9875" y="2452"/>
                    <a:pt x="9711" y="2614"/>
                    <a:pt x="9711" y="2815"/>
                  </a:cubicBezTo>
                  <a:lnTo>
                    <a:pt x="9711" y="5331"/>
                  </a:lnTo>
                  <a:lnTo>
                    <a:pt x="8876" y="4498"/>
                  </a:lnTo>
                  <a:cubicBezTo>
                    <a:pt x="8805" y="4427"/>
                    <a:pt x="8712" y="4391"/>
                    <a:pt x="8618" y="4391"/>
                  </a:cubicBezTo>
                  <a:cubicBezTo>
                    <a:pt x="8525" y="4391"/>
                    <a:pt x="8432" y="4427"/>
                    <a:pt x="8361" y="4498"/>
                  </a:cubicBezTo>
                  <a:cubicBezTo>
                    <a:pt x="8219" y="4640"/>
                    <a:pt x="8219" y="4870"/>
                    <a:pt x="8361" y="5012"/>
                  </a:cubicBezTo>
                  <a:lnTo>
                    <a:pt x="9710" y="6361"/>
                  </a:lnTo>
                  <a:lnTo>
                    <a:pt x="9710" y="15492"/>
                  </a:lnTo>
                  <a:lnTo>
                    <a:pt x="9006" y="15492"/>
                  </a:lnTo>
                  <a:cubicBezTo>
                    <a:pt x="7590" y="15492"/>
                    <a:pt x="6346" y="14734"/>
                    <a:pt x="5661" y="13604"/>
                  </a:cubicBezTo>
                  <a:lnTo>
                    <a:pt x="7379" y="12317"/>
                  </a:lnTo>
                  <a:cubicBezTo>
                    <a:pt x="7540" y="12196"/>
                    <a:pt x="7573" y="11969"/>
                    <a:pt x="7452" y="11807"/>
                  </a:cubicBezTo>
                  <a:cubicBezTo>
                    <a:pt x="7380" y="11712"/>
                    <a:pt x="7271" y="11661"/>
                    <a:pt x="7160" y="11661"/>
                  </a:cubicBezTo>
                  <a:cubicBezTo>
                    <a:pt x="7084" y="11661"/>
                    <a:pt x="7008" y="11685"/>
                    <a:pt x="6942" y="11734"/>
                  </a:cubicBezTo>
                  <a:lnTo>
                    <a:pt x="5337" y="12935"/>
                  </a:lnTo>
                  <a:cubicBezTo>
                    <a:pt x="5184" y="12516"/>
                    <a:pt x="5098" y="12061"/>
                    <a:pt x="5098" y="11589"/>
                  </a:cubicBezTo>
                  <a:cubicBezTo>
                    <a:pt x="5098" y="11388"/>
                    <a:pt x="4935" y="11224"/>
                    <a:pt x="4733" y="11224"/>
                  </a:cubicBezTo>
                  <a:cubicBezTo>
                    <a:pt x="4533" y="11224"/>
                    <a:pt x="4369" y="11388"/>
                    <a:pt x="4369" y="11589"/>
                  </a:cubicBezTo>
                  <a:cubicBezTo>
                    <a:pt x="4369" y="12816"/>
                    <a:pt x="4851" y="13934"/>
                    <a:pt x="5634" y="14763"/>
                  </a:cubicBezTo>
                  <a:lnTo>
                    <a:pt x="3629" y="15564"/>
                  </a:lnTo>
                  <a:cubicBezTo>
                    <a:pt x="3443" y="15639"/>
                    <a:pt x="3352" y="15850"/>
                    <a:pt x="3426" y="16037"/>
                  </a:cubicBezTo>
                  <a:cubicBezTo>
                    <a:pt x="3483" y="16179"/>
                    <a:pt x="3620" y="16266"/>
                    <a:pt x="3764" y="16266"/>
                  </a:cubicBezTo>
                  <a:cubicBezTo>
                    <a:pt x="3808" y="16266"/>
                    <a:pt x="3855" y="16258"/>
                    <a:pt x="3899" y="16239"/>
                  </a:cubicBezTo>
                  <a:lnTo>
                    <a:pt x="6244" y="15303"/>
                  </a:lnTo>
                  <a:cubicBezTo>
                    <a:pt x="7014" y="15877"/>
                    <a:pt x="7972" y="16218"/>
                    <a:pt x="9006" y="16218"/>
                  </a:cubicBezTo>
                  <a:lnTo>
                    <a:pt x="9710" y="16218"/>
                  </a:lnTo>
                  <a:lnTo>
                    <a:pt x="9710" y="17963"/>
                  </a:lnTo>
                  <a:lnTo>
                    <a:pt x="4736" y="17963"/>
                  </a:lnTo>
                  <a:cubicBezTo>
                    <a:pt x="2528" y="17963"/>
                    <a:pt x="731" y="16168"/>
                    <a:pt x="731" y="13964"/>
                  </a:cubicBezTo>
                  <a:lnTo>
                    <a:pt x="731" y="13843"/>
                  </a:lnTo>
                  <a:lnTo>
                    <a:pt x="2793" y="13843"/>
                  </a:lnTo>
                  <a:cubicBezTo>
                    <a:pt x="2941" y="13843"/>
                    <a:pt x="3073" y="13752"/>
                    <a:pt x="3130" y="13617"/>
                  </a:cubicBezTo>
                  <a:cubicBezTo>
                    <a:pt x="3187" y="13481"/>
                    <a:pt x="3154" y="13324"/>
                    <a:pt x="3049" y="13219"/>
                  </a:cubicBezTo>
                  <a:cubicBezTo>
                    <a:pt x="2337" y="12509"/>
                    <a:pt x="1946" y="11564"/>
                    <a:pt x="1946" y="10559"/>
                  </a:cubicBezTo>
                  <a:cubicBezTo>
                    <a:pt x="1946" y="9675"/>
                    <a:pt x="2249" y="8839"/>
                    <a:pt x="2805" y="8166"/>
                  </a:cubicBezTo>
                  <a:lnTo>
                    <a:pt x="4442" y="9802"/>
                  </a:lnTo>
                  <a:cubicBezTo>
                    <a:pt x="4902" y="10261"/>
                    <a:pt x="5505" y="10490"/>
                    <a:pt x="6109" y="10490"/>
                  </a:cubicBezTo>
                  <a:cubicBezTo>
                    <a:pt x="6713" y="10490"/>
                    <a:pt x="7317" y="10261"/>
                    <a:pt x="7777" y="9802"/>
                  </a:cubicBezTo>
                  <a:cubicBezTo>
                    <a:pt x="8222" y="9358"/>
                    <a:pt x="8468" y="8764"/>
                    <a:pt x="8468" y="8136"/>
                  </a:cubicBezTo>
                  <a:cubicBezTo>
                    <a:pt x="8468" y="7506"/>
                    <a:pt x="8222" y="6915"/>
                    <a:pt x="7777" y="6469"/>
                  </a:cubicBezTo>
                  <a:lnTo>
                    <a:pt x="6126" y="4821"/>
                  </a:lnTo>
                  <a:lnTo>
                    <a:pt x="10074" y="878"/>
                  </a:lnTo>
                  <a:close/>
                  <a:moveTo>
                    <a:pt x="10072" y="0"/>
                  </a:moveTo>
                  <a:cubicBezTo>
                    <a:pt x="9978" y="0"/>
                    <a:pt x="9885" y="36"/>
                    <a:pt x="9814" y="107"/>
                  </a:cubicBezTo>
                  <a:lnTo>
                    <a:pt x="5354" y="4563"/>
                  </a:lnTo>
                  <a:cubicBezTo>
                    <a:pt x="5285" y="4630"/>
                    <a:pt x="5248" y="4725"/>
                    <a:pt x="5248" y="4821"/>
                  </a:cubicBezTo>
                  <a:cubicBezTo>
                    <a:pt x="5248" y="4916"/>
                    <a:pt x="5286" y="5011"/>
                    <a:pt x="5354" y="5078"/>
                  </a:cubicBezTo>
                  <a:lnTo>
                    <a:pt x="7261" y="6982"/>
                  </a:lnTo>
                  <a:cubicBezTo>
                    <a:pt x="7568" y="7290"/>
                    <a:pt x="7739" y="7698"/>
                    <a:pt x="7739" y="8133"/>
                  </a:cubicBezTo>
                  <a:cubicBezTo>
                    <a:pt x="7739" y="8569"/>
                    <a:pt x="7570" y="8977"/>
                    <a:pt x="7261" y="9284"/>
                  </a:cubicBezTo>
                  <a:cubicBezTo>
                    <a:pt x="6944" y="9602"/>
                    <a:pt x="6526" y="9761"/>
                    <a:pt x="6109" y="9761"/>
                  </a:cubicBezTo>
                  <a:cubicBezTo>
                    <a:pt x="5691" y="9761"/>
                    <a:pt x="5274" y="9602"/>
                    <a:pt x="4956" y="9284"/>
                  </a:cubicBezTo>
                  <a:lnTo>
                    <a:pt x="3048" y="7380"/>
                  </a:lnTo>
                  <a:cubicBezTo>
                    <a:pt x="2977" y="7309"/>
                    <a:pt x="2884" y="7273"/>
                    <a:pt x="2790" y="7273"/>
                  </a:cubicBezTo>
                  <a:cubicBezTo>
                    <a:pt x="2697" y="7273"/>
                    <a:pt x="2604" y="7309"/>
                    <a:pt x="2533" y="7380"/>
                  </a:cubicBezTo>
                  <a:cubicBezTo>
                    <a:pt x="1683" y="8230"/>
                    <a:pt x="1214" y="9358"/>
                    <a:pt x="1214" y="10556"/>
                  </a:cubicBezTo>
                  <a:cubicBezTo>
                    <a:pt x="1214" y="11484"/>
                    <a:pt x="1493" y="12367"/>
                    <a:pt x="2015" y="13114"/>
                  </a:cubicBezTo>
                  <a:lnTo>
                    <a:pt x="366" y="13114"/>
                  </a:lnTo>
                  <a:cubicBezTo>
                    <a:pt x="164" y="13114"/>
                    <a:pt x="1" y="13278"/>
                    <a:pt x="1" y="13479"/>
                  </a:cubicBezTo>
                  <a:lnTo>
                    <a:pt x="1" y="13964"/>
                  </a:lnTo>
                  <a:cubicBezTo>
                    <a:pt x="1" y="16570"/>
                    <a:pt x="2124" y="18691"/>
                    <a:pt x="4733" y="18691"/>
                  </a:cubicBezTo>
                  <a:lnTo>
                    <a:pt x="9707" y="18691"/>
                  </a:lnTo>
                  <a:lnTo>
                    <a:pt x="9707" y="22690"/>
                  </a:lnTo>
                  <a:cubicBezTo>
                    <a:pt x="9707" y="22890"/>
                    <a:pt x="9870" y="23053"/>
                    <a:pt x="10072" y="23053"/>
                  </a:cubicBezTo>
                  <a:cubicBezTo>
                    <a:pt x="10273" y="23053"/>
                    <a:pt x="10436" y="22890"/>
                    <a:pt x="10436" y="22690"/>
                  </a:cubicBezTo>
                  <a:lnTo>
                    <a:pt x="10436" y="18691"/>
                  </a:lnTo>
                  <a:lnTo>
                    <a:pt x="15410" y="18691"/>
                  </a:lnTo>
                  <a:cubicBezTo>
                    <a:pt x="18019" y="18691"/>
                    <a:pt x="20142" y="16570"/>
                    <a:pt x="20142" y="13964"/>
                  </a:cubicBezTo>
                  <a:lnTo>
                    <a:pt x="20142" y="13479"/>
                  </a:lnTo>
                  <a:cubicBezTo>
                    <a:pt x="20145" y="13278"/>
                    <a:pt x="19982" y="13114"/>
                    <a:pt x="19781" y="13114"/>
                  </a:cubicBezTo>
                  <a:lnTo>
                    <a:pt x="18133" y="13114"/>
                  </a:lnTo>
                  <a:cubicBezTo>
                    <a:pt x="18651" y="12368"/>
                    <a:pt x="18930" y="11484"/>
                    <a:pt x="18930" y="10556"/>
                  </a:cubicBezTo>
                  <a:cubicBezTo>
                    <a:pt x="18930" y="9355"/>
                    <a:pt x="18464" y="8228"/>
                    <a:pt x="17613" y="7380"/>
                  </a:cubicBezTo>
                  <a:lnTo>
                    <a:pt x="17600" y="7369"/>
                  </a:lnTo>
                  <a:cubicBezTo>
                    <a:pt x="17529" y="7298"/>
                    <a:pt x="17436" y="7262"/>
                    <a:pt x="17343" y="7262"/>
                  </a:cubicBezTo>
                  <a:cubicBezTo>
                    <a:pt x="17250" y="7262"/>
                    <a:pt x="17156" y="7298"/>
                    <a:pt x="17085" y="7369"/>
                  </a:cubicBezTo>
                  <a:lnTo>
                    <a:pt x="15167" y="9284"/>
                  </a:lnTo>
                  <a:cubicBezTo>
                    <a:pt x="14849" y="9602"/>
                    <a:pt x="14431" y="9761"/>
                    <a:pt x="14014" y="9761"/>
                  </a:cubicBezTo>
                  <a:cubicBezTo>
                    <a:pt x="13596" y="9761"/>
                    <a:pt x="13179" y="9602"/>
                    <a:pt x="12860" y="9284"/>
                  </a:cubicBezTo>
                  <a:cubicBezTo>
                    <a:pt x="12553" y="8977"/>
                    <a:pt x="12383" y="8569"/>
                    <a:pt x="12383" y="8133"/>
                  </a:cubicBezTo>
                  <a:cubicBezTo>
                    <a:pt x="12383" y="7698"/>
                    <a:pt x="12552" y="7290"/>
                    <a:pt x="12860" y="6982"/>
                  </a:cubicBezTo>
                  <a:lnTo>
                    <a:pt x="14779" y="5065"/>
                  </a:lnTo>
                  <a:cubicBezTo>
                    <a:pt x="14847" y="4998"/>
                    <a:pt x="14886" y="4904"/>
                    <a:pt x="14886" y="4808"/>
                  </a:cubicBezTo>
                  <a:cubicBezTo>
                    <a:pt x="14886" y="4713"/>
                    <a:pt x="14847" y="4619"/>
                    <a:pt x="14779" y="4551"/>
                  </a:cubicBezTo>
                  <a:lnTo>
                    <a:pt x="10329" y="107"/>
                  </a:lnTo>
                  <a:cubicBezTo>
                    <a:pt x="10258" y="36"/>
                    <a:pt x="10165" y="0"/>
                    <a:pt x="1007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9" name="Google Shape;4399;p60"/>
          <p:cNvGrpSpPr/>
          <p:nvPr/>
        </p:nvGrpSpPr>
        <p:grpSpPr>
          <a:xfrm>
            <a:off x="1359088" y="3091875"/>
            <a:ext cx="503525" cy="576350"/>
            <a:chOff x="1359088" y="3091875"/>
            <a:chExt cx="503525" cy="576350"/>
          </a:xfrm>
        </p:grpSpPr>
        <p:sp>
          <p:nvSpPr>
            <p:cNvPr id="4400" name="Google Shape;4400;p60"/>
            <p:cNvSpPr/>
            <p:nvPr/>
          </p:nvSpPr>
          <p:spPr>
            <a:xfrm>
              <a:off x="1459988" y="3101000"/>
              <a:ext cx="376275" cy="230575"/>
            </a:xfrm>
            <a:custGeom>
              <a:rect b="b" l="l" r="r" t="t"/>
              <a:pathLst>
                <a:path extrusionOk="0" h="9223" w="15051">
                  <a:moveTo>
                    <a:pt x="7528" y="1"/>
                  </a:moveTo>
                  <a:cubicBezTo>
                    <a:pt x="4133" y="1"/>
                    <a:pt x="1205" y="2377"/>
                    <a:pt x="504" y="5699"/>
                  </a:cubicBezTo>
                  <a:lnTo>
                    <a:pt x="255" y="6880"/>
                  </a:lnTo>
                  <a:cubicBezTo>
                    <a:pt x="1" y="8087"/>
                    <a:pt x="922" y="9222"/>
                    <a:pt x="2154" y="9222"/>
                  </a:cubicBezTo>
                  <a:lnTo>
                    <a:pt x="12897" y="9222"/>
                  </a:lnTo>
                  <a:cubicBezTo>
                    <a:pt x="14131" y="9222"/>
                    <a:pt x="15050" y="8087"/>
                    <a:pt x="14800" y="6880"/>
                  </a:cubicBezTo>
                  <a:lnTo>
                    <a:pt x="14552" y="5699"/>
                  </a:lnTo>
                  <a:cubicBezTo>
                    <a:pt x="13852" y="2377"/>
                    <a:pt x="10922" y="1"/>
                    <a:pt x="75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0"/>
            <p:cNvSpPr/>
            <p:nvPr/>
          </p:nvSpPr>
          <p:spPr>
            <a:xfrm>
              <a:off x="1501663" y="3170825"/>
              <a:ext cx="291175" cy="160750"/>
            </a:xfrm>
            <a:custGeom>
              <a:rect b="b" l="l" r="r" t="t"/>
              <a:pathLst>
                <a:path extrusionOk="0" h="6430" w="11647">
                  <a:moveTo>
                    <a:pt x="3022" y="1"/>
                  </a:moveTo>
                  <a:cubicBezTo>
                    <a:pt x="2737" y="1"/>
                    <a:pt x="2450" y="94"/>
                    <a:pt x="2212" y="283"/>
                  </a:cubicBezTo>
                  <a:cubicBezTo>
                    <a:pt x="865" y="1349"/>
                    <a:pt x="2" y="2996"/>
                    <a:pt x="1" y="4846"/>
                  </a:cubicBezTo>
                  <a:cubicBezTo>
                    <a:pt x="1" y="5389"/>
                    <a:pt x="73" y="5913"/>
                    <a:pt x="210" y="6412"/>
                  </a:cubicBezTo>
                  <a:cubicBezTo>
                    <a:pt x="288" y="6423"/>
                    <a:pt x="370" y="6429"/>
                    <a:pt x="451" y="6429"/>
                  </a:cubicBezTo>
                  <a:lnTo>
                    <a:pt x="11195" y="6429"/>
                  </a:lnTo>
                  <a:cubicBezTo>
                    <a:pt x="11276" y="6429"/>
                    <a:pt x="11355" y="6423"/>
                    <a:pt x="11434" y="6415"/>
                  </a:cubicBezTo>
                  <a:cubicBezTo>
                    <a:pt x="11571" y="5918"/>
                    <a:pt x="11647" y="5393"/>
                    <a:pt x="11647" y="4852"/>
                  </a:cubicBezTo>
                  <a:cubicBezTo>
                    <a:pt x="11647" y="3001"/>
                    <a:pt x="10786" y="1354"/>
                    <a:pt x="9441" y="287"/>
                  </a:cubicBezTo>
                  <a:cubicBezTo>
                    <a:pt x="9200" y="96"/>
                    <a:pt x="8910" y="1"/>
                    <a:pt x="8622" y="1"/>
                  </a:cubicBezTo>
                  <a:cubicBezTo>
                    <a:pt x="8273" y="1"/>
                    <a:pt x="7928" y="141"/>
                    <a:pt x="7682" y="421"/>
                  </a:cubicBezTo>
                  <a:cubicBezTo>
                    <a:pt x="7385" y="756"/>
                    <a:pt x="6953" y="968"/>
                    <a:pt x="6470" y="968"/>
                  </a:cubicBezTo>
                  <a:lnTo>
                    <a:pt x="5176" y="968"/>
                  </a:lnTo>
                  <a:cubicBezTo>
                    <a:pt x="4695" y="968"/>
                    <a:pt x="4261" y="756"/>
                    <a:pt x="3966" y="421"/>
                  </a:cubicBezTo>
                  <a:cubicBezTo>
                    <a:pt x="3719" y="142"/>
                    <a:pt x="3372" y="1"/>
                    <a:pt x="3022"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0"/>
            <p:cNvSpPr/>
            <p:nvPr/>
          </p:nvSpPr>
          <p:spPr>
            <a:xfrm>
              <a:off x="1440988" y="3204150"/>
              <a:ext cx="412500" cy="454875"/>
            </a:xfrm>
            <a:custGeom>
              <a:rect b="b" l="l" r="r" t="t"/>
              <a:pathLst>
                <a:path extrusionOk="0" h="18195" w="16500">
                  <a:moveTo>
                    <a:pt x="6149" y="1"/>
                  </a:moveTo>
                  <a:cubicBezTo>
                    <a:pt x="5935" y="1"/>
                    <a:pt x="5720" y="71"/>
                    <a:pt x="5541" y="212"/>
                  </a:cubicBezTo>
                  <a:cubicBezTo>
                    <a:pt x="4532" y="1012"/>
                    <a:pt x="3886" y="2248"/>
                    <a:pt x="3884" y="3635"/>
                  </a:cubicBezTo>
                  <a:cubicBezTo>
                    <a:pt x="3882" y="5544"/>
                    <a:pt x="5087" y="7162"/>
                    <a:pt x="6795" y="7761"/>
                  </a:cubicBezTo>
                  <a:lnTo>
                    <a:pt x="6795" y="8493"/>
                  </a:lnTo>
                  <a:lnTo>
                    <a:pt x="1942" y="8493"/>
                  </a:lnTo>
                  <a:cubicBezTo>
                    <a:pt x="869" y="8493"/>
                    <a:pt x="1" y="9361"/>
                    <a:pt x="1" y="10434"/>
                  </a:cubicBezTo>
                  <a:lnTo>
                    <a:pt x="1" y="11403"/>
                  </a:lnTo>
                  <a:cubicBezTo>
                    <a:pt x="1" y="11939"/>
                    <a:pt x="434" y="12374"/>
                    <a:pt x="971" y="12374"/>
                  </a:cubicBezTo>
                  <a:cubicBezTo>
                    <a:pt x="2111" y="12374"/>
                    <a:pt x="3106" y="13150"/>
                    <a:pt x="3383" y="14257"/>
                  </a:cubicBezTo>
                  <a:lnTo>
                    <a:pt x="3761" y="15770"/>
                  </a:lnTo>
                  <a:lnTo>
                    <a:pt x="3397" y="15770"/>
                  </a:lnTo>
                  <a:cubicBezTo>
                    <a:pt x="2863" y="15770"/>
                    <a:pt x="2428" y="16204"/>
                    <a:pt x="2428" y="16739"/>
                  </a:cubicBezTo>
                  <a:lnTo>
                    <a:pt x="2428" y="17225"/>
                  </a:lnTo>
                  <a:cubicBezTo>
                    <a:pt x="2428" y="17760"/>
                    <a:pt x="2861" y="18194"/>
                    <a:pt x="3397" y="18194"/>
                  </a:cubicBezTo>
                  <a:lnTo>
                    <a:pt x="13103" y="18194"/>
                  </a:lnTo>
                  <a:cubicBezTo>
                    <a:pt x="13638" y="18194"/>
                    <a:pt x="14074" y="17761"/>
                    <a:pt x="14074" y="17225"/>
                  </a:cubicBezTo>
                  <a:lnTo>
                    <a:pt x="14074" y="16739"/>
                  </a:lnTo>
                  <a:cubicBezTo>
                    <a:pt x="14074" y="16205"/>
                    <a:pt x="13640" y="15770"/>
                    <a:pt x="13103" y="15770"/>
                  </a:cubicBezTo>
                  <a:lnTo>
                    <a:pt x="12739" y="15770"/>
                  </a:lnTo>
                  <a:lnTo>
                    <a:pt x="13117" y="14257"/>
                  </a:lnTo>
                  <a:cubicBezTo>
                    <a:pt x="13395" y="13150"/>
                    <a:pt x="14389" y="12374"/>
                    <a:pt x="15530" y="12374"/>
                  </a:cubicBezTo>
                  <a:cubicBezTo>
                    <a:pt x="16065" y="12374"/>
                    <a:pt x="16500" y="11940"/>
                    <a:pt x="16500" y="11403"/>
                  </a:cubicBezTo>
                  <a:lnTo>
                    <a:pt x="16500" y="10434"/>
                  </a:lnTo>
                  <a:cubicBezTo>
                    <a:pt x="16500" y="9362"/>
                    <a:pt x="15631" y="8493"/>
                    <a:pt x="14560" y="8491"/>
                  </a:cubicBezTo>
                  <a:lnTo>
                    <a:pt x="9707" y="8491"/>
                  </a:lnTo>
                  <a:lnTo>
                    <a:pt x="9707" y="7758"/>
                  </a:lnTo>
                  <a:cubicBezTo>
                    <a:pt x="11404" y="7158"/>
                    <a:pt x="12619" y="5539"/>
                    <a:pt x="12619" y="3638"/>
                  </a:cubicBezTo>
                  <a:cubicBezTo>
                    <a:pt x="12619" y="2252"/>
                    <a:pt x="11972" y="1016"/>
                    <a:pt x="10964" y="217"/>
                  </a:cubicBezTo>
                  <a:cubicBezTo>
                    <a:pt x="10784" y="74"/>
                    <a:pt x="10566" y="2"/>
                    <a:pt x="10350" y="2"/>
                  </a:cubicBezTo>
                  <a:cubicBezTo>
                    <a:pt x="10088" y="2"/>
                    <a:pt x="9830" y="107"/>
                    <a:pt x="9644" y="317"/>
                  </a:cubicBezTo>
                  <a:cubicBezTo>
                    <a:pt x="9422" y="568"/>
                    <a:pt x="9097" y="728"/>
                    <a:pt x="8735" y="728"/>
                  </a:cubicBezTo>
                  <a:lnTo>
                    <a:pt x="7765" y="728"/>
                  </a:lnTo>
                  <a:cubicBezTo>
                    <a:pt x="7403" y="728"/>
                    <a:pt x="7078" y="568"/>
                    <a:pt x="6856" y="317"/>
                  </a:cubicBezTo>
                  <a:cubicBezTo>
                    <a:pt x="6671" y="107"/>
                    <a:pt x="6411" y="1"/>
                    <a:pt x="61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0"/>
            <p:cNvSpPr/>
            <p:nvPr/>
          </p:nvSpPr>
          <p:spPr>
            <a:xfrm>
              <a:off x="1440988" y="3464975"/>
              <a:ext cx="412500" cy="133450"/>
            </a:xfrm>
            <a:custGeom>
              <a:rect b="b" l="l" r="r" t="t"/>
              <a:pathLst>
                <a:path extrusionOk="0" h="5338" w="16500">
                  <a:moveTo>
                    <a:pt x="1" y="1"/>
                  </a:moveTo>
                  <a:lnTo>
                    <a:pt x="1" y="970"/>
                  </a:lnTo>
                  <a:cubicBezTo>
                    <a:pt x="1" y="1506"/>
                    <a:pt x="434" y="1941"/>
                    <a:pt x="971" y="1941"/>
                  </a:cubicBezTo>
                  <a:cubicBezTo>
                    <a:pt x="2111" y="1941"/>
                    <a:pt x="3106" y="2717"/>
                    <a:pt x="3383" y="3824"/>
                  </a:cubicBezTo>
                  <a:lnTo>
                    <a:pt x="3761" y="5337"/>
                  </a:lnTo>
                  <a:lnTo>
                    <a:pt x="12739" y="5337"/>
                  </a:lnTo>
                  <a:lnTo>
                    <a:pt x="13117" y="3824"/>
                  </a:lnTo>
                  <a:cubicBezTo>
                    <a:pt x="13395" y="2717"/>
                    <a:pt x="14389" y="1941"/>
                    <a:pt x="15530" y="1941"/>
                  </a:cubicBezTo>
                  <a:cubicBezTo>
                    <a:pt x="16065" y="1941"/>
                    <a:pt x="16500" y="1507"/>
                    <a:pt x="16500" y="970"/>
                  </a:cubicBezTo>
                  <a:lnTo>
                    <a:pt x="16500" y="1"/>
                  </a:lnTo>
                  <a:lnTo>
                    <a:pt x="15826" y="1"/>
                  </a:lnTo>
                  <a:cubicBezTo>
                    <a:pt x="13846" y="1"/>
                    <a:pt x="11928" y="606"/>
                    <a:pt x="10245" y="1651"/>
                  </a:cubicBezTo>
                  <a:cubicBezTo>
                    <a:pt x="9947" y="1835"/>
                    <a:pt x="9597" y="1942"/>
                    <a:pt x="9222" y="1942"/>
                  </a:cubicBezTo>
                  <a:lnTo>
                    <a:pt x="7281" y="1942"/>
                  </a:lnTo>
                  <a:cubicBezTo>
                    <a:pt x="6904" y="1942"/>
                    <a:pt x="6553" y="1835"/>
                    <a:pt x="6258" y="1651"/>
                  </a:cubicBezTo>
                  <a:cubicBezTo>
                    <a:pt x="4575" y="606"/>
                    <a:pt x="2657" y="1"/>
                    <a:pt x="6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0"/>
            <p:cNvSpPr/>
            <p:nvPr/>
          </p:nvSpPr>
          <p:spPr>
            <a:xfrm>
              <a:off x="1501663" y="3598400"/>
              <a:ext cx="291175" cy="60650"/>
            </a:xfrm>
            <a:custGeom>
              <a:rect b="b" l="l" r="r" t="t"/>
              <a:pathLst>
                <a:path extrusionOk="0" h="2426" w="11647">
                  <a:moveTo>
                    <a:pt x="9220" y="0"/>
                  </a:moveTo>
                  <a:lnTo>
                    <a:pt x="9220" y="243"/>
                  </a:lnTo>
                  <a:cubicBezTo>
                    <a:pt x="9220" y="912"/>
                    <a:pt x="8677" y="1457"/>
                    <a:pt x="8007" y="1457"/>
                  </a:cubicBezTo>
                  <a:lnTo>
                    <a:pt x="1" y="1457"/>
                  </a:lnTo>
                  <a:cubicBezTo>
                    <a:pt x="1" y="1991"/>
                    <a:pt x="434" y="2426"/>
                    <a:pt x="970" y="2426"/>
                  </a:cubicBezTo>
                  <a:lnTo>
                    <a:pt x="10676" y="2426"/>
                  </a:lnTo>
                  <a:cubicBezTo>
                    <a:pt x="11212" y="2426"/>
                    <a:pt x="11647" y="1992"/>
                    <a:pt x="11647" y="1457"/>
                  </a:cubicBezTo>
                  <a:lnTo>
                    <a:pt x="11647" y="972"/>
                  </a:lnTo>
                  <a:cubicBezTo>
                    <a:pt x="11647" y="436"/>
                    <a:pt x="11213" y="1"/>
                    <a:pt x="106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0"/>
            <p:cNvSpPr/>
            <p:nvPr/>
          </p:nvSpPr>
          <p:spPr>
            <a:xfrm>
              <a:off x="1586613" y="3562050"/>
              <a:ext cx="121325" cy="60700"/>
            </a:xfrm>
            <a:custGeom>
              <a:rect b="b" l="l" r="r" t="t"/>
              <a:pathLst>
                <a:path extrusionOk="0" h="2428" w="4853">
                  <a:moveTo>
                    <a:pt x="4369" y="0"/>
                  </a:moveTo>
                  <a:cubicBezTo>
                    <a:pt x="4368" y="0"/>
                    <a:pt x="4367" y="0"/>
                    <a:pt x="4366" y="0"/>
                  </a:cubicBezTo>
                  <a:lnTo>
                    <a:pt x="485" y="0"/>
                  </a:lnTo>
                  <a:cubicBezTo>
                    <a:pt x="217" y="0"/>
                    <a:pt x="1" y="218"/>
                    <a:pt x="1" y="485"/>
                  </a:cubicBezTo>
                  <a:lnTo>
                    <a:pt x="1" y="1942"/>
                  </a:lnTo>
                  <a:cubicBezTo>
                    <a:pt x="1" y="2210"/>
                    <a:pt x="218" y="2428"/>
                    <a:pt x="485" y="2428"/>
                  </a:cubicBezTo>
                  <a:lnTo>
                    <a:pt x="4366" y="2428"/>
                  </a:lnTo>
                  <a:cubicBezTo>
                    <a:pt x="4635" y="2428"/>
                    <a:pt x="4852" y="2210"/>
                    <a:pt x="4852" y="1942"/>
                  </a:cubicBezTo>
                  <a:lnTo>
                    <a:pt x="4852" y="485"/>
                  </a:lnTo>
                  <a:cubicBezTo>
                    <a:pt x="4852" y="219"/>
                    <a:pt x="4636" y="0"/>
                    <a:pt x="43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0"/>
            <p:cNvSpPr/>
            <p:nvPr/>
          </p:nvSpPr>
          <p:spPr>
            <a:xfrm>
              <a:off x="1586588" y="3562000"/>
              <a:ext cx="84925" cy="48575"/>
            </a:xfrm>
            <a:custGeom>
              <a:rect b="b" l="l" r="r" t="t"/>
              <a:pathLst>
                <a:path extrusionOk="0" h="1943" w="3397">
                  <a:moveTo>
                    <a:pt x="485" y="1"/>
                  </a:moveTo>
                  <a:cubicBezTo>
                    <a:pt x="216" y="1"/>
                    <a:pt x="0" y="218"/>
                    <a:pt x="0" y="485"/>
                  </a:cubicBezTo>
                  <a:lnTo>
                    <a:pt x="0" y="1942"/>
                  </a:lnTo>
                  <a:lnTo>
                    <a:pt x="2183" y="1942"/>
                  </a:lnTo>
                  <a:cubicBezTo>
                    <a:pt x="2855" y="1942"/>
                    <a:pt x="3397" y="1399"/>
                    <a:pt x="3397" y="730"/>
                  </a:cubicBezTo>
                  <a:cubicBezTo>
                    <a:pt x="3397" y="456"/>
                    <a:pt x="3306" y="204"/>
                    <a:pt x="315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0"/>
            <p:cNvSpPr/>
            <p:nvPr/>
          </p:nvSpPr>
          <p:spPr>
            <a:xfrm>
              <a:off x="1613838" y="3583250"/>
              <a:ext cx="66775" cy="18225"/>
            </a:xfrm>
            <a:custGeom>
              <a:rect b="b" l="l" r="r" t="t"/>
              <a:pathLst>
                <a:path extrusionOk="0" h="729" w="2671">
                  <a:moveTo>
                    <a:pt x="364" y="1"/>
                  </a:moveTo>
                  <a:cubicBezTo>
                    <a:pt x="164" y="1"/>
                    <a:pt x="0" y="164"/>
                    <a:pt x="0" y="364"/>
                  </a:cubicBezTo>
                  <a:cubicBezTo>
                    <a:pt x="0" y="565"/>
                    <a:pt x="164" y="728"/>
                    <a:pt x="364" y="728"/>
                  </a:cubicBezTo>
                  <a:lnTo>
                    <a:pt x="2307" y="728"/>
                  </a:lnTo>
                  <a:cubicBezTo>
                    <a:pt x="2507" y="728"/>
                    <a:pt x="2671" y="565"/>
                    <a:pt x="2671" y="364"/>
                  </a:cubicBezTo>
                  <a:cubicBezTo>
                    <a:pt x="2671" y="164"/>
                    <a:pt x="2508" y="2"/>
                    <a:pt x="23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0"/>
            <p:cNvSpPr/>
            <p:nvPr/>
          </p:nvSpPr>
          <p:spPr>
            <a:xfrm>
              <a:off x="1598813" y="3295125"/>
              <a:ext cx="97000" cy="48550"/>
            </a:xfrm>
            <a:custGeom>
              <a:rect b="b" l="l" r="r" t="t"/>
              <a:pathLst>
                <a:path extrusionOk="0" h="1942" w="3880">
                  <a:moveTo>
                    <a:pt x="1457" y="0"/>
                  </a:moveTo>
                  <a:cubicBezTo>
                    <a:pt x="651" y="0"/>
                    <a:pt x="0" y="651"/>
                    <a:pt x="0" y="1457"/>
                  </a:cubicBezTo>
                  <a:cubicBezTo>
                    <a:pt x="0" y="1724"/>
                    <a:pt x="216" y="1942"/>
                    <a:pt x="485" y="1942"/>
                  </a:cubicBezTo>
                  <a:lnTo>
                    <a:pt x="530" y="1942"/>
                  </a:lnTo>
                  <a:cubicBezTo>
                    <a:pt x="938" y="1942"/>
                    <a:pt x="1325" y="1792"/>
                    <a:pt x="1653" y="1551"/>
                  </a:cubicBezTo>
                  <a:cubicBezTo>
                    <a:pt x="1734" y="1493"/>
                    <a:pt x="1833" y="1457"/>
                    <a:pt x="1940" y="1457"/>
                  </a:cubicBezTo>
                  <a:cubicBezTo>
                    <a:pt x="2047" y="1457"/>
                    <a:pt x="2146" y="1493"/>
                    <a:pt x="2226" y="1551"/>
                  </a:cubicBezTo>
                  <a:cubicBezTo>
                    <a:pt x="2554" y="1790"/>
                    <a:pt x="2939" y="1942"/>
                    <a:pt x="3348" y="1942"/>
                  </a:cubicBezTo>
                  <a:lnTo>
                    <a:pt x="3394" y="1942"/>
                  </a:lnTo>
                  <a:cubicBezTo>
                    <a:pt x="3662" y="1942"/>
                    <a:pt x="3880" y="1724"/>
                    <a:pt x="3880" y="1457"/>
                  </a:cubicBezTo>
                  <a:cubicBezTo>
                    <a:pt x="3880" y="651"/>
                    <a:pt x="3227" y="0"/>
                    <a:pt x="2426"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0"/>
            <p:cNvSpPr/>
            <p:nvPr/>
          </p:nvSpPr>
          <p:spPr>
            <a:xfrm>
              <a:off x="1622138" y="3295150"/>
              <a:ext cx="73675" cy="48525"/>
            </a:xfrm>
            <a:custGeom>
              <a:rect b="b" l="l" r="r" t="t"/>
              <a:pathLst>
                <a:path extrusionOk="0" h="1941" w="2947">
                  <a:moveTo>
                    <a:pt x="1493" y="1"/>
                  </a:moveTo>
                  <a:cubicBezTo>
                    <a:pt x="1492" y="1"/>
                    <a:pt x="1491" y="1"/>
                    <a:pt x="1490" y="1"/>
                  </a:cubicBezTo>
                  <a:lnTo>
                    <a:pt x="519" y="1"/>
                  </a:lnTo>
                  <a:cubicBezTo>
                    <a:pt x="463" y="1"/>
                    <a:pt x="407" y="4"/>
                    <a:pt x="355" y="9"/>
                  </a:cubicBezTo>
                  <a:cubicBezTo>
                    <a:pt x="143" y="35"/>
                    <a:pt x="1" y="244"/>
                    <a:pt x="65" y="447"/>
                  </a:cubicBezTo>
                  <a:cubicBezTo>
                    <a:pt x="66" y="450"/>
                    <a:pt x="66" y="451"/>
                    <a:pt x="69" y="456"/>
                  </a:cubicBezTo>
                  <a:cubicBezTo>
                    <a:pt x="173" y="768"/>
                    <a:pt x="475" y="970"/>
                    <a:pt x="805" y="970"/>
                  </a:cubicBezTo>
                  <a:lnTo>
                    <a:pt x="1494" y="970"/>
                  </a:lnTo>
                  <a:cubicBezTo>
                    <a:pt x="1762" y="970"/>
                    <a:pt x="1976" y="1186"/>
                    <a:pt x="1976" y="1450"/>
                  </a:cubicBezTo>
                  <a:lnTo>
                    <a:pt x="1976" y="1456"/>
                  </a:lnTo>
                  <a:cubicBezTo>
                    <a:pt x="1976" y="1604"/>
                    <a:pt x="1909" y="1737"/>
                    <a:pt x="1803" y="1827"/>
                  </a:cubicBezTo>
                  <a:cubicBezTo>
                    <a:pt x="1997" y="1899"/>
                    <a:pt x="2204" y="1941"/>
                    <a:pt x="2415" y="1941"/>
                  </a:cubicBezTo>
                  <a:lnTo>
                    <a:pt x="2461" y="1941"/>
                  </a:lnTo>
                  <a:cubicBezTo>
                    <a:pt x="2729" y="1941"/>
                    <a:pt x="2947" y="1723"/>
                    <a:pt x="2947" y="1456"/>
                  </a:cubicBezTo>
                  <a:cubicBezTo>
                    <a:pt x="2947" y="651"/>
                    <a:pt x="2296" y="1"/>
                    <a:pt x="14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0"/>
            <p:cNvSpPr/>
            <p:nvPr/>
          </p:nvSpPr>
          <p:spPr>
            <a:xfrm>
              <a:off x="1538063" y="3204100"/>
              <a:ext cx="193500" cy="236600"/>
            </a:xfrm>
            <a:custGeom>
              <a:rect b="b" l="l" r="r" t="t"/>
              <a:pathLst>
                <a:path extrusionOk="0" h="9464" w="7740">
                  <a:moveTo>
                    <a:pt x="2259" y="0"/>
                  </a:moveTo>
                  <a:cubicBezTo>
                    <a:pt x="2054" y="0"/>
                    <a:pt x="1847" y="66"/>
                    <a:pt x="1673" y="204"/>
                  </a:cubicBezTo>
                  <a:cubicBezTo>
                    <a:pt x="1670" y="205"/>
                    <a:pt x="1538" y="313"/>
                    <a:pt x="1482" y="362"/>
                  </a:cubicBezTo>
                  <a:lnTo>
                    <a:pt x="1481" y="363"/>
                  </a:lnTo>
                  <a:cubicBezTo>
                    <a:pt x="576" y="1163"/>
                    <a:pt x="3" y="2331"/>
                    <a:pt x="1" y="3636"/>
                  </a:cubicBezTo>
                  <a:cubicBezTo>
                    <a:pt x="0" y="5546"/>
                    <a:pt x="1204" y="7163"/>
                    <a:pt x="2913" y="7760"/>
                  </a:cubicBezTo>
                  <a:lnTo>
                    <a:pt x="2913" y="8492"/>
                  </a:lnTo>
                  <a:cubicBezTo>
                    <a:pt x="2913" y="8864"/>
                    <a:pt x="3051" y="9202"/>
                    <a:pt x="3280" y="9461"/>
                  </a:cubicBezTo>
                  <a:cubicBezTo>
                    <a:pt x="3300" y="9462"/>
                    <a:pt x="3318" y="9464"/>
                    <a:pt x="3337" y="9464"/>
                  </a:cubicBezTo>
                  <a:cubicBezTo>
                    <a:pt x="3840" y="9464"/>
                    <a:pt x="4246" y="9057"/>
                    <a:pt x="4246" y="8554"/>
                  </a:cubicBezTo>
                  <a:lnTo>
                    <a:pt x="4246" y="7949"/>
                  </a:lnTo>
                  <a:cubicBezTo>
                    <a:pt x="4246" y="7446"/>
                    <a:pt x="3840" y="7039"/>
                    <a:pt x="3337" y="7039"/>
                  </a:cubicBezTo>
                  <a:cubicBezTo>
                    <a:pt x="3320" y="7039"/>
                    <a:pt x="3301" y="7039"/>
                    <a:pt x="3284" y="7041"/>
                  </a:cubicBezTo>
                  <a:cubicBezTo>
                    <a:pt x="2191" y="6413"/>
                    <a:pt x="1457" y="5235"/>
                    <a:pt x="1457" y="3884"/>
                  </a:cubicBezTo>
                  <a:cubicBezTo>
                    <a:pt x="1457" y="3651"/>
                    <a:pt x="1478" y="3423"/>
                    <a:pt x="1521" y="3202"/>
                  </a:cubicBezTo>
                  <a:cubicBezTo>
                    <a:pt x="1691" y="2301"/>
                    <a:pt x="2493" y="1686"/>
                    <a:pt x="3397" y="1686"/>
                  </a:cubicBezTo>
                  <a:cubicBezTo>
                    <a:pt x="3456" y="1686"/>
                    <a:pt x="3517" y="1689"/>
                    <a:pt x="3577" y="1695"/>
                  </a:cubicBezTo>
                  <a:cubicBezTo>
                    <a:pt x="3624" y="1699"/>
                    <a:pt x="3674" y="1702"/>
                    <a:pt x="3720" y="1702"/>
                  </a:cubicBezTo>
                  <a:lnTo>
                    <a:pt x="5014" y="1702"/>
                  </a:lnTo>
                  <a:cubicBezTo>
                    <a:pt x="5495" y="1702"/>
                    <a:pt x="5929" y="1490"/>
                    <a:pt x="6226" y="1155"/>
                  </a:cubicBezTo>
                  <a:cubicBezTo>
                    <a:pt x="6472" y="875"/>
                    <a:pt x="6817" y="735"/>
                    <a:pt x="7167" y="735"/>
                  </a:cubicBezTo>
                  <a:cubicBezTo>
                    <a:pt x="7362" y="735"/>
                    <a:pt x="7558" y="778"/>
                    <a:pt x="7739" y="866"/>
                  </a:cubicBezTo>
                  <a:cubicBezTo>
                    <a:pt x="7542" y="626"/>
                    <a:pt x="7319" y="406"/>
                    <a:pt x="7074" y="211"/>
                  </a:cubicBezTo>
                  <a:cubicBezTo>
                    <a:pt x="6898" y="72"/>
                    <a:pt x="6686" y="4"/>
                    <a:pt x="6476" y="4"/>
                  </a:cubicBezTo>
                  <a:cubicBezTo>
                    <a:pt x="6210" y="4"/>
                    <a:pt x="5947" y="112"/>
                    <a:pt x="5758" y="323"/>
                  </a:cubicBezTo>
                  <a:cubicBezTo>
                    <a:pt x="5537" y="572"/>
                    <a:pt x="5213" y="728"/>
                    <a:pt x="4855" y="728"/>
                  </a:cubicBezTo>
                  <a:lnTo>
                    <a:pt x="3884" y="728"/>
                  </a:lnTo>
                  <a:cubicBezTo>
                    <a:pt x="3522" y="728"/>
                    <a:pt x="3198" y="569"/>
                    <a:pt x="2974" y="317"/>
                  </a:cubicBezTo>
                  <a:cubicBezTo>
                    <a:pt x="2859" y="185"/>
                    <a:pt x="2714" y="97"/>
                    <a:pt x="2555" y="47"/>
                  </a:cubicBezTo>
                  <a:cubicBezTo>
                    <a:pt x="2551" y="46"/>
                    <a:pt x="2427" y="15"/>
                    <a:pt x="2426" y="15"/>
                  </a:cubicBezTo>
                  <a:cubicBezTo>
                    <a:pt x="2371" y="5"/>
                    <a:pt x="2315" y="0"/>
                    <a:pt x="22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0"/>
            <p:cNvSpPr/>
            <p:nvPr/>
          </p:nvSpPr>
          <p:spPr>
            <a:xfrm>
              <a:off x="1359088" y="3091875"/>
              <a:ext cx="503525" cy="576350"/>
            </a:xfrm>
            <a:custGeom>
              <a:rect b="b" l="l" r="r" t="t"/>
              <a:pathLst>
                <a:path extrusionOk="0" h="23054" w="20141">
                  <a:moveTo>
                    <a:pt x="10193" y="6311"/>
                  </a:moveTo>
                  <a:cubicBezTo>
                    <a:pt x="9991" y="6311"/>
                    <a:pt x="9828" y="6475"/>
                    <a:pt x="9828" y="6675"/>
                  </a:cubicBezTo>
                  <a:cubicBezTo>
                    <a:pt x="9828" y="6876"/>
                    <a:pt x="9991" y="7039"/>
                    <a:pt x="10193" y="7039"/>
                  </a:cubicBezTo>
                  <a:lnTo>
                    <a:pt x="10436" y="7039"/>
                  </a:lnTo>
                  <a:cubicBezTo>
                    <a:pt x="10636" y="7039"/>
                    <a:pt x="10800" y="6876"/>
                    <a:pt x="10800" y="6675"/>
                  </a:cubicBezTo>
                  <a:cubicBezTo>
                    <a:pt x="10800" y="6475"/>
                    <a:pt x="10636" y="6311"/>
                    <a:pt x="10436" y="6311"/>
                  </a:cubicBezTo>
                  <a:close/>
                  <a:moveTo>
                    <a:pt x="12619" y="6311"/>
                  </a:moveTo>
                  <a:cubicBezTo>
                    <a:pt x="12419" y="6311"/>
                    <a:pt x="12255" y="6475"/>
                    <a:pt x="12255" y="6675"/>
                  </a:cubicBezTo>
                  <a:cubicBezTo>
                    <a:pt x="12255" y="6876"/>
                    <a:pt x="12419" y="7039"/>
                    <a:pt x="12619" y="7039"/>
                  </a:cubicBezTo>
                  <a:lnTo>
                    <a:pt x="12862" y="7039"/>
                  </a:lnTo>
                  <a:cubicBezTo>
                    <a:pt x="13064" y="7039"/>
                    <a:pt x="13227" y="6876"/>
                    <a:pt x="13227" y="6675"/>
                  </a:cubicBezTo>
                  <a:cubicBezTo>
                    <a:pt x="13227" y="6475"/>
                    <a:pt x="13064" y="6311"/>
                    <a:pt x="12862" y="6311"/>
                  </a:cubicBezTo>
                  <a:close/>
                  <a:moveTo>
                    <a:pt x="11522" y="732"/>
                  </a:moveTo>
                  <a:cubicBezTo>
                    <a:pt x="14724" y="732"/>
                    <a:pt x="17529" y="3006"/>
                    <a:pt x="18188" y="6142"/>
                  </a:cubicBezTo>
                  <a:lnTo>
                    <a:pt x="18437" y="7323"/>
                  </a:lnTo>
                  <a:cubicBezTo>
                    <a:pt x="18536" y="7791"/>
                    <a:pt x="18418" y="8270"/>
                    <a:pt x="18119" y="8641"/>
                  </a:cubicBezTo>
                  <a:cubicBezTo>
                    <a:pt x="17819" y="9010"/>
                    <a:pt x="17373" y="9223"/>
                    <a:pt x="16895" y="9223"/>
                  </a:cubicBezTo>
                  <a:lnTo>
                    <a:pt x="16129" y="9223"/>
                  </a:lnTo>
                  <a:cubicBezTo>
                    <a:pt x="16213" y="8871"/>
                    <a:pt x="16256" y="8504"/>
                    <a:pt x="16256" y="8132"/>
                  </a:cubicBezTo>
                  <a:lnTo>
                    <a:pt x="16256" y="8071"/>
                  </a:lnTo>
                  <a:lnTo>
                    <a:pt x="16895" y="8339"/>
                  </a:lnTo>
                  <a:cubicBezTo>
                    <a:pt x="16941" y="8359"/>
                    <a:pt x="16989" y="8368"/>
                    <a:pt x="17036" y="8368"/>
                  </a:cubicBezTo>
                  <a:cubicBezTo>
                    <a:pt x="17178" y="8368"/>
                    <a:pt x="17313" y="8283"/>
                    <a:pt x="17371" y="8143"/>
                  </a:cubicBezTo>
                  <a:cubicBezTo>
                    <a:pt x="17449" y="7959"/>
                    <a:pt x="17363" y="7745"/>
                    <a:pt x="17178" y="7669"/>
                  </a:cubicBezTo>
                  <a:lnTo>
                    <a:pt x="16173" y="7247"/>
                  </a:lnTo>
                  <a:cubicBezTo>
                    <a:pt x="16170" y="7222"/>
                    <a:pt x="16165" y="7197"/>
                    <a:pt x="16159" y="7173"/>
                  </a:cubicBezTo>
                  <a:lnTo>
                    <a:pt x="17540" y="6878"/>
                  </a:lnTo>
                  <a:cubicBezTo>
                    <a:pt x="17736" y="6836"/>
                    <a:pt x="17863" y="6644"/>
                    <a:pt x="17820" y="6448"/>
                  </a:cubicBezTo>
                  <a:cubicBezTo>
                    <a:pt x="17784" y="6276"/>
                    <a:pt x="17634" y="6158"/>
                    <a:pt x="17465" y="6158"/>
                  </a:cubicBezTo>
                  <a:cubicBezTo>
                    <a:pt x="17440" y="6158"/>
                    <a:pt x="17414" y="6161"/>
                    <a:pt x="17388" y="6166"/>
                  </a:cubicBezTo>
                  <a:lnTo>
                    <a:pt x="15959" y="6471"/>
                  </a:lnTo>
                  <a:cubicBezTo>
                    <a:pt x="15662" y="5676"/>
                    <a:pt x="15153" y="4970"/>
                    <a:pt x="14466" y="4424"/>
                  </a:cubicBezTo>
                  <a:cubicBezTo>
                    <a:pt x="14217" y="4227"/>
                    <a:pt x="13920" y="4130"/>
                    <a:pt x="13626" y="4130"/>
                  </a:cubicBezTo>
                  <a:cubicBezTo>
                    <a:pt x="13262" y="4130"/>
                    <a:pt x="12903" y="4278"/>
                    <a:pt x="12647" y="4568"/>
                  </a:cubicBezTo>
                  <a:cubicBezTo>
                    <a:pt x="12485" y="4751"/>
                    <a:pt x="12255" y="4856"/>
                    <a:pt x="12011" y="4856"/>
                  </a:cubicBezTo>
                  <a:lnTo>
                    <a:pt x="11041" y="4856"/>
                  </a:lnTo>
                  <a:cubicBezTo>
                    <a:pt x="10798" y="4856"/>
                    <a:pt x="10567" y="4751"/>
                    <a:pt x="10405" y="4568"/>
                  </a:cubicBezTo>
                  <a:cubicBezTo>
                    <a:pt x="10148" y="4277"/>
                    <a:pt x="9789" y="4128"/>
                    <a:pt x="9425" y="4128"/>
                  </a:cubicBezTo>
                  <a:cubicBezTo>
                    <a:pt x="9133" y="4128"/>
                    <a:pt x="8839" y="4223"/>
                    <a:pt x="8591" y="4419"/>
                  </a:cubicBezTo>
                  <a:cubicBezTo>
                    <a:pt x="7905" y="4964"/>
                    <a:pt x="7395" y="5672"/>
                    <a:pt x="7096" y="6465"/>
                  </a:cubicBezTo>
                  <a:lnTo>
                    <a:pt x="5690" y="6166"/>
                  </a:lnTo>
                  <a:cubicBezTo>
                    <a:pt x="5665" y="6161"/>
                    <a:pt x="5640" y="6159"/>
                    <a:pt x="5615" y="6159"/>
                  </a:cubicBezTo>
                  <a:cubicBezTo>
                    <a:pt x="5446" y="6159"/>
                    <a:pt x="5295" y="6275"/>
                    <a:pt x="5258" y="6448"/>
                  </a:cubicBezTo>
                  <a:cubicBezTo>
                    <a:pt x="5216" y="6644"/>
                    <a:pt x="5341" y="6837"/>
                    <a:pt x="5539" y="6880"/>
                  </a:cubicBezTo>
                  <a:lnTo>
                    <a:pt x="6892" y="7166"/>
                  </a:lnTo>
                  <a:cubicBezTo>
                    <a:pt x="6885" y="7195"/>
                    <a:pt x="6879" y="7225"/>
                    <a:pt x="6875" y="7255"/>
                  </a:cubicBezTo>
                  <a:lnTo>
                    <a:pt x="5898" y="7666"/>
                  </a:lnTo>
                  <a:cubicBezTo>
                    <a:pt x="5714" y="7744"/>
                    <a:pt x="5627" y="7957"/>
                    <a:pt x="5705" y="8142"/>
                  </a:cubicBezTo>
                  <a:cubicBezTo>
                    <a:pt x="5763" y="8283"/>
                    <a:pt x="5898" y="8366"/>
                    <a:pt x="6041" y="8366"/>
                  </a:cubicBezTo>
                  <a:cubicBezTo>
                    <a:pt x="6087" y="8366"/>
                    <a:pt x="6136" y="8356"/>
                    <a:pt x="6181" y="8338"/>
                  </a:cubicBezTo>
                  <a:lnTo>
                    <a:pt x="6794" y="8079"/>
                  </a:lnTo>
                  <a:lnTo>
                    <a:pt x="6794" y="8126"/>
                  </a:lnTo>
                  <a:cubicBezTo>
                    <a:pt x="6794" y="8504"/>
                    <a:pt x="6839" y="8871"/>
                    <a:pt x="6920" y="9222"/>
                  </a:cubicBezTo>
                  <a:lnTo>
                    <a:pt x="6147" y="9223"/>
                  </a:lnTo>
                  <a:cubicBezTo>
                    <a:pt x="5671" y="9223"/>
                    <a:pt x="5223" y="9013"/>
                    <a:pt x="4924" y="8641"/>
                  </a:cubicBezTo>
                  <a:cubicBezTo>
                    <a:pt x="4624" y="8271"/>
                    <a:pt x="4509" y="7791"/>
                    <a:pt x="4605" y="7323"/>
                  </a:cubicBezTo>
                  <a:lnTo>
                    <a:pt x="4854" y="6142"/>
                  </a:lnTo>
                  <a:cubicBezTo>
                    <a:pt x="5513" y="3009"/>
                    <a:pt x="8319" y="732"/>
                    <a:pt x="11522" y="732"/>
                  </a:cubicBezTo>
                  <a:close/>
                  <a:moveTo>
                    <a:pt x="12008" y="8494"/>
                  </a:moveTo>
                  <a:cubicBezTo>
                    <a:pt x="12610" y="8494"/>
                    <a:pt x="13101" y="8985"/>
                    <a:pt x="13101" y="9587"/>
                  </a:cubicBezTo>
                  <a:cubicBezTo>
                    <a:pt x="13101" y="9652"/>
                    <a:pt x="13047" y="9708"/>
                    <a:pt x="12980" y="9708"/>
                  </a:cubicBezTo>
                  <a:lnTo>
                    <a:pt x="12933" y="9708"/>
                  </a:lnTo>
                  <a:cubicBezTo>
                    <a:pt x="12626" y="9708"/>
                    <a:pt x="12312" y="9596"/>
                    <a:pt x="12025" y="9385"/>
                  </a:cubicBezTo>
                  <a:cubicBezTo>
                    <a:pt x="11880" y="9279"/>
                    <a:pt x="11705" y="9222"/>
                    <a:pt x="11525" y="9222"/>
                  </a:cubicBezTo>
                  <a:cubicBezTo>
                    <a:pt x="11344" y="9222"/>
                    <a:pt x="11169" y="9279"/>
                    <a:pt x="11024" y="9385"/>
                  </a:cubicBezTo>
                  <a:cubicBezTo>
                    <a:pt x="10737" y="9596"/>
                    <a:pt x="10423" y="9708"/>
                    <a:pt x="10116" y="9708"/>
                  </a:cubicBezTo>
                  <a:lnTo>
                    <a:pt x="10067" y="9708"/>
                  </a:lnTo>
                  <a:cubicBezTo>
                    <a:pt x="10000" y="9708"/>
                    <a:pt x="9946" y="9654"/>
                    <a:pt x="9946" y="9587"/>
                  </a:cubicBezTo>
                  <a:cubicBezTo>
                    <a:pt x="9946" y="8985"/>
                    <a:pt x="10436" y="8494"/>
                    <a:pt x="11037" y="8494"/>
                  </a:cubicBezTo>
                  <a:close/>
                  <a:moveTo>
                    <a:pt x="11040" y="7768"/>
                  </a:moveTo>
                  <a:cubicBezTo>
                    <a:pt x="10038" y="7768"/>
                    <a:pt x="9221" y="8582"/>
                    <a:pt x="9221" y="9587"/>
                  </a:cubicBezTo>
                  <a:cubicBezTo>
                    <a:pt x="9221" y="10056"/>
                    <a:pt x="9600" y="10436"/>
                    <a:pt x="10069" y="10436"/>
                  </a:cubicBezTo>
                  <a:lnTo>
                    <a:pt x="10116" y="10436"/>
                  </a:lnTo>
                  <a:cubicBezTo>
                    <a:pt x="10224" y="10436"/>
                    <a:pt x="10332" y="10427"/>
                    <a:pt x="10439" y="10409"/>
                  </a:cubicBezTo>
                  <a:cubicBezTo>
                    <a:pt x="10487" y="10967"/>
                    <a:pt x="10956" y="11405"/>
                    <a:pt x="11523" y="11406"/>
                  </a:cubicBezTo>
                  <a:cubicBezTo>
                    <a:pt x="11680" y="11406"/>
                    <a:pt x="11832" y="11372"/>
                    <a:pt x="11974" y="11308"/>
                  </a:cubicBezTo>
                  <a:cubicBezTo>
                    <a:pt x="12157" y="11224"/>
                    <a:pt x="12239" y="11010"/>
                    <a:pt x="12156" y="10826"/>
                  </a:cubicBezTo>
                  <a:cubicBezTo>
                    <a:pt x="12094" y="10692"/>
                    <a:pt x="11963" y="10613"/>
                    <a:pt x="11825" y="10613"/>
                  </a:cubicBezTo>
                  <a:cubicBezTo>
                    <a:pt x="11774" y="10613"/>
                    <a:pt x="11723" y="10623"/>
                    <a:pt x="11674" y="10646"/>
                  </a:cubicBezTo>
                  <a:cubicBezTo>
                    <a:pt x="11626" y="10667"/>
                    <a:pt x="11576" y="10677"/>
                    <a:pt x="11523" y="10677"/>
                  </a:cubicBezTo>
                  <a:cubicBezTo>
                    <a:pt x="11323" y="10677"/>
                    <a:pt x="11159" y="10514"/>
                    <a:pt x="11159" y="10313"/>
                  </a:cubicBezTo>
                  <a:lnTo>
                    <a:pt x="11159" y="10158"/>
                  </a:lnTo>
                  <a:cubicBezTo>
                    <a:pt x="11260" y="10106"/>
                    <a:pt x="11356" y="10043"/>
                    <a:pt x="11452" y="9974"/>
                  </a:cubicBezTo>
                  <a:cubicBezTo>
                    <a:pt x="11466" y="9964"/>
                    <a:pt x="11489" y="9951"/>
                    <a:pt x="11523" y="9951"/>
                  </a:cubicBezTo>
                  <a:cubicBezTo>
                    <a:pt x="11555" y="9951"/>
                    <a:pt x="11580" y="9964"/>
                    <a:pt x="11594" y="9974"/>
                  </a:cubicBezTo>
                  <a:cubicBezTo>
                    <a:pt x="12008" y="10276"/>
                    <a:pt x="12470" y="10436"/>
                    <a:pt x="12933" y="10436"/>
                  </a:cubicBezTo>
                  <a:lnTo>
                    <a:pt x="12980" y="10436"/>
                  </a:lnTo>
                  <a:cubicBezTo>
                    <a:pt x="13449" y="10436"/>
                    <a:pt x="13828" y="10056"/>
                    <a:pt x="13828" y="9587"/>
                  </a:cubicBezTo>
                  <a:cubicBezTo>
                    <a:pt x="13828" y="8585"/>
                    <a:pt x="13014" y="7768"/>
                    <a:pt x="12009" y="7768"/>
                  </a:cubicBezTo>
                  <a:close/>
                  <a:moveTo>
                    <a:pt x="13628" y="4856"/>
                  </a:moveTo>
                  <a:cubicBezTo>
                    <a:pt x="13763" y="4856"/>
                    <a:pt x="13900" y="4901"/>
                    <a:pt x="14016" y="4993"/>
                  </a:cubicBezTo>
                  <a:cubicBezTo>
                    <a:pt x="14978" y="5759"/>
                    <a:pt x="15531" y="6901"/>
                    <a:pt x="15531" y="8130"/>
                  </a:cubicBezTo>
                  <a:cubicBezTo>
                    <a:pt x="15531" y="8587"/>
                    <a:pt x="15454" y="9029"/>
                    <a:pt x="15311" y="9445"/>
                  </a:cubicBezTo>
                  <a:cubicBezTo>
                    <a:pt x="15303" y="9461"/>
                    <a:pt x="15298" y="9475"/>
                    <a:pt x="15295" y="9490"/>
                  </a:cubicBezTo>
                  <a:cubicBezTo>
                    <a:pt x="15090" y="10060"/>
                    <a:pt x="14755" y="10582"/>
                    <a:pt x="14303" y="11017"/>
                  </a:cubicBezTo>
                  <a:cubicBezTo>
                    <a:pt x="13550" y="11741"/>
                    <a:pt x="12569" y="12135"/>
                    <a:pt x="11526" y="12135"/>
                  </a:cubicBezTo>
                  <a:cubicBezTo>
                    <a:pt x="11474" y="12135"/>
                    <a:pt x="11422" y="12134"/>
                    <a:pt x="11370" y="12132"/>
                  </a:cubicBezTo>
                  <a:cubicBezTo>
                    <a:pt x="9213" y="12048"/>
                    <a:pt x="7521" y="10291"/>
                    <a:pt x="7524" y="8126"/>
                  </a:cubicBezTo>
                  <a:cubicBezTo>
                    <a:pt x="7526" y="6897"/>
                    <a:pt x="8080" y="5753"/>
                    <a:pt x="9045" y="4990"/>
                  </a:cubicBezTo>
                  <a:cubicBezTo>
                    <a:pt x="9159" y="4900"/>
                    <a:pt x="9294" y="4856"/>
                    <a:pt x="9427" y="4856"/>
                  </a:cubicBezTo>
                  <a:cubicBezTo>
                    <a:pt x="9591" y="4856"/>
                    <a:pt x="9748" y="4922"/>
                    <a:pt x="9862" y="5050"/>
                  </a:cubicBezTo>
                  <a:cubicBezTo>
                    <a:pt x="10160" y="5389"/>
                    <a:pt x="10592" y="5582"/>
                    <a:pt x="11043" y="5582"/>
                  </a:cubicBezTo>
                  <a:lnTo>
                    <a:pt x="12014" y="5582"/>
                  </a:lnTo>
                  <a:cubicBezTo>
                    <a:pt x="12464" y="5582"/>
                    <a:pt x="12896" y="5389"/>
                    <a:pt x="13194" y="5050"/>
                  </a:cubicBezTo>
                  <a:cubicBezTo>
                    <a:pt x="13307" y="4921"/>
                    <a:pt x="13466" y="4856"/>
                    <a:pt x="13628" y="4856"/>
                  </a:cubicBezTo>
                  <a:close/>
                  <a:moveTo>
                    <a:pt x="12619" y="12736"/>
                  </a:moveTo>
                  <a:lnTo>
                    <a:pt x="12619" y="12984"/>
                  </a:lnTo>
                  <a:cubicBezTo>
                    <a:pt x="12619" y="13585"/>
                    <a:pt x="12129" y="14075"/>
                    <a:pt x="11526" y="14075"/>
                  </a:cubicBezTo>
                  <a:cubicBezTo>
                    <a:pt x="10925" y="14075"/>
                    <a:pt x="10435" y="13585"/>
                    <a:pt x="10435" y="12984"/>
                  </a:cubicBezTo>
                  <a:lnTo>
                    <a:pt x="10436" y="12736"/>
                  </a:lnTo>
                  <a:cubicBezTo>
                    <a:pt x="10729" y="12806"/>
                    <a:pt x="11032" y="12846"/>
                    <a:pt x="11344" y="12859"/>
                  </a:cubicBezTo>
                  <a:cubicBezTo>
                    <a:pt x="11405" y="12860"/>
                    <a:pt x="11468" y="12863"/>
                    <a:pt x="11530" y="12863"/>
                  </a:cubicBezTo>
                  <a:cubicBezTo>
                    <a:pt x="11901" y="12863"/>
                    <a:pt x="12265" y="12820"/>
                    <a:pt x="12619" y="12736"/>
                  </a:cubicBezTo>
                  <a:close/>
                  <a:moveTo>
                    <a:pt x="17834" y="13347"/>
                  </a:moveTo>
                  <a:cubicBezTo>
                    <a:pt x="18706" y="13347"/>
                    <a:pt x="19412" y="14054"/>
                    <a:pt x="19412" y="14925"/>
                  </a:cubicBezTo>
                  <a:lnTo>
                    <a:pt x="19410" y="15894"/>
                  </a:lnTo>
                  <a:cubicBezTo>
                    <a:pt x="19410" y="16228"/>
                    <a:pt x="19138" y="16501"/>
                    <a:pt x="18805" y="16501"/>
                  </a:cubicBezTo>
                  <a:cubicBezTo>
                    <a:pt x="17493" y="16501"/>
                    <a:pt x="16356" y="17386"/>
                    <a:pt x="16038" y="18658"/>
                  </a:cubicBezTo>
                  <a:lnTo>
                    <a:pt x="15730" y="19897"/>
                  </a:lnTo>
                  <a:lnTo>
                    <a:pt x="14316" y="19897"/>
                  </a:lnTo>
                  <a:lnTo>
                    <a:pt x="14316" y="19290"/>
                  </a:lnTo>
                  <a:cubicBezTo>
                    <a:pt x="14316" y="18821"/>
                    <a:pt x="13935" y="18442"/>
                    <a:pt x="13466" y="18442"/>
                  </a:cubicBezTo>
                  <a:lnTo>
                    <a:pt x="9585" y="18442"/>
                  </a:lnTo>
                  <a:cubicBezTo>
                    <a:pt x="9116" y="18442"/>
                    <a:pt x="8735" y="18821"/>
                    <a:pt x="8735" y="19290"/>
                  </a:cubicBezTo>
                  <a:lnTo>
                    <a:pt x="8735" y="19897"/>
                  </a:lnTo>
                  <a:lnTo>
                    <a:pt x="7321" y="19897"/>
                  </a:lnTo>
                  <a:lnTo>
                    <a:pt x="7013" y="18658"/>
                  </a:lnTo>
                  <a:cubicBezTo>
                    <a:pt x="6694" y="17389"/>
                    <a:pt x="5557" y="16501"/>
                    <a:pt x="4247" y="16501"/>
                  </a:cubicBezTo>
                  <a:cubicBezTo>
                    <a:pt x="3913" y="16501"/>
                    <a:pt x="3642" y="16228"/>
                    <a:pt x="3642" y="15894"/>
                  </a:cubicBezTo>
                  <a:lnTo>
                    <a:pt x="3642" y="14925"/>
                  </a:lnTo>
                  <a:cubicBezTo>
                    <a:pt x="3642" y="14054"/>
                    <a:pt x="4348" y="13347"/>
                    <a:pt x="5219" y="13347"/>
                  </a:cubicBezTo>
                  <a:lnTo>
                    <a:pt x="7520" y="13347"/>
                  </a:lnTo>
                  <a:lnTo>
                    <a:pt x="7520" y="15166"/>
                  </a:lnTo>
                  <a:cubicBezTo>
                    <a:pt x="7520" y="16042"/>
                    <a:pt x="7797" y="16872"/>
                    <a:pt x="8321" y="17569"/>
                  </a:cubicBezTo>
                  <a:cubicBezTo>
                    <a:pt x="8393" y="17666"/>
                    <a:pt x="8503" y="17716"/>
                    <a:pt x="8613" y="17716"/>
                  </a:cubicBezTo>
                  <a:cubicBezTo>
                    <a:pt x="8690" y="17716"/>
                    <a:pt x="8766" y="17692"/>
                    <a:pt x="8832" y="17642"/>
                  </a:cubicBezTo>
                  <a:cubicBezTo>
                    <a:pt x="8994" y="17521"/>
                    <a:pt x="9025" y="17292"/>
                    <a:pt x="8904" y="17132"/>
                  </a:cubicBezTo>
                  <a:cubicBezTo>
                    <a:pt x="8476" y="16562"/>
                    <a:pt x="8249" y="15884"/>
                    <a:pt x="8249" y="15168"/>
                  </a:cubicBezTo>
                  <a:lnTo>
                    <a:pt x="8249" y="13349"/>
                  </a:lnTo>
                  <a:lnTo>
                    <a:pt x="9741" y="13349"/>
                  </a:lnTo>
                  <a:cubicBezTo>
                    <a:pt x="9910" y="14179"/>
                    <a:pt x="10645" y="14805"/>
                    <a:pt x="11525" y="14805"/>
                  </a:cubicBezTo>
                  <a:cubicBezTo>
                    <a:pt x="12404" y="14805"/>
                    <a:pt x="13139" y="14179"/>
                    <a:pt x="13308" y="13349"/>
                  </a:cubicBezTo>
                  <a:lnTo>
                    <a:pt x="14800" y="13349"/>
                  </a:lnTo>
                  <a:lnTo>
                    <a:pt x="14800" y="15168"/>
                  </a:lnTo>
                  <a:cubicBezTo>
                    <a:pt x="14800" y="15881"/>
                    <a:pt x="14573" y="16562"/>
                    <a:pt x="14145" y="17132"/>
                  </a:cubicBezTo>
                  <a:cubicBezTo>
                    <a:pt x="14024" y="17294"/>
                    <a:pt x="14057" y="17521"/>
                    <a:pt x="14218" y="17642"/>
                  </a:cubicBezTo>
                  <a:cubicBezTo>
                    <a:pt x="14283" y="17692"/>
                    <a:pt x="14360" y="17716"/>
                    <a:pt x="14437" y="17716"/>
                  </a:cubicBezTo>
                  <a:cubicBezTo>
                    <a:pt x="14546" y="17716"/>
                    <a:pt x="14657" y="17665"/>
                    <a:pt x="14728" y="17569"/>
                  </a:cubicBezTo>
                  <a:cubicBezTo>
                    <a:pt x="15252" y="16872"/>
                    <a:pt x="15528" y="16040"/>
                    <a:pt x="15528" y="15166"/>
                  </a:cubicBezTo>
                  <a:lnTo>
                    <a:pt x="15528" y="13347"/>
                  </a:lnTo>
                  <a:close/>
                  <a:moveTo>
                    <a:pt x="13466" y="19170"/>
                  </a:moveTo>
                  <a:cubicBezTo>
                    <a:pt x="13533" y="19170"/>
                    <a:pt x="13587" y="19224"/>
                    <a:pt x="13587" y="19290"/>
                  </a:cubicBezTo>
                  <a:lnTo>
                    <a:pt x="13587" y="20747"/>
                  </a:lnTo>
                  <a:cubicBezTo>
                    <a:pt x="13587" y="20814"/>
                    <a:pt x="13534" y="20868"/>
                    <a:pt x="13466" y="20868"/>
                  </a:cubicBezTo>
                  <a:lnTo>
                    <a:pt x="9585" y="20868"/>
                  </a:lnTo>
                  <a:cubicBezTo>
                    <a:pt x="9519" y="20868"/>
                    <a:pt x="9464" y="20815"/>
                    <a:pt x="9464" y="20747"/>
                  </a:cubicBezTo>
                  <a:lnTo>
                    <a:pt x="9464" y="19290"/>
                  </a:lnTo>
                  <a:cubicBezTo>
                    <a:pt x="9464" y="19225"/>
                    <a:pt x="9518" y="19170"/>
                    <a:pt x="9585" y="19170"/>
                  </a:cubicBezTo>
                  <a:close/>
                  <a:moveTo>
                    <a:pt x="16379" y="20626"/>
                  </a:moveTo>
                  <a:cubicBezTo>
                    <a:pt x="16713" y="20626"/>
                    <a:pt x="16986" y="20899"/>
                    <a:pt x="16986" y="21233"/>
                  </a:cubicBezTo>
                  <a:lnTo>
                    <a:pt x="16986" y="21718"/>
                  </a:lnTo>
                  <a:cubicBezTo>
                    <a:pt x="16986" y="22052"/>
                    <a:pt x="16713" y="22323"/>
                    <a:pt x="16379" y="22323"/>
                  </a:cubicBezTo>
                  <a:lnTo>
                    <a:pt x="6676" y="22323"/>
                  </a:lnTo>
                  <a:cubicBezTo>
                    <a:pt x="6342" y="22323"/>
                    <a:pt x="6069" y="22052"/>
                    <a:pt x="6069" y="21718"/>
                  </a:cubicBezTo>
                  <a:lnTo>
                    <a:pt x="6069" y="21233"/>
                  </a:lnTo>
                  <a:cubicBezTo>
                    <a:pt x="6069" y="20898"/>
                    <a:pt x="6342" y="20626"/>
                    <a:pt x="6676" y="20626"/>
                  </a:cubicBezTo>
                  <a:lnTo>
                    <a:pt x="8738" y="20626"/>
                  </a:lnTo>
                  <a:lnTo>
                    <a:pt x="8738" y="20747"/>
                  </a:lnTo>
                  <a:cubicBezTo>
                    <a:pt x="8738" y="21216"/>
                    <a:pt x="9117" y="21597"/>
                    <a:pt x="9586" y="21597"/>
                  </a:cubicBezTo>
                  <a:lnTo>
                    <a:pt x="13469" y="21597"/>
                  </a:lnTo>
                  <a:cubicBezTo>
                    <a:pt x="13938" y="21597"/>
                    <a:pt x="14317" y="21216"/>
                    <a:pt x="14317" y="20747"/>
                  </a:cubicBezTo>
                  <a:lnTo>
                    <a:pt x="14317" y="20626"/>
                  </a:lnTo>
                  <a:close/>
                  <a:moveTo>
                    <a:pt x="11526" y="0"/>
                  </a:moveTo>
                  <a:cubicBezTo>
                    <a:pt x="9802" y="0"/>
                    <a:pt x="8114" y="600"/>
                    <a:pt x="6775" y="1687"/>
                  </a:cubicBezTo>
                  <a:cubicBezTo>
                    <a:pt x="5435" y="2774"/>
                    <a:pt x="4503" y="4302"/>
                    <a:pt x="4148" y="5989"/>
                  </a:cubicBezTo>
                  <a:lnTo>
                    <a:pt x="3899" y="7171"/>
                  </a:lnTo>
                  <a:cubicBezTo>
                    <a:pt x="3755" y="7852"/>
                    <a:pt x="3923" y="8557"/>
                    <a:pt x="4364" y="9098"/>
                  </a:cubicBezTo>
                  <a:cubicBezTo>
                    <a:pt x="4804" y="9640"/>
                    <a:pt x="5457" y="9951"/>
                    <a:pt x="6154" y="9951"/>
                  </a:cubicBezTo>
                  <a:lnTo>
                    <a:pt x="7155" y="9951"/>
                  </a:lnTo>
                  <a:cubicBezTo>
                    <a:pt x="7631" y="11103"/>
                    <a:pt x="8552" y="12026"/>
                    <a:pt x="9707" y="12503"/>
                  </a:cubicBezTo>
                  <a:lnTo>
                    <a:pt x="9707" y="12618"/>
                  </a:lnTo>
                  <a:lnTo>
                    <a:pt x="5219" y="12618"/>
                  </a:lnTo>
                  <a:cubicBezTo>
                    <a:pt x="3947" y="12618"/>
                    <a:pt x="2913" y="13654"/>
                    <a:pt x="2913" y="14925"/>
                  </a:cubicBezTo>
                  <a:lnTo>
                    <a:pt x="2913" y="15894"/>
                  </a:lnTo>
                  <a:cubicBezTo>
                    <a:pt x="2913" y="16630"/>
                    <a:pt x="3511" y="17228"/>
                    <a:pt x="4247" y="17228"/>
                  </a:cubicBezTo>
                  <a:cubicBezTo>
                    <a:pt x="5222" y="17228"/>
                    <a:pt x="6069" y="17889"/>
                    <a:pt x="6306" y="18836"/>
                  </a:cubicBezTo>
                  <a:lnTo>
                    <a:pt x="6572" y="19902"/>
                  </a:lnTo>
                  <a:cubicBezTo>
                    <a:pt x="5884" y="19954"/>
                    <a:pt x="5340" y="20531"/>
                    <a:pt x="5340" y="21233"/>
                  </a:cubicBezTo>
                  <a:lnTo>
                    <a:pt x="5340" y="21718"/>
                  </a:lnTo>
                  <a:cubicBezTo>
                    <a:pt x="5340" y="21934"/>
                    <a:pt x="5391" y="22140"/>
                    <a:pt x="5485" y="22323"/>
                  </a:cubicBezTo>
                  <a:lnTo>
                    <a:pt x="3763" y="22323"/>
                  </a:lnTo>
                  <a:cubicBezTo>
                    <a:pt x="3561" y="22323"/>
                    <a:pt x="3397" y="22487"/>
                    <a:pt x="3397" y="22687"/>
                  </a:cubicBezTo>
                  <a:cubicBezTo>
                    <a:pt x="3397" y="22887"/>
                    <a:pt x="3561" y="23052"/>
                    <a:pt x="3763" y="23052"/>
                  </a:cubicBezTo>
                  <a:lnTo>
                    <a:pt x="18322" y="23052"/>
                  </a:lnTo>
                  <a:cubicBezTo>
                    <a:pt x="18522" y="23052"/>
                    <a:pt x="18686" y="22887"/>
                    <a:pt x="18686" y="22687"/>
                  </a:cubicBezTo>
                  <a:cubicBezTo>
                    <a:pt x="18686" y="22487"/>
                    <a:pt x="18522" y="22323"/>
                    <a:pt x="18322" y="22323"/>
                  </a:cubicBezTo>
                  <a:lnTo>
                    <a:pt x="17569" y="22323"/>
                  </a:lnTo>
                  <a:cubicBezTo>
                    <a:pt x="17661" y="22141"/>
                    <a:pt x="17714" y="21935"/>
                    <a:pt x="17714" y="21718"/>
                  </a:cubicBezTo>
                  <a:lnTo>
                    <a:pt x="17714" y="21233"/>
                  </a:lnTo>
                  <a:cubicBezTo>
                    <a:pt x="17714" y="20531"/>
                    <a:pt x="17171" y="19954"/>
                    <a:pt x="16481" y="19902"/>
                  </a:cubicBezTo>
                  <a:lnTo>
                    <a:pt x="16747" y="18836"/>
                  </a:lnTo>
                  <a:cubicBezTo>
                    <a:pt x="16983" y="17889"/>
                    <a:pt x="17832" y="17228"/>
                    <a:pt x="18806" y="17228"/>
                  </a:cubicBezTo>
                  <a:cubicBezTo>
                    <a:pt x="19541" y="17228"/>
                    <a:pt x="20141" y="16630"/>
                    <a:pt x="20141" y="15894"/>
                  </a:cubicBezTo>
                  <a:lnTo>
                    <a:pt x="20141" y="14925"/>
                  </a:lnTo>
                  <a:cubicBezTo>
                    <a:pt x="20141" y="13656"/>
                    <a:pt x="19109" y="12621"/>
                    <a:pt x="17840" y="12621"/>
                  </a:cubicBezTo>
                  <a:cubicBezTo>
                    <a:pt x="17838" y="12621"/>
                    <a:pt x="17836" y="12621"/>
                    <a:pt x="17834" y="12621"/>
                  </a:cubicBezTo>
                  <a:lnTo>
                    <a:pt x="13345" y="12621"/>
                  </a:lnTo>
                  <a:lnTo>
                    <a:pt x="13345" y="12502"/>
                  </a:lnTo>
                  <a:cubicBezTo>
                    <a:pt x="13882" y="12277"/>
                    <a:pt x="14375" y="11956"/>
                    <a:pt x="14807" y="11541"/>
                  </a:cubicBezTo>
                  <a:cubicBezTo>
                    <a:pt x="15284" y="11081"/>
                    <a:pt x="15652" y="10541"/>
                    <a:pt x="15896" y="9951"/>
                  </a:cubicBezTo>
                  <a:lnTo>
                    <a:pt x="16898" y="9951"/>
                  </a:lnTo>
                  <a:cubicBezTo>
                    <a:pt x="17597" y="9951"/>
                    <a:pt x="18248" y="9640"/>
                    <a:pt x="18688" y="9098"/>
                  </a:cubicBezTo>
                  <a:cubicBezTo>
                    <a:pt x="19128" y="8557"/>
                    <a:pt x="19298" y="7852"/>
                    <a:pt x="19155" y="7171"/>
                  </a:cubicBezTo>
                  <a:lnTo>
                    <a:pt x="18906" y="5989"/>
                  </a:lnTo>
                  <a:cubicBezTo>
                    <a:pt x="18551" y="4302"/>
                    <a:pt x="17618" y="2774"/>
                    <a:pt x="16278" y="1687"/>
                  </a:cubicBezTo>
                  <a:cubicBezTo>
                    <a:pt x="14940" y="600"/>
                    <a:pt x="13251" y="0"/>
                    <a:pt x="11526" y="0"/>
                  </a:cubicBezTo>
                  <a:close/>
                  <a:moveTo>
                    <a:pt x="366" y="22325"/>
                  </a:moveTo>
                  <a:cubicBezTo>
                    <a:pt x="164" y="22325"/>
                    <a:pt x="1" y="22488"/>
                    <a:pt x="1" y="22690"/>
                  </a:cubicBezTo>
                  <a:cubicBezTo>
                    <a:pt x="1" y="22890"/>
                    <a:pt x="164" y="23054"/>
                    <a:pt x="366" y="23054"/>
                  </a:cubicBezTo>
                  <a:lnTo>
                    <a:pt x="413" y="23054"/>
                  </a:lnTo>
                  <a:cubicBezTo>
                    <a:pt x="615" y="23054"/>
                    <a:pt x="778" y="22890"/>
                    <a:pt x="778" y="22690"/>
                  </a:cubicBezTo>
                  <a:cubicBezTo>
                    <a:pt x="778" y="22488"/>
                    <a:pt x="615" y="22325"/>
                    <a:pt x="413" y="22325"/>
                  </a:cubicBezTo>
                  <a:close/>
                  <a:moveTo>
                    <a:pt x="2259" y="22325"/>
                  </a:moveTo>
                  <a:cubicBezTo>
                    <a:pt x="2059" y="22325"/>
                    <a:pt x="1895" y="22488"/>
                    <a:pt x="1895" y="22690"/>
                  </a:cubicBezTo>
                  <a:cubicBezTo>
                    <a:pt x="1895" y="22890"/>
                    <a:pt x="2059" y="23054"/>
                    <a:pt x="2259" y="23054"/>
                  </a:cubicBezTo>
                  <a:lnTo>
                    <a:pt x="2307" y="23054"/>
                  </a:lnTo>
                  <a:cubicBezTo>
                    <a:pt x="2508" y="23054"/>
                    <a:pt x="2671" y="22890"/>
                    <a:pt x="2671" y="22690"/>
                  </a:cubicBezTo>
                  <a:cubicBezTo>
                    <a:pt x="2671" y="22488"/>
                    <a:pt x="2508" y="22325"/>
                    <a:pt x="2307" y="22325"/>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2" name="Google Shape;4412;p60"/>
          <p:cNvGrpSpPr/>
          <p:nvPr/>
        </p:nvGrpSpPr>
        <p:grpSpPr>
          <a:xfrm>
            <a:off x="3289425" y="3091913"/>
            <a:ext cx="591050" cy="576275"/>
            <a:chOff x="3289425" y="3091913"/>
            <a:chExt cx="591050" cy="576275"/>
          </a:xfrm>
        </p:grpSpPr>
        <p:sp>
          <p:nvSpPr>
            <p:cNvPr id="4413" name="Google Shape;4413;p60"/>
            <p:cNvSpPr/>
            <p:nvPr/>
          </p:nvSpPr>
          <p:spPr>
            <a:xfrm>
              <a:off x="3343725" y="3101038"/>
              <a:ext cx="436800" cy="558075"/>
            </a:xfrm>
            <a:custGeom>
              <a:rect b="b" l="l" r="r" t="t"/>
              <a:pathLst>
                <a:path extrusionOk="0" h="22323" w="17472">
                  <a:moveTo>
                    <a:pt x="0" y="1"/>
                  </a:moveTo>
                  <a:lnTo>
                    <a:pt x="0" y="5824"/>
                  </a:lnTo>
                  <a:lnTo>
                    <a:pt x="1942" y="5824"/>
                  </a:lnTo>
                  <a:lnTo>
                    <a:pt x="1942" y="9221"/>
                  </a:lnTo>
                  <a:lnTo>
                    <a:pt x="4853" y="9221"/>
                  </a:lnTo>
                  <a:cubicBezTo>
                    <a:pt x="5388" y="9221"/>
                    <a:pt x="5823" y="9654"/>
                    <a:pt x="5823" y="10190"/>
                  </a:cubicBezTo>
                  <a:cubicBezTo>
                    <a:pt x="5823" y="10726"/>
                    <a:pt x="5389" y="11161"/>
                    <a:pt x="4853" y="11161"/>
                  </a:cubicBezTo>
                  <a:lnTo>
                    <a:pt x="1942" y="11161"/>
                  </a:lnTo>
                  <a:lnTo>
                    <a:pt x="1942" y="20379"/>
                  </a:lnTo>
                  <a:cubicBezTo>
                    <a:pt x="1942" y="21452"/>
                    <a:pt x="2813" y="22322"/>
                    <a:pt x="3883" y="22322"/>
                  </a:cubicBezTo>
                  <a:lnTo>
                    <a:pt x="15529" y="22322"/>
                  </a:lnTo>
                  <a:cubicBezTo>
                    <a:pt x="16602" y="22322"/>
                    <a:pt x="17471" y="21451"/>
                    <a:pt x="17471" y="20379"/>
                  </a:cubicBezTo>
                  <a:lnTo>
                    <a:pt x="17471" y="5336"/>
                  </a:lnTo>
                  <a:lnTo>
                    <a:pt x="16015" y="5336"/>
                  </a:lnTo>
                  <a:cubicBezTo>
                    <a:pt x="15479" y="5336"/>
                    <a:pt x="15044" y="4902"/>
                    <a:pt x="15044" y="4366"/>
                  </a:cubicBezTo>
                  <a:cubicBezTo>
                    <a:pt x="15044" y="3833"/>
                    <a:pt x="15472" y="3400"/>
                    <a:pt x="16004" y="3400"/>
                  </a:cubicBezTo>
                  <a:cubicBezTo>
                    <a:pt x="16008" y="3400"/>
                    <a:pt x="16011" y="3400"/>
                    <a:pt x="16015" y="3400"/>
                  </a:cubicBezTo>
                  <a:lnTo>
                    <a:pt x="17471" y="3400"/>
                  </a:lnTo>
                  <a:lnTo>
                    <a:pt x="17471" y="1943"/>
                  </a:lnTo>
                  <a:cubicBezTo>
                    <a:pt x="17471" y="870"/>
                    <a:pt x="16600" y="1"/>
                    <a:pt x="1552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0"/>
            <p:cNvSpPr/>
            <p:nvPr/>
          </p:nvSpPr>
          <p:spPr>
            <a:xfrm>
              <a:off x="3343725" y="3101038"/>
              <a:ext cx="436800" cy="558075"/>
            </a:xfrm>
            <a:custGeom>
              <a:rect b="b" l="l" r="r" t="t"/>
              <a:pathLst>
                <a:path extrusionOk="0" h="22323" w="17472">
                  <a:moveTo>
                    <a:pt x="0" y="1"/>
                  </a:moveTo>
                  <a:lnTo>
                    <a:pt x="0" y="5824"/>
                  </a:lnTo>
                  <a:lnTo>
                    <a:pt x="1942" y="5824"/>
                  </a:lnTo>
                  <a:lnTo>
                    <a:pt x="1942" y="9221"/>
                  </a:lnTo>
                  <a:lnTo>
                    <a:pt x="4853" y="9221"/>
                  </a:lnTo>
                  <a:cubicBezTo>
                    <a:pt x="5388" y="9221"/>
                    <a:pt x="5823" y="9654"/>
                    <a:pt x="5823" y="10190"/>
                  </a:cubicBezTo>
                  <a:cubicBezTo>
                    <a:pt x="5823" y="10726"/>
                    <a:pt x="5389" y="11161"/>
                    <a:pt x="4853" y="11161"/>
                  </a:cubicBezTo>
                  <a:lnTo>
                    <a:pt x="1942" y="11161"/>
                  </a:lnTo>
                  <a:lnTo>
                    <a:pt x="1942" y="20379"/>
                  </a:lnTo>
                  <a:cubicBezTo>
                    <a:pt x="1942" y="21452"/>
                    <a:pt x="2813" y="22322"/>
                    <a:pt x="3883" y="22322"/>
                  </a:cubicBezTo>
                  <a:lnTo>
                    <a:pt x="15529" y="22322"/>
                  </a:lnTo>
                  <a:cubicBezTo>
                    <a:pt x="16602" y="22322"/>
                    <a:pt x="17471" y="21451"/>
                    <a:pt x="17471" y="20379"/>
                  </a:cubicBezTo>
                  <a:lnTo>
                    <a:pt x="17471" y="5336"/>
                  </a:lnTo>
                  <a:lnTo>
                    <a:pt x="16015" y="5336"/>
                  </a:lnTo>
                  <a:cubicBezTo>
                    <a:pt x="15479" y="5336"/>
                    <a:pt x="15044" y="4902"/>
                    <a:pt x="15044" y="4366"/>
                  </a:cubicBezTo>
                  <a:cubicBezTo>
                    <a:pt x="15044" y="3830"/>
                    <a:pt x="15476" y="3396"/>
                    <a:pt x="16009" y="3396"/>
                  </a:cubicBezTo>
                  <a:cubicBezTo>
                    <a:pt x="16010" y="3396"/>
                    <a:pt x="16011" y="3396"/>
                    <a:pt x="16012" y="3396"/>
                  </a:cubicBezTo>
                  <a:lnTo>
                    <a:pt x="17469" y="3396"/>
                  </a:lnTo>
                  <a:lnTo>
                    <a:pt x="17469" y="1939"/>
                  </a:lnTo>
                  <a:cubicBezTo>
                    <a:pt x="17469" y="1598"/>
                    <a:pt x="17382" y="1278"/>
                    <a:pt x="17227" y="1000"/>
                  </a:cubicBezTo>
                  <a:cubicBezTo>
                    <a:pt x="16808" y="1108"/>
                    <a:pt x="16499" y="1486"/>
                    <a:pt x="16499" y="1939"/>
                  </a:cubicBezTo>
                  <a:lnTo>
                    <a:pt x="16499" y="2424"/>
                  </a:lnTo>
                  <a:lnTo>
                    <a:pt x="16050" y="2424"/>
                  </a:lnTo>
                  <a:cubicBezTo>
                    <a:pt x="14989" y="2424"/>
                    <a:pt x="14098" y="3258"/>
                    <a:pt x="14072" y="4318"/>
                  </a:cubicBezTo>
                  <a:cubicBezTo>
                    <a:pt x="14047" y="5408"/>
                    <a:pt x="14928" y="6306"/>
                    <a:pt x="16012" y="6306"/>
                  </a:cubicBezTo>
                  <a:lnTo>
                    <a:pt x="16498" y="6306"/>
                  </a:lnTo>
                  <a:lnTo>
                    <a:pt x="16498" y="20381"/>
                  </a:lnTo>
                  <a:cubicBezTo>
                    <a:pt x="16498" y="20917"/>
                    <a:pt x="16065" y="21351"/>
                    <a:pt x="15527" y="21351"/>
                  </a:cubicBezTo>
                  <a:lnTo>
                    <a:pt x="3881" y="21351"/>
                  </a:lnTo>
                  <a:cubicBezTo>
                    <a:pt x="3347" y="21351"/>
                    <a:pt x="2912" y="20918"/>
                    <a:pt x="2912" y="20381"/>
                  </a:cubicBezTo>
                  <a:lnTo>
                    <a:pt x="2912" y="12133"/>
                  </a:lnTo>
                  <a:lnTo>
                    <a:pt x="4816" y="12133"/>
                  </a:lnTo>
                  <a:cubicBezTo>
                    <a:pt x="5877" y="12133"/>
                    <a:pt x="6768" y="11299"/>
                    <a:pt x="6793" y="10238"/>
                  </a:cubicBezTo>
                  <a:cubicBezTo>
                    <a:pt x="6820" y="9148"/>
                    <a:pt x="5939" y="8250"/>
                    <a:pt x="4853" y="8250"/>
                  </a:cubicBezTo>
                  <a:lnTo>
                    <a:pt x="2912" y="8250"/>
                  </a:lnTo>
                  <a:lnTo>
                    <a:pt x="2912" y="5824"/>
                  </a:lnTo>
                  <a:lnTo>
                    <a:pt x="2912" y="1943"/>
                  </a:lnTo>
                  <a:cubicBezTo>
                    <a:pt x="2912" y="870"/>
                    <a:pt x="2041" y="1"/>
                    <a:pt x="9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0"/>
            <p:cNvSpPr/>
            <p:nvPr/>
          </p:nvSpPr>
          <p:spPr>
            <a:xfrm>
              <a:off x="3295225" y="3100938"/>
              <a:ext cx="97075" cy="145625"/>
            </a:xfrm>
            <a:custGeom>
              <a:rect b="b" l="l" r="r" t="t"/>
              <a:pathLst>
                <a:path extrusionOk="0" h="5825" w="3883">
                  <a:moveTo>
                    <a:pt x="1932" y="0"/>
                  </a:moveTo>
                  <a:cubicBezTo>
                    <a:pt x="866" y="0"/>
                    <a:pt x="1" y="864"/>
                    <a:pt x="1" y="1930"/>
                  </a:cubicBezTo>
                  <a:lnTo>
                    <a:pt x="1" y="5824"/>
                  </a:lnTo>
                  <a:lnTo>
                    <a:pt x="3882" y="5824"/>
                  </a:lnTo>
                  <a:lnTo>
                    <a:pt x="3883" y="1930"/>
                  </a:lnTo>
                  <a:cubicBezTo>
                    <a:pt x="3883" y="864"/>
                    <a:pt x="3018" y="0"/>
                    <a:pt x="19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0"/>
            <p:cNvSpPr/>
            <p:nvPr/>
          </p:nvSpPr>
          <p:spPr>
            <a:xfrm>
              <a:off x="3325500" y="3100963"/>
              <a:ext cx="66775" cy="145600"/>
            </a:xfrm>
            <a:custGeom>
              <a:rect b="b" l="l" r="r" t="t"/>
              <a:pathLst>
                <a:path extrusionOk="0" h="5824" w="2671">
                  <a:moveTo>
                    <a:pt x="729" y="1"/>
                  </a:moveTo>
                  <a:cubicBezTo>
                    <a:pt x="472" y="1"/>
                    <a:pt x="226" y="52"/>
                    <a:pt x="0" y="143"/>
                  </a:cubicBezTo>
                  <a:cubicBezTo>
                    <a:pt x="711" y="430"/>
                    <a:pt x="1214" y="1126"/>
                    <a:pt x="1214" y="1942"/>
                  </a:cubicBezTo>
                  <a:lnTo>
                    <a:pt x="1214" y="5823"/>
                  </a:lnTo>
                  <a:lnTo>
                    <a:pt x="2671" y="5823"/>
                  </a:lnTo>
                  <a:lnTo>
                    <a:pt x="2671" y="1942"/>
                  </a:lnTo>
                  <a:cubicBezTo>
                    <a:pt x="2671" y="869"/>
                    <a:pt x="1802" y="1"/>
                    <a:pt x="7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0"/>
            <p:cNvSpPr/>
            <p:nvPr/>
          </p:nvSpPr>
          <p:spPr>
            <a:xfrm>
              <a:off x="3682325" y="3302438"/>
              <a:ext cx="191275" cy="288200"/>
            </a:xfrm>
            <a:custGeom>
              <a:rect b="b" l="l" r="r" t="t"/>
              <a:pathLst>
                <a:path extrusionOk="0" h="11528" w="7651">
                  <a:moveTo>
                    <a:pt x="4456" y="0"/>
                  </a:moveTo>
                  <a:cubicBezTo>
                    <a:pt x="4090" y="0"/>
                    <a:pt x="3739" y="208"/>
                    <a:pt x="3575" y="558"/>
                  </a:cubicBezTo>
                  <a:lnTo>
                    <a:pt x="908" y="6281"/>
                  </a:lnTo>
                  <a:cubicBezTo>
                    <a:pt x="1" y="8222"/>
                    <a:pt x="841" y="10530"/>
                    <a:pt x="2785" y="11435"/>
                  </a:cubicBezTo>
                  <a:cubicBezTo>
                    <a:pt x="2918" y="11498"/>
                    <a:pt x="3058" y="11527"/>
                    <a:pt x="3196" y="11527"/>
                  </a:cubicBezTo>
                  <a:cubicBezTo>
                    <a:pt x="3562" y="11527"/>
                    <a:pt x="3912" y="11320"/>
                    <a:pt x="4077" y="10966"/>
                  </a:cubicBezTo>
                  <a:lnTo>
                    <a:pt x="6744" y="5246"/>
                  </a:lnTo>
                  <a:cubicBezTo>
                    <a:pt x="7651" y="3305"/>
                    <a:pt x="6809" y="997"/>
                    <a:pt x="4867" y="92"/>
                  </a:cubicBezTo>
                  <a:cubicBezTo>
                    <a:pt x="4734" y="30"/>
                    <a:pt x="4594" y="0"/>
                    <a:pt x="44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0"/>
            <p:cNvSpPr/>
            <p:nvPr/>
          </p:nvSpPr>
          <p:spPr>
            <a:xfrm>
              <a:off x="3717300" y="3302438"/>
              <a:ext cx="156225" cy="288225"/>
            </a:xfrm>
            <a:custGeom>
              <a:rect b="b" l="l" r="r" t="t"/>
              <a:pathLst>
                <a:path extrusionOk="0" h="11529" w="6249">
                  <a:moveTo>
                    <a:pt x="3058" y="0"/>
                  </a:moveTo>
                  <a:cubicBezTo>
                    <a:pt x="2893" y="0"/>
                    <a:pt x="2730" y="43"/>
                    <a:pt x="2587" y="122"/>
                  </a:cubicBezTo>
                  <a:cubicBezTo>
                    <a:pt x="3481" y="1237"/>
                    <a:pt x="3722" y="2808"/>
                    <a:pt x="3077" y="4192"/>
                  </a:cubicBezTo>
                  <a:lnTo>
                    <a:pt x="411" y="9909"/>
                  </a:lnTo>
                  <a:cubicBezTo>
                    <a:pt x="320" y="10104"/>
                    <a:pt x="174" y="10253"/>
                    <a:pt x="0" y="10348"/>
                  </a:cubicBezTo>
                  <a:cubicBezTo>
                    <a:pt x="361" y="10800"/>
                    <a:pt x="827" y="11177"/>
                    <a:pt x="1387" y="11437"/>
                  </a:cubicBezTo>
                  <a:cubicBezTo>
                    <a:pt x="1520" y="11499"/>
                    <a:pt x="1660" y="11529"/>
                    <a:pt x="1798" y="11529"/>
                  </a:cubicBezTo>
                  <a:cubicBezTo>
                    <a:pt x="2162" y="11529"/>
                    <a:pt x="2513" y="11321"/>
                    <a:pt x="2678" y="10969"/>
                  </a:cubicBezTo>
                  <a:lnTo>
                    <a:pt x="5344" y="5251"/>
                  </a:lnTo>
                  <a:cubicBezTo>
                    <a:pt x="6249" y="3306"/>
                    <a:pt x="5409" y="997"/>
                    <a:pt x="3466" y="91"/>
                  </a:cubicBezTo>
                  <a:cubicBezTo>
                    <a:pt x="3334" y="29"/>
                    <a:pt x="3195" y="0"/>
                    <a:pt x="30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0"/>
            <p:cNvSpPr/>
            <p:nvPr/>
          </p:nvSpPr>
          <p:spPr>
            <a:xfrm>
              <a:off x="3289425" y="3091913"/>
              <a:ext cx="591050" cy="576275"/>
            </a:xfrm>
            <a:custGeom>
              <a:rect b="b" l="l" r="r" t="t"/>
              <a:pathLst>
                <a:path extrusionOk="0" h="23051" w="23642">
                  <a:moveTo>
                    <a:pt x="6676" y="4366"/>
                  </a:moveTo>
                  <a:cubicBezTo>
                    <a:pt x="6474" y="4366"/>
                    <a:pt x="6311" y="4530"/>
                    <a:pt x="6311" y="4731"/>
                  </a:cubicBezTo>
                  <a:cubicBezTo>
                    <a:pt x="6311" y="4932"/>
                    <a:pt x="6474" y="5095"/>
                    <a:pt x="6676" y="5095"/>
                  </a:cubicBezTo>
                  <a:lnTo>
                    <a:pt x="12498" y="5095"/>
                  </a:lnTo>
                  <a:cubicBezTo>
                    <a:pt x="12699" y="5095"/>
                    <a:pt x="12862" y="4932"/>
                    <a:pt x="12862" y="4731"/>
                  </a:cubicBezTo>
                  <a:cubicBezTo>
                    <a:pt x="12862" y="4530"/>
                    <a:pt x="12699" y="4366"/>
                    <a:pt x="12498" y="4366"/>
                  </a:cubicBezTo>
                  <a:close/>
                  <a:moveTo>
                    <a:pt x="13955" y="4366"/>
                  </a:moveTo>
                  <a:cubicBezTo>
                    <a:pt x="13754" y="4366"/>
                    <a:pt x="13591" y="4530"/>
                    <a:pt x="13591" y="4731"/>
                  </a:cubicBezTo>
                  <a:cubicBezTo>
                    <a:pt x="13591" y="4932"/>
                    <a:pt x="13754" y="5095"/>
                    <a:pt x="13955" y="5095"/>
                  </a:cubicBezTo>
                  <a:lnTo>
                    <a:pt x="14003" y="5095"/>
                  </a:lnTo>
                  <a:cubicBezTo>
                    <a:pt x="14203" y="5095"/>
                    <a:pt x="14367" y="4932"/>
                    <a:pt x="14367" y="4731"/>
                  </a:cubicBezTo>
                  <a:cubicBezTo>
                    <a:pt x="14367" y="4530"/>
                    <a:pt x="14203" y="4366"/>
                    <a:pt x="14003" y="4366"/>
                  </a:cubicBezTo>
                  <a:close/>
                  <a:moveTo>
                    <a:pt x="9635" y="7278"/>
                  </a:moveTo>
                  <a:cubicBezTo>
                    <a:pt x="9434" y="7278"/>
                    <a:pt x="9271" y="7441"/>
                    <a:pt x="9271" y="7642"/>
                  </a:cubicBezTo>
                  <a:cubicBezTo>
                    <a:pt x="9271" y="7844"/>
                    <a:pt x="9434" y="8007"/>
                    <a:pt x="9635" y="8007"/>
                  </a:cubicBezTo>
                  <a:lnTo>
                    <a:pt x="13469" y="8007"/>
                  </a:lnTo>
                  <a:cubicBezTo>
                    <a:pt x="13669" y="8007"/>
                    <a:pt x="13833" y="7844"/>
                    <a:pt x="13833" y="7642"/>
                  </a:cubicBezTo>
                  <a:cubicBezTo>
                    <a:pt x="13833" y="7441"/>
                    <a:pt x="13669" y="7278"/>
                    <a:pt x="13469" y="7278"/>
                  </a:cubicBezTo>
                  <a:close/>
                  <a:moveTo>
                    <a:pt x="10557" y="10190"/>
                  </a:moveTo>
                  <a:cubicBezTo>
                    <a:pt x="10357" y="10190"/>
                    <a:pt x="10193" y="10353"/>
                    <a:pt x="10193" y="10554"/>
                  </a:cubicBezTo>
                  <a:cubicBezTo>
                    <a:pt x="10193" y="10754"/>
                    <a:pt x="10357" y="10917"/>
                    <a:pt x="10557" y="10917"/>
                  </a:cubicBezTo>
                  <a:lnTo>
                    <a:pt x="10605" y="10917"/>
                  </a:lnTo>
                  <a:cubicBezTo>
                    <a:pt x="10806" y="10917"/>
                    <a:pt x="10969" y="10754"/>
                    <a:pt x="10969" y="10554"/>
                  </a:cubicBezTo>
                  <a:cubicBezTo>
                    <a:pt x="10969" y="10353"/>
                    <a:pt x="10806" y="10190"/>
                    <a:pt x="10605" y="10190"/>
                  </a:cubicBezTo>
                  <a:close/>
                  <a:moveTo>
                    <a:pt x="12062" y="10190"/>
                  </a:moveTo>
                  <a:cubicBezTo>
                    <a:pt x="11860" y="10190"/>
                    <a:pt x="11697" y="10353"/>
                    <a:pt x="11697" y="10554"/>
                  </a:cubicBezTo>
                  <a:cubicBezTo>
                    <a:pt x="11697" y="10754"/>
                    <a:pt x="11860" y="10917"/>
                    <a:pt x="12062" y="10917"/>
                  </a:cubicBezTo>
                  <a:lnTo>
                    <a:pt x="15895" y="10917"/>
                  </a:lnTo>
                  <a:cubicBezTo>
                    <a:pt x="16095" y="10917"/>
                    <a:pt x="16258" y="10754"/>
                    <a:pt x="16258" y="10554"/>
                  </a:cubicBezTo>
                  <a:cubicBezTo>
                    <a:pt x="16258" y="10353"/>
                    <a:pt x="16095" y="10190"/>
                    <a:pt x="15895" y="10190"/>
                  </a:cubicBezTo>
                  <a:close/>
                  <a:moveTo>
                    <a:pt x="20535" y="11594"/>
                  </a:moveTo>
                  <a:cubicBezTo>
                    <a:pt x="20397" y="11594"/>
                    <a:pt x="20267" y="11671"/>
                    <a:pt x="20205" y="11804"/>
                  </a:cubicBezTo>
                  <a:lnTo>
                    <a:pt x="20183" y="11848"/>
                  </a:lnTo>
                  <a:cubicBezTo>
                    <a:pt x="20098" y="12032"/>
                    <a:pt x="20178" y="12246"/>
                    <a:pt x="20358" y="12331"/>
                  </a:cubicBezTo>
                  <a:cubicBezTo>
                    <a:pt x="20408" y="12356"/>
                    <a:pt x="20462" y="12366"/>
                    <a:pt x="20513" y="12366"/>
                  </a:cubicBezTo>
                  <a:cubicBezTo>
                    <a:pt x="20650" y="12366"/>
                    <a:pt x="20782" y="12287"/>
                    <a:pt x="20844" y="12155"/>
                  </a:cubicBezTo>
                  <a:lnTo>
                    <a:pt x="20866" y="12111"/>
                  </a:lnTo>
                  <a:cubicBezTo>
                    <a:pt x="20951" y="11931"/>
                    <a:pt x="20873" y="11713"/>
                    <a:pt x="20689" y="11628"/>
                  </a:cubicBezTo>
                  <a:cubicBezTo>
                    <a:pt x="20639" y="11605"/>
                    <a:pt x="20586" y="11594"/>
                    <a:pt x="20535" y="11594"/>
                  </a:cubicBezTo>
                  <a:close/>
                  <a:moveTo>
                    <a:pt x="9635" y="13102"/>
                  </a:moveTo>
                  <a:cubicBezTo>
                    <a:pt x="9434" y="13102"/>
                    <a:pt x="9271" y="13265"/>
                    <a:pt x="9271" y="13466"/>
                  </a:cubicBezTo>
                  <a:cubicBezTo>
                    <a:pt x="9271" y="13666"/>
                    <a:pt x="9434" y="13829"/>
                    <a:pt x="9635" y="13829"/>
                  </a:cubicBezTo>
                  <a:lnTo>
                    <a:pt x="13469" y="13829"/>
                  </a:lnTo>
                  <a:cubicBezTo>
                    <a:pt x="13669" y="13829"/>
                    <a:pt x="13833" y="13666"/>
                    <a:pt x="13833" y="13466"/>
                  </a:cubicBezTo>
                  <a:cubicBezTo>
                    <a:pt x="13833" y="13265"/>
                    <a:pt x="13669" y="13102"/>
                    <a:pt x="13469" y="13102"/>
                  </a:cubicBezTo>
                  <a:close/>
                  <a:moveTo>
                    <a:pt x="6676" y="16012"/>
                  </a:moveTo>
                  <a:cubicBezTo>
                    <a:pt x="6473" y="16012"/>
                    <a:pt x="6311" y="16176"/>
                    <a:pt x="6311" y="16376"/>
                  </a:cubicBezTo>
                  <a:cubicBezTo>
                    <a:pt x="6311" y="16578"/>
                    <a:pt x="6474" y="16741"/>
                    <a:pt x="6676" y="16741"/>
                  </a:cubicBezTo>
                  <a:lnTo>
                    <a:pt x="12498" y="16741"/>
                  </a:lnTo>
                  <a:cubicBezTo>
                    <a:pt x="12699" y="16741"/>
                    <a:pt x="12862" y="16578"/>
                    <a:pt x="12862" y="16376"/>
                  </a:cubicBezTo>
                  <a:cubicBezTo>
                    <a:pt x="12862" y="16176"/>
                    <a:pt x="12699" y="16012"/>
                    <a:pt x="12498" y="16012"/>
                  </a:cubicBezTo>
                  <a:close/>
                  <a:moveTo>
                    <a:pt x="13953" y="16012"/>
                  </a:moveTo>
                  <a:cubicBezTo>
                    <a:pt x="13753" y="16012"/>
                    <a:pt x="13590" y="16176"/>
                    <a:pt x="13590" y="16376"/>
                  </a:cubicBezTo>
                  <a:cubicBezTo>
                    <a:pt x="13590" y="16578"/>
                    <a:pt x="13753" y="16741"/>
                    <a:pt x="13953" y="16741"/>
                  </a:cubicBezTo>
                  <a:lnTo>
                    <a:pt x="14002" y="16741"/>
                  </a:lnTo>
                  <a:cubicBezTo>
                    <a:pt x="14202" y="16741"/>
                    <a:pt x="14365" y="16578"/>
                    <a:pt x="14365" y="16376"/>
                  </a:cubicBezTo>
                  <a:cubicBezTo>
                    <a:pt x="14365" y="16176"/>
                    <a:pt x="14202" y="16012"/>
                    <a:pt x="14002" y="16012"/>
                  </a:cubicBezTo>
                  <a:close/>
                  <a:moveTo>
                    <a:pt x="10071" y="18924"/>
                  </a:moveTo>
                  <a:cubicBezTo>
                    <a:pt x="9870" y="18924"/>
                    <a:pt x="9707" y="19087"/>
                    <a:pt x="9707" y="19288"/>
                  </a:cubicBezTo>
                  <a:cubicBezTo>
                    <a:pt x="9707" y="19490"/>
                    <a:pt x="9870" y="19653"/>
                    <a:pt x="10071" y="19653"/>
                  </a:cubicBezTo>
                  <a:lnTo>
                    <a:pt x="13031" y="19653"/>
                  </a:lnTo>
                  <a:cubicBezTo>
                    <a:pt x="13231" y="19653"/>
                    <a:pt x="13395" y="19490"/>
                    <a:pt x="13395" y="19288"/>
                  </a:cubicBezTo>
                  <a:cubicBezTo>
                    <a:pt x="13395" y="19087"/>
                    <a:pt x="13234" y="18924"/>
                    <a:pt x="13031" y="18924"/>
                  </a:cubicBezTo>
                  <a:close/>
                  <a:moveTo>
                    <a:pt x="20038" y="8978"/>
                  </a:moveTo>
                  <a:cubicBezTo>
                    <a:pt x="20125" y="8978"/>
                    <a:pt x="20211" y="8997"/>
                    <a:pt x="20293" y="9034"/>
                  </a:cubicBezTo>
                  <a:cubicBezTo>
                    <a:pt x="22049" y="9854"/>
                    <a:pt x="22814" y="11948"/>
                    <a:pt x="21995" y="13706"/>
                  </a:cubicBezTo>
                  <a:lnTo>
                    <a:pt x="19328" y="19428"/>
                  </a:lnTo>
                  <a:cubicBezTo>
                    <a:pt x="19258" y="19576"/>
                    <a:pt x="19139" y="19689"/>
                    <a:pt x="18985" y="19743"/>
                  </a:cubicBezTo>
                  <a:cubicBezTo>
                    <a:pt x="18918" y="19768"/>
                    <a:pt x="18847" y="19781"/>
                    <a:pt x="18776" y="19781"/>
                  </a:cubicBezTo>
                  <a:cubicBezTo>
                    <a:pt x="18690" y="19781"/>
                    <a:pt x="18603" y="19762"/>
                    <a:pt x="18522" y="19724"/>
                  </a:cubicBezTo>
                  <a:cubicBezTo>
                    <a:pt x="18177" y="19562"/>
                    <a:pt x="17871" y="19352"/>
                    <a:pt x="17607" y="19106"/>
                  </a:cubicBezTo>
                  <a:lnTo>
                    <a:pt x="20250" y="13436"/>
                  </a:lnTo>
                  <a:cubicBezTo>
                    <a:pt x="20336" y="13254"/>
                    <a:pt x="20257" y="13038"/>
                    <a:pt x="20074" y="12952"/>
                  </a:cubicBezTo>
                  <a:cubicBezTo>
                    <a:pt x="20024" y="12929"/>
                    <a:pt x="19971" y="12918"/>
                    <a:pt x="19920" y="12918"/>
                  </a:cubicBezTo>
                  <a:cubicBezTo>
                    <a:pt x="19783" y="12918"/>
                    <a:pt x="19651" y="12995"/>
                    <a:pt x="19589" y="13127"/>
                  </a:cubicBezTo>
                  <a:lnTo>
                    <a:pt x="17087" y="18495"/>
                  </a:lnTo>
                  <a:cubicBezTo>
                    <a:pt x="16426" y="17504"/>
                    <a:pt x="16280" y="16204"/>
                    <a:pt x="16818" y="15051"/>
                  </a:cubicBezTo>
                  <a:lnTo>
                    <a:pt x="19486" y="9330"/>
                  </a:lnTo>
                  <a:cubicBezTo>
                    <a:pt x="19555" y="9182"/>
                    <a:pt x="19676" y="9070"/>
                    <a:pt x="19830" y="9016"/>
                  </a:cubicBezTo>
                  <a:cubicBezTo>
                    <a:pt x="19897" y="8990"/>
                    <a:pt x="19968" y="8978"/>
                    <a:pt x="20038" y="8978"/>
                  </a:cubicBezTo>
                  <a:close/>
                  <a:moveTo>
                    <a:pt x="2307" y="0"/>
                  </a:moveTo>
                  <a:cubicBezTo>
                    <a:pt x="1035" y="0"/>
                    <a:pt x="1" y="1035"/>
                    <a:pt x="1" y="2306"/>
                  </a:cubicBezTo>
                  <a:lnTo>
                    <a:pt x="1" y="6187"/>
                  </a:lnTo>
                  <a:cubicBezTo>
                    <a:pt x="1" y="6388"/>
                    <a:pt x="164" y="6552"/>
                    <a:pt x="366" y="6552"/>
                  </a:cubicBezTo>
                  <a:lnTo>
                    <a:pt x="2792" y="6552"/>
                  </a:lnTo>
                  <a:cubicBezTo>
                    <a:pt x="2992" y="6552"/>
                    <a:pt x="3156" y="6388"/>
                    <a:pt x="3156" y="6187"/>
                  </a:cubicBezTo>
                  <a:cubicBezTo>
                    <a:pt x="3156" y="5986"/>
                    <a:pt x="2992" y="5823"/>
                    <a:pt x="2792" y="5823"/>
                  </a:cubicBezTo>
                  <a:lnTo>
                    <a:pt x="730" y="5823"/>
                  </a:lnTo>
                  <a:lnTo>
                    <a:pt x="730" y="2304"/>
                  </a:lnTo>
                  <a:cubicBezTo>
                    <a:pt x="730" y="1433"/>
                    <a:pt x="1436" y="727"/>
                    <a:pt x="2307" y="727"/>
                  </a:cubicBezTo>
                  <a:cubicBezTo>
                    <a:pt x="3177" y="727"/>
                    <a:pt x="3885" y="1433"/>
                    <a:pt x="3885" y="2304"/>
                  </a:cubicBezTo>
                  <a:lnTo>
                    <a:pt x="3885" y="9583"/>
                  </a:lnTo>
                  <a:cubicBezTo>
                    <a:pt x="3885" y="9785"/>
                    <a:pt x="4048" y="9948"/>
                    <a:pt x="4249" y="9948"/>
                  </a:cubicBezTo>
                  <a:lnTo>
                    <a:pt x="7160" y="9948"/>
                  </a:lnTo>
                  <a:cubicBezTo>
                    <a:pt x="7494" y="9948"/>
                    <a:pt x="7766" y="10220"/>
                    <a:pt x="7766" y="10554"/>
                  </a:cubicBezTo>
                  <a:cubicBezTo>
                    <a:pt x="7766" y="10888"/>
                    <a:pt x="7494" y="11159"/>
                    <a:pt x="7160" y="11159"/>
                  </a:cubicBezTo>
                  <a:lnTo>
                    <a:pt x="4249" y="11159"/>
                  </a:lnTo>
                  <a:cubicBezTo>
                    <a:pt x="4048" y="11159"/>
                    <a:pt x="3885" y="11322"/>
                    <a:pt x="3885" y="11524"/>
                  </a:cubicBezTo>
                  <a:lnTo>
                    <a:pt x="3885" y="20743"/>
                  </a:lnTo>
                  <a:cubicBezTo>
                    <a:pt x="3885" y="22015"/>
                    <a:pt x="4918" y="23049"/>
                    <a:pt x="6190" y="23049"/>
                  </a:cubicBezTo>
                  <a:lnTo>
                    <a:pt x="12498" y="23049"/>
                  </a:lnTo>
                  <a:cubicBezTo>
                    <a:pt x="12699" y="23049"/>
                    <a:pt x="12862" y="22886"/>
                    <a:pt x="12862" y="22684"/>
                  </a:cubicBezTo>
                  <a:cubicBezTo>
                    <a:pt x="12862" y="22486"/>
                    <a:pt x="12701" y="22325"/>
                    <a:pt x="12502" y="22325"/>
                  </a:cubicBezTo>
                  <a:cubicBezTo>
                    <a:pt x="12500" y="22325"/>
                    <a:pt x="12498" y="22325"/>
                    <a:pt x="12497" y="22325"/>
                  </a:cubicBezTo>
                  <a:lnTo>
                    <a:pt x="6188" y="22325"/>
                  </a:lnTo>
                  <a:cubicBezTo>
                    <a:pt x="5319" y="22325"/>
                    <a:pt x="4611" y="21617"/>
                    <a:pt x="4611" y="20747"/>
                  </a:cubicBezTo>
                  <a:lnTo>
                    <a:pt x="4611" y="11889"/>
                  </a:lnTo>
                  <a:lnTo>
                    <a:pt x="7159" y="11889"/>
                  </a:lnTo>
                  <a:cubicBezTo>
                    <a:pt x="7894" y="11889"/>
                    <a:pt x="8492" y="11291"/>
                    <a:pt x="8492" y="10555"/>
                  </a:cubicBezTo>
                  <a:cubicBezTo>
                    <a:pt x="8492" y="9820"/>
                    <a:pt x="7894" y="9221"/>
                    <a:pt x="7159" y="9221"/>
                  </a:cubicBezTo>
                  <a:lnTo>
                    <a:pt x="4611" y="9221"/>
                  </a:lnTo>
                  <a:lnTo>
                    <a:pt x="4611" y="2306"/>
                  </a:lnTo>
                  <a:cubicBezTo>
                    <a:pt x="4611" y="1696"/>
                    <a:pt x="4371" y="1140"/>
                    <a:pt x="3984" y="728"/>
                  </a:cubicBezTo>
                  <a:lnTo>
                    <a:pt x="17833" y="728"/>
                  </a:lnTo>
                  <a:cubicBezTo>
                    <a:pt x="18703" y="728"/>
                    <a:pt x="19410" y="1436"/>
                    <a:pt x="19410" y="2306"/>
                  </a:cubicBezTo>
                  <a:lnTo>
                    <a:pt x="19410" y="3398"/>
                  </a:lnTo>
                  <a:lnTo>
                    <a:pt x="18319" y="3398"/>
                  </a:lnTo>
                  <a:cubicBezTo>
                    <a:pt x="17584" y="3398"/>
                    <a:pt x="16986" y="3997"/>
                    <a:pt x="16986" y="4733"/>
                  </a:cubicBezTo>
                  <a:cubicBezTo>
                    <a:pt x="16986" y="5468"/>
                    <a:pt x="17586" y="6066"/>
                    <a:pt x="18322" y="6066"/>
                  </a:cubicBezTo>
                  <a:lnTo>
                    <a:pt x="19412" y="6066"/>
                  </a:lnTo>
                  <a:lnTo>
                    <a:pt x="19412" y="7159"/>
                  </a:lnTo>
                  <a:cubicBezTo>
                    <a:pt x="19412" y="7359"/>
                    <a:pt x="19575" y="7522"/>
                    <a:pt x="19776" y="7522"/>
                  </a:cubicBezTo>
                  <a:cubicBezTo>
                    <a:pt x="19977" y="7522"/>
                    <a:pt x="20141" y="7359"/>
                    <a:pt x="20141" y="7159"/>
                  </a:cubicBezTo>
                  <a:lnTo>
                    <a:pt x="20141" y="5702"/>
                  </a:lnTo>
                  <a:cubicBezTo>
                    <a:pt x="20141" y="5502"/>
                    <a:pt x="19977" y="5338"/>
                    <a:pt x="19776" y="5338"/>
                  </a:cubicBezTo>
                  <a:lnTo>
                    <a:pt x="18319" y="5338"/>
                  </a:lnTo>
                  <a:cubicBezTo>
                    <a:pt x="17985" y="5338"/>
                    <a:pt x="17714" y="5067"/>
                    <a:pt x="17714" y="4733"/>
                  </a:cubicBezTo>
                  <a:cubicBezTo>
                    <a:pt x="17714" y="4399"/>
                    <a:pt x="17985" y="4126"/>
                    <a:pt x="18319" y="4126"/>
                  </a:cubicBezTo>
                  <a:lnTo>
                    <a:pt x="19776" y="4126"/>
                  </a:lnTo>
                  <a:cubicBezTo>
                    <a:pt x="19977" y="4126"/>
                    <a:pt x="20141" y="3963"/>
                    <a:pt x="20141" y="3762"/>
                  </a:cubicBezTo>
                  <a:lnTo>
                    <a:pt x="20141" y="2306"/>
                  </a:lnTo>
                  <a:cubicBezTo>
                    <a:pt x="20141" y="1034"/>
                    <a:pt x="19106" y="0"/>
                    <a:pt x="17834" y="0"/>
                  </a:cubicBezTo>
                  <a:close/>
                  <a:moveTo>
                    <a:pt x="20036" y="8248"/>
                  </a:moveTo>
                  <a:cubicBezTo>
                    <a:pt x="19881" y="8248"/>
                    <a:pt x="19726" y="8275"/>
                    <a:pt x="19577" y="8330"/>
                  </a:cubicBezTo>
                  <a:cubicBezTo>
                    <a:pt x="19243" y="8452"/>
                    <a:pt x="18976" y="8698"/>
                    <a:pt x="18823" y="9020"/>
                  </a:cubicBezTo>
                  <a:lnTo>
                    <a:pt x="16156" y="14742"/>
                  </a:lnTo>
                  <a:cubicBezTo>
                    <a:pt x="15441" y="16272"/>
                    <a:pt x="15724" y="18016"/>
                    <a:pt x="16734" y="19239"/>
                  </a:cubicBezTo>
                  <a:lnTo>
                    <a:pt x="15298" y="22322"/>
                  </a:lnTo>
                  <a:lnTo>
                    <a:pt x="13952" y="22322"/>
                  </a:lnTo>
                  <a:cubicBezTo>
                    <a:pt x="13750" y="22322"/>
                    <a:pt x="13587" y="22485"/>
                    <a:pt x="13587" y="22686"/>
                  </a:cubicBezTo>
                  <a:cubicBezTo>
                    <a:pt x="13587" y="22887"/>
                    <a:pt x="13750" y="23051"/>
                    <a:pt x="13952" y="23051"/>
                  </a:cubicBezTo>
                  <a:lnTo>
                    <a:pt x="18805" y="23051"/>
                  </a:lnTo>
                  <a:cubicBezTo>
                    <a:pt x="19005" y="23051"/>
                    <a:pt x="19169" y="22887"/>
                    <a:pt x="19169" y="22686"/>
                  </a:cubicBezTo>
                  <a:cubicBezTo>
                    <a:pt x="19169" y="22485"/>
                    <a:pt x="19005" y="22322"/>
                    <a:pt x="18805" y="22322"/>
                  </a:cubicBezTo>
                  <a:lnTo>
                    <a:pt x="16102" y="22322"/>
                  </a:lnTo>
                  <a:lnTo>
                    <a:pt x="17284" y="19791"/>
                  </a:lnTo>
                  <a:cubicBezTo>
                    <a:pt x="17559" y="20021"/>
                    <a:pt x="17870" y="20220"/>
                    <a:pt x="18211" y="20381"/>
                  </a:cubicBezTo>
                  <a:cubicBezTo>
                    <a:pt x="18393" y="20464"/>
                    <a:pt x="18585" y="20507"/>
                    <a:pt x="18777" y="20507"/>
                  </a:cubicBezTo>
                  <a:cubicBezTo>
                    <a:pt x="18930" y="20507"/>
                    <a:pt x="19085" y="20480"/>
                    <a:pt x="19234" y="20425"/>
                  </a:cubicBezTo>
                  <a:cubicBezTo>
                    <a:pt x="19568" y="20302"/>
                    <a:pt x="19837" y="20057"/>
                    <a:pt x="19987" y="19734"/>
                  </a:cubicBezTo>
                  <a:lnTo>
                    <a:pt x="22653" y="14013"/>
                  </a:lnTo>
                  <a:cubicBezTo>
                    <a:pt x="23641" y="11894"/>
                    <a:pt x="22719" y="9363"/>
                    <a:pt x="20598" y="8374"/>
                  </a:cubicBezTo>
                  <a:cubicBezTo>
                    <a:pt x="20420" y="8290"/>
                    <a:pt x="20228" y="8248"/>
                    <a:pt x="20036" y="8248"/>
                  </a:cubicBezTo>
                  <a:close/>
                  <a:moveTo>
                    <a:pt x="20263" y="22322"/>
                  </a:moveTo>
                  <a:cubicBezTo>
                    <a:pt x="20063" y="22322"/>
                    <a:pt x="19899" y="22485"/>
                    <a:pt x="19899" y="22687"/>
                  </a:cubicBezTo>
                  <a:cubicBezTo>
                    <a:pt x="19899" y="22887"/>
                    <a:pt x="20063" y="23051"/>
                    <a:pt x="20263" y="23051"/>
                  </a:cubicBezTo>
                  <a:lnTo>
                    <a:pt x="20311" y="23051"/>
                  </a:lnTo>
                  <a:cubicBezTo>
                    <a:pt x="20512" y="23051"/>
                    <a:pt x="20675" y="22887"/>
                    <a:pt x="20675" y="22687"/>
                  </a:cubicBezTo>
                  <a:cubicBezTo>
                    <a:pt x="20675" y="22484"/>
                    <a:pt x="20512" y="22322"/>
                    <a:pt x="20311" y="22322"/>
                  </a:cubicBezTo>
                  <a:close/>
                  <a:moveTo>
                    <a:pt x="22639" y="22322"/>
                  </a:moveTo>
                  <a:cubicBezTo>
                    <a:pt x="22439" y="22322"/>
                    <a:pt x="22275" y="22485"/>
                    <a:pt x="22275" y="22687"/>
                  </a:cubicBezTo>
                  <a:cubicBezTo>
                    <a:pt x="22275" y="22887"/>
                    <a:pt x="22439" y="23051"/>
                    <a:pt x="22639" y="23051"/>
                  </a:cubicBezTo>
                  <a:lnTo>
                    <a:pt x="22687" y="23051"/>
                  </a:lnTo>
                  <a:cubicBezTo>
                    <a:pt x="22888" y="23051"/>
                    <a:pt x="23051" y="22887"/>
                    <a:pt x="23051" y="22687"/>
                  </a:cubicBezTo>
                  <a:cubicBezTo>
                    <a:pt x="23054" y="22484"/>
                    <a:pt x="22891" y="22322"/>
                    <a:pt x="22687" y="22322"/>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4420" name="Google Shape;4420;p60"/>
          <p:cNvCxnSpPr>
            <a:stCxn id="4349" idx="2"/>
            <a:endCxn id="4379" idx="0"/>
          </p:cNvCxnSpPr>
          <p:nvPr/>
        </p:nvCxnSpPr>
        <p:spPr>
          <a:xfrm>
            <a:off x="1610850" y="2571700"/>
            <a:ext cx="0" cy="265500"/>
          </a:xfrm>
          <a:prstGeom prst="straightConnector1">
            <a:avLst/>
          </a:prstGeom>
          <a:noFill/>
          <a:ln cap="flat" cmpd="sng" w="9525">
            <a:solidFill>
              <a:srgbClr val="000000"/>
            </a:solidFill>
            <a:prstDash val="solid"/>
            <a:round/>
            <a:headEnd len="med" w="med" type="none"/>
            <a:tailEnd len="med" w="med" type="none"/>
          </a:ln>
        </p:spPr>
      </p:cxnSp>
      <p:cxnSp>
        <p:nvCxnSpPr>
          <p:cNvPr id="4421" name="Google Shape;4421;p60"/>
          <p:cNvCxnSpPr>
            <a:stCxn id="4352" idx="2"/>
            <a:endCxn id="4382" idx="0"/>
          </p:cNvCxnSpPr>
          <p:nvPr/>
        </p:nvCxnSpPr>
        <p:spPr>
          <a:xfrm>
            <a:off x="3584950" y="2571700"/>
            <a:ext cx="0" cy="265500"/>
          </a:xfrm>
          <a:prstGeom prst="straightConnector1">
            <a:avLst/>
          </a:prstGeom>
          <a:noFill/>
          <a:ln cap="flat" cmpd="sng" w="9525">
            <a:solidFill>
              <a:srgbClr val="000000"/>
            </a:solidFill>
            <a:prstDash val="solid"/>
            <a:round/>
            <a:headEnd len="med" w="med" type="none"/>
            <a:tailEnd len="med" w="med" type="none"/>
          </a:ln>
        </p:spPr>
      </p:cxnSp>
      <p:cxnSp>
        <p:nvCxnSpPr>
          <p:cNvPr id="4422" name="Google Shape;4422;p60"/>
          <p:cNvCxnSpPr>
            <a:stCxn id="4354" idx="2"/>
            <a:endCxn id="4381" idx="0"/>
          </p:cNvCxnSpPr>
          <p:nvPr/>
        </p:nvCxnSpPr>
        <p:spPr>
          <a:xfrm>
            <a:off x="5559050" y="2571700"/>
            <a:ext cx="0" cy="265500"/>
          </a:xfrm>
          <a:prstGeom prst="straightConnector1">
            <a:avLst/>
          </a:prstGeom>
          <a:noFill/>
          <a:ln cap="flat" cmpd="sng" w="9525">
            <a:solidFill>
              <a:srgbClr val="000000"/>
            </a:solidFill>
            <a:prstDash val="solid"/>
            <a:round/>
            <a:headEnd len="med" w="med" type="none"/>
            <a:tailEnd len="med" w="med" type="none"/>
          </a:ln>
        </p:spPr>
      </p:cxnSp>
      <p:cxnSp>
        <p:nvCxnSpPr>
          <p:cNvPr id="4423" name="Google Shape;4423;p60"/>
          <p:cNvCxnSpPr>
            <a:stCxn id="4356" idx="2"/>
            <a:endCxn id="4380" idx="0"/>
          </p:cNvCxnSpPr>
          <p:nvPr/>
        </p:nvCxnSpPr>
        <p:spPr>
          <a:xfrm>
            <a:off x="7533150" y="2571700"/>
            <a:ext cx="0" cy="265500"/>
          </a:xfrm>
          <a:prstGeom prst="straightConnector1">
            <a:avLst/>
          </a:prstGeom>
          <a:noFill/>
          <a:ln cap="flat" cmpd="sng" w="9525">
            <a:solidFill>
              <a:srgbClr val="000000"/>
            </a:solidFill>
            <a:prstDash val="solid"/>
            <a:round/>
            <a:headEnd len="med" w="med" type="none"/>
            <a:tailEnd len="med" w="med" type="none"/>
          </a:ln>
        </p:spPr>
      </p:cxnSp>
      <p:grpSp>
        <p:nvGrpSpPr>
          <p:cNvPr id="4424" name="Google Shape;4424;p60"/>
          <p:cNvGrpSpPr/>
          <p:nvPr/>
        </p:nvGrpSpPr>
        <p:grpSpPr>
          <a:xfrm>
            <a:off x="2272475" y="4107650"/>
            <a:ext cx="1134950" cy="991675"/>
            <a:chOff x="2272475" y="4107650"/>
            <a:chExt cx="1134950" cy="991675"/>
          </a:xfrm>
        </p:grpSpPr>
        <p:sp>
          <p:nvSpPr>
            <p:cNvPr id="4425" name="Google Shape;4425;p60"/>
            <p:cNvSpPr/>
            <p:nvPr/>
          </p:nvSpPr>
          <p:spPr>
            <a:xfrm>
              <a:off x="2273675" y="4118925"/>
              <a:ext cx="1133750" cy="979825"/>
            </a:xfrm>
            <a:custGeom>
              <a:rect b="b" l="l" r="r" t="t"/>
              <a:pathLst>
                <a:path extrusionOk="0" h="39193" w="45350">
                  <a:moveTo>
                    <a:pt x="24257" y="6929"/>
                  </a:moveTo>
                  <a:cubicBezTo>
                    <a:pt x="26536" y="6929"/>
                    <a:pt x="28838" y="7608"/>
                    <a:pt x="30844" y="9020"/>
                  </a:cubicBezTo>
                  <a:cubicBezTo>
                    <a:pt x="36019" y="12663"/>
                    <a:pt x="37260" y="19813"/>
                    <a:pt x="33617" y="24987"/>
                  </a:cubicBezTo>
                  <a:lnTo>
                    <a:pt x="25488" y="19263"/>
                  </a:lnTo>
                  <a:cubicBezTo>
                    <a:pt x="25738" y="18607"/>
                    <a:pt x="25527" y="17843"/>
                    <a:pt x="24930" y="17421"/>
                  </a:cubicBezTo>
                  <a:cubicBezTo>
                    <a:pt x="24656" y="17229"/>
                    <a:pt x="24343" y="17137"/>
                    <a:pt x="24032" y="17137"/>
                  </a:cubicBezTo>
                  <a:cubicBezTo>
                    <a:pt x="23662" y="17137"/>
                    <a:pt x="23296" y="17268"/>
                    <a:pt x="23005" y="17516"/>
                  </a:cubicBezTo>
                  <a:lnTo>
                    <a:pt x="14876" y="11792"/>
                  </a:lnTo>
                  <a:cubicBezTo>
                    <a:pt x="17108" y="8623"/>
                    <a:pt x="20654" y="6929"/>
                    <a:pt x="24257" y="6929"/>
                  </a:cubicBezTo>
                  <a:close/>
                  <a:moveTo>
                    <a:pt x="23804" y="1"/>
                  </a:moveTo>
                  <a:cubicBezTo>
                    <a:pt x="17950" y="1"/>
                    <a:pt x="12186" y="2693"/>
                    <a:pt x="8464" y="7738"/>
                  </a:cubicBezTo>
                  <a:lnTo>
                    <a:pt x="4993" y="5293"/>
                  </a:lnTo>
                  <a:lnTo>
                    <a:pt x="1" y="12385"/>
                  </a:lnTo>
                  <a:lnTo>
                    <a:pt x="38071" y="39192"/>
                  </a:lnTo>
                  <a:lnTo>
                    <a:pt x="43064" y="32102"/>
                  </a:lnTo>
                  <a:lnTo>
                    <a:pt x="39592" y="29659"/>
                  </a:lnTo>
                  <a:cubicBezTo>
                    <a:pt x="45349" y="21090"/>
                    <a:pt x="43232" y="9448"/>
                    <a:pt x="34749" y="3474"/>
                  </a:cubicBezTo>
                  <a:cubicBezTo>
                    <a:pt x="31416" y="1128"/>
                    <a:pt x="27591" y="1"/>
                    <a:pt x="238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0"/>
            <p:cNvSpPr/>
            <p:nvPr/>
          </p:nvSpPr>
          <p:spPr>
            <a:xfrm>
              <a:off x="2291650" y="4107650"/>
              <a:ext cx="1093150" cy="987675"/>
            </a:xfrm>
            <a:custGeom>
              <a:rect b="b" l="l" r="r" t="t"/>
              <a:pathLst>
                <a:path extrusionOk="0" h="39507" w="43726">
                  <a:moveTo>
                    <a:pt x="24423" y="7249"/>
                  </a:moveTo>
                  <a:cubicBezTo>
                    <a:pt x="26671" y="7249"/>
                    <a:pt x="28941" y="7916"/>
                    <a:pt x="30915" y="9306"/>
                  </a:cubicBezTo>
                  <a:cubicBezTo>
                    <a:pt x="35967" y="12864"/>
                    <a:pt x="37216" y="19844"/>
                    <a:pt x="33737" y="24929"/>
                  </a:cubicBezTo>
                  <a:lnTo>
                    <a:pt x="25831" y="19363"/>
                  </a:lnTo>
                  <a:cubicBezTo>
                    <a:pt x="26045" y="18652"/>
                    <a:pt x="25787" y="17881"/>
                    <a:pt x="25178" y="17455"/>
                  </a:cubicBezTo>
                  <a:cubicBezTo>
                    <a:pt x="24880" y="17245"/>
                    <a:pt x="24535" y="17141"/>
                    <a:pt x="24189" y="17141"/>
                  </a:cubicBezTo>
                  <a:cubicBezTo>
                    <a:pt x="23827" y="17141"/>
                    <a:pt x="23465" y="17255"/>
                    <a:pt x="23161" y="17481"/>
                  </a:cubicBezTo>
                  <a:lnTo>
                    <a:pt x="15255" y="11914"/>
                  </a:lnTo>
                  <a:cubicBezTo>
                    <a:pt x="17458" y="8873"/>
                    <a:pt x="20914" y="7249"/>
                    <a:pt x="24423" y="7249"/>
                  </a:cubicBezTo>
                  <a:close/>
                  <a:moveTo>
                    <a:pt x="24423" y="6937"/>
                  </a:moveTo>
                  <a:cubicBezTo>
                    <a:pt x="20769" y="6937"/>
                    <a:pt x="17170" y="8652"/>
                    <a:pt x="14910" y="11860"/>
                  </a:cubicBezTo>
                  <a:cubicBezTo>
                    <a:pt x="14886" y="11894"/>
                    <a:pt x="14878" y="11935"/>
                    <a:pt x="14885" y="11977"/>
                  </a:cubicBezTo>
                  <a:cubicBezTo>
                    <a:pt x="14892" y="12018"/>
                    <a:pt x="14915" y="12054"/>
                    <a:pt x="14949" y="12077"/>
                  </a:cubicBezTo>
                  <a:lnTo>
                    <a:pt x="23078" y="17801"/>
                  </a:lnTo>
                  <a:cubicBezTo>
                    <a:pt x="23104" y="17820"/>
                    <a:pt x="23135" y="17829"/>
                    <a:pt x="23166" y="17829"/>
                  </a:cubicBezTo>
                  <a:cubicBezTo>
                    <a:pt x="23202" y="17829"/>
                    <a:pt x="23238" y="17817"/>
                    <a:pt x="23266" y="17792"/>
                  </a:cubicBezTo>
                  <a:cubicBezTo>
                    <a:pt x="23531" y="17565"/>
                    <a:pt x="23860" y="17450"/>
                    <a:pt x="24189" y="17450"/>
                  </a:cubicBezTo>
                  <a:cubicBezTo>
                    <a:pt x="24472" y="17450"/>
                    <a:pt x="24756" y="17535"/>
                    <a:pt x="24999" y="17706"/>
                  </a:cubicBezTo>
                  <a:cubicBezTo>
                    <a:pt x="25527" y="18075"/>
                    <a:pt x="25734" y="18760"/>
                    <a:pt x="25504" y="19365"/>
                  </a:cubicBezTo>
                  <a:cubicBezTo>
                    <a:pt x="25478" y="19431"/>
                    <a:pt x="25499" y="19507"/>
                    <a:pt x="25558" y="19548"/>
                  </a:cubicBezTo>
                  <a:lnTo>
                    <a:pt x="33687" y="25272"/>
                  </a:lnTo>
                  <a:cubicBezTo>
                    <a:pt x="33714" y="25292"/>
                    <a:pt x="33744" y="25301"/>
                    <a:pt x="33777" y="25301"/>
                  </a:cubicBezTo>
                  <a:cubicBezTo>
                    <a:pt x="33785" y="25301"/>
                    <a:pt x="33794" y="25301"/>
                    <a:pt x="33802" y="25299"/>
                  </a:cubicBezTo>
                  <a:cubicBezTo>
                    <a:pt x="33844" y="25292"/>
                    <a:pt x="33880" y="25268"/>
                    <a:pt x="33902" y="25235"/>
                  </a:cubicBezTo>
                  <a:cubicBezTo>
                    <a:pt x="37589" y="19997"/>
                    <a:pt x="36330" y="12740"/>
                    <a:pt x="31093" y="9051"/>
                  </a:cubicBezTo>
                  <a:cubicBezTo>
                    <a:pt x="29065" y="7623"/>
                    <a:pt x="26733" y="6937"/>
                    <a:pt x="24423" y="6937"/>
                  </a:cubicBezTo>
                  <a:close/>
                  <a:moveTo>
                    <a:pt x="23980" y="313"/>
                  </a:moveTo>
                  <a:cubicBezTo>
                    <a:pt x="27841" y="313"/>
                    <a:pt x="31605" y="1496"/>
                    <a:pt x="34821" y="3761"/>
                  </a:cubicBezTo>
                  <a:cubicBezTo>
                    <a:pt x="38886" y="6625"/>
                    <a:pt x="41618" y="10892"/>
                    <a:pt x="42518" y="15780"/>
                  </a:cubicBezTo>
                  <a:cubicBezTo>
                    <a:pt x="43417" y="20663"/>
                    <a:pt x="42388" y="25616"/>
                    <a:pt x="39623" y="29731"/>
                  </a:cubicBezTo>
                  <a:cubicBezTo>
                    <a:pt x="39578" y="29802"/>
                    <a:pt x="39593" y="29896"/>
                    <a:pt x="39663" y="29944"/>
                  </a:cubicBezTo>
                  <a:lnTo>
                    <a:pt x="43007" y="32298"/>
                  </a:lnTo>
                  <a:lnTo>
                    <a:pt x="38193" y="39135"/>
                  </a:lnTo>
                  <a:lnTo>
                    <a:pt x="378" y="12506"/>
                  </a:lnTo>
                  <a:lnTo>
                    <a:pt x="5193" y="5669"/>
                  </a:lnTo>
                  <a:lnTo>
                    <a:pt x="8536" y="8022"/>
                  </a:lnTo>
                  <a:cubicBezTo>
                    <a:pt x="8563" y="8041"/>
                    <a:pt x="8595" y="8051"/>
                    <a:pt x="8626" y="8051"/>
                  </a:cubicBezTo>
                  <a:cubicBezTo>
                    <a:pt x="8674" y="8051"/>
                    <a:pt x="8721" y="8029"/>
                    <a:pt x="8751" y="7989"/>
                  </a:cubicBezTo>
                  <a:cubicBezTo>
                    <a:pt x="11694" y="3998"/>
                    <a:pt x="16012" y="1362"/>
                    <a:pt x="20910" y="562"/>
                  </a:cubicBezTo>
                  <a:cubicBezTo>
                    <a:pt x="21935" y="395"/>
                    <a:pt x="22961" y="313"/>
                    <a:pt x="23980" y="313"/>
                  </a:cubicBezTo>
                  <a:close/>
                  <a:moveTo>
                    <a:pt x="23979" y="1"/>
                  </a:moveTo>
                  <a:cubicBezTo>
                    <a:pt x="22943" y="1"/>
                    <a:pt x="21899" y="85"/>
                    <a:pt x="20857" y="255"/>
                  </a:cubicBezTo>
                  <a:cubicBezTo>
                    <a:pt x="15931" y="1058"/>
                    <a:pt x="11578" y="3693"/>
                    <a:pt x="8589" y="7680"/>
                  </a:cubicBezTo>
                  <a:lnTo>
                    <a:pt x="5243" y="5323"/>
                  </a:lnTo>
                  <a:cubicBezTo>
                    <a:pt x="5217" y="5305"/>
                    <a:pt x="5186" y="5296"/>
                    <a:pt x="5154" y="5296"/>
                  </a:cubicBezTo>
                  <a:cubicBezTo>
                    <a:pt x="5145" y="5296"/>
                    <a:pt x="5135" y="5297"/>
                    <a:pt x="5126" y="5299"/>
                  </a:cubicBezTo>
                  <a:cubicBezTo>
                    <a:pt x="5086" y="5306"/>
                    <a:pt x="5050" y="5329"/>
                    <a:pt x="5026" y="5363"/>
                  </a:cubicBezTo>
                  <a:lnTo>
                    <a:pt x="32" y="12454"/>
                  </a:lnTo>
                  <a:cubicBezTo>
                    <a:pt x="9" y="12487"/>
                    <a:pt x="1" y="12528"/>
                    <a:pt x="8" y="12570"/>
                  </a:cubicBezTo>
                  <a:cubicBezTo>
                    <a:pt x="15" y="12611"/>
                    <a:pt x="38" y="12647"/>
                    <a:pt x="72" y="12670"/>
                  </a:cubicBezTo>
                  <a:lnTo>
                    <a:pt x="38142" y="39478"/>
                  </a:lnTo>
                  <a:cubicBezTo>
                    <a:pt x="38167" y="39498"/>
                    <a:pt x="38199" y="39506"/>
                    <a:pt x="38230" y="39506"/>
                  </a:cubicBezTo>
                  <a:lnTo>
                    <a:pt x="38259" y="39506"/>
                  </a:lnTo>
                  <a:cubicBezTo>
                    <a:pt x="38300" y="39499"/>
                    <a:pt x="38336" y="39476"/>
                    <a:pt x="38359" y="39442"/>
                  </a:cubicBezTo>
                  <a:lnTo>
                    <a:pt x="43351" y="32352"/>
                  </a:lnTo>
                  <a:cubicBezTo>
                    <a:pt x="43374" y="32318"/>
                    <a:pt x="43383" y="32276"/>
                    <a:pt x="43376" y="32235"/>
                  </a:cubicBezTo>
                  <a:cubicBezTo>
                    <a:pt x="43368" y="32195"/>
                    <a:pt x="43346" y="32159"/>
                    <a:pt x="43311" y="32135"/>
                  </a:cubicBezTo>
                  <a:lnTo>
                    <a:pt x="39965" y="29777"/>
                  </a:lnTo>
                  <a:cubicBezTo>
                    <a:pt x="42711" y="25619"/>
                    <a:pt x="43726" y="20636"/>
                    <a:pt x="42823" y="15723"/>
                  </a:cubicBezTo>
                  <a:cubicBezTo>
                    <a:pt x="41908" y="10755"/>
                    <a:pt x="39129" y="6414"/>
                    <a:pt x="34998" y="3505"/>
                  </a:cubicBezTo>
                  <a:cubicBezTo>
                    <a:pt x="31729" y="1204"/>
                    <a:pt x="27904" y="1"/>
                    <a:pt x="239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0"/>
            <p:cNvSpPr/>
            <p:nvPr/>
          </p:nvSpPr>
          <p:spPr>
            <a:xfrm>
              <a:off x="2272475" y="4400200"/>
              <a:ext cx="972275" cy="698650"/>
            </a:xfrm>
            <a:custGeom>
              <a:rect b="b" l="l" r="r" t="t"/>
              <a:pathLst>
                <a:path extrusionOk="0" h="27946" w="38891">
                  <a:moveTo>
                    <a:pt x="778" y="1"/>
                  </a:moveTo>
                  <a:lnTo>
                    <a:pt x="0" y="1105"/>
                  </a:lnTo>
                  <a:lnTo>
                    <a:pt x="38113" y="27946"/>
                  </a:lnTo>
                  <a:lnTo>
                    <a:pt x="38890" y="26842"/>
                  </a:lnTo>
                  <a:lnTo>
                    <a:pt x="7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0"/>
            <p:cNvSpPr/>
            <p:nvPr/>
          </p:nvSpPr>
          <p:spPr>
            <a:xfrm>
              <a:off x="2276875" y="4384600"/>
              <a:ext cx="40850" cy="53200"/>
            </a:xfrm>
            <a:custGeom>
              <a:rect b="b" l="l" r="r" t="t"/>
              <a:pathLst>
                <a:path extrusionOk="0" h="2128" w="1634">
                  <a:moveTo>
                    <a:pt x="1456" y="1"/>
                  </a:moveTo>
                  <a:cubicBezTo>
                    <a:pt x="1408" y="1"/>
                    <a:pt x="1359" y="23"/>
                    <a:pt x="1329" y="66"/>
                  </a:cubicBezTo>
                  <a:lnTo>
                    <a:pt x="50" y="1882"/>
                  </a:lnTo>
                  <a:cubicBezTo>
                    <a:pt x="0" y="1952"/>
                    <a:pt x="19" y="2049"/>
                    <a:pt x="87" y="2099"/>
                  </a:cubicBezTo>
                  <a:cubicBezTo>
                    <a:pt x="114" y="2119"/>
                    <a:pt x="147" y="2128"/>
                    <a:pt x="177" y="2128"/>
                  </a:cubicBezTo>
                  <a:cubicBezTo>
                    <a:pt x="226" y="2128"/>
                    <a:pt x="273" y="2105"/>
                    <a:pt x="304" y="2061"/>
                  </a:cubicBezTo>
                  <a:lnTo>
                    <a:pt x="1583" y="245"/>
                  </a:lnTo>
                  <a:cubicBezTo>
                    <a:pt x="1633" y="174"/>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0"/>
            <p:cNvSpPr/>
            <p:nvPr/>
          </p:nvSpPr>
          <p:spPr>
            <a:xfrm>
              <a:off x="2327025" y="4419900"/>
              <a:ext cx="40800" cy="53150"/>
            </a:xfrm>
            <a:custGeom>
              <a:rect b="b" l="l" r="r" t="t"/>
              <a:pathLst>
                <a:path extrusionOk="0" h="2126" w="1632">
                  <a:moveTo>
                    <a:pt x="1456" y="0"/>
                  </a:moveTo>
                  <a:cubicBezTo>
                    <a:pt x="1408" y="0"/>
                    <a:pt x="1360" y="23"/>
                    <a:pt x="1329" y="66"/>
                  </a:cubicBezTo>
                  <a:lnTo>
                    <a:pt x="50" y="1882"/>
                  </a:lnTo>
                  <a:cubicBezTo>
                    <a:pt x="0" y="1952"/>
                    <a:pt x="17" y="2047"/>
                    <a:pt x="87" y="2097"/>
                  </a:cubicBezTo>
                  <a:cubicBezTo>
                    <a:pt x="114" y="2117"/>
                    <a:pt x="146" y="2126"/>
                    <a:pt x="177" y="2126"/>
                  </a:cubicBezTo>
                  <a:cubicBezTo>
                    <a:pt x="224" y="2126"/>
                    <a:pt x="273" y="2105"/>
                    <a:pt x="303" y="2060"/>
                  </a:cubicBezTo>
                  <a:lnTo>
                    <a:pt x="1582" y="244"/>
                  </a:lnTo>
                  <a:cubicBezTo>
                    <a:pt x="1632" y="174"/>
                    <a:pt x="1615" y="77"/>
                    <a:pt x="1545" y="27"/>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0"/>
            <p:cNvSpPr/>
            <p:nvPr/>
          </p:nvSpPr>
          <p:spPr>
            <a:xfrm>
              <a:off x="2293575" y="4413825"/>
              <a:ext cx="28525" cy="35700"/>
            </a:xfrm>
            <a:custGeom>
              <a:rect b="b" l="l" r="r" t="t"/>
              <a:pathLst>
                <a:path extrusionOk="0" h="1428" w="1141">
                  <a:moveTo>
                    <a:pt x="966" y="0"/>
                  </a:moveTo>
                  <a:cubicBezTo>
                    <a:pt x="917" y="0"/>
                    <a:pt x="869" y="23"/>
                    <a:pt x="838" y="66"/>
                  </a:cubicBezTo>
                  <a:lnTo>
                    <a:pt x="51" y="1183"/>
                  </a:lnTo>
                  <a:cubicBezTo>
                    <a:pt x="1" y="1253"/>
                    <a:pt x="18" y="1350"/>
                    <a:pt x="88" y="1399"/>
                  </a:cubicBezTo>
                  <a:cubicBezTo>
                    <a:pt x="115" y="1419"/>
                    <a:pt x="147" y="1427"/>
                    <a:pt x="177" y="1427"/>
                  </a:cubicBezTo>
                  <a:cubicBezTo>
                    <a:pt x="227" y="1427"/>
                    <a:pt x="274" y="1404"/>
                    <a:pt x="304" y="1362"/>
                  </a:cubicBezTo>
                  <a:lnTo>
                    <a:pt x="1091" y="244"/>
                  </a:lnTo>
                  <a:cubicBezTo>
                    <a:pt x="1141" y="174"/>
                    <a:pt x="1124" y="77"/>
                    <a:pt x="1054" y="27"/>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0"/>
            <p:cNvSpPr/>
            <p:nvPr/>
          </p:nvSpPr>
          <p:spPr>
            <a:xfrm>
              <a:off x="2308825" y="4424575"/>
              <a:ext cx="28575" cy="35725"/>
            </a:xfrm>
            <a:custGeom>
              <a:rect b="b" l="l" r="r" t="t"/>
              <a:pathLst>
                <a:path extrusionOk="0" h="1429" w="1143">
                  <a:moveTo>
                    <a:pt x="966" y="1"/>
                  </a:moveTo>
                  <a:cubicBezTo>
                    <a:pt x="917" y="1"/>
                    <a:pt x="869" y="23"/>
                    <a:pt x="838" y="66"/>
                  </a:cubicBezTo>
                  <a:lnTo>
                    <a:pt x="51" y="1183"/>
                  </a:lnTo>
                  <a:cubicBezTo>
                    <a:pt x="1" y="1253"/>
                    <a:pt x="19" y="1350"/>
                    <a:pt x="88" y="1400"/>
                  </a:cubicBezTo>
                  <a:cubicBezTo>
                    <a:pt x="115" y="1420"/>
                    <a:pt x="148" y="1429"/>
                    <a:pt x="178" y="1429"/>
                  </a:cubicBezTo>
                  <a:cubicBezTo>
                    <a:pt x="227" y="1429"/>
                    <a:pt x="274" y="1406"/>
                    <a:pt x="305" y="1362"/>
                  </a:cubicBezTo>
                  <a:lnTo>
                    <a:pt x="1093" y="244"/>
                  </a:lnTo>
                  <a:cubicBezTo>
                    <a:pt x="1143" y="174"/>
                    <a:pt x="1124" y="79"/>
                    <a:pt x="1055" y="29"/>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0"/>
            <p:cNvSpPr/>
            <p:nvPr/>
          </p:nvSpPr>
          <p:spPr>
            <a:xfrm>
              <a:off x="2376375" y="4454725"/>
              <a:ext cx="40850" cy="53175"/>
            </a:xfrm>
            <a:custGeom>
              <a:rect b="b" l="l" r="r" t="t"/>
              <a:pathLst>
                <a:path extrusionOk="0" h="2127" w="1634">
                  <a:moveTo>
                    <a:pt x="1458" y="0"/>
                  </a:moveTo>
                  <a:cubicBezTo>
                    <a:pt x="1409" y="0"/>
                    <a:pt x="1360" y="23"/>
                    <a:pt x="1330" y="66"/>
                  </a:cubicBezTo>
                  <a:lnTo>
                    <a:pt x="51" y="1882"/>
                  </a:lnTo>
                  <a:cubicBezTo>
                    <a:pt x="1" y="1952"/>
                    <a:pt x="19" y="2047"/>
                    <a:pt x="89" y="2097"/>
                  </a:cubicBezTo>
                  <a:cubicBezTo>
                    <a:pt x="115" y="2117"/>
                    <a:pt x="148" y="2126"/>
                    <a:pt x="178" y="2126"/>
                  </a:cubicBezTo>
                  <a:cubicBezTo>
                    <a:pt x="227" y="2126"/>
                    <a:pt x="275" y="2103"/>
                    <a:pt x="305" y="2060"/>
                  </a:cubicBezTo>
                  <a:lnTo>
                    <a:pt x="1584" y="244"/>
                  </a:lnTo>
                  <a:cubicBezTo>
                    <a:pt x="1634" y="174"/>
                    <a:pt x="1615" y="77"/>
                    <a:pt x="1547" y="27"/>
                  </a:cubicBezTo>
                  <a:cubicBezTo>
                    <a:pt x="1520" y="9"/>
                    <a:pt x="1489" y="0"/>
                    <a:pt x="145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0"/>
            <p:cNvSpPr/>
            <p:nvPr/>
          </p:nvSpPr>
          <p:spPr>
            <a:xfrm>
              <a:off x="2342975" y="4448625"/>
              <a:ext cx="28575" cy="35725"/>
            </a:xfrm>
            <a:custGeom>
              <a:rect b="b" l="l" r="r" t="t"/>
              <a:pathLst>
                <a:path extrusionOk="0" h="1429" w="1143">
                  <a:moveTo>
                    <a:pt x="966" y="1"/>
                  </a:moveTo>
                  <a:cubicBezTo>
                    <a:pt x="918" y="1"/>
                    <a:pt x="870" y="23"/>
                    <a:pt x="840" y="67"/>
                  </a:cubicBezTo>
                  <a:lnTo>
                    <a:pt x="51" y="1184"/>
                  </a:lnTo>
                  <a:cubicBezTo>
                    <a:pt x="1" y="1254"/>
                    <a:pt x="19" y="1351"/>
                    <a:pt x="89" y="1400"/>
                  </a:cubicBezTo>
                  <a:cubicBezTo>
                    <a:pt x="115" y="1420"/>
                    <a:pt x="148" y="1428"/>
                    <a:pt x="178" y="1428"/>
                  </a:cubicBezTo>
                  <a:cubicBezTo>
                    <a:pt x="227" y="1428"/>
                    <a:pt x="275" y="1406"/>
                    <a:pt x="305" y="1363"/>
                  </a:cubicBezTo>
                  <a:lnTo>
                    <a:pt x="1092" y="245"/>
                  </a:lnTo>
                  <a:cubicBezTo>
                    <a:pt x="1142" y="175"/>
                    <a:pt x="1125" y="78"/>
                    <a:pt x="1055"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0"/>
            <p:cNvSpPr/>
            <p:nvPr/>
          </p:nvSpPr>
          <p:spPr>
            <a:xfrm>
              <a:off x="2358225" y="4459350"/>
              <a:ext cx="28550" cy="35725"/>
            </a:xfrm>
            <a:custGeom>
              <a:rect b="b" l="l" r="r" t="t"/>
              <a:pathLst>
                <a:path extrusionOk="0" h="1429" w="1142">
                  <a:moveTo>
                    <a:pt x="966" y="1"/>
                  </a:moveTo>
                  <a:cubicBezTo>
                    <a:pt x="917" y="1"/>
                    <a:pt x="869" y="23"/>
                    <a:pt x="838" y="66"/>
                  </a:cubicBezTo>
                  <a:lnTo>
                    <a:pt x="51" y="1184"/>
                  </a:lnTo>
                  <a:cubicBezTo>
                    <a:pt x="1" y="1254"/>
                    <a:pt x="18" y="1351"/>
                    <a:pt x="88" y="1400"/>
                  </a:cubicBezTo>
                  <a:cubicBezTo>
                    <a:pt x="115" y="1420"/>
                    <a:pt x="147" y="1428"/>
                    <a:pt x="177" y="1428"/>
                  </a:cubicBezTo>
                  <a:cubicBezTo>
                    <a:pt x="225" y="1428"/>
                    <a:pt x="274" y="1405"/>
                    <a:pt x="304" y="1362"/>
                  </a:cubicBezTo>
                  <a:lnTo>
                    <a:pt x="1091" y="245"/>
                  </a:lnTo>
                  <a:cubicBezTo>
                    <a:pt x="1141" y="175"/>
                    <a:pt x="1124" y="78"/>
                    <a:pt x="1054" y="28"/>
                  </a:cubicBezTo>
                  <a:cubicBezTo>
                    <a:pt x="1027" y="10"/>
                    <a:pt x="996"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0"/>
            <p:cNvSpPr/>
            <p:nvPr/>
          </p:nvSpPr>
          <p:spPr>
            <a:xfrm>
              <a:off x="2425825" y="4489500"/>
              <a:ext cx="40850" cy="53175"/>
            </a:xfrm>
            <a:custGeom>
              <a:rect b="b" l="l" r="r" t="t"/>
              <a:pathLst>
                <a:path extrusionOk="0" h="2127" w="1634">
                  <a:moveTo>
                    <a:pt x="1457" y="0"/>
                  </a:moveTo>
                  <a:cubicBezTo>
                    <a:pt x="1408" y="0"/>
                    <a:pt x="1360" y="23"/>
                    <a:pt x="1329" y="65"/>
                  </a:cubicBezTo>
                  <a:lnTo>
                    <a:pt x="50" y="1882"/>
                  </a:lnTo>
                  <a:cubicBezTo>
                    <a:pt x="0" y="1951"/>
                    <a:pt x="19" y="2048"/>
                    <a:pt x="87" y="2098"/>
                  </a:cubicBezTo>
                  <a:cubicBezTo>
                    <a:pt x="115" y="2118"/>
                    <a:pt x="147" y="2127"/>
                    <a:pt x="177" y="2127"/>
                  </a:cubicBezTo>
                  <a:cubicBezTo>
                    <a:pt x="226" y="2127"/>
                    <a:pt x="273" y="2104"/>
                    <a:pt x="305" y="2061"/>
                  </a:cubicBezTo>
                  <a:lnTo>
                    <a:pt x="1583" y="244"/>
                  </a:lnTo>
                  <a:cubicBezTo>
                    <a:pt x="1633" y="175"/>
                    <a:pt x="1615" y="78"/>
                    <a:pt x="1545" y="28"/>
                  </a:cubicBezTo>
                  <a:cubicBezTo>
                    <a:pt x="1518"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0"/>
            <p:cNvSpPr/>
            <p:nvPr/>
          </p:nvSpPr>
          <p:spPr>
            <a:xfrm>
              <a:off x="2392375" y="4483425"/>
              <a:ext cx="28575" cy="35725"/>
            </a:xfrm>
            <a:custGeom>
              <a:rect b="b" l="l" r="r" t="t"/>
              <a:pathLst>
                <a:path extrusionOk="0" h="1429" w="1143">
                  <a:moveTo>
                    <a:pt x="966" y="1"/>
                  </a:moveTo>
                  <a:cubicBezTo>
                    <a:pt x="918" y="1"/>
                    <a:pt x="869" y="23"/>
                    <a:pt x="838" y="66"/>
                  </a:cubicBezTo>
                  <a:lnTo>
                    <a:pt x="51" y="1184"/>
                  </a:lnTo>
                  <a:cubicBezTo>
                    <a:pt x="1" y="1254"/>
                    <a:pt x="18" y="1350"/>
                    <a:pt x="88" y="1400"/>
                  </a:cubicBezTo>
                  <a:cubicBezTo>
                    <a:pt x="115" y="1420"/>
                    <a:pt x="147" y="1428"/>
                    <a:pt x="178" y="1428"/>
                  </a:cubicBezTo>
                  <a:cubicBezTo>
                    <a:pt x="225" y="1428"/>
                    <a:pt x="274" y="1405"/>
                    <a:pt x="304" y="1362"/>
                  </a:cubicBezTo>
                  <a:lnTo>
                    <a:pt x="1093" y="245"/>
                  </a:lnTo>
                  <a:cubicBezTo>
                    <a:pt x="1143" y="175"/>
                    <a:pt x="1124" y="78"/>
                    <a:pt x="1054"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0"/>
            <p:cNvSpPr/>
            <p:nvPr/>
          </p:nvSpPr>
          <p:spPr>
            <a:xfrm>
              <a:off x="2407650" y="4494150"/>
              <a:ext cx="28550" cy="35700"/>
            </a:xfrm>
            <a:custGeom>
              <a:rect b="b" l="l" r="r" t="t"/>
              <a:pathLst>
                <a:path extrusionOk="0" h="1428" w="1142">
                  <a:moveTo>
                    <a:pt x="966" y="1"/>
                  </a:moveTo>
                  <a:cubicBezTo>
                    <a:pt x="918" y="1"/>
                    <a:pt x="869" y="23"/>
                    <a:pt x="839" y="66"/>
                  </a:cubicBezTo>
                  <a:lnTo>
                    <a:pt x="50" y="1183"/>
                  </a:lnTo>
                  <a:cubicBezTo>
                    <a:pt x="0" y="1253"/>
                    <a:pt x="19" y="1349"/>
                    <a:pt x="89" y="1399"/>
                  </a:cubicBezTo>
                  <a:cubicBezTo>
                    <a:pt x="114" y="1419"/>
                    <a:pt x="147" y="1428"/>
                    <a:pt x="177" y="1428"/>
                  </a:cubicBezTo>
                  <a:cubicBezTo>
                    <a:pt x="226" y="1428"/>
                    <a:pt x="274" y="1405"/>
                    <a:pt x="304" y="1362"/>
                  </a:cubicBezTo>
                  <a:lnTo>
                    <a:pt x="1092" y="245"/>
                  </a:lnTo>
                  <a:cubicBezTo>
                    <a:pt x="1142" y="175"/>
                    <a:pt x="1125" y="78"/>
                    <a:pt x="1055" y="28"/>
                  </a:cubicBezTo>
                  <a:cubicBezTo>
                    <a:pt x="1028" y="9"/>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0"/>
            <p:cNvSpPr/>
            <p:nvPr/>
          </p:nvSpPr>
          <p:spPr>
            <a:xfrm>
              <a:off x="2475225" y="4524275"/>
              <a:ext cx="40825" cy="53200"/>
            </a:xfrm>
            <a:custGeom>
              <a:rect b="b" l="l" r="r" t="t"/>
              <a:pathLst>
                <a:path extrusionOk="0" h="2128" w="1633">
                  <a:moveTo>
                    <a:pt x="1456" y="0"/>
                  </a:moveTo>
                  <a:cubicBezTo>
                    <a:pt x="1407" y="0"/>
                    <a:pt x="1360" y="23"/>
                    <a:pt x="1329" y="66"/>
                  </a:cubicBezTo>
                  <a:lnTo>
                    <a:pt x="50" y="1882"/>
                  </a:lnTo>
                  <a:cubicBezTo>
                    <a:pt x="0" y="1952"/>
                    <a:pt x="18" y="2049"/>
                    <a:pt x="88" y="2099"/>
                  </a:cubicBezTo>
                  <a:cubicBezTo>
                    <a:pt x="115" y="2117"/>
                    <a:pt x="146" y="2127"/>
                    <a:pt x="176" y="2127"/>
                  </a:cubicBezTo>
                  <a:cubicBezTo>
                    <a:pt x="225" y="2127"/>
                    <a:pt x="273" y="2105"/>
                    <a:pt x="303" y="2060"/>
                  </a:cubicBezTo>
                  <a:lnTo>
                    <a:pt x="1582" y="244"/>
                  </a:lnTo>
                  <a:cubicBezTo>
                    <a:pt x="1632" y="174"/>
                    <a:pt x="1615" y="78"/>
                    <a:pt x="1545" y="28"/>
                  </a:cubicBezTo>
                  <a:cubicBezTo>
                    <a:pt x="1518" y="10"/>
                    <a:pt x="1486"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0"/>
            <p:cNvSpPr/>
            <p:nvPr/>
          </p:nvSpPr>
          <p:spPr>
            <a:xfrm>
              <a:off x="2441750" y="4518200"/>
              <a:ext cx="28575" cy="35725"/>
            </a:xfrm>
            <a:custGeom>
              <a:rect b="b" l="l" r="r" t="t"/>
              <a:pathLst>
                <a:path extrusionOk="0" h="1429" w="1143">
                  <a:moveTo>
                    <a:pt x="967" y="1"/>
                  </a:moveTo>
                  <a:cubicBezTo>
                    <a:pt x="918" y="1"/>
                    <a:pt x="870" y="24"/>
                    <a:pt x="839" y="66"/>
                  </a:cubicBezTo>
                  <a:lnTo>
                    <a:pt x="51" y="1184"/>
                  </a:lnTo>
                  <a:cubicBezTo>
                    <a:pt x="1" y="1253"/>
                    <a:pt x="19" y="1350"/>
                    <a:pt x="89" y="1400"/>
                  </a:cubicBezTo>
                  <a:cubicBezTo>
                    <a:pt x="115" y="1420"/>
                    <a:pt x="148" y="1429"/>
                    <a:pt x="178" y="1429"/>
                  </a:cubicBezTo>
                  <a:cubicBezTo>
                    <a:pt x="228" y="1429"/>
                    <a:pt x="276" y="1406"/>
                    <a:pt x="305" y="1363"/>
                  </a:cubicBezTo>
                  <a:lnTo>
                    <a:pt x="1092" y="244"/>
                  </a:lnTo>
                  <a:cubicBezTo>
                    <a:pt x="1142" y="176"/>
                    <a:pt x="1125" y="79"/>
                    <a:pt x="1055" y="29"/>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0"/>
            <p:cNvSpPr/>
            <p:nvPr/>
          </p:nvSpPr>
          <p:spPr>
            <a:xfrm>
              <a:off x="2457050" y="4528900"/>
              <a:ext cx="28550" cy="35750"/>
            </a:xfrm>
            <a:custGeom>
              <a:rect b="b" l="l" r="r" t="t"/>
              <a:pathLst>
                <a:path extrusionOk="0" h="1430" w="1142">
                  <a:moveTo>
                    <a:pt x="964" y="1"/>
                  </a:moveTo>
                  <a:cubicBezTo>
                    <a:pt x="915" y="1"/>
                    <a:pt x="868" y="23"/>
                    <a:pt x="837" y="66"/>
                  </a:cubicBezTo>
                  <a:lnTo>
                    <a:pt x="50" y="1185"/>
                  </a:lnTo>
                  <a:cubicBezTo>
                    <a:pt x="0" y="1254"/>
                    <a:pt x="17" y="1351"/>
                    <a:pt x="87" y="1401"/>
                  </a:cubicBezTo>
                  <a:cubicBezTo>
                    <a:pt x="114" y="1421"/>
                    <a:pt x="146" y="1429"/>
                    <a:pt x="177" y="1429"/>
                  </a:cubicBezTo>
                  <a:cubicBezTo>
                    <a:pt x="224" y="1429"/>
                    <a:pt x="273" y="1408"/>
                    <a:pt x="303" y="1364"/>
                  </a:cubicBezTo>
                  <a:lnTo>
                    <a:pt x="1092" y="245"/>
                  </a:lnTo>
                  <a:cubicBezTo>
                    <a:pt x="1142" y="176"/>
                    <a:pt x="1123" y="79"/>
                    <a:pt x="1053" y="29"/>
                  </a:cubicBezTo>
                  <a:cubicBezTo>
                    <a:pt x="1026" y="10"/>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0"/>
            <p:cNvSpPr/>
            <p:nvPr/>
          </p:nvSpPr>
          <p:spPr>
            <a:xfrm>
              <a:off x="2524600" y="4559100"/>
              <a:ext cx="40850" cy="53175"/>
            </a:xfrm>
            <a:custGeom>
              <a:rect b="b" l="l" r="r" t="t"/>
              <a:pathLst>
                <a:path extrusionOk="0" h="2127" w="1634">
                  <a:moveTo>
                    <a:pt x="1457" y="1"/>
                  </a:moveTo>
                  <a:cubicBezTo>
                    <a:pt x="1408" y="1"/>
                    <a:pt x="1360" y="24"/>
                    <a:pt x="1329" y="66"/>
                  </a:cubicBezTo>
                  <a:lnTo>
                    <a:pt x="50" y="1880"/>
                  </a:lnTo>
                  <a:cubicBezTo>
                    <a:pt x="0" y="1950"/>
                    <a:pt x="19" y="2047"/>
                    <a:pt x="87" y="2098"/>
                  </a:cubicBezTo>
                  <a:cubicBezTo>
                    <a:pt x="114" y="2116"/>
                    <a:pt x="147" y="2126"/>
                    <a:pt x="177" y="2126"/>
                  </a:cubicBezTo>
                  <a:cubicBezTo>
                    <a:pt x="226" y="2126"/>
                    <a:pt x="273" y="2102"/>
                    <a:pt x="304" y="2059"/>
                  </a:cubicBezTo>
                  <a:lnTo>
                    <a:pt x="1583" y="244"/>
                  </a:lnTo>
                  <a:cubicBezTo>
                    <a:pt x="1633" y="176"/>
                    <a:pt x="1615" y="79"/>
                    <a:pt x="1545" y="29"/>
                  </a:cubicBezTo>
                  <a:cubicBezTo>
                    <a:pt x="1518"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0"/>
            <p:cNvSpPr/>
            <p:nvPr/>
          </p:nvSpPr>
          <p:spPr>
            <a:xfrm>
              <a:off x="2491200" y="4553000"/>
              <a:ext cx="28550" cy="35725"/>
            </a:xfrm>
            <a:custGeom>
              <a:rect b="b" l="l" r="r" t="t"/>
              <a:pathLst>
                <a:path extrusionOk="0" h="1429" w="1142">
                  <a:moveTo>
                    <a:pt x="965" y="0"/>
                  </a:moveTo>
                  <a:cubicBezTo>
                    <a:pt x="916" y="0"/>
                    <a:pt x="868" y="23"/>
                    <a:pt x="837" y="65"/>
                  </a:cubicBezTo>
                  <a:lnTo>
                    <a:pt x="50" y="1183"/>
                  </a:lnTo>
                  <a:cubicBezTo>
                    <a:pt x="0" y="1253"/>
                    <a:pt x="19" y="1350"/>
                    <a:pt x="87" y="1400"/>
                  </a:cubicBezTo>
                  <a:cubicBezTo>
                    <a:pt x="114" y="1420"/>
                    <a:pt x="147" y="1428"/>
                    <a:pt x="177" y="1428"/>
                  </a:cubicBezTo>
                  <a:cubicBezTo>
                    <a:pt x="226" y="1428"/>
                    <a:pt x="273" y="1406"/>
                    <a:pt x="304" y="1361"/>
                  </a:cubicBezTo>
                  <a:lnTo>
                    <a:pt x="1092" y="244"/>
                  </a:lnTo>
                  <a:cubicBezTo>
                    <a:pt x="1142" y="174"/>
                    <a:pt x="1123" y="78"/>
                    <a:pt x="1055"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0"/>
            <p:cNvSpPr/>
            <p:nvPr/>
          </p:nvSpPr>
          <p:spPr>
            <a:xfrm>
              <a:off x="2506475" y="4563750"/>
              <a:ext cx="28525" cy="35725"/>
            </a:xfrm>
            <a:custGeom>
              <a:rect b="b" l="l" r="r" t="t"/>
              <a:pathLst>
                <a:path extrusionOk="0" h="1429" w="1141">
                  <a:moveTo>
                    <a:pt x="965" y="1"/>
                  </a:moveTo>
                  <a:cubicBezTo>
                    <a:pt x="917" y="1"/>
                    <a:pt x="869" y="23"/>
                    <a:pt x="838" y="65"/>
                  </a:cubicBezTo>
                  <a:lnTo>
                    <a:pt x="51" y="1184"/>
                  </a:lnTo>
                  <a:cubicBezTo>
                    <a:pt x="1" y="1253"/>
                    <a:pt x="18" y="1350"/>
                    <a:pt x="88" y="1400"/>
                  </a:cubicBezTo>
                  <a:cubicBezTo>
                    <a:pt x="115" y="1420"/>
                    <a:pt x="146" y="1429"/>
                    <a:pt x="176" y="1429"/>
                  </a:cubicBezTo>
                  <a:cubicBezTo>
                    <a:pt x="225" y="1429"/>
                    <a:pt x="274" y="1406"/>
                    <a:pt x="304" y="1363"/>
                  </a:cubicBezTo>
                  <a:lnTo>
                    <a:pt x="1091" y="244"/>
                  </a:lnTo>
                  <a:cubicBezTo>
                    <a:pt x="1141" y="175"/>
                    <a:pt x="1124" y="78"/>
                    <a:pt x="1054" y="28"/>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0"/>
            <p:cNvSpPr/>
            <p:nvPr/>
          </p:nvSpPr>
          <p:spPr>
            <a:xfrm>
              <a:off x="2574025" y="4593900"/>
              <a:ext cx="40825" cy="53125"/>
            </a:xfrm>
            <a:custGeom>
              <a:rect b="b" l="l" r="r" t="t"/>
              <a:pathLst>
                <a:path extrusionOk="0" h="2125" w="1633">
                  <a:moveTo>
                    <a:pt x="1456" y="0"/>
                  </a:moveTo>
                  <a:cubicBezTo>
                    <a:pt x="1407" y="0"/>
                    <a:pt x="1360" y="23"/>
                    <a:pt x="1329" y="65"/>
                  </a:cubicBezTo>
                  <a:lnTo>
                    <a:pt x="51" y="1880"/>
                  </a:lnTo>
                  <a:cubicBezTo>
                    <a:pt x="1" y="1950"/>
                    <a:pt x="18" y="2046"/>
                    <a:pt x="88" y="2096"/>
                  </a:cubicBezTo>
                  <a:cubicBezTo>
                    <a:pt x="115" y="2116"/>
                    <a:pt x="146" y="2124"/>
                    <a:pt x="178" y="2124"/>
                  </a:cubicBezTo>
                  <a:cubicBezTo>
                    <a:pt x="225" y="2124"/>
                    <a:pt x="273" y="2101"/>
                    <a:pt x="303" y="2059"/>
                  </a:cubicBezTo>
                  <a:lnTo>
                    <a:pt x="1582" y="244"/>
                  </a:lnTo>
                  <a:cubicBezTo>
                    <a:pt x="1632" y="174"/>
                    <a:pt x="1615" y="78"/>
                    <a:pt x="1545" y="28"/>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0"/>
            <p:cNvSpPr/>
            <p:nvPr/>
          </p:nvSpPr>
          <p:spPr>
            <a:xfrm>
              <a:off x="2540600" y="4587775"/>
              <a:ext cx="28525" cy="35750"/>
            </a:xfrm>
            <a:custGeom>
              <a:rect b="b" l="l" r="r" t="t"/>
              <a:pathLst>
                <a:path extrusionOk="0" h="1430" w="1141">
                  <a:moveTo>
                    <a:pt x="965" y="0"/>
                  </a:moveTo>
                  <a:cubicBezTo>
                    <a:pt x="916" y="0"/>
                    <a:pt x="868" y="23"/>
                    <a:pt x="837" y="66"/>
                  </a:cubicBezTo>
                  <a:lnTo>
                    <a:pt x="49" y="1183"/>
                  </a:lnTo>
                  <a:cubicBezTo>
                    <a:pt x="0" y="1253"/>
                    <a:pt x="17" y="1351"/>
                    <a:pt x="87" y="1399"/>
                  </a:cubicBezTo>
                  <a:cubicBezTo>
                    <a:pt x="114" y="1419"/>
                    <a:pt x="146" y="1429"/>
                    <a:pt x="176" y="1429"/>
                  </a:cubicBezTo>
                  <a:cubicBezTo>
                    <a:pt x="224" y="1429"/>
                    <a:pt x="273" y="1405"/>
                    <a:pt x="303" y="1362"/>
                  </a:cubicBezTo>
                  <a:lnTo>
                    <a:pt x="1090" y="245"/>
                  </a:lnTo>
                  <a:cubicBezTo>
                    <a:pt x="1140" y="175"/>
                    <a:pt x="1123" y="77"/>
                    <a:pt x="1053" y="27"/>
                  </a:cubicBezTo>
                  <a:cubicBezTo>
                    <a:pt x="1026" y="9"/>
                    <a:pt x="995"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0"/>
            <p:cNvSpPr/>
            <p:nvPr/>
          </p:nvSpPr>
          <p:spPr>
            <a:xfrm>
              <a:off x="2555850" y="4598525"/>
              <a:ext cx="28550" cy="35750"/>
            </a:xfrm>
            <a:custGeom>
              <a:rect b="b" l="l" r="r" t="t"/>
              <a:pathLst>
                <a:path extrusionOk="0" h="1430" w="1142">
                  <a:moveTo>
                    <a:pt x="965" y="1"/>
                  </a:moveTo>
                  <a:cubicBezTo>
                    <a:pt x="916" y="1"/>
                    <a:pt x="868" y="23"/>
                    <a:pt x="838" y="66"/>
                  </a:cubicBezTo>
                  <a:lnTo>
                    <a:pt x="50" y="1183"/>
                  </a:lnTo>
                  <a:cubicBezTo>
                    <a:pt x="0" y="1253"/>
                    <a:pt x="19" y="1351"/>
                    <a:pt x="87" y="1401"/>
                  </a:cubicBezTo>
                  <a:cubicBezTo>
                    <a:pt x="115" y="1421"/>
                    <a:pt x="147" y="1429"/>
                    <a:pt x="177" y="1429"/>
                  </a:cubicBezTo>
                  <a:cubicBezTo>
                    <a:pt x="226" y="1429"/>
                    <a:pt x="273" y="1406"/>
                    <a:pt x="305" y="1362"/>
                  </a:cubicBezTo>
                  <a:lnTo>
                    <a:pt x="1092" y="245"/>
                  </a:lnTo>
                  <a:cubicBezTo>
                    <a:pt x="1142" y="175"/>
                    <a:pt x="1123" y="79"/>
                    <a:pt x="1055"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0"/>
            <p:cNvSpPr/>
            <p:nvPr/>
          </p:nvSpPr>
          <p:spPr>
            <a:xfrm>
              <a:off x="2623400" y="4628625"/>
              <a:ext cx="40850" cy="53175"/>
            </a:xfrm>
            <a:custGeom>
              <a:rect b="b" l="l" r="r" t="t"/>
              <a:pathLst>
                <a:path extrusionOk="0" h="2127" w="1634">
                  <a:moveTo>
                    <a:pt x="1457" y="0"/>
                  </a:moveTo>
                  <a:cubicBezTo>
                    <a:pt x="1408" y="0"/>
                    <a:pt x="1360" y="23"/>
                    <a:pt x="1329" y="65"/>
                  </a:cubicBezTo>
                  <a:lnTo>
                    <a:pt x="50" y="1883"/>
                  </a:lnTo>
                  <a:cubicBezTo>
                    <a:pt x="0" y="1951"/>
                    <a:pt x="19" y="2048"/>
                    <a:pt x="89" y="2098"/>
                  </a:cubicBezTo>
                  <a:cubicBezTo>
                    <a:pt x="114" y="2118"/>
                    <a:pt x="147" y="2127"/>
                    <a:pt x="177" y="2127"/>
                  </a:cubicBezTo>
                  <a:cubicBezTo>
                    <a:pt x="226" y="2127"/>
                    <a:pt x="274" y="2104"/>
                    <a:pt x="304" y="2061"/>
                  </a:cubicBezTo>
                  <a:lnTo>
                    <a:pt x="1583" y="244"/>
                  </a:lnTo>
                  <a:cubicBezTo>
                    <a:pt x="1633" y="175"/>
                    <a:pt x="1615" y="78"/>
                    <a:pt x="1546" y="28"/>
                  </a:cubicBezTo>
                  <a:cubicBezTo>
                    <a:pt x="1519"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0"/>
            <p:cNvSpPr/>
            <p:nvPr/>
          </p:nvSpPr>
          <p:spPr>
            <a:xfrm>
              <a:off x="2590000" y="4622550"/>
              <a:ext cx="28550" cy="35725"/>
            </a:xfrm>
            <a:custGeom>
              <a:rect b="b" l="l" r="r" t="t"/>
              <a:pathLst>
                <a:path extrusionOk="0" h="1429" w="1142">
                  <a:moveTo>
                    <a:pt x="966" y="0"/>
                  </a:moveTo>
                  <a:cubicBezTo>
                    <a:pt x="918" y="0"/>
                    <a:pt x="870" y="23"/>
                    <a:pt x="839" y="65"/>
                  </a:cubicBezTo>
                  <a:lnTo>
                    <a:pt x="50" y="1184"/>
                  </a:lnTo>
                  <a:cubicBezTo>
                    <a:pt x="0" y="1254"/>
                    <a:pt x="19" y="1350"/>
                    <a:pt x="89" y="1400"/>
                  </a:cubicBezTo>
                  <a:cubicBezTo>
                    <a:pt x="115" y="1420"/>
                    <a:pt x="147" y="1428"/>
                    <a:pt x="177" y="1428"/>
                  </a:cubicBezTo>
                  <a:cubicBezTo>
                    <a:pt x="226" y="1428"/>
                    <a:pt x="275" y="1406"/>
                    <a:pt x="305" y="1363"/>
                  </a:cubicBezTo>
                  <a:lnTo>
                    <a:pt x="1092" y="244"/>
                  </a:lnTo>
                  <a:cubicBezTo>
                    <a:pt x="1142" y="175"/>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0"/>
            <p:cNvSpPr/>
            <p:nvPr/>
          </p:nvSpPr>
          <p:spPr>
            <a:xfrm>
              <a:off x="2605250" y="4633325"/>
              <a:ext cx="28525" cy="35725"/>
            </a:xfrm>
            <a:custGeom>
              <a:rect b="b" l="l" r="r" t="t"/>
              <a:pathLst>
                <a:path extrusionOk="0" h="1429" w="1141">
                  <a:moveTo>
                    <a:pt x="965" y="0"/>
                  </a:moveTo>
                  <a:cubicBezTo>
                    <a:pt x="916" y="0"/>
                    <a:pt x="868" y="23"/>
                    <a:pt x="838" y="66"/>
                  </a:cubicBezTo>
                  <a:lnTo>
                    <a:pt x="50" y="1183"/>
                  </a:lnTo>
                  <a:cubicBezTo>
                    <a:pt x="0" y="1253"/>
                    <a:pt x="17" y="1350"/>
                    <a:pt x="87" y="1399"/>
                  </a:cubicBezTo>
                  <a:cubicBezTo>
                    <a:pt x="115" y="1419"/>
                    <a:pt x="146" y="1429"/>
                    <a:pt x="176" y="1429"/>
                  </a:cubicBezTo>
                  <a:cubicBezTo>
                    <a:pt x="226" y="1429"/>
                    <a:pt x="275" y="1405"/>
                    <a:pt x="303" y="1362"/>
                  </a:cubicBezTo>
                  <a:lnTo>
                    <a:pt x="1091" y="244"/>
                  </a:lnTo>
                  <a:cubicBezTo>
                    <a:pt x="1141" y="174"/>
                    <a:pt x="1123" y="77"/>
                    <a:pt x="1053" y="27"/>
                  </a:cubicBezTo>
                  <a:cubicBezTo>
                    <a:pt x="1026"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0"/>
            <p:cNvSpPr/>
            <p:nvPr/>
          </p:nvSpPr>
          <p:spPr>
            <a:xfrm>
              <a:off x="2672825" y="4663400"/>
              <a:ext cx="40850" cy="53200"/>
            </a:xfrm>
            <a:custGeom>
              <a:rect b="b" l="l" r="r" t="t"/>
              <a:pathLst>
                <a:path extrusionOk="0" h="2128" w="1634">
                  <a:moveTo>
                    <a:pt x="1457" y="1"/>
                  </a:moveTo>
                  <a:cubicBezTo>
                    <a:pt x="1408" y="1"/>
                    <a:pt x="1360" y="23"/>
                    <a:pt x="1329" y="66"/>
                  </a:cubicBezTo>
                  <a:lnTo>
                    <a:pt x="51" y="1882"/>
                  </a:lnTo>
                  <a:cubicBezTo>
                    <a:pt x="1" y="1952"/>
                    <a:pt x="19" y="2049"/>
                    <a:pt x="88" y="2099"/>
                  </a:cubicBezTo>
                  <a:cubicBezTo>
                    <a:pt x="115" y="2119"/>
                    <a:pt x="148" y="2128"/>
                    <a:pt x="178" y="2128"/>
                  </a:cubicBezTo>
                  <a:cubicBezTo>
                    <a:pt x="225" y="2128"/>
                    <a:pt x="274" y="2106"/>
                    <a:pt x="305" y="2061"/>
                  </a:cubicBezTo>
                  <a:lnTo>
                    <a:pt x="1584" y="244"/>
                  </a:lnTo>
                  <a:cubicBezTo>
                    <a:pt x="1634" y="174"/>
                    <a:pt x="1615" y="79"/>
                    <a:pt x="1545" y="29"/>
                  </a:cubicBezTo>
                  <a:cubicBezTo>
                    <a:pt x="1518"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0"/>
            <p:cNvSpPr/>
            <p:nvPr/>
          </p:nvSpPr>
          <p:spPr>
            <a:xfrm>
              <a:off x="2639400" y="4657350"/>
              <a:ext cx="28550" cy="35725"/>
            </a:xfrm>
            <a:custGeom>
              <a:rect b="b" l="l" r="r" t="t"/>
              <a:pathLst>
                <a:path extrusionOk="0" h="1429" w="1142">
                  <a:moveTo>
                    <a:pt x="966" y="0"/>
                  </a:moveTo>
                  <a:cubicBezTo>
                    <a:pt x="917" y="0"/>
                    <a:pt x="868" y="23"/>
                    <a:pt x="838" y="65"/>
                  </a:cubicBezTo>
                  <a:lnTo>
                    <a:pt x="50" y="1184"/>
                  </a:lnTo>
                  <a:cubicBezTo>
                    <a:pt x="0" y="1254"/>
                    <a:pt x="17" y="1350"/>
                    <a:pt x="87" y="1400"/>
                  </a:cubicBezTo>
                  <a:cubicBezTo>
                    <a:pt x="115" y="1420"/>
                    <a:pt x="146" y="1428"/>
                    <a:pt x="177" y="1428"/>
                  </a:cubicBezTo>
                  <a:cubicBezTo>
                    <a:pt x="225" y="1428"/>
                    <a:pt x="273" y="1407"/>
                    <a:pt x="303" y="1362"/>
                  </a:cubicBezTo>
                  <a:lnTo>
                    <a:pt x="1092" y="244"/>
                  </a:lnTo>
                  <a:cubicBezTo>
                    <a:pt x="1142" y="175"/>
                    <a:pt x="1123" y="78"/>
                    <a:pt x="1053" y="28"/>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0"/>
            <p:cNvSpPr/>
            <p:nvPr/>
          </p:nvSpPr>
          <p:spPr>
            <a:xfrm>
              <a:off x="2654650" y="4668100"/>
              <a:ext cx="28550" cy="35725"/>
            </a:xfrm>
            <a:custGeom>
              <a:rect b="b" l="l" r="r" t="t"/>
              <a:pathLst>
                <a:path extrusionOk="0" h="1429" w="1142">
                  <a:moveTo>
                    <a:pt x="966" y="0"/>
                  </a:moveTo>
                  <a:cubicBezTo>
                    <a:pt x="917" y="0"/>
                    <a:pt x="869" y="23"/>
                    <a:pt x="839" y="65"/>
                  </a:cubicBezTo>
                  <a:lnTo>
                    <a:pt x="50" y="1184"/>
                  </a:lnTo>
                  <a:cubicBezTo>
                    <a:pt x="0" y="1254"/>
                    <a:pt x="19" y="1350"/>
                    <a:pt x="89" y="1400"/>
                  </a:cubicBezTo>
                  <a:cubicBezTo>
                    <a:pt x="115" y="1420"/>
                    <a:pt x="148" y="1428"/>
                    <a:pt x="178" y="1428"/>
                  </a:cubicBezTo>
                  <a:cubicBezTo>
                    <a:pt x="226" y="1428"/>
                    <a:pt x="275" y="1405"/>
                    <a:pt x="305" y="1362"/>
                  </a:cubicBezTo>
                  <a:lnTo>
                    <a:pt x="1092" y="244"/>
                  </a:lnTo>
                  <a:cubicBezTo>
                    <a:pt x="1142" y="175"/>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0"/>
            <p:cNvSpPr/>
            <p:nvPr/>
          </p:nvSpPr>
          <p:spPr>
            <a:xfrm>
              <a:off x="2722225" y="4698225"/>
              <a:ext cx="40825" cy="53200"/>
            </a:xfrm>
            <a:custGeom>
              <a:rect b="b" l="l" r="r" t="t"/>
              <a:pathLst>
                <a:path extrusionOk="0" h="2128" w="1633">
                  <a:moveTo>
                    <a:pt x="1456" y="1"/>
                  </a:moveTo>
                  <a:cubicBezTo>
                    <a:pt x="1408" y="1"/>
                    <a:pt x="1360" y="23"/>
                    <a:pt x="1330" y="66"/>
                  </a:cubicBezTo>
                  <a:lnTo>
                    <a:pt x="51" y="1882"/>
                  </a:lnTo>
                  <a:cubicBezTo>
                    <a:pt x="1" y="1952"/>
                    <a:pt x="18" y="2049"/>
                    <a:pt x="88" y="2099"/>
                  </a:cubicBezTo>
                  <a:cubicBezTo>
                    <a:pt x="115" y="2119"/>
                    <a:pt x="146" y="2128"/>
                    <a:pt x="176" y="2128"/>
                  </a:cubicBezTo>
                  <a:cubicBezTo>
                    <a:pt x="225" y="2128"/>
                    <a:pt x="274" y="2105"/>
                    <a:pt x="304" y="2061"/>
                  </a:cubicBezTo>
                  <a:lnTo>
                    <a:pt x="1582" y="245"/>
                  </a:lnTo>
                  <a:cubicBezTo>
                    <a:pt x="1632" y="175"/>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0"/>
            <p:cNvSpPr/>
            <p:nvPr/>
          </p:nvSpPr>
          <p:spPr>
            <a:xfrm>
              <a:off x="2688825" y="4692175"/>
              <a:ext cx="28525" cy="35725"/>
            </a:xfrm>
            <a:custGeom>
              <a:rect b="b" l="l" r="r" t="t"/>
              <a:pathLst>
                <a:path extrusionOk="0" h="1429" w="1141">
                  <a:moveTo>
                    <a:pt x="965" y="0"/>
                  </a:moveTo>
                  <a:cubicBezTo>
                    <a:pt x="917" y="0"/>
                    <a:pt x="869" y="23"/>
                    <a:pt x="838" y="65"/>
                  </a:cubicBezTo>
                  <a:lnTo>
                    <a:pt x="49" y="1184"/>
                  </a:lnTo>
                  <a:cubicBezTo>
                    <a:pt x="1" y="1254"/>
                    <a:pt x="18" y="1350"/>
                    <a:pt x="88" y="1400"/>
                  </a:cubicBezTo>
                  <a:cubicBezTo>
                    <a:pt x="115" y="1420"/>
                    <a:pt x="147" y="1428"/>
                    <a:pt x="177" y="1428"/>
                  </a:cubicBezTo>
                  <a:cubicBezTo>
                    <a:pt x="225" y="1428"/>
                    <a:pt x="274" y="1405"/>
                    <a:pt x="304" y="1362"/>
                  </a:cubicBezTo>
                  <a:lnTo>
                    <a:pt x="1091" y="244"/>
                  </a:lnTo>
                  <a:cubicBezTo>
                    <a:pt x="1141" y="175"/>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0"/>
            <p:cNvSpPr/>
            <p:nvPr/>
          </p:nvSpPr>
          <p:spPr>
            <a:xfrm>
              <a:off x="2704050" y="4702875"/>
              <a:ext cx="28575" cy="35725"/>
            </a:xfrm>
            <a:custGeom>
              <a:rect b="b" l="l" r="r" t="t"/>
              <a:pathLst>
                <a:path extrusionOk="0" h="1429" w="1143">
                  <a:moveTo>
                    <a:pt x="966" y="1"/>
                  </a:moveTo>
                  <a:cubicBezTo>
                    <a:pt x="917" y="1"/>
                    <a:pt x="868" y="24"/>
                    <a:pt x="838" y="66"/>
                  </a:cubicBezTo>
                  <a:lnTo>
                    <a:pt x="50" y="1185"/>
                  </a:lnTo>
                  <a:cubicBezTo>
                    <a:pt x="0" y="1255"/>
                    <a:pt x="18" y="1350"/>
                    <a:pt x="88" y="1400"/>
                  </a:cubicBezTo>
                  <a:cubicBezTo>
                    <a:pt x="115" y="1420"/>
                    <a:pt x="146" y="1429"/>
                    <a:pt x="178" y="1429"/>
                  </a:cubicBezTo>
                  <a:cubicBezTo>
                    <a:pt x="225" y="1429"/>
                    <a:pt x="273" y="1406"/>
                    <a:pt x="303" y="1363"/>
                  </a:cubicBezTo>
                  <a:lnTo>
                    <a:pt x="1092" y="244"/>
                  </a:lnTo>
                  <a:cubicBezTo>
                    <a:pt x="1142" y="176"/>
                    <a:pt x="1124" y="79"/>
                    <a:pt x="1053" y="29"/>
                  </a:cubicBezTo>
                  <a:cubicBezTo>
                    <a:pt x="1027" y="10"/>
                    <a:pt x="996"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0"/>
            <p:cNvSpPr/>
            <p:nvPr/>
          </p:nvSpPr>
          <p:spPr>
            <a:xfrm>
              <a:off x="2771600" y="4733025"/>
              <a:ext cx="40825" cy="53175"/>
            </a:xfrm>
            <a:custGeom>
              <a:rect b="b" l="l" r="r" t="t"/>
              <a:pathLst>
                <a:path extrusionOk="0" h="2127" w="1633">
                  <a:moveTo>
                    <a:pt x="1456" y="0"/>
                  </a:moveTo>
                  <a:cubicBezTo>
                    <a:pt x="1408" y="0"/>
                    <a:pt x="1360" y="23"/>
                    <a:pt x="1329" y="66"/>
                  </a:cubicBezTo>
                  <a:lnTo>
                    <a:pt x="50" y="1882"/>
                  </a:lnTo>
                  <a:cubicBezTo>
                    <a:pt x="0" y="1952"/>
                    <a:pt x="19" y="2049"/>
                    <a:pt x="88" y="2097"/>
                  </a:cubicBezTo>
                  <a:cubicBezTo>
                    <a:pt x="115" y="2117"/>
                    <a:pt x="146" y="2126"/>
                    <a:pt x="178" y="2126"/>
                  </a:cubicBezTo>
                  <a:cubicBezTo>
                    <a:pt x="228" y="2126"/>
                    <a:pt x="273" y="2103"/>
                    <a:pt x="305" y="2060"/>
                  </a:cubicBezTo>
                  <a:lnTo>
                    <a:pt x="1584" y="244"/>
                  </a:lnTo>
                  <a:cubicBezTo>
                    <a:pt x="1632" y="174"/>
                    <a:pt x="1615" y="79"/>
                    <a:pt x="1545" y="29"/>
                  </a:cubicBezTo>
                  <a:cubicBezTo>
                    <a:pt x="1518" y="10"/>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0"/>
            <p:cNvSpPr/>
            <p:nvPr/>
          </p:nvSpPr>
          <p:spPr>
            <a:xfrm>
              <a:off x="2738200" y="4726950"/>
              <a:ext cx="28575" cy="35725"/>
            </a:xfrm>
            <a:custGeom>
              <a:rect b="b" l="l" r="r" t="t"/>
              <a:pathLst>
                <a:path extrusionOk="0" h="1429" w="1143">
                  <a:moveTo>
                    <a:pt x="965" y="1"/>
                  </a:moveTo>
                  <a:cubicBezTo>
                    <a:pt x="916" y="1"/>
                    <a:pt x="868" y="23"/>
                    <a:pt x="838" y="66"/>
                  </a:cubicBezTo>
                  <a:lnTo>
                    <a:pt x="50" y="1185"/>
                  </a:lnTo>
                  <a:cubicBezTo>
                    <a:pt x="0" y="1253"/>
                    <a:pt x="19" y="1350"/>
                    <a:pt x="88" y="1400"/>
                  </a:cubicBezTo>
                  <a:cubicBezTo>
                    <a:pt x="115" y="1420"/>
                    <a:pt x="146" y="1429"/>
                    <a:pt x="178" y="1429"/>
                  </a:cubicBezTo>
                  <a:cubicBezTo>
                    <a:pt x="226" y="1429"/>
                    <a:pt x="273" y="1405"/>
                    <a:pt x="305" y="1363"/>
                  </a:cubicBezTo>
                  <a:lnTo>
                    <a:pt x="1092" y="244"/>
                  </a:lnTo>
                  <a:cubicBezTo>
                    <a:pt x="1142" y="174"/>
                    <a:pt x="1123" y="79"/>
                    <a:pt x="1055" y="29"/>
                  </a:cubicBezTo>
                  <a:cubicBezTo>
                    <a:pt x="1028"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0"/>
            <p:cNvSpPr/>
            <p:nvPr/>
          </p:nvSpPr>
          <p:spPr>
            <a:xfrm>
              <a:off x="2753475" y="4737675"/>
              <a:ext cx="28550" cy="35725"/>
            </a:xfrm>
            <a:custGeom>
              <a:rect b="b" l="l" r="r" t="t"/>
              <a:pathLst>
                <a:path extrusionOk="0" h="1429" w="1142">
                  <a:moveTo>
                    <a:pt x="965" y="0"/>
                  </a:moveTo>
                  <a:cubicBezTo>
                    <a:pt x="916" y="0"/>
                    <a:pt x="869" y="23"/>
                    <a:pt x="838" y="65"/>
                  </a:cubicBezTo>
                  <a:lnTo>
                    <a:pt x="51" y="1184"/>
                  </a:lnTo>
                  <a:cubicBezTo>
                    <a:pt x="1" y="1253"/>
                    <a:pt x="18" y="1350"/>
                    <a:pt x="88" y="1400"/>
                  </a:cubicBezTo>
                  <a:cubicBezTo>
                    <a:pt x="115" y="1420"/>
                    <a:pt x="147" y="1429"/>
                    <a:pt x="177" y="1429"/>
                  </a:cubicBezTo>
                  <a:cubicBezTo>
                    <a:pt x="225" y="1429"/>
                    <a:pt x="274" y="1404"/>
                    <a:pt x="304" y="1363"/>
                  </a:cubicBezTo>
                  <a:lnTo>
                    <a:pt x="1091" y="244"/>
                  </a:lnTo>
                  <a:cubicBezTo>
                    <a:pt x="1141" y="174"/>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0"/>
            <p:cNvSpPr/>
            <p:nvPr/>
          </p:nvSpPr>
          <p:spPr>
            <a:xfrm>
              <a:off x="2821025" y="4767800"/>
              <a:ext cx="40825" cy="53175"/>
            </a:xfrm>
            <a:custGeom>
              <a:rect b="b" l="l" r="r" t="t"/>
              <a:pathLst>
                <a:path extrusionOk="0" h="2127" w="1633">
                  <a:moveTo>
                    <a:pt x="1457" y="1"/>
                  </a:moveTo>
                  <a:cubicBezTo>
                    <a:pt x="1408" y="1"/>
                    <a:pt x="1360" y="23"/>
                    <a:pt x="1330" y="66"/>
                  </a:cubicBezTo>
                  <a:lnTo>
                    <a:pt x="51" y="1882"/>
                  </a:lnTo>
                  <a:cubicBezTo>
                    <a:pt x="1" y="1952"/>
                    <a:pt x="18" y="2048"/>
                    <a:pt x="88" y="2098"/>
                  </a:cubicBezTo>
                  <a:cubicBezTo>
                    <a:pt x="115" y="2118"/>
                    <a:pt x="147" y="2127"/>
                    <a:pt x="178" y="2127"/>
                  </a:cubicBezTo>
                  <a:cubicBezTo>
                    <a:pt x="225" y="2127"/>
                    <a:pt x="274" y="2104"/>
                    <a:pt x="304" y="2061"/>
                  </a:cubicBezTo>
                  <a:lnTo>
                    <a:pt x="1583" y="245"/>
                  </a:lnTo>
                  <a:cubicBezTo>
                    <a:pt x="1633" y="175"/>
                    <a:pt x="1615" y="78"/>
                    <a:pt x="1545" y="28"/>
                  </a:cubicBezTo>
                  <a:cubicBezTo>
                    <a:pt x="1518" y="10"/>
                    <a:pt x="1488"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0"/>
            <p:cNvSpPr/>
            <p:nvPr/>
          </p:nvSpPr>
          <p:spPr>
            <a:xfrm>
              <a:off x="2787600" y="4761725"/>
              <a:ext cx="28525" cy="35750"/>
            </a:xfrm>
            <a:custGeom>
              <a:rect b="b" l="l" r="r" t="t"/>
              <a:pathLst>
                <a:path extrusionOk="0" h="1430" w="1141">
                  <a:moveTo>
                    <a:pt x="965" y="1"/>
                  </a:moveTo>
                  <a:cubicBezTo>
                    <a:pt x="917" y="1"/>
                    <a:pt x="869" y="23"/>
                    <a:pt x="838" y="66"/>
                  </a:cubicBezTo>
                  <a:lnTo>
                    <a:pt x="50" y="1184"/>
                  </a:lnTo>
                  <a:cubicBezTo>
                    <a:pt x="0" y="1254"/>
                    <a:pt x="18" y="1351"/>
                    <a:pt x="88" y="1401"/>
                  </a:cubicBezTo>
                  <a:cubicBezTo>
                    <a:pt x="115" y="1420"/>
                    <a:pt x="146" y="1430"/>
                    <a:pt x="176" y="1430"/>
                  </a:cubicBezTo>
                  <a:cubicBezTo>
                    <a:pt x="225" y="1430"/>
                    <a:pt x="273" y="1405"/>
                    <a:pt x="303" y="1362"/>
                  </a:cubicBezTo>
                  <a:lnTo>
                    <a:pt x="1091" y="245"/>
                  </a:lnTo>
                  <a:cubicBezTo>
                    <a:pt x="1141" y="175"/>
                    <a:pt x="1124" y="78"/>
                    <a:pt x="1054" y="28"/>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0"/>
            <p:cNvSpPr/>
            <p:nvPr/>
          </p:nvSpPr>
          <p:spPr>
            <a:xfrm>
              <a:off x="2802850" y="4772500"/>
              <a:ext cx="28575" cy="35725"/>
            </a:xfrm>
            <a:custGeom>
              <a:rect b="b" l="l" r="r" t="t"/>
              <a:pathLst>
                <a:path extrusionOk="0" h="1429" w="1143">
                  <a:moveTo>
                    <a:pt x="965" y="0"/>
                  </a:moveTo>
                  <a:cubicBezTo>
                    <a:pt x="917" y="0"/>
                    <a:pt x="868" y="23"/>
                    <a:pt x="838" y="66"/>
                  </a:cubicBezTo>
                  <a:lnTo>
                    <a:pt x="51" y="1184"/>
                  </a:lnTo>
                  <a:cubicBezTo>
                    <a:pt x="1" y="1253"/>
                    <a:pt x="19" y="1350"/>
                    <a:pt x="88" y="1400"/>
                  </a:cubicBezTo>
                  <a:cubicBezTo>
                    <a:pt x="115" y="1420"/>
                    <a:pt x="146" y="1429"/>
                    <a:pt x="178" y="1429"/>
                  </a:cubicBezTo>
                  <a:cubicBezTo>
                    <a:pt x="226" y="1429"/>
                    <a:pt x="273" y="1404"/>
                    <a:pt x="305" y="1363"/>
                  </a:cubicBezTo>
                  <a:lnTo>
                    <a:pt x="1092" y="244"/>
                  </a:lnTo>
                  <a:cubicBezTo>
                    <a:pt x="1142" y="174"/>
                    <a:pt x="1124" y="78"/>
                    <a:pt x="1055" y="28"/>
                  </a:cubicBezTo>
                  <a:cubicBezTo>
                    <a:pt x="1028"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0"/>
            <p:cNvSpPr/>
            <p:nvPr/>
          </p:nvSpPr>
          <p:spPr>
            <a:xfrm>
              <a:off x="2870400" y="4802600"/>
              <a:ext cx="40850" cy="53175"/>
            </a:xfrm>
            <a:custGeom>
              <a:rect b="b" l="l" r="r" t="t"/>
              <a:pathLst>
                <a:path extrusionOk="0" h="2127" w="1634">
                  <a:moveTo>
                    <a:pt x="1457" y="0"/>
                  </a:moveTo>
                  <a:cubicBezTo>
                    <a:pt x="1408" y="0"/>
                    <a:pt x="1360" y="23"/>
                    <a:pt x="1329" y="65"/>
                  </a:cubicBezTo>
                  <a:lnTo>
                    <a:pt x="51" y="1882"/>
                  </a:lnTo>
                  <a:cubicBezTo>
                    <a:pt x="1" y="1951"/>
                    <a:pt x="19" y="2048"/>
                    <a:pt x="89" y="2098"/>
                  </a:cubicBezTo>
                  <a:cubicBezTo>
                    <a:pt x="115" y="2118"/>
                    <a:pt x="148" y="2126"/>
                    <a:pt x="178" y="2126"/>
                  </a:cubicBezTo>
                  <a:cubicBezTo>
                    <a:pt x="226" y="2126"/>
                    <a:pt x="275" y="2104"/>
                    <a:pt x="305" y="2061"/>
                  </a:cubicBezTo>
                  <a:lnTo>
                    <a:pt x="1584" y="243"/>
                  </a:lnTo>
                  <a:cubicBezTo>
                    <a:pt x="1634" y="175"/>
                    <a:pt x="1615" y="77"/>
                    <a:pt x="1546" y="27"/>
                  </a:cubicBezTo>
                  <a:cubicBezTo>
                    <a:pt x="1519"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0"/>
            <p:cNvSpPr/>
            <p:nvPr/>
          </p:nvSpPr>
          <p:spPr>
            <a:xfrm>
              <a:off x="2837000" y="4796500"/>
              <a:ext cx="28575" cy="35725"/>
            </a:xfrm>
            <a:custGeom>
              <a:rect b="b" l="l" r="r" t="t"/>
              <a:pathLst>
                <a:path extrusionOk="0" h="1429" w="1143">
                  <a:moveTo>
                    <a:pt x="966" y="1"/>
                  </a:moveTo>
                  <a:cubicBezTo>
                    <a:pt x="917" y="1"/>
                    <a:pt x="869" y="24"/>
                    <a:pt x="838" y="66"/>
                  </a:cubicBezTo>
                  <a:lnTo>
                    <a:pt x="51" y="1184"/>
                  </a:lnTo>
                  <a:cubicBezTo>
                    <a:pt x="1" y="1254"/>
                    <a:pt x="19" y="1350"/>
                    <a:pt x="88" y="1400"/>
                  </a:cubicBezTo>
                  <a:cubicBezTo>
                    <a:pt x="115" y="1420"/>
                    <a:pt x="148" y="1429"/>
                    <a:pt x="178" y="1429"/>
                  </a:cubicBezTo>
                  <a:cubicBezTo>
                    <a:pt x="226" y="1429"/>
                    <a:pt x="275" y="1406"/>
                    <a:pt x="305" y="1363"/>
                  </a:cubicBezTo>
                  <a:lnTo>
                    <a:pt x="1092" y="244"/>
                  </a:lnTo>
                  <a:cubicBezTo>
                    <a:pt x="1142" y="176"/>
                    <a:pt x="1124" y="79"/>
                    <a:pt x="1055" y="29"/>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0"/>
            <p:cNvSpPr/>
            <p:nvPr/>
          </p:nvSpPr>
          <p:spPr>
            <a:xfrm>
              <a:off x="2852250" y="4807275"/>
              <a:ext cx="28525" cy="35750"/>
            </a:xfrm>
            <a:custGeom>
              <a:rect b="b" l="l" r="r" t="t"/>
              <a:pathLst>
                <a:path extrusionOk="0" h="1430" w="1141">
                  <a:moveTo>
                    <a:pt x="965" y="1"/>
                  </a:moveTo>
                  <a:cubicBezTo>
                    <a:pt x="917" y="1"/>
                    <a:pt x="869" y="23"/>
                    <a:pt x="838" y="66"/>
                  </a:cubicBezTo>
                  <a:lnTo>
                    <a:pt x="49" y="1184"/>
                  </a:lnTo>
                  <a:cubicBezTo>
                    <a:pt x="1" y="1254"/>
                    <a:pt x="18" y="1351"/>
                    <a:pt x="88" y="1401"/>
                  </a:cubicBezTo>
                  <a:cubicBezTo>
                    <a:pt x="115" y="1419"/>
                    <a:pt x="146" y="1429"/>
                    <a:pt x="176" y="1429"/>
                  </a:cubicBezTo>
                  <a:cubicBezTo>
                    <a:pt x="226" y="1429"/>
                    <a:pt x="274" y="1405"/>
                    <a:pt x="304" y="1362"/>
                  </a:cubicBezTo>
                  <a:lnTo>
                    <a:pt x="1091" y="245"/>
                  </a:lnTo>
                  <a:cubicBezTo>
                    <a:pt x="1141" y="175"/>
                    <a:pt x="1124" y="78"/>
                    <a:pt x="1054" y="28"/>
                  </a:cubicBezTo>
                  <a:cubicBezTo>
                    <a:pt x="1027" y="9"/>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0"/>
            <p:cNvSpPr/>
            <p:nvPr/>
          </p:nvSpPr>
          <p:spPr>
            <a:xfrm>
              <a:off x="2919800" y="4837425"/>
              <a:ext cx="40825" cy="53150"/>
            </a:xfrm>
            <a:custGeom>
              <a:rect b="b" l="l" r="r" t="t"/>
              <a:pathLst>
                <a:path extrusionOk="0" h="2126" w="1633">
                  <a:moveTo>
                    <a:pt x="1456" y="0"/>
                  </a:moveTo>
                  <a:cubicBezTo>
                    <a:pt x="1408" y="0"/>
                    <a:pt x="1360" y="23"/>
                    <a:pt x="1329" y="65"/>
                  </a:cubicBezTo>
                  <a:lnTo>
                    <a:pt x="51" y="1879"/>
                  </a:lnTo>
                  <a:cubicBezTo>
                    <a:pt x="1" y="1949"/>
                    <a:pt x="18" y="2046"/>
                    <a:pt x="88" y="2096"/>
                  </a:cubicBezTo>
                  <a:cubicBezTo>
                    <a:pt x="115" y="2116"/>
                    <a:pt x="146" y="2125"/>
                    <a:pt x="178" y="2125"/>
                  </a:cubicBezTo>
                  <a:cubicBezTo>
                    <a:pt x="228" y="2125"/>
                    <a:pt x="275" y="2102"/>
                    <a:pt x="303" y="2058"/>
                  </a:cubicBezTo>
                  <a:lnTo>
                    <a:pt x="1582" y="243"/>
                  </a:lnTo>
                  <a:cubicBezTo>
                    <a:pt x="1632" y="175"/>
                    <a:pt x="1615" y="78"/>
                    <a:pt x="1545" y="28"/>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0"/>
            <p:cNvSpPr/>
            <p:nvPr/>
          </p:nvSpPr>
          <p:spPr>
            <a:xfrm>
              <a:off x="2886400" y="4831300"/>
              <a:ext cx="28575" cy="35725"/>
            </a:xfrm>
            <a:custGeom>
              <a:rect b="b" l="l" r="r" t="t"/>
              <a:pathLst>
                <a:path extrusionOk="0" h="1429" w="1143">
                  <a:moveTo>
                    <a:pt x="965" y="0"/>
                  </a:moveTo>
                  <a:cubicBezTo>
                    <a:pt x="917" y="0"/>
                    <a:pt x="868" y="23"/>
                    <a:pt x="838" y="65"/>
                  </a:cubicBezTo>
                  <a:lnTo>
                    <a:pt x="51" y="1184"/>
                  </a:lnTo>
                  <a:cubicBezTo>
                    <a:pt x="1" y="1253"/>
                    <a:pt x="18" y="1350"/>
                    <a:pt x="88" y="1400"/>
                  </a:cubicBezTo>
                  <a:cubicBezTo>
                    <a:pt x="115" y="1420"/>
                    <a:pt x="146" y="1428"/>
                    <a:pt x="178" y="1428"/>
                  </a:cubicBezTo>
                  <a:cubicBezTo>
                    <a:pt x="225" y="1428"/>
                    <a:pt x="274" y="1406"/>
                    <a:pt x="304" y="1363"/>
                  </a:cubicBezTo>
                  <a:lnTo>
                    <a:pt x="1092" y="244"/>
                  </a:lnTo>
                  <a:cubicBezTo>
                    <a:pt x="1142" y="174"/>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0"/>
            <p:cNvSpPr/>
            <p:nvPr/>
          </p:nvSpPr>
          <p:spPr>
            <a:xfrm>
              <a:off x="2901650" y="4842050"/>
              <a:ext cx="28575" cy="35725"/>
            </a:xfrm>
            <a:custGeom>
              <a:rect b="b" l="l" r="r" t="t"/>
              <a:pathLst>
                <a:path extrusionOk="0" h="1429" w="1143">
                  <a:moveTo>
                    <a:pt x="967" y="1"/>
                  </a:moveTo>
                  <a:cubicBezTo>
                    <a:pt x="918" y="1"/>
                    <a:pt x="870" y="23"/>
                    <a:pt x="839" y="65"/>
                  </a:cubicBezTo>
                  <a:lnTo>
                    <a:pt x="51" y="1184"/>
                  </a:lnTo>
                  <a:cubicBezTo>
                    <a:pt x="1" y="1254"/>
                    <a:pt x="19" y="1350"/>
                    <a:pt x="89" y="1400"/>
                  </a:cubicBezTo>
                  <a:cubicBezTo>
                    <a:pt x="115" y="1420"/>
                    <a:pt x="148" y="1429"/>
                    <a:pt x="178" y="1429"/>
                  </a:cubicBezTo>
                  <a:cubicBezTo>
                    <a:pt x="226" y="1429"/>
                    <a:pt x="275" y="1406"/>
                    <a:pt x="305" y="1363"/>
                  </a:cubicBezTo>
                  <a:lnTo>
                    <a:pt x="1092" y="244"/>
                  </a:lnTo>
                  <a:cubicBezTo>
                    <a:pt x="1142" y="175"/>
                    <a:pt x="1125" y="78"/>
                    <a:pt x="1055" y="28"/>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0"/>
            <p:cNvSpPr/>
            <p:nvPr/>
          </p:nvSpPr>
          <p:spPr>
            <a:xfrm>
              <a:off x="2969250" y="4872150"/>
              <a:ext cx="40800" cy="53200"/>
            </a:xfrm>
            <a:custGeom>
              <a:rect b="b" l="l" r="r" t="t"/>
              <a:pathLst>
                <a:path extrusionOk="0" h="2128" w="1632">
                  <a:moveTo>
                    <a:pt x="1455" y="1"/>
                  </a:moveTo>
                  <a:cubicBezTo>
                    <a:pt x="1406" y="1"/>
                    <a:pt x="1359" y="23"/>
                    <a:pt x="1329" y="66"/>
                  </a:cubicBezTo>
                  <a:lnTo>
                    <a:pt x="49" y="1882"/>
                  </a:lnTo>
                  <a:cubicBezTo>
                    <a:pt x="0" y="1952"/>
                    <a:pt x="17" y="2049"/>
                    <a:pt x="87" y="2098"/>
                  </a:cubicBezTo>
                  <a:cubicBezTo>
                    <a:pt x="114" y="2118"/>
                    <a:pt x="146" y="2128"/>
                    <a:pt x="176" y="2128"/>
                  </a:cubicBezTo>
                  <a:cubicBezTo>
                    <a:pt x="224" y="2128"/>
                    <a:pt x="273" y="2103"/>
                    <a:pt x="303" y="2061"/>
                  </a:cubicBezTo>
                  <a:lnTo>
                    <a:pt x="1582" y="245"/>
                  </a:lnTo>
                  <a:cubicBezTo>
                    <a:pt x="1632" y="175"/>
                    <a:pt x="1615" y="79"/>
                    <a:pt x="1545" y="29"/>
                  </a:cubicBezTo>
                  <a:cubicBezTo>
                    <a:pt x="1517" y="10"/>
                    <a:pt x="1486" y="1"/>
                    <a:pt x="145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0"/>
            <p:cNvSpPr/>
            <p:nvPr/>
          </p:nvSpPr>
          <p:spPr>
            <a:xfrm>
              <a:off x="2935775" y="4866075"/>
              <a:ext cx="28550" cy="35750"/>
            </a:xfrm>
            <a:custGeom>
              <a:rect b="b" l="l" r="r" t="t"/>
              <a:pathLst>
                <a:path extrusionOk="0" h="1430" w="1142">
                  <a:moveTo>
                    <a:pt x="965" y="1"/>
                  </a:moveTo>
                  <a:cubicBezTo>
                    <a:pt x="916" y="1"/>
                    <a:pt x="869" y="23"/>
                    <a:pt x="839" y="66"/>
                  </a:cubicBezTo>
                  <a:lnTo>
                    <a:pt x="50" y="1185"/>
                  </a:lnTo>
                  <a:cubicBezTo>
                    <a:pt x="0" y="1253"/>
                    <a:pt x="19" y="1351"/>
                    <a:pt x="89" y="1401"/>
                  </a:cubicBezTo>
                  <a:cubicBezTo>
                    <a:pt x="115" y="1421"/>
                    <a:pt x="147" y="1429"/>
                    <a:pt x="177" y="1429"/>
                  </a:cubicBezTo>
                  <a:cubicBezTo>
                    <a:pt x="227" y="1429"/>
                    <a:pt x="276" y="1406"/>
                    <a:pt x="305" y="1363"/>
                  </a:cubicBezTo>
                  <a:lnTo>
                    <a:pt x="1092" y="245"/>
                  </a:lnTo>
                  <a:cubicBezTo>
                    <a:pt x="1142" y="175"/>
                    <a:pt x="1125" y="79"/>
                    <a:pt x="1055"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0"/>
            <p:cNvSpPr/>
            <p:nvPr/>
          </p:nvSpPr>
          <p:spPr>
            <a:xfrm>
              <a:off x="2951050" y="4876825"/>
              <a:ext cx="28575" cy="35750"/>
            </a:xfrm>
            <a:custGeom>
              <a:rect b="b" l="l" r="r" t="t"/>
              <a:pathLst>
                <a:path extrusionOk="0" h="1430" w="1143">
                  <a:moveTo>
                    <a:pt x="965" y="1"/>
                  </a:moveTo>
                  <a:cubicBezTo>
                    <a:pt x="917" y="1"/>
                    <a:pt x="869" y="23"/>
                    <a:pt x="838" y="66"/>
                  </a:cubicBezTo>
                  <a:lnTo>
                    <a:pt x="51" y="1185"/>
                  </a:lnTo>
                  <a:cubicBezTo>
                    <a:pt x="1" y="1253"/>
                    <a:pt x="18" y="1351"/>
                    <a:pt x="88" y="1401"/>
                  </a:cubicBezTo>
                  <a:cubicBezTo>
                    <a:pt x="115" y="1421"/>
                    <a:pt x="147" y="1429"/>
                    <a:pt x="178" y="1429"/>
                  </a:cubicBezTo>
                  <a:cubicBezTo>
                    <a:pt x="225" y="1429"/>
                    <a:pt x="274" y="1406"/>
                    <a:pt x="304" y="1363"/>
                  </a:cubicBezTo>
                  <a:lnTo>
                    <a:pt x="1092" y="245"/>
                  </a:lnTo>
                  <a:cubicBezTo>
                    <a:pt x="1142" y="175"/>
                    <a:pt x="1124" y="79"/>
                    <a:pt x="1054"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0"/>
            <p:cNvSpPr/>
            <p:nvPr/>
          </p:nvSpPr>
          <p:spPr>
            <a:xfrm>
              <a:off x="3018600" y="4906975"/>
              <a:ext cx="40850" cy="53200"/>
            </a:xfrm>
            <a:custGeom>
              <a:rect b="b" l="l" r="r" t="t"/>
              <a:pathLst>
                <a:path extrusionOk="0" h="2128" w="1634">
                  <a:moveTo>
                    <a:pt x="1457" y="1"/>
                  </a:moveTo>
                  <a:cubicBezTo>
                    <a:pt x="1408" y="1"/>
                    <a:pt x="1360" y="23"/>
                    <a:pt x="1330" y="66"/>
                  </a:cubicBezTo>
                  <a:lnTo>
                    <a:pt x="51" y="1882"/>
                  </a:lnTo>
                  <a:cubicBezTo>
                    <a:pt x="1" y="1952"/>
                    <a:pt x="19" y="2049"/>
                    <a:pt x="88" y="2098"/>
                  </a:cubicBezTo>
                  <a:cubicBezTo>
                    <a:pt x="115" y="2118"/>
                    <a:pt x="146" y="2128"/>
                    <a:pt x="178" y="2128"/>
                  </a:cubicBezTo>
                  <a:cubicBezTo>
                    <a:pt x="226" y="2128"/>
                    <a:pt x="274" y="2104"/>
                    <a:pt x="305" y="2061"/>
                  </a:cubicBezTo>
                  <a:lnTo>
                    <a:pt x="1584" y="245"/>
                  </a:lnTo>
                  <a:cubicBezTo>
                    <a:pt x="1634" y="175"/>
                    <a:pt x="1615" y="79"/>
                    <a:pt x="1545" y="29"/>
                  </a:cubicBezTo>
                  <a:cubicBezTo>
                    <a:pt x="1519"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0"/>
            <p:cNvSpPr/>
            <p:nvPr/>
          </p:nvSpPr>
          <p:spPr>
            <a:xfrm>
              <a:off x="2985200" y="4900875"/>
              <a:ext cx="28575" cy="35725"/>
            </a:xfrm>
            <a:custGeom>
              <a:rect b="b" l="l" r="r" t="t"/>
              <a:pathLst>
                <a:path extrusionOk="0" h="1429" w="1143">
                  <a:moveTo>
                    <a:pt x="967" y="0"/>
                  </a:moveTo>
                  <a:cubicBezTo>
                    <a:pt x="917" y="0"/>
                    <a:pt x="869" y="23"/>
                    <a:pt x="838" y="66"/>
                  </a:cubicBezTo>
                  <a:lnTo>
                    <a:pt x="51" y="1183"/>
                  </a:lnTo>
                  <a:cubicBezTo>
                    <a:pt x="1" y="1253"/>
                    <a:pt x="19" y="1350"/>
                    <a:pt x="88" y="1400"/>
                  </a:cubicBezTo>
                  <a:cubicBezTo>
                    <a:pt x="115" y="1419"/>
                    <a:pt x="148" y="1429"/>
                    <a:pt x="178" y="1429"/>
                  </a:cubicBezTo>
                  <a:cubicBezTo>
                    <a:pt x="227" y="1429"/>
                    <a:pt x="274" y="1407"/>
                    <a:pt x="305" y="1362"/>
                  </a:cubicBezTo>
                  <a:lnTo>
                    <a:pt x="1092" y="244"/>
                  </a:lnTo>
                  <a:cubicBezTo>
                    <a:pt x="1142" y="174"/>
                    <a:pt x="1124" y="77"/>
                    <a:pt x="1055" y="27"/>
                  </a:cubicBezTo>
                  <a:cubicBezTo>
                    <a:pt x="1028" y="9"/>
                    <a:pt x="997" y="0"/>
                    <a:pt x="96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0"/>
            <p:cNvSpPr/>
            <p:nvPr/>
          </p:nvSpPr>
          <p:spPr>
            <a:xfrm>
              <a:off x="3000500" y="4911625"/>
              <a:ext cx="28525" cy="35725"/>
            </a:xfrm>
            <a:custGeom>
              <a:rect b="b" l="l" r="r" t="t"/>
              <a:pathLst>
                <a:path extrusionOk="0" h="1429" w="1141">
                  <a:moveTo>
                    <a:pt x="964" y="1"/>
                  </a:moveTo>
                  <a:cubicBezTo>
                    <a:pt x="916" y="1"/>
                    <a:pt x="868" y="23"/>
                    <a:pt x="838" y="66"/>
                  </a:cubicBezTo>
                  <a:lnTo>
                    <a:pt x="49" y="1185"/>
                  </a:lnTo>
                  <a:cubicBezTo>
                    <a:pt x="0" y="1253"/>
                    <a:pt x="17" y="1350"/>
                    <a:pt x="87" y="1400"/>
                  </a:cubicBezTo>
                  <a:cubicBezTo>
                    <a:pt x="115" y="1420"/>
                    <a:pt x="146" y="1429"/>
                    <a:pt x="176" y="1429"/>
                  </a:cubicBezTo>
                  <a:cubicBezTo>
                    <a:pt x="225" y="1429"/>
                    <a:pt x="273" y="1406"/>
                    <a:pt x="303" y="1363"/>
                  </a:cubicBezTo>
                  <a:lnTo>
                    <a:pt x="1090" y="244"/>
                  </a:lnTo>
                  <a:cubicBezTo>
                    <a:pt x="1140" y="174"/>
                    <a:pt x="1123" y="79"/>
                    <a:pt x="1053" y="29"/>
                  </a:cubicBezTo>
                  <a:cubicBezTo>
                    <a:pt x="1026" y="10"/>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0"/>
            <p:cNvSpPr/>
            <p:nvPr/>
          </p:nvSpPr>
          <p:spPr>
            <a:xfrm>
              <a:off x="3068050" y="4941775"/>
              <a:ext cx="40800" cy="53175"/>
            </a:xfrm>
            <a:custGeom>
              <a:rect b="b" l="l" r="r" t="t"/>
              <a:pathLst>
                <a:path extrusionOk="0" h="2127" w="1632">
                  <a:moveTo>
                    <a:pt x="1457" y="0"/>
                  </a:moveTo>
                  <a:cubicBezTo>
                    <a:pt x="1408" y="0"/>
                    <a:pt x="1360" y="23"/>
                    <a:pt x="1329" y="66"/>
                  </a:cubicBezTo>
                  <a:lnTo>
                    <a:pt x="50" y="1882"/>
                  </a:lnTo>
                  <a:cubicBezTo>
                    <a:pt x="0" y="1952"/>
                    <a:pt x="17" y="2048"/>
                    <a:pt x="87" y="2098"/>
                  </a:cubicBezTo>
                  <a:cubicBezTo>
                    <a:pt x="115" y="2118"/>
                    <a:pt x="146" y="2126"/>
                    <a:pt x="177" y="2126"/>
                  </a:cubicBezTo>
                  <a:cubicBezTo>
                    <a:pt x="225" y="2126"/>
                    <a:pt x="273" y="2103"/>
                    <a:pt x="303" y="2060"/>
                  </a:cubicBezTo>
                  <a:lnTo>
                    <a:pt x="1582" y="244"/>
                  </a:lnTo>
                  <a:cubicBezTo>
                    <a:pt x="1632" y="174"/>
                    <a:pt x="1615" y="77"/>
                    <a:pt x="1545" y="27"/>
                  </a:cubicBezTo>
                  <a:cubicBezTo>
                    <a:pt x="1518" y="9"/>
                    <a:pt x="1487"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0"/>
            <p:cNvSpPr/>
            <p:nvPr/>
          </p:nvSpPr>
          <p:spPr>
            <a:xfrm>
              <a:off x="3034600" y="4935700"/>
              <a:ext cx="28550" cy="35725"/>
            </a:xfrm>
            <a:custGeom>
              <a:rect b="b" l="l" r="r" t="t"/>
              <a:pathLst>
                <a:path extrusionOk="0" h="1429" w="1142">
                  <a:moveTo>
                    <a:pt x="966" y="0"/>
                  </a:moveTo>
                  <a:cubicBezTo>
                    <a:pt x="917" y="0"/>
                    <a:pt x="869" y="23"/>
                    <a:pt x="838" y="66"/>
                  </a:cubicBezTo>
                  <a:lnTo>
                    <a:pt x="49" y="1183"/>
                  </a:lnTo>
                  <a:cubicBezTo>
                    <a:pt x="1" y="1253"/>
                    <a:pt x="18" y="1350"/>
                    <a:pt x="88" y="1400"/>
                  </a:cubicBezTo>
                  <a:cubicBezTo>
                    <a:pt x="114" y="1419"/>
                    <a:pt x="147" y="1429"/>
                    <a:pt x="177" y="1429"/>
                  </a:cubicBezTo>
                  <a:cubicBezTo>
                    <a:pt x="225" y="1429"/>
                    <a:pt x="274" y="1405"/>
                    <a:pt x="304" y="1362"/>
                  </a:cubicBezTo>
                  <a:lnTo>
                    <a:pt x="1091" y="244"/>
                  </a:lnTo>
                  <a:cubicBezTo>
                    <a:pt x="1141" y="174"/>
                    <a:pt x="1124" y="77"/>
                    <a:pt x="1054" y="27"/>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0"/>
            <p:cNvSpPr/>
            <p:nvPr/>
          </p:nvSpPr>
          <p:spPr>
            <a:xfrm>
              <a:off x="3049850" y="4946400"/>
              <a:ext cx="28575" cy="35750"/>
            </a:xfrm>
            <a:custGeom>
              <a:rect b="b" l="l" r="r" t="t"/>
              <a:pathLst>
                <a:path extrusionOk="0" h="1430" w="1143">
                  <a:moveTo>
                    <a:pt x="967" y="1"/>
                  </a:moveTo>
                  <a:cubicBezTo>
                    <a:pt x="918" y="1"/>
                    <a:pt x="869" y="23"/>
                    <a:pt x="838" y="66"/>
                  </a:cubicBezTo>
                  <a:lnTo>
                    <a:pt x="51" y="1184"/>
                  </a:lnTo>
                  <a:cubicBezTo>
                    <a:pt x="1" y="1254"/>
                    <a:pt x="20" y="1351"/>
                    <a:pt x="88" y="1401"/>
                  </a:cubicBezTo>
                  <a:cubicBezTo>
                    <a:pt x="115" y="1420"/>
                    <a:pt x="147" y="1430"/>
                    <a:pt x="178" y="1430"/>
                  </a:cubicBezTo>
                  <a:cubicBezTo>
                    <a:pt x="227" y="1430"/>
                    <a:pt x="274" y="1405"/>
                    <a:pt x="305" y="1362"/>
                  </a:cubicBezTo>
                  <a:lnTo>
                    <a:pt x="1093" y="245"/>
                  </a:lnTo>
                  <a:cubicBezTo>
                    <a:pt x="1143" y="175"/>
                    <a:pt x="1124" y="78"/>
                    <a:pt x="1055" y="28"/>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0"/>
            <p:cNvSpPr/>
            <p:nvPr/>
          </p:nvSpPr>
          <p:spPr>
            <a:xfrm>
              <a:off x="3117400" y="4976550"/>
              <a:ext cx="40850" cy="53175"/>
            </a:xfrm>
            <a:custGeom>
              <a:rect b="b" l="l" r="r" t="t"/>
              <a:pathLst>
                <a:path extrusionOk="0" h="2127" w="1634">
                  <a:moveTo>
                    <a:pt x="1458" y="1"/>
                  </a:moveTo>
                  <a:cubicBezTo>
                    <a:pt x="1409" y="1"/>
                    <a:pt x="1360" y="23"/>
                    <a:pt x="1330" y="65"/>
                  </a:cubicBezTo>
                  <a:lnTo>
                    <a:pt x="51" y="1882"/>
                  </a:lnTo>
                  <a:cubicBezTo>
                    <a:pt x="1" y="1952"/>
                    <a:pt x="19" y="2048"/>
                    <a:pt x="88" y="2098"/>
                  </a:cubicBezTo>
                  <a:cubicBezTo>
                    <a:pt x="115" y="2118"/>
                    <a:pt x="148" y="2127"/>
                    <a:pt x="178" y="2127"/>
                  </a:cubicBezTo>
                  <a:cubicBezTo>
                    <a:pt x="227" y="2127"/>
                    <a:pt x="275" y="2104"/>
                    <a:pt x="305" y="2061"/>
                  </a:cubicBezTo>
                  <a:lnTo>
                    <a:pt x="1584" y="244"/>
                  </a:lnTo>
                  <a:cubicBezTo>
                    <a:pt x="1634" y="175"/>
                    <a:pt x="1615" y="78"/>
                    <a:pt x="1547" y="28"/>
                  </a:cubicBezTo>
                  <a:cubicBezTo>
                    <a:pt x="1520" y="10"/>
                    <a:pt x="1489" y="1"/>
                    <a:pt x="1458"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0"/>
            <p:cNvSpPr/>
            <p:nvPr/>
          </p:nvSpPr>
          <p:spPr>
            <a:xfrm>
              <a:off x="3084000" y="4970475"/>
              <a:ext cx="28575" cy="35725"/>
            </a:xfrm>
            <a:custGeom>
              <a:rect b="b" l="l" r="r" t="t"/>
              <a:pathLst>
                <a:path extrusionOk="0" h="1429" w="1143">
                  <a:moveTo>
                    <a:pt x="966" y="1"/>
                  </a:moveTo>
                  <a:cubicBezTo>
                    <a:pt x="917" y="1"/>
                    <a:pt x="869" y="23"/>
                    <a:pt x="840" y="65"/>
                  </a:cubicBezTo>
                  <a:lnTo>
                    <a:pt x="51" y="1184"/>
                  </a:lnTo>
                  <a:cubicBezTo>
                    <a:pt x="1" y="1254"/>
                    <a:pt x="19" y="1350"/>
                    <a:pt x="89" y="1400"/>
                  </a:cubicBezTo>
                  <a:cubicBezTo>
                    <a:pt x="115" y="1420"/>
                    <a:pt x="148" y="1428"/>
                    <a:pt x="178" y="1428"/>
                  </a:cubicBezTo>
                  <a:cubicBezTo>
                    <a:pt x="227" y="1428"/>
                    <a:pt x="275" y="1405"/>
                    <a:pt x="305" y="1362"/>
                  </a:cubicBezTo>
                  <a:lnTo>
                    <a:pt x="1093" y="244"/>
                  </a:lnTo>
                  <a:cubicBezTo>
                    <a:pt x="1143" y="175"/>
                    <a:pt x="1125" y="78"/>
                    <a:pt x="1055"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0"/>
            <p:cNvSpPr/>
            <p:nvPr/>
          </p:nvSpPr>
          <p:spPr>
            <a:xfrm>
              <a:off x="3099275" y="4981200"/>
              <a:ext cx="28525" cy="35700"/>
            </a:xfrm>
            <a:custGeom>
              <a:rect b="b" l="l" r="r" t="t"/>
              <a:pathLst>
                <a:path extrusionOk="0" h="1428" w="1141">
                  <a:moveTo>
                    <a:pt x="964" y="1"/>
                  </a:moveTo>
                  <a:cubicBezTo>
                    <a:pt x="916" y="1"/>
                    <a:pt x="868" y="23"/>
                    <a:pt x="837" y="65"/>
                  </a:cubicBezTo>
                  <a:lnTo>
                    <a:pt x="50" y="1183"/>
                  </a:lnTo>
                  <a:cubicBezTo>
                    <a:pt x="0" y="1254"/>
                    <a:pt x="17" y="1349"/>
                    <a:pt x="87" y="1399"/>
                  </a:cubicBezTo>
                  <a:cubicBezTo>
                    <a:pt x="114" y="1419"/>
                    <a:pt x="146" y="1428"/>
                    <a:pt x="176" y="1428"/>
                  </a:cubicBezTo>
                  <a:cubicBezTo>
                    <a:pt x="224" y="1428"/>
                    <a:pt x="273" y="1406"/>
                    <a:pt x="303" y="1362"/>
                  </a:cubicBezTo>
                  <a:lnTo>
                    <a:pt x="1090" y="243"/>
                  </a:lnTo>
                  <a:cubicBezTo>
                    <a:pt x="1140" y="175"/>
                    <a:pt x="1123" y="78"/>
                    <a:pt x="1053" y="28"/>
                  </a:cubicBezTo>
                  <a:cubicBezTo>
                    <a:pt x="1026" y="9"/>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0"/>
            <p:cNvSpPr/>
            <p:nvPr/>
          </p:nvSpPr>
          <p:spPr>
            <a:xfrm>
              <a:off x="3166800" y="5011325"/>
              <a:ext cx="40825" cy="53200"/>
            </a:xfrm>
            <a:custGeom>
              <a:rect b="b" l="l" r="r" t="t"/>
              <a:pathLst>
                <a:path extrusionOk="0" h="2128" w="1633">
                  <a:moveTo>
                    <a:pt x="1456" y="0"/>
                  </a:moveTo>
                  <a:cubicBezTo>
                    <a:pt x="1408" y="0"/>
                    <a:pt x="1360" y="23"/>
                    <a:pt x="1330" y="66"/>
                  </a:cubicBezTo>
                  <a:lnTo>
                    <a:pt x="51" y="1883"/>
                  </a:lnTo>
                  <a:cubicBezTo>
                    <a:pt x="1" y="1952"/>
                    <a:pt x="18" y="2049"/>
                    <a:pt x="88" y="2099"/>
                  </a:cubicBezTo>
                  <a:cubicBezTo>
                    <a:pt x="115" y="2119"/>
                    <a:pt x="147" y="2127"/>
                    <a:pt x="178" y="2127"/>
                  </a:cubicBezTo>
                  <a:cubicBezTo>
                    <a:pt x="228" y="2127"/>
                    <a:pt x="274" y="2103"/>
                    <a:pt x="304" y="2062"/>
                  </a:cubicBezTo>
                  <a:lnTo>
                    <a:pt x="1583" y="244"/>
                  </a:lnTo>
                  <a:cubicBezTo>
                    <a:pt x="1633" y="174"/>
                    <a:pt x="1615" y="79"/>
                    <a:pt x="1545" y="29"/>
                  </a:cubicBezTo>
                  <a:cubicBezTo>
                    <a:pt x="1518" y="10"/>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0"/>
            <p:cNvSpPr/>
            <p:nvPr/>
          </p:nvSpPr>
          <p:spPr>
            <a:xfrm>
              <a:off x="3133400" y="5005250"/>
              <a:ext cx="28575" cy="35725"/>
            </a:xfrm>
            <a:custGeom>
              <a:rect b="b" l="l" r="r" t="t"/>
              <a:pathLst>
                <a:path extrusionOk="0" h="1429" w="1143">
                  <a:moveTo>
                    <a:pt x="965" y="1"/>
                  </a:moveTo>
                  <a:cubicBezTo>
                    <a:pt x="917" y="1"/>
                    <a:pt x="869" y="23"/>
                    <a:pt x="838" y="66"/>
                  </a:cubicBezTo>
                  <a:lnTo>
                    <a:pt x="51" y="1185"/>
                  </a:lnTo>
                  <a:cubicBezTo>
                    <a:pt x="1" y="1253"/>
                    <a:pt x="18" y="1350"/>
                    <a:pt x="88" y="1400"/>
                  </a:cubicBezTo>
                  <a:cubicBezTo>
                    <a:pt x="115" y="1420"/>
                    <a:pt x="147" y="1429"/>
                    <a:pt x="178" y="1429"/>
                  </a:cubicBezTo>
                  <a:cubicBezTo>
                    <a:pt x="225" y="1429"/>
                    <a:pt x="274" y="1406"/>
                    <a:pt x="304" y="1363"/>
                  </a:cubicBezTo>
                  <a:lnTo>
                    <a:pt x="1093" y="244"/>
                  </a:lnTo>
                  <a:cubicBezTo>
                    <a:pt x="1143" y="174"/>
                    <a:pt x="1124" y="79"/>
                    <a:pt x="1054"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0"/>
            <p:cNvSpPr/>
            <p:nvPr/>
          </p:nvSpPr>
          <p:spPr>
            <a:xfrm>
              <a:off x="3148675" y="5016025"/>
              <a:ext cx="28550" cy="35700"/>
            </a:xfrm>
            <a:custGeom>
              <a:rect b="b" l="l" r="r" t="t"/>
              <a:pathLst>
                <a:path extrusionOk="0" h="1428" w="1142">
                  <a:moveTo>
                    <a:pt x="965" y="1"/>
                  </a:moveTo>
                  <a:cubicBezTo>
                    <a:pt x="916" y="1"/>
                    <a:pt x="868" y="23"/>
                    <a:pt x="837" y="65"/>
                  </a:cubicBezTo>
                  <a:lnTo>
                    <a:pt x="50" y="1184"/>
                  </a:lnTo>
                  <a:cubicBezTo>
                    <a:pt x="0" y="1254"/>
                    <a:pt x="19" y="1349"/>
                    <a:pt x="87" y="1399"/>
                  </a:cubicBezTo>
                  <a:cubicBezTo>
                    <a:pt x="114" y="1419"/>
                    <a:pt x="147" y="1428"/>
                    <a:pt x="177" y="1428"/>
                  </a:cubicBezTo>
                  <a:cubicBezTo>
                    <a:pt x="226" y="1428"/>
                    <a:pt x="274" y="1405"/>
                    <a:pt x="304" y="1362"/>
                  </a:cubicBezTo>
                  <a:lnTo>
                    <a:pt x="1092" y="243"/>
                  </a:lnTo>
                  <a:cubicBezTo>
                    <a:pt x="1142" y="175"/>
                    <a:pt x="1123" y="78"/>
                    <a:pt x="1055" y="28"/>
                  </a:cubicBezTo>
                  <a:cubicBezTo>
                    <a:pt x="1027" y="9"/>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0"/>
            <p:cNvSpPr/>
            <p:nvPr/>
          </p:nvSpPr>
          <p:spPr>
            <a:xfrm>
              <a:off x="3216250" y="5046150"/>
              <a:ext cx="40825" cy="53175"/>
            </a:xfrm>
            <a:custGeom>
              <a:rect b="b" l="l" r="r" t="t"/>
              <a:pathLst>
                <a:path extrusionOk="0" h="2127" w="1633">
                  <a:moveTo>
                    <a:pt x="1456" y="1"/>
                  </a:moveTo>
                  <a:cubicBezTo>
                    <a:pt x="1407" y="1"/>
                    <a:pt x="1360" y="23"/>
                    <a:pt x="1329" y="66"/>
                  </a:cubicBezTo>
                  <a:lnTo>
                    <a:pt x="50" y="1880"/>
                  </a:lnTo>
                  <a:cubicBezTo>
                    <a:pt x="0" y="1950"/>
                    <a:pt x="18" y="2048"/>
                    <a:pt x="88" y="2098"/>
                  </a:cubicBezTo>
                  <a:cubicBezTo>
                    <a:pt x="115" y="2116"/>
                    <a:pt x="146" y="2126"/>
                    <a:pt x="176" y="2126"/>
                  </a:cubicBezTo>
                  <a:cubicBezTo>
                    <a:pt x="225" y="2126"/>
                    <a:pt x="273" y="2102"/>
                    <a:pt x="303" y="2059"/>
                  </a:cubicBezTo>
                  <a:lnTo>
                    <a:pt x="1582" y="244"/>
                  </a:lnTo>
                  <a:cubicBezTo>
                    <a:pt x="1632" y="174"/>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0"/>
            <p:cNvSpPr/>
            <p:nvPr/>
          </p:nvSpPr>
          <p:spPr>
            <a:xfrm>
              <a:off x="3182775" y="5040050"/>
              <a:ext cx="28575" cy="35725"/>
            </a:xfrm>
            <a:custGeom>
              <a:rect b="b" l="l" r="r" t="t"/>
              <a:pathLst>
                <a:path extrusionOk="0" h="1429" w="1143">
                  <a:moveTo>
                    <a:pt x="966" y="0"/>
                  </a:moveTo>
                  <a:cubicBezTo>
                    <a:pt x="917" y="0"/>
                    <a:pt x="870" y="23"/>
                    <a:pt x="839" y="65"/>
                  </a:cubicBezTo>
                  <a:lnTo>
                    <a:pt x="51" y="1183"/>
                  </a:lnTo>
                  <a:cubicBezTo>
                    <a:pt x="1" y="1253"/>
                    <a:pt x="19" y="1350"/>
                    <a:pt x="89" y="1400"/>
                  </a:cubicBezTo>
                  <a:cubicBezTo>
                    <a:pt x="115" y="1419"/>
                    <a:pt x="148" y="1429"/>
                    <a:pt x="178" y="1429"/>
                  </a:cubicBezTo>
                  <a:cubicBezTo>
                    <a:pt x="228" y="1429"/>
                    <a:pt x="275" y="1406"/>
                    <a:pt x="305" y="1361"/>
                  </a:cubicBezTo>
                  <a:lnTo>
                    <a:pt x="1092" y="244"/>
                  </a:lnTo>
                  <a:cubicBezTo>
                    <a:pt x="1142" y="174"/>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0"/>
            <p:cNvSpPr/>
            <p:nvPr/>
          </p:nvSpPr>
          <p:spPr>
            <a:xfrm>
              <a:off x="3198075" y="5050800"/>
              <a:ext cx="28550" cy="35725"/>
            </a:xfrm>
            <a:custGeom>
              <a:rect b="b" l="l" r="r" t="t"/>
              <a:pathLst>
                <a:path extrusionOk="0" h="1429" w="1142">
                  <a:moveTo>
                    <a:pt x="965" y="0"/>
                  </a:moveTo>
                  <a:cubicBezTo>
                    <a:pt x="916" y="0"/>
                    <a:pt x="868" y="23"/>
                    <a:pt x="837" y="66"/>
                  </a:cubicBezTo>
                  <a:lnTo>
                    <a:pt x="50" y="1184"/>
                  </a:lnTo>
                  <a:cubicBezTo>
                    <a:pt x="0" y="1253"/>
                    <a:pt x="17" y="1350"/>
                    <a:pt x="87" y="1400"/>
                  </a:cubicBezTo>
                  <a:cubicBezTo>
                    <a:pt x="114" y="1420"/>
                    <a:pt x="146" y="1429"/>
                    <a:pt x="177" y="1429"/>
                  </a:cubicBezTo>
                  <a:cubicBezTo>
                    <a:pt x="224" y="1429"/>
                    <a:pt x="273" y="1406"/>
                    <a:pt x="303" y="1363"/>
                  </a:cubicBezTo>
                  <a:lnTo>
                    <a:pt x="1092" y="244"/>
                  </a:lnTo>
                  <a:cubicBezTo>
                    <a:pt x="1142" y="174"/>
                    <a:pt x="1123" y="78"/>
                    <a:pt x="1053" y="28"/>
                  </a:cubicBezTo>
                  <a:cubicBezTo>
                    <a:pt x="1026" y="9"/>
                    <a:pt x="995"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0"/>
            <p:cNvSpPr/>
            <p:nvPr/>
          </p:nvSpPr>
          <p:spPr>
            <a:xfrm>
              <a:off x="2866550" y="4571350"/>
              <a:ext cx="32625" cy="41525"/>
            </a:xfrm>
            <a:custGeom>
              <a:rect b="b" l="l" r="r" t="t"/>
              <a:pathLst>
                <a:path extrusionOk="0" h="1661" w="1305">
                  <a:moveTo>
                    <a:pt x="1129" y="0"/>
                  </a:moveTo>
                  <a:cubicBezTo>
                    <a:pt x="1081" y="0"/>
                    <a:pt x="1033" y="23"/>
                    <a:pt x="1002" y="66"/>
                  </a:cubicBezTo>
                  <a:lnTo>
                    <a:pt x="49" y="1416"/>
                  </a:lnTo>
                  <a:cubicBezTo>
                    <a:pt x="0" y="1485"/>
                    <a:pt x="17" y="1582"/>
                    <a:pt x="87" y="1632"/>
                  </a:cubicBezTo>
                  <a:cubicBezTo>
                    <a:pt x="114" y="1652"/>
                    <a:pt x="146" y="1660"/>
                    <a:pt x="176" y="1660"/>
                  </a:cubicBezTo>
                  <a:cubicBezTo>
                    <a:pt x="225" y="1660"/>
                    <a:pt x="273" y="1638"/>
                    <a:pt x="303" y="1595"/>
                  </a:cubicBezTo>
                  <a:lnTo>
                    <a:pt x="1255" y="244"/>
                  </a:lnTo>
                  <a:cubicBezTo>
                    <a:pt x="1305" y="174"/>
                    <a:pt x="1288" y="77"/>
                    <a:pt x="1218" y="27"/>
                  </a:cubicBezTo>
                  <a:cubicBezTo>
                    <a:pt x="1191" y="9"/>
                    <a:pt x="1160" y="0"/>
                    <a:pt x="1129"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0"/>
            <p:cNvSpPr/>
            <p:nvPr/>
          </p:nvSpPr>
          <p:spPr>
            <a:xfrm>
              <a:off x="2861500" y="4576300"/>
              <a:ext cx="42675" cy="31575"/>
            </a:xfrm>
            <a:custGeom>
              <a:rect b="b" l="l" r="r" t="t"/>
              <a:pathLst>
                <a:path extrusionOk="0" h="1263" w="1707">
                  <a:moveTo>
                    <a:pt x="179" y="1"/>
                  </a:moveTo>
                  <a:cubicBezTo>
                    <a:pt x="130" y="1"/>
                    <a:pt x="81" y="23"/>
                    <a:pt x="51" y="66"/>
                  </a:cubicBezTo>
                  <a:cubicBezTo>
                    <a:pt x="1" y="135"/>
                    <a:pt x="19" y="232"/>
                    <a:pt x="89" y="282"/>
                  </a:cubicBezTo>
                  <a:lnTo>
                    <a:pt x="1441" y="1234"/>
                  </a:lnTo>
                  <a:cubicBezTo>
                    <a:pt x="1468" y="1254"/>
                    <a:pt x="1500" y="1262"/>
                    <a:pt x="1531" y="1262"/>
                  </a:cubicBezTo>
                  <a:cubicBezTo>
                    <a:pt x="1578" y="1262"/>
                    <a:pt x="1627" y="1239"/>
                    <a:pt x="1657" y="1197"/>
                  </a:cubicBezTo>
                  <a:cubicBezTo>
                    <a:pt x="1707" y="1127"/>
                    <a:pt x="1690" y="1029"/>
                    <a:pt x="1620" y="979"/>
                  </a:cubicBezTo>
                  <a:lnTo>
                    <a:pt x="268" y="28"/>
                  </a:lnTo>
                  <a:cubicBezTo>
                    <a:pt x="241" y="10"/>
                    <a:pt x="210" y="1"/>
                    <a:pt x="179"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8" name="Google Shape;4488;p60"/>
          <p:cNvGrpSpPr/>
          <p:nvPr/>
        </p:nvGrpSpPr>
        <p:grpSpPr>
          <a:xfrm>
            <a:off x="4064236" y="3987317"/>
            <a:ext cx="1082363" cy="837714"/>
            <a:chOff x="4064236" y="3987317"/>
            <a:chExt cx="1082363" cy="837714"/>
          </a:xfrm>
        </p:grpSpPr>
        <p:sp>
          <p:nvSpPr>
            <p:cNvPr id="4489" name="Google Shape;4489;p60"/>
            <p:cNvSpPr/>
            <p:nvPr/>
          </p:nvSpPr>
          <p:spPr>
            <a:xfrm rot="3448960">
              <a:off x="4896306" y="4208445"/>
              <a:ext cx="218593" cy="195066"/>
            </a:xfrm>
            <a:custGeom>
              <a:rect b="b" l="l" r="r" t="t"/>
              <a:pathLst>
                <a:path extrusionOk="0" h="7802" w="8743">
                  <a:moveTo>
                    <a:pt x="6174" y="0"/>
                  </a:moveTo>
                  <a:cubicBezTo>
                    <a:pt x="6073" y="0"/>
                    <a:pt x="5971" y="22"/>
                    <a:pt x="5874" y="68"/>
                  </a:cubicBezTo>
                  <a:lnTo>
                    <a:pt x="365" y="3812"/>
                  </a:lnTo>
                  <a:lnTo>
                    <a:pt x="0" y="4844"/>
                  </a:lnTo>
                  <a:lnTo>
                    <a:pt x="8378" y="7801"/>
                  </a:lnTo>
                  <a:lnTo>
                    <a:pt x="8742" y="6770"/>
                  </a:lnTo>
                  <a:lnTo>
                    <a:pt x="6805" y="397"/>
                  </a:lnTo>
                  <a:cubicBezTo>
                    <a:pt x="6685" y="147"/>
                    <a:pt x="6434" y="0"/>
                    <a:pt x="6174" y="0"/>
                  </a:cubicBezTo>
                  <a:close/>
                </a:path>
              </a:pathLst>
            </a:custGeom>
            <a:solidFill>
              <a:srgbClr val="F550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0"/>
            <p:cNvSpPr/>
            <p:nvPr/>
          </p:nvSpPr>
          <p:spPr>
            <a:xfrm rot="3448960">
              <a:off x="4882008" y="4234656"/>
              <a:ext cx="218568" cy="161039"/>
            </a:xfrm>
            <a:custGeom>
              <a:rect b="b" l="l" r="r" t="t"/>
              <a:pathLst>
                <a:path extrusionOk="0" h="6441" w="8742">
                  <a:moveTo>
                    <a:pt x="3970" y="1"/>
                  </a:moveTo>
                  <a:lnTo>
                    <a:pt x="363" y="2451"/>
                  </a:lnTo>
                  <a:lnTo>
                    <a:pt x="0" y="3483"/>
                  </a:lnTo>
                  <a:lnTo>
                    <a:pt x="8378" y="6440"/>
                  </a:lnTo>
                  <a:lnTo>
                    <a:pt x="8742" y="5409"/>
                  </a:lnTo>
                  <a:lnTo>
                    <a:pt x="7477" y="1252"/>
                  </a:lnTo>
                  <a:lnTo>
                    <a:pt x="4188" y="92"/>
                  </a:lnTo>
                  <a:cubicBezTo>
                    <a:pt x="4114" y="65"/>
                    <a:pt x="4041" y="32"/>
                    <a:pt x="3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0"/>
            <p:cNvSpPr/>
            <p:nvPr/>
          </p:nvSpPr>
          <p:spPr>
            <a:xfrm rot="3448960">
              <a:off x="5034590" y="4266934"/>
              <a:ext cx="87732" cy="65356"/>
            </a:xfrm>
            <a:custGeom>
              <a:rect b="b" l="l" r="r" t="t"/>
              <a:pathLst>
                <a:path extrusionOk="0" h="2614" w="3509">
                  <a:moveTo>
                    <a:pt x="2205" y="0"/>
                  </a:moveTo>
                  <a:cubicBezTo>
                    <a:pt x="2104" y="0"/>
                    <a:pt x="2002" y="22"/>
                    <a:pt x="1905" y="68"/>
                  </a:cubicBezTo>
                  <a:lnTo>
                    <a:pt x="1" y="1362"/>
                  </a:lnTo>
                  <a:cubicBezTo>
                    <a:pt x="75" y="1393"/>
                    <a:pt x="146" y="1426"/>
                    <a:pt x="221" y="1453"/>
                  </a:cubicBezTo>
                  <a:lnTo>
                    <a:pt x="3509" y="2613"/>
                  </a:lnTo>
                  <a:lnTo>
                    <a:pt x="2836" y="397"/>
                  </a:lnTo>
                  <a:cubicBezTo>
                    <a:pt x="2716" y="147"/>
                    <a:pt x="2465" y="0"/>
                    <a:pt x="2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0"/>
            <p:cNvSpPr/>
            <p:nvPr/>
          </p:nvSpPr>
          <p:spPr>
            <a:xfrm rot="3448960">
              <a:off x="4100255" y="4391164"/>
              <a:ext cx="251746" cy="223494"/>
            </a:xfrm>
            <a:custGeom>
              <a:rect b="b" l="l" r="r" t="t"/>
              <a:pathLst>
                <a:path extrusionOk="0" h="8939" w="10069">
                  <a:moveTo>
                    <a:pt x="5034" y="1"/>
                  </a:moveTo>
                  <a:cubicBezTo>
                    <a:pt x="3193" y="1"/>
                    <a:pt x="1470" y="1148"/>
                    <a:pt x="823" y="2983"/>
                  </a:cubicBezTo>
                  <a:cubicBezTo>
                    <a:pt x="1" y="5309"/>
                    <a:pt x="1220" y="7861"/>
                    <a:pt x="3547" y="8683"/>
                  </a:cubicBezTo>
                  <a:cubicBezTo>
                    <a:pt x="4039" y="8856"/>
                    <a:pt x="4541" y="8939"/>
                    <a:pt x="5035" y="8939"/>
                  </a:cubicBezTo>
                  <a:cubicBezTo>
                    <a:pt x="6876" y="8939"/>
                    <a:pt x="8599" y="7792"/>
                    <a:pt x="9247" y="5956"/>
                  </a:cubicBezTo>
                  <a:cubicBezTo>
                    <a:pt x="10068" y="3629"/>
                    <a:pt x="8848" y="1078"/>
                    <a:pt x="6521" y="257"/>
                  </a:cubicBezTo>
                  <a:cubicBezTo>
                    <a:pt x="6029" y="83"/>
                    <a:pt x="5527" y="1"/>
                    <a:pt x="5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0"/>
            <p:cNvSpPr/>
            <p:nvPr/>
          </p:nvSpPr>
          <p:spPr>
            <a:xfrm rot="3448960">
              <a:off x="4119245" y="4447457"/>
              <a:ext cx="81832" cy="71306"/>
            </a:xfrm>
            <a:custGeom>
              <a:rect b="b" l="l" r="r" t="t"/>
              <a:pathLst>
                <a:path extrusionOk="0" h="2852" w="3273">
                  <a:moveTo>
                    <a:pt x="777" y="0"/>
                  </a:moveTo>
                  <a:cubicBezTo>
                    <a:pt x="703" y="0"/>
                    <a:pt x="621" y="39"/>
                    <a:pt x="522" y="129"/>
                  </a:cubicBezTo>
                  <a:cubicBezTo>
                    <a:pt x="1" y="605"/>
                    <a:pt x="78" y="1536"/>
                    <a:pt x="694" y="2214"/>
                  </a:cubicBezTo>
                  <a:cubicBezTo>
                    <a:pt x="1071" y="2629"/>
                    <a:pt x="1564" y="2851"/>
                    <a:pt x="2009" y="2851"/>
                  </a:cubicBezTo>
                  <a:cubicBezTo>
                    <a:pt x="2289" y="2851"/>
                    <a:pt x="2550" y="2763"/>
                    <a:pt x="2751" y="2581"/>
                  </a:cubicBezTo>
                  <a:cubicBezTo>
                    <a:pt x="3273" y="2105"/>
                    <a:pt x="2351" y="1942"/>
                    <a:pt x="1735" y="1266"/>
                  </a:cubicBezTo>
                  <a:cubicBezTo>
                    <a:pt x="1236" y="717"/>
                    <a:pt x="1091" y="0"/>
                    <a:pt x="777"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0"/>
            <p:cNvSpPr/>
            <p:nvPr/>
          </p:nvSpPr>
          <p:spPr>
            <a:xfrm rot="3448960">
              <a:off x="4155904" y="4532945"/>
              <a:ext cx="15001" cy="13326"/>
            </a:xfrm>
            <a:custGeom>
              <a:rect b="b" l="l" r="r" t="t"/>
              <a:pathLst>
                <a:path extrusionOk="0" h="533" w="600">
                  <a:moveTo>
                    <a:pt x="298" y="1"/>
                  </a:moveTo>
                  <a:cubicBezTo>
                    <a:pt x="188" y="1"/>
                    <a:pt x="86" y="68"/>
                    <a:pt x="49" y="177"/>
                  </a:cubicBezTo>
                  <a:cubicBezTo>
                    <a:pt x="1" y="316"/>
                    <a:pt x="73" y="469"/>
                    <a:pt x="211" y="517"/>
                  </a:cubicBezTo>
                  <a:cubicBezTo>
                    <a:pt x="240" y="528"/>
                    <a:pt x="271" y="533"/>
                    <a:pt x="300" y="533"/>
                  </a:cubicBezTo>
                  <a:cubicBezTo>
                    <a:pt x="410" y="533"/>
                    <a:pt x="512" y="465"/>
                    <a:pt x="551" y="354"/>
                  </a:cubicBezTo>
                  <a:cubicBezTo>
                    <a:pt x="599" y="216"/>
                    <a:pt x="528" y="63"/>
                    <a:pt x="388" y="16"/>
                  </a:cubicBezTo>
                  <a:cubicBezTo>
                    <a:pt x="358" y="5"/>
                    <a:pt x="328" y="1"/>
                    <a:pt x="298"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0"/>
            <p:cNvSpPr/>
            <p:nvPr/>
          </p:nvSpPr>
          <p:spPr>
            <a:xfrm rot="3448960">
              <a:off x="4358665" y="4027102"/>
              <a:ext cx="468439" cy="781016"/>
            </a:xfrm>
            <a:custGeom>
              <a:rect b="b" l="l" r="r" t="t"/>
              <a:pathLst>
                <a:path extrusionOk="0" h="31238" w="18736">
                  <a:moveTo>
                    <a:pt x="9931" y="0"/>
                  </a:moveTo>
                  <a:lnTo>
                    <a:pt x="0" y="28129"/>
                  </a:lnTo>
                  <a:lnTo>
                    <a:pt x="8805" y="31237"/>
                  </a:lnTo>
                  <a:lnTo>
                    <a:pt x="18735" y="3108"/>
                  </a:lnTo>
                  <a:lnTo>
                    <a:pt x="993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0"/>
            <p:cNvSpPr/>
            <p:nvPr/>
          </p:nvSpPr>
          <p:spPr>
            <a:xfrm rot="3448960">
              <a:off x="4438470" y="4055248"/>
              <a:ext cx="308826" cy="724711"/>
            </a:xfrm>
            <a:custGeom>
              <a:rect b="b" l="l" r="r" t="t"/>
              <a:pathLst>
                <a:path extrusionOk="0" h="28986" w="12352">
                  <a:moveTo>
                    <a:pt x="9931" y="0"/>
                  </a:moveTo>
                  <a:lnTo>
                    <a:pt x="0" y="28131"/>
                  </a:lnTo>
                  <a:lnTo>
                    <a:pt x="2421" y="28985"/>
                  </a:lnTo>
                  <a:lnTo>
                    <a:pt x="12351" y="855"/>
                  </a:lnTo>
                  <a:lnTo>
                    <a:pt x="99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0"/>
            <p:cNvSpPr/>
            <p:nvPr/>
          </p:nvSpPr>
          <p:spPr>
            <a:xfrm rot="3448960">
              <a:off x="4889157" y="4213284"/>
              <a:ext cx="226894" cy="168814"/>
            </a:xfrm>
            <a:custGeom>
              <a:rect b="b" l="l" r="r" t="t"/>
              <a:pathLst>
                <a:path extrusionOk="0" h="6752" w="9075">
                  <a:moveTo>
                    <a:pt x="4158" y="333"/>
                  </a:moveTo>
                  <a:cubicBezTo>
                    <a:pt x="4208" y="355"/>
                    <a:pt x="4258" y="376"/>
                    <a:pt x="4311" y="393"/>
                  </a:cubicBezTo>
                  <a:lnTo>
                    <a:pt x="7526" y="1528"/>
                  </a:lnTo>
                  <a:lnTo>
                    <a:pt x="8752" y="5560"/>
                  </a:lnTo>
                  <a:lnTo>
                    <a:pt x="8458" y="6399"/>
                  </a:lnTo>
                  <a:lnTo>
                    <a:pt x="372" y="3544"/>
                  </a:lnTo>
                  <a:lnTo>
                    <a:pt x="668" y="2707"/>
                  </a:lnTo>
                  <a:lnTo>
                    <a:pt x="4158" y="333"/>
                  </a:lnTo>
                  <a:close/>
                  <a:moveTo>
                    <a:pt x="4145" y="0"/>
                  </a:moveTo>
                  <a:cubicBezTo>
                    <a:pt x="4115" y="0"/>
                    <a:pt x="4084" y="9"/>
                    <a:pt x="4058" y="28"/>
                  </a:cubicBezTo>
                  <a:lnTo>
                    <a:pt x="453" y="2478"/>
                  </a:lnTo>
                  <a:cubicBezTo>
                    <a:pt x="426" y="2497"/>
                    <a:pt x="405" y="2524"/>
                    <a:pt x="393" y="2554"/>
                  </a:cubicBezTo>
                  <a:lnTo>
                    <a:pt x="29" y="3587"/>
                  </a:lnTo>
                  <a:cubicBezTo>
                    <a:pt x="0" y="3667"/>
                    <a:pt x="43" y="3757"/>
                    <a:pt x="125" y="3786"/>
                  </a:cubicBezTo>
                  <a:lnTo>
                    <a:pt x="8500" y="6743"/>
                  </a:lnTo>
                  <a:cubicBezTo>
                    <a:pt x="8519" y="6749"/>
                    <a:pt x="8535" y="6752"/>
                    <a:pt x="8552" y="6752"/>
                  </a:cubicBezTo>
                  <a:cubicBezTo>
                    <a:pt x="8573" y="6752"/>
                    <a:pt x="8598" y="6746"/>
                    <a:pt x="8622" y="6733"/>
                  </a:cubicBezTo>
                  <a:cubicBezTo>
                    <a:pt x="8658" y="6716"/>
                    <a:pt x="8686" y="6686"/>
                    <a:pt x="8700" y="6646"/>
                  </a:cubicBezTo>
                  <a:lnTo>
                    <a:pt x="9065" y="5614"/>
                  </a:lnTo>
                  <a:cubicBezTo>
                    <a:pt x="9075" y="5583"/>
                    <a:pt x="9075" y="5550"/>
                    <a:pt x="9066" y="5517"/>
                  </a:cubicBezTo>
                  <a:lnTo>
                    <a:pt x="7802" y="1361"/>
                  </a:lnTo>
                  <a:cubicBezTo>
                    <a:pt x="7787" y="1314"/>
                    <a:pt x="7752" y="1275"/>
                    <a:pt x="7706" y="1259"/>
                  </a:cubicBezTo>
                  <a:lnTo>
                    <a:pt x="4417" y="99"/>
                  </a:lnTo>
                  <a:cubicBezTo>
                    <a:pt x="4344" y="73"/>
                    <a:pt x="4277" y="43"/>
                    <a:pt x="4208" y="13"/>
                  </a:cubicBezTo>
                  <a:cubicBezTo>
                    <a:pt x="4188" y="5"/>
                    <a:pt x="4167" y="0"/>
                    <a:pt x="414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0"/>
            <p:cNvSpPr/>
            <p:nvPr/>
          </p:nvSpPr>
          <p:spPr>
            <a:xfrm rot="3448960">
              <a:off x="5042019" y="4245919"/>
              <a:ext cx="95908" cy="73106"/>
            </a:xfrm>
            <a:custGeom>
              <a:rect b="b" l="l" r="r" t="t"/>
              <a:pathLst>
                <a:path extrusionOk="0" h="2924" w="3836">
                  <a:moveTo>
                    <a:pt x="2363" y="310"/>
                  </a:moveTo>
                  <a:cubicBezTo>
                    <a:pt x="2424" y="310"/>
                    <a:pt x="2486" y="320"/>
                    <a:pt x="2545" y="340"/>
                  </a:cubicBezTo>
                  <a:cubicBezTo>
                    <a:pt x="2681" y="389"/>
                    <a:pt x="2792" y="488"/>
                    <a:pt x="2845" y="596"/>
                  </a:cubicBezTo>
                  <a:lnTo>
                    <a:pt x="3430" y="2518"/>
                  </a:lnTo>
                  <a:lnTo>
                    <a:pt x="3430" y="2518"/>
                  </a:lnTo>
                  <a:lnTo>
                    <a:pt x="488" y="1481"/>
                  </a:lnTo>
                  <a:lnTo>
                    <a:pt x="2131" y="362"/>
                  </a:lnTo>
                  <a:cubicBezTo>
                    <a:pt x="2205" y="327"/>
                    <a:pt x="2284" y="310"/>
                    <a:pt x="2363" y="310"/>
                  </a:cubicBezTo>
                  <a:close/>
                  <a:moveTo>
                    <a:pt x="2373" y="1"/>
                  </a:moveTo>
                  <a:cubicBezTo>
                    <a:pt x="2242" y="1"/>
                    <a:pt x="2108" y="31"/>
                    <a:pt x="1978" y="95"/>
                  </a:cubicBezTo>
                  <a:lnTo>
                    <a:pt x="73" y="1388"/>
                  </a:lnTo>
                  <a:cubicBezTo>
                    <a:pt x="28" y="1419"/>
                    <a:pt x="0" y="1475"/>
                    <a:pt x="6" y="1531"/>
                  </a:cubicBezTo>
                  <a:cubicBezTo>
                    <a:pt x="12" y="1588"/>
                    <a:pt x="45" y="1635"/>
                    <a:pt x="98" y="1659"/>
                  </a:cubicBezTo>
                  <a:cubicBezTo>
                    <a:pt x="172" y="1693"/>
                    <a:pt x="249" y="1725"/>
                    <a:pt x="328" y="1753"/>
                  </a:cubicBezTo>
                  <a:lnTo>
                    <a:pt x="3615" y="2915"/>
                  </a:lnTo>
                  <a:cubicBezTo>
                    <a:pt x="3634" y="2919"/>
                    <a:pt x="3650" y="2924"/>
                    <a:pt x="3667" y="2924"/>
                  </a:cubicBezTo>
                  <a:cubicBezTo>
                    <a:pt x="3707" y="2924"/>
                    <a:pt x="3744" y="2908"/>
                    <a:pt x="3777" y="2879"/>
                  </a:cubicBezTo>
                  <a:cubicBezTo>
                    <a:pt x="3820" y="2839"/>
                    <a:pt x="3835" y="2777"/>
                    <a:pt x="3817" y="2722"/>
                  </a:cubicBezTo>
                  <a:lnTo>
                    <a:pt x="3135" y="483"/>
                  </a:lnTo>
                  <a:cubicBezTo>
                    <a:pt x="3037" y="278"/>
                    <a:pt x="2865" y="125"/>
                    <a:pt x="2649" y="47"/>
                  </a:cubicBezTo>
                  <a:cubicBezTo>
                    <a:pt x="2560" y="16"/>
                    <a:pt x="2467" y="1"/>
                    <a:pt x="2373"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0"/>
            <p:cNvSpPr/>
            <p:nvPr/>
          </p:nvSpPr>
          <p:spPr>
            <a:xfrm rot="3448960">
              <a:off x="4080625" y="4418668"/>
              <a:ext cx="239895" cy="156713"/>
            </a:xfrm>
            <a:custGeom>
              <a:rect b="b" l="l" r="r" t="t"/>
              <a:pathLst>
                <a:path extrusionOk="0" h="6268" w="9595">
                  <a:moveTo>
                    <a:pt x="996" y="0"/>
                  </a:moveTo>
                  <a:cubicBezTo>
                    <a:pt x="932" y="0"/>
                    <a:pt x="872" y="40"/>
                    <a:pt x="849" y="103"/>
                  </a:cubicBezTo>
                  <a:cubicBezTo>
                    <a:pt x="0" y="2507"/>
                    <a:pt x="1265" y="5153"/>
                    <a:pt x="3670" y="6000"/>
                  </a:cubicBezTo>
                  <a:cubicBezTo>
                    <a:pt x="4173" y="6179"/>
                    <a:pt x="4694" y="6267"/>
                    <a:pt x="5213" y="6267"/>
                  </a:cubicBezTo>
                  <a:cubicBezTo>
                    <a:pt x="5893" y="6267"/>
                    <a:pt x="6570" y="6114"/>
                    <a:pt x="7202" y="5813"/>
                  </a:cubicBezTo>
                  <a:cubicBezTo>
                    <a:pt x="8316" y="5281"/>
                    <a:pt x="9156" y="4347"/>
                    <a:pt x="9566" y="3182"/>
                  </a:cubicBezTo>
                  <a:cubicBezTo>
                    <a:pt x="9595" y="3102"/>
                    <a:pt x="9552" y="3012"/>
                    <a:pt x="9472" y="2984"/>
                  </a:cubicBezTo>
                  <a:cubicBezTo>
                    <a:pt x="9455" y="2978"/>
                    <a:pt x="9438" y="2975"/>
                    <a:pt x="9421" y="2975"/>
                  </a:cubicBezTo>
                  <a:cubicBezTo>
                    <a:pt x="9357" y="2975"/>
                    <a:pt x="9296" y="3015"/>
                    <a:pt x="9274" y="3078"/>
                  </a:cubicBezTo>
                  <a:cubicBezTo>
                    <a:pt x="8889" y="4164"/>
                    <a:pt x="8108" y="5036"/>
                    <a:pt x="7067" y="5533"/>
                  </a:cubicBezTo>
                  <a:cubicBezTo>
                    <a:pt x="6479" y="5814"/>
                    <a:pt x="5847" y="5956"/>
                    <a:pt x="5212" y="5956"/>
                  </a:cubicBezTo>
                  <a:cubicBezTo>
                    <a:pt x="4728" y="5956"/>
                    <a:pt x="4242" y="5874"/>
                    <a:pt x="3773" y="5707"/>
                  </a:cubicBezTo>
                  <a:cubicBezTo>
                    <a:pt x="1529" y="4917"/>
                    <a:pt x="350" y="2448"/>
                    <a:pt x="1142" y="206"/>
                  </a:cubicBezTo>
                  <a:cubicBezTo>
                    <a:pt x="1171" y="126"/>
                    <a:pt x="1128" y="38"/>
                    <a:pt x="1048" y="9"/>
                  </a:cubicBezTo>
                  <a:cubicBezTo>
                    <a:pt x="1031" y="3"/>
                    <a:pt x="1013" y="0"/>
                    <a:pt x="99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0"/>
            <p:cNvSpPr/>
            <p:nvPr/>
          </p:nvSpPr>
          <p:spPr>
            <a:xfrm rot="3448960">
              <a:off x="4365980" y="4005959"/>
              <a:ext cx="476765" cy="788717"/>
            </a:xfrm>
            <a:custGeom>
              <a:rect b="b" l="l" r="r" t="t"/>
              <a:pathLst>
                <a:path extrusionOk="0" h="31546" w="19069">
                  <a:moveTo>
                    <a:pt x="10199" y="354"/>
                  </a:moveTo>
                  <a:lnTo>
                    <a:pt x="18711" y="3359"/>
                  </a:lnTo>
                  <a:lnTo>
                    <a:pt x="8883" y="31194"/>
                  </a:lnTo>
                  <a:lnTo>
                    <a:pt x="373" y="28191"/>
                  </a:lnTo>
                  <a:lnTo>
                    <a:pt x="10199" y="354"/>
                  </a:lnTo>
                  <a:close/>
                  <a:moveTo>
                    <a:pt x="10105" y="0"/>
                  </a:moveTo>
                  <a:cubicBezTo>
                    <a:pt x="10082" y="0"/>
                    <a:pt x="10059" y="5"/>
                    <a:pt x="10038" y="16"/>
                  </a:cubicBezTo>
                  <a:cubicBezTo>
                    <a:pt x="10002" y="33"/>
                    <a:pt x="9974" y="64"/>
                    <a:pt x="9959" y="103"/>
                  </a:cubicBezTo>
                  <a:lnTo>
                    <a:pt x="29" y="28231"/>
                  </a:lnTo>
                  <a:cubicBezTo>
                    <a:pt x="0" y="28312"/>
                    <a:pt x="43" y="28401"/>
                    <a:pt x="123" y="28429"/>
                  </a:cubicBezTo>
                  <a:lnTo>
                    <a:pt x="8926" y="31537"/>
                  </a:lnTo>
                  <a:cubicBezTo>
                    <a:pt x="8945" y="31543"/>
                    <a:pt x="8961" y="31546"/>
                    <a:pt x="8978" y="31546"/>
                  </a:cubicBezTo>
                  <a:cubicBezTo>
                    <a:pt x="9041" y="31546"/>
                    <a:pt x="9102" y="31507"/>
                    <a:pt x="9125" y="31441"/>
                  </a:cubicBezTo>
                  <a:lnTo>
                    <a:pt x="19055" y="3312"/>
                  </a:lnTo>
                  <a:cubicBezTo>
                    <a:pt x="19068" y="3275"/>
                    <a:pt x="19065" y="3232"/>
                    <a:pt x="19048" y="3195"/>
                  </a:cubicBezTo>
                  <a:cubicBezTo>
                    <a:pt x="19030" y="3159"/>
                    <a:pt x="19000" y="3131"/>
                    <a:pt x="18961" y="3116"/>
                  </a:cubicBezTo>
                  <a:lnTo>
                    <a:pt x="10157" y="9"/>
                  </a:lnTo>
                  <a:cubicBezTo>
                    <a:pt x="10140" y="3"/>
                    <a:pt x="10122" y="0"/>
                    <a:pt x="1010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0"/>
            <p:cNvSpPr/>
            <p:nvPr/>
          </p:nvSpPr>
          <p:spPr>
            <a:xfrm rot="3448960">
              <a:off x="4446034" y="4034329"/>
              <a:ext cx="316777" cy="732387"/>
            </a:xfrm>
            <a:custGeom>
              <a:rect b="b" l="l" r="r" t="t"/>
              <a:pathLst>
                <a:path extrusionOk="0" h="29293" w="12670">
                  <a:moveTo>
                    <a:pt x="10182" y="350"/>
                  </a:moveTo>
                  <a:lnTo>
                    <a:pt x="12311" y="1102"/>
                  </a:lnTo>
                  <a:lnTo>
                    <a:pt x="2483" y="28937"/>
                  </a:lnTo>
                  <a:lnTo>
                    <a:pt x="354" y="28186"/>
                  </a:lnTo>
                  <a:lnTo>
                    <a:pt x="10182" y="350"/>
                  </a:lnTo>
                  <a:close/>
                  <a:moveTo>
                    <a:pt x="10088" y="0"/>
                  </a:moveTo>
                  <a:cubicBezTo>
                    <a:pt x="10065" y="0"/>
                    <a:pt x="10042" y="5"/>
                    <a:pt x="10020" y="16"/>
                  </a:cubicBezTo>
                  <a:cubicBezTo>
                    <a:pt x="9985" y="33"/>
                    <a:pt x="9956" y="64"/>
                    <a:pt x="9942" y="103"/>
                  </a:cubicBezTo>
                  <a:lnTo>
                    <a:pt x="12" y="28231"/>
                  </a:lnTo>
                  <a:cubicBezTo>
                    <a:pt x="0" y="28271"/>
                    <a:pt x="2" y="28314"/>
                    <a:pt x="19" y="28351"/>
                  </a:cubicBezTo>
                  <a:cubicBezTo>
                    <a:pt x="37" y="28386"/>
                    <a:pt x="67" y="28415"/>
                    <a:pt x="107" y="28429"/>
                  </a:cubicBezTo>
                  <a:lnTo>
                    <a:pt x="2526" y="29284"/>
                  </a:lnTo>
                  <a:cubicBezTo>
                    <a:pt x="2545" y="29288"/>
                    <a:pt x="2561" y="29292"/>
                    <a:pt x="2579" y="29292"/>
                  </a:cubicBezTo>
                  <a:cubicBezTo>
                    <a:pt x="2643" y="29292"/>
                    <a:pt x="2702" y="29251"/>
                    <a:pt x="2726" y="29188"/>
                  </a:cubicBezTo>
                  <a:lnTo>
                    <a:pt x="12657" y="1060"/>
                  </a:lnTo>
                  <a:cubicBezTo>
                    <a:pt x="12670" y="1023"/>
                    <a:pt x="12668" y="980"/>
                    <a:pt x="12650" y="943"/>
                  </a:cubicBezTo>
                  <a:cubicBezTo>
                    <a:pt x="12632" y="907"/>
                    <a:pt x="12602" y="879"/>
                    <a:pt x="12562" y="864"/>
                  </a:cubicBezTo>
                  <a:lnTo>
                    <a:pt x="10141" y="8"/>
                  </a:lnTo>
                  <a:cubicBezTo>
                    <a:pt x="10123" y="3"/>
                    <a:pt x="10105" y="0"/>
                    <a:pt x="1008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2" name="Google Shape;4502;p60"/>
          <p:cNvGrpSpPr/>
          <p:nvPr/>
        </p:nvGrpSpPr>
        <p:grpSpPr>
          <a:xfrm>
            <a:off x="5261113" y="850775"/>
            <a:ext cx="373125" cy="345125"/>
            <a:chOff x="5261113" y="850775"/>
            <a:chExt cx="373125" cy="345125"/>
          </a:xfrm>
        </p:grpSpPr>
        <p:sp>
          <p:nvSpPr>
            <p:cNvPr id="4503" name="Google Shape;4503;p60"/>
            <p:cNvSpPr/>
            <p:nvPr/>
          </p:nvSpPr>
          <p:spPr>
            <a:xfrm>
              <a:off x="5261113" y="855175"/>
              <a:ext cx="348950" cy="339000"/>
            </a:xfrm>
            <a:custGeom>
              <a:rect b="b" l="l" r="r" t="t"/>
              <a:pathLst>
                <a:path extrusionOk="0" h="13560" w="13958">
                  <a:moveTo>
                    <a:pt x="6643" y="0"/>
                  </a:moveTo>
                  <a:lnTo>
                    <a:pt x="4775" y="4514"/>
                  </a:lnTo>
                  <a:lnTo>
                    <a:pt x="0" y="5533"/>
                  </a:lnTo>
                  <a:lnTo>
                    <a:pt x="3714" y="8705"/>
                  </a:lnTo>
                  <a:lnTo>
                    <a:pt x="3207" y="13560"/>
                  </a:lnTo>
                  <a:lnTo>
                    <a:pt x="3207" y="13560"/>
                  </a:lnTo>
                  <a:lnTo>
                    <a:pt x="7370" y="11008"/>
                  </a:lnTo>
                  <a:lnTo>
                    <a:pt x="11834" y="12991"/>
                  </a:lnTo>
                  <a:lnTo>
                    <a:pt x="10692" y="8242"/>
                  </a:lnTo>
                  <a:lnTo>
                    <a:pt x="13957" y="4611"/>
                  </a:lnTo>
                  <a:lnTo>
                    <a:pt x="9088" y="4228"/>
                  </a:lnTo>
                  <a:lnTo>
                    <a:pt x="664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0"/>
            <p:cNvSpPr/>
            <p:nvPr/>
          </p:nvSpPr>
          <p:spPr>
            <a:xfrm>
              <a:off x="5278763" y="850775"/>
              <a:ext cx="355475" cy="345125"/>
            </a:xfrm>
            <a:custGeom>
              <a:rect b="b" l="l" r="r" t="t"/>
              <a:pathLst>
                <a:path extrusionOk="0" h="13805" w="14219">
                  <a:moveTo>
                    <a:pt x="6786" y="398"/>
                  </a:moveTo>
                  <a:lnTo>
                    <a:pt x="9108" y="4411"/>
                  </a:lnTo>
                  <a:cubicBezTo>
                    <a:pt x="9128" y="4447"/>
                    <a:pt x="9165" y="4469"/>
                    <a:pt x="9203" y="4473"/>
                  </a:cubicBezTo>
                  <a:lnTo>
                    <a:pt x="13825" y="4834"/>
                  </a:lnTo>
                  <a:lnTo>
                    <a:pt x="10728" y="8282"/>
                  </a:lnTo>
                  <a:cubicBezTo>
                    <a:pt x="10699" y="8312"/>
                    <a:pt x="10689" y="8354"/>
                    <a:pt x="10699" y="8392"/>
                  </a:cubicBezTo>
                  <a:lnTo>
                    <a:pt x="11782" y="12900"/>
                  </a:lnTo>
                  <a:lnTo>
                    <a:pt x="7546" y="11018"/>
                  </a:lnTo>
                  <a:cubicBezTo>
                    <a:pt x="7530" y="11011"/>
                    <a:pt x="7513" y="11008"/>
                    <a:pt x="7496" y="11008"/>
                  </a:cubicBezTo>
                  <a:cubicBezTo>
                    <a:pt x="7474" y="11008"/>
                    <a:pt x="7453" y="11013"/>
                    <a:pt x="7434" y="11025"/>
                  </a:cubicBezTo>
                  <a:lnTo>
                    <a:pt x="3481" y="13449"/>
                  </a:lnTo>
                  <a:lnTo>
                    <a:pt x="3481" y="13449"/>
                  </a:lnTo>
                  <a:lnTo>
                    <a:pt x="3962" y="8838"/>
                  </a:lnTo>
                  <a:cubicBezTo>
                    <a:pt x="3965" y="8798"/>
                    <a:pt x="3949" y="8756"/>
                    <a:pt x="3919" y="8732"/>
                  </a:cubicBezTo>
                  <a:lnTo>
                    <a:pt x="393" y="5720"/>
                  </a:lnTo>
                  <a:lnTo>
                    <a:pt x="4924" y="4754"/>
                  </a:lnTo>
                  <a:cubicBezTo>
                    <a:pt x="4964" y="4746"/>
                    <a:pt x="4995" y="4719"/>
                    <a:pt x="5012" y="4681"/>
                  </a:cubicBezTo>
                  <a:lnTo>
                    <a:pt x="6786" y="398"/>
                  </a:lnTo>
                  <a:close/>
                  <a:moveTo>
                    <a:pt x="6777" y="0"/>
                  </a:moveTo>
                  <a:cubicBezTo>
                    <a:pt x="6773" y="0"/>
                    <a:pt x="6769" y="0"/>
                    <a:pt x="6766" y="1"/>
                  </a:cubicBezTo>
                  <a:cubicBezTo>
                    <a:pt x="6720" y="3"/>
                    <a:pt x="6678" y="32"/>
                    <a:pt x="6660" y="75"/>
                  </a:cubicBezTo>
                  <a:lnTo>
                    <a:pt x="4817" y="4527"/>
                  </a:lnTo>
                  <a:lnTo>
                    <a:pt x="104" y="5533"/>
                  </a:lnTo>
                  <a:cubicBezTo>
                    <a:pt x="59" y="5542"/>
                    <a:pt x="22" y="5577"/>
                    <a:pt x="12" y="5623"/>
                  </a:cubicBezTo>
                  <a:cubicBezTo>
                    <a:pt x="0" y="5669"/>
                    <a:pt x="14" y="5716"/>
                    <a:pt x="50" y="5746"/>
                  </a:cubicBezTo>
                  <a:lnTo>
                    <a:pt x="3715" y="8875"/>
                  </a:lnTo>
                  <a:lnTo>
                    <a:pt x="3215" y="13669"/>
                  </a:lnTo>
                  <a:cubicBezTo>
                    <a:pt x="3209" y="13714"/>
                    <a:pt x="3231" y="13760"/>
                    <a:pt x="3271" y="13784"/>
                  </a:cubicBezTo>
                  <a:cubicBezTo>
                    <a:pt x="3291" y="13797"/>
                    <a:pt x="3311" y="13804"/>
                    <a:pt x="3335" y="13804"/>
                  </a:cubicBezTo>
                  <a:cubicBezTo>
                    <a:pt x="3356" y="13804"/>
                    <a:pt x="3378" y="13797"/>
                    <a:pt x="3399" y="13784"/>
                  </a:cubicBezTo>
                  <a:lnTo>
                    <a:pt x="7507" y="11267"/>
                  </a:lnTo>
                  <a:lnTo>
                    <a:pt x="11914" y="13224"/>
                  </a:lnTo>
                  <a:cubicBezTo>
                    <a:pt x="11929" y="13231"/>
                    <a:pt x="11945" y="13234"/>
                    <a:pt x="11961" y="13234"/>
                  </a:cubicBezTo>
                  <a:cubicBezTo>
                    <a:pt x="11989" y="13234"/>
                    <a:pt x="12017" y="13225"/>
                    <a:pt x="12039" y="13206"/>
                  </a:cubicBezTo>
                  <a:cubicBezTo>
                    <a:pt x="12075" y="13177"/>
                    <a:pt x="12092" y="13129"/>
                    <a:pt x="12081" y="13084"/>
                  </a:cubicBezTo>
                  <a:lnTo>
                    <a:pt x="10956" y="8398"/>
                  </a:lnTo>
                  <a:lnTo>
                    <a:pt x="14178" y="4813"/>
                  </a:lnTo>
                  <a:cubicBezTo>
                    <a:pt x="14210" y="4780"/>
                    <a:pt x="14218" y="4730"/>
                    <a:pt x="14201" y="4687"/>
                  </a:cubicBezTo>
                  <a:cubicBezTo>
                    <a:pt x="14183" y="4644"/>
                    <a:pt x="14144" y="4613"/>
                    <a:pt x="14097" y="4610"/>
                  </a:cubicBezTo>
                  <a:lnTo>
                    <a:pt x="9293" y="4233"/>
                  </a:lnTo>
                  <a:lnTo>
                    <a:pt x="6880" y="61"/>
                  </a:lnTo>
                  <a:cubicBezTo>
                    <a:pt x="6859" y="25"/>
                    <a:pt x="6823" y="0"/>
                    <a:pt x="677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5" name="Google Shape;4505;p60"/>
          <p:cNvGrpSpPr/>
          <p:nvPr/>
        </p:nvGrpSpPr>
        <p:grpSpPr>
          <a:xfrm>
            <a:off x="5846275" y="624875"/>
            <a:ext cx="2160750" cy="394550"/>
            <a:chOff x="5846275" y="624875"/>
            <a:chExt cx="2160750" cy="394550"/>
          </a:xfrm>
        </p:grpSpPr>
        <p:sp>
          <p:nvSpPr>
            <p:cNvPr id="4506" name="Google Shape;4506;p60"/>
            <p:cNvSpPr/>
            <p:nvPr/>
          </p:nvSpPr>
          <p:spPr>
            <a:xfrm>
              <a:off x="5846275" y="683325"/>
              <a:ext cx="50725" cy="84125"/>
            </a:xfrm>
            <a:custGeom>
              <a:rect b="b" l="l" r="r" t="t"/>
              <a:pathLst>
                <a:path extrusionOk="0" h="3365" w="2029">
                  <a:moveTo>
                    <a:pt x="1762" y="1"/>
                  </a:moveTo>
                  <a:cubicBezTo>
                    <a:pt x="1703" y="1"/>
                    <a:pt x="1646" y="30"/>
                    <a:pt x="1610" y="100"/>
                  </a:cubicBezTo>
                  <a:cubicBezTo>
                    <a:pt x="1099" y="1089"/>
                    <a:pt x="590" y="2076"/>
                    <a:pt x="81" y="3066"/>
                  </a:cubicBezTo>
                  <a:cubicBezTo>
                    <a:pt x="1" y="3221"/>
                    <a:pt x="137" y="3364"/>
                    <a:pt x="268" y="3364"/>
                  </a:cubicBezTo>
                  <a:cubicBezTo>
                    <a:pt x="327" y="3364"/>
                    <a:pt x="385" y="3335"/>
                    <a:pt x="421" y="3265"/>
                  </a:cubicBezTo>
                  <a:cubicBezTo>
                    <a:pt x="931" y="2275"/>
                    <a:pt x="1439" y="1288"/>
                    <a:pt x="1949" y="298"/>
                  </a:cubicBezTo>
                  <a:cubicBezTo>
                    <a:pt x="2029" y="143"/>
                    <a:pt x="1893" y="1"/>
                    <a:pt x="176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0"/>
            <p:cNvSpPr/>
            <p:nvPr/>
          </p:nvSpPr>
          <p:spPr>
            <a:xfrm>
              <a:off x="5883100" y="679950"/>
              <a:ext cx="50075" cy="100275"/>
            </a:xfrm>
            <a:custGeom>
              <a:rect b="b" l="l" r="r" t="t"/>
              <a:pathLst>
                <a:path extrusionOk="0" h="4011" w="2003">
                  <a:moveTo>
                    <a:pt x="240" y="1"/>
                  </a:moveTo>
                  <a:cubicBezTo>
                    <a:pt x="118" y="1"/>
                    <a:pt x="0" y="94"/>
                    <a:pt x="59" y="236"/>
                  </a:cubicBezTo>
                  <a:cubicBezTo>
                    <a:pt x="560" y="1451"/>
                    <a:pt x="1061" y="2665"/>
                    <a:pt x="1564" y="3879"/>
                  </a:cubicBezTo>
                  <a:cubicBezTo>
                    <a:pt x="1601" y="3971"/>
                    <a:pt x="1684" y="4011"/>
                    <a:pt x="1763" y="4011"/>
                  </a:cubicBezTo>
                  <a:cubicBezTo>
                    <a:pt x="1886" y="4011"/>
                    <a:pt x="2002" y="3918"/>
                    <a:pt x="1943" y="3775"/>
                  </a:cubicBezTo>
                  <a:cubicBezTo>
                    <a:pt x="1442" y="2559"/>
                    <a:pt x="941" y="1345"/>
                    <a:pt x="439" y="131"/>
                  </a:cubicBezTo>
                  <a:cubicBezTo>
                    <a:pt x="402" y="40"/>
                    <a:pt x="320" y="1"/>
                    <a:pt x="24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0"/>
            <p:cNvSpPr/>
            <p:nvPr/>
          </p:nvSpPr>
          <p:spPr>
            <a:xfrm>
              <a:off x="5853700" y="737775"/>
              <a:ext cx="63225" cy="14100"/>
            </a:xfrm>
            <a:custGeom>
              <a:rect b="b" l="l" r="r" t="t"/>
              <a:pathLst>
                <a:path extrusionOk="0" h="564" w="2529">
                  <a:moveTo>
                    <a:pt x="280" y="1"/>
                  </a:moveTo>
                  <a:cubicBezTo>
                    <a:pt x="73" y="1"/>
                    <a:pt x="1" y="331"/>
                    <a:pt x="228" y="387"/>
                  </a:cubicBezTo>
                  <a:cubicBezTo>
                    <a:pt x="699" y="504"/>
                    <a:pt x="1172" y="564"/>
                    <a:pt x="1650" y="564"/>
                  </a:cubicBezTo>
                  <a:cubicBezTo>
                    <a:pt x="1858" y="564"/>
                    <a:pt x="2066" y="552"/>
                    <a:pt x="2276" y="530"/>
                  </a:cubicBezTo>
                  <a:cubicBezTo>
                    <a:pt x="2517" y="505"/>
                    <a:pt x="2529" y="135"/>
                    <a:pt x="2299" y="135"/>
                  </a:cubicBezTo>
                  <a:cubicBezTo>
                    <a:pt x="2292" y="135"/>
                    <a:pt x="2284" y="135"/>
                    <a:pt x="2276" y="136"/>
                  </a:cubicBezTo>
                  <a:cubicBezTo>
                    <a:pt x="2068" y="159"/>
                    <a:pt x="1860" y="170"/>
                    <a:pt x="1654" y="170"/>
                  </a:cubicBezTo>
                  <a:cubicBezTo>
                    <a:pt x="1210" y="170"/>
                    <a:pt x="770" y="117"/>
                    <a:pt x="332" y="7"/>
                  </a:cubicBezTo>
                  <a:cubicBezTo>
                    <a:pt x="314" y="3"/>
                    <a:pt x="297" y="1"/>
                    <a:pt x="28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0"/>
            <p:cNvSpPr/>
            <p:nvPr/>
          </p:nvSpPr>
          <p:spPr>
            <a:xfrm>
              <a:off x="5933400" y="654000"/>
              <a:ext cx="43425" cy="75700"/>
            </a:xfrm>
            <a:custGeom>
              <a:rect b="b" l="l" r="r" t="t"/>
              <a:pathLst>
                <a:path extrusionOk="0" h="3028" w="1737">
                  <a:moveTo>
                    <a:pt x="571" y="0"/>
                  </a:moveTo>
                  <a:cubicBezTo>
                    <a:pt x="380" y="0"/>
                    <a:pt x="198" y="87"/>
                    <a:pt x="89" y="279"/>
                  </a:cubicBezTo>
                  <a:cubicBezTo>
                    <a:pt x="1" y="434"/>
                    <a:pt x="136" y="577"/>
                    <a:pt x="269" y="577"/>
                  </a:cubicBezTo>
                  <a:cubicBezTo>
                    <a:pt x="329" y="577"/>
                    <a:pt x="388" y="548"/>
                    <a:pt x="427" y="479"/>
                  </a:cubicBezTo>
                  <a:cubicBezTo>
                    <a:pt x="504" y="431"/>
                    <a:pt x="570" y="407"/>
                    <a:pt x="625" y="407"/>
                  </a:cubicBezTo>
                  <a:cubicBezTo>
                    <a:pt x="709" y="407"/>
                    <a:pt x="766" y="464"/>
                    <a:pt x="796" y="575"/>
                  </a:cubicBezTo>
                  <a:cubicBezTo>
                    <a:pt x="925" y="719"/>
                    <a:pt x="923" y="877"/>
                    <a:pt x="790" y="1058"/>
                  </a:cubicBezTo>
                  <a:cubicBezTo>
                    <a:pt x="730" y="1202"/>
                    <a:pt x="626" y="1337"/>
                    <a:pt x="538" y="1464"/>
                  </a:cubicBezTo>
                  <a:cubicBezTo>
                    <a:pt x="435" y="1612"/>
                    <a:pt x="573" y="1749"/>
                    <a:pt x="715" y="1749"/>
                  </a:cubicBezTo>
                  <a:cubicBezTo>
                    <a:pt x="762" y="1749"/>
                    <a:pt x="808" y="1735"/>
                    <a:pt x="847" y="1702"/>
                  </a:cubicBezTo>
                  <a:cubicBezTo>
                    <a:pt x="870" y="1683"/>
                    <a:pt x="896" y="1675"/>
                    <a:pt x="925" y="1675"/>
                  </a:cubicBezTo>
                  <a:cubicBezTo>
                    <a:pt x="1024" y="1675"/>
                    <a:pt x="1143" y="1772"/>
                    <a:pt x="1177" y="1839"/>
                  </a:cubicBezTo>
                  <a:cubicBezTo>
                    <a:pt x="1277" y="2044"/>
                    <a:pt x="1141" y="2245"/>
                    <a:pt x="992" y="2365"/>
                  </a:cubicBezTo>
                  <a:cubicBezTo>
                    <a:pt x="810" y="2509"/>
                    <a:pt x="581" y="2577"/>
                    <a:pt x="361" y="2640"/>
                  </a:cubicBezTo>
                  <a:cubicBezTo>
                    <a:pt x="138" y="2701"/>
                    <a:pt x="207" y="3028"/>
                    <a:pt x="408" y="3028"/>
                  </a:cubicBezTo>
                  <a:cubicBezTo>
                    <a:pt x="427" y="3028"/>
                    <a:pt x="446" y="3025"/>
                    <a:pt x="467" y="3019"/>
                  </a:cubicBezTo>
                  <a:cubicBezTo>
                    <a:pt x="969" y="2877"/>
                    <a:pt x="1736" y="2539"/>
                    <a:pt x="1612" y="1881"/>
                  </a:cubicBezTo>
                  <a:cubicBezTo>
                    <a:pt x="1557" y="1595"/>
                    <a:pt x="1344" y="1372"/>
                    <a:pt x="1097" y="1304"/>
                  </a:cubicBezTo>
                  <a:lnTo>
                    <a:pt x="1097" y="1304"/>
                  </a:lnTo>
                  <a:cubicBezTo>
                    <a:pt x="1290" y="928"/>
                    <a:pt x="1394" y="483"/>
                    <a:pt x="1036" y="179"/>
                  </a:cubicBezTo>
                  <a:cubicBezTo>
                    <a:pt x="902" y="64"/>
                    <a:pt x="733" y="0"/>
                    <a:pt x="57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0"/>
            <p:cNvSpPr/>
            <p:nvPr/>
          </p:nvSpPr>
          <p:spPr>
            <a:xfrm>
              <a:off x="6014250" y="676475"/>
              <a:ext cx="81725" cy="94600"/>
            </a:xfrm>
            <a:custGeom>
              <a:rect b="b" l="l" r="r" t="t"/>
              <a:pathLst>
                <a:path extrusionOk="0" h="3784" w="3269">
                  <a:moveTo>
                    <a:pt x="1816" y="0"/>
                  </a:moveTo>
                  <a:cubicBezTo>
                    <a:pt x="723" y="0"/>
                    <a:pt x="1" y="1562"/>
                    <a:pt x="142" y="2534"/>
                  </a:cubicBezTo>
                  <a:cubicBezTo>
                    <a:pt x="288" y="3540"/>
                    <a:pt x="1231" y="3783"/>
                    <a:pt x="2124" y="3783"/>
                  </a:cubicBezTo>
                  <a:cubicBezTo>
                    <a:pt x="2445" y="3783"/>
                    <a:pt x="2760" y="3752"/>
                    <a:pt x="3029" y="3713"/>
                  </a:cubicBezTo>
                  <a:cubicBezTo>
                    <a:pt x="3268" y="3679"/>
                    <a:pt x="3181" y="3332"/>
                    <a:pt x="2956" y="3332"/>
                  </a:cubicBezTo>
                  <a:cubicBezTo>
                    <a:pt x="2945" y="3332"/>
                    <a:pt x="2934" y="3332"/>
                    <a:pt x="2923" y="3334"/>
                  </a:cubicBezTo>
                  <a:cubicBezTo>
                    <a:pt x="2656" y="3373"/>
                    <a:pt x="2334" y="3416"/>
                    <a:pt x="2012" y="3416"/>
                  </a:cubicBezTo>
                  <a:cubicBezTo>
                    <a:pt x="1447" y="3416"/>
                    <a:pt x="882" y="3283"/>
                    <a:pt x="620" y="2757"/>
                  </a:cubicBezTo>
                  <a:cubicBezTo>
                    <a:pt x="267" y="2053"/>
                    <a:pt x="932" y="393"/>
                    <a:pt x="1813" y="393"/>
                  </a:cubicBezTo>
                  <a:cubicBezTo>
                    <a:pt x="1863" y="393"/>
                    <a:pt x="1914" y="398"/>
                    <a:pt x="1965" y="409"/>
                  </a:cubicBezTo>
                  <a:cubicBezTo>
                    <a:pt x="1982" y="413"/>
                    <a:pt x="1998" y="415"/>
                    <a:pt x="2013" y="415"/>
                  </a:cubicBezTo>
                  <a:cubicBezTo>
                    <a:pt x="2227" y="415"/>
                    <a:pt x="2304" y="78"/>
                    <a:pt x="2073" y="29"/>
                  </a:cubicBezTo>
                  <a:cubicBezTo>
                    <a:pt x="1985" y="9"/>
                    <a:pt x="1899" y="0"/>
                    <a:pt x="181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0"/>
            <p:cNvSpPr/>
            <p:nvPr/>
          </p:nvSpPr>
          <p:spPr>
            <a:xfrm>
              <a:off x="6100925" y="651750"/>
              <a:ext cx="53450" cy="48850"/>
            </a:xfrm>
            <a:custGeom>
              <a:rect b="b" l="l" r="r" t="t"/>
              <a:pathLst>
                <a:path extrusionOk="0" h="1954" w="2138">
                  <a:moveTo>
                    <a:pt x="883" y="0"/>
                  </a:moveTo>
                  <a:cubicBezTo>
                    <a:pt x="626" y="0"/>
                    <a:pt x="339" y="131"/>
                    <a:pt x="166" y="260"/>
                  </a:cubicBezTo>
                  <a:cubicBezTo>
                    <a:pt x="1" y="382"/>
                    <a:pt x="106" y="635"/>
                    <a:pt x="262" y="635"/>
                  </a:cubicBezTo>
                  <a:cubicBezTo>
                    <a:pt x="295" y="635"/>
                    <a:pt x="331" y="623"/>
                    <a:pt x="366" y="597"/>
                  </a:cubicBezTo>
                  <a:cubicBezTo>
                    <a:pt x="461" y="525"/>
                    <a:pt x="561" y="468"/>
                    <a:pt x="676" y="432"/>
                  </a:cubicBezTo>
                  <a:cubicBezTo>
                    <a:pt x="730" y="417"/>
                    <a:pt x="791" y="395"/>
                    <a:pt x="848" y="395"/>
                  </a:cubicBezTo>
                  <a:cubicBezTo>
                    <a:pt x="855" y="395"/>
                    <a:pt x="861" y="396"/>
                    <a:pt x="867" y="396"/>
                  </a:cubicBezTo>
                  <a:cubicBezTo>
                    <a:pt x="975" y="405"/>
                    <a:pt x="979" y="402"/>
                    <a:pt x="968" y="511"/>
                  </a:cubicBezTo>
                  <a:cubicBezTo>
                    <a:pt x="952" y="658"/>
                    <a:pt x="776" y="827"/>
                    <a:pt x="697" y="942"/>
                  </a:cubicBezTo>
                  <a:lnTo>
                    <a:pt x="371" y="1414"/>
                  </a:lnTo>
                  <a:cubicBezTo>
                    <a:pt x="309" y="1501"/>
                    <a:pt x="354" y="1635"/>
                    <a:pt x="439" y="1685"/>
                  </a:cubicBezTo>
                  <a:cubicBezTo>
                    <a:pt x="750" y="1864"/>
                    <a:pt x="1081" y="1953"/>
                    <a:pt x="1423" y="1953"/>
                  </a:cubicBezTo>
                  <a:cubicBezTo>
                    <a:pt x="1583" y="1953"/>
                    <a:pt x="1746" y="1933"/>
                    <a:pt x="1910" y="1894"/>
                  </a:cubicBezTo>
                  <a:cubicBezTo>
                    <a:pt x="2138" y="1838"/>
                    <a:pt x="2064" y="1508"/>
                    <a:pt x="1855" y="1508"/>
                  </a:cubicBezTo>
                  <a:cubicBezTo>
                    <a:pt x="1839" y="1508"/>
                    <a:pt x="1822" y="1510"/>
                    <a:pt x="1804" y="1514"/>
                  </a:cubicBezTo>
                  <a:cubicBezTo>
                    <a:pt x="1673" y="1546"/>
                    <a:pt x="1545" y="1562"/>
                    <a:pt x="1419" y="1562"/>
                  </a:cubicBezTo>
                  <a:cubicBezTo>
                    <a:pt x="1218" y="1562"/>
                    <a:pt x="1022" y="1522"/>
                    <a:pt x="833" y="1443"/>
                  </a:cubicBezTo>
                  <a:lnTo>
                    <a:pt x="833" y="1443"/>
                  </a:lnTo>
                  <a:cubicBezTo>
                    <a:pt x="1007" y="1208"/>
                    <a:pt x="1198" y="968"/>
                    <a:pt x="1323" y="711"/>
                  </a:cubicBezTo>
                  <a:cubicBezTo>
                    <a:pt x="1406" y="538"/>
                    <a:pt x="1411" y="325"/>
                    <a:pt x="1284" y="171"/>
                  </a:cubicBezTo>
                  <a:cubicBezTo>
                    <a:pt x="1182" y="48"/>
                    <a:pt x="1037" y="0"/>
                    <a:pt x="8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0"/>
            <p:cNvSpPr/>
            <p:nvPr/>
          </p:nvSpPr>
          <p:spPr>
            <a:xfrm>
              <a:off x="6182825" y="665950"/>
              <a:ext cx="54550" cy="64275"/>
            </a:xfrm>
            <a:custGeom>
              <a:rect b="b" l="l" r="r" t="t"/>
              <a:pathLst>
                <a:path extrusionOk="0" h="2571" w="2182">
                  <a:moveTo>
                    <a:pt x="1743" y="0"/>
                  </a:moveTo>
                  <a:cubicBezTo>
                    <a:pt x="1698" y="0"/>
                    <a:pt x="1653" y="20"/>
                    <a:pt x="1616" y="69"/>
                  </a:cubicBezTo>
                  <a:cubicBezTo>
                    <a:pt x="1110" y="714"/>
                    <a:pt x="603" y="1360"/>
                    <a:pt x="97" y="2007"/>
                  </a:cubicBezTo>
                  <a:cubicBezTo>
                    <a:pt x="1" y="2132"/>
                    <a:pt x="38" y="2278"/>
                    <a:pt x="184" y="2336"/>
                  </a:cubicBezTo>
                  <a:cubicBezTo>
                    <a:pt x="587" y="2497"/>
                    <a:pt x="993" y="2571"/>
                    <a:pt x="1410" y="2571"/>
                  </a:cubicBezTo>
                  <a:cubicBezTo>
                    <a:pt x="1585" y="2571"/>
                    <a:pt x="1762" y="2558"/>
                    <a:pt x="1942" y="2532"/>
                  </a:cubicBezTo>
                  <a:cubicBezTo>
                    <a:pt x="2181" y="2498"/>
                    <a:pt x="2094" y="2151"/>
                    <a:pt x="1869" y="2151"/>
                  </a:cubicBezTo>
                  <a:cubicBezTo>
                    <a:pt x="1858" y="2151"/>
                    <a:pt x="1847" y="2151"/>
                    <a:pt x="1836" y="2153"/>
                  </a:cubicBezTo>
                  <a:cubicBezTo>
                    <a:pt x="1698" y="2173"/>
                    <a:pt x="1560" y="2182"/>
                    <a:pt x="1424" y="2182"/>
                  </a:cubicBezTo>
                  <a:cubicBezTo>
                    <a:pt x="1131" y="2182"/>
                    <a:pt x="843" y="2138"/>
                    <a:pt x="560" y="2052"/>
                  </a:cubicBezTo>
                  <a:lnTo>
                    <a:pt x="560" y="2052"/>
                  </a:lnTo>
                  <a:cubicBezTo>
                    <a:pt x="1005" y="1484"/>
                    <a:pt x="1450" y="917"/>
                    <a:pt x="1895" y="346"/>
                  </a:cubicBezTo>
                  <a:cubicBezTo>
                    <a:pt x="2012" y="197"/>
                    <a:pt x="1881" y="0"/>
                    <a:pt x="174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0"/>
            <p:cNvSpPr/>
            <p:nvPr/>
          </p:nvSpPr>
          <p:spPr>
            <a:xfrm>
              <a:off x="6215950" y="670400"/>
              <a:ext cx="19150" cy="100725"/>
            </a:xfrm>
            <a:custGeom>
              <a:rect b="b" l="l" r="r" t="t"/>
              <a:pathLst>
                <a:path extrusionOk="0" h="4029" w="766">
                  <a:moveTo>
                    <a:pt x="242" y="0"/>
                  </a:moveTo>
                  <a:cubicBezTo>
                    <a:pt x="127" y="0"/>
                    <a:pt x="0" y="98"/>
                    <a:pt x="29" y="246"/>
                  </a:cubicBezTo>
                  <a:cubicBezTo>
                    <a:pt x="245" y="1435"/>
                    <a:pt x="358" y="2629"/>
                    <a:pt x="369" y="3837"/>
                  </a:cubicBezTo>
                  <a:cubicBezTo>
                    <a:pt x="371" y="3965"/>
                    <a:pt x="471" y="4029"/>
                    <a:pt x="569" y="4029"/>
                  </a:cubicBezTo>
                  <a:cubicBezTo>
                    <a:pt x="668" y="4029"/>
                    <a:pt x="765" y="3965"/>
                    <a:pt x="763" y="3837"/>
                  </a:cubicBezTo>
                  <a:cubicBezTo>
                    <a:pt x="749" y="2593"/>
                    <a:pt x="630" y="1364"/>
                    <a:pt x="408" y="141"/>
                  </a:cubicBezTo>
                  <a:cubicBezTo>
                    <a:pt x="390" y="43"/>
                    <a:pt x="318" y="0"/>
                    <a:pt x="24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0"/>
            <p:cNvSpPr/>
            <p:nvPr/>
          </p:nvSpPr>
          <p:spPr>
            <a:xfrm>
              <a:off x="6265950" y="624875"/>
              <a:ext cx="50225" cy="81050"/>
            </a:xfrm>
            <a:custGeom>
              <a:rect b="b" l="l" r="r" t="t"/>
              <a:pathLst>
                <a:path extrusionOk="0" h="3242" w="2009">
                  <a:moveTo>
                    <a:pt x="569" y="390"/>
                  </a:moveTo>
                  <a:cubicBezTo>
                    <a:pt x="908" y="390"/>
                    <a:pt x="1197" y="566"/>
                    <a:pt x="1375" y="862"/>
                  </a:cubicBezTo>
                  <a:lnTo>
                    <a:pt x="1375" y="862"/>
                  </a:lnTo>
                  <a:cubicBezTo>
                    <a:pt x="1155" y="1043"/>
                    <a:pt x="914" y="1151"/>
                    <a:pt x="627" y="1211"/>
                  </a:cubicBezTo>
                  <a:cubicBezTo>
                    <a:pt x="623" y="1211"/>
                    <a:pt x="620" y="1212"/>
                    <a:pt x="617" y="1213"/>
                  </a:cubicBezTo>
                  <a:lnTo>
                    <a:pt x="617" y="1213"/>
                  </a:lnTo>
                  <a:cubicBezTo>
                    <a:pt x="616" y="989"/>
                    <a:pt x="615" y="765"/>
                    <a:pt x="614" y="541"/>
                  </a:cubicBezTo>
                  <a:cubicBezTo>
                    <a:pt x="614" y="473"/>
                    <a:pt x="586" y="423"/>
                    <a:pt x="545" y="391"/>
                  </a:cubicBezTo>
                  <a:lnTo>
                    <a:pt x="545" y="391"/>
                  </a:lnTo>
                  <a:cubicBezTo>
                    <a:pt x="553" y="391"/>
                    <a:pt x="561" y="390"/>
                    <a:pt x="569" y="390"/>
                  </a:cubicBezTo>
                  <a:close/>
                  <a:moveTo>
                    <a:pt x="619" y="1594"/>
                  </a:moveTo>
                  <a:lnTo>
                    <a:pt x="619" y="1594"/>
                  </a:lnTo>
                  <a:cubicBezTo>
                    <a:pt x="632" y="1597"/>
                    <a:pt x="645" y="1598"/>
                    <a:pt x="659" y="1598"/>
                  </a:cubicBezTo>
                  <a:cubicBezTo>
                    <a:pt x="665" y="1598"/>
                    <a:pt x="672" y="1598"/>
                    <a:pt x="678" y="1597"/>
                  </a:cubicBezTo>
                  <a:cubicBezTo>
                    <a:pt x="701" y="1595"/>
                    <a:pt x="723" y="1594"/>
                    <a:pt x="746" y="1594"/>
                  </a:cubicBezTo>
                  <a:cubicBezTo>
                    <a:pt x="1191" y="1594"/>
                    <a:pt x="1675" y="2022"/>
                    <a:pt x="1438" y="2496"/>
                  </a:cubicBezTo>
                  <a:cubicBezTo>
                    <a:pt x="1345" y="2686"/>
                    <a:pt x="1092" y="2858"/>
                    <a:pt x="887" y="2858"/>
                  </a:cubicBezTo>
                  <a:cubicBezTo>
                    <a:pt x="771" y="2858"/>
                    <a:pt x="670" y="2803"/>
                    <a:pt x="624" y="2665"/>
                  </a:cubicBezTo>
                  <a:cubicBezTo>
                    <a:pt x="534" y="2395"/>
                    <a:pt x="621" y="1938"/>
                    <a:pt x="620" y="1654"/>
                  </a:cubicBezTo>
                  <a:cubicBezTo>
                    <a:pt x="619" y="1634"/>
                    <a:pt x="619" y="1614"/>
                    <a:pt x="619" y="1594"/>
                  </a:cubicBezTo>
                  <a:close/>
                  <a:moveTo>
                    <a:pt x="555" y="1"/>
                  </a:moveTo>
                  <a:cubicBezTo>
                    <a:pt x="445" y="1"/>
                    <a:pt x="333" y="14"/>
                    <a:pt x="222" y="40"/>
                  </a:cubicBezTo>
                  <a:cubicBezTo>
                    <a:pt x="1" y="91"/>
                    <a:pt x="62" y="403"/>
                    <a:pt x="256" y="424"/>
                  </a:cubicBezTo>
                  <a:lnTo>
                    <a:pt x="256" y="424"/>
                  </a:lnTo>
                  <a:cubicBezTo>
                    <a:pt x="235" y="454"/>
                    <a:pt x="221" y="492"/>
                    <a:pt x="222" y="539"/>
                  </a:cubicBezTo>
                  <a:cubicBezTo>
                    <a:pt x="226" y="1348"/>
                    <a:pt x="229" y="2158"/>
                    <a:pt x="233" y="2967"/>
                  </a:cubicBezTo>
                  <a:cubicBezTo>
                    <a:pt x="233" y="3032"/>
                    <a:pt x="269" y="3109"/>
                    <a:pt x="330" y="3138"/>
                  </a:cubicBezTo>
                  <a:cubicBezTo>
                    <a:pt x="485" y="3208"/>
                    <a:pt x="652" y="3242"/>
                    <a:pt x="817" y="3242"/>
                  </a:cubicBezTo>
                  <a:cubicBezTo>
                    <a:pt x="1262" y="3242"/>
                    <a:pt x="1697" y="2994"/>
                    <a:pt x="1848" y="2535"/>
                  </a:cubicBezTo>
                  <a:cubicBezTo>
                    <a:pt x="2009" y="2051"/>
                    <a:pt x="1749" y="1589"/>
                    <a:pt x="1351" y="1355"/>
                  </a:cubicBezTo>
                  <a:lnTo>
                    <a:pt x="1351" y="1355"/>
                  </a:lnTo>
                  <a:cubicBezTo>
                    <a:pt x="1495" y="1272"/>
                    <a:pt x="1629" y="1169"/>
                    <a:pt x="1758" y="1046"/>
                  </a:cubicBezTo>
                  <a:cubicBezTo>
                    <a:pt x="1826" y="979"/>
                    <a:pt x="1824" y="889"/>
                    <a:pt x="1788" y="807"/>
                  </a:cubicBezTo>
                  <a:cubicBezTo>
                    <a:pt x="1565" y="295"/>
                    <a:pt x="1082" y="1"/>
                    <a:pt x="55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0"/>
            <p:cNvSpPr/>
            <p:nvPr/>
          </p:nvSpPr>
          <p:spPr>
            <a:xfrm>
              <a:off x="6377525" y="688450"/>
              <a:ext cx="45875" cy="10225"/>
            </a:xfrm>
            <a:custGeom>
              <a:rect b="b" l="l" r="r" t="t"/>
              <a:pathLst>
                <a:path extrusionOk="0" h="409" w="1835">
                  <a:moveTo>
                    <a:pt x="250" y="0"/>
                  </a:moveTo>
                  <a:cubicBezTo>
                    <a:pt x="0" y="0"/>
                    <a:pt x="2" y="390"/>
                    <a:pt x="254" y="394"/>
                  </a:cubicBezTo>
                  <a:cubicBezTo>
                    <a:pt x="696" y="398"/>
                    <a:pt x="1138" y="403"/>
                    <a:pt x="1579" y="408"/>
                  </a:cubicBezTo>
                  <a:cubicBezTo>
                    <a:pt x="1580" y="408"/>
                    <a:pt x="1580" y="408"/>
                    <a:pt x="1581" y="408"/>
                  </a:cubicBezTo>
                  <a:cubicBezTo>
                    <a:pt x="1834" y="408"/>
                    <a:pt x="1834" y="16"/>
                    <a:pt x="1579" y="15"/>
                  </a:cubicBezTo>
                  <a:cubicBezTo>
                    <a:pt x="1138" y="9"/>
                    <a:pt x="696" y="5"/>
                    <a:pt x="254" y="0"/>
                  </a:cubicBezTo>
                  <a:cubicBezTo>
                    <a:pt x="252" y="0"/>
                    <a:pt x="251" y="0"/>
                    <a:pt x="25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0"/>
            <p:cNvSpPr/>
            <p:nvPr/>
          </p:nvSpPr>
          <p:spPr>
            <a:xfrm>
              <a:off x="6380525" y="709550"/>
              <a:ext cx="43325" cy="14500"/>
            </a:xfrm>
            <a:custGeom>
              <a:rect b="b" l="l" r="r" t="t"/>
              <a:pathLst>
                <a:path extrusionOk="0" h="580" w="1733">
                  <a:moveTo>
                    <a:pt x="305" y="1"/>
                  </a:moveTo>
                  <a:cubicBezTo>
                    <a:pt x="83" y="1"/>
                    <a:pt x="0" y="345"/>
                    <a:pt x="235" y="383"/>
                  </a:cubicBezTo>
                  <a:cubicBezTo>
                    <a:pt x="620" y="448"/>
                    <a:pt x="1007" y="512"/>
                    <a:pt x="1392" y="577"/>
                  </a:cubicBezTo>
                  <a:cubicBezTo>
                    <a:pt x="1405" y="579"/>
                    <a:pt x="1417" y="580"/>
                    <a:pt x="1429" y="580"/>
                  </a:cubicBezTo>
                  <a:cubicBezTo>
                    <a:pt x="1651" y="580"/>
                    <a:pt x="1733" y="237"/>
                    <a:pt x="1498" y="197"/>
                  </a:cubicBezTo>
                  <a:cubicBezTo>
                    <a:pt x="1113" y="133"/>
                    <a:pt x="726" y="68"/>
                    <a:pt x="341" y="4"/>
                  </a:cubicBezTo>
                  <a:cubicBezTo>
                    <a:pt x="329" y="2"/>
                    <a:pt x="317" y="1"/>
                    <a:pt x="30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0"/>
            <p:cNvSpPr/>
            <p:nvPr/>
          </p:nvSpPr>
          <p:spPr>
            <a:xfrm>
              <a:off x="6548450" y="658050"/>
              <a:ext cx="83050" cy="110100"/>
            </a:xfrm>
            <a:custGeom>
              <a:rect b="b" l="l" r="r" t="t"/>
              <a:pathLst>
                <a:path extrusionOk="0" h="4404" w="3322">
                  <a:moveTo>
                    <a:pt x="1494" y="382"/>
                  </a:moveTo>
                  <a:cubicBezTo>
                    <a:pt x="1739" y="382"/>
                    <a:pt x="1991" y="426"/>
                    <a:pt x="2191" y="468"/>
                  </a:cubicBezTo>
                  <a:lnTo>
                    <a:pt x="2191" y="468"/>
                  </a:lnTo>
                  <a:cubicBezTo>
                    <a:pt x="2158" y="521"/>
                    <a:pt x="2148" y="591"/>
                    <a:pt x="2181" y="662"/>
                  </a:cubicBezTo>
                  <a:cubicBezTo>
                    <a:pt x="2181" y="662"/>
                    <a:pt x="2181" y="662"/>
                    <a:pt x="2181" y="662"/>
                  </a:cubicBezTo>
                  <a:lnTo>
                    <a:pt x="2181" y="662"/>
                  </a:lnTo>
                  <a:cubicBezTo>
                    <a:pt x="2451" y="1262"/>
                    <a:pt x="1843" y="1601"/>
                    <a:pt x="1302" y="1601"/>
                  </a:cubicBezTo>
                  <a:cubicBezTo>
                    <a:pt x="845" y="1601"/>
                    <a:pt x="435" y="1359"/>
                    <a:pt x="639" y="830"/>
                  </a:cubicBezTo>
                  <a:cubicBezTo>
                    <a:pt x="773" y="481"/>
                    <a:pt x="1125" y="382"/>
                    <a:pt x="1494" y="382"/>
                  </a:cubicBezTo>
                  <a:close/>
                  <a:moveTo>
                    <a:pt x="1547" y="1"/>
                  </a:moveTo>
                  <a:cubicBezTo>
                    <a:pt x="1134" y="1"/>
                    <a:pt x="734" y="105"/>
                    <a:pt x="444" y="433"/>
                  </a:cubicBezTo>
                  <a:cubicBezTo>
                    <a:pt x="102" y="823"/>
                    <a:pt x="0" y="1433"/>
                    <a:pt x="395" y="1818"/>
                  </a:cubicBezTo>
                  <a:cubicBezTo>
                    <a:pt x="592" y="2009"/>
                    <a:pt x="848" y="2092"/>
                    <a:pt x="1115" y="2092"/>
                  </a:cubicBezTo>
                  <a:cubicBezTo>
                    <a:pt x="1627" y="2092"/>
                    <a:pt x="2182" y="1788"/>
                    <a:pt x="2446" y="1362"/>
                  </a:cubicBezTo>
                  <a:lnTo>
                    <a:pt x="2446" y="1362"/>
                  </a:lnTo>
                  <a:cubicBezTo>
                    <a:pt x="2663" y="2422"/>
                    <a:pt x="2131" y="3562"/>
                    <a:pt x="1107" y="4044"/>
                  </a:cubicBezTo>
                  <a:cubicBezTo>
                    <a:pt x="908" y="4137"/>
                    <a:pt x="1031" y="4404"/>
                    <a:pt x="1216" y="4404"/>
                  </a:cubicBezTo>
                  <a:cubicBezTo>
                    <a:pt x="1245" y="4404"/>
                    <a:pt x="1275" y="4397"/>
                    <a:pt x="1306" y="4383"/>
                  </a:cubicBezTo>
                  <a:cubicBezTo>
                    <a:pt x="2759" y="3702"/>
                    <a:pt x="3321" y="1846"/>
                    <a:pt x="2521" y="465"/>
                  </a:cubicBezTo>
                  <a:cubicBezTo>
                    <a:pt x="2520" y="462"/>
                    <a:pt x="2518" y="459"/>
                    <a:pt x="2516" y="456"/>
                  </a:cubicBezTo>
                  <a:lnTo>
                    <a:pt x="2516" y="456"/>
                  </a:lnTo>
                  <a:cubicBezTo>
                    <a:pt x="2617" y="361"/>
                    <a:pt x="2617" y="163"/>
                    <a:pt x="2442" y="123"/>
                  </a:cubicBezTo>
                  <a:cubicBezTo>
                    <a:pt x="2162" y="57"/>
                    <a:pt x="1851" y="1"/>
                    <a:pt x="15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0"/>
            <p:cNvSpPr/>
            <p:nvPr/>
          </p:nvSpPr>
          <p:spPr>
            <a:xfrm>
              <a:off x="6644600" y="632125"/>
              <a:ext cx="38250" cy="61075"/>
            </a:xfrm>
            <a:custGeom>
              <a:rect b="b" l="l" r="r" t="t"/>
              <a:pathLst>
                <a:path extrusionOk="0" h="2443" w="1530">
                  <a:moveTo>
                    <a:pt x="568" y="1"/>
                  </a:moveTo>
                  <a:cubicBezTo>
                    <a:pt x="442" y="1"/>
                    <a:pt x="306" y="43"/>
                    <a:pt x="170" y="142"/>
                  </a:cubicBezTo>
                  <a:cubicBezTo>
                    <a:pt x="0" y="260"/>
                    <a:pt x="106" y="515"/>
                    <a:pt x="263" y="515"/>
                  </a:cubicBezTo>
                  <a:cubicBezTo>
                    <a:pt x="296" y="515"/>
                    <a:pt x="331" y="504"/>
                    <a:pt x="366" y="478"/>
                  </a:cubicBezTo>
                  <a:cubicBezTo>
                    <a:pt x="431" y="431"/>
                    <a:pt x="496" y="411"/>
                    <a:pt x="554" y="411"/>
                  </a:cubicBezTo>
                  <a:cubicBezTo>
                    <a:pt x="785" y="411"/>
                    <a:pt x="925" y="721"/>
                    <a:pt x="651" y="878"/>
                  </a:cubicBezTo>
                  <a:cubicBezTo>
                    <a:pt x="563" y="926"/>
                    <a:pt x="520" y="1060"/>
                    <a:pt x="581" y="1147"/>
                  </a:cubicBezTo>
                  <a:cubicBezTo>
                    <a:pt x="739" y="1374"/>
                    <a:pt x="895" y="1600"/>
                    <a:pt x="1053" y="1826"/>
                  </a:cubicBezTo>
                  <a:lnTo>
                    <a:pt x="1053" y="1826"/>
                  </a:lnTo>
                  <a:cubicBezTo>
                    <a:pt x="881" y="1977"/>
                    <a:pt x="684" y="2048"/>
                    <a:pt x="448" y="2048"/>
                  </a:cubicBezTo>
                  <a:cubicBezTo>
                    <a:pt x="417" y="2048"/>
                    <a:pt x="385" y="2047"/>
                    <a:pt x="352" y="2044"/>
                  </a:cubicBezTo>
                  <a:cubicBezTo>
                    <a:pt x="345" y="2044"/>
                    <a:pt x="339" y="2044"/>
                    <a:pt x="333" y="2044"/>
                  </a:cubicBezTo>
                  <a:cubicBezTo>
                    <a:pt x="100" y="2044"/>
                    <a:pt x="107" y="2419"/>
                    <a:pt x="352" y="2438"/>
                  </a:cubicBezTo>
                  <a:cubicBezTo>
                    <a:pt x="388" y="2441"/>
                    <a:pt x="424" y="2442"/>
                    <a:pt x="460" y="2442"/>
                  </a:cubicBezTo>
                  <a:cubicBezTo>
                    <a:pt x="844" y="2442"/>
                    <a:pt x="1191" y="2283"/>
                    <a:pt x="1447" y="1989"/>
                  </a:cubicBezTo>
                  <a:cubicBezTo>
                    <a:pt x="1501" y="1926"/>
                    <a:pt x="1530" y="1824"/>
                    <a:pt x="1478" y="1751"/>
                  </a:cubicBezTo>
                  <a:cubicBezTo>
                    <a:pt x="1325" y="1531"/>
                    <a:pt x="1173" y="1312"/>
                    <a:pt x="1021" y="1093"/>
                  </a:cubicBezTo>
                  <a:lnTo>
                    <a:pt x="1021" y="1093"/>
                  </a:lnTo>
                  <a:cubicBezTo>
                    <a:pt x="1426" y="684"/>
                    <a:pt x="1075" y="1"/>
                    <a:pt x="56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0"/>
            <p:cNvSpPr/>
            <p:nvPr/>
          </p:nvSpPr>
          <p:spPr>
            <a:xfrm>
              <a:off x="6717000" y="675225"/>
              <a:ext cx="15125" cy="67850"/>
            </a:xfrm>
            <a:custGeom>
              <a:rect b="b" l="l" r="r" t="t"/>
              <a:pathLst>
                <a:path extrusionOk="0" h="2714" w="605">
                  <a:moveTo>
                    <a:pt x="363" y="1"/>
                  </a:moveTo>
                  <a:cubicBezTo>
                    <a:pt x="287" y="1"/>
                    <a:pt x="215" y="44"/>
                    <a:pt x="196" y="143"/>
                  </a:cubicBezTo>
                  <a:cubicBezTo>
                    <a:pt x="44" y="933"/>
                    <a:pt x="1" y="1722"/>
                    <a:pt x="71" y="2525"/>
                  </a:cubicBezTo>
                  <a:cubicBezTo>
                    <a:pt x="82" y="2650"/>
                    <a:pt x="186" y="2713"/>
                    <a:pt x="285" y="2713"/>
                  </a:cubicBezTo>
                  <a:cubicBezTo>
                    <a:pt x="383" y="2713"/>
                    <a:pt x="476" y="2651"/>
                    <a:pt x="465" y="2525"/>
                  </a:cubicBezTo>
                  <a:cubicBezTo>
                    <a:pt x="396" y="1759"/>
                    <a:pt x="430" y="1003"/>
                    <a:pt x="575" y="246"/>
                  </a:cubicBezTo>
                  <a:cubicBezTo>
                    <a:pt x="604" y="98"/>
                    <a:pt x="479" y="1"/>
                    <a:pt x="36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0"/>
            <p:cNvSpPr/>
            <p:nvPr/>
          </p:nvSpPr>
          <p:spPr>
            <a:xfrm>
              <a:off x="6700525" y="704875"/>
              <a:ext cx="62550" cy="16025"/>
            </a:xfrm>
            <a:custGeom>
              <a:rect b="b" l="l" r="r" t="t"/>
              <a:pathLst>
                <a:path extrusionOk="0" h="641" w="2502">
                  <a:moveTo>
                    <a:pt x="2278" y="0"/>
                  </a:moveTo>
                  <a:cubicBezTo>
                    <a:pt x="2269" y="0"/>
                    <a:pt x="2260" y="1"/>
                    <a:pt x="2250" y="2"/>
                  </a:cubicBezTo>
                  <a:cubicBezTo>
                    <a:pt x="1583" y="82"/>
                    <a:pt x="915" y="164"/>
                    <a:pt x="250" y="245"/>
                  </a:cubicBezTo>
                  <a:cubicBezTo>
                    <a:pt x="10" y="273"/>
                    <a:pt x="0" y="641"/>
                    <a:pt x="224" y="641"/>
                  </a:cubicBezTo>
                  <a:cubicBezTo>
                    <a:pt x="232" y="641"/>
                    <a:pt x="241" y="640"/>
                    <a:pt x="250" y="639"/>
                  </a:cubicBezTo>
                  <a:cubicBezTo>
                    <a:pt x="917" y="557"/>
                    <a:pt x="1585" y="476"/>
                    <a:pt x="2250" y="396"/>
                  </a:cubicBezTo>
                  <a:cubicBezTo>
                    <a:pt x="2490" y="365"/>
                    <a:pt x="2502" y="0"/>
                    <a:pt x="22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0"/>
            <p:cNvSpPr/>
            <p:nvPr/>
          </p:nvSpPr>
          <p:spPr>
            <a:xfrm>
              <a:off x="6805350" y="668450"/>
              <a:ext cx="61850" cy="81625"/>
            </a:xfrm>
            <a:custGeom>
              <a:rect b="b" l="l" r="r" t="t"/>
              <a:pathLst>
                <a:path extrusionOk="0" h="3265" w="2474">
                  <a:moveTo>
                    <a:pt x="412" y="0"/>
                  </a:moveTo>
                  <a:cubicBezTo>
                    <a:pt x="309" y="0"/>
                    <a:pt x="210" y="89"/>
                    <a:pt x="216" y="196"/>
                  </a:cubicBezTo>
                  <a:cubicBezTo>
                    <a:pt x="232" y="577"/>
                    <a:pt x="248" y="958"/>
                    <a:pt x="263" y="1337"/>
                  </a:cubicBezTo>
                  <a:cubicBezTo>
                    <a:pt x="268" y="1448"/>
                    <a:pt x="370" y="1535"/>
                    <a:pt x="471" y="1535"/>
                  </a:cubicBezTo>
                  <a:cubicBezTo>
                    <a:pt x="517" y="1535"/>
                    <a:pt x="563" y="1517"/>
                    <a:pt x="600" y="1476"/>
                  </a:cubicBezTo>
                  <a:cubicBezTo>
                    <a:pt x="764" y="1295"/>
                    <a:pt x="975" y="1214"/>
                    <a:pt x="1180" y="1214"/>
                  </a:cubicBezTo>
                  <a:cubicBezTo>
                    <a:pt x="1575" y="1214"/>
                    <a:pt x="1952" y="1517"/>
                    <a:pt x="1945" y="1997"/>
                  </a:cubicBezTo>
                  <a:cubicBezTo>
                    <a:pt x="1939" y="2577"/>
                    <a:pt x="1486" y="2874"/>
                    <a:pt x="1001" y="2874"/>
                  </a:cubicBezTo>
                  <a:cubicBezTo>
                    <a:pt x="790" y="2874"/>
                    <a:pt x="573" y="2818"/>
                    <a:pt x="383" y="2704"/>
                  </a:cubicBezTo>
                  <a:cubicBezTo>
                    <a:pt x="349" y="2684"/>
                    <a:pt x="316" y="2675"/>
                    <a:pt x="284" y="2675"/>
                  </a:cubicBezTo>
                  <a:cubicBezTo>
                    <a:pt x="114" y="2675"/>
                    <a:pt x="1" y="2934"/>
                    <a:pt x="185" y="3044"/>
                  </a:cubicBezTo>
                  <a:cubicBezTo>
                    <a:pt x="435" y="3194"/>
                    <a:pt x="713" y="3264"/>
                    <a:pt x="984" y="3264"/>
                  </a:cubicBezTo>
                  <a:cubicBezTo>
                    <a:pt x="1725" y="3264"/>
                    <a:pt x="2410" y="2736"/>
                    <a:pt x="2332" y="1861"/>
                  </a:cubicBezTo>
                  <a:cubicBezTo>
                    <a:pt x="2274" y="1214"/>
                    <a:pt x="1730" y="819"/>
                    <a:pt x="1172" y="819"/>
                  </a:cubicBezTo>
                  <a:cubicBezTo>
                    <a:pt x="991" y="819"/>
                    <a:pt x="808" y="860"/>
                    <a:pt x="641" y="948"/>
                  </a:cubicBezTo>
                  <a:lnTo>
                    <a:pt x="641" y="948"/>
                  </a:lnTo>
                  <a:cubicBezTo>
                    <a:pt x="633" y="763"/>
                    <a:pt x="626" y="578"/>
                    <a:pt x="618" y="394"/>
                  </a:cubicBezTo>
                  <a:lnTo>
                    <a:pt x="618" y="394"/>
                  </a:lnTo>
                  <a:cubicBezTo>
                    <a:pt x="1152" y="394"/>
                    <a:pt x="1685" y="395"/>
                    <a:pt x="2220" y="395"/>
                  </a:cubicBezTo>
                  <a:cubicBezTo>
                    <a:pt x="2474" y="395"/>
                    <a:pt x="2474" y="2"/>
                    <a:pt x="2220" y="2"/>
                  </a:cubicBezTo>
                  <a:cubicBezTo>
                    <a:pt x="1616" y="2"/>
                    <a:pt x="1015" y="0"/>
                    <a:pt x="41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0"/>
            <p:cNvSpPr/>
            <p:nvPr/>
          </p:nvSpPr>
          <p:spPr>
            <a:xfrm>
              <a:off x="6880625" y="630450"/>
              <a:ext cx="51175" cy="61125"/>
            </a:xfrm>
            <a:custGeom>
              <a:rect b="b" l="l" r="r" t="t"/>
              <a:pathLst>
                <a:path extrusionOk="0" h="2445" w="2047">
                  <a:moveTo>
                    <a:pt x="966" y="362"/>
                  </a:moveTo>
                  <a:cubicBezTo>
                    <a:pt x="1181" y="362"/>
                    <a:pt x="1588" y="514"/>
                    <a:pt x="1501" y="816"/>
                  </a:cubicBezTo>
                  <a:cubicBezTo>
                    <a:pt x="1455" y="974"/>
                    <a:pt x="1297" y="1035"/>
                    <a:pt x="1119" y="1054"/>
                  </a:cubicBezTo>
                  <a:lnTo>
                    <a:pt x="1119" y="1054"/>
                  </a:lnTo>
                  <a:cubicBezTo>
                    <a:pt x="1004" y="1035"/>
                    <a:pt x="888" y="1027"/>
                    <a:pt x="777" y="1027"/>
                  </a:cubicBezTo>
                  <a:cubicBezTo>
                    <a:pt x="767" y="1027"/>
                    <a:pt x="756" y="1027"/>
                    <a:pt x="745" y="1027"/>
                  </a:cubicBezTo>
                  <a:lnTo>
                    <a:pt x="745" y="1027"/>
                  </a:lnTo>
                  <a:cubicBezTo>
                    <a:pt x="793" y="833"/>
                    <a:pt x="859" y="653"/>
                    <a:pt x="917" y="531"/>
                  </a:cubicBezTo>
                  <a:cubicBezTo>
                    <a:pt x="945" y="471"/>
                    <a:pt x="943" y="412"/>
                    <a:pt x="922" y="363"/>
                  </a:cubicBezTo>
                  <a:lnTo>
                    <a:pt x="922" y="363"/>
                  </a:lnTo>
                  <a:cubicBezTo>
                    <a:pt x="934" y="363"/>
                    <a:pt x="947" y="362"/>
                    <a:pt x="960" y="362"/>
                  </a:cubicBezTo>
                  <a:cubicBezTo>
                    <a:pt x="962" y="362"/>
                    <a:pt x="964" y="362"/>
                    <a:pt x="966" y="362"/>
                  </a:cubicBezTo>
                  <a:close/>
                  <a:moveTo>
                    <a:pt x="684" y="1433"/>
                  </a:moveTo>
                  <a:cubicBezTo>
                    <a:pt x="748" y="1438"/>
                    <a:pt x="815" y="1442"/>
                    <a:pt x="885" y="1442"/>
                  </a:cubicBezTo>
                  <a:cubicBezTo>
                    <a:pt x="935" y="1442"/>
                    <a:pt x="986" y="1440"/>
                    <a:pt x="1038" y="1436"/>
                  </a:cubicBezTo>
                  <a:lnTo>
                    <a:pt x="1038" y="1436"/>
                  </a:lnTo>
                  <a:cubicBezTo>
                    <a:pt x="1155" y="1454"/>
                    <a:pt x="1268" y="1488"/>
                    <a:pt x="1365" y="1550"/>
                  </a:cubicBezTo>
                  <a:cubicBezTo>
                    <a:pt x="1628" y="1719"/>
                    <a:pt x="1574" y="2006"/>
                    <a:pt x="1268" y="2047"/>
                  </a:cubicBezTo>
                  <a:cubicBezTo>
                    <a:pt x="1225" y="2053"/>
                    <a:pt x="1186" y="2056"/>
                    <a:pt x="1149" y="2056"/>
                  </a:cubicBezTo>
                  <a:cubicBezTo>
                    <a:pt x="776" y="2056"/>
                    <a:pt x="671" y="1769"/>
                    <a:pt x="684" y="1433"/>
                  </a:cubicBezTo>
                  <a:close/>
                  <a:moveTo>
                    <a:pt x="996" y="0"/>
                  </a:moveTo>
                  <a:cubicBezTo>
                    <a:pt x="720" y="0"/>
                    <a:pt x="433" y="63"/>
                    <a:pt x="216" y="136"/>
                  </a:cubicBezTo>
                  <a:cubicBezTo>
                    <a:pt x="1" y="208"/>
                    <a:pt x="63" y="527"/>
                    <a:pt x="256" y="527"/>
                  </a:cubicBezTo>
                  <a:cubicBezTo>
                    <a:pt x="276" y="527"/>
                    <a:pt x="298" y="523"/>
                    <a:pt x="321" y="515"/>
                  </a:cubicBezTo>
                  <a:cubicBezTo>
                    <a:pt x="387" y="493"/>
                    <a:pt x="454" y="469"/>
                    <a:pt x="522" y="447"/>
                  </a:cubicBezTo>
                  <a:lnTo>
                    <a:pt x="522" y="447"/>
                  </a:lnTo>
                  <a:cubicBezTo>
                    <a:pt x="296" y="950"/>
                    <a:pt x="111" y="1568"/>
                    <a:pt x="433" y="2064"/>
                  </a:cubicBezTo>
                  <a:cubicBezTo>
                    <a:pt x="593" y="2315"/>
                    <a:pt x="893" y="2445"/>
                    <a:pt x="1188" y="2445"/>
                  </a:cubicBezTo>
                  <a:cubicBezTo>
                    <a:pt x="1295" y="2445"/>
                    <a:pt x="1403" y="2427"/>
                    <a:pt x="1502" y="2392"/>
                  </a:cubicBezTo>
                  <a:cubicBezTo>
                    <a:pt x="1872" y="2263"/>
                    <a:pt x="2046" y="1857"/>
                    <a:pt x="1860" y="1504"/>
                  </a:cubicBezTo>
                  <a:cubicBezTo>
                    <a:pt x="1807" y="1403"/>
                    <a:pt x="1732" y="1321"/>
                    <a:pt x="1643" y="1256"/>
                  </a:cubicBezTo>
                  <a:lnTo>
                    <a:pt x="1643" y="1256"/>
                  </a:lnTo>
                  <a:cubicBezTo>
                    <a:pt x="1815" y="1140"/>
                    <a:pt x="1924" y="958"/>
                    <a:pt x="1898" y="687"/>
                  </a:cubicBezTo>
                  <a:cubicBezTo>
                    <a:pt x="1848" y="160"/>
                    <a:pt x="1436" y="0"/>
                    <a:pt x="9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0"/>
            <p:cNvSpPr/>
            <p:nvPr/>
          </p:nvSpPr>
          <p:spPr>
            <a:xfrm>
              <a:off x="6971325" y="682300"/>
              <a:ext cx="17075" cy="59350"/>
            </a:xfrm>
            <a:custGeom>
              <a:rect b="b" l="l" r="r" t="t"/>
              <a:pathLst>
                <a:path extrusionOk="0" h="2374" w="683">
                  <a:moveTo>
                    <a:pt x="495" y="1"/>
                  </a:moveTo>
                  <a:cubicBezTo>
                    <a:pt x="396" y="1"/>
                    <a:pt x="289" y="64"/>
                    <a:pt x="272" y="188"/>
                  </a:cubicBezTo>
                  <a:cubicBezTo>
                    <a:pt x="186" y="853"/>
                    <a:pt x="102" y="1521"/>
                    <a:pt x="16" y="2186"/>
                  </a:cubicBezTo>
                  <a:cubicBezTo>
                    <a:pt x="0" y="2311"/>
                    <a:pt x="91" y="2374"/>
                    <a:pt x="189" y="2374"/>
                  </a:cubicBezTo>
                  <a:cubicBezTo>
                    <a:pt x="287" y="2374"/>
                    <a:pt x="394" y="2311"/>
                    <a:pt x="410" y="2186"/>
                  </a:cubicBezTo>
                  <a:cubicBezTo>
                    <a:pt x="496" y="1521"/>
                    <a:pt x="580" y="853"/>
                    <a:pt x="666" y="188"/>
                  </a:cubicBezTo>
                  <a:cubicBezTo>
                    <a:pt x="682" y="63"/>
                    <a:pt x="593" y="1"/>
                    <a:pt x="49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0"/>
            <p:cNvSpPr/>
            <p:nvPr/>
          </p:nvSpPr>
          <p:spPr>
            <a:xfrm>
              <a:off x="6952850" y="706800"/>
              <a:ext cx="58975" cy="13975"/>
            </a:xfrm>
            <a:custGeom>
              <a:rect b="b" l="l" r="r" t="t"/>
              <a:pathLst>
                <a:path extrusionOk="0" h="559" w="2359">
                  <a:moveTo>
                    <a:pt x="1568" y="1"/>
                  </a:moveTo>
                  <a:cubicBezTo>
                    <a:pt x="1117" y="1"/>
                    <a:pt x="671" y="58"/>
                    <a:pt x="228" y="171"/>
                  </a:cubicBezTo>
                  <a:cubicBezTo>
                    <a:pt x="1" y="229"/>
                    <a:pt x="73" y="559"/>
                    <a:pt x="278" y="559"/>
                  </a:cubicBezTo>
                  <a:cubicBezTo>
                    <a:pt x="295" y="559"/>
                    <a:pt x="313" y="557"/>
                    <a:pt x="331" y="552"/>
                  </a:cubicBezTo>
                  <a:cubicBezTo>
                    <a:pt x="745" y="447"/>
                    <a:pt x="1161" y="396"/>
                    <a:pt x="1581" y="396"/>
                  </a:cubicBezTo>
                  <a:cubicBezTo>
                    <a:pt x="1755" y="396"/>
                    <a:pt x="1930" y="405"/>
                    <a:pt x="2106" y="422"/>
                  </a:cubicBezTo>
                  <a:cubicBezTo>
                    <a:pt x="2114" y="423"/>
                    <a:pt x="2122" y="423"/>
                    <a:pt x="2130" y="423"/>
                  </a:cubicBezTo>
                  <a:cubicBezTo>
                    <a:pt x="2358" y="423"/>
                    <a:pt x="2349" y="53"/>
                    <a:pt x="2106" y="28"/>
                  </a:cubicBezTo>
                  <a:cubicBezTo>
                    <a:pt x="1926" y="10"/>
                    <a:pt x="1747" y="1"/>
                    <a:pt x="156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0"/>
            <p:cNvSpPr/>
            <p:nvPr/>
          </p:nvSpPr>
          <p:spPr>
            <a:xfrm>
              <a:off x="7045200" y="670900"/>
              <a:ext cx="69550" cy="92900"/>
            </a:xfrm>
            <a:custGeom>
              <a:rect b="b" l="l" r="r" t="t"/>
              <a:pathLst>
                <a:path extrusionOk="0" h="3716" w="2782">
                  <a:moveTo>
                    <a:pt x="2560" y="0"/>
                  </a:moveTo>
                  <a:cubicBezTo>
                    <a:pt x="2556" y="0"/>
                    <a:pt x="2552" y="1"/>
                    <a:pt x="2548" y="1"/>
                  </a:cubicBezTo>
                  <a:cubicBezTo>
                    <a:pt x="1782" y="58"/>
                    <a:pt x="1018" y="117"/>
                    <a:pt x="252" y="174"/>
                  </a:cubicBezTo>
                  <a:cubicBezTo>
                    <a:pt x="8" y="192"/>
                    <a:pt x="0" y="567"/>
                    <a:pt x="234" y="567"/>
                  </a:cubicBezTo>
                  <a:cubicBezTo>
                    <a:pt x="240" y="567"/>
                    <a:pt x="246" y="567"/>
                    <a:pt x="252" y="566"/>
                  </a:cubicBezTo>
                  <a:cubicBezTo>
                    <a:pt x="920" y="517"/>
                    <a:pt x="1586" y="464"/>
                    <a:pt x="2254" y="414"/>
                  </a:cubicBezTo>
                  <a:lnTo>
                    <a:pt x="2254" y="414"/>
                  </a:lnTo>
                  <a:cubicBezTo>
                    <a:pt x="1871" y="1419"/>
                    <a:pt x="1531" y="2438"/>
                    <a:pt x="1233" y="3472"/>
                  </a:cubicBezTo>
                  <a:cubicBezTo>
                    <a:pt x="1190" y="3619"/>
                    <a:pt x="1311" y="3715"/>
                    <a:pt x="1430" y="3715"/>
                  </a:cubicBezTo>
                  <a:cubicBezTo>
                    <a:pt x="1507" y="3715"/>
                    <a:pt x="1584" y="3674"/>
                    <a:pt x="1612" y="3577"/>
                  </a:cubicBezTo>
                  <a:cubicBezTo>
                    <a:pt x="1938" y="2450"/>
                    <a:pt x="2312" y="1342"/>
                    <a:pt x="2737" y="249"/>
                  </a:cubicBezTo>
                  <a:cubicBezTo>
                    <a:pt x="2781" y="138"/>
                    <a:pt x="2676" y="0"/>
                    <a:pt x="25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0"/>
            <p:cNvSpPr/>
            <p:nvPr/>
          </p:nvSpPr>
          <p:spPr>
            <a:xfrm>
              <a:off x="7142550" y="646650"/>
              <a:ext cx="48575" cy="51700"/>
            </a:xfrm>
            <a:custGeom>
              <a:rect b="b" l="l" r="r" t="t"/>
              <a:pathLst>
                <a:path extrusionOk="0" h="2068" w="1943">
                  <a:moveTo>
                    <a:pt x="1330" y="1"/>
                  </a:moveTo>
                  <a:cubicBezTo>
                    <a:pt x="750" y="1"/>
                    <a:pt x="142" y="344"/>
                    <a:pt x="70" y="964"/>
                  </a:cubicBezTo>
                  <a:cubicBezTo>
                    <a:pt x="0" y="1553"/>
                    <a:pt x="506" y="2067"/>
                    <a:pt x="1057" y="2067"/>
                  </a:cubicBezTo>
                  <a:cubicBezTo>
                    <a:pt x="1176" y="2067"/>
                    <a:pt x="1297" y="2043"/>
                    <a:pt x="1416" y="1990"/>
                  </a:cubicBezTo>
                  <a:cubicBezTo>
                    <a:pt x="1616" y="1900"/>
                    <a:pt x="1490" y="1632"/>
                    <a:pt x="1302" y="1632"/>
                  </a:cubicBezTo>
                  <a:cubicBezTo>
                    <a:pt x="1275" y="1632"/>
                    <a:pt x="1246" y="1638"/>
                    <a:pt x="1217" y="1651"/>
                  </a:cubicBezTo>
                  <a:cubicBezTo>
                    <a:pt x="1154" y="1679"/>
                    <a:pt x="1093" y="1691"/>
                    <a:pt x="1033" y="1691"/>
                  </a:cubicBezTo>
                  <a:cubicBezTo>
                    <a:pt x="654" y="1691"/>
                    <a:pt x="353" y="1188"/>
                    <a:pt x="511" y="844"/>
                  </a:cubicBezTo>
                  <a:cubicBezTo>
                    <a:pt x="654" y="535"/>
                    <a:pt x="986" y="392"/>
                    <a:pt x="1312" y="392"/>
                  </a:cubicBezTo>
                  <a:cubicBezTo>
                    <a:pt x="1417" y="392"/>
                    <a:pt x="1521" y="407"/>
                    <a:pt x="1617" y="436"/>
                  </a:cubicBezTo>
                  <a:cubicBezTo>
                    <a:pt x="1638" y="442"/>
                    <a:pt x="1658" y="445"/>
                    <a:pt x="1677" y="445"/>
                  </a:cubicBezTo>
                  <a:cubicBezTo>
                    <a:pt x="1875" y="445"/>
                    <a:pt x="1943" y="123"/>
                    <a:pt x="1720" y="56"/>
                  </a:cubicBezTo>
                  <a:cubicBezTo>
                    <a:pt x="1597" y="19"/>
                    <a:pt x="1464" y="1"/>
                    <a:pt x="13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0"/>
            <p:cNvSpPr/>
            <p:nvPr/>
          </p:nvSpPr>
          <p:spPr>
            <a:xfrm>
              <a:off x="6189100" y="852325"/>
              <a:ext cx="68125" cy="72325"/>
            </a:xfrm>
            <a:custGeom>
              <a:rect b="b" l="l" r="r" t="t"/>
              <a:pathLst>
                <a:path extrusionOk="0" h="2893" w="2725">
                  <a:moveTo>
                    <a:pt x="2496" y="1"/>
                  </a:moveTo>
                  <a:cubicBezTo>
                    <a:pt x="2488" y="1"/>
                    <a:pt x="2480" y="1"/>
                    <a:pt x="2473" y="2"/>
                  </a:cubicBezTo>
                  <a:cubicBezTo>
                    <a:pt x="1722" y="78"/>
                    <a:pt x="975" y="154"/>
                    <a:pt x="225" y="231"/>
                  </a:cubicBezTo>
                  <a:cubicBezTo>
                    <a:pt x="100" y="242"/>
                    <a:pt x="0" y="347"/>
                    <a:pt x="36" y="479"/>
                  </a:cubicBezTo>
                  <a:cubicBezTo>
                    <a:pt x="116" y="782"/>
                    <a:pt x="149" y="1077"/>
                    <a:pt x="145" y="1388"/>
                  </a:cubicBezTo>
                  <a:cubicBezTo>
                    <a:pt x="144" y="1496"/>
                    <a:pt x="239" y="1586"/>
                    <a:pt x="342" y="1586"/>
                  </a:cubicBezTo>
                  <a:cubicBezTo>
                    <a:pt x="359" y="1586"/>
                    <a:pt x="377" y="1583"/>
                    <a:pt x="394" y="1578"/>
                  </a:cubicBezTo>
                  <a:cubicBezTo>
                    <a:pt x="612" y="1510"/>
                    <a:pt x="846" y="1434"/>
                    <a:pt x="1078" y="1434"/>
                  </a:cubicBezTo>
                  <a:cubicBezTo>
                    <a:pt x="1109" y="1434"/>
                    <a:pt x="1139" y="1435"/>
                    <a:pt x="1170" y="1438"/>
                  </a:cubicBezTo>
                  <a:cubicBezTo>
                    <a:pt x="1543" y="1473"/>
                    <a:pt x="1984" y="1863"/>
                    <a:pt x="1651" y="2224"/>
                  </a:cubicBezTo>
                  <a:cubicBezTo>
                    <a:pt x="1434" y="2458"/>
                    <a:pt x="1050" y="2500"/>
                    <a:pt x="720" y="2500"/>
                  </a:cubicBezTo>
                  <a:cubicBezTo>
                    <a:pt x="646" y="2500"/>
                    <a:pt x="576" y="2498"/>
                    <a:pt x="510" y="2496"/>
                  </a:cubicBezTo>
                  <a:cubicBezTo>
                    <a:pt x="507" y="2495"/>
                    <a:pt x="504" y="2495"/>
                    <a:pt x="500" y="2495"/>
                  </a:cubicBezTo>
                  <a:cubicBezTo>
                    <a:pt x="255" y="2495"/>
                    <a:pt x="260" y="2879"/>
                    <a:pt x="510" y="2889"/>
                  </a:cubicBezTo>
                  <a:cubicBezTo>
                    <a:pt x="555" y="2891"/>
                    <a:pt x="603" y="2892"/>
                    <a:pt x="653" y="2892"/>
                  </a:cubicBezTo>
                  <a:cubicBezTo>
                    <a:pt x="1263" y="2892"/>
                    <a:pt x="2121" y="2729"/>
                    <a:pt x="2170" y="2003"/>
                  </a:cubicBezTo>
                  <a:cubicBezTo>
                    <a:pt x="2217" y="1299"/>
                    <a:pt x="1636" y="1085"/>
                    <a:pt x="1052" y="1085"/>
                  </a:cubicBezTo>
                  <a:cubicBezTo>
                    <a:pt x="874" y="1085"/>
                    <a:pt x="696" y="1105"/>
                    <a:pt x="535" y="1137"/>
                  </a:cubicBezTo>
                  <a:lnTo>
                    <a:pt x="535" y="1137"/>
                  </a:lnTo>
                  <a:cubicBezTo>
                    <a:pt x="526" y="956"/>
                    <a:pt x="504" y="778"/>
                    <a:pt x="467" y="600"/>
                  </a:cubicBezTo>
                  <a:lnTo>
                    <a:pt x="467" y="600"/>
                  </a:lnTo>
                  <a:cubicBezTo>
                    <a:pt x="1136" y="531"/>
                    <a:pt x="1803" y="463"/>
                    <a:pt x="2473" y="396"/>
                  </a:cubicBezTo>
                  <a:cubicBezTo>
                    <a:pt x="2715" y="371"/>
                    <a:pt x="2724" y="1"/>
                    <a:pt x="24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0"/>
            <p:cNvSpPr/>
            <p:nvPr/>
          </p:nvSpPr>
          <p:spPr>
            <a:xfrm>
              <a:off x="6264350" y="834975"/>
              <a:ext cx="46725" cy="56900"/>
            </a:xfrm>
            <a:custGeom>
              <a:rect b="b" l="l" r="r" t="t"/>
              <a:pathLst>
                <a:path extrusionOk="0" h="2276" w="1869">
                  <a:moveTo>
                    <a:pt x="1302" y="0"/>
                  </a:moveTo>
                  <a:cubicBezTo>
                    <a:pt x="1299" y="0"/>
                    <a:pt x="1297" y="0"/>
                    <a:pt x="1295" y="0"/>
                  </a:cubicBezTo>
                  <a:cubicBezTo>
                    <a:pt x="613" y="17"/>
                    <a:pt x="1" y="649"/>
                    <a:pt x="134" y="1353"/>
                  </a:cubicBezTo>
                  <a:cubicBezTo>
                    <a:pt x="240" y="1908"/>
                    <a:pt x="768" y="2275"/>
                    <a:pt x="1307" y="2275"/>
                  </a:cubicBezTo>
                  <a:cubicBezTo>
                    <a:pt x="1422" y="2275"/>
                    <a:pt x="1538" y="2259"/>
                    <a:pt x="1650" y="2223"/>
                  </a:cubicBezTo>
                  <a:cubicBezTo>
                    <a:pt x="1869" y="2156"/>
                    <a:pt x="1803" y="1834"/>
                    <a:pt x="1606" y="1834"/>
                  </a:cubicBezTo>
                  <a:cubicBezTo>
                    <a:pt x="1587" y="1834"/>
                    <a:pt x="1566" y="1837"/>
                    <a:pt x="1544" y="1844"/>
                  </a:cubicBezTo>
                  <a:cubicBezTo>
                    <a:pt x="1465" y="1869"/>
                    <a:pt x="1383" y="1881"/>
                    <a:pt x="1301" y="1881"/>
                  </a:cubicBezTo>
                  <a:cubicBezTo>
                    <a:pt x="966" y="1881"/>
                    <a:pt x="631" y="1680"/>
                    <a:pt x="533" y="1339"/>
                  </a:cubicBezTo>
                  <a:cubicBezTo>
                    <a:pt x="394" y="862"/>
                    <a:pt x="834" y="404"/>
                    <a:pt x="1293" y="394"/>
                  </a:cubicBezTo>
                  <a:cubicBezTo>
                    <a:pt x="1547" y="388"/>
                    <a:pt x="1550" y="0"/>
                    <a:pt x="13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0"/>
            <p:cNvSpPr/>
            <p:nvPr/>
          </p:nvSpPr>
          <p:spPr>
            <a:xfrm>
              <a:off x="6376575" y="878825"/>
              <a:ext cx="43575" cy="16325"/>
            </a:xfrm>
            <a:custGeom>
              <a:rect b="b" l="l" r="r" t="t"/>
              <a:pathLst>
                <a:path extrusionOk="0" h="653" w="1743">
                  <a:moveTo>
                    <a:pt x="289" y="0"/>
                  </a:moveTo>
                  <a:cubicBezTo>
                    <a:pt x="76" y="0"/>
                    <a:pt x="0" y="334"/>
                    <a:pt x="232" y="386"/>
                  </a:cubicBezTo>
                  <a:cubicBezTo>
                    <a:pt x="622" y="474"/>
                    <a:pt x="1015" y="559"/>
                    <a:pt x="1407" y="647"/>
                  </a:cubicBezTo>
                  <a:cubicBezTo>
                    <a:pt x="1424" y="651"/>
                    <a:pt x="1440" y="652"/>
                    <a:pt x="1455" y="652"/>
                  </a:cubicBezTo>
                  <a:cubicBezTo>
                    <a:pt x="1666" y="652"/>
                    <a:pt x="1742" y="319"/>
                    <a:pt x="1513" y="267"/>
                  </a:cubicBezTo>
                  <a:cubicBezTo>
                    <a:pt x="1121" y="180"/>
                    <a:pt x="728" y="94"/>
                    <a:pt x="336" y="5"/>
                  </a:cubicBezTo>
                  <a:cubicBezTo>
                    <a:pt x="320" y="2"/>
                    <a:pt x="304" y="0"/>
                    <a:pt x="28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0"/>
            <p:cNvSpPr/>
            <p:nvPr/>
          </p:nvSpPr>
          <p:spPr>
            <a:xfrm>
              <a:off x="6380150" y="902575"/>
              <a:ext cx="43775" cy="14100"/>
            </a:xfrm>
            <a:custGeom>
              <a:rect b="b" l="l" r="r" t="t"/>
              <a:pathLst>
                <a:path extrusionOk="0" h="564" w="1751">
                  <a:moveTo>
                    <a:pt x="1085" y="1"/>
                  </a:moveTo>
                  <a:cubicBezTo>
                    <a:pt x="781" y="1"/>
                    <a:pt x="485" y="70"/>
                    <a:pt x="199" y="205"/>
                  </a:cubicBezTo>
                  <a:cubicBezTo>
                    <a:pt x="0" y="298"/>
                    <a:pt x="124" y="564"/>
                    <a:pt x="309" y="564"/>
                  </a:cubicBezTo>
                  <a:cubicBezTo>
                    <a:pt x="337" y="564"/>
                    <a:pt x="367" y="557"/>
                    <a:pt x="398" y="543"/>
                  </a:cubicBezTo>
                  <a:cubicBezTo>
                    <a:pt x="614" y="442"/>
                    <a:pt x="843" y="391"/>
                    <a:pt x="1075" y="391"/>
                  </a:cubicBezTo>
                  <a:cubicBezTo>
                    <a:pt x="1188" y="391"/>
                    <a:pt x="1301" y="403"/>
                    <a:pt x="1414" y="427"/>
                  </a:cubicBezTo>
                  <a:cubicBezTo>
                    <a:pt x="1430" y="430"/>
                    <a:pt x="1445" y="432"/>
                    <a:pt x="1459" y="432"/>
                  </a:cubicBezTo>
                  <a:cubicBezTo>
                    <a:pt x="1672" y="432"/>
                    <a:pt x="1751" y="96"/>
                    <a:pt x="1520" y="48"/>
                  </a:cubicBezTo>
                  <a:cubicBezTo>
                    <a:pt x="1373" y="16"/>
                    <a:pt x="1228" y="1"/>
                    <a:pt x="108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0"/>
            <p:cNvSpPr/>
            <p:nvPr/>
          </p:nvSpPr>
          <p:spPr>
            <a:xfrm>
              <a:off x="6566400" y="853325"/>
              <a:ext cx="65775" cy="70650"/>
            </a:xfrm>
            <a:custGeom>
              <a:rect b="b" l="l" r="r" t="t"/>
              <a:pathLst>
                <a:path extrusionOk="0" h="2826" w="2631">
                  <a:moveTo>
                    <a:pt x="2315" y="0"/>
                  </a:moveTo>
                  <a:cubicBezTo>
                    <a:pt x="2314" y="0"/>
                    <a:pt x="2313" y="0"/>
                    <a:pt x="2311" y="1"/>
                  </a:cubicBezTo>
                  <a:cubicBezTo>
                    <a:pt x="1614" y="13"/>
                    <a:pt x="916" y="23"/>
                    <a:pt x="219" y="36"/>
                  </a:cubicBezTo>
                  <a:cubicBezTo>
                    <a:pt x="85" y="39"/>
                    <a:pt x="1" y="161"/>
                    <a:pt x="28" y="285"/>
                  </a:cubicBezTo>
                  <a:cubicBezTo>
                    <a:pt x="77" y="509"/>
                    <a:pt x="127" y="733"/>
                    <a:pt x="176" y="957"/>
                  </a:cubicBezTo>
                  <a:cubicBezTo>
                    <a:pt x="195" y="1048"/>
                    <a:pt x="285" y="1099"/>
                    <a:pt x="371" y="1099"/>
                  </a:cubicBezTo>
                  <a:cubicBezTo>
                    <a:pt x="386" y="1099"/>
                    <a:pt x="401" y="1097"/>
                    <a:pt x="416" y="1094"/>
                  </a:cubicBezTo>
                  <a:cubicBezTo>
                    <a:pt x="607" y="1052"/>
                    <a:pt x="857" y="1003"/>
                    <a:pt x="1099" y="1003"/>
                  </a:cubicBezTo>
                  <a:cubicBezTo>
                    <a:pt x="1345" y="1003"/>
                    <a:pt x="1582" y="1054"/>
                    <a:pt x="1740" y="1214"/>
                  </a:cubicBezTo>
                  <a:cubicBezTo>
                    <a:pt x="2025" y="1502"/>
                    <a:pt x="1787" y="1916"/>
                    <a:pt x="1528" y="2115"/>
                  </a:cubicBezTo>
                  <a:cubicBezTo>
                    <a:pt x="1266" y="2312"/>
                    <a:pt x="916" y="2375"/>
                    <a:pt x="601" y="2441"/>
                  </a:cubicBezTo>
                  <a:cubicBezTo>
                    <a:pt x="368" y="2489"/>
                    <a:pt x="445" y="2826"/>
                    <a:pt x="660" y="2826"/>
                  </a:cubicBezTo>
                  <a:cubicBezTo>
                    <a:pt x="675" y="2826"/>
                    <a:pt x="691" y="2824"/>
                    <a:pt x="707" y="2821"/>
                  </a:cubicBezTo>
                  <a:cubicBezTo>
                    <a:pt x="1430" y="2669"/>
                    <a:pt x="2631" y="2159"/>
                    <a:pt x="2190" y="1186"/>
                  </a:cubicBezTo>
                  <a:cubicBezTo>
                    <a:pt x="1991" y="747"/>
                    <a:pt x="1541" y="620"/>
                    <a:pt x="1081" y="620"/>
                  </a:cubicBezTo>
                  <a:cubicBezTo>
                    <a:pt x="888" y="620"/>
                    <a:pt x="694" y="643"/>
                    <a:pt x="516" y="673"/>
                  </a:cubicBezTo>
                  <a:lnTo>
                    <a:pt x="516" y="673"/>
                  </a:lnTo>
                  <a:cubicBezTo>
                    <a:pt x="498" y="590"/>
                    <a:pt x="479" y="507"/>
                    <a:pt x="461" y="424"/>
                  </a:cubicBezTo>
                  <a:lnTo>
                    <a:pt x="461" y="424"/>
                  </a:lnTo>
                  <a:cubicBezTo>
                    <a:pt x="1078" y="413"/>
                    <a:pt x="1695" y="404"/>
                    <a:pt x="2311" y="393"/>
                  </a:cubicBezTo>
                  <a:cubicBezTo>
                    <a:pt x="2562" y="390"/>
                    <a:pt x="2563" y="0"/>
                    <a:pt x="231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0"/>
            <p:cNvSpPr/>
            <p:nvPr/>
          </p:nvSpPr>
          <p:spPr>
            <a:xfrm>
              <a:off x="6629725" y="848975"/>
              <a:ext cx="54800" cy="48950"/>
            </a:xfrm>
            <a:custGeom>
              <a:rect b="b" l="l" r="r" t="t"/>
              <a:pathLst>
                <a:path extrusionOk="0" h="1958" w="2192">
                  <a:moveTo>
                    <a:pt x="1741" y="1"/>
                  </a:moveTo>
                  <a:cubicBezTo>
                    <a:pt x="1696" y="1"/>
                    <a:pt x="1650" y="18"/>
                    <a:pt x="1609" y="60"/>
                  </a:cubicBezTo>
                  <a:cubicBezTo>
                    <a:pt x="1110" y="572"/>
                    <a:pt x="613" y="1084"/>
                    <a:pt x="113" y="1597"/>
                  </a:cubicBezTo>
                  <a:cubicBezTo>
                    <a:pt x="1" y="1714"/>
                    <a:pt x="75" y="1934"/>
                    <a:pt x="244" y="1934"/>
                  </a:cubicBezTo>
                  <a:cubicBezTo>
                    <a:pt x="247" y="1934"/>
                    <a:pt x="250" y="1934"/>
                    <a:pt x="252" y="1934"/>
                  </a:cubicBezTo>
                  <a:cubicBezTo>
                    <a:pt x="462" y="1926"/>
                    <a:pt x="671" y="1922"/>
                    <a:pt x="880" y="1922"/>
                  </a:cubicBezTo>
                  <a:cubicBezTo>
                    <a:pt x="1234" y="1922"/>
                    <a:pt x="1587" y="1933"/>
                    <a:pt x="1940" y="1957"/>
                  </a:cubicBezTo>
                  <a:cubicBezTo>
                    <a:pt x="1946" y="1957"/>
                    <a:pt x="1951" y="1957"/>
                    <a:pt x="1957" y="1957"/>
                  </a:cubicBezTo>
                  <a:cubicBezTo>
                    <a:pt x="2192" y="1957"/>
                    <a:pt x="2186" y="1578"/>
                    <a:pt x="1940" y="1563"/>
                  </a:cubicBezTo>
                  <a:cubicBezTo>
                    <a:pt x="1586" y="1540"/>
                    <a:pt x="1232" y="1528"/>
                    <a:pt x="877" y="1528"/>
                  </a:cubicBezTo>
                  <a:cubicBezTo>
                    <a:pt x="829" y="1528"/>
                    <a:pt x="780" y="1528"/>
                    <a:pt x="731" y="1528"/>
                  </a:cubicBezTo>
                  <a:lnTo>
                    <a:pt x="731" y="1528"/>
                  </a:lnTo>
                  <a:cubicBezTo>
                    <a:pt x="1117" y="1132"/>
                    <a:pt x="1502" y="737"/>
                    <a:pt x="1889" y="339"/>
                  </a:cubicBezTo>
                  <a:cubicBezTo>
                    <a:pt x="2025" y="199"/>
                    <a:pt x="1891" y="1"/>
                    <a:pt x="174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0"/>
            <p:cNvSpPr/>
            <p:nvPr/>
          </p:nvSpPr>
          <p:spPr>
            <a:xfrm>
              <a:off x="6668625" y="853850"/>
              <a:ext cx="15500" cy="75725"/>
            </a:xfrm>
            <a:custGeom>
              <a:rect b="b" l="l" r="r" t="t"/>
              <a:pathLst>
                <a:path extrusionOk="0" h="3029" w="620">
                  <a:moveTo>
                    <a:pt x="428" y="1"/>
                  </a:moveTo>
                  <a:cubicBezTo>
                    <a:pt x="330" y="1"/>
                    <a:pt x="226" y="64"/>
                    <a:pt x="217" y="190"/>
                  </a:cubicBezTo>
                  <a:cubicBezTo>
                    <a:pt x="148" y="1073"/>
                    <a:pt x="78" y="1955"/>
                    <a:pt x="10" y="2840"/>
                  </a:cubicBezTo>
                  <a:cubicBezTo>
                    <a:pt x="0" y="2966"/>
                    <a:pt x="94" y="3029"/>
                    <a:pt x="192" y="3029"/>
                  </a:cubicBezTo>
                  <a:cubicBezTo>
                    <a:pt x="291" y="3029"/>
                    <a:pt x="394" y="2966"/>
                    <a:pt x="404" y="2840"/>
                  </a:cubicBezTo>
                  <a:cubicBezTo>
                    <a:pt x="471" y="1955"/>
                    <a:pt x="542" y="1073"/>
                    <a:pt x="610" y="190"/>
                  </a:cubicBezTo>
                  <a:cubicBezTo>
                    <a:pt x="619" y="64"/>
                    <a:pt x="526" y="1"/>
                    <a:pt x="42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0"/>
            <p:cNvSpPr/>
            <p:nvPr/>
          </p:nvSpPr>
          <p:spPr>
            <a:xfrm>
              <a:off x="6691150" y="847475"/>
              <a:ext cx="55625" cy="82000"/>
            </a:xfrm>
            <a:custGeom>
              <a:rect b="b" l="l" r="r" t="t"/>
              <a:pathLst>
                <a:path extrusionOk="0" h="3280" w="2225">
                  <a:moveTo>
                    <a:pt x="316" y="1"/>
                  </a:moveTo>
                  <a:cubicBezTo>
                    <a:pt x="89" y="1"/>
                    <a:pt x="0" y="350"/>
                    <a:pt x="240" y="383"/>
                  </a:cubicBezTo>
                  <a:cubicBezTo>
                    <a:pt x="701" y="448"/>
                    <a:pt x="1162" y="488"/>
                    <a:pt x="1626" y="500"/>
                  </a:cubicBezTo>
                  <a:lnTo>
                    <a:pt x="1626" y="500"/>
                  </a:lnTo>
                  <a:cubicBezTo>
                    <a:pt x="1174" y="1286"/>
                    <a:pt x="871" y="2130"/>
                    <a:pt x="720" y="3032"/>
                  </a:cubicBezTo>
                  <a:cubicBezTo>
                    <a:pt x="695" y="3182"/>
                    <a:pt x="822" y="3279"/>
                    <a:pt x="937" y="3279"/>
                  </a:cubicBezTo>
                  <a:cubicBezTo>
                    <a:pt x="1013" y="3279"/>
                    <a:pt x="1083" y="3236"/>
                    <a:pt x="1099" y="3138"/>
                  </a:cubicBezTo>
                  <a:cubicBezTo>
                    <a:pt x="1264" y="2153"/>
                    <a:pt x="1609" y="1248"/>
                    <a:pt x="2144" y="405"/>
                  </a:cubicBezTo>
                  <a:cubicBezTo>
                    <a:pt x="2224" y="277"/>
                    <a:pt x="2118" y="107"/>
                    <a:pt x="1974" y="107"/>
                  </a:cubicBezTo>
                  <a:cubicBezTo>
                    <a:pt x="1952" y="107"/>
                    <a:pt x="1930" y="107"/>
                    <a:pt x="1909" y="107"/>
                  </a:cubicBezTo>
                  <a:cubicBezTo>
                    <a:pt x="1384" y="107"/>
                    <a:pt x="866" y="74"/>
                    <a:pt x="346" y="3"/>
                  </a:cubicBezTo>
                  <a:cubicBezTo>
                    <a:pt x="336" y="1"/>
                    <a:pt x="326" y="1"/>
                    <a:pt x="3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0"/>
            <p:cNvSpPr/>
            <p:nvPr/>
          </p:nvSpPr>
          <p:spPr>
            <a:xfrm>
              <a:off x="6760175" y="849625"/>
              <a:ext cx="9850" cy="75875"/>
            </a:xfrm>
            <a:custGeom>
              <a:rect b="b" l="l" r="r" t="t"/>
              <a:pathLst>
                <a:path extrusionOk="0" h="3035" w="394">
                  <a:moveTo>
                    <a:pt x="197" y="1"/>
                  </a:moveTo>
                  <a:cubicBezTo>
                    <a:pt x="98" y="1"/>
                    <a:pt x="0" y="64"/>
                    <a:pt x="0" y="190"/>
                  </a:cubicBezTo>
                  <a:lnTo>
                    <a:pt x="0" y="2844"/>
                  </a:lnTo>
                  <a:cubicBezTo>
                    <a:pt x="0" y="2971"/>
                    <a:pt x="99" y="3034"/>
                    <a:pt x="197" y="3034"/>
                  </a:cubicBezTo>
                  <a:cubicBezTo>
                    <a:pt x="296" y="3034"/>
                    <a:pt x="394" y="2971"/>
                    <a:pt x="394" y="2844"/>
                  </a:cubicBezTo>
                  <a:lnTo>
                    <a:pt x="394" y="190"/>
                  </a:lnTo>
                  <a:cubicBezTo>
                    <a:pt x="394" y="64"/>
                    <a:pt x="295" y="1"/>
                    <a:pt x="1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0"/>
            <p:cNvSpPr/>
            <p:nvPr/>
          </p:nvSpPr>
          <p:spPr>
            <a:xfrm>
              <a:off x="6779525" y="841950"/>
              <a:ext cx="63700" cy="75925"/>
            </a:xfrm>
            <a:custGeom>
              <a:rect b="b" l="l" r="r" t="t"/>
              <a:pathLst>
                <a:path extrusionOk="0" h="3037" w="2548">
                  <a:moveTo>
                    <a:pt x="1353" y="392"/>
                  </a:moveTo>
                  <a:cubicBezTo>
                    <a:pt x="1461" y="392"/>
                    <a:pt x="1565" y="409"/>
                    <a:pt x="1650" y="441"/>
                  </a:cubicBezTo>
                  <a:cubicBezTo>
                    <a:pt x="1932" y="551"/>
                    <a:pt x="2078" y="981"/>
                    <a:pt x="1845" y="1160"/>
                  </a:cubicBezTo>
                  <a:lnTo>
                    <a:pt x="1845" y="1160"/>
                  </a:lnTo>
                  <a:cubicBezTo>
                    <a:pt x="1812" y="1139"/>
                    <a:pt x="1773" y="1126"/>
                    <a:pt x="1733" y="1126"/>
                  </a:cubicBezTo>
                  <a:cubicBezTo>
                    <a:pt x="1690" y="1126"/>
                    <a:pt x="1646" y="1140"/>
                    <a:pt x="1606" y="1174"/>
                  </a:cubicBezTo>
                  <a:lnTo>
                    <a:pt x="1606" y="1174"/>
                  </a:lnTo>
                  <a:cubicBezTo>
                    <a:pt x="1601" y="1172"/>
                    <a:pt x="1595" y="1170"/>
                    <a:pt x="1590" y="1168"/>
                  </a:cubicBezTo>
                  <a:cubicBezTo>
                    <a:pt x="1296" y="1070"/>
                    <a:pt x="291" y="944"/>
                    <a:pt x="907" y="511"/>
                  </a:cubicBezTo>
                  <a:cubicBezTo>
                    <a:pt x="1020" y="431"/>
                    <a:pt x="1190" y="392"/>
                    <a:pt x="1353" y="392"/>
                  </a:cubicBezTo>
                  <a:close/>
                  <a:moveTo>
                    <a:pt x="1685" y="1641"/>
                  </a:moveTo>
                  <a:lnTo>
                    <a:pt x="1685" y="1641"/>
                  </a:lnTo>
                  <a:cubicBezTo>
                    <a:pt x="1845" y="1727"/>
                    <a:pt x="1972" y="1852"/>
                    <a:pt x="2029" y="2053"/>
                  </a:cubicBezTo>
                  <a:cubicBezTo>
                    <a:pt x="2088" y="2264"/>
                    <a:pt x="2001" y="2495"/>
                    <a:pt x="1796" y="2580"/>
                  </a:cubicBezTo>
                  <a:cubicBezTo>
                    <a:pt x="1762" y="2594"/>
                    <a:pt x="1728" y="2600"/>
                    <a:pt x="1695" y="2600"/>
                  </a:cubicBezTo>
                  <a:cubicBezTo>
                    <a:pt x="1491" y="2600"/>
                    <a:pt x="1317" y="2358"/>
                    <a:pt x="1365" y="2149"/>
                  </a:cubicBezTo>
                  <a:cubicBezTo>
                    <a:pt x="1408" y="1959"/>
                    <a:pt x="1541" y="1787"/>
                    <a:pt x="1685" y="1641"/>
                  </a:cubicBezTo>
                  <a:close/>
                  <a:moveTo>
                    <a:pt x="1365" y="1"/>
                  </a:moveTo>
                  <a:cubicBezTo>
                    <a:pt x="1038" y="1"/>
                    <a:pt x="704" y="114"/>
                    <a:pt x="483" y="312"/>
                  </a:cubicBezTo>
                  <a:cubicBezTo>
                    <a:pt x="1" y="746"/>
                    <a:pt x="407" y="1224"/>
                    <a:pt x="881" y="1385"/>
                  </a:cubicBezTo>
                  <a:cubicBezTo>
                    <a:pt x="1008" y="1427"/>
                    <a:pt x="1152" y="1459"/>
                    <a:pt x="1296" y="1498"/>
                  </a:cubicBezTo>
                  <a:lnTo>
                    <a:pt x="1296" y="1498"/>
                  </a:lnTo>
                  <a:cubicBezTo>
                    <a:pt x="986" y="1881"/>
                    <a:pt x="753" y="2398"/>
                    <a:pt x="1089" y="2800"/>
                  </a:cubicBezTo>
                  <a:cubicBezTo>
                    <a:pt x="1227" y="2965"/>
                    <a:pt x="1409" y="3037"/>
                    <a:pt x="1595" y="3037"/>
                  </a:cubicBezTo>
                  <a:cubicBezTo>
                    <a:pt x="1911" y="3037"/>
                    <a:pt x="2238" y="2831"/>
                    <a:pt x="2373" y="2528"/>
                  </a:cubicBezTo>
                  <a:cubicBezTo>
                    <a:pt x="2547" y="2133"/>
                    <a:pt x="2380" y="1739"/>
                    <a:pt x="2088" y="1467"/>
                  </a:cubicBezTo>
                  <a:lnTo>
                    <a:pt x="2088" y="1467"/>
                  </a:lnTo>
                  <a:cubicBezTo>
                    <a:pt x="2382" y="1225"/>
                    <a:pt x="2455" y="745"/>
                    <a:pt x="2232" y="407"/>
                  </a:cubicBezTo>
                  <a:cubicBezTo>
                    <a:pt x="2045" y="126"/>
                    <a:pt x="1709" y="1"/>
                    <a:pt x="136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0"/>
            <p:cNvSpPr/>
            <p:nvPr/>
          </p:nvSpPr>
          <p:spPr>
            <a:xfrm>
              <a:off x="6866950" y="907450"/>
              <a:ext cx="21075" cy="34550"/>
            </a:xfrm>
            <a:custGeom>
              <a:rect b="b" l="l" r="r" t="t"/>
              <a:pathLst>
                <a:path extrusionOk="0" h="1382" w="843">
                  <a:moveTo>
                    <a:pt x="563" y="0"/>
                  </a:moveTo>
                  <a:cubicBezTo>
                    <a:pt x="519" y="0"/>
                    <a:pt x="473" y="18"/>
                    <a:pt x="433" y="62"/>
                  </a:cubicBezTo>
                  <a:cubicBezTo>
                    <a:pt x="150" y="369"/>
                    <a:pt x="1" y="774"/>
                    <a:pt x="42" y="1192"/>
                  </a:cubicBezTo>
                  <a:cubicBezTo>
                    <a:pt x="54" y="1318"/>
                    <a:pt x="159" y="1381"/>
                    <a:pt x="258" y="1381"/>
                  </a:cubicBezTo>
                  <a:cubicBezTo>
                    <a:pt x="356" y="1381"/>
                    <a:pt x="448" y="1319"/>
                    <a:pt x="436" y="1192"/>
                  </a:cubicBezTo>
                  <a:cubicBezTo>
                    <a:pt x="405" y="875"/>
                    <a:pt x="493" y="577"/>
                    <a:pt x="711" y="339"/>
                  </a:cubicBezTo>
                  <a:cubicBezTo>
                    <a:pt x="843" y="198"/>
                    <a:pt x="710" y="0"/>
                    <a:pt x="56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0"/>
            <p:cNvSpPr/>
            <p:nvPr/>
          </p:nvSpPr>
          <p:spPr>
            <a:xfrm>
              <a:off x="6920675" y="848925"/>
              <a:ext cx="50900" cy="80725"/>
            </a:xfrm>
            <a:custGeom>
              <a:rect b="b" l="l" r="r" t="t"/>
              <a:pathLst>
                <a:path extrusionOk="0" h="3229" w="2036">
                  <a:moveTo>
                    <a:pt x="980" y="0"/>
                  </a:moveTo>
                  <a:cubicBezTo>
                    <a:pt x="750" y="0"/>
                    <a:pt x="522" y="66"/>
                    <a:pt x="301" y="199"/>
                  </a:cubicBezTo>
                  <a:cubicBezTo>
                    <a:pt x="120" y="313"/>
                    <a:pt x="233" y="574"/>
                    <a:pt x="403" y="574"/>
                  </a:cubicBezTo>
                  <a:cubicBezTo>
                    <a:pt x="434" y="574"/>
                    <a:pt x="468" y="565"/>
                    <a:pt x="502" y="544"/>
                  </a:cubicBezTo>
                  <a:cubicBezTo>
                    <a:pt x="664" y="445"/>
                    <a:pt x="823" y="396"/>
                    <a:pt x="984" y="396"/>
                  </a:cubicBezTo>
                  <a:cubicBezTo>
                    <a:pt x="1073" y="396"/>
                    <a:pt x="1161" y="411"/>
                    <a:pt x="1251" y="441"/>
                  </a:cubicBezTo>
                  <a:lnTo>
                    <a:pt x="1251" y="441"/>
                  </a:lnTo>
                  <a:cubicBezTo>
                    <a:pt x="1050" y="789"/>
                    <a:pt x="849" y="1139"/>
                    <a:pt x="646" y="1486"/>
                  </a:cubicBezTo>
                  <a:cubicBezTo>
                    <a:pt x="577" y="1605"/>
                    <a:pt x="672" y="1789"/>
                    <a:pt x="808" y="1789"/>
                  </a:cubicBezTo>
                  <a:cubicBezTo>
                    <a:pt x="827" y="1789"/>
                    <a:pt x="847" y="1785"/>
                    <a:pt x="868" y="1777"/>
                  </a:cubicBezTo>
                  <a:cubicBezTo>
                    <a:pt x="925" y="1754"/>
                    <a:pt x="982" y="1743"/>
                    <a:pt x="1038" y="1743"/>
                  </a:cubicBezTo>
                  <a:cubicBezTo>
                    <a:pt x="1394" y="1743"/>
                    <a:pt x="1692" y="2176"/>
                    <a:pt x="1497" y="2520"/>
                  </a:cubicBezTo>
                  <a:cubicBezTo>
                    <a:pt x="1364" y="2754"/>
                    <a:pt x="1100" y="2850"/>
                    <a:pt x="837" y="2850"/>
                  </a:cubicBezTo>
                  <a:cubicBezTo>
                    <a:pt x="682" y="2850"/>
                    <a:pt x="527" y="2817"/>
                    <a:pt x="400" y="2759"/>
                  </a:cubicBezTo>
                  <a:cubicBezTo>
                    <a:pt x="370" y="2746"/>
                    <a:pt x="341" y="2740"/>
                    <a:pt x="314" y="2740"/>
                  </a:cubicBezTo>
                  <a:cubicBezTo>
                    <a:pt x="126" y="2740"/>
                    <a:pt x="0" y="3009"/>
                    <a:pt x="201" y="3100"/>
                  </a:cubicBezTo>
                  <a:cubicBezTo>
                    <a:pt x="388" y="3183"/>
                    <a:pt x="608" y="3228"/>
                    <a:pt x="828" y="3228"/>
                  </a:cubicBezTo>
                  <a:cubicBezTo>
                    <a:pt x="1334" y="3228"/>
                    <a:pt x="1840" y="2992"/>
                    <a:pt x="1942" y="2443"/>
                  </a:cubicBezTo>
                  <a:cubicBezTo>
                    <a:pt x="2036" y="1941"/>
                    <a:pt x="1652" y="1430"/>
                    <a:pt x="1179" y="1349"/>
                  </a:cubicBezTo>
                  <a:lnTo>
                    <a:pt x="1179" y="1349"/>
                  </a:lnTo>
                  <a:cubicBezTo>
                    <a:pt x="1352" y="1048"/>
                    <a:pt x="1525" y="748"/>
                    <a:pt x="1698" y="447"/>
                  </a:cubicBezTo>
                  <a:cubicBezTo>
                    <a:pt x="1751" y="358"/>
                    <a:pt x="1723" y="229"/>
                    <a:pt x="1630" y="177"/>
                  </a:cubicBezTo>
                  <a:cubicBezTo>
                    <a:pt x="1416" y="60"/>
                    <a:pt x="1198" y="0"/>
                    <a:pt x="98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0"/>
            <p:cNvSpPr/>
            <p:nvPr/>
          </p:nvSpPr>
          <p:spPr>
            <a:xfrm>
              <a:off x="6995900" y="853275"/>
              <a:ext cx="65650" cy="72825"/>
            </a:xfrm>
            <a:custGeom>
              <a:rect b="b" l="l" r="r" t="t"/>
              <a:pathLst>
                <a:path extrusionOk="0" h="2913" w="2626">
                  <a:moveTo>
                    <a:pt x="730" y="1"/>
                  </a:moveTo>
                  <a:cubicBezTo>
                    <a:pt x="472" y="1"/>
                    <a:pt x="211" y="127"/>
                    <a:pt x="84" y="366"/>
                  </a:cubicBezTo>
                  <a:cubicBezTo>
                    <a:pt x="1" y="520"/>
                    <a:pt x="137" y="663"/>
                    <a:pt x="269" y="663"/>
                  </a:cubicBezTo>
                  <a:cubicBezTo>
                    <a:pt x="328" y="663"/>
                    <a:pt x="385" y="634"/>
                    <a:pt x="422" y="565"/>
                  </a:cubicBezTo>
                  <a:cubicBezTo>
                    <a:pt x="479" y="459"/>
                    <a:pt x="603" y="387"/>
                    <a:pt x="727" y="387"/>
                  </a:cubicBezTo>
                  <a:cubicBezTo>
                    <a:pt x="779" y="387"/>
                    <a:pt x="832" y="400"/>
                    <a:pt x="880" y="429"/>
                  </a:cubicBezTo>
                  <a:cubicBezTo>
                    <a:pt x="1145" y="587"/>
                    <a:pt x="936" y="1046"/>
                    <a:pt x="844" y="1261"/>
                  </a:cubicBezTo>
                  <a:cubicBezTo>
                    <a:pt x="661" y="1695"/>
                    <a:pt x="406" y="2084"/>
                    <a:pt x="98" y="2438"/>
                  </a:cubicBezTo>
                  <a:cubicBezTo>
                    <a:pt x="9" y="2542"/>
                    <a:pt x="28" y="2737"/>
                    <a:pt x="185" y="2767"/>
                  </a:cubicBezTo>
                  <a:cubicBezTo>
                    <a:pt x="674" y="2863"/>
                    <a:pt x="1162" y="2913"/>
                    <a:pt x="1653" y="2913"/>
                  </a:cubicBezTo>
                  <a:cubicBezTo>
                    <a:pt x="1893" y="2913"/>
                    <a:pt x="2133" y="2901"/>
                    <a:pt x="2374" y="2877"/>
                  </a:cubicBezTo>
                  <a:cubicBezTo>
                    <a:pt x="2617" y="2852"/>
                    <a:pt x="2626" y="2482"/>
                    <a:pt x="2397" y="2482"/>
                  </a:cubicBezTo>
                  <a:cubicBezTo>
                    <a:pt x="2390" y="2482"/>
                    <a:pt x="2382" y="2483"/>
                    <a:pt x="2374" y="2483"/>
                  </a:cubicBezTo>
                  <a:cubicBezTo>
                    <a:pt x="2131" y="2507"/>
                    <a:pt x="1889" y="2519"/>
                    <a:pt x="1648" y="2519"/>
                  </a:cubicBezTo>
                  <a:cubicBezTo>
                    <a:pt x="1298" y="2519"/>
                    <a:pt x="950" y="2494"/>
                    <a:pt x="603" y="2442"/>
                  </a:cubicBezTo>
                  <a:lnTo>
                    <a:pt x="603" y="2442"/>
                  </a:lnTo>
                  <a:cubicBezTo>
                    <a:pt x="840" y="2132"/>
                    <a:pt x="1042" y="1799"/>
                    <a:pt x="1199" y="1438"/>
                  </a:cubicBezTo>
                  <a:cubicBezTo>
                    <a:pt x="1336" y="1118"/>
                    <a:pt x="1514" y="710"/>
                    <a:pt x="1346" y="366"/>
                  </a:cubicBezTo>
                  <a:cubicBezTo>
                    <a:pt x="1227" y="119"/>
                    <a:pt x="980" y="1"/>
                    <a:pt x="7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0"/>
            <p:cNvSpPr/>
            <p:nvPr/>
          </p:nvSpPr>
          <p:spPr>
            <a:xfrm>
              <a:off x="7090425" y="911625"/>
              <a:ext cx="16875" cy="9875"/>
            </a:xfrm>
            <a:custGeom>
              <a:rect b="b" l="l" r="r" t="t"/>
              <a:pathLst>
                <a:path extrusionOk="0" h="395" w="675">
                  <a:moveTo>
                    <a:pt x="254" y="0"/>
                  </a:moveTo>
                  <a:cubicBezTo>
                    <a:pt x="0" y="0"/>
                    <a:pt x="0" y="394"/>
                    <a:pt x="254" y="394"/>
                  </a:cubicBezTo>
                  <a:lnTo>
                    <a:pt x="420" y="394"/>
                  </a:lnTo>
                  <a:cubicBezTo>
                    <a:pt x="673" y="394"/>
                    <a:pt x="675" y="0"/>
                    <a:pt x="42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0"/>
            <p:cNvSpPr/>
            <p:nvPr/>
          </p:nvSpPr>
          <p:spPr>
            <a:xfrm>
              <a:off x="7241550" y="912525"/>
              <a:ext cx="765475" cy="24650"/>
            </a:xfrm>
            <a:custGeom>
              <a:rect b="b" l="l" r="r" t="t"/>
              <a:pathLst>
                <a:path extrusionOk="0" h="986" w="30619">
                  <a:moveTo>
                    <a:pt x="30114" y="0"/>
                  </a:moveTo>
                  <a:cubicBezTo>
                    <a:pt x="30113" y="0"/>
                    <a:pt x="30112" y="0"/>
                    <a:pt x="30110" y="0"/>
                  </a:cubicBezTo>
                  <a:cubicBezTo>
                    <a:pt x="20243" y="66"/>
                    <a:pt x="10377" y="132"/>
                    <a:pt x="509" y="196"/>
                  </a:cubicBezTo>
                  <a:cubicBezTo>
                    <a:pt x="5" y="201"/>
                    <a:pt x="1" y="985"/>
                    <a:pt x="506" y="985"/>
                  </a:cubicBezTo>
                  <a:cubicBezTo>
                    <a:pt x="507" y="985"/>
                    <a:pt x="508" y="985"/>
                    <a:pt x="509" y="985"/>
                  </a:cubicBezTo>
                  <a:cubicBezTo>
                    <a:pt x="10377" y="918"/>
                    <a:pt x="20243" y="852"/>
                    <a:pt x="30110" y="788"/>
                  </a:cubicBezTo>
                  <a:cubicBezTo>
                    <a:pt x="30616" y="783"/>
                    <a:pt x="30618" y="0"/>
                    <a:pt x="3011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0"/>
            <p:cNvSpPr/>
            <p:nvPr/>
          </p:nvSpPr>
          <p:spPr>
            <a:xfrm>
              <a:off x="7281275" y="826075"/>
              <a:ext cx="715600" cy="193350"/>
            </a:xfrm>
            <a:custGeom>
              <a:rect b="b" l="l" r="r" t="t"/>
              <a:pathLst>
                <a:path extrusionOk="0" h="7734" w="28624">
                  <a:moveTo>
                    <a:pt x="24337" y="1"/>
                  </a:moveTo>
                  <a:cubicBezTo>
                    <a:pt x="23870" y="1"/>
                    <a:pt x="23403" y="10"/>
                    <a:pt x="22937" y="30"/>
                  </a:cubicBezTo>
                  <a:cubicBezTo>
                    <a:pt x="21650" y="83"/>
                    <a:pt x="20291" y="203"/>
                    <a:pt x="19229" y="1009"/>
                  </a:cubicBezTo>
                  <a:cubicBezTo>
                    <a:pt x="18113" y="1855"/>
                    <a:pt x="17563" y="3195"/>
                    <a:pt x="16954" y="4409"/>
                  </a:cubicBezTo>
                  <a:cubicBezTo>
                    <a:pt x="16341" y="5633"/>
                    <a:pt x="15143" y="7402"/>
                    <a:pt x="13628" y="7402"/>
                  </a:cubicBezTo>
                  <a:cubicBezTo>
                    <a:pt x="13307" y="7402"/>
                    <a:pt x="12972" y="7322"/>
                    <a:pt x="12626" y="7142"/>
                  </a:cubicBezTo>
                  <a:cubicBezTo>
                    <a:pt x="10573" y="6071"/>
                    <a:pt x="11831" y="2787"/>
                    <a:pt x="10709" y="1095"/>
                  </a:cubicBezTo>
                  <a:cubicBezTo>
                    <a:pt x="10262" y="419"/>
                    <a:pt x="9685" y="149"/>
                    <a:pt x="9085" y="149"/>
                  </a:cubicBezTo>
                  <a:cubicBezTo>
                    <a:pt x="7875" y="149"/>
                    <a:pt x="6567" y="1248"/>
                    <a:pt x="6026" y="2336"/>
                  </a:cubicBezTo>
                  <a:cubicBezTo>
                    <a:pt x="5381" y="3636"/>
                    <a:pt x="4904" y="6972"/>
                    <a:pt x="3024" y="6972"/>
                  </a:cubicBezTo>
                  <a:cubicBezTo>
                    <a:pt x="2922" y="6972"/>
                    <a:pt x="2815" y="6962"/>
                    <a:pt x="2704" y="6941"/>
                  </a:cubicBezTo>
                  <a:cubicBezTo>
                    <a:pt x="214" y="6477"/>
                    <a:pt x="752" y="3009"/>
                    <a:pt x="578" y="1224"/>
                  </a:cubicBezTo>
                  <a:cubicBezTo>
                    <a:pt x="567" y="1096"/>
                    <a:pt x="462" y="1033"/>
                    <a:pt x="364" y="1033"/>
                  </a:cubicBezTo>
                  <a:cubicBezTo>
                    <a:pt x="266" y="1033"/>
                    <a:pt x="175" y="1095"/>
                    <a:pt x="187" y="1221"/>
                  </a:cubicBezTo>
                  <a:cubicBezTo>
                    <a:pt x="342" y="2777"/>
                    <a:pt x="1" y="4579"/>
                    <a:pt x="860" y="5976"/>
                  </a:cubicBezTo>
                  <a:cubicBezTo>
                    <a:pt x="1312" y="6711"/>
                    <a:pt x="2122" y="7361"/>
                    <a:pt x="3011" y="7361"/>
                  </a:cubicBezTo>
                  <a:cubicBezTo>
                    <a:pt x="3112" y="7361"/>
                    <a:pt x="3215" y="7353"/>
                    <a:pt x="3318" y="7335"/>
                  </a:cubicBezTo>
                  <a:cubicBezTo>
                    <a:pt x="4589" y="7114"/>
                    <a:pt x="5179" y="5690"/>
                    <a:pt x="5575" y="4622"/>
                  </a:cubicBezTo>
                  <a:cubicBezTo>
                    <a:pt x="5887" y="3782"/>
                    <a:pt x="6118" y="2891"/>
                    <a:pt x="6592" y="2123"/>
                  </a:cubicBezTo>
                  <a:cubicBezTo>
                    <a:pt x="7072" y="1347"/>
                    <a:pt x="8002" y="537"/>
                    <a:pt x="8968" y="537"/>
                  </a:cubicBezTo>
                  <a:cubicBezTo>
                    <a:pt x="9218" y="537"/>
                    <a:pt x="9471" y="592"/>
                    <a:pt x="9720" y="715"/>
                  </a:cubicBezTo>
                  <a:cubicBezTo>
                    <a:pt x="11768" y="1736"/>
                    <a:pt x="10431" y="5238"/>
                    <a:pt x="11724" y="6880"/>
                  </a:cubicBezTo>
                  <a:cubicBezTo>
                    <a:pt x="12189" y="7472"/>
                    <a:pt x="12861" y="7733"/>
                    <a:pt x="13558" y="7733"/>
                  </a:cubicBezTo>
                  <a:cubicBezTo>
                    <a:pt x="13933" y="7733"/>
                    <a:pt x="14315" y="7657"/>
                    <a:pt x="14677" y="7517"/>
                  </a:cubicBezTo>
                  <a:cubicBezTo>
                    <a:pt x="15962" y="7014"/>
                    <a:pt x="16707" y="5785"/>
                    <a:pt x="17297" y="4606"/>
                  </a:cubicBezTo>
                  <a:cubicBezTo>
                    <a:pt x="18327" y="2549"/>
                    <a:pt x="19246" y="811"/>
                    <a:pt x="21766" y="504"/>
                  </a:cubicBezTo>
                  <a:cubicBezTo>
                    <a:pt x="22590" y="403"/>
                    <a:pt x="23428" y="362"/>
                    <a:pt x="24270" y="362"/>
                  </a:cubicBezTo>
                  <a:cubicBezTo>
                    <a:pt x="25645" y="362"/>
                    <a:pt x="27030" y="472"/>
                    <a:pt x="28372" y="618"/>
                  </a:cubicBezTo>
                  <a:cubicBezTo>
                    <a:pt x="28381" y="619"/>
                    <a:pt x="28389" y="619"/>
                    <a:pt x="28397" y="619"/>
                  </a:cubicBezTo>
                  <a:cubicBezTo>
                    <a:pt x="28624" y="619"/>
                    <a:pt x="28615" y="251"/>
                    <a:pt x="28372" y="224"/>
                  </a:cubicBezTo>
                  <a:cubicBezTo>
                    <a:pt x="27031" y="80"/>
                    <a:pt x="25684" y="1"/>
                    <a:pt x="2433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6" name="Shape 4546"/>
        <p:cNvGrpSpPr/>
        <p:nvPr/>
      </p:nvGrpSpPr>
      <p:grpSpPr>
        <a:xfrm>
          <a:off x="0" y="0"/>
          <a:ext cx="0" cy="0"/>
          <a:chOff x="0" y="0"/>
          <a:chExt cx="0" cy="0"/>
        </a:xfrm>
      </p:grpSpPr>
      <p:sp>
        <p:nvSpPr>
          <p:cNvPr id="4547" name="Google Shape;4547;p61"/>
          <p:cNvSpPr txBox="1"/>
          <p:nvPr>
            <p:ph type="title"/>
          </p:nvPr>
        </p:nvSpPr>
        <p:spPr>
          <a:xfrm>
            <a:off x="2737800" y="1307100"/>
            <a:ext cx="3668400" cy="25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Let’s see what we have </a:t>
            </a:r>
            <a:r>
              <a:rPr b="1" lang="en">
                <a:solidFill>
                  <a:schemeClr val="accent4"/>
                </a:solidFill>
              </a:rPr>
              <a:t>found...</a:t>
            </a:r>
            <a:endParaRPr b="1">
              <a:solidFill>
                <a:schemeClr val="accent4"/>
              </a:solidFill>
            </a:endParaRPr>
          </a:p>
        </p:txBody>
      </p:sp>
      <p:grpSp>
        <p:nvGrpSpPr>
          <p:cNvPr id="4548" name="Google Shape;4548;p61"/>
          <p:cNvGrpSpPr/>
          <p:nvPr/>
        </p:nvGrpSpPr>
        <p:grpSpPr>
          <a:xfrm>
            <a:off x="963200" y="2571738"/>
            <a:ext cx="1321050" cy="759275"/>
            <a:chOff x="963200" y="2571738"/>
            <a:chExt cx="1321050" cy="759275"/>
          </a:xfrm>
        </p:grpSpPr>
        <p:sp>
          <p:nvSpPr>
            <p:cNvPr id="4549" name="Google Shape;4549;p61"/>
            <p:cNvSpPr/>
            <p:nvPr/>
          </p:nvSpPr>
          <p:spPr>
            <a:xfrm>
              <a:off x="1350838" y="3291988"/>
              <a:ext cx="21450" cy="39025"/>
            </a:xfrm>
            <a:custGeom>
              <a:rect b="b" l="l" r="r" t="t"/>
              <a:pathLst>
                <a:path extrusionOk="0" h="1561" w="858">
                  <a:moveTo>
                    <a:pt x="584" y="1"/>
                  </a:moveTo>
                  <a:cubicBezTo>
                    <a:pt x="539" y="1"/>
                    <a:pt x="494" y="20"/>
                    <a:pt x="455" y="66"/>
                  </a:cubicBezTo>
                  <a:cubicBezTo>
                    <a:pt x="127" y="451"/>
                    <a:pt x="1" y="918"/>
                    <a:pt x="77" y="1417"/>
                  </a:cubicBezTo>
                  <a:cubicBezTo>
                    <a:pt x="93" y="1517"/>
                    <a:pt x="162" y="1560"/>
                    <a:pt x="238" y="1560"/>
                  </a:cubicBezTo>
                  <a:cubicBezTo>
                    <a:pt x="352" y="1560"/>
                    <a:pt x="480" y="1461"/>
                    <a:pt x="456" y="1311"/>
                  </a:cubicBezTo>
                  <a:cubicBezTo>
                    <a:pt x="402" y="964"/>
                    <a:pt x="505" y="613"/>
                    <a:pt x="732" y="344"/>
                  </a:cubicBezTo>
                  <a:cubicBezTo>
                    <a:pt x="858" y="198"/>
                    <a:pt x="726" y="1"/>
                    <a:pt x="58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1"/>
            <p:cNvSpPr/>
            <p:nvPr/>
          </p:nvSpPr>
          <p:spPr>
            <a:xfrm>
              <a:off x="1056825" y="3277863"/>
              <a:ext cx="47175" cy="14125"/>
            </a:xfrm>
            <a:custGeom>
              <a:rect b="b" l="l" r="r" t="t"/>
              <a:pathLst>
                <a:path extrusionOk="0" h="565" w="1887">
                  <a:moveTo>
                    <a:pt x="246" y="0"/>
                  </a:moveTo>
                  <a:cubicBezTo>
                    <a:pt x="63" y="0"/>
                    <a:pt x="1" y="313"/>
                    <a:pt x="211" y="393"/>
                  </a:cubicBezTo>
                  <a:cubicBezTo>
                    <a:pt x="516" y="509"/>
                    <a:pt x="829" y="564"/>
                    <a:pt x="1146" y="564"/>
                  </a:cubicBezTo>
                  <a:cubicBezTo>
                    <a:pt x="1314" y="564"/>
                    <a:pt x="1482" y="549"/>
                    <a:pt x="1651" y="519"/>
                  </a:cubicBezTo>
                  <a:cubicBezTo>
                    <a:pt x="1886" y="475"/>
                    <a:pt x="1805" y="136"/>
                    <a:pt x="1587" y="136"/>
                  </a:cubicBezTo>
                  <a:cubicBezTo>
                    <a:pt x="1573" y="136"/>
                    <a:pt x="1560" y="137"/>
                    <a:pt x="1546" y="139"/>
                  </a:cubicBezTo>
                  <a:cubicBezTo>
                    <a:pt x="1415" y="162"/>
                    <a:pt x="1286" y="174"/>
                    <a:pt x="1157" y="174"/>
                  </a:cubicBezTo>
                  <a:cubicBezTo>
                    <a:pt x="872" y="174"/>
                    <a:pt x="590" y="118"/>
                    <a:pt x="314" y="13"/>
                  </a:cubicBezTo>
                  <a:cubicBezTo>
                    <a:pt x="290" y="4"/>
                    <a:pt x="267" y="0"/>
                    <a:pt x="24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1"/>
            <p:cNvSpPr/>
            <p:nvPr/>
          </p:nvSpPr>
          <p:spPr>
            <a:xfrm>
              <a:off x="963200" y="2684463"/>
              <a:ext cx="87025" cy="128500"/>
            </a:xfrm>
            <a:custGeom>
              <a:rect b="b" l="l" r="r" t="t"/>
              <a:pathLst>
                <a:path extrusionOk="0" h="5140" w="3481">
                  <a:moveTo>
                    <a:pt x="2870" y="1"/>
                  </a:moveTo>
                  <a:cubicBezTo>
                    <a:pt x="1546" y="1"/>
                    <a:pt x="271" y="947"/>
                    <a:pt x="143" y="2341"/>
                  </a:cubicBezTo>
                  <a:cubicBezTo>
                    <a:pt x="0" y="3884"/>
                    <a:pt x="1385" y="5139"/>
                    <a:pt x="2857" y="5139"/>
                  </a:cubicBezTo>
                  <a:cubicBezTo>
                    <a:pt x="2906" y="5139"/>
                    <a:pt x="2955" y="5138"/>
                    <a:pt x="3004" y="5135"/>
                  </a:cubicBezTo>
                  <a:cubicBezTo>
                    <a:pt x="3252" y="5121"/>
                    <a:pt x="3258" y="4741"/>
                    <a:pt x="3018" y="4741"/>
                  </a:cubicBezTo>
                  <a:cubicBezTo>
                    <a:pt x="3013" y="4741"/>
                    <a:pt x="3009" y="4741"/>
                    <a:pt x="3004" y="4741"/>
                  </a:cubicBezTo>
                  <a:cubicBezTo>
                    <a:pt x="2960" y="4744"/>
                    <a:pt x="2916" y="4745"/>
                    <a:pt x="2872" y="4745"/>
                  </a:cubicBezTo>
                  <a:cubicBezTo>
                    <a:pt x="1730" y="4745"/>
                    <a:pt x="618" y="3896"/>
                    <a:pt x="542" y="2697"/>
                  </a:cubicBezTo>
                  <a:cubicBezTo>
                    <a:pt x="460" y="1407"/>
                    <a:pt x="1603" y="385"/>
                    <a:pt x="2837" y="385"/>
                  </a:cubicBezTo>
                  <a:cubicBezTo>
                    <a:pt x="2936" y="385"/>
                    <a:pt x="3036" y="392"/>
                    <a:pt x="3136" y="405"/>
                  </a:cubicBezTo>
                  <a:cubicBezTo>
                    <a:pt x="3146" y="407"/>
                    <a:pt x="3156" y="407"/>
                    <a:pt x="3166" y="407"/>
                  </a:cubicBezTo>
                  <a:cubicBezTo>
                    <a:pt x="3392" y="407"/>
                    <a:pt x="3481" y="58"/>
                    <a:pt x="3241" y="26"/>
                  </a:cubicBezTo>
                  <a:cubicBezTo>
                    <a:pt x="3117" y="9"/>
                    <a:pt x="2993" y="1"/>
                    <a:pt x="287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1"/>
            <p:cNvSpPr/>
            <p:nvPr/>
          </p:nvSpPr>
          <p:spPr>
            <a:xfrm>
              <a:off x="1114025" y="2727738"/>
              <a:ext cx="38275" cy="14575"/>
            </a:xfrm>
            <a:custGeom>
              <a:rect b="b" l="l" r="r" t="t"/>
              <a:pathLst>
                <a:path extrusionOk="0" h="583" w="1531">
                  <a:moveTo>
                    <a:pt x="1271" y="0"/>
                  </a:moveTo>
                  <a:cubicBezTo>
                    <a:pt x="1238" y="0"/>
                    <a:pt x="1203" y="12"/>
                    <a:pt x="1167" y="39"/>
                  </a:cubicBezTo>
                  <a:cubicBezTo>
                    <a:pt x="1037" y="138"/>
                    <a:pt x="891" y="190"/>
                    <a:pt x="745" y="190"/>
                  </a:cubicBezTo>
                  <a:cubicBezTo>
                    <a:pt x="620" y="190"/>
                    <a:pt x="494" y="152"/>
                    <a:pt x="376" y="74"/>
                  </a:cubicBezTo>
                  <a:cubicBezTo>
                    <a:pt x="341" y="52"/>
                    <a:pt x="307" y="42"/>
                    <a:pt x="275" y="42"/>
                  </a:cubicBezTo>
                  <a:cubicBezTo>
                    <a:pt x="110" y="42"/>
                    <a:pt x="1" y="300"/>
                    <a:pt x="178" y="415"/>
                  </a:cubicBezTo>
                  <a:cubicBezTo>
                    <a:pt x="350" y="527"/>
                    <a:pt x="550" y="583"/>
                    <a:pt x="750" y="583"/>
                  </a:cubicBezTo>
                  <a:cubicBezTo>
                    <a:pt x="968" y="583"/>
                    <a:pt x="1187" y="515"/>
                    <a:pt x="1366" y="379"/>
                  </a:cubicBezTo>
                  <a:cubicBezTo>
                    <a:pt x="1530" y="254"/>
                    <a:pt x="1426" y="0"/>
                    <a:pt x="127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1"/>
            <p:cNvSpPr/>
            <p:nvPr/>
          </p:nvSpPr>
          <p:spPr>
            <a:xfrm>
              <a:off x="1119025" y="2765838"/>
              <a:ext cx="29350" cy="9875"/>
            </a:xfrm>
            <a:custGeom>
              <a:rect b="b" l="l" r="r" t="t"/>
              <a:pathLst>
                <a:path extrusionOk="0" h="395" w="1174">
                  <a:moveTo>
                    <a:pt x="256" y="1"/>
                  </a:moveTo>
                  <a:cubicBezTo>
                    <a:pt x="1" y="1"/>
                    <a:pt x="1" y="394"/>
                    <a:pt x="256" y="394"/>
                  </a:cubicBezTo>
                  <a:lnTo>
                    <a:pt x="919" y="394"/>
                  </a:lnTo>
                  <a:cubicBezTo>
                    <a:pt x="1173" y="394"/>
                    <a:pt x="1173" y="1"/>
                    <a:pt x="9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1"/>
            <p:cNvSpPr/>
            <p:nvPr/>
          </p:nvSpPr>
          <p:spPr>
            <a:xfrm>
              <a:off x="1256150" y="2699613"/>
              <a:ext cx="43025" cy="83025"/>
            </a:xfrm>
            <a:custGeom>
              <a:rect b="b" l="l" r="r" t="t"/>
              <a:pathLst>
                <a:path extrusionOk="0" h="3321" w="1721">
                  <a:moveTo>
                    <a:pt x="1095" y="1"/>
                  </a:moveTo>
                  <a:cubicBezTo>
                    <a:pt x="705" y="1"/>
                    <a:pt x="344" y="274"/>
                    <a:pt x="289" y="710"/>
                  </a:cubicBezTo>
                  <a:cubicBezTo>
                    <a:pt x="251" y="1005"/>
                    <a:pt x="362" y="1312"/>
                    <a:pt x="551" y="1536"/>
                  </a:cubicBezTo>
                  <a:cubicBezTo>
                    <a:pt x="692" y="1702"/>
                    <a:pt x="929" y="1786"/>
                    <a:pt x="1058" y="1952"/>
                  </a:cubicBezTo>
                  <a:cubicBezTo>
                    <a:pt x="1231" y="2038"/>
                    <a:pt x="1243" y="2184"/>
                    <a:pt x="1092" y="2388"/>
                  </a:cubicBezTo>
                  <a:cubicBezTo>
                    <a:pt x="1144" y="2628"/>
                    <a:pt x="1074" y="2764"/>
                    <a:pt x="879" y="2796"/>
                  </a:cubicBezTo>
                  <a:cubicBezTo>
                    <a:pt x="699" y="2894"/>
                    <a:pt x="448" y="2907"/>
                    <a:pt x="253" y="2926"/>
                  </a:cubicBezTo>
                  <a:cubicBezTo>
                    <a:pt x="11" y="2951"/>
                    <a:pt x="1" y="3321"/>
                    <a:pt x="230" y="3321"/>
                  </a:cubicBezTo>
                  <a:cubicBezTo>
                    <a:pt x="238" y="3321"/>
                    <a:pt x="245" y="3320"/>
                    <a:pt x="253" y="3320"/>
                  </a:cubicBezTo>
                  <a:cubicBezTo>
                    <a:pt x="823" y="3262"/>
                    <a:pt x="1560" y="3116"/>
                    <a:pt x="1675" y="2439"/>
                  </a:cubicBezTo>
                  <a:cubicBezTo>
                    <a:pt x="1721" y="2173"/>
                    <a:pt x="1623" y="1950"/>
                    <a:pt x="1443" y="1758"/>
                  </a:cubicBezTo>
                  <a:cubicBezTo>
                    <a:pt x="1296" y="1600"/>
                    <a:pt x="1087" y="1514"/>
                    <a:pt x="933" y="1365"/>
                  </a:cubicBezTo>
                  <a:cubicBezTo>
                    <a:pt x="780" y="1232"/>
                    <a:pt x="694" y="1061"/>
                    <a:pt x="673" y="854"/>
                  </a:cubicBezTo>
                  <a:cubicBezTo>
                    <a:pt x="706" y="550"/>
                    <a:pt x="837" y="400"/>
                    <a:pt x="1068" y="400"/>
                  </a:cubicBezTo>
                  <a:cubicBezTo>
                    <a:pt x="1130" y="400"/>
                    <a:pt x="1198" y="411"/>
                    <a:pt x="1274" y="432"/>
                  </a:cubicBezTo>
                  <a:cubicBezTo>
                    <a:pt x="1305" y="447"/>
                    <a:pt x="1336" y="454"/>
                    <a:pt x="1365" y="454"/>
                  </a:cubicBezTo>
                  <a:cubicBezTo>
                    <a:pt x="1547" y="454"/>
                    <a:pt x="1669" y="187"/>
                    <a:pt x="1473" y="90"/>
                  </a:cubicBezTo>
                  <a:cubicBezTo>
                    <a:pt x="1350" y="29"/>
                    <a:pt x="1221" y="1"/>
                    <a:pt x="109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1"/>
            <p:cNvSpPr/>
            <p:nvPr/>
          </p:nvSpPr>
          <p:spPr>
            <a:xfrm>
              <a:off x="1327725" y="2699688"/>
              <a:ext cx="9850" cy="84175"/>
            </a:xfrm>
            <a:custGeom>
              <a:rect b="b" l="l" r="r" t="t"/>
              <a:pathLst>
                <a:path extrusionOk="0" h="3367" w="394">
                  <a:moveTo>
                    <a:pt x="197" y="0"/>
                  </a:moveTo>
                  <a:cubicBezTo>
                    <a:pt x="99" y="0"/>
                    <a:pt x="0" y="64"/>
                    <a:pt x="0" y="191"/>
                  </a:cubicBezTo>
                  <a:lnTo>
                    <a:pt x="0" y="3176"/>
                  </a:lnTo>
                  <a:cubicBezTo>
                    <a:pt x="0" y="3303"/>
                    <a:pt x="99" y="3366"/>
                    <a:pt x="197" y="3366"/>
                  </a:cubicBezTo>
                  <a:cubicBezTo>
                    <a:pt x="295" y="3366"/>
                    <a:pt x="394" y="3303"/>
                    <a:pt x="394" y="3176"/>
                  </a:cubicBezTo>
                  <a:lnTo>
                    <a:pt x="394" y="191"/>
                  </a:lnTo>
                  <a:cubicBezTo>
                    <a:pt x="394" y="64"/>
                    <a:pt x="295" y="0"/>
                    <a:pt x="1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1"/>
            <p:cNvSpPr/>
            <p:nvPr/>
          </p:nvSpPr>
          <p:spPr>
            <a:xfrm>
              <a:off x="1365050" y="2699688"/>
              <a:ext cx="9850" cy="84175"/>
            </a:xfrm>
            <a:custGeom>
              <a:rect b="b" l="l" r="r" t="t"/>
              <a:pathLst>
                <a:path extrusionOk="0" h="3367" w="394">
                  <a:moveTo>
                    <a:pt x="197" y="0"/>
                  </a:moveTo>
                  <a:cubicBezTo>
                    <a:pt x="99" y="0"/>
                    <a:pt x="0" y="64"/>
                    <a:pt x="0" y="191"/>
                  </a:cubicBezTo>
                  <a:lnTo>
                    <a:pt x="0" y="3176"/>
                  </a:lnTo>
                  <a:cubicBezTo>
                    <a:pt x="0" y="3303"/>
                    <a:pt x="99" y="3366"/>
                    <a:pt x="197" y="3366"/>
                  </a:cubicBezTo>
                  <a:cubicBezTo>
                    <a:pt x="296" y="3366"/>
                    <a:pt x="394" y="3303"/>
                    <a:pt x="394" y="3176"/>
                  </a:cubicBezTo>
                  <a:lnTo>
                    <a:pt x="394" y="191"/>
                  </a:lnTo>
                  <a:cubicBezTo>
                    <a:pt x="394" y="64"/>
                    <a:pt x="296" y="0"/>
                    <a:pt x="1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1"/>
            <p:cNvSpPr/>
            <p:nvPr/>
          </p:nvSpPr>
          <p:spPr>
            <a:xfrm>
              <a:off x="1367800" y="2699663"/>
              <a:ext cx="61550" cy="90025"/>
            </a:xfrm>
            <a:custGeom>
              <a:rect b="b" l="l" r="r" t="t"/>
              <a:pathLst>
                <a:path extrusionOk="0" h="3601" w="2462">
                  <a:moveTo>
                    <a:pt x="2268" y="0"/>
                  </a:moveTo>
                  <a:cubicBezTo>
                    <a:pt x="2169" y="0"/>
                    <a:pt x="2068" y="63"/>
                    <a:pt x="2062" y="190"/>
                  </a:cubicBezTo>
                  <a:cubicBezTo>
                    <a:pt x="2021" y="1101"/>
                    <a:pt x="1939" y="2007"/>
                    <a:pt x="1817" y="2910"/>
                  </a:cubicBezTo>
                  <a:lnTo>
                    <a:pt x="1817" y="2910"/>
                  </a:lnTo>
                  <a:cubicBezTo>
                    <a:pt x="1207" y="2067"/>
                    <a:pt x="746" y="1143"/>
                    <a:pt x="427" y="144"/>
                  </a:cubicBezTo>
                  <a:cubicBezTo>
                    <a:pt x="397" y="50"/>
                    <a:pt x="319" y="9"/>
                    <a:pt x="241" y="9"/>
                  </a:cubicBezTo>
                  <a:cubicBezTo>
                    <a:pt x="121" y="9"/>
                    <a:pt x="1" y="105"/>
                    <a:pt x="48" y="251"/>
                  </a:cubicBezTo>
                  <a:cubicBezTo>
                    <a:pt x="430" y="1458"/>
                    <a:pt x="1020" y="2553"/>
                    <a:pt x="1804" y="3542"/>
                  </a:cubicBezTo>
                  <a:cubicBezTo>
                    <a:pt x="1836" y="3582"/>
                    <a:pt x="1885" y="3600"/>
                    <a:pt x="1936" y="3600"/>
                  </a:cubicBezTo>
                  <a:cubicBezTo>
                    <a:pt x="2026" y="3600"/>
                    <a:pt x="2120" y="3544"/>
                    <a:pt x="2133" y="3453"/>
                  </a:cubicBezTo>
                  <a:cubicBezTo>
                    <a:pt x="2297" y="2371"/>
                    <a:pt x="2405" y="1285"/>
                    <a:pt x="2456" y="190"/>
                  </a:cubicBezTo>
                  <a:cubicBezTo>
                    <a:pt x="2461" y="63"/>
                    <a:pt x="2366" y="0"/>
                    <a:pt x="22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1"/>
            <p:cNvSpPr/>
            <p:nvPr/>
          </p:nvSpPr>
          <p:spPr>
            <a:xfrm>
              <a:off x="1483150" y="2646113"/>
              <a:ext cx="51250" cy="63600"/>
            </a:xfrm>
            <a:custGeom>
              <a:rect b="b" l="l" r="r" t="t"/>
              <a:pathLst>
                <a:path extrusionOk="0" h="2544" w="2050">
                  <a:moveTo>
                    <a:pt x="1122" y="0"/>
                  </a:moveTo>
                  <a:cubicBezTo>
                    <a:pt x="1108" y="0"/>
                    <a:pt x="1094" y="2"/>
                    <a:pt x="1081" y="4"/>
                  </a:cubicBezTo>
                  <a:cubicBezTo>
                    <a:pt x="799" y="58"/>
                    <a:pt x="519" y="111"/>
                    <a:pt x="238" y="167"/>
                  </a:cubicBezTo>
                  <a:cubicBezTo>
                    <a:pt x="1" y="212"/>
                    <a:pt x="81" y="551"/>
                    <a:pt x="297" y="551"/>
                  </a:cubicBezTo>
                  <a:cubicBezTo>
                    <a:pt x="310" y="551"/>
                    <a:pt x="324" y="549"/>
                    <a:pt x="338" y="546"/>
                  </a:cubicBezTo>
                  <a:cubicBezTo>
                    <a:pt x="545" y="507"/>
                    <a:pt x="753" y="468"/>
                    <a:pt x="960" y="427"/>
                  </a:cubicBezTo>
                  <a:lnTo>
                    <a:pt x="960" y="427"/>
                  </a:lnTo>
                  <a:cubicBezTo>
                    <a:pt x="995" y="981"/>
                    <a:pt x="758" y="1495"/>
                    <a:pt x="328" y="1861"/>
                  </a:cubicBezTo>
                  <a:cubicBezTo>
                    <a:pt x="214" y="1957"/>
                    <a:pt x="279" y="2154"/>
                    <a:pt x="415" y="2190"/>
                  </a:cubicBezTo>
                  <a:cubicBezTo>
                    <a:pt x="851" y="2306"/>
                    <a:pt x="1284" y="2420"/>
                    <a:pt x="1720" y="2536"/>
                  </a:cubicBezTo>
                  <a:cubicBezTo>
                    <a:pt x="1739" y="2541"/>
                    <a:pt x="1757" y="2544"/>
                    <a:pt x="1774" y="2544"/>
                  </a:cubicBezTo>
                  <a:cubicBezTo>
                    <a:pt x="1979" y="2544"/>
                    <a:pt x="2050" y="2216"/>
                    <a:pt x="1826" y="2157"/>
                  </a:cubicBezTo>
                  <a:cubicBezTo>
                    <a:pt x="1501" y="2070"/>
                    <a:pt x="1177" y="1985"/>
                    <a:pt x="853" y="1899"/>
                  </a:cubicBezTo>
                  <a:lnTo>
                    <a:pt x="853" y="1899"/>
                  </a:lnTo>
                  <a:cubicBezTo>
                    <a:pt x="1267" y="1417"/>
                    <a:pt x="1430" y="785"/>
                    <a:pt x="1322" y="143"/>
                  </a:cubicBezTo>
                  <a:cubicBezTo>
                    <a:pt x="1307" y="47"/>
                    <a:pt x="1209" y="0"/>
                    <a:pt x="112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1"/>
            <p:cNvSpPr/>
            <p:nvPr/>
          </p:nvSpPr>
          <p:spPr>
            <a:xfrm>
              <a:off x="1583775" y="2591438"/>
              <a:ext cx="92100" cy="335125"/>
            </a:xfrm>
            <a:custGeom>
              <a:rect b="b" l="l" r="r" t="t"/>
              <a:pathLst>
                <a:path extrusionOk="0" h="13405" w="3684">
                  <a:moveTo>
                    <a:pt x="2867" y="0"/>
                  </a:moveTo>
                  <a:cubicBezTo>
                    <a:pt x="2824" y="0"/>
                    <a:pt x="2780" y="14"/>
                    <a:pt x="2739" y="47"/>
                  </a:cubicBezTo>
                  <a:cubicBezTo>
                    <a:pt x="638" y="1701"/>
                    <a:pt x="1" y="4450"/>
                    <a:pt x="29" y="7014"/>
                  </a:cubicBezTo>
                  <a:cubicBezTo>
                    <a:pt x="58" y="9555"/>
                    <a:pt x="785" y="12361"/>
                    <a:pt x="3371" y="13390"/>
                  </a:cubicBezTo>
                  <a:cubicBezTo>
                    <a:pt x="3396" y="13400"/>
                    <a:pt x="3420" y="13404"/>
                    <a:pt x="3442" y="13404"/>
                  </a:cubicBezTo>
                  <a:cubicBezTo>
                    <a:pt x="3625" y="13404"/>
                    <a:pt x="3683" y="13093"/>
                    <a:pt x="3477" y="13010"/>
                  </a:cubicBezTo>
                  <a:cubicBezTo>
                    <a:pt x="874" y="11975"/>
                    <a:pt x="356" y="8919"/>
                    <a:pt x="429" y="6435"/>
                  </a:cubicBezTo>
                  <a:cubicBezTo>
                    <a:pt x="498" y="4145"/>
                    <a:pt x="1153" y="1796"/>
                    <a:pt x="3018" y="327"/>
                  </a:cubicBezTo>
                  <a:cubicBezTo>
                    <a:pt x="3174" y="201"/>
                    <a:pt x="3031" y="0"/>
                    <a:pt x="28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1"/>
            <p:cNvSpPr/>
            <p:nvPr/>
          </p:nvSpPr>
          <p:spPr>
            <a:xfrm>
              <a:off x="1685825" y="2640688"/>
              <a:ext cx="64300" cy="73500"/>
            </a:xfrm>
            <a:custGeom>
              <a:rect b="b" l="l" r="r" t="t"/>
              <a:pathLst>
                <a:path extrusionOk="0" h="2940" w="2572">
                  <a:moveTo>
                    <a:pt x="817" y="1"/>
                  </a:moveTo>
                  <a:cubicBezTo>
                    <a:pt x="421" y="1"/>
                    <a:pt x="34" y="261"/>
                    <a:pt x="6" y="722"/>
                  </a:cubicBezTo>
                  <a:cubicBezTo>
                    <a:pt x="1" y="850"/>
                    <a:pt x="97" y="913"/>
                    <a:pt x="197" y="913"/>
                  </a:cubicBezTo>
                  <a:cubicBezTo>
                    <a:pt x="295" y="913"/>
                    <a:pt x="397" y="850"/>
                    <a:pt x="404" y="725"/>
                  </a:cubicBezTo>
                  <a:cubicBezTo>
                    <a:pt x="415" y="513"/>
                    <a:pt x="635" y="386"/>
                    <a:pt x="837" y="386"/>
                  </a:cubicBezTo>
                  <a:cubicBezTo>
                    <a:pt x="883" y="386"/>
                    <a:pt x="929" y="393"/>
                    <a:pt x="971" y="407"/>
                  </a:cubicBezTo>
                  <a:cubicBezTo>
                    <a:pt x="1273" y="513"/>
                    <a:pt x="1333" y="915"/>
                    <a:pt x="1278" y="1179"/>
                  </a:cubicBezTo>
                  <a:cubicBezTo>
                    <a:pt x="1171" y="1705"/>
                    <a:pt x="696" y="2038"/>
                    <a:pt x="284" y="2330"/>
                  </a:cubicBezTo>
                  <a:cubicBezTo>
                    <a:pt x="139" y="2433"/>
                    <a:pt x="169" y="2626"/>
                    <a:pt x="331" y="2689"/>
                  </a:cubicBezTo>
                  <a:cubicBezTo>
                    <a:pt x="763" y="2859"/>
                    <a:pt x="1200" y="2940"/>
                    <a:pt x="1646" y="2940"/>
                  </a:cubicBezTo>
                  <a:cubicBezTo>
                    <a:pt x="1873" y="2940"/>
                    <a:pt x="2103" y="2919"/>
                    <a:pt x="2336" y="2878"/>
                  </a:cubicBezTo>
                  <a:cubicBezTo>
                    <a:pt x="2572" y="2836"/>
                    <a:pt x="2490" y="2495"/>
                    <a:pt x="2270" y="2495"/>
                  </a:cubicBezTo>
                  <a:cubicBezTo>
                    <a:pt x="2257" y="2495"/>
                    <a:pt x="2244" y="2496"/>
                    <a:pt x="2230" y="2499"/>
                  </a:cubicBezTo>
                  <a:cubicBezTo>
                    <a:pt x="2039" y="2533"/>
                    <a:pt x="1850" y="2549"/>
                    <a:pt x="1663" y="2549"/>
                  </a:cubicBezTo>
                  <a:cubicBezTo>
                    <a:pt x="1369" y="2549"/>
                    <a:pt x="1080" y="2508"/>
                    <a:pt x="794" y="2430"/>
                  </a:cubicBezTo>
                  <a:lnTo>
                    <a:pt x="794" y="2430"/>
                  </a:lnTo>
                  <a:cubicBezTo>
                    <a:pt x="1423" y="1912"/>
                    <a:pt x="2058" y="1133"/>
                    <a:pt x="1498" y="344"/>
                  </a:cubicBezTo>
                  <a:cubicBezTo>
                    <a:pt x="1331" y="110"/>
                    <a:pt x="1072" y="1"/>
                    <a:pt x="81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1"/>
            <p:cNvSpPr/>
            <p:nvPr/>
          </p:nvSpPr>
          <p:spPr>
            <a:xfrm>
              <a:off x="1666275" y="2748638"/>
              <a:ext cx="104900" cy="14200"/>
            </a:xfrm>
            <a:custGeom>
              <a:rect b="b" l="l" r="r" t="t"/>
              <a:pathLst>
                <a:path extrusionOk="0" h="568" w="4196">
                  <a:moveTo>
                    <a:pt x="1395" y="0"/>
                  </a:moveTo>
                  <a:cubicBezTo>
                    <a:pt x="1016" y="0"/>
                    <a:pt x="636" y="13"/>
                    <a:pt x="255" y="37"/>
                  </a:cubicBezTo>
                  <a:cubicBezTo>
                    <a:pt x="8" y="53"/>
                    <a:pt x="1" y="431"/>
                    <a:pt x="241" y="431"/>
                  </a:cubicBezTo>
                  <a:cubicBezTo>
                    <a:pt x="245" y="431"/>
                    <a:pt x="250" y="431"/>
                    <a:pt x="255" y="431"/>
                  </a:cubicBezTo>
                  <a:cubicBezTo>
                    <a:pt x="644" y="405"/>
                    <a:pt x="1032" y="393"/>
                    <a:pt x="1420" y="393"/>
                  </a:cubicBezTo>
                  <a:cubicBezTo>
                    <a:pt x="2232" y="393"/>
                    <a:pt x="3042" y="449"/>
                    <a:pt x="3851" y="565"/>
                  </a:cubicBezTo>
                  <a:cubicBezTo>
                    <a:pt x="3863" y="567"/>
                    <a:pt x="3873" y="568"/>
                    <a:pt x="3884" y="568"/>
                  </a:cubicBezTo>
                  <a:cubicBezTo>
                    <a:pt x="4109" y="568"/>
                    <a:pt x="4195" y="220"/>
                    <a:pt x="3957" y="186"/>
                  </a:cubicBezTo>
                  <a:cubicBezTo>
                    <a:pt x="3103" y="63"/>
                    <a:pt x="2251" y="0"/>
                    <a:pt x="139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1"/>
            <p:cNvSpPr/>
            <p:nvPr/>
          </p:nvSpPr>
          <p:spPr>
            <a:xfrm>
              <a:off x="1695300" y="2798988"/>
              <a:ext cx="66925" cy="76525"/>
            </a:xfrm>
            <a:custGeom>
              <a:rect b="b" l="l" r="r" t="t"/>
              <a:pathLst>
                <a:path extrusionOk="0" h="3061" w="2677">
                  <a:moveTo>
                    <a:pt x="417" y="0"/>
                  </a:moveTo>
                  <a:cubicBezTo>
                    <a:pt x="167" y="0"/>
                    <a:pt x="167" y="391"/>
                    <a:pt x="418" y="395"/>
                  </a:cubicBezTo>
                  <a:lnTo>
                    <a:pt x="1327" y="413"/>
                  </a:lnTo>
                  <a:lnTo>
                    <a:pt x="1327" y="413"/>
                  </a:lnTo>
                  <a:cubicBezTo>
                    <a:pt x="1269" y="741"/>
                    <a:pt x="1108" y="1000"/>
                    <a:pt x="842" y="1228"/>
                  </a:cubicBezTo>
                  <a:cubicBezTo>
                    <a:pt x="719" y="1336"/>
                    <a:pt x="805" y="1508"/>
                    <a:pt x="930" y="1558"/>
                  </a:cubicBezTo>
                  <a:cubicBezTo>
                    <a:pt x="1156" y="1648"/>
                    <a:pt x="1383" y="1739"/>
                    <a:pt x="1610" y="1831"/>
                  </a:cubicBezTo>
                  <a:cubicBezTo>
                    <a:pt x="1913" y="1954"/>
                    <a:pt x="2225" y="2049"/>
                    <a:pt x="1893" y="2354"/>
                  </a:cubicBezTo>
                  <a:cubicBezTo>
                    <a:pt x="1531" y="2686"/>
                    <a:pt x="712" y="2664"/>
                    <a:pt x="255" y="2667"/>
                  </a:cubicBezTo>
                  <a:cubicBezTo>
                    <a:pt x="1" y="2669"/>
                    <a:pt x="0" y="3061"/>
                    <a:pt x="254" y="3061"/>
                  </a:cubicBezTo>
                  <a:cubicBezTo>
                    <a:pt x="254" y="3061"/>
                    <a:pt x="255" y="3061"/>
                    <a:pt x="255" y="3061"/>
                  </a:cubicBezTo>
                  <a:cubicBezTo>
                    <a:pt x="877" y="3056"/>
                    <a:pt x="2247" y="3029"/>
                    <a:pt x="2494" y="2273"/>
                  </a:cubicBezTo>
                  <a:cubicBezTo>
                    <a:pt x="2676" y="1713"/>
                    <a:pt x="1874" y="1450"/>
                    <a:pt x="1345" y="1281"/>
                  </a:cubicBezTo>
                  <a:lnTo>
                    <a:pt x="1345" y="1281"/>
                  </a:lnTo>
                  <a:cubicBezTo>
                    <a:pt x="1594" y="983"/>
                    <a:pt x="1721" y="629"/>
                    <a:pt x="1744" y="219"/>
                  </a:cubicBezTo>
                  <a:cubicBezTo>
                    <a:pt x="1750" y="112"/>
                    <a:pt x="1650" y="23"/>
                    <a:pt x="1548" y="22"/>
                  </a:cubicBezTo>
                  <a:lnTo>
                    <a:pt x="420" y="0"/>
                  </a:lnTo>
                  <a:cubicBezTo>
                    <a:pt x="419" y="0"/>
                    <a:pt x="418" y="0"/>
                    <a:pt x="41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1"/>
            <p:cNvSpPr/>
            <p:nvPr/>
          </p:nvSpPr>
          <p:spPr>
            <a:xfrm>
              <a:off x="1767975" y="2598513"/>
              <a:ext cx="90675" cy="329450"/>
            </a:xfrm>
            <a:custGeom>
              <a:rect b="b" l="l" r="r" t="t"/>
              <a:pathLst>
                <a:path extrusionOk="0" h="13178" w="3627">
                  <a:moveTo>
                    <a:pt x="1235" y="0"/>
                  </a:moveTo>
                  <a:cubicBezTo>
                    <a:pt x="1091" y="0"/>
                    <a:pt x="958" y="198"/>
                    <a:pt x="1085" y="343"/>
                  </a:cubicBezTo>
                  <a:cubicBezTo>
                    <a:pt x="2571" y="2044"/>
                    <a:pt x="3289" y="4277"/>
                    <a:pt x="3145" y="6529"/>
                  </a:cubicBezTo>
                  <a:cubicBezTo>
                    <a:pt x="3072" y="7656"/>
                    <a:pt x="2774" y="8765"/>
                    <a:pt x="2256" y="9770"/>
                  </a:cubicBezTo>
                  <a:cubicBezTo>
                    <a:pt x="1672" y="10895"/>
                    <a:pt x="788" y="11833"/>
                    <a:pt x="97" y="12888"/>
                  </a:cubicBezTo>
                  <a:cubicBezTo>
                    <a:pt x="0" y="13036"/>
                    <a:pt x="136" y="13178"/>
                    <a:pt x="275" y="13178"/>
                  </a:cubicBezTo>
                  <a:cubicBezTo>
                    <a:pt x="335" y="13178"/>
                    <a:pt x="395" y="13151"/>
                    <a:pt x="438" y="13087"/>
                  </a:cubicBezTo>
                  <a:cubicBezTo>
                    <a:pt x="1233" y="11874"/>
                    <a:pt x="2248" y="10808"/>
                    <a:pt x="2837" y="9465"/>
                  </a:cubicBezTo>
                  <a:cubicBezTo>
                    <a:pt x="3281" y="8453"/>
                    <a:pt x="3517" y="7353"/>
                    <a:pt x="3553" y="6250"/>
                  </a:cubicBezTo>
                  <a:cubicBezTo>
                    <a:pt x="3627" y="3982"/>
                    <a:pt x="2854" y="1772"/>
                    <a:pt x="1364" y="64"/>
                  </a:cubicBezTo>
                  <a:cubicBezTo>
                    <a:pt x="1325" y="19"/>
                    <a:pt x="1279" y="0"/>
                    <a:pt x="12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1"/>
            <p:cNvSpPr/>
            <p:nvPr/>
          </p:nvSpPr>
          <p:spPr>
            <a:xfrm>
              <a:off x="1098225" y="3022763"/>
              <a:ext cx="62525" cy="15850"/>
            </a:xfrm>
            <a:custGeom>
              <a:rect b="b" l="l" r="r" t="t"/>
              <a:pathLst>
                <a:path extrusionOk="0" h="634" w="2501">
                  <a:moveTo>
                    <a:pt x="224" y="0"/>
                  </a:moveTo>
                  <a:cubicBezTo>
                    <a:pt x="0" y="0"/>
                    <a:pt x="10" y="367"/>
                    <a:pt x="250" y="396"/>
                  </a:cubicBezTo>
                  <a:cubicBezTo>
                    <a:pt x="917" y="474"/>
                    <a:pt x="1584" y="553"/>
                    <a:pt x="2250" y="632"/>
                  </a:cubicBezTo>
                  <a:cubicBezTo>
                    <a:pt x="2259" y="633"/>
                    <a:pt x="2268" y="633"/>
                    <a:pt x="2277" y="633"/>
                  </a:cubicBezTo>
                  <a:cubicBezTo>
                    <a:pt x="2500" y="633"/>
                    <a:pt x="2490" y="266"/>
                    <a:pt x="2250" y="238"/>
                  </a:cubicBezTo>
                  <a:cubicBezTo>
                    <a:pt x="1583" y="159"/>
                    <a:pt x="916" y="81"/>
                    <a:pt x="250" y="2"/>
                  </a:cubicBezTo>
                  <a:cubicBezTo>
                    <a:pt x="241" y="1"/>
                    <a:pt x="232" y="0"/>
                    <a:pt x="22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1"/>
            <p:cNvSpPr/>
            <p:nvPr/>
          </p:nvSpPr>
          <p:spPr>
            <a:xfrm>
              <a:off x="1106025" y="3058838"/>
              <a:ext cx="54650" cy="14400"/>
            </a:xfrm>
            <a:custGeom>
              <a:rect b="b" l="l" r="r" t="t"/>
              <a:pathLst>
                <a:path extrusionOk="0" h="576" w="2186">
                  <a:moveTo>
                    <a:pt x="263" y="1"/>
                  </a:moveTo>
                  <a:cubicBezTo>
                    <a:pt x="67" y="1"/>
                    <a:pt x="0" y="321"/>
                    <a:pt x="220" y="390"/>
                  </a:cubicBezTo>
                  <a:cubicBezTo>
                    <a:pt x="618" y="513"/>
                    <a:pt x="1022" y="575"/>
                    <a:pt x="1431" y="575"/>
                  </a:cubicBezTo>
                  <a:cubicBezTo>
                    <a:pt x="1598" y="575"/>
                    <a:pt x="1765" y="565"/>
                    <a:pt x="1932" y="544"/>
                  </a:cubicBezTo>
                  <a:cubicBezTo>
                    <a:pt x="2172" y="516"/>
                    <a:pt x="2185" y="149"/>
                    <a:pt x="1959" y="149"/>
                  </a:cubicBezTo>
                  <a:cubicBezTo>
                    <a:pt x="1951" y="149"/>
                    <a:pt x="1942" y="150"/>
                    <a:pt x="1932" y="151"/>
                  </a:cubicBezTo>
                  <a:cubicBezTo>
                    <a:pt x="1770" y="171"/>
                    <a:pt x="1608" y="181"/>
                    <a:pt x="1448" y="181"/>
                  </a:cubicBezTo>
                  <a:cubicBezTo>
                    <a:pt x="1068" y="181"/>
                    <a:pt x="695" y="124"/>
                    <a:pt x="325" y="11"/>
                  </a:cubicBezTo>
                  <a:cubicBezTo>
                    <a:pt x="303" y="4"/>
                    <a:pt x="282" y="1"/>
                    <a:pt x="26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1"/>
            <p:cNvSpPr/>
            <p:nvPr/>
          </p:nvSpPr>
          <p:spPr>
            <a:xfrm>
              <a:off x="1250925" y="2985338"/>
              <a:ext cx="50975" cy="106800"/>
            </a:xfrm>
            <a:custGeom>
              <a:rect b="b" l="l" r="r" t="t"/>
              <a:pathLst>
                <a:path extrusionOk="0" h="4272" w="2039">
                  <a:moveTo>
                    <a:pt x="1241" y="1"/>
                  </a:moveTo>
                  <a:cubicBezTo>
                    <a:pt x="604" y="1"/>
                    <a:pt x="24" y="446"/>
                    <a:pt x="36" y="1161"/>
                  </a:cubicBezTo>
                  <a:cubicBezTo>
                    <a:pt x="43" y="1549"/>
                    <a:pt x="233" y="1873"/>
                    <a:pt x="531" y="2109"/>
                  </a:cubicBezTo>
                  <a:cubicBezTo>
                    <a:pt x="700" y="2242"/>
                    <a:pt x="1051" y="2308"/>
                    <a:pt x="1171" y="2474"/>
                  </a:cubicBezTo>
                  <a:cubicBezTo>
                    <a:pt x="1290" y="2640"/>
                    <a:pt x="999" y="3655"/>
                    <a:pt x="787" y="3768"/>
                  </a:cubicBezTo>
                  <a:cubicBezTo>
                    <a:pt x="641" y="3845"/>
                    <a:pt x="392" y="3861"/>
                    <a:pt x="236" y="3888"/>
                  </a:cubicBezTo>
                  <a:cubicBezTo>
                    <a:pt x="1" y="3930"/>
                    <a:pt x="83" y="4271"/>
                    <a:pt x="302" y="4271"/>
                  </a:cubicBezTo>
                  <a:cubicBezTo>
                    <a:pt x="315" y="4271"/>
                    <a:pt x="329" y="4270"/>
                    <a:pt x="342" y="4268"/>
                  </a:cubicBezTo>
                  <a:cubicBezTo>
                    <a:pt x="1037" y="4142"/>
                    <a:pt x="2039" y="3818"/>
                    <a:pt x="1953" y="2915"/>
                  </a:cubicBezTo>
                  <a:cubicBezTo>
                    <a:pt x="1920" y="2581"/>
                    <a:pt x="1717" y="2361"/>
                    <a:pt x="1453" y="2180"/>
                  </a:cubicBezTo>
                  <a:cubicBezTo>
                    <a:pt x="1204" y="2010"/>
                    <a:pt x="873" y="1931"/>
                    <a:pt x="663" y="1708"/>
                  </a:cubicBezTo>
                  <a:cubicBezTo>
                    <a:pt x="98" y="1111"/>
                    <a:pt x="615" y="396"/>
                    <a:pt x="1269" y="396"/>
                  </a:cubicBezTo>
                  <a:cubicBezTo>
                    <a:pt x="1349" y="396"/>
                    <a:pt x="1432" y="406"/>
                    <a:pt x="1515" y="430"/>
                  </a:cubicBezTo>
                  <a:cubicBezTo>
                    <a:pt x="1535" y="435"/>
                    <a:pt x="1555" y="438"/>
                    <a:pt x="1573" y="438"/>
                  </a:cubicBezTo>
                  <a:cubicBezTo>
                    <a:pt x="1774" y="438"/>
                    <a:pt x="1842" y="115"/>
                    <a:pt x="1618" y="53"/>
                  </a:cubicBezTo>
                  <a:cubicBezTo>
                    <a:pt x="1493" y="18"/>
                    <a:pt x="1366" y="1"/>
                    <a:pt x="124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1"/>
            <p:cNvSpPr/>
            <p:nvPr/>
          </p:nvSpPr>
          <p:spPr>
            <a:xfrm>
              <a:off x="1339450" y="2992463"/>
              <a:ext cx="15775" cy="96400"/>
            </a:xfrm>
            <a:custGeom>
              <a:rect b="b" l="l" r="r" t="t"/>
              <a:pathLst>
                <a:path extrusionOk="0" h="3856" w="631">
                  <a:moveTo>
                    <a:pt x="227" y="0"/>
                  </a:moveTo>
                  <a:cubicBezTo>
                    <a:pt x="128" y="0"/>
                    <a:pt x="28" y="64"/>
                    <a:pt x="25" y="190"/>
                  </a:cubicBezTo>
                  <a:cubicBezTo>
                    <a:pt x="1" y="1356"/>
                    <a:pt x="67" y="2512"/>
                    <a:pt x="220" y="3669"/>
                  </a:cubicBezTo>
                  <a:cubicBezTo>
                    <a:pt x="237" y="3793"/>
                    <a:pt x="345" y="3855"/>
                    <a:pt x="444" y="3855"/>
                  </a:cubicBezTo>
                  <a:cubicBezTo>
                    <a:pt x="542" y="3855"/>
                    <a:pt x="631" y="3794"/>
                    <a:pt x="613" y="3669"/>
                  </a:cubicBezTo>
                  <a:cubicBezTo>
                    <a:pt x="460" y="2512"/>
                    <a:pt x="394" y="1356"/>
                    <a:pt x="419" y="190"/>
                  </a:cubicBezTo>
                  <a:cubicBezTo>
                    <a:pt x="422" y="64"/>
                    <a:pt x="325" y="0"/>
                    <a:pt x="2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1"/>
            <p:cNvSpPr/>
            <p:nvPr/>
          </p:nvSpPr>
          <p:spPr>
            <a:xfrm>
              <a:off x="1388275" y="2996663"/>
              <a:ext cx="15500" cy="88500"/>
            </a:xfrm>
            <a:custGeom>
              <a:rect b="b" l="l" r="r" t="t"/>
              <a:pathLst>
                <a:path extrusionOk="0" h="3540" w="620">
                  <a:moveTo>
                    <a:pt x="287" y="0"/>
                  </a:moveTo>
                  <a:cubicBezTo>
                    <a:pt x="189" y="0"/>
                    <a:pt x="86" y="64"/>
                    <a:pt x="76" y="190"/>
                  </a:cubicBezTo>
                  <a:cubicBezTo>
                    <a:pt x="0" y="1268"/>
                    <a:pt x="50" y="2330"/>
                    <a:pt x="217" y="3397"/>
                  </a:cubicBezTo>
                  <a:cubicBezTo>
                    <a:pt x="232" y="3496"/>
                    <a:pt x="301" y="3539"/>
                    <a:pt x="377" y="3539"/>
                  </a:cubicBezTo>
                  <a:cubicBezTo>
                    <a:pt x="491" y="3539"/>
                    <a:pt x="619" y="3441"/>
                    <a:pt x="596" y="3291"/>
                  </a:cubicBezTo>
                  <a:cubicBezTo>
                    <a:pt x="434" y="2260"/>
                    <a:pt x="395" y="1229"/>
                    <a:pt x="470" y="190"/>
                  </a:cubicBezTo>
                  <a:cubicBezTo>
                    <a:pt x="479" y="63"/>
                    <a:pt x="386" y="0"/>
                    <a:pt x="2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1"/>
            <p:cNvSpPr/>
            <p:nvPr/>
          </p:nvSpPr>
          <p:spPr>
            <a:xfrm>
              <a:off x="1391150" y="2980338"/>
              <a:ext cx="66975" cy="100425"/>
            </a:xfrm>
            <a:custGeom>
              <a:rect b="b" l="l" r="r" t="t"/>
              <a:pathLst>
                <a:path extrusionOk="0" h="4017" w="2679">
                  <a:moveTo>
                    <a:pt x="2253" y="0"/>
                  </a:moveTo>
                  <a:cubicBezTo>
                    <a:pt x="2138" y="0"/>
                    <a:pt x="2012" y="98"/>
                    <a:pt x="2041" y="247"/>
                  </a:cubicBezTo>
                  <a:cubicBezTo>
                    <a:pt x="2235" y="1243"/>
                    <a:pt x="2276" y="2235"/>
                    <a:pt x="2166" y="3232"/>
                  </a:cubicBezTo>
                  <a:lnTo>
                    <a:pt x="2166" y="3232"/>
                  </a:lnTo>
                  <a:cubicBezTo>
                    <a:pt x="1647" y="2365"/>
                    <a:pt x="1060" y="1548"/>
                    <a:pt x="404" y="776"/>
                  </a:cubicBezTo>
                  <a:cubicBezTo>
                    <a:pt x="364" y="730"/>
                    <a:pt x="319" y="710"/>
                    <a:pt x="274" y="710"/>
                  </a:cubicBezTo>
                  <a:cubicBezTo>
                    <a:pt x="132" y="710"/>
                    <a:pt x="0" y="907"/>
                    <a:pt x="124" y="1053"/>
                  </a:cubicBezTo>
                  <a:cubicBezTo>
                    <a:pt x="883" y="1945"/>
                    <a:pt x="1542" y="2901"/>
                    <a:pt x="2111" y="3924"/>
                  </a:cubicBezTo>
                  <a:cubicBezTo>
                    <a:pt x="2146" y="3985"/>
                    <a:pt x="2216" y="4016"/>
                    <a:pt x="2286" y="4016"/>
                  </a:cubicBezTo>
                  <a:cubicBezTo>
                    <a:pt x="2371" y="4016"/>
                    <a:pt x="2455" y="3970"/>
                    <a:pt x="2471" y="3876"/>
                  </a:cubicBezTo>
                  <a:cubicBezTo>
                    <a:pt x="2678" y="2625"/>
                    <a:pt x="2663" y="1385"/>
                    <a:pt x="2421" y="141"/>
                  </a:cubicBezTo>
                  <a:cubicBezTo>
                    <a:pt x="2401" y="43"/>
                    <a:pt x="2329" y="0"/>
                    <a:pt x="225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1"/>
            <p:cNvSpPr/>
            <p:nvPr/>
          </p:nvSpPr>
          <p:spPr>
            <a:xfrm>
              <a:off x="1516525" y="2918988"/>
              <a:ext cx="54350" cy="86100"/>
            </a:xfrm>
            <a:custGeom>
              <a:rect b="b" l="l" r="r" t="t"/>
              <a:pathLst>
                <a:path extrusionOk="0" h="3444" w="2174">
                  <a:moveTo>
                    <a:pt x="617" y="1"/>
                  </a:moveTo>
                  <a:cubicBezTo>
                    <a:pt x="490" y="1"/>
                    <a:pt x="353" y="27"/>
                    <a:pt x="210" y="85"/>
                  </a:cubicBezTo>
                  <a:cubicBezTo>
                    <a:pt x="0" y="169"/>
                    <a:pt x="58" y="481"/>
                    <a:pt x="240" y="481"/>
                  </a:cubicBezTo>
                  <a:cubicBezTo>
                    <a:pt x="262" y="481"/>
                    <a:pt x="286" y="477"/>
                    <a:pt x="312" y="467"/>
                  </a:cubicBezTo>
                  <a:cubicBezTo>
                    <a:pt x="397" y="432"/>
                    <a:pt x="481" y="417"/>
                    <a:pt x="559" y="417"/>
                  </a:cubicBezTo>
                  <a:cubicBezTo>
                    <a:pt x="1082" y="417"/>
                    <a:pt x="1394" y="1106"/>
                    <a:pt x="834" y="1449"/>
                  </a:cubicBezTo>
                  <a:cubicBezTo>
                    <a:pt x="650" y="1561"/>
                    <a:pt x="753" y="1812"/>
                    <a:pt x="943" y="1812"/>
                  </a:cubicBezTo>
                  <a:cubicBezTo>
                    <a:pt x="957" y="1812"/>
                    <a:pt x="971" y="1811"/>
                    <a:pt x="986" y="1808"/>
                  </a:cubicBezTo>
                  <a:cubicBezTo>
                    <a:pt x="1006" y="1804"/>
                    <a:pt x="1027" y="1803"/>
                    <a:pt x="1049" y="1803"/>
                  </a:cubicBezTo>
                  <a:cubicBezTo>
                    <a:pt x="1255" y="1803"/>
                    <a:pt x="1539" y="1959"/>
                    <a:pt x="1621" y="2134"/>
                  </a:cubicBezTo>
                  <a:cubicBezTo>
                    <a:pt x="1752" y="2415"/>
                    <a:pt x="1657" y="2707"/>
                    <a:pt x="1427" y="2886"/>
                  </a:cubicBezTo>
                  <a:cubicBezTo>
                    <a:pt x="1274" y="3003"/>
                    <a:pt x="1096" y="3054"/>
                    <a:pt x="914" y="3054"/>
                  </a:cubicBezTo>
                  <a:cubicBezTo>
                    <a:pt x="790" y="3054"/>
                    <a:pt x="664" y="3030"/>
                    <a:pt x="544" y="2989"/>
                  </a:cubicBezTo>
                  <a:cubicBezTo>
                    <a:pt x="520" y="2981"/>
                    <a:pt x="498" y="2977"/>
                    <a:pt x="478" y="2977"/>
                  </a:cubicBezTo>
                  <a:cubicBezTo>
                    <a:pt x="287" y="2977"/>
                    <a:pt x="223" y="3295"/>
                    <a:pt x="439" y="3368"/>
                  </a:cubicBezTo>
                  <a:cubicBezTo>
                    <a:pt x="582" y="3419"/>
                    <a:pt x="737" y="3444"/>
                    <a:pt x="891" y="3444"/>
                  </a:cubicBezTo>
                  <a:cubicBezTo>
                    <a:pt x="1421" y="3444"/>
                    <a:pt x="1955" y="3153"/>
                    <a:pt x="2068" y="2593"/>
                  </a:cubicBezTo>
                  <a:cubicBezTo>
                    <a:pt x="2174" y="2070"/>
                    <a:pt x="1836" y="1607"/>
                    <a:pt x="1379" y="1459"/>
                  </a:cubicBezTo>
                  <a:lnTo>
                    <a:pt x="1379" y="1459"/>
                  </a:lnTo>
                  <a:cubicBezTo>
                    <a:pt x="1770" y="856"/>
                    <a:pt x="1348" y="1"/>
                    <a:pt x="61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1"/>
            <p:cNvSpPr/>
            <p:nvPr/>
          </p:nvSpPr>
          <p:spPr>
            <a:xfrm>
              <a:off x="1628350" y="2996763"/>
              <a:ext cx="63600" cy="71800"/>
            </a:xfrm>
            <a:custGeom>
              <a:rect b="b" l="l" r="r" t="t"/>
              <a:pathLst>
                <a:path extrusionOk="0" h="2872" w="2544">
                  <a:moveTo>
                    <a:pt x="275" y="1"/>
                  </a:moveTo>
                  <a:cubicBezTo>
                    <a:pt x="137" y="1"/>
                    <a:pt x="0" y="142"/>
                    <a:pt x="93" y="292"/>
                  </a:cubicBezTo>
                  <a:cubicBezTo>
                    <a:pt x="669" y="1215"/>
                    <a:pt x="1344" y="2058"/>
                    <a:pt x="2124" y="2816"/>
                  </a:cubicBezTo>
                  <a:cubicBezTo>
                    <a:pt x="2166" y="2855"/>
                    <a:pt x="2211" y="2872"/>
                    <a:pt x="2256" y="2872"/>
                  </a:cubicBezTo>
                  <a:cubicBezTo>
                    <a:pt x="2409" y="2872"/>
                    <a:pt x="2544" y="2673"/>
                    <a:pt x="2404" y="2536"/>
                  </a:cubicBezTo>
                  <a:cubicBezTo>
                    <a:pt x="1649" y="1802"/>
                    <a:pt x="992" y="988"/>
                    <a:pt x="435" y="93"/>
                  </a:cubicBezTo>
                  <a:cubicBezTo>
                    <a:pt x="394" y="28"/>
                    <a:pt x="334" y="1"/>
                    <a:pt x="27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1"/>
            <p:cNvSpPr/>
            <p:nvPr/>
          </p:nvSpPr>
          <p:spPr>
            <a:xfrm>
              <a:off x="1611600" y="2996688"/>
              <a:ext cx="88950" cy="88175"/>
            </a:xfrm>
            <a:custGeom>
              <a:rect b="b" l="l" r="r" t="t"/>
              <a:pathLst>
                <a:path extrusionOk="0" h="3527" w="3558">
                  <a:moveTo>
                    <a:pt x="3273" y="1"/>
                  </a:moveTo>
                  <a:cubicBezTo>
                    <a:pt x="3229" y="1"/>
                    <a:pt x="3184" y="18"/>
                    <a:pt x="3144" y="60"/>
                  </a:cubicBezTo>
                  <a:cubicBezTo>
                    <a:pt x="2142" y="1104"/>
                    <a:pt x="1138" y="2147"/>
                    <a:pt x="136" y="3188"/>
                  </a:cubicBezTo>
                  <a:cubicBezTo>
                    <a:pt x="1" y="3329"/>
                    <a:pt x="134" y="3527"/>
                    <a:pt x="284" y="3527"/>
                  </a:cubicBezTo>
                  <a:cubicBezTo>
                    <a:pt x="328" y="3527"/>
                    <a:pt x="374" y="3509"/>
                    <a:pt x="415" y="3467"/>
                  </a:cubicBezTo>
                  <a:cubicBezTo>
                    <a:pt x="1417" y="2425"/>
                    <a:pt x="2421" y="1381"/>
                    <a:pt x="3423" y="339"/>
                  </a:cubicBezTo>
                  <a:cubicBezTo>
                    <a:pt x="3558" y="199"/>
                    <a:pt x="3422" y="1"/>
                    <a:pt x="327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1"/>
            <p:cNvSpPr/>
            <p:nvPr/>
          </p:nvSpPr>
          <p:spPr>
            <a:xfrm>
              <a:off x="1762250" y="2987163"/>
              <a:ext cx="93550" cy="90025"/>
            </a:xfrm>
            <a:custGeom>
              <a:rect b="b" l="l" r="r" t="t"/>
              <a:pathLst>
                <a:path extrusionOk="0" h="3601" w="3742">
                  <a:moveTo>
                    <a:pt x="1872" y="421"/>
                  </a:moveTo>
                  <a:cubicBezTo>
                    <a:pt x="1880" y="490"/>
                    <a:pt x="1922" y="556"/>
                    <a:pt x="2006" y="583"/>
                  </a:cubicBezTo>
                  <a:cubicBezTo>
                    <a:pt x="3202" y="968"/>
                    <a:pt x="3741" y="2870"/>
                    <a:pt x="2200" y="3182"/>
                  </a:cubicBezTo>
                  <a:cubicBezTo>
                    <a:pt x="2116" y="3199"/>
                    <a:pt x="2037" y="3208"/>
                    <a:pt x="1962" y="3208"/>
                  </a:cubicBezTo>
                  <a:cubicBezTo>
                    <a:pt x="648" y="3208"/>
                    <a:pt x="687" y="707"/>
                    <a:pt x="1872" y="421"/>
                  </a:cubicBezTo>
                  <a:close/>
                  <a:moveTo>
                    <a:pt x="2076" y="0"/>
                  </a:moveTo>
                  <a:cubicBezTo>
                    <a:pt x="2074" y="0"/>
                    <a:pt x="2072" y="0"/>
                    <a:pt x="2069" y="0"/>
                  </a:cubicBezTo>
                  <a:cubicBezTo>
                    <a:pt x="233" y="59"/>
                    <a:pt x="1" y="3589"/>
                    <a:pt x="1976" y="3600"/>
                  </a:cubicBezTo>
                  <a:cubicBezTo>
                    <a:pt x="1978" y="3600"/>
                    <a:pt x="1980" y="3600"/>
                    <a:pt x="1982" y="3600"/>
                  </a:cubicBezTo>
                  <a:cubicBezTo>
                    <a:pt x="2749" y="3600"/>
                    <a:pt x="3483" y="2993"/>
                    <a:pt x="3567" y="2223"/>
                  </a:cubicBezTo>
                  <a:cubicBezTo>
                    <a:pt x="3664" y="1334"/>
                    <a:pt x="3040" y="565"/>
                    <a:pt x="2250" y="253"/>
                  </a:cubicBezTo>
                  <a:lnTo>
                    <a:pt x="2250" y="253"/>
                  </a:lnTo>
                  <a:cubicBezTo>
                    <a:pt x="2282" y="139"/>
                    <a:pt x="2224" y="0"/>
                    <a:pt x="20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1"/>
            <p:cNvSpPr/>
            <p:nvPr/>
          </p:nvSpPr>
          <p:spPr>
            <a:xfrm>
              <a:off x="1886025" y="3050388"/>
              <a:ext cx="15925" cy="26150"/>
            </a:xfrm>
            <a:custGeom>
              <a:rect b="b" l="l" r="r" t="t"/>
              <a:pathLst>
                <a:path extrusionOk="0" h="1046" w="637">
                  <a:moveTo>
                    <a:pt x="397" y="0"/>
                  </a:moveTo>
                  <a:cubicBezTo>
                    <a:pt x="319" y="0"/>
                    <a:pt x="243" y="43"/>
                    <a:pt x="218" y="141"/>
                  </a:cubicBezTo>
                  <a:lnTo>
                    <a:pt x="40" y="801"/>
                  </a:lnTo>
                  <a:cubicBezTo>
                    <a:pt x="0" y="949"/>
                    <a:pt x="123" y="1045"/>
                    <a:pt x="241" y="1045"/>
                  </a:cubicBezTo>
                  <a:cubicBezTo>
                    <a:pt x="319" y="1045"/>
                    <a:pt x="394" y="1003"/>
                    <a:pt x="420" y="907"/>
                  </a:cubicBezTo>
                  <a:lnTo>
                    <a:pt x="597" y="245"/>
                  </a:lnTo>
                  <a:cubicBezTo>
                    <a:pt x="637" y="97"/>
                    <a:pt x="515" y="0"/>
                    <a:pt x="3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1"/>
            <p:cNvSpPr/>
            <p:nvPr/>
          </p:nvSpPr>
          <p:spPr>
            <a:xfrm>
              <a:off x="1931475" y="2978438"/>
              <a:ext cx="71725" cy="114400"/>
            </a:xfrm>
            <a:custGeom>
              <a:rect b="b" l="l" r="r" t="t"/>
              <a:pathLst>
                <a:path extrusionOk="0" h="4576" w="2869">
                  <a:moveTo>
                    <a:pt x="240" y="1"/>
                  </a:moveTo>
                  <a:cubicBezTo>
                    <a:pt x="0" y="1"/>
                    <a:pt x="8" y="380"/>
                    <a:pt x="255" y="395"/>
                  </a:cubicBezTo>
                  <a:cubicBezTo>
                    <a:pt x="938" y="438"/>
                    <a:pt x="1620" y="467"/>
                    <a:pt x="2304" y="481"/>
                  </a:cubicBezTo>
                  <a:lnTo>
                    <a:pt x="2304" y="481"/>
                  </a:lnTo>
                  <a:cubicBezTo>
                    <a:pt x="1678" y="1699"/>
                    <a:pt x="1230" y="2980"/>
                    <a:pt x="964" y="4329"/>
                  </a:cubicBezTo>
                  <a:cubicBezTo>
                    <a:pt x="934" y="4477"/>
                    <a:pt x="1060" y="4575"/>
                    <a:pt x="1176" y="4575"/>
                  </a:cubicBezTo>
                  <a:cubicBezTo>
                    <a:pt x="1252" y="4575"/>
                    <a:pt x="1324" y="4532"/>
                    <a:pt x="1343" y="4433"/>
                  </a:cubicBezTo>
                  <a:cubicBezTo>
                    <a:pt x="1624" y="3009"/>
                    <a:pt x="2105" y="1668"/>
                    <a:pt x="2797" y="389"/>
                  </a:cubicBezTo>
                  <a:cubicBezTo>
                    <a:pt x="2869" y="259"/>
                    <a:pt x="2780" y="96"/>
                    <a:pt x="2627" y="93"/>
                  </a:cubicBezTo>
                  <a:cubicBezTo>
                    <a:pt x="1835" y="81"/>
                    <a:pt x="1045" y="51"/>
                    <a:pt x="255" y="1"/>
                  </a:cubicBezTo>
                  <a:cubicBezTo>
                    <a:pt x="250" y="1"/>
                    <a:pt x="245" y="1"/>
                    <a:pt x="24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1"/>
            <p:cNvSpPr/>
            <p:nvPr/>
          </p:nvSpPr>
          <p:spPr>
            <a:xfrm>
              <a:off x="2008050" y="2990238"/>
              <a:ext cx="70950" cy="66250"/>
            </a:xfrm>
            <a:custGeom>
              <a:rect b="b" l="l" r="r" t="t"/>
              <a:pathLst>
                <a:path extrusionOk="0" h="2650" w="2838">
                  <a:moveTo>
                    <a:pt x="2531" y="0"/>
                  </a:moveTo>
                  <a:cubicBezTo>
                    <a:pt x="2498" y="0"/>
                    <a:pt x="2463" y="11"/>
                    <a:pt x="2427" y="37"/>
                  </a:cubicBezTo>
                  <a:cubicBezTo>
                    <a:pt x="1568" y="669"/>
                    <a:pt x="787" y="1385"/>
                    <a:pt x="87" y="2192"/>
                  </a:cubicBezTo>
                  <a:cubicBezTo>
                    <a:pt x="1" y="2292"/>
                    <a:pt x="15" y="2497"/>
                    <a:pt x="175" y="2521"/>
                  </a:cubicBezTo>
                  <a:cubicBezTo>
                    <a:pt x="715" y="2606"/>
                    <a:pt x="1253" y="2650"/>
                    <a:pt x="1794" y="2650"/>
                  </a:cubicBezTo>
                  <a:cubicBezTo>
                    <a:pt x="2057" y="2650"/>
                    <a:pt x="2320" y="2640"/>
                    <a:pt x="2585" y="2619"/>
                  </a:cubicBezTo>
                  <a:cubicBezTo>
                    <a:pt x="2829" y="2599"/>
                    <a:pt x="2838" y="2224"/>
                    <a:pt x="2603" y="2224"/>
                  </a:cubicBezTo>
                  <a:cubicBezTo>
                    <a:pt x="2597" y="2224"/>
                    <a:pt x="2591" y="2224"/>
                    <a:pt x="2585" y="2225"/>
                  </a:cubicBezTo>
                  <a:cubicBezTo>
                    <a:pt x="2314" y="2246"/>
                    <a:pt x="2044" y="2257"/>
                    <a:pt x="1774" y="2257"/>
                  </a:cubicBezTo>
                  <a:cubicBezTo>
                    <a:pt x="1388" y="2257"/>
                    <a:pt x="1002" y="2234"/>
                    <a:pt x="617" y="2188"/>
                  </a:cubicBezTo>
                  <a:lnTo>
                    <a:pt x="617" y="2188"/>
                  </a:lnTo>
                  <a:cubicBezTo>
                    <a:pt x="1228" y="1520"/>
                    <a:pt x="1897" y="915"/>
                    <a:pt x="2628" y="378"/>
                  </a:cubicBezTo>
                  <a:cubicBezTo>
                    <a:pt x="2793" y="255"/>
                    <a:pt x="2689" y="0"/>
                    <a:pt x="253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1"/>
            <p:cNvSpPr/>
            <p:nvPr/>
          </p:nvSpPr>
          <p:spPr>
            <a:xfrm>
              <a:off x="2067750" y="2996613"/>
              <a:ext cx="9875" cy="96600"/>
            </a:xfrm>
            <a:custGeom>
              <a:rect b="b" l="l" r="r" t="t"/>
              <a:pathLst>
                <a:path extrusionOk="0" h="3864" w="395">
                  <a:moveTo>
                    <a:pt x="197" y="1"/>
                  </a:moveTo>
                  <a:cubicBezTo>
                    <a:pt x="99" y="1"/>
                    <a:pt x="0" y="64"/>
                    <a:pt x="0" y="190"/>
                  </a:cubicBezTo>
                  <a:lnTo>
                    <a:pt x="0" y="3673"/>
                  </a:lnTo>
                  <a:cubicBezTo>
                    <a:pt x="0" y="3800"/>
                    <a:pt x="99" y="3863"/>
                    <a:pt x="197" y="3863"/>
                  </a:cubicBezTo>
                  <a:cubicBezTo>
                    <a:pt x="296" y="3863"/>
                    <a:pt x="394" y="3800"/>
                    <a:pt x="394" y="3673"/>
                  </a:cubicBezTo>
                  <a:lnTo>
                    <a:pt x="394" y="190"/>
                  </a:lnTo>
                  <a:cubicBezTo>
                    <a:pt x="394" y="64"/>
                    <a:pt x="295" y="1"/>
                    <a:pt x="1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1"/>
            <p:cNvSpPr/>
            <p:nvPr/>
          </p:nvSpPr>
          <p:spPr>
            <a:xfrm>
              <a:off x="2103600" y="2993638"/>
              <a:ext cx="67500" cy="96500"/>
            </a:xfrm>
            <a:custGeom>
              <a:rect b="b" l="l" r="r" t="t"/>
              <a:pathLst>
                <a:path extrusionOk="0" h="3860" w="2700">
                  <a:moveTo>
                    <a:pt x="634" y="0"/>
                  </a:moveTo>
                  <a:cubicBezTo>
                    <a:pt x="507" y="0"/>
                    <a:pt x="380" y="3"/>
                    <a:pt x="253" y="9"/>
                  </a:cubicBezTo>
                  <a:cubicBezTo>
                    <a:pt x="7" y="17"/>
                    <a:pt x="1" y="401"/>
                    <a:pt x="246" y="401"/>
                  </a:cubicBezTo>
                  <a:cubicBezTo>
                    <a:pt x="249" y="401"/>
                    <a:pt x="252" y="401"/>
                    <a:pt x="256" y="401"/>
                  </a:cubicBezTo>
                  <a:cubicBezTo>
                    <a:pt x="383" y="395"/>
                    <a:pt x="511" y="393"/>
                    <a:pt x="637" y="393"/>
                  </a:cubicBezTo>
                  <a:cubicBezTo>
                    <a:pt x="1171" y="393"/>
                    <a:pt x="1696" y="444"/>
                    <a:pt x="2222" y="548"/>
                  </a:cubicBezTo>
                  <a:lnTo>
                    <a:pt x="2222" y="548"/>
                  </a:lnTo>
                  <a:lnTo>
                    <a:pt x="1182" y="3619"/>
                  </a:lnTo>
                  <a:cubicBezTo>
                    <a:pt x="1133" y="3765"/>
                    <a:pt x="1252" y="3860"/>
                    <a:pt x="1372" y="3860"/>
                  </a:cubicBezTo>
                  <a:cubicBezTo>
                    <a:pt x="1451" y="3860"/>
                    <a:pt x="1530" y="3819"/>
                    <a:pt x="1561" y="3725"/>
                  </a:cubicBezTo>
                  <a:lnTo>
                    <a:pt x="2668" y="455"/>
                  </a:lnTo>
                  <a:cubicBezTo>
                    <a:pt x="2699" y="360"/>
                    <a:pt x="2629" y="236"/>
                    <a:pt x="2529" y="215"/>
                  </a:cubicBezTo>
                  <a:cubicBezTo>
                    <a:pt x="1900" y="73"/>
                    <a:pt x="1273" y="0"/>
                    <a:pt x="6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1"/>
            <p:cNvSpPr/>
            <p:nvPr/>
          </p:nvSpPr>
          <p:spPr>
            <a:xfrm>
              <a:off x="1106625" y="3231363"/>
              <a:ext cx="54725" cy="14275"/>
            </a:xfrm>
            <a:custGeom>
              <a:rect b="b" l="l" r="r" t="t"/>
              <a:pathLst>
                <a:path extrusionOk="0" h="571" w="2189">
                  <a:moveTo>
                    <a:pt x="663" y="0"/>
                  </a:moveTo>
                  <a:cubicBezTo>
                    <a:pt x="527" y="0"/>
                    <a:pt x="391" y="6"/>
                    <a:pt x="255" y="18"/>
                  </a:cubicBezTo>
                  <a:cubicBezTo>
                    <a:pt x="10" y="39"/>
                    <a:pt x="0" y="413"/>
                    <a:pt x="234" y="413"/>
                  </a:cubicBezTo>
                  <a:cubicBezTo>
                    <a:pt x="240" y="413"/>
                    <a:pt x="247" y="412"/>
                    <a:pt x="254" y="412"/>
                  </a:cubicBezTo>
                  <a:cubicBezTo>
                    <a:pt x="388" y="400"/>
                    <a:pt x="521" y="394"/>
                    <a:pt x="654" y="394"/>
                  </a:cubicBezTo>
                  <a:cubicBezTo>
                    <a:pt x="1062" y="394"/>
                    <a:pt x="1462" y="450"/>
                    <a:pt x="1861" y="562"/>
                  </a:cubicBezTo>
                  <a:cubicBezTo>
                    <a:pt x="1882" y="568"/>
                    <a:pt x="1901" y="571"/>
                    <a:pt x="1919" y="571"/>
                  </a:cubicBezTo>
                  <a:cubicBezTo>
                    <a:pt x="2121" y="571"/>
                    <a:pt x="2189" y="244"/>
                    <a:pt x="1966" y="183"/>
                  </a:cubicBezTo>
                  <a:cubicBezTo>
                    <a:pt x="1538" y="62"/>
                    <a:pt x="1103" y="0"/>
                    <a:pt x="66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1"/>
            <p:cNvSpPr/>
            <p:nvPr/>
          </p:nvSpPr>
          <p:spPr>
            <a:xfrm>
              <a:off x="1260000" y="3201413"/>
              <a:ext cx="57875" cy="114650"/>
            </a:xfrm>
            <a:custGeom>
              <a:rect b="b" l="l" r="r" t="t"/>
              <a:pathLst>
                <a:path extrusionOk="0" h="4586" w="2315">
                  <a:moveTo>
                    <a:pt x="245" y="1"/>
                  </a:moveTo>
                  <a:cubicBezTo>
                    <a:pt x="1" y="1"/>
                    <a:pt x="4" y="384"/>
                    <a:pt x="254" y="393"/>
                  </a:cubicBezTo>
                  <a:lnTo>
                    <a:pt x="1792" y="447"/>
                  </a:lnTo>
                  <a:lnTo>
                    <a:pt x="1792" y="447"/>
                  </a:lnTo>
                  <a:cubicBezTo>
                    <a:pt x="1309" y="1728"/>
                    <a:pt x="992" y="3039"/>
                    <a:pt x="820" y="4398"/>
                  </a:cubicBezTo>
                  <a:cubicBezTo>
                    <a:pt x="804" y="4523"/>
                    <a:pt x="894" y="4586"/>
                    <a:pt x="993" y="4586"/>
                  </a:cubicBezTo>
                  <a:cubicBezTo>
                    <a:pt x="1092" y="4586"/>
                    <a:pt x="1198" y="4523"/>
                    <a:pt x="1213" y="4398"/>
                  </a:cubicBezTo>
                  <a:cubicBezTo>
                    <a:pt x="1391" y="2991"/>
                    <a:pt x="1743" y="1633"/>
                    <a:pt x="2264" y="314"/>
                  </a:cubicBezTo>
                  <a:cubicBezTo>
                    <a:pt x="2314" y="188"/>
                    <a:pt x="2190" y="68"/>
                    <a:pt x="2075" y="65"/>
                  </a:cubicBezTo>
                  <a:lnTo>
                    <a:pt x="254" y="1"/>
                  </a:lnTo>
                  <a:cubicBezTo>
                    <a:pt x="251" y="1"/>
                    <a:pt x="248" y="1"/>
                    <a:pt x="24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1"/>
            <p:cNvSpPr/>
            <p:nvPr/>
          </p:nvSpPr>
          <p:spPr>
            <a:xfrm>
              <a:off x="1405250" y="3198588"/>
              <a:ext cx="61850" cy="105875"/>
            </a:xfrm>
            <a:custGeom>
              <a:rect b="b" l="l" r="r" t="t"/>
              <a:pathLst>
                <a:path extrusionOk="0" h="4235" w="2474">
                  <a:moveTo>
                    <a:pt x="882" y="1"/>
                  </a:moveTo>
                  <a:cubicBezTo>
                    <a:pt x="590" y="1"/>
                    <a:pt x="298" y="189"/>
                    <a:pt x="133" y="464"/>
                  </a:cubicBezTo>
                  <a:cubicBezTo>
                    <a:pt x="43" y="616"/>
                    <a:pt x="178" y="758"/>
                    <a:pt x="313" y="758"/>
                  </a:cubicBezTo>
                  <a:cubicBezTo>
                    <a:pt x="372" y="758"/>
                    <a:pt x="431" y="730"/>
                    <a:pt x="471" y="663"/>
                  </a:cubicBezTo>
                  <a:cubicBezTo>
                    <a:pt x="1098" y="791"/>
                    <a:pt x="1257" y="963"/>
                    <a:pt x="948" y="1179"/>
                  </a:cubicBezTo>
                  <a:cubicBezTo>
                    <a:pt x="886" y="1225"/>
                    <a:pt x="834" y="1280"/>
                    <a:pt x="792" y="1342"/>
                  </a:cubicBezTo>
                  <a:cubicBezTo>
                    <a:pt x="713" y="1454"/>
                    <a:pt x="644" y="1532"/>
                    <a:pt x="625" y="1678"/>
                  </a:cubicBezTo>
                  <a:cubicBezTo>
                    <a:pt x="598" y="1864"/>
                    <a:pt x="663" y="2018"/>
                    <a:pt x="784" y="2158"/>
                  </a:cubicBezTo>
                  <a:cubicBezTo>
                    <a:pt x="985" y="2388"/>
                    <a:pt x="1315" y="2413"/>
                    <a:pt x="1563" y="2567"/>
                  </a:cubicBezTo>
                  <a:cubicBezTo>
                    <a:pt x="1931" y="2796"/>
                    <a:pt x="2001" y="3226"/>
                    <a:pt x="1679" y="3561"/>
                  </a:cubicBezTo>
                  <a:cubicBezTo>
                    <a:pt x="1451" y="3797"/>
                    <a:pt x="1119" y="3853"/>
                    <a:pt x="790" y="3853"/>
                  </a:cubicBezTo>
                  <a:cubicBezTo>
                    <a:pt x="604" y="3853"/>
                    <a:pt x="418" y="3835"/>
                    <a:pt x="253" y="3821"/>
                  </a:cubicBezTo>
                  <a:cubicBezTo>
                    <a:pt x="247" y="3821"/>
                    <a:pt x="240" y="3821"/>
                    <a:pt x="234" y="3821"/>
                  </a:cubicBezTo>
                  <a:cubicBezTo>
                    <a:pt x="0" y="3821"/>
                    <a:pt x="9" y="4194"/>
                    <a:pt x="253" y="4215"/>
                  </a:cubicBezTo>
                  <a:cubicBezTo>
                    <a:pt x="390" y="4227"/>
                    <a:pt x="533" y="4235"/>
                    <a:pt x="677" y="4235"/>
                  </a:cubicBezTo>
                  <a:cubicBezTo>
                    <a:pt x="1303" y="4235"/>
                    <a:pt x="1957" y="4086"/>
                    <a:pt x="2216" y="3443"/>
                  </a:cubicBezTo>
                  <a:cubicBezTo>
                    <a:pt x="2474" y="2805"/>
                    <a:pt x="2116" y="2397"/>
                    <a:pt x="1569" y="2139"/>
                  </a:cubicBezTo>
                  <a:cubicBezTo>
                    <a:pt x="1251" y="1989"/>
                    <a:pt x="1025" y="1882"/>
                    <a:pt x="1228" y="1458"/>
                  </a:cubicBezTo>
                  <a:cubicBezTo>
                    <a:pt x="1288" y="1332"/>
                    <a:pt x="1451" y="1249"/>
                    <a:pt x="1516" y="1110"/>
                  </a:cubicBezTo>
                  <a:cubicBezTo>
                    <a:pt x="1646" y="828"/>
                    <a:pt x="1616" y="499"/>
                    <a:pt x="1409" y="257"/>
                  </a:cubicBezTo>
                  <a:cubicBezTo>
                    <a:pt x="1255" y="78"/>
                    <a:pt x="1068" y="1"/>
                    <a:pt x="88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1"/>
            <p:cNvSpPr/>
            <p:nvPr/>
          </p:nvSpPr>
          <p:spPr>
            <a:xfrm>
              <a:off x="1478275" y="3191913"/>
              <a:ext cx="70250" cy="110300"/>
            </a:xfrm>
            <a:custGeom>
              <a:rect b="b" l="l" r="r" t="t"/>
              <a:pathLst>
                <a:path extrusionOk="0" h="4412" w="2810">
                  <a:moveTo>
                    <a:pt x="1548" y="375"/>
                  </a:moveTo>
                  <a:cubicBezTo>
                    <a:pt x="1666" y="375"/>
                    <a:pt x="1799" y="419"/>
                    <a:pt x="1940" y="522"/>
                  </a:cubicBezTo>
                  <a:cubicBezTo>
                    <a:pt x="2528" y="951"/>
                    <a:pt x="2148" y="1652"/>
                    <a:pt x="1739" y="2002"/>
                  </a:cubicBezTo>
                  <a:lnTo>
                    <a:pt x="1739" y="2002"/>
                  </a:lnTo>
                  <a:cubicBezTo>
                    <a:pt x="1520" y="1805"/>
                    <a:pt x="1302" y="1607"/>
                    <a:pt x="1164" y="1344"/>
                  </a:cubicBezTo>
                  <a:cubicBezTo>
                    <a:pt x="930" y="893"/>
                    <a:pt x="1147" y="375"/>
                    <a:pt x="1548" y="375"/>
                  </a:cubicBezTo>
                  <a:close/>
                  <a:moveTo>
                    <a:pt x="1513" y="0"/>
                  </a:moveTo>
                  <a:cubicBezTo>
                    <a:pt x="1346" y="0"/>
                    <a:pt x="1181" y="40"/>
                    <a:pt x="1036" y="127"/>
                  </a:cubicBezTo>
                  <a:cubicBezTo>
                    <a:pt x="424" y="495"/>
                    <a:pt x="616" y="1277"/>
                    <a:pt x="968" y="1759"/>
                  </a:cubicBezTo>
                  <a:cubicBezTo>
                    <a:pt x="1270" y="2174"/>
                    <a:pt x="1826" y="2451"/>
                    <a:pt x="2033" y="2930"/>
                  </a:cubicBezTo>
                  <a:cubicBezTo>
                    <a:pt x="2247" y="3425"/>
                    <a:pt x="1809" y="4045"/>
                    <a:pt x="1375" y="4045"/>
                  </a:cubicBezTo>
                  <a:cubicBezTo>
                    <a:pt x="1214" y="4045"/>
                    <a:pt x="1053" y="3959"/>
                    <a:pt x="927" y="3749"/>
                  </a:cubicBezTo>
                  <a:cubicBezTo>
                    <a:pt x="724" y="3408"/>
                    <a:pt x="897" y="2965"/>
                    <a:pt x="1239" y="2814"/>
                  </a:cubicBezTo>
                  <a:cubicBezTo>
                    <a:pt x="1442" y="2725"/>
                    <a:pt x="1317" y="2455"/>
                    <a:pt x="1129" y="2455"/>
                  </a:cubicBezTo>
                  <a:cubicBezTo>
                    <a:pt x="1101" y="2455"/>
                    <a:pt x="1071" y="2461"/>
                    <a:pt x="1041" y="2475"/>
                  </a:cubicBezTo>
                  <a:cubicBezTo>
                    <a:pt x="0" y="2939"/>
                    <a:pt x="505" y="4411"/>
                    <a:pt x="1412" y="4411"/>
                  </a:cubicBezTo>
                  <a:cubicBezTo>
                    <a:pt x="1605" y="4411"/>
                    <a:pt x="1816" y="4344"/>
                    <a:pt x="2035" y="4187"/>
                  </a:cubicBezTo>
                  <a:cubicBezTo>
                    <a:pt x="2607" y="3775"/>
                    <a:pt x="2635" y="3102"/>
                    <a:pt x="2257" y="2547"/>
                  </a:cubicBezTo>
                  <a:cubicBezTo>
                    <a:pt x="2189" y="2447"/>
                    <a:pt x="2109" y="2356"/>
                    <a:pt x="2025" y="2270"/>
                  </a:cubicBezTo>
                  <a:lnTo>
                    <a:pt x="2025" y="2270"/>
                  </a:lnTo>
                  <a:cubicBezTo>
                    <a:pt x="2486" y="1857"/>
                    <a:pt x="2810" y="1222"/>
                    <a:pt x="2522" y="608"/>
                  </a:cubicBezTo>
                  <a:cubicBezTo>
                    <a:pt x="2349" y="243"/>
                    <a:pt x="1925" y="0"/>
                    <a:pt x="15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1"/>
            <p:cNvSpPr/>
            <p:nvPr/>
          </p:nvSpPr>
          <p:spPr>
            <a:xfrm>
              <a:off x="1978175" y="2571738"/>
              <a:ext cx="306075" cy="346450"/>
            </a:xfrm>
            <a:custGeom>
              <a:rect b="b" l="l" r="r" t="t"/>
              <a:pathLst>
                <a:path extrusionOk="0" h="13858" w="12243">
                  <a:moveTo>
                    <a:pt x="12047" y="1"/>
                  </a:moveTo>
                  <a:cubicBezTo>
                    <a:pt x="11949" y="1"/>
                    <a:pt x="11849" y="65"/>
                    <a:pt x="11846" y="192"/>
                  </a:cubicBezTo>
                  <a:cubicBezTo>
                    <a:pt x="11746" y="4270"/>
                    <a:pt x="11709" y="8350"/>
                    <a:pt x="11743" y="12430"/>
                  </a:cubicBezTo>
                  <a:cubicBezTo>
                    <a:pt x="11749" y="13139"/>
                    <a:pt x="11871" y="13256"/>
                    <a:pt x="11172" y="13356"/>
                  </a:cubicBezTo>
                  <a:cubicBezTo>
                    <a:pt x="11027" y="13377"/>
                    <a:pt x="10876" y="13384"/>
                    <a:pt x="10721" y="13384"/>
                  </a:cubicBezTo>
                  <a:cubicBezTo>
                    <a:pt x="10356" y="13384"/>
                    <a:pt x="9974" y="13343"/>
                    <a:pt x="9624" y="13343"/>
                  </a:cubicBezTo>
                  <a:cubicBezTo>
                    <a:pt x="9620" y="13343"/>
                    <a:pt x="9616" y="13343"/>
                    <a:pt x="9612" y="13343"/>
                  </a:cubicBezTo>
                  <a:cubicBezTo>
                    <a:pt x="8572" y="13349"/>
                    <a:pt x="7530" y="13378"/>
                    <a:pt x="6491" y="13406"/>
                  </a:cubicBezTo>
                  <a:cubicBezTo>
                    <a:pt x="5360" y="13437"/>
                    <a:pt x="4228" y="13464"/>
                    <a:pt x="3097" y="13464"/>
                  </a:cubicBezTo>
                  <a:cubicBezTo>
                    <a:pt x="2150" y="13464"/>
                    <a:pt x="1202" y="13445"/>
                    <a:pt x="255" y="13392"/>
                  </a:cubicBezTo>
                  <a:cubicBezTo>
                    <a:pt x="251" y="13392"/>
                    <a:pt x="246" y="13392"/>
                    <a:pt x="242" y="13392"/>
                  </a:cubicBezTo>
                  <a:cubicBezTo>
                    <a:pt x="1" y="13392"/>
                    <a:pt x="8" y="13772"/>
                    <a:pt x="255" y="13786"/>
                  </a:cubicBezTo>
                  <a:cubicBezTo>
                    <a:pt x="1191" y="13839"/>
                    <a:pt x="2128" y="13857"/>
                    <a:pt x="3064" y="13857"/>
                  </a:cubicBezTo>
                  <a:cubicBezTo>
                    <a:pt x="5372" y="13857"/>
                    <a:pt x="7682" y="13743"/>
                    <a:pt x="9991" y="13743"/>
                  </a:cubicBezTo>
                  <a:cubicBezTo>
                    <a:pt x="10644" y="13743"/>
                    <a:pt x="11298" y="13752"/>
                    <a:pt x="11951" y="13776"/>
                  </a:cubicBezTo>
                  <a:cubicBezTo>
                    <a:pt x="11952" y="13776"/>
                    <a:pt x="11954" y="13776"/>
                    <a:pt x="11955" y="13776"/>
                  </a:cubicBezTo>
                  <a:cubicBezTo>
                    <a:pt x="12059" y="13776"/>
                    <a:pt x="12150" y="13681"/>
                    <a:pt x="12147" y="13578"/>
                  </a:cubicBezTo>
                  <a:cubicBezTo>
                    <a:pt x="12100" y="9116"/>
                    <a:pt x="12130" y="4654"/>
                    <a:pt x="12240" y="193"/>
                  </a:cubicBezTo>
                  <a:cubicBezTo>
                    <a:pt x="12243" y="65"/>
                    <a:pt x="12146" y="1"/>
                    <a:pt x="120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1"/>
            <p:cNvSpPr/>
            <p:nvPr/>
          </p:nvSpPr>
          <p:spPr>
            <a:xfrm>
              <a:off x="2111175" y="2754988"/>
              <a:ext cx="166025" cy="155650"/>
            </a:xfrm>
            <a:custGeom>
              <a:rect b="b" l="l" r="r" t="t"/>
              <a:pathLst>
                <a:path extrusionOk="0" h="6226" w="6641">
                  <a:moveTo>
                    <a:pt x="6398" y="1"/>
                  </a:moveTo>
                  <a:cubicBezTo>
                    <a:pt x="6395" y="1"/>
                    <a:pt x="6391" y="1"/>
                    <a:pt x="6387" y="1"/>
                  </a:cubicBezTo>
                  <a:cubicBezTo>
                    <a:pt x="3019" y="170"/>
                    <a:pt x="1114" y="3117"/>
                    <a:pt x="53" y="5987"/>
                  </a:cubicBezTo>
                  <a:cubicBezTo>
                    <a:pt x="0" y="6131"/>
                    <a:pt x="118" y="6225"/>
                    <a:pt x="239" y="6225"/>
                  </a:cubicBezTo>
                  <a:cubicBezTo>
                    <a:pt x="318" y="6225"/>
                    <a:pt x="398" y="6185"/>
                    <a:pt x="432" y="6092"/>
                  </a:cubicBezTo>
                  <a:cubicBezTo>
                    <a:pt x="1427" y="3399"/>
                    <a:pt x="3208" y="555"/>
                    <a:pt x="6387" y="394"/>
                  </a:cubicBezTo>
                  <a:cubicBezTo>
                    <a:pt x="6636" y="383"/>
                    <a:pt x="6641" y="1"/>
                    <a:pt x="63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1"/>
            <p:cNvSpPr/>
            <p:nvPr/>
          </p:nvSpPr>
          <p:spPr>
            <a:xfrm>
              <a:off x="2143275" y="2844863"/>
              <a:ext cx="56150" cy="66125"/>
            </a:xfrm>
            <a:custGeom>
              <a:rect b="b" l="l" r="r" t="t"/>
              <a:pathLst>
                <a:path extrusionOk="0" h="2645" w="2246">
                  <a:moveTo>
                    <a:pt x="282" y="0"/>
                  </a:moveTo>
                  <a:cubicBezTo>
                    <a:pt x="139" y="0"/>
                    <a:pt x="1" y="140"/>
                    <a:pt x="107" y="284"/>
                  </a:cubicBezTo>
                  <a:lnTo>
                    <a:pt x="1798" y="2560"/>
                  </a:lnTo>
                  <a:cubicBezTo>
                    <a:pt x="1843" y="2619"/>
                    <a:pt x="1904" y="2644"/>
                    <a:pt x="1964" y="2644"/>
                  </a:cubicBezTo>
                  <a:cubicBezTo>
                    <a:pt x="2108" y="2644"/>
                    <a:pt x="2245" y="2505"/>
                    <a:pt x="2139" y="2361"/>
                  </a:cubicBezTo>
                  <a:lnTo>
                    <a:pt x="447" y="85"/>
                  </a:lnTo>
                  <a:cubicBezTo>
                    <a:pt x="403" y="25"/>
                    <a:pt x="342" y="0"/>
                    <a:pt x="28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1"/>
            <p:cNvSpPr/>
            <p:nvPr/>
          </p:nvSpPr>
          <p:spPr>
            <a:xfrm>
              <a:off x="2169425" y="2802538"/>
              <a:ext cx="91125" cy="119625"/>
            </a:xfrm>
            <a:custGeom>
              <a:rect b="b" l="l" r="r" t="t"/>
              <a:pathLst>
                <a:path extrusionOk="0" h="4785" w="3645">
                  <a:moveTo>
                    <a:pt x="276" y="1"/>
                  </a:moveTo>
                  <a:cubicBezTo>
                    <a:pt x="132" y="1"/>
                    <a:pt x="1" y="198"/>
                    <a:pt x="128" y="343"/>
                  </a:cubicBezTo>
                  <a:cubicBezTo>
                    <a:pt x="1305" y="1689"/>
                    <a:pt x="2334" y="3136"/>
                    <a:pt x="3219" y="4688"/>
                  </a:cubicBezTo>
                  <a:cubicBezTo>
                    <a:pt x="3257" y="4756"/>
                    <a:pt x="3316" y="4784"/>
                    <a:pt x="3375" y="4784"/>
                  </a:cubicBezTo>
                  <a:cubicBezTo>
                    <a:pt x="3509" y="4784"/>
                    <a:pt x="3645" y="4642"/>
                    <a:pt x="3558" y="4489"/>
                  </a:cubicBezTo>
                  <a:cubicBezTo>
                    <a:pt x="2656" y="2907"/>
                    <a:pt x="1604" y="1434"/>
                    <a:pt x="406" y="64"/>
                  </a:cubicBezTo>
                  <a:cubicBezTo>
                    <a:pt x="366" y="19"/>
                    <a:pt x="321" y="1"/>
                    <a:pt x="27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1"/>
            <p:cNvSpPr/>
            <p:nvPr/>
          </p:nvSpPr>
          <p:spPr>
            <a:xfrm>
              <a:off x="2211500" y="2770438"/>
              <a:ext cx="65350" cy="90950"/>
            </a:xfrm>
            <a:custGeom>
              <a:rect b="b" l="l" r="r" t="t"/>
              <a:pathLst>
                <a:path extrusionOk="0" h="3638" w="2614">
                  <a:moveTo>
                    <a:pt x="274" y="0"/>
                  </a:moveTo>
                  <a:cubicBezTo>
                    <a:pt x="137" y="0"/>
                    <a:pt x="0" y="141"/>
                    <a:pt x="97" y="290"/>
                  </a:cubicBezTo>
                  <a:cubicBezTo>
                    <a:pt x="791" y="1374"/>
                    <a:pt x="1483" y="2461"/>
                    <a:pt x="2177" y="3546"/>
                  </a:cubicBezTo>
                  <a:cubicBezTo>
                    <a:pt x="2218" y="3610"/>
                    <a:pt x="2279" y="3637"/>
                    <a:pt x="2339" y="3637"/>
                  </a:cubicBezTo>
                  <a:cubicBezTo>
                    <a:pt x="2476" y="3637"/>
                    <a:pt x="2613" y="3496"/>
                    <a:pt x="2518" y="3347"/>
                  </a:cubicBezTo>
                  <a:cubicBezTo>
                    <a:pt x="1823" y="2263"/>
                    <a:pt x="1130" y="1177"/>
                    <a:pt x="436" y="91"/>
                  </a:cubicBezTo>
                  <a:cubicBezTo>
                    <a:pt x="395" y="27"/>
                    <a:pt x="335" y="0"/>
                    <a:pt x="27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8" name="Google Shape;4588;p61"/>
          <p:cNvGrpSpPr/>
          <p:nvPr/>
        </p:nvGrpSpPr>
        <p:grpSpPr>
          <a:xfrm>
            <a:off x="7010325" y="2172800"/>
            <a:ext cx="500925" cy="995200"/>
            <a:chOff x="7010325" y="2172800"/>
            <a:chExt cx="500925" cy="995200"/>
          </a:xfrm>
        </p:grpSpPr>
        <p:sp>
          <p:nvSpPr>
            <p:cNvPr id="4589" name="Google Shape;4589;p61"/>
            <p:cNvSpPr/>
            <p:nvPr/>
          </p:nvSpPr>
          <p:spPr>
            <a:xfrm>
              <a:off x="7292625" y="2195600"/>
              <a:ext cx="218575" cy="195050"/>
            </a:xfrm>
            <a:custGeom>
              <a:rect b="b" l="l" r="r" t="t"/>
              <a:pathLst>
                <a:path extrusionOk="0" h="7802" w="8743">
                  <a:moveTo>
                    <a:pt x="6174" y="0"/>
                  </a:moveTo>
                  <a:cubicBezTo>
                    <a:pt x="6073" y="0"/>
                    <a:pt x="5971" y="22"/>
                    <a:pt x="5874" y="68"/>
                  </a:cubicBezTo>
                  <a:lnTo>
                    <a:pt x="365" y="3812"/>
                  </a:lnTo>
                  <a:lnTo>
                    <a:pt x="0" y="4844"/>
                  </a:lnTo>
                  <a:lnTo>
                    <a:pt x="8378" y="7801"/>
                  </a:lnTo>
                  <a:lnTo>
                    <a:pt x="8742" y="6770"/>
                  </a:lnTo>
                  <a:lnTo>
                    <a:pt x="6805" y="397"/>
                  </a:lnTo>
                  <a:cubicBezTo>
                    <a:pt x="6685" y="147"/>
                    <a:pt x="6434" y="0"/>
                    <a:pt x="6174" y="0"/>
                  </a:cubicBezTo>
                  <a:close/>
                </a:path>
              </a:pathLst>
            </a:custGeom>
            <a:solidFill>
              <a:srgbClr val="F550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1"/>
            <p:cNvSpPr/>
            <p:nvPr/>
          </p:nvSpPr>
          <p:spPr>
            <a:xfrm>
              <a:off x="7292700" y="2229625"/>
              <a:ext cx="218550" cy="161025"/>
            </a:xfrm>
            <a:custGeom>
              <a:rect b="b" l="l" r="r" t="t"/>
              <a:pathLst>
                <a:path extrusionOk="0" h="6441" w="8742">
                  <a:moveTo>
                    <a:pt x="3970" y="1"/>
                  </a:moveTo>
                  <a:lnTo>
                    <a:pt x="363" y="2451"/>
                  </a:lnTo>
                  <a:lnTo>
                    <a:pt x="0" y="3483"/>
                  </a:lnTo>
                  <a:lnTo>
                    <a:pt x="8378" y="6440"/>
                  </a:lnTo>
                  <a:lnTo>
                    <a:pt x="8742" y="5409"/>
                  </a:lnTo>
                  <a:lnTo>
                    <a:pt x="7477" y="1252"/>
                  </a:lnTo>
                  <a:lnTo>
                    <a:pt x="4188" y="92"/>
                  </a:lnTo>
                  <a:cubicBezTo>
                    <a:pt x="4114" y="65"/>
                    <a:pt x="4041" y="32"/>
                    <a:pt x="3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1"/>
            <p:cNvSpPr/>
            <p:nvPr/>
          </p:nvSpPr>
          <p:spPr>
            <a:xfrm>
              <a:off x="7391850" y="2195600"/>
              <a:ext cx="87725" cy="65350"/>
            </a:xfrm>
            <a:custGeom>
              <a:rect b="b" l="l" r="r" t="t"/>
              <a:pathLst>
                <a:path extrusionOk="0" h="2614" w="3509">
                  <a:moveTo>
                    <a:pt x="2205" y="0"/>
                  </a:moveTo>
                  <a:cubicBezTo>
                    <a:pt x="2104" y="0"/>
                    <a:pt x="2002" y="22"/>
                    <a:pt x="1905" y="68"/>
                  </a:cubicBezTo>
                  <a:lnTo>
                    <a:pt x="1" y="1362"/>
                  </a:lnTo>
                  <a:cubicBezTo>
                    <a:pt x="75" y="1393"/>
                    <a:pt x="146" y="1426"/>
                    <a:pt x="221" y="1453"/>
                  </a:cubicBezTo>
                  <a:lnTo>
                    <a:pt x="3509" y="2613"/>
                  </a:lnTo>
                  <a:lnTo>
                    <a:pt x="2836" y="397"/>
                  </a:lnTo>
                  <a:cubicBezTo>
                    <a:pt x="2716" y="147"/>
                    <a:pt x="2465" y="0"/>
                    <a:pt x="2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1"/>
            <p:cNvSpPr/>
            <p:nvPr/>
          </p:nvSpPr>
          <p:spPr>
            <a:xfrm>
              <a:off x="7023100" y="2944525"/>
              <a:ext cx="251725" cy="223475"/>
            </a:xfrm>
            <a:custGeom>
              <a:rect b="b" l="l" r="r" t="t"/>
              <a:pathLst>
                <a:path extrusionOk="0" h="8939" w="10069">
                  <a:moveTo>
                    <a:pt x="5034" y="1"/>
                  </a:moveTo>
                  <a:cubicBezTo>
                    <a:pt x="3193" y="1"/>
                    <a:pt x="1470" y="1148"/>
                    <a:pt x="823" y="2983"/>
                  </a:cubicBezTo>
                  <a:cubicBezTo>
                    <a:pt x="1" y="5309"/>
                    <a:pt x="1220" y="7861"/>
                    <a:pt x="3547" y="8683"/>
                  </a:cubicBezTo>
                  <a:cubicBezTo>
                    <a:pt x="4039" y="8856"/>
                    <a:pt x="4541" y="8939"/>
                    <a:pt x="5035" y="8939"/>
                  </a:cubicBezTo>
                  <a:cubicBezTo>
                    <a:pt x="6876" y="8939"/>
                    <a:pt x="8599" y="7792"/>
                    <a:pt x="9247" y="5956"/>
                  </a:cubicBezTo>
                  <a:cubicBezTo>
                    <a:pt x="10068" y="3629"/>
                    <a:pt x="8848" y="1078"/>
                    <a:pt x="6521" y="257"/>
                  </a:cubicBezTo>
                  <a:cubicBezTo>
                    <a:pt x="6029" y="83"/>
                    <a:pt x="5527" y="1"/>
                    <a:pt x="5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1"/>
            <p:cNvSpPr/>
            <p:nvPr/>
          </p:nvSpPr>
          <p:spPr>
            <a:xfrm>
              <a:off x="7055900" y="3065600"/>
              <a:ext cx="81825" cy="71300"/>
            </a:xfrm>
            <a:custGeom>
              <a:rect b="b" l="l" r="r" t="t"/>
              <a:pathLst>
                <a:path extrusionOk="0" h="2852" w="3273">
                  <a:moveTo>
                    <a:pt x="777" y="0"/>
                  </a:moveTo>
                  <a:cubicBezTo>
                    <a:pt x="703" y="0"/>
                    <a:pt x="621" y="39"/>
                    <a:pt x="522" y="129"/>
                  </a:cubicBezTo>
                  <a:cubicBezTo>
                    <a:pt x="1" y="605"/>
                    <a:pt x="78" y="1536"/>
                    <a:pt x="694" y="2214"/>
                  </a:cubicBezTo>
                  <a:cubicBezTo>
                    <a:pt x="1071" y="2629"/>
                    <a:pt x="1564" y="2851"/>
                    <a:pt x="2009" y="2851"/>
                  </a:cubicBezTo>
                  <a:cubicBezTo>
                    <a:pt x="2289" y="2851"/>
                    <a:pt x="2550" y="2763"/>
                    <a:pt x="2751" y="2581"/>
                  </a:cubicBezTo>
                  <a:cubicBezTo>
                    <a:pt x="3273" y="2105"/>
                    <a:pt x="2351" y="1942"/>
                    <a:pt x="1735" y="1266"/>
                  </a:cubicBezTo>
                  <a:cubicBezTo>
                    <a:pt x="1236" y="717"/>
                    <a:pt x="1091" y="0"/>
                    <a:pt x="777"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1"/>
            <p:cNvSpPr/>
            <p:nvPr/>
          </p:nvSpPr>
          <p:spPr>
            <a:xfrm>
              <a:off x="7138700" y="3122225"/>
              <a:ext cx="15000" cy="13325"/>
            </a:xfrm>
            <a:custGeom>
              <a:rect b="b" l="l" r="r" t="t"/>
              <a:pathLst>
                <a:path extrusionOk="0" h="533" w="600">
                  <a:moveTo>
                    <a:pt x="298" y="1"/>
                  </a:moveTo>
                  <a:cubicBezTo>
                    <a:pt x="188" y="1"/>
                    <a:pt x="86" y="68"/>
                    <a:pt x="49" y="177"/>
                  </a:cubicBezTo>
                  <a:cubicBezTo>
                    <a:pt x="1" y="316"/>
                    <a:pt x="73" y="469"/>
                    <a:pt x="211" y="517"/>
                  </a:cubicBezTo>
                  <a:cubicBezTo>
                    <a:pt x="240" y="528"/>
                    <a:pt x="271" y="533"/>
                    <a:pt x="300" y="533"/>
                  </a:cubicBezTo>
                  <a:cubicBezTo>
                    <a:pt x="410" y="533"/>
                    <a:pt x="512" y="465"/>
                    <a:pt x="551" y="354"/>
                  </a:cubicBezTo>
                  <a:cubicBezTo>
                    <a:pt x="599" y="216"/>
                    <a:pt x="528" y="63"/>
                    <a:pt x="388" y="16"/>
                  </a:cubicBezTo>
                  <a:cubicBezTo>
                    <a:pt x="358" y="5"/>
                    <a:pt x="328" y="1"/>
                    <a:pt x="298"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1"/>
            <p:cNvSpPr/>
            <p:nvPr/>
          </p:nvSpPr>
          <p:spPr>
            <a:xfrm>
              <a:off x="7039975" y="2310650"/>
              <a:ext cx="468400" cy="780950"/>
            </a:xfrm>
            <a:custGeom>
              <a:rect b="b" l="l" r="r" t="t"/>
              <a:pathLst>
                <a:path extrusionOk="0" h="31238" w="18736">
                  <a:moveTo>
                    <a:pt x="9931" y="0"/>
                  </a:moveTo>
                  <a:lnTo>
                    <a:pt x="0" y="28129"/>
                  </a:lnTo>
                  <a:lnTo>
                    <a:pt x="8805" y="31237"/>
                  </a:lnTo>
                  <a:lnTo>
                    <a:pt x="18735" y="3108"/>
                  </a:lnTo>
                  <a:lnTo>
                    <a:pt x="993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1"/>
            <p:cNvSpPr/>
            <p:nvPr/>
          </p:nvSpPr>
          <p:spPr>
            <a:xfrm>
              <a:off x="7119775" y="2338800"/>
              <a:ext cx="308800" cy="724650"/>
            </a:xfrm>
            <a:custGeom>
              <a:rect b="b" l="l" r="r" t="t"/>
              <a:pathLst>
                <a:path extrusionOk="0" h="28986" w="12352">
                  <a:moveTo>
                    <a:pt x="9931" y="0"/>
                  </a:moveTo>
                  <a:lnTo>
                    <a:pt x="0" y="28131"/>
                  </a:lnTo>
                  <a:lnTo>
                    <a:pt x="2421" y="28985"/>
                  </a:lnTo>
                  <a:lnTo>
                    <a:pt x="12351" y="855"/>
                  </a:lnTo>
                  <a:lnTo>
                    <a:pt x="993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1"/>
            <p:cNvSpPr/>
            <p:nvPr/>
          </p:nvSpPr>
          <p:spPr>
            <a:xfrm>
              <a:off x="7279875" y="2206800"/>
              <a:ext cx="226875" cy="168800"/>
            </a:xfrm>
            <a:custGeom>
              <a:rect b="b" l="l" r="r" t="t"/>
              <a:pathLst>
                <a:path extrusionOk="0" h="6752" w="9075">
                  <a:moveTo>
                    <a:pt x="4158" y="333"/>
                  </a:moveTo>
                  <a:cubicBezTo>
                    <a:pt x="4208" y="355"/>
                    <a:pt x="4258" y="376"/>
                    <a:pt x="4311" y="393"/>
                  </a:cubicBezTo>
                  <a:lnTo>
                    <a:pt x="7526" y="1528"/>
                  </a:lnTo>
                  <a:lnTo>
                    <a:pt x="8752" y="5560"/>
                  </a:lnTo>
                  <a:lnTo>
                    <a:pt x="8458" y="6399"/>
                  </a:lnTo>
                  <a:lnTo>
                    <a:pt x="372" y="3544"/>
                  </a:lnTo>
                  <a:lnTo>
                    <a:pt x="668" y="2707"/>
                  </a:lnTo>
                  <a:lnTo>
                    <a:pt x="4158" y="333"/>
                  </a:lnTo>
                  <a:close/>
                  <a:moveTo>
                    <a:pt x="4145" y="0"/>
                  </a:moveTo>
                  <a:cubicBezTo>
                    <a:pt x="4115" y="0"/>
                    <a:pt x="4084" y="9"/>
                    <a:pt x="4058" y="28"/>
                  </a:cubicBezTo>
                  <a:lnTo>
                    <a:pt x="453" y="2478"/>
                  </a:lnTo>
                  <a:cubicBezTo>
                    <a:pt x="426" y="2497"/>
                    <a:pt x="405" y="2524"/>
                    <a:pt x="393" y="2554"/>
                  </a:cubicBezTo>
                  <a:lnTo>
                    <a:pt x="29" y="3587"/>
                  </a:lnTo>
                  <a:cubicBezTo>
                    <a:pt x="0" y="3667"/>
                    <a:pt x="43" y="3757"/>
                    <a:pt x="125" y="3786"/>
                  </a:cubicBezTo>
                  <a:lnTo>
                    <a:pt x="8500" y="6743"/>
                  </a:lnTo>
                  <a:cubicBezTo>
                    <a:pt x="8519" y="6749"/>
                    <a:pt x="8535" y="6752"/>
                    <a:pt x="8552" y="6752"/>
                  </a:cubicBezTo>
                  <a:cubicBezTo>
                    <a:pt x="8573" y="6752"/>
                    <a:pt x="8598" y="6746"/>
                    <a:pt x="8622" y="6733"/>
                  </a:cubicBezTo>
                  <a:cubicBezTo>
                    <a:pt x="8658" y="6716"/>
                    <a:pt x="8686" y="6686"/>
                    <a:pt x="8700" y="6646"/>
                  </a:cubicBezTo>
                  <a:lnTo>
                    <a:pt x="9065" y="5614"/>
                  </a:lnTo>
                  <a:cubicBezTo>
                    <a:pt x="9075" y="5583"/>
                    <a:pt x="9075" y="5550"/>
                    <a:pt x="9066" y="5517"/>
                  </a:cubicBezTo>
                  <a:lnTo>
                    <a:pt x="7802" y="1361"/>
                  </a:lnTo>
                  <a:cubicBezTo>
                    <a:pt x="7787" y="1314"/>
                    <a:pt x="7752" y="1275"/>
                    <a:pt x="7706" y="1259"/>
                  </a:cubicBezTo>
                  <a:lnTo>
                    <a:pt x="4417" y="99"/>
                  </a:lnTo>
                  <a:cubicBezTo>
                    <a:pt x="4344" y="73"/>
                    <a:pt x="4277" y="43"/>
                    <a:pt x="4208" y="13"/>
                  </a:cubicBezTo>
                  <a:cubicBezTo>
                    <a:pt x="4188" y="5"/>
                    <a:pt x="4167" y="0"/>
                    <a:pt x="414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1"/>
            <p:cNvSpPr/>
            <p:nvPr/>
          </p:nvSpPr>
          <p:spPr>
            <a:xfrm>
              <a:off x="7379500" y="2172800"/>
              <a:ext cx="95900" cy="73100"/>
            </a:xfrm>
            <a:custGeom>
              <a:rect b="b" l="l" r="r" t="t"/>
              <a:pathLst>
                <a:path extrusionOk="0" h="2924" w="3836">
                  <a:moveTo>
                    <a:pt x="2363" y="310"/>
                  </a:moveTo>
                  <a:cubicBezTo>
                    <a:pt x="2424" y="310"/>
                    <a:pt x="2486" y="320"/>
                    <a:pt x="2545" y="340"/>
                  </a:cubicBezTo>
                  <a:cubicBezTo>
                    <a:pt x="2681" y="389"/>
                    <a:pt x="2792" y="488"/>
                    <a:pt x="2845" y="596"/>
                  </a:cubicBezTo>
                  <a:lnTo>
                    <a:pt x="3430" y="2518"/>
                  </a:lnTo>
                  <a:lnTo>
                    <a:pt x="3430" y="2518"/>
                  </a:lnTo>
                  <a:lnTo>
                    <a:pt x="488" y="1481"/>
                  </a:lnTo>
                  <a:lnTo>
                    <a:pt x="2131" y="362"/>
                  </a:lnTo>
                  <a:cubicBezTo>
                    <a:pt x="2205" y="327"/>
                    <a:pt x="2284" y="310"/>
                    <a:pt x="2363" y="310"/>
                  </a:cubicBezTo>
                  <a:close/>
                  <a:moveTo>
                    <a:pt x="2373" y="1"/>
                  </a:moveTo>
                  <a:cubicBezTo>
                    <a:pt x="2242" y="1"/>
                    <a:pt x="2108" y="31"/>
                    <a:pt x="1978" y="95"/>
                  </a:cubicBezTo>
                  <a:lnTo>
                    <a:pt x="73" y="1388"/>
                  </a:lnTo>
                  <a:cubicBezTo>
                    <a:pt x="28" y="1419"/>
                    <a:pt x="0" y="1475"/>
                    <a:pt x="6" y="1531"/>
                  </a:cubicBezTo>
                  <a:cubicBezTo>
                    <a:pt x="12" y="1588"/>
                    <a:pt x="45" y="1635"/>
                    <a:pt x="98" y="1659"/>
                  </a:cubicBezTo>
                  <a:cubicBezTo>
                    <a:pt x="172" y="1693"/>
                    <a:pt x="249" y="1725"/>
                    <a:pt x="328" y="1753"/>
                  </a:cubicBezTo>
                  <a:lnTo>
                    <a:pt x="3615" y="2915"/>
                  </a:lnTo>
                  <a:cubicBezTo>
                    <a:pt x="3634" y="2919"/>
                    <a:pt x="3650" y="2924"/>
                    <a:pt x="3667" y="2924"/>
                  </a:cubicBezTo>
                  <a:cubicBezTo>
                    <a:pt x="3707" y="2924"/>
                    <a:pt x="3744" y="2908"/>
                    <a:pt x="3777" y="2879"/>
                  </a:cubicBezTo>
                  <a:cubicBezTo>
                    <a:pt x="3820" y="2839"/>
                    <a:pt x="3835" y="2777"/>
                    <a:pt x="3817" y="2722"/>
                  </a:cubicBezTo>
                  <a:lnTo>
                    <a:pt x="3135" y="483"/>
                  </a:lnTo>
                  <a:cubicBezTo>
                    <a:pt x="3037" y="278"/>
                    <a:pt x="2865" y="125"/>
                    <a:pt x="2649" y="47"/>
                  </a:cubicBezTo>
                  <a:cubicBezTo>
                    <a:pt x="2560" y="16"/>
                    <a:pt x="2467" y="1"/>
                    <a:pt x="2373"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1"/>
            <p:cNvSpPr/>
            <p:nvPr/>
          </p:nvSpPr>
          <p:spPr>
            <a:xfrm>
              <a:off x="7010325" y="2996300"/>
              <a:ext cx="239875" cy="156700"/>
            </a:xfrm>
            <a:custGeom>
              <a:rect b="b" l="l" r="r" t="t"/>
              <a:pathLst>
                <a:path extrusionOk="0" h="6268" w="9595">
                  <a:moveTo>
                    <a:pt x="996" y="0"/>
                  </a:moveTo>
                  <a:cubicBezTo>
                    <a:pt x="932" y="0"/>
                    <a:pt x="872" y="40"/>
                    <a:pt x="849" y="103"/>
                  </a:cubicBezTo>
                  <a:cubicBezTo>
                    <a:pt x="0" y="2507"/>
                    <a:pt x="1265" y="5153"/>
                    <a:pt x="3670" y="6000"/>
                  </a:cubicBezTo>
                  <a:cubicBezTo>
                    <a:pt x="4173" y="6179"/>
                    <a:pt x="4694" y="6267"/>
                    <a:pt x="5213" y="6267"/>
                  </a:cubicBezTo>
                  <a:cubicBezTo>
                    <a:pt x="5893" y="6267"/>
                    <a:pt x="6570" y="6114"/>
                    <a:pt x="7202" y="5813"/>
                  </a:cubicBezTo>
                  <a:cubicBezTo>
                    <a:pt x="8316" y="5281"/>
                    <a:pt x="9156" y="4347"/>
                    <a:pt x="9566" y="3182"/>
                  </a:cubicBezTo>
                  <a:cubicBezTo>
                    <a:pt x="9595" y="3102"/>
                    <a:pt x="9552" y="3012"/>
                    <a:pt x="9472" y="2984"/>
                  </a:cubicBezTo>
                  <a:cubicBezTo>
                    <a:pt x="9455" y="2978"/>
                    <a:pt x="9438" y="2975"/>
                    <a:pt x="9421" y="2975"/>
                  </a:cubicBezTo>
                  <a:cubicBezTo>
                    <a:pt x="9357" y="2975"/>
                    <a:pt x="9296" y="3015"/>
                    <a:pt x="9274" y="3078"/>
                  </a:cubicBezTo>
                  <a:cubicBezTo>
                    <a:pt x="8889" y="4164"/>
                    <a:pt x="8108" y="5036"/>
                    <a:pt x="7067" y="5533"/>
                  </a:cubicBezTo>
                  <a:cubicBezTo>
                    <a:pt x="6479" y="5814"/>
                    <a:pt x="5847" y="5956"/>
                    <a:pt x="5212" y="5956"/>
                  </a:cubicBezTo>
                  <a:cubicBezTo>
                    <a:pt x="4728" y="5956"/>
                    <a:pt x="4242" y="5874"/>
                    <a:pt x="3773" y="5707"/>
                  </a:cubicBezTo>
                  <a:cubicBezTo>
                    <a:pt x="1529" y="4917"/>
                    <a:pt x="350" y="2448"/>
                    <a:pt x="1142" y="206"/>
                  </a:cubicBezTo>
                  <a:cubicBezTo>
                    <a:pt x="1171" y="126"/>
                    <a:pt x="1128" y="38"/>
                    <a:pt x="1048" y="9"/>
                  </a:cubicBezTo>
                  <a:cubicBezTo>
                    <a:pt x="1031" y="3"/>
                    <a:pt x="1013" y="0"/>
                    <a:pt x="99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1"/>
            <p:cNvSpPr/>
            <p:nvPr/>
          </p:nvSpPr>
          <p:spPr>
            <a:xfrm>
              <a:off x="7027400" y="2287825"/>
              <a:ext cx="476725" cy="788650"/>
            </a:xfrm>
            <a:custGeom>
              <a:rect b="b" l="l" r="r" t="t"/>
              <a:pathLst>
                <a:path extrusionOk="0" h="31546" w="19069">
                  <a:moveTo>
                    <a:pt x="10199" y="354"/>
                  </a:moveTo>
                  <a:lnTo>
                    <a:pt x="18711" y="3359"/>
                  </a:lnTo>
                  <a:lnTo>
                    <a:pt x="8883" y="31194"/>
                  </a:lnTo>
                  <a:lnTo>
                    <a:pt x="373" y="28191"/>
                  </a:lnTo>
                  <a:lnTo>
                    <a:pt x="10199" y="354"/>
                  </a:lnTo>
                  <a:close/>
                  <a:moveTo>
                    <a:pt x="10105" y="0"/>
                  </a:moveTo>
                  <a:cubicBezTo>
                    <a:pt x="10082" y="0"/>
                    <a:pt x="10059" y="5"/>
                    <a:pt x="10038" y="16"/>
                  </a:cubicBezTo>
                  <a:cubicBezTo>
                    <a:pt x="10002" y="33"/>
                    <a:pt x="9974" y="64"/>
                    <a:pt x="9959" y="103"/>
                  </a:cubicBezTo>
                  <a:lnTo>
                    <a:pt x="29" y="28231"/>
                  </a:lnTo>
                  <a:cubicBezTo>
                    <a:pt x="0" y="28312"/>
                    <a:pt x="43" y="28401"/>
                    <a:pt x="123" y="28429"/>
                  </a:cubicBezTo>
                  <a:lnTo>
                    <a:pt x="8926" y="31537"/>
                  </a:lnTo>
                  <a:cubicBezTo>
                    <a:pt x="8945" y="31543"/>
                    <a:pt x="8961" y="31546"/>
                    <a:pt x="8978" y="31546"/>
                  </a:cubicBezTo>
                  <a:cubicBezTo>
                    <a:pt x="9041" y="31546"/>
                    <a:pt x="9102" y="31507"/>
                    <a:pt x="9125" y="31441"/>
                  </a:cubicBezTo>
                  <a:lnTo>
                    <a:pt x="19055" y="3312"/>
                  </a:lnTo>
                  <a:cubicBezTo>
                    <a:pt x="19068" y="3275"/>
                    <a:pt x="19065" y="3232"/>
                    <a:pt x="19048" y="3195"/>
                  </a:cubicBezTo>
                  <a:cubicBezTo>
                    <a:pt x="19030" y="3159"/>
                    <a:pt x="19000" y="3131"/>
                    <a:pt x="18961" y="3116"/>
                  </a:cubicBezTo>
                  <a:lnTo>
                    <a:pt x="10157" y="9"/>
                  </a:lnTo>
                  <a:cubicBezTo>
                    <a:pt x="10140" y="3"/>
                    <a:pt x="10122" y="0"/>
                    <a:pt x="1010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1"/>
            <p:cNvSpPr/>
            <p:nvPr/>
          </p:nvSpPr>
          <p:spPr>
            <a:xfrm>
              <a:off x="7107600" y="2316050"/>
              <a:ext cx="316750" cy="732325"/>
            </a:xfrm>
            <a:custGeom>
              <a:rect b="b" l="l" r="r" t="t"/>
              <a:pathLst>
                <a:path extrusionOk="0" h="29293" w="12670">
                  <a:moveTo>
                    <a:pt x="10182" y="350"/>
                  </a:moveTo>
                  <a:lnTo>
                    <a:pt x="12311" y="1102"/>
                  </a:lnTo>
                  <a:lnTo>
                    <a:pt x="2483" y="28937"/>
                  </a:lnTo>
                  <a:lnTo>
                    <a:pt x="354" y="28186"/>
                  </a:lnTo>
                  <a:lnTo>
                    <a:pt x="10182" y="350"/>
                  </a:lnTo>
                  <a:close/>
                  <a:moveTo>
                    <a:pt x="10088" y="0"/>
                  </a:moveTo>
                  <a:cubicBezTo>
                    <a:pt x="10065" y="0"/>
                    <a:pt x="10042" y="5"/>
                    <a:pt x="10020" y="16"/>
                  </a:cubicBezTo>
                  <a:cubicBezTo>
                    <a:pt x="9985" y="33"/>
                    <a:pt x="9956" y="64"/>
                    <a:pt x="9942" y="103"/>
                  </a:cubicBezTo>
                  <a:lnTo>
                    <a:pt x="12" y="28231"/>
                  </a:lnTo>
                  <a:cubicBezTo>
                    <a:pt x="0" y="28271"/>
                    <a:pt x="2" y="28314"/>
                    <a:pt x="19" y="28351"/>
                  </a:cubicBezTo>
                  <a:cubicBezTo>
                    <a:pt x="37" y="28386"/>
                    <a:pt x="67" y="28415"/>
                    <a:pt x="107" y="28429"/>
                  </a:cubicBezTo>
                  <a:lnTo>
                    <a:pt x="2526" y="29284"/>
                  </a:lnTo>
                  <a:cubicBezTo>
                    <a:pt x="2545" y="29288"/>
                    <a:pt x="2561" y="29292"/>
                    <a:pt x="2579" y="29292"/>
                  </a:cubicBezTo>
                  <a:cubicBezTo>
                    <a:pt x="2643" y="29292"/>
                    <a:pt x="2702" y="29251"/>
                    <a:pt x="2726" y="29188"/>
                  </a:cubicBezTo>
                  <a:lnTo>
                    <a:pt x="12657" y="1060"/>
                  </a:lnTo>
                  <a:cubicBezTo>
                    <a:pt x="12670" y="1023"/>
                    <a:pt x="12668" y="980"/>
                    <a:pt x="12650" y="943"/>
                  </a:cubicBezTo>
                  <a:cubicBezTo>
                    <a:pt x="12632" y="907"/>
                    <a:pt x="12602" y="879"/>
                    <a:pt x="12562" y="864"/>
                  </a:cubicBezTo>
                  <a:lnTo>
                    <a:pt x="10141" y="8"/>
                  </a:lnTo>
                  <a:cubicBezTo>
                    <a:pt x="10123" y="3"/>
                    <a:pt x="10105" y="0"/>
                    <a:pt x="1008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2" name="Google Shape;4602;p61"/>
          <p:cNvGrpSpPr/>
          <p:nvPr/>
        </p:nvGrpSpPr>
        <p:grpSpPr>
          <a:xfrm>
            <a:off x="1289654" y="559107"/>
            <a:ext cx="1824379" cy="713734"/>
            <a:chOff x="1289654" y="559107"/>
            <a:chExt cx="1824379" cy="713734"/>
          </a:xfrm>
        </p:grpSpPr>
        <p:sp>
          <p:nvSpPr>
            <p:cNvPr id="4603" name="Google Shape;4603;p61"/>
            <p:cNvSpPr/>
            <p:nvPr/>
          </p:nvSpPr>
          <p:spPr>
            <a:xfrm rot="-3757207">
              <a:off x="1926268" y="1222946"/>
              <a:ext cx="26276" cy="28326"/>
            </a:xfrm>
            <a:custGeom>
              <a:rect b="b" l="l" r="r" t="t"/>
              <a:pathLst>
                <a:path extrusionOk="0" h="1133" w="1051">
                  <a:moveTo>
                    <a:pt x="249" y="0"/>
                  </a:moveTo>
                  <a:cubicBezTo>
                    <a:pt x="202" y="0"/>
                    <a:pt x="154" y="15"/>
                    <a:pt x="114" y="46"/>
                  </a:cubicBezTo>
                  <a:cubicBezTo>
                    <a:pt x="19" y="121"/>
                    <a:pt x="1" y="260"/>
                    <a:pt x="76" y="356"/>
                  </a:cubicBezTo>
                  <a:cubicBezTo>
                    <a:pt x="257" y="590"/>
                    <a:pt x="442" y="823"/>
                    <a:pt x="630" y="1051"/>
                  </a:cubicBezTo>
                  <a:cubicBezTo>
                    <a:pt x="674" y="1104"/>
                    <a:pt x="737" y="1132"/>
                    <a:pt x="802" y="1132"/>
                  </a:cubicBezTo>
                  <a:cubicBezTo>
                    <a:pt x="852" y="1132"/>
                    <a:pt x="901" y="1117"/>
                    <a:pt x="942" y="1083"/>
                  </a:cubicBezTo>
                  <a:cubicBezTo>
                    <a:pt x="1036" y="1005"/>
                    <a:pt x="1050" y="867"/>
                    <a:pt x="974" y="771"/>
                  </a:cubicBezTo>
                  <a:cubicBezTo>
                    <a:pt x="788" y="544"/>
                    <a:pt x="605" y="315"/>
                    <a:pt x="425" y="86"/>
                  </a:cubicBezTo>
                  <a:cubicBezTo>
                    <a:pt x="381" y="29"/>
                    <a:pt x="316" y="0"/>
                    <a:pt x="249"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1"/>
            <p:cNvSpPr/>
            <p:nvPr/>
          </p:nvSpPr>
          <p:spPr>
            <a:xfrm rot="-3757207">
              <a:off x="2824970" y="584797"/>
              <a:ext cx="28526" cy="26051"/>
            </a:xfrm>
            <a:custGeom>
              <a:rect b="b" l="l" r="r" t="t"/>
              <a:pathLst>
                <a:path extrusionOk="0" h="1042" w="1141">
                  <a:moveTo>
                    <a:pt x="245" y="0"/>
                  </a:moveTo>
                  <a:cubicBezTo>
                    <a:pt x="184" y="0"/>
                    <a:pt x="123" y="26"/>
                    <a:pt x="80" y="76"/>
                  </a:cubicBezTo>
                  <a:cubicBezTo>
                    <a:pt x="0" y="168"/>
                    <a:pt x="9" y="308"/>
                    <a:pt x="101" y="388"/>
                  </a:cubicBezTo>
                  <a:cubicBezTo>
                    <a:pt x="321" y="579"/>
                    <a:pt x="533" y="778"/>
                    <a:pt x="743" y="980"/>
                  </a:cubicBezTo>
                  <a:cubicBezTo>
                    <a:pt x="786" y="1023"/>
                    <a:pt x="842" y="1041"/>
                    <a:pt x="896" y="1041"/>
                  </a:cubicBezTo>
                  <a:cubicBezTo>
                    <a:pt x="953" y="1041"/>
                    <a:pt x="1013" y="1019"/>
                    <a:pt x="1055" y="975"/>
                  </a:cubicBezTo>
                  <a:cubicBezTo>
                    <a:pt x="1140" y="888"/>
                    <a:pt x="1137" y="748"/>
                    <a:pt x="1051" y="663"/>
                  </a:cubicBezTo>
                  <a:cubicBezTo>
                    <a:pt x="837" y="456"/>
                    <a:pt x="617" y="252"/>
                    <a:pt x="392" y="54"/>
                  </a:cubicBezTo>
                  <a:cubicBezTo>
                    <a:pt x="349" y="18"/>
                    <a:pt x="297" y="0"/>
                    <a:pt x="245"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1"/>
            <p:cNvSpPr/>
            <p:nvPr/>
          </p:nvSpPr>
          <p:spPr>
            <a:xfrm rot="-3757207">
              <a:off x="1990337" y="1208290"/>
              <a:ext cx="27226" cy="27376"/>
            </a:xfrm>
            <a:custGeom>
              <a:rect b="b" l="l" r="r" t="t"/>
              <a:pathLst>
                <a:path extrusionOk="0" h="1095" w="1089">
                  <a:moveTo>
                    <a:pt x="245" y="1"/>
                  </a:moveTo>
                  <a:cubicBezTo>
                    <a:pt x="193" y="1"/>
                    <a:pt x="141" y="19"/>
                    <a:pt x="100" y="56"/>
                  </a:cubicBezTo>
                  <a:cubicBezTo>
                    <a:pt x="9" y="139"/>
                    <a:pt x="1" y="279"/>
                    <a:pt x="82" y="368"/>
                  </a:cubicBezTo>
                  <a:cubicBezTo>
                    <a:pt x="280" y="591"/>
                    <a:pt x="480" y="808"/>
                    <a:pt x="683" y="1025"/>
                  </a:cubicBezTo>
                  <a:cubicBezTo>
                    <a:pt x="725" y="1070"/>
                    <a:pt x="785" y="1094"/>
                    <a:pt x="845" y="1094"/>
                  </a:cubicBezTo>
                  <a:cubicBezTo>
                    <a:pt x="898" y="1094"/>
                    <a:pt x="952" y="1075"/>
                    <a:pt x="995" y="1033"/>
                  </a:cubicBezTo>
                  <a:cubicBezTo>
                    <a:pt x="1083" y="950"/>
                    <a:pt x="1088" y="811"/>
                    <a:pt x="1005" y="721"/>
                  </a:cubicBezTo>
                  <a:cubicBezTo>
                    <a:pt x="806" y="509"/>
                    <a:pt x="608" y="293"/>
                    <a:pt x="412" y="75"/>
                  </a:cubicBezTo>
                  <a:cubicBezTo>
                    <a:pt x="368" y="26"/>
                    <a:pt x="306" y="1"/>
                    <a:pt x="245"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1"/>
            <p:cNvSpPr/>
            <p:nvPr/>
          </p:nvSpPr>
          <p:spPr>
            <a:xfrm rot="-3757207">
              <a:off x="2435743" y="943309"/>
              <a:ext cx="33626" cy="16875"/>
            </a:xfrm>
            <a:custGeom>
              <a:rect b="b" l="l" r="r" t="t"/>
              <a:pathLst>
                <a:path extrusionOk="0" h="675" w="1345">
                  <a:moveTo>
                    <a:pt x="247" y="0"/>
                  </a:moveTo>
                  <a:cubicBezTo>
                    <a:pt x="150" y="0"/>
                    <a:pt x="62" y="65"/>
                    <a:pt x="34" y="162"/>
                  </a:cubicBezTo>
                  <a:cubicBezTo>
                    <a:pt x="0" y="278"/>
                    <a:pt x="70" y="400"/>
                    <a:pt x="187" y="434"/>
                  </a:cubicBezTo>
                  <a:cubicBezTo>
                    <a:pt x="472" y="514"/>
                    <a:pt x="758" y="592"/>
                    <a:pt x="1045" y="667"/>
                  </a:cubicBezTo>
                  <a:cubicBezTo>
                    <a:pt x="1062" y="673"/>
                    <a:pt x="1082" y="674"/>
                    <a:pt x="1099" y="674"/>
                  </a:cubicBezTo>
                  <a:cubicBezTo>
                    <a:pt x="1199" y="674"/>
                    <a:pt x="1288" y="609"/>
                    <a:pt x="1315" y="510"/>
                  </a:cubicBezTo>
                  <a:cubicBezTo>
                    <a:pt x="1345" y="392"/>
                    <a:pt x="1274" y="271"/>
                    <a:pt x="1156" y="240"/>
                  </a:cubicBezTo>
                  <a:cubicBezTo>
                    <a:pt x="872" y="165"/>
                    <a:pt x="589" y="88"/>
                    <a:pt x="308" y="9"/>
                  </a:cubicBezTo>
                  <a:cubicBezTo>
                    <a:pt x="287" y="3"/>
                    <a:pt x="267" y="0"/>
                    <a:pt x="247"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1"/>
            <p:cNvSpPr/>
            <p:nvPr/>
          </p:nvSpPr>
          <p:spPr>
            <a:xfrm rot="-3757207">
              <a:off x="2231947" y="1107553"/>
              <a:ext cx="31476" cy="22676"/>
            </a:xfrm>
            <a:custGeom>
              <a:rect b="b" l="l" r="r" t="t"/>
              <a:pathLst>
                <a:path extrusionOk="0" h="907" w="1259">
                  <a:moveTo>
                    <a:pt x="253" y="0"/>
                  </a:moveTo>
                  <a:cubicBezTo>
                    <a:pt x="180" y="0"/>
                    <a:pt x="109" y="36"/>
                    <a:pt x="67" y="101"/>
                  </a:cubicBezTo>
                  <a:cubicBezTo>
                    <a:pt x="0" y="205"/>
                    <a:pt x="31" y="341"/>
                    <a:pt x="134" y="406"/>
                  </a:cubicBezTo>
                  <a:cubicBezTo>
                    <a:pt x="383" y="567"/>
                    <a:pt x="637" y="723"/>
                    <a:pt x="891" y="874"/>
                  </a:cubicBezTo>
                  <a:cubicBezTo>
                    <a:pt x="926" y="896"/>
                    <a:pt x="965" y="907"/>
                    <a:pt x="1004" y="907"/>
                  </a:cubicBezTo>
                  <a:cubicBezTo>
                    <a:pt x="1078" y="907"/>
                    <a:pt x="1152" y="869"/>
                    <a:pt x="1194" y="801"/>
                  </a:cubicBezTo>
                  <a:cubicBezTo>
                    <a:pt x="1258" y="696"/>
                    <a:pt x="1224" y="561"/>
                    <a:pt x="1119" y="497"/>
                  </a:cubicBezTo>
                  <a:cubicBezTo>
                    <a:pt x="868" y="347"/>
                    <a:pt x="620" y="191"/>
                    <a:pt x="372" y="35"/>
                  </a:cubicBezTo>
                  <a:cubicBezTo>
                    <a:pt x="335" y="11"/>
                    <a:pt x="293" y="0"/>
                    <a:pt x="25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1"/>
            <p:cNvSpPr/>
            <p:nvPr/>
          </p:nvSpPr>
          <p:spPr>
            <a:xfrm rot="-3757207">
              <a:off x="2174341" y="1138867"/>
              <a:ext cx="30501" cy="24051"/>
            </a:xfrm>
            <a:custGeom>
              <a:rect b="b" l="l" r="r" t="t"/>
              <a:pathLst>
                <a:path extrusionOk="0" h="962" w="1220">
                  <a:moveTo>
                    <a:pt x="252" y="1"/>
                  </a:moveTo>
                  <a:cubicBezTo>
                    <a:pt x="185" y="1"/>
                    <a:pt x="118" y="32"/>
                    <a:pt x="75" y="90"/>
                  </a:cubicBezTo>
                  <a:cubicBezTo>
                    <a:pt x="1" y="188"/>
                    <a:pt x="22" y="327"/>
                    <a:pt x="120" y="398"/>
                  </a:cubicBezTo>
                  <a:cubicBezTo>
                    <a:pt x="360" y="574"/>
                    <a:pt x="599" y="748"/>
                    <a:pt x="842" y="920"/>
                  </a:cubicBezTo>
                  <a:cubicBezTo>
                    <a:pt x="880" y="945"/>
                    <a:pt x="926" y="961"/>
                    <a:pt x="970" y="961"/>
                  </a:cubicBezTo>
                  <a:cubicBezTo>
                    <a:pt x="1039" y="961"/>
                    <a:pt x="1107" y="927"/>
                    <a:pt x="1150" y="866"/>
                  </a:cubicBezTo>
                  <a:cubicBezTo>
                    <a:pt x="1219" y="767"/>
                    <a:pt x="1196" y="629"/>
                    <a:pt x="1097" y="558"/>
                  </a:cubicBezTo>
                  <a:cubicBezTo>
                    <a:pt x="856" y="390"/>
                    <a:pt x="618" y="218"/>
                    <a:pt x="382" y="44"/>
                  </a:cubicBezTo>
                  <a:cubicBezTo>
                    <a:pt x="343" y="15"/>
                    <a:pt x="298" y="1"/>
                    <a:pt x="252"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1"/>
            <p:cNvSpPr/>
            <p:nvPr/>
          </p:nvSpPr>
          <p:spPr>
            <a:xfrm rot="-3757207">
              <a:off x="2114656" y="1166173"/>
              <a:ext cx="29451" cy="25251"/>
            </a:xfrm>
            <a:custGeom>
              <a:rect b="b" l="l" r="r" t="t"/>
              <a:pathLst>
                <a:path extrusionOk="0" h="1010" w="1178">
                  <a:moveTo>
                    <a:pt x="249" y="1"/>
                  </a:moveTo>
                  <a:cubicBezTo>
                    <a:pt x="186" y="1"/>
                    <a:pt x="124" y="27"/>
                    <a:pt x="79" y="77"/>
                  </a:cubicBezTo>
                  <a:cubicBezTo>
                    <a:pt x="0" y="170"/>
                    <a:pt x="13" y="310"/>
                    <a:pt x="105" y="391"/>
                  </a:cubicBezTo>
                  <a:cubicBezTo>
                    <a:pt x="330" y="582"/>
                    <a:pt x="559" y="774"/>
                    <a:pt x="791" y="959"/>
                  </a:cubicBezTo>
                  <a:cubicBezTo>
                    <a:pt x="831" y="993"/>
                    <a:pt x="881" y="1009"/>
                    <a:pt x="929" y="1009"/>
                  </a:cubicBezTo>
                  <a:cubicBezTo>
                    <a:pt x="993" y="1009"/>
                    <a:pt x="1057" y="981"/>
                    <a:pt x="1100" y="927"/>
                  </a:cubicBezTo>
                  <a:cubicBezTo>
                    <a:pt x="1177" y="832"/>
                    <a:pt x="1163" y="693"/>
                    <a:pt x="1068" y="618"/>
                  </a:cubicBezTo>
                  <a:cubicBezTo>
                    <a:pt x="841" y="430"/>
                    <a:pt x="615" y="245"/>
                    <a:pt x="391" y="53"/>
                  </a:cubicBezTo>
                  <a:cubicBezTo>
                    <a:pt x="350" y="18"/>
                    <a:pt x="299" y="1"/>
                    <a:pt x="249"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1"/>
            <p:cNvSpPr/>
            <p:nvPr/>
          </p:nvSpPr>
          <p:spPr>
            <a:xfrm rot="-3757207">
              <a:off x="2053320" y="1189341"/>
              <a:ext cx="28201" cy="26326"/>
            </a:xfrm>
            <a:custGeom>
              <a:rect b="b" l="l" r="r" t="t"/>
              <a:pathLst>
                <a:path extrusionOk="0" h="1053" w="1128">
                  <a:moveTo>
                    <a:pt x="243" y="1"/>
                  </a:moveTo>
                  <a:cubicBezTo>
                    <a:pt x="185" y="1"/>
                    <a:pt x="128" y="23"/>
                    <a:pt x="85" y="67"/>
                  </a:cubicBezTo>
                  <a:cubicBezTo>
                    <a:pt x="0" y="153"/>
                    <a:pt x="1" y="294"/>
                    <a:pt x="89" y="379"/>
                  </a:cubicBezTo>
                  <a:cubicBezTo>
                    <a:pt x="302" y="586"/>
                    <a:pt x="516" y="790"/>
                    <a:pt x="732" y="993"/>
                  </a:cubicBezTo>
                  <a:cubicBezTo>
                    <a:pt x="774" y="1031"/>
                    <a:pt x="830" y="1052"/>
                    <a:pt x="884" y="1052"/>
                  </a:cubicBezTo>
                  <a:cubicBezTo>
                    <a:pt x="942" y="1052"/>
                    <a:pt x="1001" y="1030"/>
                    <a:pt x="1044" y="981"/>
                  </a:cubicBezTo>
                  <a:cubicBezTo>
                    <a:pt x="1127" y="893"/>
                    <a:pt x="1122" y="753"/>
                    <a:pt x="1034" y="669"/>
                  </a:cubicBezTo>
                  <a:cubicBezTo>
                    <a:pt x="821" y="469"/>
                    <a:pt x="608" y="267"/>
                    <a:pt x="397" y="64"/>
                  </a:cubicBezTo>
                  <a:cubicBezTo>
                    <a:pt x="354" y="22"/>
                    <a:pt x="299" y="1"/>
                    <a:pt x="24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1"/>
            <p:cNvSpPr/>
            <p:nvPr/>
          </p:nvSpPr>
          <p:spPr>
            <a:xfrm rot="-3757207">
              <a:off x="2287315" y="1072141"/>
              <a:ext cx="32226" cy="21401"/>
            </a:xfrm>
            <a:custGeom>
              <a:rect b="b" l="l" r="r" t="t"/>
              <a:pathLst>
                <a:path extrusionOk="0" h="856" w="1289">
                  <a:moveTo>
                    <a:pt x="255" y="1"/>
                  </a:moveTo>
                  <a:cubicBezTo>
                    <a:pt x="176" y="1"/>
                    <a:pt x="99" y="43"/>
                    <a:pt x="59" y="118"/>
                  </a:cubicBezTo>
                  <a:cubicBezTo>
                    <a:pt x="1" y="226"/>
                    <a:pt x="41" y="359"/>
                    <a:pt x="150" y="417"/>
                  </a:cubicBezTo>
                  <a:cubicBezTo>
                    <a:pt x="409" y="558"/>
                    <a:pt x="675" y="695"/>
                    <a:pt x="938" y="830"/>
                  </a:cubicBezTo>
                  <a:cubicBezTo>
                    <a:pt x="970" y="847"/>
                    <a:pt x="1004" y="855"/>
                    <a:pt x="1039" y="855"/>
                  </a:cubicBezTo>
                  <a:cubicBezTo>
                    <a:pt x="1118" y="855"/>
                    <a:pt x="1196" y="811"/>
                    <a:pt x="1236" y="735"/>
                  </a:cubicBezTo>
                  <a:cubicBezTo>
                    <a:pt x="1289" y="623"/>
                    <a:pt x="1245" y="490"/>
                    <a:pt x="1137" y="436"/>
                  </a:cubicBezTo>
                  <a:cubicBezTo>
                    <a:pt x="876" y="302"/>
                    <a:pt x="615" y="166"/>
                    <a:pt x="358" y="27"/>
                  </a:cubicBezTo>
                  <a:cubicBezTo>
                    <a:pt x="326" y="9"/>
                    <a:pt x="290" y="1"/>
                    <a:pt x="255"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1"/>
            <p:cNvSpPr/>
            <p:nvPr/>
          </p:nvSpPr>
          <p:spPr>
            <a:xfrm rot="-3757207">
              <a:off x="2389419" y="989946"/>
              <a:ext cx="33351" cy="18350"/>
            </a:xfrm>
            <a:custGeom>
              <a:rect b="b" l="l" r="r" t="t"/>
              <a:pathLst>
                <a:path extrusionOk="0" h="734" w="1334">
                  <a:moveTo>
                    <a:pt x="250" y="1"/>
                  </a:moveTo>
                  <a:cubicBezTo>
                    <a:pt x="160" y="1"/>
                    <a:pt x="75" y="57"/>
                    <a:pt x="42" y="148"/>
                  </a:cubicBezTo>
                  <a:cubicBezTo>
                    <a:pt x="1" y="263"/>
                    <a:pt x="61" y="389"/>
                    <a:pt x="175" y="431"/>
                  </a:cubicBezTo>
                  <a:cubicBezTo>
                    <a:pt x="453" y="532"/>
                    <a:pt x="736" y="630"/>
                    <a:pt x="1015" y="723"/>
                  </a:cubicBezTo>
                  <a:cubicBezTo>
                    <a:pt x="1039" y="730"/>
                    <a:pt x="1062" y="733"/>
                    <a:pt x="1084" y="733"/>
                  </a:cubicBezTo>
                  <a:cubicBezTo>
                    <a:pt x="1177" y="733"/>
                    <a:pt x="1263" y="675"/>
                    <a:pt x="1294" y="583"/>
                  </a:cubicBezTo>
                  <a:cubicBezTo>
                    <a:pt x="1334" y="468"/>
                    <a:pt x="1273" y="342"/>
                    <a:pt x="1155" y="304"/>
                  </a:cubicBezTo>
                  <a:cubicBezTo>
                    <a:pt x="877" y="211"/>
                    <a:pt x="601" y="115"/>
                    <a:pt x="326" y="14"/>
                  </a:cubicBezTo>
                  <a:cubicBezTo>
                    <a:pt x="301" y="5"/>
                    <a:pt x="275" y="1"/>
                    <a:pt x="25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1"/>
            <p:cNvSpPr/>
            <p:nvPr/>
          </p:nvSpPr>
          <p:spPr>
            <a:xfrm rot="-3757207">
              <a:off x="2958264" y="560472"/>
              <a:ext cx="21976" cy="31076"/>
            </a:xfrm>
            <a:custGeom>
              <a:rect b="b" l="l" r="r" t="t"/>
              <a:pathLst>
                <a:path extrusionOk="0" h="1243" w="879">
                  <a:moveTo>
                    <a:pt x="250" y="1"/>
                  </a:moveTo>
                  <a:cubicBezTo>
                    <a:pt x="217" y="1"/>
                    <a:pt x="183" y="8"/>
                    <a:pt x="151" y="24"/>
                  </a:cubicBezTo>
                  <a:cubicBezTo>
                    <a:pt x="43" y="81"/>
                    <a:pt x="1" y="214"/>
                    <a:pt x="56" y="322"/>
                  </a:cubicBezTo>
                  <a:cubicBezTo>
                    <a:pt x="189" y="581"/>
                    <a:pt x="313" y="845"/>
                    <a:pt x="423" y="1107"/>
                  </a:cubicBezTo>
                  <a:cubicBezTo>
                    <a:pt x="459" y="1192"/>
                    <a:pt x="540" y="1242"/>
                    <a:pt x="626" y="1242"/>
                  </a:cubicBezTo>
                  <a:cubicBezTo>
                    <a:pt x="654" y="1242"/>
                    <a:pt x="686" y="1236"/>
                    <a:pt x="714" y="1225"/>
                  </a:cubicBezTo>
                  <a:cubicBezTo>
                    <a:pt x="825" y="1177"/>
                    <a:pt x="878" y="1048"/>
                    <a:pt x="832" y="936"/>
                  </a:cubicBezTo>
                  <a:cubicBezTo>
                    <a:pt x="717" y="665"/>
                    <a:pt x="589" y="390"/>
                    <a:pt x="449" y="120"/>
                  </a:cubicBezTo>
                  <a:cubicBezTo>
                    <a:pt x="409" y="44"/>
                    <a:pt x="331" y="1"/>
                    <a:pt x="25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1"/>
            <p:cNvSpPr/>
            <p:nvPr/>
          </p:nvSpPr>
          <p:spPr>
            <a:xfrm rot="-3757207">
              <a:off x="3026465" y="570584"/>
              <a:ext cx="15925" cy="32826"/>
            </a:xfrm>
            <a:custGeom>
              <a:rect b="b" l="l" r="r" t="t"/>
              <a:pathLst>
                <a:path extrusionOk="0" h="1313" w="637">
                  <a:moveTo>
                    <a:pt x="245" y="1"/>
                  </a:moveTo>
                  <a:cubicBezTo>
                    <a:pt x="229" y="1"/>
                    <a:pt x="212" y="3"/>
                    <a:pt x="195" y="7"/>
                  </a:cubicBezTo>
                  <a:cubicBezTo>
                    <a:pt x="76" y="32"/>
                    <a:pt x="1" y="151"/>
                    <a:pt x="28" y="272"/>
                  </a:cubicBezTo>
                  <a:cubicBezTo>
                    <a:pt x="92" y="554"/>
                    <a:pt x="146" y="839"/>
                    <a:pt x="182" y="1121"/>
                  </a:cubicBezTo>
                  <a:cubicBezTo>
                    <a:pt x="197" y="1233"/>
                    <a:pt x="292" y="1313"/>
                    <a:pt x="401" y="1313"/>
                  </a:cubicBezTo>
                  <a:cubicBezTo>
                    <a:pt x="411" y="1313"/>
                    <a:pt x="422" y="1311"/>
                    <a:pt x="431" y="1311"/>
                  </a:cubicBezTo>
                  <a:cubicBezTo>
                    <a:pt x="551" y="1296"/>
                    <a:pt x="636" y="1184"/>
                    <a:pt x="621" y="1060"/>
                  </a:cubicBezTo>
                  <a:cubicBezTo>
                    <a:pt x="581" y="765"/>
                    <a:pt x="526" y="468"/>
                    <a:pt x="459" y="173"/>
                  </a:cubicBezTo>
                  <a:cubicBezTo>
                    <a:pt x="436" y="70"/>
                    <a:pt x="345" y="1"/>
                    <a:pt x="245"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1"/>
            <p:cNvSpPr/>
            <p:nvPr/>
          </p:nvSpPr>
          <p:spPr>
            <a:xfrm rot="-3757207">
              <a:off x="2706560" y="650207"/>
              <a:ext cx="32501" cy="20826"/>
            </a:xfrm>
            <a:custGeom>
              <a:rect b="b" l="l" r="r" t="t"/>
              <a:pathLst>
                <a:path extrusionOk="0" h="833" w="1300">
                  <a:moveTo>
                    <a:pt x="253" y="0"/>
                  </a:moveTo>
                  <a:cubicBezTo>
                    <a:pt x="170" y="0"/>
                    <a:pt x="90" y="47"/>
                    <a:pt x="52" y="127"/>
                  </a:cubicBezTo>
                  <a:cubicBezTo>
                    <a:pt x="1" y="239"/>
                    <a:pt x="49" y="370"/>
                    <a:pt x="158" y="421"/>
                  </a:cubicBezTo>
                  <a:cubicBezTo>
                    <a:pt x="420" y="544"/>
                    <a:pt x="683" y="673"/>
                    <a:pt x="942" y="808"/>
                  </a:cubicBezTo>
                  <a:cubicBezTo>
                    <a:pt x="976" y="825"/>
                    <a:pt x="1009" y="832"/>
                    <a:pt x="1044" y="832"/>
                  </a:cubicBezTo>
                  <a:cubicBezTo>
                    <a:pt x="1125" y="832"/>
                    <a:pt x="1200" y="790"/>
                    <a:pt x="1242" y="713"/>
                  </a:cubicBezTo>
                  <a:cubicBezTo>
                    <a:pt x="1300" y="605"/>
                    <a:pt x="1257" y="473"/>
                    <a:pt x="1149" y="417"/>
                  </a:cubicBezTo>
                  <a:cubicBezTo>
                    <a:pt x="884" y="278"/>
                    <a:pt x="616" y="146"/>
                    <a:pt x="347" y="21"/>
                  </a:cubicBezTo>
                  <a:cubicBezTo>
                    <a:pt x="316" y="7"/>
                    <a:pt x="285" y="0"/>
                    <a:pt x="25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1"/>
            <p:cNvSpPr/>
            <p:nvPr/>
          </p:nvSpPr>
          <p:spPr>
            <a:xfrm rot="-3757207">
              <a:off x="2890286" y="566249"/>
              <a:ext cx="25926" cy="28676"/>
            </a:xfrm>
            <a:custGeom>
              <a:rect b="b" l="l" r="r" t="t"/>
              <a:pathLst>
                <a:path extrusionOk="0" h="1147" w="1037">
                  <a:moveTo>
                    <a:pt x="249" y="0"/>
                  </a:moveTo>
                  <a:cubicBezTo>
                    <a:pt x="200" y="0"/>
                    <a:pt x="150" y="17"/>
                    <a:pt x="109" y="51"/>
                  </a:cubicBezTo>
                  <a:cubicBezTo>
                    <a:pt x="14" y="127"/>
                    <a:pt x="0" y="268"/>
                    <a:pt x="78" y="361"/>
                  </a:cubicBezTo>
                  <a:cubicBezTo>
                    <a:pt x="263" y="588"/>
                    <a:pt x="437" y="818"/>
                    <a:pt x="606" y="1055"/>
                  </a:cubicBezTo>
                  <a:cubicBezTo>
                    <a:pt x="648" y="1114"/>
                    <a:pt x="718" y="1147"/>
                    <a:pt x="787" y="1147"/>
                  </a:cubicBezTo>
                  <a:cubicBezTo>
                    <a:pt x="831" y="1147"/>
                    <a:pt x="875" y="1134"/>
                    <a:pt x="915" y="1106"/>
                  </a:cubicBezTo>
                  <a:cubicBezTo>
                    <a:pt x="1014" y="1035"/>
                    <a:pt x="1037" y="896"/>
                    <a:pt x="966" y="797"/>
                  </a:cubicBezTo>
                  <a:cubicBezTo>
                    <a:pt x="792" y="554"/>
                    <a:pt x="611" y="317"/>
                    <a:pt x="420" y="82"/>
                  </a:cubicBezTo>
                  <a:cubicBezTo>
                    <a:pt x="377" y="28"/>
                    <a:pt x="313" y="0"/>
                    <a:pt x="249"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1"/>
            <p:cNvSpPr/>
            <p:nvPr/>
          </p:nvSpPr>
          <p:spPr>
            <a:xfrm rot="-3757207">
              <a:off x="2763283" y="613293"/>
              <a:ext cx="30951" cy="23501"/>
            </a:xfrm>
            <a:custGeom>
              <a:rect b="b" l="l" r="r" t="t"/>
              <a:pathLst>
                <a:path extrusionOk="0" h="940" w="1238">
                  <a:moveTo>
                    <a:pt x="254" y="0"/>
                  </a:moveTo>
                  <a:cubicBezTo>
                    <a:pt x="182" y="0"/>
                    <a:pt x="110" y="36"/>
                    <a:pt x="68" y="102"/>
                  </a:cubicBezTo>
                  <a:cubicBezTo>
                    <a:pt x="1" y="204"/>
                    <a:pt x="31" y="340"/>
                    <a:pt x="134" y="408"/>
                  </a:cubicBezTo>
                  <a:cubicBezTo>
                    <a:pt x="378" y="566"/>
                    <a:pt x="619" y="729"/>
                    <a:pt x="857" y="899"/>
                  </a:cubicBezTo>
                  <a:cubicBezTo>
                    <a:pt x="896" y="927"/>
                    <a:pt x="941" y="940"/>
                    <a:pt x="987" y="940"/>
                  </a:cubicBezTo>
                  <a:cubicBezTo>
                    <a:pt x="1055" y="940"/>
                    <a:pt x="1123" y="907"/>
                    <a:pt x="1167" y="848"/>
                  </a:cubicBezTo>
                  <a:cubicBezTo>
                    <a:pt x="1238" y="749"/>
                    <a:pt x="1215" y="610"/>
                    <a:pt x="1116" y="539"/>
                  </a:cubicBezTo>
                  <a:cubicBezTo>
                    <a:pt x="872" y="366"/>
                    <a:pt x="624" y="198"/>
                    <a:pt x="373" y="35"/>
                  </a:cubicBezTo>
                  <a:cubicBezTo>
                    <a:pt x="336" y="12"/>
                    <a:pt x="295" y="0"/>
                    <a:pt x="254"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1"/>
            <p:cNvSpPr/>
            <p:nvPr/>
          </p:nvSpPr>
          <p:spPr>
            <a:xfrm rot="-3757207">
              <a:off x="2564272" y="791765"/>
              <a:ext cx="33751" cy="16025"/>
            </a:xfrm>
            <a:custGeom>
              <a:rect b="b" l="l" r="r" t="t"/>
              <a:pathLst>
                <a:path extrusionOk="0" h="641" w="1350">
                  <a:moveTo>
                    <a:pt x="243" y="1"/>
                  </a:moveTo>
                  <a:cubicBezTo>
                    <a:pt x="142" y="1"/>
                    <a:pt x="50" y="71"/>
                    <a:pt x="28" y="172"/>
                  </a:cubicBezTo>
                  <a:cubicBezTo>
                    <a:pt x="1" y="291"/>
                    <a:pt x="74" y="411"/>
                    <a:pt x="193" y="436"/>
                  </a:cubicBezTo>
                  <a:cubicBezTo>
                    <a:pt x="481" y="500"/>
                    <a:pt x="768" y="568"/>
                    <a:pt x="1053" y="636"/>
                  </a:cubicBezTo>
                  <a:cubicBezTo>
                    <a:pt x="1070" y="639"/>
                    <a:pt x="1087" y="640"/>
                    <a:pt x="1105" y="640"/>
                  </a:cubicBezTo>
                  <a:cubicBezTo>
                    <a:pt x="1206" y="640"/>
                    <a:pt x="1297" y="571"/>
                    <a:pt x="1319" y="470"/>
                  </a:cubicBezTo>
                  <a:cubicBezTo>
                    <a:pt x="1349" y="352"/>
                    <a:pt x="1275" y="233"/>
                    <a:pt x="1156" y="205"/>
                  </a:cubicBezTo>
                  <a:cubicBezTo>
                    <a:pt x="867" y="137"/>
                    <a:pt x="581" y="72"/>
                    <a:pt x="291" y="6"/>
                  </a:cubicBezTo>
                  <a:cubicBezTo>
                    <a:pt x="275" y="3"/>
                    <a:pt x="259" y="1"/>
                    <a:pt x="24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1"/>
            <p:cNvSpPr/>
            <p:nvPr/>
          </p:nvSpPr>
          <p:spPr>
            <a:xfrm rot="-3757207">
              <a:off x="2479443" y="893880"/>
              <a:ext cx="33776" cy="15975"/>
            </a:xfrm>
            <a:custGeom>
              <a:rect b="b" l="l" r="r" t="t"/>
              <a:pathLst>
                <a:path extrusionOk="0" h="639" w="1351">
                  <a:moveTo>
                    <a:pt x="244" y="0"/>
                  </a:moveTo>
                  <a:cubicBezTo>
                    <a:pt x="143" y="0"/>
                    <a:pt x="53" y="70"/>
                    <a:pt x="28" y="171"/>
                  </a:cubicBezTo>
                  <a:cubicBezTo>
                    <a:pt x="0" y="290"/>
                    <a:pt x="75" y="409"/>
                    <a:pt x="194" y="437"/>
                  </a:cubicBezTo>
                  <a:cubicBezTo>
                    <a:pt x="482" y="504"/>
                    <a:pt x="770" y="569"/>
                    <a:pt x="1059" y="635"/>
                  </a:cubicBezTo>
                  <a:cubicBezTo>
                    <a:pt x="1075" y="637"/>
                    <a:pt x="1091" y="639"/>
                    <a:pt x="1106" y="639"/>
                  </a:cubicBezTo>
                  <a:cubicBezTo>
                    <a:pt x="1208" y="639"/>
                    <a:pt x="1301" y="568"/>
                    <a:pt x="1323" y="466"/>
                  </a:cubicBezTo>
                  <a:cubicBezTo>
                    <a:pt x="1350" y="345"/>
                    <a:pt x="1274" y="228"/>
                    <a:pt x="1154" y="202"/>
                  </a:cubicBezTo>
                  <a:cubicBezTo>
                    <a:pt x="868" y="138"/>
                    <a:pt x="580" y="72"/>
                    <a:pt x="295" y="6"/>
                  </a:cubicBezTo>
                  <a:cubicBezTo>
                    <a:pt x="278" y="2"/>
                    <a:pt x="261" y="0"/>
                    <a:pt x="244"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1"/>
            <p:cNvSpPr/>
            <p:nvPr/>
          </p:nvSpPr>
          <p:spPr>
            <a:xfrm rot="-3757207">
              <a:off x="2521869" y="842968"/>
              <a:ext cx="33701" cy="15675"/>
            </a:xfrm>
            <a:custGeom>
              <a:rect b="b" l="l" r="r" t="t"/>
              <a:pathLst>
                <a:path extrusionOk="0" h="627" w="1348">
                  <a:moveTo>
                    <a:pt x="240" y="0"/>
                  </a:moveTo>
                  <a:cubicBezTo>
                    <a:pt x="140" y="0"/>
                    <a:pt x="47" y="72"/>
                    <a:pt x="26" y="176"/>
                  </a:cubicBezTo>
                  <a:cubicBezTo>
                    <a:pt x="0" y="294"/>
                    <a:pt x="77" y="413"/>
                    <a:pt x="196" y="438"/>
                  </a:cubicBezTo>
                  <a:lnTo>
                    <a:pt x="1061" y="623"/>
                  </a:lnTo>
                  <a:cubicBezTo>
                    <a:pt x="1077" y="626"/>
                    <a:pt x="1092" y="627"/>
                    <a:pt x="1106" y="627"/>
                  </a:cubicBezTo>
                  <a:cubicBezTo>
                    <a:pt x="1210" y="627"/>
                    <a:pt x="1301" y="556"/>
                    <a:pt x="1323" y="453"/>
                  </a:cubicBezTo>
                  <a:cubicBezTo>
                    <a:pt x="1347" y="332"/>
                    <a:pt x="1272" y="214"/>
                    <a:pt x="1153" y="190"/>
                  </a:cubicBezTo>
                  <a:lnTo>
                    <a:pt x="288" y="6"/>
                  </a:lnTo>
                  <a:cubicBezTo>
                    <a:pt x="272" y="2"/>
                    <a:pt x="256" y="0"/>
                    <a:pt x="240"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1"/>
            <p:cNvSpPr/>
            <p:nvPr/>
          </p:nvSpPr>
          <p:spPr>
            <a:xfrm rot="-3757207">
              <a:off x="1535467" y="1216206"/>
              <a:ext cx="17725" cy="32501"/>
            </a:xfrm>
            <a:custGeom>
              <a:rect b="b" l="l" r="r" t="t"/>
              <a:pathLst>
                <a:path extrusionOk="0" h="1300" w="709">
                  <a:moveTo>
                    <a:pt x="245" y="0"/>
                  </a:moveTo>
                  <a:cubicBezTo>
                    <a:pt x="227" y="0"/>
                    <a:pt x="210" y="2"/>
                    <a:pt x="192" y="6"/>
                  </a:cubicBezTo>
                  <a:cubicBezTo>
                    <a:pt x="74" y="35"/>
                    <a:pt x="1" y="155"/>
                    <a:pt x="29" y="273"/>
                  </a:cubicBezTo>
                  <a:cubicBezTo>
                    <a:pt x="99" y="562"/>
                    <a:pt x="174" y="850"/>
                    <a:pt x="252" y="1137"/>
                  </a:cubicBezTo>
                  <a:cubicBezTo>
                    <a:pt x="277" y="1236"/>
                    <a:pt x="367" y="1300"/>
                    <a:pt x="464" y="1300"/>
                  </a:cubicBezTo>
                  <a:cubicBezTo>
                    <a:pt x="483" y="1300"/>
                    <a:pt x="501" y="1298"/>
                    <a:pt x="521" y="1293"/>
                  </a:cubicBezTo>
                  <a:cubicBezTo>
                    <a:pt x="639" y="1261"/>
                    <a:pt x="708" y="1141"/>
                    <a:pt x="677" y="1022"/>
                  </a:cubicBezTo>
                  <a:cubicBezTo>
                    <a:pt x="602" y="738"/>
                    <a:pt x="530" y="454"/>
                    <a:pt x="460" y="169"/>
                  </a:cubicBezTo>
                  <a:cubicBezTo>
                    <a:pt x="436" y="68"/>
                    <a:pt x="346" y="0"/>
                    <a:pt x="245"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1"/>
            <p:cNvSpPr/>
            <p:nvPr/>
          </p:nvSpPr>
          <p:spPr>
            <a:xfrm rot="-3757207">
              <a:off x="2655313" y="693816"/>
              <a:ext cx="33301" cy="18550"/>
            </a:xfrm>
            <a:custGeom>
              <a:rect b="b" l="l" r="r" t="t"/>
              <a:pathLst>
                <a:path extrusionOk="0" h="742" w="1332">
                  <a:moveTo>
                    <a:pt x="246" y="0"/>
                  </a:moveTo>
                  <a:cubicBezTo>
                    <a:pt x="155" y="0"/>
                    <a:pt x="70" y="58"/>
                    <a:pt x="40" y="149"/>
                  </a:cubicBezTo>
                  <a:cubicBezTo>
                    <a:pt x="0" y="264"/>
                    <a:pt x="61" y="390"/>
                    <a:pt x="178" y="431"/>
                  </a:cubicBezTo>
                  <a:cubicBezTo>
                    <a:pt x="454" y="526"/>
                    <a:pt x="729" y="624"/>
                    <a:pt x="1004" y="729"/>
                  </a:cubicBezTo>
                  <a:cubicBezTo>
                    <a:pt x="1028" y="738"/>
                    <a:pt x="1055" y="742"/>
                    <a:pt x="1082" y="742"/>
                  </a:cubicBezTo>
                  <a:cubicBezTo>
                    <a:pt x="1170" y="742"/>
                    <a:pt x="1255" y="688"/>
                    <a:pt x="1289" y="599"/>
                  </a:cubicBezTo>
                  <a:cubicBezTo>
                    <a:pt x="1332" y="484"/>
                    <a:pt x="1274" y="356"/>
                    <a:pt x="1157" y="314"/>
                  </a:cubicBezTo>
                  <a:cubicBezTo>
                    <a:pt x="879" y="209"/>
                    <a:pt x="600" y="109"/>
                    <a:pt x="319" y="13"/>
                  </a:cubicBezTo>
                  <a:cubicBezTo>
                    <a:pt x="295" y="4"/>
                    <a:pt x="270" y="0"/>
                    <a:pt x="24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1"/>
            <p:cNvSpPr/>
            <p:nvPr/>
          </p:nvSpPr>
          <p:spPr>
            <a:xfrm rot="-3757207">
              <a:off x="3087585" y="594985"/>
              <a:ext cx="16525" cy="32401"/>
            </a:xfrm>
            <a:custGeom>
              <a:rect b="b" l="l" r="r" t="t"/>
              <a:pathLst>
                <a:path extrusionOk="0" h="1296" w="661">
                  <a:moveTo>
                    <a:pt x="220" y="1"/>
                  </a:moveTo>
                  <a:cubicBezTo>
                    <a:pt x="96" y="2"/>
                    <a:pt x="0" y="101"/>
                    <a:pt x="1" y="223"/>
                  </a:cubicBezTo>
                  <a:cubicBezTo>
                    <a:pt x="4" y="521"/>
                    <a:pt x="33" y="898"/>
                    <a:pt x="224" y="1195"/>
                  </a:cubicBezTo>
                  <a:cubicBezTo>
                    <a:pt x="267" y="1260"/>
                    <a:pt x="338" y="1296"/>
                    <a:pt x="411" y="1296"/>
                  </a:cubicBezTo>
                  <a:cubicBezTo>
                    <a:pt x="451" y="1296"/>
                    <a:pt x="494" y="1286"/>
                    <a:pt x="532" y="1260"/>
                  </a:cubicBezTo>
                  <a:cubicBezTo>
                    <a:pt x="632" y="1193"/>
                    <a:pt x="661" y="1057"/>
                    <a:pt x="596" y="954"/>
                  </a:cubicBezTo>
                  <a:cubicBezTo>
                    <a:pt x="464" y="752"/>
                    <a:pt x="447" y="438"/>
                    <a:pt x="442" y="218"/>
                  </a:cubicBezTo>
                  <a:cubicBezTo>
                    <a:pt x="441" y="97"/>
                    <a:pt x="342" y="1"/>
                    <a:pt x="221"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1"/>
            <p:cNvSpPr/>
            <p:nvPr/>
          </p:nvSpPr>
          <p:spPr>
            <a:xfrm rot="-3757207">
              <a:off x="2608299" y="741608"/>
              <a:ext cx="33676" cy="17000"/>
            </a:xfrm>
            <a:custGeom>
              <a:rect b="b" l="l" r="r" t="t"/>
              <a:pathLst>
                <a:path extrusionOk="0" h="680" w="1347">
                  <a:moveTo>
                    <a:pt x="245" y="1"/>
                  </a:moveTo>
                  <a:cubicBezTo>
                    <a:pt x="147" y="1"/>
                    <a:pt x="60" y="66"/>
                    <a:pt x="33" y="164"/>
                  </a:cubicBezTo>
                  <a:cubicBezTo>
                    <a:pt x="1" y="284"/>
                    <a:pt x="72" y="403"/>
                    <a:pt x="189" y="435"/>
                  </a:cubicBezTo>
                  <a:cubicBezTo>
                    <a:pt x="473" y="512"/>
                    <a:pt x="757" y="590"/>
                    <a:pt x="1037" y="671"/>
                  </a:cubicBezTo>
                  <a:cubicBezTo>
                    <a:pt x="1057" y="676"/>
                    <a:pt x="1079" y="679"/>
                    <a:pt x="1098" y="679"/>
                  </a:cubicBezTo>
                  <a:cubicBezTo>
                    <a:pt x="1193" y="679"/>
                    <a:pt x="1283" y="615"/>
                    <a:pt x="1311" y="520"/>
                  </a:cubicBezTo>
                  <a:cubicBezTo>
                    <a:pt x="1347" y="401"/>
                    <a:pt x="1279" y="279"/>
                    <a:pt x="1161" y="245"/>
                  </a:cubicBezTo>
                  <a:cubicBezTo>
                    <a:pt x="874" y="164"/>
                    <a:pt x="589" y="84"/>
                    <a:pt x="304" y="8"/>
                  </a:cubicBezTo>
                  <a:cubicBezTo>
                    <a:pt x="284" y="3"/>
                    <a:pt x="265" y="1"/>
                    <a:pt x="245"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1"/>
            <p:cNvSpPr/>
            <p:nvPr/>
          </p:nvSpPr>
          <p:spPr>
            <a:xfrm rot="-3757207">
              <a:off x="2339918" y="1032927"/>
              <a:ext cx="32901" cy="19901"/>
            </a:xfrm>
            <a:custGeom>
              <a:rect b="b" l="l" r="r" t="t"/>
              <a:pathLst>
                <a:path extrusionOk="0" h="796" w="1316">
                  <a:moveTo>
                    <a:pt x="253" y="0"/>
                  </a:moveTo>
                  <a:cubicBezTo>
                    <a:pt x="168" y="0"/>
                    <a:pt x="87" y="48"/>
                    <a:pt x="50" y="130"/>
                  </a:cubicBezTo>
                  <a:cubicBezTo>
                    <a:pt x="1" y="242"/>
                    <a:pt x="50" y="374"/>
                    <a:pt x="162" y="424"/>
                  </a:cubicBezTo>
                  <a:cubicBezTo>
                    <a:pt x="433" y="544"/>
                    <a:pt x="705" y="662"/>
                    <a:pt x="979" y="778"/>
                  </a:cubicBezTo>
                  <a:cubicBezTo>
                    <a:pt x="1007" y="789"/>
                    <a:pt x="1036" y="795"/>
                    <a:pt x="1064" y="795"/>
                  </a:cubicBezTo>
                  <a:cubicBezTo>
                    <a:pt x="1151" y="795"/>
                    <a:pt x="1233" y="744"/>
                    <a:pt x="1268" y="659"/>
                  </a:cubicBezTo>
                  <a:cubicBezTo>
                    <a:pt x="1315" y="545"/>
                    <a:pt x="1261" y="416"/>
                    <a:pt x="1149" y="368"/>
                  </a:cubicBezTo>
                  <a:cubicBezTo>
                    <a:pt x="878" y="255"/>
                    <a:pt x="610" y="137"/>
                    <a:pt x="344" y="19"/>
                  </a:cubicBezTo>
                  <a:cubicBezTo>
                    <a:pt x="314" y="6"/>
                    <a:pt x="283" y="0"/>
                    <a:pt x="25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1"/>
            <p:cNvSpPr/>
            <p:nvPr/>
          </p:nvSpPr>
          <p:spPr>
            <a:xfrm rot="-3757207">
              <a:off x="1352803" y="1144076"/>
              <a:ext cx="13775" cy="33151"/>
            </a:xfrm>
            <a:custGeom>
              <a:rect b="b" l="l" r="r" t="t"/>
              <a:pathLst>
                <a:path extrusionOk="0" h="1326" w="551">
                  <a:moveTo>
                    <a:pt x="313" y="0"/>
                  </a:moveTo>
                  <a:cubicBezTo>
                    <a:pt x="206" y="0"/>
                    <a:pt x="109" y="82"/>
                    <a:pt x="95" y="194"/>
                  </a:cubicBezTo>
                  <a:cubicBezTo>
                    <a:pt x="57" y="490"/>
                    <a:pt x="28" y="788"/>
                    <a:pt x="9" y="1089"/>
                  </a:cubicBezTo>
                  <a:cubicBezTo>
                    <a:pt x="0" y="1212"/>
                    <a:pt x="92" y="1316"/>
                    <a:pt x="214" y="1325"/>
                  </a:cubicBezTo>
                  <a:lnTo>
                    <a:pt x="228" y="1325"/>
                  </a:lnTo>
                  <a:cubicBezTo>
                    <a:pt x="343" y="1325"/>
                    <a:pt x="441" y="1235"/>
                    <a:pt x="450" y="1117"/>
                  </a:cubicBezTo>
                  <a:cubicBezTo>
                    <a:pt x="469" y="826"/>
                    <a:pt x="498" y="538"/>
                    <a:pt x="535" y="251"/>
                  </a:cubicBezTo>
                  <a:cubicBezTo>
                    <a:pt x="550" y="130"/>
                    <a:pt x="465" y="18"/>
                    <a:pt x="343" y="2"/>
                  </a:cubicBezTo>
                  <a:cubicBezTo>
                    <a:pt x="333" y="1"/>
                    <a:pt x="323" y="0"/>
                    <a:pt x="31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1"/>
            <p:cNvSpPr/>
            <p:nvPr/>
          </p:nvSpPr>
          <p:spPr>
            <a:xfrm rot="-3757207">
              <a:off x="1411743" y="1175306"/>
              <a:ext cx="12875" cy="33151"/>
            </a:xfrm>
            <a:custGeom>
              <a:rect b="b" l="l" r="r" t="t"/>
              <a:pathLst>
                <a:path extrusionOk="0" h="1326" w="515">
                  <a:moveTo>
                    <a:pt x="233" y="0"/>
                  </a:moveTo>
                  <a:cubicBezTo>
                    <a:pt x="227" y="0"/>
                    <a:pt x="222" y="0"/>
                    <a:pt x="216" y="1"/>
                  </a:cubicBezTo>
                  <a:cubicBezTo>
                    <a:pt x="94" y="6"/>
                    <a:pt x="1" y="109"/>
                    <a:pt x="7" y="231"/>
                  </a:cubicBezTo>
                  <a:cubicBezTo>
                    <a:pt x="18" y="528"/>
                    <a:pt x="38" y="825"/>
                    <a:pt x="65" y="1122"/>
                  </a:cubicBezTo>
                  <a:cubicBezTo>
                    <a:pt x="75" y="1237"/>
                    <a:pt x="171" y="1325"/>
                    <a:pt x="284" y="1325"/>
                  </a:cubicBezTo>
                  <a:lnTo>
                    <a:pt x="303" y="1325"/>
                  </a:lnTo>
                  <a:cubicBezTo>
                    <a:pt x="425" y="1314"/>
                    <a:pt x="514" y="1206"/>
                    <a:pt x="504" y="1086"/>
                  </a:cubicBezTo>
                  <a:cubicBezTo>
                    <a:pt x="479" y="795"/>
                    <a:pt x="460" y="503"/>
                    <a:pt x="448" y="212"/>
                  </a:cubicBezTo>
                  <a:cubicBezTo>
                    <a:pt x="442" y="94"/>
                    <a:pt x="358" y="0"/>
                    <a:pt x="23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1"/>
            <p:cNvSpPr/>
            <p:nvPr/>
          </p:nvSpPr>
          <p:spPr>
            <a:xfrm rot="-3757207">
              <a:off x="1298676" y="1102947"/>
              <a:ext cx="19326" cy="32076"/>
            </a:xfrm>
            <a:custGeom>
              <a:rect b="b" l="l" r="r" t="t"/>
              <a:pathLst>
                <a:path extrusionOk="0" h="1283" w="773">
                  <a:moveTo>
                    <a:pt x="522" y="1"/>
                  </a:moveTo>
                  <a:cubicBezTo>
                    <a:pt x="433" y="1"/>
                    <a:pt x="350" y="56"/>
                    <a:pt x="316" y="144"/>
                  </a:cubicBezTo>
                  <a:cubicBezTo>
                    <a:pt x="211" y="420"/>
                    <a:pt x="116" y="707"/>
                    <a:pt x="33" y="999"/>
                  </a:cubicBezTo>
                  <a:cubicBezTo>
                    <a:pt x="0" y="1118"/>
                    <a:pt x="67" y="1240"/>
                    <a:pt x="184" y="1274"/>
                  </a:cubicBezTo>
                  <a:cubicBezTo>
                    <a:pt x="203" y="1279"/>
                    <a:pt x="224" y="1282"/>
                    <a:pt x="244" y="1282"/>
                  </a:cubicBezTo>
                  <a:cubicBezTo>
                    <a:pt x="340" y="1282"/>
                    <a:pt x="428" y="1218"/>
                    <a:pt x="457" y="1123"/>
                  </a:cubicBezTo>
                  <a:cubicBezTo>
                    <a:pt x="539" y="843"/>
                    <a:pt x="628" y="566"/>
                    <a:pt x="730" y="301"/>
                  </a:cubicBezTo>
                  <a:cubicBezTo>
                    <a:pt x="773" y="188"/>
                    <a:pt x="716" y="60"/>
                    <a:pt x="601" y="16"/>
                  </a:cubicBezTo>
                  <a:cubicBezTo>
                    <a:pt x="575" y="6"/>
                    <a:pt x="548" y="1"/>
                    <a:pt x="522"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1"/>
            <p:cNvSpPr/>
            <p:nvPr/>
          </p:nvSpPr>
          <p:spPr>
            <a:xfrm rot="-3757207">
              <a:off x="1861364" y="1233161"/>
              <a:ext cx="25176" cy="29276"/>
            </a:xfrm>
            <a:custGeom>
              <a:rect b="b" l="l" r="r" t="t"/>
              <a:pathLst>
                <a:path extrusionOk="0" h="1171" w="1007">
                  <a:moveTo>
                    <a:pt x="251" y="1"/>
                  </a:moveTo>
                  <a:cubicBezTo>
                    <a:pt x="209" y="1"/>
                    <a:pt x="166" y="13"/>
                    <a:pt x="128" y="39"/>
                  </a:cubicBezTo>
                  <a:cubicBezTo>
                    <a:pt x="26" y="108"/>
                    <a:pt x="0" y="244"/>
                    <a:pt x="68" y="347"/>
                  </a:cubicBezTo>
                  <a:cubicBezTo>
                    <a:pt x="235" y="590"/>
                    <a:pt x="404" y="836"/>
                    <a:pt x="576" y="1077"/>
                  </a:cubicBezTo>
                  <a:cubicBezTo>
                    <a:pt x="618" y="1136"/>
                    <a:pt x="688" y="1170"/>
                    <a:pt x="756" y="1170"/>
                  </a:cubicBezTo>
                  <a:cubicBezTo>
                    <a:pt x="801" y="1170"/>
                    <a:pt x="845" y="1158"/>
                    <a:pt x="884" y="1129"/>
                  </a:cubicBezTo>
                  <a:cubicBezTo>
                    <a:pt x="983" y="1058"/>
                    <a:pt x="1007" y="921"/>
                    <a:pt x="937" y="822"/>
                  </a:cubicBezTo>
                  <a:cubicBezTo>
                    <a:pt x="766" y="582"/>
                    <a:pt x="598" y="341"/>
                    <a:pt x="434" y="98"/>
                  </a:cubicBezTo>
                  <a:cubicBezTo>
                    <a:pt x="391" y="35"/>
                    <a:pt x="321" y="1"/>
                    <a:pt x="251"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1"/>
            <p:cNvSpPr/>
            <p:nvPr/>
          </p:nvSpPr>
          <p:spPr>
            <a:xfrm rot="-3757207">
              <a:off x="1599757" y="1228975"/>
              <a:ext cx="19476" cy="32076"/>
            </a:xfrm>
            <a:custGeom>
              <a:rect b="b" l="l" r="r" t="t"/>
              <a:pathLst>
                <a:path extrusionOk="0" h="1283" w="779">
                  <a:moveTo>
                    <a:pt x="250" y="1"/>
                  </a:moveTo>
                  <a:cubicBezTo>
                    <a:pt x="227" y="1"/>
                    <a:pt x="204" y="4"/>
                    <a:pt x="180" y="12"/>
                  </a:cubicBezTo>
                  <a:cubicBezTo>
                    <a:pt x="63" y="49"/>
                    <a:pt x="0" y="175"/>
                    <a:pt x="39" y="290"/>
                  </a:cubicBezTo>
                  <a:cubicBezTo>
                    <a:pt x="129" y="571"/>
                    <a:pt x="224" y="853"/>
                    <a:pt x="322" y="1134"/>
                  </a:cubicBezTo>
                  <a:cubicBezTo>
                    <a:pt x="353" y="1224"/>
                    <a:pt x="438" y="1283"/>
                    <a:pt x="531" y="1283"/>
                  </a:cubicBezTo>
                  <a:cubicBezTo>
                    <a:pt x="556" y="1283"/>
                    <a:pt x="580" y="1278"/>
                    <a:pt x="603" y="1270"/>
                  </a:cubicBezTo>
                  <a:cubicBezTo>
                    <a:pt x="719" y="1229"/>
                    <a:pt x="779" y="1104"/>
                    <a:pt x="740" y="988"/>
                  </a:cubicBezTo>
                  <a:cubicBezTo>
                    <a:pt x="643" y="710"/>
                    <a:pt x="549" y="432"/>
                    <a:pt x="458" y="154"/>
                  </a:cubicBezTo>
                  <a:cubicBezTo>
                    <a:pt x="429" y="60"/>
                    <a:pt x="344" y="1"/>
                    <a:pt x="25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1"/>
            <p:cNvSpPr/>
            <p:nvPr/>
          </p:nvSpPr>
          <p:spPr>
            <a:xfrm rot="-3757207">
              <a:off x="1795919" y="1239057"/>
              <a:ext cx="24001" cy="30126"/>
            </a:xfrm>
            <a:custGeom>
              <a:rect b="b" l="l" r="r" t="t"/>
              <a:pathLst>
                <a:path extrusionOk="0" h="1205" w="960">
                  <a:moveTo>
                    <a:pt x="253" y="0"/>
                  </a:moveTo>
                  <a:cubicBezTo>
                    <a:pt x="215" y="0"/>
                    <a:pt x="177" y="10"/>
                    <a:pt x="143" y="30"/>
                  </a:cubicBezTo>
                  <a:cubicBezTo>
                    <a:pt x="36" y="92"/>
                    <a:pt x="1" y="227"/>
                    <a:pt x="63" y="334"/>
                  </a:cubicBezTo>
                  <a:cubicBezTo>
                    <a:pt x="212" y="590"/>
                    <a:pt x="364" y="844"/>
                    <a:pt x="518" y="1098"/>
                  </a:cubicBezTo>
                  <a:cubicBezTo>
                    <a:pt x="561" y="1165"/>
                    <a:pt x="633" y="1204"/>
                    <a:pt x="708" y="1204"/>
                  </a:cubicBezTo>
                  <a:cubicBezTo>
                    <a:pt x="747" y="1204"/>
                    <a:pt x="788" y="1193"/>
                    <a:pt x="823" y="1172"/>
                  </a:cubicBezTo>
                  <a:cubicBezTo>
                    <a:pt x="928" y="1108"/>
                    <a:pt x="959" y="972"/>
                    <a:pt x="896" y="867"/>
                  </a:cubicBezTo>
                  <a:cubicBezTo>
                    <a:pt x="744" y="616"/>
                    <a:pt x="595" y="363"/>
                    <a:pt x="446" y="111"/>
                  </a:cubicBezTo>
                  <a:cubicBezTo>
                    <a:pt x="404" y="40"/>
                    <a:pt x="329" y="0"/>
                    <a:pt x="25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1"/>
            <p:cNvSpPr/>
            <p:nvPr/>
          </p:nvSpPr>
          <p:spPr>
            <a:xfrm rot="-3757207">
              <a:off x="1730292" y="1240291"/>
              <a:ext cx="22676" cy="30801"/>
            </a:xfrm>
            <a:custGeom>
              <a:rect b="b" l="l" r="r" t="t"/>
              <a:pathLst>
                <a:path extrusionOk="0" h="1232" w="907">
                  <a:moveTo>
                    <a:pt x="251" y="0"/>
                  </a:moveTo>
                  <a:cubicBezTo>
                    <a:pt x="219" y="0"/>
                    <a:pt x="186" y="7"/>
                    <a:pt x="155" y="22"/>
                  </a:cubicBezTo>
                  <a:cubicBezTo>
                    <a:pt x="44" y="76"/>
                    <a:pt x="0" y="209"/>
                    <a:pt x="53" y="318"/>
                  </a:cubicBezTo>
                  <a:cubicBezTo>
                    <a:pt x="185" y="585"/>
                    <a:pt x="317" y="849"/>
                    <a:pt x="456" y="1113"/>
                  </a:cubicBezTo>
                  <a:cubicBezTo>
                    <a:pt x="495" y="1189"/>
                    <a:pt x="573" y="1232"/>
                    <a:pt x="653" y="1232"/>
                  </a:cubicBezTo>
                  <a:cubicBezTo>
                    <a:pt x="687" y="1232"/>
                    <a:pt x="722" y="1223"/>
                    <a:pt x="755" y="1206"/>
                  </a:cubicBezTo>
                  <a:cubicBezTo>
                    <a:pt x="864" y="1149"/>
                    <a:pt x="907" y="1018"/>
                    <a:pt x="848" y="908"/>
                  </a:cubicBezTo>
                  <a:cubicBezTo>
                    <a:pt x="712" y="649"/>
                    <a:pt x="580" y="387"/>
                    <a:pt x="450" y="124"/>
                  </a:cubicBezTo>
                  <a:cubicBezTo>
                    <a:pt x="411" y="45"/>
                    <a:pt x="333" y="0"/>
                    <a:pt x="251"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1"/>
            <p:cNvSpPr/>
            <p:nvPr/>
          </p:nvSpPr>
          <p:spPr>
            <a:xfrm rot="-3757207">
              <a:off x="1664737" y="1236977"/>
              <a:ext cx="21201" cy="31501"/>
            </a:xfrm>
            <a:custGeom>
              <a:rect b="b" l="l" r="r" t="t"/>
              <a:pathLst>
                <a:path extrusionOk="0" h="1260" w="848">
                  <a:moveTo>
                    <a:pt x="253" y="1"/>
                  </a:moveTo>
                  <a:cubicBezTo>
                    <a:pt x="225" y="1"/>
                    <a:pt x="197" y="6"/>
                    <a:pt x="169" y="17"/>
                  </a:cubicBezTo>
                  <a:cubicBezTo>
                    <a:pt x="56" y="63"/>
                    <a:pt x="1" y="193"/>
                    <a:pt x="49" y="307"/>
                  </a:cubicBezTo>
                  <a:cubicBezTo>
                    <a:pt x="159" y="580"/>
                    <a:pt x="276" y="854"/>
                    <a:pt x="392" y="1126"/>
                  </a:cubicBezTo>
                  <a:cubicBezTo>
                    <a:pt x="427" y="1210"/>
                    <a:pt x="510" y="1260"/>
                    <a:pt x="596" y="1260"/>
                  </a:cubicBezTo>
                  <a:cubicBezTo>
                    <a:pt x="626" y="1260"/>
                    <a:pt x="654" y="1254"/>
                    <a:pt x="684" y="1243"/>
                  </a:cubicBezTo>
                  <a:cubicBezTo>
                    <a:pt x="796" y="1194"/>
                    <a:pt x="847" y="1062"/>
                    <a:pt x="800" y="952"/>
                  </a:cubicBezTo>
                  <a:cubicBezTo>
                    <a:pt x="681" y="682"/>
                    <a:pt x="568" y="410"/>
                    <a:pt x="457" y="139"/>
                  </a:cubicBezTo>
                  <a:cubicBezTo>
                    <a:pt x="423" y="53"/>
                    <a:pt x="340" y="1"/>
                    <a:pt x="25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1"/>
            <p:cNvSpPr/>
            <p:nvPr/>
          </p:nvSpPr>
          <p:spPr>
            <a:xfrm rot="-3757207">
              <a:off x="1470656" y="1200065"/>
              <a:ext cx="15000" cy="28401"/>
            </a:xfrm>
            <a:custGeom>
              <a:rect b="b" l="l" r="r" t="t"/>
              <a:pathLst>
                <a:path extrusionOk="0" h="1136" w="600">
                  <a:moveTo>
                    <a:pt x="240" y="1"/>
                  </a:moveTo>
                  <a:cubicBezTo>
                    <a:pt x="228" y="1"/>
                    <a:pt x="215" y="2"/>
                    <a:pt x="203" y="4"/>
                  </a:cubicBezTo>
                  <a:cubicBezTo>
                    <a:pt x="82" y="24"/>
                    <a:pt x="0" y="138"/>
                    <a:pt x="18" y="258"/>
                  </a:cubicBezTo>
                  <a:cubicBezTo>
                    <a:pt x="62" y="539"/>
                    <a:pt x="112" y="817"/>
                    <a:pt x="173" y="1136"/>
                  </a:cubicBezTo>
                  <a:lnTo>
                    <a:pt x="390" y="1095"/>
                  </a:lnTo>
                  <a:lnTo>
                    <a:pt x="600" y="1011"/>
                  </a:lnTo>
                  <a:cubicBezTo>
                    <a:pt x="549" y="739"/>
                    <a:pt x="501" y="462"/>
                    <a:pt x="457" y="187"/>
                  </a:cubicBezTo>
                  <a:cubicBezTo>
                    <a:pt x="439" y="79"/>
                    <a:pt x="345" y="1"/>
                    <a:pt x="2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38" name="Shape 4638"/>
        <p:cNvGrpSpPr/>
        <p:nvPr/>
      </p:nvGrpSpPr>
      <p:grpSpPr>
        <a:xfrm>
          <a:off x="0" y="0"/>
          <a:ext cx="0" cy="0"/>
          <a:chOff x="0" y="0"/>
          <a:chExt cx="0" cy="0"/>
        </a:xfrm>
      </p:grpSpPr>
      <p:sp>
        <p:nvSpPr>
          <p:cNvPr id="4639" name="Google Shape;4639;p62"/>
          <p:cNvSpPr txBox="1"/>
          <p:nvPr>
            <p:ph type="title"/>
          </p:nvPr>
        </p:nvSpPr>
        <p:spPr>
          <a:xfrm>
            <a:off x="1284300" y="1454250"/>
            <a:ext cx="18378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Is it female...</a:t>
            </a:r>
            <a:endParaRPr/>
          </a:p>
        </p:txBody>
      </p:sp>
      <p:sp>
        <p:nvSpPr>
          <p:cNvPr id="4640" name="Google Shape;4640;p62"/>
          <p:cNvSpPr txBox="1"/>
          <p:nvPr>
            <p:ph idx="2" type="subTitle"/>
          </p:nvPr>
        </p:nvSpPr>
        <p:spPr>
          <a:xfrm>
            <a:off x="1284300" y="1837325"/>
            <a:ext cx="1837800" cy="612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 cold place</a:t>
            </a:r>
            <a:endParaRPr/>
          </a:p>
        </p:txBody>
      </p:sp>
      <p:sp>
        <p:nvSpPr>
          <p:cNvPr id="4641" name="Google Shape;4641;p62"/>
          <p:cNvSpPr txBox="1"/>
          <p:nvPr>
            <p:ph idx="3" type="title"/>
          </p:nvPr>
        </p:nvSpPr>
        <p:spPr>
          <a:xfrm>
            <a:off x="3935274" y="1454250"/>
            <a:ext cx="18378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Or male?</a:t>
            </a:r>
            <a:endParaRPr/>
          </a:p>
        </p:txBody>
      </p:sp>
      <p:sp>
        <p:nvSpPr>
          <p:cNvPr id="4642" name="Google Shape;4642;p62"/>
          <p:cNvSpPr txBox="1"/>
          <p:nvPr>
            <p:ph idx="4" type="subTitle"/>
          </p:nvPr>
        </p:nvSpPr>
        <p:spPr>
          <a:xfrm>
            <a:off x="3935275" y="1837325"/>
            <a:ext cx="1837800" cy="612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This is the planet where we all live on</a:t>
            </a:r>
            <a:endParaRPr/>
          </a:p>
        </p:txBody>
      </p:sp>
      <p:sp>
        <p:nvSpPr>
          <p:cNvPr id="4643" name="Google Shape;4643;p62"/>
          <p:cNvSpPr txBox="1"/>
          <p:nvPr>
            <p:ph idx="5" type="title"/>
          </p:nvPr>
        </p:nvSpPr>
        <p:spPr>
          <a:xfrm>
            <a:off x="1284300" y="2887650"/>
            <a:ext cx="18378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magnetism</a:t>
            </a:r>
            <a:endParaRPr/>
          </a:p>
        </p:txBody>
      </p:sp>
      <p:sp>
        <p:nvSpPr>
          <p:cNvPr id="4644" name="Google Shape;4644;p62"/>
          <p:cNvSpPr txBox="1"/>
          <p:nvPr>
            <p:ph idx="6" type="subTitle"/>
          </p:nvPr>
        </p:nvSpPr>
        <p:spPr>
          <a:xfrm>
            <a:off x="1284300" y="3270775"/>
            <a:ext cx="1837800" cy="612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 </a:t>
            </a:r>
            <a:r>
              <a:rPr lang="en"/>
              <a:t>was named after the Roman god</a:t>
            </a:r>
            <a:endParaRPr/>
          </a:p>
          <a:p>
            <a:pPr indent="0" lvl="0" marL="0" rtl="0" algn="ctr">
              <a:spcBef>
                <a:spcPts val="1600"/>
              </a:spcBef>
              <a:spcAft>
                <a:spcPts val="1600"/>
              </a:spcAft>
              <a:buNone/>
            </a:pPr>
            <a:r>
              <a:t/>
            </a:r>
            <a:endParaRPr/>
          </a:p>
        </p:txBody>
      </p:sp>
      <p:sp>
        <p:nvSpPr>
          <p:cNvPr id="4645" name="Google Shape;4645;p62"/>
          <p:cNvSpPr txBox="1"/>
          <p:nvPr>
            <p:ph idx="7" type="title"/>
          </p:nvPr>
        </p:nvSpPr>
        <p:spPr>
          <a:xfrm>
            <a:off x="3935274" y="2887650"/>
            <a:ext cx="18378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School potion</a:t>
            </a:r>
            <a:endParaRPr/>
          </a:p>
        </p:txBody>
      </p:sp>
      <p:sp>
        <p:nvSpPr>
          <p:cNvPr id="4646" name="Google Shape;4646;p62"/>
          <p:cNvSpPr txBox="1"/>
          <p:nvPr>
            <p:ph idx="8" type="subTitle"/>
          </p:nvPr>
        </p:nvSpPr>
        <p:spPr>
          <a:xfrm>
            <a:off x="3935275" y="3270775"/>
            <a:ext cx="1837800" cy="612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is a gas giant and the biggest</a:t>
            </a:r>
            <a:endParaRPr/>
          </a:p>
        </p:txBody>
      </p:sp>
      <p:sp>
        <p:nvSpPr>
          <p:cNvPr id="4647" name="Google Shape;4647;p62"/>
          <p:cNvSpPr txBox="1"/>
          <p:nvPr>
            <p:ph idx="9" type="title"/>
          </p:nvPr>
        </p:nvSpPr>
        <p:spPr>
          <a:xfrm>
            <a:off x="6586250" y="1454250"/>
            <a:ext cx="18378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School clock</a:t>
            </a:r>
            <a:endParaRPr/>
          </a:p>
        </p:txBody>
      </p:sp>
      <p:sp>
        <p:nvSpPr>
          <p:cNvPr id="4648" name="Google Shape;4648;p62"/>
          <p:cNvSpPr txBox="1"/>
          <p:nvPr>
            <p:ph idx="13" type="subTitle"/>
          </p:nvPr>
        </p:nvSpPr>
        <p:spPr>
          <a:xfrm>
            <a:off x="6586252" y="1837325"/>
            <a:ext cx="1837800" cy="612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is the second planet from the Sun</a:t>
            </a:r>
            <a:endParaRPr/>
          </a:p>
        </p:txBody>
      </p:sp>
      <p:sp>
        <p:nvSpPr>
          <p:cNvPr id="4649" name="Google Shape;4649;p62"/>
          <p:cNvSpPr txBox="1"/>
          <p:nvPr>
            <p:ph idx="14" type="title"/>
          </p:nvPr>
        </p:nvSpPr>
        <p:spPr>
          <a:xfrm>
            <a:off x="6586250" y="2887650"/>
            <a:ext cx="18378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School bell</a:t>
            </a:r>
            <a:endParaRPr/>
          </a:p>
        </p:txBody>
      </p:sp>
      <p:sp>
        <p:nvSpPr>
          <p:cNvPr id="4650" name="Google Shape;4650;p62"/>
          <p:cNvSpPr txBox="1"/>
          <p:nvPr>
            <p:ph idx="15" type="subTitle"/>
          </p:nvPr>
        </p:nvSpPr>
        <p:spPr>
          <a:xfrm>
            <a:off x="6586252" y="3270775"/>
            <a:ext cx="1837800" cy="612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Pluto is considered a dwarf planet</a:t>
            </a:r>
            <a:endParaRPr/>
          </a:p>
        </p:txBody>
      </p:sp>
      <p:sp>
        <p:nvSpPr>
          <p:cNvPr id="4651" name="Google Shape;4651;p62"/>
          <p:cNvSpPr txBox="1"/>
          <p:nvPr>
            <p:ph idx="16"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Gathering </a:t>
            </a:r>
            <a:r>
              <a:rPr b="1" lang="en">
                <a:solidFill>
                  <a:schemeClr val="accent4"/>
                </a:solidFill>
              </a:rPr>
              <a:t>evidence</a:t>
            </a:r>
            <a:endParaRPr b="1">
              <a:solidFill>
                <a:schemeClr val="accent4"/>
              </a:solidFill>
            </a:endParaRPr>
          </a:p>
        </p:txBody>
      </p:sp>
      <p:sp>
        <p:nvSpPr>
          <p:cNvPr id="4652" name="Google Shape;4652;p62"/>
          <p:cNvSpPr txBox="1"/>
          <p:nvPr>
            <p:ph idx="1" type="subTitle"/>
          </p:nvPr>
        </p:nvSpPr>
        <p:spPr>
          <a:xfrm>
            <a:off x="7084550" y="4208775"/>
            <a:ext cx="913800" cy="394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hlink"/>
                </a:solidFill>
              </a:rPr>
              <a:t>Progress:</a:t>
            </a:r>
            <a:endParaRPr/>
          </a:p>
        </p:txBody>
      </p:sp>
      <p:sp>
        <p:nvSpPr>
          <p:cNvPr id="4653" name="Google Shape;4653;p62"/>
          <p:cNvSpPr/>
          <p:nvPr/>
        </p:nvSpPr>
        <p:spPr>
          <a:xfrm>
            <a:off x="720000" y="1454250"/>
            <a:ext cx="564300" cy="5643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28575">
              <a:schemeClr val="accen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2"/>
          <p:cNvSpPr/>
          <p:nvPr/>
        </p:nvSpPr>
        <p:spPr>
          <a:xfrm>
            <a:off x="720000" y="2887650"/>
            <a:ext cx="564300" cy="5643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28575">
              <a:schemeClr val="accen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2"/>
          <p:cNvSpPr/>
          <p:nvPr/>
        </p:nvSpPr>
        <p:spPr>
          <a:xfrm>
            <a:off x="3370975" y="1454250"/>
            <a:ext cx="564300" cy="5643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28575">
              <a:schemeClr val="accen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2"/>
          <p:cNvSpPr/>
          <p:nvPr/>
        </p:nvSpPr>
        <p:spPr>
          <a:xfrm>
            <a:off x="3370975" y="2887650"/>
            <a:ext cx="564300" cy="5643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28575">
              <a:schemeClr val="accen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2"/>
          <p:cNvSpPr/>
          <p:nvPr/>
        </p:nvSpPr>
        <p:spPr>
          <a:xfrm>
            <a:off x="6021950" y="1454250"/>
            <a:ext cx="564300" cy="5643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28575">
              <a:schemeClr val="accen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2"/>
          <p:cNvSpPr/>
          <p:nvPr/>
        </p:nvSpPr>
        <p:spPr>
          <a:xfrm>
            <a:off x="6021950" y="2887650"/>
            <a:ext cx="564300" cy="5643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28575">
              <a:schemeClr val="accen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59" name="Google Shape;4659;p62"/>
          <p:cNvGrpSpPr/>
          <p:nvPr/>
        </p:nvGrpSpPr>
        <p:grpSpPr>
          <a:xfrm>
            <a:off x="8088625" y="4181722"/>
            <a:ext cx="331451" cy="416850"/>
            <a:chOff x="8088625" y="4181722"/>
            <a:chExt cx="331451" cy="416850"/>
          </a:xfrm>
        </p:grpSpPr>
        <p:sp>
          <p:nvSpPr>
            <p:cNvPr id="4660" name="Google Shape;4660;p62"/>
            <p:cNvSpPr/>
            <p:nvPr/>
          </p:nvSpPr>
          <p:spPr>
            <a:xfrm>
              <a:off x="8363841" y="4363878"/>
              <a:ext cx="50100" cy="74211"/>
            </a:xfrm>
            <a:custGeom>
              <a:rect b="b" l="l" r="r" t="t"/>
              <a:pathLst>
                <a:path extrusionOk="0" h="5691" w="3842">
                  <a:moveTo>
                    <a:pt x="420" y="1"/>
                  </a:moveTo>
                  <a:lnTo>
                    <a:pt x="1" y="5690"/>
                  </a:lnTo>
                  <a:lnTo>
                    <a:pt x="277" y="5690"/>
                  </a:lnTo>
                  <a:cubicBezTo>
                    <a:pt x="2246" y="5690"/>
                    <a:pt x="3840" y="4094"/>
                    <a:pt x="3842" y="2129"/>
                  </a:cubicBezTo>
                  <a:lnTo>
                    <a:pt x="3842" y="1918"/>
                  </a:lnTo>
                  <a:cubicBezTo>
                    <a:pt x="3842" y="859"/>
                    <a:pt x="2982" y="1"/>
                    <a:pt x="1925"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2"/>
            <p:cNvSpPr/>
            <p:nvPr/>
          </p:nvSpPr>
          <p:spPr>
            <a:xfrm>
              <a:off x="8094689" y="4363878"/>
              <a:ext cx="50126" cy="74211"/>
            </a:xfrm>
            <a:custGeom>
              <a:rect b="b" l="l" r="r" t="t"/>
              <a:pathLst>
                <a:path extrusionOk="0" h="5691" w="3844">
                  <a:moveTo>
                    <a:pt x="1918" y="1"/>
                  </a:moveTo>
                  <a:cubicBezTo>
                    <a:pt x="860" y="1"/>
                    <a:pt x="1" y="859"/>
                    <a:pt x="1" y="1918"/>
                  </a:cubicBezTo>
                  <a:lnTo>
                    <a:pt x="1" y="2129"/>
                  </a:lnTo>
                  <a:cubicBezTo>
                    <a:pt x="1" y="4094"/>
                    <a:pt x="1598" y="5690"/>
                    <a:pt x="3565" y="5690"/>
                  </a:cubicBezTo>
                  <a:lnTo>
                    <a:pt x="3844" y="5690"/>
                  </a:lnTo>
                  <a:lnTo>
                    <a:pt x="3423"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2"/>
            <p:cNvSpPr/>
            <p:nvPr/>
          </p:nvSpPr>
          <p:spPr>
            <a:xfrm>
              <a:off x="8148979" y="4525012"/>
              <a:ext cx="210648" cy="67469"/>
            </a:xfrm>
            <a:custGeom>
              <a:rect b="b" l="l" r="r" t="t"/>
              <a:pathLst>
                <a:path extrusionOk="0" h="5174" w="16154">
                  <a:moveTo>
                    <a:pt x="3516" y="1"/>
                  </a:moveTo>
                  <a:lnTo>
                    <a:pt x="3516" y="1632"/>
                  </a:lnTo>
                  <a:cubicBezTo>
                    <a:pt x="3516" y="2541"/>
                    <a:pt x="2995" y="3370"/>
                    <a:pt x="2175" y="3763"/>
                  </a:cubicBezTo>
                  <a:lnTo>
                    <a:pt x="247" y="4689"/>
                  </a:lnTo>
                  <a:cubicBezTo>
                    <a:pt x="1" y="4806"/>
                    <a:pt x="85" y="5174"/>
                    <a:pt x="358" y="5174"/>
                  </a:cubicBezTo>
                  <a:lnTo>
                    <a:pt x="15798" y="5174"/>
                  </a:lnTo>
                  <a:cubicBezTo>
                    <a:pt x="16070" y="5174"/>
                    <a:pt x="16154" y="4806"/>
                    <a:pt x="15910" y="4689"/>
                  </a:cubicBezTo>
                  <a:lnTo>
                    <a:pt x="13981" y="3763"/>
                  </a:lnTo>
                  <a:cubicBezTo>
                    <a:pt x="13162" y="3370"/>
                    <a:pt x="12640" y="2541"/>
                    <a:pt x="12640" y="1632"/>
                  </a:cubicBezTo>
                  <a:lnTo>
                    <a:pt x="12640" y="1"/>
                  </a:lnTo>
                  <a:cubicBezTo>
                    <a:pt x="11040" y="1096"/>
                    <a:pt x="9275" y="1721"/>
                    <a:pt x="8078" y="1721"/>
                  </a:cubicBezTo>
                  <a:cubicBezTo>
                    <a:pt x="6881" y="1721"/>
                    <a:pt x="5115" y="1096"/>
                    <a:pt x="3516"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2"/>
            <p:cNvSpPr/>
            <p:nvPr/>
          </p:nvSpPr>
          <p:spPr>
            <a:xfrm>
              <a:off x="8132834" y="4217937"/>
              <a:ext cx="242948" cy="329508"/>
            </a:xfrm>
            <a:custGeom>
              <a:rect b="b" l="l" r="r" t="t"/>
              <a:pathLst>
                <a:path extrusionOk="0" h="25269" w="18631">
                  <a:moveTo>
                    <a:pt x="9316" y="1"/>
                  </a:moveTo>
                  <a:cubicBezTo>
                    <a:pt x="4111" y="1"/>
                    <a:pt x="0" y="4424"/>
                    <a:pt x="383" y="9617"/>
                  </a:cubicBezTo>
                  <a:lnTo>
                    <a:pt x="993" y="17887"/>
                  </a:lnTo>
                  <a:cubicBezTo>
                    <a:pt x="1315" y="22248"/>
                    <a:pt x="6690" y="25268"/>
                    <a:pt x="9317" y="25268"/>
                  </a:cubicBezTo>
                  <a:cubicBezTo>
                    <a:pt x="11946" y="25268"/>
                    <a:pt x="17321" y="22246"/>
                    <a:pt x="17643" y="17887"/>
                  </a:cubicBezTo>
                  <a:lnTo>
                    <a:pt x="18248" y="9617"/>
                  </a:lnTo>
                  <a:cubicBezTo>
                    <a:pt x="18630" y="4424"/>
                    <a:pt x="14522" y="1"/>
                    <a:pt x="9316"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2"/>
            <p:cNvSpPr/>
            <p:nvPr/>
          </p:nvSpPr>
          <p:spPr>
            <a:xfrm>
              <a:off x="8196682" y="4223349"/>
              <a:ext cx="178218" cy="324070"/>
            </a:xfrm>
            <a:custGeom>
              <a:rect b="b" l="l" r="r" t="t"/>
              <a:pathLst>
                <a:path extrusionOk="0" h="24852" w="13667">
                  <a:moveTo>
                    <a:pt x="7123" y="0"/>
                  </a:moveTo>
                  <a:lnTo>
                    <a:pt x="7123" y="0"/>
                  </a:lnTo>
                  <a:cubicBezTo>
                    <a:pt x="9573" y="1751"/>
                    <a:pt x="11094" y="4701"/>
                    <a:pt x="10856" y="7951"/>
                  </a:cubicBezTo>
                  <a:lnTo>
                    <a:pt x="10246" y="16222"/>
                  </a:lnTo>
                  <a:cubicBezTo>
                    <a:pt x="9924" y="20583"/>
                    <a:pt x="4549" y="23603"/>
                    <a:pt x="1922" y="23603"/>
                  </a:cubicBezTo>
                  <a:cubicBezTo>
                    <a:pt x="1376" y="23603"/>
                    <a:pt x="712" y="23473"/>
                    <a:pt x="0" y="23229"/>
                  </a:cubicBezTo>
                  <a:lnTo>
                    <a:pt x="0" y="23229"/>
                  </a:lnTo>
                  <a:cubicBezTo>
                    <a:pt x="1561" y="24263"/>
                    <a:pt x="3258" y="24852"/>
                    <a:pt x="4420" y="24852"/>
                  </a:cubicBezTo>
                  <a:cubicBezTo>
                    <a:pt x="7047" y="24852"/>
                    <a:pt x="12424" y="21830"/>
                    <a:pt x="12744" y="17471"/>
                  </a:cubicBezTo>
                  <a:lnTo>
                    <a:pt x="13354" y="9200"/>
                  </a:lnTo>
                  <a:cubicBezTo>
                    <a:pt x="13667" y="4951"/>
                    <a:pt x="10969" y="1217"/>
                    <a:pt x="7123"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2"/>
            <p:cNvSpPr/>
            <p:nvPr/>
          </p:nvSpPr>
          <p:spPr>
            <a:xfrm>
              <a:off x="8141832" y="4187813"/>
              <a:ext cx="125093" cy="132865"/>
            </a:xfrm>
            <a:custGeom>
              <a:rect b="b" l="l" r="r" t="t"/>
              <a:pathLst>
                <a:path extrusionOk="0" h="10189" w="9593">
                  <a:moveTo>
                    <a:pt x="4083" y="0"/>
                  </a:moveTo>
                  <a:cubicBezTo>
                    <a:pt x="4031" y="0"/>
                    <a:pt x="3985" y="35"/>
                    <a:pt x="3974" y="85"/>
                  </a:cubicBezTo>
                  <a:lnTo>
                    <a:pt x="3509" y="1857"/>
                  </a:lnTo>
                  <a:cubicBezTo>
                    <a:pt x="3500" y="1890"/>
                    <a:pt x="3476" y="1916"/>
                    <a:pt x="3446" y="1929"/>
                  </a:cubicBezTo>
                  <a:cubicBezTo>
                    <a:pt x="3187" y="2038"/>
                    <a:pt x="2948" y="2178"/>
                    <a:pt x="2727" y="2345"/>
                  </a:cubicBezTo>
                  <a:cubicBezTo>
                    <a:pt x="2708" y="2359"/>
                    <a:pt x="2686" y="2367"/>
                    <a:pt x="2663" y="2367"/>
                  </a:cubicBezTo>
                  <a:cubicBezTo>
                    <a:pt x="2654" y="2367"/>
                    <a:pt x="2645" y="2366"/>
                    <a:pt x="2636" y="2364"/>
                  </a:cubicBezTo>
                  <a:lnTo>
                    <a:pt x="869" y="1879"/>
                  </a:lnTo>
                  <a:cubicBezTo>
                    <a:pt x="858" y="1876"/>
                    <a:pt x="848" y="1874"/>
                    <a:pt x="837" y="1874"/>
                  </a:cubicBezTo>
                  <a:cubicBezTo>
                    <a:pt x="798" y="1874"/>
                    <a:pt x="760" y="1895"/>
                    <a:pt x="741" y="1930"/>
                  </a:cubicBezTo>
                  <a:lnTo>
                    <a:pt x="28" y="3166"/>
                  </a:lnTo>
                  <a:cubicBezTo>
                    <a:pt x="2" y="3212"/>
                    <a:pt x="9" y="3268"/>
                    <a:pt x="45" y="3303"/>
                  </a:cubicBezTo>
                  <a:lnTo>
                    <a:pt x="1351" y="4592"/>
                  </a:lnTo>
                  <a:cubicBezTo>
                    <a:pt x="1374" y="4616"/>
                    <a:pt x="1385" y="4647"/>
                    <a:pt x="1381" y="4678"/>
                  </a:cubicBezTo>
                  <a:cubicBezTo>
                    <a:pt x="1365" y="4814"/>
                    <a:pt x="1356" y="4955"/>
                    <a:pt x="1356" y="5094"/>
                  </a:cubicBezTo>
                  <a:cubicBezTo>
                    <a:pt x="1356" y="5235"/>
                    <a:pt x="1365" y="5374"/>
                    <a:pt x="1381" y="5510"/>
                  </a:cubicBezTo>
                  <a:cubicBezTo>
                    <a:pt x="1385" y="5543"/>
                    <a:pt x="1374" y="5574"/>
                    <a:pt x="1351" y="5596"/>
                  </a:cubicBezTo>
                  <a:lnTo>
                    <a:pt x="45" y="6887"/>
                  </a:lnTo>
                  <a:cubicBezTo>
                    <a:pt x="9" y="6922"/>
                    <a:pt x="0" y="6978"/>
                    <a:pt x="28" y="7023"/>
                  </a:cubicBezTo>
                  <a:lnTo>
                    <a:pt x="741" y="8258"/>
                  </a:lnTo>
                  <a:cubicBezTo>
                    <a:pt x="760" y="8294"/>
                    <a:pt x="798" y="8314"/>
                    <a:pt x="837" y="8314"/>
                  </a:cubicBezTo>
                  <a:cubicBezTo>
                    <a:pt x="848" y="8314"/>
                    <a:pt x="858" y="8313"/>
                    <a:pt x="869" y="8310"/>
                  </a:cubicBezTo>
                  <a:lnTo>
                    <a:pt x="2636" y="7826"/>
                  </a:lnTo>
                  <a:cubicBezTo>
                    <a:pt x="2645" y="7824"/>
                    <a:pt x="2654" y="7823"/>
                    <a:pt x="2663" y="7823"/>
                  </a:cubicBezTo>
                  <a:cubicBezTo>
                    <a:pt x="2686" y="7823"/>
                    <a:pt x="2708" y="7830"/>
                    <a:pt x="2727" y="7844"/>
                  </a:cubicBezTo>
                  <a:cubicBezTo>
                    <a:pt x="2946" y="8011"/>
                    <a:pt x="3189" y="8151"/>
                    <a:pt x="3446" y="8260"/>
                  </a:cubicBezTo>
                  <a:cubicBezTo>
                    <a:pt x="3476" y="8273"/>
                    <a:pt x="3500" y="8300"/>
                    <a:pt x="3509" y="8331"/>
                  </a:cubicBezTo>
                  <a:lnTo>
                    <a:pt x="3974" y="10104"/>
                  </a:lnTo>
                  <a:cubicBezTo>
                    <a:pt x="3985" y="10154"/>
                    <a:pt x="4031" y="10188"/>
                    <a:pt x="4083" y="10188"/>
                  </a:cubicBezTo>
                  <a:lnTo>
                    <a:pt x="5511" y="10188"/>
                  </a:lnTo>
                  <a:cubicBezTo>
                    <a:pt x="5562" y="10188"/>
                    <a:pt x="5607" y="10154"/>
                    <a:pt x="5620" y="10104"/>
                  </a:cubicBezTo>
                  <a:lnTo>
                    <a:pt x="6085" y="8331"/>
                  </a:lnTo>
                  <a:cubicBezTo>
                    <a:pt x="6093" y="8300"/>
                    <a:pt x="6116" y="8273"/>
                    <a:pt x="6148" y="8260"/>
                  </a:cubicBezTo>
                  <a:cubicBezTo>
                    <a:pt x="6406" y="8151"/>
                    <a:pt x="6646" y="8011"/>
                    <a:pt x="6867" y="7844"/>
                  </a:cubicBezTo>
                  <a:cubicBezTo>
                    <a:pt x="6884" y="7830"/>
                    <a:pt x="6907" y="7823"/>
                    <a:pt x="6929" y="7823"/>
                  </a:cubicBezTo>
                  <a:cubicBezTo>
                    <a:pt x="6938" y="7823"/>
                    <a:pt x="6947" y="7824"/>
                    <a:pt x="6956" y="7826"/>
                  </a:cubicBezTo>
                  <a:lnTo>
                    <a:pt x="8725" y="8310"/>
                  </a:lnTo>
                  <a:cubicBezTo>
                    <a:pt x="8735" y="8313"/>
                    <a:pt x="8746" y="8314"/>
                    <a:pt x="8756" y="8314"/>
                  </a:cubicBezTo>
                  <a:cubicBezTo>
                    <a:pt x="8795" y="8314"/>
                    <a:pt x="8832" y="8294"/>
                    <a:pt x="8853" y="8258"/>
                  </a:cubicBezTo>
                  <a:lnTo>
                    <a:pt x="9566" y="7023"/>
                  </a:lnTo>
                  <a:cubicBezTo>
                    <a:pt x="9592" y="6978"/>
                    <a:pt x="9584" y="6922"/>
                    <a:pt x="9549" y="6887"/>
                  </a:cubicBezTo>
                  <a:lnTo>
                    <a:pt x="8243" y="5596"/>
                  </a:lnTo>
                  <a:cubicBezTo>
                    <a:pt x="8218" y="5574"/>
                    <a:pt x="8208" y="5543"/>
                    <a:pt x="8211" y="5510"/>
                  </a:cubicBezTo>
                  <a:cubicBezTo>
                    <a:pt x="8230" y="5374"/>
                    <a:pt x="8237" y="5236"/>
                    <a:pt x="8237" y="5094"/>
                  </a:cubicBezTo>
                  <a:cubicBezTo>
                    <a:pt x="8237" y="4954"/>
                    <a:pt x="8228" y="4814"/>
                    <a:pt x="8211" y="4678"/>
                  </a:cubicBezTo>
                  <a:cubicBezTo>
                    <a:pt x="8208" y="4647"/>
                    <a:pt x="8218" y="4616"/>
                    <a:pt x="8243" y="4592"/>
                  </a:cubicBezTo>
                  <a:lnTo>
                    <a:pt x="9549" y="3303"/>
                  </a:lnTo>
                  <a:cubicBezTo>
                    <a:pt x="9584" y="3268"/>
                    <a:pt x="9593" y="3212"/>
                    <a:pt x="9566" y="3166"/>
                  </a:cubicBezTo>
                  <a:lnTo>
                    <a:pt x="8853" y="1930"/>
                  </a:lnTo>
                  <a:cubicBezTo>
                    <a:pt x="8832" y="1895"/>
                    <a:pt x="8795" y="1874"/>
                    <a:pt x="8756" y="1874"/>
                  </a:cubicBezTo>
                  <a:cubicBezTo>
                    <a:pt x="8746" y="1874"/>
                    <a:pt x="8735" y="1876"/>
                    <a:pt x="8725" y="1879"/>
                  </a:cubicBezTo>
                  <a:lnTo>
                    <a:pt x="6956" y="2364"/>
                  </a:lnTo>
                  <a:cubicBezTo>
                    <a:pt x="6947" y="2366"/>
                    <a:pt x="6938" y="2367"/>
                    <a:pt x="6930" y="2367"/>
                  </a:cubicBezTo>
                  <a:cubicBezTo>
                    <a:pt x="6907" y="2367"/>
                    <a:pt x="6884" y="2359"/>
                    <a:pt x="6867" y="2345"/>
                  </a:cubicBezTo>
                  <a:cubicBezTo>
                    <a:pt x="6646" y="2178"/>
                    <a:pt x="6403" y="2038"/>
                    <a:pt x="6148" y="1929"/>
                  </a:cubicBezTo>
                  <a:cubicBezTo>
                    <a:pt x="6116" y="1916"/>
                    <a:pt x="6093" y="1890"/>
                    <a:pt x="6085" y="1857"/>
                  </a:cubicBezTo>
                  <a:lnTo>
                    <a:pt x="5620" y="85"/>
                  </a:lnTo>
                  <a:cubicBezTo>
                    <a:pt x="5607" y="35"/>
                    <a:pt x="5562" y="0"/>
                    <a:pt x="55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2"/>
            <p:cNvSpPr/>
            <p:nvPr/>
          </p:nvSpPr>
          <p:spPr>
            <a:xfrm>
              <a:off x="8186158" y="4212251"/>
              <a:ext cx="80796" cy="108428"/>
            </a:xfrm>
            <a:custGeom>
              <a:rect b="b" l="l" r="r" t="t"/>
              <a:pathLst>
                <a:path extrusionOk="0" h="8315" w="6196">
                  <a:moveTo>
                    <a:pt x="5357" y="0"/>
                  </a:moveTo>
                  <a:cubicBezTo>
                    <a:pt x="5347" y="0"/>
                    <a:pt x="5336" y="2"/>
                    <a:pt x="5326" y="5"/>
                  </a:cubicBezTo>
                  <a:lnTo>
                    <a:pt x="3557" y="490"/>
                  </a:lnTo>
                  <a:cubicBezTo>
                    <a:pt x="3548" y="492"/>
                    <a:pt x="3539" y="493"/>
                    <a:pt x="3531" y="493"/>
                  </a:cubicBezTo>
                  <a:cubicBezTo>
                    <a:pt x="3508" y="493"/>
                    <a:pt x="3485" y="485"/>
                    <a:pt x="3468" y="471"/>
                  </a:cubicBezTo>
                  <a:cubicBezTo>
                    <a:pt x="3344" y="378"/>
                    <a:pt x="3212" y="292"/>
                    <a:pt x="3074" y="217"/>
                  </a:cubicBezTo>
                  <a:lnTo>
                    <a:pt x="3074" y="217"/>
                  </a:lnTo>
                  <a:cubicBezTo>
                    <a:pt x="3303" y="756"/>
                    <a:pt x="3427" y="1351"/>
                    <a:pt x="3427" y="1972"/>
                  </a:cubicBezTo>
                  <a:cubicBezTo>
                    <a:pt x="3427" y="4094"/>
                    <a:pt x="1968" y="5873"/>
                    <a:pt x="1" y="6366"/>
                  </a:cubicBezTo>
                  <a:cubicBezTo>
                    <a:pt x="17" y="6371"/>
                    <a:pt x="34" y="6380"/>
                    <a:pt x="51" y="6386"/>
                  </a:cubicBezTo>
                  <a:cubicBezTo>
                    <a:pt x="81" y="6399"/>
                    <a:pt x="104" y="6426"/>
                    <a:pt x="113" y="6457"/>
                  </a:cubicBezTo>
                  <a:lnTo>
                    <a:pt x="578" y="8231"/>
                  </a:lnTo>
                  <a:cubicBezTo>
                    <a:pt x="591" y="8281"/>
                    <a:pt x="635" y="8314"/>
                    <a:pt x="687" y="8314"/>
                  </a:cubicBezTo>
                  <a:lnTo>
                    <a:pt x="2114" y="8314"/>
                  </a:lnTo>
                  <a:cubicBezTo>
                    <a:pt x="2168" y="8314"/>
                    <a:pt x="2212" y="8281"/>
                    <a:pt x="2225" y="8231"/>
                  </a:cubicBezTo>
                  <a:lnTo>
                    <a:pt x="2688" y="6457"/>
                  </a:lnTo>
                  <a:cubicBezTo>
                    <a:pt x="2699" y="6426"/>
                    <a:pt x="2721" y="6399"/>
                    <a:pt x="2752" y="6386"/>
                  </a:cubicBezTo>
                  <a:cubicBezTo>
                    <a:pt x="3010" y="6277"/>
                    <a:pt x="3251" y="6137"/>
                    <a:pt x="3471" y="5971"/>
                  </a:cubicBezTo>
                  <a:cubicBezTo>
                    <a:pt x="3489" y="5957"/>
                    <a:pt x="3512" y="5949"/>
                    <a:pt x="3535" y="5949"/>
                  </a:cubicBezTo>
                  <a:cubicBezTo>
                    <a:pt x="3544" y="5949"/>
                    <a:pt x="3552" y="5950"/>
                    <a:pt x="3561" y="5952"/>
                  </a:cubicBezTo>
                  <a:lnTo>
                    <a:pt x="5329" y="6437"/>
                  </a:lnTo>
                  <a:cubicBezTo>
                    <a:pt x="5339" y="6440"/>
                    <a:pt x="5350" y="6442"/>
                    <a:pt x="5360" y="6442"/>
                  </a:cubicBezTo>
                  <a:cubicBezTo>
                    <a:pt x="5400" y="6442"/>
                    <a:pt x="5437" y="6421"/>
                    <a:pt x="5456" y="6384"/>
                  </a:cubicBezTo>
                  <a:lnTo>
                    <a:pt x="6171" y="5149"/>
                  </a:lnTo>
                  <a:cubicBezTo>
                    <a:pt x="6195" y="5104"/>
                    <a:pt x="6188" y="5048"/>
                    <a:pt x="6152" y="5013"/>
                  </a:cubicBezTo>
                  <a:lnTo>
                    <a:pt x="4844" y="3722"/>
                  </a:lnTo>
                  <a:cubicBezTo>
                    <a:pt x="4819" y="3700"/>
                    <a:pt x="4809" y="3669"/>
                    <a:pt x="4812" y="3636"/>
                  </a:cubicBezTo>
                  <a:cubicBezTo>
                    <a:pt x="4829" y="3500"/>
                    <a:pt x="4838" y="3361"/>
                    <a:pt x="4838" y="3220"/>
                  </a:cubicBezTo>
                  <a:cubicBezTo>
                    <a:pt x="4838" y="3081"/>
                    <a:pt x="4829" y="2940"/>
                    <a:pt x="4812" y="2804"/>
                  </a:cubicBezTo>
                  <a:cubicBezTo>
                    <a:pt x="4809" y="2773"/>
                    <a:pt x="4819" y="2742"/>
                    <a:pt x="4844" y="2718"/>
                  </a:cubicBezTo>
                  <a:lnTo>
                    <a:pt x="6150" y="1429"/>
                  </a:lnTo>
                  <a:cubicBezTo>
                    <a:pt x="6185" y="1394"/>
                    <a:pt x="6194" y="1338"/>
                    <a:pt x="6167" y="1292"/>
                  </a:cubicBezTo>
                  <a:lnTo>
                    <a:pt x="5454" y="56"/>
                  </a:lnTo>
                  <a:cubicBezTo>
                    <a:pt x="5433" y="21"/>
                    <a:pt x="5396" y="0"/>
                    <a:pt x="5357"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2"/>
            <p:cNvSpPr/>
            <p:nvPr/>
          </p:nvSpPr>
          <p:spPr>
            <a:xfrm>
              <a:off x="8180798" y="4230665"/>
              <a:ext cx="47166" cy="47166"/>
            </a:xfrm>
            <a:custGeom>
              <a:rect b="b" l="l" r="r" t="t"/>
              <a:pathLst>
                <a:path extrusionOk="0" h="3617" w="3617">
                  <a:moveTo>
                    <a:pt x="1808" y="0"/>
                  </a:moveTo>
                  <a:cubicBezTo>
                    <a:pt x="809" y="0"/>
                    <a:pt x="0" y="810"/>
                    <a:pt x="0" y="1808"/>
                  </a:cubicBezTo>
                  <a:cubicBezTo>
                    <a:pt x="0" y="2807"/>
                    <a:pt x="809" y="3616"/>
                    <a:pt x="1808" y="3616"/>
                  </a:cubicBezTo>
                  <a:cubicBezTo>
                    <a:pt x="2807" y="3616"/>
                    <a:pt x="3616" y="2807"/>
                    <a:pt x="3616" y="1808"/>
                  </a:cubicBezTo>
                  <a:cubicBezTo>
                    <a:pt x="3616" y="810"/>
                    <a:pt x="2807" y="0"/>
                    <a:pt x="18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2"/>
            <p:cNvSpPr/>
            <p:nvPr/>
          </p:nvSpPr>
          <p:spPr>
            <a:xfrm>
              <a:off x="8235531" y="4264819"/>
              <a:ext cx="109510" cy="76688"/>
            </a:xfrm>
            <a:custGeom>
              <a:rect b="b" l="l" r="r" t="t"/>
              <a:pathLst>
                <a:path extrusionOk="0" h="5881" w="8398">
                  <a:moveTo>
                    <a:pt x="3662" y="1"/>
                  </a:moveTo>
                  <a:cubicBezTo>
                    <a:pt x="3646" y="1"/>
                    <a:pt x="3630" y="3"/>
                    <a:pt x="3615" y="7"/>
                  </a:cubicBezTo>
                  <a:lnTo>
                    <a:pt x="2612" y="277"/>
                  </a:lnTo>
                  <a:cubicBezTo>
                    <a:pt x="2533" y="298"/>
                    <a:pt x="2480" y="370"/>
                    <a:pt x="2480" y="451"/>
                  </a:cubicBezTo>
                  <a:lnTo>
                    <a:pt x="2488" y="1844"/>
                  </a:lnTo>
                  <a:cubicBezTo>
                    <a:pt x="2488" y="1900"/>
                    <a:pt x="2464" y="1952"/>
                    <a:pt x="2421" y="1986"/>
                  </a:cubicBezTo>
                  <a:cubicBezTo>
                    <a:pt x="2345" y="2046"/>
                    <a:pt x="2270" y="2114"/>
                    <a:pt x="2200" y="2185"/>
                  </a:cubicBezTo>
                  <a:cubicBezTo>
                    <a:pt x="2128" y="2257"/>
                    <a:pt x="2064" y="2330"/>
                    <a:pt x="2000" y="2405"/>
                  </a:cubicBezTo>
                  <a:cubicBezTo>
                    <a:pt x="1966" y="2448"/>
                    <a:pt x="1914" y="2474"/>
                    <a:pt x="1858" y="2474"/>
                  </a:cubicBezTo>
                  <a:lnTo>
                    <a:pt x="465" y="2465"/>
                  </a:lnTo>
                  <a:cubicBezTo>
                    <a:pt x="383" y="2465"/>
                    <a:pt x="313" y="2518"/>
                    <a:pt x="291" y="2597"/>
                  </a:cubicBezTo>
                  <a:lnTo>
                    <a:pt x="22" y="3600"/>
                  </a:lnTo>
                  <a:cubicBezTo>
                    <a:pt x="0" y="3679"/>
                    <a:pt x="36" y="3761"/>
                    <a:pt x="106" y="3803"/>
                  </a:cubicBezTo>
                  <a:lnTo>
                    <a:pt x="1319" y="4493"/>
                  </a:lnTo>
                  <a:cubicBezTo>
                    <a:pt x="1368" y="4520"/>
                    <a:pt x="1399" y="4569"/>
                    <a:pt x="1406" y="4625"/>
                  </a:cubicBezTo>
                  <a:cubicBezTo>
                    <a:pt x="1438" y="4820"/>
                    <a:pt x="1490" y="5012"/>
                    <a:pt x="1560" y="5199"/>
                  </a:cubicBezTo>
                  <a:cubicBezTo>
                    <a:pt x="1579" y="5250"/>
                    <a:pt x="1576" y="5308"/>
                    <a:pt x="1548" y="5357"/>
                  </a:cubicBezTo>
                  <a:lnTo>
                    <a:pt x="1241" y="5880"/>
                  </a:lnTo>
                  <a:lnTo>
                    <a:pt x="7559" y="5880"/>
                  </a:lnTo>
                  <a:cubicBezTo>
                    <a:pt x="7773" y="5880"/>
                    <a:pt x="7970" y="5810"/>
                    <a:pt x="8128" y="5691"/>
                  </a:cubicBezTo>
                  <a:lnTo>
                    <a:pt x="8376" y="4765"/>
                  </a:lnTo>
                  <a:cubicBezTo>
                    <a:pt x="8397" y="4691"/>
                    <a:pt x="8363" y="4609"/>
                    <a:pt x="8293" y="4567"/>
                  </a:cubicBezTo>
                  <a:lnTo>
                    <a:pt x="7080" y="3877"/>
                  </a:lnTo>
                  <a:cubicBezTo>
                    <a:pt x="7031" y="3850"/>
                    <a:pt x="7000" y="3801"/>
                    <a:pt x="6993" y="3745"/>
                  </a:cubicBezTo>
                  <a:cubicBezTo>
                    <a:pt x="6962" y="3550"/>
                    <a:pt x="6909" y="3358"/>
                    <a:pt x="6841" y="3171"/>
                  </a:cubicBezTo>
                  <a:cubicBezTo>
                    <a:pt x="6820" y="3120"/>
                    <a:pt x="6823" y="3062"/>
                    <a:pt x="6851" y="3013"/>
                  </a:cubicBezTo>
                  <a:lnTo>
                    <a:pt x="7554" y="1809"/>
                  </a:lnTo>
                  <a:cubicBezTo>
                    <a:pt x="7595" y="1741"/>
                    <a:pt x="7584" y="1650"/>
                    <a:pt x="7525" y="1593"/>
                  </a:cubicBezTo>
                  <a:lnTo>
                    <a:pt x="6792" y="860"/>
                  </a:lnTo>
                  <a:cubicBezTo>
                    <a:pt x="6757" y="825"/>
                    <a:pt x="6710" y="806"/>
                    <a:pt x="6664" y="806"/>
                  </a:cubicBezTo>
                  <a:cubicBezTo>
                    <a:pt x="6633" y="806"/>
                    <a:pt x="6602" y="814"/>
                    <a:pt x="6575" y="831"/>
                  </a:cubicBezTo>
                  <a:lnTo>
                    <a:pt x="5371" y="1534"/>
                  </a:lnTo>
                  <a:cubicBezTo>
                    <a:pt x="5344" y="1550"/>
                    <a:pt x="5313" y="1558"/>
                    <a:pt x="5283" y="1558"/>
                  </a:cubicBezTo>
                  <a:cubicBezTo>
                    <a:pt x="5259" y="1558"/>
                    <a:pt x="5236" y="1553"/>
                    <a:pt x="5213" y="1544"/>
                  </a:cubicBezTo>
                  <a:cubicBezTo>
                    <a:pt x="5027" y="1472"/>
                    <a:pt x="4834" y="1422"/>
                    <a:pt x="4639" y="1392"/>
                  </a:cubicBezTo>
                  <a:cubicBezTo>
                    <a:pt x="4583" y="1383"/>
                    <a:pt x="4535" y="1350"/>
                    <a:pt x="4509" y="1304"/>
                  </a:cubicBezTo>
                  <a:lnTo>
                    <a:pt x="3817" y="92"/>
                  </a:lnTo>
                  <a:cubicBezTo>
                    <a:pt x="3785" y="34"/>
                    <a:pt x="3725" y="1"/>
                    <a:pt x="3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2"/>
            <p:cNvSpPr/>
            <p:nvPr/>
          </p:nvSpPr>
          <p:spPr>
            <a:xfrm>
              <a:off x="8277067" y="4306224"/>
              <a:ext cx="26458" cy="26432"/>
            </a:xfrm>
            <a:custGeom>
              <a:rect b="b" l="l" r="r" t="t"/>
              <a:pathLst>
                <a:path extrusionOk="0" h="2027" w="2029">
                  <a:moveTo>
                    <a:pt x="1015" y="1"/>
                  </a:moveTo>
                  <a:cubicBezTo>
                    <a:pt x="454" y="1"/>
                    <a:pt x="1" y="454"/>
                    <a:pt x="1" y="1014"/>
                  </a:cubicBezTo>
                  <a:cubicBezTo>
                    <a:pt x="1" y="1573"/>
                    <a:pt x="454" y="2027"/>
                    <a:pt x="1015" y="2027"/>
                  </a:cubicBezTo>
                  <a:cubicBezTo>
                    <a:pt x="1575" y="2027"/>
                    <a:pt x="2028" y="1573"/>
                    <a:pt x="2028" y="1014"/>
                  </a:cubicBezTo>
                  <a:cubicBezTo>
                    <a:pt x="2028" y="454"/>
                    <a:pt x="1575" y="1"/>
                    <a:pt x="10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2"/>
            <p:cNvSpPr/>
            <p:nvPr/>
          </p:nvSpPr>
          <p:spPr>
            <a:xfrm>
              <a:off x="8280810" y="4275330"/>
              <a:ext cx="64235" cy="66139"/>
            </a:xfrm>
            <a:custGeom>
              <a:rect b="b" l="l" r="r" t="t"/>
              <a:pathLst>
                <a:path extrusionOk="0" h="5072" w="4926">
                  <a:moveTo>
                    <a:pt x="3192" y="0"/>
                  </a:moveTo>
                  <a:cubicBezTo>
                    <a:pt x="3161" y="0"/>
                    <a:pt x="3130" y="8"/>
                    <a:pt x="3103" y="25"/>
                  </a:cubicBezTo>
                  <a:lnTo>
                    <a:pt x="1899" y="728"/>
                  </a:lnTo>
                  <a:cubicBezTo>
                    <a:pt x="1872" y="744"/>
                    <a:pt x="1841" y="752"/>
                    <a:pt x="1811" y="752"/>
                  </a:cubicBezTo>
                  <a:cubicBezTo>
                    <a:pt x="1787" y="752"/>
                    <a:pt x="1764" y="747"/>
                    <a:pt x="1741" y="738"/>
                  </a:cubicBezTo>
                  <a:cubicBezTo>
                    <a:pt x="1721" y="731"/>
                    <a:pt x="1700" y="722"/>
                    <a:pt x="1680" y="715"/>
                  </a:cubicBezTo>
                  <a:lnTo>
                    <a:pt x="1680" y="715"/>
                  </a:lnTo>
                  <a:cubicBezTo>
                    <a:pt x="2272" y="1899"/>
                    <a:pt x="2074" y="3375"/>
                    <a:pt x="1088" y="4361"/>
                  </a:cubicBezTo>
                  <a:cubicBezTo>
                    <a:pt x="768" y="4681"/>
                    <a:pt x="398" y="4918"/>
                    <a:pt x="1" y="5071"/>
                  </a:cubicBezTo>
                  <a:lnTo>
                    <a:pt x="4087" y="5071"/>
                  </a:lnTo>
                  <a:cubicBezTo>
                    <a:pt x="4301" y="5071"/>
                    <a:pt x="4498" y="5003"/>
                    <a:pt x="4656" y="4884"/>
                  </a:cubicBezTo>
                  <a:lnTo>
                    <a:pt x="4904" y="3958"/>
                  </a:lnTo>
                  <a:cubicBezTo>
                    <a:pt x="4925" y="3885"/>
                    <a:pt x="4891" y="3803"/>
                    <a:pt x="4821" y="3761"/>
                  </a:cubicBezTo>
                  <a:lnTo>
                    <a:pt x="3608" y="3071"/>
                  </a:lnTo>
                  <a:cubicBezTo>
                    <a:pt x="3559" y="3044"/>
                    <a:pt x="3528" y="2995"/>
                    <a:pt x="3521" y="2939"/>
                  </a:cubicBezTo>
                  <a:cubicBezTo>
                    <a:pt x="3490" y="2744"/>
                    <a:pt x="3437" y="2552"/>
                    <a:pt x="3369" y="2365"/>
                  </a:cubicBezTo>
                  <a:cubicBezTo>
                    <a:pt x="3348" y="2314"/>
                    <a:pt x="3351" y="2256"/>
                    <a:pt x="3379" y="2207"/>
                  </a:cubicBezTo>
                  <a:lnTo>
                    <a:pt x="4082" y="1003"/>
                  </a:lnTo>
                  <a:cubicBezTo>
                    <a:pt x="4123" y="935"/>
                    <a:pt x="4112" y="844"/>
                    <a:pt x="4053" y="787"/>
                  </a:cubicBezTo>
                  <a:lnTo>
                    <a:pt x="3320" y="54"/>
                  </a:lnTo>
                  <a:cubicBezTo>
                    <a:pt x="3285" y="19"/>
                    <a:pt x="3238" y="0"/>
                    <a:pt x="3192"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2"/>
            <p:cNvSpPr/>
            <p:nvPr/>
          </p:nvSpPr>
          <p:spPr>
            <a:xfrm>
              <a:off x="8161615" y="4242415"/>
              <a:ext cx="168881" cy="99143"/>
            </a:xfrm>
            <a:custGeom>
              <a:rect b="b" l="l" r="r" t="t"/>
              <a:pathLst>
                <a:path extrusionOk="0" h="7603" w="12951">
                  <a:moveTo>
                    <a:pt x="7138" y="0"/>
                  </a:moveTo>
                  <a:lnTo>
                    <a:pt x="6724" y="406"/>
                  </a:lnTo>
                  <a:cubicBezTo>
                    <a:pt x="6701" y="431"/>
                    <a:pt x="6691" y="461"/>
                    <a:pt x="6694" y="493"/>
                  </a:cubicBezTo>
                  <a:cubicBezTo>
                    <a:pt x="6710" y="629"/>
                    <a:pt x="6720" y="770"/>
                    <a:pt x="6720" y="909"/>
                  </a:cubicBezTo>
                  <a:cubicBezTo>
                    <a:pt x="6720" y="1049"/>
                    <a:pt x="6710" y="1189"/>
                    <a:pt x="6694" y="1325"/>
                  </a:cubicBezTo>
                  <a:cubicBezTo>
                    <a:pt x="6691" y="1358"/>
                    <a:pt x="6701" y="1388"/>
                    <a:pt x="6724" y="1411"/>
                  </a:cubicBezTo>
                  <a:lnTo>
                    <a:pt x="8030" y="2701"/>
                  </a:lnTo>
                  <a:cubicBezTo>
                    <a:pt x="8066" y="2737"/>
                    <a:pt x="8076" y="2793"/>
                    <a:pt x="8049" y="2837"/>
                  </a:cubicBezTo>
                  <a:lnTo>
                    <a:pt x="7334" y="4073"/>
                  </a:lnTo>
                  <a:cubicBezTo>
                    <a:pt x="7315" y="4109"/>
                    <a:pt x="7278" y="4130"/>
                    <a:pt x="7239" y="4130"/>
                  </a:cubicBezTo>
                  <a:cubicBezTo>
                    <a:pt x="7229" y="4130"/>
                    <a:pt x="7218" y="4129"/>
                    <a:pt x="7208" y="4126"/>
                  </a:cubicBezTo>
                  <a:lnTo>
                    <a:pt x="5439" y="3641"/>
                  </a:lnTo>
                  <a:cubicBezTo>
                    <a:pt x="5430" y="3638"/>
                    <a:pt x="5421" y="3637"/>
                    <a:pt x="5413" y="3637"/>
                  </a:cubicBezTo>
                  <a:cubicBezTo>
                    <a:pt x="5390" y="3637"/>
                    <a:pt x="5367" y="3645"/>
                    <a:pt x="5350" y="3659"/>
                  </a:cubicBezTo>
                  <a:cubicBezTo>
                    <a:pt x="5129" y="3826"/>
                    <a:pt x="4886" y="3965"/>
                    <a:pt x="4629" y="4076"/>
                  </a:cubicBezTo>
                  <a:cubicBezTo>
                    <a:pt x="4599" y="4087"/>
                    <a:pt x="4576" y="4114"/>
                    <a:pt x="4568" y="4147"/>
                  </a:cubicBezTo>
                  <a:lnTo>
                    <a:pt x="4103" y="5919"/>
                  </a:lnTo>
                  <a:cubicBezTo>
                    <a:pt x="4090" y="5970"/>
                    <a:pt x="4045" y="6003"/>
                    <a:pt x="3994" y="6003"/>
                  </a:cubicBezTo>
                  <a:lnTo>
                    <a:pt x="2566" y="6003"/>
                  </a:lnTo>
                  <a:cubicBezTo>
                    <a:pt x="2513" y="6003"/>
                    <a:pt x="2468" y="5970"/>
                    <a:pt x="2455" y="5919"/>
                  </a:cubicBezTo>
                  <a:lnTo>
                    <a:pt x="1992" y="4147"/>
                  </a:lnTo>
                  <a:cubicBezTo>
                    <a:pt x="1982" y="4114"/>
                    <a:pt x="1959" y="4087"/>
                    <a:pt x="1929" y="4076"/>
                  </a:cubicBezTo>
                  <a:cubicBezTo>
                    <a:pt x="1670" y="3965"/>
                    <a:pt x="1429" y="3826"/>
                    <a:pt x="1210" y="3659"/>
                  </a:cubicBezTo>
                  <a:cubicBezTo>
                    <a:pt x="1191" y="3645"/>
                    <a:pt x="1168" y="3637"/>
                    <a:pt x="1145" y="3637"/>
                  </a:cubicBezTo>
                  <a:cubicBezTo>
                    <a:pt x="1137" y="3637"/>
                    <a:pt x="1128" y="3638"/>
                    <a:pt x="1119" y="3641"/>
                  </a:cubicBezTo>
                  <a:lnTo>
                    <a:pt x="870" y="3710"/>
                  </a:lnTo>
                  <a:cubicBezTo>
                    <a:pt x="388" y="4595"/>
                    <a:pt x="105" y="5571"/>
                    <a:pt x="36" y="6588"/>
                  </a:cubicBezTo>
                  <a:cubicBezTo>
                    <a:pt x="0" y="7136"/>
                    <a:pt x="436" y="7603"/>
                    <a:pt x="987" y="7603"/>
                  </a:cubicBezTo>
                  <a:lnTo>
                    <a:pt x="6908" y="7603"/>
                  </a:lnTo>
                  <a:lnTo>
                    <a:pt x="7215" y="7079"/>
                  </a:lnTo>
                  <a:cubicBezTo>
                    <a:pt x="7244" y="7032"/>
                    <a:pt x="7247" y="6973"/>
                    <a:pt x="7228" y="6923"/>
                  </a:cubicBezTo>
                  <a:cubicBezTo>
                    <a:pt x="7156" y="6736"/>
                    <a:pt x="7106" y="6544"/>
                    <a:pt x="7074" y="6349"/>
                  </a:cubicBezTo>
                  <a:cubicBezTo>
                    <a:pt x="7066" y="6293"/>
                    <a:pt x="7034" y="6244"/>
                    <a:pt x="6987" y="6217"/>
                  </a:cubicBezTo>
                  <a:lnTo>
                    <a:pt x="5774" y="5526"/>
                  </a:lnTo>
                  <a:cubicBezTo>
                    <a:pt x="5703" y="5485"/>
                    <a:pt x="5668" y="5403"/>
                    <a:pt x="5690" y="5324"/>
                  </a:cubicBezTo>
                  <a:lnTo>
                    <a:pt x="5959" y="4321"/>
                  </a:lnTo>
                  <a:cubicBezTo>
                    <a:pt x="5981" y="4242"/>
                    <a:pt x="6053" y="4189"/>
                    <a:pt x="6133" y="4189"/>
                  </a:cubicBezTo>
                  <a:lnTo>
                    <a:pt x="7526" y="4198"/>
                  </a:lnTo>
                  <a:cubicBezTo>
                    <a:pt x="7582" y="4198"/>
                    <a:pt x="7634" y="4172"/>
                    <a:pt x="7668" y="4129"/>
                  </a:cubicBezTo>
                  <a:cubicBezTo>
                    <a:pt x="7730" y="4054"/>
                    <a:pt x="7796" y="3978"/>
                    <a:pt x="7868" y="3909"/>
                  </a:cubicBezTo>
                  <a:cubicBezTo>
                    <a:pt x="7940" y="3837"/>
                    <a:pt x="8013" y="3771"/>
                    <a:pt x="8089" y="3710"/>
                  </a:cubicBezTo>
                  <a:cubicBezTo>
                    <a:pt x="8132" y="3675"/>
                    <a:pt x="8156" y="3624"/>
                    <a:pt x="8156" y="3568"/>
                  </a:cubicBezTo>
                  <a:lnTo>
                    <a:pt x="8148" y="2174"/>
                  </a:lnTo>
                  <a:cubicBezTo>
                    <a:pt x="8148" y="2091"/>
                    <a:pt x="8201" y="2022"/>
                    <a:pt x="8280" y="2001"/>
                  </a:cubicBezTo>
                  <a:lnTo>
                    <a:pt x="9283" y="1731"/>
                  </a:lnTo>
                  <a:cubicBezTo>
                    <a:pt x="9298" y="1727"/>
                    <a:pt x="9314" y="1725"/>
                    <a:pt x="9329" y="1725"/>
                  </a:cubicBezTo>
                  <a:cubicBezTo>
                    <a:pt x="9393" y="1725"/>
                    <a:pt x="9453" y="1759"/>
                    <a:pt x="9485" y="1816"/>
                  </a:cubicBezTo>
                  <a:lnTo>
                    <a:pt x="10175" y="3028"/>
                  </a:lnTo>
                  <a:cubicBezTo>
                    <a:pt x="10203" y="3077"/>
                    <a:pt x="10251" y="3108"/>
                    <a:pt x="10307" y="3116"/>
                  </a:cubicBezTo>
                  <a:cubicBezTo>
                    <a:pt x="10502" y="3146"/>
                    <a:pt x="10695" y="3199"/>
                    <a:pt x="10881" y="3268"/>
                  </a:cubicBezTo>
                  <a:cubicBezTo>
                    <a:pt x="10903" y="3276"/>
                    <a:pt x="10926" y="3280"/>
                    <a:pt x="10949" y="3280"/>
                  </a:cubicBezTo>
                  <a:cubicBezTo>
                    <a:pt x="10980" y="3280"/>
                    <a:pt x="11011" y="3273"/>
                    <a:pt x="11039" y="3258"/>
                  </a:cubicBezTo>
                  <a:lnTo>
                    <a:pt x="12242" y="2555"/>
                  </a:lnTo>
                  <a:cubicBezTo>
                    <a:pt x="12270" y="2538"/>
                    <a:pt x="12301" y="2530"/>
                    <a:pt x="12332" y="2530"/>
                  </a:cubicBezTo>
                  <a:cubicBezTo>
                    <a:pt x="12379" y="2530"/>
                    <a:pt x="12425" y="2548"/>
                    <a:pt x="12460" y="2583"/>
                  </a:cubicBezTo>
                  <a:lnTo>
                    <a:pt x="12950" y="3074"/>
                  </a:lnTo>
                  <a:cubicBezTo>
                    <a:pt x="12755" y="2791"/>
                    <a:pt x="12536" y="2520"/>
                    <a:pt x="12298" y="2262"/>
                  </a:cubicBezTo>
                  <a:cubicBezTo>
                    <a:pt x="10949" y="811"/>
                    <a:pt x="9118" y="8"/>
                    <a:pt x="713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2"/>
            <p:cNvSpPr/>
            <p:nvPr/>
          </p:nvSpPr>
          <p:spPr>
            <a:xfrm>
              <a:off x="8278475" y="4245519"/>
              <a:ext cx="52030" cy="38246"/>
            </a:xfrm>
            <a:custGeom>
              <a:rect b="b" l="l" r="r" t="t"/>
              <a:pathLst>
                <a:path extrusionOk="0" h="2933" w="3990">
                  <a:moveTo>
                    <a:pt x="0" y="1"/>
                  </a:moveTo>
                  <a:lnTo>
                    <a:pt x="0" y="1"/>
                  </a:lnTo>
                  <a:cubicBezTo>
                    <a:pt x="297" y="232"/>
                    <a:pt x="579" y="490"/>
                    <a:pt x="840" y="773"/>
                  </a:cubicBezTo>
                  <a:cubicBezTo>
                    <a:pt x="1440" y="1415"/>
                    <a:pt x="1903" y="2146"/>
                    <a:pt x="2223" y="2932"/>
                  </a:cubicBezTo>
                  <a:lnTo>
                    <a:pt x="3282" y="2312"/>
                  </a:lnTo>
                  <a:cubicBezTo>
                    <a:pt x="3310" y="2296"/>
                    <a:pt x="3341" y="2288"/>
                    <a:pt x="3372" y="2288"/>
                  </a:cubicBezTo>
                  <a:cubicBezTo>
                    <a:pt x="3418" y="2288"/>
                    <a:pt x="3464" y="2306"/>
                    <a:pt x="3499" y="2341"/>
                  </a:cubicBezTo>
                  <a:lnTo>
                    <a:pt x="3989" y="2833"/>
                  </a:lnTo>
                  <a:cubicBezTo>
                    <a:pt x="3794" y="2552"/>
                    <a:pt x="3578" y="2279"/>
                    <a:pt x="3337" y="2022"/>
                  </a:cubicBezTo>
                  <a:cubicBezTo>
                    <a:pt x="2415" y="1031"/>
                    <a:pt x="1267" y="339"/>
                    <a:pt x="0" y="1"/>
                  </a:cubicBezTo>
                  <a:close/>
                </a:path>
              </a:pathLst>
            </a:custGeom>
            <a:solidFill>
              <a:srgbClr val="F4DD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2"/>
            <p:cNvSpPr/>
            <p:nvPr/>
          </p:nvSpPr>
          <p:spPr>
            <a:xfrm>
              <a:off x="8161654" y="4325251"/>
              <a:ext cx="94501" cy="16339"/>
            </a:xfrm>
            <a:custGeom>
              <a:rect b="b" l="l" r="r" t="t"/>
              <a:pathLst>
                <a:path extrusionOk="0" h="1253" w="7247">
                  <a:moveTo>
                    <a:pt x="55" y="1"/>
                  </a:moveTo>
                  <a:cubicBezTo>
                    <a:pt x="47" y="78"/>
                    <a:pt x="40" y="157"/>
                    <a:pt x="36" y="236"/>
                  </a:cubicBezTo>
                  <a:cubicBezTo>
                    <a:pt x="0" y="786"/>
                    <a:pt x="435" y="1252"/>
                    <a:pt x="986" y="1252"/>
                  </a:cubicBezTo>
                  <a:lnTo>
                    <a:pt x="6906" y="1252"/>
                  </a:lnTo>
                  <a:lnTo>
                    <a:pt x="7213" y="728"/>
                  </a:lnTo>
                  <a:cubicBezTo>
                    <a:pt x="7242" y="680"/>
                    <a:pt x="7246" y="622"/>
                    <a:pt x="7225" y="571"/>
                  </a:cubicBezTo>
                  <a:cubicBezTo>
                    <a:pt x="7155" y="385"/>
                    <a:pt x="7104" y="195"/>
                    <a:pt x="7071"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2"/>
            <p:cNvSpPr/>
            <p:nvPr/>
          </p:nvSpPr>
          <p:spPr>
            <a:xfrm>
              <a:off x="8324458" y="4288189"/>
              <a:ext cx="22338" cy="51469"/>
            </a:xfrm>
            <a:custGeom>
              <a:rect b="b" l="l" r="r" t="t"/>
              <a:pathLst>
                <a:path extrusionOk="0" h="3947" w="1713">
                  <a:moveTo>
                    <a:pt x="746" y="0"/>
                  </a:moveTo>
                  <a:cubicBezTo>
                    <a:pt x="742" y="7"/>
                    <a:pt x="739" y="15"/>
                    <a:pt x="735" y="20"/>
                  </a:cubicBezTo>
                  <a:lnTo>
                    <a:pt x="32" y="1224"/>
                  </a:lnTo>
                  <a:cubicBezTo>
                    <a:pt x="3" y="1272"/>
                    <a:pt x="0" y="1329"/>
                    <a:pt x="20" y="1382"/>
                  </a:cubicBezTo>
                  <a:cubicBezTo>
                    <a:pt x="92" y="1569"/>
                    <a:pt x="142" y="1759"/>
                    <a:pt x="174" y="1956"/>
                  </a:cubicBezTo>
                  <a:cubicBezTo>
                    <a:pt x="182" y="2011"/>
                    <a:pt x="214" y="2059"/>
                    <a:pt x="263" y="2087"/>
                  </a:cubicBezTo>
                  <a:lnTo>
                    <a:pt x="1475" y="2777"/>
                  </a:lnTo>
                  <a:cubicBezTo>
                    <a:pt x="1547" y="2818"/>
                    <a:pt x="1581" y="2900"/>
                    <a:pt x="1560" y="2979"/>
                  </a:cubicBezTo>
                  <a:lnTo>
                    <a:pt x="1314" y="3903"/>
                  </a:lnTo>
                  <a:lnTo>
                    <a:pt x="1314" y="3903"/>
                  </a:lnTo>
                  <a:cubicBezTo>
                    <a:pt x="1559" y="3716"/>
                    <a:pt x="1713" y="3411"/>
                    <a:pt x="1690" y="3077"/>
                  </a:cubicBezTo>
                  <a:cubicBezTo>
                    <a:pt x="1617" y="1985"/>
                    <a:pt x="1296" y="937"/>
                    <a:pt x="746" y="0"/>
                  </a:cubicBezTo>
                  <a:close/>
                  <a:moveTo>
                    <a:pt x="1314" y="3903"/>
                  </a:moveTo>
                  <a:cubicBezTo>
                    <a:pt x="1293" y="3918"/>
                    <a:pt x="1273" y="3933"/>
                    <a:pt x="1251" y="3946"/>
                  </a:cubicBezTo>
                  <a:cubicBezTo>
                    <a:pt x="1273" y="3933"/>
                    <a:pt x="1293" y="3919"/>
                    <a:pt x="1313" y="3905"/>
                  </a:cubicBezTo>
                  <a:lnTo>
                    <a:pt x="1314" y="3903"/>
                  </a:lnTo>
                  <a:close/>
                </a:path>
              </a:pathLst>
            </a:custGeom>
            <a:solidFill>
              <a:srgbClr val="F4DD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2"/>
            <p:cNvSpPr/>
            <p:nvPr/>
          </p:nvSpPr>
          <p:spPr>
            <a:xfrm>
              <a:off x="8088625" y="4181722"/>
              <a:ext cx="331451" cy="416850"/>
            </a:xfrm>
            <a:custGeom>
              <a:rect b="b" l="l" r="r" t="t"/>
              <a:pathLst>
                <a:path extrusionOk="0" h="31967" w="25418">
                  <a:moveTo>
                    <a:pt x="12925" y="5124"/>
                  </a:moveTo>
                  <a:cubicBezTo>
                    <a:pt x="14580" y="5175"/>
                    <a:pt x="16118" y="5827"/>
                    <a:pt x="17303" y="6978"/>
                  </a:cubicBezTo>
                  <a:lnTo>
                    <a:pt x="16516" y="7438"/>
                  </a:lnTo>
                  <a:cubicBezTo>
                    <a:pt x="16385" y="7394"/>
                    <a:pt x="16250" y="7358"/>
                    <a:pt x="16114" y="7331"/>
                  </a:cubicBezTo>
                  <a:lnTo>
                    <a:pt x="15491" y="6236"/>
                  </a:lnTo>
                  <a:cubicBezTo>
                    <a:pt x="15375" y="6031"/>
                    <a:pt x="15158" y="5909"/>
                    <a:pt x="14930" y="5909"/>
                  </a:cubicBezTo>
                  <a:cubicBezTo>
                    <a:pt x="14874" y="5909"/>
                    <a:pt x="14818" y="5916"/>
                    <a:pt x="14762" y="5931"/>
                  </a:cubicBezTo>
                  <a:lnTo>
                    <a:pt x="13759" y="6200"/>
                  </a:lnTo>
                  <a:cubicBezTo>
                    <a:pt x="13604" y="6241"/>
                    <a:pt x="13475" y="6336"/>
                    <a:pt x="13392" y="6462"/>
                  </a:cubicBezTo>
                  <a:lnTo>
                    <a:pt x="12776" y="5854"/>
                  </a:lnTo>
                  <a:cubicBezTo>
                    <a:pt x="12791" y="5666"/>
                    <a:pt x="12791" y="5472"/>
                    <a:pt x="12776" y="5271"/>
                  </a:cubicBezTo>
                  <a:lnTo>
                    <a:pt x="12925" y="5124"/>
                  </a:lnTo>
                  <a:close/>
                  <a:moveTo>
                    <a:pt x="18799" y="9143"/>
                  </a:moveTo>
                  <a:cubicBezTo>
                    <a:pt x="18942" y="9474"/>
                    <a:pt x="19055" y="9814"/>
                    <a:pt x="19139" y="10162"/>
                  </a:cubicBezTo>
                  <a:lnTo>
                    <a:pt x="18694" y="9909"/>
                  </a:lnTo>
                  <a:cubicBezTo>
                    <a:pt x="18667" y="9773"/>
                    <a:pt x="18631" y="9638"/>
                    <a:pt x="18586" y="9507"/>
                  </a:cubicBezTo>
                  <a:lnTo>
                    <a:pt x="18799" y="9143"/>
                  </a:lnTo>
                  <a:close/>
                  <a:moveTo>
                    <a:pt x="9317" y="931"/>
                  </a:moveTo>
                  <a:lnTo>
                    <a:pt x="9711" y="2437"/>
                  </a:lnTo>
                  <a:cubicBezTo>
                    <a:pt x="9756" y="2611"/>
                    <a:pt x="9878" y="2752"/>
                    <a:pt x="10043" y="2821"/>
                  </a:cubicBezTo>
                  <a:cubicBezTo>
                    <a:pt x="10264" y="2914"/>
                    <a:pt x="10472" y="3036"/>
                    <a:pt x="10663" y="3179"/>
                  </a:cubicBezTo>
                  <a:cubicBezTo>
                    <a:pt x="10764" y="3255"/>
                    <a:pt x="10887" y="3295"/>
                    <a:pt x="11010" y="3295"/>
                  </a:cubicBezTo>
                  <a:cubicBezTo>
                    <a:pt x="11060" y="3295"/>
                    <a:pt x="11109" y="3289"/>
                    <a:pt x="11158" y="3275"/>
                  </a:cubicBezTo>
                  <a:lnTo>
                    <a:pt x="12663" y="2862"/>
                  </a:lnTo>
                  <a:cubicBezTo>
                    <a:pt x="12742" y="2998"/>
                    <a:pt x="13023" y="3486"/>
                    <a:pt x="13102" y="3623"/>
                  </a:cubicBezTo>
                  <a:lnTo>
                    <a:pt x="11993" y="4719"/>
                  </a:lnTo>
                  <a:cubicBezTo>
                    <a:pt x="11865" y="4844"/>
                    <a:pt x="11806" y="5019"/>
                    <a:pt x="11828" y="5194"/>
                  </a:cubicBezTo>
                  <a:cubicBezTo>
                    <a:pt x="11854" y="5424"/>
                    <a:pt x="11858" y="5667"/>
                    <a:pt x="11828" y="5916"/>
                  </a:cubicBezTo>
                  <a:cubicBezTo>
                    <a:pt x="11806" y="6092"/>
                    <a:pt x="11866" y="6264"/>
                    <a:pt x="11993" y="6391"/>
                  </a:cubicBezTo>
                  <a:lnTo>
                    <a:pt x="13102" y="7488"/>
                  </a:lnTo>
                  <a:lnTo>
                    <a:pt x="12663" y="8249"/>
                  </a:lnTo>
                  <a:lnTo>
                    <a:pt x="11158" y="7836"/>
                  </a:lnTo>
                  <a:cubicBezTo>
                    <a:pt x="11111" y="7824"/>
                    <a:pt x="11063" y="7819"/>
                    <a:pt x="11016" y="7819"/>
                  </a:cubicBezTo>
                  <a:cubicBezTo>
                    <a:pt x="10891" y="7819"/>
                    <a:pt x="10767" y="7858"/>
                    <a:pt x="10663" y="7936"/>
                  </a:cubicBezTo>
                  <a:cubicBezTo>
                    <a:pt x="10472" y="8082"/>
                    <a:pt x="10261" y="8202"/>
                    <a:pt x="10043" y="8295"/>
                  </a:cubicBezTo>
                  <a:cubicBezTo>
                    <a:pt x="9878" y="8365"/>
                    <a:pt x="9756" y="8506"/>
                    <a:pt x="9711" y="8679"/>
                  </a:cubicBezTo>
                  <a:lnTo>
                    <a:pt x="9317" y="10186"/>
                  </a:lnTo>
                  <a:lnTo>
                    <a:pt x="8437" y="10186"/>
                  </a:lnTo>
                  <a:lnTo>
                    <a:pt x="8042" y="8679"/>
                  </a:lnTo>
                  <a:cubicBezTo>
                    <a:pt x="7998" y="8506"/>
                    <a:pt x="7876" y="8365"/>
                    <a:pt x="7711" y="8295"/>
                  </a:cubicBezTo>
                  <a:cubicBezTo>
                    <a:pt x="7490" y="8202"/>
                    <a:pt x="7282" y="8080"/>
                    <a:pt x="7088" y="7935"/>
                  </a:cubicBezTo>
                  <a:cubicBezTo>
                    <a:pt x="6987" y="7859"/>
                    <a:pt x="6868" y="7819"/>
                    <a:pt x="6746" y="7819"/>
                  </a:cubicBezTo>
                  <a:cubicBezTo>
                    <a:pt x="6695" y="7819"/>
                    <a:pt x="6644" y="7826"/>
                    <a:pt x="6593" y="7840"/>
                  </a:cubicBezTo>
                  <a:lnTo>
                    <a:pt x="5088" y="8252"/>
                  </a:lnTo>
                  <a:cubicBezTo>
                    <a:pt x="4987" y="8078"/>
                    <a:pt x="4742" y="7653"/>
                    <a:pt x="4649" y="7491"/>
                  </a:cubicBezTo>
                  <a:lnTo>
                    <a:pt x="5759" y="6394"/>
                  </a:lnTo>
                  <a:cubicBezTo>
                    <a:pt x="5884" y="6269"/>
                    <a:pt x="5946" y="6097"/>
                    <a:pt x="5924" y="5919"/>
                  </a:cubicBezTo>
                  <a:cubicBezTo>
                    <a:pt x="5896" y="5680"/>
                    <a:pt x="5896" y="5436"/>
                    <a:pt x="5924" y="5198"/>
                  </a:cubicBezTo>
                  <a:cubicBezTo>
                    <a:pt x="5946" y="5020"/>
                    <a:pt x="5884" y="4848"/>
                    <a:pt x="5759" y="4722"/>
                  </a:cubicBezTo>
                  <a:lnTo>
                    <a:pt x="4649" y="3624"/>
                  </a:lnTo>
                  <a:lnTo>
                    <a:pt x="5088" y="2864"/>
                  </a:lnTo>
                  <a:lnTo>
                    <a:pt x="6593" y="3277"/>
                  </a:lnTo>
                  <a:cubicBezTo>
                    <a:pt x="6644" y="3290"/>
                    <a:pt x="6695" y="3297"/>
                    <a:pt x="6746" y="3297"/>
                  </a:cubicBezTo>
                  <a:cubicBezTo>
                    <a:pt x="6868" y="3297"/>
                    <a:pt x="6988" y="3258"/>
                    <a:pt x="7088" y="3182"/>
                  </a:cubicBezTo>
                  <a:cubicBezTo>
                    <a:pt x="7280" y="3036"/>
                    <a:pt x="7490" y="2917"/>
                    <a:pt x="7711" y="2821"/>
                  </a:cubicBezTo>
                  <a:cubicBezTo>
                    <a:pt x="7876" y="2752"/>
                    <a:pt x="7996" y="2611"/>
                    <a:pt x="8042" y="2437"/>
                  </a:cubicBezTo>
                  <a:lnTo>
                    <a:pt x="8437" y="931"/>
                  </a:lnTo>
                  <a:close/>
                  <a:moveTo>
                    <a:pt x="15465" y="10015"/>
                  </a:moveTo>
                  <a:cubicBezTo>
                    <a:pt x="15767" y="10015"/>
                    <a:pt x="16011" y="10259"/>
                    <a:pt x="16011" y="10561"/>
                  </a:cubicBezTo>
                  <a:cubicBezTo>
                    <a:pt x="16011" y="10862"/>
                    <a:pt x="15767" y="11106"/>
                    <a:pt x="15465" y="11106"/>
                  </a:cubicBezTo>
                  <a:cubicBezTo>
                    <a:pt x="15164" y="11106"/>
                    <a:pt x="14920" y="10862"/>
                    <a:pt x="14920" y="10561"/>
                  </a:cubicBezTo>
                  <a:cubicBezTo>
                    <a:pt x="14920" y="10259"/>
                    <a:pt x="15164" y="10015"/>
                    <a:pt x="15465" y="10015"/>
                  </a:cubicBezTo>
                  <a:close/>
                  <a:moveTo>
                    <a:pt x="14787" y="6896"/>
                  </a:moveTo>
                  <a:lnTo>
                    <a:pt x="15366" y="7913"/>
                  </a:lnTo>
                  <a:cubicBezTo>
                    <a:pt x="15465" y="8085"/>
                    <a:pt x="15633" y="8202"/>
                    <a:pt x="15831" y="8232"/>
                  </a:cubicBezTo>
                  <a:cubicBezTo>
                    <a:pt x="15993" y="8258"/>
                    <a:pt x="16155" y="8301"/>
                    <a:pt x="16309" y="8359"/>
                  </a:cubicBezTo>
                  <a:cubicBezTo>
                    <a:pt x="16386" y="8389"/>
                    <a:pt x="16466" y="8404"/>
                    <a:pt x="16546" y="8404"/>
                  </a:cubicBezTo>
                  <a:cubicBezTo>
                    <a:pt x="16659" y="8404"/>
                    <a:pt x="16771" y="8374"/>
                    <a:pt x="16871" y="8315"/>
                  </a:cubicBezTo>
                  <a:lnTo>
                    <a:pt x="17880" y="7722"/>
                  </a:lnTo>
                  <a:lnTo>
                    <a:pt x="18301" y="8143"/>
                  </a:lnTo>
                  <a:lnTo>
                    <a:pt x="17708" y="9153"/>
                  </a:lnTo>
                  <a:cubicBezTo>
                    <a:pt x="17608" y="9322"/>
                    <a:pt x="17592" y="9527"/>
                    <a:pt x="17664" y="9714"/>
                  </a:cubicBezTo>
                  <a:cubicBezTo>
                    <a:pt x="17722" y="9869"/>
                    <a:pt x="17765" y="10028"/>
                    <a:pt x="17791" y="10192"/>
                  </a:cubicBezTo>
                  <a:cubicBezTo>
                    <a:pt x="17821" y="10388"/>
                    <a:pt x="17938" y="10559"/>
                    <a:pt x="18110" y="10655"/>
                  </a:cubicBezTo>
                  <a:lnTo>
                    <a:pt x="19129" y="11235"/>
                  </a:lnTo>
                  <a:lnTo>
                    <a:pt x="18989" y="11757"/>
                  </a:lnTo>
                  <a:cubicBezTo>
                    <a:pt x="18919" y="11783"/>
                    <a:pt x="18929" y="11789"/>
                    <a:pt x="18411" y="11789"/>
                  </a:cubicBezTo>
                  <a:cubicBezTo>
                    <a:pt x="18043" y="11789"/>
                    <a:pt x="17409" y="11786"/>
                    <a:pt x="16292" y="11786"/>
                  </a:cubicBezTo>
                  <a:cubicBezTo>
                    <a:pt x="16368" y="11734"/>
                    <a:pt x="16442" y="11673"/>
                    <a:pt x="16508" y="11607"/>
                  </a:cubicBezTo>
                  <a:cubicBezTo>
                    <a:pt x="17088" y="11027"/>
                    <a:pt x="17088" y="10091"/>
                    <a:pt x="16508" y="9512"/>
                  </a:cubicBezTo>
                  <a:cubicBezTo>
                    <a:pt x="16219" y="9222"/>
                    <a:pt x="15840" y="9077"/>
                    <a:pt x="15461" y="9077"/>
                  </a:cubicBezTo>
                  <a:cubicBezTo>
                    <a:pt x="15082" y="9077"/>
                    <a:pt x="14703" y="9222"/>
                    <a:pt x="14413" y="9512"/>
                  </a:cubicBezTo>
                  <a:cubicBezTo>
                    <a:pt x="13758" y="10167"/>
                    <a:pt x="13858" y="11261"/>
                    <a:pt x="14630" y="11786"/>
                  </a:cubicBezTo>
                  <a:lnTo>
                    <a:pt x="13286" y="11786"/>
                  </a:lnTo>
                  <a:cubicBezTo>
                    <a:pt x="13317" y="11664"/>
                    <a:pt x="13310" y="11531"/>
                    <a:pt x="13263" y="11407"/>
                  </a:cubicBezTo>
                  <a:cubicBezTo>
                    <a:pt x="13202" y="11254"/>
                    <a:pt x="13159" y="11093"/>
                    <a:pt x="13135" y="10931"/>
                  </a:cubicBezTo>
                  <a:cubicBezTo>
                    <a:pt x="13105" y="10733"/>
                    <a:pt x="12987" y="10562"/>
                    <a:pt x="12815" y="10466"/>
                  </a:cubicBezTo>
                  <a:lnTo>
                    <a:pt x="11796" y="9886"/>
                  </a:lnTo>
                  <a:lnTo>
                    <a:pt x="11950" y="9314"/>
                  </a:lnTo>
                  <a:lnTo>
                    <a:pt x="13121" y="9321"/>
                  </a:lnTo>
                  <a:cubicBezTo>
                    <a:pt x="13125" y="9321"/>
                    <a:pt x="13130" y="9321"/>
                    <a:pt x="13134" y="9321"/>
                  </a:cubicBezTo>
                  <a:cubicBezTo>
                    <a:pt x="13328" y="9321"/>
                    <a:pt x="13507" y="9231"/>
                    <a:pt x="13630" y="9080"/>
                  </a:cubicBezTo>
                  <a:cubicBezTo>
                    <a:pt x="13732" y="8953"/>
                    <a:pt x="13848" y="8834"/>
                    <a:pt x="13980" y="8727"/>
                  </a:cubicBezTo>
                  <a:cubicBezTo>
                    <a:pt x="14134" y="8602"/>
                    <a:pt x="14224" y="8417"/>
                    <a:pt x="14221" y="8220"/>
                  </a:cubicBezTo>
                  <a:lnTo>
                    <a:pt x="14214" y="7048"/>
                  </a:lnTo>
                  <a:lnTo>
                    <a:pt x="14787" y="6896"/>
                  </a:lnTo>
                  <a:close/>
                  <a:moveTo>
                    <a:pt x="3452" y="14436"/>
                  </a:moveTo>
                  <a:lnTo>
                    <a:pt x="3802" y="19182"/>
                  </a:lnTo>
                  <a:cubicBezTo>
                    <a:pt x="2202" y="19064"/>
                    <a:pt x="934" y="17725"/>
                    <a:pt x="934" y="16094"/>
                  </a:cubicBezTo>
                  <a:lnTo>
                    <a:pt x="934" y="15884"/>
                  </a:lnTo>
                  <a:cubicBezTo>
                    <a:pt x="934" y="15086"/>
                    <a:pt x="1584" y="14436"/>
                    <a:pt x="2382" y="14436"/>
                  </a:cubicBezTo>
                  <a:close/>
                  <a:moveTo>
                    <a:pt x="23029" y="14436"/>
                  </a:moveTo>
                  <a:cubicBezTo>
                    <a:pt x="23827" y="14436"/>
                    <a:pt x="24477" y="15086"/>
                    <a:pt x="24477" y="15884"/>
                  </a:cubicBezTo>
                  <a:lnTo>
                    <a:pt x="24477" y="16094"/>
                  </a:lnTo>
                  <a:cubicBezTo>
                    <a:pt x="24477" y="17725"/>
                    <a:pt x="23210" y="19064"/>
                    <a:pt x="21608" y="19182"/>
                  </a:cubicBezTo>
                  <a:lnTo>
                    <a:pt x="21958" y="14436"/>
                  </a:lnTo>
                  <a:close/>
                  <a:moveTo>
                    <a:pt x="8613" y="27174"/>
                  </a:moveTo>
                  <a:cubicBezTo>
                    <a:pt x="10073" y="28031"/>
                    <a:pt x="11591" y="28512"/>
                    <a:pt x="12706" y="28512"/>
                  </a:cubicBezTo>
                  <a:cubicBezTo>
                    <a:pt x="12708" y="28512"/>
                    <a:pt x="12709" y="28512"/>
                    <a:pt x="12711" y="28512"/>
                  </a:cubicBezTo>
                  <a:cubicBezTo>
                    <a:pt x="13864" y="28512"/>
                    <a:pt x="15367" y="28022"/>
                    <a:pt x="16800" y="27179"/>
                  </a:cubicBezTo>
                  <a:lnTo>
                    <a:pt x="16800" y="27956"/>
                  </a:lnTo>
                  <a:cubicBezTo>
                    <a:pt x="16800" y="29037"/>
                    <a:pt x="17431" y="30040"/>
                    <a:pt x="18407" y="30508"/>
                  </a:cubicBezTo>
                  <a:lnTo>
                    <a:pt x="19492" y="31028"/>
                  </a:lnTo>
                  <a:lnTo>
                    <a:pt x="5920" y="31028"/>
                  </a:lnTo>
                  <a:lnTo>
                    <a:pt x="7006" y="30508"/>
                  </a:lnTo>
                  <a:cubicBezTo>
                    <a:pt x="7982" y="30040"/>
                    <a:pt x="8613" y="29037"/>
                    <a:pt x="8613" y="27956"/>
                  </a:cubicBezTo>
                  <a:lnTo>
                    <a:pt x="8613" y="27174"/>
                  </a:lnTo>
                  <a:close/>
                  <a:moveTo>
                    <a:pt x="8166" y="1"/>
                  </a:moveTo>
                  <a:cubicBezTo>
                    <a:pt x="7903" y="1"/>
                    <a:pt x="7671" y="179"/>
                    <a:pt x="7605" y="436"/>
                  </a:cubicBezTo>
                  <a:lnTo>
                    <a:pt x="7186" y="2040"/>
                  </a:lnTo>
                  <a:cubicBezTo>
                    <a:pt x="7009" y="2125"/>
                    <a:pt x="6841" y="2224"/>
                    <a:pt x="6679" y="2333"/>
                  </a:cubicBezTo>
                  <a:lnTo>
                    <a:pt x="5078" y="1894"/>
                  </a:lnTo>
                  <a:cubicBezTo>
                    <a:pt x="5027" y="1879"/>
                    <a:pt x="4975" y="1873"/>
                    <a:pt x="4924" y="1873"/>
                  </a:cubicBezTo>
                  <a:cubicBezTo>
                    <a:pt x="4720" y="1873"/>
                    <a:pt x="4526" y="1981"/>
                    <a:pt x="4421" y="2162"/>
                  </a:cubicBezTo>
                  <a:lnTo>
                    <a:pt x="3707" y="3399"/>
                  </a:lnTo>
                  <a:cubicBezTo>
                    <a:pt x="3574" y="3626"/>
                    <a:pt x="3614" y="3917"/>
                    <a:pt x="3802" y="4102"/>
                  </a:cubicBezTo>
                  <a:lnTo>
                    <a:pt x="4984" y="5269"/>
                  </a:lnTo>
                  <a:cubicBezTo>
                    <a:pt x="4970" y="5462"/>
                    <a:pt x="4970" y="5659"/>
                    <a:pt x="4984" y="5854"/>
                  </a:cubicBezTo>
                  <a:lnTo>
                    <a:pt x="3802" y="7022"/>
                  </a:lnTo>
                  <a:cubicBezTo>
                    <a:pt x="3614" y="7207"/>
                    <a:pt x="3577" y="7497"/>
                    <a:pt x="3707" y="7725"/>
                  </a:cubicBezTo>
                  <a:lnTo>
                    <a:pt x="3974" y="8187"/>
                  </a:lnTo>
                  <a:cubicBezTo>
                    <a:pt x="3433" y="9520"/>
                    <a:pt x="3204" y="10982"/>
                    <a:pt x="3308" y="12427"/>
                  </a:cubicBezTo>
                  <a:lnTo>
                    <a:pt x="3387" y="13501"/>
                  </a:lnTo>
                  <a:lnTo>
                    <a:pt x="2387" y="13501"/>
                  </a:lnTo>
                  <a:cubicBezTo>
                    <a:pt x="1073" y="13501"/>
                    <a:pt x="1" y="14570"/>
                    <a:pt x="1" y="15886"/>
                  </a:cubicBezTo>
                  <a:lnTo>
                    <a:pt x="1" y="16097"/>
                  </a:lnTo>
                  <a:cubicBezTo>
                    <a:pt x="1" y="18266"/>
                    <a:pt x="1726" y="20043"/>
                    <a:pt x="3875" y="20124"/>
                  </a:cubicBezTo>
                  <a:lnTo>
                    <a:pt x="3918" y="20698"/>
                  </a:lnTo>
                  <a:cubicBezTo>
                    <a:pt x="4098" y="23131"/>
                    <a:pt x="5744" y="25177"/>
                    <a:pt x="7681" y="26567"/>
                  </a:cubicBezTo>
                  <a:lnTo>
                    <a:pt x="7681" y="27958"/>
                  </a:lnTo>
                  <a:cubicBezTo>
                    <a:pt x="7681" y="28682"/>
                    <a:pt x="7259" y="29352"/>
                    <a:pt x="6606" y="29665"/>
                  </a:cubicBezTo>
                  <a:lnTo>
                    <a:pt x="4677" y="30591"/>
                  </a:lnTo>
                  <a:cubicBezTo>
                    <a:pt x="4370" y="30737"/>
                    <a:pt x="4210" y="31072"/>
                    <a:pt x="4284" y="31403"/>
                  </a:cubicBezTo>
                  <a:cubicBezTo>
                    <a:pt x="4360" y="31734"/>
                    <a:pt x="4650" y="31967"/>
                    <a:pt x="4992" y="31967"/>
                  </a:cubicBezTo>
                  <a:lnTo>
                    <a:pt x="20432" y="31967"/>
                  </a:lnTo>
                  <a:cubicBezTo>
                    <a:pt x="20772" y="31967"/>
                    <a:pt x="21063" y="31734"/>
                    <a:pt x="21138" y="31403"/>
                  </a:cubicBezTo>
                  <a:cubicBezTo>
                    <a:pt x="21214" y="31072"/>
                    <a:pt x="21051" y="30737"/>
                    <a:pt x="20746" y="30591"/>
                  </a:cubicBezTo>
                  <a:lnTo>
                    <a:pt x="18817" y="29665"/>
                  </a:lnTo>
                  <a:cubicBezTo>
                    <a:pt x="18164" y="29351"/>
                    <a:pt x="17742" y="28681"/>
                    <a:pt x="17742" y="27958"/>
                  </a:cubicBezTo>
                  <a:lnTo>
                    <a:pt x="17742" y="26572"/>
                  </a:lnTo>
                  <a:cubicBezTo>
                    <a:pt x="18878" y="25755"/>
                    <a:pt x="19904" y="24722"/>
                    <a:pt x="20591" y="23545"/>
                  </a:cubicBezTo>
                  <a:cubicBezTo>
                    <a:pt x="20721" y="23321"/>
                    <a:pt x="20645" y="23036"/>
                    <a:pt x="20423" y="22905"/>
                  </a:cubicBezTo>
                  <a:cubicBezTo>
                    <a:pt x="20348" y="22861"/>
                    <a:pt x="20266" y="22840"/>
                    <a:pt x="20186" y="22840"/>
                  </a:cubicBezTo>
                  <a:cubicBezTo>
                    <a:pt x="20025" y="22840"/>
                    <a:pt x="19870" y="22924"/>
                    <a:pt x="19782" y="23073"/>
                  </a:cubicBezTo>
                  <a:cubicBezTo>
                    <a:pt x="18316" y="25586"/>
                    <a:pt x="14877" y="27577"/>
                    <a:pt x="12713" y="27577"/>
                  </a:cubicBezTo>
                  <a:cubicBezTo>
                    <a:pt x="9906" y="27577"/>
                    <a:pt x="5131" y="24380"/>
                    <a:pt x="4855" y="20628"/>
                  </a:cubicBezTo>
                  <a:cubicBezTo>
                    <a:pt x="4543" y="16396"/>
                    <a:pt x="4456" y="15207"/>
                    <a:pt x="4455" y="15207"/>
                  </a:cubicBezTo>
                  <a:lnTo>
                    <a:pt x="4455" y="15207"/>
                  </a:lnTo>
                  <a:cubicBezTo>
                    <a:pt x="4455" y="15207"/>
                    <a:pt x="4474" y="15461"/>
                    <a:pt x="4498" y="15785"/>
                  </a:cubicBezTo>
                  <a:lnTo>
                    <a:pt x="4498" y="15785"/>
                  </a:lnTo>
                  <a:cubicBezTo>
                    <a:pt x="4443" y="15038"/>
                    <a:pt x="4362" y="13936"/>
                    <a:pt x="4245" y="12359"/>
                  </a:cubicBezTo>
                  <a:cubicBezTo>
                    <a:pt x="4165" y="11258"/>
                    <a:pt x="4290" y="10187"/>
                    <a:pt x="4619" y="9162"/>
                  </a:cubicBezTo>
                  <a:cubicBezTo>
                    <a:pt x="4711" y="9219"/>
                    <a:pt x="4818" y="9251"/>
                    <a:pt x="4928" y="9251"/>
                  </a:cubicBezTo>
                  <a:cubicBezTo>
                    <a:pt x="4979" y="9251"/>
                    <a:pt x="5030" y="9244"/>
                    <a:pt x="5081" y="9230"/>
                  </a:cubicBezTo>
                  <a:lnTo>
                    <a:pt x="5635" y="9077"/>
                  </a:lnTo>
                  <a:lnTo>
                    <a:pt x="5635" y="9077"/>
                  </a:lnTo>
                  <a:cubicBezTo>
                    <a:pt x="5379" y="9757"/>
                    <a:pt x="5224" y="10472"/>
                    <a:pt x="5175" y="11208"/>
                  </a:cubicBezTo>
                  <a:cubicBezTo>
                    <a:pt x="5122" y="12026"/>
                    <a:pt x="5771" y="12722"/>
                    <a:pt x="6593" y="12722"/>
                  </a:cubicBezTo>
                  <a:lnTo>
                    <a:pt x="9242" y="12722"/>
                  </a:lnTo>
                  <a:cubicBezTo>
                    <a:pt x="9500" y="12722"/>
                    <a:pt x="9710" y="12512"/>
                    <a:pt x="9710" y="12254"/>
                  </a:cubicBezTo>
                  <a:cubicBezTo>
                    <a:pt x="9710" y="11996"/>
                    <a:pt x="9500" y="11786"/>
                    <a:pt x="9242" y="11786"/>
                  </a:cubicBezTo>
                  <a:lnTo>
                    <a:pt x="6593" y="11786"/>
                  </a:lnTo>
                  <a:cubicBezTo>
                    <a:pt x="6313" y="11786"/>
                    <a:pt x="6092" y="11549"/>
                    <a:pt x="6111" y="11271"/>
                  </a:cubicBezTo>
                  <a:cubicBezTo>
                    <a:pt x="6168" y="10417"/>
                    <a:pt x="6385" y="9599"/>
                    <a:pt x="6757" y="8840"/>
                  </a:cubicBezTo>
                  <a:cubicBezTo>
                    <a:pt x="6894" y="8930"/>
                    <a:pt x="7039" y="9011"/>
                    <a:pt x="7187" y="9083"/>
                  </a:cubicBezTo>
                  <a:lnTo>
                    <a:pt x="7606" y="10688"/>
                  </a:lnTo>
                  <a:cubicBezTo>
                    <a:pt x="7672" y="10942"/>
                    <a:pt x="7905" y="11122"/>
                    <a:pt x="8167" y="11122"/>
                  </a:cubicBezTo>
                  <a:lnTo>
                    <a:pt x="9595" y="11122"/>
                  </a:lnTo>
                  <a:cubicBezTo>
                    <a:pt x="9859" y="11122"/>
                    <a:pt x="10090" y="10945"/>
                    <a:pt x="10157" y="10688"/>
                  </a:cubicBezTo>
                  <a:lnTo>
                    <a:pt x="10576" y="9083"/>
                  </a:lnTo>
                  <a:cubicBezTo>
                    <a:pt x="10753" y="8998"/>
                    <a:pt x="10921" y="8900"/>
                    <a:pt x="11083" y="8790"/>
                  </a:cubicBezTo>
                  <a:lnTo>
                    <a:pt x="11123" y="8801"/>
                  </a:lnTo>
                  <a:cubicBezTo>
                    <a:pt x="11112" y="8837"/>
                    <a:pt x="11130" y="8765"/>
                    <a:pt x="10839" y="9856"/>
                  </a:cubicBezTo>
                  <a:cubicBezTo>
                    <a:pt x="10762" y="10142"/>
                    <a:pt x="10886" y="10440"/>
                    <a:pt x="11143" y="10586"/>
                  </a:cubicBezTo>
                  <a:lnTo>
                    <a:pt x="12238" y="11208"/>
                  </a:lnTo>
                  <a:cubicBezTo>
                    <a:pt x="12264" y="11344"/>
                    <a:pt x="12300" y="11479"/>
                    <a:pt x="12346" y="11610"/>
                  </a:cubicBezTo>
                  <a:lnTo>
                    <a:pt x="12242" y="11786"/>
                  </a:lnTo>
                  <a:lnTo>
                    <a:pt x="11363" y="11786"/>
                  </a:lnTo>
                  <a:cubicBezTo>
                    <a:pt x="11104" y="11786"/>
                    <a:pt x="10894" y="11996"/>
                    <a:pt x="10894" y="12254"/>
                  </a:cubicBezTo>
                  <a:cubicBezTo>
                    <a:pt x="10894" y="12512"/>
                    <a:pt x="11104" y="12722"/>
                    <a:pt x="11363" y="12722"/>
                  </a:cubicBezTo>
                  <a:lnTo>
                    <a:pt x="18829" y="12722"/>
                  </a:lnTo>
                  <a:cubicBezTo>
                    <a:pt x="19652" y="12722"/>
                    <a:pt x="20300" y="12024"/>
                    <a:pt x="20246" y="11208"/>
                  </a:cubicBezTo>
                  <a:cubicBezTo>
                    <a:pt x="20173" y="10091"/>
                    <a:pt x="19859" y="9032"/>
                    <a:pt x="19315" y="8062"/>
                  </a:cubicBezTo>
                  <a:cubicBezTo>
                    <a:pt x="19308" y="7906"/>
                    <a:pt x="19243" y="7752"/>
                    <a:pt x="19127" y="7635"/>
                  </a:cubicBezTo>
                  <a:lnTo>
                    <a:pt x="18913" y="7422"/>
                  </a:lnTo>
                  <a:cubicBezTo>
                    <a:pt x="17742" y="5746"/>
                    <a:pt x="15934" y="4561"/>
                    <a:pt x="13802" y="4258"/>
                  </a:cubicBezTo>
                  <a:lnTo>
                    <a:pt x="13961" y="4101"/>
                  </a:lnTo>
                  <a:cubicBezTo>
                    <a:pt x="14149" y="3914"/>
                    <a:pt x="14187" y="3624"/>
                    <a:pt x="14056" y="3397"/>
                  </a:cubicBezTo>
                  <a:lnTo>
                    <a:pt x="14026" y="3344"/>
                  </a:lnTo>
                  <a:lnTo>
                    <a:pt x="14026" y="3344"/>
                  </a:lnTo>
                  <a:cubicBezTo>
                    <a:pt x="18245" y="3994"/>
                    <a:pt x="21511" y="7811"/>
                    <a:pt x="21178" y="12356"/>
                  </a:cubicBezTo>
                  <a:cubicBezTo>
                    <a:pt x="20692" y="18947"/>
                    <a:pt x="20573" y="20557"/>
                    <a:pt x="20573" y="20557"/>
                  </a:cubicBezTo>
                  <a:cubicBezTo>
                    <a:pt x="20573" y="20557"/>
                    <a:pt x="20682" y="19086"/>
                    <a:pt x="20682" y="19086"/>
                  </a:cubicBezTo>
                  <a:lnTo>
                    <a:pt x="20682" y="19086"/>
                  </a:lnTo>
                  <a:cubicBezTo>
                    <a:pt x="20682" y="19086"/>
                    <a:pt x="20653" y="19469"/>
                    <a:pt x="20568" y="20627"/>
                  </a:cubicBezTo>
                  <a:cubicBezTo>
                    <a:pt x="20554" y="20812"/>
                    <a:pt x="20529" y="20998"/>
                    <a:pt x="20496" y="21183"/>
                  </a:cubicBezTo>
                  <a:cubicBezTo>
                    <a:pt x="20449" y="21437"/>
                    <a:pt x="20618" y="21681"/>
                    <a:pt x="20871" y="21729"/>
                  </a:cubicBezTo>
                  <a:cubicBezTo>
                    <a:pt x="20899" y="21734"/>
                    <a:pt x="20927" y="21736"/>
                    <a:pt x="20955" y="21736"/>
                  </a:cubicBezTo>
                  <a:cubicBezTo>
                    <a:pt x="21176" y="21736"/>
                    <a:pt x="21374" y="21578"/>
                    <a:pt x="21416" y="21353"/>
                  </a:cubicBezTo>
                  <a:cubicBezTo>
                    <a:pt x="21491" y="20944"/>
                    <a:pt x="21502" y="20688"/>
                    <a:pt x="21544" y="20122"/>
                  </a:cubicBezTo>
                  <a:cubicBezTo>
                    <a:pt x="23693" y="20038"/>
                    <a:pt x="25418" y="18263"/>
                    <a:pt x="25418" y="16092"/>
                  </a:cubicBezTo>
                  <a:lnTo>
                    <a:pt x="25418" y="15883"/>
                  </a:lnTo>
                  <a:cubicBezTo>
                    <a:pt x="25412" y="14570"/>
                    <a:pt x="24343" y="13501"/>
                    <a:pt x="23029" y="13501"/>
                  </a:cubicBezTo>
                  <a:lnTo>
                    <a:pt x="22027" y="13501"/>
                  </a:lnTo>
                  <a:lnTo>
                    <a:pt x="22106" y="12427"/>
                  </a:lnTo>
                  <a:cubicBezTo>
                    <a:pt x="22492" y="7193"/>
                    <a:pt x="18553" y="2727"/>
                    <a:pt x="13439" y="2338"/>
                  </a:cubicBezTo>
                  <a:lnTo>
                    <a:pt x="13339" y="2162"/>
                  </a:lnTo>
                  <a:cubicBezTo>
                    <a:pt x="13233" y="1979"/>
                    <a:pt x="13041" y="1872"/>
                    <a:pt x="12838" y="1872"/>
                  </a:cubicBezTo>
                  <a:cubicBezTo>
                    <a:pt x="12787" y="1872"/>
                    <a:pt x="12734" y="1879"/>
                    <a:pt x="12683" y="1894"/>
                  </a:cubicBezTo>
                  <a:lnTo>
                    <a:pt x="11082" y="2333"/>
                  </a:lnTo>
                  <a:cubicBezTo>
                    <a:pt x="10919" y="2224"/>
                    <a:pt x="10751" y="2125"/>
                    <a:pt x="10575" y="2040"/>
                  </a:cubicBezTo>
                  <a:lnTo>
                    <a:pt x="10156" y="436"/>
                  </a:lnTo>
                  <a:cubicBezTo>
                    <a:pt x="10089" y="180"/>
                    <a:pt x="9858" y="1"/>
                    <a:pt x="959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2"/>
            <p:cNvSpPr/>
            <p:nvPr/>
          </p:nvSpPr>
          <p:spPr>
            <a:xfrm>
              <a:off x="8183302" y="4375720"/>
              <a:ext cx="60884" cy="12218"/>
            </a:xfrm>
            <a:custGeom>
              <a:rect b="b" l="l" r="r" t="t"/>
              <a:pathLst>
                <a:path extrusionOk="0" h="937" w="4669">
                  <a:moveTo>
                    <a:pt x="468" y="1"/>
                  </a:moveTo>
                  <a:cubicBezTo>
                    <a:pt x="210" y="1"/>
                    <a:pt x="0" y="210"/>
                    <a:pt x="0" y="469"/>
                  </a:cubicBezTo>
                  <a:cubicBezTo>
                    <a:pt x="0" y="727"/>
                    <a:pt x="210" y="936"/>
                    <a:pt x="468" y="936"/>
                  </a:cubicBezTo>
                  <a:lnTo>
                    <a:pt x="4199" y="936"/>
                  </a:lnTo>
                  <a:cubicBezTo>
                    <a:pt x="4200" y="936"/>
                    <a:pt x="4201" y="936"/>
                    <a:pt x="4202" y="936"/>
                  </a:cubicBezTo>
                  <a:cubicBezTo>
                    <a:pt x="4459" y="936"/>
                    <a:pt x="4668" y="727"/>
                    <a:pt x="4668" y="469"/>
                  </a:cubicBezTo>
                  <a:cubicBezTo>
                    <a:pt x="4668" y="210"/>
                    <a:pt x="4457"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2"/>
            <p:cNvSpPr/>
            <p:nvPr/>
          </p:nvSpPr>
          <p:spPr>
            <a:xfrm>
              <a:off x="8248220" y="4375720"/>
              <a:ext cx="77119" cy="76766"/>
            </a:xfrm>
            <a:custGeom>
              <a:rect b="b" l="l" r="r" t="t"/>
              <a:pathLst>
                <a:path extrusionOk="0" h="5887" w="5914">
                  <a:moveTo>
                    <a:pt x="2962" y="1"/>
                  </a:moveTo>
                  <a:cubicBezTo>
                    <a:pt x="2016" y="1"/>
                    <a:pt x="1247" y="770"/>
                    <a:pt x="1247" y="1716"/>
                  </a:cubicBezTo>
                  <a:lnTo>
                    <a:pt x="1247" y="4172"/>
                  </a:lnTo>
                  <a:cubicBezTo>
                    <a:pt x="1247" y="4601"/>
                    <a:pt x="897" y="4951"/>
                    <a:pt x="468" y="4951"/>
                  </a:cubicBezTo>
                  <a:cubicBezTo>
                    <a:pt x="210" y="4951"/>
                    <a:pt x="0" y="5161"/>
                    <a:pt x="0" y="5419"/>
                  </a:cubicBezTo>
                  <a:cubicBezTo>
                    <a:pt x="0" y="5677"/>
                    <a:pt x="210" y="5887"/>
                    <a:pt x="468" y="5887"/>
                  </a:cubicBezTo>
                  <a:cubicBezTo>
                    <a:pt x="1413" y="5887"/>
                    <a:pt x="2183" y="5118"/>
                    <a:pt x="2183" y="4172"/>
                  </a:cubicBezTo>
                  <a:lnTo>
                    <a:pt x="2183" y="1716"/>
                  </a:lnTo>
                  <a:cubicBezTo>
                    <a:pt x="2183" y="1287"/>
                    <a:pt x="2533" y="936"/>
                    <a:pt x="2962" y="936"/>
                  </a:cubicBezTo>
                  <a:lnTo>
                    <a:pt x="5446" y="936"/>
                  </a:lnTo>
                  <a:cubicBezTo>
                    <a:pt x="5447" y="936"/>
                    <a:pt x="5447" y="936"/>
                    <a:pt x="5448" y="936"/>
                  </a:cubicBezTo>
                  <a:cubicBezTo>
                    <a:pt x="5705" y="936"/>
                    <a:pt x="5913" y="727"/>
                    <a:pt x="5913" y="469"/>
                  </a:cubicBezTo>
                  <a:cubicBezTo>
                    <a:pt x="5913" y="210"/>
                    <a:pt x="5704"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2"/>
            <p:cNvSpPr/>
            <p:nvPr/>
          </p:nvSpPr>
          <p:spPr>
            <a:xfrm>
              <a:off x="8215748" y="4485472"/>
              <a:ext cx="77145" cy="12218"/>
            </a:xfrm>
            <a:custGeom>
              <a:rect b="b" l="l" r="r" t="t"/>
              <a:pathLst>
                <a:path extrusionOk="0" h="937" w="5916">
                  <a:moveTo>
                    <a:pt x="468" y="1"/>
                  </a:moveTo>
                  <a:cubicBezTo>
                    <a:pt x="210" y="1"/>
                    <a:pt x="0" y="210"/>
                    <a:pt x="0" y="469"/>
                  </a:cubicBezTo>
                  <a:cubicBezTo>
                    <a:pt x="0" y="727"/>
                    <a:pt x="210" y="936"/>
                    <a:pt x="468" y="936"/>
                  </a:cubicBezTo>
                  <a:lnTo>
                    <a:pt x="5447" y="936"/>
                  </a:lnTo>
                  <a:cubicBezTo>
                    <a:pt x="5706" y="936"/>
                    <a:pt x="5915" y="727"/>
                    <a:pt x="5915" y="469"/>
                  </a:cubicBezTo>
                  <a:cubicBezTo>
                    <a:pt x="5915" y="210"/>
                    <a:pt x="5706" y="1"/>
                    <a:pt x="54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2"/>
            <p:cNvSpPr/>
            <p:nvPr/>
          </p:nvSpPr>
          <p:spPr>
            <a:xfrm>
              <a:off x="8174695" y="4224575"/>
              <a:ext cx="64561" cy="59384"/>
            </a:xfrm>
            <a:custGeom>
              <a:rect b="b" l="l" r="r" t="t"/>
              <a:pathLst>
                <a:path extrusionOk="0" h="4554" w="4951">
                  <a:moveTo>
                    <a:pt x="2276" y="1"/>
                  </a:moveTo>
                  <a:cubicBezTo>
                    <a:pt x="1020" y="1"/>
                    <a:pt x="0" y="1021"/>
                    <a:pt x="0" y="2277"/>
                  </a:cubicBezTo>
                  <a:cubicBezTo>
                    <a:pt x="0" y="3531"/>
                    <a:pt x="1020" y="4554"/>
                    <a:pt x="2276" y="4554"/>
                  </a:cubicBezTo>
                  <a:cubicBezTo>
                    <a:pt x="3850" y="4554"/>
                    <a:pt x="4951" y="2987"/>
                    <a:pt x="4418" y="1508"/>
                  </a:cubicBezTo>
                  <a:cubicBezTo>
                    <a:pt x="4350" y="1315"/>
                    <a:pt x="4170" y="1195"/>
                    <a:pt x="3978" y="1195"/>
                  </a:cubicBezTo>
                  <a:cubicBezTo>
                    <a:pt x="3925" y="1195"/>
                    <a:pt x="3871" y="1204"/>
                    <a:pt x="3819" y="1223"/>
                  </a:cubicBezTo>
                  <a:cubicBezTo>
                    <a:pt x="3575" y="1311"/>
                    <a:pt x="3450" y="1578"/>
                    <a:pt x="3537" y="1822"/>
                  </a:cubicBezTo>
                  <a:cubicBezTo>
                    <a:pt x="3850" y="2690"/>
                    <a:pt x="3204" y="3614"/>
                    <a:pt x="2276" y="3614"/>
                  </a:cubicBezTo>
                  <a:cubicBezTo>
                    <a:pt x="1537" y="3614"/>
                    <a:pt x="939" y="3013"/>
                    <a:pt x="939" y="2275"/>
                  </a:cubicBezTo>
                  <a:cubicBezTo>
                    <a:pt x="939" y="1536"/>
                    <a:pt x="1540" y="938"/>
                    <a:pt x="2276" y="938"/>
                  </a:cubicBezTo>
                  <a:cubicBezTo>
                    <a:pt x="2534" y="938"/>
                    <a:pt x="2745" y="727"/>
                    <a:pt x="2745" y="469"/>
                  </a:cubicBezTo>
                  <a:cubicBezTo>
                    <a:pt x="2745" y="210"/>
                    <a:pt x="2534" y="1"/>
                    <a:pt x="227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2"/>
            <p:cNvSpPr/>
            <p:nvPr/>
          </p:nvSpPr>
          <p:spPr>
            <a:xfrm>
              <a:off x="8198273" y="4248140"/>
              <a:ext cx="12205" cy="12218"/>
            </a:xfrm>
            <a:custGeom>
              <a:rect b="b" l="l" r="r" t="t"/>
              <a:pathLst>
                <a:path extrusionOk="0" h="937" w="936">
                  <a:moveTo>
                    <a:pt x="468" y="0"/>
                  </a:moveTo>
                  <a:cubicBezTo>
                    <a:pt x="210" y="0"/>
                    <a:pt x="0" y="210"/>
                    <a:pt x="0" y="468"/>
                  </a:cubicBezTo>
                  <a:cubicBezTo>
                    <a:pt x="0" y="727"/>
                    <a:pt x="210" y="936"/>
                    <a:pt x="468" y="936"/>
                  </a:cubicBezTo>
                  <a:cubicBezTo>
                    <a:pt x="726" y="936"/>
                    <a:pt x="936" y="727"/>
                    <a:pt x="936" y="468"/>
                  </a:cubicBezTo>
                  <a:cubicBezTo>
                    <a:pt x="936" y="210"/>
                    <a:pt x="726" y="0"/>
                    <a:pt x="4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1" name="Google Shape;4681;p62"/>
          <p:cNvGrpSpPr/>
          <p:nvPr/>
        </p:nvGrpSpPr>
        <p:grpSpPr>
          <a:xfrm>
            <a:off x="2317075" y="4208900"/>
            <a:ext cx="2160750" cy="394550"/>
            <a:chOff x="2317075" y="4208900"/>
            <a:chExt cx="2160750" cy="394550"/>
          </a:xfrm>
        </p:grpSpPr>
        <p:sp>
          <p:nvSpPr>
            <p:cNvPr id="4682" name="Google Shape;4682;p62"/>
            <p:cNvSpPr/>
            <p:nvPr/>
          </p:nvSpPr>
          <p:spPr>
            <a:xfrm>
              <a:off x="2317075" y="4267350"/>
              <a:ext cx="50725" cy="84125"/>
            </a:xfrm>
            <a:custGeom>
              <a:rect b="b" l="l" r="r" t="t"/>
              <a:pathLst>
                <a:path extrusionOk="0" h="3365" w="2029">
                  <a:moveTo>
                    <a:pt x="1762" y="1"/>
                  </a:moveTo>
                  <a:cubicBezTo>
                    <a:pt x="1703" y="1"/>
                    <a:pt x="1646" y="30"/>
                    <a:pt x="1610" y="100"/>
                  </a:cubicBezTo>
                  <a:cubicBezTo>
                    <a:pt x="1099" y="1089"/>
                    <a:pt x="590" y="2076"/>
                    <a:pt x="81" y="3066"/>
                  </a:cubicBezTo>
                  <a:cubicBezTo>
                    <a:pt x="1" y="3221"/>
                    <a:pt x="137" y="3364"/>
                    <a:pt x="268" y="3364"/>
                  </a:cubicBezTo>
                  <a:cubicBezTo>
                    <a:pt x="327" y="3364"/>
                    <a:pt x="385" y="3335"/>
                    <a:pt x="421" y="3265"/>
                  </a:cubicBezTo>
                  <a:cubicBezTo>
                    <a:pt x="931" y="2275"/>
                    <a:pt x="1439" y="1288"/>
                    <a:pt x="1949" y="298"/>
                  </a:cubicBezTo>
                  <a:cubicBezTo>
                    <a:pt x="2029" y="143"/>
                    <a:pt x="1893" y="1"/>
                    <a:pt x="176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2"/>
            <p:cNvSpPr/>
            <p:nvPr/>
          </p:nvSpPr>
          <p:spPr>
            <a:xfrm>
              <a:off x="2353900" y="4263975"/>
              <a:ext cx="50075" cy="100275"/>
            </a:xfrm>
            <a:custGeom>
              <a:rect b="b" l="l" r="r" t="t"/>
              <a:pathLst>
                <a:path extrusionOk="0" h="4011" w="2003">
                  <a:moveTo>
                    <a:pt x="240" y="1"/>
                  </a:moveTo>
                  <a:cubicBezTo>
                    <a:pt x="118" y="1"/>
                    <a:pt x="0" y="94"/>
                    <a:pt x="59" y="236"/>
                  </a:cubicBezTo>
                  <a:cubicBezTo>
                    <a:pt x="560" y="1451"/>
                    <a:pt x="1061" y="2665"/>
                    <a:pt x="1564" y="3879"/>
                  </a:cubicBezTo>
                  <a:cubicBezTo>
                    <a:pt x="1601" y="3971"/>
                    <a:pt x="1684" y="4011"/>
                    <a:pt x="1763" y="4011"/>
                  </a:cubicBezTo>
                  <a:cubicBezTo>
                    <a:pt x="1886" y="4011"/>
                    <a:pt x="2002" y="3918"/>
                    <a:pt x="1943" y="3775"/>
                  </a:cubicBezTo>
                  <a:cubicBezTo>
                    <a:pt x="1442" y="2559"/>
                    <a:pt x="941" y="1345"/>
                    <a:pt x="439" y="131"/>
                  </a:cubicBezTo>
                  <a:cubicBezTo>
                    <a:pt x="402" y="40"/>
                    <a:pt x="320" y="1"/>
                    <a:pt x="24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2"/>
            <p:cNvSpPr/>
            <p:nvPr/>
          </p:nvSpPr>
          <p:spPr>
            <a:xfrm>
              <a:off x="2324500" y="4321800"/>
              <a:ext cx="63225" cy="14100"/>
            </a:xfrm>
            <a:custGeom>
              <a:rect b="b" l="l" r="r" t="t"/>
              <a:pathLst>
                <a:path extrusionOk="0" h="564" w="2529">
                  <a:moveTo>
                    <a:pt x="280" y="1"/>
                  </a:moveTo>
                  <a:cubicBezTo>
                    <a:pt x="73" y="1"/>
                    <a:pt x="1" y="331"/>
                    <a:pt x="228" y="387"/>
                  </a:cubicBezTo>
                  <a:cubicBezTo>
                    <a:pt x="699" y="504"/>
                    <a:pt x="1172" y="564"/>
                    <a:pt x="1650" y="564"/>
                  </a:cubicBezTo>
                  <a:cubicBezTo>
                    <a:pt x="1858" y="564"/>
                    <a:pt x="2066" y="552"/>
                    <a:pt x="2276" y="530"/>
                  </a:cubicBezTo>
                  <a:cubicBezTo>
                    <a:pt x="2517" y="505"/>
                    <a:pt x="2529" y="135"/>
                    <a:pt x="2299" y="135"/>
                  </a:cubicBezTo>
                  <a:cubicBezTo>
                    <a:pt x="2292" y="135"/>
                    <a:pt x="2284" y="135"/>
                    <a:pt x="2276" y="136"/>
                  </a:cubicBezTo>
                  <a:cubicBezTo>
                    <a:pt x="2068" y="159"/>
                    <a:pt x="1860" y="170"/>
                    <a:pt x="1654" y="170"/>
                  </a:cubicBezTo>
                  <a:cubicBezTo>
                    <a:pt x="1210" y="170"/>
                    <a:pt x="770" y="117"/>
                    <a:pt x="332" y="7"/>
                  </a:cubicBezTo>
                  <a:cubicBezTo>
                    <a:pt x="314" y="3"/>
                    <a:pt x="297" y="1"/>
                    <a:pt x="28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2"/>
            <p:cNvSpPr/>
            <p:nvPr/>
          </p:nvSpPr>
          <p:spPr>
            <a:xfrm>
              <a:off x="2404200" y="4238025"/>
              <a:ext cx="43425" cy="75700"/>
            </a:xfrm>
            <a:custGeom>
              <a:rect b="b" l="l" r="r" t="t"/>
              <a:pathLst>
                <a:path extrusionOk="0" h="3028" w="1737">
                  <a:moveTo>
                    <a:pt x="571" y="0"/>
                  </a:moveTo>
                  <a:cubicBezTo>
                    <a:pt x="380" y="0"/>
                    <a:pt x="198" y="87"/>
                    <a:pt x="89" y="279"/>
                  </a:cubicBezTo>
                  <a:cubicBezTo>
                    <a:pt x="1" y="434"/>
                    <a:pt x="136" y="577"/>
                    <a:pt x="269" y="577"/>
                  </a:cubicBezTo>
                  <a:cubicBezTo>
                    <a:pt x="329" y="577"/>
                    <a:pt x="388" y="548"/>
                    <a:pt x="427" y="479"/>
                  </a:cubicBezTo>
                  <a:cubicBezTo>
                    <a:pt x="504" y="431"/>
                    <a:pt x="570" y="407"/>
                    <a:pt x="625" y="407"/>
                  </a:cubicBezTo>
                  <a:cubicBezTo>
                    <a:pt x="709" y="407"/>
                    <a:pt x="766" y="464"/>
                    <a:pt x="796" y="575"/>
                  </a:cubicBezTo>
                  <a:cubicBezTo>
                    <a:pt x="925" y="719"/>
                    <a:pt x="923" y="877"/>
                    <a:pt x="790" y="1058"/>
                  </a:cubicBezTo>
                  <a:cubicBezTo>
                    <a:pt x="730" y="1202"/>
                    <a:pt x="626" y="1337"/>
                    <a:pt x="538" y="1464"/>
                  </a:cubicBezTo>
                  <a:cubicBezTo>
                    <a:pt x="435" y="1612"/>
                    <a:pt x="573" y="1749"/>
                    <a:pt x="715" y="1749"/>
                  </a:cubicBezTo>
                  <a:cubicBezTo>
                    <a:pt x="762" y="1749"/>
                    <a:pt x="808" y="1735"/>
                    <a:pt x="847" y="1702"/>
                  </a:cubicBezTo>
                  <a:cubicBezTo>
                    <a:pt x="870" y="1683"/>
                    <a:pt x="896" y="1675"/>
                    <a:pt x="925" y="1675"/>
                  </a:cubicBezTo>
                  <a:cubicBezTo>
                    <a:pt x="1024" y="1675"/>
                    <a:pt x="1143" y="1772"/>
                    <a:pt x="1177" y="1839"/>
                  </a:cubicBezTo>
                  <a:cubicBezTo>
                    <a:pt x="1277" y="2044"/>
                    <a:pt x="1141" y="2245"/>
                    <a:pt x="992" y="2365"/>
                  </a:cubicBezTo>
                  <a:cubicBezTo>
                    <a:pt x="810" y="2509"/>
                    <a:pt x="581" y="2577"/>
                    <a:pt x="361" y="2640"/>
                  </a:cubicBezTo>
                  <a:cubicBezTo>
                    <a:pt x="138" y="2701"/>
                    <a:pt x="207" y="3028"/>
                    <a:pt x="408" y="3028"/>
                  </a:cubicBezTo>
                  <a:cubicBezTo>
                    <a:pt x="427" y="3028"/>
                    <a:pt x="446" y="3025"/>
                    <a:pt x="467" y="3019"/>
                  </a:cubicBezTo>
                  <a:cubicBezTo>
                    <a:pt x="969" y="2877"/>
                    <a:pt x="1736" y="2539"/>
                    <a:pt x="1612" y="1881"/>
                  </a:cubicBezTo>
                  <a:cubicBezTo>
                    <a:pt x="1557" y="1595"/>
                    <a:pt x="1344" y="1372"/>
                    <a:pt x="1097" y="1304"/>
                  </a:cubicBezTo>
                  <a:lnTo>
                    <a:pt x="1097" y="1304"/>
                  </a:lnTo>
                  <a:cubicBezTo>
                    <a:pt x="1290" y="928"/>
                    <a:pt x="1394" y="483"/>
                    <a:pt x="1036" y="179"/>
                  </a:cubicBezTo>
                  <a:cubicBezTo>
                    <a:pt x="902" y="64"/>
                    <a:pt x="733" y="0"/>
                    <a:pt x="57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2"/>
            <p:cNvSpPr/>
            <p:nvPr/>
          </p:nvSpPr>
          <p:spPr>
            <a:xfrm>
              <a:off x="2485050" y="4260500"/>
              <a:ext cx="81725" cy="94600"/>
            </a:xfrm>
            <a:custGeom>
              <a:rect b="b" l="l" r="r" t="t"/>
              <a:pathLst>
                <a:path extrusionOk="0" h="3784" w="3269">
                  <a:moveTo>
                    <a:pt x="1816" y="0"/>
                  </a:moveTo>
                  <a:cubicBezTo>
                    <a:pt x="723" y="0"/>
                    <a:pt x="1" y="1562"/>
                    <a:pt x="142" y="2534"/>
                  </a:cubicBezTo>
                  <a:cubicBezTo>
                    <a:pt x="288" y="3540"/>
                    <a:pt x="1231" y="3783"/>
                    <a:pt x="2124" y="3783"/>
                  </a:cubicBezTo>
                  <a:cubicBezTo>
                    <a:pt x="2445" y="3783"/>
                    <a:pt x="2760" y="3752"/>
                    <a:pt x="3029" y="3713"/>
                  </a:cubicBezTo>
                  <a:cubicBezTo>
                    <a:pt x="3268" y="3679"/>
                    <a:pt x="3181" y="3332"/>
                    <a:pt x="2956" y="3332"/>
                  </a:cubicBezTo>
                  <a:cubicBezTo>
                    <a:pt x="2945" y="3332"/>
                    <a:pt x="2934" y="3332"/>
                    <a:pt x="2923" y="3334"/>
                  </a:cubicBezTo>
                  <a:cubicBezTo>
                    <a:pt x="2656" y="3373"/>
                    <a:pt x="2334" y="3416"/>
                    <a:pt x="2012" y="3416"/>
                  </a:cubicBezTo>
                  <a:cubicBezTo>
                    <a:pt x="1447" y="3416"/>
                    <a:pt x="882" y="3283"/>
                    <a:pt x="620" y="2757"/>
                  </a:cubicBezTo>
                  <a:cubicBezTo>
                    <a:pt x="267" y="2053"/>
                    <a:pt x="932" y="393"/>
                    <a:pt x="1813" y="393"/>
                  </a:cubicBezTo>
                  <a:cubicBezTo>
                    <a:pt x="1863" y="393"/>
                    <a:pt x="1914" y="398"/>
                    <a:pt x="1965" y="409"/>
                  </a:cubicBezTo>
                  <a:cubicBezTo>
                    <a:pt x="1982" y="413"/>
                    <a:pt x="1998" y="415"/>
                    <a:pt x="2013" y="415"/>
                  </a:cubicBezTo>
                  <a:cubicBezTo>
                    <a:pt x="2227" y="415"/>
                    <a:pt x="2304" y="78"/>
                    <a:pt x="2073" y="29"/>
                  </a:cubicBezTo>
                  <a:cubicBezTo>
                    <a:pt x="1985" y="9"/>
                    <a:pt x="1899" y="0"/>
                    <a:pt x="181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2"/>
            <p:cNvSpPr/>
            <p:nvPr/>
          </p:nvSpPr>
          <p:spPr>
            <a:xfrm>
              <a:off x="2571725" y="4235775"/>
              <a:ext cx="53450" cy="48850"/>
            </a:xfrm>
            <a:custGeom>
              <a:rect b="b" l="l" r="r" t="t"/>
              <a:pathLst>
                <a:path extrusionOk="0" h="1954" w="2138">
                  <a:moveTo>
                    <a:pt x="883" y="0"/>
                  </a:moveTo>
                  <a:cubicBezTo>
                    <a:pt x="626" y="0"/>
                    <a:pt x="339" y="131"/>
                    <a:pt x="166" y="260"/>
                  </a:cubicBezTo>
                  <a:cubicBezTo>
                    <a:pt x="1" y="382"/>
                    <a:pt x="106" y="635"/>
                    <a:pt x="262" y="635"/>
                  </a:cubicBezTo>
                  <a:cubicBezTo>
                    <a:pt x="295" y="635"/>
                    <a:pt x="331" y="623"/>
                    <a:pt x="366" y="597"/>
                  </a:cubicBezTo>
                  <a:cubicBezTo>
                    <a:pt x="461" y="525"/>
                    <a:pt x="561" y="468"/>
                    <a:pt x="676" y="432"/>
                  </a:cubicBezTo>
                  <a:cubicBezTo>
                    <a:pt x="730" y="417"/>
                    <a:pt x="791" y="395"/>
                    <a:pt x="848" y="395"/>
                  </a:cubicBezTo>
                  <a:cubicBezTo>
                    <a:pt x="855" y="395"/>
                    <a:pt x="861" y="396"/>
                    <a:pt x="867" y="396"/>
                  </a:cubicBezTo>
                  <a:cubicBezTo>
                    <a:pt x="975" y="405"/>
                    <a:pt x="979" y="402"/>
                    <a:pt x="968" y="511"/>
                  </a:cubicBezTo>
                  <a:cubicBezTo>
                    <a:pt x="952" y="658"/>
                    <a:pt x="776" y="827"/>
                    <a:pt x="697" y="942"/>
                  </a:cubicBezTo>
                  <a:lnTo>
                    <a:pt x="371" y="1414"/>
                  </a:lnTo>
                  <a:cubicBezTo>
                    <a:pt x="309" y="1501"/>
                    <a:pt x="354" y="1635"/>
                    <a:pt x="439" y="1685"/>
                  </a:cubicBezTo>
                  <a:cubicBezTo>
                    <a:pt x="750" y="1864"/>
                    <a:pt x="1081" y="1953"/>
                    <a:pt x="1423" y="1953"/>
                  </a:cubicBezTo>
                  <a:cubicBezTo>
                    <a:pt x="1583" y="1953"/>
                    <a:pt x="1746" y="1933"/>
                    <a:pt x="1910" y="1894"/>
                  </a:cubicBezTo>
                  <a:cubicBezTo>
                    <a:pt x="2138" y="1838"/>
                    <a:pt x="2064" y="1508"/>
                    <a:pt x="1855" y="1508"/>
                  </a:cubicBezTo>
                  <a:cubicBezTo>
                    <a:pt x="1839" y="1508"/>
                    <a:pt x="1822" y="1510"/>
                    <a:pt x="1804" y="1514"/>
                  </a:cubicBezTo>
                  <a:cubicBezTo>
                    <a:pt x="1673" y="1546"/>
                    <a:pt x="1545" y="1562"/>
                    <a:pt x="1419" y="1562"/>
                  </a:cubicBezTo>
                  <a:cubicBezTo>
                    <a:pt x="1218" y="1562"/>
                    <a:pt x="1022" y="1522"/>
                    <a:pt x="833" y="1443"/>
                  </a:cubicBezTo>
                  <a:lnTo>
                    <a:pt x="833" y="1443"/>
                  </a:lnTo>
                  <a:cubicBezTo>
                    <a:pt x="1007" y="1208"/>
                    <a:pt x="1198" y="968"/>
                    <a:pt x="1323" y="711"/>
                  </a:cubicBezTo>
                  <a:cubicBezTo>
                    <a:pt x="1406" y="538"/>
                    <a:pt x="1411" y="325"/>
                    <a:pt x="1284" y="171"/>
                  </a:cubicBezTo>
                  <a:cubicBezTo>
                    <a:pt x="1182" y="48"/>
                    <a:pt x="1037" y="0"/>
                    <a:pt x="8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2"/>
            <p:cNvSpPr/>
            <p:nvPr/>
          </p:nvSpPr>
          <p:spPr>
            <a:xfrm>
              <a:off x="2653625" y="4249975"/>
              <a:ext cx="54550" cy="64275"/>
            </a:xfrm>
            <a:custGeom>
              <a:rect b="b" l="l" r="r" t="t"/>
              <a:pathLst>
                <a:path extrusionOk="0" h="2571" w="2182">
                  <a:moveTo>
                    <a:pt x="1743" y="0"/>
                  </a:moveTo>
                  <a:cubicBezTo>
                    <a:pt x="1698" y="0"/>
                    <a:pt x="1653" y="20"/>
                    <a:pt x="1616" y="69"/>
                  </a:cubicBezTo>
                  <a:cubicBezTo>
                    <a:pt x="1110" y="714"/>
                    <a:pt x="603" y="1360"/>
                    <a:pt x="97" y="2007"/>
                  </a:cubicBezTo>
                  <a:cubicBezTo>
                    <a:pt x="1" y="2132"/>
                    <a:pt x="38" y="2278"/>
                    <a:pt x="184" y="2336"/>
                  </a:cubicBezTo>
                  <a:cubicBezTo>
                    <a:pt x="587" y="2497"/>
                    <a:pt x="993" y="2571"/>
                    <a:pt x="1410" y="2571"/>
                  </a:cubicBezTo>
                  <a:cubicBezTo>
                    <a:pt x="1585" y="2571"/>
                    <a:pt x="1762" y="2558"/>
                    <a:pt x="1942" y="2532"/>
                  </a:cubicBezTo>
                  <a:cubicBezTo>
                    <a:pt x="2181" y="2498"/>
                    <a:pt x="2094" y="2151"/>
                    <a:pt x="1869" y="2151"/>
                  </a:cubicBezTo>
                  <a:cubicBezTo>
                    <a:pt x="1858" y="2151"/>
                    <a:pt x="1847" y="2151"/>
                    <a:pt x="1836" y="2153"/>
                  </a:cubicBezTo>
                  <a:cubicBezTo>
                    <a:pt x="1698" y="2173"/>
                    <a:pt x="1560" y="2182"/>
                    <a:pt x="1424" y="2182"/>
                  </a:cubicBezTo>
                  <a:cubicBezTo>
                    <a:pt x="1131" y="2182"/>
                    <a:pt x="843" y="2138"/>
                    <a:pt x="560" y="2052"/>
                  </a:cubicBezTo>
                  <a:lnTo>
                    <a:pt x="560" y="2052"/>
                  </a:lnTo>
                  <a:cubicBezTo>
                    <a:pt x="1005" y="1484"/>
                    <a:pt x="1450" y="917"/>
                    <a:pt x="1895" y="346"/>
                  </a:cubicBezTo>
                  <a:cubicBezTo>
                    <a:pt x="2012" y="197"/>
                    <a:pt x="1881" y="0"/>
                    <a:pt x="174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2"/>
            <p:cNvSpPr/>
            <p:nvPr/>
          </p:nvSpPr>
          <p:spPr>
            <a:xfrm>
              <a:off x="2686750" y="4254425"/>
              <a:ext cx="19150" cy="100725"/>
            </a:xfrm>
            <a:custGeom>
              <a:rect b="b" l="l" r="r" t="t"/>
              <a:pathLst>
                <a:path extrusionOk="0" h="4029" w="766">
                  <a:moveTo>
                    <a:pt x="242" y="0"/>
                  </a:moveTo>
                  <a:cubicBezTo>
                    <a:pt x="127" y="0"/>
                    <a:pt x="0" y="98"/>
                    <a:pt x="29" y="246"/>
                  </a:cubicBezTo>
                  <a:cubicBezTo>
                    <a:pt x="245" y="1435"/>
                    <a:pt x="358" y="2629"/>
                    <a:pt x="369" y="3837"/>
                  </a:cubicBezTo>
                  <a:cubicBezTo>
                    <a:pt x="371" y="3965"/>
                    <a:pt x="471" y="4029"/>
                    <a:pt x="569" y="4029"/>
                  </a:cubicBezTo>
                  <a:cubicBezTo>
                    <a:pt x="668" y="4029"/>
                    <a:pt x="765" y="3965"/>
                    <a:pt x="763" y="3837"/>
                  </a:cubicBezTo>
                  <a:cubicBezTo>
                    <a:pt x="749" y="2593"/>
                    <a:pt x="630" y="1364"/>
                    <a:pt x="408" y="141"/>
                  </a:cubicBezTo>
                  <a:cubicBezTo>
                    <a:pt x="390" y="43"/>
                    <a:pt x="318" y="0"/>
                    <a:pt x="24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2"/>
            <p:cNvSpPr/>
            <p:nvPr/>
          </p:nvSpPr>
          <p:spPr>
            <a:xfrm>
              <a:off x="2736750" y="4208900"/>
              <a:ext cx="50225" cy="81050"/>
            </a:xfrm>
            <a:custGeom>
              <a:rect b="b" l="l" r="r" t="t"/>
              <a:pathLst>
                <a:path extrusionOk="0" h="3242" w="2009">
                  <a:moveTo>
                    <a:pt x="569" y="390"/>
                  </a:moveTo>
                  <a:cubicBezTo>
                    <a:pt x="908" y="390"/>
                    <a:pt x="1197" y="566"/>
                    <a:pt x="1375" y="862"/>
                  </a:cubicBezTo>
                  <a:lnTo>
                    <a:pt x="1375" y="862"/>
                  </a:lnTo>
                  <a:cubicBezTo>
                    <a:pt x="1155" y="1043"/>
                    <a:pt x="914" y="1151"/>
                    <a:pt x="627" y="1211"/>
                  </a:cubicBezTo>
                  <a:cubicBezTo>
                    <a:pt x="623" y="1211"/>
                    <a:pt x="620" y="1212"/>
                    <a:pt x="617" y="1213"/>
                  </a:cubicBezTo>
                  <a:lnTo>
                    <a:pt x="617" y="1213"/>
                  </a:lnTo>
                  <a:cubicBezTo>
                    <a:pt x="616" y="989"/>
                    <a:pt x="615" y="765"/>
                    <a:pt x="614" y="541"/>
                  </a:cubicBezTo>
                  <a:cubicBezTo>
                    <a:pt x="614" y="473"/>
                    <a:pt x="586" y="423"/>
                    <a:pt x="545" y="391"/>
                  </a:cubicBezTo>
                  <a:lnTo>
                    <a:pt x="545" y="391"/>
                  </a:lnTo>
                  <a:cubicBezTo>
                    <a:pt x="553" y="391"/>
                    <a:pt x="561" y="390"/>
                    <a:pt x="569" y="390"/>
                  </a:cubicBezTo>
                  <a:close/>
                  <a:moveTo>
                    <a:pt x="619" y="1594"/>
                  </a:moveTo>
                  <a:lnTo>
                    <a:pt x="619" y="1594"/>
                  </a:lnTo>
                  <a:cubicBezTo>
                    <a:pt x="632" y="1597"/>
                    <a:pt x="645" y="1598"/>
                    <a:pt x="659" y="1598"/>
                  </a:cubicBezTo>
                  <a:cubicBezTo>
                    <a:pt x="665" y="1598"/>
                    <a:pt x="672" y="1598"/>
                    <a:pt x="678" y="1597"/>
                  </a:cubicBezTo>
                  <a:cubicBezTo>
                    <a:pt x="701" y="1595"/>
                    <a:pt x="723" y="1594"/>
                    <a:pt x="746" y="1594"/>
                  </a:cubicBezTo>
                  <a:cubicBezTo>
                    <a:pt x="1191" y="1594"/>
                    <a:pt x="1675" y="2022"/>
                    <a:pt x="1438" y="2496"/>
                  </a:cubicBezTo>
                  <a:cubicBezTo>
                    <a:pt x="1345" y="2686"/>
                    <a:pt x="1092" y="2858"/>
                    <a:pt x="887" y="2858"/>
                  </a:cubicBezTo>
                  <a:cubicBezTo>
                    <a:pt x="771" y="2858"/>
                    <a:pt x="670" y="2803"/>
                    <a:pt x="624" y="2665"/>
                  </a:cubicBezTo>
                  <a:cubicBezTo>
                    <a:pt x="534" y="2395"/>
                    <a:pt x="621" y="1938"/>
                    <a:pt x="620" y="1654"/>
                  </a:cubicBezTo>
                  <a:cubicBezTo>
                    <a:pt x="619" y="1634"/>
                    <a:pt x="619" y="1614"/>
                    <a:pt x="619" y="1594"/>
                  </a:cubicBezTo>
                  <a:close/>
                  <a:moveTo>
                    <a:pt x="555" y="1"/>
                  </a:moveTo>
                  <a:cubicBezTo>
                    <a:pt x="445" y="1"/>
                    <a:pt x="333" y="14"/>
                    <a:pt x="222" y="40"/>
                  </a:cubicBezTo>
                  <a:cubicBezTo>
                    <a:pt x="1" y="91"/>
                    <a:pt x="62" y="403"/>
                    <a:pt x="256" y="424"/>
                  </a:cubicBezTo>
                  <a:lnTo>
                    <a:pt x="256" y="424"/>
                  </a:lnTo>
                  <a:cubicBezTo>
                    <a:pt x="235" y="454"/>
                    <a:pt x="221" y="492"/>
                    <a:pt x="222" y="539"/>
                  </a:cubicBezTo>
                  <a:cubicBezTo>
                    <a:pt x="226" y="1348"/>
                    <a:pt x="229" y="2158"/>
                    <a:pt x="233" y="2967"/>
                  </a:cubicBezTo>
                  <a:cubicBezTo>
                    <a:pt x="233" y="3032"/>
                    <a:pt x="269" y="3109"/>
                    <a:pt x="330" y="3138"/>
                  </a:cubicBezTo>
                  <a:cubicBezTo>
                    <a:pt x="485" y="3208"/>
                    <a:pt x="652" y="3242"/>
                    <a:pt x="817" y="3242"/>
                  </a:cubicBezTo>
                  <a:cubicBezTo>
                    <a:pt x="1262" y="3242"/>
                    <a:pt x="1697" y="2994"/>
                    <a:pt x="1848" y="2535"/>
                  </a:cubicBezTo>
                  <a:cubicBezTo>
                    <a:pt x="2009" y="2051"/>
                    <a:pt x="1749" y="1589"/>
                    <a:pt x="1351" y="1355"/>
                  </a:cubicBezTo>
                  <a:lnTo>
                    <a:pt x="1351" y="1355"/>
                  </a:lnTo>
                  <a:cubicBezTo>
                    <a:pt x="1495" y="1272"/>
                    <a:pt x="1629" y="1169"/>
                    <a:pt x="1758" y="1046"/>
                  </a:cubicBezTo>
                  <a:cubicBezTo>
                    <a:pt x="1826" y="979"/>
                    <a:pt x="1824" y="889"/>
                    <a:pt x="1788" y="807"/>
                  </a:cubicBezTo>
                  <a:cubicBezTo>
                    <a:pt x="1565" y="295"/>
                    <a:pt x="1082" y="1"/>
                    <a:pt x="55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2"/>
            <p:cNvSpPr/>
            <p:nvPr/>
          </p:nvSpPr>
          <p:spPr>
            <a:xfrm>
              <a:off x="2848325" y="4272475"/>
              <a:ext cx="45875" cy="10225"/>
            </a:xfrm>
            <a:custGeom>
              <a:rect b="b" l="l" r="r" t="t"/>
              <a:pathLst>
                <a:path extrusionOk="0" h="409" w="1835">
                  <a:moveTo>
                    <a:pt x="250" y="0"/>
                  </a:moveTo>
                  <a:cubicBezTo>
                    <a:pt x="0" y="0"/>
                    <a:pt x="2" y="390"/>
                    <a:pt x="254" y="394"/>
                  </a:cubicBezTo>
                  <a:cubicBezTo>
                    <a:pt x="696" y="398"/>
                    <a:pt x="1138" y="403"/>
                    <a:pt x="1579" y="408"/>
                  </a:cubicBezTo>
                  <a:cubicBezTo>
                    <a:pt x="1580" y="408"/>
                    <a:pt x="1580" y="408"/>
                    <a:pt x="1581" y="408"/>
                  </a:cubicBezTo>
                  <a:cubicBezTo>
                    <a:pt x="1834" y="408"/>
                    <a:pt x="1834" y="16"/>
                    <a:pt x="1579" y="15"/>
                  </a:cubicBezTo>
                  <a:cubicBezTo>
                    <a:pt x="1138" y="9"/>
                    <a:pt x="696" y="5"/>
                    <a:pt x="254" y="0"/>
                  </a:cubicBezTo>
                  <a:cubicBezTo>
                    <a:pt x="252" y="0"/>
                    <a:pt x="251" y="0"/>
                    <a:pt x="25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2"/>
            <p:cNvSpPr/>
            <p:nvPr/>
          </p:nvSpPr>
          <p:spPr>
            <a:xfrm>
              <a:off x="2851325" y="4293575"/>
              <a:ext cx="43325" cy="14500"/>
            </a:xfrm>
            <a:custGeom>
              <a:rect b="b" l="l" r="r" t="t"/>
              <a:pathLst>
                <a:path extrusionOk="0" h="580" w="1733">
                  <a:moveTo>
                    <a:pt x="305" y="1"/>
                  </a:moveTo>
                  <a:cubicBezTo>
                    <a:pt x="83" y="1"/>
                    <a:pt x="0" y="345"/>
                    <a:pt x="235" y="383"/>
                  </a:cubicBezTo>
                  <a:cubicBezTo>
                    <a:pt x="620" y="448"/>
                    <a:pt x="1007" y="512"/>
                    <a:pt x="1392" y="577"/>
                  </a:cubicBezTo>
                  <a:cubicBezTo>
                    <a:pt x="1405" y="579"/>
                    <a:pt x="1417" y="580"/>
                    <a:pt x="1429" y="580"/>
                  </a:cubicBezTo>
                  <a:cubicBezTo>
                    <a:pt x="1651" y="580"/>
                    <a:pt x="1733" y="237"/>
                    <a:pt x="1498" y="197"/>
                  </a:cubicBezTo>
                  <a:cubicBezTo>
                    <a:pt x="1113" y="133"/>
                    <a:pt x="726" y="68"/>
                    <a:pt x="341" y="4"/>
                  </a:cubicBezTo>
                  <a:cubicBezTo>
                    <a:pt x="329" y="2"/>
                    <a:pt x="317" y="1"/>
                    <a:pt x="30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2"/>
            <p:cNvSpPr/>
            <p:nvPr/>
          </p:nvSpPr>
          <p:spPr>
            <a:xfrm>
              <a:off x="3019250" y="4242075"/>
              <a:ext cx="83050" cy="110100"/>
            </a:xfrm>
            <a:custGeom>
              <a:rect b="b" l="l" r="r" t="t"/>
              <a:pathLst>
                <a:path extrusionOk="0" h="4404" w="3322">
                  <a:moveTo>
                    <a:pt x="1494" y="382"/>
                  </a:moveTo>
                  <a:cubicBezTo>
                    <a:pt x="1739" y="382"/>
                    <a:pt x="1991" y="426"/>
                    <a:pt x="2191" y="468"/>
                  </a:cubicBezTo>
                  <a:lnTo>
                    <a:pt x="2191" y="468"/>
                  </a:lnTo>
                  <a:cubicBezTo>
                    <a:pt x="2158" y="521"/>
                    <a:pt x="2148" y="591"/>
                    <a:pt x="2181" y="662"/>
                  </a:cubicBezTo>
                  <a:cubicBezTo>
                    <a:pt x="2181" y="662"/>
                    <a:pt x="2181" y="662"/>
                    <a:pt x="2181" y="662"/>
                  </a:cubicBezTo>
                  <a:lnTo>
                    <a:pt x="2181" y="662"/>
                  </a:lnTo>
                  <a:cubicBezTo>
                    <a:pt x="2451" y="1262"/>
                    <a:pt x="1843" y="1601"/>
                    <a:pt x="1302" y="1601"/>
                  </a:cubicBezTo>
                  <a:cubicBezTo>
                    <a:pt x="845" y="1601"/>
                    <a:pt x="435" y="1359"/>
                    <a:pt x="639" y="830"/>
                  </a:cubicBezTo>
                  <a:cubicBezTo>
                    <a:pt x="773" y="481"/>
                    <a:pt x="1125" y="382"/>
                    <a:pt x="1494" y="382"/>
                  </a:cubicBezTo>
                  <a:close/>
                  <a:moveTo>
                    <a:pt x="1547" y="1"/>
                  </a:moveTo>
                  <a:cubicBezTo>
                    <a:pt x="1134" y="1"/>
                    <a:pt x="734" y="105"/>
                    <a:pt x="444" y="433"/>
                  </a:cubicBezTo>
                  <a:cubicBezTo>
                    <a:pt x="102" y="823"/>
                    <a:pt x="0" y="1433"/>
                    <a:pt x="395" y="1818"/>
                  </a:cubicBezTo>
                  <a:cubicBezTo>
                    <a:pt x="592" y="2009"/>
                    <a:pt x="848" y="2092"/>
                    <a:pt x="1115" y="2092"/>
                  </a:cubicBezTo>
                  <a:cubicBezTo>
                    <a:pt x="1627" y="2092"/>
                    <a:pt x="2182" y="1788"/>
                    <a:pt x="2446" y="1362"/>
                  </a:cubicBezTo>
                  <a:lnTo>
                    <a:pt x="2446" y="1362"/>
                  </a:lnTo>
                  <a:cubicBezTo>
                    <a:pt x="2663" y="2422"/>
                    <a:pt x="2131" y="3562"/>
                    <a:pt x="1107" y="4044"/>
                  </a:cubicBezTo>
                  <a:cubicBezTo>
                    <a:pt x="908" y="4137"/>
                    <a:pt x="1031" y="4404"/>
                    <a:pt x="1216" y="4404"/>
                  </a:cubicBezTo>
                  <a:cubicBezTo>
                    <a:pt x="1245" y="4404"/>
                    <a:pt x="1275" y="4397"/>
                    <a:pt x="1306" y="4383"/>
                  </a:cubicBezTo>
                  <a:cubicBezTo>
                    <a:pt x="2759" y="3702"/>
                    <a:pt x="3321" y="1846"/>
                    <a:pt x="2521" y="465"/>
                  </a:cubicBezTo>
                  <a:cubicBezTo>
                    <a:pt x="2520" y="462"/>
                    <a:pt x="2518" y="459"/>
                    <a:pt x="2516" y="456"/>
                  </a:cubicBezTo>
                  <a:lnTo>
                    <a:pt x="2516" y="456"/>
                  </a:lnTo>
                  <a:cubicBezTo>
                    <a:pt x="2617" y="361"/>
                    <a:pt x="2617" y="163"/>
                    <a:pt x="2442" y="123"/>
                  </a:cubicBezTo>
                  <a:cubicBezTo>
                    <a:pt x="2162" y="57"/>
                    <a:pt x="1851" y="1"/>
                    <a:pt x="15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2"/>
            <p:cNvSpPr/>
            <p:nvPr/>
          </p:nvSpPr>
          <p:spPr>
            <a:xfrm>
              <a:off x="3115400" y="4216150"/>
              <a:ext cx="38250" cy="61075"/>
            </a:xfrm>
            <a:custGeom>
              <a:rect b="b" l="l" r="r" t="t"/>
              <a:pathLst>
                <a:path extrusionOk="0" h="2443" w="1530">
                  <a:moveTo>
                    <a:pt x="568" y="1"/>
                  </a:moveTo>
                  <a:cubicBezTo>
                    <a:pt x="442" y="1"/>
                    <a:pt x="306" y="43"/>
                    <a:pt x="170" y="142"/>
                  </a:cubicBezTo>
                  <a:cubicBezTo>
                    <a:pt x="0" y="260"/>
                    <a:pt x="106" y="515"/>
                    <a:pt x="263" y="515"/>
                  </a:cubicBezTo>
                  <a:cubicBezTo>
                    <a:pt x="296" y="515"/>
                    <a:pt x="331" y="504"/>
                    <a:pt x="366" y="478"/>
                  </a:cubicBezTo>
                  <a:cubicBezTo>
                    <a:pt x="431" y="431"/>
                    <a:pt x="496" y="411"/>
                    <a:pt x="554" y="411"/>
                  </a:cubicBezTo>
                  <a:cubicBezTo>
                    <a:pt x="785" y="411"/>
                    <a:pt x="925" y="721"/>
                    <a:pt x="651" y="878"/>
                  </a:cubicBezTo>
                  <a:cubicBezTo>
                    <a:pt x="563" y="926"/>
                    <a:pt x="520" y="1060"/>
                    <a:pt x="581" y="1147"/>
                  </a:cubicBezTo>
                  <a:cubicBezTo>
                    <a:pt x="739" y="1374"/>
                    <a:pt x="895" y="1600"/>
                    <a:pt x="1053" y="1826"/>
                  </a:cubicBezTo>
                  <a:lnTo>
                    <a:pt x="1053" y="1826"/>
                  </a:lnTo>
                  <a:cubicBezTo>
                    <a:pt x="881" y="1977"/>
                    <a:pt x="684" y="2048"/>
                    <a:pt x="448" y="2048"/>
                  </a:cubicBezTo>
                  <a:cubicBezTo>
                    <a:pt x="417" y="2048"/>
                    <a:pt x="385" y="2047"/>
                    <a:pt x="352" y="2044"/>
                  </a:cubicBezTo>
                  <a:cubicBezTo>
                    <a:pt x="345" y="2044"/>
                    <a:pt x="339" y="2044"/>
                    <a:pt x="333" y="2044"/>
                  </a:cubicBezTo>
                  <a:cubicBezTo>
                    <a:pt x="100" y="2044"/>
                    <a:pt x="107" y="2419"/>
                    <a:pt x="352" y="2438"/>
                  </a:cubicBezTo>
                  <a:cubicBezTo>
                    <a:pt x="388" y="2441"/>
                    <a:pt x="424" y="2442"/>
                    <a:pt x="460" y="2442"/>
                  </a:cubicBezTo>
                  <a:cubicBezTo>
                    <a:pt x="844" y="2442"/>
                    <a:pt x="1191" y="2283"/>
                    <a:pt x="1447" y="1989"/>
                  </a:cubicBezTo>
                  <a:cubicBezTo>
                    <a:pt x="1501" y="1926"/>
                    <a:pt x="1530" y="1824"/>
                    <a:pt x="1478" y="1751"/>
                  </a:cubicBezTo>
                  <a:cubicBezTo>
                    <a:pt x="1325" y="1531"/>
                    <a:pt x="1173" y="1312"/>
                    <a:pt x="1021" y="1093"/>
                  </a:cubicBezTo>
                  <a:lnTo>
                    <a:pt x="1021" y="1093"/>
                  </a:lnTo>
                  <a:cubicBezTo>
                    <a:pt x="1426" y="684"/>
                    <a:pt x="1075" y="1"/>
                    <a:pt x="56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2"/>
            <p:cNvSpPr/>
            <p:nvPr/>
          </p:nvSpPr>
          <p:spPr>
            <a:xfrm>
              <a:off x="3187800" y="4259250"/>
              <a:ext cx="15125" cy="67850"/>
            </a:xfrm>
            <a:custGeom>
              <a:rect b="b" l="l" r="r" t="t"/>
              <a:pathLst>
                <a:path extrusionOk="0" h="2714" w="605">
                  <a:moveTo>
                    <a:pt x="363" y="1"/>
                  </a:moveTo>
                  <a:cubicBezTo>
                    <a:pt x="287" y="1"/>
                    <a:pt x="215" y="44"/>
                    <a:pt x="196" y="143"/>
                  </a:cubicBezTo>
                  <a:cubicBezTo>
                    <a:pt x="44" y="933"/>
                    <a:pt x="1" y="1722"/>
                    <a:pt x="71" y="2525"/>
                  </a:cubicBezTo>
                  <a:cubicBezTo>
                    <a:pt x="82" y="2650"/>
                    <a:pt x="186" y="2713"/>
                    <a:pt x="285" y="2713"/>
                  </a:cubicBezTo>
                  <a:cubicBezTo>
                    <a:pt x="383" y="2713"/>
                    <a:pt x="476" y="2651"/>
                    <a:pt x="465" y="2525"/>
                  </a:cubicBezTo>
                  <a:cubicBezTo>
                    <a:pt x="396" y="1759"/>
                    <a:pt x="430" y="1003"/>
                    <a:pt x="575" y="246"/>
                  </a:cubicBezTo>
                  <a:cubicBezTo>
                    <a:pt x="604" y="98"/>
                    <a:pt x="479" y="1"/>
                    <a:pt x="36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2"/>
            <p:cNvSpPr/>
            <p:nvPr/>
          </p:nvSpPr>
          <p:spPr>
            <a:xfrm>
              <a:off x="3171325" y="4288900"/>
              <a:ext cx="62550" cy="16025"/>
            </a:xfrm>
            <a:custGeom>
              <a:rect b="b" l="l" r="r" t="t"/>
              <a:pathLst>
                <a:path extrusionOk="0" h="641" w="2502">
                  <a:moveTo>
                    <a:pt x="2278" y="0"/>
                  </a:moveTo>
                  <a:cubicBezTo>
                    <a:pt x="2269" y="0"/>
                    <a:pt x="2260" y="1"/>
                    <a:pt x="2250" y="2"/>
                  </a:cubicBezTo>
                  <a:cubicBezTo>
                    <a:pt x="1583" y="82"/>
                    <a:pt x="915" y="164"/>
                    <a:pt x="250" y="245"/>
                  </a:cubicBezTo>
                  <a:cubicBezTo>
                    <a:pt x="10" y="273"/>
                    <a:pt x="0" y="641"/>
                    <a:pt x="224" y="641"/>
                  </a:cubicBezTo>
                  <a:cubicBezTo>
                    <a:pt x="232" y="641"/>
                    <a:pt x="241" y="640"/>
                    <a:pt x="250" y="639"/>
                  </a:cubicBezTo>
                  <a:cubicBezTo>
                    <a:pt x="917" y="557"/>
                    <a:pt x="1585" y="476"/>
                    <a:pt x="2250" y="396"/>
                  </a:cubicBezTo>
                  <a:cubicBezTo>
                    <a:pt x="2490" y="365"/>
                    <a:pt x="2502" y="0"/>
                    <a:pt x="22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2"/>
            <p:cNvSpPr/>
            <p:nvPr/>
          </p:nvSpPr>
          <p:spPr>
            <a:xfrm>
              <a:off x="3276150" y="4252475"/>
              <a:ext cx="61850" cy="81625"/>
            </a:xfrm>
            <a:custGeom>
              <a:rect b="b" l="l" r="r" t="t"/>
              <a:pathLst>
                <a:path extrusionOk="0" h="3265" w="2474">
                  <a:moveTo>
                    <a:pt x="412" y="0"/>
                  </a:moveTo>
                  <a:cubicBezTo>
                    <a:pt x="309" y="0"/>
                    <a:pt x="210" y="89"/>
                    <a:pt x="216" y="196"/>
                  </a:cubicBezTo>
                  <a:cubicBezTo>
                    <a:pt x="232" y="577"/>
                    <a:pt x="248" y="958"/>
                    <a:pt x="263" y="1337"/>
                  </a:cubicBezTo>
                  <a:cubicBezTo>
                    <a:pt x="268" y="1448"/>
                    <a:pt x="370" y="1535"/>
                    <a:pt x="471" y="1535"/>
                  </a:cubicBezTo>
                  <a:cubicBezTo>
                    <a:pt x="517" y="1535"/>
                    <a:pt x="563" y="1517"/>
                    <a:pt x="600" y="1476"/>
                  </a:cubicBezTo>
                  <a:cubicBezTo>
                    <a:pt x="764" y="1295"/>
                    <a:pt x="975" y="1214"/>
                    <a:pt x="1180" y="1214"/>
                  </a:cubicBezTo>
                  <a:cubicBezTo>
                    <a:pt x="1575" y="1214"/>
                    <a:pt x="1952" y="1517"/>
                    <a:pt x="1945" y="1997"/>
                  </a:cubicBezTo>
                  <a:cubicBezTo>
                    <a:pt x="1939" y="2577"/>
                    <a:pt x="1486" y="2874"/>
                    <a:pt x="1001" y="2874"/>
                  </a:cubicBezTo>
                  <a:cubicBezTo>
                    <a:pt x="790" y="2874"/>
                    <a:pt x="573" y="2818"/>
                    <a:pt x="383" y="2704"/>
                  </a:cubicBezTo>
                  <a:cubicBezTo>
                    <a:pt x="349" y="2684"/>
                    <a:pt x="316" y="2675"/>
                    <a:pt x="284" y="2675"/>
                  </a:cubicBezTo>
                  <a:cubicBezTo>
                    <a:pt x="114" y="2675"/>
                    <a:pt x="1" y="2934"/>
                    <a:pt x="185" y="3044"/>
                  </a:cubicBezTo>
                  <a:cubicBezTo>
                    <a:pt x="435" y="3194"/>
                    <a:pt x="713" y="3264"/>
                    <a:pt x="984" y="3264"/>
                  </a:cubicBezTo>
                  <a:cubicBezTo>
                    <a:pt x="1725" y="3264"/>
                    <a:pt x="2410" y="2736"/>
                    <a:pt x="2332" y="1861"/>
                  </a:cubicBezTo>
                  <a:cubicBezTo>
                    <a:pt x="2274" y="1214"/>
                    <a:pt x="1730" y="819"/>
                    <a:pt x="1172" y="819"/>
                  </a:cubicBezTo>
                  <a:cubicBezTo>
                    <a:pt x="991" y="819"/>
                    <a:pt x="808" y="860"/>
                    <a:pt x="641" y="948"/>
                  </a:cubicBezTo>
                  <a:lnTo>
                    <a:pt x="641" y="948"/>
                  </a:lnTo>
                  <a:cubicBezTo>
                    <a:pt x="633" y="763"/>
                    <a:pt x="626" y="578"/>
                    <a:pt x="618" y="394"/>
                  </a:cubicBezTo>
                  <a:lnTo>
                    <a:pt x="618" y="394"/>
                  </a:lnTo>
                  <a:cubicBezTo>
                    <a:pt x="1152" y="394"/>
                    <a:pt x="1685" y="395"/>
                    <a:pt x="2220" y="395"/>
                  </a:cubicBezTo>
                  <a:cubicBezTo>
                    <a:pt x="2474" y="395"/>
                    <a:pt x="2474" y="2"/>
                    <a:pt x="2220" y="2"/>
                  </a:cubicBezTo>
                  <a:cubicBezTo>
                    <a:pt x="1616" y="2"/>
                    <a:pt x="1015" y="0"/>
                    <a:pt x="41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2"/>
            <p:cNvSpPr/>
            <p:nvPr/>
          </p:nvSpPr>
          <p:spPr>
            <a:xfrm>
              <a:off x="3351425" y="4214475"/>
              <a:ext cx="51175" cy="61125"/>
            </a:xfrm>
            <a:custGeom>
              <a:rect b="b" l="l" r="r" t="t"/>
              <a:pathLst>
                <a:path extrusionOk="0" h="2445" w="2047">
                  <a:moveTo>
                    <a:pt x="966" y="362"/>
                  </a:moveTo>
                  <a:cubicBezTo>
                    <a:pt x="1181" y="362"/>
                    <a:pt x="1588" y="514"/>
                    <a:pt x="1501" y="816"/>
                  </a:cubicBezTo>
                  <a:cubicBezTo>
                    <a:pt x="1455" y="974"/>
                    <a:pt x="1297" y="1035"/>
                    <a:pt x="1119" y="1054"/>
                  </a:cubicBezTo>
                  <a:lnTo>
                    <a:pt x="1119" y="1054"/>
                  </a:lnTo>
                  <a:cubicBezTo>
                    <a:pt x="1004" y="1035"/>
                    <a:pt x="888" y="1027"/>
                    <a:pt x="777" y="1027"/>
                  </a:cubicBezTo>
                  <a:cubicBezTo>
                    <a:pt x="767" y="1027"/>
                    <a:pt x="756" y="1027"/>
                    <a:pt x="745" y="1027"/>
                  </a:cubicBezTo>
                  <a:lnTo>
                    <a:pt x="745" y="1027"/>
                  </a:lnTo>
                  <a:cubicBezTo>
                    <a:pt x="793" y="833"/>
                    <a:pt x="859" y="653"/>
                    <a:pt x="917" y="531"/>
                  </a:cubicBezTo>
                  <a:cubicBezTo>
                    <a:pt x="945" y="471"/>
                    <a:pt x="943" y="412"/>
                    <a:pt x="922" y="363"/>
                  </a:cubicBezTo>
                  <a:lnTo>
                    <a:pt x="922" y="363"/>
                  </a:lnTo>
                  <a:cubicBezTo>
                    <a:pt x="934" y="363"/>
                    <a:pt x="947" y="362"/>
                    <a:pt x="960" y="362"/>
                  </a:cubicBezTo>
                  <a:cubicBezTo>
                    <a:pt x="962" y="362"/>
                    <a:pt x="964" y="362"/>
                    <a:pt x="966" y="362"/>
                  </a:cubicBezTo>
                  <a:close/>
                  <a:moveTo>
                    <a:pt x="684" y="1433"/>
                  </a:moveTo>
                  <a:cubicBezTo>
                    <a:pt x="748" y="1438"/>
                    <a:pt x="815" y="1442"/>
                    <a:pt x="885" y="1442"/>
                  </a:cubicBezTo>
                  <a:cubicBezTo>
                    <a:pt x="935" y="1442"/>
                    <a:pt x="986" y="1440"/>
                    <a:pt x="1038" y="1436"/>
                  </a:cubicBezTo>
                  <a:lnTo>
                    <a:pt x="1038" y="1436"/>
                  </a:lnTo>
                  <a:cubicBezTo>
                    <a:pt x="1155" y="1454"/>
                    <a:pt x="1268" y="1488"/>
                    <a:pt x="1365" y="1550"/>
                  </a:cubicBezTo>
                  <a:cubicBezTo>
                    <a:pt x="1628" y="1719"/>
                    <a:pt x="1574" y="2006"/>
                    <a:pt x="1268" y="2047"/>
                  </a:cubicBezTo>
                  <a:cubicBezTo>
                    <a:pt x="1225" y="2053"/>
                    <a:pt x="1186" y="2056"/>
                    <a:pt x="1149" y="2056"/>
                  </a:cubicBezTo>
                  <a:cubicBezTo>
                    <a:pt x="776" y="2056"/>
                    <a:pt x="671" y="1769"/>
                    <a:pt x="684" y="1433"/>
                  </a:cubicBezTo>
                  <a:close/>
                  <a:moveTo>
                    <a:pt x="996" y="0"/>
                  </a:moveTo>
                  <a:cubicBezTo>
                    <a:pt x="720" y="0"/>
                    <a:pt x="433" y="63"/>
                    <a:pt x="216" y="136"/>
                  </a:cubicBezTo>
                  <a:cubicBezTo>
                    <a:pt x="1" y="208"/>
                    <a:pt x="63" y="527"/>
                    <a:pt x="256" y="527"/>
                  </a:cubicBezTo>
                  <a:cubicBezTo>
                    <a:pt x="276" y="527"/>
                    <a:pt x="298" y="523"/>
                    <a:pt x="321" y="515"/>
                  </a:cubicBezTo>
                  <a:cubicBezTo>
                    <a:pt x="387" y="493"/>
                    <a:pt x="454" y="469"/>
                    <a:pt x="522" y="447"/>
                  </a:cubicBezTo>
                  <a:lnTo>
                    <a:pt x="522" y="447"/>
                  </a:lnTo>
                  <a:cubicBezTo>
                    <a:pt x="296" y="950"/>
                    <a:pt x="111" y="1568"/>
                    <a:pt x="433" y="2064"/>
                  </a:cubicBezTo>
                  <a:cubicBezTo>
                    <a:pt x="593" y="2315"/>
                    <a:pt x="893" y="2445"/>
                    <a:pt x="1188" y="2445"/>
                  </a:cubicBezTo>
                  <a:cubicBezTo>
                    <a:pt x="1295" y="2445"/>
                    <a:pt x="1403" y="2427"/>
                    <a:pt x="1502" y="2392"/>
                  </a:cubicBezTo>
                  <a:cubicBezTo>
                    <a:pt x="1872" y="2263"/>
                    <a:pt x="2046" y="1857"/>
                    <a:pt x="1860" y="1504"/>
                  </a:cubicBezTo>
                  <a:cubicBezTo>
                    <a:pt x="1807" y="1403"/>
                    <a:pt x="1732" y="1321"/>
                    <a:pt x="1643" y="1256"/>
                  </a:cubicBezTo>
                  <a:lnTo>
                    <a:pt x="1643" y="1256"/>
                  </a:lnTo>
                  <a:cubicBezTo>
                    <a:pt x="1815" y="1140"/>
                    <a:pt x="1924" y="958"/>
                    <a:pt x="1898" y="687"/>
                  </a:cubicBezTo>
                  <a:cubicBezTo>
                    <a:pt x="1848" y="160"/>
                    <a:pt x="1436" y="0"/>
                    <a:pt x="9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2"/>
            <p:cNvSpPr/>
            <p:nvPr/>
          </p:nvSpPr>
          <p:spPr>
            <a:xfrm>
              <a:off x="3442125" y="4266325"/>
              <a:ext cx="17075" cy="59350"/>
            </a:xfrm>
            <a:custGeom>
              <a:rect b="b" l="l" r="r" t="t"/>
              <a:pathLst>
                <a:path extrusionOk="0" h="2374" w="683">
                  <a:moveTo>
                    <a:pt x="495" y="1"/>
                  </a:moveTo>
                  <a:cubicBezTo>
                    <a:pt x="396" y="1"/>
                    <a:pt x="289" y="64"/>
                    <a:pt x="272" y="188"/>
                  </a:cubicBezTo>
                  <a:cubicBezTo>
                    <a:pt x="186" y="853"/>
                    <a:pt x="102" y="1521"/>
                    <a:pt x="16" y="2186"/>
                  </a:cubicBezTo>
                  <a:cubicBezTo>
                    <a:pt x="0" y="2311"/>
                    <a:pt x="91" y="2374"/>
                    <a:pt x="189" y="2374"/>
                  </a:cubicBezTo>
                  <a:cubicBezTo>
                    <a:pt x="287" y="2374"/>
                    <a:pt x="394" y="2311"/>
                    <a:pt x="410" y="2186"/>
                  </a:cubicBezTo>
                  <a:cubicBezTo>
                    <a:pt x="496" y="1521"/>
                    <a:pt x="580" y="853"/>
                    <a:pt x="666" y="188"/>
                  </a:cubicBezTo>
                  <a:cubicBezTo>
                    <a:pt x="682" y="63"/>
                    <a:pt x="593" y="1"/>
                    <a:pt x="49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2"/>
            <p:cNvSpPr/>
            <p:nvPr/>
          </p:nvSpPr>
          <p:spPr>
            <a:xfrm>
              <a:off x="3423650" y="4290825"/>
              <a:ext cx="58975" cy="13975"/>
            </a:xfrm>
            <a:custGeom>
              <a:rect b="b" l="l" r="r" t="t"/>
              <a:pathLst>
                <a:path extrusionOk="0" h="559" w="2359">
                  <a:moveTo>
                    <a:pt x="1568" y="1"/>
                  </a:moveTo>
                  <a:cubicBezTo>
                    <a:pt x="1117" y="1"/>
                    <a:pt x="671" y="58"/>
                    <a:pt x="228" y="171"/>
                  </a:cubicBezTo>
                  <a:cubicBezTo>
                    <a:pt x="1" y="229"/>
                    <a:pt x="73" y="559"/>
                    <a:pt x="278" y="559"/>
                  </a:cubicBezTo>
                  <a:cubicBezTo>
                    <a:pt x="295" y="559"/>
                    <a:pt x="313" y="557"/>
                    <a:pt x="331" y="552"/>
                  </a:cubicBezTo>
                  <a:cubicBezTo>
                    <a:pt x="745" y="447"/>
                    <a:pt x="1161" y="396"/>
                    <a:pt x="1581" y="396"/>
                  </a:cubicBezTo>
                  <a:cubicBezTo>
                    <a:pt x="1755" y="396"/>
                    <a:pt x="1930" y="405"/>
                    <a:pt x="2106" y="422"/>
                  </a:cubicBezTo>
                  <a:cubicBezTo>
                    <a:pt x="2114" y="423"/>
                    <a:pt x="2122" y="423"/>
                    <a:pt x="2130" y="423"/>
                  </a:cubicBezTo>
                  <a:cubicBezTo>
                    <a:pt x="2358" y="423"/>
                    <a:pt x="2349" y="53"/>
                    <a:pt x="2106" y="28"/>
                  </a:cubicBezTo>
                  <a:cubicBezTo>
                    <a:pt x="1926" y="10"/>
                    <a:pt x="1747" y="1"/>
                    <a:pt x="156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2"/>
            <p:cNvSpPr/>
            <p:nvPr/>
          </p:nvSpPr>
          <p:spPr>
            <a:xfrm>
              <a:off x="3516000" y="4254925"/>
              <a:ext cx="69550" cy="92900"/>
            </a:xfrm>
            <a:custGeom>
              <a:rect b="b" l="l" r="r" t="t"/>
              <a:pathLst>
                <a:path extrusionOk="0" h="3716" w="2782">
                  <a:moveTo>
                    <a:pt x="2560" y="0"/>
                  </a:moveTo>
                  <a:cubicBezTo>
                    <a:pt x="2556" y="0"/>
                    <a:pt x="2552" y="1"/>
                    <a:pt x="2548" y="1"/>
                  </a:cubicBezTo>
                  <a:cubicBezTo>
                    <a:pt x="1782" y="58"/>
                    <a:pt x="1018" y="117"/>
                    <a:pt x="252" y="174"/>
                  </a:cubicBezTo>
                  <a:cubicBezTo>
                    <a:pt x="8" y="192"/>
                    <a:pt x="0" y="567"/>
                    <a:pt x="234" y="567"/>
                  </a:cubicBezTo>
                  <a:cubicBezTo>
                    <a:pt x="240" y="567"/>
                    <a:pt x="246" y="567"/>
                    <a:pt x="252" y="566"/>
                  </a:cubicBezTo>
                  <a:cubicBezTo>
                    <a:pt x="920" y="517"/>
                    <a:pt x="1586" y="464"/>
                    <a:pt x="2254" y="414"/>
                  </a:cubicBezTo>
                  <a:lnTo>
                    <a:pt x="2254" y="414"/>
                  </a:lnTo>
                  <a:cubicBezTo>
                    <a:pt x="1871" y="1419"/>
                    <a:pt x="1531" y="2438"/>
                    <a:pt x="1233" y="3472"/>
                  </a:cubicBezTo>
                  <a:cubicBezTo>
                    <a:pt x="1190" y="3619"/>
                    <a:pt x="1311" y="3715"/>
                    <a:pt x="1430" y="3715"/>
                  </a:cubicBezTo>
                  <a:cubicBezTo>
                    <a:pt x="1507" y="3715"/>
                    <a:pt x="1584" y="3674"/>
                    <a:pt x="1612" y="3577"/>
                  </a:cubicBezTo>
                  <a:cubicBezTo>
                    <a:pt x="1938" y="2450"/>
                    <a:pt x="2312" y="1342"/>
                    <a:pt x="2737" y="249"/>
                  </a:cubicBezTo>
                  <a:cubicBezTo>
                    <a:pt x="2781" y="138"/>
                    <a:pt x="2676" y="0"/>
                    <a:pt x="25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2"/>
            <p:cNvSpPr/>
            <p:nvPr/>
          </p:nvSpPr>
          <p:spPr>
            <a:xfrm>
              <a:off x="3613350" y="4230675"/>
              <a:ext cx="48575" cy="51700"/>
            </a:xfrm>
            <a:custGeom>
              <a:rect b="b" l="l" r="r" t="t"/>
              <a:pathLst>
                <a:path extrusionOk="0" h="2068" w="1943">
                  <a:moveTo>
                    <a:pt x="1330" y="1"/>
                  </a:moveTo>
                  <a:cubicBezTo>
                    <a:pt x="750" y="1"/>
                    <a:pt x="142" y="344"/>
                    <a:pt x="70" y="964"/>
                  </a:cubicBezTo>
                  <a:cubicBezTo>
                    <a:pt x="0" y="1553"/>
                    <a:pt x="506" y="2067"/>
                    <a:pt x="1057" y="2067"/>
                  </a:cubicBezTo>
                  <a:cubicBezTo>
                    <a:pt x="1176" y="2067"/>
                    <a:pt x="1297" y="2043"/>
                    <a:pt x="1416" y="1990"/>
                  </a:cubicBezTo>
                  <a:cubicBezTo>
                    <a:pt x="1616" y="1900"/>
                    <a:pt x="1490" y="1632"/>
                    <a:pt x="1302" y="1632"/>
                  </a:cubicBezTo>
                  <a:cubicBezTo>
                    <a:pt x="1275" y="1632"/>
                    <a:pt x="1246" y="1638"/>
                    <a:pt x="1217" y="1651"/>
                  </a:cubicBezTo>
                  <a:cubicBezTo>
                    <a:pt x="1154" y="1679"/>
                    <a:pt x="1093" y="1691"/>
                    <a:pt x="1033" y="1691"/>
                  </a:cubicBezTo>
                  <a:cubicBezTo>
                    <a:pt x="654" y="1691"/>
                    <a:pt x="353" y="1188"/>
                    <a:pt x="511" y="844"/>
                  </a:cubicBezTo>
                  <a:cubicBezTo>
                    <a:pt x="654" y="535"/>
                    <a:pt x="986" y="392"/>
                    <a:pt x="1312" y="392"/>
                  </a:cubicBezTo>
                  <a:cubicBezTo>
                    <a:pt x="1417" y="392"/>
                    <a:pt x="1521" y="407"/>
                    <a:pt x="1617" y="436"/>
                  </a:cubicBezTo>
                  <a:cubicBezTo>
                    <a:pt x="1638" y="442"/>
                    <a:pt x="1658" y="445"/>
                    <a:pt x="1677" y="445"/>
                  </a:cubicBezTo>
                  <a:cubicBezTo>
                    <a:pt x="1875" y="445"/>
                    <a:pt x="1943" y="123"/>
                    <a:pt x="1720" y="56"/>
                  </a:cubicBezTo>
                  <a:cubicBezTo>
                    <a:pt x="1597" y="19"/>
                    <a:pt x="1464" y="1"/>
                    <a:pt x="13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2"/>
            <p:cNvSpPr/>
            <p:nvPr/>
          </p:nvSpPr>
          <p:spPr>
            <a:xfrm>
              <a:off x="2659900" y="4436350"/>
              <a:ext cx="68125" cy="72325"/>
            </a:xfrm>
            <a:custGeom>
              <a:rect b="b" l="l" r="r" t="t"/>
              <a:pathLst>
                <a:path extrusionOk="0" h="2893" w="2725">
                  <a:moveTo>
                    <a:pt x="2496" y="1"/>
                  </a:moveTo>
                  <a:cubicBezTo>
                    <a:pt x="2488" y="1"/>
                    <a:pt x="2480" y="1"/>
                    <a:pt x="2473" y="2"/>
                  </a:cubicBezTo>
                  <a:cubicBezTo>
                    <a:pt x="1722" y="78"/>
                    <a:pt x="975" y="154"/>
                    <a:pt x="225" y="231"/>
                  </a:cubicBezTo>
                  <a:cubicBezTo>
                    <a:pt x="100" y="242"/>
                    <a:pt x="0" y="347"/>
                    <a:pt x="36" y="479"/>
                  </a:cubicBezTo>
                  <a:cubicBezTo>
                    <a:pt x="116" y="782"/>
                    <a:pt x="149" y="1077"/>
                    <a:pt x="145" y="1388"/>
                  </a:cubicBezTo>
                  <a:cubicBezTo>
                    <a:pt x="144" y="1496"/>
                    <a:pt x="239" y="1586"/>
                    <a:pt x="342" y="1586"/>
                  </a:cubicBezTo>
                  <a:cubicBezTo>
                    <a:pt x="359" y="1586"/>
                    <a:pt x="377" y="1583"/>
                    <a:pt x="394" y="1578"/>
                  </a:cubicBezTo>
                  <a:cubicBezTo>
                    <a:pt x="612" y="1510"/>
                    <a:pt x="846" y="1434"/>
                    <a:pt x="1078" y="1434"/>
                  </a:cubicBezTo>
                  <a:cubicBezTo>
                    <a:pt x="1109" y="1434"/>
                    <a:pt x="1139" y="1435"/>
                    <a:pt x="1170" y="1438"/>
                  </a:cubicBezTo>
                  <a:cubicBezTo>
                    <a:pt x="1543" y="1473"/>
                    <a:pt x="1984" y="1863"/>
                    <a:pt x="1651" y="2224"/>
                  </a:cubicBezTo>
                  <a:cubicBezTo>
                    <a:pt x="1434" y="2458"/>
                    <a:pt x="1050" y="2500"/>
                    <a:pt x="720" y="2500"/>
                  </a:cubicBezTo>
                  <a:cubicBezTo>
                    <a:pt x="646" y="2500"/>
                    <a:pt x="576" y="2498"/>
                    <a:pt x="510" y="2496"/>
                  </a:cubicBezTo>
                  <a:cubicBezTo>
                    <a:pt x="507" y="2495"/>
                    <a:pt x="504" y="2495"/>
                    <a:pt x="500" y="2495"/>
                  </a:cubicBezTo>
                  <a:cubicBezTo>
                    <a:pt x="255" y="2495"/>
                    <a:pt x="260" y="2879"/>
                    <a:pt x="510" y="2889"/>
                  </a:cubicBezTo>
                  <a:cubicBezTo>
                    <a:pt x="555" y="2891"/>
                    <a:pt x="603" y="2892"/>
                    <a:pt x="653" y="2892"/>
                  </a:cubicBezTo>
                  <a:cubicBezTo>
                    <a:pt x="1263" y="2892"/>
                    <a:pt x="2121" y="2729"/>
                    <a:pt x="2170" y="2003"/>
                  </a:cubicBezTo>
                  <a:cubicBezTo>
                    <a:pt x="2217" y="1299"/>
                    <a:pt x="1636" y="1085"/>
                    <a:pt x="1052" y="1085"/>
                  </a:cubicBezTo>
                  <a:cubicBezTo>
                    <a:pt x="874" y="1085"/>
                    <a:pt x="696" y="1105"/>
                    <a:pt x="535" y="1137"/>
                  </a:cubicBezTo>
                  <a:lnTo>
                    <a:pt x="535" y="1137"/>
                  </a:lnTo>
                  <a:cubicBezTo>
                    <a:pt x="526" y="956"/>
                    <a:pt x="504" y="778"/>
                    <a:pt x="467" y="600"/>
                  </a:cubicBezTo>
                  <a:lnTo>
                    <a:pt x="467" y="600"/>
                  </a:lnTo>
                  <a:cubicBezTo>
                    <a:pt x="1136" y="531"/>
                    <a:pt x="1803" y="463"/>
                    <a:pt x="2473" y="396"/>
                  </a:cubicBezTo>
                  <a:cubicBezTo>
                    <a:pt x="2715" y="371"/>
                    <a:pt x="2724" y="1"/>
                    <a:pt x="24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2"/>
            <p:cNvSpPr/>
            <p:nvPr/>
          </p:nvSpPr>
          <p:spPr>
            <a:xfrm>
              <a:off x="2735150" y="4419000"/>
              <a:ext cx="46725" cy="56900"/>
            </a:xfrm>
            <a:custGeom>
              <a:rect b="b" l="l" r="r" t="t"/>
              <a:pathLst>
                <a:path extrusionOk="0" h="2276" w="1869">
                  <a:moveTo>
                    <a:pt x="1302" y="0"/>
                  </a:moveTo>
                  <a:cubicBezTo>
                    <a:pt x="1299" y="0"/>
                    <a:pt x="1297" y="0"/>
                    <a:pt x="1295" y="0"/>
                  </a:cubicBezTo>
                  <a:cubicBezTo>
                    <a:pt x="613" y="17"/>
                    <a:pt x="1" y="649"/>
                    <a:pt x="134" y="1353"/>
                  </a:cubicBezTo>
                  <a:cubicBezTo>
                    <a:pt x="240" y="1908"/>
                    <a:pt x="768" y="2275"/>
                    <a:pt x="1307" y="2275"/>
                  </a:cubicBezTo>
                  <a:cubicBezTo>
                    <a:pt x="1422" y="2275"/>
                    <a:pt x="1538" y="2259"/>
                    <a:pt x="1650" y="2223"/>
                  </a:cubicBezTo>
                  <a:cubicBezTo>
                    <a:pt x="1869" y="2156"/>
                    <a:pt x="1803" y="1834"/>
                    <a:pt x="1606" y="1834"/>
                  </a:cubicBezTo>
                  <a:cubicBezTo>
                    <a:pt x="1587" y="1834"/>
                    <a:pt x="1566" y="1837"/>
                    <a:pt x="1544" y="1844"/>
                  </a:cubicBezTo>
                  <a:cubicBezTo>
                    <a:pt x="1465" y="1869"/>
                    <a:pt x="1383" y="1881"/>
                    <a:pt x="1301" y="1881"/>
                  </a:cubicBezTo>
                  <a:cubicBezTo>
                    <a:pt x="966" y="1881"/>
                    <a:pt x="631" y="1680"/>
                    <a:pt x="533" y="1339"/>
                  </a:cubicBezTo>
                  <a:cubicBezTo>
                    <a:pt x="394" y="862"/>
                    <a:pt x="834" y="404"/>
                    <a:pt x="1293" y="394"/>
                  </a:cubicBezTo>
                  <a:cubicBezTo>
                    <a:pt x="1547" y="388"/>
                    <a:pt x="1550" y="0"/>
                    <a:pt x="13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2"/>
            <p:cNvSpPr/>
            <p:nvPr/>
          </p:nvSpPr>
          <p:spPr>
            <a:xfrm>
              <a:off x="2847375" y="4462850"/>
              <a:ext cx="43575" cy="16325"/>
            </a:xfrm>
            <a:custGeom>
              <a:rect b="b" l="l" r="r" t="t"/>
              <a:pathLst>
                <a:path extrusionOk="0" h="653" w="1743">
                  <a:moveTo>
                    <a:pt x="289" y="0"/>
                  </a:moveTo>
                  <a:cubicBezTo>
                    <a:pt x="76" y="0"/>
                    <a:pt x="0" y="334"/>
                    <a:pt x="232" y="386"/>
                  </a:cubicBezTo>
                  <a:cubicBezTo>
                    <a:pt x="622" y="474"/>
                    <a:pt x="1015" y="559"/>
                    <a:pt x="1407" y="647"/>
                  </a:cubicBezTo>
                  <a:cubicBezTo>
                    <a:pt x="1424" y="651"/>
                    <a:pt x="1440" y="652"/>
                    <a:pt x="1455" y="652"/>
                  </a:cubicBezTo>
                  <a:cubicBezTo>
                    <a:pt x="1666" y="652"/>
                    <a:pt x="1742" y="319"/>
                    <a:pt x="1513" y="267"/>
                  </a:cubicBezTo>
                  <a:cubicBezTo>
                    <a:pt x="1121" y="180"/>
                    <a:pt x="728" y="94"/>
                    <a:pt x="336" y="5"/>
                  </a:cubicBezTo>
                  <a:cubicBezTo>
                    <a:pt x="320" y="2"/>
                    <a:pt x="304" y="0"/>
                    <a:pt x="28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2"/>
            <p:cNvSpPr/>
            <p:nvPr/>
          </p:nvSpPr>
          <p:spPr>
            <a:xfrm>
              <a:off x="2850950" y="4486600"/>
              <a:ext cx="43775" cy="14100"/>
            </a:xfrm>
            <a:custGeom>
              <a:rect b="b" l="l" r="r" t="t"/>
              <a:pathLst>
                <a:path extrusionOk="0" h="564" w="1751">
                  <a:moveTo>
                    <a:pt x="1085" y="1"/>
                  </a:moveTo>
                  <a:cubicBezTo>
                    <a:pt x="781" y="1"/>
                    <a:pt x="485" y="70"/>
                    <a:pt x="199" y="205"/>
                  </a:cubicBezTo>
                  <a:cubicBezTo>
                    <a:pt x="0" y="298"/>
                    <a:pt x="124" y="564"/>
                    <a:pt x="309" y="564"/>
                  </a:cubicBezTo>
                  <a:cubicBezTo>
                    <a:pt x="337" y="564"/>
                    <a:pt x="367" y="557"/>
                    <a:pt x="398" y="543"/>
                  </a:cubicBezTo>
                  <a:cubicBezTo>
                    <a:pt x="614" y="442"/>
                    <a:pt x="843" y="391"/>
                    <a:pt x="1075" y="391"/>
                  </a:cubicBezTo>
                  <a:cubicBezTo>
                    <a:pt x="1188" y="391"/>
                    <a:pt x="1301" y="403"/>
                    <a:pt x="1414" y="427"/>
                  </a:cubicBezTo>
                  <a:cubicBezTo>
                    <a:pt x="1430" y="430"/>
                    <a:pt x="1445" y="432"/>
                    <a:pt x="1459" y="432"/>
                  </a:cubicBezTo>
                  <a:cubicBezTo>
                    <a:pt x="1672" y="432"/>
                    <a:pt x="1751" y="96"/>
                    <a:pt x="1520" y="48"/>
                  </a:cubicBezTo>
                  <a:cubicBezTo>
                    <a:pt x="1373" y="16"/>
                    <a:pt x="1228" y="1"/>
                    <a:pt x="108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2"/>
            <p:cNvSpPr/>
            <p:nvPr/>
          </p:nvSpPr>
          <p:spPr>
            <a:xfrm>
              <a:off x="3037200" y="4437350"/>
              <a:ext cx="65775" cy="70650"/>
            </a:xfrm>
            <a:custGeom>
              <a:rect b="b" l="l" r="r" t="t"/>
              <a:pathLst>
                <a:path extrusionOk="0" h="2826" w="2631">
                  <a:moveTo>
                    <a:pt x="2315" y="0"/>
                  </a:moveTo>
                  <a:cubicBezTo>
                    <a:pt x="2314" y="0"/>
                    <a:pt x="2313" y="0"/>
                    <a:pt x="2311" y="1"/>
                  </a:cubicBezTo>
                  <a:cubicBezTo>
                    <a:pt x="1614" y="13"/>
                    <a:pt x="916" y="23"/>
                    <a:pt x="219" y="36"/>
                  </a:cubicBezTo>
                  <a:cubicBezTo>
                    <a:pt x="85" y="39"/>
                    <a:pt x="1" y="161"/>
                    <a:pt x="28" y="285"/>
                  </a:cubicBezTo>
                  <a:cubicBezTo>
                    <a:pt x="77" y="509"/>
                    <a:pt x="127" y="733"/>
                    <a:pt x="176" y="957"/>
                  </a:cubicBezTo>
                  <a:cubicBezTo>
                    <a:pt x="195" y="1048"/>
                    <a:pt x="285" y="1099"/>
                    <a:pt x="371" y="1099"/>
                  </a:cubicBezTo>
                  <a:cubicBezTo>
                    <a:pt x="386" y="1099"/>
                    <a:pt x="401" y="1097"/>
                    <a:pt x="416" y="1094"/>
                  </a:cubicBezTo>
                  <a:cubicBezTo>
                    <a:pt x="607" y="1052"/>
                    <a:pt x="857" y="1003"/>
                    <a:pt x="1099" y="1003"/>
                  </a:cubicBezTo>
                  <a:cubicBezTo>
                    <a:pt x="1345" y="1003"/>
                    <a:pt x="1582" y="1054"/>
                    <a:pt x="1740" y="1214"/>
                  </a:cubicBezTo>
                  <a:cubicBezTo>
                    <a:pt x="2025" y="1502"/>
                    <a:pt x="1787" y="1916"/>
                    <a:pt x="1528" y="2115"/>
                  </a:cubicBezTo>
                  <a:cubicBezTo>
                    <a:pt x="1266" y="2312"/>
                    <a:pt x="916" y="2375"/>
                    <a:pt x="601" y="2441"/>
                  </a:cubicBezTo>
                  <a:cubicBezTo>
                    <a:pt x="368" y="2489"/>
                    <a:pt x="445" y="2826"/>
                    <a:pt x="660" y="2826"/>
                  </a:cubicBezTo>
                  <a:cubicBezTo>
                    <a:pt x="675" y="2826"/>
                    <a:pt x="691" y="2824"/>
                    <a:pt x="707" y="2821"/>
                  </a:cubicBezTo>
                  <a:cubicBezTo>
                    <a:pt x="1430" y="2669"/>
                    <a:pt x="2631" y="2159"/>
                    <a:pt x="2190" y="1186"/>
                  </a:cubicBezTo>
                  <a:cubicBezTo>
                    <a:pt x="1991" y="747"/>
                    <a:pt x="1541" y="620"/>
                    <a:pt x="1081" y="620"/>
                  </a:cubicBezTo>
                  <a:cubicBezTo>
                    <a:pt x="888" y="620"/>
                    <a:pt x="694" y="643"/>
                    <a:pt x="516" y="673"/>
                  </a:cubicBezTo>
                  <a:lnTo>
                    <a:pt x="516" y="673"/>
                  </a:lnTo>
                  <a:cubicBezTo>
                    <a:pt x="498" y="590"/>
                    <a:pt x="479" y="507"/>
                    <a:pt x="461" y="424"/>
                  </a:cubicBezTo>
                  <a:lnTo>
                    <a:pt x="461" y="424"/>
                  </a:lnTo>
                  <a:cubicBezTo>
                    <a:pt x="1078" y="413"/>
                    <a:pt x="1695" y="404"/>
                    <a:pt x="2311" y="393"/>
                  </a:cubicBezTo>
                  <a:cubicBezTo>
                    <a:pt x="2562" y="390"/>
                    <a:pt x="2563" y="0"/>
                    <a:pt x="231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2"/>
            <p:cNvSpPr/>
            <p:nvPr/>
          </p:nvSpPr>
          <p:spPr>
            <a:xfrm>
              <a:off x="3100525" y="4433000"/>
              <a:ext cx="54800" cy="48950"/>
            </a:xfrm>
            <a:custGeom>
              <a:rect b="b" l="l" r="r" t="t"/>
              <a:pathLst>
                <a:path extrusionOk="0" h="1958" w="2192">
                  <a:moveTo>
                    <a:pt x="1741" y="1"/>
                  </a:moveTo>
                  <a:cubicBezTo>
                    <a:pt x="1696" y="1"/>
                    <a:pt x="1650" y="18"/>
                    <a:pt x="1609" y="60"/>
                  </a:cubicBezTo>
                  <a:cubicBezTo>
                    <a:pt x="1110" y="572"/>
                    <a:pt x="613" y="1084"/>
                    <a:pt x="113" y="1597"/>
                  </a:cubicBezTo>
                  <a:cubicBezTo>
                    <a:pt x="1" y="1714"/>
                    <a:pt x="75" y="1934"/>
                    <a:pt x="244" y="1934"/>
                  </a:cubicBezTo>
                  <a:cubicBezTo>
                    <a:pt x="247" y="1934"/>
                    <a:pt x="250" y="1934"/>
                    <a:pt x="252" y="1934"/>
                  </a:cubicBezTo>
                  <a:cubicBezTo>
                    <a:pt x="462" y="1926"/>
                    <a:pt x="671" y="1922"/>
                    <a:pt x="880" y="1922"/>
                  </a:cubicBezTo>
                  <a:cubicBezTo>
                    <a:pt x="1234" y="1922"/>
                    <a:pt x="1587" y="1933"/>
                    <a:pt x="1940" y="1957"/>
                  </a:cubicBezTo>
                  <a:cubicBezTo>
                    <a:pt x="1946" y="1957"/>
                    <a:pt x="1951" y="1957"/>
                    <a:pt x="1957" y="1957"/>
                  </a:cubicBezTo>
                  <a:cubicBezTo>
                    <a:pt x="2192" y="1957"/>
                    <a:pt x="2186" y="1578"/>
                    <a:pt x="1940" y="1563"/>
                  </a:cubicBezTo>
                  <a:cubicBezTo>
                    <a:pt x="1586" y="1540"/>
                    <a:pt x="1232" y="1528"/>
                    <a:pt x="877" y="1528"/>
                  </a:cubicBezTo>
                  <a:cubicBezTo>
                    <a:pt x="829" y="1528"/>
                    <a:pt x="780" y="1528"/>
                    <a:pt x="731" y="1528"/>
                  </a:cubicBezTo>
                  <a:lnTo>
                    <a:pt x="731" y="1528"/>
                  </a:lnTo>
                  <a:cubicBezTo>
                    <a:pt x="1117" y="1132"/>
                    <a:pt x="1502" y="737"/>
                    <a:pt x="1889" y="339"/>
                  </a:cubicBezTo>
                  <a:cubicBezTo>
                    <a:pt x="2025" y="199"/>
                    <a:pt x="1891" y="1"/>
                    <a:pt x="174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2"/>
            <p:cNvSpPr/>
            <p:nvPr/>
          </p:nvSpPr>
          <p:spPr>
            <a:xfrm>
              <a:off x="3139425" y="4437875"/>
              <a:ext cx="15500" cy="75725"/>
            </a:xfrm>
            <a:custGeom>
              <a:rect b="b" l="l" r="r" t="t"/>
              <a:pathLst>
                <a:path extrusionOk="0" h="3029" w="620">
                  <a:moveTo>
                    <a:pt x="428" y="1"/>
                  </a:moveTo>
                  <a:cubicBezTo>
                    <a:pt x="330" y="1"/>
                    <a:pt x="226" y="64"/>
                    <a:pt x="217" y="190"/>
                  </a:cubicBezTo>
                  <a:cubicBezTo>
                    <a:pt x="148" y="1073"/>
                    <a:pt x="78" y="1955"/>
                    <a:pt x="10" y="2840"/>
                  </a:cubicBezTo>
                  <a:cubicBezTo>
                    <a:pt x="0" y="2966"/>
                    <a:pt x="94" y="3029"/>
                    <a:pt x="192" y="3029"/>
                  </a:cubicBezTo>
                  <a:cubicBezTo>
                    <a:pt x="291" y="3029"/>
                    <a:pt x="394" y="2966"/>
                    <a:pt x="404" y="2840"/>
                  </a:cubicBezTo>
                  <a:cubicBezTo>
                    <a:pt x="471" y="1955"/>
                    <a:pt x="542" y="1073"/>
                    <a:pt x="610" y="190"/>
                  </a:cubicBezTo>
                  <a:cubicBezTo>
                    <a:pt x="619" y="64"/>
                    <a:pt x="526" y="1"/>
                    <a:pt x="42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2"/>
            <p:cNvSpPr/>
            <p:nvPr/>
          </p:nvSpPr>
          <p:spPr>
            <a:xfrm>
              <a:off x="3161950" y="4431500"/>
              <a:ext cx="55625" cy="82000"/>
            </a:xfrm>
            <a:custGeom>
              <a:rect b="b" l="l" r="r" t="t"/>
              <a:pathLst>
                <a:path extrusionOk="0" h="3280" w="2225">
                  <a:moveTo>
                    <a:pt x="316" y="1"/>
                  </a:moveTo>
                  <a:cubicBezTo>
                    <a:pt x="89" y="1"/>
                    <a:pt x="0" y="350"/>
                    <a:pt x="240" y="383"/>
                  </a:cubicBezTo>
                  <a:cubicBezTo>
                    <a:pt x="701" y="448"/>
                    <a:pt x="1162" y="488"/>
                    <a:pt x="1626" y="500"/>
                  </a:cubicBezTo>
                  <a:lnTo>
                    <a:pt x="1626" y="500"/>
                  </a:lnTo>
                  <a:cubicBezTo>
                    <a:pt x="1174" y="1286"/>
                    <a:pt x="871" y="2130"/>
                    <a:pt x="720" y="3032"/>
                  </a:cubicBezTo>
                  <a:cubicBezTo>
                    <a:pt x="695" y="3182"/>
                    <a:pt x="822" y="3279"/>
                    <a:pt x="937" y="3279"/>
                  </a:cubicBezTo>
                  <a:cubicBezTo>
                    <a:pt x="1013" y="3279"/>
                    <a:pt x="1083" y="3236"/>
                    <a:pt x="1099" y="3138"/>
                  </a:cubicBezTo>
                  <a:cubicBezTo>
                    <a:pt x="1264" y="2153"/>
                    <a:pt x="1609" y="1248"/>
                    <a:pt x="2144" y="405"/>
                  </a:cubicBezTo>
                  <a:cubicBezTo>
                    <a:pt x="2224" y="277"/>
                    <a:pt x="2118" y="107"/>
                    <a:pt x="1974" y="107"/>
                  </a:cubicBezTo>
                  <a:cubicBezTo>
                    <a:pt x="1952" y="107"/>
                    <a:pt x="1930" y="107"/>
                    <a:pt x="1909" y="107"/>
                  </a:cubicBezTo>
                  <a:cubicBezTo>
                    <a:pt x="1384" y="107"/>
                    <a:pt x="866" y="74"/>
                    <a:pt x="346" y="3"/>
                  </a:cubicBezTo>
                  <a:cubicBezTo>
                    <a:pt x="336" y="1"/>
                    <a:pt x="326" y="1"/>
                    <a:pt x="3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2"/>
            <p:cNvSpPr/>
            <p:nvPr/>
          </p:nvSpPr>
          <p:spPr>
            <a:xfrm>
              <a:off x="3230975" y="4433650"/>
              <a:ext cx="9850" cy="75875"/>
            </a:xfrm>
            <a:custGeom>
              <a:rect b="b" l="l" r="r" t="t"/>
              <a:pathLst>
                <a:path extrusionOk="0" h="3035" w="394">
                  <a:moveTo>
                    <a:pt x="197" y="1"/>
                  </a:moveTo>
                  <a:cubicBezTo>
                    <a:pt x="98" y="1"/>
                    <a:pt x="0" y="64"/>
                    <a:pt x="0" y="190"/>
                  </a:cubicBezTo>
                  <a:lnTo>
                    <a:pt x="0" y="2844"/>
                  </a:lnTo>
                  <a:cubicBezTo>
                    <a:pt x="0" y="2971"/>
                    <a:pt x="99" y="3034"/>
                    <a:pt x="197" y="3034"/>
                  </a:cubicBezTo>
                  <a:cubicBezTo>
                    <a:pt x="296" y="3034"/>
                    <a:pt x="394" y="2971"/>
                    <a:pt x="394" y="2844"/>
                  </a:cubicBezTo>
                  <a:lnTo>
                    <a:pt x="394" y="190"/>
                  </a:lnTo>
                  <a:cubicBezTo>
                    <a:pt x="394" y="64"/>
                    <a:pt x="295" y="1"/>
                    <a:pt x="1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2"/>
            <p:cNvSpPr/>
            <p:nvPr/>
          </p:nvSpPr>
          <p:spPr>
            <a:xfrm>
              <a:off x="3250325" y="4425975"/>
              <a:ext cx="63700" cy="75925"/>
            </a:xfrm>
            <a:custGeom>
              <a:rect b="b" l="l" r="r" t="t"/>
              <a:pathLst>
                <a:path extrusionOk="0" h="3037" w="2548">
                  <a:moveTo>
                    <a:pt x="1353" y="392"/>
                  </a:moveTo>
                  <a:cubicBezTo>
                    <a:pt x="1461" y="392"/>
                    <a:pt x="1565" y="409"/>
                    <a:pt x="1650" y="441"/>
                  </a:cubicBezTo>
                  <a:cubicBezTo>
                    <a:pt x="1932" y="551"/>
                    <a:pt x="2078" y="981"/>
                    <a:pt x="1845" y="1160"/>
                  </a:cubicBezTo>
                  <a:lnTo>
                    <a:pt x="1845" y="1160"/>
                  </a:lnTo>
                  <a:cubicBezTo>
                    <a:pt x="1812" y="1139"/>
                    <a:pt x="1773" y="1126"/>
                    <a:pt x="1733" y="1126"/>
                  </a:cubicBezTo>
                  <a:cubicBezTo>
                    <a:pt x="1690" y="1126"/>
                    <a:pt x="1646" y="1140"/>
                    <a:pt x="1606" y="1174"/>
                  </a:cubicBezTo>
                  <a:lnTo>
                    <a:pt x="1606" y="1174"/>
                  </a:lnTo>
                  <a:cubicBezTo>
                    <a:pt x="1601" y="1172"/>
                    <a:pt x="1595" y="1170"/>
                    <a:pt x="1590" y="1168"/>
                  </a:cubicBezTo>
                  <a:cubicBezTo>
                    <a:pt x="1296" y="1070"/>
                    <a:pt x="291" y="944"/>
                    <a:pt x="907" y="511"/>
                  </a:cubicBezTo>
                  <a:cubicBezTo>
                    <a:pt x="1020" y="431"/>
                    <a:pt x="1190" y="392"/>
                    <a:pt x="1353" y="392"/>
                  </a:cubicBezTo>
                  <a:close/>
                  <a:moveTo>
                    <a:pt x="1685" y="1641"/>
                  </a:moveTo>
                  <a:lnTo>
                    <a:pt x="1685" y="1641"/>
                  </a:lnTo>
                  <a:cubicBezTo>
                    <a:pt x="1845" y="1727"/>
                    <a:pt x="1972" y="1852"/>
                    <a:pt x="2029" y="2053"/>
                  </a:cubicBezTo>
                  <a:cubicBezTo>
                    <a:pt x="2088" y="2264"/>
                    <a:pt x="2001" y="2495"/>
                    <a:pt x="1796" y="2580"/>
                  </a:cubicBezTo>
                  <a:cubicBezTo>
                    <a:pt x="1762" y="2594"/>
                    <a:pt x="1728" y="2600"/>
                    <a:pt x="1695" y="2600"/>
                  </a:cubicBezTo>
                  <a:cubicBezTo>
                    <a:pt x="1491" y="2600"/>
                    <a:pt x="1317" y="2358"/>
                    <a:pt x="1365" y="2149"/>
                  </a:cubicBezTo>
                  <a:cubicBezTo>
                    <a:pt x="1408" y="1959"/>
                    <a:pt x="1541" y="1787"/>
                    <a:pt x="1685" y="1641"/>
                  </a:cubicBezTo>
                  <a:close/>
                  <a:moveTo>
                    <a:pt x="1365" y="1"/>
                  </a:moveTo>
                  <a:cubicBezTo>
                    <a:pt x="1038" y="1"/>
                    <a:pt x="704" y="114"/>
                    <a:pt x="483" y="312"/>
                  </a:cubicBezTo>
                  <a:cubicBezTo>
                    <a:pt x="1" y="746"/>
                    <a:pt x="407" y="1224"/>
                    <a:pt x="881" y="1385"/>
                  </a:cubicBezTo>
                  <a:cubicBezTo>
                    <a:pt x="1008" y="1427"/>
                    <a:pt x="1152" y="1459"/>
                    <a:pt x="1296" y="1498"/>
                  </a:cubicBezTo>
                  <a:lnTo>
                    <a:pt x="1296" y="1498"/>
                  </a:lnTo>
                  <a:cubicBezTo>
                    <a:pt x="986" y="1881"/>
                    <a:pt x="753" y="2398"/>
                    <a:pt x="1089" y="2800"/>
                  </a:cubicBezTo>
                  <a:cubicBezTo>
                    <a:pt x="1227" y="2965"/>
                    <a:pt x="1409" y="3037"/>
                    <a:pt x="1595" y="3037"/>
                  </a:cubicBezTo>
                  <a:cubicBezTo>
                    <a:pt x="1911" y="3037"/>
                    <a:pt x="2238" y="2831"/>
                    <a:pt x="2373" y="2528"/>
                  </a:cubicBezTo>
                  <a:cubicBezTo>
                    <a:pt x="2547" y="2133"/>
                    <a:pt x="2380" y="1739"/>
                    <a:pt x="2088" y="1467"/>
                  </a:cubicBezTo>
                  <a:lnTo>
                    <a:pt x="2088" y="1467"/>
                  </a:lnTo>
                  <a:cubicBezTo>
                    <a:pt x="2382" y="1225"/>
                    <a:pt x="2455" y="745"/>
                    <a:pt x="2232" y="407"/>
                  </a:cubicBezTo>
                  <a:cubicBezTo>
                    <a:pt x="2045" y="126"/>
                    <a:pt x="1709" y="1"/>
                    <a:pt x="136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2"/>
            <p:cNvSpPr/>
            <p:nvPr/>
          </p:nvSpPr>
          <p:spPr>
            <a:xfrm>
              <a:off x="3337750" y="4491475"/>
              <a:ext cx="21075" cy="34550"/>
            </a:xfrm>
            <a:custGeom>
              <a:rect b="b" l="l" r="r" t="t"/>
              <a:pathLst>
                <a:path extrusionOk="0" h="1382" w="843">
                  <a:moveTo>
                    <a:pt x="563" y="0"/>
                  </a:moveTo>
                  <a:cubicBezTo>
                    <a:pt x="519" y="0"/>
                    <a:pt x="473" y="18"/>
                    <a:pt x="433" y="62"/>
                  </a:cubicBezTo>
                  <a:cubicBezTo>
                    <a:pt x="150" y="369"/>
                    <a:pt x="1" y="774"/>
                    <a:pt x="42" y="1192"/>
                  </a:cubicBezTo>
                  <a:cubicBezTo>
                    <a:pt x="54" y="1318"/>
                    <a:pt x="159" y="1381"/>
                    <a:pt x="258" y="1381"/>
                  </a:cubicBezTo>
                  <a:cubicBezTo>
                    <a:pt x="356" y="1381"/>
                    <a:pt x="448" y="1319"/>
                    <a:pt x="436" y="1192"/>
                  </a:cubicBezTo>
                  <a:cubicBezTo>
                    <a:pt x="405" y="875"/>
                    <a:pt x="493" y="577"/>
                    <a:pt x="711" y="339"/>
                  </a:cubicBezTo>
                  <a:cubicBezTo>
                    <a:pt x="843" y="198"/>
                    <a:pt x="710" y="0"/>
                    <a:pt x="56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2"/>
            <p:cNvSpPr/>
            <p:nvPr/>
          </p:nvSpPr>
          <p:spPr>
            <a:xfrm>
              <a:off x="3391475" y="4432950"/>
              <a:ext cx="50900" cy="80725"/>
            </a:xfrm>
            <a:custGeom>
              <a:rect b="b" l="l" r="r" t="t"/>
              <a:pathLst>
                <a:path extrusionOk="0" h="3229" w="2036">
                  <a:moveTo>
                    <a:pt x="980" y="0"/>
                  </a:moveTo>
                  <a:cubicBezTo>
                    <a:pt x="750" y="0"/>
                    <a:pt x="522" y="66"/>
                    <a:pt x="301" y="199"/>
                  </a:cubicBezTo>
                  <a:cubicBezTo>
                    <a:pt x="120" y="313"/>
                    <a:pt x="233" y="574"/>
                    <a:pt x="403" y="574"/>
                  </a:cubicBezTo>
                  <a:cubicBezTo>
                    <a:pt x="434" y="574"/>
                    <a:pt x="468" y="565"/>
                    <a:pt x="502" y="544"/>
                  </a:cubicBezTo>
                  <a:cubicBezTo>
                    <a:pt x="664" y="445"/>
                    <a:pt x="823" y="396"/>
                    <a:pt x="984" y="396"/>
                  </a:cubicBezTo>
                  <a:cubicBezTo>
                    <a:pt x="1073" y="396"/>
                    <a:pt x="1161" y="411"/>
                    <a:pt x="1251" y="441"/>
                  </a:cubicBezTo>
                  <a:lnTo>
                    <a:pt x="1251" y="441"/>
                  </a:lnTo>
                  <a:cubicBezTo>
                    <a:pt x="1050" y="789"/>
                    <a:pt x="849" y="1139"/>
                    <a:pt x="646" y="1486"/>
                  </a:cubicBezTo>
                  <a:cubicBezTo>
                    <a:pt x="577" y="1605"/>
                    <a:pt x="672" y="1789"/>
                    <a:pt x="808" y="1789"/>
                  </a:cubicBezTo>
                  <a:cubicBezTo>
                    <a:pt x="827" y="1789"/>
                    <a:pt x="847" y="1785"/>
                    <a:pt x="868" y="1777"/>
                  </a:cubicBezTo>
                  <a:cubicBezTo>
                    <a:pt x="925" y="1754"/>
                    <a:pt x="982" y="1743"/>
                    <a:pt x="1038" y="1743"/>
                  </a:cubicBezTo>
                  <a:cubicBezTo>
                    <a:pt x="1394" y="1743"/>
                    <a:pt x="1692" y="2176"/>
                    <a:pt x="1497" y="2520"/>
                  </a:cubicBezTo>
                  <a:cubicBezTo>
                    <a:pt x="1364" y="2754"/>
                    <a:pt x="1100" y="2850"/>
                    <a:pt x="837" y="2850"/>
                  </a:cubicBezTo>
                  <a:cubicBezTo>
                    <a:pt x="682" y="2850"/>
                    <a:pt x="527" y="2817"/>
                    <a:pt x="400" y="2759"/>
                  </a:cubicBezTo>
                  <a:cubicBezTo>
                    <a:pt x="370" y="2746"/>
                    <a:pt x="341" y="2740"/>
                    <a:pt x="314" y="2740"/>
                  </a:cubicBezTo>
                  <a:cubicBezTo>
                    <a:pt x="126" y="2740"/>
                    <a:pt x="0" y="3009"/>
                    <a:pt x="201" y="3100"/>
                  </a:cubicBezTo>
                  <a:cubicBezTo>
                    <a:pt x="388" y="3183"/>
                    <a:pt x="608" y="3228"/>
                    <a:pt x="828" y="3228"/>
                  </a:cubicBezTo>
                  <a:cubicBezTo>
                    <a:pt x="1334" y="3228"/>
                    <a:pt x="1840" y="2992"/>
                    <a:pt x="1942" y="2443"/>
                  </a:cubicBezTo>
                  <a:cubicBezTo>
                    <a:pt x="2036" y="1941"/>
                    <a:pt x="1652" y="1430"/>
                    <a:pt x="1179" y="1349"/>
                  </a:cubicBezTo>
                  <a:lnTo>
                    <a:pt x="1179" y="1349"/>
                  </a:lnTo>
                  <a:cubicBezTo>
                    <a:pt x="1352" y="1048"/>
                    <a:pt x="1525" y="748"/>
                    <a:pt x="1698" y="447"/>
                  </a:cubicBezTo>
                  <a:cubicBezTo>
                    <a:pt x="1751" y="358"/>
                    <a:pt x="1723" y="229"/>
                    <a:pt x="1630" y="177"/>
                  </a:cubicBezTo>
                  <a:cubicBezTo>
                    <a:pt x="1416" y="60"/>
                    <a:pt x="1198" y="0"/>
                    <a:pt x="98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2"/>
            <p:cNvSpPr/>
            <p:nvPr/>
          </p:nvSpPr>
          <p:spPr>
            <a:xfrm>
              <a:off x="3466700" y="4437300"/>
              <a:ext cx="65650" cy="72825"/>
            </a:xfrm>
            <a:custGeom>
              <a:rect b="b" l="l" r="r" t="t"/>
              <a:pathLst>
                <a:path extrusionOk="0" h="2913" w="2626">
                  <a:moveTo>
                    <a:pt x="730" y="1"/>
                  </a:moveTo>
                  <a:cubicBezTo>
                    <a:pt x="472" y="1"/>
                    <a:pt x="211" y="127"/>
                    <a:pt x="84" y="366"/>
                  </a:cubicBezTo>
                  <a:cubicBezTo>
                    <a:pt x="1" y="520"/>
                    <a:pt x="137" y="663"/>
                    <a:pt x="269" y="663"/>
                  </a:cubicBezTo>
                  <a:cubicBezTo>
                    <a:pt x="328" y="663"/>
                    <a:pt x="385" y="634"/>
                    <a:pt x="422" y="565"/>
                  </a:cubicBezTo>
                  <a:cubicBezTo>
                    <a:pt x="479" y="459"/>
                    <a:pt x="603" y="387"/>
                    <a:pt x="727" y="387"/>
                  </a:cubicBezTo>
                  <a:cubicBezTo>
                    <a:pt x="779" y="387"/>
                    <a:pt x="832" y="400"/>
                    <a:pt x="880" y="429"/>
                  </a:cubicBezTo>
                  <a:cubicBezTo>
                    <a:pt x="1145" y="587"/>
                    <a:pt x="936" y="1046"/>
                    <a:pt x="844" y="1261"/>
                  </a:cubicBezTo>
                  <a:cubicBezTo>
                    <a:pt x="661" y="1695"/>
                    <a:pt x="406" y="2084"/>
                    <a:pt x="98" y="2438"/>
                  </a:cubicBezTo>
                  <a:cubicBezTo>
                    <a:pt x="9" y="2542"/>
                    <a:pt x="28" y="2737"/>
                    <a:pt x="185" y="2767"/>
                  </a:cubicBezTo>
                  <a:cubicBezTo>
                    <a:pt x="674" y="2863"/>
                    <a:pt x="1162" y="2913"/>
                    <a:pt x="1653" y="2913"/>
                  </a:cubicBezTo>
                  <a:cubicBezTo>
                    <a:pt x="1893" y="2913"/>
                    <a:pt x="2133" y="2901"/>
                    <a:pt x="2374" y="2877"/>
                  </a:cubicBezTo>
                  <a:cubicBezTo>
                    <a:pt x="2617" y="2852"/>
                    <a:pt x="2626" y="2482"/>
                    <a:pt x="2397" y="2482"/>
                  </a:cubicBezTo>
                  <a:cubicBezTo>
                    <a:pt x="2390" y="2482"/>
                    <a:pt x="2382" y="2483"/>
                    <a:pt x="2374" y="2483"/>
                  </a:cubicBezTo>
                  <a:cubicBezTo>
                    <a:pt x="2131" y="2507"/>
                    <a:pt x="1889" y="2519"/>
                    <a:pt x="1648" y="2519"/>
                  </a:cubicBezTo>
                  <a:cubicBezTo>
                    <a:pt x="1298" y="2519"/>
                    <a:pt x="950" y="2494"/>
                    <a:pt x="603" y="2442"/>
                  </a:cubicBezTo>
                  <a:lnTo>
                    <a:pt x="603" y="2442"/>
                  </a:lnTo>
                  <a:cubicBezTo>
                    <a:pt x="840" y="2132"/>
                    <a:pt x="1042" y="1799"/>
                    <a:pt x="1199" y="1438"/>
                  </a:cubicBezTo>
                  <a:cubicBezTo>
                    <a:pt x="1336" y="1118"/>
                    <a:pt x="1514" y="710"/>
                    <a:pt x="1346" y="366"/>
                  </a:cubicBezTo>
                  <a:cubicBezTo>
                    <a:pt x="1227" y="119"/>
                    <a:pt x="980" y="1"/>
                    <a:pt x="7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2"/>
            <p:cNvSpPr/>
            <p:nvPr/>
          </p:nvSpPr>
          <p:spPr>
            <a:xfrm>
              <a:off x="3561225" y="4495650"/>
              <a:ext cx="16875" cy="9875"/>
            </a:xfrm>
            <a:custGeom>
              <a:rect b="b" l="l" r="r" t="t"/>
              <a:pathLst>
                <a:path extrusionOk="0" h="395" w="675">
                  <a:moveTo>
                    <a:pt x="254" y="0"/>
                  </a:moveTo>
                  <a:cubicBezTo>
                    <a:pt x="0" y="0"/>
                    <a:pt x="0" y="394"/>
                    <a:pt x="254" y="394"/>
                  </a:cubicBezTo>
                  <a:lnTo>
                    <a:pt x="420" y="394"/>
                  </a:lnTo>
                  <a:cubicBezTo>
                    <a:pt x="673" y="394"/>
                    <a:pt x="675" y="0"/>
                    <a:pt x="42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2"/>
            <p:cNvSpPr/>
            <p:nvPr/>
          </p:nvSpPr>
          <p:spPr>
            <a:xfrm>
              <a:off x="3712350" y="4496550"/>
              <a:ext cx="765475" cy="24650"/>
            </a:xfrm>
            <a:custGeom>
              <a:rect b="b" l="l" r="r" t="t"/>
              <a:pathLst>
                <a:path extrusionOk="0" h="986" w="30619">
                  <a:moveTo>
                    <a:pt x="30114" y="0"/>
                  </a:moveTo>
                  <a:cubicBezTo>
                    <a:pt x="30113" y="0"/>
                    <a:pt x="30112" y="0"/>
                    <a:pt x="30110" y="0"/>
                  </a:cubicBezTo>
                  <a:cubicBezTo>
                    <a:pt x="20243" y="66"/>
                    <a:pt x="10377" y="132"/>
                    <a:pt x="509" y="196"/>
                  </a:cubicBezTo>
                  <a:cubicBezTo>
                    <a:pt x="5" y="201"/>
                    <a:pt x="1" y="985"/>
                    <a:pt x="506" y="985"/>
                  </a:cubicBezTo>
                  <a:cubicBezTo>
                    <a:pt x="507" y="985"/>
                    <a:pt x="508" y="985"/>
                    <a:pt x="509" y="985"/>
                  </a:cubicBezTo>
                  <a:cubicBezTo>
                    <a:pt x="10377" y="918"/>
                    <a:pt x="20243" y="852"/>
                    <a:pt x="30110" y="788"/>
                  </a:cubicBezTo>
                  <a:cubicBezTo>
                    <a:pt x="30616" y="783"/>
                    <a:pt x="30618" y="0"/>
                    <a:pt x="3011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2"/>
            <p:cNvSpPr/>
            <p:nvPr/>
          </p:nvSpPr>
          <p:spPr>
            <a:xfrm>
              <a:off x="3752075" y="4410100"/>
              <a:ext cx="715600" cy="193350"/>
            </a:xfrm>
            <a:custGeom>
              <a:rect b="b" l="l" r="r" t="t"/>
              <a:pathLst>
                <a:path extrusionOk="0" h="7734" w="28624">
                  <a:moveTo>
                    <a:pt x="24337" y="1"/>
                  </a:moveTo>
                  <a:cubicBezTo>
                    <a:pt x="23870" y="1"/>
                    <a:pt x="23403" y="10"/>
                    <a:pt x="22937" y="30"/>
                  </a:cubicBezTo>
                  <a:cubicBezTo>
                    <a:pt x="21650" y="83"/>
                    <a:pt x="20291" y="203"/>
                    <a:pt x="19229" y="1009"/>
                  </a:cubicBezTo>
                  <a:cubicBezTo>
                    <a:pt x="18113" y="1855"/>
                    <a:pt x="17563" y="3195"/>
                    <a:pt x="16954" y="4409"/>
                  </a:cubicBezTo>
                  <a:cubicBezTo>
                    <a:pt x="16341" y="5633"/>
                    <a:pt x="15143" y="7402"/>
                    <a:pt x="13628" y="7402"/>
                  </a:cubicBezTo>
                  <a:cubicBezTo>
                    <a:pt x="13307" y="7402"/>
                    <a:pt x="12972" y="7322"/>
                    <a:pt x="12626" y="7142"/>
                  </a:cubicBezTo>
                  <a:cubicBezTo>
                    <a:pt x="10573" y="6071"/>
                    <a:pt x="11831" y="2787"/>
                    <a:pt x="10709" y="1095"/>
                  </a:cubicBezTo>
                  <a:cubicBezTo>
                    <a:pt x="10262" y="419"/>
                    <a:pt x="9685" y="149"/>
                    <a:pt x="9085" y="149"/>
                  </a:cubicBezTo>
                  <a:cubicBezTo>
                    <a:pt x="7875" y="149"/>
                    <a:pt x="6567" y="1248"/>
                    <a:pt x="6026" y="2336"/>
                  </a:cubicBezTo>
                  <a:cubicBezTo>
                    <a:pt x="5381" y="3636"/>
                    <a:pt x="4904" y="6972"/>
                    <a:pt x="3024" y="6972"/>
                  </a:cubicBezTo>
                  <a:cubicBezTo>
                    <a:pt x="2922" y="6972"/>
                    <a:pt x="2815" y="6962"/>
                    <a:pt x="2704" y="6941"/>
                  </a:cubicBezTo>
                  <a:cubicBezTo>
                    <a:pt x="214" y="6477"/>
                    <a:pt x="752" y="3009"/>
                    <a:pt x="578" y="1224"/>
                  </a:cubicBezTo>
                  <a:cubicBezTo>
                    <a:pt x="567" y="1096"/>
                    <a:pt x="462" y="1033"/>
                    <a:pt x="364" y="1033"/>
                  </a:cubicBezTo>
                  <a:cubicBezTo>
                    <a:pt x="266" y="1033"/>
                    <a:pt x="175" y="1095"/>
                    <a:pt x="187" y="1221"/>
                  </a:cubicBezTo>
                  <a:cubicBezTo>
                    <a:pt x="342" y="2777"/>
                    <a:pt x="1" y="4579"/>
                    <a:pt x="860" y="5976"/>
                  </a:cubicBezTo>
                  <a:cubicBezTo>
                    <a:pt x="1312" y="6711"/>
                    <a:pt x="2122" y="7361"/>
                    <a:pt x="3011" y="7361"/>
                  </a:cubicBezTo>
                  <a:cubicBezTo>
                    <a:pt x="3112" y="7361"/>
                    <a:pt x="3215" y="7353"/>
                    <a:pt x="3318" y="7335"/>
                  </a:cubicBezTo>
                  <a:cubicBezTo>
                    <a:pt x="4589" y="7114"/>
                    <a:pt x="5179" y="5690"/>
                    <a:pt x="5575" y="4622"/>
                  </a:cubicBezTo>
                  <a:cubicBezTo>
                    <a:pt x="5887" y="3782"/>
                    <a:pt x="6118" y="2891"/>
                    <a:pt x="6592" y="2123"/>
                  </a:cubicBezTo>
                  <a:cubicBezTo>
                    <a:pt x="7072" y="1347"/>
                    <a:pt x="8002" y="537"/>
                    <a:pt x="8968" y="537"/>
                  </a:cubicBezTo>
                  <a:cubicBezTo>
                    <a:pt x="9218" y="537"/>
                    <a:pt x="9471" y="592"/>
                    <a:pt x="9720" y="715"/>
                  </a:cubicBezTo>
                  <a:cubicBezTo>
                    <a:pt x="11768" y="1736"/>
                    <a:pt x="10431" y="5238"/>
                    <a:pt x="11724" y="6880"/>
                  </a:cubicBezTo>
                  <a:cubicBezTo>
                    <a:pt x="12189" y="7472"/>
                    <a:pt x="12861" y="7733"/>
                    <a:pt x="13558" y="7733"/>
                  </a:cubicBezTo>
                  <a:cubicBezTo>
                    <a:pt x="13933" y="7733"/>
                    <a:pt x="14315" y="7657"/>
                    <a:pt x="14677" y="7517"/>
                  </a:cubicBezTo>
                  <a:cubicBezTo>
                    <a:pt x="15962" y="7014"/>
                    <a:pt x="16707" y="5785"/>
                    <a:pt x="17297" y="4606"/>
                  </a:cubicBezTo>
                  <a:cubicBezTo>
                    <a:pt x="18327" y="2549"/>
                    <a:pt x="19246" y="811"/>
                    <a:pt x="21766" y="504"/>
                  </a:cubicBezTo>
                  <a:cubicBezTo>
                    <a:pt x="22590" y="403"/>
                    <a:pt x="23428" y="362"/>
                    <a:pt x="24270" y="362"/>
                  </a:cubicBezTo>
                  <a:cubicBezTo>
                    <a:pt x="25645" y="362"/>
                    <a:pt x="27030" y="472"/>
                    <a:pt x="28372" y="618"/>
                  </a:cubicBezTo>
                  <a:cubicBezTo>
                    <a:pt x="28381" y="619"/>
                    <a:pt x="28389" y="619"/>
                    <a:pt x="28397" y="619"/>
                  </a:cubicBezTo>
                  <a:cubicBezTo>
                    <a:pt x="28624" y="619"/>
                    <a:pt x="28615" y="251"/>
                    <a:pt x="28372" y="224"/>
                  </a:cubicBezTo>
                  <a:cubicBezTo>
                    <a:pt x="27031" y="80"/>
                    <a:pt x="25684" y="1"/>
                    <a:pt x="2433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9" name="Google Shape;4719;p62"/>
          <p:cNvGrpSpPr/>
          <p:nvPr/>
        </p:nvGrpSpPr>
        <p:grpSpPr>
          <a:xfrm>
            <a:off x="878250" y="2994575"/>
            <a:ext cx="247766" cy="313839"/>
            <a:chOff x="878250" y="2994575"/>
            <a:chExt cx="247766" cy="313839"/>
          </a:xfrm>
        </p:grpSpPr>
        <p:sp>
          <p:nvSpPr>
            <p:cNvPr id="4720" name="Google Shape;4720;p62"/>
            <p:cNvSpPr/>
            <p:nvPr/>
          </p:nvSpPr>
          <p:spPr>
            <a:xfrm>
              <a:off x="883178" y="3058997"/>
              <a:ext cx="237854" cy="244444"/>
            </a:xfrm>
            <a:custGeom>
              <a:rect b="b" l="l" r="r" t="t"/>
              <a:pathLst>
                <a:path extrusionOk="0" h="17954" w="17470">
                  <a:moveTo>
                    <a:pt x="970" y="1"/>
                  </a:moveTo>
                  <a:cubicBezTo>
                    <a:pt x="436" y="1"/>
                    <a:pt x="1" y="434"/>
                    <a:pt x="1" y="970"/>
                  </a:cubicBezTo>
                  <a:lnTo>
                    <a:pt x="1" y="9219"/>
                  </a:lnTo>
                  <a:cubicBezTo>
                    <a:pt x="1" y="14043"/>
                    <a:pt x="3910" y="17954"/>
                    <a:pt x="8735" y="17954"/>
                  </a:cubicBezTo>
                  <a:cubicBezTo>
                    <a:pt x="13558" y="17954"/>
                    <a:pt x="17469" y="14044"/>
                    <a:pt x="17469" y="9219"/>
                  </a:cubicBezTo>
                  <a:lnTo>
                    <a:pt x="17469" y="970"/>
                  </a:lnTo>
                  <a:cubicBezTo>
                    <a:pt x="17469" y="435"/>
                    <a:pt x="17036" y="1"/>
                    <a:pt x="16499" y="1"/>
                  </a:cubicBezTo>
                  <a:lnTo>
                    <a:pt x="13104" y="1"/>
                  </a:lnTo>
                  <a:cubicBezTo>
                    <a:pt x="12568" y="1"/>
                    <a:pt x="12133" y="434"/>
                    <a:pt x="12129" y="970"/>
                  </a:cubicBezTo>
                  <a:lnTo>
                    <a:pt x="12129" y="8735"/>
                  </a:lnTo>
                  <a:cubicBezTo>
                    <a:pt x="12129" y="10611"/>
                    <a:pt x="10608" y="12131"/>
                    <a:pt x="8732" y="12131"/>
                  </a:cubicBezTo>
                  <a:cubicBezTo>
                    <a:pt x="6856" y="12131"/>
                    <a:pt x="5336" y="10611"/>
                    <a:pt x="5336" y="8735"/>
                  </a:cubicBezTo>
                  <a:lnTo>
                    <a:pt x="5336" y="970"/>
                  </a:lnTo>
                  <a:cubicBezTo>
                    <a:pt x="5336" y="435"/>
                    <a:pt x="4904" y="1"/>
                    <a:pt x="43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2"/>
            <p:cNvSpPr/>
            <p:nvPr/>
          </p:nvSpPr>
          <p:spPr>
            <a:xfrm>
              <a:off x="883206" y="3058997"/>
              <a:ext cx="118927" cy="244444"/>
            </a:xfrm>
            <a:custGeom>
              <a:rect b="b" l="l" r="r" t="t"/>
              <a:pathLst>
                <a:path extrusionOk="0" h="17954" w="8735">
                  <a:moveTo>
                    <a:pt x="970" y="1"/>
                  </a:moveTo>
                  <a:cubicBezTo>
                    <a:pt x="435" y="1"/>
                    <a:pt x="0" y="434"/>
                    <a:pt x="0" y="970"/>
                  </a:cubicBezTo>
                  <a:lnTo>
                    <a:pt x="0" y="9219"/>
                  </a:lnTo>
                  <a:cubicBezTo>
                    <a:pt x="0" y="14043"/>
                    <a:pt x="3910" y="17954"/>
                    <a:pt x="8734" y="17954"/>
                  </a:cubicBezTo>
                  <a:lnTo>
                    <a:pt x="8733" y="12131"/>
                  </a:lnTo>
                  <a:cubicBezTo>
                    <a:pt x="6857" y="12131"/>
                    <a:pt x="5337" y="10611"/>
                    <a:pt x="5337" y="8735"/>
                  </a:cubicBezTo>
                  <a:lnTo>
                    <a:pt x="5337" y="970"/>
                  </a:lnTo>
                  <a:cubicBezTo>
                    <a:pt x="5337" y="435"/>
                    <a:pt x="4903" y="1"/>
                    <a:pt x="43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2"/>
            <p:cNvSpPr/>
            <p:nvPr/>
          </p:nvSpPr>
          <p:spPr>
            <a:xfrm>
              <a:off x="883178" y="3058997"/>
              <a:ext cx="72690" cy="39647"/>
            </a:xfrm>
            <a:custGeom>
              <a:rect b="b" l="l" r="r" t="t"/>
              <a:pathLst>
                <a:path extrusionOk="0" h="2912" w="5339">
                  <a:moveTo>
                    <a:pt x="970" y="1"/>
                  </a:moveTo>
                  <a:cubicBezTo>
                    <a:pt x="436" y="1"/>
                    <a:pt x="1" y="434"/>
                    <a:pt x="1" y="970"/>
                  </a:cubicBezTo>
                  <a:lnTo>
                    <a:pt x="1" y="2911"/>
                  </a:lnTo>
                  <a:lnTo>
                    <a:pt x="5339" y="2911"/>
                  </a:lnTo>
                  <a:lnTo>
                    <a:pt x="5339" y="970"/>
                  </a:lnTo>
                  <a:cubicBezTo>
                    <a:pt x="5339" y="434"/>
                    <a:pt x="4905" y="1"/>
                    <a:pt x="43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2"/>
            <p:cNvSpPr/>
            <p:nvPr/>
          </p:nvSpPr>
          <p:spPr>
            <a:xfrm>
              <a:off x="1048345" y="3058997"/>
              <a:ext cx="72690" cy="39647"/>
            </a:xfrm>
            <a:custGeom>
              <a:rect b="b" l="l" r="r" t="t"/>
              <a:pathLst>
                <a:path extrusionOk="0" h="2912" w="5339">
                  <a:moveTo>
                    <a:pt x="972" y="1"/>
                  </a:moveTo>
                  <a:cubicBezTo>
                    <a:pt x="436" y="1"/>
                    <a:pt x="1" y="434"/>
                    <a:pt x="1" y="970"/>
                  </a:cubicBezTo>
                  <a:lnTo>
                    <a:pt x="1" y="2911"/>
                  </a:lnTo>
                  <a:lnTo>
                    <a:pt x="5339" y="2911"/>
                  </a:lnTo>
                  <a:lnTo>
                    <a:pt x="5339" y="970"/>
                  </a:lnTo>
                  <a:cubicBezTo>
                    <a:pt x="5339" y="434"/>
                    <a:pt x="4904" y="1"/>
                    <a:pt x="43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2"/>
            <p:cNvSpPr/>
            <p:nvPr/>
          </p:nvSpPr>
          <p:spPr>
            <a:xfrm>
              <a:off x="878250" y="2994575"/>
              <a:ext cx="247766" cy="313839"/>
            </a:xfrm>
            <a:custGeom>
              <a:rect b="b" l="l" r="r" t="t"/>
              <a:pathLst>
                <a:path extrusionOk="0" h="23051" w="18198">
                  <a:moveTo>
                    <a:pt x="9074" y="1457"/>
                  </a:moveTo>
                  <a:cubicBezTo>
                    <a:pt x="8873" y="1457"/>
                    <a:pt x="8709" y="1620"/>
                    <a:pt x="8709" y="1821"/>
                  </a:cubicBezTo>
                  <a:cubicBezTo>
                    <a:pt x="8709" y="2021"/>
                    <a:pt x="8873" y="2185"/>
                    <a:pt x="9074" y="2185"/>
                  </a:cubicBezTo>
                  <a:lnTo>
                    <a:pt x="9121" y="2185"/>
                  </a:lnTo>
                  <a:cubicBezTo>
                    <a:pt x="9323" y="2185"/>
                    <a:pt x="9486" y="2021"/>
                    <a:pt x="9486" y="1821"/>
                  </a:cubicBezTo>
                  <a:cubicBezTo>
                    <a:pt x="9486" y="1620"/>
                    <a:pt x="9323" y="1457"/>
                    <a:pt x="9121" y="1457"/>
                  </a:cubicBezTo>
                  <a:close/>
                  <a:moveTo>
                    <a:pt x="6185" y="0"/>
                  </a:moveTo>
                  <a:cubicBezTo>
                    <a:pt x="4841" y="0"/>
                    <a:pt x="3556" y="576"/>
                    <a:pt x="2659" y="1578"/>
                  </a:cubicBezTo>
                  <a:cubicBezTo>
                    <a:pt x="2526" y="1727"/>
                    <a:pt x="2539" y="1957"/>
                    <a:pt x="2688" y="2091"/>
                  </a:cubicBezTo>
                  <a:cubicBezTo>
                    <a:pt x="2757" y="2153"/>
                    <a:pt x="2844" y="2183"/>
                    <a:pt x="2930" y="2183"/>
                  </a:cubicBezTo>
                  <a:cubicBezTo>
                    <a:pt x="3030" y="2183"/>
                    <a:pt x="3129" y="2142"/>
                    <a:pt x="3201" y="2062"/>
                  </a:cubicBezTo>
                  <a:cubicBezTo>
                    <a:pt x="3960" y="1215"/>
                    <a:pt x="5048" y="728"/>
                    <a:pt x="6185" y="728"/>
                  </a:cubicBezTo>
                  <a:lnTo>
                    <a:pt x="12009" y="728"/>
                  </a:lnTo>
                  <a:cubicBezTo>
                    <a:pt x="13174" y="728"/>
                    <a:pt x="14278" y="1234"/>
                    <a:pt x="15040" y="2116"/>
                  </a:cubicBezTo>
                  <a:cubicBezTo>
                    <a:pt x="15113" y="2200"/>
                    <a:pt x="15215" y="2243"/>
                    <a:pt x="15316" y="2243"/>
                  </a:cubicBezTo>
                  <a:cubicBezTo>
                    <a:pt x="15400" y="2243"/>
                    <a:pt x="15485" y="2214"/>
                    <a:pt x="15555" y="2155"/>
                  </a:cubicBezTo>
                  <a:cubicBezTo>
                    <a:pt x="15707" y="2023"/>
                    <a:pt x="15722" y="1794"/>
                    <a:pt x="15592" y="1642"/>
                  </a:cubicBezTo>
                  <a:cubicBezTo>
                    <a:pt x="14691" y="599"/>
                    <a:pt x="13385" y="0"/>
                    <a:pt x="12009" y="0"/>
                  </a:cubicBezTo>
                  <a:close/>
                  <a:moveTo>
                    <a:pt x="2075" y="2897"/>
                  </a:moveTo>
                  <a:cubicBezTo>
                    <a:pt x="1925" y="2897"/>
                    <a:pt x="1783" y="2990"/>
                    <a:pt x="1730" y="3138"/>
                  </a:cubicBezTo>
                  <a:lnTo>
                    <a:pt x="1724" y="3152"/>
                  </a:lnTo>
                  <a:cubicBezTo>
                    <a:pt x="1658" y="3343"/>
                    <a:pt x="1757" y="3550"/>
                    <a:pt x="1945" y="3618"/>
                  </a:cubicBezTo>
                  <a:cubicBezTo>
                    <a:pt x="1986" y="3633"/>
                    <a:pt x="2027" y="3640"/>
                    <a:pt x="2068" y="3640"/>
                  </a:cubicBezTo>
                  <a:cubicBezTo>
                    <a:pt x="2217" y="3640"/>
                    <a:pt x="2357" y="3547"/>
                    <a:pt x="2411" y="3398"/>
                  </a:cubicBezTo>
                  <a:lnTo>
                    <a:pt x="2416" y="3384"/>
                  </a:lnTo>
                  <a:cubicBezTo>
                    <a:pt x="2483" y="3194"/>
                    <a:pt x="2384" y="2986"/>
                    <a:pt x="2196" y="2918"/>
                  </a:cubicBezTo>
                  <a:cubicBezTo>
                    <a:pt x="2156" y="2904"/>
                    <a:pt x="2115" y="2897"/>
                    <a:pt x="2075" y="2897"/>
                  </a:cubicBezTo>
                  <a:close/>
                  <a:moveTo>
                    <a:pt x="10554" y="1457"/>
                  </a:moveTo>
                  <a:cubicBezTo>
                    <a:pt x="10352" y="1457"/>
                    <a:pt x="10190" y="1620"/>
                    <a:pt x="10190" y="1821"/>
                  </a:cubicBezTo>
                  <a:cubicBezTo>
                    <a:pt x="10190" y="2021"/>
                    <a:pt x="10352" y="2185"/>
                    <a:pt x="10554" y="2185"/>
                  </a:cubicBezTo>
                  <a:lnTo>
                    <a:pt x="12010" y="2185"/>
                  </a:lnTo>
                  <a:cubicBezTo>
                    <a:pt x="12916" y="2185"/>
                    <a:pt x="13763" y="2673"/>
                    <a:pt x="14216" y="3458"/>
                  </a:cubicBezTo>
                  <a:cubicBezTo>
                    <a:pt x="14284" y="3576"/>
                    <a:pt x="14406" y="3640"/>
                    <a:pt x="14533" y="3640"/>
                  </a:cubicBezTo>
                  <a:cubicBezTo>
                    <a:pt x="14595" y="3640"/>
                    <a:pt x="14656" y="3624"/>
                    <a:pt x="14713" y="3590"/>
                  </a:cubicBezTo>
                  <a:cubicBezTo>
                    <a:pt x="14888" y="3489"/>
                    <a:pt x="14946" y="3266"/>
                    <a:pt x="14847" y="3093"/>
                  </a:cubicBezTo>
                  <a:cubicBezTo>
                    <a:pt x="14263" y="2084"/>
                    <a:pt x="13176" y="1457"/>
                    <a:pt x="12010" y="1457"/>
                  </a:cubicBezTo>
                  <a:close/>
                  <a:moveTo>
                    <a:pt x="16110" y="2864"/>
                  </a:moveTo>
                  <a:cubicBezTo>
                    <a:pt x="16069" y="2864"/>
                    <a:pt x="16027" y="2871"/>
                    <a:pt x="15985" y="2887"/>
                  </a:cubicBezTo>
                  <a:cubicBezTo>
                    <a:pt x="15798" y="2956"/>
                    <a:pt x="15700" y="3165"/>
                    <a:pt x="15769" y="3354"/>
                  </a:cubicBezTo>
                  <a:cubicBezTo>
                    <a:pt x="15776" y="3368"/>
                    <a:pt x="15782" y="3383"/>
                    <a:pt x="15785" y="3397"/>
                  </a:cubicBezTo>
                  <a:cubicBezTo>
                    <a:pt x="15839" y="3546"/>
                    <a:pt x="15978" y="3640"/>
                    <a:pt x="16127" y="3640"/>
                  </a:cubicBezTo>
                  <a:cubicBezTo>
                    <a:pt x="16169" y="3640"/>
                    <a:pt x="16210" y="3633"/>
                    <a:pt x="16248" y="3618"/>
                  </a:cubicBezTo>
                  <a:cubicBezTo>
                    <a:pt x="16439" y="3550"/>
                    <a:pt x="16538" y="3343"/>
                    <a:pt x="16471" y="3155"/>
                  </a:cubicBezTo>
                  <a:cubicBezTo>
                    <a:pt x="16466" y="3137"/>
                    <a:pt x="16458" y="3121"/>
                    <a:pt x="16453" y="3103"/>
                  </a:cubicBezTo>
                  <a:cubicBezTo>
                    <a:pt x="16398" y="2956"/>
                    <a:pt x="16259" y="2864"/>
                    <a:pt x="16110" y="2864"/>
                  </a:cubicBezTo>
                  <a:close/>
                  <a:moveTo>
                    <a:pt x="6185" y="1457"/>
                  </a:moveTo>
                  <a:cubicBezTo>
                    <a:pt x="5020" y="1457"/>
                    <a:pt x="3933" y="2084"/>
                    <a:pt x="3349" y="3094"/>
                  </a:cubicBezTo>
                  <a:cubicBezTo>
                    <a:pt x="3246" y="3269"/>
                    <a:pt x="3307" y="3491"/>
                    <a:pt x="3481" y="3591"/>
                  </a:cubicBezTo>
                  <a:cubicBezTo>
                    <a:pt x="3538" y="3626"/>
                    <a:pt x="3602" y="3641"/>
                    <a:pt x="3663" y="3641"/>
                  </a:cubicBezTo>
                  <a:cubicBezTo>
                    <a:pt x="3789" y="3641"/>
                    <a:pt x="3911" y="3576"/>
                    <a:pt x="3978" y="3461"/>
                  </a:cubicBezTo>
                  <a:cubicBezTo>
                    <a:pt x="4433" y="2675"/>
                    <a:pt x="5279" y="2186"/>
                    <a:pt x="6185" y="2186"/>
                  </a:cubicBezTo>
                  <a:lnTo>
                    <a:pt x="7642" y="2186"/>
                  </a:lnTo>
                  <a:cubicBezTo>
                    <a:pt x="7842" y="2183"/>
                    <a:pt x="8006" y="2021"/>
                    <a:pt x="8006" y="1821"/>
                  </a:cubicBezTo>
                  <a:cubicBezTo>
                    <a:pt x="8006" y="1620"/>
                    <a:pt x="7842" y="1457"/>
                    <a:pt x="7642" y="1457"/>
                  </a:cubicBezTo>
                  <a:close/>
                  <a:moveTo>
                    <a:pt x="5825" y="2956"/>
                  </a:moveTo>
                  <a:cubicBezTo>
                    <a:pt x="5795" y="2956"/>
                    <a:pt x="5765" y="2960"/>
                    <a:pt x="5735" y="2968"/>
                  </a:cubicBezTo>
                  <a:cubicBezTo>
                    <a:pt x="5678" y="2982"/>
                    <a:pt x="5622" y="3000"/>
                    <a:pt x="5568" y="3020"/>
                  </a:cubicBezTo>
                  <a:cubicBezTo>
                    <a:pt x="5381" y="3087"/>
                    <a:pt x="5281" y="3297"/>
                    <a:pt x="5351" y="3485"/>
                  </a:cubicBezTo>
                  <a:cubicBezTo>
                    <a:pt x="5404" y="3633"/>
                    <a:pt x="5544" y="3725"/>
                    <a:pt x="5694" y="3725"/>
                  </a:cubicBezTo>
                  <a:cubicBezTo>
                    <a:pt x="5735" y="3725"/>
                    <a:pt x="5777" y="3718"/>
                    <a:pt x="5816" y="3704"/>
                  </a:cubicBezTo>
                  <a:cubicBezTo>
                    <a:pt x="5848" y="3691"/>
                    <a:pt x="5881" y="3682"/>
                    <a:pt x="5915" y="3674"/>
                  </a:cubicBezTo>
                  <a:cubicBezTo>
                    <a:pt x="6111" y="3624"/>
                    <a:pt x="6228" y="3425"/>
                    <a:pt x="6178" y="3231"/>
                  </a:cubicBezTo>
                  <a:cubicBezTo>
                    <a:pt x="6136" y="3066"/>
                    <a:pt x="5987" y="2956"/>
                    <a:pt x="5825" y="2956"/>
                  </a:cubicBezTo>
                  <a:close/>
                  <a:moveTo>
                    <a:pt x="4245" y="7279"/>
                  </a:moveTo>
                  <a:cubicBezTo>
                    <a:pt x="4045" y="7279"/>
                    <a:pt x="3882" y="7443"/>
                    <a:pt x="3882" y="7643"/>
                  </a:cubicBezTo>
                  <a:cubicBezTo>
                    <a:pt x="3882" y="7845"/>
                    <a:pt x="4045" y="8008"/>
                    <a:pt x="4245" y="8008"/>
                  </a:cubicBezTo>
                  <a:lnTo>
                    <a:pt x="4294" y="8008"/>
                  </a:lnTo>
                  <a:cubicBezTo>
                    <a:pt x="4494" y="8008"/>
                    <a:pt x="4658" y="7845"/>
                    <a:pt x="4658" y="7643"/>
                  </a:cubicBezTo>
                  <a:cubicBezTo>
                    <a:pt x="4658" y="7443"/>
                    <a:pt x="4494" y="7279"/>
                    <a:pt x="4294" y="7279"/>
                  </a:cubicBezTo>
                  <a:close/>
                  <a:moveTo>
                    <a:pt x="16379" y="7279"/>
                  </a:moveTo>
                  <a:cubicBezTo>
                    <a:pt x="16177" y="7279"/>
                    <a:pt x="16014" y="7443"/>
                    <a:pt x="16014" y="7643"/>
                  </a:cubicBezTo>
                  <a:cubicBezTo>
                    <a:pt x="16014" y="7845"/>
                    <a:pt x="16177" y="8008"/>
                    <a:pt x="16379" y="8008"/>
                  </a:cubicBezTo>
                  <a:lnTo>
                    <a:pt x="16426" y="8008"/>
                  </a:lnTo>
                  <a:cubicBezTo>
                    <a:pt x="16628" y="8008"/>
                    <a:pt x="16790" y="7845"/>
                    <a:pt x="16790" y="7643"/>
                  </a:cubicBezTo>
                  <a:cubicBezTo>
                    <a:pt x="16790" y="7443"/>
                    <a:pt x="16628" y="7279"/>
                    <a:pt x="16426" y="7279"/>
                  </a:cubicBezTo>
                  <a:close/>
                  <a:moveTo>
                    <a:pt x="4733" y="5096"/>
                  </a:moveTo>
                  <a:cubicBezTo>
                    <a:pt x="5065" y="5096"/>
                    <a:pt x="5338" y="5368"/>
                    <a:pt x="5338" y="5702"/>
                  </a:cubicBezTo>
                  <a:lnTo>
                    <a:pt x="5338" y="13467"/>
                  </a:lnTo>
                  <a:cubicBezTo>
                    <a:pt x="5338" y="15417"/>
                    <a:pt x="6830" y="17027"/>
                    <a:pt x="8735" y="17210"/>
                  </a:cubicBezTo>
                  <a:lnTo>
                    <a:pt x="8735" y="22315"/>
                  </a:lnTo>
                  <a:cubicBezTo>
                    <a:pt x="4287" y="22123"/>
                    <a:pt x="727" y="18446"/>
                    <a:pt x="727" y="13951"/>
                  </a:cubicBezTo>
                  <a:lnTo>
                    <a:pt x="727" y="8008"/>
                  </a:lnTo>
                  <a:lnTo>
                    <a:pt x="2789" y="8008"/>
                  </a:lnTo>
                  <a:cubicBezTo>
                    <a:pt x="2989" y="8008"/>
                    <a:pt x="3153" y="7845"/>
                    <a:pt x="3153" y="7643"/>
                  </a:cubicBezTo>
                  <a:cubicBezTo>
                    <a:pt x="3153" y="7443"/>
                    <a:pt x="2989" y="7279"/>
                    <a:pt x="2789" y="7279"/>
                  </a:cubicBezTo>
                  <a:lnTo>
                    <a:pt x="730" y="7279"/>
                  </a:lnTo>
                  <a:lnTo>
                    <a:pt x="730" y="5702"/>
                  </a:lnTo>
                  <a:cubicBezTo>
                    <a:pt x="730" y="5368"/>
                    <a:pt x="1002" y="5096"/>
                    <a:pt x="1335" y="5096"/>
                  </a:cubicBezTo>
                  <a:close/>
                  <a:moveTo>
                    <a:pt x="16863" y="5096"/>
                  </a:moveTo>
                  <a:cubicBezTo>
                    <a:pt x="17197" y="5096"/>
                    <a:pt x="17469" y="5368"/>
                    <a:pt x="17469" y="5702"/>
                  </a:cubicBezTo>
                  <a:lnTo>
                    <a:pt x="17470" y="13951"/>
                  </a:lnTo>
                  <a:cubicBezTo>
                    <a:pt x="17470" y="18446"/>
                    <a:pt x="13910" y="22123"/>
                    <a:pt x="9462" y="22315"/>
                  </a:cubicBezTo>
                  <a:lnTo>
                    <a:pt x="9462" y="17210"/>
                  </a:lnTo>
                  <a:cubicBezTo>
                    <a:pt x="11365" y="17027"/>
                    <a:pt x="12859" y="15417"/>
                    <a:pt x="12859" y="13467"/>
                  </a:cubicBezTo>
                  <a:lnTo>
                    <a:pt x="12859" y="8008"/>
                  </a:lnTo>
                  <a:lnTo>
                    <a:pt x="14922" y="8008"/>
                  </a:lnTo>
                  <a:cubicBezTo>
                    <a:pt x="15123" y="8008"/>
                    <a:pt x="15286" y="7845"/>
                    <a:pt x="15286" y="7643"/>
                  </a:cubicBezTo>
                  <a:cubicBezTo>
                    <a:pt x="15286" y="7443"/>
                    <a:pt x="15123" y="7279"/>
                    <a:pt x="14922" y="7279"/>
                  </a:cubicBezTo>
                  <a:lnTo>
                    <a:pt x="12859" y="7279"/>
                  </a:lnTo>
                  <a:lnTo>
                    <a:pt x="12859" y="5702"/>
                  </a:lnTo>
                  <a:cubicBezTo>
                    <a:pt x="12859" y="5368"/>
                    <a:pt x="13130" y="5096"/>
                    <a:pt x="13466" y="5096"/>
                  </a:cubicBezTo>
                  <a:close/>
                  <a:moveTo>
                    <a:pt x="7235" y="2911"/>
                  </a:moveTo>
                  <a:cubicBezTo>
                    <a:pt x="7035" y="2911"/>
                    <a:pt x="6872" y="3074"/>
                    <a:pt x="6872" y="3276"/>
                  </a:cubicBezTo>
                  <a:cubicBezTo>
                    <a:pt x="6872" y="3476"/>
                    <a:pt x="7035" y="3640"/>
                    <a:pt x="7235" y="3640"/>
                  </a:cubicBezTo>
                  <a:lnTo>
                    <a:pt x="12009" y="3640"/>
                  </a:lnTo>
                  <a:cubicBezTo>
                    <a:pt x="12506" y="3640"/>
                    <a:pt x="12927" y="3974"/>
                    <a:pt x="13058" y="4430"/>
                  </a:cubicBezTo>
                  <a:cubicBezTo>
                    <a:pt x="12519" y="4602"/>
                    <a:pt x="12128" y="5106"/>
                    <a:pt x="12128" y="5702"/>
                  </a:cubicBezTo>
                  <a:lnTo>
                    <a:pt x="12128" y="13467"/>
                  </a:lnTo>
                  <a:cubicBezTo>
                    <a:pt x="12128" y="15138"/>
                    <a:pt x="10768" y="16499"/>
                    <a:pt x="9097" y="16499"/>
                  </a:cubicBezTo>
                  <a:cubicBezTo>
                    <a:pt x="7426" y="16499"/>
                    <a:pt x="6064" y="15138"/>
                    <a:pt x="6064" y="13467"/>
                  </a:cubicBezTo>
                  <a:lnTo>
                    <a:pt x="6064" y="5702"/>
                  </a:lnTo>
                  <a:cubicBezTo>
                    <a:pt x="6064" y="4967"/>
                    <a:pt x="5466" y="4367"/>
                    <a:pt x="4730" y="4367"/>
                  </a:cubicBezTo>
                  <a:lnTo>
                    <a:pt x="1334" y="4367"/>
                  </a:lnTo>
                  <a:cubicBezTo>
                    <a:pt x="599" y="4367"/>
                    <a:pt x="1" y="4967"/>
                    <a:pt x="1" y="5702"/>
                  </a:cubicBezTo>
                  <a:lnTo>
                    <a:pt x="1" y="13951"/>
                  </a:lnTo>
                  <a:cubicBezTo>
                    <a:pt x="1" y="18968"/>
                    <a:pt x="4082" y="23051"/>
                    <a:pt x="9098" y="23051"/>
                  </a:cubicBezTo>
                  <a:cubicBezTo>
                    <a:pt x="14115" y="23051"/>
                    <a:pt x="18198" y="18968"/>
                    <a:pt x="18198" y="13951"/>
                  </a:cubicBezTo>
                  <a:lnTo>
                    <a:pt x="18198" y="5702"/>
                  </a:lnTo>
                  <a:cubicBezTo>
                    <a:pt x="18198" y="4967"/>
                    <a:pt x="17598" y="4367"/>
                    <a:pt x="16862" y="4367"/>
                  </a:cubicBezTo>
                  <a:lnTo>
                    <a:pt x="13792" y="4367"/>
                  </a:lnTo>
                  <a:cubicBezTo>
                    <a:pt x="13623" y="3539"/>
                    <a:pt x="12887" y="2911"/>
                    <a:pt x="12009" y="291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5" name="Google Shape;4725;p62"/>
          <p:cNvGrpSpPr/>
          <p:nvPr/>
        </p:nvGrpSpPr>
        <p:grpSpPr>
          <a:xfrm>
            <a:off x="3508275" y="1539389"/>
            <a:ext cx="289695" cy="357406"/>
            <a:chOff x="3508275" y="1539389"/>
            <a:chExt cx="289695" cy="357406"/>
          </a:xfrm>
        </p:grpSpPr>
        <p:sp>
          <p:nvSpPr>
            <p:cNvPr id="4726" name="Google Shape;4726;p62"/>
            <p:cNvSpPr/>
            <p:nvPr/>
          </p:nvSpPr>
          <p:spPr>
            <a:xfrm>
              <a:off x="3560063" y="1733111"/>
              <a:ext cx="210155" cy="158042"/>
            </a:xfrm>
            <a:custGeom>
              <a:rect b="b" l="l" r="r" t="t"/>
              <a:pathLst>
                <a:path extrusionOk="0" h="10193" w="13554">
                  <a:moveTo>
                    <a:pt x="4853" y="1"/>
                  </a:moveTo>
                  <a:cubicBezTo>
                    <a:pt x="2173" y="1"/>
                    <a:pt x="0" y="2174"/>
                    <a:pt x="0" y="4854"/>
                  </a:cubicBezTo>
                  <a:lnTo>
                    <a:pt x="0" y="10193"/>
                  </a:lnTo>
                  <a:lnTo>
                    <a:pt x="13553" y="10193"/>
                  </a:lnTo>
                  <a:lnTo>
                    <a:pt x="13553" y="4854"/>
                  </a:lnTo>
                  <a:cubicBezTo>
                    <a:pt x="13553" y="2174"/>
                    <a:pt x="11380" y="1"/>
                    <a:pt x="87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2"/>
            <p:cNvSpPr/>
            <p:nvPr/>
          </p:nvSpPr>
          <p:spPr>
            <a:xfrm>
              <a:off x="3560063" y="1742259"/>
              <a:ext cx="210155" cy="148895"/>
            </a:xfrm>
            <a:custGeom>
              <a:rect b="b" l="l" r="r" t="t"/>
              <a:pathLst>
                <a:path extrusionOk="0" h="9603" w="13554">
                  <a:moveTo>
                    <a:pt x="2526" y="0"/>
                  </a:moveTo>
                  <a:cubicBezTo>
                    <a:pt x="1021" y="825"/>
                    <a:pt x="0" y="2426"/>
                    <a:pt x="0" y="4264"/>
                  </a:cubicBezTo>
                  <a:lnTo>
                    <a:pt x="0" y="9603"/>
                  </a:lnTo>
                  <a:lnTo>
                    <a:pt x="13553" y="9603"/>
                  </a:lnTo>
                  <a:lnTo>
                    <a:pt x="13553" y="4264"/>
                  </a:lnTo>
                  <a:cubicBezTo>
                    <a:pt x="13553" y="2426"/>
                    <a:pt x="12532" y="825"/>
                    <a:pt x="11028" y="0"/>
                  </a:cubicBezTo>
                  <a:lnTo>
                    <a:pt x="7461" y="3577"/>
                  </a:lnTo>
                  <a:cubicBezTo>
                    <a:pt x="7272" y="3766"/>
                    <a:pt x="7024" y="3861"/>
                    <a:pt x="6777" y="3861"/>
                  </a:cubicBezTo>
                  <a:cubicBezTo>
                    <a:pt x="6529" y="3861"/>
                    <a:pt x="6282" y="3766"/>
                    <a:pt x="6093" y="3577"/>
                  </a:cubicBezTo>
                  <a:lnTo>
                    <a:pt x="252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2"/>
            <p:cNvSpPr/>
            <p:nvPr/>
          </p:nvSpPr>
          <p:spPr>
            <a:xfrm>
              <a:off x="3560063" y="1748430"/>
              <a:ext cx="210155" cy="142724"/>
            </a:xfrm>
            <a:custGeom>
              <a:rect b="b" l="l" r="r" t="t"/>
              <a:pathLst>
                <a:path extrusionOk="0" h="9205" w="13554">
                  <a:moveTo>
                    <a:pt x="1916" y="0"/>
                  </a:moveTo>
                  <a:cubicBezTo>
                    <a:pt x="752" y="886"/>
                    <a:pt x="0" y="2288"/>
                    <a:pt x="0" y="3866"/>
                  </a:cubicBezTo>
                  <a:lnTo>
                    <a:pt x="0" y="9205"/>
                  </a:lnTo>
                  <a:lnTo>
                    <a:pt x="13553" y="9205"/>
                  </a:lnTo>
                  <a:lnTo>
                    <a:pt x="13553" y="3866"/>
                  </a:lnTo>
                  <a:cubicBezTo>
                    <a:pt x="13553" y="2287"/>
                    <a:pt x="12800" y="886"/>
                    <a:pt x="11636" y="0"/>
                  </a:cubicBezTo>
                  <a:cubicBezTo>
                    <a:pt x="11609" y="43"/>
                    <a:pt x="11578" y="83"/>
                    <a:pt x="11540" y="120"/>
                  </a:cubicBezTo>
                  <a:lnTo>
                    <a:pt x="7973" y="3695"/>
                  </a:lnTo>
                  <a:cubicBezTo>
                    <a:pt x="7643" y="4028"/>
                    <a:pt x="7210" y="4193"/>
                    <a:pt x="6776" y="4193"/>
                  </a:cubicBezTo>
                  <a:cubicBezTo>
                    <a:pt x="6343" y="4193"/>
                    <a:pt x="5909" y="4026"/>
                    <a:pt x="5578" y="3695"/>
                  </a:cubicBezTo>
                  <a:lnTo>
                    <a:pt x="2011" y="120"/>
                  </a:lnTo>
                  <a:cubicBezTo>
                    <a:pt x="1974" y="83"/>
                    <a:pt x="1943" y="43"/>
                    <a:pt x="19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2"/>
            <p:cNvSpPr/>
            <p:nvPr/>
          </p:nvSpPr>
          <p:spPr>
            <a:xfrm>
              <a:off x="3638876" y="1680455"/>
              <a:ext cx="52531" cy="82797"/>
            </a:xfrm>
            <a:custGeom>
              <a:rect b="b" l="l" r="r" t="t"/>
              <a:pathLst>
                <a:path extrusionOk="0" h="5340" w="3388">
                  <a:moveTo>
                    <a:pt x="1689" y="0"/>
                  </a:moveTo>
                  <a:cubicBezTo>
                    <a:pt x="757" y="0"/>
                    <a:pt x="1" y="758"/>
                    <a:pt x="1" y="1690"/>
                  </a:cubicBezTo>
                  <a:lnTo>
                    <a:pt x="1" y="3650"/>
                  </a:lnTo>
                  <a:cubicBezTo>
                    <a:pt x="1" y="4582"/>
                    <a:pt x="757" y="5339"/>
                    <a:pt x="1689" y="5339"/>
                  </a:cubicBezTo>
                  <a:lnTo>
                    <a:pt x="1699" y="5339"/>
                  </a:lnTo>
                  <a:cubicBezTo>
                    <a:pt x="2631" y="5339"/>
                    <a:pt x="3387" y="4582"/>
                    <a:pt x="3387" y="3650"/>
                  </a:cubicBezTo>
                  <a:lnTo>
                    <a:pt x="3387" y="1690"/>
                  </a:lnTo>
                  <a:cubicBezTo>
                    <a:pt x="3387" y="758"/>
                    <a:pt x="2631" y="0"/>
                    <a:pt x="1699" y="0"/>
                  </a:cubicBezTo>
                  <a:close/>
                </a:path>
              </a:pathLst>
            </a:custGeom>
            <a:solidFill>
              <a:srgbClr val="CE7F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2"/>
            <p:cNvSpPr/>
            <p:nvPr/>
          </p:nvSpPr>
          <p:spPr>
            <a:xfrm>
              <a:off x="3677282" y="1785782"/>
              <a:ext cx="47895" cy="42763"/>
            </a:xfrm>
            <a:custGeom>
              <a:rect b="b" l="l" r="r" t="t"/>
              <a:pathLst>
                <a:path extrusionOk="0" h="2758" w="3089">
                  <a:moveTo>
                    <a:pt x="163" y="0"/>
                  </a:moveTo>
                  <a:cubicBezTo>
                    <a:pt x="60" y="246"/>
                    <a:pt x="1" y="516"/>
                    <a:pt x="1" y="800"/>
                  </a:cubicBezTo>
                  <a:cubicBezTo>
                    <a:pt x="1" y="1767"/>
                    <a:pt x="664" y="2572"/>
                    <a:pt x="1545" y="2757"/>
                  </a:cubicBezTo>
                  <a:cubicBezTo>
                    <a:pt x="2426" y="2572"/>
                    <a:pt x="3089" y="1767"/>
                    <a:pt x="3089" y="800"/>
                  </a:cubicBezTo>
                  <a:cubicBezTo>
                    <a:pt x="3089" y="516"/>
                    <a:pt x="3030" y="246"/>
                    <a:pt x="29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2"/>
            <p:cNvSpPr/>
            <p:nvPr/>
          </p:nvSpPr>
          <p:spPr>
            <a:xfrm>
              <a:off x="3677267" y="1785782"/>
              <a:ext cx="32902" cy="35103"/>
            </a:xfrm>
            <a:custGeom>
              <a:rect b="b" l="l" r="r" t="t"/>
              <a:pathLst>
                <a:path extrusionOk="0" h="2264" w="2122">
                  <a:moveTo>
                    <a:pt x="162" y="0"/>
                  </a:moveTo>
                  <a:cubicBezTo>
                    <a:pt x="58" y="246"/>
                    <a:pt x="0" y="516"/>
                    <a:pt x="0" y="802"/>
                  </a:cubicBezTo>
                  <a:cubicBezTo>
                    <a:pt x="0" y="1379"/>
                    <a:pt x="239" y="1900"/>
                    <a:pt x="617" y="2264"/>
                  </a:cubicBezTo>
                  <a:cubicBezTo>
                    <a:pt x="1478" y="2064"/>
                    <a:pt x="2122" y="1268"/>
                    <a:pt x="2122" y="316"/>
                  </a:cubicBezTo>
                  <a:cubicBezTo>
                    <a:pt x="2122" y="206"/>
                    <a:pt x="2115" y="104"/>
                    <a:pt x="209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2"/>
            <p:cNvSpPr/>
            <p:nvPr/>
          </p:nvSpPr>
          <p:spPr>
            <a:xfrm>
              <a:off x="3578855" y="1545001"/>
              <a:ext cx="172586" cy="173098"/>
            </a:xfrm>
            <a:custGeom>
              <a:rect b="b" l="l" r="r" t="t"/>
              <a:pathLst>
                <a:path extrusionOk="0" h="11164" w="11131">
                  <a:moveTo>
                    <a:pt x="5566" y="1"/>
                  </a:moveTo>
                  <a:cubicBezTo>
                    <a:pt x="2493" y="1"/>
                    <a:pt x="0" y="2500"/>
                    <a:pt x="0" y="5581"/>
                  </a:cubicBezTo>
                  <a:cubicBezTo>
                    <a:pt x="0" y="8664"/>
                    <a:pt x="2493" y="11164"/>
                    <a:pt x="5566" y="11164"/>
                  </a:cubicBezTo>
                  <a:cubicBezTo>
                    <a:pt x="8639" y="11164"/>
                    <a:pt x="11131" y="8664"/>
                    <a:pt x="11131" y="5581"/>
                  </a:cubicBezTo>
                  <a:cubicBezTo>
                    <a:pt x="11131" y="2500"/>
                    <a:pt x="8639" y="1"/>
                    <a:pt x="5566" y="1"/>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2"/>
            <p:cNvSpPr/>
            <p:nvPr/>
          </p:nvSpPr>
          <p:spPr>
            <a:xfrm>
              <a:off x="3582266" y="1545033"/>
              <a:ext cx="165717" cy="67726"/>
            </a:xfrm>
            <a:custGeom>
              <a:rect b="b" l="l" r="r" t="t"/>
              <a:pathLst>
                <a:path extrusionOk="0" h="4368" w="10688">
                  <a:moveTo>
                    <a:pt x="5344" y="0"/>
                  </a:moveTo>
                  <a:cubicBezTo>
                    <a:pt x="2813" y="0"/>
                    <a:pt x="676" y="1696"/>
                    <a:pt x="1" y="4013"/>
                  </a:cubicBezTo>
                  <a:cubicBezTo>
                    <a:pt x="610" y="4241"/>
                    <a:pt x="1268" y="4367"/>
                    <a:pt x="1956" y="4367"/>
                  </a:cubicBezTo>
                  <a:cubicBezTo>
                    <a:pt x="3232" y="4367"/>
                    <a:pt x="4406" y="3937"/>
                    <a:pt x="5344" y="3213"/>
                  </a:cubicBezTo>
                  <a:cubicBezTo>
                    <a:pt x="6282" y="3937"/>
                    <a:pt x="7456" y="4367"/>
                    <a:pt x="8732" y="4367"/>
                  </a:cubicBezTo>
                  <a:cubicBezTo>
                    <a:pt x="9421" y="4367"/>
                    <a:pt x="10079" y="4242"/>
                    <a:pt x="10687" y="4013"/>
                  </a:cubicBezTo>
                  <a:cubicBezTo>
                    <a:pt x="10012" y="1693"/>
                    <a:pt x="7875" y="0"/>
                    <a:pt x="5344" y="0"/>
                  </a:cubicBezTo>
                  <a:close/>
                </a:path>
              </a:pathLst>
            </a:custGeom>
            <a:solidFill>
              <a:srgbClr val="823E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2"/>
            <p:cNvSpPr/>
            <p:nvPr/>
          </p:nvSpPr>
          <p:spPr>
            <a:xfrm>
              <a:off x="3663994" y="1545001"/>
              <a:ext cx="82859" cy="67757"/>
            </a:xfrm>
            <a:custGeom>
              <a:rect b="b" l="l" r="r" t="t"/>
              <a:pathLst>
                <a:path extrusionOk="0" h="4370" w="5344">
                  <a:moveTo>
                    <a:pt x="1" y="1"/>
                  </a:moveTo>
                  <a:lnTo>
                    <a:pt x="1" y="3215"/>
                  </a:lnTo>
                  <a:cubicBezTo>
                    <a:pt x="939" y="3939"/>
                    <a:pt x="2112" y="4369"/>
                    <a:pt x="3387" y="4369"/>
                  </a:cubicBezTo>
                  <a:cubicBezTo>
                    <a:pt x="4076" y="4369"/>
                    <a:pt x="4736" y="4244"/>
                    <a:pt x="5344" y="4015"/>
                  </a:cubicBezTo>
                  <a:cubicBezTo>
                    <a:pt x="4669" y="1695"/>
                    <a:pt x="2532" y="2"/>
                    <a:pt x="1" y="1"/>
                  </a:cubicBezTo>
                  <a:close/>
                </a:path>
              </a:pathLst>
            </a:custGeom>
            <a:solidFill>
              <a:srgbClr val="6028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2"/>
            <p:cNvSpPr/>
            <p:nvPr/>
          </p:nvSpPr>
          <p:spPr>
            <a:xfrm>
              <a:off x="3508275" y="1539389"/>
              <a:ext cx="289695" cy="357406"/>
            </a:xfrm>
            <a:custGeom>
              <a:rect b="b" l="l" r="r" t="t"/>
              <a:pathLst>
                <a:path extrusionOk="0" h="23051" w="18684">
                  <a:moveTo>
                    <a:pt x="10409" y="739"/>
                  </a:moveTo>
                  <a:cubicBezTo>
                    <a:pt x="12489" y="884"/>
                    <a:pt x="14234" y="2261"/>
                    <a:pt x="14928" y="4146"/>
                  </a:cubicBezTo>
                  <a:cubicBezTo>
                    <a:pt x="14445" y="4292"/>
                    <a:pt x="13945" y="4366"/>
                    <a:pt x="13433" y="4366"/>
                  </a:cubicBezTo>
                  <a:cubicBezTo>
                    <a:pt x="12276" y="4366"/>
                    <a:pt x="11182" y="3994"/>
                    <a:pt x="10267" y="3289"/>
                  </a:cubicBezTo>
                  <a:cubicBezTo>
                    <a:pt x="10201" y="3238"/>
                    <a:pt x="10123" y="3212"/>
                    <a:pt x="10045" y="3212"/>
                  </a:cubicBezTo>
                  <a:cubicBezTo>
                    <a:pt x="9967" y="3212"/>
                    <a:pt x="9889" y="3238"/>
                    <a:pt x="9823" y="3289"/>
                  </a:cubicBezTo>
                  <a:cubicBezTo>
                    <a:pt x="8908" y="3994"/>
                    <a:pt x="7814" y="4366"/>
                    <a:pt x="6657" y="4366"/>
                  </a:cubicBezTo>
                  <a:cubicBezTo>
                    <a:pt x="6146" y="4366"/>
                    <a:pt x="5645" y="4292"/>
                    <a:pt x="5162" y="4146"/>
                  </a:cubicBezTo>
                  <a:cubicBezTo>
                    <a:pt x="5853" y="2261"/>
                    <a:pt x="7601" y="884"/>
                    <a:pt x="9681" y="739"/>
                  </a:cubicBezTo>
                  <a:lnTo>
                    <a:pt x="9681" y="1818"/>
                  </a:lnTo>
                  <a:cubicBezTo>
                    <a:pt x="9681" y="2018"/>
                    <a:pt x="9845" y="2182"/>
                    <a:pt x="10045" y="2182"/>
                  </a:cubicBezTo>
                  <a:cubicBezTo>
                    <a:pt x="10245" y="2182"/>
                    <a:pt x="10409" y="2018"/>
                    <a:pt x="10409" y="1818"/>
                  </a:cubicBezTo>
                  <a:lnTo>
                    <a:pt x="10409" y="739"/>
                  </a:lnTo>
                  <a:close/>
                  <a:moveTo>
                    <a:pt x="8182" y="5823"/>
                  </a:moveTo>
                  <a:cubicBezTo>
                    <a:pt x="7980" y="5823"/>
                    <a:pt x="7817" y="5986"/>
                    <a:pt x="7817" y="6188"/>
                  </a:cubicBezTo>
                  <a:cubicBezTo>
                    <a:pt x="7817" y="6388"/>
                    <a:pt x="7980" y="6552"/>
                    <a:pt x="8182" y="6552"/>
                  </a:cubicBezTo>
                  <a:lnTo>
                    <a:pt x="8665" y="6552"/>
                  </a:lnTo>
                  <a:cubicBezTo>
                    <a:pt x="8866" y="6552"/>
                    <a:pt x="9029" y="6388"/>
                    <a:pt x="9029" y="6188"/>
                  </a:cubicBezTo>
                  <a:cubicBezTo>
                    <a:pt x="9029" y="5986"/>
                    <a:pt x="8866" y="5823"/>
                    <a:pt x="8665" y="5823"/>
                  </a:cubicBezTo>
                  <a:close/>
                  <a:moveTo>
                    <a:pt x="11568" y="5823"/>
                  </a:moveTo>
                  <a:cubicBezTo>
                    <a:pt x="11368" y="5823"/>
                    <a:pt x="11205" y="5986"/>
                    <a:pt x="11205" y="6188"/>
                  </a:cubicBezTo>
                  <a:cubicBezTo>
                    <a:pt x="11205" y="6388"/>
                    <a:pt x="11368" y="6552"/>
                    <a:pt x="11568" y="6552"/>
                  </a:cubicBezTo>
                  <a:lnTo>
                    <a:pt x="12052" y="6552"/>
                  </a:lnTo>
                  <a:cubicBezTo>
                    <a:pt x="12253" y="6552"/>
                    <a:pt x="12417" y="6388"/>
                    <a:pt x="12417" y="6188"/>
                  </a:cubicBezTo>
                  <a:cubicBezTo>
                    <a:pt x="12417" y="5986"/>
                    <a:pt x="12253" y="5823"/>
                    <a:pt x="12052" y="5823"/>
                  </a:cubicBezTo>
                  <a:close/>
                  <a:moveTo>
                    <a:pt x="8677" y="8250"/>
                  </a:moveTo>
                  <a:cubicBezTo>
                    <a:pt x="8636" y="8250"/>
                    <a:pt x="8595" y="8257"/>
                    <a:pt x="8554" y="8271"/>
                  </a:cubicBezTo>
                  <a:cubicBezTo>
                    <a:pt x="8364" y="8338"/>
                    <a:pt x="8264" y="8547"/>
                    <a:pt x="8333" y="8734"/>
                  </a:cubicBezTo>
                  <a:cubicBezTo>
                    <a:pt x="8588" y="9461"/>
                    <a:pt x="9276" y="9948"/>
                    <a:pt x="10045" y="9948"/>
                  </a:cubicBezTo>
                  <a:cubicBezTo>
                    <a:pt x="10812" y="9948"/>
                    <a:pt x="11502" y="9459"/>
                    <a:pt x="11757" y="8734"/>
                  </a:cubicBezTo>
                  <a:cubicBezTo>
                    <a:pt x="11824" y="8544"/>
                    <a:pt x="11725" y="8337"/>
                    <a:pt x="11536" y="8271"/>
                  </a:cubicBezTo>
                  <a:cubicBezTo>
                    <a:pt x="11495" y="8257"/>
                    <a:pt x="11454" y="8250"/>
                    <a:pt x="11413" y="8250"/>
                  </a:cubicBezTo>
                  <a:cubicBezTo>
                    <a:pt x="11263" y="8250"/>
                    <a:pt x="11124" y="8343"/>
                    <a:pt x="11071" y="8493"/>
                  </a:cubicBezTo>
                  <a:cubicBezTo>
                    <a:pt x="10919" y="8928"/>
                    <a:pt x="10507" y="9222"/>
                    <a:pt x="10045" y="9222"/>
                  </a:cubicBezTo>
                  <a:cubicBezTo>
                    <a:pt x="9585" y="9222"/>
                    <a:pt x="9172" y="8928"/>
                    <a:pt x="9018" y="8493"/>
                  </a:cubicBezTo>
                  <a:cubicBezTo>
                    <a:pt x="8965" y="8343"/>
                    <a:pt x="8826" y="8250"/>
                    <a:pt x="8677" y="8250"/>
                  </a:cubicBezTo>
                  <a:close/>
                  <a:moveTo>
                    <a:pt x="10045" y="4028"/>
                  </a:moveTo>
                  <a:cubicBezTo>
                    <a:pt x="11041" y="4726"/>
                    <a:pt x="12207" y="5094"/>
                    <a:pt x="13433" y="5094"/>
                  </a:cubicBezTo>
                  <a:cubicBezTo>
                    <a:pt x="14011" y="5094"/>
                    <a:pt x="14581" y="5011"/>
                    <a:pt x="15131" y="4846"/>
                  </a:cubicBezTo>
                  <a:cubicBezTo>
                    <a:pt x="15205" y="5202"/>
                    <a:pt x="15246" y="5567"/>
                    <a:pt x="15246" y="5943"/>
                  </a:cubicBezTo>
                  <a:cubicBezTo>
                    <a:pt x="15246" y="8821"/>
                    <a:pt x="12914" y="11162"/>
                    <a:pt x="10045" y="11162"/>
                  </a:cubicBezTo>
                  <a:cubicBezTo>
                    <a:pt x="7176" y="11162"/>
                    <a:pt x="4842" y="8820"/>
                    <a:pt x="4844" y="5943"/>
                  </a:cubicBezTo>
                  <a:cubicBezTo>
                    <a:pt x="4844" y="5567"/>
                    <a:pt x="4882" y="5200"/>
                    <a:pt x="4959" y="4846"/>
                  </a:cubicBezTo>
                  <a:cubicBezTo>
                    <a:pt x="5507" y="5010"/>
                    <a:pt x="6079" y="5094"/>
                    <a:pt x="6657" y="5094"/>
                  </a:cubicBezTo>
                  <a:cubicBezTo>
                    <a:pt x="7884" y="5094"/>
                    <a:pt x="9047" y="4726"/>
                    <a:pt x="10045" y="4028"/>
                  </a:cubicBezTo>
                  <a:close/>
                  <a:moveTo>
                    <a:pt x="11375" y="11739"/>
                  </a:moveTo>
                  <a:lnTo>
                    <a:pt x="11375" y="12739"/>
                  </a:lnTo>
                  <a:cubicBezTo>
                    <a:pt x="11375" y="13474"/>
                    <a:pt x="10778" y="14072"/>
                    <a:pt x="10045" y="14072"/>
                  </a:cubicBezTo>
                  <a:cubicBezTo>
                    <a:pt x="9312" y="14072"/>
                    <a:pt x="8715" y="13474"/>
                    <a:pt x="8715" y="12739"/>
                  </a:cubicBezTo>
                  <a:lnTo>
                    <a:pt x="8715" y="11739"/>
                  </a:lnTo>
                  <a:cubicBezTo>
                    <a:pt x="9143" y="11837"/>
                    <a:pt x="9586" y="11889"/>
                    <a:pt x="10045" y="11889"/>
                  </a:cubicBezTo>
                  <a:cubicBezTo>
                    <a:pt x="10503" y="11889"/>
                    <a:pt x="10947" y="11838"/>
                    <a:pt x="11375" y="11739"/>
                  </a:cubicBezTo>
                  <a:close/>
                  <a:moveTo>
                    <a:pt x="12099" y="12861"/>
                  </a:moveTo>
                  <a:cubicBezTo>
                    <a:pt x="12654" y="12876"/>
                    <a:pt x="13186" y="12992"/>
                    <a:pt x="13675" y="13194"/>
                  </a:cubicBezTo>
                  <a:lnTo>
                    <a:pt x="11345" y="15527"/>
                  </a:lnTo>
                  <a:lnTo>
                    <a:pt x="10989" y="15527"/>
                  </a:lnTo>
                  <a:cubicBezTo>
                    <a:pt x="10841" y="15527"/>
                    <a:pt x="10709" y="15614"/>
                    <a:pt x="10652" y="15749"/>
                  </a:cubicBezTo>
                  <a:cubicBezTo>
                    <a:pt x="10565" y="15958"/>
                    <a:pt x="10508" y="16173"/>
                    <a:pt x="10481" y="16394"/>
                  </a:cubicBezTo>
                  <a:lnTo>
                    <a:pt x="10471" y="16404"/>
                  </a:lnTo>
                  <a:cubicBezTo>
                    <a:pt x="10358" y="16521"/>
                    <a:pt x="10207" y="16582"/>
                    <a:pt x="10045" y="16582"/>
                  </a:cubicBezTo>
                  <a:cubicBezTo>
                    <a:pt x="9884" y="16582"/>
                    <a:pt x="9732" y="16519"/>
                    <a:pt x="9619" y="16404"/>
                  </a:cubicBezTo>
                  <a:lnTo>
                    <a:pt x="6416" y="13194"/>
                  </a:lnTo>
                  <a:cubicBezTo>
                    <a:pt x="6904" y="12992"/>
                    <a:pt x="7436" y="12876"/>
                    <a:pt x="7992" y="12861"/>
                  </a:cubicBezTo>
                  <a:cubicBezTo>
                    <a:pt x="8055" y="13941"/>
                    <a:pt x="8951" y="14801"/>
                    <a:pt x="10045" y="14801"/>
                  </a:cubicBezTo>
                  <a:cubicBezTo>
                    <a:pt x="11138" y="14801"/>
                    <a:pt x="12035" y="13941"/>
                    <a:pt x="12099" y="12861"/>
                  </a:cubicBezTo>
                  <a:close/>
                  <a:moveTo>
                    <a:pt x="13493" y="16256"/>
                  </a:moveTo>
                  <a:cubicBezTo>
                    <a:pt x="13530" y="16396"/>
                    <a:pt x="13550" y="16542"/>
                    <a:pt x="13550" y="16691"/>
                  </a:cubicBezTo>
                  <a:cubicBezTo>
                    <a:pt x="13550" y="17439"/>
                    <a:pt x="13059" y="18092"/>
                    <a:pt x="12370" y="18274"/>
                  </a:cubicBezTo>
                  <a:cubicBezTo>
                    <a:pt x="11682" y="18092"/>
                    <a:pt x="11190" y="17439"/>
                    <a:pt x="11190" y="16691"/>
                  </a:cubicBezTo>
                  <a:cubicBezTo>
                    <a:pt x="11190" y="16543"/>
                    <a:pt x="11210" y="16399"/>
                    <a:pt x="11243" y="16256"/>
                  </a:cubicBezTo>
                  <a:close/>
                  <a:moveTo>
                    <a:pt x="5739" y="13542"/>
                  </a:moveTo>
                  <a:lnTo>
                    <a:pt x="9106" y="16917"/>
                  </a:lnTo>
                  <a:cubicBezTo>
                    <a:pt x="9356" y="17169"/>
                    <a:pt x="9691" y="17308"/>
                    <a:pt x="10046" y="17308"/>
                  </a:cubicBezTo>
                  <a:cubicBezTo>
                    <a:pt x="10211" y="17308"/>
                    <a:pt x="10373" y="17277"/>
                    <a:pt x="10524" y="17218"/>
                  </a:cubicBezTo>
                  <a:cubicBezTo>
                    <a:pt x="10723" y="18101"/>
                    <a:pt x="11409" y="18816"/>
                    <a:pt x="12299" y="19002"/>
                  </a:cubicBezTo>
                  <a:cubicBezTo>
                    <a:pt x="12325" y="19008"/>
                    <a:pt x="12349" y="19009"/>
                    <a:pt x="12374" y="19009"/>
                  </a:cubicBezTo>
                  <a:cubicBezTo>
                    <a:pt x="12398" y="19009"/>
                    <a:pt x="12424" y="19008"/>
                    <a:pt x="12448" y="19002"/>
                  </a:cubicBezTo>
                  <a:cubicBezTo>
                    <a:pt x="13511" y="18780"/>
                    <a:pt x="14281" y="17807"/>
                    <a:pt x="14281" y="16690"/>
                  </a:cubicBezTo>
                  <a:cubicBezTo>
                    <a:pt x="14281" y="16364"/>
                    <a:pt x="14217" y="16047"/>
                    <a:pt x="14091" y="15749"/>
                  </a:cubicBezTo>
                  <a:cubicBezTo>
                    <a:pt x="14034" y="15614"/>
                    <a:pt x="13902" y="15527"/>
                    <a:pt x="13756" y="15527"/>
                  </a:cubicBezTo>
                  <a:lnTo>
                    <a:pt x="12374" y="15527"/>
                  </a:lnTo>
                  <a:lnTo>
                    <a:pt x="14352" y="13543"/>
                  </a:lnTo>
                  <a:cubicBezTo>
                    <a:pt x="15616" y="14339"/>
                    <a:pt x="16456" y="15746"/>
                    <a:pt x="16456" y="17348"/>
                  </a:cubicBezTo>
                  <a:lnTo>
                    <a:pt x="16456" y="22322"/>
                  </a:lnTo>
                  <a:lnTo>
                    <a:pt x="14280" y="22322"/>
                  </a:lnTo>
                  <a:lnTo>
                    <a:pt x="14280" y="20260"/>
                  </a:lnTo>
                  <a:cubicBezTo>
                    <a:pt x="14280" y="20059"/>
                    <a:pt x="14117" y="19896"/>
                    <a:pt x="13915" y="19896"/>
                  </a:cubicBezTo>
                  <a:cubicBezTo>
                    <a:pt x="13714" y="19896"/>
                    <a:pt x="13551" y="20059"/>
                    <a:pt x="13551" y="20260"/>
                  </a:cubicBezTo>
                  <a:lnTo>
                    <a:pt x="13551" y="22322"/>
                  </a:lnTo>
                  <a:lnTo>
                    <a:pt x="6536" y="22322"/>
                  </a:lnTo>
                  <a:lnTo>
                    <a:pt x="6536" y="20260"/>
                  </a:lnTo>
                  <a:cubicBezTo>
                    <a:pt x="6536" y="20059"/>
                    <a:pt x="6373" y="19896"/>
                    <a:pt x="6173" y="19896"/>
                  </a:cubicBezTo>
                  <a:cubicBezTo>
                    <a:pt x="5972" y="19896"/>
                    <a:pt x="5809" y="20059"/>
                    <a:pt x="5809" y="20260"/>
                  </a:cubicBezTo>
                  <a:lnTo>
                    <a:pt x="5809" y="22322"/>
                  </a:lnTo>
                  <a:lnTo>
                    <a:pt x="3632" y="22322"/>
                  </a:lnTo>
                  <a:lnTo>
                    <a:pt x="3636" y="17346"/>
                  </a:lnTo>
                  <a:cubicBezTo>
                    <a:pt x="3636" y="15745"/>
                    <a:pt x="4476" y="14335"/>
                    <a:pt x="5739" y="13542"/>
                  </a:cubicBezTo>
                  <a:close/>
                  <a:moveTo>
                    <a:pt x="366" y="22322"/>
                  </a:moveTo>
                  <a:cubicBezTo>
                    <a:pt x="164" y="22322"/>
                    <a:pt x="1" y="22485"/>
                    <a:pt x="1" y="22687"/>
                  </a:cubicBezTo>
                  <a:cubicBezTo>
                    <a:pt x="1" y="22887"/>
                    <a:pt x="164" y="23051"/>
                    <a:pt x="366" y="23051"/>
                  </a:cubicBezTo>
                  <a:lnTo>
                    <a:pt x="413" y="23051"/>
                  </a:lnTo>
                  <a:cubicBezTo>
                    <a:pt x="615" y="23051"/>
                    <a:pt x="778" y="22887"/>
                    <a:pt x="778" y="22687"/>
                  </a:cubicBezTo>
                  <a:cubicBezTo>
                    <a:pt x="778" y="22485"/>
                    <a:pt x="615" y="22322"/>
                    <a:pt x="413" y="22322"/>
                  </a:cubicBezTo>
                  <a:close/>
                  <a:moveTo>
                    <a:pt x="10041" y="0"/>
                  </a:moveTo>
                  <a:cubicBezTo>
                    <a:pt x="7358" y="0"/>
                    <a:pt x="5085" y="1797"/>
                    <a:pt x="4356" y="4251"/>
                  </a:cubicBezTo>
                  <a:cubicBezTo>
                    <a:pt x="4352" y="4264"/>
                    <a:pt x="4348" y="4278"/>
                    <a:pt x="4345" y="4292"/>
                  </a:cubicBezTo>
                  <a:cubicBezTo>
                    <a:pt x="4193" y="4816"/>
                    <a:pt x="4112" y="5371"/>
                    <a:pt x="4112" y="5943"/>
                  </a:cubicBezTo>
                  <a:cubicBezTo>
                    <a:pt x="4112" y="8499"/>
                    <a:pt x="5726" y="10680"/>
                    <a:pt x="7984" y="11520"/>
                  </a:cubicBezTo>
                  <a:lnTo>
                    <a:pt x="7984" y="12132"/>
                  </a:lnTo>
                  <a:cubicBezTo>
                    <a:pt x="7142" y="12152"/>
                    <a:pt x="6349" y="12374"/>
                    <a:pt x="5650" y="12751"/>
                  </a:cubicBezTo>
                  <a:cubicBezTo>
                    <a:pt x="5628" y="12760"/>
                    <a:pt x="5607" y="12772"/>
                    <a:pt x="5586" y="12786"/>
                  </a:cubicBezTo>
                  <a:cubicBezTo>
                    <a:pt x="3987" y="13678"/>
                    <a:pt x="2904" y="15390"/>
                    <a:pt x="2904" y="17348"/>
                  </a:cubicBezTo>
                  <a:lnTo>
                    <a:pt x="2904" y="22322"/>
                  </a:lnTo>
                  <a:lnTo>
                    <a:pt x="1865" y="22322"/>
                  </a:lnTo>
                  <a:cubicBezTo>
                    <a:pt x="1663" y="22322"/>
                    <a:pt x="1500" y="22485"/>
                    <a:pt x="1500" y="22687"/>
                  </a:cubicBezTo>
                  <a:cubicBezTo>
                    <a:pt x="1500" y="22887"/>
                    <a:pt x="1663" y="23051"/>
                    <a:pt x="1865" y="23051"/>
                  </a:cubicBezTo>
                  <a:lnTo>
                    <a:pt x="18319" y="23051"/>
                  </a:lnTo>
                  <a:cubicBezTo>
                    <a:pt x="18521" y="23051"/>
                    <a:pt x="18684" y="22887"/>
                    <a:pt x="18684" y="22687"/>
                  </a:cubicBezTo>
                  <a:cubicBezTo>
                    <a:pt x="18684" y="22487"/>
                    <a:pt x="18525" y="22324"/>
                    <a:pt x="18323" y="22324"/>
                  </a:cubicBezTo>
                  <a:cubicBezTo>
                    <a:pt x="18321" y="22324"/>
                    <a:pt x="18319" y="22325"/>
                    <a:pt x="18317" y="22325"/>
                  </a:cubicBezTo>
                  <a:lnTo>
                    <a:pt x="17180" y="22325"/>
                  </a:lnTo>
                  <a:lnTo>
                    <a:pt x="17180" y="17351"/>
                  </a:lnTo>
                  <a:cubicBezTo>
                    <a:pt x="17180" y="15391"/>
                    <a:pt x="16098" y="13680"/>
                    <a:pt x="14499" y="12787"/>
                  </a:cubicBezTo>
                  <a:cubicBezTo>
                    <a:pt x="14477" y="12775"/>
                    <a:pt x="14456" y="12762"/>
                    <a:pt x="14432" y="12752"/>
                  </a:cubicBezTo>
                  <a:cubicBezTo>
                    <a:pt x="13734" y="12375"/>
                    <a:pt x="12940" y="12154"/>
                    <a:pt x="12099" y="12135"/>
                  </a:cubicBezTo>
                  <a:lnTo>
                    <a:pt x="12099" y="11521"/>
                  </a:lnTo>
                  <a:cubicBezTo>
                    <a:pt x="14358" y="10680"/>
                    <a:pt x="15971" y="8499"/>
                    <a:pt x="15971" y="5946"/>
                  </a:cubicBezTo>
                  <a:cubicBezTo>
                    <a:pt x="15971" y="5372"/>
                    <a:pt x="15889" y="4818"/>
                    <a:pt x="15738" y="4293"/>
                  </a:cubicBezTo>
                  <a:cubicBezTo>
                    <a:pt x="15735" y="4279"/>
                    <a:pt x="15731" y="4265"/>
                    <a:pt x="15725" y="4251"/>
                  </a:cubicBezTo>
                  <a:cubicBezTo>
                    <a:pt x="14996" y="1797"/>
                    <a:pt x="12724" y="0"/>
                    <a:pt x="1004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6" name="Google Shape;4736;p62"/>
          <p:cNvGrpSpPr/>
          <p:nvPr/>
        </p:nvGrpSpPr>
        <p:grpSpPr>
          <a:xfrm>
            <a:off x="857288" y="1570611"/>
            <a:ext cx="289700" cy="331589"/>
            <a:chOff x="857288" y="1570611"/>
            <a:chExt cx="289700" cy="331589"/>
          </a:xfrm>
        </p:grpSpPr>
        <p:sp>
          <p:nvSpPr>
            <p:cNvPr id="4737" name="Google Shape;4737;p62"/>
            <p:cNvSpPr/>
            <p:nvPr/>
          </p:nvSpPr>
          <p:spPr>
            <a:xfrm>
              <a:off x="904413" y="1750337"/>
              <a:ext cx="195463" cy="146626"/>
            </a:xfrm>
            <a:custGeom>
              <a:rect b="b" l="l" r="r" t="t"/>
              <a:pathLst>
                <a:path extrusionOk="0" h="10193" w="13588">
                  <a:moveTo>
                    <a:pt x="4853" y="1"/>
                  </a:moveTo>
                  <a:cubicBezTo>
                    <a:pt x="2173" y="1"/>
                    <a:pt x="0" y="2174"/>
                    <a:pt x="0" y="4854"/>
                  </a:cubicBezTo>
                  <a:lnTo>
                    <a:pt x="0" y="10193"/>
                  </a:lnTo>
                  <a:lnTo>
                    <a:pt x="13587" y="10193"/>
                  </a:lnTo>
                  <a:lnTo>
                    <a:pt x="13587" y="4854"/>
                  </a:lnTo>
                  <a:cubicBezTo>
                    <a:pt x="13587" y="2174"/>
                    <a:pt x="11414" y="1"/>
                    <a:pt x="8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2"/>
            <p:cNvSpPr/>
            <p:nvPr/>
          </p:nvSpPr>
          <p:spPr>
            <a:xfrm>
              <a:off x="904413" y="1758824"/>
              <a:ext cx="195463" cy="138139"/>
            </a:xfrm>
            <a:custGeom>
              <a:rect b="b" l="l" r="r" t="t"/>
              <a:pathLst>
                <a:path extrusionOk="0" h="9603" w="13588">
                  <a:moveTo>
                    <a:pt x="2531" y="0"/>
                  </a:moveTo>
                  <a:cubicBezTo>
                    <a:pt x="1023" y="825"/>
                    <a:pt x="0" y="2426"/>
                    <a:pt x="0" y="4264"/>
                  </a:cubicBezTo>
                  <a:lnTo>
                    <a:pt x="0" y="9603"/>
                  </a:lnTo>
                  <a:lnTo>
                    <a:pt x="13587" y="9603"/>
                  </a:lnTo>
                  <a:lnTo>
                    <a:pt x="13587" y="4264"/>
                  </a:lnTo>
                  <a:cubicBezTo>
                    <a:pt x="13587" y="2426"/>
                    <a:pt x="12564" y="825"/>
                    <a:pt x="11056" y="0"/>
                  </a:cubicBezTo>
                  <a:lnTo>
                    <a:pt x="7479" y="3577"/>
                  </a:lnTo>
                  <a:cubicBezTo>
                    <a:pt x="7290" y="3766"/>
                    <a:pt x="7041" y="3861"/>
                    <a:pt x="6792" y="3861"/>
                  </a:cubicBezTo>
                  <a:cubicBezTo>
                    <a:pt x="6544" y="3861"/>
                    <a:pt x="6296" y="3766"/>
                    <a:pt x="6107" y="3577"/>
                  </a:cubicBezTo>
                  <a:lnTo>
                    <a:pt x="253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2"/>
            <p:cNvSpPr/>
            <p:nvPr/>
          </p:nvSpPr>
          <p:spPr>
            <a:xfrm>
              <a:off x="904413" y="1764550"/>
              <a:ext cx="195463" cy="132414"/>
            </a:xfrm>
            <a:custGeom>
              <a:rect b="b" l="l" r="r" t="t"/>
              <a:pathLst>
                <a:path extrusionOk="0" h="9205" w="13588">
                  <a:moveTo>
                    <a:pt x="1920" y="0"/>
                  </a:moveTo>
                  <a:cubicBezTo>
                    <a:pt x="753" y="886"/>
                    <a:pt x="0" y="2288"/>
                    <a:pt x="0" y="3866"/>
                  </a:cubicBezTo>
                  <a:lnTo>
                    <a:pt x="0" y="9205"/>
                  </a:lnTo>
                  <a:lnTo>
                    <a:pt x="13587" y="9205"/>
                  </a:lnTo>
                  <a:lnTo>
                    <a:pt x="13587" y="3866"/>
                  </a:lnTo>
                  <a:cubicBezTo>
                    <a:pt x="13587" y="2287"/>
                    <a:pt x="12834" y="886"/>
                    <a:pt x="11665" y="0"/>
                  </a:cubicBezTo>
                  <a:cubicBezTo>
                    <a:pt x="11639" y="43"/>
                    <a:pt x="11606" y="83"/>
                    <a:pt x="11569" y="120"/>
                  </a:cubicBezTo>
                  <a:lnTo>
                    <a:pt x="7994" y="3695"/>
                  </a:lnTo>
                  <a:cubicBezTo>
                    <a:pt x="7663" y="4028"/>
                    <a:pt x="7228" y="4193"/>
                    <a:pt x="6793" y="4193"/>
                  </a:cubicBezTo>
                  <a:cubicBezTo>
                    <a:pt x="6358" y="4193"/>
                    <a:pt x="5922" y="4026"/>
                    <a:pt x="5592" y="3695"/>
                  </a:cubicBezTo>
                  <a:lnTo>
                    <a:pt x="2017" y="120"/>
                  </a:lnTo>
                  <a:cubicBezTo>
                    <a:pt x="1978" y="83"/>
                    <a:pt x="1947" y="43"/>
                    <a:pt x="19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2"/>
            <p:cNvSpPr/>
            <p:nvPr/>
          </p:nvSpPr>
          <p:spPr>
            <a:xfrm>
              <a:off x="977690" y="1701486"/>
              <a:ext cx="48895" cy="76816"/>
            </a:xfrm>
            <a:custGeom>
              <a:rect b="b" l="l" r="r" t="t"/>
              <a:pathLst>
                <a:path extrusionOk="0" h="5340" w="3399">
                  <a:moveTo>
                    <a:pt x="1699" y="0"/>
                  </a:moveTo>
                  <a:cubicBezTo>
                    <a:pt x="761" y="0"/>
                    <a:pt x="1" y="761"/>
                    <a:pt x="1" y="1698"/>
                  </a:cubicBezTo>
                  <a:lnTo>
                    <a:pt x="1" y="3641"/>
                  </a:lnTo>
                  <a:cubicBezTo>
                    <a:pt x="1" y="4579"/>
                    <a:pt x="761" y="5339"/>
                    <a:pt x="1699" y="5339"/>
                  </a:cubicBezTo>
                  <a:cubicBezTo>
                    <a:pt x="2637" y="5339"/>
                    <a:pt x="3399" y="4579"/>
                    <a:pt x="3397" y="3641"/>
                  </a:cubicBezTo>
                  <a:lnTo>
                    <a:pt x="3397" y="1698"/>
                  </a:lnTo>
                  <a:cubicBezTo>
                    <a:pt x="3397" y="761"/>
                    <a:pt x="2637" y="0"/>
                    <a:pt x="1699" y="0"/>
                  </a:cubicBezTo>
                  <a:close/>
                </a:path>
              </a:pathLst>
            </a:custGeom>
            <a:solidFill>
              <a:srgbClr val="CE7F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2"/>
            <p:cNvSpPr/>
            <p:nvPr/>
          </p:nvSpPr>
          <p:spPr>
            <a:xfrm>
              <a:off x="1013408" y="1799203"/>
              <a:ext cx="44579" cy="39674"/>
            </a:xfrm>
            <a:custGeom>
              <a:rect b="b" l="l" r="r" t="t"/>
              <a:pathLst>
                <a:path extrusionOk="0" h="2758" w="3099">
                  <a:moveTo>
                    <a:pt x="162" y="0"/>
                  </a:moveTo>
                  <a:cubicBezTo>
                    <a:pt x="59" y="246"/>
                    <a:pt x="0" y="516"/>
                    <a:pt x="0" y="800"/>
                  </a:cubicBezTo>
                  <a:cubicBezTo>
                    <a:pt x="0" y="1767"/>
                    <a:pt x="667" y="2572"/>
                    <a:pt x="1549" y="2757"/>
                  </a:cubicBezTo>
                  <a:cubicBezTo>
                    <a:pt x="2435" y="2572"/>
                    <a:pt x="3098" y="1767"/>
                    <a:pt x="3098" y="800"/>
                  </a:cubicBezTo>
                  <a:cubicBezTo>
                    <a:pt x="3098" y="516"/>
                    <a:pt x="3040" y="246"/>
                    <a:pt x="29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2"/>
            <p:cNvSpPr/>
            <p:nvPr/>
          </p:nvSpPr>
          <p:spPr>
            <a:xfrm>
              <a:off x="1013408" y="1799203"/>
              <a:ext cx="30597" cy="32568"/>
            </a:xfrm>
            <a:custGeom>
              <a:rect b="b" l="l" r="r" t="t"/>
              <a:pathLst>
                <a:path extrusionOk="0" h="2264" w="2127">
                  <a:moveTo>
                    <a:pt x="162" y="0"/>
                  </a:moveTo>
                  <a:cubicBezTo>
                    <a:pt x="60" y="246"/>
                    <a:pt x="0" y="516"/>
                    <a:pt x="0" y="802"/>
                  </a:cubicBezTo>
                  <a:cubicBezTo>
                    <a:pt x="0" y="1379"/>
                    <a:pt x="239" y="1900"/>
                    <a:pt x="619" y="2264"/>
                  </a:cubicBezTo>
                  <a:cubicBezTo>
                    <a:pt x="1483" y="2064"/>
                    <a:pt x="2126" y="1268"/>
                    <a:pt x="2126" y="316"/>
                  </a:cubicBezTo>
                  <a:cubicBezTo>
                    <a:pt x="2126" y="206"/>
                    <a:pt x="2121" y="104"/>
                    <a:pt x="210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2"/>
            <p:cNvSpPr/>
            <p:nvPr/>
          </p:nvSpPr>
          <p:spPr>
            <a:xfrm>
              <a:off x="862524" y="1582809"/>
              <a:ext cx="279256" cy="97732"/>
            </a:xfrm>
            <a:custGeom>
              <a:rect b="b" l="l" r="r" t="t"/>
              <a:pathLst>
                <a:path extrusionOk="0" h="6794" w="19413">
                  <a:moveTo>
                    <a:pt x="4853" y="1"/>
                  </a:moveTo>
                  <a:cubicBezTo>
                    <a:pt x="2173" y="1"/>
                    <a:pt x="0" y="2174"/>
                    <a:pt x="0" y="4854"/>
                  </a:cubicBezTo>
                  <a:lnTo>
                    <a:pt x="0" y="5824"/>
                  </a:lnTo>
                  <a:cubicBezTo>
                    <a:pt x="0" y="6359"/>
                    <a:pt x="434" y="6794"/>
                    <a:pt x="971" y="6794"/>
                  </a:cubicBezTo>
                  <a:lnTo>
                    <a:pt x="18441" y="6794"/>
                  </a:lnTo>
                  <a:cubicBezTo>
                    <a:pt x="18975" y="6794"/>
                    <a:pt x="19411" y="6360"/>
                    <a:pt x="19413" y="5824"/>
                  </a:cubicBezTo>
                  <a:lnTo>
                    <a:pt x="19413" y="4854"/>
                  </a:lnTo>
                  <a:cubicBezTo>
                    <a:pt x="19413" y="2174"/>
                    <a:pt x="17240" y="1"/>
                    <a:pt x="145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2"/>
            <p:cNvSpPr/>
            <p:nvPr/>
          </p:nvSpPr>
          <p:spPr>
            <a:xfrm>
              <a:off x="921819" y="1575818"/>
              <a:ext cx="160594" cy="160594"/>
            </a:xfrm>
            <a:custGeom>
              <a:rect b="b" l="l" r="r" t="t"/>
              <a:pathLst>
                <a:path extrusionOk="0" h="11164" w="11164">
                  <a:moveTo>
                    <a:pt x="5583" y="1"/>
                  </a:moveTo>
                  <a:cubicBezTo>
                    <a:pt x="2501" y="1"/>
                    <a:pt x="1" y="2500"/>
                    <a:pt x="1" y="5581"/>
                  </a:cubicBezTo>
                  <a:cubicBezTo>
                    <a:pt x="1" y="8664"/>
                    <a:pt x="2501" y="11164"/>
                    <a:pt x="5583" y="11164"/>
                  </a:cubicBezTo>
                  <a:cubicBezTo>
                    <a:pt x="8665" y="11164"/>
                    <a:pt x="11164" y="8664"/>
                    <a:pt x="11164" y="5581"/>
                  </a:cubicBezTo>
                  <a:cubicBezTo>
                    <a:pt x="11164" y="2500"/>
                    <a:pt x="8665" y="2"/>
                    <a:pt x="5583" y="1"/>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2"/>
            <p:cNvSpPr/>
            <p:nvPr/>
          </p:nvSpPr>
          <p:spPr>
            <a:xfrm>
              <a:off x="988162" y="1575818"/>
              <a:ext cx="94251" cy="104723"/>
            </a:xfrm>
            <a:custGeom>
              <a:rect b="b" l="l" r="r" t="t"/>
              <a:pathLst>
                <a:path extrusionOk="0" h="7280" w="6552">
                  <a:moveTo>
                    <a:pt x="971" y="1"/>
                  </a:moveTo>
                  <a:cubicBezTo>
                    <a:pt x="727" y="1"/>
                    <a:pt x="485" y="16"/>
                    <a:pt x="249" y="46"/>
                  </a:cubicBezTo>
                  <a:cubicBezTo>
                    <a:pt x="87" y="569"/>
                    <a:pt x="0" y="1123"/>
                    <a:pt x="0" y="1699"/>
                  </a:cubicBezTo>
                  <a:cubicBezTo>
                    <a:pt x="0" y="4781"/>
                    <a:pt x="2500" y="7280"/>
                    <a:pt x="5582" y="7280"/>
                  </a:cubicBezTo>
                  <a:cubicBezTo>
                    <a:pt x="5825" y="7280"/>
                    <a:pt x="6067" y="7264"/>
                    <a:pt x="6303" y="7234"/>
                  </a:cubicBezTo>
                  <a:cubicBezTo>
                    <a:pt x="6465" y="6711"/>
                    <a:pt x="6552" y="6157"/>
                    <a:pt x="6552" y="5581"/>
                  </a:cubicBezTo>
                  <a:cubicBezTo>
                    <a:pt x="6552" y="2500"/>
                    <a:pt x="4053" y="2"/>
                    <a:pt x="97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2"/>
            <p:cNvSpPr/>
            <p:nvPr/>
          </p:nvSpPr>
          <p:spPr>
            <a:xfrm>
              <a:off x="857288" y="1570611"/>
              <a:ext cx="289700" cy="331589"/>
            </a:xfrm>
            <a:custGeom>
              <a:rect b="b" l="l" r="r" t="t"/>
              <a:pathLst>
                <a:path extrusionOk="0" h="23051" w="20139">
                  <a:moveTo>
                    <a:pt x="7645" y="4852"/>
                  </a:moveTo>
                  <a:cubicBezTo>
                    <a:pt x="7443" y="4852"/>
                    <a:pt x="7279" y="5015"/>
                    <a:pt x="7279" y="5216"/>
                  </a:cubicBezTo>
                  <a:cubicBezTo>
                    <a:pt x="7279" y="5416"/>
                    <a:pt x="7443" y="5580"/>
                    <a:pt x="7645" y="5580"/>
                  </a:cubicBezTo>
                  <a:lnTo>
                    <a:pt x="8129" y="5580"/>
                  </a:lnTo>
                  <a:cubicBezTo>
                    <a:pt x="8330" y="5580"/>
                    <a:pt x="8493" y="5416"/>
                    <a:pt x="8493" y="5216"/>
                  </a:cubicBezTo>
                  <a:cubicBezTo>
                    <a:pt x="8493" y="5015"/>
                    <a:pt x="8330" y="4852"/>
                    <a:pt x="8129" y="4852"/>
                  </a:cubicBezTo>
                  <a:close/>
                  <a:moveTo>
                    <a:pt x="14922" y="1211"/>
                  </a:moveTo>
                  <a:cubicBezTo>
                    <a:pt x="17396" y="1211"/>
                    <a:pt x="19410" y="3226"/>
                    <a:pt x="19410" y="5700"/>
                  </a:cubicBezTo>
                  <a:lnTo>
                    <a:pt x="19410" y="6672"/>
                  </a:lnTo>
                  <a:cubicBezTo>
                    <a:pt x="19410" y="7006"/>
                    <a:pt x="19138" y="7278"/>
                    <a:pt x="18805" y="7278"/>
                  </a:cubicBezTo>
                  <a:lnTo>
                    <a:pt x="15863" y="7278"/>
                  </a:lnTo>
                  <a:cubicBezTo>
                    <a:pt x="15962" y="6849"/>
                    <a:pt x="16013" y="6402"/>
                    <a:pt x="16013" y="5943"/>
                  </a:cubicBezTo>
                  <a:cubicBezTo>
                    <a:pt x="16013" y="4016"/>
                    <a:pt x="15090" y="2298"/>
                    <a:pt x="13664" y="1211"/>
                  </a:cubicBezTo>
                  <a:close/>
                  <a:moveTo>
                    <a:pt x="6475" y="1214"/>
                  </a:moveTo>
                  <a:cubicBezTo>
                    <a:pt x="5048" y="2301"/>
                    <a:pt x="4124" y="4016"/>
                    <a:pt x="4124" y="5946"/>
                  </a:cubicBezTo>
                  <a:cubicBezTo>
                    <a:pt x="4124" y="6404"/>
                    <a:pt x="4176" y="6851"/>
                    <a:pt x="4275" y="7279"/>
                  </a:cubicBezTo>
                  <a:lnTo>
                    <a:pt x="1335" y="7279"/>
                  </a:lnTo>
                  <a:lnTo>
                    <a:pt x="1335" y="7278"/>
                  </a:lnTo>
                  <a:cubicBezTo>
                    <a:pt x="1001" y="7278"/>
                    <a:pt x="728" y="7006"/>
                    <a:pt x="728" y="6672"/>
                  </a:cubicBezTo>
                  <a:lnTo>
                    <a:pt x="728" y="5702"/>
                  </a:lnTo>
                  <a:cubicBezTo>
                    <a:pt x="728" y="3228"/>
                    <a:pt x="2743" y="1214"/>
                    <a:pt x="5217" y="1214"/>
                  </a:cubicBezTo>
                  <a:close/>
                  <a:moveTo>
                    <a:pt x="10072" y="728"/>
                  </a:moveTo>
                  <a:cubicBezTo>
                    <a:pt x="12948" y="728"/>
                    <a:pt x="15286" y="3069"/>
                    <a:pt x="15286" y="5943"/>
                  </a:cubicBezTo>
                  <a:cubicBezTo>
                    <a:pt x="15286" y="6398"/>
                    <a:pt x="15228" y="6839"/>
                    <a:pt x="15117" y="7261"/>
                  </a:cubicBezTo>
                  <a:cubicBezTo>
                    <a:pt x="14972" y="7272"/>
                    <a:pt x="14824" y="7279"/>
                    <a:pt x="14679" y="7279"/>
                  </a:cubicBezTo>
                  <a:cubicBezTo>
                    <a:pt x="11803" y="7279"/>
                    <a:pt x="9461" y="4940"/>
                    <a:pt x="9461" y="2062"/>
                  </a:cubicBezTo>
                  <a:cubicBezTo>
                    <a:pt x="9461" y="1616"/>
                    <a:pt x="9518" y="1174"/>
                    <a:pt x="9630" y="746"/>
                  </a:cubicBezTo>
                  <a:cubicBezTo>
                    <a:pt x="9773" y="734"/>
                    <a:pt x="9921" y="728"/>
                    <a:pt x="10069" y="728"/>
                  </a:cubicBezTo>
                  <a:cubicBezTo>
                    <a:pt x="10070" y="728"/>
                    <a:pt x="10071" y="728"/>
                    <a:pt x="10072" y="728"/>
                  </a:cubicBezTo>
                  <a:close/>
                  <a:moveTo>
                    <a:pt x="8700" y="8250"/>
                  </a:moveTo>
                  <a:cubicBezTo>
                    <a:pt x="8659" y="8250"/>
                    <a:pt x="8618" y="8257"/>
                    <a:pt x="8577" y="8271"/>
                  </a:cubicBezTo>
                  <a:cubicBezTo>
                    <a:pt x="8386" y="8337"/>
                    <a:pt x="8287" y="8544"/>
                    <a:pt x="8355" y="8734"/>
                  </a:cubicBezTo>
                  <a:cubicBezTo>
                    <a:pt x="8609" y="9461"/>
                    <a:pt x="9302" y="9948"/>
                    <a:pt x="10070" y="9948"/>
                  </a:cubicBezTo>
                  <a:cubicBezTo>
                    <a:pt x="10839" y="9948"/>
                    <a:pt x="11531" y="9459"/>
                    <a:pt x="11787" y="8734"/>
                  </a:cubicBezTo>
                  <a:cubicBezTo>
                    <a:pt x="11852" y="8544"/>
                    <a:pt x="11753" y="8337"/>
                    <a:pt x="11564" y="8271"/>
                  </a:cubicBezTo>
                  <a:cubicBezTo>
                    <a:pt x="11524" y="8257"/>
                    <a:pt x="11483" y="8250"/>
                    <a:pt x="11442" y="8250"/>
                  </a:cubicBezTo>
                  <a:cubicBezTo>
                    <a:pt x="11294" y="8250"/>
                    <a:pt x="11153" y="8343"/>
                    <a:pt x="11101" y="8493"/>
                  </a:cubicBezTo>
                  <a:cubicBezTo>
                    <a:pt x="10946" y="8928"/>
                    <a:pt x="10532" y="9222"/>
                    <a:pt x="10070" y="9222"/>
                  </a:cubicBezTo>
                  <a:cubicBezTo>
                    <a:pt x="9609" y="9222"/>
                    <a:pt x="9195" y="8928"/>
                    <a:pt x="9040" y="8493"/>
                  </a:cubicBezTo>
                  <a:cubicBezTo>
                    <a:pt x="8989" y="8343"/>
                    <a:pt x="8849" y="8250"/>
                    <a:pt x="8700" y="8250"/>
                  </a:cubicBezTo>
                  <a:close/>
                  <a:moveTo>
                    <a:pt x="8854" y="870"/>
                  </a:moveTo>
                  <a:lnTo>
                    <a:pt x="8854" y="870"/>
                  </a:lnTo>
                  <a:cubicBezTo>
                    <a:pt x="8774" y="1261"/>
                    <a:pt x="8733" y="1659"/>
                    <a:pt x="8733" y="2062"/>
                  </a:cubicBezTo>
                  <a:cubicBezTo>
                    <a:pt x="8733" y="5339"/>
                    <a:pt x="11399" y="8007"/>
                    <a:pt x="14676" y="8007"/>
                  </a:cubicBezTo>
                  <a:cubicBezTo>
                    <a:pt x="14737" y="8007"/>
                    <a:pt x="14797" y="8004"/>
                    <a:pt x="14860" y="8003"/>
                  </a:cubicBezTo>
                  <a:lnTo>
                    <a:pt x="14860" y="8003"/>
                  </a:lnTo>
                  <a:cubicBezTo>
                    <a:pt x="14062" y="9859"/>
                    <a:pt x="12215" y="11162"/>
                    <a:pt x="10069" y="11162"/>
                  </a:cubicBezTo>
                  <a:cubicBezTo>
                    <a:pt x="7193" y="11162"/>
                    <a:pt x="4852" y="8821"/>
                    <a:pt x="4852" y="5943"/>
                  </a:cubicBezTo>
                  <a:cubicBezTo>
                    <a:pt x="4852" y="3485"/>
                    <a:pt x="6562" y="1419"/>
                    <a:pt x="8854" y="870"/>
                  </a:cubicBezTo>
                  <a:close/>
                  <a:moveTo>
                    <a:pt x="11405" y="11739"/>
                  </a:moveTo>
                  <a:lnTo>
                    <a:pt x="11405" y="12739"/>
                  </a:lnTo>
                  <a:cubicBezTo>
                    <a:pt x="11405" y="13474"/>
                    <a:pt x="10807" y="14072"/>
                    <a:pt x="10070" y="14072"/>
                  </a:cubicBezTo>
                  <a:cubicBezTo>
                    <a:pt x="9336" y="14072"/>
                    <a:pt x="8736" y="13474"/>
                    <a:pt x="8736" y="12739"/>
                  </a:cubicBezTo>
                  <a:lnTo>
                    <a:pt x="8736" y="11739"/>
                  </a:lnTo>
                  <a:cubicBezTo>
                    <a:pt x="9167" y="11838"/>
                    <a:pt x="9611" y="11889"/>
                    <a:pt x="10070" y="11889"/>
                  </a:cubicBezTo>
                  <a:cubicBezTo>
                    <a:pt x="10528" y="11889"/>
                    <a:pt x="10977" y="11838"/>
                    <a:pt x="11405" y="11739"/>
                  </a:cubicBezTo>
                  <a:close/>
                  <a:moveTo>
                    <a:pt x="12127" y="12861"/>
                  </a:moveTo>
                  <a:cubicBezTo>
                    <a:pt x="12685" y="12876"/>
                    <a:pt x="13218" y="12992"/>
                    <a:pt x="13708" y="13194"/>
                  </a:cubicBezTo>
                  <a:lnTo>
                    <a:pt x="11375" y="15527"/>
                  </a:lnTo>
                  <a:lnTo>
                    <a:pt x="11015" y="15527"/>
                  </a:lnTo>
                  <a:cubicBezTo>
                    <a:pt x="10869" y="15527"/>
                    <a:pt x="10737" y="15614"/>
                    <a:pt x="10680" y="15749"/>
                  </a:cubicBezTo>
                  <a:cubicBezTo>
                    <a:pt x="10593" y="15955"/>
                    <a:pt x="10535" y="16173"/>
                    <a:pt x="10507" y="16394"/>
                  </a:cubicBezTo>
                  <a:lnTo>
                    <a:pt x="10497" y="16406"/>
                  </a:lnTo>
                  <a:cubicBezTo>
                    <a:pt x="10379" y="16524"/>
                    <a:pt x="10223" y="16583"/>
                    <a:pt x="10068" y="16583"/>
                  </a:cubicBezTo>
                  <a:cubicBezTo>
                    <a:pt x="9912" y="16583"/>
                    <a:pt x="9756" y="16524"/>
                    <a:pt x="9638" y="16406"/>
                  </a:cubicBezTo>
                  <a:lnTo>
                    <a:pt x="6429" y="13194"/>
                  </a:lnTo>
                  <a:cubicBezTo>
                    <a:pt x="6920" y="12992"/>
                    <a:pt x="7453" y="12876"/>
                    <a:pt x="8010" y="12861"/>
                  </a:cubicBezTo>
                  <a:cubicBezTo>
                    <a:pt x="8074" y="13941"/>
                    <a:pt x="8973" y="14801"/>
                    <a:pt x="10069" y="14801"/>
                  </a:cubicBezTo>
                  <a:cubicBezTo>
                    <a:pt x="11165" y="14801"/>
                    <a:pt x="12064" y="13941"/>
                    <a:pt x="12127" y="12861"/>
                  </a:cubicBezTo>
                  <a:close/>
                  <a:moveTo>
                    <a:pt x="13531" y="16256"/>
                  </a:moveTo>
                  <a:cubicBezTo>
                    <a:pt x="13568" y="16396"/>
                    <a:pt x="13588" y="16542"/>
                    <a:pt x="13588" y="16691"/>
                  </a:cubicBezTo>
                  <a:cubicBezTo>
                    <a:pt x="13588" y="17439"/>
                    <a:pt x="13095" y="18092"/>
                    <a:pt x="12402" y="18274"/>
                  </a:cubicBezTo>
                  <a:cubicBezTo>
                    <a:pt x="11712" y="18092"/>
                    <a:pt x="11217" y="17439"/>
                    <a:pt x="11217" y="16691"/>
                  </a:cubicBezTo>
                  <a:cubicBezTo>
                    <a:pt x="11219" y="16543"/>
                    <a:pt x="11237" y="16399"/>
                    <a:pt x="11274" y="16256"/>
                  </a:cubicBezTo>
                  <a:close/>
                  <a:moveTo>
                    <a:pt x="14391" y="13543"/>
                  </a:moveTo>
                  <a:cubicBezTo>
                    <a:pt x="15655" y="14338"/>
                    <a:pt x="16499" y="15746"/>
                    <a:pt x="16499" y="17348"/>
                  </a:cubicBezTo>
                  <a:lnTo>
                    <a:pt x="16499" y="22322"/>
                  </a:lnTo>
                  <a:lnTo>
                    <a:pt x="14317" y="22322"/>
                  </a:lnTo>
                  <a:lnTo>
                    <a:pt x="14317" y="20260"/>
                  </a:lnTo>
                  <a:cubicBezTo>
                    <a:pt x="14317" y="20059"/>
                    <a:pt x="14152" y="19896"/>
                    <a:pt x="13951" y="19896"/>
                  </a:cubicBezTo>
                  <a:cubicBezTo>
                    <a:pt x="13751" y="19896"/>
                    <a:pt x="13588" y="20059"/>
                    <a:pt x="13588" y="20260"/>
                  </a:cubicBezTo>
                  <a:lnTo>
                    <a:pt x="13588" y="22322"/>
                  </a:lnTo>
                  <a:lnTo>
                    <a:pt x="6552" y="22322"/>
                  </a:lnTo>
                  <a:lnTo>
                    <a:pt x="6552" y="20260"/>
                  </a:lnTo>
                  <a:cubicBezTo>
                    <a:pt x="6552" y="20059"/>
                    <a:pt x="6388" y="19896"/>
                    <a:pt x="6188" y="19896"/>
                  </a:cubicBezTo>
                  <a:cubicBezTo>
                    <a:pt x="5986" y="19896"/>
                    <a:pt x="5823" y="20059"/>
                    <a:pt x="5823" y="20260"/>
                  </a:cubicBezTo>
                  <a:lnTo>
                    <a:pt x="5823" y="22322"/>
                  </a:lnTo>
                  <a:lnTo>
                    <a:pt x="3640" y="22322"/>
                  </a:lnTo>
                  <a:lnTo>
                    <a:pt x="3640" y="17348"/>
                  </a:lnTo>
                  <a:cubicBezTo>
                    <a:pt x="3640" y="15746"/>
                    <a:pt x="4484" y="14338"/>
                    <a:pt x="5750" y="13543"/>
                  </a:cubicBezTo>
                  <a:lnTo>
                    <a:pt x="9127" y="16920"/>
                  </a:lnTo>
                  <a:cubicBezTo>
                    <a:pt x="9380" y="17173"/>
                    <a:pt x="9715" y="17311"/>
                    <a:pt x="10070" y="17311"/>
                  </a:cubicBezTo>
                  <a:cubicBezTo>
                    <a:pt x="10238" y="17311"/>
                    <a:pt x="10399" y="17281"/>
                    <a:pt x="10551" y="17221"/>
                  </a:cubicBezTo>
                  <a:cubicBezTo>
                    <a:pt x="10750" y="18105"/>
                    <a:pt x="11436" y="18819"/>
                    <a:pt x="12329" y="19006"/>
                  </a:cubicBezTo>
                  <a:cubicBezTo>
                    <a:pt x="12353" y="19011"/>
                    <a:pt x="12378" y="19013"/>
                    <a:pt x="12402" y="19013"/>
                  </a:cubicBezTo>
                  <a:cubicBezTo>
                    <a:pt x="12428" y="19013"/>
                    <a:pt x="12452" y="19011"/>
                    <a:pt x="12478" y="19006"/>
                  </a:cubicBezTo>
                  <a:cubicBezTo>
                    <a:pt x="13542" y="18782"/>
                    <a:pt x="14317" y="17810"/>
                    <a:pt x="14317" y="16693"/>
                  </a:cubicBezTo>
                  <a:cubicBezTo>
                    <a:pt x="14317" y="16366"/>
                    <a:pt x="14253" y="16049"/>
                    <a:pt x="14126" y="15752"/>
                  </a:cubicBezTo>
                  <a:cubicBezTo>
                    <a:pt x="14069" y="15617"/>
                    <a:pt x="13937" y="15529"/>
                    <a:pt x="13791" y="15529"/>
                  </a:cubicBezTo>
                  <a:lnTo>
                    <a:pt x="12405" y="15529"/>
                  </a:lnTo>
                  <a:lnTo>
                    <a:pt x="14391" y="13543"/>
                  </a:lnTo>
                  <a:close/>
                  <a:moveTo>
                    <a:pt x="364" y="22322"/>
                  </a:moveTo>
                  <a:cubicBezTo>
                    <a:pt x="164" y="22322"/>
                    <a:pt x="0" y="22485"/>
                    <a:pt x="0" y="22687"/>
                  </a:cubicBezTo>
                  <a:cubicBezTo>
                    <a:pt x="0" y="22887"/>
                    <a:pt x="164" y="23051"/>
                    <a:pt x="364" y="23051"/>
                  </a:cubicBezTo>
                  <a:lnTo>
                    <a:pt x="413" y="23051"/>
                  </a:lnTo>
                  <a:cubicBezTo>
                    <a:pt x="613" y="23051"/>
                    <a:pt x="776" y="22887"/>
                    <a:pt x="776" y="22687"/>
                  </a:cubicBezTo>
                  <a:cubicBezTo>
                    <a:pt x="776" y="22485"/>
                    <a:pt x="613" y="22322"/>
                    <a:pt x="413" y="22322"/>
                  </a:cubicBezTo>
                  <a:close/>
                  <a:moveTo>
                    <a:pt x="10069" y="0"/>
                  </a:moveTo>
                  <a:cubicBezTo>
                    <a:pt x="9813" y="0"/>
                    <a:pt x="9559" y="16"/>
                    <a:pt x="9310" y="49"/>
                  </a:cubicBezTo>
                  <a:lnTo>
                    <a:pt x="9309" y="49"/>
                  </a:lnTo>
                  <a:cubicBezTo>
                    <a:pt x="8749" y="120"/>
                    <a:pt x="8214" y="270"/>
                    <a:pt x="7714" y="486"/>
                  </a:cubicBezTo>
                  <a:cubicBezTo>
                    <a:pt x="7707" y="486"/>
                    <a:pt x="7699" y="485"/>
                    <a:pt x="7691" y="485"/>
                  </a:cubicBezTo>
                  <a:lnTo>
                    <a:pt x="5217" y="485"/>
                  </a:lnTo>
                  <a:cubicBezTo>
                    <a:pt x="2341" y="485"/>
                    <a:pt x="0" y="2824"/>
                    <a:pt x="0" y="5702"/>
                  </a:cubicBezTo>
                  <a:lnTo>
                    <a:pt x="0" y="6672"/>
                  </a:lnTo>
                  <a:cubicBezTo>
                    <a:pt x="0" y="7407"/>
                    <a:pt x="599" y="8007"/>
                    <a:pt x="1333" y="8007"/>
                  </a:cubicBezTo>
                  <a:lnTo>
                    <a:pt x="4494" y="8007"/>
                  </a:lnTo>
                  <a:cubicBezTo>
                    <a:pt x="5096" y="9628"/>
                    <a:pt x="6385" y="10917"/>
                    <a:pt x="8008" y="11520"/>
                  </a:cubicBezTo>
                  <a:lnTo>
                    <a:pt x="8008" y="12132"/>
                  </a:lnTo>
                  <a:cubicBezTo>
                    <a:pt x="7163" y="12152"/>
                    <a:pt x="6367" y="12372"/>
                    <a:pt x="5666" y="12751"/>
                  </a:cubicBezTo>
                  <a:cubicBezTo>
                    <a:pt x="5644" y="12760"/>
                    <a:pt x="5622" y="12772"/>
                    <a:pt x="5601" y="12786"/>
                  </a:cubicBezTo>
                  <a:cubicBezTo>
                    <a:pt x="3998" y="13678"/>
                    <a:pt x="2911" y="15390"/>
                    <a:pt x="2911" y="17348"/>
                  </a:cubicBezTo>
                  <a:lnTo>
                    <a:pt x="2911" y="22322"/>
                  </a:lnTo>
                  <a:lnTo>
                    <a:pt x="1869" y="22322"/>
                  </a:lnTo>
                  <a:cubicBezTo>
                    <a:pt x="1667" y="22322"/>
                    <a:pt x="1504" y="22485"/>
                    <a:pt x="1504" y="22687"/>
                  </a:cubicBezTo>
                  <a:cubicBezTo>
                    <a:pt x="1504" y="22887"/>
                    <a:pt x="1667" y="23051"/>
                    <a:pt x="1869" y="23051"/>
                  </a:cubicBezTo>
                  <a:lnTo>
                    <a:pt x="18368" y="23051"/>
                  </a:lnTo>
                  <a:cubicBezTo>
                    <a:pt x="18569" y="23051"/>
                    <a:pt x="18732" y="22887"/>
                    <a:pt x="18732" y="22687"/>
                  </a:cubicBezTo>
                  <a:cubicBezTo>
                    <a:pt x="18732" y="22485"/>
                    <a:pt x="18569" y="22322"/>
                    <a:pt x="18368" y="22322"/>
                  </a:cubicBezTo>
                  <a:lnTo>
                    <a:pt x="17227" y="22322"/>
                  </a:lnTo>
                  <a:lnTo>
                    <a:pt x="17227" y="17348"/>
                  </a:lnTo>
                  <a:cubicBezTo>
                    <a:pt x="17227" y="15390"/>
                    <a:pt x="16140" y="13678"/>
                    <a:pt x="14538" y="12786"/>
                  </a:cubicBezTo>
                  <a:cubicBezTo>
                    <a:pt x="14517" y="12772"/>
                    <a:pt x="14496" y="12760"/>
                    <a:pt x="14472" y="12751"/>
                  </a:cubicBezTo>
                  <a:cubicBezTo>
                    <a:pt x="13772" y="12374"/>
                    <a:pt x="12977" y="12152"/>
                    <a:pt x="12131" y="12132"/>
                  </a:cubicBezTo>
                  <a:lnTo>
                    <a:pt x="12131" y="11520"/>
                  </a:lnTo>
                  <a:cubicBezTo>
                    <a:pt x="13752" y="10917"/>
                    <a:pt x="15043" y="9628"/>
                    <a:pt x="15644" y="8007"/>
                  </a:cubicBezTo>
                  <a:lnTo>
                    <a:pt x="18805" y="8007"/>
                  </a:lnTo>
                  <a:cubicBezTo>
                    <a:pt x="19541" y="8007"/>
                    <a:pt x="20139" y="7407"/>
                    <a:pt x="20139" y="6672"/>
                  </a:cubicBezTo>
                  <a:lnTo>
                    <a:pt x="20139" y="5702"/>
                  </a:lnTo>
                  <a:cubicBezTo>
                    <a:pt x="20139" y="2824"/>
                    <a:pt x="17800" y="485"/>
                    <a:pt x="14922" y="485"/>
                  </a:cubicBezTo>
                  <a:lnTo>
                    <a:pt x="12520" y="485"/>
                  </a:lnTo>
                  <a:cubicBezTo>
                    <a:pt x="12493" y="485"/>
                    <a:pt x="12466" y="489"/>
                    <a:pt x="12441" y="493"/>
                  </a:cubicBezTo>
                  <a:cubicBezTo>
                    <a:pt x="11713" y="177"/>
                    <a:pt x="10910" y="0"/>
                    <a:pt x="1006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7" name="Google Shape;4747;p62"/>
          <p:cNvGrpSpPr/>
          <p:nvPr/>
        </p:nvGrpSpPr>
        <p:grpSpPr>
          <a:xfrm>
            <a:off x="3508275" y="3004050"/>
            <a:ext cx="289692" cy="331517"/>
            <a:chOff x="3508275" y="3004050"/>
            <a:chExt cx="289692" cy="331517"/>
          </a:xfrm>
        </p:grpSpPr>
        <p:sp>
          <p:nvSpPr>
            <p:cNvPr id="4748" name="Google Shape;4748;p62"/>
            <p:cNvSpPr/>
            <p:nvPr/>
          </p:nvSpPr>
          <p:spPr>
            <a:xfrm>
              <a:off x="3555379" y="3023179"/>
              <a:ext cx="237311" cy="307153"/>
            </a:xfrm>
            <a:custGeom>
              <a:rect b="b" l="l" r="r" t="t"/>
              <a:pathLst>
                <a:path extrusionOk="0" h="21356" w="16500">
                  <a:moveTo>
                    <a:pt x="4854" y="1"/>
                  </a:moveTo>
                  <a:cubicBezTo>
                    <a:pt x="4050" y="1"/>
                    <a:pt x="3397" y="653"/>
                    <a:pt x="3397" y="1457"/>
                  </a:cubicBezTo>
                  <a:cubicBezTo>
                    <a:pt x="3397" y="2263"/>
                    <a:pt x="4050" y="2914"/>
                    <a:pt x="4854" y="2914"/>
                  </a:cubicBezTo>
                  <a:lnTo>
                    <a:pt x="5338" y="2914"/>
                  </a:lnTo>
                  <a:lnTo>
                    <a:pt x="5338" y="5385"/>
                  </a:lnTo>
                  <a:cubicBezTo>
                    <a:pt x="2219" y="6562"/>
                    <a:pt x="1" y="9575"/>
                    <a:pt x="1" y="13106"/>
                  </a:cubicBezTo>
                  <a:cubicBezTo>
                    <a:pt x="1" y="17662"/>
                    <a:pt x="3694" y="21356"/>
                    <a:pt x="8250" y="21356"/>
                  </a:cubicBezTo>
                  <a:cubicBezTo>
                    <a:pt x="12806" y="21356"/>
                    <a:pt x="16500" y="17662"/>
                    <a:pt x="16500" y="13106"/>
                  </a:cubicBezTo>
                  <a:cubicBezTo>
                    <a:pt x="16500" y="9575"/>
                    <a:pt x="14282" y="6562"/>
                    <a:pt x="11164" y="5385"/>
                  </a:cubicBezTo>
                  <a:lnTo>
                    <a:pt x="11164" y="2914"/>
                  </a:lnTo>
                  <a:lnTo>
                    <a:pt x="11648" y="2914"/>
                  </a:lnTo>
                  <a:cubicBezTo>
                    <a:pt x="12454" y="2914"/>
                    <a:pt x="13105" y="2263"/>
                    <a:pt x="13105" y="1457"/>
                  </a:cubicBezTo>
                  <a:cubicBezTo>
                    <a:pt x="13105" y="653"/>
                    <a:pt x="12454" y="1"/>
                    <a:pt x="11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2"/>
            <p:cNvSpPr/>
            <p:nvPr/>
          </p:nvSpPr>
          <p:spPr>
            <a:xfrm>
              <a:off x="3555379" y="3111562"/>
              <a:ext cx="236118" cy="218772"/>
            </a:xfrm>
            <a:custGeom>
              <a:rect b="b" l="l" r="r" t="t"/>
              <a:pathLst>
                <a:path extrusionOk="0" h="15211" w="16417">
                  <a:moveTo>
                    <a:pt x="3821" y="0"/>
                  </a:moveTo>
                  <a:cubicBezTo>
                    <a:pt x="1526" y="1464"/>
                    <a:pt x="1" y="4035"/>
                    <a:pt x="1" y="6961"/>
                  </a:cubicBezTo>
                  <a:cubicBezTo>
                    <a:pt x="1" y="11517"/>
                    <a:pt x="3694" y="15211"/>
                    <a:pt x="8250" y="15211"/>
                  </a:cubicBezTo>
                  <a:cubicBezTo>
                    <a:pt x="12407" y="15211"/>
                    <a:pt x="15846" y="12135"/>
                    <a:pt x="16416" y="8135"/>
                  </a:cubicBezTo>
                  <a:lnTo>
                    <a:pt x="16416" y="8135"/>
                  </a:lnTo>
                  <a:cubicBezTo>
                    <a:pt x="15136" y="8952"/>
                    <a:pt x="13616" y="9424"/>
                    <a:pt x="11986" y="9424"/>
                  </a:cubicBezTo>
                  <a:cubicBezTo>
                    <a:pt x="7430" y="9424"/>
                    <a:pt x="3737" y="5730"/>
                    <a:pt x="3737" y="1174"/>
                  </a:cubicBezTo>
                  <a:cubicBezTo>
                    <a:pt x="3737" y="776"/>
                    <a:pt x="3765" y="384"/>
                    <a:pt x="38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2"/>
            <p:cNvSpPr/>
            <p:nvPr/>
          </p:nvSpPr>
          <p:spPr>
            <a:xfrm>
              <a:off x="3595852" y="3133496"/>
              <a:ext cx="156381" cy="156367"/>
            </a:xfrm>
            <a:custGeom>
              <a:rect b="b" l="l" r="r" t="t"/>
              <a:pathLst>
                <a:path extrusionOk="0" h="10872" w="10873">
                  <a:moveTo>
                    <a:pt x="5436" y="0"/>
                  </a:moveTo>
                  <a:cubicBezTo>
                    <a:pt x="2435" y="0"/>
                    <a:pt x="1" y="2433"/>
                    <a:pt x="1" y="5436"/>
                  </a:cubicBezTo>
                  <a:cubicBezTo>
                    <a:pt x="1" y="8437"/>
                    <a:pt x="2435" y="10872"/>
                    <a:pt x="5436" y="10872"/>
                  </a:cubicBezTo>
                  <a:cubicBezTo>
                    <a:pt x="8436" y="10872"/>
                    <a:pt x="10871" y="8437"/>
                    <a:pt x="10872" y="5436"/>
                  </a:cubicBezTo>
                  <a:cubicBezTo>
                    <a:pt x="10872" y="2433"/>
                    <a:pt x="8439" y="0"/>
                    <a:pt x="54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2"/>
            <p:cNvSpPr/>
            <p:nvPr/>
          </p:nvSpPr>
          <p:spPr>
            <a:xfrm>
              <a:off x="3595838" y="3161931"/>
              <a:ext cx="148485" cy="127932"/>
            </a:xfrm>
            <a:custGeom>
              <a:rect b="b" l="l" r="r" t="t"/>
              <a:pathLst>
                <a:path extrusionOk="0" h="8895" w="10324">
                  <a:moveTo>
                    <a:pt x="1244" y="0"/>
                  </a:moveTo>
                  <a:cubicBezTo>
                    <a:pt x="466" y="939"/>
                    <a:pt x="0" y="2145"/>
                    <a:pt x="0" y="3459"/>
                  </a:cubicBezTo>
                  <a:cubicBezTo>
                    <a:pt x="0" y="6460"/>
                    <a:pt x="2433" y="8895"/>
                    <a:pt x="5436" y="8895"/>
                  </a:cubicBezTo>
                  <a:cubicBezTo>
                    <a:pt x="7583" y="8895"/>
                    <a:pt x="9439" y="7648"/>
                    <a:pt x="10323" y="5841"/>
                  </a:cubicBezTo>
                  <a:lnTo>
                    <a:pt x="10323" y="5841"/>
                  </a:lnTo>
                  <a:cubicBezTo>
                    <a:pt x="9944" y="5893"/>
                    <a:pt x="9556" y="5922"/>
                    <a:pt x="9159" y="5922"/>
                  </a:cubicBezTo>
                  <a:cubicBezTo>
                    <a:pt x="5412" y="5922"/>
                    <a:pt x="2248" y="3424"/>
                    <a:pt x="12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2"/>
            <p:cNvSpPr/>
            <p:nvPr/>
          </p:nvSpPr>
          <p:spPr>
            <a:xfrm>
              <a:off x="3639130" y="3113935"/>
              <a:ext cx="48872" cy="48857"/>
            </a:xfrm>
            <a:custGeom>
              <a:rect b="b" l="l" r="r" t="t"/>
              <a:pathLst>
                <a:path extrusionOk="0" h="3397" w="3398">
                  <a:moveTo>
                    <a:pt x="1700" y="0"/>
                  </a:moveTo>
                  <a:cubicBezTo>
                    <a:pt x="760" y="0"/>
                    <a:pt x="0" y="761"/>
                    <a:pt x="0" y="1699"/>
                  </a:cubicBezTo>
                  <a:cubicBezTo>
                    <a:pt x="0" y="2636"/>
                    <a:pt x="760" y="3397"/>
                    <a:pt x="1700" y="3397"/>
                  </a:cubicBezTo>
                  <a:cubicBezTo>
                    <a:pt x="2638" y="3397"/>
                    <a:pt x="3398" y="2636"/>
                    <a:pt x="3398" y="1699"/>
                  </a:cubicBezTo>
                  <a:cubicBezTo>
                    <a:pt x="3398" y="761"/>
                    <a:pt x="2638" y="0"/>
                    <a:pt x="17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2"/>
            <p:cNvSpPr/>
            <p:nvPr/>
          </p:nvSpPr>
          <p:spPr>
            <a:xfrm>
              <a:off x="3632155" y="3009257"/>
              <a:ext cx="62823" cy="132650"/>
            </a:xfrm>
            <a:custGeom>
              <a:rect b="b" l="l" r="r" t="t"/>
              <a:pathLst>
                <a:path extrusionOk="0" h="9223" w="4368">
                  <a:moveTo>
                    <a:pt x="971" y="1"/>
                  </a:moveTo>
                  <a:cubicBezTo>
                    <a:pt x="435" y="1"/>
                    <a:pt x="0" y="436"/>
                    <a:pt x="0" y="971"/>
                  </a:cubicBezTo>
                  <a:cubicBezTo>
                    <a:pt x="0" y="1506"/>
                    <a:pt x="435" y="1941"/>
                    <a:pt x="971" y="1941"/>
                  </a:cubicBezTo>
                  <a:cubicBezTo>
                    <a:pt x="1505" y="1941"/>
                    <a:pt x="1940" y="1507"/>
                    <a:pt x="1940" y="971"/>
                  </a:cubicBezTo>
                  <a:cubicBezTo>
                    <a:pt x="1940" y="434"/>
                    <a:pt x="1505" y="1"/>
                    <a:pt x="971" y="1"/>
                  </a:cubicBezTo>
                  <a:close/>
                  <a:moveTo>
                    <a:pt x="3397" y="2913"/>
                  </a:moveTo>
                  <a:cubicBezTo>
                    <a:pt x="2861" y="2913"/>
                    <a:pt x="2428" y="3348"/>
                    <a:pt x="2428" y="3882"/>
                  </a:cubicBezTo>
                  <a:cubicBezTo>
                    <a:pt x="2428" y="4419"/>
                    <a:pt x="2863" y="4852"/>
                    <a:pt x="3397" y="4852"/>
                  </a:cubicBezTo>
                  <a:cubicBezTo>
                    <a:pt x="3934" y="4852"/>
                    <a:pt x="4368" y="4418"/>
                    <a:pt x="4368" y="3882"/>
                  </a:cubicBezTo>
                  <a:cubicBezTo>
                    <a:pt x="4368" y="3346"/>
                    <a:pt x="3934" y="2913"/>
                    <a:pt x="3397" y="2913"/>
                  </a:cubicBezTo>
                  <a:close/>
                  <a:moveTo>
                    <a:pt x="2669" y="7766"/>
                  </a:moveTo>
                  <a:cubicBezTo>
                    <a:pt x="2267" y="7766"/>
                    <a:pt x="1940" y="8091"/>
                    <a:pt x="1940" y="8493"/>
                  </a:cubicBezTo>
                  <a:cubicBezTo>
                    <a:pt x="1940" y="8897"/>
                    <a:pt x="2266" y="9222"/>
                    <a:pt x="2669" y="9222"/>
                  </a:cubicBezTo>
                  <a:cubicBezTo>
                    <a:pt x="3070" y="9222"/>
                    <a:pt x="3397" y="8897"/>
                    <a:pt x="3397" y="8493"/>
                  </a:cubicBezTo>
                  <a:cubicBezTo>
                    <a:pt x="3397" y="8091"/>
                    <a:pt x="3070" y="7766"/>
                    <a:pt x="2669" y="776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2"/>
            <p:cNvSpPr/>
            <p:nvPr/>
          </p:nvSpPr>
          <p:spPr>
            <a:xfrm>
              <a:off x="3618548" y="3015110"/>
              <a:ext cx="65167" cy="252025"/>
            </a:xfrm>
            <a:custGeom>
              <a:rect b="b" l="l" r="r" t="t"/>
              <a:pathLst>
                <a:path extrusionOk="0" h="17523" w="4531">
                  <a:moveTo>
                    <a:pt x="2046" y="0"/>
                  </a:moveTo>
                  <a:cubicBezTo>
                    <a:pt x="1862" y="0"/>
                    <a:pt x="1711" y="152"/>
                    <a:pt x="1711" y="337"/>
                  </a:cubicBezTo>
                  <a:cubicBezTo>
                    <a:pt x="1711" y="522"/>
                    <a:pt x="1860" y="672"/>
                    <a:pt x="2046" y="672"/>
                  </a:cubicBezTo>
                  <a:cubicBezTo>
                    <a:pt x="2231" y="672"/>
                    <a:pt x="2382" y="522"/>
                    <a:pt x="2382" y="337"/>
                  </a:cubicBezTo>
                  <a:cubicBezTo>
                    <a:pt x="2382" y="152"/>
                    <a:pt x="2231" y="0"/>
                    <a:pt x="2046" y="0"/>
                  </a:cubicBezTo>
                  <a:close/>
                  <a:moveTo>
                    <a:pt x="4194" y="2877"/>
                  </a:moveTo>
                  <a:cubicBezTo>
                    <a:pt x="4009" y="2877"/>
                    <a:pt x="3858" y="3027"/>
                    <a:pt x="3858" y="3212"/>
                  </a:cubicBezTo>
                  <a:cubicBezTo>
                    <a:pt x="3858" y="3397"/>
                    <a:pt x="4009" y="3549"/>
                    <a:pt x="4194" y="3549"/>
                  </a:cubicBezTo>
                  <a:cubicBezTo>
                    <a:pt x="4378" y="3549"/>
                    <a:pt x="4531" y="3397"/>
                    <a:pt x="4531" y="3212"/>
                  </a:cubicBezTo>
                  <a:cubicBezTo>
                    <a:pt x="4528" y="3027"/>
                    <a:pt x="4378" y="2877"/>
                    <a:pt x="4194" y="2877"/>
                  </a:cubicBezTo>
                  <a:close/>
                  <a:moveTo>
                    <a:pt x="364" y="13303"/>
                  </a:moveTo>
                  <a:cubicBezTo>
                    <a:pt x="163" y="13303"/>
                    <a:pt x="0" y="13467"/>
                    <a:pt x="0" y="13668"/>
                  </a:cubicBezTo>
                  <a:lnTo>
                    <a:pt x="0" y="13713"/>
                  </a:lnTo>
                  <a:cubicBezTo>
                    <a:pt x="4" y="13911"/>
                    <a:pt x="165" y="14071"/>
                    <a:pt x="364" y="14071"/>
                  </a:cubicBezTo>
                  <a:lnTo>
                    <a:pt x="370" y="14071"/>
                  </a:lnTo>
                  <a:cubicBezTo>
                    <a:pt x="570" y="14069"/>
                    <a:pt x="730" y="13904"/>
                    <a:pt x="729" y="13704"/>
                  </a:cubicBezTo>
                  <a:lnTo>
                    <a:pt x="729" y="13668"/>
                  </a:lnTo>
                  <a:cubicBezTo>
                    <a:pt x="729" y="13467"/>
                    <a:pt x="566" y="13303"/>
                    <a:pt x="364" y="13303"/>
                  </a:cubicBezTo>
                  <a:close/>
                  <a:moveTo>
                    <a:pt x="670" y="14736"/>
                  </a:moveTo>
                  <a:cubicBezTo>
                    <a:pt x="621" y="14736"/>
                    <a:pt x="570" y="14747"/>
                    <a:pt x="522" y="14768"/>
                  </a:cubicBezTo>
                  <a:cubicBezTo>
                    <a:pt x="340" y="14851"/>
                    <a:pt x="257" y="15067"/>
                    <a:pt x="340" y="15249"/>
                  </a:cubicBezTo>
                  <a:cubicBezTo>
                    <a:pt x="961" y="16631"/>
                    <a:pt x="2343" y="17523"/>
                    <a:pt x="3858" y="17523"/>
                  </a:cubicBezTo>
                  <a:cubicBezTo>
                    <a:pt x="4059" y="17523"/>
                    <a:pt x="4222" y="17359"/>
                    <a:pt x="4222" y="17159"/>
                  </a:cubicBezTo>
                  <a:cubicBezTo>
                    <a:pt x="4221" y="16960"/>
                    <a:pt x="4059" y="16796"/>
                    <a:pt x="3858" y="16796"/>
                  </a:cubicBezTo>
                  <a:cubicBezTo>
                    <a:pt x="2629" y="16796"/>
                    <a:pt x="1508" y="16072"/>
                    <a:pt x="1003" y="14950"/>
                  </a:cubicBezTo>
                  <a:cubicBezTo>
                    <a:pt x="943" y="14816"/>
                    <a:pt x="810" y="14736"/>
                    <a:pt x="670" y="147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2"/>
            <p:cNvSpPr/>
            <p:nvPr/>
          </p:nvSpPr>
          <p:spPr>
            <a:xfrm>
              <a:off x="3508275" y="3004050"/>
              <a:ext cx="289692" cy="331517"/>
            </a:xfrm>
            <a:custGeom>
              <a:rect b="b" l="l" r="r" t="t"/>
              <a:pathLst>
                <a:path extrusionOk="0" h="23050" w="20142">
                  <a:moveTo>
                    <a:pt x="9583" y="727"/>
                  </a:moveTo>
                  <a:cubicBezTo>
                    <a:pt x="9917" y="727"/>
                    <a:pt x="10188" y="999"/>
                    <a:pt x="10188" y="1333"/>
                  </a:cubicBezTo>
                  <a:cubicBezTo>
                    <a:pt x="10188" y="1667"/>
                    <a:pt x="9917" y="1939"/>
                    <a:pt x="9583" y="1939"/>
                  </a:cubicBezTo>
                  <a:cubicBezTo>
                    <a:pt x="9249" y="1939"/>
                    <a:pt x="8976" y="1667"/>
                    <a:pt x="8976" y="1333"/>
                  </a:cubicBezTo>
                  <a:cubicBezTo>
                    <a:pt x="8976" y="999"/>
                    <a:pt x="9249" y="727"/>
                    <a:pt x="9583" y="727"/>
                  </a:cubicBezTo>
                  <a:close/>
                  <a:moveTo>
                    <a:pt x="12009" y="3638"/>
                  </a:moveTo>
                  <a:cubicBezTo>
                    <a:pt x="12342" y="3638"/>
                    <a:pt x="12614" y="3910"/>
                    <a:pt x="12614" y="4244"/>
                  </a:cubicBezTo>
                  <a:cubicBezTo>
                    <a:pt x="12614" y="4578"/>
                    <a:pt x="12342" y="4851"/>
                    <a:pt x="12009" y="4851"/>
                  </a:cubicBezTo>
                  <a:cubicBezTo>
                    <a:pt x="11675" y="4851"/>
                    <a:pt x="11403" y="4578"/>
                    <a:pt x="11403" y="4244"/>
                  </a:cubicBezTo>
                  <a:cubicBezTo>
                    <a:pt x="11403" y="3910"/>
                    <a:pt x="11675" y="3638"/>
                    <a:pt x="12009" y="3638"/>
                  </a:cubicBezTo>
                  <a:close/>
                  <a:moveTo>
                    <a:pt x="12010" y="2911"/>
                  </a:moveTo>
                  <a:cubicBezTo>
                    <a:pt x="11275" y="2911"/>
                    <a:pt x="10676" y="3509"/>
                    <a:pt x="10676" y="4244"/>
                  </a:cubicBezTo>
                  <a:cubicBezTo>
                    <a:pt x="10676" y="4980"/>
                    <a:pt x="11275" y="5578"/>
                    <a:pt x="12010" y="5578"/>
                  </a:cubicBezTo>
                  <a:cubicBezTo>
                    <a:pt x="12746" y="5578"/>
                    <a:pt x="13344" y="4980"/>
                    <a:pt x="13344" y="4244"/>
                  </a:cubicBezTo>
                  <a:cubicBezTo>
                    <a:pt x="13344" y="3509"/>
                    <a:pt x="12746" y="2911"/>
                    <a:pt x="12010" y="2911"/>
                  </a:cubicBezTo>
                  <a:close/>
                  <a:moveTo>
                    <a:pt x="10798" y="8006"/>
                  </a:moveTo>
                  <a:cubicBezTo>
                    <a:pt x="11532" y="8006"/>
                    <a:pt x="12131" y="8604"/>
                    <a:pt x="12131" y="9339"/>
                  </a:cubicBezTo>
                  <a:cubicBezTo>
                    <a:pt x="12131" y="10075"/>
                    <a:pt x="11532" y="10673"/>
                    <a:pt x="10798" y="10673"/>
                  </a:cubicBezTo>
                  <a:cubicBezTo>
                    <a:pt x="10062" y="10673"/>
                    <a:pt x="9463" y="10075"/>
                    <a:pt x="9463" y="9339"/>
                  </a:cubicBezTo>
                  <a:cubicBezTo>
                    <a:pt x="9463" y="8604"/>
                    <a:pt x="10062" y="8006"/>
                    <a:pt x="10798" y="8006"/>
                  </a:cubicBezTo>
                  <a:close/>
                  <a:moveTo>
                    <a:pt x="12848" y="9537"/>
                  </a:moveTo>
                  <a:cubicBezTo>
                    <a:pt x="15044" y="10127"/>
                    <a:pt x="16596" y="12122"/>
                    <a:pt x="16596" y="14436"/>
                  </a:cubicBezTo>
                  <a:cubicBezTo>
                    <a:pt x="16596" y="17230"/>
                    <a:pt x="14324" y="19505"/>
                    <a:pt x="11527" y="19505"/>
                  </a:cubicBezTo>
                  <a:cubicBezTo>
                    <a:pt x="11526" y="19505"/>
                    <a:pt x="11525" y="19505"/>
                    <a:pt x="11524" y="19505"/>
                  </a:cubicBezTo>
                  <a:cubicBezTo>
                    <a:pt x="8727" y="19505"/>
                    <a:pt x="6452" y="17230"/>
                    <a:pt x="6452" y="14433"/>
                  </a:cubicBezTo>
                  <a:cubicBezTo>
                    <a:pt x="6452" y="12657"/>
                    <a:pt x="7376" y="11024"/>
                    <a:pt x="8881" y="10105"/>
                  </a:cubicBezTo>
                  <a:cubicBezTo>
                    <a:pt x="9186" y="10865"/>
                    <a:pt x="9928" y="11401"/>
                    <a:pt x="10795" y="11401"/>
                  </a:cubicBezTo>
                  <a:cubicBezTo>
                    <a:pt x="11866" y="11401"/>
                    <a:pt x="12748" y="10582"/>
                    <a:pt x="12848" y="9537"/>
                  </a:cubicBezTo>
                  <a:close/>
                  <a:moveTo>
                    <a:pt x="10798" y="7278"/>
                  </a:moveTo>
                  <a:cubicBezTo>
                    <a:pt x="9661" y="7278"/>
                    <a:pt x="8734" y="8204"/>
                    <a:pt x="8734" y="9341"/>
                  </a:cubicBezTo>
                  <a:lnTo>
                    <a:pt x="8734" y="9351"/>
                  </a:lnTo>
                  <a:cubicBezTo>
                    <a:pt x="6877" y="10372"/>
                    <a:pt x="5726" y="12314"/>
                    <a:pt x="5726" y="14436"/>
                  </a:cubicBezTo>
                  <a:cubicBezTo>
                    <a:pt x="5726" y="17634"/>
                    <a:pt x="8325" y="20236"/>
                    <a:pt x="11524" y="20236"/>
                  </a:cubicBezTo>
                  <a:cubicBezTo>
                    <a:pt x="14723" y="20236"/>
                    <a:pt x="17323" y="17634"/>
                    <a:pt x="17323" y="14436"/>
                  </a:cubicBezTo>
                  <a:cubicBezTo>
                    <a:pt x="17323" y="11702"/>
                    <a:pt x="15426" y="9356"/>
                    <a:pt x="12780" y="8774"/>
                  </a:cubicBezTo>
                  <a:cubicBezTo>
                    <a:pt x="12533" y="7910"/>
                    <a:pt x="11737" y="7278"/>
                    <a:pt x="10798" y="7278"/>
                  </a:cubicBezTo>
                  <a:close/>
                  <a:moveTo>
                    <a:pt x="14922" y="1693"/>
                  </a:moveTo>
                  <a:cubicBezTo>
                    <a:pt x="15524" y="1693"/>
                    <a:pt x="16015" y="2183"/>
                    <a:pt x="16015" y="2786"/>
                  </a:cubicBezTo>
                  <a:cubicBezTo>
                    <a:pt x="16015" y="3388"/>
                    <a:pt x="15524" y="3879"/>
                    <a:pt x="14922" y="3879"/>
                  </a:cubicBezTo>
                  <a:lnTo>
                    <a:pt x="14437" y="3879"/>
                  </a:lnTo>
                  <a:cubicBezTo>
                    <a:pt x="14235" y="3879"/>
                    <a:pt x="14072" y="4042"/>
                    <a:pt x="14072" y="4242"/>
                  </a:cubicBezTo>
                  <a:lnTo>
                    <a:pt x="14072" y="6714"/>
                  </a:lnTo>
                  <a:cubicBezTo>
                    <a:pt x="14072" y="6866"/>
                    <a:pt x="14167" y="7001"/>
                    <a:pt x="14309" y="7055"/>
                  </a:cubicBezTo>
                  <a:cubicBezTo>
                    <a:pt x="17360" y="8207"/>
                    <a:pt x="19411" y="11172"/>
                    <a:pt x="19411" y="14436"/>
                  </a:cubicBezTo>
                  <a:cubicBezTo>
                    <a:pt x="19411" y="18783"/>
                    <a:pt x="15874" y="22320"/>
                    <a:pt x="11525" y="22320"/>
                  </a:cubicBezTo>
                  <a:cubicBezTo>
                    <a:pt x="7177" y="22320"/>
                    <a:pt x="3638" y="18783"/>
                    <a:pt x="3638" y="14436"/>
                  </a:cubicBezTo>
                  <a:cubicBezTo>
                    <a:pt x="3638" y="11172"/>
                    <a:pt x="5687" y="8206"/>
                    <a:pt x="8740" y="7055"/>
                  </a:cubicBezTo>
                  <a:cubicBezTo>
                    <a:pt x="8882" y="7001"/>
                    <a:pt x="8976" y="6864"/>
                    <a:pt x="8976" y="6714"/>
                  </a:cubicBezTo>
                  <a:lnTo>
                    <a:pt x="8976" y="4242"/>
                  </a:lnTo>
                  <a:cubicBezTo>
                    <a:pt x="8976" y="4042"/>
                    <a:pt x="8812" y="3879"/>
                    <a:pt x="8612" y="3879"/>
                  </a:cubicBezTo>
                  <a:lnTo>
                    <a:pt x="8127" y="3879"/>
                  </a:lnTo>
                  <a:cubicBezTo>
                    <a:pt x="7525" y="3879"/>
                    <a:pt x="7035" y="3388"/>
                    <a:pt x="7035" y="2786"/>
                  </a:cubicBezTo>
                  <a:cubicBezTo>
                    <a:pt x="7035" y="2183"/>
                    <a:pt x="7525" y="1693"/>
                    <a:pt x="8127" y="1693"/>
                  </a:cubicBezTo>
                  <a:lnTo>
                    <a:pt x="8299" y="1693"/>
                  </a:lnTo>
                  <a:cubicBezTo>
                    <a:pt x="8459" y="2253"/>
                    <a:pt x="8974" y="2664"/>
                    <a:pt x="9584" y="2664"/>
                  </a:cubicBezTo>
                  <a:cubicBezTo>
                    <a:pt x="10194" y="2664"/>
                    <a:pt x="10710" y="2253"/>
                    <a:pt x="10869" y="1693"/>
                  </a:cubicBezTo>
                  <a:close/>
                  <a:moveTo>
                    <a:pt x="364" y="22320"/>
                  </a:moveTo>
                  <a:cubicBezTo>
                    <a:pt x="164" y="22320"/>
                    <a:pt x="0" y="22484"/>
                    <a:pt x="0" y="22686"/>
                  </a:cubicBezTo>
                  <a:cubicBezTo>
                    <a:pt x="0" y="22886"/>
                    <a:pt x="164" y="23049"/>
                    <a:pt x="364" y="23049"/>
                  </a:cubicBezTo>
                  <a:lnTo>
                    <a:pt x="412" y="23049"/>
                  </a:lnTo>
                  <a:cubicBezTo>
                    <a:pt x="613" y="23049"/>
                    <a:pt x="776" y="22886"/>
                    <a:pt x="776" y="22686"/>
                  </a:cubicBezTo>
                  <a:cubicBezTo>
                    <a:pt x="776" y="22484"/>
                    <a:pt x="613" y="22320"/>
                    <a:pt x="412" y="22320"/>
                  </a:cubicBezTo>
                  <a:close/>
                  <a:moveTo>
                    <a:pt x="9586" y="0"/>
                  </a:moveTo>
                  <a:cubicBezTo>
                    <a:pt x="8976" y="0"/>
                    <a:pt x="8459" y="411"/>
                    <a:pt x="8301" y="971"/>
                  </a:cubicBezTo>
                  <a:lnTo>
                    <a:pt x="8129" y="971"/>
                  </a:lnTo>
                  <a:cubicBezTo>
                    <a:pt x="7127" y="971"/>
                    <a:pt x="6310" y="1785"/>
                    <a:pt x="6310" y="2790"/>
                  </a:cubicBezTo>
                  <a:cubicBezTo>
                    <a:pt x="6310" y="3792"/>
                    <a:pt x="7126" y="4609"/>
                    <a:pt x="8129" y="4609"/>
                  </a:cubicBezTo>
                  <a:lnTo>
                    <a:pt x="8250" y="4609"/>
                  </a:lnTo>
                  <a:lnTo>
                    <a:pt x="8250" y="6466"/>
                  </a:lnTo>
                  <a:cubicBezTo>
                    <a:pt x="6729" y="7092"/>
                    <a:pt x="5429" y="8131"/>
                    <a:pt x="4477" y="9483"/>
                  </a:cubicBezTo>
                  <a:cubicBezTo>
                    <a:pt x="3453" y="10937"/>
                    <a:pt x="2912" y="12650"/>
                    <a:pt x="2912" y="14436"/>
                  </a:cubicBezTo>
                  <a:cubicBezTo>
                    <a:pt x="2912" y="17953"/>
                    <a:pt x="5031" y="20985"/>
                    <a:pt x="8059" y="22320"/>
                  </a:cubicBezTo>
                  <a:lnTo>
                    <a:pt x="2304" y="22320"/>
                  </a:lnTo>
                  <a:cubicBezTo>
                    <a:pt x="2103" y="22320"/>
                    <a:pt x="1940" y="22484"/>
                    <a:pt x="1940" y="22686"/>
                  </a:cubicBezTo>
                  <a:cubicBezTo>
                    <a:pt x="1940" y="22886"/>
                    <a:pt x="2103" y="23049"/>
                    <a:pt x="2304" y="23049"/>
                  </a:cubicBezTo>
                  <a:lnTo>
                    <a:pt x="18318" y="23049"/>
                  </a:lnTo>
                  <a:cubicBezTo>
                    <a:pt x="18519" y="23049"/>
                    <a:pt x="18682" y="22886"/>
                    <a:pt x="18682" y="22686"/>
                  </a:cubicBezTo>
                  <a:cubicBezTo>
                    <a:pt x="18682" y="22484"/>
                    <a:pt x="18519" y="22320"/>
                    <a:pt x="18321" y="22320"/>
                  </a:cubicBezTo>
                  <a:lnTo>
                    <a:pt x="14993" y="22320"/>
                  </a:lnTo>
                  <a:cubicBezTo>
                    <a:pt x="18021" y="20985"/>
                    <a:pt x="20142" y="17953"/>
                    <a:pt x="20142" y="14436"/>
                  </a:cubicBezTo>
                  <a:cubicBezTo>
                    <a:pt x="20142" y="12650"/>
                    <a:pt x="19600" y="10937"/>
                    <a:pt x="18575" y="9483"/>
                  </a:cubicBezTo>
                  <a:cubicBezTo>
                    <a:pt x="17623" y="8129"/>
                    <a:pt x="16322" y="7092"/>
                    <a:pt x="14802" y="6466"/>
                  </a:cubicBezTo>
                  <a:lnTo>
                    <a:pt x="14802" y="4609"/>
                  </a:lnTo>
                  <a:lnTo>
                    <a:pt x="14923" y="4609"/>
                  </a:lnTo>
                  <a:cubicBezTo>
                    <a:pt x="15925" y="4609"/>
                    <a:pt x="16742" y="3793"/>
                    <a:pt x="16742" y="2790"/>
                  </a:cubicBezTo>
                  <a:cubicBezTo>
                    <a:pt x="16742" y="1788"/>
                    <a:pt x="15928" y="971"/>
                    <a:pt x="14923" y="971"/>
                  </a:cubicBezTo>
                  <a:lnTo>
                    <a:pt x="10870" y="971"/>
                  </a:lnTo>
                  <a:cubicBezTo>
                    <a:pt x="10710" y="411"/>
                    <a:pt x="10195" y="0"/>
                    <a:pt x="958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6" name="Google Shape;4756;p62"/>
          <p:cNvGrpSpPr/>
          <p:nvPr/>
        </p:nvGrpSpPr>
        <p:grpSpPr>
          <a:xfrm>
            <a:off x="6180230" y="3004050"/>
            <a:ext cx="247753" cy="331517"/>
            <a:chOff x="6180230" y="3004050"/>
            <a:chExt cx="247753" cy="331517"/>
          </a:xfrm>
        </p:grpSpPr>
        <p:sp>
          <p:nvSpPr>
            <p:cNvPr id="4757" name="Google Shape;4757;p62"/>
            <p:cNvSpPr/>
            <p:nvPr/>
          </p:nvSpPr>
          <p:spPr>
            <a:xfrm>
              <a:off x="6269209" y="3009298"/>
              <a:ext cx="69801" cy="321019"/>
            </a:xfrm>
            <a:custGeom>
              <a:rect b="b" l="l" r="r" t="t"/>
              <a:pathLst>
                <a:path extrusionOk="0" h="22324" w="4854">
                  <a:moveTo>
                    <a:pt x="2426" y="1"/>
                  </a:moveTo>
                  <a:cubicBezTo>
                    <a:pt x="1087" y="1"/>
                    <a:pt x="0" y="1088"/>
                    <a:pt x="0" y="2426"/>
                  </a:cubicBezTo>
                  <a:lnTo>
                    <a:pt x="0" y="6309"/>
                  </a:lnTo>
                  <a:lnTo>
                    <a:pt x="1457" y="6309"/>
                  </a:lnTo>
                  <a:lnTo>
                    <a:pt x="1457" y="2426"/>
                  </a:lnTo>
                  <a:cubicBezTo>
                    <a:pt x="1457" y="1892"/>
                    <a:pt x="1890" y="1457"/>
                    <a:pt x="2426" y="1457"/>
                  </a:cubicBezTo>
                  <a:cubicBezTo>
                    <a:pt x="2962" y="1457"/>
                    <a:pt x="3397" y="1891"/>
                    <a:pt x="3397" y="2426"/>
                  </a:cubicBezTo>
                  <a:lnTo>
                    <a:pt x="3397" y="6309"/>
                  </a:lnTo>
                  <a:lnTo>
                    <a:pt x="4853" y="6309"/>
                  </a:lnTo>
                  <a:lnTo>
                    <a:pt x="4853" y="2426"/>
                  </a:lnTo>
                  <a:cubicBezTo>
                    <a:pt x="4853" y="1088"/>
                    <a:pt x="3766" y="2"/>
                    <a:pt x="2426" y="1"/>
                  </a:cubicBezTo>
                  <a:close/>
                  <a:moveTo>
                    <a:pt x="1456" y="12133"/>
                  </a:moveTo>
                  <a:lnTo>
                    <a:pt x="1039" y="20870"/>
                  </a:lnTo>
                  <a:cubicBezTo>
                    <a:pt x="1002" y="21661"/>
                    <a:pt x="1633" y="22323"/>
                    <a:pt x="2426" y="22323"/>
                  </a:cubicBezTo>
                  <a:cubicBezTo>
                    <a:pt x="3219" y="22323"/>
                    <a:pt x="3852" y="21661"/>
                    <a:pt x="3815" y="20870"/>
                  </a:cubicBezTo>
                  <a:lnTo>
                    <a:pt x="3397" y="1213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2"/>
            <p:cNvSpPr/>
            <p:nvPr/>
          </p:nvSpPr>
          <p:spPr>
            <a:xfrm>
              <a:off x="6293625" y="3295403"/>
              <a:ext cx="20966" cy="20966"/>
            </a:xfrm>
            <a:custGeom>
              <a:rect b="b" l="l" r="r" t="t"/>
              <a:pathLst>
                <a:path extrusionOk="0" h="1458" w="1458">
                  <a:moveTo>
                    <a:pt x="728" y="0"/>
                  </a:moveTo>
                  <a:cubicBezTo>
                    <a:pt x="326" y="0"/>
                    <a:pt x="1" y="327"/>
                    <a:pt x="1" y="730"/>
                  </a:cubicBezTo>
                  <a:cubicBezTo>
                    <a:pt x="1" y="1130"/>
                    <a:pt x="326" y="1457"/>
                    <a:pt x="728" y="1457"/>
                  </a:cubicBezTo>
                  <a:cubicBezTo>
                    <a:pt x="1132" y="1457"/>
                    <a:pt x="1457" y="1130"/>
                    <a:pt x="1457" y="730"/>
                  </a:cubicBezTo>
                  <a:cubicBezTo>
                    <a:pt x="1457" y="326"/>
                    <a:pt x="1132" y="0"/>
                    <a:pt x="7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2"/>
            <p:cNvSpPr/>
            <p:nvPr/>
          </p:nvSpPr>
          <p:spPr>
            <a:xfrm>
              <a:off x="6185449" y="3065119"/>
              <a:ext cx="237284" cy="237299"/>
            </a:xfrm>
            <a:custGeom>
              <a:rect b="b" l="l" r="r" t="t"/>
              <a:pathLst>
                <a:path extrusionOk="0" h="16502" w="16501">
                  <a:moveTo>
                    <a:pt x="8250" y="1"/>
                  </a:moveTo>
                  <a:cubicBezTo>
                    <a:pt x="5466" y="1"/>
                    <a:pt x="3105" y="2047"/>
                    <a:pt x="2712" y="4804"/>
                  </a:cubicBezTo>
                  <a:lnTo>
                    <a:pt x="1457" y="13588"/>
                  </a:lnTo>
                  <a:cubicBezTo>
                    <a:pt x="652" y="13588"/>
                    <a:pt x="0" y="14241"/>
                    <a:pt x="0" y="15045"/>
                  </a:cubicBezTo>
                  <a:cubicBezTo>
                    <a:pt x="0" y="15851"/>
                    <a:pt x="652" y="16502"/>
                    <a:pt x="1457" y="16502"/>
                  </a:cubicBezTo>
                  <a:lnTo>
                    <a:pt x="15044" y="16502"/>
                  </a:lnTo>
                  <a:cubicBezTo>
                    <a:pt x="15848" y="16502"/>
                    <a:pt x="16501" y="15851"/>
                    <a:pt x="16501" y="15045"/>
                  </a:cubicBezTo>
                  <a:cubicBezTo>
                    <a:pt x="16501" y="14241"/>
                    <a:pt x="15848" y="13588"/>
                    <a:pt x="15043" y="13588"/>
                  </a:cubicBezTo>
                  <a:lnTo>
                    <a:pt x="13788" y="4804"/>
                  </a:lnTo>
                  <a:cubicBezTo>
                    <a:pt x="13394" y="2049"/>
                    <a:pt x="11035" y="1"/>
                    <a:pt x="82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2"/>
            <p:cNvSpPr/>
            <p:nvPr/>
          </p:nvSpPr>
          <p:spPr>
            <a:xfrm>
              <a:off x="6185464" y="3094755"/>
              <a:ext cx="237270" cy="186710"/>
            </a:xfrm>
            <a:custGeom>
              <a:rect b="b" l="l" r="r" t="t"/>
              <a:pathLst>
                <a:path extrusionOk="0" h="12984" w="16500">
                  <a:moveTo>
                    <a:pt x="4991" y="2707"/>
                  </a:moveTo>
                  <a:cubicBezTo>
                    <a:pt x="4819" y="2707"/>
                    <a:pt x="4667" y="2829"/>
                    <a:pt x="4633" y="3005"/>
                  </a:cubicBezTo>
                  <a:cubicBezTo>
                    <a:pt x="4621" y="3072"/>
                    <a:pt x="4611" y="3140"/>
                    <a:pt x="4602" y="3208"/>
                  </a:cubicBezTo>
                  <a:cubicBezTo>
                    <a:pt x="4575" y="3407"/>
                    <a:pt x="4716" y="3589"/>
                    <a:pt x="4915" y="3614"/>
                  </a:cubicBezTo>
                  <a:cubicBezTo>
                    <a:pt x="4930" y="3616"/>
                    <a:pt x="4946" y="3617"/>
                    <a:pt x="4963" y="3617"/>
                  </a:cubicBezTo>
                  <a:cubicBezTo>
                    <a:pt x="5142" y="3617"/>
                    <a:pt x="5298" y="3485"/>
                    <a:pt x="5323" y="3302"/>
                  </a:cubicBezTo>
                  <a:cubicBezTo>
                    <a:pt x="5330" y="3246"/>
                    <a:pt x="5338" y="3191"/>
                    <a:pt x="5350" y="3138"/>
                  </a:cubicBezTo>
                  <a:cubicBezTo>
                    <a:pt x="5387" y="2941"/>
                    <a:pt x="5257" y="2750"/>
                    <a:pt x="5058" y="2714"/>
                  </a:cubicBezTo>
                  <a:cubicBezTo>
                    <a:pt x="5036" y="2709"/>
                    <a:pt x="5013" y="2707"/>
                    <a:pt x="4991" y="2707"/>
                  </a:cubicBezTo>
                  <a:close/>
                  <a:moveTo>
                    <a:pt x="8253" y="1"/>
                  </a:moveTo>
                  <a:cubicBezTo>
                    <a:pt x="7234" y="1"/>
                    <a:pt x="6253" y="427"/>
                    <a:pt x="5560" y="1172"/>
                  </a:cubicBezTo>
                  <a:cubicBezTo>
                    <a:pt x="5422" y="1319"/>
                    <a:pt x="5429" y="1548"/>
                    <a:pt x="5577" y="1686"/>
                  </a:cubicBezTo>
                  <a:cubicBezTo>
                    <a:pt x="5647" y="1753"/>
                    <a:pt x="5736" y="1786"/>
                    <a:pt x="5826" y="1786"/>
                  </a:cubicBezTo>
                  <a:cubicBezTo>
                    <a:pt x="5922" y="1786"/>
                    <a:pt x="6019" y="1747"/>
                    <a:pt x="6090" y="1670"/>
                  </a:cubicBezTo>
                  <a:cubicBezTo>
                    <a:pt x="6649" y="1074"/>
                    <a:pt x="7436" y="731"/>
                    <a:pt x="8250" y="731"/>
                  </a:cubicBezTo>
                  <a:cubicBezTo>
                    <a:pt x="9728" y="731"/>
                    <a:pt x="10986" y="1837"/>
                    <a:pt x="11178" y="3302"/>
                  </a:cubicBezTo>
                  <a:lnTo>
                    <a:pt x="11814" y="8179"/>
                  </a:lnTo>
                  <a:cubicBezTo>
                    <a:pt x="11837" y="8362"/>
                    <a:pt x="11995" y="8496"/>
                    <a:pt x="12174" y="8496"/>
                  </a:cubicBezTo>
                  <a:cubicBezTo>
                    <a:pt x="12191" y="8496"/>
                    <a:pt x="12207" y="8495"/>
                    <a:pt x="12222" y="8492"/>
                  </a:cubicBezTo>
                  <a:cubicBezTo>
                    <a:pt x="12421" y="8466"/>
                    <a:pt x="12562" y="8284"/>
                    <a:pt x="12538" y="8084"/>
                  </a:cubicBezTo>
                  <a:lnTo>
                    <a:pt x="11901" y="3205"/>
                  </a:lnTo>
                  <a:cubicBezTo>
                    <a:pt x="11664" y="1379"/>
                    <a:pt x="10095" y="1"/>
                    <a:pt x="8253" y="1"/>
                  </a:cubicBezTo>
                  <a:close/>
                  <a:moveTo>
                    <a:pt x="1457" y="11527"/>
                  </a:moveTo>
                  <a:cubicBezTo>
                    <a:pt x="653" y="11527"/>
                    <a:pt x="1" y="12180"/>
                    <a:pt x="1" y="12984"/>
                  </a:cubicBezTo>
                  <a:lnTo>
                    <a:pt x="16500" y="12984"/>
                  </a:lnTo>
                  <a:cubicBezTo>
                    <a:pt x="16500" y="12180"/>
                    <a:pt x="15847" y="11527"/>
                    <a:pt x="15046" y="1152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2"/>
            <p:cNvSpPr/>
            <p:nvPr/>
          </p:nvSpPr>
          <p:spPr>
            <a:xfrm>
              <a:off x="6180230" y="3004050"/>
              <a:ext cx="247753" cy="331517"/>
            </a:xfrm>
            <a:custGeom>
              <a:rect b="b" l="l" r="r" t="t"/>
              <a:pathLst>
                <a:path extrusionOk="0" h="23054" w="17229">
                  <a:moveTo>
                    <a:pt x="8616" y="2187"/>
                  </a:moveTo>
                  <a:cubicBezTo>
                    <a:pt x="8950" y="2187"/>
                    <a:pt x="9222" y="2459"/>
                    <a:pt x="9222" y="2794"/>
                  </a:cubicBezTo>
                  <a:lnTo>
                    <a:pt x="9222" y="3917"/>
                  </a:lnTo>
                  <a:cubicBezTo>
                    <a:pt x="9022" y="3896"/>
                    <a:pt x="8819" y="3884"/>
                    <a:pt x="8616" y="3884"/>
                  </a:cubicBezTo>
                  <a:cubicBezTo>
                    <a:pt x="8414" y="3884"/>
                    <a:pt x="8212" y="3896"/>
                    <a:pt x="8010" y="3917"/>
                  </a:cubicBezTo>
                  <a:lnTo>
                    <a:pt x="8010" y="2794"/>
                  </a:lnTo>
                  <a:cubicBezTo>
                    <a:pt x="8010" y="2460"/>
                    <a:pt x="8282" y="2187"/>
                    <a:pt x="8616" y="2187"/>
                  </a:cubicBezTo>
                  <a:close/>
                  <a:moveTo>
                    <a:pt x="8614" y="729"/>
                  </a:moveTo>
                  <a:cubicBezTo>
                    <a:pt x="9751" y="729"/>
                    <a:pt x="10678" y="1654"/>
                    <a:pt x="10678" y="2791"/>
                  </a:cubicBezTo>
                  <a:lnTo>
                    <a:pt x="10678" y="4252"/>
                  </a:lnTo>
                  <a:cubicBezTo>
                    <a:pt x="10439" y="4166"/>
                    <a:pt x="10196" y="4092"/>
                    <a:pt x="9949" y="4035"/>
                  </a:cubicBezTo>
                  <a:lnTo>
                    <a:pt x="9949" y="2791"/>
                  </a:lnTo>
                  <a:cubicBezTo>
                    <a:pt x="9949" y="2057"/>
                    <a:pt x="9350" y="1457"/>
                    <a:pt x="8614" y="1457"/>
                  </a:cubicBezTo>
                  <a:cubicBezTo>
                    <a:pt x="7879" y="1457"/>
                    <a:pt x="7281" y="2057"/>
                    <a:pt x="7281" y="2791"/>
                  </a:cubicBezTo>
                  <a:lnTo>
                    <a:pt x="7281" y="4035"/>
                  </a:lnTo>
                  <a:cubicBezTo>
                    <a:pt x="7034" y="4092"/>
                    <a:pt x="6791" y="4164"/>
                    <a:pt x="6552" y="4252"/>
                  </a:cubicBezTo>
                  <a:lnTo>
                    <a:pt x="6552" y="2791"/>
                  </a:lnTo>
                  <a:cubicBezTo>
                    <a:pt x="6552" y="1654"/>
                    <a:pt x="7477" y="729"/>
                    <a:pt x="8614" y="729"/>
                  </a:cubicBezTo>
                  <a:close/>
                  <a:moveTo>
                    <a:pt x="12983" y="17471"/>
                  </a:moveTo>
                  <a:cubicBezTo>
                    <a:pt x="12782" y="17471"/>
                    <a:pt x="12619" y="17635"/>
                    <a:pt x="12619" y="17835"/>
                  </a:cubicBezTo>
                  <a:cubicBezTo>
                    <a:pt x="12619" y="18037"/>
                    <a:pt x="12782" y="18200"/>
                    <a:pt x="12983" y="18200"/>
                  </a:cubicBezTo>
                  <a:lnTo>
                    <a:pt x="13031" y="18200"/>
                  </a:lnTo>
                  <a:cubicBezTo>
                    <a:pt x="13231" y="18200"/>
                    <a:pt x="13395" y="18037"/>
                    <a:pt x="13395" y="17835"/>
                  </a:cubicBezTo>
                  <a:cubicBezTo>
                    <a:pt x="13395" y="17635"/>
                    <a:pt x="13231" y="17471"/>
                    <a:pt x="13031" y="17471"/>
                  </a:cubicBezTo>
                  <a:close/>
                  <a:moveTo>
                    <a:pt x="8614" y="4610"/>
                  </a:moveTo>
                  <a:cubicBezTo>
                    <a:pt x="11201" y="4610"/>
                    <a:pt x="13427" y="6542"/>
                    <a:pt x="13793" y="9101"/>
                  </a:cubicBezTo>
                  <a:lnTo>
                    <a:pt x="15048" y="17886"/>
                  </a:lnTo>
                  <a:cubicBezTo>
                    <a:pt x="15072" y="18065"/>
                    <a:pt x="15227" y="18199"/>
                    <a:pt x="15407" y="18199"/>
                  </a:cubicBezTo>
                  <a:cubicBezTo>
                    <a:pt x="16010" y="18199"/>
                    <a:pt x="16500" y="18689"/>
                    <a:pt x="16500" y="19290"/>
                  </a:cubicBezTo>
                  <a:cubicBezTo>
                    <a:pt x="16500" y="19894"/>
                    <a:pt x="16011" y="20383"/>
                    <a:pt x="15410" y="20383"/>
                  </a:cubicBezTo>
                  <a:lnTo>
                    <a:pt x="1821" y="20383"/>
                  </a:lnTo>
                  <a:cubicBezTo>
                    <a:pt x="1220" y="20383"/>
                    <a:pt x="730" y="19893"/>
                    <a:pt x="730" y="19290"/>
                  </a:cubicBezTo>
                  <a:cubicBezTo>
                    <a:pt x="730" y="18689"/>
                    <a:pt x="1220" y="18199"/>
                    <a:pt x="1821" y="18199"/>
                  </a:cubicBezTo>
                  <a:lnTo>
                    <a:pt x="11041" y="18199"/>
                  </a:lnTo>
                  <a:cubicBezTo>
                    <a:pt x="11242" y="18199"/>
                    <a:pt x="11405" y="18036"/>
                    <a:pt x="11405" y="17834"/>
                  </a:cubicBezTo>
                  <a:cubicBezTo>
                    <a:pt x="11405" y="17633"/>
                    <a:pt x="11242" y="17470"/>
                    <a:pt x="11041" y="17470"/>
                  </a:cubicBezTo>
                  <a:lnTo>
                    <a:pt x="2240" y="17470"/>
                  </a:lnTo>
                  <a:lnTo>
                    <a:pt x="3437" y="9101"/>
                  </a:lnTo>
                  <a:cubicBezTo>
                    <a:pt x="3802" y="6542"/>
                    <a:pt x="6028" y="4610"/>
                    <a:pt x="8614" y="4610"/>
                  </a:cubicBezTo>
                  <a:close/>
                  <a:moveTo>
                    <a:pt x="9630" y="21112"/>
                  </a:moveTo>
                  <a:lnTo>
                    <a:pt x="9637" y="21252"/>
                  </a:lnTo>
                  <a:cubicBezTo>
                    <a:pt x="9652" y="21534"/>
                    <a:pt x="9551" y="21803"/>
                    <a:pt x="9356" y="22008"/>
                  </a:cubicBezTo>
                  <a:cubicBezTo>
                    <a:pt x="9160" y="22211"/>
                    <a:pt x="8897" y="22325"/>
                    <a:pt x="8614" y="22325"/>
                  </a:cubicBezTo>
                  <a:cubicBezTo>
                    <a:pt x="8331" y="22325"/>
                    <a:pt x="8070" y="22214"/>
                    <a:pt x="7874" y="22008"/>
                  </a:cubicBezTo>
                  <a:cubicBezTo>
                    <a:pt x="7679" y="21802"/>
                    <a:pt x="7578" y="21534"/>
                    <a:pt x="7591" y="21252"/>
                  </a:cubicBezTo>
                  <a:lnTo>
                    <a:pt x="7598" y="21112"/>
                  </a:lnTo>
                  <a:close/>
                  <a:moveTo>
                    <a:pt x="8614" y="0"/>
                  </a:moveTo>
                  <a:cubicBezTo>
                    <a:pt x="7076" y="0"/>
                    <a:pt x="5824" y="1254"/>
                    <a:pt x="5824" y="2791"/>
                  </a:cubicBezTo>
                  <a:lnTo>
                    <a:pt x="5824" y="4578"/>
                  </a:lnTo>
                  <a:cubicBezTo>
                    <a:pt x="5428" y="4787"/>
                    <a:pt x="5053" y="5042"/>
                    <a:pt x="4710" y="5341"/>
                  </a:cubicBezTo>
                  <a:cubicBezTo>
                    <a:pt x="3626" y="6280"/>
                    <a:pt x="2918" y="7581"/>
                    <a:pt x="2715" y="9000"/>
                  </a:cubicBezTo>
                  <a:lnTo>
                    <a:pt x="1500" y="17500"/>
                  </a:lnTo>
                  <a:cubicBezTo>
                    <a:pt x="649" y="17652"/>
                    <a:pt x="1" y="18398"/>
                    <a:pt x="1" y="19292"/>
                  </a:cubicBezTo>
                  <a:cubicBezTo>
                    <a:pt x="1" y="20297"/>
                    <a:pt x="818" y="21111"/>
                    <a:pt x="1820" y="21111"/>
                  </a:cubicBezTo>
                  <a:lnTo>
                    <a:pt x="6869" y="21111"/>
                  </a:lnTo>
                  <a:lnTo>
                    <a:pt x="6863" y="21216"/>
                  </a:lnTo>
                  <a:cubicBezTo>
                    <a:pt x="6841" y="21699"/>
                    <a:pt x="7011" y="22158"/>
                    <a:pt x="7345" y="22509"/>
                  </a:cubicBezTo>
                  <a:cubicBezTo>
                    <a:pt x="7679" y="22859"/>
                    <a:pt x="8128" y="23054"/>
                    <a:pt x="8613" y="23054"/>
                  </a:cubicBezTo>
                  <a:cubicBezTo>
                    <a:pt x="9097" y="23054"/>
                    <a:pt x="9548" y="22859"/>
                    <a:pt x="9882" y="22509"/>
                  </a:cubicBezTo>
                  <a:cubicBezTo>
                    <a:pt x="10216" y="22160"/>
                    <a:pt x="10386" y="21699"/>
                    <a:pt x="10362" y="21216"/>
                  </a:cubicBezTo>
                  <a:lnTo>
                    <a:pt x="10358" y="21111"/>
                  </a:lnTo>
                  <a:lnTo>
                    <a:pt x="15406" y="21111"/>
                  </a:lnTo>
                  <a:cubicBezTo>
                    <a:pt x="16409" y="21111"/>
                    <a:pt x="17225" y="20294"/>
                    <a:pt x="17225" y="19292"/>
                  </a:cubicBezTo>
                  <a:cubicBezTo>
                    <a:pt x="17229" y="18398"/>
                    <a:pt x="16579" y="17652"/>
                    <a:pt x="15730" y="17500"/>
                  </a:cubicBezTo>
                  <a:lnTo>
                    <a:pt x="14515" y="9000"/>
                  </a:lnTo>
                  <a:cubicBezTo>
                    <a:pt x="14311" y="7581"/>
                    <a:pt x="13602" y="6280"/>
                    <a:pt x="12519" y="5341"/>
                  </a:cubicBezTo>
                  <a:cubicBezTo>
                    <a:pt x="12177" y="5042"/>
                    <a:pt x="11802" y="4787"/>
                    <a:pt x="11405" y="4578"/>
                  </a:cubicBezTo>
                  <a:lnTo>
                    <a:pt x="11405" y="2791"/>
                  </a:lnTo>
                  <a:cubicBezTo>
                    <a:pt x="11405" y="1254"/>
                    <a:pt x="10153" y="0"/>
                    <a:pt x="861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2" name="Google Shape;4762;p62"/>
          <p:cNvGrpSpPr/>
          <p:nvPr/>
        </p:nvGrpSpPr>
        <p:grpSpPr>
          <a:xfrm>
            <a:off x="6138363" y="1570661"/>
            <a:ext cx="331473" cy="331488"/>
            <a:chOff x="6138363" y="1570661"/>
            <a:chExt cx="331473" cy="331488"/>
          </a:xfrm>
        </p:grpSpPr>
        <p:sp>
          <p:nvSpPr>
            <p:cNvPr id="4763" name="Google Shape;4763;p62"/>
            <p:cNvSpPr/>
            <p:nvPr/>
          </p:nvSpPr>
          <p:spPr>
            <a:xfrm>
              <a:off x="6143611" y="1575895"/>
              <a:ext cx="321005" cy="321005"/>
            </a:xfrm>
            <a:custGeom>
              <a:rect b="b" l="l" r="r" t="t"/>
              <a:pathLst>
                <a:path extrusionOk="0" h="22323" w="22323">
                  <a:moveTo>
                    <a:pt x="11161" y="1"/>
                  </a:moveTo>
                  <a:cubicBezTo>
                    <a:pt x="4997" y="1"/>
                    <a:pt x="1" y="4997"/>
                    <a:pt x="1" y="11161"/>
                  </a:cubicBezTo>
                  <a:cubicBezTo>
                    <a:pt x="1" y="17325"/>
                    <a:pt x="4997" y="22322"/>
                    <a:pt x="11161" y="22322"/>
                  </a:cubicBezTo>
                  <a:cubicBezTo>
                    <a:pt x="17325" y="22322"/>
                    <a:pt x="22322" y="17325"/>
                    <a:pt x="22322" y="11161"/>
                  </a:cubicBezTo>
                  <a:cubicBezTo>
                    <a:pt x="22322" y="4997"/>
                    <a:pt x="17325" y="1"/>
                    <a:pt x="11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2"/>
            <p:cNvSpPr/>
            <p:nvPr/>
          </p:nvSpPr>
          <p:spPr>
            <a:xfrm>
              <a:off x="6164503" y="1596802"/>
              <a:ext cx="279159" cy="279159"/>
            </a:xfrm>
            <a:custGeom>
              <a:rect b="b" l="l" r="r" t="t"/>
              <a:pathLst>
                <a:path extrusionOk="0" h="19413" w="19413">
                  <a:moveTo>
                    <a:pt x="9706" y="0"/>
                  </a:moveTo>
                  <a:cubicBezTo>
                    <a:pt x="4346" y="0"/>
                    <a:pt x="0" y="4348"/>
                    <a:pt x="0" y="9707"/>
                  </a:cubicBezTo>
                  <a:cubicBezTo>
                    <a:pt x="0" y="15068"/>
                    <a:pt x="4346" y="19413"/>
                    <a:pt x="9706" y="19413"/>
                  </a:cubicBezTo>
                  <a:cubicBezTo>
                    <a:pt x="15068" y="19413"/>
                    <a:pt x="19412" y="15067"/>
                    <a:pt x="19412" y="9707"/>
                  </a:cubicBezTo>
                  <a:cubicBezTo>
                    <a:pt x="19412" y="4348"/>
                    <a:pt x="15068" y="0"/>
                    <a:pt x="9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2"/>
            <p:cNvSpPr/>
            <p:nvPr/>
          </p:nvSpPr>
          <p:spPr>
            <a:xfrm>
              <a:off x="6173879" y="1617752"/>
              <a:ext cx="260465" cy="237284"/>
            </a:xfrm>
            <a:custGeom>
              <a:rect b="b" l="l" r="r" t="t"/>
              <a:pathLst>
                <a:path extrusionOk="0" h="16501" w="18113">
                  <a:moveTo>
                    <a:pt x="9056" y="0"/>
                  </a:moveTo>
                  <a:cubicBezTo>
                    <a:pt x="6945" y="0"/>
                    <a:pt x="4834" y="806"/>
                    <a:pt x="3222" y="2417"/>
                  </a:cubicBezTo>
                  <a:cubicBezTo>
                    <a:pt x="0" y="5639"/>
                    <a:pt x="0" y="10862"/>
                    <a:pt x="3222" y="14085"/>
                  </a:cubicBezTo>
                  <a:cubicBezTo>
                    <a:pt x="4834" y="15696"/>
                    <a:pt x="6945" y="16501"/>
                    <a:pt x="9056" y="16501"/>
                  </a:cubicBezTo>
                  <a:cubicBezTo>
                    <a:pt x="11167" y="16501"/>
                    <a:pt x="13278" y="15696"/>
                    <a:pt x="14889" y="14085"/>
                  </a:cubicBezTo>
                  <a:cubicBezTo>
                    <a:pt x="18111" y="10862"/>
                    <a:pt x="18112" y="5639"/>
                    <a:pt x="14889" y="2417"/>
                  </a:cubicBezTo>
                  <a:cubicBezTo>
                    <a:pt x="13278" y="806"/>
                    <a:pt x="11167" y="0"/>
                    <a:pt x="90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2"/>
            <p:cNvSpPr/>
            <p:nvPr/>
          </p:nvSpPr>
          <p:spPr>
            <a:xfrm>
              <a:off x="6189753" y="1622051"/>
              <a:ext cx="228685" cy="228700"/>
            </a:xfrm>
            <a:custGeom>
              <a:rect b="b" l="l" r="r" t="t"/>
              <a:pathLst>
                <a:path extrusionOk="0" h="15904" w="15903">
                  <a:moveTo>
                    <a:pt x="10154" y="1"/>
                  </a:moveTo>
                  <a:lnTo>
                    <a:pt x="1" y="10155"/>
                  </a:lnTo>
                  <a:cubicBezTo>
                    <a:pt x="185" y="10824"/>
                    <a:pt x="455" y="11474"/>
                    <a:pt x="813" y="12087"/>
                  </a:cubicBezTo>
                  <a:lnTo>
                    <a:pt x="12090" y="811"/>
                  </a:lnTo>
                  <a:cubicBezTo>
                    <a:pt x="11475" y="456"/>
                    <a:pt x="10825" y="186"/>
                    <a:pt x="10154" y="1"/>
                  </a:cubicBezTo>
                  <a:close/>
                  <a:moveTo>
                    <a:pt x="13107" y="1510"/>
                  </a:moveTo>
                  <a:lnTo>
                    <a:pt x="1511" y="13106"/>
                  </a:lnTo>
                  <a:cubicBezTo>
                    <a:pt x="1699" y="13341"/>
                    <a:pt x="1902" y="13568"/>
                    <a:pt x="2118" y="13786"/>
                  </a:cubicBezTo>
                  <a:cubicBezTo>
                    <a:pt x="3162" y="14830"/>
                    <a:pt x="4419" y="15535"/>
                    <a:pt x="5747" y="15903"/>
                  </a:cubicBezTo>
                  <a:lnTo>
                    <a:pt x="15903" y="5749"/>
                  </a:lnTo>
                  <a:cubicBezTo>
                    <a:pt x="15536" y="4418"/>
                    <a:pt x="14830" y="3163"/>
                    <a:pt x="13785" y="2118"/>
                  </a:cubicBezTo>
                  <a:cubicBezTo>
                    <a:pt x="13569" y="1901"/>
                    <a:pt x="13342" y="1699"/>
                    <a:pt x="13107" y="15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2"/>
            <p:cNvSpPr/>
            <p:nvPr/>
          </p:nvSpPr>
          <p:spPr>
            <a:xfrm>
              <a:off x="6159284" y="1731130"/>
              <a:ext cx="150070" cy="150055"/>
            </a:xfrm>
            <a:custGeom>
              <a:rect b="b" l="l" r="r" t="t"/>
              <a:pathLst>
                <a:path extrusionOk="0" h="10435" w="10436">
                  <a:moveTo>
                    <a:pt x="364" y="1"/>
                  </a:moveTo>
                  <a:cubicBezTo>
                    <a:pt x="164" y="1"/>
                    <a:pt x="1" y="164"/>
                    <a:pt x="1" y="365"/>
                  </a:cubicBezTo>
                  <a:lnTo>
                    <a:pt x="1" y="460"/>
                  </a:lnTo>
                  <a:cubicBezTo>
                    <a:pt x="2" y="659"/>
                    <a:pt x="165" y="821"/>
                    <a:pt x="364" y="821"/>
                  </a:cubicBezTo>
                  <a:lnTo>
                    <a:pt x="369" y="819"/>
                  </a:lnTo>
                  <a:cubicBezTo>
                    <a:pt x="569" y="818"/>
                    <a:pt x="731" y="653"/>
                    <a:pt x="730" y="453"/>
                  </a:cubicBezTo>
                  <a:lnTo>
                    <a:pt x="730" y="365"/>
                  </a:lnTo>
                  <a:cubicBezTo>
                    <a:pt x="730" y="164"/>
                    <a:pt x="566" y="1"/>
                    <a:pt x="364" y="1"/>
                  </a:cubicBezTo>
                  <a:close/>
                  <a:moveTo>
                    <a:pt x="475" y="1458"/>
                  </a:moveTo>
                  <a:cubicBezTo>
                    <a:pt x="457" y="1458"/>
                    <a:pt x="438" y="1459"/>
                    <a:pt x="420" y="1462"/>
                  </a:cubicBezTo>
                  <a:cubicBezTo>
                    <a:pt x="221" y="1492"/>
                    <a:pt x="84" y="1676"/>
                    <a:pt x="114" y="1875"/>
                  </a:cubicBezTo>
                  <a:cubicBezTo>
                    <a:pt x="470" y="4234"/>
                    <a:pt x="1662" y="6400"/>
                    <a:pt x="3474" y="7972"/>
                  </a:cubicBezTo>
                  <a:cubicBezTo>
                    <a:pt x="5303" y="9561"/>
                    <a:pt x="7646" y="10435"/>
                    <a:pt x="10071" y="10435"/>
                  </a:cubicBezTo>
                  <a:cubicBezTo>
                    <a:pt x="10272" y="10435"/>
                    <a:pt x="10436" y="10271"/>
                    <a:pt x="10436" y="10069"/>
                  </a:cubicBezTo>
                  <a:cubicBezTo>
                    <a:pt x="10436" y="9869"/>
                    <a:pt x="10272" y="9707"/>
                    <a:pt x="10071" y="9707"/>
                  </a:cubicBezTo>
                  <a:cubicBezTo>
                    <a:pt x="5486" y="9707"/>
                    <a:pt x="1514" y="6294"/>
                    <a:pt x="833" y="1767"/>
                  </a:cubicBezTo>
                  <a:cubicBezTo>
                    <a:pt x="806" y="1587"/>
                    <a:pt x="652" y="1458"/>
                    <a:pt x="475" y="14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2"/>
            <p:cNvSpPr/>
            <p:nvPr/>
          </p:nvSpPr>
          <p:spPr>
            <a:xfrm>
              <a:off x="6283145" y="1716780"/>
              <a:ext cx="104701" cy="39200"/>
            </a:xfrm>
            <a:custGeom>
              <a:rect b="b" l="l" r="r" t="t"/>
              <a:pathLst>
                <a:path extrusionOk="0" h="2726" w="7281">
                  <a:moveTo>
                    <a:pt x="1361" y="1"/>
                  </a:moveTo>
                  <a:cubicBezTo>
                    <a:pt x="615" y="1"/>
                    <a:pt x="0" y="606"/>
                    <a:pt x="0" y="1363"/>
                  </a:cubicBezTo>
                  <a:cubicBezTo>
                    <a:pt x="0" y="2120"/>
                    <a:pt x="616" y="2726"/>
                    <a:pt x="1364" y="2726"/>
                  </a:cubicBezTo>
                  <a:cubicBezTo>
                    <a:pt x="1393" y="2726"/>
                    <a:pt x="1424" y="2725"/>
                    <a:pt x="1454" y="2723"/>
                  </a:cubicBezTo>
                  <a:lnTo>
                    <a:pt x="6313" y="2399"/>
                  </a:lnTo>
                  <a:cubicBezTo>
                    <a:pt x="6857" y="2362"/>
                    <a:pt x="7280" y="1908"/>
                    <a:pt x="7280" y="1363"/>
                  </a:cubicBezTo>
                  <a:cubicBezTo>
                    <a:pt x="7280" y="818"/>
                    <a:pt x="6857" y="365"/>
                    <a:pt x="6313" y="328"/>
                  </a:cubicBezTo>
                  <a:lnTo>
                    <a:pt x="1454" y="4"/>
                  </a:lnTo>
                  <a:cubicBezTo>
                    <a:pt x="1423" y="2"/>
                    <a:pt x="1392" y="1"/>
                    <a:pt x="13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2"/>
            <p:cNvSpPr/>
            <p:nvPr/>
          </p:nvSpPr>
          <p:spPr>
            <a:xfrm>
              <a:off x="6283590" y="1596816"/>
              <a:ext cx="41026" cy="160524"/>
            </a:xfrm>
            <a:custGeom>
              <a:rect b="b" l="l" r="r" t="t"/>
              <a:pathLst>
                <a:path extrusionOk="0" h="11163" w="2853">
                  <a:moveTo>
                    <a:pt x="1426" y="1"/>
                  </a:moveTo>
                  <a:cubicBezTo>
                    <a:pt x="884" y="1"/>
                    <a:pt x="437" y="429"/>
                    <a:pt x="414" y="970"/>
                  </a:cubicBezTo>
                  <a:lnTo>
                    <a:pt x="33" y="9708"/>
                  </a:lnTo>
                  <a:cubicBezTo>
                    <a:pt x="0" y="10503"/>
                    <a:pt x="633" y="11162"/>
                    <a:pt x="1426" y="11162"/>
                  </a:cubicBezTo>
                  <a:cubicBezTo>
                    <a:pt x="2220" y="11162"/>
                    <a:pt x="2852" y="10500"/>
                    <a:pt x="2818" y="9708"/>
                  </a:cubicBezTo>
                  <a:lnTo>
                    <a:pt x="2439" y="970"/>
                  </a:lnTo>
                  <a:cubicBezTo>
                    <a:pt x="2416" y="429"/>
                    <a:pt x="1969" y="1"/>
                    <a:pt x="1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2"/>
            <p:cNvSpPr/>
            <p:nvPr/>
          </p:nvSpPr>
          <p:spPr>
            <a:xfrm>
              <a:off x="6276171" y="1708454"/>
              <a:ext cx="55866" cy="55866"/>
            </a:xfrm>
            <a:custGeom>
              <a:rect b="b" l="l" r="r" t="t"/>
              <a:pathLst>
                <a:path extrusionOk="0" h="3885" w="3885">
                  <a:moveTo>
                    <a:pt x="1942" y="0"/>
                  </a:moveTo>
                  <a:cubicBezTo>
                    <a:pt x="869" y="0"/>
                    <a:pt x="0" y="872"/>
                    <a:pt x="0" y="1942"/>
                  </a:cubicBezTo>
                  <a:cubicBezTo>
                    <a:pt x="0" y="3016"/>
                    <a:pt x="869" y="3884"/>
                    <a:pt x="1942" y="3884"/>
                  </a:cubicBezTo>
                  <a:cubicBezTo>
                    <a:pt x="3015" y="3884"/>
                    <a:pt x="3884" y="3013"/>
                    <a:pt x="3884" y="1942"/>
                  </a:cubicBezTo>
                  <a:cubicBezTo>
                    <a:pt x="3884" y="872"/>
                    <a:pt x="3015" y="0"/>
                    <a:pt x="19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2"/>
            <p:cNvSpPr/>
            <p:nvPr/>
          </p:nvSpPr>
          <p:spPr>
            <a:xfrm>
              <a:off x="6290147" y="1722431"/>
              <a:ext cx="27912" cy="27912"/>
            </a:xfrm>
            <a:custGeom>
              <a:rect b="b" l="l" r="r" t="t"/>
              <a:pathLst>
                <a:path extrusionOk="0" h="1941" w="1941">
                  <a:moveTo>
                    <a:pt x="970" y="0"/>
                  </a:moveTo>
                  <a:cubicBezTo>
                    <a:pt x="435" y="0"/>
                    <a:pt x="0" y="434"/>
                    <a:pt x="0" y="970"/>
                  </a:cubicBezTo>
                  <a:cubicBezTo>
                    <a:pt x="0" y="1505"/>
                    <a:pt x="434" y="1940"/>
                    <a:pt x="970" y="1940"/>
                  </a:cubicBezTo>
                  <a:cubicBezTo>
                    <a:pt x="1505" y="1940"/>
                    <a:pt x="1940" y="1507"/>
                    <a:pt x="1940" y="970"/>
                  </a:cubicBezTo>
                  <a:cubicBezTo>
                    <a:pt x="1940" y="434"/>
                    <a:pt x="1507" y="0"/>
                    <a:pt x="9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2"/>
            <p:cNvSpPr/>
            <p:nvPr/>
          </p:nvSpPr>
          <p:spPr>
            <a:xfrm>
              <a:off x="6201156" y="1662068"/>
              <a:ext cx="177780" cy="177248"/>
            </a:xfrm>
            <a:custGeom>
              <a:rect b="b" l="l" r="r" t="t"/>
              <a:pathLst>
                <a:path extrusionOk="0" h="12326" w="12363">
                  <a:moveTo>
                    <a:pt x="2354" y="0"/>
                  </a:moveTo>
                  <a:cubicBezTo>
                    <a:pt x="2261" y="0"/>
                    <a:pt x="2168" y="36"/>
                    <a:pt x="2097" y="107"/>
                  </a:cubicBezTo>
                  <a:cubicBezTo>
                    <a:pt x="1955" y="249"/>
                    <a:pt x="1955" y="481"/>
                    <a:pt x="2097" y="623"/>
                  </a:cubicBezTo>
                  <a:lnTo>
                    <a:pt x="2782" y="1308"/>
                  </a:lnTo>
                  <a:cubicBezTo>
                    <a:pt x="2853" y="1379"/>
                    <a:pt x="2945" y="1414"/>
                    <a:pt x="3040" y="1414"/>
                  </a:cubicBezTo>
                  <a:cubicBezTo>
                    <a:pt x="3134" y="1414"/>
                    <a:pt x="3226" y="1379"/>
                    <a:pt x="3297" y="1308"/>
                  </a:cubicBezTo>
                  <a:cubicBezTo>
                    <a:pt x="3440" y="1166"/>
                    <a:pt x="3440" y="936"/>
                    <a:pt x="3297" y="793"/>
                  </a:cubicBezTo>
                  <a:lnTo>
                    <a:pt x="2611" y="107"/>
                  </a:lnTo>
                  <a:cubicBezTo>
                    <a:pt x="2540" y="36"/>
                    <a:pt x="2447" y="0"/>
                    <a:pt x="2354" y="0"/>
                  </a:cubicBezTo>
                  <a:close/>
                  <a:moveTo>
                    <a:pt x="11963" y="0"/>
                  </a:moveTo>
                  <a:cubicBezTo>
                    <a:pt x="11869" y="0"/>
                    <a:pt x="11776" y="36"/>
                    <a:pt x="11705" y="107"/>
                  </a:cubicBezTo>
                  <a:lnTo>
                    <a:pt x="11020" y="793"/>
                  </a:lnTo>
                  <a:cubicBezTo>
                    <a:pt x="10878" y="936"/>
                    <a:pt x="10878" y="1166"/>
                    <a:pt x="11020" y="1308"/>
                  </a:cubicBezTo>
                  <a:cubicBezTo>
                    <a:pt x="11091" y="1379"/>
                    <a:pt x="11183" y="1414"/>
                    <a:pt x="11277" y="1414"/>
                  </a:cubicBezTo>
                  <a:cubicBezTo>
                    <a:pt x="11369" y="1414"/>
                    <a:pt x="11463" y="1379"/>
                    <a:pt x="11534" y="1308"/>
                  </a:cubicBezTo>
                  <a:lnTo>
                    <a:pt x="12221" y="623"/>
                  </a:lnTo>
                  <a:cubicBezTo>
                    <a:pt x="12363" y="481"/>
                    <a:pt x="12363" y="249"/>
                    <a:pt x="12221" y="107"/>
                  </a:cubicBezTo>
                  <a:cubicBezTo>
                    <a:pt x="12150" y="36"/>
                    <a:pt x="12056" y="0"/>
                    <a:pt x="11963" y="0"/>
                  </a:cubicBezTo>
                  <a:close/>
                  <a:moveTo>
                    <a:pt x="364" y="4804"/>
                  </a:moveTo>
                  <a:cubicBezTo>
                    <a:pt x="164" y="4804"/>
                    <a:pt x="1" y="4967"/>
                    <a:pt x="1" y="5168"/>
                  </a:cubicBezTo>
                  <a:cubicBezTo>
                    <a:pt x="1" y="5369"/>
                    <a:pt x="164" y="5533"/>
                    <a:pt x="364" y="5533"/>
                  </a:cubicBezTo>
                  <a:lnTo>
                    <a:pt x="1335" y="5533"/>
                  </a:lnTo>
                  <a:cubicBezTo>
                    <a:pt x="1535" y="5533"/>
                    <a:pt x="1699" y="5369"/>
                    <a:pt x="1699" y="5168"/>
                  </a:cubicBezTo>
                  <a:cubicBezTo>
                    <a:pt x="1699" y="4967"/>
                    <a:pt x="1537" y="4804"/>
                    <a:pt x="1335" y="4804"/>
                  </a:cubicBezTo>
                  <a:close/>
                  <a:moveTo>
                    <a:pt x="3042" y="8922"/>
                  </a:moveTo>
                  <a:cubicBezTo>
                    <a:pt x="2949" y="8922"/>
                    <a:pt x="2856" y="8958"/>
                    <a:pt x="2784" y="9029"/>
                  </a:cubicBezTo>
                  <a:lnTo>
                    <a:pt x="2098" y="9714"/>
                  </a:lnTo>
                  <a:cubicBezTo>
                    <a:pt x="1956" y="9856"/>
                    <a:pt x="1956" y="10088"/>
                    <a:pt x="2098" y="10230"/>
                  </a:cubicBezTo>
                  <a:cubicBezTo>
                    <a:pt x="2169" y="10301"/>
                    <a:pt x="2261" y="10336"/>
                    <a:pt x="2355" y="10336"/>
                  </a:cubicBezTo>
                  <a:cubicBezTo>
                    <a:pt x="2449" y="10336"/>
                    <a:pt x="2543" y="10301"/>
                    <a:pt x="2614" y="10230"/>
                  </a:cubicBezTo>
                  <a:lnTo>
                    <a:pt x="3299" y="9543"/>
                  </a:lnTo>
                  <a:cubicBezTo>
                    <a:pt x="3441" y="9401"/>
                    <a:pt x="3441" y="9171"/>
                    <a:pt x="3299" y="9029"/>
                  </a:cubicBezTo>
                  <a:cubicBezTo>
                    <a:pt x="3228" y="8958"/>
                    <a:pt x="3135" y="8922"/>
                    <a:pt x="3042" y="8922"/>
                  </a:cubicBezTo>
                  <a:close/>
                  <a:moveTo>
                    <a:pt x="11277" y="8922"/>
                  </a:moveTo>
                  <a:cubicBezTo>
                    <a:pt x="11184" y="8922"/>
                    <a:pt x="11091" y="8958"/>
                    <a:pt x="11020" y="9029"/>
                  </a:cubicBezTo>
                  <a:cubicBezTo>
                    <a:pt x="10878" y="9171"/>
                    <a:pt x="10878" y="9401"/>
                    <a:pt x="11020" y="9543"/>
                  </a:cubicBezTo>
                  <a:lnTo>
                    <a:pt x="11705" y="10230"/>
                  </a:lnTo>
                  <a:cubicBezTo>
                    <a:pt x="11776" y="10301"/>
                    <a:pt x="11868" y="10336"/>
                    <a:pt x="11962" y="10336"/>
                  </a:cubicBezTo>
                  <a:cubicBezTo>
                    <a:pt x="12057" y="10336"/>
                    <a:pt x="12150" y="10301"/>
                    <a:pt x="12221" y="10230"/>
                  </a:cubicBezTo>
                  <a:cubicBezTo>
                    <a:pt x="12363" y="10088"/>
                    <a:pt x="12363" y="9856"/>
                    <a:pt x="12221" y="9714"/>
                  </a:cubicBezTo>
                  <a:lnTo>
                    <a:pt x="11534" y="9029"/>
                  </a:lnTo>
                  <a:cubicBezTo>
                    <a:pt x="11463" y="8958"/>
                    <a:pt x="11370" y="8922"/>
                    <a:pt x="11277" y="8922"/>
                  </a:cubicBezTo>
                  <a:close/>
                  <a:moveTo>
                    <a:pt x="7159" y="10628"/>
                  </a:moveTo>
                  <a:cubicBezTo>
                    <a:pt x="6958" y="10628"/>
                    <a:pt x="6795" y="10791"/>
                    <a:pt x="6795" y="10991"/>
                  </a:cubicBezTo>
                  <a:lnTo>
                    <a:pt x="6795" y="11962"/>
                  </a:lnTo>
                  <a:cubicBezTo>
                    <a:pt x="6795" y="12162"/>
                    <a:pt x="6958" y="12326"/>
                    <a:pt x="7159" y="12326"/>
                  </a:cubicBezTo>
                  <a:cubicBezTo>
                    <a:pt x="7360" y="12326"/>
                    <a:pt x="7524" y="12162"/>
                    <a:pt x="7524" y="11962"/>
                  </a:cubicBezTo>
                  <a:lnTo>
                    <a:pt x="7524" y="10991"/>
                  </a:lnTo>
                  <a:cubicBezTo>
                    <a:pt x="7524" y="10791"/>
                    <a:pt x="7360" y="10628"/>
                    <a:pt x="7159" y="1062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2"/>
            <p:cNvSpPr/>
            <p:nvPr/>
          </p:nvSpPr>
          <p:spPr>
            <a:xfrm>
              <a:off x="6138363" y="1570661"/>
              <a:ext cx="331473" cy="331488"/>
            </a:xfrm>
            <a:custGeom>
              <a:rect b="b" l="l" r="r" t="t"/>
              <a:pathLst>
                <a:path extrusionOk="0" h="23052" w="23051">
                  <a:moveTo>
                    <a:pt x="11524" y="2184"/>
                  </a:moveTo>
                  <a:cubicBezTo>
                    <a:pt x="11872" y="2184"/>
                    <a:pt x="12158" y="2457"/>
                    <a:pt x="12172" y="2805"/>
                  </a:cubicBezTo>
                  <a:lnTo>
                    <a:pt x="12461" y="9419"/>
                  </a:lnTo>
                  <a:cubicBezTo>
                    <a:pt x="12175" y="9291"/>
                    <a:pt x="11857" y="9220"/>
                    <a:pt x="11524" y="9220"/>
                  </a:cubicBezTo>
                  <a:cubicBezTo>
                    <a:pt x="11190" y="9220"/>
                    <a:pt x="10875" y="9291"/>
                    <a:pt x="10588" y="9419"/>
                  </a:cubicBezTo>
                  <a:lnTo>
                    <a:pt x="10876" y="2805"/>
                  </a:lnTo>
                  <a:cubicBezTo>
                    <a:pt x="10892" y="2457"/>
                    <a:pt x="11176" y="2184"/>
                    <a:pt x="11524" y="2184"/>
                  </a:cubicBezTo>
                  <a:close/>
                  <a:moveTo>
                    <a:pt x="13669" y="10675"/>
                  </a:moveTo>
                  <a:lnTo>
                    <a:pt x="16356" y="10854"/>
                  </a:lnTo>
                  <a:cubicBezTo>
                    <a:pt x="16708" y="10877"/>
                    <a:pt x="16986" y="11172"/>
                    <a:pt x="16986" y="11526"/>
                  </a:cubicBezTo>
                  <a:cubicBezTo>
                    <a:pt x="16986" y="11878"/>
                    <a:pt x="16710" y="12174"/>
                    <a:pt x="16356" y="12197"/>
                  </a:cubicBezTo>
                  <a:lnTo>
                    <a:pt x="13669" y="12376"/>
                  </a:lnTo>
                  <a:cubicBezTo>
                    <a:pt x="13774" y="12113"/>
                    <a:pt x="13832" y="11826"/>
                    <a:pt x="13832" y="11526"/>
                  </a:cubicBezTo>
                  <a:cubicBezTo>
                    <a:pt x="13832" y="11225"/>
                    <a:pt x="13774" y="10938"/>
                    <a:pt x="13669" y="10675"/>
                  </a:cubicBezTo>
                  <a:close/>
                  <a:moveTo>
                    <a:pt x="11526" y="9949"/>
                  </a:moveTo>
                  <a:cubicBezTo>
                    <a:pt x="12397" y="9949"/>
                    <a:pt x="13103" y="10655"/>
                    <a:pt x="13103" y="11525"/>
                  </a:cubicBezTo>
                  <a:cubicBezTo>
                    <a:pt x="13103" y="12396"/>
                    <a:pt x="12397" y="13103"/>
                    <a:pt x="11526" y="13103"/>
                  </a:cubicBezTo>
                  <a:cubicBezTo>
                    <a:pt x="10656" y="13103"/>
                    <a:pt x="9948" y="12396"/>
                    <a:pt x="9948" y="11525"/>
                  </a:cubicBezTo>
                  <a:cubicBezTo>
                    <a:pt x="9948" y="10655"/>
                    <a:pt x="10656" y="9949"/>
                    <a:pt x="11526" y="9949"/>
                  </a:cubicBezTo>
                  <a:close/>
                  <a:moveTo>
                    <a:pt x="11526" y="1457"/>
                  </a:moveTo>
                  <a:cubicBezTo>
                    <a:pt x="10787" y="1457"/>
                    <a:pt x="10181" y="2036"/>
                    <a:pt x="10150" y="2775"/>
                  </a:cubicBezTo>
                  <a:lnTo>
                    <a:pt x="10139" y="3024"/>
                  </a:lnTo>
                  <a:cubicBezTo>
                    <a:pt x="8170" y="3343"/>
                    <a:pt x="6370" y="4341"/>
                    <a:pt x="5045" y="5852"/>
                  </a:cubicBezTo>
                  <a:cubicBezTo>
                    <a:pt x="3670" y="7422"/>
                    <a:pt x="2912" y="9437"/>
                    <a:pt x="2912" y="11527"/>
                  </a:cubicBezTo>
                  <a:cubicBezTo>
                    <a:pt x="2912" y="16277"/>
                    <a:pt x="6776" y="20141"/>
                    <a:pt x="11526" y="20141"/>
                  </a:cubicBezTo>
                  <a:cubicBezTo>
                    <a:pt x="16276" y="20141"/>
                    <a:pt x="20139" y="16277"/>
                    <a:pt x="20139" y="11527"/>
                  </a:cubicBezTo>
                  <a:cubicBezTo>
                    <a:pt x="20140" y="9646"/>
                    <a:pt x="19545" y="7860"/>
                    <a:pt x="18421" y="6360"/>
                  </a:cubicBezTo>
                  <a:cubicBezTo>
                    <a:pt x="17334" y="4911"/>
                    <a:pt x="15785" y="3819"/>
                    <a:pt x="14059" y="3291"/>
                  </a:cubicBezTo>
                  <a:cubicBezTo>
                    <a:pt x="14023" y="3280"/>
                    <a:pt x="13987" y="3274"/>
                    <a:pt x="13951" y="3274"/>
                  </a:cubicBezTo>
                  <a:cubicBezTo>
                    <a:pt x="13796" y="3274"/>
                    <a:pt x="13652" y="3374"/>
                    <a:pt x="13605" y="3531"/>
                  </a:cubicBezTo>
                  <a:cubicBezTo>
                    <a:pt x="13546" y="3724"/>
                    <a:pt x="13654" y="3927"/>
                    <a:pt x="13846" y="3986"/>
                  </a:cubicBezTo>
                  <a:cubicBezTo>
                    <a:pt x="17175" y="5009"/>
                    <a:pt x="19411" y="8039"/>
                    <a:pt x="19411" y="11525"/>
                  </a:cubicBezTo>
                  <a:cubicBezTo>
                    <a:pt x="19411" y="15875"/>
                    <a:pt x="15874" y="19410"/>
                    <a:pt x="11526" y="19410"/>
                  </a:cubicBezTo>
                  <a:cubicBezTo>
                    <a:pt x="7177" y="19410"/>
                    <a:pt x="3641" y="15873"/>
                    <a:pt x="3641" y="11525"/>
                  </a:cubicBezTo>
                  <a:cubicBezTo>
                    <a:pt x="3641" y="7722"/>
                    <a:pt x="6400" y="4440"/>
                    <a:pt x="10107" y="3768"/>
                  </a:cubicBezTo>
                  <a:lnTo>
                    <a:pt x="10107" y="3768"/>
                  </a:lnTo>
                  <a:lnTo>
                    <a:pt x="9837" y="9959"/>
                  </a:lnTo>
                  <a:cubicBezTo>
                    <a:pt x="9455" y="10371"/>
                    <a:pt x="9221" y="10921"/>
                    <a:pt x="9221" y="11525"/>
                  </a:cubicBezTo>
                  <a:cubicBezTo>
                    <a:pt x="9221" y="12795"/>
                    <a:pt x="10254" y="13831"/>
                    <a:pt x="11526" y="13831"/>
                  </a:cubicBezTo>
                  <a:cubicBezTo>
                    <a:pt x="12169" y="13831"/>
                    <a:pt x="12752" y="13567"/>
                    <a:pt x="13171" y="13140"/>
                  </a:cubicBezTo>
                  <a:lnTo>
                    <a:pt x="16406" y="12926"/>
                  </a:lnTo>
                  <a:cubicBezTo>
                    <a:pt x="17139" y="12878"/>
                    <a:pt x="17713" y="12262"/>
                    <a:pt x="17713" y="11527"/>
                  </a:cubicBezTo>
                  <a:cubicBezTo>
                    <a:pt x="17713" y="10791"/>
                    <a:pt x="17139" y="10177"/>
                    <a:pt x="16406" y="10129"/>
                  </a:cubicBezTo>
                  <a:lnTo>
                    <a:pt x="13274" y="9920"/>
                  </a:lnTo>
                  <a:cubicBezTo>
                    <a:pt x="13264" y="9919"/>
                    <a:pt x="13255" y="9918"/>
                    <a:pt x="13246" y="9918"/>
                  </a:cubicBezTo>
                  <a:cubicBezTo>
                    <a:pt x="13235" y="9918"/>
                    <a:pt x="13225" y="9919"/>
                    <a:pt x="13214" y="9922"/>
                  </a:cubicBezTo>
                  <a:lnTo>
                    <a:pt x="12903" y="2775"/>
                  </a:lnTo>
                  <a:cubicBezTo>
                    <a:pt x="12871" y="2036"/>
                    <a:pt x="12267" y="1457"/>
                    <a:pt x="11526" y="1457"/>
                  </a:cubicBezTo>
                  <a:close/>
                  <a:moveTo>
                    <a:pt x="11526" y="728"/>
                  </a:moveTo>
                  <a:cubicBezTo>
                    <a:pt x="17479" y="728"/>
                    <a:pt x="22323" y="5573"/>
                    <a:pt x="22323" y="11525"/>
                  </a:cubicBezTo>
                  <a:cubicBezTo>
                    <a:pt x="22323" y="17478"/>
                    <a:pt x="17479" y="22322"/>
                    <a:pt x="11526" y="22322"/>
                  </a:cubicBezTo>
                  <a:cubicBezTo>
                    <a:pt x="5571" y="22322"/>
                    <a:pt x="729" y="17478"/>
                    <a:pt x="729" y="11525"/>
                  </a:cubicBezTo>
                  <a:cubicBezTo>
                    <a:pt x="729" y="5573"/>
                    <a:pt x="5574" y="728"/>
                    <a:pt x="11526" y="728"/>
                  </a:cubicBezTo>
                  <a:close/>
                  <a:moveTo>
                    <a:pt x="11526" y="1"/>
                  </a:moveTo>
                  <a:cubicBezTo>
                    <a:pt x="8448" y="1"/>
                    <a:pt x="5554" y="1199"/>
                    <a:pt x="3376" y="3376"/>
                  </a:cubicBezTo>
                  <a:cubicBezTo>
                    <a:pt x="1200" y="5552"/>
                    <a:pt x="0" y="8447"/>
                    <a:pt x="0" y="11525"/>
                  </a:cubicBezTo>
                  <a:cubicBezTo>
                    <a:pt x="0" y="14604"/>
                    <a:pt x="1200" y="17498"/>
                    <a:pt x="3376" y="19676"/>
                  </a:cubicBezTo>
                  <a:cubicBezTo>
                    <a:pt x="5553" y="21852"/>
                    <a:pt x="8448" y="23051"/>
                    <a:pt x="11526" y="23051"/>
                  </a:cubicBezTo>
                  <a:cubicBezTo>
                    <a:pt x="14605" y="23051"/>
                    <a:pt x="17499" y="21852"/>
                    <a:pt x="19676" y="19676"/>
                  </a:cubicBezTo>
                  <a:cubicBezTo>
                    <a:pt x="21853" y="17499"/>
                    <a:pt x="23051" y="14604"/>
                    <a:pt x="23051" y="11525"/>
                  </a:cubicBezTo>
                  <a:cubicBezTo>
                    <a:pt x="23051" y="8447"/>
                    <a:pt x="21853" y="5553"/>
                    <a:pt x="19676" y="3376"/>
                  </a:cubicBezTo>
                  <a:cubicBezTo>
                    <a:pt x="17500" y="1199"/>
                    <a:pt x="14605" y="1"/>
                    <a:pt x="1152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4" name="Google Shape;4774;p62"/>
          <p:cNvGrpSpPr/>
          <p:nvPr/>
        </p:nvGrpSpPr>
        <p:grpSpPr>
          <a:xfrm>
            <a:off x="5821389" y="497819"/>
            <a:ext cx="1071181" cy="648644"/>
            <a:chOff x="5821389" y="345419"/>
            <a:chExt cx="1071181" cy="648644"/>
          </a:xfrm>
        </p:grpSpPr>
        <p:sp>
          <p:nvSpPr>
            <p:cNvPr id="4775" name="Google Shape;4775;p62"/>
            <p:cNvSpPr/>
            <p:nvPr/>
          </p:nvSpPr>
          <p:spPr>
            <a:xfrm rot="-6175966">
              <a:off x="5845825" y="530353"/>
              <a:ext cx="218568" cy="195043"/>
            </a:xfrm>
            <a:custGeom>
              <a:rect b="b" l="l" r="r" t="t"/>
              <a:pathLst>
                <a:path extrusionOk="0" h="7802" w="8743">
                  <a:moveTo>
                    <a:pt x="6174" y="0"/>
                  </a:moveTo>
                  <a:cubicBezTo>
                    <a:pt x="6073" y="0"/>
                    <a:pt x="5971" y="22"/>
                    <a:pt x="5874" y="68"/>
                  </a:cubicBezTo>
                  <a:lnTo>
                    <a:pt x="365" y="3812"/>
                  </a:lnTo>
                  <a:lnTo>
                    <a:pt x="0" y="4844"/>
                  </a:lnTo>
                  <a:lnTo>
                    <a:pt x="8378" y="7801"/>
                  </a:lnTo>
                  <a:lnTo>
                    <a:pt x="8742" y="6770"/>
                  </a:lnTo>
                  <a:lnTo>
                    <a:pt x="6805" y="397"/>
                  </a:lnTo>
                  <a:cubicBezTo>
                    <a:pt x="6685" y="147"/>
                    <a:pt x="6434" y="0"/>
                    <a:pt x="6174" y="0"/>
                  </a:cubicBezTo>
                  <a:close/>
                </a:path>
              </a:pathLst>
            </a:custGeom>
            <a:solidFill>
              <a:srgbClr val="F550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2"/>
            <p:cNvSpPr/>
            <p:nvPr/>
          </p:nvSpPr>
          <p:spPr>
            <a:xfrm rot="-6175966">
              <a:off x="5862405" y="543495"/>
              <a:ext cx="218543" cy="161019"/>
            </a:xfrm>
            <a:custGeom>
              <a:rect b="b" l="l" r="r" t="t"/>
              <a:pathLst>
                <a:path extrusionOk="0" h="6441" w="8742">
                  <a:moveTo>
                    <a:pt x="3970" y="1"/>
                  </a:moveTo>
                  <a:lnTo>
                    <a:pt x="363" y="2451"/>
                  </a:lnTo>
                  <a:lnTo>
                    <a:pt x="0" y="3483"/>
                  </a:lnTo>
                  <a:lnTo>
                    <a:pt x="8378" y="6440"/>
                  </a:lnTo>
                  <a:lnTo>
                    <a:pt x="8742" y="5409"/>
                  </a:lnTo>
                  <a:lnTo>
                    <a:pt x="7477" y="1252"/>
                  </a:lnTo>
                  <a:lnTo>
                    <a:pt x="4188" y="92"/>
                  </a:lnTo>
                  <a:cubicBezTo>
                    <a:pt x="4114" y="65"/>
                    <a:pt x="4041" y="32"/>
                    <a:pt x="3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2"/>
            <p:cNvSpPr/>
            <p:nvPr/>
          </p:nvSpPr>
          <p:spPr>
            <a:xfrm rot="-6175966">
              <a:off x="5840476" y="576770"/>
              <a:ext cx="87722" cy="65348"/>
            </a:xfrm>
            <a:custGeom>
              <a:rect b="b" l="l" r="r" t="t"/>
              <a:pathLst>
                <a:path extrusionOk="0" h="2614" w="3509">
                  <a:moveTo>
                    <a:pt x="2205" y="0"/>
                  </a:moveTo>
                  <a:cubicBezTo>
                    <a:pt x="2104" y="0"/>
                    <a:pt x="2002" y="22"/>
                    <a:pt x="1905" y="68"/>
                  </a:cubicBezTo>
                  <a:lnTo>
                    <a:pt x="1" y="1362"/>
                  </a:lnTo>
                  <a:cubicBezTo>
                    <a:pt x="75" y="1393"/>
                    <a:pt x="146" y="1426"/>
                    <a:pt x="221" y="1453"/>
                  </a:cubicBezTo>
                  <a:lnTo>
                    <a:pt x="3509" y="2613"/>
                  </a:lnTo>
                  <a:lnTo>
                    <a:pt x="2836" y="397"/>
                  </a:lnTo>
                  <a:cubicBezTo>
                    <a:pt x="2716" y="147"/>
                    <a:pt x="2465" y="0"/>
                    <a:pt x="2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2"/>
            <p:cNvSpPr/>
            <p:nvPr/>
          </p:nvSpPr>
          <p:spPr>
            <a:xfrm rot="-6175966">
              <a:off x="6629644" y="591854"/>
              <a:ext cx="251716" cy="223467"/>
            </a:xfrm>
            <a:custGeom>
              <a:rect b="b" l="l" r="r" t="t"/>
              <a:pathLst>
                <a:path extrusionOk="0" h="8939" w="10069">
                  <a:moveTo>
                    <a:pt x="5034" y="1"/>
                  </a:moveTo>
                  <a:cubicBezTo>
                    <a:pt x="3193" y="1"/>
                    <a:pt x="1470" y="1148"/>
                    <a:pt x="823" y="2983"/>
                  </a:cubicBezTo>
                  <a:cubicBezTo>
                    <a:pt x="1" y="5309"/>
                    <a:pt x="1220" y="7861"/>
                    <a:pt x="3547" y="8683"/>
                  </a:cubicBezTo>
                  <a:cubicBezTo>
                    <a:pt x="4039" y="8856"/>
                    <a:pt x="4541" y="8939"/>
                    <a:pt x="5035" y="8939"/>
                  </a:cubicBezTo>
                  <a:cubicBezTo>
                    <a:pt x="6876" y="8939"/>
                    <a:pt x="8599" y="7792"/>
                    <a:pt x="9247" y="5956"/>
                  </a:cubicBezTo>
                  <a:cubicBezTo>
                    <a:pt x="10068" y="3629"/>
                    <a:pt x="8848" y="1078"/>
                    <a:pt x="6521" y="257"/>
                  </a:cubicBezTo>
                  <a:cubicBezTo>
                    <a:pt x="6029" y="83"/>
                    <a:pt x="5527" y="1"/>
                    <a:pt x="5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2"/>
            <p:cNvSpPr/>
            <p:nvPr/>
          </p:nvSpPr>
          <p:spPr>
            <a:xfrm rot="-6175966">
              <a:off x="6770109" y="708690"/>
              <a:ext cx="81822" cy="71298"/>
            </a:xfrm>
            <a:custGeom>
              <a:rect b="b" l="l" r="r" t="t"/>
              <a:pathLst>
                <a:path extrusionOk="0" h="2852" w="3273">
                  <a:moveTo>
                    <a:pt x="777" y="0"/>
                  </a:moveTo>
                  <a:cubicBezTo>
                    <a:pt x="703" y="0"/>
                    <a:pt x="621" y="39"/>
                    <a:pt x="522" y="129"/>
                  </a:cubicBezTo>
                  <a:cubicBezTo>
                    <a:pt x="1" y="605"/>
                    <a:pt x="78" y="1536"/>
                    <a:pt x="694" y="2214"/>
                  </a:cubicBezTo>
                  <a:cubicBezTo>
                    <a:pt x="1071" y="2629"/>
                    <a:pt x="1564" y="2851"/>
                    <a:pt x="2009" y="2851"/>
                  </a:cubicBezTo>
                  <a:cubicBezTo>
                    <a:pt x="2289" y="2851"/>
                    <a:pt x="2550" y="2763"/>
                    <a:pt x="2751" y="2581"/>
                  </a:cubicBezTo>
                  <a:cubicBezTo>
                    <a:pt x="3273" y="2105"/>
                    <a:pt x="2351" y="1942"/>
                    <a:pt x="1735" y="1266"/>
                  </a:cubicBezTo>
                  <a:cubicBezTo>
                    <a:pt x="1236" y="717"/>
                    <a:pt x="1091" y="0"/>
                    <a:pt x="777"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2"/>
            <p:cNvSpPr/>
            <p:nvPr/>
          </p:nvSpPr>
          <p:spPr>
            <a:xfrm rot="-6175966">
              <a:off x="6819402" y="683354"/>
              <a:ext cx="14999" cy="13325"/>
            </a:xfrm>
            <a:custGeom>
              <a:rect b="b" l="l" r="r" t="t"/>
              <a:pathLst>
                <a:path extrusionOk="0" h="533" w="600">
                  <a:moveTo>
                    <a:pt x="298" y="1"/>
                  </a:moveTo>
                  <a:cubicBezTo>
                    <a:pt x="188" y="1"/>
                    <a:pt x="86" y="68"/>
                    <a:pt x="49" y="177"/>
                  </a:cubicBezTo>
                  <a:cubicBezTo>
                    <a:pt x="1" y="316"/>
                    <a:pt x="73" y="469"/>
                    <a:pt x="211" y="517"/>
                  </a:cubicBezTo>
                  <a:cubicBezTo>
                    <a:pt x="240" y="528"/>
                    <a:pt x="271" y="533"/>
                    <a:pt x="300" y="533"/>
                  </a:cubicBezTo>
                  <a:cubicBezTo>
                    <a:pt x="410" y="533"/>
                    <a:pt x="512" y="465"/>
                    <a:pt x="551" y="354"/>
                  </a:cubicBezTo>
                  <a:cubicBezTo>
                    <a:pt x="599" y="216"/>
                    <a:pt x="528" y="63"/>
                    <a:pt x="388" y="16"/>
                  </a:cubicBezTo>
                  <a:cubicBezTo>
                    <a:pt x="358" y="5"/>
                    <a:pt x="328" y="1"/>
                    <a:pt x="298"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2"/>
            <p:cNvSpPr/>
            <p:nvPr/>
          </p:nvSpPr>
          <p:spPr>
            <a:xfrm rot="-6175966">
              <a:off x="6147154" y="270597"/>
              <a:ext cx="468384" cy="780923"/>
            </a:xfrm>
            <a:custGeom>
              <a:rect b="b" l="l" r="r" t="t"/>
              <a:pathLst>
                <a:path extrusionOk="0" h="31238" w="18736">
                  <a:moveTo>
                    <a:pt x="9931" y="0"/>
                  </a:moveTo>
                  <a:lnTo>
                    <a:pt x="0" y="28129"/>
                  </a:lnTo>
                  <a:lnTo>
                    <a:pt x="8805" y="31237"/>
                  </a:lnTo>
                  <a:lnTo>
                    <a:pt x="18735" y="3108"/>
                  </a:lnTo>
                  <a:lnTo>
                    <a:pt x="993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2"/>
            <p:cNvSpPr/>
            <p:nvPr/>
          </p:nvSpPr>
          <p:spPr>
            <a:xfrm rot="-6175966">
              <a:off x="6226949" y="298743"/>
              <a:ext cx="308789" cy="724625"/>
            </a:xfrm>
            <a:custGeom>
              <a:rect b="b" l="l" r="r" t="t"/>
              <a:pathLst>
                <a:path extrusionOk="0" h="28986" w="12352">
                  <a:moveTo>
                    <a:pt x="9931" y="0"/>
                  </a:moveTo>
                  <a:lnTo>
                    <a:pt x="0" y="28131"/>
                  </a:lnTo>
                  <a:lnTo>
                    <a:pt x="2421" y="28985"/>
                  </a:lnTo>
                  <a:lnTo>
                    <a:pt x="12351" y="855"/>
                  </a:lnTo>
                  <a:lnTo>
                    <a:pt x="993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2"/>
            <p:cNvSpPr/>
            <p:nvPr/>
          </p:nvSpPr>
          <p:spPr>
            <a:xfrm rot="-6175966">
              <a:off x="5841724" y="552289"/>
              <a:ext cx="226867" cy="168794"/>
            </a:xfrm>
            <a:custGeom>
              <a:rect b="b" l="l" r="r" t="t"/>
              <a:pathLst>
                <a:path extrusionOk="0" h="6752" w="9075">
                  <a:moveTo>
                    <a:pt x="4158" y="333"/>
                  </a:moveTo>
                  <a:cubicBezTo>
                    <a:pt x="4208" y="355"/>
                    <a:pt x="4258" y="376"/>
                    <a:pt x="4311" y="393"/>
                  </a:cubicBezTo>
                  <a:lnTo>
                    <a:pt x="7526" y="1528"/>
                  </a:lnTo>
                  <a:lnTo>
                    <a:pt x="8752" y="5560"/>
                  </a:lnTo>
                  <a:lnTo>
                    <a:pt x="8458" y="6399"/>
                  </a:lnTo>
                  <a:lnTo>
                    <a:pt x="372" y="3544"/>
                  </a:lnTo>
                  <a:lnTo>
                    <a:pt x="668" y="2707"/>
                  </a:lnTo>
                  <a:lnTo>
                    <a:pt x="4158" y="333"/>
                  </a:lnTo>
                  <a:close/>
                  <a:moveTo>
                    <a:pt x="4145" y="0"/>
                  </a:moveTo>
                  <a:cubicBezTo>
                    <a:pt x="4115" y="0"/>
                    <a:pt x="4084" y="9"/>
                    <a:pt x="4058" y="28"/>
                  </a:cubicBezTo>
                  <a:lnTo>
                    <a:pt x="453" y="2478"/>
                  </a:lnTo>
                  <a:cubicBezTo>
                    <a:pt x="426" y="2497"/>
                    <a:pt x="405" y="2524"/>
                    <a:pt x="393" y="2554"/>
                  </a:cubicBezTo>
                  <a:lnTo>
                    <a:pt x="29" y="3587"/>
                  </a:lnTo>
                  <a:cubicBezTo>
                    <a:pt x="0" y="3667"/>
                    <a:pt x="43" y="3757"/>
                    <a:pt x="125" y="3786"/>
                  </a:cubicBezTo>
                  <a:lnTo>
                    <a:pt x="8500" y="6743"/>
                  </a:lnTo>
                  <a:cubicBezTo>
                    <a:pt x="8519" y="6749"/>
                    <a:pt x="8535" y="6752"/>
                    <a:pt x="8552" y="6752"/>
                  </a:cubicBezTo>
                  <a:cubicBezTo>
                    <a:pt x="8573" y="6752"/>
                    <a:pt x="8598" y="6746"/>
                    <a:pt x="8622" y="6733"/>
                  </a:cubicBezTo>
                  <a:cubicBezTo>
                    <a:pt x="8658" y="6716"/>
                    <a:pt x="8686" y="6686"/>
                    <a:pt x="8700" y="6646"/>
                  </a:cubicBezTo>
                  <a:lnTo>
                    <a:pt x="9065" y="5614"/>
                  </a:lnTo>
                  <a:cubicBezTo>
                    <a:pt x="9075" y="5583"/>
                    <a:pt x="9075" y="5550"/>
                    <a:pt x="9066" y="5517"/>
                  </a:cubicBezTo>
                  <a:lnTo>
                    <a:pt x="7802" y="1361"/>
                  </a:lnTo>
                  <a:cubicBezTo>
                    <a:pt x="7787" y="1314"/>
                    <a:pt x="7752" y="1275"/>
                    <a:pt x="7706" y="1259"/>
                  </a:cubicBezTo>
                  <a:lnTo>
                    <a:pt x="4417" y="99"/>
                  </a:lnTo>
                  <a:cubicBezTo>
                    <a:pt x="4344" y="73"/>
                    <a:pt x="4277" y="43"/>
                    <a:pt x="4208" y="13"/>
                  </a:cubicBezTo>
                  <a:cubicBezTo>
                    <a:pt x="4188" y="5"/>
                    <a:pt x="4167" y="0"/>
                    <a:pt x="414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2"/>
            <p:cNvSpPr/>
            <p:nvPr/>
          </p:nvSpPr>
          <p:spPr>
            <a:xfrm rot="-6175966">
              <a:off x="5819794" y="585184"/>
              <a:ext cx="95897" cy="73097"/>
            </a:xfrm>
            <a:custGeom>
              <a:rect b="b" l="l" r="r" t="t"/>
              <a:pathLst>
                <a:path extrusionOk="0" h="2924" w="3836">
                  <a:moveTo>
                    <a:pt x="2363" y="310"/>
                  </a:moveTo>
                  <a:cubicBezTo>
                    <a:pt x="2424" y="310"/>
                    <a:pt x="2486" y="320"/>
                    <a:pt x="2545" y="340"/>
                  </a:cubicBezTo>
                  <a:cubicBezTo>
                    <a:pt x="2681" y="389"/>
                    <a:pt x="2792" y="488"/>
                    <a:pt x="2845" y="596"/>
                  </a:cubicBezTo>
                  <a:lnTo>
                    <a:pt x="3430" y="2518"/>
                  </a:lnTo>
                  <a:lnTo>
                    <a:pt x="3430" y="2518"/>
                  </a:lnTo>
                  <a:lnTo>
                    <a:pt x="488" y="1481"/>
                  </a:lnTo>
                  <a:lnTo>
                    <a:pt x="2131" y="362"/>
                  </a:lnTo>
                  <a:cubicBezTo>
                    <a:pt x="2205" y="327"/>
                    <a:pt x="2284" y="310"/>
                    <a:pt x="2363" y="310"/>
                  </a:cubicBezTo>
                  <a:close/>
                  <a:moveTo>
                    <a:pt x="2373" y="1"/>
                  </a:moveTo>
                  <a:cubicBezTo>
                    <a:pt x="2242" y="1"/>
                    <a:pt x="2108" y="31"/>
                    <a:pt x="1978" y="95"/>
                  </a:cubicBezTo>
                  <a:lnTo>
                    <a:pt x="73" y="1388"/>
                  </a:lnTo>
                  <a:cubicBezTo>
                    <a:pt x="28" y="1419"/>
                    <a:pt x="0" y="1475"/>
                    <a:pt x="6" y="1531"/>
                  </a:cubicBezTo>
                  <a:cubicBezTo>
                    <a:pt x="12" y="1588"/>
                    <a:pt x="45" y="1635"/>
                    <a:pt x="98" y="1659"/>
                  </a:cubicBezTo>
                  <a:cubicBezTo>
                    <a:pt x="172" y="1693"/>
                    <a:pt x="249" y="1725"/>
                    <a:pt x="328" y="1753"/>
                  </a:cubicBezTo>
                  <a:lnTo>
                    <a:pt x="3615" y="2915"/>
                  </a:lnTo>
                  <a:cubicBezTo>
                    <a:pt x="3634" y="2919"/>
                    <a:pt x="3650" y="2924"/>
                    <a:pt x="3667" y="2924"/>
                  </a:cubicBezTo>
                  <a:cubicBezTo>
                    <a:pt x="3707" y="2924"/>
                    <a:pt x="3744" y="2908"/>
                    <a:pt x="3777" y="2879"/>
                  </a:cubicBezTo>
                  <a:cubicBezTo>
                    <a:pt x="3820" y="2839"/>
                    <a:pt x="3835" y="2777"/>
                    <a:pt x="3817" y="2722"/>
                  </a:cubicBezTo>
                  <a:lnTo>
                    <a:pt x="3135" y="483"/>
                  </a:lnTo>
                  <a:cubicBezTo>
                    <a:pt x="3037" y="278"/>
                    <a:pt x="2865" y="125"/>
                    <a:pt x="2649" y="47"/>
                  </a:cubicBezTo>
                  <a:cubicBezTo>
                    <a:pt x="2560" y="16"/>
                    <a:pt x="2467" y="1"/>
                    <a:pt x="2373"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2"/>
            <p:cNvSpPr/>
            <p:nvPr/>
          </p:nvSpPr>
          <p:spPr>
            <a:xfrm rot="-6175966">
              <a:off x="6657676" y="639348"/>
              <a:ext cx="239867" cy="156695"/>
            </a:xfrm>
            <a:custGeom>
              <a:rect b="b" l="l" r="r" t="t"/>
              <a:pathLst>
                <a:path extrusionOk="0" h="6268" w="9595">
                  <a:moveTo>
                    <a:pt x="996" y="0"/>
                  </a:moveTo>
                  <a:cubicBezTo>
                    <a:pt x="932" y="0"/>
                    <a:pt x="872" y="40"/>
                    <a:pt x="849" y="103"/>
                  </a:cubicBezTo>
                  <a:cubicBezTo>
                    <a:pt x="0" y="2507"/>
                    <a:pt x="1265" y="5153"/>
                    <a:pt x="3670" y="6000"/>
                  </a:cubicBezTo>
                  <a:cubicBezTo>
                    <a:pt x="4173" y="6179"/>
                    <a:pt x="4694" y="6267"/>
                    <a:pt x="5213" y="6267"/>
                  </a:cubicBezTo>
                  <a:cubicBezTo>
                    <a:pt x="5893" y="6267"/>
                    <a:pt x="6570" y="6114"/>
                    <a:pt x="7202" y="5813"/>
                  </a:cubicBezTo>
                  <a:cubicBezTo>
                    <a:pt x="8316" y="5281"/>
                    <a:pt x="9156" y="4347"/>
                    <a:pt x="9566" y="3182"/>
                  </a:cubicBezTo>
                  <a:cubicBezTo>
                    <a:pt x="9595" y="3102"/>
                    <a:pt x="9552" y="3012"/>
                    <a:pt x="9472" y="2984"/>
                  </a:cubicBezTo>
                  <a:cubicBezTo>
                    <a:pt x="9455" y="2978"/>
                    <a:pt x="9438" y="2975"/>
                    <a:pt x="9421" y="2975"/>
                  </a:cubicBezTo>
                  <a:cubicBezTo>
                    <a:pt x="9357" y="2975"/>
                    <a:pt x="9296" y="3015"/>
                    <a:pt x="9274" y="3078"/>
                  </a:cubicBezTo>
                  <a:cubicBezTo>
                    <a:pt x="8889" y="4164"/>
                    <a:pt x="8108" y="5036"/>
                    <a:pt x="7067" y="5533"/>
                  </a:cubicBezTo>
                  <a:cubicBezTo>
                    <a:pt x="6479" y="5814"/>
                    <a:pt x="5847" y="5956"/>
                    <a:pt x="5212" y="5956"/>
                  </a:cubicBezTo>
                  <a:cubicBezTo>
                    <a:pt x="4728" y="5956"/>
                    <a:pt x="4242" y="5874"/>
                    <a:pt x="3773" y="5707"/>
                  </a:cubicBezTo>
                  <a:cubicBezTo>
                    <a:pt x="1529" y="4917"/>
                    <a:pt x="350" y="2448"/>
                    <a:pt x="1142" y="206"/>
                  </a:cubicBezTo>
                  <a:cubicBezTo>
                    <a:pt x="1171" y="126"/>
                    <a:pt x="1128" y="38"/>
                    <a:pt x="1048" y="9"/>
                  </a:cubicBezTo>
                  <a:cubicBezTo>
                    <a:pt x="1031" y="3"/>
                    <a:pt x="1013" y="0"/>
                    <a:pt x="99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2"/>
            <p:cNvSpPr/>
            <p:nvPr/>
          </p:nvSpPr>
          <p:spPr>
            <a:xfrm rot="-6175966">
              <a:off x="6126381" y="279194"/>
              <a:ext cx="476709" cy="788623"/>
            </a:xfrm>
            <a:custGeom>
              <a:rect b="b" l="l" r="r" t="t"/>
              <a:pathLst>
                <a:path extrusionOk="0" h="31546" w="19069">
                  <a:moveTo>
                    <a:pt x="10199" y="354"/>
                  </a:moveTo>
                  <a:lnTo>
                    <a:pt x="18711" y="3359"/>
                  </a:lnTo>
                  <a:lnTo>
                    <a:pt x="8883" y="31194"/>
                  </a:lnTo>
                  <a:lnTo>
                    <a:pt x="373" y="28191"/>
                  </a:lnTo>
                  <a:lnTo>
                    <a:pt x="10199" y="354"/>
                  </a:lnTo>
                  <a:close/>
                  <a:moveTo>
                    <a:pt x="10105" y="0"/>
                  </a:moveTo>
                  <a:cubicBezTo>
                    <a:pt x="10082" y="0"/>
                    <a:pt x="10059" y="5"/>
                    <a:pt x="10038" y="16"/>
                  </a:cubicBezTo>
                  <a:cubicBezTo>
                    <a:pt x="10002" y="33"/>
                    <a:pt x="9974" y="64"/>
                    <a:pt x="9959" y="103"/>
                  </a:cubicBezTo>
                  <a:lnTo>
                    <a:pt x="29" y="28231"/>
                  </a:lnTo>
                  <a:cubicBezTo>
                    <a:pt x="0" y="28312"/>
                    <a:pt x="43" y="28401"/>
                    <a:pt x="123" y="28429"/>
                  </a:cubicBezTo>
                  <a:lnTo>
                    <a:pt x="8926" y="31537"/>
                  </a:lnTo>
                  <a:cubicBezTo>
                    <a:pt x="8945" y="31543"/>
                    <a:pt x="8961" y="31546"/>
                    <a:pt x="8978" y="31546"/>
                  </a:cubicBezTo>
                  <a:cubicBezTo>
                    <a:pt x="9041" y="31546"/>
                    <a:pt x="9102" y="31507"/>
                    <a:pt x="9125" y="31441"/>
                  </a:cubicBezTo>
                  <a:lnTo>
                    <a:pt x="19055" y="3312"/>
                  </a:lnTo>
                  <a:cubicBezTo>
                    <a:pt x="19068" y="3275"/>
                    <a:pt x="19065" y="3232"/>
                    <a:pt x="19048" y="3195"/>
                  </a:cubicBezTo>
                  <a:cubicBezTo>
                    <a:pt x="19030" y="3159"/>
                    <a:pt x="19000" y="3131"/>
                    <a:pt x="18961" y="3116"/>
                  </a:cubicBezTo>
                  <a:lnTo>
                    <a:pt x="10157" y="9"/>
                  </a:lnTo>
                  <a:cubicBezTo>
                    <a:pt x="10140" y="3"/>
                    <a:pt x="10122" y="0"/>
                    <a:pt x="1010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2"/>
            <p:cNvSpPr/>
            <p:nvPr/>
          </p:nvSpPr>
          <p:spPr>
            <a:xfrm rot="-6175966">
              <a:off x="6206377" y="307131"/>
              <a:ext cx="316739" cy="732300"/>
            </a:xfrm>
            <a:custGeom>
              <a:rect b="b" l="l" r="r" t="t"/>
              <a:pathLst>
                <a:path extrusionOk="0" h="29293" w="12670">
                  <a:moveTo>
                    <a:pt x="10182" y="350"/>
                  </a:moveTo>
                  <a:lnTo>
                    <a:pt x="12311" y="1102"/>
                  </a:lnTo>
                  <a:lnTo>
                    <a:pt x="2483" y="28937"/>
                  </a:lnTo>
                  <a:lnTo>
                    <a:pt x="354" y="28186"/>
                  </a:lnTo>
                  <a:lnTo>
                    <a:pt x="10182" y="350"/>
                  </a:lnTo>
                  <a:close/>
                  <a:moveTo>
                    <a:pt x="10088" y="0"/>
                  </a:moveTo>
                  <a:cubicBezTo>
                    <a:pt x="10065" y="0"/>
                    <a:pt x="10042" y="5"/>
                    <a:pt x="10020" y="16"/>
                  </a:cubicBezTo>
                  <a:cubicBezTo>
                    <a:pt x="9985" y="33"/>
                    <a:pt x="9956" y="64"/>
                    <a:pt x="9942" y="103"/>
                  </a:cubicBezTo>
                  <a:lnTo>
                    <a:pt x="12" y="28231"/>
                  </a:lnTo>
                  <a:cubicBezTo>
                    <a:pt x="0" y="28271"/>
                    <a:pt x="2" y="28314"/>
                    <a:pt x="19" y="28351"/>
                  </a:cubicBezTo>
                  <a:cubicBezTo>
                    <a:pt x="37" y="28386"/>
                    <a:pt x="67" y="28415"/>
                    <a:pt x="107" y="28429"/>
                  </a:cubicBezTo>
                  <a:lnTo>
                    <a:pt x="2526" y="29284"/>
                  </a:lnTo>
                  <a:cubicBezTo>
                    <a:pt x="2545" y="29288"/>
                    <a:pt x="2561" y="29292"/>
                    <a:pt x="2579" y="29292"/>
                  </a:cubicBezTo>
                  <a:cubicBezTo>
                    <a:pt x="2643" y="29292"/>
                    <a:pt x="2702" y="29251"/>
                    <a:pt x="2726" y="29188"/>
                  </a:cubicBezTo>
                  <a:lnTo>
                    <a:pt x="12657" y="1060"/>
                  </a:lnTo>
                  <a:cubicBezTo>
                    <a:pt x="12670" y="1023"/>
                    <a:pt x="12668" y="980"/>
                    <a:pt x="12650" y="943"/>
                  </a:cubicBezTo>
                  <a:cubicBezTo>
                    <a:pt x="12632" y="907"/>
                    <a:pt x="12602" y="879"/>
                    <a:pt x="12562" y="864"/>
                  </a:cubicBezTo>
                  <a:lnTo>
                    <a:pt x="10141" y="8"/>
                  </a:lnTo>
                  <a:cubicBezTo>
                    <a:pt x="10123" y="3"/>
                    <a:pt x="10105" y="0"/>
                    <a:pt x="1008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91" name="Shape 4791"/>
        <p:cNvGrpSpPr/>
        <p:nvPr/>
      </p:nvGrpSpPr>
      <p:grpSpPr>
        <a:xfrm>
          <a:off x="0" y="0"/>
          <a:ext cx="0" cy="0"/>
          <a:chOff x="0" y="0"/>
          <a:chExt cx="0" cy="0"/>
        </a:xfrm>
      </p:grpSpPr>
      <p:sp>
        <p:nvSpPr>
          <p:cNvPr id="4792" name="Google Shape;4792;p63"/>
          <p:cNvSpPr/>
          <p:nvPr/>
        </p:nvSpPr>
        <p:spPr>
          <a:xfrm>
            <a:off x="5512489" y="1838712"/>
            <a:ext cx="1084500" cy="10845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47625">
              <a:schemeClr val="accent6"/>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3"/>
          <p:cNvSpPr txBox="1"/>
          <p:nvPr>
            <p:ph type="title"/>
          </p:nvPr>
        </p:nvSpPr>
        <p:spPr>
          <a:xfrm>
            <a:off x="2547000" y="1379525"/>
            <a:ext cx="2568300" cy="2112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b="1" lang="en">
                <a:solidFill>
                  <a:schemeClr val="lt1"/>
                </a:solidFill>
              </a:rPr>
              <a:t>Solution</a:t>
            </a:r>
            <a:r>
              <a:rPr lang="en"/>
              <a:t> found!</a:t>
            </a:r>
            <a:endParaRPr/>
          </a:p>
        </p:txBody>
      </p:sp>
      <p:sp>
        <p:nvSpPr>
          <p:cNvPr id="4794" name="Google Shape;4794;p63"/>
          <p:cNvSpPr txBox="1"/>
          <p:nvPr>
            <p:ph idx="1" type="subTitle"/>
          </p:nvPr>
        </p:nvSpPr>
        <p:spPr>
          <a:xfrm>
            <a:off x="2736038" y="3310975"/>
            <a:ext cx="2379300" cy="605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Here you can describe the content of the section</a:t>
            </a:r>
            <a:endParaRPr/>
          </a:p>
        </p:txBody>
      </p:sp>
      <p:sp>
        <p:nvSpPr>
          <p:cNvPr id="4795" name="Google Shape;4795;p63"/>
          <p:cNvSpPr txBox="1"/>
          <p:nvPr>
            <p:ph idx="2" type="title"/>
          </p:nvPr>
        </p:nvSpPr>
        <p:spPr>
          <a:xfrm>
            <a:off x="5512488" y="1960075"/>
            <a:ext cx="10845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cxnSp>
        <p:nvCxnSpPr>
          <p:cNvPr id="4796" name="Google Shape;4796;p63"/>
          <p:cNvCxnSpPr>
            <a:stCxn id="4792" idx="2"/>
          </p:cNvCxnSpPr>
          <p:nvPr/>
        </p:nvCxnSpPr>
        <p:spPr>
          <a:xfrm rot="10800000">
            <a:off x="5228089" y="2380962"/>
            <a:ext cx="284400" cy="0"/>
          </a:xfrm>
          <a:prstGeom prst="straightConnector1">
            <a:avLst/>
          </a:prstGeom>
          <a:noFill/>
          <a:ln cap="flat" cmpd="sng" w="9525">
            <a:solidFill>
              <a:srgbClr val="000000"/>
            </a:solidFill>
            <a:prstDash val="solid"/>
            <a:round/>
            <a:headEnd len="med" w="med" type="none"/>
            <a:tailEnd len="med" w="med" type="none"/>
          </a:ln>
        </p:spPr>
      </p:cxnSp>
      <p:grpSp>
        <p:nvGrpSpPr>
          <p:cNvPr id="4797" name="Google Shape;4797;p63"/>
          <p:cNvGrpSpPr/>
          <p:nvPr/>
        </p:nvGrpSpPr>
        <p:grpSpPr>
          <a:xfrm>
            <a:off x="7629338" y="3233250"/>
            <a:ext cx="1134000" cy="972675"/>
            <a:chOff x="7629338" y="3233250"/>
            <a:chExt cx="1134000" cy="972675"/>
          </a:xfrm>
        </p:grpSpPr>
        <p:sp>
          <p:nvSpPr>
            <p:cNvPr id="4798" name="Google Shape;4798;p63"/>
            <p:cNvSpPr/>
            <p:nvPr/>
          </p:nvSpPr>
          <p:spPr>
            <a:xfrm>
              <a:off x="7674145" y="4091531"/>
              <a:ext cx="666545" cy="22043"/>
            </a:xfrm>
            <a:custGeom>
              <a:rect b="b" l="l" r="r" t="t"/>
              <a:pathLst>
                <a:path extrusionOk="0" h="1498" w="45297">
                  <a:moveTo>
                    <a:pt x="500" y="0"/>
                  </a:moveTo>
                  <a:cubicBezTo>
                    <a:pt x="0" y="0"/>
                    <a:pt x="3" y="781"/>
                    <a:pt x="507" y="788"/>
                  </a:cubicBezTo>
                  <a:cubicBezTo>
                    <a:pt x="13455" y="995"/>
                    <a:pt x="26404" y="1203"/>
                    <a:pt x="39353" y="1411"/>
                  </a:cubicBezTo>
                  <a:cubicBezTo>
                    <a:pt x="41166" y="1439"/>
                    <a:pt x="42978" y="1469"/>
                    <a:pt x="44790" y="1498"/>
                  </a:cubicBezTo>
                  <a:cubicBezTo>
                    <a:pt x="44793" y="1498"/>
                    <a:pt x="44797" y="1498"/>
                    <a:pt x="44800" y="1498"/>
                  </a:cubicBezTo>
                  <a:cubicBezTo>
                    <a:pt x="45297" y="1498"/>
                    <a:pt x="45294" y="718"/>
                    <a:pt x="44790" y="711"/>
                  </a:cubicBezTo>
                  <a:cubicBezTo>
                    <a:pt x="31842" y="503"/>
                    <a:pt x="18894" y="295"/>
                    <a:pt x="5944" y="88"/>
                  </a:cubicBezTo>
                  <a:cubicBezTo>
                    <a:pt x="4132" y="59"/>
                    <a:pt x="2319" y="29"/>
                    <a:pt x="507" y="0"/>
                  </a:cubicBezTo>
                  <a:cubicBezTo>
                    <a:pt x="505" y="0"/>
                    <a:pt x="503" y="0"/>
                    <a:pt x="50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3"/>
            <p:cNvSpPr/>
            <p:nvPr/>
          </p:nvSpPr>
          <p:spPr>
            <a:xfrm>
              <a:off x="8007514" y="3734840"/>
              <a:ext cx="663102" cy="21984"/>
            </a:xfrm>
            <a:custGeom>
              <a:rect b="b" l="l" r="r" t="t"/>
              <a:pathLst>
                <a:path extrusionOk="0" h="1494" w="45063">
                  <a:moveTo>
                    <a:pt x="490" y="0"/>
                  </a:moveTo>
                  <a:cubicBezTo>
                    <a:pt x="1" y="0"/>
                    <a:pt x="7" y="769"/>
                    <a:pt x="508" y="788"/>
                  </a:cubicBezTo>
                  <a:cubicBezTo>
                    <a:pt x="14937" y="1291"/>
                    <a:pt x="29360" y="1494"/>
                    <a:pt x="43798" y="1494"/>
                  </a:cubicBezTo>
                  <a:cubicBezTo>
                    <a:pt x="44050" y="1494"/>
                    <a:pt x="44302" y="1494"/>
                    <a:pt x="44555" y="1493"/>
                  </a:cubicBezTo>
                  <a:cubicBezTo>
                    <a:pt x="45060" y="1493"/>
                    <a:pt x="45063" y="706"/>
                    <a:pt x="44555" y="706"/>
                  </a:cubicBezTo>
                  <a:cubicBezTo>
                    <a:pt x="44211" y="706"/>
                    <a:pt x="43868" y="706"/>
                    <a:pt x="43525" y="706"/>
                  </a:cubicBezTo>
                  <a:cubicBezTo>
                    <a:pt x="29177" y="706"/>
                    <a:pt x="14846" y="501"/>
                    <a:pt x="508" y="0"/>
                  </a:cubicBezTo>
                  <a:cubicBezTo>
                    <a:pt x="502" y="0"/>
                    <a:pt x="496" y="0"/>
                    <a:pt x="4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3"/>
            <p:cNvSpPr/>
            <p:nvPr/>
          </p:nvSpPr>
          <p:spPr>
            <a:xfrm>
              <a:off x="7676588" y="3734913"/>
              <a:ext cx="346774" cy="368596"/>
            </a:xfrm>
            <a:custGeom>
              <a:rect b="b" l="l" r="r" t="t"/>
              <a:pathLst>
                <a:path extrusionOk="0" h="25049" w="23566">
                  <a:moveTo>
                    <a:pt x="22982" y="0"/>
                  </a:moveTo>
                  <a:cubicBezTo>
                    <a:pt x="22893" y="0"/>
                    <a:pt x="22801" y="33"/>
                    <a:pt x="22719" y="110"/>
                  </a:cubicBezTo>
                  <a:cubicBezTo>
                    <a:pt x="18695" y="3861"/>
                    <a:pt x="14994" y="8000"/>
                    <a:pt x="11251" y="12027"/>
                  </a:cubicBezTo>
                  <a:cubicBezTo>
                    <a:pt x="7516" y="16044"/>
                    <a:pt x="3601" y="20017"/>
                    <a:pt x="234" y="24354"/>
                  </a:cubicBezTo>
                  <a:cubicBezTo>
                    <a:pt x="1" y="24654"/>
                    <a:pt x="261" y="25049"/>
                    <a:pt x="536" y="25049"/>
                  </a:cubicBezTo>
                  <a:cubicBezTo>
                    <a:pt x="624" y="25049"/>
                    <a:pt x="714" y="25008"/>
                    <a:pt x="789" y="24911"/>
                  </a:cubicBezTo>
                  <a:cubicBezTo>
                    <a:pt x="4158" y="20574"/>
                    <a:pt x="8071" y="16598"/>
                    <a:pt x="11808" y="12583"/>
                  </a:cubicBezTo>
                  <a:cubicBezTo>
                    <a:pt x="15551" y="8559"/>
                    <a:pt x="19252" y="4416"/>
                    <a:pt x="23276" y="665"/>
                  </a:cubicBezTo>
                  <a:cubicBezTo>
                    <a:pt x="23565" y="396"/>
                    <a:pt x="23292" y="0"/>
                    <a:pt x="2298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3"/>
            <p:cNvSpPr/>
            <p:nvPr/>
          </p:nvSpPr>
          <p:spPr>
            <a:xfrm>
              <a:off x="8325727" y="3745331"/>
              <a:ext cx="346774" cy="368611"/>
            </a:xfrm>
            <a:custGeom>
              <a:rect b="b" l="l" r="r" t="t"/>
              <a:pathLst>
                <a:path extrusionOk="0" h="25050" w="23566">
                  <a:moveTo>
                    <a:pt x="22982" y="1"/>
                  </a:moveTo>
                  <a:cubicBezTo>
                    <a:pt x="22893" y="1"/>
                    <a:pt x="22802" y="33"/>
                    <a:pt x="22719" y="111"/>
                  </a:cubicBezTo>
                  <a:cubicBezTo>
                    <a:pt x="18695" y="3861"/>
                    <a:pt x="14995" y="8001"/>
                    <a:pt x="11251" y="12028"/>
                  </a:cubicBezTo>
                  <a:cubicBezTo>
                    <a:pt x="7516" y="16045"/>
                    <a:pt x="3601" y="20017"/>
                    <a:pt x="234" y="24355"/>
                  </a:cubicBezTo>
                  <a:cubicBezTo>
                    <a:pt x="1" y="24654"/>
                    <a:pt x="261" y="25050"/>
                    <a:pt x="537" y="25050"/>
                  </a:cubicBezTo>
                  <a:cubicBezTo>
                    <a:pt x="625" y="25050"/>
                    <a:pt x="715" y="25009"/>
                    <a:pt x="791" y="24912"/>
                  </a:cubicBezTo>
                  <a:cubicBezTo>
                    <a:pt x="4158" y="20574"/>
                    <a:pt x="8072" y="16599"/>
                    <a:pt x="11808" y="12583"/>
                  </a:cubicBezTo>
                  <a:cubicBezTo>
                    <a:pt x="15551" y="8559"/>
                    <a:pt x="19252" y="4417"/>
                    <a:pt x="23276" y="666"/>
                  </a:cubicBezTo>
                  <a:cubicBezTo>
                    <a:pt x="23565" y="397"/>
                    <a:pt x="23292" y="1"/>
                    <a:pt x="2298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3"/>
            <p:cNvSpPr/>
            <p:nvPr/>
          </p:nvSpPr>
          <p:spPr>
            <a:xfrm>
              <a:off x="8207256" y="3234427"/>
              <a:ext cx="132509" cy="879089"/>
            </a:xfrm>
            <a:custGeom>
              <a:rect b="b" l="l" r="r" t="t"/>
              <a:pathLst>
                <a:path extrusionOk="0" h="59741" w="9005">
                  <a:moveTo>
                    <a:pt x="485" y="0"/>
                  </a:moveTo>
                  <a:cubicBezTo>
                    <a:pt x="257" y="0"/>
                    <a:pt x="1" y="196"/>
                    <a:pt x="46" y="495"/>
                  </a:cubicBezTo>
                  <a:cubicBezTo>
                    <a:pt x="2573" y="17266"/>
                    <a:pt x="4513" y="34129"/>
                    <a:pt x="6885" y="50922"/>
                  </a:cubicBezTo>
                  <a:cubicBezTo>
                    <a:pt x="7286" y="53763"/>
                    <a:pt x="7598" y="56648"/>
                    <a:pt x="8183" y="59457"/>
                  </a:cubicBezTo>
                  <a:cubicBezTo>
                    <a:pt x="8224" y="59655"/>
                    <a:pt x="8370" y="59741"/>
                    <a:pt x="8523" y="59741"/>
                  </a:cubicBezTo>
                  <a:cubicBezTo>
                    <a:pt x="8754" y="59741"/>
                    <a:pt x="9004" y="59546"/>
                    <a:pt x="8942" y="59248"/>
                  </a:cubicBezTo>
                  <a:cubicBezTo>
                    <a:pt x="7535" y="52508"/>
                    <a:pt x="6914" y="45530"/>
                    <a:pt x="5987" y="38716"/>
                  </a:cubicBezTo>
                  <a:cubicBezTo>
                    <a:pt x="4623" y="28694"/>
                    <a:pt x="3292" y="18669"/>
                    <a:pt x="1946" y="8642"/>
                  </a:cubicBezTo>
                  <a:cubicBezTo>
                    <a:pt x="1573" y="5856"/>
                    <a:pt x="1223" y="3066"/>
                    <a:pt x="805" y="285"/>
                  </a:cubicBezTo>
                  <a:cubicBezTo>
                    <a:pt x="775" y="86"/>
                    <a:pt x="636" y="0"/>
                    <a:pt x="48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3"/>
            <p:cNvSpPr/>
            <p:nvPr/>
          </p:nvSpPr>
          <p:spPr>
            <a:xfrm>
              <a:off x="7693186" y="3233250"/>
              <a:ext cx="522309" cy="849541"/>
            </a:xfrm>
            <a:custGeom>
              <a:rect b="b" l="l" r="r" t="t"/>
              <a:pathLst>
                <a:path extrusionOk="0" h="57733" w="35495">
                  <a:moveTo>
                    <a:pt x="34959" y="0"/>
                  </a:moveTo>
                  <a:cubicBezTo>
                    <a:pt x="34841" y="0"/>
                    <a:pt x="34725" y="58"/>
                    <a:pt x="34652" y="197"/>
                  </a:cubicBezTo>
                  <a:cubicBezTo>
                    <a:pt x="31441" y="6373"/>
                    <a:pt x="27526" y="12239"/>
                    <a:pt x="23889" y="18166"/>
                  </a:cubicBezTo>
                  <a:cubicBezTo>
                    <a:pt x="18326" y="27226"/>
                    <a:pt x="12727" y="36265"/>
                    <a:pt x="7205" y="45349"/>
                  </a:cubicBezTo>
                  <a:cubicBezTo>
                    <a:pt x="4829" y="49262"/>
                    <a:pt x="2456" y="53174"/>
                    <a:pt x="175" y="57144"/>
                  </a:cubicBezTo>
                  <a:cubicBezTo>
                    <a:pt x="1" y="57448"/>
                    <a:pt x="273" y="57732"/>
                    <a:pt x="540" y="57732"/>
                  </a:cubicBezTo>
                  <a:cubicBezTo>
                    <a:pt x="659" y="57732"/>
                    <a:pt x="778" y="57676"/>
                    <a:pt x="855" y="57540"/>
                  </a:cubicBezTo>
                  <a:cubicBezTo>
                    <a:pt x="10381" y="40966"/>
                    <a:pt x="20796" y="24904"/>
                    <a:pt x="30685" y="8546"/>
                  </a:cubicBezTo>
                  <a:cubicBezTo>
                    <a:pt x="32270" y="5925"/>
                    <a:pt x="33921" y="3314"/>
                    <a:pt x="35334" y="594"/>
                  </a:cubicBezTo>
                  <a:cubicBezTo>
                    <a:pt x="35495" y="286"/>
                    <a:pt x="35221" y="0"/>
                    <a:pt x="349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3"/>
            <p:cNvSpPr/>
            <p:nvPr/>
          </p:nvSpPr>
          <p:spPr>
            <a:xfrm>
              <a:off x="8205829" y="3234103"/>
              <a:ext cx="464979" cy="522956"/>
            </a:xfrm>
            <a:custGeom>
              <a:rect b="b" l="l" r="r" t="t"/>
              <a:pathLst>
                <a:path extrusionOk="0" h="35539" w="31599">
                  <a:moveTo>
                    <a:pt x="545" y="0"/>
                  </a:moveTo>
                  <a:cubicBezTo>
                    <a:pt x="264" y="0"/>
                    <a:pt x="1" y="395"/>
                    <a:pt x="244" y="690"/>
                  </a:cubicBezTo>
                  <a:cubicBezTo>
                    <a:pt x="10023" y="12611"/>
                    <a:pt x="20959" y="23538"/>
                    <a:pt x="30798" y="35407"/>
                  </a:cubicBezTo>
                  <a:cubicBezTo>
                    <a:pt x="30876" y="35500"/>
                    <a:pt x="30966" y="35539"/>
                    <a:pt x="31055" y="35539"/>
                  </a:cubicBezTo>
                  <a:cubicBezTo>
                    <a:pt x="31337" y="35539"/>
                    <a:pt x="31599" y="35144"/>
                    <a:pt x="31354" y="34850"/>
                  </a:cubicBezTo>
                  <a:cubicBezTo>
                    <a:pt x="21516" y="22981"/>
                    <a:pt x="10578" y="12055"/>
                    <a:pt x="801" y="134"/>
                  </a:cubicBezTo>
                  <a:cubicBezTo>
                    <a:pt x="724" y="40"/>
                    <a:pt x="633" y="0"/>
                    <a:pt x="5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3"/>
            <p:cNvSpPr/>
            <p:nvPr/>
          </p:nvSpPr>
          <p:spPr>
            <a:xfrm>
              <a:off x="8005469" y="3234251"/>
              <a:ext cx="215280" cy="516040"/>
            </a:xfrm>
            <a:custGeom>
              <a:rect b="b" l="l" r="r" t="t"/>
              <a:pathLst>
                <a:path extrusionOk="0" h="35069" w="14630">
                  <a:moveTo>
                    <a:pt x="14097" y="1"/>
                  </a:moveTo>
                  <a:cubicBezTo>
                    <a:pt x="13980" y="1"/>
                    <a:pt x="13866" y="60"/>
                    <a:pt x="13797" y="202"/>
                  </a:cubicBezTo>
                  <a:cubicBezTo>
                    <a:pt x="11161" y="5592"/>
                    <a:pt x="9263" y="11437"/>
                    <a:pt x="7094" y="17023"/>
                  </a:cubicBezTo>
                  <a:cubicBezTo>
                    <a:pt x="4844" y="22813"/>
                    <a:pt x="2884" y="28883"/>
                    <a:pt x="153" y="34470"/>
                  </a:cubicBezTo>
                  <a:cubicBezTo>
                    <a:pt x="0" y="34782"/>
                    <a:pt x="274" y="35068"/>
                    <a:pt x="533" y="35068"/>
                  </a:cubicBezTo>
                  <a:cubicBezTo>
                    <a:pt x="650" y="35068"/>
                    <a:pt x="763" y="35009"/>
                    <a:pt x="833" y="34867"/>
                  </a:cubicBezTo>
                  <a:cubicBezTo>
                    <a:pt x="3468" y="29477"/>
                    <a:pt x="5366" y="23634"/>
                    <a:pt x="7535" y="18046"/>
                  </a:cubicBezTo>
                  <a:cubicBezTo>
                    <a:pt x="9786" y="12256"/>
                    <a:pt x="11744" y="6186"/>
                    <a:pt x="14477" y="600"/>
                  </a:cubicBezTo>
                  <a:cubicBezTo>
                    <a:pt x="14629" y="287"/>
                    <a:pt x="14355" y="1"/>
                    <a:pt x="140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3"/>
            <p:cNvSpPr/>
            <p:nvPr/>
          </p:nvSpPr>
          <p:spPr>
            <a:xfrm>
              <a:off x="8197544" y="3252615"/>
              <a:ext cx="347068" cy="634893"/>
            </a:xfrm>
            <a:custGeom>
              <a:rect b="b" l="l" r="r" t="t"/>
              <a:pathLst>
                <a:path extrusionOk="0" h="43146" w="23586">
                  <a:moveTo>
                    <a:pt x="701" y="41860"/>
                  </a:moveTo>
                  <a:cubicBezTo>
                    <a:pt x="751" y="41860"/>
                    <a:pt x="795" y="41890"/>
                    <a:pt x="814" y="41971"/>
                  </a:cubicBezTo>
                  <a:lnTo>
                    <a:pt x="814" y="41971"/>
                  </a:lnTo>
                  <a:cubicBezTo>
                    <a:pt x="773" y="41976"/>
                    <a:pt x="737" y="41985"/>
                    <a:pt x="708" y="41999"/>
                  </a:cubicBezTo>
                  <a:cubicBezTo>
                    <a:pt x="614" y="42043"/>
                    <a:pt x="554" y="42060"/>
                    <a:pt x="519" y="42060"/>
                  </a:cubicBezTo>
                  <a:cubicBezTo>
                    <a:pt x="397" y="42060"/>
                    <a:pt x="570" y="41860"/>
                    <a:pt x="701" y="41860"/>
                  </a:cubicBezTo>
                  <a:close/>
                  <a:moveTo>
                    <a:pt x="800" y="0"/>
                  </a:moveTo>
                  <a:cubicBezTo>
                    <a:pt x="603" y="0"/>
                    <a:pt x="402" y="127"/>
                    <a:pt x="394" y="380"/>
                  </a:cubicBezTo>
                  <a:cubicBezTo>
                    <a:pt x="87" y="12325"/>
                    <a:pt x="190" y="24290"/>
                    <a:pt x="79" y="36237"/>
                  </a:cubicBezTo>
                  <a:cubicBezTo>
                    <a:pt x="62" y="38287"/>
                    <a:pt x="58" y="40338"/>
                    <a:pt x="6" y="42388"/>
                  </a:cubicBezTo>
                  <a:cubicBezTo>
                    <a:pt x="1" y="42603"/>
                    <a:pt x="191" y="42779"/>
                    <a:pt x="400" y="42782"/>
                  </a:cubicBezTo>
                  <a:cubicBezTo>
                    <a:pt x="7960" y="42904"/>
                    <a:pt x="15519" y="43025"/>
                    <a:pt x="23079" y="43146"/>
                  </a:cubicBezTo>
                  <a:cubicBezTo>
                    <a:pt x="23081" y="43146"/>
                    <a:pt x="23084" y="43146"/>
                    <a:pt x="23087" y="43146"/>
                  </a:cubicBezTo>
                  <a:cubicBezTo>
                    <a:pt x="23585" y="43146"/>
                    <a:pt x="23583" y="42365"/>
                    <a:pt x="23079" y="42358"/>
                  </a:cubicBezTo>
                  <a:cubicBezTo>
                    <a:pt x="19299" y="42297"/>
                    <a:pt x="15519" y="42237"/>
                    <a:pt x="11739" y="42175"/>
                  </a:cubicBezTo>
                  <a:cubicBezTo>
                    <a:pt x="9164" y="42135"/>
                    <a:pt x="6592" y="42094"/>
                    <a:pt x="4016" y="42052"/>
                  </a:cubicBezTo>
                  <a:cubicBezTo>
                    <a:pt x="3172" y="42038"/>
                    <a:pt x="2328" y="42025"/>
                    <a:pt x="1484" y="42010"/>
                  </a:cubicBezTo>
                  <a:cubicBezTo>
                    <a:pt x="1354" y="42009"/>
                    <a:pt x="1115" y="41965"/>
                    <a:pt x="923" y="41965"/>
                  </a:cubicBezTo>
                  <a:cubicBezTo>
                    <a:pt x="899" y="41965"/>
                    <a:pt x="875" y="41966"/>
                    <a:pt x="852" y="41967"/>
                  </a:cubicBezTo>
                  <a:lnTo>
                    <a:pt x="852" y="41967"/>
                  </a:lnTo>
                  <a:cubicBezTo>
                    <a:pt x="995" y="40884"/>
                    <a:pt x="834" y="39619"/>
                    <a:pt x="845" y="38565"/>
                  </a:cubicBezTo>
                  <a:cubicBezTo>
                    <a:pt x="871" y="36144"/>
                    <a:pt x="890" y="33720"/>
                    <a:pt x="910" y="31300"/>
                  </a:cubicBezTo>
                  <a:cubicBezTo>
                    <a:pt x="958" y="25343"/>
                    <a:pt x="1003" y="19384"/>
                    <a:pt x="1051" y="13427"/>
                  </a:cubicBezTo>
                  <a:cubicBezTo>
                    <a:pt x="1087" y="9078"/>
                    <a:pt x="1072" y="4726"/>
                    <a:pt x="1183" y="380"/>
                  </a:cubicBezTo>
                  <a:cubicBezTo>
                    <a:pt x="1190" y="126"/>
                    <a:pt x="997" y="0"/>
                    <a:pt x="80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3"/>
            <p:cNvSpPr/>
            <p:nvPr/>
          </p:nvSpPr>
          <p:spPr>
            <a:xfrm>
              <a:off x="8205593" y="3239077"/>
              <a:ext cx="144016" cy="13656"/>
            </a:xfrm>
            <a:custGeom>
              <a:rect b="b" l="l" r="r" t="t"/>
              <a:pathLst>
                <a:path extrusionOk="0" h="928" w="9787">
                  <a:moveTo>
                    <a:pt x="496" y="0"/>
                  </a:moveTo>
                  <a:cubicBezTo>
                    <a:pt x="1" y="0"/>
                    <a:pt x="4" y="781"/>
                    <a:pt x="506" y="788"/>
                  </a:cubicBezTo>
                  <a:cubicBezTo>
                    <a:pt x="3431" y="833"/>
                    <a:pt x="6357" y="881"/>
                    <a:pt x="9280" y="928"/>
                  </a:cubicBezTo>
                  <a:cubicBezTo>
                    <a:pt x="9283" y="928"/>
                    <a:pt x="9286" y="928"/>
                    <a:pt x="9289" y="928"/>
                  </a:cubicBezTo>
                  <a:cubicBezTo>
                    <a:pt x="9787" y="928"/>
                    <a:pt x="9783" y="148"/>
                    <a:pt x="9280" y="141"/>
                  </a:cubicBezTo>
                  <a:cubicBezTo>
                    <a:pt x="6354" y="95"/>
                    <a:pt x="3431" y="48"/>
                    <a:pt x="506" y="0"/>
                  </a:cubicBezTo>
                  <a:cubicBezTo>
                    <a:pt x="503" y="0"/>
                    <a:pt x="500" y="0"/>
                    <a:pt x="4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3"/>
            <p:cNvSpPr/>
            <p:nvPr/>
          </p:nvSpPr>
          <p:spPr>
            <a:xfrm>
              <a:off x="7947050" y="3741358"/>
              <a:ext cx="160070" cy="80829"/>
            </a:xfrm>
            <a:custGeom>
              <a:rect b="b" l="l" r="r" t="t"/>
              <a:pathLst>
                <a:path extrusionOk="0" h="5493" w="10878">
                  <a:moveTo>
                    <a:pt x="10327" y="0"/>
                  </a:moveTo>
                  <a:cubicBezTo>
                    <a:pt x="10207" y="0"/>
                    <a:pt x="10085" y="53"/>
                    <a:pt x="10001" y="180"/>
                  </a:cubicBezTo>
                  <a:cubicBezTo>
                    <a:pt x="8065" y="3072"/>
                    <a:pt x="4930" y="4703"/>
                    <a:pt x="1522" y="4703"/>
                  </a:cubicBezTo>
                  <a:cubicBezTo>
                    <a:pt x="1185" y="4703"/>
                    <a:pt x="844" y="4687"/>
                    <a:pt x="502" y="4655"/>
                  </a:cubicBezTo>
                  <a:cubicBezTo>
                    <a:pt x="487" y="4654"/>
                    <a:pt x="473" y="4653"/>
                    <a:pt x="459" y="4653"/>
                  </a:cubicBezTo>
                  <a:cubicBezTo>
                    <a:pt x="0" y="4653"/>
                    <a:pt x="16" y="5397"/>
                    <a:pt x="502" y="5442"/>
                  </a:cubicBezTo>
                  <a:cubicBezTo>
                    <a:pt x="858" y="5476"/>
                    <a:pt x="1212" y="5493"/>
                    <a:pt x="1562" y="5493"/>
                  </a:cubicBezTo>
                  <a:cubicBezTo>
                    <a:pt x="5234" y="5493"/>
                    <a:pt x="8608" y="3673"/>
                    <a:pt x="10681" y="577"/>
                  </a:cubicBezTo>
                  <a:cubicBezTo>
                    <a:pt x="10877" y="282"/>
                    <a:pt x="10605" y="0"/>
                    <a:pt x="103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3"/>
            <p:cNvSpPr/>
            <p:nvPr/>
          </p:nvSpPr>
          <p:spPr>
            <a:xfrm>
              <a:off x="8026864" y="3931638"/>
              <a:ext cx="44998" cy="81374"/>
            </a:xfrm>
            <a:custGeom>
              <a:rect b="b" l="l" r="r" t="t"/>
              <a:pathLst>
                <a:path extrusionOk="0" h="5530" w="3058">
                  <a:moveTo>
                    <a:pt x="2529" y="1"/>
                  </a:moveTo>
                  <a:cubicBezTo>
                    <a:pt x="2413" y="1"/>
                    <a:pt x="2302" y="61"/>
                    <a:pt x="2238" y="206"/>
                  </a:cubicBezTo>
                  <a:cubicBezTo>
                    <a:pt x="1539" y="1779"/>
                    <a:pt x="840" y="3354"/>
                    <a:pt x="140" y="4926"/>
                  </a:cubicBezTo>
                  <a:cubicBezTo>
                    <a:pt x="1" y="5242"/>
                    <a:pt x="276" y="5530"/>
                    <a:pt x="529" y="5530"/>
                  </a:cubicBezTo>
                  <a:cubicBezTo>
                    <a:pt x="645" y="5530"/>
                    <a:pt x="756" y="5469"/>
                    <a:pt x="820" y="5324"/>
                  </a:cubicBezTo>
                  <a:cubicBezTo>
                    <a:pt x="1520" y="3750"/>
                    <a:pt x="2219" y="2176"/>
                    <a:pt x="2917" y="602"/>
                  </a:cubicBezTo>
                  <a:cubicBezTo>
                    <a:pt x="3058" y="288"/>
                    <a:pt x="2783" y="1"/>
                    <a:pt x="252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3"/>
            <p:cNvSpPr/>
            <p:nvPr/>
          </p:nvSpPr>
          <p:spPr>
            <a:xfrm>
              <a:off x="8061327" y="3926811"/>
              <a:ext cx="35669" cy="91998"/>
            </a:xfrm>
            <a:custGeom>
              <a:rect b="b" l="l" r="r" t="t"/>
              <a:pathLst>
                <a:path extrusionOk="0" h="6252" w="2424">
                  <a:moveTo>
                    <a:pt x="535" y="1"/>
                  </a:moveTo>
                  <a:cubicBezTo>
                    <a:pt x="274" y="1"/>
                    <a:pt x="0" y="287"/>
                    <a:pt x="160" y="597"/>
                  </a:cubicBezTo>
                  <a:cubicBezTo>
                    <a:pt x="1022" y="2255"/>
                    <a:pt x="1509" y="4008"/>
                    <a:pt x="1621" y="5873"/>
                  </a:cubicBezTo>
                  <a:cubicBezTo>
                    <a:pt x="1636" y="6125"/>
                    <a:pt x="1842" y="6251"/>
                    <a:pt x="2039" y="6251"/>
                  </a:cubicBezTo>
                  <a:cubicBezTo>
                    <a:pt x="2235" y="6251"/>
                    <a:pt x="2424" y="6126"/>
                    <a:pt x="2408" y="5873"/>
                  </a:cubicBezTo>
                  <a:cubicBezTo>
                    <a:pt x="2286" y="3872"/>
                    <a:pt x="1764" y="1977"/>
                    <a:pt x="840" y="199"/>
                  </a:cubicBezTo>
                  <a:cubicBezTo>
                    <a:pt x="768" y="59"/>
                    <a:pt x="653" y="1"/>
                    <a:pt x="53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3"/>
            <p:cNvSpPr/>
            <p:nvPr/>
          </p:nvSpPr>
          <p:spPr>
            <a:xfrm>
              <a:off x="8046671" y="3980697"/>
              <a:ext cx="51355" cy="20380"/>
            </a:xfrm>
            <a:custGeom>
              <a:rect b="b" l="l" r="r" t="t"/>
              <a:pathLst>
                <a:path extrusionOk="0" h="1385" w="3490">
                  <a:moveTo>
                    <a:pt x="2938" y="1"/>
                  </a:moveTo>
                  <a:cubicBezTo>
                    <a:pt x="2873" y="1"/>
                    <a:pt x="2805" y="20"/>
                    <a:pt x="2735" y="64"/>
                  </a:cubicBezTo>
                  <a:cubicBezTo>
                    <a:pt x="2173" y="422"/>
                    <a:pt x="1574" y="596"/>
                    <a:pt x="932" y="596"/>
                  </a:cubicBezTo>
                  <a:cubicBezTo>
                    <a:pt x="791" y="596"/>
                    <a:pt x="648" y="588"/>
                    <a:pt x="502" y="571"/>
                  </a:cubicBezTo>
                  <a:cubicBezTo>
                    <a:pt x="485" y="569"/>
                    <a:pt x="468" y="568"/>
                    <a:pt x="451" y="568"/>
                  </a:cubicBezTo>
                  <a:cubicBezTo>
                    <a:pt x="1" y="568"/>
                    <a:pt x="21" y="1303"/>
                    <a:pt x="502" y="1358"/>
                  </a:cubicBezTo>
                  <a:cubicBezTo>
                    <a:pt x="657" y="1376"/>
                    <a:pt x="811" y="1385"/>
                    <a:pt x="964" y="1385"/>
                  </a:cubicBezTo>
                  <a:cubicBezTo>
                    <a:pt x="1731" y="1385"/>
                    <a:pt x="2475" y="1163"/>
                    <a:pt x="3132" y="744"/>
                  </a:cubicBezTo>
                  <a:cubicBezTo>
                    <a:pt x="3489" y="516"/>
                    <a:pt x="3271" y="1"/>
                    <a:pt x="29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3"/>
            <p:cNvSpPr/>
            <p:nvPr/>
          </p:nvSpPr>
          <p:spPr>
            <a:xfrm>
              <a:off x="8701358" y="3728174"/>
              <a:ext cx="12949" cy="86877"/>
            </a:xfrm>
            <a:custGeom>
              <a:rect b="b" l="l" r="r" t="t"/>
              <a:pathLst>
                <a:path extrusionOk="0" h="5904" w="880">
                  <a:moveTo>
                    <a:pt x="488" y="1"/>
                  </a:moveTo>
                  <a:cubicBezTo>
                    <a:pt x="291" y="1"/>
                    <a:pt x="92" y="128"/>
                    <a:pt x="88" y="382"/>
                  </a:cubicBezTo>
                  <a:cubicBezTo>
                    <a:pt x="61" y="2095"/>
                    <a:pt x="32" y="3810"/>
                    <a:pt x="5" y="5524"/>
                  </a:cubicBezTo>
                  <a:cubicBezTo>
                    <a:pt x="1" y="5777"/>
                    <a:pt x="196" y="5904"/>
                    <a:pt x="393" y="5904"/>
                  </a:cubicBezTo>
                  <a:cubicBezTo>
                    <a:pt x="590" y="5904"/>
                    <a:pt x="789" y="5777"/>
                    <a:pt x="792" y="5524"/>
                  </a:cubicBezTo>
                  <a:cubicBezTo>
                    <a:pt x="820" y="3810"/>
                    <a:pt x="848" y="2095"/>
                    <a:pt x="875" y="382"/>
                  </a:cubicBezTo>
                  <a:cubicBezTo>
                    <a:pt x="880" y="128"/>
                    <a:pt x="685" y="1"/>
                    <a:pt x="48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3"/>
            <p:cNvSpPr/>
            <p:nvPr/>
          </p:nvSpPr>
          <p:spPr>
            <a:xfrm>
              <a:off x="8700534" y="3719389"/>
              <a:ext cx="62804" cy="105565"/>
            </a:xfrm>
            <a:custGeom>
              <a:rect b="b" l="l" r="r" t="t"/>
              <a:pathLst>
                <a:path extrusionOk="0" h="7174" w="4268">
                  <a:moveTo>
                    <a:pt x="2288" y="0"/>
                  </a:moveTo>
                  <a:cubicBezTo>
                    <a:pt x="1630" y="0"/>
                    <a:pt x="887" y="336"/>
                    <a:pt x="359" y="672"/>
                  </a:cubicBezTo>
                  <a:cubicBezTo>
                    <a:pt x="0" y="902"/>
                    <a:pt x="220" y="1417"/>
                    <a:pt x="553" y="1417"/>
                  </a:cubicBezTo>
                  <a:cubicBezTo>
                    <a:pt x="617" y="1417"/>
                    <a:pt x="686" y="1398"/>
                    <a:pt x="755" y="1354"/>
                  </a:cubicBezTo>
                  <a:cubicBezTo>
                    <a:pt x="944" y="1234"/>
                    <a:pt x="1132" y="1109"/>
                    <a:pt x="1332" y="1010"/>
                  </a:cubicBezTo>
                  <a:cubicBezTo>
                    <a:pt x="1484" y="937"/>
                    <a:pt x="1646" y="903"/>
                    <a:pt x="1805" y="903"/>
                  </a:cubicBezTo>
                  <a:cubicBezTo>
                    <a:pt x="2453" y="903"/>
                    <a:pt x="3046" y="1463"/>
                    <a:pt x="2656" y="2154"/>
                  </a:cubicBezTo>
                  <a:cubicBezTo>
                    <a:pt x="2333" y="2729"/>
                    <a:pt x="1666" y="2989"/>
                    <a:pt x="1081" y="3240"/>
                  </a:cubicBezTo>
                  <a:lnTo>
                    <a:pt x="1081" y="3240"/>
                  </a:lnTo>
                  <a:cubicBezTo>
                    <a:pt x="1068" y="3246"/>
                    <a:pt x="1054" y="3252"/>
                    <a:pt x="1040" y="3258"/>
                  </a:cubicBezTo>
                  <a:cubicBezTo>
                    <a:pt x="635" y="3438"/>
                    <a:pt x="890" y="3974"/>
                    <a:pt x="1268" y="3974"/>
                  </a:cubicBezTo>
                  <a:cubicBezTo>
                    <a:pt x="1323" y="3974"/>
                    <a:pt x="1380" y="3963"/>
                    <a:pt x="1438" y="3938"/>
                  </a:cubicBezTo>
                  <a:cubicBezTo>
                    <a:pt x="1444" y="3935"/>
                    <a:pt x="1450" y="3933"/>
                    <a:pt x="1455" y="3930"/>
                  </a:cubicBezTo>
                  <a:lnTo>
                    <a:pt x="1455" y="3930"/>
                  </a:lnTo>
                  <a:cubicBezTo>
                    <a:pt x="1612" y="3864"/>
                    <a:pt x="1786" y="3833"/>
                    <a:pt x="1963" y="3833"/>
                  </a:cubicBezTo>
                  <a:cubicBezTo>
                    <a:pt x="2699" y="3833"/>
                    <a:pt x="3498" y="4375"/>
                    <a:pt x="3458" y="5175"/>
                  </a:cubicBezTo>
                  <a:cubicBezTo>
                    <a:pt x="3420" y="5938"/>
                    <a:pt x="2689" y="6397"/>
                    <a:pt x="1990" y="6397"/>
                  </a:cubicBezTo>
                  <a:cubicBezTo>
                    <a:pt x="1764" y="6397"/>
                    <a:pt x="1541" y="6349"/>
                    <a:pt x="1347" y="6248"/>
                  </a:cubicBezTo>
                  <a:cubicBezTo>
                    <a:pt x="1282" y="6215"/>
                    <a:pt x="1219" y="6200"/>
                    <a:pt x="1159" y="6200"/>
                  </a:cubicBezTo>
                  <a:cubicBezTo>
                    <a:pt x="800" y="6200"/>
                    <a:pt x="562" y="6727"/>
                    <a:pt x="949" y="6928"/>
                  </a:cubicBezTo>
                  <a:cubicBezTo>
                    <a:pt x="1270" y="7095"/>
                    <a:pt x="1628" y="7174"/>
                    <a:pt x="1987" y="7174"/>
                  </a:cubicBezTo>
                  <a:cubicBezTo>
                    <a:pt x="3102" y="7174"/>
                    <a:pt x="4221" y="6411"/>
                    <a:pt x="4247" y="5175"/>
                  </a:cubicBezTo>
                  <a:cubicBezTo>
                    <a:pt x="4268" y="4179"/>
                    <a:pt x="3590" y="3466"/>
                    <a:pt x="2749" y="3191"/>
                  </a:cubicBezTo>
                  <a:lnTo>
                    <a:pt x="2749" y="3191"/>
                  </a:lnTo>
                  <a:cubicBezTo>
                    <a:pt x="3458" y="2643"/>
                    <a:pt x="3958" y="1892"/>
                    <a:pt x="3597" y="924"/>
                  </a:cubicBezTo>
                  <a:cubicBezTo>
                    <a:pt x="3342" y="241"/>
                    <a:pt x="2846" y="0"/>
                    <a:pt x="228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3"/>
            <p:cNvSpPr/>
            <p:nvPr/>
          </p:nvSpPr>
          <p:spPr>
            <a:xfrm>
              <a:off x="7629338" y="4133130"/>
              <a:ext cx="59360" cy="72795"/>
            </a:xfrm>
            <a:custGeom>
              <a:rect b="b" l="l" r="r" t="t"/>
              <a:pathLst>
                <a:path extrusionOk="0" h="4947" w="4034">
                  <a:moveTo>
                    <a:pt x="2771" y="0"/>
                  </a:moveTo>
                  <a:cubicBezTo>
                    <a:pt x="1358" y="0"/>
                    <a:pt x="1" y="1189"/>
                    <a:pt x="128" y="2692"/>
                  </a:cubicBezTo>
                  <a:cubicBezTo>
                    <a:pt x="242" y="4008"/>
                    <a:pt x="1495" y="4946"/>
                    <a:pt x="2752" y="4946"/>
                  </a:cubicBezTo>
                  <a:cubicBezTo>
                    <a:pt x="3045" y="4946"/>
                    <a:pt x="3338" y="4895"/>
                    <a:pt x="3617" y="4786"/>
                  </a:cubicBezTo>
                  <a:cubicBezTo>
                    <a:pt x="4033" y="4623"/>
                    <a:pt x="3915" y="3999"/>
                    <a:pt x="3549" y="3999"/>
                  </a:cubicBezTo>
                  <a:cubicBezTo>
                    <a:pt x="3505" y="3999"/>
                    <a:pt x="3457" y="4008"/>
                    <a:pt x="3406" y="4028"/>
                  </a:cubicBezTo>
                  <a:cubicBezTo>
                    <a:pt x="3194" y="4111"/>
                    <a:pt x="2968" y="4150"/>
                    <a:pt x="2743" y="4150"/>
                  </a:cubicBezTo>
                  <a:cubicBezTo>
                    <a:pt x="1912" y="4150"/>
                    <a:pt x="1083" y="3612"/>
                    <a:pt x="930" y="2735"/>
                  </a:cubicBezTo>
                  <a:cubicBezTo>
                    <a:pt x="741" y="1660"/>
                    <a:pt x="1759" y="788"/>
                    <a:pt x="2765" y="788"/>
                  </a:cubicBezTo>
                  <a:cubicBezTo>
                    <a:pt x="2907" y="788"/>
                    <a:pt x="3049" y="806"/>
                    <a:pt x="3187" y="843"/>
                  </a:cubicBezTo>
                  <a:cubicBezTo>
                    <a:pt x="3225" y="853"/>
                    <a:pt x="3261" y="857"/>
                    <a:pt x="3296" y="857"/>
                  </a:cubicBezTo>
                  <a:cubicBezTo>
                    <a:pt x="3705" y="857"/>
                    <a:pt x="3848" y="201"/>
                    <a:pt x="3396" y="81"/>
                  </a:cubicBezTo>
                  <a:cubicBezTo>
                    <a:pt x="3190" y="26"/>
                    <a:pt x="2980" y="0"/>
                    <a:pt x="277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5" name="Google Shape;4815;p63"/>
          <p:cNvGrpSpPr/>
          <p:nvPr/>
        </p:nvGrpSpPr>
        <p:grpSpPr>
          <a:xfrm>
            <a:off x="1217075" y="2201200"/>
            <a:ext cx="997600" cy="991900"/>
            <a:chOff x="1217075" y="2201200"/>
            <a:chExt cx="997600" cy="991900"/>
          </a:xfrm>
        </p:grpSpPr>
        <p:sp>
          <p:nvSpPr>
            <p:cNvPr id="4816" name="Google Shape;4816;p63"/>
            <p:cNvSpPr/>
            <p:nvPr/>
          </p:nvSpPr>
          <p:spPr>
            <a:xfrm>
              <a:off x="1217075" y="2326325"/>
              <a:ext cx="80275" cy="103450"/>
            </a:xfrm>
            <a:custGeom>
              <a:rect b="b" l="l" r="r" t="t"/>
              <a:pathLst>
                <a:path extrusionOk="0" h="4138" w="3211">
                  <a:moveTo>
                    <a:pt x="2202" y="0"/>
                  </a:moveTo>
                  <a:cubicBezTo>
                    <a:pt x="1057" y="0"/>
                    <a:pt x="1" y="1020"/>
                    <a:pt x="130" y="2224"/>
                  </a:cubicBezTo>
                  <a:cubicBezTo>
                    <a:pt x="255" y="3397"/>
                    <a:pt x="1379" y="4137"/>
                    <a:pt x="2486" y="4137"/>
                  </a:cubicBezTo>
                  <a:cubicBezTo>
                    <a:pt x="2651" y="4137"/>
                    <a:pt x="2817" y="4121"/>
                    <a:pt x="2978" y="4086"/>
                  </a:cubicBezTo>
                  <a:cubicBezTo>
                    <a:pt x="3210" y="4038"/>
                    <a:pt x="3134" y="3702"/>
                    <a:pt x="2919" y="3702"/>
                  </a:cubicBezTo>
                  <a:cubicBezTo>
                    <a:pt x="2904" y="3702"/>
                    <a:pt x="2889" y="3703"/>
                    <a:pt x="2873" y="3707"/>
                  </a:cubicBezTo>
                  <a:cubicBezTo>
                    <a:pt x="2739" y="3735"/>
                    <a:pt x="2602" y="3749"/>
                    <a:pt x="2465" y="3749"/>
                  </a:cubicBezTo>
                  <a:cubicBezTo>
                    <a:pt x="1637" y="3749"/>
                    <a:pt x="797" y="3248"/>
                    <a:pt x="566" y="2416"/>
                  </a:cubicBezTo>
                  <a:cubicBezTo>
                    <a:pt x="284" y="1390"/>
                    <a:pt x="1189" y="390"/>
                    <a:pt x="2189" y="390"/>
                  </a:cubicBezTo>
                  <a:cubicBezTo>
                    <a:pt x="2299" y="390"/>
                    <a:pt x="2409" y="402"/>
                    <a:pt x="2519" y="427"/>
                  </a:cubicBezTo>
                  <a:cubicBezTo>
                    <a:pt x="2536" y="431"/>
                    <a:pt x="2552" y="433"/>
                    <a:pt x="2568" y="433"/>
                  </a:cubicBezTo>
                  <a:cubicBezTo>
                    <a:pt x="2780" y="433"/>
                    <a:pt x="2854" y="100"/>
                    <a:pt x="2625" y="48"/>
                  </a:cubicBezTo>
                  <a:cubicBezTo>
                    <a:pt x="2484" y="16"/>
                    <a:pt x="2342" y="0"/>
                    <a:pt x="22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3"/>
            <p:cNvSpPr/>
            <p:nvPr/>
          </p:nvSpPr>
          <p:spPr>
            <a:xfrm>
              <a:off x="1358575" y="2350375"/>
              <a:ext cx="54025" cy="14425"/>
            </a:xfrm>
            <a:custGeom>
              <a:rect b="b" l="l" r="r" t="t"/>
              <a:pathLst>
                <a:path extrusionOk="0" h="577" w="2161">
                  <a:moveTo>
                    <a:pt x="227" y="1"/>
                  </a:moveTo>
                  <a:cubicBezTo>
                    <a:pt x="0" y="1"/>
                    <a:pt x="10" y="369"/>
                    <a:pt x="252" y="396"/>
                  </a:cubicBezTo>
                  <a:cubicBezTo>
                    <a:pt x="804" y="454"/>
                    <a:pt x="1355" y="516"/>
                    <a:pt x="1908" y="575"/>
                  </a:cubicBezTo>
                  <a:cubicBezTo>
                    <a:pt x="1916" y="576"/>
                    <a:pt x="1925" y="576"/>
                    <a:pt x="1932" y="576"/>
                  </a:cubicBezTo>
                  <a:cubicBezTo>
                    <a:pt x="2161" y="576"/>
                    <a:pt x="2150" y="207"/>
                    <a:pt x="1908" y="181"/>
                  </a:cubicBezTo>
                  <a:cubicBezTo>
                    <a:pt x="1355" y="122"/>
                    <a:pt x="804" y="61"/>
                    <a:pt x="252" y="2"/>
                  </a:cubicBezTo>
                  <a:cubicBezTo>
                    <a:pt x="243" y="1"/>
                    <a:pt x="235" y="1"/>
                    <a:pt x="2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3"/>
            <p:cNvSpPr/>
            <p:nvPr/>
          </p:nvSpPr>
          <p:spPr>
            <a:xfrm>
              <a:off x="1362675" y="2374925"/>
              <a:ext cx="54175" cy="9875"/>
            </a:xfrm>
            <a:custGeom>
              <a:rect b="b" l="l" r="r" t="t"/>
              <a:pathLst>
                <a:path extrusionOk="0" h="395" w="2167">
                  <a:moveTo>
                    <a:pt x="254" y="1"/>
                  </a:moveTo>
                  <a:cubicBezTo>
                    <a:pt x="0" y="1"/>
                    <a:pt x="0" y="394"/>
                    <a:pt x="254" y="394"/>
                  </a:cubicBezTo>
                  <a:lnTo>
                    <a:pt x="1913" y="394"/>
                  </a:lnTo>
                  <a:cubicBezTo>
                    <a:pt x="2166" y="394"/>
                    <a:pt x="2166" y="1"/>
                    <a:pt x="191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3"/>
            <p:cNvSpPr/>
            <p:nvPr/>
          </p:nvSpPr>
          <p:spPr>
            <a:xfrm>
              <a:off x="1543800" y="2237150"/>
              <a:ext cx="60100" cy="97400"/>
            </a:xfrm>
            <a:custGeom>
              <a:rect b="b" l="l" r="r" t="t"/>
              <a:pathLst>
                <a:path extrusionOk="0" h="3896" w="2404">
                  <a:moveTo>
                    <a:pt x="1062" y="423"/>
                  </a:moveTo>
                  <a:cubicBezTo>
                    <a:pt x="1546" y="423"/>
                    <a:pt x="2035" y="556"/>
                    <a:pt x="1700" y="1118"/>
                  </a:cubicBezTo>
                  <a:cubicBezTo>
                    <a:pt x="1609" y="1273"/>
                    <a:pt x="1306" y="1344"/>
                    <a:pt x="1158" y="1438"/>
                  </a:cubicBezTo>
                  <a:cubicBezTo>
                    <a:pt x="925" y="1584"/>
                    <a:pt x="762" y="1711"/>
                    <a:pt x="719" y="1996"/>
                  </a:cubicBezTo>
                  <a:cubicBezTo>
                    <a:pt x="700" y="2120"/>
                    <a:pt x="769" y="2243"/>
                    <a:pt x="909" y="2243"/>
                  </a:cubicBezTo>
                  <a:cubicBezTo>
                    <a:pt x="921" y="2244"/>
                    <a:pt x="932" y="2244"/>
                    <a:pt x="943" y="2244"/>
                  </a:cubicBezTo>
                  <a:cubicBezTo>
                    <a:pt x="1016" y="2244"/>
                    <a:pt x="1079" y="2242"/>
                    <a:pt x="1134" y="2242"/>
                  </a:cubicBezTo>
                  <a:cubicBezTo>
                    <a:pt x="1417" y="2242"/>
                    <a:pt x="1506" y="2276"/>
                    <a:pt x="1611" y="2683"/>
                  </a:cubicBezTo>
                  <a:cubicBezTo>
                    <a:pt x="1745" y="3201"/>
                    <a:pt x="1649" y="3108"/>
                    <a:pt x="1252" y="3266"/>
                  </a:cubicBezTo>
                  <a:cubicBezTo>
                    <a:pt x="1030" y="3353"/>
                    <a:pt x="858" y="3446"/>
                    <a:pt x="732" y="3446"/>
                  </a:cubicBezTo>
                  <a:cubicBezTo>
                    <a:pt x="608" y="3446"/>
                    <a:pt x="531" y="3354"/>
                    <a:pt x="497" y="3074"/>
                  </a:cubicBezTo>
                  <a:cubicBezTo>
                    <a:pt x="398" y="2237"/>
                    <a:pt x="497" y="1322"/>
                    <a:pt x="504" y="474"/>
                  </a:cubicBezTo>
                  <a:lnTo>
                    <a:pt x="504" y="474"/>
                  </a:lnTo>
                  <a:cubicBezTo>
                    <a:pt x="645" y="448"/>
                    <a:pt x="853" y="423"/>
                    <a:pt x="1062" y="423"/>
                  </a:cubicBezTo>
                  <a:close/>
                  <a:moveTo>
                    <a:pt x="1102" y="1"/>
                  </a:moveTo>
                  <a:cubicBezTo>
                    <a:pt x="825" y="1"/>
                    <a:pt x="538" y="55"/>
                    <a:pt x="295" y="116"/>
                  </a:cubicBezTo>
                  <a:cubicBezTo>
                    <a:pt x="205" y="140"/>
                    <a:pt x="162" y="206"/>
                    <a:pt x="156" y="277"/>
                  </a:cubicBezTo>
                  <a:lnTo>
                    <a:pt x="156" y="277"/>
                  </a:lnTo>
                  <a:cubicBezTo>
                    <a:pt x="129" y="308"/>
                    <a:pt x="111" y="350"/>
                    <a:pt x="111" y="403"/>
                  </a:cubicBezTo>
                  <a:cubicBezTo>
                    <a:pt x="109" y="1025"/>
                    <a:pt x="108" y="1649"/>
                    <a:pt x="106" y="2272"/>
                  </a:cubicBezTo>
                  <a:cubicBezTo>
                    <a:pt x="103" y="2657"/>
                    <a:pt x="0" y="3170"/>
                    <a:pt x="118" y="3536"/>
                  </a:cubicBezTo>
                  <a:cubicBezTo>
                    <a:pt x="206" y="3806"/>
                    <a:pt x="365" y="3895"/>
                    <a:pt x="553" y="3895"/>
                  </a:cubicBezTo>
                  <a:cubicBezTo>
                    <a:pt x="801" y="3895"/>
                    <a:pt x="1099" y="3742"/>
                    <a:pt x="1355" y="3645"/>
                  </a:cubicBezTo>
                  <a:cubicBezTo>
                    <a:pt x="1803" y="3475"/>
                    <a:pt x="2404" y="3260"/>
                    <a:pt x="2344" y="2670"/>
                  </a:cubicBezTo>
                  <a:cubicBezTo>
                    <a:pt x="2285" y="2088"/>
                    <a:pt x="1728" y="1911"/>
                    <a:pt x="1223" y="1865"/>
                  </a:cubicBezTo>
                  <a:lnTo>
                    <a:pt x="1223" y="1865"/>
                  </a:lnTo>
                  <a:cubicBezTo>
                    <a:pt x="1446" y="1639"/>
                    <a:pt x="1897" y="1540"/>
                    <a:pt x="2068" y="1284"/>
                  </a:cubicBezTo>
                  <a:cubicBezTo>
                    <a:pt x="2199" y="1088"/>
                    <a:pt x="2218" y="861"/>
                    <a:pt x="2142" y="637"/>
                  </a:cubicBezTo>
                  <a:cubicBezTo>
                    <a:pt x="1977" y="145"/>
                    <a:pt x="1553" y="1"/>
                    <a:pt x="11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3"/>
            <p:cNvSpPr/>
            <p:nvPr/>
          </p:nvSpPr>
          <p:spPr>
            <a:xfrm>
              <a:off x="1632200" y="2217025"/>
              <a:ext cx="48575" cy="75625"/>
            </a:xfrm>
            <a:custGeom>
              <a:rect b="b" l="l" r="r" t="t"/>
              <a:pathLst>
                <a:path extrusionOk="0" h="3025" w="1943">
                  <a:moveTo>
                    <a:pt x="535" y="1"/>
                  </a:moveTo>
                  <a:cubicBezTo>
                    <a:pt x="435" y="1"/>
                    <a:pt x="328" y="18"/>
                    <a:pt x="215" y="57"/>
                  </a:cubicBezTo>
                  <a:cubicBezTo>
                    <a:pt x="0" y="132"/>
                    <a:pt x="63" y="450"/>
                    <a:pt x="255" y="450"/>
                  </a:cubicBezTo>
                  <a:cubicBezTo>
                    <a:pt x="276" y="450"/>
                    <a:pt x="298" y="447"/>
                    <a:pt x="321" y="439"/>
                  </a:cubicBezTo>
                  <a:cubicBezTo>
                    <a:pt x="379" y="419"/>
                    <a:pt x="436" y="410"/>
                    <a:pt x="490" y="410"/>
                  </a:cubicBezTo>
                  <a:cubicBezTo>
                    <a:pt x="889" y="410"/>
                    <a:pt x="1172" y="885"/>
                    <a:pt x="780" y="1195"/>
                  </a:cubicBezTo>
                  <a:lnTo>
                    <a:pt x="780" y="1195"/>
                  </a:lnTo>
                  <a:cubicBezTo>
                    <a:pt x="774" y="1199"/>
                    <a:pt x="767" y="1204"/>
                    <a:pt x="760" y="1209"/>
                  </a:cubicBezTo>
                  <a:cubicBezTo>
                    <a:pt x="761" y="1209"/>
                    <a:pt x="761" y="1209"/>
                    <a:pt x="761" y="1210"/>
                  </a:cubicBezTo>
                  <a:lnTo>
                    <a:pt x="761" y="1210"/>
                  </a:lnTo>
                  <a:cubicBezTo>
                    <a:pt x="597" y="1333"/>
                    <a:pt x="702" y="1587"/>
                    <a:pt x="858" y="1587"/>
                  </a:cubicBezTo>
                  <a:cubicBezTo>
                    <a:pt x="890" y="1587"/>
                    <a:pt x="926" y="1576"/>
                    <a:pt x="961" y="1550"/>
                  </a:cubicBezTo>
                  <a:cubicBezTo>
                    <a:pt x="1012" y="1512"/>
                    <a:pt x="1066" y="1496"/>
                    <a:pt x="1118" y="1496"/>
                  </a:cubicBezTo>
                  <a:cubicBezTo>
                    <a:pt x="1254" y="1496"/>
                    <a:pt x="1382" y="1604"/>
                    <a:pt x="1438" y="1724"/>
                  </a:cubicBezTo>
                  <a:cubicBezTo>
                    <a:pt x="1531" y="1930"/>
                    <a:pt x="1485" y="2147"/>
                    <a:pt x="1310" y="2308"/>
                  </a:cubicBezTo>
                  <a:cubicBezTo>
                    <a:pt x="1074" y="2525"/>
                    <a:pt x="717" y="2595"/>
                    <a:pt x="411" y="2629"/>
                  </a:cubicBezTo>
                  <a:cubicBezTo>
                    <a:pt x="172" y="2657"/>
                    <a:pt x="160" y="3024"/>
                    <a:pt x="386" y="3024"/>
                  </a:cubicBezTo>
                  <a:cubicBezTo>
                    <a:pt x="394" y="3024"/>
                    <a:pt x="402" y="3024"/>
                    <a:pt x="411" y="3023"/>
                  </a:cubicBezTo>
                  <a:cubicBezTo>
                    <a:pt x="1017" y="2954"/>
                    <a:pt x="1943" y="2668"/>
                    <a:pt x="1904" y="1893"/>
                  </a:cubicBezTo>
                  <a:cubicBezTo>
                    <a:pt x="1886" y="1540"/>
                    <a:pt x="1613" y="1204"/>
                    <a:pt x="1290" y="1112"/>
                  </a:cubicBezTo>
                  <a:lnTo>
                    <a:pt x="1290" y="1112"/>
                  </a:lnTo>
                  <a:cubicBezTo>
                    <a:pt x="1469" y="597"/>
                    <a:pt x="1121" y="1"/>
                    <a:pt x="53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3"/>
            <p:cNvSpPr/>
            <p:nvPr/>
          </p:nvSpPr>
          <p:spPr>
            <a:xfrm>
              <a:off x="1744575" y="2246475"/>
              <a:ext cx="17150" cy="104925"/>
            </a:xfrm>
            <a:custGeom>
              <a:rect b="b" l="l" r="r" t="t"/>
              <a:pathLst>
                <a:path extrusionOk="0" h="4197" w="686">
                  <a:moveTo>
                    <a:pt x="494" y="0"/>
                  </a:moveTo>
                  <a:cubicBezTo>
                    <a:pt x="395" y="0"/>
                    <a:pt x="292" y="63"/>
                    <a:pt x="282" y="188"/>
                  </a:cubicBezTo>
                  <a:cubicBezTo>
                    <a:pt x="192" y="1461"/>
                    <a:pt x="100" y="2734"/>
                    <a:pt x="9" y="4008"/>
                  </a:cubicBezTo>
                  <a:cubicBezTo>
                    <a:pt x="0" y="4134"/>
                    <a:pt x="94" y="4197"/>
                    <a:pt x="193" y="4197"/>
                  </a:cubicBezTo>
                  <a:cubicBezTo>
                    <a:pt x="291" y="4197"/>
                    <a:pt x="394" y="4134"/>
                    <a:pt x="403" y="4008"/>
                  </a:cubicBezTo>
                  <a:cubicBezTo>
                    <a:pt x="494" y="2735"/>
                    <a:pt x="586" y="1463"/>
                    <a:pt x="676" y="188"/>
                  </a:cubicBezTo>
                  <a:cubicBezTo>
                    <a:pt x="685" y="63"/>
                    <a:pt x="592" y="0"/>
                    <a:pt x="49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3"/>
            <p:cNvSpPr/>
            <p:nvPr/>
          </p:nvSpPr>
          <p:spPr>
            <a:xfrm>
              <a:off x="1719200" y="2290475"/>
              <a:ext cx="70725" cy="11175"/>
            </a:xfrm>
            <a:custGeom>
              <a:rect b="b" l="l" r="r" t="t"/>
              <a:pathLst>
                <a:path extrusionOk="0" h="447" w="2829">
                  <a:moveTo>
                    <a:pt x="2581" y="0"/>
                  </a:moveTo>
                  <a:cubicBezTo>
                    <a:pt x="2579" y="0"/>
                    <a:pt x="2577" y="0"/>
                    <a:pt x="2576" y="0"/>
                  </a:cubicBezTo>
                  <a:cubicBezTo>
                    <a:pt x="1803" y="17"/>
                    <a:pt x="1030" y="36"/>
                    <a:pt x="255" y="53"/>
                  </a:cubicBezTo>
                  <a:cubicBezTo>
                    <a:pt x="2" y="59"/>
                    <a:pt x="0" y="447"/>
                    <a:pt x="250" y="447"/>
                  </a:cubicBezTo>
                  <a:cubicBezTo>
                    <a:pt x="251" y="447"/>
                    <a:pt x="253" y="447"/>
                    <a:pt x="255" y="447"/>
                  </a:cubicBezTo>
                  <a:cubicBezTo>
                    <a:pt x="1028" y="430"/>
                    <a:pt x="1801" y="411"/>
                    <a:pt x="2576" y="394"/>
                  </a:cubicBezTo>
                  <a:cubicBezTo>
                    <a:pt x="2826" y="388"/>
                    <a:pt x="2829" y="0"/>
                    <a:pt x="258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3"/>
            <p:cNvSpPr/>
            <p:nvPr/>
          </p:nvSpPr>
          <p:spPr>
            <a:xfrm>
              <a:off x="1846350" y="2233025"/>
              <a:ext cx="64100" cy="87875"/>
            </a:xfrm>
            <a:custGeom>
              <a:rect b="b" l="l" r="r" t="t"/>
              <a:pathLst>
                <a:path extrusionOk="0" h="3515" w="2564">
                  <a:moveTo>
                    <a:pt x="1826" y="0"/>
                  </a:moveTo>
                  <a:cubicBezTo>
                    <a:pt x="1817" y="0"/>
                    <a:pt x="1808" y="1"/>
                    <a:pt x="1799" y="2"/>
                  </a:cubicBezTo>
                  <a:cubicBezTo>
                    <a:pt x="827" y="128"/>
                    <a:pt x="1" y="1011"/>
                    <a:pt x="159" y="2033"/>
                  </a:cubicBezTo>
                  <a:cubicBezTo>
                    <a:pt x="300" y="2935"/>
                    <a:pt x="1132" y="3514"/>
                    <a:pt x="1995" y="3514"/>
                  </a:cubicBezTo>
                  <a:cubicBezTo>
                    <a:pt x="2106" y="3514"/>
                    <a:pt x="2218" y="3505"/>
                    <a:pt x="2328" y="3485"/>
                  </a:cubicBezTo>
                  <a:cubicBezTo>
                    <a:pt x="2563" y="3442"/>
                    <a:pt x="2482" y="3102"/>
                    <a:pt x="2263" y="3102"/>
                  </a:cubicBezTo>
                  <a:cubicBezTo>
                    <a:pt x="2250" y="3102"/>
                    <a:pt x="2236" y="3103"/>
                    <a:pt x="2222" y="3106"/>
                  </a:cubicBezTo>
                  <a:cubicBezTo>
                    <a:pt x="2141" y="3120"/>
                    <a:pt x="2060" y="3127"/>
                    <a:pt x="1978" y="3127"/>
                  </a:cubicBezTo>
                  <a:cubicBezTo>
                    <a:pt x="1314" y="3127"/>
                    <a:pt x="655" y="2666"/>
                    <a:pt x="555" y="1979"/>
                  </a:cubicBezTo>
                  <a:cubicBezTo>
                    <a:pt x="443" y="1213"/>
                    <a:pt x="1040" y="495"/>
                    <a:pt x="1797" y="396"/>
                  </a:cubicBezTo>
                  <a:cubicBezTo>
                    <a:pt x="2038" y="365"/>
                    <a:pt x="2049" y="0"/>
                    <a:pt x="182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3"/>
            <p:cNvSpPr/>
            <p:nvPr/>
          </p:nvSpPr>
          <p:spPr>
            <a:xfrm>
              <a:off x="1934575" y="2201200"/>
              <a:ext cx="55000" cy="48100"/>
            </a:xfrm>
            <a:custGeom>
              <a:rect b="b" l="l" r="r" t="t"/>
              <a:pathLst>
                <a:path extrusionOk="0" h="1924" w="2200">
                  <a:moveTo>
                    <a:pt x="1090" y="1"/>
                  </a:moveTo>
                  <a:cubicBezTo>
                    <a:pt x="1072" y="1"/>
                    <a:pt x="1054" y="4"/>
                    <a:pt x="1035" y="11"/>
                  </a:cubicBezTo>
                  <a:cubicBezTo>
                    <a:pt x="762" y="117"/>
                    <a:pt x="488" y="221"/>
                    <a:pt x="215" y="326"/>
                  </a:cubicBezTo>
                  <a:cubicBezTo>
                    <a:pt x="0" y="405"/>
                    <a:pt x="58" y="718"/>
                    <a:pt x="244" y="718"/>
                  </a:cubicBezTo>
                  <a:cubicBezTo>
                    <a:pt x="266" y="718"/>
                    <a:pt x="290" y="714"/>
                    <a:pt x="315" y="704"/>
                  </a:cubicBezTo>
                  <a:cubicBezTo>
                    <a:pt x="498" y="634"/>
                    <a:pt x="680" y="565"/>
                    <a:pt x="862" y="494"/>
                  </a:cubicBezTo>
                  <a:lnTo>
                    <a:pt x="862" y="494"/>
                  </a:lnTo>
                  <a:cubicBezTo>
                    <a:pt x="810" y="804"/>
                    <a:pt x="679" y="1086"/>
                    <a:pt x="467" y="1332"/>
                  </a:cubicBezTo>
                  <a:cubicBezTo>
                    <a:pt x="377" y="1437"/>
                    <a:pt x="397" y="1632"/>
                    <a:pt x="554" y="1662"/>
                  </a:cubicBezTo>
                  <a:cubicBezTo>
                    <a:pt x="989" y="1747"/>
                    <a:pt x="1425" y="1833"/>
                    <a:pt x="1861" y="1919"/>
                  </a:cubicBezTo>
                  <a:cubicBezTo>
                    <a:pt x="1876" y="1922"/>
                    <a:pt x="1890" y="1924"/>
                    <a:pt x="1904" y="1924"/>
                  </a:cubicBezTo>
                  <a:cubicBezTo>
                    <a:pt x="2119" y="1924"/>
                    <a:pt x="2200" y="1586"/>
                    <a:pt x="1966" y="1540"/>
                  </a:cubicBezTo>
                  <a:cubicBezTo>
                    <a:pt x="1628" y="1473"/>
                    <a:pt x="1290" y="1406"/>
                    <a:pt x="951" y="1340"/>
                  </a:cubicBezTo>
                  <a:lnTo>
                    <a:pt x="951" y="1340"/>
                  </a:lnTo>
                  <a:cubicBezTo>
                    <a:pt x="1167" y="1000"/>
                    <a:pt x="1280" y="618"/>
                    <a:pt x="1284" y="201"/>
                  </a:cubicBezTo>
                  <a:cubicBezTo>
                    <a:pt x="1286" y="101"/>
                    <a:pt x="1192" y="1"/>
                    <a:pt x="10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3"/>
            <p:cNvSpPr/>
            <p:nvPr/>
          </p:nvSpPr>
          <p:spPr>
            <a:xfrm>
              <a:off x="2034875" y="2252900"/>
              <a:ext cx="13325" cy="65375"/>
            </a:xfrm>
            <a:custGeom>
              <a:rect b="b" l="l" r="r" t="t"/>
              <a:pathLst>
                <a:path extrusionOk="0" h="2615" w="533">
                  <a:moveTo>
                    <a:pt x="345" y="0"/>
                  </a:moveTo>
                  <a:cubicBezTo>
                    <a:pt x="246" y="0"/>
                    <a:pt x="139" y="63"/>
                    <a:pt x="123" y="188"/>
                  </a:cubicBezTo>
                  <a:cubicBezTo>
                    <a:pt x="30" y="932"/>
                    <a:pt x="1" y="1676"/>
                    <a:pt x="37" y="2425"/>
                  </a:cubicBezTo>
                  <a:cubicBezTo>
                    <a:pt x="43" y="2551"/>
                    <a:pt x="145" y="2615"/>
                    <a:pt x="244" y="2615"/>
                  </a:cubicBezTo>
                  <a:cubicBezTo>
                    <a:pt x="342" y="2615"/>
                    <a:pt x="437" y="2552"/>
                    <a:pt x="430" y="2425"/>
                  </a:cubicBezTo>
                  <a:cubicBezTo>
                    <a:pt x="395" y="1675"/>
                    <a:pt x="426" y="932"/>
                    <a:pt x="516" y="188"/>
                  </a:cubicBezTo>
                  <a:cubicBezTo>
                    <a:pt x="533" y="63"/>
                    <a:pt x="443" y="0"/>
                    <a:pt x="3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3"/>
            <p:cNvSpPr/>
            <p:nvPr/>
          </p:nvSpPr>
          <p:spPr>
            <a:xfrm>
              <a:off x="2017675" y="2275250"/>
              <a:ext cx="54175" cy="10950"/>
            </a:xfrm>
            <a:custGeom>
              <a:rect b="b" l="l" r="r" t="t"/>
              <a:pathLst>
                <a:path extrusionOk="0" h="438" w="2167">
                  <a:moveTo>
                    <a:pt x="250" y="1"/>
                  </a:moveTo>
                  <a:cubicBezTo>
                    <a:pt x="0" y="1"/>
                    <a:pt x="2" y="389"/>
                    <a:pt x="255" y="395"/>
                  </a:cubicBezTo>
                  <a:cubicBezTo>
                    <a:pt x="808" y="409"/>
                    <a:pt x="1359" y="423"/>
                    <a:pt x="1911" y="437"/>
                  </a:cubicBezTo>
                  <a:cubicBezTo>
                    <a:pt x="1914" y="438"/>
                    <a:pt x="1916" y="438"/>
                    <a:pt x="1918" y="438"/>
                  </a:cubicBezTo>
                  <a:cubicBezTo>
                    <a:pt x="2166" y="438"/>
                    <a:pt x="2164" y="51"/>
                    <a:pt x="1911" y="44"/>
                  </a:cubicBezTo>
                  <a:cubicBezTo>
                    <a:pt x="1359" y="29"/>
                    <a:pt x="808" y="15"/>
                    <a:pt x="255" y="1"/>
                  </a:cubicBezTo>
                  <a:cubicBezTo>
                    <a:pt x="253" y="1"/>
                    <a:pt x="251" y="1"/>
                    <a:pt x="25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3"/>
            <p:cNvSpPr/>
            <p:nvPr/>
          </p:nvSpPr>
          <p:spPr>
            <a:xfrm>
              <a:off x="2115025" y="2229950"/>
              <a:ext cx="37875" cy="73250"/>
            </a:xfrm>
            <a:custGeom>
              <a:rect b="b" l="l" r="r" t="t"/>
              <a:pathLst>
                <a:path extrusionOk="0" h="2930" w="1515">
                  <a:moveTo>
                    <a:pt x="1249" y="1"/>
                  </a:moveTo>
                  <a:cubicBezTo>
                    <a:pt x="1192" y="1"/>
                    <a:pt x="1137" y="31"/>
                    <a:pt x="1107" y="104"/>
                  </a:cubicBezTo>
                  <a:cubicBezTo>
                    <a:pt x="744" y="957"/>
                    <a:pt x="392" y="1816"/>
                    <a:pt x="50" y="2679"/>
                  </a:cubicBezTo>
                  <a:cubicBezTo>
                    <a:pt x="0" y="2802"/>
                    <a:pt x="126" y="2930"/>
                    <a:pt x="248" y="2930"/>
                  </a:cubicBezTo>
                  <a:cubicBezTo>
                    <a:pt x="281" y="2930"/>
                    <a:pt x="312" y="2921"/>
                    <a:pt x="341" y="2901"/>
                  </a:cubicBezTo>
                  <a:cubicBezTo>
                    <a:pt x="401" y="2858"/>
                    <a:pt x="462" y="2814"/>
                    <a:pt x="523" y="2769"/>
                  </a:cubicBezTo>
                  <a:cubicBezTo>
                    <a:pt x="636" y="2688"/>
                    <a:pt x="626" y="2546"/>
                    <a:pt x="559" y="2462"/>
                  </a:cubicBezTo>
                  <a:lnTo>
                    <a:pt x="559" y="2462"/>
                  </a:lnTo>
                  <a:cubicBezTo>
                    <a:pt x="848" y="1739"/>
                    <a:pt x="1144" y="1020"/>
                    <a:pt x="1447" y="303"/>
                  </a:cubicBezTo>
                  <a:cubicBezTo>
                    <a:pt x="1514" y="145"/>
                    <a:pt x="1375" y="1"/>
                    <a:pt x="124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3"/>
            <p:cNvSpPr/>
            <p:nvPr/>
          </p:nvSpPr>
          <p:spPr>
            <a:xfrm>
              <a:off x="2143800" y="2229625"/>
              <a:ext cx="31400" cy="74150"/>
            </a:xfrm>
            <a:custGeom>
              <a:rect b="b" l="l" r="r" t="t"/>
              <a:pathLst>
                <a:path extrusionOk="0" h="2966" w="1256">
                  <a:moveTo>
                    <a:pt x="241" y="1"/>
                  </a:moveTo>
                  <a:cubicBezTo>
                    <a:pt x="122" y="1"/>
                    <a:pt x="1" y="97"/>
                    <a:pt x="46" y="244"/>
                  </a:cubicBezTo>
                  <a:cubicBezTo>
                    <a:pt x="308" y="1104"/>
                    <a:pt x="570" y="1965"/>
                    <a:pt x="832" y="2828"/>
                  </a:cubicBezTo>
                  <a:cubicBezTo>
                    <a:pt x="861" y="2924"/>
                    <a:pt x="938" y="2965"/>
                    <a:pt x="1017" y="2965"/>
                  </a:cubicBezTo>
                  <a:cubicBezTo>
                    <a:pt x="1136" y="2965"/>
                    <a:pt x="1256" y="2870"/>
                    <a:pt x="1211" y="2722"/>
                  </a:cubicBezTo>
                  <a:cubicBezTo>
                    <a:pt x="951" y="1862"/>
                    <a:pt x="687" y="1001"/>
                    <a:pt x="425" y="138"/>
                  </a:cubicBezTo>
                  <a:cubicBezTo>
                    <a:pt x="396" y="42"/>
                    <a:pt x="319" y="1"/>
                    <a:pt x="24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3"/>
            <p:cNvSpPr/>
            <p:nvPr/>
          </p:nvSpPr>
          <p:spPr>
            <a:xfrm>
              <a:off x="2135200" y="2264825"/>
              <a:ext cx="36050" cy="12100"/>
            </a:xfrm>
            <a:custGeom>
              <a:rect b="b" l="l" r="r" t="t"/>
              <a:pathLst>
                <a:path extrusionOk="0" h="484" w="1442">
                  <a:moveTo>
                    <a:pt x="916" y="1"/>
                  </a:moveTo>
                  <a:cubicBezTo>
                    <a:pt x="683" y="1"/>
                    <a:pt x="451" y="33"/>
                    <a:pt x="224" y="96"/>
                  </a:cubicBezTo>
                  <a:cubicBezTo>
                    <a:pt x="0" y="156"/>
                    <a:pt x="70" y="483"/>
                    <a:pt x="273" y="483"/>
                  </a:cubicBezTo>
                  <a:cubicBezTo>
                    <a:pt x="291" y="483"/>
                    <a:pt x="310" y="481"/>
                    <a:pt x="330" y="475"/>
                  </a:cubicBezTo>
                  <a:cubicBezTo>
                    <a:pt x="527" y="420"/>
                    <a:pt x="724" y="394"/>
                    <a:pt x="924" y="394"/>
                  </a:cubicBezTo>
                  <a:cubicBezTo>
                    <a:pt x="1012" y="394"/>
                    <a:pt x="1100" y="399"/>
                    <a:pt x="1190" y="409"/>
                  </a:cubicBezTo>
                  <a:cubicBezTo>
                    <a:pt x="1199" y="410"/>
                    <a:pt x="1207" y="411"/>
                    <a:pt x="1215" y="411"/>
                  </a:cubicBezTo>
                  <a:cubicBezTo>
                    <a:pt x="1442" y="411"/>
                    <a:pt x="1430" y="40"/>
                    <a:pt x="1190" y="16"/>
                  </a:cubicBezTo>
                  <a:cubicBezTo>
                    <a:pt x="1099" y="6"/>
                    <a:pt x="1007" y="1"/>
                    <a:pt x="9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3"/>
            <p:cNvSpPr/>
            <p:nvPr/>
          </p:nvSpPr>
          <p:spPr>
            <a:xfrm>
              <a:off x="1518100" y="2383025"/>
              <a:ext cx="669775" cy="15250"/>
            </a:xfrm>
            <a:custGeom>
              <a:rect b="b" l="l" r="r" t="t"/>
              <a:pathLst>
                <a:path extrusionOk="0" h="610" w="26791">
                  <a:moveTo>
                    <a:pt x="2064" y="1"/>
                  </a:moveTo>
                  <a:cubicBezTo>
                    <a:pt x="1461" y="1"/>
                    <a:pt x="857" y="1"/>
                    <a:pt x="254" y="2"/>
                  </a:cubicBezTo>
                  <a:cubicBezTo>
                    <a:pt x="3" y="2"/>
                    <a:pt x="1" y="395"/>
                    <a:pt x="255" y="395"/>
                  </a:cubicBezTo>
                  <a:cubicBezTo>
                    <a:pt x="1914" y="393"/>
                    <a:pt x="3572" y="391"/>
                    <a:pt x="5230" y="391"/>
                  </a:cubicBezTo>
                  <a:cubicBezTo>
                    <a:pt x="10900" y="391"/>
                    <a:pt x="16570" y="412"/>
                    <a:pt x="22238" y="493"/>
                  </a:cubicBezTo>
                  <a:cubicBezTo>
                    <a:pt x="23670" y="513"/>
                    <a:pt x="25110" y="507"/>
                    <a:pt x="26538" y="609"/>
                  </a:cubicBezTo>
                  <a:cubicBezTo>
                    <a:pt x="26544" y="609"/>
                    <a:pt x="26550" y="609"/>
                    <a:pt x="26555" y="609"/>
                  </a:cubicBezTo>
                  <a:cubicBezTo>
                    <a:pt x="26790" y="609"/>
                    <a:pt x="26784" y="233"/>
                    <a:pt x="26538" y="215"/>
                  </a:cubicBezTo>
                  <a:cubicBezTo>
                    <a:pt x="24430" y="65"/>
                    <a:pt x="22305" y="47"/>
                    <a:pt x="20183" y="47"/>
                  </a:cubicBezTo>
                  <a:cubicBezTo>
                    <a:pt x="19535" y="47"/>
                    <a:pt x="18888" y="49"/>
                    <a:pt x="18241" y="49"/>
                  </a:cubicBezTo>
                  <a:cubicBezTo>
                    <a:pt x="17758" y="49"/>
                    <a:pt x="17276" y="48"/>
                    <a:pt x="16794" y="45"/>
                  </a:cubicBezTo>
                  <a:cubicBezTo>
                    <a:pt x="12488" y="16"/>
                    <a:pt x="8180" y="6"/>
                    <a:pt x="3873" y="2"/>
                  </a:cubicBezTo>
                  <a:cubicBezTo>
                    <a:pt x="3270" y="1"/>
                    <a:pt x="2667" y="1"/>
                    <a:pt x="206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3"/>
            <p:cNvSpPr/>
            <p:nvPr/>
          </p:nvSpPr>
          <p:spPr>
            <a:xfrm>
              <a:off x="1732600" y="2437125"/>
              <a:ext cx="49925" cy="72975"/>
            </a:xfrm>
            <a:custGeom>
              <a:rect b="b" l="l" r="r" t="t"/>
              <a:pathLst>
                <a:path extrusionOk="0" h="2919" w="1997">
                  <a:moveTo>
                    <a:pt x="916" y="1"/>
                  </a:moveTo>
                  <a:cubicBezTo>
                    <a:pt x="654" y="1"/>
                    <a:pt x="392" y="56"/>
                    <a:pt x="209" y="132"/>
                  </a:cubicBezTo>
                  <a:cubicBezTo>
                    <a:pt x="0" y="220"/>
                    <a:pt x="56" y="530"/>
                    <a:pt x="237" y="530"/>
                  </a:cubicBezTo>
                  <a:cubicBezTo>
                    <a:pt x="259" y="530"/>
                    <a:pt x="284" y="525"/>
                    <a:pt x="310" y="515"/>
                  </a:cubicBezTo>
                  <a:cubicBezTo>
                    <a:pt x="485" y="443"/>
                    <a:pt x="637" y="392"/>
                    <a:pt x="828" y="392"/>
                  </a:cubicBezTo>
                  <a:cubicBezTo>
                    <a:pt x="841" y="392"/>
                    <a:pt x="853" y="392"/>
                    <a:pt x="866" y="393"/>
                  </a:cubicBezTo>
                  <a:lnTo>
                    <a:pt x="1123" y="432"/>
                  </a:lnTo>
                  <a:cubicBezTo>
                    <a:pt x="1127" y="432"/>
                    <a:pt x="1131" y="431"/>
                    <a:pt x="1135" y="431"/>
                  </a:cubicBezTo>
                  <a:cubicBezTo>
                    <a:pt x="1353" y="431"/>
                    <a:pt x="1418" y="510"/>
                    <a:pt x="1331" y="668"/>
                  </a:cubicBezTo>
                  <a:cubicBezTo>
                    <a:pt x="1288" y="943"/>
                    <a:pt x="947" y="1169"/>
                    <a:pt x="743" y="1329"/>
                  </a:cubicBezTo>
                  <a:cubicBezTo>
                    <a:pt x="590" y="1448"/>
                    <a:pt x="736" y="1648"/>
                    <a:pt x="882" y="1666"/>
                  </a:cubicBezTo>
                  <a:cubicBezTo>
                    <a:pt x="895" y="1665"/>
                    <a:pt x="907" y="1664"/>
                    <a:pt x="920" y="1664"/>
                  </a:cubicBezTo>
                  <a:cubicBezTo>
                    <a:pt x="1185" y="1664"/>
                    <a:pt x="1351" y="1824"/>
                    <a:pt x="1418" y="2145"/>
                  </a:cubicBezTo>
                  <a:cubicBezTo>
                    <a:pt x="1327" y="2237"/>
                    <a:pt x="1224" y="2311"/>
                    <a:pt x="1109" y="2368"/>
                  </a:cubicBezTo>
                  <a:cubicBezTo>
                    <a:pt x="888" y="2485"/>
                    <a:pt x="660" y="2526"/>
                    <a:pt x="419" y="2526"/>
                  </a:cubicBezTo>
                  <a:cubicBezTo>
                    <a:pt x="380" y="2526"/>
                    <a:pt x="340" y="2525"/>
                    <a:pt x="300" y="2523"/>
                  </a:cubicBezTo>
                  <a:cubicBezTo>
                    <a:pt x="296" y="2523"/>
                    <a:pt x="292" y="2523"/>
                    <a:pt x="288" y="2523"/>
                  </a:cubicBezTo>
                  <a:cubicBezTo>
                    <a:pt x="46" y="2523"/>
                    <a:pt x="52" y="2904"/>
                    <a:pt x="300" y="2917"/>
                  </a:cubicBezTo>
                  <a:cubicBezTo>
                    <a:pt x="330" y="2918"/>
                    <a:pt x="360" y="2919"/>
                    <a:pt x="392" y="2919"/>
                  </a:cubicBezTo>
                  <a:cubicBezTo>
                    <a:pt x="914" y="2919"/>
                    <a:pt x="1657" y="2723"/>
                    <a:pt x="1844" y="2187"/>
                  </a:cubicBezTo>
                  <a:cubicBezTo>
                    <a:pt x="1996" y="1743"/>
                    <a:pt x="1681" y="1494"/>
                    <a:pt x="1318" y="1368"/>
                  </a:cubicBezTo>
                  <a:lnTo>
                    <a:pt x="1318" y="1368"/>
                  </a:lnTo>
                  <a:cubicBezTo>
                    <a:pt x="1629" y="1096"/>
                    <a:pt x="1969" y="712"/>
                    <a:pt x="1768" y="371"/>
                  </a:cubicBezTo>
                  <a:cubicBezTo>
                    <a:pt x="1605" y="97"/>
                    <a:pt x="1261" y="1"/>
                    <a:pt x="9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3"/>
            <p:cNvSpPr/>
            <p:nvPr/>
          </p:nvSpPr>
          <p:spPr>
            <a:xfrm>
              <a:off x="1817100" y="2438375"/>
              <a:ext cx="13300" cy="63275"/>
            </a:xfrm>
            <a:custGeom>
              <a:rect b="b" l="l" r="r" t="t"/>
              <a:pathLst>
                <a:path extrusionOk="0" h="2531" w="532">
                  <a:moveTo>
                    <a:pt x="255" y="1"/>
                  </a:moveTo>
                  <a:cubicBezTo>
                    <a:pt x="157" y="1"/>
                    <a:pt x="55" y="64"/>
                    <a:pt x="47" y="190"/>
                  </a:cubicBezTo>
                  <a:cubicBezTo>
                    <a:pt x="1" y="911"/>
                    <a:pt x="27" y="1628"/>
                    <a:pt x="121" y="2344"/>
                  </a:cubicBezTo>
                  <a:cubicBezTo>
                    <a:pt x="138" y="2468"/>
                    <a:pt x="246" y="2530"/>
                    <a:pt x="345" y="2530"/>
                  </a:cubicBezTo>
                  <a:cubicBezTo>
                    <a:pt x="443" y="2530"/>
                    <a:pt x="532" y="2469"/>
                    <a:pt x="515" y="2344"/>
                  </a:cubicBezTo>
                  <a:cubicBezTo>
                    <a:pt x="420" y="1626"/>
                    <a:pt x="395" y="910"/>
                    <a:pt x="440" y="190"/>
                  </a:cubicBezTo>
                  <a:cubicBezTo>
                    <a:pt x="448" y="64"/>
                    <a:pt x="354" y="1"/>
                    <a:pt x="25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3"/>
            <p:cNvSpPr/>
            <p:nvPr/>
          </p:nvSpPr>
          <p:spPr>
            <a:xfrm>
              <a:off x="1816650" y="2436100"/>
              <a:ext cx="51300" cy="73075"/>
            </a:xfrm>
            <a:custGeom>
              <a:rect b="b" l="l" r="r" t="t"/>
              <a:pathLst>
                <a:path extrusionOk="0" h="2923" w="2052">
                  <a:moveTo>
                    <a:pt x="406" y="1"/>
                  </a:moveTo>
                  <a:cubicBezTo>
                    <a:pt x="353" y="1"/>
                    <a:pt x="302" y="2"/>
                    <a:pt x="252" y="4"/>
                  </a:cubicBezTo>
                  <a:cubicBezTo>
                    <a:pt x="5" y="19"/>
                    <a:pt x="0" y="399"/>
                    <a:pt x="239" y="399"/>
                  </a:cubicBezTo>
                  <a:cubicBezTo>
                    <a:pt x="243" y="399"/>
                    <a:pt x="248" y="398"/>
                    <a:pt x="252" y="398"/>
                  </a:cubicBezTo>
                  <a:cubicBezTo>
                    <a:pt x="283" y="397"/>
                    <a:pt x="327" y="395"/>
                    <a:pt x="378" y="395"/>
                  </a:cubicBezTo>
                  <a:cubicBezTo>
                    <a:pt x="743" y="395"/>
                    <a:pt x="1510" y="461"/>
                    <a:pt x="1096" y="1024"/>
                  </a:cubicBezTo>
                  <a:cubicBezTo>
                    <a:pt x="970" y="1196"/>
                    <a:pt x="678" y="1279"/>
                    <a:pt x="490" y="1340"/>
                  </a:cubicBezTo>
                  <a:cubicBezTo>
                    <a:pt x="344" y="1389"/>
                    <a:pt x="280" y="1622"/>
                    <a:pt x="444" y="1699"/>
                  </a:cubicBezTo>
                  <a:cubicBezTo>
                    <a:pt x="563" y="1755"/>
                    <a:pt x="656" y="1792"/>
                    <a:pt x="791" y="1807"/>
                  </a:cubicBezTo>
                  <a:cubicBezTo>
                    <a:pt x="802" y="1808"/>
                    <a:pt x="813" y="1809"/>
                    <a:pt x="826" y="1809"/>
                  </a:cubicBezTo>
                  <a:cubicBezTo>
                    <a:pt x="921" y="1809"/>
                    <a:pt x="1052" y="1776"/>
                    <a:pt x="1156" y="1776"/>
                  </a:cubicBezTo>
                  <a:cubicBezTo>
                    <a:pt x="1194" y="1776"/>
                    <a:pt x="1229" y="1780"/>
                    <a:pt x="1257" y="1792"/>
                  </a:cubicBezTo>
                  <a:cubicBezTo>
                    <a:pt x="1794" y="2026"/>
                    <a:pt x="1233" y="2372"/>
                    <a:pt x="1002" y="2457"/>
                  </a:cubicBezTo>
                  <a:cubicBezTo>
                    <a:pt x="850" y="2512"/>
                    <a:pt x="698" y="2532"/>
                    <a:pt x="542" y="2532"/>
                  </a:cubicBezTo>
                  <a:cubicBezTo>
                    <a:pt x="467" y="2532"/>
                    <a:pt x="392" y="2528"/>
                    <a:pt x="315" y="2520"/>
                  </a:cubicBezTo>
                  <a:cubicBezTo>
                    <a:pt x="307" y="2519"/>
                    <a:pt x="299" y="2518"/>
                    <a:pt x="291" y="2518"/>
                  </a:cubicBezTo>
                  <a:cubicBezTo>
                    <a:pt x="62" y="2518"/>
                    <a:pt x="73" y="2887"/>
                    <a:pt x="315" y="2913"/>
                  </a:cubicBezTo>
                  <a:cubicBezTo>
                    <a:pt x="370" y="2919"/>
                    <a:pt x="428" y="2922"/>
                    <a:pt x="489" y="2922"/>
                  </a:cubicBezTo>
                  <a:cubicBezTo>
                    <a:pt x="1059" y="2922"/>
                    <a:pt x="1866" y="2663"/>
                    <a:pt x="1964" y="2044"/>
                  </a:cubicBezTo>
                  <a:cubicBezTo>
                    <a:pt x="2052" y="1503"/>
                    <a:pt x="1623" y="1456"/>
                    <a:pt x="1207" y="1437"/>
                  </a:cubicBezTo>
                  <a:lnTo>
                    <a:pt x="1207" y="1437"/>
                  </a:lnTo>
                  <a:cubicBezTo>
                    <a:pt x="1445" y="1274"/>
                    <a:pt x="1621" y="1050"/>
                    <a:pt x="1597" y="737"/>
                  </a:cubicBezTo>
                  <a:cubicBezTo>
                    <a:pt x="1547" y="131"/>
                    <a:pt x="912" y="1"/>
                    <a:pt x="40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3"/>
            <p:cNvSpPr/>
            <p:nvPr/>
          </p:nvSpPr>
          <p:spPr>
            <a:xfrm>
              <a:off x="1873900" y="2433925"/>
              <a:ext cx="61925" cy="71600"/>
            </a:xfrm>
            <a:custGeom>
              <a:rect b="b" l="l" r="r" t="t"/>
              <a:pathLst>
                <a:path extrusionOk="0" h="2864" w="2477">
                  <a:moveTo>
                    <a:pt x="1627" y="0"/>
                  </a:moveTo>
                  <a:cubicBezTo>
                    <a:pt x="1560" y="0"/>
                    <a:pt x="1491" y="32"/>
                    <a:pt x="1450" y="93"/>
                  </a:cubicBezTo>
                  <a:cubicBezTo>
                    <a:pt x="927" y="869"/>
                    <a:pt x="468" y="1680"/>
                    <a:pt x="74" y="2529"/>
                  </a:cubicBezTo>
                  <a:cubicBezTo>
                    <a:pt x="0" y="2686"/>
                    <a:pt x="137" y="2830"/>
                    <a:pt x="265" y="2830"/>
                  </a:cubicBezTo>
                  <a:cubicBezTo>
                    <a:pt x="323" y="2830"/>
                    <a:pt x="380" y="2800"/>
                    <a:pt x="413" y="2728"/>
                  </a:cubicBezTo>
                  <a:cubicBezTo>
                    <a:pt x="745" y="2018"/>
                    <a:pt x="1120" y="1335"/>
                    <a:pt x="1539" y="676"/>
                  </a:cubicBezTo>
                  <a:lnTo>
                    <a:pt x="1539" y="676"/>
                  </a:lnTo>
                  <a:cubicBezTo>
                    <a:pt x="1713" y="1358"/>
                    <a:pt x="1887" y="2040"/>
                    <a:pt x="2059" y="2724"/>
                  </a:cubicBezTo>
                  <a:cubicBezTo>
                    <a:pt x="2084" y="2822"/>
                    <a:pt x="2160" y="2864"/>
                    <a:pt x="2237" y="2864"/>
                  </a:cubicBezTo>
                  <a:cubicBezTo>
                    <a:pt x="2354" y="2864"/>
                    <a:pt x="2477" y="2767"/>
                    <a:pt x="2439" y="2618"/>
                  </a:cubicBezTo>
                  <a:cubicBezTo>
                    <a:pt x="2230" y="1792"/>
                    <a:pt x="2019" y="966"/>
                    <a:pt x="1809" y="140"/>
                  </a:cubicBezTo>
                  <a:cubicBezTo>
                    <a:pt x="1785" y="46"/>
                    <a:pt x="1707" y="0"/>
                    <a:pt x="16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3"/>
            <p:cNvSpPr/>
            <p:nvPr/>
          </p:nvSpPr>
          <p:spPr>
            <a:xfrm>
              <a:off x="1889150" y="2471350"/>
              <a:ext cx="47975" cy="9850"/>
            </a:xfrm>
            <a:custGeom>
              <a:rect b="b" l="l" r="r" t="t"/>
              <a:pathLst>
                <a:path extrusionOk="0" h="394" w="1919">
                  <a:moveTo>
                    <a:pt x="254" y="0"/>
                  </a:moveTo>
                  <a:cubicBezTo>
                    <a:pt x="2" y="0"/>
                    <a:pt x="1" y="394"/>
                    <a:pt x="254" y="394"/>
                  </a:cubicBezTo>
                  <a:lnTo>
                    <a:pt x="1664" y="394"/>
                  </a:lnTo>
                  <a:cubicBezTo>
                    <a:pt x="1919" y="394"/>
                    <a:pt x="1919" y="0"/>
                    <a:pt x="166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3"/>
            <p:cNvSpPr/>
            <p:nvPr/>
          </p:nvSpPr>
          <p:spPr>
            <a:xfrm>
              <a:off x="1379200" y="2654850"/>
              <a:ext cx="48025" cy="11650"/>
            </a:xfrm>
            <a:custGeom>
              <a:rect b="b" l="l" r="r" t="t"/>
              <a:pathLst>
                <a:path extrusionOk="0" h="466" w="1921">
                  <a:moveTo>
                    <a:pt x="242" y="1"/>
                  </a:moveTo>
                  <a:cubicBezTo>
                    <a:pt x="1" y="1"/>
                    <a:pt x="4" y="384"/>
                    <a:pt x="253" y="395"/>
                  </a:cubicBezTo>
                  <a:cubicBezTo>
                    <a:pt x="724" y="419"/>
                    <a:pt x="1196" y="442"/>
                    <a:pt x="1667" y="465"/>
                  </a:cubicBezTo>
                  <a:cubicBezTo>
                    <a:pt x="1671" y="465"/>
                    <a:pt x="1675" y="465"/>
                    <a:pt x="1679" y="465"/>
                  </a:cubicBezTo>
                  <a:cubicBezTo>
                    <a:pt x="1920" y="465"/>
                    <a:pt x="1915" y="84"/>
                    <a:pt x="1667" y="71"/>
                  </a:cubicBezTo>
                  <a:cubicBezTo>
                    <a:pt x="1196" y="48"/>
                    <a:pt x="724" y="24"/>
                    <a:pt x="253" y="1"/>
                  </a:cubicBezTo>
                  <a:cubicBezTo>
                    <a:pt x="249" y="1"/>
                    <a:pt x="246" y="1"/>
                    <a:pt x="24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3"/>
            <p:cNvSpPr/>
            <p:nvPr/>
          </p:nvSpPr>
          <p:spPr>
            <a:xfrm>
              <a:off x="1376375" y="2673950"/>
              <a:ext cx="57050" cy="15850"/>
            </a:xfrm>
            <a:custGeom>
              <a:rect b="b" l="l" r="r" t="t"/>
              <a:pathLst>
                <a:path extrusionOk="0" h="634" w="2282">
                  <a:moveTo>
                    <a:pt x="2032" y="0"/>
                  </a:moveTo>
                  <a:cubicBezTo>
                    <a:pt x="2030" y="0"/>
                    <a:pt x="2028" y="0"/>
                    <a:pt x="2026" y="0"/>
                  </a:cubicBezTo>
                  <a:cubicBezTo>
                    <a:pt x="1416" y="13"/>
                    <a:pt x="817" y="95"/>
                    <a:pt x="225" y="246"/>
                  </a:cubicBezTo>
                  <a:cubicBezTo>
                    <a:pt x="1" y="304"/>
                    <a:pt x="71" y="633"/>
                    <a:pt x="276" y="633"/>
                  </a:cubicBezTo>
                  <a:cubicBezTo>
                    <a:pt x="293" y="633"/>
                    <a:pt x="311" y="631"/>
                    <a:pt x="330" y="626"/>
                  </a:cubicBezTo>
                  <a:cubicBezTo>
                    <a:pt x="888" y="483"/>
                    <a:pt x="1451" y="407"/>
                    <a:pt x="2026" y="394"/>
                  </a:cubicBezTo>
                  <a:cubicBezTo>
                    <a:pt x="2278" y="388"/>
                    <a:pt x="2281" y="0"/>
                    <a:pt x="203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3"/>
            <p:cNvSpPr/>
            <p:nvPr/>
          </p:nvSpPr>
          <p:spPr>
            <a:xfrm>
              <a:off x="1540975" y="2589625"/>
              <a:ext cx="60100" cy="71575"/>
            </a:xfrm>
            <a:custGeom>
              <a:rect b="b" l="l" r="r" t="t"/>
              <a:pathLst>
                <a:path extrusionOk="0" h="2863" w="2404">
                  <a:moveTo>
                    <a:pt x="1379" y="0"/>
                  </a:moveTo>
                  <a:cubicBezTo>
                    <a:pt x="629" y="0"/>
                    <a:pt x="0" y="989"/>
                    <a:pt x="50" y="1690"/>
                  </a:cubicBezTo>
                  <a:cubicBezTo>
                    <a:pt x="122" y="2671"/>
                    <a:pt x="1158" y="2862"/>
                    <a:pt x="1970" y="2862"/>
                  </a:cubicBezTo>
                  <a:cubicBezTo>
                    <a:pt x="2031" y="2862"/>
                    <a:pt x="2091" y="2861"/>
                    <a:pt x="2149" y="2859"/>
                  </a:cubicBezTo>
                  <a:cubicBezTo>
                    <a:pt x="2400" y="2852"/>
                    <a:pt x="2404" y="2465"/>
                    <a:pt x="2156" y="2465"/>
                  </a:cubicBezTo>
                  <a:cubicBezTo>
                    <a:pt x="2154" y="2465"/>
                    <a:pt x="2151" y="2465"/>
                    <a:pt x="2149" y="2466"/>
                  </a:cubicBezTo>
                  <a:cubicBezTo>
                    <a:pt x="2051" y="2468"/>
                    <a:pt x="1946" y="2471"/>
                    <a:pt x="1838" y="2471"/>
                  </a:cubicBezTo>
                  <a:cubicBezTo>
                    <a:pt x="1400" y="2471"/>
                    <a:pt x="910" y="2420"/>
                    <a:pt x="623" y="2092"/>
                  </a:cubicBezTo>
                  <a:cubicBezTo>
                    <a:pt x="358" y="1787"/>
                    <a:pt x="417" y="1372"/>
                    <a:pt x="594" y="1038"/>
                  </a:cubicBezTo>
                  <a:cubicBezTo>
                    <a:pt x="730" y="782"/>
                    <a:pt x="1040" y="388"/>
                    <a:pt x="1379" y="388"/>
                  </a:cubicBezTo>
                  <a:cubicBezTo>
                    <a:pt x="1443" y="388"/>
                    <a:pt x="1508" y="402"/>
                    <a:pt x="1574" y="434"/>
                  </a:cubicBezTo>
                  <a:cubicBezTo>
                    <a:pt x="1605" y="450"/>
                    <a:pt x="1636" y="457"/>
                    <a:pt x="1666" y="457"/>
                  </a:cubicBezTo>
                  <a:cubicBezTo>
                    <a:pt x="1850" y="457"/>
                    <a:pt x="1971" y="192"/>
                    <a:pt x="1774" y="95"/>
                  </a:cubicBezTo>
                  <a:cubicBezTo>
                    <a:pt x="1641" y="30"/>
                    <a:pt x="1508" y="0"/>
                    <a:pt x="137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3"/>
            <p:cNvSpPr/>
            <p:nvPr/>
          </p:nvSpPr>
          <p:spPr>
            <a:xfrm>
              <a:off x="1613700" y="2571700"/>
              <a:ext cx="35900" cy="46900"/>
            </a:xfrm>
            <a:custGeom>
              <a:rect b="b" l="l" r="r" t="t"/>
              <a:pathLst>
                <a:path extrusionOk="0" h="1876" w="1436">
                  <a:moveTo>
                    <a:pt x="608" y="1"/>
                  </a:moveTo>
                  <a:cubicBezTo>
                    <a:pt x="449" y="1"/>
                    <a:pt x="287" y="56"/>
                    <a:pt x="159" y="158"/>
                  </a:cubicBezTo>
                  <a:cubicBezTo>
                    <a:pt x="0" y="284"/>
                    <a:pt x="143" y="484"/>
                    <a:pt x="307" y="484"/>
                  </a:cubicBezTo>
                  <a:cubicBezTo>
                    <a:pt x="349" y="484"/>
                    <a:pt x="393" y="470"/>
                    <a:pt x="434" y="438"/>
                  </a:cubicBezTo>
                  <a:cubicBezTo>
                    <a:pt x="482" y="400"/>
                    <a:pt x="531" y="383"/>
                    <a:pt x="576" y="383"/>
                  </a:cubicBezTo>
                  <a:cubicBezTo>
                    <a:pt x="772" y="383"/>
                    <a:pt x="903" y="690"/>
                    <a:pt x="665" y="790"/>
                  </a:cubicBezTo>
                  <a:lnTo>
                    <a:pt x="665" y="790"/>
                  </a:lnTo>
                  <a:cubicBezTo>
                    <a:pt x="657" y="793"/>
                    <a:pt x="650" y="795"/>
                    <a:pt x="643" y="798"/>
                  </a:cubicBezTo>
                  <a:cubicBezTo>
                    <a:pt x="429" y="873"/>
                    <a:pt x="490" y="1188"/>
                    <a:pt x="683" y="1188"/>
                  </a:cubicBezTo>
                  <a:cubicBezTo>
                    <a:pt x="703" y="1188"/>
                    <a:pt x="724" y="1185"/>
                    <a:pt x="747" y="1178"/>
                  </a:cubicBezTo>
                  <a:lnTo>
                    <a:pt x="747" y="1178"/>
                  </a:lnTo>
                  <a:cubicBezTo>
                    <a:pt x="747" y="1178"/>
                    <a:pt x="747" y="1178"/>
                    <a:pt x="747" y="1178"/>
                  </a:cubicBezTo>
                  <a:cubicBezTo>
                    <a:pt x="766" y="1172"/>
                    <a:pt x="785" y="1169"/>
                    <a:pt x="804" y="1169"/>
                  </a:cubicBezTo>
                  <a:cubicBezTo>
                    <a:pt x="929" y="1169"/>
                    <a:pt x="1054" y="1301"/>
                    <a:pt x="955" y="1420"/>
                  </a:cubicBezTo>
                  <a:cubicBezTo>
                    <a:pt x="916" y="1467"/>
                    <a:pt x="859" y="1486"/>
                    <a:pt x="801" y="1486"/>
                  </a:cubicBezTo>
                  <a:cubicBezTo>
                    <a:pt x="741" y="1486"/>
                    <a:pt x="680" y="1466"/>
                    <a:pt x="633" y="1436"/>
                  </a:cubicBezTo>
                  <a:cubicBezTo>
                    <a:pt x="598" y="1414"/>
                    <a:pt x="564" y="1404"/>
                    <a:pt x="531" y="1404"/>
                  </a:cubicBezTo>
                  <a:cubicBezTo>
                    <a:pt x="366" y="1404"/>
                    <a:pt x="255" y="1660"/>
                    <a:pt x="434" y="1775"/>
                  </a:cubicBezTo>
                  <a:cubicBezTo>
                    <a:pt x="538" y="1843"/>
                    <a:pt x="660" y="1875"/>
                    <a:pt x="783" y="1875"/>
                  </a:cubicBezTo>
                  <a:cubicBezTo>
                    <a:pt x="1043" y="1875"/>
                    <a:pt x="1302" y="1729"/>
                    <a:pt x="1373" y="1456"/>
                  </a:cubicBezTo>
                  <a:cubicBezTo>
                    <a:pt x="1435" y="1216"/>
                    <a:pt x="1312" y="986"/>
                    <a:pt x="1121" y="862"/>
                  </a:cubicBezTo>
                  <a:lnTo>
                    <a:pt x="1121" y="862"/>
                  </a:lnTo>
                  <a:cubicBezTo>
                    <a:pt x="1215" y="688"/>
                    <a:pt x="1231" y="476"/>
                    <a:pt x="1121" y="287"/>
                  </a:cubicBezTo>
                  <a:cubicBezTo>
                    <a:pt x="1007" y="90"/>
                    <a:pt x="810" y="1"/>
                    <a:pt x="60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3"/>
            <p:cNvSpPr/>
            <p:nvPr/>
          </p:nvSpPr>
          <p:spPr>
            <a:xfrm>
              <a:off x="1735125" y="2585500"/>
              <a:ext cx="9850" cy="59250"/>
            </a:xfrm>
            <a:custGeom>
              <a:rect b="b" l="l" r="r" t="t"/>
              <a:pathLst>
                <a:path extrusionOk="0" h="2370" w="394">
                  <a:moveTo>
                    <a:pt x="197" y="1"/>
                  </a:moveTo>
                  <a:cubicBezTo>
                    <a:pt x="99" y="1"/>
                    <a:pt x="0" y="64"/>
                    <a:pt x="0" y="190"/>
                  </a:cubicBezTo>
                  <a:lnTo>
                    <a:pt x="0" y="2180"/>
                  </a:lnTo>
                  <a:cubicBezTo>
                    <a:pt x="0" y="2306"/>
                    <a:pt x="99" y="2370"/>
                    <a:pt x="197" y="2370"/>
                  </a:cubicBezTo>
                  <a:cubicBezTo>
                    <a:pt x="296" y="2370"/>
                    <a:pt x="394" y="2306"/>
                    <a:pt x="394" y="2180"/>
                  </a:cubicBezTo>
                  <a:lnTo>
                    <a:pt x="394" y="190"/>
                  </a:lnTo>
                  <a:cubicBezTo>
                    <a:pt x="394" y="64"/>
                    <a:pt x="296" y="1"/>
                    <a:pt x="1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3"/>
            <p:cNvSpPr/>
            <p:nvPr/>
          </p:nvSpPr>
          <p:spPr>
            <a:xfrm>
              <a:off x="1719250" y="2609550"/>
              <a:ext cx="54050" cy="13125"/>
            </a:xfrm>
            <a:custGeom>
              <a:rect b="b" l="l" r="r" t="t"/>
              <a:pathLst>
                <a:path extrusionOk="0" h="525" w="2162">
                  <a:moveTo>
                    <a:pt x="1928" y="0"/>
                  </a:moveTo>
                  <a:cubicBezTo>
                    <a:pt x="1922" y="0"/>
                    <a:pt x="1916" y="0"/>
                    <a:pt x="1909" y="1"/>
                  </a:cubicBezTo>
                  <a:cubicBezTo>
                    <a:pt x="1358" y="44"/>
                    <a:pt x="807" y="87"/>
                    <a:pt x="255" y="130"/>
                  </a:cubicBezTo>
                  <a:cubicBezTo>
                    <a:pt x="9" y="149"/>
                    <a:pt x="0" y="524"/>
                    <a:pt x="236" y="524"/>
                  </a:cubicBezTo>
                  <a:cubicBezTo>
                    <a:pt x="242" y="524"/>
                    <a:pt x="248" y="524"/>
                    <a:pt x="255" y="523"/>
                  </a:cubicBezTo>
                  <a:cubicBezTo>
                    <a:pt x="806" y="480"/>
                    <a:pt x="1357" y="437"/>
                    <a:pt x="1909" y="394"/>
                  </a:cubicBezTo>
                  <a:cubicBezTo>
                    <a:pt x="2154" y="375"/>
                    <a:pt x="2161" y="0"/>
                    <a:pt x="192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3"/>
            <p:cNvSpPr/>
            <p:nvPr/>
          </p:nvSpPr>
          <p:spPr>
            <a:xfrm>
              <a:off x="1856800" y="2587375"/>
              <a:ext cx="49225" cy="58925"/>
            </a:xfrm>
            <a:custGeom>
              <a:rect b="b" l="l" r="r" t="t"/>
              <a:pathLst>
                <a:path extrusionOk="0" h="2357" w="1969">
                  <a:moveTo>
                    <a:pt x="1717" y="0"/>
                  </a:moveTo>
                  <a:cubicBezTo>
                    <a:pt x="1716" y="0"/>
                    <a:pt x="1716" y="0"/>
                    <a:pt x="1716" y="0"/>
                  </a:cubicBezTo>
                  <a:cubicBezTo>
                    <a:pt x="1223" y="2"/>
                    <a:pt x="731" y="5"/>
                    <a:pt x="237" y="6"/>
                  </a:cubicBezTo>
                  <a:cubicBezTo>
                    <a:pt x="122" y="6"/>
                    <a:pt x="51" y="98"/>
                    <a:pt x="41" y="202"/>
                  </a:cubicBezTo>
                  <a:cubicBezTo>
                    <a:pt x="1" y="557"/>
                    <a:pt x="19" y="896"/>
                    <a:pt x="85" y="1247"/>
                  </a:cubicBezTo>
                  <a:cubicBezTo>
                    <a:pt x="102" y="1341"/>
                    <a:pt x="190" y="1389"/>
                    <a:pt x="276" y="1389"/>
                  </a:cubicBezTo>
                  <a:cubicBezTo>
                    <a:pt x="311" y="1389"/>
                    <a:pt x="345" y="1381"/>
                    <a:pt x="374" y="1366"/>
                  </a:cubicBezTo>
                  <a:cubicBezTo>
                    <a:pt x="493" y="1303"/>
                    <a:pt x="741" y="1217"/>
                    <a:pt x="956" y="1217"/>
                  </a:cubicBezTo>
                  <a:cubicBezTo>
                    <a:pt x="1155" y="1217"/>
                    <a:pt x="1325" y="1291"/>
                    <a:pt x="1338" y="1525"/>
                  </a:cubicBezTo>
                  <a:cubicBezTo>
                    <a:pt x="1359" y="1933"/>
                    <a:pt x="671" y="1963"/>
                    <a:pt x="365" y="1963"/>
                  </a:cubicBezTo>
                  <a:cubicBezTo>
                    <a:pt x="340" y="1963"/>
                    <a:pt x="318" y="1963"/>
                    <a:pt x="298" y="1963"/>
                  </a:cubicBezTo>
                  <a:cubicBezTo>
                    <a:pt x="298" y="1963"/>
                    <a:pt x="297" y="1963"/>
                    <a:pt x="297" y="1963"/>
                  </a:cubicBezTo>
                  <a:cubicBezTo>
                    <a:pt x="44" y="1963"/>
                    <a:pt x="44" y="2355"/>
                    <a:pt x="298" y="2357"/>
                  </a:cubicBezTo>
                  <a:cubicBezTo>
                    <a:pt x="308" y="2357"/>
                    <a:pt x="317" y="2357"/>
                    <a:pt x="327" y="2357"/>
                  </a:cubicBezTo>
                  <a:cubicBezTo>
                    <a:pt x="880" y="2357"/>
                    <a:pt x="1905" y="2193"/>
                    <a:pt x="1717" y="1422"/>
                  </a:cubicBezTo>
                  <a:cubicBezTo>
                    <a:pt x="1613" y="991"/>
                    <a:pt x="1280" y="834"/>
                    <a:pt x="917" y="834"/>
                  </a:cubicBezTo>
                  <a:cubicBezTo>
                    <a:pt x="756" y="834"/>
                    <a:pt x="588" y="865"/>
                    <a:pt x="432" y="916"/>
                  </a:cubicBezTo>
                  <a:lnTo>
                    <a:pt x="432" y="916"/>
                  </a:lnTo>
                  <a:cubicBezTo>
                    <a:pt x="413" y="744"/>
                    <a:pt x="409" y="574"/>
                    <a:pt x="419" y="401"/>
                  </a:cubicBezTo>
                  <a:lnTo>
                    <a:pt x="419" y="401"/>
                  </a:lnTo>
                  <a:cubicBezTo>
                    <a:pt x="851" y="399"/>
                    <a:pt x="1284" y="398"/>
                    <a:pt x="1717" y="395"/>
                  </a:cubicBezTo>
                  <a:cubicBezTo>
                    <a:pt x="1967" y="393"/>
                    <a:pt x="1969" y="0"/>
                    <a:pt x="171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3"/>
            <p:cNvSpPr/>
            <p:nvPr/>
          </p:nvSpPr>
          <p:spPr>
            <a:xfrm>
              <a:off x="1925650" y="2580975"/>
              <a:ext cx="55000" cy="63900"/>
            </a:xfrm>
            <a:custGeom>
              <a:rect b="b" l="l" r="r" t="t"/>
              <a:pathLst>
                <a:path extrusionOk="0" h="2556" w="2200">
                  <a:moveTo>
                    <a:pt x="1393" y="0"/>
                  </a:moveTo>
                  <a:cubicBezTo>
                    <a:pt x="947" y="0"/>
                    <a:pt x="491" y="606"/>
                    <a:pt x="352" y="1009"/>
                  </a:cubicBezTo>
                  <a:cubicBezTo>
                    <a:pt x="1" y="2031"/>
                    <a:pt x="1169" y="2465"/>
                    <a:pt x="1949" y="2554"/>
                  </a:cubicBezTo>
                  <a:cubicBezTo>
                    <a:pt x="1958" y="2555"/>
                    <a:pt x="1966" y="2555"/>
                    <a:pt x="1975" y="2555"/>
                  </a:cubicBezTo>
                  <a:cubicBezTo>
                    <a:pt x="2199" y="2555"/>
                    <a:pt x="2190" y="2188"/>
                    <a:pt x="1949" y="2160"/>
                  </a:cubicBezTo>
                  <a:cubicBezTo>
                    <a:pt x="1490" y="2109"/>
                    <a:pt x="817" y="1993"/>
                    <a:pt x="701" y="1444"/>
                  </a:cubicBezTo>
                  <a:cubicBezTo>
                    <a:pt x="658" y="1249"/>
                    <a:pt x="1056" y="383"/>
                    <a:pt x="1362" y="383"/>
                  </a:cubicBezTo>
                  <a:cubicBezTo>
                    <a:pt x="1416" y="383"/>
                    <a:pt x="1467" y="410"/>
                    <a:pt x="1513" y="472"/>
                  </a:cubicBezTo>
                  <a:cubicBezTo>
                    <a:pt x="1557" y="532"/>
                    <a:pt x="1617" y="556"/>
                    <a:pt x="1677" y="556"/>
                  </a:cubicBezTo>
                  <a:cubicBezTo>
                    <a:pt x="1821" y="556"/>
                    <a:pt x="1959" y="416"/>
                    <a:pt x="1853" y="272"/>
                  </a:cubicBezTo>
                  <a:cubicBezTo>
                    <a:pt x="1711" y="78"/>
                    <a:pt x="1553" y="0"/>
                    <a:pt x="13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3"/>
            <p:cNvSpPr/>
            <p:nvPr/>
          </p:nvSpPr>
          <p:spPr>
            <a:xfrm>
              <a:off x="2005000" y="2578400"/>
              <a:ext cx="74850" cy="60225"/>
            </a:xfrm>
            <a:custGeom>
              <a:rect b="b" l="l" r="r" t="t"/>
              <a:pathLst>
                <a:path extrusionOk="0" h="2409" w="2994">
                  <a:moveTo>
                    <a:pt x="1969" y="0"/>
                  </a:moveTo>
                  <a:cubicBezTo>
                    <a:pt x="1916" y="0"/>
                    <a:pt x="1862" y="20"/>
                    <a:pt x="1824" y="57"/>
                  </a:cubicBezTo>
                  <a:cubicBezTo>
                    <a:pt x="1186" y="693"/>
                    <a:pt x="612" y="1380"/>
                    <a:pt x="99" y="2121"/>
                  </a:cubicBezTo>
                  <a:cubicBezTo>
                    <a:pt x="0" y="2269"/>
                    <a:pt x="138" y="2409"/>
                    <a:pt x="278" y="2409"/>
                  </a:cubicBezTo>
                  <a:cubicBezTo>
                    <a:pt x="339" y="2409"/>
                    <a:pt x="400" y="2383"/>
                    <a:pt x="443" y="2320"/>
                  </a:cubicBezTo>
                  <a:cubicBezTo>
                    <a:pt x="883" y="1683"/>
                    <a:pt x="1371" y="1091"/>
                    <a:pt x="1907" y="536"/>
                  </a:cubicBezTo>
                  <a:lnTo>
                    <a:pt x="1907" y="536"/>
                  </a:lnTo>
                  <a:cubicBezTo>
                    <a:pt x="2163" y="1099"/>
                    <a:pt x="2382" y="1673"/>
                    <a:pt x="2567" y="2263"/>
                  </a:cubicBezTo>
                  <a:cubicBezTo>
                    <a:pt x="2597" y="2359"/>
                    <a:pt x="2675" y="2401"/>
                    <a:pt x="2753" y="2401"/>
                  </a:cubicBezTo>
                  <a:cubicBezTo>
                    <a:pt x="2872" y="2401"/>
                    <a:pt x="2993" y="2304"/>
                    <a:pt x="2947" y="2157"/>
                  </a:cubicBezTo>
                  <a:cubicBezTo>
                    <a:pt x="2725" y="1452"/>
                    <a:pt x="2454" y="766"/>
                    <a:pt x="2134" y="96"/>
                  </a:cubicBezTo>
                  <a:cubicBezTo>
                    <a:pt x="2103" y="31"/>
                    <a:pt x="2037" y="0"/>
                    <a:pt x="196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3"/>
            <p:cNvSpPr/>
            <p:nvPr/>
          </p:nvSpPr>
          <p:spPr>
            <a:xfrm>
              <a:off x="2028000" y="2604275"/>
              <a:ext cx="50125" cy="14650"/>
            </a:xfrm>
            <a:custGeom>
              <a:rect b="b" l="l" r="r" t="t"/>
              <a:pathLst>
                <a:path extrusionOk="0" h="586" w="2005">
                  <a:moveTo>
                    <a:pt x="1339" y="0"/>
                  </a:moveTo>
                  <a:cubicBezTo>
                    <a:pt x="957" y="0"/>
                    <a:pt x="580" y="65"/>
                    <a:pt x="214" y="195"/>
                  </a:cubicBezTo>
                  <a:cubicBezTo>
                    <a:pt x="1" y="268"/>
                    <a:pt x="63" y="585"/>
                    <a:pt x="254" y="585"/>
                  </a:cubicBezTo>
                  <a:cubicBezTo>
                    <a:pt x="274" y="585"/>
                    <a:pt x="296" y="582"/>
                    <a:pt x="319" y="574"/>
                  </a:cubicBezTo>
                  <a:cubicBezTo>
                    <a:pt x="661" y="454"/>
                    <a:pt x="1005" y="395"/>
                    <a:pt x="1358" y="395"/>
                  </a:cubicBezTo>
                  <a:cubicBezTo>
                    <a:pt x="1489" y="395"/>
                    <a:pt x="1621" y="403"/>
                    <a:pt x="1755" y="419"/>
                  </a:cubicBezTo>
                  <a:cubicBezTo>
                    <a:pt x="1764" y="420"/>
                    <a:pt x="1773" y="421"/>
                    <a:pt x="1781" y="421"/>
                  </a:cubicBezTo>
                  <a:cubicBezTo>
                    <a:pt x="2005" y="421"/>
                    <a:pt x="1995" y="55"/>
                    <a:pt x="1755" y="26"/>
                  </a:cubicBezTo>
                  <a:cubicBezTo>
                    <a:pt x="1616" y="9"/>
                    <a:pt x="1477" y="0"/>
                    <a:pt x="133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3"/>
            <p:cNvSpPr/>
            <p:nvPr/>
          </p:nvSpPr>
          <p:spPr>
            <a:xfrm>
              <a:off x="1530625" y="2700125"/>
              <a:ext cx="645075" cy="13550"/>
            </a:xfrm>
            <a:custGeom>
              <a:rect b="b" l="l" r="r" t="t"/>
              <a:pathLst>
                <a:path extrusionOk="0" h="542" w="25803">
                  <a:moveTo>
                    <a:pt x="246" y="1"/>
                  </a:moveTo>
                  <a:cubicBezTo>
                    <a:pt x="1" y="1"/>
                    <a:pt x="3" y="386"/>
                    <a:pt x="254" y="395"/>
                  </a:cubicBezTo>
                  <a:cubicBezTo>
                    <a:pt x="3565" y="511"/>
                    <a:pt x="6877" y="542"/>
                    <a:pt x="10190" y="542"/>
                  </a:cubicBezTo>
                  <a:cubicBezTo>
                    <a:pt x="13941" y="542"/>
                    <a:pt x="17692" y="502"/>
                    <a:pt x="21443" y="502"/>
                  </a:cubicBezTo>
                  <a:cubicBezTo>
                    <a:pt x="22812" y="502"/>
                    <a:pt x="24180" y="508"/>
                    <a:pt x="25549" y="522"/>
                  </a:cubicBezTo>
                  <a:cubicBezTo>
                    <a:pt x="25551" y="522"/>
                    <a:pt x="25552" y="522"/>
                    <a:pt x="25553" y="522"/>
                  </a:cubicBezTo>
                  <a:cubicBezTo>
                    <a:pt x="25803" y="522"/>
                    <a:pt x="25801" y="130"/>
                    <a:pt x="25549" y="128"/>
                  </a:cubicBezTo>
                  <a:cubicBezTo>
                    <a:pt x="24180" y="114"/>
                    <a:pt x="22812" y="109"/>
                    <a:pt x="21443" y="109"/>
                  </a:cubicBezTo>
                  <a:cubicBezTo>
                    <a:pt x="17692" y="109"/>
                    <a:pt x="13941" y="148"/>
                    <a:pt x="10190" y="148"/>
                  </a:cubicBezTo>
                  <a:cubicBezTo>
                    <a:pt x="6877" y="148"/>
                    <a:pt x="3565" y="117"/>
                    <a:pt x="254" y="1"/>
                  </a:cubicBezTo>
                  <a:cubicBezTo>
                    <a:pt x="251" y="1"/>
                    <a:pt x="249" y="1"/>
                    <a:pt x="2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3"/>
            <p:cNvSpPr/>
            <p:nvPr/>
          </p:nvSpPr>
          <p:spPr>
            <a:xfrm>
              <a:off x="1746100" y="2739600"/>
              <a:ext cx="55800" cy="63375"/>
            </a:xfrm>
            <a:custGeom>
              <a:rect b="b" l="l" r="r" t="t"/>
              <a:pathLst>
                <a:path extrusionOk="0" h="2535" w="2232">
                  <a:moveTo>
                    <a:pt x="701" y="0"/>
                  </a:moveTo>
                  <a:cubicBezTo>
                    <a:pt x="535" y="0"/>
                    <a:pt x="372" y="21"/>
                    <a:pt x="247" y="44"/>
                  </a:cubicBezTo>
                  <a:cubicBezTo>
                    <a:pt x="12" y="87"/>
                    <a:pt x="93" y="427"/>
                    <a:pt x="312" y="427"/>
                  </a:cubicBezTo>
                  <a:cubicBezTo>
                    <a:pt x="325" y="427"/>
                    <a:pt x="339" y="426"/>
                    <a:pt x="353" y="423"/>
                  </a:cubicBezTo>
                  <a:cubicBezTo>
                    <a:pt x="429" y="409"/>
                    <a:pt x="574" y="378"/>
                    <a:pt x="709" y="378"/>
                  </a:cubicBezTo>
                  <a:cubicBezTo>
                    <a:pt x="863" y="378"/>
                    <a:pt x="1005" y="418"/>
                    <a:pt x="1020" y="566"/>
                  </a:cubicBezTo>
                  <a:cubicBezTo>
                    <a:pt x="1034" y="710"/>
                    <a:pt x="774" y="1026"/>
                    <a:pt x="702" y="1149"/>
                  </a:cubicBezTo>
                  <a:cubicBezTo>
                    <a:pt x="492" y="1513"/>
                    <a:pt x="283" y="1875"/>
                    <a:pt x="71" y="2237"/>
                  </a:cubicBezTo>
                  <a:cubicBezTo>
                    <a:pt x="1" y="2361"/>
                    <a:pt x="86" y="2535"/>
                    <a:pt x="233" y="2535"/>
                  </a:cubicBezTo>
                  <a:cubicBezTo>
                    <a:pt x="235" y="2535"/>
                    <a:pt x="238" y="2535"/>
                    <a:pt x="241" y="2535"/>
                  </a:cubicBezTo>
                  <a:cubicBezTo>
                    <a:pt x="699" y="2513"/>
                    <a:pt x="1158" y="2503"/>
                    <a:pt x="1616" y="2503"/>
                  </a:cubicBezTo>
                  <a:cubicBezTo>
                    <a:pt x="1737" y="2503"/>
                    <a:pt x="1857" y="2503"/>
                    <a:pt x="1978" y="2505"/>
                  </a:cubicBezTo>
                  <a:cubicBezTo>
                    <a:pt x="1979" y="2505"/>
                    <a:pt x="1980" y="2505"/>
                    <a:pt x="1981" y="2505"/>
                  </a:cubicBezTo>
                  <a:cubicBezTo>
                    <a:pt x="2231" y="2505"/>
                    <a:pt x="2230" y="2114"/>
                    <a:pt x="1978" y="2111"/>
                  </a:cubicBezTo>
                  <a:cubicBezTo>
                    <a:pt x="1850" y="2109"/>
                    <a:pt x="1722" y="2109"/>
                    <a:pt x="1594" y="2109"/>
                  </a:cubicBezTo>
                  <a:cubicBezTo>
                    <a:pt x="1260" y="2109"/>
                    <a:pt x="926" y="2114"/>
                    <a:pt x="593" y="2126"/>
                  </a:cubicBezTo>
                  <a:lnTo>
                    <a:pt x="593" y="2126"/>
                  </a:lnTo>
                  <a:cubicBezTo>
                    <a:pt x="743" y="1868"/>
                    <a:pt x="893" y="1609"/>
                    <a:pt x="1043" y="1349"/>
                  </a:cubicBezTo>
                  <a:cubicBezTo>
                    <a:pt x="1186" y="1105"/>
                    <a:pt x="1425" y="806"/>
                    <a:pt x="1425" y="505"/>
                  </a:cubicBezTo>
                  <a:cubicBezTo>
                    <a:pt x="1427" y="100"/>
                    <a:pt x="1060" y="0"/>
                    <a:pt x="7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3"/>
            <p:cNvSpPr/>
            <p:nvPr/>
          </p:nvSpPr>
          <p:spPr>
            <a:xfrm>
              <a:off x="1810025" y="2739225"/>
              <a:ext cx="47200" cy="62850"/>
            </a:xfrm>
            <a:custGeom>
              <a:rect b="b" l="l" r="r" t="t"/>
              <a:pathLst>
                <a:path extrusionOk="0" h="2514" w="1888">
                  <a:moveTo>
                    <a:pt x="1427" y="1"/>
                  </a:moveTo>
                  <a:cubicBezTo>
                    <a:pt x="686" y="1"/>
                    <a:pt x="0" y="663"/>
                    <a:pt x="115" y="1433"/>
                  </a:cubicBezTo>
                  <a:cubicBezTo>
                    <a:pt x="211" y="2087"/>
                    <a:pt x="808" y="2513"/>
                    <a:pt x="1432" y="2513"/>
                  </a:cubicBezTo>
                  <a:cubicBezTo>
                    <a:pt x="1505" y="2513"/>
                    <a:pt x="1578" y="2507"/>
                    <a:pt x="1651" y="2495"/>
                  </a:cubicBezTo>
                  <a:cubicBezTo>
                    <a:pt x="1888" y="2457"/>
                    <a:pt x="1804" y="2113"/>
                    <a:pt x="1583" y="2113"/>
                  </a:cubicBezTo>
                  <a:cubicBezTo>
                    <a:pt x="1571" y="2113"/>
                    <a:pt x="1559" y="2114"/>
                    <a:pt x="1547" y="2116"/>
                  </a:cubicBezTo>
                  <a:cubicBezTo>
                    <a:pt x="1503" y="2123"/>
                    <a:pt x="1459" y="2126"/>
                    <a:pt x="1415" y="2126"/>
                  </a:cubicBezTo>
                  <a:cubicBezTo>
                    <a:pt x="974" y="2126"/>
                    <a:pt x="527" y="1784"/>
                    <a:pt x="494" y="1326"/>
                  </a:cubicBezTo>
                  <a:cubicBezTo>
                    <a:pt x="457" y="797"/>
                    <a:pt x="943" y="396"/>
                    <a:pt x="1437" y="396"/>
                  </a:cubicBezTo>
                  <a:cubicBezTo>
                    <a:pt x="1449" y="396"/>
                    <a:pt x="1462" y="396"/>
                    <a:pt x="1475" y="397"/>
                  </a:cubicBezTo>
                  <a:cubicBezTo>
                    <a:pt x="1478" y="397"/>
                    <a:pt x="1480" y="397"/>
                    <a:pt x="1483" y="397"/>
                  </a:cubicBezTo>
                  <a:cubicBezTo>
                    <a:pt x="1728" y="397"/>
                    <a:pt x="1726" y="12"/>
                    <a:pt x="1476" y="2"/>
                  </a:cubicBezTo>
                  <a:cubicBezTo>
                    <a:pt x="1460" y="1"/>
                    <a:pt x="1444" y="1"/>
                    <a:pt x="14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3"/>
            <p:cNvSpPr/>
            <p:nvPr/>
          </p:nvSpPr>
          <p:spPr>
            <a:xfrm>
              <a:off x="1872100" y="2736050"/>
              <a:ext cx="59300" cy="69850"/>
            </a:xfrm>
            <a:custGeom>
              <a:rect b="b" l="l" r="r" t="t"/>
              <a:pathLst>
                <a:path extrusionOk="0" h="2794" w="2372">
                  <a:moveTo>
                    <a:pt x="1631" y="0"/>
                  </a:moveTo>
                  <a:cubicBezTo>
                    <a:pt x="1566" y="0"/>
                    <a:pt x="1499" y="31"/>
                    <a:pt x="1456" y="93"/>
                  </a:cubicBezTo>
                  <a:cubicBezTo>
                    <a:pt x="933" y="823"/>
                    <a:pt x="475" y="1587"/>
                    <a:pt x="77" y="2390"/>
                  </a:cubicBezTo>
                  <a:cubicBezTo>
                    <a:pt x="0" y="2544"/>
                    <a:pt x="137" y="2687"/>
                    <a:pt x="267" y="2687"/>
                  </a:cubicBezTo>
                  <a:cubicBezTo>
                    <a:pt x="325" y="2687"/>
                    <a:pt x="383" y="2658"/>
                    <a:pt x="418" y="2587"/>
                  </a:cubicBezTo>
                  <a:cubicBezTo>
                    <a:pt x="752" y="1910"/>
                    <a:pt x="1130" y="1260"/>
                    <a:pt x="1553" y="636"/>
                  </a:cubicBezTo>
                  <a:lnTo>
                    <a:pt x="1553" y="636"/>
                  </a:lnTo>
                  <a:cubicBezTo>
                    <a:pt x="1737" y="1282"/>
                    <a:pt x="1874" y="1939"/>
                    <a:pt x="1962" y="2607"/>
                  </a:cubicBezTo>
                  <a:cubicBezTo>
                    <a:pt x="1978" y="2731"/>
                    <a:pt x="2085" y="2793"/>
                    <a:pt x="2184" y="2793"/>
                  </a:cubicBezTo>
                  <a:cubicBezTo>
                    <a:pt x="2282" y="2793"/>
                    <a:pt x="2372" y="2732"/>
                    <a:pt x="2356" y="2607"/>
                  </a:cubicBezTo>
                  <a:cubicBezTo>
                    <a:pt x="2246" y="1768"/>
                    <a:pt x="2071" y="946"/>
                    <a:pt x="1815" y="139"/>
                  </a:cubicBezTo>
                  <a:cubicBezTo>
                    <a:pt x="1786" y="46"/>
                    <a:pt x="1710" y="0"/>
                    <a:pt x="163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3"/>
            <p:cNvSpPr/>
            <p:nvPr/>
          </p:nvSpPr>
          <p:spPr>
            <a:xfrm>
              <a:off x="1884125" y="2771175"/>
              <a:ext cx="43675" cy="11875"/>
            </a:xfrm>
            <a:custGeom>
              <a:rect b="b" l="l" r="r" t="t"/>
              <a:pathLst>
                <a:path extrusionOk="0" h="475" w="1747">
                  <a:moveTo>
                    <a:pt x="1491" y="1"/>
                  </a:moveTo>
                  <a:cubicBezTo>
                    <a:pt x="1076" y="3"/>
                    <a:pt x="661" y="28"/>
                    <a:pt x="250" y="79"/>
                  </a:cubicBezTo>
                  <a:cubicBezTo>
                    <a:pt x="11" y="111"/>
                    <a:pt x="0" y="475"/>
                    <a:pt x="221" y="475"/>
                  </a:cubicBezTo>
                  <a:cubicBezTo>
                    <a:pt x="231" y="475"/>
                    <a:pt x="240" y="474"/>
                    <a:pt x="250" y="473"/>
                  </a:cubicBezTo>
                  <a:cubicBezTo>
                    <a:pt x="663" y="421"/>
                    <a:pt x="1076" y="394"/>
                    <a:pt x="1491" y="394"/>
                  </a:cubicBezTo>
                  <a:cubicBezTo>
                    <a:pt x="1746" y="394"/>
                    <a:pt x="1746" y="1"/>
                    <a:pt x="149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3"/>
            <p:cNvSpPr/>
            <p:nvPr/>
          </p:nvSpPr>
          <p:spPr>
            <a:xfrm>
              <a:off x="1632200" y="2943725"/>
              <a:ext cx="48950" cy="13450"/>
            </a:xfrm>
            <a:custGeom>
              <a:rect b="b" l="l" r="r" t="t"/>
              <a:pathLst>
                <a:path extrusionOk="0" h="538" w="1958">
                  <a:moveTo>
                    <a:pt x="1683" y="1"/>
                  </a:moveTo>
                  <a:cubicBezTo>
                    <a:pt x="1665" y="1"/>
                    <a:pt x="1646" y="3"/>
                    <a:pt x="1626" y="9"/>
                  </a:cubicBezTo>
                  <a:cubicBezTo>
                    <a:pt x="1285" y="100"/>
                    <a:pt x="943" y="144"/>
                    <a:pt x="594" y="144"/>
                  </a:cubicBezTo>
                  <a:cubicBezTo>
                    <a:pt x="480" y="144"/>
                    <a:pt x="366" y="139"/>
                    <a:pt x="251" y="130"/>
                  </a:cubicBezTo>
                  <a:cubicBezTo>
                    <a:pt x="244" y="130"/>
                    <a:pt x="238" y="129"/>
                    <a:pt x="231" y="129"/>
                  </a:cubicBezTo>
                  <a:cubicBezTo>
                    <a:pt x="0" y="129"/>
                    <a:pt x="7" y="504"/>
                    <a:pt x="252" y="524"/>
                  </a:cubicBezTo>
                  <a:cubicBezTo>
                    <a:pt x="369" y="533"/>
                    <a:pt x="486" y="538"/>
                    <a:pt x="602" y="538"/>
                  </a:cubicBezTo>
                  <a:cubicBezTo>
                    <a:pt x="984" y="538"/>
                    <a:pt x="1361" y="488"/>
                    <a:pt x="1732" y="388"/>
                  </a:cubicBezTo>
                  <a:cubicBezTo>
                    <a:pt x="1958" y="329"/>
                    <a:pt x="1888" y="1"/>
                    <a:pt x="168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3"/>
            <p:cNvSpPr/>
            <p:nvPr/>
          </p:nvSpPr>
          <p:spPr>
            <a:xfrm>
              <a:off x="1639925" y="2971925"/>
              <a:ext cx="39150" cy="9850"/>
            </a:xfrm>
            <a:custGeom>
              <a:rect b="b" l="l" r="r" t="t"/>
              <a:pathLst>
                <a:path extrusionOk="0" h="394" w="1566">
                  <a:moveTo>
                    <a:pt x="252" y="0"/>
                  </a:moveTo>
                  <a:cubicBezTo>
                    <a:pt x="0" y="0"/>
                    <a:pt x="0" y="394"/>
                    <a:pt x="252" y="394"/>
                  </a:cubicBezTo>
                  <a:lnTo>
                    <a:pt x="1310" y="394"/>
                  </a:lnTo>
                  <a:cubicBezTo>
                    <a:pt x="1565" y="394"/>
                    <a:pt x="1565" y="0"/>
                    <a:pt x="13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3"/>
            <p:cNvSpPr/>
            <p:nvPr/>
          </p:nvSpPr>
          <p:spPr>
            <a:xfrm>
              <a:off x="1779475" y="2910500"/>
              <a:ext cx="48850" cy="72950"/>
            </a:xfrm>
            <a:custGeom>
              <a:rect b="b" l="l" r="r" t="t"/>
              <a:pathLst>
                <a:path extrusionOk="0" h="2918" w="1954">
                  <a:moveTo>
                    <a:pt x="1544" y="0"/>
                  </a:moveTo>
                  <a:cubicBezTo>
                    <a:pt x="774" y="0"/>
                    <a:pt x="28" y="617"/>
                    <a:pt x="14" y="1425"/>
                  </a:cubicBezTo>
                  <a:cubicBezTo>
                    <a:pt x="1" y="2259"/>
                    <a:pt x="747" y="2918"/>
                    <a:pt x="1548" y="2918"/>
                  </a:cubicBezTo>
                  <a:cubicBezTo>
                    <a:pt x="1578" y="2918"/>
                    <a:pt x="1608" y="2917"/>
                    <a:pt x="1638" y="2915"/>
                  </a:cubicBezTo>
                  <a:cubicBezTo>
                    <a:pt x="1885" y="2900"/>
                    <a:pt x="1891" y="2521"/>
                    <a:pt x="1652" y="2521"/>
                  </a:cubicBezTo>
                  <a:cubicBezTo>
                    <a:pt x="1648" y="2521"/>
                    <a:pt x="1643" y="2521"/>
                    <a:pt x="1638" y="2521"/>
                  </a:cubicBezTo>
                  <a:cubicBezTo>
                    <a:pt x="1615" y="2523"/>
                    <a:pt x="1593" y="2524"/>
                    <a:pt x="1570" y="2524"/>
                  </a:cubicBezTo>
                  <a:cubicBezTo>
                    <a:pt x="978" y="2524"/>
                    <a:pt x="387" y="2059"/>
                    <a:pt x="408" y="1425"/>
                  </a:cubicBezTo>
                  <a:cubicBezTo>
                    <a:pt x="428" y="811"/>
                    <a:pt x="1005" y="396"/>
                    <a:pt x="1577" y="396"/>
                  </a:cubicBezTo>
                  <a:cubicBezTo>
                    <a:pt x="1619" y="396"/>
                    <a:pt x="1661" y="398"/>
                    <a:pt x="1704" y="403"/>
                  </a:cubicBezTo>
                  <a:cubicBezTo>
                    <a:pt x="1712" y="404"/>
                    <a:pt x="1721" y="404"/>
                    <a:pt x="1729" y="404"/>
                  </a:cubicBezTo>
                  <a:cubicBezTo>
                    <a:pt x="1954" y="404"/>
                    <a:pt x="1944" y="37"/>
                    <a:pt x="1704" y="9"/>
                  </a:cubicBezTo>
                  <a:cubicBezTo>
                    <a:pt x="1650" y="3"/>
                    <a:pt x="1597" y="0"/>
                    <a:pt x="15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3"/>
            <p:cNvSpPr/>
            <p:nvPr/>
          </p:nvSpPr>
          <p:spPr>
            <a:xfrm>
              <a:off x="1838050" y="2882750"/>
              <a:ext cx="36875" cy="44950"/>
            </a:xfrm>
            <a:custGeom>
              <a:rect b="b" l="l" r="r" t="t"/>
              <a:pathLst>
                <a:path extrusionOk="0" h="1798" w="1475">
                  <a:moveTo>
                    <a:pt x="1108" y="0"/>
                  </a:moveTo>
                  <a:cubicBezTo>
                    <a:pt x="1048" y="0"/>
                    <a:pt x="987" y="25"/>
                    <a:pt x="942" y="86"/>
                  </a:cubicBezTo>
                  <a:cubicBezTo>
                    <a:pt x="637" y="498"/>
                    <a:pt x="348" y="923"/>
                    <a:pt x="72" y="1355"/>
                  </a:cubicBezTo>
                  <a:cubicBezTo>
                    <a:pt x="0" y="1468"/>
                    <a:pt x="75" y="1606"/>
                    <a:pt x="191" y="1646"/>
                  </a:cubicBezTo>
                  <a:cubicBezTo>
                    <a:pt x="498" y="1747"/>
                    <a:pt x="812" y="1798"/>
                    <a:pt x="1134" y="1798"/>
                  </a:cubicBezTo>
                  <a:cubicBezTo>
                    <a:pt x="1163" y="1798"/>
                    <a:pt x="1192" y="1797"/>
                    <a:pt x="1222" y="1796"/>
                  </a:cubicBezTo>
                  <a:cubicBezTo>
                    <a:pt x="1470" y="1789"/>
                    <a:pt x="1475" y="1402"/>
                    <a:pt x="1231" y="1402"/>
                  </a:cubicBezTo>
                  <a:cubicBezTo>
                    <a:pt x="1228" y="1402"/>
                    <a:pt x="1225" y="1402"/>
                    <a:pt x="1222" y="1403"/>
                  </a:cubicBezTo>
                  <a:cubicBezTo>
                    <a:pt x="1192" y="1404"/>
                    <a:pt x="1163" y="1404"/>
                    <a:pt x="1134" y="1404"/>
                  </a:cubicBezTo>
                  <a:cubicBezTo>
                    <a:pt x="935" y="1404"/>
                    <a:pt x="743" y="1383"/>
                    <a:pt x="552" y="1339"/>
                  </a:cubicBezTo>
                  <a:lnTo>
                    <a:pt x="552" y="1339"/>
                  </a:lnTo>
                  <a:cubicBezTo>
                    <a:pt x="785" y="980"/>
                    <a:pt x="1029" y="629"/>
                    <a:pt x="1282" y="285"/>
                  </a:cubicBezTo>
                  <a:cubicBezTo>
                    <a:pt x="1387" y="141"/>
                    <a:pt x="1250" y="0"/>
                    <a:pt x="110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3"/>
            <p:cNvSpPr/>
            <p:nvPr/>
          </p:nvSpPr>
          <p:spPr>
            <a:xfrm>
              <a:off x="1868300" y="2906800"/>
              <a:ext cx="9850" cy="37525"/>
            </a:xfrm>
            <a:custGeom>
              <a:rect b="b" l="l" r="r" t="t"/>
              <a:pathLst>
                <a:path extrusionOk="0" h="1501" w="394">
                  <a:moveTo>
                    <a:pt x="197" y="0"/>
                  </a:moveTo>
                  <a:cubicBezTo>
                    <a:pt x="99" y="0"/>
                    <a:pt x="0" y="63"/>
                    <a:pt x="0" y="190"/>
                  </a:cubicBezTo>
                  <a:lnTo>
                    <a:pt x="0" y="1310"/>
                  </a:lnTo>
                  <a:cubicBezTo>
                    <a:pt x="0" y="1437"/>
                    <a:pt x="99" y="1501"/>
                    <a:pt x="197" y="1501"/>
                  </a:cubicBezTo>
                  <a:cubicBezTo>
                    <a:pt x="295" y="1501"/>
                    <a:pt x="394" y="1437"/>
                    <a:pt x="394" y="1310"/>
                  </a:cubicBezTo>
                  <a:lnTo>
                    <a:pt x="394" y="190"/>
                  </a:lnTo>
                  <a:cubicBezTo>
                    <a:pt x="394" y="63"/>
                    <a:pt x="295" y="0"/>
                    <a:pt x="1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3"/>
            <p:cNvSpPr/>
            <p:nvPr/>
          </p:nvSpPr>
          <p:spPr>
            <a:xfrm>
              <a:off x="1918925" y="2917575"/>
              <a:ext cx="12650" cy="54725"/>
            </a:xfrm>
            <a:custGeom>
              <a:rect b="b" l="l" r="r" t="t"/>
              <a:pathLst>
                <a:path extrusionOk="0" h="2189" w="506">
                  <a:moveTo>
                    <a:pt x="262" y="0"/>
                  </a:moveTo>
                  <a:cubicBezTo>
                    <a:pt x="187" y="0"/>
                    <a:pt x="118" y="43"/>
                    <a:pt x="104" y="143"/>
                  </a:cubicBezTo>
                  <a:cubicBezTo>
                    <a:pt x="18" y="764"/>
                    <a:pt x="1" y="1377"/>
                    <a:pt x="72" y="2001"/>
                  </a:cubicBezTo>
                  <a:cubicBezTo>
                    <a:pt x="87" y="2126"/>
                    <a:pt x="193" y="2189"/>
                    <a:pt x="291" y="2189"/>
                  </a:cubicBezTo>
                  <a:cubicBezTo>
                    <a:pt x="390" y="2189"/>
                    <a:pt x="480" y="2126"/>
                    <a:pt x="466" y="2001"/>
                  </a:cubicBezTo>
                  <a:cubicBezTo>
                    <a:pt x="400" y="1415"/>
                    <a:pt x="402" y="833"/>
                    <a:pt x="485" y="249"/>
                  </a:cubicBezTo>
                  <a:cubicBezTo>
                    <a:pt x="505" y="99"/>
                    <a:pt x="376" y="0"/>
                    <a:pt x="26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3"/>
            <p:cNvSpPr/>
            <p:nvPr/>
          </p:nvSpPr>
          <p:spPr>
            <a:xfrm>
              <a:off x="1908875" y="2937775"/>
              <a:ext cx="43825" cy="11650"/>
            </a:xfrm>
            <a:custGeom>
              <a:rect b="b" l="l" r="r" t="t"/>
              <a:pathLst>
                <a:path extrusionOk="0" h="466" w="1753">
                  <a:moveTo>
                    <a:pt x="1511" y="0"/>
                  </a:moveTo>
                  <a:cubicBezTo>
                    <a:pt x="1507" y="0"/>
                    <a:pt x="1502" y="0"/>
                    <a:pt x="1498" y="0"/>
                  </a:cubicBezTo>
                  <a:cubicBezTo>
                    <a:pt x="1083" y="25"/>
                    <a:pt x="670" y="49"/>
                    <a:pt x="255" y="72"/>
                  </a:cubicBezTo>
                  <a:cubicBezTo>
                    <a:pt x="6" y="86"/>
                    <a:pt x="1" y="466"/>
                    <a:pt x="242" y="466"/>
                  </a:cubicBezTo>
                  <a:cubicBezTo>
                    <a:pt x="246" y="466"/>
                    <a:pt x="251" y="466"/>
                    <a:pt x="255" y="466"/>
                  </a:cubicBezTo>
                  <a:cubicBezTo>
                    <a:pt x="670" y="443"/>
                    <a:pt x="1083" y="418"/>
                    <a:pt x="1498" y="394"/>
                  </a:cubicBezTo>
                  <a:cubicBezTo>
                    <a:pt x="1747" y="380"/>
                    <a:pt x="1753" y="0"/>
                    <a:pt x="151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3"/>
            <p:cNvSpPr/>
            <p:nvPr/>
          </p:nvSpPr>
          <p:spPr>
            <a:xfrm>
              <a:off x="1982950" y="2910400"/>
              <a:ext cx="45750" cy="62225"/>
            </a:xfrm>
            <a:custGeom>
              <a:rect b="b" l="l" r="r" t="t"/>
              <a:pathLst>
                <a:path extrusionOk="0" h="2489" w="1830">
                  <a:moveTo>
                    <a:pt x="875" y="1"/>
                  </a:moveTo>
                  <a:cubicBezTo>
                    <a:pt x="711" y="1"/>
                    <a:pt x="552" y="96"/>
                    <a:pt x="387" y="96"/>
                  </a:cubicBezTo>
                  <a:cubicBezTo>
                    <a:pt x="371" y="96"/>
                    <a:pt x="354" y="95"/>
                    <a:pt x="337" y="93"/>
                  </a:cubicBezTo>
                  <a:cubicBezTo>
                    <a:pt x="326" y="92"/>
                    <a:pt x="316" y="91"/>
                    <a:pt x="306" y="91"/>
                  </a:cubicBezTo>
                  <a:cubicBezTo>
                    <a:pt x="92" y="91"/>
                    <a:pt x="105" y="453"/>
                    <a:pt x="341" y="486"/>
                  </a:cubicBezTo>
                  <a:cubicBezTo>
                    <a:pt x="353" y="487"/>
                    <a:pt x="364" y="488"/>
                    <a:pt x="375" y="488"/>
                  </a:cubicBezTo>
                  <a:cubicBezTo>
                    <a:pt x="478" y="488"/>
                    <a:pt x="586" y="435"/>
                    <a:pt x="678" y="435"/>
                  </a:cubicBezTo>
                  <a:cubicBezTo>
                    <a:pt x="688" y="435"/>
                    <a:pt x="698" y="435"/>
                    <a:pt x="708" y="437"/>
                  </a:cubicBezTo>
                  <a:cubicBezTo>
                    <a:pt x="961" y="476"/>
                    <a:pt x="745" y="822"/>
                    <a:pt x="668" y="959"/>
                  </a:cubicBezTo>
                  <a:cubicBezTo>
                    <a:pt x="487" y="1280"/>
                    <a:pt x="170" y="1578"/>
                    <a:pt x="58" y="1933"/>
                  </a:cubicBezTo>
                  <a:cubicBezTo>
                    <a:pt x="1" y="2119"/>
                    <a:pt x="57" y="2245"/>
                    <a:pt x="237" y="2315"/>
                  </a:cubicBezTo>
                  <a:cubicBezTo>
                    <a:pt x="400" y="2377"/>
                    <a:pt x="618" y="2367"/>
                    <a:pt x="790" y="2388"/>
                  </a:cubicBezTo>
                  <a:cubicBezTo>
                    <a:pt x="1053" y="2420"/>
                    <a:pt x="1316" y="2454"/>
                    <a:pt x="1580" y="2487"/>
                  </a:cubicBezTo>
                  <a:cubicBezTo>
                    <a:pt x="1589" y="2488"/>
                    <a:pt x="1599" y="2489"/>
                    <a:pt x="1607" y="2489"/>
                  </a:cubicBezTo>
                  <a:cubicBezTo>
                    <a:pt x="1830" y="2489"/>
                    <a:pt x="1818" y="2122"/>
                    <a:pt x="1580" y="2093"/>
                  </a:cubicBezTo>
                  <a:cubicBezTo>
                    <a:pt x="1368" y="2066"/>
                    <a:pt x="1159" y="2039"/>
                    <a:pt x="947" y="2014"/>
                  </a:cubicBezTo>
                  <a:cubicBezTo>
                    <a:pt x="865" y="2003"/>
                    <a:pt x="609" y="2009"/>
                    <a:pt x="461" y="1981"/>
                  </a:cubicBezTo>
                  <a:lnTo>
                    <a:pt x="461" y="1981"/>
                  </a:lnTo>
                  <a:cubicBezTo>
                    <a:pt x="568" y="1726"/>
                    <a:pt x="808" y="1484"/>
                    <a:pt x="943" y="1266"/>
                  </a:cubicBezTo>
                  <a:cubicBezTo>
                    <a:pt x="1086" y="1035"/>
                    <a:pt x="1225" y="770"/>
                    <a:pt x="1246" y="494"/>
                  </a:cubicBezTo>
                  <a:cubicBezTo>
                    <a:pt x="1262" y="299"/>
                    <a:pt x="1197" y="90"/>
                    <a:pt x="996" y="20"/>
                  </a:cubicBezTo>
                  <a:cubicBezTo>
                    <a:pt x="955" y="6"/>
                    <a:pt x="915" y="1"/>
                    <a:pt x="87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3"/>
            <p:cNvSpPr/>
            <p:nvPr/>
          </p:nvSpPr>
          <p:spPr>
            <a:xfrm>
              <a:off x="2083350" y="2919225"/>
              <a:ext cx="9850" cy="48900"/>
            </a:xfrm>
            <a:custGeom>
              <a:rect b="b" l="l" r="r" t="t"/>
              <a:pathLst>
                <a:path extrusionOk="0" h="1956" w="394">
                  <a:moveTo>
                    <a:pt x="197" y="1"/>
                  </a:moveTo>
                  <a:cubicBezTo>
                    <a:pt x="99" y="1"/>
                    <a:pt x="0" y="64"/>
                    <a:pt x="0" y="190"/>
                  </a:cubicBezTo>
                  <a:lnTo>
                    <a:pt x="0" y="1764"/>
                  </a:lnTo>
                  <a:cubicBezTo>
                    <a:pt x="0" y="1892"/>
                    <a:pt x="99" y="1956"/>
                    <a:pt x="197" y="1956"/>
                  </a:cubicBezTo>
                  <a:cubicBezTo>
                    <a:pt x="295" y="1956"/>
                    <a:pt x="394" y="1892"/>
                    <a:pt x="394" y="1764"/>
                  </a:cubicBezTo>
                  <a:lnTo>
                    <a:pt x="394" y="190"/>
                  </a:lnTo>
                  <a:cubicBezTo>
                    <a:pt x="394" y="64"/>
                    <a:pt x="295" y="1"/>
                    <a:pt x="1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3"/>
            <p:cNvSpPr/>
            <p:nvPr/>
          </p:nvSpPr>
          <p:spPr>
            <a:xfrm>
              <a:off x="2071650" y="2935800"/>
              <a:ext cx="46625" cy="12000"/>
            </a:xfrm>
            <a:custGeom>
              <a:rect b="b" l="l" r="r" t="t"/>
              <a:pathLst>
                <a:path extrusionOk="0" h="480" w="1865">
                  <a:moveTo>
                    <a:pt x="1569" y="1"/>
                  </a:moveTo>
                  <a:cubicBezTo>
                    <a:pt x="1555" y="1"/>
                    <a:pt x="1541" y="2"/>
                    <a:pt x="1526" y="5"/>
                  </a:cubicBezTo>
                  <a:cubicBezTo>
                    <a:pt x="1235" y="60"/>
                    <a:pt x="944" y="87"/>
                    <a:pt x="650" y="87"/>
                  </a:cubicBezTo>
                  <a:cubicBezTo>
                    <a:pt x="518" y="87"/>
                    <a:pt x="385" y="81"/>
                    <a:pt x="252" y="71"/>
                  </a:cubicBezTo>
                  <a:cubicBezTo>
                    <a:pt x="246" y="70"/>
                    <a:pt x="240" y="70"/>
                    <a:pt x="234" y="70"/>
                  </a:cubicBezTo>
                  <a:cubicBezTo>
                    <a:pt x="0" y="70"/>
                    <a:pt x="8" y="445"/>
                    <a:pt x="252" y="464"/>
                  </a:cubicBezTo>
                  <a:cubicBezTo>
                    <a:pt x="383" y="475"/>
                    <a:pt x="513" y="480"/>
                    <a:pt x="643" y="480"/>
                  </a:cubicBezTo>
                  <a:cubicBezTo>
                    <a:pt x="974" y="480"/>
                    <a:pt x="1303" y="447"/>
                    <a:pt x="1632" y="384"/>
                  </a:cubicBezTo>
                  <a:cubicBezTo>
                    <a:pt x="1865" y="339"/>
                    <a:pt x="1786" y="1"/>
                    <a:pt x="156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3"/>
            <p:cNvSpPr/>
            <p:nvPr/>
          </p:nvSpPr>
          <p:spPr>
            <a:xfrm>
              <a:off x="2155425" y="2907700"/>
              <a:ext cx="59250" cy="70700"/>
            </a:xfrm>
            <a:custGeom>
              <a:rect b="b" l="l" r="r" t="t"/>
              <a:pathLst>
                <a:path extrusionOk="0" h="2828" w="2370">
                  <a:moveTo>
                    <a:pt x="459" y="395"/>
                  </a:moveTo>
                  <a:cubicBezTo>
                    <a:pt x="1097" y="406"/>
                    <a:pt x="1896" y="679"/>
                    <a:pt x="1881" y="1448"/>
                  </a:cubicBezTo>
                  <a:cubicBezTo>
                    <a:pt x="1869" y="2132"/>
                    <a:pt x="1014" y="2268"/>
                    <a:pt x="416" y="2388"/>
                  </a:cubicBezTo>
                  <a:lnTo>
                    <a:pt x="416" y="2388"/>
                  </a:lnTo>
                  <a:cubicBezTo>
                    <a:pt x="393" y="1725"/>
                    <a:pt x="407" y="1063"/>
                    <a:pt x="458" y="399"/>
                  </a:cubicBezTo>
                  <a:cubicBezTo>
                    <a:pt x="459" y="397"/>
                    <a:pt x="459" y="396"/>
                    <a:pt x="459" y="395"/>
                  </a:cubicBezTo>
                  <a:close/>
                  <a:moveTo>
                    <a:pt x="421" y="1"/>
                  </a:moveTo>
                  <a:cubicBezTo>
                    <a:pt x="406" y="1"/>
                    <a:pt x="390" y="1"/>
                    <a:pt x="375" y="1"/>
                  </a:cubicBezTo>
                  <a:cubicBezTo>
                    <a:pt x="237" y="4"/>
                    <a:pt x="174" y="124"/>
                    <a:pt x="188" y="230"/>
                  </a:cubicBezTo>
                  <a:lnTo>
                    <a:pt x="188" y="230"/>
                  </a:lnTo>
                  <a:cubicBezTo>
                    <a:pt x="125" y="257"/>
                    <a:pt x="74" y="314"/>
                    <a:pt x="68" y="400"/>
                  </a:cubicBezTo>
                  <a:cubicBezTo>
                    <a:pt x="10" y="1145"/>
                    <a:pt x="0" y="1886"/>
                    <a:pt x="36" y="2632"/>
                  </a:cubicBezTo>
                  <a:cubicBezTo>
                    <a:pt x="42" y="2743"/>
                    <a:pt x="127" y="2828"/>
                    <a:pt x="233" y="2828"/>
                  </a:cubicBezTo>
                  <a:cubicBezTo>
                    <a:pt x="250" y="2828"/>
                    <a:pt x="267" y="2826"/>
                    <a:pt x="285" y="2821"/>
                  </a:cubicBezTo>
                  <a:cubicBezTo>
                    <a:pt x="1123" y="2611"/>
                    <a:pt x="2369" y="2466"/>
                    <a:pt x="2269" y="1322"/>
                  </a:cubicBezTo>
                  <a:cubicBezTo>
                    <a:pt x="2186" y="386"/>
                    <a:pt x="1250" y="1"/>
                    <a:pt x="42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3"/>
            <p:cNvSpPr/>
            <p:nvPr/>
          </p:nvSpPr>
          <p:spPr>
            <a:xfrm>
              <a:off x="1927350" y="3135650"/>
              <a:ext cx="65975" cy="14275"/>
            </a:xfrm>
            <a:custGeom>
              <a:rect b="b" l="l" r="r" t="t"/>
              <a:pathLst>
                <a:path extrusionOk="0" h="571" w="2639">
                  <a:moveTo>
                    <a:pt x="235" y="1"/>
                  </a:moveTo>
                  <a:cubicBezTo>
                    <a:pt x="0" y="1"/>
                    <a:pt x="10" y="375"/>
                    <a:pt x="255" y="395"/>
                  </a:cubicBezTo>
                  <a:cubicBezTo>
                    <a:pt x="965" y="453"/>
                    <a:pt x="1675" y="513"/>
                    <a:pt x="2386" y="570"/>
                  </a:cubicBezTo>
                  <a:cubicBezTo>
                    <a:pt x="2393" y="571"/>
                    <a:pt x="2400" y="571"/>
                    <a:pt x="2406" y="571"/>
                  </a:cubicBezTo>
                  <a:cubicBezTo>
                    <a:pt x="2638" y="571"/>
                    <a:pt x="2630" y="195"/>
                    <a:pt x="2386" y="176"/>
                  </a:cubicBezTo>
                  <a:cubicBezTo>
                    <a:pt x="1675" y="119"/>
                    <a:pt x="965" y="59"/>
                    <a:pt x="255" y="2"/>
                  </a:cubicBezTo>
                  <a:cubicBezTo>
                    <a:pt x="248" y="1"/>
                    <a:pt x="242" y="1"/>
                    <a:pt x="23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3"/>
            <p:cNvSpPr/>
            <p:nvPr/>
          </p:nvSpPr>
          <p:spPr>
            <a:xfrm>
              <a:off x="1929600" y="3174750"/>
              <a:ext cx="66550" cy="12750"/>
            </a:xfrm>
            <a:custGeom>
              <a:rect b="b" l="l" r="r" t="t"/>
              <a:pathLst>
                <a:path extrusionOk="0" h="510" w="2662">
                  <a:moveTo>
                    <a:pt x="306" y="1"/>
                  </a:moveTo>
                  <a:cubicBezTo>
                    <a:pt x="85" y="1"/>
                    <a:pt x="0" y="344"/>
                    <a:pt x="238" y="385"/>
                  </a:cubicBezTo>
                  <a:cubicBezTo>
                    <a:pt x="727" y="467"/>
                    <a:pt x="1215" y="509"/>
                    <a:pt x="1706" y="509"/>
                  </a:cubicBezTo>
                  <a:cubicBezTo>
                    <a:pt x="1939" y="509"/>
                    <a:pt x="2173" y="500"/>
                    <a:pt x="2408" y="481"/>
                  </a:cubicBezTo>
                  <a:cubicBezTo>
                    <a:pt x="2652" y="460"/>
                    <a:pt x="2661" y="86"/>
                    <a:pt x="2428" y="86"/>
                  </a:cubicBezTo>
                  <a:cubicBezTo>
                    <a:pt x="2421" y="86"/>
                    <a:pt x="2415" y="86"/>
                    <a:pt x="2408" y="87"/>
                  </a:cubicBezTo>
                  <a:cubicBezTo>
                    <a:pt x="2171" y="107"/>
                    <a:pt x="1933" y="117"/>
                    <a:pt x="1697" y="117"/>
                  </a:cubicBezTo>
                  <a:cubicBezTo>
                    <a:pt x="1245" y="117"/>
                    <a:pt x="794" y="80"/>
                    <a:pt x="344" y="4"/>
                  </a:cubicBezTo>
                  <a:cubicBezTo>
                    <a:pt x="331" y="2"/>
                    <a:pt x="318" y="1"/>
                    <a:pt x="30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3"/>
            <p:cNvSpPr/>
            <p:nvPr/>
          </p:nvSpPr>
          <p:spPr>
            <a:xfrm>
              <a:off x="2052225" y="3093300"/>
              <a:ext cx="53925" cy="97700"/>
            </a:xfrm>
            <a:custGeom>
              <a:rect b="b" l="l" r="r" t="t"/>
              <a:pathLst>
                <a:path extrusionOk="0" h="3908" w="2157">
                  <a:moveTo>
                    <a:pt x="1105" y="0"/>
                  </a:moveTo>
                  <a:cubicBezTo>
                    <a:pt x="864" y="0"/>
                    <a:pt x="611" y="102"/>
                    <a:pt x="413" y="257"/>
                  </a:cubicBezTo>
                  <a:cubicBezTo>
                    <a:pt x="257" y="382"/>
                    <a:pt x="402" y="582"/>
                    <a:pt x="566" y="582"/>
                  </a:cubicBezTo>
                  <a:cubicBezTo>
                    <a:pt x="609" y="582"/>
                    <a:pt x="653" y="569"/>
                    <a:pt x="694" y="536"/>
                  </a:cubicBezTo>
                  <a:cubicBezTo>
                    <a:pt x="1360" y="731"/>
                    <a:pt x="1533" y="961"/>
                    <a:pt x="1217" y="1226"/>
                  </a:cubicBezTo>
                  <a:cubicBezTo>
                    <a:pt x="1101" y="1375"/>
                    <a:pt x="959" y="1498"/>
                    <a:pt x="793" y="1594"/>
                  </a:cubicBezTo>
                  <a:cubicBezTo>
                    <a:pt x="673" y="1681"/>
                    <a:pt x="654" y="1923"/>
                    <a:pt x="839" y="1953"/>
                  </a:cubicBezTo>
                  <a:cubicBezTo>
                    <a:pt x="1937" y="2137"/>
                    <a:pt x="1645" y="3534"/>
                    <a:pt x="818" y="3534"/>
                  </a:cubicBezTo>
                  <a:cubicBezTo>
                    <a:pt x="688" y="3534"/>
                    <a:pt x="545" y="3500"/>
                    <a:pt x="392" y="3421"/>
                  </a:cubicBezTo>
                  <a:cubicBezTo>
                    <a:pt x="360" y="3404"/>
                    <a:pt x="328" y="3397"/>
                    <a:pt x="298" y="3397"/>
                  </a:cubicBezTo>
                  <a:cubicBezTo>
                    <a:pt x="118" y="3397"/>
                    <a:pt x="0" y="3662"/>
                    <a:pt x="193" y="3761"/>
                  </a:cubicBezTo>
                  <a:cubicBezTo>
                    <a:pt x="383" y="3859"/>
                    <a:pt x="594" y="3907"/>
                    <a:pt x="803" y="3907"/>
                  </a:cubicBezTo>
                  <a:cubicBezTo>
                    <a:pt x="1284" y="3907"/>
                    <a:pt x="1754" y="3652"/>
                    <a:pt x="1937" y="3162"/>
                  </a:cubicBezTo>
                  <a:cubicBezTo>
                    <a:pt x="2157" y="2571"/>
                    <a:pt x="1821" y="1954"/>
                    <a:pt x="1297" y="1690"/>
                  </a:cubicBezTo>
                  <a:lnTo>
                    <a:pt x="1297" y="1690"/>
                  </a:lnTo>
                  <a:cubicBezTo>
                    <a:pt x="1687" y="1345"/>
                    <a:pt x="2023" y="873"/>
                    <a:pt x="1723" y="357"/>
                  </a:cubicBezTo>
                  <a:cubicBezTo>
                    <a:pt x="1576" y="103"/>
                    <a:pt x="1347" y="0"/>
                    <a:pt x="110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3"/>
            <p:cNvSpPr/>
            <p:nvPr/>
          </p:nvSpPr>
          <p:spPr>
            <a:xfrm>
              <a:off x="2101350" y="3092525"/>
              <a:ext cx="68900" cy="100425"/>
            </a:xfrm>
            <a:custGeom>
              <a:rect b="b" l="l" r="r" t="t"/>
              <a:pathLst>
                <a:path extrusionOk="0" h="4017" w="2756">
                  <a:moveTo>
                    <a:pt x="2368" y="0"/>
                  </a:moveTo>
                  <a:cubicBezTo>
                    <a:pt x="2354" y="0"/>
                    <a:pt x="2339" y="2"/>
                    <a:pt x="2324" y="5"/>
                  </a:cubicBezTo>
                  <a:cubicBezTo>
                    <a:pt x="0" y="476"/>
                    <a:pt x="191" y="3722"/>
                    <a:pt x="2505" y="4014"/>
                  </a:cubicBezTo>
                  <a:cubicBezTo>
                    <a:pt x="2515" y="4016"/>
                    <a:pt x="2524" y="4016"/>
                    <a:pt x="2533" y="4016"/>
                  </a:cubicBezTo>
                  <a:cubicBezTo>
                    <a:pt x="2755" y="4016"/>
                    <a:pt x="2744" y="3650"/>
                    <a:pt x="2505" y="3621"/>
                  </a:cubicBezTo>
                  <a:cubicBezTo>
                    <a:pt x="599" y="3380"/>
                    <a:pt x="577" y="760"/>
                    <a:pt x="2428" y="384"/>
                  </a:cubicBezTo>
                  <a:cubicBezTo>
                    <a:pt x="2662" y="337"/>
                    <a:pt x="2583" y="0"/>
                    <a:pt x="23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3"/>
            <p:cNvSpPr/>
            <p:nvPr/>
          </p:nvSpPr>
          <p:spPr>
            <a:xfrm>
              <a:off x="2161550" y="3096850"/>
              <a:ext cx="50350" cy="61375"/>
            </a:xfrm>
            <a:custGeom>
              <a:rect b="b" l="l" r="r" t="t"/>
              <a:pathLst>
                <a:path extrusionOk="0" h="2455" w="2014">
                  <a:moveTo>
                    <a:pt x="1719" y="0"/>
                  </a:moveTo>
                  <a:cubicBezTo>
                    <a:pt x="1675" y="0"/>
                    <a:pt x="1629" y="16"/>
                    <a:pt x="1588" y="54"/>
                  </a:cubicBezTo>
                  <a:cubicBezTo>
                    <a:pt x="939" y="638"/>
                    <a:pt x="424" y="1338"/>
                    <a:pt x="62" y="2134"/>
                  </a:cubicBezTo>
                  <a:cubicBezTo>
                    <a:pt x="0" y="2268"/>
                    <a:pt x="72" y="2427"/>
                    <a:pt x="231" y="2431"/>
                  </a:cubicBezTo>
                  <a:cubicBezTo>
                    <a:pt x="724" y="2438"/>
                    <a:pt x="1218" y="2447"/>
                    <a:pt x="1712" y="2454"/>
                  </a:cubicBezTo>
                  <a:cubicBezTo>
                    <a:pt x="1714" y="2454"/>
                    <a:pt x="1715" y="2454"/>
                    <a:pt x="1716" y="2454"/>
                  </a:cubicBezTo>
                  <a:cubicBezTo>
                    <a:pt x="1967" y="2454"/>
                    <a:pt x="1966" y="2065"/>
                    <a:pt x="1712" y="2061"/>
                  </a:cubicBezTo>
                  <a:cubicBezTo>
                    <a:pt x="1323" y="2055"/>
                    <a:pt x="933" y="2048"/>
                    <a:pt x="543" y="2042"/>
                  </a:cubicBezTo>
                  <a:lnTo>
                    <a:pt x="543" y="2042"/>
                  </a:lnTo>
                  <a:cubicBezTo>
                    <a:pt x="880" y="1396"/>
                    <a:pt x="1321" y="827"/>
                    <a:pt x="1867" y="334"/>
                  </a:cubicBezTo>
                  <a:cubicBezTo>
                    <a:pt x="2013" y="199"/>
                    <a:pt x="1875" y="0"/>
                    <a:pt x="17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3"/>
            <p:cNvSpPr/>
            <p:nvPr/>
          </p:nvSpPr>
          <p:spPr>
            <a:xfrm>
              <a:off x="2200400" y="3102700"/>
              <a:ext cx="13175" cy="90400"/>
            </a:xfrm>
            <a:custGeom>
              <a:rect b="b" l="l" r="r" t="t"/>
              <a:pathLst>
                <a:path extrusionOk="0" h="3616" w="527">
                  <a:moveTo>
                    <a:pt x="261" y="0"/>
                  </a:moveTo>
                  <a:cubicBezTo>
                    <a:pt x="163" y="0"/>
                    <a:pt x="68" y="63"/>
                    <a:pt x="75" y="189"/>
                  </a:cubicBezTo>
                  <a:cubicBezTo>
                    <a:pt x="132" y="1270"/>
                    <a:pt x="111" y="2349"/>
                    <a:pt x="12" y="3427"/>
                  </a:cubicBezTo>
                  <a:cubicBezTo>
                    <a:pt x="1" y="3553"/>
                    <a:pt x="93" y="3615"/>
                    <a:pt x="191" y="3615"/>
                  </a:cubicBezTo>
                  <a:cubicBezTo>
                    <a:pt x="290" y="3615"/>
                    <a:pt x="394" y="3552"/>
                    <a:pt x="406" y="3427"/>
                  </a:cubicBezTo>
                  <a:cubicBezTo>
                    <a:pt x="505" y="2348"/>
                    <a:pt x="526" y="1270"/>
                    <a:pt x="469" y="189"/>
                  </a:cubicBezTo>
                  <a:cubicBezTo>
                    <a:pt x="462" y="63"/>
                    <a:pt x="360" y="0"/>
                    <a:pt x="26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8" name="Google Shape;4868;p63"/>
          <p:cNvGrpSpPr/>
          <p:nvPr/>
        </p:nvGrpSpPr>
        <p:grpSpPr>
          <a:xfrm>
            <a:off x="6229978" y="3193094"/>
            <a:ext cx="745681" cy="929720"/>
            <a:chOff x="6229978" y="3193094"/>
            <a:chExt cx="745681" cy="929720"/>
          </a:xfrm>
        </p:grpSpPr>
        <p:sp>
          <p:nvSpPr>
            <p:cNvPr id="4869" name="Google Shape;4869;p63"/>
            <p:cNvSpPr/>
            <p:nvPr/>
          </p:nvSpPr>
          <p:spPr>
            <a:xfrm rot="961257">
              <a:off x="6734402" y="3219470"/>
              <a:ext cx="218584" cy="195058"/>
            </a:xfrm>
            <a:custGeom>
              <a:rect b="b" l="l" r="r" t="t"/>
              <a:pathLst>
                <a:path extrusionOk="0" h="7802" w="8743">
                  <a:moveTo>
                    <a:pt x="6174" y="0"/>
                  </a:moveTo>
                  <a:cubicBezTo>
                    <a:pt x="6073" y="0"/>
                    <a:pt x="5971" y="22"/>
                    <a:pt x="5874" y="68"/>
                  </a:cubicBezTo>
                  <a:lnTo>
                    <a:pt x="365" y="3812"/>
                  </a:lnTo>
                  <a:lnTo>
                    <a:pt x="0" y="4844"/>
                  </a:lnTo>
                  <a:lnTo>
                    <a:pt x="8378" y="7801"/>
                  </a:lnTo>
                  <a:lnTo>
                    <a:pt x="8742" y="6770"/>
                  </a:lnTo>
                  <a:lnTo>
                    <a:pt x="6805" y="397"/>
                  </a:lnTo>
                  <a:cubicBezTo>
                    <a:pt x="6685" y="147"/>
                    <a:pt x="6434" y="0"/>
                    <a:pt x="6174" y="0"/>
                  </a:cubicBezTo>
                  <a:close/>
                </a:path>
              </a:pathLst>
            </a:custGeom>
            <a:solidFill>
              <a:srgbClr val="F550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3"/>
            <p:cNvSpPr/>
            <p:nvPr/>
          </p:nvSpPr>
          <p:spPr>
            <a:xfrm rot="961257">
              <a:off x="6729779" y="3252851"/>
              <a:ext cx="218559" cy="161032"/>
            </a:xfrm>
            <a:custGeom>
              <a:rect b="b" l="l" r="r" t="t"/>
              <a:pathLst>
                <a:path extrusionOk="0" h="6441" w="8742">
                  <a:moveTo>
                    <a:pt x="3970" y="1"/>
                  </a:moveTo>
                  <a:lnTo>
                    <a:pt x="363" y="2451"/>
                  </a:lnTo>
                  <a:lnTo>
                    <a:pt x="0" y="3483"/>
                  </a:lnTo>
                  <a:lnTo>
                    <a:pt x="8378" y="6440"/>
                  </a:lnTo>
                  <a:lnTo>
                    <a:pt x="8742" y="5409"/>
                  </a:lnTo>
                  <a:lnTo>
                    <a:pt x="7477" y="1252"/>
                  </a:lnTo>
                  <a:lnTo>
                    <a:pt x="4188" y="92"/>
                  </a:lnTo>
                  <a:cubicBezTo>
                    <a:pt x="4114" y="65"/>
                    <a:pt x="4041" y="32"/>
                    <a:pt x="3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3"/>
            <p:cNvSpPr/>
            <p:nvPr/>
          </p:nvSpPr>
          <p:spPr>
            <a:xfrm rot="961257">
              <a:off x="6850213" y="3231318"/>
              <a:ext cx="87729" cy="65353"/>
            </a:xfrm>
            <a:custGeom>
              <a:rect b="b" l="l" r="r" t="t"/>
              <a:pathLst>
                <a:path extrusionOk="0" h="2614" w="3509">
                  <a:moveTo>
                    <a:pt x="2205" y="0"/>
                  </a:moveTo>
                  <a:cubicBezTo>
                    <a:pt x="2104" y="0"/>
                    <a:pt x="2002" y="22"/>
                    <a:pt x="1905" y="68"/>
                  </a:cubicBezTo>
                  <a:lnTo>
                    <a:pt x="1" y="1362"/>
                  </a:lnTo>
                  <a:cubicBezTo>
                    <a:pt x="75" y="1393"/>
                    <a:pt x="146" y="1426"/>
                    <a:pt x="221" y="1453"/>
                  </a:cubicBezTo>
                  <a:lnTo>
                    <a:pt x="3509" y="2613"/>
                  </a:lnTo>
                  <a:lnTo>
                    <a:pt x="2836" y="397"/>
                  </a:lnTo>
                  <a:cubicBezTo>
                    <a:pt x="2716" y="147"/>
                    <a:pt x="2465" y="0"/>
                    <a:pt x="2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3"/>
            <p:cNvSpPr/>
            <p:nvPr/>
          </p:nvSpPr>
          <p:spPr>
            <a:xfrm rot="961257">
              <a:off x="6264068" y="3868932"/>
              <a:ext cx="251735" cy="223484"/>
            </a:xfrm>
            <a:custGeom>
              <a:rect b="b" l="l" r="r" t="t"/>
              <a:pathLst>
                <a:path extrusionOk="0" h="8939" w="10069">
                  <a:moveTo>
                    <a:pt x="5034" y="1"/>
                  </a:moveTo>
                  <a:cubicBezTo>
                    <a:pt x="3193" y="1"/>
                    <a:pt x="1470" y="1148"/>
                    <a:pt x="823" y="2983"/>
                  </a:cubicBezTo>
                  <a:cubicBezTo>
                    <a:pt x="1" y="5309"/>
                    <a:pt x="1220" y="7861"/>
                    <a:pt x="3547" y="8683"/>
                  </a:cubicBezTo>
                  <a:cubicBezTo>
                    <a:pt x="4039" y="8856"/>
                    <a:pt x="4541" y="8939"/>
                    <a:pt x="5035" y="8939"/>
                  </a:cubicBezTo>
                  <a:cubicBezTo>
                    <a:pt x="6876" y="8939"/>
                    <a:pt x="8599" y="7792"/>
                    <a:pt x="9247" y="5956"/>
                  </a:cubicBezTo>
                  <a:cubicBezTo>
                    <a:pt x="10068" y="3629"/>
                    <a:pt x="8848" y="1078"/>
                    <a:pt x="6521" y="257"/>
                  </a:cubicBezTo>
                  <a:cubicBezTo>
                    <a:pt x="6029" y="83"/>
                    <a:pt x="5527" y="1"/>
                    <a:pt x="5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3"/>
            <p:cNvSpPr/>
            <p:nvPr/>
          </p:nvSpPr>
          <p:spPr>
            <a:xfrm rot="961257">
              <a:off x="6286475" y="3973866"/>
              <a:ext cx="81828" cy="71303"/>
            </a:xfrm>
            <a:custGeom>
              <a:rect b="b" l="l" r="r" t="t"/>
              <a:pathLst>
                <a:path extrusionOk="0" h="2852" w="3273">
                  <a:moveTo>
                    <a:pt x="777" y="0"/>
                  </a:moveTo>
                  <a:cubicBezTo>
                    <a:pt x="703" y="0"/>
                    <a:pt x="621" y="39"/>
                    <a:pt x="522" y="129"/>
                  </a:cubicBezTo>
                  <a:cubicBezTo>
                    <a:pt x="1" y="605"/>
                    <a:pt x="78" y="1536"/>
                    <a:pt x="694" y="2214"/>
                  </a:cubicBezTo>
                  <a:cubicBezTo>
                    <a:pt x="1071" y="2629"/>
                    <a:pt x="1564" y="2851"/>
                    <a:pt x="2009" y="2851"/>
                  </a:cubicBezTo>
                  <a:cubicBezTo>
                    <a:pt x="2289" y="2851"/>
                    <a:pt x="2550" y="2763"/>
                    <a:pt x="2751" y="2581"/>
                  </a:cubicBezTo>
                  <a:cubicBezTo>
                    <a:pt x="3273" y="2105"/>
                    <a:pt x="2351" y="1942"/>
                    <a:pt x="1735" y="1266"/>
                  </a:cubicBezTo>
                  <a:cubicBezTo>
                    <a:pt x="1236" y="717"/>
                    <a:pt x="1091" y="0"/>
                    <a:pt x="777"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3"/>
            <p:cNvSpPr/>
            <p:nvPr/>
          </p:nvSpPr>
          <p:spPr>
            <a:xfrm rot="961257">
              <a:off x="6359728" y="4043049"/>
              <a:ext cx="15001" cy="13326"/>
            </a:xfrm>
            <a:custGeom>
              <a:rect b="b" l="l" r="r" t="t"/>
              <a:pathLst>
                <a:path extrusionOk="0" h="533" w="600">
                  <a:moveTo>
                    <a:pt x="298" y="1"/>
                  </a:moveTo>
                  <a:cubicBezTo>
                    <a:pt x="188" y="1"/>
                    <a:pt x="86" y="68"/>
                    <a:pt x="49" y="177"/>
                  </a:cubicBezTo>
                  <a:cubicBezTo>
                    <a:pt x="1" y="316"/>
                    <a:pt x="73" y="469"/>
                    <a:pt x="211" y="517"/>
                  </a:cubicBezTo>
                  <a:cubicBezTo>
                    <a:pt x="240" y="528"/>
                    <a:pt x="271" y="533"/>
                    <a:pt x="300" y="533"/>
                  </a:cubicBezTo>
                  <a:cubicBezTo>
                    <a:pt x="410" y="533"/>
                    <a:pt x="512" y="465"/>
                    <a:pt x="551" y="354"/>
                  </a:cubicBezTo>
                  <a:cubicBezTo>
                    <a:pt x="599" y="216"/>
                    <a:pt x="528" y="63"/>
                    <a:pt x="388" y="16"/>
                  </a:cubicBezTo>
                  <a:cubicBezTo>
                    <a:pt x="358" y="5"/>
                    <a:pt x="328" y="1"/>
                    <a:pt x="298"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3"/>
            <p:cNvSpPr/>
            <p:nvPr/>
          </p:nvSpPr>
          <p:spPr>
            <a:xfrm rot="961257">
              <a:off x="6374106" y="3283413"/>
              <a:ext cx="468419" cy="780982"/>
            </a:xfrm>
            <a:custGeom>
              <a:rect b="b" l="l" r="r" t="t"/>
              <a:pathLst>
                <a:path extrusionOk="0" h="31238" w="18736">
                  <a:moveTo>
                    <a:pt x="9931" y="0"/>
                  </a:moveTo>
                  <a:lnTo>
                    <a:pt x="0" y="28129"/>
                  </a:lnTo>
                  <a:lnTo>
                    <a:pt x="8805" y="31237"/>
                  </a:lnTo>
                  <a:lnTo>
                    <a:pt x="18735" y="3108"/>
                  </a:lnTo>
                  <a:lnTo>
                    <a:pt x="993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3"/>
            <p:cNvSpPr/>
            <p:nvPr/>
          </p:nvSpPr>
          <p:spPr>
            <a:xfrm rot="961257">
              <a:off x="6453905" y="3311564"/>
              <a:ext cx="308813" cy="724680"/>
            </a:xfrm>
            <a:custGeom>
              <a:rect b="b" l="l" r="r" t="t"/>
              <a:pathLst>
                <a:path extrusionOk="0" h="28986" w="12352">
                  <a:moveTo>
                    <a:pt x="9931" y="0"/>
                  </a:moveTo>
                  <a:lnTo>
                    <a:pt x="0" y="28131"/>
                  </a:lnTo>
                  <a:lnTo>
                    <a:pt x="2421" y="28985"/>
                  </a:lnTo>
                  <a:lnTo>
                    <a:pt x="12351" y="855"/>
                  </a:lnTo>
                  <a:lnTo>
                    <a:pt x="993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3"/>
            <p:cNvSpPr/>
            <p:nvPr/>
          </p:nvSpPr>
          <p:spPr>
            <a:xfrm rot="961257">
              <a:off x="6722518" y="3228371"/>
              <a:ext cx="226884" cy="168807"/>
            </a:xfrm>
            <a:custGeom>
              <a:rect b="b" l="l" r="r" t="t"/>
              <a:pathLst>
                <a:path extrusionOk="0" h="6752" w="9075">
                  <a:moveTo>
                    <a:pt x="4158" y="333"/>
                  </a:moveTo>
                  <a:cubicBezTo>
                    <a:pt x="4208" y="355"/>
                    <a:pt x="4258" y="376"/>
                    <a:pt x="4311" y="393"/>
                  </a:cubicBezTo>
                  <a:lnTo>
                    <a:pt x="7526" y="1528"/>
                  </a:lnTo>
                  <a:lnTo>
                    <a:pt x="8752" y="5560"/>
                  </a:lnTo>
                  <a:lnTo>
                    <a:pt x="8458" y="6399"/>
                  </a:lnTo>
                  <a:lnTo>
                    <a:pt x="372" y="3544"/>
                  </a:lnTo>
                  <a:lnTo>
                    <a:pt x="668" y="2707"/>
                  </a:lnTo>
                  <a:lnTo>
                    <a:pt x="4158" y="333"/>
                  </a:lnTo>
                  <a:close/>
                  <a:moveTo>
                    <a:pt x="4145" y="0"/>
                  </a:moveTo>
                  <a:cubicBezTo>
                    <a:pt x="4115" y="0"/>
                    <a:pt x="4084" y="9"/>
                    <a:pt x="4058" y="28"/>
                  </a:cubicBezTo>
                  <a:lnTo>
                    <a:pt x="453" y="2478"/>
                  </a:lnTo>
                  <a:cubicBezTo>
                    <a:pt x="426" y="2497"/>
                    <a:pt x="405" y="2524"/>
                    <a:pt x="393" y="2554"/>
                  </a:cubicBezTo>
                  <a:lnTo>
                    <a:pt x="29" y="3587"/>
                  </a:lnTo>
                  <a:cubicBezTo>
                    <a:pt x="0" y="3667"/>
                    <a:pt x="43" y="3757"/>
                    <a:pt x="125" y="3786"/>
                  </a:cubicBezTo>
                  <a:lnTo>
                    <a:pt x="8500" y="6743"/>
                  </a:lnTo>
                  <a:cubicBezTo>
                    <a:pt x="8519" y="6749"/>
                    <a:pt x="8535" y="6752"/>
                    <a:pt x="8552" y="6752"/>
                  </a:cubicBezTo>
                  <a:cubicBezTo>
                    <a:pt x="8573" y="6752"/>
                    <a:pt x="8598" y="6746"/>
                    <a:pt x="8622" y="6733"/>
                  </a:cubicBezTo>
                  <a:cubicBezTo>
                    <a:pt x="8658" y="6716"/>
                    <a:pt x="8686" y="6686"/>
                    <a:pt x="8700" y="6646"/>
                  </a:cubicBezTo>
                  <a:lnTo>
                    <a:pt x="9065" y="5614"/>
                  </a:lnTo>
                  <a:cubicBezTo>
                    <a:pt x="9075" y="5583"/>
                    <a:pt x="9075" y="5550"/>
                    <a:pt x="9066" y="5517"/>
                  </a:cubicBezTo>
                  <a:lnTo>
                    <a:pt x="7802" y="1361"/>
                  </a:lnTo>
                  <a:cubicBezTo>
                    <a:pt x="7787" y="1314"/>
                    <a:pt x="7752" y="1275"/>
                    <a:pt x="7706" y="1259"/>
                  </a:cubicBezTo>
                  <a:lnTo>
                    <a:pt x="4417" y="99"/>
                  </a:lnTo>
                  <a:cubicBezTo>
                    <a:pt x="4344" y="73"/>
                    <a:pt x="4277" y="43"/>
                    <a:pt x="4208" y="13"/>
                  </a:cubicBezTo>
                  <a:cubicBezTo>
                    <a:pt x="4188" y="5"/>
                    <a:pt x="4167" y="0"/>
                    <a:pt x="414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3"/>
            <p:cNvSpPr/>
            <p:nvPr/>
          </p:nvSpPr>
          <p:spPr>
            <a:xfrm rot="961257">
              <a:off x="6843407" y="3206973"/>
              <a:ext cx="95904" cy="73103"/>
            </a:xfrm>
            <a:custGeom>
              <a:rect b="b" l="l" r="r" t="t"/>
              <a:pathLst>
                <a:path extrusionOk="0" h="2924" w="3836">
                  <a:moveTo>
                    <a:pt x="2363" y="310"/>
                  </a:moveTo>
                  <a:cubicBezTo>
                    <a:pt x="2424" y="310"/>
                    <a:pt x="2486" y="320"/>
                    <a:pt x="2545" y="340"/>
                  </a:cubicBezTo>
                  <a:cubicBezTo>
                    <a:pt x="2681" y="389"/>
                    <a:pt x="2792" y="488"/>
                    <a:pt x="2845" y="596"/>
                  </a:cubicBezTo>
                  <a:lnTo>
                    <a:pt x="3430" y="2518"/>
                  </a:lnTo>
                  <a:lnTo>
                    <a:pt x="3430" y="2518"/>
                  </a:lnTo>
                  <a:lnTo>
                    <a:pt x="488" y="1481"/>
                  </a:lnTo>
                  <a:lnTo>
                    <a:pt x="2131" y="362"/>
                  </a:lnTo>
                  <a:cubicBezTo>
                    <a:pt x="2205" y="327"/>
                    <a:pt x="2284" y="310"/>
                    <a:pt x="2363" y="310"/>
                  </a:cubicBezTo>
                  <a:close/>
                  <a:moveTo>
                    <a:pt x="2373" y="1"/>
                  </a:moveTo>
                  <a:cubicBezTo>
                    <a:pt x="2242" y="1"/>
                    <a:pt x="2108" y="31"/>
                    <a:pt x="1978" y="95"/>
                  </a:cubicBezTo>
                  <a:lnTo>
                    <a:pt x="73" y="1388"/>
                  </a:lnTo>
                  <a:cubicBezTo>
                    <a:pt x="28" y="1419"/>
                    <a:pt x="0" y="1475"/>
                    <a:pt x="6" y="1531"/>
                  </a:cubicBezTo>
                  <a:cubicBezTo>
                    <a:pt x="12" y="1588"/>
                    <a:pt x="45" y="1635"/>
                    <a:pt x="98" y="1659"/>
                  </a:cubicBezTo>
                  <a:cubicBezTo>
                    <a:pt x="172" y="1693"/>
                    <a:pt x="249" y="1725"/>
                    <a:pt x="328" y="1753"/>
                  </a:cubicBezTo>
                  <a:lnTo>
                    <a:pt x="3615" y="2915"/>
                  </a:lnTo>
                  <a:cubicBezTo>
                    <a:pt x="3634" y="2919"/>
                    <a:pt x="3650" y="2924"/>
                    <a:pt x="3667" y="2924"/>
                  </a:cubicBezTo>
                  <a:cubicBezTo>
                    <a:pt x="3707" y="2924"/>
                    <a:pt x="3744" y="2908"/>
                    <a:pt x="3777" y="2879"/>
                  </a:cubicBezTo>
                  <a:cubicBezTo>
                    <a:pt x="3820" y="2839"/>
                    <a:pt x="3835" y="2777"/>
                    <a:pt x="3817" y="2722"/>
                  </a:cubicBezTo>
                  <a:lnTo>
                    <a:pt x="3135" y="483"/>
                  </a:lnTo>
                  <a:cubicBezTo>
                    <a:pt x="3037" y="278"/>
                    <a:pt x="2865" y="125"/>
                    <a:pt x="2649" y="47"/>
                  </a:cubicBezTo>
                  <a:cubicBezTo>
                    <a:pt x="2560" y="16"/>
                    <a:pt x="2467" y="1"/>
                    <a:pt x="2373"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3"/>
            <p:cNvSpPr/>
            <p:nvPr/>
          </p:nvSpPr>
          <p:spPr>
            <a:xfrm rot="961257">
              <a:off x="6246944" y="3914831"/>
              <a:ext cx="239885" cy="156706"/>
            </a:xfrm>
            <a:custGeom>
              <a:rect b="b" l="l" r="r" t="t"/>
              <a:pathLst>
                <a:path extrusionOk="0" h="6268" w="9595">
                  <a:moveTo>
                    <a:pt x="996" y="0"/>
                  </a:moveTo>
                  <a:cubicBezTo>
                    <a:pt x="932" y="0"/>
                    <a:pt x="872" y="40"/>
                    <a:pt x="849" y="103"/>
                  </a:cubicBezTo>
                  <a:cubicBezTo>
                    <a:pt x="0" y="2507"/>
                    <a:pt x="1265" y="5153"/>
                    <a:pt x="3670" y="6000"/>
                  </a:cubicBezTo>
                  <a:cubicBezTo>
                    <a:pt x="4173" y="6179"/>
                    <a:pt x="4694" y="6267"/>
                    <a:pt x="5213" y="6267"/>
                  </a:cubicBezTo>
                  <a:cubicBezTo>
                    <a:pt x="5893" y="6267"/>
                    <a:pt x="6570" y="6114"/>
                    <a:pt x="7202" y="5813"/>
                  </a:cubicBezTo>
                  <a:cubicBezTo>
                    <a:pt x="8316" y="5281"/>
                    <a:pt x="9156" y="4347"/>
                    <a:pt x="9566" y="3182"/>
                  </a:cubicBezTo>
                  <a:cubicBezTo>
                    <a:pt x="9595" y="3102"/>
                    <a:pt x="9552" y="3012"/>
                    <a:pt x="9472" y="2984"/>
                  </a:cubicBezTo>
                  <a:cubicBezTo>
                    <a:pt x="9455" y="2978"/>
                    <a:pt x="9438" y="2975"/>
                    <a:pt x="9421" y="2975"/>
                  </a:cubicBezTo>
                  <a:cubicBezTo>
                    <a:pt x="9357" y="2975"/>
                    <a:pt x="9296" y="3015"/>
                    <a:pt x="9274" y="3078"/>
                  </a:cubicBezTo>
                  <a:cubicBezTo>
                    <a:pt x="8889" y="4164"/>
                    <a:pt x="8108" y="5036"/>
                    <a:pt x="7067" y="5533"/>
                  </a:cubicBezTo>
                  <a:cubicBezTo>
                    <a:pt x="6479" y="5814"/>
                    <a:pt x="5847" y="5956"/>
                    <a:pt x="5212" y="5956"/>
                  </a:cubicBezTo>
                  <a:cubicBezTo>
                    <a:pt x="4728" y="5956"/>
                    <a:pt x="4242" y="5874"/>
                    <a:pt x="3773" y="5707"/>
                  </a:cubicBezTo>
                  <a:cubicBezTo>
                    <a:pt x="1529" y="4917"/>
                    <a:pt x="350" y="2448"/>
                    <a:pt x="1142" y="206"/>
                  </a:cubicBezTo>
                  <a:cubicBezTo>
                    <a:pt x="1171" y="126"/>
                    <a:pt x="1128" y="38"/>
                    <a:pt x="1048" y="9"/>
                  </a:cubicBezTo>
                  <a:cubicBezTo>
                    <a:pt x="1031" y="3"/>
                    <a:pt x="1013" y="0"/>
                    <a:pt x="99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3"/>
            <p:cNvSpPr/>
            <p:nvPr/>
          </p:nvSpPr>
          <p:spPr>
            <a:xfrm rot="961257">
              <a:off x="6367095" y="3259003"/>
              <a:ext cx="476744" cy="788682"/>
            </a:xfrm>
            <a:custGeom>
              <a:rect b="b" l="l" r="r" t="t"/>
              <a:pathLst>
                <a:path extrusionOk="0" h="31546" w="19069">
                  <a:moveTo>
                    <a:pt x="10199" y="354"/>
                  </a:moveTo>
                  <a:lnTo>
                    <a:pt x="18711" y="3359"/>
                  </a:lnTo>
                  <a:lnTo>
                    <a:pt x="8883" y="31194"/>
                  </a:lnTo>
                  <a:lnTo>
                    <a:pt x="373" y="28191"/>
                  </a:lnTo>
                  <a:lnTo>
                    <a:pt x="10199" y="354"/>
                  </a:lnTo>
                  <a:close/>
                  <a:moveTo>
                    <a:pt x="10105" y="0"/>
                  </a:moveTo>
                  <a:cubicBezTo>
                    <a:pt x="10082" y="0"/>
                    <a:pt x="10059" y="5"/>
                    <a:pt x="10038" y="16"/>
                  </a:cubicBezTo>
                  <a:cubicBezTo>
                    <a:pt x="10002" y="33"/>
                    <a:pt x="9974" y="64"/>
                    <a:pt x="9959" y="103"/>
                  </a:cubicBezTo>
                  <a:lnTo>
                    <a:pt x="29" y="28231"/>
                  </a:lnTo>
                  <a:cubicBezTo>
                    <a:pt x="0" y="28312"/>
                    <a:pt x="43" y="28401"/>
                    <a:pt x="123" y="28429"/>
                  </a:cubicBezTo>
                  <a:lnTo>
                    <a:pt x="8926" y="31537"/>
                  </a:lnTo>
                  <a:cubicBezTo>
                    <a:pt x="8945" y="31543"/>
                    <a:pt x="8961" y="31546"/>
                    <a:pt x="8978" y="31546"/>
                  </a:cubicBezTo>
                  <a:cubicBezTo>
                    <a:pt x="9041" y="31546"/>
                    <a:pt x="9102" y="31507"/>
                    <a:pt x="9125" y="31441"/>
                  </a:cubicBezTo>
                  <a:lnTo>
                    <a:pt x="19055" y="3312"/>
                  </a:lnTo>
                  <a:cubicBezTo>
                    <a:pt x="19068" y="3275"/>
                    <a:pt x="19065" y="3232"/>
                    <a:pt x="19048" y="3195"/>
                  </a:cubicBezTo>
                  <a:cubicBezTo>
                    <a:pt x="19030" y="3159"/>
                    <a:pt x="19000" y="3131"/>
                    <a:pt x="18961" y="3116"/>
                  </a:cubicBezTo>
                  <a:lnTo>
                    <a:pt x="10157" y="9"/>
                  </a:lnTo>
                  <a:cubicBezTo>
                    <a:pt x="10140" y="3"/>
                    <a:pt x="10122" y="0"/>
                    <a:pt x="1010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3"/>
            <p:cNvSpPr/>
            <p:nvPr/>
          </p:nvSpPr>
          <p:spPr>
            <a:xfrm rot="961257">
              <a:off x="6447269" y="3287285"/>
              <a:ext cx="316763" cy="732355"/>
            </a:xfrm>
            <a:custGeom>
              <a:rect b="b" l="l" r="r" t="t"/>
              <a:pathLst>
                <a:path extrusionOk="0" h="29293" w="12670">
                  <a:moveTo>
                    <a:pt x="10182" y="350"/>
                  </a:moveTo>
                  <a:lnTo>
                    <a:pt x="12311" y="1102"/>
                  </a:lnTo>
                  <a:lnTo>
                    <a:pt x="2483" y="28937"/>
                  </a:lnTo>
                  <a:lnTo>
                    <a:pt x="354" y="28186"/>
                  </a:lnTo>
                  <a:lnTo>
                    <a:pt x="10182" y="350"/>
                  </a:lnTo>
                  <a:close/>
                  <a:moveTo>
                    <a:pt x="10088" y="0"/>
                  </a:moveTo>
                  <a:cubicBezTo>
                    <a:pt x="10065" y="0"/>
                    <a:pt x="10042" y="5"/>
                    <a:pt x="10020" y="16"/>
                  </a:cubicBezTo>
                  <a:cubicBezTo>
                    <a:pt x="9985" y="33"/>
                    <a:pt x="9956" y="64"/>
                    <a:pt x="9942" y="103"/>
                  </a:cubicBezTo>
                  <a:lnTo>
                    <a:pt x="12" y="28231"/>
                  </a:lnTo>
                  <a:cubicBezTo>
                    <a:pt x="0" y="28271"/>
                    <a:pt x="2" y="28314"/>
                    <a:pt x="19" y="28351"/>
                  </a:cubicBezTo>
                  <a:cubicBezTo>
                    <a:pt x="37" y="28386"/>
                    <a:pt x="67" y="28415"/>
                    <a:pt x="107" y="28429"/>
                  </a:cubicBezTo>
                  <a:lnTo>
                    <a:pt x="2526" y="29284"/>
                  </a:lnTo>
                  <a:cubicBezTo>
                    <a:pt x="2545" y="29288"/>
                    <a:pt x="2561" y="29292"/>
                    <a:pt x="2579" y="29292"/>
                  </a:cubicBezTo>
                  <a:cubicBezTo>
                    <a:pt x="2643" y="29292"/>
                    <a:pt x="2702" y="29251"/>
                    <a:pt x="2726" y="29188"/>
                  </a:cubicBezTo>
                  <a:lnTo>
                    <a:pt x="12657" y="1060"/>
                  </a:lnTo>
                  <a:cubicBezTo>
                    <a:pt x="12670" y="1023"/>
                    <a:pt x="12668" y="980"/>
                    <a:pt x="12650" y="943"/>
                  </a:cubicBezTo>
                  <a:cubicBezTo>
                    <a:pt x="12632" y="907"/>
                    <a:pt x="12602" y="879"/>
                    <a:pt x="12562" y="864"/>
                  </a:cubicBezTo>
                  <a:lnTo>
                    <a:pt x="10141" y="8"/>
                  </a:lnTo>
                  <a:cubicBezTo>
                    <a:pt x="10123" y="3"/>
                    <a:pt x="10105" y="0"/>
                    <a:pt x="1008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2" name="Google Shape;4882;p63"/>
          <p:cNvGrpSpPr/>
          <p:nvPr/>
        </p:nvGrpSpPr>
        <p:grpSpPr>
          <a:xfrm>
            <a:off x="2262475" y="4005950"/>
            <a:ext cx="373125" cy="345125"/>
            <a:chOff x="2262475" y="4005950"/>
            <a:chExt cx="373125" cy="345125"/>
          </a:xfrm>
        </p:grpSpPr>
        <p:sp>
          <p:nvSpPr>
            <p:cNvPr id="4883" name="Google Shape;4883;p63"/>
            <p:cNvSpPr/>
            <p:nvPr/>
          </p:nvSpPr>
          <p:spPr>
            <a:xfrm>
              <a:off x="2262475" y="4010350"/>
              <a:ext cx="348950" cy="339000"/>
            </a:xfrm>
            <a:custGeom>
              <a:rect b="b" l="l" r="r" t="t"/>
              <a:pathLst>
                <a:path extrusionOk="0" h="13560" w="13958">
                  <a:moveTo>
                    <a:pt x="6643" y="0"/>
                  </a:moveTo>
                  <a:lnTo>
                    <a:pt x="4775" y="4514"/>
                  </a:lnTo>
                  <a:lnTo>
                    <a:pt x="0" y="5533"/>
                  </a:lnTo>
                  <a:lnTo>
                    <a:pt x="3714" y="8705"/>
                  </a:lnTo>
                  <a:lnTo>
                    <a:pt x="3207" y="13560"/>
                  </a:lnTo>
                  <a:lnTo>
                    <a:pt x="3207" y="13560"/>
                  </a:lnTo>
                  <a:lnTo>
                    <a:pt x="7370" y="11008"/>
                  </a:lnTo>
                  <a:lnTo>
                    <a:pt x="11834" y="12991"/>
                  </a:lnTo>
                  <a:lnTo>
                    <a:pt x="10692" y="8242"/>
                  </a:lnTo>
                  <a:lnTo>
                    <a:pt x="13957" y="4611"/>
                  </a:lnTo>
                  <a:lnTo>
                    <a:pt x="9088" y="4228"/>
                  </a:lnTo>
                  <a:lnTo>
                    <a:pt x="664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3"/>
            <p:cNvSpPr/>
            <p:nvPr/>
          </p:nvSpPr>
          <p:spPr>
            <a:xfrm>
              <a:off x="2280125" y="4005950"/>
              <a:ext cx="355475" cy="345125"/>
            </a:xfrm>
            <a:custGeom>
              <a:rect b="b" l="l" r="r" t="t"/>
              <a:pathLst>
                <a:path extrusionOk="0" h="13805" w="14219">
                  <a:moveTo>
                    <a:pt x="6786" y="398"/>
                  </a:moveTo>
                  <a:lnTo>
                    <a:pt x="9108" y="4411"/>
                  </a:lnTo>
                  <a:cubicBezTo>
                    <a:pt x="9128" y="4447"/>
                    <a:pt x="9165" y="4469"/>
                    <a:pt x="9203" y="4473"/>
                  </a:cubicBezTo>
                  <a:lnTo>
                    <a:pt x="13825" y="4834"/>
                  </a:lnTo>
                  <a:lnTo>
                    <a:pt x="10728" y="8282"/>
                  </a:lnTo>
                  <a:cubicBezTo>
                    <a:pt x="10699" y="8312"/>
                    <a:pt x="10689" y="8354"/>
                    <a:pt x="10699" y="8392"/>
                  </a:cubicBezTo>
                  <a:lnTo>
                    <a:pt x="11782" y="12900"/>
                  </a:lnTo>
                  <a:lnTo>
                    <a:pt x="7546" y="11018"/>
                  </a:lnTo>
                  <a:cubicBezTo>
                    <a:pt x="7530" y="11011"/>
                    <a:pt x="7513" y="11008"/>
                    <a:pt x="7496" y="11008"/>
                  </a:cubicBezTo>
                  <a:cubicBezTo>
                    <a:pt x="7474" y="11008"/>
                    <a:pt x="7453" y="11013"/>
                    <a:pt x="7434" y="11025"/>
                  </a:cubicBezTo>
                  <a:lnTo>
                    <a:pt x="3481" y="13449"/>
                  </a:lnTo>
                  <a:lnTo>
                    <a:pt x="3481" y="13449"/>
                  </a:lnTo>
                  <a:lnTo>
                    <a:pt x="3962" y="8838"/>
                  </a:lnTo>
                  <a:cubicBezTo>
                    <a:pt x="3965" y="8798"/>
                    <a:pt x="3949" y="8756"/>
                    <a:pt x="3919" y="8732"/>
                  </a:cubicBezTo>
                  <a:lnTo>
                    <a:pt x="393" y="5720"/>
                  </a:lnTo>
                  <a:lnTo>
                    <a:pt x="4924" y="4754"/>
                  </a:lnTo>
                  <a:cubicBezTo>
                    <a:pt x="4964" y="4746"/>
                    <a:pt x="4995" y="4719"/>
                    <a:pt x="5012" y="4681"/>
                  </a:cubicBezTo>
                  <a:lnTo>
                    <a:pt x="6786" y="398"/>
                  </a:lnTo>
                  <a:close/>
                  <a:moveTo>
                    <a:pt x="6777" y="0"/>
                  </a:moveTo>
                  <a:cubicBezTo>
                    <a:pt x="6773" y="0"/>
                    <a:pt x="6769" y="0"/>
                    <a:pt x="6766" y="1"/>
                  </a:cubicBezTo>
                  <a:cubicBezTo>
                    <a:pt x="6720" y="3"/>
                    <a:pt x="6678" y="32"/>
                    <a:pt x="6660" y="75"/>
                  </a:cubicBezTo>
                  <a:lnTo>
                    <a:pt x="4817" y="4527"/>
                  </a:lnTo>
                  <a:lnTo>
                    <a:pt x="104" y="5533"/>
                  </a:lnTo>
                  <a:cubicBezTo>
                    <a:pt x="59" y="5542"/>
                    <a:pt x="22" y="5577"/>
                    <a:pt x="12" y="5623"/>
                  </a:cubicBezTo>
                  <a:cubicBezTo>
                    <a:pt x="0" y="5669"/>
                    <a:pt x="14" y="5716"/>
                    <a:pt x="50" y="5746"/>
                  </a:cubicBezTo>
                  <a:lnTo>
                    <a:pt x="3715" y="8875"/>
                  </a:lnTo>
                  <a:lnTo>
                    <a:pt x="3215" y="13669"/>
                  </a:lnTo>
                  <a:cubicBezTo>
                    <a:pt x="3209" y="13714"/>
                    <a:pt x="3231" y="13760"/>
                    <a:pt x="3271" y="13784"/>
                  </a:cubicBezTo>
                  <a:cubicBezTo>
                    <a:pt x="3291" y="13797"/>
                    <a:pt x="3311" y="13804"/>
                    <a:pt x="3335" y="13804"/>
                  </a:cubicBezTo>
                  <a:cubicBezTo>
                    <a:pt x="3356" y="13804"/>
                    <a:pt x="3378" y="13797"/>
                    <a:pt x="3399" y="13784"/>
                  </a:cubicBezTo>
                  <a:lnTo>
                    <a:pt x="7507" y="11267"/>
                  </a:lnTo>
                  <a:lnTo>
                    <a:pt x="11914" y="13224"/>
                  </a:lnTo>
                  <a:cubicBezTo>
                    <a:pt x="11929" y="13231"/>
                    <a:pt x="11945" y="13234"/>
                    <a:pt x="11961" y="13234"/>
                  </a:cubicBezTo>
                  <a:cubicBezTo>
                    <a:pt x="11989" y="13234"/>
                    <a:pt x="12017" y="13225"/>
                    <a:pt x="12039" y="13206"/>
                  </a:cubicBezTo>
                  <a:cubicBezTo>
                    <a:pt x="12075" y="13177"/>
                    <a:pt x="12092" y="13129"/>
                    <a:pt x="12081" y="13084"/>
                  </a:cubicBezTo>
                  <a:lnTo>
                    <a:pt x="10956" y="8398"/>
                  </a:lnTo>
                  <a:lnTo>
                    <a:pt x="14178" y="4813"/>
                  </a:lnTo>
                  <a:cubicBezTo>
                    <a:pt x="14210" y="4780"/>
                    <a:pt x="14218" y="4730"/>
                    <a:pt x="14201" y="4687"/>
                  </a:cubicBezTo>
                  <a:cubicBezTo>
                    <a:pt x="14183" y="4644"/>
                    <a:pt x="14144" y="4613"/>
                    <a:pt x="14097" y="4610"/>
                  </a:cubicBezTo>
                  <a:lnTo>
                    <a:pt x="9293" y="4233"/>
                  </a:lnTo>
                  <a:lnTo>
                    <a:pt x="6880" y="61"/>
                  </a:lnTo>
                  <a:cubicBezTo>
                    <a:pt x="6859" y="25"/>
                    <a:pt x="6823" y="0"/>
                    <a:pt x="677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5" name="Google Shape;4885;p63"/>
          <p:cNvGrpSpPr/>
          <p:nvPr/>
        </p:nvGrpSpPr>
        <p:grpSpPr>
          <a:xfrm>
            <a:off x="7896713" y="985025"/>
            <a:ext cx="373125" cy="345125"/>
            <a:chOff x="7896713" y="985025"/>
            <a:chExt cx="373125" cy="345125"/>
          </a:xfrm>
        </p:grpSpPr>
        <p:sp>
          <p:nvSpPr>
            <p:cNvPr id="4886" name="Google Shape;4886;p63"/>
            <p:cNvSpPr/>
            <p:nvPr/>
          </p:nvSpPr>
          <p:spPr>
            <a:xfrm>
              <a:off x="7896713" y="989425"/>
              <a:ext cx="348950" cy="339000"/>
            </a:xfrm>
            <a:custGeom>
              <a:rect b="b" l="l" r="r" t="t"/>
              <a:pathLst>
                <a:path extrusionOk="0" h="13560" w="13958">
                  <a:moveTo>
                    <a:pt x="6643" y="0"/>
                  </a:moveTo>
                  <a:lnTo>
                    <a:pt x="4775" y="4514"/>
                  </a:lnTo>
                  <a:lnTo>
                    <a:pt x="0" y="5533"/>
                  </a:lnTo>
                  <a:lnTo>
                    <a:pt x="3714" y="8705"/>
                  </a:lnTo>
                  <a:lnTo>
                    <a:pt x="3207" y="13560"/>
                  </a:lnTo>
                  <a:lnTo>
                    <a:pt x="3207" y="13560"/>
                  </a:lnTo>
                  <a:lnTo>
                    <a:pt x="7370" y="11008"/>
                  </a:lnTo>
                  <a:lnTo>
                    <a:pt x="11834" y="12991"/>
                  </a:lnTo>
                  <a:lnTo>
                    <a:pt x="10692" y="8242"/>
                  </a:lnTo>
                  <a:lnTo>
                    <a:pt x="13957" y="4611"/>
                  </a:lnTo>
                  <a:lnTo>
                    <a:pt x="9088" y="4228"/>
                  </a:lnTo>
                  <a:lnTo>
                    <a:pt x="664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3"/>
            <p:cNvSpPr/>
            <p:nvPr/>
          </p:nvSpPr>
          <p:spPr>
            <a:xfrm>
              <a:off x="7914363" y="985025"/>
              <a:ext cx="355475" cy="345125"/>
            </a:xfrm>
            <a:custGeom>
              <a:rect b="b" l="l" r="r" t="t"/>
              <a:pathLst>
                <a:path extrusionOk="0" h="13805" w="14219">
                  <a:moveTo>
                    <a:pt x="6786" y="398"/>
                  </a:moveTo>
                  <a:lnTo>
                    <a:pt x="9108" y="4411"/>
                  </a:lnTo>
                  <a:cubicBezTo>
                    <a:pt x="9128" y="4447"/>
                    <a:pt x="9165" y="4469"/>
                    <a:pt x="9203" y="4473"/>
                  </a:cubicBezTo>
                  <a:lnTo>
                    <a:pt x="13825" y="4834"/>
                  </a:lnTo>
                  <a:lnTo>
                    <a:pt x="10728" y="8282"/>
                  </a:lnTo>
                  <a:cubicBezTo>
                    <a:pt x="10699" y="8312"/>
                    <a:pt x="10689" y="8354"/>
                    <a:pt x="10699" y="8392"/>
                  </a:cubicBezTo>
                  <a:lnTo>
                    <a:pt x="11782" y="12900"/>
                  </a:lnTo>
                  <a:lnTo>
                    <a:pt x="7546" y="11018"/>
                  </a:lnTo>
                  <a:cubicBezTo>
                    <a:pt x="7530" y="11011"/>
                    <a:pt x="7513" y="11008"/>
                    <a:pt x="7496" y="11008"/>
                  </a:cubicBezTo>
                  <a:cubicBezTo>
                    <a:pt x="7474" y="11008"/>
                    <a:pt x="7453" y="11013"/>
                    <a:pt x="7434" y="11025"/>
                  </a:cubicBezTo>
                  <a:lnTo>
                    <a:pt x="3481" y="13449"/>
                  </a:lnTo>
                  <a:lnTo>
                    <a:pt x="3481" y="13449"/>
                  </a:lnTo>
                  <a:lnTo>
                    <a:pt x="3962" y="8838"/>
                  </a:lnTo>
                  <a:cubicBezTo>
                    <a:pt x="3965" y="8798"/>
                    <a:pt x="3949" y="8756"/>
                    <a:pt x="3919" y="8732"/>
                  </a:cubicBezTo>
                  <a:lnTo>
                    <a:pt x="393" y="5720"/>
                  </a:lnTo>
                  <a:lnTo>
                    <a:pt x="4924" y="4754"/>
                  </a:lnTo>
                  <a:cubicBezTo>
                    <a:pt x="4964" y="4746"/>
                    <a:pt x="4995" y="4719"/>
                    <a:pt x="5012" y="4681"/>
                  </a:cubicBezTo>
                  <a:lnTo>
                    <a:pt x="6786" y="398"/>
                  </a:lnTo>
                  <a:close/>
                  <a:moveTo>
                    <a:pt x="6777" y="0"/>
                  </a:moveTo>
                  <a:cubicBezTo>
                    <a:pt x="6773" y="0"/>
                    <a:pt x="6769" y="0"/>
                    <a:pt x="6766" y="1"/>
                  </a:cubicBezTo>
                  <a:cubicBezTo>
                    <a:pt x="6720" y="3"/>
                    <a:pt x="6678" y="32"/>
                    <a:pt x="6660" y="75"/>
                  </a:cubicBezTo>
                  <a:lnTo>
                    <a:pt x="4817" y="4527"/>
                  </a:lnTo>
                  <a:lnTo>
                    <a:pt x="104" y="5533"/>
                  </a:lnTo>
                  <a:cubicBezTo>
                    <a:pt x="59" y="5542"/>
                    <a:pt x="22" y="5577"/>
                    <a:pt x="12" y="5623"/>
                  </a:cubicBezTo>
                  <a:cubicBezTo>
                    <a:pt x="0" y="5669"/>
                    <a:pt x="14" y="5716"/>
                    <a:pt x="50" y="5746"/>
                  </a:cubicBezTo>
                  <a:lnTo>
                    <a:pt x="3715" y="8875"/>
                  </a:lnTo>
                  <a:lnTo>
                    <a:pt x="3215" y="13669"/>
                  </a:lnTo>
                  <a:cubicBezTo>
                    <a:pt x="3209" y="13714"/>
                    <a:pt x="3231" y="13760"/>
                    <a:pt x="3271" y="13784"/>
                  </a:cubicBezTo>
                  <a:cubicBezTo>
                    <a:pt x="3291" y="13797"/>
                    <a:pt x="3311" y="13804"/>
                    <a:pt x="3335" y="13804"/>
                  </a:cubicBezTo>
                  <a:cubicBezTo>
                    <a:pt x="3356" y="13804"/>
                    <a:pt x="3378" y="13797"/>
                    <a:pt x="3399" y="13784"/>
                  </a:cubicBezTo>
                  <a:lnTo>
                    <a:pt x="7507" y="11267"/>
                  </a:lnTo>
                  <a:lnTo>
                    <a:pt x="11914" y="13224"/>
                  </a:lnTo>
                  <a:cubicBezTo>
                    <a:pt x="11929" y="13231"/>
                    <a:pt x="11945" y="13234"/>
                    <a:pt x="11961" y="13234"/>
                  </a:cubicBezTo>
                  <a:cubicBezTo>
                    <a:pt x="11989" y="13234"/>
                    <a:pt x="12017" y="13225"/>
                    <a:pt x="12039" y="13206"/>
                  </a:cubicBezTo>
                  <a:cubicBezTo>
                    <a:pt x="12075" y="13177"/>
                    <a:pt x="12092" y="13129"/>
                    <a:pt x="12081" y="13084"/>
                  </a:cubicBezTo>
                  <a:lnTo>
                    <a:pt x="10956" y="8398"/>
                  </a:lnTo>
                  <a:lnTo>
                    <a:pt x="14178" y="4813"/>
                  </a:lnTo>
                  <a:cubicBezTo>
                    <a:pt x="14210" y="4780"/>
                    <a:pt x="14218" y="4730"/>
                    <a:pt x="14201" y="4687"/>
                  </a:cubicBezTo>
                  <a:cubicBezTo>
                    <a:pt x="14183" y="4644"/>
                    <a:pt x="14144" y="4613"/>
                    <a:pt x="14097" y="4610"/>
                  </a:cubicBezTo>
                  <a:lnTo>
                    <a:pt x="9293" y="4233"/>
                  </a:lnTo>
                  <a:lnTo>
                    <a:pt x="6880" y="61"/>
                  </a:lnTo>
                  <a:cubicBezTo>
                    <a:pt x="6859" y="25"/>
                    <a:pt x="6823" y="0"/>
                    <a:pt x="677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8" name="Google Shape;4888;p63"/>
          <p:cNvGrpSpPr/>
          <p:nvPr/>
        </p:nvGrpSpPr>
        <p:grpSpPr>
          <a:xfrm>
            <a:off x="788525" y="888738"/>
            <a:ext cx="1134950" cy="991675"/>
            <a:chOff x="788525" y="888738"/>
            <a:chExt cx="1134950" cy="991675"/>
          </a:xfrm>
        </p:grpSpPr>
        <p:sp>
          <p:nvSpPr>
            <p:cNvPr id="4889" name="Google Shape;4889;p63"/>
            <p:cNvSpPr/>
            <p:nvPr/>
          </p:nvSpPr>
          <p:spPr>
            <a:xfrm>
              <a:off x="789725" y="900013"/>
              <a:ext cx="1133750" cy="979825"/>
            </a:xfrm>
            <a:custGeom>
              <a:rect b="b" l="l" r="r" t="t"/>
              <a:pathLst>
                <a:path extrusionOk="0" h="39193" w="45350">
                  <a:moveTo>
                    <a:pt x="24257" y="6929"/>
                  </a:moveTo>
                  <a:cubicBezTo>
                    <a:pt x="26536" y="6929"/>
                    <a:pt x="28838" y="7608"/>
                    <a:pt x="30844" y="9020"/>
                  </a:cubicBezTo>
                  <a:cubicBezTo>
                    <a:pt x="36019" y="12663"/>
                    <a:pt x="37260" y="19813"/>
                    <a:pt x="33617" y="24987"/>
                  </a:cubicBezTo>
                  <a:lnTo>
                    <a:pt x="25488" y="19263"/>
                  </a:lnTo>
                  <a:cubicBezTo>
                    <a:pt x="25738" y="18607"/>
                    <a:pt x="25527" y="17843"/>
                    <a:pt x="24930" y="17421"/>
                  </a:cubicBezTo>
                  <a:cubicBezTo>
                    <a:pt x="24656" y="17229"/>
                    <a:pt x="24343" y="17137"/>
                    <a:pt x="24032" y="17137"/>
                  </a:cubicBezTo>
                  <a:cubicBezTo>
                    <a:pt x="23662" y="17137"/>
                    <a:pt x="23296" y="17268"/>
                    <a:pt x="23005" y="17516"/>
                  </a:cubicBezTo>
                  <a:lnTo>
                    <a:pt x="14876" y="11792"/>
                  </a:lnTo>
                  <a:cubicBezTo>
                    <a:pt x="17108" y="8623"/>
                    <a:pt x="20654" y="6929"/>
                    <a:pt x="24257" y="6929"/>
                  </a:cubicBezTo>
                  <a:close/>
                  <a:moveTo>
                    <a:pt x="23804" y="1"/>
                  </a:moveTo>
                  <a:cubicBezTo>
                    <a:pt x="17950" y="1"/>
                    <a:pt x="12186" y="2693"/>
                    <a:pt x="8464" y="7738"/>
                  </a:cubicBezTo>
                  <a:lnTo>
                    <a:pt x="4993" y="5293"/>
                  </a:lnTo>
                  <a:lnTo>
                    <a:pt x="1" y="12385"/>
                  </a:lnTo>
                  <a:lnTo>
                    <a:pt x="38071" y="39192"/>
                  </a:lnTo>
                  <a:lnTo>
                    <a:pt x="43064" y="32102"/>
                  </a:lnTo>
                  <a:lnTo>
                    <a:pt x="39592" y="29659"/>
                  </a:lnTo>
                  <a:cubicBezTo>
                    <a:pt x="45349" y="21090"/>
                    <a:pt x="43232" y="9448"/>
                    <a:pt x="34749" y="3474"/>
                  </a:cubicBezTo>
                  <a:cubicBezTo>
                    <a:pt x="31416" y="1128"/>
                    <a:pt x="27591" y="1"/>
                    <a:pt x="238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3"/>
            <p:cNvSpPr/>
            <p:nvPr/>
          </p:nvSpPr>
          <p:spPr>
            <a:xfrm>
              <a:off x="807700" y="888738"/>
              <a:ext cx="1093150" cy="987675"/>
            </a:xfrm>
            <a:custGeom>
              <a:rect b="b" l="l" r="r" t="t"/>
              <a:pathLst>
                <a:path extrusionOk="0" h="39507" w="43726">
                  <a:moveTo>
                    <a:pt x="24423" y="7249"/>
                  </a:moveTo>
                  <a:cubicBezTo>
                    <a:pt x="26671" y="7249"/>
                    <a:pt x="28941" y="7916"/>
                    <a:pt x="30915" y="9306"/>
                  </a:cubicBezTo>
                  <a:cubicBezTo>
                    <a:pt x="35967" y="12864"/>
                    <a:pt x="37216" y="19844"/>
                    <a:pt x="33737" y="24929"/>
                  </a:cubicBezTo>
                  <a:lnTo>
                    <a:pt x="25831" y="19363"/>
                  </a:lnTo>
                  <a:cubicBezTo>
                    <a:pt x="26045" y="18652"/>
                    <a:pt x="25787" y="17881"/>
                    <a:pt x="25178" y="17455"/>
                  </a:cubicBezTo>
                  <a:cubicBezTo>
                    <a:pt x="24880" y="17245"/>
                    <a:pt x="24535" y="17141"/>
                    <a:pt x="24189" y="17141"/>
                  </a:cubicBezTo>
                  <a:cubicBezTo>
                    <a:pt x="23827" y="17141"/>
                    <a:pt x="23465" y="17255"/>
                    <a:pt x="23161" y="17481"/>
                  </a:cubicBezTo>
                  <a:lnTo>
                    <a:pt x="15255" y="11914"/>
                  </a:lnTo>
                  <a:cubicBezTo>
                    <a:pt x="17458" y="8873"/>
                    <a:pt x="20914" y="7249"/>
                    <a:pt x="24423" y="7249"/>
                  </a:cubicBezTo>
                  <a:close/>
                  <a:moveTo>
                    <a:pt x="24423" y="6937"/>
                  </a:moveTo>
                  <a:cubicBezTo>
                    <a:pt x="20769" y="6937"/>
                    <a:pt x="17170" y="8652"/>
                    <a:pt x="14910" y="11860"/>
                  </a:cubicBezTo>
                  <a:cubicBezTo>
                    <a:pt x="14886" y="11894"/>
                    <a:pt x="14878" y="11935"/>
                    <a:pt x="14885" y="11977"/>
                  </a:cubicBezTo>
                  <a:cubicBezTo>
                    <a:pt x="14892" y="12018"/>
                    <a:pt x="14915" y="12054"/>
                    <a:pt x="14949" y="12077"/>
                  </a:cubicBezTo>
                  <a:lnTo>
                    <a:pt x="23078" y="17801"/>
                  </a:lnTo>
                  <a:cubicBezTo>
                    <a:pt x="23104" y="17820"/>
                    <a:pt x="23135" y="17829"/>
                    <a:pt x="23166" y="17829"/>
                  </a:cubicBezTo>
                  <a:cubicBezTo>
                    <a:pt x="23202" y="17829"/>
                    <a:pt x="23238" y="17817"/>
                    <a:pt x="23266" y="17792"/>
                  </a:cubicBezTo>
                  <a:cubicBezTo>
                    <a:pt x="23531" y="17565"/>
                    <a:pt x="23860" y="17450"/>
                    <a:pt x="24189" y="17450"/>
                  </a:cubicBezTo>
                  <a:cubicBezTo>
                    <a:pt x="24472" y="17450"/>
                    <a:pt x="24756" y="17535"/>
                    <a:pt x="24999" y="17706"/>
                  </a:cubicBezTo>
                  <a:cubicBezTo>
                    <a:pt x="25527" y="18075"/>
                    <a:pt x="25734" y="18760"/>
                    <a:pt x="25504" y="19365"/>
                  </a:cubicBezTo>
                  <a:cubicBezTo>
                    <a:pt x="25478" y="19431"/>
                    <a:pt x="25499" y="19507"/>
                    <a:pt x="25558" y="19548"/>
                  </a:cubicBezTo>
                  <a:lnTo>
                    <a:pt x="33687" y="25272"/>
                  </a:lnTo>
                  <a:cubicBezTo>
                    <a:pt x="33714" y="25292"/>
                    <a:pt x="33744" y="25301"/>
                    <a:pt x="33777" y="25301"/>
                  </a:cubicBezTo>
                  <a:cubicBezTo>
                    <a:pt x="33785" y="25301"/>
                    <a:pt x="33794" y="25301"/>
                    <a:pt x="33802" y="25299"/>
                  </a:cubicBezTo>
                  <a:cubicBezTo>
                    <a:pt x="33844" y="25292"/>
                    <a:pt x="33880" y="25268"/>
                    <a:pt x="33902" y="25235"/>
                  </a:cubicBezTo>
                  <a:cubicBezTo>
                    <a:pt x="37589" y="19997"/>
                    <a:pt x="36330" y="12740"/>
                    <a:pt x="31093" y="9051"/>
                  </a:cubicBezTo>
                  <a:cubicBezTo>
                    <a:pt x="29065" y="7623"/>
                    <a:pt x="26733" y="6937"/>
                    <a:pt x="24423" y="6937"/>
                  </a:cubicBezTo>
                  <a:close/>
                  <a:moveTo>
                    <a:pt x="23980" y="313"/>
                  </a:moveTo>
                  <a:cubicBezTo>
                    <a:pt x="27841" y="313"/>
                    <a:pt x="31605" y="1496"/>
                    <a:pt x="34821" y="3761"/>
                  </a:cubicBezTo>
                  <a:cubicBezTo>
                    <a:pt x="38886" y="6625"/>
                    <a:pt x="41618" y="10892"/>
                    <a:pt x="42518" y="15780"/>
                  </a:cubicBezTo>
                  <a:cubicBezTo>
                    <a:pt x="43417" y="20663"/>
                    <a:pt x="42388" y="25616"/>
                    <a:pt x="39623" y="29731"/>
                  </a:cubicBezTo>
                  <a:cubicBezTo>
                    <a:pt x="39578" y="29802"/>
                    <a:pt x="39593" y="29896"/>
                    <a:pt x="39663" y="29944"/>
                  </a:cubicBezTo>
                  <a:lnTo>
                    <a:pt x="43007" y="32298"/>
                  </a:lnTo>
                  <a:lnTo>
                    <a:pt x="38193" y="39135"/>
                  </a:lnTo>
                  <a:lnTo>
                    <a:pt x="378" y="12506"/>
                  </a:lnTo>
                  <a:lnTo>
                    <a:pt x="5193" y="5669"/>
                  </a:lnTo>
                  <a:lnTo>
                    <a:pt x="8536" y="8022"/>
                  </a:lnTo>
                  <a:cubicBezTo>
                    <a:pt x="8563" y="8041"/>
                    <a:pt x="8595" y="8051"/>
                    <a:pt x="8626" y="8051"/>
                  </a:cubicBezTo>
                  <a:cubicBezTo>
                    <a:pt x="8674" y="8051"/>
                    <a:pt x="8721" y="8029"/>
                    <a:pt x="8751" y="7989"/>
                  </a:cubicBezTo>
                  <a:cubicBezTo>
                    <a:pt x="11694" y="3998"/>
                    <a:pt x="16012" y="1362"/>
                    <a:pt x="20910" y="562"/>
                  </a:cubicBezTo>
                  <a:cubicBezTo>
                    <a:pt x="21935" y="395"/>
                    <a:pt x="22961" y="313"/>
                    <a:pt x="23980" y="313"/>
                  </a:cubicBezTo>
                  <a:close/>
                  <a:moveTo>
                    <a:pt x="23979" y="1"/>
                  </a:moveTo>
                  <a:cubicBezTo>
                    <a:pt x="22943" y="1"/>
                    <a:pt x="21899" y="85"/>
                    <a:pt x="20857" y="255"/>
                  </a:cubicBezTo>
                  <a:cubicBezTo>
                    <a:pt x="15931" y="1058"/>
                    <a:pt x="11578" y="3693"/>
                    <a:pt x="8589" y="7680"/>
                  </a:cubicBezTo>
                  <a:lnTo>
                    <a:pt x="5243" y="5323"/>
                  </a:lnTo>
                  <a:cubicBezTo>
                    <a:pt x="5217" y="5305"/>
                    <a:pt x="5186" y="5296"/>
                    <a:pt x="5154" y="5296"/>
                  </a:cubicBezTo>
                  <a:cubicBezTo>
                    <a:pt x="5145" y="5296"/>
                    <a:pt x="5135" y="5297"/>
                    <a:pt x="5126" y="5299"/>
                  </a:cubicBezTo>
                  <a:cubicBezTo>
                    <a:pt x="5086" y="5306"/>
                    <a:pt x="5050" y="5329"/>
                    <a:pt x="5026" y="5363"/>
                  </a:cubicBezTo>
                  <a:lnTo>
                    <a:pt x="32" y="12454"/>
                  </a:lnTo>
                  <a:cubicBezTo>
                    <a:pt x="9" y="12487"/>
                    <a:pt x="1" y="12528"/>
                    <a:pt x="8" y="12570"/>
                  </a:cubicBezTo>
                  <a:cubicBezTo>
                    <a:pt x="15" y="12611"/>
                    <a:pt x="38" y="12647"/>
                    <a:pt x="72" y="12670"/>
                  </a:cubicBezTo>
                  <a:lnTo>
                    <a:pt x="38142" y="39478"/>
                  </a:lnTo>
                  <a:cubicBezTo>
                    <a:pt x="38167" y="39498"/>
                    <a:pt x="38199" y="39506"/>
                    <a:pt x="38230" y="39506"/>
                  </a:cubicBezTo>
                  <a:lnTo>
                    <a:pt x="38259" y="39506"/>
                  </a:lnTo>
                  <a:cubicBezTo>
                    <a:pt x="38300" y="39499"/>
                    <a:pt x="38336" y="39476"/>
                    <a:pt x="38359" y="39442"/>
                  </a:cubicBezTo>
                  <a:lnTo>
                    <a:pt x="43351" y="32352"/>
                  </a:lnTo>
                  <a:cubicBezTo>
                    <a:pt x="43374" y="32318"/>
                    <a:pt x="43383" y="32276"/>
                    <a:pt x="43376" y="32235"/>
                  </a:cubicBezTo>
                  <a:cubicBezTo>
                    <a:pt x="43368" y="32195"/>
                    <a:pt x="43346" y="32159"/>
                    <a:pt x="43311" y="32135"/>
                  </a:cubicBezTo>
                  <a:lnTo>
                    <a:pt x="39965" y="29777"/>
                  </a:lnTo>
                  <a:cubicBezTo>
                    <a:pt x="42711" y="25619"/>
                    <a:pt x="43726" y="20636"/>
                    <a:pt x="42823" y="15723"/>
                  </a:cubicBezTo>
                  <a:cubicBezTo>
                    <a:pt x="41908" y="10755"/>
                    <a:pt x="39129" y="6414"/>
                    <a:pt x="34998" y="3505"/>
                  </a:cubicBezTo>
                  <a:cubicBezTo>
                    <a:pt x="31729" y="1204"/>
                    <a:pt x="27904" y="1"/>
                    <a:pt x="239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3"/>
            <p:cNvSpPr/>
            <p:nvPr/>
          </p:nvSpPr>
          <p:spPr>
            <a:xfrm>
              <a:off x="788525" y="1181288"/>
              <a:ext cx="972275" cy="698650"/>
            </a:xfrm>
            <a:custGeom>
              <a:rect b="b" l="l" r="r" t="t"/>
              <a:pathLst>
                <a:path extrusionOk="0" h="27946" w="38891">
                  <a:moveTo>
                    <a:pt x="778" y="1"/>
                  </a:moveTo>
                  <a:lnTo>
                    <a:pt x="0" y="1105"/>
                  </a:lnTo>
                  <a:lnTo>
                    <a:pt x="38113" y="27946"/>
                  </a:lnTo>
                  <a:lnTo>
                    <a:pt x="38890" y="26842"/>
                  </a:lnTo>
                  <a:lnTo>
                    <a:pt x="7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3"/>
            <p:cNvSpPr/>
            <p:nvPr/>
          </p:nvSpPr>
          <p:spPr>
            <a:xfrm>
              <a:off x="792925" y="1165688"/>
              <a:ext cx="40850" cy="53200"/>
            </a:xfrm>
            <a:custGeom>
              <a:rect b="b" l="l" r="r" t="t"/>
              <a:pathLst>
                <a:path extrusionOk="0" h="2128" w="1634">
                  <a:moveTo>
                    <a:pt x="1456" y="1"/>
                  </a:moveTo>
                  <a:cubicBezTo>
                    <a:pt x="1408" y="1"/>
                    <a:pt x="1359" y="23"/>
                    <a:pt x="1329" y="66"/>
                  </a:cubicBezTo>
                  <a:lnTo>
                    <a:pt x="50" y="1882"/>
                  </a:lnTo>
                  <a:cubicBezTo>
                    <a:pt x="0" y="1952"/>
                    <a:pt x="19" y="2049"/>
                    <a:pt x="87" y="2099"/>
                  </a:cubicBezTo>
                  <a:cubicBezTo>
                    <a:pt x="114" y="2119"/>
                    <a:pt x="147" y="2128"/>
                    <a:pt x="177" y="2128"/>
                  </a:cubicBezTo>
                  <a:cubicBezTo>
                    <a:pt x="226" y="2128"/>
                    <a:pt x="273" y="2105"/>
                    <a:pt x="304" y="2061"/>
                  </a:cubicBezTo>
                  <a:lnTo>
                    <a:pt x="1583" y="245"/>
                  </a:lnTo>
                  <a:cubicBezTo>
                    <a:pt x="1633" y="174"/>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3"/>
            <p:cNvSpPr/>
            <p:nvPr/>
          </p:nvSpPr>
          <p:spPr>
            <a:xfrm>
              <a:off x="843075" y="1200988"/>
              <a:ext cx="40800" cy="53150"/>
            </a:xfrm>
            <a:custGeom>
              <a:rect b="b" l="l" r="r" t="t"/>
              <a:pathLst>
                <a:path extrusionOk="0" h="2126" w="1632">
                  <a:moveTo>
                    <a:pt x="1456" y="0"/>
                  </a:moveTo>
                  <a:cubicBezTo>
                    <a:pt x="1408" y="0"/>
                    <a:pt x="1360" y="23"/>
                    <a:pt x="1329" y="66"/>
                  </a:cubicBezTo>
                  <a:lnTo>
                    <a:pt x="50" y="1882"/>
                  </a:lnTo>
                  <a:cubicBezTo>
                    <a:pt x="0" y="1952"/>
                    <a:pt x="17" y="2047"/>
                    <a:pt x="87" y="2097"/>
                  </a:cubicBezTo>
                  <a:cubicBezTo>
                    <a:pt x="114" y="2117"/>
                    <a:pt x="146" y="2126"/>
                    <a:pt x="177" y="2126"/>
                  </a:cubicBezTo>
                  <a:cubicBezTo>
                    <a:pt x="224" y="2126"/>
                    <a:pt x="273" y="2105"/>
                    <a:pt x="303" y="2060"/>
                  </a:cubicBezTo>
                  <a:lnTo>
                    <a:pt x="1582" y="244"/>
                  </a:lnTo>
                  <a:cubicBezTo>
                    <a:pt x="1632" y="174"/>
                    <a:pt x="1615" y="77"/>
                    <a:pt x="1545" y="27"/>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3"/>
            <p:cNvSpPr/>
            <p:nvPr/>
          </p:nvSpPr>
          <p:spPr>
            <a:xfrm>
              <a:off x="809625" y="1194913"/>
              <a:ext cx="28525" cy="35700"/>
            </a:xfrm>
            <a:custGeom>
              <a:rect b="b" l="l" r="r" t="t"/>
              <a:pathLst>
                <a:path extrusionOk="0" h="1428" w="1141">
                  <a:moveTo>
                    <a:pt x="966" y="0"/>
                  </a:moveTo>
                  <a:cubicBezTo>
                    <a:pt x="917" y="0"/>
                    <a:pt x="869" y="23"/>
                    <a:pt x="838" y="66"/>
                  </a:cubicBezTo>
                  <a:lnTo>
                    <a:pt x="51" y="1183"/>
                  </a:lnTo>
                  <a:cubicBezTo>
                    <a:pt x="1" y="1253"/>
                    <a:pt x="18" y="1350"/>
                    <a:pt x="88" y="1399"/>
                  </a:cubicBezTo>
                  <a:cubicBezTo>
                    <a:pt x="115" y="1419"/>
                    <a:pt x="147" y="1427"/>
                    <a:pt x="177" y="1427"/>
                  </a:cubicBezTo>
                  <a:cubicBezTo>
                    <a:pt x="227" y="1427"/>
                    <a:pt x="274" y="1404"/>
                    <a:pt x="304" y="1362"/>
                  </a:cubicBezTo>
                  <a:lnTo>
                    <a:pt x="1091" y="244"/>
                  </a:lnTo>
                  <a:cubicBezTo>
                    <a:pt x="1141" y="174"/>
                    <a:pt x="1124" y="77"/>
                    <a:pt x="1054" y="27"/>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3"/>
            <p:cNvSpPr/>
            <p:nvPr/>
          </p:nvSpPr>
          <p:spPr>
            <a:xfrm>
              <a:off x="824875" y="1205663"/>
              <a:ext cx="28575" cy="35725"/>
            </a:xfrm>
            <a:custGeom>
              <a:rect b="b" l="l" r="r" t="t"/>
              <a:pathLst>
                <a:path extrusionOk="0" h="1429" w="1143">
                  <a:moveTo>
                    <a:pt x="966" y="1"/>
                  </a:moveTo>
                  <a:cubicBezTo>
                    <a:pt x="917" y="1"/>
                    <a:pt x="869" y="23"/>
                    <a:pt x="838" y="66"/>
                  </a:cubicBezTo>
                  <a:lnTo>
                    <a:pt x="51" y="1183"/>
                  </a:lnTo>
                  <a:cubicBezTo>
                    <a:pt x="1" y="1253"/>
                    <a:pt x="19" y="1350"/>
                    <a:pt x="88" y="1400"/>
                  </a:cubicBezTo>
                  <a:cubicBezTo>
                    <a:pt x="115" y="1420"/>
                    <a:pt x="148" y="1429"/>
                    <a:pt x="178" y="1429"/>
                  </a:cubicBezTo>
                  <a:cubicBezTo>
                    <a:pt x="227" y="1429"/>
                    <a:pt x="274" y="1406"/>
                    <a:pt x="305" y="1362"/>
                  </a:cubicBezTo>
                  <a:lnTo>
                    <a:pt x="1093" y="244"/>
                  </a:lnTo>
                  <a:cubicBezTo>
                    <a:pt x="1143" y="174"/>
                    <a:pt x="1124" y="79"/>
                    <a:pt x="1055" y="29"/>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3"/>
            <p:cNvSpPr/>
            <p:nvPr/>
          </p:nvSpPr>
          <p:spPr>
            <a:xfrm>
              <a:off x="892425" y="1235813"/>
              <a:ext cx="40850" cy="53175"/>
            </a:xfrm>
            <a:custGeom>
              <a:rect b="b" l="l" r="r" t="t"/>
              <a:pathLst>
                <a:path extrusionOk="0" h="2127" w="1634">
                  <a:moveTo>
                    <a:pt x="1458" y="0"/>
                  </a:moveTo>
                  <a:cubicBezTo>
                    <a:pt x="1409" y="0"/>
                    <a:pt x="1360" y="23"/>
                    <a:pt x="1330" y="66"/>
                  </a:cubicBezTo>
                  <a:lnTo>
                    <a:pt x="51" y="1882"/>
                  </a:lnTo>
                  <a:cubicBezTo>
                    <a:pt x="1" y="1952"/>
                    <a:pt x="19" y="2047"/>
                    <a:pt x="89" y="2097"/>
                  </a:cubicBezTo>
                  <a:cubicBezTo>
                    <a:pt x="115" y="2117"/>
                    <a:pt x="148" y="2126"/>
                    <a:pt x="178" y="2126"/>
                  </a:cubicBezTo>
                  <a:cubicBezTo>
                    <a:pt x="227" y="2126"/>
                    <a:pt x="275" y="2103"/>
                    <a:pt x="305" y="2060"/>
                  </a:cubicBezTo>
                  <a:lnTo>
                    <a:pt x="1584" y="244"/>
                  </a:lnTo>
                  <a:cubicBezTo>
                    <a:pt x="1634" y="174"/>
                    <a:pt x="1615" y="77"/>
                    <a:pt x="1547" y="27"/>
                  </a:cubicBezTo>
                  <a:cubicBezTo>
                    <a:pt x="1520" y="9"/>
                    <a:pt x="1489" y="0"/>
                    <a:pt x="145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3"/>
            <p:cNvSpPr/>
            <p:nvPr/>
          </p:nvSpPr>
          <p:spPr>
            <a:xfrm>
              <a:off x="859025" y="1229713"/>
              <a:ext cx="28575" cy="35725"/>
            </a:xfrm>
            <a:custGeom>
              <a:rect b="b" l="l" r="r" t="t"/>
              <a:pathLst>
                <a:path extrusionOk="0" h="1429" w="1143">
                  <a:moveTo>
                    <a:pt x="966" y="1"/>
                  </a:moveTo>
                  <a:cubicBezTo>
                    <a:pt x="918" y="1"/>
                    <a:pt x="870" y="23"/>
                    <a:pt x="840" y="67"/>
                  </a:cubicBezTo>
                  <a:lnTo>
                    <a:pt x="51" y="1184"/>
                  </a:lnTo>
                  <a:cubicBezTo>
                    <a:pt x="1" y="1254"/>
                    <a:pt x="19" y="1351"/>
                    <a:pt x="89" y="1400"/>
                  </a:cubicBezTo>
                  <a:cubicBezTo>
                    <a:pt x="115" y="1420"/>
                    <a:pt x="148" y="1428"/>
                    <a:pt x="178" y="1428"/>
                  </a:cubicBezTo>
                  <a:cubicBezTo>
                    <a:pt x="227" y="1428"/>
                    <a:pt x="275" y="1406"/>
                    <a:pt x="305" y="1363"/>
                  </a:cubicBezTo>
                  <a:lnTo>
                    <a:pt x="1092" y="245"/>
                  </a:lnTo>
                  <a:cubicBezTo>
                    <a:pt x="1142" y="175"/>
                    <a:pt x="1125" y="78"/>
                    <a:pt x="1055"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3"/>
            <p:cNvSpPr/>
            <p:nvPr/>
          </p:nvSpPr>
          <p:spPr>
            <a:xfrm>
              <a:off x="874275" y="1240438"/>
              <a:ext cx="28550" cy="35725"/>
            </a:xfrm>
            <a:custGeom>
              <a:rect b="b" l="l" r="r" t="t"/>
              <a:pathLst>
                <a:path extrusionOk="0" h="1429" w="1142">
                  <a:moveTo>
                    <a:pt x="966" y="1"/>
                  </a:moveTo>
                  <a:cubicBezTo>
                    <a:pt x="917" y="1"/>
                    <a:pt x="869" y="23"/>
                    <a:pt x="838" y="66"/>
                  </a:cubicBezTo>
                  <a:lnTo>
                    <a:pt x="51" y="1184"/>
                  </a:lnTo>
                  <a:cubicBezTo>
                    <a:pt x="1" y="1254"/>
                    <a:pt x="18" y="1351"/>
                    <a:pt x="88" y="1400"/>
                  </a:cubicBezTo>
                  <a:cubicBezTo>
                    <a:pt x="115" y="1420"/>
                    <a:pt x="147" y="1428"/>
                    <a:pt x="177" y="1428"/>
                  </a:cubicBezTo>
                  <a:cubicBezTo>
                    <a:pt x="225" y="1428"/>
                    <a:pt x="274" y="1405"/>
                    <a:pt x="304" y="1362"/>
                  </a:cubicBezTo>
                  <a:lnTo>
                    <a:pt x="1091" y="245"/>
                  </a:lnTo>
                  <a:cubicBezTo>
                    <a:pt x="1141" y="175"/>
                    <a:pt x="1124" y="78"/>
                    <a:pt x="1054" y="28"/>
                  </a:cubicBezTo>
                  <a:cubicBezTo>
                    <a:pt x="1027" y="10"/>
                    <a:pt x="996"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3"/>
            <p:cNvSpPr/>
            <p:nvPr/>
          </p:nvSpPr>
          <p:spPr>
            <a:xfrm>
              <a:off x="941875" y="1270588"/>
              <a:ext cx="40850" cy="53175"/>
            </a:xfrm>
            <a:custGeom>
              <a:rect b="b" l="l" r="r" t="t"/>
              <a:pathLst>
                <a:path extrusionOk="0" h="2127" w="1634">
                  <a:moveTo>
                    <a:pt x="1457" y="0"/>
                  </a:moveTo>
                  <a:cubicBezTo>
                    <a:pt x="1408" y="0"/>
                    <a:pt x="1360" y="23"/>
                    <a:pt x="1329" y="65"/>
                  </a:cubicBezTo>
                  <a:lnTo>
                    <a:pt x="50" y="1882"/>
                  </a:lnTo>
                  <a:cubicBezTo>
                    <a:pt x="0" y="1951"/>
                    <a:pt x="19" y="2048"/>
                    <a:pt x="87" y="2098"/>
                  </a:cubicBezTo>
                  <a:cubicBezTo>
                    <a:pt x="115" y="2118"/>
                    <a:pt x="147" y="2127"/>
                    <a:pt x="177" y="2127"/>
                  </a:cubicBezTo>
                  <a:cubicBezTo>
                    <a:pt x="226" y="2127"/>
                    <a:pt x="273" y="2104"/>
                    <a:pt x="305" y="2061"/>
                  </a:cubicBezTo>
                  <a:lnTo>
                    <a:pt x="1583" y="244"/>
                  </a:lnTo>
                  <a:cubicBezTo>
                    <a:pt x="1633" y="175"/>
                    <a:pt x="1615" y="78"/>
                    <a:pt x="1545" y="28"/>
                  </a:cubicBezTo>
                  <a:cubicBezTo>
                    <a:pt x="1518"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3"/>
            <p:cNvSpPr/>
            <p:nvPr/>
          </p:nvSpPr>
          <p:spPr>
            <a:xfrm>
              <a:off x="908425" y="1264513"/>
              <a:ext cx="28575" cy="35725"/>
            </a:xfrm>
            <a:custGeom>
              <a:rect b="b" l="l" r="r" t="t"/>
              <a:pathLst>
                <a:path extrusionOk="0" h="1429" w="1143">
                  <a:moveTo>
                    <a:pt x="966" y="1"/>
                  </a:moveTo>
                  <a:cubicBezTo>
                    <a:pt x="918" y="1"/>
                    <a:pt x="869" y="23"/>
                    <a:pt x="838" y="66"/>
                  </a:cubicBezTo>
                  <a:lnTo>
                    <a:pt x="51" y="1184"/>
                  </a:lnTo>
                  <a:cubicBezTo>
                    <a:pt x="1" y="1254"/>
                    <a:pt x="18" y="1350"/>
                    <a:pt x="88" y="1400"/>
                  </a:cubicBezTo>
                  <a:cubicBezTo>
                    <a:pt x="115" y="1420"/>
                    <a:pt x="147" y="1428"/>
                    <a:pt x="178" y="1428"/>
                  </a:cubicBezTo>
                  <a:cubicBezTo>
                    <a:pt x="225" y="1428"/>
                    <a:pt x="274" y="1405"/>
                    <a:pt x="304" y="1362"/>
                  </a:cubicBezTo>
                  <a:lnTo>
                    <a:pt x="1093" y="245"/>
                  </a:lnTo>
                  <a:cubicBezTo>
                    <a:pt x="1143" y="175"/>
                    <a:pt x="1124" y="78"/>
                    <a:pt x="1054"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3"/>
            <p:cNvSpPr/>
            <p:nvPr/>
          </p:nvSpPr>
          <p:spPr>
            <a:xfrm>
              <a:off x="923700" y="1275238"/>
              <a:ext cx="28550" cy="35700"/>
            </a:xfrm>
            <a:custGeom>
              <a:rect b="b" l="l" r="r" t="t"/>
              <a:pathLst>
                <a:path extrusionOk="0" h="1428" w="1142">
                  <a:moveTo>
                    <a:pt x="966" y="1"/>
                  </a:moveTo>
                  <a:cubicBezTo>
                    <a:pt x="918" y="1"/>
                    <a:pt x="869" y="23"/>
                    <a:pt x="839" y="66"/>
                  </a:cubicBezTo>
                  <a:lnTo>
                    <a:pt x="50" y="1183"/>
                  </a:lnTo>
                  <a:cubicBezTo>
                    <a:pt x="0" y="1253"/>
                    <a:pt x="19" y="1349"/>
                    <a:pt x="89" y="1399"/>
                  </a:cubicBezTo>
                  <a:cubicBezTo>
                    <a:pt x="114" y="1419"/>
                    <a:pt x="147" y="1428"/>
                    <a:pt x="177" y="1428"/>
                  </a:cubicBezTo>
                  <a:cubicBezTo>
                    <a:pt x="226" y="1428"/>
                    <a:pt x="274" y="1405"/>
                    <a:pt x="304" y="1362"/>
                  </a:cubicBezTo>
                  <a:lnTo>
                    <a:pt x="1092" y="245"/>
                  </a:lnTo>
                  <a:cubicBezTo>
                    <a:pt x="1142" y="175"/>
                    <a:pt x="1125" y="78"/>
                    <a:pt x="1055" y="28"/>
                  </a:cubicBezTo>
                  <a:cubicBezTo>
                    <a:pt x="1028" y="9"/>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3"/>
            <p:cNvSpPr/>
            <p:nvPr/>
          </p:nvSpPr>
          <p:spPr>
            <a:xfrm>
              <a:off x="991275" y="1305363"/>
              <a:ext cx="40825" cy="53200"/>
            </a:xfrm>
            <a:custGeom>
              <a:rect b="b" l="l" r="r" t="t"/>
              <a:pathLst>
                <a:path extrusionOk="0" h="2128" w="1633">
                  <a:moveTo>
                    <a:pt x="1456" y="0"/>
                  </a:moveTo>
                  <a:cubicBezTo>
                    <a:pt x="1407" y="0"/>
                    <a:pt x="1360" y="23"/>
                    <a:pt x="1329" y="66"/>
                  </a:cubicBezTo>
                  <a:lnTo>
                    <a:pt x="50" y="1882"/>
                  </a:lnTo>
                  <a:cubicBezTo>
                    <a:pt x="0" y="1952"/>
                    <a:pt x="18" y="2049"/>
                    <a:pt x="88" y="2099"/>
                  </a:cubicBezTo>
                  <a:cubicBezTo>
                    <a:pt x="115" y="2117"/>
                    <a:pt x="146" y="2127"/>
                    <a:pt x="176" y="2127"/>
                  </a:cubicBezTo>
                  <a:cubicBezTo>
                    <a:pt x="225" y="2127"/>
                    <a:pt x="273" y="2105"/>
                    <a:pt x="303" y="2060"/>
                  </a:cubicBezTo>
                  <a:lnTo>
                    <a:pt x="1582" y="244"/>
                  </a:lnTo>
                  <a:cubicBezTo>
                    <a:pt x="1632" y="174"/>
                    <a:pt x="1615" y="78"/>
                    <a:pt x="1545" y="28"/>
                  </a:cubicBezTo>
                  <a:cubicBezTo>
                    <a:pt x="1518" y="10"/>
                    <a:pt x="1486"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3"/>
            <p:cNvSpPr/>
            <p:nvPr/>
          </p:nvSpPr>
          <p:spPr>
            <a:xfrm>
              <a:off x="957800" y="1299288"/>
              <a:ext cx="28575" cy="35725"/>
            </a:xfrm>
            <a:custGeom>
              <a:rect b="b" l="l" r="r" t="t"/>
              <a:pathLst>
                <a:path extrusionOk="0" h="1429" w="1143">
                  <a:moveTo>
                    <a:pt x="967" y="1"/>
                  </a:moveTo>
                  <a:cubicBezTo>
                    <a:pt x="918" y="1"/>
                    <a:pt x="870" y="24"/>
                    <a:pt x="839" y="66"/>
                  </a:cubicBezTo>
                  <a:lnTo>
                    <a:pt x="51" y="1184"/>
                  </a:lnTo>
                  <a:cubicBezTo>
                    <a:pt x="1" y="1253"/>
                    <a:pt x="19" y="1350"/>
                    <a:pt x="89" y="1400"/>
                  </a:cubicBezTo>
                  <a:cubicBezTo>
                    <a:pt x="115" y="1420"/>
                    <a:pt x="148" y="1429"/>
                    <a:pt x="178" y="1429"/>
                  </a:cubicBezTo>
                  <a:cubicBezTo>
                    <a:pt x="228" y="1429"/>
                    <a:pt x="276" y="1406"/>
                    <a:pt x="305" y="1363"/>
                  </a:cubicBezTo>
                  <a:lnTo>
                    <a:pt x="1092" y="244"/>
                  </a:lnTo>
                  <a:cubicBezTo>
                    <a:pt x="1142" y="176"/>
                    <a:pt x="1125" y="79"/>
                    <a:pt x="1055" y="29"/>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3"/>
            <p:cNvSpPr/>
            <p:nvPr/>
          </p:nvSpPr>
          <p:spPr>
            <a:xfrm>
              <a:off x="973100" y="1309988"/>
              <a:ext cx="28550" cy="35750"/>
            </a:xfrm>
            <a:custGeom>
              <a:rect b="b" l="l" r="r" t="t"/>
              <a:pathLst>
                <a:path extrusionOk="0" h="1430" w="1142">
                  <a:moveTo>
                    <a:pt x="964" y="1"/>
                  </a:moveTo>
                  <a:cubicBezTo>
                    <a:pt x="915" y="1"/>
                    <a:pt x="868" y="23"/>
                    <a:pt x="837" y="66"/>
                  </a:cubicBezTo>
                  <a:lnTo>
                    <a:pt x="50" y="1185"/>
                  </a:lnTo>
                  <a:cubicBezTo>
                    <a:pt x="0" y="1254"/>
                    <a:pt x="17" y="1351"/>
                    <a:pt x="87" y="1401"/>
                  </a:cubicBezTo>
                  <a:cubicBezTo>
                    <a:pt x="114" y="1421"/>
                    <a:pt x="146" y="1429"/>
                    <a:pt x="177" y="1429"/>
                  </a:cubicBezTo>
                  <a:cubicBezTo>
                    <a:pt x="224" y="1429"/>
                    <a:pt x="273" y="1408"/>
                    <a:pt x="303" y="1364"/>
                  </a:cubicBezTo>
                  <a:lnTo>
                    <a:pt x="1092" y="245"/>
                  </a:lnTo>
                  <a:cubicBezTo>
                    <a:pt x="1142" y="176"/>
                    <a:pt x="1123" y="79"/>
                    <a:pt x="1053" y="29"/>
                  </a:cubicBezTo>
                  <a:cubicBezTo>
                    <a:pt x="1026" y="10"/>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3"/>
            <p:cNvSpPr/>
            <p:nvPr/>
          </p:nvSpPr>
          <p:spPr>
            <a:xfrm>
              <a:off x="1040650" y="1340188"/>
              <a:ext cx="40850" cy="53175"/>
            </a:xfrm>
            <a:custGeom>
              <a:rect b="b" l="l" r="r" t="t"/>
              <a:pathLst>
                <a:path extrusionOk="0" h="2127" w="1634">
                  <a:moveTo>
                    <a:pt x="1457" y="1"/>
                  </a:moveTo>
                  <a:cubicBezTo>
                    <a:pt x="1408" y="1"/>
                    <a:pt x="1360" y="24"/>
                    <a:pt x="1329" y="66"/>
                  </a:cubicBezTo>
                  <a:lnTo>
                    <a:pt x="50" y="1880"/>
                  </a:lnTo>
                  <a:cubicBezTo>
                    <a:pt x="0" y="1950"/>
                    <a:pt x="19" y="2047"/>
                    <a:pt x="87" y="2098"/>
                  </a:cubicBezTo>
                  <a:cubicBezTo>
                    <a:pt x="114" y="2116"/>
                    <a:pt x="147" y="2126"/>
                    <a:pt x="177" y="2126"/>
                  </a:cubicBezTo>
                  <a:cubicBezTo>
                    <a:pt x="226" y="2126"/>
                    <a:pt x="273" y="2102"/>
                    <a:pt x="304" y="2059"/>
                  </a:cubicBezTo>
                  <a:lnTo>
                    <a:pt x="1583" y="244"/>
                  </a:lnTo>
                  <a:cubicBezTo>
                    <a:pt x="1633" y="176"/>
                    <a:pt x="1615" y="79"/>
                    <a:pt x="1545" y="29"/>
                  </a:cubicBezTo>
                  <a:cubicBezTo>
                    <a:pt x="1518"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3"/>
            <p:cNvSpPr/>
            <p:nvPr/>
          </p:nvSpPr>
          <p:spPr>
            <a:xfrm>
              <a:off x="1007250" y="1334088"/>
              <a:ext cx="28550" cy="35725"/>
            </a:xfrm>
            <a:custGeom>
              <a:rect b="b" l="l" r="r" t="t"/>
              <a:pathLst>
                <a:path extrusionOk="0" h="1429" w="1142">
                  <a:moveTo>
                    <a:pt x="965" y="0"/>
                  </a:moveTo>
                  <a:cubicBezTo>
                    <a:pt x="916" y="0"/>
                    <a:pt x="868" y="23"/>
                    <a:pt x="837" y="65"/>
                  </a:cubicBezTo>
                  <a:lnTo>
                    <a:pt x="50" y="1183"/>
                  </a:lnTo>
                  <a:cubicBezTo>
                    <a:pt x="0" y="1253"/>
                    <a:pt x="19" y="1350"/>
                    <a:pt x="87" y="1400"/>
                  </a:cubicBezTo>
                  <a:cubicBezTo>
                    <a:pt x="114" y="1420"/>
                    <a:pt x="147" y="1428"/>
                    <a:pt x="177" y="1428"/>
                  </a:cubicBezTo>
                  <a:cubicBezTo>
                    <a:pt x="226" y="1428"/>
                    <a:pt x="273" y="1406"/>
                    <a:pt x="304" y="1361"/>
                  </a:cubicBezTo>
                  <a:lnTo>
                    <a:pt x="1092" y="244"/>
                  </a:lnTo>
                  <a:cubicBezTo>
                    <a:pt x="1142" y="174"/>
                    <a:pt x="1123" y="78"/>
                    <a:pt x="1055"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3"/>
            <p:cNvSpPr/>
            <p:nvPr/>
          </p:nvSpPr>
          <p:spPr>
            <a:xfrm>
              <a:off x="1022525" y="1344838"/>
              <a:ext cx="28525" cy="35725"/>
            </a:xfrm>
            <a:custGeom>
              <a:rect b="b" l="l" r="r" t="t"/>
              <a:pathLst>
                <a:path extrusionOk="0" h="1429" w="1141">
                  <a:moveTo>
                    <a:pt x="965" y="1"/>
                  </a:moveTo>
                  <a:cubicBezTo>
                    <a:pt x="917" y="1"/>
                    <a:pt x="869" y="23"/>
                    <a:pt x="838" y="65"/>
                  </a:cubicBezTo>
                  <a:lnTo>
                    <a:pt x="51" y="1184"/>
                  </a:lnTo>
                  <a:cubicBezTo>
                    <a:pt x="1" y="1253"/>
                    <a:pt x="18" y="1350"/>
                    <a:pt x="88" y="1400"/>
                  </a:cubicBezTo>
                  <a:cubicBezTo>
                    <a:pt x="115" y="1420"/>
                    <a:pt x="146" y="1429"/>
                    <a:pt x="176" y="1429"/>
                  </a:cubicBezTo>
                  <a:cubicBezTo>
                    <a:pt x="225" y="1429"/>
                    <a:pt x="274" y="1406"/>
                    <a:pt x="304" y="1363"/>
                  </a:cubicBezTo>
                  <a:lnTo>
                    <a:pt x="1091" y="244"/>
                  </a:lnTo>
                  <a:cubicBezTo>
                    <a:pt x="1141" y="175"/>
                    <a:pt x="1124" y="78"/>
                    <a:pt x="1054" y="28"/>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3"/>
            <p:cNvSpPr/>
            <p:nvPr/>
          </p:nvSpPr>
          <p:spPr>
            <a:xfrm>
              <a:off x="1090075" y="1374988"/>
              <a:ext cx="40825" cy="53125"/>
            </a:xfrm>
            <a:custGeom>
              <a:rect b="b" l="l" r="r" t="t"/>
              <a:pathLst>
                <a:path extrusionOk="0" h="2125" w="1633">
                  <a:moveTo>
                    <a:pt x="1456" y="0"/>
                  </a:moveTo>
                  <a:cubicBezTo>
                    <a:pt x="1407" y="0"/>
                    <a:pt x="1360" y="23"/>
                    <a:pt x="1329" y="65"/>
                  </a:cubicBezTo>
                  <a:lnTo>
                    <a:pt x="51" y="1880"/>
                  </a:lnTo>
                  <a:cubicBezTo>
                    <a:pt x="1" y="1950"/>
                    <a:pt x="18" y="2046"/>
                    <a:pt x="88" y="2096"/>
                  </a:cubicBezTo>
                  <a:cubicBezTo>
                    <a:pt x="115" y="2116"/>
                    <a:pt x="146" y="2124"/>
                    <a:pt x="178" y="2124"/>
                  </a:cubicBezTo>
                  <a:cubicBezTo>
                    <a:pt x="225" y="2124"/>
                    <a:pt x="273" y="2101"/>
                    <a:pt x="303" y="2059"/>
                  </a:cubicBezTo>
                  <a:lnTo>
                    <a:pt x="1582" y="244"/>
                  </a:lnTo>
                  <a:cubicBezTo>
                    <a:pt x="1632" y="174"/>
                    <a:pt x="1615" y="78"/>
                    <a:pt x="1545" y="28"/>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3"/>
            <p:cNvSpPr/>
            <p:nvPr/>
          </p:nvSpPr>
          <p:spPr>
            <a:xfrm>
              <a:off x="1056650" y="1368863"/>
              <a:ext cx="28525" cy="35750"/>
            </a:xfrm>
            <a:custGeom>
              <a:rect b="b" l="l" r="r" t="t"/>
              <a:pathLst>
                <a:path extrusionOk="0" h="1430" w="1141">
                  <a:moveTo>
                    <a:pt x="965" y="0"/>
                  </a:moveTo>
                  <a:cubicBezTo>
                    <a:pt x="916" y="0"/>
                    <a:pt x="868" y="23"/>
                    <a:pt x="837" y="66"/>
                  </a:cubicBezTo>
                  <a:lnTo>
                    <a:pt x="49" y="1183"/>
                  </a:lnTo>
                  <a:cubicBezTo>
                    <a:pt x="0" y="1253"/>
                    <a:pt x="17" y="1351"/>
                    <a:pt x="87" y="1399"/>
                  </a:cubicBezTo>
                  <a:cubicBezTo>
                    <a:pt x="114" y="1419"/>
                    <a:pt x="146" y="1429"/>
                    <a:pt x="176" y="1429"/>
                  </a:cubicBezTo>
                  <a:cubicBezTo>
                    <a:pt x="224" y="1429"/>
                    <a:pt x="273" y="1405"/>
                    <a:pt x="303" y="1362"/>
                  </a:cubicBezTo>
                  <a:lnTo>
                    <a:pt x="1090" y="245"/>
                  </a:lnTo>
                  <a:cubicBezTo>
                    <a:pt x="1140" y="175"/>
                    <a:pt x="1123" y="77"/>
                    <a:pt x="1053" y="27"/>
                  </a:cubicBezTo>
                  <a:cubicBezTo>
                    <a:pt x="1026" y="9"/>
                    <a:pt x="995"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3"/>
            <p:cNvSpPr/>
            <p:nvPr/>
          </p:nvSpPr>
          <p:spPr>
            <a:xfrm>
              <a:off x="1071900" y="1379613"/>
              <a:ext cx="28550" cy="35750"/>
            </a:xfrm>
            <a:custGeom>
              <a:rect b="b" l="l" r="r" t="t"/>
              <a:pathLst>
                <a:path extrusionOk="0" h="1430" w="1142">
                  <a:moveTo>
                    <a:pt x="965" y="1"/>
                  </a:moveTo>
                  <a:cubicBezTo>
                    <a:pt x="916" y="1"/>
                    <a:pt x="868" y="23"/>
                    <a:pt x="838" y="66"/>
                  </a:cubicBezTo>
                  <a:lnTo>
                    <a:pt x="50" y="1183"/>
                  </a:lnTo>
                  <a:cubicBezTo>
                    <a:pt x="0" y="1253"/>
                    <a:pt x="19" y="1351"/>
                    <a:pt x="87" y="1401"/>
                  </a:cubicBezTo>
                  <a:cubicBezTo>
                    <a:pt x="115" y="1421"/>
                    <a:pt x="147" y="1429"/>
                    <a:pt x="177" y="1429"/>
                  </a:cubicBezTo>
                  <a:cubicBezTo>
                    <a:pt x="226" y="1429"/>
                    <a:pt x="273" y="1406"/>
                    <a:pt x="305" y="1362"/>
                  </a:cubicBezTo>
                  <a:lnTo>
                    <a:pt x="1092" y="245"/>
                  </a:lnTo>
                  <a:cubicBezTo>
                    <a:pt x="1142" y="175"/>
                    <a:pt x="1123" y="79"/>
                    <a:pt x="1055"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3"/>
            <p:cNvSpPr/>
            <p:nvPr/>
          </p:nvSpPr>
          <p:spPr>
            <a:xfrm>
              <a:off x="1139450" y="1409713"/>
              <a:ext cx="40850" cy="53175"/>
            </a:xfrm>
            <a:custGeom>
              <a:rect b="b" l="l" r="r" t="t"/>
              <a:pathLst>
                <a:path extrusionOk="0" h="2127" w="1634">
                  <a:moveTo>
                    <a:pt x="1457" y="0"/>
                  </a:moveTo>
                  <a:cubicBezTo>
                    <a:pt x="1408" y="0"/>
                    <a:pt x="1360" y="23"/>
                    <a:pt x="1329" y="65"/>
                  </a:cubicBezTo>
                  <a:lnTo>
                    <a:pt x="50" y="1883"/>
                  </a:lnTo>
                  <a:cubicBezTo>
                    <a:pt x="0" y="1951"/>
                    <a:pt x="19" y="2048"/>
                    <a:pt x="89" y="2098"/>
                  </a:cubicBezTo>
                  <a:cubicBezTo>
                    <a:pt x="114" y="2118"/>
                    <a:pt x="147" y="2127"/>
                    <a:pt x="177" y="2127"/>
                  </a:cubicBezTo>
                  <a:cubicBezTo>
                    <a:pt x="226" y="2127"/>
                    <a:pt x="274" y="2104"/>
                    <a:pt x="304" y="2061"/>
                  </a:cubicBezTo>
                  <a:lnTo>
                    <a:pt x="1583" y="244"/>
                  </a:lnTo>
                  <a:cubicBezTo>
                    <a:pt x="1633" y="175"/>
                    <a:pt x="1615" y="78"/>
                    <a:pt x="1546" y="28"/>
                  </a:cubicBezTo>
                  <a:cubicBezTo>
                    <a:pt x="1519"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3"/>
            <p:cNvSpPr/>
            <p:nvPr/>
          </p:nvSpPr>
          <p:spPr>
            <a:xfrm>
              <a:off x="1106050" y="1403638"/>
              <a:ext cx="28550" cy="35725"/>
            </a:xfrm>
            <a:custGeom>
              <a:rect b="b" l="l" r="r" t="t"/>
              <a:pathLst>
                <a:path extrusionOk="0" h="1429" w="1142">
                  <a:moveTo>
                    <a:pt x="966" y="0"/>
                  </a:moveTo>
                  <a:cubicBezTo>
                    <a:pt x="918" y="0"/>
                    <a:pt x="870" y="23"/>
                    <a:pt x="839" y="65"/>
                  </a:cubicBezTo>
                  <a:lnTo>
                    <a:pt x="50" y="1184"/>
                  </a:lnTo>
                  <a:cubicBezTo>
                    <a:pt x="0" y="1254"/>
                    <a:pt x="19" y="1350"/>
                    <a:pt x="89" y="1400"/>
                  </a:cubicBezTo>
                  <a:cubicBezTo>
                    <a:pt x="115" y="1420"/>
                    <a:pt x="147" y="1428"/>
                    <a:pt x="177" y="1428"/>
                  </a:cubicBezTo>
                  <a:cubicBezTo>
                    <a:pt x="226" y="1428"/>
                    <a:pt x="275" y="1406"/>
                    <a:pt x="305" y="1363"/>
                  </a:cubicBezTo>
                  <a:lnTo>
                    <a:pt x="1092" y="244"/>
                  </a:lnTo>
                  <a:cubicBezTo>
                    <a:pt x="1142" y="175"/>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3"/>
            <p:cNvSpPr/>
            <p:nvPr/>
          </p:nvSpPr>
          <p:spPr>
            <a:xfrm>
              <a:off x="1121300" y="1414413"/>
              <a:ext cx="28525" cy="35725"/>
            </a:xfrm>
            <a:custGeom>
              <a:rect b="b" l="l" r="r" t="t"/>
              <a:pathLst>
                <a:path extrusionOk="0" h="1429" w="1141">
                  <a:moveTo>
                    <a:pt x="965" y="0"/>
                  </a:moveTo>
                  <a:cubicBezTo>
                    <a:pt x="916" y="0"/>
                    <a:pt x="868" y="23"/>
                    <a:pt x="838" y="66"/>
                  </a:cubicBezTo>
                  <a:lnTo>
                    <a:pt x="50" y="1183"/>
                  </a:lnTo>
                  <a:cubicBezTo>
                    <a:pt x="0" y="1253"/>
                    <a:pt x="17" y="1350"/>
                    <a:pt x="87" y="1399"/>
                  </a:cubicBezTo>
                  <a:cubicBezTo>
                    <a:pt x="115" y="1419"/>
                    <a:pt x="146" y="1429"/>
                    <a:pt x="176" y="1429"/>
                  </a:cubicBezTo>
                  <a:cubicBezTo>
                    <a:pt x="226" y="1429"/>
                    <a:pt x="275" y="1405"/>
                    <a:pt x="303" y="1362"/>
                  </a:cubicBezTo>
                  <a:lnTo>
                    <a:pt x="1091" y="244"/>
                  </a:lnTo>
                  <a:cubicBezTo>
                    <a:pt x="1141" y="174"/>
                    <a:pt x="1123" y="77"/>
                    <a:pt x="1053" y="27"/>
                  </a:cubicBezTo>
                  <a:cubicBezTo>
                    <a:pt x="1026"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3"/>
            <p:cNvSpPr/>
            <p:nvPr/>
          </p:nvSpPr>
          <p:spPr>
            <a:xfrm>
              <a:off x="1188875" y="1444488"/>
              <a:ext cx="40850" cy="53200"/>
            </a:xfrm>
            <a:custGeom>
              <a:rect b="b" l="l" r="r" t="t"/>
              <a:pathLst>
                <a:path extrusionOk="0" h="2128" w="1634">
                  <a:moveTo>
                    <a:pt x="1457" y="1"/>
                  </a:moveTo>
                  <a:cubicBezTo>
                    <a:pt x="1408" y="1"/>
                    <a:pt x="1360" y="23"/>
                    <a:pt x="1329" y="66"/>
                  </a:cubicBezTo>
                  <a:lnTo>
                    <a:pt x="51" y="1882"/>
                  </a:lnTo>
                  <a:cubicBezTo>
                    <a:pt x="1" y="1952"/>
                    <a:pt x="19" y="2049"/>
                    <a:pt x="88" y="2099"/>
                  </a:cubicBezTo>
                  <a:cubicBezTo>
                    <a:pt x="115" y="2119"/>
                    <a:pt x="148" y="2128"/>
                    <a:pt x="178" y="2128"/>
                  </a:cubicBezTo>
                  <a:cubicBezTo>
                    <a:pt x="225" y="2128"/>
                    <a:pt x="274" y="2106"/>
                    <a:pt x="305" y="2061"/>
                  </a:cubicBezTo>
                  <a:lnTo>
                    <a:pt x="1584" y="244"/>
                  </a:lnTo>
                  <a:cubicBezTo>
                    <a:pt x="1634" y="174"/>
                    <a:pt x="1615" y="79"/>
                    <a:pt x="1545" y="29"/>
                  </a:cubicBezTo>
                  <a:cubicBezTo>
                    <a:pt x="1518"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3"/>
            <p:cNvSpPr/>
            <p:nvPr/>
          </p:nvSpPr>
          <p:spPr>
            <a:xfrm>
              <a:off x="1155450" y="1438438"/>
              <a:ext cx="28550" cy="35725"/>
            </a:xfrm>
            <a:custGeom>
              <a:rect b="b" l="l" r="r" t="t"/>
              <a:pathLst>
                <a:path extrusionOk="0" h="1429" w="1142">
                  <a:moveTo>
                    <a:pt x="966" y="0"/>
                  </a:moveTo>
                  <a:cubicBezTo>
                    <a:pt x="917" y="0"/>
                    <a:pt x="868" y="23"/>
                    <a:pt x="838" y="65"/>
                  </a:cubicBezTo>
                  <a:lnTo>
                    <a:pt x="50" y="1184"/>
                  </a:lnTo>
                  <a:cubicBezTo>
                    <a:pt x="0" y="1254"/>
                    <a:pt x="17" y="1350"/>
                    <a:pt x="87" y="1400"/>
                  </a:cubicBezTo>
                  <a:cubicBezTo>
                    <a:pt x="115" y="1420"/>
                    <a:pt x="146" y="1428"/>
                    <a:pt x="177" y="1428"/>
                  </a:cubicBezTo>
                  <a:cubicBezTo>
                    <a:pt x="225" y="1428"/>
                    <a:pt x="273" y="1407"/>
                    <a:pt x="303" y="1362"/>
                  </a:cubicBezTo>
                  <a:lnTo>
                    <a:pt x="1092" y="244"/>
                  </a:lnTo>
                  <a:cubicBezTo>
                    <a:pt x="1142" y="175"/>
                    <a:pt x="1123" y="78"/>
                    <a:pt x="1053" y="28"/>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3"/>
            <p:cNvSpPr/>
            <p:nvPr/>
          </p:nvSpPr>
          <p:spPr>
            <a:xfrm>
              <a:off x="1170700" y="1449188"/>
              <a:ext cx="28550" cy="35725"/>
            </a:xfrm>
            <a:custGeom>
              <a:rect b="b" l="l" r="r" t="t"/>
              <a:pathLst>
                <a:path extrusionOk="0" h="1429" w="1142">
                  <a:moveTo>
                    <a:pt x="966" y="0"/>
                  </a:moveTo>
                  <a:cubicBezTo>
                    <a:pt x="917" y="0"/>
                    <a:pt x="869" y="23"/>
                    <a:pt x="839" y="65"/>
                  </a:cubicBezTo>
                  <a:lnTo>
                    <a:pt x="50" y="1184"/>
                  </a:lnTo>
                  <a:cubicBezTo>
                    <a:pt x="0" y="1254"/>
                    <a:pt x="19" y="1350"/>
                    <a:pt x="89" y="1400"/>
                  </a:cubicBezTo>
                  <a:cubicBezTo>
                    <a:pt x="115" y="1420"/>
                    <a:pt x="148" y="1428"/>
                    <a:pt x="178" y="1428"/>
                  </a:cubicBezTo>
                  <a:cubicBezTo>
                    <a:pt x="226" y="1428"/>
                    <a:pt x="275" y="1405"/>
                    <a:pt x="305" y="1362"/>
                  </a:cubicBezTo>
                  <a:lnTo>
                    <a:pt x="1092" y="244"/>
                  </a:lnTo>
                  <a:cubicBezTo>
                    <a:pt x="1142" y="175"/>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3"/>
            <p:cNvSpPr/>
            <p:nvPr/>
          </p:nvSpPr>
          <p:spPr>
            <a:xfrm>
              <a:off x="1238275" y="1479313"/>
              <a:ext cx="40825" cy="53200"/>
            </a:xfrm>
            <a:custGeom>
              <a:rect b="b" l="l" r="r" t="t"/>
              <a:pathLst>
                <a:path extrusionOk="0" h="2128" w="1633">
                  <a:moveTo>
                    <a:pt x="1456" y="1"/>
                  </a:moveTo>
                  <a:cubicBezTo>
                    <a:pt x="1408" y="1"/>
                    <a:pt x="1360" y="23"/>
                    <a:pt x="1330" y="66"/>
                  </a:cubicBezTo>
                  <a:lnTo>
                    <a:pt x="51" y="1882"/>
                  </a:lnTo>
                  <a:cubicBezTo>
                    <a:pt x="1" y="1952"/>
                    <a:pt x="18" y="2049"/>
                    <a:pt x="88" y="2099"/>
                  </a:cubicBezTo>
                  <a:cubicBezTo>
                    <a:pt x="115" y="2119"/>
                    <a:pt x="146" y="2128"/>
                    <a:pt x="176" y="2128"/>
                  </a:cubicBezTo>
                  <a:cubicBezTo>
                    <a:pt x="225" y="2128"/>
                    <a:pt x="274" y="2105"/>
                    <a:pt x="304" y="2061"/>
                  </a:cubicBezTo>
                  <a:lnTo>
                    <a:pt x="1582" y="245"/>
                  </a:lnTo>
                  <a:cubicBezTo>
                    <a:pt x="1632" y="175"/>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3"/>
            <p:cNvSpPr/>
            <p:nvPr/>
          </p:nvSpPr>
          <p:spPr>
            <a:xfrm>
              <a:off x="1204875" y="1473263"/>
              <a:ext cx="28525" cy="35725"/>
            </a:xfrm>
            <a:custGeom>
              <a:rect b="b" l="l" r="r" t="t"/>
              <a:pathLst>
                <a:path extrusionOk="0" h="1429" w="1141">
                  <a:moveTo>
                    <a:pt x="965" y="0"/>
                  </a:moveTo>
                  <a:cubicBezTo>
                    <a:pt x="917" y="0"/>
                    <a:pt x="869" y="23"/>
                    <a:pt x="838" y="65"/>
                  </a:cubicBezTo>
                  <a:lnTo>
                    <a:pt x="49" y="1184"/>
                  </a:lnTo>
                  <a:cubicBezTo>
                    <a:pt x="1" y="1254"/>
                    <a:pt x="18" y="1350"/>
                    <a:pt x="88" y="1400"/>
                  </a:cubicBezTo>
                  <a:cubicBezTo>
                    <a:pt x="115" y="1420"/>
                    <a:pt x="147" y="1428"/>
                    <a:pt x="177" y="1428"/>
                  </a:cubicBezTo>
                  <a:cubicBezTo>
                    <a:pt x="225" y="1428"/>
                    <a:pt x="274" y="1405"/>
                    <a:pt x="304" y="1362"/>
                  </a:cubicBezTo>
                  <a:lnTo>
                    <a:pt x="1091" y="244"/>
                  </a:lnTo>
                  <a:cubicBezTo>
                    <a:pt x="1141" y="175"/>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3"/>
            <p:cNvSpPr/>
            <p:nvPr/>
          </p:nvSpPr>
          <p:spPr>
            <a:xfrm>
              <a:off x="1220100" y="1483963"/>
              <a:ext cx="28575" cy="35725"/>
            </a:xfrm>
            <a:custGeom>
              <a:rect b="b" l="l" r="r" t="t"/>
              <a:pathLst>
                <a:path extrusionOk="0" h="1429" w="1143">
                  <a:moveTo>
                    <a:pt x="966" y="1"/>
                  </a:moveTo>
                  <a:cubicBezTo>
                    <a:pt x="917" y="1"/>
                    <a:pt x="868" y="24"/>
                    <a:pt x="838" y="66"/>
                  </a:cubicBezTo>
                  <a:lnTo>
                    <a:pt x="50" y="1185"/>
                  </a:lnTo>
                  <a:cubicBezTo>
                    <a:pt x="0" y="1255"/>
                    <a:pt x="18" y="1350"/>
                    <a:pt x="88" y="1400"/>
                  </a:cubicBezTo>
                  <a:cubicBezTo>
                    <a:pt x="115" y="1420"/>
                    <a:pt x="146" y="1429"/>
                    <a:pt x="178" y="1429"/>
                  </a:cubicBezTo>
                  <a:cubicBezTo>
                    <a:pt x="225" y="1429"/>
                    <a:pt x="273" y="1406"/>
                    <a:pt x="303" y="1363"/>
                  </a:cubicBezTo>
                  <a:lnTo>
                    <a:pt x="1092" y="244"/>
                  </a:lnTo>
                  <a:cubicBezTo>
                    <a:pt x="1142" y="176"/>
                    <a:pt x="1124" y="79"/>
                    <a:pt x="1053" y="29"/>
                  </a:cubicBezTo>
                  <a:cubicBezTo>
                    <a:pt x="1027" y="10"/>
                    <a:pt x="996"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3"/>
            <p:cNvSpPr/>
            <p:nvPr/>
          </p:nvSpPr>
          <p:spPr>
            <a:xfrm>
              <a:off x="1287650" y="1514113"/>
              <a:ext cx="40825" cy="53175"/>
            </a:xfrm>
            <a:custGeom>
              <a:rect b="b" l="l" r="r" t="t"/>
              <a:pathLst>
                <a:path extrusionOk="0" h="2127" w="1633">
                  <a:moveTo>
                    <a:pt x="1456" y="0"/>
                  </a:moveTo>
                  <a:cubicBezTo>
                    <a:pt x="1408" y="0"/>
                    <a:pt x="1360" y="23"/>
                    <a:pt x="1329" y="66"/>
                  </a:cubicBezTo>
                  <a:lnTo>
                    <a:pt x="50" y="1882"/>
                  </a:lnTo>
                  <a:cubicBezTo>
                    <a:pt x="0" y="1952"/>
                    <a:pt x="19" y="2049"/>
                    <a:pt x="88" y="2097"/>
                  </a:cubicBezTo>
                  <a:cubicBezTo>
                    <a:pt x="115" y="2117"/>
                    <a:pt x="146" y="2126"/>
                    <a:pt x="178" y="2126"/>
                  </a:cubicBezTo>
                  <a:cubicBezTo>
                    <a:pt x="228" y="2126"/>
                    <a:pt x="273" y="2103"/>
                    <a:pt x="305" y="2060"/>
                  </a:cubicBezTo>
                  <a:lnTo>
                    <a:pt x="1584" y="244"/>
                  </a:lnTo>
                  <a:cubicBezTo>
                    <a:pt x="1632" y="174"/>
                    <a:pt x="1615" y="79"/>
                    <a:pt x="1545" y="29"/>
                  </a:cubicBezTo>
                  <a:cubicBezTo>
                    <a:pt x="1518" y="10"/>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3"/>
            <p:cNvSpPr/>
            <p:nvPr/>
          </p:nvSpPr>
          <p:spPr>
            <a:xfrm>
              <a:off x="1254250" y="1508038"/>
              <a:ext cx="28575" cy="35725"/>
            </a:xfrm>
            <a:custGeom>
              <a:rect b="b" l="l" r="r" t="t"/>
              <a:pathLst>
                <a:path extrusionOk="0" h="1429" w="1143">
                  <a:moveTo>
                    <a:pt x="965" y="1"/>
                  </a:moveTo>
                  <a:cubicBezTo>
                    <a:pt x="916" y="1"/>
                    <a:pt x="868" y="23"/>
                    <a:pt x="838" y="66"/>
                  </a:cubicBezTo>
                  <a:lnTo>
                    <a:pt x="50" y="1185"/>
                  </a:lnTo>
                  <a:cubicBezTo>
                    <a:pt x="0" y="1253"/>
                    <a:pt x="19" y="1350"/>
                    <a:pt x="88" y="1400"/>
                  </a:cubicBezTo>
                  <a:cubicBezTo>
                    <a:pt x="115" y="1420"/>
                    <a:pt x="146" y="1429"/>
                    <a:pt x="178" y="1429"/>
                  </a:cubicBezTo>
                  <a:cubicBezTo>
                    <a:pt x="226" y="1429"/>
                    <a:pt x="273" y="1405"/>
                    <a:pt x="305" y="1363"/>
                  </a:cubicBezTo>
                  <a:lnTo>
                    <a:pt x="1092" y="244"/>
                  </a:lnTo>
                  <a:cubicBezTo>
                    <a:pt x="1142" y="174"/>
                    <a:pt x="1123" y="79"/>
                    <a:pt x="1055" y="29"/>
                  </a:cubicBezTo>
                  <a:cubicBezTo>
                    <a:pt x="1028"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3"/>
            <p:cNvSpPr/>
            <p:nvPr/>
          </p:nvSpPr>
          <p:spPr>
            <a:xfrm>
              <a:off x="1269525" y="1518763"/>
              <a:ext cx="28550" cy="35725"/>
            </a:xfrm>
            <a:custGeom>
              <a:rect b="b" l="l" r="r" t="t"/>
              <a:pathLst>
                <a:path extrusionOk="0" h="1429" w="1142">
                  <a:moveTo>
                    <a:pt x="965" y="0"/>
                  </a:moveTo>
                  <a:cubicBezTo>
                    <a:pt x="916" y="0"/>
                    <a:pt x="869" y="23"/>
                    <a:pt x="838" y="65"/>
                  </a:cubicBezTo>
                  <a:lnTo>
                    <a:pt x="51" y="1184"/>
                  </a:lnTo>
                  <a:cubicBezTo>
                    <a:pt x="1" y="1253"/>
                    <a:pt x="18" y="1350"/>
                    <a:pt x="88" y="1400"/>
                  </a:cubicBezTo>
                  <a:cubicBezTo>
                    <a:pt x="115" y="1420"/>
                    <a:pt x="147" y="1429"/>
                    <a:pt x="177" y="1429"/>
                  </a:cubicBezTo>
                  <a:cubicBezTo>
                    <a:pt x="225" y="1429"/>
                    <a:pt x="274" y="1404"/>
                    <a:pt x="304" y="1363"/>
                  </a:cubicBezTo>
                  <a:lnTo>
                    <a:pt x="1091" y="244"/>
                  </a:lnTo>
                  <a:cubicBezTo>
                    <a:pt x="1141" y="174"/>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3"/>
            <p:cNvSpPr/>
            <p:nvPr/>
          </p:nvSpPr>
          <p:spPr>
            <a:xfrm>
              <a:off x="1337075" y="1548888"/>
              <a:ext cx="40825" cy="53175"/>
            </a:xfrm>
            <a:custGeom>
              <a:rect b="b" l="l" r="r" t="t"/>
              <a:pathLst>
                <a:path extrusionOk="0" h="2127" w="1633">
                  <a:moveTo>
                    <a:pt x="1457" y="1"/>
                  </a:moveTo>
                  <a:cubicBezTo>
                    <a:pt x="1408" y="1"/>
                    <a:pt x="1360" y="23"/>
                    <a:pt x="1330" y="66"/>
                  </a:cubicBezTo>
                  <a:lnTo>
                    <a:pt x="51" y="1882"/>
                  </a:lnTo>
                  <a:cubicBezTo>
                    <a:pt x="1" y="1952"/>
                    <a:pt x="18" y="2048"/>
                    <a:pt x="88" y="2098"/>
                  </a:cubicBezTo>
                  <a:cubicBezTo>
                    <a:pt x="115" y="2118"/>
                    <a:pt x="147" y="2127"/>
                    <a:pt x="178" y="2127"/>
                  </a:cubicBezTo>
                  <a:cubicBezTo>
                    <a:pt x="225" y="2127"/>
                    <a:pt x="274" y="2104"/>
                    <a:pt x="304" y="2061"/>
                  </a:cubicBezTo>
                  <a:lnTo>
                    <a:pt x="1583" y="245"/>
                  </a:lnTo>
                  <a:cubicBezTo>
                    <a:pt x="1633" y="175"/>
                    <a:pt x="1615" y="78"/>
                    <a:pt x="1545" y="28"/>
                  </a:cubicBezTo>
                  <a:cubicBezTo>
                    <a:pt x="1518" y="10"/>
                    <a:pt x="1488"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3"/>
            <p:cNvSpPr/>
            <p:nvPr/>
          </p:nvSpPr>
          <p:spPr>
            <a:xfrm>
              <a:off x="1303650" y="1542813"/>
              <a:ext cx="28525" cy="35750"/>
            </a:xfrm>
            <a:custGeom>
              <a:rect b="b" l="l" r="r" t="t"/>
              <a:pathLst>
                <a:path extrusionOk="0" h="1430" w="1141">
                  <a:moveTo>
                    <a:pt x="965" y="1"/>
                  </a:moveTo>
                  <a:cubicBezTo>
                    <a:pt x="917" y="1"/>
                    <a:pt x="869" y="23"/>
                    <a:pt x="838" y="66"/>
                  </a:cubicBezTo>
                  <a:lnTo>
                    <a:pt x="50" y="1184"/>
                  </a:lnTo>
                  <a:cubicBezTo>
                    <a:pt x="0" y="1254"/>
                    <a:pt x="18" y="1351"/>
                    <a:pt x="88" y="1401"/>
                  </a:cubicBezTo>
                  <a:cubicBezTo>
                    <a:pt x="115" y="1420"/>
                    <a:pt x="146" y="1430"/>
                    <a:pt x="176" y="1430"/>
                  </a:cubicBezTo>
                  <a:cubicBezTo>
                    <a:pt x="225" y="1430"/>
                    <a:pt x="273" y="1405"/>
                    <a:pt x="303" y="1362"/>
                  </a:cubicBezTo>
                  <a:lnTo>
                    <a:pt x="1091" y="245"/>
                  </a:lnTo>
                  <a:cubicBezTo>
                    <a:pt x="1141" y="175"/>
                    <a:pt x="1124" y="78"/>
                    <a:pt x="1054" y="28"/>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3"/>
            <p:cNvSpPr/>
            <p:nvPr/>
          </p:nvSpPr>
          <p:spPr>
            <a:xfrm>
              <a:off x="1318900" y="1553588"/>
              <a:ext cx="28575" cy="35725"/>
            </a:xfrm>
            <a:custGeom>
              <a:rect b="b" l="l" r="r" t="t"/>
              <a:pathLst>
                <a:path extrusionOk="0" h="1429" w="1143">
                  <a:moveTo>
                    <a:pt x="965" y="0"/>
                  </a:moveTo>
                  <a:cubicBezTo>
                    <a:pt x="917" y="0"/>
                    <a:pt x="868" y="23"/>
                    <a:pt x="838" y="66"/>
                  </a:cubicBezTo>
                  <a:lnTo>
                    <a:pt x="51" y="1184"/>
                  </a:lnTo>
                  <a:cubicBezTo>
                    <a:pt x="1" y="1253"/>
                    <a:pt x="19" y="1350"/>
                    <a:pt x="88" y="1400"/>
                  </a:cubicBezTo>
                  <a:cubicBezTo>
                    <a:pt x="115" y="1420"/>
                    <a:pt x="146" y="1429"/>
                    <a:pt x="178" y="1429"/>
                  </a:cubicBezTo>
                  <a:cubicBezTo>
                    <a:pt x="226" y="1429"/>
                    <a:pt x="273" y="1404"/>
                    <a:pt x="305" y="1363"/>
                  </a:cubicBezTo>
                  <a:lnTo>
                    <a:pt x="1092" y="244"/>
                  </a:lnTo>
                  <a:cubicBezTo>
                    <a:pt x="1142" y="174"/>
                    <a:pt x="1124" y="78"/>
                    <a:pt x="1055" y="28"/>
                  </a:cubicBezTo>
                  <a:cubicBezTo>
                    <a:pt x="1028"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3"/>
            <p:cNvSpPr/>
            <p:nvPr/>
          </p:nvSpPr>
          <p:spPr>
            <a:xfrm>
              <a:off x="1386450" y="1583688"/>
              <a:ext cx="40850" cy="53175"/>
            </a:xfrm>
            <a:custGeom>
              <a:rect b="b" l="l" r="r" t="t"/>
              <a:pathLst>
                <a:path extrusionOk="0" h="2127" w="1634">
                  <a:moveTo>
                    <a:pt x="1457" y="0"/>
                  </a:moveTo>
                  <a:cubicBezTo>
                    <a:pt x="1408" y="0"/>
                    <a:pt x="1360" y="23"/>
                    <a:pt x="1329" y="65"/>
                  </a:cubicBezTo>
                  <a:lnTo>
                    <a:pt x="51" y="1882"/>
                  </a:lnTo>
                  <a:cubicBezTo>
                    <a:pt x="1" y="1951"/>
                    <a:pt x="19" y="2048"/>
                    <a:pt x="89" y="2098"/>
                  </a:cubicBezTo>
                  <a:cubicBezTo>
                    <a:pt x="115" y="2118"/>
                    <a:pt x="148" y="2126"/>
                    <a:pt x="178" y="2126"/>
                  </a:cubicBezTo>
                  <a:cubicBezTo>
                    <a:pt x="226" y="2126"/>
                    <a:pt x="275" y="2104"/>
                    <a:pt x="305" y="2061"/>
                  </a:cubicBezTo>
                  <a:lnTo>
                    <a:pt x="1584" y="243"/>
                  </a:lnTo>
                  <a:cubicBezTo>
                    <a:pt x="1634" y="175"/>
                    <a:pt x="1615" y="77"/>
                    <a:pt x="1546" y="27"/>
                  </a:cubicBezTo>
                  <a:cubicBezTo>
                    <a:pt x="1519"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3"/>
            <p:cNvSpPr/>
            <p:nvPr/>
          </p:nvSpPr>
          <p:spPr>
            <a:xfrm>
              <a:off x="1353050" y="1577588"/>
              <a:ext cx="28575" cy="35725"/>
            </a:xfrm>
            <a:custGeom>
              <a:rect b="b" l="l" r="r" t="t"/>
              <a:pathLst>
                <a:path extrusionOk="0" h="1429" w="1143">
                  <a:moveTo>
                    <a:pt x="966" y="1"/>
                  </a:moveTo>
                  <a:cubicBezTo>
                    <a:pt x="917" y="1"/>
                    <a:pt x="869" y="24"/>
                    <a:pt x="838" y="66"/>
                  </a:cubicBezTo>
                  <a:lnTo>
                    <a:pt x="51" y="1184"/>
                  </a:lnTo>
                  <a:cubicBezTo>
                    <a:pt x="1" y="1254"/>
                    <a:pt x="19" y="1350"/>
                    <a:pt x="88" y="1400"/>
                  </a:cubicBezTo>
                  <a:cubicBezTo>
                    <a:pt x="115" y="1420"/>
                    <a:pt x="148" y="1429"/>
                    <a:pt x="178" y="1429"/>
                  </a:cubicBezTo>
                  <a:cubicBezTo>
                    <a:pt x="226" y="1429"/>
                    <a:pt x="275" y="1406"/>
                    <a:pt x="305" y="1363"/>
                  </a:cubicBezTo>
                  <a:lnTo>
                    <a:pt x="1092" y="244"/>
                  </a:lnTo>
                  <a:cubicBezTo>
                    <a:pt x="1142" y="176"/>
                    <a:pt x="1124" y="79"/>
                    <a:pt x="1055" y="29"/>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3"/>
            <p:cNvSpPr/>
            <p:nvPr/>
          </p:nvSpPr>
          <p:spPr>
            <a:xfrm>
              <a:off x="1368300" y="1588363"/>
              <a:ext cx="28525" cy="35750"/>
            </a:xfrm>
            <a:custGeom>
              <a:rect b="b" l="l" r="r" t="t"/>
              <a:pathLst>
                <a:path extrusionOk="0" h="1430" w="1141">
                  <a:moveTo>
                    <a:pt x="965" y="1"/>
                  </a:moveTo>
                  <a:cubicBezTo>
                    <a:pt x="917" y="1"/>
                    <a:pt x="869" y="23"/>
                    <a:pt x="838" y="66"/>
                  </a:cubicBezTo>
                  <a:lnTo>
                    <a:pt x="49" y="1184"/>
                  </a:lnTo>
                  <a:cubicBezTo>
                    <a:pt x="1" y="1254"/>
                    <a:pt x="18" y="1351"/>
                    <a:pt x="88" y="1401"/>
                  </a:cubicBezTo>
                  <a:cubicBezTo>
                    <a:pt x="115" y="1419"/>
                    <a:pt x="146" y="1429"/>
                    <a:pt x="176" y="1429"/>
                  </a:cubicBezTo>
                  <a:cubicBezTo>
                    <a:pt x="226" y="1429"/>
                    <a:pt x="274" y="1405"/>
                    <a:pt x="304" y="1362"/>
                  </a:cubicBezTo>
                  <a:lnTo>
                    <a:pt x="1091" y="245"/>
                  </a:lnTo>
                  <a:cubicBezTo>
                    <a:pt x="1141" y="175"/>
                    <a:pt x="1124" y="78"/>
                    <a:pt x="1054" y="28"/>
                  </a:cubicBezTo>
                  <a:cubicBezTo>
                    <a:pt x="1027" y="9"/>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3"/>
            <p:cNvSpPr/>
            <p:nvPr/>
          </p:nvSpPr>
          <p:spPr>
            <a:xfrm>
              <a:off x="1435850" y="1618513"/>
              <a:ext cx="40825" cy="53150"/>
            </a:xfrm>
            <a:custGeom>
              <a:rect b="b" l="l" r="r" t="t"/>
              <a:pathLst>
                <a:path extrusionOk="0" h="2126" w="1633">
                  <a:moveTo>
                    <a:pt x="1456" y="0"/>
                  </a:moveTo>
                  <a:cubicBezTo>
                    <a:pt x="1408" y="0"/>
                    <a:pt x="1360" y="23"/>
                    <a:pt x="1329" y="65"/>
                  </a:cubicBezTo>
                  <a:lnTo>
                    <a:pt x="51" y="1879"/>
                  </a:lnTo>
                  <a:cubicBezTo>
                    <a:pt x="1" y="1949"/>
                    <a:pt x="18" y="2046"/>
                    <a:pt x="88" y="2096"/>
                  </a:cubicBezTo>
                  <a:cubicBezTo>
                    <a:pt x="115" y="2116"/>
                    <a:pt x="146" y="2125"/>
                    <a:pt x="178" y="2125"/>
                  </a:cubicBezTo>
                  <a:cubicBezTo>
                    <a:pt x="228" y="2125"/>
                    <a:pt x="275" y="2102"/>
                    <a:pt x="303" y="2058"/>
                  </a:cubicBezTo>
                  <a:lnTo>
                    <a:pt x="1582" y="243"/>
                  </a:lnTo>
                  <a:cubicBezTo>
                    <a:pt x="1632" y="175"/>
                    <a:pt x="1615" y="78"/>
                    <a:pt x="1545" y="28"/>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3"/>
            <p:cNvSpPr/>
            <p:nvPr/>
          </p:nvSpPr>
          <p:spPr>
            <a:xfrm>
              <a:off x="1402450" y="1612388"/>
              <a:ext cx="28575" cy="35725"/>
            </a:xfrm>
            <a:custGeom>
              <a:rect b="b" l="l" r="r" t="t"/>
              <a:pathLst>
                <a:path extrusionOk="0" h="1429" w="1143">
                  <a:moveTo>
                    <a:pt x="965" y="0"/>
                  </a:moveTo>
                  <a:cubicBezTo>
                    <a:pt x="917" y="0"/>
                    <a:pt x="868" y="23"/>
                    <a:pt x="838" y="65"/>
                  </a:cubicBezTo>
                  <a:lnTo>
                    <a:pt x="51" y="1184"/>
                  </a:lnTo>
                  <a:cubicBezTo>
                    <a:pt x="1" y="1253"/>
                    <a:pt x="18" y="1350"/>
                    <a:pt x="88" y="1400"/>
                  </a:cubicBezTo>
                  <a:cubicBezTo>
                    <a:pt x="115" y="1420"/>
                    <a:pt x="146" y="1428"/>
                    <a:pt x="178" y="1428"/>
                  </a:cubicBezTo>
                  <a:cubicBezTo>
                    <a:pt x="225" y="1428"/>
                    <a:pt x="274" y="1406"/>
                    <a:pt x="304" y="1363"/>
                  </a:cubicBezTo>
                  <a:lnTo>
                    <a:pt x="1092" y="244"/>
                  </a:lnTo>
                  <a:cubicBezTo>
                    <a:pt x="1142" y="174"/>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3"/>
            <p:cNvSpPr/>
            <p:nvPr/>
          </p:nvSpPr>
          <p:spPr>
            <a:xfrm>
              <a:off x="1417700" y="1623138"/>
              <a:ext cx="28575" cy="35725"/>
            </a:xfrm>
            <a:custGeom>
              <a:rect b="b" l="l" r="r" t="t"/>
              <a:pathLst>
                <a:path extrusionOk="0" h="1429" w="1143">
                  <a:moveTo>
                    <a:pt x="967" y="1"/>
                  </a:moveTo>
                  <a:cubicBezTo>
                    <a:pt x="918" y="1"/>
                    <a:pt x="870" y="23"/>
                    <a:pt x="839" y="65"/>
                  </a:cubicBezTo>
                  <a:lnTo>
                    <a:pt x="51" y="1184"/>
                  </a:lnTo>
                  <a:cubicBezTo>
                    <a:pt x="1" y="1254"/>
                    <a:pt x="19" y="1350"/>
                    <a:pt x="89" y="1400"/>
                  </a:cubicBezTo>
                  <a:cubicBezTo>
                    <a:pt x="115" y="1420"/>
                    <a:pt x="148" y="1429"/>
                    <a:pt x="178" y="1429"/>
                  </a:cubicBezTo>
                  <a:cubicBezTo>
                    <a:pt x="226" y="1429"/>
                    <a:pt x="275" y="1406"/>
                    <a:pt x="305" y="1363"/>
                  </a:cubicBezTo>
                  <a:lnTo>
                    <a:pt x="1092" y="244"/>
                  </a:lnTo>
                  <a:cubicBezTo>
                    <a:pt x="1142" y="175"/>
                    <a:pt x="1125" y="78"/>
                    <a:pt x="1055" y="28"/>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3"/>
            <p:cNvSpPr/>
            <p:nvPr/>
          </p:nvSpPr>
          <p:spPr>
            <a:xfrm>
              <a:off x="1485300" y="1653238"/>
              <a:ext cx="40800" cy="53200"/>
            </a:xfrm>
            <a:custGeom>
              <a:rect b="b" l="l" r="r" t="t"/>
              <a:pathLst>
                <a:path extrusionOk="0" h="2128" w="1632">
                  <a:moveTo>
                    <a:pt x="1455" y="1"/>
                  </a:moveTo>
                  <a:cubicBezTo>
                    <a:pt x="1406" y="1"/>
                    <a:pt x="1359" y="23"/>
                    <a:pt x="1329" y="66"/>
                  </a:cubicBezTo>
                  <a:lnTo>
                    <a:pt x="49" y="1882"/>
                  </a:lnTo>
                  <a:cubicBezTo>
                    <a:pt x="0" y="1952"/>
                    <a:pt x="17" y="2049"/>
                    <a:pt x="87" y="2098"/>
                  </a:cubicBezTo>
                  <a:cubicBezTo>
                    <a:pt x="114" y="2118"/>
                    <a:pt x="146" y="2128"/>
                    <a:pt x="176" y="2128"/>
                  </a:cubicBezTo>
                  <a:cubicBezTo>
                    <a:pt x="224" y="2128"/>
                    <a:pt x="273" y="2103"/>
                    <a:pt x="303" y="2061"/>
                  </a:cubicBezTo>
                  <a:lnTo>
                    <a:pt x="1582" y="245"/>
                  </a:lnTo>
                  <a:cubicBezTo>
                    <a:pt x="1632" y="175"/>
                    <a:pt x="1615" y="79"/>
                    <a:pt x="1545" y="29"/>
                  </a:cubicBezTo>
                  <a:cubicBezTo>
                    <a:pt x="1517" y="10"/>
                    <a:pt x="1486" y="1"/>
                    <a:pt x="145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3"/>
            <p:cNvSpPr/>
            <p:nvPr/>
          </p:nvSpPr>
          <p:spPr>
            <a:xfrm>
              <a:off x="1451825" y="1647163"/>
              <a:ext cx="28550" cy="35750"/>
            </a:xfrm>
            <a:custGeom>
              <a:rect b="b" l="l" r="r" t="t"/>
              <a:pathLst>
                <a:path extrusionOk="0" h="1430" w="1142">
                  <a:moveTo>
                    <a:pt x="965" y="1"/>
                  </a:moveTo>
                  <a:cubicBezTo>
                    <a:pt x="916" y="1"/>
                    <a:pt x="869" y="23"/>
                    <a:pt x="839" y="66"/>
                  </a:cubicBezTo>
                  <a:lnTo>
                    <a:pt x="50" y="1185"/>
                  </a:lnTo>
                  <a:cubicBezTo>
                    <a:pt x="0" y="1253"/>
                    <a:pt x="19" y="1351"/>
                    <a:pt x="89" y="1401"/>
                  </a:cubicBezTo>
                  <a:cubicBezTo>
                    <a:pt x="115" y="1421"/>
                    <a:pt x="147" y="1429"/>
                    <a:pt x="177" y="1429"/>
                  </a:cubicBezTo>
                  <a:cubicBezTo>
                    <a:pt x="227" y="1429"/>
                    <a:pt x="276" y="1406"/>
                    <a:pt x="305" y="1363"/>
                  </a:cubicBezTo>
                  <a:lnTo>
                    <a:pt x="1092" y="245"/>
                  </a:lnTo>
                  <a:cubicBezTo>
                    <a:pt x="1142" y="175"/>
                    <a:pt x="1125" y="79"/>
                    <a:pt x="1055"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3"/>
            <p:cNvSpPr/>
            <p:nvPr/>
          </p:nvSpPr>
          <p:spPr>
            <a:xfrm>
              <a:off x="1467100" y="1657913"/>
              <a:ext cx="28575" cy="35750"/>
            </a:xfrm>
            <a:custGeom>
              <a:rect b="b" l="l" r="r" t="t"/>
              <a:pathLst>
                <a:path extrusionOk="0" h="1430" w="1143">
                  <a:moveTo>
                    <a:pt x="965" y="1"/>
                  </a:moveTo>
                  <a:cubicBezTo>
                    <a:pt x="917" y="1"/>
                    <a:pt x="869" y="23"/>
                    <a:pt x="838" y="66"/>
                  </a:cubicBezTo>
                  <a:lnTo>
                    <a:pt x="51" y="1185"/>
                  </a:lnTo>
                  <a:cubicBezTo>
                    <a:pt x="1" y="1253"/>
                    <a:pt x="18" y="1351"/>
                    <a:pt x="88" y="1401"/>
                  </a:cubicBezTo>
                  <a:cubicBezTo>
                    <a:pt x="115" y="1421"/>
                    <a:pt x="147" y="1429"/>
                    <a:pt x="178" y="1429"/>
                  </a:cubicBezTo>
                  <a:cubicBezTo>
                    <a:pt x="225" y="1429"/>
                    <a:pt x="274" y="1406"/>
                    <a:pt x="304" y="1363"/>
                  </a:cubicBezTo>
                  <a:lnTo>
                    <a:pt x="1092" y="245"/>
                  </a:lnTo>
                  <a:cubicBezTo>
                    <a:pt x="1142" y="175"/>
                    <a:pt x="1124" y="79"/>
                    <a:pt x="1054"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3"/>
            <p:cNvSpPr/>
            <p:nvPr/>
          </p:nvSpPr>
          <p:spPr>
            <a:xfrm>
              <a:off x="1534650" y="1688063"/>
              <a:ext cx="40850" cy="53200"/>
            </a:xfrm>
            <a:custGeom>
              <a:rect b="b" l="l" r="r" t="t"/>
              <a:pathLst>
                <a:path extrusionOk="0" h="2128" w="1634">
                  <a:moveTo>
                    <a:pt x="1457" y="1"/>
                  </a:moveTo>
                  <a:cubicBezTo>
                    <a:pt x="1408" y="1"/>
                    <a:pt x="1360" y="23"/>
                    <a:pt x="1330" y="66"/>
                  </a:cubicBezTo>
                  <a:lnTo>
                    <a:pt x="51" y="1882"/>
                  </a:lnTo>
                  <a:cubicBezTo>
                    <a:pt x="1" y="1952"/>
                    <a:pt x="19" y="2049"/>
                    <a:pt x="88" y="2098"/>
                  </a:cubicBezTo>
                  <a:cubicBezTo>
                    <a:pt x="115" y="2118"/>
                    <a:pt x="146" y="2128"/>
                    <a:pt x="178" y="2128"/>
                  </a:cubicBezTo>
                  <a:cubicBezTo>
                    <a:pt x="226" y="2128"/>
                    <a:pt x="274" y="2104"/>
                    <a:pt x="305" y="2061"/>
                  </a:cubicBezTo>
                  <a:lnTo>
                    <a:pt x="1584" y="245"/>
                  </a:lnTo>
                  <a:cubicBezTo>
                    <a:pt x="1634" y="175"/>
                    <a:pt x="1615" y="79"/>
                    <a:pt x="1545" y="29"/>
                  </a:cubicBezTo>
                  <a:cubicBezTo>
                    <a:pt x="1519"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3"/>
            <p:cNvSpPr/>
            <p:nvPr/>
          </p:nvSpPr>
          <p:spPr>
            <a:xfrm>
              <a:off x="1501250" y="1681963"/>
              <a:ext cx="28575" cy="35725"/>
            </a:xfrm>
            <a:custGeom>
              <a:rect b="b" l="l" r="r" t="t"/>
              <a:pathLst>
                <a:path extrusionOk="0" h="1429" w="1143">
                  <a:moveTo>
                    <a:pt x="967" y="0"/>
                  </a:moveTo>
                  <a:cubicBezTo>
                    <a:pt x="917" y="0"/>
                    <a:pt x="869" y="23"/>
                    <a:pt x="838" y="66"/>
                  </a:cubicBezTo>
                  <a:lnTo>
                    <a:pt x="51" y="1183"/>
                  </a:lnTo>
                  <a:cubicBezTo>
                    <a:pt x="1" y="1253"/>
                    <a:pt x="19" y="1350"/>
                    <a:pt x="88" y="1400"/>
                  </a:cubicBezTo>
                  <a:cubicBezTo>
                    <a:pt x="115" y="1419"/>
                    <a:pt x="148" y="1429"/>
                    <a:pt x="178" y="1429"/>
                  </a:cubicBezTo>
                  <a:cubicBezTo>
                    <a:pt x="227" y="1429"/>
                    <a:pt x="274" y="1407"/>
                    <a:pt x="305" y="1362"/>
                  </a:cubicBezTo>
                  <a:lnTo>
                    <a:pt x="1092" y="244"/>
                  </a:lnTo>
                  <a:cubicBezTo>
                    <a:pt x="1142" y="174"/>
                    <a:pt x="1124" y="77"/>
                    <a:pt x="1055" y="27"/>
                  </a:cubicBezTo>
                  <a:cubicBezTo>
                    <a:pt x="1028" y="9"/>
                    <a:pt x="997" y="0"/>
                    <a:pt x="96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3"/>
            <p:cNvSpPr/>
            <p:nvPr/>
          </p:nvSpPr>
          <p:spPr>
            <a:xfrm>
              <a:off x="1516550" y="1692713"/>
              <a:ext cx="28525" cy="35725"/>
            </a:xfrm>
            <a:custGeom>
              <a:rect b="b" l="l" r="r" t="t"/>
              <a:pathLst>
                <a:path extrusionOk="0" h="1429" w="1141">
                  <a:moveTo>
                    <a:pt x="964" y="1"/>
                  </a:moveTo>
                  <a:cubicBezTo>
                    <a:pt x="916" y="1"/>
                    <a:pt x="868" y="23"/>
                    <a:pt x="838" y="66"/>
                  </a:cubicBezTo>
                  <a:lnTo>
                    <a:pt x="49" y="1185"/>
                  </a:lnTo>
                  <a:cubicBezTo>
                    <a:pt x="0" y="1253"/>
                    <a:pt x="17" y="1350"/>
                    <a:pt x="87" y="1400"/>
                  </a:cubicBezTo>
                  <a:cubicBezTo>
                    <a:pt x="115" y="1420"/>
                    <a:pt x="146" y="1429"/>
                    <a:pt x="176" y="1429"/>
                  </a:cubicBezTo>
                  <a:cubicBezTo>
                    <a:pt x="225" y="1429"/>
                    <a:pt x="273" y="1406"/>
                    <a:pt x="303" y="1363"/>
                  </a:cubicBezTo>
                  <a:lnTo>
                    <a:pt x="1090" y="244"/>
                  </a:lnTo>
                  <a:cubicBezTo>
                    <a:pt x="1140" y="174"/>
                    <a:pt x="1123" y="79"/>
                    <a:pt x="1053" y="29"/>
                  </a:cubicBezTo>
                  <a:cubicBezTo>
                    <a:pt x="1026" y="10"/>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3"/>
            <p:cNvSpPr/>
            <p:nvPr/>
          </p:nvSpPr>
          <p:spPr>
            <a:xfrm>
              <a:off x="1584100" y="1722863"/>
              <a:ext cx="40800" cy="53175"/>
            </a:xfrm>
            <a:custGeom>
              <a:rect b="b" l="l" r="r" t="t"/>
              <a:pathLst>
                <a:path extrusionOk="0" h="2127" w="1632">
                  <a:moveTo>
                    <a:pt x="1457" y="0"/>
                  </a:moveTo>
                  <a:cubicBezTo>
                    <a:pt x="1408" y="0"/>
                    <a:pt x="1360" y="23"/>
                    <a:pt x="1329" y="66"/>
                  </a:cubicBezTo>
                  <a:lnTo>
                    <a:pt x="50" y="1882"/>
                  </a:lnTo>
                  <a:cubicBezTo>
                    <a:pt x="0" y="1952"/>
                    <a:pt x="17" y="2048"/>
                    <a:pt x="87" y="2098"/>
                  </a:cubicBezTo>
                  <a:cubicBezTo>
                    <a:pt x="115" y="2118"/>
                    <a:pt x="146" y="2126"/>
                    <a:pt x="177" y="2126"/>
                  </a:cubicBezTo>
                  <a:cubicBezTo>
                    <a:pt x="225" y="2126"/>
                    <a:pt x="273" y="2103"/>
                    <a:pt x="303" y="2060"/>
                  </a:cubicBezTo>
                  <a:lnTo>
                    <a:pt x="1582" y="244"/>
                  </a:lnTo>
                  <a:cubicBezTo>
                    <a:pt x="1632" y="174"/>
                    <a:pt x="1615" y="77"/>
                    <a:pt x="1545" y="27"/>
                  </a:cubicBezTo>
                  <a:cubicBezTo>
                    <a:pt x="1518" y="9"/>
                    <a:pt x="1487"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3"/>
            <p:cNvSpPr/>
            <p:nvPr/>
          </p:nvSpPr>
          <p:spPr>
            <a:xfrm>
              <a:off x="1550650" y="1716788"/>
              <a:ext cx="28550" cy="35725"/>
            </a:xfrm>
            <a:custGeom>
              <a:rect b="b" l="l" r="r" t="t"/>
              <a:pathLst>
                <a:path extrusionOk="0" h="1429" w="1142">
                  <a:moveTo>
                    <a:pt x="966" y="0"/>
                  </a:moveTo>
                  <a:cubicBezTo>
                    <a:pt x="917" y="0"/>
                    <a:pt x="869" y="23"/>
                    <a:pt x="838" y="66"/>
                  </a:cubicBezTo>
                  <a:lnTo>
                    <a:pt x="49" y="1183"/>
                  </a:lnTo>
                  <a:cubicBezTo>
                    <a:pt x="1" y="1253"/>
                    <a:pt x="18" y="1350"/>
                    <a:pt x="88" y="1400"/>
                  </a:cubicBezTo>
                  <a:cubicBezTo>
                    <a:pt x="114" y="1419"/>
                    <a:pt x="147" y="1429"/>
                    <a:pt x="177" y="1429"/>
                  </a:cubicBezTo>
                  <a:cubicBezTo>
                    <a:pt x="225" y="1429"/>
                    <a:pt x="274" y="1405"/>
                    <a:pt x="304" y="1362"/>
                  </a:cubicBezTo>
                  <a:lnTo>
                    <a:pt x="1091" y="244"/>
                  </a:lnTo>
                  <a:cubicBezTo>
                    <a:pt x="1141" y="174"/>
                    <a:pt x="1124" y="77"/>
                    <a:pt x="1054" y="27"/>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3"/>
            <p:cNvSpPr/>
            <p:nvPr/>
          </p:nvSpPr>
          <p:spPr>
            <a:xfrm>
              <a:off x="1565900" y="1727488"/>
              <a:ext cx="28575" cy="35750"/>
            </a:xfrm>
            <a:custGeom>
              <a:rect b="b" l="l" r="r" t="t"/>
              <a:pathLst>
                <a:path extrusionOk="0" h="1430" w="1143">
                  <a:moveTo>
                    <a:pt x="967" y="1"/>
                  </a:moveTo>
                  <a:cubicBezTo>
                    <a:pt x="918" y="1"/>
                    <a:pt x="869" y="23"/>
                    <a:pt x="838" y="66"/>
                  </a:cubicBezTo>
                  <a:lnTo>
                    <a:pt x="51" y="1184"/>
                  </a:lnTo>
                  <a:cubicBezTo>
                    <a:pt x="1" y="1254"/>
                    <a:pt x="20" y="1351"/>
                    <a:pt x="88" y="1401"/>
                  </a:cubicBezTo>
                  <a:cubicBezTo>
                    <a:pt x="115" y="1420"/>
                    <a:pt x="147" y="1430"/>
                    <a:pt x="178" y="1430"/>
                  </a:cubicBezTo>
                  <a:cubicBezTo>
                    <a:pt x="227" y="1430"/>
                    <a:pt x="274" y="1405"/>
                    <a:pt x="305" y="1362"/>
                  </a:cubicBezTo>
                  <a:lnTo>
                    <a:pt x="1093" y="245"/>
                  </a:lnTo>
                  <a:cubicBezTo>
                    <a:pt x="1143" y="175"/>
                    <a:pt x="1124" y="78"/>
                    <a:pt x="1055" y="28"/>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3"/>
            <p:cNvSpPr/>
            <p:nvPr/>
          </p:nvSpPr>
          <p:spPr>
            <a:xfrm>
              <a:off x="1633450" y="1757638"/>
              <a:ext cx="40850" cy="53175"/>
            </a:xfrm>
            <a:custGeom>
              <a:rect b="b" l="l" r="r" t="t"/>
              <a:pathLst>
                <a:path extrusionOk="0" h="2127" w="1634">
                  <a:moveTo>
                    <a:pt x="1458" y="1"/>
                  </a:moveTo>
                  <a:cubicBezTo>
                    <a:pt x="1409" y="1"/>
                    <a:pt x="1360" y="23"/>
                    <a:pt x="1330" y="65"/>
                  </a:cubicBezTo>
                  <a:lnTo>
                    <a:pt x="51" y="1882"/>
                  </a:lnTo>
                  <a:cubicBezTo>
                    <a:pt x="1" y="1952"/>
                    <a:pt x="19" y="2048"/>
                    <a:pt x="88" y="2098"/>
                  </a:cubicBezTo>
                  <a:cubicBezTo>
                    <a:pt x="115" y="2118"/>
                    <a:pt x="148" y="2127"/>
                    <a:pt x="178" y="2127"/>
                  </a:cubicBezTo>
                  <a:cubicBezTo>
                    <a:pt x="227" y="2127"/>
                    <a:pt x="275" y="2104"/>
                    <a:pt x="305" y="2061"/>
                  </a:cubicBezTo>
                  <a:lnTo>
                    <a:pt x="1584" y="244"/>
                  </a:lnTo>
                  <a:cubicBezTo>
                    <a:pt x="1634" y="175"/>
                    <a:pt x="1615" y="78"/>
                    <a:pt x="1547" y="28"/>
                  </a:cubicBezTo>
                  <a:cubicBezTo>
                    <a:pt x="1520" y="10"/>
                    <a:pt x="1489" y="1"/>
                    <a:pt x="1458"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3"/>
            <p:cNvSpPr/>
            <p:nvPr/>
          </p:nvSpPr>
          <p:spPr>
            <a:xfrm>
              <a:off x="1600050" y="1751563"/>
              <a:ext cx="28575" cy="35725"/>
            </a:xfrm>
            <a:custGeom>
              <a:rect b="b" l="l" r="r" t="t"/>
              <a:pathLst>
                <a:path extrusionOk="0" h="1429" w="1143">
                  <a:moveTo>
                    <a:pt x="966" y="1"/>
                  </a:moveTo>
                  <a:cubicBezTo>
                    <a:pt x="917" y="1"/>
                    <a:pt x="869" y="23"/>
                    <a:pt x="840" y="65"/>
                  </a:cubicBezTo>
                  <a:lnTo>
                    <a:pt x="51" y="1184"/>
                  </a:lnTo>
                  <a:cubicBezTo>
                    <a:pt x="1" y="1254"/>
                    <a:pt x="19" y="1350"/>
                    <a:pt x="89" y="1400"/>
                  </a:cubicBezTo>
                  <a:cubicBezTo>
                    <a:pt x="115" y="1420"/>
                    <a:pt x="148" y="1428"/>
                    <a:pt x="178" y="1428"/>
                  </a:cubicBezTo>
                  <a:cubicBezTo>
                    <a:pt x="227" y="1428"/>
                    <a:pt x="275" y="1405"/>
                    <a:pt x="305" y="1362"/>
                  </a:cubicBezTo>
                  <a:lnTo>
                    <a:pt x="1093" y="244"/>
                  </a:lnTo>
                  <a:cubicBezTo>
                    <a:pt x="1143" y="175"/>
                    <a:pt x="1125" y="78"/>
                    <a:pt x="1055"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3"/>
            <p:cNvSpPr/>
            <p:nvPr/>
          </p:nvSpPr>
          <p:spPr>
            <a:xfrm>
              <a:off x="1615325" y="1762288"/>
              <a:ext cx="28525" cy="35700"/>
            </a:xfrm>
            <a:custGeom>
              <a:rect b="b" l="l" r="r" t="t"/>
              <a:pathLst>
                <a:path extrusionOk="0" h="1428" w="1141">
                  <a:moveTo>
                    <a:pt x="964" y="1"/>
                  </a:moveTo>
                  <a:cubicBezTo>
                    <a:pt x="916" y="1"/>
                    <a:pt x="868" y="23"/>
                    <a:pt x="837" y="65"/>
                  </a:cubicBezTo>
                  <a:lnTo>
                    <a:pt x="50" y="1183"/>
                  </a:lnTo>
                  <a:cubicBezTo>
                    <a:pt x="0" y="1254"/>
                    <a:pt x="17" y="1349"/>
                    <a:pt x="87" y="1399"/>
                  </a:cubicBezTo>
                  <a:cubicBezTo>
                    <a:pt x="114" y="1419"/>
                    <a:pt x="146" y="1428"/>
                    <a:pt x="176" y="1428"/>
                  </a:cubicBezTo>
                  <a:cubicBezTo>
                    <a:pt x="224" y="1428"/>
                    <a:pt x="273" y="1406"/>
                    <a:pt x="303" y="1362"/>
                  </a:cubicBezTo>
                  <a:lnTo>
                    <a:pt x="1090" y="243"/>
                  </a:lnTo>
                  <a:cubicBezTo>
                    <a:pt x="1140" y="175"/>
                    <a:pt x="1123" y="78"/>
                    <a:pt x="1053" y="28"/>
                  </a:cubicBezTo>
                  <a:cubicBezTo>
                    <a:pt x="1026" y="9"/>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3"/>
            <p:cNvSpPr/>
            <p:nvPr/>
          </p:nvSpPr>
          <p:spPr>
            <a:xfrm>
              <a:off x="1682850" y="1792413"/>
              <a:ext cx="40825" cy="53200"/>
            </a:xfrm>
            <a:custGeom>
              <a:rect b="b" l="l" r="r" t="t"/>
              <a:pathLst>
                <a:path extrusionOk="0" h="2128" w="1633">
                  <a:moveTo>
                    <a:pt x="1456" y="0"/>
                  </a:moveTo>
                  <a:cubicBezTo>
                    <a:pt x="1408" y="0"/>
                    <a:pt x="1360" y="23"/>
                    <a:pt x="1330" y="66"/>
                  </a:cubicBezTo>
                  <a:lnTo>
                    <a:pt x="51" y="1883"/>
                  </a:lnTo>
                  <a:cubicBezTo>
                    <a:pt x="1" y="1952"/>
                    <a:pt x="18" y="2049"/>
                    <a:pt x="88" y="2099"/>
                  </a:cubicBezTo>
                  <a:cubicBezTo>
                    <a:pt x="115" y="2119"/>
                    <a:pt x="147" y="2127"/>
                    <a:pt x="178" y="2127"/>
                  </a:cubicBezTo>
                  <a:cubicBezTo>
                    <a:pt x="228" y="2127"/>
                    <a:pt x="274" y="2103"/>
                    <a:pt x="304" y="2062"/>
                  </a:cubicBezTo>
                  <a:lnTo>
                    <a:pt x="1583" y="244"/>
                  </a:lnTo>
                  <a:cubicBezTo>
                    <a:pt x="1633" y="174"/>
                    <a:pt x="1615" y="79"/>
                    <a:pt x="1545" y="29"/>
                  </a:cubicBezTo>
                  <a:cubicBezTo>
                    <a:pt x="1518" y="10"/>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3"/>
            <p:cNvSpPr/>
            <p:nvPr/>
          </p:nvSpPr>
          <p:spPr>
            <a:xfrm>
              <a:off x="1649450" y="1786338"/>
              <a:ext cx="28575" cy="35725"/>
            </a:xfrm>
            <a:custGeom>
              <a:rect b="b" l="l" r="r" t="t"/>
              <a:pathLst>
                <a:path extrusionOk="0" h="1429" w="1143">
                  <a:moveTo>
                    <a:pt x="965" y="1"/>
                  </a:moveTo>
                  <a:cubicBezTo>
                    <a:pt x="917" y="1"/>
                    <a:pt x="869" y="23"/>
                    <a:pt x="838" y="66"/>
                  </a:cubicBezTo>
                  <a:lnTo>
                    <a:pt x="51" y="1185"/>
                  </a:lnTo>
                  <a:cubicBezTo>
                    <a:pt x="1" y="1253"/>
                    <a:pt x="18" y="1350"/>
                    <a:pt x="88" y="1400"/>
                  </a:cubicBezTo>
                  <a:cubicBezTo>
                    <a:pt x="115" y="1420"/>
                    <a:pt x="147" y="1429"/>
                    <a:pt x="178" y="1429"/>
                  </a:cubicBezTo>
                  <a:cubicBezTo>
                    <a:pt x="225" y="1429"/>
                    <a:pt x="274" y="1406"/>
                    <a:pt x="304" y="1363"/>
                  </a:cubicBezTo>
                  <a:lnTo>
                    <a:pt x="1093" y="244"/>
                  </a:lnTo>
                  <a:cubicBezTo>
                    <a:pt x="1143" y="174"/>
                    <a:pt x="1124" y="79"/>
                    <a:pt x="1054"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3"/>
            <p:cNvSpPr/>
            <p:nvPr/>
          </p:nvSpPr>
          <p:spPr>
            <a:xfrm>
              <a:off x="1664725" y="1797113"/>
              <a:ext cx="28550" cy="35700"/>
            </a:xfrm>
            <a:custGeom>
              <a:rect b="b" l="l" r="r" t="t"/>
              <a:pathLst>
                <a:path extrusionOk="0" h="1428" w="1142">
                  <a:moveTo>
                    <a:pt x="965" y="1"/>
                  </a:moveTo>
                  <a:cubicBezTo>
                    <a:pt x="916" y="1"/>
                    <a:pt x="868" y="23"/>
                    <a:pt x="837" y="65"/>
                  </a:cubicBezTo>
                  <a:lnTo>
                    <a:pt x="50" y="1184"/>
                  </a:lnTo>
                  <a:cubicBezTo>
                    <a:pt x="0" y="1254"/>
                    <a:pt x="19" y="1349"/>
                    <a:pt x="87" y="1399"/>
                  </a:cubicBezTo>
                  <a:cubicBezTo>
                    <a:pt x="114" y="1419"/>
                    <a:pt x="147" y="1428"/>
                    <a:pt x="177" y="1428"/>
                  </a:cubicBezTo>
                  <a:cubicBezTo>
                    <a:pt x="226" y="1428"/>
                    <a:pt x="274" y="1405"/>
                    <a:pt x="304" y="1362"/>
                  </a:cubicBezTo>
                  <a:lnTo>
                    <a:pt x="1092" y="243"/>
                  </a:lnTo>
                  <a:cubicBezTo>
                    <a:pt x="1142" y="175"/>
                    <a:pt x="1123" y="78"/>
                    <a:pt x="1055" y="28"/>
                  </a:cubicBezTo>
                  <a:cubicBezTo>
                    <a:pt x="1027" y="9"/>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3"/>
            <p:cNvSpPr/>
            <p:nvPr/>
          </p:nvSpPr>
          <p:spPr>
            <a:xfrm>
              <a:off x="1732300" y="1827238"/>
              <a:ext cx="40825" cy="53175"/>
            </a:xfrm>
            <a:custGeom>
              <a:rect b="b" l="l" r="r" t="t"/>
              <a:pathLst>
                <a:path extrusionOk="0" h="2127" w="1633">
                  <a:moveTo>
                    <a:pt x="1456" y="1"/>
                  </a:moveTo>
                  <a:cubicBezTo>
                    <a:pt x="1407" y="1"/>
                    <a:pt x="1360" y="23"/>
                    <a:pt x="1329" y="66"/>
                  </a:cubicBezTo>
                  <a:lnTo>
                    <a:pt x="50" y="1880"/>
                  </a:lnTo>
                  <a:cubicBezTo>
                    <a:pt x="0" y="1950"/>
                    <a:pt x="18" y="2048"/>
                    <a:pt x="88" y="2098"/>
                  </a:cubicBezTo>
                  <a:cubicBezTo>
                    <a:pt x="115" y="2116"/>
                    <a:pt x="146" y="2126"/>
                    <a:pt x="176" y="2126"/>
                  </a:cubicBezTo>
                  <a:cubicBezTo>
                    <a:pt x="225" y="2126"/>
                    <a:pt x="273" y="2102"/>
                    <a:pt x="303" y="2059"/>
                  </a:cubicBezTo>
                  <a:lnTo>
                    <a:pt x="1582" y="244"/>
                  </a:lnTo>
                  <a:cubicBezTo>
                    <a:pt x="1632" y="174"/>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3"/>
            <p:cNvSpPr/>
            <p:nvPr/>
          </p:nvSpPr>
          <p:spPr>
            <a:xfrm>
              <a:off x="1698825" y="1821138"/>
              <a:ext cx="28575" cy="35725"/>
            </a:xfrm>
            <a:custGeom>
              <a:rect b="b" l="l" r="r" t="t"/>
              <a:pathLst>
                <a:path extrusionOk="0" h="1429" w="1143">
                  <a:moveTo>
                    <a:pt x="966" y="0"/>
                  </a:moveTo>
                  <a:cubicBezTo>
                    <a:pt x="917" y="0"/>
                    <a:pt x="870" y="23"/>
                    <a:pt x="839" y="65"/>
                  </a:cubicBezTo>
                  <a:lnTo>
                    <a:pt x="51" y="1183"/>
                  </a:lnTo>
                  <a:cubicBezTo>
                    <a:pt x="1" y="1253"/>
                    <a:pt x="19" y="1350"/>
                    <a:pt x="89" y="1400"/>
                  </a:cubicBezTo>
                  <a:cubicBezTo>
                    <a:pt x="115" y="1419"/>
                    <a:pt x="148" y="1429"/>
                    <a:pt x="178" y="1429"/>
                  </a:cubicBezTo>
                  <a:cubicBezTo>
                    <a:pt x="228" y="1429"/>
                    <a:pt x="275" y="1406"/>
                    <a:pt x="305" y="1361"/>
                  </a:cubicBezTo>
                  <a:lnTo>
                    <a:pt x="1092" y="244"/>
                  </a:lnTo>
                  <a:cubicBezTo>
                    <a:pt x="1142" y="174"/>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3"/>
            <p:cNvSpPr/>
            <p:nvPr/>
          </p:nvSpPr>
          <p:spPr>
            <a:xfrm>
              <a:off x="1714125" y="1831888"/>
              <a:ext cx="28550" cy="35725"/>
            </a:xfrm>
            <a:custGeom>
              <a:rect b="b" l="l" r="r" t="t"/>
              <a:pathLst>
                <a:path extrusionOk="0" h="1429" w="1142">
                  <a:moveTo>
                    <a:pt x="965" y="0"/>
                  </a:moveTo>
                  <a:cubicBezTo>
                    <a:pt x="916" y="0"/>
                    <a:pt x="868" y="23"/>
                    <a:pt x="837" y="66"/>
                  </a:cubicBezTo>
                  <a:lnTo>
                    <a:pt x="50" y="1184"/>
                  </a:lnTo>
                  <a:cubicBezTo>
                    <a:pt x="0" y="1253"/>
                    <a:pt x="17" y="1350"/>
                    <a:pt x="87" y="1400"/>
                  </a:cubicBezTo>
                  <a:cubicBezTo>
                    <a:pt x="114" y="1420"/>
                    <a:pt x="146" y="1429"/>
                    <a:pt x="177" y="1429"/>
                  </a:cubicBezTo>
                  <a:cubicBezTo>
                    <a:pt x="224" y="1429"/>
                    <a:pt x="273" y="1406"/>
                    <a:pt x="303" y="1363"/>
                  </a:cubicBezTo>
                  <a:lnTo>
                    <a:pt x="1092" y="244"/>
                  </a:lnTo>
                  <a:cubicBezTo>
                    <a:pt x="1142" y="174"/>
                    <a:pt x="1123" y="78"/>
                    <a:pt x="1053" y="28"/>
                  </a:cubicBezTo>
                  <a:cubicBezTo>
                    <a:pt x="1026" y="9"/>
                    <a:pt x="995"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3"/>
            <p:cNvSpPr/>
            <p:nvPr/>
          </p:nvSpPr>
          <p:spPr>
            <a:xfrm>
              <a:off x="1382600" y="1352438"/>
              <a:ext cx="32625" cy="41525"/>
            </a:xfrm>
            <a:custGeom>
              <a:rect b="b" l="l" r="r" t="t"/>
              <a:pathLst>
                <a:path extrusionOk="0" h="1661" w="1305">
                  <a:moveTo>
                    <a:pt x="1129" y="0"/>
                  </a:moveTo>
                  <a:cubicBezTo>
                    <a:pt x="1081" y="0"/>
                    <a:pt x="1033" y="23"/>
                    <a:pt x="1002" y="66"/>
                  </a:cubicBezTo>
                  <a:lnTo>
                    <a:pt x="49" y="1416"/>
                  </a:lnTo>
                  <a:cubicBezTo>
                    <a:pt x="0" y="1485"/>
                    <a:pt x="17" y="1582"/>
                    <a:pt x="87" y="1632"/>
                  </a:cubicBezTo>
                  <a:cubicBezTo>
                    <a:pt x="114" y="1652"/>
                    <a:pt x="146" y="1660"/>
                    <a:pt x="176" y="1660"/>
                  </a:cubicBezTo>
                  <a:cubicBezTo>
                    <a:pt x="225" y="1660"/>
                    <a:pt x="273" y="1638"/>
                    <a:pt x="303" y="1595"/>
                  </a:cubicBezTo>
                  <a:lnTo>
                    <a:pt x="1255" y="244"/>
                  </a:lnTo>
                  <a:cubicBezTo>
                    <a:pt x="1305" y="174"/>
                    <a:pt x="1288" y="77"/>
                    <a:pt x="1218" y="27"/>
                  </a:cubicBezTo>
                  <a:cubicBezTo>
                    <a:pt x="1191" y="9"/>
                    <a:pt x="1160" y="0"/>
                    <a:pt x="1129"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3"/>
            <p:cNvSpPr/>
            <p:nvPr/>
          </p:nvSpPr>
          <p:spPr>
            <a:xfrm>
              <a:off x="1377550" y="1357388"/>
              <a:ext cx="42675" cy="31575"/>
            </a:xfrm>
            <a:custGeom>
              <a:rect b="b" l="l" r="r" t="t"/>
              <a:pathLst>
                <a:path extrusionOk="0" h="1263" w="1707">
                  <a:moveTo>
                    <a:pt x="179" y="1"/>
                  </a:moveTo>
                  <a:cubicBezTo>
                    <a:pt x="130" y="1"/>
                    <a:pt x="81" y="23"/>
                    <a:pt x="51" y="66"/>
                  </a:cubicBezTo>
                  <a:cubicBezTo>
                    <a:pt x="1" y="135"/>
                    <a:pt x="19" y="232"/>
                    <a:pt x="89" y="282"/>
                  </a:cubicBezTo>
                  <a:lnTo>
                    <a:pt x="1441" y="1234"/>
                  </a:lnTo>
                  <a:cubicBezTo>
                    <a:pt x="1468" y="1254"/>
                    <a:pt x="1500" y="1262"/>
                    <a:pt x="1531" y="1262"/>
                  </a:cubicBezTo>
                  <a:cubicBezTo>
                    <a:pt x="1578" y="1262"/>
                    <a:pt x="1627" y="1239"/>
                    <a:pt x="1657" y="1197"/>
                  </a:cubicBezTo>
                  <a:cubicBezTo>
                    <a:pt x="1707" y="1127"/>
                    <a:pt x="1690" y="1029"/>
                    <a:pt x="1620" y="979"/>
                  </a:cubicBezTo>
                  <a:lnTo>
                    <a:pt x="268" y="28"/>
                  </a:lnTo>
                  <a:cubicBezTo>
                    <a:pt x="241" y="10"/>
                    <a:pt x="210" y="1"/>
                    <a:pt x="179"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2" name="Google Shape;4952;p63"/>
          <p:cNvGrpSpPr/>
          <p:nvPr/>
        </p:nvGrpSpPr>
        <p:grpSpPr>
          <a:xfrm>
            <a:off x="6136625" y="805500"/>
            <a:ext cx="627575" cy="453425"/>
            <a:chOff x="6136625" y="805500"/>
            <a:chExt cx="627575" cy="453425"/>
          </a:xfrm>
        </p:grpSpPr>
        <p:sp>
          <p:nvSpPr>
            <p:cNvPr id="4953" name="Google Shape;4953;p63"/>
            <p:cNvSpPr/>
            <p:nvPr/>
          </p:nvSpPr>
          <p:spPr>
            <a:xfrm>
              <a:off x="6136625" y="805500"/>
              <a:ext cx="627575" cy="453425"/>
            </a:xfrm>
            <a:custGeom>
              <a:rect b="b" l="l" r="r" t="t"/>
              <a:pathLst>
                <a:path extrusionOk="0" h="18137" w="25103">
                  <a:moveTo>
                    <a:pt x="24823" y="1"/>
                  </a:moveTo>
                  <a:cubicBezTo>
                    <a:pt x="24790" y="1"/>
                    <a:pt x="24755" y="12"/>
                    <a:pt x="24719" y="37"/>
                  </a:cubicBezTo>
                  <a:cubicBezTo>
                    <a:pt x="16425" y="5816"/>
                    <a:pt x="8168" y="11621"/>
                    <a:pt x="140" y="17769"/>
                  </a:cubicBezTo>
                  <a:cubicBezTo>
                    <a:pt x="1" y="17875"/>
                    <a:pt x="23" y="18136"/>
                    <a:pt x="228" y="18136"/>
                  </a:cubicBezTo>
                  <a:cubicBezTo>
                    <a:pt x="232" y="18136"/>
                    <a:pt x="236" y="18136"/>
                    <a:pt x="240" y="18136"/>
                  </a:cubicBezTo>
                  <a:cubicBezTo>
                    <a:pt x="8441" y="17824"/>
                    <a:pt x="16645" y="17954"/>
                    <a:pt x="24848" y="17741"/>
                  </a:cubicBezTo>
                  <a:cubicBezTo>
                    <a:pt x="25098" y="17734"/>
                    <a:pt x="25103" y="17347"/>
                    <a:pt x="24855" y="17347"/>
                  </a:cubicBezTo>
                  <a:cubicBezTo>
                    <a:pt x="24853" y="17347"/>
                    <a:pt x="24850" y="17347"/>
                    <a:pt x="24848" y="17347"/>
                  </a:cubicBezTo>
                  <a:cubicBezTo>
                    <a:pt x="16849" y="17555"/>
                    <a:pt x="8848" y="17436"/>
                    <a:pt x="851" y="17720"/>
                  </a:cubicBezTo>
                  <a:lnTo>
                    <a:pt x="851" y="17720"/>
                  </a:lnTo>
                  <a:cubicBezTo>
                    <a:pt x="8718" y="11713"/>
                    <a:pt x="16801" y="6033"/>
                    <a:pt x="24920" y="376"/>
                  </a:cubicBezTo>
                  <a:cubicBezTo>
                    <a:pt x="25089" y="256"/>
                    <a:pt x="24983" y="1"/>
                    <a:pt x="2482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3"/>
            <p:cNvSpPr/>
            <p:nvPr/>
          </p:nvSpPr>
          <p:spPr>
            <a:xfrm>
              <a:off x="6341700" y="1100850"/>
              <a:ext cx="75975" cy="145075"/>
            </a:xfrm>
            <a:custGeom>
              <a:rect b="b" l="l" r="r" t="t"/>
              <a:pathLst>
                <a:path extrusionOk="0" h="5803" w="3039">
                  <a:moveTo>
                    <a:pt x="248" y="1"/>
                  </a:moveTo>
                  <a:cubicBezTo>
                    <a:pt x="62" y="1"/>
                    <a:pt x="1" y="316"/>
                    <a:pt x="213" y="394"/>
                  </a:cubicBezTo>
                  <a:cubicBezTo>
                    <a:pt x="2388" y="1194"/>
                    <a:pt x="2616" y="3630"/>
                    <a:pt x="2356" y="5616"/>
                  </a:cubicBezTo>
                  <a:cubicBezTo>
                    <a:pt x="2339" y="5741"/>
                    <a:pt x="2429" y="5803"/>
                    <a:pt x="2527" y="5803"/>
                  </a:cubicBezTo>
                  <a:cubicBezTo>
                    <a:pt x="2625" y="5803"/>
                    <a:pt x="2733" y="5740"/>
                    <a:pt x="2749" y="5616"/>
                  </a:cubicBezTo>
                  <a:cubicBezTo>
                    <a:pt x="3038" y="3423"/>
                    <a:pt x="2656" y="875"/>
                    <a:pt x="318" y="14"/>
                  </a:cubicBezTo>
                  <a:cubicBezTo>
                    <a:pt x="294" y="5"/>
                    <a:pt x="270" y="1"/>
                    <a:pt x="2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3"/>
            <p:cNvSpPr/>
            <p:nvPr/>
          </p:nvSpPr>
          <p:spPr>
            <a:xfrm>
              <a:off x="6458925" y="1095725"/>
              <a:ext cx="38675" cy="62125"/>
            </a:xfrm>
            <a:custGeom>
              <a:rect b="b" l="l" r="r" t="t"/>
              <a:pathLst>
                <a:path extrusionOk="0" h="2485" w="1547">
                  <a:moveTo>
                    <a:pt x="967" y="0"/>
                  </a:moveTo>
                  <a:cubicBezTo>
                    <a:pt x="508" y="0"/>
                    <a:pt x="1" y="361"/>
                    <a:pt x="109" y="866"/>
                  </a:cubicBezTo>
                  <a:cubicBezTo>
                    <a:pt x="157" y="1096"/>
                    <a:pt x="326" y="1252"/>
                    <a:pt x="515" y="1379"/>
                  </a:cubicBezTo>
                  <a:cubicBezTo>
                    <a:pt x="626" y="1453"/>
                    <a:pt x="756" y="1511"/>
                    <a:pt x="860" y="1597"/>
                  </a:cubicBezTo>
                  <a:cubicBezTo>
                    <a:pt x="918" y="1645"/>
                    <a:pt x="1019" y="1724"/>
                    <a:pt x="1034" y="1803"/>
                  </a:cubicBezTo>
                  <a:cubicBezTo>
                    <a:pt x="1066" y="1991"/>
                    <a:pt x="905" y="2082"/>
                    <a:pt x="758" y="2082"/>
                  </a:cubicBezTo>
                  <a:cubicBezTo>
                    <a:pt x="716" y="2082"/>
                    <a:pt x="676" y="2075"/>
                    <a:pt x="641" y="2060"/>
                  </a:cubicBezTo>
                  <a:cubicBezTo>
                    <a:pt x="616" y="2050"/>
                    <a:pt x="591" y="2045"/>
                    <a:pt x="569" y="2045"/>
                  </a:cubicBezTo>
                  <a:cubicBezTo>
                    <a:pt x="389" y="2045"/>
                    <a:pt x="330" y="2356"/>
                    <a:pt x="537" y="2440"/>
                  </a:cubicBezTo>
                  <a:cubicBezTo>
                    <a:pt x="611" y="2470"/>
                    <a:pt x="688" y="2484"/>
                    <a:pt x="764" y="2484"/>
                  </a:cubicBezTo>
                  <a:cubicBezTo>
                    <a:pt x="1169" y="2484"/>
                    <a:pt x="1546" y="2081"/>
                    <a:pt x="1396" y="1658"/>
                  </a:cubicBezTo>
                  <a:cubicBezTo>
                    <a:pt x="1313" y="1423"/>
                    <a:pt x="1107" y="1284"/>
                    <a:pt x="905" y="1159"/>
                  </a:cubicBezTo>
                  <a:cubicBezTo>
                    <a:pt x="782" y="1081"/>
                    <a:pt x="565" y="988"/>
                    <a:pt x="510" y="842"/>
                  </a:cubicBezTo>
                  <a:cubicBezTo>
                    <a:pt x="396" y="543"/>
                    <a:pt x="763" y="397"/>
                    <a:pt x="1000" y="397"/>
                  </a:cubicBezTo>
                  <a:cubicBezTo>
                    <a:pt x="1017" y="397"/>
                    <a:pt x="1034" y="398"/>
                    <a:pt x="1049" y="400"/>
                  </a:cubicBezTo>
                  <a:cubicBezTo>
                    <a:pt x="1057" y="401"/>
                    <a:pt x="1064" y="401"/>
                    <a:pt x="1071" y="401"/>
                  </a:cubicBezTo>
                  <a:cubicBezTo>
                    <a:pt x="1304" y="401"/>
                    <a:pt x="1295" y="30"/>
                    <a:pt x="1052" y="5"/>
                  </a:cubicBezTo>
                  <a:cubicBezTo>
                    <a:pt x="1024" y="2"/>
                    <a:pt x="996" y="0"/>
                    <a:pt x="9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3"/>
            <p:cNvSpPr/>
            <p:nvPr/>
          </p:nvSpPr>
          <p:spPr>
            <a:xfrm>
              <a:off x="6506975" y="1099000"/>
              <a:ext cx="13950" cy="56375"/>
            </a:xfrm>
            <a:custGeom>
              <a:rect b="b" l="l" r="r" t="t"/>
              <a:pathLst>
                <a:path extrusionOk="0" h="2255" w="558">
                  <a:moveTo>
                    <a:pt x="281" y="1"/>
                  </a:moveTo>
                  <a:cubicBezTo>
                    <a:pt x="183" y="1"/>
                    <a:pt x="78" y="63"/>
                    <a:pt x="65" y="189"/>
                  </a:cubicBezTo>
                  <a:cubicBezTo>
                    <a:pt x="1" y="837"/>
                    <a:pt x="32" y="1474"/>
                    <a:pt x="149" y="2113"/>
                  </a:cubicBezTo>
                  <a:cubicBezTo>
                    <a:pt x="168" y="2212"/>
                    <a:pt x="240" y="2255"/>
                    <a:pt x="316" y="2255"/>
                  </a:cubicBezTo>
                  <a:cubicBezTo>
                    <a:pt x="431" y="2255"/>
                    <a:pt x="557" y="2157"/>
                    <a:pt x="529" y="2007"/>
                  </a:cubicBezTo>
                  <a:cubicBezTo>
                    <a:pt x="419" y="1403"/>
                    <a:pt x="398" y="798"/>
                    <a:pt x="459" y="189"/>
                  </a:cubicBezTo>
                  <a:cubicBezTo>
                    <a:pt x="471" y="63"/>
                    <a:pt x="380" y="1"/>
                    <a:pt x="2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3"/>
            <p:cNvSpPr/>
            <p:nvPr/>
          </p:nvSpPr>
          <p:spPr>
            <a:xfrm>
              <a:off x="6533575" y="1095575"/>
              <a:ext cx="13800" cy="59500"/>
            </a:xfrm>
            <a:custGeom>
              <a:rect b="b" l="l" r="r" t="t"/>
              <a:pathLst>
                <a:path extrusionOk="0" h="2380" w="552">
                  <a:moveTo>
                    <a:pt x="241" y="0"/>
                  </a:moveTo>
                  <a:cubicBezTo>
                    <a:pt x="127" y="0"/>
                    <a:pt x="0" y="98"/>
                    <a:pt x="24" y="247"/>
                  </a:cubicBezTo>
                  <a:cubicBezTo>
                    <a:pt x="135" y="893"/>
                    <a:pt x="156" y="1537"/>
                    <a:pt x="96" y="2191"/>
                  </a:cubicBezTo>
                  <a:cubicBezTo>
                    <a:pt x="85" y="2317"/>
                    <a:pt x="177" y="2379"/>
                    <a:pt x="276" y="2379"/>
                  </a:cubicBezTo>
                  <a:cubicBezTo>
                    <a:pt x="375" y="2379"/>
                    <a:pt x="479" y="2316"/>
                    <a:pt x="490" y="2191"/>
                  </a:cubicBezTo>
                  <a:cubicBezTo>
                    <a:pt x="551" y="1501"/>
                    <a:pt x="521" y="824"/>
                    <a:pt x="404" y="144"/>
                  </a:cubicBezTo>
                  <a:cubicBezTo>
                    <a:pt x="388" y="44"/>
                    <a:pt x="317" y="0"/>
                    <a:pt x="24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3"/>
            <p:cNvSpPr/>
            <p:nvPr/>
          </p:nvSpPr>
          <p:spPr>
            <a:xfrm>
              <a:off x="6534350" y="1095825"/>
              <a:ext cx="49750" cy="61125"/>
            </a:xfrm>
            <a:custGeom>
              <a:rect b="b" l="l" r="r" t="t"/>
              <a:pathLst>
                <a:path extrusionOk="0" h="2445" w="1990">
                  <a:moveTo>
                    <a:pt x="1751" y="0"/>
                  </a:moveTo>
                  <a:cubicBezTo>
                    <a:pt x="1652" y="0"/>
                    <a:pt x="1557" y="63"/>
                    <a:pt x="1564" y="190"/>
                  </a:cubicBezTo>
                  <a:cubicBezTo>
                    <a:pt x="1588" y="717"/>
                    <a:pt x="1582" y="1242"/>
                    <a:pt x="1547" y="1766"/>
                  </a:cubicBezTo>
                  <a:lnTo>
                    <a:pt x="1547" y="1766"/>
                  </a:lnTo>
                  <a:cubicBezTo>
                    <a:pt x="1136" y="1281"/>
                    <a:pt x="765" y="767"/>
                    <a:pt x="433" y="223"/>
                  </a:cubicBezTo>
                  <a:cubicBezTo>
                    <a:pt x="393" y="157"/>
                    <a:pt x="333" y="129"/>
                    <a:pt x="274" y="129"/>
                  </a:cubicBezTo>
                  <a:cubicBezTo>
                    <a:pt x="137" y="129"/>
                    <a:pt x="1" y="271"/>
                    <a:pt x="92" y="422"/>
                  </a:cubicBezTo>
                  <a:cubicBezTo>
                    <a:pt x="520" y="1123"/>
                    <a:pt x="1013" y="1776"/>
                    <a:pt x="1565" y="2384"/>
                  </a:cubicBezTo>
                  <a:cubicBezTo>
                    <a:pt x="1604" y="2426"/>
                    <a:pt x="1649" y="2444"/>
                    <a:pt x="1693" y="2444"/>
                  </a:cubicBezTo>
                  <a:cubicBezTo>
                    <a:pt x="1793" y="2444"/>
                    <a:pt x="1891" y="2353"/>
                    <a:pt x="1902" y="2244"/>
                  </a:cubicBezTo>
                  <a:cubicBezTo>
                    <a:pt x="1972" y="1561"/>
                    <a:pt x="1989" y="877"/>
                    <a:pt x="1958" y="190"/>
                  </a:cubicBezTo>
                  <a:cubicBezTo>
                    <a:pt x="1951" y="64"/>
                    <a:pt x="1849" y="0"/>
                    <a:pt x="175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3"/>
            <p:cNvSpPr/>
            <p:nvPr/>
          </p:nvSpPr>
          <p:spPr>
            <a:xfrm>
              <a:off x="6603150" y="1061000"/>
              <a:ext cx="41025" cy="40275"/>
            </a:xfrm>
            <a:custGeom>
              <a:rect b="b" l="l" r="r" t="t"/>
              <a:pathLst>
                <a:path extrusionOk="0" h="1611" w="1641">
                  <a:moveTo>
                    <a:pt x="797" y="386"/>
                  </a:moveTo>
                  <a:cubicBezTo>
                    <a:pt x="803" y="388"/>
                    <a:pt x="810" y="389"/>
                    <a:pt x="817" y="390"/>
                  </a:cubicBezTo>
                  <a:cubicBezTo>
                    <a:pt x="1297" y="463"/>
                    <a:pt x="1369" y="1199"/>
                    <a:pt x="825" y="1219"/>
                  </a:cubicBezTo>
                  <a:cubicBezTo>
                    <a:pt x="819" y="1219"/>
                    <a:pt x="813" y="1219"/>
                    <a:pt x="807" y="1219"/>
                  </a:cubicBezTo>
                  <a:cubicBezTo>
                    <a:pt x="605" y="1219"/>
                    <a:pt x="410" y="1101"/>
                    <a:pt x="395" y="884"/>
                  </a:cubicBezTo>
                  <a:cubicBezTo>
                    <a:pt x="381" y="675"/>
                    <a:pt x="534" y="426"/>
                    <a:pt x="754" y="396"/>
                  </a:cubicBezTo>
                  <a:cubicBezTo>
                    <a:pt x="769" y="394"/>
                    <a:pt x="784" y="391"/>
                    <a:pt x="797" y="386"/>
                  </a:cubicBezTo>
                  <a:close/>
                  <a:moveTo>
                    <a:pt x="783" y="0"/>
                  </a:moveTo>
                  <a:cubicBezTo>
                    <a:pt x="774" y="0"/>
                    <a:pt x="764" y="1"/>
                    <a:pt x="754" y="2"/>
                  </a:cubicBezTo>
                  <a:cubicBezTo>
                    <a:pt x="326" y="60"/>
                    <a:pt x="0" y="420"/>
                    <a:pt x="1" y="858"/>
                  </a:cubicBezTo>
                  <a:cubicBezTo>
                    <a:pt x="3" y="1288"/>
                    <a:pt x="361" y="1596"/>
                    <a:pt x="776" y="1610"/>
                  </a:cubicBezTo>
                  <a:cubicBezTo>
                    <a:pt x="786" y="1610"/>
                    <a:pt x="796" y="1610"/>
                    <a:pt x="807" y="1610"/>
                  </a:cubicBezTo>
                  <a:cubicBezTo>
                    <a:pt x="1209" y="1610"/>
                    <a:pt x="1576" y="1337"/>
                    <a:pt x="1608" y="920"/>
                  </a:cubicBezTo>
                  <a:cubicBezTo>
                    <a:pt x="1641" y="505"/>
                    <a:pt x="1343" y="74"/>
                    <a:pt x="923" y="11"/>
                  </a:cubicBezTo>
                  <a:cubicBezTo>
                    <a:pt x="912" y="9"/>
                    <a:pt x="900" y="8"/>
                    <a:pt x="889" y="8"/>
                  </a:cubicBezTo>
                  <a:cubicBezTo>
                    <a:pt x="875" y="8"/>
                    <a:pt x="861" y="10"/>
                    <a:pt x="848" y="12"/>
                  </a:cubicBezTo>
                  <a:lnTo>
                    <a:pt x="848" y="12"/>
                  </a:lnTo>
                  <a:cubicBezTo>
                    <a:pt x="829" y="5"/>
                    <a:pt x="808" y="0"/>
                    <a:pt x="7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3" name="Shape 4963"/>
        <p:cNvGrpSpPr/>
        <p:nvPr/>
      </p:nvGrpSpPr>
      <p:grpSpPr>
        <a:xfrm>
          <a:off x="0" y="0"/>
          <a:ext cx="0" cy="0"/>
          <a:chOff x="0" y="0"/>
          <a:chExt cx="0" cy="0"/>
        </a:xfrm>
      </p:grpSpPr>
      <p:sp>
        <p:nvSpPr>
          <p:cNvPr id="4964" name="Google Shape;4964;p64"/>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Have you found the solution on your </a:t>
            </a:r>
            <a:r>
              <a:rPr b="1" lang="en">
                <a:solidFill>
                  <a:schemeClr val="accent4"/>
                </a:solidFill>
              </a:rPr>
              <a:t>computer?</a:t>
            </a:r>
            <a:endParaRPr b="1">
              <a:solidFill>
                <a:schemeClr val="accent4"/>
              </a:solidFill>
            </a:endParaRPr>
          </a:p>
        </p:txBody>
      </p:sp>
      <p:grpSp>
        <p:nvGrpSpPr>
          <p:cNvPr id="4965" name="Google Shape;4965;p64"/>
          <p:cNvGrpSpPr/>
          <p:nvPr/>
        </p:nvGrpSpPr>
        <p:grpSpPr>
          <a:xfrm>
            <a:off x="5791199" y="1668954"/>
            <a:ext cx="2351423" cy="2023342"/>
            <a:chOff x="4571999" y="1821354"/>
            <a:chExt cx="2351423" cy="2023342"/>
          </a:xfrm>
        </p:grpSpPr>
        <p:sp>
          <p:nvSpPr>
            <p:cNvPr id="4966" name="Google Shape;4966;p64"/>
            <p:cNvSpPr/>
            <p:nvPr/>
          </p:nvSpPr>
          <p:spPr>
            <a:xfrm>
              <a:off x="5331327" y="3475056"/>
              <a:ext cx="832922" cy="369640"/>
            </a:xfrm>
            <a:custGeom>
              <a:rect b="b" l="l" r="r" t="t"/>
              <a:pathLst>
                <a:path extrusionOk="0" h="6904" w="15557">
                  <a:moveTo>
                    <a:pt x="2528" y="1"/>
                  </a:moveTo>
                  <a:lnTo>
                    <a:pt x="2305" y="3234"/>
                  </a:lnTo>
                  <a:cubicBezTo>
                    <a:pt x="2305" y="3234"/>
                    <a:pt x="2423" y="3831"/>
                    <a:pt x="1589" y="4641"/>
                  </a:cubicBezTo>
                  <a:cubicBezTo>
                    <a:pt x="757" y="5452"/>
                    <a:pt x="97" y="6199"/>
                    <a:pt x="97" y="6199"/>
                  </a:cubicBezTo>
                  <a:cubicBezTo>
                    <a:pt x="97" y="6199"/>
                    <a:pt x="0" y="6381"/>
                    <a:pt x="0" y="6636"/>
                  </a:cubicBezTo>
                  <a:cubicBezTo>
                    <a:pt x="0" y="6893"/>
                    <a:pt x="139" y="6903"/>
                    <a:pt x="714" y="6903"/>
                  </a:cubicBezTo>
                  <a:lnTo>
                    <a:pt x="14841" y="6903"/>
                  </a:lnTo>
                  <a:cubicBezTo>
                    <a:pt x="15417" y="6903"/>
                    <a:pt x="15555" y="6893"/>
                    <a:pt x="15555" y="6636"/>
                  </a:cubicBezTo>
                  <a:cubicBezTo>
                    <a:pt x="15556" y="6381"/>
                    <a:pt x="15460" y="6199"/>
                    <a:pt x="15460" y="6199"/>
                  </a:cubicBezTo>
                  <a:cubicBezTo>
                    <a:pt x="15460" y="6199"/>
                    <a:pt x="14798" y="5452"/>
                    <a:pt x="13966" y="4641"/>
                  </a:cubicBezTo>
                  <a:cubicBezTo>
                    <a:pt x="13134" y="3831"/>
                    <a:pt x="13252" y="3234"/>
                    <a:pt x="13252" y="3234"/>
                  </a:cubicBezTo>
                  <a:lnTo>
                    <a:pt x="13027" y="1"/>
                  </a:lnTo>
                  <a:close/>
                </a:path>
              </a:pathLst>
            </a:custGeom>
            <a:solidFill>
              <a:schemeClr val="accent4"/>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4"/>
            <p:cNvSpPr/>
            <p:nvPr/>
          </p:nvSpPr>
          <p:spPr>
            <a:xfrm>
              <a:off x="4571999" y="1821354"/>
              <a:ext cx="2351423" cy="1681691"/>
            </a:xfrm>
            <a:custGeom>
              <a:rect b="b" l="l" r="r" t="t"/>
              <a:pathLst>
                <a:path extrusionOk="0" h="31410" w="43919">
                  <a:moveTo>
                    <a:pt x="1897" y="0"/>
                  </a:moveTo>
                  <a:cubicBezTo>
                    <a:pt x="850" y="0"/>
                    <a:pt x="1" y="741"/>
                    <a:pt x="1" y="1653"/>
                  </a:cubicBezTo>
                  <a:lnTo>
                    <a:pt x="1" y="29757"/>
                  </a:lnTo>
                  <a:cubicBezTo>
                    <a:pt x="1" y="30669"/>
                    <a:pt x="850" y="31410"/>
                    <a:pt x="1897" y="31410"/>
                  </a:cubicBezTo>
                  <a:lnTo>
                    <a:pt x="42023" y="31410"/>
                  </a:lnTo>
                  <a:cubicBezTo>
                    <a:pt x="43070" y="31410"/>
                    <a:pt x="43918" y="30669"/>
                    <a:pt x="43918" y="29757"/>
                  </a:cubicBezTo>
                  <a:lnTo>
                    <a:pt x="43918" y="1653"/>
                  </a:lnTo>
                  <a:cubicBezTo>
                    <a:pt x="43918" y="741"/>
                    <a:pt x="43070" y="0"/>
                    <a:pt x="42023" y="0"/>
                  </a:cubicBezTo>
                  <a:close/>
                </a:path>
              </a:pathLst>
            </a:custGeom>
            <a:solidFill>
              <a:schemeClr val="accent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4"/>
            <p:cNvSpPr/>
            <p:nvPr/>
          </p:nvSpPr>
          <p:spPr>
            <a:xfrm>
              <a:off x="5692037" y="3308861"/>
              <a:ext cx="109757" cy="109650"/>
            </a:xfrm>
            <a:custGeom>
              <a:rect b="b" l="l" r="r" t="t"/>
              <a:pathLst>
                <a:path extrusionOk="0" h="2048" w="2050">
                  <a:moveTo>
                    <a:pt x="1024" y="0"/>
                  </a:moveTo>
                  <a:cubicBezTo>
                    <a:pt x="459" y="0"/>
                    <a:pt x="1" y="457"/>
                    <a:pt x="1" y="1024"/>
                  </a:cubicBezTo>
                  <a:cubicBezTo>
                    <a:pt x="1" y="1589"/>
                    <a:pt x="459" y="2048"/>
                    <a:pt x="1024" y="2048"/>
                  </a:cubicBezTo>
                  <a:cubicBezTo>
                    <a:pt x="1591" y="2048"/>
                    <a:pt x="2049" y="1589"/>
                    <a:pt x="2049" y="1024"/>
                  </a:cubicBezTo>
                  <a:cubicBezTo>
                    <a:pt x="2049" y="457"/>
                    <a:pt x="1591" y="0"/>
                    <a:pt x="1024" y="0"/>
                  </a:cubicBezTo>
                  <a:close/>
                </a:path>
              </a:pathLst>
            </a:custGeom>
            <a:solidFill>
              <a:schemeClr val="accent6"/>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969" name="Google Shape;4969;p64"/>
          <p:cNvPicPr preferRelativeResize="0"/>
          <p:nvPr/>
        </p:nvPicPr>
        <p:blipFill rotWithShape="1">
          <a:blip r:embed="rId3">
            <a:alphaModFix/>
          </a:blip>
          <a:srcRect b="5109" l="5683" r="5665" t="5109"/>
          <a:stretch/>
        </p:blipFill>
        <p:spPr>
          <a:xfrm>
            <a:off x="5902662" y="1745675"/>
            <a:ext cx="2128501" cy="1347350"/>
          </a:xfrm>
          <a:prstGeom prst="rect">
            <a:avLst/>
          </a:prstGeom>
          <a:noFill/>
          <a:ln cap="flat" cmpd="sng" w="9525">
            <a:solidFill>
              <a:srgbClr val="000000"/>
            </a:solidFill>
            <a:prstDash val="solid"/>
            <a:round/>
            <a:headEnd len="sm" w="sm" type="none"/>
            <a:tailEnd len="sm" w="sm" type="none"/>
          </a:ln>
        </p:spPr>
      </p:pic>
      <p:grpSp>
        <p:nvGrpSpPr>
          <p:cNvPr id="4970" name="Google Shape;4970;p64"/>
          <p:cNvGrpSpPr/>
          <p:nvPr/>
        </p:nvGrpSpPr>
        <p:grpSpPr>
          <a:xfrm>
            <a:off x="4758913" y="3188904"/>
            <a:ext cx="2128500" cy="1414596"/>
            <a:chOff x="4758913" y="3188904"/>
            <a:chExt cx="2128500" cy="1414596"/>
          </a:xfrm>
        </p:grpSpPr>
        <p:sp>
          <p:nvSpPr>
            <p:cNvPr id="4971" name="Google Shape;4971;p64"/>
            <p:cNvSpPr/>
            <p:nvPr/>
          </p:nvSpPr>
          <p:spPr>
            <a:xfrm>
              <a:off x="4761421" y="4240694"/>
              <a:ext cx="2123352" cy="291390"/>
            </a:xfrm>
            <a:custGeom>
              <a:rect b="b" l="l" r="r" t="t"/>
              <a:pathLst>
                <a:path extrusionOk="0" h="4415" w="32172">
                  <a:moveTo>
                    <a:pt x="3474" y="0"/>
                  </a:moveTo>
                  <a:lnTo>
                    <a:pt x="0" y="4414"/>
                  </a:lnTo>
                  <a:lnTo>
                    <a:pt x="32172" y="4414"/>
                  </a:lnTo>
                  <a:lnTo>
                    <a:pt x="28698" y="0"/>
                  </a:lnTo>
                  <a:close/>
                </a:path>
              </a:pathLst>
            </a:custGeom>
            <a:solidFill>
              <a:schemeClr val="accen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4"/>
            <p:cNvSpPr/>
            <p:nvPr/>
          </p:nvSpPr>
          <p:spPr>
            <a:xfrm>
              <a:off x="4956385" y="3188904"/>
              <a:ext cx="1733424" cy="1119756"/>
            </a:xfrm>
            <a:custGeom>
              <a:rect b="b" l="l" r="r" t="t"/>
              <a:pathLst>
                <a:path extrusionOk="0" h="16966" w="26264">
                  <a:moveTo>
                    <a:pt x="25185" y="1337"/>
                  </a:moveTo>
                  <a:lnTo>
                    <a:pt x="25185" y="15626"/>
                  </a:lnTo>
                  <a:lnTo>
                    <a:pt x="1079" y="15626"/>
                  </a:lnTo>
                  <a:lnTo>
                    <a:pt x="1079" y="1337"/>
                  </a:lnTo>
                  <a:close/>
                  <a:moveTo>
                    <a:pt x="1491" y="1"/>
                  </a:moveTo>
                  <a:cubicBezTo>
                    <a:pt x="668" y="1"/>
                    <a:pt x="0" y="617"/>
                    <a:pt x="0" y="1375"/>
                  </a:cubicBezTo>
                  <a:lnTo>
                    <a:pt x="0" y="15589"/>
                  </a:lnTo>
                  <a:cubicBezTo>
                    <a:pt x="0" y="16349"/>
                    <a:pt x="668" y="16966"/>
                    <a:pt x="1491" y="16966"/>
                  </a:cubicBezTo>
                  <a:lnTo>
                    <a:pt x="24773" y="16966"/>
                  </a:lnTo>
                  <a:cubicBezTo>
                    <a:pt x="25598" y="16966"/>
                    <a:pt x="26262" y="16349"/>
                    <a:pt x="26262" y="15589"/>
                  </a:cubicBezTo>
                  <a:lnTo>
                    <a:pt x="26262" y="1375"/>
                  </a:lnTo>
                  <a:cubicBezTo>
                    <a:pt x="26264" y="617"/>
                    <a:pt x="25598" y="1"/>
                    <a:pt x="24773" y="1"/>
                  </a:cubicBezTo>
                  <a:close/>
                </a:path>
              </a:pathLst>
            </a:custGeom>
            <a:solidFill>
              <a:schemeClr val="accen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4"/>
            <p:cNvSpPr/>
            <p:nvPr/>
          </p:nvSpPr>
          <p:spPr>
            <a:xfrm>
              <a:off x="4758913" y="4532022"/>
              <a:ext cx="2128500" cy="71478"/>
            </a:xfrm>
            <a:custGeom>
              <a:rect b="b" l="l" r="r" t="t"/>
              <a:pathLst>
                <a:path extrusionOk="0" h="1083" w="32250">
                  <a:moveTo>
                    <a:pt x="38" y="0"/>
                  </a:moveTo>
                  <a:cubicBezTo>
                    <a:pt x="38" y="0"/>
                    <a:pt x="0" y="1082"/>
                    <a:pt x="2433" y="1082"/>
                  </a:cubicBezTo>
                  <a:lnTo>
                    <a:pt x="29815" y="1082"/>
                  </a:lnTo>
                  <a:cubicBezTo>
                    <a:pt x="32249" y="1082"/>
                    <a:pt x="32210" y="0"/>
                    <a:pt x="32210" y="0"/>
                  </a:cubicBezTo>
                  <a:close/>
                </a:path>
              </a:pathLst>
            </a:custGeom>
            <a:solidFill>
              <a:schemeClr val="l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974" name="Google Shape;4974;p64"/>
          <p:cNvPicPr preferRelativeResize="0"/>
          <p:nvPr/>
        </p:nvPicPr>
        <p:blipFill rotWithShape="1">
          <a:blip r:embed="rId4">
            <a:alphaModFix/>
          </a:blip>
          <a:srcRect b="0" l="2669" r="2669" t="0"/>
          <a:stretch/>
        </p:blipFill>
        <p:spPr>
          <a:xfrm>
            <a:off x="5024300" y="3274000"/>
            <a:ext cx="1597722" cy="974224"/>
          </a:xfrm>
          <a:prstGeom prst="rect">
            <a:avLst/>
          </a:prstGeom>
          <a:noFill/>
          <a:ln cap="flat" cmpd="sng" w="9525">
            <a:solidFill>
              <a:srgbClr val="000000"/>
            </a:solidFill>
            <a:prstDash val="solid"/>
            <a:round/>
            <a:headEnd len="sm" w="sm" type="none"/>
            <a:tailEnd len="sm" w="sm" type="none"/>
          </a:ln>
        </p:spPr>
      </p:pic>
      <p:sp>
        <p:nvSpPr>
          <p:cNvPr id="4975" name="Google Shape;4975;p64"/>
          <p:cNvSpPr txBox="1"/>
          <p:nvPr>
            <p:ph idx="1" type="subTitle"/>
          </p:nvPr>
        </p:nvSpPr>
        <p:spPr>
          <a:xfrm>
            <a:off x="720000" y="2324850"/>
            <a:ext cx="2841600" cy="16098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t>I have not! However, you can </a:t>
            </a:r>
            <a:r>
              <a:rPr lang="en"/>
              <a:t>actually</a:t>
            </a:r>
            <a:r>
              <a:rPr lang="en"/>
              <a:t> change the image on the screen with your own by replacing it and uploading a photo from your own computer! Awesome!</a:t>
            </a:r>
            <a:endParaRPr/>
          </a:p>
        </p:txBody>
      </p:sp>
      <p:grpSp>
        <p:nvGrpSpPr>
          <p:cNvPr id="4976" name="Google Shape;4976;p64"/>
          <p:cNvGrpSpPr/>
          <p:nvPr/>
        </p:nvGrpSpPr>
        <p:grpSpPr>
          <a:xfrm>
            <a:off x="3384450" y="3203213"/>
            <a:ext cx="814400" cy="1093000"/>
            <a:chOff x="3384450" y="3203213"/>
            <a:chExt cx="814400" cy="1093000"/>
          </a:xfrm>
        </p:grpSpPr>
        <p:sp>
          <p:nvSpPr>
            <p:cNvPr id="4977" name="Google Shape;4977;p64"/>
            <p:cNvSpPr/>
            <p:nvPr/>
          </p:nvSpPr>
          <p:spPr>
            <a:xfrm>
              <a:off x="3429150" y="3823338"/>
              <a:ext cx="23175" cy="30575"/>
            </a:xfrm>
            <a:custGeom>
              <a:rect b="b" l="l" r="r" t="t"/>
              <a:pathLst>
                <a:path extrusionOk="0" h="1223" w="927">
                  <a:moveTo>
                    <a:pt x="672" y="0"/>
                  </a:moveTo>
                  <a:cubicBezTo>
                    <a:pt x="596" y="0"/>
                    <a:pt x="521" y="40"/>
                    <a:pt x="481" y="111"/>
                  </a:cubicBezTo>
                  <a:cubicBezTo>
                    <a:pt x="332" y="370"/>
                    <a:pt x="191" y="633"/>
                    <a:pt x="56" y="901"/>
                  </a:cubicBezTo>
                  <a:cubicBezTo>
                    <a:pt x="1" y="1008"/>
                    <a:pt x="43" y="1142"/>
                    <a:pt x="154" y="1198"/>
                  </a:cubicBezTo>
                  <a:cubicBezTo>
                    <a:pt x="185" y="1214"/>
                    <a:pt x="220" y="1223"/>
                    <a:pt x="254" y="1223"/>
                  </a:cubicBezTo>
                  <a:cubicBezTo>
                    <a:pt x="334" y="1223"/>
                    <a:pt x="412" y="1179"/>
                    <a:pt x="451" y="1102"/>
                  </a:cubicBezTo>
                  <a:cubicBezTo>
                    <a:pt x="582" y="844"/>
                    <a:pt x="722" y="586"/>
                    <a:pt x="866" y="333"/>
                  </a:cubicBezTo>
                  <a:cubicBezTo>
                    <a:pt x="927" y="224"/>
                    <a:pt x="888" y="90"/>
                    <a:pt x="782" y="30"/>
                  </a:cubicBezTo>
                  <a:cubicBezTo>
                    <a:pt x="748" y="10"/>
                    <a:pt x="710" y="0"/>
                    <a:pt x="67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4"/>
            <p:cNvSpPr/>
            <p:nvPr/>
          </p:nvSpPr>
          <p:spPr>
            <a:xfrm>
              <a:off x="3404125" y="3883238"/>
              <a:ext cx="19725" cy="32000"/>
            </a:xfrm>
            <a:custGeom>
              <a:rect b="b" l="l" r="r" t="t"/>
              <a:pathLst>
                <a:path extrusionOk="0" h="1280" w="789">
                  <a:moveTo>
                    <a:pt x="540" y="1"/>
                  </a:moveTo>
                  <a:cubicBezTo>
                    <a:pt x="451" y="1"/>
                    <a:pt x="366" y="55"/>
                    <a:pt x="332" y="144"/>
                  </a:cubicBezTo>
                  <a:cubicBezTo>
                    <a:pt x="226" y="423"/>
                    <a:pt x="128" y="706"/>
                    <a:pt x="37" y="991"/>
                  </a:cubicBezTo>
                  <a:cubicBezTo>
                    <a:pt x="0" y="1108"/>
                    <a:pt x="64" y="1232"/>
                    <a:pt x="180" y="1270"/>
                  </a:cubicBezTo>
                  <a:cubicBezTo>
                    <a:pt x="202" y="1277"/>
                    <a:pt x="226" y="1280"/>
                    <a:pt x="249" y="1280"/>
                  </a:cubicBezTo>
                  <a:cubicBezTo>
                    <a:pt x="342" y="1280"/>
                    <a:pt x="429" y="1220"/>
                    <a:pt x="458" y="1125"/>
                  </a:cubicBezTo>
                  <a:cubicBezTo>
                    <a:pt x="548" y="849"/>
                    <a:pt x="643" y="575"/>
                    <a:pt x="746" y="301"/>
                  </a:cubicBezTo>
                  <a:cubicBezTo>
                    <a:pt x="789" y="187"/>
                    <a:pt x="732" y="59"/>
                    <a:pt x="617" y="15"/>
                  </a:cubicBezTo>
                  <a:cubicBezTo>
                    <a:pt x="592" y="5"/>
                    <a:pt x="566" y="1"/>
                    <a:pt x="5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4"/>
            <p:cNvSpPr/>
            <p:nvPr/>
          </p:nvSpPr>
          <p:spPr>
            <a:xfrm>
              <a:off x="3976400" y="3679813"/>
              <a:ext cx="24425" cy="29775"/>
            </a:xfrm>
            <a:custGeom>
              <a:rect b="b" l="l" r="r" t="t"/>
              <a:pathLst>
                <a:path extrusionOk="0" h="1191" w="977">
                  <a:moveTo>
                    <a:pt x="250" y="0"/>
                  </a:moveTo>
                  <a:cubicBezTo>
                    <a:pt x="205" y="0"/>
                    <a:pt x="160" y="14"/>
                    <a:pt x="121" y="42"/>
                  </a:cubicBezTo>
                  <a:cubicBezTo>
                    <a:pt x="22" y="113"/>
                    <a:pt x="0" y="253"/>
                    <a:pt x="71" y="350"/>
                  </a:cubicBezTo>
                  <a:cubicBezTo>
                    <a:pt x="242" y="584"/>
                    <a:pt x="395" y="827"/>
                    <a:pt x="528" y="1073"/>
                  </a:cubicBezTo>
                  <a:cubicBezTo>
                    <a:pt x="568" y="1148"/>
                    <a:pt x="644" y="1190"/>
                    <a:pt x="724" y="1190"/>
                  </a:cubicBezTo>
                  <a:cubicBezTo>
                    <a:pt x="759" y="1190"/>
                    <a:pt x="795" y="1182"/>
                    <a:pt x="829" y="1164"/>
                  </a:cubicBezTo>
                  <a:cubicBezTo>
                    <a:pt x="936" y="1105"/>
                    <a:pt x="976" y="972"/>
                    <a:pt x="918" y="864"/>
                  </a:cubicBezTo>
                  <a:cubicBezTo>
                    <a:pt x="776" y="599"/>
                    <a:pt x="610" y="341"/>
                    <a:pt x="430" y="91"/>
                  </a:cubicBezTo>
                  <a:cubicBezTo>
                    <a:pt x="386" y="32"/>
                    <a:pt x="319" y="0"/>
                    <a:pt x="250"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4"/>
            <p:cNvSpPr/>
            <p:nvPr/>
          </p:nvSpPr>
          <p:spPr>
            <a:xfrm>
              <a:off x="3928225" y="3634713"/>
              <a:ext cx="30475" cy="24025"/>
            </a:xfrm>
            <a:custGeom>
              <a:rect b="b" l="l" r="r" t="t"/>
              <a:pathLst>
                <a:path extrusionOk="0" h="961" w="1219">
                  <a:moveTo>
                    <a:pt x="255" y="0"/>
                  </a:moveTo>
                  <a:cubicBezTo>
                    <a:pt x="181" y="0"/>
                    <a:pt x="109" y="37"/>
                    <a:pt x="67" y="103"/>
                  </a:cubicBezTo>
                  <a:cubicBezTo>
                    <a:pt x="0" y="207"/>
                    <a:pt x="33" y="343"/>
                    <a:pt x="135" y="408"/>
                  </a:cubicBezTo>
                  <a:cubicBezTo>
                    <a:pt x="373" y="557"/>
                    <a:pt x="607" y="727"/>
                    <a:pt x="830" y="910"/>
                  </a:cubicBezTo>
                  <a:cubicBezTo>
                    <a:pt x="871" y="945"/>
                    <a:pt x="921" y="961"/>
                    <a:pt x="970" y="961"/>
                  </a:cubicBezTo>
                  <a:cubicBezTo>
                    <a:pt x="1034" y="961"/>
                    <a:pt x="1098" y="934"/>
                    <a:pt x="1140" y="882"/>
                  </a:cubicBezTo>
                  <a:cubicBezTo>
                    <a:pt x="1218" y="788"/>
                    <a:pt x="1204" y="648"/>
                    <a:pt x="1111" y="570"/>
                  </a:cubicBezTo>
                  <a:cubicBezTo>
                    <a:pt x="874" y="374"/>
                    <a:pt x="626" y="195"/>
                    <a:pt x="372" y="34"/>
                  </a:cubicBezTo>
                  <a:cubicBezTo>
                    <a:pt x="335" y="11"/>
                    <a:pt x="295" y="0"/>
                    <a:pt x="255"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4"/>
            <p:cNvSpPr/>
            <p:nvPr/>
          </p:nvSpPr>
          <p:spPr>
            <a:xfrm>
              <a:off x="3934525" y="3852688"/>
              <a:ext cx="29200" cy="14175"/>
            </a:xfrm>
            <a:custGeom>
              <a:rect b="b" l="l" r="r" t="t"/>
              <a:pathLst>
                <a:path extrusionOk="0" h="567" w="1168">
                  <a:moveTo>
                    <a:pt x="1016" y="0"/>
                  </a:moveTo>
                  <a:cubicBezTo>
                    <a:pt x="785" y="84"/>
                    <a:pt x="544" y="125"/>
                    <a:pt x="300" y="125"/>
                  </a:cubicBezTo>
                  <a:lnTo>
                    <a:pt x="233" y="124"/>
                  </a:lnTo>
                  <a:cubicBezTo>
                    <a:pt x="231" y="124"/>
                    <a:pt x="230" y="124"/>
                    <a:pt x="228" y="124"/>
                  </a:cubicBezTo>
                  <a:cubicBezTo>
                    <a:pt x="110" y="124"/>
                    <a:pt x="8" y="218"/>
                    <a:pt x="5" y="336"/>
                  </a:cubicBezTo>
                  <a:cubicBezTo>
                    <a:pt x="1" y="458"/>
                    <a:pt x="97" y="561"/>
                    <a:pt x="218" y="565"/>
                  </a:cubicBezTo>
                  <a:lnTo>
                    <a:pt x="300" y="566"/>
                  </a:lnTo>
                  <a:cubicBezTo>
                    <a:pt x="591" y="566"/>
                    <a:pt x="880" y="517"/>
                    <a:pt x="1163" y="419"/>
                  </a:cubicBezTo>
                  <a:cubicBezTo>
                    <a:pt x="1165" y="419"/>
                    <a:pt x="1165" y="419"/>
                    <a:pt x="1168" y="417"/>
                  </a:cubicBezTo>
                  <a:lnTo>
                    <a:pt x="1016" y="0"/>
                  </a:ln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4"/>
            <p:cNvSpPr/>
            <p:nvPr/>
          </p:nvSpPr>
          <p:spPr>
            <a:xfrm>
              <a:off x="3950350" y="3349088"/>
              <a:ext cx="27925" cy="26725"/>
            </a:xfrm>
            <a:custGeom>
              <a:rect b="b" l="l" r="r" t="t"/>
              <a:pathLst>
                <a:path extrusionOk="0" h="1069" w="1117">
                  <a:moveTo>
                    <a:pt x="872" y="0"/>
                  </a:moveTo>
                  <a:cubicBezTo>
                    <a:pt x="817" y="0"/>
                    <a:pt x="761" y="21"/>
                    <a:pt x="719" y="63"/>
                  </a:cubicBezTo>
                  <a:cubicBezTo>
                    <a:pt x="504" y="268"/>
                    <a:pt x="294" y="480"/>
                    <a:pt x="85" y="694"/>
                  </a:cubicBezTo>
                  <a:cubicBezTo>
                    <a:pt x="0" y="783"/>
                    <a:pt x="4" y="922"/>
                    <a:pt x="91" y="1006"/>
                  </a:cubicBezTo>
                  <a:cubicBezTo>
                    <a:pt x="133" y="1047"/>
                    <a:pt x="189" y="1068"/>
                    <a:pt x="245" y="1068"/>
                  </a:cubicBezTo>
                  <a:cubicBezTo>
                    <a:pt x="304" y="1068"/>
                    <a:pt x="360" y="1045"/>
                    <a:pt x="404" y="1000"/>
                  </a:cubicBezTo>
                  <a:cubicBezTo>
                    <a:pt x="607" y="790"/>
                    <a:pt x="814" y="584"/>
                    <a:pt x="1025" y="382"/>
                  </a:cubicBezTo>
                  <a:cubicBezTo>
                    <a:pt x="1112" y="297"/>
                    <a:pt x="1116" y="156"/>
                    <a:pt x="1031" y="68"/>
                  </a:cubicBezTo>
                  <a:cubicBezTo>
                    <a:pt x="988" y="23"/>
                    <a:pt x="930" y="0"/>
                    <a:pt x="87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4"/>
            <p:cNvSpPr/>
            <p:nvPr/>
          </p:nvSpPr>
          <p:spPr>
            <a:xfrm>
              <a:off x="3907225" y="3397813"/>
              <a:ext cx="26125" cy="28550"/>
            </a:xfrm>
            <a:custGeom>
              <a:rect b="b" l="l" r="r" t="t"/>
              <a:pathLst>
                <a:path extrusionOk="0" h="1142" w="1045">
                  <a:moveTo>
                    <a:pt x="797" y="0"/>
                  </a:moveTo>
                  <a:cubicBezTo>
                    <a:pt x="732" y="0"/>
                    <a:pt x="668" y="28"/>
                    <a:pt x="623" y="82"/>
                  </a:cubicBezTo>
                  <a:cubicBezTo>
                    <a:pt x="435" y="312"/>
                    <a:pt x="250" y="547"/>
                    <a:pt x="73" y="787"/>
                  </a:cubicBezTo>
                  <a:cubicBezTo>
                    <a:pt x="1" y="885"/>
                    <a:pt x="21" y="1022"/>
                    <a:pt x="118" y="1097"/>
                  </a:cubicBezTo>
                  <a:cubicBezTo>
                    <a:pt x="157" y="1127"/>
                    <a:pt x="205" y="1141"/>
                    <a:pt x="250" y="1141"/>
                  </a:cubicBezTo>
                  <a:cubicBezTo>
                    <a:pt x="318" y="1141"/>
                    <a:pt x="385" y="1111"/>
                    <a:pt x="428" y="1053"/>
                  </a:cubicBezTo>
                  <a:cubicBezTo>
                    <a:pt x="603" y="818"/>
                    <a:pt x="782" y="588"/>
                    <a:pt x="966" y="363"/>
                  </a:cubicBezTo>
                  <a:cubicBezTo>
                    <a:pt x="1044" y="266"/>
                    <a:pt x="1030" y="126"/>
                    <a:pt x="935" y="49"/>
                  </a:cubicBezTo>
                  <a:cubicBezTo>
                    <a:pt x="895" y="16"/>
                    <a:pt x="846" y="0"/>
                    <a:pt x="797"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4"/>
            <p:cNvSpPr/>
            <p:nvPr/>
          </p:nvSpPr>
          <p:spPr>
            <a:xfrm>
              <a:off x="3871575" y="3451913"/>
              <a:ext cx="23600" cy="30325"/>
            </a:xfrm>
            <a:custGeom>
              <a:rect b="b" l="l" r="r" t="t"/>
              <a:pathLst>
                <a:path extrusionOk="0" h="1213" w="944">
                  <a:moveTo>
                    <a:pt x="689" y="1"/>
                  </a:moveTo>
                  <a:cubicBezTo>
                    <a:pt x="613" y="1"/>
                    <a:pt x="540" y="39"/>
                    <a:pt x="499" y="109"/>
                  </a:cubicBezTo>
                  <a:cubicBezTo>
                    <a:pt x="346" y="364"/>
                    <a:pt x="199" y="624"/>
                    <a:pt x="57" y="886"/>
                  </a:cubicBezTo>
                  <a:cubicBezTo>
                    <a:pt x="0" y="995"/>
                    <a:pt x="41" y="1127"/>
                    <a:pt x="148" y="1187"/>
                  </a:cubicBezTo>
                  <a:cubicBezTo>
                    <a:pt x="180" y="1204"/>
                    <a:pt x="216" y="1212"/>
                    <a:pt x="251" y="1212"/>
                  </a:cubicBezTo>
                  <a:cubicBezTo>
                    <a:pt x="329" y="1212"/>
                    <a:pt x="407" y="1170"/>
                    <a:pt x="447" y="1096"/>
                  </a:cubicBezTo>
                  <a:cubicBezTo>
                    <a:pt x="584" y="839"/>
                    <a:pt x="729" y="585"/>
                    <a:pt x="879" y="336"/>
                  </a:cubicBezTo>
                  <a:cubicBezTo>
                    <a:pt x="943" y="231"/>
                    <a:pt x="908" y="95"/>
                    <a:pt x="803" y="32"/>
                  </a:cubicBezTo>
                  <a:cubicBezTo>
                    <a:pt x="767" y="11"/>
                    <a:pt x="727" y="1"/>
                    <a:pt x="689"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4"/>
            <p:cNvSpPr/>
            <p:nvPr/>
          </p:nvSpPr>
          <p:spPr>
            <a:xfrm>
              <a:off x="3867350" y="3609588"/>
              <a:ext cx="33525" cy="17300"/>
            </a:xfrm>
            <a:custGeom>
              <a:rect b="b" l="l" r="r" t="t"/>
              <a:pathLst>
                <a:path extrusionOk="0" h="692" w="1341">
                  <a:moveTo>
                    <a:pt x="240" y="1"/>
                  </a:moveTo>
                  <a:cubicBezTo>
                    <a:pt x="140" y="1"/>
                    <a:pt x="52" y="69"/>
                    <a:pt x="29" y="171"/>
                  </a:cubicBezTo>
                  <a:cubicBezTo>
                    <a:pt x="0" y="288"/>
                    <a:pt x="73" y="407"/>
                    <a:pt x="192" y="437"/>
                  </a:cubicBezTo>
                  <a:cubicBezTo>
                    <a:pt x="475" y="505"/>
                    <a:pt x="753" y="586"/>
                    <a:pt x="1020" y="678"/>
                  </a:cubicBezTo>
                  <a:cubicBezTo>
                    <a:pt x="1044" y="688"/>
                    <a:pt x="1070" y="691"/>
                    <a:pt x="1092" y="691"/>
                  </a:cubicBezTo>
                  <a:cubicBezTo>
                    <a:pt x="1184" y="691"/>
                    <a:pt x="1270" y="634"/>
                    <a:pt x="1301" y="542"/>
                  </a:cubicBezTo>
                  <a:cubicBezTo>
                    <a:pt x="1340" y="427"/>
                    <a:pt x="1279" y="301"/>
                    <a:pt x="1165" y="261"/>
                  </a:cubicBezTo>
                  <a:cubicBezTo>
                    <a:pt x="885" y="164"/>
                    <a:pt x="592" y="78"/>
                    <a:pt x="294" y="8"/>
                  </a:cubicBezTo>
                  <a:cubicBezTo>
                    <a:pt x="276" y="3"/>
                    <a:pt x="258" y="1"/>
                    <a:pt x="2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4"/>
            <p:cNvSpPr/>
            <p:nvPr/>
          </p:nvSpPr>
          <p:spPr>
            <a:xfrm>
              <a:off x="3876525" y="3826213"/>
              <a:ext cx="29100" cy="25550"/>
            </a:xfrm>
            <a:custGeom>
              <a:rect b="b" l="l" r="r" t="t"/>
              <a:pathLst>
                <a:path extrusionOk="0" h="1022" w="1164">
                  <a:moveTo>
                    <a:pt x="244" y="0"/>
                  </a:moveTo>
                  <a:cubicBezTo>
                    <a:pt x="189" y="0"/>
                    <a:pt x="134" y="21"/>
                    <a:pt x="91" y="62"/>
                  </a:cubicBezTo>
                  <a:cubicBezTo>
                    <a:pt x="3" y="148"/>
                    <a:pt x="1" y="287"/>
                    <a:pt x="86" y="374"/>
                  </a:cubicBezTo>
                  <a:cubicBezTo>
                    <a:pt x="308" y="604"/>
                    <a:pt x="542" y="808"/>
                    <a:pt x="783" y="980"/>
                  </a:cubicBezTo>
                  <a:cubicBezTo>
                    <a:pt x="823" y="1008"/>
                    <a:pt x="867" y="1021"/>
                    <a:pt x="911" y="1021"/>
                  </a:cubicBezTo>
                  <a:cubicBezTo>
                    <a:pt x="981" y="1021"/>
                    <a:pt x="1049" y="988"/>
                    <a:pt x="1093" y="929"/>
                  </a:cubicBezTo>
                  <a:cubicBezTo>
                    <a:pt x="1163" y="830"/>
                    <a:pt x="1141" y="691"/>
                    <a:pt x="1042" y="620"/>
                  </a:cubicBezTo>
                  <a:cubicBezTo>
                    <a:pt x="822" y="467"/>
                    <a:pt x="606" y="279"/>
                    <a:pt x="403" y="67"/>
                  </a:cubicBezTo>
                  <a:cubicBezTo>
                    <a:pt x="360" y="23"/>
                    <a:pt x="302" y="0"/>
                    <a:pt x="244"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4"/>
            <p:cNvSpPr/>
            <p:nvPr/>
          </p:nvSpPr>
          <p:spPr>
            <a:xfrm>
              <a:off x="4166325" y="3203213"/>
              <a:ext cx="32525" cy="20750"/>
            </a:xfrm>
            <a:custGeom>
              <a:rect b="b" l="l" r="r" t="t"/>
              <a:pathLst>
                <a:path extrusionOk="0" h="830" w="1301">
                  <a:moveTo>
                    <a:pt x="1047" y="1"/>
                  </a:moveTo>
                  <a:cubicBezTo>
                    <a:pt x="1015" y="1"/>
                    <a:pt x="983" y="8"/>
                    <a:pt x="953" y="22"/>
                  </a:cubicBezTo>
                  <a:cubicBezTo>
                    <a:pt x="685" y="151"/>
                    <a:pt x="420" y="281"/>
                    <a:pt x="153" y="411"/>
                  </a:cubicBezTo>
                  <a:cubicBezTo>
                    <a:pt x="44" y="466"/>
                    <a:pt x="0" y="600"/>
                    <a:pt x="54" y="707"/>
                  </a:cubicBezTo>
                  <a:cubicBezTo>
                    <a:pt x="94" y="785"/>
                    <a:pt x="172" y="829"/>
                    <a:pt x="253" y="829"/>
                  </a:cubicBezTo>
                  <a:cubicBezTo>
                    <a:pt x="287" y="829"/>
                    <a:pt x="321" y="822"/>
                    <a:pt x="352" y="807"/>
                  </a:cubicBezTo>
                  <a:cubicBezTo>
                    <a:pt x="614" y="676"/>
                    <a:pt x="881" y="549"/>
                    <a:pt x="1145" y="422"/>
                  </a:cubicBezTo>
                  <a:cubicBezTo>
                    <a:pt x="1252" y="371"/>
                    <a:pt x="1301" y="239"/>
                    <a:pt x="1248" y="127"/>
                  </a:cubicBezTo>
                  <a:cubicBezTo>
                    <a:pt x="1210" y="48"/>
                    <a:pt x="1130" y="1"/>
                    <a:pt x="104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4"/>
            <p:cNvSpPr/>
            <p:nvPr/>
          </p:nvSpPr>
          <p:spPr>
            <a:xfrm>
              <a:off x="4107850" y="3233413"/>
              <a:ext cx="31825" cy="21925"/>
            </a:xfrm>
            <a:custGeom>
              <a:rect b="b" l="l" r="r" t="t"/>
              <a:pathLst>
                <a:path extrusionOk="0" h="877" w="1273">
                  <a:moveTo>
                    <a:pt x="1023" y="1"/>
                  </a:moveTo>
                  <a:cubicBezTo>
                    <a:pt x="987" y="1"/>
                    <a:pt x="950" y="9"/>
                    <a:pt x="917" y="28"/>
                  </a:cubicBezTo>
                  <a:cubicBezTo>
                    <a:pt x="659" y="172"/>
                    <a:pt x="399" y="316"/>
                    <a:pt x="143" y="465"/>
                  </a:cubicBezTo>
                  <a:cubicBezTo>
                    <a:pt x="36" y="526"/>
                    <a:pt x="1" y="662"/>
                    <a:pt x="60" y="767"/>
                  </a:cubicBezTo>
                  <a:cubicBezTo>
                    <a:pt x="101" y="838"/>
                    <a:pt x="177" y="876"/>
                    <a:pt x="252" y="876"/>
                  </a:cubicBezTo>
                  <a:cubicBezTo>
                    <a:pt x="290" y="876"/>
                    <a:pt x="328" y="868"/>
                    <a:pt x="362" y="847"/>
                  </a:cubicBezTo>
                  <a:cubicBezTo>
                    <a:pt x="615" y="699"/>
                    <a:pt x="873" y="556"/>
                    <a:pt x="1128" y="414"/>
                  </a:cubicBezTo>
                  <a:cubicBezTo>
                    <a:pt x="1235" y="356"/>
                    <a:pt x="1273" y="221"/>
                    <a:pt x="1215" y="113"/>
                  </a:cubicBezTo>
                  <a:cubicBezTo>
                    <a:pt x="1176" y="42"/>
                    <a:pt x="1100" y="1"/>
                    <a:pt x="102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4"/>
            <p:cNvSpPr/>
            <p:nvPr/>
          </p:nvSpPr>
          <p:spPr>
            <a:xfrm>
              <a:off x="3989275" y="3805263"/>
              <a:ext cx="22525" cy="30775"/>
            </a:xfrm>
            <a:custGeom>
              <a:rect b="b" l="l" r="r" t="t"/>
              <a:pathLst>
                <a:path extrusionOk="0" h="1231" w="901">
                  <a:moveTo>
                    <a:pt x="651" y="0"/>
                  </a:moveTo>
                  <a:cubicBezTo>
                    <a:pt x="561" y="0"/>
                    <a:pt x="478" y="55"/>
                    <a:pt x="443" y="145"/>
                  </a:cubicBezTo>
                  <a:cubicBezTo>
                    <a:pt x="343" y="414"/>
                    <a:pt x="217" y="662"/>
                    <a:pt x="67" y="888"/>
                  </a:cubicBezTo>
                  <a:cubicBezTo>
                    <a:pt x="0" y="988"/>
                    <a:pt x="27" y="1127"/>
                    <a:pt x="129" y="1194"/>
                  </a:cubicBezTo>
                  <a:cubicBezTo>
                    <a:pt x="166" y="1220"/>
                    <a:pt x="209" y="1231"/>
                    <a:pt x="251" y="1231"/>
                  </a:cubicBezTo>
                  <a:cubicBezTo>
                    <a:pt x="322" y="1231"/>
                    <a:pt x="393" y="1198"/>
                    <a:pt x="436" y="1132"/>
                  </a:cubicBezTo>
                  <a:cubicBezTo>
                    <a:pt x="604" y="881"/>
                    <a:pt x="746" y="598"/>
                    <a:pt x="858" y="299"/>
                  </a:cubicBezTo>
                  <a:cubicBezTo>
                    <a:pt x="901" y="184"/>
                    <a:pt x="844" y="57"/>
                    <a:pt x="729" y="14"/>
                  </a:cubicBezTo>
                  <a:cubicBezTo>
                    <a:pt x="703" y="5"/>
                    <a:pt x="677" y="0"/>
                    <a:pt x="651"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4"/>
            <p:cNvSpPr/>
            <p:nvPr/>
          </p:nvSpPr>
          <p:spPr>
            <a:xfrm>
              <a:off x="4003650" y="3739838"/>
              <a:ext cx="14250" cy="33025"/>
            </a:xfrm>
            <a:custGeom>
              <a:rect b="b" l="l" r="r" t="t"/>
              <a:pathLst>
                <a:path extrusionOk="0" h="1321" w="570">
                  <a:moveTo>
                    <a:pt x="239" y="1"/>
                  </a:moveTo>
                  <a:cubicBezTo>
                    <a:pt x="226" y="1"/>
                    <a:pt x="212" y="2"/>
                    <a:pt x="198" y="5"/>
                  </a:cubicBezTo>
                  <a:cubicBezTo>
                    <a:pt x="78" y="30"/>
                    <a:pt x="1" y="147"/>
                    <a:pt x="24" y="266"/>
                  </a:cubicBezTo>
                  <a:cubicBezTo>
                    <a:pt x="80" y="544"/>
                    <a:pt x="114" y="827"/>
                    <a:pt x="123" y="1105"/>
                  </a:cubicBezTo>
                  <a:cubicBezTo>
                    <a:pt x="127" y="1227"/>
                    <a:pt x="226" y="1321"/>
                    <a:pt x="346" y="1321"/>
                  </a:cubicBezTo>
                  <a:lnTo>
                    <a:pt x="353" y="1321"/>
                  </a:lnTo>
                  <a:cubicBezTo>
                    <a:pt x="475" y="1317"/>
                    <a:pt x="570" y="1214"/>
                    <a:pt x="567" y="1091"/>
                  </a:cubicBezTo>
                  <a:cubicBezTo>
                    <a:pt x="555" y="786"/>
                    <a:pt x="520" y="480"/>
                    <a:pt x="459" y="176"/>
                  </a:cubicBezTo>
                  <a:cubicBezTo>
                    <a:pt x="438" y="73"/>
                    <a:pt x="342" y="1"/>
                    <a:pt x="239"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4"/>
            <p:cNvSpPr/>
            <p:nvPr/>
          </p:nvSpPr>
          <p:spPr>
            <a:xfrm>
              <a:off x="3998875" y="3305738"/>
              <a:ext cx="29675" cy="24925"/>
            </a:xfrm>
            <a:custGeom>
              <a:rect b="b" l="l" r="r" t="t"/>
              <a:pathLst>
                <a:path extrusionOk="0" h="997" w="1187">
                  <a:moveTo>
                    <a:pt x="937" y="0"/>
                  </a:moveTo>
                  <a:cubicBezTo>
                    <a:pt x="889" y="0"/>
                    <a:pt x="841" y="16"/>
                    <a:pt x="802" y="47"/>
                  </a:cubicBezTo>
                  <a:cubicBezTo>
                    <a:pt x="568" y="230"/>
                    <a:pt x="335" y="415"/>
                    <a:pt x="107" y="605"/>
                  </a:cubicBezTo>
                  <a:cubicBezTo>
                    <a:pt x="13" y="683"/>
                    <a:pt x="1" y="824"/>
                    <a:pt x="79" y="917"/>
                  </a:cubicBezTo>
                  <a:cubicBezTo>
                    <a:pt x="122" y="971"/>
                    <a:pt x="185" y="997"/>
                    <a:pt x="249" y="997"/>
                  </a:cubicBezTo>
                  <a:cubicBezTo>
                    <a:pt x="298" y="997"/>
                    <a:pt x="349" y="981"/>
                    <a:pt x="390" y="946"/>
                  </a:cubicBezTo>
                  <a:cubicBezTo>
                    <a:pt x="616" y="759"/>
                    <a:pt x="843" y="576"/>
                    <a:pt x="1073" y="394"/>
                  </a:cubicBezTo>
                  <a:cubicBezTo>
                    <a:pt x="1169" y="320"/>
                    <a:pt x="1186" y="180"/>
                    <a:pt x="1112" y="85"/>
                  </a:cubicBezTo>
                  <a:cubicBezTo>
                    <a:pt x="1068" y="29"/>
                    <a:pt x="1002" y="0"/>
                    <a:pt x="937"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4"/>
            <p:cNvSpPr/>
            <p:nvPr/>
          </p:nvSpPr>
          <p:spPr>
            <a:xfrm>
              <a:off x="4051725" y="3267388"/>
              <a:ext cx="31025" cy="23375"/>
            </a:xfrm>
            <a:custGeom>
              <a:rect b="b" l="l" r="r" t="t"/>
              <a:pathLst>
                <a:path extrusionOk="0" h="935" w="1241">
                  <a:moveTo>
                    <a:pt x="988" y="0"/>
                  </a:moveTo>
                  <a:cubicBezTo>
                    <a:pt x="947" y="0"/>
                    <a:pt x="906" y="11"/>
                    <a:pt x="869" y="35"/>
                  </a:cubicBezTo>
                  <a:cubicBezTo>
                    <a:pt x="618" y="197"/>
                    <a:pt x="372" y="361"/>
                    <a:pt x="127" y="530"/>
                  </a:cubicBezTo>
                  <a:cubicBezTo>
                    <a:pt x="26" y="599"/>
                    <a:pt x="1" y="737"/>
                    <a:pt x="70" y="839"/>
                  </a:cubicBezTo>
                  <a:cubicBezTo>
                    <a:pt x="113" y="900"/>
                    <a:pt x="182" y="934"/>
                    <a:pt x="253" y="934"/>
                  </a:cubicBezTo>
                  <a:cubicBezTo>
                    <a:pt x="296" y="934"/>
                    <a:pt x="340" y="921"/>
                    <a:pt x="380" y="896"/>
                  </a:cubicBezTo>
                  <a:cubicBezTo>
                    <a:pt x="621" y="730"/>
                    <a:pt x="863" y="567"/>
                    <a:pt x="1110" y="408"/>
                  </a:cubicBezTo>
                  <a:cubicBezTo>
                    <a:pt x="1212" y="340"/>
                    <a:pt x="1240" y="204"/>
                    <a:pt x="1175" y="102"/>
                  </a:cubicBezTo>
                  <a:cubicBezTo>
                    <a:pt x="1132" y="35"/>
                    <a:pt x="1060" y="0"/>
                    <a:pt x="98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4"/>
            <p:cNvSpPr/>
            <p:nvPr/>
          </p:nvSpPr>
          <p:spPr>
            <a:xfrm>
              <a:off x="3384450" y="4012688"/>
              <a:ext cx="11900" cy="33175"/>
            </a:xfrm>
            <a:custGeom>
              <a:rect b="b" l="l" r="r" t="t"/>
              <a:pathLst>
                <a:path extrusionOk="0" h="1327" w="476">
                  <a:moveTo>
                    <a:pt x="248" y="0"/>
                  </a:moveTo>
                  <a:cubicBezTo>
                    <a:pt x="132" y="0"/>
                    <a:pt x="34" y="90"/>
                    <a:pt x="27" y="209"/>
                  </a:cubicBezTo>
                  <a:cubicBezTo>
                    <a:pt x="10" y="507"/>
                    <a:pt x="2" y="804"/>
                    <a:pt x="0" y="1105"/>
                  </a:cubicBezTo>
                  <a:cubicBezTo>
                    <a:pt x="0" y="1227"/>
                    <a:pt x="100" y="1326"/>
                    <a:pt x="222" y="1326"/>
                  </a:cubicBezTo>
                  <a:cubicBezTo>
                    <a:pt x="343" y="1326"/>
                    <a:pt x="443" y="1227"/>
                    <a:pt x="443" y="1106"/>
                  </a:cubicBezTo>
                  <a:cubicBezTo>
                    <a:pt x="446" y="816"/>
                    <a:pt x="454" y="524"/>
                    <a:pt x="468" y="233"/>
                  </a:cubicBezTo>
                  <a:cubicBezTo>
                    <a:pt x="475" y="109"/>
                    <a:pt x="382" y="6"/>
                    <a:pt x="258" y="0"/>
                  </a:cubicBezTo>
                  <a:cubicBezTo>
                    <a:pt x="255" y="0"/>
                    <a:pt x="251" y="0"/>
                    <a:pt x="24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4"/>
            <p:cNvSpPr/>
            <p:nvPr/>
          </p:nvSpPr>
          <p:spPr>
            <a:xfrm>
              <a:off x="3417050" y="4207388"/>
              <a:ext cx="21475" cy="31375"/>
            </a:xfrm>
            <a:custGeom>
              <a:rect b="b" l="l" r="r" t="t"/>
              <a:pathLst>
                <a:path extrusionOk="0" h="1255" w="859">
                  <a:moveTo>
                    <a:pt x="252" y="0"/>
                  </a:moveTo>
                  <a:cubicBezTo>
                    <a:pt x="224" y="0"/>
                    <a:pt x="195" y="6"/>
                    <a:pt x="167" y="18"/>
                  </a:cubicBezTo>
                  <a:cubicBezTo>
                    <a:pt x="53" y="63"/>
                    <a:pt x="1" y="192"/>
                    <a:pt x="46" y="305"/>
                  </a:cubicBezTo>
                  <a:cubicBezTo>
                    <a:pt x="160" y="582"/>
                    <a:pt x="280" y="856"/>
                    <a:pt x="407" y="1126"/>
                  </a:cubicBezTo>
                  <a:cubicBezTo>
                    <a:pt x="443" y="1206"/>
                    <a:pt x="524" y="1254"/>
                    <a:pt x="606" y="1254"/>
                  </a:cubicBezTo>
                  <a:cubicBezTo>
                    <a:pt x="639" y="1254"/>
                    <a:pt x="670" y="1247"/>
                    <a:pt x="700" y="1233"/>
                  </a:cubicBezTo>
                  <a:cubicBezTo>
                    <a:pt x="811" y="1182"/>
                    <a:pt x="859" y="1048"/>
                    <a:pt x="806" y="939"/>
                  </a:cubicBezTo>
                  <a:cubicBezTo>
                    <a:pt x="684" y="674"/>
                    <a:pt x="568" y="407"/>
                    <a:pt x="456" y="138"/>
                  </a:cubicBezTo>
                  <a:cubicBezTo>
                    <a:pt x="421" y="53"/>
                    <a:pt x="339" y="0"/>
                    <a:pt x="25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4"/>
            <p:cNvSpPr/>
            <p:nvPr/>
          </p:nvSpPr>
          <p:spPr>
            <a:xfrm>
              <a:off x="3389275" y="3946863"/>
              <a:ext cx="15875" cy="32875"/>
            </a:xfrm>
            <a:custGeom>
              <a:rect b="b" l="l" r="r" t="t"/>
              <a:pathLst>
                <a:path extrusionOk="0" h="1315" w="635">
                  <a:moveTo>
                    <a:pt x="396" y="0"/>
                  </a:moveTo>
                  <a:cubicBezTo>
                    <a:pt x="293" y="0"/>
                    <a:pt x="197" y="70"/>
                    <a:pt x="177" y="176"/>
                  </a:cubicBezTo>
                  <a:cubicBezTo>
                    <a:pt x="116" y="468"/>
                    <a:pt x="64" y="763"/>
                    <a:pt x="17" y="1056"/>
                  </a:cubicBezTo>
                  <a:cubicBezTo>
                    <a:pt x="0" y="1181"/>
                    <a:pt x="84" y="1295"/>
                    <a:pt x="204" y="1313"/>
                  </a:cubicBezTo>
                  <a:cubicBezTo>
                    <a:pt x="214" y="1314"/>
                    <a:pt x="227" y="1314"/>
                    <a:pt x="237" y="1314"/>
                  </a:cubicBezTo>
                  <a:cubicBezTo>
                    <a:pt x="343" y="1314"/>
                    <a:pt x="440" y="1236"/>
                    <a:pt x="455" y="1126"/>
                  </a:cubicBezTo>
                  <a:cubicBezTo>
                    <a:pt x="499" y="839"/>
                    <a:pt x="552" y="551"/>
                    <a:pt x="610" y="266"/>
                  </a:cubicBezTo>
                  <a:cubicBezTo>
                    <a:pt x="634" y="147"/>
                    <a:pt x="559" y="31"/>
                    <a:pt x="438" y="4"/>
                  </a:cubicBezTo>
                  <a:cubicBezTo>
                    <a:pt x="424" y="1"/>
                    <a:pt x="410" y="0"/>
                    <a:pt x="39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4"/>
            <p:cNvSpPr/>
            <p:nvPr/>
          </p:nvSpPr>
          <p:spPr>
            <a:xfrm>
              <a:off x="3396825" y="4144313"/>
              <a:ext cx="18125" cy="32425"/>
            </a:xfrm>
            <a:custGeom>
              <a:rect b="b" l="l" r="r" t="t"/>
              <a:pathLst>
                <a:path extrusionOk="0" h="1297" w="725">
                  <a:moveTo>
                    <a:pt x="243" y="0"/>
                  </a:moveTo>
                  <a:cubicBezTo>
                    <a:pt x="225" y="0"/>
                    <a:pt x="208" y="2"/>
                    <a:pt x="190" y="6"/>
                  </a:cubicBezTo>
                  <a:cubicBezTo>
                    <a:pt x="73" y="35"/>
                    <a:pt x="0" y="155"/>
                    <a:pt x="30" y="274"/>
                  </a:cubicBezTo>
                  <a:cubicBezTo>
                    <a:pt x="101" y="565"/>
                    <a:pt x="179" y="853"/>
                    <a:pt x="264" y="1139"/>
                  </a:cubicBezTo>
                  <a:cubicBezTo>
                    <a:pt x="292" y="1236"/>
                    <a:pt x="380" y="1297"/>
                    <a:pt x="477" y="1297"/>
                  </a:cubicBezTo>
                  <a:cubicBezTo>
                    <a:pt x="498" y="1297"/>
                    <a:pt x="519" y="1294"/>
                    <a:pt x="541" y="1288"/>
                  </a:cubicBezTo>
                  <a:cubicBezTo>
                    <a:pt x="657" y="1253"/>
                    <a:pt x="725" y="1131"/>
                    <a:pt x="689" y="1013"/>
                  </a:cubicBezTo>
                  <a:cubicBezTo>
                    <a:pt x="604" y="734"/>
                    <a:pt x="528" y="453"/>
                    <a:pt x="458" y="169"/>
                  </a:cubicBezTo>
                  <a:cubicBezTo>
                    <a:pt x="434" y="69"/>
                    <a:pt x="344" y="0"/>
                    <a:pt x="24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4"/>
            <p:cNvSpPr/>
            <p:nvPr/>
          </p:nvSpPr>
          <p:spPr>
            <a:xfrm>
              <a:off x="3386175" y="4078938"/>
              <a:ext cx="14275" cy="33025"/>
            </a:xfrm>
            <a:custGeom>
              <a:rect b="b" l="l" r="r" t="t"/>
              <a:pathLst>
                <a:path extrusionOk="0" h="1321" w="571">
                  <a:moveTo>
                    <a:pt x="235" y="1"/>
                  </a:moveTo>
                  <a:cubicBezTo>
                    <a:pt x="227" y="1"/>
                    <a:pt x="219" y="1"/>
                    <a:pt x="211" y="2"/>
                  </a:cubicBezTo>
                  <a:cubicBezTo>
                    <a:pt x="89" y="12"/>
                    <a:pt x="1" y="121"/>
                    <a:pt x="11" y="243"/>
                  </a:cubicBezTo>
                  <a:cubicBezTo>
                    <a:pt x="39" y="541"/>
                    <a:pt x="75" y="837"/>
                    <a:pt x="116" y="1131"/>
                  </a:cubicBezTo>
                  <a:cubicBezTo>
                    <a:pt x="131" y="1242"/>
                    <a:pt x="225" y="1321"/>
                    <a:pt x="334" y="1321"/>
                  </a:cubicBezTo>
                  <a:cubicBezTo>
                    <a:pt x="344" y="1321"/>
                    <a:pt x="355" y="1321"/>
                    <a:pt x="365" y="1320"/>
                  </a:cubicBezTo>
                  <a:cubicBezTo>
                    <a:pt x="487" y="1303"/>
                    <a:pt x="571" y="1192"/>
                    <a:pt x="555" y="1069"/>
                  </a:cubicBezTo>
                  <a:cubicBezTo>
                    <a:pt x="514" y="781"/>
                    <a:pt x="480" y="491"/>
                    <a:pt x="452" y="201"/>
                  </a:cubicBezTo>
                  <a:cubicBezTo>
                    <a:pt x="441" y="88"/>
                    <a:pt x="344" y="1"/>
                    <a:pt x="235"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4"/>
            <p:cNvSpPr/>
            <p:nvPr/>
          </p:nvSpPr>
          <p:spPr>
            <a:xfrm>
              <a:off x="3446800" y="4266613"/>
              <a:ext cx="24600" cy="29600"/>
            </a:xfrm>
            <a:custGeom>
              <a:rect b="b" l="l" r="r" t="t"/>
              <a:pathLst>
                <a:path extrusionOk="0" h="1184" w="984">
                  <a:moveTo>
                    <a:pt x="253" y="0"/>
                  </a:moveTo>
                  <a:cubicBezTo>
                    <a:pt x="214" y="0"/>
                    <a:pt x="174" y="10"/>
                    <a:pt x="138" y="32"/>
                  </a:cubicBezTo>
                  <a:cubicBezTo>
                    <a:pt x="33" y="96"/>
                    <a:pt x="1" y="231"/>
                    <a:pt x="63" y="336"/>
                  </a:cubicBezTo>
                  <a:cubicBezTo>
                    <a:pt x="219" y="591"/>
                    <a:pt x="381" y="842"/>
                    <a:pt x="550" y="1089"/>
                  </a:cubicBezTo>
                  <a:cubicBezTo>
                    <a:pt x="592" y="1151"/>
                    <a:pt x="662" y="1184"/>
                    <a:pt x="732" y="1184"/>
                  </a:cubicBezTo>
                  <a:cubicBezTo>
                    <a:pt x="775" y="1184"/>
                    <a:pt x="819" y="1172"/>
                    <a:pt x="856" y="1146"/>
                  </a:cubicBezTo>
                  <a:cubicBezTo>
                    <a:pt x="957" y="1076"/>
                    <a:pt x="983" y="940"/>
                    <a:pt x="914" y="839"/>
                  </a:cubicBezTo>
                  <a:cubicBezTo>
                    <a:pt x="752" y="600"/>
                    <a:pt x="594" y="354"/>
                    <a:pt x="443" y="106"/>
                  </a:cubicBezTo>
                  <a:cubicBezTo>
                    <a:pt x="401" y="38"/>
                    <a:pt x="328" y="0"/>
                    <a:pt x="25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4"/>
            <p:cNvSpPr/>
            <p:nvPr/>
          </p:nvSpPr>
          <p:spPr>
            <a:xfrm>
              <a:off x="3611350" y="3644963"/>
              <a:ext cx="32175" cy="21275"/>
            </a:xfrm>
            <a:custGeom>
              <a:rect b="b" l="l" r="r" t="t"/>
              <a:pathLst>
                <a:path extrusionOk="0" h="851" w="1287">
                  <a:moveTo>
                    <a:pt x="1038" y="0"/>
                  </a:moveTo>
                  <a:cubicBezTo>
                    <a:pt x="1005" y="0"/>
                    <a:pt x="971" y="8"/>
                    <a:pt x="939" y="23"/>
                  </a:cubicBezTo>
                  <a:cubicBezTo>
                    <a:pt x="672" y="154"/>
                    <a:pt x="407" y="291"/>
                    <a:pt x="145" y="436"/>
                  </a:cubicBezTo>
                  <a:cubicBezTo>
                    <a:pt x="38" y="494"/>
                    <a:pt x="0" y="629"/>
                    <a:pt x="58" y="737"/>
                  </a:cubicBezTo>
                  <a:cubicBezTo>
                    <a:pt x="99" y="810"/>
                    <a:pt x="173" y="850"/>
                    <a:pt x="251" y="850"/>
                  </a:cubicBezTo>
                  <a:cubicBezTo>
                    <a:pt x="287" y="850"/>
                    <a:pt x="325" y="842"/>
                    <a:pt x="358" y="822"/>
                  </a:cubicBezTo>
                  <a:cubicBezTo>
                    <a:pt x="613" y="680"/>
                    <a:pt x="872" y="545"/>
                    <a:pt x="1133" y="418"/>
                  </a:cubicBezTo>
                  <a:cubicBezTo>
                    <a:pt x="1242" y="365"/>
                    <a:pt x="1286" y="232"/>
                    <a:pt x="1234" y="123"/>
                  </a:cubicBezTo>
                  <a:cubicBezTo>
                    <a:pt x="1198" y="45"/>
                    <a:pt x="1120" y="0"/>
                    <a:pt x="103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4"/>
            <p:cNvSpPr/>
            <p:nvPr/>
          </p:nvSpPr>
          <p:spPr>
            <a:xfrm>
              <a:off x="3671675" y="3620413"/>
              <a:ext cx="33425" cy="18225"/>
            </a:xfrm>
            <a:custGeom>
              <a:rect b="b" l="l" r="r" t="t"/>
              <a:pathLst>
                <a:path extrusionOk="0" h="729" w="1337">
                  <a:moveTo>
                    <a:pt x="1086" y="0"/>
                  </a:moveTo>
                  <a:cubicBezTo>
                    <a:pt x="1065" y="0"/>
                    <a:pt x="1043" y="3"/>
                    <a:pt x="1022" y="10"/>
                  </a:cubicBezTo>
                  <a:cubicBezTo>
                    <a:pt x="737" y="99"/>
                    <a:pt x="455" y="194"/>
                    <a:pt x="175" y="299"/>
                  </a:cubicBezTo>
                  <a:cubicBezTo>
                    <a:pt x="60" y="342"/>
                    <a:pt x="1" y="469"/>
                    <a:pt x="43" y="583"/>
                  </a:cubicBezTo>
                  <a:cubicBezTo>
                    <a:pt x="77" y="672"/>
                    <a:pt x="161" y="729"/>
                    <a:pt x="252" y="729"/>
                  </a:cubicBezTo>
                  <a:cubicBezTo>
                    <a:pt x="276" y="729"/>
                    <a:pt x="303" y="725"/>
                    <a:pt x="327" y="715"/>
                  </a:cubicBezTo>
                  <a:cubicBezTo>
                    <a:pt x="601" y="613"/>
                    <a:pt x="876" y="519"/>
                    <a:pt x="1154" y="432"/>
                  </a:cubicBezTo>
                  <a:cubicBezTo>
                    <a:pt x="1270" y="397"/>
                    <a:pt x="1337" y="272"/>
                    <a:pt x="1298" y="156"/>
                  </a:cubicBezTo>
                  <a:cubicBezTo>
                    <a:pt x="1269" y="62"/>
                    <a:pt x="1182" y="0"/>
                    <a:pt x="108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4"/>
            <p:cNvSpPr/>
            <p:nvPr/>
          </p:nvSpPr>
          <p:spPr>
            <a:xfrm>
              <a:off x="3506475" y="3719963"/>
              <a:ext cx="28000" cy="26500"/>
            </a:xfrm>
            <a:custGeom>
              <a:rect b="b" l="l" r="r" t="t"/>
              <a:pathLst>
                <a:path extrusionOk="0" h="1060" w="1120">
                  <a:moveTo>
                    <a:pt x="876" y="0"/>
                  </a:moveTo>
                  <a:cubicBezTo>
                    <a:pt x="822" y="0"/>
                    <a:pt x="768" y="20"/>
                    <a:pt x="725" y="60"/>
                  </a:cubicBezTo>
                  <a:cubicBezTo>
                    <a:pt x="508" y="264"/>
                    <a:pt x="294" y="471"/>
                    <a:pt x="86" y="685"/>
                  </a:cubicBezTo>
                  <a:cubicBezTo>
                    <a:pt x="0" y="771"/>
                    <a:pt x="2" y="912"/>
                    <a:pt x="90" y="997"/>
                  </a:cubicBezTo>
                  <a:cubicBezTo>
                    <a:pt x="132" y="1039"/>
                    <a:pt x="189" y="1059"/>
                    <a:pt x="244" y="1059"/>
                  </a:cubicBezTo>
                  <a:cubicBezTo>
                    <a:pt x="301" y="1059"/>
                    <a:pt x="359" y="1037"/>
                    <a:pt x="402" y="991"/>
                  </a:cubicBezTo>
                  <a:cubicBezTo>
                    <a:pt x="606" y="783"/>
                    <a:pt x="813" y="579"/>
                    <a:pt x="1026" y="381"/>
                  </a:cubicBezTo>
                  <a:cubicBezTo>
                    <a:pt x="1114" y="299"/>
                    <a:pt x="1119" y="159"/>
                    <a:pt x="1036" y="69"/>
                  </a:cubicBezTo>
                  <a:cubicBezTo>
                    <a:pt x="993" y="24"/>
                    <a:pt x="935" y="0"/>
                    <a:pt x="87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4"/>
            <p:cNvSpPr/>
            <p:nvPr/>
          </p:nvSpPr>
          <p:spPr>
            <a:xfrm>
              <a:off x="3463675" y="3768563"/>
              <a:ext cx="25850" cy="28675"/>
            </a:xfrm>
            <a:custGeom>
              <a:rect b="b" l="l" r="r" t="t"/>
              <a:pathLst>
                <a:path extrusionOk="0" h="1147" w="1034">
                  <a:moveTo>
                    <a:pt x="785" y="0"/>
                  </a:moveTo>
                  <a:cubicBezTo>
                    <a:pt x="720" y="0"/>
                    <a:pt x="656" y="28"/>
                    <a:pt x="612" y="82"/>
                  </a:cubicBezTo>
                  <a:cubicBezTo>
                    <a:pt x="426" y="316"/>
                    <a:pt x="245" y="555"/>
                    <a:pt x="72" y="796"/>
                  </a:cubicBezTo>
                  <a:cubicBezTo>
                    <a:pt x="1" y="895"/>
                    <a:pt x="22" y="1033"/>
                    <a:pt x="121" y="1104"/>
                  </a:cubicBezTo>
                  <a:cubicBezTo>
                    <a:pt x="160" y="1132"/>
                    <a:pt x="206" y="1146"/>
                    <a:pt x="250" y="1146"/>
                  </a:cubicBezTo>
                  <a:cubicBezTo>
                    <a:pt x="320" y="1146"/>
                    <a:pt x="386" y="1115"/>
                    <a:pt x="429" y="1054"/>
                  </a:cubicBezTo>
                  <a:cubicBezTo>
                    <a:pt x="599" y="818"/>
                    <a:pt x="776" y="586"/>
                    <a:pt x="958" y="358"/>
                  </a:cubicBezTo>
                  <a:cubicBezTo>
                    <a:pt x="1033" y="263"/>
                    <a:pt x="1018" y="124"/>
                    <a:pt x="923" y="47"/>
                  </a:cubicBezTo>
                  <a:cubicBezTo>
                    <a:pt x="881" y="16"/>
                    <a:pt x="833" y="0"/>
                    <a:pt x="785"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4"/>
            <p:cNvSpPr/>
            <p:nvPr/>
          </p:nvSpPr>
          <p:spPr>
            <a:xfrm>
              <a:off x="3555925" y="3678438"/>
              <a:ext cx="30475" cy="24100"/>
            </a:xfrm>
            <a:custGeom>
              <a:rect b="b" l="l" r="r" t="t"/>
              <a:pathLst>
                <a:path extrusionOk="0" h="964" w="1219">
                  <a:moveTo>
                    <a:pt x="966" y="1"/>
                  </a:moveTo>
                  <a:cubicBezTo>
                    <a:pt x="923" y="1"/>
                    <a:pt x="880" y="14"/>
                    <a:pt x="842" y="40"/>
                  </a:cubicBezTo>
                  <a:cubicBezTo>
                    <a:pt x="596" y="210"/>
                    <a:pt x="354" y="383"/>
                    <a:pt x="117" y="566"/>
                  </a:cubicBezTo>
                  <a:cubicBezTo>
                    <a:pt x="19" y="640"/>
                    <a:pt x="1" y="779"/>
                    <a:pt x="76" y="877"/>
                  </a:cubicBezTo>
                  <a:cubicBezTo>
                    <a:pt x="120" y="934"/>
                    <a:pt x="185" y="963"/>
                    <a:pt x="252" y="963"/>
                  </a:cubicBezTo>
                  <a:cubicBezTo>
                    <a:pt x="298" y="963"/>
                    <a:pt x="345" y="949"/>
                    <a:pt x="386" y="918"/>
                  </a:cubicBezTo>
                  <a:cubicBezTo>
                    <a:pt x="618" y="741"/>
                    <a:pt x="854" y="570"/>
                    <a:pt x="1093" y="403"/>
                  </a:cubicBezTo>
                  <a:cubicBezTo>
                    <a:pt x="1195" y="334"/>
                    <a:pt x="1219" y="196"/>
                    <a:pt x="1149" y="95"/>
                  </a:cubicBezTo>
                  <a:cubicBezTo>
                    <a:pt x="1106" y="34"/>
                    <a:pt x="1036" y="1"/>
                    <a:pt x="966"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4"/>
            <p:cNvSpPr/>
            <p:nvPr/>
          </p:nvSpPr>
          <p:spPr>
            <a:xfrm>
              <a:off x="3844825" y="3511138"/>
              <a:ext cx="20450" cy="31725"/>
            </a:xfrm>
            <a:custGeom>
              <a:rect b="b" l="l" r="r" t="t"/>
              <a:pathLst>
                <a:path extrusionOk="0" h="1269" w="818">
                  <a:moveTo>
                    <a:pt x="567" y="1"/>
                  </a:moveTo>
                  <a:cubicBezTo>
                    <a:pt x="481" y="1"/>
                    <a:pt x="397" y="52"/>
                    <a:pt x="361" y="138"/>
                  </a:cubicBezTo>
                  <a:cubicBezTo>
                    <a:pt x="248" y="414"/>
                    <a:pt x="141" y="692"/>
                    <a:pt x="42" y="975"/>
                  </a:cubicBezTo>
                  <a:cubicBezTo>
                    <a:pt x="1" y="1089"/>
                    <a:pt x="62" y="1216"/>
                    <a:pt x="177" y="1257"/>
                  </a:cubicBezTo>
                  <a:cubicBezTo>
                    <a:pt x="201" y="1265"/>
                    <a:pt x="226" y="1268"/>
                    <a:pt x="249" y="1268"/>
                  </a:cubicBezTo>
                  <a:cubicBezTo>
                    <a:pt x="340" y="1268"/>
                    <a:pt x="426" y="1211"/>
                    <a:pt x="459" y="1121"/>
                  </a:cubicBezTo>
                  <a:cubicBezTo>
                    <a:pt x="555" y="847"/>
                    <a:pt x="659" y="575"/>
                    <a:pt x="771" y="305"/>
                  </a:cubicBezTo>
                  <a:cubicBezTo>
                    <a:pt x="818" y="193"/>
                    <a:pt x="764" y="63"/>
                    <a:pt x="650" y="17"/>
                  </a:cubicBezTo>
                  <a:cubicBezTo>
                    <a:pt x="623" y="6"/>
                    <a:pt x="595" y="1"/>
                    <a:pt x="56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4"/>
            <p:cNvSpPr/>
            <p:nvPr/>
          </p:nvSpPr>
          <p:spPr>
            <a:xfrm>
              <a:off x="3841675" y="3770163"/>
              <a:ext cx="21475" cy="31250"/>
            </a:xfrm>
            <a:custGeom>
              <a:rect b="b" l="l" r="r" t="t"/>
              <a:pathLst>
                <a:path extrusionOk="0" h="1250" w="859">
                  <a:moveTo>
                    <a:pt x="249" y="0"/>
                  </a:moveTo>
                  <a:cubicBezTo>
                    <a:pt x="224" y="0"/>
                    <a:pt x="199" y="5"/>
                    <a:pt x="174" y="14"/>
                  </a:cubicBezTo>
                  <a:cubicBezTo>
                    <a:pt x="57" y="57"/>
                    <a:pt x="1" y="184"/>
                    <a:pt x="42" y="298"/>
                  </a:cubicBezTo>
                  <a:lnTo>
                    <a:pt x="103" y="455"/>
                  </a:lnTo>
                  <a:cubicBezTo>
                    <a:pt x="191" y="684"/>
                    <a:pt x="297" y="910"/>
                    <a:pt x="412" y="1132"/>
                  </a:cubicBezTo>
                  <a:cubicBezTo>
                    <a:pt x="452" y="1207"/>
                    <a:pt x="530" y="1249"/>
                    <a:pt x="608" y="1249"/>
                  </a:cubicBezTo>
                  <a:cubicBezTo>
                    <a:pt x="643" y="1249"/>
                    <a:pt x="678" y="1241"/>
                    <a:pt x="710" y="1224"/>
                  </a:cubicBezTo>
                  <a:cubicBezTo>
                    <a:pt x="819" y="1167"/>
                    <a:pt x="859" y="1032"/>
                    <a:pt x="802" y="925"/>
                  </a:cubicBezTo>
                  <a:cubicBezTo>
                    <a:pt x="694" y="719"/>
                    <a:pt x="596" y="506"/>
                    <a:pt x="514" y="295"/>
                  </a:cubicBezTo>
                  <a:lnTo>
                    <a:pt x="457" y="145"/>
                  </a:lnTo>
                  <a:cubicBezTo>
                    <a:pt x="424" y="56"/>
                    <a:pt x="339" y="0"/>
                    <a:pt x="249"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4"/>
            <p:cNvSpPr/>
            <p:nvPr/>
          </p:nvSpPr>
          <p:spPr>
            <a:xfrm>
              <a:off x="3825700" y="3705938"/>
              <a:ext cx="15800" cy="32900"/>
            </a:xfrm>
            <a:custGeom>
              <a:rect b="b" l="l" r="r" t="t"/>
              <a:pathLst>
                <a:path extrusionOk="0" h="1316" w="632">
                  <a:moveTo>
                    <a:pt x="240" y="1"/>
                  </a:moveTo>
                  <a:cubicBezTo>
                    <a:pt x="229" y="1"/>
                    <a:pt x="217" y="2"/>
                    <a:pt x="206" y="4"/>
                  </a:cubicBezTo>
                  <a:cubicBezTo>
                    <a:pt x="85" y="21"/>
                    <a:pt x="0" y="133"/>
                    <a:pt x="18" y="253"/>
                  </a:cubicBezTo>
                  <a:cubicBezTo>
                    <a:pt x="58" y="550"/>
                    <a:pt x="112" y="847"/>
                    <a:pt x="173" y="1140"/>
                  </a:cubicBezTo>
                  <a:cubicBezTo>
                    <a:pt x="197" y="1245"/>
                    <a:pt x="287" y="1315"/>
                    <a:pt x="390" y="1315"/>
                  </a:cubicBezTo>
                  <a:cubicBezTo>
                    <a:pt x="406" y="1315"/>
                    <a:pt x="421" y="1314"/>
                    <a:pt x="437" y="1310"/>
                  </a:cubicBezTo>
                  <a:cubicBezTo>
                    <a:pt x="556" y="1284"/>
                    <a:pt x="631" y="1167"/>
                    <a:pt x="607" y="1047"/>
                  </a:cubicBezTo>
                  <a:cubicBezTo>
                    <a:pt x="546" y="765"/>
                    <a:pt x="496" y="479"/>
                    <a:pt x="455" y="191"/>
                  </a:cubicBezTo>
                  <a:cubicBezTo>
                    <a:pt x="440" y="82"/>
                    <a:pt x="346" y="1"/>
                    <a:pt x="2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4"/>
            <p:cNvSpPr/>
            <p:nvPr/>
          </p:nvSpPr>
          <p:spPr>
            <a:xfrm>
              <a:off x="3802050" y="3574188"/>
              <a:ext cx="42675" cy="40025"/>
            </a:xfrm>
            <a:custGeom>
              <a:rect b="b" l="l" r="r" t="t"/>
              <a:pathLst>
                <a:path extrusionOk="0" h="1601" w="1707">
                  <a:moveTo>
                    <a:pt x="1463" y="1"/>
                  </a:moveTo>
                  <a:cubicBezTo>
                    <a:pt x="1362" y="1"/>
                    <a:pt x="1272" y="70"/>
                    <a:pt x="1248" y="171"/>
                  </a:cubicBezTo>
                  <a:cubicBezTo>
                    <a:pt x="1179" y="465"/>
                    <a:pt x="1118" y="757"/>
                    <a:pt x="1067" y="1051"/>
                  </a:cubicBezTo>
                  <a:cubicBezTo>
                    <a:pt x="1060" y="1089"/>
                    <a:pt x="1062" y="1124"/>
                    <a:pt x="1074" y="1156"/>
                  </a:cubicBezTo>
                  <a:cubicBezTo>
                    <a:pt x="828" y="1141"/>
                    <a:pt x="584" y="1134"/>
                    <a:pt x="339" y="1134"/>
                  </a:cubicBezTo>
                  <a:lnTo>
                    <a:pt x="220" y="1134"/>
                  </a:lnTo>
                  <a:cubicBezTo>
                    <a:pt x="97" y="1136"/>
                    <a:pt x="0" y="1235"/>
                    <a:pt x="2" y="1358"/>
                  </a:cubicBezTo>
                  <a:cubicBezTo>
                    <a:pt x="3" y="1479"/>
                    <a:pt x="102" y="1575"/>
                    <a:pt x="223" y="1575"/>
                  </a:cubicBezTo>
                  <a:lnTo>
                    <a:pt x="338" y="1575"/>
                  </a:lnTo>
                  <a:cubicBezTo>
                    <a:pt x="590" y="1575"/>
                    <a:pt x="841" y="1582"/>
                    <a:pt x="1094" y="1601"/>
                  </a:cubicBezTo>
                  <a:lnTo>
                    <a:pt x="1108" y="1601"/>
                  </a:lnTo>
                  <a:cubicBezTo>
                    <a:pt x="1223" y="1601"/>
                    <a:pt x="1320" y="1510"/>
                    <a:pt x="1328" y="1394"/>
                  </a:cubicBezTo>
                  <a:cubicBezTo>
                    <a:pt x="1329" y="1363"/>
                    <a:pt x="1325" y="1334"/>
                    <a:pt x="1316" y="1309"/>
                  </a:cubicBezTo>
                  <a:cubicBezTo>
                    <a:pt x="1408" y="1294"/>
                    <a:pt x="1485" y="1225"/>
                    <a:pt x="1502" y="1127"/>
                  </a:cubicBezTo>
                  <a:cubicBezTo>
                    <a:pt x="1554" y="842"/>
                    <a:pt x="1613" y="557"/>
                    <a:pt x="1678" y="273"/>
                  </a:cubicBezTo>
                  <a:cubicBezTo>
                    <a:pt x="1706" y="154"/>
                    <a:pt x="1632" y="35"/>
                    <a:pt x="1513" y="7"/>
                  </a:cubicBezTo>
                  <a:cubicBezTo>
                    <a:pt x="1496" y="3"/>
                    <a:pt x="1479" y="1"/>
                    <a:pt x="146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4"/>
            <p:cNvSpPr/>
            <p:nvPr/>
          </p:nvSpPr>
          <p:spPr>
            <a:xfrm>
              <a:off x="3736100" y="3605863"/>
              <a:ext cx="33350" cy="14600"/>
            </a:xfrm>
            <a:custGeom>
              <a:rect b="b" l="l" r="r" t="t"/>
              <a:pathLst>
                <a:path extrusionOk="0" h="584" w="1334">
                  <a:moveTo>
                    <a:pt x="1096" y="0"/>
                  </a:moveTo>
                  <a:cubicBezTo>
                    <a:pt x="1086" y="0"/>
                    <a:pt x="1077" y="1"/>
                    <a:pt x="1067" y="2"/>
                  </a:cubicBezTo>
                  <a:cubicBezTo>
                    <a:pt x="780" y="40"/>
                    <a:pt x="494" y="88"/>
                    <a:pt x="210" y="145"/>
                  </a:cubicBezTo>
                  <a:lnTo>
                    <a:pt x="225" y="366"/>
                  </a:lnTo>
                  <a:lnTo>
                    <a:pt x="182" y="151"/>
                  </a:lnTo>
                  <a:cubicBezTo>
                    <a:pt x="61" y="174"/>
                    <a:pt x="0" y="287"/>
                    <a:pt x="23" y="408"/>
                  </a:cubicBezTo>
                  <a:cubicBezTo>
                    <a:pt x="43" y="512"/>
                    <a:pt x="147" y="583"/>
                    <a:pt x="253" y="583"/>
                  </a:cubicBezTo>
                  <a:cubicBezTo>
                    <a:pt x="270" y="583"/>
                    <a:pt x="284" y="582"/>
                    <a:pt x="298" y="581"/>
                  </a:cubicBezTo>
                  <a:cubicBezTo>
                    <a:pt x="572" y="527"/>
                    <a:pt x="849" y="478"/>
                    <a:pt x="1128" y="442"/>
                  </a:cubicBezTo>
                  <a:cubicBezTo>
                    <a:pt x="1248" y="426"/>
                    <a:pt x="1334" y="314"/>
                    <a:pt x="1316" y="192"/>
                  </a:cubicBezTo>
                  <a:cubicBezTo>
                    <a:pt x="1301" y="80"/>
                    <a:pt x="1204" y="0"/>
                    <a:pt x="109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4"/>
            <p:cNvSpPr/>
            <p:nvPr/>
          </p:nvSpPr>
          <p:spPr>
            <a:xfrm>
              <a:off x="3822900" y="3639788"/>
              <a:ext cx="11825" cy="33150"/>
            </a:xfrm>
            <a:custGeom>
              <a:rect b="b" l="l" r="r" t="t"/>
              <a:pathLst>
                <a:path extrusionOk="0" h="1326" w="473">
                  <a:moveTo>
                    <a:pt x="257" y="1"/>
                  </a:moveTo>
                  <a:cubicBezTo>
                    <a:pt x="129" y="1"/>
                    <a:pt x="30" y="89"/>
                    <a:pt x="23" y="209"/>
                  </a:cubicBezTo>
                  <a:cubicBezTo>
                    <a:pt x="7" y="480"/>
                    <a:pt x="0" y="751"/>
                    <a:pt x="0" y="1025"/>
                  </a:cubicBezTo>
                  <a:lnTo>
                    <a:pt x="0" y="1104"/>
                  </a:lnTo>
                  <a:cubicBezTo>
                    <a:pt x="0" y="1226"/>
                    <a:pt x="99" y="1325"/>
                    <a:pt x="221" y="1325"/>
                  </a:cubicBezTo>
                  <a:cubicBezTo>
                    <a:pt x="222" y="1325"/>
                    <a:pt x="223" y="1325"/>
                    <a:pt x="224" y="1325"/>
                  </a:cubicBezTo>
                  <a:cubicBezTo>
                    <a:pt x="346" y="1325"/>
                    <a:pt x="442" y="1226"/>
                    <a:pt x="442" y="1105"/>
                  </a:cubicBezTo>
                  <a:lnTo>
                    <a:pt x="442" y="1022"/>
                  </a:lnTo>
                  <a:cubicBezTo>
                    <a:pt x="442" y="759"/>
                    <a:pt x="450" y="497"/>
                    <a:pt x="465" y="235"/>
                  </a:cubicBezTo>
                  <a:cubicBezTo>
                    <a:pt x="472" y="113"/>
                    <a:pt x="379" y="8"/>
                    <a:pt x="25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0" name="Google Shape;5010;p64"/>
          <p:cNvGrpSpPr/>
          <p:nvPr/>
        </p:nvGrpSpPr>
        <p:grpSpPr>
          <a:xfrm>
            <a:off x="7401334" y="782830"/>
            <a:ext cx="944592" cy="707305"/>
            <a:chOff x="7401334" y="782830"/>
            <a:chExt cx="944592" cy="707305"/>
          </a:xfrm>
        </p:grpSpPr>
        <p:sp>
          <p:nvSpPr>
            <p:cNvPr id="5011" name="Google Shape;5011;p64"/>
            <p:cNvSpPr/>
            <p:nvPr/>
          </p:nvSpPr>
          <p:spPr>
            <a:xfrm rot="-4603600">
              <a:off x="7414304" y="814064"/>
              <a:ext cx="218578" cy="195053"/>
            </a:xfrm>
            <a:custGeom>
              <a:rect b="b" l="l" r="r" t="t"/>
              <a:pathLst>
                <a:path extrusionOk="0" h="7802" w="8743">
                  <a:moveTo>
                    <a:pt x="6174" y="0"/>
                  </a:moveTo>
                  <a:cubicBezTo>
                    <a:pt x="6073" y="0"/>
                    <a:pt x="5971" y="22"/>
                    <a:pt x="5874" y="68"/>
                  </a:cubicBezTo>
                  <a:lnTo>
                    <a:pt x="365" y="3812"/>
                  </a:lnTo>
                  <a:lnTo>
                    <a:pt x="0" y="4844"/>
                  </a:lnTo>
                  <a:lnTo>
                    <a:pt x="8378" y="7801"/>
                  </a:lnTo>
                  <a:lnTo>
                    <a:pt x="8742" y="6770"/>
                  </a:lnTo>
                  <a:lnTo>
                    <a:pt x="6805" y="397"/>
                  </a:lnTo>
                  <a:cubicBezTo>
                    <a:pt x="6685" y="147"/>
                    <a:pt x="6434" y="0"/>
                    <a:pt x="6174" y="0"/>
                  </a:cubicBezTo>
                  <a:close/>
                </a:path>
              </a:pathLst>
            </a:custGeom>
            <a:solidFill>
              <a:srgbClr val="F550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4"/>
            <p:cNvSpPr/>
            <p:nvPr/>
          </p:nvSpPr>
          <p:spPr>
            <a:xfrm rot="-4603600">
              <a:off x="7430889" y="834922"/>
              <a:ext cx="218553" cy="161027"/>
            </a:xfrm>
            <a:custGeom>
              <a:rect b="b" l="l" r="r" t="t"/>
              <a:pathLst>
                <a:path extrusionOk="0" h="6441" w="8742">
                  <a:moveTo>
                    <a:pt x="3970" y="1"/>
                  </a:moveTo>
                  <a:lnTo>
                    <a:pt x="363" y="2451"/>
                  </a:lnTo>
                  <a:lnTo>
                    <a:pt x="0" y="3483"/>
                  </a:lnTo>
                  <a:lnTo>
                    <a:pt x="8378" y="6440"/>
                  </a:lnTo>
                  <a:lnTo>
                    <a:pt x="8742" y="5409"/>
                  </a:lnTo>
                  <a:lnTo>
                    <a:pt x="7477" y="1252"/>
                  </a:lnTo>
                  <a:lnTo>
                    <a:pt x="4188" y="92"/>
                  </a:lnTo>
                  <a:cubicBezTo>
                    <a:pt x="4114" y="65"/>
                    <a:pt x="4041" y="32"/>
                    <a:pt x="3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4"/>
            <p:cNvSpPr/>
            <p:nvPr/>
          </p:nvSpPr>
          <p:spPr>
            <a:xfrm rot="-4603600">
              <a:off x="7424370" y="831129"/>
              <a:ext cx="87726" cy="65351"/>
            </a:xfrm>
            <a:custGeom>
              <a:rect b="b" l="l" r="r" t="t"/>
              <a:pathLst>
                <a:path extrusionOk="0" h="2614" w="3509">
                  <a:moveTo>
                    <a:pt x="2205" y="0"/>
                  </a:moveTo>
                  <a:cubicBezTo>
                    <a:pt x="2104" y="0"/>
                    <a:pt x="2002" y="22"/>
                    <a:pt x="1905" y="68"/>
                  </a:cubicBezTo>
                  <a:lnTo>
                    <a:pt x="1" y="1362"/>
                  </a:lnTo>
                  <a:cubicBezTo>
                    <a:pt x="75" y="1393"/>
                    <a:pt x="146" y="1426"/>
                    <a:pt x="221" y="1453"/>
                  </a:cubicBezTo>
                  <a:lnTo>
                    <a:pt x="3509" y="2613"/>
                  </a:lnTo>
                  <a:lnTo>
                    <a:pt x="2836" y="397"/>
                  </a:lnTo>
                  <a:cubicBezTo>
                    <a:pt x="2716" y="147"/>
                    <a:pt x="2465" y="0"/>
                    <a:pt x="2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4"/>
            <p:cNvSpPr/>
            <p:nvPr/>
          </p:nvSpPr>
          <p:spPr>
            <a:xfrm rot="-4603600">
              <a:off x="8082409" y="1221250"/>
              <a:ext cx="251729" cy="223478"/>
            </a:xfrm>
            <a:custGeom>
              <a:rect b="b" l="l" r="r" t="t"/>
              <a:pathLst>
                <a:path extrusionOk="0" h="8939" w="10069">
                  <a:moveTo>
                    <a:pt x="5034" y="1"/>
                  </a:moveTo>
                  <a:cubicBezTo>
                    <a:pt x="3193" y="1"/>
                    <a:pt x="1470" y="1148"/>
                    <a:pt x="823" y="2983"/>
                  </a:cubicBezTo>
                  <a:cubicBezTo>
                    <a:pt x="1" y="5309"/>
                    <a:pt x="1220" y="7861"/>
                    <a:pt x="3547" y="8683"/>
                  </a:cubicBezTo>
                  <a:cubicBezTo>
                    <a:pt x="4039" y="8856"/>
                    <a:pt x="4541" y="8939"/>
                    <a:pt x="5035" y="8939"/>
                  </a:cubicBezTo>
                  <a:cubicBezTo>
                    <a:pt x="6876" y="8939"/>
                    <a:pt x="8599" y="7792"/>
                    <a:pt x="9247" y="5956"/>
                  </a:cubicBezTo>
                  <a:cubicBezTo>
                    <a:pt x="10068" y="3629"/>
                    <a:pt x="8848" y="1078"/>
                    <a:pt x="6521" y="257"/>
                  </a:cubicBezTo>
                  <a:cubicBezTo>
                    <a:pt x="6029" y="83"/>
                    <a:pt x="5527" y="1"/>
                    <a:pt x="5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4"/>
            <p:cNvSpPr/>
            <p:nvPr/>
          </p:nvSpPr>
          <p:spPr>
            <a:xfrm rot="-4603600">
              <a:off x="8199171" y="1358424"/>
              <a:ext cx="81826" cy="71301"/>
            </a:xfrm>
            <a:custGeom>
              <a:rect b="b" l="l" r="r" t="t"/>
              <a:pathLst>
                <a:path extrusionOk="0" h="2852" w="3273">
                  <a:moveTo>
                    <a:pt x="777" y="0"/>
                  </a:moveTo>
                  <a:cubicBezTo>
                    <a:pt x="703" y="0"/>
                    <a:pt x="621" y="39"/>
                    <a:pt x="522" y="129"/>
                  </a:cubicBezTo>
                  <a:cubicBezTo>
                    <a:pt x="1" y="605"/>
                    <a:pt x="78" y="1536"/>
                    <a:pt x="694" y="2214"/>
                  </a:cubicBezTo>
                  <a:cubicBezTo>
                    <a:pt x="1071" y="2629"/>
                    <a:pt x="1564" y="2851"/>
                    <a:pt x="2009" y="2851"/>
                  </a:cubicBezTo>
                  <a:cubicBezTo>
                    <a:pt x="2289" y="2851"/>
                    <a:pt x="2550" y="2763"/>
                    <a:pt x="2751" y="2581"/>
                  </a:cubicBezTo>
                  <a:cubicBezTo>
                    <a:pt x="3273" y="2105"/>
                    <a:pt x="2351" y="1942"/>
                    <a:pt x="1735" y="1266"/>
                  </a:cubicBezTo>
                  <a:cubicBezTo>
                    <a:pt x="1236" y="717"/>
                    <a:pt x="1091" y="0"/>
                    <a:pt x="777"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4"/>
            <p:cNvSpPr/>
            <p:nvPr/>
          </p:nvSpPr>
          <p:spPr>
            <a:xfrm rot="-4603600">
              <a:off x="8270821" y="1345688"/>
              <a:ext cx="15000" cy="13325"/>
            </a:xfrm>
            <a:custGeom>
              <a:rect b="b" l="l" r="r" t="t"/>
              <a:pathLst>
                <a:path extrusionOk="0" h="533" w="600">
                  <a:moveTo>
                    <a:pt x="298" y="1"/>
                  </a:moveTo>
                  <a:cubicBezTo>
                    <a:pt x="188" y="1"/>
                    <a:pt x="86" y="68"/>
                    <a:pt x="49" y="177"/>
                  </a:cubicBezTo>
                  <a:cubicBezTo>
                    <a:pt x="1" y="316"/>
                    <a:pt x="73" y="469"/>
                    <a:pt x="211" y="517"/>
                  </a:cubicBezTo>
                  <a:cubicBezTo>
                    <a:pt x="240" y="528"/>
                    <a:pt x="271" y="533"/>
                    <a:pt x="300" y="533"/>
                  </a:cubicBezTo>
                  <a:cubicBezTo>
                    <a:pt x="410" y="533"/>
                    <a:pt x="512" y="465"/>
                    <a:pt x="551" y="354"/>
                  </a:cubicBezTo>
                  <a:cubicBezTo>
                    <a:pt x="599" y="216"/>
                    <a:pt x="528" y="63"/>
                    <a:pt x="388" y="16"/>
                  </a:cubicBezTo>
                  <a:cubicBezTo>
                    <a:pt x="358" y="5"/>
                    <a:pt x="328" y="1"/>
                    <a:pt x="298"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4"/>
            <p:cNvSpPr/>
            <p:nvPr/>
          </p:nvSpPr>
          <p:spPr>
            <a:xfrm rot="-4603600">
              <a:off x="7657170" y="739109"/>
              <a:ext cx="468407" cy="780961"/>
            </a:xfrm>
            <a:custGeom>
              <a:rect b="b" l="l" r="r" t="t"/>
              <a:pathLst>
                <a:path extrusionOk="0" h="31238" w="18736">
                  <a:moveTo>
                    <a:pt x="9931" y="0"/>
                  </a:moveTo>
                  <a:lnTo>
                    <a:pt x="0" y="28129"/>
                  </a:lnTo>
                  <a:lnTo>
                    <a:pt x="8805" y="31237"/>
                  </a:lnTo>
                  <a:lnTo>
                    <a:pt x="18735" y="3108"/>
                  </a:lnTo>
                  <a:lnTo>
                    <a:pt x="993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4"/>
            <p:cNvSpPr/>
            <p:nvPr/>
          </p:nvSpPr>
          <p:spPr>
            <a:xfrm rot="-4603600">
              <a:off x="7736970" y="767260"/>
              <a:ext cx="308804" cy="724661"/>
            </a:xfrm>
            <a:custGeom>
              <a:rect b="b" l="l" r="r" t="t"/>
              <a:pathLst>
                <a:path extrusionOk="0" h="28986" w="12352">
                  <a:moveTo>
                    <a:pt x="9931" y="0"/>
                  </a:moveTo>
                  <a:lnTo>
                    <a:pt x="0" y="28131"/>
                  </a:lnTo>
                  <a:lnTo>
                    <a:pt x="2421" y="28985"/>
                  </a:lnTo>
                  <a:lnTo>
                    <a:pt x="12351" y="855"/>
                  </a:lnTo>
                  <a:lnTo>
                    <a:pt x="993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4"/>
            <p:cNvSpPr/>
            <p:nvPr/>
          </p:nvSpPr>
          <p:spPr>
            <a:xfrm rot="-4603600">
              <a:off x="7406306" y="835118"/>
              <a:ext cx="226878" cy="168802"/>
            </a:xfrm>
            <a:custGeom>
              <a:rect b="b" l="l" r="r" t="t"/>
              <a:pathLst>
                <a:path extrusionOk="0" h="6752" w="9075">
                  <a:moveTo>
                    <a:pt x="4158" y="333"/>
                  </a:moveTo>
                  <a:cubicBezTo>
                    <a:pt x="4208" y="355"/>
                    <a:pt x="4258" y="376"/>
                    <a:pt x="4311" y="393"/>
                  </a:cubicBezTo>
                  <a:lnTo>
                    <a:pt x="7526" y="1528"/>
                  </a:lnTo>
                  <a:lnTo>
                    <a:pt x="8752" y="5560"/>
                  </a:lnTo>
                  <a:lnTo>
                    <a:pt x="8458" y="6399"/>
                  </a:lnTo>
                  <a:lnTo>
                    <a:pt x="372" y="3544"/>
                  </a:lnTo>
                  <a:lnTo>
                    <a:pt x="668" y="2707"/>
                  </a:lnTo>
                  <a:lnTo>
                    <a:pt x="4158" y="333"/>
                  </a:lnTo>
                  <a:close/>
                  <a:moveTo>
                    <a:pt x="4145" y="0"/>
                  </a:moveTo>
                  <a:cubicBezTo>
                    <a:pt x="4115" y="0"/>
                    <a:pt x="4084" y="9"/>
                    <a:pt x="4058" y="28"/>
                  </a:cubicBezTo>
                  <a:lnTo>
                    <a:pt x="453" y="2478"/>
                  </a:lnTo>
                  <a:cubicBezTo>
                    <a:pt x="426" y="2497"/>
                    <a:pt x="405" y="2524"/>
                    <a:pt x="393" y="2554"/>
                  </a:cubicBezTo>
                  <a:lnTo>
                    <a:pt x="29" y="3587"/>
                  </a:lnTo>
                  <a:cubicBezTo>
                    <a:pt x="0" y="3667"/>
                    <a:pt x="43" y="3757"/>
                    <a:pt x="125" y="3786"/>
                  </a:cubicBezTo>
                  <a:lnTo>
                    <a:pt x="8500" y="6743"/>
                  </a:lnTo>
                  <a:cubicBezTo>
                    <a:pt x="8519" y="6749"/>
                    <a:pt x="8535" y="6752"/>
                    <a:pt x="8552" y="6752"/>
                  </a:cubicBezTo>
                  <a:cubicBezTo>
                    <a:pt x="8573" y="6752"/>
                    <a:pt x="8598" y="6746"/>
                    <a:pt x="8622" y="6733"/>
                  </a:cubicBezTo>
                  <a:cubicBezTo>
                    <a:pt x="8658" y="6716"/>
                    <a:pt x="8686" y="6686"/>
                    <a:pt x="8700" y="6646"/>
                  </a:cubicBezTo>
                  <a:lnTo>
                    <a:pt x="9065" y="5614"/>
                  </a:lnTo>
                  <a:cubicBezTo>
                    <a:pt x="9075" y="5583"/>
                    <a:pt x="9075" y="5550"/>
                    <a:pt x="9066" y="5517"/>
                  </a:cubicBezTo>
                  <a:lnTo>
                    <a:pt x="7802" y="1361"/>
                  </a:lnTo>
                  <a:cubicBezTo>
                    <a:pt x="7787" y="1314"/>
                    <a:pt x="7752" y="1275"/>
                    <a:pt x="7706" y="1259"/>
                  </a:cubicBezTo>
                  <a:lnTo>
                    <a:pt x="4417" y="99"/>
                  </a:lnTo>
                  <a:cubicBezTo>
                    <a:pt x="4344" y="73"/>
                    <a:pt x="4277" y="43"/>
                    <a:pt x="4208" y="13"/>
                  </a:cubicBezTo>
                  <a:cubicBezTo>
                    <a:pt x="4188" y="5"/>
                    <a:pt x="4167" y="0"/>
                    <a:pt x="414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4"/>
            <p:cNvSpPr/>
            <p:nvPr/>
          </p:nvSpPr>
          <p:spPr>
            <a:xfrm rot="-4603600">
              <a:off x="7399966" y="830951"/>
              <a:ext cx="95901" cy="73101"/>
            </a:xfrm>
            <a:custGeom>
              <a:rect b="b" l="l" r="r" t="t"/>
              <a:pathLst>
                <a:path extrusionOk="0" h="2924" w="3836">
                  <a:moveTo>
                    <a:pt x="2363" y="310"/>
                  </a:moveTo>
                  <a:cubicBezTo>
                    <a:pt x="2424" y="310"/>
                    <a:pt x="2486" y="320"/>
                    <a:pt x="2545" y="340"/>
                  </a:cubicBezTo>
                  <a:cubicBezTo>
                    <a:pt x="2681" y="389"/>
                    <a:pt x="2792" y="488"/>
                    <a:pt x="2845" y="596"/>
                  </a:cubicBezTo>
                  <a:lnTo>
                    <a:pt x="3430" y="2518"/>
                  </a:lnTo>
                  <a:lnTo>
                    <a:pt x="3430" y="2518"/>
                  </a:lnTo>
                  <a:lnTo>
                    <a:pt x="488" y="1481"/>
                  </a:lnTo>
                  <a:lnTo>
                    <a:pt x="2131" y="362"/>
                  </a:lnTo>
                  <a:cubicBezTo>
                    <a:pt x="2205" y="327"/>
                    <a:pt x="2284" y="310"/>
                    <a:pt x="2363" y="310"/>
                  </a:cubicBezTo>
                  <a:close/>
                  <a:moveTo>
                    <a:pt x="2373" y="1"/>
                  </a:moveTo>
                  <a:cubicBezTo>
                    <a:pt x="2242" y="1"/>
                    <a:pt x="2108" y="31"/>
                    <a:pt x="1978" y="95"/>
                  </a:cubicBezTo>
                  <a:lnTo>
                    <a:pt x="73" y="1388"/>
                  </a:lnTo>
                  <a:cubicBezTo>
                    <a:pt x="28" y="1419"/>
                    <a:pt x="0" y="1475"/>
                    <a:pt x="6" y="1531"/>
                  </a:cubicBezTo>
                  <a:cubicBezTo>
                    <a:pt x="12" y="1588"/>
                    <a:pt x="45" y="1635"/>
                    <a:pt x="98" y="1659"/>
                  </a:cubicBezTo>
                  <a:cubicBezTo>
                    <a:pt x="172" y="1693"/>
                    <a:pt x="249" y="1725"/>
                    <a:pt x="328" y="1753"/>
                  </a:cubicBezTo>
                  <a:lnTo>
                    <a:pt x="3615" y="2915"/>
                  </a:lnTo>
                  <a:cubicBezTo>
                    <a:pt x="3634" y="2919"/>
                    <a:pt x="3650" y="2924"/>
                    <a:pt x="3667" y="2924"/>
                  </a:cubicBezTo>
                  <a:cubicBezTo>
                    <a:pt x="3707" y="2924"/>
                    <a:pt x="3744" y="2908"/>
                    <a:pt x="3777" y="2879"/>
                  </a:cubicBezTo>
                  <a:cubicBezTo>
                    <a:pt x="3820" y="2839"/>
                    <a:pt x="3835" y="2777"/>
                    <a:pt x="3817" y="2722"/>
                  </a:cubicBezTo>
                  <a:lnTo>
                    <a:pt x="3135" y="483"/>
                  </a:lnTo>
                  <a:cubicBezTo>
                    <a:pt x="3037" y="278"/>
                    <a:pt x="2865" y="125"/>
                    <a:pt x="2649" y="47"/>
                  </a:cubicBezTo>
                  <a:cubicBezTo>
                    <a:pt x="2560" y="16"/>
                    <a:pt x="2467" y="1"/>
                    <a:pt x="2373"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4"/>
            <p:cNvSpPr/>
            <p:nvPr/>
          </p:nvSpPr>
          <p:spPr>
            <a:xfrm rot="-4603600">
              <a:off x="8101936" y="1277059"/>
              <a:ext cx="239878" cy="156702"/>
            </a:xfrm>
            <a:custGeom>
              <a:rect b="b" l="l" r="r" t="t"/>
              <a:pathLst>
                <a:path extrusionOk="0" h="6268" w="9595">
                  <a:moveTo>
                    <a:pt x="996" y="0"/>
                  </a:moveTo>
                  <a:cubicBezTo>
                    <a:pt x="932" y="0"/>
                    <a:pt x="872" y="40"/>
                    <a:pt x="849" y="103"/>
                  </a:cubicBezTo>
                  <a:cubicBezTo>
                    <a:pt x="0" y="2507"/>
                    <a:pt x="1265" y="5153"/>
                    <a:pt x="3670" y="6000"/>
                  </a:cubicBezTo>
                  <a:cubicBezTo>
                    <a:pt x="4173" y="6179"/>
                    <a:pt x="4694" y="6267"/>
                    <a:pt x="5213" y="6267"/>
                  </a:cubicBezTo>
                  <a:cubicBezTo>
                    <a:pt x="5893" y="6267"/>
                    <a:pt x="6570" y="6114"/>
                    <a:pt x="7202" y="5813"/>
                  </a:cubicBezTo>
                  <a:cubicBezTo>
                    <a:pt x="8316" y="5281"/>
                    <a:pt x="9156" y="4347"/>
                    <a:pt x="9566" y="3182"/>
                  </a:cubicBezTo>
                  <a:cubicBezTo>
                    <a:pt x="9595" y="3102"/>
                    <a:pt x="9552" y="3012"/>
                    <a:pt x="9472" y="2984"/>
                  </a:cubicBezTo>
                  <a:cubicBezTo>
                    <a:pt x="9455" y="2978"/>
                    <a:pt x="9438" y="2975"/>
                    <a:pt x="9421" y="2975"/>
                  </a:cubicBezTo>
                  <a:cubicBezTo>
                    <a:pt x="9357" y="2975"/>
                    <a:pt x="9296" y="3015"/>
                    <a:pt x="9274" y="3078"/>
                  </a:cubicBezTo>
                  <a:cubicBezTo>
                    <a:pt x="8889" y="4164"/>
                    <a:pt x="8108" y="5036"/>
                    <a:pt x="7067" y="5533"/>
                  </a:cubicBezTo>
                  <a:cubicBezTo>
                    <a:pt x="6479" y="5814"/>
                    <a:pt x="5847" y="5956"/>
                    <a:pt x="5212" y="5956"/>
                  </a:cubicBezTo>
                  <a:cubicBezTo>
                    <a:pt x="4728" y="5956"/>
                    <a:pt x="4242" y="5874"/>
                    <a:pt x="3773" y="5707"/>
                  </a:cubicBezTo>
                  <a:cubicBezTo>
                    <a:pt x="1529" y="4917"/>
                    <a:pt x="350" y="2448"/>
                    <a:pt x="1142" y="206"/>
                  </a:cubicBezTo>
                  <a:cubicBezTo>
                    <a:pt x="1171" y="126"/>
                    <a:pt x="1128" y="38"/>
                    <a:pt x="1048" y="9"/>
                  </a:cubicBezTo>
                  <a:cubicBezTo>
                    <a:pt x="1031" y="3"/>
                    <a:pt x="1013" y="0"/>
                    <a:pt x="99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4"/>
            <p:cNvSpPr/>
            <p:nvPr/>
          </p:nvSpPr>
          <p:spPr>
            <a:xfrm rot="-4603600">
              <a:off x="7632608" y="739091"/>
              <a:ext cx="476732" cy="788661"/>
            </a:xfrm>
            <a:custGeom>
              <a:rect b="b" l="l" r="r" t="t"/>
              <a:pathLst>
                <a:path extrusionOk="0" h="31546" w="19069">
                  <a:moveTo>
                    <a:pt x="10199" y="354"/>
                  </a:moveTo>
                  <a:lnTo>
                    <a:pt x="18711" y="3359"/>
                  </a:lnTo>
                  <a:lnTo>
                    <a:pt x="8883" y="31194"/>
                  </a:lnTo>
                  <a:lnTo>
                    <a:pt x="373" y="28191"/>
                  </a:lnTo>
                  <a:lnTo>
                    <a:pt x="10199" y="354"/>
                  </a:lnTo>
                  <a:close/>
                  <a:moveTo>
                    <a:pt x="10105" y="0"/>
                  </a:moveTo>
                  <a:cubicBezTo>
                    <a:pt x="10082" y="0"/>
                    <a:pt x="10059" y="5"/>
                    <a:pt x="10038" y="16"/>
                  </a:cubicBezTo>
                  <a:cubicBezTo>
                    <a:pt x="10002" y="33"/>
                    <a:pt x="9974" y="64"/>
                    <a:pt x="9959" y="103"/>
                  </a:cubicBezTo>
                  <a:lnTo>
                    <a:pt x="29" y="28231"/>
                  </a:lnTo>
                  <a:cubicBezTo>
                    <a:pt x="0" y="28312"/>
                    <a:pt x="43" y="28401"/>
                    <a:pt x="123" y="28429"/>
                  </a:cubicBezTo>
                  <a:lnTo>
                    <a:pt x="8926" y="31537"/>
                  </a:lnTo>
                  <a:cubicBezTo>
                    <a:pt x="8945" y="31543"/>
                    <a:pt x="8961" y="31546"/>
                    <a:pt x="8978" y="31546"/>
                  </a:cubicBezTo>
                  <a:cubicBezTo>
                    <a:pt x="9041" y="31546"/>
                    <a:pt x="9102" y="31507"/>
                    <a:pt x="9125" y="31441"/>
                  </a:cubicBezTo>
                  <a:lnTo>
                    <a:pt x="19055" y="3312"/>
                  </a:lnTo>
                  <a:cubicBezTo>
                    <a:pt x="19068" y="3275"/>
                    <a:pt x="19065" y="3232"/>
                    <a:pt x="19048" y="3195"/>
                  </a:cubicBezTo>
                  <a:cubicBezTo>
                    <a:pt x="19030" y="3159"/>
                    <a:pt x="19000" y="3131"/>
                    <a:pt x="18961" y="3116"/>
                  </a:cubicBezTo>
                  <a:lnTo>
                    <a:pt x="10157" y="9"/>
                  </a:lnTo>
                  <a:cubicBezTo>
                    <a:pt x="10140" y="3"/>
                    <a:pt x="10122" y="0"/>
                    <a:pt x="1010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4"/>
            <p:cNvSpPr/>
            <p:nvPr/>
          </p:nvSpPr>
          <p:spPr>
            <a:xfrm rot="-4603600">
              <a:off x="7712705" y="767062"/>
              <a:ext cx="316755" cy="732336"/>
            </a:xfrm>
            <a:custGeom>
              <a:rect b="b" l="l" r="r" t="t"/>
              <a:pathLst>
                <a:path extrusionOk="0" h="29293" w="12670">
                  <a:moveTo>
                    <a:pt x="10182" y="350"/>
                  </a:moveTo>
                  <a:lnTo>
                    <a:pt x="12311" y="1102"/>
                  </a:lnTo>
                  <a:lnTo>
                    <a:pt x="2483" y="28937"/>
                  </a:lnTo>
                  <a:lnTo>
                    <a:pt x="354" y="28186"/>
                  </a:lnTo>
                  <a:lnTo>
                    <a:pt x="10182" y="350"/>
                  </a:lnTo>
                  <a:close/>
                  <a:moveTo>
                    <a:pt x="10088" y="0"/>
                  </a:moveTo>
                  <a:cubicBezTo>
                    <a:pt x="10065" y="0"/>
                    <a:pt x="10042" y="5"/>
                    <a:pt x="10020" y="16"/>
                  </a:cubicBezTo>
                  <a:cubicBezTo>
                    <a:pt x="9985" y="33"/>
                    <a:pt x="9956" y="64"/>
                    <a:pt x="9942" y="103"/>
                  </a:cubicBezTo>
                  <a:lnTo>
                    <a:pt x="12" y="28231"/>
                  </a:lnTo>
                  <a:cubicBezTo>
                    <a:pt x="0" y="28271"/>
                    <a:pt x="2" y="28314"/>
                    <a:pt x="19" y="28351"/>
                  </a:cubicBezTo>
                  <a:cubicBezTo>
                    <a:pt x="37" y="28386"/>
                    <a:pt x="67" y="28415"/>
                    <a:pt x="107" y="28429"/>
                  </a:cubicBezTo>
                  <a:lnTo>
                    <a:pt x="2526" y="29284"/>
                  </a:lnTo>
                  <a:cubicBezTo>
                    <a:pt x="2545" y="29288"/>
                    <a:pt x="2561" y="29292"/>
                    <a:pt x="2579" y="29292"/>
                  </a:cubicBezTo>
                  <a:cubicBezTo>
                    <a:pt x="2643" y="29292"/>
                    <a:pt x="2702" y="29251"/>
                    <a:pt x="2726" y="29188"/>
                  </a:cubicBezTo>
                  <a:lnTo>
                    <a:pt x="12657" y="1060"/>
                  </a:lnTo>
                  <a:cubicBezTo>
                    <a:pt x="12670" y="1023"/>
                    <a:pt x="12668" y="980"/>
                    <a:pt x="12650" y="943"/>
                  </a:cubicBezTo>
                  <a:cubicBezTo>
                    <a:pt x="12632" y="907"/>
                    <a:pt x="12602" y="879"/>
                    <a:pt x="12562" y="864"/>
                  </a:cubicBezTo>
                  <a:lnTo>
                    <a:pt x="10141" y="8"/>
                  </a:lnTo>
                  <a:cubicBezTo>
                    <a:pt x="10123" y="3"/>
                    <a:pt x="10105" y="0"/>
                    <a:pt x="1008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4" name="Google Shape;5024;p64"/>
          <p:cNvGrpSpPr/>
          <p:nvPr/>
        </p:nvGrpSpPr>
        <p:grpSpPr>
          <a:xfrm>
            <a:off x="1599475" y="1856975"/>
            <a:ext cx="1082625" cy="291175"/>
            <a:chOff x="1599475" y="1856975"/>
            <a:chExt cx="1082625" cy="291175"/>
          </a:xfrm>
        </p:grpSpPr>
        <p:sp>
          <p:nvSpPr>
            <p:cNvPr id="5025" name="Google Shape;5025;p64"/>
            <p:cNvSpPr/>
            <p:nvPr/>
          </p:nvSpPr>
          <p:spPr>
            <a:xfrm>
              <a:off x="1599475" y="1877250"/>
              <a:ext cx="76375" cy="65300"/>
            </a:xfrm>
            <a:custGeom>
              <a:rect b="b" l="l" r="r" t="t"/>
              <a:pathLst>
                <a:path extrusionOk="0" h="2612" w="3055">
                  <a:moveTo>
                    <a:pt x="270" y="0"/>
                  </a:moveTo>
                  <a:cubicBezTo>
                    <a:pt x="132" y="0"/>
                    <a:pt x="1" y="197"/>
                    <a:pt x="118" y="345"/>
                  </a:cubicBezTo>
                  <a:cubicBezTo>
                    <a:pt x="827" y="1247"/>
                    <a:pt x="1686" y="1997"/>
                    <a:pt x="2671" y="2583"/>
                  </a:cubicBezTo>
                  <a:cubicBezTo>
                    <a:pt x="2705" y="2603"/>
                    <a:pt x="2738" y="2611"/>
                    <a:pt x="2769" y="2611"/>
                  </a:cubicBezTo>
                  <a:cubicBezTo>
                    <a:pt x="2941" y="2611"/>
                    <a:pt x="3055" y="2351"/>
                    <a:pt x="2870" y="2242"/>
                  </a:cubicBezTo>
                  <a:cubicBezTo>
                    <a:pt x="1911" y="1674"/>
                    <a:pt x="1085" y="945"/>
                    <a:pt x="395" y="68"/>
                  </a:cubicBezTo>
                  <a:cubicBezTo>
                    <a:pt x="358" y="20"/>
                    <a:pt x="313" y="0"/>
                    <a:pt x="27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4"/>
            <p:cNvSpPr/>
            <p:nvPr/>
          </p:nvSpPr>
          <p:spPr>
            <a:xfrm>
              <a:off x="1605475" y="1883650"/>
              <a:ext cx="66525" cy="68375"/>
            </a:xfrm>
            <a:custGeom>
              <a:rect b="b" l="l" r="r" t="t"/>
              <a:pathLst>
                <a:path extrusionOk="0" h="2735" w="2661">
                  <a:moveTo>
                    <a:pt x="2386" y="0"/>
                  </a:moveTo>
                  <a:cubicBezTo>
                    <a:pt x="2326" y="0"/>
                    <a:pt x="2265" y="27"/>
                    <a:pt x="2223" y="91"/>
                  </a:cubicBezTo>
                  <a:cubicBezTo>
                    <a:pt x="1662" y="963"/>
                    <a:pt x="866" y="1666"/>
                    <a:pt x="139" y="2398"/>
                  </a:cubicBezTo>
                  <a:cubicBezTo>
                    <a:pt x="1" y="2538"/>
                    <a:pt x="136" y="2734"/>
                    <a:pt x="287" y="2734"/>
                  </a:cubicBezTo>
                  <a:cubicBezTo>
                    <a:pt x="331" y="2734"/>
                    <a:pt x="377" y="2717"/>
                    <a:pt x="418" y="2676"/>
                  </a:cubicBezTo>
                  <a:cubicBezTo>
                    <a:pt x="1170" y="1920"/>
                    <a:pt x="1984" y="1193"/>
                    <a:pt x="2565" y="291"/>
                  </a:cubicBezTo>
                  <a:cubicBezTo>
                    <a:pt x="2660" y="141"/>
                    <a:pt x="2524" y="0"/>
                    <a:pt x="238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4"/>
            <p:cNvSpPr/>
            <p:nvPr/>
          </p:nvSpPr>
          <p:spPr>
            <a:xfrm>
              <a:off x="1710150" y="1927150"/>
              <a:ext cx="9850" cy="59300"/>
            </a:xfrm>
            <a:custGeom>
              <a:rect b="b" l="l" r="r" t="t"/>
              <a:pathLst>
                <a:path extrusionOk="0" h="2372" w="394">
                  <a:moveTo>
                    <a:pt x="197" y="0"/>
                  </a:moveTo>
                  <a:cubicBezTo>
                    <a:pt x="99" y="0"/>
                    <a:pt x="0" y="64"/>
                    <a:pt x="0" y="190"/>
                  </a:cubicBezTo>
                  <a:lnTo>
                    <a:pt x="0" y="2180"/>
                  </a:lnTo>
                  <a:cubicBezTo>
                    <a:pt x="0" y="2308"/>
                    <a:pt x="99" y="2371"/>
                    <a:pt x="197" y="2371"/>
                  </a:cubicBezTo>
                  <a:cubicBezTo>
                    <a:pt x="295" y="2371"/>
                    <a:pt x="394" y="2308"/>
                    <a:pt x="394" y="2180"/>
                  </a:cubicBezTo>
                  <a:lnTo>
                    <a:pt x="394" y="190"/>
                  </a:lnTo>
                  <a:cubicBezTo>
                    <a:pt x="394" y="64"/>
                    <a:pt x="295" y="0"/>
                    <a:pt x="1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4"/>
            <p:cNvSpPr/>
            <p:nvPr/>
          </p:nvSpPr>
          <p:spPr>
            <a:xfrm>
              <a:off x="1778525" y="1889825"/>
              <a:ext cx="9875" cy="65525"/>
            </a:xfrm>
            <a:custGeom>
              <a:rect b="b" l="l" r="r" t="t"/>
              <a:pathLst>
                <a:path extrusionOk="0" h="2621" w="395">
                  <a:moveTo>
                    <a:pt x="198" y="1"/>
                  </a:moveTo>
                  <a:cubicBezTo>
                    <a:pt x="99" y="1"/>
                    <a:pt x="1" y="64"/>
                    <a:pt x="1" y="192"/>
                  </a:cubicBezTo>
                  <a:lnTo>
                    <a:pt x="1" y="2429"/>
                  </a:lnTo>
                  <a:cubicBezTo>
                    <a:pt x="1" y="2557"/>
                    <a:pt x="99" y="2620"/>
                    <a:pt x="198" y="2620"/>
                  </a:cubicBezTo>
                  <a:cubicBezTo>
                    <a:pt x="296" y="2620"/>
                    <a:pt x="395" y="2557"/>
                    <a:pt x="395" y="2429"/>
                  </a:cubicBezTo>
                  <a:lnTo>
                    <a:pt x="395" y="192"/>
                  </a:lnTo>
                  <a:cubicBezTo>
                    <a:pt x="395" y="64"/>
                    <a:pt x="296" y="1"/>
                    <a:pt x="1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4"/>
            <p:cNvSpPr/>
            <p:nvPr/>
          </p:nvSpPr>
          <p:spPr>
            <a:xfrm>
              <a:off x="1761575" y="1918725"/>
              <a:ext cx="59250" cy="12200"/>
            </a:xfrm>
            <a:custGeom>
              <a:rect b="b" l="l" r="r" t="t"/>
              <a:pathLst>
                <a:path extrusionOk="0" h="488" w="2370">
                  <a:moveTo>
                    <a:pt x="2128" y="0"/>
                  </a:moveTo>
                  <a:cubicBezTo>
                    <a:pt x="2124" y="0"/>
                    <a:pt x="2120" y="0"/>
                    <a:pt x="2116" y="1"/>
                  </a:cubicBezTo>
                  <a:cubicBezTo>
                    <a:pt x="1495" y="31"/>
                    <a:pt x="875" y="61"/>
                    <a:pt x="255" y="94"/>
                  </a:cubicBezTo>
                  <a:cubicBezTo>
                    <a:pt x="5" y="105"/>
                    <a:pt x="0" y="488"/>
                    <a:pt x="244" y="488"/>
                  </a:cubicBezTo>
                  <a:cubicBezTo>
                    <a:pt x="248" y="488"/>
                    <a:pt x="251" y="487"/>
                    <a:pt x="255" y="487"/>
                  </a:cubicBezTo>
                  <a:cubicBezTo>
                    <a:pt x="875" y="456"/>
                    <a:pt x="1495" y="426"/>
                    <a:pt x="2116" y="394"/>
                  </a:cubicBezTo>
                  <a:cubicBezTo>
                    <a:pt x="2364" y="382"/>
                    <a:pt x="2369" y="0"/>
                    <a:pt x="212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4"/>
            <p:cNvSpPr/>
            <p:nvPr/>
          </p:nvSpPr>
          <p:spPr>
            <a:xfrm>
              <a:off x="1864775" y="1879975"/>
              <a:ext cx="55500" cy="76100"/>
            </a:xfrm>
            <a:custGeom>
              <a:rect b="b" l="l" r="r" t="t"/>
              <a:pathLst>
                <a:path extrusionOk="0" h="3044" w="2220">
                  <a:moveTo>
                    <a:pt x="849" y="0"/>
                  </a:moveTo>
                  <a:cubicBezTo>
                    <a:pt x="592" y="0"/>
                    <a:pt x="344" y="134"/>
                    <a:pt x="247" y="414"/>
                  </a:cubicBezTo>
                  <a:cubicBezTo>
                    <a:pt x="197" y="557"/>
                    <a:pt x="315" y="652"/>
                    <a:pt x="435" y="652"/>
                  </a:cubicBezTo>
                  <a:cubicBezTo>
                    <a:pt x="513" y="652"/>
                    <a:pt x="593" y="611"/>
                    <a:pt x="625" y="516"/>
                  </a:cubicBezTo>
                  <a:cubicBezTo>
                    <a:pt x="697" y="430"/>
                    <a:pt x="776" y="387"/>
                    <a:pt x="860" y="387"/>
                  </a:cubicBezTo>
                  <a:cubicBezTo>
                    <a:pt x="911" y="387"/>
                    <a:pt x="964" y="403"/>
                    <a:pt x="1019" y="434"/>
                  </a:cubicBezTo>
                  <a:cubicBezTo>
                    <a:pt x="1190" y="571"/>
                    <a:pt x="1242" y="749"/>
                    <a:pt x="1175" y="964"/>
                  </a:cubicBezTo>
                  <a:cubicBezTo>
                    <a:pt x="1142" y="1140"/>
                    <a:pt x="1046" y="1304"/>
                    <a:pt x="949" y="1453"/>
                  </a:cubicBezTo>
                  <a:cubicBezTo>
                    <a:pt x="732" y="1790"/>
                    <a:pt x="442" y="2069"/>
                    <a:pt x="128" y="2314"/>
                  </a:cubicBezTo>
                  <a:cubicBezTo>
                    <a:pt x="1" y="2412"/>
                    <a:pt x="90" y="2601"/>
                    <a:pt x="216" y="2643"/>
                  </a:cubicBezTo>
                  <a:cubicBezTo>
                    <a:pt x="788" y="2836"/>
                    <a:pt x="1369" y="2965"/>
                    <a:pt x="1969" y="3042"/>
                  </a:cubicBezTo>
                  <a:cubicBezTo>
                    <a:pt x="1979" y="3043"/>
                    <a:pt x="1988" y="3044"/>
                    <a:pt x="1997" y="3044"/>
                  </a:cubicBezTo>
                  <a:cubicBezTo>
                    <a:pt x="2219" y="3044"/>
                    <a:pt x="2207" y="2679"/>
                    <a:pt x="1969" y="2649"/>
                  </a:cubicBezTo>
                  <a:cubicBezTo>
                    <a:pt x="1527" y="2592"/>
                    <a:pt x="1095" y="2499"/>
                    <a:pt x="671" y="2374"/>
                  </a:cubicBezTo>
                  <a:lnTo>
                    <a:pt x="671" y="2374"/>
                  </a:lnTo>
                  <a:cubicBezTo>
                    <a:pt x="1224" y="1877"/>
                    <a:pt x="1879" y="1056"/>
                    <a:pt x="1491" y="365"/>
                  </a:cubicBezTo>
                  <a:cubicBezTo>
                    <a:pt x="1357" y="126"/>
                    <a:pt x="1099" y="0"/>
                    <a:pt x="84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4"/>
            <p:cNvSpPr/>
            <p:nvPr/>
          </p:nvSpPr>
          <p:spPr>
            <a:xfrm>
              <a:off x="1941550" y="1911925"/>
              <a:ext cx="39100" cy="62325"/>
            </a:xfrm>
            <a:custGeom>
              <a:rect b="b" l="l" r="r" t="t"/>
              <a:pathLst>
                <a:path extrusionOk="0" h="2493" w="1564">
                  <a:moveTo>
                    <a:pt x="1299" y="1"/>
                  </a:moveTo>
                  <a:cubicBezTo>
                    <a:pt x="1242" y="1"/>
                    <a:pt x="1187" y="31"/>
                    <a:pt x="1156" y="104"/>
                  </a:cubicBezTo>
                  <a:cubicBezTo>
                    <a:pt x="847" y="829"/>
                    <a:pt x="479" y="1522"/>
                    <a:pt x="52" y="2186"/>
                  </a:cubicBezTo>
                  <a:cubicBezTo>
                    <a:pt x="0" y="2270"/>
                    <a:pt x="28" y="2416"/>
                    <a:pt x="122" y="2457"/>
                  </a:cubicBezTo>
                  <a:cubicBezTo>
                    <a:pt x="178" y="2481"/>
                    <a:pt x="234" y="2493"/>
                    <a:pt x="288" y="2493"/>
                  </a:cubicBezTo>
                  <a:cubicBezTo>
                    <a:pt x="457" y="2493"/>
                    <a:pt x="597" y="2379"/>
                    <a:pt x="587" y="2171"/>
                  </a:cubicBezTo>
                  <a:cubicBezTo>
                    <a:pt x="586" y="2143"/>
                    <a:pt x="580" y="2119"/>
                    <a:pt x="571" y="2098"/>
                  </a:cubicBezTo>
                  <a:lnTo>
                    <a:pt x="571" y="2098"/>
                  </a:lnTo>
                  <a:cubicBezTo>
                    <a:pt x="922" y="1522"/>
                    <a:pt x="1229" y="924"/>
                    <a:pt x="1495" y="304"/>
                  </a:cubicBezTo>
                  <a:cubicBezTo>
                    <a:pt x="1564" y="146"/>
                    <a:pt x="1425" y="1"/>
                    <a:pt x="12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4"/>
            <p:cNvSpPr/>
            <p:nvPr/>
          </p:nvSpPr>
          <p:spPr>
            <a:xfrm>
              <a:off x="1972900" y="1923600"/>
              <a:ext cx="29000" cy="55000"/>
            </a:xfrm>
            <a:custGeom>
              <a:rect b="b" l="l" r="r" t="t"/>
              <a:pathLst>
                <a:path extrusionOk="0" h="2200" w="1160">
                  <a:moveTo>
                    <a:pt x="272" y="0"/>
                  </a:moveTo>
                  <a:cubicBezTo>
                    <a:pt x="132" y="0"/>
                    <a:pt x="1" y="198"/>
                    <a:pt x="119" y="347"/>
                  </a:cubicBezTo>
                  <a:cubicBezTo>
                    <a:pt x="494" y="823"/>
                    <a:pt x="725" y="1356"/>
                    <a:pt x="679" y="1971"/>
                  </a:cubicBezTo>
                  <a:cubicBezTo>
                    <a:pt x="673" y="2039"/>
                    <a:pt x="721" y="2112"/>
                    <a:pt x="778" y="2142"/>
                  </a:cubicBezTo>
                  <a:lnTo>
                    <a:pt x="837" y="2173"/>
                  </a:lnTo>
                  <a:cubicBezTo>
                    <a:pt x="869" y="2191"/>
                    <a:pt x="902" y="2199"/>
                    <a:pt x="934" y="2199"/>
                  </a:cubicBezTo>
                  <a:cubicBezTo>
                    <a:pt x="1018" y="2199"/>
                    <a:pt x="1095" y="2144"/>
                    <a:pt x="1126" y="2056"/>
                  </a:cubicBezTo>
                  <a:cubicBezTo>
                    <a:pt x="1159" y="1960"/>
                    <a:pt x="1123" y="1870"/>
                    <a:pt x="1081" y="1784"/>
                  </a:cubicBezTo>
                  <a:lnTo>
                    <a:pt x="1081" y="1784"/>
                  </a:lnTo>
                  <a:cubicBezTo>
                    <a:pt x="1076" y="1142"/>
                    <a:pt x="799" y="575"/>
                    <a:pt x="400" y="68"/>
                  </a:cubicBezTo>
                  <a:cubicBezTo>
                    <a:pt x="362" y="20"/>
                    <a:pt x="317" y="0"/>
                    <a:pt x="27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4"/>
            <p:cNvSpPr/>
            <p:nvPr/>
          </p:nvSpPr>
          <p:spPr>
            <a:xfrm>
              <a:off x="1957625" y="1951775"/>
              <a:ext cx="43525" cy="13800"/>
            </a:xfrm>
            <a:custGeom>
              <a:rect b="b" l="l" r="r" t="t"/>
              <a:pathLst>
                <a:path extrusionOk="0" h="552" w="1741">
                  <a:moveTo>
                    <a:pt x="1518" y="1"/>
                  </a:moveTo>
                  <a:cubicBezTo>
                    <a:pt x="1509" y="1"/>
                    <a:pt x="1500" y="1"/>
                    <a:pt x="1490" y="3"/>
                  </a:cubicBezTo>
                  <a:cubicBezTo>
                    <a:pt x="1077" y="54"/>
                    <a:pt x="663" y="104"/>
                    <a:pt x="251" y="156"/>
                  </a:cubicBezTo>
                  <a:cubicBezTo>
                    <a:pt x="12" y="185"/>
                    <a:pt x="1" y="551"/>
                    <a:pt x="224" y="551"/>
                  </a:cubicBezTo>
                  <a:cubicBezTo>
                    <a:pt x="233" y="551"/>
                    <a:pt x="242" y="551"/>
                    <a:pt x="251" y="550"/>
                  </a:cubicBezTo>
                  <a:cubicBezTo>
                    <a:pt x="663" y="498"/>
                    <a:pt x="1077" y="448"/>
                    <a:pt x="1490" y="396"/>
                  </a:cubicBezTo>
                  <a:cubicBezTo>
                    <a:pt x="1730" y="366"/>
                    <a:pt x="1741" y="1"/>
                    <a:pt x="15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4"/>
            <p:cNvSpPr/>
            <p:nvPr/>
          </p:nvSpPr>
          <p:spPr>
            <a:xfrm>
              <a:off x="2041400" y="1889675"/>
              <a:ext cx="46950" cy="9850"/>
            </a:xfrm>
            <a:custGeom>
              <a:rect b="b" l="l" r="r" t="t"/>
              <a:pathLst>
                <a:path extrusionOk="0" h="394" w="1878">
                  <a:moveTo>
                    <a:pt x="254" y="0"/>
                  </a:moveTo>
                  <a:cubicBezTo>
                    <a:pt x="0" y="0"/>
                    <a:pt x="0" y="394"/>
                    <a:pt x="254" y="394"/>
                  </a:cubicBezTo>
                  <a:lnTo>
                    <a:pt x="1624" y="394"/>
                  </a:lnTo>
                  <a:cubicBezTo>
                    <a:pt x="1877" y="394"/>
                    <a:pt x="1877" y="0"/>
                    <a:pt x="162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4"/>
            <p:cNvSpPr/>
            <p:nvPr/>
          </p:nvSpPr>
          <p:spPr>
            <a:xfrm>
              <a:off x="2044525" y="1914550"/>
              <a:ext cx="37550" cy="9850"/>
            </a:xfrm>
            <a:custGeom>
              <a:rect b="b" l="l" r="r" t="t"/>
              <a:pathLst>
                <a:path extrusionOk="0" h="394" w="1502">
                  <a:moveTo>
                    <a:pt x="253" y="0"/>
                  </a:moveTo>
                  <a:cubicBezTo>
                    <a:pt x="0" y="0"/>
                    <a:pt x="0" y="394"/>
                    <a:pt x="253" y="394"/>
                  </a:cubicBezTo>
                  <a:lnTo>
                    <a:pt x="1248" y="394"/>
                  </a:lnTo>
                  <a:cubicBezTo>
                    <a:pt x="1502" y="394"/>
                    <a:pt x="1502" y="0"/>
                    <a:pt x="124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4"/>
            <p:cNvSpPr/>
            <p:nvPr/>
          </p:nvSpPr>
          <p:spPr>
            <a:xfrm>
              <a:off x="2156550" y="1869200"/>
              <a:ext cx="48775" cy="75075"/>
            </a:xfrm>
            <a:custGeom>
              <a:rect b="b" l="l" r="r" t="t"/>
              <a:pathLst>
                <a:path extrusionOk="0" h="3003" w="1951">
                  <a:moveTo>
                    <a:pt x="967" y="0"/>
                  </a:moveTo>
                  <a:cubicBezTo>
                    <a:pt x="711" y="0"/>
                    <a:pt x="451" y="123"/>
                    <a:pt x="305" y="351"/>
                  </a:cubicBezTo>
                  <a:cubicBezTo>
                    <a:pt x="209" y="498"/>
                    <a:pt x="344" y="639"/>
                    <a:pt x="482" y="639"/>
                  </a:cubicBezTo>
                  <a:cubicBezTo>
                    <a:pt x="541" y="639"/>
                    <a:pt x="601" y="612"/>
                    <a:pt x="642" y="547"/>
                  </a:cubicBezTo>
                  <a:cubicBezTo>
                    <a:pt x="721" y="425"/>
                    <a:pt x="814" y="376"/>
                    <a:pt x="904" y="376"/>
                  </a:cubicBezTo>
                  <a:cubicBezTo>
                    <a:pt x="1240" y="376"/>
                    <a:pt x="1532" y="1063"/>
                    <a:pt x="863" y="1120"/>
                  </a:cubicBezTo>
                  <a:cubicBezTo>
                    <a:pt x="751" y="1130"/>
                    <a:pt x="673" y="1203"/>
                    <a:pt x="665" y="1317"/>
                  </a:cubicBezTo>
                  <a:cubicBezTo>
                    <a:pt x="641" y="1710"/>
                    <a:pt x="1030" y="1612"/>
                    <a:pt x="1278" y="1685"/>
                  </a:cubicBezTo>
                  <a:cubicBezTo>
                    <a:pt x="1706" y="1813"/>
                    <a:pt x="1523" y="2355"/>
                    <a:pt x="1231" y="2505"/>
                  </a:cubicBezTo>
                  <a:cubicBezTo>
                    <a:pt x="1061" y="2593"/>
                    <a:pt x="866" y="2619"/>
                    <a:pt x="670" y="2619"/>
                  </a:cubicBezTo>
                  <a:cubicBezTo>
                    <a:pt x="528" y="2619"/>
                    <a:pt x="386" y="2605"/>
                    <a:pt x="253" y="2593"/>
                  </a:cubicBezTo>
                  <a:cubicBezTo>
                    <a:pt x="246" y="2592"/>
                    <a:pt x="239" y="2592"/>
                    <a:pt x="232" y="2592"/>
                  </a:cubicBezTo>
                  <a:cubicBezTo>
                    <a:pt x="0" y="2592"/>
                    <a:pt x="10" y="2964"/>
                    <a:pt x="253" y="2986"/>
                  </a:cubicBezTo>
                  <a:cubicBezTo>
                    <a:pt x="356" y="2996"/>
                    <a:pt x="467" y="3002"/>
                    <a:pt x="581" y="3002"/>
                  </a:cubicBezTo>
                  <a:cubicBezTo>
                    <a:pt x="1156" y="3002"/>
                    <a:pt x="1807" y="2846"/>
                    <a:pt x="1911" y="2201"/>
                  </a:cubicBezTo>
                  <a:cubicBezTo>
                    <a:pt x="1951" y="1960"/>
                    <a:pt x="1895" y="1681"/>
                    <a:pt x="1729" y="1495"/>
                  </a:cubicBezTo>
                  <a:cubicBezTo>
                    <a:pt x="1673" y="1432"/>
                    <a:pt x="1516" y="1353"/>
                    <a:pt x="1369" y="1306"/>
                  </a:cubicBezTo>
                  <a:lnTo>
                    <a:pt x="1369" y="1306"/>
                  </a:lnTo>
                  <a:cubicBezTo>
                    <a:pt x="1651" y="1078"/>
                    <a:pt x="1799" y="699"/>
                    <a:pt x="1587" y="342"/>
                  </a:cubicBezTo>
                  <a:cubicBezTo>
                    <a:pt x="1448" y="110"/>
                    <a:pt x="1209" y="0"/>
                    <a:pt x="9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4"/>
            <p:cNvSpPr/>
            <p:nvPr/>
          </p:nvSpPr>
          <p:spPr>
            <a:xfrm>
              <a:off x="2219575" y="1856975"/>
              <a:ext cx="462525" cy="109825"/>
            </a:xfrm>
            <a:custGeom>
              <a:rect b="b" l="l" r="r" t="t"/>
              <a:pathLst>
                <a:path extrusionOk="0" h="4393" w="18501">
                  <a:moveTo>
                    <a:pt x="18259" y="1"/>
                  </a:moveTo>
                  <a:cubicBezTo>
                    <a:pt x="18255" y="1"/>
                    <a:pt x="18251" y="1"/>
                    <a:pt x="18247" y="1"/>
                  </a:cubicBezTo>
                  <a:cubicBezTo>
                    <a:pt x="14815" y="157"/>
                    <a:pt x="11380" y="235"/>
                    <a:pt x="7945" y="235"/>
                  </a:cubicBezTo>
                  <a:cubicBezTo>
                    <a:pt x="5995" y="235"/>
                    <a:pt x="4044" y="210"/>
                    <a:pt x="2094" y="160"/>
                  </a:cubicBezTo>
                  <a:cubicBezTo>
                    <a:pt x="2092" y="160"/>
                    <a:pt x="2089" y="160"/>
                    <a:pt x="2087" y="160"/>
                  </a:cubicBezTo>
                  <a:cubicBezTo>
                    <a:pt x="1976" y="160"/>
                    <a:pt x="1908" y="255"/>
                    <a:pt x="1898" y="356"/>
                  </a:cubicBezTo>
                  <a:cubicBezTo>
                    <a:pt x="1793" y="1423"/>
                    <a:pt x="1687" y="2490"/>
                    <a:pt x="1582" y="3558"/>
                  </a:cubicBezTo>
                  <a:lnTo>
                    <a:pt x="1582" y="3558"/>
                  </a:lnTo>
                  <a:cubicBezTo>
                    <a:pt x="1160" y="2790"/>
                    <a:pt x="780" y="2004"/>
                    <a:pt x="439" y="1192"/>
                  </a:cubicBezTo>
                  <a:cubicBezTo>
                    <a:pt x="402" y="1101"/>
                    <a:pt x="320" y="1061"/>
                    <a:pt x="240" y="1061"/>
                  </a:cubicBezTo>
                  <a:cubicBezTo>
                    <a:pt x="118" y="1061"/>
                    <a:pt x="1" y="1154"/>
                    <a:pt x="60" y="1297"/>
                  </a:cubicBezTo>
                  <a:cubicBezTo>
                    <a:pt x="491" y="2329"/>
                    <a:pt x="983" y="3327"/>
                    <a:pt x="1547" y="4296"/>
                  </a:cubicBezTo>
                  <a:cubicBezTo>
                    <a:pt x="1586" y="4363"/>
                    <a:pt x="1645" y="4392"/>
                    <a:pt x="1704" y="4392"/>
                  </a:cubicBezTo>
                  <a:cubicBezTo>
                    <a:pt x="1803" y="4392"/>
                    <a:pt x="1902" y="4312"/>
                    <a:pt x="1914" y="4196"/>
                  </a:cubicBezTo>
                  <a:cubicBezTo>
                    <a:pt x="1995" y="3362"/>
                    <a:pt x="2077" y="2531"/>
                    <a:pt x="2158" y="1699"/>
                  </a:cubicBezTo>
                  <a:cubicBezTo>
                    <a:pt x="2198" y="1294"/>
                    <a:pt x="2103" y="799"/>
                    <a:pt x="2479" y="562"/>
                  </a:cubicBezTo>
                  <a:cubicBezTo>
                    <a:pt x="2539" y="524"/>
                    <a:pt x="2647" y="511"/>
                    <a:pt x="2773" y="511"/>
                  </a:cubicBezTo>
                  <a:cubicBezTo>
                    <a:pt x="3071" y="511"/>
                    <a:pt x="3477" y="585"/>
                    <a:pt x="3633" y="588"/>
                  </a:cubicBezTo>
                  <a:cubicBezTo>
                    <a:pt x="5103" y="617"/>
                    <a:pt x="6571" y="631"/>
                    <a:pt x="8041" y="631"/>
                  </a:cubicBezTo>
                  <a:cubicBezTo>
                    <a:pt x="8174" y="631"/>
                    <a:pt x="8308" y="631"/>
                    <a:pt x="8441" y="631"/>
                  </a:cubicBezTo>
                  <a:cubicBezTo>
                    <a:pt x="11711" y="624"/>
                    <a:pt x="14979" y="542"/>
                    <a:pt x="18247" y="395"/>
                  </a:cubicBezTo>
                  <a:cubicBezTo>
                    <a:pt x="18495" y="384"/>
                    <a:pt x="18501" y="1"/>
                    <a:pt x="1825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4"/>
            <p:cNvSpPr/>
            <p:nvPr/>
          </p:nvSpPr>
          <p:spPr>
            <a:xfrm>
              <a:off x="2310575" y="1900800"/>
              <a:ext cx="54225" cy="65350"/>
            </a:xfrm>
            <a:custGeom>
              <a:rect b="b" l="l" r="r" t="t"/>
              <a:pathLst>
                <a:path extrusionOk="0" h="2614" w="2169">
                  <a:moveTo>
                    <a:pt x="1121" y="1"/>
                  </a:moveTo>
                  <a:cubicBezTo>
                    <a:pt x="781" y="1"/>
                    <a:pt x="454" y="96"/>
                    <a:pt x="251" y="393"/>
                  </a:cubicBezTo>
                  <a:cubicBezTo>
                    <a:pt x="0" y="758"/>
                    <a:pt x="30" y="1294"/>
                    <a:pt x="445" y="1521"/>
                  </a:cubicBezTo>
                  <a:cubicBezTo>
                    <a:pt x="476" y="1537"/>
                    <a:pt x="511" y="1545"/>
                    <a:pt x="545" y="1545"/>
                  </a:cubicBezTo>
                  <a:cubicBezTo>
                    <a:pt x="596" y="1545"/>
                    <a:pt x="647" y="1527"/>
                    <a:pt x="684" y="1489"/>
                  </a:cubicBezTo>
                  <a:cubicBezTo>
                    <a:pt x="791" y="1384"/>
                    <a:pt x="947" y="1326"/>
                    <a:pt x="1101" y="1326"/>
                  </a:cubicBezTo>
                  <a:cubicBezTo>
                    <a:pt x="1252" y="1326"/>
                    <a:pt x="1402" y="1382"/>
                    <a:pt x="1503" y="1503"/>
                  </a:cubicBezTo>
                  <a:cubicBezTo>
                    <a:pt x="1773" y="1830"/>
                    <a:pt x="1423" y="2211"/>
                    <a:pt x="1078" y="2211"/>
                  </a:cubicBezTo>
                  <a:cubicBezTo>
                    <a:pt x="1024" y="2211"/>
                    <a:pt x="969" y="2201"/>
                    <a:pt x="918" y="2181"/>
                  </a:cubicBezTo>
                  <a:cubicBezTo>
                    <a:pt x="892" y="2170"/>
                    <a:pt x="868" y="2166"/>
                    <a:pt x="846" y="2166"/>
                  </a:cubicBezTo>
                  <a:cubicBezTo>
                    <a:pt x="666" y="2166"/>
                    <a:pt x="605" y="2477"/>
                    <a:pt x="813" y="2560"/>
                  </a:cubicBezTo>
                  <a:cubicBezTo>
                    <a:pt x="905" y="2597"/>
                    <a:pt x="1000" y="2614"/>
                    <a:pt x="1094" y="2614"/>
                  </a:cubicBezTo>
                  <a:cubicBezTo>
                    <a:pt x="1650" y="2614"/>
                    <a:pt x="2168" y="2017"/>
                    <a:pt x="1927" y="1453"/>
                  </a:cubicBezTo>
                  <a:cubicBezTo>
                    <a:pt x="1781" y="1110"/>
                    <a:pt x="1440" y="939"/>
                    <a:pt x="1095" y="939"/>
                  </a:cubicBezTo>
                  <a:cubicBezTo>
                    <a:pt x="901" y="939"/>
                    <a:pt x="705" y="993"/>
                    <a:pt x="542" y="1100"/>
                  </a:cubicBezTo>
                  <a:lnTo>
                    <a:pt x="542" y="1100"/>
                  </a:lnTo>
                  <a:cubicBezTo>
                    <a:pt x="376" y="904"/>
                    <a:pt x="553" y="578"/>
                    <a:pt x="764" y="468"/>
                  </a:cubicBezTo>
                  <a:cubicBezTo>
                    <a:pt x="879" y="408"/>
                    <a:pt x="1006" y="386"/>
                    <a:pt x="1136" y="386"/>
                  </a:cubicBezTo>
                  <a:cubicBezTo>
                    <a:pt x="1339" y="386"/>
                    <a:pt x="1549" y="440"/>
                    <a:pt x="1734" y="488"/>
                  </a:cubicBezTo>
                  <a:cubicBezTo>
                    <a:pt x="1753" y="494"/>
                    <a:pt x="1771" y="496"/>
                    <a:pt x="1788" y="496"/>
                  </a:cubicBezTo>
                  <a:cubicBezTo>
                    <a:pt x="1994" y="496"/>
                    <a:pt x="2065" y="169"/>
                    <a:pt x="1840" y="109"/>
                  </a:cubicBezTo>
                  <a:cubicBezTo>
                    <a:pt x="1622" y="51"/>
                    <a:pt x="1368" y="1"/>
                    <a:pt x="112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4"/>
            <p:cNvSpPr/>
            <p:nvPr/>
          </p:nvSpPr>
          <p:spPr>
            <a:xfrm>
              <a:off x="2398950" y="1908550"/>
              <a:ext cx="12025" cy="56275"/>
            </a:xfrm>
            <a:custGeom>
              <a:rect b="b" l="l" r="r" t="t"/>
              <a:pathLst>
                <a:path extrusionOk="0" h="2251" w="481">
                  <a:moveTo>
                    <a:pt x="235" y="0"/>
                  </a:moveTo>
                  <a:cubicBezTo>
                    <a:pt x="136" y="0"/>
                    <a:pt x="42" y="63"/>
                    <a:pt x="50" y="189"/>
                  </a:cubicBezTo>
                  <a:cubicBezTo>
                    <a:pt x="87" y="816"/>
                    <a:pt x="74" y="1438"/>
                    <a:pt x="14" y="2062"/>
                  </a:cubicBezTo>
                  <a:cubicBezTo>
                    <a:pt x="1" y="2188"/>
                    <a:pt x="93" y="2251"/>
                    <a:pt x="191" y="2251"/>
                  </a:cubicBezTo>
                  <a:cubicBezTo>
                    <a:pt x="289" y="2251"/>
                    <a:pt x="395" y="2188"/>
                    <a:pt x="407" y="2062"/>
                  </a:cubicBezTo>
                  <a:cubicBezTo>
                    <a:pt x="468" y="1438"/>
                    <a:pt x="480" y="816"/>
                    <a:pt x="443" y="189"/>
                  </a:cubicBezTo>
                  <a:cubicBezTo>
                    <a:pt x="436" y="63"/>
                    <a:pt x="333" y="0"/>
                    <a:pt x="2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4"/>
            <p:cNvSpPr/>
            <p:nvPr/>
          </p:nvSpPr>
          <p:spPr>
            <a:xfrm>
              <a:off x="2382825" y="1935800"/>
              <a:ext cx="60675" cy="13325"/>
            </a:xfrm>
            <a:custGeom>
              <a:rect b="b" l="l" r="r" t="t"/>
              <a:pathLst>
                <a:path extrusionOk="0" h="533" w="2427">
                  <a:moveTo>
                    <a:pt x="1240" y="0"/>
                  </a:moveTo>
                  <a:cubicBezTo>
                    <a:pt x="900" y="0"/>
                    <a:pt x="560" y="48"/>
                    <a:pt x="224" y="145"/>
                  </a:cubicBezTo>
                  <a:cubicBezTo>
                    <a:pt x="1" y="209"/>
                    <a:pt x="70" y="533"/>
                    <a:pt x="269" y="533"/>
                  </a:cubicBezTo>
                  <a:cubicBezTo>
                    <a:pt x="287" y="533"/>
                    <a:pt x="306" y="530"/>
                    <a:pt x="327" y="524"/>
                  </a:cubicBezTo>
                  <a:cubicBezTo>
                    <a:pt x="633" y="438"/>
                    <a:pt x="937" y="394"/>
                    <a:pt x="1242" y="394"/>
                  </a:cubicBezTo>
                  <a:cubicBezTo>
                    <a:pt x="1526" y="394"/>
                    <a:pt x="1811" y="432"/>
                    <a:pt x="2097" y="509"/>
                  </a:cubicBezTo>
                  <a:cubicBezTo>
                    <a:pt x="2117" y="514"/>
                    <a:pt x="2135" y="516"/>
                    <a:pt x="2153" y="516"/>
                  </a:cubicBezTo>
                  <a:cubicBezTo>
                    <a:pt x="2356" y="516"/>
                    <a:pt x="2426" y="190"/>
                    <a:pt x="2202" y="129"/>
                  </a:cubicBezTo>
                  <a:cubicBezTo>
                    <a:pt x="1882" y="43"/>
                    <a:pt x="1561" y="0"/>
                    <a:pt x="124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4"/>
            <p:cNvSpPr/>
            <p:nvPr/>
          </p:nvSpPr>
          <p:spPr>
            <a:xfrm>
              <a:off x="2459825" y="1902475"/>
              <a:ext cx="54500" cy="62525"/>
            </a:xfrm>
            <a:custGeom>
              <a:rect b="b" l="l" r="r" t="t"/>
              <a:pathLst>
                <a:path extrusionOk="0" h="2501" w="2180">
                  <a:moveTo>
                    <a:pt x="751" y="1"/>
                  </a:moveTo>
                  <a:cubicBezTo>
                    <a:pt x="567" y="1"/>
                    <a:pt x="382" y="71"/>
                    <a:pt x="249" y="224"/>
                  </a:cubicBezTo>
                  <a:cubicBezTo>
                    <a:pt x="122" y="370"/>
                    <a:pt x="253" y="568"/>
                    <a:pt x="396" y="568"/>
                  </a:cubicBezTo>
                  <a:cubicBezTo>
                    <a:pt x="441" y="568"/>
                    <a:pt x="487" y="549"/>
                    <a:pt x="526" y="503"/>
                  </a:cubicBezTo>
                  <a:cubicBezTo>
                    <a:pt x="591" y="429"/>
                    <a:pt x="676" y="396"/>
                    <a:pt x="758" y="396"/>
                  </a:cubicBezTo>
                  <a:cubicBezTo>
                    <a:pt x="926" y="396"/>
                    <a:pt x="1082" y="532"/>
                    <a:pt x="1023" y="736"/>
                  </a:cubicBezTo>
                  <a:cubicBezTo>
                    <a:pt x="972" y="911"/>
                    <a:pt x="767" y="1061"/>
                    <a:pt x="638" y="1177"/>
                  </a:cubicBezTo>
                  <a:cubicBezTo>
                    <a:pt x="370" y="1418"/>
                    <a:pt x="91" y="1660"/>
                    <a:pt x="21" y="2029"/>
                  </a:cubicBezTo>
                  <a:cubicBezTo>
                    <a:pt x="1" y="2134"/>
                    <a:pt x="50" y="2242"/>
                    <a:pt x="158" y="2271"/>
                  </a:cubicBezTo>
                  <a:cubicBezTo>
                    <a:pt x="718" y="2423"/>
                    <a:pt x="1285" y="2500"/>
                    <a:pt x="1863" y="2500"/>
                  </a:cubicBezTo>
                  <a:cubicBezTo>
                    <a:pt x="1884" y="2500"/>
                    <a:pt x="1904" y="2500"/>
                    <a:pt x="1925" y="2500"/>
                  </a:cubicBezTo>
                  <a:cubicBezTo>
                    <a:pt x="2179" y="2499"/>
                    <a:pt x="2180" y="2106"/>
                    <a:pt x="1926" y="2106"/>
                  </a:cubicBezTo>
                  <a:cubicBezTo>
                    <a:pt x="1926" y="2106"/>
                    <a:pt x="1925" y="2106"/>
                    <a:pt x="1925" y="2106"/>
                  </a:cubicBezTo>
                  <a:cubicBezTo>
                    <a:pt x="1904" y="2107"/>
                    <a:pt x="1882" y="2107"/>
                    <a:pt x="1861" y="2107"/>
                  </a:cubicBezTo>
                  <a:cubicBezTo>
                    <a:pt x="1386" y="2107"/>
                    <a:pt x="925" y="2053"/>
                    <a:pt x="465" y="1944"/>
                  </a:cubicBezTo>
                  <a:lnTo>
                    <a:pt x="465" y="1944"/>
                  </a:lnTo>
                  <a:cubicBezTo>
                    <a:pt x="706" y="1466"/>
                    <a:pt x="1420" y="1259"/>
                    <a:pt x="1435" y="653"/>
                  </a:cubicBezTo>
                  <a:cubicBezTo>
                    <a:pt x="1445" y="251"/>
                    <a:pt x="1099" y="1"/>
                    <a:pt x="7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4"/>
            <p:cNvSpPr/>
            <p:nvPr/>
          </p:nvSpPr>
          <p:spPr>
            <a:xfrm>
              <a:off x="2525350" y="1899150"/>
              <a:ext cx="48275" cy="68150"/>
            </a:xfrm>
            <a:custGeom>
              <a:rect b="b" l="l" r="r" t="t"/>
              <a:pathLst>
                <a:path extrusionOk="0" h="2726" w="1931">
                  <a:moveTo>
                    <a:pt x="1658" y="0"/>
                  </a:moveTo>
                  <a:cubicBezTo>
                    <a:pt x="1599" y="0"/>
                    <a:pt x="1540" y="28"/>
                    <a:pt x="1500" y="94"/>
                  </a:cubicBezTo>
                  <a:cubicBezTo>
                    <a:pt x="1030" y="874"/>
                    <a:pt x="561" y="1652"/>
                    <a:pt x="91" y="2433"/>
                  </a:cubicBezTo>
                  <a:cubicBezTo>
                    <a:pt x="1" y="2585"/>
                    <a:pt x="136" y="2725"/>
                    <a:pt x="271" y="2725"/>
                  </a:cubicBezTo>
                  <a:cubicBezTo>
                    <a:pt x="331" y="2725"/>
                    <a:pt x="391" y="2698"/>
                    <a:pt x="431" y="2632"/>
                  </a:cubicBezTo>
                  <a:cubicBezTo>
                    <a:pt x="900" y="1851"/>
                    <a:pt x="1371" y="1073"/>
                    <a:pt x="1839" y="293"/>
                  </a:cubicBezTo>
                  <a:cubicBezTo>
                    <a:pt x="1931" y="142"/>
                    <a:pt x="1794" y="0"/>
                    <a:pt x="165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4"/>
            <p:cNvSpPr/>
            <p:nvPr/>
          </p:nvSpPr>
          <p:spPr>
            <a:xfrm>
              <a:off x="2559075" y="1901050"/>
              <a:ext cx="44675" cy="67175"/>
            </a:xfrm>
            <a:custGeom>
              <a:rect b="b" l="l" r="r" t="t"/>
              <a:pathLst>
                <a:path extrusionOk="0" h="2687" w="1787">
                  <a:moveTo>
                    <a:pt x="277" y="0"/>
                  </a:moveTo>
                  <a:cubicBezTo>
                    <a:pt x="138" y="0"/>
                    <a:pt x="0" y="141"/>
                    <a:pt x="99" y="288"/>
                  </a:cubicBezTo>
                  <a:cubicBezTo>
                    <a:pt x="586" y="1020"/>
                    <a:pt x="1010" y="1785"/>
                    <a:pt x="1375" y="2584"/>
                  </a:cubicBezTo>
                  <a:cubicBezTo>
                    <a:pt x="1408" y="2656"/>
                    <a:pt x="1464" y="2686"/>
                    <a:pt x="1522" y="2686"/>
                  </a:cubicBezTo>
                  <a:cubicBezTo>
                    <a:pt x="1649" y="2686"/>
                    <a:pt x="1787" y="2543"/>
                    <a:pt x="1714" y="2385"/>
                  </a:cubicBezTo>
                  <a:cubicBezTo>
                    <a:pt x="1349" y="1585"/>
                    <a:pt x="924" y="821"/>
                    <a:pt x="439" y="89"/>
                  </a:cubicBezTo>
                  <a:cubicBezTo>
                    <a:pt x="397" y="26"/>
                    <a:pt x="337" y="0"/>
                    <a:pt x="2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4"/>
            <p:cNvSpPr/>
            <p:nvPr/>
          </p:nvSpPr>
          <p:spPr>
            <a:xfrm>
              <a:off x="2538900" y="1940850"/>
              <a:ext cx="56200" cy="9850"/>
            </a:xfrm>
            <a:custGeom>
              <a:rect b="b" l="l" r="r" t="t"/>
              <a:pathLst>
                <a:path extrusionOk="0" h="394" w="2248">
                  <a:moveTo>
                    <a:pt x="252" y="0"/>
                  </a:moveTo>
                  <a:cubicBezTo>
                    <a:pt x="0" y="0"/>
                    <a:pt x="0" y="394"/>
                    <a:pt x="252" y="394"/>
                  </a:cubicBezTo>
                  <a:lnTo>
                    <a:pt x="1993" y="394"/>
                  </a:lnTo>
                  <a:cubicBezTo>
                    <a:pt x="2248" y="394"/>
                    <a:pt x="2248" y="0"/>
                    <a:pt x="19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4"/>
            <p:cNvSpPr/>
            <p:nvPr/>
          </p:nvSpPr>
          <p:spPr>
            <a:xfrm>
              <a:off x="2609150" y="1895375"/>
              <a:ext cx="50125" cy="66775"/>
            </a:xfrm>
            <a:custGeom>
              <a:rect b="b" l="l" r="r" t="t"/>
              <a:pathLst>
                <a:path extrusionOk="0" h="2671" w="2005">
                  <a:moveTo>
                    <a:pt x="419" y="1404"/>
                  </a:moveTo>
                  <a:cubicBezTo>
                    <a:pt x="440" y="1445"/>
                    <a:pt x="478" y="1482"/>
                    <a:pt x="534" y="1504"/>
                  </a:cubicBezTo>
                  <a:cubicBezTo>
                    <a:pt x="837" y="1627"/>
                    <a:pt x="1140" y="1751"/>
                    <a:pt x="1443" y="1874"/>
                  </a:cubicBezTo>
                  <a:lnTo>
                    <a:pt x="1443" y="1874"/>
                  </a:lnTo>
                  <a:cubicBezTo>
                    <a:pt x="1375" y="2217"/>
                    <a:pt x="1000" y="2283"/>
                    <a:pt x="660" y="2283"/>
                  </a:cubicBezTo>
                  <a:cubicBezTo>
                    <a:pt x="608" y="2283"/>
                    <a:pt x="557" y="2282"/>
                    <a:pt x="507" y="2279"/>
                  </a:cubicBezTo>
                  <a:lnTo>
                    <a:pt x="507" y="2279"/>
                  </a:lnTo>
                  <a:cubicBezTo>
                    <a:pt x="461" y="1988"/>
                    <a:pt x="432" y="1697"/>
                    <a:pt x="419" y="1404"/>
                  </a:cubicBezTo>
                  <a:close/>
                  <a:moveTo>
                    <a:pt x="406" y="0"/>
                  </a:moveTo>
                  <a:cubicBezTo>
                    <a:pt x="174" y="0"/>
                    <a:pt x="182" y="374"/>
                    <a:pt x="425" y="395"/>
                  </a:cubicBezTo>
                  <a:cubicBezTo>
                    <a:pt x="823" y="430"/>
                    <a:pt x="1180" y="531"/>
                    <a:pt x="1529" y="704"/>
                  </a:cubicBezTo>
                  <a:lnTo>
                    <a:pt x="1529" y="704"/>
                  </a:lnTo>
                  <a:cubicBezTo>
                    <a:pt x="1377" y="973"/>
                    <a:pt x="1099" y="1137"/>
                    <a:pt x="789" y="1137"/>
                  </a:cubicBezTo>
                  <a:cubicBezTo>
                    <a:pt x="741" y="1137"/>
                    <a:pt x="692" y="1133"/>
                    <a:pt x="643" y="1125"/>
                  </a:cubicBezTo>
                  <a:lnTo>
                    <a:pt x="643" y="1125"/>
                  </a:lnTo>
                  <a:cubicBezTo>
                    <a:pt x="642" y="1125"/>
                    <a:pt x="642" y="1125"/>
                    <a:pt x="642" y="1125"/>
                  </a:cubicBezTo>
                  <a:cubicBezTo>
                    <a:pt x="642" y="1125"/>
                    <a:pt x="642" y="1125"/>
                    <a:pt x="642" y="1125"/>
                  </a:cubicBezTo>
                  <a:lnTo>
                    <a:pt x="642" y="1125"/>
                  </a:lnTo>
                  <a:cubicBezTo>
                    <a:pt x="641" y="1125"/>
                    <a:pt x="641" y="1125"/>
                    <a:pt x="640" y="1125"/>
                  </a:cubicBezTo>
                  <a:cubicBezTo>
                    <a:pt x="625" y="1122"/>
                    <a:pt x="610" y="1121"/>
                    <a:pt x="596" y="1121"/>
                  </a:cubicBezTo>
                  <a:cubicBezTo>
                    <a:pt x="506" y="1121"/>
                    <a:pt x="442" y="1172"/>
                    <a:pt x="414" y="1238"/>
                  </a:cubicBezTo>
                  <a:lnTo>
                    <a:pt x="414" y="1238"/>
                  </a:lnTo>
                  <a:cubicBezTo>
                    <a:pt x="409" y="1022"/>
                    <a:pt x="414" y="805"/>
                    <a:pt x="427" y="587"/>
                  </a:cubicBezTo>
                  <a:cubicBezTo>
                    <a:pt x="436" y="460"/>
                    <a:pt x="342" y="396"/>
                    <a:pt x="244" y="396"/>
                  </a:cubicBezTo>
                  <a:cubicBezTo>
                    <a:pt x="146" y="396"/>
                    <a:pt x="45" y="459"/>
                    <a:pt x="38" y="585"/>
                  </a:cubicBezTo>
                  <a:cubicBezTo>
                    <a:pt x="0" y="1237"/>
                    <a:pt x="40" y="1875"/>
                    <a:pt x="153" y="2518"/>
                  </a:cubicBezTo>
                  <a:cubicBezTo>
                    <a:pt x="169" y="2607"/>
                    <a:pt x="262" y="2657"/>
                    <a:pt x="344" y="2662"/>
                  </a:cubicBezTo>
                  <a:cubicBezTo>
                    <a:pt x="416" y="2667"/>
                    <a:pt x="490" y="2670"/>
                    <a:pt x="566" y="2670"/>
                  </a:cubicBezTo>
                  <a:cubicBezTo>
                    <a:pt x="1174" y="2670"/>
                    <a:pt x="1863" y="2484"/>
                    <a:pt x="1850" y="1746"/>
                  </a:cubicBezTo>
                  <a:cubicBezTo>
                    <a:pt x="1848" y="1652"/>
                    <a:pt x="1787" y="1590"/>
                    <a:pt x="1705" y="1557"/>
                  </a:cubicBezTo>
                  <a:cubicBezTo>
                    <a:pt x="1578" y="1506"/>
                    <a:pt x="1452" y="1455"/>
                    <a:pt x="1325" y="1403"/>
                  </a:cubicBezTo>
                  <a:lnTo>
                    <a:pt x="1325" y="1403"/>
                  </a:lnTo>
                  <a:cubicBezTo>
                    <a:pt x="1618" y="1264"/>
                    <a:pt x="1852" y="1010"/>
                    <a:pt x="1976" y="670"/>
                  </a:cubicBezTo>
                  <a:cubicBezTo>
                    <a:pt x="2004" y="588"/>
                    <a:pt x="1956" y="486"/>
                    <a:pt x="1884" y="448"/>
                  </a:cubicBezTo>
                  <a:cubicBezTo>
                    <a:pt x="1426" y="190"/>
                    <a:pt x="949" y="47"/>
                    <a:pt x="425" y="1"/>
                  </a:cubicBezTo>
                  <a:cubicBezTo>
                    <a:pt x="419" y="1"/>
                    <a:pt x="412" y="0"/>
                    <a:pt x="40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4"/>
            <p:cNvSpPr/>
            <p:nvPr/>
          </p:nvSpPr>
          <p:spPr>
            <a:xfrm>
              <a:off x="2059175" y="2063550"/>
              <a:ext cx="45650" cy="16200"/>
            </a:xfrm>
            <a:custGeom>
              <a:rect b="b" l="l" r="r" t="t"/>
              <a:pathLst>
                <a:path extrusionOk="0" h="648" w="1826">
                  <a:moveTo>
                    <a:pt x="573" y="0"/>
                  </a:moveTo>
                  <a:cubicBezTo>
                    <a:pt x="463" y="0"/>
                    <a:pt x="352" y="8"/>
                    <a:pt x="240" y="24"/>
                  </a:cubicBezTo>
                  <a:cubicBezTo>
                    <a:pt x="0" y="57"/>
                    <a:pt x="86" y="405"/>
                    <a:pt x="312" y="405"/>
                  </a:cubicBezTo>
                  <a:cubicBezTo>
                    <a:pt x="322" y="405"/>
                    <a:pt x="332" y="405"/>
                    <a:pt x="343" y="403"/>
                  </a:cubicBezTo>
                  <a:cubicBezTo>
                    <a:pt x="421" y="392"/>
                    <a:pt x="498" y="387"/>
                    <a:pt x="575" y="387"/>
                  </a:cubicBezTo>
                  <a:cubicBezTo>
                    <a:pt x="877" y="387"/>
                    <a:pt x="1170" y="469"/>
                    <a:pt x="1438" y="621"/>
                  </a:cubicBezTo>
                  <a:cubicBezTo>
                    <a:pt x="1471" y="640"/>
                    <a:pt x="1504" y="648"/>
                    <a:pt x="1535" y="648"/>
                  </a:cubicBezTo>
                  <a:cubicBezTo>
                    <a:pt x="1710" y="648"/>
                    <a:pt x="1826" y="387"/>
                    <a:pt x="1637" y="280"/>
                  </a:cubicBezTo>
                  <a:cubicBezTo>
                    <a:pt x="1301" y="91"/>
                    <a:pt x="944" y="0"/>
                    <a:pt x="57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4"/>
            <p:cNvSpPr/>
            <p:nvPr/>
          </p:nvSpPr>
          <p:spPr>
            <a:xfrm>
              <a:off x="2065450" y="2088500"/>
              <a:ext cx="39325" cy="13475"/>
            </a:xfrm>
            <a:custGeom>
              <a:rect b="b" l="l" r="r" t="t"/>
              <a:pathLst>
                <a:path extrusionOk="0" h="539" w="1573">
                  <a:moveTo>
                    <a:pt x="1265" y="1"/>
                  </a:moveTo>
                  <a:cubicBezTo>
                    <a:pt x="1253" y="1"/>
                    <a:pt x="1241" y="2"/>
                    <a:pt x="1229" y="4"/>
                  </a:cubicBezTo>
                  <a:cubicBezTo>
                    <a:pt x="898" y="55"/>
                    <a:pt x="569" y="105"/>
                    <a:pt x="237" y="157"/>
                  </a:cubicBezTo>
                  <a:cubicBezTo>
                    <a:pt x="1" y="194"/>
                    <a:pt x="84" y="539"/>
                    <a:pt x="307" y="539"/>
                  </a:cubicBezTo>
                  <a:cubicBezTo>
                    <a:pt x="319" y="539"/>
                    <a:pt x="331" y="538"/>
                    <a:pt x="343" y="536"/>
                  </a:cubicBezTo>
                  <a:cubicBezTo>
                    <a:pt x="673" y="485"/>
                    <a:pt x="1003" y="434"/>
                    <a:pt x="1335" y="383"/>
                  </a:cubicBezTo>
                  <a:cubicBezTo>
                    <a:pt x="1573" y="345"/>
                    <a:pt x="1488" y="1"/>
                    <a:pt x="126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4"/>
            <p:cNvSpPr/>
            <p:nvPr/>
          </p:nvSpPr>
          <p:spPr>
            <a:xfrm>
              <a:off x="2173250" y="2048800"/>
              <a:ext cx="57950" cy="91875"/>
            </a:xfrm>
            <a:custGeom>
              <a:rect b="b" l="l" r="r" t="t"/>
              <a:pathLst>
                <a:path extrusionOk="0" h="3675" w="2318">
                  <a:moveTo>
                    <a:pt x="1304" y="483"/>
                  </a:moveTo>
                  <a:cubicBezTo>
                    <a:pt x="1399" y="483"/>
                    <a:pt x="1505" y="503"/>
                    <a:pt x="1621" y="542"/>
                  </a:cubicBezTo>
                  <a:cubicBezTo>
                    <a:pt x="1649" y="588"/>
                    <a:pt x="1687" y="615"/>
                    <a:pt x="1727" y="627"/>
                  </a:cubicBezTo>
                  <a:lnTo>
                    <a:pt x="1727" y="627"/>
                  </a:lnTo>
                  <a:cubicBezTo>
                    <a:pt x="1712" y="655"/>
                    <a:pt x="1704" y="687"/>
                    <a:pt x="1708" y="726"/>
                  </a:cubicBezTo>
                  <a:cubicBezTo>
                    <a:pt x="1712" y="743"/>
                    <a:pt x="1715" y="760"/>
                    <a:pt x="1718" y="777"/>
                  </a:cubicBezTo>
                  <a:lnTo>
                    <a:pt x="1718" y="777"/>
                  </a:lnTo>
                  <a:cubicBezTo>
                    <a:pt x="1717" y="777"/>
                    <a:pt x="1715" y="777"/>
                    <a:pt x="1714" y="777"/>
                  </a:cubicBezTo>
                  <a:cubicBezTo>
                    <a:pt x="1718" y="805"/>
                    <a:pt x="1722" y="833"/>
                    <a:pt x="1727" y="861"/>
                  </a:cubicBezTo>
                  <a:lnTo>
                    <a:pt x="1727" y="861"/>
                  </a:lnTo>
                  <a:cubicBezTo>
                    <a:pt x="1732" y="998"/>
                    <a:pt x="1696" y="1131"/>
                    <a:pt x="1619" y="1261"/>
                  </a:cubicBezTo>
                  <a:cubicBezTo>
                    <a:pt x="1526" y="1447"/>
                    <a:pt x="1428" y="1541"/>
                    <a:pt x="1326" y="1541"/>
                  </a:cubicBezTo>
                  <a:cubicBezTo>
                    <a:pt x="1226" y="1541"/>
                    <a:pt x="1121" y="1451"/>
                    <a:pt x="1011" y="1271"/>
                  </a:cubicBezTo>
                  <a:cubicBezTo>
                    <a:pt x="663" y="1171"/>
                    <a:pt x="590" y="1026"/>
                    <a:pt x="786" y="836"/>
                  </a:cubicBezTo>
                  <a:cubicBezTo>
                    <a:pt x="897" y="601"/>
                    <a:pt x="1070" y="483"/>
                    <a:pt x="1304" y="483"/>
                  </a:cubicBezTo>
                  <a:close/>
                  <a:moveTo>
                    <a:pt x="1390" y="0"/>
                  </a:moveTo>
                  <a:cubicBezTo>
                    <a:pt x="745" y="0"/>
                    <a:pt x="0" y="905"/>
                    <a:pt x="224" y="1529"/>
                  </a:cubicBezTo>
                  <a:cubicBezTo>
                    <a:pt x="344" y="1864"/>
                    <a:pt x="681" y="2023"/>
                    <a:pt x="1017" y="2023"/>
                  </a:cubicBezTo>
                  <a:cubicBezTo>
                    <a:pt x="1137" y="2023"/>
                    <a:pt x="1258" y="2002"/>
                    <a:pt x="1367" y="1962"/>
                  </a:cubicBezTo>
                  <a:cubicBezTo>
                    <a:pt x="1540" y="1898"/>
                    <a:pt x="1687" y="1796"/>
                    <a:pt x="1803" y="1668"/>
                  </a:cubicBezTo>
                  <a:lnTo>
                    <a:pt x="1803" y="1668"/>
                  </a:lnTo>
                  <a:cubicBezTo>
                    <a:pt x="1815" y="2356"/>
                    <a:pt x="1648" y="3039"/>
                    <a:pt x="912" y="3284"/>
                  </a:cubicBezTo>
                  <a:cubicBezTo>
                    <a:pt x="696" y="3357"/>
                    <a:pt x="759" y="3674"/>
                    <a:pt x="952" y="3674"/>
                  </a:cubicBezTo>
                  <a:cubicBezTo>
                    <a:pt x="973" y="3674"/>
                    <a:pt x="995" y="3671"/>
                    <a:pt x="1018" y="3663"/>
                  </a:cubicBezTo>
                  <a:cubicBezTo>
                    <a:pt x="2318" y="3231"/>
                    <a:pt x="2268" y="1793"/>
                    <a:pt x="2095" y="674"/>
                  </a:cubicBezTo>
                  <a:cubicBezTo>
                    <a:pt x="2082" y="597"/>
                    <a:pt x="2028" y="553"/>
                    <a:pt x="1963" y="539"/>
                  </a:cubicBezTo>
                  <a:lnTo>
                    <a:pt x="1963" y="539"/>
                  </a:lnTo>
                  <a:cubicBezTo>
                    <a:pt x="1998" y="486"/>
                    <a:pt x="2006" y="416"/>
                    <a:pt x="1961" y="345"/>
                  </a:cubicBezTo>
                  <a:cubicBezTo>
                    <a:pt x="1808" y="101"/>
                    <a:pt x="1605" y="0"/>
                    <a:pt x="13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4"/>
            <p:cNvSpPr/>
            <p:nvPr/>
          </p:nvSpPr>
          <p:spPr>
            <a:xfrm>
              <a:off x="2259000" y="2043300"/>
              <a:ext cx="216225" cy="104850"/>
            </a:xfrm>
            <a:custGeom>
              <a:rect b="b" l="l" r="r" t="t"/>
              <a:pathLst>
                <a:path extrusionOk="0" h="4194" w="8649">
                  <a:moveTo>
                    <a:pt x="8400" y="1"/>
                  </a:moveTo>
                  <a:cubicBezTo>
                    <a:pt x="8398" y="1"/>
                    <a:pt x="8396" y="1"/>
                    <a:pt x="8393" y="1"/>
                  </a:cubicBezTo>
                  <a:cubicBezTo>
                    <a:pt x="6136" y="64"/>
                    <a:pt x="3878" y="128"/>
                    <a:pt x="1619" y="190"/>
                  </a:cubicBezTo>
                  <a:cubicBezTo>
                    <a:pt x="1508" y="194"/>
                    <a:pt x="1429" y="278"/>
                    <a:pt x="1422" y="387"/>
                  </a:cubicBezTo>
                  <a:cubicBezTo>
                    <a:pt x="1361" y="1310"/>
                    <a:pt x="1303" y="2233"/>
                    <a:pt x="1243" y="3155"/>
                  </a:cubicBezTo>
                  <a:lnTo>
                    <a:pt x="1243" y="3155"/>
                  </a:lnTo>
                  <a:cubicBezTo>
                    <a:pt x="964" y="2495"/>
                    <a:pt x="685" y="1834"/>
                    <a:pt x="405" y="1175"/>
                  </a:cubicBezTo>
                  <a:cubicBezTo>
                    <a:pt x="375" y="1102"/>
                    <a:pt x="321" y="1072"/>
                    <a:pt x="264" y="1072"/>
                  </a:cubicBezTo>
                  <a:cubicBezTo>
                    <a:pt x="139" y="1072"/>
                    <a:pt x="0" y="1217"/>
                    <a:pt x="66" y="1375"/>
                  </a:cubicBezTo>
                  <a:cubicBezTo>
                    <a:pt x="448" y="2280"/>
                    <a:pt x="832" y="3187"/>
                    <a:pt x="1216" y="4093"/>
                  </a:cubicBezTo>
                  <a:cubicBezTo>
                    <a:pt x="1245" y="4165"/>
                    <a:pt x="1300" y="4194"/>
                    <a:pt x="1358" y="4194"/>
                  </a:cubicBezTo>
                  <a:cubicBezTo>
                    <a:pt x="1461" y="4194"/>
                    <a:pt x="1575" y="4104"/>
                    <a:pt x="1582" y="3993"/>
                  </a:cubicBezTo>
                  <a:cubicBezTo>
                    <a:pt x="1628" y="3272"/>
                    <a:pt x="1675" y="2550"/>
                    <a:pt x="1722" y="1829"/>
                  </a:cubicBezTo>
                  <a:cubicBezTo>
                    <a:pt x="1734" y="1656"/>
                    <a:pt x="1698" y="888"/>
                    <a:pt x="1792" y="747"/>
                  </a:cubicBezTo>
                  <a:cubicBezTo>
                    <a:pt x="1910" y="575"/>
                    <a:pt x="2101" y="545"/>
                    <a:pt x="2297" y="545"/>
                  </a:cubicBezTo>
                  <a:cubicBezTo>
                    <a:pt x="2404" y="545"/>
                    <a:pt x="2512" y="554"/>
                    <a:pt x="2611" y="554"/>
                  </a:cubicBezTo>
                  <a:cubicBezTo>
                    <a:pt x="2625" y="554"/>
                    <a:pt x="2639" y="554"/>
                    <a:pt x="2653" y="553"/>
                  </a:cubicBezTo>
                  <a:cubicBezTo>
                    <a:pt x="3323" y="536"/>
                    <a:pt x="3990" y="516"/>
                    <a:pt x="4660" y="497"/>
                  </a:cubicBezTo>
                  <a:cubicBezTo>
                    <a:pt x="5905" y="465"/>
                    <a:pt x="7148" y="429"/>
                    <a:pt x="8393" y="394"/>
                  </a:cubicBezTo>
                  <a:cubicBezTo>
                    <a:pt x="8644" y="387"/>
                    <a:pt x="8648" y="1"/>
                    <a:pt x="840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4"/>
            <p:cNvSpPr/>
            <p:nvPr/>
          </p:nvSpPr>
          <p:spPr>
            <a:xfrm>
              <a:off x="2350650" y="2082600"/>
              <a:ext cx="9875" cy="59300"/>
            </a:xfrm>
            <a:custGeom>
              <a:rect b="b" l="l" r="r" t="t"/>
              <a:pathLst>
                <a:path extrusionOk="0" h="2372" w="395">
                  <a:moveTo>
                    <a:pt x="197" y="1"/>
                  </a:moveTo>
                  <a:cubicBezTo>
                    <a:pt x="99" y="1"/>
                    <a:pt x="0" y="64"/>
                    <a:pt x="0" y="191"/>
                  </a:cubicBezTo>
                  <a:lnTo>
                    <a:pt x="0" y="2181"/>
                  </a:lnTo>
                  <a:cubicBezTo>
                    <a:pt x="0" y="2308"/>
                    <a:pt x="99" y="2372"/>
                    <a:pt x="197" y="2372"/>
                  </a:cubicBezTo>
                  <a:cubicBezTo>
                    <a:pt x="296" y="2372"/>
                    <a:pt x="394" y="2308"/>
                    <a:pt x="394" y="2181"/>
                  </a:cubicBezTo>
                  <a:lnTo>
                    <a:pt x="394" y="191"/>
                  </a:lnTo>
                  <a:cubicBezTo>
                    <a:pt x="394" y="64"/>
                    <a:pt x="296" y="1"/>
                    <a:pt x="1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4"/>
            <p:cNvSpPr/>
            <p:nvPr/>
          </p:nvSpPr>
          <p:spPr>
            <a:xfrm>
              <a:off x="2375875" y="2082150"/>
              <a:ext cx="60475" cy="62700"/>
            </a:xfrm>
            <a:custGeom>
              <a:rect b="b" l="l" r="r" t="t"/>
              <a:pathLst>
                <a:path extrusionOk="0" h="2508" w="2419">
                  <a:moveTo>
                    <a:pt x="715" y="1"/>
                  </a:moveTo>
                  <a:cubicBezTo>
                    <a:pt x="460" y="1"/>
                    <a:pt x="212" y="122"/>
                    <a:pt x="79" y="386"/>
                  </a:cubicBezTo>
                  <a:cubicBezTo>
                    <a:pt x="1" y="540"/>
                    <a:pt x="137" y="683"/>
                    <a:pt x="268" y="683"/>
                  </a:cubicBezTo>
                  <a:cubicBezTo>
                    <a:pt x="327" y="683"/>
                    <a:pt x="384" y="654"/>
                    <a:pt x="420" y="583"/>
                  </a:cubicBezTo>
                  <a:cubicBezTo>
                    <a:pt x="483" y="457"/>
                    <a:pt x="604" y="391"/>
                    <a:pt x="731" y="391"/>
                  </a:cubicBezTo>
                  <a:cubicBezTo>
                    <a:pt x="801" y="391"/>
                    <a:pt x="873" y="411"/>
                    <a:pt x="938" y="451"/>
                  </a:cubicBezTo>
                  <a:cubicBezTo>
                    <a:pt x="1153" y="581"/>
                    <a:pt x="1202" y="866"/>
                    <a:pt x="1153" y="1099"/>
                  </a:cubicBezTo>
                  <a:cubicBezTo>
                    <a:pt x="1073" y="1496"/>
                    <a:pt x="752" y="1792"/>
                    <a:pt x="474" y="2063"/>
                  </a:cubicBezTo>
                  <a:cubicBezTo>
                    <a:pt x="346" y="2187"/>
                    <a:pt x="450" y="2386"/>
                    <a:pt x="615" y="2399"/>
                  </a:cubicBezTo>
                  <a:lnTo>
                    <a:pt x="2166" y="2507"/>
                  </a:lnTo>
                  <a:cubicBezTo>
                    <a:pt x="2172" y="2507"/>
                    <a:pt x="2177" y="2507"/>
                    <a:pt x="2182" y="2507"/>
                  </a:cubicBezTo>
                  <a:cubicBezTo>
                    <a:pt x="2418" y="2507"/>
                    <a:pt x="2413" y="2130"/>
                    <a:pt x="2166" y="2113"/>
                  </a:cubicBezTo>
                  <a:lnTo>
                    <a:pt x="1046" y="2035"/>
                  </a:lnTo>
                  <a:lnTo>
                    <a:pt x="1046" y="2035"/>
                  </a:lnTo>
                  <a:cubicBezTo>
                    <a:pt x="1440" y="1583"/>
                    <a:pt x="1763" y="1005"/>
                    <a:pt x="1445" y="424"/>
                  </a:cubicBezTo>
                  <a:cubicBezTo>
                    <a:pt x="1295" y="152"/>
                    <a:pt x="1001" y="1"/>
                    <a:pt x="7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52" name="Google Shape;5052;p64"/>
          <p:cNvSpPr txBox="1"/>
          <p:nvPr>
            <p:ph idx="2" type="subTitle"/>
          </p:nvPr>
        </p:nvSpPr>
        <p:spPr>
          <a:xfrm>
            <a:off x="7084550" y="4208775"/>
            <a:ext cx="913800" cy="394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Progress:</a:t>
            </a:r>
            <a:endParaRPr/>
          </a:p>
        </p:txBody>
      </p:sp>
      <p:grpSp>
        <p:nvGrpSpPr>
          <p:cNvPr id="5053" name="Google Shape;5053;p64"/>
          <p:cNvGrpSpPr/>
          <p:nvPr/>
        </p:nvGrpSpPr>
        <p:grpSpPr>
          <a:xfrm>
            <a:off x="8088650" y="4181751"/>
            <a:ext cx="331425" cy="416798"/>
            <a:chOff x="8088650" y="4181751"/>
            <a:chExt cx="331425" cy="416798"/>
          </a:xfrm>
        </p:grpSpPr>
        <p:sp>
          <p:nvSpPr>
            <p:cNvPr id="5054" name="Google Shape;5054;p64"/>
            <p:cNvSpPr/>
            <p:nvPr/>
          </p:nvSpPr>
          <p:spPr>
            <a:xfrm>
              <a:off x="8363873" y="4363894"/>
              <a:ext cx="50100" cy="74211"/>
            </a:xfrm>
            <a:custGeom>
              <a:rect b="b" l="l" r="r" t="t"/>
              <a:pathLst>
                <a:path extrusionOk="0" h="5691" w="3842">
                  <a:moveTo>
                    <a:pt x="420" y="1"/>
                  </a:moveTo>
                  <a:lnTo>
                    <a:pt x="1" y="5690"/>
                  </a:lnTo>
                  <a:lnTo>
                    <a:pt x="277" y="5690"/>
                  </a:lnTo>
                  <a:cubicBezTo>
                    <a:pt x="2246" y="5690"/>
                    <a:pt x="3840" y="4094"/>
                    <a:pt x="3842" y="2129"/>
                  </a:cubicBezTo>
                  <a:lnTo>
                    <a:pt x="3842" y="1918"/>
                  </a:lnTo>
                  <a:cubicBezTo>
                    <a:pt x="3842" y="859"/>
                    <a:pt x="2982" y="1"/>
                    <a:pt x="1925" y="1"/>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4"/>
            <p:cNvSpPr/>
            <p:nvPr/>
          </p:nvSpPr>
          <p:spPr>
            <a:xfrm>
              <a:off x="8094740" y="4363894"/>
              <a:ext cx="50126" cy="74211"/>
            </a:xfrm>
            <a:custGeom>
              <a:rect b="b" l="l" r="r" t="t"/>
              <a:pathLst>
                <a:path extrusionOk="0" h="5691" w="3844">
                  <a:moveTo>
                    <a:pt x="1918" y="1"/>
                  </a:moveTo>
                  <a:cubicBezTo>
                    <a:pt x="860" y="1"/>
                    <a:pt x="1" y="859"/>
                    <a:pt x="1" y="1918"/>
                  </a:cubicBezTo>
                  <a:lnTo>
                    <a:pt x="1" y="2129"/>
                  </a:lnTo>
                  <a:cubicBezTo>
                    <a:pt x="1" y="4094"/>
                    <a:pt x="1598" y="5690"/>
                    <a:pt x="3565" y="5690"/>
                  </a:cubicBezTo>
                  <a:lnTo>
                    <a:pt x="3844" y="5690"/>
                  </a:lnTo>
                  <a:lnTo>
                    <a:pt x="3423" y="1"/>
                  </a:ln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4"/>
            <p:cNvSpPr/>
            <p:nvPr/>
          </p:nvSpPr>
          <p:spPr>
            <a:xfrm>
              <a:off x="8149025" y="4525016"/>
              <a:ext cx="210648" cy="67469"/>
            </a:xfrm>
            <a:custGeom>
              <a:rect b="b" l="l" r="r" t="t"/>
              <a:pathLst>
                <a:path extrusionOk="0" h="5174" w="16154">
                  <a:moveTo>
                    <a:pt x="3516" y="1"/>
                  </a:moveTo>
                  <a:lnTo>
                    <a:pt x="3516" y="1632"/>
                  </a:lnTo>
                  <a:cubicBezTo>
                    <a:pt x="3516" y="2541"/>
                    <a:pt x="2995" y="3370"/>
                    <a:pt x="2175" y="3763"/>
                  </a:cubicBezTo>
                  <a:lnTo>
                    <a:pt x="247" y="4689"/>
                  </a:lnTo>
                  <a:cubicBezTo>
                    <a:pt x="1" y="4806"/>
                    <a:pt x="85" y="5174"/>
                    <a:pt x="358" y="5174"/>
                  </a:cubicBezTo>
                  <a:lnTo>
                    <a:pt x="15798" y="5174"/>
                  </a:lnTo>
                  <a:cubicBezTo>
                    <a:pt x="16070" y="5174"/>
                    <a:pt x="16154" y="4806"/>
                    <a:pt x="15910" y="4689"/>
                  </a:cubicBezTo>
                  <a:lnTo>
                    <a:pt x="13981" y="3763"/>
                  </a:lnTo>
                  <a:cubicBezTo>
                    <a:pt x="13162" y="3370"/>
                    <a:pt x="12640" y="2541"/>
                    <a:pt x="12640" y="1632"/>
                  </a:cubicBezTo>
                  <a:lnTo>
                    <a:pt x="12640" y="1"/>
                  </a:lnTo>
                  <a:cubicBezTo>
                    <a:pt x="11040" y="1096"/>
                    <a:pt x="9275" y="1721"/>
                    <a:pt x="8078" y="1721"/>
                  </a:cubicBezTo>
                  <a:cubicBezTo>
                    <a:pt x="6881" y="1721"/>
                    <a:pt x="5115" y="1096"/>
                    <a:pt x="3516" y="1"/>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4"/>
            <p:cNvSpPr/>
            <p:nvPr/>
          </p:nvSpPr>
          <p:spPr>
            <a:xfrm>
              <a:off x="8132882" y="4217963"/>
              <a:ext cx="242948" cy="329508"/>
            </a:xfrm>
            <a:custGeom>
              <a:rect b="b" l="l" r="r" t="t"/>
              <a:pathLst>
                <a:path extrusionOk="0" h="25269" w="18631">
                  <a:moveTo>
                    <a:pt x="9316" y="1"/>
                  </a:moveTo>
                  <a:cubicBezTo>
                    <a:pt x="4111" y="1"/>
                    <a:pt x="0" y="4424"/>
                    <a:pt x="383" y="9617"/>
                  </a:cubicBezTo>
                  <a:lnTo>
                    <a:pt x="993" y="17887"/>
                  </a:lnTo>
                  <a:cubicBezTo>
                    <a:pt x="1315" y="22248"/>
                    <a:pt x="6690" y="25268"/>
                    <a:pt x="9317" y="25268"/>
                  </a:cubicBezTo>
                  <a:cubicBezTo>
                    <a:pt x="11946" y="25268"/>
                    <a:pt x="17321" y="22246"/>
                    <a:pt x="17643" y="17887"/>
                  </a:cubicBezTo>
                  <a:lnTo>
                    <a:pt x="18248" y="9617"/>
                  </a:lnTo>
                  <a:cubicBezTo>
                    <a:pt x="18630" y="4424"/>
                    <a:pt x="14522" y="1"/>
                    <a:pt x="9316" y="1"/>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4"/>
            <p:cNvSpPr/>
            <p:nvPr/>
          </p:nvSpPr>
          <p:spPr>
            <a:xfrm>
              <a:off x="8196726" y="4223375"/>
              <a:ext cx="178218" cy="324070"/>
            </a:xfrm>
            <a:custGeom>
              <a:rect b="b" l="l" r="r" t="t"/>
              <a:pathLst>
                <a:path extrusionOk="0" h="24852" w="13667">
                  <a:moveTo>
                    <a:pt x="7123" y="0"/>
                  </a:moveTo>
                  <a:cubicBezTo>
                    <a:pt x="9573" y="1751"/>
                    <a:pt x="11094" y="4701"/>
                    <a:pt x="10856" y="7951"/>
                  </a:cubicBezTo>
                  <a:lnTo>
                    <a:pt x="10246" y="16222"/>
                  </a:lnTo>
                  <a:cubicBezTo>
                    <a:pt x="9924" y="20583"/>
                    <a:pt x="4549" y="23603"/>
                    <a:pt x="1922" y="23603"/>
                  </a:cubicBezTo>
                  <a:cubicBezTo>
                    <a:pt x="1376" y="23603"/>
                    <a:pt x="712" y="23471"/>
                    <a:pt x="0" y="23228"/>
                  </a:cubicBezTo>
                  <a:lnTo>
                    <a:pt x="0" y="23228"/>
                  </a:lnTo>
                  <a:cubicBezTo>
                    <a:pt x="1561" y="24264"/>
                    <a:pt x="3258" y="24852"/>
                    <a:pt x="4420" y="24852"/>
                  </a:cubicBezTo>
                  <a:cubicBezTo>
                    <a:pt x="7047" y="24852"/>
                    <a:pt x="12424" y="21828"/>
                    <a:pt x="12744" y="17471"/>
                  </a:cubicBezTo>
                  <a:lnTo>
                    <a:pt x="13354" y="9200"/>
                  </a:lnTo>
                  <a:cubicBezTo>
                    <a:pt x="13667" y="4951"/>
                    <a:pt x="10969" y="1217"/>
                    <a:pt x="7123"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4"/>
            <p:cNvSpPr/>
            <p:nvPr/>
          </p:nvSpPr>
          <p:spPr>
            <a:xfrm>
              <a:off x="8150577" y="4187841"/>
              <a:ext cx="103785" cy="133386"/>
            </a:xfrm>
            <a:custGeom>
              <a:rect b="b" l="l" r="r" t="t"/>
              <a:pathLst>
                <a:path extrusionOk="0" h="10229" w="7959">
                  <a:moveTo>
                    <a:pt x="5519" y="0"/>
                  </a:moveTo>
                  <a:cubicBezTo>
                    <a:pt x="2472" y="0"/>
                    <a:pt x="1" y="2471"/>
                    <a:pt x="1" y="5521"/>
                  </a:cubicBezTo>
                  <a:lnTo>
                    <a:pt x="1" y="8065"/>
                  </a:lnTo>
                  <a:cubicBezTo>
                    <a:pt x="1" y="9260"/>
                    <a:pt x="969" y="10229"/>
                    <a:pt x="2163" y="10229"/>
                  </a:cubicBezTo>
                  <a:lnTo>
                    <a:pt x="6425" y="10229"/>
                  </a:lnTo>
                  <a:cubicBezTo>
                    <a:pt x="7272" y="10229"/>
                    <a:pt x="7959" y="9541"/>
                    <a:pt x="7957" y="8695"/>
                  </a:cubicBezTo>
                  <a:lnTo>
                    <a:pt x="7957" y="1331"/>
                  </a:lnTo>
                  <a:cubicBezTo>
                    <a:pt x="7957" y="596"/>
                    <a:pt x="7362" y="0"/>
                    <a:pt x="66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4"/>
            <p:cNvSpPr/>
            <p:nvPr/>
          </p:nvSpPr>
          <p:spPr>
            <a:xfrm>
              <a:off x="8254349" y="4187841"/>
              <a:ext cx="103772" cy="133386"/>
            </a:xfrm>
            <a:custGeom>
              <a:rect b="b" l="l" r="r" t="t"/>
              <a:pathLst>
                <a:path extrusionOk="0" h="10229" w="7958">
                  <a:moveTo>
                    <a:pt x="1330" y="0"/>
                  </a:moveTo>
                  <a:cubicBezTo>
                    <a:pt x="596" y="0"/>
                    <a:pt x="1" y="596"/>
                    <a:pt x="1" y="1331"/>
                  </a:cubicBezTo>
                  <a:lnTo>
                    <a:pt x="1" y="8695"/>
                  </a:lnTo>
                  <a:cubicBezTo>
                    <a:pt x="1" y="9541"/>
                    <a:pt x="687" y="10229"/>
                    <a:pt x="1533" y="10229"/>
                  </a:cubicBezTo>
                  <a:lnTo>
                    <a:pt x="5795" y="10229"/>
                  </a:lnTo>
                  <a:cubicBezTo>
                    <a:pt x="6989" y="10229"/>
                    <a:pt x="7958" y="9260"/>
                    <a:pt x="7958" y="8065"/>
                  </a:cubicBezTo>
                  <a:lnTo>
                    <a:pt x="7958" y="5521"/>
                  </a:lnTo>
                  <a:cubicBezTo>
                    <a:pt x="7958" y="2471"/>
                    <a:pt x="5487" y="0"/>
                    <a:pt x="24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4"/>
            <p:cNvSpPr/>
            <p:nvPr/>
          </p:nvSpPr>
          <p:spPr>
            <a:xfrm>
              <a:off x="8153224" y="4187841"/>
              <a:ext cx="101138" cy="133386"/>
            </a:xfrm>
            <a:custGeom>
              <a:rect b="b" l="l" r="r" t="t"/>
              <a:pathLst>
                <a:path extrusionOk="0" h="10229" w="7756">
                  <a:moveTo>
                    <a:pt x="5256" y="0"/>
                  </a:moveTo>
                  <a:cubicBezTo>
                    <a:pt x="5258" y="28"/>
                    <a:pt x="5258" y="55"/>
                    <a:pt x="5258" y="82"/>
                  </a:cubicBezTo>
                  <a:lnTo>
                    <a:pt x="5258" y="5182"/>
                  </a:lnTo>
                  <a:cubicBezTo>
                    <a:pt x="5258" y="7280"/>
                    <a:pt x="3557" y="8980"/>
                    <a:pt x="1461" y="8980"/>
                  </a:cubicBezTo>
                  <a:lnTo>
                    <a:pt x="0" y="8980"/>
                  </a:lnTo>
                  <a:cubicBezTo>
                    <a:pt x="344" y="9716"/>
                    <a:pt x="1092" y="10229"/>
                    <a:pt x="1960" y="10229"/>
                  </a:cubicBezTo>
                  <a:lnTo>
                    <a:pt x="6222" y="10229"/>
                  </a:lnTo>
                  <a:cubicBezTo>
                    <a:pt x="7069" y="10229"/>
                    <a:pt x="7756" y="9541"/>
                    <a:pt x="7756" y="8695"/>
                  </a:cubicBezTo>
                  <a:lnTo>
                    <a:pt x="7756" y="1331"/>
                  </a:lnTo>
                  <a:cubicBezTo>
                    <a:pt x="7756" y="596"/>
                    <a:pt x="7160" y="0"/>
                    <a:pt x="64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4"/>
            <p:cNvSpPr/>
            <p:nvPr/>
          </p:nvSpPr>
          <p:spPr>
            <a:xfrm>
              <a:off x="8254715" y="4189366"/>
              <a:ext cx="103420" cy="131847"/>
            </a:xfrm>
            <a:custGeom>
              <a:rect b="b" l="l" r="r" t="t"/>
              <a:pathLst>
                <a:path extrusionOk="0" h="10111" w="7931">
                  <a:moveTo>
                    <a:pt x="3547" y="1"/>
                  </a:moveTo>
                  <a:lnTo>
                    <a:pt x="3547" y="1"/>
                  </a:lnTo>
                  <a:cubicBezTo>
                    <a:pt x="4702" y="1013"/>
                    <a:pt x="5433" y="2498"/>
                    <a:pt x="5433" y="4155"/>
                  </a:cubicBezTo>
                  <a:lnTo>
                    <a:pt x="5433" y="4435"/>
                  </a:lnTo>
                  <a:cubicBezTo>
                    <a:pt x="5433" y="6879"/>
                    <a:pt x="3451" y="8862"/>
                    <a:pt x="1006" y="8862"/>
                  </a:cubicBezTo>
                  <a:lnTo>
                    <a:pt x="0" y="8862"/>
                  </a:lnTo>
                  <a:cubicBezTo>
                    <a:pt x="132" y="9571"/>
                    <a:pt x="756" y="10110"/>
                    <a:pt x="1507" y="10110"/>
                  </a:cubicBezTo>
                  <a:lnTo>
                    <a:pt x="5769" y="10110"/>
                  </a:lnTo>
                  <a:cubicBezTo>
                    <a:pt x="6962" y="10110"/>
                    <a:pt x="7931" y="9140"/>
                    <a:pt x="7931" y="7946"/>
                  </a:cubicBezTo>
                  <a:lnTo>
                    <a:pt x="7931" y="5404"/>
                  </a:lnTo>
                  <a:cubicBezTo>
                    <a:pt x="7930" y="2745"/>
                    <a:pt x="6050" y="526"/>
                    <a:pt x="35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4"/>
            <p:cNvSpPr/>
            <p:nvPr/>
          </p:nvSpPr>
          <p:spPr>
            <a:xfrm>
              <a:off x="8161661" y="4301211"/>
              <a:ext cx="185351" cy="40359"/>
            </a:xfrm>
            <a:custGeom>
              <a:rect b="b" l="l" r="r" t="t"/>
              <a:pathLst>
                <a:path extrusionOk="0" h="3095" w="14214">
                  <a:moveTo>
                    <a:pt x="7107" y="1"/>
                  </a:moveTo>
                  <a:cubicBezTo>
                    <a:pt x="7107" y="847"/>
                    <a:pt x="6420" y="1535"/>
                    <a:pt x="5573" y="1535"/>
                  </a:cubicBezTo>
                  <a:lnTo>
                    <a:pt x="1312" y="1535"/>
                  </a:lnTo>
                  <a:cubicBezTo>
                    <a:pt x="886" y="1535"/>
                    <a:pt x="487" y="1411"/>
                    <a:pt x="151" y="1197"/>
                  </a:cubicBezTo>
                  <a:cubicBezTo>
                    <a:pt x="93" y="1487"/>
                    <a:pt x="56" y="1781"/>
                    <a:pt x="36" y="2080"/>
                  </a:cubicBezTo>
                  <a:cubicBezTo>
                    <a:pt x="0" y="2628"/>
                    <a:pt x="436" y="3094"/>
                    <a:pt x="987" y="3094"/>
                  </a:cubicBezTo>
                  <a:lnTo>
                    <a:pt x="13227" y="3094"/>
                  </a:lnTo>
                  <a:cubicBezTo>
                    <a:pt x="13778" y="3094"/>
                    <a:pt x="14213" y="2628"/>
                    <a:pt x="14177" y="2080"/>
                  </a:cubicBezTo>
                  <a:cubicBezTo>
                    <a:pt x="14159" y="1781"/>
                    <a:pt x="14120" y="1487"/>
                    <a:pt x="14063" y="1197"/>
                  </a:cubicBezTo>
                  <a:cubicBezTo>
                    <a:pt x="13727" y="1411"/>
                    <a:pt x="13329" y="1535"/>
                    <a:pt x="12902" y="1535"/>
                  </a:cubicBezTo>
                  <a:lnTo>
                    <a:pt x="8641" y="1535"/>
                  </a:lnTo>
                  <a:cubicBezTo>
                    <a:pt x="7795" y="1535"/>
                    <a:pt x="7107" y="847"/>
                    <a:pt x="71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4"/>
            <p:cNvSpPr/>
            <p:nvPr/>
          </p:nvSpPr>
          <p:spPr>
            <a:xfrm>
              <a:off x="8212895" y="4301211"/>
              <a:ext cx="82934" cy="40359"/>
            </a:xfrm>
            <a:custGeom>
              <a:rect b="b" l="l" r="r" t="t"/>
              <a:pathLst>
                <a:path extrusionOk="0" h="3095" w="6360">
                  <a:moveTo>
                    <a:pt x="3180" y="1"/>
                  </a:moveTo>
                  <a:cubicBezTo>
                    <a:pt x="3180" y="847"/>
                    <a:pt x="2493" y="1535"/>
                    <a:pt x="1646" y="1535"/>
                  </a:cubicBezTo>
                  <a:lnTo>
                    <a:pt x="0" y="1535"/>
                  </a:lnTo>
                  <a:cubicBezTo>
                    <a:pt x="418" y="2239"/>
                    <a:pt x="1062" y="2793"/>
                    <a:pt x="1832" y="3094"/>
                  </a:cubicBezTo>
                  <a:lnTo>
                    <a:pt x="4527" y="3094"/>
                  </a:lnTo>
                  <a:cubicBezTo>
                    <a:pt x="5298" y="2793"/>
                    <a:pt x="5942" y="2239"/>
                    <a:pt x="6360" y="1535"/>
                  </a:cubicBezTo>
                  <a:lnTo>
                    <a:pt x="4714" y="1535"/>
                  </a:lnTo>
                  <a:cubicBezTo>
                    <a:pt x="3867" y="1535"/>
                    <a:pt x="3180" y="847"/>
                    <a:pt x="31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4"/>
            <p:cNvSpPr/>
            <p:nvPr/>
          </p:nvSpPr>
          <p:spPr>
            <a:xfrm>
              <a:off x="8185981" y="4321214"/>
              <a:ext cx="50817" cy="20355"/>
            </a:xfrm>
            <a:custGeom>
              <a:rect b="b" l="l" r="r" t="t"/>
              <a:pathLst>
                <a:path extrusionOk="0" h="1561" w="3897">
                  <a:moveTo>
                    <a:pt x="1" y="1"/>
                  </a:moveTo>
                  <a:lnTo>
                    <a:pt x="1" y="147"/>
                  </a:lnTo>
                  <a:cubicBezTo>
                    <a:pt x="1" y="927"/>
                    <a:pt x="633" y="1560"/>
                    <a:pt x="1414" y="1560"/>
                  </a:cubicBezTo>
                  <a:lnTo>
                    <a:pt x="3896" y="1560"/>
                  </a:lnTo>
                  <a:cubicBezTo>
                    <a:pt x="3126" y="1259"/>
                    <a:pt x="2480" y="705"/>
                    <a:pt x="20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4"/>
            <p:cNvSpPr/>
            <p:nvPr/>
          </p:nvSpPr>
          <p:spPr>
            <a:xfrm>
              <a:off x="8271927" y="4321214"/>
              <a:ext cx="50817" cy="20355"/>
            </a:xfrm>
            <a:custGeom>
              <a:rect b="b" l="l" r="r" t="t"/>
              <a:pathLst>
                <a:path extrusionOk="0" h="1561" w="3897">
                  <a:moveTo>
                    <a:pt x="1833" y="1"/>
                  </a:moveTo>
                  <a:cubicBezTo>
                    <a:pt x="1415" y="705"/>
                    <a:pt x="771" y="1259"/>
                    <a:pt x="0" y="1560"/>
                  </a:cubicBezTo>
                  <a:lnTo>
                    <a:pt x="2483" y="1560"/>
                  </a:lnTo>
                  <a:cubicBezTo>
                    <a:pt x="3263" y="1560"/>
                    <a:pt x="3896" y="927"/>
                    <a:pt x="3896" y="147"/>
                  </a:cubicBezTo>
                  <a:lnTo>
                    <a:pt x="389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4"/>
            <p:cNvSpPr/>
            <p:nvPr/>
          </p:nvSpPr>
          <p:spPr>
            <a:xfrm>
              <a:off x="8088650" y="4181751"/>
              <a:ext cx="331425" cy="416798"/>
            </a:xfrm>
            <a:custGeom>
              <a:rect b="b" l="l" r="r" t="t"/>
              <a:pathLst>
                <a:path extrusionOk="0" h="31963" w="25416">
                  <a:moveTo>
                    <a:pt x="6126" y="11043"/>
                  </a:moveTo>
                  <a:cubicBezTo>
                    <a:pt x="6374" y="11122"/>
                    <a:pt x="6638" y="11163"/>
                    <a:pt x="6912" y="11163"/>
                  </a:cubicBezTo>
                  <a:lnTo>
                    <a:pt x="7024" y="11163"/>
                  </a:lnTo>
                  <a:cubicBezTo>
                    <a:pt x="7063" y="11387"/>
                    <a:pt x="7140" y="11598"/>
                    <a:pt x="7252" y="11788"/>
                  </a:cubicBezTo>
                  <a:lnTo>
                    <a:pt x="6588" y="11788"/>
                  </a:lnTo>
                  <a:cubicBezTo>
                    <a:pt x="6308" y="11788"/>
                    <a:pt x="6087" y="11552"/>
                    <a:pt x="6106" y="11272"/>
                  </a:cubicBezTo>
                  <a:cubicBezTo>
                    <a:pt x="6111" y="11196"/>
                    <a:pt x="6116" y="11120"/>
                    <a:pt x="6126" y="11043"/>
                  </a:cubicBezTo>
                  <a:close/>
                  <a:moveTo>
                    <a:pt x="9270" y="11163"/>
                  </a:moveTo>
                  <a:cubicBezTo>
                    <a:pt x="9423" y="11389"/>
                    <a:pt x="9600" y="11598"/>
                    <a:pt x="9794" y="11788"/>
                  </a:cubicBezTo>
                  <a:lnTo>
                    <a:pt x="8877" y="11788"/>
                  </a:lnTo>
                  <a:cubicBezTo>
                    <a:pt x="8469" y="11788"/>
                    <a:pt x="8122" y="11528"/>
                    <a:pt x="7988" y="11163"/>
                  </a:cubicBezTo>
                  <a:close/>
                  <a:moveTo>
                    <a:pt x="12708" y="10447"/>
                  </a:moveTo>
                  <a:cubicBezTo>
                    <a:pt x="13075" y="10885"/>
                    <a:pt x="13626" y="11163"/>
                    <a:pt x="14242" y="11163"/>
                  </a:cubicBezTo>
                  <a:lnTo>
                    <a:pt x="14919" y="11163"/>
                  </a:lnTo>
                  <a:cubicBezTo>
                    <a:pt x="14642" y="11426"/>
                    <a:pt x="14316" y="11638"/>
                    <a:pt x="13963" y="11788"/>
                  </a:cubicBezTo>
                  <a:lnTo>
                    <a:pt x="11452" y="11788"/>
                  </a:lnTo>
                  <a:cubicBezTo>
                    <a:pt x="11099" y="11638"/>
                    <a:pt x="10775" y="11426"/>
                    <a:pt x="10497" y="11163"/>
                  </a:cubicBezTo>
                  <a:lnTo>
                    <a:pt x="11174" y="11163"/>
                  </a:lnTo>
                  <a:cubicBezTo>
                    <a:pt x="11790" y="11163"/>
                    <a:pt x="12341" y="10885"/>
                    <a:pt x="12708" y="10447"/>
                  </a:cubicBezTo>
                  <a:close/>
                  <a:moveTo>
                    <a:pt x="17423" y="11163"/>
                  </a:moveTo>
                  <a:cubicBezTo>
                    <a:pt x="17292" y="11528"/>
                    <a:pt x="16942" y="11788"/>
                    <a:pt x="16533" y="11788"/>
                  </a:cubicBezTo>
                  <a:lnTo>
                    <a:pt x="15619" y="11788"/>
                  </a:lnTo>
                  <a:cubicBezTo>
                    <a:pt x="15813" y="11598"/>
                    <a:pt x="15988" y="11387"/>
                    <a:pt x="16143" y="11163"/>
                  </a:cubicBezTo>
                  <a:close/>
                  <a:moveTo>
                    <a:pt x="19291" y="11043"/>
                  </a:moveTo>
                  <a:cubicBezTo>
                    <a:pt x="19299" y="11120"/>
                    <a:pt x="19306" y="11196"/>
                    <a:pt x="19310" y="11272"/>
                  </a:cubicBezTo>
                  <a:cubicBezTo>
                    <a:pt x="19329" y="11552"/>
                    <a:pt x="19108" y="11788"/>
                    <a:pt x="18828" y="11788"/>
                  </a:cubicBezTo>
                  <a:lnTo>
                    <a:pt x="18165" y="11788"/>
                  </a:lnTo>
                  <a:cubicBezTo>
                    <a:pt x="18275" y="11598"/>
                    <a:pt x="18353" y="11387"/>
                    <a:pt x="18392" y="11163"/>
                  </a:cubicBezTo>
                  <a:lnTo>
                    <a:pt x="18504" y="11163"/>
                  </a:lnTo>
                  <a:cubicBezTo>
                    <a:pt x="18778" y="11163"/>
                    <a:pt x="19043" y="11120"/>
                    <a:pt x="19291" y="11043"/>
                  </a:cubicBezTo>
                  <a:close/>
                  <a:moveTo>
                    <a:pt x="3454" y="14436"/>
                  </a:moveTo>
                  <a:lnTo>
                    <a:pt x="3804" y="19182"/>
                  </a:lnTo>
                  <a:cubicBezTo>
                    <a:pt x="2204" y="19064"/>
                    <a:pt x="936" y="17725"/>
                    <a:pt x="936" y="16094"/>
                  </a:cubicBezTo>
                  <a:lnTo>
                    <a:pt x="936" y="15884"/>
                  </a:lnTo>
                  <a:cubicBezTo>
                    <a:pt x="936" y="15086"/>
                    <a:pt x="1586" y="14436"/>
                    <a:pt x="2384" y="14436"/>
                  </a:cubicBezTo>
                  <a:close/>
                  <a:moveTo>
                    <a:pt x="23031" y="14436"/>
                  </a:moveTo>
                  <a:cubicBezTo>
                    <a:pt x="23829" y="14436"/>
                    <a:pt x="24479" y="15086"/>
                    <a:pt x="24479" y="15884"/>
                  </a:cubicBezTo>
                  <a:lnTo>
                    <a:pt x="24479" y="16094"/>
                  </a:lnTo>
                  <a:cubicBezTo>
                    <a:pt x="24479" y="17725"/>
                    <a:pt x="23212" y="19064"/>
                    <a:pt x="21610" y="19182"/>
                  </a:cubicBezTo>
                  <a:lnTo>
                    <a:pt x="21960" y="14436"/>
                  </a:lnTo>
                  <a:close/>
                  <a:moveTo>
                    <a:pt x="8615" y="27174"/>
                  </a:moveTo>
                  <a:cubicBezTo>
                    <a:pt x="10075" y="28031"/>
                    <a:pt x="11593" y="28512"/>
                    <a:pt x="12708" y="28512"/>
                  </a:cubicBezTo>
                  <a:cubicBezTo>
                    <a:pt x="12709" y="28512"/>
                    <a:pt x="12711" y="28512"/>
                    <a:pt x="12712" y="28512"/>
                  </a:cubicBezTo>
                  <a:cubicBezTo>
                    <a:pt x="14037" y="28512"/>
                    <a:pt x="15645" y="27852"/>
                    <a:pt x="16802" y="27176"/>
                  </a:cubicBezTo>
                  <a:lnTo>
                    <a:pt x="16802" y="27956"/>
                  </a:lnTo>
                  <a:cubicBezTo>
                    <a:pt x="16802" y="29037"/>
                    <a:pt x="17433" y="30040"/>
                    <a:pt x="18409" y="30508"/>
                  </a:cubicBezTo>
                  <a:lnTo>
                    <a:pt x="19494" y="31029"/>
                  </a:lnTo>
                  <a:lnTo>
                    <a:pt x="5922" y="31029"/>
                  </a:lnTo>
                  <a:lnTo>
                    <a:pt x="7008" y="30508"/>
                  </a:lnTo>
                  <a:cubicBezTo>
                    <a:pt x="7984" y="30040"/>
                    <a:pt x="8615" y="29037"/>
                    <a:pt x="8615" y="27956"/>
                  </a:cubicBezTo>
                  <a:lnTo>
                    <a:pt x="8615" y="27174"/>
                  </a:lnTo>
                  <a:close/>
                  <a:moveTo>
                    <a:pt x="10270" y="1"/>
                  </a:moveTo>
                  <a:cubicBezTo>
                    <a:pt x="9210" y="1"/>
                    <a:pt x="8168" y="284"/>
                    <a:pt x="7257" y="815"/>
                  </a:cubicBezTo>
                  <a:cubicBezTo>
                    <a:pt x="7033" y="945"/>
                    <a:pt x="6957" y="1232"/>
                    <a:pt x="7089" y="1455"/>
                  </a:cubicBezTo>
                  <a:cubicBezTo>
                    <a:pt x="7176" y="1604"/>
                    <a:pt x="7332" y="1687"/>
                    <a:pt x="7493" y="1687"/>
                  </a:cubicBezTo>
                  <a:cubicBezTo>
                    <a:pt x="7573" y="1687"/>
                    <a:pt x="7655" y="1666"/>
                    <a:pt x="7729" y="1622"/>
                  </a:cubicBezTo>
                  <a:cubicBezTo>
                    <a:pt x="8496" y="1175"/>
                    <a:pt x="9376" y="938"/>
                    <a:pt x="10270" y="938"/>
                  </a:cubicBezTo>
                  <a:lnTo>
                    <a:pt x="10360" y="938"/>
                  </a:lnTo>
                  <a:lnTo>
                    <a:pt x="10360" y="1008"/>
                  </a:lnTo>
                  <a:cubicBezTo>
                    <a:pt x="10360" y="1139"/>
                    <a:pt x="10309" y="1259"/>
                    <a:pt x="10224" y="1348"/>
                  </a:cubicBezTo>
                  <a:cubicBezTo>
                    <a:pt x="10215" y="1356"/>
                    <a:pt x="10205" y="1364"/>
                    <a:pt x="10197" y="1374"/>
                  </a:cubicBezTo>
                  <a:cubicBezTo>
                    <a:pt x="10124" y="1440"/>
                    <a:pt x="10029" y="1485"/>
                    <a:pt x="9923" y="1498"/>
                  </a:cubicBezTo>
                  <a:lnTo>
                    <a:pt x="9093" y="1591"/>
                  </a:lnTo>
                  <a:cubicBezTo>
                    <a:pt x="8838" y="1620"/>
                    <a:pt x="8653" y="1851"/>
                    <a:pt x="8681" y="2109"/>
                  </a:cubicBezTo>
                  <a:cubicBezTo>
                    <a:pt x="8708" y="2348"/>
                    <a:pt x="8910" y="2525"/>
                    <a:pt x="9147" y="2525"/>
                  </a:cubicBezTo>
                  <a:cubicBezTo>
                    <a:pt x="9164" y="2525"/>
                    <a:pt x="9182" y="2524"/>
                    <a:pt x="9199" y="2522"/>
                  </a:cubicBezTo>
                  <a:lnTo>
                    <a:pt x="10029" y="2427"/>
                  </a:lnTo>
                  <a:cubicBezTo>
                    <a:pt x="10231" y="2404"/>
                    <a:pt x="10419" y="2340"/>
                    <a:pt x="10586" y="2244"/>
                  </a:cubicBezTo>
                  <a:lnTo>
                    <a:pt x="10950" y="2425"/>
                  </a:lnTo>
                  <a:cubicBezTo>
                    <a:pt x="11017" y="2458"/>
                    <a:pt x="11088" y="2474"/>
                    <a:pt x="11159" y="2474"/>
                  </a:cubicBezTo>
                  <a:cubicBezTo>
                    <a:pt x="11330" y="2474"/>
                    <a:pt x="11495" y="2380"/>
                    <a:pt x="11579" y="2215"/>
                  </a:cubicBezTo>
                  <a:cubicBezTo>
                    <a:pt x="11693" y="1984"/>
                    <a:pt x="11600" y="1701"/>
                    <a:pt x="11368" y="1587"/>
                  </a:cubicBezTo>
                  <a:lnTo>
                    <a:pt x="11207" y="1506"/>
                  </a:lnTo>
                  <a:cubicBezTo>
                    <a:pt x="11264" y="1350"/>
                    <a:pt x="11296" y="1182"/>
                    <a:pt x="11296" y="1005"/>
                  </a:cubicBezTo>
                  <a:lnTo>
                    <a:pt x="11296" y="937"/>
                  </a:lnTo>
                  <a:lnTo>
                    <a:pt x="11379" y="937"/>
                  </a:lnTo>
                  <a:cubicBezTo>
                    <a:pt x="11854" y="937"/>
                    <a:pt x="12240" y="1321"/>
                    <a:pt x="12240" y="1798"/>
                  </a:cubicBezTo>
                  <a:lnTo>
                    <a:pt x="12240" y="4557"/>
                  </a:lnTo>
                  <a:lnTo>
                    <a:pt x="10679" y="4557"/>
                  </a:lnTo>
                  <a:cubicBezTo>
                    <a:pt x="10352" y="4557"/>
                    <a:pt x="10083" y="4290"/>
                    <a:pt x="10083" y="3961"/>
                  </a:cubicBezTo>
                  <a:lnTo>
                    <a:pt x="10083" y="3895"/>
                  </a:lnTo>
                  <a:lnTo>
                    <a:pt x="10633" y="3895"/>
                  </a:lnTo>
                  <a:cubicBezTo>
                    <a:pt x="10891" y="3895"/>
                    <a:pt x="11101" y="3686"/>
                    <a:pt x="11101" y="3428"/>
                  </a:cubicBezTo>
                  <a:cubicBezTo>
                    <a:pt x="11101" y="3169"/>
                    <a:pt x="10891" y="2958"/>
                    <a:pt x="10633" y="2958"/>
                  </a:cubicBezTo>
                  <a:lnTo>
                    <a:pt x="8726" y="2958"/>
                  </a:lnTo>
                  <a:cubicBezTo>
                    <a:pt x="8429" y="2958"/>
                    <a:pt x="8172" y="2813"/>
                    <a:pt x="8017" y="2559"/>
                  </a:cubicBezTo>
                  <a:cubicBezTo>
                    <a:pt x="7930" y="2413"/>
                    <a:pt x="7775" y="2332"/>
                    <a:pt x="7616" y="2332"/>
                  </a:cubicBezTo>
                  <a:cubicBezTo>
                    <a:pt x="7534" y="2332"/>
                    <a:pt x="7451" y="2354"/>
                    <a:pt x="7376" y="2399"/>
                  </a:cubicBezTo>
                  <a:cubicBezTo>
                    <a:pt x="7153" y="2532"/>
                    <a:pt x="7083" y="2821"/>
                    <a:pt x="7216" y="3042"/>
                  </a:cubicBezTo>
                  <a:cubicBezTo>
                    <a:pt x="7536" y="3575"/>
                    <a:pt x="8102" y="3895"/>
                    <a:pt x="8726" y="3895"/>
                  </a:cubicBezTo>
                  <a:lnTo>
                    <a:pt x="9148" y="3895"/>
                  </a:lnTo>
                  <a:lnTo>
                    <a:pt x="9148" y="3961"/>
                  </a:lnTo>
                  <a:cubicBezTo>
                    <a:pt x="9148" y="4264"/>
                    <a:pt x="9237" y="4548"/>
                    <a:pt x="9390" y="4786"/>
                  </a:cubicBezTo>
                  <a:lnTo>
                    <a:pt x="8869" y="5300"/>
                  </a:lnTo>
                  <a:cubicBezTo>
                    <a:pt x="8684" y="5481"/>
                    <a:pt x="8684" y="5778"/>
                    <a:pt x="8867" y="5962"/>
                  </a:cubicBezTo>
                  <a:cubicBezTo>
                    <a:pt x="8958" y="6054"/>
                    <a:pt x="9079" y="6101"/>
                    <a:pt x="9200" y="6101"/>
                  </a:cubicBezTo>
                  <a:cubicBezTo>
                    <a:pt x="9318" y="6101"/>
                    <a:pt x="9437" y="6056"/>
                    <a:pt x="9528" y="5966"/>
                  </a:cubicBezTo>
                  <a:lnTo>
                    <a:pt x="10115" y="5383"/>
                  </a:lnTo>
                  <a:cubicBezTo>
                    <a:pt x="10289" y="5454"/>
                    <a:pt x="10481" y="5491"/>
                    <a:pt x="10679" y="5491"/>
                  </a:cubicBezTo>
                  <a:lnTo>
                    <a:pt x="12240" y="5491"/>
                  </a:lnTo>
                  <a:lnTo>
                    <a:pt x="12240" y="7646"/>
                  </a:lnTo>
                  <a:lnTo>
                    <a:pt x="11158" y="7646"/>
                  </a:lnTo>
                  <a:cubicBezTo>
                    <a:pt x="10900" y="7646"/>
                    <a:pt x="10690" y="7856"/>
                    <a:pt x="10690" y="8114"/>
                  </a:cubicBezTo>
                  <a:cubicBezTo>
                    <a:pt x="10690" y="8372"/>
                    <a:pt x="10900" y="8582"/>
                    <a:pt x="11158" y="8582"/>
                  </a:cubicBezTo>
                  <a:lnTo>
                    <a:pt x="12240" y="8582"/>
                  </a:lnTo>
                  <a:lnTo>
                    <a:pt x="12240" y="9160"/>
                  </a:lnTo>
                  <a:cubicBezTo>
                    <a:pt x="12240" y="9746"/>
                    <a:pt x="11762" y="10225"/>
                    <a:pt x="11174" y="10225"/>
                  </a:cubicBezTo>
                  <a:lnTo>
                    <a:pt x="6912" y="10225"/>
                  </a:lnTo>
                  <a:cubicBezTo>
                    <a:pt x="6434" y="10225"/>
                    <a:pt x="6001" y="10025"/>
                    <a:pt x="5692" y="9705"/>
                  </a:cubicBezTo>
                  <a:cubicBezTo>
                    <a:pt x="5868" y="9377"/>
                    <a:pt x="6122" y="9100"/>
                    <a:pt x="6439" y="8896"/>
                  </a:cubicBezTo>
                  <a:lnTo>
                    <a:pt x="7031" y="8516"/>
                  </a:lnTo>
                  <a:cubicBezTo>
                    <a:pt x="7248" y="8375"/>
                    <a:pt x="7311" y="8085"/>
                    <a:pt x="7170" y="7869"/>
                  </a:cubicBezTo>
                  <a:cubicBezTo>
                    <a:pt x="7081" y="7730"/>
                    <a:pt x="6930" y="7654"/>
                    <a:pt x="6775" y="7654"/>
                  </a:cubicBezTo>
                  <a:cubicBezTo>
                    <a:pt x="6689" y="7654"/>
                    <a:pt x="6601" y="7678"/>
                    <a:pt x="6523" y="7728"/>
                  </a:cubicBezTo>
                  <a:lnTo>
                    <a:pt x="5932" y="8108"/>
                  </a:lnTo>
                  <a:cubicBezTo>
                    <a:pt x="5664" y="8281"/>
                    <a:pt x="5430" y="8489"/>
                    <a:pt x="5229" y="8725"/>
                  </a:cubicBezTo>
                  <a:cubicBezTo>
                    <a:pt x="5215" y="8595"/>
                    <a:pt x="5218" y="8859"/>
                    <a:pt x="5218" y="5985"/>
                  </a:cubicBezTo>
                  <a:cubicBezTo>
                    <a:pt x="5218" y="5510"/>
                    <a:pt x="5282" y="5043"/>
                    <a:pt x="5410" y="4598"/>
                  </a:cubicBezTo>
                  <a:lnTo>
                    <a:pt x="6530" y="4598"/>
                  </a:lnTo>
                  <a:cubicBezTo>
                    <a:pt x="6789" y="4598"/>
                    <a:pt x="6998" y="4389"/>
                    <a:pt x="6998" y="4131"/>
                  </a:cubicBezTo>
                  <a:cubicBezTo>
                    <a:pt x="6998" y="3872"/>
                    <a:pt x="6789" y="3663"/>
                    <a:pt x="6530" y="3663"/>
                  </a:cubicBezTo>
                  <a:lnTo>
                    <a:pt x="5781" y="3663"/>
                  </a:lnTo>
                  <a:cubicBezTo>
                    <a:pt x="5918" y="3399"/>
                    <a:pt x="6080" y="3146"/>
                    <a:pt x="6265" y="2905"/>
                  </a:cubicBezTo>
                  <a:cubicBezTo>
                    <a:pt x="6423" y="2702"/>
                    <a:pt x="6386" y="2407"/>
                    <a:pt x="6180" y="2250"/>
                  </a:cubicBezTo>
                  <a:cubicBezTo>
                    <a:pt x="6095" y="2184"/>
                    <a:pt x="5995" y="2152"/>
                    <a:pt x="5895" y="2152"/>
                  </a:cubicBezTo>
                  <a:cubicBezTo>
                    <a:pt x="5755" y="2152"/>
                    <a:pt x="5617" y="2214"/>
                    <a:pt x="5525" y="2333"/>
                  </a:cubicBezTo>
                  <a:cubicBezTo>
                    <a:pt x="4712" y="3387"/>
                    <a:pt x="4282" y="4650"/>
                    <a:pt x="4282" y="5985"/>
                  </a:cubicBezTo>
                  <a:lnTo>
                    <a:pt x="4282" y="7503"/>
                  </a:lnTo>
                  <a:cubicBezTo>
                    <a:pt x="3517" y="9020"/>
                    <a:pt x="3181" y="10718"/>
                    <a:pt x="3308" y="12425"/>
                  </a:cubicBezTo>
                  <a:lnTo>
                    <a:pt x="3387" y="13497"/>
                  </a:lnTo>
                  <a:lnTo>
                    <a:pt x="2385" y="13497"/>
                  </a:lnTo>
                  <a:cubicBezTo>
                    <a:pt x="1071" y="13497"/>
                    <a:pt x="0" y="14566"/>
                    <a:pt x="0" y="15883"/>
                  </a:cubicBezTo>
                  <a:lnTo>
                    <a:pt x="0" y="16092"/>
                  </a:lnTo>
                  <a:cubicBezTo>
                    <a:pt x="0" y="18263"/>
                    <a:pt x="1723" y="20038"/>
                    <a:pt x="3874" y="20122"/>
                  </a:cubicBezTo>
                  <a:lnTo>
                    <a:pt x="3917" y="20696"/>
                  </a:lnTo>
                  <a:cubicBezTo>
                    <a:pt x="4097" y="23128"/>
                    <a:pt x="5741" y="25174"/>
                    <a:pt x="7678" y="26563"/>
                  </a:cubicBezTo>
                  <a:lnTo>
                    <a:pt x="7678" y="27953"/>
                  </a:lnTo>
                  <a:cubicBezTo>
                    <a:pt x="7678" y="28678"/>
                    <a:pt x="7257" y="29350"/>
                    <a:pt x="6604" y="29661"/>
                  </a:cubicBezTo>
                  <a:lnTo>
                    <a:pt x="4677" y="30587"/>
                  </a:lnTo>
                  <a:cubicBezTo>
                    <a:pt x="4369" y="30734"/>
                    <a:pt x="4207" y="31069"/>
                    <a:pt x="4283" y="31399"/>
                  </a:cubicBezTo>
                  <a:cubicBezTo>
                    <a:pt x="4358" y="31732"/>
                    <a:pt x="4649" y="31963"/>
                    <a:pt x="4989" y="31963"/>
                  </a:cubicBezTo>
                  <a:lnTo>
                    <a:pt x="20429" y="31963"/>
                  </a:lnTo>
                  <a:cubicBezTo>
                    <a:pt x="20771" y="31963"/>
                    <a:pt x="21061" y="31732"/>
                    <a:pt x="21137" y="31399"/>
                  </a:cubicBezTo>
                  <a:cubicBezTo>
                    <a:pt x="21211" y="31067"/>
                    <a:pt x="21051" y="30734"/>
                    <a:pt x="20744" y="30587"/>
                  </a:cubicBezTo>
                  <a:lnTo>
                    <a:pt x="18815" y="29661"/>
                  </a:lnTo>
                  <a:cubicBezTo>
                    <a:pt x="18162" y="29347"/>
                    <a:pt x="17742" y="28677"/>
                    <a:pt x="17742" y="27953"/>
                  </a:cubicBezTo>
                  <a:lnTo>
                    <a:pt x="17742" y="26566"/>
                  </a:lnTo>
                  <a:cubicBezTo>
                    <a:pt x="18861" y="25764"/>
                    <a:pt x="19801" y="24801"/>
                    <a:pt x="20444" y="23779"/>
                  </a:cubicBezTo>
                  <a:cubicBezTo>
                    <a:pt x="20583" y="23561"/>
                    <a:pt x="20518" y="23273"/>
                    <a:pt x="20299" y="23134"/>
                  </a:cubicBezTo>
                  <a:cubicBezTo>
                    <a:pt x="20221" y="23085"/>
                    <a:pt x="20135" y="23061"/>
                    <a:pt x="20049" y="23061"/>
                  </a:cubicBezTo>
                  <a:cubicBezTo>
                    <a:pt x="19894" y="23061"/>
                    <a:pt x="19742" y="23138"/>
                    <a:pt x="19653" y="23280"/>
                  </a:cubicBezTo>
                  <a:cubicBezTo>
                    <a:pt x="17974" y="25939"/>
                    <a:pt x="14479" y="27573"/>
                    <a:pt x="12712" y="27573"/>
                  </a:cubicBezTo>
                  <a:cubicBezTo>
                    <a:pt x="9904" y="27573"/>
                    <a:pt x="5130" y="24378"/>
                    <a:pt x="4853" y="20625"/>
                  </a:cubicBezTo>
                  <a:cubicBezTo>
                    <a:pt x="4767" y="19455"/>
                    <a:pt x="4740" y="19087"/>
                    <a:pt x="4740" y="19087"/>
                  </a:cubicBezTo>
                  <a:lnTo>
                    <a:pt x="4740" y="19087"/>
                  </a:lnTo>
                  <a:cubicBezTo>
                    <a:pt x="4740" y="19088"/>
                    <a:pt x="4817" y="20131"/>
                    <a:pt x="4817" y="20131"/>
                  </a:cubicBezTo>
                  <a:cubicBezTo>
                    <a:pt x="4816" y="20131"/>
                    <a:pt x="4709" y="18680"/>
                    <a:pt x="4243" y="12354"/>
                  </a:cubicBezTo>
                  <a:cubicBezTo>
                    <a:pt x="4174" y="11410"/>
                    <a:pt x="4262" y="10469"/>
                    <a:pt x="4499" y="9566"/>
                  </a:cubicBezTo>
                  <a:cubicBezTo>
                    <a:pt x="4664" y="9949"/>
                    <a:pt x="4920" y="10289"/>
                    <a:pt x="5245" y="10559"/>
                  </a:cubicBezTo>
                  <a:cubicBezTo>
                    <a:pt x="5212" y="10772"/>
                    <a:pt x="5187" y="10990"/>
                    <a:pt x="5173" y="11206"/>
                  </a:cubicBezTo>
                  <a:cubicBezTo>
                    <a:pt x="5119" y="12024"/>
                    <a:pt x="5770" y="12720"/>
                    <a:pt x="6589" y="12720"/>
                  </a:cubicBezTo>
                  <a:lnTo>
                    <a:pt x="18829" y="12720"/>
                  </a:lnTo>
                  <a:cubicBezTo>
                    <a:pt x="19650" y="12720"/>
                    <a:pt x="20300" y="12024"/>
                    <a:pt x="20247" y="11206"/>
                  </a:cubicBezTo>
                  <a:cubicBezTo>
                    <a:pt x="20233" y="10990"/>
                    <a:pt x="20210" y="10774"/>
                    <a:pt x="20175" y="10559"/>
                  </a:cubicBezTo>
                  <a:cubicBezTo>
                    <a:pt x="20347" y="10417"/>
                    <a:pt x="20500" y="10254"/>
                    <a:pt x="20633" y="10074"/>
                  </a:cubicBezTo>
                  <a:cubicBezTo>
                    <a:pt x="20649" y="10057"/>
                    <a:pt x="20662" y="10037"/>
                    <a:pt x="20673" y="10015"/>
                  </a:cubicBezTo>
                  <a:cubicBezTo>
                    <a:pt x="20771" y="9875"/>
                    <a:pt x="20853" y="9724"/>
                    <a:pt x="20921" y="9566"/>
                  </a:cubicBezTo>
                  <a:cubicBezTo>
                    <a:pt x="21158" y="10469"/>
                    <a:pt x="21246" y="11410"/>
                    <a:pt x="21175" y="12354"/>
                  </a:cubicBezTo>
                  <a:lnTo>
                    <a:pt x="20566" y="20625"/>
                  </a:lnTo>
                  <a:cubicBezTo>
                    <a:pt x="20548" y="20863"/>
                    <a:pt x="20514" y="21103"/>
                    <a:pt x="20462" y="21338"/>
                  </a:cubicBezTo>
                  <a:cubicBezTo>
                    <a:pt x="20399" y="21631"/>
                    <a:pt x="20622" y="21905"/>
                    <a:pt x="20920" y="21905"/>
                  </a:cubicBezTo>
                  <a:cubicBezTo>
                    <a:pt x="21135" y="21905"/>
                    <a:pt x="21329" y="21755"/>
                    <a:pt x="21376" y="21536"/>
                  </a:cubicBezTo>
                  <a:cubicBezTo>
                    <a:pt x="21487" y="21030"/>
                    <a:pt x="21498" y="20701"/>
                    <a:pt x="21541" y="20117"/>
                  </a:cubicBezTo>
                  <a:cubicBezTo>
                    <a:pt x="23692" y="20034"/>
                    <a:pt x="25416" y="18259"/>
                    <a:pt x="25416" y="16088"/>
                  </a:cubicBezTo>
                  <a:lnTo>
                    <a:pt x="25416" y="15879"/>
                  </a:lnTo>
                  <a:cubicBezTo>
                    <a:pt x="25414" y="14570"/>
                    <a:pt x="24345" y="13501"/>
                    <a:pt x="23031" y="13501"/>
                  </a:cubicBezTo>
                  <a:lnTo>
                    <a:pt x="22029" y="13501"/>
                  </a:lnTo>
                  <a:lnTo>
                    <a:pt x="22108" y="12427"/>
                  </a:lnTo>
                  <a:cubicBezTo>
                    <a:pt x="22234" y="10723"/>
                    <a:pt x="21897" y="9022"/>
                    <a:pt x="21135" y="7506"/>
                  </a:cubicBezTo>
                  <a:lnTo>
                    <a:pt x="21135" y="6968"/>
                  </a:lnTo>
                  <a:cubicBezTo>
                    <a:pt x="21135" y="6709"/>
                    <a:pt x="20924" y="6500"/>
                    <a:pt x="20666" y="6500"/>
                  </a:cubicBezTo>
                  <a:cubicBezTo>
                    <a:pt x="20408" y="6500"/>
                    <a:pt x="20198" y="6709"/>
                    <a:pt x="20198" y="6968"/>
                  </a:cubicBezTo>
                  <a:cubicBezTo>
                    <a:pt x="20198" y="8659"/>
                    <a:pt x="20203" y="8595"/>
                    <a:pt x="20188" y="8730"/>
                  </a:cubicBezTo>
                  <a:cubicBezTo>
                    <a:pt x="19989" y="8491"/>
                    <a:pt x="19752" y="8285"/>
                    <a:pt x="19485" y="8113"/>
                  </a:cubicBezTo>
                  <a:lnTo>
                    <a:pt x="18892" y="7732"/>
                  </a:lnTo>
                  <a:cubicBezTo>
                    <a:pt x="18814" y="7682"/>
                    <a:pt x="18726" y="7657"/>
                    <a:pt x="18639" y="7657"/>
                  </a:cubicBezTo>
                  <a:cubicBezTo>
                    <a:pt x="18485" y="7657"/>
                    <a:pt x="18334" y="7733"/>
                    <a:pt x="18245" y="7872"/>
                  </a:cubicBezTo>
                  <a:cubicBezTo>
                    <a:pt x="18105" y="8090"/>
                    <a:pt x="18168" y="8380"/>
                    <a:pt x="18384" y="8520"/>
                  </a:cubicBezTo>
                  <a:lnTo>
                    <a:pt x="18977" y="8900"/>
                  </a:lnTo>
                  <a:cubicBezTo>
                    <a:pt x="19294" y="9104"/>
                    <a:pt x="19547" y="9381"/>
                    <a:pt x="19723" y="9708"/>
                  </a:cubicBezTo>
                  <a:cubicBezTo>
                    <a:pt x="19415" y="10028"/>
                    <a:pt x="18983" y="10229"/>
                    <a:pt x="18504" y="10229"/>
                  </a:cubicBezTo>
                  <a:lnTo>
                    <a:pt x="14242" y="10229"/>
                  </a:lnTo>
                  <a:cubicBezTo>
                    <a:pt x="13655" y="10229"/>
                    <a:pt x="13176" y="9751"/>
                    <a:pt x="13176" y="9163"/>
                  </a:cubicBezTo>
                  <a:lnTo>
                    <a:pt x="13176" y="8586"/>
                  </a:lnTo>
                  <a:lnTo>
                    <a:pt x="14258" y="8586"/>
                  </a:lnTo>
                  <a:cubicBezTo>
                    <a:pt x="14516" y="8586"/>
                    <a:pt x="14725" y="8375"/>
                    <a:pt x="14725" y="8118"/>
                  </a:cubicBezTo>
                  <a:cubicBezTo>
                    <a:pt x="14725" y="7860"/>
                    <a:pt x="14516" y="7649"/>
                    <a:pt x="14258" y="7649"/>
                  </a:cubicBezTo>
                  <a:lnTo>
                    <a:pt x="13176" y="7649"/>
                  </a:lnTo>
                  <a:lnTo>
                    <a:pt x="13176" y="5495"/>
                  </a:lnTo>
                  <a:lnTo>
                    <a:pt x="14737" y="5495"/>
                  </a:lnTo>
                  <a:cubicBezTo>
                    <a:pt x="14936" y="5495"/>
                    <a:pt x="15126" y="5458"/>
                    <a:pt x="15302" y="5388"/>
                  </a:cubicBezTo>
                  <a:lnTo>
                    <a:pt x="15888" y="5969"/>
                  </a:lnTo>
                  <a:cubicBezTo>
                    <a:pt x="15979" y="6059"/>
                    <a:pt x="16098" y="6104"/>
                    <a:pt x="16218" y="6104"/>
                  </a:cubicBezTo>
                  <a:cubicBezTo>
                    <a:pt x="16338" y="6104"/>
                    <a:pt x="16459" y="6058"/>
                    <a:pt x="16551" y="5966"/>
                  </a:cubicBezTo>
                  <a:cubicBezTo>
                    <a:pt x="16731" y="5781"/>
                    <a:pt x="16730" y="5485"/>
                    <a:pt x="16546" y="5303"/>
                  </a:cubicBezTo>
                  <a:lnTo>
                    <a:pt x="16025" y="4791"/>
                  </a:lnTo>
                  <a:cubicBezTo>
                    <a:pt x="16179" y="4553"/>
                    <a:pt x="16268" y="4268"/>
                    <a:pt x="16268" y="3966"/>
                  </a:cubicBezTo>
                  <a:lnTo>
                    <a:pt x="16268" y="3900"/>
                  </a:lnTo>
                  <a:lnTo>
                    <a:pt x="16690" y="3900"/>
                  </a:lnTo>
                  <a:cubicBezTo>
                    <a:pt x="17314" y="3900"/>
                    <a:pt x="17879" y="3580"/>
                    <a:pt x="18201" y="3046"/>
                  </a:cubicBezTo>
                  <a:cubicBezTo>
                    <a:pt x="18333" y="2823"/>
                    <a:pt x="18261" y="2537"/>
                    <a:pt x="18040" y="2403"/>
                  </a:cubicBezTo>
                  <a:cubicBezTo>
                    <a:pt x="17965" y="2358"/>
                    <a:pt x="17881" y="2337"/>
                    <a:pt x="17800" y="2337"/>
                  </a:cubicBezTo>
                  <a:cubicBezTo>
                    <a:pt x="17641" y="2337"/>
                    <a:pt x="17486" y="2417"/>
                    <a:pt x="17399" y="2562"/>
                  </a:cubicBezTo>
                  <a:cubicBezTo>
                    <a:pt x="17247" y="2818"/>
                    <a:pt x="16988" y="2963"/>
                    <a:pt x="16690" y="2963"/>
                  </a:cubicBezTo>
                  <a:lnTo>
                    <a:pt x="14783" y="2963"/>
                  </a:lnTo>
                  <a:cubicBezTo>
                    <a:pt x="14524" y="2963"/>
                    <a:pt x="14315" y="3172"/>
                    <a:pt x="14315" y="3430"/>
                  </a:cubicBezTo>
                  <a:cubicBezTo>
                    <a:pt x="14315" y="3689"/>
                    <a:pt x="14524" y="3900"/>
                    <a:pt x="14783" y="3900"/>
                  </a:cubicBezTo>
                  <a:lnTo>
                    <a:pt x="15332" y="3900"/>
                  </a:lnTo>
                  <a:lnTo>
                    <a:pt x="15332" y="3966"/>
                  </a:lnTo>
                  <a:cubicBezTo>
                    <a:pt x="15332" y="4294"/>
                    <a:pt x="15065" y="4561"/>
                    <a:pt x="14737" y="4561"/>
                  </a:cubicBezTo>
                  <a:lnTo>
                    <a:pt x="13174" y="4561"/>
                  </a:lnTo>
                  <a:lnTo>
                    <a:pt x="13174" y="1798"/>
                  </a:lnTo>
                  <a:cubicBezTo>
                    <a:pt x="13174" y="1321"/>
                    <a:pt x="13560" y="937"/>
                    <a:pt x="14035" y="937"/>
                  </a:cubicBezTo>
                  <a:lnTo>
                    <a:pt x="14118" y="937"/>
                  </a:lnTo>
                  <a:lnTo>
                    <a:pt x="14118" y="1005"/>
                  </a:lnTo>
                  <a:cubicBezTo>
                    <a:pt x="14118" y="1182"/>
                    <a:pt x="14150" y="1350"/>
                    <a:pt x="14207" y="1506"/>
                  </a:cubicBezTo>
                  <a:lnTo>
                    <a:pt x="14047" y="1587"/>
                  </a:lnTo>
                  <a:cubicBezTo>
                    <a:pt x="13814" y="1701"/>
                    <a:pt x="13720" y="1984"/>
                    <a:pt x="13836" y="2215"/>
                  </a:cubicBezTo>
                  <a:cubicBezTo>
                    <a:pt x="13917" y="2378"/>
                    <a:pt x="14082" y="2474"/>
                    <a:pt x="14255" y="2474"/>
                  </a:cubicBezTo>
                  <a:cubicBezTo>
                    <a:pt x="14325" y="2474"/>
                    <a:pt x="14397" y="2458"/>
                    <a:pt x="14464" y="2425"/>
                  </a:cubicBezTo>
                  <a:lnTo>
                    <a:pt x="14829" y="2244"/>
                  </a:lnTo>
                  <a:cubicBezTo>
                    <a:pt x="14995" y="2340"/>
                    <a:pt x="15183" y="2404"/>
                    <a:pt x="15385" y="2427"/>
                  </a:cubicBezTo>
                  <a:lnTo>
                    <a:pt x="16215" y="2522"/>
                  </a:lnTo>
                  <a:cubicBezTo>
                    <a:pt x="16233" y="2524"/>
                    <a:pt x="16250" y="2525"/>
                    <a:pt x="16268" y="2525"/>
                  </a:cubicBezTo>
                  <a:cubicBezTo>
                    <a:pt x="16505" y="2525"/>
                    <a:pt x="16706" y="2347"/>
                    <a:pt x="16733" y="2109"/>
                  </a:cubicBezTo>
                  <a:cubicBezTo>
                    <a:pt x="16762" y="1852"/>
                    <a:pt x="16576" y="1620"/>
                    <a:pt x="16321" y="1591"/>
                  </a:cubicBezTo>
                  <a:lnTo>
                    <a:pt x="15492" y="1498"/>
                  </a:lnTo>
                  <a:cubicBezTo>
                    <a:pt x="15385" y="1485"/>
                    <a:pt x="15291" y="1440"/>
                    <a:pt x="15218" y="1374"/>
                  </a:cubicBezTo>
                  <a:cubicBezTo>
                    <a:pt x="15209" y="1364"/>
                    <a:pt x="15199" y="1356"/>
                    <a:pt x="15190" y="1348"/>
                  </a:cubicBezTo>
                  <a:cubicBezTo>
                    <a:pt x="15106" y="1259"/>
                    <a:pt x="15054" y="1139"/>
                    <a:pt x="15054" y="1008"/>
                  </a:cubicBezTo>
                  <a:lnTo>
                    <a:pt x="15054" y="938"/>
                  </a:lnTo>
                  <a:lnTo>
                    <a:pt x="15144" y="938"/>
                  </a:lnTo>
                  <a:cubicBezTo>
                    <a:pt x="17069" y="938"/>
                    <a:pt x="18782" y="2016"/>
                    <a:pt x="19633" y="3666"/>
                  </a:cubicBezTo>
                  <a:lnTo>
                    <a:pt x="18884" y="3666"/>
                  </a:lnTo>
                  <a:cubicBezTo>
                    <a:pt x="18626" y="3666"/>
                    <a:pt x="18416" y="3875"/>
                    <a:pt x="18416" y="4134"/>
                  </a:cubicBezTo>
                  <a:cubicBezTo>
                    <a:pt x="18416" y="4392"/>
                    <a:pt x="18626" y="4603"/>
                    <a:pt x="18884" y="4603"/>
                  </a:cubicBezTo>
                  <a:lnTo>
                    <a:pt x="20005" y="4603"/>
                  </a:lnTo>
                  <a:cubicBezTo>
                    <a:pt x="20019" y="4656"/>
                    <a:pt x="20035" y="4710"/>
                    <a:pt x="20048" y="4764"/>
                  </a:cubicBezTo>
                  <a:cubicBezTo>
                    <a:pt x="20102" y="4977"/>
                    <a:pt x="20292" y="5119"/>
                    <a:pt x="20501" y="5119"/>
                  </a:cubicBezTo>
                  <a:cubicBezTo>
                    <a:pt x="20807" y="5119"/>
                    <a:pt x="21029" y="4832"/>
                    <a:pt x="20957" y="4538"/>
                  </a:cubicBezTo>
                  <a:cubicBezTo>
                    <a:pt x="20292" y="1866"/>
                    <a:pt x="17902" y="1"/>
                    <a:pt x="15146" y="1"/>
                  </a:cubicBezTo>
                  <a:lnTo>
                    <a:pt x="14037" y="1"/>
                  </a:lnTo>
                  <a:cubicBezTo>
                    <a:pt x="13511" y="1"/>
                    <a:pt x="13036" y="229"/>
                    <a:pt x="12708" y="589"/>
                  </a:cubicBezTo>
                  <a:cubicBezTo>
                    <a:pt x="12379" y="228"/>
                    <a:pt x="11904" y="1"/>
                    <a:pt x="113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4"/>
            <p:cNvSpPr/>
            <p:nvPr/>
          </p:nvSpPr>
          <p:spPr>
            <a:xfrm>
              <a:off x="8183347" y="4375760"/>
              <a:ext cx="60884" cy="12205"/>
            </a:xfrm>
            <a:custGeom>
              <a:rect b="b" l="l" r="r" t="t"/>
              <a:pathLst>
                <a:path extrusionOk="0" h="936" w="4669">
                  <a:moveTo>
                    <a:pt x="468" y="0"/>
                  </a:moveTo>
                  <a:cubicBezTo>
                    <a:pt x="210" y="0"/>
                    <a:pt x="0" y="210"/>
                    <a:pt x="0" y="468"/>
                  </a:cubicBezTo>
                  <a:cubicBezTo>
                    <a:pt x="0" y="726"/>
                    <a:pt x="210" y="936"/>
                    <a:pt x="468" y="936"/>
                  </a:cubicBezTo>
                  <a:lnTo>
                    <a:pt x="4199" y="936"/>
                  </a:lnTo>
                  <a:cubicBezTo>
                    <a:pt x="4457" y="936"/>
                    <a:pt x="4668" y="726"/>
                    <a:pt x="4668" y="468"/>
                  </a:cubicBezTo>
                  <a:cubicBezTo>
                    <a:pt x="4668" y="210"/>
                    <a:pt x="4457" y="0"/>
                    <a:pt x="41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4"/>
            <p:cNvSpPr/>
            <p:nvPr/>
          </p:nvSpPr>
          <p:spPr>
            <a:xfrm>
              <a:off x="8248260" y="4375760"/>
              <a:ext cx="77119" cy="76766"/>
            </a:xfrm>
            <a:custGeom>
              <a:rect b="b" l="l" r="r" t="t"/>
              <a:pathLst>
                <a:path extrusionOk="0" h="5887" w="5914">
                  <a:moveTo>
                    <a:pt x="2962" y="0"/>
                  </a:moveTo>
                  <a:cubicBezTo>
                    <a:pt x="2016" y="0"/>
                    <a:pt x="1247" y="769"/>
                    <a:pt x="1247" y="1715"/>
                  </a:cubicBezTo>
                  <a:lnTo>
                    <a:pt x="1247" y="4172"/>
                  </a:lnTo>
                  <a:cubicBezTo>
                    <a:pt x="1247" y="4601"/>
                    <a:pt x="897" y="4951"/>
                    <a:pt x="468" y="4951"/>
                  </a:cubicBezTo>
                  <a:cubicBezTo>
                    <a:pt x="210" y="4951"/>
                    <a:pt x="0" y="5160"/>
                    <a:pt x="0" y="5419"/>
                  </a:cubicBezTo>
                  <a:cubicBezTo>
                    <a:pt x="0" y="5677"/>
                    <a:pt x="210" y="5886"/>
                    <a:pt x="468" y="5886"/>
                  </a:cubicBezTo>
                  <a:cubicBezTo>
                    <a:pt x="1413" y="5886"/>
                    <a:pt x="2183" y="5117"/>
                    <a:pt x="2183" y="4172"/>
                  </a:cubicBezTo>
                  <a:lnTo>
                    <a:pt x="2183" y="1715"/>
                  </a:lnTo>
                  <a:cubicBezTo>
                    <a:pt x="2183" y="1286"/>
                    <a:pt x="2533" y="936"/>
                    <a:pt x="2962" y="936"/>
                  </a:cubicBezTo>
                  <a:lnTo>
                    <a:pt x="5446" y="936"/>
                  </a:lnTo>
                  <a:cubicBezTo>
                    <a:pt x="5704" y="936"/>
                    <a:pt x="5913" y="726"/>
                    <a:pt x="5913" y="468"/>
                  </a:cubicBezTo>
                  <a:cubicBezTo>
                    <a:pt x="5913" y="210"/>
                    <a:pt x="5704" y="0"/>
                    <a:pt x="544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4"/>
            <p:cNvSpPr/>
            <p:nvPr/>
          </p:nvSpPr>
          <p:spPr>
            <a:xfrm>
              <a:off x="8215790" y="4485479"/>
              <a:ext cx="77145" cy="12218"/>
            </a:xfrm>
            <a:custGeom>
              <a:rect b="b" l="l" r="r" t="t"/>
              <a:pathLst>
                <a:path extrusionOk="0" h="937" w="5916">
                  <a:moveTo>
                    <a:pt x="468" y="1"/>
                  </a:moveTo>
                  <a:cubicBezTo>
                    <a:pt x="210" y="1"/>
                    <a:pt x="0" y="210"/>
                    <a:pt x="0" y="469"/>
                  </a:cubicBezTo>
                  <a:cubicBezTo>
                    <a:pt x="0" y="728"/>
                    <a:pt x="210" y="936"/>
                    <a:pt x="468" y="936"/>
                  </a:cubicBezTo>
                  <a:lnTo>
                    <a:pt x="5447" y="936"/>
                  </a:lnTo>
                  <a:cubicBezTo>
                    <a:pt x="5706" y="936"/>
                    <a:pt x="5915" y="727"/>
                    <a:pt x="5915" y="469"/>
                  </a:cubicBezTo>
                  <a:cubicBezTo>
                    <a:pt x="5915" y="210"/>
                    <a:pt x="5706" y="1"/>
                    <a:pt x="54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4"/>
            <p:cNvSpPr/>
            <p:nvPr/>
          </p:nvSpPr>
          <p:spPr>
            <a:xfrm>
              <a:off x="8166838" y="4239857"/>
              <a:ext cx="64874" cy="67339"/>
            </a:xfrm>
            <a:custGeom>
              <a:rect b="b" l="l" r="r" t="t"/>
              <a:pathLst>
                <a:path extrusionOk="0" h="5164" w="4975">
                  <a:moveTo>
                    <a:pt x="1970" y="0"/>
                  </a:moveTo>
                  <a:cubicBezTo>
                    <a:pt x="1811" y="0"/>
                    <a:pt x="1657" y="81"/>
                    <a:pt x="1569" y="227"/>
                  </a:cubicBezTo>
                  <a:lnTo>
                    <a:pt x="1299" y="675"/>
                  </a:lnTo>
                  <a:lnTo>
                    <a:pt x="468" y="675"/>
                  </a:lnTo>
                  <a:cubicBezTo>
                    <a:pt x="210" y="675"/>
                    <a:pt x="1" y="886"/>
                    <a:pt x="1" y="1144"/>
                  </a:cubicBezTo>
                  <a:cubicBezTo>
                    <a:pt x="1" y="1402"/>
                    <a:pt x="210" y="1612"/>
                    <a:pt x="468" y="1612"/>
                  </a:cubicBezTo>
                  <a:lnTo>
                    <a:pt x="949" y="1612"/>
                  </a:lnTo>
                  <a:cubicBezTo>
                    <a:pt x="933" y="2019"/>
                    <a:pt x="1081" y="2424"/>
                    <a:pt x="1387" y="2730"/>
                  </a:cubicBezTo>
                  <a:lnTo>
                    <a:pt x="1562" y="2905"/>
                  </a:lnTo>
                  <a:cubicBezTo>
                    <a:pt x="1839" y="3182"/>
                    <a:pt x="2208" y="3331"/>
                    <a:pt x="2585" y="3341"/>
                  </a:cubicBezTo>
                  <a:cubicBezTo>
                    <a:pt x="2572" y="3453"/>
                    <a:pt x="2574" y="3523"/>
                    <a:pt x="2574" y="3654"/>
                  </a:cubicBezTo>
                  <a:cubicBezTo>
                    <a:pt x="2574" y="4173"/>
                    <a:pt x="2774" y="4661"/>
                    <a:pt x="3143" y="5027"/>
                  </a:cubicBezTo>
                  <a:cubicBezTo>
                    <a:pt x="3234" y="5118"/>
                    <a:pt x="3354" y="5164"/>
                    <a:pt x="3473" y="5164"/>
                  </a:cubicBezTo>
                  <a:cubicBezTo>
                    <a:pt x="3593" y="5164"/>
                    <a:pt x="3713" y="5118"/>
                    <a:pt x="3805" y="5027"/>
                  </a:cubicBezTo>
                  <a:cubicBezTo>
                    <a:pt x="3987" y="4843"/>
                    <a:pt x="3987" y="4548"/>
                    <a:pt x="3805" y="4364"/>
                  </a:cubicBezTo>
                  <a:cubicBezTo>
                    <a:pt x="3614" y="4175"/>
                    <a:pt x="3511" y="3922"/>
                    <a:pt x="3511" y="3654"/>
                  </a:cubicBezTo>
                  <a:lnTo>
                    <a:pt x="3511" y="3530"/>
                  </a:lnTo>
                  <a:cubicBezTo>
                    <a:pt x="3511" y="3259"/>
                    <a:pt x="3670" y="3012"/>
                    <a:pt x="3915" y="2900"/>
                  </a:cubicBezTo>
                  <a:cubicBezTo>
                    <a:pt x="3925" y="2896"/>
                    <a:pt x="3927" y="2896"/>
                    <a:pt x="3927" y="2896"/>
                  </a:cubicBezTo>
                  <a:cubicBezTo>
                    <a:pt x="3927" y="2896"/>
                    <a:pt x="3927" y="2896"/>
                    <a:pt x="3927" y="2896"/>
                  </a:cubicBezTo>
                  <a:cubicBezTo>
                    <a:pt x="3929" y="2896"/>
                    <a:pt x="3950" y="2886"/>
                    <a:pt x="4636" y="2575"/>
                  </a:cubicBezTo>
                  <a:cubicBezTo>
                    <a:pt x="4869" y="2467"/>
                    <a:pt x="4974" y="2190"/>
                    <a:pt x="4868" y="1953"/>
                  </a:cubicBezTo>
                  <a:cubicBezTo>
                    <a:pt x="4789" y="1782"/>
                    <a:pt x="4619" y="1679"/>
                    <a:pt x="4441" y="1679"/>
                  </a:cubicBezTo>
                  <a:cubicBezTo>
                    <a:pt x="4376" y="1679"/>
                    <a:pt x="4311" y="1693"/>
                    <a:pt x="4248" y="1721"/>
                  </a:cubicBezTo>
                  <a:cubicBezTo>
                    <a:pt x="3733" y="1954"/>
                    <a:pt x="3463" y="2077"/>
                    <a:pt x="3331" y="2136"/>
                  </a:cubicBezTo>
                  <a:lnTo>
                    <a:pt x="3331" y="2136"/>
                  </a:lnTo>
                  <a:cubicBezTo>
                    <a:pt x="3333" y="2135"/>
                    <a:pt x="3333" y="2135"/>
                    <a:pt x="3333" y="2135"/>
                  </a:cubicBezTo>
                  <a:lnTo>
                    <a:pt x="3333" y="2135"/>
                  </a:lnTo>
                  <a:cubicBezTo>
                    <a:pt x="3333" y="2135"/>
                    <a:pt x="3217" y="2187"/>
                    <a:pt x="3218" y="2187"/>
                  </a:cubicBezTo>
                  <a:cubicBezTo>
                    <a:pt x="3218" y="2187"/>
                    <a:pt x="3246" y="2175"/>
                    <a:pt x="3331" y="2136"/>
                  </a:cubicBezTo>
                  <a:lnTo>
                    <a:pt x="3331" y="2136"/>
                  </a:lnTo>
                  <a:cubicBezTo>
                    <a:pt x="3312" y="2145"/>
                    <a:pt x="3197" y="2198"/>
                    <a:pt x="2849" y="2357"/>
                  </a:cubicBezTo>
                  <a:cubicBezTo>
                    <a:pt x="2775" y="2390"/>
                    <a:pt x="2697" y="2406"/>
                    <a:pt x="2619" y="2406"/>
                  </a:cubicBezTo>
                  <a:cubicBezTo>
                    <a:pt x="2474" y="2406"/>
                    <a:pt x="2330" y="2350"/>
                    <a:pt x="2225" y="2243"/>
                  </a:cubicBezTo>
                  <a:lnTo>
                    <a:pt x="2048" y="2067"/>
                  </a:lnTo>
                  <a:cubicBezTo>
                    <a:pt x="1878" y="1897"/>
                    <a:pt x="1823" y="1628"/>
                    <a:pt x="1968" y="1378"/>
                  </a:cubicBezTo>
                  <a:lnTo>
                    <a:pt x="2371" y="709"/>
                  </a:lnTo>
                  <a:cubicBezTo>
                    <a:pt x="2505" y="487"/>
                    <a:pt x="2434" y="200"/>
                    <a:pt x="2212" y="68"/>
                  </a:cubicBezTo>
                  <a:cubicBezTo>
                    <a:pt x="2136" y="22"/>
                    <a:pt x="2052" y="0"/>
                    <a:pt x="1970" y="0"/>
                  </a:cubicBezTo>
                  <a:close/>
                </a:path>
              </a:pathLst>
            </a:custGeom>
            <a:solidFill>
              <a:srgbClr val="2222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4"/>
            <p:cNvSpPr/>
            <p:nvPr/>
          </p:nvSpPr>
          <p:spPr>
            <a:xfrm>
              <a:off x="8277013" y="4239831"/>
              <a:ext cx="64887" cy="67326"/>
            </a:xfrm>
            <a:custGeom>
              <a:rect b="b" l="l" r="r" t="t"/>
              <a:pathLst>
                <a:path extrusionOk="0" h="5163" w="4976">
                  <a:moveTo>
                    <a:pt x="3002" y="1"/>
                  </a:moveTo>
                  <a:cubicBezTo>
                    <a:pt x="2921" y="1"/>
                    <a:pt x="2838" y="22"/>
                    <a:pt x="2763" y="67"/>
                  </a:cubicBezTo>
                  <a:cubicBezTo>
                    <a:pt x="2543" y="200"/>
                    <a:pt x="2472" y="489"/>
                    <a:pt x="2604" y="710"/>
                  </a:cubicBezTo>
                  <a:lnTo>
                    <a:pt x="3007" y="1379"/>
                  </a:lnTo>
                  <a:cubicBezTo>
                    <a:pt x="3153" y="1625"/>
                    <a:pt x="3099" y="1897"/>
                    <a:pt x="2928" y="2066"/>
                  </a:cubicBezTo>
                  <a:lnTo>
                    <a:pt x="2753" y="2241"/>
                  </a:lnTo>
                  <a:cubicBezTo>
                    <a:pt x="2646" y="2347"/>
                    <a:pt x="2503" y="2403"/>
                    <a:pt x="2358" y="2403"/>
                  </a:cubicBezTo>
                  <a:cubicBezTo>
                    <a:pt x="2280" y="2403"/>
                    <a:pt x="2202" y="2387"/>
                    <a:pt x="2129" y="2354"/>
                  </a:cubicBezTo>
                  <a:cubicBezTo>
                    <a:pt x="1732" y="2174"/>
                    <a:pt x="1631" y="2128"/>
                    <a:pt x="1631" y="2128"/>
                  </a:cubicBezTo>
                  <a:lnTo>
                    <a:pt x="1631" y="2128"/>
                  </a:lnTo>
                  <a:cubicBezTo>
                    <a:pt x="1631" y="2128"/>
                    <a:pt x="1743" y="2179"/>
                    <a:pt x="1743" y="2179"/>
                  </a:cubicBezTo>
                  <a:cubicBezTo>
                    <a:pt x="1743" y="2179"/>
                    <a:pt x="1561" y="2096"/>
                    <a:pt x="730" y="1719"/>
                  </a:cubicBezTo>
                  <a:cubicBezTo>
                    <a:pt x="667" y="1690"/>
                    <a:pt x="601" y="1677"/>
                    <a:pt x="537" y="1677"/>
                  </a:cubicBezTo>
                  <a:cubicBezTo>
                    <a:pt x="358" y="1677"/>
                    <a:pt x="187" y="1780"/>
                    <a:pt x="108" y="1953"/>
                  </a:cubicBezTo>
                  <a:cubicBezTo>
                    <a:pt x="1" y="2188"/>
                    <a:pt x="107" y="2465"/>
                    <a:pt x="342" y="2572"/>
                  </a:cubicBezTo>
                  <a:lnTo>
                    <a:pt x="1061" y="2900"/>
                  </a:lnTo>
                  <a:cubicBezTo>
                    <a:pt x="1306" y="3010"/>
                    <a:pt x="1467" y="3258"/>
                    <a:pt x="1467" y="3530"/>
                  </a:cubicBezTo>
                  <a:lnTo>
                    <a:pt x="1467" y="3653"/>
                  </a:lnTo>
                  <a:cubicBezTo>
                    <a:pt x="1467" y="3921"/>
                    <a:pt x="1362" y="4172"/>
                    <a:pt x="1173" y="4363"/>
                  </a:cubicBezTo>
                  <a:cubicBezTo>
                    <a:pt x="989" y="4545"/>
                    <a:pt x="989" y="4842"/>
                    <a:pt x="1173" y="5025"/>
                  </a:cubicBezTo>
                  <a:cubicBezTo>
                    <a:pt x="1264" y="5117"/>
                    <a:pt x="1383" y="5162"/>
                    <a:pt x="1503" y="5162"/>
                  </a:cubicBezTo>
                  <a:cubicBezTo>
                    <a:pt x="1623" y="5162"/>
                    <a:pt x="1743" y="5117"/>
                    <a:pt x="1834" y="5025"/>
                  </a:cubicBezTo>
                  <a:cubicBezTo>
                    <a:pt x="2200" y="4659"/>
                    <a:pt x="2403" y="4171"/>
                    <a:pt x="2403" y="3653"/>
                  </a:cubicBezTo>
                  <a:cubicBezTo>
                    <a:pt x="2403" y="3524"/>
                    <a:pt x="2404" y="3452"/>
                    <a:pt x="2393" y="3339"/>
                  </a:cubicBezTo>
                  <a:cubicBezTo>
                    <a:pt x="2769" y="3330"/>
                    <a:pt x="3139" y="3179"/>
                    <a:pt x="3414" y="2902"/>
                  </a:cubicBezTo>
                  <a:lnTo>
                    <a:pt x="3591" y="2727"/>
                  </a:lnTo>
                  <a:cubicBezTo>
                    <a:pt x="3894" y="2425"/>
                    <a:pt x="4044" y="2017"/>
                    <a:pt x="4028" y="1610"/>
                  </a:cubicBezTo>
                  <a:lnTo>
                    <a:pt x="4509" y="1610"/>
                  </a:lnTo>
                  <a:cubicBezTo>
                    <a:pt x="4511" y="1610"/>
                    <a:pt x="4513" y="1610"/>
                    <a:pt x="4514" y="1610"/>
                  </a:cubicBezTo>
                  <a:cubicBezTo>
                    <a:pt x="4767" y="1610"/>
                    <a:pt x="4975" y="1400"/>
                    <a:pt x="4975" y="1143"/>
                  </a:cubicBezTo>
                  <a:cubicBezTo>
                    <a:pt x="4975" y="885"/>
                    <a:pt x="4765" y="675"/>
                    <a:pt x="4506" y="675"/>
                  </a:cubicBezTo>
                  <a:lnTo>
                    <a:pt x="3677" y="675"/>
                  </a:lnTo>
                  <a:lnTo>
                    <a:pt x="3406" y="228"/>
                  </a:lnTo>
                  <a:cubicBezTo>
                    <a:pt x="3318" y="82"/>
                    <a:pt x="3162" y="1"/>
                    <a:pt x="3002" y="1"/>
                  </a:cubicBezTo>
                  <a:close/>
                </a:path>
              </a:pathLst>
            </a:custGeom>
            <a:solidFill>
              <a:srgbClr val="2222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76" name="Shape 5076"/>
        <p:cNvGrpSpPr/>
        <p:nvPr/>
      </p:nvGrpSpPr>
      <p:grpSpPr>
        <a:xfrm>
          <a:off x="0" y="0"/>
          <a:ext cx="0" cy="0"/>
          <a:chOff x="0" y="0"/>
          <a:chExt cx="0" cy="0"/>
        </a:xfrm>
      </p:grpSpPr>
      <p:sp>
        <p:nvSpPr>
          <p:cNvPr id="5077" name="Google Shape;5077;p65"/>
          <p:cNvSpPr txBox="1"/>
          <p:nvPr>
            <p:ph idx="1" type="subTitle"/>
          </p:nvPr>
        </p:nvSpPr>
        <p:spPr>
          <a:xfrm>
            <a:off x="5582400" y="2324850"/>
            <a:ext cx="2841600" cy="16098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t>No way</a:t>
            </a:r>
            <a:r>
              <a:rPr lang="en"/>
              <a:t>! However, you can actually change the image on the screen with your own by replacing it and uploading a photo from your own computer! Awesome!</a:t>
            </a:r>
            <a:endParaRPr/>
          </a:p>
        </p:txBody>
      </p:sp>
      <p:sp>
        <p:nvSpPr>
          <p:cNvPr id="5078" name="Google Shape;5078;p65"/>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hlink"/>
                </a:solidFill>
              </a:rPr>
              <a:t>Or, maybe, on </a:t>
            </a:r>
            <a:r>
              <a:rPr lang="en">
                <a:solidFill>
                  <a:schemeClr val="hlink"/>
                </a:solidFill>
              </a:rPr>
              <a:t>your </a:t>
            </a:r>
            <a:r>
              <a:rPr b="1" lang="en">
                <a:solidFill>
                  <a:schemeClr val="accent4"/>
                </a:solidFill>
              </a:rPr>
              <a:t>tablet?</a:t>
            </a:r>
            <a:endParaRPr/>
          </a:p>
        </p:txBody>
      </p:sp>
      <p:sp>
        <p:nvSpPr>
          <p:cNvPr id="5079" name="Google Shape;5079;p65"/>
          <p:cNvSpPr txBox="1"/>
          <p:nvPr>
            <p:ph idx="2" type="subTitle"/>
          </p:nvPr>
        </p:nvSpPr>
        <p:spPr>
          <a:xfrm>
            <a:off x="7084550" y="4208775"/>
            <a:ext cx="913800" cy="394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Progress:</a:t>
            </a:r>
            <a:endParaRPr/>
          </a:p>
        </p:txBody>
      </p:sp>
      <p:grpSp>
        <p:nvGrpSpPr>
          <p:cNvPr id="5080" name="Google Shape;5080;p65"/>
          <p:cNvGrpSpPr/>
          <p:nvPr/>
        </p:nvGrpSpPr>
        <p:grpSpPr>
          <a:xfrm>
            <a:off x="8088625" y="4178005"/>
            <a:ext cx="331478" cy="416770"/>
            <a:chOff x="8088625" y="4178005"/>
            <a:chExt cx="331478" cy="416770"/>
          </a:xfrm>
        </p:grpSpPr>
        <p:sp>
          <p:nvSpPr>
            <p:cNvPr id="5081" name="Google Shape;5081;p65"/>
            <p:cNvSpPr/>
            <p:nvPr/>
          </p:nvSpPr>
          <p:spPr>
            <a:xfrm>
              <a:off x="8363831" y="4360124"/>
              <a:ext cx="50090" cy="74196"/>
            </a:xfrm>
            <a:custGeom>
              <a:rect b="b" l="l" r="r" t="t"/>
              <a:pathLst>
                <a:path extrusionOk="0" h="5691" w="3842">
                  <a:moveTo>
                    <a:pt x="420" y="1"/>
                  </a:moveTo>
                  <a:lnTo>
                    <a:pt x="1" y="5690"/>
                  </a:lnTo>
                  <a:lnTo>
                    <a:pt x="277" y="5690"/>
                  </a:lnTo>
                  <a:cubicBezTo>
                    <a:pt x="2246" y="5690"/>
                    <a:pt x="3840" y="4093"/>
                    <a:pt x="3842" y="2127"/>
                  </a:cubicBezTo>
                  <a:lnTo>
                    <a:pt x="3842" y="1918"/>
                  </a:lnTo>
                  <a:cubicBezTo>
                    <a:pt x="3842" y="857"/>
                    <a:pt x="2982" y="1"/>
                    <a:pt x="1925" y="1"/>
                  </a:cubicBezTo>
                  <a:close/>
                </a:path>
              </a:pathLst>
            </a:custGeom>
            <a:solidFill>
              <a:srgbClr val="EAAC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5"/>
            <p:cNvSpPr/>
            <p:nvPr/>
          </p:nvSpPr>
          <p:spPr>
            <a:xfrm>
              <a:off x="8094753" y="4360124"/>
              <a:ext cx="50116" cy="74196"/>
            </a:xfrm>
            <a:custGeom>
              <a:rect b="b" l="l" r="r" t="t"/>
              <a:pathLst>
                <a:path extrusionOk="0" h="5691" w="3844">
                  <a:moveTo>
                    <a:pt x="1918" y="1"/>
                  </a:moveTo>
                  <a:cubicBezTo>
                    <a:pt x="860" y="1"/>
                    <a:pt x="1" y="857"/>
                    <a:pt x="1" y="1918"/>
                  </a:cubicBezTo>
                  <a:lnTo>
                    <a:pt x="1" y="2127"/>
                  </a:lnTo>
                  <a:cubicBezTo>
                    <a:pt x="1" y="4093"/>
                    <a:pt x="1598" y="5690"/>
                    <a:pt x="3565" y="5690"/>
                  </a:cubicBezTo>
                  <a:lnTo>
                    <a:pt x="3844" y="5690"/>
                  </a:lnTo>
                  <a:lnTo>
                    <a:pt x="3423" y="1"/>
                  </a:lnTo>
                  <a:close/>
                </a:path>
              </a:pathLst>
            </a:custGeom>
            <a:solidFill>
              <a:srgbClr val="EAAC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5"/>
            <p:cNvSpPr/>
            <p:nvPr/>
          </p:nvSpPr>
          <p:spPr>
            <a:xfrm>
              <a:off x="8149027" y="4521213"/>
              <a:ext cx="210608" cy="67456"/>
            </a:xfrm>
            <a:custGeom>
              <a:rect b="b" l="l" r="r" t="t"/>
              <a:pathLst>
                <a:path extrusionOk="0" h="5174" w="16154">
                  <a:moveTo>
                    <a:pt x="3516" y="1"/>
                  </a:moveTo>
                  <a:lnTo>
                    <a:pt x="3516" y="1631"/>
                  </a:lnTo>
                  <a:cubicBezTo>
                    <a:pt x="3516" y="2541"/>
                    <a:pt x="2995" y="3370"/>
                    <a:pt x="2175" y="3762"/>
                  </a:cubicBezTo>
                  <a:lnTo>
                    <a:pt x="247" y="4687"/>
                  </a:lnTo>
                  <a:cubicBezTo>
                    <a:pt x="1" y="4806"/>
                    <a:pt x="85" y="5174"/>
                    <a:pt x="358" y="5174"/>
                  </a:cubicBezTo>
                  <a:lnTo>
                    <a:pt x="15798" y="5174"/>
                  </a:lnTo>
                  <a:cubicBezTo>
                    <a:pt x="16070" y="5174"/>
                    <a:pt x="16154" y="4806"/>
                    <a:pt x="15910" y="4687"/>
                  </a:cubicBezTo>
                  <a:lnTo>
                    <a:pt x="13981" y="3762"/>
                  </a:lnTo>
                  <a:cubicBezTo>
                    <a:pt x="13162" y="3370"/>
                    <a:pt x="12640" y="2541"/>
                    <a:pt x="12640" y="1631"/>
                  </a:cubicBezTo>
                  <a:lnTo>
                    <a:pt x="12640" y="1"/>
                  </a:lnTo>
                  <a:cubicBezTo>
                    <a:pt x="11040" y="1096"/>
                    <a:pt x="9275" y="1721"/>
                    <a:pt x="8078" y="1721"/>
                  </a:cubicBezTo>
                  <a:cubicBezTo>
                    <a:pt x="6881" y="1721"/>
                    <a:pt x="5115" y="1096"/>
                    <a:pt x="3516" y="1"/>
                  </a:cubicBezTo>
                  <a:close/>
                </a:path>
              </a:pathLst>
            </a:custGeom>
            <a:solidFill>
              <a:srgbClr val="EAAC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5"/>
            <p:cNvSpPr/>
            <p:nvPr/>
          </p:nvSpPr>
          <p:spPr>
            <a:xfrm>
              <a:off x="8132887" y="4214223"/>
              <a:ext cx="242902" cy="329445"/>
            </a:xfrm>
            <a:custGeom>
              <a:rect b="b" l="l" r="r" t="t"/>
              <a:pathLst>
                <a:path extrusionOk="0" h="25269" w="18631">
                  <a:moveTo>
                    <a:pt x="9316" y="1"/>
                  </a:moveTo>
                  <a:cubicBezTo>
                    <a:pt x="4111" y="1"/>
                    <a:pt x="0" y="4425"/>
                    <a:pt x="383" y="9616"/>
                  </a:cubicBezTo>
                  <a:lnTo>
                    <a:pt x="993" y="17887"/>
                  </a:lnTo>
                  <a:cubicBezTo>
                    <a:pt x="1315" y="22248"/>
                    <a:pt x="6690" y="25268"/>
                    <a:pt x="9317" y="25268"/>
                  </a:cubicBezTo>
                  <a:cubicBezTo>
                    <a:pt x="11946" y="25268"/>
                    <a:pt x="17321" y="22246"/>
                    <a:pt x="17643" y="17887"/>
                  </a:cubicBezTo>
                  <a:lnTo>
                    <a:pt x="18248" y="9616"/>
                  </a:lnTo>
                  <a:cubicBezTo>
                    <a:pt x="18630" y="4425"/>
                    <a:pt x="14522" y="1"/>
                    <a:pt x="9316" y="1"/>
                  </a:cubicBezTo>
                  <a:close/>
                </a:path>
              </a:pathLst>
            </a:custGeom>
            <a:solidFill>
              <a:srgbClr val="EAAC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5"/>
            <p:cNvSpPr/>
            <p:nvPr/>
          </p:nvSpPr>
          <p:spPr>
            <a:xfrm>
              <a:off x="8196718" y="4219633"/>
              <a:ext cx="178184" cy="324008"/>
            </a:xfrm>
            <a:custGeom>
              <a:rect b="b" l="l" r="r" t="t"/>
              <a:pathLst>
                <a:path extrusionOk="0" h="24852" w="13667">
                  <a:moveTo>
                    <a:pt x="7123" y="0"/>
                  </a:moveTo>
                  <a:lnTo>
                    <a:pt x="7123" y="0"/>
                  </a:lnTo>
                  <a:cubicBezTo>
                    <a:pt x="9573" y="1751"/>
                    <a:pt x="11094" y="4701"/>
                    <a:pt x="10856" y="7951"/>
                  </a:cubicBezTo>
                  <a:lnTo>
                    <a:pt x="10246" y="16222"/>
                  </a:lnTo>
                  <a:cubicBezTo>
                    <a:pt x="9924" y="20583"/>
                    <a:pt x="4549" y="23604"/>
                    <a:pt x="1922" y="23604"/>
                  </a:cubicBezTo>
                  <a:cubicBezTo>
                    <a:pt x="1376" y="23604"/>
                    <a:pt x="712" y="23472"/>
                    <a:pt x="0" y="23228"/>
                  </a:cubicBezTo>
                  <a:lnTo>
                    <a:pt x="0" y="23228"/>
                  </a:lnTo>
                  <a:cubicBezTo>
                    <a:pt x="1561" y="24264"/>
                    <a:pt x="3258" y="24852"/>
                    <a:pt x="4420" y="24852"/>
                  </a:cubicBezTo>
                  <a:cubicBezTo>
                    <a:pt x="7047" y="24852"/>
                    <a:pt x="12424" y="21829"/>
                    <a:pt x="12744" y="17471"/>
                  </a:cubicBezTo>
                  <a:lnTo>
                    <a:pt x="13354" y="9200"/>
                  </a:lnTo>
                  <a:cubicBezTo>
                    <a:pt x="13667" y="4951"/>
                    <a:pt x="10969" y="1216"/>
                    <a:pt x="7123"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5"/>
            <p:cNvSpPr/>
            <p:nvPr/>
          </p:nvSpPr>
          <p:spPr>
            <a:xfrm>
              <a:off x="8161660" y="4238642"/>
              <a:ext cx="185315" cy="99176"/>
            </a:xfrm>
            <a:custGeom>
              <a:rect b="b" l="l" r="r" t="t"/>
              <a:pathLst>
                <a:path extrusionOk="0" h="7607" w="14214">
                  <a:moveTo>
                    <a:pt x="7107" y="0"/>
                  </a:moveTo>
                  <a:cubicBezTo>
                    <a:pt x="6511" y="0"/>
                    <a:pt x="5925" y="72"/>
                    <a:pt x="5364" y="214"/>
                  </a:cubicBezTo>
                  <a:cubicBezTo>
                    <a:pt x="5193" y="713"/>
                    <a:pt x="4720" y="1072"/>
                    <a:pt x="4162" y="1072"/>
                  </a:cubicBezTo>
                  <a:cubicBezTo>
                    <a:pt x="3953" y="1072"/>
                    <a:pt x="3757" y="1022"/>
                    <a:pt x="3583" y="933"/>
                  </a:cubicBezTo>
                  <a:cubicBezTo>
                    <a:pt x="2973" y="1284"/>
                    <a:pt x="2414" y="1729"/>
                    <a:pt x="1916" y="2263"/>
                  </a:cubicBezTo>
                  <a:cubicBezTo>
                    <a:pt x="794" y="3473"/>
                    <a:pt x="144" y="4981"/>
                    <a:pt x="36" y="6592"/>
                  </a:cubicBezTo>
                  <a:cubicBezTo>
                    <a:pt x="0" y="7140"/>
                    <a:pt x="436" y="7607"/>
                    <a:pt x="987" y="7607"/>
                  </a:cubicBezTo>
                  <a:lnTo>
                    <a:pt x="13227" y="7607"/>
                  </a:lnTo>
                  <a:cubicBezTo>
                    <a:pt x="13778" y="7605"/>
                    <a:pt x="14213" y="7140"/>
                    <a:pt x="14177" y="6592"/>
                  </a:cubicBezTo>
                  <a:cubicBezTo>
                    <a:pt x="14070" y="4981"/>
                    <a:pt x="13421" y="3473"/>
                    <a:pt x="12298" y="2265"/>
                  </a:cubicBezTo>
                  <a:cubicBezTo>
                    <a:pt x="11927" y="1864"/>
                    <a:pt x="11518" y="1513"/>
                    <a:pt x="11078" y="1214"/>
                  </a:cubicBezTo>
                  <a:cubicBezTo>
                    <a:pt x="10739" y="2173"/>
                    <a:pt x="10059" y="2992"/>
                    <a:pt x="9129" y="3503"/>
                  </a:cubicBezTo>
                  <a:cubicBezTo>
                    <a:pt x="8664" y="3758"/>
                    <a:pt x="8376" y="4226"/>
                    <a:pt x="8376" y="4723"/>
                  </a:cubicBezTo>
                  <a:lnTo>
                    <a:pt x="8376" y="4791"/>
                  </a:lnTo>
                  <a:cubicBezTo>
                    <a:pt x="8376" y="5490"/>
                    <a:pt x="7806" y="6060"/>
                    <a:pt x="7107" y="6060"/>
                  </a:cubicBezTo>
                  <a:cubicBezTo>
                    <a:pt x="6407" y="6060"/>
                    <a:pt x="5839" y="5490"/>
                    <a:pt x="5839" y="4791"/>
                  </a:cubicBezTo>
                  <a:lnTo>
                    <a:pt x="5839" y="4723"/>
                  </a:lnTo>
                  <a:cubicBezTo>
                    <a:pt x="5839" y="3298"/>
                    <a:pt x="6634" y="1978"/>
                    <a:pt x="7911" y="1277"/>
                  </a:cubicBezTo>
                  <a:cubicBezTo>
                    <a:pt x="8337" y="1045"/>
                    <a:pt x="8631" y="645"/>
                    <a:pt x="8738" y="187"/>
                  </a:cubicBezTo>
                  <a:cubicBezTo>
                    <a:pt x="8211" y="65"/>
                    <a:pt x="7666" y="0"/>
                    <a:pt x="71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5"/>
            <p:cNvSpPr/>
            <p:nvPr/>
          </p:nvSpPr>
          <p:spPr>
            <a:xfrm>
              <a:off x="8161660" y="4254469"/>
              <a:ext cx="185315" cy="83388"/>
            </a:xfrm>
            <a:custGeom>
              <a:rect b="b" l="l" r="r" t="t"/>
              <a:pathLst>
                <a:path extrusionOk="0" h="6396" w="14214">
                  <a:moveTo>
                    <a:pt x="11078" y="0"/>
                  </a:moveTo>
                  <a:cubicBezTo>
                    <a:pt x="10967" y="314"/>
                    <a:pt x="10818" y="616"/>
                    <a:pt x="10637" y="894"/>
                  </a:cubicBezTo>
                  <a:cubicBezTo>
                    <a:pt x="11247" y="1871"/>
                    <a:pt x="11602" y="2975"/>
                    <a:pt x="11679" y="4130"/>
                  </a:cubicBezTo>
                  <a:cubicBezTo>
                    <a:pt x="11715" y="4678"/>
                    <a:pt x="11279" y="5144"/>
                    <a:pt x="10729" y="5144"/>
                  </a:cubicBezTo>
                  <a:lnTo>
                    <a:pt x="56" y="5144"/>
                  </a:lnTo>
                  <a:cubicBezTo>
                    <a:pt x="49" y="5222"/>
                    <a:pt x="42" y="5301"/>
                    <a:pt x="36" y="5380"/>
                  </a:cubicBezTo>
                  <a:cubicBezTo>
                    <a:pt x="0" y="5929"/>
                    <a:pt x="436" y="6396"/>
                    <a:pt x="987" y="6396"/>
                  </a:cubicBezTo>
                  <a:lnTo>
                    <a:pt x="13227" y="6396"/>
                  </a:lnTo>
                  <a:cubicBezTo>
                    <a:pt x="13778" y="6391"/>
                    <a:pt x="14213" y="5926"/>
                    <a:pt x="14177" y="5378"/>
                  </a:cubicBezTo>
                  <a:cubicBezTo>
                    <a:pt x="14070" y="3767"/>
                    <a:pt x="13421" y="2259"/>
                    <a:pt x="12298" y="1051"/>
                  </a:cubicBezTo>
                  <a:cubicBezTo>
                    <a:pt x="11927" y="650"/>
                    <a:pt x="11518" y="299"/>
                    <a:pt x="11078"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5"/>
            <p:cNvSpPr/>
            <p:nvPr/>
          </p:nvSpPr>
          <p:spPr>
            <a:xfrm>
              <a:off x="8200590" y="4184106"/>
              <a:ext cx="109580" cy="133543"/>
            </a:xfrm>
            <a:custGeom>
              <a:rect b="b" l="l" r="r" t="t"/>
              <a:pathLst>
                <a:path extrusionOk="0" h="10243" w="8405">
                  <a:moveTo>
                    <a:pt x="4130" y="0"/>
                  </a:moveTo>
                  <a:cubicBezTo>
                    <a:pt x="3110" y="0"/>
                    <a:pt x="2130" y="373"/>
                    <a:pt x="1374" y="1052"/>
                  </a:cubicBezTo>
                  <a:cubicBezTo>
                    <a:pt x="501" y="1831"/>
                    <a:pt x="0" y="2951"/>
                    <a:pt x="0" y="4123"/>
                  </a:cubicBezTo>
                  <a:cubicBezTo>
                    <a:pt x="0" y="4807"/>
                    <a:pt x="557" y="5364"/>
                    <a:pt x="1242" y="5364"/>
                  </a:cubicBezTo>
                  <a:cubicBezTo>
                    <a:pt x="1927" y="5364"/>
                    <a:pt x="2484" y="4807"/>
                    <a:pt x="2484" y="4123"/>
                  </a:cubicBezTo>
                  <a:cubicBezTo>
                    <a:pt x="2484" y="3658"/>
                    <a:pt x="2682" y="3212"/>
                    <a:pt x="3031" y="2900"/>
                  </a:cubicBezTo>
                  <a:cubicBezTo>
                    <a:pt x="3335" y="2628"/>
                    <a:pt x="3712" y="2483"/>
                    <a:pt x="4123" y="2483"/>
                  </a:cubicBezTo>
                  <a:cubicBezTo>
                    <a:pt x="4186" y="2483"/>
                    <a:pt x="4251" y="2487"/>
                    <a:pt x="4315" y="2494"/>
                  </a:cubicBezTo>
                  <a:cubicBezTo>
                    <a:pt x="5064" y="2576"/>
                    <a:pt x="5670" y="3180"/>
                    <a:pt x="5752" y="3931"/>
                  </a:cubicBezTo>
                  <a:cubicBezTo>
                    <a:pt x="5825" y="4601"/>
                    <a:pt x="5495" y="5242"/>
                    <a:pt x="4909" y="5562"/>
                  </a:cubicBezTo>
                  <a:cubicBezTo>
                    <a:pt x="3658" y="6248"/>
                    <a:pt x="2882" y="7541"/>
                    <a:pt x="2882" y="8934"/>
                  </a:cubicBezTo>
                  <a:lnTo>
                    <a:pt x="2882" y="9002"/>
                  </a:lnTo>
                  <a:cubicBezTo>
                    <a:pt x="2882" y="9686"/>
                    <a:pt x="3438" y="10243"/>
                    <a:pt x="4123" y="10243"/>
                  </a:cubicBezTo>
                  <a:cubicBezTo>
                    <a:pt x="4806" y="10243"/>
                    <a:pt x="5364" y="9685"/>
                    <a:pt x="5364" y="8999"/>
                  </a:cubicBezTo>
                  <a:lnTo>
                    <a:pt x="5364" y="8933"/>
                  </a:lnTo>
                  <a:cubicBezTo>
                    <a:pt x="5364" y="8445"/>
                    <a:pt x="5645" y="7987"/>
                    <a:pt x="6102" y="7739"/>
                  </a:cubicBezTo>
                  <a:cubicBezTo>
                    <a:pt x="7574" y="6933"/>
                    <a:pt x="8405" y="5331"/>
                    <a:pt x="8220" y="3658"/>
                  </a:cubicBezTo>
                  <a:cubicBezTo>
                    <a:pt x="8012" y="1763"/>
                    <a:pt x="6483" y="236"/>
                    <a:pt x="4588" y="26"/>
                  </a:cubicBezTo>
                  <a:cubicBezTo>
                    <a:pt x="4434" y="9"/>
                    <a:pt x="4282" y="0"/>
                    <a:pt x="41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5"/>
            <p:cNvSpPr/>
            <p:nvPr/>
          </p:nvSpPr>
          <p:spPr>
            <a:xfrm>
              <a:off x="8202754" y="4208512"/>
              <a:ext cx="52346" cy="45540"/>
            </a:xfrm>
            <a:custGeom>
              <a:rect b="b" l="l" r="r" t="t"/>
              <a:pathLst>
                <a:path extrusionOk="0" h="3493" w="4015">
                  <a:moveTo>
                    <a:pt x="2734" y="1"/>
                  </a:moveTo>
                  <a:cubicBezTo>
                    <a:pt x="2322" y="1"/>
                    <a:pt x="1947" y="146"/>
                    <a:pt x="1641" y="419"/>
                  </a:cubicBezTo>
                  <a:cubicBezTo>
                    <a:pt x="1294" y="730"/>
                    <a:pt x="1094" y="1176"/>
                    <a:pt x="1094" y="1641"/>
                  </a:cubicBezTo>
                  <a:cubicBezTo>
                    <a:pt x="1094" y="2275"/>
                    <a:pt x="615" y="2799"/>
                    <a:pt x="1" y="2872"/>
                  </a:cubicBezTo>
                  <a:cubicBezTo>
                    <a:pt x="216" y="3243"/>
                    <a:pt x="615" y="3492"/>
                    <a:pt x="1074" y="3492"/>
                  </a:cubicBezTo>
                  <a:cubicBezTo>
                    <a:pt x="1760" y="3492"/>
                    <a:pt x="2318" y="2935"/>
                    <a:pt x="2318" y="2251"/>
                  </a:cubicBezTo>
                  <a:cubicBezTo>
                    <a:pt x="2318" y="1785"/>
                    <a:pt x="2516" y="1340"/>
                    <a:pt x="2865" y="1028"/>
                  </a:cubicBezTo>
                  <a:cubicBezTo>
                    <a:pt x="3169" y="756"/>
                    <a:pt x="3548" y="611"/>
                    <a:pt x="3957" y="611"/>
                  </a:cubicBezTo>
                  <a:cubicBezTo>
                    <a:pt x="3977" y="611"/>
                    <a:pt x="3997" y="611"/>
                    <a:pt x="4014" y="612"/>
                  </a:cubicBezTo>
                  <a:cubicBezTo>
                    <a:pt x="3750" y="285"/>
                    <a:pt x="3363" y="60"/>
                    <a:pt x="2925" y="12"/>
                  </a:cubicBezTo>
                  <a:cubicBezTo>
                    <a:pt x="2861" y="5"/>
                    <a:pt x="2796" y="1"/>
                    <a:pt x="2734"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5"/>
            <p:cNvSpPr/>
            <p:nvPr/>
          </p:nvSpPr>
          <p:spPr>
            <a:xfrm>
              <a:off x="8240328" y="4186401"/>
              <a:ext cx="69842" cy="131222"/>
            </a:xfrm>
            <a:custGeom>
              <a:rect b="b" l="l" r="r" t="t"/>
              <a:pathLst>
                <a:path extrusionOk="0" h="10065" w="5357">
                  <a:moveTo>
                    <a:pt x="2273" y="1"/>
                  </a:moveTo>
                  <a:lnTo>
                    <a:pt x="2273" y="1"/>
                  </a:lnTo>
                  <a:cubicBezTo>
                    <a:pt x="3186" y="665"/>
                    <a:pt x="3821" y="1698"/>
                    <a:pt x="3950" y="2872"/>
                  </a:cubicBezTo>
                  <a:cubicBezTo>
                    <a:pt x="4136" y="4545"/>
                    <a:pt x="3305" y="6147"/>
                    <a:pt x="1833" y="6953"/>
                  </a:cubicBezTo>
                  <a:cubicBezTo>
                    <a:pt x="1376" y="7201"/>
                    <a:pt x="1095" y="7659"/>
                    <a:pt x="1095" y="8147"/>
                  </a:cubicBezTo>
                  <a:lnTo>
                    <a:pt x="1095" y="8213"/>
                  </a:lnTo>
                  <a:cubicBezTo>
                    <a:pt x="1095" y="8849"/>
                    <a:pt x="616" y="9372"/>
                    <a:pt x="0" y="9446"/>
                  </a:cubicBezTo>
                  <a:cubicBezTo>
                    <a:pt x="215" y="9816"/>
                    <a:pt x="616" y="10064"/>
                    <a:pt x="1075" y="10064"/>
                  </a:cubicBezTo>
                  <a:cubicBezTo>
                    <a:pt x="1761" y="10064"/>
                    <a:pt x="2316" y="9509"/>
                    <a:pt x="2316" y="8823"/>
                  </a:cubicBezTo>
                  <a:lnTo>
                    <a:pt x="2316" y="8757"/>
                  </a:lnTo>
                  <a:cubicBezTo>
                    <a:pt x="2316" y="8269"/>
                    <a:pt x="2599" y="7811"/>
                    <a:pt x="3054" y="7563"/>
                  </a:cubicBezTo>
                  <a:cubicBezTo>
                    <a:pt x="4524" y="6757"/>
                    <a:pt x="5357" y="5155"/>
                    <a:pt x="5172" y="3482"/>
                  </a:cubicBezTo>
                  <a:cubicBezTo>
                    <a:pt x="4991" y="1838"/>
                    <a:pt x="3817" y="470"/>
                    <a:pt x="2273"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5"/>
            <p:cNvSpPr/>
            <p:nvPr/>
          </p:nvSpPr>
          <p:spPr>
            <a:xfrm>
              <a:off x="8237759" y="4317609"/>
              <a:ext cx="33128" cy="20195"/>
            </a:xfrm>
            <a:custGeom>
              <a:rect b="b" l="l" r="r" t="t"/>
              <a:pathLst>
                <a:path extrusionOk="0" h="1549" w="2541">
                  <a:moveTo>
                    <a:pt x="1270" y="0"/>
                  </a:moveTo>
                  <a:cubicBezTo>
                    <a:pt x="569" y="0"/>
                    <a:pt x="1" y="570"/>
                    <a:pt x="1" y="1270"/>
                  </a:cubicBezTo>
                  <a:cubicBezTo>
                    <a:pt x="1" y="1366"/>
                    <a:pt x="11" y="1459"/>
                    <a:pt x="31" y="1548"/>
                  </a:cubicBezTo>
                  <a:lnTo>
                    <a:pt x="2507" y="1548"/>
                  </a:lnTo>
                  <a:cubicBezTo>
                    <a:pt x="2529" y="1459"/>
                    <a:pt x="2540" y="1368"/>
                    <a:pt x="2540" y="1270"/>
                  </a:cubicBezTo>
                  <a:cubicBezTo>
                    <a:pt x="2540" y="570"/>
                    <a:pt x="1971" y="0"/>
                    <a:pt x="12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5"/>
            <p:cNvSpPr/>
            <p:nvPr/>
          </p:nvSpPr>
          <p:spPr>
            <a:xfrm>
              <a:off x="8088625" y="4178005"/>
              <a:ext cx="331478" cy="416770"/>
            </a:xfrm>
            <a:custGeom>
              <a:rect b="b" l="l" r="r" t="t"/>
              <a:pathLst>
                <a:path extrusionOk="0" h="31967" w="25425">
                  <a:moveTo>
                    <a:pt x="12709" y="3419"/>
                  </a:moveTo>
                  <a:cubicBezTo>
                    <a:pt x="12755" y="3419"/>
                    <a:pt x="12803" y="3421"/>
                    <a:pt x="12849" y="3426"/>
                  </a:cubicBezTo>
                  <a:cubicBezTo>
                    <a:pt x="13321" y="3477"/>
                    <a:pt x="13710" y="3819"/>
                    <a:pt x="13836" y="4265"/>
                  </a:cubicBezTo>
                  <a:cubicBezTo>
                    <a:pt x="13466" y="4211"/>
                    <a:pt x="13089" y="4185"/>
                    <a:pt x="12712" y="4185"/>
                  </a:cubicBezTo>
                  <a:cubicBezTo>
                    <a:pt x="12335" y="4185"/>
                    <a:pt x="11957" y="4211"/>
                    <a:pt x="11584" y="4265"/>
                  </a:cubicBezTo>
                  <a:cubicBezTo>
                    <a:pt x="11646" y="4056"/>
                    <a:pt x="11764" y="3866"/>
                    <a:pt x="11929" y="3717"/>
                  </a:cubicBezTo>
                  <a:cubicBezTo>
                    <a:pt x="12146" y="3522"/>
                    <a:pt x="12417" y="3419"/>
                    <a:pt x="12709" y="3419"/>
                  </a:cubicBezTo>
                  <a:close/>
                  <a:moveTo>
                    <a:pt x="16852" y="6573"/>
                  </a:moveTo>
                  <a:cubicBezTo>
                    <a:pt x="17102" y="6775"/>
                    <a:pt x="17337" y="6996"/>
                    <a:pt x="17558" y="7233"/>
                  </a:cubicBezTo>
                  <a:cubicBezTo>
                    <a:pt x="18606" y="8361"/>
                    <a:pt x="19211" y="9757"/>
                    <a:pt x="19312" y="11272"/>
                  </a:cubicBezTo>
                  <a:cubicBezTo>
                    <a:pt x="19329" y="11552"/>
                    <a:pt x="19109" y="11786"/>
                    <a:pt x="18829" y="11786"/>
                  </a:cubicBezTo>
                  <a:lnTo>
                    <a:pt x="14437" y="11786"/>
                  </a:lnTo>
                  <a:cubicBezTo>
                    <a:pt x="14390" y="11360"/>
                    <a:pt x="14189" y="10979"/>
                    <a:pt x="13889" y="10704"/>
                  </a:cubicBezTo>
                  <a:cubicBezTo>
                    <a:pt x="14216" y="10391"/>
                    <a:pt x="14420" y="9952"/>
                    <a:pt x="14420" y="9467"/>
                  </a:cubicBezTo>
                  <a:lnTo>
                    <a:pt x="14420" y="9401"/>
                  </a:lnTo>
                  <a:cubicBezTo>
                    <a:pt x="14420" y="9085"/>
                    <a:pt x="14611" y="8784"/>
                    <a:pt x="14915" y="8617"/>
                  </a:cubicBezTo>
                  <a:cubicBezTo>
                    <a:pt x="15780" y="8144"/>
                    <a:pt x="16447" y="7422"/>
                    <a:pt x="16852" y="6573"/>
                  </a:cubicBezTo>
                  <a:close/>
                  <a:moveTo>
                    <a:pt x="12709" y="11179"/>
                  </a:moveTo>
                  <a:cubicBezTo>
                    <a:pt x="13085" y="11179"/>
                    <a:pt x="13401" y="11438"/>
                    <a:pt x="13487" y="11789"/>
                  </a:cubicBezTo>
                  <a:lnTo>
                    <a:pt x="11930" y="11789"/>
                  </a:lnTo>
                  <a:cubicBezTo>
                    <a:pt x="12016" y="11438"/>
                    <a:pt x="12335" y="11179"/>
                    <a:pt x="12709" y="11179"/>
                  </a:cubicBezTo>
                  <a:close/>
                  <a:moveTo>
                    <a:pt x="3457" y="14437"/>
                  </a:moveTo>
                  <a:lnTo>
                    <a:pt x="3807" y="19181"/>
                  </a:lnTo>
                  <a:cubicBezTo>
                    <a:pt x="2207" y="19065"/>
                    <a:pt x="939" y="17725"/>
                    <a:pt x="939" y="16095"/>
                  </a:cubicBezTo>
                  <a:lnTo>
                    <a:pt x="939" y="15885"/>
                  </a:lnTo>
                  <a:cubicBezTo>
                    <a:pt x="939" y="15087"/>
                    <a:pt x="1589" y="14437"/>
                    <a:pt x="2387" y="14437"/>
                  </a:cubicBezTo>
                  <a:close/>
                  <a:moveTo>
                    <a:pt x="23034" y="14437"/>
                  </a:moveTo>
                  <a:cubicBezTo>
                    <a:pt x="23832" y="14437"/>
                    <a:pt x="24482" y="15087"/>
                    <a:pt x="24482" y="15885"/>
                  </a:cubicBezTo>
                  <a:lnTo>
                    <a:pt x="24482" y="16095"/>
                  </a:lnTo>
                  <a:cubicBezTo>
                    <a:pt x="24482" y="17725"/>
                    <a:pt x="23215" y="19065"/>
                    <a:pt x="21613" y="19181"/>
                  </a:cubicBezTo>
                  <a:lnTo>
                    <a:pt x="21963" y="14437"/>
                  </a:lnTo>
                  <a:close/>
                  <a:moveTo>
                    <a:pt x="16805" y="27174"/>
                  </a:moveTo>
                  <a:lnTo>
                    <a:pt x="16805" y="27956"/>
                  </a:lnTo>
                  <a:cubicBezTo>
                    <a:pt x="16805" y="29039"/>
                    <a:pt x="17436" y="30041"/>
                    <a:pt x="18412" y="30509"/>
                  </a:cubicBezTo>
                  <a:lnTo>
                    <a:pt x="19497" y="31030"/>
                  </a:lnTo>
                  <a:lnTo>
                    <a:pt x="5925" y="31030"/>
                  </a:lnTo>
                  <a:lnTo>
                    <a:pt x="7011" y="30509"/>
                  </a:lnTo>
                  <a:cubicBezTo>
                    <a:pt x="7987" y="30041"/>
                    <a:pt x="8618" y="29038"/>
                    <a:pt x="8618" y="27956"/>
                  </a:cubicBezTo>
                  <a:lnTo>
                    <a:pt x="8618" y="27180"/>
                  </a:lnTo>
                  <a:cubicBezTo>
                    <a:pt x="10079" y="28035"/>
                    <a:pt x="11597" y="28513"/>
                    <a:pt x="12711" y="28513"/>
                  </a:cubicBezTo>
                  <a:cubicBezTo>
                    <a:pt x="13827" y="28513"/>
                    <a:pt x="15344" y="28031"/>
                    <a:pt x="16805" y="27174"/>
                  </a:cubicBezTo>
                  <a:close/>
                  <a:moveTo>
                    <a:pt x="12717" y="1"/>
                  </a:moveTo>
                  <a:cubicBezTo>
                    <a:pt x="11579" y="1"/>
                    <a:pt x="10488" y="417"/>
                    <a:pt x="9647" y="1170"/>
                  </a:cubicBezTo>
                  <a:cubicBezTo>
                    <a:pt x="8973" y="1774"/>
                    <a:pt x="8499" y="2558"/>
                    <a:pt x="8271" y="3417"/>
                  </a:cubicBezTo>
                  <a:cubicBezTo>
                    <a:pt x="4978" y="5176"/>
                    <a:pt x="3034" y="8693"/>
                    <a:pt x="3308" y="12429"/>
                  </a:cubicBezTo>
                  <a:lnTo>
                    <a:pt x="3387" y="13500"/>
                  </a:lnTo>
                  <a:lnTo>
                    <a:pt x="2387" y="13500"/>
                  </a:lnTo>
                  <a:cubicBezTo>
                    <a:pt x="1072" y="13500"/>
                    <a:pt x="0" y="14569"/>
                    <a:pt x="0" y="15887"/>
                  </a:cubicBezTo>
                  <a:lnTo>
                    <a:pt x="0" y="16096"/>
                  </a:lnTo>
                  <a:cubicBezTo>
                    <a:pt x="0" y="18267"/>
                    <a:pt x="1725" y="20042"/>
                    <a:pt x="3875" y="20126"/>
                  </a:cubicBezTo>
                  <a:lnTo>
                    <a:pt x="3918" y="20700"/>
                  </a:lnTo>
                  <a:cubicBezTo>
                    <a:pt x="3956" y="21202"/>
                    <a:pt x="4057" y="21707"/>
                    <a:pt x="4219" y="22199"/>
                  </a:cubicBezTo>
                  <a:cubicBezTo>
                    <a:pt x="4284" y="22396"/>
                    <a:pt x="4467" y="22519"/>
                    <a:pt x="4664" y="22519"/>
                  </a:cubicBezTo>
                  <a:cubicBezTo>
                    <a:pt x="4713" y="22519"/>
                    <a:pt x="4763" y="22512"/>
                    <a:pt x="4812" y="22496"/>
                  </a:cubicBezTo>
                  <a:cubicBezTo>
                    <a:pt x="5057" y="22416"/>
                    <a:pt x="5190" y="22150"/>
                    <a:pt x="5109" y="21905"/>
                  </a:cubicBezTo>
                  <a:cubicBezTo>
                    <a:pt x="4971" y="21484"/>
                    <a:pt x="4885" y="21055"/>
                    <a:pt x="4853" y="20629"/>
                  </a:cubicBezTo>
                  <a:lnTo>
                    <a:pt x="4779" y="19630"/>
                  </a:lnTo>
                  <a:cubicBezTo>
                    <a:pt x="4779" y="19626"/>
                    <a:pt x="4779" y="19620"/>
                    <a:pt x="4777" y="19618"/>
                  </a:cubicBezTo>
                  <a:lnTo>
                    <a:pt x="4360" y="13937"/>
                  </a:lnTo>
                  <a:lnTo>
                    <a:pt x="4360" y="13930"/>
                  </a:lnTo>
                  <a:lnTo>
                    <a:pt x="4245" y="12360"/>
                  </a:lnTo>
                  <a:cubicBezTo>
                    <a:pt x="4014" y="9229"/>
                    <a:pt x="5516" y="6266"/>
                    <a:pt x="8121" y="4594"/>
                  </a:cubicBezTo>
                  <a:cubicBezTo>
                    <a:pt x="8121" y="4940"/>
                    <a:pt x="8225" y="5261"/>
                    <a:pt x="8402" y="5529"/>
                  </a:cubicBezTo>
                  <a:cubicBezTo>
                    <a:pt x="7961" y="5838"/>
                    <a:pt x="7551" y="6195"/>
                    <a:pt x="7179" y="6597"/>
                  </a:cubicBezTo>
                  <a:cubicBezTo>
                    <a:pt x="7003" y="6788"/>
                    <a:pt x="7014" y="7083"/>
                    <a:pt x="7204" y="7259"/>
                  </a:cubicBezTo>
                  <a:cubicBezTo>
                    <a:pt x="7294" y="7343"/>
                    <a:pt x="7409" y="7385"/>
                    <a:pt x="7524" y="7385"/>
                  </a:cubicBezTo>
                  <a:cubicBezTo>
                    <a:pt x="7648" y="7385"/>
                    <a:pt x="7775" y="7335"/>
                    <a:pt x="7867" y="7236"/>
                  </a:cubicBezTo>
                  <a:cubicBezTo>
                    <a:pt x="8251" y="6821"/>
                    <a:pt x="8682" y="6461"/>
                    <a:pt x="9148" y="6159"/>
                  </a:cubicBezTo>
                  <a:cubicBezTo>
                    <a:pt x="9359" y="6251"/>
                    <a:pt x="9590" y="6303"/>
                    <a:pt x="9832" y="6303"/>
                  </a:cubicBezTo>
                  <a:cubicBezTo>
                    <a:pt x="10543" y="6303"/>
                    <a:pt x="11154" y="5867"/>
                    <a:pt x="11411" y="5248"/>
                  </a:cubicBezTo>
                  <a:cubicBezTo>
                    <a:pt x="11837" y="5165"/>
                    <a:pt x="12277" y="5123"/>
                    <a:pt x="12716" y="5123"/>
                  </a:cubicBezTo>
                  <a:cubicBezTo>
                    <a:pt x="13051" y="5123"/>
                    <a:pt x="13386" y="5147"/>
                    <a:pt x="13715" y="5197"/>
                  </a:cubicBezTo>
                  <a:cubicBezTo>
                    <a:pt x="13611" y="5372"/>
                    <a:pt x="13460" y="5519"/>
                    <a:pt x="13273" y="5621"/>
                  </a:cubicBezTo>
                  <a:cubicBezTo>
                    <a:pt x="11873" y="6389"/>
                    <a:pt x="11003" y="7838"/>
                    <a:pt x="11003" y="9404"/>
                  </a:cubicBezTo>
                  <a:lnTo>
                    <a:pt x="11003" y="9471"/>
                  </a:lnTo>
                  <a:cubicBezTo>
                    <a:pt x="11003" y="9956"/>
                    <a:pt x="11206" y="10394"/>
                    <a:pt x="11533" y="10707"/>
                  </a:cubicBezTo>
                  <a:cubicBezTo>
                    <a:pt x="11233" y="10982"/>
                    <a:pt x="11032" y="11365"/>
                    <a:pt x="10985" y="11790"/>
                  </a:cubicBezTo>
                  <a:lnTo>
                    <a:pt x="6592" y="11790"/>
                  </a:lnTo>
                  <a:cubicBezTo>
                    <a:pt x="6312" y="11790"/>
                    <a:pt x="6092" y="11553"/>
                    <a:pt x="6110" y="11275"/>
                  </a:cubicBezTo>
                  <a:cubicBezTo>
                    <a:pt x="6163" y="10476"/>
                    <a:pt x="6360" y="9702"/>
                    <a:pt x="6691" y="8979"/>
                  </a:cubicBezTo>
                  <a:cubicBezTo>
                    <a:pt x="6799" y="8744"/>
                    <a:pt x="6697" y="8467"/>
                    <a:pt x="6462" y="8359"/>
                  </a:cubicBezTo>
                  <a:cubicBezTo>
                    <a:pt x="6398" y="8330"/>
                    <a:pt x="6331" y="8316"/>
                    <a:pt x="6266" y="8316"/>
                  </a:cubicBezTo>
                  <a:cubicBezTo>
                    <a:pt x="6088" y="8316"/>
                    <a:pt x="5919" y="8417"/>
                    <a:pt x="5840" y="8589"/>
                  </a:cubicBezTo>
                  <a:cubicBezTo>
                    <a:pt x="5460" y="9415"/>
                    <a:pt x="5236" y="10298"/>
                    <a:pt x="5176" y="11212"/>
                  </a:cubicBezTo>
                  <a:cubicBezTo>
                    <a:pt x="5122" y="12030"/>
                    <a:pt x="5773" y="12726"/>
                    <a:pt x="6592" y="12726"/>
                  </a:cubicBezTo>
                  <a:lnTo>
                    <a:pt x="18832" y="12726"/>
                  </a:lnTo>
                  <a:cubicBezTo>
                    <a:pt x="19652" y="12726"/>
                    <a:pt x="20303" y="12033"/>
                    <a:pt x="20250" y="11212"/>
                  </a:cubicBezTo>
                  <a:cubicBezTo>
                    <a:pt x="20135" y="9480"/>
                    <a:pt x="19442" y="7883"/>
                    <a:pt x="18245" y="6597"/>
                  </a:cubicBezTo>
                  <a:cubicBezTo>
                    <a:pt x="17920" y="6245"/>
                    <a:pt x="17562" y="5927"/>
                    <a:pt x="17182" y="5644"/>
                  </a:cubicBezTo>
                  <a:cubicBezTo>
                    <a:pt x="17262" y="5304"/>
                    <a:pt x="17304" y="4953"/>
                    <a:pt x="17304" y="4594"/>
                  </a:cubicBezTo>
                  <a:cubicBezTo>
                    <a:pt x="19907" y="6267"/>
                    <a:pt x="21409" y="9234"/>
                    <a:pt x="21180" y="12360"/>
                  </a:cubicBezTo>
                  <a:lnTo>
                    <a:pt x="21064" y="13931"/>
                  </a:lnTo>
                  <a:lnTo>
                    <a:pt x="21064" y="13937"/>
                  </a:lnTo>
                  <a:lnTo>
                    <a:pt x="20570" y="20631"/>
                  </a:lnTo>
                  <a:cubicBezTo>
                    <a:pt x="20274" y="24646"/>
                    <a:pt x="15228" y="27580"/>
                    <a:pt x="12712" y="27580"/>
                  </a:cubicBezTo>
                  <a:cubicBezTo>
                    <a:pt x="10889" y="27580"/>
                    <a:pt x="7792" y="26042"/>
                    <a:pt x="6092" y="23752"/>
                  </a:cubicBezTo>
                  <a:cubicBezTo>
                    <a:pt x="6000" y="23628"/>
                    <a:pt x="5859" y="23562"/>
                    <a:pt x="5716" y="23562"/>
                  </a:cubicBezTo>
                  <a:cubicBezTo>
                    <a:pt x="5619" y="23562"/>
                    <a:pt x="5521" y="23593"/>
                    <a:pt x="5437" y="23655"/>
                  </a:cubicBezTo>
                  <a:cubicBezTo>
                    <a:pt x="5229" y="23809"/>
                    <a:pt x="5186" y="24102"/>
                    <a:pt x="5341" y="24310"/>
                  </a:cubicBezTo>
                  <a:cubicBezTo>
                    <a:pt x="5990" y="25185"/>
                    <a:pt x="6808" y="25947"/>
                    <a:pt x="7683" y="26576"/>
                  </a:cubicBezTo>
                  <a:lnTo>
                    <a:pt x="7683" y="27957"/>
                  </a:lnTo>
                  <a:cubicBezTo>
                    <a:pt x="7683" y="28682"/>
                    <a:pt x="7261" y="29354"/>
                    <a:pt x="6608" y="29665"/>
                  </a:cubicBezTo>
                  <a:lnTo>
                    <a:pt x="4681" y="30591"/>
                  </a:lnTo>
                  <a:cubicBezTo>
                    <a:pt x="4374" y="30738"/>
                    <a:pt x="4212" y="31071"/>
                    <a:pt x="4288" y="31404"/>
                  </a:cubicBezTo>
                  <a:cubicBezTo>
                    <a:pt x="4362" y="31736"/>
                    <a:pt x="4654" y="31967"/>
                    <a:pt x="4994" y="31967"/>
                  </a:cubicBezTo>
                  <a:lnTo>
                    <a:pt x="20434" y="31967"/>
                  </a:lnTo>
                  <a:cubicBezTo>
                    <a:pt x="20775" y="31967"/>
                    <a:pt x="21065" y="31736"/>
                    <a:pt x="21141" y="31404"/>
                  </a:cubicBezTo>
                  <a:cubicBezTo>
                    <a:pt x="21216" y="31071"/>
                    <a:pt x="21055" y="30738"/>
                    <a:pt x="20748" y="30591"/>
                  </a:cubicBezTo>
                  <a:lnTo>
                    <a:pt x="18819" y="29665"/>
                  </a:lnTo>
                  <a:cubicBezTo>
                    <a:pt x="18166" y="29352"/>
                    <a:pt x="17746" y="28681"/>
                    <a:pt x="17746" y="27957"/>
                  </a:cubicBezTo>
                  <a:lnTo>
                    <a:pt x="17746" y="26568"/>
                  </a:lnTo>
                  <a:cubicBezTo>
                    <a:pt x="19683" y="25179"/>
                    <a:pt x="21328" y="23132"/>
                    <a:pt x="21507" y="20700"/>
                  </a:cubicBezTo>
                  <a:lnTo>
                    <a:pt x="21550" y="20126"/>
                  </a:lnTo>
                  <a:cubicBezTo>
                    <a:pt x="23701" y="20042"/>
                    <a:pt x="25424" y="18267"/>
                    <a:pt x="25424" y="16096"/>
                  </a:cubicBezTo>
                  <a:lnTo>
                    <a:pt x="25424" y="15887"/>
                  </a:lnTo>
                  <a:cubicBezTo>
                    <a:pt x="25417" y="14571"/>
                    <a:pt x="24348" y="13502"/>
                    <a:pt x="23034" y="13502"/>
                  </a:cubicBezTo>
                  <a:lnTo>
                    <a:pt x="22032" y="13502"/>
                  </a:lnTo>
                  <a:lnTo>
                    <a:pt x="22111" y="12429"/>
                  </a:lnTo>
                  <a:cubicBezTo>
                    <a:pt x="22387" y="8701"/>
                    <a:pt x="20442" y="5179"/>
                    <a:pt x="17152" y="3419"/>
                  </a:cubicBezTo>
                  <a:cubicBezTo>
                    <a:pt x="17057" y="3057"/>
                    <a:pt x="16915" y="2707"/>
                    <a:pt x="16730" y="2373"/>
                  </a:cubicBezTo>
                  <a:cubicBezTo>
                    <a:pt x="16645" y="2219"/>
                    <a:pt x="16485" y="2131"/>
                    <a:pt x="16320" y="2131"/>
                  </a:cubicBezTo>
                  <a:cubicBezTo>
                    <a:pt x="16244" y="2131"/>
                    <a:pt x="16166" y="2150"/>
                    <a:pt x="16094" y="2190"/>
                  </a:cubicBezTo>
                  <a:cubicBezTo>
                    <a:pt x="15868" y="2315"/>
                    <a:pt x="15786" y="2601"/>
                    <a:pt x="15911" y="2827"/>
                  </a:cubicBezTo>
                  <a:cubicBezTo>
                    <a:pt x="16145" y="3248"/>
                    <a:pt x="16290" y="3703"/>
                    <a:pt x="16341" y="4176"/>
                  </a:cubicBezTo>
                  <a:cubicBezTo>
                    <a:pt x="16505" y="5659"/>
                    <a:pt x="15769" y="7079"/>
                    <a:pt x="14463" y="7795"/>
                  </a:cubicBezTo>
                  <a:cubicBezTo>
                    <a:pt x="13859" y="8127"/>
                    <a:pt x="13481" y="8742"/>
                    <a:pt x="13481" y="9401"/>
                  </a:cubicBezTo>
                  <a:lnTo>
                    <a:pt x="13481" y="9467"/>
                  </a:lnTo>
                  <a:cubicBezTo>
                    <a:pt x="13481" y="9894"/>
                    <a:pt x="13136" y="10240"/>
                    <a:pt x="12709" y="10240"/>
                  </a:cubicBezTo>
                  <a:cubicBezTo>
                    <a:pt x="12282" y="10240"/>
                    <a:pt x="11936" y="9894"/>
                    <a:pt x="11936" y="9467"/>
                  </a:cubicBezTo>
                  <a:lnTo>
                    <a:pt x="11936" y="9401"/>
                  </a:lnTo>
                  <a:cubicBezTo>
                    <a:pt x="11936" y="8178"/>
                    <a:pt x="12619" y="7042"/>
                    <a:pt x="13721" y="6439"/>
                  </a:cubicBezTo>
                  <a:cubicBezTo>
                    <a:pt x="14474" y="6027"/>
                    <a:pt x="14899" y="5205"/>
                    <a:pt x="14804" y="4346"/>
                  </a:cubicBezTo>
                  <a:cubicBezTo>
                    <a:pt x="14698" y="3380"/>
                    <a:pt x="13918" y="2601"/>
                    <a:pt x="12953" y="2495"/>
                  </a:cubicBezTo>
                  <a:cubicBezTo>
                    <a:pt x="12872" y="2486"/>
                    <a:pt x="12790" y="2483"/>
                    <a:pt x="12709" y="2483"/>
                  </a:cubicBezTo>
                  <a:cubicBezTo>
                    <a:pt x="12181" y="2483"/>
                    <a:pt x="11695" y="2670"/>
                    <a:pt x="11303" y="3018"/>
                  </a:cubicBezTo>
                  <a:cubicBezTo>
                    <a:pt x="10856" y="3419"/>
                    <a:pt x="10600" y="3991"/>
                    <a:pt x="10600" y="4591"/>
                  </a:cubicBezTo>
                  <a:cubicBezTo>
                    <a:pt x="10600" y="5017"/>
                    <a:pt x="10253" y="5363"/>
                    <a:pt x="9827" y="5363"/>
                  </a:cubicBezTo>
                  <a:cubicBezTo>
                    <a:pt x="9669" y="5363"/>
                    <a:pt x="9524" y="5317"/>
                    <a:pt x="9399" y="5234"/>
                  </a:cubicBezTo>
                  <a:lnTo>
                    <a:pt x="9383" y="5224"/>
                  </a:lnTo>
                  <a:cubicBezTo>
                    <a:pt x="9184" y="5083"/>
                    <a:pt x="9053" y="4852"/>
                    <a:pt x="9053" y="4591"/>
                  </a:cubicBezTo>
                  <a:cubicBezTo>
                    <a:pt x="9053" y="3554"/>
                    <a:pt x="9497" y="2561"/>
                    <a:pt x="10270" y="1867"/>
                  </a:cubicBezTo>
                  <a:cubicBezTo>
                    <a:pt x="10940" y="1266"/>
                    <a:pt x="11808" y="936"/>
                    <a:pt x="12714" y="936"/>
                  </a:cubicBezTo>
                  <a:cubicBezTo>
                    <a:pt x="12849" y="936"/>
                    <a:pt x="12985" y="943"/>
                    <a:pt x="13120" y="958"/>
                  </a:cubicBezTo>
                  <a:cubicBezTo>
                    <a:pt x="13639" y="1015"/>
                    <a:pt x="14133" y="1184"/>
                    <a:pt x="14586" y="1457"/>
                  </a:cubicBezTo>
                  <a:cubicBezTo>
                    <a:pt x="14662" y="1503"/>
                    <a:pt x="14746" y="1525"/>
                    <a:pt x="14828" y="1525"/>
                  </a:cubicBezTo>
                  <a:cubicBezTo>
                    <a:pt x="14987" y="1525"/>
                    <a:pt x="15141" y="1444"/>
                    <a:pt x="15229" y="1299"/>
                  </a:cubicBezTo>
                  <a:cubicBezTo>
                    <a:pt x="15364" y="1078"/>
                    <a:pt x="15292" y="790"/>
                    <a:pt x="15071" y="656"/>
                  </a:cubicBezTo>
                  <a:cubicBezTo>
                    <a:pt x="14500" y="312"/>
                    <a:pt x="13879" y="101"/>
                    <a:pt x="13223" y="29"/>
                  </a:cubicBezTo>
                  <a:cubicBezTo>
                    <a:pt x="13055" y="11"/>
                    <a:pt x="12884" y="1"/>
                    <a:pt x="1271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5"/>
            <p:cNvSpPr/>
            <p:nvPr/>
          </p:nvSpPr>
          <p:spPr>
            <a:xfrm>
              <a:off x="8183341" y="4371949"/>
              <a:ext cx="60872" cy="12229"/>
            </a:xfrm>
            <a:custGeom>
              <a:rect b="b" l="l" r="r" t="t"/>
              <a:pathLst>
                <a:path extrusionOk="0" h="938" w="4669">
                  <a:moveTo>
                    <a:pt x="468" y="1"/>
                  </a:moveTo>
                  <a:cubicBezTo>
                    <a:pt x="210" y="1"/>
                    <a:pt x="0" y="211"/>
                    <a:pt x="0" y="470"/>
                  </a:cubicBezTo>
                  <a:cubicBezTo>
                    <a:pt x="0" y="728"/>
                    <a:pt x="210" y="938"/>
                    <a:pt x="468" y="938"/>
                  </a:cubicBezTo>
                  <a:lnTo>
                    <a:pt x="4199" y="938"/>
                  </a:lnTo>
                  <a:cubicBezTo>
                    <a:pt x="4457" y="938"/>
                    <a:pt x="4668" y="728"/>
                    <a:pt x="4668" y="470"/>
                  </a:cubicBezTo>
                  <a:cubicBezTo>
                    <a:pt x="4668" y="211"/>
                    <a:pt x="4457"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5"/>
            <p:cNvSpPr/>
            <p:nvPr/>
          </p:nvSpPr>
          <p:spPr>
            <a:xfrm>
              <a:off x="8248241" y="4371949"/>
              <a:ext cx="77104" cy="76778"/>
            </a:xfrm>
            <a:custGeom>
              <a:rect b="b" l="l" r="r" t="t"/>
              <a:pathLst>
                <a:path extrusionOk="0" h="5889" w="5914">
                  <a:moveTo>
                    <a:pt x="2962" y="1"/>
                  </a:moveTo>
                  <a:cubicBezTo>
                    <a:pt x="2016" y="1"/>
                    <a:pt x="1247" y="770"/>
                    <a:pt x="1247" y="1715"/>
                  </a:cubicBezTo>
                  <a:lnTo>
                    <a:pt x="1247" y="4173"/>
                  </a:lnTo>
                  <a:cubicBezTo>
                    <a:pt x="1247" y="4602"/>
                    <a:pt x="897" y="4951"/>
                    <a:pt x="468" y="4951"/>
                  </a:cubicBezTo>
                  <a:cubicBezTo>
                    <a:pt x="210" y="4951"/>
                    <a:pt x="0" y="5161"/>
                    <a:pt x="0" y="5420"/>
                  </a:cubicBezTo>
                  <a:cubicBezTo>
                    <a:pt x="0" y="5679"/>
                    <a:pt x="210" y="5888"/>
                    <a:pt x="468" y="5888"/>
                  </a:cubicBezTo>
                  <a:cubicBezTo>
                    <a:pt x="469" y="5888"/>
                    <a:pt x="470" y="5888"/>
                    <a:pt x="471" y="5888"/>
                  </a:cubicBezTo>
                  <a:cubicBezTo>
                    <a:pt x="1415" y="5888"/>
                    <a:pt x="2183" y="5120"/>
                    <a:pt x="2183" y="4173"/>
                  </a:cubicBezTo>
                  <a:lnTo>
                    <a:pt x="2183" y="1715"/>
                  </a:lnTo>
                  <a:cubicBezTo>
                    <a:pt x="2183" y="1288"/>
                    <a:pt x="2533" y="938"/>
                    <a:pt x="2962" y="938"/>
                  </a:cubicBezTo>
                  <a:lnTo>
                    <a:pt x="5446" y="938"/>
                  </a:lnTo>
                  <a:cubicBezTo>
                    <a:pt x="5704" y="938"/>
                    <a:pt x="5913" y="728"/>
                    <a:pt x="5913" y="470"/>
                  </a:cubicBezTo>
                  <a:cubicBezTo>
                    <a:pt x="5913" y="211"/>
                    <a:pt x="5704"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5"/>
            <p:cNvSpPr/>
            <p:nvPr/>
          </p:nvSpPr>
          <p:spPr>
            <a:xfrm>
              <a:off x="8215778" y="4481671"/>
              <a:ext cx="77130" cy="12229"/>
            </a:xfrm>
            <a:custGeom>
              <a:rect b="b" l="l" r="r" t="t"/>
              <a:pathLst>
                <a:path extrusionOk="0" h="938" w="5916">
                  <a:moveTo>
                    <a:pt x="468" y="0"/>
                  </a:moveTo>
                  <a:cubicBezTo>
                    <a:pt x="210" y="0"/>
                    <a:pt x="0" y="211"/>
                    <a:pt x="0" y="470"/>
                  </a:cubicBezTo>
                  <a:cubicBezTo>
                    <a:pt x="0" y="727"/>
                    <a:pt x="210" y="937"/>
                    <a:pt x="468" y="937"/>
                  </a:cubicBezTo>
                  <a:lnTo>
                    <a:pt x="5447" y="937"/>
                  </a:lnTo>
                  <a:cubicBezTo>
                    <a:pt x="5706" y="937"/>
                    <a:pt x="5915" y="728"/>
                    <a:pt x="5915" y="470"/>
                  </a:cubicBezTo>
                  <a:cubicBezTo>
                    <a:pt x="5915" y="211"/>
                    <a:pt x="5706" y="0"/>
                    <a:pt x="544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96" name="Google Shape;5096;p65"/>
          <p:cNvSpPr/>
          <p:nvPr/>
        </p:nvSpPr>
        <p:spPr>
          <a:xfrm rot="5400000">
            <a:off x="1298201" y="1842368"/>
            <a:ext cx="3041204" cy="2184062"/>
          </a:xfrm>
          <a:custGeom>
            <a:rect b="b" l="l" r="r" t="t"/>
            <a:pathLst>
              <a:path extrusionOk="0" h="12169" w="16945">
                <a:moveTo>
                  <a:pt x="925" y="0"/>
                </a:moveTo>
                <a:cubicBezTo>
                  <a:pt x="415" y="0"/>
                  <a:pt x="0" y="415"/>
                  <a:pt x="0" y="925"/>
                </a:cubicBezTo>
                <a:lnTo>
                  <a:pt x="0" y="11245"/>
                </a:lnTo>
                <a:cubicBezTo>
                  <a:pt x="0" y="11755"/>
                  <a:pt x="415" y="12168"/>
                  <a:pt x="925" y="12168"/>
                </a:cubicBezTo>
                <a:lnTo>
                  <a:pt x="16021" y="12168"/>
                </a:lnTo>
                <a:cubicBezTo>
                  <a:pt x="16532" y="12168"/>
                  <a:pt x="16945" y="11755"/>
                  <a:pt x="16945" y="11245"/>
                </a:cubicBezTo>
                <a:lnTo>
                  <a:pt x="16945" y="925"/>
                </a:lnTo>
                <a:cubicBezTo>
                  <a:pt x="16945" y="415"/>
                  <a:pt x="16532" y="0"/>
                  <a:pt x="16021" y="0"/>
                </a:cubicBezTo>
                <a:close/>
              </a:path>
            </a:pathLst>
          </a:custGeom>
          <a:solidFill>
            <a:schemeClr val="accent1"/>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5"/>
          <p:cNvSpPr/>
          <p:nvPr/>
        </p:nvSpPr>
        <p:spPr>
          <a:xfrm rot="5400000">
            <a:off x="2746015" y="4251335"/>
            <a:ext cx="145554" cy="145556"/>
          </a:xfrm>
          <a:custGeom>
            <a:rect b="b" l="l" r="r" t="t"/>
            <a:pathLst>
              <a:path extrusionOk="0" h="811" w="811">
                <a:moveTo>
                  <a:pt x="405" y="0"/>
                </a:moveTo>
                <a:cubicBezTo>
                  <a:pt x="181" y="0"/>
                  <a:pt x="0" y="181"/>
                  <a:pt x="0" y="406"/>
                </a:cubicBezTo>
                <a:cubicBezTo>
                  <a:pt x="0" y="629"/>
                  <a:pt x="181" y="810"/>
                  <a:pt x="405" y="810"/>
                </a:cubicBezTo>
                <a:cubicBezTo>
                  <a:pt x="630" y="810"/>
                  <a:pt x="811" y="629"/>
                  <a:pt x="811" y="406"/>
                </a:cubicBezTo>
                <a:cubicBezTo>
                  <a:pt x="811" y="181"/>
                  <a:pt x="630" y="0"/>
                  <a:pt x="405" y="0"/>
                </a:cubicBezTo>
                <a:close/>
              </a:path>
            </a:pathLst>
          </a:custGeom>
          <a:solidFill>
            <a:schemeClr val="accen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5"/>
          <p:cNvSpPr/>
          <p:nvPr/>
        </p:nvSpPr>
        <p:spPr>
          <a:xfrm rot="5400000">
            <a:off x="2806320" y="1331058"/>
            <a:ext cx="24768" cy="314086"/>
          </a:xfrm>
          <a:custGeom>
            <a:rect b="b" l="l" r="r" t="t"/>
            <a:pathLst>
              <a:path extrusionOk="0" h="1750" w="138">
                <a:moveTo>
                  <a:pt x="69" y="0"/>
                </a:moveTo>
                <a:cubicBezTo>
                  <a:pt x="31" y="0"/>
                  <a:pt x="0" y="31"/>
                  <a:pt x="0" y="67"/>
                </a:cubicBezTo>
                <a:lnTo>
                  <a:pt x="0" y="1681"/>
                </a:lnTo>
                <a:cubicBezTo>
                  <a:pt x="0" y="1719"/>
                  <a:pt x="31" y="1750"/>
                  <a:pt x="69" y="1750"/>
                </a:cubicBezTo>
                <a:cubicBezTo>
                  <a:pt x="107" y="1750"/>
                  <a:pt x="137" y="1719"/>
                  <a:pt x="137" y="1681"/>
                </a:cubicBezTo>
                <a:lnTo>
                  <a:pt x="137" y="67"/>
                </a:lnTo>
                <a:cubicBezTo>
                  <a:pt x="137" y="31"/>
                  <a:pt x="107" y="0"/>
                  <a:pt x="69" y="0"/>
                </a:cubicBezTo>
                <a:close/>
              </a:path>
            </a:pathLst>
          </a:custGeom>
          <a:solidFill>
            <a:schemeClr val="accen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099" name="Google Shape;5099;p65"/>
          <p:cNvPicPr preferRelativeResize="0"/>
          <p:nvPr/>
        </p:nvPicPr>
        <p:blipFill rotWithShape="1">
          <a:blip r:embed="rId3">
            <a:alphaModFix/>
          </a:blip>
          <a:srcRect b="0" l="14931" r="14938" t="0"/>
          <a:stretch/>
        </p:blipFill>
        <p:spPr>
          <a:xfrm>
            <a:off x="1917800" y="1591338"/>
            <a:ext cx="1801802" cy="2569128"/>
          </a:xfrm>
          <a:prstGeom prst="rect">
            <a:avLst/>
          </a:prstGeom>
          <a:noFill/>
          <a:ln cap="flat" cmpd="sng" w="9525">
            <a:solidFill>
              <a:srgbClr val="000000"/>
            </a:solidFill>
            <a:prstDash val="solid"/>
            <a:round/>
            <a:headEnd len="sm" w="sm" type="none"/>
            <a:tailEnd len="sm" w="sm" type="none"/>
          </a:ln>
        </p:spPr>
      </p:pic>
      <p:grpSp>
        <p:nvGrpSpPr>
          <p:cNvPr id="5100" name="Google Shape;5100;p65"/>
          <p:cNvGrpSpPr/>
          <p:nvPr/>
        </p:nvGrpSpPr>
        <p:grpSpPr>
          <a:xfrm>
            <a:off x="4784010" y="1817235"/>
            <a:ext cx="480859" cy="1848813"/>
            <a:chOff x="4784010" y="1817235"/>
            <a:chExt cx="480859" cy="1848813"/>
          </a:xfrm>
        </p:grpSpPr>
        <p:sp>
          <p:nvSpPr>
            <p:cNvPr id="5101" name="Google Shape;5101;p65"/>
            <p:cNvSpPr/>
            <p:nvPr/>
          </p:nvSpPr>
          <p:spPr>
            <a:xfrm rot="-7469077">
              <a:off x="5191262" y="3134004"/>
              <a:ext cx="26276" cy="28326"/>
            </a:xfrm>
            <a:custGeom>
              <a:rect b="b" l="l" r="r" t="t"/>
              <a:pathLst>
                <a:path extrusionOk="0" h="1133" w="1051">
                  <a:moveTo>
                    <a:pt x="249" y="0"/>
                  </a:moveTo>
                  <a:cubicBezTo>
                    <a:pt x="202" y="0"/>
                    <a:pt x="154" y="15"/>
                    <a:pt x="114" y="46"/>
                  </a:cubicBezTo>
                  <a:cubicBezTo>
                    <a:pt x="19" y="121"/>
                    <a:pt x="1" y="260"/>
                    <a:pt x="76" y="356"/>
                  </a:cubicBezTo>
                  <a:cubicBezTo>
                    <a:pt x="257" y="590"/>
                    <a:pt x="442" y="823"/>
                    <a:pt x="630" y="1051"/>
                  </a:cubicBezTo>
                  <a:cubicBezTo>
                    <a:pt x="674" y="1104"/>
                    <a:pt x="737" y="1132"/>
                    <a:pt x="802" y="1132"/>
                  </a:cubicBezTo>
                  <a:cubicBezTo>
                    <a:pt x="852" y="1132"/>
                    <a:pt x="901" y="1117"/>
                    <a:pt x="942" y="1083"/>
                  </a:cubicBezTo>
                  <a:cubicBezTo>
                    <a:pt x="1036" y="1005"/>
                    <a:pt x="1050" y="867"/>
                    <a:pt x="974" y="771"/>
                  </a:cubicBezTo>
                  <a:cubicBezTo>
                    <a:pt x="788" y="544"/>
                    <a:pt x="605" y="315"/>
                    <a:pt x="425" y="86"/>
                  </a:cubicBezTo>
                  <a:cubicBezTo>
                    <a:pt x="381" y="29"/>
                    <a:pt x="316" y="0"/>
                    <a:pt x="249"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5"/>
            <p:cNvSpPr/>
            <p:nvPr/>
          </p:nvSpPr>
          <p:spPr>
            <a:xfrm rot="-7469077">
              <a:off x="5050602" y="2040196"/>
              <a:ext cx="28526" cy="26051"/>
            </a:xfrm>
            <a:custGeom>
              <a:rect b="b" l="l" r="r" t="t"/>
              <a:pathLst>
                <a:path extrusionOk="0" h="1042" w="1141">
                  <a:moveTo>
                    <a:pt x="245" y="0"/>
                  </a:moveTo>
                  <a:cubicBezTo>
                    <a:pt x="184" y="0"/>
                    <a:pt x="123" y="26"/>
                    <a:pt x="80" y="76"/>
                  </a:cubicBezTo>
                  <a:cubicBezTo>
                    <a:pt x="0" y="168"/>
                    <a:pt x="9" y="308"/>
                    <a:pt x="101" y="388"/>
                  </a:cubicBezTo>
                  <a:cubicBezTo>
                    <a:pt x="321" y="579"/>
                    <a:pt x="533" y="778"/>
                    <a:pt x="743" y="980"/>
                  </a:cubicBezTo>
                  <a:cubicBezTo>
                    <a:pt x="786" y="1023"/>
                    <a:pt x="842" y="1041"/>
                    <a:pt x="896" y="1041"/>
                  </a:cubicBezTo>
                  <a:cubicBezTo>
                    <a:pt x="953" y="1041"/>
                    <a:pt x="1013" y="1019"/>
                    <a:pt x="1055" y="975"/>
                  </a:cubicBezTo>
                  <a:cubicBezTo>
                    <a:pt x="1140" y="888"/>
                    <a:pt x="1137" y="748"/>
                    <a:pt x="1051" y="663"/>
                  </a:cubicBezTo>
                  <a:cubicBezTo>
                    <a:pt x="837" y="456"/>
                    <a:pt x="617" y="252"/>
                    <a:pt x="392" y="54"/>
                  </a:cubicBezTo>
                  <a:cubicBezTo>
                    <a:pt x="349" y="18"/>
                    <a:pt x="297" y="0"/>
                    <a:pt x="245"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5"/>
            <p:cNvSpPr/>
            <p:nvPr/>
          </p:nvSpPr>
          <p:spPr>
            <a:xfrm rot="-7469077">
              <a:off x="5207874" y="3070425"/>
              <a:ext cx="27226" cy="27376"/>
            </a:xfrm>
            <a:custGeom>
              <a:rect b="b" l="l" r="r" t="t"/>
              <a:pathLst>
                <a:path extrusionOk="0" h="1095" w="1089">
                  <a:moveTo>
                    <a:pt x="245" y="1"/>
                  </a:moveTo>
                  <a:cubicBezTo>
                    <a:pt x="193" y="1"/>
                    <a:pt x="141" y="19"/>
                    <a:pt x="100" y="56"/>
                  </a:cubicBezTo>
                  <a:cubicBezTo>
                    <a:pt x="9" y="139"/>
                    <a:pt x="1" y="279"/>
                    <a:pt x="82" y="368"/>
                  </a:cubicBezTo>
                  <a:cubicBezTo>
                    <a:pt x="280" y="591"/>
                    <a:pt x="480" y="808"/>
                    <a:pt x="683" y="1025"/>
                  </a:cubicBezTo>
                  <a:cubicBezTo>
                    <a:pt x="725" y="1070"/>
                    <a:pt x="785" y="1094"/>
                    <a:pt x="845" y="1094"/>
                  </a:cubicBezTo>
                  <a:cubicBezTo>
                    <a:pt x="898" y="1094"/>
                    <a:pt x="952" y="1075"/>
                    <a:pt x="995" y="1033"/>
                  </a:cubicBezTo>
                  <a:cubicBezTo>
                    <a:pt x="1083" y="950"/>
                    <a:pt x="1088" y="811"/>
                    <a:pt x="1005" y="721"/>
                  </a:cubicBezTo>
                  <a:cubicBezTo>
                    <a:pt x="806" y="509"/>
                    <a:pt x="608" y="293"/>
                    <a:pt x="412" y="75"/>
                  </a:cubicBezTo>
                  <a:cubicBezTo>
                    <a:pt x="368" y="26"/>
                    <a:pt x="306" y="1"/>
                    <a:pt x="245"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5"/>
            <p:cNvSpPr/>
            <p:nvPr/>
          </p:nvSpPr>
          <p:spPr>
            <a:xfrm rot="-7469077">
              <a:off x="5177865" y="2552651"/>
              <a:ext cx="33626" cy="16875"/>
            </a:xfrm>
            <a:custGeom>
              <a:rect b="b" l="l" r="r" t="t"/>
              <a:pathLst>
                <a:path extrusionOk="0" h="675" w="1345">
                  <a:moveTo>
                    <a:pt x="247" y="0"/>
                  </a:moveTo>
                  <a:cubicBezTo>
                    <a:pt x="150" y="0"/>
                    <a:pt x="62" y="65"/>
                    <a:pt x="34" y="162"/>
                  </a:cubicBezTo>
                  <a:cubicBezTo>
                    <a:pt x="0" y="278"/>
                    <a:pt x="70" y="400"/>
                    <a:pt x="187" y="434"/>
                  </a:cubicBezTo>
                  <a:cubicBezTo>
                    <a:pt x="472" y="514"/>
                    <a:pt x="758" y="592"/>
                    <a:pt x="1045" y="667"/>
                  </a:cubicBezTo>
                  <a:cubicBezTo>
                    <a:pt x="1062" y="673"/>
                    <a:pt x="1082" y="674"/>
                    <a:pt x="1099" y="674"/>
                  </a:cubicBezTo>
                  <a:cubicBezTo>
                    <a:pt x="1199" y="674"/>
                    <a:pt x="1288" y="609"/>
                    <a:pt x="1315" y="510"/>
                  </a:cubicBezTo>
                  <a:cubicBezTo>
                    <a:pt x="1345" y="392"/>
                    <a:pt x="1274" y="271"/>
                    <a:pt x="1156" y="240"/>
                  </a:cubicBezTo>
                  <a:cubicBezTo>
                    <a:pt x="872" y="165"/>
                    <a:pt x="589" y="88"/>
                    <a:pt x="308" y="9"/>
                  </a:cubicBezTo>
                  <a:cubicBezTo>
                    <a:pt x="287" y="3"/>
                    <a:pt x="267" y="0"/>
                    <a:pt x="247"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5"/>
            <p:cNvSpPr/>
            <p:nvPr/>
          </p:nvSpPr>
          <p:spPr>
            <a:xfrm rot="-7469077">
              <a:off x="5229752" y="2809226"/>
              <a:ext cx="31476" cy="22676"/>
            </a:xfrm>
            <a:custGeom>
              <a:rect b="b" l="l" r="r" t="t"/>
              <a:pathLst>
                <a:path extrusionOk="0" h="907" w="1259">
                  <a:moveTo>
                    <a:pt x="253" y="0"/>
                  </a:moveTo>
                  <a:cubicBezTo>
                    <a:pt x="180" y="0"/>
                    <a:pt x="109" y="36"/>
                    <a:pt x="67" y="101"/>
                  </a:cubicBezTo>
                  <a:cubicBezTo>
                    <a:pt x="0" y="205"/>
                    <a:pt x="31" y="341"/>
                    <a:pt x="134" y="406"/>
                  </a:cubicBezTo>
                  <a:cubicBezTo>
                    <a:pt x="383" y="567"/>
                    <a:pt x="637" y="723"/>
                    <a:pt x="891" y="874"/>
                  </a:cubicBezTo>
                  <a:cubicBezTo>
                    <a:pt x="926" y="896"/>
                    <a:pt x="965" y="907"/>
                    <a:pt x="1004" y="907"/>
                  </a:cubicBezTo>
                  <a:cubicBezTo>
                    <a:pt x="1078" y="907"/>
                    <a:pt x="1152" y="869"/>
                    <a:pt x="1194" y="801"/>
                  </a:cubicBezTo>
                  <a:cubicBezTo>
                    <a:pt x="1258" y="696"/>
                    <a:pt x="1224" y="561"/>
                    <a:pt x="1119" y="497"/>
                  </a:cubicBezTo>
                  <a:cubicBezTo>
                    <a:pt x="868" y="347"/>
                    <a:pt x="620" y="191"/>
                    <a:pt x="372" y="35"/>
                  </a:cubicBezTo>
                  <a:cubicBezTo>
                    <a:pt x="335" y="11"/>
                    <a:pt x="293" y="0"/>
                    <a:pt x="25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5"/>
            <p:cNvSpPr/>
            <p:nvPr/>
          </p:nvSpPr>
          <p:spPr>
            <a:xfrm rot="-7469077">
              <a:off x="5231072" y="2874858"/>
              <a:ext cx="30501" cy="24051"/>
            </a:xfrm>
            <a:custGeom>
              <a:rect b="b" l="l" r="r" t="t"/>
              <a:pathLst>
                <a:path extrusionOk="0" h="962" w="1220">
                  <a:moveTo>
                    <a:pt x="252" y="1"/>
                  </a:moveTo>
                  <a:cubicBezTo>
                    <a:pt x="185" y="1"/>
                    <a:pt x="118" y="32"/>
                    <a:pt x="75" y="90"/>
                  </a:cubicBezTo>
                  <a:cubicBezTo>
                    <a:pt x="1" y="188"/>
                    <a:pt x="22" y="327"/>
                    <a:pt x="120" y="398"/>
                  </a:cubicBezTo>
                  <a:cubicBezTo>
                    <a:pt x="360" y="574"/>
                    <a:pt x="599" y="748"/>
                    <a:pt x="842" y="920"/>
                  </a:cubicBezTo>
                  <a:cubicBezTo>
                    <a:pt x="880" y="945"/>
                    <a:pt x="926" y="961"/>
                    <a:pt x="970" y="961"/>
                  </a:cubicBezTo>
                  <a:cubicBezTo>
                    <a:pt x="1039" y="961"/>
                    <a:pt x="1107" y="927"/>
                    <a:pt x="1150" y="866"/>
                  </a:cubicBezTo>
                  <a:cubicBezTo>
                    <a:pt x="1219" y="767"/>
                    <a:pt x="1196" y="629"/>
                    <a:pt x="1097" y="558"/>
                  </a:cubicBezTo>
                  <a:cubicBezTo>
                    <a:pt x="856" y="390"/>
                    <a:pt x="618" y="218"/>
                    <a:pt x="382" y="44"/>
                  </a:cubicBezTo>
                  <a:cubicBezTo>
                    <a:pt x="343" y="15"/>
                    <a:pt x="298" y="1"/>
                    <a:pt x="252"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5"/>
            <p:cNvSpPr/>
            <p:nvPr/>
          </p:nvSpPr>
          <p:spPr>
            <a:xfrm rot="-7469077">
              <a:off x="5227820" y="2940513"/>
              <a:ext cx="29451" cy="25251"/>
            </a:xfrm>
            <a:custGeom>
              <a:rect b="b" l="l" r="r" t="t"/>
              <a:pathLst>
                <a:path extrusionOk="0" h="1010" w="1178">
                  <a:moveTo>
                    <a:pt x="249" y="1"/>
                  </a:moveTo>
                  <a:cubicBezTo>
                    <a:pt x="186" y="1"/>
                    <a:pt x="124" y="27"/>
                    <a:pt x="79" y="77"/>
                  </a:cubicBezTo>
                  <a:cubicBezTo>
                    <a:pt x="0" y="170"/>
                    <a:pt x="13" y="310"/>
                    <a:pt x="105" y="391"/>
                  </a:cubicBezTo>
                  <a:cubicBezTo>
                    <a:pt x="330" y="582"/>
                    <a:pt x="559" y="774"/>
                    <a:pt x="791" y="959"/>
                  </a:cubicBezTo>
                  <a:cubicBezTo>
                    <a:pt x="831" y="993"/>
                    <a:pt x="881" y="1009"/>
                    <a:pt x="929" y="1009"/>
                  </a:cubicBezTo>
                  <a:cubicBezTo>
                    <a:pt x="993" y="1009"/>
                    <a:pt x="1057" y="981"/>
                    <a:pt x="1100" y="927"/>
                  </a:cubicBezTo>
                  <a:cubicBezTo>
                    <a:pt x="1177" y="832"/>
                    <a:pt x="1163" y="693"/>
                    <a:pt x="1068" y="618"/>
                  </a:cubicBezTo>
                  <a:cubicBezTo>
                    <a:pt x="841" y="430"/>
                    <a:pt x="615" y="245"/>
                    <a:pt x="391" y="53"/>
                  </a:cubicBezTo>
                  <a:cubicBezTo>
                    <a:pt x="350" y="18"/>
                    <a:pt x="299" y="1"/>
                    <a:pt x="249"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5"/>
            <p:cNvSpPr/>
            <p:nvPr/>
          </p:nvSpPr>
          <p:spPr>
            <a:xfrm rot="-7469077">
              <a:off x="5220138" y="3005794"/>
              <a:ext cx="28201" cy="26326"/>
            </a:xfrm>
            <a:custGeom>
              <a:rect b="b" l="l" r="r" t="t"/>
              <a:pathLst>
                <a:path extrusionOk="0" h="1053" w="1128">
                  <a:moveTo>
                    <a:pt x="243" y="1"/>
                  </a:moveTo>
                  <a:cubicBezTo>
                    <a:pt x="185" y="1"/>
                    <a:pt x="128" y="23"/>
                    <a:pt x="85" y="67"/>
                  </a:cubicBezTo>
                  <a:cubicBezTo>
                    <a:pt x="0" y="153"/>
                    <a:pt x="1" y="294"/>
                    <a:pt x="89" y="379"/>
                  </a:cubicBezTo>
                  <a:cubicBezTo>
                    <a:pt x="302" y="586"/>
                    <a:pt x="516" y="790"/>
                    <a:pt x="732" y="993"/>
                  </a:cubicBezTo>
                  <a:cubicBezTo>
                    <a:pt x="774" y="1031"/>
                    <a:pt x="830" y="1052"/>
                    <a:pt x="884" y="1052"/>
                  </a:cubicBezTo>
                  <a:cubicBezTo>
                    <a:pt x="942" y="1052"/>
                    <a:pt x="1001" y="1030"/>
                    <a:pt x="1044" y="981"/>
                  </a:cubicBezTo>
                  <a:cubicBezTo>
                    <a:pt x="1127" y="893"/>
                    <a:pt x="1122" y="753"/>
                    <a:pt x="1034" y="669"/>
                  </a:cubicBezTo>
                  <a:cubicBezTo>
                    <a:pt x="821" y="469"/>
                    <a:pt x="608" y="267"/>
                    <a:pt x="397" y="64"/>
                  </a:cubicBezTo>
                  <a:cubicBezTo>
                    <a:pt x="354" y="22"/>
                    <a:pt x="299" y="1"/>
                    <a:pt x="24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5"/>
            <p:cNvSpPr/>
            <p:nvPr/>
          </p:nvSpPr>
          <p:spPr>
            <a:xfrm rot="-7469077">
              <a:off x="5223866" y="2743709"/>
              <a:ext cx="32226" cy="21401"/>
            </a:xfrm>
            <a:custGeom>
              <a:rect b="b" l="l" r="r" t="t"/>
              <a:pathLst>
                <a:path extrusionOk="0" h="856" w="1289">
                  <a:moveTo>
                    <a:pt x="255" y="1"/>
                  </a:moveTo>
                  <a:cubicBezTo>
                    <a:pt x="176" y="1"/>
                    <a:pt x="99" y="43"/>
                    <a:pt x="59" y="118"/>
                  </a:cubicBezTo>
                  <a:cubicBezTo>
                    <a:pt x="1" y="226"/>
                    <a:pt x="41" y="359"/>
                    <a:pt x="150" y="417"/>
                  </a:cubicBezTo>
                  <a:cubicBezTo>
                    <a:pt x="409" y="558"/>
                    <a:pt x="675" y="695"/>
                    <a:pt x="938" y="830"/>
                  </a:cubicBezTo>
                  <a:cubicBezTo>
                    <a:pt x="970" y="847"/>
                    <a:pt x="1004" y="855"/>
                    <a:pt x="1039" y="855"/>
                  </a:cubicBezTo>
                  <a:cubicBezTo>
                    <a:pt x="1118" y="855"/>
                    <a:pt x="1196" y="811"/>
                    <a:pt x="1236" y="735"/>
                  </a:cubicBezTo>
                  <a:cubicBezTo>
                    <a:pt x="1289" y="623"/>
                    <a:pt x="1245" y="490"/>
                    <a:pt x="1137" y="436"/>
                  </a:cubicBezTo>
                  <a:cubicBezTo>
                    <a:pt x="876" y="302"/>
                    <a:pt x="615" y="166"/>
                    <a:pt x="358" y="27"/>
                  </a:cubicBezTo>
                  <a:cubicBezTo>
                    <a:pt x="326" y="9"/>
                    <a:pt x="290" y="1"/>
                    <a:pt x="255"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5"/>
            <p:cNvSpPr/>
            <p:nvPr/>
          </p:nvSpPr>
          <p:spPr>
            <a:xfrm rot="-7469077">
              <a:off x="5197877" y="2615223"/>
              <a:ext cx="33351" cy="18350"/>
            </a:xfrm>
            <a:custGeom>
              <a:rect b="b" l="l" r="r" t="t"/>
              <a:pathLst>
                <a:path extrusionOk="0" h="734" w="1334">
                  <a:moveTo>
                    <a:pt x="250" y="1"/>
                  </a:moveTo>
                  <a:cubicBezTo>
                    <a:pt x="160" y="1"/>
                    <a:pt x="75" y="57"/>
                    <a:pt x="42" y="148"/>
                  </a:cubicBezTo>
                  <a:cubicBezTo>
                    <a:pt x="1" y="263"/>
                    <a:pt x="61" y="389"/>
                    <a:pt x="175" y="431"/>
                  </a:cubicBezTo>
                  <a:cubicBezTo>
                    <a:pt x="453" y="532"/>
                    <a:pt x="736" y="630"/>
                    <a:pt x="1015" y="723"/>
                  </a:cubicBezTo>
                  <a:cubicBezTo>
                    <a:pt x="1039" y="730"/>
                    <a:pt x="1062" y="733"/>
                    <a:pt x="1084" y="733"/>
                  </a:cubicBezTo>
                  <a:cubicBezTo>
                    <a:pt x="1177" y="733"/>
                    <a:pt x="1263" y="675"/>
                    <a:pt x="1294" y="583"/>
                  </a:cubicBezTo>
                  <a:cubicBezTo>
                    <a:pt x="1334" y="468"/>
                    <a:pt x="1273" y="342"/>
                    <a:pt x="1155" y="304"/>
                  </a:cubicBezTo>
                  <a:cubicBezTo>
                    <a:pt x="877" y="211"/>
                    <a:pt x="601" y="115"/>
                    <a:pt x="326" y="14"/>
                  </a:cubicBezTo>
                  <a:cubicBezTo>
                    <a:pt x="301" y="5"/>
                    <a:pt x="275" y="1"/>
                    <a:pt x="25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5"/>
            <p:cNvSpPr/>
            <p:nvPr/>
          </p:nvSpPr>
          <p:spPr>
            <a:xfrm rot="-7469077">
              <a:off x="5095941" y="1912738"/>
              <a:ext cx="21976" cy="31076"/>
            </a:xfrm>
            <a:custGeom>
              <a:rect b="b" l="l" r="r" t="t"/>
              <a:pathLst>
                <a:path extrusionOk="0" h="1243" w="879">
                  <a:moveTo>
                    <a:pt x="250" y="1"/>
                  </a:moveTo>
                  <a:cubicBezTo>
                    <a:pt x="217" y="1"/>
                    <a:pt x="183" y="8"/>
                    <a:pt x="151" y="24"/>
                  </a:cubicBezTo>
                  <a:cubicBezTo>
                    <a:pt x="43" y="81"/>
                    <a:pt x="1" y="214"/>
                    <a:pt x="56" y="322"/>
                  </a:cubicBezTo>
                  <a:cubicBezTo>
                    <a:pt x="189" y="581"/>
                    <a:pt x="313" y="845"/>
                    <a:pt x="423" y="1107"/>
                  </a:cubicBezTo>
                  <a:cubicBezTo>
                    <a:pt x="459" y="1192"/>
                    <a:pt x="540" y="1242"/>
                    <a:pt x="626" y="1242"/>
                  </a:cubicBezTo>
                  <a:cubicBezTo>
                    <a:pt x="654" y="1242"/>
                    <a:pt x="686" y="1236"/>
                    <a:pt x="714" y="1225"/>
                  </a:cubicBezTo>
                  <a:cubicBezTo>
                    <a:pt x="825" y="1177"/>
                    <a:pt x="878" y="1048"/>
                    <a:pt x="832" y="936"/>
                  </a:cubicBezTo>
                  <a:cubicBezTo>
                    <a:pt x="717" y="665"/>
                    <a:pt x="589" y="390"/>
                    <a:pt x="449" y="120"/>
                  </a:cubicBezTo>
                  <a:cubicBezTo>
                    <a:pt x="409" y="44"/>
                    <a:pt x="331" y="1"/>
                    <a:pt x="25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5"/>
            <p:cNvSpPr/>
            <p:nvPr/>
          </p:nvSpPr>
          <p:spPr>
            <a:xfrm rot="-7469077">
              <a:off x="5139383" y="1859566"/>
              <a:ext cx="15925" cy="32826"/>
            </a:xfrm>
            <a:custGeom>
              <a:rect b="b" l="l" r="r" t="t"/>
              <a:pathLst>
                <a:path extrusionOk="0" h="1313" w="637">
                  <a:moveTo>
                    <a:pt x="245" y="1"/>
                  </a:moveTo>
                  <a:cubicBezTo>
                    <a:pt x="229" y="1"/>
                    <a:pt x="212" y="3"/>
                    <a:pt x="195" y="7"/>
                  </a:cubicBezTo>
                  <a:cubicBezTo>
                    <a:pt x="76" y="32"/>
                    <a:pt x="1" y="151"/>
                    <a:pt x="28" y="272"/>
                  </a:cubicBezTo>
                  <a:cubicBezTo>
                    <a:pt x="92" y="554"/>
                    <a:pt x="146" y="839"/>
                    <a:pt x="182" y="1121"/>
                  </a:cubicBezTo>
                  <a:cubicBezTo>
                    <a:pt x="197" y="1233"/>
                    <a:pt x="292" y="1313"/>
                    <a:pt x="401" y="1313"/>
                  </a:cubicBezTo>
                  <a:cubicBezTo>
                    <a:pt x="411" y="1313"/>
                    <a:pt x="422" y="1311"/>
                    <a:pt x="431" y="1311"/>
                  </a:cubicBezTo>
                  <a:cubicBezTo>
                    <a:pt x="551" y="1296"/>
                    <a:pt x="636" y="1184"/>
                    <a:pt x="621" y="1060"/>
                  </a:cubicBezTo>
                  <a:cubicBezTo>
                    <a:pt x="581" y="765"/>
                    <a:pt x="526" y="468"/>
                    <a:pt x="459" y="173"/>
                  </a:cubicBezTo>
                  <a:cubicBezTo>
                    <a:pt x="436" y="70"/>
                    <a:pt x="345" y="1"/>
                    <a:pt x="245"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5"/>
            <p:cNvSpPr/>
            <p:nvPr/>
          </p:nvSpPr>
          <p:spPr>
            <a:xfrm rot="-7469077">
              <a:off x="5049105" y="2175086"/>
              <a:ext cx="32501" cy="20826"/>
            </a:xfrm>
            <a:custGeom>
              <a:rect b="b" l="l" r="r" t="t"/>
              <a:pathLst>
                <a:path extrusionOk="0" h="833" w="1300">
                  <a:moveTo>
                    <a:pt x="253" y="0"/>
                  </a:moveTo>
                  <a:cubicBezTo>
                    <a:pt x="170" y="0"/>
                    <a:pt x="90" y="47"/>
                    <a:pt x="52" y="127"/>
                  </a:cubicBezTo>
                  <a:cubicBezTo>
                    <a:pt x="1" y="239"/>
                    <a:pt x="49" y="370"/>
                    <a:pt x="158" y="421"/>
                  </a:cubicBezTo>
                  <a:cubicBezTo>
                    <a:pt x="420" y="544"/>
                    <a:pt x="683" y="673"/>
                    <a:pt x="942" y="808"/>
                  </a:cubicBezTo>
                  <a:cubicBezTo>
                    <a:pt x="976" y="825"/>
                    <a:pt x="1009" y="832"/>
                    <a:pt x="1044" y="832"/>
                  </a:cubicBezTo>
                  <a:cubicBezTo>
                    <a:pt x="1125" y="832"/>
                    <a:pt x="1200" y="790"/>
                    <a:pt x="1242" y="713"/>
                  </a:cubicBezTo>
                  <a:cubicBezTo>
                    <a:pt x="1300" y="605"/>
                    <a:pt x="1257" y="473"/>
                    <a:pt x="1149" y="417"/>
                  </a:cubicBezTo>
                  <a:cubicBezTo>
                    <a:pt x="884" y="278"/>
                    <a:pt x="616" y="146"/>
                    <a:pt x="347" y="21"/>
                  </a:cubicBezTo>
                  <a:cubicBezTo>
                    <a:pt x="316" y="7"/>
                    <a:pt x="285" y="0"/>
                    <a:pt x="25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5"/>
            <p:cNvSpPr/>
            <p:nvPr/>
          </p:nvSpPr>
          <p:spPr>
            <a:xfrm rot="-7469077">
              <a:off x="5066884" y="1974303"/>
              <a:ext cx="25926" cy="28676"/>
            </a:xfrm>
            <a:custGeom>
              <a:rect b="b" l="l" r="r" t="t"/>
              <a:pathLst>
                <a:path extrusionOk="0" h="1147" w="1037">
                  <a:moveTo>
                    <a:pt x="249" y="0"/>
                  </a:moveTo>
                  <a:cubicBezTo>
                    <a:pt x="200" y="0"/>
                    <a:pt x="150" y="17"/>
                    <a:pt x="109" y="51"/>
                  </a:cubicBezTo>
                  <a:cubicBezTo>
                    <a:pt x="14" y="127"/>
                    <a:pt x="0" y="268"/>
                    <a:pt x="78" y="361"/>
                  </a:cubicBezTo>
                  <a:cubicBezTo>
                    <a:pt x="263" y="588"/>
                    <a:pt x="437" y="818"/>
                    <a:pt x="606" y="1055"/>
                  </a:cubicBezTo>
                  <a:cubicBezTo>
                    <a:pt x="648" y="1114"/>
                    <a:pt x="718" y="1147"/>
                    <a:pt x="787" y="1147"/>
                  </a:cubicBezTo>
                  <a:cubicBezTo>
                    <a:pt x="831" y="1147"/>
                    <a:pt x="875" y="1134"/>
                    <a:pt x="915" y="1106"/>
                  </a:cubicBezTo>
                  <a:cubicBezTo>
                    <a:pt x="1014" y="1035"/>
                    <a:pt x="1037" y="896"/>
                    <a:pt x="966" y="797"/>
                  </a:cubicBezTo>
                  <a:cubicBezTo>
                    <a:pt x="792" y="554"/>
                    <a:pt x="611" y="317"/>
                    <a:pt x="420" y="82"/>
                  </a:cubicBezTo>
                  <a:cubicBezTo>
                    <a:pt x="377" y="28"/>
                    <a:pt x="313" y="0"/>
                    <a:pt x="249"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5"/>
            <p:cNvSpPr/>
            <p:nvPr/>
          </p:nvSpPr>
          <p:spPr>
            <a:xfrm rot="-7469077">
              <a:off x="5044884" y="2107635"/>
              <a:ext cx="30951" cy="23501"/>
            </a:xfrm>
            <a:custGeom>
              <a:rect b="b" l="l" r="r" t="t"/>
              <a:pathLst>
                <a:path extrusionOk="0" h="940" w="1238">
                  <a:moveTo>
                    <a:pt x="254" y="0"/>
                  </a:moveTo>
                  <a:cubicBezTo>
                    <a:pt x="182" y="0"/>
                    <a:pt x="110" y="36"/>
                    <a:pt x="68" y="102"/>
                  </a:cubicBezTo>
                  <a:cubicBezTo>
                    <a:pt x="1" y="204"/>
                    <a:pt x="31" y="340"/>
                    <a:pt x="134" y="408"/>
                  </a:cubicBezTo>
                  <a:cubicBezTo>
                    <a:pt x="378" y="566"/>
                    <a:pt x="619" y="729"/>
                    <a:pt x="857" y="899"/>
                  </a:cubicBezTo>
                  <a:cubicBezTo>
                    <a:pt x="896" y="927"/>
                    <a:pt x="941" y="940"/>
                    <a:pt x="987" y="940"/>
                  </a:cubicBezTo>
                  <a:cubicBezTo>
                    <a:pt x="1055" y="940"/>
                    <a:pt x="1123" y="907"/>
                    <a:pt x="1167" y="848"/>
                  </a:cubicBezTo>
                  <a:cubicBezTo>
                    <a:pt x="1238" y="749"/>
                    <a:pt x="1215" y="610"/>
                    <a:pt x="1116" y="539"/>
                  </a:cubicBezTo>
                  <a:cubicBezTo>
                    <a:pt x="872" y="366"/>
                    <a:pt x="624" y="198"/>
                    <a:pt x="373" y="35"/>
                  </a:cubicBezTo>
                  <a:cubicBezTo>
                    <a:pt x="336" y="12"/>
                    <a:pt x="295" y="0"/>
                    <a:pt x="254"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5"/>
            <p:cNvSpPr/>
            <p:nvPr/>
          </p:nvSpPr>
          <p:spPr>
            <a:xfrm rot="-7469077">
              <a:off x="5104411" y="2368025"/>
              <a:ext cx="33751" cy="16025"/>
            </a:xfrm>
            <a:custGeom>
              <a:rect b="b" l="l" r="r" t="t"/>
              <a:pathLst>
                <a:path extrusionOk="0" h="641" w="1350">
                  <a:moveTo>
                    <a:pt x="243" y="1"/>
                  </a:moveTo>
                  <a:cubicBezTo>
                    <a:pt x="142" y="1"/>
                    <a:pt x="50" y="71"/>
                    <a:pt x="28" y="172"/>
                  </a:cubicBezTo>
                  <a:cubicBezTo>
                    <a:pt x="1" y="291"/>
                    <a:pt x="74" y="411"/>
                    <a:pt x="193" y="436"/>
                  </a:cubicBezTo>
                  <a:cubicBezTo>
                    <a:pt x="481" y="500"/>
                    <a:pt x="768" y="568"/>
                    <a:pt x="1053" y="636"/>
                  </a:cubicBezTo>
                  <a:cubicBezTo>
                    <a:pt x="1070" y="639"/>
                    <a:pt x="1087" y="640"/>
                    <a:pt x="1105" y="640"/>
                  </a:cubicBezTo>
                  <a:cubicBezTo>
                    <a:pt x="1206" y="640"/>
                    <a:pt x="1297" y="571"/>
                    <a:pt x="1319" y="470"/>
                  </a:cubicBezTo>
                  <a:cubicBezTo>
                    <a:pt x="1349" y="352"/>
                    <a:pt x="1275" y="233"/>
                    <a:pt x="1156" y="205"/>
                  </a:cubicBezTo>
                  <a:cubicBezTo>
                    <a:pt x="867" y="137"/>
                    <a:pt x="581" y="72"/>
                    <a:pt x="291" y="6"/>
                  </a:cubicBezTo>
                  <a:cubicBezTo>
                    <a:pt x="275" y="3"/>
                    <a:pt x="259" y="1"/>
                    <a:pt x="24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5"/>
            <p:cNvSpPr/>
            <p:nvPr/>
          </p:nvSpPr>
          <p:spPr>
            <a:xfrm rot="-7469077">
              <a:off x="5154441" y="2490980"/>
              <a:ext cx="33776" cy="15975"/>
            </a:xfrm>
            <a:custGeom>
              <a:rect b="b" l="l" r="r" t="t"/>
              <a:pathLst>
                <a:path extrusionOk="0" h="639" w="1351">
                  <a:moveTo>
                    <a:pt x="244" y="0"/>
                  </a:moveTo>
                  <a:cubicBezTo>
                    <a:pt x="143" y="0"/>
                    <a:pt x="53" y="70"/>
                    <a:pt x="28" y="171"/>
                  </a:cubicBezTo>
                  <a:cubicBezTo>
                    <a:pt x="0" y="290"/>
                    <a:pt x="75" y="409"/>
                    <a:pt x="194" y="437"/>
                  </a:cubicBezTo>
                  <a:cubicBezTo>
                    <a:pt x="482" y="504"/>
                    <a:pt x="770" y="569"/>
                    <a:pt x="1059" y="635"/>
                  </a:cubicBezTo>
                  <a:cubicBezTo>
                    <a:pt x="1075" y="637"/>
                    <a:pt x="1091" y="639"/>
                    <a:pt x="1106" y="639"/>
                  </a:cubicBezTo>
                  <a:cubicBezTo>
                    <a:pt x="1208" y="639"/>
                    <a:pt x="1301" y="568"/>
                    <a:pt x="1323" y="466"/>
                  </a:cubicBezTo>
                  <a:cubicBezTo>
                    <a:pt x="1350" y="345"/>
                    <a:pt x="1274" y="228"/>
                    <a:pt x="1154" y="202"/>
                  </a:cubicBezTo>
                  <a:cubicBezTo>
                    <a:pt x="868" y="138"/>
                    <a:pt x="580" y="72"/>
                    <a:pt x="295" y="6"/>
                  </a:cubicBezTo>
                  <a:cubicBezTo>
                    <a:pt x="278" y="2"/>
                    <a:pt x="261" y="0"/>
                    <a:pt x="244"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5"/>
            <p:cNvSpPr/>
            <p:nvPr/>
          </p:nvSpPr>
          <p:spPr>
            <a:xfrm rot="-7469077">
              <a:off x="5129433" y="2429674"/>
              <a:ext cx="33701" cy="15675"/>
            </a:xfrm>
            <a:custGeom>
              <a:rect b="b" l="l" r="r" t="t"/>
              <a:pathLst>
                <a:path extrusionOk="0" h="627" w="1348">
                  <a:moveTo>
                    <a:pt x="240" y="0"/>
                  </a:moveTo>
                  <a:cubicBezTo>
                    <a:pt x="140" y="0"/>
                    <a:pt x="47" y="72"/>
                    <a:pt x="26" y="176"/>
                  </a:cubicBezTo>
                  <a:cubicBezTo>
                    <a:pt x="0" y="294"/>
                    <a:pt x="77" y="413"/>
                    <a:pt x="196" y="438"/>
                  </a:cubicBezTo>
                  <a:lnTo>
                    <a:pt x="1061" y="623"/>
                  </a:lnTo>
                  <a:cubicBezTo>
                    <a:pt x="1077" y="626"/>
                    <a:pt x="1092" y="627"/>
                    <a:pt x="1106" y="627"/>
                  </a:cubicBezTo>
                  <a:cubicBezTo>
                    <a:pt x="1210" y="627"/>
                    <a:pt x="1301" y="556"/>
                    <a:pt x="1323" y="453"/>
                  </a:cubicBezTo>
                  <a:cubicBezTo>
                    <a:pt x="1347" y="332"/>
                    <a:pt x="1272" y="214"/>
                    <a:pt x="1153" y="190"/>
                  </a:cubicBezTo>
                  <a:lnTo>
                    <a:pt x="288" y="6"/>
                  </a:lnTo>
                  <a:cubicBezTo>
                    <a:pt x="272" y="2"/>
                    <a:pt x="256" y="0"/>
                    <a:pt x="240"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5"/>
            <p:cNvSpPr/>
            <p:nvPr/>
          </p:nvSpPr>
          <p:spPr>
            <a:xfrm rot="-7469077">
              <a:off x="5005168" y="3478134"/>
              <a:ext cx="17725" cy="32501"/>
            </a:xfrm>
            <a:custGeom>
              <a:rect b="b" l="l" r="r" t="t"/>
              <a:pathLst>
                <a:path extrusionOk="0" h="1300" w="709">
                  <a:moveTo>
                    <a:pt x="245" y="0"/>
                  </a:moveTo>
                  <a:cubicBezTo>
                    <a:pt x="227" y="0"/>
                    <a:pt x="210" y="2"/>
                    <a:pt x="192" y="6"/>
                  </a:cubicBezTo>
                  <a:cubicBezTo>
                    <a:pt x="74" y="35"/>
                    <a:pt x="1" y="155"/>
                    <a:pt x="29" y="273"/>
                  </a:cubicBezTo>
                  <a:cubicBezTo>
                    <a:pt x="99" y="562"/>
                    <a:pt x="174" y="850"/>
                    <a:pt x="252" y="1137"/>
                  </a:cubicBezTo>
                  <a:cubicBezTo>
                    <a:pt x="277" y="1236"/>
                    <a:pt x="367" y="1300"/>
                    <a:pt x="464" y="1300"/>
                  </a:cubicBezTo>
                  <a:cubicBezTo>
                    <a:pt x="483" y="1300"/>
                    <a:pt x="501" y="1298"/>
                    <a:pt x="521" y="1293"/>
                  </a:cubicBezTo>
                  <a:cubicBezTo>
                    <a:pt x="639" y="1261"/>
                    <a:pt x="708" y="1141"/>
                    <a:pt x="677" y="1022"/>
                  </a:cubicBezTo>
                  <a:cubicBezTo>
                    <a:pt x="602" y="738"/>
                    <a:pt x="530" y="454"/>
                    <a:pt x="460" y="169"/>
                  </a:cubicBezTo>
                  <a:cubicBezTo>
                    <a:pt x="436" y="68"/>
                    <a:pt x="346" y="0"/>
                    <a:pt x="245"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5"/>
            <p:cNvSpPr/>
            <p:nvPr/>
          </p:nvSpPr>
          <p:spPr>
            <a:xfrm rot="-7469077">
              <a:off x="5062186" y="2241088"/>
              <a:ext cx="33301" cy="18550"/>
            </a:xfrm>
            <a:custGeom>
              <a:rect b="b" l="l" r="r" t="t"/>
              <a:pathLst>
                <a:path extrusionOk="0" h="742" w="1332">
                  <a:moveTo>
                    <a:pt x="246" y="0"/>
                  </a:moveTo>
                  <a:cubicBezTo>
                    <a:pt x="155" y="0"/>
                    <a:pt x="70" y="58"/>
                    <a:pt x="40" y="149"/>
                  </a:cubicBezTo>
                  <a:cubicBezTo>
                    <a:pt x="0" y="264"/>
                    <a:pt x="61" y="390"/>
                    <a:pt x="178" y="431"/>
                  </a:cubicBezTo>
                  <a:cubicBezTo>
                    <a:pt x="454" y="526"/>
                    <a:pt x="729" y="624"/>
                    <a:pt x="1004" y="729"/>
                  </a:cubicBezTo>
                  <a:cubicBezTo>
                    <a:pt x="1028" y="738"/>
                    <a:pt x="1055" y="742"/>
                    <a:pt x="1082" y="742"/>
                  </a:cubicBezTo>
                  <a:cubicBezTo>
                    <a:pt x="1170" y="742"/>
                    <a:pt x="1255" y="688"/>
                    <a:pt x="1289" y="599"/>
                  </a:cubicBezTo>
                  <a:cubicBezTo>
                    <a:pt x="1332" y="484"/>
                    <a:pt x="1274" y="356"/>
                    <a:pt x="1157" y="314"/>
                  </a:cubicBezTo>
                  <a:cubicBezTo>
                    <a:pt x="879" y="209"/>
                    <a:pt x="600" y="109"/>
                    <a:pt x="319" y="13"/>
                  </a:cubicBezTo>
                  <a:cubicBezTo>
                    <a:pt x="295" y="4"/>
                    <a:pt x="270" y="0"/>
                    <a:pt x="24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5"/>
            <p:cNvSpPr/>
            <p:nvPr/>
          </p:nvSpPr>
          <p:spPr>
            <a:xfrm rot="-7469077">
              <a:off x="5189372" y="1817017"/>
              <a:ext cx="16525" cy="32401"/>
            </a:xfrm>
            <a:custGeom>
              <a:rect b="b" l="l" r="r" t="t"/>
              <a:pathLst>
                <a:path extrusionOk="0" h="1296" w="661">
                  <a:moveTo>
                    <a:pt x="220" y="1"/>
                  </a:moveTo>
                  <a:cubicBezTo>
                    <a:pt x="96" y="2"/>
                    <a:pt x="0" y="101"/>
                    <a:pt x="1" y="223"/>
                  </a:cubicBezTo>
                  <a:cubicBezTo>
                    <a:pt x="4" y="521"/>
                    <a:pt x="33" y="898"/>
                    <a:pt x="224" y="1195"/>
                  </a:cubicBezTo>
                  <a:cubicBezTo>
                    <a:pt x="267" y="1260"/>
                    <a:pt x="338" y="1296"/>
                    <a:pt x="411" y="1296"/>
                  </a:cubicBezTo>
                  <a:cubicBezTo>
                    <a:pt x="451" y="1296"/>
                    <a:pt x="494" y="1286"/>
                    <a:pt x="532" y="1260"/>
                  </a:cubicBezTo>
                  <a:cubicBezTo>
                    <a:pt x="632" y="1193"/>
                    <a:pt x="661" y="1057"/>
                    <a:pt x="596" y="954"/>
                  </a:cubicBezTo>
                  <a:cubicBezTo>
                    <a:pt x="464" y="752"/>
                    <a:pt x="447" y="438"/>
                    <a:pt x="442" y="218"/>
                  </a:cubicBezTo>
                  <a:cubicBezTo>
                    <a:pt x="441" y="97"/>
                    <a:pt x="342" y="1"/>
                    <a:pt x="221"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5"/>
            <p:cNvSpPr/>
            <p:nvPr/>
          </p:nvSpPr>
          <p:spPr>
            <a:xfrm rot="-7469077">
              <a:off x="5081386" y="2305326"/>
              <a:ext cx="33676" cy="17000"/>
            </a:xfrm>
            <a:custGeom>
              <a:rect b="b" l="l" r="r" t="t"/>
              <a:pathLst>
                <a:path extrusionOk="0" h="680" w="1347">
                  <a:moveTo>
                    <a:pt x="245" y="1"/>
                  </a:moveTo>
                  <a:cubicBezTo>
                    <a:pt x="147" y="1"/>
                    <a:pt x="60" y="66"/>
                    <a:pt x="33" y="164"/>
                  </a:cubicBezTo>
                  <a:cubicBezTo>
                    <a:pt x="1" y="284"/>
                    <a:pt x="72" y="403"/>
                    <a:pt x="189" y="435"/>
                  </a:cubicBezTo>
                  <a:cubicBezTo>
                    <a:pt x="473" y="512"/>
                    <a:pt x="757" y="590"/>
                    <a:pt x="1037" y="671"/>
                  </a:cubicBezTo>
                  <a:cubicBezTo>
                    <a:pt x="1057" y="676"/>
                    <a:pt x="1079" y="679"/>
                    <a:pt x="1098" y="679"/>
                  </a:cubicBezTo>
                  <a:cubicBezTo>
                    <a:pt x="1193" y="679"/>
                    <a:pt x="1283" y="615"/>
                    <a:pt x="1311" y="520"/>
                  </a:cubicBezTo>
                  <a:cubicBezTo>
                    <a:pt x="1347" y="401"/>
                    <a:pt x="1279" y="279"/>
                    <a:pt x="1161" y="245"/>
                  </a:cubicBezTo>
                  <a:cubicBezTo>
                    <a:pt x="874" y="164"/>
                    <a:pt x="589" y="84"/>
                    <a:pt x="304" y="8"/>
                  </a:cubicBezTo>
                  <a:cubicBezTo>
                    <a:pt x="284" y="3"/>
                    <a:pt x="265" y="1"/>
                    <a:pt x="245"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5"/>
            <p:cNvSpPr/>
            <p:nvPr/>
          </p:nvSpPr>
          <p:spPr>
            <a:xfrm rot="-7469077">
              <a:off x="5213246" y="2678929"/>
              <a:ext cx="32901" cy="19901"/>
            </a:xfrm>
            <a:custGeom>
              <a:rect b="b" l="l" r="r" t="t"/>
              <a:pathLst>
                <a:path extrusionOk="0" h="796" w="1316">
                  <a:moveTo>
                    <a:pt x="253" y="0"/>
                  </a:moveTo>
                  <a:cubicBezTo>
                    <a:pt x="168" y="0"/>
                    <a:pt x="87" y="48"/>
                    <a:pt x="50" y="130"/>
                  </a:cubicBezTo>
                  <a:cubicBezTo>
                    <a:pt x="1" y="242"/>
                    <a:pt x="50" y="374"/>
                    <a:pt x="162" y="424"/>
                  </a:cubicBezTo>
                  <a:cubicBezTo>
                    <a:pt x="433" y="544"/>
                    <a:pt x="705" y="662"/>
                    <a:pt x="979" y="778"/>
                  </a:cubicBezTo>
                  <a:cubicBezTo>
                    <a:pt x="1007" y="789"/>
                    <a:pt x="1036" y="795"/>
                    <a:pt x="1064" y="795"/>
                  </a:cubicBezTo>
                  <a:cubicBezTo>
                    <a:pt x="1151" y="795"/>
                    <a:pt x="1233" y="744"/>
                    <a:pt x="1268" y="659"/>
                  </a:cubicBezTo>
                  <a:cubicBezTo>
                    <a:pt x="1315" y="545"/>
                    <a:pt x="1261" y="416"/>
                    <a:pt x="1149" y="368"/>
                  </a:cubicBezTo>
                  <a:cubicBezTo>
                    <a:pt x="878" y="255"/>
                    <a:pt x="610" y="137"/>
                    <a:pt x="344" y="19"/>
                  </a:cubicBezTo>
                  <a:cubicBezTo>
                    <a:pt x="314" y="6"/>
                    <a:pt x="283" y="0"/>
                    <a:pt x="25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5"/>
            <p:cNvSpPr/>
            <p:nvPr/>
          </p:nvSpPr>
          <p:spPr>
            <a:xfrm rot="-7469077">
              <a:off x="4856769" y="3606785"/>
              <a:ext cx="13775" cy="33151"/>
            </a:xfrm>
            <a:custGeom>
              <a:rect b="b" l="l" r="r" t="t"/>
              <a:pathLst>
                <a:path extrusionOk="0" h="1326" w="551">
                  <a:moveTo>
                    <a:pt x="313" y="0"/>
                  </a:moveTo>
                  <a:cubicBezTo>
                    <a:pt x="206" y="0"/>
                    <a:pt x="109" y="82"/>
                    <a:pt x="95" y="194"/>
                  </a:cubicBezTo>
                  <a:cubicBezTo>
                    <a:pt x="57" y="490"/>
                    <a:pt x="28" y="788"/>
                    <a:pt x="9" y="1089"/>
                  </a:cubicBezTo>
                  <a:cubicBezTo>
                    <a:pt x="0" y="1212"/>
                    <a:pt x="92" y="1316"/>
                    <a:pt x="214" y="1325"/>
                  </a:cubicBezTo>
                  <a:lnTo>
                    <a:pt x="228" y="1325"/>
                  </a:lnTo>
                  <a:cubicBezTo>
                    <a:pt x="343" y="1325"/>
                    <a:pt x="441" y="1235"/>
                    <a:pt x="450" y="1117"/>
                  </a:cubicBezTo>
                  <a:cubicBezTo>
                    <a:pt x="469" y="826"/>
                    <a:pt x="498" y="538"/>
                    <a:pt x="535" y="251"/>
                  </a:cubicBezTo>
                  <a:cubicBezTo>
                    <a:pt x="550" y="130"/>
                    <a:pt x="465" y="18"/>
                    <a:pt x="343" y="2"/>
                  </a:cubicBezTo>
                  <a:cubicBezTo>
                    <a:pt x="333" y="1"/>
                    <a:pt x="323" y="0"/>
                    <a:pt x="31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5"/>
            <p:cNvSpPr/>
            <p:nvPr/>
          </p:nvSpPr>
          <p:spPr>
            <a:xfrm rot="-7469077">
              <a:off x="4912336" y="3569928"/>
              <a:ext cx="12875" cy="33151"/>
            </a:xfrm>
            <a:custGeom>
              <a:rect b="b" l="l" r="r" t="t"/>
              <a:pathLst>
                <a:path extrusionOk="0" h="1326" w="515">
                  <a:moveTo>
                    <a:pt x="233" y="0"/>
                  </a:moveTo>
                  <a:cubicBezTo>
                    <a:pt x="227" y="0"/>
                    <a:pt x="222" y="0"/>
                    <a:pt x="216" y="1"/>
                  </a:cubicBezTo>
                  <a:cubicBezTo>
                    <a:pt x="94" y="6"/>
                    <a:pt x="1" y="109"/>
                    <a:pt x="7" y="231"/>
                  </a:cubicBezTo>
                  <a:cubicBezTo>
                    <a:pt x="18" y="528"/>
                    <a:pt x="38" y="825"/>
                    <a:pt x="65" y="1122"/>
                  </a:cubicBezTo>
                  <a:cubicBezTo>
                    <a:pt x="75" y="1237"/>
                    <a:pt x="171" y="1325"/>
                    <a:pt x="284" y="1325"/>
                  </a:cubicBezTo>
                  <a:lnTo>
                    <a:pt x="303" y="1325"/>
                  </a:lnTo>
                  <a:cubicBezTo>
                    <a:pt x="425" y="1314"/>
                    <a:pt x="514" y="1206"/>
                    <a:pt x="504" y="1086"/>
                  </a:cubicBezTo>
                  <a:cubicBezTo>
                    <a:pt x="479" y="795"/>
                    <a:pt x="460" y="503"/>
                    <a:pt x="448" y="212"/>
                  </a:cubicBezTo>
                  <a:cubicBezTo>
                    <a:pt x="442" y="94"/>
                    <a:pt x="358" y="0"/>
                    <a:pt x="23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5"/>
            <p:cNvSpPr/>
            <p:nvPr/>
          </p:nvSpPr>
          <p:spPr>
            <a:xfrm rot="-7469077">
              <a:off x="4793038" y="3632964"/>
              <a:ext cx="19326" cy="32076"/>
            </a:xfrm>
            <a:custGeom>
              <a:rect b="b" l="l" r="r" t="t"/>
              <a:pathLst>
                <a:path extrusionOk="0" h="1283" w="773">
                  <a:moveTo>
                    <a:pt x="522" y="1"/>
                  </a:moveTo>
                  <a:cubicBezTo>
                    <a:pt x="433" y="1"/>
                    <a:pt x="350" y="56"/>
                    <a:pt x="316" y="144"/>
                  </a:cubicBezTo>
                  <a:cubicBezTo>
                    <a:pt x="211" y="420"/>
                    <a:pt x="116" y="707"/>
                    <a:pt x="33" y="999"/>
                  </a:cubicBezTo>
                  <a:cubicBezTo>
                    <a:pt x="0" y="1118"/>
                    <a:pt x="67" y="1240"/>
                    <a:pt x="184" y="1274"/>
                  </a:cubicBezTo>
                  <a:cubicBezTo>
                    <a:pt x="203" y="1279"/>
                    <a:pt x="224" y="1282"/>
                    <a:pt x="244" y="1282"/>
                  </a:cubicBezTo>
                  <a:cubicBezTo>
                    <a:pt x="340" y="1282"/>
                    <a:pt x="428" y="1218"/>
                    <a:pt x="457" y="1123"/>
                  </a:cubicBezTo>
                  <a:cubicBezTo>
                    <a:pt x="539" y="843"/>
                    <a:pt x="628" y="566"/>
                    <a:pt x="730" y="301"/>
                  </a:cubicBezTo>
                  <a:cubicBezTo>
                    <a:pt x="773" y="188"/>
                    <a:pt x="716" y="60"/>
                    <a:pt x="601" y="16"/>
                  </a:cubicBezTo>
                  <a:cubicBezTo>
                    <a:pt x="575" y="6"/>
                    <a:pt x="548" y="1"/>
                    <a:pt x="522"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5"/>
            <p:cNvSpPr/>
            <p:nvPr/>
          </p:nvSpPr>
          <p:spPr>
            <a:xfrm rot="-7469077">
              <a:off x="5170381" y="3196291"/>
              <a:ext cx="25176" cy="29276"/>
            </a:xfrm>
            <a:custGeom>
              <a:rect b="b" l="l" r="r" t="t"/>
              <a:pathLst>
                <a:path extrusionOk="0" h="1171" w="1007">
                  <a:moveTo>
                    <a:pt x="251" y="1"/>
                  </a:moveTo>
                  <a:cubicBezTo>
                    <a:pt x="209" y="1"/>
                    <a:pt x="166" y="13"/>
                    <a:pt x="128" y="39"/>
                  </a:cubicBezTo>
                  <a:cubicBezTo>
                    <a:pt x="26" y="108"/>
                    <a:pt x="0" y="244"/>
                    <a:pt x="68" y="347"/>
                  </a:cubicBezTo>
                  <a:cubicBezTo>
                    <a:pt x="235" y="590"/>
                    <a:pt x="404" y="836"/>
                    <a:pt x="576" y="1077"/>
                  </a:cubicBezTo>
                  <a:cubicBezTo>
                    <a:pt x="618" y="1136"/>
                    <a:pt x="688" y="1170"/>
                    <a:pt x="756" y="1170"/>
                  </a:cubicBezTo>
                  <a:cubicBezTo>
                    <a:pt x="801" y="1170"/>
                    <a:pt x="845" y="1158"/>
                    <a:pt x="884" y="1129"/>
                  </a:cubicBezTo>
                  <a:cubicBezTo>
                    <a:pt x="983" y="1058"/>
                    <a:pt x="1007" y="921"/>
                    <a:pt x="937" y="822"/>
                  </a:cubicBezTo>
                  <a:cubicBezTo>
                    <a:pt x="766" y="582"/>
                    <a:pt x="598" y="341"/>
                    <a:pt x="434" y="98"/>
                  </a:cubicBezTo>
                  <a:cubicBezTo>
                    <a:pt x="391" y="35"/>
                    <a:pt x="321" y="1"/>
                    <a:pt x="251"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5"/>
            <p:cNvSpPr/>
            <p:nvPr/>
          </p:nvSpPr>
          <p:spPr>
            <a:xfrm rot="-7469077">
              <a:off x="5046091" y="3426799"/>
              <a:ext cx="19476" cy="32076"/>
            </a:xfrm>
            <a:custGeom>
              <a:rect b="b" l="l" r="r" t="t"/>
              <a:pathLst>
                <a:path extrusionOk="0" h="1283" w="779">
                  <a:moveTo>
                    <a:pt x="250" y="1"/>
                  </a:moveTo>
                  <a:cubicBezTo>
                    <a:pt x="227" y="1"/>
                    <a:pt x="204" y="4"/>
                    <a:pt x="180" y="12"/>
                  </a:cubicBezTo>
                  <a:cubicBezTo>
                    <a:pt x="63" y="49"/>
                    <a:pt x="0" y="175"/>
                    <a:pt x="39" y="290"/>
                  </a:cubicBezTo>
                  <a:cubicBezTo>
                    <a:pt x="129" y="571"/>
                    <a:pt x="224" y="853"/>
                    <a:pt x="322" y="1134"/>
                  </a:cubicBezTo>
                  <a:cubicBezTo>
                    <a:pt x="353" y="1224"/>
                    <a:pt x="438" y="1283"/>
                    <a:pt x="531" y="1283"/>
                  </a:cubicBezTo>
                  <a:cubicBezTo>
                    <a:pt x="556" y="1283"/>
                    <a:pt x="580" y="1278"/>
                    <a:pt x="603" y="1270"/>
                  </a:cubicBezTo>
                  <a:cubicBezTo>
                    <a:pt x="719" y="1229"/>
                    <a:pt x="779" y="1104"/>
                    <a:pt x="740" y="988"/>
                  </a:cubicBezTo>
                  <a:cubicBezTo>
                    <a:pt x="643" y="710"/>
                    <a:pt x="549" y="432"/>
                    <a:pt x="458" y="154"/>
                  </a:cubicBezTo>
                  <a:cubicBezTo>
                    <a:pt x="429" y="60"/>
                    <a:pt x="344" y="1"/>
                    <a:pt x="25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5"/>
            <p:cNvSpPr/>
            <p:nvPr/>
          </p:nvSpPr>
          <p:spPr>
            <a:xfrm rot="-7469077">
              <a:off x="5145410" y="3257080"/>
              <a:ext cx="24001" cy="30126"/>
            </a:xfrm>
            <a:custGeom>
              <a:rect b="b" l="l" r="r" t="t"/>
              <a:pathLst>
                <a:path extrusionOk="0" h="1205" w="960">
                  <a:moveTo>
                    <a:pt x="253" y="0"/>
                  </a:moveTo>
                  <a:cubicBezTo>
                    <a:pt x="215" y="0"/>
                    <a:pt x="177" y="10"/>
                    <a:pt x="143" y="30"/>
                  </a:cubicBezTo>
                  <a:cubicBezTo>
                    <a:pt x="36" y="92"/>
                    <a:pt x="1" y="227"/>
                    <a:pt x="63" y="334"/>
                  </a:cubicBezTo>
                  <a:cubicBezTo>
                    <a:pt x="212" y="590"/>
                    <a:pt x="364" y="844"/>
                    <a:pt x="518" y="1098"/>
                  </a:cubicBezTo>
                  <a:cubicBezTo>
                    <a:pt x="561" y="1165"/>
                    <a:pt x="633" y="1204"/>
                    <a:pt x="708" y="1204"/>
                  </a:cubicBezTo>
                  <a:cubicBezTo>
                    <a:pt x="747" y="1204"/>
                    <a:pt x="788" y="1193"/>
                    <a:pt x="823" y="1172"/>
                  </a:cubicBezTo>
                  <a:cubicBezTo>
                    <a:pt x="928" y="1108"/>
                    <a:pt x="959" y="972"/>
                    <a:pt x="896" y="867"/>
                  </a:cubicBezTo>
                  <a:cubicBezTo>
                    <a:pt x="744" y="616"/>
                    <a:pt x="595" y="363"/>
                    <a:pt x="446" y="111"/>
                  </a:cubicBezTo>
                  <a:cubicBezTo>
                    <a:pt x="404" y="40"/>
                    <a:pt x="329" y="0"/>
                    <a:pt x="25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5"/>
            <p:cNvSpPr/>
            <p:nvPr/>
          </p:nvSpPr>
          <p:spPr>
            <a:xfrm rot="-7469077">
              <a:off x="5116205" y="3315943"/>
              <a:ext cx="22676" cy="30801"/>
            </a:xfrm>
            <a:custGeom>
              <a:rect b="b" l="l" r="r" t="t"/>
              <a:pathLst>
                <a:path extrusionOk="0" h="1232" w="907">
                  <a:moveTo>
                    <a:pt x="251" y="0"/>
                  </a:moveTo>
                  <a:cubicBezTo>
                    <a:pt x="219" y="0"/>
                    <a:pt x="186" y="7"/>
                    <a:pt x="155" y="22"/>
                  </a:cubicBezTo>
                  <a:cubicBezTo>
                    <a:pt x="44" y="76"/>
                    <a:pt x="0" y="209"/>
                    <a:pt x="53" y="318"/>
                  </a:cubicBezTo>
                  <a:cubicBezTo>
                    <a:pt x="185" y="585"/>
                    <a:pt x="317" y="849"/>
                    <a:pt x="456" y="1113"/>
                  </a:cubicBezTo>
                  <a:cubicBezTo>
                    <a:pt x="495" y="1189"/>
                    <a:pt x="573" y="1232"/>
                    <a:pt x="653" y="1232"/>
                  </a:cubicBezTo>
                  <a:cubicBezTo>
                    <a:pt x="687" y="1232"/>
                    <a:pt x="722" y="1223"/>
                    <a:pt x="755" y="1206"/>
                  </a:cubicBezTo>
                  <a:cubicBezTo>
                    <a:pt x="864" y="1149"/>
                    <a:pt x="907" y="1018"/>
                    <a:pt x="848" y="908"/>
                  </a:cubicBezTo>
                  <a:cubicBezTo>
                    <a:pt x="712" y="649"/>
                    <a:pt x="580" y="387"/>
                    <a:pt x="450" y="124"/>
                  </a:cubicBezTo>
                  <a:cubicBezTo>
                    <a:pt x="411" y="45"/>
                    <a:pt x="333" y="0"/>
                    <a:pt x="251"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5"/>
            <p:cNvSpPr/>
            <p:nvPr/>
          </p:nvSpPr>
          <p:spPr>
            <a:xfrm rot="-7469077">
              <a:off x="5083075" y="3372658"/>
              <a:ext cx="21201" cy="31501"/>
            </a:xfrm>
            <a:custGeom>
              <a:rect b="b" l="l" r="r" t="t"/>
              <a:pathLst>
                <a:path extrusionOk="0" h="1260" w="848">
                  <a:moveTo>
                    <a:pt x="253" y="1"/>
                  </a:moveTo>
                  <a:cubicBezTo>
                    <a:pt x="225" y="1"/>
                    <a:pt x="197" y="6"/>
                    <a:pt x="169" y="17"/>
                  </a:cubicBezTo>
                  <a:cubicBezTo>
                    <a:pt x="56" y="63"/>
                    <a:pt x="1" y="193"/>
                    <a:pt x="49" y="307"/>
                  </a:cubicBezTo>
                  <a:cubicBezTo>
                    <a:pt x="159" y="580"/>
                    <a:pt x="276" y="854"/>
                    <a:pt x="392" y="1126"/>
                  </a:cubicBezTo>
                  <a:cubicBezTo>
                    <a:pt x="427" y="1210"/>
                    <a:pt x="510" y="1260"/>
                    <a:pt x="596" y="1260"/>
                  </a:cubicBezTo>
                  <a:cubicBezTo>
                    <a:pt x="626" y="1260"/>
                    <a:pt x="654" y="1254"/>
                    <a:pt x="684" y="1243"/>
                  </a:cubicBezTo>
                  <a:cubicBezTo>
                    <a:pt x="796" y="1194"/>
                    <a:pt x="847" y="1062"/>
                    <a:pt x="800" y="952"/>
                  </a:cubicBezTo>
                  <a:cubicBezTo>
                    <a:pt x="681" y="682"/>
                    <a:pt x="568" y="410"/>
                    <a:pt x="457" y="139"/>
                  </a:cubicBezTo>
                  <a:cubicBezTo>
                    <a:pt x="423" y="53"/>
                    <a:pt x="340" y="1"/>
                    <a:pt x="25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5"/>
            <p:cNvSpPr/>
            <p:nvPr/>
          </p:nvSpPr>
          <p:spPr>
            <a:xfrm rot="-7469077">
              <a:off x="4959290" y="3529965"/>
              <a:ext cx="15000" cy="28401"/>
            </a:xfrm>
            <a:custGeom>
              <a:rect b="b" l="l" r="r" t="t"/>
              <a:pathLst>
                <a:path extrusionOk="0" h="1136" w="600">
                  <a:moveTo>
                    <a:pt x="240" y="1"/>
                  </a:moveTo>
                  <a:cubicBezTo>
                    <a:pt x="228" y="1"/>
                    <a:pt x="215" y="2"/>
                    <a:pt x="203" y="4"/>
                  </a:cubicBezTo>
                  <a:cubicBezTo>
                    <a:pt x="82" y="24"/>
                    <a:pt x="0" y="138"/>
                    <a:pt x="18" y="258"/>
                  </a:cubicBezTo>
                  <a:cubicBezTo>
                    <a:pt x="62" y="539"/>
                    <a:pt x="112" y="817"/>
                    <a:pt x="173" y="1136"/>
                  </a:cubicBezTo>
                  <a:lnTo>
                    <a:pt x="390" y="1095"/>
                  </a:lnTo>
                  <a:lnTo>
                    <a:pt x="600" y="1011"/>
                  </a:lnTo>
                  <a:cubicBezTo>
                    <a:pt x="549" y="739"/>
                    <a:pt x="501" y="462"/>
                    <a:pt x="457" y="187"/>
                  </a:cubicBezTo>
                  <a:cubicBezTo>
                    <a:pt x="439" y="79"/>
                    <a:pt x="345" y="1"/>
                    <a:pt x="2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3" name="Google Shape;5133;p65"/>
          <p:cNvGrpSpPr/>
          <p:nvPr/>
        </p:nvGrpSpPr>
        <p:grpSpPr>
          <a:xfrm>
            <a:off x="3551500" y="2380063"/>
            <a:ext cx="1134950" cy="991675"/>
            <a:chOff x="3551500" y="2380063"/>
            <a:chExt cx="1134950" cy="991675"/>
          </a:xfrm>
        </p:grpSpPr>
        <p:sp>
          <p:nvSpPr>
            <p:cNvPr id="5134" name="Google Shape;5134;p65"/>
            <p:cNvSpPr/>
            <p:nvPr/>
          </p:nvSpPr>
          <p:spPr>
            <a:xfrm>
              <a:off x="3552700" y="2391338"/>
              <a:ext cx="1133750" cy="979825"/>
            </a:xfrm>
            <a:custGeom>
              <a:rect b="b" l="l" r="r" t="t"/>
              <a:pathLst>
                <a:path extrusionOk="0" h="39193" w="45350">
                  <a:moveTo>
                    <a:pt x="24257" y="6929"/>
                  </a:moveTo>
                  <a:cubicBezTo>
                    <a:pt x="26536" y="6929"/>
                    <a:pt x="28838" y="7608"/>
                    <a:pt x="30844" y="9020"/>
                  </a:cubicBezTo>
                  <a:cubicBezTo>
                    <a:pt x="36019" y="12663"/>
                    <a:pt x="37260" y="19813"/>
                    <a:pt x="33617" y="24987"/>
                  </a:cubicBezTo>
                  <a:lnTo>
                    <a:pt x="25488" y="19263"/>
                  </a:lnTo>
                  <a:cubicBezTo>
                    <a:pt x="25738" y="18607"/>
                    <a:pt x="25527" y="17843"/>
                    <a:pt x="24930" y="17421"/>
                  </a:cubicBezTo>
                  <a:cubicBezTo>
                    <a:pt x="24656" y="17229"/>
                    <a:pt x="24343" y="17137"/>
                    <a:pt x="24032" y="17137"/>
                  </a:cubicBezTo>
                  <a:cubicBezTo>
                    <a:pt x="23662" y="17137"/>
                    <a:pt x="23296" y="17268"/>
                    <a:pt x="23005" y="17516"/>
                  </a:cubicBezTo>
                  <a:lnTo>
                    <a:pt x="14876" y="11792"/>
                  </a:lnTo>
                  <a:cubicBezTo>
                    <a:pt x="17108" y="8623"/>
                    <a:pt x="20654" y="6929"/>
                    <a:pt x="24257" y="6929"/>
                  </a:cubicBezTo>
                  <a:close/>
                  <a:moveTo>
                    <a:pt x="23804" y="1"/>
                  </a:moveTo>
                  <a:cubicBezTo>
                    <a:pt x="17950" y="1"/>
                    <a:pt x="12186" y="2693"/>
                    <a:pt x="8464" y="7738"/>
                  </a:cubicBezTo>
                  <a:lnTo>
                    <a:pt x="4993" y="5293"/>
                  </a:lnTo>
                  <a:lnTo>
                    <a:pt x="1" y="12385"/>
                  </a:lnTo>
                  <a:lnTo>
                    <a:pt x="38071" y="39192"/>
                  </a:lnTo>
                  <a:lnTo>
                    <a:pt x="43064" y="32102"/>
                  </a:lnTo>
                  <a:lnTo>
                    <a:pt x="39592" y="29659"/>
                  </a:lnTo>
                  <a:cubicBezTo>
                    <a:pt x="45349" y="21090"/>
                    <a:pt x="43232" y="9448"/>
                    <a:pt x="34749" y="3474"/>
                  </a:cubicBezTo>
                  <a:cubicBezTo>
                    <a:pt x="31416" y="1128"/>
                    <a:pt x="27591" y="1"/>
                    <a:pt x="238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5"/>
            <p:cNvSpPr/>
            <p:nvPr/>
          </p:nvSpPr>
          <p:spPr>
            <a:xfrm>
              <a:off x="3570675" y="2380063"/>
              <a:ext cx="1093150" cy="987675"/>
            </a:xfrm>
            <a:custGeom>
              <a:rect b="b" l="l" r="r" t="t"/>
              <a:pathLst>
                <a:path extrusionOk="0" h="39507" w="43726">
                  <a:moveTo>
                    <a:pt x="24423" y="7249"/>
                  </a:moveTo>
                  <a:cubicBezTo>
                    <a:pt x="26671" y="7249"/>
                    <a:pt x="28941" y="7916"/>
                    <a:pt x="30915" y="9306"/>
                  </a:cubicBezTo>
                  <a:cubicBezTo>
                    <a:pt x="35967" y="12864"/>
                    <a:pt x="37216" y="19844"/>
                    <a:pt x="33737" y="24929"/>
                  </a:cubicBezTo>
                  <a:lnTo>
                    <a:pt x="25831" y="19363"/>
                  </a:lnTo>
                  <a:cubicBezTo>
                    <a:pt x="26045" y="18652"/>
                    <a:pt x="25787" y="17881"/>
                    <a:pt x="25178" y="17455"/>
                  </a:cubicBezTo>
                  <a:cubicBezTo>
                    <a:pt x="24880" y="17245"/>
                    <a:pt x="24535" y="17141"/>
                    <a:pt x="24189" y="17141"/>
                  </a:cubicBezTo>
                  <a:cubicBezTo>
                    <a:pt x="23827" y="17141"/>
                    <a:pt x="23465" y="17255"/>
                    <a:pt x="23161" y="17481"/>
                  </a:cubicBezTo>
                  <a:lnTo>
                    <a:pt x="15255" y="11914"/>
                  </a:lnTo>
                  <a:cubicBezTo>
                    <a:pt x="17458" y="8873"/>
                    <a:pt x="20914" y="7249"/>
                    <a:pt x="24423" y="7249"/>
                  </a:cubicBezTo>
                  <a:close/>
                  <a:moveTo>
                    <a:pt x="24423" y="6937"/>
                  </a:moveTo>
                  <a:cubicBezTo>
                    <a:pt x="20769" y="6937"/>
                    <a:pt x="17170" y="8652"/>
                    <a:pt x="14910" y="11860"/>
                  </a:cubicBezTo>
                  <a:cubicBezTo>
                    <a:pt x="14886" y="11894"/>
                    <a:pt x="14878" y="11935"/>
                    <a:pt x="14885" y="11977"/>
                  </a:cubicBezTo>
                  <a:cubicBezTo>
                    <a:pt x="14892" y="12018"/>
                    <a:pt x="14915" y="12054"/>
                    <a:pt x="14949" y="12077"/>
                  </a:cubicBezTo>
                  <a:lnTo>
                    <a:pt x="23078" y="17801"/>
                  </a:lnTo>
                  <a:cubicBezTo>
                    <a:pt x="23104" y="17820"/>
                    <a:pt x="23135" y="17829"/>
                    <a:pt x="23166" y="17829"/>
                  </a:cubicBezTo>
                  <a:cubicBezTo>
                    <a:pt x="23202" y="17829"/>
                    <a:pt x="23238" y="17817"/>
                    <a:pt x="23266" y="17792"/>
                  </a:cubicBezTo>
                  <a:cubicBezTo>
                    <a:pt x="23531" y="17565"/>
                    <a:pt x="23860" y="17450"/>
                    <a:pt x="24189" y="17450"/>
                  </a:cubicBezTo>
                  <a:cubicBezTo>
                    <a:pt x="24472" y="17450"/>
                    <a:pt x="24756" y="17535"/>
                    <a:pt x="24999" y="17706"/>
                  </a:cubicBezTo>
                  <a:cubicBezTo>
                    <a:pt x="25527" y="18075"/>
                    <a:pt x="25734" y="18760"/>
                    <a:pt x="25504" y="19365"/>
                  </a:cubicBezTo>
                  <a:cubicBezTo>
                    <a:pt x="25478" y="19431"/>
                    <a:pt x="25499" y="19507"/>
                    <a:pt x="25558" y="19548"/>
                  </a:cubicBezTo>
                  <a:lnTo>
                    <a:pt x="33687" y="25272"/>
                  </a:lnTo>
                  <a:cubicBezTo>
                    <a:pt x="33714" y="25292"/>
                    <a:pt x="33744" y="25301"/>
                    <a:pt x="33777" y="25301"/>
                  </a:cubicBezTo>
                  <a:cubicBezTo>
                    <a:pt x="33785" y="25301"/>
                    <a:pt x="33794" y="25301"/>
                    <a:pt x="33802" y="25299"/>
                  </a:cubicBezTo>
                  <a:cubicBezTo>
                    <a:pt x="33844" y="25292"/>
                    <a:pt x="33880" y="25268"/>
                    <a:pt x="33902" y="25235"/>
                  </a:cubicBezTo>
                  <a:cubicBezTo>
                    <a:pt x="37589" y="19997"/>
                    <a:pt x="36330" y="12740"/>
                    <a:pt x="31093" y="9051"/>
                  </a:cubicBezTo>
                  <a:cubicBezTo>
                    <a:pt x="29065" y="7623"/>
                    <a:pt x="26733" y="6937"/>
                    <a:pt x="24423" y="6937"/>
                  </a:cubicBezTo>
                  <a:close/>
                  <a:moveTo>
                    <a:pt x="23980" y="313"/>
                  </a:moveTo>
                  <a:cubicBezTo>
                    <a:pt x="27841" y="313"/>
                    <a:pt x="31605" y="1496"/>
                    <a:pt x="34821" y="3761"/>
                  </a:cubicBezTo>
                  <a:cubicBezTo>
                    <a:pt x="38886" y="6625"/>
                    <a:pt x="41618" y="10892"/>
                    <a:pt x="42518" y="15780"/>
                  </a:cubicBezTo>
                  <a:cubicBezTo>
                    <a:pt x="43417" y="20663"/>
                    <a:pt x="42388" y="25616"/>
                    <a:pt x="39623" y="29731"/>
                  </a:cubicBezTo>
                  <a:cubicBezTo>
                    <a:pt x="39578" y="29802"/>
                    <a:pt x="39593" y="29896"/>
                    <a:pt x="39663" y="29944"/>
                  </a:cubicBezTo>
                  <a:lnTo>
                    <a:pt x="43007" y="32298"/>
                  </a:lnTo>
                  <a:lnTo>
                    <a:pt x="38193" y="39135"/>
                  </a:lnTo>
                  <a:lnTo>
                    <a:pt x="378" y="12506"/>
                  </a:lnTo>
                  <a:lnTo>
                    <a:pt x="5193" y="5669"/>
                  </a:lnTo>
                  <a:lnTo>
                    <a:pt x="8536" y="8022"/>
                  </a:lnTo>
                  <a:cubicBezTo>
                    <a:pt x="8563" y="8041"/>
                    <a:pt x="8595" y="8051"/>
                    <a:pt x="8626" y="8051"/>
                  </a:cubicBezTo>
                  <a:cubicBezTo>
                    <a:pt x="8674" y="8051"/>
                    <a:pt x="8721" y="8029"/>
                    <a:pt x="8751" y="7989"/>
                  </a:cubicBezTo>
                  <a:cubicBezTo>
                    <a:pt x="11694" y="3998"/>
                    <a:pt x="16012" y="1362"/>
                    <a:pt x="20910" y="562"/>
                  </a:cubicBezTo>
                  <a:cubicBezTo>
                    <a:pt x="21935" y="395"/>
                    <a:pt x="22961" y="313"/>
                    <a:pt x="23980" y="313"/>
                  </a:cubicBezTo>
                  <a:close/>
                  <a:moveTo>
                    <a:pt x="23979" y="1"/>
                  </a:moveTo>
                  <a:cubicBezTo>
                    <a:pt x="22943" y="1"/>
                    <a:pt x="21899" y="85"/>
                    <a:pt x="20857" y="255"/>
                  </a:cubicBezTo>
                  <a:cubicBezTo>
                    <a:pt x="15931" y="1058"/>
                    <a:pt x="11578" y="3693"/>
                    <a:pt x="8589" y="7680"/>
                  </a:cubicBezTo>
                  <a:lnTo>
                    <a:pt x="5243" y="5323"/>
                  </a:lnTo>
                  <a:cubicBezTo>
                    <a:pt x="5217" y="5305"/>
                    <a:pt x="5186" y="5296"/>
                    <a:pt x="5154" y="5296"/>
                  </a:cubicBezTo>
                  <a:cubicBezTo>
                    <a:pt x="5145" y="5296"/>
                    <a:pt x="5135" y="5297"/>
                    <a:pt x="5126" y="5299"/>
                  </a:cubicBezTo>
                  <a:cubicBezTo>
                    <a:pt x="5086" y="5306"/>
                    <a:pt x="5050" y="5329"/>
                    <a:pt x="5026" y="5363"/>
                  </a:cubicBezTo>
                  <a:lnTo>
                    <a:pt x="32" y="12454"/>
                  </a:lnTo>
                  <a:cubicBezTo>
                    <a:pt x="9" y="12487"/>
                    <a:pt x="1" y="12528"/>
                    <a:pt x="8" y="12570"/>
                  </a:cubicBezTo>
                  <a:cubicBezTo>
                    <a:pt x="15" y="12611"/>
                    <a:pt x="38" y="12647"/>
                    <a:pt x="72" y="12670"/>
                  </a:cubicBezTo>
                  <a:lnTo>
                    <a:pt x="38142" y="39478"/>
                  </a:lnTo>
                  <a:cubicBezTo>
                    <a:pt x="38167" y="39498"/>
                    <a:pt x="38199" y="39506"/>
                    <a:pt x="38230" y="39506"/>
                  </a:cubicBezTo>
                  <a:lnTo>
                    <a:pt x="38259" y="39506"/>
                  </a:lnTo>
                  <a:cubicBezTo>
                    <a:pt x="38300" y="39499"/>
                    <a:pt x="38336" y="39476"/>
                    <a:pt x="38359" y="39442"/>
                  </a:cubicBezTo>
                  <a:lnTo>
                    <a:pt x="43351" y="32352"/>
                  </a:lnTo>
                  <a:cubicBezTo>
                    <a:pt x="43374" y="32318"/>
                    <a:pt x="43383" y="32276"/>
                    <a:pt x="43376" y="32235"/>
                  </a:cubicBezTo>
                  <a:cubicBezTo>
                    <a:pt x="43368" y="32195"/>
                    <a:pt x="43346" y="32159"/>
                    <a:pt x="43311" y="32135"/>
                  </a:cubicBezTo>
                  <a:lnTo>
                    <a:pt x="39965" y="29777"/>
                  </a:lnTo>
                  <a:cubicBezTo>
                    <a:pt x="42711" y="25619"/>
                    <a:pt x="43726" y="20636"/>
                    <a:pt x="42823" y="15723"/>
                  </a:cubicBezTo>
                  <a:cubicBezTo>
                    <a:pt x="41908" y="10755"/>
                    <a:pt x="39129" y="6414"/>
                    <a:pt x="34998" y="3505"/>
                  </a:cubicBezTo>
                  <a:cubicBezTo>
                    <a:pt x="31729" y="1204"/>
                    <a:pt x="27904" y="1"/>
                    <a:pt x="239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5"/>
            <p:cNvSpPr/>
            <p:nvPr/>
          </p:nvSpPr>
          <p:spPr>
            <a:xfrm>
              <a:off x="3551500" y="2672613"/>
              <a:ext cx="972275" cy="698650"/>
            </a:xfrm>
            <a:custGeom>
              <a:rect b="b" l="l" r="r" t="t"/>
              <a:pathLst>
                <a:path extrusionOk="0" h="27946" w="38891">
                  <a:moveTo>
                    <a:pt x="778" y="1"/>
                  </a:moveTo>
                  <a:lnTo>
                    <a:pt x="0" y="1105"/>
                  </a:lnTo>
                  <a:lnTo>
                    <a:pt x="38113" y="27946"/>
                  </a:lnTo>
                  <a:lnTo>
                    <a:pt x="38890" y="26842"/>
                  </a:lnTo>
                  <a:lnTo>
                    <a:pt x="7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5"/>
            <p:cNvSpPr/>
            <p:nvPr/>
          </p:nvSpPr>
          <p:spPr>
            <a:xfrm>
              <a:off x="3555900" y="2657013"/>
              <a:ext cx="40850" cy="53200"/>
            </a:xfrm>
            <a:custGeom>
              <a:rect b="b" l="l" r="r" t="t"/>
              <a:pathLst>
                <a:path extrusionOk="0" h="2128" w="1634">
                  <a:moveTo>
                    <a:pt x="1456" y="1"/>
                  </a:moveTo>
                  <a:cubicBezTo>
                    <a:pt x="1408" y="1"/>
                    <a:pt x="1359" y="23"/>
                    <a:pt x="1329" y="66"/>
                  </a:cubicBezTo>
                  <a:lnTo>
                    <a:pt x="50" y="1882"/>
                  </a:lnTo>
                  <a:cubicBezTo>
                    <a:pt x="0" y="1952"/>
                    <a:pt x="19" y="2049"/>
                    <a:pt x="87" y="2099"/>
                  </a:cubicBezTo>
                  <a:cubicBezTo>
                    <a:pt x="114" y="2119"/>
                    <a:pt x="147" y="2128"/>
                    <a:pt x="177" y="2128"/>
                  </a:cubicBezTo>
                  <a:cubicBezTo>
                    <a:pt x="226" y="2128"/>
                    <a:pt x="273" y="2105"/>
                    <a:pt x="304" y="2061"/>
                  </a:cubicBezTo>
                  <a:lnTo>
                    <a:pt x="1583" y="245"/>
                  </a:lnTo>
                  <a:cubicBezTo>
                    <a:pt x="1633" y="174"/>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5"/>
            <p:cNvSpPr/>
            <p:nvPr/>
          </p:nvSpPr>
          <p:spPr>
            <a:xfrm>
              <a:off x="3606050" y="2692313"/>
              <a:ext cx="40800" cy="53150"/>
            </a:xfrm>
            <a:custGeom>
              <a:rect b="b" l="l" r="r" t="t"/>
              <a:pathLst>
                <a:path extrusionOk="0" h="2126" w="1632">
                  <a:moveTo>
                    <a:pt x="1456" y="0"/>
                  </a:moveTo>
                  <a:cubicBezTo>
                    <a:pt x="1408" y="0"/>
                    <a:pt x="1360" y="23"/>
                    <a:pt x="1329" y="66"/>
                  </a:cubicBezTo>
                  <a:lnTo>
                    <a:pt x="50" y="1882"/>
                  </a:lnTo>
                  <a:cubicBezTo>
                    <a:pt x="0" y="1952"/>
                    <a:pt x="17" y="2047"/>
                    <a:pt x="87" y="2097"/>
                  </a:cubicBezTo>
                  <a:cubicBezTo>
                    <a:pt x="114" y="2117"/>
                    <a:pt x="146" y="2126"/>
                    <a:pt x="177" y="2126"/>
                  </a:cubicBezTo>
                  <a:cubicBezTo>
                    <a:pt x="224" y="2126"/>
                    <a:pt x="273" y="2105"/>
                    <a:pt x="303" y="2060"/>
                  </a:cubicBezTo>
                  <a:lnTo>
                    <a:pt x="1582" y="244"/>
                  </a:lnTo>
                  <a:cubicBezTo>
                    <a:pt x="1632" y="174"/>
                    <a:pt x="1615" y="77"/>
                    <a:pt x="1545" y="27"/>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5"/>
            <p:cNvSpPr/>
            <p:nvPr/>
          </p:nvSpPr>
          <p:spPr>
            <a:xfrm>
              <a:off x="3572600" y="2686238"/>
              <a:ext cx="28525" cy="35700"/>
            </a:xfrm>
            <a:custGeom>
              <a:rect b="b" l="l" r="r" t="t"/>
              <a:pathLst>
                <a:path extrusionOk="0" h="1428" w="1141">
                  <a:moveTo>
                    <a:pt x="966" y="0"/>
                  </a:moveTo>
                  <a:cubicBezTo>
                    <a:pt x="917" y="0"/>
                    <a:pt x="869" y="23"/>
                    <a:pt x="838" y="66"/>
                  </a:cubicBezTo>
                  <a:lnTo>
                    <a:pt x="51" y="1183"/>
                  </a:lnTo>
                  <a:cubicBezTo>
                    <a:pt x="1" y="1253"/>
                    <a:pt x="18" y="1350"/>
                    <a:pt x="88" y="1399"/>
                  </a:cubicBezTo>
                  <a:cubicBezTo>
                    <a:pt x="115" y="1419"/>
                    <a:pt x="147" y="1427"/>
                    <a:pt x="177" y="1427"/>
                  </a:cubicBezTo>
                  <a:cubicBezTo>
                    <a:pt x="227" y="1427"/>
                    <a:pt x="274" y="1404"/>
                    <a:pt x="304" y="1362"/>
                  </a:cubicBezTo>
                  <a:lnTo>
                    <a:pt x="1091" y="244"/>
                  </a:lnTo>
                  <a:cubicBezTo>
                    <a:pt x="1141" y="174"/>
                    <a:pt x="1124" y="77"/>
                    <a:pt x="1054" y="27"/>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5"/>
            <p:cNvSpPr/>
            <p:nvPr/>
          </p:nvSpPr>
          <p:spPr>
            <a:xfrm>
              <a:off x="3587850" y="2696988"/>
              <a:ext cx="28575" cy="35725"/>
            </a:xfrm>
            <a:custGeom>
              <a:rect b="b" l="l" r="r" t="t"/>
              <a:pathLst>
                <a:path extrusionOk="0" h="1429" w="1143">
                  <a:moveTo>
                    <a:pt x="966" y="1"/>
                  </a:moveTo>
                  <a:cubicBezTo>
                    <a:pt x="917" y="1"/>
                    <a:pt x="869" y="23"/>
                    <a:pt x="838" y="66"/>
                  </a:cubicBezTo>
                  <a:lnTo>
                    <a:pt x="51" y="1183"/>
                  </a:lnTo>
                  <a:cubicBezTo>
                    <a:pt x="1" y="1253"/>
                    <a:pt x="19" y="1350"/>
                    <a:pt x="88" y="1400"/>
                  </a:cubicBezTo>
                  <a:cubicBezTo>
                    <a:pt x="115" y="1420"/>
                    <a:pt x="148" y="1429"/>
                    <a:pt x="178" y="1429"/>
                  </a:cubicBezTo>
                  <a:cubicBezTo>
                    <a:pt x="227" y="1429"/>
                    <a:pt x="274" y="1406"/>
                    <a:pt x="305" y="1362"/>
                  </a:cubicBezTo>
                  <a:lnTo>
                    <a:pt x="1093" y="244"/>
                  </a:lnTo>
                  <a:cubicBezTo>
                    <a:pt x="1143" y="174"/>
                    <a:pt x="1124" y="79"/>
                    <a:pt x="1055" y="29"/>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5"/>
            <p:cNvSpPr/>
            <p:nvPr/>
          </p:nvSpPr>
          <p:spPr>
            <a:xfrm>
              <a:off x="3655400" y="2727138"/>
              <a:ext cx="40850" cy="53175"/>
            </a:xfrm>
            <a:custGeom>
              <a:rect b="b" l="l" r="r" t="t"/>
              <a:pathLst>
                <a:path extrusionOk="0" h="2127" w="1634">
                  <a:moveTo>
                    <a:pt x="1458" y="0"/>
                  </a:moveTo>
                  <a:cubicBezTo>
                    <a:pt x="1409" y="0"/>
                    <a:pt x="1360" y="23"/>
                    <a:pt x="1330" y="66"/>
                  </a:cubicBezTo>
                  <a:lnTo>
                    <a:pt x="51" y="1882"/>
                  </a:lnTo>
                  <a:cubicBezTo>
                    <a:pt x="1" y="1952"/>
                    <a:pt x="19" y="2047"/>
                    <a:pt x="89" y="2097"/>
                  </a:cubicBezTo>
                  <a:cubicBezTo>
                    <a:pt x="115" y="2117"/>
                    <a:pt x="148" y="2126"/>
                    <a:pt x="178" y="2126"/>
                  </a:cubicBezTo>
                  <a:cubicBezTo>
                    <a:pt x="227" y="2126"/>
                    <a:pt x="275" y="2103"/>
                    <a:pt x="305" y="2060"/>
                  </a:cubicBezTo>
                  <a:lnTo>
                    <a:pt x="1584" y="244"/>
                  </a:lnTo>
                  <a:cubicBezTo>
                    <a:pt x="1634" y="174"/>
                    <a:pt x="1615" y="77"/>
                    <a:pt x="1547" y="27"/>
                  </a:cubicBezTo>
                  <a:cubicBezTo>
                    <a:pt x="1520" y="9"/>
                    <a:pt x="1489" y="0"/>
                    <a:pt x="145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5"/>
            <p:cNvSpPr/>
            <p:nvPr/>
          </p:nvSpPr>
          <p:spPr>
            <a:xfrm>
              <a:off x="3622000" y="2721038"/>
              <a:ext cx="28575" cy="35725"/>
            </a:xfrm>
            <a:custGeom>
              <a:rect b="b" l="l" r="r" t="t"/>
              <a:pathLst>
                <a:path extrusionOk="0" h="1429" w="1143">
                  <a:moveTo>
                    <a:pt x="966" y="1"/>
                  </a:moveTo>
                  <a:cubicBezTo>
                    <a:pt x="918" y="1"/>
                    <a:pt x="870" y="23"/>
                    <a:pt x="840" y="67"/>
                  </a:cubicBezTo>
                  <a:lnTo>
                    <a:pt x="51" y="1184"/>
                  </a:lnTo>
                  <a:cubicBezTo>
                    <a:pt x="1" y="1254"/>
                    <a:pt x="19" y="1351"/>
                    <a:pt x="89" y="1400"/>
                  </a:cubicBezTo>
                  <a:cubicBezTo>
                    <a:pt x="115" y="1420"/>
                    <a:pt x="148" y="1428"/>
                    <a:pt x="178" y="1428"/>
                  </a:cubicBezTo>
                  <a:cubicBezTo>
                    <a:pt x="227" y="1428"/>
                    <a:pt x="275" y="1406"/>
                    <a:pt x="305" y="1363"/>
                  </a:cubicBezTo>
                  <a:lnTo>
                    <a:pt x="1092" y="245"/>
                  </a:lnTo>
                  <a:cubicBezTo>
                    <a:pt x="1142" y="175"/>
                    <a:pt x="1125" y="78"/>
                    <a:pt x="1055"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5"/>
            <p:cNvSpPr/>
            <p:nvPr/>
          </p:nvSpPr>
          <p:spPr>
            <a:xfrm>
              <a:off x="3637250" y="2731763"/>
              <a:ext cx="28550" cy="35725"/>
            </a:xfrm>
            <a:custGeom>
              <a:rect b="b" l="l" r="r" t="t"/>
              <a:pathLst>
                <a:path extrusionOk="0" h="1429" w="1142">
                  <a:moveTo>
                    <a:pt x="966" y="1"/>
                  </a:moveTo>
                  <a:cubicBezTo>
                    <a:pt x="917" y="1"/>
                    <a:pt x="869" y="23"/>
                    <a:pt x="838" y="66"/>
                  </a:cubicBezTo>
                  <a:lnTo>
                    <a:pt x="51" y="1184"/>
                  </a:lnTo>
                  <a:cubicBezTo>
                    <a:pt x="1" y="1254"/>
                    <a:pt x="18" y="1351"/>
                    <a:pt x="88" y="1400"/>
                  </a:cubicBezTo>
                  <a:cubicBezTo>
                    <a:pt x="115" y="1420"/>
                    <a:pt x="147" y="1428"/>
                    <a:pt x="177" y="1428"/>
                  </a:cubicBezTo>
                  <a:cubicBezTo>
                    <a:pt x="225" y="1428"/>
                    <a:pt x="274" y="1405"/>
                    <a:pt x="304" y="1362"/>
                  </a:cubicBezTo>
                  <a:lnTo>
                    <a:pt x="1091" y="245"/>
                  </a:lnTo>
                  <a:cubicBezTo>
                    <a:pt x="1141" y="175"/>
                    <a:pt x="1124" y="78"/>
                    <a:pt x="1054" y="28"/>
                  </a:cubicBezTo>
                  <a:cubicBezTo>
                    <a:pt x="1027" y="10"/>
                    <a:pt x="996"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5"/>
            <p:cNvSpPr/>
            <p:nvPr/>
          </p:nvSpPr>
          <p:spPr>
            <a:xfrm>
              <a:off x="3704850" y="2761913"/>
              <a:ext cx="40850" cy="53175"/>
            </a:xfrm>
            <a:custGeom>
              <a:rect b="b" l="l" r="r" t="t"/>
              <a:pathLst>
                <a:path extrusionOk="0" h="2127" w="1634">
                  <a:moveTo>
                    <a:pt x="1457" y="0"/>
                  </a:moveTo>
                  <a:cubicBezTo>
                    <a:pt x="1408" y="0"/>
                    <a:pt x="1360" y="23"/>
                    <a:pt x="1329" y="65"/>
                  </a:cubicBezTo>
                  <a:lnTo>
                    <a:pt x="50" y="1882"/>
                  </a:lnTo>
                  <a:cubicBezTo>
                    <a:pt x="0" y="1951"/>
                    <a:pt x="19" y="2048"/>
                    <a:pt x="87" y="2098"/>
                  </a:cubicBezTo>
                  <a:cubicBezTo>
                    <a:pt x="115" y="2118"/>
                    <a:pt x="147" y="2127"/>
                    <a:pt x="177" y="2127"/>
                  </a:cubicBezTo>
                  <a:cubicBezTo>
                    <a:pt x="226" y="2127"/>
                    <a:pt x="273" y="2104"/>
                    <a:pt x="305" y="2061"/>
                  </a:cubicBezTo>
                  <a:lnTo>
                    <a:pt x="1583" y="244"/>
                  </a:lnTo>
                  <a:cubicBezTo>
                    <a:pt x="1633" y="175"/>
                    <a:pt x="1615" y="78"/>
                    <a:pt x="1545" y="28"/>
                  </a:cubicBezTo>
                  <a:cubicBezTo>
                    <a:pt x="1518"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5"/>
            <p:cNvSpPr/>
            <p:nvPr/>
          </p:nvSpPr>
          <p:spPr>
            <a:xfrm>
              <a:off x="3671400" y="2755838"/>
              <a:ext cx="28575" cy="35725"/>
            </a:xfrm>
            <a:custGeom>
              <a:rect b="b" l="l" r="r" t="t"/>
              <a:pathLst>
                <a:path extrusionOk="0" h="1429" w="1143">
                  <a:moveTo>
                    <a:pt x="966" y="1"/>
                  </a:moveTo>
                  <a:cubicBezTo>
                    <a:pt x="918" y="1"/>
                    <a:pt x="869" y="23"/>
                    <a:pt x="838" y="66"/>
                  </a:cubicBezTo>
                  <a:lnTo>
                    <a:pt x="51" y="1184"/>
                  </a:lnTo>
                  <a:cubicBezTo>
                    <a:pt x="1" y="1254"/>
                    <a:pt x="18" y="1350"/>
                    <a:pt x="88" y="1400"/>
                  </a:cubicBezTo>
                  <a:cubicBezTo>
                    <a:pt x="115" y="1420"/>
                    <a:pt x="147" y="1428"/>
                    <a:pt x="178" y="1428"/>
                  </a:cubicBezTo>
                  <a:cubicBezTo>
                    <a:pt x="225" y="1428"/>
                    <a:pt x="274" y="1405"/>
                    <a:pt x="304" y="1362"/>
                  </a:cubicBezTo>
                  <a:lnTo>
                    <a:pt x="1093" y="245"/>
                  </a:lnTo>
                  <a:cubicBezTo>
                    <a:pt x="1143" y="175"/>
                    <a:pt x="1124" y="78"/>
                    <a:pt x="1054"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5"/>
            <p:cNvSpPr/>
            <p:nvPr/>
          </p:nvSpPr>
          <p:spPr>
            <a:xfrm>
              <a:off x="3686675" y="2766563"/>
              <a:ext cx="28550" cy="35700"/>
            </a:xfrm>
            <a:custGeom>
              <a:rect b="b" l="l" r="r" t="t"/>
              <a:pathLst>
                <a:path extrusionOk="0" h="1428" w="1142">
                  <a:moveTo>
                    <a:pt x="966" y="1"/>
                  </a:moveTo>
                  <a:cubicBezTo>
                    <a:pt x="918" y="1"/>
                    <a:pt x="869" y="23"/>
                    <a:pt x="839" y="66"/>
                  </a:cubicBezTo>
                  <a:lnTo>
                    <a:pt x="50" y="1183"/>
                  </a:lnTo>
                  <a:cubicBezTo>
                    <a:pt x="0" y="1253"/>
                    <a:pt x="19" y="1349"/>
                    <a:pt x="89" y="1399"/>
                  </a:cubicBezTo>
                  <a:cubicBezTo>
                    <a:pt x="114" y="1419"/>
                    <a:pt x="147" y="1428"/>
                    <a:pt x="177" y="1428"/>
                  </a:cubicBezTo>
                  <a:cubicBezTo>
                    <a:pt x="226" y="1428"/>
                    <a:pt x="274" y="1405"/>
                    <a:pt x="304" y="1362"/>
                  </a:cubicBezTo>
                  <a:lnTo>
                    <a:pt x="1092" y="245"/>
                  </a:lnTo>
                  <a:cubicBezTo>
                    <a:pt x="1142" y="175"/>
                    <a:pt x="1125" y="78"/>
                    <a:pt x="1055" y="28"/>
                  </a:cubicBezTo>
                  <a:cubicBezTo>
                    <a:pt x="1028" y="9"/>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5"/>
            <p:cNvSpPr/>
            <p:nvPr/>
          </p:nvSpPr>
          <p:spPr>
            <a:xfrm>
              <a:off x="3754250" y="2796688"/>
              <a:ext cx="40825" cy="53200"/>
            </a:xfrm>
            <a:custGeom>
              <a:rect b="b" l="l" r="r" t="t"/>
              <a:pathLst>
                <a:path extrusionOk="0" h="2128" w="1633">
                  <a:moveTo>
                    <a:pt x="1456" y="0"/>
                  </a:moveTo>
                  <a:cubicBezTo>
                    <a:pt x="1407" y="0"/>
                    <a:pt x="1360" y="23"/>
                    <a:pt x="1329" y="66"/>
                  </a:cubicBezTo>
                  <a:lnTo>
                    <a:pt x="50" y="1882"/>
                  </a:lnTo>
                  <a:cubicBezTo>
                    <a:pt x="0" y="1952"/>
                    <a:pt x="18" y="2049"/>
                    <a:pt x="88" y="2099"/>
                  </a:cubicBezTo>
                  <a:cubicBezTo>
                    <a:pt x="115" y="2117"/>
                    <a:pt x="146" y="2127"/>
                    <a:pt x="176" y="2127"/>
                  </a:cubicBezTo>
                  <a:cubicBezTo>
                    <a:pt x="225" y="2127"/>
                    <a:pt x="273" y="2105"/>
                    <a:pt x="303" y="2060"/>
                  </a:cubicBezTo>
                  <a:lnTo>
                    <a:pt x="1582" y="244"/>
                  </a:lnTo>
                  <a:cubicBezTo>
                    <a:pt x="1632" y="174"/>
                    <a:pt x="1615" y="78"/>
                    <a:pt x="1545" y="28"/>
                  </a:cubicBezTo>
                  <a:cubicBezTo>
                    <a:pt x="1518" y="10"/>
                    <a:pt x="1486"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5"/>
            <p:cNvSpPr/>
            <p:nvPr/>
          </p:nvSpPr>
          <p:spPr>
            <a:xfrm>
              <a:off x="3720775" y="2790613"/>
              <a:ext cx="28575" cy="35725"/>
            </a:xfrm>
            <a:custGeom>
              <a:rect b="b" l="l" r="r" t="t"/>
              <a:pathLst>
                <a:path extrusionOk="0" h="1429" w="1143">
                  <a:moveTo>
                    <a:pt x="967" y="1"/>
                  </a:moveTo>
                  <a:cubicBezTo>
                    <a:pt x="918" y="1"/>
                    <a:pt x="870" y="24"/>
                    <a:pt x="839" y="66"/>
                  </a:cubicBezTo>
                  <a:lnTo>
                    <a:pt x="51" y="1184"/>
                  </a:lnTo>
                  <a:cubicBezTo>
                    <a:pt x="1" y="1253"/>
                    <a:pt x="19" y="1350"/>
                    <a:pt x="89" y="1400"/>
                  </a:cubicBezTo>
                  <a:cubicBezTo>
                    <a:pt x="115" y="1420"/>
                    <a:pt x="148" y="1429"/>
                    <a:pt x="178" y="1429"/>
                  </a:cubicBezTo>
                  <a:cubicBezTo>
                    <a:pt x="228" y="1429"/>
                    <a:pt x="276" y="1406"/>
                    <a:pt x="305" y="1363"/>
                  </a:cubicBezTo>
                  <a:lnTo>
                    <a:pt x="1092" y="244"/>
                  </a:lnTo>
                  <a:cubicBezTo>
                    <a:pt x="1142" y="176"/>
                    <a:pt x="1125" y="79"/>
                    <a:pt x="1055" y="29"/>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5"/>
            <p:cNvSpPr/>
            <p:nvPr/>
          </p:nvSpPr>
          <p:spPr>
            <a:xfrm>
              <a:off x="3736075" y="2801313"/>
              <a:ext cx="28550" cy="35750"/>
            </a:xfrm>
            <a:custGeom>
              <a:rect b="b" l="l" r="r" t="t"/>
              <a:pathLst>
                <a:path extrusionOk="0" h="1430" w="1142">
                  <a:moveTo>
                    <a:pt x="964" y="1"/>
                  </a:moveTo>
                  <a:cubicBezTo>
                    <a:pt x="915" y="1"/>
                    <a:pt x="868" y="23"/>
                    <a:pt x="837" y="66"/>
                  </a:cubicBezTo>
                  <a:lnTo>
                    <a:pt x="50" y="1185"/>
                  </a:lnTo>
                  <a:cubicBezTo>
                    <a:pt x="0" y="1254"/>
                    <a:pt x="17" y="1351"/>
                    <a:pt x="87" y="1401"/>
                  </a:cubicBezTo>
                  <a:cubicBezTo>
                    <a:pt x="114" y="1421"/>
                    <a:pt x="146" y="1429"/>
                    <a:pt x="177" y="1429"/>
                  </a:cubicBezTo>
                  <a:cubicBezTo>
                    <a:pt x="224" y="1429"/>
                    <a:pt x="273" y="1408"/>
                    <a:pt x="303" y="1364"/>
                  </a:cubicBezTo>
                  <a:lnTo>
                    <a:pt x="1092" y="245"/>
                  </a:lnTo>
                  <a:cubicBezTo>
                    <a:pt x="1142" y="176"/>
                    <a:pt x="1123" y="79"/>
                    <a:pt x="1053" y="29"/>
                  </a:cubicBezTo>
                  <a:cubicBezTo>
                    <a:pt x="1026" y="10"/>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5"/>
            <p:cNvSpPr/>
            <p:nvPr/>
          </p:nvSpPr>
          <p:spPr>
            <a:xfrm>
              <a:off x="3803625" y="2831513"/>
              <a:ext cx="40850" cy="53175"/>
            </a:xfrm>
            <a:custGeom>
              <a:rect b="b" l="l" r="r" t="t"/>
              <a:pathLst>
                <a:path extrusionOk="0" h="2127" w="1634">
                  <a:moveTo>
                    <a:pt x="1457" y="1"/>
                  </a:moveTo>
                  <a:cubicBezTo>
                    <a:pt x="1408" y="1"/>
                    <a:pt x="1360" y="24"/>
                    <a:pt x="1329" y="66"/>
                  </a:cubicBezTo>
                  <a:lnTo>
                    <a:pt x="50" y="1880"/>
                  </a:lnTo>
                  <a:cubicBezTo>
                    <a:pt x="0" y="1950"/>
                    <a:pt x="19" y="2047"/>
                    <a:pt x="87" y="2098"/>
                  </a:cubicBezTo>
                  <a:cubicBezTo>
                    <a:pt x="114" y="2116"/>
                    <a:pt x="147" y="2126"/>
                    <a:pt x="177" y="2126"/>
                  </a:cubicBezTo>
                  <a:cubicBezTo>
                    <a:pt x="226" y="2126"/>
                    <a:pt x="273" y="2102"/>
                    <a:pt x="304" y="2059"/>
                  </a:cubicBezTo>
                  <a:lnTo>
                    <a:pt x="1583" y="244"/>
                  </a:lnTo>
                  <a:cubicBezTo>
                    <a:pt x="1633" y="176"/>
                    <a:pt x="1615" y="79"/>
                    <a:pt x="1545" y="29"/>
                  </a:cubicBezTo>
                  <a:cubicBezTo>
                    <a:pt x="1518"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5"/>
            <p:cNvSpPr/>
            <p:nvPr/>
          </p:nvSpPr>
          <p:spPr>
            <a:xfrm>
              <a:off x="3770225" y="2825413"/>
              <a:ext cx="28550" cy="35725"/>
            </a:xfrm>
            <a:custGeom>
              <a:rect b="b" l="l" r="r" t="t"/>
              <a:pathLst>
                <a:path extrusionOk="0" h="1429" w="1142">
                  <a:moveTo>
                    <a:pt x="965" y="0"/>
                  </a:moveTo>
                  <a:cubicBezTo>
                    <a:pt x="916" y="0"/>
                    <a:pt x="868" y="23"/>
                    <a:pt x="837" y="65"/>
                  </a:cubicBezTo>
                  <a:lnTo>
                    <a:pt x="50" y="1183"/>
                  </a:lnTo>
                  <a:cubicBezTo>
                    <a:pt x="0" y="1253"/>
                    <a:pt x="19" y="1350"/>
                    <a:pt x="87" y="1400"/>
                  </a:cubicBezTo>
                  <a:cubicBezTo>
                    <a:pt x="114" y="1420"/>
                    <a:pt x="147" y="1428"/>
                    <a:pt x="177" y="1428"/>
                  </a:cubicBezTo>
                  <a:cubicBezTo>
                    <a:pt x="226" y="1428"/>
                    <a:pt x="273" y="1406"/>
                    <a:pt x="304" y="1361"/>
                  </a:cubicBezTo>
                  <a:lnTo>
                    <a:pt x="1092" y="244"/>
                  </a:lnTo>
                  <a:cubicBezTo>
                    <a:pt x="1142" y="174"/>
                    <a:pt x="1123" y="78"/>
                    <a:pt x="1055"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5"/>
            <p:cNvSpPr/>
            <p:nvPr/>
          </p:nvSpPr>
          <p:spPr>
            <a:xfrm>
              <a:off x="3785500" y="2836163"/>
              <a:ext cx="28525" cy="35725"/>
            </a:xfrm>
            <a:custGeom>
              <a:rect b="b" l="l" r="r" t="t"/>
              <a:pathLst>
                <a:path extrusionOk="0" h="1429" w="1141">
                  <a:moveTo>
                    <a:pt x="965" y="1"/>
                  </a:moveTo>
                  <a:cubicBezTo>
                    <a:pt x="917" y="1"/>
                    <a:pt x="869" y="23"/>
                    <a:pt x="838" y="65"/>
                  </a:cubicBezTo>
                  <a:lnTo>
                    <a:pt x="51" y="1184"/>
                  </a:lnTo>
                  <a:cubicBezTo>
                    <a:pt x="1" y="1253"/>
                    <a:pt x="18" y="1350"/>
                    <a:pt x="88" y="1400"/>
                  </a:cubicBezTo>
                  <a:cubicBezTo>
                    <a:pt x="115" y="1420"/>
                    <a:pt x="146" y="1429"/>
                    <a:pt x="176" y="1429"/>
                  </a:cubicBezTo>
                  <a:cubicBezTo>
                    <a:pt x="225" y="1429"/>
                    <a:pt x="274" y="1406"/>
                    <a:pt x="304" y="1363"/>
                  </a:cubicBezTo>
                  <a:lnTo>
                    <a:pt x="1091" y="244"/>
                  </a:lnTo>
                  <a:cubicBezTo>
                    <a:pt x="1141" y="175"/>
                    <a:pt x="1124" y="78"/>
                    <a:pt x="1054" y="28"/>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5"/>
            <p:cNvSpPr/>
            <p:nvPr/>
          </p:nvSpPr>
          <p:spPr>
            <a:xfrm>
              <a:off x="3853050" y="2866313"/>
              <a:ext cx="40825" cy="53125"/>
            </a:xfrm>
            <a:custGeom>
              <a:rect b="b" l="l" r="r" t="t"/>
              <a:pathLst>
                <a:path extrusionOk="0" h="2125" w="1633">
                  <a:moveTo>
                    <a:pt x="1456" y="0"/>
                  </a:moveTo>
                  <a:cubicBezTo>
                    <a:pt x="1407" y="0"/>
                    <a:pt x="1360" y="23"/>
                    <a:pt x="1329" y="65"/>
                  </a:cubicBezTo>
                  <a:lnTo>
                    <a:pt x="51" y="1880"/>
                  </a:lnTo>
                  <a:cubicBezTo>
                    <a:pt x="1" y="1950"/>
                    <a:pt x="18" y="2046"/>
                    <a:pt x="88" y="2096"/>
                  </a:cubicBezTo>
                  <a:cubicBezTo>
                    <a:pt x="115" y="2116"/>
                    <a:pt x="146" y="2124"/>
                    <a:pt x="178" y="2124"/>
                  </a:cubicBezTo>
                  <a:cubicBezTo>
                    <a:pt x="225" y="2124"/>
                    <a:pt x="273" y="2101"/>
                    <a:pt x="303" y="2059"/>
                  </a:cubicBezTo>
                  <a:lnTo>
                    <a:pt x="1582" y="244"/>
                  </a:lnTo>
                  <a:cubicBezTo>
                    <a:pt x="1632" y="174"/>
                    <a:pt x="1615" y="78"/>
                    <a:pt x="1545" y="28"/>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5"/>
            <p:cNvSpPr/>
            <p:nvPr/>
          </p:nvSpPr>
          <p:spPr>
            <a:xfrm>
              <a:off x="3819625" y="2860188"/>
              <a:ext cx="28525" cy="35750"/>
            </a:xfrm>
            <a:custGeom>
              <a:rect b="b" l="l" r="r" t="t"/>
              <a:pathLst>
                <a:path extrusionOk="0" h="1430" w="1141">
                  <a:moveTo>
                    <a:pt x="965" y="0"/>
                  </a:moveTo>
                  <a:cubicBezTo>
                    <a:pt x="916" y="0"/>
                    <a:pt x="868" y="23"/>
                    <a:pt x="837" y="66"/>
                  </a:cubicBezTo>
                  <a:lnTo>
                    <a:pt x="49" y="1183"/>
                  </a:lnTo>
                  <a:cubicBezTo>
                    <a:pt x="0" y="1253"/>
                    <a:pt x="17" y="1351"/>
                    <a:pt x="87" y="1399"/>
                  </a:cubicBezTo>
                  <a:cubicBezTo>
                    <a:pt x="114" y="1419"/>
                    <a:pt x="146" y="1429"/>
                    <a:pt x="176" y="1429"/>
                  </a:cubicBezTo>
                  <a:cubicBezTo>
                    <a:pt x="224" y="1429"/>
                    <a:pt x="273" y="1405"/>
                    <a:pt x="303" y="1362"/>
                  </a:cubicBezTo>
                  <a:lnTo>
                    <a:pt x="1090" y="245"/>
                  </a:lnTo>
                  <a:cubicBezTo>
                    <a:pt x="1140" y="175"/>
                    <a:pt x="1123" y="77"/>
                    <a:pt x="1053" y="27"/>
                  </a:cubicBezTo>
                  <a:cubicBezTo>
                    <a:pt x="1026" y="9"/>
                    <a:pt x="995"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5"/>
            <p:cNvSpPr/>
            <p:nvPr/>
          </p:nvSpPr>
          <p:spPr>
            <a:xfrm>
              <a:off x="3834875" y="2870938"/>
              <a:ext cx="28550" cy="35750"/>
            </a:xfrm>
            <a:custGeom>
              <a:rect b="b" l="l" r="r" t="t"/>
              <a:pathLst>
                <a:path extrusionOk="0" h="1430" w="1142">
                  <a:moveTo>
                    <a:pt x="965" y="1"/>
                  </a:moveTo>
                  <a:cubicBezTo>
                    <a:pt x="916" y="1"/>
                    <a:pt x="868" y="23"/>
                    <a:pt x="838" y="66"/>
                  </a:cubicBezTo>
                  <a:lnTo>
                    <a:pt x="50" y="1183"/>
                  </a:lnTo>
                  <a:cubicBezTo>
                    <a:pt x="0" y="1253"/>
                    <a:pt x="19" y="1351"/>
                    <a:pt x="87" y="1401"/>
                  </a:cubicBezTo>
                  <a:cubicBezTo>
                    <a:pt x="115" y="1421"/>
                    <a:pt x="147" y="1429"/>
                    <a:pt x="177" y="1429"/>
                  </a:cubicBezTo>
                  <a:cubicBezTo>
                    <a:pt x="226" y="1429"/>
                    <a:pt x="273" y="1406"/>
                    <a:pt x="305" y="1362"/>
                  </a:cubicBezTo>
                  <a:lnTo>
                    <a:pt x="1092" y="245"/>
                  </a:lnTo>
                  <a:cubicBezTo>
                    <a:pt x="1142" y="175"/>
                    <a:pt x="1123" y="79"/>
                    <a:pt x="1055"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5"/>
            <p:cNvSpPr/>
            <p:nvPr/>
          </p:nvSpPr>
          <p:spPr>
            <a:xfrm>
              <a:off x="3902425" y="2901038"/>
              <a:ext cx="40850" cy="53175"/>
            </a:xfrm>
            <a:custGeom>
              <a:rect b="b" l="l" r="r" t="t"/>
              <a:pathLst>
                <a:path extrusionOk="0" h="2127" w="1634">
                  <a:moveTo>
                    <a:pt x="1457" y="0"/>
                  </a:moveTo>
                  <a:cubicBezTo>
                    <a:pt x="1408" y="0"/>
                    <a:pt x="1360" y="23"/>
                    <a:pt x="1329" y="65"/>
                  </a:cubicBezTo>
                  <a:lnTo>
                    <a:pt x="50" y="1883"/>
                  </a:lnTo>
                  <a:cubicBezTo>
                    <a:pt x="0" y="1951"/>
                    <a:pt x="19" y="2048"/>
                    <a:pt x="89" y="2098"/>
                  </a:cubicBezTo>
                  <a:cubicBezTo>
                    <a:pt x="114" y="2118"/>
                    <a:pt x="147" y="2127"/>
                    <a:pt x="177" y="2127"/>
                  </a:cubicBezTo>
                  <a:cubicBezTo>
                    <a:pt x="226" y="2127"/>
                    <a:pt x="274" y="2104"/>
                    <a:pt x="304" y="2061"/>
                  </a:cubicBezTo>
                  <a:lnTo>
                    <a:pt x="1583" y="244"/>
                  </a:lnTo>
                  <a:cubicBezTo>
                    <a:pt x="1633" y="175"/>
                    <a:pt x="1615" y="78"/>
                    <a:pt x="1546" y="28"/>
                  </a:cubicBezTo>
                  <a:cubicBezTo>
                    <a:pt x="1519"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5"/>
            <p:cNvSpPr/>
            <p:nvPr/>
          </p:nvSpPr>
          <p:spPr>
            <a:xfrm>
              <a:off x="3869025" y="2894963"/>
              <a:ext cx="28550" cy="35725"/>
            </a:xfrm>
            <a:custGeom>
              <a:rect b="b" l="l" r="r" t="t"/>
              <a:pathLst>
                <a:path extrusionOk="0" h="1429" w="1142">
                  <a:moveTo>
                    <a:pt x="966" y="0"/>
                  </a:moveTo>
                  <a:cubicBezTo>
                    <a:pt x="918" y="0"/>
                    <a:pt x="870" y="23"/>
                    <a:pt x="839" y="65"/>
                  </a:cubicBezTo>
                  <a:lnTo>
                    <a:pt x="50" y="1184"/>
                  </a:lnTo>
                  <a:cubicBezTo>
                    <a:pt x="0" y="1254"/>
                    <a:pt x="19" y="1350"/>
                    <a:pt x="89" y="1400"/>
                  </a:cubicBezTo>
                  <a:cubicBezTo>
                    <a:pt x="115" y="1420"/>
                    <a:pt x="147" y="1428"/>
                    <a:pt x="177" y="1428"/>
                  </a:cubicBezTo>
                  <a:cubicBezTo>
                    <a:pt x="226" y="1428"/>
                    <a:pt x="275" y="1406"/>
                    <a:pt x="305" y="1363"/>
                  </a:cubicBezTo>
                  <a:lnTo>
                    <a:pt x="1092" y="244"/>
                  </a:lnTo>
                  <a:cubicBezTo>
                    <a:pt x="1142" y="175"/>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5"/>
            <p:cNvSpPr/>
            <p:nvPr/>
          </p:nvSpPr>
          <p:spPr>
            <a:xfrm>
              <a:off x="3884275" y="2905738"/>
              <a:ext cx="28525" cy="35725"/>
            </a:xfrm>
            <a:custGeom>
              <a:rect b="b" l="l" r="r" t="t"/>
              <a:pathLst>
                <a:path extrusionOk="0" h="1429" w="1141">
                  <a:moveTo>
                    <a:pt x="965" y="0"/>
                  </a:moveTo>
                  <a:cubicBezTo>
                    <a:pt x="916" y="0"/>
                    <a:pt x="868" y="23"/>
                    <a:pt x="838" y="66"/>
                  </a:cubicBezTo>
                  <a:lnTo>
                    <a:pt x="50" y="1183"/>
                  </a:lnTo>
                  <a:cubicBezTo>
                    <a:pt x="0" y="1253"/>
                    <a:pt x="17" y="1350"/>
                    <a:pt x="87" y="1399"/>
                  </a:cubicBezTo>
                  <a:cubicBezTo>
                    <a:pt x="115" y="1419"/>
                    <a:pt x="146" y="1429"/>
                    <a:pt x="176" y="1429"/>
                  </a:cubicBezTo>
                  <a:cubicBezTo>
                    <a:pt x="226" y="1429"/>
                    <a:pt x="275" y="1405"/>
                    <a:pt x="303" y="1362"/>
                  </a:cubicBezTo>
                  <a:lnTo>
                    <a:pt x="1091" y="244"/>
                  </a:lnTo>
                  <a:cubicBezTo>
                    <a:pt x="1141" y="174"/>
                    <a:pt x="1123" y="77"/>
                    <a:pt x="1053" y="27"/>
                  </a:cubicBezTo>
                  <a:cubicBezTo>
                    <a:pt x="1026"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5"/>
            <p:cNvSpPr/>
            <p:nvPr/>
          </p:nvSpPr>
          <p:spPr>
            <a:xfrm>
              <a:off x="3951850" y="2935813"/>
              <a:ext cx="40850" cy="53200"/>
            </a:xfrm>
            <a:custGeom>
              <a:rect b="b" l="l" r="r" t="t"/>
              <a:pathLst>
                <a:path extrusionOk="0" h="2128" w="1634">
                  <a:moveTo>
                    <a:pt x="1457" y="1"/>
                  </a:moveTo>
                  <a:cubicBezTo>
                    <a:pt x="1408" y="1"/>
                    <a:pt x="1360" y="23"/>
                    <a:pt x="1329" y="66"/>
                  </a:cubicBezTo>
                  <a:lnTo>
                    <a:pt x="51" y="1882"/>
                  </a:lnTo>
                  <a:cubicBezTo>
                    <a:pt x="1" y="1952"/>
                    <a:pt x="19" y="2049"/>
                    <a:pt x="88" y="2099"/>
                  </a:cubicBezTo>
                  <a:cubicBezTo>
                    <a:pt x="115" y="2119"/>
                    <a:pt x="148" y="2128"/>
                    <a:pt x="178" y="2128"/>
                  </a:cubicBezTo>
                  <a:cubicBezTo>
                    <a:pt x="225" y="2128"/>
                    <a:pt x="274" y="2106"/>
                    <a:pt x="305" y="2061"/>
                  </a:cubicBezTo>
                  <a:lnTo>
                    <a:pt x="1584" y="244"/>
                  </a:lnTo>
                  <a:cubicBezTo>
                    <a:pt x="1634" y="174"/>
                    <a:pt x="1615" y="79"/>
                    <a:pt x="1545" y="29"/>
                  </a:cubicBezTo>
                  <a:cubicBezTo>
                    <a:pt x="1518"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5"/>
            <p:cNvSpPr/>
            <p:nvPr/>
          </p:nvSpPr>
          <p:spPr>
            <a:xfrm>
              <a:off x="3918425" y="2929763"/>
              <a:ext cx="28550" cy="35725"/>
            </a:xfrm>
            <a:custGeom>
              <a:rect b="b" l="l" r="r" t="t"/>
              <a:pathLst>
                <a:path extrusionOk="0" h="1429" w="1142">
                  <a:moveTo>
                    <a:pt x="966" y="0"/>
                  </a:moveTo>
                  <a:cubicBezTo>
                    <a:pt x="917" y="0"/>
                    <a:pt x="868" y="23"/>
                    <a:pt x="838" y="65"/>
                  </a:cubicBezTo>
                  <a:lnTo>
                    <a:pt x="50" y="1184"/>
                  </a:lnTo>
                  <a:cubicBezTo>
                    <a:pt x="0" y="1254"/>
                    <a:pt x="17" y="1350"/>
                    <a:pt x="87" y="1400"/>
                  </a:cubicBezTo>
                  <a:cubicBezTo>
                    <a:pt x="115" y="1420"/>
                    <a:pt x="146" y="1428"/>
                    <a:pt x="177" y="1428"/>
                  </a:cubicBezTo>
                  <a:cubicBezTo>
                    <a:pt x="225" y="1428"/>
                    <a:pt x="273" y="1407"/>
                    <a:pt x="303" y="1362"/>
                  </a:cubicBezTo>
                  <a:lnTo>
                    <a:pt x="1092" y="244"/>
                  </a:lnTo>
                  <a:cubicBezTo>
                    <a:pt x="1142" y="175"/>
                    <a:pt x="1123" y="78"/>
                    <a:pt x="1053" y="28"/>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5"/>
            <p:cNvSpPr/>
            <p:nvPr/>
          </p:nvSpPr>
          <p:spPr>
            <a:xfrm>
              <a:off x="3933675" y="2940513"/>
              <a:ext cx="28550" cy="35725"/>
            </a:xfrm>
            <a:custGeom>
              <a:rect b="b" l="l" r="r" t="t"/>
              <a:pathLst>
                <a:path extrusionOk="0" h="1429" w="1142">
                  <a:moveTo>
                    <a:pt x="966" y="0"/>
                  </a:moveTo>
                  <a:cubicBezTo>
                    <a:pt x="917" y="0"/>
                    <a:pt x="869" y="23"/>
                    <a:pt x="839" y="65"/>
                  </a:cubicBezTo>
                  <a:lnTo>
                    <a:pt x="50" y="1184"/>
                  </a:lnTo>
                  <a:cubicBezTo>
                    <a:pt x="0" y="1254"/>
                    <a:pt x="19" y="1350"/>
                    <a:pt x="89" y="1400"/>
                  </a:cubicBezTo>
                  <a:cubicBezTo>
                    <a:pt x="115" y="1420"/>
                    <a:pt x="148" y="1428"/>
                    <a:pt x="178" y="1428"/>
                  </a:cubicBezTo>
                  <a:cubicBezTo>
                    <a:pt x="226" y="1428"/>
                    <a:pt x="275" y="1405"/>
                    <a:pt x="305" y="1362"/>
                  </a:cubicBezTo>
                  <a:lnTo>
                    <a:pt x="1092" y="244"/>
                  </a:lnTo>
                  <a:cubicBezTo>
                    <a:pt x="1142" y="175"/>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5"/>
            <p:cNvSpPr/>
            <p:nvPr/>
          </p:nvSpPr>
          <p:spPr>
            <a:xfrm>
              <a:off x="4001250" y="2970638"/>
              <a:ext cx="40825" cy="53200"/>
            </a:xfrm>
            <a:custGeom>
              <a:rect b="b" l="l" r="r" t="t"/>
              <a:pathLst>
                <a:path extrusionOk="0" h="2128" w="1633">
                  <a:moveTo>
                    <a:pt x="1456" y="1"/>
                  </a:moveTo>
                  <a:cubicBezTo>
                    <a:pt x="1408" y="1"/>
                    <a:pt x="1360" y="23"/>
                    <a:pt x="1330" y="66"/>
                  </a:cubicBezTo>
                  <a:lnTo>
                    <a:pt x="51" y="1882"/>
                  </a:lnTo>
                  <a:cubicBezTo>
                    <a:pt x="1" y="1952"/>
                    <a:pt x="18" y="2049"/>
                    <a:pt x="88" y="2099"/>
                  </a:cubicBezTo>
                  <a:cubicBezTo>
                    <a:pt x="115" y="2119"/>
                    <a:pt x="146" y="2128"/>
                    <a:pt x="176" y="2128"/>
                  </a:cubicBezTo>
                  <a:cubicBezTo>
                    <a:pt x="225" y="2128"/>
                    <a:pt x="274" y="2105"/>
                    <a:pt x="304" y="2061"/>
                  </a:cubicBezTo>
                  <a:lnTo>
                    <a:pt x="1582" y="245"/>
                  </a:lnTo>
                  <a:cubicBezTo>
                    <a:pt x="1632" y="175"/>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5"/>
            <p:cNvSpPr/>
            <p:nvPr/>
          </p:nvSpPr>
          <p:spPr>
            <a:xfrm>
              <a:off x="3967850" y="2964588"/>
              <a:ext cx="28525" cy="35725"/>
            </a:xfrm>
            <a:custGeom>
              <a:rect b="b" l="l" r="r" t="t"/>
              <a:pathLst>
                <a:path extrusionOk="0" h="1429" w="1141">
                  <a:moveTo>
                    <a:pt x="965" y="0"/>
                  </a:moveTo>
                  <a:cubicBezTo>
                    <a:pt x="917" y="0"/>
                    <a:pt x="869" y="23"/>
                    <a:pt x="838" y="65"/>
                  </a:cubicBezTo>
                  <a:lnTo>
                    <a:pt x="49" y="1184"/>
                  </a:lnTo>
                  <a:cubicBezTo>
                    <a:pt x="1" y="1254"/>
                    <a:pt x="18" y="1350"/>
                    <a:pt x="88" y="1400"/>
                  </a:cubicBezTo>
                  <a:cubicBezTo>
                    <a:pt x="115" y="1420"/>
                    <a:pt x="147" y="1428"/>
                    <a:pt x="177" y="1428"/>
                  </a:cubicBezTo>
                  <a:cubicBezTo>
                    <a:pt x="225" y="1428"/>
                    <a:pt x="274" y="1405"/>
                    <a:pt x="304" y="1362"/>
                  </a:cubicBezTo>
                  <a:lnTo>
                    <a:pt x="1091" y="244"/>
                  </a:lnTo>
                  <a:cubicBezTo>
                    <a:pt x="1141" y="175"/>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5"/>
            <p:cNvSpPr/>
            <p:nvPr/>
          </p:nvSpPr>
          <p:spPr>
            <a:xfrm>
              <a:off x="3983075" y="2975288"/>
              <a:ext cx="28575" cy="35725"/>
            </a:xfrm>
            <a:custGeom>
              <a:rect b="b" l="l" r="r" t="t"/>
              <a:pathLst>
                <a:path extrusionOk="0" h="1429" w="1143">
                  <a:moveTo>
                    <a:pt x="966" y="1"/>
                  </a:moveTo>
                  <a:cubicBezTo>
                    <a:pt x="917" y="1"/>
                    <a:pt x="868" y="24"/>
                    <a:pt x="838" y="66"/>
                  </a:cubicBezTo>
                  <a:lnTo>
                    <a:pt x="50" y="1185"/>
                  </a:lnTo>
                  <a:cubicBezTo>
                    <a:pt x="0" y="1255"/>
                    <a:pt x="18" y="1350"/>
                    <a:pt x="88" y="1400"/>
                  </a:cubicBezTo>
                  <a:cubicBezTo>
                    <a:pt x="115" y="1420"/>
                    <a:pt x="146" y="1429"/>
                    <a:pt x="178" y="1429"/>
                  </a:cubicBezTo>
                  <a:cubicBezTo>
                    <a:pt x="225" y="1429"/>
                    <a:pt x="273" y="1406"/>
                    <a:pt x="303" y="1363"/>
                  </a:cubicBezTo>
                  <a:lnTo>
                    <a:pt x="1092" y="244"/>
                  </a:lnTo>
                  <a:cubicBezTo>
                    <a:pt x="1142" y="176"/>
                    <a:pt x="1124" y="79"/>
                    <a:pt x="1053" y="29"/>
                  </a:cubicBezTo>
                  <a:cubicBezTo>
                    <a:pt x="1027" y="10"/>
                    <a:pt x="996"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5"/>
            <p:cNvSpPr/>
            <p:nvPr/>
          </p:nvSpPr>
          <p:spPr>
            <a:xfrm>
              <a:off x="4050625" y="3005438"/>
              <a:ext cx="40825" cy="53175"/>
            </a:xfrm>
            <a:custGeom>
              <a:rect b="b" l="l" r="r" t="t"/>
              <a:pathLst>
                <a:path extrusionOk="0" h="2127" w="1633">
                  <a:moveTo>
                    <a:pt x="1456" y="0"/>
                  </a:moveTo>
                  <a:cubicBezTo>
                    <a:pt x="1408" y="0"/>
                    <a:pt x="1360" y="23"/>
                    <a:pt x="1329" y="66"/>
                  </a:cubicBezTo>
                  <a:lnTo>
                    <a:pt x="50" y="1882"/>
                  </a:lnTo>
                  <a:cubicBezTo>
                    <a:pt x="0" y="1952"/>
                    <a:pt x="19" y="2049"/>
                    <a:pt x="88" y="2097"/>
                  </a:cubicBezTo>
                  <a:cubicBezTo>
                    <a:pt x="115" y="2117"/>
                    <a:pt x="146" y="2126"/>
                    <a:pt x="178" y="2126"/>
                  </a:cubicBezTo>
                  <a:cubicBezTo>
                    <a:pt x="228" y="2126"/>
                    <a:pt x="273" y="2103"/>
                    <a:pt x="305" y="2060"/>
                  </a:cubicBezTo>
                  <a:lnTo>
                    <a:pt x="1584" y="244"/>
                  </a:lnTo>
                  <a:cubicBezTo>
                    <a:pt x="1632" y="174"/>
                    <a:pt x="1615" y="79"/>
                    <a:pt x="1545" y="29"/>
                  </a:cubicBezTo>
                  <a:cubicBezTo>
                    <a:pt x="1518" y="10"/>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5"/>
            <p:cNvSpPr/>
            <p:nvPr/>
          </p:nvSpPr>
          <p:spPr>
            <a:xfrm>
              <a:off x="4017225" y="2999363"/>
              <a:ext cx="28575" cy="35725"/>
            </a:xfrm>
            <a:custGeom>
              <a:rect b="b" l="l" r="r" t="t"/>
              <a:pathLst>
                <a:path extrusionOk="0" h="1429" w="1143">
                  <a:moveTo>
                    <a:pt x="965" y="1"/>
                  </a:moveTo>
                  <a:cubicBezTo>
                    <a:pt x="916" y="1"/>
                    <a:pt x="868" y="23"/>
                    <a:pt x="838" y="66"/>
                  </a:cubicBezTo>
                  <a:lnTo>
                    <a:pt x="50" y="1185"/>
                  </a:lnTo>
                  <a:cubicBezTo>
                    <a:pt x="0" y="1253"/>
                    <a:pt x="19" y="1350"/>
                    <a:pt x="88" y="1400"/>
                  </a:cubicBezTo>
                  <a:cubicBezTo>
                    <a:pt x="115" y="1420"/>
                    <a:pt x="146" y="1429"/>
                    <a:pt x="178" y="1429"/>
                  </a:cubicBezTo>
                  <a:cubicBezTo>
                    <a:pt x="226" y="1429"/>
                    <a:pt x="273" y="1405"/>
                    <a:pt x="305" y="1363"/>
                  </a:cubicBezTo>
                  <a:lnTo>
                    <a:pt x="1092" y="244"/>
                  </a:lnTo>
                  <a:cubicBezTo>
                    <a:pt x="1142" y="174"/>
                    <a:pt x="1123" y="79"/>
                    <a:pt x="1055" y="29"/>
                  </a:cubicBezTo>
                  <a:cubicBezTo>
                    <a:pt x="1028"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5"/>
            <p:cNvSpPr/>
            <p:nvPr/>
          </p:nvSpPr>
          <p:spPr>
            <a:xfrm>
              <a:off x="4032500" y="3010088"/>
              <a:ext cx="28550" cy="35725"/>
            </a:xfrm>
            <a:custGeom>
              <a:rect b="b" l="l" r="r" t="t"/>
              <a:pathLst>
                <a:path extrusionOk="0" h="1429" w="1142">
                  <a:moveTo>
                    <a:pt x="965" y="0"/>
                  </a:moveTo>
                  <a:cubicBezTo>
                    <a:pt x="916" y="0"/>
                    <a:pt x="869" y="23"/>
                    <a:pt x="838" y="65"/>
                  </a:cubicBezTo>
                  <a:lnTo>
                    <a:pt x="51" y="1184"/>
                  </a:lnTo>
                  <a:cubicBezTo>
                    <a:pt x="1" y="1253"/>
                    <a:pt x="18" y="1350"/>
                    <a:pt x="88" y="1400"/>
                  </a:cubicBezTo>
                  <a:cubicBezTo>
                    <a:pt x="115" y="1420"/>
                    <a:pt x="147" y="1429"/>
                    <a:pt x="177" y="1429"/>
                  </a:cubicBezTo>
                  <a:cubicBezTo>
                    <a:pt x="225" y="1429"/>
                    <a:pt x="274" y="1404"/>
                    <a:pt x="304" y="1363"/>
                  </a:cubicBezTo>
                  <a:lnTo>
                    <a:pt x="1091" y="244"/>
                  </a:lnTo>
                  <a:cubicBezTo>
                    <a:pt x="1141" y="174"/>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5"/>
            <p:cNvSpPr/>
            <p:nvPr/>
          </p:nvSpPr>
          <p:spPr>
            <a:xfrm>
              <a:off x="4100050" y="3040213"/>
              <a:ext cx="40825" cy="53175"/>
            </a:xfrm>
            <a:custGeom>
              <a:rect b="b" l="l" r="r" t="t"/>
              <a:pathLst>
                <a:path extrusionOk="0" h="2127" w="1633">
                  <a:moveTo>
                    <a:pt x="1457" y="1"/>
                  </a:moveTo>
                  <a:cubicBezTo>
                    <a:pt x="1408" y="1"/>
                    <a:pt x="1360" y="23"/>
                    <a:pt x="1330" y="66"/>
                  </a:cubicBezTo>
                  <a:lnTo>
                    <a:pt x="51" y="1882"/>
                  </a:lnTo>
                  <a:cubicBezTo>
                    <a:pt x="1" y="1952"/>
                    <a:pt x="18" y="2048"/>
                    <a:pt x="88" y="2098"/>
                  </a:cubicBezTo>
                  <a:cubicBezTo>
                    <a:pt x="115" y="2118"/>
                    <a:pt x="147" y="2127"/>
                    <a:pt x="178" y="2127"/>
                  </a:cubicBezTo>
                  <a:cubicBezTo>
                    <a:pt x="225" y="2127"/>
                    <a:pt x="274" y="2104"/>
                    <a:pt x="304" y="2061"/>
                  </a:cubicBezTo>
                  <a:lnTo>
                    <a:pt x="1583" y="245"/>
                  </a:lnTo>
                  <a:cubicBezTo>
                    <a:pt x="1633" y="175"/>
                    <a:pt x="1615" y="78"/>
                    <a:pt x="1545" y="28"/>
                  </a:cubicBezTo>
                  <a:cubicBezTo>
                    <a:pt x="1518" y="10"/>
                    <a:pt x="1488"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5"/>
            <p:cNvSpPr/>
            <p:nvPr/>
          </p:nvSpPr>
          <p:spPr>
            <a:xfrm>
              <a:off x="4066625" y="3034138"/>
              <a:ext cx="28525" cy="35750"/>
            </a:xfrm>
            <a:custGeom>
              <a:rect b="b" l="l" r="r" t="t"/>
              <a:pathLst>
                <a:path extrusionOk="0" h="1430" w="1141">
                  <a:moveTo>
                    <a:pt x="965" y="1"/>
                  </a:moveTo>
                  <a:cubicBezTo>
                    <a:pt x="917" y="1"/>
                    <a:pt x="869" y="23"/>
                    <a:pt x="838" y="66"/>
                  </a:cubicBezTo>
                  <a:lnTo>
                    <a:pt x="50" y="1184"/>
                  </a:lnTo>
                  <a:cubicBezTo>
                    <a:pt x="0" y="1254"/>
                    <a:pt x="18" y="1351"/>
                    <a:pt x="88" y="1401"/>
                  </a:cubicBezTo>
                  <a:cubicBezTo>
                    <a:pt x="115" y="1420"/>
                    <a:pt x="146" y="1430"/>
                    <a:pt x="176" y="1430"/>
                  </a:cubicBezTo>
                  <a:cubicBezTo>
                    <a:pt x="225" y="1430"/>
                    <a:pt x="273" y="1405"/>
                    <a:pt x="303" y="1362"/>
                  </a:cubicBezTo>
                  <a:lnTo>
                    <a:pt x="1091" y="245"/>
                  </a:lnTo>
                  <a:cubicBezTo>
                    <a:pt x="1141" y="175"/>
                    <a:pt x="1124" y="78"/>
                    <a:pt x="1054" y="28"/>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5"/>
            <p:cNvSpPr/>
            <p:nvPr/>
          </p:nvSpPr>
          <p:spPr>
            <a:xfrm>
              <a:off x="4081875" y="3044913"/>
              <a:ext cx="28575" cy="35725"/>
            </a:xfrm>
            <a:custGeom>
              <a:rect b="b" l="l" r="r" t="t"/>
              <a:pathLst>
                <a:path extrusionOk="0" h="1429" w="1143">
                  <a:moveTo>
                    <a:pt x="965" y="0"/>
                  </a:moveTo>
                  <a:cubicBezTo>
                    <a:pt x="917" y="0"/>
                    <a:pt x="868" y="23"/>
                    <a:pt x="838" y="66"/>
                  </a:cubicBezTo>
                  <a:lnTo>
                    <a:pt x="51" y="1184"/>
                  </a:lnTo>
                  <a:cubicBezTo>
                    <a:pt x="1" y="1253"/>
                    <a:pt x="19" y="1350"/>
                    <a:pt x="88" y="1400"/>
                  </a:cubicBezTo>
                  <a:cubicBezTo>
                    <a:pt x="115" y="1420"/>
                    <a:pt x="146" y="1429"/>
                    <a:pt x="178" y="1429"/>
                  </a:cubicBezTo>
                  <a:cubicBezTo>
                    <a:pt x="226" y="1429"/>
                    <a:pt x="273" y="1404"/>
                    <a:pt x="305" y="1363"/>
                  </a:cubicBezTo>
                  <a:lnTo>
                    <a:pt x="1092" y="244"/>
                  </a:lnTo>
                  <a:cubicBezTo>
                    <a:pt x="1142" y="174"/>
                    <a:pt x="1124" y="78"/>
                    <a:pt x="1055" y="28"/>
                  </a:cubicBezTo>
                  <a:cubicBezTo>
                    <a:pt x="1028"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5"/>
            <p:cNvSpPr/>
            <p:nvPr/>
          </p:nvSpPr>
          <p:spPr>
            <a:xfrm>
              <a:off x="4149425" y="3075013"/>
              <a:ext cx="40850" cy="53175"/>
            </a:xfrm>
            <a:custGeom>
              <a:rect b="b" l="l" r="r" t="t"/>
              <a:pathLst>
                <a:path extrusionOk="0" h="2127" w="1634">
                  <a:moveTo>
                    <a:pt x="1457" y="0"/>
                  </a:moveTo>
                  <a:cubicBezTo>
                    <a:pt x="1408" y="0"/>
                    <a:pt x="1360" y="23"/>
                    <a:pt x="1329" y="65"/>
                  </a:cubicBezTo>
                  <a:lnTo>
                    <a:pt x="51" y="1882"/>
                  </a:lnTo>
                  <a:cubicBezTo>
                    <a:pt x="1" y="1951"/>
                    <a:pt x="19" y="2048"/>
                    <a:pt x="89" y="2098"/>
                  </a:cubicBezTo>
                  <a:cubicBezTo>
                    <a:pt x="115" y="2118"/>
                    <a:pt x="148" y="2126"/>
                    <a:pt x="178" y="2126"/>
                  </a:cubicBezTo>
                  <a:cubicBezTo>
                    <a:pt x="226" y="2126"/>
                    <a:pt x="275" y="2104"/>
                    <a:pt x="305" y="2061"/>
                  </a:cubicBezTo>
                  <a:lnTo>
                    <a:pt x="1584" y="243"/>
                  </a:lnTo>
                  <a:cubicBezTo>
                    <a:pt x="1634" y="175"/>
                    <a:pt x="1615" y="77"/>
                    <a:pt x="1546" y="27"/>
                  </a:cubicBezTo>
                  <a:cubicBezTo>
                    <a:pt x="1519"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5"/>
            <p:cNvSpPr/>
            <p:nvPr/>
          </p:nvSpPr>
          <p:spPr>
            <a:xfrm>
              <a:off x="4116025" y="3068913"/>
              <a:ext cx="28575" cy="35725"/>
            </a:xfrm>
            <a:custGeom>
              <a:rect b="b" l="l" r="r" t="t"/>
              <a:pathLst>
                <a:path extrusionOk="0" h="1429" w="1143">
                  <a:moveTo>
                    <a:pt x="966" y="1"/>
                  </a:moveTo>
                  <a:cubicBezTo>
                    <a:pt x="917" y="1"/>
                    <a:pt x="869" y="24"/>
                    <a:pt x="838" y="66"/>
                  </a:cubicBezTo>
                  <a:lnTo>
                    <a:pt x="51" y="1184"/>
                  </a:lnTo>
                  <a:cubicBezTo>
                    <a:pt x="1" y="1254"/>
                    <a:pt x="19" y="1350"/>
                    <a:pt x="88" y="1400"/>
                  </a:cubicBezTo>
                  <a:cubicBezTo>
                    <a:pt x="115" y="1420"/>
                    <a:pt x="148" y="1429"/>
                    <a:pt x="178" y="1429"/>
                  </a:cubicBezTo>
                  <a:cubicBezTo>
                    <a:pt x="226" y="1429"/>
                    <a:pt x="275" y="1406"/>
                    <a:pt x="305" y="1363"/>
                  </a:cubicBezTo>
                  <a:lnTo>
                    <a:pt x="1092" y="244"/>
                  </a:lnTo>
                  <a:cubicBezTo>
                    <a:pt x="1142" y="176"/>
                    <a:pt x="1124" y="79"/>
                    <a:pt x="1055" y="29"/>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5"/>
            <p:cNvSpPr/>
            <p:nvPr/>
          </p:nvSpPr>
          <p:spPr>
            <a:xfrm>
              <a:off x="4131275" y="3079688"/>
              <a:ext cx="28525" cy="35750"/>
            </a:xfrm>
            <a:custGeom>
              <a:rect b="b" l="l" r="r" t="t"/>
              <a:pathLst>
                <a:path extrusionOk="0" h="1430" w="1141">
                  <a:moveTo>
                    <a:pt x="965" y="1"/>
                  </a:moveTo>
                  <a:cubicBezTo>
                    <a:pt x="917" y="1"/>
                    <a:pt x="869" y="23"/>
                    <a:pt x="838" y="66"/>
                  </a:cubicBezTo>
                  <a:lnTo>
                    <a:pt x="49" y="1184"/>
                  </a:lnTo>
                  <a:cubicBezTo>
                    <a:pt x="1" y="1254"/>
                    <a:pt x="18" y="1351"/>
                    <a:pt x="88" y="1401"/>
                  </a:cubicBezTo>
                  <a:cubicBezTo>
                    <a:pt x="115" y="1419"/>
                    <a:pt x="146" y="1429"/>
                    <a:pt x="176" y="1429"/>
                  </a:cubicBezTo>
                  <a:cubicBezTo>
                    <a:pt x="226" y="1429"/>
                    <a:pt x="274" y="1405"/>
                    <a:pt x="304" y="1362"/>
                  </a:cubicBezTo>
                  <a:lnTo>
                    <a:pt x="1091" y="245"/>
                  </a:lnTo>
                  <a:cubicBezTo>
                    <a:pt x="1141" y="175"/>
                    <a:pt x="1124" y="78"/>
                    <a:pt x="1054" y="28"/>
                  </a:cubicBezTo>
                  <a:cubicBezTo>
                    <a:pt x="1027" y="9"/>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5"/>
            <p:cNvSpPr/>
            <p:nvPr/>
          </p:nvSpPr>
          <p:spPr>
            <a:xfrm>
              <a:off x="4198825" y="3109838"/>
              <a:ext cx="40825" cy="53150"/>
            </a:xfrm>
            <a:custGeom>
              <a:rect b="b" l="l" r="r" t="t"/>
              <a:pathLst>
                <a:path extrusionOk="0" h="2126" w="1633">
                  <a:moveTo>
                    <a:pt x="1456" y="0"/>
                  </a:moveTo>
                  <a:cubicBezTo>
                    <a:pt x="1408" y="0"/>
                    <a:pt x="1360" y="23"/>
                    <a:pt x="1329" y="65"/>
                  </a:cubicBezTo>
                  <a:lnTo>
                    <a:pt x="51" y="1879"/>
                  </a:lnTo>
                  <a:cubicBezTo>
                    <a:pt x="1" y="1949"/>
                    <a:pt x="18" y="2046"/>
                    <a:pt x="88" y="2096"/>
                  </a:cubicBezTo>
                  <a:cubicBezTo>
                    <a:pt x="115" y="2116"/>
                    <a:pt x="146" y="2125"/>
                    <a:pt x="178" y="2125"/>
                  </a:cubicBezTo>
                  <a:cubicBezTo>
                    <a:pt x="228" y="2125"/>
                    <a:pt x="275" y="2102"/>
                    <a:pt x="303" y="2058"/>
                  </a:cubicBezTo>
                  <a:lnTo>
                    <a:pt x="1582" y="243"/>
                  </a:lnTo>
                  <a:cubicBezTo>
                    <a:pt x="1632" y="175"/>
                    <a:pt x="1615" y="78"/>
                    <a:pt x="1545" y="28"/>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5"/>
            <p:cNvSpPr/>
            <p:nvPr/>
          </p:nvSpPr>
          <p:spPr>
            <a:xfrm>
              <a:off x="4165425" y="3103713"/>
              <a:ext cx="28575" cy="35725"/>
            </a:xfrm>
            <a:custGeom>
              <a:rect b="b" l="l" r="r" t="t"/>
              <a:pathLst>
                <a:path extrusionOk="0" h="1429" w="1143">
                  <a:moveTo>
                    <a:pt x="965" y="0"/>
                  </a:moveTo>
                  <a:cubicBezTo>
                    <a:pt x="917" y="0"/>
                    <a:pt x="868" y="23"/>
                    <a:pt x="838" y="65"/>
                  </a:cubicBezTo>
                  <a:lnTo>
                    <a:pt x="51" y="1184"/>
                  </a:lnTo>
                  <a:cubicBezTo>
                    <a:pt x="1" y="1253"/>
                    <a:pt x="18" y="1350"/>
                    <a:pt x="88" y="1400"/>
                  </a:cubicBezTo>
                  <a:cubicBezTo>
                    <a:pt x="115" y="1420"/>
                    <a:pt x="146" y="1428"/>
                    <a:pt x="178" y="1428"/>
                  </a:cubicBezTo>
                  <a:cubicBezTo>
                    <a:pt x="225" y="1428"/>
                    <a:pt x="274" y="1406"/>
                    <a:pt x="304" y="1363"/>
                  </a:cubicBezTo>
                  <a:lnTo>
                    <a:pt x="1092" y="244"/>
                  </a:lnTo>
                  <a:cubicBezTo>
                    <a:pt x="1142" y="174"/>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5"/>
            <p:cNvSpPr/>
            <p:nvPr/>
          </p:nvSpPr>
          <p:spPr>
            <a:xfrm>
              <a:off x="4180675" y="3114463"/>
              <a:ext cx="28575" cy="35725"/>
            </a:xfrm>
            <a:custGeom>
              <a:rect b="b" l="l" r="r" t="t"/>
              <a:pathLst>
                <a:path extrusionOk="0" h="1429" w="1143">
                  <a:moveTo>
                    <a:pt x="967" y="1"/>
                  </a:moveTo>
                  <a:cubicBezTo>
                    <a:pt x="918" y="1"/>
                    <a:pt x="870" y="23"/>
                    <a:pt x="839" y="65"/>
                  </a:cubicBezTo>
                  <a:lnTo>
                    <a:pt x="51" y="1184"/>
                  </a:lnTo>
                  <a:cubicBezTo>
                    <a:pt x="1" y="1254"/>
                    <a:pt x="19" y="1350"/>
                    <a:pt x="89" y="1400"/>
                  </a:cubicBezTo>
                  <a:cubicBezTo>
                    <a:pt x="115" y="1420"/>
                    <a:pt x="148" y="1429"/>
                    <a:pt x="178" y="1429"/>
                  </a:cubicBezTo>
                  <a:cubicBezTo>
                    <a:pt x="226" y="1429"/>
                    <a:pt x="275" y="1406"/>
                    <a:pt x="305" y="1363"/>
                  </a:cubicBezTo>
                  <a:lnTo>
                    <a:pt x="1092" y="244"/>
                  </a:lnTo>
                  <a:cubicBezTo>
                    <a:pt x="1142" y="175"/>
                    <a:pt x="1125" y="78"/>
                    <a:pt x="1055" y="28"/>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5"/>
            <p:cNvSpPr/>
            <p:nvPr/>
          </p:nvSpPr>
          <p:spPr>
            <a:xfrm>
              <a:off x="4248275" y="3144563"/>
              <a:ext cx="40800" cy="53200"/>
            </a:xfrm>
            <a:custGeom>
              <a:rect b="b" l="l" r="r" t="t"/>
              <a:pathLst>
                <a:path extrusionOk="0" h="2128" w="1632">
                  <a:moveTo>
                    <a:pt x="1455" y="1"/>
                  </a:moveTo>
                  <a:cubicBezTo>
                    <a:pt x="1406" y="1"/>
                    <a:pt x="1359" y="23"/>
                    <a:pt x="1329" y="66"/>
                  </a:cubicBezTo>
                  <a:lnTo>
                    <a:pt x="49" y="1882"/>
                  </a:lnTo>
                  <a:cubicBezTo>
                    <a:pt x="0" y="1952"/>
                    <a:pt x="17" y="2049"/>
                    <a:pt x="87" y="2098"/>
                  </a:cubicBezTo>
                  <a:cubicBezTo>
                    <a:pt x="114" y="2118"/>
                    <a:pt x="146" y="2128"/>
                    <a:pt x="176" y="2128"/>
                  </a:cubicBezTo>
                  <a:cubicBezTo>
                    <a:pt x="224" y="2128"/>
                    <a:pt x="273" y="2103"/>
                    <a:pt x="303" y="2061"/>
                  </a:cubicBezTo>
                  <a:lnTo>
                    <a:pt x="1582" y="245"/>
                  </a:lnTo>
                  <a:cubicBezTo>
                    <a:pt x="1632" y="175"/>
                    <a:pt x="1615" y="79"/>
                    <a:pt x="1545" y="29"/>
                  </a:cubicBezTo>
                  <a:cubicBezTo>
                    <a:pt x="1517" y="10"/>
                    <a:pt x="1486" y="1"/>
                    <a:pt x="145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5"/>
            <p:cNvSpPr/>
            <p:nvPr/>
          </p:nvSpPr>
          <p:spPr>
            <a:xfrm>
              <a:off x="4214800" y="3138488"/>
              <a:ext cx="28550" cy="35750"/>
            </a:xfrm>
            <a:custGeom>
              <a:rect b="b" l="l" r="r" t="t"/>
              <a:pathLst>
                <a:path extrusionOk="0" h="1430" w="1142">
                  <a:moveTo>
                    <a:pt x="965" y="1"/>
                  </a:moveTo>
                  <a:cubicBezTo>
                    <a:pt x="916" y="1"/>
                    <a:pt x="869" y="23"/>
                    <a:pt x="839" y="66"/>
                  </a:cubicBezTo>
                  <a:lnTo>
                    <a:pt x="50" y="1185"/>
                  </a:lnTo>
                  <a:cubicBezTo>
                    <a:pt x="0" y="1253"/>
                    <a:pt x="19" y="1351"/>
                    <a:pt x="89" y="1401"/>
                  </a:cubicBezTo>
                  <a:cubicBezTo>
                    <a:pt x="115" y="1421"/>
                    <a:pt x="147" y="1429"/>
                    <a:pt x="177" y="1429"/>
                  </a:cubicBezTo>
                  <a:cubicBezTo>
                    <a:pt x="227" y="1429"/>
                    <a:pt x="276" y="1406"/>
                    <a:pt x="305" y="1363"/>
                  </a:cubicBezTo>
                  <a:lnTo>
                    <a:pt x="1092" y="245"/>
                  </a:lnTo>
                  <a:cubicBezTo>
                    <a:pt x="1142" y="175"/>
                    <a:pt x="1125" y="79"/>
                    <a:pt x="1055"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5"/>
            <p:cNvSpPr/>
            <p:nvPr/>
          </p:nvSpPr>
          <p:spPr>
            <a:xfrm>
              <a:off x="4230075" y="3149238"/>
              <a:ext cx="28575" cy="35750"/>
            </a:xfrm>
            <a:custGeom>
              <a:rect b="b" l="l" r="r" t="t"/>
              <a:pathLst>
                <a:path extrusionOk="0" h="1430" w="1143">
                  <a:moveTo>
                    <a:pt x="965" y="1"/>
                  </a:moveTo>
                  <a:cubicBezTo>
                    <a:pt x="917" y="1"/>
                    <a:pt x="869" y="23"/>
                    <a:pt x="838" y="66"/>
                  </a:cubicBezTo>
                  <a:lnTo>
                    <a:pt x="51" y="1185"/>
                  </a:lnTo>
                  <a:cubicBezTo>
                    <a:pt x="1" y="1253"/>
                    <a:pt x="18" y="1351"/>
                    <a:pt x="88" y="1401"/>
                  </a:cubicBezTo>
                  <a:cubicBezTo>
                    <a:pt x="115" y="1421"/>
                    <a:pt x="147" y="1429"/>
                    <a:pt x="178" y="1429"/>
                  </a:cubicBezTo>
                  <a:cubicBezTo>
                    <a:pt x="225" y="1429"/>
                    <a:pt x="274" y="1406"/>
                    <a:pt x="304" y="1363"/>
                  </a:cubicBezTo>
                  <a:lnTo>
                    <a:pt x="1092" y="245"/>
                  </a:lnTo>
                  <a:cubicBezTo>
                    <a:pt x="1142" y="175"/>
                    <a:pt x="1124" y="79"/>
                    <a:pt x="1054"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5"/>
            <p:cNvSpPr/>
            <p:nvPr/>
          </p:nvSpPr>
          <p:spPr>
            <a:xfrm>
              <a:off x="4297625" y="3179388"/>
              <a:ext cx="40850" cy="53200"/>
            </a:xfrm>
            <a:custGeom>
              <a:rect b="b" l="l" r="r" t="t"/>
              <a:pathLst>
                <a:path extrusionOk="0" h="2128" w="1634">
                  <a:moveTo>
                    <a:pt x="1457" y="1"/>
                  </a:moveTo>
                  <a:cubicBezTo>
                    <a:pt x="1408" y="1"/>
                    <a:pt x="1360" y="23"/>
                    <a:pt x="1330" y="66"/>
                  </a:cubicBezTo>
                  <a:lnTo>
                    <a:pt x="51" y="1882"/>
                  </a:lnTo>
                  <a:cubicBezTo>
                    <a:pt x="1" y="1952"/>
                    <a:pt x="19" y="2049"/>
                    <a:pt x="88" y="2098"/>
                  </a:cubicBezTo>
                  <a:cubicBezTo>
                    <a:pt x="115" y="2118"/>
                    <a:pt x="146" y="2128"/>
                    <a:pt x="178" y="2128"/>
                  </a:cubicBezTo>
                  <a:cubicBezTo>
                    <a:pt x="226" y="2128"/>
                    <a:pt x="274" y="2104"/>
                    <a:pt x="305" y="2061"/>
                  </a:cubicBezTo>
                  <a:lnTo>
                    <a:pt x="1584" y="245"/>
                  </a:lnTo>
                  <a:cubicBezTo>
                    <a:pt x="1634" y="175"/>
                    <a:pt x="1615" y="79"/>
                    <a:pt x="1545" y="29"/>
                  </a:cubicBezTo>
                  <a:cubicBezTo>
                    <a:pt x="1519"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5"/>
            <p:cNvSpPr/>
            <p:nvPr/>
          </p:nvSpPr>
          <p:spPr>
            <a:xfrm>
              <a:off x="4264225" y="3173288"/>
              <a:ext cx="28575" cy="35725"/>
            </a:xfrm>
            <a:custGeom>
              <a:rect b="b" l="l" r="r" t="t"/>
              <a:pathLst>
                <a:path extrusionOk="0" h="1429" w="1143">
                  <a:moveTo>
                    <a:pt x="967" y="0"/>
                  </a:moveTo>
                  <a:cubicBezTo>
                    <a:pt x="917" y="0"/>
                    <a:pt x="869" y="23"/>
                    <a:pt x="838" y="66"/>
                  </a:cubicBezTo>
                  <a:lnTo>
                    <a:pt x="51" y="1183"/>
                  </a:lnTo>
                  <a:cubicBezTo>
                    <a:pt x="1" y="1253"/>
                    <a:pt x="19" y="1350"/>
                    <a:pt x="88" y="1400"/>
                  </a:cubicBezTo>
                  <a:cubicBezTo>
                    <a:pt x="115" y="1419"/>
                    <a:pt x="148" y="1429"/>
                    <a:pt x="178" y="1429"/>
                  </a:cubicBezTo>
                  <a:cubicBezTo>
                    <a:pt x="227" y="1429"/>
                    <a:pt x="274" y="1407"/>
                    <a:pt x="305" y="1362"/>
                  </a:cubicBezTo>
                  <a:lnTo>
                    <a:pt x="1092" y="244"/>
                  </a:lnTo>
                  <a:cubicBezTo>
                    <a:pt x="1142" y="174"/>
                    <a:pt x="1124" y="77"/>
                    <a:pt x="1055" y="27"/>
                  </a:cubicBezTo>
                  <a:cubicBezTo>
                    <a:pt x="1028" y="9"/>
                    <a:pt x="997" y="0"/>
                    <a:pt x="96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5"/>
            <p:cNvSpPr/>
            <p:nvPr/>
          </p:nvSpPr>
          <p:spPr>
            <a:xfrm>
              <a:off x="4279525" y="3184038"/>
              <a:ext cx="28525" cy="35725"/>
            </a:xfrm>
            <a:custGeom>
              <a:rect b="b" l="l" r="r" t="t"/>
              <a:pathLst>
                <a:path extrusionOk="0" h="1429" w="1141">
                  <a:moveTo>
                    <a:pt x="964" y="1"/>
                  </a:moveTo>
                  <a:cubicBezTo>
                    <a:pt x="916" y="1"/>
                    <a:pt x="868" y="23"/>
                    <a:pt x="838" y="66"/>
                  </a:cubicBezTo>
                  <a:lnTo>
                    <a:pt x="49" y="1185"/>
                  </a:lnTo>
                  <a:cubicBezTo>
                    <a:pt x="0" y="1253"/>
                    <a:pt x="17" y="1350"/>
                    <a:pt x="87" y="1400"/>
                  </a:cubicBezTo>
                  <a:cubicBezTo>
                    <a:pt x="115" y="1420"/>
                    <a:pt x="146" y="1429"/>
                    <a:pt x="176" y="1429"/>
                  </a:cubicBezTo>
                  <a:cubicBezTo>
                    <a:pt x="225" y="1429"/>
                    <a:pt x="273" y="1406"/>
                    <a:pt x="303" y="1363"/>
                  </a:cubicBezTo>
                  <a:lnTo>
                    <a:pt x="1090" y="244"/>
                  </a:lnTo>
                  <a:cubicBezTo>
                    <a:pt x="1140" y="174"/>
                    <a:pt x="1123" y="79"/>
                    <a:pt x="1053" y="29"/>
                  </a:cubicBezTo>
                  <a:cubicBezTo>
                    <a:pt x="1026" y="10"/>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5"/>
            <p:cNvSpPr/>
            <p:nvPr/>
          </p:nvSpPr>
          <p:spPr>
            <a:xfrm>
              <a:off x="4347075" y="3214188"/>
              <a:ext cx="40800" cy="53175"/>
            </a:xfrm>
            <a:custGeom>
              <a:rect b="b" l="l" r="r" t="t"/>
              <a:pathLst>
                <a:path extrusionOk="0" h="2127" w="1632">
                  <a:moveTo>
                    <a:pt x="1457" y="0"/>
                  </a:moveTo>
                  <a:cubicBezTo>
                    <a:pt x="1408" y="0"/>
                    <a:pt x="1360" y="23"/>
                    <a:pt x="1329" y="66"/>
                  </a:cubicBezTo>
                  <a:lnTo>
                    <a:pt x="50" y="1882"/>
                  </a:lnTo>
                  <a:cubicBezTo>
                    <a:pt x="0" y="1952"/>
                    <a:pt x="17" y="2048"/>
                    <a:pt x="87" y="2098"/>
                  </a:cubicBezTo>
                  <a:cubicBezTo>
                    <a:pt x="115" y="2118"/>
                    <a:pt x="146" y="2126"/>
                    <a:pt x="177" y="2126"/>
                  </a:cubicBezTo>
                  <a:cubicBezTo>
                    <a:pt x="225" y="2126"/>
                    <a:pt x="273" y="2103"/>
                    <a:pt x="303" y="2060"/>
                  </a:cubicBezTo>
                  <a:lnTo>
                    <a:pt x="1582" y="244"/>
                  </a:lnTo>
                  <a:cubicBezTo>
                    <a:pt x="1632" y="174"/>
                    <a:pt x="1615" y="77"/>
                    <a:pt x="1545" y="27"/>
                  </a:cubicBezTo>
                  <a:cubicBezTo>
                    <a:pt x="1518" y="9"/>
                    <a:pt x="1487"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5"/>
            <p:cNvSpPr/>
            <p:nvPr/>
          </p:nvSpPr>
          <p:spPr>
            <a:xfrm>
              <a:off x="4313625" y="3208113"/>
              <a:ext cx="28550" cy="35725"/>
            </a:xfrm>
            <a:custGeom>
              <a:rect b="b" l="l" r="r" t="t"/>
              <a:pathLst>
                <a:path extrusionOk="0" h="1429" w="1142">
                  <a:moveTo>
                    <a:pt x="966" y="0"/>
                  </a:moveTo>
                  <a:cubicBezTo>
                    <a:pt x="917" y="0"/>
                    <a:pt x="869" y="23"/>
                    <a:pt x="838" y="66"/>
                  </a:cubicBezTo>
                  <a:lnTo>
                    <a:pt x="49" y="1183"/>
                  </a:lnTo>
                  <a:cubicBezTo>
                    <a:pt x="1" y="1253"/>
                    <a:pt x="18" y="1350"/>
                    <a:pt x="88" y="1400"/>
                  </a:cubicBezTo>
                  <a:cubicBezTo>
                    <a:pt x="114" y="1419"/>
                    <a:pt x="147" y="1429"/>
                    <a:pt x="177" y="1429"/>
                  </a:cubicBezTo>
                  <a:cubicBezTo>
                    <a:pt x="225" y="1429"/>
                    <a:pt x="274" y="1405"/>
                    <a:pt x="304" y="1362"/>
                  </a:cubicBezTo>
                  <a:lnTo>
                    <a:pt x="1091" y="244"/>
                  </a:lnTo>
                  <a:cubicBezTo>
                    <a:pt x="1141" y="174"/>
                    <a:pt x="1124" y="77"/>
                    <a:pt x="1054" y="27"/>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5"/>
            <p:cNvSpPr/>
            <p:nvPr/>
          </p:nvSpPr>
          <p:spPr>
            <a:xfrm>
              <a:off x="4328875" y="3218813"/>
              <a:ext cx="28575" cy="35750"/>
            </a:xfrm>
            <a:custGeom>
              <a:rect b="b" l="l" r="r" t="t"/>
              <a:pathLst>
                <a:path extrusionOk="0" h="1430" w="1143">
                  <a:moveTo>
                    <a:pt x="967" y="1"/>
                  </a:moveTo>
                  <a:cubicBezTo>
                    <a:pt x="918" y="1"/>
                    <a:pt x="869" y="23"/>
                    <a:pt x="838" y="66"/>
                  </a:cubicBezTo>
                  <a:lnTo>
                    <a:pt x="51" y="1184"/>
                  </a:lnTo>
                  <a:cubicBezTo>
                    <a:pt x="1" y="1254"/>
                    <a:pt x="20" y="1351"/>
                    <a:pt x="88" y="1401"/>
                  </a:cubicBezTo>
                  <a:cubicBezTo>
                    <a:pt x="115" y="1420"/>
                    <a:pt x="147" y="1430"/>
                    <a:pt x="178" y="1430"/>
                  </a:cubicBezTo>
                  <a:cubicBezTo>
                    <a:pt x="227" y="1430"/>
                    <a:pt x="274" y="1405"/>
                    <a:pt x="305" y="1362"/>
                  </a:cubicBezTo>
                  <a:lnTo>
                    <a:pt x="1093" y="245"/>
                  </a:lnTo>
                  <a:cubicBezTo>
                    <a:pt x="1143" y="175"/>
                    <a:pt x="1124" y="78"/>
                    <a:pt x="1055" y="28"/>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5"/>
            <p:cNvSpPr/>
            <p:nvPr/>
          </p:nvSpPr>
          <p:spPr>
            <a:xfrm>
              <a:off x="4396425" y="3248963"/>
              <a:ext cx="40850" cy="53175"/>
            </a:xfrm>
            <a:custGeom>
              <a:rect b="b" l="l" r="r" t="t"/>
              <a:pathLst>
                <a:path extrusionOk="0" h="2127" w="1634">
                  <a:moveTo>
                    <a:pt x="1458" y="1"/>
                  </a:moveTo>
                  <a:cubicBezTo>
                    <a:pt x="1409" y="1"/>
                    <a:pt x="1360" y="23"/>
                    <a:pt x="1330" y="65"/>
                  </a:cubicBezTo>
                  <a:lnTo>
                    <a:pt x="51" y="1882"/>
                  </a:lnTo>
                  <a:cubicBezTo>
                    <a:pt x="1" y="1952"/>
                    <a:pt x="19" y="2048"/>
                    <a:pt x="88" y="2098"/>
                  </a:cubicBezTo>
                  <a:cubicBezTo>
                    <a:pt x="115" y="2118"/>
                    <a:pt x="148" y="2127"/>
                    <a:pt x="178" y="2127"/>
                  </a:cubicBezTo>
                  <a:cubicBezTo>
                    <a:pt x="227" y="2127"/>
                    <a:pt x="275" y="2104"/>
                    <a:pt x="305" y="2061"/>
                  </a:cubicBezTo>
                  <a:lnTo>
                    <a:pt x="1584" y="244"/>
                  </a:lnTo>
                  <a:cubicBezTo>
                    <a:pt x="1634" y="175"/>
                    <a:pt x="1615" y="78"/>
                    <a:pt x="1547" y="28"/>
                  </a:cubicBezTo>
                  <a:cubicBezTo>
                    <a:pt x="1520" y="10"/>
                    <a:pt x="1489" y="1"/>
                    <a:pt x="1458"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5"/>
            <p:cNvSpPr/>
            <p:nvPr/>
          </p:nvSpPr>
          <p:spPr>
            <a:xfrm>
              <a:off x="4363025" y="3242888"/>
              <a:ext cx="28575" cy="35725"/>
            </a:xfrm>
            <a:custGeom>
              <a:rect b="b" l="l" r="r" t="t"/>
              <a:pathLst>
                <a:path extrusionOk="0" h="1429" w="1143">
                  <a:moveTo>
                    <a:pt x="966" y="1"/>
                  </a:moveTo>
                  <a:cubicBezTo>
                    <a:pt x="917" y="1"/>
                    <a:pt x="869" y="23"/>
                    <a:pt x="840" y="65"/>
                  </a:cubicBezTo>
                  <a:lnTo>
                    <a:pt x="51" y="1184"/>
                  </a:lnTo>
                  <a:cubicBezTo>
                    <a:pt x="1" y="1254"/>
                    <a:pt x="19" y="1350"/>
                    <a:pt x="89" y="1400"/>
                  </a:cubicBezTo>
                  <a:cubicBezTo>
                    <a:pt x="115" y="1420"/>
                    <a:pt x="148" y="1428"/>
                    <a:pt x="178" y="1428"/>
                  </a:cubicBezTo>
                  <a:cubicBezTo>
                    <a:pt x="227" y="1428"/>
                    <a:pt x="275" y="1405"/>
                    <a:pt x="305" y="1362"/>
                  </a:cubicBezTo>
                  <a:lnTo>
                    <a:pt x="1093" y="244"/>
                  </a:lnTo>
                  <a:cubicBezTo>
                    <a:pt x="1143" y="175"/>
                    <a:pt x="1125" y="78"/>
                    <a:pt x="1055"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5"/>
            <p:cNvSpPr/>
            <p:nvPr/>
          </p:nvSpPr>
          <p:spPr>
            <a:xfrm>
              <a:off x="4378300" y="3253613"/>
              <a:ext cx="28525" cy="35700"/>
            </a:xfrm>
            <a:custGeom>
              <a:rect b="b" l="l" r="r" t="t"/>
              <a:pathLst>
                <a:path extrusionOk="0" h="1428" w="1141">
                  <a:moveTo>
                    <a:pt x="964" y="1"/>
                  </a:moveTo>
                  <a:cubicBezTo>
                    <a:pt x="916" y="1"/>
                    <a:pt x="868" y="23"/>
                    <a:pt x="837" y="65"/>
                  </a:cubicBezTo>
                  <a:lnTo>
                    <a:pt x="50" y="1183"/>
                  </a:lnTo>
                  <a:cubicBezTo>
                    <a:pt x="0" y="1254"/>
                    <a:pt x="17" y="1349"/>
                    <a:pt x="87" y="1399"/>
                  </a:cubicBezTo>
                  <a:cubicBezTo>
                    <a:pt x="114" y="1419"/>
                    <a:pt x="146" y="1428"/>
                    <a:pt x="176" y="1428"/>
                  </a:cubicBezTo>
                  <a:cubicBezTo>
                    <a:pt x="224" y="1428"/>
                    <a:pt x="273" y="1406"/>
                    <a:pt x="303" y="1362"/>
                  </a:cubicBezTo>
                  <a:lnTo>
                    <a:pt x="1090" y="243"/>
                  </a:lnTo>
                  <a:cubicBezTo>
                    <a:pt x="1140" y="175"/>
                    <a:pt x="1123" y="78"/>
                    <a:pt x="1053" y="28"/>
                  </a:cubicBezTo>
                  <a:cubicBezTo>
                    <a:pt x="1026" y="9"/>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5"/>
            <p:cNvSpPr/>
            <p:nvPr/>
          </p:nvSpPr>
          <p:spPr>
            <a:xfrm>
              <a:off x="4445825" y="3283738"/>
              <a:ext cx="40825" cy="53200"/>
            </a:xfrm>
            <a:custGeom>
              <a:rect b="b" l="l" r="r" t="t"/>
              <a:pathLst>
                <a:path extrusionOk="0" h="2128" w="1633">
                  <a:moveTo>
                    <a:pt x="1456" y="0"/>
                  </a:moveTo>
                  <a:cubicBezTo>
                    <a:pt x="1408" y="0"/>
                    <a:pt x="1360" y="23"/>
                    <a:pt x="1330" y="66"/>
                  </a:cubicBezTo>
                  <a:lnTo>
                    <a:pt x="51" y="1883"/>
                  </a:lnTo>
                  <a:cubicBezTo>
                    <a:pt x="1" y="1952"/>
                    <a:pt x="18" y="2049"/>
                    <a:pt x="88" y="2099"/>
                  </a:cubicBezTo>
                  <a:cubicBezTo>
                    <a:pt x="115" y="2119"/>
                    <a:pt x="147" y="2127"/>
                    <a:pt x="178" y="2127"/>
                  </a:cubicBezTo>
                  <a:cubicBezTo>
                    <a:pt x="228" y="2127"/>
                    <a:pt x="274" y="2103"/>
                    <a:pt x="304" y="2062"/>
                  </a:cubicBezTo>
                  <a:lnTo>
                    <a:pt x="1583" y="244"/>
                  </a:lnTo>
                  <a:cubicBezTo>
                    <a:pt x="1633" y="174"/>
                    <a:pt x="1615" y="79"/>
                    <a:pt x="1545" y="29"/>
                  </a:cubicBezTo>
                  <a:cubicBezTo>
                    <a:pt x="1518" y="10"/>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5"/>
            <p:cNvSpPr/>
            <p:nvPr/>
          </p:nvSpPr>
          <p:spPr>
            <a:xfrm>
              <a:off x="4412425" y="3277663"/>
              <a:ext cx="28575" cy="35725"/>
            </a:xfrm>
            <a:custGeom>
              <a:rect b="b" l="l" r="r" t="t"/>
              <a:pathLst>
                <a:path extrusionOk="0" h="1429" w="1143">
                  <a:moveTo>
                    <a:pt x="965" y="1"/>
                  </a:moveTo>
                  <a:cubicBezTo>
                    <a:pt x="917" y="1"/>
                    <a:pt x="869" y="23"/>
                    <a:pt x="838" y="66"/>
                  </a:cubicBezTo>
                  <a:lnTo>
                    <a:pt x="51" y="1185"/>
                  </a:lnTo>
                  <a:cubicBezTo>
                    <a:pt x="1" y="1253"/>
                    <a:pt x="18" y="1350"/>
                    <a:pt x="88" y="1400"/>
                  </a:cubicBezTo>
                  <a:cubicBezTo>
                    <a:pt x="115" y="1420"/>
                    <a:pt x="147" y="1429"/>
                    <a:pt x="178" y="1429"/>
                  </a:cubicBezTo>
                  <a:cubicBezTo>
                    <a:pt x="225" y="1429"/>
                    <a:pt x="274" y="1406"/>
                    <a:pt x="304" y="1363"/>
                  </a:cubicBezTo>
                  <a:lnTo>
                    <a:pt x="1093" y="244"/>
                  </a:lnTo>
                  <a:cubicBezTo>
                    <a:pt x="1143" y="174"/>
                    <a:pt x="1124" y="79"/>
                    <a:pt x="1054"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5"/>
            <p:cNvSpPr/>
            <p:nvPr/>
          </p:nvSpPr>
          <p:spPr>
            <a:xfrm>
              <a:off x="4427700" y="3288438"/>
              <a:ext cx="28550" cy="35700"/>
            </a:xfrm>
            <a:custGeom>
              <a:rect b="b" l="l" r="r" t="t"/>
              <a:pathLst>
                <a:path extrusionOk="0" h="1428" w="1142">
                  <a:moveTo>
                    <a:pt x="965" y="1"/>
                  </a:moveTo>
                  <a:cubicBezTo>
                    <a:pt x="916" y="1"/>
                    <a:pt x="868" y="23"/>
                    <a:pt x="837" y="65"/>
                  </a:cubicBezTo>
                  <a:lnTo>
                    <a:pt x="50" y="1184"/>
                  </a:lnTo>
                  <a:cubicBezTo>
                    <a:pt x="0" y="1254"/>
                    <a:pt x="19" y="1349"/>
                    <a:pt x="87" y="1399"/>
                  </a:cubicBezTo>
                  <a:cubicBezTo>
                    <a:pt x="114" y="1419"/>
                    <a:pt x="147" y="1428"/>
                    <a:pt x="177" y="1428"/>
                  </a:cubicBezTo>
                  <a:cubicBezTo>
                    <a:pt x="226" y="1428"/>
                    <a:pt x="274" y="1405"/>
                    <a:pt x="304" y="1362"/>
                  </a:cubicBezTo>
                  <a:lnTo>
                    <a:pt x="1092" y="243"/>
                  </a:lnTo>
                  <a:cubicBezTo>
                    <a:pt x="1142" y="175"/>
                    <a:pt x="1123" y="78"/>
                    <a:pt x="1055" y="28"/>
                  </a:cubicBezTo>
                  <a:cubicBezTo>
                    <a:pt x="1027" y="9"/>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5"/>
            <p:cNvSpPr/>
            <p:nvPr/>
          </p:nvSpPr>
          <p:spPr>
            <a:xfrm>
              <a:off x="4495275" y="3318563"/>
              <a:ext cx="40825" cy="53175"/>
            </a:xfrm>
            <a:custGeom>
              <a:rect b="b" l="l" r="r" t="t"/>
              <a:pathLst>
                <a:path extrusionOk="0" h="2127" w="1633">
                  <a:moveTo>
                    <a:pt x="1456" y="1"/>
                  </a:moveTo>
                  <a:cubicBezTo>
                    <a:pt x="1407" y="1"/>
                    <a:pt x="1360" y="23"/>
                    <a:pt x="1329" y="66"/>
                  </a:cubicBezTo>
                  <a:lnTo>
                    <a:pt x="50" y="1880"/>
                  </a:lnTo>
                  <a:cubicBezTo>
                    <a:pt x="0" y="1950"/>
                    <a:pt x="18" y="2048"/>
                    <a:pt x="88" y="2098"/>
                  </a:cubicBezTo>
                  <a:cubicBezTo>
                    <a:pt x="115" y="2116"/>
                    <a:pt x="146" y="2126"/>
                    <a:pt x="176" y="2126"/>
                  </a:cubicBezTo>
                  <a:cubicBezTo>
                    <a:pt x="225" y="2126"/>
                    <a:pt x="273" y="2102"/>
                    <a:pt x="303" y="2059"/>
                  </a:cubicBezTo>
                  <a:lnTo>
                    <a:pt x="1582" y="244"/>
                  </a:lnTo>
                  <a:cubicBezTo>
                    <a:pt x="1632" y="174"/>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5"/>
            <p:cNvSpPr/>
            <p:nvPr/>
          </p:nvSpPr>
          <p:spPr>
            <a:xfrm>
              <a:off x="4461800" y="3312463"/>
              <a:ext cx="28575" cy="35725"/>
            </a:xfrm>
            <a:custGeom>
              <a:rect b="b" l="l" r="r" t="t"/>
              <a:pathLst>
                <a:path extrusionOk="0" h="1429" w="1143">
                  <a:moveTo>
                    <a:pt x="966" y="0"/>
                  </a:moveTo>
                  <a:cubicBezTo>
                    <a:pt x="917" y="0"/>
                    <a:pt x="870" y="23"/>
                    <a:pt x="839" y="65"/>
                  </a:cubicBezTo>
                  <a:lnTo>
                    <a:pt x="51" y="1183"/>
                  </a:lnTo>
                  <a:cubicBezTo>
                    <a:pt x="1" y="1253"/>
                    <a:pt x="19" y="1350"/>
                    <a:pt x="89" y="1400"/>
                  </a:cubicBezTo>
                  <a:cubicBezTo>
                    <a:pt x="115" y="1419"/>
                    <a:pt x="148" y="1429"/>
                    <a:pt x="178" y="1429"/>
                  </a:cubicBezTo>
                  <a:cubicBezTo>
                    <a:pt x="228" y="1429"/>
                    <a:pt x="275" y="1406"/>
                    <a:pt x="305" y="1361"/>
                  </a:cubicBezTo>
                  <a:lnTo>
                    <a:pt x="1092" y="244"/>
                  </a:lnTo>
                  <a:cubicBezTo>
                    <a:pt x="1142" y="174"/>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5"/>
            <p:cNvSpPr/>
            <p:nvPr/>
          </p:nvSpPr>
          <p:spPr>
            <a:xfrm>
              <a:off x="4477100" y="3323213"/>
              <a:ext cx="28550" cy="35725"/>
            </a:xfrm>
            <a:custGeom>
              <a:rect b="b" l="l" r="r" t="t"/>
              <a:pathLst>
                <a:path extrusionOk="0" h="1429" w="1142">
                  <a:moveTo>
                    <a:pt x="965" y="0"/>
                  </a:moveTo>
                  <a:cubicBezTo>
                    <a:pt x="916" y="0"/>
                    <a:pt x="868" y="23"/>
                    <a:pt x="837" y="66"/>
                  </a:cubicBezTo>
                  <a:lnTo>
                    <a:pt x="50" y="1184"/>
                  </a:lnTo>
                  <a:cubicBezTo>
                    <a:pt x="0" y="1253"/>
                    <a:pt x="17" y="1350"/>
                    <a:pt x="87" y="1400"/>
                  </a:cubicBezTo>
                  <a:cubicBezTo>
                    <a:pt x="114" y="1420"/>
                    <a:pt x="146" y="1429"/>
                    <a:pt x="177" y="1429"/>
                  </a:cubicBezTo>
                  <a:cubicBezTo>
                    <a:pt x="224" y="1429"/>
                    <a:pt x="273" y="1406"/>
                    <a:pt x="303" y="1363"/>
                  </a:cubicBezTo>
                  <a:lnTo>
                    <a:pt x="1092" y="244"/>
                  </a:lnTo>
                  <a:cubicBezTo>
                    <a:pt x="1142" y="174"/>
                    <a:pt x="1123" y="78"/>
                    <a:pt x="1053" y="28"/>
                  </a:cubicBezTo>
                  <a:cubicBezTo>
                    <a:pt x="1026" y="9"/>
                    <a:pt x="995"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5"/>
            <p:cNvSpPr/>
            <p:nvPr/>
          </p:nvSpPr>
          <p:spPr>
            <a:xfrm>
              <a:off x="4145575" y="2843763"/>
              <a:ext cx="32625" cy="41525"/>
            </a:xfrm>
            <a:custGeom>
              <a:rect b="b" l="l" r="r" t="t"/>
              <a:pathLst>
                <a:path extrusionOk="0" h="1661" w="1305">
                  <a:moveTo>
                    <a:pt x="1129" y="0"/>
                  </a:moveTo>
                  <a:cubicBezTo>
                    <a:pt x="1081" y="0"/>
                    <a:pt x="1033" y="23"/>
                    <a:pt x="1002" y="66"/>
                  </a:cubicBezTo>
                  <a:lnTo>
                    <a:pt x="49" y="1416"/>
                  </a:lnTo>
                  <a:cubicBezTo>
                    <a:pt x="0" y="1485"/>
                    <a:pt x="17" y="1582"/>
                    <a:pt x="87" y="1632"/>
                  </a:cubicBezTo>
                  <a:cubicBezTo>
                    <a:pt x="114" y="1652"/>
                    <a:pt x="146" y="1660"/>
                    <a:pt x="176" y="1660"/>
                  </a:cubicBezTo>
                  <a:cubicBezTo>
                    <a:pt x="225" y="1660"/>
                    <a:pt x="273" y="1638"/>
                    <a:pt x="303" y="1595"/>
                  </a:cubicBezTo>
                  <a:lnTo>
                    <a:pt x="1255" y="244"/>
                  </a:lnTo>
                  <a:cubicBezTo>
                    <a:pt x="1305" y="174"/>
                    <a:pt x="1288" y="77"/>
                    <a:pt x="1218" y="27"/>
                  </a:cubicBezTo>
                  <a:cubicBezTo>
                    <a:pt x="1191" y="9"/>
                    <a:pt x="1160" y="0"/>
                    <a:pt x="1129"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5"/>
            <p:cNvSpPr/>
            <p:nvPr/>
          </p:nvSpPr>
          <p:spPr>
            <a:xfrm>
              <a:off x="4140525" y="2848713"/>
              <a:ext cx="42675" cy="31575"/>
            </a:xfrm>
            <a:custGeom>
              <a:rect b="b" l="l" r="r" t="t"/>
              <a:pathLst>
                <a:path extrusionOk="0" h="1263" w="1707">
                  <a:moveTo>
                    <a:pt x="179" y="1"/>
                  </a:moveTo>
                  <a:cubicBezTo>
                    <a:pt x="130" y="1"/>
                    <a:pt x="81" y="23"/>
                    <a:pt x="51" y="66"/>
                  </a:cubicBezTo>
                  <a:cubicBezTo>
                    <a:pt x="1" y="135"/>
                    <a:pt x="19" y="232"/>
                    <a:pt x="89" y="282"/>
                  </a:cubicBezTo>
                  <a:lnTo>
                    <a:pt x="1441" y="1234"/>
                  </a:lnTo>
                  <a:cubicBezTo>
                    <a:pt x="1468" y="1254"/>
                    <a:pt x="1500" y="1262"/>
                    <a:pt x="1531" y="1262"/>
                  </a:cubicBezTo>
                  <a:cubicBezTo>
                    <a:pt x="1578" y="1262"/>
                    <a:pt x="1627" y="1239"/>
                    <a:pt x="1657" y="1197"/>
                  </a:cubicBezTo>
                  <a:cubicBezTo>
                    <a:pt x="1707" y="1127"/>
                    <a:pt x="1690" y="1029"/>
                    <a:pt x="1620" y="979"/>
                  </a:cubicBezTo>
                  <a:lnTo>
                    <a:pt x="268" y="28"/>
                  </a:lnTo>
                  <a:cubicBezTo>
                    <a:pt x="241" y="10"/>
                    <a:pt x="210" y="1"/>
                    <a:pt x="179"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7" name="Google Shape;5197;p65"/>
          <p:cNvGrpSpPr/>
          <p:nvPr/>
        </p:nvGrpSpPr>
        <p:grpSpPr>
          <a:xfrm>
            <a:off x="1172128" y="3114932"/>
            <a:ext cx="745681" cy="929720"/>
            <a:chOff x="1172128" y="3114932"/>
            <a:chExt cx="745681" cy="929720"/>
          </a:xfrm>
        </p:grpSpPr>
        <p:sp>
          <p:nvSpPr>
            <p:cNvPr id="5198" name="Google Shape;5198;p65"/>
            <p:cNvSpPr/>
            <p:nvPr/>
          </p:nvSpPr>
          <p:spPr>
            <a:xfrm rot="961257">
              <a:off x="1676552" y="3141307"/>
              <a:ext cx="218584" cy="195058"/>
            </a:xfrm>
            <a:custGeom>
              <a:rect b="b" l="l" r="r" t="t"/>
              <a:pathLst>
                <a:path extrusionOk="0" h="7802" w="8743">
                  <a:moveTo>
                    <a:pt x="6174" y="0"/>
                  </a:moveTo>
                  <a:cubicBezTo>
                    <a:pt x="6073" y="0"/>
                    <a:pt x="5971" y="22"/>
                    <a:pt x="5874" y="68"/>
                  </a:cubicBezTo>
                  <a:lnTo>
                    <a:pt x="365" y="3812"/>
                  </a:lnTo>
                  <a:lnTo>
                    <a:pt x="0" y="4844"/>
                  </a:lnTo>
                  <a:lnTo>
                    <a:pt x="8378" y="7801"/>
                  </a:lnTo>
                  <a:lnTo>
                    <a:pt x="8742" y="6770"/>
                  </a:lnTo>
                  <a:lnTo>
                    <a:pt x="6805" y="397"/>
                  </a:lnTo>
                  <a:cubicBezTo>
                    <a:pt x="6685" y="147"/>
                    <a:pt x="6434" y="0"/>
                    <a:pt x="6174" y="0"/>
                  </a:cubicBezTo>
                  <a:close/>
                </a:path>
              </a:pathLst>
            </a:custGeom>
            <a:solidFill>
              <a:srgbClr val="F550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5"/>
            <p:cNvSpPr/>
            <p:nvPr/>
          </p:nvSpPr>
          <p:spPr>
            <a:xfrm rot="961257">
              <a:off x="1671929" y="3174688"/>
              <a:ext cx="218559" cy="161032"/>
            </a:xfrm>
            <a:custGeom>
              <a:rect b="b" l="l" r="r" t="t"/>
              <a:pathLst>
                <a:path extrusionOk="0" h="6441" w="8742">
                  <a:moveTo>
                    <a:pt x="3970" y="1"/>
                  </a:moveTo>
                  <a:lnTo>
                    <a:pt x="363" y="2451"/>
                  </a:lnTo>
                  <a:lnTo>
                    <a:pt x="0" y="3483"/>
                  </a:lnTo>
                  <a:lnTo>
                    <a:pt x="8378" y="6440"/>
                  </a:lnTo>
                  <a:lnTo>
                    <a:pt x="8742" y="5409"/>
                  </a:lnTo>
                  <a:lnTo>
                    <a:pt x="7477" y="1252"/>
                  </a:lnTo>
                  <a:lnTo>
                    <a:pt x="4188" y="92"/>
                  </a:lnTo>
                  <a:cubicBezTo>
                    <a:pt x="4114" y="65"/>
                    <a:pt x="4041" y="32"/>
                    <a:pt x="3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5"/>
            <p:cNvSpPr/>
            <p:nvPr/>
          </p:nvSpPr>
          <p:spPr>
            <a:xfrm rot="961257">
              <a:off x="1792363" y="3153156"/>
              <a:ext cx="87729" cy="65353"/>
            </a:xfrm>
            <a:custGeom>
              <a:rect b="b" l="l" r="r" t="t"/>
              <a:pathLst>
                <a:path extrusionOk="0" h="2614" w="3509">
                  <a:moveTo>
                    <a:pt x="2205" y="0"/>
                  </a:moveTo>
                  <a:cubicBezTo>
                    <a:pt x="2104" y="0"/>
                    <a:pt x="2002" y="22"/>
                    <a:pt x="1905" y="68"/>
                  </a:cubicBezTo>
                  <a:lnTo>
                    <a:pt x="1" y="1362"/>
                  </a:lnTo>
                  <a:cubicBezTo>
                    <a:pt x="75" y="1393"/>
                    <a:pt x="146" y="1426"/>
                    <a:pt x="221" y="1453"/>
                  </a:cubicBezTo>
                  <a:lnTo>
                    <a:pt x="3509" y="2613"/>
                  </a:lnTo>
                  <a:lnTo>
                    <a:pt x="2836" y="397"/>
                  </a:lnTo>
                  <a:cubicBezTo>
                    <a:pt x="2716" y="147"/>
                    <a:pt x="2465" y="0"/>
                    <a:pt x="2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5"/>
            <p:cNvSpPr/>
            <p:nvPr/>
          </p:nvSpPr>
          <p:spPr>
            <a:xfrm rot="961257">
              <a:off x="1206218" y="3790770"/>
              <a:ext cx="251735" cy="223484"/>
            </a:xfrm>
            <a:custGeom>
              <a:rect b="b" l="l" r="r" t="t"/>
              <a:pathLst>
                <a:path extrusionOk="0" h="8939" w="10069">
                  <a:moveTo>
                    <a:pt x="5034" y="1"/>
                  </a:moveTo>
                  <a:cubicBezTo>
                    <a:pt x="3193" y="1"/>
                    <a:pt x="1470" y="1148"/>
                    <a:pt x="823" y="2983"/>
                  </a:cubicBezTo>
                  <a:cubicBezTo>
                    <a:pt x="1" y="5309"/>
                    <a:pt x="1220" y="7861"/>
                    <a:pt x="3547" y="8683"/>
                  </a:cubicBezTo>
                  <a:cubicBezTo>
                    <a:pt x="4039" y="8856"/>
                    <a:pt x="4541" y="8939"/>
                    <a:pt x="5035" y="8939"/>
                  </a:cubicBezTo>
                  <a:cubicBezTo>
                    <a:pt x="6876" y="8939"/>
                    <a:pt x="8599" y="7792"/>
                    <a:pt x="9247" y="5956"/>
                  </a:cubicBezTo>
                  <a:cubicBezTo>
                    <a:pt x="10068" y="3629"/>
                    <a:pt x="8848" y="1078"/>
                    <a:pt x="6521" y="257"/>
                  </a:cubicBezTo>
                  <a:cubicBezTo>
                    <a:pt x="6029" y="83"/>
                    <a:pt x="5527" y="1"/>
                    <a:pt x="5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5"/>
            <p:cNvSpPr/>
            <p:nvPr/>
          </p:nvSpPr>
          <p:spPr>
            <a:xfrm rot="961257">
              <a:off x="1228625" y="3895704"/>
              <a:ext cx="81828" cy="71303"/>
            </a:xfrm>
            <a:custGeom>
              <a:rect b="b" l="l" r="r" t="t"/>
              <a:pathLst>
                <a:path extrusionOk="0" h="2852" w="3273">
                  <a:moveTo>
                    <a:pt x="777" y="0"/>
                  </a:moveTo>
                  <a:cubicBezTo>
                    <a:pt x="703" y="0"/>
                    <a:pt x="621" y="39"/>
                    <a:pt x="522" y="129"/>
                  </a:cubicBezTo>
                  <a:cubicBezTo>
                    <a:pt x="1" y="605"/>
                    <a:pt x="78" y="1536"/>
                    <a:pt x="694" y="2214"/>
                  </a:cubicBezTo>
                  <a:cubicBezTo>
                    <a:pt x="1071" y="2629"/>
                    <a:pt x="1564" y="2851"/>
                    <a:pt x="2009" y="2851"/>
                  </a:cubicBezTo>
                  <a:cubicBezTo>
                    <a:pt x="2289" y="2851"/>
                    <a:pt x="2550" y="2763"/>
                    <a:pt x="2751" y="2581"/>
                  </a:cubicBezTo>
                  <a:cubicBezTo>
                    <a:pt x="3273" y="2105"/>
                    <a:pt x="2351" y="1942"/>
                    <a:pt x="1735" y="1266"/>
                  </a:cubicBezTo>
                  <a:cubicBezTo>
                    <a:pt x="1236" y="717"/>
                    <a:pt x="1091" y="0"/>
                    <a:pt x="777"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5"/>
            <p:cNvSpPr/>
            <p:nvPr/>
          </p:nvSpPr>
          <p:spPr>
            <a:xfrm rot="961257">
              <a:off x="1301878" y="3964887"/>
              <a:ext cx="15001" cy="13326"/>
            </a:xfrm>
            <a:custGeom>
              <a:rect b="b" l="l" r="r" t="t"/>
              <a:pathLst>
                <a:path extrusionOk="0" h="533" w="600">
                  <a:moveTo>
                    <a:pt x="298" y="1"/>
                  </a:moveTo>
                  <a:cubicBezTo>
                    <a:pt x="188" y="1"/>
                    <a:pt x="86" y="68"/>
                    <a:pt x="49" y="177"/>
                  </a:cubicBezTo>
                  <a:cubicBezTo>
                    <a:pt x="1" y="316"/>
                    <a:pt x="73" y="469"/>
                    <a:pt x="211" y="517"/>
                  </a:cubicBezTo>
                  <a:cubicBezTo>
                    <a:pt x="240" y="528"/>
                    <a:pt x="271" y="533"/>
                    <a:pt x="300" y="533"/>
                  </a:cubicBezTo>
                  <a:cubicBezTo>
                    <a:pt x="410" y="533"/>
                    <a:pt x="512" y="465"/>
                    <a:pt x="551" y="354"/>
                  </a:cubicBezTo>
                  <a:cubicBezTo>
                    <a:pt x="599" y="216"/>
                    <a:pt x="528" y="63"/>
                    <a:pt x="388" y="16"/>
                  </a:cubicBezTo>
                  <a:cubicBezTo>
                    <a:pt x="358" y="5"/>
                    <a:pt x="328" y="1"/>
                    <a:pt x="298"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5"/>
            <p:cNvSpPr/>
            <p:nvPr/>
          </p:nvSpPr>
          <p:spPr>
            <a:xfrm rot="961257">
              <a:off x="1316256" y="3205251"/>
              <a:ext cx="468419" cy="780982"/>
            </a:xfrm>
            <a:custGeom>
              <a:rect b="b" l="l" r="r" t="t"/>
              <a:pathLst>
                <a:path extrusionOk="0" h="31238" w="18736">
                  <a:moveTo>
                    <a:pt x="9931" y="0"/>
                  </a:moveTo>
                  <a:lnTo>
                    <a:pt x="0" y="28129"/>
                  </a:lnTo>
                  <a:lnTo>
                    <a:pt x="8805" y="31237"/>
                  </a:lnTo>
                  <a:lnTo>
                    <a:pt x="18735" y="3108"/>
                  </a:lnTo>
                  <a:lnTo>
                    <a:pt x="993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5"/>
            <p:cNvSpPr/>
            <p:nvPr/>
          </p:nvSpPr>
          <p:spPr>
            <a:xfrm rot="961257">
              <a:off x="1396055" y="3233402"/>
              <a:ext cx="308813" cy="724680"/>
            </a:xfrm>
            <a:custGeom>
              <a:rect b="b" l="l" r="r" t="t"/>
              <a:pathLst>
                <a:path extrusionOk="0" h="28986" w="12352">
                  <a:moveTo>
                    <a:pt x="9931" y="0"/>
                  </a:moveTo>
                  <a:lnTo>
                    <a:pt x="0" y="28131"/>
                  </a:lnTo>
                  <a:lnTo>
                    <a:pt x="2421" y="28985"/>
                  </a:lnTo>
                  <a:lnTo>
                    <a:pt x="12351" y="855"/>
                  </a:lnTo>
                  <a:lnTo>
                    <a:pt x="99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5"/>
            <p:cNvSpPr/>
            <p:nvPr/>
          </p:nvSpPr>
          <p:spPr>
            <a:xfrm rot="961257">
              <a:off x="1664668" y="3150208"/>
              <a:ext cx="226884" cy="168807"/>
            </a:xfrm>
            <a:custGeom>
              <a:rect b="b" l="l" r="r" t="t"/>
              <a:pathLst>
                <a:path extrusionOk="0" h="6752" w="9075">
                  <a:moveTo>
                    <a:pt x="4158" y="333"/>
                  </a:moveTo>
                  <a:cubicBezTo>
                    <a:pt x="4208" y="355"/>
                    <a:pt x="4258" y="376"/>
                    <a:pt x="4311" y="393"/>
                  </a:cubicBezTo>
                  <a:lnTo>
                    <a:pt x="7526" y="1528"/>
                  </a:lnTo>
                  <a:lnTo>
                    <a:pt x="8752" y="5560"/>
                  </a:lnTo>
                  <a:lnTo>
                    <a:pt x="8458" y="6399"/>
                  </a:lnTo>
                  <a:lnTo>
                    <a:pt x="372" y="3544"/>
                  </a:lnTo>
                  <a:lnTo>
                    <a:pt x="668" y="2707"/>
                  </a:lnTo>
                  <a:lnTo>
                    <a:pt x="4158" y="333"/>
                  </a:lnTo>
                  <a:close/>
                  <a:moveTo>
                    <a:pt x="4145" y="0"/>
                  </a:moveTo>
                  <a:cubicBezTo>
                    <a:pt x="4115" y="0"/>
                    <a:pt x="4084" y="9"/>
                    <a:pt x="4058" y="28"/>
                  </a:cubicBezTo>
                  <a:lnTo>
                    <a:pt x="453" y="2478"/>
                  </a:lnTo>
                  <a:cubicBezTo>
                    <a:pt x="426" y="2497"/>
                    <a:pt x="405" y="2524"/>
                    <a:pt x="393" y="2554"/>
                  </a:cubicBezTo>
                  <a:lnTo>
                    <a:pt x="29" y="3587"/>
                  </a:lnTo>
                  <a:cubicBezTo>
                    <a:pt x="0" y="3667"/>
                    <a:pt x="43" y="3757"/>
                    <a:pt x="125" y="3786"/>
                  </a:cubicBezTo>
                  <a:lnTo>
                    <a:pt x="8500" y="6743"/>
                  </a:lnTo>
                  <a:cubicBezTo>
                    <a:pt x="8519" y="6749"/>
                    <a:pt x="8535" y="6752"/>
                    <a:pt x="8552" y="6752"/>
                  </a:cubicBezTo>
                  <a:cubicBezTo>
                    <a:pt x="8573" y="6752"/>
                    <a:pt x="8598" y="6746"/>
                    <a:pt x="8622" y="6733"/>
                  </a:cubicBezTo>
                  <a:cubicBezTo>
                    <a:pt x="8658" y="6716"/>
                    <a:pt x="8686" y="6686"/>
                    <a:pt x="8700" y="6646"/>
                  </a:cubicBezTo>
                  <a:lnTo>
                    <a:pt x="9065" y="5614"/>
                  </a:lnTo>
                  <a:cubicBezTo>
                    <a:pt x="9075" y="5583"/>
                    <a:pt x="9075" y="5550"/>
                    <a:pt x="9066" y="5517"/>
                  </a:cubicBezTo>
                  <a:lnTo>
                    <a:pt x="7802" y="1361"/>
                  </a:lnTo>
                  <a:cubicBezTo>
                    <a:pt x="7787" y="1314"/>
                    <a:pt x="7752" y="1275"/>
                    <a:pt x="7706" y="1259"/>
                  </a:cubicBezTo>
                  <a:lnTo>
                    <a:pt x="4417" y="99"/>
                  </a:lnTo>
                  <a:cubicBezTo>
                    <a:pt x="4344" y="73"/>
                    <a:pt x="4277" y="43"/>
                    <a:pt x="4208" y="13"/>
                  </a:cubicBezTo>
                  <a:cubicBezTo>
                    <a:pt x="4188" y="5"/>
                    <a:pt x="4167" y="0"/>
                    <a:pt x="414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5"/>
            <p:cNvSpPr/>
            <p:nvPr/>
          </p:nvSpPr>
          <p:spPr>
            <a:xfrm rot="961257">
              <a:off x="1785557" y="3128811"/>
              <a:ext cx="95904" cy="73103"/>
            </a:xfrm>
            <a:custGeom>
              <a:rect b="b" l="l" r="r" t="t"/>
              <a:pathLst>
                <a:path extrusionOk="0" h="2924" w="3836">
                  <a:moveTo>
                    <a:pt x="2363" y="310"/>
                  </a:moveTo>
                  <a:cubicBezTo>
                    <a:pt x="2424" y="310"/>
                    <a:pt x="2486" y="320"/>
                    <a:pt x="2545" y="340"/>
                  </a:cubicBezTo>
                  <a:cubicBezTo>
                    <a:pt x="2681" y="389"/>
                    <a:pt x="2792" y="488"/>
                    <a:pt x="2845" y="596"/>
                  </a:cubicBezTo>
                  <a:lnTo>
                    <a:pt x="3430" y="2518"/>
                  </a:lnTo>
                  <a:lnTo>
                    <a:pt x="3430" y="2518"/>
                  </a:lnTo>
                  <a:lnTo>
                    <a:pt x="488" y="1481"/>
                  </a:lnTo>
                  <a:lnTo>
                    <a:pt x="2131" y="362"/>
                  </a:lnTo>
                  <a:cubicBezTo>
                    <a:pt x="2205" y="327"/>
                    <a:pt x="2284" y="310"/>
                    <a:pt x="2363" y="310"/>
                  </a:cubicBezTo>
                  <a:close/>
                  <a:moveTo>
                    <a:pt x="2373" y="1"/>
                  </a:moveTo>
                  <a:cubicBezTo>
                    <a:pt x="2242" y="1"/>
                    <a:pt x="2108" y="31"/>
                    <a:pt x="1978" y="95"/>
                  </a:cubicBezTo>
                  <a:lnTo>
                    <a:pt x="73" y="1388"/>
                  </a:lnTo>
                  <a:cubicBezTo>
                    <a:pt x="28" y="1419"/>
                    <a:pt x="0" y="1475"/>
                    <a:pt x="6" y="1531"/>
                  </a:cubicBezTo>
                  <a:cubicBezTo>
                    <a:pt x="12" y="1588"/>
                    <a:pt x="45" y="1635"/>
                    <a:pt x="98" y="1659"/>
                  </a:cubicBezTo>
                  <a:cubicBezTo>
                    <a:pt x="172" y="1693"/>
                    <a:pt x="249" y="1725"/>
                    <a:pt x="328" y="1753"/>
                  </a:cubicBezTo>
                  <a:lnTo>
                    <a:pt x="3615" y="2915"/>
                  </a:lnTo>
                  <a:cubicBezTo>
                    <a:pt x="3634" y="2919"/>
                    <a:pt x="3650" y="2924"/>
                    <a:pt x="3667" y="2924"/>
                  </a:cubicBezTo>
                  <a:cubicBezTo>
                    <a:pt x="3707" y="2924"/>
                    <a:pt x="3744" y="2908"/>
                    <a:pt x="3777" y="2879"/>
                  </a:cubicBezTo>
                  <a:cubicBezTo>
                    <a:pt x="3820" y="2839"/>
                    <a:pt x="3835" y="2777"/>
                    <a:pt x="3817" y="2722"/>
                  </a:cubicBezTo>
                  <a:lnTo>
                    <a:pt x="3135" y="483"/>
                  </a:lnTo>
                  <a:cubicBezTo>
                    <a:pt x="3037" y="278"/>
                    <a:pt x="2865" y="125"/>
                    <a:pt x="2649" y="47"/>
                  </a:cubicBezTo>
                  <a:cubicBezTo>
                    <a:pt x="2560" y="16"/>
                    <a:pt x="2467" y="1"/>
                    <a:pt x="2373"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5"/>
            <p:cNvSpPr/>
            <p:nvPr/>
          </p:nvSpPr>
          <p:spPr>
            <a:xfrm rot="961257">
              <a:off x="1189094" y="3836669"/>
              <a:ext cx="239885" cy="156706"/>
            </a:xfrm>
            <a:custGeom>
              <a:rect b="b" l="l" r="r" t="t"/>
              <a:pathLst>
                <a:path extrusionOk="0" h="6268" w="9595">
                  <a:moveTo>
                    <a:pt x="996" y="0"/>
                  </a:moveTo>
                  <a:cubicBezTo>
                    <a:pt x="932" y="0"/>
                    <a:pt x="872" y="40"/>
                    <a:pt x="849" y="103"/>
                  </a:cubicBezTo>
                  <a:cubicBezTo>
                    <a:pt x="0" y="2507"/>
                    <a:pt x="1265" y="5153"/>
                    <a:pt x="3670" y="6000"/>
                  </a:cubicBezTo>
                  <a:cubicBezTo>
                    <a:pt x="4173" y="6179"/>
                    <a:pt x="4694" y="6267"/>
                    <a:pt x="5213" y="6267"/>
                  </a:cubicBezTo>
                  <a:cubicBezTo>
                    <a:pt x="5893" y="6267"/>
                    <a:pt x="6570" y="6114"/>
                    <a:pt x="7202" y="5813"/>
                  </a:cubicBezTo>
                  <a:cubicBezTo>
                    <a:pt x="8316" y="5281"/>
                    <a:pt x="9156" y="4347"/>
                    <a:pt x="9566" y="3182"/>
                  </a:cubicBezTo>
                  <a:cubicBezTo>
                    <a:pt x="9595" y="3102"/>
                    <a:pt x="9552" y="3012"/>
                    <a:pt x="9472" y="2984"/>
                  </a:cubicBezTo>
                  <a:cubicBezTo>
                    <a:pt x="9455" y="2978"/>
                    <a:pt x="9438" y="2975"/>
                    <a:pt x="9421" y="2975"/>
                  </a:cubicBezTo>
                  <a:cubicBezTo>
                    <a:pt x="9357" y="2975"/>
                    <a:pt x="9296" y="3015"/>
                    <a:pt x="9274" y="3078"/>
                  </a:cubicBezTo>
                  <a:cubicBezTo>
                    <a:pt x="8889" y="4164"/>
                    <a:pt x="8108" y="5036"/>
                    <a:pt x="7067" y="5533"/>
                  </a:cubicBezTo>
                  <a:cubicBezTo>
                    <a:pt x="6479" y="5814"/>
                    <a:pt x="5847" y="5956"/>
                    <a:pt x="5212" y="5956"/>
                  </a:cubicBezTo>
                  <a:cubicBezTo>
                    <a:pt x="4728" y="5956"/>
                    <a:pt x="4242" y="5874"/>
                    <a:pt x="3773" y="5707"/>
                  </a:cubicBezTo>
                  <a:cubicBezTo>
                    <a:pt x="1529" y="4917"/>
                    <a:pt x="350" y="2448"/>
                    <a:pt x="1142" y="206"/>
                  </a:cubicBezTo>
                  <a:cubicBezTo>
                    <a:pt x="1171" y="126"/>
                    <a:pt x="1128" y="38"/>
                    <a:pt x="1048" y="9"/>
                  </a:cubicBezTo>
                  <a:cubicBezTo>
                    <a:pt x="1031" y="3"/>
                    <a:pt x="1013" y="0"/>
                    <a:pt x="99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5"/>
            <p:cNvSpPr/>
            <p:nvPr/>
          </p:nvSpPr>
          <p:spPr>
            <a:xfrm rot="961257">
              <a:off x="1309245" y="3180841"/>
              <a:ext cx="476744" cy="788682"/>
            </a:xfrm>
            <a:custGeom>
              <a:rect b="b" l="l" r="r" t="t"/>
              <a:pathLst>
                <a:path extrusionOk="0" h="31546" w="19069">
                  <a:moveTo>
                    <a:pt x="10199" y="354"/>
                  </a:moveTo>
                  <a:lnTo>
                    <a:pt x="18711" y="3359"/>
                  </a:lnTo>
                  <a:lnTo>
                    <a:pt x="8883" y="31194"/>
                  </a:lnTo>
                  <a:lnTo>
                    <a:pt x="373" y="28191"/>
                  </a:lnTo>
                  <a:lnTo>
                    <a:pt x="10199" y="354"/>
                  </a:lnTo>
                  <a:close/>
                  <a:moveTo>
                    <a:pt x="10105" y="0"/>
                  </a:moveTo>
                  <a:cubicBezTo>
                    <a:pt x="10082" y="0"/>
                    <a:pt x="10059" y="5"/>
                    <a:pt x="10038" y="16"/>
                  </a:cubicBezTo>
                  <a:cubicBezTo>
                    <a:pt x="10002" y="33"/>
                    <a:pt x="9974" y="64"/>
                    <a:pt x="9959" y="103"/>
                  </a:cubicBezTo>
                  <a:lnTo>
                    <a:pt x="29" y="28231"/>
                  </a:lnTo>
                  <a:cubicBezTo>
                    <a:pt x="0" y="28312"/>
                    <a:pt x="43" y="28401"/>
                    <a:pt x="123" y="28429"/>
                  </a:cubicBezTo>
                  <a:lnTo>
                    <a:pt x="8926" y="31537"/>
                  </a:lnTo>
                  <a:cubicBezTo>
                    <a:pt x="8945" y="31543"/>
                    <a:pt x="8961" y="31546"/>
                    <a:pt x="8978" y="31546"/>
                  </a:cubicBezTo>
                  <a:cubicBezTo>
                    <a:pt x="9041" y="31546"/>
                    <a:pt x="9102" y="31507"/>
                    <a:pt x="9125" y="31441"/>
                  </a:cubicBezTo>
                  <a:lnTo>
                    <a:pt x="19055" y="3312"/>
                  </a:lnTo>
                  <a:cubicBezTo>
                    <a:pt x="19068" y="3275"/>
                    <a:pt x="19065" y="3232"/>
                    <a:pt x="19048" y="3195"/>
                  </a:cubicBezTo>
                  <a:cubicBezTo>
                    <a:pt x="19030" y="3159"/>
                    <a:pt x="19000" y="3131"/>
                    <a:pt x="18961" y="3116"/>
                  </a:cubicBezTo>
                  <a:lnTo>
                    <a:pt x="10157" y="9"/>
                  </a:lnTo>
                  <a:cubicBezTo>
                    <a:pt x="10140" y="3"/>
                    <a:pt x="10122" y="0"/>
                    <a:pt x="1010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5"/>
            <p:cNvSpPr/>
            <p:nvPr/>
          </p:nvSpPr>
          <p:spPr>
            <a:xfrm rot="961257">
              <a:off x="1389419" y="3209123"/>
              <a:ext cx="316763" cy="732355"/>
            </a:xfrm>
            <a:custGeom>
              <a:rect b="b" l="l" r="r" t="t"/>
              <a:pathLst>
                <a:path extrusionOk="0" h="29293" w="12670">
                  <a:moveTo>
                    <a:pt x="10182" y="350"/>
                  </a:moveTo>
                  <a:lnTo>
                    <a:pt x="12311" y="1102"/>
                  </a:lnTo>
                  <a:lnTo>
                    <a:pt x="2483" y="28937"/>
                  </a:lnTo>
                  <a:lnTo>
                    <a:pt x="354" y="28186"/>
                  </a:lnTo>
                  <a:lnTo>
                    <a:pt x="10182" y="350"/>
                  </a:lnTo>
                  <a:close/>
                  <a:moveTo>
                    <a:pt x="10088" y="0"/>
                  </a:moveTo>
                  <a:cubicBezTo>
                    <a:pt x="10065" y="0"/>
                    <a:pt x="10042" y="5"/>
                    <a:pt x="10020" y="16"/>
                  </a:cubicBezTo>
                  <a:cubicBezTo>
                    <a:pt x="9985" y="33"/>
                    <a:pt x="9956" y="64"/>
                    <a:pt x="9942" y="103"/>
                  </a:cubicBezTo>
                  <a:lnTo>
                    <a:pt x="12" y="28231"/>
                  </a:lnTo>
                  <a:cubicBezTo>
                    <a:pt x="0" y="28271"/>
                    <a:pt x="2" y="28314"/>
                    <a:pt x="19" y="28351"/>
                  </a:cubicBezTo>
                  <a:cubicBezTo>
                    <a:pt x="37" y="28386"/>
                    <a:pt x="67" y="28415"/>
                    <a:pt x="107" y="28429"/>
                  </a:cubicBezTo>
                  <a:lnTo>
                    <a:pt x="2526" y="29284"/>
                  </a:lnTo>
                  <a:cubicBezTo>
                    <a:pt x="2545" y="29288"/>
                    <a:pt x="2561" y="29292"/>
                    <a:pt x="2579" y="29292"/>
                  </a:cubicBezTo>
                  <a:cubicBezTo>
                    <a:pt x="2643" y="29292"/>
                    <a:pt x="2702" y="29251"/>
                    <a:pt x="2726" y="29188"/>
                  </a:cubicBezTo>
                  <a:lnTo>
                    <a:pt x="12657" y="1060"/>
                  </a:lnTo>
                  <a:cubicBezTo>
                    <a:pt x="12670" y="1023"/>
                    <a:pt x="12668" y="980"/>
                    <a:pt x="12650" y="943"/>
                  </a:cubicBezTo>
                  <a:cubicBezTo>
                    <a:pt x="12632" y="907"/>
                    <a:pt x="12602" y="879"/>
                    <a:pt x="12562" y="864"/>
                  </a:cubicBezTo>
                  <a:lnTo>
                    <a:pt x="10141" y="8"/>
                  </a:lnTo>
                  <a:cubicBezTo>
                    <a:pt x="10123" y="3"/>
                    <a:pt x="10105" y="0"/>
                    <a:pt x="1008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1" name="Google Shape;5211;p65"/>
          <p:cNvGrpSpPr/>
          <p:nvPr/>
        </p:nvGrpSpPr>
        <p:grpSpPr>
          <a:xfrm>
            <a:off x="5846275" y="624875"/>
            <a:ext cx="2160750" cy="394550"/>
            <a:chOff x="5846275" y="624875"/>
            <a:chExt cx="2160750" cy="394550"/>
          </a:xfrm>
        </p:grpSpPr>
        <p:sp>
          <p:nvSpPr>
            <p:cNvPr id="5212" name="Google Shape;5212;p65"/>
            <p:cNvSpPr/>
            <p:nvPr/>
          </p:nvSpPr>
          <p:spPr>
            <a:xfrm>
              <a:off x="5846275" y="683325"/>
              <a:ext cx="50725" cy="84125"/>
            </a:xfrm>
            <a:custGeom>
              <a:rect b="b" l="l" r="r" t="t"/>
              <a:pathLst>
                <a:path extrusionOk="0" h="3365" w="2029">
                  <a:moveTo>
                    <a:pt x="1762" y="1"/>
                  </a:moveTo>
                  <a:cubicBezTo>
                    <a:pt x="1703" y="1"/>
                    <a:pt x="1646" y="30"/>
                    <a:pt x="1610" y="100"/>
                  </a:cubicBezTo>
                  <a:cubicBezTo>
                    <a:pt x="1099" y="1089"/>
                    <a:pt x="590" y="2076"/>
                    <a:pt x="81" y="3066"/>
                  </a:cubicBezTo>
                  <a:cubicBezTo>
                    <a:pt x="1" y="3221"/>
                    <a:pt x="137" y="3364"/>
                    <a:pt x="268" y="3364"/>
                  </a:cubicBezTo>
                  <a:cubicBezTo>
                    <a:pt x="327" y="3364"/>
                    <a:pt x="385" y="3335"/>
                    <a:pt x="421" y="3265"/>
                  </a:cubicBezTo>
                  <a:cubicBezTo>
                    <a:pt x="931" y="2275"/>
                    <a:pt x="1439" y="1288"/>
                    <a:pt x="1949" y="298"/>
                  </a:cubicBezTo>
                  <a:cubicBezTo>
                    <a:pt x="2029" y="143"/>
                    <a:pt x="1893" y="1"/>
                    <a:pt x="176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5"/>
            <p:cNvSpPr/>
            <p:nvPr/>
          </p:nvSpPr>
          <p:spPr>
            <a:xfrm>
              <a:off x="5883100" y="679950"/>
              <a:ext cx="50075" cy="100275"/>
            </a:xfrm>
            <a:custGeom>
              <a:rect b="b" l="l" r="r" t="t"/>
              <a:pathLst>
                <a:path extrusionOk="0" h="4011" w="2003">
                  <a:moveTo>
                    <a:pt x="240" y="1"/>
                  </a:moveTo>
                  <a:cubicBezTo>
                    <a:pt x="118" y="1"/>
                    <a:pt x="0" y="94"/>
                    <a:pt x="59" y="236"/>
                  </a:cubicBezTo>
                  <a:cubicBezTo>
                    <a:pt x="560" y="1451"/>
                    <a:pt x="1061" y="2665"/>
                    <a:pt x="1564" y="3879"/>
                  </a:cubicBezTo>
                  <a:cubicBezTo>
                    <a:pt x="1601" y="3971"/>
                    <a:pt x="1684" y="4011"/>
                    <a:pt x="1763" y="4011"/>
                  </a:cubicBezTo>
                  <a:cubicBezTo>
                    <a:pt x="1886" y="4011"/>
                    <a:pt x="2002" y="3918"/>
                    <a:pt x="1943" y="3775"/>
                  </a:cubicBezTo>
                  <a:cubicBezTo>
                    <a:pt x="1442" y="2559"/>
                    <a:pt x="941" y="1345"/>
                    <a:pt x="439" y="131"/>
                  </a:cubicBezTo>
                  <a:cubicBezTo>
                    <a:pt x="402" y="40"/>
                    <a:pt x="320" y="1"/>
                    <a:pt x="24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5"/>
            <p:cNvSpPr/>
            <p:nvPr/>
          </p:nvSpPr>
          <p:spPr>
            <a:xfrm>
              <a:off x="5853700" y="737775"/>
              <a:ext cx="63225" cy="14100"/>
            </a:xfrm>
            <a:custGeom>
              <a:rect b="b" l="l" r="r" t="t"/>
              <a:pathLst>
                <a:path extrusionOk="0" h="564" w="2529">
                  <a:moveTo>
                    <a:pt x="280" y="1"/>
                  </a:moveTo>
                  <a:cubicBezTo>
                    <a:pt x="73" y="1"/>
                    <a:pt x="1" y="331"/>
                    <a:pt x="228" y="387"/>
                  </a:cubicBezTo>
                  <a:cubicBezTo>
                    <a:pt x="699" y="504"/>
                    <a:pt x="1172" y="564"/>
                    <a:pt x="1650" y="564"/>
                  </a:cubicBezTo>
                  <a:cubicBezTo>
                    <a:pt x="1858" y="564"/>
                    <a:pt x="2066" y="552"/>
                    <a:pt x="2276" y="530"/>
                  </a:cubicBezTo>
                  <a:cubicBezTo>
                    <a:pt x="2517" y="505"/>
                    <a:pt x="2529" y="135"/>
                    <a:pt x="2299" y="135"/>
                  </a:cubicBezTo>
                  <a:cubicBezTo>
                    <a:pt x="2292" y="135"/>
                    <a:pt x="2284" y="135"/>
                    <a:pt x="2276" y="136"/>
                  </a:cubicBezTo>
                  <a:cubicBezTo>
                    <a:pt x="2068" y="159"/>
                    <a:pt x="1860" y="170"/>
                    <a:pt x="1654" y="170"/>
                  </a:cubicBezTo>
                  <a:cubicBezTo>
                    <a:pt x="1210" y="170"/>
                    <a:pt x="770" y="117"/>
                    <a:pt x="332" y="7"/>
                  </a:cubicBezTo>
                  <a:cubicBezTo>
                    <a:pt x="314" y="3"/>
                    <a:pt x="297" y="1"/>
                    <a:pt x="28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5"/>
            <p:cNvSpPr/>
            <p:nvPr/>
          </p:nvSpPr>
          <p:spPr>
            <a:xfrm>
              <a:off x="5933400" y="654000"/>
              <a:ext cx="43425" cy="75700"/>
            </a:xfrm>
            <a:custGeom>
              <a:rect b="b" l="l" r="r" t="t"/>
              <a:pathLst>
                <a:path extrusionOk="0" h="3028" w="1737">
                  <a:moveTo>
                    <a:pt x="571" y="0"/>
                  </a:moveTo>
                  <a:cubicBezTo>
                    <a:pt x="380" y="0"/>
                    <a:pt x="198" y="87"/>
                    <a:pt x="89" y="279"/>
                  </a:cubicBezTo>
                  <a:cubicBezTo>
                    <a:pt x="1" y="434"/>
                    <a:pt x="136" y="577"/>
                    <a:pt x="269" y="577"/>
                  </a:cubicBezTo>
                  <a:cubicBezTo>
                    <a:pt x="329" y="577"/>
                    <a:pt x="388" y="548"/>
                    <a:pt x="427" y="479"/>
                  </a:cubicBezTo>
                  <a:cubicBezTo>
                    <a:pt x="504" y="431"/>
                    <a:pt x="570" y="407"/>
                    <a:pt x="625" y="407"/>
                  </a:cubicBezTo>
                  <a:cubicBezTo>
                    <a:pt x="709" y="407"/>
                    <a:pt x="766" y="464"/>
                    <a:pt x="796" y="575"/>
                  </a:cubicBezTo>
                  <a:cubicBezTo>
                    <a:pt x="925" y="719"/>
                    <a:pt x="923" y="877"/>
                    <a:pt x="790" y="1058"/>
                  </a:cubicBezTo>
                  <a:cubicBezTo>
                    <a:pt x="730" y="1202"/>
                    <a:pt x="626" y="1337"/>
                    <a:pt x="538" y="1464"/>
                  </a:cubicBezTo>
                  <a:cubicBezTo>
                    <a:pt x="435" y="1612"/>
                    <a:pt x="573" y="1749"/>
                    <a:pt x="715" y="1749"/>
                  </a:cubicBezTo>
                  <a:cubicBezTo>
                    <a:pt x="762" y="1749"/>
                    <a:pt x="808" y="1735"/>
                    <a:pt x="847" y="1702"/>
                  </a:cubicBezTo>
                  <a:cubicBezTo>
                    <a:pt x="870" y="1683"/>
                    <a:pt x="896" y="1675"/>
                    <a:pt x="925" y="1675"/>
                  </a:cubicBezTo>
                  <a:cubicBezTo>
                    <a:pt x="1024" y="1675"/>
                    <a:pt x="1143" y="1772"/>
                    <a:pt x="1177" y="1839"/>
                  </a:cubicBezTo>
                  <a:cubicBezTo>
                    <a:pt x="1277" y="2044"/>
                    <a:pt x="1141" y="2245"/>
                    <a:pt x="992" y="2365"/>
                  </a:cubicBezTo>
                  <a:cubicBezTo>
                    <a:pt x="810" y="2509"/>
                    <a:pt x="581" y="2577"/>
                    <a:pt x="361" y="2640"/>
                  </a:cubicBezTo>
                  <a:cubicBezTo>
                    <a:pt x="138" y="2701"/>
                    <a:pt x="207" y="3028"/>
                    <a:pt x="408" y="3028"/>
                  </a:cubicBezTo>
                  <a:cubicBezTo>
                    <a:pt x="427" y="3028"/>
                    <a:pt x="446" y="3025"/>
                    <a:pt x="467" y="3019"/>
                  </a:cubicBezTo>
                  <a:cubicBezTo>
                    <a:pt x="969" y="2877"/>
                    <a:pt x="1736" y="2539"/>
                    <a:pt x="1612" y="1881"/>
                  </a:cubicBezTo>
                  <a:cubicBezTo>
                    <a:pt x="1557" y="1595"/>
                    <a:pt x="1344" y="1372"/>
                    <a:pt x="1097" y="1304"/>
                  </a:cubicBezTo>
                  <a:lnTo>
                    <a:pt x="1097" y="1304"/>
                  </a:lnTo>
                  <a:cubicBezTo>
                    <a:pt x="1290" y="928"/>
                    <a:pt x="1394" y="483"/>
                    <a:pt x="1036" y="179"/>
                  </a:cubicBezTo>
                  <a:cubicBezTo>
                    <a:pt x="902" y="64"/>
                    <a:pt x="733" y="0"/>
                    <a:pt x="57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5"/>
            <p:cNvSpPr/>
            <p:nvPr/>
          </p:nvSpPr>
          <p:spPr>
            <a:xfrm>
              <a:off x="6014250" y="676475"/>
              <a:ext cx="81725" cy="94600"/>
            </a:xfrm>
            <a:custGeom>
              <a:rect b="b" l="l" r="r" t="t"/>
              <a:pathLst>
                <a:path extrusionOk="0" h="3784" w="3269">
                  <a:moveTo>
                    <a:pt x="1816" y="0"/>
                  </a:moveTo>
                  <a:cubicBezTo>
                    <a:pt x="723" y="0"/>
                    <a:pt x="1" y="1562"/>
                    <a:pt x="142" y="2534"/>
                  </a:cubicBezTo>
                  <a:cubicBezTo>
                    <a:pt x="288" y="3540"/>
                    <a:pt x="1231" y="3783"/>
                    <a:pt x="2124" y="3783"/>
                  </a:cubicBezTo>
                  <a:cubicBezTo>
                    <a:pt x="2445" y="3783"/>
                    <a:pt x="2760" y="3752"/>
                    <a:pt x="3029" y="3713"/>
                  </a:cubicBezTo>
                  <a:cubicBezTo>
                    <a:pt x="3268" y="3679"/>
                    <a:pt x="3181" y="3332"/>
                    <a:pt x="2956" y="3332"/>
                  </a:cubicBezTo>
                  <a:cubicBezTo>
                    <a:pt x="2945" y="3332"/>
                    <a:pt x="2934" y="3332"/>
                    <a:pt x="2923" y="3334"/>
                  </a:cubicBezTo>
                  <a:cubicBezTo>
                    <a:pt x="2656" y="3373"/>
                    <a:pt x="2334" y="3416"/>
                    <a:pt x="2012" y="3416"/>
                  </a:cubicBezTo>
                  <a:cubicBezTo>
                    <a:pt x="1447" y="3416"/>
                    <a:pt x="882" y="3283"/>
                    <a:pt x="620" y="2757"/>
                  </a:cubicBezTo>
                  <a:cubicBezTo>
                    <a:pt x="267" y="2053"/>
                    <a:pt x="932" y="393"/>
                    <a:pt x="1813" y="393"/>
                  </a:cubicBezTo>
                  <a:cubicBezTo>
                    <a:pt x="1863" y="393"/>
                    <a:pt x="1914" y="398"/>
                    <a:pt x="1965" y="409"/>
                  </a:cubicBezTo>
                  <a:cubicBezTo>
                    <a:pt x="1982" y="413"/>
                    <a:pt x="1998" y="415"/>
                    <a:pt x="2013" y="415"/>
                  </a:cubicBezTo>
                  <a:cubicBezTo>
                    <a:pt x="2227" y="415"/>
                    <a:pt x="2304" y="78"/>
                    <a:pt x="2073" y="29"/>
                  </a:cubicBezTo>
                  <a:cubicBezTo>
                    <a:pt x="1985" y="9"/>
                    <a:pt x="1899" y="0"/>
                    <a:pt x="181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5"/>
            <p:cNvSpPr/>
            <p:nvPr/>
          </p:nvSpPr>
          <p:spPr>
            <a:xfrm>
              <a:off x="6100925" y="651750"/>
              <a:ext cx="53450" cy="48850"/>
            </a:xfrm>
            <a:custGeom>
              <a:rect b="b" l="l" r="r" t="t"/>
              <a:pathLst>
                <a:path extrusionOk="0" h="1954" w="2138">
                  <a:moveTo>
                    <a:pt x="883" y="0"/>
                  </a:moveTo>
                  <a:cubicBezTo>
                    <a:pt x="626" y="0"/>
                    <a:pt x="339" y="131"/>
                    <a:pt x="166" y="260"/>
                  </a:cubicBezTo>
                  <a:cubicBezTo>
                    <a:pt x="1" y="382"/>
                    <a:pt x="106" y="635"/>
                    <a:pt x="262" y="635"/>
                  </a:cubicBezTo>
                  <a:cubicBezTo>
                    <a:pt x="295" y="635"/>
                    <a:pt x="331" y="623"/>
                    <a:pt x="366" y="597"/>
                  </a:cubicBezTo>
                  <a:cubicBezTo>
                    <a:pt x="461" y="525"/>
                    <a:pt x="561" y="468"/>
                    <a:pt x="676" y="432"/>
                  </a:cubicBezTo>
                  <a:cubicBezTo>
                    <a:pt x="730" y="417"/>
                    <a:pt x="791" y="395"/>
                    <a:pt x="848" y="395"/>
                  </a:cubicBezTo>
                  <a:cubicBezTo>
                    <a:pt x="855" y="395"/>
                    <a:pt x="861" y="396"/>
                    <a:pt x="867" y="396"/>
                  </a:cubicBezTo>
                  <a:cubicBezTo>
                    <a:pt x="975" y="405"/>
                    <a:pt x="979" y="402"/>
                    <a:pt x="968" y="511"/>
                  </a:cubicBezTo>
                  <a:cubicBezTo>
                    <a:pt x="952" y="658"/>
                    <a:pt x="776" y="827"/>
                    <a:pt x="697" y="942"/>
                  </a:cubicBezTo>
                  <a:lnTo>
                    <a:pt x="371" y="1414"/>
                  </a:lnTo>
                  <a:cubicBezTo>
                    <a:pt x="309" y="1501"/>
                    <a:pt x="354" y="1635"/>
                    <a:pt x="439" y="1685"/>
                  </a:cubicBezTo>
                  <a:cubicBezTo>
                    <a:pt x="750" y="1864"/>
                    <a:pt x="1081" y="1953"/>
                    <a:pt x="1423" y="1953"/>
                  </a:cubicBezTo>
                  <a:cubicBezTo>
                    <a:pt x="1583" y="1953"/>
                    <a:pt x="1746" y="1933"/>
                    <a:pt x="1910" y="1894"/>
                  </a:cubicBezTo>
                  <a:cubicBezTo>
                    <a:pt x="2138" y="1838"/>
                    <a:pt x="2064" y="1508"/>
                    <a:pt x="1855" y="1508"/>
                  </a:cubicBezTo>
                  <a:cubicBezTo>
                    <a:pt x="1839" y="1508"/>
                    <a:pt x="1822" y="1510"/>
                    <a:pt x="1804" y="1514"/>
                  </a:cubicBezTo>
                  <a:cubicBezTo>
                    <a:pt x="1673" y="1546"/>
                    <a:pt x="1545" y="1562"/>
                    <a:pt x="1419" y="1562"/>
                  </a:cubicBezTo>
                  <a:cubicBezTo>
                    <a:pt x="1218" y="1562"/>
                    <a:pt x="1022" y="1522"/>
                    <a:pt x="833" y="1443"/>
                  </a:cubicBezTo>
                  <a:lnTo>
                    <a:pt x="833" y="1443"/>
                  </a:lnTo>
                  <a:cubicBezTo>
                    <a:pt x="1007" y="1208"/>
                    <a:pt x="1198" y="968"/>
                    <a:pt x="1323" y="711"/>
                  </a:cubicBezTo>
                  <a:cubicBezTo>
                    <a:pt x="1406" y="538"/>
                    <a:pt x="1411" y="325"/>
                    <a:pt x="1284" y="171"/>
                  </a:cubicBezTo>
                  <a:cubicBezTo>
                    <a:pt x="1182" y="48"/>
                    <a:pt x="1037" y="0"/>
                    <a:pt x="8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5"/>
            <p:cNvSpPr/>
            <p:nvPr/>
          </p:nvSpPr>
          <p:spPr>
            <a:xfrm>
              <a:off x="6182825" y="665950"/>
              <a:ext cx="54550" cy="64275"/>
            </a:xfrm>
            <a:custGeom>
              <a:rect b="b" l="l" r="r" t="t"/>
              <a:pathLst>
                <a:path extrusionOk="0" h="2571" w="2182">
                  <a:moveTo>
                    <a:pt x="1743" y="0"/>
                  </a:moveTo>
                  <a:cubicBezTo>
                    <a:pt x="1698" y="0"/>
                    <a:pt x="1653" y="20"/>
                    <a:pt x="1616" y="69"/>
                  </a:cubicBezTo>
                  <a:cubicBezTo>
                    <a:pt x="1110" y="714"/>
                    <a:pt x="603" y="1360"/>
                    <a:pt x="97" y="2007"/>
                  </a:cubicBezTo>
                  <a:cubicBezTo>
                    <a:pt x="1" y="2132"/>
                    <a:pt x="38" y="2278"/>
                    <a:pt x="184" y="2336"/>
                  </a:cubicBezTo>
                  <a:cubicBezTo>
                    <a:pt x="587" y="2497"/>
                    <a:pt x="993" y="2571"/>
                    <a:pt x="1410" y="2571"/>
                  </a:cubicBezTo>
                  <a:cubicBezTo>
                    <a:pt x="1585" y="2571"/>
                    <a:pt x="1762" y="2558"/>
                    <a:pt x="1942" y="2532"/>
                  </a:cubicBezTo>
                  <a:cubicBezTo>
                    <a:pt x="2181" y="2498"/>
                    <a:pt x="2094" y="2151"/>
                    <a:pt x="1869" y="2151"/>
                  </a:cubicBezTo>
                  <a:cubicBezTo>
                    <a:pt x="1858" y="2151"/>
                    <a:pt x="1847" y="2151"/>
                    <a:pt x="1836" y="2153"/>
                  </a:cubicBezTo>
                  <a:cubicBezTo>
                    <a:pt x="1698" y="2173"/>
                    <a:pt x="1560" y="2182"/>
                    <a:pt x="1424" y="2182"/>
                  </a:cubicBezTo>
                  <a:cubicBezTo>
                    <a:pt x="1131" y="2182"/>
                    <a:pt x="843" y="2138"/>
                    <a:pt x="560" y="2052"/>
                  </a:cubicBezTo>
                  <a:lnTo>
                    <a:pt x="560" y="2052"/>
                  </a:lnTo>
                  <a:cubicBezTo>
                    <a:pt x="1005" y="1484"/>
                    <a:pt x="1450" y="917"/>
                    <a:pt x="1895" y="346"/>
                  </a:cubicBezTo>
                  <a:cubicBezTo>
                    <a:pt x="2012" y="197"/>
                    <a:pt x="1881" y="0"/>
                    <a:pt x="174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5"/>
            <p:cNvSpPr/>
            <p:nvPr/>
          </p:nvSpPr>
          <p:spPr>
            <a:xfrm>
              <a:off x="6215950" y="670400"/>
              <a:ext cx="19150" cy="100725"/>
            </a:xfrm>
            <a:custGeom>
              <a:rect b="b" l="l" r="r" t="t"/>
              <a:pathLst>
                <a:path extrusionOk="0" h="4029" w="766">
                  <a:moveTo>
                    <a:pt x="242" y="0"/>
                  </a:moveTo>
                  <a:cubicBezTo>
                    <a:pt x="127" y="0"/>
                    <a:pt x="0" y="98"/>
                    <a:pt x="29" y="246"/>
                  </a:cubicBezTo>
                  <a:cubicBezTo>
                    <a:pt x="245" y="1435"/>
                    <a:pt x="358" y="2629"/>
                    <a:pt x="369" y="3837"/>
                  </a:cubicBezTo>
                  <a:cubicBezTo>
                    <a:pt x="371" y="3965"/>
                    <a:pt x="471" y="4029"/>
                    <a:pt x="569" y="4029"/>
                  </a:cubicBezTo>
                  <a:cubicBezTo>
                    <a:pt x="668" y="4029"/>
                    <a:pt x="765" y="3965"/>
                    <a:pt x="763" y="3837"/>
                  </a:cubicBezTo>
                  <a:cubicBezTo>
                    <a:pt x="749" y="2593"/>
                    <a:pt x="630" y="1364"/>
                    <a:pt x="408" y="141"/>
                  </a:cubicBezTo>
                  <a:cubicBezTo>
                    <a:pt x="390" y="43"/>
                    <a:pt x="318" y="0"/>
                    <a:pt x="24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5"/>
            <p:cNvSpPr/>
            <p:nvPr/>
          </p:nvSpPr>
          <p:spPr>
            <a:xfrm>
              <a:off x="6265950" y="624875"/>
              <a:ext cx="50225" cy="81050"/>
            </a:xfrm>
            <a:custGeom>
              <a:rect b="b" l="l" r="r" t="t"/>
              <a:pathLst>
                <a:path extrusionOk="0" h="3242" w="2009">
                  <a:moveTo>
                    <a:pt x="569" y="390"/>
                  </a:moveTo>
                  <a:cubicBezTo>
                    <a:pt x="908" y="390"/>
                    <a:pt x="1197" y="566"/>
                    <a:pt x="1375" y="862"/>
                  </a:cubicBezTo>
                  <a:lnTo>
                    <a:pt x="1375" y="862"/>
                  </a:lnTo>
                  <a:cubicBezTo>
                    <a:pt x="1155" y="1043"/>
                    <a:pt x="914" y="1151"/>
                    <a:pt x="627" y="1211"/>
                  </a:cubicBezTo>
                  <a:cubicBezTo>
                    <a:pt x="623" y="1211"/>
                    <a:pt x="620" y="1212"/>
                    <a:pt x="617" y="1213"/>
                  </a:cubicBezTo>
                  <a:lnTo>
                    <a:pt x="617" y="1213"/>
                  </a:lnTo>
                  <a:cubicBezTo>
                    <a:pt x="616" y="989"/>
                    <a:pt x="615" y="765"/>
                    <a:pt x="614" y="541"/>
                  </a:cubicBezTo>
                  <a:cubicBezTo>
                    <a:pt x="614" y="473"/>
                    <a:pt x="586" y="423"/>
                    <a:pt x="545" y="391"/>
                  </a:cubicBezTo>
                  <a:lnTo>
                    <a:pt x="545" y="391"/>
                  </a:lnTo>
                  <a:cubicBezTo>
                    <a:pt x="553" y="391"/>
                    <a:pt x="561" y="390"/>
                    <a:pt x="569" y="390"/>
                  </a:cubicBezTo>
                  <a:close/>
                  <a:moveTo>
                    <a:pt x="619" y="1594"/>
                  </a:moveTo>
                  <a:lnTo>
                    <a:pt x="619" y="1594"/>
                  </a:lnTo>
                  <a:cubicBezTo>
                    <a:pt x="632" y="1597"/>
                    <a:pt x="645" y="1598"/>
                    <a:pt x="659" y="1598"/>
                  </a:cubicBezTo>
                  <a:cubicBezTo>
                    <a:pt x="665" y="1598"/>
                    <a:pt x="672" y="1598"/>
                    <a:pt x="678" y="1597"/>
                  </a:cubicBezTo>
                  <a:cubicBezTo>
                    <a:pt x="701" y="1595"/>
                    <a:pt x="723" y="1594"/>
                    <a:pt x="746" y="1594"/>
                  </a:cubicBezTo>
                  <a:cubicBezTo>
                    <a:pt x="1191" y="1594"/>
                    <a:pt x="1675" y="2022"/>
                    <a:pt x="1438" y="2496"/>
                  </a:cubicBezTo>
                  <a:cubicBezTo>
                    <a:pt x="1345" y="2686"/>
                    <a:pt x="1092" y="2858"/>
                    <a:pt x="887" y="2858"/>
                  </a:cubicBezTo>
                  <a:cubicBezTo>
                    <a:pt x="771" y="2858"/>
                    <a:pt x="670" y="2803"/>
                    <a:pt x="624" y="2665"/>
                  </a:cubicBezTo>
                  <a:cubicBezTo>
                    <a:pt x="534" y="2395"/>
                    <a:pt x="621" y="1938"/>
                    <a:pt x="620" y="1654"/>
                  </a:cubicBezTo>
                  <a:cubicBezTo>
                    <a:pt x="619" y="1634"/>
                    <a:pt x="619" y="1614"/>
                    <a:pt x="619" y="1594"/>
                  </a:cubicBezTo>
                  <a:close/>
                  <a:moveTo>
                    <a:pt x="555" y="1"/>
                  </a:moveTo>
                  <a:cubicBezTo>
                    <a:pt x="445" y="1"/>
                    <a:pt x="333" y="14"/>
                    <a:pt x="222" y="40"/>
                  </a:cubicBezTo>
                  <a:cubicBezTo>
                    <a:pt x="1" y="91"/>
                    <a:pt x="62" y="403"/>
                    <a:pt x="256" y="424"/>
                  </a:cubicBezTo>
                  <a:lnTo>
                    <a:pt x="256" y="424"/>
                  </a:lnTo>
                  <a:cubicBezTo>
                    <a:pt x="235" y="454"/>
                    <a:pt x="221" y="492"/>
                    <a:pt x="222" y="539"/>
                  </a:cubicBezTo>
                  <a:cubicBezTo>
                    <a:pt x="226" y="1348"/>
                    <a:pt x="229" y="2158"/>
                    <a:pt x="233" y="2967"/>
                  </a:cubicBezTo>
                  <a:cubicBezTo>
                    <a:pt x="233" y="3032"/>
                    <a:pt x="269" y="3109"/>
                    <a:pt x="330" y="3138"/>
                  </a:cubicBezTo>
                  <a:cubicBezTo>
                    <a:pt x="485" y="3208"/>
                    <a:pt x="652" y="3242"/>
                    <a:pt x="817" y="3242"/>
                  </a:cubicBezTo>
                  <a:cubicBezTo>
                    <a:pt x="1262" y="3242"/>
                    <a:pt x="1697" y="2994"/>
                    <a:pt x="1848" y="2535"/>
                  </a:cubicBezTo>
                  <a:cubicBezTo>
                    <a:pt x="2009" y="2051"/>
                    <a:pt x="1749" y="1589"/>
                    <a:pt x="1351" y="1355"/>
                  </a:cubicBezTo>
                  <a:lnTo>
                    <a:pt x="1351" y="1355"/>
                  </a:lnTo>
                  <a:cubicBezTo>
                    <a:pt x="1495" y="1272"/>
                    <a:pt x="1629" y="1169"/>
                    <a:pt x="1758" y="1046"/>
                  </a:cubicBezTo>
                  <a:cubicBezTo>
                    <a:pt x="1826" y="979"/>
                    <a:pt x="1824" y="889"/>
                    <a:pt x="1788" y="807"/>
                  </a:cubicBezTo>
                  <a:cubicBezTo>
                    <a:pt x="1565" y="295"/>
                    <a:pt x="1082" y="1"/>
                    <a:pt x="55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5"/>
            <p:cNvSpPr/>
            <p:nvPr/>
          </p:nvSpPr>
          <p:spPr>
            <a:xfrm>
              <a:off x="6377525" y="688450"/>
              <a:ext cx="45875" cy="10225"/>
            </a:xfrm>
            <a:custGeom>
              <a:rect b="b" l="l" r="r" t="t"/>
              <a:pathLst>
                <a:path extrusionOk="0" h="409" w="1835">
                  <a:moveTo>
                    <a:pt x="250" y="0"/>
                  </a:moveTo>
                  <a:cubicBezTo>
                    <a:pt x="0" y="0"/>
                    <a:pt x="2" y="390"/>
                    <a:pt x="254" y="394"/>
                  </a:cubicBezTo>
                  <a:cubicBezTo>
                    <a:pt x="696" y="398"/>
                    <a:pt x="1138" y="403"/>
                    <a:pt x="1579" y="408"/>
                  </a:cubicBezTo>
                  <a:cubicBezTo>
                    <a:pt x="1580" y="408"/>
                    <a:pt x="1580" y="408"/>
                    <a:pt x="1581" y="408"/>
                  </a:cubicBezTo>
                  <a:cubicBezTo>
                    <a:pt x="1834" y="408"/>
                    <a:pt x="1834" y="16"/>
                    <a:pt x="1579" y="15"/>
                  </a:cubicBezTo>
                  <a:cubicBezTo>
                    <a:pt x="1138" y="9"/>
                    <a:pt x="696" y="5"/>
                    <a:pt x="254" y="0"/>
                  </a:cubicBezTo>
                  <a:cubicBezTo>
                    <a:pt x="252" y="0"/>
                    <a:pt x="251" y="0"/>
                    <a:pt x="25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5"/>
            <p:cNvSpPr/>
            <p:nvPr/>
          </p:nvSpPr>
          <p:spPr>
            <a:xfrm>
              <a:off x="6380525" y="709550"/>
              <a:ext cx="43325" cy="14500"/>
            </a:xfrm>
            <a:custGeom>
              <a:rect b="b" l="l" r="r" t="t"/>
              <a:pathLst>
                <a:path extrusionOk="0" h="580" w="1733">
                  <a:moveTo>
                    <a:pt x="305" y="1"/>
                  </a:moveTo>
                  <a:cubicBezTo>
                    <a:pt x="83" y="1"/>
                    <a:pt x="0" y="345"/>
                    <a:pt x="235" y="383"/>
                  </a:cubicBezTo>
                  <a:cubicBezTo>
                    <a:pt x="620" y="448"/>
                    <a:pt x="1007" y="512"/>
                    <a:pt x="1392" y="577"/>
                  </a:cubicBezTo>
                  <a:cubicBezTo>
                    <a:pt x="1405" y="579"/>
                    <a:pt x="1417" y="580"/>
                    <a:pt x="1429" y="580"/>
                  </a:cubicBezTo>
                  <a:cubicBezTo>
                    <a:pt x="1651" y="580"/>
                    <a:pt x="1733" y="237"/>
                    <a:pt x="1498" y="197"/>
                  </a:cubicBezTo>
                  <a:cubicBezTo>
                    <a:pt x="1113" y="133"/>
                    <a:pt x="726" y="68"/>
                    <a:pt x="341" y="4"/>
                  </a:cubicBezTo>
                  <a:cubicBezTo>
                    <a:pt x="329" y="2"/>
                    <a:pt x="317" y="1"/>
                    <a:pt x="30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5"/>
            <p:cNvSpPr/>
            <p:nvPr/>
          </p:nvSpPr>
          <p:spPr>
            <a:xfrm>
              <a:off x="6548450" y="658050"/>
              <a:ext cx="83050" cy="110100"/>
            </a:xfrm>
            <a:custGeom>
              <a:rect b="b" l="l" r="r" t="t"/>
              <a:pathLst>
                <a:path extrusionOk="0" h="4404" w="3322">
                  <a:moveTo>
                    <a:pt x="1494" y="382"/>
                  </a:moveTo>
                  <a:cubicBezTo>
                    <a:pt x="1739" y="382"/>
                    <a:pt x="1991" y="426"/>
                    <a:pt x="2191" y="468"/>
                  </a:cubicBezTo>
                  <a:lnTo>
                    <a:pt x="2191" y="468"/>
                  </a:lnTo>
                  <a:cubicBezTo>
                    <a:pt x="2158" y="521"/>
                    <a:pt x="2148" y="591"/>
                    <a:pt x="2181" y="662"/>
                  </a:cubicBezTo>
                  <a:cubicBezTo>
                    <a:pt x="2181" y="662"/>
                    <a:pt x="2181" y="662"/>
                    <a:pt x="2181" y="662"/>
                  </a:cubicBezTo>
                  <a:lnTo>
                    <a:pt x="2181" y="662"/>
                  </a:lnTo>
                  <a:cubicBezTo>
                    <a:pt x="2451" y="1262"/>
                    <a:pt x="1843" y="1601"/>
                    <a:pt x="1302" y="1601"/>
                  </a:cubicBezTo>
                  <a:cubicBezTo>
                    <a:pt x="845" y="1601"/>
                    <a:pt x="435" y="1359"/>
                    <a:pt x="639" y="830"/>
                  </a:cubicBezTo>
                  <a:cubicBezTo>
                    <a:pt x="773" y="481"/>
                    <a:pt x="1125" y="382"/>
                    <a:pt x="1494" y="382"/>
                  </a:cubicBezTo>
                  <a:close/>
                  <a:moveTo>
                    <a:pt x="1547" y="1"/>
                  </a:moveTo>
                  <a:cubicBezTo>
                    <a:pt x="1134" y="1"/>
                    <a:pt x="734" y="105"/>
                    <a:pt x="444" y="433"/>
                  </a:cubicBezTo>
                  <a:cubicBezTo>
                    <a:pt x="102" y="823"/>
                    <a:pt x="0" y="1433"/>
                    <a:pt x="395" y="1818"/>
                  </a:cubicBezTo>
                  <a:cubicBezTo>
                    <a:pt x="592" y="2009"/>
                    <a:pt x="848" y="2092"/>
                    <a:pt x="1115" y="2092"/>
                  </a:cubicBezTo>
                  <a:cubicBezTo>
                    <a:pt x="1627" y="2092"/>
                    <a:pt x="2182" y="1788"/>
                    <a:pt x="2446" y="1362"/>
                  </a:cubicBezTo>
                  <a:lnTo>
                    <a:pt x="2446" y="1362"/>
                  </a:lnTo>
                  <a:cubicBezTo>
                    <a:pt x="2663" y="2422"/>
                    <a:pt x="2131" y="3562"/>
                    <a:pt x="1107" y="4044"/>
                  </a:cubicBezTo>
                  <a:cubicBezTo>
                    <a:pt x="908" y="4137"/>
                    <a:pt x="1031" y="4404"/>
                    <a:pt x="1216" y="4404"/>
                  </a:cubicBezTo>
                  <a:cubicBezTo>
                    <a:pt x="1245" y="4404"/>
                    <a:pt x="1275" y="4397"/>
                    <a:pt x="1306" y="4383"/>
                  </a:cubicBezTo>
                  <a:cubicBezTo>
                    <a:pt x="2759" y="3702"/>
                    <a:pt x="3321" y="1846"/>
                    <a:pt x="2521" y="465"/>
                  </a:cubicBezTo>
                  <a:cubicBezTo>
                    <a:pt x="2520" y="462"/>
                    <a:pt x="2518" y="459"/>
                    <a:pt x="2516" y="456"/>
                  </a:cubicBezTo>
                  <a:lnTo>
                    <a:pt x="2516" y="456"/>
                  </a:lnTo>
                  <a:cubicBezTo>
                    <a:pt x="2617" y="361"/>
                    <a:pt x="2617" y="163"/>
                    <a:pt x="2442" y="123"/>
                  </a:cubicBezTo>
                  <a:cubicBezTo>
                    <a:pt x="2162" y="57"/>
                    <a:pt x="1851" y="1"/>
                    <a:pt x="15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5"/>
            <p:cNvSpPr/>
            <p:nvPr/>
          </p:nvSpPr>
          <p:spPr>
            <a:xfrm>
              <a:off x="6644600" y="632125"/>
              <a:ext cx="38250" cy="61075"/>
            </a:xfrm>
            <a:custGeom>
              <a:rect b="b" l="l" r="r" t="t"/>
              <a:pathLst>
                <a:path extrusionOk="0" h="2443" w="1530">
                  <a:moveTo>
                    <a:pt x="568" y="1"/>
                  </a:moveTo>
                  <a:cubicBezTo>
                    <a:pt x="442" y="1"/>
                    <a:pt x="306" y="43"/>
                    <a:pt x="170" y="142"/>
                  </a:cubicBezTo>
                  <a:cubicBezTo>
                    <a:pt x="0" y="260"/>
                    <a:pt x="106" y="515"/>
                    <a:pt x="263" y="515"/>
                  </a:cubicBezTo>
                  <a:cubicBezTo>
                    <a:pt x="296" y="515"/>
                    <a:pt x="331" y="504"/>
                    <a:pt x="366" y="478"/>
                  </a:cubicBezTo>
                  <a:cubicBezTo>
                    <a:pt x="431" y="431"/>
                    <a:pt x="496" y="411"/>
                    <a:pt x="554" y="411"/>
                  </a:cubicBezTo>
                  <a:cubicBezTo>
                    <a:pt x="785" y="411"/>
                    <a:pt x="925" y="721"/>
                    <a:pt x="651" y="878"/>
                  </a:cubicBezTo>
                  <a:cubicBezTo>
                    <a:pt x="563" y="926"/>
                    <a:pt x="520" y="1060"/>
                    <a:pt x="581" y="1147"/>
                  </a:cubicBezTo>
                  <a:cubicBezTo>
                    <a:pt x="739" y="1374"/>
                    <a:pt x="895" y="1600"/>
                    <a:pt x="1053" y="1826"/>
                  </a:cubicBezTo>
                  <a:lnTo>
                    <a:pt x="1053" y="1826"/>
                  </a:lnTo>
                  <a:cubicBezTo>
                    <a:pt x="881" y="1977"/>
                    <a:pt x="684" y="2048"/>
                    <a:pt x="448" y="2048"/>
                  </a:cubicBezTo>
                  <a:cubicBezTo>
                    <a:pt x="417" y="2048"/>
                    <a:pt x="385" y="2047"/>
                    <a:pt x="352" y="2044"/>
                  </a:cubicBezTo>
                  <a:cubicBezTo>
                    <a:pt x="345" y="2044"/>
                    <a:pt x="339" y="2044"/>
                    <a:pt x="333" y="2044"/>
                  </a:cubicBezTo>
                  <a:cubicBezTo>
                    <a:pt x="100" y="2044"/>
                    <a:pt x="107" y="2419"/>
                    <a:pt x="352" y="2438"/>
                  </a:cubicBezTo>
                  <a:cubicBezTo>
                    <a:pt x="388" y="2441"/>
                    <a:pt x="424" y="2442"/>
                    <a:pt x="460" y="2442"/>
                  </a:cubicBezTo>
                  <a:cubicBezTo>
                    <a:pt x="844" y="2442"/>
                    <a:pt x="1191" y="2283"/>
                    <a:pt x="1447" y="1989"/>
                  </a:cubicBezTo>
                  <a:cubicBezTo>
                    <a:pt x="1501" y="1926"/>
                    <a:pt x="1530" y="1824"/>
                    <a:pt x="1478" y="1751"/>
                  </a:cubicBezTo>
                  <a:cubicBezTo>
                    <a:pt x="1325" y="1531"/>
                    <a:pt x="1173" y="1312"/>
                    <a:pt x="1021" y="1093"/>
                  </a:cubicBezTo>
                  <a:lnTo>
                    <a:pt x="1021" y="1093"/>
                  </a:lnTo>
                  <a:cubicBezTo>
                    <a:pt x="1426" y="684"/>
                    <a:pt x="1075" y="1"/>
                    <a:pt x="56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5"/>
            <p:cNvSpPr/>
            <p:nvPr/>
          </p:nvSpPr>
          <p:spPr>
            <a:xfrm>
              <a:off x="6717000" y="675225"/>
              <a:ext cx="15125" cy="67850"/>
            </a:xfrm>
            <a:custGeom>
              <a:rect b="b" l="l" r="r" t="t"/>
              <a:pathLst>
                <a:path extrusionOk="0" h="2714" w="605">
                  <a:moveTo>
                    <a:pt x="363" y="1"/>
                  </a:moveTo>
                  <a:cubicBezTo>
                    <a:pt x="287" y="1"/>
                    <a:pt x="215" y="44"/>
                    <a:pt x="196" y="143"/>
                  </a:cubicBezTo>
                  <a:cubicBezTo>
                    <a:pt x="44" y="933"/>
                    <a:pt x="1" y="1722"/>
                    <a:pt x="71" y="2525"/>
                  </a:cubicBezTo>
                  <a:cubicBezTo>
                    <a:pt x="82" y="2650"/>
                    <a:pt x="186" y="2713"/>
                    <a:pt x="285" y="2713"/>
                  </a:cubicBezTo>
                  <a:cubicBezTo>
                    <a:pt x="383" y="2713"/>
                    <a:pt x="476" y="2651"/>
                    <a:pt x="465" y="2525"/>
                  </a:cubicBezTo>
                  <a:cubicBezTo>
                    <a:pt x="396" y="1759"/>
                    <a:pt x="430" y="1003"/>
                    <a:pt x="575" y="246"/>
                  </a:cubicBezTo>
                  <a:cubicBezTo>
                    <a:pt x="604" y="98"/>
                    <a:pt x="479" y="1"/>
                    <a:pt x="36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5"/>
            <p:cNvSpPr/>
            <p:nvPr/>
          </p:nvSpPr>
          <p:spPr>
            <a:xfrm>
              <a:off x="6700525" y="704875"/>
              <a:ext cx="62550" cy="16025"/>
            </a:xfrm>
            <a:custGeom>
              <a:rect b="b" l="l" r="r" t="t"/>
              <a:pathLst>
                <a:path extrusionOk="0" h="641" w="2502">
                  <a:moveTo>
                    <a:pt x="2278" y="0"/>
                  </a:moveTo>
                  <a:cubicBezTo>
                    <a:pt x="2269" y="0"/>
                    <a:pt x="2260" y="1"/>
                    <a:pt x="2250" y="2"/>
                  </a:cubicBezTo>
                  <a:cubicBezTo>
                    <a:pt x="1583" y="82"/>
                    <a:pt x="915" y="164"/>
                    <a:pt x="250" y="245"/>
                  </a:cubicBezTo>
                  <a:cubicBezTo>
                    <a:pt x="10" y="273"/>
                    <a:pt x="0" y="641"/>
                    <a:pt x="224" y="641"/>
                  </a:cubicBezTo>
                  <a:cubicBezTo>
                    <a:pt x="232" y="641"/>
                    <a:pt x="241" y="640"/>
                    <a:pt x="250" y="639"/>
                  </a:cubicBezTo>
                  <a:cubicBezTo>
                    <a:pt x="917" y="557"/>
                    <a:pt x="1585" y="476"/>
                    <a:pt x="2250" y="396"/>
                  </a:cubicBezTo>
                  <a:cubicBezTo>
                    <a:pt x="2490" y="365"/>
                    <a:pt x="2502" y="0"/>
                    <a:pt x="22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5"/>
            <p:cNvSpPr/>
            <p:nvPr/>
          </p:nvSpPr>
          <p:spPr>
            <a:xfrm>
              <a:off x="6805350" y="668450"/>
              <a:ext cx="61850" cy="81625"/>
            </a:xfrm>
            <a:custGeom>
              <a:rect b="b" l="l" r="r" t="t"/>
              <a:pathLst>
                <a:path extrusionOk="0" h="3265" w="2474">
                  <a:moveTo>
                    <a:pt x="412" y="0"/>
                  </a:moveTo>
                  <a:cubicBezTo>
                    <a:pt x="309" y="0"/>
                    <a:pt x="210" y="89"/>
                    <a:pt x="216" y="196"/>
                  </a:cubicBezTo>
                  <a:cubicBezTo>
                    <a:pt x="232" y="577"/>
                    <a:pt x="248" y="958"/>
                    <a:pt x="263" y="1337"/>
                  </a:cubicBezTo>
                  <a:cubicBezTo>
                    <a:pt x="268" y="1448"/>
                    <a:pt x="370" y="1535"/>
                    <a:pt x="471" y="1535"/>
                  </a:cubicBezTo>
                  <a:cubicBezTo>
                    <a:pt x="517" y="1535"/>
                    <a:pt x="563" y="1517"/>
                    <a:pt x="600" y="1476"/>
                  </a:cubicBezTo>
                  <a:cubicBezTo>
                    <a:pt x="764" y="1295"/>
                    <a:pt x="975" y="1214"/>
                    <a:pt x="1180" y="1214"/>
                  </a:cubicBezTo>
                  <a:cubicBezTo>
                    <a:pt x="1575" y="1214"/>
                    <a:pt x="1952" y="1517"/>
                    <a:pt x="1945" y="1997"/>
                  </a:cubicBezTo>
                  <a:cubicBezTo>
                    <a:pt x="1939" y="2577"/>
                    <a:pt x="1486" y="2874"/>
                    <a:pt x="1001" y="2874"/>
                  </a:cubicBezTo>
                  <a:cubicBezTo>
                    <a:pt x="790" y="2874"/>
                    <a:pt x="573" y="2818"/>
                    <a:pt x="383" y="2704"/>
                  </a:cubicBezTo>
                  <a:cubicBezTo>
                    <a:pt x="349" y="2684"/>
                    <a:pt x="316" y="2675"/>
                    <a:pt x="284" y="2675"/>
                  </a:cubicBezTo>
                  <a:cubicBezTo>
                    <a:pt x="114" y="2675"/>
                    <a:pt x="1" y="2934"/>
                    <a:pt x="185" y="3044"/>
                  </a:cubicBezTo>
                  <a:cubicBezTo>
                    <a:pt x="435" y="3194"/>
                    <a:pt x="713" y="3264"/>
                    <a:pt x="984" y="3264"/>
                  </a:cubicBezTo>
                  <a:cubicBezTo>
                    <a:pt x="1725" y="3264"/>
                    <a:pt x="2410" y="2736"/>
                    <a:pt x="2332" y="1861"/>
                  </a:cubicBezTo>
                  <a:cubicBezTo>
                    <a:pt x="2274" y="1214"/>
                    <a:pt x="1730" y="819"/>
                    <a:pt x="1172" y="819"/>
                  </a:cubicBezTo>
                  <a:cubicBezTo>
                    <a:pt x="991" y="819"/>
                    <a:pt x="808" y="860"/>
                    <a:pt x="641" y="948"/>
                  </a:cubicBezTo>
                  <a:lnTo>
                    <a:pt x="641" y="948"/>
                  </a:lnTo>
                  <a:cubicBezTo>
                    <a:pt x="633" y="763"/>
                    <a:pt x="626" y="578"/>
                    <a:pt x="618" y="394"/>
                  </a:cubicBezTo>
                  <a:lnTo>
                    <a:pt x="618" y="394"/>
                  </a:lnTo>
                  <a:cubicBezTo>
                    <a:pt x="1152" y="394"/>
                    <a:pt x="1685" y="395"/>
                    <a:pt x="2220" y="395"/>
                  </a:cubicBezTo>
                  <a:cubicBezTo>
                    <a:pt x="2474" y="395"/>
                    <a:pt x="2474" y="2"/>
                    <a:pt x="2220" y="2"/>
                  </a:cubicBezTo>
                  <a:cubicBezTo>
                    <a:pt x="1616" y="2"/>
                    <a:pt x="1015" y="0"/>
                    <a:pt x="41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5"/>
            <p:cNvSpPr/>
            <p:nvPr/>
          </p:nvSpPr>
          <p:spPr>
            <a:xfrm>
              <a:off x="6880625" y="630450"/>
              <a:ext cx="51175" cy="61125"/>
            </a:xfrm>
            <a:custGeom>
              <a:rect b="b" l="l" r="r" t="t"/>
              <a:pathLst>
                <a:path extrusionOk="0" h="2445" w="2047">
                  <a:moveTo>
                    <a:pt x="966" y="362"/>
                  </a:moveTo>
                  <a:cubicBezTo>
                    <a:pt x="1181" y="362"/>
                    <a:pt x="1588" y="514"/>
                    <a:pt x="1501" y="816"/>
                  </a:cubicBezTo>
                  <a:cubicBezTo>
                    <a:pt x="1455" y="974"/>
                    <a:pt x="1297" y="1035"/>
                    <a:pt x="1119" y="1054"/>
                  </a:cubicBezTo>
                  <a:lnTo>
                    <a:pt x="1119" y="1054"/>
                  </a:lnTo>
                  <a:cubicBezTo>
                    <a:pt x="1004" y="1035"/>
                    <a:pt x="888" y="1027"/>
                    <a:pt x="777" y="1027"/>
                  </a:cubicBezTo>
                  <a:cubicBezTo>
                    <a:pt x="767" y="1027"/>
                    <a:pt x="756" y="1027"/>
                    <a:pt x="745" y="1027"/>
                  </a:cubicBezTo>
                  <a:lnTo>
                    <a:pt x="745" y="1027"/>
                  </a:lnTo>
                  <a:cubicBezTo>
                    <a:pt x="793" y="833"/>
                    <a:pt x="859" y="653"/>
                    <a:pt x="917" y="531"/>
                  </a:cubicBezTo>
                  <a:cubicBezTo>
                    <a:pt x="945" y="471"/>
                    <a:pt x="943" y="412"/>
                    <a:pt x="922" y="363"/>
                  </a:cubicBezTo>
                  <a:lnTo>
                    <a:pt x="922" y="363"/>
                  </a:lnTo>
                  <a:cubicBezTo>
                    <a:pt x="934" y="363"/>
                    <a:pt x="947" y="362"/>
                    <a:pt x="960" y="362"/>
                  </a:cubicBezTo>
                  <a:cubicBezTo>
                    <a:pt x="962" y="362"/>
                    <a:pt x="964" y="362"/>
                    <a:pt x="966" y="362"/>
                  </a:cubicBezTo>
                  <a:close/>
                  <a:moveTo>
                    <a:pt x="684" y="1433"/>
                  </a:moveTo>
                  <a:cubicBezTo>
                    <a:pt x="748" y="1438"/>
                    <a:pt x="815" y="1442"/>
                    <a:pt x="885" y="1442"/>
                  </a:cubicBezTo>
                  <a:cubicBezTo>
                    <a:pt x="935" y="1442"/>
                    <a:pt x="986" y="1440"/>
                    <a:pt x="1038" y="1436"/>
                  </a:cubicBezTo>
                  <a:lnTo>
                    <a:pt x="1038" y="1436"/>
                  </a:lnTo>
                  <a:cubicBezTo>
                    <a:pt x="1155" y="1454"/>
                    <a:pt x="1268" y="1488"/>
                    <a:pt x="1365" y="1550"/>
                  </a:cubicBezTo>
                  <a:cubicBezTo>
                    <a:pt x="1628" y="1719"/>
                    <a:pt x="1574" y="2006"/>
                    <a:pt x="1268" y="2047"/>
                  </a:cubicBezTo>
                  <a:cubicBezTo>
                    <a:pt x="1225" y="2053"/>
                    <a:pt x="1186" y="2056"/>
                    <a:pt x="1149" y="2056"/>
                  </a:cubicBezTo>
                  <a:cubicBezTo>
                    <a:pt x="776" y="2056"/>
                    <a:pt x="671" y="1769"/>
                    <a:pt x="684" y="1433"/>
                  </a:cubicBezTo>
                  <a:close/>
                  <a:moveTo>
                    <a:pt x="996" y="0"/>
                  </a:moveTo>
                  <a:cubicBezTo>
                    <a:pt x="720" y="0"/>
                    <a:pt x="433" y="63"/>
                    <a:pt x="216" y="136"/>
                  </a:cubicBezTo>
                  <a:cubicBezTo>
                    <a:pt x="1" y="208"/>
                    <a:pt x="63" y="527"/>
                    <a:pt x="256" y="527"/>
                  </a:cubicBezTo>
                  <a:cubicBezTo>
                    <a:pt x="276" y="527"/>
                    <a:pt x="298" y="523"/>
                    <a:pt x="321" y="515"/>
                  </a:cubicBezTo>
                  <a:cubicBezTo>
                    <a:pt x="387" y="493"/>
                    <a:pt x="454" y="469"/>
                    <a:pt x="522" y="447"/>
                  </a:cubicBezTo>
                  <a:lnTo>
                    <a:pt x="522" y="447"/>
                  </a:lnTo>
                  <a:cubicBezTo>
                    <a:pt x="296" y="950"/>
                    <a:pt x="111" y="1568"/>
                    <a:pt x="433" y="2064"/>
                  </a:cubicBezTo>
                  <a:cubicBezTo>
                    <a:pt x="593" y="2315"/>
                    <a:pt x="893" y="2445"/>
                    <a:pt x="1188" y="2445"/>
                  </a:cubicBezTo>
                  <a:cubicBezTo>
                    <a:pt x="1295" y="2445"/>
                    <a:pt x="1403" y="2427"/>
                    <a:pt x="1502" y="2392"/>
                  </a:cubicBezTo>
                  <a:cubicBezTo>
                    <a:pt x="1872" y="2263"/>
                    <a:pt x="2046" y="1857"/>
                    <a:pt x="1860" y="1504"/>
                  </a:cubicBezTo>
                  <a:cubicBezTo>
                    <a:pt x="1807" y="1403"/>
                    <a:pt x="1732" y="1321"/>
                    <a:pt x="1643" y="1256"/>
                  </a:cubicBezTo>
                  <a:lnTo>
                    <a:pt x="1643" y="1256"/>
                  </a:lnTo>
                  <a:cubicBezTo>
                    <a:pt x="1815" y="1140"/>
                    <a:pt x="1924" y="958"/>
                    <a:pt x="1898" y="687"/>
                  </a:cubicBezTo>
                  <a:cubicBezTo>
                    <a:pt x="1848" y="160"/>
                    <a:pt x="1436" y="0"/>
                    <a:pt x="9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5"/>
            <p:cNvSpPr/>
            <p:nvPr/>
          </p:nvSpPr>
          <p:spPr>
            <a:xfrm>
              <a:off x="6971325" y="682300"/>
              <a:ext cx="17075" cy="59350"/>
            </a:xfrm>
            <a:custGeom>
              <a:rect b="b" l="l" r="r" t="t"/>
              <a:pathLst>
                <a:path extrusionOk="0" h="2374" w="683">
                  <a:moveTo>
                    <a:pt x="495" y="1"/>
                  </a:moveTo>
                  <a:cubicBezTo>
                    <a:pt x="396" y="1"/>
                    <a:pt x="289" y="64"/>
                    <a:pt x="272" y="188"/>
                  </a:cubicBezTo>
                  <a:cubicBezTo>
                    <a:pt x="186" y="853"/>
                    <a:pt x="102" y="1521"/>
                    <a:pt x="16" y="2186"/>
                  </a:cubicBezTo>
                  <a:cubicBezTo>
                    <a:pt x="0" y="2311"/>
                    <a:pt x="91" y="2374"/>
                    <a:pt x="189" y="2374"/>
                  </a:cubicBezTo>
                  <a:cubicBezTo>
                    <a:pt x="287" y="2374"/>
                    <a:pt x="394" y="2311"/>
                    <a:pt x="410" y="2186"/>
                  </a:cubicBezTo>
                  <a:cubicBezTo>
                    <a:pt x="496" y="1521"/>
                    <a:pt x="580" y="853"/>
                    <a:pt x="666" y="188"/>
                  </a:cubicBezTo>
                  <a:cubicBezTo>
                    <a:pt x="682" y="63"/>
                    <a:pt x="593" y="1"/>
                    <a:pt x="49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5"/>
            <p:cNvSpPr/>
            <p:nvPr/>
          </p:nvSpPr>
          <p:spPr>
            <a:xfrm>
              <a:off x="6952850" y="706800"/>
              <a:ext cx="58975" cy="13975"/>
            </a:xfrm>
            <a:custGeom>
              <a:rect b="b" l="l" r="r" t="t"/>
              <a:pathLst>
                <a:path extrusionOk="0" h="559" w="2359">
                  <a:moveTo>
                    <a:pt x="1568" y="1"/>
                  </a:moveTo>
                  <a:cubicBezTo>
                    <a:pt x="1117" y="1"/>
                    <a:pt x="671" y="58"/>
                    <a:pt x="228" y="171"/>
                  </a:cubicBezTo>
                  <a:cubicBezTo>
                    <a:pt x="1" y="229"/>
                    <a:pt x="73" y="559"/>
                    <a:pt x="278" y="559"/>
                  </a:cubicBezTo>
                  <a:cubicBezTo>
                    <a:pt x="295" y="559"/>
                    <a:pt x="313" y="557"/>
                    <a:pt x="331" y="552"/>
                  </a:cubicBezTo>
                  <a:cubicBezTo>
                    <a:pt x="745" y="447"/>
                    <a:pt x="1161" y="396"/>
                    <a:pt x="1581" y="396"/>
                  </a:cubicBezTo>
                  <a:cubicBezTo>
                    <a:pt x="1755" y="396"/>
                    <a:pt x="1930" y="405"/>
                    <a:pt x="2106" y="422"/>
                  </a:cubicBezTo>
                  <a:cubicBezTo>
                    <a:pt x="2114" y="423"/>
                    <a:pt x="2122" y="423"/>
                    <a:pt x="2130" y="423"/>
                  </a:cubicBezTo>
                  <a:cubicBezTo>
                    <a:pt x="2358" y="423"/>
                    <a:pt x="2349" y="53"/>
                    <a:pt x="2106" y="28"/>
                  </a:cubicBezTo>
                  <a:cubicBezTo>
                    <a:pt x="1926" y="10"/>
                    <a:pt x="1747" y="1"/>
                    <a:pt x="156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5"/>
            <p:cNvSpPr/>
            <p:nvPr/>
          </p:nvSpPr>
          <p:spPr>
            <a:xfrm>
              <a:off x="7045200" y="670900"/>
              <a:ext cx="69550" cy="92900"/>
            </a:xfrm>
            <a:custGeom>
              <a:rect b="b" l="l" r="r" t="t"/>
              <a:pathLst>
                <a:path extrusionOk="0" h="3716" w="2782">
                  <a:moveTo>
                    <a:pt x="2560" y="0"/>
                  </a:moveTo>
                  <a:cubicBezTo>
                    <a:pt x="2556" y="0"/>
                    <a:pt x="2552" y="1"/>
                    <a:pt x="2548" y="1"/>
                  </a:cubicBezTo>
                  <a:cubicBezTo>
                    <a:pt x="1782" y="58"/>
                    <a:pt x="1018" y="117"/>
                    <a:pt x="252" y="174"/>
                  </a:cubicBezTo>
                  <a:cubicBezTo>
                    <a:pt x="8" y="192"/>
                    <a:pt x="0" y="567"/>
                    <a:pt x="234" y="567"/>
                  </a:cubicBezTo>
                  <a:cubicBezTo>
                    <a:pt x="240" y="567"/>
                    <a:pt x="246" y="567"/>
                    <a:pt x="252" y="566"/>
                  </a:cubicBezTo>
                  <a:cubicBezTo>
                    <a:pt x="920" y="517"/>
                    <a:pt x="1586" y="464"/>
                    <a:pt x="2254" y="414"/>
                  </a:cubicBezTo>
                  <a:lnTo>
                    <a:pt x="2254" y="414"/>
                  </a:lnTo>
                  <a:cubicBezTo>
                    <a:pt x="1871" y="1419"/>
                    <a:pt x="1531" y="2438"/>
                    <a:pt x="1233" y="3472"/>
                  </a:cubicBezTo>
                  <a:cubicBezTo>
                    <a:pt x="1190" y="3619"/>
                    <a:pt x="1311" y="3715"/>
                    <a:pt x="1430" y="3715"/>
                  </a:cubicBezTo>
                  <a:cubicBezTo>
                    <a:pt x="1507" y="3715"/>
                    <a:pt x="1584" y="3674"/>
                    <a:pt x="1612" y="3577"/>
                  </a:cubicBezTo>
                  <a:cubicBezTo>
                    <a:pt x="1938" y="2450"/>
                    <a:pt x="2312" y="1342"/>
                    <a:pt x="2737" y="249"/>
                  </a:cubicBezTo>
                  <a:cubicBezTo>
                    <a:pt x="2781" y="138"/>
                    <a:pt x="2676" y="0"/>
                    <a:pt x="25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5"/>
            <p:cNvSpPr/>
            <p:nvPr/>
          </p:nvSpPr>
          <p:spPr>
            <a:xfrm>
              <a:off x="7142550" y="646650"/>
              <a:ext cx="48575" cy="51700"/>
            </a:xfrm>
            <a:custGeom>
              <a:rect b="b" l="l" r="r" t="t"/>
              <a:pathLst>
                <a:path extrusionOk="0" h="2068" w="1943">
                  <a:moveTo>
                    <a:pt x="1330" y="1"/>
                  </a:moveTo>
                  <a:cubicBezTo>
                    <a:pt x="750" y="1"/>
                    <a:pt x="142" y="344"/>
                    <a:pt x="70" y="964"/>
                  </a:cubicBezTo>
                  <a:cubicBezTo>
                    <a:pt x="0" y="1553"/>
                    <a:pt x="506" y="2067"/>
                    <a:pt x="1057" y="2067"/>
                  </a:cubicBezTo>
                  <a:cubicBezTo>
                    <a:pt x="1176" y="2067"/>
                    <a:pt x="1297" y="2043"/>
                    <a:pt x="1416" y="1990"/>
                  </a:cubicBezTo>
                  <a:cubicBezTo>
                    <a:pt x="1616" y="1900"/>
                    <a:pt x="1490" y="1632"/>
                    <a:pt x="1302" y="1632"/>
                  </a:cubicBezTo>
                  <a:cubicBezTo>
                    <a:pt x="1275" y="1632"/>
                    <a:pt x="1246" y="1638"/>
                    <a:pt x="1217" y="1651"/>
                  </a:cubicBezTo>
                  <a:cubicBezTo>
                    <a:pt x="1154" y="1679"/>
                    <a:pt x="1093" y="1691"/>
                    <a:pt x="1033" y="1691"/>
                  </a:cubicBezTo>
                  <a:cubicBezTo>
                    <a:pt x="654" y="1691"/>
                    <a:pt x="353" y="1188"/>
                    <a:pt x="511" y="844"/>
                  </a:cubicBezTo>
                  <a:cubicBezTo>
                    <a:pt x="654" y="535"/>
                    <a:pt x="986" y="392"/>
                    <a:pt x="1312" y="392"/>
                  </a:cubicBezTo>
                  <a:cubicBezTo>
                    <a:pt x="1417" y="392"/>
                    <a:pt x="1521" y="407"/>
                    <a:pt x="1617" y="436"/>
                  </a:cubicBezTo>
                  <a:cubicBezTo>
                    <a:pt x="1638" y="442"/>
                    <a:pt x="1658" y="445"/>
                    <a:pt x="1677" y="445"/>
                  </a:cubicBezTo>
                  <a:cubicBezTo>
                    <a:pt x="1875" y="445"/>
                    <a:pt x="1943" y="123"/>
                    <a:pt x="1720" y="56"/>
                  </a:cubicBezTo>
                  <a:cubicBezTo>
                    <a:pt x="1597" y="19"/>
                    <a:pt x="1464" y="1"/>
                    <a:pt x="13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5"/>
            <p:cNvSpPr/>
            <p:nvPr/>
          </p:nvSpPr>
          <p:spPr>
            <a:xfrm>
              <a:off x="6189100" y="852325"/>
              <a:ext cx="68125" cy="72325"/>
            </a:xfrm>
            <a:custGeom>
              <a:rect b="b" l="l" r="r" t="t"/>
              <a:pathLst>
                <a:path extrusionOk="0" h="2893" w="2725">
                  <a:moveTo>
                    <a:pt x="2496" y="1"/>
                  </a:moveTo>
                  <a:cubicBezTo>
                    <a:pt x="2488" y="1"/>
                    <a:pt x="2480" y="1"/>
                    <a:pt x="2473" y="2"/>
                  </a:cubicBezTo>
                  <a:cubicBezTo>
                    <a:pt x="1722" y="78"/>
                    <a:pt x="975" y="154"/>
                    <a:pt x="225" y="231"/>
                  </a:cubicBezTo>
                  <a:cubicBezTo>
                    <a:pt x="100" y="242"/>
                    <a:pt x="0" y="347"/>
                    <a:pt x="36" y="479"/>
                  </a:cubicBezTo>
                  <a:cubicBezTo>
                    <a:pt x="116" y="782"/>
                    <a:pt x="149" y="1077"/>
                    <a:pt x="145" y="1388"/>
                  </a:cubicBezTo>
                  <a:cubicBezTo>
                    <a:pt x="144" y="1496"/>
                    <a:pt x="239" y="1586"/>
                    <a:pt x="342" y="1586"/>
                  </a:cubicBezTo>
                  <a:cubicBezTo>
                    <a:pt x="359" y="1586"/>
                    <a:pt x="377" y="1583"/>
                    <a:pt x="394" y="1578"/>
                  </a:cubicBezTo>
                  <a:cubicBezTo>
                    <a:pt x="612" y="1510"/>
                    <a:pt x="846" y="1434"/>
                    <a:pt x="1078" y="1434"/>
                  </a:cubicBezTo>
                  <a:cubicBezTo>
                    <a:pt x="1109" y="1434"/>
                    <a:pt x="1139" y="1435"/>
                    <a:pt x="1170" y="1438"/>
                  </a:cubicBezTo>
                  <a:cubicBezTo>
                    <a:pt x="1543" y="1473"/>
                    <a:pt x="1984" y="1863"/>
                    <a:pt x="1651" y="2224"/>
                  </a:cubicBezTo>
                  <a:cubicBezTo>
                    <a:pt x="1434" y="2458"/>
                    <a:pt x="1050" y="2500"/>
                    <a:pt x="720" y="2500"/>
                  </a:cubicBezTo>
                  <a:cubicBezTo>
                    <a:pt x="646" y="2500"/>
                    <a:pt x="576" y="2498"/>
                    <a:pt x="510" y="2496"/>
                  </a:cubicBezTo>
                  <a:cubicBezTo>
                    <a:pt x="507" y="2495"/>
                    <a:pt x="504" y="2495"/>
                    <a:pt x="500" y="2495"/>
                  </a:cubicBezTo>
                  <a:cubicBezTo>
                    <a:pt x="255" y="2495"/>
                    <a:pt x="260" y="2879"/>
                    <a:pt x="510" y="2889"/>
                  </a:cubicBezTo>
                  <a:cubicBezTo>
                    <a:pt x="555" y="2891"/>
                    <a:pt x="603" y="2892"/>
                    <a:pt x="653" y="2892"/>
                  </a:cubicBezTo>
                  <a:cubicBezTo>
                    <a:pt x="1263" y="2892"/>
                    <a:pt x="2121" y="2729"/>
                    <a:pt x="2170" y="2003"/>
                  </a:cubicBezTo>
                  <a:cubicBezTo>
                    <a:pt x="2217" y="1299"/>
                    <a:pt x="1636" y="1085"/>
                    <a:pt x="1052" y="1085"/>
                  </a:cubicBezTo>
                  <a:cubicBezTo>
                    <a:pt x="874" y="1085"/>
                    <a:pt x="696" y="1105"/>
                    <a:pt x="535" y="1137"/>
                  </a:cubicBezTo>
                  <a:lnTo>
                    <a:pt x="535" y="1137"/>
                  </a:lnTo>
                  <a:cubicBezTo>
                    <a:pt x="526" y="956"/>
                    <a:pt x="504" y="778"/>
                    <a:pt x="467" y="600"/>
                  </a:cubicBezTo>
                  <a:lnTo>
                    <a:pt x="467" y="600"/>
                  </a:lnTo>
                  <a:cubicBezTo>
                    <a:pt x="1136" y="531"/>
                    <a:pt x="1803" y="463"/>
                    <a:pt x="2473" y="396"/>
                  </a:cubicBezTo>
                  <a:cubicBezTo>
                    <a:pt x="2715" y="371"/>
                    <a:pt x="2724" y="1"/>
                    <a:pt x="24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5"/>
            <p:cNvSpPr/>
            <p:nvPr/>
          </p:nvSpPr>
          <p:spPr>
            <a:xfrm>
              <a:off x="6264350" y="834975"/>
              <a:ext cx="46725" cy="56900"/>
            </a:xfrm>
            <a:custGeom>
              <a:rect b="b" l="l" r="r" t="t"/>
              <a:pathLst>
                <a:path extrusionOk="0" h="2276" w="1869">
                  <a:moveTo>
                    <a:pt x="1302" y="0"/>
                  </a:moveTo>
                  <a:cubicBezTo>
                    <a:pt x="1299" y="0"/>
                    <a:pt x="1297" y="0"/>
                    <a:pt x="1295" y="0"/>
                  </a:cubicBezTo>
                  <a:cubicBezTo>
                    <a:pt x="613" y="17"/>
                    <a:pt x="1" y="649"/>
                    <a:pt x="134" y="1353"/>
                  </a:cubicBezTo>
                  <a:cubicBezTo>
                    <a:pt x="240" y="1908"/>
                    <a:pt x="768" y="2275"/>
                    <a:pt x="1307" y="2275"/>
                  </a:cubicBezTo>
                  <a:cubicBezTo>
                    <a:pt x="1422" y="2275"/>
                    <a:pt x="1538" y="2259"/>
                    <a:pt x="1650" y="2223"/>
                  </a:cubicBezTo>
                  <a:cubicBezTo>
                    <a:pt x="1869" y="2156"/>
                    <a:pt x="1803" y="1834"/>
                    <a:pt x="1606" y="1834"/>
                  </a:cubicBezTo>
                  <a:cubicBezTo>
                    <a:pt x="1587" y="1834"/>
                    <a:pt x="1566" y="1837"/>
                    <a:pt x="1544" y="1844"/>
                  </a:cubicBezTo>
                  <a:cubicBezTo>
                    <a:pt x="1465" y="1869"/>
                    <a:pt x="1383" y="1881"/>
                    <a:pt x="1301" y="1881"/>
                  </a:cubicBezTo>
                  <a:cubicBezTo>
                    <a:pt x="966" y="1881"/>
                    <a:pt x="631" y="1680"/>
                    <a:pt x="533" y="1339"/>
                  </a:cubicBezTo>
                  <a:cubicBezTo>
                    <a:pt x="394" y="862"/>
                    <a:pt x="834" y="404"/>
                    <a:pt x="1293" y="394"/>
                  </a:cubicBezTo>
                  <a:cubicBezTo>
                    <a:pt x="1547" y="388"/>
                    <a:pt x="1550" y="0"/>
                    <a:pt x="13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5"/>
            <p:cNvSpPr/>
            <p:nvPr/>
          </p:nvSpPr>
          <p:spPr>
            <a:xfrm>
              <a:off x="6376575" y="878825"/>
              <a:ext cx="43575" cy="16325"/>
            </a:xfrm>
            <a:custGeom>
              <a:rect b="b" l="l" r="r" t="t"/>
              <a:pathLst>
                <a:path extrusionOk="0" h="653" w="1743">
                  <a:moveTo>
                    <a:pt x="289" y="0"/>
                  </a:moveTo>
                  <a:cubicBezTo>
                    <a:pt x="76" y="0"/>
                    <a:pt x="0" y="334"/>
                    <a:pt x="232" y="386"/>
                  </a:cubicBezTo>
                  <a:cubicBezTo>
                    <a:pt x="622" y="474"/>
                    <a:pt x="1015" y="559"/>
                    <a:pt x="1407" y="647"/>
                  </a:cubicBezTo>
                  <a:cubicBezTo>
                    <a:pt x="1424" y="651"/>
                    <a:pt x="1440" y="652"/>
                    <a:pt x="1455" y="652"/>
                  </a:cubicBezTo>
                  <a:cubicBezTo>
                    <a:pt x="1666" y="652"/>
                    <a:pt x="1742" y="319"/>
                    <a:pt x="1513" y="267"/>
                  </a:cubicBezTo>
                  <a:cubicBezTo>
                    <a:pt x="1121" y="180"/>
                    <a:pt x="728" y="94"/>
                    <a:pt x="336" y="5"/>
                  </a:cubicBezTo>
                  <a:cubicBezTo>
                    <a:pt x="320" y="2"/>
                    <a:pt x="304" y="0"/>
                    <a:pt x="28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5"/>
            <p:cNvSpPr/>
            <p:nvPr/>
          </p:nvSpPr>
          <p:spPr>
            <a:xfrm>
              <a:off x="6380150" y="902575"/>
              <a:ext cx="43775" cy="14100"/>
            </a:xfrm>
            <a:custGeom>
              <a:rect b="b" l="l" r="r" t="t"/>
              <a:pathLst>
                <a:path extrusionOk="0" h="564" w="1751">
                  <a:moveTo>
                    <a:pt x="1085" y="1"/>
                  </a:moveTo>
                  <a:cubicBezTo>
                    <a:pt x="781" y="1"/>
                    <a:pt x="485" y="70"/>
                    <a:pt x="199" y="205"/>
                  </a:cubicBezTo>
                  <a:cubicBezTo>
                    <a:pt x="0" y="298"/>
                    <a:pt x="124" y="564"/>
                    <a:pt x="309" y="564"/>
                  </a:cubicBezTo>
                  <a:cubicBezTo>
                    <a:pt x="337" y="564"/>
                    <a:pt x="367" y="557"/>
                    <a:pt x="398" y="543"/>
                  </a:cubicBezTo>
                  <a:cubicBezTo>
                    <a:pt x="614" y="442"/>
                    <a:pt x="843" y="391"/>
                    <a:pt x="1075" y="391"/>
                  </a:cubicBezTo>
                  <a:cubicBezTo>
                    <a:pt x="1188" y="391"/>
                    <a:pt x="1301" y="403"/>
                    <a:pt x="1414" y="427"/>
                  </a:cubicBezTo>
                  <a:cubicBezTo>
                    <a:pt x="1430" y="430"/>
                    <a:pt x="1445" y="432"/>
                    <a:pt x="1459" y="432"/>
                  </a:cubicBezTo>
                  <a:cubicBezTo>
                    <a:pt x="1672" y="432"/>
                    <a:pt x="1751" y="96"/>
                    <a:pt x="1520" y="48"/>
                  </a:cubicBezTo>
                  <a:cubicBezTo>
                    <a:pt x="1373" y="16"/>
                    <a:pt x="1228" y="1"/>
                    <a:pt x="108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5"/>
            <p:cNvSpPr/>
            <p:nvPr/>
          </p:nvSpPr>
          <p:spPr>
            <a:xfrm>
              <a:off x="6566400" y="853325"/>
              <a:ext cx="65775" cy="70650"/>
            </a:xfrm>
            <a:custGeom>
              <a:rect b="b" l="l" r="r" t="t"/>
              <a:pathLst>
                <a:path extrusionOk="0" h="2826" w="2631">
                  <a:moveTo>
                    <a:pt x="2315" y="0"/>
                  </a:moveTo>
                  <a:cubicBezTo>
                    <a:pt x="2314" y="0"/>
                    <a:pt x="2313" y="0"/>
                    <a:pt x="2311" y="1"/>
                  </a:cubicBezTo>
                  <a:cubicBezTo>
                    <a:pt x="1614" y="13"/>
                    <a:pt x="916" y="23"/>
                    <a:pt x="219" y="36"/>
                  </a:cubicBezTo>
                  <a:cubicBezTo>
                    <a:pt x="85" y="39"/>
                    <a:pt x="1" y="161"/>
                    <a:pt x="28" y="285"/>
                  </a:cubicBezTo>
                  <a:cubicBezTo>
                    <a:pt x="77" y="509"/>
                    <a:pt x="127" y="733"/>
                    <a:pt x="176" y="957"/>
                  </a:cubicBezTo>
                  <a:cubicBezTo>
                    <a:pt x="195" y="1048"/>
                    <a:pt x="285" y="1099"/>
                    <a:pt x="371" y="1099"/>
                  </a:cubicBezTo>
                  <a:cubicBezTo>
                    <a:pt x="386" y="1099"/>
                    <a:pt x="401" y="1097"/>
                    <a:pt x="416" y="1094"/>
                  </a:cubicBezTo>
                  <a:cubicBezTo>
                    <a:pt x="607" y="1052"/>
                    <a:pt x="857" y="1003"/>
                    <a:pt x="1099" y="1003"/>
                  </a:cubicBezTo>
                  <a:cubicBezTo>
                    <a:pt x="1345" y="1003"/>
                    <a:pt x="1582" y="1054"/>
                    <a:pt x="1740" y="1214"/>
                  </a:cubicBezTo>
                  <a:cubicBezTo>
                    <a:pt x="2025" y="1502"/>
                    <a:pt x="1787" y="1916"/>
                    <a:pt x="1528" y="2115"/>
                  </a:cubicBezTo>
                  <a:cubicBezTo>
                    <a:pt x="1266" y="2312"/>
                    <a:pt x="916" y="2375"/>
                    <a:pt x="601" y="2441"/>
                  </a:cubicBezTo>
                  <a:cubicBezTo>
                    <a:pt x="368" y="2489"/>
                    <a:pt x="445" y="2826"/>
                    <a:pt x="660" y="2826"/>
                  </a:cubicBezTo>
                  <a:cubicBezTo>
                    <a:pt x="675" y="2826"/>
                    <a:pt x="691" y="2824"/>
                    <a:pt x="707" y="2821"/>
                  </a:cubicBezTo>
                  <a:cubicBezTo>
                    <a:pt x="1430" y="2669"/>
                    <a:pt x="2631" y="2159"/>
                    <a:pt x="2190" y="1186"/>
                  </a:cubicBezTo>
                  <a:cubicBezTo>
                    <a:pt x="1991" y="747"/>
                    <a:pt x="1541" y="620"/>
                    <a:pt x="1081" y="620"/>
                  </a:cubicBezTo>
                  <a:cubicBezTo>
                    <a:pt x="888" y="620"/>
                    <a:pt x="694" y="643"/>
                    <a:pt x="516" y="673"/>
                  </a:cubicBezTo>
                  <a:lnTo>
                    <a:pt x="516" y="673"/>
                  </a:lnTo>
                  <a:cubicBezTo>
                    <a:pt x="498" y="590"/>
                    <a:pt x="479" y="507"/>
                    <a:pt x="461" y="424"/>
                  </a:cubicBezTo>
                  <a:lnTo>
                    <a:pt x="461" y="424"/>
                  </a:lnTo>
                  <a:cubicBezTo>
                    <a:pt x="1078" y="413"/>
                    <a:pt x="1695" y="404"/>
                    <a:pt x="2311" y="393"/>
                  </a:cubicBezTo>
                  <a:cubicBezTo>
                    <a:pt x="2562" y="390"/>
                    <a:pt x="2563" y="0"/>
                    <a:pt x="231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5"/>
            <p:cNvSpPr/>
            <p:nvPr/>
          </p:nvSpPr>
          <p:spPr>
            <a:xfrm>
              <a:off x="6629725" y="848975"/>
              <a:ext cx="54800" cy="48950"/>
            </a:xfrm>
            <a:custGeom>
              <a:rect b="b" l="l" r="r" t="t"/>
              <a:pathLst>
                <a:path extrusionOk="0" h="1958" w="2192">
                  <a:moveTo>
                    <a:pt x="1741" y="1"/>
                  </a:moveTo>
                  <a:cubicBezTo>
                    <a:pt x="1696" y="1"/>
                    <a:pt x="1650" y="18"/>
                    <a:pt x="1609" y="60"/>
                  </a:cubicBezTo>
                  <a:cubicBezTo>
                    <a:pt x="1110" y="572"/>
                    <a:pt x="613" y="1084"/>
                    <a:pt x="113" y="1597"/>
                  </a:cubicBezTo>
                  <a:cubicBezTo>
                    <a:pt x="1" y="1714"/>
                    <a:pt x="75" y="1934"/>
                    <a:pt x="244" y="1934"/>
                  </a:cubicBezTo>
                  <a:cubicBezTo>
                    <a:pt x="247" y="1934"/>
                    <a:pt x="250" y="1934"/>
                    <a:pt x="252" y="1934"/>
                  </a:cubicBezTo>
                  <a:cubicBezTo>
                    <a:pt x="462" y="1926"/>
                    <a:pt x="671" y="1922"/>
                    <a:pt x="880" y="1922"/>
                  </a:cubicBezTo>
                  <a:cubicBezTo>
                    <a:pt x="1234" y="1922"/>
                    <a:pt x="1587" y="1933"/>
                    <a:pt x="1940" y="1957"/>
                  </a:cubicBezTo>
                  <a:cubicBezTo>
                    <a:pt x="1946" y="1957"/>
                    <a:pt x="1951" y="1957"/>
                    <a:pt x="1957" y="1957"/>
                  </a:cubicBezTo>
                  <a:cubicBezTo>
                    <a:pt x="2192" y="1957"/>
                    <a:pt x="2186" y="1578"/>
                    <a:pt x="1940" y="1563"/>
                  </a:cubicBezTo>
                  <a:cubicBezTo>
                    <a:pt x="1586" y="1540"/>
                    <a:pt x="1232" y="1528"/>
                    <a:pt x="877" y="1528"/>
                  </a:cubicBezTo>
                  <a:cubicBezTo>
                    <a:pt x="829" y="1528"/>
                    <a:pt x="780" y="1528"/>
                    <a:pt x="731" y="1528"/>
                  </a:cubicBezTo>
                  <a:lnTo>
                    <a:pt x="731" y="1528"/>
                  </a:lnTo>
                  <a:cubicBezTo>
                    <a:pt x="1117" y="1132"/>
                    <a:pt x="1502" y="737"/>
                    <a:pt x="1889" y="339"/>
                  </a:cubicBezTo>
                  <a:cubicBezTo>
                    <a:pt x="2025" y="199"/>
                    <a:pt x="1891" y="1"/>
                    <a:pt x="174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5"/>
            <p:cNvSpPr/>
            <p:nvPr/>
          </p:nvSpPr>
          <p:spPr>
            <a:xfrm>
              <a:off x="6668625" y="853850"/>
              <a:ext cx="15500" cy="75725"/>
            </a:xfrm>
            <a:custGeom>
              <a:rect b="b" l="l" r="r" t="t"/>
              <a:pathLst>
                <a:path extrusionOk="0" h="3029" w="620">
                  <a:moveTo>
                    <a:pt x="428" y="1"/>
                  </a:moveTo>
                  <a:cubicBezTo>
                    <a:pt x="330" y="1"/>
                    <a:pt x="226" y="64"/>
                    <a:pt x="217" y="190"/>
                  </a:cubicBezTo>
                  <a:cubicBezTo>
                    <a:pt x="148" y="1073"/>
                    <a:pt x="78" y="1955"/>
                    <a:pt x="10" y="2840"/>
                  </a:cubicBezTo>
                  <a:cubicBezTo>
                    <a:pt x="0" y="2966"/>
                    <a:pt x="94" y="3029"/>
                    <a:pt x="192" y="3029"/>
                  </a:cubicBezTo>
                  <a:cubicBezTo>
                    <a:pt x="291" y="3029"/>
                    <a:pt x="394" y="2966"/>
                    <a:pt x="404" y="2840"/>
                  </a:cubicBezTo>
                  <a:cubicBezTo>
                    <a:pt x="471" y="1955"/>
                    <a:pt x="542" y="1073"/>
                    <a:pt x="610" y="190"/>
                  </a:cubicBezTo>
                  <a:cubicBezTo>
                    <a:pt x="619" y="64"/>
                    <a:pt x="526" y="1"/>
                    <a:pt x="42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5"/>
            <p:cNvSpPr/>
            <p:nvPr/>
          </p:nvSpPr>
          <p:spPr>
            <a:xfrm>
              <a:off x="6691150" y="847475"/>
              <a:ext cx="55625" cy="82000"/>
            </a:xfrm>
            <a:custGeom>
              <a:rect b="b" l="l" r="r" t="t"/>
              <a:pathLst>
                <a:path extrusionOk="0" h="3280" w="2225">
                  <a:moveTo>
                    <a:pt x="316" y="1"/>
                  </a:moveTo>
                  <a:cubicBezTo>
                    <a:pt x="89" y="1"/>
                    <a:pt x="0" y="350"/>
                    <a:pt x="240" y="383"/>
                  </a:cubicBezTo>
                  <a:cubicBezTo>
                    <a:pt x="701" y="448"/>
                    <a:pt x="1162" y="488"/>
                    <a:pt x="1626" y="500"/>
                  </a:cubicBezTo>
                  <a:lnTo>
                    <a:pt x="1626" y="500"/>
                  </a:lnTo>
                  <a:cubicBezTo>
                    <a:pt x="1174" y="1286"/>
                    <a:pt x="871" y="2130"/>
                    <a:pt x="720" y="3032"/>
                  </a:cubicBezTo>
                  <a:cubicBezTo>
                    <a:pt x="695" y="3182"/>
                    <a:pt x="822" y="3279"/>
                    <a:pt x="937" y="3279"/>
                  </a:cubicBezTo>
                  <a:cubicBezTo>
                    <a:pt x="1013" y="3279"/>
                    <a:pt x="1083" y="3236"/>
                    <a:pt x="1099" y="3138"/>
                  </a:cubicBezTo>
                  <a:cubicBezTo>
                    <a:pt x="1264" y="2153"/>
                    <a:pt x="1609" y="1248"/>
                    <a:pt x="2144" y="405"/>
                  </a:cubicBezTo>
                  <a:cubicBezTo>
                    <a:pt x="2224" y="277"/>
                    <a:pt x="2118" y="107"/>
                    <a:pt x="1974" y="107"/>
                  </a:cubicBezTo>
                  <a:cubicBezTo>
                    <a:pt x="1952" y="107"/>
                    <a:pt x="1930" y="107"/>
                    <a:pt x="1909" y="107"/>
                  </a:cubicBezTo>
                  <a:cubicBezTo>
                    <a:pt x="1384" y="107"/>
                    <a:pt x="866" y="74"/>
                    <a:pt x="346" y="3"/>
                  </a:cubicBezTo>
                  <a:cubicBezTo>
                    <a:pt x="336" y="1"/>
                    <a:pt x="326" y="1"/>
                    <a:pt x="3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5"/>
            <p:cNvSpPr/>
            <p:nvPr/>
          </p:nvSpPr>
          <p:spPr>
            <a:xfrm>
              <a:off x="6760175" y="849625"/>
              <a:ext cx="9850" cy="75875"/>
            </a:xfrm>
            <a:custGeom>
              <a:rect b="b" l="l" r="r" t="t"/>
              <a:pathLst>
                <a:path extrusionOk="0" h="3035" w="394">
                  <a:moveTo>
                    <a:pt x="197" y="1"/>
                  </a:moveTo>
                  <a:cubicBezTo>
                    <a:pt x="98" y="1"/>
                    <a:pt x="0" y="64"/>
                    <a:pt x="0" y="190"/>
                  </a:cubicBezTo>
                  <a:lnTo>
                    <a:pt x="0" y="2844"/>
                  </a:lnTo>
                  <a:cubicBezTo>
                    <a:pt x="0" y="2971"/>
                    <a:pt x="99" y="3034"/>
                    <a:pt x="197" y="3034"/>
                  </a:cubicBezTo>
                  <a:cubicBezTo>
                    <a:pt x="296" y="3034"/>
                    <a:pt x="394" y="2971"/>
                    <a:pt x="394" y="2844"/>
                  </a:cubicBezTo>
                  <a:lnTo>
                    <a:pt x="394" y="190"/>
                  </a:lnTo>
                  <a:cubicBezTo>
                    <a:pt x="394" y="64"/>
                    <a:pt x="295" y="1"/>
                    <a:pt x="1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5"/>
            <p:cNvSpPr/>
            <p:nvPr/>
          </p:nvSpPr>
          <p:spPr>
            <a:xfrm>
              <a:off x="6779525" y="841950"/>
              <a:ext cx="63700" cy="75925"/>
            </a:xfrm>
            <a:custGeom>
              <a:rect b="b" l="l" r="r" t="t"/>
              <a:pathLst>
                <a:path extrusionOk="0" h="3037" w="2548">
                  <a:moveTo>
                    <a:pt x="1353" y="392"/>
                  </a:moveTo>
                  <a:cubicBezTo>
                    <a:pt x="1461" y="392"/>
                    <a:pt x="1565" y="409"/>
                    <a:pt x="1650" y="441"/>
                  </a:cubicBezTo>
                  <a:cubicBezTo>
                    <a:pt x="1932" y="551"/>
                    <a:pt x="2078" y="981"/>
                    <a:pt x="1845" y="1160"/>
                  </a:cubicBezTo>
                  <a:lnTo>
                    <a:pt x="1845" y="1160"/>
                  </a:lnTo>
                  <a:cubicBezTo>
                    <a:pt x="1812" y="1139"/>
                    <a:pt x="1773" y="1126"/>
                    <a:pt x="1733" y="1126"/>
                  </a:cubicBezTo>
                  <a:cubicBezTo>
                    <a:pt x="1690" y="1126"/>
                    <a:pt x="1646" y="1140"/>
                    <a:pt x="1606" y="1174"/>
                  </a:cubicBezTo>
                  <a:lnTo>
                    <a:pt x="1606" y="1174"/>
                  </a:lnTo>
                  <a:cubicBezTo>
                    <a:pt x="1601" y="1172"/>
                    <a:pt x="1595" y="1170"/>
                    <a:pt x="1590" y="1168"/>
                  </a:cubicBezTo>
                  <a:cubicBezTo>
                    <a:pt x="1296" y="1070"/>
                    <a:pt x="291" y="944"/>
                    <a:pt x="907" y="511"/>
                  </a:cubicBezTo>
                  <a:cubicBezTo>
                    <a:pt x="1020" y="431"/>
                    <a:pt x="1190" y="392"/>
                    <a:pt x="1353" y="392"/>
                  </a:cubicBezTo>
                  <a:close/>
                  <a:moveTo>
                    <a:pt x="1685" y="1641"/>
                  </a:moveTo>
                  <a:lnTo>
                    <a:pt x="1685" y="1641"/>
                  </a:lnTo>
                  <a:cubicBezTo>
                    <a:pt x="1845" y="1727"/>
                    <a:pt x="1972" y="1852"/>
                    <a:pt x="2029" y="2053"/>
                  </a:cubicBezTo>
                  <a:cubicBezTo>
                    <a:pt x="2088" y="2264"/>
                    <a:pt x="2001" y="2495"/>
                    <a:pt x="1796" y="2580"/>
                  </a:cubicBezTo>
                  <a:cubicBezTo>
                    <a:pt x="1762" y="2594"/>
                    <a:pt x="1728" y="2600"/>
                    <a:pt x="1695" y="2600"/>
                  </a:cubicBezTo>
                  <a:cubicBezTo>
                    <a:pt x="1491" y="2600"/>
                    <a:pt x="1317" y="2358"/>
                    <a:pt x="1365" y="2149"/>
                  </a:cubicBezTo>
                  <a:cubicBezTo>
                    <a:pt x="1408" y="1959"/>
                    <a:pt x="1541" y="1787"/>
                    <a:pt x="1685" y="1641"/>
                  </a:cubicBezTo>
                  <a:close/>
                  <a:moveTo>
                    <a:pt x="1365" y="1"/>
                  </a:moveTo>
                  <a:cubicBezTo>
                    <a:pt x="1038" y="1"/>
                    <a:pt x="704" y="114"/>
                    <a:pt x="483" y="312"/>
                  </a:cubicBezTo>
                  <a:cubicBezTo>
                    <a:pt x="1" y="746"/>
                    <a:pt x="407" y="1224"/>
                    <a:pt x="881" y="1385"/>
                  </a:cubicBezTo>
                  <a:cubicBezTo>
                    <a:pt x="1008" y="1427"/>
                    <a:pt x="1152" y="1459"/>
                    <a:pt x="1296" y="1498"/>
                  </a:cubicBezTo>
                  <a:lnTo>
                    <a:pt x="1296" y="1498"/>
                  </a:lnTo>
                  <a:cubicBezTo>
                    <a:pt x="986" y="1881"/>
                    <a:pt x="753" y="2398"/>
                    <a:pt x="1089" y="2800"/>
                  </a:cubicBezTo>
                  <a:cubicBezTo>
                    <a:pt x="1227" y="2965"/>
                    <a:pt x="1409" y="3037"/>
                    <a:pt x="1595" y="3037"/>
                  </a:cubicBezTo>
                  <a:cubicBezTo>
                    <a:pt x="1911" y="3037"/>
                    <a:pt x="2238" y="2831"/>
                    <a:pt x="2373" y="2528"/>
                  </a:cubicBezTo>
                  <a:cubicBezTo>
                    <a:pt x="2547" y="2133"/>
                    <a:pt x="2380" y="1739"/>
                    <a:pt x="2088" y="1467"/>
                  </a:cubicBezTo>
                  <a:lnTo>
                    <a:pt x="2088" y="1467"/>
                  </a:lnTo>
                  <a:cubicBezTo>
                    <a:pt x="2382" y="1225"/>
                    <a:pt x="2455" y="745"/>
                    <a:pt x="2232" y="407"/>
                  </a:cubicBezTo>
                  <a:cubicBezTo>
                    <a:pt x="2045" y="126"/>
                    <a:pt x="1709" y="1"/>
                    <a:pt x="136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5"/>
            <p:cNvSpPr/>
            <p:nvPr/>
          </p:nvSpPr>
          <p:spPr>
            <a:xfrm>
              <a:off x="6866950" y="907450"/>
              <a:ext cx="21075" cy="34550"/>
            </a:xfrm>
            <a:custGeom>
              <a:rect b="b" l="l" r="r" t="t"/>
              <a:pathLst>
                <a:path extrusionOk="0" h="1382" w="843">
                  <a:moveTo>
                    <a:pt x="563" y="0"/>
                  </a:moveTo>
                  <a:cubicBezTo>
                    <a:pt x="519" y="0"/>
                    <a:pt x="473" y="18"/>
                    <a:pt x="433" y="62"/>
                  </a:cubicBezTo>
                  <a:cubicBezTo>
                    <a:pt x="150" y="369"/>
                    <a:pt x="1" y="774"/>
                    <a:pt x="42" y="1192"/>
                  </a:cubicBezTo>
                  <a:cubicBezTo>
                    <a:pt x="54" y="1318"/>
                    <a:pt x="159" y="1381"/>
                    <a:pt x="258" y="1381"/>
                  </a:cubicBezTo>
                  <a:cubicBezTo>
                    <a:pt x="356" y="1381"/>
                    <a:pt x="448" y="1319"/>
                    <a:pt x="436" y="1192"/>
                  </a:cubicBezTo>
                  <a:cubicBezTo>
                    <a:pt x="405" y="875"/>
                    <a:pt x="493" y="577"/>
                    <a:pt x="711" y="339"/>
                  </a:cubicBezTo>
                  <a:cubicBezTo>
                    <a:pt x="843" y="198"/>
                    <a:pt x="710" y="0"/>
                    <a:pt x="56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5"/>
            <p:cNvSpPr/>
            <p:nvPr/>
          </p:nvSpPr>
          <p:spPr>
            <a:xfrm>
              <a:off x="6920675" y="848925"/>
              <a:ext cx="50900" cy="80725"/>
            </a:xfrm>
            <a:custGeom>
              <a:rect b="b" l="l" r="r" t="t"/>
              <a:pathLst>
                <a:path extrusionOk="0" h="3229" w="2036">
                  <a:moveTo>
                    <a:pt x="980" y="0"/>
                  </a:moveTo>
                  <a:cubicBezTo>
                    <a:pt x="750" y="0"/>
                    <a:pt x="522" y="66"/>
                    <a:pt x="301" y="199"/>
                  </a:cubicBezTo>
                  <a:cubicBezTo>
                    <a:pt x="120" y="313"/>
                    <a:pt x="233" y="574"/>
                    <a:pt x="403" y="574"/>
                  </a:cubicBezTo>
                  <a:cubicBezTo>
                    <a:pt x="434" y="574"/>
                    <a:pt x="468" y="565"/>
                    <a:pt x="502" y="544"/>
                  </a:cubicBezTo>
                  <a:cubicBezTo>
                    <a:pt x="664" y="445"/>
                    <a:pt x="823" y="396"/>
                    <a:pt x="984" y="396"/>
                  </a:cubicBezTo>
                  <a:cubicBezTo>
                    <a:pt x="1073" y="396"/>
                    <a:pt x="1161" y="411"/>
                    <a:pt x="1251" y="441"/>
                  </a:cubicBezTo>
                  <a:lnTo>
                    <a:pt x="1251" y="441"/>
                  </a:lnTo>
                  <a:cubicBezTo>
                    <a:pt x="1050" y="789"/>
                    <a:pt x="849" y="1139"/>
                    <a:pt x="646" y="1486"/>
                  </a:cubicBezTo>
                  <a:cubicBezTo>
                    <a:pt x="577" y="1605"/>
                    <a:pt x="672" y="1789"/>
                    <a:pt x="808" y="1789"/>
                  </a:cubicBezTo>
                  <a:cubicBezTo>
                    <a:pt x="827" y="1789"/>
                    <a:pt x="847" y="1785"/>
                    <a:pt x="868" y="1777"/>
                  </a:cubicBezTo>
                  <a:cubicBezTo>
                    <a:pt x="925" y="1754"/>
                    <a:pt x="982" y="1743"/>
                    <a:pt x="1038" y="1743"/>
                  </a:cubicBezTo>
                  <a:cubicBezTo>
                    <a:pt x="1394" y="1743"/>
                    <a:pt x="1692" y="2176"/>
                    <a:pt x="1497" y="2520"/>
                  </a:cubicBezTo>
                  <a:cubicBezTo>
                    <a:pt x="1364" y="2754"/>
                    <a:pt x="1100" y="2850"/>
                    <a:pt x="837" y="2850"/>
                  </a:cubicBezTo>
                  <a:cubicBezTo>
                    <a:pt x="682" y="2850"/>
                    <a:pt x="527" y="2817"/>
                    <a:pt x="400" y="2759"/>
                  </a:cubicBezTo>
                  <a:cubicBezTo>
                    <a:pt x="370" y="2746"/>
                    <a:pt x="341" y="2740"/>
                    <a:pt x="314" y="2740"/>
                  </a:cubicBezTo>
                  <a:cubicBezTo>
                    <a:pt x="126" y="2740"/>
                    <a:pt x="0" y="3009"/>
                    <a:pt x="201" y="3100"/>
                  </a:cubicBezTo>
                  <a:cubicBezTo>
                    <a:pt x="388" y="3183"/>
                    <a:pt x="608" y="3228"/>
                    <a:pt x="828" y="3228"/>
                  </a:cubicBezTo>
                  <a:cubicBezTo>
                    <a:pt x="1334" y="3228"/>
                    <a:pt x="1840" y="2992"/>
                    <a:pt x="1942" y="2443"/>
                  </a:cubicBezTo>
                  <a:cubicBezTo>
                    <a:pt x="2036" y="1941"/>
                    <a:pt x="1652" y="1430"/>
                    <a:pt x="1179" y="1349"/>
                  </a:cubicBezTo>
                  <a:lnTo>
                    <a:pt x="1179" y="1349"/>
                  </a:lnTo>
                  <a:cubicBezTo>
                    <a:pt x="1352" y="1048"/>
                    <a:pt x="1525" y="748"/>
                    <a:pt x="1698" y="447"/>
                  </a:cubicBezTo>
                  <a:cubicBezTo>
                    <a:pt x="1751" y="358"/>
                    <a:pt x="1723" y="229"/>
                    <a:pt x="1630" y="177"/>
                  </a:cubicBezTo>
                  <a:cubicBezTo>
                    <a:pt x="1416" y="60"/>
                    <a:pt x="1198" y="0"/>
                    <a:pt x="98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5"/>
            <p:cNvSpPr/>
            <p:nvPr/>
          </p:nvSpPr>
          <p:spPr>
            <a:xfrm>
              <a:off x="6995900" y="853275"/>
              <a:ext cx="65650" cy="72825"/>
            </a:xfrm>
            <a:custGeom>
              <a:rect b="b" l="l" r="r" t="t"/>
              <a:pathLst>
                <a:path extrusionOk="0" h="2913" w="2626">
                  <a:moveTo>
                    <a:pt x="730" y="1"/>
                  </a:moveTo>
                  <a:cubicBezTo>
                    <a:pt x="472" y="1"/>
                    <a:pt x="211" y="127"/>
                    <a:pt x="84" y="366"/>
                  </a:cubicBezTo>
                  <a:cubicBezTo>
                    <a:pt x="1" y="520"/>
                    <a:pt x="137" y="663"/>
                    <a:pt x="269" y="663"/>
                  </a:cubicBezTo>
                  <a:cubicBezTo>
                    <a:pt x="328" y="663"/>
                    <a:pt x="385" y="634"/>
                    <a:pt x="422" y="565"/>
                  </a:cubicBezTo>
                  <a:cubicBezTo>
                    <a:pt x="479" y="459"/>
                    <a:pt x="603" y="387"/>
                    <a:pt x="727" y="387"/>
                  </a:cubicBezTo>
                  <a:cubicBezTo>
                    <a:pt x="779" y="387"/>
                    <a:pt x="832" y="400"/>
                    <a:pt x="880" y="429"/>
                  </a:cubicBezTo>
                  <a:cubicBezTo>
                    <a:pt x="1145" y="587"/>
                    <a:pt x="936" y="1046"/>
                    <a:pt x="844" y="1261"/>
                  </a:cubicBezTo>
                  <a:cubicBezTo>
                    <a:pt x="661" y="1695"/>
                    <a:pt x="406" y="2084"/>
                    <a:pt x="98" y="2438"/>
                  </a:cubicBezTo>
                  <a:cubicBezTo>
                    <a:pt x="9" y="2542"/>
                    <a:pt x="28" y="2737"/>
                    <a:pt x="185" y="2767"/>
                  </a:cubicBezTo>
                  <a:cubicBezTo>
                    <a:pt x="674" y="2863"/>
                    <a:pt x="1162" y="2913"/>
                    <a:pt x="1653" y="2913"/>
                  </a:cubicBezTo>
                  <a:cubicBezTo>
                    <a:pt x="1893" y="2913"/>
                    <a:pt x="2133" y="2901"/>
                    <a:pt x="2374" y="2877"/>
                  </a:cubicBezTo>
                  <a:cubicBezTo>
                    <a:pt x="2617" y="2852"/>
                    <a:pt x="2626" y="2482"/>
                    <a:pt x="2397" y="2482"/>
                  </a:cubicBezTo>
                  <a:cubicBezTo>
                    <a:pt x="2390" y="2482"/>
                    <a:pt x="2382" y="2483"/>
                    <a:pt x="2374" y="2483"/>
                  </a:cubicBezTo>
                  <a:cubicBezTo>
                    <a:pt x="2131" y="2507"/>
                    <a:pt x="1889" y="2519"/>
                    <a:pt x="1648" y="2519"/>
                  </a:cubicBezTo>
                  <a:cubicBezTo>
                    <a:pt x="1298" y="2519"/>
                    <a:pt x="950" y="2494"/>
                    <a:pt x="603" y="2442"/>
                  </a:cubicBezTo>
                  <a:lnTo>
                    <a:pt x="603" y="2442"/>
                  </a:lnTo>
                  <a:cubicBezTo>
                    <a:pt x="840" y="2132"/>
                    <a:pt x="1042" y="1799"/>
                    <a:pt x="1199" y="1438"/>
                  </a:cubicBezTo>
                  <a:cubicBezTo>
                    <a:pt x="1336" y="1118"/>
                    <a:pt x="1514" y="710"/>
                    <a:pt x="1346" y="366"/>
                  </a:cubicBezTo>
                  <a:cubicBezTo>
                    <a:pt x="1227" y="119"/>
                    <a:pt x="980" y="1"/>
                    <a:pt x="7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5"/>
            <p:cNvSpPr/>
            <p:nvPr/>
          </p:nvSpPr>
          <p:spPr>
            <a:xfrm>
              <a:off x="7090425" y="911625"/>
              <a:ext cx="16875" cy="9875"/>
            </a:xfrm>
            <a:custGeom>
              <a:rect b="b" l="l" r="r" t="t"/>
              <a:pathLst>
                <a:path extrusionOk="0" h="395" w="675">
                  <a:moveTo>
                    <a:pt x="254" y="0"/>
                  </a:moveTo>
                  <a:cubicBezTo>
                    <a:pt x="0" y="0"/>
                    <a:pt x="0" y="394"/>
                    <a:pt x="254" y="394"/>
                  </a:cubicBezTo>
                  <a:lnTo>
                    <a:pt x="420" y="394"/>
                  </a:lnTo>
                  <a:cubicBezTo>
                    <a:pt x="673" y="394"/>
                    <a:pt x="675" y="0"/>
                    <a:pt x="42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5"/>
            <p:cNvSpPr/>
            <p:nvPr/>
          </p:nvSpPr>
          <p:spPr>
            <a:xfrm>
              <a:off x="7241550" y="912525"/>
              <a:ext cx="765475" cy="24650"/>
            </a:xfrm>
            <a:custGeom>
              <a:rect b="b" l="l" r="r" t="t"/>
              <a:pathLst>
                <a:path extrusionOk="0" h="986" w="30619">
                  <a:moveTo>
                    <a:pt x="30114" y="0"/>
                  </a:moveTo>
                  <a:cubicBezTo>
                    <a:pt x="30113" y="0"/>
                    <a:pt x="30112" y="0"/>
                    <a:pt x="30110" y="0"/>
                  </a:cubicBezTo>
                  <a:cubicBezTo>
                    <a:pt x="20243" y="66"/>
                    <a:pt x="10377" y="132"/>
                    <a:pt x="509" y="196"/>
                  </a:cubicBezTo>
                  <a:cubicBezTo>
                    <a:pt x="5" y="201"/>
                    <a:pt x="1" y="985"/>
                    <a:pt x="506" y="985"/>
                  </a:cubicBezTo>
                  <a:cubicBezTo>
                    <a:pt x="507" y="985"/>
                    <a:pt x="508" y="985"/>
                    <a:pt x="509" y="985"/>
                  </a:cubicBezTo>
                  <a:cubicBezTo>
                    <a:pt x="10377" y="918"/>
                    <a:pt x="20243" y="852"/>
                    <a:pt x="30110" y="788"/>
                  </a:cubicBezTo>
                  <a:cubicBezTo>
                    <a:pt x="30616" y="783"/>
                    <a:pt x="30618" y="0"/>
                    <a:pt x="3011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5"/>
            <p:cNvSpPr/>
            <p:nvPr/>
          </p:nvSpPr>
          <p:spPr>
            <a:xfrm>
              <a:off x="7281275" y="826075"/>
              <a:ext cx="715600" cy="193350"/>
            </a:xfrm>
            <a:custGeom>
              <a:rect b="b" l="l" r="r" t="t"/>
              <a:pathLst>
                <a:path extrusionOk="0" h="7734" w="28624">
                  <a:moveTo>
                    <a:pt x="24337" y="1"/>
                  </a:moveTo>
                  <a:cubicBezTo>
                    <a:pt x="23870" y="1"/>
                    <a:pt x="23403" y="10"/>
                    <a:pt x="22937" y="30"/>
                  </a:cubicBezTo>
                  <a:cubicBezTo>
                    <a:pt x="21650" y="83"/>
                    <a:pt x="20291" y="203"/>
                    <a:pt x="19229" y="1009"/>
                  </a:cubicBezTo>
                  <a:cubicBezTo>
                    <a:pt x="18113" y="1855"/>
                    <a:pt x="17563" y="3195"/>
                    <a:pt x="16954" y="4409"/>
                  </a:cubicBezTo>
                  <a:cubicBezTo>
                    <a:pt x="16341" y="5633"/>
                    <a:pt x="15143" y="7402"/>
                    <a:pt x="13628" y="7402"/>
                  </a:cubicBezTo>
                  <a:cubicBezTo>
                    <a:pt x="13307" y="7402"/>
                    <a:pt x="12972" y="7322"/>
                    <a:pt x="12626" y="7142"/>
                  </a:cubicBezTo>
                  <a:cubicBezTo>
                    <a:pt x="10573" y="6071"/>
                    <a:pt x="11831" y="2787"/>
                    <a:pt x="10709" y="1095"/>
                  </a:cubicBezTo>
                  <a:cubicBezTo>
                    <a:pt x="10262" y="419"/>
                    <a:pt x="9685" y="149"/>
                    <a:pt x="9085" y="149"/>
                  </a:cubicBezTo>
                  <a:cubicBezTo>
                    <a:pt x="7875" y="149"/>
                    <a:pt x="6567" y="1248"/>
                    <a:pt x="6026" y="2336"/>
                  </a:cubicBezTo>
                  <a:cubicBezTo>
                    <a:pt x="5381" y="3636"/>
                    <a:pt x="4904" y="6972"/>
                    <a:pt x="3024" y="6972"/>
                  </a:cubicBezTo>
                  <a:cubicBezTo>
                    <a:pt x="2922" y="6972"/>
                    <a:pt x="2815" y="6962"/>
                    <a:pt x="2704" y="6941"/>
                  </a:cubicBezTo>
                  <a:cubicBezTo>
                    <a:pt x="214" y="6477"/>
                    <a:pt x="752" y="3009"/>
                    <a:pt x="578" y="1224"/>
                  </a:cubicBezTo>
                  <a:cubicBezTo>
                    <a:pt x="567" y="1096"/>
                    <a:pt x="462" y="1033"/>
                    <a:pt x="364" y="1033"/>
                  </a:cubicBezTo>
                  <a:cubicBezTo>
                    <a:pt x="266" y="1033"/>
                    <a:pt x="175" y="1095"/>
                    <a:pt x="187" y="1221"/>
                  </a:cubicBezTo>
                  <a:cubicBezTo>
                    <a:pt x="342" y="2777"/>
                    <a:pt x="1" y="4579"/>
                    <a:pt x="860" y="5976"/>
                  </a:cubicBezTo>
                  <a:cubicBezTo>
                    <a:pt x="1312" y="6711"/>
                    <a:pt x="2122" y="7361"/>
                    <a:pt x="3011" y="7361"/>
                  </a:cubicBezTo>
                  <a:cubicBezTo>
                    <a:pt x="3112" y="7361"/>
                    <a:pt x="3215" y="7353"/>
                    <a:pt x="3318" y="7335"/>
                  </a:cubicBezTo>
                  <a:cubicBezTo>
                    <a:pt x="4589" y="7114"/>
                    <a:pt x="5179" y="5690"/>
                    <a:pt x="5575" y="4622"/>
                  </a:cubicBezTo>
                  <a:cubicBezTo>
                    <a:pt x="5887" y="3782"/>
                    <a:pt x="6118" y="2891"/>
                    <a:pt x="6592" y="2123"/>
                  </a:cubicBezTo>
                  <a:cubicBezTo>
                    <a:pt x="7072" y="1347"/>
                    <a:pt x="8002" y="537"/>
                    <a:pt x="8968" y="537"/>
                  </a:cubicBezTo>
                  <a:cubicBezTo>
                    <a:pt x="9218" y="537"/>
                    <a:pt x="9471" y="592"/>
                    <a:pt x="9720" y="715"/>
                  </a:cubicBezTo>
                  <a:cubicBezTo>
                    <a:pt x="11768" y="1736"/>
                    <a:pt x="10431" y="5238"/>
                    <a:pt x="11724" y="6880"/>
                  </a:cubicBezTo>
                  <a:cubicBezTo>
                    <a:pt x="12189" y="7472"/>
                    <a:pt x="12861" y="7733"/>
                    <a:pt x="13558" y="7733"/>
                  </a:cubicBezTo>
                  <a:cubicBezTo>
                    <a:pt x="13933" y="7733"/>
                    <a:pt x="14315" y="7657"/>
                    <a:pt x="14677" y="7517"/>
                  </a:cubicBezTo>
                  <a:cubicBezTo>
                    <a:pt x="15962" y="7014"/>
                    <a:pt x="16707" y="5785"/>
                    <a:pt x="17297" y="4606"/>
                  </a:cubicBezTo>
                  <a:cubicBezTo>
                    <a:pt x="18327" y="2549"/>
                    <a:pt x="19246" y="811"/>
                    <a:pt x="21766" y="504"/>
                  </a:cubicBezTo>
                  <a:cubicBezTo>
                    <a:pt x="22590" y="403"/>
                    <a:pt x="23428" y="362"/>
                    <a:pt x="24270" y="362"/>
                  </a:cubicBezTo>
                  <a:cubicBezTo>
                    <a:pt x="25645" y="362"/>
                    <a:pt x="27030" y="472"/>
                    <a:pt x="28372" y="618"/>
                  </a:cubicBezTo>
                  <a:cubicBezTo>
                    <a:pt x="28381" y="619"/>
                    <a:pt x="28389" y="619"/>
                    <a:pt x="28397" y="619"/>
                  </a:cubicBezTo>
                  <a:cubicBezTo>
                    <a:pt x="28624" y="619"/>
                    <a:pt x="28615" y="251"/>
                    <a:pt x="28372" y="224"/>
                  </a:cubicBezTo>
                  <a:cubicBezTo>
                    <a:pt x="27031" y="80"/>
                    <a:pt x="25684" y="1"/>
                    <a:pt x="2433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2" name="Shape 5252"/>
        <p:cNvGrpSpPr/>
        <p:nvPr/>
      </p:nvGrpSpPr>
      <p:grpSpPr>
        <a:xfrm>
          <a:off x="0" y="0"/>
          <a:ext cx="0" cy="0"/>
          <a:chOff x="0" y="0"/>
          <a:chExt cx="0" cy="0"/>
        </a:xfrm>
      </p:grpSpPr>
      <p:sp>
        <p:nvSpPr>
          <p:cNvPr id="5253" name="Google Shape;5253;p66"/>
          <p:cNvSpPr txBox="1"/>
          <p:nvPr>
            <p:ph idx="1" type="subTitle"/>
          </p:nvPr>
        </p:nvSpPr>
        <p:spPr>
          <a:xfrm>
            <a:off x="720000" y="2324850"/>
            <a:ext cx="2841600" cy="160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hlink"/>
              </a:buClr>
              <a:buSzPts val="1100"/>
              <a:buFont typeface="Arial"/>
              <a:buNone/>
            </a:pPr>
            <a:r>
              <a:rPr lang="en"/>
              <a:t>Hooray</a:t>
            </a:r>
            <a:r>
              <a:rPr lang="en"/>
              <a:t>! I’m almost there! Bear in mind that you can change the image on the screen with your own by replacing it and uploading a photo from your own computer!</a:t>
            </a:r>
            <a:endParaRPr/>
          </a:p>
          <a:p>
            <a:pPr indent="0" lvl="0" marL="0" rtl="0" algn="ctr">
              <a:spcBef>
                <a:spcPts val="1600"/>
              </a:spcBef>
              <a:spcAft>
                <a:spcPts val="1600"/>
              </a:spcAft>
              <a:buNone/>
            </a:pPr>
            <a:r>
              <a:t/>
            </a:r>
            <a:endParaRPr/>
          </a:p>
        </p:txBody>
      </p:sp>
      <p:sp>
        <p:nvSpPr>
          <p:cNvPr id="5254" name="Google Shape;5254;p66"/>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Nope, it’s on my </a:t>
            </a:r>
            <a:r>
              <a:rPr b="1" lang="en">
                <a:solidFill>
                  <a:schemeClr val="accent4"/>
                </a:solidFill>
              </a:rPr>
              <a:t>phone!</a:t>
            </a:r>
            <a:r>
              <a:rPr lang="en"/>
              <a:t> Let’s see what it is!</a:t>
            </a:r>
            <a:endParaRPr/>
          </a:p>
        </p:txBody>
      </p:sp>
      <p:sp>
        <p:nvSpPr>
          <p:cNvPr id="5255" name="Google Shape;5255;p66"/>
          <p:cNvSpPr txBox="1"/>
          <p:nvPr>
            <p:ph idx="2" type="subTitle"/>
          </p:nvPr>
        </p:nvSpPr>
        <p:spPr>
          <a:xfrm>
            <a:off x="7084550" y="4208775"/>
            <a:ext cx="913800" cy="394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Progress:</a:t>
            </a:r>
            <a:endParaRPr/>
          </a:p>
        </p:txBody>
      </p:sp>
      <p:grpSp>
        <p:nvGrpSpPr>
          <p:cNvPr id="5256" name="Google Shape;5256;p66"/>
          <p:cNvGrpSpPr/>
          <p:nvPr/>
        </p:nvGrpSpPr>
        <p:grpSpPr>
          <a:xfrm>
            <a:off x="5135838" y="1649147"/>
            <a:ext cx="1458744" cy="2711103"/>
            <a:chOff x="4678638" y="1649147"/>
            <a:chExt cx="1458744" cy="2711103"/>
          </a:xfrm>
        </p:grpSpPr>
        <p:sp>
          <p:nvSpPr>
            <p:cNvPr id="5257" name="Google Shape;5257;p66"/>
            <p:cNvSpPr/>
            <p:nvPr/>
          </p:nvSpPr>
          <p:spPr>
            <a:xfrm>
              <a:off x="4678638" y="1649147"/>
              <a:ext cx="1458744" cy="2711103"/>
            </a:xfrm>
            <a:custGeom>
              <a:rect b="b" l="l" r="r" t="t"/>
              <a:pathLst>
                <a:path extrusionOk="0" h="14095" w="7584">
                  <a:moveTo>
                    <a:pt x="505" y="0"/>
                  </a:moveTo>
                  <a:cubicBezTo>
                    <a:pt x="226" y="0"/>
                    <a:pt x="0" y="270"/>
                    <a:pt x="0" y="603"/>
                  </a:cubicBezTo>
                  <a:lnTo>
                    <a:pt x="0" y="13493"/>
                  </a:lnTo>
                  <a:cubicBezTo>
                    <a:pt x="0" y="13824"/>
                    <a:pt x="226" y="14094"/>
                    <a:pt x="505" y="14094"/>
                  </a:cubicBezTo>
                  <a:lnTo>
                    <a:pt x="7078" y="14094"/>
                  </a:lnTo>
                  <a:cubicBezTo>
                    <a:pt x="7357" y="14094"/>
                    <a:pt x="7583" y="13824"/>
                    <a:pt x="7583" y="13493"/>
                  </a:cubicBezTo>
                  <a:lnTo>
                    <a:pt x="7583" y="603"/>
                  </a:lnTo>
                  <a:cubicBezTo>
                    <a:pt x="7583" y="270"/>
                    <a:pt x="7357" y="0"/>
                    <a:pt x="7078" y="0"/>
                  </a:cubicBezTo>
                  <a:close/>
                </a:path>
              </a:pathLst>
            </a:custGeom>
            <a:solidFill>
              <a:schemeClr val="dk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6"/>
            <p:cNvSpPr/>
            <p:nvPr/>
          </p:nvSpPr>
          <p:spPr>
            <a:xfrm>
              <a:off x="5278756" y="4024401"/>
              <a:ext cx="258512" cy="258512"/>
            </a:xfrm>
            <a:custGeom>
              <a:rect b="b" l="l" r="r" t="t"/>
              <a:pathLst>
                <a:path extrusionOk="0" h="1344" w="1344">
                  <a:moveTo>
                    <a:pt x="672" y="0"/>
                  </a:moveTo>
                  <a:cubicBezTo>
                    <a:pt x="300" y="0"/>
                    <a:pt x="1" y="301"/>
                    <a:pt x="1" y="672"/>
                  </a:cubicBezTo>
                  <a:cubicBezTo>
                    <a:pt x="1" y="1043"/>
                    <a:pt x="300" y="1344"/>
                    <a:pt x="672" y="1344"/>
                  </a:cubicBezTo>
                  <a:cubicBezTo>
                    <a:pt x="1043" y="1344"/>
                    <a:pt x="1344" y="1043"/>
                    <a:pt x="1344" y="672"/>
                  </a:cubicBezTo>
                  <a:cubicBezTo>
                    <a:pt x="1344" y="301"/>
                    <a:pt x="1043" y="0"/>
                    <a:pt x="672" y="0"/>
                  </a:cubicBezTo>
                  <a:close/>
                </a:path>
              </a:pathLst>
            </a:custGeom>
            <a:solidFill>
              <a:schemeClr val="dk1"/>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6"/>
            <p:cNvSpPr/>
            <p:nvPr/>
          </p:nvSpPr>
          <p:spPr>
            <a:xfrm>
              <a:off x="5265667" y="1720123"/>
              <a:ext cx="232160" cy="24428"/>
            </a:xfrm>
            <a:custGeom>
              <a:rect b="b" l="l" r="r" t="t"/>
              <a:pathLst>
                <a:path extrusionOk="0" h="127" w="1207">
                  <a:moveTo>
                    <a:pt x="63" y="0"/>
                  </a:moveTo>
                  <a:cubicBezTo>
                    <a:pt x="27" y="0"/>
                    <a:pt x="0" y="28"/>
                    <a:pt x="0" y="63"/>
                  </a:cubicBezTo>
                  <a:cubicBezTo>
                    <a:pt x="0" y="97"/>
                    <a:pt x="27" y="126"/>
                    <a:pt x="63" y="126"/>
                  </a:cubicBezTo>
                  <a:lnTo>
                    <a:pt x="1144" y="126"/>
                  </a:lnTo>
                  <a:cubicBezTo>
                    <a:pt x="1179" y="126"/>
                    <a:pt x="1206" y="97"/>
                    <a:pt x="1206" y="63"/>
                  </a:cubicBezTo>
                  <a:cubicBezTo>
                    <a:pt x="1206" y="28"/>
                    <a:pt x="1179" y="0"/>
                    <a:pt x="1144" y="0"/>
                  </a:cubicBezTo>
                  <a:close/>
                </a:path>
              </a:pathLst>
            </a:custGeom>
            <a:solidFill>
              <a:schemeClr val="dk1"/>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6"/>
            <p:cNvSpPr/>
            <p:nvPr/>
          </p:nvSpPr>
          <p:spPr>
            <a:xfrm>
              <a:off x="5507253" y="1710506"/>
              <a:ext cx="43085" cy="43278"/>
            </a:xfrm>
            <a:custGeom>
              <a:rect b="b" l="l" r="r" t="t"/>
              <a:pathLst>
                <a:path extrusionOk="0" h="225" w="224">
                  <a:moveTo>
                    <a:pt x="111" y="1"/>
                  </a:moveTo>
                  <a:cubicBezTo>
                    <a:pt x="50" y="1"/>
                    <a:pt x="0" y="52"/>
                    <a:pt x="0" y="113"/>
                  </a:cubicBezTo>
                  <a:cubicBezTo>
                    <a:pt x="0" y="175"/>
                    <a:pt x="50" y="224"/>
                    <a:pt x="111" y="224"/>
                  </a:cubicBezTo>
                  <a:cubicBezTo>
                    <a:pt x="174" y="224"/>
                    <a:pt x="224" y="175"/>
                    <a:pt x="224" y="113"/>
                  </a:cubicBezTo>
                  <a:cubicBezTo>
                    <a:pt x="224" y="52"/>
                    <a:pt x="174" y="1"/>
                    <a:pt x="111" y="1"/>
                  </a:cubicBezTo>
                  <a:close/>
                </a:path>
              </a:pathLst>
            </a:custGeom>
            <a:solidFill>
              <a:schemeClr val="dk1"/>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5261" name="Google Shape;5261;p66"/>
          <p:cNvPicPr preferRelativeResize="0"/>
          <p:nvPr/>
        </p:nvPicPr>
        <p:blipFill rotWithShape="1">
          <a:blip r:embed="rId3">
            <a:alphaModFix/>
          </a:blip>
          <a:srcRect b="5380" l="1713" r="62307" t="5406"/>
          <a:stretch/>
        </p:blipFill>
        <p:spPr>
          <a:xfrm>
            <a:off x="5202975" y="1850525"/>
            <a:ext cx="1334978" cy="2068553"/>
          </a:xfrm>
          <a:prstGeom prst="rect">
            <a:avLst/>
          </a:prstGeom>
          <a:noFill/>
          <a:ln cap="flat" cmpd="sng" w="9525">
            <a:solidFill>
              <a:srgbClr val="000000"/>
            </a:solidFill>
            <a:prstDash val="solid"/>
            <a:round/>
            <a:headEnd len="sm" w="sm" type="none"/>
            <a:tailEnd len="sm" w="sm" type="none"/>
          </a:ln>
        </p:spPr>
      </p:pic>
      <p:grpSp>
        <p:nvGrpSpPr>
          <p:cNvPr id="5262" name="Google Shape;5262;p66"/>
          <p:cNvGrpSpPr/>
          <p:nvPr/>
        </p:nvGrpSpPr>
        <p:grpSpPr>
          <a:xfrm>
            <a:off x="8088675" y="4177989"/>
            <a:ext cx="331374" cy="416796"/>
            <a:chOff x="8088675" y="4177989"/>
            <a:chExt cx="331374" cy="416796"/>
          </a:xfrm>
        </p:grpSpPr>
        <p:sp>
          <p:nvSpPr>
            <p:cNvPr id="5263" name="Google Shape;5263;p66"/>
            <p:cNvSpPr/>
            <p:nvPr/>
          </p:nvSpPr>
          <p:spPr>
            <a:xfrm>
              <a:off x="8363845" y="4360123"/>
              <a:ext cx="50103" cy="74183"/>
            </a:xfrm>
            <a:custGeom>
              <a:rect b="b" l="l" r="r" t="t"/>
              <a:pathLst>
                <a:path extrusionOk="0" h="5690" w="3843">
                  <a:moveTo>
                    <a:pt x="420" y="0"/>
                  </a:moveTo>
                  <a:lnTo>
                    <a:pt x="1" y="5690"/>
                  </a:lnTo>
                  <a:lnTo>
                    <a:pt x="278" y="5690"/>
                  </a:lnTo>
                  <a:cubicBezTo>
                    <a:pt x="2247" y="5690"/>
                    <a:pt x="3842" y="4094"/>
                    <a:pt x="3842" y="2128"/>
                  </a:cubicBezTo>
                  <a:lnTo>
                    <a:pt x="3842" y="1919"/>
                  </a:lnTo>
                  <a:cubicBezTo>
                    <a:pt x="3842" y="859"/>
                    <a:pt x="2983" y="0"/>
                    <a:pt x="1925"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6"/>
            <p:cNvSpPr/>
            <p:nvPr/>
          </p:nvSpPr>
          <p:spPr>
            <a:xfrm>
              <a:off x="8094777" y="4360123"/>
              <a:ext cx="50116" cy="74183"/>
            </a:xfrm>
            <a:custGeom>
              <a:rect b="b" l="l" r="r" t="t"/>
              <a:pathLst>
                <a:path extrusionOk="0" h="5690" w="3844">
                  <a:moveTo>
                    <a:pt x="1917" y="0"/>
                  </a:moveTo>
                  <a:cubicBezTo>
                    <a:pt x="860" y="0"/>
                    <a:pt x="0" y="859"/>
                    <a:pt x="0" y="1919"/>
                  </a:cubicBezTo>
                  <a:lnTo>
                    <a:pt x="0" y="2128"/>
                  </a:lnTo>
                  <a:cubicBezTo>
                    <a:pt x="0" y="4094"/>
                    <a:pt x="1597" y="5690"/>
                    <a:pt x="3565" y="5690"/>
                  </a:cubicBezTo>
                  <a:lnTo>
                    <a:pt x="3843" y="5690"/>
                  </a:lnTo>
                  <a:lnTo>
                    <a:pt x="3423" y="0"/>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6"/>
            <p:cNvSpPr/>
            <p:nvPr/>
          </p:nvSpPr>
          <p:spPr>
            <a:xfrm>
              <a:off x="8149052" y="4521241"/>
              <a:ext cx="210608" cy="67443"/>
            </a:xfrm>
            <a:custGeom>
              <a:rect b="b" l="l" r="r" t="t"/>
              <a:pathLst>
                <a:path extrusionOk="0" h="5173" w="16154">
                  <a:moveTo>
                    <a:pt x="3516" y="0"/>
                  </a:moveTo>
                  <a:lnTo>
                    <a:pt x="3516" y="1630"/>
                  </a:lnTo>
                  <a:cubicBezTo>
                    <a:pt x="3516" y="2540"/>
                    <a:pt x="2995" y="3368"/>
                    <a:pt x="2174" y="3761"/>
                  </a:cubicBezTo>
                  <a:lnTo>
                    <a:pt x="247" y="4687"/>
                  </a:lnTo>
                  <a:cubicBezTo>
                    <a:pt x="0" y="4806"/>
                    <a:pt x="85" y="5173"/>
                    <a:pt x="357" y="5173"/>
                  </a:cubicBezTo>
                  <a:lnTo>
                    <a:pt x="15797" y="5173"/>
                  </a:lnTo>
                  <a:cubicBezTo>
                    <a:pt x="16070" y="5173"/>
                    <a:pt x="16153" y="4806"/>
                    <a:pt x="15909" y="4687"/>
                  </a:cubicBezTo>
                  <a:lnTo>
                    <a:pt x="13981" y="3761"/>
                  </a:lnTo>
                  <a:cubicBezTo>
                    <a:pt x="13161" y="3368"/>
                    <a:pt x="12639" y="2540"/>
                    <a:pt x="12639" y="1630"/>
                  </a:cubicBezTo>
                  <a:lnTo>
                    <a:pt x="12639" y="0"/>
                  </a:lnTo>
                  <a:cubicBezTo>
                    <a:pt x="11039" y="1093"/>
                    <a:pt x="9274" y="1721"/>
                    <a:pt x="8077" y="1721"/>
                  </a:cubicBezTo>
                  <a:cubicBezTo>
                    <a:pt x="6881" y="1721"/>
                    <a:pt x="5114" y="1093"/>
                    <a:pt x="3516"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6"/>
            <p:cNvSpPr/>
            <p:nvPr/>
          </p:nvSpPr>
          <p:spPr>
            <a:xfrm>
              <a:off x="8132859" y="4214233"/>
              <a:ext cx="242941" cy="329445"/>
            </a:xfrm>
            <a:custGeom>
              <a:rect b="b" l="l" r="r" t="t"/>
              <a:pathLst>
                <a:path extrusionOk="0" h="25269" w="18634">
                  <a:moveTo>
                    <a:pt x="9318" y="1"/>
                  </a:moveTo>
                  <a:cubicBezTo>
                    <a:pt x="4110" y="1"/>
                    <a:pt x="1" y="4423"/>
                    <a:pt x="383" y="9616"/>
                  </a:cubicBezTo>
                  <a:lnTo>
                    <a:pt x="992" y="17887"/>
                  </a:lnTo>
                  <a:cubicBezTo>
                    <a:pt x="1314" y="22248"/>
                    <a:pt x="6690" y="25269"/>
                    <a:pt x="9318" y="25269"/>
                  </a:cubicBezTo>
                  <a:cubicBezTo>
                    <a:pt x="11945" y="25269"/>
                    <a:pt x="17320" y="22245"/>
                    <a:pt x="17642" y="17887"/>
                  </a:cubicBezTo>
                  <a:cubicBezTo>
                    <a:pt x="17643" y="17884"/>
                    <a:pt x="18252" y="9616"/>
                    <a:pt x="18252" y="9616"/>
                  </a:cubicBezTo>
                  <a:cubicBezTo>
                    <a:pt x="18633" y="4423"/>
                    <a:pt x="14525" y="1"/>
                    <a:pt x="9318"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6"/>
            <p:cNvSpPr/>
            <p:nvPr/>
          </p:nvSpPr>
          <p:spPr>
            <a:xfrm>
              <a:off x="8196730" y="4219631"/>
              <a:ext cx="178184" cy="324008"/>
            </a:xfrm>
            <a:custGeom>
              <a:rect b="b" l="l" r="r" t="t"/>
              <a:pathLst>
                <a:path extrusionOk="0" h="24852" w="13667">
                  <a:moveTo>
                    <a:pt x="7124" y="0"/>
                  </a:moveTo>
                  <a:lnTo>
                    <a:pt x="7124" y="0"/>
                  </a:lnTo>
                  <a:cubicBezTo>
                    <a:pt x="9573" y="1752"/>
                    <a:pt x="11094" y="4702"/>
                    <a:pt x="10856" y="7952"/>
                  </a:cubicBezTo>
                  <a:lnTo>
                    <a:pt x="10246" y="16222"/>
                  </a:lnTo>
                  <a:cubicBezTo>
                    <a:pt x="9925" y="20583"/>
                    <a:pt x="4549" y="23603"/>
                    <a:pt x="1922" y="23603"/>
                  </a:cubicBezTo>
                  <a:cubicBezTo>
                    <a:pt x="1377" y="23603"/>
                    <a:pt x="712" y="23473"/>
                    <a:pt x="1" y="23229"/>
                  </a:cubicBezTo>
                  <a:lnTo>
                    <a:pt x="1" y="23229"/>
                  </a:lnTo>
                  <a:cubicBezTo>
                    <a:pt x="1562" y="24263"/>
                    <a:pt x="3258" y="24852"/>
                    <a:pt x="4420" y="24852"/>
                  </a:cubicBezTo>
                  <a:cubicBezTo>
                    <a:pt x="7048" y="24852"/>
                    <a:pt x="12424" y="21830"/>
                    <a:pt x="12744" y="17470"/>
                  </a:cubicBezTo>
                  <a:lnTo>
                    <a:pt x="13354" y="9201"/>
                  </a:lnTo>
                  <a:cubicBezTo>
                    <a:pt x="13667" y="4951"/>
                    <a:pt x="10969" y="1215"/>
                    <a:pt x="7124"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6"/>
            <p:cNvSpPr/>
            <p:nvPr/>
          </p:nvSpPr>
          <p:spPr>
            <a:xfrm>
              <a:off x="8151386" y="4184104"/>
              <a:ext cx="208000" cy="153712"/>
            </a:xfrm>
            <a:custGeom>
              <a:rect b="b" l="l" r="r" t="t"/>
              <a:pathLst>
                <a:path extrusionOk="0" h="11790" w="15954">
                  <a:moveTo>
                    <a:pt x="13272" y="1"/>
                  </a:moveTo>
                  <a:cubicBezTo>
                    <a:pt x="13243" y="1"/>
                    <a:pt x="13215" y="12"/>
                    <a:pt x="13193" y="33"/>
                  </a:cubicBezTo>
                  <a:lnTo>
                    <a:pt x="6291" y="6935"/>
                  </a:lnTo>
                  <a:cubicBezTo>
                    <a:pt x="6270" y="6957"/>
                    <a:pt x="6241" y="6967"/>
                    <a:pt x="6212" y="6967"/>
                  </a:cubicBezTo>
                  <a:cubicBezTo>
                    <a:pt x="6184" y="6967"/>
                    <a:pt x="6155" y="6957"/>
                    <a:pt x="6133" y="6935"/>
                  </a:cubicBezTo>
                  <a:lnTo>
                    <a:pt x="2761" y="3563"/>
                  </a:lnTo>
                  <a:cubicBezTo>
                    <a:pt x="2740" y="3542"/>
                    <a:pt x="2711" y="3531"/>
                    <a:pt x="2682" y="3531"/>
                  </a:cubicBezTo>
                  <a:cubicBezTo>
                    <a:pt x="2654" y="3531"/>
                    <a:pt x="2625" y="3542"/>
                    <a:pt x="2603" y="3563"/>
                  </a:cubicBezTo>
                  <a:lnTo>
                    <a:pt x="43" y="6123"/>
                  </a:lnTo>
                  <a:cubicBezTo>
                    <a:pt x="0" y="6166"/>
                    <a:pt x="0" y="6238"/>
                    <a:pt x="43" y="6281"/>
                  </a:cubicBezTo>
                  <a:lnTo>
                    <a:pt x="5552" y="11790"/>
                  </a:lnTo>
                  <a:lnTo>
                    <a:pt x="6872" y="11790"/>
                  </a:lnTo>
                  <a:lnTo>
                    <a:pt x="15911" y="2751"/>
                  </a:lnTo>
                  <a:cubicBezTo>
                    <a:pt x="15954" y="2708"/>
                    <a:pt x="15954" y="2636"/>
                    <a:pt x="15911" y="2593"/>
                  </a:cubicBezTo>
                  <a:lnTo>
                    <a:pt x="13351" y="33"/>
                  </a:lnTo>
                  <a:cubicBezTo>
                    <a:pt x="13330" y="12"/>
                    <a:pt x="13301" y="1"/>
                    <a:pt x="13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6"/>
            <p:cNvSpPr/>
            <p:nvPr/>
          </p:nvSpPr>
          <p:spPr>
            <a:xfrm>
              <a:off x="8206443" y="4184104"/>
              <a:ext cx="152969" cy="153712"/>
            </a:xfrm>
            <a:custGeom>
              <a:rect b="b" l="l" r="r" t="t"/>
              <a:pathLst>
                <a:path extrusionOk="0" h="11790" w="11733">
                  <a:moveTo>
                    <a:pt x="9049" y="1"/>
                  </a:moveTo>
                  <a:cubicBezTo>
                    <a:pt x="9020" y="1"/>
                    <a:pt x="8992" y="12"/>
                    <a:pt x="8970" y="33"/>
                  </a:cubicBezTo>
                  <a:lnTo>
                    <a:pt x="8425" y="578"/>
                  </a:lnTo>
                  <a:lnTo>
                    <a:pt x="8524" y="677"/>
                  </a:lnTo>
                  <a:cubicBezTo>
                    <a:pt x="8936" y="1089"/>
                    <a:pt x="8936" y="1759"/>
                    <a:pt x="8524" y="2171"/>
                  </a:cubicBezTo>
                  <a:lnTo>
                    <a:pt x="620" y="10075"/>
                  </a:lnTo>
                  <a:cubicBezTo>
                    <a:pt x="445" y="10250"/>
                    <a:pt x="231" y="10380"/>
                    <a:pt x="0" y="10458"/>
                  </a:cubicBezTo>
                  <a:lnTo>
                    <a:pt x="1331" y="11790"/>
                  </a:lnTo>
                  <a:lnTo>
                    <a:pt x="2651" y="11790"/>
                  </a:lnTo>
                  <a:lnTo>
                    <a:pt x="11689" y="2751"/>
                  </a:lnTo>
                  <a:cubicBezTo>
                    <a:pt x="11732" y="2708"/>
                    <a:pt x="11732" y="2636"/>
                    <a:pt x="11688" y="2593"/>
                  </a:cubicBezTo>
                  <a:lnTo>
                    <a:pt x="9128" y="33"/>
                  </a:lnTo>
                  <a:cubicBezTo>
                    <a:pt x="9107" y="12"/>
                    <a:pt x="9078" y="1"/>
                    <a:pt x="9049"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6"/>
            <p:cNvSpPr/>
            <p:nvPr/>
          </p:nvSpPr>
          <p:spPr>
            <a:xfrm>
              <a:off x="8178230" y="4230113"/>
              <a:ext cx="53141" cy="48565"/>
            </a:xfrm>
            <a:custGeom>
              <a:rect b="b" l="l" r="r" t="t"/>
              <a:pathLst>
                <a:path extrusionOk="0" h="3725" w="4076">
                  <a:moveTo>
                    <a:pt x="625" y="0"/>
                  </a:moveTo>
                  <a:cubicBezTo>
                    <a:pt x="596" y="0"/>
                    <a:pt x="567" y="11"/>
                    <a:pt x="546" y="33"/>
                  </a:cubicBezTo>
                  <a:lnTo>
                    <a:pt x="1" y="578"/>
                  </a:lnTo>
                  <a:lnTo>
                    <a:pt x="2931" y="3509"/>
                  </a:lnTo>
                  <a:cubicBezTo>
                    <a:pt x="3074" y="3653"/>
                    <a:pt x="3263" y="3725"/>
                    <a:pt x="3452" y="3725"/>
                  </a:cubicBezTo>
                  <a:cubicBezTo>
                    <a:pt x="3640" y="3725"/>
                    <a:pt x="3829" y="3653"/>
                    <a:pt x="3972" y="3509"/>
                  </a:cubicBezTo>
                  <a:lnTo>
                    <a:pt x="4076" y="3405"/>
                  </a:lnTo>
                  <a:lnTo>
                    <a:pt x="704" y="33"/>
                  </a:lnTo>
                  <a:cubicBezTo>
                    <a:pt x="682" y="11"/>
                    <a:pt x="653" y="0"/>
                    <a:pt x="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6"/>
            <p:cNvSpPr/>
            <p:nvPr/>
          </p:nvSpPr>
          <p:spPr>
            <a:xfrm>
              <a:off x="8207955" y="4238653"/>
              <a:ext cx="60325" cy="36296"/>
            </a:xfrm>
            <a:custGeom>
              <a:rect b="b" l="l" r="r" t="t"/>
              <a:pathLst>
                <a:path extrusionOk="0" h="2784" w="4627">
                  <a:moveTo>
                    <a:pt x="3561" y="0"/>
                  </a:moveTo>
                  <a:cubicBezTo>
                    <a:pt x="2284" y="0"/>
                    <a:pt x="1067" y="330"/>
                    <a:pt x="1" y="955"/>
                  </a:cubicBezTo>
                  <a:lnTo>
                    <a:pt x="1796" y="2751"/>
                  </a:lnTo>
                  <a:cubicBezTo>
                    <a:pt x="1817" y="2773"/>
                    <a:pt x="1846" y="2783"/>
                    <a:pt x="1875" y="2783"/>
                  </a:cubicBezTo>
                  <a:cubicBezTo>
                    <a:pt x="1903" y="2783"/>
                    <a:pt x="1932" y="2773"/>
                    <a:pt x="1954" y="2751"/>
                  </a:cubicBezTo>
                  <a:lnTo>
                    <a:pt x="4627" y="79"/>
                  </a:lnTo>
                  <a:cubicBezTo>
                    <a:pt x="4277" y="28"/>
                    <a:pt x="3922" y="0"/>
                    <a:pt x="35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6"/>
            <p:cNvSpPr/>
            <p:nvPr/>
          </p:nvSpPr>
          <p:spPr>
            <a:xfrm>
              <a:off x="8240979" y="4262485"/>
              <a:ext cx="106008" cy="75331"/>
            </a:xfrm>
            <a:custGeom>
              <a:rect b="b" l="l" r="r" t="t"/>
              <a:pathLst>
                <a:path extrusionOk="0" h="5778" w="8131">
                  <a:moveTo>
                    <a:pt x="5777" y="1"/>
                  </a:moveTo>
                  <a:lnTo>
                    <a:pt x="0" y="5778"/>
                  </a:lnTo>
                  <a:lnTo>
                    <a:pt x="7145" y="5778"/>
                  </a:lnTo>
                  <a:cubicBezTo>
                    <a:pt x="7696" y="5778"/>
                    <a:pt x="8131" y="5311"/>
                    <a:pt x="8095" y="4762"/>
                  </a:cubicBezTo>
                  <a:cubicBezTo>
                    <a:pt x="7990" y="3152"/>
                    <a:pt x="7339" y="1644"/>
                    <a:pt x="6218" y="434"/>
                  </a:cubicBezTo>
                  <a:cubicBezTo>
                    <a:pt x="6076" y="282"/>
                    <a:pt x="5931" y="138"/>
                    <a:pt x="57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6"/>
            <p:cNvSpPr/>
            <p:nvPr/>
          </p:nvSpPr>
          <p:spPr>
            <a:xfrm>
              <a:off x="8161724" y="4287048"/>
              <a:ext cx="62072" cy="50768"/>
            </a:xfrm>
            <a:custGeom>
              <a:rect b="b" l="l" r="r" t="t"/>
              <a:pathLst>
                <a:path extrusionOk="0" h="3894" w="4761">
                  <a:moveTo>
                    <a:pt x="869" y="1"/>
                  </a:moveTo>
                  <a:cubicBezTo>
                    <a:pt x="387" y="887"/>
                    <a:pt x="103" y="1863"/>
                    <a:pt x="37" y="2878"/>
                  </a:cubicBezTo>
                  <a:cubicBezTo>
                    <a:pt x="1" y="3427"/>
                    <a:pt x="437" y="3894"/>
                    <a:pt x="987" y="3894"/>
                  </a:cubicBezTo>
                  <a:lnTo>
                    <a:pt x="4761" y="3894"/>
                  </a:lnTo>
                  <a:lnTo>
                    <a:pt x="86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6"/>
            <p:cNvSpPr/>
            <p:nvPr/>
          </p:nvSpPr>
          <p:spPr>
            <a:xfrm>
              <a:off x="8240953" y="4262485"/>
              <a:ext cx="106073" cy="75331"/>
            </a:xfrm>
            <a:custGeom>
              <a:rect b="b" l="l" r="r" t="t"/>
              <a:pathLst>
                <a:path extrusionOk="0" h="5778" w="8136">
                  <a:moveTo>
                    <a:pt x="5778" y="1"/>
                  </a:moveTo>
                  <a:lnTo>
                    <a:pt x="4894" y="884"/>
                  </a:lnTo>
                  <a:cubicBezTo>
                    <a:pt x="5297" y="1702"/>
                    <a:pt x="5538" y="2592"/>
                    <a:pt x="5599" y="3513"/>
                  </a:cubicBezTo>
                  <a:cubicBezTo>
                    <a:pt x="5634" y="4063"/>
                    <a:pt x="5198" y="4529"/>
                    <a:pt x="4649" y="4529"/>
                  </a:cubicBezTo>
                  <a:lnTo>
                    <a:pt x="1249" y="4529"/>
                  </a:lnTo>
                  <a:lnTo>
                    <a:pt x="1" y="5778"/>
                  </a:lnTo>
                  <a:lnTo>
                    <a:pt x="7145" y="5778"/>
                  </a:lnTo>
                  <a:cubicBezTo>
                    <a:pt x="7698" y="5778"/>
                    <a:pt x="8136" y="5311"/>
                    <a:pt x="8097" y="4762"/>
                  </a:cubicBezTo>
                  <a:cubicBezTo>
                    <a:pt x="7989" y="3152"/>
                    <a:pt x="7341" y="1644"/>
                    <a:pt x="6217" y="434"/>
                  </a:cubicBezTo>
                  <a:cubicBezTo>
                    <a:pt x="6076" y="282"/>
                    <a:pt x="5930" y="138"/>
                    <a:pt x="5778"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6"/>
            <p:cNvSpPr/>
            <p:nvPr/>
          </p:nvSpPr>
          <p:spPr>
            <a:xfrm>
              <a:off x="8161711" y="4321532"/>
              <a:ext cx="62072" cy="16297"/>
            </a:xfrm>
            <a:custGeom>
              <a:rect b="b" l="l" r="r" t="t"/>
              <a:pathLst>
                <a:path extrusionOk="0" h="1250" w="4761">
                  <a:moveTo>
                    <a:pt x="55" y="0"/>
                  </a:moveTo>
                  <a:cubicBezTo>
                    <a:pt x="48" y="76"/>
                    <a:pt x="41" y="157"/>
                    <a:pt x="36" y="235"/>
                  </a:cubicBezTo>
                  <a:cubicBezTo>
                    <a:pt x="0" y="784"/>
                    <a:pt x="435" y="1250"/>
                    <a:pt x="986" y="1250"/>
                  </a:cubicBezTo>
                  <a:lnTo>
                    <a:pt x="4760" y="1250"/>
                  </a:lnTo>
                  <a:lnTo>
                    <a:pt x="3512" y="2"/>
                  </a:lnTo>
                  <a:lnTo>
                    <a:pt x="55" y="0"/>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6"/>
            <p:cNvSpPr/>
            <p:nvPr/>
          </p:nvSpPr>
          <p:spPr>
            <a:xfrm>
              <a:off x="8088675" y="4177989"/>
              <a:ext cx="331374" cy="416796"/>
            </a:xfrm>
            <a:custGeom>
              <a:rect b="b" l="l" r="r" t="t"/>
              <a:pathLst>
                <a:path extrusionOk="0" h="31969" w="25417">
                  <a:moveTo>
                    <a:pt x="12711" y="3248"/>
                  </a:moveTo>
                  <a:cubicBezTo>
                    <a:pt x="13290" y="3248"/>
                    <a:pt x="13864" y="3306"/>
                    <a:pt x="14423" y="3421"/>
                  </a:cubicBezTo>
                  <a:lnTo>
                    <a:pt x="13607" y="4237"/>
                  </a:lnTo>
                  <a:cubicBezTo>
                    <a:pt x="13307" y="4202"/>
                    <a:pt x="13007" y="4185"/>
                    <a:pt x="12708" y="4185"/>
                  </a:cubicBezTo>
                  <a:cubicBezTo>
                    <a:pt x="11495" y="4185"/>
                    <a:pt x="10299" y="4470"/>
                    <a:pt x="9230" y="5026"/>
                  </a:cubicBezTo>
                  <a:lnTo>
                    <a:pt x="8541" y="4338"/>
                  </a:lnTo>
                  <a:cubicBezTo>
                    <a:pt x="9853" y="3599"/>
                    <a:pt x="11295" y="3248"/>
                    <a:pt x="12711" y="3248"/>
                  </a:cubicBezTo>
                  <a:close/>
                  <a:moveTo>
                    <a:pt x="12713" y="5121"/>
                  </a:moveTo>
                  <a:cubicBezTo>
                    <a:pt x="12716" y="5121"/>
                    <a:pt x="12719" y="5121"/>
                    <a:pt x="12723" y="5121"/>
                  </a:cubicBezTo>
                  <a:lnTo>
                    <a:pt x="11024" y="6820"/>
                  </a:lnTo>
                  <a:lnTo>
                    <a:pt x="9930" y="5725"/>
                  </a:lnTo>
                  <a:cubicBezTo>
                    <a:pt x="10787" y="5331"/>
                    <a:pt x="11733" y="5121"/>
                    <a:pt x="12713" y="5121"/>
                  </a:cubicBezTo>
                  <a:close/>
                  <a:moveTo>
                    <a:pt x="18081" y="1085"/>
                  </a:moveTo>
                  <a:lnTo>
                    <a:pt x="20136" y="3141"/>
                  </a:lnTo>
                  <a:lnTo>
                    <a:pt x="11487" y="11791"/>
                  </a:lnTo>
                  <a:lnTo>
                    <a:pt x="10554" y="11791"/>
                  </a:lnTo>
                  <a:lnTo>
                    <a:pt x="9183" y="10418"/>
                  </a:lnTo>
                  <a:cubicBezTo>
                    <a:pt x="9091" y="10326"/>
                    <a:pt x="8971" y="10281"/>
                    <a:pt x="8851" y="10281"/>
                  </a:cubicBezTo>
                  <a:cubicBezTo>
                    <a:pt x="8731" y="10281"/>
                    <a:pt x="8612" y="10326"/>
                    <a:pt x="8520" y="10418"/>
                  </a:cubicBezTo>
                  <a:cubicBezTo>
                    <a:pt x="8337" y="10601"/>
                    <a:pt x="8337" y="10897"/>
                    <a:pt x="8520" y="11080"/>
                  </a:cubicBezTo>
                  <a:lnTo>
                    <a:pt x="9230" y="11791"/>
                  </a:lnTo>
                  <a:lnTo>
                    <a:pt x="6587" y="11791"/>
                  </a:lnTo>
                  <a:cubicBezTo>
                    <a:pt x="6308" y="11791"/>
                    <a:pt x="6087" y="11553"/>
                    <a:pt x="6106" y="11276"/>
                  </a:cubicBezTo>
                  <a:cubicBezTo>
                    <a:pt x="6155" y="10540"/>
                    <a:pt x="6323" y="9831"/>
                    <a:pt x="6607" y="9163"/>
                  </a:cubicBezTo>
                  <a:lnTo>
                    <a:pt x="6867" y="9425"/>
                  </a:lnTo>
                  <a:cubicBezTo>
                    <a:pt x="6958" y="9516"/>
                    <a:pt x="7078" y="9561"/>
                    <a:pt x="7197" y="9561"/>
                  </a:cubicBezTo>
                  <a:cubicBezTo>
                    <a:pt x="7317" y="9561"/>
                    <a:pt x="7437" y="9516"/>
                    <a:pt x="7528" y="9425"/>
                  </a:cubicBezTo>
                  <a:cubicBezTo>
                    <a:pt x="7712" y="9241"/>
                    <a:pt x="7712" y="8945"/>
                    <a:pt x="7528" y="8762"/>
                  </a:cubicBezTo>
                  <a:lnTo>
                    <a:pt x="5442" y="6677"/>
                  </a:lnTo>
                  <a:cubicBezTo>
                    <a:pt x="5435" y="6669"/>
                    <a:pt x="5337" y="6773"/>
                    <a:pt x="7492" y="4616"/>
                  </a:cubicBezTo>
                  <a:lnTo>
                    <a:pt x="10612" y="7734"/>
                  </a:lnTo>
                  <a:cubicBezTo>
                    <a:pt x="10725" y="7848"/>
                    <a:pt x="10873" y="7905"/>
                    <a:pt x="11022" y="7905"/>
                  </a:cubicBezTo>
                  <a:cubicBezTo>
                    <a:pt x="11171" y="7905"/>
                    <a:pt x="11319" y="7848"/>
                    <a:pt x="11431" y="7734"/>
                  </a:cubicBezTo>
                  <a:lnTo>
                    <a:pt x="18081" y="1085"/>
                  </a:lnTo>
                  <a:close/>
                  <a:moveTo>
                    <a:pt x="3454" y="14440"/>
                  </a:moveTo>
                  <a:lnTo>
                    <a:pt x="3805" y="19184"/>
                  </a:lnTo>
                  <a:cubicBezTo>
                    <a:pt x="2205" y="19067"/>
                    <a:pt x="936" y="17727"/>
                    <a:pt x="936" y="16097"/>
                  </a:cubicBezTo>
                  <a:lnTo>
                    <a:pt x="936" y="15887"/>
                  </a:lnTo>
                  <a:cubicBezTo>
                    <a:pt x="936" y="15088"/>
                    <a:pt x="1586" y="14440"/>
                    <a:pt x="2384" y="14440"/>
                  </a:cubicBezTo>
                  <a:close/>
                  <a:moveTo>
                    <a:pt x="23033" y="14440"/>
                  </a:moveTo>
                  <a:cubicBezTo>
                    <a:pt x="23830" y="14440"/>
                    <a:pt x="24480" y="15088"/>
                    <a:pt x="24480" y="15887"/>
                  </a:cubicBezTo>
                  <a:lnTo>
                    <a:pt x="24480" y="16097"/>
                  </a:lnTo>
                  <a:cubicBezTo>
                    <a:pt x="24480" y="17727"/>
                    <a:pt x="23213" y="19067"/>
                    <a:pt x="21612" y="19184"/>
                  </a:cubicBezTo>
                  <a:lnTo>
                    <a:pt x="21962" y="14440"/>
                  </a:lnTo>
                  <a:close/>
                  <a:moveTo>
                    <a:pt x="8616" y="27176"/>
                  </a:moveTo>
                  <a:cubicBezTo>
                    <a:pt x="10075" y="28033"/>
                    <a:pt x="11593" y="28515"/>
                    <a:pt x="12708" y="28515"/>
                  </a:cubicBezTo>
                  <a:cubicBezTo>
                    <a:pt x="12710" y="28515"/>
                    <a:pt x="12711" y="28515"/>
                    <a:pt x="12713" y="28515"/>
                  </a:cubicBezTo>
                  <a:cubicBezTo>
                    <a:pt x="14030" y="28515"/>
                    <a:pt x="15638" y="27858"/>
                    <a:pt x="16802" y="27178"/>
                  </a:cubicBezTo>
                  <a:lnTo>
                    <a:pt x="16802" y="27958"/>
                  </a:lnTo>
                  <a:cubicBezTo>
                    <a:pt x="16802" y="29040"/>
                    <a:pt x="17434" y="30043"/>
                    <a:pt x="18409" y="30511"/>
                  </a:cubicBezTo>
                  <a:lnTo>
                    <a:pt x="19494" y="31030"/>
                  </a:lnTo>
                  <a:lnTo>
                    <a:pt x="5922" y="31030"/>
                  </a:lnTo>
                  <a:lnTo>
                    <a:pt x="7009" y="30511"/>
                  </a:lnTo>
                  <a:cubicBezTo>
                    <a:pt x="7984" y="30042"/>
                    <a:pt x="8616" y="29040"/>
                    <a:pt x="8616" y="27958"/>
                  </a:cubicBezTo>
                  <a:lnTo>
                    <a:pt x="8616" y="27176"/>
                  </a:lnTo>
                  <a:close/>
                  <a:moveTo>
                    <a:pt x="18083" y="1"/>
                  </a:moveTo>
                  <a:cubicBezTo>
                    <a:pt x="17935" y="1"/>
                    <a:pt x="17787" y="57"/>
                    <a:pt x="17673" y="171"/>
                  </a:cubicBezTo>
                  <a:lnTo>
                    <a:pt x="15199" y="2645"/>
                  </a:lnTo>
                  <a:cubicBezTo>
                    <a:pt x="14393" y="2425"/>
                    <a:pt x="13555" y="2312"/>
                    <a:pt x="12711" y="2312"/>
                  </a:cubicBezTo>
                  <a:cubicBezTo>
                    <a:pt x="11049" y="2312"/>
                    <a:pt x="9363" y="2748"/>
                    <a:pt x="7852" y="3656"/>
                  </a:cubicBezTo>
                  <a:cubicBezTo>
                    <a:pt x="7747" y="3573"/>
                    <a:pt x="7620" y="3532"/>
                    <a:pt x="7492" y="3532"/>
                  </a:cubicBezTo>
                  <a:cubicBezTo>
                    <a:pt x="7344" y="3532"/>
                    <a:pt x="7196" y="3588"/>
                    <a:pt x="7083" y="3701"/>
                  </a:cubicBezTo>
                  <a:lnTo>
                    <a:pt x="4523" y="6261"/>
                  </a:lnTo>
                  <a:cubicBezTo>
                    <a:pt x="4298" y="6486"/>
                    <a:pt x="4300" y="6847"/>
                    <a:pt x="4516" y="7073"/>
                  </a:cubicBezTo>
                  <a:cubicBezTo>
                    <a:pt x="3588" y="8700"/>
                    <a:pt x="3169" y="10544"/>
                    <a:pt x="3308" y="12431"/>
                  </a:cubicBezTo>
                  <a:lnTo>
                    <a:pt x="3387" y="13503"/>
                  </a:lnTo>
                  <a:lnTo>
                    <a:pt x="2385" y="13503"/>
                  </a:lnTo>
                  <a:cubicBezTo>
                    <a:pt x="1071" y="13503"/>
                    <a:pt x="1" y="14572"/>
                    <a:pt x="1" y="15889"/>
                  </a:cubicBezTo>
                  <a:lnTo>
                    <a:pt x="1" y="16098"/>
                  </a:lnTo>
                  <a:cubicBezTo>
                    <a:pt x="1" y="18268"/>
                    <a:pt x="1724" y="20044"/>
                    <a:pt x="3875" y="20126"/>
                  </a:cubicBezTo>
                  <a:lnTo>
                    <a:pt x="3918" y="20700"/>
                  </a:lnTo>
                  <a:cubicBezTo>
                    <a:pt x="4097" y="23134"/>
                    <a:pt x="5742" y="25180"/>
                    <a:pt x="7679" y="26571"/>
                  </a:cubicBezTo>
                  <a:lnTo>
                    <a:pt x="7679" y="27960"/>
                  </a:lnTo>
                  <a:cubicBezTo>
                    <a:pt x="7679" y="28684"/>
                    <a:pt x="7257" y="29356"/>
                    <a:pt x="6604" y="29667"/>
                  </a:cubicBezTo>
                  <a:lnTo>
                    <a:pt x="4677" y="30593"/>
                  </a:lnTo>
                  <a:cubicBezTo>
                    <a:pt x="4370" y="30740"/>
                    <a:pt x="4208" y="31076"/>
                    <a:pt x="4284" y="31406"/>
                  </a:cubicBezTo>
                  <a:cubicBezTo>
                    <a:pt x="4358" y="31738"/>
                    <a:pt x="4650" y="31969"/>
                    <a:pt x="4990" y="31969"/>
                  </a:cubicBezTo>
                  <a:lnTo>
                    <a:pt x="20430" y="31969"/>
                  </a:lnTo>
                  <a:cubicBezTo>
                    <a:pt x="20771" y="31969"/>
                    <a:pt x="21061" y="31738"/>
                    <a:pt x="21137" y="31406"/>
                  </a:cubicBezTo>
                  <a:cubicBezTo>
                    <a:pt x="21212" y="31073"/>
                    <a:pt x="21051" y="30740"/>
                    <a:pt x="20744" y="30593"/>
                  </a:cubicBezTo>
                  <a:lnTo>
                    <a:pt x="18815" y="29667"/>
                  </a:lnTo>
                  <a:cubicBezTo>
                    <a:pt x="18162" y="29354"/>
                    <a:pt x="17742" y="28683"/>
                    <a:pt x="17742" y="27960"/>
                  </a:cubicBezTo>
                  <a:lnTo>
                    <a:pt x="17742" y="26571"/>
                  </a:lnTo>
                  <a:cubicBezTo>
                    <a:pt x="18825" y="25794"/>
                    <a:pt x="19741" y="24866"/>
                    <a:pt x="20382" y="23883"/>
                  </a:cubicBezTo>
                  <a:cubicBezTo>
                    <a:pt x="20523" y="23666"/>
                    <a:pt x="20463" y="23375"/>
                    <a:pt x="20246" y="23236"/>
                  </a:cubicBezTo>
                  <a:cubicBezTo>
                    <a:pt x="20166" y="23184"/>
                    <a:pt x="20077" y="23159"/>
                    <a:pt x="19990" y="23159"/>
                  </a:cubicBezTo>
                  <a:cubicBezTo>
                    <a:pt x="19836" y="23159"/>
                    <a:pt x="19687" y="23234"/>
                    <a:pt x="19597" y="23372"/>
                  </a:cubicBezTo>
                  <a:cubicBezTo>
                    <a:pt x="17979" y="25857"/>
                    <a:pt x="14657" y="27579"/>
                    <a:pt x="12713" y="27579"/>
                  </a:cubicBezTo>
                  <a:cubicBezTo>
                    <a:pt x="9904" y="27579"/>
                    <a:pt x="5130" y="24384"/>
                    <a:pt x="4853" y="20631"/>
                  </a:cubicBezTo>
                  <a:cubicBezTo>
                    <a:pt x="4798" y="19878"/>
                    <a:pt x="4749" y="19206"/>
                    <a:pt x="4705" y="18609"/>
                  </a:cubicBezTo>
                  <a:lnTo>
                    <a:pt x="4705" y="18609"/>
                  </a:lnTo>
                  <a:cubicBezTo>
                    <a:pt x="4713" y="18717"/>
                    <a:pt x="4716" y="18766"/>
                    <a:pt x="4716" y="18766"/>
                  </a:cubicBezTo>
                  <a:cubicBezTo>
                    <a:pt x="4716" y="18766"/>
                    <a:pt x="4392" y="14360"/>
                    <a:pt x="4392" y="14360"/>
                  </a:cubicBezTo>
                  <a:lnTo>
                    <a:pt x="4392" y="14360"/>
                  </a:lnTo>
                  <a:cubicBezTo>
                    <a:pt x="4392" y="14360"/>
                    <a:pt x="4470" y="15427"/>
                    <a:pt x="4705" y="18609"/>
                  </a:cubicBezTo>
                  <a:lnTo>
                    <a:pt x="4705" y="18609"/>
                  </a:lnTo>
                  <a:cubicBezTo>
                    <a:pt x="4668" y="18111"/>
                    <a:pt x="4539" y="16362"/>
                    <a:pt x="4244" y="12360"/>
                  </a:cubicBezTo>
                  <a:cubicBezTo>
                    <a:pt x="4126" y="10748"/>
                    <a:pt x="4457" y="9169"/>
                    <a:pt x="5208" y="7761"/>
                  </a:cubicBezTo>
                  <a:lnTo>
                    <a:pt x="5901" y="8456"/>
                  </a:lnTo>
                  <a:cubicBezTo>
                    <a:pt x="5483" y="9318"/>
                    <a:pt x="5238" y="10244"/>
                    <a:pt x="5173" y="11212"/>
                  </a:cubicBezTo>
                  <a:cubicBezTo>
                    <a:pt x="5119" y="12030"/>
                    <a:pt x="5770" y="12726"/>
                    <a:pt x="6590" y="12726"/>
                  </a:cubicBezTo>
                  <a:lnTo>
                    <a:pt x="15336" y="12726"/>
                  </a:lnTo>
                  <a:cubicBezTo>
                    <a:pt x="15594" y="12726"/>
                    <a:pt x="15805" y="12517"/>
                    <a:pt x="15805" y="12259"/>
                  </a:cubicBezTo>
                  <a:cubicBezTo>
                    <a:pt x="15805" y="12000"/>
                    <a:pt x="15594" y="11791"/>
                    <a:pt x="15336" y="11791"/>
                  </a:cubicBezTo>
                  <a:lnTo>
                    <a:pt x="12814" y="11791"/>
                  </a:lnTo>
                  <a:lnTo>
                    <a:pt x="17465" y="7139"/>
                  </a:lnTo>
                  <a:cubicBezTo>
                    <a:pt x="18540" y="8251"/>
                    <a:pt x="19206" y="9677"/>
                    <a:pt x="19310" y="11276"/>
                  </a:cubicBezTo>
                  <a:cubicBezTo>
                    <a:pt x="19329" y="11555"/>
                    <a:pt x="19108" y="11791"/>
                    <a:pt x="18828" y="11791"/>
                  </a:cubicBezTo>
                  <a:lnTo>
                    <a:pt x="17521" y="11791"/>
                  </a:lnTo>
                  <a:cubicBezTo>
                    <a:pt x="17263" y="11791"/>
                    <a:pt x="17053" y="12000"/>
                    <a:pt x="17053" y="12259"/>
                  </a:cubicBezTo>
                  <a:cubicBezTo>
                    <a:pt x="17053" y="12517"/>
                    <a:pt x="17263" y="12726"/>
                    <a:pt x="17521" y="12726"/>
                  </a:cubicBezTo>
                  <a:lnTo>
                    <a:pt x="18828" y="12726"/>
                  </a:lnTo>
                  <a:cubicBezTo>
                    <a:pt x="19648" y="12726"/>
                    <a:pt x="20299" y="12030"/>
                    <a:pt x="20246" y="11212"/>
                  </a:cubicBezTo>
                  <a:cubicBezTo>
                    <a:pt x="20124" y="9382"/>
                    <a:pt x="19361" y="7747"/>
                    <a:pt x="18127" y="6477"/>
                  </a:cubicBezTo>
                  <a:lnTo>
                    <a:pt x="18790" y="5816"/>
                  </a:lnTo>
                  <a:cubicBezTo>
                    <a:pt x="20487" y="7559"/>
                    <a:pt x="21354" y="9920"/>
                    <a:pt x="21174" y="12362"/>
                  </a:cubicBezTo>
                  <a:cubicBezTo>
                    <a:pt x="20511" y="21373"/>
                    <a:pt x="20566" y="20897"/>
                    <a:pt x="20447" y="21416"/>
                  </a:cubicBezTo>
                  <a:cubicBezTo>
                    <a:pt x="20378" y="21710"/>
                    <a:pt x="20602" y="21990"/>
                    <a:pt x="20903" y="21990"/>
                  </a:cubicBezTo>
                  <a:cubicBezTo>
                    <a:pt x="21117" y="21990"/>
                    <a:pt x="21309" y="21844"/>
                    <a:pt x="21360" y="21627"/>
                  </a:cubicBezTo>
                  <a:cubicBezTo>
                    <a:pt x="21487" y="21078"/>
                    <a:pt x="21497" y="20730"/>
                    <a:pt x="21542" y="20125"/>
                  </a:cubicBezTo>
                  <a:cubicBezTo>
                    <a:pt x="23693" y="20043"/>
                    <a:pt x="25416" y="18267"/>
                    <a:pt x="25416" y="16097"/>
                  </a:cubicBezTo>
                  <a:lnTo>
                    <a:pt x="25416" y="15887"/>
                  </a:lnTo>
                  <a:cubicBezTo>
                    <a:pt x="25416" y="14572"/>
                    <a:pt x="24346" y="13501"/>
                    <a:pt x="23031" y="13501"/>
                  </a:cubicBezTo>
                  <a:lnTo>
                    <a:pt x="22030" y="13501"/>
                  </a:lnTo>
                  <a:lnTo>
                    <a:pt x="22109" y="12429"/>
                  </a:lnTo>
                  <a:cubicBezTo>
                    <a:pt x="22309" y="9712"/>
                    <a:pt x="21345" y="7086"/>
                    <a:pt x="19452" y="5150"/>
                  </a:cubicBezTo>
                  <a:lnTo>
                    <a:pt x="21052" y="3550"/>
                  </a:lnTo>
                  <a:cubicBezTo>
                    <a:pt x="21279" y="3325"/>
                    <a:pt x="21279" y="2956"/>
                    <a:pt x="21052" y="2731"/>
                  </a:cubicBezTo>
                  <a:lnTo>
                    <a:pt x="18493" y="171"/>
                  </a:lnTo>
                  <a:cubicBezTo>
                    <a:pt x="18380" y="57"/>
                    <a:pt x="18232" y="1"/>
                    <a:pt x="1808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6"/>
            <p:cNvSpPr/>
            <p:nvPr/>
          </p:nvSpPr>
          <p:spPr>
            <a:xfrm>
              <a:off x="8183354" y="4371961"/>
              <a:ext cx="60872" cy="12229"/>
            </a:xfrm>
            <a:custGeom>
              <a:rect b="b" l="l" r="r" t="t"/>
              <a:pathLst>
                <a:path extrusionOk="0" h="938" w="4669">
                  <a:moveTo>
                    <a:pt x="468" y="1"/>
                  </a:moveTo>
                  <a:cubicBezTo>
                    <a:pt x="210" y="1"/>
                    <a:pt x="1" y="210"/>
                    <a:pt x="1" y="469"/>
                  </a:cubicBezTo>
                  <a:cubicBezTo>
                    <a:pt x="1" y="727"/>
                    <a:pt x="210" y="938"/>
                    <a:pt x="468" y="938"/>
                  </a:cubicBezTo>
                  <a:lnTo>
                    <a:pt x="4199" y="938"/>
                  </a:lnTo>
                  <a:cubicBezTo>
                    <a:pt x="4458" y="938"/>
                    <a:pt x="4669" y="727"/>
                    <a:pt x="4669" y="469"/>
                  </a:cubicBezTo>
                  <a:cubicBezTo>
                    <a:pt x="4669" y="210"/>
                    <a:pt x="4458"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6"/>
            <p:cNvSpPr/>
            <p:nvPr/>
          </p:nvSpPr>
          <p:spPr>
            <a:xfrm>
              <a:off x="8248267" y="4371961"/>
              <a:ext cx="77117" cy="76778"/>
            </a:xfrm>
            <a:custGeom>
              <a:rect b="b" l="l" r="r" t="t"/>
              <a:pathLst>
                <a:path extrusionOk="0" h="5889" w="5915">
                  <a:moveTo>
                    <a:pt x="2963" y="1"/>
                  </a:moveTo>
                  <a:cubicBezTo>
                    <a:pt x="2017" y="1"/>
                    <a:pt x="1248" y="770"/>
                    <a:pt x="1248" y="1715"/>
                  </a:cubicBezTo>
                  <a:lnTo>
                    <a:pt x="1248" y="4172"/>
                  </a:lnTo>
                  <a:cubicBezTo>
                    <a:pt x="1248" y="4601"/>
                    <a:pt x="898" y="4951"/>
                    <a:pt x="469" y="4951"/>
                  </a:cubicBezTo>
                  <a:cubicBezTo>
                    <a:pt x="210" y="4951"/>
                    <a:pt x="1" y="5161"/>
                    <a:pt x="1" y="5419"/>
                  </a:cubicBezTo>
                  <a:cubicBezTo>
                    <a:pt x="1" y="5677"/>
                    <a:pt x="210" y="5888"/>
                    <a:pt x="469" y="5888"/>
                  </a:cubicBezTo>
                  <a:cubicBezTo>
                    <a:pt x="1414" y="5888"/>
                    <a:pt x="2183" y="5118"/>
                    <a:pt x="2183" y="4172"/>
                  </a:cubicBezTo>
                  <a:lnTo>
                    <a:pt x="2183" y="1715"/>
                  </a:lnTo>
                  <a:cubicBezTo>
                    <a:pt x="2183" y="1286"/>
                    <a:pt x="2534" y="938"/>
                    <a:pt x="2963" y="938"/>
                  </a:cubicBezTo>
                  <a:lnTo>
                    <a:pt x="5447" y="938"/>
                  </a:lnTo>
                  <a:cubicBezTo>
                    <a:pt x="5705" y="938"/>
                    <a:pt x="5914" y="727"/>
                    <a:pt x="5914" y="469"/>
                  </a:cubicBezTo>
                  <a:cubicBezTo>
                    <a:pt x="5914" y="210"/>
                    <a:pt x="5705" y="1"/>
                    <a:pt x="54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6"/>
            <p:cNvSpPr/>
            <p:nvPr/>
          </p:nvSpPr>
          <p:spPr>
            <a:xfrm>
              <a:off x="8207577" y="4478074"/>
              <a:ext cx="93583" cy="22972"/>
            </a:xfrm>
            <a:custGeom>
              <a:rect b="b" l="l" r="r" t="t"/>
              <a:pathLst>
                <a:path extrusionOk="0" h="1762" w="7178">
                  <a:moveTo>
                    <a:pt x="536" y="1"/>
                  </a:moveTo>
                  <a:cubicBezTo>
                    <a:pt x="364" y="1"/>
                    <a:pt x="198" y="96"/>
                    <a:pt x="117" y="260"/>
                  </a:cubicBezTo>
                  <a:cubicBezTo>
                    <a:pt x="1" y="490"/>
                    <a:pt x="94" y="771"/>
                    <a:pt x="324" y="887"/>
                  </a:cubicBezTo>
                  <a:lnTo>
                    <a:pt x="717" y="1085"/>
                  </a:lnTo>
                  <a:cubicBezTo>
                    <a:pt x="1615" y="1536"/>
                    <a:pt x="2601" y="1761"/>
                    <a:pt x="3587" y="1761"/>
                  </a:cubicBezTo>
                  <a:cubicBezTo>
                    <a:pt x="4573" y="1761"/>
                    <a:pt x="5560" y="1536"/>
                    <a:pt x="6460" y="1085"/>
                  </a:cubicBezTo>
                  <a:lnTo>
                    <a:pt x="6853" y="887"/>
                  </a:lnTo>
                  <a:cubicBezTo>
                    <a:pt x="7084" y="771"/>
                    <a:pt x="7177" y="489"/>
                    <a:pt x="7061" y="260"/>
                  </a:cubicBezTo>
                  <a:cubicBezTo>
                    <a:pt x="6978" y="96"/>
                    <a:pt x="6814" y="1"/>
                    <a:pt x="6643" y="1"/>
                  </a:cubicBezTo>
                  <a:cubicBezTo>
                    <a:pt x="6573" y="1"/>
                    <a:pt x="6501" y="17"/>
                    <a:pt x="6434" y="51"/>
                  </a:cubicBezTo>
                  <a:lnTo>
                    <a:pt x="6041" y="249"/>
                  </a:lnTo>
                  <a:cubicBezTo>
                    <a:pt x="5273" y="633"/>
                    <a:pt x="4431" y="826"/>
                    <a:pt x="3588" y="826"/>
                  </a:cubicBezTo>
                  <a:cubicBezTo>
                    <a:pt x="2746" y="826"/>
                    <a:pt x="1904" y="633"/>
                    <a:pt x="1136" y="249"/>
                  </a:cubicBezTo>
                  <a:lnTo>
                    <a:pt x="746" y="51"/>
                  </a:lnTo>
                  <a:cubicBezTo>
                    <a:pt x="678" y="17"/>
                    <a:pt x="607" y="1"/>
                    <a:pt x="53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0" name="Google Shape;5280;p66"/>
          <p:cNvGrpSpPr/>
          <p:nvPr/>
        </p:nvGrpSpPr>
        <p:grpSpPr>
          <a:xfrm>
            <a:off x="3307138" y="3886825"/>
            <a:ext cx="1082625" cy="291175"/>
            <a:chOff x="3307138" y="3886825"/>
            <a:chExt cx="1082625" cy="291175"/>
          </a:xfrm>
        </p:grpSpPr>
        <p:sp>
          <p:nvSpPr>
            <p:cNvPr id="5281" name="Google Shape;5281;p66"/>
            <p:cNvSpPr/>
            <p:nvPr/>
          </p:nvSpPr>
          <p:spPr>
            <a:xfrm>
              <a:off x="3307138" y="3907100"/>
              <a:ext cx="76375" cy="65300"/>
            </a:xfrm>
            <a:custGeom>
              <a:rect b="b" l="l" r="r" t="t"/>
              <a:pathLst>
                <a:path extrusionOk="0" h="2612" w="3055">
                  <a:moveTo>
                    <a:pt x="270" y="0"/>
                  </a:moveTo>
                  <a:cubicBezTo>
                    <a:pt x="132" y="0"/>
                    <a:pt x="1" y="197"/>
                    <a:pt x="118" y="345"/>
                  </a:cubicBezTo>
                  <a:cubicBezTo>
                    <a:pt x="827" y="1247"/>
                    <a:pt x="1686" y="1997"/>
                    <a:pt x="2671" y="2583"/>
                  </a:cubicBezTo>
                  <a:cubicBezTo>
                    <a:pt x="2705" y="2603"/>
                    <a:pt x="2738" y="2611"/>
                    <a:pt x="2769" y="2611"/>
                  </a:cubicBezTo>
                  <a:cubicBezTo>
                    <a:pt x="2941" y="2611"/>
                    <a:pt x="3055" y="2351"/>
                    <a:pt x="2870" y="2242"/>
                  </a:cubicBezTo>
                  <a:cubicBezTo>
                    <a:pt x="1911" y="1674"/>
                    <a:pt x="1085" y="945"/>
                    <a:pt x="395" y="68"/>
                  </a:cubicBezTo>
                  <a:cubicBezTo>
                    <a:pt x="358" y="20"/>
                    <a:pt x="313" y="0"/>
                    <a:pt x="27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6"/>
            <p:cNvSpPr/>
            <p:nvPr/>
          </p:nvSpPr>
          <p:spPr>
            <a:xfrm>
              <a:off x="3313138" y="3913500"/>
              <a:ext cx="66525" cy="68375"/>
            </a:xfrm>
            <a:custGeom>
              <a:rect b="b" l="l" r="r" t="t"/>
              <a:pathLst>
                <a:path extrusionOk="0" h="2735" w="2661">
                  <a:moveTo>
                    <a:pt x="2386" y="0"/>
                  </a:moveTo>
                  <a:cubicBezTo>
                    <a:pt x="2326" y="0"/>
                    <a:pt x="2265" y="27"/>
                    <a:pt x="2223" y="91"/>
                  </a:cubicBezTo>
                  <a:cubicBezTo>
                    <a:pt x="1662" y="963"/>
                    <a:pt x="866" y="1666"/>
                    <a:pt x="139" y="2398"/>
                  </a:cubicBezTo>
                  <a:cubicBezTo>
                    <a:pt x="1" y="2538"/>
                    <a:pt x="136" y="2734"/>
                    <a:pt x="287" y="2734"/>
                  </a:cubicBezTo>
                  <a:cubicBezTo>
                    <a:pt x="331" y="2734"/>
                    <a:pt x="377" y="2717"/>
                    <a:pt x="418" y="2676"/>
                  </a:cubicBezTo>
                  <a:cubicBezTo>
                    <a:pt x="1170" y="1920"/>
                    <a:pt x="1984" y="1193"/>
                    <a:pt x="2565" y="291"/>
                  </a:cubicBezTo>
                  <a:cubicBezTo>
                    <a:pt x="2660" y="141"/>
                    <a:pt x="2524" y="0"/>
                    <a:pt x="238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6"/>
            <p:cNvSpPr/>
            <p:nvPr/>
          </p:nvSpPr>
          <p:spPr>
            <a:xfrm>
              <a:off x="3417813" y="3957000"/>
              <a:ext cx="9850" cy="59300"/>
            </a:xfrm>
            <a:custGeom>
              <a:rect b="b" l="l" r="r" t="t"/>
              <a:pathLst>
                <a:path extrusionOk="0" h="2372" w="394">
                  <a:moveTo>
                    <a:pt x="197" y="0"/>
                  </a:moveTo>
                  <a:cubicBezTo>
                    <a:pt x="99" y="0"/>
                    <a:pt x="0" y="64"/>
                    <a:pt x="0" y="190"/>
                  </a:cubicBezTo>
                  <a:lnTo>
                    <a:pt x="0" y="2180"/>
                  </a:lnTo>
                  <a:cubicBezTo>
                    <a:pt x="0" y="2308"/>
                    <a:pt x="99" y="2371"/>
                    <a:pt x="197" y="2371"/>
                  </a:cubicBezTo>
                  <a:cubicBezTo>
                    <a:pt x="295" y="2371"/>
                    <a:pt x="394" y="2308"/>
                    <a:pt x="394" y="2180"/>
                  </a:cubicBezTo>
                  <a:lnTo>
                    <a:pt x="394" y="190"/>
                  </a:lnTo>
                  <a:cubicBezTo>
                    <a:pt x="394" y="64"/>
                    <a:pt x="295" y="0"/>
                    <a:pt x="1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6"/>
            <p:cNvSpPr/>
            <p:nvPr/>
          </p:nvSpPr>
          <p:spPr>
            <a:xfrm>
              <a:off x="3486188" y="3919675"/>
              <a:ext cx="9875" cy="65525"/>
            </a:xfrm>
            <a:custGeom>
              <a:rect b="b" l="l" r="r" t="t"/>
              <a:pathLst>
                <a:path extrusionOk="0" h="2621" w="395">
                  <a:moveTo>
                    <a:pt x="198" y="1"/>
                  </a:moveTo>
                  <a:cubicBezTo>
                    <a:pt x="99" y="1"/>
                    <a:pt x="1" y="64"/>
                    <a:pt x="1" y="192"/>
                  </a:cubicBezTo>
                  <a:lnTo>
                    <a:pt x="1" y="2429"/>
                  </a:lnTo>
                  <a:cubicBezTo>
                    <a:pt x="1" y="2557"/>
                    <a:pt x="99" y="2620"/>
                    <a:pt x="198" y="2620"/>
                  </a:cubicBezTo>
                  <a:cubicBezTo>
                    <a:pt x="296" y="2620"/>
                    <a:pt x="395" y="2557"/>
                    <a:pt x="395" y="2429"/>
                  </a:cubicBezTo>
                  <a:lnTo>
                    <a:pt x="395" y="192"/>
                  </a:lnTo>
                  <a:cubicBezTo>
                    <a:pt x="395" y="64"/>
                    <a:pt x="296" y="1"/>
                    <a:pt x="1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6"/>
            <p:cNvSpPr/>
            <p:nvPr/>
          </p:nvSpPr>
          <p:spPr>
            <a:xfrm>
              <a:off x="3469238" y="3948575"/>
              <a:ext cx="59250" cy="12200"/>
            </a:xfrm>
            <a:custGeom>
              <a:rect b="b" l="l" r="r" t="t"/>
              <a:pathLst>
                <a:path extrusionOk="0" h="488" w="2370">
                  <a:moveTo>
                    <a:pt x="2128" y="0"/>
                  </a:moveTo>
                  <a:cubicBezTo>
                    <a:pt x="2124" y="0"/>
                    <a:pt x="2120" y="0"/>
                    <a:pt x="2116" y="1"/>
                  </a:cubicBezTo>
                  <a:cubicBezTo>
                    <a:pt x="1495" y="31"/>
                    <a:pt x="875" y="61"/>
                    <a:pt x="255" y="94"/>
                  </a:cubicBezTo>
                  <a:cubicBezTo>
                    <a:pt x="5" y="105"/>
                    <a:pt x="0" y="488"/>
                    <a:pt x="244" y="488"/>
                  </a:cubicBezTo>
                  <a:cubicBezTo>
                    <a:pt x="248" y="488"/>
                    <a:pt x="251" y="487"/>
                    <a:pt x="255" y="487"/>
                  </a:cubicBezTo>
                  <a:cubicBezTo>
                    <a:pt x="875" y="456"/>
                    <a:pt x="1495" y="426"/>
                    <a:pt x="2116" y="394"/>
                  </a:cubicBezTo>
                  <a:cubicBezTo>
                    <a:pt x="2364" y="382"/>
                    <a:pt x="2369" y="0"/>
                    <a:pt x="212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6"/>
            <p:cNvSpPr/>
            <p:nvPr/>
          </p:nvSpPr>
          <p:spPr>
            <a:xfrm>
              <a:off x="3572438" y="3909825"/>
              <a:ext cx="55500" cy="76100"/>
            </a:xfrm>
            <a:custGeom>
              <a:rect b="b" l="l" r="r" t="t"/>
              <a:pathLst>
                <a:path extrusionOk="0" h="3044" w="2220">
                  <a:moveTo>
                    <a:pt x="849" y="0"/>
                  </a:moveTo>
                  <a:cubicBezTo>
                    <a:pt x="592" y="0"/>
                    <a:pt x="344" y="134"/>
                    <a:pt x="247" y="414"/>
                  </a:cubicBezTo>
                  <a:cubicBezTo>
                    <a:pt x="197" y="557"/>
                    <a:pt x="315" y="652"/>
                    <a:pt x="435" y="652"/>
                  </a:cubicBezTo>
                  <a:cubicBezTo>
                    <a:pt x="513" y="652"/>
                    <a:pt x="593" y="611"/>
                    <a:pt x="625" y="516"/>
                  </a:cubicBezTo>
                  <a:cubicBezTo>
                    <a:pt x="697" y="430"/>
                    <a:pt x="776" y="387"/>
                    <a:pt x="860" y="387"/>
                  </a:cubicBezTo>
                  <a:cubicBezTo>
                    <a:pt x="911" y="387"/>
                    <a:pt x="964" y="403"/>
                    <a:pt x="1019" y="434"/>
                  </a:cubicBezTo>
                  <a:cubicBezTo>
                    <a:pt x="1190" y="571"/>
                    <a:pt x="1242" y="749"/>
                    <a:pt x="1175" y="964"/>
                  </a:cubicBezTo>
                  <a:cubicBezTo>
                    <a:pt x="1142" y="1140"/>
                    <a:pt x="1046" y="1304"/>
                    <a:pt x="949" y="1453"/>
                  </a:cubicBezTo>
                  <a:cubicBezTo>
                    <a:pt x="732" y="1790"/>
                    <a:pt x="442" y="2069"/>
                    <a:pt x="128" y="2314"/>
                  </a:cubicBezTo>
                  <a:cubicBezTo>
                    <a:pt x="1" y="2412"/>
                    <a:pt x="90" y="2601"/>
                    <a:pt x="216" y="2643"/>
                  </a:cubicBezTo>
                  <a:cubicBezTo>
                    <a:pt x="788" y="2836"/>
                    <a:pt x="1369" y="2965"/>
                    <a:pt x="1969" y="3042"/>
                  </a:cubicBezTo>
                  <a:cubicBezTo>
                    <a:pt x="1979" y="3043"/>
                    <a:pt x="1988" y="3044"/>
                    <a:pt x="1997" y="3044"/>
                  </a:cubicBezTo>
                  <a:cubicBezTo>
                    <a:pt x="2219" y="3044"/>
                    <a:pt x="2207" y="2679"/>
                    <a:pt x="1969" y="2649"/>
                  </a:cubicBezTo>
                  <a:cubicBezTo>
                    <a:pt x="1527" y="2592"/>
                    <a:pt x="1095" y="2499"/>
                    <a:pt x="671" y="2374"/>
                  </a:cubicBezTo>
                  <a:lnTo>
                    <a:pt x="671" y="2374"/>
                  </a:lnTo>
                  <a:cubicBezTo>
                    <a:pt x="1224" y="1877"/>
                    <a:pt x="1879" y="1056"/>
                    <a:pt x="1491" y="365"/>
                  </a:cubicBezTo>
                  <a:cubicBezTo>
                    <a:pt x="1357" y="126"/>
                    <a:pt x="1099" y="0"/>
                    <a:pt x="84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6"/>
            <p:cNvSpPr/>
            <p:nvPr/>
          </p:nvSpPr>
          <p:spPr>
            <a:xfrm>
              <a:off x="3649213" y="3941775"/>
              <a:ext cx="39100" cy="62325"/>
            </a:xfrm>
            <a:custGeom>
              <a:rect b="b" l="l" r="r" t="t"/>
              <a:pathLst>
                <a:path extrusionOk="0" h="2493" w="1564">
                  <a:moveTo>
                    <a:pt x="1299" y="1"/>
                  </a:moveTo>
                  <a:cubicBezTo>
                    <a:pt x="1242" y="1"/>
                    <a:pt x="1187" y="31"/>
                    <a:pt x="1156" y="104"/>
                  </a:cubicBezTo>
                  <a:cubicBezTo>
                    <a:pt x="847" y="829"/>
                    <a:pt x="479" y="1522"/>
                    <a:pt x="52" y="2186"/>
                  </a:cubicBezTo>
                  <a:cubicBezTo>
                    <a:pt x="0" y="2270"/>
                    <a:pt x="28" y="2416"/>
                    <a:pt x="122" y="2457"/>
                  </a:cubicBezTo>
                  <a:cubicBezTo>
                    <a:pt x="178" y="2481"/>
                    <a:pt x="234" y="2493"/>
                    <a:pt x="288" y="2493"/>
                  </a:cubicBezTo>
                  <a:cubicBezTo>
                    <a:pt x="457" y="2493"/>
                    <a:pt x="597" y="2379"/>
                    <a:pt x="587" y="2171"/>
                  </a:cubicBezTo>
                  <a:cubicBezTo>
                    <a:pt x="586" y="2143"/>
                    <a:pt x="580" y="2119"/>
                    <a:pt x="571" y="2098"/>
                  </a:cubicBezTo>
                  <a:lnTo>
                    <a:pt x="571" y="2098"/>
                  </a:lnTo>
                  <a:cubicBezTo>
                    <a:pt x="922" y="1522"/>
                    <a:pt x="1229" y="924"/>
                    <a:pt x="1495" y="304"/>
                  </a:cubicBezTo>
                  <a:cubicBezTo>
                    <a:pt x="1564" y="146"/>
                    <a:pt x="1425" y="1"/>
                    <a:pt x="12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6"/>
            <p:cNvSpPr/>
            <p:nvPr/>
          </p:nvSpPr>
          <p:spPr>
            <a:xfrm>
              <a:off x="3680563" y="3953450"/>
              <a:ext cx="29000" cy="55000"/>
            </a:xfrm>
            <a:custGeom>
              <a:rect b="b" l="l" r="r" t="t"/>
              <a:pathLst>
                <a:path extrusionOk="0" h="2200" w="1160">
                  <a:moveTo>
                    <a:pt x="272" y="0"/>
                  </a:moveTo>
                  <a:cubicBezTo>
                    <a:pt x="132" y="0"/>
                    <a:pt x="1" y="198"/>
                    <a:pt x="119" y="347"/>
                  </a:cubicBezTo>
                  <a:cubicBezTo>
                    <a:pt x="494" y="823"/>
                    <a:pt x="725" y="1356"/>
                    <a:pt x="679" y="1971"/>
                  </a:cubicBezTo>
                  <a:cubicBezTo>
                    <a:pt x="673" y="2039"/>
                    <a:pt x="721" y="2112"/>
                    <a:pt x="778" y="2142"/>
                  </a:cubicBezTo>
                  <a:lnTo>
                    <a:pt x="837" y="2173"/>
                  </a:lnTo>
                  <a:cubicBezTo>
                    <a:pt x="869" y="2191"/>
                    <a:pt x="902" y="2199"/>
                    <a:pt x="934" y="2199"/>
                  </a:cubicBezTo>
                  <a:cubicBezTo>
                    <a:pt x="1018" y="2199"/>
                    <a:pt x="1095" y="2144"/>
                    <a:pt x="1126" y="2056"/>
                  </a:cubicBezTo>
                  <a:cubicBezTo>
                    <a:pt x="1159" y="1960"/>
                    <a:pt x="1123" y="1870"/>
                    <a:pt x="1081" y="1784"/>
                  </a:cubicBezTo>
                  <a:lnTo>
                    <a:pt x="1081" y="1784"/>
                  </a:lnTo>
                  <a:cubicBezTo>
                    <a:pt x="1076" y="1142"/>
                    <a:pt x="799" y="575"/>
                    <a:pt x="400" y="68"/>
                  </a:cubicBezTo>
                  <a:cubicBezTo>
                    <a:pt x="362" y="20"/>
                    <a:pt x="317" y="0"/>
                    <a:pt x="27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6"/>
            <p:cNvSpPr/>
            <p:nvPr/>
          </p:nvSpPr>
          <p:spPr>
            <a:xfrm>
              <a:off x="3665288" y="3981625"/>
              <a:ext cx="43525" cy="13800"/>
            </a:xfrm>
            <a:custGeom>
              <a:rect b="b" l="l" r="r" t="t"/>
              <a:pathLst>
                <a:path extrusionOk="0" h="552" w="1741">
                  <a:moveTo>
                    <a:pt x="1518" y="1"/>
                  </a:moveTo>
                  <a:cubicBezTo>
                    <a:pt x="1509" y="1"/>
                    <a:pt x="1500" y="1"/>
                    <a:pt x="1490" y="3"/>
                  </a:cubicBezTo>
                  <a:cubicBezTo>
                    <a:pt x="1077" y="54"/>
                    <a:pt x="663" y="104"/>
                    <a:pt x="251" y="156"/>
                  </a:cubicBezTo>
                  <a:cubicBezTo>
                    <a:pt x="12" y="185"/>
                    <a:pt x="1" y="551"/>
                    <a:pt x="224" y="551"/>
                  </a:cubicBezTo>
                  <a:cubicBezTo>
                    <a:pt x="233" y="551"/>
                    <a:pt x="242" y="551"/>
                    <a:pt x="251" y="550"/>
                  </a:cubicBezTo>
                  <a:cubicBezTo>
                    <a:pt x="663" y="498"/>
                    <a:pt x="1077" y="448"/>
                    <a:pt x="1490" y="396"/>
                  </a:cubicBezTo>
                  <a:cubicBezTo>
                    <a:pt x="1730" y="366"/>
                    <a:pt x="1741" y="1"/>
                    <a:pt x="15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6"/>
            <p:cNvSpPr/>
            <p:nvPr/>
          </p:nvSpPr>
          <p:spPr>
            <a:xfrm>
              <a:off x="3749063" y="3919525"/>
              <a:ext cx="46950" cy="9850"/>
            </a:xfrm>
            <a:custGeom>
              <a:rect b="b" l="l" r="r" t="t"/>
              <a:pathLst>
                <a:path extrusionOk="0" h="394" w="1878">
                  <a:moveTo>
                    <a:pt x="254" y="0"/>
                  </a:moveTo>
                  <a:cubicBezTo>
                    <a:pt x="0" y="0"/>
                    <a:pt x="0" y="394"/>
                    <a:pt x="254" y="394"/>
                  </a:cubicBezTo>
                  <a:lnTo>
                    <a:pt x="1624" y="394"/>
                  </a:lnTo>
                  <a:cubicBezTo>
                    <a:pt x="1877" y="394"/>
                    <a:pt x="1877" y="0"/>
                    <a:pt x="162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6"/>
            <p:cNvSpPr/>
            <p:nvPr/>
          </p:nvSpPr>
          <p:spPr>
            <a:xfrm>
              <a:off x="3752188" y="3944400"/>
              <a:ext cx="37550" cy="9850"/>
            </a:xfrm>
            <a:custGeom>
              <a:rect b="b" l="l" r="r" t="t"/>
              <a:pathLst>
                <a:path extrusionOk="0" h="394" w="1502">
                  <a:moveTo>
                    <a:pt x="253" y="0"/>
                  </a:moveTo>
                  <a:cubicBezTo>
                    <a:pt x="0" y="0"/>
                    <a:pt x="0" y="394"/>
                    <a:pt x="253" y="394"/>
                  </a:cubicBezTo>
                  <a:lnTo>
                    <a:pt x="1248" y="394"/>
                  </a:lnTo>
                  <a:cubicBezTo>
                    <a:pt x="1502" y="394"/>
                    <a:pt x="1502" y="0"/>
                    <a:pt x="124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6"/>
            <p:cNvSpPr/>
            <p:nvPr/>
          </p:nvSpPr>
          <p:spPr>
            <a:xfrm>
              <a:off x="3864213" y="3899050"/>
              <a:ext cx="48775" cy="75075"/>
            </a:xfrm>
            <a:custGeom>
              <a:rect b="b" l="l" r="r" t="t"/>
              <a:pathLst>
                <a:path extrusionOk="0" h="3003" w="1951">
                  <a:moveTo>
                    <a:pt x="967" y="0"/>
                  </a:moveTo>
                  <a:cubicBezTo>
                    <a:pt x="711" y="0"/>
                    <a:pt x="451" y="123"/>
                    <a:pt x="305" y="351"/>
                  </a:cubicBezTo>
                  <a:cubicBezTo>
                    <a:pt x="209" y="498"/>
                    <a:pt x="344" y="639"/>
                    <a:pt x="482" y="639"/>
                  </a:cubicBezTo>
                  <a:cubicBezTo>
                    <a:pt x="541" y="639"/>
                    <a:pt x="601" y="612"/>
                    <a:pt x="642" y="547"/>
                  </a:cubicBezTo>
                  <a:cubicBezTo>
                    <a:pt x="721" y="425"/>
                    <a:pt x="814" y="376"/>
                    <a:pt x="904" y="376"/>
                  </a:cubicBezTo>
                  <a:cubicBezTo>
                    <a:pt x="1240" y="376"/>
                    <a:pt x="1532" y="1063"/>
                    <a:pt x="863" y="1120"/>
                  </a:cubicBezTo>
                  <a:cubicBezTo>
                    <a:pt x="751" y="1130"/>
                    <a:pt x="673" y="1203"/>
                    <a:pt x="665" y="1317"/>
                  </a:cubicBezTo>
                  <a:cubicBezTo>
                    <a:pt x="641" y="1710"/>
                    <a:pt x="1030" y="1612"/>
                    <a:pt x="1278" y="1685"/>
                  </a:cubicBezTo>
                  <a:cubicBezTo>
                    <a:pt x="1706" y="1813"/>
                    <a:pt x="1523" y="2355"/>
                    <a:pt x="1231" y="2505"/>
                  </a:cubicBezTo>
                  <a:cubicBezTo>
                    <a:pt x="1061" y="2593"/>
                    <a:pt x="866" y="2619"/>
                    <a:pt x="670" y="2619"/>
                  </a:cubicBezTo>
                  <a:cubicBezTo>
                    <a:pt x="528" y="2619"/>
                    <a:pt x="386" y="2605"/>
                    <a:pt x="253" y="2593"/>
                  </a:cubicBezTo>
                  <a:cubicBezTo>
                    <a:pt x="246" y="2592"/>
                    <a:pt x="239" y="2592"/>
                    <a:pt x="232" y="2592"/>
                  </a:cubicBezTo>
                  <a:cubicBezTo>
                    <a:pt x="0" y="2592"/>
                    <a:pt x="10" y="2964"/>
                    <a:pt x="253" y="2986"/>
                  </a:cubicBezTo>
                  <a:cubicBezTo>
                    <a:pt x="356" y="2996"/>
                    <a:pt x="467" y="3002"/>
                    <a:pt x="581" y="3002"/>
                  </a:cubicBezTo>
                  <a:cubicBezTo>
                    <a:pt x="1156" y="3002"/>
                    <a:pt x="1807" y="2846"/>
                    <a:pt x="1911" y="2201"/>
                  </a:cubicBezTo>
                  <a:cubicBezTo>
                    <a:pt x="1951" y="1960"/>
                    <a:pt x="1895" y="1681"/>
                    <a:pt x="1729" y="1495"/>
                  </a:cubicBezTo>
                  <a:cubicBezTo>
                    <a:pt x="1673" y="1432"/>
                    <a:pt x="1516" y="1353"/>
                    <a:pt x="1369" y="1306"/>
                  </a:cubicBezTo>
                  <a:lnTo>
                    <a:pt x="1369" y="1306"/>
                  </a:lnTo>
                  <a:cubicBezTo>
                    <a:pt x="1651" y="1078"/>
                    <a:pt x="1799" y="699"/>
                    <a:pt x="1587" y="342"/>
                  </a:cubicBezTo>
                  <a:cubicBezTo>
                    <a:pt x="1448" y="110"/>
                    <a:pt x="1209" y="0"/>
                    <a:pt x="9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6"/>
            <p:cNvSpPr/>
            <p:nvPr/>
          </p:nvSpPr>
          <p:spPr>
            <a:xfrm>
              <a:off x="3927238" y="3886825"/>
              <a:ext cx="462525" cy="109825"/>
            </a:xfrm>
            <a:custGeom>
              <a:rect b="b" l="l" r="r" t="t"/>
              <a:pathLst>
                <a:path extrusionOk="0" h="4393" w="18501">
                  <a:moveTo>
                    <a:pt x="18259" y="1"/>
                  </a:moveTo>
                  <a:cubicBezTo>
                    <a:pt x="18255" y="1"/>
                    <a:pt x="18251" y="1"/>
                    <a:pt x="18247" y="1"/>
                  </a:cubicBezTo>
                  <a:cubicBezTo>
                    <a:pt x="14815" y="157"/>
                    <a:pt x="11380" y="235"/>
                    <a:pt x="7945" y="235"/>
                  </a:cubicBezTo>
                  <a:cubicBezTo>
                    <a:pt x="5995" y="235"/>
                    <a:pt x="4044" y="210"/>
                    <a:pt x="2094" y="160"/>
                  </a:cubicBezTo>
                  <a:cubicBezTo>
                    <a:pt x="2092" y="160"/>
                    <a:pt x="2089" y="160"/>
                    <a:pt x="2087" y="160"/>
                  </a:cubicBezTo>
                  <a:cubicBezTo>
                    <a:pt x="1976" y="160"/>
                    <a:pt x="1908" y="255"/>
                    <a:pt x="1898" y="356"/>
                  </a:cubicBezTo>
                  <a:cubicBezTo>
                    <a:pt x="1793" y="1423"/>
                    <a:pt x="1687" y="2490"/>
                    <a:pt x="1582" y="3558"/>
                  </a:cubicBezTo>
                  <a:lnTo>
                    <a:pt x="1582" y="3558"/>
                  </a:lnTo>
                  <a:cubicBezTo>
                    <a:pt x="1160" y="2790"/>
                    <a:pt x="780" y="2004"/>
                    <a:pt x="439" y="1192"/>
                  </a:cubicBezTo>
                  <a:cubicBezTo>
                    <a:pt x="402" y="1101"/>
                    <a:pt x="320" y="1061"/>
                    <a:pt x="240" y="1061"/>
                  </a:cubicBezTo>
                  <a:cubicBezTo>
                    <a:pt x="118" y="1061"/>
                    <a:pt x="1" y="1154"/>
                    <a:pt x="60" y="1297"/>
                  </a:cubicBezTo>
                  <a:cubicBezTo>
                    <a:pt x="491" y="2329"/>
                    <a:pt x="983" y="3327"/>
                    <a:pt x="1547" y="4296"/>
                  </a:cubicBezTo>
                  <a:cubicBezTo>
                    <a:pt x="1586" y="4363"/>
                    <a:pt x="1645" y="4392"/>
                    <a:pt x="1704" y="4392"/>
                  </a:cubicBezTo>
                  <a:cubicBezTo>
                    <a:pt x="1803" y="4392"/>
                    <a:pt x="1902" y="4312"/>
                    <a:pt x="1914" y="4196"/>
                  </a:cubicBezTo>
                  <a:cubicBezTo>
                    <a:pt x="1995" y="3362"/>
                    <a:pt x="2077" y="2531"/>
                    <a:pt x="2158" y="1699"/>
                  </a:cubicBezTo>
                  <a:cubicBezTo>
                    <a:pt x="2198" y="1294"/>
                    <a:pt x="2103" y="799"/>
                    <a:pt x="2479" y="562"/>
                  </a:cubicBezTo>
                  <a:cubicBezTo>
                    <a:pt x="2539" y="524"/>
                    <a:pt x="2647" y="511"/>
                    <a:pt x="2773" y="511"/>
                  </a:cubicBezTo>
                  <a:cubicBezTo>
                    <a:pt x="3071" y="511"/>
                    <a:pt x="3477" y="585"/>
                    <a:pt x="3633" y="588"/>
                  </a:cubicBezTo>
                  <a:cubicBezTo>
                    <a:pt x="5103" y="617"/>
                    <a:pt x="6571" y="631"/>
                    <a:pt x="8041" y="631"/>
                  </a:cubicBezTo>
                  <a:cubicBezTo>
                    <a:pt x="8174" y="631"/>
                    <a:pt x="8308" y="631"/>
                    <a:pt x="8441" y="631"/>
                  </a:cubicBezTo>
                  <a:cubicBezTo>
                    <a:pt x="11711" y="624"/>
                    <a:pt x="14979" y="542"/>
                    <a:pt x="18247" y="395"/>
                  </a:cubicBezTo>
                  <a:cubicBezTo>
                    <a:pt x="18495" y="384"/>
                    <a:pt x="18501" y="1"/>
                    <a:pt x="1825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6"/>
            <p:cNvSpPr/>
            <p:nvPr/>
          </p:nvSpPr>
          <p:spPr>
            <a:xfrm>
              <a:off x="4018238" y="3930650"/>
              <a:ext cx="54225" cy="65350"/>
            </a:xfrm>
            <a:custGeom>
              <a:rect b="b" l="l" r="r" t="t"/>
              <a:pathLst>
                <a:path extrusionOk="0" h="2614" w="2169">
                  <a:moveTo>
                    <a:pt x="1121" y="1"/>
                  </a:moveTo>
                  <a:cubicBezTo>
                    <a:pt x="781" y="1"/>
                    <a:pt x="454" y="96"/>
                    <a:pt x="251" y="393"/>
                  </a:cubicBezTo>
                  <a:cubicBezTo>
                    <a:pt x="0" y="758"/>
                    <a:pt x="30" y="1294"/>
                    <a:pt x="445" y="1521"/>
                  </a:cubicBezTo>
                  <a:cubicBezTo>
                    <a:pt x="476" y="1537"/>
                    <a:pt x="511" y="1545"/>
                    <a:pt x="545" y="1545"/>
                  </a:cubicBezTo>
                  <a:cubicBezTo>
                    <a:pt x="596" y="1545"/>
                    <a:pt x="647" y="1527"/>
                    <a:pt x="684" y="1489"/>
                  </a:cubicBezTo>
                  <a:cubicBezTo>
                    <a:pt x="791" y="1384"/>
                    <a:pt x="947" y="1326"/>
                    <a:pt x="1101" y="1326"/>
                  </a:cubicBezTo>
                  <a:cubicBezTo>
                    <a:pt x="1252" y="1326"/>
                    <a:pt x="1402" y="1382"/>
                    <a:pt x="1503" y="1503"/>
                  </a:cubicBezTo>
                  <a:cubicBezTo>
                    <a:pt x="1773" y="1830"/>
                    <a:pt x="1423" y="2211"/>
                    <a:pt x="1078" y="2211"/>
                  </a:cubicBezTo>
                  <a:cubicBezTo>
                    <a:pt x="1024" y="2211"/>
                    <a:pt x="969" y="2201"/>
                    <a:pt x="918" y="2181"/>
                  </a:cubicBezTo>
                  <a:cubicBezTo>
                    <a:pt x="892" y="2170"/>
                    <a:pt x="868" y="2166"/>
                    <a:pt x="846" y="2166"/>
                  </a:cubicBezTo>
                  <a:cubicBezTo>
                    <a:pt x="666" y="2166"/>
                    <a:pt x="605" y="2477"/>
                    <a:pt x="813" y="2560"/>
                  </a:cubicBezTo>
                  <a:cubicBezTo>
                    <a:pt x="905" y="2597"/>
                    <a:pt x="1000" y="2614"/>
                    <a:pt x="1094" y="2614"/>
                  </a:cubicBezTo>
                  <a:cubicBezTo>
                    <a:pt x="1650" y="2614"/>
                    <a:pt x="2168" y="2017"/>
                    <a:pt x="1927" y="1453"/>
                  </a:cubicBezTo>
                  <a:cubicBezTo>
                    <a:pt x="1781" y="1110"/>
                    <a:pt x="1440" y="939"/>
                    <a:pt x="1095" y="939"/>
                  </a:cubicBezTo>
                  <a:cubicBezTo>
                    <a:pt x="901" y="939"/>
                    <a:pt x="705" y="993"/>
                    <a:pt x="542" y="1100"/>
                  </a:cubicBezTo>
                  <a:lnTo>
                    <a:pt x="542" y="1100"/>
                  </a:lnTo>
                  <a:cubicBezTo>
                    <a:pt x="376" y="904"/>
                    <a:pt x="553" y="578"/>
                    <a:pt x="764" y="468"/>
                  </a:cubicBezTo>
                  <a:cubicBezTo>
                    <a:pt x="879" y="408"/>
                    <a:pt x="1006" y="386"/>
                    <a:pt x="1136" y="386"/>
                  </a:cubicBezTo>
                  <a:cubicBezTo>
                    <a:pt x="1339" y="386"/>
                    <a:pt x="1549" y="440"/>
                    <a:pt x="1734" y="488"/>
                  </a:cubicBezTo>
                  <a:cubicBezTo>
                    <a:pt x="1753" y="494"/>
                    <a:pt x="1771" y="496"/>
                    <a:pt x="1788" y="496"/>
                  </a:cubicBezTo>
                  <a:cubicBezTo>
                    <a:pt x="1994" y="496"/>
                    <a:pt x="2065" y="169"/>
                    <a:pt x="1840" y="109"/>
                  </a:cubicBezTo>
                  <a:cubicBezTo>
                    <a:pt x="1622" y="51"/>
                    <a:pt x="1368" y="1"/>
                    <a:pt x="112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6"/>
            <p:cNvSpPr/>
            <p:nvPr/>
          </p:nvSpPr>
          <p:spPr>
            <a:xfrm>
              <a:off x="4106613" y="3938400"/>
              <a:ext cx="12025" cy="56275"/>
            </a:xfrm>
            <a:custGeom>
              <a:rect b="b" l="l" r="r" t="t"/>
              <a:pathLst>
                <a:path extrusionOk="0" h="2251" w="481">
                  <a:moveTo>
                    <a:pt x="235" y="0"/>
                  </a:moveTo>
                  <a:cubicBezTo>
                    <a:pt x="136" y="0"/>
                    <a:pt x="42" y="63"/>
                    <a:pt x="50" y="189"/>
                  </a:cubicBezTo>
                  <a:cubicBezTo>
                    <a:pt x="87" y="816"/>
                    <a:pt x="74" y="1438"/>
                    <a:pt x="14" y="2062"/>
                  </a:cubicBezTo>
                  <a:cubicBezTo>
                    <a:pt x="1" y="2188"/>
                    <a:pt x="93" y="2251"/>
                    <a:pt x="191" y="2251"/>
                  </a:cubicBezTo>
                  <a:cubicBezTo>
                    <a:pt x="289" y="2251"/>
                    <a:pt x="395" y="2188"/>
                    <a:pt x="407" y="2062"/>
                  </a:cubicBezTo>
                  <a:cubicBezTo>
                    <a:pt x="468" y="1438"/>
                    <a:pt x="480" y="816"/>
                    <a:pt x="443" y="189"/>
                  </a:cubicBezTo>
                  <a:cubicBezTo>
                    <a:pt x="436" y="63"/>
                    <a:pt x="333" y="0"/>
                    <a:pt x="2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6"/>
            <p:cNvSpPr/>
            <p:nvPr/>
          </p:nvSpPr>
          <p:spPr>
            <a:xfrm>
              <a:off x="4090488" y="3965650"/>
              <a:ext cx="60675" cy="13325"/>
            </a:xfrm>
            <a:custGeom>
              <a:rect b="b" l="l" r="r" t="t"/>
              <a:pathLst>
                <a:path extrusionOk="0" h="533" w="2427">
                  <a:moveTo>
                    <a:pt x="1240" y="0"/>
                  </a:moveTo>
                  <a:cubicBezTo>
                    <a:pt x="900" y="0"/>
                    <a:pt x="560" y="48"/>
                    <a:pt x="224" y="145"/>
                  </a:cubicBezTo>
                  <a:cubicBezTo>
                    <a:pt x="1" y="209"/>
                    <a:pt x="70" y="533"/>
                    <a:pt x="269" y="533"/>
                  </a:cubicBezTo>
                  <a:cubicBezTo>
                    <a:pt x="287" y="533"/>
                    <a:pt x="306" y="530"/>
                    <a:pt x="327" y="524"/>
                  </a:cubicBezTo>
                  <a:cubicBezTo>
                    <a:pt x="633" y="438"/>
                    <a:pt x="937" y="394"/>
                    <a:pt x="1242" y="394"/>
                  </a:cubicBezTo>
                  <a:cubicBezTo>
                    <a:pt x="1526" y="394"/>
                    <a:pt x="1811" y="432"/>
                    <a:pt x="2097" y="509"/>
                  </a:cubicBezTo>
                  <a:cubicBezTo>
                    <a:pt x="2117" y="514"/>
                    <a:pt x="2135" y="516"/>
                    <a:pt x="2153" y="516"/>
                  </a:cubicBezTo>
                  <a:cubicBezTo>
                    <a:pt x="2356" y="516"/>
                    <a:pt x="2426" y="190"/>
                    <a:pt x="2202" y="129"/>
                  </a:cubicBezTo>
                  <a:cubicBezTo>
                    <a:pt x="1882" y="43"/>
                    <a:pt x="1561" y="0"/>
                    <a:pt x="124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6"/>
            <p:cNvSpPr/>
            <p:nvPr/>
          </p:nvSpPr>
          <p:spPr>
            <a:xfrm>
              <a:off x="4167488" y="3932325"/>
              <a:ext cx="54500" cy="62525"/>
            </a:xfrm>
            <a:custGeom>
              <a:rect b="b" l="l" r="r" t="t"/>
              <a:pathLst>
                <a:path extrusionOk="0" h="2501" w="2180">
                  <a:moveTo>
                    <a:pt x="751" y="1"/>
                  </a:moveTo>
                  <a:cubicBezTo>
                    <a:pt x="567" y="1"/>
                    <a:pt x="382" y="71"/>
                    <a:pt x="249" y="224"/>
                  </a:cubicBezTo>
                  <a:cubicBezTo>
                    <a:pt x="122" y="370"/>
                    <a:pt x="253" y="568"/>
                    <a:pt x="396" y="568"/>
                  </a:cubicBezTo>
                  <a:cubicBezTo>
                    <a:pt x="441" y="568"/>
                    <a:pt x="487" y="549"/>
                    <a:pt x="526" y="503"/>
                  </a:cubicBezTo>
                  <a:cubicBezTo>
                    <a:pt x="591" y="429"/>
                    <a:pt x="676" y="396"/>
                    <a:pt x="758" y="396"/>
                  </a:cubicBezTo>
                  <a:cubicBezTo>
                    <a:pt x="926" y="396"/>
                    <a:pt x="1082" y="532"/>
                    <a:pt x="1023" y="736"/>
                  </a:cubicBezTo>
                  <a:cubicBezTo>
                    <a:pt x="972" y="911"/>
                    <a:pt x="767" y="1061"/>
                    <a:pt x="638" y="1177"/>
                  </a:cubicBezTo>
                  <a:cubicBezTo>
                    <a:pt x="370" y="1418"/>
                    <a:pt x="91" y="1660"/>
                    <a:pt x="21" y="2029"/>
                  </a:cubicBezTo>
                  <a:cubicBezTo>
                    <a:pt x="1" y="2134"/>
                    <a:pt x="50" y="2242"/>
                    <a:pt x="158" y="2271"/>
                  </a:cubicBezTo>
                  <a:cubicBezTo>
                    <a:pt x="718" y="2423"/>
                    <a:pt x="1285" y="2500"/>
                    <a:pt x="1863" y="2500"/>
                  </a:cubicBezTo>
                  <a:cubicBezTo>
                    <a:pt x="1884" y="2500"/>
                    <a:pt x="1904" y="2500"/>
                    <a:pt x="1925" y="2500"/>
                  </a:cubicBezTo>
                  <a:cubicBezTo>
                    <a:pt x="2179" y="2499"/>
                    <a:pt x="2180" y="2106"/>
                    <a:pt x="1926" y="2106"/>
                  </a:cubicBezTo>
                  <a:cubicBezTo>
                    <a:pt x="1926" y="2106"/>
                    <a:pt x="1925" y="2106"/>
                    <a:pt x="1925" y="2106"/>
                  </a:cubicBezTo>
                  <a:cubicBezTo>
                    <a:pt x="1904" y="2107"/>
                    <a:pt x="1882" y="2107"/>
                    <a:pt x="1861" y="2107"/>
                  </a:cubicBezTo>
                  <a:cubicBezTo>
                    <a:pt x="1386" y="2107"/>
                    <a:pt x="925" y="2053"/>
                    <a:pt x="465" y="1944"/>
                  </a:cubicBezTo>
                  <a:lnTo>
                    <a:pt x="465" y="1944"/>
                  </a:lnTo>
                  <a:cubicBezTo>
                    <a:pt x="706" y="1466"/>
                    <a:pt x="1420" y="1259"/>
                    <a:pt x="1435" y="653"/>
                  </a:cubicBezTo>
                  <a:cubicBezTo>
                    <a:pt x="1445" y="251"/>
                    <a:pt x="1099" y="1"/>
                    <a:pt x="7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6"/>
            <p:cNvSpPr/>
            <p:nvPr/>
          </p:nvSpPr>
          <p:spPr>
            <a:xfrm>
              <a:off x="4233013" y="3929000"/>
              <a:ext cx="48275" cy="68150"/>
            </a:xfrm>
            <a:custGeom>
              <a:rect b="b" l="l" r="r" t="t"/>
              <a:pathLst>
                <a:path extrusionOk="0" h="2726" w="1931">
                  <a:moveTo>
                    <a:pt x="1658" y="0"/>
                  </a:moveTo>
                  <a:cubicBezTo>
                    <a:pt x="1599" y="0"/>
                    <a:pt x="1540" y="28"/>
                    <a:pt x="1500" y="94"/>
                  </a:cubicBezTo>
                  <a:cubicBezTo>
                    <a:pt x="1030" y="874"/>
                    <a:pt x="561" y="1652"/>
                    <a:pt x="91" y="2433"/>
                  </a:cubicBezTo>
                  <a:cubicBezTo>
                    <a:pt x="1" y="2585"/>
                    <a:pt x="136" y="2725"/>
                    <a:pt x="271" y="2725"/>
                  </a:cubicBezTo>
                  <a:cubicBezTo>
                    <a:pt x="331" y="2725"/>
                    <a:pt x="391" y="2698"/>
                    <a:pt x="431" y="2632"/>
                  </a:cubicBezTo>
                  <a:cubicBezTo>
                    <a:pt x="900" y="1851"/>
                    <a:pt x="1371" y="1073"/>
                    <a:pt x="1839" y="293"/>
                  </a:cubicBezTo>
                  <a:cubicBezTo>
                    <a:pt x="1931" y="142"/>
                    <a:pt x="1794" y="0"/>
                    <a:pt x="165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6"/>
            <p:cNvSpPr/>
            <p:nvPr/>
          </p:nvSpPr>
          <p:spPr>
            <a:xfrm>
              <a:off x="4266738" y="3930900"/>
              <a:ext cx="44675" cy="67175"/>
            </a:xfrm>
            <a:custGeom>
              <a:rect b="b" l="l" r="r" t="t"/>
              <a:pathLst>
                <a:path extrusionOk="0" h="2687" w="1787">
                  <a:moveTo>
                    <a:pt x="277" y="0"/>
                  </a:moveTo>
                  <a:cubicBezTo>
                    <a:pt x="138" y="0"/>
                    <a:pt x="0" y="141"/>
                    <a:pt x="99" y="288"/>
                  </a:cubicBezTo>
                  <a:cubicBezTo>
                    <a:pt x="586" y="1020"/>
                    <a:pt x="1010" y="1785"/>
                    <a:pt x="1375" y="2584"/>
                  </a:cubicBezTo>
                  <a:cubicBezTo>
                    <a:pt x="1408" y="2656"/>
                    <a:pt x="1464" y="2686"/>
                    <a:pt x="1522" y="2686"/>
                  </a:cubicBezTo>
                  <a:cubicBezTo>
                    <a:pt x="1649" y="2686"/>
                    <a:pt x="1787" y="2543"/>
                    <a:pt x="1714" y="2385"/>
                  </a:cubicBezTo>
                  <a:cubicBezTo>
                    <a:pt x="1349" y="1585"/>
                    <a:pt x="924" y="821"/>
                    <a:pt x="439" y="89"/>
                  </a:cubicBezTo>
                  <a:cubicBezTo>
                    <a:pt x="397" y="26"/>
                    <a:pt x="337" y="0"/>
                    <a:pt x="2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6"/>
            <p:cNvSpPr/>
            <p:nvPr/>
          </p:nvSpPr>
          <p:spPr>
            <a:xfrm>
              <a:off x="4246563" y="3970700"/>
              <a:ext cx="56200" cy="9850"/>
            </a:xfrm>
            <a:custGeom>
              <a:rect b="b" l="l" r="r" t="t"/>
              <a:pathLst>
                <a:path extrusionOk="0" h="394" w="2248">
                  <a:moveTo>
                    <a:pt x="252" y="0"/>
                  </a:moveTo>
                  <a:cubicBezTo>
                    <a:pt x="0" y="0"/>
                    <a:pt x="0" y="394"/>
                    <a:pt x="252" y="394"/>
                  </a:cubicBezTo>
                  <a:lnTo>
                    <a:pt x="1993" y="394"/>
                  </a:lnTo>
                  <a:cubicBezTo>
                    <a:pt x="2248" y="394"/>
                    <a:pt x="2248" y="0"/>
                    <a:pt x="19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6"/>
            <p:cNvSpPr/>
            <p:nvPr/>
          </p:nvSpPr>
          <p:spPr>
            <a:xfrm>
              <a:off x="4316813" y="3925225"/>
              <a:ext cx="50125" cy="66775"/>
            </a:xfrm>
            <a:custGeom>
              <a:rect b="b" l="l" r="r" t="t"/>
              <a:pathLst>
                <a:path extrusionOk="0" h="2671" w="2005">
                  <a:moveTo>
                    <a:pt x="419" y="1404"/>
                  </a:moveTo>
                  <a:cubicBezTo>
                    <a:pt x="440" y="1445"/>
                    <a:pt x="478" y="1482"/>
                    <a:pt x="534" y="1504"/>
                  </a:cubicBezTo>
                  <a:cubicBezTo>
                    <a:pt x="837" y="1627"/>
                    <a:pt x="1140" y="1751"/>
                    <a:pt x="1443" y="1874"/>
                  </a:cubicBezTo>
                  <a:lnTo>
                    <a:pt x="1443" y="1874"/>
                  </a:lnTo>
                  <a:cubicBezTo>
                    <a:pt x="1375" y="2217"/>
                    <a:pt x="1000" y="2283"/>
                    <a:pt x="660" y="2283"/>
                  </a:cubicBezTo>
                  <a:cubicBezTo>
                    <a:pt x="608" y="2283"/>
                    <a:pt x="557" y="2282"/>
                    <a:pt x="507" y="2279"/>
                  </a:cubicBezTo>
                  <a:lnTo>
                    <a:pt x="507" y="2279"/>
                  </a:lnTo>
                  <a:cubicBezTo>
                    <a:pt x="461" y="1988"/>
                    <a:pt x="432" y="1697"/>
                    <a:pt x="419" y="1404"/>
                  </a:cubicBezTo>
                  <a:close/>
                  <a:moveTo>
                    <a:pt x="406" y="0"/>
                  </a:moveTo>
                  <a:cubicBezTo>
                    <a:pt x="174" y="0"/>
                    <a:pt x="182" y="374"/>
                    <a:pt x="425" y="395"/>
                  </a:cubicBezTo>
                  <a:cubicBezTo>
                    <a:pt x="823" y="430"/>
                    <a:pt x="1180" y="531"/>
                    <a:pt x="1529" y="704"/>
                  </a:cubicBezTo>
                  <a:lnTo>
                    <a:pt x="1529" y="704"/>
                  </a:lnTo>
                  <a:cubicBezTo>
                    <a:pt x="1377" y="973"/>
                    <a:pt x="1099" y="1137"/>
                    <a:pt x="789" y="1137"/>
                  </a:cubicBezTo>
                  <a:cubicBezTo>
                    <a:pt x="741" y="1137"/>
                    <a:pt x="692" y="1133"/>
                    <a:pt x="643" y="1125"/>
                  </a:cubicBezTo>
                  <a:lnTo>
                    <a:pt x="643" y="1125"/>
                  </a:lnTo>
                  <a:cubicBezTo>
                    <a:pt x="642" y="1125"/>
                    <a:pt x="642" y="1125"/>
                    <a:pt x="642" y="1125"/>
                  </a:cubicBezTo>
                  <a:cubicBezTo>
                    <a:pt x="642" y="1125"/>
                    <a:pt x="642" y="1125"/>
                    <a:pt x="642" y="1125"/>
                  </a:cubicBezTo>
                  <a:lnTo>
                    <a:pt x="642" y="1125"/>
                  </a:lnTo>
                  <a:cubicBezTo>
                    <a:pt x="641" y="1125"/>
                    <a:pt x="641" y="1125"/>
                    <a:pt x="640" y="1125"/>
                  </a:cubicBezTo>
                  <a:cubicBezTo>
                    <a:pt x="625" y="1122"/>
                    <a:pt x="610" y="1121"/>
                    <a:pt x="596" y="1121"/>
                  </a:cubicBezTo>
                  <a:cubicBezTo>
                    <a:pt x="506" y="1121"/>
                    <a:pt x="442" y="1172"/>
                    <a:pt x="414" y="1238"/>
                  </a:cubicBezTo>
                  <a:lnTo>
                    <a:pt x="414" y="1238"/>
                  </a:lnTo>
                  <a:cubicBezTo>
                    <a:pt x="409" y="1022"/>
                    <a:pt x="414" y="805"/>
                    <a:pt x="427" y="587"/>
                  </a:cubicBezTo>
                  <a:cubicBezTo>
                    <a:pt x="436" y="460"/>
                    <a:pt x="342" y="396"/>
                    <a:pt x="244" y="396"/>
                  </a:cubicBezTo>
                  <a:cubicBezTo>
                    <a:pt x="146" y="396"/>
                    <a:pt x="45" y="459"/>
                    <a:pt x="38" y="585"/>
                  </a:cubicBezTo>
                  <a:cubicBezTo>
                    <a:pt x="0" y="1237"/>
                    <a:pt x="40" y="1875"/>
                    <a:pt x="153" y="2518"/>
                  </a:cubicBezTo>
                  <a:cubicBezTo>
                    <a:pt x="169" y="2607"/>
                    <a:pt x="262" y="2657"/>
                    <a:pt x="344" y="2662"/>
                  </a:cubicBezTo>
                  <a:cubicBezTo>
                    <a:pt x="416" y="2667"/>
                    <a:pt x="490" y="2670"/>
                    <a:pt x="566" y="2670"/>
                  </a:cubicBezTo>
                  <a:cubicBezTo>
                    <a:pt x="1174" y="2670"/>
                    <a:pt x="1863" y="2484"/>
                    <a:pt x="1850" y="1746"/>
                  </a:cubicBezTo>
                  <a:cubicBezTo>
                    <a:pt x="1848" y="1652"/>
                    <a:pt x="1787" y="1590"/>
                    <a:pt x="1705" y="1557"/>
                  </a:cubicBezTo>
                  <a:cubicBezTo>
                    <a:pt x="1578" y="1506"/>
                    <a:pt x="1452" y="1455"/>
                    <a:pt x="1325" y="1403"/>
                  </a:cubicBezTo>
                  <a:lnTo>
                    <a:pt x="1325" y="1403"/>
                  </a:lnTo>
                  <a:cubicBezTo>
                    <a:pt x="1618" y="1264"/>
                    <a:pt x="1852" y="1010"/>
                    <a:pt x="1976" y="670"/>
                  </a:cubicBezTo>
                  <a:cubicBezTo>
                    <a:pt x="2004" y="588"/>
                    <a:pt x="1956" y="486"/>
                    <a:pt x="1884" y="448"/>
                  </a:cubicBezTo>
                  <a:cubicBezTo>
                    <a:pt x="1426" y="190"/>
                    <a:pt x="949" y="47"/>
                    <a:pt x="425" y="1"/>
                  </a:cubicBezTo>
                  <a:cubicBezTo>
                    <a:pt x="419" y="1"/>
                    <a:pt x="412" y="0"/>
                    <a:pt x="40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6"/>
            <p:cNvSpPr/>
            <p:nvPr/>
          </p:nvSpPr>
          <p:spPr>
            <a:xfrm>
              <a:off x="3766838" y="4093400"/>
              <a:ext cx="45650" cy="16200"/>
            </a:xfrm>
            <a:custGeom>
              <a:rect b="b" l="l" r="r" t="t"/>
              <a:pathLst>
                <a:path extrusionOk="0" h="648" w="1826">
                  <a:moveTo>
                    <a:pt x="573" y="0"/>
                  </a:moveTo>
                  <a:cubicBezTo>
                    <a:pt x="463" y="0"/>
                    <a:pt x="352" y="8"/>
                    <a:pt x="240" y="24"/>
                  </a:cubicBezTo>
                  <a:cubicBezTo>
                    <a:pt x="0" y="57"/>
                    <a:pt x="86" y="405"/>
                    <a:pt x="312" y="405"/>
                  </a:cubicBezTo>
                  <a:cubicBezTo>
                    <a:pt x="322" y="405"/>
                    <a:pt x="332" y="405"/>
                    <a:pt x="343" y="403"/>
                  </a:cubicBezTo>
                  <a:cubicBezTo>
                    <a:pt x="421" y="392"/>
                    <a:pt x="498" y="387"/>
                    <a:pt x="575" y="387"/>
                  </a:cubicBezTo>
                  <a:cubicBezTo>
                    <a:pt x="877" y="387"/>
                    <a:pt x="1170" y="469"/>
                    <a:pt x="1438" y="621"/>
                  </a:cubicBezTo>
                  <a:cubicBezTo>
                    <a:pt x="1471" y="640"/>
                    <a:pt x="1504" y="648"/>
                    <a:pt x="1535" y="648"/>
                  </a:cubicBezTo>
                  <a:cubicBezTo>
                    <a:pt x="1710" y="648"/>
                    <a:pt x="1826" y="387"/>
                    <a:pt x="1637" y="280"/>
                  </a:cubicBezTo>
                  <a:cubicBezTo>
                    <a:pt x="1301" y="91"/>
                    <a:pt x="944" y="0"/>
                    <a:pt x="57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6"/>
            <p:cNvSpPr/>
            <p:nvPr/>
          </p:nvSpPr>
          <p:spPr>
            <a:xfrm>
              <a:off x="3773113" y="4118350"/>
              <a:ext cx="39325" cy="13475"/>
            </a:xfrm>
            <a:custGeom>
              <a:rect b="b" l="l" r="r" t="t"/>
              <a:pathLst>
                <a:path extrusionOk="0" h="539" w="1573">
                  <a:moveTo>
                    <a:pt x="1265" y="1"/>
                  </a:moveTo>
                  <a:cubicBezTo>
                    <a:pt x="1253" y="1"/>
                    <a:pt x="1241" y="2"/>
                    <a:pt x="1229" y="4"/>
                  </a:cubicBezTo>
                  <a:cubicBezTo>
                    <a:pt x="898" y="55"/>
                    <a:pt x="569" y="105"/>
                    <a:pt x="237" y="157"/>
                  </a:cubicBezTo>
                  <a:cubicBezTo>
                    <a:pt x="1" y="194"/>
                    <a:pt x="84" y="539"/>
                    <a:pt x="307" y="539"/>
                  </a:cubicBezTo>
                  <a:cubicBezTo>
                    <a:pt x="319" y="539"/>
                    <a:pt x="331" y="538"/>
                    <a:pt x="343" y="536"/>
                  </a:cubicBezTo>
                  <a:cubicBezTo>
                    <a:pt x="673" y="485"/>
                    <a:pt x="1003" y="434"/>
                    <a:pt x="1335" y="383"/>
                  </a:cubicBezTo>
                  <a:cubicBezTo>
                    <a:pt x="1573" y="345"/>
                    <a:pt x="1488" y="1"/>
                    <a:pt x="126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6"/>
            <p:cNvSpPr/>
            <p:nvPr/>
          </p:nvSpPr>
          <p:spPr>
            <a:xfrm>
              <a:off x="3880913" y="4078650"/>
              <a:ext cx="57950" cy="91875"/>
            </a:xfrm>
            <a:custGeom>
              <a:rect b="b" l="l" r="r" t="t"/>
              <a:pathLst>
                <a:path extrusionOk="0" h="3675" w="2318">
                  <a:moveTo>
                    <a:pt x="1304" y="483"/>
                  </a:moveTo>
                  <a:cubicBezTo>
                    <a:pt x="1399" y="483"/>
                    <a:pt x="1505" y="503"/>
                    <a:pt x="1621" y="542"/>
                  </a:cubicBezTo>
                  <a:cubicBezTo>
                    <a:pt x="1649" y="588"/>
                    <a:pt x="1687" y="615"/>
                    <a:pt x="1727" y="627"/>
                  </a:cubicBezTo>
                  <a:lnTo>
                    <a:pt x="1727" y="627"/>
                  </a:lnTo>
                  <a:cubicBezTo>
                    <a:pt x="1712" y="655"/>
                    <a:pt x="1704" y="687"/>
                    <a:pt x="1708" y="726"/>
                  </a:cubicBezTo>
                  <a:cubicBezTo>
                    <a:pt x="1712" y="743"/>
                    <a:pt x="1715" y="760"/>
                    <a:pt x="1718" y="777"/>
                  </a:cubicBezTo>
                  <a:lnTo>
                    <a:pt x="1718" y="777"/>
                  </a:lnTo>
                  <a:cubicBezTo>
                    <a:pt x="1717" y="777"/>
                    <a:pt x="1715" y="777"/>
                    <a:pt x="1714" y="777"/>
                  </a:cubicBezTo>
                  <a:cubicBezTo>
                    <a:pt x="1718" y="805"/>
                    <a:pt x="1722" y="833"/>
                    <a:pt x="1727" y="861"/>
                  </a:cubicBezTo>
                  <a:lnTo>
                    <a:pt x="1727" y="861"/>
                  </a:lnTo>
                  <a:cubicBezTo>
                    <a:pt x="1732" y="998"/>
                    <a:pt x="1696" y="1131"/>
                    <a:pt x="1619" y="1261"/>
                  </a:cubicBezTo>
                  <a:cubicBezTo>
                    <a:pt x="1526" y="1447"/>
                    <a:pt x="1428" y="1541"/>
                    <a:pt x="1326" y="1541"/>
                  </a:cubicBezTo>
                  <a:cubicBezTo>
                    <a:pt x="1226" y="1541"/>
                    <a:pt x="1121" y="1451"/>
                    <a:pt x="1011" y="1271"/>
                  </a:cubicBezTo>
                  <a:cubicBezTo>
                    <a:pt x="663" y="1171"/>
                    <a:pt x="590" y="1026"/>
                    <a:pt x="786" y="836"/>
                  </a:cubicBezTo>
                  <a:cubicBezTo>
                    <a:pt x="897" y="601"/>
                    <a:pt x="1070" y="483"/>
                    <a:pt x="1304" y="483"/>
                  </a:cubicBezTo>
                  <a:close/>
                  <a:moveTo>
                    <a:pt x="1390" y="0"/>
                  </a:moveTo>
                  <a:cubicBezTo>
                    <a:pt x="745" y="0"/>
                    <a:pt x="0" y="905"/>
                    <a:pt x="224" y="1529"/>
                  </a:cubicBezTo>
                  <a:cubicBezTo>
                    <a:pt x="344" y="1864"/>
                    <a:pt x="681" y="2023"/>
                    <a:pt x="1017" y="2023"/>
                  </a:cubicBezTo>
                  <a:cubicBezTo>
                    <a:pt x="1137" y="2023"/>
                    <a:pt x="1258" y="2002"/>
                    <a:pt x="1367" y="1962"/>
                  </a:cubicBezTo>
                  <a:cubicBezTo>
                    <a:pt x="1540" y="1898"/>
                    <a:pt x="1687" y="1796"/>
                    <a:pt x="1803" y="1668"/>
                  </a:cubicBezTo>
                  <a:lnTo>
                    <a:pt x="1803" y="1668"/>
                  </a:lnTo>
                  <a:cubicBezTo>
                    <a:pt x="1815" y="2356"/>
                    <a:pt x="1648" y="3039"/>
                    <a:pt x="912" y="3284"/>
                  </a:cubicBezTo>
                  <a:cubicBezTo>
                    <a:pt x="696" y="3357"/>
                    <a:pt x="759" y="3674"/>
                    <a:pt x="952" y="3674"/>
                  </a:cubicBezTo>
                  <a:cubicBezTo>
                    <a:pt x="973" y="3674"/>
                    <a:pt x="995" y="3671"/>
                    <a:pt x="1018" y="3663"/>
                  </a:cubicBezTo>
                  <a:cubicBezTo>
                    <a:pt x="2318" y="3231"/>
                    <a:pt x="2268" y="1793"/>
                    <a:pt x="2095" y="674"/>
                  </a:cubicBezTo>
                  <a:cubicBezTo>
                    <a:pt x="2082" y="597"/>
                    <a:pt x="2028" y="553"/>
                    <a:pt x="1963" y="539"/>
                  </a:cubicBezTo>
                  <a:lnTo>
                    <a:pt x="1963" y="539"/>
                  </a:lnTo>
                  <a:cubicBezTo>
                    <a:pt x="1998" y="486"/>
                    <a:pt x="2006" y="416"/>
                    <a:pt x="1961" y="345"/>
                  </a:cubicBezTo>
                  <a:cubicBezTo>
                    <a:pt x="1808" y="101"/>
                    <a:pt x="1605" y="0"/>
                    <a:pt x="13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6"/>
            <p:cNvSpPr/>
            <p:nvPr/>
          </p:nvSpPr>
          <p:spPr>
            <a:xfrm>
              <a:off x="3966663" y="4073150"/>
              <a:ext cx="216225" cy="104850"/>
            </a:xfrm>
            <a:custGeom>
              <a:rect b="b" l="l" r="r" t="t"/>
              <a:pathLst>
                <a:path extrusionOk="0" h="4194" w="8649">
                  <a:moveTo>
                    <a:pt x="8400" y="1"/>
                  </a:moveTo>
                  <a:cubicBezTo>
                    <a:pt x="8398" y="1"/>
                    <a:pt x="8396" y="1"/>
                    <a:pt x="8393" y="1"/>
                  </a:cubicBezTo>
                  <a:cubicBezTo>
                    <a:pt x="6136" y="64"/>
                    <a:pt x="3878" y="128"/>
                    <a:pt x="1619" y="190"/>
                  </a:cubicBezTo>
                  <a:cubicBezTo>
                    <a:pt x="1508" y="194"/>
                    <a:pt x="1429" y="278"/>
                    <a:pt x="1422" y="387"/>
                  </a:cubicBezTo>
                  <a:cubicBezTo>
                    <a:pt x="1361" y="1310"/>
                    <a:pt x="1303" y="2233"/>
                    <a:pt x="1243" y="3155"/>
                  </a:cubicBezTo>
                  <a:lnTo>
                    <a:pt x="1243" y="3155"/>
                  </a:lnTo>
                  <a:cubicBezTo>
                    <a:pt x="964" y="2495"/>
                    <a:pt x="685" y="1834"/>
                    <a:pt x="405" y="1175"/>
                  </a:cubicBezTo>
                  <a:cubicBezTo>
                    <a:pt x="375" y="1102"/>
                    <a:pt x="321" y="1072"/>
                    <a:pt x="264" y="1072"/>
                  </a:cubicBezTo>
                  <a:cubicBezTo>
                    <a:pt x="139" y="1072"/>
                    <a:pt x="0" y="1217"/>
                    <a:pt x="66" y="1375"/>
                  </a:cubicBezTo>
                  <a:cubicBezTo>
                    <a:pt x="448" y="2280"/>
                    <a:pt x="832" y="3187"/>
                    <a:pt x="1216" y="4093"/>
                  </a:cubicBezTo>
                  <a:cubicBezTo>
                    <a:pt x="1245" y="4165"/>
                    <a:pt x="1300" y="4194"/>
                    <a:pt x="1358" y="4194"/>
                  </a:cubicBezTo>
                  <a:cubicBezTo>
                    <a:pt x="1461" y="4194"/>
                    <a:pt x="1575" y="4104"/>
                    <a:pt x="1582" y="3993"/>
                  </a:cubicBezTo>
                  <a:cubicBezTo>
                    <a:pt x="1628" y="3272"/>
                    <a:pt x="1675" y="2550"/>
                    <a:pt x="1722" y="1829"/>
                  </a:cubicBezTo>
                  <a:cubicBezTo>
                    <a:pt x="1734" y="1656"/>
                    <a:pt x="1698" y="888"/>
                    <a:pt x="1792" y="747"/>
                  </a:cubicBezTo>
                  <a:cubicBezTo>
                    <a:pt x="1910" y="575"/>
                    <a:pt x="2101" y="545"/>
                    <a:pt x="2297" y="545"/>
                  </a:cubicBezTo>
                  <a:cubicBezTo>
                    <a:pt x="2404" y="545"/>
                    <a:pt x="2512" y="554"/>
                    <a:pt x="2611" y="554"/>
                  </a:cubicBezTo>
                  <a:cubicBezTo>
                    <a:pt x="2625" y="554"/>
                    <a:pt x="2639" y="554"/>
                    <a:pt x="2653" y="553"/>
                  </a:cubicBezTo>
                  <a:cubicBezTo>
                    <a:pt x="3323" y="536"/>
                    <a:pt x="3990" y="516"/>
                    <a:pt x="4660" y="497"/>
                  </a:cubicBezTo>
                  <a:cubicBezTo>
                    <a:pt x="5905" y="465"/>
                    <a:pt x="7148" y="429"/>
                    <a:pt x="8393" y="394"/>
                  </a:cubicBezTo>
                  <a:cubicBezTo>
                    <a:pt x="8644" y="387"/>
                    <a:pt x="8648" y="1"/>
                    <a:pt x="840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6"/>
            <p:cNvSpPr/>
            <p:nvPr/>
          </p:nvSpPr>
          <p:spPr>
            <a:xfrm>
              <a:off x="4058313" y="4112450"/>
              <a:ext cx="9875" cy="59300"/>
            </a:xfrm>
            <a:custGeom>
              <a:rect b="b" l="l" r="r" t="t"/>
              <a:pathLst>
                <a:path extrusionOk="0" h="2372" w="395">
                  <a:moveTo>
                    <a:pt x="197" y="1"/>
                  </a:moveTo>
                  <a:cubicBezTo>
                    <a:pt x="99" y="1"/>
                    <a:pt x="0" y="64"/>
                    <a:pt x="0" y="191"/>
                  </a:cubicBezTo>
                  <a:lnTo>
                    <a:pt x="0" y="2181"/>
                  </a:lnTo>
                  <a:cubicBezTo>
                    <a:pt x="0" y="2308"/>
                    <a:pt x="99" y="2372"/>
                    <a:pt x="197" y="2372"/>
                  </a:cubicBezTo>
                  <a:cubicBezTo>
                    <a:pt x="296" y="2372"/>
                    <a:pt x="394" y="2308"/>
                    <a:pt x="394" y="2181"/>
                  </a:cubicBezTo>
                  <a:lnTo>
                    <a:pt x="394" y="191"/>
                  </a:lnTo>
                  <a:cubicBezTo>
                    <a:pt x="394" y="64"/>
                    <a:pt x="296" y="1"/>
                    <a:pt x="1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6"/>
            <p:cNvSpPr/>
            <p:nvPr/>
          </p:nvSpPr>
          <p:spPr>
            <a:xfrm>
              <a:off x="4083538" y="4112000"/>
              <a:ext cx="60475" cy="62700"/>
            </a:xfrm>
            <a:custGeom>
              <a:rect b="b" l="l" r="r" t="t"/>
              <a:pathLst>
                <a:path extrusionOk="0" h="2508" w="2419">
                  <a:moveTo>
                    <a:pt x="715" y="1"/>
                  </a:moveTo>
                  <a:cubicBezTo>
                    <a:pt x="460" y="1"/>
                    <a:pt x="212" y="122"/>
                    <a:pt x="79" y="386"/>
                  </a:cubicBezTo>
                  <a:cubicBezTo>
                    <a:pt x="1" y="540"/>
                    <a:pt x="137" y="683"/>
                    <a:pt x="268" y="683"/>
                  </a:cubicBezTo>
                  <a:cubicBezTo>
                    <a:pt x="327" y="683"/>
                    <a:pt x="384" y="654"/>
                    <a:pt x="420" y="583"/>
                  </a:cubicBezTo>
                  <a:cubicBezTo>
                    <a:pt x="483" y="457"/>
                    <a:pt x="604" y="391"/>
                    <a:pt x="731" y="391"/>
                  </a:cubicBezTo>
                  <a:cubicBezTo>
                    <a:pt x="801" y="391"/>
                    <a:pt x="873" y="411"/>
                    <a:pt x="938" y="451"/>
                  </a:cubicBezTo>
                  <a:cubicBezTo>
                    <a:pt x="1153" y="581"/>
                    <a:pt x="1202" y="866"/>
                    <a:pt x="1153" y="1099"/>
                  </a:cubicBezTo>
                  <a:cubicBezTo>
                    <a:pt x="1073" y="1496"/>
                    <a:pt x="752" y="1792"/>
                    <a:pt x="474" y="2063"/>
                  </a:cubicBezTo>
                  <a:cubicBezTo>
                    <a:pt x="346" y="2187"/>
                    <a:pt x="450" y="2386"/>
                    <a:pt x="615" y="2399"/>
                  </a:cubicBezTo>
                  <a:lnTo>
                    <a:pt x="2166" y="2507"/>
                  </a:lnTo>
                  <a:cubicBezTo>
                    <a:pt x="2172" y="2507"/>
                    <a:pt x="2177" y="2507"/>
                    <a:pt x="2182" y="2507"/>
                  </a:cubicBezTo>
                  <a:cubicBezTo>
                    <a:pt x="2418" y="2507"/>
                    <a:pt x="2413" y="2130"/>
                    <a:pt x="2166" y="2113"/>
                  </a:cubicBezTo>
                  <a:lnTo>
                    <a:pt x="1046" y="2035"/>
                  </a:lnTo>
                  <a:lnTo>
                    <a:pt x="1046" y="2035"/>
                  </a:lnTo>
                  <a:cubicBezTo>
                    <a:pt x="1440" y="1583"/>
                    <a:pt x="1763" y="1005"/>
                    <a:pt x="1445" y="424"/>
                  </a:cubicBezTo>
                  <a:cubicBezTo>
                    <a:pt x="1295" y="152"/>
                    <a:pt x="1001" y="1"/>
                    <a:pt x="7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8" name="Google Shape;5308;p66"/>
          <p:cNvGrpSpPr/>
          <p:nvPr/>
        </p:nvGrpSpPr>
        <p:grpSpPr>
          <a:xfrm>
            <a:off x="7134250" y="2623613"/>
            <a:ext cx="814400" cy="1093000"/>
            <a:chOff x="7134250" y="2623613"/>
            <a:chExt cx="814400" cy="1093000"/>
          </a:xfrm>
        </p:grpSpPr>
        <p:sp>
          <p:nvSpPr>
            <p:cNvPr id="5309" name="Google Shape;5309;p66"/>
            <p:cNvSpPr/>
            <p:nvPr/>
          </p:nvSpPr>
          <p:spPr>
            <a:xfrm>
              <a:off x="7178950" y="3243738"/>
              <a:ext cx="23175" cy="30575"/>
            </a:xfrm>
            <a:custGeom>
              <a:rect b="b" l="l" r="r" t="t"/>
              <a:pathLst>
                <a:path extrusionOk="0" h="1223" w="927">
                  <a:moveTo>
                    <a:pt x="672" y="0"/>
                  </a:moveTo>
                  <a:cubicBezTo>
                    <a:pt x="596" y="0"/>
                    <a:pt x="521" y="40"/>
                    <a:pt x="481" y="111"/>
                  </a:cubicBezTo>
                  <a:cubicBezTo>
                    <a:pt x="332" y="370"/>
                    <a:pt x="191" y="633"/>
                    <a:pt x="56" y="901"/>
                  </a:cubicBezTo>
                  <a:cubicBezTo>
                    <a:pt x="1" y="1008"/>
                    <a:pt x="43" y="1142"/>
                    <a:pt x="154" y="1198"/>
                  </a:cubicBezTo>
                  <a:cubicBezTo>
                    <a:pt x="185" y="1214"/>
                    <a:pt x="220" y="1223"/>
                    <a:pt x="254" y="1223"/>
                  </a:cubicBezTo>
                  <a:cubicBezTo>
                    <a:pt x="334" y="1223"/>
                    <a:pt x="412" y="1179"/>
                    <a:pt x="451" y="1102"/>
                  </a:cubicBezTo>
                  <a:cubicBezTo>
                    <a:pt x="582" y="844"/>
                    <a:pt x="722" y="586"/>
                    <a:pt x="866" y="333"/>
                  </a:cubicBezTo>
                  <a:cubicBezTo>
                    <a:pt x="927" y="224"/>
                    <a:pt x="888" y="90"/>
                    <a:pt x="782" y="30"/>
                  </a:cubicBezTo>
                  <a:cubicBezTo>
                    <a:pt x="748" y="10"/>
                    <a:pt x="710" y="0"/>
                    <a:pt x="67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6"/>
            <p:cNvSpPr/>
            <p:nvPr/>
          </p:nvSpPr>
          <p:spPr>
            <a:xfrm>
              <a:off x="7153925" y="3303638"/>
              <a:ext cx="19725" cy="32000"/>
            </a:xfrm>
            <a:custGeom>
              <a:rect b="b" l="l" r="r" t="t"/>
              <a:pathLst>
                <a:path extrusionOk="0" h="1280" w="789">
                  <a:moveTo>
                    <a:pt x="540" y="1"/>
                  </a:moveTo>
                  <a:cubicBezTo>
                    <a:pt x="451" y="1"/>
                    <a:pt x="366" y="55"/>
                    <a:pt x="332" y="144"/>
                  </a:cubicBezTo>
                  <a:cubicBezTo>
                    <a:pt x="226" y="423"/>
                    <a:pt x="128" y="706"/>
                    <a:pt x="37" y="991"/>
                  </a:cubicBezTo>
                  <a:cubicBezTo>
                    <a:pt x="0" y="1108"/>
                    <a:pt x="64" y="1232"/>
                    <a:pt x="180" y="1270"/>
                  </a:cubicBezTo>
                  <a:cubicBezTo>
                    <a:pt x="202" y="1277"/>
                    <a:pt x="226" y="1280"/>
                    <a:pt x="249" y="1280"/>
                  </a:cubicBezTo>
                  <a:cubicBezTo>
                    <a:pt x="342" y="1280"/>
                    <a:pt x="429" y="1220"/>
                    <a:pt x="458" y="1125"/>
                  </a:cubicBezTo>
                  <a:cubicBezTo>
                    <a:pt x="548" y="849"/>
                    <a:pt x="643" y="575"/>
                    <a:pt x="746" y="301"/>
                  </a:cubicBezTo>
                  <a:cubicBezTo>
                    <a:pt x="789" y="187"/>
                    <a:pt x="732" y="59"/>
                    <a:pt x="617" y="15"/>
                  </a:cubicBezTo>
                  <a:cubicBezTo>
                    <a:pt x="592" y="5"/>
                    <a:pt x="566" y="1"/>
                    <a:pt x="5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6"/>
            <p:cNvSpPr/>
            <p:nvPr/>
          </p:nvSpPr>
          <p:spPr>
            <a:xfrm>
              <a:off x="7726200" y="3100213"/>
              <a:ext cx="24425" cy="29775"/>
            </a:xfrm>
            <a:custGeom>
              <a:rect b="b" l="l" r="r" t="t"/>
              <a:pathLst>
                <a:path extrusionOk="0" h="1191" w="977">
                  <a:moveTo>
                    <a:pt x="250" y="0"/>
                  </a:moveTo>
                  <a:cubicBezTo>
                    <a:pt x="205" y="0"/>
                    <a:pt x="160" y="14"/>
                    <a:pt x="121" y="42"/>
                  </a:cubicBezTo>
                  <a:cubicBezTo>
                    <a:pt x="22" y="113"/>
                    <a:pt x="0" y="253"/>
                    <a:pt x="71" y="350"/>
                  </a:cubicBezTo>
                  <a:cubicBezTo>
                    <a:pt x="242" y="584"/>
                    <a:pt x="395" y="827"/>
                    <a:pt x="528" y="1073"/>
                  </a:cubicBezTo>
                  <a:cubicBezTo>
                    <a:pt x="568" y="1148"/>
                    <a:pt x="644" y="1190"/>
                    <a:pt x="724" y="1190"/>
                  </a:cubicBezTo>
                  <a:cubicBezTo>
                    <a:pt x="759" y="1190"/>
                    <a:pt x="795" y="1182"/>
                    <a:pt x="829" y="1164"/>
                  </a:cubicBezTo>
                  <a:cubicBezTo>
                    <a:pt x="936" y="1105"/>
                    <a:pt x="976" y="972"/>
                    <a:pt x="918" y="864"/>
                  </a:cubicBezTo>
                  <a:cubicBezTo>
                    <a:pt x="776" y="599"/>
                    <a:pt x="610" y="341"/>
                    <a:pt x="430" y="91"/>
                  </a:cubicBezTo>
                  <a:cubicBezTo>
                    <a:pt x="386" y="32"/>
                    <a:pt x="319" y="0"/>
                    <a:pt x="250"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6"/>
            <p:cNvSpPr/>
            <p:nvPr/>
          </p:nvSpPr>
          <p:spPr>
            <a:xfrm>
              <a:off x="7678025" y="3055113"/>
              <a:ext cx="30475" cy="24025"/>
            </a:xfrm>
            <a:custGeom>
              <a:rect b="b" l="l" r="r" t="t"/>
              <a:pathLst>
                <a:path extrusionOk="0" h="961" w="1219">
                  <a:moveTo>
                    <a:pt x="255" y="0"/>
                  </a:moveTo>
                  <a:cubicBezTo>
                    <a:pt x="181" y="0"/>
                    <a:pt x="109" y="37"/>
                    <a:pt x="67" y="103"/>
                  </a:cubicBezTo>
                  <a:cubicBezTo>
                    <a:pt x="0" y="207"/>
                    <a:pt x="33" y="343"/>
                    <a:pt x="135" y="408"/>
                  </a:cubicBezTo>
                  <a:cubicBezTo>
                    <a:pt x="373" y="557"/>
                    <a:pt x="607" y="727"/>
                    <a:pt x="830" y="910"/>
                  </a:cubicBezTo>
                  <a:cubicBezTo>
                    <a:pt x="871" y="945"/>
                    <a:pt x="921" y="961"/>
                    <a:pt x="970" y="961"/>
                  </a:cubicBezTo>
                  <a:cubicBezTo>
                    <a:pt x="1034" y="961"/>
                    <a:pt x="1098" y="934"/>
                    <a:pt x="1140" y="882"/>
                  </a:cubicBezTo>
                  <a:cubicBezTo>
                    <a:pt x="1218" y="788"/>
                    <a:pt x="1204" y="648"/>
                    <a:pt x="1111" y="570"/>
                  </a:cubicBezTo>
                  <a:cubicBezTo>
                    <a:pt x="874" y="374"/>
                    <a:pt x="626" y="195"/>
                    <a:pt x="372" y="34"/>
                  </a:cubicBezTo>
                  <a:cubicBezTo>
                    <a:pt x="335" y="11"/>
                    <a:pt x="295" y="0"/>
                    <a:pt x="255"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6"/>
            <p:cNvSpPr/>
            <p:nvPr/>
          </p:nvSpPr>
          <p:spPr>
            <a:xfrm>
              <a:off x="7684325" y="3273088"/>
              <a:ext cx="29200" cy="14175"/>
            </a:xfrm>
            <a:custGeom>
              <a:rect b="b" l="l" r="r" t="t"/>
              <a:pathLst>
                <a:path extrusionOk="0" h="567" w="1168">
                  <a:moveTo>
                    <a:pt x="1016" y="0"/>
                  </a:moveTo>
                  <a:cubicBezTo>
                    <a:pt x="785" y="84"/>
                    <a:pt x="544" y="125"/>
                    <a:pt x="300" y="125"/>
                  </a:cubicBezTo>
                  <a:lnTo>
                    <a:pt x="233" y="124"/>
                  </a:lnTo>
                  <a:cubicBezTo>
                    <a:pt x="231" y="124"/>
                    <a:pt x="230" y="124"/>
                    <a:pt x="228" y="124"/>
                  </a:cubicBezTo>
                  <a:cubicBezTo>
                    <a:pt x="110" y="124"/>
                    <a:pt x="8" y="218"/>
                    <a:pt x="5" y="336"/>
                  </a:cubicBezTo>
                  <a:cubicBezTo>
                    <a:pt x="1" y="458"/>
                    <a:pt x="97" y="561"/>
                    <a:pt x="218" y="565"/>
                  </a:cubicBezTo>
                  <a:lnTo>
                    <a:pt x="300" y="566"/>
                  </a:lnTo>
                  <a:cubicBezTo>
                    <a:pt x="591" y="566"/>
                    <a:pt x="880" y="517"/>
                    <a:pt x="1163" y="419"/>
                  </a:cubicBezTo>
                  <a:cubicBezTo>
                    <a:pt x="1165" y="419"/>
                    <a:pt x="1165" y="419"/>
                    <a:pt x="1168" y="417"/>
                  </a:cubicBezTo>
                  <a:lnTo>
                    <a:pt x="1016" y="0"/>
                  </a:ln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6"/>
            <p:cNvSpPr/>
            <p:nvPr/>
          </p:nvSpPr>
          <p:spPr>
            <a:xfrm>
              <a:off x="7700150" y="2769488"/>
              <a:ext cx="27925" cy="26725"/>
            </a:xfrm>
            <a:custGeom>
              <a:rect b="b" l="l" r="r" t="t"/>
              <a:pathLst>
                <a:path extrusionOk="0" h="1069" w="1117">
                  <a:moveTo>
                    <a:pt x="872" y="0"/>
                  </a:moveTo>
                  <a:cubicBezTo>
                    <a:pt x="817" y="0"/>
                    <a:pt x="761" y="21"/>
                    <a:pt x="719" y="63"/>
                  </a:cubicBezTo>
                  <a:cubicBezTo>
                    <a:pt x="504" y="268"/>
                    <a:pt x="294" y="480"/>
                    <a:pt x="85" y="694"/>
                  </a:cubicBezTo>
                  <a:cubicBezTo>
                    <a:pt x="0" y="783"/>
                    <a:pt x="4" y="922"/>
                    <a:pt x="91" y="1006"/>
                  </a:cubicBezTo>
                  <a:cubicBezTo>
                    <a:pt x="133" y="1047"/>
                    <a:pt x="189" y="1068"/>
                    <a:pt x="245" y="1068"/>
                  </a:cubicBezTo>
                  <a:cubicBezTo>
                    <a:pt x="304" y="1068"/>
                    <a:pt x="360" y="1045"/>
                    <a:pt x="404" y="1000"/>
                  </a:cubicBezTo>
                  <a:cubicBezTo>
                    <a:pt x="607" y="790"/>
                    <a:pt x="814" y="584"/>
                    <a:pt x="1025" y="382"/>
                  </a:cubicBezTo>
                  <a:cubicBezTo>
                    <a:pt x="1112" y="297"/>
                    <a:pt x="1116" y="156"/>
                    <a:pt x="1031" y="68"/>
                  </a:cubicBezTo>
                  <a:cubicBezTo>
                    <a:pt x="988" y="23"/>
                    <a:pt x="930" y="0"/>
                    <a:pt x="87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6"/>
            <p:cNvSpPr/>
            <p:nvPr/>
          </p:nvSpPr>
          <p:spPr>
            <a:xfrm>
              <a:off x="7657025" y="2818213"/>
              <a:ext cx="26125" cy="28550"/>
            </a:xfrm>
            <a:custGeom>
              <a:rect b="b" l="l" r="r" t="t"/>
              <a:pathLst>
                <a:path extrusionOk="0" h="1142" w="1045">
                  <a:moveTo>
                    <a:pt x="797" y="0"/>
                  </a:moveTo>
                  <a:cubicBezTo>
                    <a:pt x="732" y="0"/>
                    <a:pt x="668" y="28"/>
                    <a:pt x="623" y="82"/>
                  </a:cubicBezTo>
                  <a:cubicBezTo>
                    <a:pt x="435" y="312"/>
                    <a:pt x="250" y="547"/>
                    <a:pt x="73" y="787"/>
                  </a:cubicBezTo>
                  <a:cubicBezTo>
                    <a:pt x="1" y="885"/>
                    <a:pt x="21" y="1022"/>
                    <a:pt x="118" y="1097"/>
                  </a:cubicBezTo>
                  <a:cubicBezTo>
                    <a:pt x="157" y="1127"/>
                    <a:pt x="205" y="1141"/>
                    <a:pt x="250" y="1141"/>
                  </a:cubicBezTo>
                  <a:cubicBezTo>
                    <a:pt x="318" y="1141"/>
                    <a:pt x="385" y="1111"/>
                    <a:pt x="428" y="1053"/>
                  </a:cubicBezTo>
                  <a:cubicBezTo>
                    <a:pt x="603" y="818"/>
                    <a:pt x="782" y="588"/>
                    <a:pt x="966" y="363"/>
                  </a:cubicBezTo>
                  <a:cubicBezTo>
                    <a:pt x="1044" y="266"/>
                    <a:pt x="1030" y="126"/>
                    <a:pt x="935" y="49"/>
                  </a:cubicBezTo>
                  <a:cubicBezTo>
                    <a:pt x="895" y="16"/>
                    <a:pt x="846" y="0"/>
                    <a:pt x="797"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6"/>
            <p:cNvSpPr/>
            <p:nvPr/>
          </p:nvSpPr>
          <p:spPr>
            <a:xfrm>
              <a:off x="7621375" y="2872313"/>
              <a:ext cx="23600" cy="30325"/>
            </a:xfrm>
            <a:custGeom>
              <a:rect b="b" l="l" r="r" t="t"/>
              <a:pathLst>
                <a:path extrusionOk="0" h="1213" w="944">
                  <a:moveTo>
                    <a:pt x="689" y="1"/>
                  </a:moveTo>
                  <a:cubicBezTo>
                    <a:pt x="613" y="1"/>
                    <a:pt x="540" y="39"/>
                    <a:pt x="499" y="109"/>
                  </a:cubicBezTo>
                  <a:cubicBezTo>
                    <a:pt x="346" y="364"/>
                    <a:pt x="199" y="624"/>
                    <a:pt x="57" y="886"/>
                  </a:cubicBezTo>
                  <a:cubicBezTo>
                    <a:pt x="0" y="995"/>
                    <a:pt x="41" y="1127"/>
                    <a:pt x="148" y="1187"/>
                  </a:cubicBezTo>
                  <a:cubicBezTo>
                    <a:pt x="180" y="1204"/>
                    <a:pt x="216" y="1212"/>
                    <a:pt x="251" y="1212"/>
                  </a:cubicBezTo>
                  <a:cubicBezTo>
                    <a:pt x="329" y="1212"/>
                    <a:pt x="407" y="1170"/>
                    <a:pt x="447" y="1096"/>
                  </a:cubicBezTo>
                  <a:cubicBezTo>
                    <a:pt x="584" y="839"/>
                    <a:pt x="729" y="585"/>
                    <a:pt x="879" y="336"/>
                  </a:cubicBezTo>
                  <a:cubicBezTo>
                    <a:pt x="943" y="231"/>
                    <a:pt x="908" y="95"/>
                    <a:pt x="803" y="32"/>
                  </a:cubicBezTo>
                  <a:cubicBezTo>
                    <a:pt x="767" y="11"/>
                    <a:pt x="727" y="1"/>
                    <a:pt x="689"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6"/>
            <p:cNvSpPr/>
            <p:nvPr/>
          </p:nvSpPr>
          <p:spPr>
            <a:xfrm>
              <a:off x="7617150" y="3029988"/>
              <a:ext cx="33525" cy="17300"/>
            </a:xfrm>
            <a:custGeom>
              <a:rect b="b" l="l" r="r" t="t"/>
              <a:pathLst>
                <a:path extrusionOk="0" h="692" w="1341">
                  <a:moveTo>
                    <a:pt x="240" y="1"/>
                  </a:moveTo>
                  <a:cubicBezTo>
                    <a:pt x="140" y="1"/>
                    <a:pt x="52" y="69"/>
                    <a:pt x="29" y="171"/>
                  </a:cubicBezTo>
                  <a:cubicBezTo>
                    <a:pt x="0" y="288"/>
                    <a:pt x="73" y="407"/>
                    <a:pt x="192" y="437"/>
                  </a:cubicBezTo>
                  <a:cubicBezTo>
                    <a:pt x="475" y="505"/>
                    <a:pt x="753" y="586"/>
                    <a:pt x="1020" y="678"/>
                  </a:cubicBezTo>
                  <a:cubicBezTo>
                    <a:pt x="1044" y="688"/>
                    <a:pt x="1070" y="691"/>
                    <a:pt x="1092" y="691"/>
                  </a:cubicBezTo>
                  <a:cubicBezTo>
                    <a:pt x="1184" y="691"/>
                    <a:pt x="1270" y="634"/>
                    <a:pt x="1301" y="542"/>
                  </a:cubicBezTo>
                  <a:cubicBezTo>
                    <a:pt x="1340" y="427"/>
                    <a:pt x="1279" y="301"/>
                    <a:pt x="1165" y="261"/>
                  </a:cubicBezTo>
                  <a:cubicBezTo>
                    <a:pt x="885" y="164"/>
                    <a:pt x="592" y="78"/>
                    <a:pt x="294" y="8"/>
                  </a:cubicBezTo>
                  <a:cubicBezTo>
                    <a:pt x="276" y="3"/>
                    <a:pt x="258" y="1"/>
                    <a:pt x="2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6"/>
            <p:cNvSpPr/>
            <p:nvPr/>
          </p:nvSpPr>
          <p:spPr>
            <a:xfrm>
              <a:off x="7626325" y="3246613"/>
              <a:ext cx="29100" cy="25550"/>
            </a:xfrm>
            <a:custGeom>
              <a:rect b="b" l="l" r="r" t="t"/>
              <a:pathLst>
                <a:path extrusionOk="0" h="1022" w="1164">
                  <a:moveTo>
                    <a:pt x="244" y="0"/>
                  </a:moveTo>
                  <a:cubicBezTo>
                    <a:pt x="189" y="0"/>
                    <a:pt x="134" y="21"/>
                    <a:pt x="91" y="62"/>
                  </a:cubicBezTo>
                  <a:cubicBezTo>
                    <a:pt x="3" y="148"/>
                    <a:pt x="1" y="287"/>
                    <a:pt x="86" y="374"/>
                  </a:cubicBezTo>
                  <a:cubicBezTo>
                    <a:pt x="308" y="604"/>
                    <a:pt x="542" y="808"/>
                    <a:pt x="783" y="980"/>
                  </a:cubicBezTo>
                  <a:cubicBezTo>
                    <a:pt x="823" y="1008"/>
                    <a:pt x="867" y="1021"/>
                    <a:pt x="911" y="1021"/>
                  </a:cubicBezTo>
                  <a:cubicBezTo>
                    <a:pt x="981" y="1021"/>
                    <a:pt x="1049" y="988"/>
                    <a:pt x="1093" y="929"/>
                  </a:cubicBezTo>
                  <a:cubicBezTo>
                    <a:pt x="1163" y="830"/>
                    <a:pt x="1141" y="691"/>
                    <a:pt x="1042" y="620"/>
                  </a:cubicBezTo>
                  <a:cubicBezTo>
                    <a:pt x="822" y="467"/>
                    <a:pt x="606" y="279"/>
                    <a:pt x="403" y="67"/>
                  </a:cubicBezTo>
                  <a:cubicBezTo>
                    <a:pt x="360" y="23"/>
                    <a:pt x="302" y="0"/>
                    <a:pt x="244"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6"/>
            <p:cNvSpPr/>
            <p:nvPr/>
          </p:nvSpPr>
          <p:spPr>
            <a:xfrm>
              <a:off x="7916125" y="2623613"/>
              <a:ext cx="32525" cy="20750"/>
            </a:xfrm>
            <a:custGeom>
              <a:rect b="b" l="l" r="r" t="t"/>
              <a:pathLst>
                <a:path extrusionOk="0" h="830" w="1301">
                  <a:moveTo>
                    <a:pt x="1047" y="1"/>
                  </a:moveTo>
                  <a:cubicBezTo>
                    <a:pt x="1015" y="1"/>
                    <a:pt x="983" y="8"/>
                    <a:pt x="953" y="22"/>
                  </a:cubicBezTo>
                  <a:cubicBezTo>
                    <a:pt x="685" y="151"/>
                    <a:pt x="420" y="281"/>
                    <a:pt x="153" y="411"/>
                  </a:cubicBezTo>
                  <a:cubicBezTo>
                    <a:pt x="44" y="466"/>
                    <a:pt x="0" y="600"/>
                    <a:pt x="54" y="707"/>
                  </a:cubicBezTo>
                  <a:cubicBezTo>
                    <a:pt x="94" y="785"/>
                    <a:pt x="172" y="829"/>
                    <a:pt x="253" y="829"/>
                  </a:cubicBezTo>
                  <a:cubicBezTo>
                    <a:pt x="287" y="829"/>
                    <a:pt x="321" y="822"/>
                    <a:pt x="352" y="807"/>
                  </a:cubicBezTo>
                  <a:cubicBezTo>
                    <a:pt x="614" y="676"/>
                    <a:pt x="881" y="549"/>
                    <a:pt x="1145" y="422"/>
                  </a:cubicBezTo>
                  <a:cubicBezTo>
                    <a:pt x="1252" y="371"/>
                    <a:pt x="1301" y="239"/>
                    <a:pt x="1248" y="127"/>
                  </a:cubicBezTo>
                  <a:cubicBezTo>
                    <a:pt x="1210" y="48"/>
                    <a:pt x="1130" y="1"/>
                    <a:pt x="104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6"/>
            <p:cNvSpPr/>
            <p:nvPr/>
          </p:nvSpPr>
          <p:spPr>
            <a:xfrm>
              <a:off x="7857650" y="2653813"/>
              <a:ext cx="31825" cy="21925"/>
            </a:xfrm>
            <a:custGeom>
              <a:rect b="b" l="l" r="r" t="t"/>
              <a:pathLst>
                <a:path extrusionOk="0" h="877" w="1273">
                  <a:moveTo>
                    <a:pt x="1023" y="1"/>
                  </a:moveTo>
                  <a:cubicBezTo>
                    <a:pt x="987" y="1"/>
                    <a:pt x="950" y="9"/>
                    <a:pt x="917" y="28"/>
                  </a:cubicBezTo>
                  <a:cubicBezTo>
                    <a:pt x="659" y="172"/>
                    <a:pt x="399" y="316"/>
                    <a:pt x="143" y="465"/>
                  </a:cubicBezTo>
                  <a:cubicBezTo>
                    <a:pt x="36" y="526"/>
                    <a:pt x="1" y="662"/>
                    <a:pt x="60" y="767"/>
                  </a:cubicBezTo>
                  <a:cubicBezTo>
                    <a:pt x="101" y="838"/>
                    <a:pt x="177" y="876"/>
                    <a:pt x="252" y="876"/>
                  </a:cubicBezTo>
                  <a:cubicBezTo>
                    <a:pt x="290" y="876"/>
                    <a:pt x="328" y="868"/>
                    <a:pt x="362" y="847"/>
                  </a:cubicBezTo>
                  <a:cubicBezTo>
                    <a:pt x="615" y="699"/>
                    <a:pt x="873" y="556"/>
                    <a:pt x="1128" y="414"/>
                  </a:cubicBezTo>
                  <a:cubicBezTo>
                    <a:pt x="1235" y="356"/>
                    <a:pt x="1273" y="221"/>
                    <a:pt x="1215" y="113"/>
                  </a:cubicBezTo>
                  <a:cubicBezTo>
                    <a:pt x="1176" y="42"/>
                    <a:pt x="1100" y="1"/>
                    <a:pt x="102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6"/>
            <p:cNvSpPr/>
            <p:nvPr/>
          </p:nvSpPr>
          <p:spPr>
            <a:xfrm>
              <a:off x="7739075" y="3225663"/>
              <a:ext cx="22525" cy="30775"/>
            </a:xfrm>
            <a:custGeom>
              <a:rect b="b" l="l" r="r" t="t"/>
              <a:pathLst>
                <a:path extrusionOk="0" h="1231" w="901">
                  <a:moveTo>
                    <a:pt x="651" y="0"/>
                  </a:moveTo>
                  <a:cubicBezTo>
                    <a:pt x="561" y="0"/>
                    <a:pt x="478" y="55"/>
                    <a:pt x="443" y="145"/>
                  </a:cubicBezTo>
                  <a:cubicBezTo>
                    <a:pt x="343" y="414"/>
                    <a:pt x="217" y="662"/>
                    <a:pt x="67" y="888"/>
                  </a:cubicBezTo>
                  <a:cubicBezTo>
                    <a:pt x="0" y="988"/>
                    <a:pt x="27" y="1127"/>
                    <a:pt x="129" y="1194"/>
                  </a:cubicBezTo>
                  <a:cubicBezTo>
                    <a:pt x="166" y="1220"/>
                    <a:pt x="209" y="1231"/>
                    <a:pt x="251" y="1231"/>
                  </a:cubicBezTo>
                  <a:cubicBezTo>
                    <a:pt x="322" y="1231"/>
                    <a:pt x="393" y="1198"/>
                    <a:pt x="436" y="1132"/>
                  </a:cubicBezTo>
                  <a:cubicBezTo>
                    <a:pt x="604" y="881"/>
                    <a:pt x="746" y="598"/>
                    <a:pt x="858" y="299"/>
                  </a:cubicBezTo>
                  <a:cubicBezTo>
                    <a:pt x="901" y="184"/>
                    <a:pt x="844" y="57"/>
                    <a:pt x="729" y="14"/>
                  </a:cubicBezTo>
                  <a:cubicBezTo>
                    <a:pt x="703" y="5"/>
                    <a:pt x="677" y="0"/>
                    <a:pt x="651"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6"/>
            <p:cNvSpPr/>
            <p:nvPr/>
          </p:nvSpPr>
          <p:spPr>
            <a:xfrm>
              <a:off x="7753450" y="3160238"/>
              <a:ext cx="14250" cy="33025"/>
            </a:xfrm>
            <a:custGeom>
              <a:rect b="b" l="l" r="r" t="t"/>
              <a:pathLst>
                <a:path extrusionOk="0" h="1321" w="570">
                  <a:moveTo>
                    <a:pt x="239" y="1"/>
                  </a:moveTo>
                  <a:cubicBezTo>
                    <a:pt x="226" y="1"/>
                    <a:pt x="212" y="2"/>
                    <a:pt x="198" y="5"/>
                  </a:cubicBezTo>
                  <a:cubicBezTo>
                    <a:pt x="78" y="30"/>
                    <a:pt x="1" y="147"/>
                    <a:pt x="24" y="266"/>
                  </a:cubicBezTo>
                  <a:cubicBezTo>
                    <a:pt x="80" y="544"/>
                    <a:pt x="114" y="827"/>
                    <a:pt x="123" y="1105"/>
                  </a:cubicBezTo>
                  <a:cubicBezTo>
                    <a:pt x="127" y="1227"/>
                    <a:pt x="226" y="1321"/>
                    <a:pt x="346" y="1321"/>
                  </a:cubicBezTo>
                  <a:lnTo>
                    <a:pt x="353" y="1321"/>
                  </a:lnTo>
                  <a:cubicBezTo>
                    <a:pt x="475" y="1317"/>
                    <a:pt x="570" y="1214"/>
                    <a:pt x="567" y="1091"/>
                  </a:cubicBezTo>
                  <a:cubicBezTo>
                    <a:pt x="555" y="786"/>
                    <a:pt x="520" y="480"/>
                    <a:pt x="459" y="176"/>
                  </a:cubicBezTo>
                  <a:cubicBezTo>
                    <a:pt x="438" y="73"/>
                    <a:pt x="342" y="1"/>
                    <a:pt x="239"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6"/>
            <p:cNvSpPr/>
            <p:nvPr/>
          </p:nvSpPr>
          <p:spPr>
            <a:xfrm>
              <a:off x="7748675" y="2726138"/>
              <a:ext cx="29675" cy="24925"/>
            </a:xfrm>
            <a:custGeom>
              <a:rect b="b" l="l" r="r" t="t"/>
              <a:pathLst>
                <a:path extrusionOk="0" h="997" w="1187">
                  <a:moveTo>
                    <a:pt x="937" y="0"/>
                  </a:moveTo>
                  <a:cubicBezTo>
                    <a:pt x="889" y="0"/>
                    <a:pt x="841" y="16"/>
                    <a:pt x="802" y="47"/>
                  </a:cubicBezTo>
                  <a:cubicBezTo>
                    <a:pt x="568" y="230"/>
                    <a:pt x="335" y="415"/>
                    <a:pt x="107" y="605"/>
                  </a:cubicBezTo>
                  <a:cubicBezTo>
                    <a:pt x="13" y="683"/>
                    <a:pt x="1" y="824"/>
                    <a:pt x="79" y="917"/>
                  </a:cubicBezTo>
                  <a:cubicBezTo>
                    <a:pt x="122" y="971"/>
                    <a:pt x="185" y="997"/>
                    <a:pt x="249" y="997"/>
                  </a:cubicBezTo>
                  <a:cubicBezTo>
                    <a:pt x="298" y="997"/>
                    <a:pt x="349" y="981"/>
                    <a:pt x="390" y="946"/>
                  </a:cubicBezTo>
                  <a:cubicBezTo>
                    <a:pt x="616" y="759"/>
                    <a:pt x="843" y="576"/>
                    <a:pt x="1073" y="394"/>
                  </a:cubicBezTo>
                  <a:cubicBezTo>
                    <a:pt x="1169" y="320"/>
                    <a:pt x="1186" y="180"/>
                    <a:pt x="1112" y="85"/>
                  </a:cubicBezTo>
                  <a:cubicBezTo>
                    <a:pt x="1068" y="29"/>
                    <a:pt x="1002" y="0"/>
                    <a:pt x="937"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6"/>
            <p:cNvSpPr/>
            <p:nvPr/>
          </p:nvSpPr>
          <p:spPr>
            <a:xfrm>
              <a:off x="7801525" y="2687788"/>
              <a:ext cx="31025" cy="23375"/>
            </a:xfrm>
            <a:custGeom>
              <a:rect b="b" l="l" r="r" t="t"/>
              <a:pathLst>
                <a:path extrusionOk="0" h="935" w="1241">
                  <a:moveTo>
                    <a:pt x="988" y="0"/>
                  </a:moveTo>
                  <a:cubicBezTo>
                    <a:pt x="947" y="0"/>
                    <a:pt x="906" y="11"/>
                    <a:pt x="869" y="35"/>
                  </a:cubicBezTo>
                  <a:cubicBezTo>
                    <a:pt x="618" y="197"/>
                    <a:pt x="372" y="361"/>
                    <a:pt x="127" y="530"/>
                  </a:cubicBezTo>
                  <a:cubicBezTo>
                    <a:pt x="26" y="599"/>
                    <a:pt x="1" y="737"/>
                    <a:pt x="70" y="839"/>
                  </a:cubicBezTo>
                  <a:cubicBezTo>
                    <a:pt x="113" y="900"/>
                    <a:pt x="182" y="934"/>
                    <a:pt x="253" y="934"/>
                  </a:cubicBezTo>
                  <a:cubicBezTo>
                    <a:pt x="296" y="934"/>
                    <a:pt x="340" y="921"/>
                    <a:pt x="380" y="896"/>
                  </a:cubicBezTo>
                  <a:cubicBezTo>
                    <a:pt x="621" y="730"/>
                    <a:pt x="863" y="567"/>
                    <a:pt x="1110" y="408"/>
                  </a:cubicBezTo>
                  <a:cubicBezTo>
                    <a:pt x="1212" y="340"/>
                    <a:pt x="1240" y="204"/>
                    <a:pt x="1175" y="102"/>
                  </a:cubicBezTo>
                  <a:cubicBezTo>
                    <a:pt x="1132" y="35"/>
                    <a:pt x="1060" y="0"/>
                    <a:pt x="98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6"/>
            <p:cNvSpPr/>
            <p:nvPr/>
          </p:nvSpPr>
          <p:spPr>
            <a:xfrm>
              <a:off x="7134250" y="3433088"/>
              <a:ext cx="11900" cy="33175"/>
            </a:xfrm>
            <a:custGeom>
              <a:rect b="b" l="l" r="r" t="t"/>
              <a:pathLst>
                <a:path extrusionOk="0" h="1327" w="476">
                  <a:moveTo>
                    <a:pt x="248" y="0"/>
                  </a:moveTo>
                  <a:cubicBezTo>
                    <a:pt x="132" y="0"/>
                    <a:pt x="34" y="90"/>
                    <a:pt x="27" y="209"/>
                  </a:cubicBezTo>
                  <a:cubicBezTo>
                    <a:pt x="10" y="507"/>
                    <a:pt x="2" y="804"/>
                    <a:pt x="0" y="1105"/>
                  </a:cubicBezTo>
                  <a:cubicBezTo>
                    <a:pt x="0" y="1227"/>
                    <a:pt x="100" y="1326"/>
                    <a:pt x="222" y="1326"/>
                  </a:cubicBezTo>
                  <a:cubicBezTo>
                    <a:pt x="343" y="1326"/>
                    <a:pt x="443" y="1227"/>
                    <a:pt x="443" y="1106"/>
                  </a:cubicBezTo>
                  <a:cubicBezTo>
                    <a:pt x="446" y="816"/>
                    <a:pt x="454" y="524"/>
                    <a:pt x="468" y="233"/>
                  </a:cubicBezTo>
                  <a:cubicBezTo>
                    <a:pt x="475" y="109"/>
                    <a:pt x="382" y="6"/>
                    <a:pt x="258" y="0"/>
                  </a:cubicBezTo>
                  <a:cubicBezTo>
                    <a:pt x="255" y="0"/>
                    <a:pt x="251" y="0"/>
                    <a:pt x="24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6"/>
            <p:cNvSpPr/>
            <p:nvPr/>
          </p:nvSpPr>
          <p:spPr>
            <a:xfrm>
              <a:off x="7166850" y="3627788"/>
              <a:ext cx="21475" cy="31375"/>
            </a:xfrm>
            <a:custGeom>
              <a:rect b="b" l="l" r="r" t="t"/>
              <a:pathLst>
                <a:path extrusionOk="0" h="1255" w="859">
                  <a:moveTo>
                    <a:pt x="252" y="0"/>
                  </a:moveTo>
                  <a:cubicBezTo>
                    <a:pt x="224" y="0"/>
                    <a:pt x="195" y="6"/>
                    <a:pt x="167" y="18"/>
                  </a:cubicBezTo>
                  <a:cubicBezTo>
                    <a:pt x="53" y="63"/>
                    <a:pt x="1" y="192"/>
                    <a:pt x="46" y="305"/>
                  </a:cubicBezTo>
                  <a:cubicBezTo>
                    <a:pt x="160" y="582"/>
                    <a:pt x="280" y="856"/>
                    <a:pt x="407" y="1126"/>
                  </a:cubicBezTo>
                  <a:cubicBezTo>
                    <a:pt x="443" y="1206"/>
                    <a:pt x="524" y="1254"/>
                    <a:pt x="606" y="1254"/>
                  </a:cubicBezTo>
                  <a:cubicBezTo>
                    <a:pt x="639" y="1254"/>
                    <a:pt x="670" y="1247"/>
                    <a:pt x="700" y="1233"/>
                  </a:cubicBezTo>
                  <a:cubicBezTo>
                    <a:pt x="811" y="1182"/>
                    <a:pt x="859" y="1048"/>
                    <a:pt x="806" y="939"/>
                  </a:cubicBezTo>
                  <a:cubicBezTo>
                    <a:pt x="684" y="674"/>
                    <a:pt x="568" y="407"/>
                    <a:pt x="456" y="138"/>
                  </a:cubicBezTo>
                  <a:cubicBezTo>
                    <a:pt x="421" y="53"/>
                    <a:pt x="339" y="0"/>
                    <a:pt x="25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6"/>
            <p:cNvSpPr/>
            <p:nvPr/>
          </p:nvSpPr>
          <p:spPr>
            <a:xfrm>
              <a:off x="7139075" y="3367263"/>
              <a:ext cx="15875" cy="32875"/>
            </a:xfrm>
            <a:custGeom>
              <a:rect b="b" l="l" r="r" t="t"/>
              <a:pathLst>
                <a:path extrusionOk="0" h="1315" w="635">
                  <a:moveTo>
                    <a:pt x="396" y="0"/>
                  </a:moveTo>
                  <a:cubicBezTo>
                    <a:pt x="293" y="0"/>
                    <a:pt x="197" y="70"/>
                    <a:pt x="177" y="176"/>
                  </a:cubicBezTo>
                  <a:cubicBezTo>
                    <a:pt x="116" y="468"/>
                    <a:pt x="64" y="763"/>
                    <a:pt x="17" y="1056"/>
                  </a:cubicBezTo>
                  <a:cubicBezTo>
                    <a:pt x="0" y="1181"/>
                    <a:pt x="84" y="1295"/>
                    <a:pt x="204" y="1313"/>
                  </a:cubicBezTo>
                  <a:cubicBezTo>
                    <a:pt x="214" y="1314"/>
                    <a:pt x="227" y="1314"/>
                    <a:pt x="237" y="1314"/>
                  </a:cubicBezTo>
                  <a:cubicBezTo>
                    <a:pt x="343" y="1314"/>
                    <a:pt x="440" y="1236"/>
                    <a:pt x="455" y="1126"/>
                  </a:cubicBezTo>
                  <a:cubicBezTo>
                    <a:pt x="499" y="839"/>
                    <a:pt x="552" y="551"/>
                    <a:pt x="610" y="266"/>
                  </a:cubicBezTo>
                  <a:cubicBezTo>
                    <a:pt x="634" y="147"/>
                    <a:pt x="559" y="31"/>
                    <a:pt x="438" y="4"/>
                  </a:cubicBezTo>
                  <a:cubicBezTo>
                    <a:pt x="424" y="1"/>
                    <a:pt x="410" y="0"/>
                    <a:pt x="39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6"/>
            <p:cNvSpPr/>
            <p:nvPr/>
          </p:nvSpPr>
          <p:spPr>
            <a:xfrm>
              <a:off x="7146625" y="3564713"/>
              <a:ext cx="18125" cy="32425"/>
            </a:xfrm>
            <a:custGeom>
              <a:rect b="b" l="l" r="r" t="t"/>
              <a:pathLst>
                <a:path extrusionOk="0" h="1297" w="725">
                  <a:moveTo>
                    <a:pt x="243" y="0"/>
                  </a:moveTo>
                  <a:cubicBezTo>
                    <a:pt x="225" y="0"/>
                    <a:pt x="208" y="2"/>
                    <a:pt x="190" y="6"/>
                  </a:cubicBezTo>
                  <a:cubicBezTo>
                    <a:pt x="73" y="35"/>
                    <a:pt x="0" y="155"/>
                    <a:pt x="30" y="274"/>
                  </a:cubicBezTo>
                  <a:cubicBezTo>
                    <a:pt x="101" y="565"/>
                    <a:pt x="179" y="853"/>
                    <a:pt x="264" y="1139"/>
                  </a:cubicBezTo>
                  <a:cubicBezTo>
                    <a:pt x="292" y="1236"/>
                    <a:pt x="380" y="1297"/>
                    <a:pt x="477" y="1297"/>
                  </a:cubicBezTo>
                  <a:cubicBezTo>
                    <a:pt x="498" y="1297"/>
                    <a:pt x="519" y="1294"/>
                    <a:pt x="541" y="1288"/>
                  </a:cubicBezTo>
                  <a:cubicBezTo>
                    <a:pt x="657" y="1253"/>
                    <a:pt x="725" y="1131"/>
                    <a:pt x="689" y="1013"/>
                  </a:cubicBezTo>
                  <a:cubicBezTo>
                    <a:pt x="604" y="734"/>
                    <a:pt x="528" y="453"/>
                    <a:pt x="458" y="169"/>
                  </a:cubicBezTo>
                  <a:cubicBezTo>
                    <a:pt x="434" y="69"/>
                    <a:pt x="344" y="0"/>
                    <a:pt x="24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6"/>
            <p:cNvSpPr/>
            <p:nvPr/>
          </p:nvSpPr>
          <p:spPr>
            <a:xfrm>
              <a:off x="7135975" y="3499338"/>
              <a:ext cx="14275" cy="33025"/>
            </a:xfrm>
            <a:custGeom>
              <a:rect b="b" l="l" r="r" t="t"/>
              <a:pathLst>
                <a:path extrusionOk="0" h="1321" w="571">
                  <a:moveTo>
                    <a:pt x="235" y="1"/>
                  </a:moveTo>
                  <a:cubicBezTo>
                    <a:pt x="227" y="1"/>
                    <a:pt x="219" y="1"/>
                    <a:pt x="211" y="2"/>
                  </a:cubicBezTo>
                  <a:cubicBezTo>
                    <a:pt x="89" y="12"/>
                    <a:pt x="1" y="121"/>
                    <a:pt x="11" y="243"/>
                  </a:cubicBezTo>
                  <a:cubicBezTo>
                    <a:pt x="39" y="541"/>
                    <a:pt x="75" y="837"/>
                    <a:pt x="116" y="1131"/>
                  </a:cubicBezTo>
                  <a:cubicBezTo>
                    <a:pt x="131" y="1242"/>
                    <a:pt x="225" y="1321"/>
                    <a:pt x="334" y="1321"/>
                  </a:cubicBezTo>
                  <a:cubicBezTo>
                    <a:pt x="344" y="1321"/>
                    <a:pt x="355" y="1321"/>
                    <a:pt x="365" y="1320"/>
                  </a:cubicBezTo>
                  <a:cubicBezTo>
                    <a:pt x="487" y="1303"/>
                    <a:pt x="571" y="1192"/>
                    <a:pt x="555" y="1069"/>
                  </a:cubicBezTo>
                  <a:cubicBezTo>
                    <a:pt x="514" y="781"/>
                    <a:pt x="480" y="491"/>
                    <a:pt x="452" y="201"/>
                  </a:cubicBezTo>
                  <a:cubicBezTo>
                    <a:pt x="441" y="88"/>
                    <a:pt x="344" y="1"/>
                    <a:pt x="235"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6"/>
            <p:cNvSpPr/>
            <p:nvPr/>
          </p:nvSpPr>
          <p:spPr>
            <a:xfrm>
              <a:off x="7196600" y="3687013"/>
              <a:ext cx="24600" cy="29600"/>
            </a:xfrm>
            <a:custGeom>
              <a:rect b="b" l="l" r="r" t="t"/>
              <a:pathLst>
                <a:path extrusionOk="0" h="1184" w="984">
                  <a:moveTo>
                    <a:pt x="253" y="0"/>
                  </a:moveTo>
                  <a:cubicBezTo>
                    <a:pt x="214" y="0"/>
                    <a:pt x="174" y="10"/>
                    <a:pt x="138" y="32"/>
                  </a:cubicBezTo>
                  <a:cubicBezTo>
                    <a:pt x="33" y="96"/>
                    <a:pt x="1" y="231"/>
                    <a:pt x="63" y="336"/>
                  </a:cubicBezTo>
                  <a:cubicBezTo>
                    <a:pt x="219" y="591"/>
                    <a:pt x="381" y="842"/>
                    <a:pt x="550" y="1089"/>
                  </a:cubicBezTo>
                  <a:cubicBezTo>
                    <a:pt x="592" y="1151"/>
                    <a:pt x="662" y="1184"/>
                    <a:pt x="732" y="1184"/>
                  </a:cubicBezTo>
                  <a:cubicBezTo>
                    <a:pt x="775" y="1184"/>
                    <a:pt x="819" y="1172"/>
                    <a:pt x="856" y="1146"/>
                  </a:cubicBezTo>
                  <a:cubicBezTo>
                    <a:pt x="957" y="1076"/>
                    <a:pt x="983" y="940"/>
                    <a:pt x="914" y="839"/>
                  </a:cubicBezTo>
                  <a:cubicBezTo>
                    <a:pt x="752" y="600"/>
                    <a:pt x="594" y="354"/>
                    <a:pt x="443" y="106"/>
                  </a:cubicBezTo>
                  <a:cubicBezTo>
                    <a:pt x="401" y="38"/>
                    <a:pt x="328" y="0"/>
                    <a:pt x="25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6"/>
            <p:cNvSpPr/>
            <p:nvPr/>
          </p:nvSpPr>
          <p:spPr>
            <a:xfrm>
              <a:off x="7361150" y="3065363"/>
              <a:ext cx="32175" cy="21275"/>
            </a:xfrm>
            <a:custGeom>
              <a:rect b="b" l="l" r="r" t="t"/>
              <a:pathLst>
                <a:path extrusionOk="0" h="851" w="1287">
                  <a:moveTo>
                    <a:pt x="1038" y="0"/>
                  </a:moveTo>
                  <a:cubicBezTo>
                    <a:pt x="1005" y="0"/>
                    <a:pt x="971" y="8"/>
                    <a:pt x="939" y="23"/>
                  </a:cubicBezTo>
                  <a:cubicBezTo>
                    <a:pt x="672" y="154"/>
                    <a:pt x="407" y="291"/>
                    <a:pt x="145" y="436"/>
                  </a:cubicBezTo>
                  <a:cubicBezTo>
                    <a:pt x="38" y="494"/>
                    <a:pt x="0" y="629"/>
                    <a:pt x="58" y="737"/>
                  </a:cubicBezTo>
                  <a:cubicBezTo>
                    <a:pt x="99" y="810"/>
                    <a:pt x="173" y="850"/>
                    <a:pt x="251" y="850"/>
                  </a:cubicBezTo>
                  <a:cubicBezTo>
                    <a:pt x="287" y="850"/>
                    <a:pt x="325" y="842"/>
                    <a:pt x="358" y="822"/>
                  </a:cubicBezTo>
                  <a:cubicBezTo>
                    <a:pt x="613" y="680"/>
                    <a:pt x="872" y="545"/>
                    <a:pt x="1133" y="418"/>
                  </a:cubicBezTo>
                  <a:cubicBezTo>
                    <a:pt x="1242" y="365"/>
                    <a:pt x="1286" y="232"/>
                    <a:pt x="1234" y="123"/>
                  </a:cubicBezTo>
                  <a:cubicBezTo>
                    <a:pt x="1198" y="45"/>
                    <a:pt x="1120" y="0"/>
                    <a:pt x="103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6"/>
            <p:cNvSpPr/>
            <p:nvPr/>
          </p:nvSpPr>
          <p:spPr>
            <a:xfrm>
              <a:off x="7421475" y="3040813"/>
              <a:ext cx="33425" cy="18225"/>
            </a:xfrm>
            <a:custGeom>
              <a:rect b="b" l="l" r="r" t="t"/>
              <a:pathLst>
                <a:path extrusionOk="0" h="729" w="1337">
                  <a:moveTo>
                    <a:pt x="1086" y="0"/>
                  </a:moveTo>
                  <a:cubicBezTo>
                    <a:pt x="1065" y="0"/>
                    <a:pt x="1043" y="3"/>
                    <a:pt x="1022" y="10"/>
                  </a:cubicBezTo>
                  <a:cubicBezTo>
                    <a:pt x="737" y="99"/>
                    <a:pt x="455" y="194"/>
                    <a:pt x="175" y="299"/>
                  </a:cubicBezTo>
                  <a:cubicBezTo>
                    <a:pt x="60" y="342"/>
                    <a:pt x="1" y="469"/>
                    <a:pt x="43" y="583"/>
                  </a:cubicBezTo>
                  <a:cubicBezTo>
                    <a:pt x="77" y="672"/>
                    <a:pt x="161" y="729"/>
                    <a:pt x="252" y="729"/>
                  </a:cubicBezTo>
                  <a:cubicBezTo>
                    <a:pt x="276" y="729"/>
                    <a:pt x="303" y="725"/>
                    <a:pt x="327" y="715"/>
                  </a:cubicBezTo>
                  <a:cubicBezTo>
                    <a:pt x="601" y="613"/>
                    <a:pt x="876" y="519"/>
                    <a:pt x="1154" y="432"/>
                  </a:cubicBezTo>
                  <a:cubicBezTo>
                    <a:pt x="1270" y="397"/>
                    <a:pt x="1337" y="272"/>
                    <a:pt x="1298" y="156"/>
                  </a:cubicBezTo>
                  <a:cubicBezTo>
                    <a:pt x="1269" y="62"/>
                    <a:pt x="1182" y="0"/>
                    <a:pt x="108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6"/>
            <p:cNvSpPr/>
            <p:nvPr/>
          </p:nvSpPr>
          <p:spPr>
            <a:xfrm>
              <a:off x="7256275" y="3140363"/>
              <a:ext cx="28000" cy="26500"/>
            </a:xfrm>
            <a:custGeom>
              <a:rect b="b" l="l" r="r" t="t"/>
              <a:pathLst>
                <a:path extrusionOk="0" h="1060" w="1120">
                  <a:moveTo>
                    <a:pt x="876" y="0"/>
                  </a:moveTo>
                  <a:cubicBezTo>
                    <a:pt x="822" y="0"/>
                    <a:pt x="768" y="20"/>
                    <a:pt x="725" y="60"/>
                  </a:cubicBezTo>
                  <a:cubicBezTo>
                    <a:pt x="508" y="264"/>
                    <a:pt x="294" y="471"/>
                    <a:pt x="86" y="685"/>
                  </a:cubicBezTo>
                  <a:cubicBezTo>
                    <a:pt x="0" y="771"/>
                    <a:pt x="2" y="912"/>
                    <a:pt x="90" y="997"/>
                  </a:cubicBezTo>
                  <a:cubicBezTo>
                    <a:pt x="132" y="1039"/>
                    <a:pt x="189" y="1059"/>
                    <a:pt x="244" y="1059"/>
                  </a:cubicBezTo>
                  <a:cubicBezTo>
                    <a:pt x="301" y="1059"/>
                    <a:pt x="359" y="1037"/>
                    <a:pt x="402" y="991"/>
                  </a:cubicBezTo>
                  <a:cubicBezTo>
                    <a:pt x="606" y="783"/>
                    <a:pt x="813" y="579"/>
                    <a:pt x="1026" y="381"/>
                  </a:cubicBezTo>
                  <a:cubicBezTo>
                    <a:pt x="1114" y="299"/>
                    <a:pt x="1119" y="159"/>
                    <a:pt x="1036" y="69"/>
                  </a:cubicBezTo>
                  <a:cubicBezTo>
                    <a:pt x="993" y="24"/>
                    <a:pt x="935" y="0"/>
                    <a:pt x="87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6"/>
            <p:cNvSpPr/>
            <p:nvPr/>
          </p:nvSpPr>
          <p:spPr>
            <a:xfrm>
              <a:off x="7213475" y="3188963"/>
              <a:ext cx="25850" cy="28675"/>
            </a:xfrm>
            <a:custGeom>
              <a:rect b="b" l="l" r="r" t="t"/>
              <a:pathLst>
                <a:path extrusionOk="0" h="1147" w="1034">
                  <a:moveTo>
                    <a:pt x="785" y="0"/>
                  </a:moveTo>
                  <a:cubicBezTo>
                    <a:pt x="720" y="0"/>
                    <a:pt x="656" y="28"/>
                    <a:pt x="612" y="82"/>
                  </a:cubicBezTo>
                  <a:cubicBezTo>
                    <a:pt x="426" y="316"/>
                    <a:pt x="245" y="555"/>
                    <a:pt x="72" y="796"/>
                  </a:cubicBezTo>
                  <a:cubicBezTo>
                    <a:pt x="1" y="895"/>
                    <a:pt x="22" y="1033"/>
                    <a:pt x="121" y="1104"/>
                  </a:cubicBezTo>
                  <a:cubicBezTo>
                    <a:pt x="160" y="1132"/>
                    <a:pt x="206" y="1146"/>
                    <a:pt x="250" y="1146"/>
                  </a:cubicBezTo>
                  <a:cubicBezTo>
                    <a:pt x="320" y="1146"/>
                    <a:pt x="386" y="1115"/>
                    <a:pt x="429" y="1054"/>
                  </a:cubicBezTo>
                  <a:cubicBezTo>
                    <a:pt x="599" y="818"/>
                    <a:pt x="776" y="586"/>
                    <a:pt x="958" y="358"/>
                  </a:cubicBezTo>
                  <a:cubicBezTo>
                    <a:pt x="1033" y="263"/>
                    <a:pt x="1018" y="124"/>
                    <a:pt x="923" y="47"/>
                  </a:cubicBezTo>
                  <a:cubicBezTo>
                    <a:pt x="881" y="16"/>
                    <a:pt x="833" y="0"/>
                    <a:pt x="785"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6"/>
            <p:cNvSpPr/>
            <p:nvPr/>
          </p:nvSpPr>
          <p:spPr>
            <a:xfrm>
              <a:off x="7305725" y="3098838"/>
              <a:ext cx="30475" cy="24100"/>
            </a:xfrm>
            <a:custGeom>
              <a:rect b="b" l="l" r="r" t="t"/>
              <a:pathLst>
                <a:path extrusionOk="0" h="964" w="1219">
                  <a:moveTo>
                    <a:pt x="966" y="1"/>
                  </a:moveTo>
                  <a:cubicBezTo>
                    <a:pt x="923" y="1"/>
                    <a:pt x="880" y="14"/>
                    <a:pt x="842" y="40"/>
                  </a:cubicBezTo>
                  <a:cubicBezTo>
                    <a:pt x="596" y="210"/>
                    <a:pt x="354" y="383"/>
                    <a:pt x="117" y="566"/>
                  </a:cubicBezTo>
                  <a:cubicBezTo>
                    <a:pt x="19" y="640"/>
                    <a:pt x="1" y="779"/>
                    <a:pt x="76" y="877"/>
                  </a:cubicBezTo>
                  <a:cubicBezTo>
                    <a:pt x="120" y="934"/>
                    <a:pt x="185" y="963"/>
                    <a:pt x="252" y="963"/>
                  </a:cubicBezTo>
                  <a:cubicBezTo>
                    <a:pt x="298" y="963"/>
                    <a:pt x="345" y="949"/>
                    <a:pt x="386" y="918"/>
                  </a:cubicBezTo>
                  <a:cubicBezTo>
                    <a:pt x="618" y="741"/>
                    <a:pt x="854" y="570"/>
                    <a:pt x="1093" y="403"/>
                  </a:cubicBezTo>
                  <a:cubicBezTo>
                    <a:pt x="1195" y="334"/>
                    <a:pt x="1219" y="196"/>
                    <a:pt x="1149" y="95"/>
                  </a:cubicBezTo>
                  <a:cubicBezTo>
                    <a:pt x="1106" y="34"/>
                    <a:pt x="1036" y="1"/>
                    <a:pt x="966"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6"/>
            <p:cNvSpPr/>
            <p:nvPr/>
          </p:nvSpPr>
          <p:spPr>
            <a:xfrm>
              <a:off x="7594625" y="2931538"/>
              <a:ext cx="20450" cy="31725"/>
            </a:xfrm>
            <a:custGeom>
              <a:rect b="b" l="l" r="r" t="t"/>
              <a:pathLst>
                <a:path extrusionOk="0" h="1269" w="818">
                  <a:moveTo>
                    <a:pt x="567" y="1"/>
                  </a:moveTo>
                  <a:cubicBezTo>
                    <a:pt x="481" y="1"/>
                    <a:pt x="397" y="52"/>
                    <a:pt x="361" y="138"/>
                  </a:cubicBezTo>
                  <a:cubicBezTo>
                    <a:pt x="248" y="414"/>
                    <a:pt x="141" y="692"/>
                    <a:pt x="42" y="975"/>
                  </a:cubicBezTo>
                  <a:cubicBezTo>
                    <a:pt x="1" y="1089"/>
                    <a:pt x="62" y="1216"/>
                    <a:pt x="177" y="1257"/>
                  </a:cubicBezTo>
                  <a:cubicBezTo>
                    <a:pt x="201" y="1265"/>
                    <a:pt x="226" y="1268"/>
                    <a:pt x="249" y="1268"/>
                  </a:cubicBezTo>
                  <a:cubicBezTo>
                    <a:pt x="340" y="1268"/>
                    <a:pt x="426" y="1211"/>
                    <a:pt x="459" y="1121"/>
                  </a:cubicBezTo>
                  <a:cubicBezTo>
                    <a:pt x="555" y="847"/>
                    <a:pt x="659" y="575"/>
                    <a:pt x="771" y="305"/>
                  </a:cubicBezTo>
                  <a:cubicBezTo>
                    <a:pt x="818" y="193"/>
                    <a:pt x="764" y="63"/>
                    <a:pt x="650" y="17"/>
                  </a:cubicBezTo>
                  <a:cubicBezTo>
                    <a:pt x="623" y="6"/>
                    <a:pt x="595" y="1"/>
                    <a:pt x="56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6"/>
            <p:cNvSpPr/>
            <p:nvPr/>
          </p:nvSpPr>
          <p:spPr>
            <a:xfrm>
              <a:off x="7591475" y="3190563"/>
              <a:ext cx="21475" cy="31250"/>
            </a:xfrm>
            <a:custGeom>
              <a:rect b="b" l="l" r="r" t="t"/>
              <a:pathLst>
                <a:path extrusionOk="0" h="1250" w="859">
                  <a:moveTo>
                    <a:pt x="249" y="0"/>
                  </a:moveTo>
                  <a:cubicBezTo>
                    <a:pt x="224" y="0"/>
                    <a:pt x="199" y="5"/>
                    <a:pt x="174" y="14"/>
                  </a:cubicBezTo>
                  <a:cubicBezTo>
                    <a:pt x="57" y="57"/>
                    <a:pt x="1" y="184"/>
                    <a:pt x="42" y="298"/>
                  </a:cubicBezTo>
                  <a:lnTo>
                    <a:pt x="103" y="455"/>
                  </a:lnTo>
                  <a:cubicBezTo>
                    <a:pt x="191" y="684"/>
                    <a:pt x="297" y="910"/>
                    <a:pt x="412" y="1132"/>
                  </a:cubicBezTo>
                  <a:cubicBezTo>
                    <a:pt x="452" y="1207"/>
                    <a:pt x="530" y="1249"/>
                    <a:pt x="608" y="1249"/>
                  </a:cubicBezTo>
                  <a:cubicBezTo>
                    <a:pt x="643" y="1249"/>
                    <a:pt x="678" y="1241"/>
                    <a:pt x="710" y="1224"/>
                  </a:cubicBezTo>
                  <a:cubicBezTo>
                    <a:pt x="819" y="1167"/>
                    <a:pt x="859" y="1032"/>
                    <a:pt x="802" y="925"/>
                  </a:cubicBezTo>
                  <a:cubicBezTo>
                    <a:pt x="694" y="719"/>
                    <a:pt x="596" y="506"/>
                    <a:pt x="514" y="295"/>
                  </a:cubicBezTo>
                  <a:lnTo>
                    <a:pt x="457" y="145"/>
                  </a:lnTo>
                  <a:cubicBezTo>
                    <a:pt x="424" y="56"/>
                    <a:pt x="339" y="0"/>
                    <a:pt x="249"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6"/>
            <p:cNvSpPr/>
            <p:nvPr/>
          </p:nvSpPr>
          <p:spPr>
            <a:xfrm>
              <a:off x="7575500" y="3126338"/>
              <a:ext cx="15800" cy="32900"/>
            </a:xfrm>
            <a:custGeom>
              <a:rect b="b" l="l" r="r" t="t"/>
              <a:pathLst>
                <a:path extrusionOk="0" h="1316" w="632">
                  <a:moveTo>
                    <a:pt x="240" y="1"/>
                  </a:moveTo>
                  <a:cubicBezTo>
                    <a:pt x="229" y="1"/>
                    <a:pt x="217" y="2"/>
                    <a:pt x="206" y="4"/>
                  </a:cubicBezTo>
                  <a:cubicBezTo>
                    <a:pt x="85" y="21"/>
                    <a:pt x="0" y="133"/>
                    <a:pt x="18" y="253"/>
                  </a:cubicBezTo>
                  <a:cubicBezTo>
                    <a:pt x="58" y="550"/>
                    <a:pt x="112" y="847"/>
                    <a:pt x="173" y="1140"/>
                  </a:cubicBezTo>
                  <a:cubicBezTo>
                    <a:pt x="197" y="1245"/>
                    <a:pt x="287" y="1315"/>
                    <a:pt x="390" y="1315"/>
                  </a:cubicBezTo>
                  <a:cubicBezTo>
                    <a:pt x="406" y="1315"/>
                    <a:pt x="421" y="1314"/>
                    <a:pt x="437" y="1310"/>
                  </a:cubicBezTo>
                  <a:cubicBezTo>
                    <a:pt x="556" y="1284"/>
                    <a:pt x="631" y="1167"/>
                    <a:pt x="607" y="1047"/>
                  </a:cubicBezTo>
                  <a:cubicBezTo>
                    <a:pt x="546" y="765"/>
                    <a:pt x="496" y="479"/>
                    <a:pt x="455" y="191"/>
                  </a:cubicBezTo>
                  <a:cubicBezTo>
                    <a:pt x="440" y="82"/>
                    <a:pt x="346" y="1"/>
                    <a:pt x="2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6"/>
            <p:cNvSpPr/>
            <p:nvPr/>
          </p:nvSpPr>
          <p:spPr>
            <a:xfrm>
              <a:off x="7551850" y="2994588"/>
              <a:ext cx="42675" cy="40025"/>
            </a:xfrm>
            <a:custGeom>
              <a:rect b="b" l="l" r="r" t="t"/>
              <a:pathLst>
                <a:path extrusionOk="0" h="1601" w="1707">
                  <a:moveTo>
                    <a:pt x="1463" y="1"/>
                  </a:moveTo>
                  <a:cubicBezTo>
                    <a:pt x="1362" y="1"/>
                    <a:pt x="1272" y="70"/>
                    <a:pt x="1248" y="171"/>
                  </a:cubicBezTo>
                  <a:cubicBezTo>
                    <a:pt x="1179" y="465"/>
                    <a:pt x="1118" y="757"/>
                    <a:pt x="1067" y="1051"/>
                  </a:cubicBezTo>
                  <a:cubicBezTo>
                    <a:pt x="1060" y="1089"/>
                    <a:pt x="1062" y="1124"/>
                    <a:pt x="1074" y="1156"/>
                  </a:cubicBezTo>
                  <a:cubicBezTo>
                    <a:pt x="828" y="1141"/>
                    <a:pt x="584" y="1134"/>
                    <a:pt x="339" y="1134"/>
                  </a:cubicBezTo>
                  <a:lnTo>
                    <a:pt x="220" y="1134"/>
                  </a:lnTo>
                  <a:cubicBezTo>
                    <a:pt x="97" y="1136"/>
                    <a:pt x="0" y="1235"/>
                    <a:pt x="2" y="1358"/>
                  </a:cubicBezTo>
                  <a:cubicBezTo>
                    <a:pt x="3" y="1479"/>
                    <a:pt x="102" y="1575"/>
                    <a:pt x="223" y="1575"/>
                  </a:cubicBezTo>
                  <a:lnTo>
                    <a:pt x="338" y="1575"/>
                  </a:lnTo>
                  <a:cubicBezTo>
                    <a:pt x="590" y="1575"/>
                    <a:pt x="841" y="1582"/>
                    <a:pt x="1094" y="1601"/>
                  </a:cubicBezTo>
                  <a:lnTo>
                    <a:pt x="1108" y="1601"/>
                  </a:lnTo>
                  <a:cubicBezTo>
                    <a:pt x="1223" y="1601"/>
                    <a:pt x="1320" y="1510"/>
                    <a:pt x="1328" y="1394"/>
                  </a:cubicBezTo>
                  <a:cubicBezTo>
                    <a:pt x="1329" y="1363"/>
                    <a:pt x="1325" y="1334"/>
                    <a:pt x="1316" y="1309"/>
                  </a:cubicBezTo>
                  <a:cubicBezTo>
                    <a:pt x="1408" y="1294"/>
                    <a:pt x="1485" y="1225"/>
                    <a:pt x="1502" y="1127"/>
                  </a:cubicBezTo>
                  <a:cubicBezTo>
                    <a:pt x="1554" y="842"/>
                    <a:pt x="1613" y="557"/>
                    <a:pt x="1678" y="273"/>
                  </a:cubicBezTo>
                  <a:cubicBezTo>
                    <a:pt x="1706" y="154"/>
                    <a:pt x="1632" y="35"/>
                    <a:pt x="1513" y="7"/>
                  </a:cubicBezTo>
                  <a:cubicBezTo>
                    <a:pt x="1496" y="3"/>
                    <a:pt x="1479" y="1"/>
                    <a:pt x="146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6"/>
            <p:cNvSpPr/>
            <p:nvPr/>
          </p:nvSpPr>
          <p:spPr>
            <a:xfrm>
              <a:off x="7485900" y="3026263"/>
              <a:ext cx="33350" cy="14600"/>
            </a:xfrm>
            <a:custGeom>
              <a:rect b="b" l="l" r="r" t="t"/>
              <a:pathLst>
                <a:path extrusionOk="0" h="584" w="1334">
                  <a:moveTo>
                    <a:pt x="1096" y="0"/>
                  </a:moveTo>
                  <a:cubicBezTo>
                    <a:pt x="1086" y="0"/>
                    <a:pt x="1077" y="1"/>
                    <a:pt x="1067" y="2"/>
                  </a:cubicBezTo>
                  <a:cubicBezTo>
                    <a:pt x="780" y="40"/>
                    <a:pt x="494" y="88"/>
                    <a:pt x="210" y="145"/>
                  </a:cubicBezTo>
                  <a:lnTo>
                    <a:pt x="225" y="366"/>
                  </a:lnTo>
                  <a:lnTo>
                    <a:pt x="182" y="151"/>
                  </a:lnTo>
                  <a:cubicBezTo>
                    <a:pt x="61" y="174"/>
                    <a:pt x="0" y="287"/>
                    <a:pt x="23" y="408"/>
                  </a:cubicBezTo>
                  <a:cubicBezTo>
                    <a:pt x="43" y="512"/>
                    <a:pt x="147" y="583"/>
                    <a:pt x="253" y="583"/>
                  </a:cubicBezTo>
                  <a:cubicBezTo>
                    <a:pt x="270" y="583"/>
                    <a:pt x="284" y="582"/>
                    <a:pt x="298" y="581"/>
                  </a:cubicBezTo>
                  <a:cubicBezTo>
                    <a:pt x="572" y="527"/>
                    <a:pt x="849" y="478"/>
                    <a:pt x="1128" y="442"/>
                  </a:cubicBezTo>
                  <a:cubicBezTo>
                    <a:pt x="1248" y="426"/>
                    <a:pt x="1334" y="314"/>
                    <a:pt x="1316" y="192"/>
                  </a:cubicBezTo>
                  <a:cubicBezTo>
                    <a:pt x="1301" y="80"/>
                    <a:pt x="1204" y="0"/>
                    <a:pt x="109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6"/>
            <p:cNvSpPr/>
            <p:nvPr/>
          </p:nvSpPr>
          <p:spPr>
            <a:xfrm>
              <a:off x="7572700" y="3060188"/>
              <a:ext cx="11825" cy="33150"/>
            </a:xfrm>
            <a:custGeom>
              <a:rect b="b" l="l" r="r" t="t"/>
              <a:pathLst>
                <a:path extrusionOk="0" h="1326" w="473">
                  <a:moveTo>
                    <a:pt x="257" y="1"/>
                  </a:moveTo>
                  <a:cubicBezTo>
                    <a:pt x="129" y="1"/>
                    <a:pt x="30" y="89"/>
                    <a:pt x="23" y="209"/>
                  </a:cubicBezTo>
                  <a:cubicBezTo>
                    <a:pt x="7" y="480"/>
                    <a:pt x="0" y="751"/>
                    <a:pt x="0" y="1025"/>
                  </a:cubicBezTo>
                  <a:lnTo>
                    <a:pt x="0" y="1104"/>
                  </a:lnTo>
                  <a:cubicBezTo>
                    <a:pt x="0" y="1226"/>
                    <a:pt x="99" y="1325"/>
                    <a:pt x="221" y="1325"/>
                  </a:cubicBezTo>
                  <a:cubicBezTo>
                    <a:pt x="222" y="1325"/>
                    <a:pt x="223" y="1325"/>
                    <a:pt x="224" y="1325"/>
                  </a:cubicBezTo>
                  <a:cubicBezTo>
                    <a:pt x="346" y="1325"/>
                    <a:pt x="442" y="1226"/>
                    <a:pt x="442" y="1105"/>
                  </a:cubicBezTo>
                  <a:lnTo>
                    <a:pt x="442" y="1022"/>
                  </a:lnTo>
                  <a:cubicBezTo>
                    <a:pt x="442" y="759"/>
                    <a:pt x="450" y="497"/>
                    <a:pt x="465" y="235"/>
                  </a:cubicBezTo>
                  <a:cubicBezTo>
                    <a:pt x="472" y="113"/>
                    <a:pt x="379" y="8"/>
                    <a:pt x="25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2" name="Google Shape;5342;p66"/>
          <p:cNvGrpSpPr/>
          <p:nvPr/>
        </p:nvGrpSpPr>
        <p:grpSpPr>
          <a:xfrm>
            <a:off x="6925878" y="1800557"/>
            <a:ext cx="745681" cy="929720"/>
            <a:chOff x="6925878" y="1800557"/>
            <a:chExt cx="745681" cy="929720"/>
          </a:xfrm>
        </p:grpSpPr>
        <p:sp>
          <p:nvSpPr>
            <p:cNvPr id="5343" name="Google Shape;5343;p66"/>
            <p:cNvSpPr/>
            <p:nvPr/>
          </p:nvSpPr>
          <p:spPr>
            <a:xfrm rot="961257">
              <a:off x="7430302" y="1826932"/>
              <a:ext cx="218584" cy="195058"/>
            </a:xfrm>
            <a:custGeom>
              <a:rect b="b" l="l" r="r" t="t"/>
              <a:pathLst>
                <a:path extrusionOk="0" h="7802" w="8743">
                  <a:moveTo>
                    <a:pt x="6174" y="0"/>
                  </a:moveTo>
                  <a:cubicBezTo>
                    <a:pt x="6073" y="0"/>
                    <a:pt x="5971" y="22"/>
                    <a:pt x="5874" y="68"/>
                  </a:cubicBezTo>
                  <a:lnTo>
                    <a:pt x="365" y="3812"/>
                  </a:lnTo>
                  <a:lnTo>
                    <a:pt x="0" y="4844"/>
                  </a:lnTo>
                  <a:lnTo>
                    <a:pt x="8378" y="7801"/>
                  </a:lnTo>
                  <a:lnTo>
                    <a:pt x="8742" y="6770"/>
                  </a:lnTo>
                  <a:lnTo>
                    <a:pt x="6805" y="397"/>
                  </a:lnTo>
                  <a:cubicBezTo>
                    <a:pt x="6685" y="147"/>
                    <a:pt x="6434" y="0"/>
                    <a:pt x="6174" y="0"/>
                  </a:cubicBezTo>
                  <a:close/>
                </a:path>
              </a:pathLst>
            </a:custGeom>
            <a:solidFill>
              <a:srgbClr val="F550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6"/>
            <p:cNvSpPr/>
            <p:nvPr/>
          </p:nvSpPr>
          <p:spPr>
            <a:xfrm rot="961257">
              <a:off x="7425679" y="1860313"/>
              <a:ext cx="218559" cy="161032"/>
            </a:xfrm>
            <a:custGeom>
              <a:rect b="b" l="l" r="r" t="t"/>
              <a:pathLst>
                <a:path extrusionOk="0" h="6441" w="8742">
                  <a:moveTo>
                    <a:pt x="3970" y="1"/>
                  </a:moveTo>
                  <a:lnTo>
                    <a:pt x="363" y="2451"/>
                  </a:lnTo>
                  <a:lnTo>
                    <a:pt x="0" y="3483"/>
                  </a:lnTo>
                  <a:lnTo>
                    <a:pt x="8378" y="6440"/>
                  </a:lnTo>
                  <a:lnTo>
                    <a:pt x="8742" y="5409"/>
                  </a:lnTo>
                  <a:lnTo>
                    <a:pt x="7477" y="1252"/>
                  </a:lnTo>
                  <a:lnTo>
                    <a:pt x="4188" y="92"/>
                  </a:lnTo>
                  <a:cubicBezTo>
                    <a:pt x="4114" y="65"/>
                    <a:pt x="4041" y="32"/>
                    <a:pt x="3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6"/>
            <p:cNvSpPr/>
            <p:nvPr/>
          </p:nvSpPr>
          <p:spPr>
            <a:xfrm rot="961257">
              <a:off x="7546113" y="1838781"/>
              <a:ext cx="87729" cy="65353"/>
            </a:xfrm>
            <a:custGeom>
              <a:rect b="b" l="l" r="r" t="t"/>
              <a:pathLst>
                <a:path extrusionOk="0" h="2614" w="3509">
                  <a:moveTo>
                    <a:pt x="2205" y="0"/>
                  </a:moveTo>
                  <a:cubicBezTo>
                    <a:pt x="2104" y="0"/>
                    <a:pt x="2002" y="22"/>
                    <a:pt x="1905" y="68"/>
                  </a:cubicBezTo>
                  <a:lnTo>
                    <a:pt x="1" y="1362"/>
                  </a:lnTo>
                  <a:cubicBezTo>
                    <a:pt x="75" y="1393"/>
                    <a:pt x="146" y="1426"/>
                    <a:pt x="221" y="1453"/>
                  </a:cubicBezTo>
                  <a:lnTo>
                    <a:pt x="3509" y="2613"/>
                  </a:lnTo>
                  <a:lnTo>
                    <a:pt x="2836" y="397"/>
                  </a:lnTo>
                  <a:cubicBezTo>
                    <a:pt x="2716" y="147"/>
                    <a:pt x="2465" y="0"/>
                    <a:pt x="2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6"/>
            <p:cNvSpPr/>
            <p:nvPr/>
          </p:nvSpPr>
          <p:spPr>
            <a:xfrm rot="961257">
              <a:off x="6959968" y="2476395"/>
              <a:ext cx="251735" cy="223484"/>
            </a:xfrm>
            <a:custGeom>
              <a:rect b="b" l="l" r="r" t="t"/>
              <a:pathLst>
                <a:path extrusionOk="0" h="8939" w="10069">
                  <a:moveTo>
                    <a:pt x="5034" y="1"/>
                  </a:moveTo>
                  <a:cubicBezTo>
                    <a:pt x="3193" y="1"/>
                    <a:pt x="1470" y="1148"/>
                    <a:pt x="823" y="2983"/>
                  </a:cubicBezTo>
                  <a:cubicBezTo>
                    <a:pt x="1" y="5309"/>
                    <a:pt x="1220" y="7861"/>
                    <a:pt x="3547" y="8683"/>
                  </a:cubicBezTo>
                  <a:cubicBezTo>
                    <a:pt x="4039" y="8856"/>
                    <a:pt x="4541" y="8939"/>
                    <a:pt x="5035" y="8939"/>
                  </a:cubicBezTo>
                  <a:cubicBezTo>
                    <a:pt x="6876" y="8939"/>
                    <a:pt x="8599" y="7792"/>
                    <a:pt x="9247" y="5956"/>
                  </a:cubicBezTo>
                  <a:cubicBezTo>
                    <a:pt x="10068" y="3629"/>
                    <a:pt x="8848" y="1078"/>
                    <a:pt x="6521" y="257"/>
                  </a:cubicBezTo>
                  <a:cubicBezTo>
                    <a:pt x="6029" y="83"/>
                    <a:pt x="5527" y="1"/>
                    <a:pt x="5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6"/>
            <p:cNvSpPr/>
            <p:nvPr/>
          </p:nvSpPr>
          <p:spPr>
            <a:xfrm rot="961257">
              <a:off x="6982375" y="2581329"/>
              <a:ext cx="81828" cy="71303"/>
            </a:xfrm>
            <a:custGeom>
              <a:rect b="b" l="l" r="r" t="t"/>
              <a:pathLst>
                <a:path extrusionOk="0" h="2852" w="3273">
                  <a:moveTo>
                    <a:pt x="777" y="0"/>
                  </a:moveTo>
                  <a:cubicBezTo>
                    <a:pt x="703" y="0"/>
                    <a:pt x="621" y="39"/>
                    <a:pt x="522" y="129"/>
                  </a:cubicBezTo>
                  <a:cubicBezTo>
                    <a:pt x="1" y="605"/>
                    <a:pt x="78" y="1536"/>
                    <a:pt x="694" y="2214"/>
                  </a:cubicBezTo>
                  <a:cubicBezTo>
                    <a:pt x="1071" y="2629"/>
                    <a:pt x="1564" y="2851"/>
                    <a:pt x="2009" y="2851"/>
                  </a:cubicBezTo>
                  <a:cubicBezTo>
                    <a:pt x="2289" y="2851"/>
                    <a:pt x="2550" y="2763"/>
                    <a:pt x="2751" y="2581"/>
                  </a:cubicBezTo>
                  <a:cubicBezTo>
                    <a:pt x="3273" y="2105"/>
                    <a:pt x="2351" y="1942"/>
                    <a:pt x="1735" y="1266"/>
                  </a:cubicBezTo>
                  <a:cubicBezTo>
                    <a:pt x="1236" y="717"/>
                    <a:pt x="1091" y="0"/>
                    <a:pt x="777"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6"/>
            <p:cNvSpPr/>
            <p:nvPr/>
          </p:nvSpPr>
          <p:spPr>
            <a:xfrm rot="961257">
              <a:off x="7055628" y="2650512"/>
              <a:ext cx="15001" cy="13326"/>
            </a:xfrm>
            <a:custGeom>
              <a:rect b="b" l="l" r="r" t="t"/>
              <a:pathLst>
                <a:path extrusionOk="0" h="533" w="600">
                  <a:moveTo>
                    <a:pt x="298" y="1"/>
                  </a:moveTo>
                  <a:cubicBezTo>
                    <a:pt x="188" y="1"/>
                    <a:pt x="86" y="68"/>
                    <a:pt x="49" y="177"/>
                  </a:cubicBezTo>
                  <a:cubicBezTo>
                    <a:pt x="1" y="316"/>
                    <a:pt x="73" y="469"/>
                    <a:pt x="211" y="517"/>
                  </a:cubicBezTo>
                  <a:cubicBezTo>
                    <a:pt x="240" y="528"/>
                    <a:pt x="271" y="533"/>
                    <a:pt x="300" y="533"/>
                  </a:cubicBezTo>
                  <a:cubicBezTo>
                    <a:pt x="410" y="533"/>
                    <a:pt x="512" y="465"/>
                    <a:pt x="551" y="354"/>
                  </a:cubicBezTo>
                  <a:cubicBezTo>
                    <a:pt x="599" y="216"/>
                    <a:pt x="528" y="63"/>
                    <a:pt x="388" y="16"/>
                  </a:cubicBezTo>
                  <a:cubicBezTo>
                    <a:pt x="358" y="5"/>
                    <a:pt x="328" y="1"/>
                    <a:pt x="298"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6"/>
            <p:cNvSpPr/>
            <p:nvPr/>
          </p:nvSpPr>
          <p:spPr>
            <a:xfrm rot="961257">
              <a:off x="7070006" y="1890876"/>
              <a:ext cx="468419" cy="780982"/>
            </a:xfrm>
            <a:custGeom>
              <a:rect b="b" l="l" r="r" t="t"/>
              <a:pathLst>
                <a:path extrusionOk="0" h="31238" w="18736">
                  <a:moveTo>
                    <a:pt x="9931" y="0"/>
                  </a:moveTo>
                  <a:lnTo>
                    <a:pt x="0" y="28129"/>
                  </a:lnTo>
                  <a:lnTo>
                    <a:pt x="8805" y="31237"/>
                  </a:lnTo>
                  <a:lnTo>
                    <a:pt x="18735" y="3108"/>
                  </a:lnTo>
                  <a:lnTo>
                    <a:pt x="993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6"/>
            <p:cNvSpPr/>
            <p:nvPr/>
          </p:nvSpPr>
          <p:spPr>
            <a:xfrm rot="961257">
              <a:off x="7149805" y="1919027"/>
              <a:ext cx="308813" cy="724680"/>
            </a:xfrm>
            <a:custGeom>
              <a:rect b="b" l="l" r="r" t="t"/>
              <a:pathLst>
                <a:path extrusionOk="0" h="28986" w="12352">
                  <a:moveTo>
                    <a:pt x="9931" y="0"/>
                  </a:moveTo>
                  <a:lnTo>
                    <a:pt x="0" y="28131"/>
                  </a:lnTo>
                  <a:lnTo>
                    <a:pt x="2421" y="28985"/>
                  </a:lnTo>
                  <a:lnTo>
                    <a:pt x="12351" y="855"/>
                  </a:lnTo>
                  <a:lnTo>
                    <a:pt x="99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6"/>
            <p:cNvSpPr/>
            <p:nvPr/>
          </p:nvSpPr>
          <p:spPr>
            <a:xfrm rot="961257">
              <a:off x="7418418" y="1835833"/>
              <a:ext cx="226884" cy="168807"/>
            </a:xfrm>
            <a:custGeom>
              <a:rect b="b" l="l" r="r" t="t"/>
              <a:pathLst>
                <a:path extrusionOk="0" h="6752" w="9075">
                  <a:moveTo>
                    <a:pt x="4158" y="333"/>
                  </a:moveTo>
                  <a:cubicBezTo>
                    <a:pt x="4208" y="355"/>
                    <a:pt x="4258" y="376"/>
                    <a:pt x="4311" y="393"/>
                  </a:cubicBezTo>
                  <a:lnTo>
                    <a:pt x="7526" y="1528"/>
                  </a:lnTo>
                  <a:lnTo>
                    <a:pt x="8752" y="5560"/>
                  </a:lnTo>
                  <a:lnTo>
                    <a:pt x="8458" y="6399"/>
                  </a:lnTo>
                  <a:lnTo>
                    <a:pt x="372" y="3544"/>
                  </a:lnTo>
                  <a:lnTo>
                    <a:pt x="668" y="2707"/>
                  </a:lnTo>
                  <a:lnTo>
                    <a:pt x="4158" y="333"/>
                  </a:lnTo>
                  <a:close/>
                  <a:moveTo>
                    <a:pt x="4145" y="0"/>
                  </a:moveTo>
                  <a:cubicBezTo>
                    <a:pt x="4115" y="0"/>
                    <a:pt x="4084" y="9"/>
                    <a:pt x="4058" y="28"/>
                  </a:cubicBezTo>
                  <a:lnTo>
                    <a:pt x="453" y="2478"/>
                  </a:lnTo>
                  <a:cubicBezTo>
                    <a:pt x="426" y="2497"/>
                    <a:pt x="405" y="2524"/>
                    <a:pt x="393" y="2554"/>
                  </a:cubicBezTo>
                  <a:lnTo>
                    <a:pt x="29" y="3587"/>
                  </a:lnTo>
                  <a:cubicBezTo>
                    <a:pt x="0" y="3667"/>
                    <a:pt x="43" y="3757"/>
                    <a:pt x="125" y="3786"/>
                  </a:cubicBezTo>
                  <a:lnTo>
                    <a:pt x="8500" y="6743"/>
                  </a:lnTo>
                  <a:cubicBezTo>
                    <a:pt x="8519" y="6749"/>
                    <a:pt x="8535" y="6752"/>
                    <a:pt x="8552" y="6752"/>
                  </a:cubicBezTo>
                  <a:cubicBezTo>
                    <a:pt x="8573" y="6752"/>
                    <a:pt x="8598" y="6746"/>
                    <a:pt x="8622" y="6733"/>
                  </a:cubicBezTo>
                  <a:cubicBezTo>
                    <a:pt x="8658" y="6716"/>
                    <a:pt x="8686" y="6686"/>
                    <a:pt x="8700" y="6646"/>
                  </a:cubicBezTo>
                  <a:lnTo>
                    <a:pt x="9065" y="5614"/>
                  </a:lnTo>
                  <a:cubicBezTo>
                    <a:pt x="9075" y="5583"/>
                    <a:pt x="9075" y="5550"/>
                    <a:pt x="9066" y="5517"/>
                  </a:cubicBezTo>
                  <a:lnTo>
                    <a:pt x="7802" y="1361"/>
                  </a:lnTo>
                  <a:cubicBezTo>
                    <a:pt x="7787" y="1314"/>
                    <a:pt x="7752" y="1275"/>
                    <a:pt x="7706" y="1259"/>
                  </a:cubicBezTo>
                  <a:lnTo>
                    <a:pt x="4417" y="99"/>
                  </a:lnTo>
                  <a:cubicBezTo>
                    <a:pt x="4344" y="73"/>
                    <a:pt x="4277" y="43"/>
                    <a:pt x="4208" y="13"/>
                  </a:cubicBezTo>
                  <a:cubicBezTo>
                    <a:pt x="4188" y="5"/>
                    <a:pt x="4167" y="0"/>
                    <a:pt x="414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6"/>
            <p:cNvSpPr/>
            <p:nvPr/>
          </p:nvSpPr>
          <p:spPr>
            <a:xfrm rot="961257">
              <a:off x="7539307" y="1814436"/>
              <a:ext cx="95904" cy="73103"/>
            </a:xfrm>
            <a:custGeom>
              <a:rect b="b" l="l" r="r" t="t"/>
              <a:pathLst>
                <a:path extrusionOk="0" h="2924" w="3836">
                  <a:moveTo>
                    <a:pt x="2363" y="310"/>
                  </a:moveTo>
                  <a:cubicBezTo>
                    <a:pt x="2424" y="310"/>
                    <a:pt x="2486" y="320"/>
                    <a:pt x="2545" y="340"/>
                  </a:cubicBezTo>
                  <a:cubicBezTo>
                    <a:pt x="2681" y="389"/>
                    <a:pt x="2792" y="488"/>
                    <a:pt x="2845" y="596"/>
                  </a:cubicBezTo>
                  <a:lnTo>
                    <a:pt x="3430" y="2518"/>
                  </a:lnTo>
                  <a:lnTo>
                    <a:pt x="3430" y="2518"/>
                  </a:lnTo>
                  <a:lnTo>
                    <a:pt x="488" y="1481"/>
                  </a:lnTo>
                  <a:lnTo>
                    <a:pt x="2131" y="362"/>
                  </a:lnTo>
                  <a:cubicBezTo>
                    <a:pt x="2205" y="327"/>
                    <a:pt x="2284" y="310"/>
                    <a:pt x="2363" y="310"/>
                  </a:cubicBezTo>
                  <a:close/>
                  <a:moveTo>
                    <a:pt x="2373" y="1"/>
                  </a:moveTo>
                  <a:cubicBezTo>
                    <a:pt x="2242" y="1"/>
                    <a:pt x="2108" y="31"/>
                    <a:pt x="1978" y="95"/>
                  </a:cubicBezTo>
                  <a:lnTo>
                    <a:pt x="73" y="1388"/>
                  </a:lnTo>
                  <a:cubicBezTo>
                    <a:pt x="28" y="1419"/>
                    <a:pt x="0" y="1475"/>
                    <a:pt x="6" y="1531"/>
                  </a:cubicBezTo>
                  <a:cubicBezTo>
                    <a:pt x="12" y="1588"/>
                    <a:pt x="45" y="1635"/>
                    <a:pt x="98" y="1659"/>
                  </a:cubicBezTo>
                  <a:cubicBezTo>
                    <a:pt x="172" y="1693"/>
                    <a:pt x="249" y="1725"/>
                    <a:pt x="328" y="1753"/>
                  </a:cubicBezTo>
                  <a:lnTo>
                    <a:pt x="3615" y="2915"/>
                  </a:lnTo>
                  <a:cubicBezTo>
                    <a:pt x="3634" y="2919"/>
                    <a:pt x="3650" y="2924"/>
                    <a:pt x="3667" y="2924"/>
                  </a:cubicBezTo>
                  <a:cubicBezTo>
                    <a:pt x="3707" y="2924"/>
                    <a:pt x="3744" y="2908"/>
                    <a:pt x="3777" y="2879"/>
                  </a:cubicBezTo>
                  <a:cubicBezTo>
                    <a:pt x="3820" y="2839"/>
                    <a:pt x="3835" y="2777"/>
                    <a:pt x="3817" y="2722"/>
                  </a:cubicBezTo>
                  <a:lnTo>
                    <a:pt x="3135" y="483"/>
                  </a:lnTo>
                  <a:cubicBezTo>
                    <a:pt x="3037" y="278"/>
                    <a:pt x="2865" y="125"/>
                    <a:pt x="2649" y="47"/>
                  </a:cubicBezTo>
                  <a:cubicBezTo>
                    <a:pt x="2560" y="16"/>
                    <a:pt x="2467" y="1"/>
                    <a:pt x="2373"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6"/>
            <p:cNvSpPr/>
            <p:nvPr/>
          </p:nvSpPr>
          <p:spPr>
            <a:xfrm rot="961257">
              <a:off x="6942844" y="2522294"/>
              <a:ext cx="239885" cy="156706"/>
            </a:xfrm>
            <a:custGeom>
              <a:rect b="b" l="l" r="r" t="t"/>
              <a:pathLst>
                <a:path extrusionOk="0" h="6268" w="9595">
                  <a:moveTo>
                    <a:pt x="996" y="0"/>
                  </a:moveTo>
                  <a:cubicBezTo>
                    <a:pt x="932" y="0"/>
                    <a:pt x="872" y="40"/>
                    <a:pt x="849" y="103"/>
                  </a:cubicBezTo>
                  <a:cubicBezTo>
                    <a:pt x="0" y="2507"/>
                    <a:pt x="1265" y="5153"/>
                    <a:pt x="3670" y="6000"/>
                  </a:cubicBezTo>
                  <a:cubicBezTo>
                    <a:pt x="4173" y="6179"/>
                    <a:pt x="4694" y="6267"/>
                    <a:pt x="5213" y="6267"/>
                  </a:cubicBezTo>
                  <a:cubicBezTo>
                    <a:pt x="5893" y="6267"/>
                    <a:pt x="6570" y="6114"/>
                    <a:pt x="7202" y="5813"/>
                  </a:cubicBezTo>
                  <a:cubicBezTo>
                    <a:pt x="8316" y="5281"/>
                    <a:pt x="9156" y="4347"/>
                    <a:pt x="9566" y="3182"/>
                  </a:cubicBezTo>
                  <a:cubicBezTo>
                    <a:pt x="9595" y="3102"/>
                    <a:pt x="9552" y="3012"/>
                    <a:pt x="9472" y="2984"/>
                  </a:cubicBezTo>
                  <a:cubicBezTo>
                    <a:pt x="9455" y="2978"/>
                    <a:pt x="9438" y="2975"/>
                    <a:pt x="9421" y="2975"/>
                  </a:cubicBezTo>
                  <a:cubicBezTo>
                    <a:pt x="9357" y="2975"/>
                    <a:pt x="9296" y="3015"/>
                    <a:pt x="9274" y="3078"/>
                  </a:cubicBezTo>
                  <a:cubicBezTo>
                    <a:pt x="8889" y="4164"/>
                    <a:pt x="8108" y="5036"/>
                    <a:pt x="7067" y="5533"/>
                  </a:cubicBezTo>
                  <a:cubicBezTo>
                    <a:pt x="6479" y="5814"/>
                    <a:pt x="5847" y="5956"/>
                    <a:pt x="5212" y="5956"/>
                  </a:cubicBezTo>
                  <a:cubicBezTo>
                    <a:pt x="4728" y="5956"/>
                    <a:pt x="4242" y="5874"/>
                    <a:pt x="3773" y="5707"/>
                  </a:cubicBezTo>
                  <a:cubicBezTo>
                    <a:pt x="1529" y="4917"/>
                    <a:pt x="350" y="2448"/>
                    <a:pt x="1142" y="206"/>
                  </a:cubicBezTo>
                  <a:cubicBezTo>
                    <a:pt x="1171" y="126"/>
                    <a:pt x="1128" y="38"/>
                    <a:pt x="1048" y="9"/>
                  </a:cubicBezTo>
                  <a:cubicBezTo>
                    <a:pt x="1031" y="3"/>
                    <a:pt x="1013" y="0"/>
                    <a:pt x="99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6"/>
            <p:cNvSpPr/>
            <p:nvPr/>
          </p:nvSpPr>
          <p:spPr>
            <a:xfrm rot="961257">
              <a:off x="7062995" y="1866466"/>
              <a:ext cx="476744" cy="788682"/>
            </a:xfrm>
            <a:custGeom>
              <a:rect b="b" l="l" r="r" t="t"/>
              <a:pathLst>
                <a:path extrusionOk="0" h="31546" w="19069">
                  <a:moveTo>
                    <a:pt x="10199" y="354"/>
                  </a:moveTo>
                  <a:lnTo>
                    <a:pt x="18711" y="3359"/>
                  </a:lnTo>
                  <a:lnTo>
                    <a:pt x="8883" y="31194"/>
                  </a:lnTo>
                  <a:lnTo>
                    <a:pt x="373" y="28191"/>
                  </a:lnTo>
                  <a:lnTo>
                    <a:pt x="10199" y="354"/>
                  </a:lnTo>
                  <a:close/>
                  <a:moveTo>
                    <a:pt x="10105" y="0"/>
                  </a:moveTo>
                  <a:cubicBezTo>
                    <a:pt x="10082" y="0"/>
                    <a:pt x="10059" y="5"/>
                    <a:pt x="10038" y="16"/>
                  </a:cubicBezTo>
                  <a:cubicBezTo>
                    <a:pt x="10002" y="33"/>
                    <a:pt x="9974" y="64"/>
                    <a:pt x="9959" y="103"/>
                  </a:cubicBezTo>
                  <a:lnTo>
                    <a:pt x="29" y="28231"/>
                  </a:lnTo>
                  <a:cubicBezTo>
                    <a:pt x="0" y="28312"/>
                    <a:pt x="43" y="28401"/>
                    <a:pt x="123" y="28429"/>
                  </a:cubicBezTo>
                  <a:lnTo>
                    <a:pt x="8926" y="31537"/>
                  </a:lnTo>
                  <a:cubicBezTo>
                    <a:pt x="8945" y="31543"/>
                    <a:pt x="8961" y="31546"/>
                    <a:pt x="8978" y="31546"/>
                  </a:cubicBezTo>
                  <a:cubicBezTo>
                    <a:pt x="9041" y="31546"/>
                    <a:pt x="9102" y="31507"/>
                    <a:pt x="9125" y="31441"/>
                  </a:cubicBezTo>
                  <a:lnTo>
                    <a:pt x="19055" y="3312"/>
                  </a:lnTo>
                  <a:cubicBezTo>
                    <a:pt x="19068" y="3275"/>
                    <a:pt x="19065" y="3232"/>
                    <a:pt x="19048" y="3195"/>
                  </a:cubicBezTo>
                  <a:cubicBezTo>
                    <a:pt x="19030" y="3159"/>
                    <a:pt x="19000" y="3131"/>
                    <a:pt x="18961" y="3116"/>
                  </a:cubicBezTo>
                  <a:lnTo>
                    <a:pt x="10157" y="9"/>
                  </a:lnTo>
                  <a:cubicBezTo>
                    <a:pt x="10140" y="3"/>
                    <a:pt x="10122" y="0"/>
                    <a:pt x="1010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6"/>
            <p:cNvSpPr/>
            <p:nvPr/>
          </p:nvSpPr>
          <p:spPr>
            <a:xfrm rot="961257">
              <a:off x="7143169" y="1894748"/>
              <a:ext cx="316763" cy="732355"/>
            </a:xfrm>
            <a:custGeom>
              <a:rect b="b" l="l" r="r" t="t"/>
              <a:pathLst>
                <a:path extrusionOk="0" h="29293" w="12670">
                  <a:moveTo>
                    <a:pt x="10182" y="350"/>
                  </a:moveTo>
                  <a:lnTo>
                    <a:pt x="12311" y="1102"/>
                  </a:lnTo>
                  <a:lnTo>
                    <a:pt x="2483" y="28937"/>
                  </a:lnTo>
                  <a:lnTo>
                    <a:pt x="354" y="28186"/>
                  </a:lnTo>
                  <a:lnTo>
                    <a:pt x="10182" y="350"/>
                  </a:lnTo>
                  <a:close/>
                  <a:moveTo>
                    <a:pt x="10088" y="0"/>
                  </a:moveTo>
                  <a:cubicBezTo>
                    <a:pt x="10065" y="0"/>
                    <a:pt x="10042" y="5"/>
                    <a:pt x="10020" y="16"/>
                  </a:cubicBezTo>
                  <a:cubicBezTo>
                    <a:pt x="9985" y="33"/>
                    <a:pt x="9956" y="64"/>
                    <a:pt x="9942" y="103"/>
                  </a:cubicBezTo>
                  <a:lnTo>
                    <a:pt x="12" y="28231"/>
                  </a:lnTo>
                  <a:cubicBezTo>
                    <a:pt x="0" y="28271"/>
                    <a:pt x="2" y="28314"/>
                    <a:pt x="19" y="28351"/>
                  </a:cubicBezTo>
                  <a:cubicBezTo>
                    <a:pt x="37" y="28386"/>
                    <a:pt x="67" y="28415"/>
                    <a:pt x="107" y="28429"/>
                  </a:cubicBezTo>
                  <a:lnTo>
                    <a:pt x="2526" y="29284"/>
                  </a:lnTo>
                  <a:cubicBezTo>
                    <a:pt x="2545" y="29288"/>
                    <a:pt x="2561" y="29292"/>
                    <a:pt x="2579" y="29292"/>
                  </a:cubicBezTo>
                  <a:cubicBezTo>
                    <a:pt x="2643" y="29292"/>
                    <a:pt x="2702" y="29251"/>
                    <a:pt x="2726" y="29188"/>
                  </a:cubicBezTo>
                  <a:lnTo>
                    <a:pt x="12657" y="1060"/>
                  </a:lnTo>
                  <a:cubicBezTo>
                    <a:pt x="12670" y="1023"/>
                    <a:pt x="12668" y="980"/>
                    <a:pt x="12650" y="943"/>
                  </a:cubicBezTo>
                  <a:cubicBezTo>
                    <a:pt x="12632" y="907"/>
                    <a:pt x="12602" y="879"/>
                    <a:pt x="12562" y="864"/>
                  </a:cubicBezTo>
                  <a:lnTo>
                    <a:pt x="10141" y="8"/>
                  </a:lnTo>
                  <a:cubicBezTo>
                    <a:pt x="10123" y="3"/>
                    <a:pt x="10105" y="0"/>
                    <a:pt x="1008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6" name="Google Shape;5356;p66"/>
          <p:cNvGrpSpPr/>
          <p:nvPr/>
        </p:nvGrpSpPr>
        <p:grpSpPr>
          <a:xfrm>
            <a:off x="4262275" y="2712238"/>
            <a:ext cx="373125" cy="345125"/>
            <a:chOff x="4262275" y="2712238"/>
            <a:chExt cx="373125" cy="345125"/>
          </a:xfrm>
        </p:grpSpPr>
        <p:sp>
          <p:nvSpPr>
            <p:cNvPr id="5357" name="Google Shape;5357;p66"/>
            <p:cNvSpPr/>
            <p:nvPr/>
          </p:nvSpPr>
          <p:spPr>
            <a:xfrm>
              <a:off x="4262275" y="2716638"/>
              <a:ext cx="348950" cy="339000"/>
            </a:xfrm>
            <a:custGeom>
              <a:rect b="b" l="l" r="r" t="t"/>
              <a:pathLst>
                <a:path extrusionOk="0" h="13560" w="13958">
                  <a:moveTo>
                    <a:pt x="6643" y="0"/>
                  </a:moveTo>
                  <a:lnTo>
                    <a:pt x="4775" y="4514"/>
                  </a:lnTo>
                  <a:lnTo>
                    <a:pt x="0" y="5533"/>
                  </a:lnTo>
                  <a:lnTo>
                    <a:pt x="3714" y="8705"/>
                  </a:lnTo>
                  <a:lnTo>
                    <a:pt x="3207" y="13560"/>
                  </a:lnTo>
                  <a:lnTo>
                    <a:pt x="3207" y="13560"/>
                  </a:lnTo>
                  <a:lnTo>
                    <a:pt x="7370" y="11008"/>
                  </a:lnTo>
                  <a:lnTo>
                    <a:pt x="11834" y="12991"/>
                  </a:lnTo>
                  <a:lnTo>
                    <a:pt x="10692" y="8242"/>
                  </a:lnTo>
                  <a:lnTo>
                    <a:pt x="13957" y="4611"/>
                  </a:lnTo>
                  <a:lnTo>
                    <a:pt x="9088" y="4228"/>
                  </a:lnTo>
                  <a:lnTo>
                    <a:pt x="664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6"/>
            <p:cNvSpPr/>
            <p:nvPr/>
          </p:nvSpPr>
          <p:spPr>
            <a:xfrm>
              <a:off x="4279925" y="2712238"/>
              <a:ext cx="355475" cy="345125"/>
            </a:xfrm>
            <a:custGeom>
              <a:rect b="b" l="l" r="r" t="t"/>
              <a:pathLst>
                <a:path extrusionOk="0" h="13805" w="14219">
                  <a:moveTo>
                    <a:pt x="6786" y="398"/>
                  </a:moveTo>
                  <a:lnTo>
                    <a:pt x="9108" y="4411"/>
                  </a:lnTo>
                  <a:cubicBezTo>
                    <a:pt x="9128" y="4447"/>
                    <a:pt x="9165" y="4469"/>
                    <a:pt x="9203" y="4473"/>
                  </a:cubicBezTo>
                  <a:lnTo>
                    <a:pt x="13825" y="4834"/>
                  </a:lnTo>
                  <a:lnTo>
                    <a:pt x="10728" y="8282"/>
                  </a:lnTo>
                  <a:cubicBezTo>
                    <a:pt x="10699" y="8312"/>
                    <a:pt x="10689" y="8354"/>
                    <a:pt x="10699" y="8392"/>
                  </a:cubicBezTo>
                  <a:lnTo>
                    <a:pt x="11782" y="12900"/>
                  </a:lnTo>
                  <a:lnTo>
                    <a:pt x="7546" y="11018"/>
                  </a:lnTo>
                  <a:cubicBezTo>
                    <a:pt x="7530" y="11011"/>
                    <a:pt x="7513" y="11008"/>
                    <a:pt x="7496" y="11008"/>
                  </a:cubicBezTo>
                  <a:cubicBezTo>
                    <a:pt x="7474" y="11008"/>
                    <a:pt x="7453" y="11013"/>
                    <a:pt x="7434" y="11025"/>
                  </a:cubicBezTo>
                  <a:lnTo>
                    <a:pt x="3481" y="13449"/>
                  </a:lnTo>
                  <a:lnTo>
                    <a:pt x="3481" y="13449"/>
                  </a:lnTo>
                  <a:lnTo>
                    <a:pt x="3962" y="8838"/>
                  </a:lnTo>
                  <a:cubicBezTo>
                    <a:pt x="3965" y="8798"/>
                    <a:pt x="3949" y="8756"/>
                    <a:pt x="3919" y="8732"/>
                  </a:cubicBezTo>
                  <a:lnTo>
                    <a:pt x="393" y="5720"/>
                  </a:lnTo>
                  <a:lnTo>
                    <a:pt x="4924" y="4754"/>
                  </a:lnTo>
                  <a:cubicBezTo>
                    <a:pt x="4964" y="4746"/>
                    <a:pt x="4995" y="4719"/>
                    <a:pt x="5012" y="4681"/>
                  </a:cubicBezTo>
                  <a:lnTo>
                    <a:pt x="6786" y="398"/>
                  </a:lnTo>
                  <a:close/>
                  <a:moveTo>
                    <a:pt x="6777" y="0"/>
                  </a:moveTo>
                  <a:cubicBezTo>
                    <a:pt x="6773" y="0"/>
                    <a:pt x="6769" y="0"/>
                    <a:pt x="6766" y="1"/>
                  </a:cubicBezTo>
                  <a:cubicBezTo>
                    <a:pt x="6720" y="3"/>
                    <a:pt x="6678" y="32"/>
                    <a:pt x="6660" y="75"/>
                  </a:cubicBezTo>
                  <a:lnTo>
                    <a:pt x="4817" y="4527"/>
                  </a:lnTo>
                  <a:lnTo>
                    <a:pt x="104" y="5533"/>
                  </a:lnTo>
                  <a:cubicBezTo>
                    <a:pt x="59" y="5542"/>
                    <a:pt x="22" y="5577"/>
                    <a:pt x="12" y="5623"/>
                  </a:cubicBezTo>
                  <a:cubicBezTo>
                    <a:pt x="0" y="5669"/>
                    <a:pt x="14" y="5716"/>
                    <a:pt x="50" y="5746"/>
                  </a:cubicBezTo>
                  <a:lnTo>
                    <a:pt x="3715" y="8875"/>
                  </a:lnTo>
                  <a:lnTo>
                    <a:pt x="3215" y="13669"/>
                  </a:lnTo>
                  <a:cubicBezTo>
                    <a:pt x="3209" y="13714"/>
                    <a:pt x="3231" y="13760"/>
                    <a:pt x="3271" y="13784"/>
                  </a:cubicBezTo>
                  <a:cubicBezTo>
                    <a:pt x="3291" y="13797"/>
                    <a:pt x="3311" y="13804"/>
                    <a:pt x="3335" y="13804"/>
                  </a:cubicBezTo>
                  <a:cubicBezTo>
                    <a:pt x="3356" y="13804"/>
                    <a:pt x="3378" y="13797"/>
                    <a:pt x="3399" y="13784"/>
                  </a:cubicBezTo>
                  <a:lnTo>
                    <a:pt x="7507" y="11267"/>
                  </a:lnTo>
                  <a:lnTo>
                    <a:pt x="11914" y="13224"/>
                  </a:lnTo>
                  <a:cubicBezTo>
                    <a:pt x="11929" y="13231"/>
                    <a:pt x="11945" y="13234"/>
                    <a:pt x="11961" y="13234"/>
                  </a:cubicBezTo>
                  <a:cubicBezTo>
                    <a:pt x="11989" y="13234"/>
                    <a:pt x="12017" y="13225"/>
                    <a:pt x="12039" y="13206"/>
                  </a:cubicBezTo>
                  <a:cubicBezTo>
                    <a:pt x="12075" y="13177"/>
                    <a:pt x="12092" y="13129"/>
                    <a:pt x="12081" y="13084"/>
                  </a:cubicBezTo>
                  <a:lnTo>
                    <a:pt x="10956" y="8398"/>
                  </a:lnTo>
                  <a:lnTo>
                    <a:pt x="14178" y="4813"/>
                  </a:lnTo>
                  <a:cubicBezTo>
                    <a:pt x="14210" y="4780"/>
                    <a:pt x="14218" y="4730"/>
                    <a:pt x="14201" y="4687"/>
                  </a:cubicBezTo>
                  <a:cubicBezTo>
                    <a:pt x="14183" y="4644"/>
                    <a:pt x="14144" y="4613"/>
                    <a:pt x="14097" y="4610"/>
                  </a:cubicBezTo>
                  <a:lnTo>
                    <a:pt x="9293" y="4233"/>
                  </a:lnTo>
                  <a:lnTo>
                    <a:pt x="6880" y="61"/>
                  </a:lnTo>
                  <a:cubicBezTo>
                    <a:pt x="6859" y="25"/>
                    <a:pt x="6823" y="0"/>
                    <a:pt x="677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62" name="Shape 5362"/>
        <p:cNvGrpSpPr/>
        <p:nvPr/>
      </p:nvGrpSpPr>
      <p:grpSpPr>
        <a:xfrm>
          <a:off x="0" y="0"/>
          <a:ext cx="0" cy="0"/>
          <a:chOff x="0" y="0"/>
          <a:chExt cx="0" cy="0"/>
        </a:xfrm>
      </p:grpSpPr>
      <p:sp>
        <p:nvSpPr>
          <p:cNvPr id="5363" name="Google Shape;5363;p67"/>
          <p:cNvSpPr txBox="1"/>
          <p:nvPr>
            <p:ph type="title"/>
          </p:nvPr>
        </p:nvSpPr>
        <p:spPr>
          <a:xfrm>
            <a:off x="1284000" y="1755725"/>
            <a:ext cx="6576000" cy="1051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Ana is </a:t>
            </a:r>
            <a:r>
              <a:rPr b="1" lang="en">
                <a:solidFill>
                  <a:schemeClr val="accent4"/>
                </a:solidFill>
              </a:rPr>
              <a:t>11,</a:t>
            </a:r>
            <a:r>
              <a:rPr lang="en"/>
              <a:t> robin </a:t>
            </a:r>
            <a:r>
              <a:rPr b="1" lang="en">
                <a:solidFill>
                  <a:schemeClr val="accent4"/>
                </a:solidFill>
              </a:rPr>
              <a:t>22</a:t>
            </a:r>
            <a:r>
              <a:rPr lang="en"/>
              <a:t> and finnick </a:t>
            </a:r>
            <a:r>
              <a:rPr b="1" lang="en">
                <a:solidFill>
                  <a:schemeClr val="accent4"/>
                </a:solidFill>
              </a:rPr>
              <a:t>15</a:t>
            </a:r>
            <a:endParaRPr b="1">
              <a:solidFill>
                <a:schemeClr val="accent4"/>
              </a:solidFill>
            </a:endParaRPr>
          </a:p>
        </p:txBody>
      </p:sp>
      <p:sp>
        <p:nvSpPr>
          <p:cNvPr id="5364" name="Google Shape;5364;p67"/>
          <p:cNvSpPr txBox="1"/>
          <p:nvPr>
            <p:ph idx="1" type="subTitle"/>
          </p:nvPr>
        </p:nvSpPr>
        <p:spPr>
          <a:xfrm>
            <a:off x="1284000" y="2959375"/>
            <a:ext cx="6576000" cy="428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Yay! And Finnick is from Finland!</a:t>
            </a:r>
            <a:endParaRPr/>
          </a:p>
        </p:txBody>
      </p:sp>
      <p:grpSp>
        <p:nvGrpSpPr>
          <p:cNvPr id="5365" name="Google Shape;5365;p67"/>
          <p:cNvGrpSpPr/>
          <p:nvPr/>
        </p:nvGrpSpPr>
        <p:grpSpPr>
          <a:xfrm>
            <a:off x="6149950" y="3770163"/>
            <a:ext cx="1321050" cy="759275"/>
            <a:chOff x="6149950" y="3770163"/>
            <a:chExt cx="1321050" cy="759275"/>
          </a:xfrm>
        </p:grpSpPr>
        <p:sp>
          <p:nvSpPr>
            <p:cNvPr id="5366" name="Google Shape;5366;p67"/>
            <p:cNvSpPr/>
            <p:nvPr/>
          </p:nvSpPr>
          <p:spPr>
            <a:xfrm>
              <a:off x="6537588" y="4490413"/>
              <a:ext cx="21450" cy="39025"/>
            </a:xfrm>
            <a:custGeom>
              <a:rect b="b" l="l" r="r" t="t"/>
              <a:pathLst>
                <a:path extrusionOk="0" h="1561" w="858">
                  <a:moveTo>
                    <a:pt x="584" y="1"/>
                  </a:moveTo>
                  <a:cubicBezTo>
                    <a:pt x="539" y="1"/>
                    <a:pt x="494" y="20"/>
                    <a:pt x="455" y="66"/>
                  </a:cubicBezTo>
                  <a:cubicBezTo>
                    <a:pt x="127" y="451"/>
                    <a:pt x="1" y="918"/>
                    <a:pt x="77" y="1417"/>
                  </a:cubicBezTo>
                  <a:cubicBezTo>
                    <a:pt x="93" y="1517"/>
                    <a:pt x="162" y="1560"/>
                    <a:pt x="238" y="1560"/>
                  </a:cubicBezTo>
                  <a:cubicBezTo>
                    <a:pt x="352" y="1560"/>
                    <a:pt x="480" y="1461"/>
                    <a:pt x="456" y="1311"/>
                  </a:cubicBezTo>
                  <a:cubicBezTo>
                    <a:pt x="402" y="964"/>
                    <a:pt x="505" y="613"/>
                    <a:pt x="732" y="344"/>
                  </a:cubicBezTo>
                  <a:cubicBezTo>
                    <a:pt x="858" y="198"/>
                    <a:pt x="726" y="1"/>
                    <a:pt x="58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7"/>
            <p:cNvSpPr/>
            <p:nvPr/>
          </p:nvSpPr>
          <p:spPr>
            <a:xfrm>
              <a:off x="6243575" y="4476288"/>
              <a:ext cx="47175" cy="14125"/>
            </a:xfrm>
            <a:custGeom>
              <a:rect b="b" l="l" r="r" t="t"/>
              <a:pathLst>
                <a:path extrusionOk="0" h="565" w="1887">
                  <a:moveTo>
                    <a:pt x="246" y="0"/>
                  </a:moveTo>
                  <a:cubicBezTo>
                    <a:pt x="63" y="0"/>
                    <a:pt x="1" y="313"/>
                    <a:pt x="211" y="393"/>
                  </a:cubicBezTo>
                  <a:cubicBezTo>
                    <a:pt x="516" y="509"/>
                    <a:pt x="829" y="564"/>
                    <a:pt x="1146" y="564"/>
                  </a:cubicBezTo>
                  <a:cubicBezTo>
                    <a:pt x="1314" y="564"/>
                    <a:pt x="1482" y="549"/>
                    <a:pt x="1651" y="519"/>
                  </a:cubicBezTo>
                  <a:cubicBezTo>
                    <a:pt x="1886" y="475"/>
                    <a:pt x="1805" y="136"/>
                    <a:pt x="1587" y="136"/>
                  </a:cubicBezTo>
                  <a:cubicBezTo>
                    <a:pt x="1573" y="136"/>
                    <a:pt x="1560" y="137"/>
                    <a:pt x="1546" y="139"/>
                  </a:cubicBezTo>
                  <a:cubicBezTo>
                    <a:pt x="1415" y="162"/>
                    <a:pt x="1286" y="174"/>
                    <a:pt x="1157" y="174"/>
                  </a:cubicBezTo>
                  <a:cubicBezTo>
                    <a:pt x="872" y="174"/>
                    <a:pt x="590" y="118"/>
                    <a:pt x="314" y="13"/>
                  </a:cubicBezTo>
                  <a:cubicBezTo>
                    <a:pt x="290" y="4"/>
                    <a:pt x="267" y="0"/>
                    <a:pt x="24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7"/>
            <p:cNvSpPr/>
            <p:nvPr/>
          </p:nvSpPr>
          <p:spPr>
            <a:xfrm>
              <a:off x="6149950" y="3882888"/>
              <a:ext cx="87025" cy="128500"/>
            </a:xfrm>
            <a:custGeom>
              <a:rect b="b" l="l" r="r" t="t"/>
              <a:pathLst>
                <a:path extrusionOk="0" h="5140" w="3481">
                  <a:moveTo>
                    <a:pt x="2870" y="1"/>
                  </a:moveTo>
                  <a:cubicBezTo>
                    <a:pt x="1546" y="1"/>
                    <a:pt x="271" y="947"/>
                    <a:pt x="143" y="2341"/>
                  </a:cubicBezTo>
                  <a:cubicBezTo>
                    <a:pt x="0" y="3884"/>
                    <a:pt x="1385" y="5139"/>
                    <a:pt x="2857" y="5139"/>
                  </a:cubicBezTo>
                  <a:cubicBezTo>
                    <a:pt x="2906" y="5139"/>
                    <a:pt x="2955" y="5138"/>
                    <a:pt x="3004" y="5135"/>
                  </a:cubicBezTo>
                  <a:cubicBezTo>
                    <a:pt x="3252" y="5121"/>
                    <a:pt x="3258" y="4741"/>
                    <a:pt x="3018" y="4741"/>
                  </a:cubicBezTo>
                  <a:cubicBezTo>
                    <a:pt x="3013" y="4741"/>
                    <a:pt x="3009" y="4741"/>
                    <a:pt x="3004" y="4741"/>
                  </a:cubicBezTo>
                  <a:cubicBezTo>
                    <a:pt x="2960" y="4744"/>
                    <a:pt x="2916" y="4745"/>
                    <a:pt x="2872" y="4745"/>
                  </a:cubicBezTo>
                  <a:cubicBezTo>
                    <a:pt x="1730" y="4745"/>
                    <a:pt x="618" y="3896"/>
                    <a:pt x="542" y="2697"/>
                  </a:cubicBezTo>
                  <a:cubicBezTo>
                    <a:pt x="460" y="1407"/>
                    <a:pt x="1603" y="385"/>
                    <a:pt x="2837" y="385"/>
                  </a:cubicBezTo>
                  <a:cubicBezTo>
                    <a:pt x="2936" y="385"/>
                    <a:pt x="3036" y="392"/>
                    <a:pt x="3136" y="405"/>
                  </a:cubicBezTo>
                  <a:cubicBezTo>
                    <a:pt x="3146" y="407"/>
                    <a:pt x="3156" y="407"/>
                    <a:pt x="3166" y="407"/>
                  </a:cubicBezTo>
                  <a:cubicBezTo>
                    <a:pt x="3392" y="407"/>
                    <a:pt x="3481" y="58"/>
                    <a:pt x="3241" y="26"/>
                  </a:cubicBezTo>
                  <a:cubicBezTo>
                    <a:pt x="3117" y="9"/>
                    <a:pt x="2993" y="1"/>
                    <a:pt x="287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7"/>
            <p:cNvSpPr/>
            <p:nvPr/>
          </p:nvSpPr>
          <p:spPr>
            <a:xfrm>
              <a:off x="6300775" y="3926163"/>
              <a:ext cx="38275" cy="14575"/>
            </a:xfrm>
            <a:custGeom>
              <a:rect b="b" l="l" r="r" t="t"/>
              <a:pathLst>
                <a:path extrusionOk="0" h="583" w="1531">
                  <a:moveTo>
                    <a:pt x="1271" y="0"/>
                  </a:moveTo>
                  <a:cubicBezTo>
                    <a:pt x="1238" y="0"/>
                    <a:pt x="1203" y="12"/>
                    <a:pt x="1167" y="39"/>
                  </a:cubicBezTo>
                  <a:cubicBezTo>
                    <a:pt x="1037" y="138"/>
                    <a:pt x="891" y="190"/>
                    <a:pt x="745" y="190"/>
                  </a:cubicBezTo>
                  <a:cubicBezTo>
                    <a:pt x="620" y="190"/>
                    <a:pt x="494" y="152"/>
                    <a:pt x="376" y="74"/>
                  </a:cubicBezTo>
                  <a:cubicBezTo>
                    <a:pt x="341" y="52"/>
                    <a:pt x="307" y="42"/>
                    <a:pt x="275" y="42"/>
                  </a:cubicBezTo>
                  <a:cubicBezTo>
                    <a:pt x="110" y="42"/>
                    <a:pt x="1" y="300"/>
                    <a:pt x="178" y="415"/>
                  </a:cubicBezTo>
                  <a:cubicBezTo>
                    <a:pt x="350" y="527"/>
                    <a:pt x="550" y="583"/>
                    <a:pt x="750" y="583"/>
                  </a:cubicBezTo>
                  <a:cubicBezTo>
                    <a:pt x="968" y="583"/>
                    <a:pt x="1187" y="515"/>
                    <a:pt x="1366" y="379"/>
                  </a:cubicBezTo>
                  <a:cubicBezTo>
                    <a:pt x="1530" y="254"/>
                    <a:pt x="1426" y="0"/>
                    <a:pt x="127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7"/>
            <p:cNvSpPr/>
            <p:nvPr/>
          </p:nvSpPr>
          <p:spPr>
            <a:xfrm>
              <a:off x="6305775" y="3964263"/>
              <a:ext cx="29350" cy="9875"/>
            </a:xfrm>
            <a:custGeom>
              <a:rect b="b" l="l" r="r" t="t"/>
              <a:pathLst>
                <a:path extrusionOk="0" h="395" w="1174">
                  <a:moveTo>
                    <a:pt x="256" y="1"/>
                  </a:moveTo>
                  <a:cubicBezTo>
                    <a:pt x="1" y="1"/>
                    <a:pt x="1" y="394"/>
                    <a:pt x="256" y="394"/>
                  </a:cubicBezTo>
                  <a:lnTo>
                    <a:pt x="919" y="394"/>
                  </a:lnTo>
                  <a:cubicBezTo>
                    <a:pt x="1173" y="394"/>
                    <a:pt x="1173" y="1"/>
                    <a:pt x="9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7"/>
            <p:cNvSpPr/>
            <p:nvPr/>
          </p:nvSpPr>
          <p:spPr>
            <a:xfrm>
              <a:off x="6442900" y="3898038"/>
              <a:ext cx="43025" cy="83025"/>
            </a:xfrm>
            <a:custGeom>
              <a:rect b="b" l="l" r="r" t="t"/>
              <a:pathLst>
                <a:path extrusionOk="0" h="3321" w="1721">
                  <a:moveTo>
                    <a:pt x="1095" y="1"/>
                  </a:moveTo>
                  <a:cubicBezTo>
                    <a:pt x="705" y="1"/>
                    <a:pt x="344" y="274"/>
                    <a:pt x="289" y="710"/>
                  </a:cubicBezTo>
                  <a:cubicBezTo>
                    <a:pt x="251" y="1005"/>
                    <a:pt x="362" y="1312"/>
                    <a:pt x="551" y="1536"/>
                  </a:cubicBezTo>
                  <a:cubicBezTo>
                    <a:pt x="692" y="1702"/>
                    <a:pt x="929" y="1786"/>
                    <a:pt x="1058" y="1952"/>
                  </a:cubicBezTo>
                  <a:cubicBezTo>
                    <a:pt x="1231" y="2038"/>
                    <a:pt x="1243" y="2184"/>
                    <a:pt x="1092" y="2388"/>
                  </a:cubicBezTo>
                  <a:cubicBezTo>
                    <a:pt x="1144" y="2628"/>
                    <a:pt x="1074" y="2764"/>
                    <a:pt x="879" y="2796"/>
                  </a:cubicBezTo>
                  <a:cubicBezTo>
                    <a:pt x="699" y="2894"/>
                    <a:pt x="448" y="2907"/>
                    <a:pt x="253" y="2926"/>
                  </a:cubicBezTo>
                  <a:cubicBezTo>
                    <a:pt x="11" y="2951"/>
                    <a:pt x="1" y="3321"/>
                    <a:pt x="230" y="3321"/>
                  </a:cubicBezTo>
                  <a:cubicBezTo>
                    <a:pt x="238" y="3321"/>
                    <a:pt x="245" y="3320"/>
                    <a:pt x="253" y="3320"/>
                  </a:cubicBezTo>
                  <a:cubicBezTo>
                    <a:pt x="823" y="3262"/>
                    <a:pt x="1560" y="3116"/>
                    <a:pt x="1675" y="2439"/>
                  </a:cubicBezTo>
                  <a:cubicBezTo>
                    <a:pt x="1721" y="2173"/>
                    <a:pt x="1623" y="1950"/>
                    <a:pt x="1443" y="1758"/>
                  </a:cubicBezTo>
                  <a:cubicBezTo>
                    <a:pt x="1296" y="1600"/>
                    <a:pt x="1087" y="1514"/>
                    <a:pt x="933" y="1365"/>
                  </a:cubicBezTo>
                  <a:cubicBezTo>
                    <a:pt x="780" y="1232"/>
                    <a:pt x="694" y="1061"/>
                    <a:pt x="673" y="854"/>
                  </a:cubicBezTo>
                  <a:cubicBezTo>
                    <a:pt x="706" y="550"/>
                    <a:pt x="837" y="400"/>
                    <a:pt x="1068" y="400"/>
                  </a:cubicBezTo>
                  <a:cubicBezTo>
                    <a:pt x="1130" y="400"/>
                    <a:pt x="1198" y="411"/>
                    <a:pt x="1274" y="432"/>
                  </a:cubicBezTo>
                  <a:cubicBezTo>
                    <a:pt x="1305" y="447"/>
                    <a:pt x="1336" y="454"/>
                    <a:pt x="1365" y="454"/>
                  </a:cubicBezTo>
                  <a:cubicBezTo>
                    <a:pt x="1547" y="454"/>
                    <a:pt x="1669" y="187"/>
                    <a:pt x="1473" y="90"/>
                  </a:cubicBezTo>
                  <a:cubicBezTo>
                    <a:pt x="1350" y="29"/>
                    <a:pt x="1221" y="1"/>
                    <a:pt x="109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7"/>
            <p:cNvSpPr/>
            <p:nvPr/>
          </p:nvSpPr>
          <p:spPr>
            <a:xfrm>
              <a:off x="6514475" y="3898113"/>
              <a:ext cx="9850" cy="84175"/>
            </a:xfrm>
            <a:custGeom>
              <a:rect b="b" l="l" r="r" t="t"/>
              <a:pathLst>
                <a:path extrusionOk="0" h="3367" w="394">
                  <a:moveTo>
                    <a:pt x="197" y="0"/>
                  </a:moveTo>
                  <a:cubicBezTo>
                    <a:pt x="99" y="0"/>
                    <a:pt x="0" y="64"/>
                    <a:pt x="0" y="191"/>
                  </a:cubicBezTo>
                  <a:lnTo>
                    <a:pt x="0" y="3176"/>
                  </a:lnTo>
                  <a:cubicBezTo>
                    <a:pt x="0" y="3303"/>
                    <a:pt x="99" y="3366"/>
                    <a:pt x="197" y="3366"/>
                  </a:cubicBezTo>
                  <a:cubicBezTo>
                    <a:pt x="295" y="3366"/>
                    <a:pt x="394" y="3303"/>
                    <a:pt x="394" y="3176"/>
                  </a:cubicBezTo>
                  <a:lnTo>
                    <a:pt x="394" y="191"/>
                  </a:lnTo>
                  <a:cubicBezTo>
                    <a:pt x="394" y="64"/>
                    <a:pt x="295" y="0"/>
                    <a:pt x="1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7"/>
            <p:cNvSpPr/>
            <p:nvPr/>
          </p:nvSpPr>
          <p:spPr>
            <a:xfrm>
              <a:off x="6551800" y="3898113"/>
              <a:ext cx="9850" cy="84175"/>
            </a:xfrm>
            <a:custGeom>
              <a:rect b="b" l="l" r="r" t="t"/>
              <a:pathLst>
                <a:path extrusionOk="0" h="3367" w="394">
                  <a:moveTo>
                    <a:pt x="197" y="0"/>
                  </a:moveTo>
                  <a:cubicBezTo>
                    <a:pt x="99" y="0"/>
                    <a:pt x="0" y="64"/>
                    <a:pt x="0" y="191"/>
                  </a:cubicBezTo>
                  <a:lnTo>
                    <a:pt x="0" y="3176"/>
                  </a:lnTo>
                  <a:cubicBezTo>
                    <a:pt x="0" y="3303"/>
                    <a:pt x="99" y="3366"/>
                    <a:pt x="197" y="3366"/>
                  </a:cubicBezTo>
                  <a:cubicBezTo>
                    <a:pt x="296" y="3366"/>
                    <a:pt x="394" y="3303"/>
                    <a:pt x="394" y="3176"/>
                  </a:cubicBezTo>
                  <a:lnTo>
                    <a:pt x="394" y="191"/>
                  </a:lnTo>
                  <a:cubicBezTo>
                    <a:pt x="394" y="64"/>
                    <a:pt x="296" y="0"/>
                    <a:pt x="1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7"/>
            <p:cNvSpPr/>
            <p:nvPr/>
          </p:nvSpPr>
          <p:spPr>
            <a:xfrm>
              <a:off x="6554550" y="3898088"/>
              <a:ext cx="61550" cy="90025"/>
            </a:xfrm>
            <a:custGeom>
              <a:rect b="b" l="l" r="r" t="t"/>
              <a:pathLst>
                <a:path extrusionOk="0" h="3601" w="2462">
                  <a:moveTo>
                    <a:pt x="2268" y="0"/>
                  </a:moveTo>
                  <a:cubicBezTo>
                    <a:pt x="2169" y="0"/>
                    <a:pt x="2068" y="63"/>
                    <a:pt x="2062" y="190"/>
                  </a:cubicBezTo>
                  <a:cubicBezTo>
                    <a:pt x="2021" y="1101"/>
                    <a:pt x="1939" y="2007"/>
                    <a:pt x="1817" y="2910"/>
                  </a:cubicBezTo>
                  <a:lnTo>
                    <a:pt x="1817" y="2910"/>
                  </a:lnTo>
                  <a:cubicBezTo>
                    <a:pt x="1207" y="2067"/>
                    <a:pt x="746" y="1143"/>
                    <a:pt x="427" y="144"/>
                  </a:cubicBezTo>
                  <a:cubicBezTo>
                    <a:pt x="397" y="50"/>
                    <a:pt x="319" y="9"/>
                    <a:pt x="241" y="9"/>
                  </a:cubicBezTo>
                  <a:cubicBezTo>
                    <a:pt x="121" y="9"/>
                    <a:pt x="1" y="105"/>
                    <a:pt x="48" y="251"/>
                  </a:cubicBezTo>
                  <a:cubicBezTo>
                    <a:pt x="430" y="1458"/>
                    <a:pt x="1020" y="2553"/>
                    <a:pt x="1804" y="3542"/>
                  </a:cubicBezTo>
                  <a:cubicBezTo>
                    <a:pt x="1836" y="3582"/>
                    <a:pt x="1885" y="3600"/>
                    <a:pt x="1936" y="3600"/>
                  </a:cubicBezTo>
                  <a:cubicBezTo>
                    <a:pt x="2026" y="3600"/>
                    <a:pt x="2120" y="3544"/>
                    <a:pt x="2133" y="3453"/>
                  </a:cubicBezTo>
                  <a:cubicBezTo>
                    <a:pt x="2297" y="2371"/>
                    <a:pt x="2405" y="1285"/>
                    <a:pt x="2456" y="190"/>
                  </a:cubicBezTo>
                  <a:cubicBezTo>
                    <a:pt x="2461" y="63"/>
                    <a:pt x="2366" y="0"/>
                    <a:pt x="22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7"/>
            <p:cNvSpPr/>
            <p:nvPr/>
          </p:nvSpPr>
          <p:spPr>
            <a:xfrm>
              <a:off x="6669900" y="3844538"/>
              <a:ext cx="51250" cy="63600"/>
            </a:xfrm>
            <a:custGeom>
              <a:rect b="b" l="l" r="r" t="t"/>
              <a:pathLst>
                <a:path extrusionOk="0" h="2544" w="2050">
                  <a:moveTo>
                    <a:pt x="1122" y="0"/>
                  </a:moveTo>
                  <a:cubicBezTo>
                    <a:pt x="1108" y="0"/>
                    <a:pt x="1094" y="2"/>
                    <a:pt x="1081" y="4"/>
                  </a:cubicBezTo>
                  <a:cubicBezTo>
                    <a:pt x="799" y="58"/>
                    <a:pt x="519" y="111"/>
                    <a:pt x="238" y="167"/>
                  </a:cubicBezTo>
                  <a:cubicBezTo>
                    <a:pt x="1" y="212"/>
                    <a:pt x="81" y="551"/>
                    <a:pt x="297" y="551"/>
                  </a:cubicBezTo>
                  <a:cubicBezTo>
                    <a:pt x="310" y="551"/>
                    <a:pt x="324" y="549"/>
                    <a:pt x="338" y="546"/>
                  </a:cubicBezTo>
                  <a:cubicBezTo>
                    <a:pt x="545" y="507"/>
                    <a:pt x="753" y="468"/>
                    <a:pt x="960" y="427"/>
                  </a:cubicBezTo>
                  <a:lnTo>
                    <a:pt x="960" y="427"/>
                  </a:lnTo>
                  <a:cubicBezTo>
                    <a:pt x="995" y="981"/>
                    <a:pt x="758" y="1495"/>
                    <a:pt x="328" y="1861"/>
                  </a:cubicBezTo>
                  <a:cubicBezTo>
                    <a:pt x="214" y="1957"/>
                    <a:pt x="279" y="2154"/>
                    <a:pt x="415" y="2190"/>
                  </a:cubicBezTo>
                  <a:cubicBezTo>
                    <a:pt x="851" y="2306"/>
                    <a:pt x="1284" y="2420"/>
                    <a:pt x="1720" y="2536"/>
                  </a:cubicBezTo>
                  <a:cubicBezTo>
                    <a:pt x="1739" y="2541"/>
                    <a:pt x="1757" y="2544"/>
                    <a:pt x="1774" y="2544"/>
                  </a:cubicBezTo>
                  <a:cubicBezTo>
                    <a:pt x="1979" y="2544"/>
                    <a:pt x="2050" y="2216"/>
                    <a:pt x="1826" y="2157"/>
                  </a:cubicBezTo>
                  <a:cubicBezTo>
                    <a:pt x="1501" y="2070"/>
                    <a:pt x="1177" y="1985"/>
                    <a:pt x="853" y="1899"/>
                  </a:cubicBezTo>
                  <a:lnTo>
                    <a:pt x="853" y="1899"/>
                  </a:lnTo>
                  <a:cubicBezTo>
                    <a:pt x="1267" y="1417"/>
                    <a:pt x="1430" y="785"/>
                    <a:pt x="1322" y="143"/>
                  </a:cubicBezTo>
                  <a:cubicBezTo>
                    <a:pt x="1307" y="47"/>
                    <a:pt x="1209" y="0"/>
                    <a:pt x="112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7"/>
            <p:cNvSpPr/>
            <p:nvPr/>
          </p:nvSpPr>
          <p:spPr>
            <a:xfrm>
              <a:off x="6770525" y="3789863"/>
              <a:ext cx="92100" cy="335125"/>
            </a:xfrm>
            <a:custGeom>
              <a:rect b="b" l="l" r="r" t="t"/>
              <a:pathLst>
                <a:path extrusionOk="0" h="13405" w="3684">
                  <a:moveTo>
                    <a:pt x="2867" y="0"/>
                  </a:moveTo>
                  <a:cubicBezTo>
                    <a:pt x="2824" y="0"/>
                    <a:pt x="2780" y="14"/>
                    <a:pt x="2739" y="47"/>
                  </a:cubicBezTo>
                  <a:cubicBezTo>
                    <a:pt x="638" y="1701"/>
                    <a:pt x="1" y="4450"/>
                    <a:pt x="29" y="7014"/>
                  </a:cubicBezTo>
                  <a:cubicBezTo>
                    <a:pt x="58" y="9555"/>
                    <a:pt x="785" y="12361"/>
                    <a:pt x="3371" y="13390"/>
                  </a:cubicBezTo>
                  <a:cubicBezTo>
                    <a:pt x="3396" y="13400"/>
                    <a:pt x="3420" y="13404"/>
                    <a:pt x="3442" y="13404"/>
                  </a:cubicBezTo>
                  <a:cubicBezTo>
                    <a:pt x="3625" y="13404"/>
                    <a:pt x="3683" y="13093"/>
                    <a:pt x="3477" y="13010"/>
                  </a:cubicBezTo>
                  <a:cubicBezTo>
                    <a:pt x="874" y="11975"/>
                    <a:pt x="356" y="8919"/>
                    <a:pt x="429" y="6435"/>
                  </a:cubicBezTo>
                  <a:cubicBezTo>
                    <a:pt x="498" y="4145"/>
                    <a:pt x="1153" y="1796"/>
                    <a:pt x="3018" y="327"/>
                  </a:cubicBezTo>
                  <a:cubicBezTo>
                    <a:pt x="3174" y="201"/>
                    <a:pt x="3031" y="0"/>
                    <a:pt x="28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7"/>
            <p:cNvSpPr/>
            <p:nvPr/>
          </p:nvSpPr>
          <p:spPr>
            <a:xfrm>
              <a:off x="6872575" y="3839113"/>
              <a:ext cx="64300" cy="73500"/>
            </a:xfrm>
            <a:custGeom>
              <a:rect b="b" l="l" r="r" t="t"/>
              <a:pathLst>
                <a:path extrusionOk="0" h="2940" w="2572">
                  <a:moveTo>
                    <a:pt x="817" y="1"/>
                  </a:moveTo>
                  <a:cubicBezTo>
                    <a:pt x="421" y="1"/>
                    <a:pt x="34" y="261"/>
                    <a:pt x="6" y="722"/>
                  </a:cubicBezTo>
                  <a:cubicBezTo>
                    <a:pt x="1" y="850"/>
                    <a:pt x="97" y="913"/>
                    <a:pt x="197" y="913"/>
                  </a:cubicBezTo>
                  <a:cubicBezTo>
                    <a:pt x="295" y="913"/>
                    <a:pt x="397" y="850"/>
                    <a:pt x="404" y="725"/>
                  </a:cubicBezTo>
                  <a:cubicBezTo>
                    <a:pt x="415" y="513"/>
                    <a:pt x="635" y="386"/>
                    <a:pt x="837" y="386"/>
                  </a:cubicBezTo>
                  <a:cubicBezTo>
                    <a:pt x="883" y="386"/>
                    <a:pt x="929" y="393"/>
                    <a:pt x="971" y="407"/>
                  </a:cubicBezTo>
                  <a:cubicBezTo>
                    <a:pt x="1273" y="513"/>
                    <a:pt x="1333" y="915"/>
                    <a:pt x="1278" y="1179"/>
                  </a:cubicBezTo>
                  <a:cubicBezTo>
                    <a:pt x="1171" y="1705"/>
                    <a:pt x="696" y="2038"/>
                    <a:pt x="284" y="2330"/>
                  </a:cubicBezTo>
                  <a:cubicBezTo>
                    <a:pt x="139" y="2433"/>
                    <a:pt x="169" y="2626"/>
                    <a:pt x="331" y="2689"/>
                  </a:cubicBezTo>
                  <a:cubicBezTo>
                    <a:pt x="763" y="2859"/>
                    <a:pt x="1200" y="2940"/>
                    <a:pt x="1646" y="2940"/>
                  </a:cubicBezTo>
                  <a:cubicBezTo>
                    <a:pt x="1873" y="2940"/>
                    <a:pt x="2103" y="2919"/>
                    <a:pt x="2336" y="2878"/>
                  </a:cubicBezTo>
                  <a:cubicBezTo>
                    <a:pt x="2572" y="2836"/>
                    <a:pt x="2490" y="2495"/>
                    <a:pt x="2270" y="2495"/>
                  </a:cubicBezTo>
                  <a:cubicBezTo>
                    <a:pt x="2257" y="2495"/>
                    <a:pt x="2244" y="2496"/>
                    <a:pt x="2230" y="2499"/>
                  </a:cubicBezTo>
                  <a:cubicBezTo>
                    <a:pt x="2039" y="2533"/>
                    <a:pt x="1850" y="2549"/>
                    <a:pt x="1663" y="2549"/>
                  </a:cubicBezTo>
                  <a:cubicBezTo>
                    <a:pt x="1369" y="2549"/>
                    <a:pt x="1080" y="2508"/>
                    <a:pt x="794" y="2430"/>
                  </a:cubicBezTo>
                  <a:lnTo>
                    <a:pt x="794" y="2430"/>
                  </a:lnTo>
                  <a:cubicBezTo>
                    <a:pt x="1423" y="1912"/>
                    <a:pt x="2058" y="1133"/>
                    <a:pt x="1498" y="344"/>
                  </a:cubicBezTo>
                  <a:cubicBezTo>
                    <a:pt x="1331" y="110"/>
                    <a:pt x="1072" y="1"/>
                    <a:pt x="81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7"/>
            <p:cNvSpPr/>
            <p:nvPr/>
          </p:nvSpPr>
          <p:spPr>
            <a:xfrm>
              <a:off x="6853025" y="3947063"/>
              <a:ext cx="104900" cy="14200"/>
            </a:xfrm>
            <a:custGeom>
              <a:rect b="b" l="l" r="r" t="t"/>
              <a:pathLst>
                <a:path extrusionOk="0" h="568" w="4196">
                  <a:moveTo>
                    <a:pt x="1395" y="0"/>
                  </a:moveTo>
                  <a:cubicBezTo>
                    <a:pt x="1016" y="0"/>
                    <a:pt x="636" y="13"/>
                    <a:pt x="255" y="37"/>
                  </a:cubicBezTo>
                  <a:cubicBezTo>
                    <a:pt x="8" y="53"/>
                    <a:pt x="1" y="431"/>
                    <a:pt x="241" y="431"/>
                  </a:cubicBezTo>
                  <a:cubicBezTo>
                    <a:pt x="245" y="431"/>
                    <a:pt x="250" y="431"/>
                    <a:pt x="255" y="431"/>
                  </a:cubicBezTo>
                  <a:cubicBezTo>
                    <a:pt x="644" y="405"/>
                    <a:pt x="1032" y="393"/>
                    <a:pt x="1420" y="393"/>
                  </a:cubicBezTo>
                  <a:cubicBezTo>
                    <a:pt x="2232" y="393"/>
                    <a:pt x="3042" y="449"/>
                    <a:pt x="3851" y="565"/>
                  </a:cubicBezTo>
                  <a:cubicBezTo>
                    <a:pt x="3863" y="567"/>
                    <a:pt x="3873" y="568"/>
                    <a:pt x="3884" y="568"/>
                  </a:cubicBezTo>
                  <a:cubicBezTo>
                    <a:pt x="4109" y="568"/>
                    <a:pt x="4195" y="220"/>
                    <a:pt x="3957" y="186"/>
                  </a:cubicBezTo>
                  <a:cubicBezTo>
                    <a:pt x="3103" y="63"/>
                    <a:pt x="2251" y="0"/>
                    <a:pt x="139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7"/>
            <p:cNvSpPr/>
            <p:nvPr/>
          </p:nvSpPr>
          <p:spPr>
            <a:xfrm>
              <a:off x="6882050" y="3997413"/>
              <a:ext cx="66925" cy="76525"/>
            </a:xfrm>
            <a:custGeom>
              <a:rect b="b" l="l" r="r" t="t"/>
              <a:pathLst>
                <a:path extrusionOk="0" h="3061" w="2677">
                  <a:moveTo>
                    <a:pt x="417" y="0"/>
                  </a:moveTo>
                  <a:cubicBezTo>
                    <a:pt x="167" y="0"/>
                    <a:pt x="167" y="391"/>
                    <a:pt x="418" y="395"/>
                  </a:cubicBezTo>
                  <a:lnTo>
                    <a:pt x="1327" y="413"/>
                  </a:lnTo>
                  <a:lnTo>
                    <a:pt x="1327" y="413"/>
                  </a:lnTo>
                  <a:cubicBezTo>
                    <a:pt x="1269" y="741"/>
                    <a:pt x="1108" y="1000"/>
                    <a:pt x="842" y="1228"/>
                  </a:cubicBezTo>
                  <a:cubicBezTo>
                    <a:pt x="719" y="1336"/>
                    <a:pt x="805" y="1508"/>
                    <a:pt x="930" y="1558"/>
                  </a:cubicBezTo>
                  <a:cubicBezTo>
                    <a:pt x="1156" y="1648"/>
                    <a:pt x="1383" y="1739"/>
                    <a:pt x="1610" y="1831"/>
                  </a:cubicBezTo>
                  <a:cubicBezTo>
                    <a:pt x="1913" y="1954"/>
                    <a:pt x="2225" y="2049"/>
                    <a:pt x="1893" y="2354"/>
                  </a:cubicBezTo>
                  <a:cubicBezTo>
                    <a:pt x="1531" y="2686"/>
                    <a:pt x="712" y="2664"/>
                    <a:pt x="255" y="2667"/>
                  </a:cubicBezTo>
                  <a:cubicBezTo>
                    <a:pt x="1" y="2669"/>
                    <a:pt x="0" y="3061"/>
                    <a:pt x="254" y="3061"/>
                  </a:cubicBezTo>
                  <a:cubicBezTo>
                    <a:pt x="254" y="3061"/>
                    <a:pt x="255" y="3061"/>
                    <a:pt x="255" y="3061"/>
                  </a:cubicBezTo>
                  <a:cubicBezTo>
                    <a:pt x="877" y="3056"/>
                    <a:pt x="2247" y="3029"/>
                    <a:pt x="2494" y="2273"/>
                  </a:cubicBezTo>
                  <a:cubicBezTo>
                    <a:pt x="2676" y="1713"/>
                    <a:pt x="1874" y="1450"/>
                    <a:pt x="1345" y="1281"/>
                  </a:cubicBezTo>
                  <a:lnTo>
                    <a:pt x="1345" y="1281"/>
                  </a:lnTo>
                  <a:cubicBezTo>
                    <a:pt x="1594" y="983"/>
                    <a:pt x="1721" y="629"/>
                    <a:pt x="1744" y="219"/>
                  </a:cubicBezTo>
                  <a:cubicBezTo>
                    <a:pt x="1750" y="112"/>
                    <a:pt x="1650" y="23"/>
                    <a:pt x="1548" y="22"/>
                  </a:cubicBezTo>
                  <a:lnTo>
                    <a:pt x="420" y="0"/>
                  </a:lnTo>
                  <a:cubicBezTo>
                    <a:pt x="419" y="0"/>
                    <a:pt x="418" y="0"/>
                    <a:pt x="41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7"/>
            <p:cNvSpPr/>
            <p:nvPr/>
          </p:nvSpPr>
          <p:spPr>
            <a:xfrm>
              <a:off x="6954725" y="3796938"/>
              <a:ext cx="90675" cy="329450"/>
            </a:xfrm>
            <a:custGeom>
              <a:rect b="b" l="l" r="r" t="t"/>
              <a:pathLst>
                <a:path extrusionOk="0" h="13178" w="3627">
                  <a:moveTo>
                    <a:pt x="1235" y="0"/>
                  </a:moveTo>
                  <a:cubicBezTo>
                    <a:pt x="1091" y="0"/>
                    <a:pt x="958" y="198"/>
                    <a:pt x="1085" y="343"/>
                  </a:cubicBezTo>
                  <a:cubicBezTo>
                    <a:pt x="2571" y="2044"/>
                    <a:pt x="3289" y="4277"/>
                    <a:pt x="3145" y="6529"/>
                  </a:cubicBezTo>
                  <a:cubicBezTo>
                    <a:pt x="3072" y="7656"/>
                    <a:pt x="2774" y="8765"/>
                    <a:pt x="2256" y="9770"/>
                  </a:cubicBezTo>
                  <a:cubicBezTo>
                    <a:pt x="1672" y="10895"/>
                    <a:pt x="788" y="11833"/>
                    <a:pt x="97" y="12888"/>
                  </a:cubicBezTo>
                  <a:cubicBezTo>
                    <a:pt x="0" y="13036"/>
                    <a:pt x="136" y="13178"/>
                    <a:pt x="275" y="13178"/>
                  </a:cubicBezTo>
                  <a:cubicBezTo>
                    <a:pt x="335" y="13178"/>
                    <a:pt x="395" y="13151"/>
                    <a:pt x="438" y="13087"/>
                  </a:cubicBezTo>
                  <a:cubicBezTo>
                    <a:pt x="1233" y="11874"/>
                    <a:pt x="2248" y="10808"/>
                    <a:pt x="2837" y="9465"/>
                  </a:cubicBezTo>
                  <a:cubicBezTo>
                    <a:pt x="3281" y="8453"/>
                    <a:pt x="3517" y="7353"/>
                    <a:pt x="3553" y="6250"/>
                  </a:cubicBezTo>
                  <a:cubicBezTo>
                    <a:pt x="3627" y="3982"/>
                    <a:pt x="2854" y="1772"/>
                    <a:pt x="1364" y="64"/>
                  </a:cubicBezTo>
                  <a:cubicBezTo>
                    <a:pt x="1325" y="19"/>
                    <a:pt x="1279" y="0"/>
                    <a:pt x="12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7"/>
            <p:cNvSpPr/>
            <p:nvPr/>
          </p:nvSpPr>
          <p:spPr>
            <a:xfrm>
              <a:off x="6284975" y="4221188"/>
              <a:ext cx="62525" cy="15850"/>
            </a:xfrm>
            <a:custGeom>
              <a:rect b="b" l="l" r="r" t="t"/>
              <a:pathLst>
                <a:path extrusionOk="0" h="634" w="2501">
                  <a:moveTo>
                    <a:pt x="224" y="0"/>
                  </a:moveTo>
                  <a:cubicBezTo>
                    <a:pt x="0" y="0"/>
                    <a:pt x="10" y="367"/>
                    <a:pt x="250" y="396"/>
                  </a:cubicBezTo>
                  <a:cubicBezTo>
                    <a:pt x="917" y="474"/>
                    <a:pt x="1584" y="553"/>
                    <a:pt x="2250" y="632"/>
                  </a:cubicBezTo>
                  <a:cubicBezTo>
                    <a:pt x="2259" y="633"/>
                    <a:pt x="2268" y="633"/>
                    <a:pt x="2277" y="633"/>
                  </a:cubicBezTo>
                  <a:cubicBezTo>
                    <a:pt x="2500" y="633"/>
                    <a:pt x="2490" y="266"/>
                    <a:pt x="2250" y="238"/>
                  </a:cubicBezTo>
                  <a:cubicBezTo>
                    <a:pt x="1583" y="159"/>
                    <a:pt x="916" y="81"/>
                    <a:pt x="250" y="2"/>
                  </a:cubicBezTo>
                  <a:cubicBezTo>
                    <a:pt x="241" y="1"/>
                    <a:pt x="232" y="0"/>
                    <a:pt x="22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7"/>
            <p:cNvSpPr/>
            <p:nvPr/>
          </p:nvSpPr>
          <p:spPr>
            <a:xfrm>
              <a:off x="6292775" y="4257263"/>
              <a:ext cx="54650" cy="14400"/>
            </a:xfrm>
            <a:custGeom>
              <a:rect b="b" l="l" r="r" t="t"/>
              <a:pathLst>
                <a:path extrusionOk="0" h="576" w="2186">
                  <a:moveTo>
                    <a:pt x="263" y="1"/>
                  </a:moveTo>
                  <a:cubicBezTo>
                    <a:pt x="67" y="1"/>
                    <a:pt x="0" y="321"/>
                    <a:pt x="220" y="390"/>
                  </a:cubicBezTo>
                  <a:cubicBezTo>
                    <a:pt x="618" y="513"/>
                    <a:pt x="1022" y="575"/>
                    <a:pt x="1431" y="575"/>
                  </a:cubicBezTo>
                  <a:cubicBezTo>
                    <a:pt x="1598" y="575"/>
                    <a:pt x="1765" y="565"/>
                    <a:pt x="1932" y="544"/>
                  </a:cubicBezTo>
                  <a:cubicBezTo>
                    <a:pt x="2172" y="516"/>
                    <a:pt x="2185" y="149"/>
                    <a:pt x="1959" y="149"/>
                  </a:cubicBezTo>
                  <a:cubicBezTo>
                    <a:pt x="1951" y="149"/>
                    <a:pt x="1942" y="150"/>
                    <a:pt x="1932" y="151"/>
                  </a:cubicBezTo>
                  <a:cubicBezTo>
                    <a:pt x="1770" y="171"/>
                    <a:pt x="1608" y="181"/>
                    <a:pt x="1448" y="181"/>
                  </a:cubicBezTo>
                  <a:cubicBezTo>
                    <a:pt x="1068" y="181"/>
                    <a:pt x="695" y="124"/>
                    <a:pt x="325" y="11"/>
                  </a:cubicBezTo>
                  <a:cubicBezTo>
                    <a:pt x="303" y="4"/>
                    <a:pt x="282" y="1"/>
                    <a:pt x="26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7"/>
            <p:cNvSpPr/>
            <p:nvPr/>
          </p:nvSpPr>
          <p:spPr>
            <a:xfrm>
              <a:off x="6437675" y="4183763"/>
              <a:ext cx="50975" cy="106800"/>
            </a:xfrm>
            <a:custGeom>
              <a:rect b="b" l="l" r="r" t="t"/>
              <a:pathLst>
                <a:path extrusionOk="0" h="4272" w="2039">
                  <a:moveTo>
                    <a:pt x="1241" y="1"/>
                  </a:moveTo>
                  <a:cubicBezTo>
                    <a:pt x="604" y="1"/>
                    <a:pt x="24" y="446"/>
                    <a:pt x="36" y="1161"/>
                  </a:cubicBezTo>
                  <a:cubicBezTo>
                    <a:pt x="43" y="1549"/>
                    <a:pt x="233" y="1873"/>
                    <a:pt x="531" y="2109"/>
                  </a:cubicBezTo>
                  <a:cubicBezTo>
                    <a:pt x="700" y="2242"/>
                    <a:pt x="1051" y="2308"/>
                    <a:pt x="1171" y="2474"/>
                  </a:cubicBezTo>
                  <a:cubicBezTo>
                    <a:pt x="1290" y="2640"/>
                    <a:pt x="999" y="3655"/>
                    <a:pt x="787" y="3768"/>
                  </a:cubicBezTo>
                  <a:cubicBezTo>
                    <a:pt x="641" y="3845"/>
                    <a:pt x="392" y="3861"/>
                    <a:pt x="236" y="3888"/>
                  </a:cubicBezTo>
                  <a:cubicBezTo>
                    <a:pt x="1" y="3930"/>
                    <a:pt x="83" y="4271"/>
                    <a:pt x="302" y="4271"/>
                  </a:cubicBezTo>
                  <a:cubicBezTo>
                    <a:pt x="315" y="4271"/>
                    <a:pt x="329" y="4270"/>
                    <a:pt x="342" y="4268"/>
                  </a:cubicBezTo>
                  <a:cubicBezTo>
                    <a:pt x="1037" y="4142"/>
                    <a:pt x="2039" y="3818"/>
                    <a:pt x="1953" y="2915"/>
                  </a:cubicBezTo>
                  <a:cubicBezTo>
                    <a:pt x="1920" y="2581"/>
                    <a:pt x="1717" y="2361"/>
                    <a:pt x="1453" y="2180"/>
                  </a:cubicBezTo>
                  <a:cubicBezTo>
                    <a:pt x="1204" y="2010"/>
                    <a:pt x="873" y="1931"/>
                    <a:pt x="663" y="1708"/>
                  </a:cubicBezTo>
                  <a:cubicBezTo>
                    <a:pt x="98" y="1111"/>
                    <a:pt x="615" y="396"/>
                    <a:pt x="1269" y="396"/>
                  </a:cubicBezTo>
                  <a:cubicBezTo>
                    <a:pt x="1349" y="396"/>
                    <a:pt x="1432" y="406"/>
                    <a:pt x="1515" y="430"/>
                  </a:cubicBezTo>
                  <a:cubicBezTo>
                    <a:pt x="1535" y="435"/>
                    <a:pt x="1555" y="438"/>
                    <a:pt x="1573" y="438"/>
                  </a:cubicBezTo>
                  <a:cubicBezTo>
                    <a:pt x="1774" y="438"/>
                    <a:pt x="1842" y="115"/>
                    <a:pt x="1618" y="53"/>
                  </a:cubicBezTo>
                  <a:cubicBezTo>
                    <a:pt x="1493" y="18"/>
                    <a:pt x="1366" y="1"/>
                    <a:pt x="124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7"/>
            <p:cNvSpPr/>
            <p:nvPr/>
          </p:nvSpPr>
          <p:spPr>
            <a:xfrm>
              <a:off x="6526200" y="4190888"/>
              <a:ext cx="15775" cy="96400"/>
            </a:xfrm>
            <a:custGeom>
              <a:rect b="b" l="l" r="r" t="t"/>
              <a:pathLst>
                <a:path extrusionOk="0" h="3856" w="631">
                  <a:moveTo>
                    <a:pt x="227" y="0"/>
                  </a:moveTo>
                  <a:cubicBezTo>
                    <a:pt x="128" y="0"/>
                    <a:pt x="28" y="64"/>
                    <a:pt x="25" y="190"/>
                  </a:cubicBezTo>
                  <a:cubicBezTo>
                    <a:pt x="1" y="1356"/>
                    <a:pt x="67" y="2512"/>
                    <a:pt x="220" y="3669"/>
                  </a:cubicBezTo>
                  <a:cubicBezTo>
                    <a:pt x="237" y="3793"/>
                    <a:pt x="345" y="3855"/>
                    <a:pt x="444" y="3855"/>
                  </a:cubicBezTo>
                  <a:cubicBezTo>
                    <a:pt x="542" y="3855"/>
                    <a:pt x="631" y="3794"/>
                    <a:pt x="613" y="3669"/>
                  </a:cubicBezTo>
                  <a:cubicBezTo>
                    <a:pt x="460" y="2512"/>
                    <a:pt x="394" y="1356"/>
                    <a:pt x="419" y="190"/>
                  </a:cubicBezTo>
                  <a:cubicBezTo>
                    <a:pt x="422" y="64"/>
                    <a:pt x="325" y="0"/>
                    <a:pt x="2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7"/>
            <p:cNvSpPr/>
            <p:nvPr/>
          </p:nvSpPr>
          <p:spPr>
            <a:xfrm>
              <a:off x="6575025" y="4195088"/>
              <a:ext cx="15500" cy="88500"/>
            </a:xfrm>
            <a:custGeom>
              <a:rect b="b" l="l" r="r" t="t"/>
              <a:pathLst>
                <a:path extrusionOk="0" h="3540" w="620">
                  <a:moveTo>
                    <a:pt x="287" y="0"/>
                  </a:moveTo>
                  <a:cubicBezTo>
                    <a:pt x="189" y="0"/>
                    <a:pt x="86" y="64"/>
                    <a:pt x="76" y="190"/>
                  </a:cubicBezTo>
                  <a:cubicBezTo>
                    <a:pt x="0" y="1268"/>
                    <a:pt x="50" y="2330"/>
                    <a:pt x="217" y="3397"/>
                  </a:cubicBezTo>
                  <a:cubicBezTo>
                    <a:pt x="232" y="3496"/>
                    <a:pt x="301" y="3539"/>
                    <a:pt x="377" y="3539"/>
                  </a:cubicBezTo>
                  <a:cubicBezTo>
                    <a:pt x="491" y="3539"/>
                    <a:pt x="619" y="3441"/>
                    <a:pt x="596" y="3291"/>
                  </a:cubicBezTo>
                  <a:cubicBezTo>
                    <a:pt x="434" y="2260"/>
                    <a:pt x="395" y="1229"/>
                    <a:pt x="470" y="190"/>
                  </a:cubicBezTo>
                  <a:cubicBezTo>
                    <a:pt x="479" y="63"/>
                    <a:pt x="386" y="0"/>
                    <a:pt x="2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7"/>
            <p:cNvSpPr/>
            <p:nvPr/>
          </p:nvSpPr>
          <p:spPr>
            <a:xfrm>
              <a:off x="6577900" y="4178763"/>
              <a:ext cx="66975" cy="100425"/>
            </a:xfrm>
            <a:custGeom>
              <a:rect b="b" l="l" r="r" t="t"/>
              <a:pathLst>
                <a:path extrusionOk="0" h="4017" w="2679">
                  <a:moveTo>
                    <a:pt x="2253" y="0"/>
                  </a:moveTo>
                  <a:cubicBezTo>
                    <a:pt x="2138" y="0"/>
                    <a:pt x="2012" y="98"/>
                    <a:pt x="2041" y="247"/>
                  </a:cubicBezTo>
                  <a:cubicBezTo>
                    <a:pt x="2235" y="1243"/>
                    <a:pt x="2276" y="2235"/>
                    <a:pt x="2166" y="3232"/>
                  </a:cubicBezTo>
                  <a:lnTo>
                    <a:pt x="2166" y="3232"/>
                  </a:lnTo>
                  <a:cubicBezTo>
                    <a:pt x="1647" y="2365"/>
                    <a:pt x="1060" y="1548"/>
                    <a:pt x="404" y="776"/>
                  </a:cubicBezTo>
                  <a:cubicBezTo>
                    <a:pt x="364" y="730"/>
                    <a:pt x="319" y="710"/>
                    <a:pt x="274" y="710"/>
                  </a:cubicBezTo>
                  <a:cubicBezTo>
                    <a:pt x="132" y="710"/>
                    <a:pt x="0" y="907"/>
                    <a:pt x="124" y="1053"/>
                  </a:cubicBezTo>
                  <a:cubicBezTo>
                    <a:pt x="883" y="1945"/>
                    <a:pt x="1542" y="2901"/>
                    <a:pt x="2111" y="3924"/>
                  </a:cubicBezTo>
                  <a:cubicBezTo>
                    <a:pt x="2146" y="3985"/>
                    <a:pt x="2216" y="4016"/>
                    <a:pt x="2286" y="4016"/>
                  </a:cubicBezTo>
                  <a:cubicBezTo>
                    <a:pt x="2371" y="4016"/>
                    <a:pt x="2455" y="3970"/>
                    <a:pt x="2471" y="3876"/>
                  </a:cubicBezTo>
                  <a:cubicBezTo>
                    <a:pt x="2678" y="2625"/>
                    <a:pt x="2663" y="1385"/>
                    <a:pt x="2421" y="141"/>
                  </a:cubicBezTo>
                  <a:cubicBezTo>
                    <a:pt x="2401" y="43"/>
                    <a:pt x="2329" y="0"/>
                    <a:pt x="225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7"/>
            <p:cNvSpPr/>
            <p:nvPr/>
          </p:nvSpPr>
          <p:spPr>
            <a:xfrm>
              <a:off x="6703275" y="4117413"/>
              <a:ext cx="54350" cy="86100"/>
            </a:xfrm>
            <a:custGeom>
              <a:rect b="b" l="l" r="r" t="t"/>
              <a:pathLst>
                <a:path extrusionOk="0" h="3444" w="2174">
                  <a:moveTo>
                    <a:pt x="617" y="1"/>
                  </a:moveTo>
                  <a:cubicBezTo>
                    <a:pt x="490" y="1"/>
                    <a:pt x="353" y="27"/>
                    <a:pt x="210" y="85"/>
                  </a:cubicBezTo>
                  <a:cubicBezTo>
                    <a:pt x="0" y="169"/>
                    <a:pt x="58" y="481"/>
                    <a:pt x="240" y="481"/>
                  </a:cubicBezTo>
                  <a:cubicBezTo>
                    <a:pt x="262" y="481"/>
                    <a:pt x="286" y="477"/>
                    <a:pt x="312" y="467"/>
                  </a:cubicBezTo>
                  <a:cubicBezTo>
                    <a:pt x="397" y="432"/>
                    <a:pt x="481" y="417"/>
                    <a:pt x="559" y="417"/>
                  </a:cubicBezTo>
                  <a:cubicBezTo>
                    <a:pt x="1082" y="417"/>
                    <a:pt x="1394" y="1106"/>
                    <a:pt x="834" y="1449"/>
                  </a:cubicBezTo>
                  <a:cubicBezTo>
                    <a:pt x="650" y="1561"/>
                    <a:pt x="753" y="1812"/>
                    <a:pt x="943" y="1812"/>
                  </a:cubicBezTo>
                  <a:cubicBezTo>
                    <a:pt x="957" y="1812"/>
                    <a:pt x="971" y="1811"/>
                    <a:pt x="986" y="1808"/>
                  </a:cubicBezTo>
                  <a:cubicBezTo>
                    <a:pt x="1006" y="1804"/>
                    <a:pt x="1027" y="1803"/>
                    <a:pt x="1049" y="1803"/>
                  </a:cubicBezTo>
                  <a:cubicBezTo>
                    <a:pt x="1255" y="1803"/>
                    <a:pt x="1539" y="1959"/>
                    <a:pt x="1621" y="2134"/>
                  </a:cubicBezTo>
                  <a:cubicBezTo>
                    <a:pt x="1752" y="2415"/>
                    <a:pt x="1657" y="2707"/>
                    <a:pt x="1427" y="2886"/>
                  </a:cubicBezTo>
                  <a:cubicBezTo>
                    <a:pt x="1274" y="3003"/>
                    <a:pt x="1096" y="3054"/>
                    <a:pt x="914" y="3054"/>
                  </a:cubicBezTo>
                  <a:cubicBezTo>
                    <a:pt x="790" y="3054"/>
                    <a:pt x="664" y="3030"/>
                    <a:pt x="544" y="2989"/>
                  </a:cubicBezTo>
                  <a:cubicBezTo>
                    <a:pt x="520" y="2981"/>
                    <a:pt x="498" y="2977"/>
                    <a:pt x="478" y="2977"/>
                  </a:cubicBezTo>
                  <a:cubicBezTo>
                    <a:pt x="287" y="2977"/>
                    <a:pt x="223" y="3295"/>
                    <a:pt x="439" y="3368"/>
                  </a:cubicBezTo>
                  <a:cubicBezTo>
                    <a:pt x="582" y="3419"/>
                    <a:pt x="737" y="3444"/>
                    <a:pt x="891" y="3444"/>
                  </a:cubicBezTo>
                  <a:cubicBezTo>
                    <a:pt x="1421" y="3444"/>
                    <a:pt x="1955" y="3153"/>
                    <a:pt x="2068" y="2593"/>
                  </a:cubicBezTo>
                  <a:cubicBezTo>
                    <a:pt x="2174" y="2070"/>
                    <a:pt x="1836" y="1607"/>
                    <a:pt x="1379" y="1459"/>
                  </a:cubicBezTo>
                  <a:lnTo>
                    <a:pt x="1379" y="1459"/>
                  </a:lnTo>
                  <a:cubicBezTo>
                    <a:pt x="1770" y="856"/>
                    <a:pt x="1348" y="1"/>
                    <a:pt x="61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7"/>
            <p:cNvSpPr/>
            <p:nvPr/>
          </p:nvSpPr>
          <p:spPr>
            <a:xfrm>
              <a:off x="6815100" y="4195188"/>
              <a:ext cx="63600" cy="71800"/>
            </a:xfrm>
            <a:custGeom>
              <a:rect b="b" l="l" r="r" t="t"/>
              <a:pathLst>
                <a:path extrusionOk="0" h="2872" w="2544">
                  <a:moveTo>
                    <a:pt x="275" y="1"/>
                  </a:moveTo>
                  <a:cubicBezTo>
                    <a:pt x="137" y="1"/>
                    <a:pt x="0" y="142"/>
                    <a:pt x="93" y="292"/>
                  </a:cubicBezTo>
                  <a:cubicBezTo>
                    <a:pt x="669" y="1215"/>
                    <a:pt x="1344" y="2058"/>
                    <a:pt x="2124" y="2816"/>
                  </a:cubicBezTo>
                  <a:cubicBezTo>
                    <a:pt x="2166" y="2855"/>
                    <a:pt x="2211" y="2872"/>
                    <a:pt x="2256" y="2872"/>
                  </a:cubicBezTo>
                  <a:cubicBezTo>
                    <a:pt x="2409" y="2872"/>
                    <a:pt x="2544" y="2673"/>
                    <a:pt x="2404" y="2536"/>
                  </a:cubicBezTo>
                  <a:cubicBezTo>
                    <a:pt x="1649" y="1802"/>
                    <a:pt x="992" y="988"/>
                    <a:pt x="435" y="93"/>
                  </a:cubicBezTo>
                  <a:cubicBezTo>
                    <a:pt x="394" y="28"/>
                    <a:pt x="334" y="1"/>
                    <a:pt x="27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7"/>
            <p:cNvSpPr/>
            <p:nvPr/>
          </p:nvSpPr>
          <p:spPr>
            <a:xfrm>
              <a:off x="6798350" y="4195113"/>
              <a:ext cx="88950" cy="88175"/>
            </a:xfrm>
            <a:custGeom>
              <a:rect b="b" l="l" r="r" t="t"/>
              <a:pathLst>
                <a:path extrusionOk="0" h="3527" w="3558">
                  <a:moveTo>
                    <a:pt x="3273" y="1"/>
                  </a:moveTo>
                  <a:cubicBezTo>
                    <a:pt x="3229" y="1"/>
                    <a:pt x="3184" y="18"/>
                    <a:pt x="3144" y="60"/>
                  </a:cubicBezTo>
                  <a:cubicBezTo>
                    <a:pt x="2142" y="1104"/>
                    <a:pt x="1138" y="2147"/>
                    <a:pt x="136" y="3188"/>
                  </a:cubicBezTo>
                  <a:cubicBezTo>
                    <a:pt x="1" y="3329"/>
                    <a:pt x="134" y="3527"/>
                    <a:pt x="284" y="3527"/>
                  </a:cubicBezTo>
                  <a:cubicBezTo>
                    <a:pt x="328" y="3527"/>
                    <a:pt x="374" y="3509"/>
                    <a:pt x="415" y="3467"/>
                  </a:cubicBezTo>
                  <a:cubicBezTo>
                    <a:pt x="1417" y="2425"/>
                    <a:pt x="2421" y="1381"/>
                    <a:pt x="3423" y="339"/>
                  </a:cubicBezTo>
                  <a:cubicBezTo>
                    <a:pt x="3558" y="199"/>
                    <a:pt x="3422" y="1"/>
                    <a:pt x="327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7"/>
            <p:cNvSpPr/>
            <p:nvPr/>
          </p:nvSpPr>
          <p:spPr>
            <a:xfrm>
              <a:off x="6949000" y="4185588"/>
              <a:ext cx="93550" cy="90025"/>
            </a:xfrm>
            <a:custGeom>
              <a:rect b="b" l="l" r="r" t="t"/>
              <a:pathLst>
                <a:path extrusionOk="0" h="3601" w="3742">
                  <a:moveTo>
                    <a:pt x="1872" y="421"/>
                  </a:moveTo>
                  <a:cubicBezTo>
                    <a:pt x="1880" y="490"/>
                    <a:pt x="1922" y="556"/>
                    <a:pt x="2006" y="583"/>
                  </a:cubicBezTo>
                  <a:cubicBezTo>
                    <a:pt x="3202" y="968"/>
                    <a:pt x="3741" y="2870"/>
                    <a:pt x="2200" y="3182"/>
                  </a:cubicBezTo>
                  <a:cubicBezTo>
                    <a:pt x="2116" y="3199"/>
                    <a:pt x="2037" y="3208"/>
                    <a:pt x="1962" y="3208"/>
                  </a:cubicBezTo>
                  <a:cubicBezTo>
                    <a:pt x="648" y="3208"/>
                    <a:pt x="687" y="707"/>
                    <a:pt x="1872" y="421"/>
                  </a:cubicBezTo>
                  <a:close/>
                  <a:moveTo>
                    <a:pt x="2076" y="0"/>
                  </a:moveTo>
                  <a:cubicBezTo>
                    <a:pt x="2074" y="0"/>
                    <a:pt x="2072" y="0"/>
                    <a:pt x="2069" y="0"/>
                  </a:cubicBezTo>
                  <a:cubicBezTo>
                    <a:pt x="233" y="59"/>
                    <a:pt x="1" y="3589"/>
                    <a:pt x="1976" y="3600"/>
                  </a:cubicBezTo>
                  <a:cubicBezTo>
                    <a:pt x="1978" y="3600"/>
                    <a:pt x="1980" y="3600"/>
                    <a:pt x="1982" y="3600"/>
                  </a:cubicBezTo>
                  <a:cubicBezTo>
                    <a:pt x="2749" y="3600"/>
                    <a:pt x="3483" y="2993"/>
                    <a:pt x="3567" y="2223"/>
                  </a:cubicBezTo>
                  <a:cubicBezTo>
                    <a:pt x="3664" y="1334"/>
                    <a:pt x="3040" y="565"/>
                    <a:pt x="2250" y="253"/>
                  </a:cubicBezTo>
                  <a:lnTo>
                    <a:pt x="2250" y="253"/>
                  </a:lnTo>
                  <a:cubicBezTo>
                    <a:pt x="2282" y="139"/>
                    <a:pt x="2224" y="0"/>
                    <a:pt x="20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7"/>
            <p:cNvSpPr/>
            <p:nvPr/>
          </p:nvSpPr>
          <p:spPr>
            <a:xfrm>
              <a:off x="7072775" y="4248813"/>
              <a:ext cx="15925" cy="26150"/>
            </a:xfrm>
            <a:custGeom>
              <a:rect b="b" l="l" r="r" t="t"/>
              <a:pathLst>
                <a:path extrusionOk="0" h="1046" w="637">
                  <a:moveTo>
                    <a:pt x="397" y="0"/>
                  </a:moveTo>
                  <a:cubicBezTo>
                    <a:pt x="319" y="0"/>
                    <a:pt x="243" y="43"/>
                    <a:pt x="218" y="141"/>
                  </a:cubicBezTo>
                  <a:lnTo>
                    <a:pt x="40" y="801"/>
                  </a:lnTo>
                  <a:cubicBezTo>
                    <a:pt x="0" y="949"/>
                    <a:pt x="123" y="1045"/>
                    <a:pt x="241" y="1045"/>
                  </a:cubicBezTo>
                  <a:cubicBezTo>
                    <a:pt x="319" y="1045"/>
                    <a:pt x="394" y="1003"/>
                    <a:pt x="420" y="907"/>
                  </a:cubicBezTo>
                  <a:lnTo>
                    <a:pt x="597" y="245"/>
                  </a:lnTo>
                  <a:cubicBezTo>
                    <a:pt x="637" y="97"/>
                    <a:pt x="515" y="0"/>
                    <a:pt x="3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7"/>
            <p:cNvSpPr/>
            <p:nvPr/>
          </p:nvSpPr>
          <p:spPr>
            <a:xfrm>
              <a:off x="7118225" y="4176863"/>
              <a:ext cx="71725" cy="114400"/>
            </a:xfrm>
            <a:custGeom>
              <a:rect b="b" l="l" r="r" t="t"/>
              <a:pathLst>
                <a:path extrusionOk="0" h="4576" w="2869">
                  <a:moveTo>
                    <a:pt x="240" y="1"/>
                  </a:moveTo>
                  <a:cubicBezTo>
                    <a:pt x="0" y="1"/>
                    <a:pt x="8" y="380"/>
                    <a:pt x="255" y="395"/>
                  </a:cubicBezTo>
                  <a:cubicBezTo>
                    <a:pt x="938" y="438"/>
                    <a:pt x="1620" y="467"/>
                    <a:pt x="2304" y="481"/>
                  </a:cubicBezTo>
                  <a:lnTo>
                    <a:pt x="2304" y="481"/>
                  </a:lnTo>
                  <a:cubicBezTo>
                    <a:pt x="1678" y="1699"/>
                    <a:pt x="1230" y="2980"/>
                    <a:pt x="964" y="4329"/>
                  </a:cubicBezTo>
                  <a:cubicBezTo>
                    <a:pt x="934" y="4477"/>
                    <a:pt x="1060" y="4575"/>
                    <a:pt x="1176" y="4575"/>
                  </a:cubicBezTo>
                  <a:cubicBezTo>
                    <a:pt x="1252" y="4575"/>
                    <a:pt x="1324" y="4532"/>
                    <a:pt x="1343" y="4433"/>
                  </a:cubicBezTo>
                  <a:cubicBezTo>
                    <a:pt x="1624" y="3009"/>
                    <a:pt x="2105" y="1668"/>
                    <a:pt x="2797" y="389"/>
                  </a:cubicBezTo>
                  <a:cubicBezTo>
                    <a:pt x="2869" y="259"/>
                    <a:pt x="2780" y="96"/>
                    <a:pt x="2627" y="93"/>
                  </a:cubicBezTo>
                  <a:cubicBezTo>
                    <a:pt x="1835" y="81"/>
                    <a:pt x="1045" y="51"/>
                    <a:pt x="255" y="1"/>
                  </a:cubicBezTo>
                  <a:cubicBezTo>
                    <a:pt x="250" y="1"/>
                    <a:pt x="245" y="1"/>
                    <a:pt x="24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7"/>
            <p:cNvSpPr/>
            <p:nvPr/>
          </p:nvSpPr>
          <p:spPr>
            <a:xfrm>
              <a:off x="7194800" y="4188663"/>
              <a:ext cx="70950" cy="66250"/>
            </a:xfrm>
            <a:custGeom>
              <a:rect b="b" l="l" r="r" t="t"/>
              <a:pathLst>
                <a:path extrusionOk="0" h="2650" w="2838">
                  <a:moveTo>
                    <a:pt x="2531" y="0"/>
                  </a:moveTo>
                  <a:cubicBezTo>
                    <a:pt x="2498" y="0"/>
                    <a:pt x="2463" y="11"/>
                    <a:pt x="2427" y="37"/>
                  </a:cubicBezTo>
                  <a:cubicBezTo>
                    <a:pt x="1568" y="669"/>
                    <a:pt x="787" y="1385"/>
                    <a:pt x="87" y="2192"/>
                  </a:cubicBezTo>
                  <a:cubicBezTo>
                    <a:pt x="1" y="2292"/>
                    <a:pt x="15" y="2497"/>
                    <a:pt x="175" y="2521"/>
                  </a:cubicBezTo>
                  <a:cubicBezTo>
                    <a:pt x="715" y="2606"/>
                    <a:pt x="1253" y="2650"/>
                    <a:pt x="1794" y="2650"/>
                  </a:cubicBezTo>
                  <a:cubicBezTo>
                    <a:pt x="2057" y="2650"/>
                    <a:pt x="2320" y="2640"/>
                    <a:pt x="2585" y="2619"/>
                  </a:cubicBezTo>
                  <a:cubicBezTo>
                    <a:pt x="2829" y="2599"/>
                    <a:pt x="2838" y="2224"/>
                    <a:pt x="2603" y="2224"/>
                  </a:cubicBezTo>
                  <a:cubicBezTo>
                    <a:pt x="2597" y="2224"/>
                    <a:pt x="2591" y="2224"/>
                    <a:pt x="2585" y="2225"/>
                  </a:cubicBezTo>
                  <a:cubicBezTo>
                    <a:pt x="2314" y="2246"/>
                    <a:pt x="2044" y="2257"/>
                    <a:pt x="1774" y="2257"/>
                  </a:cubicBezTo>
                  <a:cubicBezTo>
                    <a:pt x="1388" y="2257"/>
                    <a:pt x="1002" y="2234"/>
                    <a:pt x="617" y="2188"/>
                  </a:cubicBezTo>
                  <a:lnTo>
                    <a:pt x="617" y="2188"/>
                  </a:lnTo>
                  <a:cubicBezTo>
                    <a:pt x="1228" y="1520"/>
                    <a:pt x="1897" y="915"/>
                    <a:pt x="2628" y="378"/>
                  </a:cubicBezTo>
                  <a:cubicBezTo>
                    <a:pt x="2793" y="255"/>
                    <a:pt x="2689" y="0"/>
                    <a:pt x="253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7"/>
            <p:cNvSpPr/>
            <p:nvPr/>
          </p:nvSpPr>
          <p:spPr>
            <a:xfrm>
              <a:off x="7254500" y="4195038"/>
              <a:ext cx="9875" cy="96600"/>
            </a:xfrm>
            <a:custGeom>
              <a:rect b="b" l="l" r="r" t="t"/>
              <a:pathLst>
                <a:path extrusionOk="0" h="3864" w="395">
                  <a:moveTo>
                    <a:pt x="197" y="1"/>
                  </a:moveTo>
                  <a:cubicBezTo>
                    <a:pt x="99" y="1"/>
                    <a:pt x="0" y="64"/>
                    <a:pt x="0" y="190"/>
                  </a:cubicBezTo>
                  <a:lnTo>
                    <a:pt x="0" y="3673"/>
                  </a:lnTo>
                  <a:cubicBezTo>
                    <a:pt x="0" y="3800"/>
                    <a:pt x="99" y="3863"/>
                    <a:pt x="197" y="3863"/>
                  </a:cubicBezTo>
                  <a:cubicBezTo>
                    <a:pt x="296" y="3863"/>
                    <a:pt x="394" y="3800"/>
                    <a:pt x="394" y="3673"/>
                  </a:cubicBezTo>
                  <a:lnTo>
                    <a:pt x="394" y="190"/>
                  </a:lnTo>
                  <a:cubicBezTo>
                    <a:pt x="394" y="64"/>
                    <a:pt x="295" y="1"/>
                    <a:pt x="1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7"/>
            <p:cNvSpPr/>
            <p:nvPr/>
          </p:nvSpPr>
          <p:spPr>
            <a:xfrm>
              <a:off x="7290350" y="4192063"/>
              <a:ext cx="67500" cy="96500"/>
            </a:xfrm>
            <a:custGeom>
              <a:rect b="b" l="l" r="r" t="t"/>
              <a:pathLst>
                <a:path extrusionOk="0" h="3860" w="2700">
                  <a:moveTo>
                    <a:pt x="634" y="0"/>
                  </a:moveTo>
                  <a:cubicBezTo>
                    <a:pt x="507" y="0"/>
                    <a:pt x="380" y="3"/>
                    <a:pt x="253" y="9"/>
                  </a:cubicBezTo>
                  <a:cubicBezTo>
                    <a:pt x="7" y="17"/>
                    <a:pt x="1" y="401"/>
                    <a:pt x="246" y="401"/>
                  </a:cubicBezTo>
                  <a:cubicBezTo>
                    <a:pt x="249" y="401"/>
                    <a:pt x="252" y="401"/>
                    <a:pt x="256" y="401"/>
                  </a:cubicBezTo>
                  <a:cubicBezTo>
                    <a:pt x="383" y="395"/>
                    <a:pt x="511" y="393"/>
                    <a:pt x="637" y="393"/>
                  </a:cubicBezTo>
                  <a:cubicBezTo>
                    <a:pt x="1171" y="393"/>
                    <a:pt x="1696" y="444"/>
                    <a:pt x="2222" y="548"/>
                  </a:cubicBezTo>
                  <a:lnTo>
                    <a:pt x="2222" y="548"/>
                  </a:lnTo>
                  <a:lnTo>
                    <a:pt x="1182" y="3619"/>
                  </a:lnTo>
                  <a:cubicBezTo>
                    <a:pt x="1133" y="3765"/>
                    <a:pt x="1252" y="3860"/>
                    <a:pt x="1372" y="3860"/>
                  </a:cubicBezTo>
                  <a:cubicBezTo>
                    <a:pt x="1451" y="3860"/>
                    <a:pt x="1530" y="3819"/>
                    <a:pt x="1561" y="3725"/>
                  </a:cubicBezTo>
                  <a:lnTo>
                    <a:pt x="2668" y="455"/>
                  </a:lnTo>
                  <a:cubicBezTo>
                    <a:pt x="2699" y="360"/>
                    <a:pt x="2629" y="236"/>
                    <a:pt x="2529" y="215"/>
                  </a:cubicBezTo>
                  <a:cubicBezTo>
                    <a:pt x="1900" y="73"/>
                    <a:pt x="1273" y="0"/>
                    <a:pt x="6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7"/>
            <p:cNvSpPr/>
            <p:nvPr/>
          </p:nvSpPr>
          <p:spPr>
            <a:xfrm>
              <a:off x="6293375" y="4429788"/>
              <a:ext cx="54725" cy="14275"/>
            </a:xfrm>
            <a:custGeom>
              <a:rect b="b" l="l" r="r" t="t"/>
              <a:pathLst>
                <a:path extrusionOk="0" h="571" w="2189">
                  <a:moveTo>
                    <a:pt x="663" y="0"/>
                  </a:moveTo>
                  <a:cubicBezTo>
                    <a:pt x="527" y="0"/>
                    <a:pt x="391" y="6"/>
                    <a:pt x="255" y="18"/>
                  </a:cubicBezTo>
                  <a:cubicBezTo>
                    <a:pt x="10" y="39"/>
                    <a:pt x="0" y="413"/>
                    <a:pt x="234" y="413"/>
                  </a:cubicBezTo>
                  <a:cubicBezTo>
                    <a:pt x="240" y="413"/>
                    <a:pt x="247" y="412"/>
                    <a:pt x="254" y="412"/>
                  </a:cubicBezTo>
                  <a:cubicBezTo>
                    <a:pt x="388" y="400"/>
                    <a:pt x="521" y="394"/>
                    <a:pt x="654" y="394"/>
                  </a:cubicBezTo>
                  <a:cubicBezTo>
                    <a:pt x="1062" y="394"/>
                    <a:pt x="1462" y="450"/>
                    <a:pt x="1861" y="562"/>
                  </a:cubicBezTo>
                  <a:cubicBezTo>
                    <a:pt x="1882" y="568"/>
                    <a:pt x="1901" y="571"/>
                    <a:pt x="1919" y="571"/>
                  </a:cubicBezTo>
                  <a:cubicBezTo>
                    <a:pt x="2121" y="571"/>
                    <a:pt x="2189" y="244"/>
                    <a:pt x="1966" y="183"/>
                  </a:cubicBezTo>
                  <a:cubicBezTo>
                    <a:pt x="1538" y="62"/>
                    <a:pt x="1103" y="0"/>
                    <a:pt x="66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7"/>
            <p:cNvSpPr/>
            <p:nvPr/>
          </p:nvSpPr>
          <p:spPr>
            <a:xfrm>
              <a:off x="6446750" y="4399838"/>
              <a:ext cx="57875" cy="114650"/>
            </a:xfrm>
            <a:custGeom>
              <a:rect b="b" l="l" r="r" t="t"/>
              <a:pathLst>
                <a:path extrusionOk="0" h="4586" w="2315">
                  <a:moveTo>
                    <a:pt x="245" y="1"/>
                  </a:moveTo>
                  <a:cubicBezTo>
                    <a:pt x="1" y="1"/>
                    <a:pt x="4" y="384"/>
                    <a:pt x="254" y="393"/>
                  </a:cubicBezTo>
                  <a:lnTo>
                    <a:pt x="1792" y="447"/>
                  </a:lnTo>
                  <a:lnTo>
                    <a:pt x="1792" y="447"/>
                  </a:lnTo>
                  <a:cubicBezTo>
                    <a:pt x="1309" y="1728"/>
                    <a:pt x="992" y="3039"/>
                    <a:pt x="820" y="4398"/>
                  </a:cubicBezTo>
                  <a:cubicBezTo>
                    <a:pt x="804" y="4523"/>
                    <a:pt x="894" y="4586"/>
                    <a:pt x="993" y="4586"/>
                  </a:cubicBezTo>
                  <a:cubicBezTo>
                    <a:pt x="1092" y="4586"/>
                    <a:pt x="1198" y="4523"/>
                    <a:pt x="1213" y="4398"/>
                  </a:cubicBezTo>
                  <a:cubicBezTo>
                    <a:pt x="1391" y="2991"/>
                    <a:pt x="1743" y="1633"/>
                    <a:pt x="2264" y="314"/>
                  </a:cubicBezTo>
                  <a:cubicBezTo>
                    <a:pt x="2314" y="188"/>
                    <a:pt x="2190" y="68"/>
                    <a:pt x="2075" y="65"/>
                  </a:cubicBezTo>
                  <a:lnTo>
                    <a:pt x="254" y="1"/>
                  </a:lnTo>
                  <a:cubicBezTo>
                    <a:pt x="251" y="1"/>
                    <a:pt x="248" y="1"/>
                    <a:pt x="24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7"/>
            <p:cNvSpPr/>
            <p:nvPr/>
          </p:nvSpPr>
          <p:spPr>
            <a:xfrm>
              <a:off x="6592000" y="4397013"/>
              <a:ext cx="61850" cy="105875"/>
            </a:xfrm>
            <a:custGeom>
              <a:rect b="b" l="l" r="r" t="t"/>
              <a:pathLst>
                <a:path extrusionOk="0" h="4235" w="2474">
                  <a:moveTo>
                    <a:pt x="882" y="1"/>
                  </a:moveTo>
                  <a:cubicBezTo>
                    <a:pt x="590" y="1"/>
                    <a:pt x="298" y="189"/>
                    <a:pt x="133" y="464"/>
                  </a:cubicBezTo>
                  <a:cubicBezTo>
                    <a:pt x="43" y="616"/>
                    <a:pt x="178" y="758"/>
                    <a:pt x="313" y="758"/>
                  </a:cubicBezTo>
                  <a:cubicBezTo>
                    <a:pt x="372" y="758"/>
                    <a:pt x="431" y="730"/>
                    <a:pt x="471" y="663"/>
                  </a:cubicBezTo>
                  <a:cubicBezTo>
                    <a:pt x="1098" y="791"/>
                    <a:pt x="1257" y="963"/>
                    <a:pt x="948" y="1179"/>
                  </a:cubicBezTo>
                  <a:cubicBezTo>
                    <a:pt x="886" y="1225"/>
                    <a:pt x="834" y="1280"/>
                    <a:pt x="792" y="1342"/>
                  </a:cubicBezTo>
                  <a:cubicBezTo>
                    <a:pt x="713" y="1454"/>
                    <a:pt x="644" y="1532"/>
                    <a:pt x="625" y="1678"/>
                  </a:cubicBezTo>
                  <a:cubicBezTo>
                    <a:pt x="598" y="1864"/>
                    <a:pt x="663" y="2018"/>
                    <a:pt x="784" y="2158"/>
                  </a:cubicBezTo>
                  <a:cubicBezTo>
                    <a:pt x="985" y="2388"/>
                    <a:pt x="1315" y="2413"/>
                    <a:pt x="1563" y="2567"/>
                  </a:cubicBezTo>
                  <a:cubicBezTo>
                    <a:pt x="1931" y="2796"/>
                    <a:pt x="2001" y="3226"/>
                    <a:pt x="1679" y="3561"/>
                  </a:cubicBezTo>
                  <a:cubicBezTo>
                    <a:pt x="1451" y="3797"/>
                    <a:pt x="1119" y="3853"/>
                    <a:pt x="790" y="3853"/>
                  </a:cubicBezTo>
                  <a:cubicBezTo>
                    <a:pt x="604" y="3853"/>
                    <a:pt x="418" y="3835"/>
                    <a:pt x="253" y="3821"/>
                  </a:cubicBezTo>
                  <a:cubicBezTo>
                    <a:pt x="247" y="3821"/>
                    <a:pt x="240" y="3821"/>
                    <a:pt x="234" y="3821"/>
                  </a:cubicBezTo>
                  <a:cubicBezTo>
                    <a:pt x="0" y="3821"/>
                    <a:pt x="9" y="4194"/>
                    <a:pt x="253" y="4215"/>
                  </a:cubicBezTo>
                  <a:cubicBezTo>
                    <a:pt x="390" y="4227"/>
                    <a:pt x="533" y="4235"/>
                    <a:pt x="677" y="4235"/>
                  </a:cubicBezTo>
                  <a:cubicBezTo>
                    <a:pt x="1303" y="4235"/>
                    <a:pt x="1957" y="4086"/>
                    <a:pt x="2216" y="3443"/>
                  </a:cubicBezTo>
                  <a:cubicBezTo>
                    <a:pt x="2474" y="2805"/>
                    <a:pt x="2116" y="2397"/>
                    <a:pt x="1569" y="2139"/>
                  </a:cubicBezTo>
                  <a:cubicBezTo>
                    <a:pt x="1251" y="1989"/>
                    <a:pt x="1025" y="1882"/>
                    <a:pt x="1228" y="1458"/>
                  </a:cubicBezTo>
                  <a:cubicBezTo>
                    <a:pt x="1288" y="1332"/>
                    <a:pt x="1451" y="1249"/>
                    <a:pt x="1516" y="1110"/>
                  </a:cubicBezTo>
                  <a:cubicBezTo>
                    <a:pt x="1646" y="828"/>
                    <a:pt x="1616" y="499"/>
                    <a:pt x="1409" y="257"/>
                  </a:cubicBezTo>
                  <a:cubicBezTo>
                    <a:pt x="1255" y="78"/>
                    <a:pt x="1068" y="1"/>
                    <a:pt x="88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7"/>
            <p:cNvSpPr/>
            <p:nvPr/>
          </p:nvSpPr>
          <p:spPr>
            <a:xfrm>
              <a:off x="6665025" y="4390338"/>
              <a:ext cx="70250" cy="110300"/>
            </a:xfrm>
            <a:custGeom>
              <a:rect b="b" l="l" r="r" t="t"/>
              <a:pathLst>
                <a:path extrusionOk="0" h="4412" w="2810">
                  <a:moveTo>
                    <a:pt x="1548" y="375"/>
                  </a:moveTo>
                  <a:cubicBezTo>
                    <a:pt x="1666" y="375"/>
                    <a:pt x="1799" y="419"/>
                    <a:pt x="1940" y="522"/>
                  </a:cubicBezTo>
                  <a:cubicBezTo>
                    <a:pt x="2528" y="951"/>
                    <a:pt x="2148" y="1652"/>
                    <a:pt x="1739" y="2002"/>
                  </a:cubicBezTo>
                  <a:lnTo>
                    <a:pt x="1739" y="2002"/>
                  </a:lnTo>
                  <a:cubicBezTo>
                    <a:pt x="1520" y="1805"/>
                    <a:pt x="1302" y="1607"/>
                    <a:pt x="1164" y="1344"/>
                  </a:cubicBezTo>
                  <a:cubicBezTo>
                    <a:pt x="930" y="893"/>
                    <a:pt x="1147" y="375"/>
                    <a:pt x="1548" y="375"/>
                  </a:cubicBezTo>
                  <a:close/>
                  <a:moveTo>
                    <a:pt x="1513" y="0"/>
                  </a:moveTo>
                  <a:cubicBezTo>
                    <a:pt x="1346" y="0"/>
                    <a:pt x="1181" y="40"/>
                    <a:pt x="1036" y="127"/>
                  </a:cubicBezTo>
                  <a:cubicBezTo>
                    <a:pt x="424" y="495"/>
                    <a:pt x="616" y="1277"/>
                    <a:pt x="968" y="1759"/>
                  </a:cubicBezTo>
                  <a:cubicBezTo>
                    <a:pt x="1270" y="2174"/>
                    <a:pt x="1826" y="2451"/>
                    <a:pt x="2033" y="2930"/>
                  </a:cubicBezTo>
                  <a:cubicBezTo>
                    <a:pt x="2247" y="3425"/>
                    <a:pt x="1809" y="4045"/>
                    <a:pt x="1375" y="4045"/>
                  </a:cubicBezTo>
                  <a:cubicBezTo>
                    <a:pt x="1214" y="4045"/>
                    <a:pt x="1053" y="3959"/>
                    <a:pt x="927" y="3749"/>
                  </a:cubicBezTo>
                  <a:cubicBezTo>
                    <a:pt x="724" y="3408"/>
                    <a:pt x="897" y="2965"/>
                    <a:pt x="1239" y="2814"/>
                  </a:cubicBezTo>
                  <a:cubicBezTo>
                    <a:pt x="1442" y="2725"/>
                    <a:pt x="1317" y="2455"/>
                    <a:pt x="1129" y="2455"/>
                  </a:cubicBezTo>
                  <a:cubicBezTo>
                    <a:pt x="1101" y="2455"/>
                    <a:pt x="1071" y="2461"/>
                    <a:pt x="1041" y="2475"/>
                  </a:cubicBezTo>
                  <a:cubicBezTo>
                    <a:pt x="0" y="2939"/>
                    <a:pt x="505" y="4411"/>
                    <a:pt x="1412" y="4411"/>
                  </a:cubicBezTo>
                  <a:cubicBezTo>
                    <a:pt x="1605" y="4411"/>
                    <a:pt x="1816" y="4344"/>
                    <a:pt x="2035" y="4187"/>
                  </a:cubicBezTo>
                  <a:cubicBezTo>
                    <a:pt x="2607" y="3775"/>
                    <a:pt x="2635" y="3102"/>
                    <a:pt x="2257" y="2547"/>
                  </a:cubicBezTo>
                  <a:cubicBezTo>
                    <a:pt x="2189" y="2447"/>
                    <a:pt x="2109" y="2356"/>
                    <a:pt x="2025" y="2270"/>
                  </a:cubicBezTo>
                  <a:lnTo>
                    <a:pt x="2025" y="2270"/>
                  </a:lnTo>
                  <a:cubicBezTo>
                    <a:pt x="2486" y="1857"/>
                    <a:pt x="2810" y="1222"/>
                    <a:pt x="2522" y="608"/>
                  </a:cubicBezTo>
                  <a:cubicBezTo>
                    <a:pt x="2349" y="243"/>
                    <a:pt x="1925" y="0"/>
                    <a:pt x="15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7"/>
            <p:cNvSpPr/>
            <p:nvPr/>
          </p:nvSpPr>
          <p:spPr>
            <a:xfrm>
              <a:off x="7164925" y="3770163"/>
              <a:ext cx="306075" cy="346450"/>
            </a:xfrm>
            <a:custGeom>
              <a:rect b="b" l="l" r="r" t="t"/>
              <a:pathLst>
                <a:path extrusionOk="0" h="13858" w="12243">
                  <a:moveTo>
                    <a:pt x="12047" y="1"/>
                  </a:moveTo>
                  <a:cubicBezTo>
                    <a:pt x="11949" y="1"/>
                    <a:pt x="11849" y="65"/>
                    <a:pt x="11846" y="192"/>
                  </a:cubicBezTo>
                  <a:cubicBezTo>
                    <a:pt x="11746" y="4270"/>
                    <a:pt x="11709" y="8350"/>
                    <a:pt x="11743" y="12430"/>
                  </a:cubicBezTo>
                  <a:cubicBezTo>
                    <a:pt x="11749" y="13139"/>
                    <a:pt x="11871" y="13256"/>
                    <a:pt x="11172" y="13356"/>
                  </a:cubicBezTo>
                  <a:cubicBezTo>
                    <a:pt x="11027" y="13377"/>
                    <a:pt x="10876" y="13384"/>
                    <a:pt x="10721" y="13384"/>
                  </a:cubicBezTo>
                  <a:cubicBezTo>
                    <a:pt x="10356" y="13384"/>
                    <a:pt x="9974" y="13343"/>
                    <a:pt x="9624" y="13343"/>
                  </a:cubicBezTo>
                  <a:cubicBezTo>
                    <a:pt x="9620" y="13343"/>
                    <a:pt x="9616" y="13343"/>
                    <a:pt x="9612" y="13343"/>
                  </a:cubicBezTo>
                  <a:cubicBezTo>
                    <a:pt x="8572" y="13349"/>
                    <a:pt x="7530" y="13378"/>
                    <a:pt x="6491" y="13406"/>
                  </a:cubicBezTo>
                  <a:cubicBezTo>
                    <a:pt x="5360" y="13437"/>
                    <a:pt x="4228" y="13464"/>
                    <a:pt x="3097" y="13464"/>
                  </a:cubicBezTo>
                  <a:cubicBezTo>
                    <a:pt x="2150" y="13464"/>
                    <a:pt x="1202" y="13445"/>
                    <a:pt x="255" y="13392"/>
                  </a:cubicBezTo>
                  <a:cubicBezTo>
                    <a:pt x="251" y="13392"/>
                    <a:pt x="246" y="13392"/>
                    <a:pt x="242" y="13392"/>
                  </a:cubicBezTo>
                  <a:cubicBezTo>
                    <a:pt x="1" y="13392"/>
                    <a:pt x="8" y="13772"/>
                    <a:pt x="255" y="13786"/>
                  </a:cubicBezTo>
                  <a:cubicBezTo>
                    <a:pt x="1191" y="13839"/>
                    <a:pt x="2128" y="13857"/>
                    <a:pt x="3064" y="13857"/>
                  </a:cubicBezTo>
                  <a:cubicBezTo>
                    <a:pt x="5372" y="13857"/>
                    <a:pt x="7682" y="13743"/>
                    <a:pt x="9991" y="13743"/>
                  </a:cubicBezTo>
                  <a:cubicBezTo>
                    <a:pt x="10644" y="13743"/>
                    <a:pt x="11298" y="13752"/>
                    <a:pt x="11951" y="13776"/>
                  </a:cubicBezTo>
                  <a:cubicBezTo>
                    <a:pt x="11952" y="13776"/>
                    <a:pt x="11954" y="13776"/>
                    <a:pt x="11955" y="13776"/>
                  </a:cubicBezTo>
                  <a:cubicBezTo>
                    <a:pt x="12059" y="13776"/>
                    <a:pt x="12150" y="13681"/>
                    <a:pt x="12147" y="13578"/>
                  </a:cubicBezTo>
                  <a:cubicBezTo>
                    <a:pt x="12100" y="9116"/>
                    <a:pt x="12130" y="4654"/>
                    <a:pt x="12240" y="193"/>
                  </a:cubicBezTo>
                  <a:cubicBezTo>
                    <a:pt x="12243" y="65"/>
                    <a:pt x="12146" y="1"/>
                    <a:pt x="120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7"/>
            <p:cNvSpPr/>
            <p:nvPr/>
          </p:nvSpPr>
          <p:spPr>
            <a:xfrm>
              <a:off x="7297925" y="3953413"/>
              <a:ext cx="166025" cy="155650"/>
            </a:xfrm>
            <a:custGeom>
              <a:rect b="b" l="l" r="r" t="t"/>
              <a:pathLst>
                <a:path extrusionOk="0" h="6226" w="6641">
                  <a:moveTo>
                    <a:pt x="6398" y="1"/>
                  </a:moveTo>
                  <a:cubicBezTo>
                    <a:pt x="6395" y="1"/>
                    <a:pt x="6391" y="1"/>
                    <a:pt x="6387" y="1"/>
                  </a:cubicBezTo>
                  <a:cubicBezTo>
                    <a:pt x="3019" y="170"/>
                    <a:pt x="1114" y="3117"/>
                    <a:pt x="53" y="5987"/>
                  </a:cubicBezTo>
                  <a:cubicBezTo>
                    <a:pt x="0" y="6131"/>
                    <a:pt x="118" y="6225"/>
                    <a:pt x="239" y="6225"/>
                  </a:cubicBezTo>
                  <a:cubicBezTo>
                    <a:pt x="318" y="6225"/>
                    <a:pt x="398" y="6185"/>
                    <a:pt x="432" y="6092"/>
                  </a:cubicBezTo>
                  <a:cubicBezTo>
                    <a:pt x="1427" y="3399"/>
                    <a:pt x="3208" y="555"/>
                    <a:pt x="6387" y="394"/>
                  </a:cubicBezTo>
                  <a:cubicBezTo>
                    <a:pt x="6636" y="383"/>
                    <a:pt x="6641" y="1"/>
                    <a:pt x="63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7"/>
            <p:cNvSpPr/>
            <p:nvPr/>
          </p:nvSpPr>
          <p:spPr>
            <a:xfrm>
              <a:off x="7330025" y="4043288"/>
              <a:ext cx="56150" cy="66125"/>
            </a:xfrm>
            <a:custGeom>
              <a:rect b="b" l="l" r="r" t="t"/>
              <a:pathLst>
                <a:path extrusionOk="0" h="2645" w="2246">
                  <a:moveTo>
                    <a:pt x="282" y="0"/>
                  </a:moveTo>
                  <a:cubicBezTo>
                    <a:pt x="139" y="0"/>
                    <a:pt x="1" y="140"/>
                    <a:pt x="107" y="284"/>
                  </a:cubicBezTo>
                  <a:lnTo>
                    <a:pt x="1798" y="2560"/>
                  </a:lnTo>
                  <a:cubicBezTo>
                    <a:pt x="1843" y="2619"/>
                    <a:pt x="1904" y="2644"/>
                    <a:pt x="1964" y="2644"/>
                  </a:cubicBezTo>
                  <a:cubicBezTo>
                    <a:pt x="2108" y="2644"/>
                    <a:pt x="2245" y="2505"/>
                    <a:pt x="2139" y="2361"/>
                  </a:cubicBezTo>
                  <a:lnTo>
                    <a:pt x="447" y="85"/>
                  </a:lnTo>
                  <a:cubicBezTo>
                    <a:pt x="403" y="25"/>
                    <a:pt x="342" y="0"/>
                    <a:pt x="28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7"/>
            <p:cNvSpPr/>
            <p:nvPr/>
          </p:nvSpPr>
          <p:spPr>
            <a:xfrm>
              <a:off x="7356175" y="4000963"/>
              <a:ext cx="91125" cy="119625"/>
            </a:xfrm>
            <a:custGeom>
              <a:rect b="b" l="l" r="r" t="t"/>
              <a:pathLst>
                <a:path extrusionOk="0" h="4785" w="3645">
                  <a:moveTo>
                    <a:pt x="276" y="1"/>
                  </a:moveTo>
                  <a:cubicBezTo>
                    <a:pt x="132" y="1"/>
                    <a:pt x="1" y="198"/>
                    <a:pt x="128" y="343"/>
                  </a:cubicBezTo>
                  <a:cubicBezTo>
                    <a:pt x="1305" y="1689"/>
                    <a:pt x="2334" y="3136"/>
                    <a:pt x="3219" y="4688"/>
                  </a:cubicBezTo>
                  <a:cubicBezTo>
                    <a:pt x="3257" y="4756"/>
                    <a:pt x="3316" y="4784"/>
                    <a:pt x="3375" y="4784"/>
                  </a:cubicBezTo>
                  <a:cubicBezTo>
                    <a:pt x="3509" y="4784"/>
                    <a:pt x="3645" y="4642"/>
                    <a:pt x="3558" y="4489"/>
                  </a:cubicBezTo>
                  <a:cubicBezTo>
                    <a:pt x="2656" y="2907"/>
                    <a:pt x="1604" y="1434"/>
                    <a:pt x="406" y="64"/>
                  </a:cubicBezTo>
                  <a:cubicBezTo>
                    <a:pt x="366" y="19"/>
                    <a:pt x="321" y="1"/>
                    <a:pt x="27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7"/>
            <p:cNvSpPr/>
            <p:nvPr/>
          </p:nvSpPr>
          <p:spPr>
            <a:xfrm>
              <a:off x="7398250" y="3968863"/>
              <a:ext cx="65350" cy="90950"/>
            </a:xfrm>
            <a:custGeom>
              <a:rect b="b" l="l" r="r" t="t"/>
              <a:pathLst>
                <a:path extrusionOk="0" h="3638" w="2614">
                  <a:moveTo>
                    <a:pt x="274" y="0"/>
                  </a:moveTo>
                  <a:cubicBezTo>
                    <a:pt x="137" y="0"/>
                    <a:pt x="0" y="141"/>
                    <a:pt x="97" y="290"/>
                  </a:cubicBezTo>
                  <a:cubicBezTo>
                    <a:pt x="791" y="1374"/>
                    <a:pt x="1483" y="2461"/>
                    <a:pt x="2177" y="3546"/>
                  </a:cubicBezTo>
                  <a:cubicBezTo>
                    <a:pt x="2218" y="3610"/>
                    <a:pt x="2279" y="3637"/>
                    <a:pt x="2339" y="3637"/>
                  </a:cubicBezTo>
                  <a:cubicBezTo>
                    <a:pt x="2476" y="3637"/>
                    <a:pt x="2613" y="3496"/>
                    <a:pt x="2518" y="3347"/>
                  </a:cubicBezTo>
                  <a:cubicBezTo>
                    <a:pt x="1823" y="2263"/>
                    <a:pt x="1130" y="1177"/>
                    <a:pt x="436" y="91"/>
                  </a:cubicBezTo>
                  <a:cubicBezTo>
                    <a:pt x="395" y="27"/>
                    <a:pt x="335" y="0"/>
                    <a:pt x="27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5" name="Google Shape;5405;p67"/>
          <p:cNvGrpSpPr/>
          <p:nvPr/>
        </p:nvGrpSpPr>
        <p:grpSpPr>
          <a:xfrm>
            <a:off x="1521875" y="323438"/>
            <a:ext cx="1134950" cy="991675"/>
            <a:chOff x="1369475" y="171038"/>
            <a:chExt cx="1134950" cy="991675"/>
          </a:xfrm>
        </p:grpSpPr>
        <p:sp>
          <p:nvSpPr>
            <p:cNvPr id="5406" name="Google Shape;5406;p67"/>
            <p:cNvSpPr/>
            <p:nvPr/>
          </p:nvSpPr>
          <p:spPr>
            <a:xfrm>
              <a:off x="1370675" y="182313"/>
              <a:ext cx="1133750" cy="979825"/>
            </a:xfrm>
            <a:custGeom>
              <a:rect b="b" l="l" r="r" t="t"/>
              <a:pathLst>
                <a:path extrusionOk="0" h="39193" w="45350">
                  <a:moveTo>
                    <a:pt x="24257" y="6929"/>
                  </a:moveTo>
                  <a:cubicBezTo>
                    <a:pt x="26536" y="6929"/>
                    <a:pt x="28838" y="7608"/>
                    <a:pt x="30844" y="9020"/>
                  </a:cubicBezTo>
                  <a:cubicBezTo>
                    <a:pt x="36019" y="12663"/>
                    <a:pt x="37260" y="19813"/>
                    <a:pt x="33617" y="24987"/>
                  </a:cubicBezTo>
                  <a:lnTo>
                    <a:pt x="25488" y="19263"/>
                  </a:lnTo>
                  <a:cubicBezTo>
                    <a:pt x="25738" y="18607"/>
                    <a:pt x="25527" y="17843"/>
                    <a:pt x="24930" y="17421"/>
                  </a:cubicBezTo>
                  <a:cubicBezTo>
                    <a:pt x="24656" y="17229"/>
                    <a:pt x="24343" y="17137"/>
                    <a:pt x="24032" y="17137"/>
                  </a:cubicBezTo>
                  <a:cubicBezTo>
                    <a:pt x="23662" y="17137"/>
                    <a:pt x="23296" y="17268"/>
                    <a:pt x="23005" y="17516"/>
                  </a:cubicBezTo>
                  <a:lnTo>
                    <a:pt x="14876" y="11792"/>
                  </a:lnTo>
                  <a:cubicBezTo>
                    <a:pt x="17108" y="8623"/>
                    <a:pt x="20654" y="6929"/>
                    <a:pt x="24257" y="6929"/>
                  </a:cubicBezTo>
                  <a:close/>
                  <a:moveTo>
                    <a:pt x="23804" y="1"/>
                  </a:moveTo>
                  <a:cubicBezTo>
                    <a:pt x="17950" y="1"/>
                    <a:pt x="12186" y="2693"/>
                    <a:pt x="8464" y="7738"/>
                  </a:cubicBezTo>
                  <a:lnTo>
                    <a:pt x="4993" y="5293"/>
                  </a:lnTo>
                  <a:lnTo>
                    <a:pt x="1" y="12385"/>
                  </a:lnTo>
                  <a:lnTo>
                    <a:pt x="38071" y="39192"/>
                  </a:lnTo>
                  <a:lnTo>
                    <a:pt x="43064" y="32102"/>
                  </a:lnTo>
                  <a:lnTo>
                    <a:pt x="39592" y="29659"/>
                  </a:lnTo>
                  <a:cubicBezTo>
                    <a:pt x="45349" y="21090"/>
                    <a:pt x="43232" y="9448"/>
                    <a:pt x="34749" y="3474"/>
                  </a:cubicBezTo>
                  <a:cubicBezTo>
                    <a:pt x="31416" y="1128"/>
                    <a:pt x="27591" y="1"/>
                    <a:pt x="238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7"/>
            <p:cNvSpPr/>
            <p:nvPr/>
          </p:nvSpPr>
          <p:spPr>
            <a:xfrm>
              <a:off x="1388650" y="171038"/>
              <a:ext cx="1093150" cy="987675"/>
            </a:xfrm>
            <a:custGeom>
              <a:rect b="b" l="l" r="r" t="t"/>
              <a:pathLst>
                <a:path extrusionOk="0" h="39507" w="43726">
                  <a:moveTo>
                    <a:pt x="24423" y="7249"/>
                  </a:moveTo>
                  <a:cubicBezTo>
                    <a:pt x="26671" y="7249"/>
                    <a:pt x="28941" y="7916"/>
                    <a:pt x="30915" y="9306"/>
                  </a:cubicBezTo>
                  <a:cubicBezTo>
                    <a:pt x="35967" y="12864"/>
                    <a:pt x="37216" y="19844"/>
                    <a:pt x="33737" y="24929"/>
                  </a:cubicBezTo>
                  <a:lnTo>
                    <a:pt x="25831" y="19363"/>
                  </a:lnTo>
                  <a:cubicBezTo>
                    <a:pt x="26045" y="18652"/>
                    <a:pt x="25787" y="17881"/>
                    <a:pt x="25178" y="17455"/>
                  </a:cubicBezTo>
                  <a:cubicBezTo>
                    <a:pt x="24880" y="17245"/>
                    <a:pt x="24535" y="17141"/>
                    <a:pt x="24189" y="17141"/>
                  </a:cubicBezTo>
                  <a:cubicBezTo>
                    <a:pt x="23827" y="17141"/>
                    <a:pt x="23465" y="17255"/>
                    <a:pt x="23161" y="17481"/>
                  </a:cubicBezTo>
                  <a:lnTo>
                    <a:pt x="15255" y="11914"/>
                  </a:lnTo>
                  <a:cubicBezTo>
                    <a:pt x="17458" y="8873"/>
                    <a:pt x="20914" y="7249"/>
                    <a:pt x="24423" y="7249"/>
                  </a:cubicBezTo>
                  <a:close/>
                  <a:moveTo>
                    <a:pt x="24423" y="6937"/>
                  </a:moveTo>
                  <a:cubicBezTo>
                    <a:pt x="20769" y="6937"/>
                    <a:pt x="17170" y="8652"/>
                    <a:pt x="14910" y="11860"/>
                  </a:cubicBezTo>
                  <a:cubicBezTo>
                    <a:pt x="14886" y="11894"/>
                    <a:pt x="14878" y="11935"/>
                    <a:pt x="14885" y="11977"/>
                  </a:cubicBezTo>
                  <a:cubicBezTo>
                    <a:pt x="14892" y="12018"/>
                    <a:pt x="14915" y="12054"/>
                    <a:pt x="14949" y="12077"/>
                  </a:cubicBezTo>
                  <a:lnTo>
                    <a:pt x="23078" y="17801"/>
                  </a:lnTo>
                  <a:cubicBezTo>
                    <a:pt x="23104" y="17820"/>
                    <a:pt x="23135" y="17829"/>
                    <a:pt x="23166" y="17829"/>
                  </a:cubicBezTo>
                  <a:cubicBezTo>
                    <a:pt x="23202" y="17829"/>
                    <a:pt x="23238" y="17817"/>
                    <a:pt x="23266" y="17792"/>
                  </a:cubicBezTo>
                  <a:cubicBezTo>
                    <a:pt x="23531" y="17565"/>
                    <a:pt x="23860" y="17450"/>
                    <a:pt x="24189" y="17450"/>
                  </a:cubicBezTo>
                  <a:cubicBezTo>
                    <a:pt x="24472" y="17450"/>
                    <a:pt x="24756" y="17535"/>
                    <a:pt x="24999" y="17706"/>
                  </a:cubicBezTo>
                  <a:cubicBezTo>
                    <a:pt x="25527" y="18075"/>
                    <a:pt x="25734" y="18760"/>
                    <a:pt x="25504" y="19365"/>
                  </a:cubicBezTo>
                  <a:cubicBezTo>
                    <a:pt x="25478" y="19431"/>
                    <a:pt x="25499" y="19507"/>
                    <a:pt x="25558" y="19548"/>
                  </a:cubicBezTo>
                  <a:lnTo>
                    <a:pt x="33687" y="25272"/>
                  </a:lnTo>
                  <a:cubicBezTo>
                    <a:pt x="33714" y="25292"/>
                    <a:pt x="33744" y="25301"/>
                    <a:pt x="33777" y="25301"/>
                  </a:cubicBezTo>
                  <a:cubicBezTo>
                    <a:pt x="33785" y="25301"/>
                    <a:pt x="33794" y="25301"/>
                    <a:pt x="33802" y="25299"/>
                  </a:cubicBezTo>
                  <a:cubicBezTo>
                    <a:pt x="33844" y="25292"/>
                    <a:pt x="33880" y="25268"/>
                    <a:pt x="33902" y="25235"/>
                  </a:cubicBezTo>
                  <a:cubicBezTo>
                    <a:pt x="37589" y="19997"/>
                    <a:pt x="36330" y="12740"/>
                    <a:pt x="31093" y="9051"/>
                  </a:cubicBezTo>
                  <a:cubicBezTo>
                    <a:pt x="29065" y="7623"/>
                    <a:pt x="26733" y="6937"/>
                    <a:pt x="24423" y="6937"/>
                  </a:cubicBezTo>
                  <a:close/>
                  <a:moveTo>
                    <a:pt x="23980" y="313"/>
                  </a:moveTo>
                  <a:cubicBezTo>
                    <a:pt x="27841" y="313"/>
                    <a:pt x="31605" y="1496"/>
                    <a:pt x="34821" y="3761"/>
                  </a:cubicBezTo>
                  <a:cubicBezTo>
                    <a:pt x="38886" y="6625"/>
                    <a:pt x="41618" y="10892"/>
                    <a:pt x="42518" y="15780"/>
                  </a:cubicBezTo>
                  <a:cubicBezTo>
                    <a:pt x="43417" y="20663"/>
                    <a:pt x="42388" y="25616"/>
                    <a:pt x="39623" y="29731"/>
                  </a:cubicBezTo>
                  <a:cubicBezTo>
                    <a:pt x="39578" y="29802"/>
                    <a:pt x="39593" y="29896"/>
                    <a:pt x="39663" y="29944"/>
                  </a:cubicBezTo>
                  <a:lnTo>
                    <a:pt x="43007" y="32298"/>
                  </a:lnTo>
                  <a:lnTo>
                    <a:pt x="38193" y="39135"/>
                  </a:lnTo>
                  <a:lnTo>
                    <a:pt x="378" y="12506"/>
                  </a:lnTo>
                  <a:lnTo>
                    <a:pt x="5193" y="5669"/>
                  </a:lnTo>
                  <a:lnTo>
                    <a:pt x="8536" y="8022"/>
                  </a:lnTo>
                  <a:cubicBezTo>
                    <a:pt x="8563" y="8041"/>
                    <a:pt x="8595" y="8051"/>
                    <a:pt x="8626" y="8051"/>
                  </a:cubicBezTo>
                  <a:cubicBezTo>
                    <a:pt x="8674" y="8051"/>
                    <a:pt x="8721" y="8029"/>
                    <a:pt x="8751" y="7989"/>
                  </a:cubicBezTo>
                  <a:cubicBezTo>
                    <a:pt x="11694" y="3998"/>
                    <a:pt x="16012" y="1362"/>
                    <a:pt x="20910" y="562"/>
                  </a:cubicBezTo>
                  <a:cubicBezTo>
                    <a:pt x="21935" y="395"/>
                    <a:pt x="22961" y="313"/>
                    <a:pt x="23980" y="313"/>
                  </a:cubicBezTo>
                  <a:close/>
                  <a:moveTo>
                    <a:pt x="23979" y="1"/>
                  </a:moveTo>
                  <a:cubicBezTo>
                    <a:pt x="22943" y="1"/>
                    <a:pt x="21899" y="85"/>
                    <a:pt x="20857" y="255"/>
                  </a:cubicBezTo>
                  <a:cubicBezTo>
                    <a:pt x="15931" y="1058"/>
                    <a:pt x="11578" y="3693"/>
                    <a:pt x="8589" y="7680"/>
                  </a:cubicBezTo>
                  <a:lnTo>
                    <a:pt x="5243" y="5323"/>
                  </a:lnTo>
                  <a:cubicBezTo>
                    <a:pt x="5217" y="5305"/>
                    <a:pt x="5186" y="5296"/>
                    <a:pt x="5154" y="5296"/>
                  </a:cubicBezTo>
                  <a:cubicBezTo>
                    <a:pt x="5145" y="5296"/>
                    <a:pt x="5135" y="5297"/>
                    <a:pt x="5126" y="5299"/>
                  </a:cubicBezTo>
                  <a:cubicBezTo>
                    <a:pt x="5086" y="5306"/>
                    <a:pt x="5050" y="5329"/>
                    <a:pt x="5026" y="5363"/>
                  </a:cubicBezTo>
                  <a:lnTo>
                    <a:pt x="32" y="12454"/>
                  </a:lnTo>
                  <a:cubicBezTo>
                    <a:pt x="9" y="12487"/>
                    <a:pt x="1" y="12528"/>
                    <a:pt x="8" y="12570"/>
                  </a:cubicBezTo>
                  <a:cubicBezTo>
                    <a:pt x="15" y="12611"/>
                    <a:pt x="38" y="12647"/>
                    <a:pt x="72" y="12670"/>
                  </a:cubicBezTo>
                  <a:lnTo>
                    <a:pt x="38142" y="39478"/>
                  </a:lnTo>
                  <a:cubicBezTo>
                    <a:pt x="38167" y="39498"/>
                    <a:pt x="38199" y="39506"/>
                    <a:pt x="38230" y="39506"/>
                  </a:cubicBezTo>
                  <a:lnTo>
                    <a:pt x="38259" y="39506"/>
                  </a:lnTo>
                  <a:cubicBezTo>
                    <a:pt x="38300" y="39499"/>
                    <a:pt x="38336" y="39476"/>
                    <a:pt x="38359" y="39442"/>
                  </a:cubicBezTo>
                  <a:lnTo>
                    <a:pt x="43351" y="32352"/>
                  </a:lnTo>
                  <a:cubicBezTo>
                    <a:pt x="43374" y="32318"/>
                    <a:pt x="43383" y="32276"/>
                    <a:pt x="43376" y="32235"/>
                  </a:cubicBezTo>
                  <a:cubicBezTo>
                    <a:pt x="43368" y="32195"/>
                    <a:pt x="43346" y="32159"/>
                    <a:pt x="43311" y="32135"/>
                  </a:cubicBezTo>
                  <a:lnTo>
                    <a:pt x="39965" y="29777"/>
                  </a:lnTo>
                  <a:cubicBezTo>
                    <a:pt x="42711" y="25619"/>
                    <a:pt x="43726" y="20636"/>
                    <a:pt x="42823" y="15723"/>
                  </a:cubicBezTo>
                  <a:cubicBezTo>
                    <a:pt x="41908" y="10755"/>
                    <a:pt x="39129" y="6414"/>
                    <a:pt x="34998" y="3505"/>
                  </a:cubicBezTo>
                  <a:cubicBezTo>
                    <a:pt x="31729" y="1204"/>
                    <a:pt x="27904" y="1"/>
                    <a:pt x="239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7"/>
            <p:cNvSpPr/>
            <p:nvPr/>
          </p:nvSpPr>
          <p:spPr>
            <a:xfrm>
              <a:off x="1369475" y="463588"/>
              <a:ext cx="972275" cy="698650"/>
            </a:xfrm>
            <a:custGeom>
              <a:rect b="b" l="l" r="r" t="t"/>
              <a:pathLst>
                <a:path extrusionOk="0" h="27946" w="38891">
                  <a:moveTo>
                    <a:pt x="778" y="1"/>
                  </a:moveTo>
                  <a:lnTo>
                    <a:pt x="0" y="1105"/>
                  </a:lnTo>
                  <a:lnTo>
                    <a:pt x="38113" y="27946"/>
                  </a:lnTo>
                  <a:lnTo>
                    <a:pt x="38890" y="26842"/>
                  </a:lnTo>
                  <a:lnTo>
                    <a:pt x="7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7"/>
            <p:cNvSpPr/>
            <p:nvPr/>
          </p:nvSpPr>
          <p:spPr>
            <a:xfrm>
              <a:off x="1373875" y="447988"/>
              <a:ext cx="40850" cy="53200"/>
            </a:xfrm>
            <a:custGeom>
              <a:rect b="b" l="l" r="r" t="t"/>
              <a:pathLst>
                <a:path extrusionOk="0" h="2128" w="1634">
                  <a:moveTo>
                    <a:pt x="1456" y="1"/>
                  </a:moveTo>
                  <a:cubicBezTo>
                    <a:pt x="1408" y="1"/>
                    <a:pt x="1359" y="23"/>
                    <a:pt x="1329" y="66"/>
                  </a:cubicBezTo>
                  <a:lnTo>
                    <a:pt x="50" y="1882"/>
                  </a:lnTo>
                  <a:cubicBezTo>
                    <a:pt x="0" y="1952"/>
                    <a:pt x="19" y="2049"/>
                    <a:pt x="87" y="2099"/>
                  </a:cubicBezTo>
                  <a:cubicBezTo>
                    <a:pt x="114" y="2119"/>
                    <a:pt x="147" y="2128"/>
                    <a:pt x="177" y="2128"/>
                  </a:cubicBezTo>
                  <a:cubicBezTo>
                    <a:pt x="226" y="2128"/>
                    <a:pt x="273" y="2105"/>
                    <a:pt x="304" y="2061"/>
                  </a:cubicBezTo>
                  <a:lnTo>
                    <a:pt x="1583" y="245"/>
                  </a:lnTo>
                  <a:cubicBezTo>
                    <a:pt x="1633" y="174"/>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7"/>
            <p:cNvSpPr/>
            <p:nvPr/>
          </p:nvSpPr>
          <p:spPr>
            <a:xfrm>
              <a:off x="1424025" y="483288"/>
              <a:ext cx="40800" cy="53150"/>
            </a:xfrm>
            <a:custGeom>
              <a:rect b="b" l="l" r="r" t="t"/>
              <a:pathLst>
                <a:path extrusionOk="0" h="2126" w="1632">
                  <a:moveTo>
                    <a:pt x="1456" y="0"/>
                  </a:moveTo>
                  <a:cubicBezTo>
                    <a:pt x="1408" y="0"/>
                    <a:pt x="1360" y="23"/>
                    <a:pt x="1329" y="66"/>
                  </a:cubicBezTo>
                  <a:lnTo>
                    <a:pt x="50" y="1882"/>
                  </a:lnTo>
                  <a:cubicBezTo>
                    <a:pt x="0" y="1952"/>
                    <a:pt x="17" y="2047"/>
                    <a:pt x="87" y="2097"/>
                  </a:cubicBezTo>
                  <a:cubicBezTo>
                    <a:pt x="114" y="2117"/>
                    <a:pt x="146" y="2126"/>
                    <a:pt x="177" y="2126"/>
                  </a:cubicBezTo>
                  <a:cubicBezTo>
                    <a:pt x="224" y="2126"/>
                    <a:pt x="273" y="2105"/>
                    <a:pt x="303" y="2060"/>
                  </a:cubicBezTo>
                  <a:lnTo>
                    <a:pt x="1582" y="244"/>
                  </a:lnTo>
                  <a:cubicBezTo>
                    <a:pt x="1632" y="174"/>
                    <a:pt x="1615" y="77"/>
                    <a:pt x="1545" y="27"/>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7"/>
            <p:cNvSpPr/>
            <p:nvPr/>
          </p:nvSpPr>
          <p:spPr>
            <a:xfrm>
              <a:off x="1390575" y="477213"/>
              <a:ext cx="28525" cy="35700"/>
            </a:xfrm>
            <a:custGeom>
              <a:rect b="b" l="l" r="r" t="t"/>
              <a:pathLst>
                <a:path extrusionOk="0" h="1428" w="1141">
                  <a:moveTo>
                    <a:pt x="966" y="0"/>
                  </a:moveTo>
                  <a:cubicBezTo>
                    <a:pt x="917" y="0"/>
                    <a:pt x="869" y="23"/>
                    <a:pt x="838" y="66"/>
                  </a:cubicBezTo>
                  <a:lnTo>
                    <a:pt x="51" y="1183"/>
                  </a:lnTo>
                  <a:cubicBezTo>
                    <a:pt x="1" y="1253"/>
                    <a:pt x="18" y="1350"/>
                    <a:pt x="88" y="1399"/>
                  </a:cubicBezTo>
                  <a:cubicBezTo>
                    <a:pt x="115" y="1419"/>
                    <a:pt x="147" y="1427"/>
                    <a:pt x="177" y="1427"/>
                  </a:cubicBezTo>
                  <a:cubicBezTo>
                    <a:pt x="227" y="1427"/>
                    <a:pt x="274" y="1404"/>
                    <a:pt x="304" y="1362"/>
                  </a:cubicBezTo>
                  <a:lnTo>
                    <a:pt x="1091" y="244"/>
                  </a:lnTo>
                  <a:cubicBezTo>
                    <a:pt x="1141" y="174"/>
                    <a:pt x="1124" y="77"/>
                    <a:pt x="1054" y="27"/>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7"/>
            <p:cNvSpPr/>
            <p:nvPr/>
          </p:nvSpPr>
          <p:spPr>
            <a:xfrm>
              <a:off x="1405825" y="487963"/>
              <a:ext cx="28575" cy="35725"/>
            </a:xfrm>
            <a:custGeom>
              <a:rect b="b" l="l" r="r" t="t"/>
              <a:pathLst>
                <a:path extrusionOk="0" h="1429" w="1143">
                  <a:moveTo>
                    <a:pt x="966" y="1"/>
                  </a:moveTo>
                  <a:cubicBezTo>
                    <a:pt x="917" y="1"/>
                    <a:pt x="869" y="23"/>
                    <a:pt x="838" y="66"/>
                  </a:cubicBezTo>
                  <a:lnTo>
                    <a:pt x="51" y="1183"/>
                  </a:lnTo>
                  <a:cubicBezTo>
                    <a:pt x="1" y="1253"/>
                    <a:pt x="19" y="1350"/>
                    <a:pt x="88" y="1400"/>
                  </a:cubicBezTo>
                  <a:cubicBezTo>
                    <a:pt x="115" y="1420"/>
                    <a:pt x="148" y="1429"/>
                    <a:pt x="178" y="1429"/>
                  </a:cubicBezTo>
                  <a:cubicBezTo>
                    <a:pt x="227" y="1429"/>
                    <a:pt x="274" y="1406"/>
                    <a:pt x="305" y="1362"/>
                  </a:cubicBezTo>
                  <a:lnTo>
                    <a:pt x="1093" y="244"/>
                  </a:lnTo>
                  <a:cubicBezTo>
                    <a:pt x="1143" y="174"/>
                    <a:pt x="1124" y="79"/>
                    <a:pt x="1055" y="29"/>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7"/>
            <p:cNvSpPr/>
            <p:nvPr/>
          </p:nvSpPr>
          <p:spPr>
            <a:xfrm>
              <a:off x="1473375" y="518113"/>
              <a:ext cx="40850" cy="53175"/>
            </a:xfrm>
            <a:custGeom>
              <a:rect b="b" l="l" r="r" t="t"/>
              <a:pathLst>
                <a:path extrusionOk="0" h="2127" w="1634">
                  <a:moveTo>
                    <a:pt x="1458" y="0"/>
                  </a:moveTo>
                  <a:cubicBezTo>
                    <a:pt x="1409" y="0"/>
                    <a:pt x="1360" y="23"/>
                    <a:pt x="1330" y="66"/>
                  </a:cubicBezTo>
                  <a:lnTo>
                    <a:pt x="51" y="1882"/>
                  </a:lnTo>
                  <a:cubicBezTo>
                    <a:pt x="1" y="1952"/>
                    <a:pt x="19" y="2047"/>
                    <a:pt x="89" y="2097"/>
                  </a:cubicBezTo>
                  <a:cubicBezTo>
                    <a:pt x="115" y="2117"/>
                    <a:pt x="148" y="2126"/>
                    <a:pt x="178" y="2126"/>
                  </a:cubicBezTo>
                  <a:cubicBezTo>
                    <a:pt x="227" y="2126"/>
                    <a:pt x="275" y="2103"/>
                    <a:pt x="305" y="2060"/>
                  </a:cubicBezTo>
                  <a:lnTo>
                    <a:pt x="1584" y="244"/>
                  </a:lnTo>
                  <a:cubicBezTo>
                    <a:pt x="1634" y="174"/>
                    <a:pt x="1615" y="77"/>
                    <a:pt x="1547" y="27"/>
                  </a:cubicBezTo>
                  <a:cubicBezTo>
                    <a:pt x="1520" y="9"/>
                    <a:pt x="1489" y="0"/>
                    <a:pt x="145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7"/>
            <p:cNvSpPr/>
            <p:nvPr/>
          </p:nvSpPr>
          <p:spPr>
            <a:xfrm>
              <a:off x="1439975" y="512013"/>
              <a:ext cx="28575" cy="35725"/>
            </a:xfrm>
            <a:custGeom>
              <a:rect b="b" l="l" r="r" t="t"/>
              <a:pathLst>
                <a:path extrusionOk="0" h="1429" w="1143">
                  <a:moveTo>
                    <a:pt x="966" y="1"/>
                  </a:moveTo>
                  <a:cubicBezTo>
                    <a:pt x="918" y="1"/>
                    <a:pt x="870" y="23"/>
                    <a:pt x="840" y="67"/>
                  </a:cubicBezTo>
                  <a:lnTo>
                    <a:pt x="51" y="1184"/>
                  </a:lnTo>
                  <a:cubicBezTo>
                    <a:pt x="1" y="1254"/>
                    <a:pt x="19" y="1351"/>
                    <a:pt x="89" y="1400"/>
                  </a:cubicBezTo>
                  <a:cubicBezTo>
                    <a:pt x="115" y="1420"/>
                    <a:pt x="148" y="1428"/>
                    <a:pt x="178" y="1428"/>
                  </a:cubicBezTo>
                  <a:cubicBezTo>
                    <a:pt x="227" y="1428"/>
                    <a:pt x="275" y="1406"/>
                    <a:pt x="305" y="1363"/>
                  </a:cubicBezTo>
                  <a:lnTo>
                    <a:pt x="1092" y="245"/>
                  </a:lnTo>
                  <a:cubicBezTo>
                    <a:pt x="1142" y="175"/>
                    <a:pt x="1125" y="78"/>
                    <a:pt x="1055"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7"/>
            <p:cNvSpPr/>
            <p:nvPr/>
          </p:nvSpPr>
          <p:spPr>
            <a:xfrm>
              <a:off x="1455225" y="522738"/>
              <a:ext cx="28550" cy="35725"/>
            </a:xfrm>
            <a:custGeom>
              <a:rect b="b" l="l" r="r" t="t"/>
              <a:pathLst>
                <a:path extrusionOk="0" h="1429" w="1142">
                  <a:moveTo>
                    <a:pt x="966" y="1"/>
                  </a:moveTo>
                  <a:cubicBezTo>
                    <a:pt x="917" y="1"/>
                    <a:pt x="869" y="23"/>
                    <a:pt x="838" y="66"/>
                  </a:cubicBezTo>
                  <a:lnTo>
                    <a:pt x="51" y="1184"/>
                  </a:lnTo>
                  <a:cubicBezTo>
                    <a:pt x="1" y="1254"/>
                    <a:pt x="18" y="1351"/>
                    <a:pt x="88" y="1400"/>
                  </a:cubicBezTo>
                  <a:cubicBezTo>
                    <a:pt x="115" y="1420"/>
                    <a:pt x="147" y="1428"/>
                    <a:pt x="177" y="1428"/>
                  </a:cubicBezTo>
                  <a:cubicBezTo>
                    <a:pt x="225" y="1428"/>
                    <a:pt x="274" y="1405"/>
                    <a:pt x="304" y="1362"/>
                  </a:cubicBezTo>
                  <a:lnTo>
                    <a:pt x="1091" y="245"/>
                  </a:lnTo>
                  <a:cubicBezTo>
                    <a:pt x="1141" y="175"/>
                    <a:pt x="1124" y="78"/>
                    <a:pt x="1054" y="28"/>
                  </a:cubicBezTo>
                  <a:cubicBezTo>
                    <a:pt x="1027" y="10"/>
                    <a:pt x="996"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7"/>
            <p:cNvSpPr/>
            <p:nvPr/>
          </p:nvSpPr>
          <p:spPr>
            <a:xfrm>
              <a:off x="1522825" y="552888"/>
              <a:ext cx="40850" cy="53175"/>
            </a:xfrm>
            <a:custGeom>
              <a:rect b="b" l="l" r="r" t="t"/>
              <a:pathLst>
                <a:path extrusionOk="0" h="2127" w="1634">
                  <a:moveTo>
                    <a:pt x="1457" y="0"/>
                  </a:moveTo>
                  <a:cubicBezTo>
                    <a:pt x="1408" y="0"/>
                    <a:pt x="1360" y="23"/>
                    <a:pt x="1329" y="65"/>
                  </a:cubicBezTo>
                  <a:lnTo>
                    <a:pt x="50" y="1882"/>
                  </a:lnTo>
                  <a:cubicBezTo>
                    <a:pt x="0" y="1951"/>
                    <a:pt x="19" y="2048"/>
                    <a:pt x="87" y="2098"/>
                  </a:cubicBezTo>
                  <a:cubicBezTo>
                    <a:pt x="115" y="2118"/>
                    <a:pt x="147" y="2127"/>
                    <a:pt x="177" y="2127"/>
                  </a:cubicBezTo>
                  <a:cubicBezTo>
                    <a:pt x="226" y="2127"/>
                    <a:pt x="273" y="2104"/>
                    <a:pt x="305" y="2061"/>
                  </a:cubicBezTo>
                  <a:lnTo>
                    <a:pt x="1583" y="244"/>
                  </a:lnTo>
                  <a:cubicBezTo>
                    <a:pt x="1633" y="175"/>
                    <a:pt x="1615" y="78"/>
                    <a:pt x="1545" y="28"/>
                  </a:cubicBezTo>
                  <a:cubicBezTo>
                    <a:pt x="1518"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7"/>
            <p:cNvSpPr/>
            <p:nvPr/>
          </p:nvSpPr>
          <p:spPr>
            <a:xfrm>
              <a:off x="1489375" y="546813"/>
              <a:ext cx="28575" cy="35725"/>
            </a:xfrm>
            <a:custGeom>
              <a:rect b="b" l="l" r="r" t="t"/>
              <a:pathLst>
                <a:path extrusionOk="0" h="1429" w="1143">
                  <a:moveTo>
                    <a:pt x="966" y="1"/>
                  </a:moveTo>
                  <a:cubicBezTo>
                    <a:pt x="918" y="1"/>
                    <a:pt x="869" y="23"/>
                    <a:pt x="838" y="66"/>
                  </a:cubicBezTo>
                  <a:lnTo>
                    <a:pt x="51" y="1184"/>
                  </a:lnTo>
                  <a:cubicBezTo>
                    <a:pt x="1" y="1254"/>
                    <a:pt x="18" y="1350"/>
                    <a:pt x="88" y="1400"/>
                  </a:cubicBezTo>
                  <a:cubicBezTo>
                    <a:pt x="115" y="1420"/>
                    <a:pt x="147" y="1428"/>
                    <a:pt x="178" y="1428"/>
                  </a:cubicBezTo>
                  <a:cubicBezTo>
                    <a:pt x="225" y="1428"/>
                    <a:pt x="274" y="1405"/>
                    <a:pt x="304" y="1362"/>
                  </a:cubicBezTo>
                  <a:lnTo>
                    <a:pt x="1093" y="245"/>
                  </a:lnTo>
                  <a:cubicBezTo>
                    <a:pt x="1143" y="175"/>
                    <a:pt x="1124" y="78"/>
                    <a:pt x="1054"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7"/>
            <p:cNvSpPr/>
            <p:nvPr/>
          </p:nvSpPr>
          <p:spPr>
            <a:xfrm>
              <a:off x="1504650" y="557538"/>
              <a:ext cx="28550" cy="35700"/>
            </a:xfrm>
            <a:custGeom>
              <a:rect b="b" l="l" r="r" t="t"/>
              <a:pathLst>
                <a:path extrusionOk="0" h="1428" w="1142">
                  <a:moveTo>
                    <a:pt x="966" y="1"/>
                  </a:moveTo>
                  <a:cubicBezTo>
                    <a:pt x="918" y="1"/>
                    <a:pt x="869" y="23"/>
                    <a:pt x="839" y="66"/>
                  </a:cubicBezTo>
                  <a:lnTo>
                    <a:pt x="50" y="1183"/>
                  </a:lnTo>
                  <a:cubicBezTo>
                    <a:pt x="0" y="1253"/>
                    <a:pt x="19" y="1349"/>
                    <a:pt x="89" y="1399"/>
                  </a:cubicBezTo>
                  <a:cubicBezTo>
                    <a:pt x="114" y="1419"/>
                    <a:pt x="147" y="1428"/>
                    <a:pt x="177" y="1428"/>
                  </a:cubicBezTo>
                  <a:cubicBezTo>
                    <a:pt x="226" y="1428"/>
                    <a:pt x="274" y="1405"/>
                    <a:pt x="304" y="1362"/>
                  </a:cubicBezTo>
                  <a:lnTo>
                    <a:pt x="1092" y="245"/>
                  </a:lnTo>
                  <a:cubicBezTo>
                    <a:pt x="1142" y="175"/>
                    <a:pt x="1125" y="78"/>
                    <a:pt x="1055" y="28"/>
                  </a:cubicBezTo>
                  <a:cubicBezTo>
                    <a:pt x="1028" y="9"/>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7"/>
            <p:cNvSpPr/>
            <p:nvPr/>
          </p:nvSpPr>
          <p:spPr>
            <a:xfrm>
              <a:off x="1572225" y="587663"/>
              <a:ext cx="40825" cy="53200"/>
            </a:xfrm>
            <a:custGeom>
              <a:rect b="b" l="l" r="r" t="t"/>
              <a:pathLst>
                <a:path extrusionOk="0" h="2128" w="1633">
                  <a:moveTo>
                    <a:pt x="1456" y="0"/>
                  </a:moveTo>
                  <a:cubicBezTo>
                    <a:pt x="1407" y="0"/>
                    <a:pt x="1360" y="23"/>
                    <a:pt x="1329" y="66"/>
                  </a:cubicBezTo>
                  <a:lnTo>
                    <a:pt x="50" y="1882"/>
                  </a:lnTo>
                  <a:cubicBezTo>
                    <a:pt x="0" y="1952"/>
                    <a:pt x="18" y="2049"/>
                    <a:pt x="88" y="2099"/>
                  </a:cubicBezTo>
                  <a:cubicBezTo>
                    <a:pt x="115" y="2117"/>
                    <a:pt x="146" y="2127"/>
                    <a:pt x="176" y="2127"/>
                  </a:cubicBezTo>
                  <a:cubicBezTo>
                    <a:pt x="225" y="2127"/>
                    <a:pt x="273" y="2105"/>
                    <a:pt x="303" y="2060"/>
                  </a:cubicBezTo>
                  <a:lnTo>
                    <a:pt x="1582" y="244"/>
                  </a:lnTo>
                  <a:cubicBezTo>
                    <a:pt x="1632" y="174"/>
                    <a:pt x="1615" y="78"/>
                    <a:pt x="1545" y="28"/>
                  </a:cubicBezTo>
                  <a:cubicBezTo>
                    <a:pt x="1518" y="10"/>
                    <a:pt x="1486"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7"/>
            <p:cNvSpPr/>
            <p:nvPr/>
          </p:nvSpPr>
          <p:spPr>
            <a:xfrm>
              <a:off x="1538750" y="581588"/>
              <a:ext cx="28575" cy="35725"/>
            </a:xfrm>
            <a:custGeom>
              <a:rect b="b" l="l" r="r" t="t"/>
              <a:pathLst>
                <a:path extrusionOk="0" h="1429" w="1143">
                  <a:moveTo>
                    <a:pt x="967" y="1"/>
                  </a:moveTo>
                  <a:cubicBezTo>
                    <a:pt x="918" y="1"/>
                    <a:pt x="870" y="24"/>
                    <a:pt x="839" y="66"/>
                  </a:cubicBezTo>
                  <a:lnTo>
                    <a:pt x="51" y="1184"/>
                  </a:lnTo>
                  <a:cubicBezTo>
                    <a:pt x="1" y="1253"/>
                    <a:pt x="19" y="1350"/>
                    <a:pt x="89" y="1400"/>
                  </a:cubicBezTo>
                  <a:cubicBezTo>
                    <a:pt x="115" y="1420"/>
                    <a:pt x="148" y="1429"/>
                    <a:pt x="178" y="1429"/>
                  </a:cubicBezTo>
                  <a:cubicBezTo>
                    <a:pt x="228" y="1429"/>
                    <a:pt x="276" y="1406"/>
                    <a:pt x="305" y="1363"/>
                  </a:cubicBezTo>
                  <a:lnTo>
                    <a:pt x="1092" y="244"/>
                  </a:lnTo>
                  <a:cubicBezTo>
                    <a:pt x="1142" y="176"/>
                    <a:pt x="1125" y="79"/>
                    <a:pt x="1055" y="29"/>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7"/>
            <p:cNvSpPr/>
            <p:nvPr/>
          </p:nvSpPr>
          <p:spPr>
            <a:xfrm>
              <a:off x="1554050" y="592288"/>
              <a:ext cx="28550" cy="35750"/>
            </a:xfrm>
            <a:custGeom>
              <a:rect b="b" l="l" r="r" t="t"/>
              <a:pathLst>
                <a:path extrusionOk="0" h="1430" w="1142">
                  <a:moveTo>
                    <a:pt x="964" y="1"/>
                  </a:moveTo>
                  <a:cubicBezTo>
                    <a:pt x="915" y="1"/>
                    <a:pt x="868" y="23"/>
                    <a:pt x="837" y="66"/>
                  </a:cubicBezTo>
                  <a:lnTo>
                    <a:pt x="50" y="1185"/>
                  </a:lnTo>
                  <a:cubicBezTo>
                    <a:pt x="0" y="1254"/>
                    <a:pt x="17" y="1351"/>
                    <a:pt x="87" y="1401"/>
                  </a:cubicBezTo>
                  <a:cubicBezTo>
                    <a:pt x="114" y="1421"/>
                    <a:pt x="146" y="1429"/>
                    <a:pt x="177" y="1429"/>
                  </a:cubicBezTo>
                  <a:cubicBezTo>
                    <a:pt x="224" y="1429"/>
                    <a:pt x="273" y="1408"/>
                    <a:pt x="303" y="1364"/>
                  </a:cubicBezTo>
                  <a:lnTo>
                    <a:pt x="1092" y="245"/>
                  </a:lnTo>
                  <a:cubicBezTo>
                    <a:pt x="1142" y="176"/>
                    <a:pt x="1123" y="79"/>
                    <a:pt x="1053" y="29"/>
                  </a:cubicBezTo>
                  <a:cubicBezTo>
                    <a:pt x="1026" y="10"/>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7"/>
            <p:cNvSpPr/>
            <p:nvPr/>
          </p:nvSpPr>
          <p:spPr>
            <a:xfrm>
              <a:off x="1621600" y="622488"/>
              <a:ext cx="40850" cy="53175"/>
            </a:xfrm>
            <a:custGeom>
              <a:rect b="b" l="l" r="r" t="t"/>
              <a:pathLst>
                <a:path extrusionOk="0" h="2127" w="1634">
                  <a:moveTo>
                    <a:pt x="1457" y="1"/>
                  </a:moveTo>
                  <a:cubicBezTo>
                    <a:pt x="1408" y="1"/>
                    <a:pt x="1360" y="24"/>
                    <a:pt x="1329" y="66"/>
                  </a:cubicBezTo>
                  <a:lnTo>
                    <a:pt x="50" y="1880"/>
                  </a:lnTo>
                  <a:cubicBezTo>
                    <a:pt x="0" y="1950"/>
                    <a:pt x="19" y="2047"/>
                    <a:pt x="87" y="2098"/>
                  </a:cubicBezTo>
                  <a:cubicBezTo>
                    <a:pt x="114" y="2116"/>
                    <a:pt x="147" y="2126"/>
                    <a:pt x="177" y="2126"/>
                  </a:cubicBezTo>
                  <a:cubicBezTo>
                    <a:pt x="226" y="2126"/>
                    <a:pt x="273" y="2102"/>
                    <a:pt x="304" y="2059"/>
                  </a:cubicBezTo>
                  <a:lnTo>
                    <a:pt x="1583" y="244"/>
                  </a:lnTo>
                  <a:cubicBezTo>
                    <a:pt x="1633" y="176"/>
                    <a:pt x="1615" y="79"/>
                    <a:pt x="1545" y="29"/>
                  </a:cubicBezTo>
                  <a:cubicBezTo>
                    <a:pt x="1518"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7"/>
            <p:cNvSpPr/>
            <p:nvPr/>
          </p:nvSpPr>
          <p:spPr>
            <a:xfrm>
              <a:off x="1588200" y="616388"/>
              <a:ext cx="28550" cy="35725"/>
            </a:xfrm>
            <a:custGeom>
              <a:rect b="b" l="l" r="r" t="t"/>
              <a:pathLst>
                <a:path extrusionOk="0" h="1429" w="1142">
                  <a:moveTo>
                    <a:pt x="965" y="0"/>
                  </a:moveTo>
                  <a:cubicBezTo>
                    <a:pt x="916" y="0"/>
                    <a:pt x="868" y="23"/>
                    <a:pt x="837" y="65"/>
                  </a:cubicBezTo>
                  <a:lnTo>
                    <a:pt x="50" y="1183"/>
                  </a:lnTo>
                  <a:cubicBezTo>
                    <a:pt x="0" y="1253"/>
                    <a:pt x="19" y="1350"/>
                    <a:pt x="87" y="1400"/>
                  </a:cubicBezTo>
                  <a:cubicBezTo>
                    <a:pt x="114" y="1420"/>
                    <a:pt x="147" y="1428"/>
                    <a:pt x="177" y="1428"/>
                  </a:cubicBezTo>
                  <a:cubicBezTo>
                    <a:pt x="226" y="1428"/>
                    <a:pt x="273" y="1406"/>
                    <a:pt x="304" y="1361"/>
                  </a:cubicBezTo>
                  <a:lnTo>
                    <a:pt x="1092" y="244"/>
                  </a:lnTo>
                  <a:cubicBezTo>
                    <a:pt x="1142" y="174"/>
                    <a:pt x="1123" y="78"/>
                    <a:pt x="1055"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7"/>
            <p:cNvSpPr/>
            <p:nvPr/>
          </p:nvSpPr>
          <p:spPr>
            <a:xfrm>
              <a:off x="1603475" y="627138"/>
              <a:ext cx="28525" cy="35725"/>
            </a:xfrm>
            <a:custGeom>
              <a:rect b="b" l="l" r="r" t="t"/>
              <a:pathLst>
                <a:path extrusionOk="0" h="1429" w="1141">
                  <a:moveTo>
                    <a:pt x="965" y="1"/>
                  </a:moveTo>
                  <a:cubicBezTo>
                    <a:pt x="917" y="1"/>
                    <a:pt x="869" y="23"/>
                    <a:pt x="838" y="65"/>
                  </a:cubicBezTo>
                  <a:lnTo>
                    <a:pt x="51" y="1184"/>
                  </a:lnTo>
                  <a:cubicBezTo>
                    <a:pt x="1" y="1253"/>
                    <a:pt x="18" y="1350"/>
                    <a:pt x="88" y="1400"/>
                  </a:cubicBezTo>
                  <a:cubicBezTo>
                    <a:pt x="115" y="1420"/>
                    <a:pt x="146" y="1429"/>
                    <a:pt x="176" y="1429"/>
                  </a:cubicBezTo>
                  <a:cubicBezTo>
                    <a:pt x="225" y="1429"/>
                    <a:pt x="274" y="1406"/>
                    <a:pt x="304" y="1363"/>
                  </a:cubicBezTo>
                  <a:lnTo>
                    <a:pt x="1091" y="244"/>
                  </a:lnTo>
                  <a:cubicBezTo>
                    <a:pt x="1141" y="175"/>
                    <a:pt x="1124" y="78"/>
                    <a:pt x="1054" y="28"/>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7"/>
            <p:cNvSpPr/>
            <p:nvPr/>
          </p:nvSpPr>
          <p:spPr>
            <a:xfrm>
              <a:off x="1671025" y="657288"/>
              <a:ext cx="40825" cy="53125"/>
            </a:xfrm>
            <a:custGeom>
              <a:rect b="b" l="l" r="r" t="t"/>
              <a:pathLst>
                <a:path extrusionOk="0" h="2125" w="1633">
                  <a:moveTo>
                    <a:pt x="1456" y="0"/>
                  </a:moveTo>
                  <a:cubicBezTo>
                    <a:pt x="1407" y="0"/>
                    <a:pt x="1360" y="23"/>
                    <a:pt x="1329" y="65"/>
                  </a:cubicBezTo>
                  <a:lnTo>
                    <a:pt x="51" y="1880"/>
                  </a:lnTo>
                  <a:cubicBezTo>
                    <a:pt x="1" y="1950"/>
                    <a:pt x="18" y="2046"/>
                    <a:pt x="88" y="2096"/>
                  </a:cubicBezTo>
                  <a:cubicBezTo>
                    <a:pt x="115" y="2116"/>
                    <a:pt x="146" y="2124"/>
                    <a:pt x="178" y="2124"/>
                  </a:cubicBezTo>
                  <a:cubicBezTo>
                    <a:pt x="225" y="2124"/>
                    <a:pt x="273" y="2101"/>
                    <a:pt x="303" y="2059"/>
                  </a:cubicBezTo>
                  <a:lnTo>
                    <a:pt x="1582" y="244"/>
                  </a:lnTo>
                  <a:cubicBezTo>
                    <a:pt x="1632" y="174"/>
                    <a:pt x="1615" y="78"/>
                    <a:pt x="1545" y="28"/>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7"/>
            <p:cNvSpPr/>
            <p:nvPr/>
          </p:nvSpPr>
          <p:spPr>
            <a:xfrm>
              <a:off x="1637600" y="651163"/>
              <a:ext cx="28525" cy="35750"/>
            </a:xfrm>
            <a:custGeom>
              <a:rect b="b" l="l" r="r" t="t"/>
              <a:pathLst>
                <a:path extrusionOk="0" h="1430" w="1141">
                  <a:moveTo>
                    <a:pt x="965" y="0"/>
                  </a:moveTo>
                  <a:cubicBezTo>
                    <a:pt x="916" y="0"/>
                    <a:pt x="868" y="23"/>
                    <a:pt x="837" y="66"/>
                  </a:cubicBezTo>
                  <a:lnTo>
                    <a:pt x="49" y="1183"/>
                  </a:lnTo>
                  <a:cubicBezTo>
                    <a:pt x="0" y="1253"/>
                    <a:pt x="17" y="1351"/>
                    <a:pt x="87" y="1399"/>
                  </a:cubicBezTo>
                  <a:cubicBezTo>
                    <a:pt x="114" y="1419"/>
                    <a:pt x="146" y="1429"/>
                    <a:pt x="176" y="1429"/>
                  </a:cubicBezTo>
                  <a:cubicBezTo>
                    <a:pt x="224" y="1429"/>
                    <a:pt x="273" y="1405"/>
                    <a:pt x="303" y="1362"/>
                  </a:cubicBezTo>
                  <a:lnTo>
                    <a:pt x="1090" y="245"/>
                  </a:lnTo>
                  <a:cubicBezTo>
                    <a:pt x="1140" y="175"/>
                    <a:pt x="1123" y="77"/>
                    <a:pt x="1053" y="27"/>
                  </a:cubicBezTo>
                  <a:cubicBezTo>
                    <a:pt x="1026" y="9"/>
                    <a:pt x="995"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7"/>
            <p:cNvSpPr/>
            <p:nvPr/>
          </p:nvSpPr>
          <p:spPr>
            <a:xfrm>
              <a:off x="1652850" y="661913"/>
              <a:ext cx="28550" cy="35750"/>
            </a:xfrm>
            <a:custGeom>
              <a:rect b="b" l="l" r="r" t="t"/>
              <a:pathLst>
                <a:path extrusionOk="0" h="1430" w="1142">
                  <a:moveTo>
                    <a:pt x="965" y="1"/>
                  </a:moveTo>
                  <a:cubicBezTo>
                    <a:pt x="916" y="1"/>
                    <a:pt x="868" y="23"/>
                    <a:pt x="838" y="66"/>
                  </a:cubicBezTo>
                  <a:lnTo>
                    <a:pt x="50" y="1183"/>
                  </a:lnTo>
                  <a:cubicBezTo>
                    <a:pt x="0" y="1253"/>
                    <a:pt x="19" y="1351"/>
                    <a:pt x="87" y="1401"/>
                  </a:cubicBezTo>
                  <a:cubicBezTo>
                    <a:pt x="115" y="1421"/>
                    <a:pt x="147" y="1429"/>
                    <a:pt x="177" y="1429"/>
                  </a:cubicBezTo>
                  <a:cubicBezTo>
                    <a:pt x="226" y="1429"/>
                    <a:pt x="273" y="1406"/>
                    <a:pt x="305" y="1362"/>
                  </a:cubicBezTo>
                  <a:lnTo>
                    <a:pt x="1092" y="245"/>
                  </a:lnTo>
                  <a:cubicBezTo>
                    <a:pt x="1142" y="175"/>
                    <a:pt x="1123" y="79"/>
                    <a:pt x="1055"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7"/>
            <p:cNvSpPr/>
            <p:nvPr/>
          </p:nvSpPr>
          <p:spPr>
            <a:xfrm>
              <a:off x="1720400" y="692013"/>
              <a:ext cx="40850" cy="53175"/>
            </a:xfrm>
            <a:custGeom>
              <a:rect b="b" l="l" r="r" t="t"/>
              <a:pathLst>
                <a:path extrusionOk="0" h="2127" w="1634">
                  <a:moveTo>
                    <a:pt x="1457" y="0"/>
                  </a:moveTo>
                  <a:cubicBezTo>
                    <a:pt x="1408" y="0"/>
                    <a:pt x="1360" y="23"/>
                    <a:pt x="1329" y="65"/>
                  </a:cubicBezTo>
                  <a:lnTo>
                    <a:pt x="50" y="1883"/>
                  </a:lnTo>
                  <a:cubicBezTo>
                    <a:pt x="0" y="1951"/>
                    <a:pt x="19" y="2048"/>
                    <a:pt x="89" y="2098"/>
                  </a:cubicBezTo>
                  <a:cubicBezTo>
                    <a:pt x="114" y="2118"/>
                    <a:pt x="147" y="2127"/>
                    <a:pt x="177" y="2127"/>
                  </a:cubicBezTo>
                  <a:cubicBezTo>
                    <a:pt x="226" y="2127"/>
                    <a:pt x="274" y="2104"/>
                    <a:pt x="304" y="2061"/>
                  </a:cubicBezTo>
                  <a:lnTo>
                    <a:pt x="1583" y="244"/>
                  </a:lnTo>
                  <a:cubicBezTo>
                    <a:pt x="1633" y="175"/>
                    <a:pt x="1615" y="78"/>
                    <a:pt x="1546" y="28"/>
                  </a:cubicBezTo>
                  <a:cubicBezTo>
                    <a:pt x="1519"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7"/>
            <p:cNvSpPr/>
            <p:nvPr/>
          </p:nvSpPr>
          <p:spPr>
            <a:xfrm>
              <a:off x="1687000" y="685938"/>
              <a:ext cx="28550" cy="35725"/>
            </a:xfrm>
            <a:custGeom>
              <a:rect b="b" l="l" r="r" t="t"/>
              <a:pathLst>
                <a:path extrusionOk="0" h="1429" w="1142">
                  <a:moveTo>
                    <a:pt x="966" y="0"/>
                  </a:moveTo>
                  <a:cubicBezTo>
                    <a:pt x="918" y="0"/>
                    <a:pt x="870" y="23"/>
                    <a:pt x="839" y="65"/>
                  </a:cubicBezTo>
                  <a:lnTo>
                    <a:pt x="50" y="1184"/>
                  </a:lnTo>
                  <a:cubicBezTo>
                    <a:pt x="0" y="1254"/>
                    <a:pt x="19" y="1350"/>
                    <a:pt x="89" y="1400"/>
                  </a:cubicBezTo>
                  <a:cubicBezTo>
                    <a:pt x="115" y="1420"/>
                    <a:pt x="147" y="1428"/>
                    <a:pt x="177" y="1428"/>
                  </a:cubicBezTo>
                  <a:cubicBezTo>
                    <a:pt x="226" y="1428"/>
                    <a:pt x="275" y="1406"/>
                    <a:pt x="305" y="1363"/>
                  </a:cubicBezTo>
                  <a:lnTo>
                    <a:pt x="1092" y="244"/>
                  </a:lnTo>
                  <a:cubicBezTo>
                    <a:pt x="1142" y="175"/>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7"/>
            <p:cNvSpPr/>
            <p:nvPr/>
          </p:nvSpPr>
          <p:spPr>
            <a:xfrm>
              <a:off x="1702250" y="696713"/>
              <a:ext cx="28525" cy="35725"/>
            </a:xfrm>
            <a:custGeom>
              <a:rect b="b" l="l" r="r" t="t"/>
              <a:pathLst>
                <a:path extrusionOk="0" h="1429" w="1141">
                  <a:moveTo>
                    <a:pt x="965" y="0"/>
                  </a:moveTo>
                  <a:cubicBezTo>
                    <a:pt x="916" y="0"/>
                    <a:pt x="868" y="23"/>
                    <a:pt x="838" y="66"/>
                  </a:cubicBezTo>
                  <a:lnTo>
                    <a:pt x="50" y="1183"/>
                  </a:lnTo>
                  <a:cubicBezTo>
                    <a:pt x="0" y="1253"/>
                    <a:pt x="17" y="1350"/>
                    <a:pt x="87" y="1399"/>
                  </a:cubicBezTo>
                  <a:cubicBezTo>
                    <a:pt x="115" y="1419"/>
                    <a:pt x="146" y="1429"/>
                    <a:pt x="176" y="1429"/>
                  </a:cubicBezTo>
                  <a:cubicBezTo>
                    <a:pt x="226" y="1429"/>
                    <a:pt x="275" y="1405"/>
                    <a:pt x="303" y="1362"/>
                  </a:cubicBezTo>
                  <a:lnTo>
                    <a:pt x="1091" y="244"/>
                  </a:lnTo>
                  <a:cubicBezTo>
                    <a:pt x="1141" y="174"/>
                    <a:pt x="1123" y="77"/>
                    <a:pt x="1053" y="27"/>
                  </a:cubicBezTo>
                  <a:cubicBezTo>
                    <a:pt x="1026"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7"/>
            <p:cNvSpPr/>
            <p:nvPr/>
          </p:nvSpPr>
          <p:spPr>
            <a:xfrm>
              <a:off x="1769825" y="726788"/>
              <a:ext cx="40850" cy="53200"/>
            </a:xfrm>
            <a:custGeom>
              <a:rect b="b" l="l" r="r" t="t"/>
              <a:pathLst>
                <a:path extrusionOk="0" h="2128" w="1634">
                  <a:moveTo>
                    <a:pt x="1457" y="1"/>
                  </a:moveTo>
                  <a:cubicBezTo>
                    <a:pt x="1408" y="1"/>
                    <a:pt x="1360" y="23"/>
                    <a:pt x="1329" y="66"/>
                  </a:cubicBezTo>
                  <a:lnTo>
                    <a:pt x="51" y="1882"/>
                  </a:lnTo>
                  <a:cubicBezTo>
                    <a:pt x="1" y="1952"/>
                    <a:pt x="19" y="2049"/>
                    <a:pt x="88" y="2099"/>
                  </a:cubicBezTo>
                  <a:cubicBezTo>
                    <a:pt x="115" y="2119"/>
                    <a:pt x="148" y="2128"/>
                    <a:pt x="178" y="2128"/>
                  </a:cubicBezTo>
                  <a:cubicBezTo>
                    <a:pt x="225" y="2128"/>
                    <a:pt x="274" y="2106"/>
                    <a:pt x="305" y="2061"/>
                  </a:cubicBezTo>
                  <a:lnTo>
                    <a:pt x="1584" y="244"/>
                  </a:lnTo>
                  <a:cubicBezTo>
                    <a:pt x="1634" y="174"/>
                    <a:pt x="1615" y="79"/>
                    <a:pt x="1545" y="29"/>
                  </a:cubicBezTo>
                  <a:cubicBezTo>
                    <a:pt x="1518"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7"/>
            <p:cNvSpPr/>
            <p:nvPr/>
          </p:nvSpPr>
          <p:spPr>
            <a:xfrm>
              <a:off x="1736400" y="720738"/>
              <a:ext cx="28550" cy="35725"/>
            </a:xfrm>
            <a:custGeom>
              <a:rect b="b" l="l" r="r" t="t"/>
              <a:pathLst>
                <a:path extrusionOk="0" h="1429" w="1142">
                  <a:moveTo>
                    <a:pt x="966" y="0"/>
                  </a:moveTo>
                  <a:cubicBezTo>
                    <a:pt x="917" y="0"/>
                    <a:pt x="868" y="23"/>
                    <a:pt x="838" y="65"/>
                  </a:cubicBezTo>
                  <a:lnTo>
                    <a:pt x="50" y="1184"/>
                  </a:lnTo>
                  <a:cubicBezTo>
                    <a:pt x="0" y="1254"/>
                    <a:pt x="17" y="1350"/>
                    <a:pt x="87" y="1400"/>
                  </a:cubicBezTo>
                  <a:cubicBezTo>
                    <a:pt x="115" y="1420"/>
                    <a:pt x="146" y="1428"/>
                    <a:pt x="177" y="1428"/>
                  </a:cubicBezTo>
                  <a:cubicBezTo>
                    <a:pt x="225" y="1428"/>
                    <a:pt x="273" y="1407"/>
                    <a:pt x="303" y="1362"/>
                  </a:cubicBezTo>
                  <a:lnTo>
                    <a:pt x="1092" y="244"/>
                  </a:lnTo>
                  <a:cubicBezTo>
                    <a:pt x="1142" y="175"/>
                    <a:pt x="1123" y="78"/>
                    <a:pt x="1053" y="28"/>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7"/>
            <p:cNvSpPr/>
            <p:nvPr/>
          </p:nvSpPr>
          <p:spPr>
            <a:xfrm>
              <a:off x="1751650" y="731488"/>
              <a:ext cx="28550" cy="35725"/>
            </a:xfrm>
            <a:custGeom>
              <a:rect b="b" l="l" r="r" t="t"/>
              <a:pathLst>
                <a:path extrusionOk="0" h="1429" w="1142">
                  <a:moveTo>
                    <a:pt x="966" y="0"/>
                  </a:moveTo>
                  <a:cubicBezTo>
                    <a:pt x="917" y="0"/>
                    <a:pt x="869" y="23"/>
                    <a:pt x="839" y="65"/>
                  </a:cubicBezTo>
                  <a:lnTo>
                    <a:pt x="50" y="1184"/>
                  </a:lnTo>
                  <a:cubicBezTo>
                    <a:pt x="0" y="1254"/>
                    <a:pt x="19" y="1350"/>
                    <a:pt x="89" y="1400"/>
                  </a:cubicBezTo>
                  <a:cubicBezTo>
                    <a:pt x="115" y="1420"/>
                    <a:pt x="148" y="1428"/>
                    <a:pt x="178" y="1428"/>
                  </a:cubicBezTo>
                  <a:cubicBezTo>
                    <a:pt x="226" y="1428"/>
                    <a:pt x="275" y="1405"/>
                    <a:pt x="305" y="1362"/>
                  </a:cubicBezTo>
                  <a:lnTo>
                    <a:pt x="1092" y="244"/>
                  </a:lnTo>
                  <a:cubicBezTo>
                    <a:pt x="1142" y="175"/>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7"/>
            <p:cNvSpPr/>
            <p:nvPr/>
          </p:nvSpPr>
          <p:spPr>
            <a:xfrm>
              <a:off x="1819225" y="761613"/>
              <a:ext cx="40825" cy="53200"/>
            </a:xfrm>
            <a:custGeom>
              <a:rect b="b" l="l" r="r" t="t"/>
              <a:pathLst>
                <a:path extrusionOk="0" h="2128" w="1633">
                  <a:moveTo>
                    <a:pt x="1456" y="1"/>
                  </a:moveTo>
                  <a:cubicBezTo>
                    <a:pt x="1408" y="1"/>
                    <a:pt x="1360" y="23"/>
                    <a:pt x="1330" y="66"/>
                  </a:cubicBezTo>
                  <a:lnTo>
                    <a:pt x="51" y="1882"/>
                  </a:lnTo>
                  <a:cubicBezTo>
                    <a:pt x="1" y="1952"/>
                    <a:pt x="18" y="2049"/>
                    <a:pt x="88" y="2099"/>
                  </a:cubicBezTo>
                  <a:cubicBezTo>
                    <a:pt x="115" y="2119"/>
                    <a:pt x="146" y="2128"/>
                    <a:pt x="176" y="2128"/>
                  </a:cubicBezTo>
                  <a:cubicBezTo>
                    <a:pt x="225" y="2128"/>
                    <a:pt x="274" y="2105"/>
                    <a:pt x="304" y="2061"/>
                  </a:cubicBezTo>
                  <a:lnTo>
                    <a:pt x="1582" y="245"/>
                  </a:lnTo>
                  <a:cubicBezTo>
                    <a:pt x="1632" y="175"/>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7"/>
            <p:cNvSpPr/>
            <p:nvPr/>
          </p:nvSpPr>
          <p:spPr>
            <a:xfrm>
              <a:off x="1785825" y="755563"/>
              <a:ext cx="28525" cy="35725"/>
            </a:xfrm>
            <a:custGeom>
              <a:rect b="b" l="l" r="r" t="t"/>
              <a:pathLst>
                <a:path extrusionOk="0" h="1429" w="1141">
                  <a:moveTo>
                    <a:pt x="965" y="0"/>
                  </a:moveTo>
                  <a:cubicBezTo>
                    <a:pt x="917" y="0"/>
                    <a:pt x="869" y="23"/>
                    <a:pt x="838" y="65"/>
                  </a:cubicBezTo>
                  <a:lnTo>
                    <a:pt x="49" y="1184"/>
                  </a:lnTo>
                  <a:cubicBezTo>
                    <a:pt x="1" y="1254"/>
                    <a:pt x="18" y="1350"/>
                    <a:pt x="88" y="1400"/>
                  </a:cubicBezTo>
                  <a:cubicBezTo>
                    <a:pt x="115" y="1420"/>
                    <a:pt x="147" y="1428"/>
                    <a:pt x="177" y="1428"/>
                  </a:cubicBezTo>
                  <a:cubicBezTo>
                    <a:pt x="225" y="1428"/>
                    <a:pt x="274" y="1405"/>
                    <a:pt x="304" y="1362"/>
                  </a:cubicBezTo>
                  <a:lnTo>
                    <a:pt x="1091" y="244"/>
                  </a:lnTo>
                  <a:cubicBezTo>
                    <a:pt x="1141" y="175"/>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7"/>
            <p:cNvSpPr/>
            <p:nvPr/>
          </p:nvSpPr>
          <p:spPr>
            <a:xfrm>
              <a:off x="1801050" y="766263"/>
              <a:ext cx="28575" cy="35725"/>
            </a:xfrm>
            <a:custGeom>
              <a:rect b="b" l="l" r="r" t="t"/>
              <a:pathLst>
                <a:path extrusionOk="0" h="1429" w="1143">
                  <a:moveTo>
                    <a:pt x="966" y="1"/>
                  </a:moveTo>
                  <a:cubicBezTo>
                    <a:pt x="917" y="1"/>
                    <a:pt x="868" y="24"/>
                    <a:pt x="838" y="66"/>
                  </a:cubicBezTo>
                  <a:lnTo>
                    <a:pt x="50" y="1185"/>
                  </a:lnTo>
                  <a:cubicBezTo>
                    <a:pt x="0" y="1255"/>
                    <a:pt x="18" y="1350"/>
                    <a:pt x="88" y="1400"/>
                  </a:cubicBezTo>
                  <a:cubicBezTo>
                    <a:pt x="115" y="1420"/>
                    <a:pt x="146" y="1429"/>
                    <a:pt x="178" y="1429"/>
                  </a:cubicBezTo>
                  <a:cubicBezTo>
                    <a:pt x="225" y="1429"/>
                    <a:pt x="273" y="1406"/>
                    <a:pt x="303" y="1363"/>
                  </a:cubicBezTo>
                  <a:lnTo>
                    <a:pt x="1092" y="244"/>
                  </a:lnTo>
                  <a:cubicBezTo>
                    <a:pt x="1142" y="176"/>
                    <a:pt x="1124" y="79"/>
                    <a:pt x="1053" y="29"/>
                  </a:cubicBezTo>
                  <a:cubicBezTo>
                    <a:pt x="1027" y="10"/>
                    <a:pt x="996"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7"/>
            <p:cNvSpPr/>
            <p:nvPr/>
          </p:nvSpPr>
          <p:spPr>
            <a:xfrm>
              <a:off x="1868600" y="796413"/>
              <a:ext cx="40825" cy="53175"/>
            </a:xfrm>
            <a:custGeom>
              <a:rect b="b" l="l" r="r" t="t"/>
              <a:pathLst>
                <a:path extrusionOk="0" h="2127" w="1633">
                  <a:moveTo>
                    <a:pt x="1456" y="0"/>
                  </a:moveTo>
                  <a:cubicBezTo>
                    <a:pt x="1408" y="0"/>
                    <a:pt x="1360" y="23"/>
                    <a:pt x="1329" y="66"/>
                  </a:cubicBezTo>
                  <a:lnTo>
                    <a:pt x="50" y="1882"/>
                  </a:lnTo>
                  <a:cubicBezTo>
                    <a:pt x="0" y="1952"/>
                    <a:pt x="19" y="2049"/>
                    <a:pt x="88" y="2097"/>
                  </a:cubicBezTo>
                  <a:cubicBezTo>
                    <a:pt x="115" y="2117"/>
                    <a:pt x="146" y="2126"/>
                    <a:pt x="178" y="2126"/>
                  </a:cubicBezTo>
                  <a:cubicBezTo>
                    <a:pt x="228" y="2126"/>
                    <a:pt x="273" y="2103"/>
                    <a:pt x="305" y="2060"/>
                  </a:cubicBezTo>
                  <a:lnTo>
                    <a:pt x="1584" y="244"/>
                  </a:lnTo>
                  <a:cubicBezTo>
                    <a:pt x="1632" y="174"/>
                    <a:pt x="1615" y="79"/>
                    <a:pt x="1545" y="29"/>
                  </a:cubicBezTo>
                  <a:cubicBezTo>
                    <a:pt x="1518" y="10"/>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7"/>
            <p:cNvSpPr/>
            <p:nvPr/>
          </p:nvSpPr>
          <p:spPr>
            <a:xfrm>
              <a:off x="1835200" y="790338"/>
              <a:ext cx="28575" cy="35725"/>
            </a:xfrm>
            <a:custGeom>
              <a:rect b="b" l="l" r="r" t="t"/>
              <a:pathLst>
                <a:path extrusionOk="0" h="1429" w="1143">
                  <a:moveTo>
                    <a:pt x="965" y="1"/>
                  </a:moveTo>
                  <a:cubicBezTo>
                    <a:pt x="916" y="1"/>
                    <a:pt x="868" y="23"/>
                    <a:pt x="838" y="66"/>
                  </a:cubicBezTo>
                  <a:lnTo>
                    <a:pt x="50" y="1185"/>
                  </a:lnTo>
                  <a:cubicBezTo>
                    <a:pt x="0" y="1253"/>
                    <a:pt x="19" y="1350"/>
                    <a:pt x="88" y="1400"/>
                  </a:cubicBezTo>
                  <a:cubicBezTo>
                    <a:pt x="115" y="1420"/>
                    <a:pt x="146" y="1429"/>
                    <a:pt x="178" y="1429"/>
                  </a:cubicBezTo>
                  <a:cubicBezTo>
                    <a:pt x="226" y="1429"/>
                    <a:pt x="273" y="1405"/>
                    <a:pt x="305" y="1363"/>
                  </a:cubicBezTo>
                  <a:lnTo>
                    <a:pt x="1092" y="244"/>
                  </a:lnTo>
                  <a:cubicBezTo>
                    <a:pt x="1142" y="174"/>
                    <a:pt x="1123" y="79"/>
                    <a:pt x="1055" y="29"/>
                  </a:cubicBezTo>
                  <a:cubicBezTo>
                    <a:pt x="1028"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7"/>
            <p:cNvSpPr/>
            <p:nvPr/>
          </p:nvSpPr>
          <p:spPr>
            <a:xfrm>
              <a:off x="1850475" y="801063"/>
              <a:ext cx="28550" cy="35725"/>
            </a:xfrm>
            <a:custGeom>
              <a:rect b="b" l="l" r="r" t="t"/>
              <a:pathLst>
                <a:path extrusionOk="0" h="1429" w="1142">
                  <a:moveTo>
                    <a:pt x="965" y="0"/>
                  </a:moveTo>
                  <a:cubicBezTo>
                    <a:pt x="916" y="0"/>
                    <a:pt x="869" y="23"/>
                    <a:pt x="838" y="65"/>
                  </a:cubicBezTo>
                  <a:lnTo>
                    <a:pt x="51" y="1184"/>
                  </a:lnTo>
                  <a:cubicBezTo>
                    <a:pt x="1" y="1253"/>
                    <a:pt x="18" y="1350"/>
                    <a:pt x="88" y="1400"/>
                  </a:cubicBezTo>
                  <a:cubicBezTo>
                    <a:pt x="115" y="1420"/>
                    <a:pt x="147" y="1429"/>
                    <a:pt x="177" y="1429"/>
                  </a:cubicBezTo>
                  <a:cubicBezTo>
                    <a:pt x="225" y="1429"/>
                    <a:pt x="274" y="1404"/>
                    <a:pt x="304" y="1363"/>
                  </a:cubicBezTo>
                  <a:lnTo>
                    <a:pt x="1091" y="244"/>
                  </a:lnTo>
                  <a:cubicBezTo>
                    <a:pt x="1141" y="174"/>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7"/>
            <p:cNvSpPr/>
            <p:nvPr/>
          </p:nvSpPr>
          <p:spPr>
            <a:xfrm>
              <a:off x="1918025" y="831188"/>
              <a:ext cx="40825" cy="53175"/>
            </a:xfrm>
            <a:custGeom>
              <a:rect b="b" l="l" r="r" t="t"/>
              <a:pathLst>
                <a:path extrusionOk="0" h="2127" w="1633">
                  <a:moveTo>
                    <a:pt x="1457" y="1"/>
                  </a:moveTo>
                  <a:cubicBezTo>
                    <a:pt x="1408" y="1"/>
                    <a:pt x="1360" y="23"/>
                    <a:pt x="1330" y="66"/>
                  </a:cubicBezTo>
                  <a:lnTo>
                    <a:pt x="51" y="1882"/>
                  </a:lnTo>
                  <a:cubicBezTo>
                    <a:pt x="1" y="1952"/>
                    <a:pt x="18" y="2048"/>
                    <a:pt x="88" y="2098"/>
                  </a:cubicBezTo>
                  <a:cubicBezTo>
                    <a:pt x="115" y="2118"/>
                    <a:pt x="147" y="2127"/>
                    <a:pt x="178" y="2127"/>
                  </a:cubicBezTo>
                  <a:cubicBezTo>
                    <a:pt x="225" y="2127"/>
                    <a:pt x="274" y="2104"/>
                    <a:pt x="304" y="2061"/>
                  </a:cubicBezTo>
                  <a:lnTo>
                    <a:pt x="1583" y="245"/>
                  </a:lnTo>
                  <a:cubicBezTo>
                    <a:pt x="1633" y="175"/>
                    <a:pt x="1615" y="78"/>
                    <a:pt x="1545" y="28"/>
                  </a:cubicBezTo>
                  <a:cubicBezTo>
                    <a:pt x="1518" y="10"/>
                    <a:pt x="1488"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7"/>
            <p:cNvSpPr/>
            <p:nvPr/>
          </p:nvSpPr>
          <p:spPr>
            <a:xfrm>
              <a:off x="1884600" y="825113"/>
              <a:ext cx="28525" cy="35750"/>
            </a:xfrm>
            <a:custGeom>
              <a:rect b="b" l="l" r="r" t="t"/>
              <a:pathLst>
                <a:path extrusionOk="0" h="1430" w="1141">
                  <a:moveTo>
                    <a:pt x="965" y="1"/>
                  </a:moveTo>
                  <a:cubicBezTo>
                    <a:pt x="917" y="1"/>
                    <a:pt x="869" y="23"/>
                    <a:pt x="838" y="66"/>
                  </a:cubicBezTo>
                  <a:lnTo>
                    <a:pt x="50" y="1184"/>
                  </a:lnTo>
                  <a:cubicBezTo>
                    <a:pt x="0" y="1254"/>
                    <a:pt x="18" y="1351"/>
                    <a:pt x="88" y="1401"/>
                  </a:cubicBezTo>
                  <a:cubicBezTo>
                    <a:pt x="115" y="1420"/>
                    <a:pt x="146" y="1430"/>
                    <a:pt x="176" y="1430"/>
                  </a:cubicBezTo>
                  <a:cubicBezTo>
                    <a:pt x="225" y="1430"/>
                    <a:pt x="273" y="1405"/>
                    <a:pt x="303" y="1362"/>
                  </a:cubicBezTo>
                  <a:lnTo>
                    <a:pt x="1091" y="245"/>
                  </a:lnTo>
                  <a:cubicBezTo>
                    <a:pt x="1141" y="175"/>
                    <a:pt x="1124" y="78"/>
                    <a:pt x="1054" y="28"/>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7"/>
            <p:cNvSpPr/>
            <p:nvPr/>
          </p:nvSpPr>
          <p:spPr>
            <a:xfrm>
              <a:off x="1899850" y="835888"/>
              <a:ext cx="28575" cy="35725"/>
            </a:xfrm>
            <a:custGeom>
              <a:rect b="b" l="l" r="r" t="t"/>
              <a:pathLst>
                <a:path extrusionOk="0" h="1429" w="1143">
                  <a:moveTo>
                    <a:pt x="965" y="0"/>
                  </a:moveTo>
                  <a:cubicBezTo>
                    <a:pt x="917" y="0"/>
                    <a:pt x="868" y="23"/>
                    <a:pt x="838" y="66"/>
                  </a:cubicBezTo>
                  <a:lnTo>
                    <a:pt x="51" y="1184"/>
                  </a:lnTo>
                  <a:cubicBezTo>
                    <a:pt x="1" y="1253"/>
                    <a:pt x="19" y="1350"/>
                    <a:pt x="88" y="1400"/>
                  </a:cubicBezTo>
                  <a:cubicBezTo>
                    <a:pt x="115" y="1420"/>
                    <a:pt x="146" y="1429"/>
                    <a:pt x="178" y="1429"/>
                  </a:cubicBezTo>
                  <a:cubicBezTo>
                    <a:pt x="226" y="1429"/>
                    <a:pt x="273" y="1404"/>
                    <a:pt x="305" y="1363"/>
                  </a:cubicBezTo>
                  <a:lnTo>
                    <a:pt x="1092" y="244"/>
                  </a:lnTo>
                  <a:cubicBezTo>
                    <a:pt x="1142" y="174"/>
                    <a:pt x="1124" y="78"/>
                    <a:pt x="1055" y="28"/>
                  </a:cubicBezTo>
                  <a:cubicBezTo>
                    <a:pt x="1028"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7"/>
            <p:cNvSpPr/>
            <p:nvPr/>
          </p:nvSpPr>
          <p:spPr>
            <a:xfrm>
              <a:off x="1967400" y="865988"/>
              <a:ext cx="40850" cy="53175"/>
            </a:xfrm>
            <a:custGeom>
              <a:rect b="b" l="l" r="r" t="t"/>
              <a:pathLst>
                <a:path extrusionOk="0" h="2127" w="1634">
                  <a:moveTo>
                    <a:pt x="1457" y="0"/>
                  </a:moveTo>
                  <a:cubicBezTo>
                    <a:pt x="1408" y="0"/>
                    <a:pt x="1360" y="23"/>
                    <a:pt x="1329" y="65"/>
                  </a:cubicBezTo>
                  <a:lnTo>
                    <a:pt x="51" y="1882"/>
                  </a:lnTo>
                  <a:cubicBezTo>
                    <a:pt x="1" y="1951"/>
                    <a:pt x="19" y="2048"/>
                    <a:pt x="89" y="2098"/>
                  </a:cubicBezTo>
                  <a:cubicBezTo>
                    <a:pt x="115" y="2118"/>
                    <a:pt x="148" y="2126"/>
                    <a:pt x="178" y="2126"/>
                  </a:cubicBezTo>
                  <a:cubicBezTo>
                    <a:pt x="226" y="2126"/>
                    <a:pt x="275" y="2104"/>
                    <a:pt x="305" y="2061"/>
                  </a:cubicBezTo>
                  <a:lnTo>
                    <a:pt x="1584" y="243"/>
                  </a:lnTo>
                  <a:cubicBezTo>
                    <a:pt x="1634" y="175"/>
                    <a:pt x="1615" y="77"/>
                    <a:pt x="1546" y="27"/>
                  </a:cubicBezTo>
                  <a:cubicBezTo>
                    <a:pt x="1519"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7"/>
            <p:cNvSpPr/>
            <p:nvPr/>
          </p:nvSpPr>
          <p:spPr>
            <a:xfrm>
              <a:off x="1934000" y="859888"/>
              <a:ext cx="28575" cy="35725"/>
            </a:xfrm>
            <a:custGeom>
              <a:rect b="b" l="l" r="r" t="t"/>
              <a:pathLst>
                <a:path extrusionOk="0" h="1429" w="1143">
                  <a:moveTo>
                    <a:pt x="966" y="1"/>
                  </a:moveTo>
                  <a:cubicBezTo>
                    <a:pt x="917" y="1"/>
                    <a:pt x="869" y="24"/>
                    <a:pt x="838" y="66"/>
                  </a:cubicBezTo>
                  <a:lnTo>
                    <a:pt x="51" y="1184"/>
                  </a:lnTo>
                  <a:cubicBezTo>
                    <a:pt x="1" y="1254"/>
                    <a:pt x="19" y="1350"/>
                    <a:pt x="88" y="1400"/>
                  </a:cubicBezTo>
                  <a:cubicBezTo>
                    <a:pt x="115" y="1420"/>
                    <a:pt x="148" y="1429"/>
                    <a:pt x="178" y="1429"/>
                  </a:cubicBezTo>
                  <a:cubicBezTo>
                    <a:pt x="226" y="1429"/>
                    <a:pt x="275" y="1406"/>
                    <a:pt x="305" y="1363"/>
                  </a:cubicBezTo>
                  <a:lnTo>
                    <a:pt x="1092" y="244"/>
                  </a:lnTo>
                  <a:cubicBezTo>
                    <a:pt x="1142" y="176"/>
                    <a:pt x="1124" y="79"/>
                    <a:pt x="1055" y="29"/>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7"/>
            <p:cNvSpPr/>
            <p:nvPr/>
          </p:nvSpPr>
          <p:spPr>
            <a:xfrm>
              <a:off x="1949250" y="870663"/>
              <a:ext cx="28525" cy="35750"/>
            </a:xfrm>
            <a:custGeom>
              <a:rect b="b" l="l" r="r" t="t"/>
              <a:pathLst>
                <a:path extrusionOk="0" h="1430" w="1141">
                  <a:moveTo>
                    <a:pt x="965" y="1"/>
                  </a:moveTo>
                  <a:cubicBezTo>
                    <a:pt x="917" y="1"/>
                    <a:pt x="869" y="23"/>
                    <a:pt x="838" y="66"/>
                  </a:cubicBezTo>
                  <a:lnTo>
                    <a:pt x="49" y="1184"/>
                  </a:lnTo>
                  <a:cubicBezTo>
                    <a:pt x="1" y="1254"/>
                    <a:pt x="18" y="1351"/>
                    <a:pt x="88" y="1401"/>
                  </a:cubicBezTo>
                  <a:cubicBezTo>
                    <a:pt x="115" y="1419"/>
                    <a:pt x="146" y="1429"/>
                    <a:pt x="176" y="1429"/>
                  </a:cubicBezTo>
                  <a:cubicBezTo>
                    <a:pt x="226" y="1429"/>
                    <a:pt x="274" y="1405"/>
                    <a:pt x="304" y="1362"/>
                  </a:cubicBezTo>
                  <a:lnTo>
                    <a:pt x="1091" y="245"/>
                  </a:lnTo>
                  <a:cubicBezTo>
                    <a:pt x="1141" y="175"/>
                    <a:pt x="1124" y="78"/>
                    <a:pt x="1054" y="28"/>
                  </a:cubicBezTo>
                  <a:cubicBezTo>
                    <a:pt x="1027" y="9"/>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7"/>
            <p:cNvSpPr/>
            <p:nvPr/>
          </p:nvSpPr>
          <p:spPr>
            <a:xfrm>
              <a:off x="2016800" y="900813"/>
              <a:ext cx="40825" cy="53150"/>
            </a:xfrm>
            <a:custGeom>
              <a:rect b="b" l="l" r="r" t="t"/>
              <a:pathLst>
                <a:path extrusionOk="0" h="2126" w="1633">
                  <a:moveTo>
                    <a:pt x="1456" y="0"/>
                  </a:moveTo>
                  <a:cubicBezTo>
                    <a:pt x="1408" y="0"/>
                    <a:pt x="1360" y="23"/>
                    <a:pt x="1329" y="65"/>
                  </a:cubicBezTo>
                  <a:lnTo>
                    <a:pt x="51" y="1879"/>
                  </a:lnTo>
                  <a:cubicBezTo>
                    <a:pt x="1" y="1949"/>
                    <a:pt x="18" y="2046"/>
                    <a:pt x="88" y="2096"/>
                  </a:cubicBezTo>
                  <a:cubicBezTo>
                    <a:pt x="115" y="2116"/>
                    <a:pt x="146" y="2125"/>
                    <a:pt x="178" y="2125"/>
                  </a:cubicBezTo>
                  <a:cubicBezTo>
                    <a:pt x="228" y="2125"/>
                    <a:pt x="275" y="2102"/>
                    <a:pt x="303" y="2058"/>
                  </a:cubicBezTo>
                  <a:lnTo>
                    <a:pt x="1582" y="243"/>
                  </a:lnTo>
                  <a:cubicBezTo>
                    <a:pt x="1632" y="175"/>
                    <a:pt x="1615" y="78"/>
                    <a:pt x="1545" y="28"/>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7"/>
            <p:cNvSpPr/>
            <p:nvPr/>
          </p:nvSpPr>
          <p:spPr>
            <a:xfrm>
              <a:off x="1983400" y="894688"/>
              <a:ext cx="28575" cy="35725"/>
            </a:xfrm>
            <a:custGeom>
              <a:rect b="b" l="l" r="r" t="t"/>
              <a:pathLst>
                <a:path extrusionOk="0" h="1429" w="1143">
                  <a:moveTo>
                    <a:pt x="965" y="0"/>
                  </a:moveTo>
                  <a:cubicBezTo>
                    <a:pt x="917" y="0"/>
                    <a:pt x="868" y="23"/>
                    <a:pt x="838" y="65"/>
                  </a:cubicBezTo>
                  <a:lnTo>
                    <a:pt x="51" y="1184"/>
                  </a:lnTo>
                  <a:cubicBezTo>
                    <a:pt x="1" y="1253"/>
                    <a:pt x="18" y="1350"/>
                    <a:pt x="88" y="1400"/>
                  </a:cubicBezTo>
                  <a:cubicBezTo>
                    <a:pt x="115" y="1420"/>
                    <a:pt x="146" y="1428"/>
                    <a:pt x="178" y="1428"/>
                  </a:cubicBezTo>
                  <a:cubicBezTo>
                    <a:pt x="225" y="1428"/>
                    <a:pt x="274" y="1406"/>
                    <a:pt x="304" y="1363"/>
                  </a:cubicBezTo>
                  <a:lnTo>
                    <a:pt x="1092" y="244"/>
                  </a:lnTo>
                  <a:cubicBezTo>
                    <a:pt x="1142" y="174"/>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7"/>
            <p:cNvSpPr/>
            <p:nvPr/>
          </p:nvSpPr>
          <p:spPr>
            <a:xfrm>
              <a:off x="1998650" y="905438"/>
              <a:ext cx="28575" cy="35725"/>
            </a:xfrm>
            <a:custGeom>
              <a:rect b="b" l="l" r="r" t="t"/>
              <a:pathLst>
                <a:path extrusionOk="0" h="1429" w="1143">
                  <a:moveTo>
                    <a:pt x="967" y="1"/>
                  </a:moveTo>
                  <a:cubicBezTo>
                    <a:pt x="918" y="1"/>
                    <a:pt x="870" y="23"/>
                    <a:pt x="839" y="65"/>
                  </a:cubicBezTo>
                  <a:lnTo>
                    <a:pt x="51" y="1184"/>
                  </a:lnTo>
                  <a:cubicBezTo>
                    <a:pt x="1" y="1254"/>
                    <a:pt x="19" y="1350"/>
                    <a:pt x="89" y="1400"/>
                  </a:cubicBezTo>
                  <a:cubicBezTo>
                    <a:pt x="115" y="1420"/>
                    <a:pt x="148" y="1429"/>
                    <a:pt x="178" y="1429"/>
                  </a:cubicBezTo>
                  <a:cubicBezTo>
                    <a:pt x="226" y="1429"/>
                    <a:pt x="275" y="1406"/>
                    <a:pt x="305" y="1363"/>
                  </a:cubicBezTo>
                  <a:lnTo>
                    <a:pt x="1092" y="244"/>
                  </a:lnTo>
                  <a:cubicBezTo>
                    <a:pt x="1142" y="175"/>
                    <a:pt x="1125" y="78"/>
                    <a:pt x="1055" y="28"/>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7"/>
            <p:cNvSpPr/>
            <p:nvPr/>
          </p:nvSpPr>
          <p:spPr>
            <a:xfrm>
              <a:off x="2066250" y="935538"/>
              <a:ext cx="40800" cy="53200"/>
            </a:xfrm>
            <a:custGeom>
              <a:rect b="b" l="l" r="r" t="t"/>
              <a:pathLst>
                <a:path extrusionOk="0" h="2128" w="1632">
                  <a:moveTo>
                    <a:pt x="1455" y="1"/>
                  </a:moveTo>
                  <a:cubicBezTo>
                    <a:pt x="1406" y="1"/>
                    <a:pt x="1359" y="23"/>
                    <a:pt x="1329" y="66"/>
                  </a:cubicBezTo>
                  <a:lnTo>
                    <a:pt x="49" y="1882"/>
                  </a:lnTo>
                  <a:cubicBezTo>
                    <a:pt x="0" y="1952"/>
                    <a:pt x="17" y="2049"/>
                    <a:pt x="87" y="2098"/>
                  </a:cubicBezTo>
                  <a:cubicBezTo>
                    <a:pt x="114" y="2118"/>
                    <a:pt x="146" y="2128"/>
                    <a:pt x="176" y="2128"/>
                  </a:cubicBezTo>
                  <a:cubicBezTo>
                    <a:pt x="224" y="2128"/>
                    <a:pt x="273" y="2103"/>
                    <a:pt x="303" y="2061"/>
                  </a:cubicBezTo>
                  <a:lnTo>
                    <a:pt x="1582" y="245"/>
                  </a:lnTo>
                  <a:cubicBezTo>
                    <a:pt x="1632" y="175"/>
                    <a:pt x="1615" y="79"/>
                    <a:pt x="1545" y="29"/>
                  </a:cubicBezTo>
                  <a:cubicBezTo>
                    <a:pt x="1517" y="10"/>
                    <a:pt x="1486" y="1"/>
                    <a:pt x="145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7"/>
            <p:cNvSpPr/>
            <p:nvPr/>
          </p:nvSpPr>
          <p:spPr>
            <a:xfrm>
              <a:off x="2032775" y="929463"/>
              <a:ext cx="28550" cy="35750"/>
            </a:xfrm>
            <a:custGeom>
              <a:rect b="b" l="l" r="r" t="t"/>
              <a:pathLst>
                <a:path extrusionOk="0" h="1430" w="1142">
                  <a:moveTo>
                    <a:pt x="965" y="1"/>
                  </a:moveTo>
                  <a:cubicBezTo>
                    <a:pt x="916" y="1"/>
                    <a:pt x="869" y="23"/>
                    <a:pt x="839" y="66"/>
                  </a:cubicBezTo>
                  <a:lnTo>
                    <a:pt x="50" y="1185"/>
                  </a:lnTo>
                  <a:cubicBezTo>
                    <a:pt x="0" y="1253"/>
                    <a:pt x="19" y="1351"/>
                    <a:pt x="89" y="1401"/>
                  </a:cubicBezTo>
                  <a:cubicBezTo>
                    <a:pt x="115" y="1421"/>
                    <a:pt x="147" y="1429"/>
                    <a:pt x="177" y="1429"/>
                  </a:cubicBezTo>
                  <a:cubicBezTo>
                    <a:pt x="227" y="1429"/>
                    <a:pt x="276" y="1406"/>
                    <a:pt x="305" y="1363"/>
                  </a:cubicBezTo>
                  <a:lnTo>
                    <a:pt x="1092" y="245"/>
                  </a:lnTo>
                  <a:cubicBezTo>
                    <a:pt x="1142" y="175"/>
                    <a:pt x="1125" y="79"/>
                    <a:pt x="1055"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7"/>
            <p:cNvSpPr/>
            <p:nvPr/>
          </p:nvSpPr>
          <p:spPr>
            <a:xfrm>
              <a:off x="2048050" y="940213"/>
              <a:ext cx="28575" cy="35750"/>
            </a:xfrm>
            <a:custGeom>
              <a:rect b="b" l="l" r="r" t="t"/>
              <a:pathLst>
                <a:path extrusionOk="0" h="1430" w="1143">
                  <a:moveTo>
                    <a:pt x="965" y="1"/>
                  </a:moveTo>
                  <a:cubicBezTo>
                    <a:pt x="917" y="1"/>
                    <a:pt x="869" y="23"/>
                    <a:pt x="838" y="66"/>
                  </a:cubicBezTo>
                  <a:lnTo>
                    <a:pt x="51" y="1185"/>
                  </a:lnTo>
                  <a:cubicBezTo>
                    <a:pt x="1" y="1253"/>
                    <a:pt x="18" y="1351"/>
                    <a:pt x="88" y="1401"/>
                  </a:cubicBezTo>
                  <a:cubicBezTo>
                    <a:pt x="115" y="1421"/>
                    <a:pt x="147" y="1429"/>
                    <a:pt x="178" y="1429"/>
                  </a:cubicBezTo>
                  <a:cubicBezTo>
                    <a:pt x="225" y="1429"/>
                    <a:pt x="274" y="1406"/>
                    <a:pt x="304" y="1363"/>
                  </a:cubicBezTo>
                  <a:lnTo>
                    <a:pt x="1092" y="245"/>
                  </a:lnTo>
                  <a:cubicBezTo>
                    <a:pt x="1142" y="175"/>
                    <a:pt x="1124" y="79"/>
                    <a:pt x="1054"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7"/>
            <p:cNvSpPr/>
            <p:nvPr/>
          </p:nvSpPr>
          <p:spPr>
            <a:xfrm>
              <a:off x="2115600" y="970363"/>
              <a:ext cx="40850" cy="53200"/>
            </a:xfrm>
            <a:custGeom>
              <a:rect b="b" l="l" r="r" t="t"/>
              <a:pathLst>
                <a:path extrusionOk="0" h="2128" w="1634">
                  <a:moveTo>
                    <a:pt x="1457" y="1"/>
                  </a:moveTo>
                  <a:cubicBezTo>
                    <a:pt x="1408" y="1"/>
                    <a:pt x="1360" y="23"/>
                    <a:pt x="1330" y="66"/>
                  </a:cubicBezTo>
                  <a:lnTo>
                    <a:pt x="51" y="1882"/>
                  </a:lnTo>
                  <a:cubicBezTo>
                    <a:pt x="1" y="1952"/>
                    <a:pt x="19" y="2049"/>
                    <a:pt x="88" y="2098"/>
                  </a:cubicBezTo>
                  <a:cubicBezTo>
                    <a:pt x="115" y="2118"/>
                    <a:pt x="146" y="2128"/>
                    <a:pt x="178" y="2128"/>
                  </a:cubicBezTo>
                  <a:cubicBezTo>
                    <a:pt x="226" y="2128"/>
                    <a:pt x="274" y="2104"/>
                    <a:pt x="305" y="2061"/>
                  </a:cubicBezTo>
                  <a:lnTo>
                    <a:pt x="1584" y="245"/>
                  </a:lnTo>
                  <a:cubicBezTo>
                    <a:pt x="1634" y="175"/>
                    <a:pt x="1615" y="79"/>
                    <a:pt x="1545" y="29"/>
                  </a:cubicBezTo>
                  <a:cubicBezTo>
                    <a:pt x="1519"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7"/>
            <p:cNvSpPr/>
            <p:nvPr/>
          </p:nvSpPr>
          <p:spPr>
            <a:xfrm>
              <a:off x="2082200" y="964263"/>
              <a:ext cx="28575" cy="35725"/>
            </a:xfrm>
            <a:custGeom>
              <a:rect b="b" l="l" r="r" t="t"/>
              <a:pathLst>
                <a:path extrusionOk="0" h="1429" w="1143">
                  <a:moveTo>
                    <a:pt x="967" y="0"/>
                  </a:moveTo>
                  <a:cubicBezTo>
                    <a:pt x="917" y="0"/>
                    <a:pt x="869" y="23"/>
                    <a:pt x="838" y="66"/>
                  </a:cubicBezTo>
                  <a:lnTo>
                    <a:pt x="51" y="1183"/>
                  </a:lnTo>
                  <a:cubicBezTo>
                    <a:pt x="1" y="1253"/>
                    <a:pt x="19" y="1350"/>
                    <a:pt x="88" y="1400"/>
                  </a:cubicBezTo>
                  <a:cubicBezTo>
                    <a:pt x="115" y="1419"/>
                    <a:pt x="148" y="1429"/>
                    <a:pt x="178" y="1429"/>
                  </a:cubicBezTo>
                  <a:cubicBezTo>
                    <a:pt x="227" y="1429"/>
                    <a:pt x="274" y="1407"/>
                    <a:pt x="305" y="1362"/>
                  </a:cubicBezTo>
                  <a:lnTo>
                    <a:pt x="1092" y="244"/>
                  </a:lnTo>
                  <a:cubicBezTo>
                    <a:pt x="1142" y="174"/>
                    <a:pt x="1124" y="77"/>
                    <a:pt x="1055" y="27"/>
                  </a:cubicBezTo>
                  <a:cubicBezTo>
                    <a:pt x="1028" y="9"/>
                    <a:pt x="997" y="0"/>
                    <a:pt x="96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7"/>
            <p:cNvSpPr/>
            <p:nvPr/>
          </p:nvSpPr>
          <p:spPr>
            <a:xfrm>
              <a:off x="2097500" y="975013"/>
              <a:ext cx="28525" cy="35725"/>
            </a:xfrm>
            <a:custGeom>
              <a:rect b="b" l="l" r="r" t="t"/>
              <a:pathLst>
                <a:path extrusionOk="0" h="1429" w="1141">
                  <a:moveTo>
                    <a:pt x="964" y="1"/>
                  </a:moveTo>
                  <a:cubicBezTo>
                    <a:pt x="916" y="1"/>
                    <a:pt x="868" y="23"/>
                    <a:pt x="838" y="66"/>
                  </a:cubicBezTo>
                  <a:lnTo>
                    <a:pt x="49" y="1185"/>
                  </a:lnTo>
                  <a:cubicBezTo>
                    <a:pt x="0" y="1253"/>
                    <a:pt x="17" y="1350"/>
                    <a:pt x="87" y="1400"/>
                  </a:cubicBezTo>
                  <a:cubicBezTo>
                    <a:pt x="115" y="1420"/>
                    <a:pt x="146" y="1429"/>
                    <a:pt x="176" y="1429"/>
                  </a:cubicBezTo>
                  <a:cubicBezTo>
                    <a:pt x="225" y="1429"/>
                    <a:pt x="273" y="1406"/>
                    <a:pt x="303" y="1363"/>
                  </a:cubicBezTo>
                  <a:lnTo>
                    <a:pt x="1090" y="244"/>
                  </a:lnTo>
                  <a:cubicBezTo>
                    <a:pt x="1140" y="174"/>
                    <a:pt x="1123" y="79"/>
                    <a:pt x="1053" y="29"/>
                  </a:cubicBezTo>
                  <a:cubicBezTo>
                    <a:pt x="1026" y="10"/>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7"/>
            <p:cNvSpPr/>
            <p:nvPr/>
          </p:nvSpPr>
          <p:spPr>
            <a:xfrm>
              <a:off x="2165050" y="1005163"/>
              <a:ext cx="40800" cy="53175"/>
            </a:xfrm>
            <a:custGeom>
              <a:rect b="b" l="l" r="r" t="t"/>
              <a:pathLst>
                <a:path extrusionOk="0" h="2127" w="1632">
                  <a:moveTo>
                    <a:pt x="1457" y="0"/>
                  </a:moveTo>
                  <a:cubicBezTo>
                    <a:pt x="1408" y="0"/>
                    <a:pt x="1360" y="23"/>
                    <a:pt x="1329" y="66"/>
                  </a:cubicBezTo>
                  <a:lnTo>
                    <a:pt x="50" y="1882"/>
                  </a:lnTo>
                  <a:cubicBezTo>
                    <a:pt x="0" y="1952"/>
                    <a:pt x="17" y="2048"/>
                    <a:pt x="87" y="2098"/>
                  </a:cubicBezTo>
                  <a:cubicBezTo>
                    <a:pt x="115" y="2118"/>
                    <a:pt x="146" y="2126"/>
                    <a:pt x="177" y="2126"/>
                  </a:cubicBezTo>
                  <a:cubicBezTo>
                    <a:pt x="225" y="2126"/>
                    <a:pt x="273" y="2103"/>
                    <a:pt x="303" y="2060"/>
                  </a:cubicBezTo>
                  <a:lnTo>
                    <a:pt x="1582" y="244"/>
                  </a:lnTo>
                  <a:cubicBezTo>
                    <a:pt x="1632" y="174"/>
                    <a:pt x="1615" y="77"/>
                    <a:pt x="1545" y="27"/>
                  </a:cubicBezTo>
                  <a:cubicBezTo>
                    <a:pt x="1518" y="9"/>
                    <a:pt x="1487"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7"/>
            <p:cNvSpPr/>
            <p:nvPr/>
          </p:nvSpPr>
          <p:spPr>
            <a:xfrm>
              <a:off x="2131600" y="999088"/>
              <a:ext cx="28550" cy="35725"/>
            </a:xfrm>
            <a:custGeom>
              <a:rect b="b" l="l" r="r" t="t"/>
              <a:pathLst>
                <a:path extrusionOk="0" h="1429" w="1142">
                  <a:moveTo>
                    <a:pt x="966" y="0"/>
                  </a:moveTo>
                  <a:cubicBezTo>
                    <a:pt x="917" y="0"/>
                    <a:pt x="869" y="23"/>
                    <a:pt x="838" y="66"/>
                  </a:cubicBezTo>
                  <a:lnTo>
                    <a:pt x="49" y="1183"/>
                  </a:lnTo>
                  <a:cubicBezTo>
                    <a:pt x="1" y="1253"/>
                    <a:pt x="18" y="1350"/>
                    <a:pt x="88" y="1400"/>
                  </a:cubicBezTo>
                  <a:cubicBezTo>
                    <a:pt x="114" y="1419"/>
                    <a:pt x="147" y="1429"/>
                    <a:pt x="177" y="1429"/>
                  </a:cubicBezTo>
                  <a:cubicBezTo>
                    <a:pt x="225" y="1429"/>
                    <a:pt x="274" y="1405"/>
                    <a:pt x="304" y="1362"/>
                  </a:cubicBezTo>
                  <a:lnTo>
                    <a:pt x="1091" y="244"/>
                  </a:lnTo>
                  <a:cubicBezTo>
                    <a:pt x="1141" y="174"/>
                    <a:pt x="1124" y="77"/>
                    <a:pt x="1054" y="27"/>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7"/>
            <p:cNvSpPr/>
            <p:nvPr/>
          </p:nvSpPr>
          <p:spPr>
            <a:xfrm>
              <a:off x="2146850" y="1009788"/>
              <a:ext cx="28575" cy="35750"/>
            </a:xfrm>
            <a:custGeom>
              <a:rect b="b" l="l" r="r" t="t"/>
              <a:pathLst>
                <a:path extrusionOk="0" h="1430" w="1143">
                  <a:moveTo>
                    <a:pt x="967" y="1"/>
                  </a:moveTo>
                  <a:cubicBezTo>
                    <a:pt x="918" y="1"/>
                    <a:pt x="869" y="23"/>
                    <a:pt x="838" y="66"/>
                  </a:cubicBezTo>
                  <a:lnTo>
                    <a:pt x="51" y="1184"/>
                  </a:lnTo>
                  <a:cubicBezTo>
                    <a:pt x="1" y="1254"/>
                    <a:pt x="20" y="1351"/>
                    <a:pt x="88" y="1401"/>
                  </a:cubicBezTo>
                  <a:cubicBezTo>
                    <a:pt x="115" y="1420"/>
                    <a:pt x="147" y="1430"/>
                    <a:pt x="178" y="1430"/>
                  </a:cubicBezTo>
                  <a:cubicBezTo>
                    <a:pt x="227" y="1430"/>
                    <a:pt x="274" y="1405"/>
                    <a:pt x="305" y="1362"/>
                  </a:cubicBezTo>
                  <a:lnTo>
                    <a:pt x="1093" y="245"/>
                  </a:lnTo>
                  <a:cubicBezTo>
                    <a:pt x="1143" y="175"/>
                    <a:pt x="1124" y="78"/>
                    <a:pt x="1055" y="28"/>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7"/>
            <p:cNvSpPr/>
            <p:nvPr/>
          </p:nvSpPr>
          <p:spPr>
            <a:xfrm>
              <a:off x="2214400" y="1039938"/>
              <a:ext cx="40850" cy="53175"/>
            </a:xfrm>
            <a:custGeom>
              <a:rect b="b" l="l" r="r" t="t"/>
              <a:pathLst>
                <a:path extrusionOk="0" h="2127" w="1634">
                  <a:moveTo>
                    <a:pt x="1458" y="1"/>
                  </a:moveTo>
                  <a:cubicBezTo>
                    <a:pt x="1409" y="1"/>
                    <a:pt x="1360" y="23"/>
                    <a:pt x="1330" y="65"/>
                  </a:cubicBezTo>
                  <a:lnTo>
                    <a:pt x="51" y="1882"/>
                  </a:lnTo>
                  <a:cubicBezTo>
                    <a:pt x="1" y="1952"/>
                    <a:pt x="19" y="2048"/>
                    <a:pt x="88" y="2098"/>
                  </a:cubicBezTo>
                  <a:cubicBezTo>
                    <a:pt x="115" y="2118"/>
                    <a:pt x="148" y="2127"/>
                    <a:pt x="178" y="2127"/>
                  </a:cubicBezTo>
                  <a:cubicBezTo>
                    <a:pt x="227" y="2127"/>
                    <a:pt x="275" y="2104"/>
                    <a:pt x="305" y="2061"/>
                  </a:cubicBezTo>
                  <a:lnTo>
                    <a:pt x="1584" y="244"/>
                  </a:lnTo>
                  <a:cubicBezTo>
                    <a:pt x="1634" y="175"/>
                    <a:pt x="1615" y="78"/>
                    <a:pt x="1547" y="28"/>
                  </a:cubicBezTo>
                  <a:cubicBezTo>
                    <a:pt x="1520" y="10"/>
                    <a:pt x="1489" y="1"/>
                    <a:pt x="1458"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7"/>
            <p:cNvSpPr/>
            <p:nvPr/>
          </p:nvSpPr>
          <p:spPr>
            <a:xfrm>
              <a:off x="2181000" y="1033863"/>
              <a:ext cx="28575" cy="35725"/>
            </a:xfrm>
            <a:custGeom>
              <a:rect b="b" l="l" r="r" t="t"/>
              <a:pathLst>
                <a:path extrusionOk="0" h="1429" w="1143">
                  <a:moveTo>
                    <a:pt x="966" y="1"/>
                  </a:moveTo>
                  <a:cubicBezTo>
                    <a:pt x="917" y="1"/>
                    <a:pt x="869" y="23"/>
                    <a:pt x="840" y="65"/>
                  </a:cubicBezTo>
                  <a:lnTo>
                    <a:pt x="51" y="1184"/>
                  </a:lnTo>
                  <a:cubicBezTo>
                    <a:pt x="1" y="1254"/>
                    <a:pt x="19" y="1350"/>
                    <a:pt x="89" y="1400"/>
                  </a:cubicBezTo>
                  <a:cubicBezTo>
                    <a:pt x="115" y="1420"/>
                    <a:pt x="148" y="1428"/>
                    <a:pt x="178" y="1428"/>
                  </a:cubicBezTo>
                  <a:cubicBezTo>
                    <a:pt x="227" y="1428"/>
                    <a:pt x="275" y="1405"/>
                    <a:pt x="305" y="1362"/>
                  </a:cubicBezTo>
                  <a:lnTo>
                    <a:pt x="1093" y="244"/>
                  </a:lnTo>
                  <a:cubicBezTo>
                    <a:pt x="1143" y="175"/>
                    <a:pt x="1125" y="78"/>
                    <a:pt x="1055"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7"/>
            <p:cNvSpPr/>
            <p:nvPr/>
          </p:nvSpPr>
          <p:spPr>
            <a:xfrm>
              <a:off x="2196275" y="1044588"/>
              <a:ext cx="28525" cy="35700"/>
            </a:xfrm>
            <a:custGeom>
              <a:rect b="b" l="l" r="r" t="t"/>
              <a:pathLst>
                <a:path extrusionOk="0" h="1428" w="1141">
                  <a:moveTo>
                    <a:pt x="964" y="1"/>
                  </a:moveTo>
                  <a:cubicBezTo>
                    <a:pt x="916" y="1"/>
                    <a:pt x="868" y="23"/>
                    <a:pt x="837" y="65"/>
                  </a:cubicBezTo>
                  <a:lnTo>
                    <a:pt x="50" y="1183"/>
                  </a:lnTo>
                  <a:cubicBezTo>
                    <a:pt x="0" y="1254"/>
                    <a:pt x="17" y="1349"/>
                    <a:pt x="87" y="1399"/>
                  </a:cubicBezTo>
                  <a:cubicBezTo>
                    <a:pt x="114" y="1419"/>
                    <a:pt x="146" y="1428"/>
                    <a:pt x="176" y="1428"/>
                  </a:cubicBezTo>
                  <a:cubicBezTo>
                    <a:pt x="224" y="1428"/>
                    <a:pt x="273" y="1406"/>
                    <a:pt x="303" y="1362"/>
                  </a:cubicBezTo>
                  <a:lnTo>
                    <a:pt x="1090" y="243"/>
                  </a:lnTo>
                  <a:cubicBezTo>
                    <a:pt x="1140" y="175"/>
                    <a:pt x="1123" y="78"/>
                    <a:pt x="1053" y="28"/>
                  </a:cubicBezTo>
                  <a:cubicBezTo>
                    <a:pt x="1026" y="9"/>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7"/>
            <p:cNvSpPr/>
            <p:nvPr/>
          </p:nvSpPr>
          <p:spPr>
            <a:xfrm>
              <a:off x="2263800" y="1074713"/>
              <a:ext cx="40825" cy="53200"/>
            </a:xfrm>
            <a:custGeom>
              <a:rect b="b" l="l" r="r" t="t"/>
              <a:pathLst>
                <a:path extrusionOk="0" h="2128" w="1633">
                  <a:moveTo>
                    <a:pt x="1456" y="0"/>
                  </a:moveTo>
                  <a:cubicBezTo>
                    <a:pt x="1408" y="0"/>
                    <a:pt x="1360" y="23"/>
                    <a:pt x="1330" y="66"/>
                  </a:cubicBezTo>
                  <a:lnTo>
                    <a:pt x="51" y="1883"/>
                  </a:lnTo>
                  <a:cubicBezTo>
                    <a:pt x="1" y="1952"/>
                    <a:pt x="18" y="2049"/>
                    <a:pt x="88" y="2099"/>
                  </a:cubicBezTo>
                  <a:cubicBezTo>
                    <a:pt x="115" y="2119"/>
                    <a:pt x="147" y="2127"/>
                    <a:pt x="178" y="2127"/>
                  </a:cubicBezTo>
                  <a:cubicBezTo>
                    <a:pt x="228" y="2127"/>
                    <a:pt x="274" y="2103"/>
                    <a:pt x="304" y="2062"/>
                  </a:cubicBezTo>
                  <a:lnTo>
                    <a:pt x="1583" y="244"/>
                  </a:lnTo>
                  <a:cubicBezTo>
                    <a:pt x="1633" y="174"/>
                    <a:pt x="1615" y="79"/>
                    <a:pt x="1545" y="29"/>
                  </a:cubicBezTo>
                  <a:cubicBezTo>
                    <a:pt x="1518" y="10"/>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7"/>
            <p:cNvSpPr/>
            <p:nvPr/>
          </p:nvSpPr>
          <p:spPr>
            <a:xfrm>
              <a:off x="2230400" y="1068638"/>
              <a:ext cx="28575" cy="35725"/>
            </a:xfrm>
            <a:custGeom>
              <a:rect b="b" l="l" r="r" t="t"/>
              <a:pathLst>
                <a:path extrusionOk="0" h="1429" w="1143">
                  <a:moveTo>
                    <a:pt x="965" y="1"/>
                  </a:moveTo>
                  <a:cubicBezTo>
                    <a:pt x="917" y="1"/>
                    <a:pt x="869" y="23"/>
                    <a:pt x="838" y="66"/>
                  </a:cubicBezTo>
                  <a:lnTo>
                    <a:pt x="51" y="1185"/>
                  </a:lnTo>
                  <a:cubicBezTo>
                    <a:pt x="1" y="1253"/>
                    <a:pt x="18" y="1350"/>
                    <a:pt x="88" y="1400"/>
                  </a:cubicBezTo>
                  <a:cubicBezTo>
                    <a:pt x="115" y="1420"/>
                    <a:pt x="147" y="1429"/>
                    <a:pt x="178" y="1429"/>
                  </a:cubicBezTo>
                  <a:cubicBezTo>
                    <a:pt x="225" y="1429"/>
                    <a:pt x="274" y="1406"/>
                    <a:pt x="304" y="1363"/>
                  </a:cubicBezTo>
                  <a:lnTo>
                    <a:pt x="1093" y="244"/>
                  </a:lnTo>
                  <a:cubicBezTo>
                    <a:pt x="1143" y="174"/>
                    <a:pt x="1124" y="79"/>
                    <a:pt x="1054"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7"/>
            <p:cNvSpPr/>
            <p:nvPr/>
          </p:nvSpPr>
          <p:spPr>
            <a:xfrm>
              <a:off x="2245675" y="1079413"/>
              <a:ext cx="28550" cy="35700"/>
            </a:xfrm>
            <a:custGeom>
              <a:rect b="b" l="l" r="r" t="t"/>
              <a:pathLst>
                <a:path extrusionOk="0" h="1428" w="1142">
                  <a:moveTo>
                    <a:pt x="965" y="1"/>
                  </a:moveTo>
                  <a:cubicBezTo>
                    <a:pt x="916" y="1"/>
                    <a:pt x="868" y="23"/>
                    <a:pt x="837" y="65"/>
                  </a:cubicBezTo>
                  <a:lnTo>
                    <a:pt x="50" y="1184"/>
                  </a:lnTo>
                  <a:cubicBezTo>
                    <a:pt x="0" y="1254"/>
                    <a:pt x="19" y="1349"/>
                    <a:pt x="87" y="1399"/>
                  </a:cubicBezTo>
                  <a:cubicBezTo>
                    <a:pt x="114" y="1419"/>
                    <a:pt x="147" y="1428"/>
                    <a:pt x="177" y="1428"/>
                  </a:cubicBezTo>
                  <a:cubicBezTo>
                    <a:pt x="226" y="1428"/>
                    <a:pt x="274" y="1405"/>
                    <a:pt x="304" y="1362"/>
                  </a:cubicBezTo>
                  <a:lnTo>
                    <a:pt x="1092" y="243"/>
                  </a:lnTo>
                  <a:cubicBezTo>
                    <a:pt x="1142" y="175"/>
                    <a:pt x="1123" y="78"/>
                    <a:pt x="1055" y="28"/>
                  </a:cubicBezTo>
                  <a:cubicBezTo>
                    <a:pt x="1027" y="9"/>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7"/>
            <p:cNvSpPr/>
            <p:nvPr/>
          </p:nvSpPr>
          <p:spPr>
            <a:xfrm>
              <a:off x="2313250" y="1109538"/>
              <a:ext cx="40825" cy="53175"/>
            </a:xfrm>
            <a:custGeom>
              <a:rect b="b" l="l" r="r" t="t"/>
              <a:pathLst>
                <a:path extrusionOk="0" h="2127" w="1633">
                  <a:moveTo>
                    <a:pt x="1456" y="1"/>
                  </a:moveTo>
                  <a:cubicBezTo>
                    <a:pt x="1407" y="1"/>
                    <a:pt x="1360" y="23"/>
                    <a:pt x="1329" y="66"/>
                  </a:cubicBezTo>
                  <a:lnTo>
                    <a:pt x="50" y="1880"/>
                  </a:lnTo>
                  <a:cubicBezTo>
                    <a:pt x="0" y="1950"/>
                    <a:pt x="18" y="2048"/>
                    <a:pt x="88" y="2098"/>
                  </a:cubicBezTo>
                  <a:cubicBezTo>
                    <a:pt x="115" y="2116"/>
                    <a:pt x="146" y="2126"/>
                    <a:pt x="176" y="2126"/>
                  </a:cubicBezTo>
                  <a:cubicBezTo>
                    <a:pt x="225" y="2126"/>
                    <a:pt x="273" y="2102"/>
                    <a:pt x="303" y="2059"/>
                  </a:cubicBezTo>
                  <a:lnTo>
                    <a:pt x="1582" y="244"/>
                  </a:lnTo>
                  <a:cubicBezTo>
                    <a:pt x="1632" y="174"/>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7"/>
            <p:cNvSpPr/>
            <p:nvPr/>
          </p:nvSpPr>
          <p:spPr>
            <a:xfrm>
              <a:off x="2279775" y="1103438"/>
              <a:ext cx="28575" cy="35725"/>
            </a:xfrm>
            <a:custGeom>
              <a:rect b="b" l="l" r="r" t="t"/>
              <a:pathLst>
                <a:path extrusionOk="0" h="1429" w="1143">
                  <a:moveTo>
                    <a:pt x="966" y="0"/>
                  </a:moveTo>
                  <a:cubicBezTo>
                    <a:pt x="917" y="0"/>
                    <a:pt x="870" y="23"/>
                    <a:pt x="839" y="65"/>
                  </a:cubicBezTo>
                  <a:lnTo>
                    <a:pt x="51" y="1183"/>
                  </a:lnTo>
                  <a:cubicBezTo>
                    <a:pt x="1" y="1253"/>
                    <a:pt x="19" y="1350"/>
                    <a:pt x="89" y="1400"/>
                  </a:cubicBezTo>
                  <a:cubicBezTo>
                    <a:pt x="115" y="1419"/>
                    <a:pt x="148" y="1429"/>
                    <a:pt x="178" y="1429"/>
                  </a:cubicBezTo>
                  <a:cubicBezTo>
                    <a:pt x="228" y="1429"/>
                    <a:pt x="275" y="1406"/>
                    <a:pt x="305" y="1361"/>
                  </a:cubicBezTo>
                  <a:lnTo>
                    <a:pt x="1092" y="244"/>
                  </a:lnTo>
                  <a:cubicBezTo>
                    <a:pt x="1142" y="174"/>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7"/>
            <p:cNvSpPr/>
            <p:nvPr/>
          </p:nvSpPr>
          <p:spPr>
            <a:xfrm>
              <a:off x="2295075" y="1114188"/>
              <a:ext cx="28550" cy="35725"/>
            </a:xfrm>
            <a:custGeom>
              <a:rect b="b" l="l" r="r" t="t"/>
              <a:pathLst>
                <a:path extrusionOk="0" h="1429" w="1142">
                  <a:moveTo>
                    <a:pt x="965" y="0"/>
                  </a:moveTo>
                  <a:cubicBezTo>
                    <a:pt x="916" y="0"/>
                    <a:pt x="868" y="23"/>
                    <a:pt x="837" y="66"/>
                  </a:cubicBezTo>
                  <a:lnTo>
                    <a:pt x="50" y="1184"/>
                  </a:lnTo>
                  <a:cubicBezTo>
                    <a:pt x="0" y="1253"/>
                    <a:pt x="17" y="1350"/>
                    <a:pt x="87" y="1400"/>
                  </a:cubicBezTo>
                  <a:cubicBezTo>
                    <a:pt x="114" y="1420"/>
                    <a:pt x="146" y="1429"/>
                    <a:pt x="177" y="1429"/>
                  </a:cubicBezTo>
                  <a:cubicBezTo>
                    <a:pt x="224" y="1429"/>
                    <a:pt x="273" y="1406"/>
                    <a:pt x="303" y="1363"/>
                  </a:cubicBezTo>
                  <a:lnTo>
                    <a:pt x="1092" y="244"/>
                  </a:lnTo>
                  <a:cubicBezTo>
                    <a:pt x="1142" y="174"/>
                    <a:pt x="1123" y="78"/>
                    <a:pt x="1053" y="28"/>
                  </a:cubicBezTo>
                  <a:cubicBezTo>
                    <a:pt x="1026" y="9"/>
                    <a:pt x="995"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7"/>
            <p:cNvSpPr/>
            <p:nvPr/>
          </p:nvSpPr>
          <p:spPr>
            <a:xfrm>
              <a:off x="1963550" y="634738"/>
              <a:ext cx="32625" cy="41525"/>
            </a:xfrm>
            <a:custGeom>
              <a:rect b="b" l="l" r="r" t="t"/>
              <a:pathLst>
                <a:path extrusionOk="0" h="1661" w="1305">
                  <a:moveTo>
                    <a:pt x="1129" y="0"/>
                  </a:moveTo>
                  <a:cubicBezTo>
                    <a:pt x="1081" y="0"/>
                    <a:pt x="1033" y="23"/>
                    <a:pt x="1002" y="66"/>
                  </a:cubicBezTo>
                  <a:lnTo>
                    <a:pt x="49" y="1416"/>
                  </a:lnTo>
                  <a:cubicBezTo>
                    <a:pt x="0" y="1485"/>
                    <a:pt x="17" y="1582"/>
                    <a:pt x="87" y="1632"/>
                  </a:cubicBezTo>
                  <a:cubicBezTo>
                    <a:pt x="114" y="1652"/>
                    <a:pt x="146" y="1660"/>
                    <a:pt x="176" y="1660"/>
                  </a:cubicBezTo>
                  <a:cubicBezTo>
                    <a:pt x="225" y="1660"/>
                    <a:pt x="273" y="1638"/>
                    <a:pt x="303" y="1595"/>
                  </a:cubicBezTo>
                  <a:lnTo>
                    <a:pt x="1255" y="244"/>
                  </a:lnTo>
                  <a:cubicBezTo>
                    <a:pt x="1305" y="174"/>
                    <a:pt x="1288" y="77"/>
                    <a:pt x="1218" y="27"/>
                  </a:cubicBezTo>
                  <a:cubicBezTo>
                    <a:pt x="1191" y="9"/>
                    <a:pt x="1160" y="0"/>
                    <a:pt x="1129"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7"/>
            <p:cNvSpPr/>
            <p:nvPr/>
          </p:nvSpPr>
          <p:spPr>
            <a:xfrm>
              <a:off x="1958500" y="639688"/>
              <a:ext cx="42675" cy="31575"/>
            </a:xfrm>
            <a:custGeom>
              <a:rect b="b" l="l" r="r" t="t"/>
              <a:pathLst>
                <a:path extrusionOk="0" h="1263" w="1707">
                  <a:moveTo>
                    <a:pt x="179" y="1"/>
                  </a:moveTo>
                  <a:cubicBezTo>
                    <a:pt x="130" y="1"/>
                    <a:pt x="81" y="23"/>
                    <a:pt x="51" y="66"/>
                  </a:cubicBezTo>
                  <a:cubicBezTo>
                    <a:pt x="1" y="135"/>
                    <a:pt x="19" y="232"/>
                    <a:pt x="89" y="282"/>
                  </a:cubicBezTo>
                  <a:lnTo>
                    <a:pt x="1441" y="1234"/>
                  </a:lnTo>
                  <a:cubicBezTo>
                    <a:pt x="1468" y="1254"/>
                    <a:pt x="1500" y="1262"/>
                    <a:pt x="1531" y="1262"/>
                  </a:cubicBezTo>
                  <a:cubicBezTo>
                    <a:pt x="1578" y="1262"/>
                    <a:pt x="1627" y="1239"/>
                    <a:pt x="1657" y="1197"/>
                  </a:cubicBezTo>
                  <a:cubicBezTo>
                    <a:pt x="1707" y="1127"/>
                    <a:pt x="1690" y="1029"/>
                    <a:pt x="1620" y="979"/>
                  </a:cubicBezTo>
                  <a:lnTo>
                    <a:pt x="268" y="28"/>
                  </a:lnTo>
                  <a:cubicBezTo>
                    <a:pt x="241" y="10"/>
                    <a:pt x="210" y="1"/>
                    <a:pt x="179"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72" name="Shape 5472"/>
        <p:cNvGrpSpPr/>
        <p:nvPr/>
      </p:nvGrpSpPr>
      <p:grpSpPr>
        <a:xfrm>
          <a:off x="0" y="0"/>
          <a:ext cx="0" cy="0"/>
          <a:chOff x="0" y="0"/>
          <a:chExt cx="0" cy="0"/>
        </a:xfrm>
      </p:grpSpPr>
      <p:sp>
        <p:nvSpPr>
          <p:cNvPr id="5473" name="Google Shape;5473;p68"/>
          <p:cNvSpPr txBox="1"/>
          <p:nvPr>
            <p:ph type="ctrTitle"/>
          </p:nvPr>
        </p:nvSpPr>
        <p:spPr>
          <a:xfrm>
            <a:off x="2679300" y="540000"/>
            <a:ext cx="3785400" cy="1126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n">
                <a:solidFill>
                  <a:schemeClr val="accent4"/>
                </a:solidFill>
              </a:rPr>
              <a:t>THANKS</a:t>
            </a:r>
            <a:r>
              <a:rPr lang="en"/>
              <a:t> a lot!</a:t>
            </a:r>
            <a:endParaRPr/>
          </a:p>
        </p:txBody>
      </p:sp>
      <p:sp>
        <p:nvSpPr>
          <p:cNvPr id="5474" name="Google Shape;5474;p68"/>
          <p:cNvSpPr txBox="1"/>
          <p:nvPr>
            <p:ph idx="1" type="subTitle"/>
          </p:nvPr>
        </p:nvSpPr>
        <p:spPr>
          <a:xfrm>
            <a:off x="2679300" y="2358375"/>
            <a:ext cx="3785400" cy="122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t>Do you have any questions?</a:t>
            </a:r>
            <a:endParaRPr b="1"/>
          </a:p>
          <a:p>
            <a:pPr indent="0" lvl="0" marL="0" rtl="0" algn="ctr">
              <a:spcBef>
                <a:spcPts val="0"/>
              </a:spcBef>
              <a:spcAft>
                <a:spcPts val="0"/>
              </a:spcAft>
              <a:buNone/>
            </a:pPr>
            <a:r>
              <a:t/>
            </a:r>
            <a:endParaRPr/>
          </a:p>
          <a:p>
            <a:pPr indent="0" lvl="0" marL="0" rtl="0" algn="ctr">
              <a:spcBef>
                <a:spcPts val="0"/>
              </a:spcBef>
              <a:spcAft>
                <a:spcPts val="0"/>
              </a:spcAft>
              <a:buNone/>
            </a:pPr>
            <a:r>
              <a:rPr lang="en"/>
              <a:t>addyouremail@freepik.com</a:t>
            </a:r>
            <a:endParaRPr/>
          </a:p>
          <a:p>
            <a:pPr indent="0" lvl="0" marL="0" rtl="0" algn="ctr">
              <a:spcBef>
                <a:spcPts val="0"/>
              </a:spcBef>
              <a:spcAft>
                <a:spcPts val="0"/>
              </a:spcAft>
              <a:buNone/>
            </a:pPr>
            <a:r>
              <a:rPr lang="en"/>
              <a:t>+91 620 421 838</a:t>
            </a:r>
            <a:endParaRPr/>
          </a:p>
          <a:p>
            <a:pPr indent="0" lvl="0" marL="0" rtl="0" algn="ctr">
              <a:spcBef>
                <a:spcPts val="0"/>
              </a:spcBef>
              <a:spcAft>
                <a:spcPts val="0"/>
              </a:spcAft>
              <a:buNone/>
            </a:pPr>
            <a:r>
              <a:rPr lang="en"/>
              <a:t>yourcompany.com</a:t>
            </a:r>
            <a:endParaRPr/>
          </a:p>
        </p:txBody>
      </p:sp>
      <p:sp>
        <p:nvSpPr>
          <p:cNvPr id="5475" name="Google Shape;5475;p68"/>
          <p:cNvSpPr txBox="1"/>
          <p:nvPr>
            <p:ph idx="2" type="subTitle"/>
          </p:nvPr>
        </p:nvSpPr>
        <p:spPr>
          <a:xfrm>
            <a:off x="2679302" y="4230175"/>
            <a:ext cx="3785400" cy="37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Please keep this slide as attribution</a:t>
            </a:r>
            <a:endParaRPr/>
          </a:p>
        </p:txBody>
      </p:sp>
      <p:sp>
        <p:nvSpPr>
          <p:cNvPr id="5476" name="Google Shape;5476;p68"/>
          <p:cNvSpPr/>
          <p:nvPr/>
        </p:nvSpPr>
        <p:spPr>
          <a:xfrm>
            <a:off x="3167462" y="1790050"/>
            <a:ext cx="491700" cy="4920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38100">
              <a:schemeClr val="accen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8"/>
          <p:cNvSpPr/>
          <p:nvPr/>
        </p:nvSpPr>
        <p:spPr>
          <a:xfrm>
            <a:off x="4326148" y="1790050"/>
            <a:ext cx="491700" cy="4920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38100">
              <a:schemeClr val="accen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8"/>
          <p:cNvSpPr/>
          <p:nvPr/>
        </p:nvSpPr>
        <p:spPr>
          <a:xfrm>
            <a:off x="5755834" y="1890695"/>
            <a:ext cx="57443" cy="49218"/>
          </a:xfrm>
          <a:custGeom>
            <a:rect b="b" l="l" r="r" t="t"/>
            <a:pathLst>
              <a:path extrusionOk="0" h="1891" w="2207">
                <a:moveTo>
                  <a:pt x="1255" y="1"/>
                </a:moveTo>
                <a:cubicBezTo>
                  <a:pt x="1023" y="1"/>
                  <a:pt x="787" y="87"/>
                  <a:pt x="595" y="279"/>
                </a:cubicBezTo>
                <a:cubicBezTo>
                  <a:pt x="0" y="874"/>
                  <a:pt x="423" y="1891"/>
                  <a:pt x="1264" y="1891"/>
                </a:cubicBezTo>
                <a:cubicBezTo>
                  <a:pt x="1784" y="1887"/>
                  <a:pt x="2203" y="1468"/>
                  <a:pt x="2207" y="948"/>
                </a:cubicBezTo>
                <a:cubicBezTo>
                  <a:pt x="2207" y="378"/>
                  <a:pt x="1741" y="1"/>
                  <a:pt x="12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9" name="Google Shape;5479;p68"/>
          <p:cNvGrpSpPr/>
          <p:nvPr/>
        </p:nvGrpSpPr>
        <p:grpSpPr>
          <a:xfrm>
            <a:off x="5484834" y="1790050"/>
            <a:ext cx="491700" cy="492000"/>
            <a:chOff x="5484834" y="1790050"/>
            <a:chExt cx="491700" cy="492000"/>
          </a:xfrm>
        </p:grpSpPr>
        <p:sp>
          <p:nvSpPr>
            <p:cNvPr id="5480" name="Google Shape;5480;p68"/>
            <p:cNvSpPr/>
            <p:nvPr/>
          </p:nvSpPr>
          <p:spPr>
            <a:xfrm>
              <a:off x="5484834" y="1790050"/>
              <a:ext cx="491700" cy="492000"/>
            </a:xfrm>
            <a:prstGeom prst="ellipse">
              <a:avLst/>
            </a:prstGeom>
            <a:solidFill>
              <a:srgbClr val="FFFFFF"/>
            </a:solidFill>
            <a:ln cap="flat" cmpd="sng" w="9525">
              <a:solidFill>
                <a:srgbClr val="000000"/>
              </a:solidFill>
              <a:prstDash val="solid"/>
              <a:round/>
              <a:headEnd len="sm" w="sm" type="none"/>
              <a:tailEnd len="sm" w="sm" type="none"/>
            </a:ln>
            <a:effectLst>
              <a:outerShdw rotWithShape="0" algn="bl" dir="3120000" dist="38100">
                <a:schemeClr val="accen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8"/>
            <p:cNvSpPr/>
            <p:nvPr/>
          </p:nvSpPr>
          <p:spPr>
            <a:xfrm>
              <a:off x="5555266" y="1850977"/>
              <a:ext cx="370293" cy="370163"/>
            </a:xfrm>
            <a:custGeom>
              <a:rect b="b" l="l" r="r" t="t"/>
              <a:pathLst>
                <a:path extrusionOk="0" h="14222" w="14227">
                  <a:moveTo>
                    <a:pt x="7112" y="0"/>
                  </a:moveTo>
                  <a:cubicBezTo>
                    <a:pt x="3185" y="0"/>
                    <a:pt x="1" y="3184"/>
                    <a:pt x="1" y="7111"/>
                  </a:cubicBezTo>
                  <a:cubicBezTo>
                    <a:pt x="1" y="11037"/>
                    <a:pt x="3185" y="14222"/>
                    <a:pt x="7112" y="14222"/>
                  </a:cubicBezTo>
                  <a:cubicBezTo>
                    <a:pt x="11042" y="14222"/>
                    <a:pt x="14226" y="11037"/>
                    <a:pt x="14226" y="7111"/>
                  </a:cubicBezTo>
                  <a:cubicBezTo>
                    <a:pt x="14226" y="3184"/>
                    <a:pt x="11042" y="0"/>
                    <a:pt x="71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8"/>
            <p:cNvSpPr/>
            <p:nvPr/>
          </p:nvSpPr>
          <p:spPr>
            <a:xfrm>
              <a:off x="5716168" y="1850977"/>
              <a:ext cx="216236" cy="370267"/>
            </a:xfrm>
            <a:custGeom>
              <a:rect b="b" l="l" r="r" t="t"/>
              <a:pathLst>
                <a:path extrusionOk="0" h="14226" w="8308">
                  <a:moveTo>
                    <a:pt x="942" y="0"/>
                  </a:moveTo>
                  <a:cubicBezTo>
                    <a:pt x="938" y="0"/>
                    <a:pt x="934" y="0"/>
                    <a:pt x="930" y="0"/>
                  </a:cubicBezTo>
                  <a:cubicBezTo>
                    <a:pt x="620" y="0"/>
                    <a:pt x="311" y="18"/>
                    <a:pt x="1" y="60"/>
                  </a:cubicBezTo>
                  <a:cubicBezTo>
                    <a:pt x="3541" y="524"/>
                    <a:pt x="6186" y="3540"/>
                    <a:pt x="6186" y="7111"/>
                  </a:cubicBezTo>
                  <a:cubicBezTo>
                    <a:pt x="6186" y="10679"/>
                    <a:pt x="3541" y="13697"/>
                    <a:pt x="1" y="14162"/>
                  </a:cubicBezTo>
                  <a:cubicBezTo>
                    <a:pt x="322" y="14205"/>
                    <a:pt x="640" y="14226"/>
                    <a:pt x="954" y="14226"/>
                  </a:cubicBezTo>
                  <a:cubicBezTo>
                    <a:pt x="4641" y="14226"/>
                    <a:pt x="7791" y="11362"/>
                    <a:pt x="8041" y="7575"/>
                  </a:cubicBezTo>
                  <a:cubicBezTo>
                    <a:pt x="8308" y="3473"/>
                    <a:pt x="5053" y="0"/>
                    <a:pt x="942"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8"/>
            <p:cNvSpPr/>
            <p:nvPr/>
          </p:nvSpPr>
          <p:spPr>
            <a:xfrm>
              <a:off x="5614427" y="1971198"/>
              <a:ext cx="251868" cy="210120"/>
            </a:xfrm>
            <a:custGeom>
              <a:rect b="b" l="l" r="r" t="t"/>
              <a:pathLst>
                <a:path extrusionOk="0" h="8073" w="9677">
                  <a:moveTo>
                    <a:pt x="4839" y="1"/>
                  </a:moveTo>
                  <a:cubicBezTo>
                    <a:pt x="2172" y="1"/>
                    <a:pt x="1" y="1813"/>
                    <a:pt x="1" y="4036"/>
                  </a:cubicBezTo>
                  <a:cubicBezTo>
                    <a:pt x="1" y="6264"/>
                    <a:pt x="2172" y="8072"/>
                    <a:pt x="4839" y="8072"/>
                  </a:cubicBezTo>
                  <a:cubicBezTo>
                    <a:pt x="7509" y="8072"/>
                    <a:pt x="9677" y="6264"/>
                    <a:pt x="9677" y="4036"/>
                  </a:cubicBezTo>
                  <a:cubicBezTo>
                    <a:pt x="9677" y="1813"/>
                    <a:pt x="7506" y="1"/>
                    <a:pt x="48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8"/>
            <p:cNvSpPr/>
            <p:nvPr/>
          </p:nvSpPr>
          <p:spPr>
            <a:xfrm>
              <a:off x="5819758" y="1979319"/>
              <a:ext cx="74022" cy="80477"/>
            </a:xfrm>
            <a:custGeom>
              <a:rect b="b" l="l" r="r" t="t"/>
              <a:pathLst>
                <a:path extrusionOk="0" h="3092" w="2844">
                  <a:moveTo>
                    <a:pt x="1280" y="1"/>
                  </a:moveTo>
                  <a:cubicBezTo>
                    <a:pt x="889" y="1"/>
                    <a:pt x="504" y="147"/>
                    <a:pt x="208" y="424"/>
                  </a:cubicBezTo>
                  <a:lnTo>
                    <a:pt x="0" y="625"/>
                  </a:lnTo>
                  <a:lnTo>
                    <a:pt x="229" y="801"/>
                  </a:lnTo>
                  <a:cubicBezTo>
                    <a:pt x="926" y="1343"/>
                    <a:pt x="1411" y="2036"/>
                    <a:pt x="1629" y="2803"/>
                  </a:cubicBezTo>
                  <a:lnTo>
                    <a:pt x="1714" y="3091"/>
                  </a:lnTo>
                  <a:lnTo>
                    <a:pt x="1981" y="2957"/>
                  </a:lnTo>
                  <a:cubicBezTo>
                    <a:pt x="2505" y="2690"/>
                    <a:pt x="2840" y="2152"/>
                    <a:pt x="2843" y="1561"/>
                  </a:cubicBezTo>
                  <a:cubicBezTo>
                    <a:pt x="2840" y="938"/>
                    <a:pt x="2470" y="375"/>
                    <a:pt x="1900" y="129"/>
                  </a:cubicBezTo>
                  <a:cubicBezTo>
                    <a:pt x="1700" y="43"/>
                    <a:pt x="1489" y="1"/>
                    <a:pt x="12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8"/>
            <p:cNvSpPr/>
            <p:nvPr/>
          </p:nvSpPr>
          <p:spPr>
            <a:xfrm>
              <a:off x="5583845" y="1979267"/>
              <a:ext cx="77224" cy="80529"/>
            </a:xfrm>
            <a:custGeom>
              <a:rect b="b" l="l" r="r" t="t"/>
              <a:pathLst>
                <a:path extrusionOk="0" h="3094" w="2967">
                  <a:moveTo>
                    <a:pt x="1686" y="0"/>
                  </a:moveTo>
                  <a:cubicBezTo>
                    <a:pt x="961" y="0"/>
                    <a:pt x="331" y="500"/>
                    <a:pt x="166" y="1204"/>
                  </a:cubicBezTo>
                  <a:cubicBezTo>
                    <a:pt x="1" y="1907"/>
                    <a:pt x="338" y="2636"/>
                    <a:pt x="986" y="2959"/>
                  </a:cubicBezTo>
                  <a:lnTo>
                    <a:pt x="1253" y="3093"/>
                  </a:lnTo>
                  <a:lnTo>
                    <a:pt x="1338" y="2805"/>
                  </a:lnTo>
                  <a:cubicBezTo>
                    <a:pt x="1556" y="2038"/>
                    <a:pt x="2041" y="1345"/>
                    <a:pt x="2738" y="799"/>
                  </a:cubicBezTo>
                  <a:lnTo>
                    <a:pt x="2967" y="623"/>
                  </a:lnTo>
                  <a:lnTo>
                    <a:pt x="2759" y="426"/>
                  </a:lnTo>
                  <a:cubicBezTo>
                    <a:pt x="2467" y="152"/>
                    <a:pt x="2084" y="0"/>
                    <a:pt x="1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8"/>
            <p:cNvSpPr/>
            <p:nvPr/>
          </p:nvSpPr>
          <p:spPr>
            <a:xfrm>
              <a:off x="5651256" y="2027522"/>
              <a:ext cx="57339" cy="49218"/>
            </a:xfrm>
            <a:custGeom>
              <a:rect b="b" l="l" r="r" t="t"/>
              <a:pathLst>
                <a:path extrusionOk="0" h="1891" w="2203">
                  <a:moveTo>
                    <a:pt x="1254" y="1"/>
                  </a:moveTo>
                  <a:cubicBezTo>
                    <a:pt x="1023" y="1"/>
                    <a:pt x="787" y="87"/>
                    <a:pt x="595" y="279"/>
                  </a:cubicBezTo>
                  <a:cubicBezTo>
                    <a:pt x="0" y="873"/>
                    <a:pt x="419" y="1890"/>
                    <a:pt x="1260" y="1890"/>
                  </a:cubicBezTo>
                  <a:cubicBezTo>
                    <a:pt x="1781" y="1887"/>
                    <a:pt x="2203" y="1468"/>
                    <a:pt x="2203" y="947"/>
                  </a:cubicBezTo>
                  <a:cubicBezTo>
                    <a:pt x="2203" y="378"/>
                    <a:pt x="1739" y="1"/>
                    <a:pt x="1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8"/>
            <p:cNvSpPr/>
            <p:nvPr/>
          </p:nvSpPr>
          <p:spPr>
            <a:xfrm>
              <a:off x="5763903" y="2027522"/>
              <a:ext cx="57339" cy="49218"/>
            </a:xfrm>
            <a:custGeom>
              <a:rect b="b" l="l" r="r" t="t"/>
              <a:pathLst>
                <a:path extrusionOk="0" h="1891" w="2203">
                  <a:moveTo>
                    <a:pt x="1254" y="1"/>
                  </a:moveTo>
                  <a:cubicBezTo>
                    <a:pt x="1023" y="1"/>
                    <a:pt x="787" y="87"/>
                    <a:pt x="595" y="279"/>
                  </a:cubicBezTo>
                  <a:cubicBezTo>
                    <a:pt x="0" y="873"/>
                    <a:pt x="422" y="1890"/>
                    <a:pt x="1263" y="1890"/>
                  </a:cubicBezTo>
                  <a:cubicBezTo>
                    <a:pt x="1780" y="1887"/>
                    <a:pt x="2203" y="1468"/>
                    <a:pt x="2203" y="947"/>
                  </a:cubicBezTo>
                  <a:cubicBezTo>
                    <a:pt x="2203" y="378"/>
                    <a:pt x="1738" y="1"/>
                    <a:pt x="1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8"/>
            <p:cNvSpPr/>
            <p:nvPr/>
          </p:nvSpPr>
          <p:spPr>
            <a:xfrm>
              <a:off x="5664998" y="2117499"/>
              <a:ext cx="150777" cy="34877"/>
            </a:xfrm>
            <a:custGeom>
              <a:rect b="b" l="l" r="r" t="t"/>
              <a:pathLst>
                <a:path extrusionOk="0" h="1340" w="5793">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8"/>
            <p:cNvSpPr/>
            <p:nvPr/>
          </p:nvSpPr>
          <p:spPr>
            <a:xfrm>
              <a:off x="5734310" y="1885099"/>
              <a:ext cx="85370" cy="94662"/>
            </a:xfrm>
            <a:custGeom>
              <a:rect b="b" l="l" r="r" t="t"/>
              <a:pathLst>
                <a:path extrusionOk="0" h="3637" w="3280">
                  <a:moveTo>
                    <a:pt x="2091" y="466"/>
                  </a:moveTo>
                  <a:cubicBezTo>
                    <a:pt x="2710" y="466"/>
                    <a:pt x="3019" y="1215"/>
                    <a:pt x="2583" y="1652"/>
                  </a:cubicBezTo>
                  <a:cubicBezTo>
                    <a:pt x="2441" y="1794"/>
                    <a:pt x="2265" y="1858"/>
                    <a:pt x="2094" y="1858"/>
                  </a:cubicBezTo>
                  <a:cubicBezTo>
                    <a:pt x="1736" y="1858"/>
                    <a:pt x="1394" y="1581"/>
                    <a:pt x="1394" y="1163"/>
                  </a:cubicBezTo>
                  <a:cubicBezTo>
                    <a:pt x="1394" y="779"/>
                    <a:pt x="1704" y="466"/>
                    <a:pt x="2091" y="466"/>
                  </a:cubicBezTo>
                  <a:close/>
                  <a:moveTo>
                    <a:pt x="2091" y="0"/>
                  </a:moveTo>
                  <a:cubicBezTo>
                    <a:pt x="1521" y="0"/>
                    <a:pt x="1029" y="419"/>
                    <a:pt x="944" y="990"/>
                  </a:cubicBezTo>
                  <a:lnTo>
                    <a:pt x="162" y="1251"/>
                  </a:lnTo>
                  <a:cubicBezTo>
                    <a:pt x="67" y="1282"/>
                    <a:pt x="1" y="1370"/>
                    <a:pt x="4" y="1469"/>
                  </a:cubicBezTo>
                  <a:lnTo>
                    <a:pt x="4" y="3636"/>
                  </a:lnTo>
                  <a:lnTo>
                    <a:pt x="465" y="3636"/>
                  </a:lnTo>
                  <a:lnTo>
                    <a:pt x="465" y="1638"/>
                  </a:lnTo>
                  <a:lnTo>
                    <a:pt x="972" y="1469"/>
                  </a:lnTo>
                  <a:cubicBezTo>
                    <a:pt x="1112" y="1979"/>
                    <a:pt x="1573" y="2319"/>
                    <a:pt x="2086" y="2319"/>
                  </a:cubicBezTo>
                  <a:cubicBezTo>
                    <a:pt x="2150" y="2319"/>
                    <a:pt x="2215" y="2313"/>
                    <a:pt x="2281" y="2303"/>
                  </a:cubicBezTo>
                  <a:cubicBezTo>
                    <a:pt x="2865" y="2208"/>
                    <a:pt x="3280" y="1683"/>
                    <a:pt x="3245" y="1092"/>
                  </a:cubicBezTo>
                  <a:cubicBezTo>
                    <a:pt x="3209" y="498"/>
                    <a:pt x="2731" y="30"/>
                    <a:pt x="2140" y="1"/>
                  </a:cubicBezTo>
                  <a:cubicBezTo>
                    <a:pt x="2124" y="1"/>
                    <a:pt x="2107" y="0"/>
                    <a:pt x="209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8"/>
            <p:cNvSpPr/>
            <p:nvPr/>
          </p:nvSpPr>
          <p:spPr>
            <a:xfrm>
              <a:off x="5528901" y="1844887"/>
              <a:ext cx="402776" cy="382318"/>
            </a:xfrm>
            <a:custGeom>
              <a:rect b="b" l="l" r="r" t="t"/>
              <a:pathLst>
                <a:path extrusionOk="0" h="14689" w="15475">
                  <a:moveTo>
                    <a:pt x="8125" y="466"/>
                  </a:moveTo>
                  <a:cubicBezTo>
                    <a:pt x="11918" y="466"/>
                    <a:pt x="15003" y="3552"/>
                    <a:pt x="15003" y="7345"/>
                  </a:cubicBezTo>
                  <a:cubicBezTo>
                    <a:pt x="15003"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3"/>
                    <a:pt x="1" y="6916"/>
                    <a:pt x="1341" y="10153"/>
                  </a:cubicBezTo>
                  <a:cubicBezTo>
                    <a:pt x="2494" y="12940"/>
                    <a:pt x="5202" y="14689"/>
                    <a:pt x="8122" y="14689"/>
                  </a:cubicBezTo>
                  <a:cubicBezTo>
                    <a:pt x="8597" y="14689"/>
                    <a:pt x="9077" y="14643"/>
                    <a:pt x="9557" y="14547"/>
                  </a:cubicBezTo>
                  <a:cubicBezTo>
                    <a:pt x="12994" y="13865"/>
                    <a:pt x="15471" y="10849"/>
                    <a:pt x="15471" y="7345"/>
                  </a:cubicBezTo>
                  <a:cubicBezTo>
                    <a:pt x="15475" y="5396"/>
                    <a:pt x="14701" y="3527"/>
                    <a:pt x="13318" y="2152"/>
                  </a:cubicBezTo>
                  <a:cubicBezTo>
                    <a:pt x="11898" y="732"/>
                    <a:pt x="10017" y="0"/>
                    <a:pt x="81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8"/>
            <p:cNvSpPr/>
            <p:nvPr/>
          </p:nvSpPr>
          <p:spPr>
            <a:xfrm>
              <a:off x="5664998" y="2117499"/>
              <a:ext cx="150777" cy="34877"/>
            </a:xfrm>
            <a:custGeom>
              <a:rect b="b" l="l" r="r" t="t"/>
              <a:pathLst>
                <a:path extrusionOk="0" h="1340" w="5793">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8"/>
            <p:cNvSpPr/>
            <p:nvPr/>
          </p:nvSpPr>
          <p:spPr>
            <a:xfrm>
              <a:off x="5572965" y="1885099"/>
              <a:ext cx="326385" cy="301789"/>
            </a:xfrm>
            <a:custGeom>
              <a:rect b="b" l="l" r="r" t="t"/>
              <a:pathLst>
                <a:path extrusionOk="0" h="11595" w="12540">
                  <a:moveTo>
                    <a:pt x="8290" y="466"/>
                  </a:moveTo>
                  <a:cubicBezTo>
                    <a:pt x="8909" y="466"/>
                    <a:pt x="9218" y="1215"/>
                    <a:pt x="8782" y="1652"/>
                  </a:cubicBezTo>
                  <a:cubicBezTo>
                    <a:pt x="8640" y="1794"/>
                    <a:pt x="8464" y="1858"/>
                    <a:pt x="8293" y="1858"/>
                  </a:cubicBezTo>
                  <a:cubicBezTo>
                    <a:pt x="7935" y="1858"/>
                    <a:pt x="7593" y="1581"/>
                    <a:pt x="7593" y="1163"/>
                  </a:cubicBezTo>
                  <a:cubicBezTo>
                    <a:pt x="7593" y="779"/>
                    <a:pt x="7903" y="466"/>
                    <a:pt x="8290" y="466"/>
                  </a:cubicBezTo>
                  <a:close/>
                  <a:moveTo>
                    <a:pt x="2118" y="3868"/>
                  </a:moveTo>
                  <a:cubicBezTo>
                    <a:pt x="2447" y="3868"/>
                    <a:pt x="2765" y="3995"/>
                    <a:pt x="3005" y="4224"/>
                  </a:cubicBezTo>
                  <a:cubicBezTo>
                    <a:pt x="2280" y="4787"/>
                    <a:pt x="1752" y="5525"/>
                    <a:pt x="1516" y="6356"/>
                  </a:cubicBezTo>
                  <a:cubicBezTo>
                    <a:pt x="971" y="6081"/>
                    <a:pt x="683" y="5473"/>
                    <a:pt x="823" y="4878"/>
                  </a:cubicBezTo>
                  <a:cubicBezTo>
                    <a:pt x="964" y="4287"/>
                    <a:pt x="1495" y="3868"/>
                    <a:pt x="2104" y="3868"/>
                  </a:cubicBezTo>
                  <a:cubicBezTo>
                    <a:pt x="2109" y="3868"/>
                    <a:pt x="2113" y="3868"/>
                    <a:pt x="2118" y="3868"/>
                  </a:cubicBezTo>
                  <a:close/>
                  <a:moveTo>
                    <a:pt x="10749" y="3868"/>
                  </a:moveTo>
                  <a:cubicBezTo>
                    <a:pt x="10754" y="3868"/>
                    <a:pt x="10758" y="3868"/>
                    <a:pt x="10763" y="3868"/>
                  </a:cubicBezTo>
                  <a:cubicBezTo>
                    <a:pt x="11372" y="3868"/>
                    <a:pt x="11900" y="4287"/>
                    <a:pt x="12040" y="4878"/>
                  </a:cubicBezTo>
                  <a:cubicBezTo>
                    <a:pt x="12181" y="5473"/>
                    <a:pt x="11892" y="6081"/>
                    <a:pt x="11351" y="6356"/>
                  </a:cubicBezTo>
                  <a:cubicBezTo>
                    <a:pt x="11111" y="5525"/>
                    <a:pt x="10584" y="4787"/>
                    <a:pt x="9862" y="4224"/>
                  </a:cubicBezTo>
                  <a:cubicBezTo>
                    <a:pt x="10102" y="3995"/>
                    <a:pt x="10417" y="3868"/>
                    <a:pt x="10749" y="3868"/>
                  </a:cubicBezTo>
                  <a:close/>
                  <a:moveTo>
                    <a:pt x="8290" y="0"/>
                  </a:moveTo>
                  <a:cubicBezTo>
                    <a:pt x="7720" y="0"/>
                    <a:pt x="7228" y="419"/>
                    <a:pt x="7143" y="990"/>
                  </a:cubicBezTo>
                  <a:lnTo>
                    <a:pt x="6361" y="1251"/>
                  </a:lnTo>
                  <a:cubicBezTo>
                    <a:pt x="6266" y="1282"/>
                    <a:pt x="6200" y="1370"/>
                    <a:pt x="6203" y="1469"/>
                  </a:cubicBezTo>
                  <a:lnTo>
                    <a:pt x="6203" y="3098"/>
                  </a:lnTo>
                  <a:cubicBezTo>
                    <a:pt x="5204" y="3129"/>
                    <a:pt x="4236" y="3425"/>
                    <a:pt x="3388" y="3953"/>
                  </a:cubicBezTo>
                  <a:cubicBezTo>
                    <a:pt x="3035" y="3582"/>
                    <a:pt x="2569" y="3402"/>
                    <a:pt x="2105" y="3402"/>
                  </a:cubicBezTo>
                  <a:cubicBezTo>
                    <a:pt x="1546" y="3402"/>
                    <a:pt x="990" y="3663"/>
                    <a:pt x="640" y="4171"/>
                  </a:cubicBezTo>
                  <a:cubicBezTo>
                    <a:pt x="0" y="5100"/>
                    <a:pt x="376" y="6384"/>
                    <a:pt x="1418" y="6820"/>
                  </a:cubicBezTo>
                  <a:cubicBezTo>
                    <a:pt x="1390" y="6993"/>
                    <a:pt x="1379" y="7169"/>
                    <a:pt x="1379" y="7344"/>
                  </a:cubicBezTo>
                  <a:cubicBezTo>
                    <a:pt x="1379" y="9688"/>
                    <a:pt x="3645" y="11595"/>
                    <a:pt x="6435" y="11595"/>
                  </a:cubicBezTo>
                  <a:cubicBezTo>
                    <a:pt x="7857" y="11595"/>
                    <a:pt x="9141" y="11099"/>
                    <a:pt x="10063" y="10304"/>
                  </a:cubicBezTo>
                  <a:cubicBezTo>
                    <a:pt x="10161" y="10216"/>
                    <a:pt x="10168" y="10061"/>
                    <a:pt x="10073" y="9966"/>
                  </a:cubicBezTo>
                  <a:lnTo>
                    <a:pt x="10070" y="9966"/>
                  </a:lnTo>
                  <a:cubicBezTo>
                    <a:pt x="10025" y="9919"/>
                    <a:pt x="9966" y="9897"/>
                    <a:pt x="9907" y="9897"/>
                  </a:cubicBezTo>
                  <a:cubicBezTo>
                    <a:pt x="9855" y="9897"/>
                    <a:pt x="9802" y="9915"/>
                    <a:pt x="9760" y="9952"/>
                  </a:cubicBezTo>
                  <a:cubicBezTo>
                    <a:pt x="8923" y="10680"/>
                    <a:pt x="7741" y="11130"/>
                    <a:pt x="6432" y="11130"/>
                  </a:cubicBezTo>
                  <a:cubicBezTo>
                    <a:pt x="3902" y="11130"/>
                    <a:pt x="1840" y="9431"/>
                    <a:pt x="1840" y="7344"/>
                  </a:cubicBezTo>
                  <a:cubicBezTo>
                    <a:pt x="1840" y="5255"/>
                    <a:pt x="3902" y="3555"/>
                    <a:pt x="6432" y="3555"/>
                  </a:cubicBezTo>
                  <a:cubicBezTo>
                    <a:pt x="8965" y="3555"/>
                    <a:pt x="11023" y="5255"/>
                    <a:pt x="11023" y="7344"/>
                  </a:cubicBezTo>
                  <a:cubicBezTo>
                    <a:pt x="11020" y="7992"/>
                    <a:pt x="10826" y="8622"/>
                    <a:pt x="10464" y="9160"/>
                  </a:cubicBezTo>
                  <a:cubicBezTo>
                    <a:pt x="10404" y="9248"/>
                    <a:pt x="10415" y="9368"/>
                    <a:pt x="10492" y="9445"/>
                  </a:cubicBezTo>
                  <a:lnTo>
                    <a:pt x="10496" y="9449"/>
                  </a:lnTo>
                  <a:cubicBezTo>
                    <a:pt x="10541" y="9494"/>
                    <a:pt x="10599" y="9515"/>
                    <a:pt x="10656" y="9515"/>
                  </a:cubicBezTo>
                  <a:cubicBezTo>
                    <a:pt x="10729" y="9515"/>
                    <a:pt x="10802" y="9480"/>
                    <a:pt x="10847" y="9413"/>
                  </a:cubicBezTo>
                  <a:cubicBezTo>
                    <a:pt x="11263" y="8801"/>
                    <a:pt x="11484" y="8083"/>
                    <a:pt x="11488" y="7344"/>
                  </a:cubicBezTo>
                  <a:cubicBezTo>
                    <a:pt x="11488" y="7169"/>
                    <a:pt x="11474" y="6993"/>
                    <a:pt x="11449" y="6820"/>
                  </a:cubicBezTo>
                  <a:cubicBezTo>
                    <a:pt x="12107" y="6542"/>
                    <a:pt x="12536" y="5895"/>
                    <a:pt x="12540" y="5181"/>
                  </a:cubicBezTo>
                  <a:cubicBezTo>
                    <a:pt x="12540" y="4456"/>
                    <a:pt x="12097" y="3801"/>
                    <a:pt x="11425" y="3530"/>
                  </a:cubicBezTo>
                  <a:cubicBezTo>
                    <a:pt x="11210" y="3444"/>
                    <a:pt x="10986" y="3403"/>
                    <a:pt x="10764" y="3403"/>
                  </a:cubicBezTo>
                  <a:cubicBezTo>
                    <a:pt x="10286" y="3403"/>
                    <a:pt x="9819" y="3595"/>
                    <a:pt x="9475" y="3953"/>
                  </a:cubicBezTo>
                  <a:cubicBezTo>
                    <a:pt x="8631" y="3425"/>
                    <a:pt x="7660" y="3129"/>
                    <a:pt x="6664" y="3098"/>
                  </a:cubicBezTo>
                  <a:lnTo>
                    <a:pt x="6664" y="1638"/>
                  </a:lnTo>
                  <a:lnTo>
                    <a:pt x="7171" y="1469"/>
                  </a:lnTo>
                  <a:cubicBezTo>
                    <a:pt x="7311" y="1979"/>
                    <a:pt x="7772" y="2319"/>
                    <a:pt x="8285" y="2319"/>
                  </a:cubicBezTo>
                  <a:cubicBezTo>
                    <a:pt x="8349" y="2319"/>
                    <a:pt x="8414" y="2313"/>
                    <a:pt x="8480" y="2303"/>
                  </a:cubicBezTo>
                  <a:cubicBezTo>
                    <a:pt x="9064" y="2208"/>
                    <a:pt x="9479" y="1683"/>
                    <a:pt x="9444" y="1092"/>
                  </a:cubicBezTo>
                  <a:cubicBezTo>
                    <a:pt x="9408" y="498"/>
                    <a:pt x="8930" y="30"/>
                    <a:pt x="8339" y="1"/>
                  </a:cubicBezTo>
                  <a:cubicBezTo>
                    <a:pt x="8323" y="1"/>
                    <a:pt x="8306" y="0"/>
                    <a:pt x="82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8"/>
            <p:cNvSpPr/>
            <p:nvPr/>
          </p:nvSpPr>
          <p:spPr>
            <a:xfrm>
              <a:off x="5643734" y="2021900"/>
              <a:ext cx="70561" cy="60410"/>
            </a:xfrm>
            <a:custGeom>
              <a:rect b="b" l="l" r="r" t="t"/>
              <a:pathLst>
                <a:path extrusionOk="0" h="2321" w="2711">
                  <a:moveTo>
                    <a:pt x="1555" y="464"/>
                  </a:moveTo>
                  <a:cubicBezTo>
                    <a:pt x="1726" y="464"/>
                    <a:pt x="1900" y="528"/>
                    <a:pt x="2042" y="671"/>
                  </a:cubicBezTo>
                  <a:cubicBezTo>
                    <a:pt x="2481" y="1107"/>
                    <a:pt x="2168" y="1856"/>
                    <a:pt x="1549" y="1856"/>
                  </a:cubicBezTo>
                  <a:cubicBezTo>
                    <a:pt x="1165" y="1856"/>
                    <a:pt x="856" y="1547"/>
                    <a:pt x="856" y="1163"/>
                  </a:cubicBezTo>
                  <a:cubicBezTo>
                    <a:pt x="856" y="742"/>
                    <a:pt x="1198" y="464"/>
                    <a:pt x="1555" y="464"/>
                  </a:cubicBezTo>
                  <a:close/>
                  <a:moveTo>
                    <a:pt x="1542" y="0"/>
                  </a:moveTo>
                  <a:cubicBezTo>
                    <a:pt x="1257" y="0"/>
                    <a:pt x="966" y="106"/>
                    <a:pt x="729" y="343"/>
                  </a:cubicBezTo>
                  <a:cubicBezTo>
                    <a:pt x="1" y="1072"/>
                    <a:pt x="518" y="2321"/>
                    <a:pt x="1549" y="2321"/>
                  </a:cubicBezTo>
                  <a:cubicBezTo>
                    <a:pt x="2189" y="2321"/>
                    <a:pt x="2710" y="1804"/>
                    <a:pt x="2710" y="1163"/>
                  </a:cubicBezTo>
                  <a:cubicBezTo>
                    <a:pt x="2710" y="464"/>
                    <a:pt x="2139" y="0"/>
                    <a:pt x="15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8"/>
            <p:cNvSpPr/>
            <p:nvPr/>
          </p:nvSpPr>
          <p:spPr>
            <a:xfrm>
              <a:off x="5756381" y="2021952"/>
              <a:ext cx="70535" cy="60384"/>
            </a:xfrm>
            <a:custGeom>
              <a:rect b="b" l="l" r="r" t="t"/>
              <a:pathLst>
                <a:path extrusionOk="0" h="2320" w="2710">
                  <a:moveTo>
                    <a:pt x="1546" y="462"/>
                  </a:moveTo>
                  <a:cubicBezTo>
                    <a:pt x="1903" y="462"/>
                    <a:pt x="2245" y="740"/>
                    <a:pt x="2245" y="1161"/>
                  </a:cubicBezTo>
                  <a:cubicBezTo>
                    <a:pt x="2245" y="1545"/>
                    <a:pt x="1936" y="1854"/>
                    <a:pt x="1552" y="1854"/>
                  </a:cubicBezTo>
                  <a:cubicBezTo>
                    <a:pt x="929" y="1854"/>
                    <a:pt x="620" y="1105"/>
                    <a:pt x="1060" y="669"/>
                  </a:cubicBezTo>
                  <a:cubicBezTo>
                    <a:pt x="1201" y="526"/>
                    <a:pt x="1375" y="462"/>
                    <a:pt x="1546" y="462"/>
                  </a:cubicBezTo>
                  <a:close/>
                  <a:moveTo>
                    <a:pt x="1552" y="0"/>
                  </a:moveTo>
                  <a:cubicBezTo>
                    <a:pt x="518" y="0"/>
                    <a:pt x="1" y="1249"/>
                    <a:pt x="732" y="1977"/>
                  </a:cubicBezTo>
                  <a:cubicBezTo>
                    <a:pt x="954" y="2201"/>
                    <a:pt x="1249" y="2319"/>
                    <a:pt x="1551" y="2319"/>
                  </a:cubicBezTo>
                  <a:cubicBezTo>
                    <a:pt x="1700" y="2319"/>
                    <a:pt x="1851" y="2290"/>
                    <a:pt x="1996" y="2231"/>
                  </a:cubicBezTo>
                  <a:cubicBezTo>
                    <a:pt x="2428" y="2051"/>
                    <a:pt x="2710" y="1629"/>
                    <a:pt x="2710" y="1158"/>
                  </a:cubicBezTo>
                  <a:cubicBezTo>
                    <a:pt x="2710" y="521"/>
                    <a:pt x="2189" y="0"/>
                    <a:pt x="15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5" name="Google Shape;5495;p68"/>
          <p:cNvGrpSpPr/>
          <p:nvPr/>
        </p:nvGrpSpPr>
        <p:grpSpPr>
          <a:xfrm>
            <a:off x="3211506" y="1844874"/>
            <a:ext cx="403582" cy="382344"/>
            <a:chOff x="3211506" y="1844874"/>
            <a:chExt cx="403582" cy="382344"/>
          </a:xfrm>
        </p:grpSpPr>
        <p:sp>
          <p:nvSpPr>
            <p:cNvPr id="5496" name="Google Shape;5496;p68"/>
            <p:cNvSpPr/>
            <p:nvPr/>
          </p:nvSpPr>
          <p:spPr>
            <a:xfrm>
              <a:off x="3237872" y="1850965"/>
              <a:ext cx="370267" cy="370163"/>
            </a:xfrm>
            <a:custGeom>
              <a:rect b="b" l="l" r="r" t="t"/>
              <a:pathLst>
                <a:path extrusionOk="0" h="14222" w="14226">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8"/>
            <p:cNvSpPr/>
            <p:nvPr/>
          </p:nvSpPr>
          <p:spPr>
            <a:xfrm>
              <a:off x="3398878" y="1850965"/>
              <a:ext cx="216210" cy="370267"/>
            </a:xfrm>
            <a:custGeom>
              <a:rect b="b" l="l" r="r" t="t"/>
              <a:pathLst>
                <a:path extrusionOk="0" h="14226" w="8307">
                  <a:moveTo>
                    <a:pt x="941" y="0"/>
                  </a:moveTo>
                  <a:cubicBezTo>
                    <a:pt x="937" y="0"/>
                    <a:pt x="933" y="0"/>
                    <a:pt x="929" y="0"/>
                  </a:cubicBezTo>
                  <a:cubicBezTo>
                    <a:pt x="616" y="0"/>
                    <a:pt x="306" y="18"/>
                    <a:pt x="0" y="60"/>
                  </a:cubicBezTo>
                  <a:cubicBezTo>
                    <a:pt x="3540" y="524"/>
                    <a:pt x="6186" y="3540"/>
                    <a:pt x="6186" y="7111"/>
                  </a:cubicBezTo>
                  <a:cubicBezTo>
                    <a:pt x="6186" y="10679"/>
                    <a:pt x="3540" y="13697"/>
                    <a:pt x="0" y="14162"/>
                  </a:cubicBezTo>
                  <a:cubicBezTo>
                    <a:pt x="320" y="14205"/>
                    <a:pt x="639" y="14226"/>
                    <a:pt x="953" y="14226"/>
                  </a:cubicBezTo>
                  <a:cubicBezTo>
                    <a:pt x="4637" y="14226"/>
                    <a:pt x="7790" y="11362"/>
                    <a:pt x="8036" y="7575"/>
                  </a:cubicBezTo>
                  <a:cubicBezTo>
                    <a:pt x="8307" y="3473"/>
                    <a:pt x="5049" y="0"/>
                    <a:pt x="941"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8"/>
            <p:cNvSpPr/>
            <p:nvPr/>
          </p:nvSpPr>
          <p:spPr>
            <a:xfrm>
              <a:off x="3294378" y="1901224"/>
              <a:ext cx="257178" cy="249682"/>
            </a:xfrm>
            <a:custGeom>
              <a:rect b="b" l="l" r="r" t="t"/>
              <a:pathLst>
                <a:path extrusionOk="0" h="9593" w="9881">
                  <a:moveTo>
                    <a:pt x="4930" y="1"/>
                  </a:moveTo>
                  <a:cubicBezTo>
                    <a:pt x="4339" y="32"/>
                    <a:pt x="2404" y="310"/>
                    <a:pt x="2287" y="2485"/>
                  </a:cubicBezTo>
                  <a:lnTo>
                    <a:pt x="2287" y="2495"/>
                  </a:lnTo>
                  <a:lnTo>
                    <a:pt x="2287" y="3730"/>
                  </a:lnTo>
                  <a:lnTo>
                    <a:pt x="1823" y="3593"/>
                  </a:lnTo>
                  <a:cubicBezTo>
                    <a:pt x="1762" y="3575"/>
                    <a:pt x="1701" y="3566"/>
                    <a:pt x="1640" y="3566"/>
                  </a:cubicBezTo>
                  <a:cubicBezTo>
                    <a:pt x="1382" y="3566"/>
                    <a:pt x="1142" y="3723"/>
                    <a:pt x="1045" y="3977"/>
                  </a:cubicBezTo>
                  <a:cubicBezTo>
                    <a:pt x="922" y="4286"/>
                    <a:pt x="1060" y="4635"/>
                    <a:pt x="1359" y="4782"/>
                  </a:cubicBezTo>
                  <a:lnTo>
                    <a:pt x="1995" y="5095"/>
                  </a:lnTo>
                  <a:cubicBezTo>
                    <a:pt x="2115" y="5155"/>
                    <a:pt x="2168" y="5300"/>
                    <a:pt x="2115" y="5423"/>
                  </a:cubicBezTo>
                  <a:cubicBezTo>
                    <a:pt x="1925" y="5891"/>
                    <a:pt x="1418" y="6721"/>
                    <a:pt x="197" y="7013"/>
                  </a:cubicBezTo>
                  <a:cubicBezTo>
                    <a:pt x="78" y="7041"/>
                    <a:pt x="0" y="7157"/>
                    <a:pt x="22" y="7277"/>
                  </a:cubicBezTo>
                  <a:cubicBezTo>
                    <a:pt x="29" y="7312"/>
                    <a:pt x="166" y="8072"/>
                    <a:pt x="1341" y="8128"/>
                  </a:cubicBezTo>
                  <a:cubicBezTo>
                    <a:pt x="1397" y="8336"/>
                    <a:pt x="1482" y="8607"/>
                    <a:pt x="1570" y="8719"/>
                  </a:cubicBezTo>
                  <a:cubicBezTo>
                    <a:pt x="1616" y="8776"/>
                    <a:pt x="1683" y="8806"/>
                    <a:pt x="1752" y="8806"/>
                  </a:cubicBezTo>
                  <a:cubicBezTo>
                    <a:pt x="1778" y="8806"/>
                    <a:pt x="1804" y="8802"/>
                    <a:pt x="1830" y="8793"/>
                  </a:cubicBezTo>
                  <a:cubicBezTo>
                    <a:pt x="1833" y="8793"/>
                    <a:pt x="2199" y="8665"/>
                    <a:pt x="2608" y="8665"/>
                  </a:cubicBezTo>
                  <a:cubicBezTo>
                    <a:pt x="2707" y="8665"/>
                    <a:pt x="2808" y="8673"/>
                    <a:pt x="2907" y="8691"/>
                  </a:cubicBezTo>
                  <a:cubicBezTo>
                    <a:pt x="2914" y="8691"/>
                    <a:pt x="3515" y="8818"/>
                    <a:pt x="3888" y="9184"/>
                  </a:cubicBezTo>
                  <a:cubicBezTo>
                    <a:pt x="4061" y="9356"/>
                    <a:pt x="4275" y="9479"/>
                    <a:pt x="4508" y="9539"/>
                  </a:cubicBezTo>
                  <a:cubicBezTo>
                    <a:pt x="4650" y="9574"/>
                    <a:pt x="4795" y="9592"/>
                    <a:pt x="4940" y="9592"/>
                  </a:cubicBezTo>
                  <a:cubicBezTo>
                    <a:pt x="5086" y="9592"/>
                    <a:pt x="5231" y="9574"/>
                    <a:pt x="5373" y="9539"/>
                  </a:cubicBezTo>
                  <a:cubicBezTo>
                    <a:pt x="5609" y="9479"/>
                    <a:pt x="5820" y="9356"/>
                    <a:pt x="5992" y="9184"/>
                  </a:cubicBezTo>
                  <a:cubicBezTo>
                    <a:pt x="6362" y="8818"/>
                    <a:pt x="6971" y="8695"/>
                    <a:pt x="6974" y="8691"/>
                  </a:cubicBezTo>
                  <a:cubicBezTo>
                    <a:pt x="7074" y="8673"/>
                    <a:pt x="7177" y="8665"/>
                    <a:pt x="7277" y="8665"/>
                  </a:cubicBezTo>
                  <a:cubicBezTo>
                    <a:pt x="7684" y="8665"/>
                    <a:pt x="8049" y="8791"/>
                    <a:pt x="8054" y="8793"/>
                  </a:cubicBezTo>
                  <a:cubicBezTo>
                    <a:pt x="8079" y="8802"/>
                    <a:pt x="8105" y="8806"/>
                    <a:pt x="8131" y="8806"/>
                  </a:cubicBezTo>
                  <a:cubicBezTo>
                    <a:pt x="8200" y="8806"/>
                    <a:pt x="8268" y="8776"/>
                    <a:pt x="8311" y="8719"/>
                  </a:cubicBezTo>
                  <a:cubicBezTo>
                    <a:pt x="8399" y="8607"/>
                    <a:pt x="8487" y="8332"/>
                    <a:pt x="8543" y="8128"/>
                  </a:cubicBezTo>
                  <a:cubicBezTo>
                    <a:pt x="9719" y="8072"/>
                    <a:pt x="9856" y="7312"/>
                    <a:pt x="9863" y="7277"/>
                  </a:cubicBezTo>
                  <a:cubicBezTo>
                    <a:pt x="9880" y="7157"/>
                    <a:pt x="9806" y="7041"/>
                    <a:pt x="9687" y="7013"/>
                  </a:cubicBezTo>
                  <a:cubicBezTo>
                    <a:pt x="8466" y="6721"/>
                    <a:pt x="7963" y="5891"/>
                    <a:pt x="7769" y="5423"/>
                  </a:cubicBezTo>
                  <a:cubicBezTo>
                    <a:pt x="7716" y="5300"/>
                    <a:pt x="7769" y="5155"/>
                    <a:pt x="7889" y="5095"/>
                  </a:cubicBezTo>
                  <a:lnTo>
                    <a:pt x="8526" y="4782"/>
                  </a:lnTo>
                  <a:cubicBezTo>
                    <a:pt x="8825" y="4635"/>
                    <a:pt x="8962" y="4286"/>
                    <a:pt x="8839" y="3977"/>
                  </a:cubicBezTo>
                  <a:cubicBezTo>
                    <a:pt x="8742" y="3723"/>
                    <a:pt x="8502" y="3566"/>
                    <a:pt x="8244" y="3566"/>
                  </a:cubicBezTo>
                  <a:cubicBezTo>
                    <a:pt x="8184" y="3566"/>
                    <a:pt x="8122" y="3575"/>
                    <a:pt x="8061" y="3593"/>
                  </a:cubicBezTo>
                  <a:lnTo>
                    <a:pt x="7600" y="3730"/>
                  </a:lnTo>
                  <a:lnTo>
                    <a:pt x="7600" y="2495"/>
                  </a:lnTo>
                  <a:lnTo>
                    <a:pt x="7600" y="2485"/>
                  </a:lnTo>
                  <a:cubicBezTo>
                    <a:pt x="7484" y="310"/>
                    <a:pt x="5549" y="32"/>
                    <a:pt x="49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8"/>
            <p:cNvSpPr/>
            <p:nvPr/>
          </p:nvSpPr>
          <p:spPr>
            <a:xfrm>
              <a:off x="3211506" y="1844874"/>
              <a:ext cx="402776" cy="382344"/>
            </a:xfrm>
            <a:custGeom>
              <a:rect b="b" l="l" r="r" t="t"/>
              <a:pathLst>
                <a:path extrusionOk="0" h="14690" w="15475">
                  <a:moveTo>
                    <a:pt x="8128" y="466"/>
                  </a:moveTo>
                  <a:cubicBezTo>
                    <a:pt x="11921" y="466"/>
                    <a:pt x="15007" y="3552"/>
                    <a:pt x="15007" y="7345"/>
                  </a:cubicBezTo>
                  <a:cubicBezTo>
                    <a:pt x="15007" y="11138"/>
                    <a:pt x="11921" y="14223"/>
                    <a:pt x="8124" y="14223"/>
                  </a:cubicBezTo>
                  <a:cubicBezTo>
                    <a:pt x="4331" y="14223"/>
                    <a:pt x="1246" y="11138"/>
                    <a:pt x="1246" y="7345"/>
                  </a:cubicBezTo>
                  <a:cubicBezTo>
                    <a:pt x="1246" y="3552"/>
                    <a:pt x="4331" y="466"/>
                    <a:pt x="8128" y="466"/>
                  </a:cubicBezTo>
                  <a:close/>
                  <a:moveTo>
                    <a:pt x="8122" y="0"/>
                  </a:moveTo>
                  <a:cubicBezTo>
                    <a:pt x="6710" y="0"/>
                    <a:pt x="5290" y="406"/>
                    <a:pt x="4046"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5" y="5396"/>
                    <a:pt x="14700" y="3527"/>
                    <a:pt x="13318" y="2152"/>
                  </a:cubicBezTo>
                  <a:cubicBezTo>
                    <a:pt x="11898" y="732"/>
                    <a:pt x="10017" y="0"/>
                    <a:pt x="81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8"/>
            <p:cNvSpPr/>
            <p:nvPr/>
          </p:nvSpPr>
          <p:spPr>
            <a:xfrm>
              <a:off x="3294456" y="1901224"/>
              <a:ext cx="257178" cy="249682"/>
            </a:xfrm>
            <a:custGeom>
              <a:rect b="b" l="l" r="r" t="t"/>
              <a:pathLst>
                <a:path extrusionOk="0" h="9593" w="9881">
                  <a:moveTo>
                    <a:pt x="4930" y="1"/>
                  </a:moveTo>
                  <a:cubicBezTo>
                    <a:pt x="4339" y="32"/>
                    <a:pt x="2404" y="310"/>
                    <a:pt x="2288" y="2485"/>
                  </a:cubicBezTo>
                  <a:lnTo>
                    <a:pt x="2288" y="2495"/>
                  </a:lnTo>
                  <a:lnTo>
                    <a:pt x="2288" y="3730"/>
                  </a:lnTo>
                  <a:lnTo>
                    <a:pt x="1824" y="3597"/>
                  </a:lnTo>
                  <a:cubicBezTo>
                    <a:pt x="1760" y="3577"/>
                    <a:pt x="1696" y="3569"/>
                    <a:pt x="1636" y="3569"/>
                  </a:cubicBezTo>
                  <a:cubicBezTo>
                    <a:pt x="1181" y="3569"/>
                    <a:pt x="845" y="4064"/>
                    <a:pt x="1074" y="4508"/>
                  </a:cubicBezTo>
                  <a:cubicBezTo>
                    <a:pt x="1141" y="4627"/>
                    <a:pt x="1243" y="4730"/>
                    <a:pt x="1370" y="4789"/>
                  </a:cubicBezTo>
                  <a:lnTo>
                    <a:pt x="1996" y="5095"/>
                  </a:lnTo>
                  <a:cubicBezTo>
                    <a:pt x="2112" y="5155"/>
                    <a:pt x="2165" y="5300"/>
                    <a:pt x="2116" y="5423"/>
                  </a:cubicBezTo>
                  <a:cubicBezTo>
                    <a:pt x="1922" y="5891"/>
                    <a:pt x="1419" y="6721"/>
                    <a:pt x="198" y="7013"/>
                  </a:cubicBezTo>
                  <a:cubicBezTo>
                    <a:pt x="78" y="7041"/>
                    <a:pt x="1" y="7157"/>
                    <a:pt x="22" y="7277"/>
                  </a:cubicBezTo>
                  <a:cubicBezTo>
                    <a:pt x="26" y="7312"/>
                    <a:pt x="163" y="8072"/>
                    <a:pt x="1342" y="8128"/>
                  </a:cubicBezTo>
                  <a:cubicBezTo>
                    <a:pt x="1394" y="8336"/>
                    <a:pt x="1479" y="8607"/>
                    <a:pt x="1570" y="8719"/>
                  </a:cubicBezTo>
                  <a:cubicBezTo>
                    <a:pt x="1616" y="8776"/>
                    <a:pt x="1682" y="8808"/>
                    <a:pt x="1752" y="8808"/>
                  </a:cubicBezTo>
                  <a:cubicBezTo>
                    <a:pt x="1778" y="8808"/>
                    <a:pt x="1804" y="8803"/>
                    <a:pt x="1831" y="8793"/>
                  </a:cubicBezTo>
                  <a:cubicBezTo>
                    <a:pt x="1833" y="8793"/>
                    <a:pt x="2197" y="8665"/>
                    <a:pt x="2607" y="8665"/>
                  </a:cubicBezTo>
                  <a:cubicBezTo>
                    <a:pt x="2706" y="8665"/>
                    <a:pt x="2807" y="8673"/>
                    <a:pt x="2907" y="8691"/>
                  </a:cubicBezTo>
                  <a:cubicBezTo>
                    <a:pt x="2914" y="8691"/>
                    <a:pt x="3516" y="8818"/>
                    <a:pt x="3889" y="9184"/>
                  </a:cubicBezTo>
                  <a:cubicBezTo>
                    <a:pt x="4061" y="9356"/>
                    <a:pt x="4272" y="9479"/>
                    <a:pt x="4508" y="9539"/>
                  </a:cubicBezTo>
                  <a:cubicBezTo>
                    <a:pt x="4651" y="9574"/>
                    <a:pt x="4796" y="9592"/>
                    <a:pt x="4941" y="9592"/>
                  </a:cubicBezTo>
                  <a:cubicBezTo>
                    <a:pt x="5086" y="9592"/>
                    <a:pt x="5231" y="9574"/>
                    <a:pt x="5374" y="9539"/>
                  </a:cubicBezTo>
                  <a:cubicBezTo>
                    <a:pt x="5606" y="9479"/>
                    <a:pt x="5821" y="9356"/>
                    <a:pt x="5993" y="9184"/>
                  </a:cubicBezTo>
                  <a:cubicBezTo>
                    <a:pt x="6362" y="8818"/>
                    <a:pt x="6968" y="8695"/>
                    <a:pt x="6975" y="8691"/>
                  </a:cubicBezTo>
                  <a:cubicBezTo>
                    <a:pt x="7074" y="8673"/>
                    <a:pt x="7175" y="8665"/>
                    <a:pt x="7273" y="8665"/>
                  </a:cubicBezTo>
                  <a:cubicBezTo>
                    <a:pt x="7682" y="8665"/>
                    <a:pt x="8048" y="8793"/>
                    <a:pt x="8051" y="8793"/>
                  </a:cubicBezTo>
                  <a:cubicBezTo>
                    <a:pt x="8077" y="8802"/>
                    <a:pt x="8103" y="8806"/>
                    <a:pt x="8129" y="8806"/>
                  </a:cubicBezTo>
                  <a:cubicBezTo>
                    <a:pt x="8199" y="8806"/>
                    <a:pt x="8265" y="8776"/>
                    <a:pt x="8312" y="8719"/>
                  </a:cubicBezTo>
                  <a:cubicBezTo>
                    <a:pt x="8400" y="8607"/>
                    <a:pt x="8488" y="8336"/>
                    <a:pt x="8540" y="8128"/>
                  </a:cubicBezTo>
                  <a:cubicBezTo>
                    <a:pt x="9719" y="8072"/>
                    <a:pt x="9856" y="7312"/>
                    <a:pt x="9860" y="7277"/>
                  </a:cubicBezTo>
                  <a:cubicBezTo>
                    <a:pt x="9881" y="7157"/>
                    <a:pt x="9803" y="7041"/>
                    <a:pt x="9684" y="7013"/>
                  </a:cubicBezTo>
                  <a:cubicBezTo>
                    <a:pt x="8463" y="6721"/>
                    <a:pt x="7960" y="5891"/>
                    <a:pt x="7766" y="5423"/>
                  </a:cubicBezTo>
                  <a:cubicBezTo>
                    <a:pt x="7713" y="5300"/>
                    <a:pt x="7766" y="5155"/>
                    <a:pt x="7886" y="5095"/>
                  </a:cubicBezTo>
                  <a:lnTo>
                    <a:pt x="8512" y="4789"/>
                  </a:lnTo>
                  <a:cubicBezTo>
                    <a:pt x="8635" y="4726"/>
                    <a:pt x="8741" y="4627"/>
                    <a:pt x="8808" y="4504"/>
                  </a:cubicBezTo>
                  <a:cubicBezTo>
                    <a:pt x="9037" y="4064"/>
                    <a:pt x="8701" y="3569"/>
                    <a:pt x="8246" y="3569"/>
                  </a:cubicBezTo>
                  <a:cubicBezTo>
                    <a:pt x="8185" y="3569"/>
                    <a:pt x="8122" y="3577"/>
                    <a:pt x="8058" y="3597"/>
                  </a:cubicBezTo>
                  <a:lnTo>
                    <a:pt x="7594" y="3730"/>
                  </a:lnTo>
                  <a:lnTo>
                    <a:pt x="7594" y="3002"/>
                  </a:lnTo>
                  <a:cubicBezTo>
                    <a:pt x="7594" y="2875"/>
                    <a:pt x="7492" y="2770"/>
                    <a:pt x="7362" y="2770"/>
                  </a:cubicBezTo>
                  <a:cubicBezTo>
                    <a:pt x="7235" y="2770"/>
                    <a:pt x="7133" y="2875"/>
                    <a:pt x="7133" y="3002"/>
                  </a:cubicBezTo>
                  <a:lnTo>
                    <a:pt x="7133" y="4033"/>
                  </a:lnTo>
                  <a:cubicBezTo>
                    <a:pt x="7129" y="4082"/>
                    <a:pt x="7147" y="4131"/>
                    <a:pt x="7175" y="4174"/>
                  </a:cubicBezTo>
                  <a:cubicBezTo>
                    <a:pt x="7219" y="4236"/>
                    <a:pt x="7289" y="4271"/>
                    <a:pt x="7363" y="4271"/>
                  </a:cubicBezTo>
                  <a:cubicBezTo>
                    <a:pt x="7385" y="4271"/>
                    <a:pt x="7407" y="4268"/>
                    <a:pt x="7428" y="4262"/>
                  </a:cubicBezTo>
                  <a:lnTo>
                    <a:pt x="8192" y="4040"/>
                  </a:lnTo>
                  <a:cubicBezTo>
                    <a:pt x="8208" y="4035"/>
                    <a:pt x="8224" y="4033"/>
                    <a:pt x="8240" y="4033"/>
                  </a:cubicBezTo>
                  <a:cubicBezTo>
                    <a:pt x="8295" y="4033"/>
                    <a:pt x="8350" y="4060"/>
                    <a:pt x="8386" y="4107"/>
                  </a:cubicBezTo>
                  <a:cubicBezTo>
                    <a:pt x="8445" y="4195"/>
                    <a:pt x="8414" y="4318"/>
                    <a:pt x="8319" y="4367"/>
                  </a:cubicBezTo>
                  <a:lnTo>
                    <a:pt x="7682" y="4680"/>
                  </a:lnTo>
                  <a:cubicBezTo>
                    <a:pt x="7344" y="4849"/>
                    <a:pt x="7196" y="5250"/>
                    <a:pt x="7337" y="5599"/>
                  </a:cubicBezTo>
                  <a:cubicBezTo>
                    <a:pt x="7548" y="6112"/>
                    <a:pt x="8076" y="6992"/>
                    <a:pt x="9293" y="7386"/>
                  </a:cubicBezTo>
                  <a:cubicBezTo>
                    <a:pt x="9173" y="7513"/>
                    <a:pt x="8918" y="7668"/>
                    <a:pt x="8396" y="7668"/>
                  </a:cubicBezTo>
                  <a:cubicBezTo>
                    <a:pt x="8384" y="7668"/>
                    <a:pt x="8373" y="7668"/>
                    <a:pt x="8361" y="7667"/>
                  </a:cubicBezTo>
                  <a:cubicBezTo>
                    <a:pt x="8252" y="7667"/>
                    <a:pt x="8157" y="7741"/>
                    <a:pt x="8132" y="7847"/>
                  </a:cubicBezTo>
                  <a:cubicBezTo>
                    <a:pt x="8097" y="8009"/>
                    <a:pt x="8044" y="8181"/>
                    <a:pt x="8006" y="8297"/>
                  </a:cubicBezTo>
                  <a:cubicBezTo>
                    <a:pt x="7832" y="8253"/>
                    <a:pt x="7568" y="8203"/>
                    <a:pt x="7278" y="8203"/>
                  </a:cubicBezTo>
                  <a:cubicBezTo>
                    <a:pt x="7149" y="8203"/>
                    <a:pt x="7016" y="8213"/>
                    <a:pt x="6883" y="8237"/>
                  </a:cubicBezTo>
                  <a:cubicBezTo>
                    <a:pt x="6855" y="8244"/>
                    <a:pt x="6137" y="8389"/>
                    <a:pt x="5666" y="8853"/>
                  </a:cubicBezTo>
                  <a:cubicBezTo>
                    <a:pt x="5557" y="8966"/>
                    <a:pt x="5416" y="9050"/>
                    <a:pt x="5261" y="9089"/>
                  </a:cubicBezTo>
                  <a:cubicBezTo>
                    <a:pt x="5156" y="9115"/>
                    <a:pt x="5048" y="9128"/>
                    <a:pt x="4941" y="9128"/>
                  </a:cubicBezTo>
                  <a:cubicBezTo>
                    <a:pt x="4834" y="9128"/>
                    <a:pt x="4726" y="9115"/>
                    <a:pt x="4621" y="9089"/>
                  </a:cubicBezTo>
                  <a:cubicBezTo>
                    <a:pt x="4466" y="9050"/>
                    <a:pt x="4325" y="8966"/>
                    <a:pt x="4216" y="8853"/>
                  </a:cubicBezTo>
                  <a:cubicBezTo>
                    <a:pt x="3745" y="8389"/>
                    <a:pt x="3027" y="8244"/>
                    <a:pt x="2995" y="8237"/>
                  </a:cubicBezTo>
                  <a:cubicBezTo>
                    <a:pt x="2864" y="8213"/>
                    <a:pt x="2731" y="8203"/>
                    <a:pt x="2603" y="8203"/>
                  </a:cubicBezTo>
                  <a:cubicBezTo>
                    <a:pt x="2314" y="8203"/>
                    <a:pt x="2049" y="8253"/>
                    <a:pt x="1876" y="8297"/>
                  </a:cubicBezTo>
                  <a:cubicBezTo>
                    <a:pt x="1838" y="8181"/>
                    <a:pt x="1785" y="8009"/>
                    <a:pt x="1750" y="7847"/>
                  </a:cubicBezTo>
                  <a:cubicBezTo>
                    <a:pt x="1726" y="7744"/>
                    <a:pt x="1631" y="7667"/>
                    <a:pt x="1528" y="7667"/>
                  </a:cubicBezTo>
                  <a:cubicBezTo>
                    <a:pt x="1526" y="7667"/>
                    <a:pt x="1523" y="7667"/>
                    <a:pt x="1521" y="7667"/>
                  </a:cubicBezTo>
                  <a:cubicBezTo>
                    <a:pt x="1509" y="7668"/>
                    <a:pt x="1497" y="7668"/>
                    <a:pt x="1485" y="7668"/>
                  </a:cubicBezTo>
                  <a:cubicBezTo>
                    <a:pt x="964" y="7668"/>
                    <a:pt x="712" y="7517"/>
                    <a:pt x="589" y="7386"/>
                  </a:cubicBezTo>
                  <a:cubicBezTo>
                    <a:pt x="1806" y="6988"/>
                    <a:pt x="2334" y="6109"/>
                    <a:pt x="2545" y="5599"/>
                  </a:cubicBezTo>
                  <a:cubicBezTo>
                    <a:pt x="2686" y="5250"/>
                    <a:pt x="2538" y="4849"/>
                    <a:pt x="2200" y="4680"/>
                  </a:cubicBezTo>
                  <a:lnTo>
                    <a:pt x="1563" y="4367"/>
                  </a:lnTo>
                  <a:cubicBezTo>
                    <a:pt x="1468" y="4318"/>
                    <a:pt x="1437" y="4195"/>
                    <a:pt x="1496" y="4107"/>
                  </a:cubicBezTo>
                  <a:cubicBezTo>
                    <a:pt x="1532" y="4060"/>
                    <a:pt x="1587" y="4033"/>
                    <a:pt x="1642" y="4033"/>
                  </a:cubicBezTo>
                  <a:cubicBezTo>
                    <a:pt x="1658" y="4033"/>
                    <a:pt x="1674" y="4035"/>
                    <a:pt x="1690" y="4040"/>
                  </a:cubicBezTo>
                  <a:lnTo>
                    <a:pt x="2453" y="4262"/>
                  </a:lnTo>
                  <a:cubicBezTo>
                    <a:pt x="2474" y="4268"/>
                    <a:pt x="2496" y="4271"/>
                    <a:pt x="2518" y="4271"/>
                  </a:cubicBezTo>
                  <a:cubicBezTo>
                    <a:pt x="2591" y="4271"/>
                    <a:pt x="2663" y="4236"/>
                    <a:pt x="2707" y="4174"/>
                  </a:cubicBezTo>
                  <a:cubicBezTo>
                    <a:pt x="2735" y="4131"/>
                    <a:pt x="2749" y="4082"/>
                    <a:pt x="2749" y="4033"/>
                  </a:cubicBezTo>
                  <a:lnTo>
                    <a:pt x="2749" y="2502"/>
                  </a:lnTo>
                  <a:cubicBezTo>
                    <a:pt x="2847" y="778"/>
                    <a:pt x="4304" y="504"/>
                    <a:pt x="4944" y="465"/>
                  </a:cubicBezTo>
                  <a:cubicBezTo>
                    <a:pt x="5504" y="497"/>
                    <a:pt x="6697" y="715"/>
                    <a:pt x="7045" y="1936"/>
                  </a:cubicBezTo>
                  <a:cubicBezTo>
                    <a:pt x="7073" y="2034"/>
                    <a:pt x="7165" y="2105"/>
                    <a:pt x="7267" y="2105"/>
                  </a:cubicBezTo>
                  <a:lnTo>
                    <a:pt x="7270" y="2105"/>
                  </a:lnTo>
                  <a:cubicBezTo>
                    <a:pt x="7425" y="2105"/>
                    <a:pt x="7534" y="1957"/>
                    <a:pt x="7492" y="1809"/>
                  </a:cubicBezTo>
                  <a:cubicBezTo>
                    <a:pt x="7059" y="251"/>
                    <a:pt x="5483" y="29"/>
                    <a:pt x="49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1" name="Google Shape;5501;p68"/>
          <p:cNvGrpSpPr/>
          <p:nvPr/>
        </p:nvGrpSpPr>
        <p:grpSpPr>
          <a:xfrm>
            <a:off x="4385621" y="1859247"/>
            <a:ext cx="372740" cy="353610"/>
            <a:chOff x="4385621" y="1859247"/>
            <a:chExt cx="372740" cy="353610"/>
          </a:xfrm>
        </p:grpSpPr>
        <p:sp>
          <p:nvSpPr>
            <p:cNvPr id="5502" name="Google Shape;5502;p68"/>
            <p:cNvSpPr/>
            <p:nvPr/>
          </p:nvSpPr>
          <p:spPr>
            <a:xfrm>
              <a:off x="4409983" y="1864816"/>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8"/>
            <p:cNvSpPr/>
            <p:nvPr/>
          </p:nvSpPr>
          <p:spPr>
            <a:xfrm>
              <a:off x="4558886" y="1864816"/>
              <a:ext cx="199475" cy="342522"/>
            </a:xfrm>
            <a:custGeom>
              <a:rect b="b" l="l" r="r" t="t"/>
              <a:pathLst>
                <a:path extrusionOk="0" h="13160" w="7664">
                  <a:moveTo>
                    <a:pt x="859" y="1"/>
                  </a:moveTo>
                  <a:cubicBezTo>
                    <a:pt x="570" y="1"/>
                    <a:pt x="285" y="18"/>
                    <a:pt x="0" y="57"/>
                  </a:cubicBezTo>
                  <a:cubicBezTo>
                    <a:pt x="3276" y="486"/>
                    <a:pt x="5721" y="3276"/>
                    <a:pt x="5721" y="6580"/>
                  </a:cubicBezTo>
                  <a:cubicBezTo>
                    <a:pt x="5721" y="9880"/>
                    <a:pt x="3276" y="12670"/>
                    <a:pt x="0" y="13103"/>
                  </a:cubicBezTo>
                  <a:cubicBezTo>
                    <a:pt x="290" y="13141"/>
                    <a:pt x="578" y="13160"/>
                    <a:pt x="863" y="13160"/>
                  </a:cubicBezTo>
                  <a:cubicBezTo>
                    <a:pt x="4273" y="13160"/>
                    <a:pt x="7186" y="10510"/>
                    <a:pt x="7417" y="7009"/>
                  </a:cubicBezTo>
                  <a:cubicBezTo>
                    <a:pt x="7663" y="3216"/>
                    <a:pt x="4659" y="4"/>
                    <a:pt x="859"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8"/>
            <p:cNvSpPr/>
            <p:nvPr/>
          </p:nvSpPr>
          <p:spPr>
            <a:xfrm>
              <a:off x="4450456" y="1916559"/>
              <a:ext cx="260275" cy="238958"/>
            </a:xfrm>
            <a:custGeom>
              <a:rect b="b" l="l" r="r" t="t"/>
              <a:pathLst>
                <a:path extrusionOk="0" h="9181" w="10000">
                  <a:moveTo>
                    <a:pt x="5023" y="0"/>
                  </a:moveTo>
                  <a:cubicBezTo>
                    <a:pt x="3884" y="0"/>
                    <a:pt x="2754" y="424"/>
                    <a:pt x="1879" y="1246"/>
                  </a:cubicBezTo>
                  <a:cubicBezTo>
                    <a:pt x="377" y="2657"/>
                    <a:pt x="0" y="4895"/>
                    <a:pt x="954" y="6717"/>
                  </a:cubicBezTo>
                  <a:lnTo>
                    <a:pt x="426" y="8037"/>
                  </a:lnTo>
                  <a:lnTo>
                    <a:pt x="1992" y="8037"/>
                  </a:lnTo>
                  <a:cubicBezTo>
                    <a:pt x="2826" y="8772"/>
                    <a:pt x="3900" y="9180"/>
                    <a:pt x="5010" y="9180"/>
                  </a:cubicBezTo>
                  <a:cubicBezTo>
                    <a:pt x="5015" y="9180"/>
                    <a:pt x="5020" y="9180"/>
                    <a:pt x="5025" y="9180"/>
                  </a:cubicBezTo>
                  <a:cubicBezTo>
                    <a:pt x="7083" y="9180"/>
                    <a:pt x="8891" y="7808"/>
                    <a:pt x="9444" y="5823"/>
                  </a:cubicBezTo>
                  <a:cubicBezTo>
                    <a:pt x="10000" y="3839"/>
                    <a:pt x="9162" y="1732"/>
                    <a:pt x="7400" y="665"/>
                  </a:cubicBezTo>
                  <a:cubicBezTo>
                    <a:pt x="6663" y="219"/>
                    <a:pt x="5841" y="0"/>
                    <a:pt x="5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8"/>
            <p:cNvSpPr/>
            <p:nvPr/>
          </p:nvSpPr>
          <p:spPr>
            <a:xfrm>
              <a:off x="4475000" y="1938839"/>
              <a:ext cx="211552" cy="194425"/>
            </a:xfrm>
            <a:custGeom>
              <a:rect b="b" l="l" r="r" t="t"/>
              <a:pathLst>
                <a:path extrusionOk="0" h="7470" w="8128">
                  <a:moveTo>
                    <a:pt x="4084" y="0"/>
                  </a:moveTo>
                  <a:cubicBezTo>
                    <a:pt x="3157" y="0"/>
                    <a:pt x="2238" y="345"/>
                    <a:pt x="1527" y="1013"/>
                  </a:cubicBezTo>
                  <a:cubicBezTo>
                    <a:pt x="306" y="2156"/>
                    <a:pt x="0" y="3975"/>
                    <a:pt x="774" y="5460"/>
                  </a:cubicBezTo>
                  <a:lnTo>
                    <a:pt x="957" y="5812"/>
                  </a:lnTo>
                  <a:lnTo>
                    <a:pt x="753" y="6322"/>
                  </a:lnTo>
                  <a:lnTo>
                    <a:pt x="1376" y="6322"/>
                  </a:lnTo>
                  <a:lnTo>
                    <a:pt x="1619" y="6537"/>
                  </a:lnTo>
                  <a:cubicBezTo>
                    <a:pt x="2298" y="7135"/>
                    <a:pt x="3174" y="7466"/>
                    <a:pt x="4082" y="7469"/>
                  </a:cubicBezTo>
                  <a:lnTo>
                    <a:pt x="4085" y="7466"/>
                  </a:lnTo>
                  <a:cubicBezTo>
                    <a:pt x="5760" y="7466"/>
                    <a:pt x="7227" y="6350"/>
                    <a:pt x="7678" y="4735"/>
                  </a:cubicBezTo>
                  <a:cubicBezTo>
                    <a:pt x="8128" y="3124"/>
                    <a:pt x="7449" y="1407"/>
                    <a:pt x="6017" y="541"/>
                  </a:cubicBezTo>
                  <a:cubicBezTo>
                    <a:pt x="5418" y="178"/>
                    <a:pt x="4749" y="0"/>
                    <a:pt x="40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8"/>
            <p:cNvSpPr/>
            <p:nvPr/>
          </p:nvSpPr>
          <p:spPr>
            <a:xfrm>
              <a:off x="4511074" y="1966089"/>
              <a:ext cx="141225" cy="138414"/>
            </a:xfrm>
            <a:custGeom>
              <a:rect b="b" l="l" r="r" t="t"/>
              <a:pathLst>
                <a:path extrusionOk="0" h="5318" w="5426">
                  <a:moveTo>
                    <a:pt x="1512" y="1"/>
                  </a:moveTo>
                  <a:cubicBezTo>
                    <a:pt x="1391" y="1"/>
                    <a:pt x="1271" y="47"/>
                    <a:pt x="1179" y="138"/>
                  </a:cubicBezTo>
                  <a:lnTo>
                    <a:pt x="254" y="1063"/>
                  </a:lnTo>
                  <a:cubicBezTo>
                    <a:pt x="29" y="1285"/>
                    <a:pt x="0" y="1637"/>
                    <a:pt x="187" y="1894"/>
                  </a:cubicBezTo>
                  <a:cubicBezTo>
                    <a:pt x="1098" y="3168"/>
                    <a:pt x="2214" y="4283"/>
                    <a:pt x="3487" y="5198"/>
                  </a:cubicBezTo>
                  <a:cubicBezTo>
                    <a:pt x="3596" y="5275"/>
                    <a:pt x="3727" y="5317"/>
                    <a:pt x="3860" y="5317"/>
                  </a:cubicBezTo>
                  <a:cubicBezTo>
                    <a:pt x="4033" y="5317"/>
                    <a:pt x="4198" y="5247"/>
                    <a:pt x="4318" y="5127"/>
                  </a:cubicBezTo>
                  <a:lnTo>
                    <a:pt x="5243" y="4202"/>
                  </a:lnTo>
                  <a:cubicBezTo>
                    <a:pt x="5426" y="4019"/>
                    <a:pt x="5426" y="3720"/>
                    <a:pt x="5243" y="3537"/>
                  </a:cubicBezTo>
                  <a:lnTo>
                    <a:pt x="4673" y="2967"/>
                  </a:lnTo>
                  <a:cubicBezTo>
                    <a:pt x="4582" y="2875"/>
                    <a:pt x="4461" y="2830"/>
                    <a:pt x="4341" y="2830"/>
                  </a:cubicBezTo>
                  <a:cubicBezTo>
                    <a:pt x="4220" y="2830"/>
                    <a:pt x="4099" y="2875"/>
                    <a:pt x="4008" y="2967"/>
                  </a:cubicBezTo>
                  <a:lnTo>
                    <a:pt x="3853" y="3125"/>
                  </a:lnTo>
                  <a:cubicBezTo>
                    <a:pt x="3801" y="3177"/>
                    <a:pt x="3731" y="3204"/>
                    <a:pt x="3661" y="3204"/>
                  </a:cubicBezTo>
                  <a:cubicBezTo>
                    <a:pt x="3627" y="3204"/>
                    <a:pt x="3593" y="3198"/>
                    <a:pt x="3561" y="3185"/>
                  </a:cubicBezTo>
                  <a:cubicBezTo>
                    <a:pt x="2935" y="2942"/>
                    <a:pt x="2439" y="2446"/>
                    <a:pt x="2196" y="1820"/>
                  </a:cubicBezTo>
                  <a:cubicBezTo>
                    <a:pt x="2157" y="1721"/>
                    <a:pt x="2178" y="1605"/>
                    <a:pt x="2256" y="1528"/>
                  </a:cubicBezTo>
                  <a:lnTo>
                    <a:pt x="2414" y="1373"/>
                  </a:lnTo>
                  <a:cubicBezTo>
                    <a:pt x="2597" y="1190"/>
                    <a:pt x="2597" y="891"/>
                    <a:pt x="2414" y="708"/>
                  </a:cubicBezTo>
                  <a:lnTo>
                    <a:pt x="1844" y="138"/>
                  </a:lnTo>
                  <a:cubicBezTo>
                    <a:pt x="1753" y="47"/>
                    <a:pt x="1632" y="1"/>
                    <a:pt x="15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8"/>
            <p:cNvSpPr/>
            <p:nvPr/>
          </p:nvSpPr>
          <p:spPr>
            <a:xfrm>
              <a:off x="4385621" y="1859247"/>
              <a:ext cx="372558" cy="353610"/>
            </a:xfrm>
            <a:custGeom>
              <a:rect b="b" l="l" r="r" t="t"/>
              <a:pathLst>
                <a:path extrusionOk="0" h="13586" w="14314">
                  <a:moveTo>
                    <a:pt x="7516" y="429"/>
                  </a:moveTo>
                  <a:cubicBezTo>
                    <a:pt x="11027" y="429"/>
                    <a:pt x="13881" y="3283"/>
                    <a:pt x="13881" y="6794"/>
                  </a:cubicBezTo>
                  <a:cubicBezTo>
                    <a:pt x="13881" y="10302"/>
                    <a:pt x="11024" y="13155"/>
                    <a:pt x="7516" y="13155"/>
                  </a:cubicBezTo>
                  <a:cubicBezTo>
                    <a:pt x="4008" y="13155"/>
                    <a:pt x="1151" y="10302"/>
                    <a:pt x="1151" y="6794"/>
                  </a:cubicBezTo>
                  <a:cubicBezTo>
                    <a:pt x="1151" y="3283"/>
                    <a:pt x="4004" y="429"/>
                    <a:pt x="7516" y="429"/>
                  </a:cubicBezTo>
                  <a:close/>
                  <a:moveTo>
                    <a:pt x="7514" y="1"/>
                  </a:moveTo>
                  <a:cubicBezTo>
                    <a:pt x="6206" y="1"/>
                    <a:pt x="4892" y="377"/>
                    <a:pt x="3740" y="1147"/>
                  </a:cubicBezTo>
                  <a:cubicBezTo>
                    <a:pt x="1045" y="2945"/>
                    <a:pt x="0" y="6400"/>
                    <a:pt x="1239" y="9391"/>
                  </a:cubicBezTo>
                  <a:cubicBezTo>
                    <a:pt x="2307" y="11966"/>
                    <a:pt x="4809" y="13586"/>
                    <a:pt x="7510" y="13586"/>
                  </a:cubicBezTo>
                  <a:cubicBezTo>
                    <a:pt x="7949" y="13586"/>
                    <a:pt x="8394" y="13543"/>
                    <a:pt x="8839" y="13454"/>
                  </a:cubicBezTo>
                  <a:cubicBezTo>
                    <a:pt x="12019" y="12825"/>
                    <a:pt x="14306" y="10035"/>
                    <a:pt x="14306" y="6794"/>
                  </a:cubicBezTo>
                  <a:cubicBezTo>
                    <a:pt x="14313" y="4989"/>
                    <a:pt x="13596" y="3261"/>
                    <a:pt x="12318" y="1991"/>
                  </a:cubicBezTo>
                  <a:cubicBezTo>
                    <a:pt x="11004" y="677"/>
                    <a:pt x="9266" y="1"/>
                    <a:pt x="75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8"/>
            <p:cNvSpPr/>
            <p:nvPr/>
          </p:nvSpPr>
          <p:spPr>
            <a:xfrm>
              <a:off x="4442491" y="1911458"/>
              <a:ext cx="277037" cy="249239"/>
            </a:xfrm>
            <a:custGeom>
              <a:rect b="b" l="l" r="r" t="t"/>
              <a:pathLst>
                <a:path extrusionOk="0" h="9576" w="10644">
                  <a:moveTo>
                    <a:pt x="5330" y="0"/>
                  </a:moveTo>
                  <a:cubicBezTo>
                    <a:pt x="4349" y="0"/>
                    <a:pt x="3363" y="301"/>
                    <a:pt x="2519" y="914"/>
                  </a:cubicBezTo>
                  <a:cubicBezTo>
                    <a:pt x="626" y="2286"/>
                    <a:pt x="0" y="4830"/>
                    <a:pt x="1042" y="6924"/>
                  </a:cubicBezTo>
                  <a:lnTo>
                    <a:pt x="556" y="8141"/>
                  </a:lnTo>
                  <a:cubicBezTo>
                    <a:pt x="521" y="8229"/>
                    <a:pt x="549" y="8331"/>
                    <a:pt x="623" y="8391"/>
                  </a:cubicBezTo>
                  <a:cubicBezTo>
                    <a:pt x="662" y="8417"/>
                    <a:pt x="703" y="8434"/>
                    <a:pt x="748" y="8434"/>
                  </a:cubicBezTo>
                  <a:cubicBezTo>
                    <a:pt x="752" y="8434"/>
                    <a:pt x="756" y="8433"/>
                    <a:pt x="760" y="8433"/>
                  </a:cubicBezTo>
                  <a:lnTo>
                    <a:pt x="2227" y="8433"/>
                  </a:lnTo>
                  <a:cubicBezTo>
                    <a:pt x="3122" y="9195"/>
                    <a:pt x="4226" y="9576"/>
                    <a:pt x="5331" y="9576"/>
                  </a:cubicBezTo>
                  <a:cubicBezTo>
                    <a:pt x="6450" y="9576"/>
                    <a:pt x="7569" y="9184"/>
                    <a:pt x="8469" y="8401"/>
                  </a:cubicBezTo>
                  <a:cubicBezTo>
                    <a:pt x="10256" y="6850"/>
                    <a:pt x="10644" y="4225"/>
                    <a:pt x="9377" y="2227"/>
                  </a:cubicBezTo>
                  <a:cubicBezTo>
                    <a:pt x="9335" y="2161"/>
                    <a:pt x="9266" y="2127"/>
                    <a:pt x="9197" y="2127"/>
                  </a:cubicBezTo>
                  <a:cubicBezTo>
                    <a:pt x="9142" y="2127"/>
                    <a:pt x="9088" y="2148"/>
                    <a:pt x="9046" y="2191"/>
                  </a:cubicBezTo>
                  <a:lnTo>
                    <a:pt x="9043" y="2195"/>
                  </a:lnTo>
                  <a:cubicBezTo>
                    <a:pt x="8972" y="2265"/>
                    <a:pt x="8962" y="2374"/>
                    <a:pt x="9014" y="2459"/>
                  </a:cubicBezTo>
                  <a:cubicBezTo>
                    <a:pt x="10176" y="4292"/>
                    <a:pt x="9810" y="6699"/>
                    <a:pt x="8159" y="8106"/>
                  </a:cubicBezTo>
                  <a:cubicBezTo>
                    <a:pt x="7344" y="8801"/>
                    <a:pt x="6337" y="9148"/>
                    <a:pt x="5331" y="9148"/>
                  </a:cubicBezTo>
                  <a:cubicBezTo>
                    <a:pt x="4300" y="9148"/>
                    <a:pt x="3270" y="8785"/>
                    <a:pt x="2445" y="8060"/>
                  </a:cubicBezTo>
                  <a:cubicBezTo>
                    <a:pt x="2407" y="8025"/>
                    <a:pt x="2358" y="8004"/>
                    <a:pt x="2301" y="8004"/>
                  </a:cubicBezTo>
                  <a:lnTo>
                    <a:pt x="1070" y="8004"/>
                  </a:lnTo>
                  <a:lnTo>
                    <a:pt x="1478" y="6991"/>
                  </a:lnTo>
                  <a:cubicBezTo>
                    <a:pt x="1499" y="6934"/>
                    <a:pt x="1495" y="6867"/>
                    <a:pt x="1467" y="6811"/>
                  </a:cubicBezTo>
                  <a:cubicBezTo>
                    <a:pt x="468" y="4911"/>
                    <a:pt x="1003" y="2564"/>
                    <a:pt x="2730" y="1284"/>
                  </a:cubicBezTo>
                  <a:cubicBezTo>
                    <a:pt x="3507" y="708"/>
                    <a:pt x="4419" y="425"/>
                    <a:pt x="5327" y="425"/>
                  </a:cubicBezTo>
                  <a:cubicBezTo>
                    <a:pt x="6439" y="425"/>
                    <a:pt x="7545" y="850"/>
                    <a:pt x="8388" y="1681"/>
                  </a:cubicBezTo>
                  <a:cubicBezTo>
                    <a:pt x="8430" y="1722"/>
                    <a:pt x="8485" y="1742"/>
                    <a:pt x="8539" y="1742"/>
                  </a:cubicBezTo>
                  <a:cubicBezTo>
                    <a:pt x="8593" y="1742"/>
                    <a:pt x="8647" y="1722"/>
                    <a:pt x="8687" y="1681"/>
                  </a:cubicBezTo>
                  <a:lnTo>
                    <a:pt x="8691" y="1678"/>
                  </a:lnTo>
                  <a:cubicBezTo>
                    <a:pt x="8775" y="1593"/>
                    <a:pt x="8775" y="1460"/>
                    <a:pt x="8691" y="1375"/>
                  </a:cubicBezTo>
                  <a:cubicBezTo>
                    <a:pt x="7766" y="466"/>
                    <a:pt x="6552" y="0"/>
                    <a:pt x="53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8"/>
            <p:cNvSpPr/>
            <p:nvPr/>
          </p:nvSpPr>
          <p:spPr>
            <a:xfrm>
              <a:off x="4505296" y="1956017"/>
              <a:ext cx="156269" cy="153718"/>
            </a:xfrm>
            <a:custGeom>
              <a:rect b="b" l="l" r="r" t="t"/>
              <a:pathLst>
                <a:path extrusionOk="0" h="5906" w="6004">
                  <a:moveTo>
                    <a:pt x="1731" y="1"/>
                  </a:moveTo>
                  <a:cubicBezTo>
                    <a:pt x="1676" y="1"/>
                    <a:pt x="1621" y="22"/>
                    <a:pt x="1581" y="64"/>
                  </a:cubicBezTo>
                  <a:lnTo>
                    <a:pt x="335" y="1306"/>
                  </a:lnTo>
                  <a:cubicBezTo>
                    <a:pt x="40" y="1598"/>
                    <a:pt x="1" y="2063"/>
                    <a:pt x="244" y="2400"/>
                  </a:cubicBezTo>
                  <a:cubicBezTo>
                    <a:pt x="757" y="3111"/>
                    <a:pt x="1331" y="3776"/>
                    <a:pt x="1964" y="4385"/>
                  </a:cubicBezTo>
                  <a:cubicBezTo>
                    <a:pt x="2005" y="4425"/>
                    <a:pt x="2058" y="4446"/>
                    <a:pt x="2112" y="4446"/>
                  </a:cubicBezTo>
                  <a:cubicBezTo>
                    <a:pt x="2166" y="4446"/>
                    <a:pt x="2221" y="4425"/>
                    <a:pt x="2263" y="4385"/>
                  </a:cubicBezTo>
                  <a:lnTo>
                    <a:pt x="2267" y="4381"/>
                  </a:lnTo>
                  <a:cubicBezTo>
                    <a:pt x="2348" y="4300"/>
                    <a:pt x="2348" y="4163"/>
                    <a:pt x="2263" y="4082"/>
                  </a:cubicBezTo>
                  <a:cubicBezTo>
                    <a:pt x="1647" y="3488"/>
                    <a:pt x="1088" y="2844"/>
                    <a:pt x="592" y="2151"/>
                  </a:cubicBezTo>
                  <a:cubicBezTo>
                    <a:pt x="472" y="1985"/>
                    <a:pt x="490" y="1757"/>
                    <a:pt x="634" y="1612"/>
                  </a:cubicBezTo>
                  <a:lnTo>
                    <a:pt x="1728" y="522"/>
                  </a:lnTo>
                  <a:lnTo>
                    <a:pt x="2640" y="1429"/>
                  </a:lnTo>
                  <a:lnTo>
                    <a:pt x="2182" y="1887"/>
                  </a:lnTo>
                  <a:cubicBezTo>
                    <a:pt x="2126" y="1943"/>
                    <a:pt x="2105" y="2028"/>
                    <a:pt x="2129" y="2105"/>
                  </a:cubicBezTo>
                  <a:cubicBezTo>
                    <a:pt x="2422" y="2977"/>
                    <a:pt x="3009" y="3569"/>
                    <a:pt x="3885" y="3861"/>
                  </a:cubicBezTo>
                  <a:cubicBezTo>
                    <a:pt x="3908" y="3868"/>
                    <a:pt x="3931" y="3871"/>
                    <a:pt x="3954" y="3871"/>
                  </a:cubicBezTo>
                  <a:cubicBezTo>
                    <a:pt x="4009" y="3871"/>
                    <a:pt x="4063" y="3850"/>
                    <a:pt x="4103" y="3808"/>
                  </a:cubicBezTo>
                  <a:lnTo>
                    <a:pt x="4561" y="3354"/>
                  </a:lnTo>
                  <a:lnTo>
                    <a:pt x="5469" y="4262"/>
                  </a:lnTo>
                  <a:lnTo>
                    <a:pt x="4378" y="5356"/>
                  </a:lnTo>
                  <a:cubicBezTo>
                    <a:pt x="4297" y="5437"/>
                    <a:pt x="4189" y="5479"/>
                    <a:pt x="4080" y="5479"/>
                  </a:cubicBezTo>
                  <a:cubicBezTo>
                    <a:pt x="3996" y="5479"/>
                    <a:pt x="3912" y="5454"/>
                    <a:pt x="3839" y="5402"/>
                  </a:cubicBezTo>
                  <a:cubicBezTo>
                    <a:pt x="3558" y="5198"/>
                    <a:pt x="3287" y="4987"/>
                    <a:pt x="3023" y="4765"/>
                  </a:cubicBezTo>
                  <a:cubicBezTo>
                    <a:pt x="2984" y="4732"/>
                    <a:pt x="2936" y="4716"/>
                    <a:pt x="2889" y="4716"/>
                  </a:cubicBezTo>
                  <a:cubicBezTo>
                    <a:pt x="2834" y="4716"/>
                    <a:pt x="2780" y="4737"/>
                    <a:pt x="2738" y="4779"/>
                  </a:cubicBezTo>
                  <a:lnTo>
                    <a:pt x="2735" y="4782"/>
                  </a:lnTo>
                  <a:cubicBezTo>
                    <a:pt x="2647" y="4870"/>
                    <a:pt x="2654" y="5015"/>
                    <a:pt x="2749" y="5096"/>
                  </a:cubicBezTo>
                  <a:cubicBezTo>
                    <a:pt x="3020" y="5321"/>
                    <a:pt x="3301" y="5539"/>
                    <a:pt x="3590" y="5747"/>
                  </a:cubicBezTo>
                  <a:cubicBezTo>
                    <a:pt x="3739" y="5854"/>
                    <a:pt x="3911" y="5906"/>
                    <a:pt x="4083" y="5906"/>
                  </a:cubicBezTo>
                  <a:cubicBezTo>
                    <a:pt x="4301" y="5906"/>
                    <a:pt x="4517" y="5822"/>
                    <a:pt x="4680" y="5659"/>
                  </a:cubicBezTo>
                  <a:lnTo>
                    <a:pt x="5926" y="4413"/>
                  </a:lnTo>
                  <a:cubicBezTo>
                    <a:pt x="5986" y="4353"/>
                    <a:pt x="6003" y="4258"/>
                    <a:pt x="5972" y="4181"/>
                  </a:cubicBezTo>
                  <a:cubicBezTo>
                    <a:pt x="5961" y="4153"/>
                    <a:pt x="5944" y="4125"/>
                    <a:pt x="5926" y="4103"/>
                  </a:cubicBezTo>
                  <a:lnTo>
                    <a:pt x="4716" y="2897"/>
                  </a:lnTo>
                  <a:cubicBezTo>
                    <a:pt x="4673" y="2854"/>
                    <a:pt x="4618" y="2833"/>
                    <a:pt x="4563" y="2833"/>
                  </a:cubicBezTo>
                  <a:cubicBezTo>
                    <a:pt x="4507" y="2833"/>
                    <a:pt x="4452" y="2854"/>
                    <a:pt x="4409" y="2897"/>
                  </a:cubicBezTo>
                  <a:lnTo>
                    <a:pt x="3899" y="3407"/>
                  </a:lnTo>
                  <a:cubicBezTo>
                    <a:pt x="3262" y="3160"/>
                    <a:pt x="2830" y="2728"/>
                    <a:pt x="2587" y="2091"/>
                  </a:cubicBezTo>
                  <a:lnTo>
                    <a:pt x="3097" y="1581"/>
                  </a:lnTo>
                  <a:cubicBezTo>
                    <a:pt x="3182" y="1496"/>
                    <a:pt x="3182" y="1359"/>
                    <a:pt x="3097" y="1278"/>
                  </a:cubicBezTo>
                  <a:lnTo>
                    <a:pt x="1883" y="64"/>
                  </a:lnTo>
                  <a:cubicBezTo>
                    <a:pt x="1841" y="22"/>
                    <a:pt x="1786" y="1"/>
                    <a:pt x="17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0" name="Google Shape;5510;p68"/>
          <p:cNvSpPr/>
          <p:nvPr/>
        </p:nvSpPr>
        <p:spPr>
          <a:xfrm>
            <a:off x="6364438" y="2726671"/>
            <a:ext cx="2115273" cy="1689024"/>
          </a:xfrm>
          <a:custGeom>
            <a:rect b="b" l="l" r="r" t="t"/>
            <a:pathLst>
              <a:path extrusionOk="0" h="30987" w="38807">
                <a:moveTo>
                  <a:pt x="8661" y="1"/>
                </a:moveTo>
                <a:lnTo>
                  <a:pt x="4849" y="15940"/>
                </a:lnTo>
                <a:cubicBezTo>
                  <a:pt x="4656" y="15925"/>
                  <a:pt x="4453" y="15916"/>
                  <a:pt x="4244" y="15916"/>
                </a:cubicBezTo>
                <a:cubicBezTo>
                  <a:pt x="2363" y="15916"/>
                  <a:pt x="0" y="16610"/>
                  <a:pt x="323" y="18937"/>
                </a:cubicBezTo>
                <a:cubicBezTo>
                  <a:pt x="469" y="19999"/>
                  <a:pt x="1264" y="20905"/>
                  <a:pt x="2238" y="21353"/>
                </a:cubicBezTo>
                <a:cubicBezTo>
                  <a:pt x="2837" y="21628"/>
                  <a:pt x="3494" y="21745"/>
                  <a:pt x="4154" y="21745"/>
                </a:cubicBezTo>
                <a:cubicBezTo>
                  <a:pt x="4569" y="21745"/>
                  <a:pt x="4985" y="21699"/>
                  <a:pt x="5390" y="21616"/>
                </a:cubicBezTo>
                <a:lnTo>
                  <a:pt x="5390" y="21616"/>
                </a:lnTo>
                <a:cubicBezTo>
                  <a:pt x="3115" y="22645"/>
                  <a:pt x="2348" y="25062"/>
                  <a:pt x="2968" y="27401"/>
                </a:cubicBezTo>
                <a:cubicBezTo>
                  <a:pt x="3512" y="29449"/>
                  <a:pt x="5069" y="29995"/>
                  <a:pt x="6576" y="29995"/>
                </a:cubicBezTo>
                <a:cubicBezTo>
                  <a:pt x="8298" y="29995"/>
                  <a:pt x="9953" y="29282"/>
                  <a:pt x="9953" y="29282"/>
                </a:cubicBezTo>
                <a:lnTo>
                  <a:pt x="16847" y="30571"/>
                </a:lnTo>
                <a:lnTo>
                  <a:pt x="20007" y="27849"/>
                </a:lnTo>
                <a:cubicBezTo>
                  <a:pt x="20007" y="27849"/>
                  <a:pt x="29026" y="30893"/>
                  <a:pt x="29836" y="30982"/>
                </a:cubicBezTo>
                <a:cubicBezTo>
                  <a:pt x="29867" y="30985"/>
                  <a:pt x="29901" y="30987"/>
                  <a:pt x="29939" y="30987"/>
                </a:cubicBezTo>
                <a:cubicBezTo>
                  <a:pt x="30922" y="30987"/>
                  <a:pt x="34368" y="29841"/>
                  <a:pt x="33650" y="25791"/>
                </a:cubicBezTo>
                <a:lnTo>
                  <a:pt x="33650" y="25791"/>
                </a:lnTo>
                <a:cubicBezTo>
                  <a:pt x="33771" y="26469"/>
                  <a:pt x="34924" y="27104"/>
                  <a:pt x="35490" y="27305"/>
                </a:cubicBezTo>
                <a:cubicBezTo>
                  <a:pt x="35785" y="27409"/>
                  <a:pt x="36101" y="27471"/>
                  <a:pt x="36412" y="27471"/>
                </a:cubicBezTo>
                <a:cubicBezTo>
                  <a:pt x="36888" y="27471"/>
                  <a:pt x="37352" y="27326"/>
                  <a:pt x="37709" y="26963"/>
                </a:cubicBezTo>
                <a:cubicBezTo>
                  <a:pt x="38807" y="25848"/>
                  <a:pt x="37858" y="24054"/>
                  <a:pt x="37058" y="23065"/>
                </a:cubicBezTo>
                <a:cubicBezTo>
                  <a:pt x="36915" y="22888"/>
                  <a:pt x="35962" y="21752"/>
                  <a:pt x="35605" y="21752"/>
                </a:cubicBezTo>
                <a:cubicBezTo>
                  <a:pt x="35589" y="21752"/>
                  <a:pt x="35574" y="21754"/>
                  <a:pt x="35561" y="21759"/>
                </a:cubicBezTo>
                <a:cubicBezTo>
                  <a:pt x="35561" y="21759"/>
                  <a:pt x="38336" y="20775"/>
                  <a:pt x="36367" y="17900"/>
                </a:cubicBezTo>
                <a:cubicBezTo>
                  <a:pt x="35248" y="16267"/>
                  <a:pt x="33696" y="15914"/>
                  <a:pt x="32564" y="15914"/>
                </a:cubicBezTo>
                <a:cubicBezTo>
                  <a:pt x="31703" y="15914"/>
                  <a:pt x="31084" y="16119"/>
                  <a:pt x="31084" y="16119"/>
                </a:cubicBezTo>
                <a:lnTo>
                  <a:pt x="29463" y="262"/>
                </a:lnTo>
                <a:lnTo>
                  <a:pt x="86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8"/>
          <p:cNvSpPr/>
          <p:nvPr/>
        </p:nvSpPr>
        <p:spPr>
          <a:xfrm>
            <a:off x="6287800" y="4090788"/>
            <a:ext cx="2181063" cy="1052703"/>
          </a:xfrm>
          <a:custGeom>
            <a:rect b="b" l="l" r="r" t="t"/>
            <a:pathLst>
              <a:path extrusionOk="0" h="19313" w="40014">
                <a:moveTo>
                  <a:pt x="20870" y="0"/>
                </a:moveTo>
                <a:cubicBezTo>
                  <a:pt x="3936" y="0"/>
                  <a:pt x="0" y="19313"/>
                  <a:pt x="0" y="19313"/>
                </a:cubicBezTo>
                <a:lnTo>
                  <a:pt x="40013" y="19313"/>
                </a:lnTo>
                <a:cubicBezTo>
                  <a:pt x="40013" y="19313"/>
                  <a:pt x="37803" y="0"/>
                  <a:pt x="208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8"/>
          <p:cNvSpPr/>
          <p:nvPr/>
        </p:nvSpPr>
        <p:spPr>
          <a:xfrm>
            <a:off x="6584323" y="2991362"/>
            <a:ext cx="342634" cy="342634"/>
          </a:xfrm>
          <a:custGeom>
            <a:rect b="b" l="l" r="r" t="t"/>
            <a:pathLst>
              <a:path extrusionOk="0" h="6286" w="6286">
                <a:moveTo>
                  <a:pt x="3144" y="1"/>
                </a:moveTo>
                <a:cubicBezTo>
                  <a:pt x="1407" y="1"/>
                  <a:pt x="1" y="1407"/>
                  <a:pt x="1" y="3142"/>
                </a:cubicBezTo>
                <a:cubicBezTo>
                  <a:pt x="1" y="4878"/>
                  <a:pt x="1407" y="6285"/>
                  <a:pt x="3144" y="6285"/>
                </a:cubicBezTo>
                <a:cubicBezTo>
                  <a:pt x="4880" y="6285"/>
                  <a:pt x="6286" y="4878"/>
                  <a:pt x="6286" y="3142"/>
                </a:cubicBezTo>
                <a:cubicBezTo>
                  <a:pt x="6286" y="1407"/>
                  <a:pt x="4880" y="1"/>
                  <a:pt x="3144" y="1"/>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8"/>
          <p:cNvSpPr/>
          <p:nvPr/>
        </p:nvSpPr>
        <p:spPr>
          <a:xfrm>
            <a:off x="7855991" y="2991362"/>
            <a:ext cx="342634" cy="342634"/>
          </a:xfrm>
          <a:custGeom>
            <a:rect b="b" l="l" r="r" t="t"/>
            <a:pathLst>
              <a:path extrusionOk="0" h="6286" w="6286">
                <a:moveTo>
                  <a:pt x="3143" y="1"/>
                </a:moveTo>
                <a:cubicBezTo>
                  <a:pt x="1407" y="1"/>
                  <a:pt x="1" y="1407"/>
                  <a:pt x="1" y="3142"/>
                </a:cubicBezTo>
                <a:cubicBezTo>
                  <a:pt x="1" y="4878"/>
                  <a:pt x="1407" y="6285"/>
                  <a:pt x="3143" y="6285"/>
                </a:cubicBezTo>
                <a:cubicBezTo>
                  <a:pt x="4878" y="6285"/>
                  <a:pt x="6286" y="4878"/>
                  <a:pt x="6286" y="3142"/>
                </a:cubicBezTo>
                <a:cubicBezTo>
                  <a:pt x="6286" y="1407"/>
                  <a:pt x="4878" y="1"/>
                  <a:pt x="3143" y="1"/>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8"/>
          <p:cNvSpPr/>
          <p:nvPr/>
        </p:nvSpPr>
        <p:spPr>
          <a:xfrm>
            <a:off x="7238145" y="3403933"/>
            <a:ext cx="374630" cy="596966"/>
          </a:xfrm>
          <a:custGeom>
            <a:rect b="b" l="l" r="r" t="t"/>
            <a:pathLst>
              <a:path extrusionOk="0" h="10952" w="6873">
                <a:moveTo>
                  <a:pt x="6340" y="0"/>
                </a:moveTo>
                <a:lnTo>
                  <a:pt x="891" y="749"/>
                </a:lnTo>
                <a:lnTo>
                  <a:pt x="1" y="10951"/>
                </a:lnTo>
                <a:cubicBezTo>
                  <a:pt x="1798" y="10736"/>
                  <a:pt x="4727" y="9907"/>
                  <a:pt x="6872" y="6980"/>
                </a:cubicBezTo>
                <a:lnTo>
                  <a:pt x="634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8"/>
          <p:cNvSpPr/>
          <p:nvPr/>
        </p:nvSpPr>
        <p:spPr>
          <a:xfrm>
            <a:off x="6798103" y="2280578"/>
            <a:ext cx="1197203" cy="1437635"/>
          </a:xfrm>
          <a:custGeom>
            <a:rect b="b" l="l" r="r" t="t"/>
            <a:pathLst>
              <a:path extrusionOk="0" h="26375" w="21964">
                <a:moveTo>
                  <a:pt x="11716" y="0"/>
                </a:moveTo>
                <a:cubicBezTo>
                  <a:pt x="9508" y="0"/>
                  <a:pt x="63" y="729"/>
                  <a:pt x="102" y="13193"/>
                </a:cubicBezTo>
                <a:cubicBezTo>
                  <a:pt x="1" y="14863"/>
                  <a:pt x="75" y="15365"/>
                  <a:pt x="259" y="17029"/>
                </a:cubicBezTo>
                <a:cubicBezTo>
                  <a:pt x="624" y="20325"/>
                  <a:pt x="2200" y="23196"/>
                  <a:pt x="5192" y="24792"/>
                </a:cubicBezTo>
                <a:cubicBezTo>
                  <a:pt x="7045" y="25780"/>
                  <a:pt x="9314" y="26375"/>
                  <a:pt x="11530" y="26375"/>
                </a:cubicBezTo>
                <a:cubicBezTo>
                  <a:pt x="12901" y="26375"/>
                  <a:pt x="14252" y="26147"/>
                  <a:pt x="15473" y="25645"/>
                </a:cubicBezTo>
                <a:cubicBezTo>
                  <a:pt x="17947" y="24626"/>
                  <a:pt x="19858" y="22811"/>
                  <a:pt x="20836" y="20365"/>
                </a:cubicBezTo>
                <a:cubicBezTo>
                  <a:pt x="21952" y="17577"/>
                  <a:pt x="21963" y="14012"/>
                  <a:pt x="21813" y="11000"/>
                </a:cubicBezTo>
                <a:cubicBezTo>
                  <a:pt x="21272" y="169"/>
                  <a:pt x="12690" y="13"/>
                  <a:pt x="12196" y="13"/>
                </a:cubicBezTo>
                <a:cubicBezTo>
                  <a:pt x="12182" y="13"/>
                  <a:pt x="12174" y="13"/>
                  <a:pt x="12174" y="13"/>
                </a:cubicBezTo>
                <a:cubicBezTo>
                  <a:pt x="12174" y="13"/>
                  <a:pt x="12009" y="0"/>
                  <a:pt x="11716" y="0"/>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8"/>
          <p:cNvSpPr/>
          <p:nvPr/>
        </p:nvSpPr>
        <p:spPr>
          <a:xfrm>
            <a:off x="7216723" y="3784398"/>
            <a:ext cx="428156" cy="608685"/>
          </a:xfrm>
          <a:custGeom>
            <a:rect b="b" l="l" r="r" t="t"/>
            <a:pathLst>
              <a:path extrusionOk="0" h="11167" w="7855">
                <a:moveTo>
                  <a:pt x="7262" y="1"/>
                </a:moveTo>
                <a:cubicBezTo>
                  <a:pt x="5120" y="2927"/>
                  <a:pt x="2191" y="3756"/>
                  <a:pt x="393" y="3971"/>
                </a:cubicBezTo>
                <a:lnTo>
                  <a:pt x="0" y="8461"/>
                </a:lnTo>
                <a:cubicBezTo>
                  <a:pt x="0" y="8461"/>
                  <a:pt x="160" y="10705"/>
                  <a:pt x="3794" y="11133"/>
                </a:cubicBezTo>
                <a:cubicBezTo>
                  <a:pt x="3988" y="11156"/>
                  <a:pt x="4173" y="11167"/>
                  <a:pt x="4349" y="11167"/>
                </a:cubicBezTo>
                <a:cubicBezTo>
                  <a:pt x="7471" y="11167"/>
                  <a:pt x="7854" y="7768"/>
                  <a:pt x="7854" y="7768"/>
                </a:cubicBezTo>
                <a:lnTo>
                  <a:pt x="7262" y="1"/>
                </a:ln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8"/>
          <p:cNvSpPr/>
          <p:nvPr/>
        </p:nvSpPr>
        <p:spPr>
          <a:xfrm>
            <a:off x="7093263" y="3061078"/>
            <a:ext cx="60939" cy="121715"/>
          </a:xfrm>
          <a:custGeom>
            <a:rect b="b" l="l" r="r" t="t"/>
            <a:pathLst>
              <a:path extrusionOk="0" h="2233" w="1118">
                <a:moveTo>
                  <a:pt x="558" y="1"/>
                </a:moveTo>
                <a:cubicBezTo>
                  <a:pt x="250" y="1"/>
                  <a:pt x="1" y="500"/>
                  <a:pt x="1" y="1116"/>
                </a:cubicBezTo>
                <a:cubicBezTo>
                  <a:pt x="1" y="1734"/>
                  <a:pt x="250" y="2233"/>
                  <a:pt x="558" y="2233"/>
                </a:cubicBezTo>
                <a:cubicBezTo>
                  <a:pt x="868" y="2233"/>
                  <a:pt x="1117" y="1734"/>
                  <a:pt x="1117" y="1116"/>
                </a:cubicBezTo>
                <a:cubicBezTo>
                  <a:pt x="1117" y="500"/>
                  <a:pt x="868" y="1"/>
                  <a:pt x="55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8"/>
          <p:cNvSpPr/>
          <p:nvPr/>
        </p:nvSpPr>
        <p:spPr>
          <a:xfrm>
            <a:off x="7656002" y="3071380"/>
            <a:ext cx="60939" cy="121661"/>
          </a:xfrm>
          <a:custGeom>
            <a:rect b="b" l="l" r="r" t="t"/>
            <a:pathLst>
              <a:path extrusionOk="0" h="2232" w="1118">
                <a:moveTo>
                  <a:pt x="558" y="0"/>
                </a:moveTo>
                <a:cubicBezTo>
                  <a:pt x="250" y="0"/>
                  <a:pt x="0" y="501"/>
                  <a:pt x="0" y="1117"/>
                </a:cubicBezTo>
                <a:cubicBezTo>
                  <a:pt x="0" y="1733"/>
                  <a:pt x="250" y="2232"/>
                  <a:pt x="558" y="2232"/>
                </a:cubicBezTo>
                <a:cubicBezTo>
                  <a:pt x="866" y="2232"/>
                  <a:pt x="1117" y="1733"/>
                  <a:pt x="1117" y="1117"/>
                </a:cubicBezTo>
                <a:cubicBezTo>
                  <a:pt x="1117" y="501"/>
                  <a:pt x="866" y="0"/>
                  <a:pt x="55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8"/>
          <p:cNvSpPr/>
          <p:nvPr/>
        </p:nvSpPr>
        <p:spPr>
          <a:xfrm>
            <a:off x="7013954" y="3254745"/>
            <a:ext cx="127929" cy="127929"/>
          </a:xfrm>
          <a:custGeom>
            <a:rect b="b" l="l" r="r" t="t"/>
            <a:pathLst>
              <a:path extrusionOk="0" h="2347" w="2347">
                <a:moveTo>
                  <a:pt x="1175" y="0"/>
                </a:moveTo>
                <a:cubicBezTo>
                  <a:pt x="526" y="0"/>
                  <a:pt x="1" y="525"/>
                  <a:pt x="1" y="1174"/>
                </a:cubicBezTo>
                <a:cubicBezTo>
                  <a:pt x="1" y="1821"/>
                  <a:pt x="526" y="2346"/>
                  <a:pt x="1175" y="2346"/>
                </a:cubicBezTo>
                <a:cubicBezTo>
                  <a:pt x="1822" y="2346"/>
                  <a:pt x="2347" y="1821"/>
                  <a:pt x="2347" y="1174"/>
                </a:cubicBezTo>
                <a:cubicBezTo>
                  <a:pt x="2347" y="525"/>
                  <a:pt x="1822" y="0"/>
                  <a:pt x="11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8"/>
          <p:cNvSpPr/>
          <p:nvPr/>
        </p:nvSpPr>
        <p:spPr>
          <a:xfrm>
            <a:off x="7652895" y="3269898"/>
            <a:ext cx="127929" cy="127929"/>
          </a:xfrm>
          <a:custGeom>
            <a:rect b="b" l="l" r="r" t="t"/>
            <a:pathLst>
              <a:path extrusionOk="0" h="2347" w="2347">
                <a:moveTo>
                  <a:pt x="1173" y="0"/>
                </a:moveTo>
                <a:cubicBezTo>
                  <a:pt x="525" y="0"/>
                  <a:pt x="0" y="525"/>
                  <a:pt x="0" y="1174"/>
                </a:cubicBezTo>
                <a:cubicBezTo>
                  <a:pt x="0" y="1822"/>
                  <a:pt x="525" y="2346"/>
                  <a:pt x="1173" y="2346"/>
                </a:cubicBezTo>
                <a:cubicBezTo>
                  <a:pt x="1822" y="2346"/>
                  <a:pt x="2346" y="1822"/>
                  <a:pt x="2346" y="1174"/>
                </a:cubicBezTo>
                <a:cubicBezTo>
                  <a:pt x="2346" y="525"/>
                  <a:pt x="1822" y="0"/>
                  <a:pt x="11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8"/>
          <p:cNvSpPr/>
          <p:nvPr/>
        </p:nvSpPr>
        <p:spPr>
          <a:xfrm>
            <a:off x="7337676" y="3306146"/>
            <a:ext cx="135942" cy="75384"/>
          </a:xfrm>
          <a:custGeom>
            <a:rect b="b" l="l" r="r" t="t"/>
            <a:pathLst>
              <a:path extrusionOk="0" h="1383" w="2494">
                <a:moveTo>
                  <a:pt x="1787" y="1"/>
                </a:moveTo>
                <a:cubicBezTo>
                  <a:pt x="1773" y="1"/>
                  <a:pt x="1760" y="1"/>
                  <a:pt x="1746" y="3"/>
                </a:cubicBezTo>
                <a:cubicBezTo>
                  <a:pt x="1412" y="34"/>
                  <a:pt x="1127" y="361"/>
                  <a:pt x="1127" y="361"/>
                </a:cubicBezTo>
                <a:cubicBezTo>
                  <a:pt x="1127" y="361"/>
                  <a:pt x="1178" y="224"/>
                  <a:pt x="763" y="38"/>
                </a:cubicBezTo>
                <a:cubicBezTo>
                  <a:pt x="707" y="13"/>
                  <a:pt x="652" y="3"/>
                  <a:pt x="599" y="3"/>
                </a:cubicBezTo>
                <a:cubicBezTo>
                  <a:pt x="260" y="3"/>
                  <a:pt x="0" y="441"/>
                  <a:pt x="0" y="441"/>
                </a:cubicBezTo>
                <a:cubicBezTo>
                  <a:pt x="452" y="1145"/>
                  <a:pt x="874" y="1382"/>
                  <a:pt x="1238" y="1382"/>
                </a:cubicBezTo>
                <a:cubicBezTo>
                  <a:pt x="1990" y="1382"/>
                  <a:pt x="2493" y="372"/>
                  <a:pt x="2493" y="372"/>
                </a:cubicBezTo>
                <a:cubicBezTo>
                  <a:pt x="2493" y="372"/>
                  <a:pt x="2113" y="1"/>
                  <a:pt x="17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8"/>
          <p:cNvSpPr/>
          <p:nvPr/>
        </p:nvSpPr>
        <p:spPr>
          <a:xfrm>
            <a:off x="7316364" y="3313286"/>
            <a:ext cx="167720" cy="49166"/>
          </a:xfrm>
          <a:custGeom>
            <a:rect b="b" l="l" r="r" t="t"/>
            <a:pathLst>
              <a:path extrusionOk="0" h="902" w="3077">
                <a:moveTo>
                  <a:pt x="1" y="0"/>
                </a:moveTo>
                <a:lnTo>
                  <a:pt x="1" y="0"/>
                </a:lnTo>
                <a:cubicBezTo>
                  <a:pt x="339" y="491"/>
                  <a:pt x="902" y="864"/>
                  <a:pt x="1547" y="900"/>
                </a:cubicBezTo>
                <a:cubicBezTo>
                  <a:pt x="1572" y="901"/>
                  <a:pt x="1598" y="902"/>
                  <a:pt x="1624" y="902"/>
                </a:cubicBezTo>
                <a:cubicBezTo>
                  <a:pt x="1919" y="902"/>
                  <a:pt x="2215" y="820"/>
                  <a:pt x="2454" y="658"/>
                </a:cubicBezTo>
                <a:cubicBezTo>
                  <a:pt x="2593" y="586"/>
                  <a:pt x="2699" y="466"/>
                  <a:pt x="2810" y="365"/>
                </a:cubicBezTo>
                <a:cubicBezTo>
                  <a:pt x="2909" y="250"/>
                  <a:pt x="2996" y="124"/>
                  <a:pt x="3077" y="0"/>
                </a:cubicBezTo>
                <a:lnTo>
                  <a:pt x="3077" y="0"/>
                </a:lnTo>
                <a:cubicBezTo>
                  <a:pt x="2832" y="173"/>
                  <a:pt x="2600" y="344"/>
                  <a:pt x="2344" y="449"/>
                </a:cubicBezTo>
                <a:cubicBezTo>
                  <a:pt x="2126" y="550"/>
                  <a:pt x="1893" y="602"/>
                  <a:pt x="1660" y="602"/>
                </a:cubicBezTo>
                <a:cubicBezTo>
                  <a:pt x="1626" y="602"/>
                  <a:pt x="1593" y="601"/>
                  <a:pt x="1559" y="599"/>
                </a:cubicBezTo>
                <a:cubicBezTo>
                  <a:pt x="1291" y="591"/>
                  <a:pt x="1026" y="516"/>
                  <a:pt x="766" y="409"/>
                </a:cubicBezTo>
                <a:cubicBezTo>
                  <a:pt x="507" y="300"/>
                  <a:pt x="249" y="166"/>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8"/>
          <p:cNvSpPr/>
          <p:nvPr/>
        </p:nvSpPr>
        <p:spPr>
          <a:xfrm>
            <a:off x="7382591" y="2152975"/>
            <a:ext cx="163413" cy="144990"/>
          </a:xfrm>
          <a:custGeom>
            <a:rect b="b" l="l" r="r" t="t"/>
            <a:pathLst>
              <a:path extrusionOk="0" h="2660" w="2998">
                <a:moveTo>
                  <a:pt x="841" y="1"/>
                </a:moveTo>
                <a:cubicBezTo>
                  <a:pt x="824" y="1"/>
                  <a:pt x="805" y="2"/>
                  <a:pt x="786" y="5"/>
                </a:cubicBezTo>
                <a:cubicBezTo>
                  <a:pt x="1" y="126"/>
                  <a:pt x="786" y="2628"/>
                  <a:pt x="786" y="2628"/>
                </a:cubicBezTo>
                <a:cubicBezTo>
                  <a:pt x="838" y="2649"/>
                  <a:pt x="897" y="2660"/>
                  <a:pt x="963" y="2660"/>
                </a:cubicBezTo>
                <a:cubicBezTo>
                  <a:pt x="1651" y="2660"/>
                  <a:pt x="2998" y="1541"/>
                  <a:pt x="2298" y="1136"/>
                </a:cubicBezTo>
                <a:cubicBezTo>
                  <a:pt x="2207" y="1083"/>
                  <a:pt x="2122" y="1060"/>
                  <a:pt x="2042" y="1060"/>
                </a:cubicBezTo>
                <a:cubicBezTo>
                  <a:pt x="1450" y="1060"/>
                  <a:pt x="1167" y="2338"/>
                  <a:pt x="1167" y="2338"/>
                </a:cubicBezTo>
                <a:cubicBezTo>
                  <a:pt x="1167" y="2338"/>
                  <a:pt x="1553" y="1"/>
                  <a:pt x="8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8"/>
          <p:cNvSpPr/>
          <p:nvPr/>
        </p:nvSpPr>
        <p:spPr>
          <a:xfrm>
            <a:off x="7686417" y="3047778"/>
            <a:ext cx="72495" cy="74239"/>
          </a:xfrm>
          <a:custGeom>
            <a:rect b="b" l="l" r="r" t="t"/>
            <a:pathLst>
              <a:path extrusionOk="0" h="1362" w="1330">
                <a:moveTo>
                  <a:pt x="1329" y="1"/>
                </a:moveTo>
                <a:lnTo>
                  <a:pt x="1329" y="1"/>
                </a:lnTo>
                <a:cubicBezTo>
                  <a:pt x="1024" y="613"/>
                  <a:pt x="0" y="648"/>
                  <a:pt x="0" y="648"/>
                </a:cubicBezTo>
                <a:lnTo>
                  <a:pt x="218" y="1361"/>
                </a:lnTo>
                <a:cubicBezTo>
                  <a:pt x="218" y="1361"/>
                  <a:pt x="1329" y="944"/>
                  <a:pt x="132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8"/>
          <p:cNvSpPr/>
          <p:nvPr/>
        </p:nvSpPr>
        <p:spPr>
          <a:xfrm>
            <a:off x="7041753" y="3036113"/>
            <a:ext cx="72386" cy="74239"/>
          </a:xfrm>
          <a:custGeom>
            <a:rect b="b" l="l" r="r" t="t"/>
            <a:pathLst>
              <a:path extrusionOk="0" h="1362" w="1328">
                <a:moveTo>
                  <a:pt x="0" y="1"/>
                </a:moveTo>
                <a:cubicBezTo>
                  <a:pt x="0" y="944"/>
                  <a:pt x="1110" y="1362"/>
                  <a:pt x="1110" y="1362"/>
                </a:cubicBezTo>
                <a:lnTo>
                  <a:pt x="1328" y="648"/>
                </a:lnTo>
                <a:cubicBezTo>
                  <a:pt x="1328" y="648"/>
                  <a:pt x="304" y="613"/>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8"/>
          <p:cNvSpPr/>
          <p:nvPr/>
        </p:nvSpPr>
        <p:spPr>
          <a:xfrm>
            <a:off x="6806606" y="2281014"/>
            <a:ext cx="1204125" cy="711650"/>
          </a:xfrm>
          <a:custGeom>
            <a:rect b="b" l="l" r="r" t="t"/>
            <a:pathLst>
              <a:path extrusionOk="0" h="13056" w="22091">
                <a:moveTo>
                  <a:pt x="11653" y="1"/>
                </a:moveTo>
                <a:cubicBezTo>
                  <a:pt x="10145" y="1"/>
                  <a:pt x="8637" y="290"/>
                  <a:pt x="7206" y="764"/>
                </a:cubicBezTo>
                <a:cubicBezTo>
                  <a:pt x="5516" y="1321"/>
                  <a:pt x="3406" y="2787"/>
                  <a:pt x="2414" y="4123"/>
                </a:cubicBezTo>
                <a:cubicBezTo>
                  <a:pt x="1719" y="5063"/>
                  <a:pt x="325" y="6930"/>
                  <a:pt x="0" y="11524"/>
                </a:cubicBezTo>
                <a:cubicBezTo>
                  <a:pt x="0" y="11524"/>
                  <a:pt x="162" y="11542"/>
                  <a:pt x="457" y="11542"/>
                </a:cubicBezTo>
                <a:cubicBezTo>
                  <a:pt x="1819" y="11542"/>
                  <a:pt x="6020" y="11162"/>
                  <a:pt x="10285" y="6902"/>
                </a:cubicBezTo>
                <a:lnTo>
                  <a:pt x="10285" y="6902"/>
                </a:lnTo>
                <a:cubicBezTo>
                  <a:pt x="10080" y="9560"/>
                  <a:pt x="8792" y="10588"/>
                  <a:pt x="8792" y="10588"/>
                </a:cubicBezTo>
                <a:cubicBezTo>
                  <a:pt x="8792" y="10588"/>
                  <a:pt x="13199" y="10463"/>
                  <a:pt x="14221" y="6609"/>
                </a:cubicBezTo>
                <a:cubicBezTo>
                  <a:pt x="17584" y="8843"/>
                  <a:pt x="16140" y="11047"/>
                  <a:pt x="16140" y="11047"/>
                </a:cubicBezTo>
                <a:cubicBezTo>
                  <a:pt x="16140" y="11047"/>
                  <a:pt x="18364" y="10627"/>
                  <a:pt x="19848" y="9172"/>
                </a:cubicBezTo>
                <a:lnTo>
                  <a:pt x="19848" y="9172"/>
                </a:lnTo>
                <a:cubicBezTo>
                  <a:pt x="19766" y="9253"/>
                  <a:pt x="19866" y="9817"/>
                  <a:pt x="19875" y="9935"/>
                </a:cubicBezTo>
                <a:cubicBezTo>
                  <a:pt x="19896" y="10197"/>
                  <a:pt x="19930" y="10461"/>
                  <a:pt x="19983" y="10719"/>
                </a:cubicBezTo>
                <a:cubicBezTo>
                  <a:pt x="20083" y="11207"/>
                  <a:pt x="20245" y="11689"/>
                  <a:pt x="20518" y="12107"/>
                </a:cubicBezTo>
                <a:cubicBezTo>
                  <a:pt x="20726" y="12426"/>
                  <a:pt x="21190" y="13004"/>
                  <a:pt x="21603" y="13054"/>
                </a:cubicBezTo>
                <a:cubicBezTo>
                  <a:pt x="21613" y="13055"/>
                  <a:pt x="21622" y="13056"/>
                  <a:pt x="21631" y="13056"/>
                </a:cubicBezTo>
                <a:cubicBezTo>
                  <a:pt x="22061" y="13056"/>
                  <a:pt x="22091" y="11780"/>
                  <a:pt x="22085" y="11454"/>
                </a:cubicBezTo>
                <a:cubicBezTo>
                  <a:pt x="22065" y="9919"/>
                  <a:pt x="21644" y="8390"/>
                  <a:pt x="21117" y="6957"/>
                </a:cubicBezTo>
                <a:cubicBezTo>
                  <a:pt x="20853" y="6241"/>
                  <a:pt x="20545" y="5545"/>
                  <a:pt x="20188" y="4882"/>
                </a:cubicBezTo>
                <a:cubicBezTo>
                  <a:pt x="19461" y="3532"/>
                  <a:pt x="18507" y="2443"/>
                  <a:pt x="17216" y="1602"/>
                </a:cubicBezTo>
                <a:cubicBezTo>
                  <a:pt x="16118" y="886"/>
                  <a:pt x="14875" y="398"/>
                  <a:pt x="13585" y="169"/>
                </a:cubicBezTo>
                <a:cubicBezTo>
                  <a:pt x="12945" y="54"/>
                  <a:pt x="12299" y="1"/>
                  <a:pt x="116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8"/>
          <p:cNvSpPr/>
          <p:nvPr/>
        </p:nvSpPr>
        <p:spPr>
          <a:xfrm>
            <a:off x="6637577" y="4295683"/>
            <a:ext cx="1573359" cy="847755"/>
          </a:xfrm>
          <a:custGeom>
            <a:rect b="b" l="l" r="r" t="t"/>
            <a:pathLst>
              <a:path extrusionOk="0" h="15553" w="28865">
                <a:moveTo>
                  <a:pt x="3001" y="1"/>
                </a:moveTo>
                <a:lnTo>
                  <a:pt x="3001" y="1"/>
                </a:lnTo>
                <a:lnTo>
                  <a:pt x="3001" y="1"/>
                </a:lnTo>
                <a:cubicBezTo>
                  <a:pt x="3001" y="1"/>
                  <a:pt x="3001" y="1"/>
                  <a:pt x="3001" y="1"/>
                </a:cubicBezTo>
                <a:close/>
                <a:moveTo>
                  <a:pt x="3001" y="1"/>
                </a:moveTo>
                <a:lnTo>
                  <a:pt x="3001" y="1"/>
                </a:lnTo>
                <a:cubicBezTo>
                  <a:pt x="3000" y="2"/>
                  <a:pt x="901" y="1564"/>
                  <a:pt x="1" y="2802"/>
                </a:cubicBezTo>
                <a:cubicBezTo>
                  <a:pt x="1" y="2802"/>
                  <a:pt x="2210" y="15553"/>
                  <a:pt x="2167" y="15553"/>
                </a:cubicBezTo>
                <a:lnTo>
                  <a:pt x="25862" y="15553"/>
                </a:lnTo>
                <a:lnTo>
                  <a:pt x="28864" y="3519"/>
                </a:lnTo>
                <a:cubicBezTo>
                  <a:pt x="28864" y="3519"/>
                  <a:pt x="27196" y="1381"/>
                  <a:pt x="26226" y="568"/>
                </a:cubicBezTo>
                <a:cubicBezTo>
                  <a:pt x="26013" y="2203"/>
                  <a:pt x="22449" y="12598"/>
                  <a:pt x="22449" y="12598"/>
                </a:cubicBezTo>
                <a:lnTo>
                  <a:pt x="5307" y="12867"/>
                </a:lnTo>
                <a:lnTo>
                  <a:pt x="300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8"/>
          <p:cNvSpPr/>
          <p:nvPr/>
        </p:nvSpPr>
        <p:spPr>
          <a:xfrm>
            <a:off x="7363900" y="3055116"/>
            <a:ext cx="82401" cy="195712"/>
          </a:xfrm>
          <a:custGeom>
            <a:rect b="b" l="l" r="r" t="t"/>
            <a:pathLst>
              <a:path extrusionOk="0" h="2805" w="1181">
                <a:moveTo>
                  <a:pt x="590" y="1"/>
                </a:moveTo>
                <a:cubicBezTo>
                  <a:pt x="265" y="1"/>
                  <a:pt x="1" y="1220"/>
                  <a:pt x="1" y="1993"/>
                </a:cubicBezTo>
                <a:cubicBezTo>
                  <a:pt x="1" y="2767"/>
                  <a:pt x="265" y="2804"/>
                  <a:pt x="590" y="2804"/>
                </a:cubicBezTo>
                <a:cubicBezTo>
                  <a:pt x="916" y="2804"/>
                  <a:pt x="1181" y="2767"/>
                  <a:pt x="1181" y="1993"/>
                </a:cubicBezTo>
                <a:cubicBezTo>
                  <a:pt x="1181" y="1220"/>
                  <a:pt x="916" y="1"/>
                  <a:pt x="5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9" name="Google Shape;5529;p68"/>
          <p:cNvGrpSpPr/>
          <p:nvPr/>
        </p:nvGrpSpPr>
        <p:grpSpPr>
          <a:xfrm>
            <a:off x="7716950" y="794850"/>
            <a:ext cx="500925" cy="995200"/>
            <a:chOff x="7716950" y="794850"/>
            <a:chExt cx="500925" cy="995200"/>
          </a:xfrm>
        </p:grpSpPr>
        <p:sp>
          <p:nvSpPr>
            <p:cNvPr id="5530" name="Google Shape;5530;p68"/>
            <p:cNvSpPr/>
            <p:nvPr/>
          </p:nvSpPr>
          <p:spPr>
            <a:xfrm>
              <a:off x="7999250" y="817650"/>
              <a:ext cx="218575" cy="195050"/>
            </a:xfrm>
            <a:custGeom>
              <a:rect b="b" l="l" r="r" t="t"/>
              <a:pathLst>
                <a:path extrusionOk="0" h="7802" w="8743">
                  <a:moveTo>
                    <a:pt x="6174" y="0"/>
                  </a:moveTo>
                  <a:cubicBezTo>
                    <a:pt x="6073" y="0"/>
                    <a:pt x="5971" y="22"/>
                    <a:pt x="5874" y="68"/>
                  </a:cubicBezTo>
                  <a:lnTo>
                    <a:pt x="365" y="3812"/>
                  </a:lnTo>
                  <a:lnTo>
                    <a:pt x="0" y="4844"/>
                  </a:lnTo>
                  <a:lnTo>
                    <a:pt x="8378" y="7801"/>
                  </a:lnTo>
                  <a:lnTo>
                    <a:pt x="8742" y="6770"/>
                  </a:lnTo>
                  <a:lnTo>
                    <a:pt x="6805" y="397"/>
                  </a:lnTo>
                  <a:cubicBezTo>
                    <a:pt x="6685" y="147"/>
                    <a:pt x="6434" y="0"/>
                    <a:pt x="6174" y="0"/>
                  </a:cubicBezTo>
                  <a:close/>
                </a:path>
              </a:pathLst>
            </a:custGeom>
            <a:solidFill>
              <a:srgbClr val="F550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8"/>
            <p:cNvSpPr/>
            <p:nvPr/>
          </p:nvSpPr>
          <p:spPr>
            <a:xfrm>
              <a:off x="7999325" y="851675"/>
              <a:ext cx="218550" cy="161025"/>
            </a:xfrm>
            <a:custGeom>
              <a:rect b="b" l="l" r="r" t="t"/>
              <a:pathLst>
                <a:path extrusionOk="0" h="6441" w="8742">
                  <a:moveTo>
                    <a:pt x="3970" y="1"/>
                  </a:moveTo>
                  <a:lnTo>
                    <a:pt x="363" y="2451"/>
                  </a:lnTo>
                  <a:lnTo>
                    <a:pt x="0" y="3483"/>
                  </a:lnTo>
                  <a:lnTo>
                    <a:pt x="8378" y="6440"/>
                  </a:lnTo>
                  <a:lnTo>
                    <a:pt x="8742" y="5409"/>
                  </a:lnTo>
                  <a:lnTo>
                    <a:pt x="7477" y="1252"/>
                  </a:lnTo>
                  <a:lnTo>
                    <a:pt x="4188" y="92"/>
                  </a:lnTo>
                  <a:cubicBezTo>
                    <a:pt x="4114" y="65"/>
                    <a:pt x="4041" y="32"/>
                    <a:pt x="3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8"/>
            <p:cNvSpPr/>
            <p:nvPr/>
          </p:nvSpPr>
          <p:spPr>
            <a:xfrm>
              <a:off x="8098475" y="817650"/>
              <a:ext cx="87725" cy="65350"/>
            </a:xfrm>
            <a:custGeom>
              <a:rect b="b" l="l" r="r" t="t"/>
              <a:pathLst>
                <a:path extrusionOk="0" h="2614" w="3509">
                  <a:moveTo>
                    <a:pt x="2205" y="0"/>
                  </a:moveTo>
                  <a:cubicBezTo>
                    <a:pt x="2104" y="0"/>
                    <a:pt x="2002" y="22"/>
                    <a:pt x="1905" y="68"/>
                  </a:cubicBezTo>
                  <a:lnTo>
                    <a:pt x="1" y="1362"/>
                  </a:lnTo>
                  <a:cubicBezTo>
                    <a:pt x="75" y="1393"/>
                    <a:pt x="146" y="1426"/>
                    <a:pt x="221" y="1453"/>
                  </a:cubicBezTo>
                  <a:lnTo>
                    <a:pt x="3509" y="2613"/>
                  </a:lnTo>
                  <a:lnTo>
                    <a:pt x="2836" y="397"/>
                  </a:lnTo>
                  <a:cubicBezTo>
                    <a:pt x="2716" y="147"/>
                    <a:pt x="2465" y="0"/>
                    <a:pt x="2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8"/>
            <p:cNvSpPr/>
            <p:nvPr/>
          </p:nvSpPr>
          <p:spPr>
            <a:xfrm>
              <a:off x="7729725" y="1566575"/>
              <a:ext cx="251725" cy="223475"/>
            </a:xfrm>
            <a:custGeom>
              <a:rect b="b" l="l" r="r" t="t"/>
              <a:pathLst>
                <a:path extrusionOk="0" h="8939" w="10069">
                  <a:moveTo>
                    <a:pt x="5034" y="1"/>
                  </a:moveTo>
                  <a:cubicBezTo>
                    <a:pt x="3193" y="1"/>
                    <a:pt x="1470" y="1148"/>
                    <a:pt x="823" y="2983"/>
                  </a:cubicBezTo>
                  <a:cubicBezTo>
                    <a:pt x="1" y="5309"/>
                    <a:pt x="1220" y="7861"/>
                    <a:pt x="3547" y="8683"/>
                  </a:cubicBezTo>
                  <a:cubicBezTo>
                    <a:pt x="4039" y="8856"/>
                    <a:pt x="4541" y="8939"/>
                    <a:pt x="5035" y="8939"/>
                  </a:cubicBezTo>
                  <a:cubicBezTo>
                    <a:pt x="6876" y="8939"/>
                    <a:pt x="8599" y="7792"/>
                    <a:pt x="9247" y="5956"/>
                  </a:cubicBezTo>
                  <a:cubicBezTo>
                    <a:pt x="10068" y="3629"/>
                    <a:pt x="8848" y="1078"/>
                    <a:pt x="6521" y="257"/>
                  </a:cubicBezTo>
                  <a:cubicBezTo>
                    <a:pt x="6029" y="83"/>
                    <a:pt x="5527" y="1"/>
                    <a:pt x="5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8"/>
            <p:cNvSpPr/>
            <p:nvPr/>
          </p:nvSpPr>
          <p:spPr>
            <a:xfrm>
              <a:off x="7762525" y="1687650"/>
              <a:ext cx="81825" cy="71300"/>
            </a:xfrm>
            <a:custGeom>
              <a:rect b="b" l="l" r="r" t="t"/>
              <a:pathLst>
                <a:path extrusionOk="0" h="2852" w="3273">
                  <a:moveTo>
                    <a:pt x="777" y="0"/>
                  </a:moveTo>
                  <a:cubicBezTo>
                    <a:pt x="703" y="0"/>
                    <a:pt x="621" y="39"/>
                    <a:pt x="522" y="129"/>
                  </a:cubicBezTo>
                  <a:cubicBezTo>
                    <a:pt x="1" y="605"/>
                    <a:pt x="78" y="1536"/>
                    <a:pt x="694" y="2214"/>
                  </a:cubicBezTo>
                  <a:cubicBezTo>
                    <a:pt x="1071" y="2629"/>
                    <a:pt x="1564" y="2851"/>
                    <a:pt x="2009" y="2851"/>
                  </a:cubicBezTo>
                  <a:cubicBezTo>
                    <a:pt x="2289" y="2851"/>
                    <a:pt x="2550" y="2763"/>
                    <a:pt x="2751" y="2581"/>
                  </a:cubicBezTo>
                  <a:cubicBezTo>
                    <a:pt x="3273" y="2105"/>
                    <a:pt x="2351" y="1942"/>
                    <a:pt x="1735" y="1266"/>
                  </a:cubicBezTo>
                  <a:cubicBezTo>
                    <a:pt x="1236" y="717"/>
                    <a:pt x="1091" y="0"/>
                    <a:pt x="777" y="0"/>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8"/>
            <p:cNvSpPr/>
            <p:nvPr/>
          </p:nvSpPr>
          <p:spPr>
            <a:xfrm>
              <a:off x="7845325" y="1744275"/>
              <a:ext cx="15000" cy="13325"/>
            </a:xfrm>
            <a:custGeom>
              <a:rect b="b" l="l" r="r" t="t"/>
              <a:pathLst>
                <a:path extrusionOk="0" h="533" w="600">
                  <a:moveTo>
                    <a:pt x="298" y="1"/>
                  </a:moveTo>
                  <a:cubicBezTo>
                    <a:pt x="188" y="1"/>
                    <a:pt x="86" y="68"/>
                    <a:pt x="49" y="177"/>
                  </a:cubicBezTo>
                  <a:cubicBezTo>
                    <a:pt x="1" y="316"/>
                    <a:pt x="73" y="469"/>
                    <a:pt x="211" y="517"/>
                  </a:cubicBezTo>
                  <a:cubicBezTo>
                    <a:pt x="240" y="528"/>
                    <a:pt x="271" y="533"/>
                    <a:pt x="300" y="533"/>
                  </a:cubicBezTo>
                  <a:cubicBezTo>
                    <a:pt x="410" y="533"/>
                    <a:pt x="512" y="465"/>
                    <a:pt x="551" y="354"/>
                  </a:cubicBezTo>
                  <a:cubicBezTo>
                    <a:pt x="599" y="216"/>
                    <a:pt x="528" y="63"/>
                    <a:pt x="388" y="16"/>
                  </a:cubicBezTo>
                  <a:cubicBezTo>
                    <a:pt x="358" y="5"/>
                    <a:pt x="328" y="1"/>
                    <a:pt x="298" y="1"/>
                  </a:cubicBezTo>
                  <a:close/>
                </a:path>
              </a:pathLst>
            </a:custGeom>
            <a:solidFill>
              <a:srgbClr val="C44253">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8"/>
            <p:cNvSpPr/>
            <p:nvPr/>
          </p:nvSpPr>
          <p:spPr>
            <a:xfrm>
              <a:off x="7746600" y="932700"/>
              <a:ext cx="468400" cy="780950"/>
            </a:xfrm>
            <a:custGeom>
              <a:rect b="b" l="l" r="r" t="t"/>
              <a:pathLst>
                <a:path extrusionOk="0" h="31238" w="18736">
                  <a:moveTo>
                    <a:pt x="9931" y="0"/>
                  </a:moveTo>
                  <a:lnTo>
                    <a:pt x="0" y="28129"/>
                  </a:lnTo>
                  <a:lnTo>
                    <a:pt x="8805" y="31237"/>
                  </a:lnTo>
                  <a:lnTo>
                    <a:pt x="18735" y="3108"/>
                  </a:lnTo>
                  <a:lnTo>
                    <a:pt x="993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8"/>
            <p:cNvSpPr/>
            <p:nvPr/>
          </p:nvSpPr>
          <p:spPr>
            <a:xfrm>
              <a:off x="7826400" y="960850"/>
              <a:ext cx="308800" cy="724650"/>
            </a:xfrm>
            <a:custGeom>
              <a:rect b="b" l="l" r="r" t="t"/>
              <a:pathLst>
                <a:path extrusionOk="0" h="28986" w="12352">
                  <a:moveTo>
                    <a:pt x="9931" y="0"/>
                  </a:moveTo>
                  <a:lnTo>
                    <a:pt x="0" y="28131"/>
                  </a:lnTo>
                  <a:lnTo>
                    <a:pt x="2421" y="28985"/>
                  </a:lnTo>
                  <a:lnTo>
                    <a:pt x="12351" y="855"/>
                  </a:lnTo>
                  <a:lnTo>
                    <a:pt x="993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8"/>
            <p:cNvSpPr/>
            <p:nvPr/>
          </p:nvSpPr>
          <p:spPr>
            <a:xfrm>
              <a:off x="7986500" y="828850"/>
              <a:ext cx="226875" cy="168800"/>
            </a:xfrm>
            <a:custGeom>
              <a:rect b="b" l="l" r="r" t="t"/>
              <a:pathLst>
                <a:path extrusionOk="0" h="6752" w="9075">
                  <a:moveTo>
                    <a:pt x="4158" y="333"/>
                  </a:moveTo>
                  <a:cubicBezTo>
                    <a:pt x="4208" y="355"/>
                    <a:pt x="4258" y="376"/>
                    <a:pt x="4311" y="393"/>
                  </a:cubicBezTo>
                  <a:lnTo>
                    <a:pt x="7526" y="1528"/>
                  </a:lnTo>
                  <a:lnTo>
                    <a:pt x="8752" y="5560"/>
                  </a:lnTo>
                  <a:lnTo>
                    <a:pt x="8458" y="6399"/>
                  </a:lnTo>
                  <a:lnTo>
                    <a:pt x="372" y="3544"/>
                  </a:lnTo>
                  <a:lnTo>
                    <a:pt x="668" y="2707"/>
                  </a:lnTo>
                  <a:lnTo>
                    <a:pt x="4158" y="333"/>
                  </a:lnTo>
                  <a:close/>
                  <a:moveTo>
                    <a:pt x="4145" y="0"/>
                  </a:moveTo>
                  <a:cubicBezTo>
                    <a:pt x="4115" y="0"/>
                    <a:pt x="4084" y="9"/>
                    <a:pt x="4058" y="28"/>
                  </a:cubicBezTo>
                  <a:lnTo>
                    <a:pt x="453" y="2478"/>
                  </a:lnTo>
                  <a:cubicBezTo>
                    <a:pt x="426" y="2497"/>
                    <a:pt x="405" y="2524"/>
                    <a:pt x="393" y="2554"/>
                  </a:cubicBezTo>
                  <a:lnTo>
                    <a:pt x="29" y="3587"/>
                  </a:lnTo>
                  <a:cubicBezTo>
                    <a:pt x="0" y="3667"/>
                    <a:pt x="43" y="3757"/>
                    <a:pt x="125" y="3786"/>
                  </a:cubicBezTo>
                  <a:lnTo>
                    <a:pt x="8500" y="6743"/>
                  </a:lnTo>
                  <a:cubicBezTo>
                    <a:pt x="8519" y="6749"/>
                    <a:pt x="8535" y="6752"/>
                    <a:pt x="8552" y="6752"/>
                  </a:cubicBezTo>
                  <a:cubicBezTo>
                    <a:pt x="8573" y="6752"/>
                    <a:pt x="8598" y="6746"/>
                    <a:pt x="8622" y="6733"/>
                  </a:cubicBezTo>
                  <a:cubicBezTo>
                    <a:pt x="8658" y="6716"/>
                    <a:pt x="8686" y="6686"/>
                    <a:pt x="8700" y="6646"/>
                  </a:cubicBezTo>
                  <a:lnTo>
                    <a:pt x="9065" y="5614"/>
                  </a:lnTo>
                  <a:cubicBezTo>
                    <a:pt x="9075" y="5583"/>
                    <a:pt x="9075" y="5550"/>
                    <a:pt x="9066" y="5517"/>
                  </a:cubicBezTo>
                  <a:lnTo>
                    <a:pt x="7802" y="1361"/>
                  </a:lnTo>
                  <a:cubicBezTo>
                    <a:pt x="7787" y="1314"/>
                    <a:pt x="7752" y="1275"/>
                    <a:pt x="7706" y="1259"/>
                  </a:cubicBezTo>
                  <a:lnTo>
                    <a:pt x="4417" y="99"/>
                  </a:lnTo>
                  <a:cubicBezTo>
                    <a:pt x="4344" y="73"/>
                    <a:pt x="4277" y="43"/>
                    <a:pt x="4208" y="13"/>
                  </a:cubicBezTo>
                  <a:cubicBezTo>
                    <a:pt x="4188" y="5"/>
                    <a:pt x="4167" y="0"/>
                    <a:pt x="414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8"/>
            <p:cNvSpPr/>
            <p:nvPr/>
          </p:nvSpPr>
          <p:spPr>
            <a:xfrm>
              <a:off x="8086125" y="794850"/>
              <a:ext cx="95900" cy="73100"/>
            </a:xfrm>
            <a:custGeom>
              <a:rect b="b" l="l" r="r" t="t"/>
              <a:pathLst>
                <a:path extrusionOk="0" h="2924" w="3836">
                  <a:moveTo>
                    <a:pt x="2363" y="310"/>
                  </a:moveTo>
                  <a:cubicBezTo>
                    <a:pt x="2424" y="310"/>
                    <a:pt x="2486" y="320"/>
                    <a:pt x="2545" y="340"/>
                  </a:cubicBezTo>
                  <a:cubicBezTo>
                    <a:pt x="2681" y="389"/>
                    <a:pt x="2792" y="488"/>
                    <a:pt x="2845" y="596"/>
                  </a:cubicBezTo>
                  <a:lnTo>
                    <a:pt x="3430" y="2518"/>
                  </a:lnTo>
                  <a:lnTo>
                    <a:pt x="3430" y="2518"/>
                  </a:lnTo>
                  <a:lnTo>
                    <a:pt x="488" y="1481"/>
                  </a:lnTo>
                  <a:lnTo>
                    <a:pt x="2131" y="362"/>
                  </a:lnTo>
                  <a:cubicBezTo>
                    <a:pt x="2205" y="327"/>
                    <a:pt x="2284" y="310"/>
                    <a:pt x="2363" y="310"/>
                  </a:cubicBezTo>
                  <a:close/>
                  <a:moveTo>
                    <a:pt x="2373" y="1"/>
                  </a:moveTo>
                  <a:cubicBezTo>
                    <a:pt x="2242" y="1"/>
                    <a:pt x="2108" y="31"/>
                    <a:pt x="1978" y="95"/>
                  </a:cubicBezTo>
                  <a:lnTo>
                    <a:pt x="73" y="1388"/>
                  </a:lnTo>
                  <a:cubicBezTo>
                    <a:pt x="28" y="1419"/>
                    <a:pt x="0" y="1475"/>
                    <a:pt x="6" y="1531"/>
                  </a:cubicBezTo>
                  <a:cubicBezTo>
                    <a:pt x="12" y="1588"/>
                    <a:pt x="45" y="1635"/>
                    <a:pt x="98" y="1659"/>
                  </a:cubicBezTo>
                  <a:cubicBezTo>
                    <a:pt x="172" y="1693"/>
                    <a:pt x="249" y="1725"/>
                    <a:pt x="328" y="1753"/>
                  </a:cubicBezTo>
                  <a:lnTo>
                    <a:pt x="3615" y="2915"/>
                  </a:lnTo>
                  <a:cubicBezTo>
                    <a:pt x="3634" y="2919"/>
                    <a:pt x="3650" y="2924"/>
                    <a:pt x="3667" y="2924"/>
                  </a:cubicBezTo>
                  <a:cubicBezTo>
                    <a:pt x="3707" y="2924"/>
                    <a:pt x="3744" y="2908"/>
                    <a:pt x="3777" y="2879"/>
                  </a:cubicBezTo>
                  <a:cubicBezTo>
                    <a:pt x="3820" y="2839"/>
                    <a:pt x="3835" y="2777"/>
                    <a:pt x="3817" y="2722"/>
                  </a:cubicBezTo>
                  <a:lnTo>
                    <a:pt x="3135" y="483"/>
                  </a:lnTo>
                  <a:cubicBezTo>
                    <a:pt x="3037" y="278"/>
                    <a:pt x="2865" y="125"/>
                    <a:pt x="2649" y="47"/>
                  </a:cubicBezTo>
                  <a:cubicBezTo>
                    <a:pt x="2560" y="16"/>
                    <a:pt x="2467" y="1"/>
                    <a:pt x="2373"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8"/>
            <p:cNvSpPr/>
            <p:nvPr/>
          </p:nvSpPr>
          <p:spPr>
            <a:xfrm>
              <a:off x="7716950" y="1618350"/>
              <a:ext cx="239875" cy="156700"/>
            </a:xfrm>
            <a:custGeom>
              <a:rect b="b" l="l" r="r" t="t"/>
              <a:pathLst>
                <a:path extrusionOk="0" h="6268" w="9595">
                  <a:moveTo>
                    <a:pt x="996" y="0"/>
                  </a:moveTo>
                  <a:cubicBezTo>
                    <a:pt x="932" y="0"/>
                    <a:pt x="872" y="40"/>
                    <a:pt x="849" y="103"/>
                  </a:cubicBezTo>
                  <a:cubicBezTo>
                    <a:pt x="0" y="2507"/>
                    <a:pt x="1265" y="5153"/>
                    <a:pt x="3670" y="6000"/>
                  </a:cubicBezTo>
                  <a:cubicBezTo>
                    <a:pt x="4173" y="6179"/>
                    <a:pt x="4694" y="6267"/>
                    <a:pt x="5213" y="6267"/>
                  </a:cubicBezTo>
                  <a:cubicBezTo>
                    <a:pt x="5893" y="6267"/>
                    <a:pt x="6570" y="6114"/>
                    <a:pt x="7202" y="5813"/>
                  </a:cubicBezTo>
                  <a:cubicBezTo>
                    <a:pt x="8316" y="5281"/>
                    <a:pt x="9156" y="4347"/>
                    <a:pt x="9566" y="3182"/>
                  </a:cubicBezTo>
                  <a:cubicBezTo>
                    <a:pt x="9595" y="3102"/>
                    <a:pt x="9552" y="3012"/>
                    <a:pt x="9472" y="2984"/>
                  </a:cubicBezTo>
                  <a:cubicBezTo>
                    <a:pt x="9455" y="2978"/>
                    <a:pt x="9438" y="2975"/>
                    <a:pt x="9421" y="2975"/>
                  </a:cubicBezTo>
                  <a:cubicBezTo>
                    <a:pt x="9357" y="2975"/>
                    <a:pt x="9296" y="3015"/>
                    <a:pt x="9274" y="3078"/>
                  </a:cubicBezTo>
                  <a:cubicBezTo>
                    <a:pt x="8889" y="4164"/>
                    <a:pt x="8108" y="5036"/>
                    <a:pt x="7067" y="5533"/>
                  </a:cubicBezTo>
                  <a:cubicBezTo>
                    <a:pt x="6479" y="5814"/>
                    <a:pt x="5847" y="5956"/>
                    <a:pt x="5212" y="5956"/>
                  </a:cubicBezTo>
                  <a:cubicBezTo>
                    <a:pt x="4728" y="5956"/>
                    <a:pt x="4242" y="5874"/>
                    <a:pt x="3773" y="5707"/>
                  </a:cubicBezTo>
                  <a:cubicBezTo>
                    <a:pt x="1529" y="4917"/>
                    <a:pt x="350" y="2448"/>
                    <a:pt x="1142" y="206"/>
                  </a:cubicBezTo>
                  <a:cubicBezTo>
                    <a:pt x="1171" y="126"/>
                    <a:pt x="1128" y="38"/>
                    <a:pt x="1048" y="9"/>
                  </a:cubicBezTo>
                  <a:cubicBezTo>
                    <a:pt x="1031" y="3"/>
                    <a:pt x="1013" y="0"/>
                    <a:pt x="99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8"/>
            <p:cNvSpPr/>
            <p:nvPr/>
          </p:nvSpPr>
          <p:spPr>
            <a:xfrm>
              <a:off x="7734025" y="909875"/>
              <a:ext cx="476725" cy="788650"/>
            </a:xfrm>
            <a:custGeom>
              <a:rect b="b" l="l" r="r" t="t"/>
              <a:pathLst>
                <a:path extrusionOk="0" h="31546" w="19069">
                  <a:moveTo>
                    <a:pt x="10199" y="354"/>
                  </a:moveTo>
                  <a:lnTo>
                    <a:pt x="18711" y="3359"/>
                  </a:lnTo>
                  <a:lnTo>
                    <a:pt x="8883" y="31194"/>
                  </a:lnTo>
                  <a:lnTo>
                    <a:pt x="373" y="28191"/>
                  </a:lnTo>
                  <a:lnTo>
                    <a:pt x="10199" y="354"/>
                  </a:lnTo>
                  <a:close/>
                  <a:moveTo>
                    <a:pt x="10105" y="0"/>
                  </a:moveTo>
                  <a:cubicBezTo>
                    <a:pt x="10082" y="0"/>
                    <a:pt x="10059" y="5"/>
                    <a:pt x="10038" y="16"/>
                  </a:cubicBezTo>
                  <a:cubicBezTo>
                    <a:pt x="10002" y="33"/>
                    <a:pt x="9974" y="64"/>
                    <a:pt x="9959" y="103"/>
                  </a:cubicBezTo>
                  <a:lnTo>
                    <a:pt x="29" y="28231"/>
                  </a:lnTo>
                  <a:cubicBezTo>
                    <a:pt x="0" y="28312"/>
                    <a:pt x="43" y="28401"/>
                    <a:pt x="123" y="28429"/>
                  </a:cubicBezTo>
                  <a:lnTo>
                    <a:pt x="8926" y="31537"/>
                  </a:lnTo>
                  <a:cubicBezTo>
                    <a:pt x="8945" y="31543"/>
                    <a:pt x="8961" y="31546"/>
                    <a:pt x="8978" y="31546"/>
                  </a:cubicBezTo>
                  <a:cubicBezTo>
                    <a:pt x="9041" y="31546"/>
                    <a:pt x="9102" y="31507"/>
                    <a:pt x="9125" y="31441"/>
                  </a:cubicBezTo>
                  <a:lnTo>
                    <a:pt x="19055" y="3312"/>
                  </a:lnTo>
                  <a:cubicBezTo>
                    <a:pt x="19068" y="3275"/>
                    <a:pt x="19065" y="3232"/>
                    <a:pt x="19048" y="3195"/>
                  </a:cubicBezTo>
                  <a:cubicBezTo>
                    <a:pt x="19030" y="3159"/>
                    <a:pt x="19000" y="3131"/>
                    <a:pt x="18961" y="3116"/>
                  </a:cubicBezTo>
                  <a:lnTo>
                    <a:pt x="10157" y="9"/>
                  </a:lnTo>
                  <a:cubicBezTo>
                    <a:pt x="10140" y="3"/>
                    <a:pt x="10122" y="0"/>
                    <a:pt x="1010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8"/>
            <p:cNvSpPr/>
            <p:nvPr/>
          </p:nvSpPr>
          <p:spPr>
            <a:xfrm>
              <a:off x="7814225" y="938100"/>
              <a:ext cx="316750" cy="732325"/>
            </a:xfrm>
            <a:custGeom>
              <a:rect b="b" l="l" r="r" t="t"/>
              <a:pathLst>
                <a:path extrusionOk="0" h="29293" w="12670">
                  <a:moveTo>
                    <a:pt x="10182" y="350"/>
                  </a:moveTo>
                  <a:lnTo>
                    <a:pt x="12311" y="1102"/>
                  </a:lnTo>
                  <a:lnTo>
                    <a:pt x="2483" y="28937"/>
                  </a:lnTo>
                  <a:lnTo>
                    <a:pt x="354" y="28186"/>
                  </a:lnTo>
                  <a:lnTo>
                    <a:pt x="10182" y="350"/>
                  </a:lnTo>
                  <a:close/>
                  <a:moveTo>
                    <a:pt x="10088" y="0"/>
                  </a:moveTo>
                  <a:cubicBezTo>
                    <a:pt x="10065" y="0"/>
                    <a:pt x="10042" y="5"/>
                    <a:pt x="10020" y="16"/>
                  </a:cubicBezTo>
                  <a:cubicBezTo>
                    <a:pt x="9985" y="33"/>
                    <a:pt x="9956" y="64"/>
                    <a:pt x="9942" y="103"/>
                  </a:cubicBezTo>
                  <a:lnTo>
                    <a:pt x="12" y="28231"/>
                  </a:lnTo>
                  <a:cubicBezTo>
                    <a:pt x="0" y="28271"/>
                    <a:pt x="2" y="28314"/>
                    <a:pt x="19" y="28351"/>
                  </a:cubicBezTo>
                  <a:cubicBezTo>
                    <a:pt x="37" y="28386"/>
                    <a:pt x="67" y="28415"/>
                    <a:pt x="107" y="28429"/>
                  </a:cubicBezTo>
                  <a:lnTo>
                    <a:pt x="2526" y="29284"/>
                  </a:lnTo>
                  <a:cubicBezTo>
                    <a:pt x="2545" y="29288"/>
                    <a:pt x="2561" y="29292"/>
                    <a:pt x="2579" y="29292"/>
                  </a:cubicBezTo>
                  <a:cubicBezTo>
                    <a:pt x="2643" y="29292"/>
                    <a:pt x="2702" y="29251"/>
                    <a:pt x="2726" y="29188"/>
                  </a:cubicBezTo>
                  <a:lnTo>
                    <a:pt x="12657" y="1060"/>
                  </a:lnTo>
                  <a:cubicBezTo>
                    <a:pt x="12670" y="1023"/>
                    <a:pt x="12668" y="980"/>
                    <a:pt x="12650" y="943"/>
                  </a:cubicBezTo>
                  <a:cubicBezTo>
                    <a:pt x="12632" y="907"/>
                    <a:pt x="12602" y="879"/>
                    <a:pt x="12562" y="864"/>
                  </a:cubicBezTo>
                  <a:lnTo>
                    <a:pt x="10141" y="8"/>
                  </a:lnTo>
                  <a:cubicBezTo>
                    <a:pt x="10123" y="3"/>
                    <a:pt x="10105" y="0"/>
                    <a:pt x="1008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3" name="Google Shape;5543;p68"/>
          <p:cNvGrpSpPr/>
          <p:nvPr/>
        </p:nvGrpSpPr>
        <p:grpSpPr>
          <a:xfrm>
            <a:off x="1112025" y="2075913"/>
            <a:ext cx="1134950" cy="991675"/>
            <a:chOff x="959625" y="1923513"/>
            <a:chExt cx="1134950" cy="991675"/>
          </a:xfrm>
        </p:grpSpPr>
        <p:sp>
          <p:nvSpPr>
            <p:cNvPr id="5544" name="Google Shape;5544;p68"/>
            <p:cNvSpPr/>
            <p:nvPr/>
          </p:nvSpPr>
          <p:spPr>
            <a:xfrm>
              <a:off x="960825" y="1934788"/>
              <a:ext cx="1133750" cy="979825"/>
            </a:xfrm>
            <a:custGeom>
              <a:rect b="b" l="l" r="r" t="t"/>
              <a:pathLst>
                <a:path extrusionOk="0" h="39193" w="45350">
                  <a:moveTo>
                    <a:pt x="24257" y="6929"/>
                  </a:moveTo>
                  <a:cubicBezTo>
                    <a:pt x="26536" y="6929"/>
                    <a:pt x="28838" y="7608"/>
                    <a:pt x="30844" y="9020"/>
                  </a:cubicBezTo>
                  <a:cubicBezTo>
                    <a:pt x="36019" y="12663"/>
                    <a:pt x="37260" y="19813"/>
                    <a:pt x="33617" y="24987"/>
                  </a:cubicBezTo>
                  <a:lnTo>
                    <a:pt x="25488" y="19263"/>
                  </a:lnTo>
                  <a:cubicBezTo>
                    <a:pt x="25738" y="18607"/>
                    <a:pt x="25527" y="17843"/>
                    <a:pt x="24930" y="17421"/>
                  </a:cubicBezTo>
                  <a:cubicBezTo>
                    <a:pt x="24656" y="17229"/>
                    <a:pt x="24343" y="17137"/>
                    <a:pt x="24032" y="17137"/>
                  </a:cubicBezTo>
                  <a:cubicBezTo>
                    <a:pt x="23662" y="17137"/>
                    <a:pt x="23296" y="17268"/>
                    <a:pt x="23005" y="17516"/>
                  </a:cubicBezTo>
                  <a:lnTo>
                    <a:pt x="14876" y="11792"/>
                  </a:lnTo>
                  <a:cubicBezTo>
                    <a:pt x="17108" y="8623"/>
                    <a:pt x="20654" y="6929"/>
                    <a:pt x="24257" y="6929"/>
                  </a:cubicBezTo>
                  <a:close/>
                  <a:moveTo>
                    <a:pt x="23804" y="1"/>
                  </a:moveTo>
                  <a:cubicBezTo>
                    <a:pt x="17950" y="1"/>
                    <a:pt x="12186" y="2693"/>
                    <a:pt x="8464" y="7738"/>
                  </a:cubicBezTo>
                  <a:lnTo>
                    <a:pt x="4993" y="5293"/>
                  </a:lnTo>
                  <a:lnTo>
                    <a:pt x="1" y="12385"/>
                  </a:lnTo>
                  <a:lnTo>
                    <a:pt x="38071" y="39192"/>
                  </a:lnTo>
                  <a:lnTo>
                    <a:pt x="43064" y="32102"/>
                  </a:lnTo>
                  <a:lnTo>
                    <a:pt x="39592" y="29659"/>
                  </a:lnTo>
                  <a:cubicBezTo>
                    <a:pt x="45349" y="21090"/>
                    <a:pt x="43232" y="9448"/>
                    <a:pt x="34749" y="3474"/>
                  </a:cubicBezTo>
                  <a:cubicBezTo>
                    <a:pt x="31416" y="1128"/>
                    <a:pt x="27591" y="1"/>
                    <a:pt x="238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8"/>
            <p:cNvSpPr/>
            <p:nvPr/>
          </p:nvSpPr>
          <p:spPr>
            <a:xfrm>
              <a:off x="978800" y="1923513"/>
              <a:ext cx="1093150" cy="987675"/>
            </a:xfrm>
            <a:custGeom>
              <a:rect b="b" l="l" r="r" t="t"/>
              <a:pathLst>
                <a:path extrusionOk="0" h="39507" w="43726">
                  <a:moveTo>
                    <a:pt x="24423" y="7249"/>
                  </a:moveTo>
                  <a:cubicBezTo>
                    <a:pt x="26671" y="7249"/>
                    <a:pt x="28941" y="7916"/>
                    <a:pt x="30915" y="9306"/>
                  </a:cubicBezTo>
                  <a:cubicBezTo>
                    <a:pt x="35967" y="12864"/>
                    <a:pt x="37216" y="19844"/>
                    <a:pt x="33737" y="24929"/>
                  </a:cubicBezTo>
                  <a:lnTo>
                    <a:pt x="25831" y="19363"/>
                  </a:lnTo>
                  <a:cubicBezTo>
                    <a:pt x="26045" y="18652"/>
                    <a:pt x="25787" y="17881"/>
                    <a:pt x="25178" y="17455"/>
                  </a:cubicBezTo>
                  <a:cubicBezTo>
                    <a:pt x="24880" y="17245"/>
                    <a:pt x="24535" y="17141"/>
                    <a:pt x="24189" y="17141"/>
                  </a:cubicBezTo>
                  <a:cubicBezTo>
                    <a:pt x="23827" y="17141"/>
                    <a:pt x="23465" y="17255"/>
                    <a:pt x="23161" y="17481"/>
                  </a:cubicBezTo>
                  <a:lnTo>
                    <a:pt x="15255" y="11914"/>
                  </a:lnTo>
                  <a:cubicBezTo>
                    <a:pt x="17458" y="8873"/>
                    <a:pt x="20914" y="7249"/>
                    <a:pt x="24423" y="7249"/>
                  </a:cubicBezTo>
                  <a:close/>
                  <a:moveTo>
                    <a:pt x="24423" y="6937"/>
                  </a:moveTo>
                  <a:cubicBezTo>
                    <a:pt x="20769" y="6937"/>
                    <a:pt x="17170" y="8652"/>
                    <a:pt x="14910" y="11860"/>
                  </a:cubicBezTo>
                  <a:cubicBezTo>
                    <a:pt x="14886" y="11894"/>
                    <a:pt x="14878" y="11935"/>
                    <a:pt x="14885" y="11977"/>
                  </a:cubicBezTo>
                  <a:cubicBezTo>
                    <a:pt x="14892" y="12018"/>
                    <a:pt x="14915" y="12054"/>
                    <a:pt x="14949" y="12077"/>
                  </a:cubicBezTo>
                  <a:lnTo>
                    <a:pt x="23078" y="17801"/>
                  </a:lnTo>
                  <a:cubicBezTo>
                    <a:pt x="23104" y="17820"/>
                    <a:pt x="23135" y="17829"/>
                    <a:pt x="23166" y="17829"/>
                  </a:cubicBezTo>
                  <a:cubicBezTo>
                    <a:pt x="23202" y="17829"/>
                    <a:pt x="23238" y="17817"/>
                    <a:pt x="23266" y="17792"/>
                  </a:cubicBezTo>
                  <a:cubicBezTo>
                    <a:pt x="23531" y="17565"/>
                    <a:pt x="23860" y="17450"/>
                    <a:pt x="24189" y="17450"/>
                  </a:cubicBezTo>
                  <a:cubicBezTo>
                    <a:pt x="24472" y="17450"/>
                    <a:pt x="24756" y="17535"/>
                    <a:pt x="24999" y="17706"/>
                  </a:cubicBezTo>
                  <a:cubicBezTo>
                    <a:pt x="25527" y="18075"/>
                    <a:pt x="25734" y="18760"/>
                    <a:pt x="25504" y="19365"/>
                  </a:cubicBezTo>
                  <a:cubicBezTo>
                    <a:pt x="25478" y="19431"/>
                    <a:pt x="25499" y="19507"/>
                    <a:pt x="25558" y="19548"/>
                  </a:cubicBezTo>
                  <a:lnTo>
                    <a:pt x="33687" y="25272"/>
                  </a:lnTo>
                  <a:cubicBezTo>
                    <a:pt x="33714" y="25292"/>
                    <a:pt x="33744" y="25301"/>
                    <a:pt x="33777" y="25301"/>
                  </a:cubicBezTo>
                  <a:cubicBezTo>
                    <a:pt x="33785" y="25301"/>
                    <a:pt x="33794" y="25301"/>
                    <a:pt x="33802" y="25299"/>
                  </a:cubicBezTo>
                  <a:cubicBezTo>
                    <a:pt x="33844" y="25292"/>
                    <a:pt x="33880" y="25268"/>
                    <a:pt x="33902" y="25235"/>
                  </a:cubicBezTo>
                  <a:cubicBezTo>
                    <a:pt x="37589" y="19997"/>
                    <a:pt x="36330" y="12740"/>
                    <a:pt x="31093" y="9051"/>
                  </a:cubicBezTo>
                  <a:cubicBezTo>
                    <a:pt x="29065" y="7623"/>
                    <a:pt x="26733" y="6937"/>
                    <a:pt x="24423" y="6937"/>
                  </a:cubicBezTo>
                  <a:close/>
                  <a:moveTo>
                    <a:pt x="23980" y="313"/>
                  </a:moveTo>
                  <a:cubicBezTo>
                    <a:pt x="27841" y="313"/>
                    <a:pt x="31605" y="1496"/>
                    <a:pt x="34821" y="3761"/>
                  </a:cubicBezTo>
                  <a:cubicBezTo>
                    <a:pt x="38886" y="6625"/>
                    <a:pt x="41618" y="10892"/>
                    <a:pt x="42518" y="15780"/>
                  </a:cubicBezTo>
                  <a:cubicBezTo>
                    <a:pt x="43417" y="20663"/>
                    <a:pt x="42388" y="25616"/>
                    <a:pt x="39623" y="29731"/>
                  </a:cubicBezTo>
                  <a:cubicBezTo>
                    <a:pt x="39578" y="29802"/>
                    <a:pt x="39593" y="29896"/>
                    <a:pt x="39663" y="29944"/>
                  </a:cubicBezTo>
                  <a:lnTo>
                    <a:pt x="43007" y="32298"/>
                  </a:lnTo>
                  <a:lnTo>
                    <a:pt x="38193" y="39135"/>
                  </a:lnTo>
                  <a:lnTo>
                    <a:pt x="378" y="12506"/>
                  </a:lnTo>
                  <a:lnTo>
                    <a:pt x="5193" y="5669"/>
                  </a:lnTo>
                  <a:lnTo>
                    <a:pt x="8536" y="8022"/>
                  </a:lnTo>
                  <a:cubicBezTo>
                    <a:pt x="8563" y="8041"/>
                    <a:pt x="8595" y="8051"/>
                    <a:pt x="8626" y="8051"/>
                  </a:cubicBezTo>
                  <a:cubicBezTo>
                    <a:pt x="8674" y="8051"/>
                    <a:pt x="8721" y="8029"/>
                    <a:pt x="8751" y="7989"/>
                  </a:cubicBezTo>
                  <a:cubicBezTo>
                    <a:pt x="11694" y="3998"/>
                    <a:pt x="16012" y="1362"/>
                    <a:pt x="20910" y="562"/>
                  </a:cubicBezTo>
                  <a:cubicBezTo>
                    <a:pt x="21935" y="395"/>
                    <a:pt x="22961" y="313"/>
                    <a:pt x="23980" y="313"/>
                  </a:cubicBezTo>
                  <a:close/>
                  <a:moveTo>
                    <a:pt x="23979" y="1"/>
                  </a:moveTo>
                  <a:cubicBezTo>
                    <a:pt x="22943" y="1"/>
                    <a:pt x="21899" y="85"/>
                    <a:pt x="20857" y="255"/>
                  </a:cubicBezTo>
                  <a:cubicBezTo>
                    <a:pt x="15931" y="1058"/>
                    <a:pt x="11578" y="3693"/>
                    <a:pt x="8589" y="7680"/>
                  </a:cubicBezTo>
                  <a:lnTo>
                    <a:pt x="5243" y="5323"/>
                  </a:lnTo>
                  <a:cubicBezTo>
                    <a:pt x="5217" y="5305"/>
                    <a:pt x="5186" y="5296"/>
                    <a:pt x="5154" y="5296"/>
                  </a:cubicBezTo>
                  <a:cubicBezTo>
                    <a:pt x="5145" y="5296"/>
                    <a:pt x="5135" y="5297"/>
                    <a:pt x="5126" y="5299"/>
                  </a:cubicBezTo>
                  <a:cubicBezTo>
                    <a:pt x="5086" y="5306"/>
                    <a:pt x="5050" y="5329"/>
                    <a:pt x="5026" y="5363"/>
                  </a:cubicBezTo>
                  <a:lnTo>
                    <a:pt x="32" y="12454"/>
                  </a:lnTo>
                  <a:cubicBezTo>
                    <a:pt x="9" y="12487"/>
                    <a:pt x="1" y="12528"/>
                    <a:pt x="8" y="12570"/>
                  </a:cubicBezTo>
                  <a:cubicBezTo>
                    <a:pt x="15" y="12611"/>
                    <a:pt x="38" y="12647"/>
                    <a:pt x="72" y="12670"/>
                  </a:cubicBezTo>
                  <a:lnTo>
                    <a:pt x="38142" y="39478"/>
                  </a:lnTo>
                  <a:cubicBezTo>
                    <a:pt x="38167" y="39498"/>
                    <a:pt x="38199" y="39506"/>
                    <a:pt x="38230" y="39506"/>
                  </a:cubicBezTo>
                  <a:lnTo>
                    <a:pt x="38259" y="39506"/>
                  </a:lnTo>
                  <a:cubicBezTo>
                    <a:pt x="38300" y="39499"/>
                    <a:pt x="38336" y="39476"/>
                    <a:pt x="38359" y="39442"/>
                  </a:cubicBezTo>
                  <a:lnTo>
                    <a:pt x="43351" y="32352"/>
                  </a:lnTo>
                  <a:cubicBezTo>
                    <a:pt x="43374" y="32318"/>
                    <a:pt x="43383" y="32276"/>
                    <a:pt x="43376" y="32235"/>
                  </a:cubicBezTo>
                  <a:cubicBezTo>
                    <a:pt x="43368" y="32195"/>
                    <a:pt x="43346" y="32159"/>
                    <a:pt x="43311" y="32135"/>
                  </a:cubicBezTo>
                  <a:lnTo>
                    <a:pt x="39965" y="29777"/>
                  </a:lnTo>
                  <a:cubicBezTo>
                    <a:pt x="42711" y="25619"/>
                    <a:pt x="43726" y="20636"/>
                    <a:pt x="42823" y="15723"/>
                  </a:cubicBezTo>
                  <a:cubicBezTo>
                    <a:pt x="41908" y="10755"/>
                    <a:pt x="39129" y="6414"/>
                    <a:pt x="34998" y="3505"/>
                  </a:cubicBezTo>
                  <a:cubicBezTo>
                    <a:pt x="31729" y="1204"/>
                    <a:pt x="27904" y="1"/>
                    <a:pt x="239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8"/>
            <p:cNvSpPr/>
            <p:nvPr/>
          </p:nvSpPr>
          <p:spPr>
            <a:xfrm>
              <a:off x="959625" y="2216063"/>
              <a:ext cx="972275" cy="698650"/>
            </a:xfrm>
            <a:custGeom>
              <a:rect b="b" l="l" r="r" t="t"/>
              <a:pathLst>
                <a:path extrusionOk="0" h="27946" w="38891">
                  <a:moveTo>
                    <a:pt x="778" y="1"/>
                  </a:moveTo>
                  <a:lnTo>
                    <a:pt x="0" y="1105"/>
                  </a:lnTo>
                  <a:lnTo>
                    <a:pt x="38113" y="27946"/>
                  </a:lnTo>
                  <a:lnTo>
                    <a:pt x="38890" y="26842"/>
                  </a:lnTo>
                  <a:lnTo>
                    <a:pt x="7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8"/>
            <p:cNvSpPr/>
            <p:nvPr/>
          </p:nvSpPr>
          <p:spPr>
            <a:xfrm>
              <a:off x="964025" y="2200463"/>
              <a:ext cx="40850" cy="53200"/>
            </a:xfrm>
            <a:custGeom>
              <a:rect b="b" l="l" r="r" t="t"/>
              <a:pathLst>
                <a:path extrusionOk="0" h="2128" w="1634">
                  <a:moveTo>
                    <a:pt x="1456" y="1"/>
                  </a:moveTo>
                  <a:cubicBezTo>
                    <a:pt x="1408" y="1"/>
                    <a:pt x="1359" y="23"/>
                    <a:pt x="1329" y="66"/>
                  </a:cubicBezTo>
                  <a:lnTo>
                    <a:pt x="50" y="1882"/>
                  </a:lnTo>
                  <a:cubicBezTo>
                    <a:pt x="0" y="1952"/>
                    <a:pt x="19" y="2049"/>
                    <a:pt x="87" y="2099"/>
                  </a:cubicBezTo>
                  <a:cubicBezTo>
                    <a:pt x="114" y="2119"/>
                    <a:pt x="147" y="2128"/>
                    <a:pt x="177" y="2128"/>
                  </a:cubicBezTo>
                  <a:cubicBezTo>
                    <a:pt x="226" y="2128"/>
                    <a:pt x="273" y="2105"/>
                    <a:pt x="304" y="2061"/>
                  </a:cubicBezTo>
                  <a:lnTo>
                    <a:pt x="1583" y="245"/>
                  </a:lnTo>
                  <a:cubicBezTo>
                    <a:pt x="1633" y="174"/>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8"/>
            <p:cNvSpPr/>
            <p:nvPr/>
          </p:nvSpPr>
          <p:spPr>
            <a:xfrm>
              <a:off x="1014175" y="2235763"/>
              <a:ext cx="40800" cy="53150"/>
            </a:xfrm>
            <a:custGeom>
              <a:rect b="b" l="l" r="r" t="t"/>
              <a:pathLst>
                <a:path extrusionOk="0" h="2126" w="1632">
                  <a:moveTo>
                    <a:pt x="1456" y="0"/>
                  </a:moveTo>
                  <a:cubicBezTo>
                    <a:pt x="1408" y="0"/>
                    <a:pt x="1360" y="23"/>
                    <a:pt x="1329" y="66"/>
                  </a:cubicBezTo>
                  <a:lnTo>
                    <a:pt x="50" y="1882"/>
                  </a:lnTo>
                  <a:cubicBezTo>
                    <a:pt x="0" y="1952"/>
                    <a:pt x="17" y="2047"/>
                    <a:pt x="87" y="2097"/>
                  </a:cubicBezTo>
                  <a:cubicBezTo>
                    <a:pt x="114" y="2117"/>
                    <a:pt x="146" y="2126"/>
                    <a:pt x="177" y="2126"/>
                  </a:cubicBezTo>
                  <a:cubicBezTo>
                    <a:pt x="224" y="2126"/>
                    <a:pt x="273" y="2105"/>
                    <a:pt x="303" y="2060"/>
                  </a:cubicBezTo>
                  <a:lnTo>
                    <a:pt x="1582" y="244"/>
                  </a:lnTo>
                  <a:cubicBezTo>
                    <a:pt x="1632" y="174"/>
                    <a:pt x="1615" y="77"/>
                    <a:pt x="1545" y="27"/>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8"/>
            <p:cNvSpPr/>
            <p:nvPr/>
          </p:nvSpPr>
          <p:spPr>
            <a:xfrm>
              <a:off x="980725" y="2229688"/>
              <a:ext cx="28525" cy="35700"/>
            </a:xfrm>
            <a:custGeom>
              <a:rect b="b" l="l" r="r" t="t"/>
              <a:pathLst>
                <a:path extrusionOk="0" h="1428" w="1141">
                  <a:moveTo>
                    <a:pt x="966" y="0"/>
                  </a:moveTo>
                  <a:cubicBezTo>
                    <a:pt x="917" y="0"/>
                    <a:pt x="869" y="23"/>
                    <a:pt x="838" y="66"/>
                  </a:cubicBezTo>
                  <a:lnTo>
                    <a:pt x="51" y="1183"/>
                  </a:lnTo>
                  <a:cubicBezTo>
                    <a:pt x="1" y="1253"/>
                    <a:pt x="18" y="1350"/>
                    <a:pt x="88" y="1399"/>
                  </a:cubicBezTo>
                  <a:cubicBezTo>
                    <a:pt x="115" y="1419"/>
                    <a:pt x="147" y="1427"/>
                    <a:pt x="177" y="1427"/>
                  </a:cubicBezTo>
                  <a:cubicBezTo>
                    <a:pt x="227" y="1427"/>
                    <a:pt x="274" y="1404"/>
                    <a:pt x="304" y="1362"/>
                  </a:cubicBezTo>
                  <a:lnTo>
                    <a:pt x="1091" y="244"/>
                  </a:lnTo>
                  <a:cubicBezTo>
                    <a:pt x="1141" y="174"/>
                    <a:pt x="1124" y="77"/>
                    <a:pt x="1054" y="27"/>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8"/>
            <p:cNvSpPr/>
            <p:nvPr/>
          </p:nvSpPr>
          <p:spPr>
            <a:xfrm>
              <a:off x="995975" y="2240438"/>
              <a:ext cx="28575" cy="35725"/>
            </a:xfrm>
            <a:custGeom>
              <a:rect b="b" l="l" r="r" t="t"/>
              <a:pathLst>
                <a:path extrusionOk="0" h="1429" w="1143">
                  <a:moveTo>
                    <a:pt x="966" y="1"/>
                  </a:moveTo>
                  <a:cubicBezTo>
                    <a:pt x="917" y="1"/>
                    <a:pt x="869" y="23"/>
                    <a:pt x="838" y="66"/>
                  </a:cubicBezTo>
                  <a:lnTo>
                    <a:pt x="51" y="1183"/>
                  </a:lnTo>
                  <a:cubicBezTo>
                    <a:pt x="1" y="1253"/>
                    <a:pt x="19" y="1350"/>
                    <a:pt x="88" y="1400"/>
                  </a:cubicBezTo>
                  <a:cubicBezTo>
                    <a:pt x="115" y="1420"/>
                    <a:pt x="148" y="1429"/>
                    <a:pt x="178" y="1429"/>
                  </a:cubicBezTo>
                  <a:cubicBezTo>
                    <a:pt x="227" y="1429"/>
                    <a:pt x="274" y="1406"/>
                    <a:pt x="305" y="1362"/>
                  </a:cubicBezTo>
                  <a:lnTo>
                    <a:pt x="1093" y="244"/>
                  </a:lnTo>
                  <a:cubicBezTo>
                    <a:pt x="1143" y="174"/>
                    <a:pt x="1124" y="79"/>
                    <a:pt x="1055" y="29"/>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8"/>
            <p:cNvSpPr/>
            <p:nvPr/>
          </p:nvSpPr>
          <p:spPr>
            <a:xfrm>
              <a:off x="1063525" y="2270588"/>
              <a:ext cx="40850" cy="53175"/>
            </a:xfrm>
            <a:custGeom>
              <a:rect b="b" l="l" r="r" t="t"/>
              <a:pathLst>
                <a:path extrusionOk="0" h="2127" w="1634">
                  <a:moveTo>
                    <a:pt x="1458" y="0"/>
                  </a:moveTo>
                  <a:cubicBezTo>
                    <a:pt x="1409" y="0"/>
                    <a:pt x="1360" y="23"/>
                    <a:pt x="1330" y="66"/>
                  </a:cubicBezTo>
                  <a:lnTo>
                    <a:pt x="51" y="1882"/>
                  </a:lnTo>
                  <a:cubicBezTo>
                    <a:pt x="1" y="1952"/>
                    <a:pt x="19" y="2047"/>
                    <a:pt x="89" y="2097"/>
                  </a:cubicBezTo>
                  <a:cubicBezTo>
                    <a:pt x="115" y="2117"/>
                    <a:pt x="148" y="2126"/>
                    <a:pt x="178" y="2126"/>
                  </a:cubicBezTo>
                  <a:cubicBezTo>
                    <a:pt x="227" y="2126"/>
                    <a:pt x="275" y="2103"/>
                    <a:pt x="305" y="2060"/>
                  </a:cubicBezTo>
                  <a:lnTo>
                    <a:pt x="1584" y="244"/>
                  </a:lnTo>
                  <a:cubicBezTo>
                    <a:pt x="1634" y="174"/>
                    <a:pt x="1615" y="77"/>
                    <a:pt x="1547" y="27"/>
                  </a:cubicBezTo>
                  <a:cubicBezTo>
                    <a:pt x="1520" y="9"/>
                    <a:pt x="1489" y="0"/>
                    <a:pt x="1458"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8"/>
            <p:cNvSpPr/>
            <p:nvPr/>
          </p:nvSpPr>
          <p:spPr>
            <a:xfrm>
              <a:off x="1030125" y="2264488"/>
              <a:ext cx="28575" cy="35725"/>
            </a:xfrm>
            <a:custGeom>
              <a:rect b="b" l="l" r="r" t="t"/>
              <a:pathLst>
                <a:path extrusionOk="0" h="1429" w="1143">
                  <a:moveTo>
                    <a:pt x="966" y="1"/>
                  </a:moveTo>
                  <a:cubicBezTo>
                    <a:pt x="918" y="1"/>
                    <a:pt x="870" y="23"/>
                    <a:pt x="840" y="67"/>
                  </a:cubicBezTo>
                  <a:lnTo>
                    <a:pt x="51" y="1184"/>
                  </a:lnTo>
                  <a:cubicBezTo>
                    <a:pt x="1" y="1254"/>
                    <a:pt x="19" y="1351"/>
                    <a:pt x="89" y="1400"/>
                  </a:cubicBezTo>
                  <a:cubicBezTo>
                    <a:pt x="115" y="1420"/>
                    <a:pt x="148" y="1428"/>
                    <a:pt x="178" y="1428"/>
                  </a:cubicBezTo>
                  <a:cubicBezTo>
                    <a:pt x="227" y="1428"/>
                    <a:pt x="275" y="1406"/>
                    <a:pt x="305" y="1363"/>
                  </a:cubicBezTo>
                  <a:lnTo>
                    <a:pt x="1092" y="245"/>
                  </a:lnTo>
                  <a:cubicBezTo>
                    <a:pt x="1142" y="175"/>
                    <a:pt x="1125" y="78"/>
                    <a:pt x="1055"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8"/>
            <p:cNvSpPr/>
            <p:nvPr/>
          </p:nvSpPr>
          <p:spPr>
            <a:xfrm>
              <a:off x="1045375" y="2275213"/>
              <a:ext cx="28550" cy="35725"/>
            </a:xfrm>
            <a:custGeom>
              <a:rect b="b" l="l" r="r" t="t"/>
              <a:pathLst>
                <a:path extrusionOk="0" h="1429" w="1142">
                  <a:moveTo>
                    <a:pt x="966" y="1"/>
                  </a:moveTo>
                  <a:cubicBezTo>
                    <a:pt x="917" y="1"/>
                    <a:pt x="869" y="23"/>
                    <a:pt x="838" y="66"/>
                  </a:cubicBezTo>
                  <a:lnTo>
                    <a:pt x="51" y="1184"/>
                  </a:lnTo>
                  <a:cubicBezTo>
                    <a:pt x="1" y="1254"/>
                    <a:pt x="18" y="1351"/>
                    <a:pt x="88" y="1400"/>
                  </a:cubicBezTo>
                  <a:cubicBezTo>
                    <a:pt x="115" y="1420"/>
                    <a:pt x="147" y="1428"/>
                    <a:pt x="177" y="1428"/>
                  </a:cubicBezTo>
                  <a:cubicBezTo>
                    <a:pt x="225" y="1428"/>
                    <a:pt x="274" y="1405"/>
                    <a:pt x="304" y="1362"/>
                  </a:cubicBezTo>
                  <a:lnTo>
                    <a:pt x="1091" y="245"/>
                  </a:lnTo>
                  <a:cubicBezTo>
                    <a:pt x="1141" y="175"/>
                    <a:pt x="1124" y="78"/>
                    <a:pt x="1054" y="28"/>
                  </a:cubicBezTo>
                  <a:cubicBezTo>
                    <a:pt x="1027" y="10"/>
                    <a:pt x="996"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8"/>
            <p:cNvSpPr/>
            <p:nvPr/>
          </p:nvSpPr>
          <p:spPr>
            <a:xfrm>
              <a:off x="1112975" y="2305363"/>
              <a:ext cx="40850" cy="53175"/>
            </a:xfrm>
            <a:custGeom>
              <a:rect b="b" l="l" r="r" t="t"/>
              <a:pathLst>
                <a:path extrusionOk="0" h="2127" w="1634">
                  <a:moveTo>
                    <a:pt x="1457" y="0"/>
                  </a:moveTo>
                  <a:cubicBezTo>
                    <a:pt x="1408" y="0"/>
                    <a:pt x="1360" y="23"/>
                    <a:pt x="1329" y="65"/>
                  </a:cubicBezTo>
                  <a:lnTo>
                    <a:pt x="50" y="1882"/>
                  </a:lnTo>
                  <a:cubicBezTo>
                    <a:pt x="0" y="1951"/>
                    <a:pt x="19" y="2048"/>
                    <a:pt x="87" y="2098"/>
                  </a:cubicBezTo>
                  <a:cubicBezTo>
                    <a:pt x="115" y="2118"/>
                    <a:pt x="147" y="2127"/>
                    <a:pt x="177" y="2127"/>
                  </a:cubicBezTo>
                  <a:cubicBezTo>
                    <a:pt x="226" y="2127"/>
                    <a:pt x="273" y="2104"/>
                    <a:pt x="305" y="2061"/>
                  </a:cubicBezTo>
                  <a:lnTo>
                    <a:pt x="1583" y="244"/>
                  </a:lnTo>
                  <a:cubicBezTo>
                    <a:pt x="1633" y="175"/>
                    <a:pt x="1615" y="78"/>
                    <a:pt x="1545" y="28"/>
                  </a:cubicBezTo>
                  <a:cubicBezTo>
                    <a:pt x="1518"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8"/>
            <p:cNvSpPr/>
            <p:nvPr/>
          </p:nvSpPr>
          <p:spPr>
            <a:xfrm>
              <a:off x="1079525" y="2299288"/>
              <a:ext cx="28575" cy="35725"/>
            </a:xfrm>
            <a:custGeom>
              <a:rect b="b" l="l" r="r" t="t"/>
              <a:pathLst>
                <a:path extrusionOk="0" h="1429" w="1143">
                  <a:moveTo>
                    <a:pt x="966" y="1"/>
                  </a:moveTo>
                  <a:cubicBezTo>
                    <a:pt x="918" y="1"/>
                    <a:pt x="869" y="23"/>
                    <a:pt x="838" y="66"/>
                  </a:cubicBezTo>
                  <a:lnTo>
                    <a:pt x="51" y="1184"/>
                  </a:lnTo>
                  <a:cubicBezTo>
                    <a:pt x="1" y="1254"/>
                    <a:pt x="18" y="1350"/>
                    <a:pt x="88" y="1400"/>
                  </a:cubicBezTo>
                  <a:cubicBezTo>
                    <a:pt x="115" y="1420"/>
                    <a:pt x="147" y="1428"/>
                    <a:pt x="178" y="1428"/>
                  </a:cubicBezTo>
                  <a:cubicBezTo>
                    <a:pt x="225" y="1428"/>
                    <a:pt x="274" y="1405"/>
                    <a:pt x="304" y="1362"/>
                  </a:cubicBezTo>
                  <a:lnTo>
                    <a:pt x="1093" y="245"/>
                  </a:lnTo>
                  <a:cubicBezTo>
                    <a:pt x="1143" y="175"/>
                    <a:pt x="1124" y="78"/>
                    <a:pt x="1054"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8"/>
            <p:cNvSpPr/>
            <p:nvPr/>
          </p:nvSpPr>
          <p:spPr>
            <a:xfrm>
              <a:off x="1094800" y="2310013"/>
              <a:ext cx="28550" cy="35700"/>
            </a:xfrm>
            <a:custGeom>
              <a:rect b="b" l="l" r="r" t="t"/>
              <a:pathLst>
                <a:path extrusionOk="0" h="1428" w="1142">
                  <a:moveTo>
                    <a:pt x="966" y="1"/>
                  </a:moveTo>
                  <a:cubicBezTo>
                    <a:pt x="918" y="1"/>
                    <a:pt x="869" y="23"/>
                    <a:pt x="839" y="66"/>
                  </a:cubicBezTo>
                  <a:lnTo>
                    <a:pt x="50" y="1183"/>
                  </a:lnTo>
                  <a:cubicBezTo>
                    <a:pt x="0" y="1253"/>
                    <a:pt x="19" y="1349"/>
                    <a:pt x="89" y="1399"/>
                  </a:cubicBezTo>
                  <a:cubicBezTo>
                    <a:pt x="114" y="1419"/>
                    <a:pt x="147" y="1428"/>
                    <a:pt x="177" y="1428"/>
                  </a:cubicBezTo>
                  <a:cubicBezTo>
                    <a:pt x="226" y="1428"/>
                    <a:pt x="274" y="1405"/>
                    <a:pt x="304" y="1362"/>
                  </a:cubicBezTo>
                  <a:lnTo>
                    <a:pt x="1092" y="245"/>
                  </a:lnTo>
                  <a:cubicBezTo>
                    <a:pt x="1142" y="175"/>
                    <a:pt x="1125" y="78"/>
                    <a:pt x="1055" y="28"/>
                  </a:cubicBezTo>
                  <a:cubicBezTo>
                    <a:pt x="1028" y="9"/>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8"/>
            <p:cNvSpPr/>
            <p:nvPr/>
          </p:nvSpPr>
          <p:spPr>
            <a:xfrm>
              <a:off x="1162375" y="2340138"/>
              <a:ext cx="40825" cy="53200"/>
            </a:xfrm>
            <a:custGeom>
              <a:rect b="b" l="l" r="r" t="t"/>
              <a:pathLst>
                <a:path extrusionOk="0" h="2128" w="1633">
                  <a:moveTo>
                    <a:pt x="1456" y="0"/>
                  </a:moveTo>
                  <a:cubicBezTo>
                    <a:pt x="1407" y="0"/>
                    <a:pt x="1360" y="23"/>
                    <a:pt x="1329" y="66"/>
                  </a:cubicBezTo>
                  <a:lnTo>
                    <a:pt x="50" y="1882"/>
                  </a:lnTo>
                  <a:cubicBezTo>
                    <a:pt x="0" y="1952"/>
                    <a:pt x="18" y="2049"/>
                    <a:pt x="88" y="2099"/>
                  </a:cubicBezTo>
                  <a:cubicBezTo>
                    <a:pt x="115" y="2117"/>
                    <a:pt x="146" y="2127"/>
                    <a:pt x="176" y="2127"/>
                  </a:cubicBezTo>
                  <a:cubicBezTo>
                    <a:pt x="225" y="2127"/>
                    <a:pt x="273" y="2105"/>
                    <a:pt x="303" y="2060"/>
                  </a:cubicBezTo>
                  <a:lnTo>
                    <a:pt x="1582" y="244"/>
                  </a:lnTo>
                  <a:cubicBezTo>
                    <a:pt x="1632" y="174"/>
                    <a:pt x="1615" y="78"/>
                    <a:pt x="1545" y="28"/>
                  </a:cubicBezTo>
                  <a:cubicBezTo>
                    <a:pt x="1518" y="10"/>
                    <a:pt x="1486"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8"/>
            <p:cNvSpPr/>
            <p:nvPr/>
          </p:nvSpPr>
          <p:spPr>
            <a:xfrm>
              <a:off x="1128900" y="2334063"/>
              <a:ext cx="28575" cy="35725"/>
            </a:xfrm>
            <a:custGeom>
              <a:rect b="b" l="l" r="r" t="t"/>
              <a:pathLst>
                <a:path extrusionOk="0" h="1429" w="1143">
                  <a:moveTo>
                    <a:pt x="967" y="1"/>
                  </a:moveTo>
                  <a:cubicBezTo>
                    <a:pt x="918" y="1"/>
                    <a:pt x="870" y="24"/>
                    <a:pt x="839" y="66"/>
                  </a:cubicBezTo>
                  <a:lnTo>
                    <a:pt x="51" y="1184"/>
                  </a:lnTo>
                  <a:cubicBezTo>
                    <a:pt x="1" y="1253"/>
                    <a:pt x="19" y="1350"/>
                    <a:pt x="89" y="1400"/>
                  </a:cubicBezTo>
                  <a:cubicBezTo>
                    <a:pt x="115" y="1420"/>
                    <a:pt x="148" y="1429"/>
                    <a:pt x="178" y="1429"/>
                  </a:cubicBezTo>
                  <a:cubicBezTo>
                    <a:pt x="228" y="1429"/>
                    <a:pt x="276" y="1406"/>
                    <a:pt x="305" y="1363"/>
                  </a:cubicBezTo>
                  <a:lnTo>
                    <a:pt x="1092" y="244"/>
                  </a:lnTo>
                  <a:cubicBezTo>
                    <a:pt x="1142" y="176"/>
                    <a:pt x="1125" y="79"/>
                    <a:pt x="1055" y="29"/>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8"/>
            <p:cNvSpPr/>
            <p:nvPr/>
          </p:nvSpPr>
          <p:spPr>
            <a:xfrm>
              <a:off x="1144200" y="2344763"/>
              <a:ext cx="28550" cy="35750"/>
            </a:xfrm>
            <a:custGeom>
              <a:rect b="b" l="l" r="r" t="t"/>
              <a:pathLst>
                <a:path extrusionOk="0" h="1430" w="1142">
                  <a:moveTo>
                    <a:pt x="964" y="1"/>
                  </a:moveTo>
                  <a:cubicBezTo>
                    <a:pt x="915" y="1"/>
                    <a:pt x="868" y="23"/>
                    <a:pt x="837" y="66"/>
                  </a:cubicBezTo>
                  <a:lnTo>
                    <a:pt x="50" y="1185"/>
                  </a:lnTo>
                  <a:cubicBezTo>
                    <a:pt x="0" y="1254"/>
                    <a:pt x="17" y="1351"/>
                    <a:pt x="87" y="1401"/>
                  </a:cubicBezTo>
                  <a:cubicBezTo>
                    <a:pt x="114" y="1421"/>
                    <a:pt x="146" y="1429"/>
                    <a:pt x="177" y="1429"/>
                  </a:cubicBezTo>
                  <a:cubicBezTo>
                    <a:pt x="224" y="1429"/>
                    <a:pt x="273" y="1408"/>
                    <a:pt x="303" y="1364"/>
                  </a:cubicBezTo>
                  <a:lnTo>
                    <a:pt x="1092" y="245"/>
                  </a:lnTo>
                  <a:cubicBezTo>
                    <a:pt x="1142" y="176"/>
                    <a:pt x="1123" y="79"/>
                    <a:pt x="1053" y="29"/>
                  </a:cubicBezTo>
                  <a:cubicBezTo>
                    <a:pt x="1026" y="10"/>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8"/>
            <p:cNvSpPr/>
            <p:nvPr/>
          </p:nvSpPr>
          <p:spPr>
            <a:xfrm>
              <a:off x="1211750" y="2374963"/>
              <a:ext cx="40850" cy="53175"/>
            </a:xfrm>
            <a:custGeom>
              <a:rect b="b" l="l" r="r" t="t"/>
              <a:pathLst>
                <a:path extrusionOk="0" h="2127" w="1634">
                  <a:moveTo>
                    <a:pt x="1457" y="1"/>
                  </a:moveTo>
                  <a:cubicBezTo>
                    <a:pt x="1408" y="1"/>
                    <a:pt x="1360" y="24"/>
                    <a:pt x="1329" y="66"/>
                  </a:cubicBezTo>
                  <a:lnTo>
                    <a:pt x="50" y="1880"/>
                  </a:lnTo>
                  <a:cubicBezTo>
                    <a:pt x="0" y="1950"/>
                    <a:pt x="19" y="2047"/>
                    <a:pt x="87" y="2098"/>
                  </a:cubicBezTo>
                  <a:cubicBezTo>
                    <a:pt x="114" y="2116"/>
                    <a:pt x="147" y="2126"/>
                    <a:pt x="177" y="2126"/>
                  </a:cubicBezTo>
                  <a:cubicBezTo>
                    <a:pt x="226" y="2126"/>
                    <a:pt x="273" y="2102"/>
                    <a:pt x="304" y="2059"/>
                  </a:cubicBezTo>
                  <a:lnTo>
                    <a:pt x="1583" y="244"/>
                  </a:lnTo>
                  <a:cubicBezTo>
                    <a:pt x="1633" y="176"/>
                    <a:pt x="1615" y="79"/>
                    <a:pt x="1545" y="29"/>
                  </a:cubicBezTo>
                  <a:cubicBezTo>
                    <a:pt x="1518"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8"/>
            <p:cNvSpPr/>
            <p:nvPr/>
          </p:nvSpPr>
          <p:spPr>
            <a:xfrm>
              <a:off x="1178350" y="2368863"/>
              <a:ext cx="28550" cy="35725"/>
            </a:xfrm>
            <a:custGeom>
              <a:rect b="b" l="l" r="r" t="t"/>
              <a:pathLst>
                <a:path extrusionOk="0" h="1429" w="1142">
                  <a:moveTo>
                    <a:pt x="965" y="0"/>
                  </a:moveTo>
                  <a:cubicBezTo>
                    <a:pt x="916" y="0"/>
                    <a:pt x="868" y="23"/>
                    <a:pt x="837" y="65"/>
                  </a:cubicBezTo>
                  <a:lnTo>
                    <a:pt x="50" y="1183"/>
                  </a:lnTo>
                  <a:cubicBezTo>
                    <a:pt x="0" y="1253"/>
                    <a:pt x="19" y="1350"/>
                    <a:pt x="87" y="1400"/>
                  </a:cubicBezTo>
                  <a:cubicBezTo>
                    <a:pt x="114" y="1420"/>
                    <a:pt x="147" y="1428"/>
                    <a:pt x="177" y="1428"/>
                  </a:cubicBezTo>
                  <a:cubicBezTo>
                    <a:pt x="226" y="1428"/>
                    <a:pt x="273" y="1406"/>
                    <a:pt x="304" y="1361"/>
                  </a:cubicBezTo>
                  <a:lnTo>
                    <a:pt x="1092" y="244"/>
                  </a:lnTo>
                  <a:cubicBezTo>
                    <a:pt x="1142" y="174"/>
                    <a:pt x="1123" y="78"/>
                    <a:pt x="1055"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8"/>
            <p:cNvSpPr/>
            <p:nvPr/>
          </p:nvSpPr>
          <p:spPr>
            <a:xfrm>
              <a:off x="1193625" y="2379613"/>
              <a:ext cx="28525" cy="35725"/>
            </a:xfrm>
            <a:custGeom>
              <a:rect b="b" l="l" r="r" t="t"/>
              <a:pathLst>
                <a:path extrusionOk="0" h="1429" w="1141">
                  <a:moveTo>
                    <a:pt x="965" y="1"/>
                  </a:moveTo>
                  <a:cubicBezTo>
                    <a:pt x="917" y="1"/>
                    <a:pt x="869" y="23"/>
                    <a:pt x="838" y="65"/>
                  </a:cubicBezTo>
                  <a:lnTo>
                    <a:pt x="51" y="1184"/>
                  </a:lnTo>
                  <a:cubicBezTo>
                    <a:pt x="1" y="1253"/>
                    <a:pt x="18" y="1350"/>
                    <a:pt x="88" y="1400"/>
                  </a:cubicBezTo>
                  <a:cubicBezTo>
                    <a:pt x="115" y="1420"/>
                    <a:pt x="146" y="1429"/>
                    <a:pt x="176" y="1429"/>
                  </a:cubicBezTo>
                  <a:cubicBezTo>
                    <a:pt x="225" y="1429"/>
                    <a:pt x="274" y="1406"/>
                    <a:pt x="304" y="1363"/>
                  </a:cubicBezTo>
                  <a:lnTo>
                    <a:pt x="1091" y="244"/>
                  </a:lnTo>
                  <a:cubicBezTo>
                    <a:pt x="1141" y="175"/>
                    <a:pt x="1124" y="78"/>
                    <a:pt x="1054" y="28"/>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8"/>
            <p:cNvSpPr/>
            <p:nvPr/>
          </p:nvSpPr>
          <p:spPr>
            <a:xfrm>
              <a:off x="1261175" y="2409763"/>
              <a:ext cx="40825" cy="53125"/>
            </a:xfrm>
            <a:custGeom>
              <a:rect b="b" l="l" r="r" t="t"/>
              <a:pathLst>
                <a:path extrusionOk="0" h="2125" w="1633">
                  <a:moveTo>
                    <a:pt x="1456" y="0"/>
                  </a:moveTo>
                  <a:cubicBezTo>
                    <a:pt x="1407" y="0"/>
                    <a:pt x="1360" y="23"/>
                    <a:pt x="1329" y="65"/>
                  </a:cubicBezTo>
                  <a:lnTo>
                    <a:pt x="51" y="1880"/>
                  </a:lnTo>
                  <a:cubicBezTo>
                    <a:pt x="1" y="1950"/>
                    <a:pt x="18" y="2046"/>
                    <a:pt x="88" y="2096"/>
                  </a:cubicBezTo>
                  <a:cubicBezTo>
                    <a:pt x="115" y="2116"/>
                    <a:pt x="146" y="2124"/>
                    <a:pt x="178" y="2124"/>
                  </a:cubicBezTo>
                  <a:cubicBezTo>
                    <a:pt x="225" y="2124"/>
                    <a:pt x="273" y="2101"/>
                    <a:pt x="303" y="2059"/>
                  </a:cubicBezTo>
                  <a:lnTo>
                    <a:pt x="1582" y="244"/>
                  </a:lnTo>
                  <a:cubicBezTo>
                    <a:pt x="1632" y="174"/>
                    <a:pt x="1615" y="78"/>
                    <a:pt x="1545" y="28"/>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8"/>
            <p:cNvSpPr/>
            <p:nvPr/>
          </p:nvSpPr>
          <p:spPr>
            <a:xfrm>
              <a:off x="1227750" y="2403638"/>
              <a:ext cx="28525" cy="35750"/>
            </a:xfrm>
            <a:custGeom>
              <a:rect b="b" l="l" r="r" t="t"/>
              <a:pathLst>
                <a:path extrusionOk="0" h="1430" w="1141">
                  <a:moveTo>
                    <a:pt x="965" y="0"/>
                  </a:moveTo>
                  <a:cubicBezTo>
                    <a:pt x="916" y="0"/>
                    <a:pt x="868" y="23"/>
                    <a:pt x="837" y="66"/>
                  </a:cubicBezTo>
                  <a:lnTo>
                    <a:pt x="49" y="1183"/>
                  </a:lnTo>
                  <a:cubicBezTo>
                    <a:pt x="0" y="1253"/>
                    <a:pt x="17" y="1351"/>
                    <a:pt x="87" y="1399"/>
                  </a:cubicBezTo>
                  <a:cubicBezTo>
                    <a:pt x="114" y="1419"/>
                    <a:pt x="146" y="1429"/>
                    <a:pt x="176" y="1429"/>
                  </a:cubicBezTo>
                  <a:cubicBezTo>
                    <a:pt x="224" y="1429"/>
                    <a:pt x="273" y="1405"/>
                    <a:pt x="303" y="1362"/>
                  </a:cubicBezTo>
                  <a:lnTo>
                    <a:pt x="1090" y="245"/>
                  </a:lnTo>
                  <a:cubicBezTo>
                    <a:pt x="1140" y="175"/>
                    <a:pt x="1123" y="77"/>
                    <a:pt x="1053" y="27"/>
                  </a:cubicBezTo>
                  <a:cubicBezTo>
                    <a:pt x="1026" y="9"/>
                    <a:pt x="995"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8"/>
            <p:cNvSpPr/>
            <p:nvPr/>
          </p:nvSpPr>
          <p:spPr>
            <a:xfrm>
              <a:off x="1243000" y="2414388"/>
              <a:ext cx="28550" cy="35750"/>
            </a:xfrm>
            <a:custGeom>
              <a:rect b="b" l="l" r="r" t="t"/>
              <a:pathLst>
                <a:path extrusionOk="0" h="1430" w="1142">
                  <a:moveTo>
                    <a:pt x="965" y="1"/>
                  </a:moveTo>
                  <a:cubicBezTo>
                    <a:pt x="916" y="1"/>
                    <a:pt x="868" y="23"/>
                    <a:pt x="838" y="66"/>
                  </a:cubicBezTo>
                  <a:lnTo>
                    <a:pt x="50" y="1183"/>
                  </a:lnTo>
                  <a:cubicBezTo>
                    <a:pt x="0" y="1253"/>
                    <a:pt x="19" y="1351"/>
                    <a:pt x="87" y="1401"/>
                  </a:cubicBezTo>
                  <a:cubicBezTo>
                    <a:pt x="115" y="1421"/>
                    <a:pt x="147" y="1429"/>
                    <a:pt x="177" y="1429"/>
                  </a:cubicBezTo>
                  <a:cubicBezTo>
                    <a:pt x="226" y="1429"/>
                    <a:pt x="273" y="1406"/>
                    <a:pt x="305" y="1362"/>
                  </a:cubicBezTo>
                  <a:lnTo>
                    <a:pt x="1092" y="245"/>
                  </a:lnTo>
                  <a:cubicBezTo>
                    <a:pt x="1142" y="175"/>
                    <a:pt x="1123" y="79"/>
                    <a:pt x="1055"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8"/>
            <p:cNvSpPr/>
            <p:nvPr/>
          </p:nvSpPr>
          <p:spPr>
            <a:xfrm>
              <a:off x="1310550" y="2444488"/>
              <a:ext cx="40850" cy="53175"/>
            </a:xfrm>
            <a:custGeom>
              <a:rect b="b" l="l" r="r" t="t"/>
              <a:pathLst>
                <a:path extrusionOk="0" h="2127" w="1634">
                  <a:moveTo>
                    <a:pt x="1457" y="0"/>
                  </a:moveTo>
                  <a:cubicBezTo>
                    <a:pt x="1408" y="0"/>
                    <a:pt x="1360" y="23"/>
                    <a:pt x="1329" y="65"/>
                  </a:cubicBezTo>
                  <a:lnTo>
                    <a:pt x="50" y="1883"/>
                  </a:lnTo>
                  <a:cubicBezTo>
                    <a:pt x="0" y="1951"/>
                    <a:pt x="19" y="2048"/>
                    <a:pt x="89" y="2098"/>
                  </a:cubicBezTo>
                  <a:cubicBezTo>
                    <a:pt x="114" y="2118"/>
                    <a:pt x="147" y="2127"/>
                    <a:pt x="177" y="2127"/>
                  </a:cubicBezTo>
                  <a:cubicBezTo>
                    <a:pt x="226" y="2127"/>
                    <a:pt x="274" y="2104"/>
                    <a:pt x="304" y="2061"/>
                  </a:cubicBezTo>
                  <a:lnTo>
                    <a:pt x="1583" y="244"/>
                  </a:lnTo>
                  <a:cubicBezTo>
                    <a:pt x="1633" y="175"/>
                    <a:pt x="1615" y="78"/>
                    <a:pt x="1546" y="28"/>
                  </a:cubicBezTo>
                  <a:cubicBezTo>
                    <a:pt x="1519"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8"/>
            <p:cNvSpPr/>
            <p:nvPr/>
          </p:nvSpPr>
          <p:spPr>
            <a:xfrm>
              <a:off x="1277150" y="2438413"/>
              <a:ext cx="28550" cy="35725"/>
            </a:xfrm>
            <a:custGeom>
              <a:rect b="b" l="l" r="r" t="t"/>
              <a:pathLst>
                <a:path extrusionOk="0" h="1429" w="1142">
                  <a:moveTo>
                    <a:pt x="966" y="0"/>
                  </a:moveTo>
                  <a:cubicBezTo>
                    <a:pt x="918" y="0"/>
                    <a:pt x="870" y="23"/>
                    <a:pt x="839" y="65"/>
                  </a:cubicBezTo>
                  <a:lnTo>
                    <a:pt x="50" y="1184"/>
                  </a:lnTo>
                  <a:cubicBezTo>
                    <a:pt x="0" y="1254"/>
                    <a:pt x="19" y="1350"/>
                    <a:pt x="89" y="1400"/>
                  </a:cubicBezTo>
                  <a:cubicBezTo>
                    <a:pt x="115" y="1420"/>
                    <a:pt x="147" y="1428"/>
                    <a:pt x="177" y="1428"/>
                  </a:cubicBezTo>
                  <a:cubicBezTo>
                    <a:pt x="226" y="1428"/>
                    <a:pt x="275" y="1406"/>
                    <a:pt x="305" y="1363"/>
                  </a:cubicBezTo>
                  <a:lnTo>
                    <a:pt x="1092" y="244"/>
                  </a:lnTo>
                  <a:cubicBezTo>
                    <a:pt x="1142" y="175"/>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8"/>
            <p:cNvSpPr/>
            <p:nvPr/>
          </p:nvSpPr>
          <p:spPr>
            <a:xfrm>
              <a:off x="1292400" y="2449188"/>
              <a:ext cx="28525" cy="35725"/>
            </a:xfrm>
            <a:custGeom>
              <a:rect b="b" l="l" r="r" t="t"/>
              <a:pathLst>
                <a:path extrusionOk="0" h="1429" w="1141">
                  <a:moveTo>
                    <a:pt x="965" y="0"/>
                  </a:moveTo>
                  <a:cubicBezTo>
                    <a:pt x="916" y="0"/>
                    <a:pt x="868" y="23"/>
                    <a:pt x="838" y="66"/>
                  </a:cubicBezTo>
                  <a:lnTo>
                    <a:pt x="50" y="1183"/>
                  </a:lnTo>
                  <a:cubicBezTo>
                    <a:pt x="0" y="1253"/>
                    <a:pt x="17" y="1350"/>
                    <a:pt x="87" y="1399"/>
                  </a:cubicBezTo>
                  <a:cubicBezTo>
                    <a:pt x="115" y="1419"/>
                    <a:pt x="146" y="1429"/>
                    <a:pt x="176" y="1429"/>
                  </a:cubicBezTo>
                  <a:cubicBezTo>
                    <a:pt x="226" y="1429"/>
                    <a:pt x="275" y="1405"/>
                    <a:pt x="303" y="1362"/>
                  </a:cubicBezTo>
                  <a:lnTo>
                    <a:pt x="1091" y="244"/>
                  </a:lnTo>
                  <a:cubicBezTo>
                    <a:pt x="1141" y="174"/>
                    <a:pt x="1123" y="77"/>
                    <a:pt x="1053" y="27"/>
                  </a:cubicBezTo>
                  <a:cubicBezTo>
                    <a:pt x="1026"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8"/>
            <p:cNvSpPr/>
            <p:nvPr/>
          </p:nvSpPr>
          <p:spPr>
            <a:xfrm>
              <a:off x="1359975" y="2479263"/>
              <a:ext cx="40850" cy="53200"/>
            </a:xfrm>
            <a:custGeom>
              <a:rect b="b" l="l" r="r" t="t"/>
              <a:pathLst>
                <a:path extrusionOk="0" h="2128" w="1634">
                  <a:moveTo>
                    <a:pt x="1457" y="1"/>
                  </a:moveTo>
                  <a:cubicBezTo>
                    <a:pt x="1408" y="1"/>
                    <a:pt x="1360" y="23"/>
                    <a:pt x="1329" y="66"/>
                  </a:cubicBezTo>
                  <a:lnTo>
                    <a:pt x="51" y="1882"/>
                  </a:lnTo>
                  <a:cubicBezTo>
                    <a:pt x="1" y="1952"/>
                    <a:pt x="19" y="2049"/>
                    <a:pt x="88" y="2099"/>
                  </a:cubicBezTo>
                  <a:cubicBezTo>
                    <a:pt x="115" y="2119"/>
                    <a:pt x="148" y="2128"/>
                    <a:pt x="178" y="2128"/>
                  </a:cubicBezTo>
                  <a:cubicBezTo>
                    <a:pt x="225" y="2128"/>
                    <a:pt x="274" y="2106"/>
                    <a:pt x="305" y="2061"/>
                  </a:cubicBezTo>
                  <a:lnTo>
                    <a:pt x="1584" y="244"/>
                  </a:lnTo>
                  <a:cubicBezTo>
                    <a:pt x="1634" y="174"/>
                    <a:pt x="1615" y="79"/>
                    <a:pt x="1545" y="29"/>
                  </a:cubicBezTo>
                  <a:cubicBezTo>
                    <a:pt x="1518"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8"/>
            <p:cNvSpPr/>
            <p:nvPr/>
          </p:nvSpPr>
          <p:spPr>
            <a:xfrm>
              <a:off x="1326550" y="2473213"/>
              <a:ext cx="28550" cy="35725"/>
            </a:xfrm>
            <a:custGeom>
              <a:rect b="b" l="l" r="r" t="t"/>
              <a:pathLst>
                <a:path extrusionOk="0" h="1429" w="1142">
                  <a:moveTo>
                    <a:pt x="966" y="0"/>
                  </a:moveTo>
                  <a:cubicBezTo>
                    <a:pt x="917" y="0"/>
                    <a:pt x="868" y="23"/>
                    <a:pt x="838" y="65"/>
                  </a:cubicBezTo>
                  <a:lnTo>
                    <a:pt x="50" y="1184"/>
                  </a:lnTo>
                  <a:cubicBezTo>
                    <a:pt x="0" y="1254"/>
                    <a:pt x="17" y="1350"/>
                    <a:pt x="87" y="1400"/>
                  </a:cubicBezTo>
                  <a:cubicBezTo>
                    <a:pt x="115" y="1420"/>
                    <a:pt x="146" y="1428"/>
                    <a:pt x="177" y="1428"/>
                  </a:cubicBezTo>
                  <a:cubicBezTo>
                    <a:pt x="225" y="1428"/>
                    <a:pt x="273" y="1407"/>
                    <a:pt x="303" y="1362"/>
                  </a:cubicBezTo>
                  <a:lnTo>
                    <a:pt x="1092" y="244"/>
                  </a:lnTo>
                  <a:cubicBezTo>
                    <a:pt x="1142" y="175"/>
                    <a:pt x="1123" y="78"/>
                    <a:pt x="1053" y="28"/>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8"/>
            <p:cNvSpPr/>
            <p:nvPr/>
          </p:nvSpPr>
          <p:spPr>
            <a:xfrm>
              <a:off x="1341800" y="2483963"/>
              <a:ext cx="28550" cy="35725"/>
            </a:xfrm>
            <a:custGeom>
              <a:rect b="b" l="l" r="r" t="t"/>
              <a:pathLst>
                <a:path extrusionOk="0" h="1429" w="1142">
                  <a:moveTo>
                    <a:pt x="966" y="0"/>
                  </a:moveTo>
                  <a:cubicBezTo>
                    <a:pt x="917" y="0"/>
                    <a:pt x="869" y="23"/>
                    <a:pt x="839" y="65"/>
                  </a:cubicBezTo>
                  <a:lnTo>
                    <a:pt x="50" y="1184"/>
                  </a:lnTo>
                  <a:cubicBezTo>
                    <a:pt x="0" y="1254"/>
                    <a:pt x="19" y="1350"/>
                    <a:pt x="89" y="1400"/>
                  </a:cubicBezTo>
                  <a:cubicBezTo>
                    <a:pt x="115" y="1420"/>
                    <a:pt x="148" y="1428"/>
                    <a:pt x="178" y="1428"/>
                  </a:cubicBezTo>
                  <a:cubicBezTo>
                    <a:pt x="226" y="1428"/>
                    <a:pt x="275" y="1405"/>
                    <a:pt x="305" y="1362"/>
                  </a:cubicBezTo>
                  <a:lnTo>
                    <a:pt x="1092" y="244"/>
                  </a:lnTo>
                  <a:cubicBezTo>
                    <a:pt x="1142" y="175"/>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8"/>
            <p:cNvSpPr/>
            <p:nvPr/>
          </p:nvSpPr>
          <p:spPr>
            <a:xfrm>
              <a:off x="1409375" y="2514088"/>
              <a:ext cx="40825" cy="53200"/>
            </a:xfrm>
            <a:custGeom>
              <a:rect b="b" l="l" r="r" t="t"/>
              <a:pathLst>
                <a:path extrusionOk="0" h="2128" w="1633">
                  <a:moveTo>
                    <a:pt x="1456" y="1"/>
                  </a:moveTo>
                  <a:cubicBezTo>
                    <a:pt x="1408" y="1"/>
                    <a:pt x="1360" y="23"/>
                    <a:pt x="1330" y="66"/>
                  </a:cubicBezTo>
                  <a:lnTo>
                    <a:pt x="51" y="1882"/>
                  </a:lnTo>
                  <a:cubicBezTo>
                    <a:pt x="1" y="1952"/>
                    <a:pt x="18" y="2049"/>
                    <a:pt x="88" y="2099"/>
                  </a:cubicBezTo>
                  <a:cubicBezTo>
                    <a:pt x="115" y="2119"/>
                    <a:pt x="146" y="2128"/>
                    <a:pt x="176" y="2128"/>
                  </a:cubicBezTo>
                  <a:cubicBezTo>
                    <a:pt x="225" y="2128"/>
                    <a:pt x="274" y="2105"/>
                    <a:pt x="304" y="2061"/>
                  </a:cubicBezTo>
                  <a:lnTo>
                    <a:pt x="1582" y="245"/>
                  </a:lnTo>
                  <a:cubicBezTo>
                    <a:pt x="1632" y="175"/>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8"/>
            <p:cNvSpPr/>
            <p:nvPr/>
          </p:nvSpPr>
          <p:spPr>
            <a:xfrm>
              <a:off x="1375975" y="2508038"/>
              <a:ext cx="28525" cy="35725"/>
            </a:xfrm>
            <a:custGeom>
              <a:rect b="b" l="l" r="r" t="t"/>
              <a:pathLst>
                <a:path extrusionOk="0" h="1429" w="1141">
                  <a:moveTo>
                    <a:pt x="965" y="0"/>
                  </a:moveTo>
                  <a:cubicBezTo>
                    <a:pt x="917" y="0"/>
                    <a:pt x="869" y="23"/>
                    <a:pt x="838" y="65"/>
                  </a:cubicBezTo>
                  <a:lnTo>
                    <a:pt x="49" y="1184"/>
                  </a:lnTo>
                  <a:cubicBezTo>
                    <a:pt x="1" y="1254"/>
                    <a:pt x="18" y="1350"/>
                    <a:pt x="88" y="1400"/>
                  </a:cubicBezTo>
                  <a:cubicBezTo>
                    <a:pt x="115" y="1420"/>
                    <a:pt x="147" y="1428"/>
                    <a:pt x="177" y="1428"/>
                  </a:cubicBezTo>
                  <a:cubicBezTo>
                    <a:pt x="225" y="1428"/>
                    <a:pt x="274" y="1405"/>
                    <a:pt x="304" y="1362"/>
                  </a:cubicBezTo>
                  <a:lnTo>
                    <a:pt x="1091" y="244"/>
                  </a:lnTo>
                  <a:cubicBezTo>
                    <a:pt x="1141" y="175"/>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8"/>
            <p:cNvSpPr/>
            <p:nvPr/>
          </p:nvSpPr>
          <p:spPr>
            <a:xfrm>
              <a:off x="1391200" y="2518738"/>
              <a:ext cx="28575" cy="35725"/>
            </a:xfrm>
            <a:custGeom>
              <a:rect b="b" l="l" r="r" t="t"/>
              <a:pathLst>
                <a:path extrusionOk="0" h="1429" w="1143">
                  <a:moveTo>
                    <a:pt x="966" y="1"/>
                  </a:moveTo>
                  <a:cubicBezTo>
                    <a:pt x="917" y="1"/>
                    <a:pt x="868" y="24"/>
                    <a:pt x="838" y="66"/>
                  </a:cubicBezTo>
                  <a:lnTo>
                    <a:pt x="50" y="1185"/>
                  </a:lnTo>
                  <a:cubicBezTo>
                    <a:pt x="0" y="1255"/>
                    <a:pt x="18" y="1350"/>
                    <a:pt x="88" y="1400"/>
                  </a:cubicBezTo>
                  <a:cubicBezTo>
                    <a:pt x="115" y="1420"/>
                    <a:pt x="146" y="1429"/>
                    <a:pt x="178" y="1429"/>
                  </a:cubicBezTo>
                  <a:cubicBezTo>
                    <a:pt x="225" y="1429"/>
                    <a:pt x="273" y="1406"/>
                    <a:pt x="303" y="1363"/>
                  </a:cubicBezTo>
                  <a:lnTo>
                    <a:pt x="1092" y="244"/>
                  </a:lnTo>
                  <a:cubicBezTo>
                    <a:pt x="1142" y="176"/>
                    <a:pt x="1124" y="79"/>
                    <a:pt x="1053" y="29"/>
                  </a:cubicBezTo>
                  <a:cubicBezTo>
                    <a:pt x="1027" y="10"/>
                    <a:pt x="996"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8"/>
            <p:cNvSpPr/>
            <p:nvPr/>
          </p:nvSpPr>
          <p:spPr>
            <a:xfrm>
              <a:off x="1458750" y="2548888"/>
              <a:ext cx="40825" cy="53175"/>
            </a:xfrm>
            <a:custGeom>
              <a:rect b="b" l="l" r="r" t="t"/>
              <a:pathLst>
                <a:path extrusionOk="0" h="2127" w="1633">
                  <a:moveTo>
                    <a:pt x="1456" y="0"/>
                  </a:moveTo>
                  <a:cubicBezTo>
                    <a:pt x="1408" y="0"/>
                    <a:pt x="1360" y="23"/>
                    <a:pt x="1329" y="66"/>
                  </a:cubicBezTo>
                  <a:lnTo>
                    <a:pt x="50" y="1882"/>
                  </a:lnTo>
                  <a:cubicBezTo>
                    <a:pt x="0" y="1952"/>
                    <a:pt x="19" y="2049"/>
                    <a:pt x="88" y="2097"/>
                  </a:cubicBezTo>
                  <a:cubicBezTo>
                    <a:pt x="115" y="2117"/>
                    <a:pt x="146" y="2126"/>
                    <a:pt x="178" y="2126"/>
                  </a:cubicBezTo>
                  <a:cubicBezTo>
                    <a:pt x="228" y="2126"/>
                    <a:pt x="273" y="2103"/>
                    <a:pt x="305" y="2060"/>
                  </a:cubicBezTo>
                  <a:lnTo>
                    <a:pt x="1584" y="244"/>
                  </a:lnTo>
                  <a:cubicBezTo>
                    <a:pt x="1632" y="174"/>
                    <a:pt x="1615" y="79"/>
                    <a:pt x="1545" y="29"/>
                  </a:cubicBezTo>
                  <a:cubicBezTo>
                    <a:pt x="1518" y="10"/>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8"/>
            <p:cNvSpPr/>
            <p:nvPr/>
          </p:nvSpPr>
          <p:spPr>
            <a:xfrm>
              <a:off x="1425350" y="2542813"/>
              <a:ext cx="28575" cy="35725"/>
            </a:xfrm>
            <a:custGeom>
              <a:rect b="b" l="l" r="r" t="t"/>
              <a:pathLst>
                <a:path extrusionOk="0" h="1429" w="1143">
                  <a:moveTo>
                    <a:pt x="965" y="1"/>
                  </a:moveTo>
                  <a:cubicBezTo>
                    <a:pt x="916" y="1"/>
                    <a:pt x="868" y="23"/>
                    <a:pt x="838" y="66"/>
                  </a:cubicBezTo>
                  <a:lnTo>
                    <a:pt x="50" y="1185"/>
                  </a:lnTo>
                  <a:cubicBezTo>
                    <a:pt x="0" y="1253"/>
                    <a:pt x="19" y="1350"/>
                    <a:pt x="88" y="1400"/>
                  </a:cubicBezTo>
                  <a:cubicBezTo>
                    <a:pt x="115" y="1420"/>
                    <a:pt x="146" y="1429"/>
                    <a:pt x="178" y="1429"/>
                  </a:cubicBezTo>
                  <a:cubicBezTo>
                    <a:pt x="226" y="1429"/>
                    <a:pt x="273" y="1405"/>
                    <a:pt x="305" y="1363"/>
                  </a:cubicBezTo>
                  <a:lnTo>
                    <a:pt x="1092" y="244"/>
                  </a:lnTo>
                  <a:cubicBezTo>
                    <a:pt x="1142" y="174"/>
                    <a:pt x="1123" y="79"/>
                    <a:pt x="1055" y="29"/>
                  </a:cubicBezTo>
                  <a:cubicBezTo>
                    <a:pt x="1028"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8"/>
            <p:cNvSpPr/>
            <p:nvPr/>
          </p:nvSpPr>
          <p:spPr>
            <a:xfrm>
              <a:off x="1440625" y="2553538"/>
              <a:ext cx="28550" cy="35725"/>
            </a:xfrm>
            <a:custGeom>
              <a:rect b="b" l="l" r="r" t="t"/>
              <a:pathLst>
                <a:path extrusionOk="0" h="1429" w="1142">
                  <a:moveTo>
                    <a:pt x="965" y="0"/>
                  </a:moveTo>
                  <a:cubicBezTo>
                    <a:pt x="916" y="0"/>
                    <a:pt x="869" y="23"/>
                    <a:pt x="838" y="65"/>
                  </a:cubicBezTo>
                  <a:lnTo>
                    <a:pt x="51" y="1184"/>
                  </a:lnTo>
                  <a:cubicBezTo>
                    <a:pt x="1" y="1253"/>
                    <a:pt x="18" y="1350"/>
                    <a:pt x="88" y="1400"/>
                  </a:cubicBezTo>
                  <a:cubicBezTo>
                    <a:pt x="115" y="1420"/>
                    <a:pt x="147" y="1429"/>
                    <a:pt x="177" y="1429"/>
                  </a:cubicBezTo>
                  <a:cubicBezTo>
                    <a:pt x="225" y="1429"/>
                    <a:pt x="274" y="1404"/>
                    <a:pt x="304" y="1363"/>
                  </a:cubicBezTo>
                  <a:lnTo>
                    <a:pt x="1091" y="244"/>
                  </a:lnTo>
                  <a:cubicBezTo>
                    <a:pt x="1141" y="174"/>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8"/>
            <p:cNvSpPr/>
            <p:nvPr/>
          </p:nvSpPr>
          <p:spPr>
            <a:xfrm>
              <a:off x="1508175" y="2583663"/>
              <a:ext cx="40825" cy="53175"/>
            </a:xfrm>
            <a:custGeom>
              <a:rect b="b" l="l" r="r" t="t"/>
              <a:pathLst>
                <a:path extrusionOk="0" h="2127" w="1633">
                  <a:moveTo>
                    <a:pt x="1457" y="1"/>
                  </a:moveTo>
                  <a:cubicBezTo>
                    <a:pt x="1408" y="1"/>
                    <a:pt x="1360" y="23"/>
                    <a:pt x="1330" y="66"/>
                  </a:cubicBezTo>
                  <a:lnTo>
                    <a:pt x="51" y="1882"/>
                  </a:lnTo>
                  <a:cubicBezTo>
                    <a:pt x="1" y="1952"/>
                    <a:pt x="18" y="2048"/>
                    <a:pt x="88" y="2098"/>
                  </a:cubicBezTo>
                  <a:cubicBezTo>
                    <a:pt x="115" y="2118"/>
                    <a:pt x="147" y="2127"/>
                    <a:pt x="178" y="2127"/>
                  </a:cubicBezTo>
                  <a:cubicBezTo>
                    <a:pt x="225" y="2127"/>
                    <a:pt x="274" y="2104"/>
                    <a:pt x="304" y="2061"/>
                  </a:cubicBezTo>
                  <a:lnTo>
                    <a:pt x="1583" y="245"/>
                  </a:lnTo>
                  <a:cubicBezTo>
                    <a:pt x="1633" y="175"/>
                    <a:pt x="1615" y="78"/>
                    <a:pt x="1545" y="28"/>
                  </a:cubicBezTo>
                  <a:cubicBezTo>
                    <a:pt x="1518" y="10"/>
                    <a:pt x="1488"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8"/>
            <p:cNvSpPr/>
            <p:nvPr/>
          </p:nvSpPr>
          <p:spPr>
            <a:xfrm>
              <a:off x="1474750" y="2577588"/>
              <a:ext cx="28525" cy="35750"/>
            </a:xfrm>
            <a:custGeom>
              <a:rect b="b" l="l" r="r" t="t"/>
              <a:pathLst>
                <a:path extrusionOk="0" h="1430" w="1141">
                  <a:moveTo>
                    <a:pt x="965" y="1"/>
                  </a:moveTo>
                  <a:cubicBezTo>
                    <a:pt x="917" y="1"/>
                    <a:pt x="869" y="23"/>
                    <a:pt x="838" y="66"/>
                  </a:cubicBezTo>
                  <a:lnTo>
                    <a:pt x="50" y="1184"/>
                  </a:lnTo>
                  <a:cubicBezTo>
                    <a:pt x="0" y="1254"/>
                    <a:pt x="18" y="1351"/>
                    <a:pt x="88" y="1401"/>
                  </a:cubicBezTo>
                  <a:cubicBezTo>
                    <a:pt x="115" y="1420"/>
                    <a:pt x="146" y="1430"/>
                    <a:pt x="176" y="1430"/>
                  </a:cubicBezTo>
                  <a:cubicBezTo>
                    <a:pt x="225" y="1430"/>
                    <a:pt x="273" y="1405"/>
                    <a:pt x="303" y="1362"/>
                  </a:cubicBezTo>
                  <a:lnTo>
                    <a:pt x="1091" y="245"/>
                  </a:lnTo>
                  <a:cubicBezTo>
                    <a:pt x="1141" y="175"/>
                    <a:pt x="1124" y="78"/>
                    <a:pt x="1054" y="28"/>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8"/>
            <p:cNvSpPr/>
            <p:nvPr/>
          </p:nvSpPr>
          <p:spPr>
            <a:xfrm>
              <a:off x="1490000" y="2588363"/>
              <a:ext cx="28575" cy="35725"/>
            </a:xfrm>
            <a:custGeom>
              <a:rect b="b" l="l" r="r" t="t"/>
              <a:pathLst>
                <a:path extrusionOk="0" h="1429" w="1143">
                  <a:moveTo>
                    <a:pt x="965" y="0"/>
                  </a:moveTo>
                  <a:cubicBezTo>
                    <a:pt x="917" y="0"/>
                    <a:pt x="868" y="23"/>
                    <a:pt x="838" y="66"/>
                  </a:cubicBezTo>
                  <a:lnTo>
                    <a:pt x="51" y="1184"/>
                  </a:lnTo>
                  <a:cubicBezTo>
                    <a:pt x="1" y="1253"/>
                    <a:pt x="19" y="1350"/>
                    <a:pt x="88" y="1400"/>
                  </a:cubicBezTo>
                  <a:cubicBezTo>
                    <a:pt x="115" y="1420"/>
                    <a:pt x="146" y="1429"/>
                    <a:pt x="178" y="1429"/>
                  </a:cubicBezTo>
                  <a:cubicBezTo>
                    <a:pt x="226" y="1429"/>
                    <a:pt x="273" y="1404"/>
                    <a:pt x="305" y="1363"/>
                  </a:cubicBezTo>
                  <a:lnTo>
                    <a:pt x="1092" y="244"/>
                  </a:lnTo>
                  <a:cubicBezTo>
                    <a:pt x="1142" y="174"/>
                    <a:pt x="1124" y="78"/>
                    <a:pt x="1055" y="28"/>
                  </a:cubicBezTo>
                  <a:cubicBezTo>
                    <a:pt x="1028"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8"/>
            <p:cNvSpPr/>
            <p:nvPr/>
          </p:nvSpPr>
          <p:spPr>
            <a:xfrm>
              <a:off x="1557550" y="2618463"/>
              <a:ext cx="40850" cy="53175"/>
            </a:xfrm>
            <a:custGeom>
              <a:rect b="b" l="l" r="r" t="t"/>
              <a:pathLst>
                <a:path extrusionOk="0" h="2127" w="1634">
                  <a:moveTo>
                    <a:pt x="1457" y="0"/>
                  </a:moveTo>
                  <a:cubicBezTo>
                    <a:pt x="1408" y="0"/>
                    <a:pt x="1360" y="23"/>
                    <a:pt x="1329" y="65"/>
                  </a:cubicBezTo>
                  <a:lnTo>
                    <a:pt x="51" y="1882"/>
                  </a:lnTo>
                  <a:cubicBezTo>
                    <a:pt x="1" y="1951"/>
                    <a:pt x="19" y="2048"/>
                    <a:pt x="89" y="2098"/>
                  </a:cubicBezTo>
                  <a:cubicBezTo>
                    <a:pt x="115" y="2118"/>
                    <a:pt x="148" y="2126"/>
                    <a:pt x="178" y="2126"/>
                  </a:cubicBezTo>
                  <a:cubicBezTo>
                    <a:pt x="226" y="2126"/>
                    <a:pt x="275" y="2104"/>
                    <a:pt x="305" y="2061"/>
                  </a:cubicBezTo>
                  <a:lnTo>
                    <a:pt x="1584" y="243"/>
                  </a:lnTo>
                  <a:cubicBezTo>
                    <a:pt x="1634" y="175"/>
                    <a:pt x="1615" y="77"/>
                    <a:pt x="1546" y="27"/>
                  </a:cubicBezTo>
                  <a:cubicBezTo>
                    <a:pt x="1519" y="9"/>
                    <a:pt x="1488"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8"/>
            <p:cNvSpPr/>
            <p:nvPr/>
          </p:nvSpPr>
          <p:spPr>
            <a:xfrm>
              <a:off x="1524150" y="2612363"/>
              <a:ext cx="28575" cy="35725"/>
            </a:xfrm>
            <a:custGeom>
              <a:rect b="b" l="l" r="r" t="t"/>
              <a:pathLst>
                <a:path extrusionOk="0" h="1429" w="1143">
                  <a:moveTo>
                    <a:pt x="966" y="1"/>
                  </a:moveTo>
                  <a:cubicBezTo>
                    <a:pt x="917" y="1"/>
                    <a:pt x="869" y="24"/>
                    <a:pt x="838" y="66"/>
                  </a:cubicBezTo>
                  <a:lnTo>
                    <a:pt x="51" y="1184"/>
                  </a:lnTo>
                  <a:cubicBezTo>
                    <a:pt x="1" y="1254"/>
                    <a:pt x="19" y="1350"/>
                    <a:pt x="88" y="1400"/>
                  </a:cubicBezTo>
                  <a:cubicBezTo>
                    <a:pt x="115" y="1420"/>
                    <a:pt x="148" y="1429"/>
                    <a:pt x="178" y="1429"/>
                  </a:cubicBezTo>
                  <a:cubicBezTo>
                    <a:pt x="226" y="1429"/>
                    <a:pt x="275" y="1406"/>
                    <a:pt x="305" y="1363"/>
                  </a:cubicBezTo>
                  <a:lnTo>
                    <a:pt x="1092" y="244"/>
                  </a:lnTo>
                  <a:cubicBezTo>
                    <a:pt x="1142" y="176"/>
                    <a:pt x="1124" y="79"/>
                    <a:pt x="1055" y="29"/>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8"/>
            <p:cNvSpPr/>
            <p:nvPr/>
          </p:nvSpPr>
          <p:spPr>
            <a:xfrm>
              <a:off x="1539400" y="2623138"/>
              <a:ext cx="28525" cy="35750"/>
            </a:xfrm>
            <a:custGeom>
              <a:rect b="b" l="l" r="r" t="t"/>
              <a:pathLst>
                <a:path extrusionOk="0" h="1430" w="1141">
                  <a:moveTo>
                    <a:pt x="965" y="1"/>
                  </a:moveTo>
                  <a:cubicBezTo>
                    <a:pt x="917" y="1"/>
                    <a:pt x="869" y="23"/>
                    <a:pt x="838" y="66"/>
                  </a:cubicBezTo>
                  <a:lnTo>
                    <a:pt x="49" y="1184"/>
                  </a:lnTo>
                  <a:cubicBezTo>
                    <a:pt x="1" y="1254"/>
                    <a:pt x="18" y="1351"/>
                    <a:pt x="88" y="1401"/>
                  </a:cubicBezTo>
                  <a:cubicBezTo>
                    <a:pt x="115" y="1419"/>
                    <a:pt x="146" y="1429"/>
                    <a:pt x="176" y="1429"/>
                  </a:cubicBezTo>
                  <a:cubicBezTo>
                    <a:pt x="226" y="1429"/>
                    <a:pt x="274" y="1405"/>
                    <a:pt x="304" y="1362"/>
                  </a:cubicBezTo>
                  <a:lnTo>
                    <a:pt x="1091" y="245"/>
                  </a:lnTo>
                  <a:cubicBezTo>
                    <a:pt x="1141" y="175"/>
                    <a:pt x="1124" y="78"/>
                    <a:pt x="1054" y="28"/>
                  </a:cubicBezTo>
                  <a:cubicBezTo>
                    <a:pt x="1027" y="9"/>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8"/>
            <p:cNvSpPr/>
            <p:nvPr/>
          </p:nvSpPr>
          <p:spPr>
            <a:xfrm>
              <a:off x="1606950" y="2653288"/>
              <a:ext cx="40825" cy="53150"/>
            </a:xfrm>
            <a:custGeom>
              <a:rect b="b" l="l" r="r" t="t"/>
              <a:pathLst>
                <a:path extrusionOk="0" h="2126" w="1633">
                  <a:moveTo>
                    <a:pt x="1456" y="0"/>
                  </a:moveTo>
                  <a:cubicBezTo>
                    <a:pt x="1408" y="0"/>
                    <a:pt x="1360" y="23"/>
                    <a:pt x="1329" y="65"/>
                  </a:cubicBezTo>
                  <a:lnTo>
                    <a:pt x="51" y="1879"/>
                  </a:lnTo>
                  <a:cubicBezTo>
                    <a:pt x="1" y="1949"/>
                    <a:pt x="18" y="2046"/>
                    <a:pt x="88" y="2096"/>
                  </a:cubicBezTo>
                  <a:cubicBezTo>
                    <a:pt x="115" y="2116"/>
                    <a:pt x="146" y="2125"/>
                    <a:pt x="178" y="2125"/>
                  </a:cubicBezTo>
                  <a:cubicBezTo>
                    <a:pt x="228" y="2125"/>
                    <a:pt x="275" y="2102"/>
                    <a:pt x="303" y="2058"/>
                  </a:cubicBezTo>
                  <a:lnTo>
                    <a:pt x="1582" y="243"/>
                  </a:lnTo>
                  <a:cubicBezTo>
                    <a:pt x="1632" y="175"/>
                    <a:pt x="1615" y="78"/>
                    <a:pt x="1545" y="28"/>
                  </a:cubicBezTo>
                  <a:cubicBezTo>
                    <a:pt x="1518" y="9"/>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8"/>
            <p:cNvSpPr/>
            <p:nvPr/>
          </p:nvSpPr>
          <p:spPr>
            <a:xfrm>
              <a:off x="1573550" y="2647163"/>
              <a:ext cx="28575" cy="35725"/>
            </a:xfrm>
            <a:custGeom>
              <a:rect b="b" l="l" r="r" t="t"/>
              <a:pathLst>
                <a:path extrusionOk="0" h="1429" w="1143">
                  <a:moveTo>
                    <a:pt x="965" y="0"/>
                  </a:moveTo>
                  <a:cubicBezTo>
                    <a:pt x="917" y="0"/>
                    <a:pt x="868" y="23"/>
                    <a:pt x="838" y="65"/>
                  </a:cubicBezTo>
                  <a:lnTo>
                    <a:pt x="51" y="1184"/>
                  </a:lnTo>
                  <a:cubicBezTo>
                    <a:pt x="1" y="1253"/>
                    <a:pt x="18" y="1350"/>
                    <a:pt x="88" y="1400"/>
                  </a:cubicBezTo>
                  <a:cubicBezTo>
                    <a:pt x="115" y="1420"/>
                    <a:pt x="146" y="1428"/>
                    <a:pt x="178" y="1428"/>
                  </a:cubicBezTo>
                  <a:cubicBezTo>
                    <a:pt x="225" y="1428"/>
                    <a:pt x="274" y="1406"/>
                    <a:pt x="304" y="1363"/>
                  </a:cubicBezTo>
                  <a:lnTo>
                    <a:pt x="1092" y="244"/>
                  </a:lnTo>
                  <a:cubicBezTo>
                    <a:pt x="1142" y="174"/>
                    <a:pt x="1124" y="78"/>
                    <a:pt x="1054" y="28"/>
                  </a:cubicBezTo>
                  <a:cubicBezTo>
                    <a:pt x="1027" y="9"/>
                    <a:pt x="996"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8"/>
            <p:cNvSpPr/>
            <p:nvPr/>
          </p:nvSpPr>
          <p:spPr>
            <a:xfrm>
              <a:off x="1588800" y="2657913"/>
              <a:ext cx="28575" cy="35725"/>
            </a:xfrm>
            <a:custGeom>
              <a:rect b="b" l="l" r="r" t="t"/>
              <a:pathLst>
                <a:path extrusionOk="0" h="1429" w="1143">
                  <a:moveTo>
                    <a:pt x="967" y="1"/>
                  </a:moveTo>
                  <a:cubicBezTo>
                    <a:pt x="918" y="1"/>
                    <a:pt x="870" y="23"/>
                    <a:pt x="839" y="65"/>
                  </a:cubicBezTo>
                  <a:lnTo>
                    <a:pt x="51" y="1184"/>
                  </a:lnTo>
                  <a:cubicBezTo>
                    <a:pt x="1" y="1254"/>
                    <a:pt x="19" y="1350"/>
                    <a:pt x="89" y="1400"/>
                  </a:cubicBezTo>
                  <a:cubicBezTo>
                    <a:pt x="115" y="1420"/>
                    <a:pt x="148" y="1429"/>
                    <a:pt x="178" y="1429"/>
                  </a:cubicBezTo>
                  <a:cubicBezTo>
                    <a:pt x="226" y="1429"/>
                    <a:pt x="275" y="1406"/>
                    <a:pt x="305" y="1363"/>
                  </a:cubicBezTo>
                  <a:lnTo>
                    <a:pt x="1092" y="244"/>
                  </a:lnTo>
                  <a:cubicBezTo>
                    <a:pt x="1142" y="175"/>
                    <a:pt x="1125" y="78"/>
                    <a:pt x="1055" y="28"/>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8"/>
            <p:cNvSpPr/>
            <p:nvPr/>
          </p:nvSpPr>
          <p:spPr>
            <a:xfrm>
              <a:off x="1656400" y="2688013"/>
              <a:ext cx="40800" cy="53200"/>
            </a:xfrm>
            <a:custGeom>
              <a:rect b="b" l="l" r="r" t="t"/>
              <a:pathLst>
                <a:path extrusionOk="0" h="2128" w="1632">
                  <a:moveTo>
                    <a:pt x="1455" y="1"/>
                  </a:moveTo>
                  <a:cubicBezTo>
                    <a:pt x="1406" y="1"/>
                    <a:pt x="1359" y="23"/>
                    <a:pt x="1329" y="66"/>
                  </a:cubicBezTo>
                  <a:lnTo>
                    <a:pt x="49" y="1882"/>
                  </a:lnTo>
                  <a:cubicBezTo>
                    <a:pt x="0" y="1952"/>
                    <a:pt x="17" y="2049"/>
                    <a:pt x="87" y="2098"/>
                  </a:cubicBezTo>
                  <a:cubicBezTo>
                    <a:pt x="114" y="2118"/>
                    <a:pt x="146" y="2128"/>
                    <a:pt x="176" y="2128"/>
                  </a:cubicBezTo>
                  <a:cubicBezTo>
                    <a:pt x="224" y="2128"/>
                    <a:pt x="273" y="2103"/>
                    <a:pt x="303" y="2061"/>
                  </a:cubicBezTo>
                  <a:lnTo>
                    <a:pt x="1582" y="245"/>
                  </a:lnTo>
                  <a:cubicBezTo>
                    <a:pt x="1632" y="175"/>
                    <a:pt x="1615" y="79"/>
                    <a:pt x="1545" y="29"/>
                  </a:cubicBezTo>
                  <a:cubicBezTo>
                    <a:pt x="1517" y="10"/>
                    <a:pt x="1486" y="1"/>
                    <a:pt x="145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8"/>
            <p:cNvSpPr/>
            <p:nvPr/>
          </p:nvSpPr>
          <p:spPr>
            <a:xfrm>
              <a:off x="1622925" y="2681938"/>
              <a:ext cx="28550" cy="35750"/>
            </a:xfrm>
            <a:custGeom>
              <a:rect b="b" l="l" r="r" t="t"/>
              <a:pathLst>
                <a:path extrusionOk="0" h="1430" w="1142">
                  <a:moveTo>
                    <a:pt x="965" y="1"/>
                  </a:moveTo>
                  <a:cubicBezTo>
                    <a:pt x="916" y="1"/>
                    <a:pt x="869" y="23"/>
                    <a:pt x="839" y="66"/>
                  </a:cubicBezTo>
                  <a:lnTo>
                    <a:pt x="50" y="1185"/>
                  </a:lnTo>
                  <a:cubicBezTo>
                    <a:pt x="0" y="1253"/>
                    <a:pt x="19" y="1351"/>
                    <a:pt x="89" y="1401"/>
                  </a:cubicBezTo>
                  <a:cubicBezTo>
                    <a:pt x="115" y="1421"/>
                    <a:pt x="147" y="1429"/>
                    <a:pt x="177" y="1429"/>
                  </a:cubicBezTo>
                  <a:cubicBezTo>
                    <a:pt x="227" y="1429"/>
                    <a:pt x="276" y="1406"/>
                    <a:pt x="305" y="1363"/>
                  </a:cubicBezTo>
                  <a:lnTo>
                    <a:pt x="1092" y="245"/>
                  </a:lnTo>
                  <a:cubicBezTo>
                    <a:pt x="1142" y="175"/>
                    <a:pt x="1125" y="79"/>
                    <a:pt x="1055"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8"/>
            <p:cNvSpPr/>
            <p:nvPr/>
          </p:nvSpPr>
          <p:spPr>
            <a:xfrm>
              <a:off x="1638200" y="2692688"/>
              <a:ext cx="28575" cy="35750"/>
            </a:xfrm>
            <a:custGeom>
              <a:rect b="b" l="l" r="r" t="t"/>
              <a:pathLst>
                <a:path extrusionOk="0" h="1430" w="1143">
                  <a:moveTo>
                    <a:pt x="965" y="1"/>
                  </a:moveTo>
                  <a:cubicBezTo>
                    <a:pt x="917" y="1"/>
                    <a:pt x="869" y="23"/>
                    <a:pt x="838" y="66"/>
                  </a:cubicBezTo>
                  <a:lnTo>
                    <a:pt x="51" y="1185"/>
                  </a:lnTo>
                  <a:cubicBezTo>
                    <a:pt x="1" y="1253"/>
                    <a:pt x="18" y="1351"/>
                    <a:pt x="88" y="1401"/>
                  </a:cubicBezTo>
                  <a:cubicBezTo>
                    <a:pt x="115" y="1421"/>
                    <a:pt x="147" y="1429"/>
                    <a:pt x="178" y="1429"/>
                  </a:cubicBezTo>
                  <a:cubicBezTo>
                    <a:pt x="225" y="1429"/>
                    <a:pt x="274" y="1406"/>
                    <a:pt x="304" y="1363"/>
                  </a:cubicBezTo>
                  <a:lnTo>
                    <a:pt x="1092" y="245"/>
                  </a:lnTo>
                  <a:cubicBezTo>
                    <a:pt x="1142" y="175"/>
                    <a:pt x="1124" y="79"/>
                    <a:pt x="1054"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8"/>
            <p:cNvSpPr/>
            <p:nvPr/>
          </p:nvSpPr>
          <p:spPr>
            <a:xfrm>
              <a:off x="1705750" y="2722838"/>
              <a:ext cx="40850" cy="53200"/>
            </a:xfrm>
            <a:custGeom>
              <a:rect b="b" l="l" r="r" t="t"/>
              <a:pathLst>
                <a:path extrusionOk="0" h="2128" w="1634">
                  <a:moveTo>
                    <a:pt x="1457" y="1"/>
                  </a:moveTo>
                  <a:cubicBezTo>
                    <a:pt x="1408" y="1"/>
                    <a:pt x="1360" y="23"/>
                    <a:pt x="1330" y="66"/>
                  </a:cubicBezTo>
                  <a:lnTo>
                    <a:pt x="51" y="1882"/>
                  </a:lnTo>
                  <a:cubicBezTo>
                    <a:pt x="1" y="1952"/>
                    <a:pt x="19" y="2049"/>
                    <a:pt x="88" y="2098"/>
                  </a:cubicBezTo>
                  <a:cubicBezTo>
                    <a:pt x="115" y="2118"/>
                    <a:pt x="146" y="2128"/>
                    <a:pt x="178" y="2128"/>
                  </a:cubicBezTo>
                  <a:cubicBezTo>
                    <a:pt x="226" y="2128"/>
                    <a:pt x="274" y="2104"/>
                    <a:pt x="305" y="2061"/>
                  </a:cubicBezTo>
                  <a:lnTo>
                    <a:pt x="1584" y="245"/>
                  </a:lnTo>
                  <a:cubicBezTo>
                    <a:pt x="1634" y="175"/>
                    <a:pt x="1615" y="79"/>
                    <a:pt x="1545" y="29"/>
                  </a:cubicBezTo>
                  <a:cubicBezTo>
                    <a:pt x="1519" y="10"/>
                    <a:pt x="1487" y="1"/>
                    <a:pt x="145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8"/>
            <p:cNvSpPr/>
            <p:nvPr/>
          </p:nvSpPr>
          <p:spPr>
            <a:xfrm>
              <a:off x="1672350" y="2716738"/>
              <a:ext cx="28575" cy="35725"/>
            </a:xfrm>
            <a:custGeom>
              <a:rect b="b" l="l" r="r" t="t"/>
              <a:pathLst>
                <a:path extrusionOk="0" h="1429" w="1143">
                  <a:moveTo>
                    <a:pt x="967" y="0"/>
                  </a:moveTo>
                  <a:cubicBezTo>
                    <a:pt x="917" y="0"/>
                    <a:pt x="869" y="23"/>
                    <a:pt x="838" y="66"/>
                  </a:cubicBezTo>
                  <a:lnTo>
                    <a:pt x="51" y="1183"/>
                  </a:lnTo>
                  <a:cubicBezTo>
                    <a:pt x="1" y="1253"/>
                    <a:pt x="19" y="1350"/>
                    <a:pt x="88" y="1400"/>
                  </a:cubicBezTo>
                  <a:cubicBezTo>
                    <a:pt x="115" y="1419"/>
                    <a:pt x="148" y="1429"/>
                    <a:pt x="178" y="1429"/>
                  </a:cubicBezTo>
                  <a:cubicBezTo>
                    <a:pt x="227" y="1429"/>
                    <a:pt x="274" y="1407"/>
                    <a:pt x="305" y="1362"/>
                  </a:cubicBezTo>
                  <a:lnTo>
                    <a:pt x="1092" y="244"/>
                  </a:lnTo>
                  <a:cubicBezTo>
                    <a:pt x="1142" y="174"/>
                    <a:pt x="1124" y="77"/>
                    <a:pt x="1055" y="27"/>
                  </a:cubicBezTo>
                  <a:cubicBezTo>
                    <a:pt x="1028" y="9"/>
                    <a:pt x="997" y="0"/>
                    <a:pt x="96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8"/>
            <p:cNvSpPr/>
            <p:nvPr/>
          </p:nvSpPr>
          <p:spPr>
            <a:xfrm>
              <a:off x="1687650" y="2727488"/>
              <a:ext cx="28525" cy="35725"/>
            </a:xfrm>
            <a:custGeom>
              <a:rect b="b" l="l" r="r" t="t"/>
              <a:pathLst>
                <a:path extrusionOk="0" h="1429" w="1141">
                  <a:moveTo>
                    <a:pt x="964" y="1"/>
                  </a:moveTo>
                  <a:cubicBezTo>
                    <a:pt x="916" y="1"/>
                    <a:pt x="868" y="23"/>
                    <a:pt x="838" y="66"/>
                  </a:cubicBezTo>
                  <a:lnTo>
                    <a:pt x="49" y="1185"/>
                  </a:lnTo>
                  <a:cubicBezTo>
                    <a:pt x="0" y="1253"/>
                    <a:pt x="17" y="1350"/>
                    <a:pt x="87" y="1400"/>
                  </a:cubicBezTo>
                  <a:cubicBezTo>
                    <a:pt x="115" y="1420"/>
                    <a:pt x="146" y="1429"/>
                    <a:pt x="176" y="1429"/>
                  </a:cubicBezTo>
                  <a:cubicBezTo>
                    <a:pt x="225" y="1429"/>
                    <a:pt x="273" y="1406"/>
                    <a:pt x="303" y="1363"/>
                  </a:cubicBezTo>
                  <a:lnTo>
                    <a:pt x="1090" y="244"/>
                  </a:lnTo>
                  <a:cubicBezTo>
                    <a:pt x="1140" y="174"/>
                    <a:pt x="1123" y="79"/>
                    <a:pt x="1053" y="29"/>
                  </a:cubicBezTo>
                  <a:cubicBezTo>
                    <a:pt x="1026" y="10"/>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8"/>
            <p:cNvSpPr/>
            <p:nvPr/>
          </p:nvSpPr>
          <p:spPr>
            <a:xfrm>
              <a:off x="1755200" y="2757638"/>
              <a:ext cx="40800" cy="53175"/>
            </a:xfrm>
            <a:custGeom>
              <a:rect b="b" l="l" r="r" t="t"/>
              <a:pathLst>
                <a:path extrusionOk="0" h="2127" w="1632">
                  <a:moveTo>
                    <a:pt x="1457" y="0"/>
                  </a:moveTo>
                  <a:cubicBezTo>
                    <a:pt x="1408" y="0"/>
                    <a:pt x="1360" y="23"/>
                    <a:pt x="1329" y="66"/>
                  </a:cubicBezTo>
                  <a:lnTo>
                    <a:pt x="50" y="1882"/>
                  </a:lnTo>
                  <a:cubicBezTo>
                    <a:pt x="0" y="1952"/>
                    <a:pt x="17" y="2048"/>
                    <a:pt x="87" y="2098"/>
                  </a:cubicBezTo>
                  <a:cubicBezTo>
                    <a:pt x="115" y="2118"/>
                    <a:pt x="146" y="2126"/>
                    <a:pt x="177" y="2126"/>
                  </a:cubicBezTo>
                  <a:cubicBezTo>
                    <a:pt x="225" y="2126"/>
                    <a:pt x="273" y="2103"/>
                    <a:pt x="303" y="2060"/>
                  </a:cubicBezTo>
                  <a:lnTo>
                    <a:pt x="1582" y="244"/>
                  </a:lnTo>
                  <a:cubicBezTo>
                    <a:pt x="1632" y="174"/>
                    <a:pt x="1615" y="77"/>
                    <a:pt x="1545" y="27"/>
                  </a:cubicBezTo>
                  <a:cubicBezTo>
                    <a:pt x="1518" y="9"/>
                    <a:pt x="1487" y="0"/>
                    <a:pt x="145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8"/>
            <p:cNvSpPr/>
            <p:nvPr/>
          </p:nvSpPr>
          <p:spPr>
            <a:xfrm>
              <a:off x="1721750" y="2751563"/>
              <a:ext cx="28550" cy="35725"/>
            </a:xfrm>
            <a:custGeom>
              <a:rect b="b" l="l" r="r" t="t"/>
              <a:pathLst>
                <a:path extrusionOk="0" h="1429" w="1142">
                  <a:moveTo>
                    <a:pt x="966" y="0"/>
                  </a:moveTo>
                  <a:cubicBezTo>
                    <a:pt x="917" y="0"/>
                    <a:pt x="869" y="23"/>
                    <a:pt x="838" y="66"/>
                  </a:cubicBezTo>
                  <a:lnTo>
                    <a:pt x="49" y="1183"/>
                  </a:lnTo>
                  <a:cubicBezTo>
                    <a:pt x="1" y="1253"/>
                    <a:pt x="18" y="1350"/>
                    <a:pt x="88" y="1400"/>
                  </a:cubicBezTo>
                  <a:cubicBezTo>
                    <a:pt x="114" y="1419"/>
                    <a:pt x="147" y="1429"/>
                    <a:pt x="177" y="1429"/>
                  </a:cubicBezTo>
                  <a:cubicBezTo>
                    <a:pt x="225" y="1429"/>
                    <a:pt x="274" y="1405"/>
                    <a:pt x="304" y="1362"/>
                  </a:cubicBezTo>
                  <a:lnTo>
                    <a:pt x="1091" y="244"/>
                  </a:lnTo>
                  <a:cubicBezTo>
                    <a:pt x="1141" y="174"/>
                    <a:pt x="1124" y="77"/>
                    <a:pt x="1054" y="27"/>
                  </a:cubicBezTo>
                  <a:cubicBezTo>
                    <a:pt x="1027" y="9"/>
                    <a:pt x="996"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8"/>
            <p:cNvSpPr/>
            <p:nvPr/>
          </p:nvSpPr>
          <p:spPr>
            <a:xfrm>
              <a:off x="1737000" y="2762263"/>
              <a:ext cx="28575" cy="35750"/>
            </a:xfrm>
            <a:custGeom>
              <a:rect b="b" l="l" r="r" t="t"/>
              <a:pathLst>
                <a:path extrusionOk="0" h="1430" w="1143">
                  <a:moveTo>
                    <a:pt x="967" y="1"/>
                  </a:moveTo>
                  <a:cubicBezTo>
                    <a:pt x="918" y="1"/>
                    <a:pt x="869" y="23"/>
                    <a:pt x="838" y="66"/>
                  </a:cubicBezTo>
                  <a:lnTo>
                    <a:pt x="51" y="1184"/>
                  </a:lnTo>
                  <a:cubicBezTo>
                    <a:pt x="1" y="1254"/>
                    <a:pt x="20" y="1351"/>
                    <a:pt x="88" y="1401"/>
                  </a:cubicBezTo>
                  <a:cubicBezTo>
                    <a:pt x="115" y="1420"/>
                    <a:pt x="147" y="1430"/>
                    <a:pt x="178" y="1430"/>
                  </a:cubicBezTo>
                  <a:cubicBezTo>
                    <a:pt x="227" y="1430"/>
                    <a:pt x="274" y="1405"/>
                    <a:pt x="305" y="1362"/>
                  </a:cubicBezTo>
                  <a:lnTo>
                    <a:pt x="1093" y="245"/>
                  </a:lnTo>
                  <a:cubicBezTo>
                    <a:pt x="1143" y="175"/>
                    <a:pt x="1124" y="78"/>
                    <a:pt x="1055" y="28"/>
                  </a:cubicBezTo>
                  <a:cubicBezTo>
                    <a:pt x="1028" y="10"/>
                    <a:pt x="997" y="1"/>
                    <a:pt x="967"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8"/>
            <p:cNvSpPr/>
            <p:nvPr/>
          </p:nvSpPr>
          <p:spPr>
            <a:xfrm>
              <a:off x="1804550" y="2792413"/>
              <a:ext cx="40850" cy="53175"/>
            </a:xfrm>
            <a:custGeom>
              <a:rect b="b" l="l" r="r" t="t"/>
              <a:pathLst>
                <a:path extrusionOk="0" h="2127" w="1634">
                  <a:moveTo>
                    <a:pt x="1458" y="1"/>
                  </a:moveTo>
                  <a:cubicBezTo>
                    <a:pt x="1409" y="1"/>
                    <a:pt x="1360" y="23"/>
                    <a:pt x="1330" y="65"/>
                  </a:cubicBezTo>
                  <a:lnTo>
                    <a:pt x="51" y="1882"/>
                  </a:lnTo>
                  <a:cubicBezTo>
                    <a:pt x="1" y="1952"/>
                    <a:pt x="19" y="2048"/>
                    <a:pt x="88" y="2098"/>
                  </a:cubicBezTo>
                  <a:cubicBezTo>
                    <a:pt x="115" y="2118"/>
                    <a:pt x="148" y="2127"/>
                    <a:pt x="178" y="2127"/>
                  </a:cubicBezTo>
                  <a:cubicBezTo>
                    <a:pt x="227" y="2127"/>
                    <a:pt x="275" y="2104"/>
                    <a:pt x="305" y="2061"/>
                  </a:cubicBezTo>
                  <a:lnTo>
                    <a:pt x="1584" y="244"/>
                  </a:lnTo>
                  <a:cubicBezTo>
                    <a:pt x="1634" y="175"/>
                    <a:pt x="1615" y="78"/>
                    <a:pt x="1547" y="28"/>
                  </a:cubicBezTo>
                  <a:cubicBezTo>
                    <a:pt x="1520" y="10"/>
                    <a:pt x="1489" y="1"/>
                    <a:pt x="1458"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8"/>
            <p:cNvSpPr/>
            <p:nvPr/>
          </p:nvSpPr>
          <p:spPr>
            <a:xfrm>
              <a:off x="1771150" y="2786338"/>
              <a:ext cx="28575" cy="35725"/>
            </a:xfrm>
            <a:custGeom>
              <a:rect b="b" l="l" r="r" t="t"/>
              <a:pathLst>
                <a:path extrusionOk="0" h="1429" w="1143">
                  <a:moveTo>
                    <a:pt x="966" y="1"/>
                  </a:moveTo>
                  <a:cubicBezTo>
                    <a:pt x="917" y="1"/>
                    <a:pt x="869" y="23"/>
                    <a:pt x="840" y="65"/>
                  </a:cubicBezTo>
                  <a:lnTo>
                    <a:pt x="51" y="1184"/>
                  </a:lnTo>
                  <a:cubicBezTo>
                    <a:pt x="1" y="1254"/>
                    <a:pt x="19" y="1350"/>
                    <a:pt x="89" y="1400"/>
                  </a:cubicBezTo>
                  <a:cubicBezTo>
                    <a:pt x="115" y="1420"/>
                    <a:pt x="148" y="1428"/>
                    <a:pt x="178" y="1428"/>
                  </a:cubicBezTo>
                  <a:cubicBezTo>
                    <a:pt x="227" y="1428"/>
                    <a:pt x="275" y="1405"/>
                    <a:pt x="305" y="1362"/>
                  </a:cubicBezTo>
                  <a:lnTo>
                    <a:pt x="1093" y="244"/>
                  </a:lnTo>
                  <a:cubicBezTo>
                    <a:pt x="1143" y="175"/>
                    <a:pt x="1125" y="78"/>
                    <a:pt x="1055" y="28"/>
                  </a:cubicBezTo>
                  <a:cubicBezTo>
                    <a:pt x="1028" y="10"/>
                    <a:pt x="997" y="1"/>
                    <a:pt x="96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8"/>
            <p:cNvSpPr/>
            <p:nvPr/>
          </p:nvSpPr>
          <p:spPr>
            <a:xfrm>
              <a:off x="1786425" y="2797063"/>
              <a:ext cx="28525" cy="35700"/>
            </a:xfrm>
            <a:custGeom>
              <a:rect b="b" l="l" r="r" t="t"/>
              <a:pathLst>
                <a:path extrusionOk="0" h="1428" w="1141">
                  <a:moveTo>
                    <a:pt x="964" y="1"/>
                  </a:moveTo>
                  <a:cubicBezTo>
                    <a:pt x="916" y="1"/>
                    <a:pt x="868" y="23"/>
                    <a:pt x="837" y="65"/>
                  </a:cubicBezTo>
                  <a:lnTo>
                    <a:pt x="50" y="1183"/>
                  </a:lnTo>
                  <a:cubicBezTo>
                    <a:pt x="0" y="1254"/>
                    <a:pt x="17" y="1349"/>
                    <a:pt x="87" y="1399"/>
                  </a:cubicBezTo>
                  <a:cubicBezTo>
                    <a:pt x="114" y="1419"/>
                    <a:pt x="146" y="1428"/>
                    <a:pt x="176" y="1428"/>
                  </a:cubicBezTo>
                  <a:cubicBezTo>
                    <a:pt x="224" y="1428"/>
                    <a:pt x="273" y="1406"/>
                    <a:pt x="303" y="1362"/>
                  </a:cubicBezTo>
                  <a:lnTo>
                    <a:pt x="1090" y="243"/>
                  </a:lnTo>
                  <a:cubicBezTo>
                    <a:pt x="1140" y="175"/>
                    <a:pt x="1123" y="78"/>
                    <a:pt x="1053" y="28"/>
                  </a:cubicBezTo>
                  <a:cubicBezTo>
                    <a:pt x="1026" y="9"/>
                    <a:pt x="995" y="1"/>
                    <a:pt x="96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8"/>
            <p:cNvSpPr/>
            <p:nvPr/>
          </p:nvSpPr>
          <p:spPr>
            <a:xfrm>
              <a:off x="1853950" y="2827188"/>
              <a:ext cx="40825" cy="53200"/>
            </a:xfrm>
            <a:custGeom>
              <a:rect b="b" l="l" r="r" t="t"/>
              <a:pathLst>
                <a:path extrusionOk="0" h="2128" w="1633">
                  <a:moveTo>
                    <a:pt x="1456" y="0"/>
                  </a:moveTo>
                  <a:cubicBezTo>
                    <a:pt x="1408" y="0"/>
                    <a:pt x="1360" y="23"/>
                    <a:pt x="1330" y="66"/>
                  </a:cubicBezTo>
                  <a:lnTo>
                    <a:pt x="51" y="1883"/>
                  </a:lnTo>
                  <a:cubicBezTo>
                    <a:pt x="1" y="1952"/>
                    <a:pt x="18" y="2049"/>
                    <a:pt x="88" y="2099"/>
                  </a:cubicBezTo>
                  <a:cubicBezTo>
                    <a:pt x="115" y="2119"/>
                    <a:pt x="147" y="2127"/>
                    <a:pt x="178" y="2127"/>
                  </a:cubicBezTo>
                  <a:cubicBezTo>
                    <a:pt x="228" y="2127"/>
                    <a:pt x="274" y="2103"/>
                    <a:pt x="304" y="2062"/>
                  </a:cubicBezTo>
                  <a:lnTo>
                    <a:pt x="1583" y="244"/>
                  </a:lnTo>
                  <a:cubicBezTo>
                    <a:pt x="1633" y="174"/>
                    <a:pt x="1615" y="79"/>
                    <a:pt x="1545" y="29"/>
                  </a:cubicBezTo>
                  <a:cubicBezTo>
                    <a:pt x="1518" y="10"/>
                    <a:pt x="1487" y="0"/>
                    <a:pt x="145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8"/>
            <p:cNvSpPr/>
            <p:nvPr/>
          </p:nvSpPr>
          <p:spPr>
            <a:xfrm>
              <a:off x="1820550" y="2821113"/>
              <a:ext cx="28575" cy="35725"/>
            </a:xfrm>
            <a:custGeom>
              <a:rect b="b" l="l" r="r" t="t"/>
              <a:pathLst>
                <a:path extrusionOk="0" h="1429" w="1143">
                  <a:moveTo>
                    <a:pt x="965" y="1"/>
                  </a:moveTo>
                  <a:cubicBezTo>
                    <a:pt x="917" y="1"/>
                    <a:pt x="869" y="23"/>
                    <a:pt x="838" y="66"/>
                  </a:cubicBezTo>
                  <a:lnTo>
                    <a:pt x="51" y="1185"/>
                  </a:lnTo>
                  <a:cubicBezTo>
                    <a:pt x="1" y="1253"/>
                    <a:pt x="18" y="1350"/>
                    <a:pt x="88" y="1400"/>
                  </a:cubicBezTo>
                  <a:cubicBezTo>
                    <a:pt x="115" y="1420"/>
                    <a:pt x="147" y="1429"/>
                    <a:pt x="178" y="1429"/>
                  </a:cubicBezTo>
                  <a:cubicBezTo>
                    <a:pt x="225" y="1429"/>
                    <a:pt x="274" y="1406"/>
                    <a:pt x="304" y="1363"/>
                  </a:cubicBezTo>
                  <a:lnTo>
                    <a:pt x="1093" y="244"/>
                  </a:lnTo>
                  <a:cubicBezTo>
                    <a:pt x="1143" y="174"/>
                    <a:pt x="1124" y="79"/>
                    <a:pt x="1054" y="29"/>
                  </a:cubicBezTo>
                  <a:cubicBezTo>
                    <a:pt x="1027" y="10"/>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8"/>
            <p:cNvSpPr/>
            <p:nvPr/>
          </p:nvSpPr>
          <p:spPr>
            <a:xfrm>
              <a:off x="1835825" y="2831888"/>
              <a:ext cx="28550" cy="35700"/>
            </a:xfrm>
            <a:custGeom>
              <a:rect b="b" l="l" r="r" t="t"/>
              <a:pathLst>
                <a:path extrusionOk="0" h="1428" w="1142">
                  <a:moveTo>
                    <a:pt x="965" y="1"/>
                  </a:moveTo>
                  <a:cubicBezTo>
                    <a:pt x="916" y="1"/>
                    <a:pt x="868" y="23"/>
                    <a:pt x="837" y="65"/>
                  </a:cubicBezTo>
                  <a:lnTo>
                    <a:pt x="50" y="1184"/>
                  </a:lnTo>
                  <a:cubicBezTo>
                    <a:pt x="0" y="1254"/>
                    <a:pt x="19" y="1349"/>
                    <a:pt x="87" y="1399"/>
                  </a:cubicBezTo>
                  <a:cubicBezTo>
                    <a:pt x="114" y="1419"/>
                    <a:pt x="147" y="1428"/>
                    <a:pt x="177" y="1428"/>
                  </a:cubicBezTo>
                  <a:cubicBezTo>
                    <a:pt x="226" y="1428"/>
                    <a:pt x="274" y="1405"/>
                    <a:pt x="304" y="1362"/>
                  </a:cubicBezTo>
                  <a:lnTo>
                    <a:pt x="1092" y="243"/>
                  </a:lnTo>
                  <a:cubicBezTo>
                    <a:pt x="1142" y="175"/>
                    <a:pt x="1123" y="78"/>
                    <a:pt x="1055" y="28"/>
                  </a:cubicBezTo>
                  <a:cubicBezTo>
                    <a:pt x="1027" y="9"/>
                    <a:pt x="996" y="1"/>
                    <a:pt x="965"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8"/>
            <p:cNvSpPr/>
            <p:nvPr/>
          </p:nvSpPr>
          <p:spPr>
            <a:xfrm>
              <a:off x="1903400" y="2862013"/>
              <a:ext cx="40825" cy="53175"/>
            </a:xfrm>
            <a:custGeom>
              <a:rect b="b" l="l" r="r" t="t"/>
              <a:pathLst>
                <a:path extrusionOk="0" h="2127" w="1633">
                  <a:moveTo>
                    <a:pt x="1456" y="1"/>
                  </a:moveTo>
                  <a:cubicBezTo>
                    <a:pt x="1407" y="1"/>
                    <a:pt x="1360" y="23"/>
                    <a:pt x="1329" y="66"/>
                  </a:cubicBezTo>
                  <a:lnTo>
                    <a:pt x="50" y="1880"/>
                  </a:lnTo>
                  <a:cubicBezTo>
                    <a:pt x="0" y="1950"/>
                    <a:pt x="18" y="2048"/>
                    <a:pt x="88" y="2098"/>
                  </a:cubicBezTo>
                  <a:cubicBezTo>
                    <a:pt x="115" y="2116"/>
                    <a:pt x="146" y="2126"/>
                    <a:pt x="176" y="2126"/>
                  </a:cubicBezTo>
                  <a:cubicBezTo>
                    <a:pt x="225" y="2126"/>
                    <a:pt x="273" y="2102"/>
                    <a:pt x="303" y="2059"/>
                  </a:cubicBezTo>
                  <a:lnTo>
                    <a:pt x="1582" y="244"/>
                  </a:lnTo>
                  <a:cubicBezTo>
                    <a:pt x="1632" y="174"/>
                    <a:pt x="1615" y="79"/>
                    <a:pt x="1545" y="29"/>
                  </a:cubicBezTo>
                  <a:cubicBezTo>
                    <a:pt x="1518" y="10"/>
                    <a:pt x="1487" y="1"/>
                    <a:pt x="1456"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8"/>
            <p:cNvSpPr/>
            <p:nvPr/>
          </p:nvSpPr>
          <p:spPr>
            <a:xfrm>
              <a:off x="1869925" y="2855913"/>
              <a:ext cx="28575" cy="35725"/>
            </a:xfrm>
            <a:custGeom>
              <a:rect b="b" l="l" r="r" t="t"/>
              <a:pathLst>
                <a:path extrusionOk="0" h="1429" w="1143">
                  <a:moveTo>
                    <a:pt x="966" y="0"/>
                  </a:moveTo>
                  <a:cubicBezTo>
                    <a:pt x="917" y="0"/>
                    <a:pt x="870" y="23"/>
                    <a:pt x="839" y="65"/>
                  </a:cubicBezTo>
                  <a:lnTo>
                    <a:pt x="51" y="1183"/>
                  </a:lnTo>
                  <a:cubicBezTo>
                    <a:pt x="1" y="1253"/>
                    <a:pt x="19" y="1350"/>
                    <a:pt x="89" y="1400"/>
                  </a:cubicBezTo>
                  <a:cubicBezTo>
                    <a:pt x="115" y="1419"/>
                    <a:pt x="148" y="1429"/>
                    <a:pt x="178" y="1429"/>
                  </a:cubicBezTo>
                  <a:cubicBezTo>
                    <a:pt x="228" y="1429"/>
                    <a:pt x="275" y="1406"/>
                    <a:pt x="305" y="1361"/>
                  </a:cubicBezTo>
                  <a:lnTo>
                    <a:pt x="1092" y="244"/>
                  </a:lnTo>
                  <a:cubicBezTo>
                    <a:pt x="1142" y="174"/>
                    <a:pt x="1125" y="78"/>
                    <a:pt x="1055" y="28"/>
                  </a:cubicBezTo>
                  <a:cubicBezTo>
                    <a:pt x="1028" y="9"/>
                    <a:pt x="997" y="0"/>
                    <a:pt x="966"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8"/>
            <p:cNvSpPr/>
            <p:nvPr/>
          </p:nvSpPr>
          <p:spPr>
            <a:xfrm>
              <a:off x="1885225" y="2866663"/>
              <a:ext cx="28550" cy="35725"/>
            </a:xfrm>
            <a:custGeom>
              <a:rect b="b" l="l" r="r" t="t"/>
              <a:pathLst>
                <a:path extrusionOk="0" h="1429" w="1142">
                  <a:moveTo>
                    <a:pt x="965" y="0"/>
                  </a:moveTo>
                  <a:cubicBezTo>
                    <a:pt x="916" y="0"/>
                    <a:pt x="868" y="23"/>
                    <a:pt x="837" y="66"/>
                  </a:cubicBezTo>
                  <a:lnTo>
                    <a:pt x="50" y="1184"/>
                  </a:lnTo>
                  <a:cubicBezTo>
                    <a:pt x="0" y="1253"/>
                    <a:pt x="17" y="1350"/>
                    <a:pt x="87" y="1400"/>
                  </a:cubicBezTo>
                  <a:cubicBezTo>
                    <a:pt x="114" y="1420"/>
                    <a:pt x="146" y="1429"/>
                    <a:pt x="177" y="1429"/>
                  </a:cubicBezTo>
                  <a:cubicBezTo>
                    <a:pt x="224" y="1429"/>
                    <a:pt x="273" y="1406"/>
                    <a:pt x="303" y="1363"/>
                  </a:cubicBezTo>
                  <a:lnTo>
                    <a:pt x="1092" y="244"/>
                  </a:lnTo>
                  <a:cubicBezTo>
                    <a:pt x="1142" y="174"/>
                    <a:pt x="1123" y="78"/>
                    <a:pt x="1053" y="28"/>
                  </a:cubicBezTo>
                  <a:cubicBezTo>
                    <a:pt x="1026" y="9"/>
                    <a:pt x="995" y="0"/>
                    <a:pt x="965"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8"/>
            <p:cNvSpPr/>
            <p:nvPr/>
          </p:nvSpPr>
          <p:spPr>
            <a:xfrm>
              <a:off x="1553700" y="2387213"/>
              <a:ext cx="32625" cy="41525"/>
            </a:xfrm>
            <a:custGeom>
              <a:rect b="b" l="l" r="r" t="t"/>
              <a:pathLst>
                <a:path extrusionOk="0" h="1661" w="1305">
                  <a:moveTo>
                    <a:pt x="1129" y="0"/>
                  </a:moveTo>
                  <a:cubicBezTo>
                    <a:pt x="1081" y="0"/>
                    <a:pt x="1033" y="23"/>
                    <a:pt x="1002" y="66"/>
                  </a:cubicBezTo>
                  <a:lnTo>
                    <a:pt x="49" y="1416"/>
                  </a:lnTo>
                  <a:cubicBezTo>
                    <a:pt x="0" y="1485"/>
                    <a:pt x="17" y="1582"/>
                    <a:pt x="87" y="1632"/>
                  </a:cubicBezTo>
                  <a:cubicBezTo>
                    <a:pt x="114" y="1652"/>
                    <a:pt x="146" y="1660"/>
                    <a:pt x="176" y="1660"/>
                  </a:cubicBezTo>
                  <a:cubicBezTo>
                    <a:pt x="225" y="1660"/>
                    <a:pt x="273" y="1638"/>
                    <a:pt x="303" y="1595"/>
                  </a:cubicBezTo>
                  <a:lnTo>
                    <a:pt x="1255" y="244"/>
                  </a:lnTo>
                  <a:cubicBezTo>
                    <a:pt x="1305" y="174"/>
                    <a:pt x="1288" y="77"/>
                    <a:pt x="1218" y="27"/>
                  </a:cubicBezTo>
                  <a:cubicBezTo>
                    <a:pt x="1191" y="9"/>
                    <a:pt x="1160" y="0"/>
                    <a:pt x="1129"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8"/>
            <p:cNvSpPr/>
            <p:nvPr/>
          </p:nvSpPr>
          <p:spPr>
            <a:xfrm>
              <a:off x="1548650" y="2392163"/>
              <a:ext cx="42675" cy="31575"/>
            </a:xfrm>
            <a:custGeom>
              <a:rect b="b" l="l" r="r" t="t"/>
              <a:pathLst>
                <a:path extrusionOk="0" h="1263" w="1707">
                  <a:moveTo>
                    <a:pt x="179" y="1"/>
                  </a:moveTo>
                  <a:cubicBezTo>
                    <a:pt x="130" y="1"/>
                    <a:pt x="81" y="23"/>
                    <a:pt x="51" y="66"/>
                  </a:cubicBezTo>
                  <a:cubicBezTo>
                    <a:pt x="1" y="135"/>
                    <a:pt x="19" y="232"/>
                    <a:pt x="89" y="282"/>
                  </a:cubicBezTo>
                  <a:lnTo>
                    <a:pt x="1441" y="1234"/>
                  </a:lnTo>
                  <a:cubicBezTo>
                    <a:pt x="1468" y="1254"/>
                    <a:pt x="1500" y="1262"/>
                    <a:pt x="1531" y="1262"/>
                  </a:cubicBezTo>
                  <a:cubicBezTo>
                    <a:pt x="1578" y="1262"/>
                    <a:pt x="1627" y="1239"/>
                    <a:pt x="1657" y="1197"/>
                  </a:cubicBezTo>
                  <a:cubicBezTo>
                    <a:pt x="1707" y="1127"/>
                    <a:pt x="1690" y="1029"/>
                    <a:pt x="1620" y="979"/>
                  </a:cubicBezTo>
                  <a:lnTo>
                    <a:pt x="268" y="28"/>
                  </a:lnTo>
                  <a:cubicBezTo>
                    <a:pt x="241" y="10"/>
                    <a:pt x="210" y="1"/>
                    <a:pt x="179"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7" name="Google Shape;5607;p68"/>
          <p:cNvGrpSpPr/>
          <p:nvPr/>
        </p:nvGrpSpPr>
        <p:grpSpPr>
          <a:xfrm>
            <a:off x="832738" y="3193038"/>
            <a:ext cx="491350" cy="799475"/>
            <a:chOff x="2865675" y="4906313"/>
            <a:chExt cx="491350" cy="799475"/>
          </a:xfrm>
        </p:grpSpPr>
        <p:sp>
          <p:nvSpPr>
            <p:cNvPr id="5608" name="Google Shape;5608;p68"/>
            <p:cNvSpPr/>
            <p:nvPr/>
          </p:nvSpPr>
          <p:spPr>
            <a:xfrm>
              <a:off x="2884425" y="4909613"/>
              <a:ext cx="472600" cy="791700"/>
            </a:xfrm>
            <a:custGeom>
              <a:rect b="b" l="l" r="r" t="t"/>
              <a:pathLst>
                <a:path extrusionOk="0" h="31668" w="18904">
                  <a:moveTo>
                    <a:pt x="11591" y="1"/>
                  </a:moveTo>
                  <a:lnTo>
                    <a:pt x="0" y="2953"/>
                  </a:lnTo>
                  <a:lnTo>
                    <a:pt x="7313" y="31668"/>
                  </a:lnTo>
                  <a:lnTo>
                    <a:pt x="18904" y="28716"/>
                  </a:lnTo>
                  <a:lnTo>
                    <a:pt x="115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8"/>
            <p:cNvSpPr/>
            <p:nvPr/>
          </p:nvSpPr>
          <p:spPr>
            <a:xfrm>
              <a:off x="2915425" y="4935788"/>
              <a:ext cx="413200" cy="735875"/>
            </a:xfrm>
            <a:custGeom>
              <a:rect b="b" l="l" r="r" t="t"/>
              <a:pathLst>
                <a:path extrusionOk="0" h="29435" w="16528">
                  <a:moveTo>
                    <a:pt x="9656" y="1"/>
                  </a:moveTo>
                  <a:lnTo>
                    <a:pt x="0" y="2461"/>
                  </a:lnTo>
                  <a:lnTo>
                    <a:pt x="0" y="5815"/>
                  </a:lnTo>
                  <a:lnTo>
                    <a:pt x="6016" y="29435"/>
                  </a:lnTo>
                  <a:lnTo>
                    <a:pt x="6870" y="29435"/>
                  </a:lnTo>
                  <a:lnTo>
                    <a:pt x="16528" y="26977"/>
                  </a:lnTo>
                  <a:lnTo>
                    <a:pt x="16528" y="23622"/>
                  </a:lnTo>
                  <a:lnTo>
                    <a:pt x="1051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8"/>
            <p:cNvSpPr/>
            <p:nvPr/>
          </p:nvSpPr>
          <p:spPr>
            <a:xfrm>
              <a:off x="3037575" y="5510663"/>
              <a:ext cx="296200" cy="98850"/>
            </a:xfrm>
            <a:custGeom>
              <a:rect b="b" l="l" r="r" t="t"/>
              <a:pathLst>
                <a:path extrusionOk="0" h="3954" w="11848">
                  <a:moveTo>
                    <a:pt x="11592" y="0"/>
                  </a:moveTo>
                  <a:lnTo>
                    <a:pt x="1" y="2952"/>
                  </a:lnTo>
                  <a:lnTo>
                    <a:pt x="255" y="3954"/>
                  </a:lnTo>
                  <a:lnTo>
                    <a:pt x="11847" y="1002"/>
                  </a:lnTo>
                  <a:lnTo>
                    <a:pt x="1159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8"/>
            <p:cNvSpPr/>
            <p:nvPr/>
          </p:nvSpPr>
          <p:spPr>
            <a:xfrm>
              <a:off x="3050125" y="5560238"/>
              <a:ext cx="296175" cy="98825"/>
            </a:xfrm>
            <a:custGeom>
              <a:rect b="b" l="l" r="r" t="t"/>
              <a:pathLst>
                <a:path extrusionOk="0" h="3953" w="11847">
                  <a:moveTo>
                    <a:pt x="11593" y="0"/>
                  </a:moveTo>
                  <a:lnTo>
                    <a:pt x="1" y="2952"/>
                  </a:lnTo>
                  <a:lnTo>
                    <a:pt x="256" y="3952"/>
                  </a:lnTo>
                  <a:lnTo>
                    <a:pt x="11847" y="1000"/>
                  </a:lnTo>
                  <a:lnTo>
                    <a:pt x="1159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8"/>
            <p:cNvSpPr/>
            <p:nvPr/>
          </p:nvSpPr>
          <p:spPr>
            <a:xfrm>
              <a:off x="2893750" y="4946663"/>
              <a:ext cx="296175" cy="98825"/>
            </a:xfrm>
            <a:custGeom>
              <a:rect b="b" l="l" r="r" t="t"/>
              <a:pathLst>
                <a:path extrusionOk="0" h="3953" w="11847">
                  <a:moveTo>
                    <a:pt x="11591" y="0"/>
                  </a:moveTo>
                  <a:lnTo>
                    <a:pt x="0" y="2952"/>
                  </a:lnTo>
                  <a:lnTo>
                    <a:pt x="254" y="3952"/>
                  </a:lnTo>
                  <a:lnTo>
                    <a:pt x="11847" y="1000"/>
                  </a:lnTo>
                  <a:lnTo>
                    <a:pt x="115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8"/>
            <p:cNvSpPr/>
            <p:nvPr/>
          </p:nvSpPr>
          <p:spPr>
            <a:xfrm>
              <a:off x="2906250" y="4996463"/>
              <a:ext cx="296175" cy="98850"/>
            </a:xfrm>
            <a:custGeom>
              <a:rect b="b" l="l" r="r" t="t"/>
              <a:pathLst>
                <a:path extrusionOk="0" h="3954" w="11847">
                  <a:moveTo>
                    <a:pt x="11591" y="0"/>
                  </a:moveTo>
                  <a:lnTo>
                    <a:pt x="0" y="2953"/>
                  </a:lnTo>
                  <a:lnTo>
                    <a:pt x="256" y="3954"/>
                  </a:lnTo>
                  <a:lnTo>
                    <a:pt x="11847" y="1000"/>
                  </a:lnTo>
                  <a:lnTo>
                    <a:pt x="115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8"/>
            <p:cNvSpPr/>
            <p:nvPr/>
          </p:nvSpPr>
          <p:spPr>
            <a:xfrm>
              <a:off x="2865675" y="4906313"/>
              <a:ext cx="480675" cy="799475"/>
            </a:xfrm>
            <a:custGeom>
              <a:rect b="b" l="l" r="r" t="t"/>
              <a:pathLst>
                <a:path extrusionOk="0" h="31979" w="19227">
                  <a:moveTo>
                    <a:pt x="11638" y="344"/>
                  </a:moveTo>
                  <a:lnTo>
                    <a:pt x="18875" y="28761"/>
                  </a:lnTo>
                  <a:lnTo>
                    <a:pt x="7584" y="31635"/>
                  </a:lnTo>
                  <a:lnTo>
                    <a:pt x="347" y="3220"/>
                  </a:lnTo>
                  <a:lnTo>
                    <a:pt x="11638" y="344"/>
                  </a:lnTo>
                  <a:close/>
                  <a:moveTo>
                    <a:pt x="11751" y="1"/>
                  </a:moveTo>
                  <a:cubicBezTo>
                    <a:pt x="11738" y="1"/>
                    <a:pt x="11725" y="2"/>
                    <a:pt x="11712" y="5"/>
                  </a:cubicBezTo>
                  <a:lnTo>
                    <a:pt x="123" y="2957"/>
                  </a:lnTo>
                  <a:cubicBezTo>
                    <a:pt x="83" y="2967"/>
                    <a:pt x="50" y="2993"/>
                    <a:pt x="29" y="3029"/>
                  </a:cubicBezTo>
                  <a:cubicBezTo>
                    <a:pt x="7" y="3065"/>
                    <a:pt x="0" y="3107"/>
                    <a:pt x="10" y="3146"/>
                  </a:cubicBezTo>
                  <a:lnTo>
                    <a:pt x="7324" y="31863"/>
                  </a:lnTo>
                  <a:cubicBezTo>
                    <a:pt x="7341" y="31933"/>
                    <a:pt x="7404" y="31978"/>
                    <a:pt x="7474" y="31978"/>
                  </a:cubicBezTo>
                  <a:cubicBezTo>
                    <a:pt x="7487" y="31978"/>
                    <a:pt x="7499" y="31977"/>
                    <a:pt x="7513" y="31975"/>
                  </a:cubicBezTo>
                  <a:lnTo>
                    <a:pt x="19103" y="29023"/>
                  </a:lnTo>
                  <a:cubicBezTo>
                    <a:pt x="19142" y="29012"/>
                    <a:pt x="19176" y="28988"/>
                    <a:pt x="19198" y="28952"/>
                  </a:cubicBezTo>
                  <a:cubicBezTo>
                    <a:pt x="19219" y="28916"/>
                    <a:pt x="19226" y="28872"/>
                    <a:pt x="19215" y="28833"/>
                  </a:cubicBezTo>
                  <a:lnTo>
                    <a:pt x="11902" y="118"/>
                  </a:lnTo>
                  <a:cubicBezTo>
                    <a:pt x="11884" y="47"/>
                    <a:pt x="11822" y="1"/>
                    <a:pt x="11751"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8"/>
            <p:cNvSpPr/>
            <p:nvPr/>
          </p:nvSpPr>
          <p:spPr>
            <a:xfrm>
              <a:off x="3018725" y="5507363"/>
              <a:ext cx="304225" cy="106575"/>
            </a:xfrm>
            <a:custGeom>
              <a:rect b="b" l="l" r="r" t="t"/>
              <a:pathLst>
                <a:path extrusionOk="0" h="4263" w="12169">
                  <a:moveTo>
                    <a:pt x="11640" y="345"/>
                  </a:moveTo>
                  <a:lnTo>
                    <a:pt x="11818" y="1042"/>
                  </a:lnTo>
                  <a:lnTo>
                    <a:pt x="529" y="3918"/>
                  </a:lnTo>
                  <a:lnTo>
                    <a:pt x="351" y="3220"/>
                  </a:lnTo>
                  <a:lnTo>
                    <a:pt x="11640" y="345"/>
                  </a:lnTo>
                  <a:close/>
                  <a:moveTo>
                    <a:pt x="11751" y="0"/>
                  </a:moveTo>
                  <a:cubicBezTo>
                    <a:pt x="11739" y="0"/>
                    <a:pt x="11726" y="2"/>
                    <a:pt x="11713" y="5"/>
                  </a:cubicBezTo>
                  <a:lnTo>
                    <a:pt x="123" y="2957"/>
                  </a:lnTo>
                  <a:cubicBezTo>
                    <a:pt x="83" y="2968"/>
                    <a:pt x="51" y="2993"/>
                    <a:pt x="29" y="3028"/>
                  </a:cubicBezTo>
                  <a:cubicBezTo>
                    <a:pt x="8" y="3064"/>
                    <a:pt x="1" y="3107"/>
                    <a:pt x="11" y="3147"/>
                  </a:cubicBezTo>
                  <a:lnTo>
                    <a:pt x="266" y="4147"/>
                  </a:lnTo>
                  <a:cubicBezTo>
                    <a:pt x="283" y="4217"/>
                    <a:pt x="346" y="4263"/>
                    <a:pt x="416" y="4263"/>
                  </a:cubicBezTo>
                  <a:cubicBezTo>
                    <a:pt x="429" y="4263"/>
                    <a:pt x="441" y="4261"/>
                    <a:pt x="455" y="4260"/>
                  </a:cubicBezTo>
                  <a:lnTo>
                    <a:pt x="12046" y="1307"/>
                  </a:lnTo>
                  <a:cubicBezTo>
                    <a:pt x="12084" y="1297"/>
                    <a:pt x="12118" y="1271"/>
                    <a:pt x="12140" y="1235"/>
                  </a:cubicBezTo>
                  <a:cubicBezTo>
                    <a:pt x="12161" y="1199"/>
                    <a:pt x="12168" y="1157"/>
                    <a:pt x="12157" y="1118"/>
                  </a:cubicBezTo>
                  <a:lnTo>
                    <a:pt x="11903" y="118"/>
                  </a:lnTo>
                  <a:cubicBezTo>
                    <a:pt x="11885" y="46"/>
                    <a:pt x="11822" y="0"/>
                    <a:pt x="11751"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8"/>
            <p:cNvSpPr/>
            <p:nvPr/>
          </p:nvSpPr>
          <p:spPr>
            <a:xfrm>
              <a:off x="3031325" y="5556963"/>
              <a:ext cx="304275" cy="106600"/>
            </a:xfrm>
            <a:custGeom>
              <a:rect b="b" l="l" r="r" t="t"/>
              <a:pathLst>
                <a:path extrusionOk="0" h="4264" w="12171">
                  <a:moveTo>
                    <a:pt x="11642" y="344"/>
                  </a:moveTo>
                  <a:lnTo>
                    <a:pt x="11820" y="1043"/>
                  </a:lnTo>
                  <a:lnTo>
                    <a:pt x="530" y="3919"/>
                  </a:lnTo>
                  <a:lnTo>
                    <a:pt x="351" y="3220"/>
                  </a:lnTo>
                  <a:lnTo>
                    <a:pt x="11642" y="344"/>
                  </a:lnTo>
                  <a:close/>
                  <a:moveTo>
                    <a:pt x="11754" y="1"/>
                  </a:moveTo>
                  <a:cubicBezTo>
                    <a:pt x="11741" y="1"/>
                    <a:pt x="11728" y="2"/>
                    <a:pt x="11714" y="6"/>
                  </a:cubicBezTo>
                  <a:lnTo>
                    <a:pt x="125" y="2957"/>
                  </a:lnTo>
                  <a:cubicBezTo>
                    <a:pt x="85" y="2969"/>
                    <a:pt x="51" y="2993"/>
                    <a:pt x="30" y="3029"/>
                  </a:cubicBezTo>
                  <a:cubicBezTo>
                    <a:pt x="8" y="3065"/>
                    <a:pt x="1" y="3107"/>
                    <a:pt x="12" y="3148"/>
                  </a:cubicBezTo>
                  <a:lnTo>
                    <a:pt x="268" y="4148"/>
                  </a:lnTo>
                  <a:cubicBezTo>
                    <a:pt x="285" y="4216"/>
                    <a:pt x="348" y="4263"/>
                    <a:pt x="418" y="4263"/>
                  </a:cubicBezTo>
                  <a:cubicBezTo>
                    <a:pt x="430" y="4263"/>
                    <a:pt x="442" y="4262"/>
                    <a:pt x="457" y="4259"/>
                  </a:cubicBezTo>
                  <a:lnTo>
                    <a:pt x="12046" y="1307"/>
                  </a:lnTo>
                  <a:cubicBezTo>
                    <a:pt x="12086" y="1297"/>
                    <a:pt x="12120" y="1271"/>
                    <a:pt x="12142" y="1236"/>
                  </a:cubicBezTo>
                  <a:cubicBezTo>
                    <a:pt x="12163" y="1200"/>
                    <a:pt x="12170" y="1157"/>
                    <a:pt x="12159" y="1119"/>
                  </a:cubicBezTo>
                  <a:lnTo>
                    <a:pt x="11903" y="118"/>
                  </a:lnTo>
                  <a:cubicBezTo>
                    <a:pt x="11885" y="47"/>
                    <a:pt x="11824" y="1"/>
                    <a:pt x="11754" y="1"/>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8"/>
            <p:cNvSpPr/>
            <p:nvPr/>
          </p:nvSpPr>
          <p:spPr>
            <a:xfrm>
              <a:off x="2874800" y="4943463"/>
              <a:ext cx="304525" cy="106600"/>
            </a:xfrm>
            <a:custGeom>
              <a:rect b="b" l="l" r="r" t="t"/>
              <a:pathLst>
                <a:path extrusionOk="0" h="4264" w="12181">
                  <a:moveTo>
                    <a:pt x="11651" y="344"/>
                  </a:moveTo>
                  <a:lnTo>
                    <a:pt x="11830" y="1043"/>
                  </a:lnTo>
                  <a:lnTo>
                    <a:pt x="539" y="3919"/>
                  </a:lnTo>
                  <a:lnTo>
                    <a:pt x="361" y="3220"/>
                  </a:lnTo>
                  <a:lnTo>
                    <a:pt x="11651" y="344"/>
                  </a:lnTo>
                  <a:close/>
                  <a:moveTo>
                    <a:pt x="11764" y="0"/>
                  </a:moveTo>
                  <a:cubicBezTo>
                    <a:pt x="11751" y="0"/>
                    <a:pt x="11738" y="2"/>
                    <a:pt x="11724" y="5"/>
                  </a:cubicBezTo>
                  <a:lnTo>
                    <a:pt x="135" y="2957"/>
                  </a:lnTo>
                  <a:cubicBezTo>
                    <a:pt x="51" y="2979"/>
                    <a:pt x="1" y="3063"/>
                    <a:pt x="22" y="3147"/>
                  </a:cubicBezTo>
                  <a:lnTo>
                    <a:pt x="278" y="4148"/>
                  </a:lnTo>
                  <a:cubicBezTo>
                    <a:pt x="288" y="4186"/>
                    <a:pt x="314" y="4220"/>
                    <a:pt x="349" y="4242"/>
                  </a:cubicBezTo>
                  <a:cubicBezTo>
                    <a:pt x="372" y="4256"/>
                    <a:pt x="401" y="4263"/>
                    <a:pt x="428" y="4263"/>
                  </a:cubicBezTo>
                  <a:cubicBezTo>
                    <a:pt x="439" y="4263"/>
                    <a:pt x="454" y="4262"/>
                    <a:pt x="467" y="4259"/>
                  </a:cubicBezTo>
                  <a:lnTo>
                    <a:pt x="12056" y="1307"/>
                  </a:lnTo>
                  <a:cubicBezTo>
                    <a:pt x="12096" y="1297"/>
                    <a:pt x="12130" y="1271"/>
                    <a:pt x="12152" y="1236"/>
                  </a:cubicBezTo>
                  <a:cubicBezTo>
                    <a:pt x="12173" y="1200"/>
                    <a:pt x="12180" y="1157"/>
                    <a:pt x="12169" y="1118"/>
                  </a:cubicBezTo>
                  <a:lnTo>
                    <a:pt x="11913" y="118"/>
                  </a:lnTo>
                  <a:cubicBezTo>
                    <a:pt x="11895" y="47"/>
                    <a:pt x="11834" y="0"/>
                    <a:pt x="11764"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8"/>
            <p:cNvSpPr/>
            <p:nvPr/>
          </p:nvSpPr>
          <p:spPr>
            <a:xfrm>
              <a:off x="2887700" y="4993038"/>
              <a:ext cx="304225" cy="106575"/>
            </a:xfrm>
            <a:custGeom>
              <a:rect b="b" l="l" r="r" t="t"/>
              <a:pathLst>
                <a:path extrusionOk="0" h="4263" w="12169">
                  <a:moveTo>
                    <a:pt x="11640" y="344"/>
                  </a:moveTo>
                  <a:lnTo>
                    <a:pt x="11818" y="1043"/>
                  </a:lnTo>
                  <a:lnTo>
                    <a:pt x="529" y="3918"/>
                  </a:lnTo>
                  <a:lnTo>
                    <a:pt x="351" y="3219"/>
                  </a:lnTo>
                  <a:lnTo>
                    <a:pt x="11640" y="344"/>
                  </a:lnTo>
                  <a:close/>
                  <a:moveTo>
                    <a:pt x="11751" y="0"/>
                  </a:moveTo>
                  <a:cubicBezTo>
                    <a:pt x="11739" y="0"/>
                    <a:pt x="11727" y="1"/>
                    <a:pt x="11714" y="4"/>
                  </a:cubicBezTo>
                  <a:lnTo>
                    <a:pt x="123" y="2958"/>
                  </a:lnTo>
                  <a:cubicBezTo>
                    <a:pt x="85" y="2968"/>
                    <a:pt x="51" y="2993"/>
                    <a:pt x="29" y="3029"/>
                  </a:cubicBezTo>
                  <a:cubicBezTo>
                    <a:pt x="8" y="3065"/>
                    <a:pt x="1" y="3108"/>
                    <a:pt x="12" y="3146"/>
                  </a:cubicBezTo>
                  <a:lnTo>
                    <a:pt x="266" y="4146"/>
                  </a:lnTo>
                  <a:cubicBezTo>
                    <a:pt x="285" y="4216"/>
                    <a:pt x="348" y="4262"/>
                    <a:pt x="416" y="4262"/>
                  </a:cubicBezTo>
                  <a:cubicBezTo>
                    <a:pt x="429" y="4262"/>
                    <a:pt x="442" y="4261"/>
                    <a:pt x="456" y="4259"/>
                  </a:cubicBezTo>
                  <a:lnTo>
                    <a:pt x="12046" y="1307"/>
                  </a:lnTo>
                  <a:cubicBezTo>
                    <a:pt x="12086" y="1296"/>
                    <a:pt x="12119" y="1272"/>
                    <a:pt x="12140" y="1236"/>
                  </a:cubicBezTo>
                  <a:cubicBezTo>
                    <a:pt x="12161" y="1200"/>
                    <a:pt x="12169" y="1157"/>
                    <a:pt x="12159" y="1117"/>
                  </a:cubicBezTo>
                  <a:lnTo>
                    <a:pt x="11903" y="117"/>
                  </a:lnTo>
                  <a:cubicBezTo>
                    <a:pt x="11884" y="45"/>
                    <a:pt x="11822" y="0"/>
                    <a:pt x="11751"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9" name="Google Shape;5619;p68"/>
          <p:cNvGrpSpPr/>
          <p:nvPr/>
        </p:nvGrpSpPr>
        <p:grpSpPr>
          <a:xfrm>
            <a:off x="1531500" y="3542238"/>
            <a:ext cx="814400" cy="1093000"/>
            <a:chOff x="1531500" y="3542238"/>
            <a:chExt cx="814400" cy="1093000"/>
          </a:xfrm>
        </p:grpSpPr>
        <p:sp>
          <p:nvSpPr>
            <p:cNvPr id="5620" name="Google Shape;5620;p68"/>
            <p:cNvSpPr/>
            <p:nvPr/>
          </p:nvSpPr>
          <p:spPr>
            <a:xfrm>
              <a:off x="1576200" y="4162363"/>
              <a:ext cx="23175" cy="30575"/>
            </a:xfrm>
            <a:custGeom>
              <a:rect b="b" l="l" r="r" t="t"/>
              <a:pathLst>
                <a:path extrusionOk="0" h="1223" w="927">
                  <a:moveTo>
                    <a:pt x="672" y="0"/>
                  </a:moveTo>
                  <a:cubicBezTo>
                    <a:pt x="596" y="0"/>
                    <a:pt x="521" y="40"/>
                    <a:pt x="481" y="111"/>
                  </a:cubicBezTo>
                  <a:cubicBezTo>
                    <a:pt x="332" y="370"/>
                    <a:pt x="191" y="633"/>
                    <a:pt x="56" y="901"/>
                  </a:cubicBezTo>
                  <a:cubicBezTo>
                    <a:pt x="1" y="1008"/>
                    <a:pt x="43" y="1142"/>
                    <a:pt x="154" y="1198"/>
                  </a:cubicBezTo>
                  <a:cubicBezTo>
                    <a:pt x="185" y="1214"/>
                    <a:pt x="220" y="1223"/>
                    <a:pt x="254" y="1223"/>
                  </a:cubicBezTo>
                  <a:cubicBezTo>
                    <a:pt x="334" y="1223"/>
                    <a:pt x="412" y="1179"/>
                    <a:pt x="451" y="1102"/>
                  </a:cubicBezTo>
                  <a:cubicBezTo>
                    <a:pt x="582" y="844"/>
                    <a:pt x="722" y="586"/>
                    <a:pt x="866" y="333"/>
                  </a:cubicBezTo>
                  <a:cubicBezTo>
                    <a:pt x="927" y="224"/>
                    <a:pt x="888" y="90"/>
                    <a:pt x="782" y="30"/>
                  </a:cubicBezTo>
                  <a:cubicBezTo>
                    <a:pt x="748" y="10"/>
                    <a:pt x="710" y="0"/>
                    <a:pt x="67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8"/>
            <p:cNvSpPr/>
            <p:nvPr/>
          </p:nvSpPr>
          <p:spPr>
            <a:xfrm>
              <a:off x="1551175" y="4222263"/>
              <a:ext cx="19725" cy="32000"/>
            </a:xfrm>
            <a:custGeom>
              <a:rect b="b" l="l" r="r" t="t"/>
              <a:pathLst>
                <a:path extrusionOk="0" h="1280" w="789">
                  <a:moveTo>
                    <a:pt x="540" y="1"/>
                  </a:moveTo>
                  <a:cubicBezTo>
                    <a:pt x="451" y="1"/>
                    <a:pt x="366" y="55"/>
                    <a:pt x="332" y="144"/>
                  </a:cubicBezTo>
                  <a:cubicBezTo>
                    <a:pt x="226" y="423"/>
                    <a:pt x="128" y="706"/>
                    <a:pt x="37" y="991"/>
                  </a:cubicBezTo>
                  <a:cubicBezTo>
                    <a:pt x="0" y="1108"/>
                    <a:pt x="64" y="1232"/>
                    <a:pt x="180" y="1270"/>
                  </a:cubicBezTo>
                  <a:cubicBezTo>
                    <a:pt x="202" y="1277"/>
                    <a:pt x="226" y="1280"/>
                    <a:pt x="249" y="1280"/>
                  </a:cubicBezTo>
                  <a:cubicBezTo>
                    <a:pt x="342" y="1280"/>
                    <a:pt x="429" y="1220"/>
                    <a:pt x="458" y="1125"/>
                  </a:cubicBezTo>
                  <a:cubicBezTo>
                    <a:pt x="548" y="849"/>
                    <a:pt x="643" y="575"/>
                    <a:pt x="746" y="301"/>
                  </a:cubicBezTo>
                  <a:cubicBezTo>
                    <a:pt x="789" y="187"/>
                    <a:pt x="732" y="59"/>
                    <a:pt x="617" y="15"/>
                  </a:cubicBezTo>
                  <a:cubicBezTo>
                    <a:pt x="592" y="5"/>
                    <a:pt x="566" y="1"/>
                    <a:pt x="5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8"/>
            <p:cNvSpPr/>
            <p:nvPr/>
          </p:nvSpPr>
          <p:spPr>
            <a:xfrm>
              <a:off x="2123450" y="4018838"/>
              <a:ext cx="24425" cy="29775"/>
            </a:xfrm>
            <a:custGeom>
              <a:rect b="b" l="l" r="r" t="t"/>
              <a:pathLst>
                <a:path extrusionOk="0" h="1191" w="977">
                  <a:moveTo>
                    <a:pt x="250" y="0"/>
                  </a:moveTo>
                  <a:cubicBezTo>
                    <a:pt x="205" y="0"/>
                    <a:pt x="160" y="14"/>
                    <a:pt x="121" y="42"/>
                  </a:cubicBezTo>
                  <a:cubicBezTo>
                    <a:pt x="22" y="113"/>
                    <a:pt x="0" y="253"/>
                    <a:pt x="71" y="350"/>
                  </a:cubicBezTo>
                  <a:cubicBezTo>
                    <a:pt x="242" y="584"/>
                    <a:pt x="395" y="827"/>
                    <a:pt x="528" y="1073"/>
                  </a:cubicBezTo>
                  <a:cubicBezTo>
                    <a:pt x="568" y="1148"/>
                    <a:pt x="644" y="1190"/>
                    <a:pt x="724" y="1190"/>
                  </a:cubicBezTo>
                  <a:cubicBezTo>
                    <a:pt x="759" y="1190"/>
                    <a:pt x="795" y="1182"/>
                    <a:pt x="829" y="1164"/>
                  </a:cubicBezTo>
                  <a:cubicBezTo>
                    <a:pt x="936" y="1105"/>
                    <a:pt x="976" y="972"/>
                    <a:pt x="918" y="864"/>
                  </a:cubicBezTo>
                  <a:cubicBezTo>
                    <a:pt x="776" y="599"/>
                    <a:pt x="610" y="341"/>
                    <a:pt x="430" y="91"/>
                  </a:cubicBezTo>
                  <a:cubicBezTo>
                    <a:pt x="386" y="32"/>
                    <a:pt x="319" y="0"/>
                    <a:pt x="250"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8"/>
            <p:cNvSpPr/>
            <p:nvPr/>
          </p:nvSpPr>
          <p:spPr>
            <a:xfrm>
              <a:off x="2075275" y="3973738"/>
              <a:ext cx="30475" cy="24025"/>
            </a:xfrm>
            <a:custGeom>
              <a:rect b="b" l="l" r="r" t="t"/>
              <a:pathLst>
                <a:path extrusionOk="0" h="961" w="1219">
                  <a:moveTo>
                    <a:pt x="255" y="0"/>
                  </a:moveTo>
                  <a:cubicBezTo>
                    <a:pt x="181" y="0"/>
                    <a:pt x="109" y="37"/>
                    <a:pt x="67" y="103"/>
                  </a:cubicBezTo>
                  <a:cubicBezTo>
                    <a:pt x="0" y="207"/>
                    <a:pt x="33" y="343"/>
                    <a:pt x="135" y="408"/>
                  </a:cubicBezTo>
                  <a:cubicBezTo>
                    <a:pt x="373" y="557"/>
                    <a:pt x="607" y="727"/>
                    <a:pt x="830" y="910"/>
                  </a:cubicBezTo>
                  <a:cubicBezTo>
                    <a:pt x="871" y="945"/>
                    <a:pt x="921" y="961"/>
                    <a:pt x="970" y="961"/>
                  </a:cubicBezTo>
                  <a:cubicBezTo>
                    <a:pt x="1034" y="961"/>
                    <a:pt x="1098" y="934"/>
                    <a:pt x="1140" y="882"/>
                  </a:cubicBezTo>
                  <a:cubicBezTo>
                    <a:pt x="1218" y="788"/>
                    <a:pt x="1204" y="648"/>
                    <a:pt x="1111" y="570"/>
                  </a:cubicBezTo>
                  <a:cubicBezTo>
                    <a:pt x="874" y="374"/>
                    <a:pt x="626" y="195"/>
                    <a:pt x="372" y="34"/>
                  </a:cubicBezTo>
                  <a:cubicBezTo>
                    <a:pt x="335" y="11"/>
                    <a:pt x="295" y="0"/>
                    <a:pt x="255"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8"/>
            <p:cNvSpPr/>
            <p:nvPr/>
          </p:nvSpPr>
          <p:spPr>
            <a:xfrm>
              <a:off x="2081575" y="4191713"/>
              <a:ext cx="29200" cy="14175"/>
            </a:xfrm>
            <a:custGeom>
              <a:rect b="b" l="l" r="r" t="t"/>
              <a:pathLst>
                <a:path extrusionOk="0" h="567" w="1168">
                  <a:moveTo>
                    <a:pt x="1016" y="0"/>
                  </a:moveTo>
                  <a:cubicBezTo>
                    <a:pt x="785" y="84"/>
                    <a:pt x="544" y="125"/>
                    <a:pt x="300" y="125"/>
                  </a:cubicBezTo>
                  <a:lnTo>
                    <a:pt x="233" y="124"/>
                  </a:lnTo>
                  <a:cubicBezTo>
                    <a:pt x="231" y="124"/>
                    <a:pt x="230" y="124"/>
                    <a:pt x="228" y="124"/>
                  </a:cubicBezTo>
                  <a:cubicBezTo>
                    <a:pt x="110" y="124"/>
                    <a:pt x="8" y="218"/>
                    <a:pt x="5" y="336"/>
                  </a:cubicBezTo>
                  <a:cubicBezTo>
                    <a:pt x="1" y="458"/>
                    <a:pt x="97" y="561"/>
                    <a:pt x="218" y="565"/>
                  </a:cubicBezTo>
                  <a:lnTo>
                    <a:pt x="300" y="566"/>
                  </a:lnTo>
                  <a:cubicBezTo>
                    <a:pt x="591" y="566"/>
                    <a:pt x="880" y="517"/>
                    <a:pt x="1163" y="419"/>
                  </a:cubicBezTo>
                  <a:cubicBezTo>
                    <a:pt x="1165" y="419"/>
                    <a:pt x="1165" y="419"/>
                    <a:pt x="1168" y="417"/>
                  </a:cubicBezTo>
                  <a:lnTo>
                    <a:pt x="1016" y="0"/>
                  </a:ln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8"/>
            <p:cNvSpPr/>
            <p:nvPr/>
          </p:nvSpPr>
          <p:spPr>
            <a:xfrm>
              <a:off x="2097400" y="3688113"/>
              <a:ext cx="27925" cy="26725"/>
            </a:xfrm>
            <a:custGeom>
              <a:rect b="b" l="l" r="r" t="t"/>
              <a:pathLst>
                <a:path extrusionOk="0" h="1069" w="1117">
                  <a:moveTo>
                    <a:pt x="872" y="0"/>
                  </a:moveTo>
                  <a:cubicBezTo>
                    <a:pt x="817" y="0"/>
                    <a:pt x="761" y="21"/>
                    <a:pt x="719" y="63"/>
                  </a:cubicBezTo>
                  <a:cubicBezTo>
                    <a:pt x="504" y="268"/>
                    <a:pt x="294" y="480"/>
                    <a:pt x="85" y="694"/>
                  </a:cubicBezTo>
                  <a:cubicBezTo>
                    <a:pt x="0" y="783"/>
                    <a:pt x="4" y="922"/>
                    <a:pt x="91" y="1006"/>
                  </a:cubicBezTo>
                  <a:cubicBezTo>
                    <a:pt x="133" y="1047"/>
                    <a:pt x="189" y="1068"/>
                    <a:pt x="245" y="1068"/>
                  </a:cubicBezTo>
                  <a:cubicBezTo>
                    <a:pt x="304" y="1068"/>
                    <a:pt x="360" y="1045"/>
                    <a:pt x="404" y="1000"/>
                  </a:cubicBezTo>
                  <a:cubicBezTo>
                    <a:pt x="607" y="790"/>
                    <a:pt x="814" y="584"/>
                    <a:pt x="1025" y="382"/>
                  </a:cubicBezTo>
                  <a:cubicBezTo>
                    <a:pt x="1112" y="297"/>
                    <a:pt x="1116" y="156"/>
                    <a:pt x="1031" y="68"/>
                  </a:cubicBezTo>
                  <a:cubicBezTo>
                    <a:pt x="988" y="23"/>
                    <a:pt x="930" y="0"/>
                    <a:pt x="87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8"/>
            <p:cNvSpPr/>
            <p:nvPr/>
          </p:nvSpPr>
          <p:spPr>
            <a:xfrm>
              <a:off x="2054275" y="3736838"/>
              <a:ext cx="26125" cy="28550"/>
            </a:xfrm>
            <a:custGeom>
              <a:rect b="b" l="l" r="r" t="t"/>
              <a:pathLst>
                <a:path extrusionOk="0" h="1142" w="1045">
                  <a:moveTo>
                    <a:pt x="797" y="0"/>
                  </a:moveTo>
                  <a:cubicBezTo>
                    <a:pt x="732" y="0"/>
                    <a:pt x="668" y="28"/>
                    <a:pt x="623" y="82"/>
                  </a:cubicBezTo>
                  <a:cubicBezTo>
                    <a:pt x="435" y="312"/>
                    <a:pt x="250" y="547"/>
                    <a:pt x="73" y="787"/>
                  </a:cubicBezTo>
                  <a:cubicBezTo>
                    <a:pt x="1" y="885"/>
                    <a:pt x="21" y="1022"/>
                    <a:pt x="118" y="1097"/>
                  </a:cubicBezTo>
                  <a:cubicBezTo>
                    <a:pt x="157" y="1127"/>
                    <a:pt x="205" y="1141"/>
                    <a:pt x="250" y="1141"/>
                  </a:cubicBezTo>
                  <a:cubicBezTo>
                    <a:pt x="318" y="1141"/>
                    <a:pt x="385" y="1111"/>
                    <a:pt x="428" y="1053"/>
                  </a:cubicBezTo>
                  <a:cubicBezTo>
                    <a:pt x="603" y="818"/>
                    <a:pt x="782" y="588"/>
                    <a:pt x="966" y="363"/>
                  </a:cubicBezTo>
                  <a:cubicBezTo>
                    <a:pt x="1044" y="266"/>
                    <a:pt x="1030" y="126"/>
                    <a:pt x="935" y="49"/>
                  </a:cubicBezTo>
                  <a:cubicBezTo>
                    <a:pt x="895" y="16"/>
                    <a:pt x="846" y="0"/>
                    <a:pt x="797"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8"/>
            <p:cNvSpPr/>
            <p:nvPr/>
          </p:nvSpPr>
          <p:spPr>
            <a:xfrm>
              <a:off x="2018625" y="3790938"/>
              <a:ext cx="23600" cy="30325"/>
            </a:xfrm>
            <a:custGeom>
              <a:rect b="b" l="l" r="r" t="t"/>
              <a:pathLst>
                <a:path extrusionOk="0" h="1213" w="944">
                  <a:moveTo>
                    <a:pt x="689" y="1"/>
                  </a:moveTo>
                  <a:cubicBezTo>
                    <a:pt x="613" y="1"/>
                    <a:pt x="540" y="39"/>
                    <a:pt x="499" y="109"/>
                  </a:cubicBezTo>
                  <a:cubicBezTo>
                    <a:pt x="346" y="364"/>
                    <a:pt x="199" y="624"/>
                    <a:pt x="57" y="886"/>
                  </a:cubicBezTo>
                  <a:cubicBezTo>
                    <a:pt x="0" y="995"/>
                    <a:pt x="41" y="1127"/>
                    <a:pt x="148" y="1187"/>
                  </a:cubicBezTo>
                  <a:cubicBezTo>
                    <a:pt x="180" y="1204"/>
                    <a:pt x="216" y="1212"/>
                    <a:pt x="251" y="1212"/>
                  </a:cubicBezTo>
                  <a:cubicBezTo>
                    <a:pt x="329" y="1212"/>
                    <a:pt x="407" y="1170"/>
                    <a:pt x="447" y="1096"/>
                  </a:cubicBezTo>
                  <a:cubicBezTo>
                    <a:pt x="584" y="839"/>
                    <a:pt x="729" y="585"/>
                    <a:pt x="879" y="336"/>
                  </a:cubicBezTo>
                  <a:cubicBezTo>
                    <a:pt x="943" y="231"/>
                    <a:pt x="908" y="95"/>
                    <a:pt x="803" y="32"/>
                  </a:cubicBezTo>
                  <a:cubicBezTo>
                    <a:pt x="767" y="11"/>
                    <a:pt x="727" y="1"/>
                    <a:pt x="689"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8"/>
            <p:cNvSpPr/>
            <p:nvPr/>
          </p:nvSpPr>
          <p:spPr>
            <a:xfrm>
              <a:off x="2014400" y="3948613"/>
              <a:ext cx="33525" cy="17300"/>
            </a:xfrm>
            <a:custGeom>
              <a:rect b="b" l="l" r="r" t="t"/>
              <a:pathLst>
                <a:path extrusionOk="0" h="692" w="1341">
                  <a:moveTo>
                    <a:pt x="240" y="1"/>
                  </a:moveTo>
                  <a:cubicBezTo>
                    <a:pt x="140" y="1"/>
                    <a:pt x="52" y="69"/>
                    <a:pt x="29" y="171"/>
                  </a:cubicBezTo>
                  <a:cubicBezTo>
                    <a:pt x="0" y="288"/>
                    <a:pt x="73" y="407"/>
                    <a:pt x="192" y="437"/>
                  </a:cubicBezTo>
                  <a:cubicBezTo>
                    <a:pt x="475" y="505"/>
                    <a:pt x="753" y="586"/>
                    <a:pt x="1020" y="678"/>
                  </a:cubicBezTo>
                  <a:cubicBezTo>
                    <a:pt x="1044" y="688"/>
                    <a:pt x="1070" y="691"/>
                    <a:pt x="1092" y="691"/>
                  </a:cubicBezTo>
                  <a:cubicBezTo>
                    <a:pt x="1184" y="691"/>
                    <a:pt x="1270" y="634"/>
                    <a:pt x="1301" y="542"/>
                  </a:cubicBezTo>
                  <a:cubicBezTo>
                    <a:pt x="1340" y="427"/>
                    <a:pt x="1279" y="301"/>
                    <a:pt x="1165" y="261"/>
                  </a:cubicBezTo>
                  <a:cubicBezTo>
                    <a:pt x="885" y="164"/>
                    <a:pt x="592" y="78"/>
                    <a:pt x="294" y="8"/>
                  </a:cubicBezTo>
                  <a:cubicBezTo>
                    <a:pt x="276" y="3"/>
                    <a:pt x="258" y="1"/>
                    <a:pt x="2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8"/>
            <p:cNvSpPr/>
            <p:nvPr/>
          </p:nvSpPr>
          <p:spPr>
            <a:xfrm>
              <a:off x="2023575" y="4165238"/>
              <a:ext cx="29100" cy="25550"/>
            </a:xfrm>
            <a:custGeom>
              <a:rect b="b" l="l" r="r" t="t"/>
              <a:pathLst>
                <a:path extrusionOk="0" h="1022" w="1164">
                  <a:moveTo>
                    <a:pt x="244" y="0"/>
                  </a:moveTo>
                  <a:cubicBezTo>
                    <a:pt x="189" y="0"/>
                    <a:pt x="134" y="21"/>
                    <a:pt x="91" y="62"/>
                  </a:cubicBezTo>
                  <a:cubicBezTo>
                    <a:pt x="3" y="148"/>
                    <a:pt x="1" y="287"/>
                    <a:pt x="86" y="374"/>
                  </a:cubicBezTo>
                  <a:cubicBezTo>
                    <a:pt x="308" y="604"/>
                    <a:pt x="542" y="808"/>
                    <a:pt x="783" y="980"/>
                  </a:cubicBezTo>
                  <a:cubicBezTo>
                    <a:pt x="823" y="1008"/>
                    <a:pt x="867" y="1021"/>
                    <a:pt x="911" y="1021"/>
                  </a:cubicBezTo>
                  <a:cubicBezTo>
                    <a:pt x="981" y="1021"/>
                    <a:pt x="1049" y="988"/>
                    <a:pt x="1093" y="929"/>
                  </a:cubicBezTo>
                  <a:cubicBezTo>
                    <a:pt x="1163" y="830"/>
                    <a:pt x="1141" y="691"/>
                    <a:pt x="1042" y="620"/>
                  </a:cubicBezTo>
                  <a:cubicBezTo>
                    <a:pt x="822" y="467"/>
                    <a:pt x="606" y="279"/>
                    <a:pt x="403" y="67"/>
                  </a:cubicBezTo>
                  <a:cubicBezTo>
                    <a:pt x="360" y="23"/>
                    <a:pt x="302" y="0"/>
                    <a:pt x="244"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8"/>
            <p:cNvSpPr/>
            <p:nvPr/>
          </p:nvSpPr>
          <p:spPr>
            <a:xfrm>
              <a:off x="2313375" y="3542238"/>
              <a:ext cx="32525" cy="20750"/>
            </a:xfrm>
            <a:custGeom>
              <a:rect b="b" l="l" r="r" t="t"/>
              <a:pathLst>
                <a:path extrusionOk="0" h="830" w="1301">
                  <a:moveTo>
                    <a:pt x="1047" y="1"/>
                  </a:moveTo>
                  <a:cubicBezTo>
                    <a:pt x="1015" y="1"/>
                    <a:pt x="983" y="8"/>
                    <a:pt x="953" y="22"/>
                  </a:cubicBezTo>
                  <a:cubicBezTo>
                    <a:pt x="685" y="151"/>
                    <a:pt x="420" y="281"/>
                    <a:pt x="153" y="411"/>
                  </a:cubicBezTo>
                  <a:cubicBezTo>
                    <a:pt x="44" y="466"/>
                    <a:pt x="0" y="600"/>
                    <a:pt x="54" y="707"/>
                  </a:cubicBezTo>
                  <a:cubicBezTo>
                    <a:pt x="94" y="785"/>
                    <a:pt x="172" y="829"/>
                    <a:pt x="253" y="829"/>
                  </a:cubicBezTo>
                  <a:cubicBezTo>
                    <a:pt x="287" y="829"/>
                    <a:pt x="321" y="822"/>
                    <a:pt x="352" y="807"/>
                  </a:cubicBezTo>
                  <a:cubicBezTo>
                    <a:pt x="614" y="676"/>
                    <a:pt x="881" y="549"/>
                    <a:pt x="1145" y="422"/>
                  </a:cubicBezTo>
                  <a:cubicBezTo>
                    <a:pt x="1252" y="371"/>
                    <a:pt x="1301" y="239"/>
                    <a:pt x="1248" y="127"/>
                  </a:cubicBezTo>
                  <a:cubicBezTo>
                    <a:pt x="1210" y="48"/>
                    <a:pt x="1130" y="1"/>
                    <a:pt x="104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8"/>
            <p:cNvSpPr/>
            <p:nvPr/>
          </p:nvSpPr>
          <p:spPr>
            <a:xfrm>
              <a:off x="2254900" y="3572438"/>
              <a:ext cx="31825" cy="21925"/>
            </a:xfrm>
            <a:custGeom>
              <a:rect b="b" l="l" r="r" t="t"/>
              <a:pathLst>
                <a:path extrusionOk="0" h="877" w="1273">
                  <a:moveTo>
                    <a:pt x="1023" y="1"/>
                  </a:moveTo>
                  <a:cubicBezTo>
                    <a:pt x="987" y="1"/>
                    <a:pt x="950" y="9"/>
                    <a:pt x="917" y="28"/>
                  </a:cubicBezTo>
                  <a:cubicBezTo>
                    <a:pt x="659" y="172"/>
                    <a:pt x="399" y="316"/>
                    <a:pt x="143" y="465"/>
                  </a:cubicBezTo>
                  <a:cubicBezTo>
                    <a:pt x="36" y="526"/>
                    <a:pt x="1" y="662"/>
                    <a:pt x="60" y="767"/>
                  </a:cubicBezTo>
                  <a:cubicBezTo>
                    <a:pt x="101" y="838"/>
                    <a:pt x="177" y="876"/>
                    <a:pt x="252" y="876"/>
                  </a:cubicBezTo>
                  <a:cubicBezTo>
                    <a:pt x="290" y="876"/>
                    <a:pt x="328" y="868"/>
                    <a:pt x="362" y="847"/>
                  </a:cubicBezTo>
                  <a:cubicBezTo>
                    <a:pt x="615" y="699"/>
                    <a:pt x="873" y="556"/>
                    <a:pt x="1128" y="414"/>
                  </a:cubicBezTo>
                  <a:cubicBezTo>
                    <a:pt x="1235" y="356"/>
                    <a:pt x="1273" y="221"/>
                    <a:pt x="1215" y="113"/>
                  </a:cubicBezTo>
                  <a:cubicBezTo>
                    <a:pt x="1176" y="42"/>
                    <a:pt x="1100" y="1"/>
                    <a:pt x="102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8"/>
            <p:cNvSpPr/>
            <p:nvPr/>
          </p:nvSpPr>
          <p:spPr>
            <a:xfrm>
              <a:off x="2136325" y="4144288"/>
              <a:ext cx="22525" cy="30775"/>
            </a:xfrm>
            <a:custGeom>
              <a:rect b="b" l="l" r="r" t="t"/>
              <a:pathLst>
                <a:path extrusionOk="0" h="1231" w="901">
                  <a:moveTo>
                    <a:pt x="651" y="0"/>
                  </a:moveTo>
                  <a:cubicBezTo>
                    <a:pt x="561" y="0"/>
                    <a:pt x="478" y="55"/>
                    <a:pt x="443" y="145"/>
                  </a:cubicBezTo>
                  <a:cubicBezTo>
                    <a:pt x="343" y="414"/>
                    <a:pt x="217" y="662"/>
                    <a:pt x="67" y="888"/>
                  </a:cubicBezTo>
                  <a:cubicBezTo>
                    <a:pt x="0" y="988"/>
                    <a:pt x="27" y="1127"/>
                    <a:pt x="129" y="1194"/>
                  </a:cubicBezTo>
                  <a:cubicBezTo>
                    <a:pt x="166" y="1220"/>
                    <a:pt x="209" y="1231"/>
                    <a:pt x="251" y="1231"/>
                  </a:cubicBezTo>
                  <a:cubicBezTo>
                    <a:pt x="322" y="1231"/>
                    <a:pt x="393" y="1198"/>
                    <a:pt x="436" y="1132"/>
                  </a:cubicBezTo>
                  <a:cubicBezTo>
                    <a:pt x="604" y="881"/>
                    <a:pt x="746" y="598"/>
                    <a:pt x="858" y="299"/>
                  </a:cubicBezTo>
                  <a:cubicBezTo>
                    <a:pt x="901" y="184"/>
                    <a:pt x="844" y="57"/>
                    <a:pt x="729" y="14"/>
                  </a:cubicBezTo>
                  <a:cubicBezTo>
                    <a:pt x="703" y="5"/>
                    <a:pt x="677" y="0"/>
                    <a:pt x="651"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8"/>
            <p:cNvSpPr/>
            <p:nvPr/>
          </p:nvSpPr>
          <p:spPr>
            <a:xfrm>
              <a:off x="2150700" y="4078863"/>
              <a:ext cx="14250" cy="33025"/>
            </a:xfrm>
            <a:custGeom>
              <a:rect b="b" l="l" r="r" t="t"/>
              <a:pathLst>
                <a:path extrusionOk="0" h="1321" w="570">
                  <a:moveTo>
                    <a:pt x="239" y="1"/>
                  </a:moveTo>
                  <a:cubicBezTo>
                    <a:pt x="226" y="1"/>
                    <a:pt x="212" y="2"/>
                    <a:pt x="198" y="5"/>
                  </a:cubicBezTo>
                  <a:cubicBezTo>
                    <a:pt x="78" y="30"/>
                    <a:pt x="1" y="147"/>
                    <a:pt x="24" y="266"/>
                  </a:cubicBezTo>
                  <a:cubicBezTo>
                    <a:pt x="80" y="544"/>
                    <a:pt x="114" y="827"/>
                    <a:pt x="123" y="1105"/>
                  </a:cubicBezTo>
                  <a:cubicBezTo>
                    <a:pt x="127" y="1227"/>
                    <a:pt x="226" y="1321"/>
                    <a:pt x="346" y="1321"/>
                  </a:cubicBezTo>
                  <a:lnTo>
                    <a:pt x="353" y="1321"/>
                  </a:lnTo>
                  <a:cubicBezTo>
                    <a:pt x="475" y="1317"/>
                    <a:pt x="570" y="1214"/>
                    <a:pt x="567" y="1091"/>
                  </a:cubicBezTo>
                  <a:cubicBezTo>
                    <a:pt x="555" y="786"/>
                    <a:pt x="520" y="480"/>
                    <a:pt x="459" y="176"/>
                  </a:cubicBezTo>
                  <a:cubicBezTo>
                    <a:pt x="438" y="73"/>
                    <a:pt x="342" y="1"/>
                    <a:pt x="239"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8"/>
            <p:cNvSpPr/>
            <p:nvPr/>
          </p:nvSpPr>
          <p:spPr>
            <a:xfrm>
              <a:off x="2145925" y="3644763"/>
              <a:ext cx="29675" cy="24925"/>
            </a:xfrm>
            <a:custGeom>
              <a:rect b="b" l="l" r="r" t="t"/>
              <a:pathLst>
                <a:path extrusionOk="0" h="997" w="1187">
                  <a:moveTo>
                    <a:pt x="937" y="0"/>
                  </a:moveTo>
                  <a:cubicBezTo>
                    <a:pt x="889" y="0"/>
                    <a:pt x="841" y="16"/>
                    <a:pt x="802" y="47"/>
                  </a:cubicBezTo>
                  <a:cubicBezTo>
                    <a:pt x="568" y="230"/>
                    <a:pt x="335" y="415"/>
                    <a:pt x="107" y="605"/>
                  </a:cubicBezTo>
                  <a:cubicBezTo>
                    <a:pt x="13" y="683"/>
                    <a:pt x="1" y="824"/>
                    <a:pt x="79" y="917"/>
                  </a:cubicBezTo>
                  <a:cubicBezTo>
                    <a:pt x="122" y="971"/>
                    <a:pt x="185" y="997"/>
                    <a:pt x="249" y="997"/>
                  </a:cubicBezTo>
                  <a:cubicBezTo>
                    <a:pt x="298" y="997"/>
                    <a:pt x="349" y="981"/>
                    <a:pt x="390" y="946"/>
                  </a:cubicBezTo>
                  <a:cubicBezTo>
                    <a:pt x="616" y="759"/>
                    <a:pt x="843" y="576"/>
                    <a:pt x="1073" y="394"/>
                  </a:cubicBezTo>
                  <a:cubicBezTo>
                    <a:pt x="1169" y="320"/>
                    <a:pt x="1186" y="180"/>
                    <a:pt x="1112" y="85"/>
                  </a:cubicBezTo>
                  <a:cubicBezTo>
                    <a:pt x="1068" y="29"/>
                    <a:pt x="1002" y="0"/>
                    <a:pt x="937"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8"/>
            <p:cNvSpPr/>
            <p:nvPr/>
          </p:nvSpPr>
          <p:spPr>
            <a:xfrm>
              <a:off x="2198775" y="3606413"/>
              <a:ext cx="31025" cy="23375"/>
            </a:xfrm>
            <a:custGeom>
              <a:rect b="b" l="l" r="r" t="t"/>
              <a:pathLst>
                <a:path extrusionOk="0" h="935" w="1241">
                  <a:moveTo>
                    <a:pt x="988" y="0"/>
                  </a:moveTo>
                  <a:cubicBezTo>
                    <a:pt x="947" y="0"/>
                    <a:pt x="906" y="11"/>
                    <a:pt x="869" y="35"/>
                  </a:cubicBezTo>
                  <a:cubicBezTo>
                    <a:pt x="618" y="197"/>
                    <a:pt x="372" y="361"/>
                    <a:pt x="127" y="530"/>
                  </a:cubicBezTo>
                  <a:cubicBezTo>
                    <a:pt x="26" y="599"/>
                    <a:pt x="1" y="737"/>
                    <a:pt x="70" y="839"/>
                  </a:cubicBezTo>
                  <a:cubicBezTo>
                    <a:pt x="113" y="900"/>
                    <a:pt x="182" y="934"/>
                    <a:pt x="253" y="934"/>
                  </a:cubicBezTo>
                  <a:cubicBezTo>
                    <a:pt x="296" y="934"/>
                    <a:pt x="340" y="921"/>
                    <a:pt x="380" y="896"/>
                  </a:cubicBezTo>
                  <a:cubicBezTo>
                    <a:pt x="621" y="730"/>
                    <a:pt x="863" y="567"/>
                    <a:pt x="1110" y="408"/>
                  </a:cubicBezTo>
                  <a:cubicBezTo>
                    <a:pt x="1212" y="340"/>
                    <a:pt x="1240" y="204"/>
                    <a:pt x="1175" y="102"/>
                  </a:cubicBezTo>
                  <a:cubicBezTo>
                    <a:pt x="1132" y="35"/>
                    <a:pt x="1060" y="0"/>
                    <a:pt x="98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8"/>
            <p:cNvSpPr/>
            <p:nvPr/>
          </p:nvSpPr>
          <p:spPr>
            <a:xfrm>
              <a:off x="1531500" y="4351713"/>
              <a:ext cx="11900" cy="33175"/>
            </a:xfrm>
            <a:custGeom>
              <a:rect b="b" l="l" r="r" t="t"/>
              <a:pathLst>
                <a:path extrusionOk="0" h="1327" w="476">
                  <a:moveTo>
                    <a:pt x="248" y="0"/>
                  </a:moveTo>
                  <a:cubicBezTo>
                    <a:pt x="132" y="0"/>
                    <a:pt x="34" y="90"/>
                    <a:pt x="27" y="209"/>
                  </a:cubicBezTo>
                  <a:cubicBezTo>
                    <a:pt x="10" y="507"/>
                    <a:pt x="2" y="804"/>
                    <a:pt x="0" y="1105"/>
                  </a:cubicBezTo>
                  <a:cubicBezTo>
                    <a:pt x="0" y="1227"/>
                    <a:pt x="100" y="1326"/>
                    <a:pt x="222" y="1326"/>
                  </a:cubicBezTo>
                  <a:cubicBezTo>
                    <a:pt x="343" y="1326"/>
                    <a:pt x="443" y="1227"/>
                    <a:pt x="443" y="1106"/>
                  </a:cubicBezTo>
                  <a:cubicBezTo>
                    <a:pt x="446" y="816"/>
                    <a:pt x="454" y="524"/>
                    <a:pt x="468" y="233"/>
                  </a:cubicBezTo>
                  <a:cubicBezTo>
                    <a:pt x="475" y="109"/>
                    <a:pt x="382" y="6"/>
                    <a:pt x="258" y="0"/>
                  </a:cubicBezTo>
                  <a:cubicBezTo>
                    <a:pt x="255" y="0"/>
                    <a:pt x="251" y="0"/>
                    <a:pt x="24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8"/>
            <p:cNvSpPr/>
            <p:nvPr/>
          </p:nvSpPr>
          <p:spPr>
            <a:xfrm>
              <a:off x="1564100" y="4546413"/>
              <a:ext cx="21475" cy="31375"/>
            </a:xfrm>
            <a:custGeom>
              <a:rect b="b" l="l" r="r" t="t"/>
              <a:pathLst>
                <a:path extrusionOk="0" h="1255" w="859">
                  <a:moveTo>
                    <a:pt x="252" y="0"/>
                  </a:moveTo>
                  <a:cubicBezTo>
                    <a:pt x="224" y="0"/>
                    <a:pt x="195" y="6"/>
                    <a:pt x="167" y="18"/>
                  </a:cubicBezTo>
                  <a:cubicBezTo>
                    <a:pt x="53" y="63"/>
                    <a:pt x="1" y="192"/>
                    <a:pt x="46" y="305"/>
                  </a:cubicBezTo>
                  <a:cubicBezTo>
                    <a:pt x="160" y="582"/>
                    <a:pt x="280" y="856"/>
                    <a:pt x="407" y="1126"/>
                  </a:cubicBezTo>
                  <a:cubicBezTo>
                    <a:pt x="443" y="1206"/>
                    <a:pt x="524" y="1254"/>
                    <a:pt x="606" y="1254"/>
                  </a:cubicBezTo>
                  <a:cubicBezTo>
                    <a:pt x="639" y="1254"/>
                    <a:pt x="670" y="1247"/>
                    <a:pt x="700" y="1233"/>
                  </a:cubicBezTo>
                  <a:cubicBezTo>
                    <a:pt x="811" y="1182"/>
                    <a:pt x="859" y="1048"/>
                    <a:pt x="806" y="939"/>
                  </a:cubicBezTo>
                  <a:cubicBezTo>
                    <a:pt x="684" y="674"/>
                    <a:pt x="568" y="407"/>
                    <a:pt x="456" y="138"/>
                  </a:cubicBezTo>
                  <a:cubicBezTo>
                    <a:pt x="421" y="53"/>
                    <a:pt x="339" y="0"/>
                    <a:pt x="252"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8"/>
            <p:cNvSpPr/>
            <p:nvPr/>
          </p:nvSpPr>
          <p:spPr>
            <a:xfrm>
              <a:off x="1536325" y="4285888"/>
              <a:ext cx="15875" cy="32875"/>
            </a:xfrm>
            <a:custGeom>
              <a:rect b="b" l="l" r="r" t="t"/>
              <a:pathLst>
                <a:path extrusionOk="0" h="1315" w="635">
                  <a:moveTo>
                    <a:pt x="396" y="0"/>
                  </a:moveTo>
                  <a:cubicBezTo>
                    <a:pt x="293" y="0"/>
                    <a:pt x="197" y="70"/>
                    <a:pt x="177" y="176"/>
                  </a:cubicBezTo>
                  <a:cubicBezTo>
                    <a:pt x="116" y="468"/>
                    <a:pt x="64" y="763"/>
                    <a:pt x="17" y="1056"/>
                  </a:cubicBezTo>
                  <a:cubicBezTo>
                    <a:pt x="0" y="1181"/>
                    <a:pt x="84" y="1295"/>
                    <a:pt x="204" y="1313"/>
                  </a:cubicBezTo>
                  <a:cubicBezTo>
                    <a:pt x="214" y="1314"/>
                    <a:pt x="227" y="1314"/>
                    <a:pt x="237" y="1314"/>
                  </a:cubicBezTo>
                  <a:cubicBezTo>
                    <a:pt x="343" y="1314"/>
                    <a:pt x="440" y="1236"/>
                    <a:pt x="455" y="1126"/>
                  </a:cubicBezTo>
                  <a:cubicBezTo>
                    <a:pt x="499" y="839"/>
                    <a:pt x="552" y="551"/>
                    <a:pt x="610" y="266"/>
                  </a:cubicBezTo>
                  <a:cubicBezTo>
                    <a:pt x="634" y="147"/>
                    <a:pt x="559" y="31"/>
                    <a:pt x="438" y="4"/>
                  </a:cubicBezTo>
                  <a:cubicBezTo>
                    <a:pt x="424" y="1"/>
                    <a:pt x="410" y="0"/>
                    <a:pt x="39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8"/>
            <p:cNvSpPr/>
            <p:nvPr/>
          </p:nvSpPr>
          <p:spPr>
            <a:xfrm>
              <a:off x="1543875" y="4483338"/>
              <a:ext cx="18125" cy="32425"/>
            </a:xfrm>
            <a:custGeom>
              <a:rect b="b" l="l" r="r" t="t"/>
              <a:pathLst>
                <a:path extrusionOk="0" h="1297" w="725">
                  <a:moveTo>
                    <a:pt x="243" y="0"/>
                  </a:moveTo>
                  <a:cubicBezTo>
                    <a:pt x="225" y="0"/>
                    <a:pt x="208" y="2"/>
                    <a:pt x="190" y="6"/>
                  </a:cubicBezTo>
                  <a:cubicBezTo>
                    <a:pt x="73" y="35"/>
                    <a:pt x="0" y="155"/>
                    <a:pt x="30" y="274"/>
                  </a:cubicBezTo>
                  <a:cubicBezTo>
                    <a:pt x="101" y="565"/>
                    <a:pt x="179" y="853"/>
                    <a:pt x="264" y="1139"/>
                  </a:cubicBezTo>
                  <a:cubicBezTo>
                    <a:pt x="292" y="1236"/>
                    <a:pt x="380" y="1297"/>
                    <a:pt x="477" y="1297"/>
                  </a:cubicBezTo>
                  <a:cubicBezTo>
                    <a:pt x="498" y="1297"/>
                    <a:pt x="519" y="1294"/>
                    <a:pt x="541" y="1288"/>
                  </a:cubicBezTo>
                  <a:cubicBezTo>
                    <a:pt x="657" y="1253"/>
                    <a:pt x="725" y="1131"/>
                    <a:pt x="689" y="1013"/>
                  </a:cubicBezTo>
                  <a:cubicBezTo>
                    <a:pt x="604" y="734"/>
                    <a:pt x="528" y="453"/>
                    <a:pt x="458" y="169"/>
                  </a:cubicBezTo>
                  <a:cubicBezTo>
                    <a:pt x="434" y="69"/>
                    <a:pt x="344" y="0"/>
                    <a:pt x="24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8"/>
            <p:cNvSpPr/>
            <p:nvPr/>
          </p:nvSpPr>
          <p:spPr>
            <a:xfrm>
              <a:off x="1533225" y="4417963"/>
              <a:ext cx="14275" cy="33025"/>
            </a:xfrm>
            <a:custGeom>
              <a:rect b="b" l="l" r="r" t="t"/>
              <a:pathLst>
                <a:path extrusionOk="0" h="1321" w="571">
                  <a:moveTo>
                    <a:pt x="235" y="1"/>
                  </a:moveTo>
                  <a:cubicBezTo>
                    <a:pt x="227" y="1"/>
                    <a:pt x="219" y="1"/>
                    <a:pt x="211" y="2"/>
                  </a:cubicBezTo>
                  <a:cubicBezTo>
                    <a:pt x="89" y="12"/>
                    <a:pt x="1" y="121"/>
                    <a:pt x="11" y="243"/>
                  </a:cubicBezTo>
                  <a:cubicBezTo>
                    <a:pt x="39" y="541"/>
                    <a:pt x="75" y="837"/>
                    <a:pt x="116" y="1131"/>
                  </a:cubicBezTo>
                  <a:cubicBezTo>
                    <a:pt x="131" y="1242"/>
                    <a:pt x="225" y="1321"/>
                    <a:pt x="334" y="1321"/>
                  </a:cubicBezTo>
                  <a:cubicBezTo>
                    <a:pt x="344" y="1321"/>
                    <a:pt x="355" y="1321"/>
                    <a:pt x="365" y="1320"/>
                  </a:cubicBezTo>
                  <a:cubicBezTo>
                    <a:pt x="487" y="1303"/>
                    <a:pt x="571" y="1192"/>
                    <a:pt x="555" y="1069"/>
                  </a:cubicBezTo>
                  <a:cubicBezTo>
                    <a:pt x="514" y="781"/>
                    <a:pt x="480" y="491"/>
                    <a:pt x="452" y="201"/>
                  </a:cubicBezTo>
                  <a:cubicBezTo>
                    <a:pt x="441" y="88"/>
                    <a:pt x="344" y="1"/>
                    <a:pt x="235"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8"/>
            <p:cNvSpPr/>
            <p:nvPr/>
          </p:nvSpPr>
          <p:spPr>
            <a:xfrm>
              <a:off x="1593850" y="4605638"/>
              <a:ext cx="24600" cy="29600"/>
            </a:xfrm>
            <a:custGeom>
              <a:rect b="b" l="l" r="r" t="t"/>
              <a:pathLst>
                <a:path extrusionOk="0" h="1184" w="984">
                  <a:moveTo>
                    <a:pt x="253" y="0"/>
                  </a:moveTo>
                  <a:cubicBezTo>
                    <a:pt x="214" y="0"/>
                    <a:pt x="174" y="10"/>
                    <a:pt x="138" y="32"/>
                  </a:cubicBezTo>
                  <a:cubicBezTo>
                    <a:pt x="33" y="96"/>
                    <a:pt x="1" y="231"/>
                    <a:pt x="63" y="336"/>
                  </a:cubicBezTo>
                  <a:cubicBezTo>
                    <a:pt x="219" y="591"/>
                    <a:pt x="381" y="842"/>
                    <a:pt x="550" y="1089"/>
                  </a:cubicBezTo>
                  <a:cubicBezTo>
                    <a:pt x="592" y="1151"/>
                    <a:pt x="662" y="1184"/>
                    <a:pt x="732" y="1184"/>
                  </a:cubicBezTo>
                  <a:cubicBezTo>
                    <a:pt x="775" y="1184"/>
                    <a:pt x="819" y="1172"/>
                    <a:pt x="856" y="1146"/>
                  </a:cubicBezTo>
                  <a:cubicBezTo>
                    <a:pt x="957" y="1076"/>
                    <a:pt x="983" y="940"/>
                    <a:pt x="914" y="839"/>
                  </a:cubicBezTo>
                  <a:cubicBezTo>
                    <a:pt x="752" y="600"/>
                    <a:pt x="594" y="354"/>
                    <a:pt x="443" y="106"/>
                  </a:cubicBezTo>
                  <a:cubicBezTo>
                    <a:pt x="401" y="38"/>
                    <a:pt x="328" y="0"/>
                    <a:pt x="253"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8"/>
            <p:cNvSpPr/>
            <p:nvPr/>
          </p:nvSpPr>
          <p:spPr>
            <a:xfrm>
              <a:off x="1758400" y="3983988"/>
              <a:ext cx="32175" cy="21275"/>
            </a:xfrm>
            <a:custGeom>
              <a:rect b="b" l="l" r="r" t="t"/>
              <a:pathLst>
                <a:path extrusionOk="0" h="851" w="1287">
                  <a:moveTo>
                    <a:pt x="1038" y="0"/>
                  </a:moveTo>
                  <a:cubicBezTo>
                    <a:pt x="1005" y="0"/>
                    <a:pt x="971" y="8"/>
                    <a:pt x="939" y="23"/>
                  </a:cubicBezTo>
                  <a:cubicBezTo>
                    <a:pt x="672" y="154"/>
                    <a:pt x="407" y="291"/>
                    <a:pt x="145" y="436"/>
                  </a:cubicBezTo>
                  <a:cubicBezTo>
                    <a:pt x="38" y="494"/>
                    <a:pt x="0" y="629"/>
                    <a:pt x="58" y="737"/>
                  </a:cubicBezTo>
                  <a:cubicBezTo>
                    <a:pt x="99" y="810"/>
                    <a:pt x="173" y="850"/>
                    <a:pt x="251" y="850"/>
                  </a:cubicBezTo>
                  <a:cubicBezTo>
                    <a:pt x="287" y="850"/>
                    <a:pt x="325" y="842"/>
                    <a:pt x="358" y="822"/>
                  </a:cubicBezTo>
                  <a:cubicBezTo>
                    <a:pt x="613" y="680"/>
                    <a:pt x="872" y="545"/>
                    <a:pt x="1133" y="418"/>
                  </a:cubicBezTo>
                  <a:cubicBezTo>
                    <a:pt x="1242" y="365"/>
                    <a:pt x="1286" y="232"/>
                    <a:pt x="1234" y="123"/>
                  </a:cubicBezTo>
                  <a:cubicBezTo>
                    <a:pt x="1198" y="45"/>
                    <a:pt x="1120" y="0"/>
                    <a:pt x="1038"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8"/>
            <p:cNvSpPr/>
            <p:nvPr/>
          </p:nvSpPr>
          <p:spPr>
            <a:xfrm>
              <a:off x="1818725" y="3959438"/>
              <a:ext cx="33425" cy="18225"/>
            </a:xfrm>
            <a:custGeom>
              <a:rect b="b" l="l" r="r" t="t"/>
              <a:pathLst>
                <a:path extrusionOk="0" h="729" w="1337">
                  <a:moveTo>
                    <a:pt x="1086" y="0"/>
                  </a:moveTo>
                  <a:cubicBezTo>
                    <a:pt x="1065" y="0"/>
                    <a:pt x="1043" y="3"/>
                    <a:pt x="1022" y="10"/>
                  </a:cubicBezTo>
                  <a:cubicBezTo>
                    <a:pt x="737" y="99"/>
                    <a:pt x="455" y="194"/>
                    <a:pt x="175" y="299"/>
                  </a:cubicBezTo>
                  <a:cubicBezTo>
                    <a:pt x="60" y="342"/>
                    <a:pt x="1" y="469"/>
                    <a:pt x="43" y="583"/>
                  </a:cubicBezTo>
                  <a:cubicBezTo>
                    <a:pt x="77" y="672"/>
                    <a:pt x="161" y="729"/>
                    <a:pt x="252" y="729"/>
                  </a:cubicBezTo>
                  <a:cubicBezTo>
                    <a:pt x="276" y="729"/>
                    <a:pt x="303" y="725"/>
                    <a:pt x="327" y="715"/>
                  </a:cubicBezTo>
                  <a:cubicBezTo>
                    <a:pt x="601" y="613"/>
                    <a:pt x="876" y="519"/>
                    <a:pt x="1154" y="432"/>
                  </a:cubicBezTo>
                  <a:cubicBezTo>
                    <a:pt x="1270" y="397"/>
                    <a:pt x="1337" y="272"/>
                    <a:pt x="1298" y="156"/>
                  </a:cubicBezTo>
                  <a:cubicBezTo>
                    <a:pt x="1269" y="62"/>
                    <a:pt x="1182" y="0"/>
                    <a:pt x="108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8"/>
            <p:cNvSpPr/>
            <p:nvPr/>
          </p:nvSpPr>
          <p:spPr>
            <a:xfrm>
              <a:off x="1653525" y="4058988"/>
              <a:ext cx="28000" cy="26500"/>
            </a:xfrm>
            <a:custGeom>
              <a:rect b="b" l="l" r="r" t="t"/>
              <a:pathLst>
                <a:path extrusionOk="0" h="1060" w="1120">
                  <a:moveTo>
                    <a:pt x="876" y="0"/>
                  </a:moveTo>
                  <a:cubicBezTo>
                    <a:pt x="822" y="0"/>
                    <a:pt x="768" y="20"/>
                    <a:pt x="725" y="60"/>
                  </a:cubicBezTo>
                  <a:cubicBezTo>
                    <a:pt x="508" y="264"/>
                    <a:pt x="294" y="471"/>
                    <a:pt x="86" y="685"/>
                  </a:cubicBezTo>
                  <a:cubicBezTo>
                    <a:pt x="0" y="771"/>
                    <a:pt x="2" y="912"/>
                    <a:pt x="90" y="997"/>
                  </a:cubicBezTo>
                  <a:cubicBezTo>
                    <a:pt x="132" y="1039"/>
                    <a:pt x="189" y="1059"/>
                    <a:pt x="244" y="1059"/>
                  </a:cubicBezTo>
                  <a:cubicBezTo>
                    <a:pt x="301" y="1059"/>
                    <a:pt x="359" y="1037"/>
                    <a:pt x="402" y="991"/>
                  </a:cubicBezTo>
                  <a:cubicBezTo>
                    <a:pt x="606" y="783"/>
                    <a:pt x="813" y="579"/>
                    <a:pt x="1026" y="381"/>
                  </a:cubicBezTo>
                  <a:cubicBezTo>
                    <a:pt x="1114" y="299"/>
                    <a:pt x="1119" y="159"/>
                    <a:pt x="1036" y="69"/>
                  </a:cubicBezTo>
                  <a:cubicBezTo>
                    <a:pt x="993" y="24"/>
                    <a:pt x="935" y="0"/>
                    <a:pt x="87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8"/>
            <p:cNvSpPr/>
            <p:nvPr/>
          </p:nvSpPr>
          <p:spPr>
            <a:xfrm>
              <a:off x="1610725" y="4107588"/>
              <a:ext cx="25850" cy="28675"/>
            </a:xfrm>
            <a:custGeom>
              <a:rect b="b" l="l" r="r" t="t"/>
              <a:pathLst>
                <a:path extrusionOk="0" h="1147" w="1034">
                  <a:moveTo>
                    <a:pt x="785" y="0"/>
                  </a:moveTo>
                  <a:cubicBezTo>
                    <a:pt x="720" y="0"/>
                    <a:pt x="656" y="28"/>
                    <a:pt x="612" y="82"/>
                  </a:cubicBezTo>
                  <a:cubicBezTo>
                    <a:pt x="426" y="316"/>
                    <a:pt x="245" y="555"/>
                    <a:pt x="72" y="796"/>
                  </a:cubicBezTo>
                  <a:cubicBezTo>
                    <a:pt x="1" y="895"/>
                    <a:pt x="22" y="1033"/>
                    <a:pt x="121" y="1104"/>
                  </a:cubicBezTo>
                  <a:cubicBezTo>
                    <a:pt x="160" y="1132"/>
                    <a:pt x="206" y="1146"/>
                    <a:pt x="250" y="1146"/>
                  </a:cubicBezTo>
                  <a:cubicBezTo>
                    <a:pt x="320" y="1146"/>
                    <a:pt x="386" y="1115"/>
                    <a:pt x="429" y="1054"/>
                  </a:cubicBezTo>
                  <a:cubicBezTo>
                    <a:pt x="599" y="818"/>
                    <a:pt x="776" y="586"/>
                    <a:pt x="958" y="358"/>
                  </a:cubicBezTo>
                  <a:cubicBezTo>
                    <a:pt x="1033" y="263"/>
                    <a:pt x="1018" y="124"/>
                    <a:pt x="923" y="47"/>
                  </a:cubicBezTo>
                  <a:cubicBezTo>
                    <a:pt x="881" y="16"/>
                    <a:pt x="833" y="0"/>
                    <a:pt x="785"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8"/>
            <p:cNvSpPr/>
            <p:nvPr/>
          </p:nvSpPr>
          <p:spPr>
            <a:xfrm>
              <a:off x="1702975" y="4017463"/>
              <a:ext cx="30475" cy="24100"/>
            </a:xfrm>
            <a:custGeom>
              <a:rect b="b" l="l" r="r" t="t"/>
              <a:pathLst>
                <a:path extrusionOk="0" h="964" w="1219">
                  <a:moveTo>
                    <a:pt x="966" y="1"/>
                  </a:moveTo>
                  <a:cubicBezTo>
                    <a:pt x="923" y="1"/>
                    <a:pt x="880" y="14"/>
                    <a:pt x="842" y="40"/>
                  </a:cubicBezTo>
                  <a:cubicBezTo>
                    <a:pt x="596" y="210"/>
                    <a:pt x="354" y="383"/>
                    <a:pt x="117" y="566"/>
                  </a:cubicBezTo>
                  <a:cubicBezTo>
                    <a:pt x="19" y="640"/>
                    <a:pt x="1" y="779"/>
                    <a:pt x="76" y="877"/>
                  </a:cubicBezTo>
                  <a:cubicBezTo>
                    <a:pt x="120" y="934"/>
                    <a:pt x="185" y="963"/>
                    <a:pt x="252" y="963"/>
                  </a:cubicBezTo>
                  <a:cubicBezTo>
                    <a:pt x="298" y="963"/>
                    <a:pt x="345" y="949"/>
                    <a:pt x="386" y="918"/>
                  </a:cubicBezTo>
                  <a:cubicBezTo>
                    <a:pt x="618" y="741"/>
                    <a:pt x="854" y="570"/>
                    <a:pt x="1093" y="403"/>
                  </a:cubicBezTo>
                  <a:cubicBezTo>
                    <a:pt x="1195" y="334"/>
                    <a:pt x="1219" y="196"/>
                    <a:pt x="1149" y="95"/>
                  </a:cubicBezTo>
                  <a:cubicBezTo>
                    <a:pt x="1106" y="34"/>
                    <a:pt x="1036" y="1"/>
                    <a:pt x="966"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8"/>
            <p:cNvSpPr/>
            <p:nvPr/>
          </p:nvSpPr>
          <p:spPr>
            <a:xfrm>
              <a:off x="1991875" y="3850163"/>
              <a:ext cx="20450" cy="31725"/>
            </a:xfrm>
            <a:custGeom>
              <a:rect b="b" l="l" r="r" t="t"/>
              <a:pathLst>
                <a:path extrusionOk="0" h="1269" w="818">
                  <a:moveTo>
                    <a:pt x="567" y="1"/>
                  </a:moveTo>
                  <a:cubicBezTo>
                    <a:pt x="481" y="1"/>
                    <a:pt x="397" y="52"/>
                    <a:pt x="361" y="138"/>
                  </a:cubicBezTo>
                  <a:cubicBezTo>
                    <a:pt x="248" y="414"/>
                    <a:pt x="141" y="692"/>
                    <a:pt x="42" y="975"/>
                  </a:cubicBezTo>
                  <a:cubicBezTo>
                    <a:pt x="1" y="1089"/>
                    <a:pt x="62" y="1216"/>
                    <a:pt x="177" y="1257"/>
                  </a:cubicBezTo>
                  <a:cubicBezTo>
                    <a:pt x="201" y="1265"/>
                    <a:pt x="226" y="1268"/>
                    <a:pt x="249" y="1268"/>
                  </a:cubicBezTo>
                  <a:cubicBezTo>
                    <a:pt x="340" y="1268"/>
                    <a:pt x="426" y="1211"/>
                    <a:pt x="459" y="1121"/>
                  </a:cubicBezTo>
                  <a:cubicBezTo>
                    <a:pt x="555" y="847"/>
                    <a:pt x="659" y="575"/>
                    <a:pt x="771" y="305"/>
                  </a:cubicBezTo>
                  <a:cubicBezTo>
                    <a:pt x="818" y="193"/>
                    <a:pt x="764" y="63"/>
                    <a:pt x="650" y="17"/>
                  </a:cubicBezTo>
                  <a:cubicBezTo>
                    <a:pt x="623" y="6"/>
                    <a:pt x="595" y="1"/>
                    <a:pt x="56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8"/>
            <p:cNvSpPr/>
            <p:nvPr/>
          </p:nvSpPr>
          <p:spPr>
            <a:xfrm>
              <a:off x="1988725" y="4109188"/>
              <a:ext cx="21475" cy="31250"/>
            </a:xfrm>
            <a:custGeom>
              <a:rect b="b" l="l" r="r" t="t"/>
              <a:pathLst>
                <a:path extrusionOk="0" h="1250" w="859">
                  <a:moveTo>
                    <a:pt x="249" y="0"/>
                  </a:moveTo>
                  <a:cubicBezTo>
                    <a:pt x="224" y="0"/>
                    <a:pt x="199" y="5"/>
                    <a:pt x="174" y="14"/>
                  </a:cubicBezTo>
                  <a:cubicBezTo>
                    <a:pt x="57" y="57"/>
                    <a:pt x="1" y="184"/>
                    <a:pt x="42" y="298"/>
                  </a:cubicBezTo>
                  <a:lnTo>
                    <a:pt x="103" y="455"/>
                  </a:lnTo>
                  <a:cubicBezTo>
                    <a:pt x="191" y="684"/>
                    <a:pt x="297" y="910"/>
                    <a:pt x="412" y="1132"/>
                  </a:cubicBezTo>
                  <a:cubicBezTo>
                    <a:pt x="452" y="1207"/>
                    <a:pt x="530" y="1249"/>
                    <a:pt x="608" y="1249"/>
                  </a:cubicBezTo>
                  <a:cubicBezTo>
                    <a:pt x="643" y="1249"/>
                    <a:pt x="678" y="1241"/>
                    <a:pt x="710" y="1224"/>
                  </a:cubicBezTo>
                  <a:cubicBezTo>
                    <a:pt x="819" y="1167"/>
                    <a:pt x="859" y="1032"/>
                    <a:pt x="802" y="925"/>
                  </a:cubicBezTo>
                  <a:cubicBezTo>
                    <a:pt x="694" y="719"/>
                    <a:pt x="596" y="506"/>
                    <a:pt x="514" y="295"/>
                  </a:cubicBezTo>
                  <a:lnTo>
                    <a:pt x="457" y="145"/>
                  </a:lnTo>
                  <a:cubicBezTo>
                    <a:pt x="424" y="56"/>
                    <a:pt x="339" y="0"/>
                    <a:pt x="249"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8"/>
            <p:cNvSpPr/>
            <p:nvPr/>
          </p:nvSpPr>
          <p:spPr>
            <a:xfrm>
              <a:off x="1972750" y="4044963"/>
              <a:ext cx="15800" cy="32900"/>
            </a:xfrm>
            <a:custGeom>
              <a:rect b="b" l="l" r="r" t="t"/>
              <a:pathLst>
                <a:path extrusionOk="0" h="1316" w="632">
                  <a:moveTo>
                    <a:pt x="240" y="1"/>
                  </a:moveTo>
                  <a:cubicBezTo>
                    <a:pt x="229" y="1"/>
                    <a:pt x="217" y="2"/>
                    <a:pt x="206" y="4"/>
                  </a:cubicBezTo>
                  <a:cubicBezTo>
                    <a:pt x="85" y="21"/>
                    <a:pt x="0" y="133"/>
                    <a:pt x="18" y="253"/>
                  </a:cubicBezTo>
                  <a:cubicBezTo>
                    <a:pt x="58" y="550"/>
                    <a:pt x="112" y="847"/>
                    <a:pt x="173" y="1140"/>
                  </a:cubicBezTo>
                  <a:cubicBezTo>
                    <a:pt x="197" y="1245"/>
                    <a:pt x="287" y="1315"/>
                    <a:pt x="390" y="1315"/>
                  </a:cubicBezTo>
                  <a:cubicBezTo>
                    <a:pt x="406" y="1315"/>
                    <a:pt x="421" y="1314"/>
                    <a:pt x="437" y="1310"/>
                  </a:cubicBezTo>
                  <a:cubicBezTo>
                    <a:pt x="556" y="1284"/>
                    <a:pt x="631" y="1167"/>
                    <a:pt x="607" y="1047"/>
                  </a:cubicBezTo>
                  <a:cubicBezTo>
                    <a:pt x="546" y="765"/>
                    <a:pt x="496" y="479"/>
                    <a:pt x="455" y="191"/>
                  </a:cubicBezTo>
                  <a:cubicBezTo>
                    <a:pt x="440" y="82"/>
                    <a:pt x="346" y="1"/>
                    <a:pt x="240"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8"/>
            <p:cNvSpPr/>
            <p:nvPr/>
          </p:nvSpPr>
          <p:spPr>
            <a:xfrm>
              <a:off x="1949100" y="3913213"/>
              <a:ext cx="42675" cy="40025"/>
            </a:xfrm>
            <a:custGeom>
              <a:rect b="b" l="l" r="r" t="t"/>
              <a:pathLst>
                <a:path extrusionOk="0" h="1601" w="1707">
                  <a:moveTo>
                    <a:pt x="1463" y="1"/>
                  </a:moveTo>
                  <a:cubicBezTo>
                    <a:pt x="1362" y="1"/>
                    <a:pt x="1272" y="70"/>
                    <a:pt x="1248" y="171"/>
                  </a:cubicBezTo>
                  <a:cubicBezTo>
                    <a:pt x="1179" y="465"/>
                    <a:pt x="1118" y="757"/>
                    <a:pt x="1067" y="1051"/>
                  </a:cubicBezTo>
                  <a:cubicBezTo>
                    <a:pt x="1060" y="1089"/>
                    <a:pt x="1062" y="1124"/>
                    <a:pt x="1074" y="1156"/>
                  </a:cubicBezTo>
                  <a:cubicBezTo>
                    <a:pt x="828" y="1141"/>
                    <a:pt x="584" y="1134"/>
                    <a:pt x="339" y="1134"/>
                  </a:cubicBezTo>
                  <a:lnTo>
                    <a:pt x="220" y="1134"/>
                  </a:lnTo>
                  <a:cubicBezTo>
                    <a:pt x="97" y="1136"/>
                    <a:pt x="0" y="1235"/>
                    <a:pt x="2" y="1358"/>
                  </a:cubicBezTo>
                  <a:cubicBezTo>
                    <a:pt x="3" y="1479"/>
                    <a:pt x="102" y="1575"/>
                    <a:pt x="223" y="1575"/>
                  </a:cubicBezTo>
                  <a:lnTo>
                    <a:pt x="338" y="1575"/>
                  </a:lnTo>
                  <a:cubicBezTo>
                    <a:pt x="590" y="1575"/>
                    <a:pt x="841" y="1582"/>
                    <a:pt x="1094" y="1601"/>
                  </a:cubicBezTo>
                  <a:lnTo>
                    <a:pt x="1108" y="1601"/>
                  </a:lnTo>
                  <a:cubicBezTo>
                    <a:pt x="1223" y="1601"/>
                    <a:pt x="1320" y="1510"/>
                    <a:pt x="1328" y="1394"/>
                  </a:cubicBezTo>
                  <a:cubicBezTo>
                    <a:pt x="1329" y="1363"/>
                    <a:pt x="1325" y="1334"/>
                    <a:pt x="1316" y="1309"/>
                  </a:cubicBezTo>
                  <a:cubicBezTo>
                    <a:pt x="1408" y="1294"/>
                    <a:pt x="1485" y="1225"/>
                    <a:pt x="1502" y="1127"/>
                  </a:cubicBezTo>
                  <a:cubicBezTo>
                    <a:pt x="1554" y="842"/>
                    <a:pt x="1613" y="557"/>
                    <a:pt x="1678" y="273"/>
                  </a:cubicBezTo>
                  <a:cubicBezTo>
                    <a:pt x="1706" y="154"/>
                    <a:pt x="1632" y="35"/>
                    <a:pt x="1513" y="7"/>
                  </a:cubicBezTo>
                  <a:cubicBezTo>
                    <a:pt x="1496" y="3"/>
                    <a:pt x="1479" y="1"/>
                    <a:pt x="1463"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8"/>
            <p:cNvSpPr/>
            <p:nvPr/>
          </p:nvSpPr>
          <p:spPr>
            <a:xfrm>
              <a:off x="1883150" y="3944888"/>
              <a:ext cx="33350" cy="14600"/>
            </a:xfrm>
            <a:custGeom>
              <a:rect b="b" l="l" r="r" t="t"/>
              <a:pathLst>
                <a:path extrusionOk="0" h="584" w="1334">
                  <a:moveTo>
                    <a:pt x="1096" y="0"/>
                  </a:moveTo>
                  <a:cubicBezTo>
                    <a:pt x="1086" y="0"/>
                    <a:pt x="1077" y="1"/>
                    <a:pt x="1067" y="2"/>
                  </a:cubicBezTo>
                  <a:cubicBezTo>
                    <a:pt x="780" y="40"/>
                    <a:pt x="494" y="88"/>
                    <a:pt x="210" y="145"/>
                  </a:cubicBezTo>
                  <a:lnTo>
                    <a:pt x="225" y="366"/>
                  </a:lnTo>
                  <a:lnTo>
                    <a:pt x="182" y="151"/>
                  </a:lnTo>
                  <a:cubicBezTo>
                    <a:pt x="61" y="174"/>
                    <a:pt x="0" y="287"/>
                    <a:pt x="23" y="408"/>
                  </a:cubicBezTo>
                  <a:cubicBezTo>
                    <a:pt x="43" y="512"/>
                    <a:pt x="147" y="583"/>
                    <a:pt x="253" y="583"/>
                  </a:cubicBezTo>
                  <a:cubicBezTo>
                    <a:pt x="270" y="583"/>
                    <a:pt x="284" y="582"/>
                    <a:pt x="298" y="581"/>
                  </a:cubicBezTo>
                  <a:cubicBezTo>
                    <a:pt x="572" y="527"/>
                    <a:pt x="849" y="478"/>
                    <a:pt x="1128" y="442"/>
                  </a:cubicBezTo>
                  <a:cubicBezTo>
                    <a:pt x="1248" y="426"/>
                    <a:pt x="1334" y="314"/>
                    <a:pt x="1316" y="192"/>
                  </a:cubicBezTo>
                  <a:cubicBezTo>
                    <a:pt x="1301" y="80"/>
                    <a:pt x="1204" y="0"/>
                    <a:pt x="1096" y="0"/>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8"/>
            <p:cNvSpPr/>
            <p:nvPr/>
          </p:nvSpPr>
          <p:spPr>
            <a:xfrm>
              <a:off x="1969950" y="3978813"/>
              <a:ext cx="11825" cy="33150"/>
            </a:xfrm>
            <a:custGeom>
              <a:rect b="b" l="l" r="r" t="t"/>
              <a:pathLst>
                <a:path extrusionOk="0" h="1326" w="473">
                  <a:moveTo>
                    <a:pt x="257" y="1"/>
                  </a:moveTo>
                  <a:cubicBezTo>
                    <a:pt x="129" y="1"/>
                    <a:pt x="30" y="89"/>
                    <a:pt x="23" y="209"/>
                  </a:cubicBezTo>
                  <a:cubicBezTo>
                    <a:pt x="7" y="480"/>
                    <a:pt x="0" y="751"/>
                    <a:pt x="0" y="1025"/>
                  </a:cubicBezTo>
                  <a:lnTo>
                    <a:pt x="0" y="1104"/>
                  </a:lnTo>
                  <a:cubicBezTo>
                    <a:pt x="0" y="1226"/>
                    <a:pt x="99" y="1325"/>
                    <a:pt x="221" y="1325"/>
                  </a:cubicBezTo>
                  <a:cubicBezTo>
                    <a:pt x="222" y="1325"/>
                    <a:pt x="223" y="1325"/>
                    <a:pt x="224" y="1325"/>
                  </a:cubicBezTo>
                  <a:cubicBezTo>
                    <a:pt x="346" y="1325"/>
                    <a:pt x="442" y="1226"/>
                    <a:pt x="442" y="1105"/>
                  </a:cubicBezTo>
                  <a:lnTo>
                    <a:pt x="442" y="1022"/>
                  </a:lnTo>
                  <a:cubicBezTo>
                    <a:pt x="442" y="759"/>
                    <a:pt x="450" y="497"/>
                    <a:pt x="465" y="235"/>
                  </a:cubicBezTo>
                  <a:cubicBezTo>
                    <a:pt x="472" y="113"/>
                    <a:pt x="379" y="8"/>
                    <a:pt x="257" y="1"/>
                  </a:cubicBezTo>
                  <a:close/>
                </a:path>
              </a:pathLst>
            </a:custGeom>
            <a:solidFill>
              <a:srgbClr val="2620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3" name="Google Shape;5653;p68"/>
          <p:cNvGrpSpPr/>
          <p:nvPr/>
        </p:nvGrpSpPr>
        <p:grpSpPr>
          <a:xfrm>
            <a:off x="559275" y="274000"/>
            <a:ext cx="682425" cy="1193700"/>
            <a:chOff x="559275" y="274000"/>
            <a:chExt cx="682425" cy="1193700"/>
          </a:xfrm>
        </p:grpSpPr>
        <p:sp>
          <p:nvSpPr>
            <p:cNvPr id="5654" name="Google Shape;5654;p68"/>
            <p:cNvSpPr/>
            <p:nvPr/>
          </p:nvSpPr>
          <p:spPr>
            <a:xfrm>
              <a:off x="559275" y="274000"/>
              <a:ext cx="473375" cy="130625"/>
            </a:xfrm>
            <a:custGeom>
              <a:rect b="b" l="l" r="r" t="t"/>
              <a:pathLst>
                <a:path extrusionOk="0" h="5225" w="18935">
                  <a:moveTo>
                    <a:pt x="9790" y="405"/>
                  </a:moveTo>
                  <a:cubicBezTo>
                    <a:pt x="10062" y="405"/>
                    <a:pt x="10333" y="408"/>
                    <a:pt x="10604" y="415"/>
                  </a:cubicBezTo>
                  <a:lnTo>
                    <a:pt x="10604" y="415"/>
                  </a:lnTo>
                  <a:cubicBezTo>
                    <a:pt x="10635" y="464"/>
                    <a:pt x="10688" y="500"/>
                    <a:pt x="10764" y="500"/>
                  </a:cubicBezTo>
                  <a:cubicBezTo>
                    <a:pt x="12383" y="516"/>
                    <a:pt x="13994" y="656"/>
                    <a:pt x="15586" y="953"/>
                  </a:cubicBezTo>
                  <a:cubicBezTo>
                    <a:pt x="16223" y="1070"/>
                    <a:pt x="16906" y="1184"/>
                    <a:pt x="17481" y="1504"/>
                  </a:cubicBezTo>
                  <a:cubicBezTo>
                    <a:pt x="18633" y="2139"/>
                    <a:pt x="18629" y="3479"/>
                    <a:pt x="17306" y="3973"/>
                  </a:cubicBezTo>
                  <a:cubicBezTo>
                    <a:pt x="15932" y="4487"/>
                    <a:pt x="14113" y="4408"/>
                    <a:pt x="12655" y="4527"/>
                  </a:cubicBezTo>
                  <a:cubicBezTo>
                    <a:pt x="11145" y="4652"/>
                    <a:pt x="9629" y="4740"/>
                    <a:pt x="8115" y="4758"/>
                  </a:cubicBezTo>
                  <a:cubicBezTo>
                    <a:pt x="7922" y="4760"/>
                    <a:pt x="7730" y="4761"/>
                    <a:pt x="7537" y="4761"/>
                  </a:cubicBezTo>
                  <a:cubicBezTo>
                    <a:pt x="6232" y="4761"/>
                    <a:pt x="4919" y="4710"/>
                    <a:pt x="3624" y="4554"/>
                  </a:cubicBezTo>
                  <a:cubicBezTo>
                    <a:pt x="2798" y="4454"/>
                    <a:pt x="1899" y="4304"/>
                    <a:pt x="1186" y="3843"/>
                  </a:cubicBezTo>
                  <a:cubicBezTo>
                    <a:pt x="387" y="3327"/>
                    <a:pt x="417" y="2298"/>
                    <a:pt x="1223" y="1769"/>
                  </a:cubicBezTo>
                  <a:cubicBezTo>
                    <a:pt x="1561" y="1547"/>
                    <a:pt x="1999" y="1442"/>
                    <a:pt x="2384" y="1339"/>
                  </a:cubicBezTo>
                  <a:cubicBezTo>
                    <a:pt x="4790" y="689"/>
                    <a:pt x="7296" y="405"/>
                    <a:pt x="9790" y="405"/>
                  </a:cubicBezTo>
                  <a:close/>
                  <a:moveTo>
                    <a:pt x="9410" y="1"/>
                  </a:moveTo>
                  <a:cubicBezTo>
                    <a:pt x="6796" y="1"/>
                    <a:pt x="4042" y="275"/>
                    <a:pt x="1655" y="1143"/>
                  </a:cubicBezTo>
                  <a:cubicBezTo>
                    <a:pt x="875" y="1426"/>
                    <a:pt x="1" y="2061"/>
                    <a:pt x="111" y="3008"/>
                  </a:cubicBezTo>
                  <a:cubicBezTo>
                    <a:pt x="243" y="4121"/>
                    <a:pt x="1655" y="4583"/>
                    <a:pt x="2577" y="4786"/>
                  </a:cubicBezTo>
                  <a:cubicBezTo>
                    <a:pt x="4056" y="5112"/>
                    <a:pt x="5611" y="5224"/>
                    <a:pt x="7176" y="5224"/>
                  </a:cubicBezTo>
                  <a:cubicBezTo>
                    <a:pt x="9025" y="5224"/>
                    <a:pt x="10888" y="5068"/>
                    <a:pt x="12655" y="4924"/>
                  </a:cubicBezTo>
                  <a:cubicBezTo>
                    <a:pt x="14169" y="4800"/>
                    <a:pt x="15968" y="4865"/>
                    <a:pt x="17411" y="4354"/>
                  </a:cubicBezTo>
                  <a:cubicBezTo>
                    <a:pt x="18191" y="4079"/>
                    <a:pt x="18934" y="3382"/>
                    <a:pt x="18790" y="2481"/>
                  </a:cubicBezTo>
                  <a:cubicBezTo>
                    <a:pt x="18618" y="1403"/>
                    <a:pt x="17349" y="938"/>
                    <a:pt x="16432" y="722"/>
                  </a:cubicBezTo>
                  <a:cubicBezTo>
                    <a:pt x="14833" y="346"/>
                    <a:pt x="13175" y="175"/>
                    <a:pt x="11532" y="123"/>
                  </a:cubicBezTo>
                  <a:lnTo>
                    <a:pt x="11532" y="123"/>
                  </a:lnTo>
                  <a:cubicBezTo>
                    <a:pt x="11501" y="81"/>
                    <a:pt x="11452" y="52"/>
                    <a:pt x="11386" y="49"/>
                  </a:cubicBezTo>
                  <a:cubicBezTo>
                    <a:pt x="10742" y="19"/>
                    <a:pt x="10081" y="1"/>
                    <a:pt x="94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8"/>
            <p:cNvSpPr/>
            <p:nvPr/>
          </p:nvSpPr>
          <p:spPr>
            <a:xfrm>
              <a:off x="559275" y="1337100"/>
              <a:ext cx="473375" cy="130600"/>
            </a:xfrm>
            <a:custGeom>
              <a:rect b="b" l="l" r="r" t="t"/>
              <a:pathLst>
                <a:path extrusionOk="0" h="5224" w="18935">
                  <a:moveTo>
                    <a:pt x="9790" y="404"/>
                  </a:moveTo>
                  <a:cubicBezTo>
                    <a:pt x="10062" y="404"/>
                    <a:pt x="10333" y="408"/>
                    <a:pt x="10604" y="414"/>
                  </a:cubicBezTo>
                  <a:lnTo>
                    <a:pt x="10604" y="414"/>
                  </a:lnTo>
                  <a:cubicBezTo>
                    <a:pt x="10635" y="464"/>
                    <a:pt x="10688" y="499"/>
                    <a:pt x="10764" y="500"/>
                  </a:cubicBezTo>
                  <a:cubicBezTo>
                    <a:pt x="12383" y="516"/>
                    <a:pt x="13994" y="656"/>
                    <a:pt x="15586" y="952"/>
                  </a:cubicBezTo>
                  <a:cubicBezTo>
                    <a:pt x="16223" y="1071"/>
                    <a:pt x="16906" y="1186"/>
                    <a:pt x="17481" y="1503"/>
                  </a:cubicBezTo>
                  <a:cubicBezTo>
                    <a:pt x="18633" y="2139"/>
                    <a:pt x="18629" y="3479"/>
                    <a:pt x="17306" y="3973"/>
                  </a:cubicBezTo>
                  <a:cubicBezTo>
                    <a:pt x="15932" y="4487"/>
                    <a:pt x="14113" y="4408"/>
                    <a:pt x="12655" y="4528"/>
                  </a:cubicBezTo>
                  <a:cubicBezTo>
                    <a:pt x="11145" y="4651"/>
                    <a:pt x="9629" y="4740"/>
                    <a:pt x="8115" y="4757"/>
                  </a:cubicBezTo>
                  <a:cubicBezTo>
                    <a:pt x="7922" y="4759"/>
                    <a:pt x="7730" y="4760"/>
                    <a:pt x="7537" y="4760"/>
                  </a:cubicBezTo>
                  <a:cubicBezTo>
                    <a:pt x="6232" y="4760"/>
                    <a:pt x="4919" y="4710"/>
                    <a:pt x="3624" y="4554"/>
                  </a:cubicBezTo>
                  <a:cubicBezTo>
                    <a:pt x="2798" y="4454"/>
                    <a:pt x="1899" y="4303"/>
                    <a:pt x="1186" y="3842"/>
                  </a:cubicBezTo>
                  <a:cubicBezTo>
                    <a:pt x="387" y="3327"/>
                    <a:pt x="417" y="2298"/>
                    <a:pt x="1223" y="1768"/>
                  </a:cubicBezTo>
                  <a:cubicBezTo>
                    <a:pt x="1561" y="1546"/>
                    <a:pt x="1999" y="1443"/>
                    <a:pt x="2384" y="1339"/>
                  </a:cubicBezTo>
                  <a:cubicBezTo>
                    <a:pt x="4790" y="689"/>
                    <a:pt x="7296" y="404"/>
                    <a:pt x="9790" y="404"/>
                  </a:cubicBezTo>
                  <a:close/>
                  <a:moveTo>
                    <a:pt x="9410" y="0"/>
                  </a:moveTo>
                  <a:cubicBezTo>
                    <a:pt x="6796" y="0"/>
                    <a:pt x="4042" y="274"/>
                    <a:pt x="1655" y="1143"/>
                  </a:cubicBezTo>
                  <a:cubicBezTo>
                    <a:pt x="875" y="1426"/>
                    <a:pt x="1" y="2060"/>
                    <a:pt x="111" y="3008"/>
                  </a:cubicBezTo>
                  <a:cubicBezTo>
                    <a:pt x="243" y="4120"/>
                    <a:pt x="1655" y="4583"/>
                    <a:pt x="2577" y="4786"/>
                  </a:cubicBezTo>
                  <a:cubicBezTo>
                    <a:pt x="4056" y="5112"/>
                    <a:pt x="5611" y="5224"/>
                    <a:pt x="7176" y="5224"/>
                  </a:cubicBezTo>
                  <a:cubicBezTo>
                    <a:pt x="9025" y="5224"/>
                    <a:pt x="10888" y="5067"/>
                    <a:pt x="12655" y="4923"/>
                  </a:cubicBezTo>
                  <a:cubicBezTo>
                    <a:pt x="14169" y="4800"/>
                    <a:pt x="15968" y="4865"/>
                    <a:pt x="17411" y="4353"/>
                  </a:cubicBezTo>
                  <a:cubicBezTo>
                    <a:pt x="18191" y="4079"/>
                    <a:pt x="18934" y="3383"/>
                    <a:pt x="18790" y="2481"/>
                  </a:cubicBezTo>
                  <a:cubicBezTo>
                    <a:pt x="18618" y="1403"/>
                    <a:pt x="17349" y="938"/>
                    <a:pt x="16432" y="722"/>
                  </a:cubicBezTo>
                  <a:cubicBezTo>
                    <a:pt x="14833" y="345"/>
                    <a:pt x="13175" y="175"/>
                    <a:pt x="11533" y="122"/>
                  </a:cubicBezTo>
                  <a:lnTo>
                    <a:pt x="11533" y="122"/>
                  </a:lnTo>
                  <a:cubicBezTo>
                    <a:pt x="11501" y="81"/>
                    <a:pt x="11452" y="52"/>
                    <a:pt x="11386" y="49"/>
                  </a:cubicBezTo>
                  <a:cubicBezTo>
                    <a:pt x="10742" y="18"/>
                    <a:pt x="10081" y="0"/>
                    <a:pt x="94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8"/>
            <p:cNvSpPr/>
            <p:nvPr/>
          </p:nvSpPr>
          <p:spPr>
            <a:xfrm>
              <a:off x="778525" y="345075"/>
              <a:ext cx="30250" cy="1061250"/>
            </a:xfrm>
            <a:custGeom>
              <a:rect b="b" l="l" r="r" t="t"/>
              <a:pathLst>
                <a:path extrusionOk="0" h="42450" w="1210">
                  <a:moveTo>
                    <a:pt x="314" y="1"/>
                  </a:moveTo>
                  <a:cubicBezTo>
                    <a:pt x="216" y="1"/>
                    <a:pt x="116" y="64"/>
                    <a:pt x="113" y="191"/>
                  </a:cubicBezTo>
                  <a:cubicBezTo>
                    <a:pt x="0" y="5211"/>
                    <a:pt x="161" y="10249"/>
                    <a:pt x="232" y="15268"/>
                  </a:cubicBezTo>
                  <a:cubicBezTo>
                    <a:pt x="329" y="22116"/>
                    <a:pt x="447" y="28963"/>
                    <a:pt x="609" y="35809"/>
                  </a:cubicBezTo>
                  <a:cubicBezTo>
                    <a:pt x="662" y="37958"/>
                    <a:pt x="690" y="40112"/>
                    <a:pt x="809" y="42259"/>
                  </a:cubicBezTo>
                  <a:cubicBezTo>
                    <a:pt x="816" y="42386"/>
                    <a:pt x="918" y="42450"/>
                    <a:pt x="1017" y="42450"/>
                  </a:cubicBezTo>
                  <a:cubicBezTo>
                    <a:pt x="1115" y="42450"/>
                    <a:pt x="1210" y="42387"/>
                    <a:pt x="1203" y="42259"/>
                  </a:cubicBezTo>
                  <a:cubicBezTo>
                    <a:pt x="924" y="37246"/>
                    <a:pt x="916" y="32206"/>
                    <a:pt x="822" y="27185"/>
                  </a:cubicBezTo>
                  <a:cubicBezTo>
                    <a:pt x="693" y="20340"/>
                    <a:pt x="583" y="13491"/>
                    <a:pt x="520" y="6643"/>
                  </a:cubicBezTo>
                  <a:cubicBezTo>
                    <a:pt x="500" y="4494"/>
                    <a:pt x="458" y="2340"/>
                    <a:pt x="507" y="191"/>
                  </a:cubicBezTo>
                  <a:cubicBezTo>
                    <a:pt x="510" y="64"/>
                    <a:pt x="413" y="1"/>
                    <a:pt x="31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8"/>
            <p:cNvSpPr/>
            <p:nvPr/>
          </p:nvSpPr>
          <p:spPr>
            <a:xfrm>
              <a:off x="645975" y="1342275"/>
              <a:ext cx="162375" cy="115225"/>
            </a:xfrm>
            <a:custGeom>
              <a:rect b="b" l="l" r="r" t="t"/>
              <a:pathLst>
                <a:path extrusionOk="0" h="4609" w="6495">
                  <a:moveTo>
                    <a:pt x="3404" y="1"/>
                  </a:moveTo>
                  <a:cubicBezTo>
                    <a:pt x="3254" y="1"/>
                    <a:pt x="3119" y="198"/>
                    <a:pt x="3255" y="339"/>
                  </a:cubicBezTo>
                  <a:cubicBezTo>
                    <a:pt x="4050" y="1150"/>
                    <a:pt x="4902" y="1882"/>
                    <a:pt x="5819" y="2544"/>
                  </a:cubicBezTo>
                  <a:lnTo>
                    <a:pt x="5819" y="2544"/>
                  </a:lnTo>
                  <a:cubicBezTo>
                    <a:pt x="3965" y="3143"/>
                    <a:pt x="2100" y="3703"/>
                    <a:pt x="222" y="4222"/>
                  </a:cubicBezTo>
                  <a:cubicBezTo>
                    <a:pt x="1" y="4282"/>
                    <a:pt x="70" y="4608"/>
                    <a:pt x="274" y="4608"/>
                  </a:cubicBezTo>
                  <a:cubicBezTo>
                    <a:pt x="292" y="4608"/>
                    <a:pt x="311" y="4606"/>
                    <a:pt x="330" y="4600"/>
                  </a:cubicBezTo>
                  <a:cubicBezTo>
                    <a:pt x="2336" y="4045"/>
                    <a:pt x="4327" y="3444"/>
                    <a:pt x="6307" y="2798"/>
                  </a:cubicBezTo>
                  <a:cubicBezTo>
                    <a:pt x="6475" y="2742"/>
                    <a:pt x="6495" y="2535"/>
                    <a:pt x="6353" y="2439"/>
                  </a:cubicBezTo>
                  <a:cubicBezTo>
                    <a:pt x="5334" y="1734"/>
                    <a:pt x="4400" y="946"/>
                    <a:pt x="3534" y="59"/>
                  </a:cubicBezTo>
                  <a:cubicBezTo>
                    <a:pt x="3494" y="18"/>
                    <a:pt x="3448" y="1"/>
                    <a:pt x="340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8"/>
            <p:cNvSpPr/>
            <p:nvPr/>
          </p:nvSpPr>
          <p:spPr>
            <a:xfrm>
              <a:off x="580325" y="1358250"/>
              <a:ext cx="49875" cy="75275"/>
            </a:xfrm>
            <a:custGeom>
              <a:rect b="b" l="l" r="r" t="t"/>
              <a:pathLst>
                <a:path extrusionOk="0" h="3011" w="1995">
                  <a:moveTo>
                    <a:pt x="1725" y="0"/>
                  </a:moveTo>
                  <a:cubicBezTo>
                    <a:pt x="1665" y="0"/>
                    <a:pt x="1606" y="28"/>
                    <a:pt x="1568" y="96"/>
                  </a:cubicBezTo>
                  <a:cubicBezTo>
                    <a:pt x="1074" y="969"/>
                    <a:pt x="582" y="1843"/>
                    <a:pt x="88" y="2716"/>
                  </a:cubicBezTo>
                  <a:cubicBezTo>
                    <a:pt x="1" y="2867"/>
                    <a:pt x="137" y="3010"/>
                    <a:pt x="270" y="3010"/>
                  </a:cubicBezTo>
                  <a:cubicBezTo>
                    <a:pt x="330" y="3010"/>
                    <a:pt x="389" y="2982"/>
                    <a:pt x="427" y="2913"/>
                  </a:cubicBezTo>
                  <a:cubicBezTo>
                    <a:pt x="921" y="2040"/>
                    <a:pt x="1413" y="1167"/>
                    <a:pt x="1907" y="294"/>
                  </a:cubicBezTo>
                  <a:cubicBezTo>
                    <a:pt x="1994" y="142"/>
                    <a:pt x="1858" y="0"/>
                    <a:pt x="17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8"/>
            <p:cNvSpPr/>
            <p:nvPr/>
          </p:nvSpPr>
          <p:spPr>
            <a:xfrm>
              <a:off x="604825" y="1351950"/>
              <a:ext cx="59550" cy="93800"/>
            </a:xfrm>
            <a:custGeom>
              <a:rect b="b" l="l" r="r" t="t"/>
              <a:pathLst>
                <a:path extrusionOk="0" h="3752" w="2382">
                  <a:moveTo>
                    <a:pt x="2109" y="1"/>
                  </a:moveTo>
                  <a:cubicBezTo>
                    <a:pt x="2049" y="1"/>
                    <a:pt x="1989" y="27"/>
                    <a:pt x="1948" y="92"/>
                  </a:cubicBezTo>
                  <a:cubicBezTo>
                    <a:pt x="1255" y="1174"/>
                    <a:pt x="632" y="2295"/>
                    <a:pt x="75" y="3452"/>
                  </a:cubicBezTo>
                  <a:cubicBezTo>
                    <a:pt x="1" y="3608"/>
                    <a:pt x="138" y="3752"/>
                    <a:pt x="266" y="3752"/>
                  </a:cubicBezTo>
                  <a:cubicBezTo>
                    <a:pt x="325" y="3752"/>
                    <a:pt x="382" y="3722"/>
                    <a:pt x="416" y="3651"/>
                  </a:cubicBezTo>
                  <a:cubicBezTo>
                    <a:pt x="972" y="2493"/>
                    <a:pt x="1597" y="1373"/>
                    <a:pt x="2287" y="291"/>
                  </a:cubicBezTo>
                  <a:cubicBezTo>
                    <a:pt x="2382" y="142"/>
                    <a:pt x="2246" y="1"/>
                    <a:pt x="210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8"/>
            <p:cNvSpPr/>
            <p:nvPr/>
          </p:nvSpPr>
          <p:spPr>
            <a:xfrm>
              <a:off x="635450" y="1346800"/>
              <a:ext cx="55475" cy="101725"/>
            </a:xfrm>
            <a:custGeom>
              <a:rect b="b" l="l" r="r" t="t"/>
              <a:pathLst>
                <a:path extrusionOk="0" h="4069" w="2219">
                  <a:moveTo>
                    <a:pt x="1980" y="0"/>
                  </a:moveTo>
                  <a:cubicBezTo>
                    <a:pt x="1901" y="0"/>
                    <a:pt x="1823" y="41"/>
                    <a:pt x="1791" y="136"/>
                  </a:cubicBezTo>
                  <a:cubicBezTo>
                    <a:pt x="1364" y="1417"/>
                    <a:pt x="799" y="2627"/>
                    <a:pt x="93" y="3777"/>
                  </a:cubicBezTo>
                  <a:cubicBezTo>
                    <a:pt x="0" y="3927"/>
                    <a:pt x="137" y="4069"/>
                    <a:pt x="273" y="4069"/>
                  </a:cubicBezTo>
                  <a:cubicBezTo>
                    <a:pt x="333" y="4069"/>
                    <a:pt x="392" y="4041"/>
                    <a:pt x="432" y="3976"/>
                  </a:cubicBezTo>
                  <a:cubicBezTo>
                    <a:pt x="1157" y="2797"/>
                    <a:pt x="1735" y="1553"/>
                    <a:pt x="2170" y="242"/>
                  </a:cubicBezTo>
                  <a:cubicBezTo>
                    <a:pt x="2219" y="96"/>
                    <a:pt x="2099" y="0"/>
                    <a:pt x="198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8"/>
            <p:cNvSpPr/>
            <p:nvPr/>
          </p:nvSpPr>
          <p:spPr>
            <a:xfrm>
              <a:off x="676175" y="1343100"/>
              <a:ext cx="54225" cy="102325"/>
            </a:xfrm>
            <a:custGeom>
              <a:rect b="b" l="l" r="r" t="t"/>
              <a:pathLst>
                <a:path extrusionOk="0" h="4093" w="2169">
                  <a:moveTo>
                    <a:pt x="1901" y="0"/>
                  </a:moveTo>
                  <a:cubicBezTo>
                    <a:pt x="1842" y="0"/>
                    <a:pt x="1785" y="29"/>
                    <a:pt x="1749" y="98"/>
                  </a:cubicBezTo>
                  <a:cubicBezTo>
                    <a:pt x="1109" y="1318"/>
                    <a:pt x="548" y="2567"/>
                    <a:pt x="56" y="3854"/>
                  </a:cubicBezTo>
                  <a:cubicBezTo>
                    <a:pt x="0" y="3998"/>
                    <a:pt x="119" y="4093"/>
                    <a:pt x="241" y="4093"/>
                  </a:cubicBezTo>
                  <a:cubicBezTo>
                    <a:pt x="320" y="4093"/>
                    <a:pt x="400" y="4053"/>
                    <a:pt x="435" y="3960"/>
                  </a:cubicBezTo>
                  <a:cubicBezTo>
                    <a:pt x="915" y="2708"/>
                    <a:pt x="1466" y="1487"/>
                    <a:pt x="2089" y="298"/>
                  </a:cubicBezTo>
                  <a:cubicBezTo>
                    <a:pt x="2169" y="143"/>
                    <a:pt x="2032" y="0"/>
                    <a:pt x="19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8"/>
            <p:cNvSpPr/>
            <p:nvPr/>
          </p:nvSpPr>
          <p:spPr>
            <a:xfrm>
              <a:off x="710925" y="1365025"/>
              <a:ext cx="37700" cy="62300"/>
            </a:xfrm>
            <a:custGeom>
              <a:rect b="b" l="l" r="r" t="t"/>
              <a:pathLst>
                <a:path extrusionOk="0" h="2492" w="1508">
                  <a:moveTo>
                    <a:pt x="1269" y="1"/>
                  </a:moveTo>
                  <a:cubicBezTo>
                    <a:pt x="1190" y="1"/>
                    <a:pt x="1111" y="42"/>
                    <a:pt x="1078" y="136"/>
                  </a:cubicBezTo>
                  <a:cubicBezTo>
                    <a:pt x="826" y="860"/>
                    <a:pt x="498" y="1546"/>
                    <a:pt x="93" y="2199"/>
                  </a:cubicBezTo>
                  <a:cubicBezTo>
                    <a:pt x="1" y="2350"/>
                    <a:pt x="137" y="2491"/>
                    <a:pt x="274" y="2491"/>
                  </a:cubicBezTo>
                  <a:cubicBezTo>
                    <a:pt x="334" y="2491"/>
                    <a:pt x="394" y="2464"/>
                    <a:pt x="434" y="2398"/>
                  </a:cubicBezTo>
                  <a:cubicBezTo>
                    <a:pt x="855" y="1716"/>
                    <a:pt x="1194" y="996"/>
                    <a:pt x="1457" y="242"/>
                  </a:cubicBezTo>
                  <a:cubicBezTo>
                    <a:pt x="1507" y="96"/>
                    <a:pt x="1389" y="1"/>
                    <a:pt x="126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8"/>
            <p:cNvSpPr/>
            <p:nvPr/>
          </p:nvSpPr>
          <p:spPr>
            <a:xfrm>
              <a:off x="745150" y="1379950"/>
              <a:ext cx="27825" cy="41125"/>
            </a:xfrm>
            <a:custGeom>
              <a:rect b="b" l="l" r="r" t="t"/>
              <a:pathLst>
                <a:path extrusionOk="0" h="1645" w="1113">
                  <a:moveTo>
                    <a:pt x="847" y="1"/>
                  </a:moveTo>
                  <a:cubicBezTo>
                    <a:pt x="788" y="1"/>
                    <a:pt x="731" y="30"/>
                    <a:pt x="695" y="101"/>
                  </a:cubicBezTo>
                  <a:lnTo>
                    <a:pt x="78" y="1347"/>
                  </a:lnTo>
                  <a:cubicBezTo>
                    <a:pt x="1" y="1502"/>
                    <a:pt x="137" y="1645"/>
                    <a:pt x="266" y="1645"/>
                  </a:cubicBezTo>
                  <a:cubicBezTo>
                    <a:pt x="325" y="1645"/>
                    <a:pt x="382" y="1616"/>
                    <a:pt x="418" y="1544"/>
                  </a:cubicBezTo>
                  <a:lnTo>
                    <a:pt x="1035" y="299"/>
                  </a:lnTo>
                  <a:cubicBezTo>
                    <a:pt x="1112" y="143"/>
                    <a:pt x="976" y="1"/>
                    <a:pt x="8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8"/>
            <p:cNvSpPr/>
            <p:nvPr/>
          </p:nvSpPr>
          <p:spPr>
            <a:xfrm>
              <a:off x="1012000" y="329550"/>
              <a:ext cx="19575" cy="1081500"/>
            </a:xfrm>
            <a:custGeom>
              <a:rect b="b" l="l" r="r" t="t"/>
              <a:pathLst>
                <a:path extrusionOk="0" h="43260" w="783">
                  <a:moveTo>
                    <a:pt x="288" y="1"/>
                  </a:moveTo>
                  <a:cubicBezTo>
                    <a:pt x="189" y="1"/>
                    <a:pt x="89" y="64"/>
                    <a:pt x="86" y="191"/>
                  </a:cubicBezTo>
                  <a:cubicBezTo>
                    <a:pt x="1" y="5117"/>
                    <a:pt x="122" y="10055"/>
                    <a:pt x="152" y="14983"/>
                  </a:cubicBezTo>
                  <a:cubicBezTo>
                    <a:pt x="200" y="22371"/>
                    <a:pt x="250" y="29760"/>
                    <a:pt x="288" y="37150"/>
                  </a:cubicBezTo>
                  <a:cubicBezTo>
                    <a:pt x="300" y="39121"/>
                    <a:pt x="337" y="41097"/>
                    <a:pt x="303" y="43069"/>
                  </a:cubicBezTo>
                  <a:cubicBezTo>
                    <a:pt x="301" y="43196"/>
                    <a:pt x="399" y="43259"/>
                    <a:pt x="497" y="43259"/>
                  </a:cubicBezTo>
                  <a:cubicBezTo>
                    <a:pt x="596" y="43259"/>
                    <a:pt x="695" y="43196"/>
                    <a:pt x="696" y="43069"/>
                  </a:cubicBezTo>
                  <a:cubicBezTo>
                    <a:pt x="782" y="38142"/>
                    <a:pt x="660" y="33203"/>
                    <a:pt x="630" y="28277"/>
                  </a:cubicBezTo>
                  <a:cubicBezTo>
                    <a:pt x="585" y="20889"/>
                    <a:pt x="535" y="13498"/>
                    <a:pt x="494" y="6110"/>
                  </a:cubicBezTo>
                  <a:cubicBezTo>
                    <a:pt x="484" y="4139"/>
                    <a:pt x="446" y="2163"/>
                    <a:pt x="480" y="191"/>
                  </a:cubicBezTo>
                  <a:cubicBezTo>
                    <a:pt x="483" y="64"/>
                    <a:pt x="386" y="1"/>
                    <a:pt x="28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8"/>
            <p:cNvSpPr/>
            <p:nvPr/>
          </p:nvSpPr>
          <p:spPr>
            <a:xfrm>
              <a:off x="566375" y="338900"/>
              <a:ext cx="16725" cy="1066425"/>
            </a:xfrm>
            <a:custGeom>
              <a:rect b="b" l="l" r="r" t="t"/>
              <a:pathLst>
                <a:path extrusionOk="0" h="42657" w="669">
                  <a:moveTo>
                    <a:pt x="193" y="1"/>
                  </a:moveTo>
                  <a:cubicBezTo>
                    <a:pt x="95" y="1"/>
                    <a:pt x="1" y="63"/>
                    <a:pt x="9" y="189"/>
                  </a:cubicBezTo>
                  <a:cubicBezTo>
                    <a:pt x="296" y="5056"/>
                    <a:pt x="113" y="9991"/>
                    <a:pt x="133" y="14866"/>
                  </a:cubicBezTo>
                  <a:cubicBezTo>
                    <a:pt x="160" y="22113"/>
                    <a:pt x="176" y="29358"/>
                    <a:pt x="175" y="36606"/>
                  </a:cubicBezTo>
                  <a:cubicBezTo>
                    <a:pt x="175" y="38558"/>
                    <a:pt x="202" y="40514"/>
                    <a:pt x="155" y="42466"/>
                  </a:cubicBezTo>
                  <a:cubicBezTo>
                    <a:pt x="152" y="42593"/>
                    <a:pt x="249" y="42656"/>
                    <a:pt x="347" y="42656"/>
                  </a:cubicBezTo>
                  <a:cubicBezTo>
                    <a:pt x="446" y="42656"/>
                    <a:pt x="545" y="42593"/>
                    <a:pt x="548" y="42466"/>
                  </a:cubicBezTo>
                  <a:cubicBezTo>
                    <a:pt x="669" y="37578"/>
                    <a:pt x="570" y="32676"/>
                    <a:pt x="563" y="27787"/>
                  </a:cubicBezTo>
                  <a:cubicBezTo>
                    <a:pt x="551" y="20542"/>
                    <a:pt x="534" y="13295"/>
                    <a:pt x="483" y="6050"/>
                  </a:cubicBezTo>
                  <a:cubicBezTo>
                    <a:pt x="468" y="4103"/>
                    <a:pt x="518" y="2136"/>
                    <a:pt x="404" y="190"/>
                  </a:cubicBezTo>
                  <a:cubicBezTo>
                    <a:pt x="395" y="64"/>
                    <a:pt x="292" y="1"/>
                    <a:pt x="19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8"/>
            <p:cNvSpPr/>
            <p:nvPr/>
          </p:nvSpPr>
          <p:spPr>
            <a:xfrm>
              <a:off x="776675" y="277225"/>
              <a:ext cx="88550" cy="75350"/>
            </a:xfrm>
            <a:custGeom>
              <a:rect b="b" l="l" r="r" t="t"/>
              <a:pathLst>
                <a:path extrusionOk="0" h="3014" w="3542">
                  <a:moveTo>
                    <a:pt x="3257" y="0"/>
                  </a:moveTo>
                  <a:cubicBezTo>
                    <a:pt x="3212" y="0"/>
                    <a:pt x="3167" y="17"/>
                    <a:pt x="3126" y="59"/>
                  </a:cubicBezTo>
                  <a:cubicBezTo>
                    <a:pt x="2213" y="1002"/>
                    <a:pt x="1227" y="1861"/>
                    <a:pt x="167" y="2634"/>
                  </a:cubicBezTo>
                  <a:cubicBezTo>
                    <a:pt x="0" y="2758"/>
                    <a:pt x="107" y="3013"/>
                    <a:pt x="264" y="3013"/>
                  </a:cubicBezTo>
                  <a:cubicBezTo>
                    <a:pt x="296" y="3013"/>
                    <a:pt x="331" y="3002"/>
                    <a:pt x="366" y="2977"/>
                  </a:cubicBezTo>
                  <a:cubicBezTo>
                    <a:pt x="1454" y="2183"/>
                    <a:pt x="2468" y="1305"/>
                    <a:pt x="3405" y="338"/>
                  </a:cubicBezTo>
                  <a:cubicBezTo>
                    <a:pt x="3541" y="198"/>
                    <a:pt x="3406" y="0"/>
                    <a:pt x="325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8"/>
            <p:cNvSpPr/>
            <p:nvPr/>
          </p:nvSpPr>
          <p:spPr>
            <a:xfrm>
              <a:off x="562175" y="340075"/>
              <a:ext cx="227100" cy="16200"/>
            </a:xfrm>
            <a:custGeom>
              <a:rect b="b" l="l" r="r" t="t"/>
              <a:pathLst>
                <a:path extrusionOk="0" h="648" w="9084">
                  <a:moveTo>
                    <a:pt x="6065" y="1"/>
                  </a:moveTo>
                  <a:cubicBezTo>
                    <a:pt x="4126" y="1"/>
                    <a:pt x="2188" y="85"/>
                    <a:pt x="254" y="254"/>
                  </a:cubicBezTo>
                  <a:cubicBezTo>
                    <a:pt x="10" y="273"/>
                    <a:pt x="1" y="648"/>
                    <a:pt x="236" y="648"/>
                  </a:cubicBezTo>
                  <a:cubicBezTo>
                    <a:pt x="242" y="648"/>
                    <a:pt x="248" y="648"/>
                    <a:pt x="254" y="647"/>
                  </a:cubicBezTo>
                  <a:cubicBezTo>
                    <a:pt x="2188" y="478"/>
                    <a:pt x="4126" y="394"/>
                    <a:pt x="6065" y="394"/>
                  </a:cubicBezTo>
                  <a:cubicBezTo>
                    <a:pt x="6987" y="394"/>
                    <a:pt x="7908" y="413"/>
                    <a:pt x="8830" y="451"/>
                  </a:cubicBezTo>
                  <a:cubicBezTo>
                    <a:pt x="8834" y="451"/>
                    <a:pt x="8838" y="451"/>
                    <a:pt x="8841" y="451"/>
                  </a:cubicBezTo>
                  <a:cubicBezTo>
                    <a:pt x="9084" y="451"/>
                    <a:pt x="9080" y="69"/>
                    <a:pt x="8830" y="57"/>
                  </a:cubicBezTo>
                  <a:cubicBezTo>
                    <a:pt x="7908" y="20"/>
                    <a:pt x="6987" y="1"/>
                    <a:pt x="606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8"/>
            <p:cNvSpPr/>
            <p:nvPr/>
          </p:nvSpPr>
          <p:spPr>
            <a:xfrm>
              <a:off x="1057950" y="348925"/>
              <a:ext cx="98400" cy="518525"/>
            </a:xfrm>
            <a:custGeom>
              <a:rect b="b" l="l" r="r" t="t"/>
              <a:pathLst>
                <a:path extrusionOk="0" h="20741" w="3936">
                  <a:moveTo>
                    <a:pt x="296" y="1"/>
                  </a:moveTo>
                  <a:cubicBezTo>
                    <a:pt x="139" y="1"/>
                    <a:pt x="1" y="198"/>
                    <a:pt x="150" y="330"/>
                  </a:cubicBezTo>
                  <a:cubicBezTo>
                    <a:pt x="1635" y="1645"/>
                    <a:pt x="1542" y="3783"/>
                    <a:pt x="1571" y="5606"/>
                  </a:cubicBezTo>
                  <a:cubicBezTo>
                    <a:pt x="1605" y="7787"/>
                    <a:pt x="1641" y="9970"/>
                    <a:pt x="1676" y="12151"/>
                  </a:cubicBezTo>
                  <a:cubicBezTo>
                    <a:pt x="1704" y="13987"/>
                    <a:pt x="1598" y="15880"/>
                    <a:pt x="1827" y="17705"/>
                  </a:cubicBezTo>
                  <a:cubicBezTo>
                    <a:pt x="1979" y="18926"/>
                    <a:pt x="2394" y="20121"/>
                    <a:pt x="3544" y="20717"/>
                  </a:cubicBezTo>
                  <a:cubicBezTo>
                    <a:pt x="3576" y="20733"/>
                    <a:pt x="3607" y="20741"/>
                    <a:pt x="3637" y="20741"/>
                  </a:cubicBezTo>
                  <a:cubicBezTo>
                    <a:pt x="3817" y="20741"/>
                    <a:pt x="3935" y="20477"/>
                    <a:pt x="3743" y="20378"/>
                  </a:cubicBezTo>
                  <a:cubicBezTo>
                    <a:pt x="2112" y="19530"/>
                    <a:pt x="2151" y="17401"/>
                    <a:pt x="2126" y="15808"/>
                  </a:cubicBezTo>
                  <a:cubicBezTo>
                    <a:pt x="2092" y="13692"/>
                    <a:pt x="2058" y="11574"/>
                    <a:pt x="2026" y="9456"/>
                  </a:cubicBezTo>
                  <a:cubicBezTo>
                    <a:pt x="1996" y="7541"/>
                    <a:pt x="2051" y="5604"/>
                    <a:pt x="1907" y="3695"/>
                  </a:cubicBezTo>
                  <a:cubicBezTo>
                    <a:pt x="1806" y="2329"/>
                    <a:pt x="1485" y="989"/>
                    <a:pt x="426" y="53"/>
                  </a:cubicBezTo>
                  <a:cubicBezTo>
                    <a:pt x="385" y="16"/>
                    <a:pt x="340" y="1"/>
                    <a:pt x="2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8"/>
            <p:cNvSpPr/>
            <p:nvPr/>
          </p:nvSpPr>
          <p:spPr>
            <a:xfrm>
              <a:off x="1069300" y="860700"/>
              <a:ext cx="90975" cy="548425"/>
            </a:xfrm>
            <a:custGeom>
              <a:rect b="b" l="l" r="r" t="t"/>
              <a:pathLst>
                <a:path extrusionOk="0" h="21937" w="3639">
                  <a:moveTo>
                    <a:pt x="3328" y="1"/>
                  </a:moveTo>
                  <a:cubicBezTo>
                    <a:pt x="3300" y="1"/>
                    <a:pt x="3270" y="7"/>
                    <a:pt x="3240" y="21"/>
                  </a:cubicBezTo>
                  <a:cubicBezTo>
                    <a:pt x="2166" y="512"/>
                    <a:pt x="1796" y="1622"/>
                    <a:pt x="1652" y="2724"/>
                  </a:cubicBezTo>
                  <a:cubicBezTo>
                    <a:pt x="1388" y="4755"/>
                    <a:pt x="1429" y="6861"/>
                    <a:pt x="1336" y="8907"/>
                  </a:cubicBezTo>
                  <a:cubicBezTo>
                    <a:pt x="1239" y="11058"/>
                    <a:pt x="1141" y="13208"/>
                    <a:pt x="1044" y="15360"/>
                  </a:cubicBezTo>
                  <a:cubicBezTo>
                    <a:pt x="951" y="17426"/>
                    <a:pt x="1139" y="19785"/>
                    <a:pt x="86" y="21642"/>
                  </a:cubicBezTo>
                  <a:cubicBezTo>
                    <a:pt x="0" y="21794"/>
                    <a:pt x="136" y="21937"/>
                    <a:pt x="270" y="21937"/>
                  </a:cubicBezTo>
                  <a:cubicBezTo>
                    <a:pt x="329" y="21937"/>
                    <a:pt x="388" y="21908"/>
                    <a:pt x="427" y="21841"/>
                  </a:cubicBezTo>
                  <a:cubicBezTo>
                    <a:pt x="1220" y="20445"/>
                    <a:pt x="1279" y="18882"/>
                    <a:pt x="1350" y="17315"/>
                  </a:cubicBezTo>
                  <a:cubicBezTo>
                    <a:pt x="1443" y="15296"/>
                    <a:pt x="1532" y="13274"/>
                    <a:pt x="1624" y="11253"/>
                  </a:cubicBezTo>
                  <a:cubicBezTo>
                    <a:pt x="1715" y="9233"/>
                    <a:pt x="1807" y="7212"/>
                    <a:pt x="1897" y="5190"/>
                  </a:cubicBezTo>
                  <a:cubicBezTo>
                    <a:pt x="1967" y="3636"/>
                    <a:pt x="1731" y="1142"/>
                    <a:pt x="3438" y="359"/>
                  </a:cubicBezTo>
                  <a:cubicBezTo>
                    <a:pt x="3639" y="268"/>
                    <a:pt x="3515" y="1"/>
                    <a:pt x="332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8"/>
            <p:cNvSpPr/>
            <p:nvPr/>
          </p:nvSpPr>
          <p:spPr>
            <a:xfrm>
              <a:off x="1188400" y="823775"/>
              <a:ext cx="53300" cy="65750"/>
            </a:xfrm>
            <a:custGeom>
              <a:rect b="b" l="l" r="r" t="t"/>
              <a:pathLst>
                <a:path extrusionOk="0" h="2630" w="2132">
                  <a:moveTo>
                    <a:pt x="1423" y="1"/>
                  </a:moveTo>
                  <a:cubicBezTo>
                    <a:pt x="1364" y="1"/>
                    <a:pt x="1305" y="29"/>
                    <a:pt x="1267" y="97"/>
                  </a:cubicBezTo>
                  <a:lnTo>
                    <a:pt x="59" y="2271"/>
                  </a:lnTo>
                  <a:cubicBezTo>
                    <a:pt x="1" y="2376"/>
                    <a:pt x="49" y="2532"/>
                    <a:pt x="178" y="2560"/>
                  </a:cubicBezTo>
                  <a:cubicBezTo>
                    <a:pt x="388" y="2606"/>
                    <a:pt x="594" y="2629"/>
                    <a:pt x="796" y="2629"/>
                  </a:cubicBezTo>
                  <a:cubicBezTo>
                    <a:pt x="1180" y="2629"/>
                    <a:pt x="1554" y="2547"/>
                    <a:pt x="1927" y="2387"/>
                  </a:cubicBezTo>
                  <a:cubicBezTo>
                    <a:pt x="2132" y="2299"/>
                    <a:pt x="2003" y="2029"/>
                    <a:pt x="1812" y="2029"/>
                  </a:cubicBezTo>
                  <a:cubicBezTo>
                    <a:pt x="1785" y="2029"/>
                    <a:pt x="1757" y="2034"/>
                    <a:pt x="1728" y="2046"/>
                  </a:cubicBezTo>
                  <a:cubicBezTo>
                    <a:pt x="1428" y="2175"/>
                    <a:pt x="1121" y="2239"/>
                    <a:pt x="808" y="2239"/>
                  </a:cubicBezTo>
                  <a:cubicBezTo>
                    <a:pt x="719" y="2239"/>
                    <a:pt x="629" y="2233"/>
                    <a:pt x="539" y="2223"/>
                  </a:cubicBezTo>
                  <a:lnTo>
                    <a:pt x="539" y="2223"/>
                  </a:lnTo>
                  <a:lnTo>
                    <a:pt x="1610" y="297"/>
                  </a:lnTo>
                  <a:cubicBezTo>
                    <a:pt x="1694" y="143"/>
                    <a:pt x="1556" y="1"/>
                    <a:pt x="142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8"/>
            <p:cNvSpPr/>
            <p:nvPr/>
          </p:nvSpPr>
          <p:spPr>
            <a:xfrm>
              <a:off x="1227650" y="842500"/>
              <a:ext cx="13450" cy="71775"/>
            </a:xfrm>
            <a:custGeom>
              <a:rect b="b" l="l" r="r" t="t"/>
              <a:pathLst>
                <a:path extrusionOk="0" h="2871" w="538">
                  <a:moveTo>
                    <a:pt x="349" y="1"/>
                  </a:moveTo>
                  <a:cubicBezTo>
                    <a:pt x="250" y="1"/>
                    <a:pt x="143" y="64"/>
                    <a:pt x="128" y="188"/>
                  </a:cubicBezTo>
                  <a:cubicBezTo>
                    <a:pt x="25" y="1018"/>
                    <a:pt x="1" y="1847"/>
                    <a:pt x="61" y="2682"/>
                  </a:cubicBezTo>
                  <a:cubicBezTo>
                    <a:pt x="70" y="2807"/>
                    <a:pt x="173" y="2871"/>
                    <a:pt x="272" y="2871"/>
                  </a:cubicBezTo>
                  <a:cubicBezTo>
                    <a:pt x="370" y="2871"/>
                    <a:pt x="463" y="2808"/>
                    <a:pt x="455" y="2682"/>
                  </a:cubicBezTo>
                  <a:cubicBezTo>
                    <a:pt x="395" y="1847"/>
                    <a:pt x="419" y="1018"/>
                    <a:pt x="522" y="188"/>
                  </a:cubicBezTo>
                  <a:cubicBezTo>
                    <a:pt x="537" y="63"/>
                    <a:pt x="447" y="1"/>
                    <a:pt x="34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2" name="Google Shape;5672;p68"/>
          <p:cNvGrpSpPr/>
          <p:nvPr/>
        </p:nvGrpSpPr>
        <p:grpSpPr>
          <a:xfrm>
            <a:off x="8119200" y="2152975"/>
            <a:ext cx="766000" cy="583375"/>
            <a:chOff x="8119200" y="2152975"/>
            <a:chExt cx="766000" cy="583375"/>
          </a:xfrm>
        </p:grpSpPr>
        <p:sp>
          <p:nvSpPr>
            <p:cNvPr id="5673" name="Google Shape;5673;p68"/>
            <p:cNvSpPr/>
            <p:nvPr/>
          </p:nvSpPr>
          <p:spPr>
            <a:xfrm>
              <a:off x="8129000" y="2200200"/>
              <a:ext cx="71850" cy="76075"/>
            </a:xfrm>
            <a:custGeom>
              <a:rect b="b" l="l" r="r" t="t"/>
              <a:pathLst>
                <a:path extrusionOk="0" h="3043" w="2874">
                  <a:moveTo>
                    <a:pt x="279" y="0"/>
                  </a:moveTo>
                  <a:cubicBezTo>
                    <a:pt x="134" y="0"/>
                    <a:pt x="0" y="198"/>
                    <a:pt x="128" y="341"/>
                  </a:cubicBezTo>
                  <a:cubicBezTo>
                    <a:pt x="908" y="1220"/>
                    <a:pt x="1687" y="2101"/>
                    <a:pt x="2467" y="2980"/>
                  </a:cubicBezTo>
                  <a:cubicBezTo>
                    <a:pt x="2506" y="3024"/>
                    <a:pt x="2552" y="3043"/>
                    <a:pt x="2596" y="3043"/>
                  </a:cubicBezTo>
                  <a:cubicBezTo>
                    <a:pt x="2740" y="3043"/>
                    <a:pt x="2873" y="2845"/>
                    <a:pt x="2746" y="2701"/>
                  </a:cubicBezTo>
                  <a:cubicBezTo>
                    <a:pt x="1966" y="1822"/>
                    <a:pt x="1187" y="941"/>
                    <a:pt x="407" y="62"/>
                  </a:cubicBezTo>
                  <a:cubicBezTo>
                    <a:pt x="368" y="18"/>
                    <a:pt x="323" y="0"/>
                    <a:pt x="27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8"/>
            <p:cNvSpPr/>
            <p:nvPr/>
          </p:nvSpPr>
          <p:spPr>
            <a:xfrm>
              <a:off x="8119200" y="2199525"/>
              <a:ext cx="77200" cy="83400"/>
            </a:xfrm>
            <a:custGeom>
              <a:rect b="b" l="l" r="r" t="t"/>
              <a:pathLst>
                <a:path extrusionOk="0" h="3336" w="3088">
                  <a:moveTo>
                    <a:pt x="2812" y="0"/>
                  </a:moveTo>
                  <a:cubicBezTo>
                    <a:pt x="2767" y="0"/>
                    <a:pt x="2721" y="19"/>
                    <a:pt x="2681" y="65"/>
                  </a:cubicBezTo>
                  <a:cubicBezTo>
                    <a:pt x="1830" y="1040"/>
                    <a:pt x="979" y="2015"/>
                    <a:pt x="127" y="2992"/>
                  </a:cubicBezTo>
                  <a:cubicBezTo>
                    <a:pt x="1" y="3138"/>
                    <a:pt x="133" y="3336"/>
                    <a:pt x="277" y="3336"/>
                  </a:cubicBezTo>
                  <a:cubicBezTo>
                    <a:pt x="321" y="3336"/>
                    <a:pt x="367" y="3317"/>
                    <a:pt x="407" y="3272"/>
                  </a:cubicBezTo>
                  <a:cubicBezTo>
                    <a:pt x="1258" y="2297"/>
                    <a:pt x="2109" y="1322"/>
                    <a:pt x="2960" y="344"/>
                  </a:cubicBezTo>
                  <a:cubicBezTo>
                    <a:pt x="3087" y="198"/>
                    <a:pt x="2956" y="0"/>
                    <a:pt x="281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8"/>
            <p:cNvSpPr/>
            <p:nvPr/>
          </p:nvSpPr>
          <p:spPr>
            <a:xfrm>
              <a:off x="8245625" y="2152975"/>
              <a:ext cx="40950" cy="70425"/>
            </a:xfrm>
            <a:custGeom>
              <a:rect b="b" l="l" r="r" t="t"/>
              <a:pathLst>
                <a:path extrusionOk="0" h="2817" w="1638">
                  <a:moveTo>
                    <a:pt x="700" y="0"/>
                  </a:moveTo>
                  <a:cubicBezTo>
                    <a:pt x="434" y="0"/>
                    <a:pt x="171" y="147"/>
                    <a:pt x="59" y="414"/>
                  </a:cubicBezTo>
                  <a:cubicBezTo>
                    <a:pt x="0" y="555"/>
                    <a:pt x="117" y="647"/>
                    <a:pt x="240" y="647"/>
                  </a:cubicBezTo>
                  <a:cubicBezTo>
                    <a:pt x="319" y="647"/>
                    <a:pt x="401" y="608"/>
                    <a:pt x="439" y="518"/>
                  </a:cubicBezTo>
                  <a:cubicBezTo>
                    <a:pt x="475" y="431"/>
                    <a:pt x="569" y="394"/>
                    <a:pt x="666" y="394"/>
                  </a:cubicBezTo>
                  <a:cubicBezTo>
                    <a:pt x="760" y="394"/>
                    <a:pt x="856" y="428"/>
                    <a:pt x="907" y="487"/>
                  </a:cubicBezTo>
                  <a:cubicBezTo>
                    <a:pt x="1140" y="757"/>
                    <a:pt x="767" y="1075"/>
                    <a:pt x="500" y="1091"/>
                  </a:cubicBezTo>
                  <a:cubicBezTo>
                    <a:pt x="293" y="1104"/>
                    <a:pt x="217" y="1437"/>
                    <a:pt x="449" y="1477"/>
                  </a:cubicBezTo>
                  <a:cubicBezTo>
                    <a:pt x="742" y="1530"/>
                    <a:pt x="1100" y="1709"/>
                    <a:pt x="1103" y="2053"/>
                  </a:cubicBezTo>
                  <a:cubicBezTo>
                    <a:pt x="1104" y="2244"/>
                    <a:pt x="924" y="2429"/>
                    <a:pt x="741" y="2429"/>
                  </a:cubicBezTo>
                  <a:cubicBezTo>
                    <a:pt x="670" y="2429"/>
                    <a:pt x="599" y="2401"/>
                    <a:pt x="537" y="2335"/>
                  </a:cubicBezTo>
                  <a:cubicBezTo>
                    <a:pt x="497" y="2292"/>
                    <a:pt x="451" y="2274"/>
                    <a:pt x="407" y="2274"/>
                  </a:cubicBezTo>
                  <a:cubicBezTo>
                    <a:pt x="259" y="2274"/>
                    <a:pt x="126" y="2471"/>
                    <a:pt x="258" y="2614"/>
                  </a:cubicBezTo>
                  <a:cubicBezTo>
                    <a:pt x="388" y="2754"/>
                    <a:pt x="558" y="2816"/>
                    <a:pt x="730" y="2816"/>
                  </a:cubicBezTo>
                  <a:cubicBezTo>
                    <a:pt x="1024" y="2816"/>
                    <a:pt x="1325" y="2635"/>
                    <a:pt x="1451" y="2349"/>
                  </a:cubicBezTo>
                  <a:cubicBezTo>
                    <a:pt x="1638" y="1917"/>
                    <a:pt x="1382" y="1516"/>
                    <a:pt x="1022" y="1285"/>
                  </a:cubicBezTo>
                  <a:lnTo>
                    <a:pt x="1022" y="1285"/>
                  </a:lnTo>
                  <a:cubicBezTo>
                    <a:pt x="1352" y="1042"/>
                    <a:pt x="1540" y="618"/>
                    <a:pt x="1233" y="249"/>
                  </a:cubicBezTo>
                  <a:cubicBezTo>
                    <a:pt x="1093" y="80"/>
                    <a:pt x="895" y="0"/>
                    <a:pt x="70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8"/>
            <p:cNvSpPr/>
            <p:nvPr/>
          </p:nvSpPr>
          <p:spPr>
            <a:xfrm>
              <a:off x="8308075" y="2228850"/>
              <a:ext cx="54025" cy="12200"/>
            </a:xfrm>
            <a:custGeom>
              <a:rect b="b" l="l" r="r" t="t"/>
              <a:pathLst>
                <a:path extrusionOk="0" h="488" w="2161">
                  <a:moveTo>
                    <a:pt x="239" y="1"/>
                  </a:moveTo>
                  <a:cubicBezTo>
                    <a:pt x="1" y="1"/>
                    <a:pt x="5" y="381"/>
                    <a:pt x="253" y="395"/>
                  </a:cubicBezTo>
                  <a:lnTo>
                    <a:pt x="1906" y="487"/>
                  </a:lnTo>
                  <a:cubicBezTo>
                    <a:pt x="1911" y="487"/>
                    <a:pt x="1915" y="487"/>
                    <a:pt x="1919" y="487"/>
                  </a:cubicBezTo>
                  <a:cubicBezTo>
                    <a:pt x="2161" y="487"/>
                    <a:pt x="2155" y="107"/>
                    <a:pt x="1906" y="93"/>
                  </a:cubicBezTo>
                  <a:lnTo>
                    <a:pt x="253" y="1"/>
                  </a:lnTo>
                  <a:cubicBezTo>
                    <a:pt x="248" y="1"/>
                    <a:pt x="244" y="1"/>
                    <a:pt x="23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8"/>
            <p:cNvSpPr/>
            <p:nvPr/>
          </p:nvSpPr>
          <p:spPr>
            <a:xfrm>
              <a:off x="8303150" y="2258700"/>
              <a:ext cx="55825" cy="13925"/>
            </a:xfrm>
            <a:custGeom>
              <a:rect b="b" l="l" r="r" t="t"/>
              <a:pathLst>
                <a:path extrusionOk="0" h="557" w="2233">
                  <a:moveTo>
                    <a:pt x="267" y="1"/>
                  </a:moveTo>
                  <a:cubicBezTo>
                    <a:pt x="68" y="1"/>
                    <a:pt x="1" y="324"/>
                    <a:pt x="223" y="389"/>
                  </a:cubicBezTo>
                  <a:cubicBezTo>
                    <a:pt x="606" y="502"/>
                    <a:pt x="990" y="556"/>
                    <a:pt x="1378" y="556"/>
                  </a:cubicBezTo>
                  <a:cubicBezTo>
                    <a:pt x="1582" y="556"/>
                    <a:pt x="1786" y="541"/>
                    <a:pt x="1993" y="512"/>
                  </a:cubicBezTo>
                  <a:cubicBezTo>
                    <a:pt x="2232" y="478"/>
                    <a:pt x="2145" y="131"/>
                    <a:pt x="1920" y="131"/>
                  </a:cubicBezTo>
                  <a:cubicBezTo>
                    <a:pt x="1909" y="131"/>
                    <a:pt x="1898" y="131"/>
                    <a:pt x="1887" y="133"/>
                  </a:cubicBezTo>
                  <a:cubicBezTo>
                    <a:pt x="1721" y="156"/>
                    <a:pt x="1556" y="168"/>
                    <a:pt x="1392" y="168"/>
                  </a:cubicBezTo>
                  <a:cubicBezTo>
                    <a:pt x="1032" y="168"/>
                    <a:pt x="676" y="113"/>
                    <a:pt x="327" y="10"/>
                  </a:cubicBezTo>
                  <a:cubicBezTo>
                    <a:pt x="306" y="4"/>
                    <a:pt x="286" y="1"/>
                    <a:pt x="2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8"/>
            <p:cNvSpPr/>
            <p:nvPr/>
          </p:nvSpPr>
          <p:spPr>
            <a:xfrm>
              <a:off x="8456250" y="2187550"/>
              <a:ext cx="63950" cy="88925"/>
            </a:xfrm>
            <a:custGeom>
              <a:rect b="b" l="l" r="r" t="t"/>
              <a:pathLst>
                <a:path extrusionOk="0" h="3557" w="2558">
                  <a:moveTo>
                    <a:pt x="1910" y="1"/>
                  </a:moveTo>
                  <a:cubicBezTo>
                    <a:pt x="945" y="1"/>
                    <a:pt x="8" y="755"/>
                    <a:pt x="5" y="1781"/>
                  </a:cubicBezTo>
                  <a:cubicBezTo>
                    <a:pt x="1" y="2805"/>
                    <a:pt x="949" y="3556"/>
                    <a:pt x="1910" y="3556"/>
                  </a:cubicBezTo>
                  <a:cubicBezTo>
                    <a:pt x="2050" y="3556"/>
                    <a:pt x="2190" y="3540"/>
                    <a:pt x="2328" y="3507"/>
                  </a:cubicBezTo>
                  <a:cubicBezTo>
                    <a:pt x="2558" y="3453"/>
                    <a:pt x="2483" y="3122"/>
                    <a:pt x="2274" y="3122"/>
                  </a:cubicBezTo>
                  <a:cubicBezTo>
                    <a:pt x="2258" y="3122"/>
                    <a:pt x="2241" y="3124"/>
                    <a:pt x="2223" y="3128"/>
                  </a:cubicBezTo>
                  <a:cubicBezTo>
                    <a:pt x="2118" y="3153"/>
                    <a:pt x="2010" y="3165"/>
                    <a:pt x="1902" y="3165"/>
                  </a:cubicBezTo>
                  <a:cubicBezTo>
                    <a:pt x="1151" y="3165"/>
                    <a:pt x="398" y="2579"/>
                    <a:pt x="398" y="1781"/>
                  </a:cubicBezTo>
                  <a:cubicBezTo>
                    <a:pt x="396" y="980"/>
                    <a:pt x="1148" y="391"/>
                    <a:pt x="1900" y="391"/>
                  </a:cubicBezTo>
                  <a:cubicBezTo>
                    <a:pt x="2007" y="391"/>
                    <a:pt x="2114" y="403"/>
                    <a:pt x="2219" y="428"/>
                  </a:cubicBezTo>
                  <a:cubicBezTo>
                    <a:pt x="2237" y="432"/>
                    <a:pt x="2254" y="434"/>
                    <a:pt x="2270" y="434"/>
                  </a:cubicBezTo>
                  <a:cubicBezTo>
                    <a:pt x="2481" y="434"/>
                    <a:pt x="2554" y="103"/>
                    <a:pt x="2325" y="49"/>
                  </a:cubicBezTo>
                  <a:cubicBezTo>
                    <a:pt x="2188" y="16"/>
                    <a:pt x="2049" y="1"/>
                    <a:pt x="19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8"/>
            <p:cNvSpPr/>
            <p:nvPr/>
          </p:nvSpPr>
          <p:spPr>
            <a:xfrm>
              <a:off x="8541900" y="2164775"/>
              <a:ext cx="42975" cy="66950"/>
            </a:xfrm>
            <a:custGeom>
              <a:rect b="b" l="l" r="r" t="t"/>
              <a:pathLst>
                <a:path extrusionOk="0" h="2678" w="1719">
                  <a:moveTo>
                    <a:pt x="700" y="1"/>
                  </a:moveTo>
                  <a:cubicBezTo>
                    <a:pt x="596" y="1"/>
                    <a:pt x="492" y="30"/>
                    <a:pt x="396" y="94"/>
                  </a:cubicBezTo>
                  <a:cubicBezTo>
                    <a:pt x="221" y="212"/>
                    <a:pt x="328" y="468"/>
                    <a:pt x="491" y="468"/>
                  </a:cubicBezTo>
                  <a:cubicBezTo>
                    <a:pt x="524" y="468"/>
                    <a:pt x="559" y="458"/>
                    <a:pt x="594" y="434"/>
                  </a:cubicBezTo>
                  <a:cubicBezTo>
                    <a:pt x="646" y="400"/>
                    <a:pt x="691" y="385"/>
                    <a:pt x="729" y="385"/>
                  </a:cubicBezTo>
                  <a:cubicBezTo>
                    <a:pt x="901" y="385"/>
                    <a:pt x="939" y="686"/>
                    <a:pt x="895" y="824"/>
                  </a:cubicBezTo>
                  <a:cubicBezTo>
                    <a:pt x="845" y="977"/>
                    <a:pt x="719" y="1090"/>
                    <a:pt x="603" y="1196"/>
                  </a:cubicBezTo>
                  <a:cubicBezTo>
                    <a:pt x="469" y="1313"/>
                    <a:pt x="580" y="1527"/>
                    <a:pt x="741" y="1532"/>
                  </a:cubicBezTo>
                  <a:cubicBezTo>
                    <a:pt x="1052" y="1541"/>
                    <a:pt x="1313" y="1942"/>
                    <a:pt x="1062" y="2191"/>
                  </a:cubicBezTo>
                  <a:cubicBezTo>
                    <a:pt x="994" y="2259"/>
                    <a:pt x="900" y="2289"/>
                    <a:pt x="804" y="2289"/>
                  </a:cubicBezTo>
                  <a:cubicBezTo>
                    <a:pt x="662" y="2289"/>
                    <a:pt x="515" y="2222"/>
                    <a:pt x="439" y="2113"/>
                  </a:cubicBezTo>
                  <a:cubicBezTo>
                    <a:pt x="396" y="2051"/>
                    <a:pt x="336" y="2025"/>
                    <a:pt x="275" y="2025"/>
                  </a:cubicBezTo>
                  <a:cubicBezTo>
                    <a:pt x="136" y="2025"/>
                    <a:pt x="0" y="2165"/>
                    <a:pt x="100" y="2312"/>
                  </a:cubicBezTo>
                  <a:cubicBezTo>
                    <a:pt x="260" y="2545"/>
                    <a:pt x="538" y="2677"/>
                    <a:pt x="811" y="2677"/>
                  </a:cubicBezTo>
                  <a:cubicBezTo>
                    <a:pt x="1045" y="2677"/>
                    <a:pt x="1276" y="2581"/>
                    <a:pt x="1427" y="2370"/>
                  </a:cubicBezTo>
                  <a:cubicBezTo>
                    <a:pt x="1719" y="1962"/>
                    <a:pt x="1494" y="1450"/>
                    <a:pt x="1102" y="1237"/>
                  </a:cubicBezTo>
                  <a:lnTo>
                    <a:pt x="1102" y="1237"/>
                  </a:lnTo>
                  <a:cubicBezTo>
                    <a:pt x="1297" y="984"/>
                    <a:pt x="1417" y="669"/>
                    <a:pt x="1263" y="361"/>
                  </a:cubicBezTo>
                  <a:cubicBezTo>
                    <a:pt x="1152" y="142"/>
                    <a:pt x="928" y="1"/>
                    <a:pt x="70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8"/>
            <p:cNvSpPr/>
            <p:nvPr/>
          </p:nvSpPr>
          <p:spPr>
            <a:xfrm>
              <a:off x="8639650" y="2187675"/>
              <a:ext cx="16500" cy="84125"/>
            </a:xfrm>
            <a:custGeom>
              <a:rect b="b" l="l" r="r" t="t"/>
              <a:pathLst>
                <a:path extrusionOk="0" h="3365" w="660">
                  <a:moveTo>
                    <a:pt x="418" y="1"/>
                  </a:moveTo>
                  <a:cubicBezTo>
                    <a:pt x="341" y="1"/>
                    <a:pt x="270" y="43"/>
                    <a:pt x="251" y="142"/>
                  </a:cubicBezTo>
                  <a:cubicBezTo>
                    <a:pt x="64" y="1147"/>
                    <a:pt x="1" y="2154"/>
                    <a:pt x="67" y="3174"/>
                  </a:cubicBezTo>
                  <a:cubicBezTo>
                    <a:pt x="75" y="3301"/>
                    <a:pt x="178" y="3365"/>
                    <a:pt x="277" y="3365"/>
                  </a:cubicBezTo>
                  <a:cubicBezTo>
                    <a:pt x="375" y="3365"/>
                    <a:pt x="469" y="3302"/>
                    <a:pt x="460" y="3174"/>
                  </a:cubicBezTo>
                  <a:cubicBezTo>
                    <a:pt x="396" y="2189"/>
                    <a:pt x="450" y="1219"/>
                    <a:pt x="631" y="247"/>
                  </a:cubicBezTo>
                  <a:cubicBezTo>
                    <a:pt x="659" y="99"/>
                    <a:pt x="533" y="1"/>
                    <a:pt x="4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8"/>
            <p:cNvSpPr/>
            <p:nvPr/>
          </p:nvSpPr>
          <p:spPr>
            <a:xfrm>
              <a:off x="8614925" y="2211950"/>
              <a:ext cx="66450" cy="15000"/>
            </a:xfrm>
            <a:custGeom>
              <a:rect b="b" l="l" r="r" t="t"/>
              <a:pathLst>
                <a:path extrusionOk="0" h="600" w="2658">
                  <a:moveTo>
                    <a:pt x="2428" y="1"/>
                  </a:moveTo>
                  <a:cubicBezTo>
                    <a:pt x="2421" y="1"/>
                    <a:pt x="2413" y="1"/>
                    <a:pt x="2406" y="2"/>
                  </a:cubicBezTo>
                  <a:lnTo>
                    <a:pt x="253" y="205"/>
                  </a:lnTo>
                  <a:cubicBezTo>
                    <a:pt x="10" y="227"/>
                    <a:pt x="1" y="600"/>
                    <a:pt x="231" y="600"/>
                  </a:cubicBezTo>
                  <a:cubicBezTo>
                    <a:pt x="238" y="600"/>
                    <a:pt x="245" y="599"/>
                    <a:pt x="253" y="599"/>
                  </a:cubicBezTo>
                  <a:lnTo>
                    <a:pt x="2406" y="395"/>
                  </a:lnTo>
                  <a:cubicBezTo>
                    <a:pt x="2649" y="372"/>
                    <a:pt x="2657" y="1"/>
                    <a:pt x="242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8"/>
            <p:cNvSpPr/>
            <p:nvPr/>
          </p:nvSpPr>
          <p:spPr>
            <a:xfrm>
              <a:off x="8725725" y="2173225"/>
              <a:ext cx="75400" cy="91675"/>
            </a:xfrm>
            <a:custGeom>
              <a:rect b="b" l="l" r="r" t="t"/>
              <a:pathLst>
                <a:path extrusionOk="0" h="3667" w="3016">
                  <a:moveTo>
                    <a:pt x="290" y="0"/>
                  </a:moveTo>
                  <a:cubicBezTo>
                    <a:pt x="45" y="0"/>
                    <a:pt x="50" y="384"/>
                    <a:pt x="300" y="394"/>
                  </a:cubicBezTo>
                  <a:cubicBezTo>
                    <a:pt x="1202" y="434"/>
                    <a:pt x="2692" y="845"/>
                    <a:pt x="2411" y="2070"/>
                  </a:cubicBezTo>
                  <a:cubicBezTo>
                    <a:pt x="2251" y="2773"/>
                    <a:pt x="1299" y="2862"/>
                    <a:pt x="689" y="3166"/>
                  </a:cubicBezTo>
                  <a:lnTo>
                    <a:pt x="689" y="3166"/>
                  </a:lnTo>
                  <a:cubicBezTo>
                    <a:pt x="466" y="2325"/>
                    <a:pt x="411" y="1480"/>
                    <a:pt x="517" y="609"/>
                  </a:cubicBezTo>
                  <a:cubicBezTo>
                    <a:pt x="532" y="483"/>
                    <a:pt x="441" y="420"/>
                    <a:pt x="342" y="420"/>
                  </a:cubicBezTo>
                  <a:cubicBezTo>
                    <a:pt x="243" y="420"/>
                    <a:pt x="137" y="483"/>
                    <a:pt x="122" y="607"/>
                  </a:cubicBezTo>
                  <a:cubicBezTo>
                    <a:pt x="1" y="1599"/>
                    <a:pt x="87" y="2563"/>
                    <a:pt x="379" y="3519"/>
                  </a:cubicBezTo>
                  <a:cubicBezTo>
                    <a:pt x="403" y="3599"/>
                    <a:pt x="488" y="3667"/>
                    <a:pt x="575" y="3667"/>
                  </a:cubicBezTo>
                  <a:cubicBezTo>
                    <a:pt x="607" y="3667"/>
                    <a:pt x="639" y="3658"/>
                    <a:pt x="668" y="3636"/>
                  </a:cubicBezTo>
                  <a:cubicBezTo>
                    <a:pt x="1489" y="3027"/>
                    <a:pt x="3016" y="3068"/>
                    <a:pt x="2808" y="1644"/>
                  </a:cubicBezTo>
                  <a:cubicBezTo>
                    <a:pt x="2629" y="421"/>
                    <a:pt x="1362" y="49"/>
                    <a:pt x="300" y="0"/>
                  </a:cubicBezTo>
                  <a:cubicBezTo>
                    <a:pt x="297" y="0"/>
                    <a:pt x="294" y="0"/>
                    <a:pt x="2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8"/>
            <p:cNvSpPr/>
            <p:nvPr/>
          </p:nvSpPr>
          <p:spPr>
            <a:xfrm>
              <a:off x="8823550" y="2154525"/>
              <a:ext cx="9850" cy="59275"/>
            </a:xfrm>
            <a:custGeom>
              <a:rect b="b" l="l" r="r" t="t"/>
              <a:pathLst>
                <a:path extrusionOk="0" h="2371" w="394">
                  <a:moveTo>
                    <a:pt x="196" y="1"/>
                  </a:moveTo>
                  <a:cubicBezTo>
                    <a:pt x="98" y="1"/>
                    <a:pt x="0" y="64"/>
                    <a:pt x="0" y="190"/>
                  </a:cubicBezTo>
                  <a:lnTo>
                    <a:pt x="0" y="2180"/>
                  </a:lnTo>
                  <a:cubicBezTo>
                    <a:pt x="0" y="2307"/>
                    <a:pt x="98" y="2371"/>
                    <a:pt x="197" y="2371"/>
                  </a:cubicBezTo>
                  <a:cubicBezTo>
                    <a:pt x="295" y="2371"/>
                    <a:pt x="394" y="2307"/>
                    <a:pt x="394" y="2180"/>
                  </a:cubicBezTo>
                  <a:lnTo>
                    <a:pt x="394" y="190"/>
                  </a:lnTo>
                  <a:cubicBezTo>
                    <a:pt x="394" y="64"/>
                    <a:pt x="295" y="1"/>
                    <a:pt x="1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8"/>
            <p:cNvSpPr/>
            <p:nvPr/>
          </p:nvSpPr>
          <p:spPr>
            <a:xfrm>
              <a:off x="8134575" y="2359900"/>
              <a:ext cx="63875" cy="81375"/>
            </a:xfrm>
            <a:custGeom>
              <a:rect b="b" l="l" r="r" t="t"/>
              <a:pathLst>
                <a:path extrusionOk="0" h="3255" w="2555">
                  <a:moveTo>
                    <a:pt x="703" y="0"/>
                  </a:moveTo>
                  <a:cubicBezTo>
                    <a:pt x="539" y="0"/>
                    <a:pt x="363" y="49"/>
                    <a:pt x="182" y="161"/>
                  </a:cubicBezTo>
                  <a:cubicBezTo>
                    <a:pt x="1" y="275"/>
                    <a:pt x="110" y="532"/>
                    <a:pt x="278" y="532"/>
                  </a:cubicBezTo>
                  <a:cubicBezTo>
                    <a:pt x="310" y="532"/>
                    <a:pt x="344" y="523"/>
                    <a:pt x="379" y="501"/>
                  </a:cubicBezTo>
                  <a:cubicBezTo>
                    <a:pt x="484" y="436"/>
                    <a:pt x="587" y="409"/>
                    <a:pt x="683" y="409"/>
                  </a:cubicBezTo>
                  <a:cubicBezTo>
                    <a:pt x="1153" y="409"/>
                    <a:pt x="1439" y="1079"/>
                    <a:pt x="864" y="1373"/>
                  </a:cubicBezTo>
                  <a:cubicBezTo>
                    <a:pt x="693" y="1462"/>
                    <a:pt x="769" y="1740"/>
                    <a:pt x="957" y="1740"/>
                  </a:cubicBezTo>
                  <a:cubicBezTo>
                    <a:pt x="959" y="1740"/>
                    <a:pt x="962" y="1740"/>
                    <a:pt x="964" y="1740"/>
                  </a:cubicBezTo>
                  <a:cubicBezTo>
                    <a:pt x="1021" y="1737"/>
                    <a:pt x="1085" y="1736"/>
                    <a:pt x="1152" y="1736"/>
                  </a:cubicBezTo>
                  <a:cubicBezTo>
                    <a:pt x="1579" y="1736"/>
                    <a:pt x="2139" y="1810"/>
                    <a:pt x="2018" y="2362"/>
                  </a:cubicBezTo>
                  <a:cubicBezTo>
                    <a:pt x="1930" y="2767"/>
                    <a:pt x="1565" y="2876"/>
                    <a:pt x="1190" y="2876"/>
                  </a:cubicBezTo>
                  <a:cubicBezTo>
                    <a:pt x="974" y="2876"/>
                    <a:pt x="754" y="2840"/>
                    <a:pt x="583" y="2803"/>
                  </a:cubicBezTo>
                  <a:cubicBezTo>
                    <a:pt x="567" y="2800"/>
                    <a:pt x="551" y="2798"/>
                    <a:pt x="536" y="2798"/>
                  </a:cubicBezTo>
                  <a:cubicBezTo>
                    <a:pt x="323" y="2798"/>
                    <a:pt x="247" y="3132"/>
                    <a:pt x="477" y="3183"/>
                  </a:cubicBezTo>
                  <a:cubicBezTo>
                    <a:pt x="679" y="3226"/>
                    <a:pt x="906" y="3255"/>
                    <a:pt x="1132" y="3255"/>
                  </a:cubicBezTo>
                  <a:cubicBezTo>
                    <a:pt x="1726" y="3255"/>
                    <a:pt x="2318" y="3054"/>
                    <a:pt x="2437" y="2377"/>
                  </a:cubicBezTo>
                  <a:cubicBezTo>
                    <a:pt x="2554" y="1708"/>
                    <a:pt x="2009" y="1444"/>
                    <a:pt x="1457" y="1368"/>
                  </a:cubicBezTo>
                  <a:lnTo>
                    <a:pt x="1457" y="1368"/>
                  </a:lnTo>
                  <a:cubicBezTo>
                    <a:pt x="1816" y="804"/>
                    <a:pt x="1368" y="0"/>
                    <a:pt x="7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8"/>
            <p:cNvSpPr/>
            <p:nvPr/>
          </p:nvSpPr>
          <p:spPr>
            <a:xfrm>
              <a:off x="8185825" y="2364575"/>
              <a:ext cx="60200" cy="75275"/>
            </a:xfrm>
            <a:custGeom>
              <a:rect b="b" l="l" r="r" t="t"/>
              <a:pathLst>
                <a:path extrusionOk="0" h="3011" w="2408">
                  <a:moveTo>
                    <a:pt x="1849" y="0"/>
                  </a:moveTo>
                  <a:cubicBezTo>
                    <a:pt x="1840" y="0"/>
                    <a:pt x="1830" y="1"/>
                    <a:pt x="1820" y="2"/>
                  </a:cubicBezTo>
                  <a:cubicBezTo>
                    <a:pt x="1290" y="71"/>
                    <a:pt x="762" y="141"/>
                    <a:pt x="232" y="211"/>
                  </a:cubicBezTo>
                  <a:cubicBezTo>
                    <a:pt x="75" y="233"/>
                    <a:pt x="1" y="360"/>
                    <a:pt x="62" y="508"/>
                  </a:cubicBezTo>
                  <a:cubicBezTo>
                    <a:pt x="187" y="798"/>
                    <a:pt x="310" y="1087"/>
                    <a:pt x="433" y="1376"/>
                  </a:cubicBezTo>
                  <a:cubicBezTo>
                    <a:pt x="461" y="1441"/>
                    <a:pt x="529" y="1472"/>
                    <a:pt x="597" y="1472"/>
                  </a:cubicBezTo>
                  <a:cubicBezTo>
                    <a:pt x="652" y="1472"/>
                    <a:pt x="708" y="1452"/>
                    <a:pt x="742" y="1415"/>
                  </a:cubicBezTo>
                  <a:cubicBezTo>
                    <a:pt x="847" y="1307"/>
                    <a:pt x="986" y="1259"/>
                    <a:pt x="1127" y="1259"/>
                  </a:cubicBezTo>
                  <a:cubicBezTo>
                    <a:pt x="1408" y="1259"/>
                    <a:pt x="1701" y="1448"/>
                    <a:pt x="1763" y="1739"/>
                  </a:cubicBezTo>
                  <a:cubicBezTo>
                    <a:pt x="1882" y="2297"/>
                    <a:pt x="1271" y="2614"/>
                    <a:pt x="799" y="2614"/>
                  </a:cubicBezTo>
                  <a:cubicBezTo>
                    <a:pt x="760" y="2614"/>
                    <a:pt x="721" y="2612"/>
                    <a:pt x="683" y="2608"/>
                  </a:cubicBezTo>
                  <a:cubicBezTo>
                    <a:pt x="674" y="2606"/>
                    <a:pt x="665" y="2606"/>
                    <a:pt x="656" y="2606"/>
                  </a:cubicBezTo>
                  <a:cubicBezTo>
                    <a:pt x="433" y="2606"/>
                    <a:pt x="445" y="2971"/>
                    <a:pt x="683" y="3001"/>
                  </a:cubicBezTo>
                  <a:cubicBezTo>
                    <a:pt x="731" y="3007"/>
                    <a:pt x="780" y="3010"/>
                    <a:pt x="829" y="3010"/>
                  </a:cubicBezTo>
                  <a:cubicBezTo>
                    <a:pt x="1576" y="3010"/>
                    <a:pt x="2408" y="2343"/>
                    <a:pt x="2111" y="1534"/>
                  </a:cubicBezTo>
                  <a:cubicBezTo>
                    <a:pt x="1959" y="1121"/>
                    <a:pt x="1534" y="868"/>
                    <a:pt x="1119" y="868"/>
                  </a:cubicBezTo>
                  <a:cubicBezTo>
                    <a:pt x="970" y="868"/>
                    <a:pt x="821" y="901"/>
                    <a:pt x="687" y="971"/>
                  </a:cubicBezTo>
                  <a:lnTo>
                    <a:pt x="687" y="971"/>
                  </a:lnTo>
                  <a:cubicBezTo>
                    <a:pt x="630" y="837"/>
                    <a:pt x="573" y="703"/>
                    <a:pt x="516" y="569"/>
                  </a:cubicBezTo>
                  <a:lnTo>
                    <a:pt x="516" y="569"/>
                  </a:lnTo>
                  <a:cubicBezTo>
                    <a:pt x="951" y="512"/>
                    <a:pt x="1385" y="455"/>
                    <a:pt x="1821" y="397"/>
                  </a:cubicBezTo>
                  <a:cubicBezTo>
                    <a:pt x="2059" y="364"/>
                    <a:pt x="2070" y="0"/>
                    <a:pt x="184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8"/>
            <p:cNvSpPr/>
            <p:nvPr/>
          </p:nvSpPr>
          <p:spPr>
            <a:xfrm>
              <a:off x="8306975" y="2371100"/>
              <a:ext cx="56250" cy="16275"/>
            </a:xfrm>
            <a:custGeom>
              <a:rect b="b" l="l" r="r" t="t"/>
              <a:pathLst>
                <a:path extrusionOk="0" h="651" w="2250">
                  <a:moveTo>
                    <a:pt x="307" y="0"/>
                  </a:moveTo>
                  <a:cubicBezTo>
                    <a:pt x="85" y="0"/>
                    <a:pt x="0" y="343"/>
                    <a:pt x="238" y="383"/>
                  </a:cubicBezTo>
                  <a:cubicBezTo>
                    <a:pt x="795" y="471"/>
                    <a:pt x="1352" y="560"/>
                    <a:pt x="1907" y="647"/>
                  </a:cubicBezTo>
                  <a:cubicBezTo>
                    <a:pt x="1920" y="649"/>
                    <a:pt x="1932" y="650"/>
                    <a:pt x="1943" y="650"/>
                  </a:cubicBezTo>
                  <a:cubicBezTo>
                    <a:pt x="2166" y="650"/>
                    <a:pt x="2250" y="306"/>
                    <a:pt x="2013" y="268"/>
                  </a:cubicBezTo>
                  <a:cubicBezTo>
                    <a:pt x="1456" y="181"/>
                    <a:pt x="901" y="90"/>
                    <a:pt x="344" y="3"/>
                  </a:cubicBezTo>
                  <a:cubicBezTo>
                    <a:pt x="331" y="1"/>
                    <a:pt x="319" y="0"/>
                    <a:pt x="3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8"/>
            <p:cNvSpPr/>
            <p:nvPr/>
          </p:nvSpPr>
          <p:spPr>
            <a:xfrm>
              <a:off x="8320475" y="2398975"/>
              <a:ext cx="50050" cy="9875"/>
            </a:xfrm>
            <a:custGeom>
              <a:rect b="b" l="l" r="r" t="t"/>
              <a:pathLst>
                <a:path extrusionOk="0" h="395" w="2002">
                  <a:moveTo>
                    <a:pt x="255" y="0"/>
                  </a:moveTo>
                  <a:cubicBezTo>
                    <a:pt x="0" y="0"/>
                    <a:pt x="0" y="394"/>
                    <a:pt x="255" y="394"/>
                  </a:cubicBezTo>
                  <a:lnTo>
                    <a:pt x="1746" y="394"/>
                  </a:lnTo>
                  <a:cubicBezTo>
                    <a:pt x="2001" y="394"/>
                    <a:pt x="2001" y="0"/>
                    <a:pt x="174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8"/>
            <p:cNvSpPr/>
            <p:nvPr/>
          </p:nvSpPr>
          <p:spPr>
            <a:xfrm>
              <a:off x="8461700" y="2345125"/>
              <a:ext cx="60525" cy="74975"/>
            </a:xfrm>
            <a:custGeom>
              <a:rect b="b" l="l" r="r" t="t"/>
              <a:pathLst>
                <a:path extrusionOk="0" h="2999" w="2421">
                  <a:moveTo>
                    <a:pt x="1679" y="0"/>
                  </a:moveTo>
                  <a:cubicBezTo>
                    <a:pt x="827" y="0"/>
                    <a:pt x="1" y="718"/>
                    <a:pt x="74" y="1625"/>
                  </a:cubicBezTo>
                  <a:cubicBezTo>
                    <a:pt x="139" y="2427"/>
                    <a:pt x="906" y="2998"/>
                    <a:pt x="1671" y="2998"/>
                  </a:cubicBezTo>
                  <a:cubicBezTo>
                    <a:pt x="1856" y="2998"/>
                    <a:pt x="2041" y="2965"/>
                    <a:pt x="2216" y="2893"/>
                  </a:cubicBezTo>
                  <a:cubicBezTo>
                    <a:pt x="2421" y="2809"/>
                    <a:pt x="2364" y="2498"/>
                    <a:pt x="2184" y="2498"/>
                  </a:cubicBezTo>
                  <a:cubicBezTo>
                    <a:pt x="2161" y="2498"/>
                    <a:pt x="2136" y="2503"/>
                    <a:pt x="2110" y="2514"/>
                  </a:cubicBezTo>
                  <a:cubicBezTo>
                    <a:pt x="1968" y="2572"/>
                    <a:pt x="1817" y="2599"/>
                    <a:pt x="1666" y="2599"/>
                  </a:cubicBezTo>
                  <a:cubicBezTo>
                    <a:pt x="1117" y="2599"/>
                    <a:pt x="567" y="2237"/>
                    <a:pt x="475" y="1656"/>
                  </a:cubicBezTo>
                  <a:cubicBezTo>
                    <a:pt x="363" y="952"/>
                    <a:pt x="1026" y="399"/>
                    <a:pt x="1680" y="399"/>
                  </a:cubicBezTo>
                  <a:cubicBezTo>
                    <a:pt x="1786" y="399"/>
                    <a:pt x="1892" y="413"/>
                    <a:pt x="1994" y="444"/>
                  </a:cubicBezTo>
                  <a:cubicBezTo>
                    <a:pt x="2015" y="450"/>
                    <a:pt x="2035" y="453"/>
                    <a:pt x="2053" y="453"/>
                  </a:cubicBezTo>
                  <a:cubicBezTo>
                    <a:pt x="2253" y="453"/>
                    <a:pt x="2321" y="130"/>
                    <a:pt x="2100" y="62"/>
                  </a:cubicBezTo>
                  <a:cubicBezTo>
                    <a:pt x="1962" y="20"/>
                    <a:pt x="1820" y="0"/>
                    <a:pt x="167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8"/>
            <p:cNvSpPr/>
            <p:nvPr/>
          </p:nvSpPr>
          <p:spPr>
            <a:xfrm>
              <a:off x="8536900" y="2324275"/>
              <a:ext cx="45775" cy="47675"/>
            </a:xfrm>
            <a:custGeom>
              <a:rect b="b" l="l" r="r" t="t"/>
              <a:pathLst>
                <a:path extrusionOk="0" h="1907" w="1831">
                  <a:moveTo>
                    <a:pt x="1228" y="0"/>
                  </a:moveTo>
                  <a:cubicBezTo>
                    <a:pt x="1194" y="0"/>
                    <a:pt x="1159" y="12"/>
                    <a:pt x="1123" y="39"/>
                  </a:cubicBezTo>
                  <a:cubicBezTo>
                    <a:pt x="647" y="397"/>
                    <a:pt x="276" y="850"/>
                    <a:pt x="40" y="1399"/>
                  </a:cubicBezTo>
                  <a:cubicBezTo>
                    <a:pt x="1" y="1488"/>
                    <a:pt x="4" y="1618"/>
                    <a:pt x="110" y="1669"/>
                  </a:cubicBezTo>
                  <a:cubicBezTo>
                    <a:pt x="455" y="1828"/>
                    <a:pt x="807" y="1906"/>
                    <a:pt x="1171" y="1906"/>
                  </a:cubicBezTo>
                  <a:cubicBezTo>
                    <a:pt x="1310" y="1906"/>
                    <a:pt x="1452" y="1895"/>
                    <a:pt x="1596" y="1872"/>
                  </a:cubicBezTo>
                  <a:cubicBezTo>
                    <a:pt x="1830" y="1832"/>
                    <a:pt x="1749" y="1489"/>
                    <a:pt x="1527" y="1489"/>
                  </a:cubicBezTo>
                  <a:cubicBezTo>
                    <a:pt x="1515" y="1489"/>
                    <a:pt x="1503" y="1490"/>
                    <a:pt x="1490" y="1492"/>
                  </a:cubicBezTo>
                  <a:cubicBezTo>
                    <a:pt x="1380" y="1510"/>
                    <a:pt x="1271" y="1519"/>
                    <a:pt x="1162" y="1519"/>
                  </a:cubicBezTo>
                  <a:cubicBezTo>
                    <a:pt x="927" y="1519"/>
                    <a:pt x="694" y="1478"/>
                    <a:pt x="471" y="1397"/>
                  </a:cubicBezTo>
                  <a:lnTo>
                    <a:pt x="471" y="1397"/>
                  </a:lnTo>
                  <a:cubicBezTo>
                    <a:pt x="675" y="999"/>
                    <a:pt x="956" y="652"/>
                    <a:pt x="1318" y="379"/>
                  </a:cubicBezTo>
                  <a:cubicBezTo>
                    <a:pt x="1485" y="255"/>
                    <a:pt x="1382" y="0"/>
                    <a:pt x="122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8"/>
            <p:cNvSpPr/>
            <p:nvPr/>
          </p:nvSpPr>
          <p:spPr>
            <a:xfrm>
              <a:off x="8569775" y="2348525"/>
              <a:ext cx="14150" cy="43425"/>
            </a:xfrm>
            <a:custGeom>
              <a:rect b="b" l="l" r="r" t="t"/>
              <a:pathLst>
                <a:path extrusionOk="0" h="1737" w="566">
                  <a:moveTo>
                    <a:pt x="284" y="1"/>
                  </a:moveTo>
                  <a:cubicBezTo>
                    <a:pt x="277" y="1"/>
                    <a:pt x="269" y="1"/>
                    <a:pt x="262" y="1"/>
                  </a:cubicBezTo>
                  <a:cubicBezTo>
                    <a:pt x="179" y="4"/>
                    <a:pt x="90" y="59"/>
                    <a:pt x="72" y="146"/>
                  </a:cubicBezTo>
                  <a:lnTo>
                    <a:pt x="72" y="150"/>
                  </a:lnTo>
                  <a:cubicBezTo>
                    <a:pt x="53" y="245"/>
                    <a:pt x="99" y="375"/>
                    <a:pt x="211" y="391"/>
                  </a:cubicBezTo>
                  <a:cubicBezTo>
                    <a:pt x="219" y="394"/>
                    <a:pt x="228" y="394"/>
                    <a:pt x="236" y="395"/>
                  </a:cubicBezTo>
                  <a:cubicBezTo>
                    <a:pt x="241" y="396"/>
                    <a:pt x="246" y="396"/>
                    <a:pt x="251" y="397"/>
                  </a:cubicBezTo>
                  <a:lnTo>
                    <a:pt x="251" y="397"/>
                  </a:lnTo>
                  <a:cubicBezTo>
                    <a:pt x="234" y="398"/>
                    <a:pt x="220" y="398"/>
                    <a:pt x="208" y="398"/>
                  </a:cubicBezTo>
                  <a:cubicBezTo>
                    <a:pt x="182" y="398"/>
                    <a:pt x="169" y="397"/>
                    <a:pt x="162" y="397"/>
                  </a:cubicBezTo>
                  <a:cubicBezTo>
                    <a:pt x="143" y="397"/>
                    <a:pt x="183" y="407"/>
                    <a:pt x="145" y="487"/>
                  </a:cubicBezTo>
                  <a:cubicBezTo>
                    <a:pt x="99" y="581"/>
                    <a:pt x="112" y="753"/>
                    <a:pt x="99" y="857"/>
                  </a:cubicBezTo>
                  <a:cubicBezTo>
                    <a:pt x="70" y="1089"/>
                    <a:pt x="44" y="1320"/>
                    <a:pt x="16" y="1549"/>
                  </a:cubicBezTo>
                  <a:cubicBezTo>
                    <a:pt x="0" y="1674"/>
                    <a:pt x="90" y="1736"/>
                    <a:pt x="189" y="1736"/>
                  </a:cubicBezTo>
                  <a:cubicBezTo>
                    <a:pt x="287" y="1736"/>
                    <a:pt x="394" y="1674"/>
                    <a:pt x="409" y="1549"/>
                  </a:cubicBezTo>
                  <a:cubicBezTo>
                    <a:pt x="457" y="1147"/>
                    <a:pt x="543" y="732"/>
                    <a:pt x="558" y="325"/>
                  </a:cubicBezTo>
                  <a:cubicBezTo>
                    <a:pt x="565" y="147"/>
                    <a:pt x="472" y="1"/>
                    <a:pt x="28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8"/>
            <p:cNvSpPr/>
            <p:nvPr/>
          </p:nvSpPr>
          <p:spPr>
            <a:xfrm>
              <a:off x="8627825" y="2351425"/>
              <a:ext cx="45775" cy="77700"/>
            </a:xfrm>
            <a:custGeom>
              <a:rect b="b" l="l" r="r" t="t"/>
              <a:pathLst>
                <a:path extrusionOk="0" h="3108" w="1831">
                  <a:moveTo>
                    <a:pt x="946" y="0"/>
                  </a:moveTo>
                  <a:cubicBezTo>
                    <a:pt x="606" y="0"/>
                    <a:pt x="260" y="355"/>
                    <a:pt x="299" y="726"/>
                  </a:cubicBezTo>
                  <a:cubicBezTo>
                    <a:pt x="344" y="1164"/>
                    <a:pt x="722" y="1431"/>
                    <a:pt x="1018" y="1706"/>
                  </a:cubicBezTo>
                  <a:cubicBezTo>
                    <a:pt x="1326" y="1991"/>
                    <a:pt x="1556" y="2519"/>
                    <a:pt x="1002" y="2674"/>
                  </a:cubicBezTo>
                  <a:cubicBezTo>
                    <a:pt x="885" y="2707"/>
                    <a:pt x="763" y="2719"/>
                    <a:pt x="639" y="2719"/>
                  </a:cubicBezTo>
                  <a:cubicBezTo>
                    <a:pt x="508" y="2719"/>
                    <a:pt x="376" y="2706"/>
                    <a:pt x="251" y="2691"/>
                  </a:cubicBezTo>
                  <a:cubicBezTo>
                    <a:pt x="242" y="2690"/>
                    <a:pt x="233" y="2690"/>
                    <a:pt x="225" y="2690"/>
                  </a:cubicBezTo>
                  <a:cubicBezTo>
                    <a:pt x="0" y="2690"/>
                    <a:pt x="10" y="3057"/>
                    <a:pt x="251" y="3085"/>
                  </a:cubicBezTo>
                  <a:cubicBezTo>
                    <a:pt x="365" y="3098"/>
                    <a:pt x="491" y="3107"/>
                    <a:pt x="620" y="3107"/>
                  </a:cubicBezTo>
                  <a:cubicBezTo>
                    <a:pt x="1080" y="3107"/>
                    <a:pt x="1582" y="2990"/>
                    <a:pt x="1738" y="2521"/>
                  </a:cubicBezTo>
                  <a:cubicBezTo>
                    <a:pt x="1831" y="2236"/>
                    <a:pt x="1731" y="1951"/>
                    <a:pt x="1562" y="1718"/>
                  </a:cubicBezTo>
                  <a:cubicBezTo>
                    <a:pt x="1439" y="1546"/>
                    <a:pt x="1277" y="1414"/>
                    <a:pt x="1119" y="1274"/>
                  </a:cubicBezTo>
                  <a:cubicBezTo>
                    <a:pt x="998" y="1164"/>
                    <a:pt x="869" y="1062"/>
                    <a:pt x="797" y="912"/>
                  </a:cubicBezTo>
                  <a:cubicBezTo>
                    <a:pt x="671" y="806"/>
                    <a:pt x="673" y="696"/>
                    <a:pt x="803" y="581"/>
                  </a:cubicBezTo>
                  <a:cubicBezTo>
                    <a:pt x="819" y="458"/>
                    <a:pt x="856" y="396"/>
                    <a:pt x="914" y="396"/>
                  </a:cubicBezTo>
                  <a:cubicBezTo>
                    <a:pt x="947" y="396"/>
                    <a:pt x="988" y="417"/>
                    <a:pt x="1036" y="458"/>
                  </a:cubicBezTo>
                  <a:cubicBezTo>
                    <a:pt x="1076" y="505"/>
                    <a:pt x="1122" y="524"/>
                    <a:pt x="1166" y="524"/>
                  </a:cubicBezTo>
                  <a:cubicBezTo>
                    <a:pt x="1308" y="524"/>
                    <a:pt x="1439" y="327"/>
                    <a:pt x="1316" y="180"/>
                  </a:cubicBezTo>
                  <a:cubicBezTo>
                    <a:pt x="1209" y="54"/>
                    <a:pt x="1078" y="0"/>
                    <a:pt x="94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8"/>
            <p:cNvSpPr/>
            <p:nvPr/>
          </p:nvSpPr>
          <p:spPr>
            <a:xfrm>
              <a:off x="8697825" y="2353100"/>
              <a:ext cx="13625" cy="72075"/>
            </a:xfrm>
            <a:custGeom>
              <a:rect b="b" l="l" r="r" t="t"/>
              <a:pathLst>
                <a:path extrusionOk="0" h="2883" w="545">
                  <a:moveTo>
                    <a:pt x="302" y="1"/>
                  </a:moveTo>
                  <a:cubicBezTo>
                    <a:pt x="227" y="1"/>
                    <a:pt x="158" y="44"/>
                    <a:pt x="145" y="143"/>
                  </a:cubicBezTo>
                  <a:cubicBezTo>
                    <a:pt x="30" y="994"/>
                    <a:pt x="0" y="1838"/>
                    <a:pt x="69" y="2694"/>
                  </a:cubicBezTo>
                  <a:cubicBezTo>
                    <a:pt x="78" y="2820"/>
                    <a:pt x="181" y="2883"/>
                    <a:pt x="280" y="2883"/>
                  </a:cubicBezTo>
                  <a:cubicBezTo>
                    <a:pt x="378" y="2883"/>
                    <a:pt x="472" y="2820"/>
                    <a:pt x="462" y="2694"/>
                  </a:cubicBezTo>
                  <a:cubicBezTo>
                    <a:pt x="398" y="1876"/>
                    <a:pt x="415" y="1061"/>
                    <a:pt x="524" y="248"/>
                  </a:cubicBezTo>
                  <a:cubicBezTo>
                    <a:pt x="545" y="99"/>
                    <a:pt x="416" y="1"/>
                    <a:pt x="3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8"/>
            <p:cNvSpPr/>
            <p:nvPr/>
          </p:nvSpPr>
          <p:spPr>
            <a:xfrm>
              <a:off x="8731300" y="2359875"/>
              <a:ext cx="16175" cy="61125"/>
            </a:xfrm>
            <a:custGeom>
              <a:rect b="b" l="l" r="r" t="t"/>
              <a:pathLst>
                <a:path extrusionOk="0" h="2445" w="647">
                  <a:moveTo>
                    <a:pt x="453" y="0"/>
                  </a:moveTo>
                  <a:cubicBezTo>
                    <a:pt x="368" y="0"/>
                    <a:pt x="278" y="45"/>
                    <a:pt x="247" y="136"/>
                  </a:cubicBezTo>
                  <a:cubicBezTo>
                    <a:pt x="237" y="163"/>
                    <a:pt x="227" y="190"/>
                    <a:pt x="217" y="216"/>
                  </a:cubicBezTo>
                  <a:cubicBezTo>
                    <a:pt x="199" y="269"/>
                    <a:pt x="203" y="316"/>
                    <a:pt x="222" y="353"/>
                  </a:cubicBezTo>
                  <a:lnTo>
                    <a:pt x="222" y="353"/>
                  </a:lnTo>
                  <a:cubicBezTo>
                    <a:pt x="152" y="988"/>
                    <a:pt x="84" y="1621"/>
                    <a:pt x="14" y="2256"/>
                  </a:cubicBezTo>
                  <a:cubicBezTo>
                    <a:pt x="0" y="2382"/>
                    <a:pt x="91" y="2445"/>
                    <a:pt x="189" y="2445"/>
                  </a:cubicBezTo>
                  <a:cubicBezTo>
                    <a:pt x="288" y="2445"/>
                    <a:pt x="394" y="2381"/>
                    <a:pt x="408" y="2256"/>
                  </a:cubicBezTo>
                  <a:cubicBezTo>
                    <a:pt x="483" y="1567"/>
                    <a:pt x="558" y="879"/>
                    <a:pt x="634" y="187"/>
                  </a:cubicBezTo>
                  <a:cubicBezTo>
                    <a:pt x="647" y="62"/>
                    <a:pt x="553" y="0"/>
                    <a:pt x="45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8"/>
            <p:cNvSpPr/>
            <p:nvPr/>
          </p:nvSpPr>
          <p:spPr>
            <a:xfrm>
              <a:off x="8730475" y="2337025"/>
              <a:ext cx="74475" cy="83775"/>
            </a:xfrm>
            <a:custGeom>
              <a:rect b="b" l="l" r="r" t="t"/>
              <a:pathLst>
                <a:path extrusionOk="0" h="3351" w="2979">
                  <a:moveTo>
                    <a:pt x="2786" y="0"/>
                  </a:moveTo>
                  <a:cubicBezTo>
                    <a:pt x="2688" y="0"/>
                    <a:pt x="2584" y="63"/>
                    <a:pt x="2575" y="189"/>
                  </a:cubicBezTo>
                  <a:cubicBezTo>
                    <a:pt x="2510" y="1055"/>
                    <a:pt x="2446" y="1921"/>
                    <a:pt x="2380" y="2785"/>
                  </a:cubicBezTo>
                  <a:lnTo>
                    <a:pt x="2380" y="2785"/>
                  </a:lnTo>
                  <a:cubicBezTo>
                    <a:pt x="1641" y="2236"/>
                    <a:pt x="985" y="1602"/>
                    <a:pt x="402" y="885"/>
                  </a:cubicBezTo>
                  <a:cubicBezTo>
                    <a:pt x="363" y="837"/>
                    <a:pt x="317" y="817"/>
                    <a:pt x="272" y="817"/>
                  </a:cubicBezTo>
                  <a:cubicBezTo>
                    <a:pt x="131" y="817"/>
                    <a:pt x="0" y="1015"/>
                    <a:pt x="120" y="1163"/>
                  </a:cubicBezTo>
                  <a:cubicBezTo>
                    <a:pt x="796" y="1990"/>
                    <a:pt x="1571" y="2706"/>
                    <a:pt x="2449" y="3319"/>
                  </a:cubicBezTo>
                  <a:cubicBezTo>
                    <a:pt x="2480" y="3341"/>
                    <a:pt x="2513" y="3351"/>
                    <a:pt x="2545" y="3351"/>
                  </a:cubicBezTo>
                  <a:cubicBezTo>
                    <a:pt x="2646" y="3351"/>
                    <a:pt x="2738" y="3252"/>
                    <a:pt x="2745" y="3148"/>
                  </a:cubicBezTo>
                  <a:cubicBezTo>
                    <a:pt x="2821" y="2164"/>
                    <a:pt x="2894" y="1176"/>
                    <a:pt x="2969" y="189"/>
                  </a:cubicBezTo>
                  <a:cubicBezTo>
                    <a:pt x="2979" y="63"/>
                    <a:pt x="2885" y="0"/>
                    <a:pt x="278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8"/>
            <p:cNvSpPr/>
            <p:nvPr/>
          </p:nvSpPr>
          <p:spPr>
            <a:xfrm>
              <a:off x="8840050" y="2323125"/>
              <a:ext cx="45150" cy="48900"/>
            </a:xfrm>
            <a:custGeom>
              <a:rect b="b" l="l" r="r" t="t"/>
              <a:pathLst>
                <a:path extrusionOk="0" h="1956" w="1806">
                  <a:moveTo>
                    <a:pt x="563" y="0"/>
                  </a:moveTo>
                  <a:cubicBezTo>
                    <a:pt x="409" y="0"/>
                    <a:pt x="257" y="66"/>
                    <a:pt x="143" y="219"/>
                  </a:cubicBezTo>
                  <a:cubicBezTo>
                    <a:pt x="38" y="363"/>
                    <a:pt x="177" y="503"/>
                    <a:pt x="321" y="503"/>
                  </a:cubicBezTo>
                  <a:cubicBezTo>
                    <a:pt x="381" y="503"/>
                    <a:pt x="442" y="478"/>
                    <a:pt x="487" y="419"/>
                  </a:cubicBezTo>
                  <a:cubicBezTo>
                    <a:pt x="506" y="394"/>
                    <a:pt x="531" y="384"/>
                    <a:pt x="559" y="384"/>
                  </a:cubicBezTo>
                  <a:cubicBezTo>
                    <a:pt x="634" y="384"/>
                    <a:pt x="728" y="457"/>
                    <a:pt x="766" y="498"/>
                  </a:cubicBezTo>
                  <a:cubicBezTo>
                    <a:pt x="872" y="612"/>
                    <a:pt x="869" y="735"/>
                    <a:pt x="800" y="870"/>
                  </a:cubicBezTo>
                  <a:cubicBezTo>
                    <a:pt x="669" y="1122"/>
                    <a:pt x="374" y="1269"/>
                    <a:pt x="135" y="1397"/>
                  </a:cubicBezTo>
                  <a:cubicBezTo>
                    <a:pt x="10" y="1463"/>
                    <a:pt x="0" y="1673"/>
                    <a:pt x="135" y="1736"/>
                  </a:cubicBezTo>
                  <a:cubicBezTo>
                    <a:pt x="447" y="1882"/>
                    <a:pt x="769" y="1956"/>
                    <a:pt x="1100" y="1956"/>
                  </a:cubicBezTo>
                  <a:cubicBezTo>
                    <a:pt x="1256" y="1956"/>
                    <a:pt x="1414" y="1939"/>
                    <a:pt x="1573" y="1906"/>
                  </a:cubicBezTo>
                  <a:cubicBezTo>
                    <a:pt x="1805" y="1858"/>
                    <a:pt x="1728" y="1522"/>
                    <a:pt x="1513" y="1522"/>
                  </a:cubicBezTo>
                  <a:cubicBezTo>
                    <a:pt x="1498" y="1522"/>
                    <a:pt x="1483" y="1524"/>
                    <a:pt x="1467" y="1527"/>
                  </a:cubicBezTo>
                  <a:cubicBezTo>
                    <a:pt x="1341" y="1553"/>
                    <a:pt x="1215" y="1566"/>
                    <a:pt x="1090" y="1566"/>
                  </a:cubicBezTo>
                  <a:cubicBezTo>
                    <a:pt x="954" y="1566"/>
                    <a:pt x="819" y="1551"/>
                    <a:pt x="687" y="1520"/>
                  </a:cubicBezTo>
                  <a:lnTo>
                    <a:pt x="687" y="1520"/>
                  </a:lnTo>
                  <a:cubicBezTo>
                    <a:pt x="1048" y="1268"/>
                    <a:pt x="1374" y="905"/>
                    <a:pt x="1197" y="459"/>
                  </a:cubicBezTo>
                  <a:cubicBezTo>
                    <a:pt x="1089" y="187"/>
                    <a:pt x="822" y="0"/>
                    <a:pt x="56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8"/>
            <p:cNvSpPr/>
            <p:nvPr/>
          </p:nvSpPr>
          <p:spPr>
            <a:xfrm>
              <a:off x="8308050" y="2490150"/>
              <a:ext cx="58325" cy="9875"/>
            </a:xfrm>
            <a:custGeom>
              <a:rect b="b" l="l" r="r" t="t"/>
              <a:pathLst>
                <a:path extrusionOk="0" h="395" w="2333">
                  <a:moveTo>
                    <a:pt x="254" y="1"/>
                  </a:moveTo>
                  <a:cubicBezTo>
                    <a:pt x="0" y="1"/>
                    <a:pt x="0" y="395"/>
                    <a:pt x="254" y="395"/>
                  </a:cubicBezTo>
                  <a:lnTo>
                    <a:pt x="2077" y="395"/>
                  </a:lnTo>
                  <a:cubicBezTo>
                    <a:pt x="2332" y="395"/>
                    <a:pt x="2332" y="1"/>
                    <a:pt x="20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8"/>
            <p:cNvSpPr/>
            <p:nvPr/>
          </p:nvSpPr>
          <p:spPr>
            <a:xfrm>
              <a:off x="8312200" y="2510875"/>
              <a:ext cx="45875" cy="9875"/>
            </a:xfrm>
            <a:custGeom>
              <a:rect b="b" l="l" r="r" t="t"/>
              <a:pathLst>
                <a:path extrusionOk="0" h="395" w="1835">
                  <a:moveTo>
                    <a:pt x="255" y="1"/>
                  </a:moveTo>
                  <a:cubicBezTo>
                    <a:pt x="0" y="1"/>
                    <a:pt x="0" y="395"/>
                    <a:pt x="255" y="395"/>
                  </a:cubicBezTo>
                  <a:lnTo>
                    <a:pt x="1581" y="395"/>
                  </a:lnTo>
                  <a:cubicBezTo>
                    <a:pt x="1834" y="395"/>
                    <a:pt x="1834" y="1"/>
                    <a:pt x="15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8"/>
            <p:cNvSpPr/>
            <p:nvPr/>
          </p:nvSpPr>
          <p:spPr>
            <a:xfrm>
              <a:off x="8439000" y="2494350"/>
              <a:ext cx="75925" cy="95025"/>
            </a:xfrm>
            <a:custGeom>
              <a:rect b="b" l="l" r="r" t="t"/>
              <a:pathLst>
                <a:path extrusionOk="0" h="3801" w="3037">
                  <a:moveTo>
                    <a:pt x="2449" y="1"/>
                  </a:moveTo>
                  <a:cubicBezTo>
                    <a:pt x="2439" y="1"/>
                    <a:pt x="2428" y="2"/>
                    <a:pt x="2417" y="3"/>
                  </a:cubicBezTo>
                  <a:cubicBezTo>
                    <a:pt x="689" y="262"/>
                    <a:pt x="0" y="2574"/>
                    <a:pt x="1543" y="3588"/>
                  </a:cubicBezTo>
                  <a:cubicBezTo>
                    <a:pt x="1739" y="3716"/>
                    <a:pt x="2003" y="3800"/>
                    <a:pt x="2249" y="3800"/>
                  </a:cubicBezTo>
                  <a:cubicBezTo>
                    <a:pt x="2586" y="3800"/>
                    <a:pt x="2890" y="3643"/>
                    <a:pt x="2939" y="3226"/>
                  </a:cubicBezTo>
                  <a:cubicBezTo>
                    <a:pt x="3036" y="2406"/>
                    <a:pt x="2152" y="2212"/>
                    <a:pt x="1513" y="2212"/>
                  </a:cubicBezTo>
                  <a:cubicBezTo>
                    <a:pt x="1456" y="2212"/>
                    <a:pt x="1400" y="2214"/>
                    <a:pt x="1347" y="2216"/>
                  </a:cubicBezTo>
                  <a:cubicBezTo>
                    <a:pt x="1099" y="2229"/>
                    <a:pt x="1093" y="2610"/>
                    <a:pt x="1335" y="2610"/>
                  </a:cubicBezTo>
                  <a:cubicBezTo>
                    <a:pt x="1339" y="2610"/>
                    <a:pt x="1343" y="2610"/>
                    <a:pt x="1347" y="2610"/>
                  </a:cubicBezTo>
                  <a:cubicBezTo>
                    <a:pt x="1429" y="2606"/>
                    <a:pt x="1502" y="2603"/>
                    <a:pt x="1571" y="2603"/>
                  </a:cubicBezTo>
                  <a:cubicBezTo>
                    <a:pt x="1726" y="2603"/>
                    <a:pt x="1862" y="2617"/>
                    <a:pt x="2040" y="2662"/>
                  </a:cubicBezTo>
                  <a:cubicBezTo>
                    <a:pt x="2470" y="2676"/>
                    <a:pt x="2484" y="2925"/>
                    <a:pt x="2085" y="3409"/>
                  </a:cubicBezTo>
                  <a:cubicBezTo>
                    <a:pt x="1994" y="3373"/>
                    <a:pt x="1907" y="3335"/>
                    <a:pt x="1818" y="3299"/>
                  </a:cubicBezTo>
                  <a:cubicBezTo>
                    <a:pt x="1439" y="3083"/>
                    <a:pt x="1181" y="2657"/>
                    <a:pt x="1093" y="2238"/>
                  </a:cubicBezTo>
                  <a:cubicBezTo>
                    <a:pt x="898" y="1299"/>
                    <a:pt x="1635" y="516"/>
                    <a:pt x="2523" y="383"/>
                  </a:cubicBezTo>
                  <a:cubicBezTo>
                    <a:pt x="2760" y="349"/>
                    <a:pt x="2675" y="1"/>
                    <a:pt x="244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8"/>
            <p:cNvSpPr/>
            <p:nvPr/>
          </p:nvSpPr>
          <p:spPr>
            <a:xfrm>
              <a:off x="8519475" y="2497075"/>
              <a:ext cx="58600" cy="75375"/>
            </a:xfrm>
            <a:custGeom>
              <a:rect b="b" l="l" r="r" t="t"/>
              <a:pathLst>
                <a:path extrusionOk="0" h="3015" w="2344">
                  <a:moveTo>
                    <a:pt x="721" y="1"/>
                  </a:moveTo>
                  <a:cubicBezTo>
                    <a:pt x="500" y="1"/>
                    <a:pt x="281" y="88"/>
                    <a:pt x="120" y="284"/>
                  </a:cubicBezTo>
                  <a:cubicBezTo>
                    <a:pt x="0" y="433"/>
                    <a:pt x="131" y="630"/>
                    <a:pt x="272" y="630"/>
                  </a:cubicBezTo>
                  <a:cubicBezTo>
                    <a:pt x="316" y="630"/>
                    <a:pt x="362" y="610"/>
                    <a:pt x="400" y="563"/>
                  </a:cubicBezTo>
                  <a:cubicBezTo>
                    <a:pt x="493" y="450"/>
                    <a:pt x="624" y="394"/>
                    <a:pt x="756" y="394"/>
                  </a:cubicBezTo>
                  <a:cubicBezTo>
                    <a:pt x="873" y="394"/>
                    <a:pt x="991" y="438"/>
                    <a:pt x="1086" y="527"/>
                  </a:cubicBezTo>
                  <a:cubicBezTo>
                    <a:pt x="1285" y="713"/>
                    <a:pt x="1278" y="1024"/>
                    <a:pt x="1208" y="1260"/>
                  </a:cubicBezTo>
                  <a:cubicBezTo>
                    <a:pt x="1072" y="1721"/>
                    <a:pt x="648" y="2022"/>
                    <a:pt x="278" y="2292"/>
                  </a:cubicBezTo>
                  <a:cubicBezTo>
                    <a:pt x="154" y="2384"/>
                    <a:pt x="144" y="2614"/>
                    <a:pt x="326" y="2651"/>
                  </a:cubicBezTo>
                  <a:cubicBezTo>
                    <a:pt x="885" y="2772"/>
                    <a:pt x="1445" y="2889"/>
                    <a:pt x="2008" y="3009"/>
                  </a:cubicBezTo>
                  <a:cubicBezTo>
                    <a:pt x="2024" y="3013"/>
                    <a:pt x="2039" y="3014"/>
                    <a:pt x="2054" y="3014"/>
                  </a:cubicBezTo>
                  <a:cubicBezTo>
                    <a:pt x="2266" y="3014"/>
                    <a:pt x="2344" y="2680"/>
                    <a:pt x="2112" y="2630"/>
                  </a:cubicBezTo>
                  <a:cubicBezTo>
                    <a:pt x="1685" y="2538"/>
                    <a:pt x="1259" y="2448"/>
                    <a:pt x="830" y="2357"/>
                  </a:cubicBezTo>
                  <a:lnTo>
                    <a:pt x="830" y="2357"/>
                  </a:lnTo>
                  <a:cubicBezTo>
                    <a:pt x="1359" y="1912"/>
                    <a:pt x="1839" y="1321"/>
                    <a:pt x="1578" y="597"/>
                  </a:cubicBezTo>
                  <a:cubicBezTo>
                    <a:pt x="1445" y="230"/>
                    <a:pt x="1081" y="1"/>
                    <a:pt x="72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8"/>
            <p:cNvSpPr/>
            <p:nvPr/>
          </p:nvSpPr>
          <p:spPr>
            <a:xfrm>
              <a:off x="8629550" y="2498475"/>
              <a:ext cx="48225" cy="72425"/>
            </a:xfrm>
            <a:custGeom>
              <a:rect b="b" l="l" r="r" t="t"/>
              <a:pathLst>
                <a:path extrusionOk="0" h="2897" w="1929">
                  <a:moveTo>
                    <a:pt x="1214" y="1"/>
                  </a:moveTo>
                  <a:cubicBezTo>
                    <a:pt x="645" y="1"/>
                    <a:pt x="0" y="181"/>
                    <a:pt x="91" y="870"/>
                  </a:cubicBezTo>
                  <a:cubicBezTo>
                    <a:pt x="130" y="1150"/>
                    <a:pt x="332" y="1336"/>
                    <a:pt x="552" y="1487"/>
                  </a:cubicBezTo>
                  <a:cubicBezTo>
                    <a:pt x="717" y="1601"/>
                    <a:pt x="927" y="1686"/>
                    <a:pt x="1065" y="1838"/>
                  </a:cubicBezTo>
                  <a:cubicBezTo>
                    <a:pt x="1292" y="2089"/>
                    <a:pt x="1079" y="2523"/>
                    <a:pt x="763" y="2523"/>
                  </a:cubicBezTo>
                  <a:cubicBezTo>
                    <a:pt x="715" y="2523"/>
                    <a:pt x="663" y="2513"/>
                    <a:pt x="611" y="2490"/>
                  </a:cubicBezTo>
                  <a:cubicBezTo>
                    <a:pt x="582" y="2477"/>
                    <a:pt x="553" y="2471"/>
                    <a:pt x="526" y="2471"/>
                  </a:cubicBezTo>
                  <a:cubicBezTo>
                    <a:pt x="337" y="2471"/>
                    <a:pt x="209" y="2741"/>
                    <a:pt x="412" y="2830"/>
                  </a:cubicBezTo>
                  <a:cubicBezTo>
                    <a:pt x="515" y="2875"/>
                    <a:pt x="624" y="2896"/>
                    <a:pt x="733" y="2896"/>
                  </a:cubicBezTo>
                  <a:cubicBezTo>
                    <a:pt x="1180" y="2896"/>
                    <a:pt x="1618" y="2540"/>
                    <a:pt x="1580" y="2043"/>
                  </a:cubicBezTo>
                  <a:cubicBezTo>
                    <a:pt x="1557" y="1729"/>
                    <a:pt x="1330" y="1523"/>
                    <a:pt x="1086" y="1357"/>
                  </a:cubicBezTo>
                  <a:cubicBezTo>
                    <a:pt x="926" y="1248"/>
                    <a:pt x="683" y="1157"/>
                    <a:pt x="571" y="992"/>
                  </a:cubicBezTo>
                  <a:cubicBezTo>
                    <a:pt x="239" y="496"/>
                    <a:pt x="787" y="395"/>
                    <a:pt x="1212" y="395"/>
                  </a:cubicBezTo>
                  <a:cubicBezTo>
                    <a:pt x="1373" y="395"/>
                    <a:pt x="1516" y="409"/>
                    <a:pt x="1587" y="422"/>
                  </a:cubicBezTo>
                  <a:cubicBezTo>
                    <a:pt x="1601" y="425"/>
                    <a:pt x="1614" y="426"/>
                    <a:pt x="1627" y="426"/>
                  </a:cubicBezTo>
                  <a:cubicBezTo>
                    <a:pt x="1846" y="426"/>
                    <a:pt x="1929" y="85"/>
                    <a:pt x="1692" y="42"/>
                  </a:cubicBezTo>
                  <a:cubicBezTo>
                    <a:pt x="1555" y="18"/>
                    <a:pt x="1388" y="1"/>
                    <a:pt x="121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8"/>
            <p:cNvSpPr/>
            <p:nvPr/>
          </p:nvSpPr>
          <p:spPr>
            <a:xfrm>
              <a:off x="8695000" y="2498625"/>
              <a:ext cx="9850" cy="71725"/>
            </a:xfrm>
            <a:custGeom>
              <a:rect b="b" l="l" r="r" t="t"/>
              <a:pathLst>
                <a:path extrusionOk="0" h="2869" w="394">
                  <a:moveTo>
                    <a:pt x="197" y="0"/>
                  </a:moveTo>
                  <a:cubicBezTo>
                    <a:pt x="98" y="0"/>
                    <a:pt x="0" y="64"/>
                    <a:pt x="0" y="190"/>
                  </a:cubicBezTo>
                  <a:lnTo>
                    <a:pt x="0" y="2678"/>
                  </a:lnTo>
                  <a:cubicBezTo>
                    <a:pt x="0" y="2805"/>
                    <a:pt x="98" y="2868"/>
                    <a:pt x="197" y="2868"/>
                  </a:cubicBezTo>
                  <a:cubicBezTo>
                    <a:pt x="295" y="2868"/>
                    <a:pt x="394" y="2805"/>
                    <a:pt x="394" y="2678"/>
                  </a:cubicBezTo>
                  <a:lnTo>
                    <a:pt x="394" y="190"/>
                  </a:lnTo>
                  <a:cubicBezTo>
                    <a:pt x="394" y="64"/>
                    <a:pt x="295" y="0"/>
                    <a:pt x="1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8"/>
            <p:cNvSpPr/>
            <p:nvPr/>
          </p:nvSpPr>
          <p:spPr>
            <a:xfrm>
              <a:off x="8726300" y="2502525"/>
              <a:ext cx="16000" cy="63600"/>
            </a:xfrm>
            <a:custGeom>
              <a:rect b="b" l="l" r="r" t="t"/>
              <a:pathLst>
                <a:path extrusionOk="0" h="2544" w="640">
                  <a:moveTo>
                    <a:pt x="399" y="1"/>
                  </a:moveTo>
                  <a:cubicBezTo>
                    <a:pt x="321" y="1"/>
                    <a:pt x="246" y="43"/>
                    <a:pt x="222" y="142"/>
                  </a:cubicBezTo>
                  <a:cubicBezTo>
                    <a:pt x="49" y="873"/>
                    <a:pt x="1" y="1607"/>
                    <a:pt x="86" y="2355"/>
                  </a:cubicBezTo>
                  <a:cubicBezTo>
                    <a:pt x="101" y="2480"/>
                    <a:pt x="207" y="2543"/>
                    <a:pt x="306" y="2543"/>
                  </a:cubicBezTo>
                  <a:cubicBezTo>
                    <a:pt x="404" y="2543"/>
                    <a:pt x="494" y="2481"/>
                    <a:pt x="480" y="2355"/>
                  </a:cubicBezTo>
                  <a:cubicBezTo>
                    <a:pt x="400" y="1643"/>
                    <a:pt x="437" y="945"/>
                    <a:pt x="605" y="248"/>
                  </a:cubicBezTo>
                  <a:cubicBezTo>
                    <a:pt x="639" y="98"/>
                    <a:pt x="516" y="1"/>
                    <a:pt x="3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8"/>
            <p:cNvSpPr/>
            <p:nvPr/>
          </p:nvSpPr>
          <p:spPr>
            <a:xfrm>
              <a:off x="8726250" y="2490400"/>
              <a:ext cx="70100" cy="79175"/>
            </a:xfrm>
            <a:custGeom>
              <a:rect b="b" l="l" r="r" t="t"/>
              <a:pathLst>
                <a:path extrusionOk="0" h="3167" w="2804">
                  <a:moveTo>
                    <a:pt x="2612" y="0"/>
                  </a:moveTo>
                  <a:cubicBezTo>
                    <a:pt x="2513" y="0"/>
                    <a:pt x="2409" y="63"/>
                    <a:pt x="2399" y="189"/>
                  </a:cubicBezTo>
                  <a:cubicBezTo>
                    <a:pt x="2335" y="967"/>
                    <a:pt x="2272" y="1747"/>
                    <a:pt x="2208" y="2526"/>
                  </a:cubicBezTo>
                  <a:lnTo>
                    <a:pt x="2208" y="2526"/>
                  </a:lnTo>
                  <a:cubicBezTo>
                    <a:pt x="1611" y="1920"/>
                    <a:pt x="1012" y="1314"/>
                    <a:pt x="416" y="710"/>
                  </a:cubicBezTo>
                  <a:cubicBezTo>
                    <a:pt x="375" y="668"/>
                    <a:pt x="329" y="651"/>
                    <a:pt x="285" y="651"/>
                  </a:cubicBezTo>
                  <a:cubicBezTo>
                    <a:pt x="134" y="651"/>
                    <a:pt x="0" y="849"/>
                    <a:pt x="137" y="989"/>
                  </a:cubicBezTo>
                  <a:cubicBezTo>
                    <a:pt x="836" y="1695"/>
                    <a:pt x="1533" y="2402"/>
                    <a:pt x="2229" y="3109"/>
                  </a:cubicBezTo>
                  <a:cubicBezTo>
                    <a:pt x="2268" y="3149"/>
                    <a:pt x="2315" y="3167"/>
                    <a:pt x="2360" y="3167"/>
                  </a:cubicBezTo>
                  <a:cubicBezTo>
                    <a:pt x="2460" y="3167"/>
                    <a:pt x="2555" y="3082"/>
                    <a:pt x="2565" y="2969"/>
                  </a:cubicBezTo>
                  <a:cubicBezTo>
                    <a:pt x="2641" y="2042"/>
                    <a:pt x="2715" y="1115"/>
                    <a:pt x="2793" y="189"/>
                  </a:cubicBezTo>
                  <a:cubicBezTo>
                    <a:pt x="2803" y="63"/>
                    <a:pt x="2710" y="0"/>
                    <a:pt x="261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8"/>
            <p:cNvSpPr/>
            <p:nvPr/>
          </p:nvSpPr>
          <p:spPr>
            <a:xfrm>
              <a:off x="8835625" y="2469350"/>
              <a:ext cx="49200" cy="41050"/>
            </a:xfrm>
            <a:custGeom>
              <a:rect b="b" l="l" r="r" t="t"/>
              <a:pathLst>
                <a:path extrusionOk="0" h="1642" w="1968">
                  <a:moveTo>
                    <a:pt x="1197" y="0"/>
                  </a:moveTo>
                  <a:cubicBezTo>
                    <a:pt x="1152" y="0"/>
                    <a:pt x="1107" y="18"/>
                    <a:pt x="1066" y="60"/>
                  </a:cubicBezTo>
                  <a:cubicBezTo>
                    <a:pt x="738" y="408"/>
                    <a:pt x="409" y="754"/>
                    <a:pt x="83" y="1102"/>
                  </a:cubicBezTo>
                  <a:cubicBezTo>
                    <a:pt x="1" y="1188"/>
                    <a:pt x="4" y="1354"/>
                    <a:pt x="121" y="1411"/>
                  </a:cubicBezTo>
                  <a:cubicBezTo>
                    <a:pt x="432" y="1563"/>
                    <a:pt x="760" y="1642"/>
                    <a:pt x="1092" y="1642"/>
                  </a:cubicBezTo>
                  <a:cubicBezTo>
                    <a:pt x="1311" y="1642"/>
                    <a:pt x="1532" y="1607"/>
                    <a:pt x="1750" y="1537"/>
                  </a:cubicBezTo>
                  <a:cubicBezTo>
                    <a:pt x="1967" y="1467"/>
                    <a:pt x="1904" y="1147"/>
                    <a:pt x="1708" y="1147"/>
                  </a:cubicBezTo>
                  <a:cubicBezTo>
                    <a:pt x="1688" y="1147"/>
                    <a:pt x="1667" y="1151"/>
                    <a:pt x="1644" y="1158"/>
                  </a:cubicBezTo>
                  <a:cubicBezTo>
                    <a:pt x="1457" y="1218"/>
                    <a:pt x="1268" y="1249"/>
                    <a:pt x="1080" y="1249"/>
                  </a:cubicBezTo>
                  <a:cubicBezTo>
                    <a:pt x="904" y="1249"/>
                    <a:pt x="730" y="1222"/>
                    <a:pt x="559" y="1168"/>
                  </a:cubicBezTo>
                  <a:lnTo>
                    <a:pt x="559" y="1168"/>
                  </a:lnTo>
                  <a:cubicBezTo>
                    <a:pt x="820" y="892"/>
                    <a:pt x="1082" y="616"/>
                    <a:pt x="1342" y="339"/>
                  </a:cubicBezTo>
                  <a:cubicBezTo>
                    <a:pt x="1478" y="198"/>
                    <a:pt x="1345" y="0"/>
                    <a:pt x="11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8"/>
            <p:cNvSpPr/>
            <p:nvPr/>
          </p:nvSpPr>
          <p:spPr>
            <a:xfrm>
              <a:off x="8863300" y="2465200"/>
              <a:ext cx="15500" cy="71900"/>
            </a:xfrm>
            <a:custGeom>
              <a:rect b="b" l="l" r="r" t="t"/>
              <a:pathLst>
                <a:path extrusionOk="0" h="2876" w="620">
                  <a:moveTo>
                    <a:pt x="379" y="1"/>
                  </a:moveTo>
                  <a:cubicBezTo>
                    <a:pt x="302" y="1"/>
                    <a:pt x="230" y="44"/>
                    <a:pt x="211" y="143"/>
                  </a:cubicBezTo>
                  <a:cubicBezTo>
                    <a:pt x="46" y="988"/>
                    <a:pt x="1" y="1829"/>
                    <a:pt x="81" y="2687"/>
                  </a:cubicBezTo>
                  <a:cubicBezTo>
                    <a:pt x="92" y="2812"/>
                    <a:pt x="197" y="2875"/>
                    <a:pt x="295" y="2875"/>
                  </a:cubicBezTo>
                  <a:cubicBezTo>
                    <a:pt x="393" y="2875"/>
                    <a:pt x="486" y="2813"/>
                    <a:pt x="474" y="2687"/>
                  </a:cubicBezTo>
                  <a:cubicBezTo>
                    <a:pt x="397" y="1865"/>
                    <a:pt x="433" y="1056"/>
                    <a:pt x="590" y="247"/>
                  </a:cubicBezTo>
                  <a:cubicBezTo>
                    <a:pt x="620" y="98"/>
                    <a:pt x="494" y="1"/>
                    <a:pt x="3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8"/>
            <p:cNvSpPr/>
            <p:nvPr/>
          </p:nvSpPr>
          <p:spPr>
            <a:xfrm>
              <a:off x="8307200" y="2676025"/>
              <a:ext cx="51775" cy="14775"/>
            </a:xfrm>
            <a:custGeom>
              <a:rect b="b" l="l" r="r" t="t"/>
              <a:pathLst>
                <a:path extrusionOk="0" h="591" w="2071">
                  <a:moveTo>
                    <a:pt x="315" y="1"/>
                  </a:moveTo>
                  <a:cubicBezTo>
                    <a:pt x="89" y="1"/>
                    <a:pt x="0" y="349"/>
                    <a:pt x="240" y="382"/>
                  </a:cubicBezTo>
                  <a:cubicBezTo>
                    <a:pt x="736" y="451"/>
                    <a:pt x="1231" y="518"/>
                    <a:pt x="1726" y="588"/>
                  </a:cubicBezTo>
                  <a:cubicBezTo>
                    <a:pt x="1737" y="590"/>
                    <a:pt x="1748" y="590"/>
                    <a:pt x="1758" y="590"/>
                  </a:cubicBezTo>
                  <a:cubicBezTo>
                    <a:pt x="1984" y="590"/>
                    <a:pt x="2071" y="242"/>
                    <a:pt x="1832" y="209"/>
                  </a:cubicBezTo>
                  <a:cubicBezTo>
                    <a:pt x="1337" y="142"/>
                    <a:pt x="842" y="73"/>
                    <a:pt x="345" y="3"/>
                  </a:cubicBezTo>
                  <a:cubicBezTo>
                    <a:pt x="335" y="1"/>
                    <a:pt x="325" y="1"/>
                    <a:pt x="3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8"/>
            <p:cNvSpPr/>
            <p:nvPr/>
          </p:nvSpPr>
          <p:spPr>
            <a:xfrm>
              <a:off x="8308200" y="2696600"/>
              <a:ext cx="58225" cy="13825"/>
            </a:xfrm>
            <a:custGeom>
              <a:rect b="b" l="l" r="r" t="t"/>
              <a:pathLst>
                <a:path extrusionOk="0" h="553" w="2329">
                  <a:moveTo>
                    <a:pt x="232" y="1"/>
                  </a:moveTo>
                  <a:cubicBezTo>
                    <a:pt x="0" y="1"/>
                    <a:pt x="7" y="374"/>
                    <a:pt x="252" y="395"/>
                  </a:cubicBezTo>
                  <a:lnTo>
                    <a:pt x="2077" y="551"/>
                  </a:lnTo>
                  <a:cubicBezTo>
                    <a:pt x="2084" y="552"/>
                    <a:pt x="2090" y="552"/>
                    <a:pt x="2097" y="552"/>
                  </a:cubicBezTo>
                  <a:cubicBezTo>
                    <a:pt x="2329" y="552"/>
                    <a:pt x="2321" y="178"/>
                    <a:pt x="2077" y="158"/>
                  </a:cubicBezTo>
                  <a:lnTo>
                    <a:pt x="252" y="1"/>
                  </a:lnTo>
                  <a:cubicBezTo>
                    <a:pt x="245" y="1"/>
                    <a:pt x="239" y="1"/>
                    <a:pt x="23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8"/>
            <p:cNvSpPr/>
            <p:nvPr/>
          </p:nvSpPr>
          <p:spPr>
            <a:xfrm>
              <a:off x="8479825" y="2643375"/>
              <a:ext cx="65400" cy="88300"/>
            </a:xfrm>
            <a:custGeom>
              <a:rect b="b" l="l" r="r" t="t"/>
              <a:pathLst>
                <a:path extrusionOk="0" h="3532" w="2616">
                  <a:moveTo>
                    <a:pt x="937" y="0"/>
                  </a:moveTo>
                  <a:cubicBezTo>
                    <a:pt x="697" y="0"/>
                    <a:pt x="455" y="15"/>
                    <a:pt x="210" y="46"/>
                  </a:cubicBezTo>
                  <a:cubicBezTo>
                    <a:pt x="114" y="59"/>
                    <a:pt x="1" y="126"/>
                    <a:pt x="14" y="242"/>
                  </a:cubicBezTo>
                  <a:cubicBezTo>
                    <a:pt x="72" y="769"/>
                    <a:pt x="132" y="1294"/>
                    <a:pt x="192" y="1821"/>
                  </a:cubicBezTo>
                  <a:cubicBezTo>
                    <a:pt x="205" y="1925"/>
                    <a:pt x="279" y="2019"/>
                    <a:pt x="383" y="2019"/>
                  </a:cubicBezTo>
                  <a:cubicBezTo>
                    <a:pt x="401" y="2019"/>
                    <a:pt x="420" y="2016"/>
                    <a:pt x="440" y="2010"/>
                  </a:cubicBezTo>
                  <a:cubicBezTo>
                    <a:pt x="669" y="1941"/>
                    <a:pt x="908" y="1863"/>
                    <a:pt x="1137" y="1863"/>
                  </a:cubicBezTo>
                  <a:cubicBezTo>
                    <a:pt x="1309" y="1863"/>
                    <a:pt x="1475" y="1906"/>
                    <a:pt x="1628" y="2029"/>
                  </a:cubicBezTo>
                  <a:cubicBezTo>
                    <a:pt x="2115" y="2422"/>
                    <a:pt x="1847" y="3146"/>
                    <a:pt x="1243" y="3146"/>
                  </a:cubicBezTo>
                  <a:cubicBezTo>
                    <a:pt x="1198" y="3146"/>
                    <a:pt x="1151" y="3142"/>
                    <a:pt x="1103" y="3134"/>
                  </a:cubicBezTo>
                  <a:cubicBezTo>
                    <a:pt x="1090" y="3132"/>
                    <a:pt x="1077" y="3131"/>
                    <a:pt x="1064" y="3131"/>
                  </a:cubicBezTo>
                  <a:cubicBezTo>
                    <a:pt x="844" y="3131"/>
                    <a:pt x="761" y="3473"/>
                    <a:pt x="997" y="3513"/>
                  </a:cubicBezTo>
                  <a:cubicBezTo>
                    <a:pt x="1068" y="3526"/>
                    <a:pt x="1140" y="3532"/>
                    <a:pt x="1210" y="3532"/>
                  </a:cubicBezTo>
                  <a:cubicBezTo>
                    <a:pt x="1849" y="3532"/>
                    <a:pt x="2422" y="3039"/>
                    <a:pt x="2294" y="2337"/>
                  </a:cubicBezTo>
                  <a:cubicBezTo>
                    <a:pt x="2177" y="1694"/>
                    <a:pt x="1699" y="1492"/>
                    <a:pt x="1173" y="1492"/>
                  </a:cubicBezTo>
                  <a:cubicBezTo>
                    <a:pt x="969" y="1492"/>
                    <a:pt x="758" y="1523"/>
                    <a:pt x="558" y="1570"/>
                  </a:cubicBezTo>
                  <a:lnTo>
                    <a:pt x="558" y="1570"/>
                  </a:lnTo>
                  <a:cubicBezTo>
                    <a:pt x="514" y="1185"/>
                    <a:pt x="470" y="800"/>
                    <a:pt x="427" y="415"/>
                  </a:cubicBezTo>
                  <a:lnTo>
                    <a:pt x="427" y="415"/>
                  </a:lnTo>
                  <a:cubicBezTo>
                    <a:pt x="595" y="399"/>
                    <a:pt x="762" y="392"/>
                    <a:pt x="929" y="392"/>
                  </a:cubicBezTo>
                  <a:cubicBezTo>
                    <a:pt x="1382" y="392"/>
                    <a:pt x="1830" y="449"/>
                    <a:pt x="2282" y="564"/>
                  </a:cubicBezTo>
                  <a:cubicBezTo>
                    <a:pt x="2302" y="569"/>
                    <a:pt x="2320" y="572"/>
                    <a:pt x="2337" y="572"/>
                  </a:cubicBezTo>
                  <a:cubicBezTo>
                    <a:pt x="2543" y="572"/>
                    <a:pt x="2615" y="245"/>
                    <a:pt x="2387" y="186"/>
                  </a:cubicBezTo>
                  <a:cubicBezTo>
                    <a:pt x="1905" y="63"/>
                    <a:pt x="1425" y="0"/>
                    <a:pt x="93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8"/>
            <p:cNvSpPr/>
            <p:nvPr/>
          </p:nvSpPr>
          <p:spPr>
            <a:xfrm>
              <a:off x="8556325" y="2639275"/>
              <a:ext cx="48100" cy="92200"/>
            </a:xfrm>
            <a:custGeom>
              <a:rect b="b" l="l" r="r" t="t"/>
              <a:pathLst>
                <a:path extrusionOk="0" h="3688" w="1924">
                  <a:moveTo>
                    <a:pt x="1246" y="1"/>
                  </a:moveTo>
                  <a:cubicBezTo>
                    <a:pt x="900" y="1"/>
                    <a:pt x="563" y="54"/>
                    <a:pt x="217" y="169"/>
                  </a:cubicBezTo>
                  <a:cubicBezTo>
                    <a:pt x="1" y="241"/>
                    <a:pt x="65" y="560"/>
                    <a:pt x="258" y="560"/>
                  </a:cubicBezTo>
                  <a:cubicBezTo>
                    <a:pt x="278" y="560"/>
                    <a:pt x="300" y="557"/>
                    <a:pt x="322" y="549"/>
                  </a:cubicBezTo>
                  <a:cubicBezTo>
                    <a:pt x="637" y="446"/>
                    <a:pt x="944" y="391"/>
                    <a:pt x="1261" y="391"/>
                  </a:cubicBezTo>
                  <a:cubicBezTo>
                    <a:pt x="1317" y="391"/>
                    <a:pt x="1373" y="393"/>
                    <a:pt x="1429" y="396"/>
                  </a:cubicBezTo>
                  <a:lnTo>
                    <a:pt x="1429" y="396"/>
                  </a:lnTo>
                  <a:cubicBezTo>
                    <a:pt x="1014" y="1394"/>
                    <a:pt x="649" y="2408"/>
                    <a:pt x="341" y="3445"/>
                  </a:cubicBezTo>
                  <a:cubicBezTo>
                    <a:pt x="297" y="3592"/>
                    <a:pt x="417" y="3688"/>
                    <a:pt x="536" y="3688"/>
                  </a:cubicBezTo>
                  <a:cubicBezTo>
                    <a:pt x="614" y="3688"/>
                    <a:pt x="691" y="3646"/>
                    <a:pt x="720" y="3550"/>
                  </a:cubicBezTo>
                  <a:cubicBezTo>
                    <a:pt x="1048" y="2455"/>
                    <a:pt x="1434" y="1380"/>
                    <a:pt x="1881" y="328"/>
                  </a:cubicBezTo>
                  <a:cubicBezTo>
                    <a:pt x="1924" y="227"/>
                    <a:pt x="1904" y="57"/>
                    <a:pt x="1763" y="38"/>
                  </a:cubicBezTo>
                  <a:cubicBezTo>
                    <a:pt x="1587" y="13"/>
                    <a:pt x="1415" y="1"/>
                    <a:pt x="12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8"/>
            <p:cNvSpPr/>
            <p:nvPr/>
          </p:nvSpPr>
          <p:spPr>
            <a:xfrm>
              <a:off x="8606725" y="2701525"/>
              <a:ext cx="20675" cy="26575"/>
            </a:xfrm>
            <a:custGeom>
              <a:rect b="b" l="l" r="r" t="t"/>
              <a:pathLst>
                <a:path extrusionOk="0" h="1063" w="827">
                  <a:moveTo>
                    <a:pt x="559" y="0"/>
                  </a:moveTo>
                  <a:cubicBezTo>
                    <a:pt x="501" y="0"/>
                    <a:pt x="444" y="29"/>
                    <a:pt x="409" y="99"/>
                  </a:cubicBezTo>
                  <a:cubicBezTo>
                    <a:pt x="297" y="321"/>
                    <a:pt x="187" y="542"/>
                    <a:pt x="78" y="764"/>
                  </a:cubicBezTo>
                  <a:cubicBezTo>
                    <a:pt x="0" y="919"/>
                    <a:pt x="138" y="1062"/>
                    <a:pt x="267" y="1062"/>
                  </a:cubicBezTo>
                  <a:cubicBezTo>
                    <a:pt x="326" y="1062"/>
                    <a:pt x="383" y="1033"/>
                    <a:pt x="417" y="963"/>
                  </a:cubicBezTo>
                  <a:cubicBezTo>
                    <a:pt x="529" y="741"/>
                    <a:pt x="639" y="520"/>
                    <a:pt x="750" y="298"/>
                  </a:cubicBezTo>
                  <a:cubicBezTo>
                    <a:pt x="827" y="143"/>
                    <a:pt x="689" y="0"/>
                    <a:pt x="5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8"/>
            <p:cNvSpPr/>
            <p:nvPr/>
          </p:nvSpPr>
          <p:spPr>
            <a:xfrm>
              <a:off x="8635950" y="2642925"/>
              <a:ext cx="49500" cy="93425"/>
            </a:xfrm>
            <a:custGeom>
              <a:rect b="b" l="l" r="r" t="t"/>
              <a:pathLst>
                <a:path extrusionOk="0" h="3737" w="1980">
                  <a:moveTo>
                    <a:pt x="929" y="0"/>
                  </a:moveTo>
                  <a:cubicBezTo>
                    <a:pt x="682" y="0"/>
                    <a:pt x="429" y="48"/>
                    <a:pt x="225" y="101"/>
                  </a:cubicBezTo>
                  <a:cubicBezTo>
                    <a:pt x="0" y="158"/>
                    <a:pt x="71" y="487"/>
                    <a:pt x="275" y="487"/>
                  </a:cubicBezTo>
                  <a:cubicBezTo>
                    <a:pt x="292" y="487"/>
                    <a:pt x="310" y="484"/>
                    <a:pt x="329" y="479"/>
                  </a:cubicBezTo>
                  <a:cubicBezTo>
                    <a:pt x="479" y="440"/>
                    <a:pt x="719" y="372"/>
                    <a:pt x="923" y="372"/>
                  </a:cubicBezTo>
                  <a:cubicBezTo>
                    <a:pt x="1008" y="372"/>
                    <a:pt x="1088" y="384"/>
                    <a:pt x="1152" y="415"/>
                  </a:cubicBezTo>
                  <a:cubicBezTo>
                    <a:pt x="1653" y="657"/>
                    <a:pt x="1389" y="1262"/>
                    <a:pt x="1310" y="1617"/>
                  </a:cubicBezTo>
                  <a:lnTo>
                    <a:pt x="892" y="3491"/>
                  </a:lnTo>
                  <a:cubicBezTo>
                    <a:pt x="858" y="3640"/>
                    <a:pt x="982" y="3737"/>
                    <a:pt x="1099" y="3737"/>
                  </a:cubicBezTo>
                  <a:cubicBezTo>
                    <a:pt x="1176" y="3737"/>
                    <a:pt x="1249" y="3694"/>
                    <a:pt x="1271" y="3596"/>
                  </a:cubicBezTo>
                  <a:lnTo>
                    <a:pt x="1716" y="1599"/>
                  </a:lnTo>
                  <a:cubicBezTo>
                    <a:pt x="1795" y="1251"/>
                    <a:pt x="1980" y="796"/>
                    <a:pt x="1808" y="444"/>
                  </a:cubicBezTo>
                  <a:cubicBezTo>
                    <a:pt x="1641" y="103"/>
                    <a:pt x="1291" y="0"/>
                    <a:pt x="92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8"/>
            <p:cNvSpPr/>
            <p:nvPr/>
          </p:nvSpPr>
          <p:spPr>
            <a:xfrm>
              <a:off x="8695075" y="2643125"/>
              <a:ext cx="61700" cy="89750"/>
            </a:xfrm>
            <a:custGeom>
              <a:rect b="b" l="l" r="r" t="t"/>
              <a:pathLst>
                <a:path extrusionOk="0" h="3590" w="2468">
                  <a:moveTo>
                    <a:pt x="1528" y="0"/>
                  </a:moveTo>
                  <a:cubicBezTo>
                    <a:pt x="900" y="0"/>
                    <a:pt x="271" y="447"/>
                    <a:pt x="269" y="1140"/>
                  </a:cubicBezTo>
                  <a:cubicBezTo>
                    <a:pt x="268" y="1835"/>
                    <a:pt x="899" y="2285"/>
                    <a:pt x="1530" y="2285"/>
                  </a:cubicBezTo>
                  <a:cubicBezTo>
                    <a:pt x="1629" y="2285"/>
                    <a:pt x="1729" y="2273"/>
                    <a:pt x="1825" y="2250"/>
                  </a:cubicBezTo>
                  <a:lnTo>
                    <a:pt x="1825" y="2250"/>
                  </a:lnTo>
                  <a:cubicBezTo>
                    <a:pt x="1893" y="2787"/>
                    <a:pt x="1493" y="3212"/>
                    <a:pt x="1022" y="3212"/>
                  </a:cubicBezTo>
                  <a:cubicBezTo>
                    <a:pt x="827" y="3212"/>
                    <a:pt x="620" y="3139"/>
                    <a:pt x="429" y="2971"/>
                  </a:cubicBezTo>
                  <a:cubicBezTo>
                    <a:pt x="388" y="2935"/>
                    <a:pt x="343" y="2920"/>
                    <a:pt x="299" y="2920"/>
                  </a:cubicBezTo>
                  <a:cubicBezTo>
                    <a:pt x="140" y="2920"/>
                    <a:pt x="1" y="3119"/>
                    <a:pt x="150" y="3250"/>
                  </a:cubicBezTo>
                  <a:cubicBezTo>
                    <a:pt x="418" y="3486"/>
                    <a:pt x="722" y="3590"/>
                    <a:pt x="1013" y="3590"/>
                  </a:cubicBezTo>
                  <a:cubicBezTo>
                    <a:pt x="1785" y="3590"/>
                    <a:pt x="2468" y="2860"/>
                    <a:pt x="2157" y="1942"/>
                  </a:cubicBezTo>
                  <a:cubicBezTo>
                    <a:pt x="2126" y="1851"/>
                    <a:pt x="2052" y="1800"/>
                    <a:pt x="1968" y="1800"/>
                  </a:cubicBezTo>
                  <a:cubicBezTo>
                    <a:pt x="1935" y="1800"/>
                    <a:pt x="1901" y="1808"/>
                    <a:pt x="1868" y="1824"/>
                  </a:cubicBezTo>
                  <a:cubicBezTo>
                    <a:pt x="1762" y="1876"/>
                    <a:pt x="1644" y="1900"/>
                    <a:pt x="1524" y="1900"/>
                  </a:cubicBezTo>
                  <a:cubicBezTo>
                    <a:pt x="1102" y="1900"/>
                    <a:pt x="660" y="1599"/>
                    <a:pt x="661" y="1140"/>
                  </a:cubicBezTo>
                  <a:cubicBezTo>
                    <a:pt x="662" y="684"/>
                    <a:pt x="1102" y="387"/>
                    <a:pt x="1522" y="387"/>
                  </a:cubicBezTo>
                  <a:cubicBezTo>
                    <a:pt x="1644" y="387"/>
                    <a:pt x="1764" y="411"/>
                    <a:pt x="1871" y="464"/>
                  </a:cubicBezTo>
                  <a:cubicBezTo>
                    <a:pt x="1903" y="480"/>
                    <a:pt x="1934" y="487"/>
                    <a:pt x="1963" y="487"/>
                  </a:cubicBezTo>
                  <a:cubicBezTo>
                    <a:pt x="2146" y="487"/>
                    <a:pt x="2267" y="221"/>
                    <a:pt x="2071" y="123"/>
                  </a:cubicBezTo>
                  <a:cubicBezTo>
                    <a:pt x="1901" y="40"/>
                    <a:pt x="1715" y="0"/>
                    <a:pt x="152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3" name="Google Shape;5713;p68"/>
          <p:cNvGrpSpPr/>
          <p:nvPr/>
        </p:nvGrpSpPr>
        <p:grpSpPr>
          <a:xfrm>
            <a:off x="340400" y="2027350"/>
            <a:ext cx="373125" cy="345125"/>
            <a:chOff x="340400" y="2027350"/>
            <a:chExt cx="373125" cy="345125"/>
          </a:xfrm>
        </p:grpSpPr>
        <p:sp>
          <p:nvSpPr>
            <p:cNvPr id="5714" name="Google Shape;5714;p68"/>
            <p:cNvSpPr/>
            <p:nvPr/>
          </p:nvSpPr>
          <p:spPr>
            <a:xfrm>
              <a:off x="340400" y="2031750"/>
              <a:ext cx="348950" cy="339000"/>
            </a:xfrm>
            <a:custGeom>
              <a:rect b="b" l="l" r="r" t="t"/>
              <a:pathLst>
                <a:path extrusionOk="0" h="13560" w="13958">
                  <a:moveTo>
                    <a:pt x="6643" y="0"/>
                  </a:moveTo>
                  <a:lnTo>
                    <a:pt x="4775" y="4514"/>
                  </a:lnTo>
                  <a:lnTo>
                    <a:pt x="0" y="5533"/>
                  </a:lnTo>
                  <a:lnTo>
                    <a:pt x="3714" y="8705"/>
                  </a:lnTo>
                  <a:lnTo>
                    <a:pt x="3207" y="13560"/>
                  </a:lnTo>
                  <a:lnTo>
                    <a:pt x="3207" y="13560"/>
                  </a:lnTo>
                  <a:lnTo>
                    <a:pt x="7370" y="11008"/>
                  </a:lnTo>
                  <a:lnTo>
                    <a:pt x="11834" y="12991"/>
                  </a:lnTo>
                  <a:lnTo>
                    <a:pt x="10692" y="8242"/>
                  </a:lnTo>
                  <a:lnTo>
                    <a:pt x="13957" y="4611"/>
                  </a:lnTo>
                  <a:lnTo>
                    <a:pt x="9088" y="4228"/>
                  </a:lnTo>
                  <a:lnTo>
                    <a:pt x="664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8"/>
            <p:cNvSpPr/>
            <p:nvPr/>
          </p:nvSpPr>
          <p:spPr>
            <a:xfrm>
              <a:off x="358050" y="2027350"/>
              <a:ext cx="355475" cy="345125"/>
            </a:xfrm>
            <a:custGeom>
              <a:rect b="b" l="l" r="r" t="t"/>
              <a:pathLst>
                <a:path extrusionOk="0" h="13805" w="14219">
                  <a:moveTo>
                    <a:pt x="6786" y="398"/>
                  </a:moveTo>
                  <a:lnTo>
                    <a:pt x="9108" y="4411"/>
                  </a:lnTo>
                  <a:cubicBezTo>
                    <a:pt x="9128" y="4447"/>
                    <a:pt x="9165" y="4469"/>
                    <a:pt x="9203" y="4473"/>
                  </a:cubicBezTo>
                  <a:lnTo>
                    <a:pt x="13825" y="4834"/>
                  </a:lnTo>
                  <a:lnTo>
                    <a:pt x="10728" y="8282"/>
                  </a:lnTo>
                  <a:cubicBezTo>
                    <a:pt x="10699" y="8312"/>
                    <a:pt x="10689" y="8354"/>
                    <a:pt x="10699" y="8392"/>
                  </a:cubicBezTo>
                  <a:lnTo>
                    <a:pt x="11782" y="12900"/>
                  </a:lnTo>
                  <a:lnTo>
                    <a:pt x="7546" y="11018"/>
                  </a:lnTo>
                  <a:cubicBezTo>
                    <a:pt x="7530" y="11011"/>
                    <a:pt x="7513" y="11008"/>
                    <a:pt x="7496" y="11008"/>
                  </a:cubicBezTo>
                  <a:cubicBezTo>
                    <a:pt x="7474" y="11008"/>
                    <a:pt x="7453" y="11013"/>
                    <a:pt x="7434" y="11025"/>
                  </a:cubicBezTo>
                  <a:lnTo>
                    <a:pt x="3481" y="13449"/>
                  </a:lnTo>
                  <a:lnTo>
                    <a:pt x="3481" y="13449"/>
                  </a:lnTo>
                  <a:lnTo>
                    <a:pt x="3962" y="8838"/>
                  </a:lnTo>
                  <a:cubicBezTo>
                    <a:pt x="3965" y="8798"/>
                    <a:pt x="3949" y="8756"/>
                    <a:pt x="3919" y="8732"/>
                  </a:cubicBezTo>
                  <a:lnTo>
                    <a:pt x="393" y="5720"/>
                  </a:lnTo>
                  <a:lnTo>
                    <a:pt x="4924" y="4754"/>
                  </a:lnTo>
                  <a:cubicBezTo>
                    <a:pt x="4964" y="4746"/>
                    <a:pt x="4995" y="4719"/>
                    <a:pt x="5012" y="4681"/>
                  </a:cubicBezTo>
                  <a:lnTo>
                    <a:pt x="6786" y="398"/>
                  </a:lnTo>
                  <a:close/>
                  <a:moveTo>
                    <a:pt x="6777" y="0"/>
                  </a:moveTo>
                  <a:cubicBezTo>
                    <a:pt x="6773" y="0"/>
                    <a:pt x="6769" y="0"/>
                    <a:pt x="6766" y="1"/>
                  </a:cubicBezTo>
                  <a:cubicBezTo>
                    <a:pt x="6720" y="3"/>
                    <a:pt x="6678" y="32"/>
                    <a:pt x="6660" y="75"/>
                  </a:cubicBezTo>
                  <a:lnTo>
                    <a:pt x="4817" y="4527"/>
                  </a:lnTo>
                  <a:lnTo>
                    <a:pt x="104" y="5533"/>
                  </a:lnTo>
                  <a:cubicBezTo>
                    <a:pt x="59" y="5542"/>
                    <a:pt x="22" y="5577"/>
                    <a:pt x="12" y="5623"/>
                  </a:cubicBezTo>
                  <a:cubicBezTo>
                    <a:pt x="0" y="5669"/>
                    <a:pt x="14" y="5716"/>
                    <a:pt x="50" y="5746"/>
                  </a:cubicBezTo>
                  <a:lnTo>
                    <a:pt x="3715" y="8875"/>
                  </a:lnTo>
                  <a:lnTo>
                    <a:pt x="3215" y="13669"/>
                  </a:lnTo>
                  <a:cubicBezTo>
                    <a:pt x="3209" y="13714"/>
                    <a:pt x="3231" y="13760"/>
                    <a:pt x="3271" y="13784"/>
                  </a:cubicBezTo>
                  <a:cubicBezTo>
                    <a:pt x="3291" y="13797"/>
                    <a:pt x="3311" y="13804"/>
                    <a:pt x="3335" y="13804"/>
                  </a:cubicBezTo>
                  <a:cubicBezTo>
                    <a:pt x="3356" y="13804"/>
                    <a:pt x="3378" y="13797"/>
                    <a:pt x="3399" y="13784"/>
                  </a:cubicBezTo>
                  <a:lnTo>
                    <a:pt x="7507" y="11267"/>
                  </a:lnTo>
                  <a:lnTo>
                    <a:pt x="11914" y="13224"/>
                  </a:lnTo>
                  <a:cubicBezTo>
                    <a:pt x="11929" y="13231"/>
                    <a:pt x="11945" y="13234"/>
                    <a:pt x="11961" y="13234"/>
                  </a:cubicBezTo>
                  <a:cubicBezTo>
                    <a:pt x="11989" y="13234"/>
                    <a:pt x="12017" y="13225"/>
                    <a:pt x="12039" y="13206"/>
                  </a:cubicBezTo>
                  <a:cubicBezTo>
                    <a:pt x="12075" y="13177"/>
                    <a:pt x="12092" y="13129"/>
                    <a:pt x="12081" y="13084"/>
                  </a:cubicBezTo>
                  <a:lnTo>
                    <a:pt x="10956" y="8398"/>
                  </a:lnTo>
                  <a:lnTo>
                    <a:pt x="14178" y="4813"/>
                  </a:lnTo>
                  <a:cubicBezTo>
                    <a:pt x="14210" y="4780"/>
                    <a:pt x="14218" y="4730"/>
                    <a:pt x="14201" y="4687"/>
                  </a:cubicBezTo>
                  <a:cubicBezTo>
                    <a:pt x="14183" y="4644"/>
                    <a:pt x="14144" y="4613"/>
                    <a:pt x="14097" y="4610"/>
                  </a:cubicBezTo>
                  <a:lnTo>
                    <a:pt x="9293" y="4233"/>
                  </a:lnTo>
                  <a:lnTo>
                    <a:pt x="6880" y="61"/>
                  </a:lnTo>
                  <a:cubicBezTo>
                    <a:pt x="6859" y="25"/>
                    <a:pt x="6823" y="0"/>
                    <a:pt x="677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6" name="Google Shape;5716;p68"/>
          <p:cNvGrpSpPr/>
          <p:nvPr/>
        </p:nvGrpSpPr>
        <p:grpSpPr>
          <a:xfrm>
            <a:off x="8337675" y="3171275"/>
            <a:ext cx="373125" cy="345125"/>
            <a:chOff x="8185275" y="3018875"/>
            <a:chExt cx="373125" cy="345125"/>
          </a:xfrm>
        </p:grpSpPr>
        <p:sp>
          <p:nvSpPr>
            <p:cNvPr id="5717" name="Google Shape;5717;p68"/>
            <p:cNvSpPr/>
            <p:nvPr/>
          </p:nvSpPr>
          <p:spPr>
            <a:xfrm>
              <a:off x="8185275" y="3023275"/>
              <a:ext cx="348950" cy="339000"/>
            </a:xfrm>
            <a:custGeom>
              <a:rect b="b" l="l" r="r" t="t"/>
              <a:pathLst>
                <a:path extrusionOk="0" h="13560" w="13958">
                  <a:moveTo>
                    <a:pt x="6643" y="0"/>
                  </a:moveTo>
                  <a:lnTo>
                    <a:pt x="4775" y="4514"/>
                  </a:lnTo>
                  <a:lnTo>
                    <a:pt x="0" y="5533"/>
                  </a:lnTo>
                  <a:lnTo>
                    <a:pt x="3714" y="8705"/>
                  </a:lnTo>
                  <a:lnTo>
                    <a:pt x="3207" y="13560"/>
                  </a:lnTo>
                  <a:lnTo>
                    <a:pt x="3207" y="13560"/>
                  </a:lnTo>
                  <a:lnTo>
                    <a:pt x="7370" y="11008"/>
                  </a:lnTo>
                  <a:lnTo>
                    <a:pt x="11834" y="12991"/>
                  </a:lnTo>
                  <a:lnTo>
                    <a:pt x="10692" y="8242"/>
                  </a:lnTo>
                  <a:lnTo>
                    <a:pt x="13957" y="4611"/>
                  </a:lnTo>
                  <a:lnTo>
                    <a:pt x="9088" y="4228"/>
                  </a:lnTo>
                  <a:lnTo>
                    <a:pt x="664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8"/>
            <p:cNvSpPr/>
            <p:nvPr/>
          </p:nvSpPr>
          <p:spPr>
            <a:xfrm>
              <a:off x="8202925" y="3018875"/>
              <a:ext cx="355475" cy="345125"/>
            </a:xfrm>
            <a:custGeom>
              <a:rect b="b" l="l" r="r" t="t"/>
              <a:pathLst>
                <a:path extrusionOk="0" h="13805" w="14219">
                  <a:moveTo>
                    <a:pt x="6786" y="398"/>
                  </a:moveTo>
                  <a:lnTo>
                    <a:pt x="9108" y="4411"/>
                  </a:lnTo>
                  <a:cubicBezTo>
                    <a:pt x="9128" y="4447"/>
                    <a:pt x="9165" y="4469"/>
                    <a:pt x="9203" y="4473"/>
                  </a:cubicBezTo>
                  <a:lnTo>
                    <a:pt x="13825" y="4834"/>
                  </a:lnTo>
                  <a:lnTo>
                    <a:pt x="10728" y="8282"/>
                  </a:lnTo>
                  <a:cubicBezTo>
                    <a:pt x="10699" y="8312"/>
                    <a:pt x="10689" y="8354"/>
                    <a:pt x="10699" y="8392"/>
                  </a:cubicBezTo>
                  <a:lnTo>
                    <a:pt x="11782" y="12900"/>
                  </a:lnTo>
                  <a:lnTo>
                    <a:pt x="7546" y="11018"/>
                  </a:lnTo>
                  <a:cubicBezTo>
                    <a:pt x="7530" y="11011"/>
                    <a:pt x="7513" y="11008"/>
                    <a:pt x="7496" y="11008"/>
                  </a:cubicBezTo>
                  <a:cubicBezTo>
                    <a:pt x="7474" y="11008"/>
                    <a:pt x="7453" y="11013"/>
                    <a:pt x="7434" y="11025"/>
                  </a:cubicBezTo>
                  <a:lnTo>
                    <a:pt x="3481" y="13449"/>
                  </a:lnTo>
                  <a:lnTo>
                    <a:pt x="3481" y="13449"/>
                  </a:lnTo>
                  <a:lnTo>
                    <a:pt x="3962" y="8838"/>
                  </a:lnTo>
                  <a:cubicBezTo>
                    <a:pt x="3965" y="8798"/>
                    <a:pt x="3949" y="8756"/>
                    <a:pt x="3919" y="8732"/>
                  </a:cubicBezTo>
                  <a:lnTo>
                    <a:pt x="393" y="5720"/>
                  </a:lnTo>
                  <a:lnTo>
                    <a:pt x="4924" y="4754"/>
                  </a:lnTo>
                  <a:cubicBezTo>
                    <a:pt x="4964" y="4746"/>
                    <a:pt x="4995" y="4719"/>
                    <a:pt x="5012" y="4681"/>
                  </a:cubicBezTo>
                  <a:lnTo>
                    <a:pt x="6786" y="398"/>
                  </a:lnTo>
                  <a:close/>
                  <a:moveTo>
                    <a:pt x="6777" y="0"/>
                  </a:moveTo>
                  <a:cubicBezTo>
                    <a:pt x="6773" y="0"/>
                    <a:pt x="6769" y="0"/>
                    <a:pt x="6766" y="1"/>
                  </a:cubicBezTo>
                  <a:cubicBezTo>
                    <a:pt x="6720" y="3"/>
                    <a:pt x="6678" y="32"/>
                    <a:pt x="6660" y="75"/>
                  </a:cubicBezTo>
                  <a:lnTo>
                    <a:pt x="4817" y="4527"/>
                  </a:lnTo>
                  <a:lnTo>
                    <a:pt x="104" y="5533"/>
                  </a:lnTo>
                  <a:cubicBezTo>
                    <a:pt x="59" y="5542"/>
                    <a:pt x="22" y="5577"/>
                    <a:pt x="12" y="5623"/>
                  </a:cubicBezTo>
                  <a:cubicBezTo>
                    <a:pt x="0" y="5669"/>
                    <a:pt x="14" y="5716"/>
                    <a:pt x="50" y="5746"/>
                  </a:cubicBezTo>
                  <a:lnTo>
                    <a:pt x="3715" y="8875"/>
                  </a:lnTo>
                  <a:lnTo>
                    <a:pt x="3215" y="13669"/>
                  </a:lnTo>
                  <a:cubicBezTo>
                    <a:pt x="3209" y="13714"/>
                    <a:pt x="3231" y="13760"/>
                    <a:pt x="3271" y="13784"/>
                  </a:cubicBezTo>
                  <a:cubicBezTo>
                    <a:pt x="3291" y="13797"/>
                    <a:pt x="3311" y="13804"/>
                    <a:pt x="3335" y="13804"/>
                  </a:cubicBezTo>
                  <a:cubicBezTo>
                    <a:pt x="3356" y="13804"/>
                    <a:pt x="3378" y="13797"/>
                    <a:pt x="3399" y="13784"/>
                  </a:cubicBezTo>
                  <a:lnTo>
                    <a:pt x="7507" y="11267"/>
                  </a:lnTo>
                  <a:lnTo>
                    <a:pt x="11914" y="13224"/>
                  </a:lnTo>
                  <a:cubicBezTo>
                    <a:pt x="11929" y="13231"/>
                    <a:pt x="11945" y="13234"/>
                    <a:pt x="11961" y="13234"/>
                  </a:cubicBezTo>
                  <a:cubicBezTo>
                    <a:pt x="11989" y="13234"/>
                    <a:pt x="12017" y="13225"/>
                    <a:pt x="12039" y="13206"/>
                  </a:cubicBezTo>
                  <a:cubicBezTo>
                    <a:pt x="12075" y="13177"/>
                    <a:pt x="12092" y="13129"/>
                    <a:pt x="12081" y="13084"/>
                  </a:cubicBezTo>
                  <a:lnTo>
                    <a:pt x="10956" y="8398"/>
                  </a:lnTo>
                  <a:lnTo>
                    <a:pt x="14178" y="4813"/>
                  </a:lnTo>
                  <a:cubicBezTo>
                    <a:pt x="14210" y="4780"/>
                    <a:pt x="14218" y="4730"/>
                    <a:pt x="14201" y="4687"/>
                  </a:cubicBezTo>
                  <a:cubicBezTo>
                    <a:pt x="14183" y="4644"/>
                    <a:pt x="14144" y="4613"/>
                    <a:pt x="14097" y="4610"/>
                  </a:cubicBezTo>
                  <a:lnTo>
                    <a:pt x="9293" y="4233"/>
                  </a:lnTo>
                  <a:lnTo>
                    <a:pt x="6880" y="61"/>
                  </a:lnTo>
                  <a:cubicBezTo>
                    <a:pt x="6859" y="25"/>
                    <a:pt x="6823" y="0"/>
                    <a:pt x="6777" y="0"/>
                  </a:cubicBezTo>
                  <a:close/>
                </a:path>
              </a:pathLst>
            </a:custGeom>
            <a:solidFill>
              <a:srgbClr val="010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22" name="Shape 5722"/>
        <p:cNvGrpSpPr/>
        <p:nvPr/>
      </p:nvGrpSpPr>
      <p:grpSpPr>
        <a:xfrm>
          <a:off x="0" y="0"/>
          <a:ext cx="0" cy="0"/>
          <a:chOff x="0" y="0"/>
          <a:chExt cx="0" cy="0"/>
        </a:xfrm>
      </p:grpSpPr>
      <p:grpSp>
        <p:nvGrpSpPr>
          <p:cNvPr id="5723" name="Google Shape;5723;p69"/>
          <p:cNvGrpSpPr/>
          <p:nvPr/>
        </p:nvGrpSpPr>
        <p:grpSpPr>
          <a:xfrm>
            <a:off x="7912250" y="4016588"/>
            <a:ext cx="430725" cy="576325"/>
            <a:chOff x="7912250" y="4016588"/>
            <a:chExt cx="430725" cy="576325"/>
          </a:xfrm>
        </p:grpSpPr>
        <p:sp>
          <p:nvSpPr>
            <p:cNvPr id="5724" name="Google Shape;5724;p69"/>
            <p:cNvSpPr/>
            <p:nvPr/>
          </p:nvSpPr>
          <p:spPr>
            <a:xfrm>
              <a:off x="7933475" y="4025688"/>
              <a:ext cx="388200" cy="169875"/>
            </a:xfrm>
            <a:custGeom>
              <a:rect b="b" l="l" r="r" t="t"/>
              <a:pathLst>
                <a:path extrusionOk="0" h="6795" w="15528">
                  <a:moveTo>
                    <a:pt x="971" y="1"/>
                  </a:moveTo>
                  <a:cubicBezTo>
                    <a:pt x="435" y="1"/>
                    <a:pt x="0" y="434"/>
                    <a:pt x="0" y="971"/>
                  </a:cubicBezTo>
                  <a:lnTo>
                    <a:pt x="0" y="2428"/>
                  </a:lnTo>
                  <a:lnTo>
                    <a:pt x="0" y="5648"/>
                  </a:lnTo>
                  <a:lnTo>
                    <a:pt x="0" y="6795"/>
                  </a:lnTo>
                  <a:lnTo>
                    <a:pt x="3881" y="6795"/>
                  </a:lnTo>
                  <a:lnTo>
                    <a:pt x="3881" y="2937"/>
                  </a:lnTo>
                  <a:lnTo>
                    <a:pt x="3881" y="2428"/>
                  </a:lnTo>
                  <a:lnTo>
                    <a:pt x="3881" y="971"/>
                  </a:lnTo>
                  <a:cubicBezTo>
                    <a:pt x="3881" y="435"/>
                    <a:pt x="3446" y="1"/>
                    <a:pt x="2912" y="1"/>
                  </a:cubicBezTo>
                  <a:close/>
                  <a:moveTo>
                    <a:pt x="12617" y="1"/>
                  </a:moveTo>
                  <a:cubicBezTo>
                    <a:pt x="12079" y="1"/>
                    <a:pt x="11646" y="435"/>
                    <a:pt x="11646" y="971"/>
                  </a:cubicBezTo>
                  <a:lnTo>
                    <a:pt x="11646" y="2428"/>
                  </a:lnTo>
                  <a:lnTo>
                    <a:pt x="11646" y="2937"/>
                  </a:lnTo>
                  <a:lnTo>
                    <a:pt x="11646" y="6795"/>
                  </a:lnTo>
                  <a:lnTo>
                    <a:pt x="15527" y="6795"/>
                  </a:lnTo>
                  <a:lnTo>
                    <a:pt x="15527" y="5648"/>
                  </a:lnTo>
                  <a:lnTo>
                    <a:pt x="15527" y="2428"/>
                  </a:lnTo>
                  <a:lnTo>
                    <a:pt x="15527" y="971"/>
                  </a:lnTo>
                  <a:cubicBezTo>
                    <a:pt x="15527" y="435"/>
                    <a:pt x="15094" y="1"/>
                    <a:pt x="14558"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9"/>
            <p:cNvSpPr/>
            <p:nvPr/>
          </p:nvSpPr>
          <p:spPr>
            <a:xfrm>
              <a:off x="7921250" y="4098488"/>
              <a:ext cx="412575" cy="485325"/>
            </a:xfrm>
            <a:custGeom>
              <a:rect b="b" l="l" r="r" t="t"/>
              <a:pathLst>
                <a:path extrusionOk="0" h="19413" w="16503">
                  <a:moveTo>
                    <a:pt x="4853" y="0"/>
                  </a:moveTo>
                  <a:cubicBezTo>
                    <a:pt x="2173" y="0"/>
                    <a:pt x="0" y="2173"/>
                    <a:pt x="0" y="4853"/>
                  </a:cubicBezTo>
                  <a:lnTo>
                    <a:pt x="0" y="14560"/>
                  </a:lnTo>
                  <a:cubicBezTo>
                    <a:pt x="0" y="17240"/>
                    <a:pt x="2173" y="19413"/>
                    <a:pt x="4853" y="19413"/>
                  </a:cubicBezTo>
                  <a:lnTo>
                    <a:pt x="11648" y="19413"/>
                  </a:lnTo>
                  <a:cubicBezTo>
                    <a:pt x="14329" y="19413"/>
                    <a:pt x="16502" y="17240"/>
                    <a:pt x="16502" y="14560"/>
                  </a:cubicBezTo>
                  <a:lnTo>
                    <a:pt x="16502" y="4853"/>
                  </a:lnTo>
                  <a:cubicBezTo>
                    <a:pt x="16502" y="2173"/>
                    <a:pt x="14329" y="0"/>
                    <a:pt x="11648" y="0"/>
                  </a:cubicBezTo>
                  <a:close/>
                </a:path>
              </a:pathLst>
            </a:custGeom>
            <a:solidFill>
              <a:srgbClr val="FFA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9"/>
            <p:cNvSpPr/>
            <p:nvPr/>
          </p:nvSpPr>
          <p:spPr>
            <a:xfrm>
              <a:off x="7921250" y="4207638"/>
              <a:ext cx="412575" cy="376150"/>
            </a:xfrm>
            <a:custGeom>
              <a:rect b="b" l="l" r="r" t="t"/>
              <a:pathLst>
                <a:path extrusionOk="0" h="15046" w="16503">
                  <a:moveTo>
                    <a:pt x="4853" y="0"/>
                  </a:moveTo>
                  <a:cubicBezTo>
                    <a:pt x="2173" y="0"/>
                    <a:pt x="0" y="2173"/>
                    <a:pt x="0" y="4853"/>
                  </a:cubicBezTo>
                  <a:lnTo>
                    <a:pt x="0" y="10191"/>
                  </a:lnTo>
                  <a:cubicBezTo>
                    <a:pt x="0" y="12872"/>
                    <a:pt x="2173" y="15045"/>
                    <a:pt x="4853" y="15045"/>
                  </a:cubicBezTo>
                  <a:lnTo>
                    <a:pt x="11648" y="15045"/>
                  </a:lnTo>
                  <a:cubicBezTo>
                    <a:pt x="14329" y="15045"/>
                    <a:pt x="16502" y="12872"/>
                    <a:pt x="16502" y="10191"/>
                  </a:cubicBezTo>
                  <a:lnTo>
                    <a:pt x="16502" y="4853"/>
                  </a:lnTo>
                  <a:cubicBezTo>
                    <a:pt x="16502" y="2174"/>
                    <a:pt x="14329" y="3"/>
                    <a:pt x="11648" y="0"/>
                  </a:cubicBezTo>
                  <a:close/>
                </a:path>
              </a:pathLst>
            </a:custGeom>
            <a:solidFill>
              <a:srgbClr val="2C4D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9"/>
            <p:cNvSpPr/>
            <p:nvPr/>
          </p:nvSpPr>
          <p:spPr>
            <a:xfrm>
              <a:off x="7981950" y="4292538"/>
              <a:ext cx="291225" cy="218450"/>
            </a:xfrm>
            <a:custGeom>
              <a:rect b="b" l="l" r="r" t="t"/>
              <a:pathLst>
                <a:path extrusionOk="0" h="8738" w="11649">
                  <a:moveTo>
                    <a:pt x="1942" y="1"/>
                  </a:moveTo>
                  <a:cubicBezTo>
                    <a:pt x="869" y="1"/>
                    <a:pt x="1" y="872"/>
                    <a:pt x="1" y="1943"/>
                  </a:cubicBezTo>
                  <a:lnTo>
                    <a:pt x="1" y="6796"/>
                  </a:lnTo>
                  <a:cubicBezTo>
                    <a:pt x="1" y="7869"/>
                    <a:pt x="872" y="8737"/>
                    <a:pt x="1942" y="8737"/>
                  </a:cubicBezTo>
                  <a:lnTo>
                    <a:pt x="9707" y="8737"/>
                  </a:lnTo>
                  <a:cubicBezTo>
                    <a:pt x="10779" y="8737"/>
                    <a:pt x="11647" y="7869"/>
                    <a:pt x="11648" y="6796"/>
                  </a:cubicBezTo>
                  <a:lnTo>
                    <a:pt x="11648" y="1943"/>
                  </a:lnTo>
                  <a:cubicBezTo>
                    <a:pt x="11648" y="870"/>
                    <a:pt x="10779" y="1"/>
                    <a:pt x="9707" y="1"/>
                  </a:cubicBezTo>
                  <a:close/>
                </a:path>
              </a:pathLst>
            </a:custGeom>
            <a:solidFill>
              <a:srgbClr val="FF5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9"/>
            <p:cNvSpPr/>
            <p:nvPr/>
          </p:nvSpPr>
          <p:spPr>
            <a:xfrm>
              <a:off x="7981925" y="4353263"/>
              <a:ext cx="291200" cy="157750"/>
            </a:xfrm>
            <a:custGeom>
              <a:rect b="b" l="l" r="r" t="t"/>
              <a:pathLst>
                <a:path extrusionOk="0" h="6310" w="11648">
                  <a:moveTo>
                    <a:pt x="0" y="0"/>
                  </a:moveTo>
                  <a:lnTo>
                    <a:pt x="0" y="4369"/>
                  </a:lnTo>
                  <a:cubicBezTo>
                    <a:pt x="0" y="5442"/>
                    <a:pt x="870" y="6310"/>
                    <a:pt x="1942" y="6310"/>
                  </a:cubicBezTo>
                  <a:lnTo>
                    <a:pt x="9707" y="6310"/>
                  </a:lnTo>
                  <a:cubicBezTo>
                    <a:pt x="10780" y="6310"/>
                    <a:pt x="11648" y="5439"/>
                    <a:pt x="11648" y="4369"/>
                  </a:cubicBezTo>
                  <a:lnTo>
                    <a:pt x="11648" y="0"/>
                  </a:ln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9"/>
            <p:cNvSpPr/>
            <p:nvPr/>
          </p:nvSpPr>
          <p:spPr>
            <a:xfrm>
              <a:off x="7912250" y="4016588"/>
              <a:ext cx="430725" cy="576325"/>
            </a:xfrm>
            <a:custGeom>
              <a:rect b="b" l="l" r="r" t="t"/>
              <a:pathLst>
                <a:path extrusionOk="0" h="23053" w="17229">
                  <a:moveTo>
                    <a:pt x="9097" y="727"/>
                  </a:moveTo>
                  <a:cubicBezTo>
                    <a:pt x="9700" y="727"/>
                    <a:pt x="10190" y="1217"/>
                    <a:pt x="10190" y="1820"/>
                  </a:cubicBezTo>
                  <a:lnTo>
                    <a:pt x="10190" y="2913"/>
                  </a:lnTo>
                  <a:lnTo>
                    <a:pt x="7035" y="2913"/>
                  </a:lnTo>
                  <a:lnTo>
                    <a:pt x="7035" y="1820"/>
                  </a:lnTo>
                  <a:cubicBezTo>
                    <a:pt x="7035" y="1217"/>
                    <a:pt x="7525" y="727"/>
                    <a:pt x="8127" y="727"/>
                  </a:cubicBezTo>
                  <a:close/>
                  <a:moveTo>
                    <a:pt x="3757" y="728"/>
                  </a:moveTo>
                  <a:cubicBezTo>
                    <a:pt x="4091" y="728"/>
                    <a:pt x="4363" y="1001"/>
                    <a:pt x="4363" y="1335"/>
                  </a:cubicBezTo>
                  <a:lnTo>
                    <a:pt x="4363" y="2981"/>
                  </a:lnTo>
                  <a:cubicBezTo>
                    <a:pt x="3103" y="3190"/>
                    <a:pt x="1993" y="3848"/>
                    <a:pt x="1209" y="4788"/>
                  </a:cubicBezTo>
                  <a:lnTo>
                    <a:pt x="1211" y="1335"/>
                  </a:lnTo>
                  <a:cubicBezTo>
                    <a:pt x="1211" y="1001"/>
                    <a:pt x="1483" y="728"/>
                    <a:pt x="1817" y="728"/>
                  </a:cubicBezTo>
                  <a:lnTo>
                    <a:pt x="2424" y="728"/>
                  </a:lnTo>
                  <a:lnTo>
                    <a:pt x="2424" y="2306"/>
                  </a:lnTo>
                  <a:cubicBezTo>
                    <a:pt x="2424" y="2508"/>
                    <a:pt x="2587" y="2671"/>
                    <a:pt x="2787" y="2671"/>
                  </a:cubicBezTo>
                  <a:cubicBezTo>
                    <a:pt x="2988" y="2671"/>
                    <a:pt x="3151" y="2508"/>
                    <a:pt x="3151" y="2306"/>
                  </a:cubicBezTo>
                  <a:lnTo>
                    <a:pt x="3151" y="728"/>
                  </a:lnTo>
                  <a:close/>
                  <a:moveTo>
                    <a:pt x="15405" y="728"/>
                  </a:moveTo>
                  <a:cubicBezTo>
                    <a:pt x="15739" y="728"/>
                    <a:pt x="16011" y="1001"/>
                    <a:pt x="16011" y="1335"/>
                  </a:cubicBezTo>
                  <a:lnTo>
                    <a:pt x="16011" y="4788"/>
                  </a:lnTo>
                  <a:cubicBezTo>
                    <a:pt x="15225" y="3848"/>
                    <a:pt x="14115" y="3190"/>
                    <a:pt x="12856" y="2981"/>
                  </a:cubicBezTo>
                  <a:lnTo>
                    <a:pt x="12859" y="1335"/>
                  </a:lnTo>
                  <a:cubicBezTo>
                    <a:pt x="12859" y="1001"/>
                    <a:pt x="13132" y="728"/>
                    <a:pt x="13466" y="728"/>
                  </a:cubicBezTo>
                  <a:lnTo>
                    <a:pt x="14071" y="728"/>
                  </a:lnTo>
                  <a:lnTo>
                    <a:pt x="14071" y="2306"/>
                  </a:lnTo>
                  <a:cubicBezTo>
                    <a:pt x="14071" y="2508"/>
                    <a:pt x="14234" y="2671"/>
                    <a:pt x="14435" y="2671"/>
                  </a:cubicBezTo>
                  <a:cubicBezTo>
                    <a:pt x="14635" y="2671"/>
                    <a:pt x="14799" y="2508"/>
                    <a:pt x="14799" y="2306"/>
                  </a:cubicBezTo>
                  <a:lnTo>
                    <a:pt x="14799" y="728"/>
                  </a:lnTo>
                  <a:close/>
                  <a:moveTo>
                    <a:pt x="4730" y="4854"/>
                  </a:moveTo>
                  <a:cubicBezTo>
                    <a:pt x="4530" y="4854"/>
                    <a:pt x="4366" y="5017"/>
                    <a:pt x="4366" y="5218"/>
                  </a:cubicBezTo>
                  <a:cubicBezTo>
                    <a:pt x="4366" y="5418"/>
                    <a:pt x="4530" y="5581"/>
                    <a:pt x="4730" y="5581"/>
                  </a:cubicBezTo>
                  <a:lnTo>
                    <a:pt x="11161" y="5581"/>
                  </a:lnTo>
                  <a:lnTo>
                    <a:pt x="11161" y="6188"/>
                  </a:lnTo>
                  <a:cubicBezTo>
                    <a:pt x="11161" y="6389"/>
                    <a:pt x="11324" y="6552"/>
                    <a:pt x="11526" y="6552"/>
                  </a:cubicBezTo>
                  <a:cubicBezTo>
                    <a:pt x="11726" y="6552"/>
                    <a:pt x="11890" y="6389"/>
                    <a:pt x="11890" y="6188"/>
                  </a:cubicBezTo>
                  <a:lnTo>
                    <a:pt x="11890" y="5581"/>
                  </a:lnTo>
                  <a:lnTo>
                    <a:pt x="12495" y="5581"/>
                  </a:lnTo>
                  <a:cubicBezTo>
                    <a:pt x="12695" y="5581"/>
                    <a:pt x="12859" y="5418"/>
                    <a:pt x="12859" y="5218"/>
                  </a:cubicBezTo>
                  <a:cubicBezTo>
                    <a:pt x="12859" y="5017"/>
                    <a:pt x="12695" y="4854"/>
                    <a:pt x="12495" y="4854"/>
                  </a:cubicBezTo>
                  <a:close/>
                  <a:moveTo>
                    <a:pt x="12010" y="3640"/>
                  </a:moveTo>
                  <a:cubicBezTo>
                    <a:pt x="14485" y="3640"/>
                    <a:pt x="16500" y="5655"/>
                    <a:pt x="16500" y="8129"/>
                  </a:cubicBezTo>
                  <a:lnTo>
                    <a:pt x="16500" y="9842"/>
                  </a:lnTo>
                  <a:cubicBezTo>
                    <a:pt x="15587" y="8309"/>
                    <a:pt x="13916" y="7280"/>
                    <a:pt x="12010" y="7280"/>
                  </a:cubicBezTo>
                  <a:lnTo>
                    <a:pt x="5216" y="7280"/>
                  </a:lnTo>
                  <a:cubicBezTo>
                    <a:pt x="3308" y="7280"/>
                    <a:pt x="1636" y="8309"/>
                    <a:pt x="727" y="9842"/>
                  </a:cubicBezTo>
                  <a:lnTo>
                    <a:pt x="727" y="8129"/>
                  </a:lnTo>
                  <a:cubicBezTo>
                    <a:pt x="727" y="5655"/>
                    <a:pt x="2741" y="3640"/>
                    <a:pt x="5216" y="3640"/>
                  </a:cubicBezTo>
                  <a:close/>
                  <a:moveTo>
                    <a:pt x="12495" y="11405"/>
                  </a:moveTo>
                  <a:cubicBezTo>
                    <a:pt x="13366" y="11405"/>
                    <a:pt x="14072" y="12111"/>
                    <a:pt x="14072" y="12983"/>
                  </a:cubicBezTo>
                  <a:lnTo>
                    <a:pt x="14072" y="13103"/>
                  </a:lnTo>
                  <a:lnTo>
                    <a:pt x="3153" y="13103"/>
                  </a:lnTo>
                  <a:lnTo>
                    <a:pt x="3153" y="12983"/>
                  </a:lnTo>
                  <a:cubicBezTo>
                    <a:pt x="3153" y="12111"/>
                    <a:pt x="3860" y="11405"/>
                    <a:pt x="4730" y="11405"/>
                  </a:cubicBezTo>
                  <a:close/>
                  <a:moveTo>
                    <a:pt x="14072" y="13830"/>
                  </a:moveTo>
                  <a:lnTo>
                    <a:pt x="14072" y="17834"/>
                  </a:lnTo>
                  <a:cubicBezTo>
                    <a:pt x="14072" y="18704"/>
                    <a:pt x="13363" y="19412"/>
                    <a:pt x="12495" y="19412"/>
                  </a:cubicBezTo>
                  <a:lnTo>
                    <a:pt x="4730" y="19412"/>
                  </a:lnTo>
                  <a:cubicBezTo>
                    <a:pt x="3860" y="19412"/>
                    <a:pt x="3153" y="18704"/>
                    <a:pt x="3153" y="17834"/>
                  </a:cubicBezTo>
                  <a:lnTo>
                    <a:pt x="3153" y="13830"/>
                  </a:lnTo>
                  <a:lnTo>
                    <a:pt x="12131" y="13830"/>
                  </a:lnTo>
                  <a:lnTo>
                    <a:pt x="12131" y="14435"/>
                  </a:lnTo>
                  <a:cubicBezTo>
                    <a:pt x="12131" y="14637"/>
                    <a:pt x="12295" y="14800"/>
                    <a:pt x="12495" y="14800"/>
                  </a:cubicBezTo>
                  <a:cubicBezTo>
                    <a:pt x="12695" y="14800"/>
                    <a:pt x="12859" y="14637"/>
                    <a:pt x="12859" y="14435"/>
                  </a:cubicBezTo>
                  <a:lnTo>
                    <a:pt x="12859" y="13830"/>
                  </a:lnTo>
                  <a:close/>
                  <a:moveTo>
                    <a:pt x="4730" y="10676"/>
                  </a:moveTo>
                  <a:cubicBezTo>
                    <a:pt x="3461" y="10676"/>
                    <a:pt x="2425" y="11711"/>
                    <a:pt x="2425" y="12983"/>
                  </a:cubicBezTo>
                  <a:lnTo>
                    <a:pt x="2425" y="17836"/>
                  </a:lnTo>
                  <a:cubicBezTo>
                    <a:pt x="2425" y="19106"/>
                    <a:pt x="3458" y="20141"/>
                    <a:pt x="4730" y="20141"/>
                  </a:cubicBezTo>
                  <a:lnTo>
                    <a:pt x="12495" y="20141"/>
                  </a:lnTo>
                  <a:cubicBezTo>
                    <a:pt x="13766" y="20141"/>
                    <a:pt x="14802" y="19108"/>
                    <a:pt x="14802" y="17836"/>
                  </a:cubicBezTo>
                  <a:lnTo>
                    <a:pt x="14802" y="12983"/>
                  </a:lnTo>
                  <a:cubicBezTo>
                    <a:pt x="14799" y="11711"/>
                    <a:pt x="13766" y="10676"/>
                    <a:pt x="12495" y="10676"/>
                  </a:cubicBezTo>
                  <a:close/>
                  <a:moveTo>
                    <a:pt x="12008" y="8007"/>
                  </a:moveTo>
                  <a:cubicBezTo>
                    <a:pt x="14483" y="8007"/>
                    <a:pt x="16497" y="10021"/>
                    <a:pt x="16497" y="12495"/>
                  </a:cubicBezTo>
                  <a:lnTo>
                    <a:pt x="16497" y="17833"/>
                  </a:lnTo>
                  <a:cubicBezTo>
                    <a:pt x="16497" y="20308"/>
                    <a:pt x="14483" y="22322"/>
                    <a:pt x="12008" y="22322"/>
                  </a:cubicBezTo>
                  <a:lnTo>
                    <a:pt x="5213" y="22322"/>
                  </a:lnTo>
                  <a:cubicBezTo>
                    <a:pt x="2739" y="22322"/>
                    <a:pt x="724" y="20308"/>
                    <a:pt x="724" y="17833"/>
                  </a:cubicBezTo>
                  <a:lnTo>
                    <a:pt x="724" y="12495"/>
                  </a:lnTo>
                  <a:cubicBezTo>
                    <a:pt x="724" y="10021"/>
                    <a:pt x="2739" y="8007"/>
                    <a:pt x="5213" y="8007"/>
                  </a:cubicBezTo>
                  <a:close/>
                  <a:moveTo>
                    <a:pt x="1820" y="1"/>
                  </a:moveTo>
                  <a:cubicBezTo>
                    <a:pt x="1084" y="1"/>
                    <a:pt x="485" y="599"/>
                    <a:pt x="485" y="1335"/>
                  </a:cubicBezTo>
                  <a:lnTo>
                    <a:pt x="485" y="5934"/>
                  </a:lnTo>
                  <a:cubicBezTo>
                    <a:pt x="174" y="6602"/>
                    <a:pt x="1" y="7346"/>
                    <a:pt x="1" y="8129"/>
                  </a:cubicBezTo>
                  <a:lnTo>
                    <a:pt x="1" y="17836"/>
                  </a:lnTo>
                  <a:cubicBezTo>
                    <a:pt x="1" y="20711"/>
                    <a:pt x="2340" y="23053"/>
                    <a:pt x="5218" y="23053"/>
                  </a:cubicBezTo>
                  <a:lnTo>
                    <a:pt x="12012" y="23053"/>
                  </a:lnTo>
                  <a:cubicBezTo>
                    <a:pt x="14888" y="23053"/>
                    <a:pt x="17229" y="20713"/>
                    <a:pt x="17229" y="17836"/>
                  </a:cubicBezTo>
                  <a:lnTo>
                    <a:pt x="17229" y="8129"/>
                  </a:lnTo>
                  <a:cubicBezTo>
                    <a:pt x="17226" y="7344"/>
                    <a:pt x="17051" y="6602"/>
                    <a:pt x="16741" y="5934"/>
                  </a:cubicBezTo>
                  <a:lnTo>
                    <a:pt x="16741" y="1335"/>
                  </a:lnTo>
                  <a:cubicBezTo>
                    <a:pt x="16741" y="599"/>
                    <a:pt x="16142" y="1"/>
                    <a:pt x="15407" y="1"/>
                  </a:cubicBezTo>
                  <a:lnTo>
                    <a:pt x="13466" y="1"/>
                  </a:lnTo>
                  <a:cubicBezTo>
                    <a:pt x="12730" y="1"/>
                    <a:pt x="12131" y="599"/>
                    <a:pt x="12131" y="1335"/>
                  </a:cubicBezTo>
                  <a:lnTo>
                    <a:pt x="12131" y="2914"/>
                  </a:lnTo>
                  <a:cubicBezTo>
                    <a:pt x="12090" y="2911"/>
                    <a:pt x="12052" y="2911"/>
                    <a:pt x="12010" y="2911"/>
                  </a:cubicBezTo>
                  <a:lnTo>
                    <a:pt x="10918" y="2911"/>
                  </a:lnTo>
                  <a:lnTo>
                    <a:pt x="10918" y="1820"/>
                  </a:lnTo>
                  <a:cubicBezTo>
                    <a:pt x="10918" y="815"/>
                    <a:pt x="10100" y="1"/>
                    <a:pt x="9099" y="1"/>
                  </a:cubicBezTo>
                  <a:lnTo>
                    <a:pt x="8129" y="1"/>
                  </a:lnTo>
                  <a:cubicBezTo>
                    <a:pt x="7125" y="1"/>
                    <a:pt x="6310" y="818"/>
                    <a:pt x="6310" y="1820"/>
                  </a:cubicBezTo>
                  <a:lnTo>
                    <a:pt x="6310" y="2911"/>
                  </a:lnTo>
                  <a:lnTo>
                    <a:pt x="5218" y="2911"/>
                  </a:lnTo>
                  <a:cubicBezTo>
                    <a:pt x="5176" y="2911"/>
                    <a:pt x="5135" y="2911"/>
                    <a:pt x="5097" y="2914"/>
                  </a:cubicBezTo>
                  <a:lnTo>
                    <a:pt x="5097" y="1335"/>
                  </a:lnTo>
                  <a:cubicBezTo>
                    <a:pt x="5097" y="599"/>
                    <a:pt x="4498" y="1"/>
                    <a:pt x="376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0" name="Google Shape;5730;p69"/>
          <p:cNvGrpSpPr/>
          <p:nvPr/>
        </p:nvGrpSpPr>
        <p:grpSpPr>
          <a:xfrm>
            <a:off x="7838413" y="1545675"/>
            <a:ext cx="578400" cy="576300"/>
            <a:chOff x="7838413" y="1545675"/>
            <a:chExt cx="578400" cy="576300"/>
          </a:xfrm>
        </p:grpSpPr>
        <p:sp>
          <p:nvSpPr>
            <p:cNvPr id="5731" name="Google Shape;5731;p69"/>
            <p:cNvSpPr/>
            <p:nvPr/>
          </p:nvSpPr>
          <p:spPr>
            <a:xfrm>
              <a:off x="8200388" y="1554775"/>
              <a:ext cx="72800" cy="230525"/>
            </a:xfrm>
            <a:custGeom>
              <a:rect b="b" l="l" r="r" t="t"/>
              <a:pathLst>
                <a:path extrusionOk="0" h="9221" w="2912">
                  <a:moveTo>
                    <a:pt x="972" y="0"/>
                  </a:moveTo>
                  <a:cubicBezTo>
                    <a:pt x="437" y="0"/>
                    <a:pt x="1" y="434"/>
                    <a:pt x="1" y="971"/>
                  </a:cubicBezTo>
                  <a:lnTo>
                    <a:pt x="1" y="9221"/>
                  </a:lnTo>
                  <a:lnTo>
                    <a:pt x="2911" y="9221"/>
                  </a:lnTo>
                  <a:lnTo>
                    <a:pt x="2911" y="971"/>
                  </a:lnTo>
                  <a:cubicBezTo>
                    <a:pt x="2911" y="435"/>
                    <a:pt x="2478" y="0"/>
                    <a:pt x="194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9"/>
            <p:cNvSpPr/>
            <p:nvPr/>
          </p:nvSpPr>
          <p:spPr>
            <a:xfrm>
              <a:off x="8236788" y="1555600"/>
              <a:ext cx="36425" cy="229700"/>
            </a:xfrm>
            <a:custGeom>
              <a:rect b="b" l="l" r="r" t="t"/>
              <a:pathLst>
                <a:path extrusionOk="0" h="9188" w="1457">
                  <a:moveTo>
                    <a:pt x="729" y="0"/>
                  </a:moveTo>
                  <a:cubicBezTo>
                    <a:pt x="310" y="107"/>
                    <a:pt x="0" y="485"/>
                    <a:pt x="0" y="938"/>
                  </a:cubicBezTo>
                  <a:lnTo>
                    <a:pt x="0" y="9188"/>
                  </a:lnTo>
                  <a:lnTo>
                    <a:pt x="1457" y="9188"/>
                  </a:lnTo>
                  <a:lnTo>
                    <a:pt x="1457" y="938"/>
                  </a:lnTo>
                  <a:cubicBezTo>
                    <a:pt x="1457" y="486"/>
                    <a:pt x="1146" y="107"/>
                    <a:pt x="729"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9"/>
            <p:cNvSpPr/>
            <p:nvPr/>
          </p:nvSpPr>
          <p:spPr>
            <a:xfrm>
              <a:off x="8091213" y="1615450"/>
              <a:ext cx="72750" cy="169850"/>
            </a:xfrm>
            <a:custGeom>
              <a:rect b="b" l="l" r="r" t="t"/>
              <a:pathLst>
                <a:path extrusionOk="0" h="6794" w="2910">
                  <a:moveTo>
                    <a:pt x="970" y="1"/>
                  </a:moveTo>
                  <a:cubicBezTo>
                    <a:pt x="436" y="1"/>
                    <a:pt x="1" y="434"/>
                    <a:pt x="1" y="970"/>
                  </a:cubicBezTo>
                  <a:lnTo>
                    <a:pt x="1" y="6794"/>
                  </a:lnTo>
                  <a:lnTo>
                    <a:pt x="2910" y="6794"/>
                  </a:lnTo>
                  <a:lnTo>
                    <a:pt x="2910" y="970"/>
                  </a:lnTo>
                  <a:cubicBezTo>
                    <a:pt x="2910" y="436"/>
                    <a:pt x="2476" y="1"/>
                    <a:pt x="19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9"/>
            <p:cNvSpPr/>
            <p:nvPr/>
          </p:nvSpPr>
          <p:spPr>
            <a:xfrm>
              <a:off x="8127563" y="1616225"/>
              <a:ext cx="36450" cy="169075"/>
            </a:xfrm>
            <a:custGeom>
              <a:rect b="b" l="l" r="r" t="t"/>
              <a:pathLst>
                <a:path extrusionOk="0" h="6763" w="1458">
                  <a:moveTo>
                    <a:pt x="730" y="1"/>
                  </a:moveTo>
                  <a:cubicBezTo>
                    <a:pt x="310" y="108"/>
                    <a:pt x="1" y="486"/>
                    <a:pt x="1" y="939"/>
                  </a:cubicBezTo>
                  <a:lnTo>
                    <a:pt x="1" y="6763"/>
                  </a:lnTo>
                  <a:lnTo>
                    <a:pt x="1457" y="6763"/>
                  </a:lnTo>
                  <a:lnTo>
                    <a:pt x="1457" y="939"/>
                  </a:lnTo>
                  <a:cubicBezTo>
                    <a:pt x="1457" y="488"/>
                    <a:pt x="1149" y="108"/>
                    <a:pt x="730"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9"/>
            <p:cNvSpPr/>
            <p:nvPr/>
          </p:nvSpPr>
          <p:spPr>
            <a:xfrm>
              <a:off x="7982013" y="1663975"/>
              <a:ext cx="72750" cy="121325"/>
            </a:xfrm>
            <a:custGeom>
              <a:rect b="b" l="l" r="r" t="t"/>
              <a:pathLst>
                <a:path extrusionOk="0" h="4853" w="2910">
                  <a:moveTo>
                    <a:pt x="970" y="1"/>
                  </a:moveTo>
                  <a:cubicBezTo>
                    <a:pt x="435" y="1"/>
                    <a:pt x="0" y="434"/>
                    <a:pt x="0" y="970"/>
                  </a:cubicBezTo>
                  <a:lnTo>
                    <a:pt x="0" y="4853"/>
                  </a:lnTo>
                  <a:lnTo>
                    <a:pt x="2909" y="4853"/>
                  </a:lnTo>
                  <a:lnTo>
                    <a:pt x="2909" y="970"/>
                  </a:lnTo>
                  <a:cubicBezTo>
                    <a:pt x="2909" y="436"/>
                    <a:pt x="2476" y="1"/>
                    <a:pt x="1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9"/>
            <p:cNvSpPr/>
            <p:nvPr/>
          </p:nvSpPr>
          <p:spPr>
            <a:xfrm>
              <a:off x="8018388" y="1664775"/>
              <a:ext cx="36450" cy="120525"/>
            </a:xfrm>
            <a:custGeom>
              <a:rect b="b" l="l" r="r" t="t"/>
              <a:pathLst>
                <a:path extrusionOk="0" h="4821" w="1458">
                  <a:moveTo>
                    <a:pt x="728" y="0"/>
                  </a:moveTo>
                  <a:cubicBezTo>
                    <a:pt x="309" y="107"/>
                    <a:pt x="1" y="486"/>
                    <a:pt x="1" y="938"/>
                  </a:cubicBezTo>
                  <a:lnTo>
                    <a:pt x="1" y="4821"/>
                  </a:lnTo>
                  <a:lnTo>
                    <a:pt x="1457" y="4821"/>
                  </a:lnTo>
                  <a:lnTo>
                    <a:pt x="1457" y="938"/>
                  </a:lnTo>
                  <a:cubicBezTo>
                    <a:pt x="1457" y="486"/>
                    <a:pt x="1147" y="107"/>
                    <a:pt x="728"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9"/>
            <p:cNvSpPr/>
            <p:nvPr/>
          </p:nvSpPr>
          <p:spPr>
            <a:xfrm>
              <a:off x="7921338" y="1748900"/>
              <a:ext cx="412575" cy="363975"/>
            </a:xfrm>
            <a:custGeom>
              <a:rect b="b" l="l" r="r" t="t"/>
              <a:pathLst>
                <a:path extrusionOk="0" h="14559" w="16503">
                  <a:moveTo>
                    <a:pt x="971" y="0"/>
                  </a:moveTo>
                  <a:cubicBezTo>
                    <a:pt x="436" y="0"/>
                    <a:pt x="0" y="434"/>
                    <a:pt x="0" y="970"/>
                  </a:cubicBezTo>
                  <a:lnTo>
                    <a:pt x="0" y="12616"/>
                  </a:lnTo>
                  <a:cubicBezTo>
                    <a:pt x="0" y="13689"/>
                    <a:pt x="871" y="14558"/>
                    <a:pt x="1943" y="14558"/>
                  </a:cubicBezTo>
                  <a:lnTo>
                    <a:pt x="14559" y="14558"/>
                  </a:lnTo>
                  <a:cubicBezTo>
                    <a:pt x="15632" y="14558"/>
                    <a:pt x="16502" y="13687"/>
                    <a:pt x="16502" y="12616"/>
                  </a:cubicBezTo>
                  <a:lnTo>
                    <a:pt x="16502" y="970"/>
                  </a:lnTo>
                  <a:cubicBezTo>
                    <a:pt x="16502" y="434"/>
                    <a:pt x="16066" y="0"/>
                    <a:pt x="155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9"/>
            <p:cNvSpPr/>
            <p:nvPr/>
          </p:nvSpPr>
          <p:spPr>
            <a:xfrm>
              <a:off x="7921388" y="1858050"/>
              <a:ext cx="412525" cy="182025"/>
            </a:xfrm>
            <a:custGeom>
              <a:rect b="b" l="l" r="r" t="t"/>
              <a:pathLst>
                <a:path extrusionOk="0" h="7281" w="16501">
                  <a:moveTo>
                    <a:pt x="1" y="0"/>
                  </a:moveTo>
                  <a:lnTo>
                    <a:pt x="1" y="7280"/>
                  </a:lnTo>
                  <a:lnTo>
                    <a:pt x="16500" y="7280"/>
                  </a:lnTo>
                  <a:lnTo>
                    <a:pt x="1650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9"/>
            <p:cNvSpPr/>
            <p:nvPr/>
          </p:nvSpPr>
          <p:spPr>
            <a:xfrm>
              <a:off x="8127563" y="2040050"/>
              <a:ext cx="279075" cy="72750"/>
            </a:xfrm>
            <a:custGeom>
              <a:rect b="b" l="l" r="r" t="t"/>
              <a:pathLst>
                <a:path extrusionOk="0" h="2910" w="11163">
                  <a:moveTo>
                    <a:pt x="973" y="0"/>
                  </a:moveTo>
                  <a:cubicBezTo>
                    <a:pt x="437" y="0"/>
                    <a:pt x="1" y="435"/>
                    <a:pt x="3" y="970"/>
                  </a:cubicBezTo>
                  <a:lnTo>
                    <a:pt x="3" y="1940"/>
                  </a:lnTo>
                  <a:cubicBezTo>
                    <a:pt x="3" y="2475"/>
                    <a:pt x="437" y="2909"/>
                    <a:pt x="973" y="2909"/>
                  </a:cubicBezTo>
                  <a:lnTo>
                    <a:pt x="10193" y="2909"/>
                  </a:lnTo>
                  <a:cubicBezTo>
                    <a:pt x="10727" y="2909"/>
                    <a:pt x="11162" y="2476"/>
                    <a:pt x="11162" y="1940"/>
                  </a:cubicBezTo>
                  <a:lnTo>
                    <a:pt x="11162" y="970"/>
                  </a:lnTo>
                  <a:cubicBezTo>
                    <a:pt x="11162" y="435"/>
                    <a:pt x="10729" y="0"/>
                    <a:pt x="101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9"/>
            <p:cNvSpPr/>
            <p:nvPr/>
          </p:nvSpPr>
          <p:spPr>
            <a:xfrm>
              <a:off x="7921338" y="1894450"/>
              <a:ext cx="461050" cy="182000"/>
            </a:xfrm>
            <a:custGeom>
              <a:rect b="b" l="l" r="r" t="t"/>
              <a:pathLst>
                <a:path extrusionOk="0" h="7280" w="18442">
                  <a:moveTo>
                    <a:pt x="0" y="1"/>
                  </a:moveTo>
                  <a:lnTo>
                    <a:pt x="0" y="1457"/>
                  </a:lnTo>
                  <a:lnTo>
                    <a:pt x="13832" y="1457"/>
                  </a:lnTo>
                  <a:cubicBezTo>
                    <a:pt x="14233" y="1456"/>
                    <a:pt x="14559" y="1130"/>
                    <a:pt x="14559" y="730"/>
                  </a:cubicBezTo>
                  <a:cubicBezTo>
                    <a:pt x="14559" y="328"/>
                    <a:pt x="14235" y="1"/>
                    <a:pt x="13832" y="1"/>
                  </a:cubicBezTo>
                  <a:close/>
                  <a:moveTo>
                    <a:pt x="9222" y="5824"/>
                  </a:moveTo>
                  <a:cubicBezTo>
                    <a:pt x="8768" y="5824"/>
                    <a:pt x="8390" y="6133"/>
                    <a:pt x="8284" y="6551"/>
                  </a:cubicBezTo>
                  <a:cubicBezTo>
                    <a:pt x="8390" y="6970"/>
                    <a:pt x="8768" y="7280"/>
                    <a:pt x="9222" y="7280"/>
                  </a:cubicBezTo>
                  <a:lnTo>
                    <a:pt x="17471" y="7280"/>
                  </a:lnTo>
                  <a:cubicBezTo>
                    <a:pt x="18006" y="7280"/>
                    <a:pt x="18442" y="6846"/>
                    <a:pt x="18442" y="6309"/>
                  </a:cubicBezTo>
                  <a:lnTo>
                    <a:pt x="18442" y="5824"/>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9"/>
            <p:cNvSpPr/>
            <p:nvPr/>
          </p:nvSpPr>
          <p:spPr>
            <a:xfrm>
              <a:off x="7838413" y="1545675"/>
              <a:ext cx="578400" cy="576300"/>
            </a:xfrm>
            <a:custGeom>
              <a:rect b="b" l="l" r="r" t="t"/>
              <a:pathLst>
                <a:path extrusionOk="0" h="23052" w="23136">
                  <a:moveTo>
                    <a:pt x="7686" y="5097"/>
                  </a:moveTo>
                  <a:cubicBezTo>
                    <a:pt x="8020" y="5097"/>
                    <a:pt x="8291" y="5368"/>
                    <a:pt x="8291" y="5702"/>
                  </a:cubicBezTo>
                  <a:lnTo>
                    <a:pt x="8291" y="7764"/>
                  </a:lnTo>
                  <a:lnTo>
                    <a:pt x="6108" y="7764"/>
                  </a:lnTo>
                  <a:lnTo>
                    <a:pt x="6110" y="5702"/>
                  </a:lnTo>
                  <a:cubicBezTo>
                    <a:pt x="6110" y="5368"/>
                    <a:pt x="6382" y="5097"/>
                    <a:pt x="6716" y="5097"/>
                  </a:cubicBezTo>
                  <a:close/>
                  <a:moveTo>
                    <a:pt x="12054" y="3156"/>
                  </a:moveTo>
                  <a:cubicBezTo>
                    <a:pt x="12388" y="3156"/>
                    <a:pt x="12659" y="3427"/>
                    <a:pt x="12659" y="3761"/>
                  </a:cubicBezTo>
                  <a:lnTo>
                    <a:pt x="12659" y="7764"/>
                  </a:lnTo>
                  <a:lnTo>
                    <a:pt x="10477" y="7764"/>
                  </a:lnTo>
                  <a:lnTo>
                    <a:pt x="10478" y="3761"/>
                  </a:lnTo>
                  <a:cubicBezTo>
                    <a:pt x="10478" y="3427"/>
                    <a:pt x="10749" y="3156"/>
                    <a:pt x="11083" y="3156"/>
                  </a:cubicBezTo>
                  <a:close/>
                  <a:moveTo>
                    <a:pt x="16420" y="728"/>
                  </a:moveTo>
                  <a:cubicBezTo>
                    <a:pt x="16754" y="728"/>
                    <a:pt x="17027" y="1001"/>
                    <a:pt x="17027" y="1334"/>
                  </a:cubicBezTo>
                  <a:lnTo>
                    <a:pt x="17027" y="7764"/>
                  </a:lnTo>
                  <a:lnTo>
                    <a:pt x="14842" y="7764"/>
                  </a:lnTo>
                  <a:lnTo>
                    <a:pt x="14844" y="1334"/>
                  </a:lnTo>
                  <a:cubicBezTo>
                    <a:pt x="14844" y="1000"/>
                    <a:pt x="15117" y="728"/>
                    <a:pt x="15451" y="728"/>
                  </a:cubicBezTo>
                  <a:close/>
                  <a:moveTo>
                    <a:pt x="18847" y="8493"/>
                  </a:moveTo>
                  <a:cubicBezTo>
                    <a:pt x="19181" y="8493"/>
                    <a:pt x="19452" y="8765"/>
                    <a:pt x="19452" y="9099"/>
                  </a:cubicBezTo>
                  <a:lnTo>
                    <a:pt x="19452" y="12131"/>
                  </a:lnTo>
                  <a:lnTo>
                    <a:pt x="3684" y="12131"/>
                  </a:lnTo>
                  <a:lnTo>
                    <a:pt x="3684" y="9099"/>
                  </a:lnTo>
                  <a:cubicBezTo>
                    <a:pt x="3684" y="8765"/>
                    <a:pt x="3955" y="8493"/>
                    <a:pt x="4289" y="8493"/>
                  </a:cubicBezTo>
                  <a:close/>
                  <a:moveTo>
                    <a:pt x="17342" y="13588"/>
                  </a:moveTo>
                  <a:cubicBezTo>
                    <a:pt x="17142" y="13588"/>
                    <a:pt x="16978" y="13751"/>
                    <a:pt x="16978" y="13952"/>
                  </a:cubicBezTo>
                  <a:cubicBezTo>
                    <a:pt x="16978" y="14153"/>
                    <a:pt x="17142" y="14317"/>
                    <a:pt x="17342" y="14317"/>
                  </a:cubicBezTo>
                  <a:lnTo>
                    <a:pt x="17390" y="14317"/>
                  </a:lnTo>
                  <a:cubicBezTo>
                    <a:pt x="17591" y="14317"/>
                    <a:pt x="17754" y="14153"/>
                    <a:pt x="17754" y="13952"/>
                  </a:cubicBezTo>
                  <a:cubicBezTo>
                    <a:pt x="17754" y="13751"/>
                    <a:pt x="17591" y="13588"/>
                    <a:pt x="17390" y="13588"/>
                  </a:cubicBezTo>
                  <a:close/>
                  <a:moveTo>
                    <a:pt x="21760" y="20139"/>
                  </a:moveTo>
                  <a:cubicBezTo>
                    <a:pt x="22094" y="20139"/>
                    <a:pt x="22366" y="20411"/>
                    <a:pt x="22366" y="20745"/>
                  </a:cubicBezTo>
                  <a:lnTo>
                    <a:pt x="22366" y="21715"/>
                  </a:lnTo>
                  <a:cubicBezTo>
                    <a:pt x="22366" y="22049"/>
                    <a:pt x="22094" y="22321"/>
                    <a:pt x="21760" y="22321"/>
                  </a:cubicBezTo>
                  <a:lnTo>
                    <a:pt x="12540" y="22321"/>
                  </a:lnTo>
                  <a:cubicBezTo>
                    <a:pt x="12206" y="22321"/>
                    <a:pt x="11935" y="22049"/>
                    <a:pt x="11935" y="21715"/>
                  </a:cubicBezTo>
                  <a:lnTo>
                    <a:pt x="11935" y="20745"/>
                  </a:lnTo>
                  <a:cubicBezTo>
                    <a:pt x="11935" y="20411"/>
                    <a:pt x="12206" y="20139"/>
                    <a:pt x="12540" y="20139"/>
                  </a:cubicBezTo>
                  <a:close/>
                  <a:moveTo>
                    <a:pt x="15451" y="1"/>
                  </a:moveTo>
                  <a:cubicBezTo>
                    <a:pt x="14714" y="1"/>
                    <a:pt x="14116" y="599"/>
                    <a:pt x="14116" y="1335"/>
                  </a:cubicBezTo>
                  <a:lnTo>
                    <a:pt x="14116" y="7766"/>
                  </a:lnTo>
                  <a:lnTo>
                    <a:pt x="13387" y="7766"/>
                  </a:lnTo>
                  <a:lnTo>
                    <a:pt x="13387" y="3761"/>
                  </a:lnTo>
                  <a:cubicBezTo>
                    <a:pt x="13387" y="3026"/>
                    <a:pt x="12789" y="2426"/>
                    <a:pt x="12054" y="2426"/>
                  </a:cubicBezTo>
                  <a:lnTo>
                    <a:pt x="11083" y="2426"/>
                  </a:lnTo>
                  <a:cubicBezTo>
                    <a:pt x="10349" y="2426"/>
                    <a:pt x="9749" y="3026"/>
                    <a:pt x="9749" y="3761"/>
                  </a:cubicBezTo>
                  <a:lnTo>
                    <a:pt x="9749" y="7763"/>
                  </a:lnTo>
                  <a:lnTo>
                    <a:pt x="9021" y="7763"/>
                  </a:lnTo>
                  <a:lnTo>
                    <a:pt x="9021" y="5701"/>
                  </a:lnTo>
                  <a:cubicBezTo>
                    <a:pt x="9021" y="4965"/>
                    <a:pt x="8423" y="4366"/>
                    <a:pt x="7687" y="4366"/>
                  </a:cubicBezTo>
                  <a:lnTo>
                    <a:pt x="6718" y="4366"/>
                  </a:lnTo>
                  <a:cubicBezTo>
                    <a:pt x="5982" y="4366"/>
                    <a:pt x="5383" y="4965"/>
                    <a:pt x="5383" y="5701"/>
                  </a:cubicBezTo>
                  <a:lnTo>
                    <a:pt x="5383" y="7763"/>
                  </a:lnTo>
                  <a:lnTo>
                    <a:pt x="4291" y="7763"/>
                  </a:lnTo>
                  <a:cubicBezTo>
                    <a:pt x="4039" y="7763"/>
                    <a:pt x="3802" y="7834"/>
                    <a:pt x="3600" y="7956"/>
                  </a:cubicBezTo>
                  <a:lnTo>
                    <a:pt x="645" y="5425"/>
                  </a:lnTo>
                  <a:cubicBezTo>
                    <a:pt x="577" y="5366"/>
                    <a:pt x="493" y="5337"/>
                    <a:pt x="409" y="5337"/>
                  </a:cubicBezTo>
                  <a:cubicBezTo>
                    <a:pt x="306" y="5337"/>
                    <a:pt x="204" y="5380"/>
                    <a:pt x="132" y="5465"/>
                  </a:cubicBezTo>
                  <a:cubicBezTo>
                    <a:pt x="0" y="5617"/>
                    <a:pt x="19" y="5846"/>
                    <a:pt x="171" y="5978"/>
                  </a:cubicBezTo>
                  <a:lnTo>
                    <a:pt x="3102" y="8489"/>
                  </a:lnTo>
                  <a:cubicBezTo>
                    <a:pt x="3009" y="8671"/>
                    <a:pt x="2955" y="8878"/>
                    <a:pt x="2955" y="9097"/>
                  </a:cubicBezTo>
                  <a:lnTo>
                    <a:pt x="2955" y="20743"/>
                  </a:lnTo>
                  <a:cubicBezTo>
                    <a:pt x="2955" y="21353"/>
                    <a:pt x="3193" y="21908"/>
                    <a:pt x="3580" y="22321"/>
                  </a:cubicBezTo>
                  <a:lnTo>
                    <a:pt x="1913" y="22321"/>
                  </a:lnTo>
                  <a:cubicBezTo>
                    <a:pt x="1711" y="22321"/>
                    <a:pt x="1548" y="22484"/>
                    <a:pt x="1548" y="22684"/>
                  </a:cubicBezTo>
                  <a:cubicBezTo>
                    <a:pt x="1548" y="22885"/>
                    <a:pt x="1711" y="23048"/>
                    <a:pt x="1913" y="23048"/>
                  </a:cubicBezTo>
                  <a:lnTo>
                    <a:pt x="21760" y="23048"/>
                  </a:lnTo>
                  <a:cubicBezTo>
                    <a:pt x="22495" y="23048"/>
                    <a:pt x="23095" y="22450"/>
                    <a:pt x="23095" y="21715"/>
                  </a:cubicBezTo>
                  <a:lnTo>
                    <a:pt x="23095" y="20745"/>
                  </a:lnTo>
                  <a:cubicBezTo>
                    <a:pt x="23095" y="20012"/>
                    <a:pt x="22498" y="19414"/>
                    <a:pt x="21763" y="19414"/>
                  </a:cubicBezTo>
                  <a:cubicBezTo>
                    <a:pt x="21761" y="19414"/>
                    <a:pt x="21759" y="19414"/>
                    <a:pt x="21757" y="19414"/>
                  </a:cubicBezTo>
                  <a:lnTo>
                    <a:pt x="12539" y="19414"/>
                  </a:lnTo>
                  <a:cubicBezTo>
                    <a:pt x="11804" y="19414"/>
                    <a:pt x="11204" y="20013"/>
                    <a:pt x="11204" y="20749"/>
                  </a:cubicBezTo>
                  <a:lnTo>
                    <a:pt x="11204" y="21718"/>
                  </a:lnTo>
                  <a:cubicBezTo>
                    <a:pt x="11204" y="21935"/>
                    <a:pt x="11257" y="22143"/>
                    <a:pt x="11351" y="22325"/>
                  </a:cubicBezTo>
                  <a:lnTo>
                    <a:pt x="5260" y="22325"/>
                  </a:lnTo>
                  <a:cubicBezTo>
                    <a:pt x="4389" y="22325"/>
                    <a:pt x="3682" y="21617"/>
                    <a:pt x="3682" y="20747"/>
                  </a:cubicBezTo>
                  <a:lnTo>
                    <a:pt x="3682" y="20139"/>
                  </a:lnTo>
                  <a:lnTo>
                    <a:pt x="9141" y="20139"/>
                  </a:lnTo>
                  <a:cubicBezTo>
                    <a:pt x="9341" y="20139"/>
                    <a:pt x="9505" y="19976"/>
                    <a:pt x="9505" y="19775"/>
                  </a:cubicBezTo>
                  <a:cubicBezTo>
                    <a:pt x="9505" y="19575"/>
                    <a:pt x="9341" y="19412"/>
                    <a:pt x="9141" y="19412"/>
                  </a:cubicBezTo>
                  <a:lnTo>
                    <a:pt x="3682" y="19412"/>
                  </a:lnTo>
                  <a:lnTo>
                    <a:pt x="3682" y="14317"/>
                  </a:lnTo>
                  <a:lnTo>
                    <a:pt x="15451" y="14317"/>
                  </a:lnTo>
                  <a:cubicBezTo>
                    <a:pt x="15651" y="14317"/>
                    <a:pt x="15814" y="14153"/>
                    <a:pt x="15814" y="13952"/>
                  </a:cubicBezTo>
                  <a:cubicBezTo>
                    <a:pt x="15814" y="13751"/>
                    <a:pt x="15651" y="13588"/>
                    <a:pt x="15451" y="13588"/>
                  </a:cubicBezTo>
                  <a:lnTo>
                    <a:pt x="3682" y="13588"/>
                  </a:lnTo>
                  <a:lnTo>
                    <a:pt x="3682" y="12860"/>
                  </a:lnTo>
                  <a:lnTo>
                    <a:pt x="19454" y="12860"/>
                  </a:lnTo>
                  <a:lnTo>
                    <a:pt x="19454" y="18319"/>
                  </a:lnTo>
                  <a:cubicBezTo>
                    <a:pt x="19454" y="18519"/>
                    <a:pt x="19617" y="18683"/>
                    <a:pt x="19818" y="18683"/>
                  </a:cubicBezTo>
                  <a:cubicBezTo>
                    <a:pt x="20019" y="18683"/>
                    <a:pt x="20183" y="18519"/>
                    <a:pt x="20183" y="18319"/>
                  </a:cubicBezTo>
                  <a:lnTo>
                    <a:pt x="20183" y="9099"/>
                  </a:lnTo>
                  <a:cubicBezTo>
                    <a:pt x="20183" y="8881"/>
                    <a:pt x="20129" y="8675"/>
                    <a:pt x="20035" y="8492"/>
                  </a:cubicBezTo>
                  <a:lnTo>
                    <a:pt x="22965" y="5979"/>
                  </a:lnTo>
                  <a:cubicBezTo>
                    <a:pt x="23119" y="5849"/>
                    <a:pt x="23136" y="5620"/>
                    <a:pt x="23005" y="5466"/>
                  </a:cubicBezTo>
                  <a:cubicBezTo>
                    <a:pt x="22932" y="5383"/>
                    <a:pt x="22831" y="5339"/>
                    <a:pt x="22728" y="5339"/>
                  </a:cubicBezTo>
                  <a:cubicBezTo>
                    <a:pt x="22645" y="5339"/>
                    <a:pt x="22561" y="5368"/>
                    <a:pt x="22492" y="5428"/>
                  </a:cubicBezTo>
                  <a:lnTo>
                    <a:pt x="19538" y="7959"/>
                  </a:lnTo>
                  <a:cubicBezTo>
                    <a:pt x="19337" y="7837"/>
                    <a:pt x="19099" y="7766"/>
                    <a:pt x="18847" y="7766"/>
                  </a:cubicBezTo>
                  <a:lnTo>
                    <a:pt x="17754" y="7766"/>
                  </a:lnTo>
                  <a:lnTo>
                    <a:pt x="17754" y="1335"/>
                  </a:lnTo>
                  <a:cubicBezTo>
                    <a:pt x="17754" y="599"/>
                    <a:pt x="17156" y="1"/>
                    <a:pt x="16420" y="1"/>
                  </a:cubicBezTo>
                  <a:close/>
                  <a:moveTo>
                    <a:pt x="405" y="22322"/>
                  </a:moveTo>
                  <a:cubicBezTo>
                    <a:pt x="205" y="22322"/>
                    <a:pt x="41" y="22485"/>
                    <a:pt x="41" y="22687"/>
                  </a:cubicBezTo>
                  <a:cubicBezTo>
                    <a:pt x="41" y="22888"/>
                    <a:pt x="205" y="23051"/>
                    <a:pt x="405" y="23051"/>
                  </a:cubicBezTo>
                  <a:lnTo>
                    <a:pt x="454" y="23051"/>
                  </a:lnTo>
                  <a:cubicBezTo>
                    <a:pt x="654" y="23051"/>
                    <a:pt x="819" y="22888"/>
                    <a:pt x="819" y="22687"/>
                  </a:cubicBezTo>
                  <a:cubicBezTo>
                    <a:pt x="819" y="22485"/>
                    <a:pt x="657" y="22322"/>
                    <a:pt x="454" y="22322"/>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2" name="Google Shape;5742;p69"/>
          <p:cNvGrpSpPr/>
          <p:nvPr/>
        </p:nvGrpSpPr>
        <p:grpSpPr>
          <a:xfrm>
            <a:off x="6994325" y="2361925"/>
            <a:ext cx="576250" cy="576300"/>
            <a:chOff x="6994325" y="2361925"/>
            <a:chExt cx="576250" cy="576300"/>
          </a:xfrm>
        </p:grpSpPr>
        <p:sp>
          <p:nvSpPr>
            <p:cNvPr id="5743" name="Google Shape;5743;p69"/>
            <p:cNvSpPr/>
            <p:nvPr/>
          </p:nvSpPr>
          <p:spPr>
            <a:xfrm>
              <a:off x="7003450" y="2371050"/>
              <a:ext cx="558075" cy="558100"/>
            </a:xfrm>
            <a:custGeom>
              <a:rect b="b" l="l" r="r" t="t"/>
              <a:pathLst>
                <a:path extrusionOk="0" h="22324" w="22323">
                  <a:moveTo>
                    <a:pt x="7764" y="1"/>
                  </a:moveTo>
                  <a:cubicBezTo>
                    <a:pt x="7230" y="1"/>
                    <a:pt x="6794" y="434"/>
                    <a:pt x="6794" y="972"/>
                  </a:cubicBezTo>
                  <a:lnTo>
                    <a:pt x="6794" y="3397"/>
                  </a:lnTo>
                  <a:cubicBezTo>
                    <a:pt x="6794" y="4192"/>
                    <a:pt x="6414" y="4897"/>
                    <a:pt x="5825" y="5340"/>
                  </a:cubicBezTo>
                  <a:lnTo>
                    <a:pt x="4854" y="5340"/>
                  </a:lnTo>
                  <a:cubicBezTo>
                    <a:pt x="4587" y="5340"/>
                    <a:pt x="4369" y="5556"/>
                    <a:pt x="4369" y="5825"/>
                  </a:cubicBezTo>
                  <a:lnTo>
                    <a:pt x="4369" y="6794"/>
                  </a:lnTo>
                  <a:lnTo>
                    <a:pt x="4369" y="16502"/>
                  </a:lnTo>
                  <a:lnTo>
                    <a:pt x="304" y="20567"/>
                  </a:lnTo>
                  <a:cubicBezTo>
                    <a:pt x="110" y="20761"/>
                    <a:pt x="1" y="21022"/>
                    <a:pt x="1" y="21295"/>
                  </a:cubicBezTo>
                  <a:cubicBezTo>
                    <a:pt x="1" y="21863"/>
                    <a:pt x="461" y="22324"/>
                    <a:pt x="1030" y="22324"/>
                  </a:cubicBezTo>
                  <a:lnTo>
                    <a:pt x="21293" y="22324"/>
                  </a:lnTo>
                  <a:cubicBezTo>
                    <a:pt x="21862" y="22324"/>
                    <a:pt x="22322" y="21862"/>
                    <a:pt x="22322" y="21293"/>
                  </a:cubicBezTo>
                  <a:cubicBezTo>
                    <a:pt x="22322" y="21021"/>
                    <a:pt x="22213" y="20759"/>
                    <a:pt x="22020" y="20567"/>
                  </a:cubicBezTo>
                  <a:lnTo>
                    <a:pt x="17954" y="16502"/>
                  </a:lnTo>
                  <a:lnTo>
                    <a:pt x="17954" y="6794"/>
                  </a:lnTo>
                  <a:lnTo>
                    <a:pt x="17954" y="5825"/>
                  </a:lnTo>
                  <a:cubicBezTo>
                    <a:pt x="17954" y="5556"/>
                    <a:pt x="17736" y="5340"/>
                    <a:pt x="17469" y="5340"/>
                  </a:cubicBezTo>
                  <a:lnTo>
                    <a:pt x="16499" y="5340"/>
                  </a:lnTo>
                  <a:cubicBezTo>
                    <a:pt x="15910" y="4897"/>
                    <a:pt x="15529" y="4192"/>
                    <a:pt x="15529" y="3397"/>
                  </a:cubicBezTo>
                  <a:lnTo>
                    <a:pt x="15529" y="972"/>
                  </a:lnTo>
                  <a:cubicBezTo>
                    <a:pt x="15529" y="437"/>
                    <a:pt x="15096" y="1"/>
                    <a:pt x="145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9"/>
            <p:cNvSpPr/>
            <p:nvPr/>
          </p:nvSpPr>
          <p:spPr>
            <a:xfrm>
              <a:off x="7003450" y="2504550"/>
              <a:ext cx="558075" cy="424600"/>
            </a:xfrm>
            <a:custGeom>
              <a:rect b="b" l="l" r="r" t="t"/>
              <a:pathLst>
                <a:path extrusionOk="0" h="16984" w="22323">
                  <a:moveTo>
                    <a:pt x="4854" y="0"/>
                  </a:moveTo>
                  <a:cubicBezTo>
                    <a:pt x="4587" y="0"/>
                    <a:pt x="4369" y="216"/>
                    <a:pt x="4369" y="485"/>
                  </a:cubicBezTo>
                  <a:lnTo>
                    <a:pt x="4369" y="969"/>
                  </a:lnTo>
                  <a:lnTo>
                    <a:pt x="4369" y="11162"/>
                  </a:lnTo>
                  <a:lnTo>
                    <a:pt x="304" y="15227"/>
                  </a:lnTo>
                  <a:cubicBezTo>
                    <a:pt x="110" y="15421"/>
                    <a:pt x="1" y="15682"/>
                    <a:pt x="1" y="15955"/>
                  </a:cubicBezTo>
                  <a:cubicBezTo>
                    <a:pt x="1" y="16523"/>
                    <a:pt x="461" y="16984"/>
                    <a:pt x="1030" y="16984"/>
                  </a:cubicBezTo>
                  <a:lnTo>
                    <a:pt x="21293" y="16984"/>
                  </a:lnTo>
                  <a:cubicBezTo>
                    <a:pt x="21862" y="16984"/>
                    <a:pt x="22322" y="16522"/>
                    <a:pt x="22322" y="15953"/>
                  </a:cubicBezTo>
                  <a:cubicBezTo>
                    <a:pt x="22322" y="15681"/>
                    <a:pt x="22213" y="15419"/>
                    <a:pt x="22022" y="15227"/>
                  </a:cubicBezTo>
                  <a:lnTo>
                    <a:pt x="17957" y="11162"/>
                  </a:lnTo>
                  <a:lnTo>
                    <a:pt x="17957" y="485"/>
                  </a:lnTo>
                  <a:cubicBezTo>
                    <a:pt x="17957" y="216"/>
                    <a:pt x="17741" y="0"/>
                    <a:pt x="17472" y="0"/>
                  </a:cubicBezTo>
                  <a:lnTo>
                    <a:pt x="16501" y="0"/>
                  </a:lnTo>
                  <a:lnTo>
                    <a:pt x="16501" y="83"/>
                  </a:lnTo>
                  <a:lnTo>
                    <a:pt x="11850" y="4735"/>
                  </a:lnTo>
                  <a:cubicBezTo>
                    <a:pt x="11660" y="4925"/>
                    <a:pt x="11411" y="5020"/>
                    <a:pt x="11162" y="5020"/>
                  </a:cubicBezTo>
                  <a:cubicBezTo>
                    <a:pt x="10914" y="5020"/>
                    <a:pt x="10666" y="4925"/>
                    <a:pt x="10476" y="4735"/>
                  </a:cubicBezTo>
                  <a:lnTo>
                    <a:pt x="5825" y="83"/>
                  </a:lnTo>
                  <a:lnTo>
                    <a:pt x="582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9"/>
            <p:cNvSpPr/>
            <p:nvPr/>
          </p:nvSpPr>
          <p:spPr>
            <a:xfrm>
              <a:off x="7003450" y="2545075"/>
              <a:ext cx="558075" cy="384075"/>
            </a:xfrm>
            <a:custGeom>
              <a:rect b="b" l="l" r="r" t="t"/>
              <a:pathLst>
                <a:path extrusionOk="0" h="15363" w="22323">
                  <a:moveTo>
                    <a:pt x="4369" y="1"/>
                  </a:moveTo>
                  <a:lnTo>
                    <a:pt x="4369" y="9541"/>
                  </a:lnTo>
                  <a:lnTo>
                    <a:pt x="304" y="13606"/>
                  </a:lnTo>
                  <a:cubicBezTo>
                    <a:pt x="110" y="13800"/>
                    <a:pt x="1" y="14061"/>
                    <a:pt x="1" y="14334"/>
                  </a:cubicBezTo>
                  <a:cubicBezTo>
                    <a:pt x="1" y="14902"/>
                    <a:pt x="461" y="15363"/>
                    <a:pt x="1030" y="15363"/>
                  </a:cubicBezTo>
                  <a:lnTo>
                    <a:pt x="21293" y="15363"/>
                  </a:lnTo>
                  <a:cubicBezTo>
                    <a:pt x="21862" y="15363"/>
                    <a:pt x="22322" y="14901"/>
                    <a:pt x="22322" y="14332"/>
                  </a:cubicBezTo>
                  <a:cubicBezTo>
                    <a:pt x="22322" y="14060"/>
                    <a:pt x="22213" y="13798"/>
                    <a:pt x="22024" y="13606"/>
                  </a:cubicBezTo>
                  <a:lnTo>
                    <a:pt x="17957" y="9541"/>
                  </a:lnTo>
                  <a:lnTo>
                    <a:pt x="17957" y="1"/>
                  </a:lnTo>
                  <a:lnTo>
                    <a:pt x="12535" y="5422"/>
                  </a:lnTo>
                  <a:cubicBezTo>
                    <a:pt x="12157" y="5802"/>
                    <a:pt x="11661" y="5991"/>
                    <a:pt x="11164" y="5991"/>
                  </a:cubicBezTo>
                  <a:cubicBezTo>
                    <a:pt x="10667" y="5991"/>
                    <a:pt x="10170" y="5802"/>
                    <a:pt x="9791" y="5422"/>
                  </a:cubicBezTo>
                  <a:lnTo>
                    <a:pt x="43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9"/>
            <p:cNvSpPr/>
            <p:nvPr/>
          </p:nvSpPr>
          <p:spPr>
            <a:xfrm>
              <a:off x="7221750" y="2371000"/>
              <a:ext cx="230525" cy="558125"/>
            </a:xfrm>
            <a:custGeom>
              <a:rect b="b" l="l" r="r" t="t"/>
              <a:pathLst>
                <a:path extrusionOk="0" h="22325" w="9221">
                  <a:moveTo>
                    <a:pt x="0" y="0"/>
                  </a:moveTo>
                  <a:lnTo>
                    <a:pt x="0" y="1457"/>
                  </a:lnTo>
                  <a:cubicBezTo>
                    <a:pt x="0" y="2797"/>
                    <a:pt x="1087" y="3884"/>
                    <a:pt x="2427" y="3884"/>
                  </a:cubicBezTo>
                  <a:cubicBezTo>
                    <a:pt x="3768" y="3884"/>
                    <a:pt x="4853" y="2798"/>
                    <a:pt x="4853" y="1457"/>
                  </a:cubicBezTo>
                  <a:lnTo>
                    <a:pt x="4853" y="0"/>
                  </a:lnTo>
                  <a:close/>
                  <a:moveTo>
                    <a:pt x="6393" y="19898"/>
                  </a:moveTo>
                  <a:cubicBezTo>
                    <a:pt x="6145" y="19898"/>
                    <a:pt x="5896" y="19992"/>
                    <a:pt x="5706" y="20181"/>
                  </a:cubicBezTo>
                  <a:lnTo>
                    <a:pt x="3564" y="22324"/>
                  </a:lnTo>
                  <a:lnTo>
                    <a:pt x="9220" y="22324"/>
                  </a:lnTo>
                  <a:lnTo>
                    <a:pt x="7079" y="20181"/>
                  </a:lnTo>
                  <a:cubicBezTo>
                    <a:pt x="6890" y="19992"/>
                    <a:pt x="6642" y="19898"/>
                    <a:pt x="6393" y="1989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9"/>
            <p:cNvSpPr/>
            <p:nvPr/>
          </p:nvSpPr>
          <p:spPr>
            <a:xfrm>
              <a:off x="6994325" y="2361925"/>
              <a:ext cx="576250" cy="576300"/>
            </a:xfrm>
            <a:custGeom>
              <a:rect b="b" l="l" r="r" t="t"/>
              <a:pathLst>
                <a:path extrusionOk="0" h="23052" w="23050">
                  <a:moveTo>
                    <a:pt x="13586" y="730"/>
                  </a:moveTo>
                  <a:lnTo>
                    <a:pt x="13586" y="1821"/>
                  </a:lnTo>
                  <a:cubicBezTo>
                    <a:pt x="13586" y="2958"/>
                    <a:pt x="12661" y="3885"/>
                    <a:pt x="11524" y="3885"/>
                  </a:cubicBezTo>
                  <a:cubicBezTo>
                    <a:pt x="10388" y="3885"/>
                    <a:pt x="9461" y="2958"/>
                    <a:pt x="9461" y="1821"/>
                  </a:cubicBezTo>
                  <a:lnTo>
                    <a:pt x="9461" y="730"/>
                  </a:lnTo>
                  <a:close/>
                  <a:moveTo>
                    <a:pt x="14922" y="730"/>
                  </a:moveTo>
                  <a:cubicBezTo>
                    <a:pt x="15256" y="730"/>
                    <a:pt x="15528" y="1001"/>
                    <a:pt x="15528" y="1335"/>
                  </a:cubicBezTo>
                  <a:lnTo>
                    <a:pt x="15528" y="3761"/>
                  </a:lnTo>
                  <a:cubicBezTo>
                    <a:pt x="15528" y="4527"/>
                    <a:pt x="15832" y="5239"/>
                    <a:pt x="16372" y="5762"/>
                  </a:cubicBezTo>
                  <a:lnTo>
                    <a:pt x="11952" y="10182"/>
                  </a:lnTo>
                  <a:cubicBezTo>
                    <a:pt x="11838" y="10295"/>
                    <a:pt x="11685" y="10359"/>
                    <a:pt x="11524" y="10359"/>
                  </a:cubicBezTo>
                  <a:cubicBezTo>
                    <a:pt x="11362" y="10359"/>
                    <a:pt x="11209" y="10295"/>
                    <a:pt x="11095" y="10182"/>
                  </a:cubicBezTo>
                  <a:lnTo>
                    <a:pt x="6676" y="5762"/>
                  </a:lnTo>
                  <a:cubicBezTo>
                    <a:pt x="7216" y="5238"/>
                    <a:pt x="7521" y="4527"/>
                    <a:pt x="7523" y="3761"/>
                  </a:cubicBezTo>
                  <a:lnTo>
                    <a:pt x="7523" y="1335"/>
                  </a:lnTo>
                  <a:cubicBezTo>
                    <a:pt x="7523" y="1001"/>
                    <a:pt x="7795" y="730"/>
                    <a:pt x="8129" y="730"/>
                  </a:cubicBezTo>
                  <a:lnTo>
                    <a:pt x="8735" y="730"/>
                  </a:lnTo>
                  <a:lnTo>
                    <a:pt x="8735" y="1821"/>
                  </a:lnTo>
                  <a:cubicBezTo>
                    <a:pt x="8735" y="3360"/>
                    <a:pt x="9987" y="4612"/>
                    <a:pt x="11526" y="4612"/>
                  </a:cubicBezTo>
                  <a:cubicBezTo>
                    <a:pt x="13063" y="4612"/>
                    <a:pt x="14317" y="3360"/>
                    <a:pt x="14317" y="1821"/>
                  </a:cubicBezTo>
                  <a:lnTo>
                    <a:pt x="14317" y="730"/>
                  </a:lnTo>
                  <a:close/>
                  <a:moveTo>
                    <a:pt x="17836" y="6067"/>
                  </a:moveTo>
                  <a:cubicBezTo>
                    <a:pt x="17901" y="6067"/>
                    <a:pt x="17956" y="6120"/>
                    <a:pt x="17956" y="6188"/>
                  </a:cubicBezTo>
                  <a:lnTo>
                    <a:pt x="17956" y="7175"/>
                  </a:lnTo>
                  <a:lnTo>
                    <a:pt x="12641" y="12489"/>
                  </a:lnTo>
                  <a:cubicBezTo>
                    <a:pt x="12333" y="12796"/>
                    <a:pt x="11929" y="12950"/>
                    <a:pt x="11525" y="12950"/>
                  </a:cubicBezTo>
                  <a:cubicBezTo>
                    <a:pt x="11121" y="12950"/>
                    <a:pt x="10717" y="12796"/>
                    <a:pt x="10410" y="12489"/>
                  </a:cubicBezTo>
                  <a:lnTo>
                    <a:pt x="5095" y="7175"/>
                  </a:lnTo>
                  <a:lnTo>
                    <a:pt x="5095" y="6188"/>
                  </a:lnTo>
                  <a:cubicBezTo>
                    <a:pt x="5095" y="6121"/>
                    <a:pt x="5146" y="6069"/>
                    <a:pt x="5213" y="6069"/>
                  </a:cubicBezTo>
                  <a:cubicBezTo>
                    <a:pt x="5214" y="6069"/>
                    <a:pt x="5215" y="6069"/>
                    <a:pt x="5216" y="6069"/>
                  </a:cubicBezTo>
                  <a:lnTo>
                    <a:pt x="5954" y="6069"/>
                  </a:lnTo>
                  <a:lnTo>
                    <a:pt x="10582" y="10696"/>
                  </a:lnTo>
                  <a:cubicBezTo>
                    <a:pt x="10835" y="10949"/>
                    <a:pt x="11169" y="11087"/>
                    <a:pt x="11526" y="11087"/>
                  </a:cubicBezTo>
                  <a:cubicBezTo>
                    <a:pt x="11881" y="11087"/>
                    <a:pt x="12216" y="10949"/>
                    <a:pt x="12469" y="10696"/>
                  </a:cubicBezTo>
                  <a:lnTo>
                    <a:pt x="17098" y="6067"/>
                  </a:lnTo>
                  <a:close/>
                  <a:moveTo>
                    <a:pt x="15359" y="16500"/>
                  </a:moveTo>
                  <a:cubicBezTo>
                    <a:pt x="15158" y="16500"/>
                    <a:pt x="14995" y="16663"/>
                    <a:pt x="14995" y="16864"/>
                  </a:cubicBezTo>
                  <a:cubicBezTo>
                    <a:pt x="14995" y="17065"/>
                    <a:pt x="15158" y="17229"/>
                    <a:pt x="15359" y="17229"/>
                  </a:cubicBezTo>
                  <a:lnTo>
                    <a:pt x="15407" y="17229"/>
                  </a:lnTo>
                  <a:cubicBezTo>
                    <a:pt x="15607" y="17229"/>
                    <a:pt x="15771" y="17065"/>
                    <a:pt x="15771" y="16864"/>
                  </a:cubicBezTo>
                  <a:cubicBezTo>
                    <a:pt x="15771" y="16663"/>
                    <a:pt x="15607" y="16500"/>
                    <a:pt x="15407" y="16500"/>
                  </a:cubicBezTo>
                  <a:close/>
                  <a:moveTo>
                    <a:pt x="15490" y="20625"/>
                  </a:moveTo>
                  <a:cubicBezTo>
                    <a:pt x="15645" y="20625"/>
                    <a:pt x="15801" y="20684"/>
                    <a:pt x="15918" y="20803"/>
                  </a:cubicBezTo>
                  <a:lnTo>
                    <a:pt x="17439" y="22324"/>
                  </a:lnTo>
                  <a:lnTo>
                    <a:pt x="13540" y="22324"/>
                  </a:lnTo>
                  <a:lnTo>
                    <a:pt x="15060" y="20803"/>
                  </a:lnTo>
                  <a:cubicBezTo>
                    <a:pt x="15179" y="20684"/>
                    <a:pt x="15334" y="20625"/>
                    <a:pt x="15490" y="20625"/>
                  </a:cubicBezTo>
                  <a:close/>
                  <a:moveTo>
                    <a:pt x="17955" y="8205"/>
                  </a:moveTo>
                  <a:lnTo>
                    <a:pt x="17955" y="16500"/>
                  </a:lnTo>
                  <a:lnTo>
                    <a:pt x="16862" y="16500"/>
                  </a:lnTo>
                  <a:cubicBezTo>
                    <a:pt x="16662" y="16500"/>
                    <a:pt x="16498" y="16663"/>
                    <a:pt x="16498" y="16864"/>
                  </a:cubicBezTo>
                  <a:cubicBezTo>
                    <a:pt x="16498" y="17065"/>
                    <a:pt x="16662" y="17229"/>
                    <a:pt x="16862" y="17229"/>
                  </a:cubicBezTo>
                  <a:lnTo>
                    <a:pt x="18168" y="17229"/>
                  </a:lnTo>
                  <a:lnTo>
                    <a:pt x="22127" y="21188"/>
                  </a:lnTo>
                  <a:cubicBezTo>
                    <a:pt x="22254" y="21315"/>
                    <a:pt x="22322" y="21481"/>
                    <a:pt x="22322" y="21658"/>
                  </a:cubicBezTo>
                  <a:cubicBezTo>
                    <a:pt x="22322" y="22025"/>
                    <a:pt x="22024" y="22324"/>
                    <a:pt x="21657" y="22325"/>
                  </a:cubicBezTo>
                  <a:lnTo>
                    <a:pt x="18469" y="22325"/>
                  </a:lnTo>
                  <a:lnTo>
                    <a:pt x="16434" y="20289"/>
                  </a:lnTo>
                  <a:cubicBezTo>
                    <a:pt x="16175" y="20028"/>
                    <a:pt x="15833" y="19898"/>
                    <a:pt x="15491" y="19898"/>
                  </a:cubicBezTo>
                  <a:cubicBezTo>
                    <a:pt x="15149" y="19898"/>
                    <a:pt x="14807" y="20028"/>
                    <a:pt x="14547" y="20289"/>
                  </a:cubicBezTo>
                  <a:lnTo>
                    <a:pt x="12512" y="22325"/>
                  </a:lnTo>
                  <a:lnTo>
                    <a:pt x="1393" y="22325"/>
                  </a:lnTo>
                  <a:cubicBezTo>
                    <a:pt x="1025" y="22325"/>
                    <a:pt x="727" y="22027"/>
                    <a:pt x="727" y="21658"/>
                  </a:cubicBezTo>
                  <a:cubicBezTo>
                    <a:pt x="727" y="21481"/>
                    <a:pt x="796" y="21315"/>
                    <a:pt x="923" y="21188"/>
                  </a:cubicBezTo>
                  <a:lnTo>
                    <a:pt x="4882" y="17229"/>
                  </a:lnTo>
                  <a:lnTo>
                    <a:pt x="7837" y="17229"/>
                  </a:lnTo>
                  <a:lnTo>
                    <a:pt x="5907" y="19542"/>
                  </a:lnTo>
                  <a:cubicBezTo>
                    <a:pt x="5777" y="19697"/>
                    <a:pt x="5799" y="19929"/>
                    <a:pt x="5954" y="20057"/>
                  </a:cubicBezTo>
                  <a:cubicBezTo>
                    <a:pt x="6020" y="20111"/>
                    <a:pt x="6104" y="20139"/>
                    <a:pt x="6185" y="20139"/>
                  </a:cubicBezTo>
                  <a:cubicBezTo>
                    <a:pt x="6290" y="20139"/>
                    <a:pt x="6394" y="20095"/>
                    <a:pt x="6467" y="20009"/>
                  </a:cubicBezTo>
                  <a:lnTo>
                    <a:pt x="8783" y="17229"/>
                  </a:lnTo>
                  <a:lnTo>
                    <a:pt x="11159" y="17229"/>
                  </a:lnTo>
                  <a:lnTo>
                    <a:pt x="11159" y="19291"/>
                  </a:lnTo>
                  <a:cubicBezTo>
                    <a:pt x="11159" y="19491"/>
                    <a:pt x="11323" y="19655"/>
                    <a:pt x="11524" y="19655"/>
                  </a:cubicBezTo>
                  <a:cubicBezTo>
                    <a:pt x="11725" y="19655"/>
                    <a:pt x="11888" y="19491"/>
                    <a:pt x="11888" y="19291"/>
                  </a:cubicBezTo>
                  <a:lnTo>
                    <a:pt x="11888" y="17229"/>
                  </a:lnTo>
                  <a:lnTo>
                    <a:pt x="13950" y="17229"/>
                  </a:lnTo>
                  <a:cubicBezTo>
                    <a:pt x="14151" y="17229"/>
                    <a:pt x="14314" y="17065"/>
                    <a:pt x="14314" y="16864"/>
                  </a:cubicBezTo>
                  <a:cubicBezTo>
                    <a:pt x="14314" y="16663"/>
                    <a:pt x="14151" y="16500"/>
                    <a:pt x="13950" y="16500"/>
                  </a:cubicBezTo>
                  <a:lnTo>
                    <a:pt x="5094" y="16500"/>
                  </a:lnTo>
                  <a:lnTo>
                    <a:pt x="5094" y="8205"/>
                  </a:lnTo>
                  <a:lnTo>
                    <a:pt x="9893" y="13004"/>
                  </a:lnTo>
                  <a:cubicBezTo>
                    <a:pt x="10342" y="13453"/>
                    <a:pt x="10935" y="13678"/>
                    <a:pt x="11524" y="13678"/>
                  </a:cubicBezTo>
                  <a:cubicBezTo>
                    <a:pt x="12116" y="13678"/>
                    <a:pt x="12705" y="13453"/>
                    <a:pt x="13154" y="13004"/>
                  </a:cubicBezTo>
                  <a:lnTo>
                    <a:pt x="17955" y="8205"/>
                  </a:lnTo>
                  <a:close/>
                  <a:moveTo>
                    <a:pt x="8129" y="1"/>
                  </a:moveTo>
                  <a:cubicBezTo>
                    <a:pt x="7393" y="1"/>
                    <a:pt x="6795" y="599"/>
                    <a:pt x="6795" y="1335"/>
                  </a:cubicBezTo>
                  <a:lnTo>
                    <a:pt x="6795" y="3761"/>
                  </a:lnTo>
                  <a:cubicBezTo>
                    <a:pt x="6795" y="4378"/>
                    <a:pt x="6528" y="4946"/>
                    <a:pt x="6062" y="5338"/>
                  </a:cubicBezTo>
                  <a:lnTo>
                    <a:pt x="5217" y="5338"/>
                  </a:lnTo>
                  <a:cubicBezTo>
                    <a:pt x="4749" y="5338"/>
                    <a:pt x="4369" y="5719"/>
                    <a:pt x="4369" y="6188"/>
                  </a:cubicBezTo>
                  <a:lnTo>
                    <a:pt x="4369" y="7325"/>
                  </a:lnTo>
                  <a:lnTo>
                    <a:pt x="4369" y="16713"/>
                  </a:lnTo>
                  <a:lnTo>
                    <a:pt x="408" y="20672"/>
                  </a:lnTo>
                  <a:cubicBezTo>
                    <a:pt x="146" y="20935"/>
                    <a:pt x="1" y="21286"/>
                    <a:pt x="1" y="21658"/>
                  </a:cubicBezTo>
                  <a:cubicBezTo>
                    <a:pt x="1" y="22426"/>
                    <a:pt x="626" y="23051"/>
                    <a:pt x="1393" y="23051"/>
                  </a:cubicBezTo>
                  <a:lnTo>
                    <a:pt x="21657" y="23051"/>
                  </a:lnTo>
                  <a:cubicBezTo>
                    <a:pt x="22423" y="23051"/>
                    <a:pt x="23050" y="22427"/>
                    <a:pt x="23050" y="21658"/>
                  </a:cubicBezTo>
                  <a:cubicBezTo>
                    <a:pt x="23050" y="21286"/>
                    <a:pt x="22905" y="20935"/>
                    <a:pt x="22643" y="20672"/>
                  </a:cubicBezTo>
                  <a:lnTo>
                    <a:pt x="18684" y="16713"/>
                  </a:lnTo>
                  <a:lnTo>
                    <a:pt x="18684" y="7325"/>
                  </a:lnTo>
                  <a:lnTo>
                    <a:pt x="18684" y="6188"/>
                  </a:lnTo>
                  <a:cubicBezTo>
                    <a:pt x="18684" y="5719"/>
                    <a:pt x="18305" y="5338"/>
                    <a:pt x="17836" y="5338"/>
                  </a:cubicBezTo>
                  <a:lnTo>
                    <a:pt x="16991" y="5338"/>
                  </a:lnTo>
                  <a:cubicBezTo>
                    <a:pt x="16524" y="4945"/>
                    <a:pt x="16258" y="4378"/>
                    <a:pt x="16258" y="3761"/>
                  </a:cubicBezTo>
                  <a:lnTo>
                    <a:pt x="16258" y="1335"/>
                  </a:lnTo>
                  <a:cubicBezTo>
                    <a:pt x="16258" y="599"/>
                    <a:pt x="15658" y="1"/>
                    <a:pt x="1492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8" name="Google Shape;5748;p69"/>
          <p:cNvGrpSpPr/>
          <p:nvPr/>
        </p:nvGrpSpPr>
        <p:grpSpPr>
          <a:xfrm>
            <a:off x="7839438" y="2361925"/>
            <a:ext cx="576350" cy="576300"/>
            <a:chOff x="7839438" y="2361925"/>
            <a:chExt cx="576350" cy="576300"/>
          </a:xfrm>
        </p:grpSpPr>
        <p:sp>
          <p:nvSpPr>
            <p:cNvPr id="5749" name="Google Shape;5749;p69"/>
            <p:cNvSpPr/>
            <p:nvPr/>
          </p:nvSpPr>
          <p:spPr>
            <a:xfrm>
              <a:off x="7909713" y="2819900"/>
              <a:ext cx="435800" cy="109200"/>
            </a:xfrm>
            <a:custGeom>
              <a:rect b="b" l="l" r="r" t="t"/>
              <a:pathLst>
                <a:path extrusionOk="0" h="4368" w="17432">
                  <a:moveTo>
                    <a:pt x="0" y="0"/>
                  </a:moveTo>
                  <a:lnTo>
                    <a:pt x="404" y="3644"/>
                  </a:lnTo>
                  <a:cubicBezTo>
                    <a:pt x="449" y="4056"/>
                    <a:pt x="796" y="4367"/>
                    <a:pt x="1210" y="4367"/>
                  </a:cubicBezTo>
                  <a:cubicBezTo>
                    <a:pt x="1623" y="4367"/>
                    <a:pt x="1970" y="4056"/>
                    <a:pt x="2017" y="3644"/>
                  </a:cubicBezTo>
                  <a:lnTo>
                    <a:pt x="2420" y="0"/>
                  </a:lnTo>
                  <a:close/>
                  <a:moveTo>
                    <a:pt x="15010" y="0"/>
                  </a:moveTo>
                  <a:lnTo>
                    <a:pt x="15415" y="3644"/>
                  </a:lnTo>
                  <a:cubicBezTo>
                    <a:pt x="15462" y="4056"/>
                    <a:pt x="15809" y="4367"/>
                    <a:pt x="16222" y="4367"/>
                  </a:cubicBezTo>
                  <a:cubicBezTo>
                    <a:pt x="16636" y="4367"/>
                    <a:pt x="16983" y="4056"/>
                    <a:pt x="17028" y="3644"/>
                  </a:cubicBezTo>
                  <a:lnTo>
                    <a:pt x="17432"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9"/>
            <p:cNvSpPr/>
            <p:nvPr/>
          </p:nvSpPr>
          <p:spPr>
            <a:xfrm>
              <a:off x="7892188" y="2528700"/>
              <a:ext cx="470850" cy="339700"/>
            </a:xfrm>
            <a:custGeom>
              <a:rect b="b" l="l" r="r" t="t"/>
              <a:pathLst>
                <a:path extrusionOk="0" h="13588" w="18834">
                  <a:moveTo>
                    <a:pt x="5058" y="1"/>
                  </a:moveTo>
                  <a:lnTo>
                    <a:pt x="251" y="12263"/>
                  </a:lnTo>
                  <a:cubicBezTo>
                    <a:pt x="1" y="12899"/>
                    <a:pt x="470" y="13588"/>
                    <a:pt x="1152" y="13588"/>
                  </a:cubicBezTo>
                  <a:cubicBezTo>
                    <a:pt x="2353" y="13588"/>
                    <a:pt x="3444" y="12890"/>
                    <a:pt x="3950" y="11800"/>
                  </a:cubicBezTo>
                  <a:lnTo>
                    <a:pt x="9415" y="1"/>
                  </a:lnTo>
                  <a:close/>
                  <a:moveTo>
                    <a:pt x="9418" y="1"/>
                  </a:moveTo>
                  <a:lnTo>
                    <a:pt x="14884" y="11800"/>
                  </a:lnTo>
                  <a:cubicBezTo>
                    <a:pt x="15390" y="12890"/>
                    <a:pt x="16481" y="13588"/>
                    <a:pt x="17682" y="13588"/>
                  </a:cubicBezTo>
                  <a:cubicBezTo>
                    <a:pt x="18364" y="13588"/>
                    <a:pt x="18833" y="12899"/>
                    <a:pt x="18582" y="12263"/>
                  </a:cubicBezTo>
                  <a:lnTo>
                    <a:pt x="1377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9"/>
            <p:cNvSpPr/>
            <p:nvPr/>
          </p:nvSpPr>
          <p:spPr>
            <a:xfrm>
              <a:off x="8079163" y="2371000"/>
              <a:ext cx="96875" cy="157725"/>
            </a:xfrm>
            <a:custGeom>
              <a:rect b="b" l="l" r="r" t="t"/>
              <a:pathLst>
                <a:path extrusionOk="0" h="6309" w="3875">
                  <a:moveTo>
                    <a:pt x="1335" y="0"/>
                  </a:moveTo>
                  <a:cubicBezTo>
                    <a:pt x="598" y="0"/>
                    <a:pt x="1" y="597"/>
                    <a:pt x="1" y="1335"/>
                  </a:cubicBezTo>
                  <a:lnTo>
                    <a:pt x="1" y="5945"/>
                  </a:lnTo>
                  <a:cubicBezTo>
                    <a:pt x="1" y="6145"/>
                    <a:pt x="164" y="6309"/>
                    <a:pt x="365" y="6309"/>
                  </a:cubicBezTo>
                  <a:lnTo>
                    <a:pt x="3511" y="6309"/>
                  </a:lnTo>
                  <a:cubicBezTo>
                    <a:pt x="3711" y="6309"/>
                    <a:pt x="3875" y="6147"/>
                    <a:pt x="3873" y="5945"/>
                  </a:cubicBezTo>
                  <a:lnTo>
                    <a:pt x="3873" y="1335"/>
                  </a:lnTo>
                  <a:cubicBezTo>
                    <a:pt x="3873" y="597"/>
                    <a:pt x="3277" y="0"/>
                    <a:pt x="25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9"/>
            <p:cNvSpPr/>
            <p:nvPr/>
          </p:nvSpPr>
          <p:spPr>
            <a:xfrm>
              <a:off x="8079213" y="2371000"/>
              <a:ext cx="48450" cy="157725"/>
            </a:xfrm>
            <a:custGeom>
              <a:rect b="b" l="l" r="r" t="t"/>
              <a:pathLst>
                <a:path extrusionOk="0" h="6309" w="1938">
                  <a:moveTo>
                    <a:pt x="967" y="0"/>
                  </a:moveTo>
                  <a:cubicBezTo>
                    <a:pt x="434" y="0"/>
                    <a:pt x="0" y="434"/>
                    <a:pt x="0" y="967"/>
                  </a:cubicBezTo>
                  <a:lnTo>
                    <a:pt x="0" y="6309"/>
                  </a:lnTo>
                  <a:lnTo>
                    <a:pt x="1937" y="6309"/>
                  </a:lnTo>
                  <a:lnTo>
                    <a:pt x="1937" y="967"/>
                  </a:lnTo>
                  <a:cubicBezTo>
                    <a:pt x="1937" y="434"/>
                    <a:pt x="1504" y="0"/>
                    <a:pt x="971"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9"/>
            <p:cNvSpPr/>
            <p:nvPr/>
          </p:nvSpPr>
          <p:spPr>
            <a:xfrm>
              <a:off x="8018663" y="2431650"/>
              <a:ext cx="217925" cy="218400"/>
            </a:xfrm>
            <a:custGeom>
              <a:rect b="b" l="l" r="r" t="t"/>
              <a:pathLst>
                <a:path extrusionOk="0" h="8736" w="8717">
                  <a:moveTo>
                    <a:pt x="4359" y="0"/>
                  </a:moveTo>
                  <a:cubicBezTo>
                    <a:pt x="1952" y="0"/>
                    <a:pt x="1" y="1956"/>
                    <a:pt x="1" y="4367"/>
                  </a:cubicBezTo>
                  <a:cubicBezTo>
                    <a:pt x="1" y="6780"/>
                    <a:pt x="1952" y="8736"/>
                    <a:pt x="4359" y="8736"/>
                  </a:cubicBezTo>
                  <a:cubicBezTo>
                    <a:pt x="6765" y="8736"/>
                    <a:pt x="8716" y="6780"/>
                    <a:pt x="8716" y="4367"/>
                  </a:cubicBezTo>
                  <a:cubicBezTo>
                    <a:pt x="8716" y="1957"/>
                    <a:pt x="6764" y="2"/>
                    <a:pt x="43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9"/>
            <p:cNvSpPr/>
            <p:nvPr/>
          </p:nvSpPr>
          <p:spPr>
            <a:xfrm>
              <a:off x="8079213" y="2492275"/>
              <a:ext cx="96825" cy="97125"/>
            </a:xfrm>
            <a:custGeom>
              <a:rect b="b" l="l" r="r" t="t"/>
              <a:pathLst>
                <a:path extrusionOk="0" h="3885" w="3873">
                  <a:moveTo>
                    <a:pt x="1937" y="1"/>
                  </a:moveTo>
                  <a:cubicBezTo>
                    <a:pt x="867" y="1"/>
                    <a:pt x="0" y="872"/>
                    <a:pt x="0" y="1942"/>
                  </a:cubicBezTo>
                  <a:cubicBezTo>
                    <a:pt x="0" y="3015"/>
                    <a:pt x="867" y="3885"/>
                    <a:pt x="1937" y="3885"/>
                  </a:cubicBezTo>
                  <a:cubicBezTo>
                    <a:pt x="3006" y="3885"/>
                    <a:pt x="3873" y="3014"/>
                    <a:pt x="3873" y="1942"/>
                  </a:cubicBezTo>
                  <a:cubicBezTo>
                    <a:pt x="3873" y="872"/>
                    <a:pt x="3006" y="2"/>
                    <a:pt x="19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9"/>
            <p:cNvSpPr/>
            <p:nvPr/>
          </p:nvSpPr>
          <p:spPr>
            <a:xfrm>
              <a:off x="8079213" y="2722825"/>
              <a:ext cx="96825" cy="97100"/>
            </a:xfrm>
            <a:custGeom>
              <a:rect b="b" l="l" r="r" t="t"/>
              <a:pathLst>
                <a:path extrusionOk="0" h="3884" w="3873">
                  <a:moveTo>
                    <a:pt x="1937" y="1"/>
                  </a:moveTo>
                  <a:cubicBezTo>
                    <a:pt x="867" y="1"/>
                    <a:pt x="0" y="870"/>
                    <a:pt x="0" y="1942"/>
                  </a:cubicBezTo>
                  <a:cubicBezTo>
                    <a:pt x="0" y="3015"/>
                    <a:pt x="867" y="3883"/>
                    <a:pt x="1937" y="3883"/>
                  </a:cubicBezTo>
                  <a:cubicBezTo>
                    <a:pt x="3006" y="3883"/>
                    <a:pt x="3873" y="3013"/>
                    <a:pt x="3873" y="1942"/>
                  </a:cubicBezTo>
                  <a:cubicBezTo>
                    <a:pt x="3873" y="869"/>
                    <a:pt x="3006" y="1"/>
                    <a:pt x="19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9"/>
            <p:cNvSpPr/>
            <p:nvPr/>
          </p:nvSpPr>
          <p:spPr>
            <a:xfrm>
              <a:off x="8103413" y="2747100"/>
              <a:ext cx="48450" cy="48550"/>
            </a:xfrm>
            <a:custGeom>
              <a:rect b="b" l="l" r="r" t="t"/>
              <a:pathLst>
                <a:path extrusionOk="0" h="1942" w="1938">
                  <a:moveTo>
                    <a:pt x="969" y="0"/>
                  </a:moveTo>
                  <a:cubicBezTo>
                    <a:pt x="434" y="0"/>
                    <a:pt x="0" y="436"/>
                    <a:pt x="0" y="971"/>
                  </a:cubicBezTo>
                  <a:cubicBezTo>
                    <a:pt x="0" y="1505"/>
                    <a:pt x="434" y="1941"/>
                    <a:pt x="969" y="1941"/>
                  </a:cubicBezTo>
                  <a:cubicBezTo>
                    <a:pt x="1504" y="1941"/>
                    <a:pt x="1937" y="1508"/>
                    <a:pt x="1937" y="971"/>
                  </a:cubicBezTo>
                  <a:cubicBezTo>
                    <a:pt x="1937" y="435"/>
                    <a:pt x="1504" y="2"/>
                    <a:pt x="969"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9"/>
            <p:cNvSpPr/>
            <p:nvPr/>
          </p:nvSpPr>
          <p:spPr>
            <a:xfrm>
              <a:off x="7839438" y="2361925"/>
              <a:ext cx="576350" cy="576300"/>
            </a:xfrm>
            <a:custGeom>
              <a:rect b="b" l="l" r="r" t="t"/>
              <a:pathLst>
                <a:path extrusionOk="0" h="23052" w="23054">
                  <a:moveTo>
                    <a:pt x="12519" y="727"/>
                  </a:moveTo>
                  <a:cubicBezTo>
                    <a:pt x="12851" y="727"/>
                    <a:pt x="13123" y="1000"/>
                    <a:pt x="13123" y="1334"/>
                  </a:cubicBezTo>
                  <a:lnTo>
                    <a:pt x="13123" y="2697"/>
                  </a:lnTo>
                  <a:cubicBezTo>
                    <a:pt x="12631" y="2522"/>
                    <a:pt x="12101" y="2427"/>
                    <a:pt x="11551" y="2427"/>
                  </a:cubicBezTo>
                  <a:cubicBezTo>
                    <a:pt x="11000" y="2427"/>
                    <a:pt x="10471" y="2522"/>
                    <a:pt x="9979" y="2697"/>
                  </a:cubicBezTo>
                  <a:lnTo>
                    <a:pt x="9979" y="1334"/>
                  </a:lnTo>
                  <a:cubicBezTo>
                    <a:pt x="9979" y="1000"/>
                    <a:pt x="10249" y="727"/>
                    <a:pt x="10583" y="727"/>
                  </a:cubicBezTo>
                  <a:close/>
                  <a:moveTo>
                    <a:pt x="11551" y="5579"/>
                  </a:moveTo>
                  <a:cubicBezTo>
                    <a:pt x="12418" y="5579"/>
                    <a:pt x="13123" y="6286"/>
                    <a:pt x="13123" y="7156"/>
                  </a:cubicBezTo>
                  <a:cubicBezTo>
                    <a:pt x="13123" y="8027"/>
                    <a:pt x="12418" y="8734"/>
                    <a:pt x="11551" y="8734"/>
                  </a:cubicBezTo>
                  <a:cubicBezTo>
                    <a:pt x="10684" y="8734"/>
                    <a:pt x="9979" y="8027"/>
                    <a:pt x="9979" y="7156"/>
                  </a:cubicBezTo>
                  <a:cubicBezTo>
                    <a:pt x="9979" y="6288"/>
                    <a:pt x="10684" y="5582"/>
                    <a:pt x="11551" y="5579"/>
                  </a:cubicBezTo>
                  <a:close/>
                  <a:moveTo>
                    <a:pt x="11551" y="4851"/>
                  </a:moveTo>
                  <a:cubicBezTo>
                    <a:pt x="10282" y="4851"/>
                    <a:pt x="9250" y="5887"/>
                    <a:pt x="9250" y="7156"/>
                  </a:cubicBezTo>
                  <a:cubicBezTo>
                    <a:pt x="9250" y="8428"/>
                    <a:pt x="10282" y="9463"/>
                    <a:pt x="11551" y="9463"/>
                  </a:cubicBezTo>
                  <a:cubicBezTo>
                    <a:pt x="12819" y="9463"/>
                    <a:pt x="13852" y="8427"/>
                    <a:pt x="13852" y="7156"/>
                  </a:cubicBezTo>
                  <a:cubicBezTo>
                    <a:pt x="13852" y="5884"/>
                    <a:pt x="12819" y="4851"/>
                    <a:pt x="11551" y="4851"/>
                  </a:cubicBezTo>
                  <a:close/>
                  <a:moveTo>
                    <a:pt x="11551" y="3153"/>
                  </a:moveTo>
                  <a:cubicBezTo>
                    <a:pt x="13752" y="3153"/>
                    <a:pt x="15544" y="4949"/>
                    <a:pt x="15544" y="7156"/>
                  </a:cubicBezTo>
                  <a:cubicBezTo>
                    <a:pt x="15544" y="9365"/>
                    <a:pt x="13754" y="11161"/>
                    <a:pt x="11551" y="11161"/>
                  </a:cubicBezTo>
                  <a:cubicBezTo>
                    <a:pt x="9350" y="11161"/>
                    <a:pt x="7558" y="9365"/>
                    <a:pt x="7558" y="7156"/>
                  </a:cubicBezTo>
                  <a:cubicBezTo>
                    <a:pt x="7558" y="4951"/>
                    <a:pt x="9348" y="3154"/>
                    <a:pt x="11551" y="3153"/>
                  </a:cubicBezTo>
                  <a:close/>
                  <a:moveTo>
                    <a:pt x="13391" y="11515"/>
                  </a:moveTo>
                  <a:lnTo>
                    <a:pt x="15476" y="16014"/>
                  </a:lnTo>
                  <a:lnTo>
                    <a:pt x="13823" y="16014"/>
                  </a:lnTo>
                  <a:cubicBezTo>
                    <a:pt x="13649" y="14916"/>
                    <a:pt x="12698" y="14074"/>
                    <a:pt x="11553" y="14074"/>
                  </a:cubicBezTo>
                  <a:cubicBezTo>
                    <a:pt x="11552" y="14074"/>
                    <a:pt x="11551" y="14074"/>
                    <a:pt x="11550" y="14074"/>
                  </a:cubicBezTo>
                  <a:cubicBezTo>
                    <a:pt x="10393" y="14074"/>
                    <a:pt x="9434" y="14930"/>
                    <a:pt x="9272" y="16044"/>
                  </a:cubicBezTo>
                  <a:cubicBezTo>
                    <a:pt x="9228" y="16024"/>
                    <a:pt x="9179" y="16014"/>
                    <a:pt x="9128" y="16014"/>
                  </a:cubicBezTo>
                  <a:lnTo>
                    <a:pt x="7622" y="16014"/>
                  </a:lnTo>
                  <a:lnTo>
                    <a:pt x="9706" y="11515"/>
                  </a:lnTo>
                  <a:cubicBezTo>
                    <a:pt x="10273" y="11756"/>
                    <a:pt x="10896" y="11889"/>
                    <a:pt x="11550" y="11889"/>
                  </a:cubicBezTo>
                  <a:cubicBezTo>
                    <a:pt x="12203" y="11889"/>
                    <a:pt x="12824" y="11756"/>
                    <a:pt x="13391" y="11515"/>
                  </a:cubicBezTo>
                  <a:close/>
                  <a:moveTo>
                    <a:pt x="11551" y="14800"/>
                  </a:moveTo>
                  <a:cubicBezTo>
                    <a:pt x="12418" y="14800"/>
                    <a:pt x="13124" y="15508"/>
                    <a:pt x="13123" y="16378"/>
                  </a:cubicBezTo>
                  <a:cubicBezTo>
                    <a:pt x="13123" y="17249"/>
                    <a:pt x="12418" y="17955"/>
                    <a:pt x="11551" y="17955"/>
                  </a:cubicBezTo>
                  <a:cubicBezTo>
                    <a:pt x="10684" y="17955"/>
                    <a:pt x="9979" y="17249"/>
                    <a:pt x="9979" y="16378"/>
                  </a:cubicBezTo>
                  <a:cubicBezTo>
                    <a:pt x="9979" y="15508"/>
                    <a:pt x="10684" y="14800"/>
                    <a:pt x="11551" y="14800"/>
                  </a:cubicBezTo>
                  <a:close/>
                  <a:moveTo>
                    <a:pt x="6959" y="8263"/>
                  </a:moveTo>
                  <a:cubicBezTo>
                    <a:pt x="7254" y="9490"/>
                    <a:pt x="8022" y="10528"/>
                    <a:pt x="9063" y="11177"/>
                  </a:cubicBezTo>
                  <a:lnTo>
                    <a:pt x="5754" y="18318"/>
                  </a:lnTo>
                  <a:cubicBezTo>
                    <a:pt x="5311" y="19277"/>
                    <a:pt x="4342" y="19896"/>
                    <a:pt x="3287" y="19896"/>
                  </a:cubicBezTo>
                  <a:cubicBezTo>
                    <a:pt x="3239" y="19896"/>
                    <a:pt x="3191" y="19889"/>
                    <a:pt x="3145" y="19879"/>
                  </a:cubicBezTo>
                  <a:cubicBezTo>
                    <a:pt x="3138" y="19878"/>
                    <a:pt x="3132" y="19875"/>
                    <a:pt x="3125" y="19874"/>
                  </a:cubicBezTo>
                  <a:cubicBezTo>
                    <a:pt x="2989" y="19837"/>
                    <a:pt x="2871" y="19753"/>
                    <a:pt x="2788" y="19631"/>
                  </a:cubicBezTo>
                  <a:cubicBezTo>
                    <a:pt x="2672" y="19462"/>
                    <a:pt x="2649" y="19256"/>
                    <a:pt x="2725" y="19065"/>
                  </a:cubicBezTo>
                  <a:lnTo>
                    <a:pt x="6959" y="8263"/>
                  </a:lnTo>
                  <a:close/>
                  <a:moveTo>
                    <a:pt x="16143" y="8265"/>
                  </a:moveTo>
                  <a:lnTo>
                    <a:pt x="20378" y="19068"/>
                  </a:lnTo>
                  <a:cubicBezTo>
                    <a:pt x="20453" y="19257"/>
                    <a:pt x="20429" y="19463"/>
                    <a:pt x="20314" y="19632"/>
                  </a:cubicBezTo>
                  <a:cubicBezTo>
                    <a:pt x="20199" y="19800"/>
                    <a:pt x="20017" y="19896"/>
                    <a:pt x="19815" y="19899"/>
                  </a:cubicBezTo>
                  <a:cubicBezTo>
                    <a:pt x="18759" y="19899"/>
                    <a:pt x="17791" y="19278"/>
                    <a:pt x="17348" y="18319"/>
                  </a:cubicBezTo>
                  <a:lnTo>
                    <a:pt x="14039" y="11178"/>
                  </a:lnTo>
                  <a:cubicBezTo>
                    <a:pt x="15078" y="10530"/>
                    <a:pt x="15849" y="9490"/>
                    <a:pt x="16143" y="8265"/>
                  </a:cubicBezTo>
                  <a:close/>
                  <a:moveTo>
                    <a:pt x="4667" y="20334"/>
                  </a:moveTo>
                  <a:lnTo>
                    <a:pt x="4490" y="21924"/>
                  </a:lnTo>
                  <a:cubicBezTo>
                    <a:pt x="4465" y="22152"/>
                    <a:pt x="4272" y="22324"/>
                    <a:pt x="4046" y="22324"/>
                  </a:cubicBezTo>
                  <a:cubicBezTo>
                    <a:pt x="3819" y="22324"/>
                    <a:pt x="3627" y="22152"/>
                    <a:pt x="3601" y="21924"/>
                  </a:cubicBezTo>
                  <a:lnTo>
                    <a:pt x="3458" y="20620"/>
                  </a:lnTo>
                  <a:cubicBezTo>
                    <a:pt x="3880" y="20598"/>
                    <a:pt x="4289" y="20499"/>
                    <a:pt x="4667" y="20334"/>
                  </a:cubicBezTo>
                  <a:close/>
                  <a:moveTo>
                    <a:pt x="9273" y="16712"/>
                  </a:moveTo>
                  <a:cubicBezTo>
                    <a:pt x="9436" y="17824"/>
                    <a:pt x="10396" y="18681"/>
                    <a:pt x="11551" y="18681"/>
                  </a:cubicBezTo>
                  <a:cubicBezTo>
                    <a:pt x="12696" y="18681"/>
                    <a:pt x="13649" y="17840"/>
                    <a:pt x="13823" y="16740"/>
                  </a:cubicBezTo>
                  <a:lnTo>
                    <a:pt x="15814" y="16740"/>
                  </a:lnTo>
                  <a:lnTo>
                    <a:pt x="16687" y="18622"/>
                  </a:lnTo>
                  <a:cubicBezTo>
                    <a:pt x="16912" y="19111"/>
                    <a:pt x="17244" y="19527"/>
                    <a:pt x="17649" y="19854"/>
                  </a:cubicBezTo>
                  <a:lnTo>
                    <a:pt x="17888" y="22003"/>
                  </a:lnTo>
                  <a:cubicBezTo>
                    <a:pt x="17899" y="22113"/>
                    <a:pt x="17928" y="22223"/>
                    <a:pt x="17969" y="22322"/>
                  </a:cubicBezTo>
                  <a:lnTo>
                    <a:pt x="5132" y="22324"/>
                  </a:lnTo>
                  <a:cubicBezTo>
                    <a:pt x="5173" y="22224"/>
                    <a:pt x="5202" y="22116"/>
                    <a:pt x="5214" y="22004"/>
                  </a:cubicBezTo>
                  <a:lnTo>
                    <a:pt x="5452" y="19857"/>
                  </a:lnTo>
                  <a:cubicBezTo>
                    <a:pt x="5855" y="19530"/>
                    <a:pt x="6189" y="19112"/>
                    <a:pt x="6415" y="18623"/>
                  </a:cubicBezTo>
                  <a:lnTo>
                    <a:pt x="7288" y="16742"/>
                  </a:lnTo>
                  <a:lnTo>
                    <a:pt x="9129" y="16742"/>
                  </a:lnTo>
                  <a:cubicBezTo>
                    <a:pt x="9181" y="16742"/>
                    <a:pt x="9229" y="16732"/>
                    <a:pt x="9273" y="16712"/>
                  </a:cubicBezTo>
                  <a:close/>
                  <a:moveTo>
                    <a:pt x="18436" y="20334"/>
                  </a:moveTo>
                  <a:cubicBezTo>
                    <a:pt x="18813" y="20499"/>
                    <a:pt x="19224" y="20598"/>
                    <a:pt x="19646" y="20620"/>
                  </a:cubicBezTo>
                  <a:lnTo>
                    <a:pt x="19501" y="21924"/>
                  </a:lnTo>
                  <a:cubicBezTo>
                    <a:pt x="19475" y="22152"/>
                    <a:pt x="19285" y="22324"/>
                    <a:pt x="19056" y="22324"/>
                  </a:cubicBezTo>
                  <a:cubicBezTo>
                    <a:pt x="18829" y="22324"/>
                    <a:pt x="18637" y="22152"/>
                    <a:pt x="18613" y="21924"/>
                  </a:cubicBezTo>
                  <a:lnTo>
                    <a:pt x="18436" y="20334"/>
                  </a:lnTo>
                  <a:close/>
                  <a:moveTo>
                    <a:pt x="364" y="22322"/>
                  </a:moveTo>
                  <a:cubicBezTo>
                    <a:pt x="164" y="22322"/>
                    <a:pt x="0" y="22486"/>
                    <a:pt x="0" y="22686"/>
                  </a:cubicBezTo>
                  <a:cubicBezTo>
                    <a:pt x="0" y="22886"/>
                    <a:pt x="164" y="23050"/>
                    <a:pt x="364" y="23050"/>
                  </a:cubicBezTo>
                  <a:lnTo>
                    <a:pt x="412" y="23050"/>
                  </a:lnTo>
                  <a:cubicBezTo>
                    <a:pt x="613" y="23050"/>
                    <a:pt x="778" y="22886"/>
                    <a:pt x="778" y="22686"/>
                  </a:cubicBezTo>
                  <a:cubicBezTo>
                    <a:pt x="778" y="22486"/>
                    <a:pt x="616" y="22322"/>
                    <a:pt x="412" y="22322"/>
                  </a:cubicBezTo>
                  <a:close/>
                  <a:moveTo>
                    <a:pt x="22640" y="22322"/>
                  </a:moveTo>
                  <a:cubicBezTo>
                    <a:pt x="22440" y="22322"/>
                    <a:pt x="22276" y="22486"/>
                    <a:pt x="22276" y="22686"/>
                  </a:cubicBezTo>
                  <a:cubicBezTo>
                    <a:pt x="22276" y="22886"/>
                    <a:pt x="22440" y="23050"/>
                    <a:pt x="22640" y="23050"/>
                  </a:cubicBezTo>
                  <a:lnTo>
                    <a:pt x="22688" y="23050"/>
                  </a:lnTo>
                  <a:cubicBezTo>
                    <a:pt x="22889" y="23050"/>
                    <a:pt x="23054" y="22886"/>
                    <a:pt x="23054" y="22686"/>
                  </a:cubicBezTo>
                  <a:cubicBezTo>
                    <a:pt x="23054" y="22486"/>
                    <a:pt x="22890" y="22322"/>
                    <a:pt x="22688" y="22322"/>
                  </a:cubicBezTo>
                  <a:close/>
                  <a:moveTo>
                    <a:pt x="10583" y="1"/>
                  </a:moveTo>
                  <a:cubicBezTo>
                    <a:pt x="9847" y="1"/>
                    <a:pt x="9250" y="601"/>
                    <a:pt x="9250" y="1335"/>
                  </a:cubicBezTo>
                  <a:lnTo>
                    <a:pt x="9250" y="3028"/>
                  </a:lnTo>
                  <a:cubicBezTo>
                    <a:pt x="7990" y="3736"/>
                    <a:pt x="7085" y="5006"/>
                    <a:pt x="6876" y="6495"/>
                  </a:cubicBezTo>
                  <a:cubicBezTo>
                    <a:pt x="6867" y="6510"/>
                    <a:pt x="6860" y="6524"/>
                    <a:pt x="6854" y="6541"/>
                  </a:cubicBezTo>
                  <a:lnTo>
                    <a:pt x="2047" y="18802"/>
                  </a:lnTo>
                  <a:cubicBezTo>
                    <a:pt x="1886" y="19213"/>
                    <a:pt x="1939" y="19676"/>
                    <a:pt x="2187" y="20043"/>
                  </a:cubicBezTo>
                  <a:cubicBezTo>
                    <a:pt x="2321" y="20238"/>
                    <a:pt x="2501" y="20392"/>
                    <a:pt x="2710" y="20492"/>
                  </a:cubicBezTo>
                  <a:lnTo>
                    <a:pt x="2877" y="22004"/>
                  </a:lnTo>
                  <a:cubicBezTo>
                    <a:pt x="2889" y="22116"/>
                    <a:pt x="2918" y="22224"/>
                    <a:pt x="2959" y="22324"/>
                  </a:cubicBezTo>
                  <a:lnTo>
                    <a:pt x="2351" y="22324"/>
                  </a:lnTo>
                  <a:cubicBezTo>
                    <a:pt x="2150" y="22324"/>
                    <a:pt x="1987" y="22487"/>
                    <a:pt x="1987" y="22688"/>
                  </a:cubicBezTo>
                  <a:cubicBezTo>
                    <a:pt x="1987" y="22888"/>
                    <a:pt x="2150" y="23051"/>
                    <a:pt x="2351" y="23051"/>
                  </a:cubicBezTo>
                  <a:lnTo>
                    <a:pt x="20751" y="23051"/>
                  </a:lnTo>
                  <a:cubicBezTo>
                    <a:pt x="20952" y="23051"/>
                    <a:pt x="21115" y="22888"/>
                    <a:pt x="21115" y="22688"/>
                  </a:cubicBezTo>
                  <a:cubicBezTo>
                    <a:pt x="21115" y="22487"/>
                    <a:pt x="20952" y="22324"/>
                    <a:pt x="20751" y="22324"/>
                  </a:cubicBezTo>
                  <a:lnTo>
                    <a:pt x="20143" y="22324"/>
                  </a:lnTo>
                  <a:cubicBezTo>
                    <a:pt x="20184" y="22224"/>
                    <a:pt x="20213" y="22116"/>
                    <a:pt x="20226" y="22004"/>
                  </a:cubicBezTo>
                  <a:lnTo>
                    <a:pt x="20392" y="20492"/>
                  </a:lnTo>
                  <a:cubicBezTo>
                    <a:pt x="20599" y="20392"/>
                    <a:pt x="20781" y="20238"/>
                    <a:pt x="20915" y="20043"/>
                  </a:cubicBezTo>
                  <a:cubicBezTo>
                    <a:pt x="21163" y="19679"/>
                    <a:pt x="21216" y="19214"/>
                    <a:pt x="21054" y="18802"/>
                  </a:cubicBezTo>
                  <a:lnTo>
                    <a:pt x="16248" y="6541"/>
                  </a:lnTo>
                  <a:cubicBezTo>
                    <a:pt x="16241" y="6524"/>
                    <a:pt x="16234" y="6510"/>
                    <a:pt x="16227" y="6495"/>
                  </a:cubicBezTo>
                  <a:cubicBezTo>
                    <a:pt x="16016" y="5006"/>
                    <a:pt x="15111" y="3736"/>
                    <a:pt x="13852" y="3028"/>
                  </a:cubicBezTo>
                  <a:lnTo>
                    <a:pt x="13852" y="1335"/>
                  </a:lnTo>
                  <a:cubicBezTo>
                    <a:pt x="13852" y="599"/>
                    <a:pt x="13255" y="1"/>
                    <a:pt x="125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8" name="Google Shape;5758;p69"/>
          <p:cNvGrpSpPr/>
          <p:nvPr/>
        </p:nvGrpSpPr>
        <p:grpSpPr>
          <a:xfrm>
            <a:off x="7839475" y="3178163"/>
            <a:ext cx="576275" cy="576275"/>
            <a:chOff x="7839475" y="3178163"/>
            <a:chExt cx="576275" cy="576275"/>
          </a:xfrm>
        </p:grpSpPr>
        <p:sp>
          <p:nvSpPr>
            <p:cNvPr id="5759" name="Google Shape;5759;p69"/>
            <p:cNvSpPr/>
            <p:nvPr/>
          </p:nvSpPr>
          <p:spPr>
            <a:xfrm>
              <a:off x="7885025" y="3357063"/>
              <a:ext cx="485300" cy="84950"/>
            </a:xfrm>
            <a:custGeom>
              <a:rect b="b" l="l" r="r" t="t"/>
              <a:pathLst>
                <a:path extrusionOk="0" h="3398" w="19412">
                  <a:moveTo>
                    <a:pt x="0" y="1"/>
                  </a:moveTo>
                  <a:lnTo>
                    <a:pt x="0" y="2913"/>
                  </a:lnTo>
                  <a:cubicBezTo>
                    <a:pt x="0" y="3180"/>
                    <a:pt x="216" y="3397"/>
                    <a:pt x="485" y="3397"/>
                  </a:cubicBezTo>
                  <a:lnTo>
                    <a:pt x="18925" y="3397"/>
                  </a:lnTo>
                  <a:cubicBezTo>
                    <a:pt x="19192" y="3397"/>
                    <a:pt x="19411" y="3181"/>
                    <a:pt x="19411" y="2913"/>
                  </a:cubicBezTo>
                  <a:lnTo>
                    <a:pt x="19411" y="1"/>
                  </a:lnTo>
                  <a:close/>
                </a:path>
              </a:pathLst>
            </a:custGeom>
            <a:solidFill>
              <a:srgbClr val="BD5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9"/>
            <p:cNvSpPr/>
            <p:nvPr/>
          </p:nvSpPr>
          <p:spPr>
            <a:xfrm>
              <a:off x="7885025" y="3357063"/>
              <a:ext cx="485300" cy="24300"/>
            </a:xfrm>
            <a:custGeom>
              <a:rect b="b" l="l" r="r" t="t"/>
              <a:pathLst>
                <a:path extrusionOk="0" h="972" w="19412">
                  <a:moveTo>
                    <a:pt x="0" y="1"/>
                  </a:moveTo>
                  <a:lnTo>
                    <a:pt x="0" y="971"/>
                  </a:lnTo>
                  <a:lnTo>
                    <a:pt x="19411" y="971"/>
                  </a:lnTo>
                  <a:lnTo>
                    <a:pt x="19411" y="1"/>
                  </a:lnTo>
                  <a:close/>
                </a:path>
              </a:pathLst>
            </a:custGeom>
            <a:solidFill>
              <a:srgbClr val="99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9"/>
            <p:cNvSpPr/>
            <p:nvPr/>
          </p:nvSpPr>
          <p:spPr>
            <a:xfrm>
              <a:off x="7957800" y="3490538"/>
              <a:ext cx="339725" cy="72800"/>
            </a:xfrm>
            <a:custGeom>
              <a:rect b="b" l="l" r="r" t="t"/>
              <a:pathLst>
                <a:path extrusionOk="0" h="2912" w="13589">
                  <a:moveTo>
                    <a:pt x="970" y="1"/>
                  </a:moveTo>
                  <a:cubicBezTo>
                    <a:pt x="436" y="1"/>
                    <a:pt x="1" y="434"/>
                    <a:pt x="1" y="971"/>
                  </a:cubicBezTo>
                  <a:lnTo>
                    <a:pt x="1" y="1942"/>
                  </a:lnTo>
                  <a:cubicBezTo>
                    <a:pt x="1" y="2476"/>
                    <a:pt x="434" y="2911"/>
                    <a:pt x="970" y="2911"/>
                  </a:cubicBezTo>
                  <a:lnTo>
                    <a:pt x="12616" y="2911"/>
                  </a:lnTo>
                  <a:cubicBezTo>
                    <a:pt x="13153" y="2911"/>
                    <a:pt x="13588" y="2476"/>
                    <a:pt x="13587" y="1942"/>
                  </a:cubicBezTo>
                  <a:lnTo>
                    <a:pt x="13587" y="971"/>
                  </a:lnTo>
                  <a:cubicBezTo>
                    <a:pt x="13587" y="437"/>
                    <a:pt x="13153" y="1"/>
                    <a:pt x="12616" y="1"/>
                  </a:cubicBezTo>
                  <a:close/>
                </a:path>
              </a:pathLst>
            </a:custGeom>
            <a:solidFill>
              <a:srgbClr val="BC9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9"/>
            <p:cNvSpPr/>
            <p:nvPr/>
          </p:nvSpPr>
          <p:spPr>
            <a:xfrm>
              <a:off x="7969925" y="3187213"/>
              <a:ext cx="315400" cy="109175"/>
            </a:xfrm>
            <a:custGeom>
              <a:rect b="b" l="l" r="r" t="t"/>
              <a:pathLst>
                <a:path extrusionOk="0" h="4367" w="12616">
                  <a:moveTo>
                    <a:pt x="970" y="0"/>
                  </a:moveTo>
                  <a:cubicBezTo>
                    <a:pt x="435" y="0"/>
                    <a:pt x="1" y="434"/>
                    <a:pt x="1" y="970"/>
                  </a:cubicBezTo>
                  <a:lnTo>
                    <a:pt x="1" y="3881"/>
                  </a:lnTo>
                  <a:cubicBezTo>
                    <a:pt x="1" y="4150"/>
                    <a:pt x="217" y="4366"/>
                    <a:pt x="485" y="4366"/>
                  </a:cubicBezTo>
                  <a:lnTo>
                    <a:pt x="12131" y="4366"/>
                  </a:lnTo>
                  <a:cubicBezTo>
                    <a:pt x="12400" y="4366"/>
                    <a:pt x="12616" y="4150"/>
                    <a:pt x="12616" y="3881"/>
                  </a:cubicBezTo>
                  <a:lnTo>
                    <a:pt x="12616" y="970"/>
                  </a:lnTo>
                  <a:cubicBezTo>
                    <a:pt x="12616" y="435"/>
                    <a:pt x="12182" y="0"/>
                    <a:pt x="11647" y="0"/>
                  </a:cubicBezTo>
                  <a:close/>
                </a:path>
              </a:pathLst>
            </a:custGeom>
            <a:solidFill>
              <a:srgbClr val="BC9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9"/>
            <p:cNvSpPr/>
            <p:nvPr/>
          </p:nvSpPr>
          <p:spPr>
            <a:xfrm>
              <a:off x="7957800" y="3526888"/>
              <a:ext cx="339725" cy="36400"/>
            </a:xfrm>
            <a:custGeom>
              <a:rect b="b" l="l" r="r" t="t"/>
              <a:pathLst>
                <a:path extrusionOk="0" h="1456" w="13589">
                  <a:moveTo>
                    <a:pt x="1" y="1"/>
                  </a:moveTo>
                  <a:lnTo>
                    <a:pt x="1" y="485"/>
                  </a:lnTo>
                  <a:cubicBezTo>
                    <a:pt x="1" y="1021"/>
                    <a:pt x="434" y="1456"/>
                    <a:pt x="970" y="1456"/>
                  </a:cubicBezTo>
                  <a:lnTo>
                    <a:pt x="12618" y="1456"/>
                  </a:lnTo>
                  <a:cubicBezTo>
                    <a:pt x="13153" y="1456"/>
                    <a:pt x="13588" y="1022"/>
                    <a:pt x="13588" y="485"/>
                  </a:cubicBezTo>
                  <a:lnTo>
                    <a:pt x="13588" y="1"/>
                  </a:lnTo>
                  <a:close/>
                </a:path>
              </a:pathLst>
            </a:custGeom>
            <a:solidFill>
              <a:srgbClr val="916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9"/>
            <p:cNvSpPr/>
            <p:nvPr/>
          </p:nvSpPr>
          <p:spPr>
            <a:xfrm>
              <a:off x="7839475" y="3178163"/>
              <a:ext cx="576275" cy="576275"/>
            </a:xfrm>
            <a:custGeom>
              <a:rect b="b" l="l" r="r" t="t"/>
              <a:pathLst>
                <a:path extrusionOk="0" h="23051" w="23051">
                  <a:moveTo>
                    <a:pt x="16865" y="726"/>
                  </a:moveTo>
                  <a:cubicBezTo>
                    <a:pt x="17199" y="726"/>
                    <a:pt x="17470" y="998"/>
                    <a:pt x="17470" y="1332"/>
                  </a:cubicBezTo>
                  <a:lnTo>
                    <a:pt x="17470" y="4243"/>
                  </a:lnTo>
                  <a:cubicBezTo>
                    <a:pt x="17470" y="4312"/>
                    <a:pt x="17415" y="4364"/>
                    <a:pt x="17349" y="4364"/>
                  </a:cubicBezTo>
                  <a:lnTo>
                    <a:pt x="5703" y="4364"/>
                  </a:lnTo>
                  <a:cubicBezTo>
                    <a:pt x="5636" y="4364"/>
                    <a:pt x="5582" y="4309"/>
                    <a:pt x="5582" y="4243"/>
                  </a:cubicBezTo>
                  <a:lnTo>
                    <a:pt x="5582" y="1332"/>
                  </a:lnTo>
                  <a:cubicBezTo>
                    <a:pt x="5582" y="998"/>
                    <a:pt x="5854" y="726"/>
                    <a:pt x="6188" y="726"/>
                  </a:cubicBezTo>
                  <a:close/>
                  <a:moveTo>
                    <a:pt x="16987" y="5095"/>
                  </a:moveTo>
                  <a:lnTo>
                    <a:pt x="16987" y="6793"/>
                  </a:lnTo>
                  <a:lnTo>
                    <a:pt x="6067" y="6793"/>
                  </a:lnTo>
                  <a:lnTo>
                    <a:pt x="6067" y="5095"/>
                  </a:lnTo>
                  <a:close/>
                  <a:moveTo>
                    <a:pt x="20868" y="7521"/>
                  </a:moveTo>
                  <a:lnTo>
                    <a:pt x="20868" y="10069"/>
                  </a:lnTo>
                  <a:cubicBezTo>
                    <a:pt x="20868" y="10135"/>
                    <a:pt x="20812" y="10189"/>
                    <a:pt x="20747" y="10189"/>
                  </a:cubicBezTo>
                  <a:lnTo>
                    <a:pt x="2307" y="10189"/>
                  </a:lnTo>
                  <a:cubicBezTo>
                    <a:pt x="2240" y="10189"/>
                    <a:pt x="2184" y="10134"/>
                    <a:pt x="2184" y="10069"/>
                  </a:cubicBezTo>
                  <a:lnTo>
                    <a:pt x="2184" y="7521"/>
                  </a:lnTo>
                  <a:close/>
                  <a:moveTo>
                    <a:pt x="16985" y="10917"/>
                  </a:moveTo>
                  <a:lnTo>
                    <a:pt x="16985" y="12131"/>
                  </a:lnTo>
                  <a:lnTo>
                    <a:pt x="6066" y="12131"/>
                  </a:lnTo>
                  <a:lnTo>
                    <a:pt x="6066" y="10917"/>
                  </a:lnTo>
                  <a:close/>
                  <a:moveTo>
                    <a:pt x="17349" y="12860"/>
                  </a:moveTo>
                  <a:cubicBezTo>
                    <a:pt x="17683" y="12860"/>
                    <a:pt x="17955" y="13131"/>
                    <a:pt x="17955" y="13465"/>
                  </a:cubicBezTo>
                  <a:lnTo>
                    <a:pt x="17955" y="14434"/>
                  </a:lnTo>
                  <a:cubicBezTo>
                    <a:pt x="17955" y="14768"/>
                    <a:pt x="17683" y="15041"/>
                    <a:pt x="17349" y="15041"/>
                  </a:cubicBezTo>
                  <a:lnTo>
                    <a:pt x="5703" y="15041"/>
                  </a:lnTo>
                  <a:cubicBezTo>
                    <a:pt x="5369" y="15041"/>
                    <a:pt x="5098" y="14768"/>
                    <a:pt x="5098" y="14434"/>
                  </a:cubicBezTo>
                  <a:lnTo>
                    <a:pt x="5098" y="13465"/>
                  </a:lnTo>
                  <a:cubicBezTo>
                    <a:pt x="5096" y="13131"/>
                    <a:pt x="5369" y="12860"/>
                    <a:pt x="5703" y="12860"/>
                  </a:cubicBezTo>
                  <a:close/>
                  <a:moveTo>
                    <a:pt x="16987" y="15770"/>
                  </a:moveTo>
                  <a:lnTo>
                    <a:pt x="16987" y="22321"/>
                  </a:lnTo>
                  <a:lnTo>
                    <a:pt x="6067" y="22321"/>
                  </a:lnTo>
                  <a:lnTo>
                    <a:pt x="6067" y="15770"/>
                  </a:lnTo>
                  <a:close/>
                  <a:moveTo>
                    <a:pt x="19897" y="10916"/>
                  </a:moveTo>
                  <a:lnTo>
                    <a:pt x="19897" y="22321"/>
                  </a:lnTo>
                  <a:lnTo>
                    <a:pt x="17713" y="22321"/>
                  </a:lnTo>
                  <a:lnTo>
                    <a:pt x="17713" y="15719"/>
                  </a:lnTo>
                  <a:cubicBezTo>
                    <a:pt x="18273" y="15561"/>
                    <a:pt x="18684" y="15045"/>
                    <a:pt x="18684" y="14434"/>
                  </a:cubicBezTo>
                  <a:lnTo>
                    <a:pt x="18684" y="13465"/>
                  </a:lnTo>
                  <a:cubicBezTo>
                    <a:pt x="18684" y="12855"/>
                    <a:pt x="18273" y="12341"/>
                    <a:pt x="17713" y="12180"/>
                  </a:cubicBezTo>
                  <a:lnTo>
                    <a:pt x="17713" y="10916"/>
                  </a:lnTo>
                  <a:close/>
                  <a:moveTo>
                    <a:pt x="5339" y="10917"/>
                  </a:moveTo>
                  <a:lnTo>
                    <a:pt x="5339" y="12182"/>
                  </a:lnTo>
                  <a:cubicBezTo>
                    <a:pt x="4779" y="12341"/>
                    <a:pt x="4369" y="12855"/>
                    <a:pt x="4369" y="13466"/>
                  </a:cubicBezTo>
                  <a:lnTo>
                    <a:pt x="4369" y="14437"/>
                  </a:lnTo>
                  <a:cubicBezTo>
                    <a:pt x="4369" y="15045"/>
                    <a:pt x="4779" y="15561"/>
                    <a:pt x="5339" y="15720"/>
                  </a:cubicBezTo>
                  <a:lnTo>
                    <a:pt x="5339" y="22324"/>
                  </a:lnTo>
                  <a:lnTo>
                    <a:pt x="3157" y="22324"/>
                  </a:lnTo>
                  <a:lnTo>
                    <a:pt x="3157" y="10917"/>
                  </a:lnTo>
                  <a:close/>
                  <a:moveTo>
                    <a:pt x="6188" y="0"/>
                  </a:moveTo>
                  <a:cubicBezTo>
                    <a:pt x="5453" y="0"/>
                    <a:pt x="4853" y="598"/>
                    <a:pt x="4853" y="1334"/>
                  </a:cubicBezTo>
                  <a:lnTo>
                    <a:pt x="4853" y="4245"/>
                  </a:lnTo>
                  <a:cubicBezTo>
                    <a:pt x="4853" y="4583"/>
                    <a:pt x="5052" y="4874"/>
                    <a:pt x="5339" y="5011"/>
                  </a:cubicBezTo>
                  <a:lnTo>
                    <a:pt x="5339" y="6793"/>
                  </a:lnTo>
                  <a:lnTo>
                    <a:pt x="365" y="6793"/>
                  </a:lnTo>
                  <a:cubicBezTo>
                    <a:pt x="164" y="6793"/>
                    <a:pt x="0" y="6956"/>
                    <a:pt x="0" y="7157"/>
                  </a:cubicBezTo>
                  <a:cubicBezTo>
                    <a:pt x="0" y="7357"/>
                    <a:pt x="164" y="7521"/>
                    <a:pt x="365" y="7521"/>
                  </a:cubicBezTo>
                  <a:lnTo>
                    <a:pt x="1457" y="7521"/>
                  </a:lnTo>
                  <a:lnTo>
                    <a:pt x="1457" y="10069"/>
                  </a:lnTo>
                  <a:cubicBezTo>
                    <a:pt x="1457" y="10538"/>
                    <a:pt x="1838" y="10917"/>
                    <a:pt x="2307" y="10917"/>
                  </a:cubicBezTo>
                  <a:lnTo>
                    <a:pt x="2427" y="10917"/>
                  </a:lnTo>
                  <a:lnTo>
                    <a:pt x="2427" y="22321"/>
                  </a:lnTo>
                  <a:lnTo>
                    <a:pt x="365" y="22321"/>
                  </a:lnTo>
                  <a:cubicBezTo>
                    <a:pt x="164" y="22321"/>
                    <a:pt x="0" y="22485"/>
                    <a:pt x="0" y="22687"/>
                  </a:cubicBezTo>
                  <a:cubicBezTo>
                    <a:pt x="0" y="22887"/>
                    <a:pt x="164" y="23050"/>
                    <a:pt x="365" y="23050"/>
                  </a:cubicBezTo>
                  <a:lnTo>
                    <a:pt x="22687" y="23050"/>
                  </a:lnTo>
                  <a:cubicBezTo>
                    <a:pt x="22887" y="23050"/>
                    <a:pt x="23051" y="22887"/>
                    <a:pt x="23051" y="22687"/>
                  </a:cubicBezTo>
                  <a:cubicBezTo>
                    <a:pt x="23051" y="22485"/>
                    <a:pt x="22889" y="22321"/>
                    <a:pt x="22687" y="22321"/>
                  </a:cubicBezTo>
                  <a:lnTo>
                    <a:pt x="20625" y="22321"/>
                  </a:lnTo>
                  <a:lnTo>
                    <a:pt x="20625" y="10917"/>
                  </a:lnTo>
                  <a:lnTo>
                    <a:pt x="20746" y="10917"/>
                  </a:lnTo>
                  <a:cubicBezTo>
                    <a:pt x="21215" y="10917"/>
                    <a:pt x="21594" y="10538"/>
                    <a:pt x="21594" y="10069"/>
                  </a:cubicBezTo>
                  <a:lnTo>
                    <a:pt x="21594" y="7521"/>
                  </a:lnTo>
                  <a:lnTo>
                    <a:pt x="22687" y="7521"/>
                  </a:lnTo>
                  <a:cubicBezTo>
                    <a:pt x="22887" y="7521"/>
                    <a:pt x="23051" y="7357"/>
                    <a:pt x="23051" y="7157"/>
                  </a:cubicBezTo>
                  <a:cubicBezTo>
                    <a:pt x="23051" y="6956"/>
                    <a:pt x="22887" y="6793"/>
                    <a:pt x="22687" y="6793"/>
                  </a:cubicBezTo>
                  <a:lnTo>
                    <a:pt x="17713" y="6793"/>
                  </a:lnTo>
                  <a:lnTo>
                    <a:pt x="17713" y="5011"/>
                  </a:lnTo>
                  <a:cubicBezTo>
                    <a:pt x="18000" y="4874"/>
                    <a:pt x="18198" y="4583"/>
                    <a:pt x="18198" y="4245"/>
                  </a:cubicBezTo>
                  <a:lnTo>
                    <a:pt x="18198" y="1334"/>
                  </a:lnTo>
                  <a:cubicBezTo>
                    <a:pt x="18198" y="598"/>
                    <a:pt x="17599" y="0"/>
                    <a:pt x="1686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5" name="Google Shape;5765;p69"/>
          <p:cNvGrpSpPr/>
          <p:nvPr/>
        </p:nvGrpSpPr>
        <p:grpSpPr>
          <a:xfrm>
            <a:off x="6197350" y="4019550"/>
            <a:ext cx="521675" cy="576250"/>
            <a:chOff x="6197350" y="4019550"/>
            <a:chExt cx="521675" cy="576250"/>
          </a:xfrm>
        </p:grpSpPr>
        <p:sp>
          <p:nvSpPr>
            <p:cNvPr id="5766" name="Google Shape;5766;p69"/>
            <p:cNvSpPr/>
            <p:nvPr/>
          </p:nvSpPr>
          <p:spPr>
            <a:xfrm>
              <a:off x="6649175" y="4137775"/>
              <a:ext cx="60725" cy="121325"/>
            </a:xfrm>
            <a:custGeom>
              <a:rect b="b" l="l" r="r" t="t"/>
              <a:pathLst>
                <a:path extrusionOk="0" h="4853" w="2429">
                  <a:moveTo>
                    <a:pt x="1" y="1"/>
                  </a:moveTo>
                  <a:lnTo>
                    <a:pt x="1" y="4853"/>
                  </a:lnTo>
                  <a:lnTo>
                    <a:pt x="1647" y="4524"/>
                  </a:lnTo>
                  <a:cubicBezTo>
                    <a:pt x="2101" y="4435"/>
                    <a:pt x="2428" y="4034"/>
                    <a:pt x="2427" y="3572"/>
                  </a:cubicBezTo>
                  <a:lnTo>
                    <a:pt x="2427" y="1281"/>
                  </a:lnTo>
                  <a:cubicBezTo>
                    <a:pt x="2427" y="818"/>
                    <a:pt x="2100" y="420"/>
                    <a:pt x="1647" y="329"/>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9"/>
            <p:cNvSpPr/>
            <p:nvPr/>
          </p:nvSpPr>
          <p:spPr>
            <a:xfrm>
              <a:off x="6649225" y="4137775"/>
              <a:ext cx="24250" cy="121325"/>
            </a:xfrm>
            <a:custGeom>
              <a:rect b="b" l="l" r="r" t="t"/>
              <a:pathLst>
                <a:path extrusionOk="0" h="4853" w="970">
                  <a:moveTo>
                    <a:pt x="0" y="1"/>
                  </a:moveTo>
                  <a:lnTo>
                    <a:pt x="0" y="4853"/>
                  </a:lnTo>
                  <a:lnTo>
                    <a:pt x="969" y="4659"/>
                  </a:lnTo>
                  <a:lnTo>
                    <a:pt x="969" y="194"/>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9"/>
            <p:cNvSpPr/>
            <p:nvPr/>
          </p:nvSpPr>
          <p:spPr>
            <a:xfrm>
              <a:off x="6206400" y="4065025"/>
              <a:ext cx="448875" cy="485300"/>
            </a:xfrm>
            <a:custGeom>
              <a:rect b="b" l="l" r="r" t="t"/>
              <a:pathLst>
                <a:path extrusionOk="0" h="19412" w="17955">
                  <a:moveTo>
                    <a:pt x="16018" y="0"/>
                  </a:moveTo>
                  <a:cubicBezTo>
                    <a:pt x="16017" y="0"/>
                    <a:pt x="16016" y="0"/>
                    <a:pt x="16015" y="0"/>
                  </a:cubicBezTo>
                  <a:lnTo>
                    <a:pt x="971" y="0"/>
                  </a:lnTo>
                  <a:cubicBezTo>
                    <a:pt x="435" y="0"/>
                    <a:pt x="1" y="434"/>
                    <a:pt x="1" y="971"/>
                  </a:cubicBezTo>
                  <a:lnTo>
                    <a:pt x="1" y="18441"/>
                  </a:lnTo>
                  <a:cubicBezTo>
                    <a:pt x="1" y="18977"/>
                    <a:pt x="434" y="19411"/>
                    <a:pt x="971" y="19411"/>
                  </a:cubicBezTo>
                  <a:lnTo>
                    <a:pt x="16014" y="19411"/>
                  </a:lnTo>
                  <a:cubicBezTo>
                    <a:pt x="17087" y="19411"/>
                    <a:pt x="17955" y="18540"/>
                    <a:pt x="17955" y="17470"/>
                  </a:cubicBezTo>
                  <a:lnTo>
                    <a:pt x="17955" y="1940"/>
                  </a:lnTo>
                  <a:cubicBezTo>
                    <a:pt x="17955" y="868"/>
                    <a:pt x="17088" y="0"/>
                    <a:pt x="160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9"/>
            <p:cNvSpPr/>
            <p:nvPr/>
          </p:nvSpPr>
          <p:spPr>
            <a:xfrm>
              <a:off x="6206400" y="4065000"/>
              <a:ext cx="84925" cy="485275"/>
            </a:xfrm>
            <a:custGeom>
              <a:rect b="b" l="l" r="r" t="t"/>
              <a:pathLst>
                <a:path extrusionOk="0" h="19411" w="3397">
                  <a:moveTo>
                    <a:pt x="971" y="0"/>
                  </a:moveTo>
                  <a:cubicBezTo>
                    <a:pt x="435" y="0"/>
                    <a:pt x="1" y="433"/>
                    <a:pt x="1" y="969"/>
                  </a:cubicBezTo>
                  <a:lnTo>
                    <a:pt x="1" y="18440"/>
                  </a:lnTo>
                  <a:cubicBezTo>
                    <a:pt x="1" y="18975"/>
                    <a:pt x="434" y="19411"/>
                    <a:pt x="971" y="19411"/>
                  </a:cubicBezTo>
                  <a:lnTo>
                    <a:pt x="3397" y="19411"/>
                  </a:lnTo>
                  <a:lnTo>
                    <a:pt x="339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9"/>
            <p:cNvSpPr/>
            <p:nvPr/>
          </p:nvSpPr>
          <p:spPr>
            <a:xfrm>
              <a:off x="6206375" y="4137775"/>
              <a:ext cx="309425" cy="169900"/>
            </a:xfrm>
            <a:custGeom>
              <a:rect b="b" l="l" r="r" t="t"/>
              <a:pathLst>
                <a:path extrusionOk="0" h="6796" w="12377">
                  <a:moveTo>
                    <a:pt x="0" y="1"/>
                  </a:moveTo>
                  <a:lnTo>
                    <a:pt x="0" y="6795"/>
                  </a:lnTo>
                  <a:lnTo>
                    <a:pt x="11405" y="6795"/>
                  </a:lnTo>
                  <a:cubicBezTo>
                    <a:pt x="11940" y="6795"/>
                    <a:pt x="12377" y="6360"/>
                    <a:pt x="12374" y="5823"/>
                  </a:cubicBezTo>
                  <a:lnTo>
                    <a:pt x="12374" y="970"/>
                  </a:lnTo>
                  <a:cubicBezTo>
                    <a:pt x="12374" y="436"/>
                    <a:pt x="11940" y="1"/>
                    <a:pt x="11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9"/>
            <p:cNvSpPr/>
            <p:nvPr/>
          </p:nvSpPr>
          <p:spPr>
            <a:xfrm>
              <a:off x="6206400" y="4137775"/>
              <a:ext cx="84925" cy="169900"/>
            </a:xfrm>
            <a:custGeom>
              <a:rect b="b" l="l" r="r" t="t"/>
              <a:pathLst>
                <a:path extrusionOk="0" h="6796" w="3397">
                  <a:moveTo>
                    <a:pt x="1" y="1"/>
                  </a:moveTo>
                  <a:lnTo>
                    <a:pt x="1" y="6795"/>
                  </a:lnTo>
                  <a:lnTo>
                    <a:pt x="3397" y="6795"/>
                  </a:lnTo>
                  <a:lnTo>
                    <a:pt x="339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9"/>
            <p:cNvSpPr/>
            <p:nvPr/>
          </p:nvSpPr>
          <p:spPr>
            <a:xfrm>
              <a:off x="6197350" y="4019550"/>
              <a:ext cx="521675" cy="576250"/>
            </a:xfrm>
            <a:custGeom>
              <a:rect b="b" l="l" r="r" t="t"/>
              <a:pathLst>
                <a:path extrusionOk="0" h="23050" w="20867">
                  <a:moveTo>
                    <a:pt x="3395" y="2182"/>
                  </a:moveTo>
                  <a:lnTo>
                    <a:pt x="3395" y="4365"/>
                  </a:lnTo>
                  <a:lnTo>
                    <a:pt x="726" y="4365"/>
                  </a:lnTo>
                  <a:lnTo>
                    <a:pt x="726" y="2787"/>
                  </a:lnTo>
                  <a:cubicBezTo>
                    <a:pt x="726" y="2453"/>
                    <a:pt x="999" y="2182"/>
                    <a:pt x="1333" y="2182"/>
                  </a:cubicBezTo>
                  <a:close/>
                  <a:moveTo>
                    <a:pt x="5457" y="6307"/>
                  </a:moveTo>
                  <a:cubicBezTo>
                    <a:pt x="5257" y="6307"/>
                    <a:pt x="5093" y="6471"/>
                    <a:pt x="5093" y="6671"/>
                  </a:cubicBezTo>
                  <a:cubicBezTo>
                    <a:pt x="5093" y="6871"/>
                    <a:pt x="5257" y="7035"/>
                    <a:pt x="5457" y="7035"/>
                  </a:cubicBezTo>
                  <a:lnTo>
                    <a:pt x="9826" y="7035"/>
                  </a:lnTo>
                  <a:cubicBezTo>
                    <a:pt x="10026" y="7035"/>
                    <a:pt x="10190" y="6871"/>
                    <a:pt x="10190" y="6671"/>
                  </a:cubicBezTo>
                  <a:cubicBezTo>
                    <a:pt x="10190" y="6471"/>
                    <a:pt x="10026" y="6307"/>
                    <a:pt x="9826" y="6307"/>
                  </a:cubicBezTo>
                  <a:close/>
                  <a:moveTo>
                    <a:pt x="5456" y="7764"/>
                  </a:moveTo>
                  <a:cubicBezTo>
                    <a:pt x="5255" y="7764"/>
                    <a:pt x="5092" y="7927"/>
                    <a:pt x="5092" y="8128"/>
                  </a:cubicBezTo>
                  <a:cubicBezTo>
                    <a:pt x="5092" y="8328"/>
                    <a:pt x="5255" y="8492"/>
                    <a:pt x="5456" y="8492"/>
                  </a:cubicBezTo>
                  <a:lnTo>
                    <a:pt x="6912" y="8492"/>
                  </a:lnTo>
                  <a:cubicBezTo>
                    <a:pt x="7113" y="8492"/>
                    <a:pt x="7276" y="8328"/>
                    <a:pt x="7276" y="8128"/>
                  </a:cubicBezTo>
                  <a:cubicBezTo>
                    <a:pt x="7276" y="7925"/>
                    <a:pt x="7114" y="7764"/>
                    <a:pt x="6912" y="7764"/>
                  </a:cubicBezTo>
                  <a:close/>
                  <a:moveTo>
                    <a:pt x="8369" y="7764"/>
                  </a:moveTo>
                  <a:cubicBezTo>
                    <a:pt x="8169" y="7764"/>
                    <a:pt x="8005" y="7927"/>
                    <a:pt x="8005" y="8128"/>
                  </a:cubicBezTo>
                  <a:cubicBezTo>
                    <a:pt x="8005" y="8328"/>
                    <a:pt x="8169" y="8492"/>
                    <a:pt x="8369" y="8492"/>
                  </a:cubicBezTo>
                  <a:lnTo>
                    <a:pt x="8417" y="8492"/>
                  </a:lnTo>
                  <a:cubicBezTo>
                    <a:pt x="8618" y="8492"/>
                    <a:pt x="8781" y="8328"/>
                    <a:pt x="8781" y="8128"/>
                  </a:cubicBezTo>
                  <a:cubicBezTo>
                    <a:pt x="8781" y="7925"/>
                    <a:pt x="8619" y="7764"/>
                    <a:pt x="8417" y="7764"/>
                  </a:cubicBezTo>
                  <a:close/>
                  <a:moveTo>
                    <a:pt x="18681" y="5222"/>
                  </a:moveTo>
                  <a:lnTo>
                    <a:pt x="19648" y="5415"/>
                  </a:lnTo>
                  <a:cubicBezTo>
                    <a:pt x="19933" y="5472"/>
                    <a:pt x="20137" y="5722"/>
                    <a:pt x="20137" y="6010"/>
                  </a:cubicBezTo>
                  <a:lnTo>
                    <a:pt x="20137" y="8300"/>
                  </a:lnTo>
                  <a:cubicBezTo>
                    <a:pt x="20137" y="8588"/>
                    <a:pt x="19931" y="8838"/>
                    <a:pt x="19648" y="8895"/>
                  </a:cubicBezTo>
                  <a:lnTo>
                    <a:pt x="18681" y="9088"/>
                  </a:lnTo>
                  <a:lnTo>
                    <a:pt x="18681" y="5222"/>
                  </a:lnTo>
                  <a:close/>
                  <a:moveTo>
                    <a:pt x="3395" y="5094"/>
                  </a:moveTo>
                  <a:lnTo>
                    <a:pt x="3395" y="11160"/>
                  </a:lnTo>
                  <a:lnTo>
                    <a:pt x="726" y="11160"/>
                  </a:lnTo>
                  <a:lnTo>
                    <a:pt x="726" y="5094"/>
                  </a:lnTo>
                  <a:close/>
                  <a:moveTo>
                    <a:pt x="11767" y="5095"/>
                  </a:moveTo>
                  <a:cubicBezTo>
                    <a:pt x="12101" y="5095"/>
                    <a:pt x="12372" y="5367"/>
                    <a:pt x="12372" y="5700"/>
                  </a:cubicBezTo>
                  <a:lnTo>
                    <a:pt x="12372" y="10554"/>
                  </a:lnTo>
                  <a:cubicBezTo>
                    <a:pt x="12372" y="10888"/>
                    <a:pt x="12101" y="11160"/>
                    <a:pt x="11767" y="11160"/>
                  </a:cubicBezTo>
                  <a:lnTo>
                    <a:pt x="4123" y="11160"/>
                  </a:lnTo>
                  <a:lnTo>
                    <a:pt x="4123" y="5095"/>
                  </a:lnTo>
                  <a:close/>
                  <a:moveTo>
                    <a:pt x="3395" y="11888"/>
                  </a:moveTo>
                  <a:lnTo>
                    <a:pt x="3395" y="20864"/>
                  </a:lnTo>
                  <a:lnTo>
                    <a:pt x="1333" y="20864"/>
                  </a:lnTo>
                  <a:cubicBezTo>
                    <a:pt x="999" y="20864"/>
                    <a:pt x="726" y="20592"/>
                    <a:pt x="726" y="20258"/>
                  </a:cubicBezTo>
                  <a:lnTo>
                    <a:pt x="726" y="11888"/>
                  </a:lnTo>
                  <a:close/>
                  <a:moveTo>
                    <a:pt x="16376" y="2182"/>
                  </a:moveTo>
                  <a:cubicBezTo>
                    <a:pt x="17245" y="2182"/>
                    <a:pt x="17953" y="2890"/>
                    <a:pt x="17953" y="3759"/>
                  </a:cubicBezTo>
                  <a:lnTo>
                    <a:pt x="17953" y="19289"/>
                  </a:lnTo>
                  <a:cubicBezTo>
                    <a:pt x="17953" y="20159"/>
                    <a:pt x="17245" y="20867"/>
                    <a:pt x="16376" y="20867"/>
                  </a:cubicBezTo>
                  <a:lnTo>
                    <a:pt x="15526" y="20867"/>
                  </a:lnTo>
                  <a:lnTo>
                    <a:pt x="15526" y="2182"/>
                  </a:lnTo>
                  <a:close/>
                  <a:moveTo>
                    <a:pt x="14194" y="727"/>
                  </a:moveTo>
                  <a:cubicBezTo>
                    <a:pt x="14528" y="727"/>
                    <a:pt x="14800" y="999"/>
                    <a:pt x="14800" y="1333"/>
                  </a:cubicBezTo>
                  <a:lnTo>
                    <a:pt x="14800" y="21715"/>
                  </a:lnTo>
                  <a:cubicBezTo>
                    <a:pt x="14800" y="22049"/>
                    <a:pt x="14528" y="22320"/>
                    <a:pt x="14194" y="22320"/>
                  </a:cubicBezTo>
                  <a:lnTo>
                    <a:pt x="13224" y="22320"/>
                  </a:lnTo>
                  <a:cubicBezTo>
                    <a:pt x="12890" y="22320"/>
                    <a:pt x="12618" y="22049"/>
                    <a:pt x="12618" y="21715"/>
                  </a:cubicBezTo>
                  <a:lnTo>
                    <a:pt x="12618" y="21594"/>
                  </a:lnTo>
                  <a:lnTo>
                    <a:pt x="13832" y="21594"/>
                  </a:lnTo>
                  <a:cubicBezTo>
                    <a:pt x="14032" y="21594"/>
                    <a:pt x="14196" y="21431"/>
                    <a:pt x="14196" y="21230"/>
                  </a:cubicBezTo>
                  <a:cubicBezTo>
                    <a:pt x="14196" y="21030"/>
                    <a:pt x="14032" y="20867"/>
                    <a:pt x="13832" y="20867"/>
                  </a:cubicBezTo>
                  <a:lnTo>
                    <a:pt x="4126" y="20867"/>
                  </a:lnTo>
                  <a:lnTo>
                    <a:pt x="4126" y="11887"/>
                  </a:lnTo>
                  <a:lnTo>
                    <a:pt x="11768" y="11887"/>
                  </a:lnTo>
                  <a:cubicBezTo>
                    <a:pt x="12505" y="11887"/>
                    <a:pt x="13103" y="11287"/>
                    <a:pt x="13103" y="10552"/>
                  </a:cubicBezTo>
                  <a:lnTo>
                    <a:pt x="13103" y="5699"/>
                  </a:lnTo>
                  <a:cubicBezTo>
                    <a:pt x="13103" y="4963"/>
                    <a:pt x="12505" y="4365"/>
                    <a:pt x="11768" y="4365"/>
                  </a:cubicBezTo>
                  <a:lnTo>
                    <a:pt x="4126" y="4365"/>
                  </a:lnTo>
                  <a:lnTo>
                    <a:pt x="4126" y="2182"/>
                  </a:lnTo>
                  <a:lnTo>
                    <a:pt x="13832" y="2182"/>
                  </a:lnTo>
                  <a:cubicBezTo>
                    <a:pt x="14032" y="2182"/>
                    <a:pt x="14196" y="2018"/>
                    <a:pt x="14196" y="1818"/>
                  </a:cubicBezTo>
                  <a:cubicBezTo>
                    <a:pt x="14196" y="1618"/>
                    <a:pt x="14032" y="1454"/>
                    <a:pt x="13832" y="1454"/>
                  </a:cubicBezTo>
                  <a:lnTo>
                    <a:pt x="12618" y="1454"/>
                  </a:lnTo>
                  <a:lnTo>
                    <a:pt x="12618" y="1333"/>
                  </a:lnTo>
                  <a:cubicBezTo>
                    <a:pt x="12618" y="999"/>
                    <a:pt x="12890" y="727"/>
                    <a:pt x="13224" y="727"/>
                  </a:cubicBezTo>
                  <a:close/>
                  <a:moveTo>
                    <a:pt x="13224" y="0"/>
                  </a:moveTo>
                  <a:cubicBezTo>
                    <a:pt x="12489" y="0"/>
                    <a:pt x="11889" y="599"/>
                    <a:pt x="11889" y="1335"/>
                  </a:cubicBezTo>
                  <a:lnTo>
                    <a:pt x="11889" y="1456"/>
                  </a:lnTo>
                  <a:lnTo>
                    <a:pt x="1335" y="1456"/>
                  </a:lnTo>
                  <a:cubicBezTo>
                    <a:pt x="598" y="1456"/>
                    <a:pt x="0" y="2054"/>
                    <a:pt x="0" y="2789"/>
                  </a:cubicBezTo>
                  <a:lnTo>
                    <a:pt x="0" y="20260"/>
                  </a:lnTo>
                  <a:cubicBezTo>
                    <a:pt x="0" y="20996"/>
                    <a:pt x="598" y="21594"/>
                    <a:pt x="1335" y="21594"/>
                  </a:cubicBezTo>
                  <a:lnTo>
                    <a:pt x="11889" y="21594"/>
                  </a:lnTo>
                  <a:lnTo>
                    <a:pt x="11889" y="21715"/>
                  </a:lnTo>
                  <a:cubicBezTo>
                    <a:pt x="11889" y="22450"/>
                    <a:pt x="12489" y="23049"/>
                    <a:pt x="13224" y="23049"/>
                  </a:cubicBezTo>
                  <a:lnTo>
                    <a:pt x="14194" y="23049"/>
                  </a:lnTo>
                  <a:cubicBezTo>
                    <a:pt x="14929" y="23049"/>
                    <a:pt x="15527" y="22450"/>
                    <a:pt x="15527" y="21715"/>
                  </a:cubicBezTo>
                  <a:lnTo>
                    <a:pt x="15527" y="21594"/>
                  </a:lnTo>
                  <a:lnTo>
                    <a:pt x="16377" y="21594"/>
                  </a:lnTo>
                  <a:cubicBezTo>
                    <a:pt x="17649" y="21594"/>
                    <a:pt x="18682" y="20558"/>
                    <a:pt x="18682" y="19288"/>
                  </a:cubicBezTo>
                  <a:lnTo>
                    <a:pt x="18682" y="9833"/>
                  </a:lnTo>
                  <a:lnTo>
                    <a:pt x="19793" y="9611"/>
                  </a:lnTo>
                  <a:cubicBezTo>
                    <a:pt x="20414" y="9486"/>
                    <a:pt x="20866" y="8936"/>
                    <a:pt x="20866" y="8301"/>
                  </a:cubicBezTo>
                  <a:lnTo>
                    <a:pt x="20866" y="6010"/>
                  </a:lnTo>
                  <a:cubicBezTo>
                    <a:pt x="20866" y="5376"/>
                    <a:pt x="20414" y="4826"/>
                    <a:pt x="19793" y="4704"/>
                  </a:cubicBezTo>
                  <a:lnTo>
                    <a:pt x="18682" y="4483"/>
                  </a:lnTo>
                  <a:lnTo>
                    <a:pt x="18682" y="3761"/>
                  </a:lnTo>
                  <a:cubicBezTo>
                    <a:pt x="18682" y="2489"/>
                    <a:pt x="17648" y="1456"/>
                    <a:pt x="16377" y="1456"/>
                  </a:cubicBezTo>
                  <a:lnTo>
                    <a:pt x="15527" y="1456"/>
                  </a:lnTo>
                  <a:lnTo>
                    <a:pt x="15527" y="1335"/>
                  </a:lnTo>
                  <a:cubicBezTo>
                    <a:pt x="15527" y="599"/>
                    <a:pt x="14929" y="0"/>
                    <a:pt x="1419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3" name="Google Shape;5773;p69"/>
          <p:cNvGrpSpPr/>
          <p:nvPr/>
        </p:nvGrpSpPr>
        <p:grpSpPr>
          <a:xfrm>
            <a:off x="5209913" y="4025613"/>
            <a:ext cx="576350" cy="576275"/>
            <a:chOff x="5209913" y="4025613"/>
            <a:chExt cx="576350" cy="576275"/>
          </a:xfrm>
        </p:grpSpPr>
        <p:sp>
          <p:nvSpPr>
            <p:cNvPr id="5774" name="Google Shape;5774;p69"/>
            <p:cNvSpPr/>
            <p:nvPr/>
          </p:nvSpPr>
          <p:spPr>
            <a:xfrm>
              <a:off x="5218988" y="4034688"/>
              <a:ext cx="558150" cy="412525"/>
            </a:xfrm>
            <a:custGeom>
              <a:rect b="b" l="l" r="r" t="t"/>
              <a:pathLst>
                <a:path extrusionOk="0" h="16501" w="22326">
                  <a:moveTo>
                    <a:pt x="1942" y="0"/>
                  </a:moveTo>
                  <a:cubicBezTo>
                    <a:pt x="869" y="0"/>
                    <a:pt x="1" y="870"/>
                    <a:pt x="1" y="1942"/>
                  </a:cubicBezTo>
                  <a:lnTo>
                    <a:pt x="1" y="14560"/>
                  </a:lnTo>
                  <a:cubicBezTo>
                    <a:pt x="1" y="15633"/>
                    <a:pt x="872" y="16501"/>
                    <a:pt x="1942" y="16501"/>
                  </a:cubicBezTo>
                  <a:lnTo>
                    <a:pt x="20384" y="16501"/>
                  </a:lnTo>
                  <a:cubicBezTo>
                    <a:pt x="21457" y="16501"/>
                    <a:pt x="22325" y="15631"/>
                    <a:pt x="22325" y="14560"/>
                  </a:cubicBezTo>
                  <a:lnTo>
                    <a:pt x="22325" y="1942"/>
                  </a:lnTo>
                  <a:cubicBezTo>
                    <a:pt x="22325" y="869"/>
                    <a:pt x="21454" y="0"/>
                    <a:pt x="203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9"/>
            <p:cNvSpPr/>
            <p:nvPr/>
          </p:nvSpPr>
          <p:spPr>
            <a:xfrm>
              <a:off x="5437413" y="4411738"/>
              <a:ext cx="121350" cy="181050"/>
            </a:xfrm>
            <a:custGeom>
              <a:rect b="b" l="l" r="r" t="t"/>
              <a:pathLst>
                <a:path extrusionOk="0" h="7242" w="4854">
                  <a:moveTo>
                    <a:pt x="1" y="1"/>
                  </a:moveTo>
                  <a:lnTo>
                    <a:pt x="1" y="6755"/>
                  </a:lnTo>
                  <a:cubicBezTo>
                    <a:pt x="1" y="7043"/>
                    <a:pt x="237" y="7241"/>
                    <a:pt x="488" y="7241"/>
                  </a:cubicBezTo>
                  <a:cubicBezTo>
                    <a:pt x="591" y="7241"/>
                    <a:pt x="697" y="7207"/>
                    <a:pt x="790" y="7133"/>
                  </a:cubicBezTo>
                  <a:lnTo>
                    <a:pt x="2427" y="5823"/>
                  </a:lnTo>
                  <a:lnTo>
                    <a:pt x="4065" y="7133"/>
                  </a:lnTo>
                  <a:cubicBezTo>
                    <a:pt x="4158" y="7208"/>
                    <a:pt x="4263" y="7241"/>
                    <a:pt x="4366" y="7241"/>
                  </a:cubicBezTo>
                  <a:cubicBezTo>
                    <a:pt x="4617" y="7241"/>
                    <a:pt x="4854" y="7043"/>
                    <a:pt x="4854" y="6755"/>
                  </a:cubicBezTo>
                  <a:lnTo>
                    <a:pt x="485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9"/>
            <p:cNvSpPr/>
            <p:nvPr/>
          </p:nvSpPr>
          <p:spPr>
            <a:xfrm>
              <a:off x="5437413" y="4411813"/>
              <a:ext cx="60675" cy="181000"/>
            </a:xfrm>
            <a:custGeom>
              <a:rect b="b" l="l" r="r" t="t"/>
              <a:pathLst>
                <a:path extrusionOk="0" h="7240" w="2427">
                  <a:moveTo>
                    <a:pt x="1" y="0"/>
                  </a:moveTo>
                  <a:lnTo>
                    <a:pt x="1" y="6754"/>
                  </a:lnTo>
                  <a:cubicBezTo>
                    <a:pt x="1" y="7042"/>
                    <a:pt x="237" y="7239"/>
                    <a:pt x="488" y="7239"/>
                  </a:cubicBezTo>
                  <a:cubicBezTo>
                    <a:pt x="591" y="7239"/>
                    <a:pt x="697" y="7206"/>
                    <a:pt x="790" y="7132"/>
                  </a:cubicBezTo>
                  <a:lnTo>
                    <a:pt x="2427" y="5821"/>
                  </a:lnTo>
                  <a:lnTo>
                    <a:pt x="242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9"/>
            <p:cNvSpPr/>
            <p:nvPr/>
          </p:nvSpPr>
          <p:spPr>
            <a:xfrm>
              <a:off x="5255413" y="4071138"/>
              <a:ext cx="485300" cy="339675"/>
            </a:xfrm>
            <a:custGeom>
              <a:rect b="b" l="l" r="r" t="t"/>
              <a:pathLst>
                <a:path extrusionOk="0" h="13587" w="19412">
                  <a:moveTo>
                    <a:pt x="971" y="0"/>
                  </a:moveTo>
                  <a:cubicBezTo>
                    <a:pt x="435" y="0"/>
                    <a:pt x="0" y="434"/>
                    <a:pt x="0" y="971"/>
                  </a:cubicBezTo>
                  <a:lnTo>
                    <a:pt x="0" y="12617"/>
                  </a:lnTo>
                  <a:cubicBezTo>
                    <a:pt x="0" y="13151"/>
                    <a:pt x="434" y="13586"/>
                    <a:pt x="971" y="13586"/>
                  </a:cubicBezTo>
                  <a:lnTo>
                    <a:pt x="18441" y="13586"/>
                  </a:lnTo>
                  <a:cubicBezTo>
                    <a:pt x="18978" y="13586"/>
                    <a:pt x="19411" y="13153"/>
                    <a:pt x="19411" y="12617"/>
                  </a:cubicBezTo>
                  <a:lnTo>
                    <a:pt x="19411" y="971"/>
                  </a:lnTo>
                  <a:cubicBezTo>
                    <a:pt x="19411" y="435"/>
                    <a:pt x="18978" y="0"/>
                    <a:pt x="18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9"/>
            <p:cNvSpPr/>
            <p:nvPr/>
          </p:nvSpPr>
          <p:spPr>
            <a:xfrm>
              <a:off x="5304013" y="4119638"/>
              <a:ext cx="388200" cy="242625"/>
            </a:xfrm>
            <a:custGeom>
              <a:rect b="b" l="l" r="r" t="t"/>
              <a:pathLst>
                <a:path extrusionOk="0" h="9705" w="15528">
                  <a:moveTo>
                    <a:pt x="485" y="0"/>
                  </a:moveTo>
                  <a:cubicBezTo>
                    <a:pt x="217" y="0"/>
                    <a:pt x="1" y="218"/>
                    <a:pt x="1" y="485"/>
                  </a:cubicBezTo>
                  <a:lnTo>
                    <a:pt x="1" y="9220"/>
                  </a:lnTo>
                  <a:cubicBezTo>
                    <a:pt x="1" y="9488"/>
                    <a:pt x="217" y="9705"/>
                    <a:pt x="485" y="9705"/>
                  </a:cubicBezTo>
                  <a:lnTo>
                    <a:pt x="15043" y="9705"/>
                  </a:lnTo>
                  <a:cubicBezTo>
                    <a:pt x="15309" y="9705"/>
                    <a:pt x="15528" y="9488"/>
                    <a:pt x="15528" y="9220"/>
                  </a:cubicBezTo>
                  <a:lnTo>
                    <a:pt x="15528" y="485"/>
                  </a:lnTo>
                  <a:cubicBezTo>
                    <a:pt x="15528" y="218"/>
                    <a:pt x="15310" y="0"/>
                    <a:pt x="15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9"/>
            <p:cNvSpPr/>
            <p:nvPr/>
          </p:nvSpPr>
          <p:spPr>
            <a:xfrm>
              <a:off x="5401038" y="4301613"/>
              <a:ext cx="194075" cy="194100"/>
            </a:xfrm>
            <a:custGeom>
              <a:rect b="b" l="l" r="r" t="t"/>
              <a:pathLst>
                <a:path extrusionOk="0" h="7764" w="7763">
                  <a:moveTo>
                    <a:pt x="3882" y="0"/>
                  </a:moveTo>
                  <a:cubicBezTo>
                    <a:pt x="1737" y="0"/>
                    <a:pt x="1" y="1738"/>
                    <a:pt x="1" y="3883"/>
                  </a:cubicBezTo>
                  <a:cubicBezTo>
                    <a:pt x="1" y="6027"/>
                    <a:pt x="1737" y="7764"/>
                    <a:pt x="3882" y="7764"/>
                  </a:cubicBezTo>
                  <a:cubicBezTo>
                    <a:pt x="6026" y="7764"/>
                    <a:pt x="7763" y="6027"/>
                    <a:pt x="7763" y="3883"/>
                  </a:cubicBezTo>
                  <a:cubicBezTo>
                    <a:pt x="7763" y="1738"/>
                    <a:pt x="6026" y="0"/>
                    <a:pt x="38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9"/>
            <p:cNvSpPr/>
            <p:nvPr/>
          </p:nvSpPr>
          <p:spPr>
            <a:xfrm>
              <a:off x="5428288" y="4328888"/>
              <a:ext cx="139575" cy="139575"/>
            </a:xfrm>
            <a:custGeom>
              <a:rect b="b" l="l" r="r" t="t"/>
              <a:pathLst>
                <a:path extrusionOk="0" h="5583" w="5583">
                  <a:moveTo>
                    <a:pt x="2792" y="1"/>
                  </a:moveTo>
                  <a:cubicBezTo>
                    <a:pt x="1250" y="1"/>
                    <a:pt x="1" y="1250"/>
                    <a:pt x="1" y="2792"/>
                  </a:cubicBezTo>
                  <a:cubicBezTo>
                    <a:pt x="1" y="4334"/>
                    <a:pt x="1250" y="5583"/>
                    <a:pt x="2792" y="5583"/>
                  </a:cubicBezTo>
                  <a:cubicBezTo>
                    <a:pt x="4332" y="5583"/>
                    <a:pt x="5583" y="4334"/>
                    <a:pt x="5583" y="2792"/>
                  </a:cubicBezTo>
                  <a:cubicBezTo>
                    <a:pt x="5583" y="1250"/>
                    <a:pt x="4334" y="1"/>
                    <a:pt x="27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9"/>
            <p:cNvSpPr/>
            <p:nvPr/>
          </p:nvSpPr>
          <p:spPr>
            <a:xfrm>
              <a:off x="5449538" y="4350138"/>
              <a:ext cx="97075" cy="97075"/>
            </a:xfrm>
            <a:custGeom>
              <a:rect b="b" l="l" r="r" t="t"/>
              <a:pathLst>
                <a:path extrusionOk="0" h="3883" w="3883">
                  <a:moveTo>
                    <a:pt x="1942" y="0"/>
                  </a:moveTo>
                  <a:cubicBezTo>
                    <a:pt x="869" y="0"/>
                    <a:pt x="0" y="870"/>
                    <a:pt x="0" y="1942"/>
                  </a:cubicBezTo>
                  <a:cubicBezTo>
                    <a:pt x="0" y="3015"/>
                    <a:pt x="870" y="3883"/>
                    <a:pt x="1942" y="3883"/>
                  </a:cubicBezTo>
                  <a:cubicBezTo>
                    <a:pt x="3013" y="3883"/>
                    <a:pt x="3883" y="3013"/>
                    <a:pt x="3883" y="1942"/>
                  </a:cubicBezTo>
                  <a:cubicBezTo>
                    <a:pt x="3883" y="869"/>
                    <a:pt x="3015" y="0"/>
                    <a:pt x="19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9"/>
            <p:cNvSpPr/>
            <p:nvPr/>
          </p:nvSpPr>
          <p:spPr>
            <a:xfrm>
              <a:off x="5449538" y="4350138"/>
              <a:ext cx="72850" cy="72850"/>
            </a:xfrm>
            <a:custGeom>
              <a:rect b="b" l="l" r="r" t="t"/>
              <a:pathLst>
                <a:path extrusionOk="0" h="2914" w="2914">
                  <a:moveTo>
                    <a:pt x="1942" y="0"/>
                  </a:moveTo>
                  <a:cubicBezTo>
                    <a:pt x="869" y="0"/>
                    <a:pt x="0" y="870"/>
                    <a:pt x="0" y="1942"/>
                  </a:cubicBezTo>
                  <a:cubicBezTo>
                    <a:pt x="0" y="2227"/>
                    <a:pt x="63" y="2497"/>
                    <a:pt x="172" y="2740"/>
                  </a:cubicBezTo>
                  <a:cubicBezTo>
                    <a:pt x="418" y="2851"/>
                    <a:pt x="688" y="2914"/>
                    <a:pt x="972" y="2914"/>
                  </a:cubicBezTo>
                  <a:cubicBezTo>
                    <a:pt x="2045" y="2914"/>
                    <a:pt x="2914" y="2043"/>
                    <a:pt x="2914" y="971"/>
                  </a:cubicBezTo>
                  <a:cubicBezTo>
                    <a:pt x="2914" y="685"/>
                    <a:pt x="2851" y="415"/>
                    <a:pt x="2742" y="172"/>
                  </a:cubicBezTo>
                  <a:cubicBezTo>
                    <a:pt x="2496" y="62"/>
                    <a:pt x="2226" y="0"/>
                    <a:pt x="194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9"/>
            <p:cNvSpPr/>
            <p:nvPr/>
          </p:nvSpPr>
          <p:spPr>
            <a:xfrm>
              <a:off x="5209913" y="4025613"/>
              <a:ext cx="576350" cy="576275"/>
            </a:xfrm>
            <a:custGeom>
              <a:rect b="b" l="l" r="r" t="t"/>
              <a:pathLst>
                <a:path extrusionOk="0" h="23051" w="23054">
                  <a:moveTo>
                    <a:pt x="9101" y="5823"/>
                  </a:moveTo>
                  <a:cubicBezTo>
                    <a:pt x="8899" y="5823"/>
                    <a:pt x="8736" y="5987"/>
                    <a:pt x="8736" y="6189"/>
                  </a:cubicBezTo>
                  <a:cubicBezTo>
                    <a:pt x="8736" y="6389"/>
                    <a:pt x="8899" y="6552"/>
                    <a:pt x="9101" y="6552"/>
                  </a:cubicBezTo>
                  <a:lnTo>
                    <a:pt x="13954" y="6552"/>
                  </a:lnTo>
                  <a:cubicBezTo>
                    <a:pt x="14154" y="6552"/>
                    <a:pt x="14318" y="6389"/>
                    <a:pt x="14318" y="6189"/>
                  </a:cubicBezTo>
                  <a:cubicBezTo>
                    <a:pt x="14318" y="5987"/>
                    <a:pt x="14154" y="5823"/>
                    <a:pt x="13954" y="5823"/>
                  </a:cubicBezTo>
                  <a:close/>
                  <a:moveTo>
                    <a:pt x="7158" y="7278"/>
                  </a:moveTo>
                  <a:cubicBezTo>
                    <a:pt x="6958" y="7278"/>
                    <a:pt x="6794" y="7442"/>
                    <a:pt x="6794" y="7642"/>
                  </a:cubicBezTo>
                  <a:cubicBezTo>
                    <a:pt x="6794" y="7844"/>
                    <a:pt x="6958" y="8008"/>
                    <a:pt x="7158" y="8008"/>
                  </a:cubicBezTo>
                  <a:lnTo>
                    <a:pt x="15894" y="8008"/>
                  </a:lnTo>
                  <a:cubicBezTo>
                    <a:pt x="16096" y="8008"/>
                    <a:pt x="16258" y="7844"/>
                    <a:pt x="16258" y="7642"/>
                  </a:cubicBezTo>
                  <a:cubicBezTo>
                    <a:pt x="16258" y="7442"/>
                    <a:pt x="16094" y="7278"/>
                    <a:pt x="15894" y="7278"/>
                  </a:cubicBezTo>
                  <a:close/>
                  <a:moveTo>
                    <a:pt x="10555" y="8735"/>
                  </a:moveTo>
                  <a:cubicBezTo>
                    <a:pt x="10354" y="8735"/>
                    <a:pt x="10191" y="8899"/>
                    <a:pt x="10191" y="9099"/>
                  </a:cubicBezTo>
                  <a:cubicBezTo>
                    <a:pt x="10191" y="9301"/>
                    <a:pt x="10354" y="9464"/>
                    <a:pt x="10555" y="9464"/>
                  </a:cubicBezTo>
                  <a:lnTo>
                    <a:pt x="12497" y="9464"/>
                  </a:lnTo>
                  <a:cubicBezTo>
                    <a:pt x="12698" y="9464"/>
                    <a:pt x="12861" y="9301"/>
                    <a:pt x="12861" y="9099"/>
                  </a:cubicBezTo>
                  <a:cubicBezTo>
                    <a:pt x="12861" y="8899"/>
                    <a:pt x="12698" y="8735"/>
                    <a:pt x="12497" y="8735"/>
                  </a:cubicBezTo>
                  <a:close/>
                  <a:moveTo>
                    <a:pt x="15894" y="10675"/>
                  </a:moveTo>
                  <a:cubicBezTo>
                    <a:pt x="15692" y="10675"/>
                    <a:pt x="15529" y="10838"/>
                    <a:pt x="15529" y="11039"/>
                  </a:cubicBezTo>
                  <a:cubicBezTo>
                    <a:pt x="15529" y="11241"/>
                    <a:pt x="15692" y="11404"/>
                    <a:pt x="15894" y="11404"/>
                  </a:cubicBezTo>
                  <a:lnTo>
                    <a:pt x="17350" y="11404"/>
                  </a:lnTo>
                  <a:cubicBezTo>
                    <a:pt x="17551" y="11404"/>
                    <a:pt x="17714" y="11242"/>
                    <a:pt x="17714" y="11039"/>
                  </a:cubicBezTo>
                  <a:cubicBezTo>
                    <a:pt x="17714" y="10838"/>
                    <a:pt x="17551" y="10675"/>
                    <a:pt x="17350" y="10675"/>
                  </a:cubicBezTo>
                  <a:close/>
                  <a:moveTo>
                    <a:pt x="5702" y="10676"/>
                  </a:moveTo>
                  <a:cubicBezTo>
                    <a:pt x="5501" y="10676"/>
                    <a:pt x="5338" y="10840"/>
                    <a:pt x="5338" y="11040"/>
                  </a:cubicBezTo>
                  <a:cubicBezTo>
                    <a:pt x="5338" y="11242"/>
                    <a:pt x="5501" y="11405"/>
                    <a:pt x="5702" y="11405"/>
                  </a:cubicBezTo>
                  <a:lnTo>
                    <a:pt x="7158" y="11405"/>
                  </a:lnTo>
                  <a:cubicBezTo>
                    <a:pt x="7360" y="11405"/>
                    <a:pt x="7523" y="11242"/>
                    <a:pt x="7523" y="11040"/>
                  </a:cubicBezTo>
                  <a:cubicBezTo>
                    <a:pt x="7523" y="10838"/>
                    <a:pt x="7360" y="10676"/>
                    <a:pt x="7158" y="10676"/>
                  </a:cubicBezTo>
                  <a:close/>
                  <a:moveTo>
                    <a:pt x="4249" y="3397"/>
                  </a:moveTo>
                  <a:cubicBezTo>
                    <a:pt x="3780" y="3397"/>
                    <a:pt x="3399" y="3777"/>
                    <a:pt x="3399" y="4246"/>
                  </a:cubicBezTo>
                  <a:lnTo>
                    <a:pt x="3399" y="12981"/>
                  </a:lnTo>
                  <a:cubicBezTo>
                    <a:pt x="3399" y="13450"/>
                    <a:pt x="3780" y="13830"/>
                    <a:pt x="4249" y="13830"/>
                  </a:cubicBezTo>
                  <a:lnTo>
                    <a:pt x="6675" y="13830"/>
                  </a:lnTo>
                  <a:cubicBezTo>
                    <a:pt x="6877" y="13830"/>
                    <a:pt x="7040" y="13666"/>
                    <a:pt x="7040" y="13466"/>
                  </a:cubicBezTo>
                  <a:cubicBezTo>
                    <a:pt x="7040" y="13266"/>
                    <a:pt x="6877" y="13101"/>
                    <a:pt x="6675" y="13101"/>
                  </a:cubicBezTo>
                  <a:lnTo>
                    <a:pt x="4249" y="13101"/>
                  </a:lnTo>
                  <a:cubicBezTo>
                    <a:pt x="4184" y="13101"/>
                    <a:pt x="4128" y="13048"/>
                    <a:pt x="4128" y="12981"/>
                  </a:cubicBezTo>
                  <a:lnTo>
                    <a:pt x="4128" y="4246"/>
                  </a:lnTo>
                  <a:cubicBezTo>
                    <a:pt x="4128" y="4180"/>
                    <a:pt x="4181" y="4125"/>
                    <a:pt x="4249" y="4125"/>
                  </a:cubicBezTo>
                  <a:lnTo>
                    <a:pt x="18807" y="4125"/>
                  </a:lnTo>
                  <a:cubicBezTo>
                    <a:pt x="18872" y="4125"/>
                    <a:pt x="18928" y="4179"/>
                    <a:pt x="18928" y="4246"/>
                  </a:cubicBezTo>
                  <a:lnTo>
                    <a:pt x="18928" y="12981"/>
                  </a:lnTo>
                  <a:cubicBezTo>
                    <a:pt x="18928" y="13047"/>
                    <a:pt x="18874" y="13101"/>
                    <a:pt x="18807" y="13101"/>
                  </a:cubicBezTo>
                  <a:lnTo>
                    <a:pt x="16380" y="13101"/>
                  </a:lnTo>
                  <a:cubicBezTo>
                    <a:pt x="16179" y="13101"/>
                    <a:pt x="16016" y="13266"/>
                    <a:pt x="16016" y="13466"/>
                  </a:cubicBezTo>
                  <a:cubicBezTo>
                    <a:pt x="16016" y="13666"/>
                    <a:pt x="16179" y="13830"/>
                    <a:pt x="16380" y="13830"/>
                  </a:cubicBezTo>
                  <a:lnTo>
                    <a:pt x="18807" y="13830"/>
                  </a:lnTo>
                  <a:cubicBezTo>
                    <a:pt x="19273" y="13830"/>
                    <a:pt x="19655" y="13450"/>
                    <a:pt x="19655" y="12981"/>
                  </a:cubicBezTo>
                  <a:lnTo>
                    <a:pt x="19655" y="4246"/>
                  </a:lnTo>
                  <a:cubicBezTo>
                    <a:pt x="19655" y="3777"/>
                    <a:pt x="19276" y="3397"/>
                    <a:pt x="18807" y="3397"/>
                  </a:cubicBezTo>
                  <a:close/>
                  <a:moveTo>
                    <a:pt x="20263" y="1458"/>
                  </a:moveTo>
                  <a:cubicBezTo>
                    <a:pt x="20263" y="1458"/>
                    <a:pt x="20262" y="1458"/>
                    <a:pt x="20261" y="1458"/>
                  </a:cubicBezTo>
                  <a:lnTo>
                    <a:pt x="2791" y="1458"/>
                  </a:lnTo>
                  <a:cubicBezTo>
                    <a:pt x="2055" y="1458"/>
                    <a:pt x="1457" y="2056"/>
                    <a:pt x="1457" y="2792"/>
                  </a:cubicBezTo>
                  <a:lnTo>
                    <a:pt x="1457" y="14438"/>
                  </a:lnTo>
                  <a:cubicBezTo>
                    <a:pt x="1457" y="15173"/>
                    <a:pt x="2055" y="15771"/>
                    <a:pt x="2791" y="15771"/>
                  </a:cubicBezTo>
                  <a:lnTo>
                    <a:pt x="6188" y="15771"/>
                  </a:lnTo>
                  <a:cubicBezTo>
                    <a:pt x="6388" y="15771"/>
                    <a:pt x="6551" y="15608"/>
                    <a:pt x="6551" y="15407"/>
                  </a:cubicBezTo>
                  <a:cubicBezTo>
                    <a:pt x="6551" y="15207"/>
                    <a:pt x="6388" y="15043"/>
                    <a:pt x="6188" y="15043"/>
                  </a:cubicBezTo>
                  <a:lnTo>
                    <a:pt x="2791" y="15043"/>
                  </a:lnTo>
                  <a:cubicBezTo>
                    <a:pt x="2457" y="15043"/>
                    <a:pt x="2184" y="14771"/>
                    <a:pt x="2184" y="14438"/>
                  </a:cubicBezTo>
                  <a:lnTo>
                    <a:pt x="2184" y="2792"/>
                  </a:lnTo>
                  <a:cubicBezTo>
                    <a:pt x="2184" y="2458"/>
                    <a:pt x="2457" y="2185"/>
                    <a:pt x="2791" y="2185"/>
                  </a:cubicBezTo>
                  <a:lnTo>
                    <a:pt x="20261" y="2185"/>
                  </a:lnTo>
                  <a:cubicBezTo>
                    <a:pt x="20595" y="2185"/>
                    <a:pt x="20868" y="2458"/>
                    <a:pt x="20868" y="2792"/>
                  </a:cubicBezTo>
                  <a:lnTo>
                    <a:pt x="20868" y="14438"/>
                  </a:lnTo>
                  <a:cubicBezTo>
                    <a:pt x="20868" y="14772"/>
                    <a:pt x="20595" y="15043"/>
                    <a:pt x="20261" y="15043"/>
                  </a:cubicBezTo>
                  <a:lnTo>
                    <a:pt x="16864" y="15043"/>
                  </a:lnTo>
                  <a:cubicBezTo>
                    <a:pt x="16664" y="15043"/>
                    <a:pt x="16501" y="15207"/>
                    <a:pt x="16501" y="15407"/>
                  </a:cubicBezTo>
                  <a:cubicBezTo>
                    <a:pt x="16501" y="15608"/>
                    <a:pt x="16664" y="15771"/>
                    <a:pt x="16864" y="15771"/>
                  </a:cubicBezTo>
                  <a:lnTo>
                    <a:pt x="20261" y="15771"/>
                  </a:lnTo>
                  <a:cubicBezTo>
                    <a:pt x="20997" y="15771"/>
                    <a:pt x="21595" y="15173"/>
                    <a:pt x="21595" y="14438"/>
                  </a:cubicBezTo>
                  <a:lnTo>
                    <a:pt x="21595" y="2789"/>
                  </a:lnTo>
                  <a:cubicBezTo>
                    <a:pt x="21595" y="2055"/>
                    <a:pt x="20998" y="1458"/>
                    <a:pt x="20263" y="1458"/>
                  </a:cubicBezTo>
                  <a:close/>
                  <a:moveTo>
                    <a:pt x="11527" y="13345"/>
                  </a:moveTo>
                  <a:cubicBezTo>
                    <a:pt x="12398" y="13345"/>
                    <a:pt x="13104" y="14052"/>
                    <a:pt x="13104" y="14923"/>
                  </a:cubicBezTo>
                  <a:cubicBezTo>
                    <a:pt x="13104" y="15792"/>
                    <a:pt x="12395" y="16500"/>
                    <a:pt x="11527" y="16500"/>
                  </a:cubicBezTo>
                  <a:cubicBezTo>
                    <a:pt x="10657" y="16500"/>
                    <a:pt x="9949" y="15792"/>
                    <a:pt x="9949" y="14923"/>
                  </a:cubicBezTo>
                  <a:cubicBezTo>
                    <a:pt x="9949" y="14052"/>
                    <a:pt x="10657" y="13345"/>
                    <a:pt x="11527" y="13345"/>
                  </a:cubicBezTo>
                  <a:close/>
                  <a:moveTo>
                    <a:pt x="20748" y="727"/>
                  </a:moveTo>
                  <a:cubicBezTo>
                    <a:pt x="21618" y="727"/>
                    <a:pt x="22326" y="1435"/>
                    <a:pt x="22326" y="2305"/>
                  </a:cubicBezTo>
                  <a:lnTo>
                    <a:pt x="22326" y="14923"/>
                  </a:lnTo>
                  <a:lnTo>
                    <a:pt x="22324" y="14923"/>
                  </a:lnTo>
                  <a:cubicBezTo>
                    <a:pt x="22324" y="15792"/>
                    <a:pt x="21617" y="16500"/>
                    <a:pt x="20747" y="16500"/>
                  </a:cubicBezTo>
                  <a:lnTo>
                    <a:pt x="15469" y="16500"/>
                  </a:lnTo>
                  <a:cubicBezTo>
                    <a:pt x="15664" y="16011"/>
                    <a:pt x="15773" y="15480"/>
                    <a:pt x="15773" y="14923"/>
                  </a:cubicBezTo>
                  <a:cubicBezTo>
                    <a:pt x="15773" y="12581"/>
                    <a:pt x="13869" y="10676"/>
                    <a:pt x="11527" y="10676"/>
                  </a:cubicBezTo>
                  <a:cubicBezTo>
                    <a:pt x="9186" y="10676"/>
                    <a:pt x="7282" y="12581"/>
                    <a:pt x="7282" y="14923"/>
                  </a:cubicBezTo>
                  <a:cubicBezTo>
                    <a:pt x="7282" y="15480"/>
                    <a:pt x="7390" y="16011"/>
                    <a:pt x="7585" y="16500"/>
                  </a:cubicBezTo>
                  <a:lnTo>
                    <a:pt x="2308" y="16500"/>
                  </a:lnTo>
                  <a:cubicBezTo>
                    <a:pt x="1437" y="16500"/>
                    <a:pt x="730" y="15792"/>
                    <a:pt x="730" y="14923"/>
                  </a:cubicBezTo>
                  <a:lnTo>
                    <a:pt x="730" y="2305"/>
                  </a:lnTo>
                  <a:cubicBezTo>
                    <a:pt x="730" y="1435"/>
                    <a:pt x="1437" y="727"/>
                    <a:pt x="2308" y="727"/>
                  </a:cubicBezTo>
                  <a:close/>
                  <a:moveTo>
                    <a:pt x="11527" y="12616"/>
                  </a:moveTo>
                  <a:cubicBezTo>
                    <a:pt x="10256" y="12616"/>
                    <a:pt x="9222" y="13651"/>
                    <a:pt x="9222" y="14923"/>
                  </a:cubicBezTo>
                  <a:cubicBezTo>
                    <a:pt x="9222" y="16192"/>
                    <a:pt x="10255" y="17228"/>
                    <a:pt x="11527" y="17228"/>
                  </a:cubicBezTo>
                  <a:cubicBezTo>
                    <a:pt x="12799" y="17228"/>
                    <a:pt x="13833" y="16195"/>
                    <a:pt x="13833" y="14923"/>
                  </a:cubicBezTo>
                  <a:cubicBezTo>
                    <a:pt x="13830" y="13652"/>
                    <a:pt x="12797" y="12616"/>
                    <a:pt x="11527" y="12616"/>
                  </a:cubicBezTo>
                  <a:close/>
                  <a:moveTo>
                    <a:pt x="11527" y="11403"/>
                  </a:moveTo>
                  <a:cubicBezTo>
                    <a:pt x="13468" y="11403"/>
                    <a:pt x="15045" y="12980"/>
                    <a:pt x="15045" y="14923"/>
                  </a:cubicBezTo>
                  <a:cubicBezTo>
                    <a:pt x="15044" y="16862"/>
                    <a:pt x="13466" y="18441"/>
                    <a:pt x="11527" y="18441"/>
                  </a:cubicBezTo>
                  <a:cubicBezTo>
                    <a:pt x="9587" y="18441"/>
                    <a:pt x="8008" y="16864"/>
                    <a:pt x="8008" y="14923"/>
                  </a:cubicBezTo>
                  <a:cubicBezTo>
                    <a:pt x="8008" y="12983"/>
                    <a:pt x="9585" y="11403"/>
                    <a:pt x="11527" y="11403"/>
                  </a:cubicBezTo>
                  <a:close/>
                  <a:moveTo>
                    <a:pt x="13589" y="18633"/>
                  </a:moveTo>
                  <a:lnTo>
                    <a:pt x="13589" y="22200"/>
                  </a:lnTo>
                  <a:cubicBezTo>
                    <a:pt x="13589" y="22266"/>
                    <a:pt x="13546" y="22298"/>
                    <a:pt x="13520" y="22311"/>
                  </a:cubicBezTo>
                  <a:cubicBezTo>
                    <a:pt x="13508" y="22317"/>
                    <a:pt x="13489" y="22323"/>
                    <a:pt x="13466" y="22323"/>
                  </a:cubicBezTo>
                  <a:cubicBezTo>
                    <a:pt x="13444" y="22323"/>
                    <a:pt x="13418" y="22317"/>
                    <a:pt x="13393" y="22297"/>
                  </a:cubicBezTo>
                  <a:lnTo>
                    <a:pt x="11754" y="20985"/>
                  </a:lnTo>
                  <a:cubicBezTo>
                    <a:pt x="11687" y="20932"/>
                    <a:pt x="11607" y="20905"/>
                    <a:pt x="11527" y="20905"/>
                  </a:cubicBezTo>
                  <a:cubicBezTo>
                    <a:pt x="11446" y="20905"/>
                    <a:pt x="11366" y="20932"/>
                    <a:pt x="11299" y="20985"/>
                  </a:cubicBezTo>
                  <a:lnTo>
                    <a:pt x="9661" y="22297"/>
                  </a:lnTo>
                  <a:cubicBezTo>
                    <a:pt x="9635" y="22317"/>
                    <a:pt x="9610" y="22323"/>
                    <a:pt x="9587" y="22323"/>
                  </a:cubicBezTo>
                  <a:cubicBezTo>
                    <a:pt x="9565" y="22323"/>
                    <a:pt x="9546" y="22317"/>
                    <a:pt x="9533" y="22311"/>
                  </a:cubicBezTo>
                  <a:cubicBezTo>
                    <a:pt x="9509" y="22298"/>
                    <a:pt x="9465" y="22268"/>
                    <a:pt x="9465" y="22200"/>
                  </a:cubicBezTo>
                  <a:lnTo>
                    <a:pt x="9465" y="18633"/>
                  </a:lnTo>
                  <a:cubicBezTo>
                    <a:pt x="10076" y="18974"/>
                    <a:pt x="10779" y="19170"/>
                    <a:pt x="11527" y="19170"/>
                  </a:cubicBezTo>
                  <a:cubicBezTo>
                    <a:pt x="12274" y="19170"/>
                    <a:pt x="12978" y="18974"/>
                    <a:pt x="13589" y="18633"/>
                  </a:cubicBezTo>
                  <a:close/>
                  <a:moveTo>
                    <a:pt x="2305" y="1"/>
                  </a:moveTo>
                  <a:cubicBezTo>
                    <a:pt x="1036" y="1"/>
                    <a:pt x="0" y="1034"/>
                    <a:pt x="0" y="2306"/>
                  </a:cubicBezTo>
                  <a:lnTo>
                    <a:pt x="0" y="14924"/>
                  </a:lnTo>
                  <a:cubicBezTo>
                    <a:pt x="0" y="16195"/>
                    <a:pt x="1033" y="17229"/>
                    <a:pt x="2305" y="17229"/>
                  </a:cubicBezTo>
                  <a:lnTo>
                    <a:pt x="7961" y="17229"/>
                  </a:lnTo>
                  <a:cubicBezTo>
                    <a:pt x="8177" y="17562"/>
                    <a:pt x="8437" y="17862"/>
                    <a:pt x="8736" y="18123"/>
                  </a:cubicBezTo>
                  <a:lnTo>
                    <a:pt x="8736" y="18129"/>
                  </a:lnTo>
                  <a:lnTo>
                    <a:pt x="8736" y="22200"/>
                  </a:lnTo>
                  <a:cubicBezTo>
                    <a:pt x="8736" y="22528"/>
                    <a:pt x="8920" y="22824"/>
                    <a:pt x="9217" y="22966"/>
                  </a:cubicBezTo>
                  <a:cubicBezTo>
                    <a:pt x="9335" y="23023"/>
                    <a:pt x="9461" y="23050"/>
                    <a:pt x="9585" y="23050"/>
                  </a:cubicBezTo>
                  <a:cubicBezTo>
                    <a:pt x="9774" y="23050"/>
                    <a:pt x="9961" y="22987"/>
                    <a:pt x="10117" y="22862"/>
                  </a:cubicBezTo>
                  <a:lnTo>
                    <a:pt x="11527" y="21735"/>
                  </a:lnTo>
                  <a:lnTo>
                    <a:pt x="12938" y="22862"/>
                  </a:lnTo>
                  <a:cubicBezTo>
                    <a:pt x="13091" y="22987"/>
                    <a:pt x="13279" y="23050"/>
                    <a:pt x="13466" y="23050"/>
                  </a:cubicBezTo>
                  <a:cubicBezTo>
                    <a:pt x="13590" y="23050"/>
                    <a:pt x="13717" y="23022"/>
                    <a:pt x="13836" y="22965"/>
                  </a:cubicBezTo>
                  <a:cubicBezTo>
                    <a:pt x="14133" y="22823"/>
                    <a:pt x="14318" y="22528"/>
                    <a:pt x="14318" y="22199"/>
                  </a:cubicBezTo>
                  <a:lnTo>
                    <a:pt x="14318" y="18123"/>
                  </a:lnTo>
                  <a:lnTo>
                    <a:pt x="14318" y="18119"/>
                  </a:lnTo>
                  <a:cubicBezTo>
                    <a:pt x="14615" y="17859"/>
                    <a:pt x="14875" y="17557"/>
                    <a:pt x="15092" y="17225"/>
                  </a:cubicBezTo>
                  <a:lnTo>
                    <a:pt x="20748" y="17225"/>
                  </a:lnTo>
                  <a:cubicBezTo>
                    <a:pt x="22017" y="17225"/>
                    <a:pt x="23053" y="16190"/>
                    <a:pt x="23053" y="14918"/>
                  </a:cubicBezTo>
                  <a:lnTo>
                    <a:pt x="23053" y="2305"/>
                  </a:lnTo>
                  <a:cubicBezTo>
                    <a:pt x="23052" y="1034"/>
                    <a:pt x="22019" y="1"/>
                    <a:pt x="207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4" name="Google Shape;5784;p69"/>
          <p:cNvGrpSpPr/>
          <p:nvPr/>
        </p:nvGrpSpPr>
        <p:grpSpPr>
          <a:xfrm>
            <a:off x="4301475" y="4016563"/>
            <a:ext cx="494500" cy="576375"/>
            <a:chOff x="4301475" y="4016563"/>
            <a:chExt cx="494500" cy="576375"/>
          </a:xfrm>
        </p:grpSpPr>
        <p:sp>
          <p:nvSpPr>
            <p:cNvPr id="5785" name="Google Shape;5785;p69"/>
            <p:cNvSpPr/>
            <p:nvPr/>
          </p:nvSpPr>
          <p:spPr>
            <a:xfrm>
              <a:off x="4457800" y="4547188"/>
              <a:ext cx="195050" cy="36625"/>
            </a:xfrm>
            <a:custGeom>
              <a:rect b="b" l="l" r="r" t="t"/>
              <a:pathLst>
                <a:path extrusionOk="0" h="1465" w="7802">
                  <a:moveTo>
                    <a:pt x="7038" y="1"/>
                  </a:moveTo>
                  <a:lnTo>
                    <a:pt x="7038" y="8"/>
                  </a:lnTo>
                  <a:lnTo>
                    <a:pt x="632" y="8"/>
                  </a:lnTo>
                  <a:cubicBezTo>
                    <a:pt x="273" y="58"/>
                    <a:pt x="1" y="363"/>
                    <a:pt x="1" y="733"/>
                  </a:cubicBezTo>
                  <a:cubicBezTo>
                    <a:pt x="1" y="1138"/>
                    <a:pt x="329" y="1465"/>
                    <a:pt x="732" y="1465"/>
                  </a:cubicBezTo>
                  <a:lnTo>
                    <a:pt x="7069" y="1465"/>
                  </a:lnTo>
                  <a:cubicBezTo>
                    <a:pt x="7474" y="1465"/>
                    <a:pt x="7801" y="1138"/>
                    <a:pt x="7801" y="733"/>
                  </a:cubicBezTo>
                  <a:cubicBezTo>
                    <a:pt x="7801" y="328"/>
                    <a:pt x="7474" y="1"/>
                    <a:pt x="70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9"/>
            <p:cNvSpPr/>
            <p:nvPr/>
          </p:nvSpPr>
          <p:spPr>
            <a:xfrm>
              <a:off x="4457850" y="4547163"/>
              <a:ext cx="195025" cy="18425"/>
            </a:xfrm>
            <a:custGeom>
              <a:rect b="b" l="l" r="r" t="t"/>
              <a:pathLst>
                <a:path extrusionOk="0" h="737" w="7801">
                  <a:moveTo>
                    <a:pt x="732" y="0"/>
                  </a:moveTo>
                  <a:cubicBezTo>
                    <a:pt x="327" y="0"/>
                    <a:pt x="0" y="329"/>
                    <a:pt x="0" y="732"/>
                  </a:cubicBezTo>
                  <a:lnTo>
                    <a:pt x="0" y="737"/>
                  </a:lnTo>
                  <a:lnTo>
                    <a:pt x="7800" y="737"/>
                  </a:lnTo>
                  <a:lnTo>
                    <a:pt x="7800" y="732"/>
                  </a:lnTo>
                  <a:cubicBezTo>
                    <a:pt x="7800" y="327"/>
                    <a:pt x="7472" y="0"/>
                    <a:pt x="70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9"/>
            <p:cNvSpPr/>
            <p:nvPr/>
          </p:nvSpPr>
          <p:spPr>
            <a:xfrm>
              <a:off x="4336550" y="4071438"/>
              <a:ext cx="445400" cy="390375"/>
            </a:xfrm>
            <a:custGeom>
              <a:rect b="b" l="l" r="r" t="t"/>
              <a:pathLst>
                <a:path extrusionOk="0" h="15615" w="17816">
                  <a:moveTo>
                    <a:pt x="8900" y="0"/>
                  </a:moveTo>
                  <a:cubicBezTo>
                    <a:pt x="7577" y="0"/>
                    <a:pt x="6236" y="338"/>
                    <a:pt x="5008" y="1048"/>
                  </a:cubicBezTo>
                  <a:cubicBezTo>
                    <a:pt x="1278" y="3204"/>
                    <a:pt x="0" y="7977"/>
                    <a:pt x="2153" y="11712"/>
                  </a:cubicBezTo>
                  <a:cubicBezTo>
                    <a:pt x="3598" y="14215"/>
                    <a:pt x="6219" y="15615"/>
                    <a:pt x="8914" y="15615"/>
                  </a:cubicBezTo>
                  <a:cubicBezTo>
                    <a:pt x="10238" y="15615"/>
                    <a:pt x="11579" y="15277"/>
                    <a:pt x="12807" y="14567"/>
                  </a:cubicBezTo>
                  <a:cubicBezTo>
                    <a:pt x="16538" y="12411"/>
                    <a:pt x="17815" y="7638"/>
                    <a:pt x="15662" y="3905"/>
                  </a:cubicBezTo>
                  <a:cubicBezTo>
                    <a:pt x="14218" y="1401"/>
                    <a:pt x="11596" y="0"/>
                    <a:pt x="89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9"/>
            <p:cNvSpPr/>
            <p:nvPr/>
          </p:nvSpPr>
          <p:spPr>
            <a:xfrm>
              <a:off x="4443950" y="4071438"/>
              <a:ext cx="222750" cy="390375"/>
            </a:xfrm>
            <a:custGeom>
              <a:rect b="b" l="l" r="r" t="t"/>
              <a:pathLst>
                <a:path extrusionOk="0" h="15615" w="8910">
                  <a:moveTo>
                    <a:pt x="4452" y="0"/>
                  </a:moveTo>
                  <a:cubicBezTo>
                    <a:pt x="3791" y="0"/>
                    <a:pt x="3120" y="338"/>
                    <a:pt x="2506" y="1048"/>
                  </a:cubicBezTo>
                  <a:cubicBezTo>
                    <a:pt x="638" y="3204"/>
                    <a:pt x="0" y="7977"/>
                    <a:pt x="1078" y="11712"/>
                  </a:cubicBezTo>
                  <a:cubicBezTo>
                    <a:pt x="1799" y="14215"/>
                    <a:pt x="3110" y="15615"/>
                    <a:pt x="4458" y="15615"/>
                  </a:cubicBezTo>
                  <a:cubicBezTo>
                    <a:pt x="5119" y="15615"/>
                    <a:pt x="5790" y="15277"/>
                    <a:pt x="6404" y="14567"/>
                  </a:cubicBezTo>
                  <a:cubicBezTo>
                    <a:pt x="8271" y="12411"/>
                    <a:pt x="8909" y="7638"/>
                    <a:pt x="7832" y="3905"/>
                  </a:cubicBezTo>
                  <a:cubicBezTo>
                    <a:pt x="7110" y="1401"/>
                    <a:pt x="5800" y="0"/>
                    <a:pt x="4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9"/>
            <p:cNvSpPr/>
            <p:nvPr/>
          </p:nvSpPr>
          <p:spPr>
            <a:xfrm>
              <a:off x="4301475" y="4016563"/>
              <a:ext cx="494500" cy="576375"/>
            </a:xfrm>
            <a:custGeom>
              <a:rect b="b" l="l" r="r" t="t"/>
              <a:pathLst>
                <a:path extrusionOk="0" h="23055" w="19780">
                  <a:moveTo>
                    <a:pt x="17889" y="4613"/>
                  </a:moveTo>
                  <a:cubicBezTo>
                    <a:pt x="18267" y="4613"/>
                    <a:pt x="18635" y="4809"/>
                    <a:pt x="18838" y="5159"/>
                  </a:cubicBezTo>
                  <a:cubicBezTo>
                    <a:pt x="18987" y="5410"/>
                    <a:pt x="19027" y="5703"/>
                    <a:pt x="18950" y="5984"/>
                  </a:cubicBezTo>
                  <a:cubicBezTo>
                    <a:pt x="18873" y="6266"/>
                    <a:pt x="18691" y="6500"/>
                    <a:pt x="18440" y="6648"/>
                  </a:cubicBezTo>
                  <a:lnTo>
                    <a:pt x="17848" y="6989"/>
                  </a:lnTo>
                  <a:cubicBezTo>
                    <a:pt x="17709" y="6654"/>
                    <a:pt x="17549" y="6326"/>
                    <a:pt x="17364" y="6007"/>
                  </a:cubicBezTo>
                  <a:cubicBezTo>
                    <a:pt x="17179" y="5687"/>
                    <a:pt x="16973" y="5383"/>
                    <a:pt x="16753" y="5099"/>
                  </a:cubicBezTo>
                  <a:lnTo>
                    <a:pt x="17343" y="4759"/>
                  </a:lnTo>
                  <a:cubicBezTo>
                    <a:pt x="17515" y="4660"/>
                    <a:pt x="17703" y="4613"/>
                    <a:pt x="17889" y="4613"/>
                  </a:cubicBezTo>
                  <a:close/>
                  <a:moveTo>
                    <a:pt x="13988" y="9269"/>
                  </a:moveTo>
                  <a:cubicBezTo>
                    <a:pt x="13926" y="9269"/>
                    <a:pt x="13864" y="9284"/>
                    <a:pt x="13807" y="9317"/>
                  </a:cubicBezTo>
                  <a:lnTo>
                    <a:pt x="13764" y="9341"/>
                  </a:lnTo>
                  <a:cubicBezTo>
                    <a:pt x="13591" y="9442"/>
                    <a:pt x="13531" y="9665"/>
                    <a:pt x="13631" y="9838"/>
                  </a:cubicBezTo>
                  <a:cubicBezTo>
                    <a:pt x="13699" y="9956"/>
                    <a:pt x="13821" y="10022"/>
                    <a:pt x="13947" y="10022"/>
                  </a:cubicBezTo>
                  <a:cubicBezTo>
                    <a:pt x="14009" y="10022"/>
                    <a:pt x="14071" y="10008"/>
                    <a:pt x="14128" y="9973"/>
                  </a:cubicBezTo>
                  <a:lnTo>
                    <a:pt x="14171" y="9949"/>
                  </a:lnTo>
                  <a:cubicBezTo>
                    <a:pt x="14345" y="9847"/>
                    <a:pt x="14404" y="9625"/>
                    <a:pt x="14304" y="9452"/>
                  </a:cubicBezTo>
                  <a:cubicBezTo>
                    <a:pt x="14236" y="9334"/>
                    <a:pt x="14114" y="9269"/>
                    <a:pt x="13988" y="9269"/>
                  </a:cubicBezTo>
                  <a:close/>
                  <a:moveTo>
                    <a:pt x="7993" y="3038"/>
                  </a:moveTo>
                  <a:lnTo>
                    <a:pt x="7993" y="3038"/>
                  </a:lnTo>
                  <a:cubicBezTo>
                    <a:pt x="7973" y="3061"/>
                    <a:pt x="7952" y="3083"/>
                    <a:pt x="7932" y="3107"/>
                  </a:cubicBezTo>
                  <a:cubicBezTo>
                    <a:pt x="6985" y="4197"/>
                    <a:pt x="6312" y="5938"/>
                    <a:pt x="6033" y="8011"/>
                  </a:cubicBezTo>
                  <a:cubicBezTo>
                    <a:pt x="5779" y="9910"/>
                    <a:pt x="5883" y="11885"/>
                    <a:pt x="6322" y="13630"/>
                  </a:cubicBezTo>
                  <a:lnTo>
                    <a:pt x="4504" y="14676"/>
                  </a:lnTo>
                  <a:cubicBezTo>
                    <a:pt x="4278" y="14393"/>
                    <a:pt x="4072" y="14092"/>
                    <a:pt x="3886" y="13769"/>
                  </a:cubicBezTo>
                  <a:cubicBezTo>
                    <a:pt x="2897" y="12060"/>
                    <a:pt x="2634" y="10066"/>
                    <a:pt x="3143" y="8159"/>
                  </a:cubicBezTo>
                  <a:cubicBezTo>
                    <a:pt x="3654" y="6246"/>
                    <a:pt x="4882" y="4650"/>
                    <a:pt x="6600" y="3661"/>
                  </a:cubicBezTo>
                  <a:cubicBezTo>
                    <a:pt x="7051" y="3401"/>
                    <a:pt x="7518" y="3195"/>
                    <a:pt x="7993" y="3038"/>
                  </a:cubicBezTo>
                  <a:close/>
                  <a:moveTo>
                    <a:pt x="9791" y="1224"/>
                  </a:moveTo>
                  <a:lnTo>
                    <a:pt x="9791" y="1822"/>
                  </a:lnTo>
                  <a:cubicBezTo>
                    <a:pt x="9791" y="1870"/>
                    <a:pt x="9799" y="1916"/>
                    <a:pt x="9818" y="1958"/>
                  </a:cubicBezTo>
                  <a:cubicBezTo>
                    <a:pt x="8593" y="2031"/>
                    <a:pt x="7369" y="2379"/>
                    <a:pt x="6238" y="3031"/>
                  </a:cubicBezTo>
                  <a:cubicBezTo>
                    <a:pt x="4351" y="4119"/>
                    <a:pt x="3004" y="5872"/>
                    <a:pt x="2442" y="7971"/>
                  </a:cubicBezTo>
                  <a:cubicBezTo>
                    <a:pt x="1881" y="10067"/>
                    <a:pt x="2169" y="12256"/>
                    <a:pt x="3256" y="14136"/>
                  </a:cubicBezTo>
                  <a:cubicBezTo>
                    <a:pt x="3441" y="14456"/>
                    <a:pt x="3646" y="14760"/>
                    <a:pt x="3868" y="15044"/>
                  </a:cubicBezTo>
                  <a:lnTo>
                    <a:pt x="3126" y="15472"/>
                  </a:lnTo>
                  <a:cubicBezTo>
                    <a:pt x="1969" y="13975"/>
                    <a:pt x="1280" y="12104"/>
                    <a:pt x="1280" y="10072"/>
                  </a:cubicBezTo>
                  <a:cubicBezTo>
                    <a:pt x="1277" y="5311"/>
                    <a:pt x="5064" y="1416"/>
                    <a:pt x="9791" y="1224"/>
                  </a:cubicBezTo>
                  <a:close/>
                  <a:moveTo>
                    <a:pt x="1373" y="13955"/>
                  </a:moveTo>
                  <a:cubicBezTo>
                    <a:pt x="1673" y="14628"/>
                    <a:pt x="2047" y="15259"/>
                    <a:pt x="2486" y="15837"/>
                  </a:cubicBezTo>
                  <a:lnTo>
                    <a:pt x="2435" y="15870"/>
                  </a:lnTo>
                  <a:cubicBezTo>
                    <a:pt x="2262" y="15969"/>
                    <a:pt x="2074" y="16016"/>
                    <a:pt x="1888" y="16016"/>
                  </a:cubicBezTo>
                  <a:cubicBezTo>
                    <a:pt x="1510" y="16016"/>
                    <a:pt x="1142" y="15820"/>
                    <a:pt x="939" y="15470"/>
                  </a:cubicBezTo>
                  <a:cubicBezTo>
                    <a:pt x="792" y="15217"/>
                    <a:pt x="754" y="14925"/>
                    <a:pt x="828" y="14642"/>
                  </a:cubicBezTo>
                  <a:cubicBezTo>
                    <a:pt x="905" y="14359"/>
                    <a:pt x="1086" y="14125"/>
                    <a:pt x="1338" y="13978"/>
                  </a:cubicBezTo>
                  <a:lnTo>
                    <a:pt x="1373" y="13955"/>
                  </a:lnTo>
                  <a:close/>
                  <a:moveTo>
                    <a:pt x="6525" y="14352"/>
                  </a:moveTo>
                  <a:cubicBezTo>
                    <a:pt x="6893" y="15503"/>
                    <a:pt x="7392" y="16437"/>
                    <a:pt x="7982" y="17093"/>
                  </a:cubicBezTo>
                  <a:cubicBezTo>
                    <a:pt x="6868" y="16725"/>
                    <a:pt x="5837" y="16097"/>
                    <a:pt x="4996" y="15233"/>
                  </a:cubicBezTo>
                  <a:lnTo>
                    <a:pt x="6525" y="14352"/>
                  </a:lnTo>
                  <a:close/>
                  <a:moveTo>
                    <a:pt x="10247" y="2673"/>
                  </a:moveTo>
                  <a:cubicBezTo>
                    <a:pt x="10332" y="2678"/>
                    <a:pt x="10416" y="2689"/>
                    <a:pt x="10501" y="2709"/>
                  </a:cubicBezTo>
                  <a:cubicBezTo>
                    <a:pt x="11597" y="2950"/>
                    <a:pt x="12597" y="4289"/>
                    <a:pt x="13176" y="6291"/>
                  </a:cubicBezTo>
                  <a:cubicBezTo>
                    <a:pt x="13263" y="6596"/>
                    <a:pt x="13341" y="6911"/>
                    <a:pt x="13407" y="7235"/>
                  </a:cubicBezTo>
                  <a:cubicBezTo>
                    <a:pt x="13442" y="7407"/>
                    <a:pt x="13596" y="7526"/>
                    <a:pt x="13766" y="7526"/>
                  </a:cubicBezTo>
                  <a:cubicBezTo>
                    <a:pt x="13789" y="7526"/>
                    <a:pt x="13813" y="7524"/>
                    <a:pt x="13837" y="7519"/>
                  </a:cubicBezTo>
                  <a:cubicBezTo>
                    <a:pt x="14034" y="7478"/>
                    <a:pt x="14161" y="7286"/>
                    <a:pt x="14121" y="7089"/>
                  </a:cubicBezTo>
                  <a:cubicBezTo>
                    <a:pt x="14053" y="6748"/>
                    <a:pt x="13969" y="6411"/>
                    <a:pt x="13876" y="6088"/>
                  </a:cubicBezTo>
                  <a:cubicBezTo>
                    <a:pt x="13480" y="4720"/>
                    <a:pt x="12903" y="3637"/>
                    <a:pt x="12208" y="2922"/>
                  </a:cubicBezTo>
                  <a:lnTo>
                    <a:pt x="12208" y="2922"/>
                  </a:lnTo>
                  <a:cubicBezTo>
                    <a:pt x="14053" y="3408"/>
                    <a:pt x="15710" y="4599"/>
                    <a:pt x="16736" y="6372"/>
                  </a:cubicBezTo>
                  <a:cubicBezTo>
                    <a:pt x="16920" y="6692"/>
                    <a:pt x="17081" y="7022"/>
                    <a:pt x="17215" y="7357"/>
                  </a:cubicBezTo>
                  <a:lnTo>
                    <a:pt x="15072" y="8592"/>
                  </a:lnTo>
                  <a:cubicBezTo>
                    <a:pt x="14898" y="8692"/>
                    <a:pt x="14837" y="8915"/>
                    <a:pt x="14938" y="9090"/>
                  </a:cubicBezTo>
                  <a:cubicBezTo>
                    <a:pt x="15006" y="9206"/>
                    <a:pt x="15128" y="9271"/>
                    <a:pt x="15255" y="9271"/>
                  </a:cubicBezTo>
                  <a:cubicBezTo>
                    <a:pt x="15316" y="9271"/>
                    <a:pt x="15379" y="9256"/>
                    <a:pt x="15435" y="9225"/>
                  </a:cubicBezTo>
                  <a:lnTo>
                    <a:pt x="17453" y="8062"/>
                  </a:lnTo>
                  <a:cubicBezTo>
                    <a:pt x="17813" y="9327"/>
                    <a:pt x="17827" y="10674"/>
                    <a:pt x="17478" y="11982"/>
                  </a:cubicBezTo>
                  <a:cubicBezTo>
                    <a:pt x="16966" y="13893"/>
                    <a:pt x="15738" y="15489"/>
                    <a:pt x="14020" y="16479"/>
                  </a:cubicBezTo>
                  <a:cubicBezTo>
                    <a:pt x="13433" y="16816"/>
                    <a:pt x="12819" y="17065"/>
                    <a:pt x="12194" y="17228"/>
                  </a:cubicBezTo>
                  <a:cubicBezTo>
                    <a:pt x="12255" y="17166"/>
                    <a:pt x="12316" y="17100"/>
                    <a:pt x="12376" y="17034"/>
                  </a:cubicBezTo>
                  <a:cubicBezTo>
                    <a:pt x="13332" y="15929"/>
                    <a:pt x="14011" y="14163"/>
                    <a:pt x="14283" y="12060"/>
                  </a:cubicBezTo>
                  <a:cubicBezTo>
                    <a:pt x="14310" y="11861"/>
                    <a:pt x="14168" y="11677"/>
                    <a:pt x="13969" y="11652"/>
                  </a:cubicBezTo>
                  <a:cubicBezTo>
                    <a:pt x="13953" y="11650"/>
                    <a:pt x="13938" y="11649"/>
                    <a:pt x="13922" y="11649"/>
                  </a:cubicBezTo>
                  <a:cubicBezTo>
                    <a:pt x="13742" y="11649"/>
                    <a:pt x="13585" y="11784"/>
                    <a:pt x="13562" y="11967"/>
                  </a:cubicBezTo>
                  <a:cubicBezTo>
                    <a:pt x="13308" y="13930"/>
                    <a:pt x="12691" y="15560"/>
                    <a:pt x="11826" y="16558"/>
                  </a:cubicBezTo>
                  <a:cubicBezTo>
                    <a:pt x="11328" y="17130"/>
                    <a:pt x="10788" y="17440"/>
                    <a:pt x="10243" y="17470"/>
                  </a:cubicBezTo>
                  <a:cubicBezTo>
                    <a:pt x="10155" y="17468"/>
                    <a:pt x="10064" y="17467"/>
                    <a:pt x="9975" y="17463"/>
                  </a:cubicBezTo>
                  <a:cubicBezTo>
                    <a:pt x="9920" y="17456"/>
                    <a:pt x="9865" y="17449"/>
                    <a:pt x="9809" y="17436"/>
                  </a:cubicBezTo>
                  <a:cubicBezTo>
                    <a:pt x="8738" y="17200"/>
                    <a:pt x="7759" y="15912"/>
                    <a:pt x="7174" y="13981"/>
                  </a:cubicBezTo>
                  <a:lnTo>
                    <a:pt x="12907" y="10677"/>
                  </a:lnTo>
                  <a:cubicBezTo>
                    <a:pt x="13082" y="10577"/>
                    <a:pt x="13143" y="10354"/>
                    <a:pt x="13041" y="10180"/>
                  </a:cubicBezTo>
                  <a:cubicBezTo>
                    <a:pt x="12974" y="10063"/>
                    <a:pt x="12851" y="9997"/>
                    <a:pt x="12725" y="9997"/>
                  </a:cubicBezTo>
                  <a:cubicBezTo>
                    <a:pt x="12663" y="9997"/>
                    <a:pt x="12601" y="10013"/>
                    <a:pt x="12543" y="10046"/>
                  </a:cubicBezTo>
                  <a:lnTo>
                    <a:pt x="6978" y="13253"/>
                  </a:lnTo>
                  <a:cubicBezTo>
                    <a:pt x="6161" y="9753"/>
                    <a:pt x="6795" y="5533"/>
                    <a:pt x="8485" y="3586"/>
                  </a:cubicBezTo>
                  <a:cubicBezTo>
                    <a:pt x="8957" y="3043"/>
                    <a:pt x="9465" y="2734"/>
                    <a:pt x="9981" y="2680"/>
                  </a:cubicBezTo>
                  <a:cubicBezTo>
                    <a:pt x="10069" y="2676"/>
                    <a:pt x="10159" y="2675"/>
                    <a:pt x="10247" y="2673"/>
                  </a:cubicBezTo>
                  <a:close/>
                  <a:moveTo>
                    <a:pt x="4348" y="15608"/>
                  </a:moveTo>
                  <a:cubicBezTo>
                    <a:pt x="5785" y="17149"/>
                    <a:pt x="7747" y="18047"/>
                    <a:pt x="9792" y="18180"/>
                  </a:cubicBezTo>
                  <a:lnTo>
                    <a:pt x="9792" y="18921"/>
                  </a:lnTo>
                  <a:cubicBezTo>
                    <a:pt x="7342" y="18821"/>
                    <a:pt x="5147" y="17730"/>
                    <a:pt x="3600" y="16039"/>
                  </a:cubicBezTo>
                  <a:lnTo>
                    <a:pt x="4348" y="15608"/>
                  </a:lnTo>
                  <a:close/>
                  <a:moveTo>
                    <a:pt x="13317" y="21597"/>
                  </a:moveTo>
                  <a:cubicBezTo>
                    <a:pt x="13517" y="21597"/>
                    <a:pt x="13680" y="21760"/>
                    <a:pt x="13680" y="21961"/>
                  </a:cubicBezTo>
                  <a:cubicBezTo>
                    <a:pt x="13680" y="22161"/>
                    <a:pt x="13517" y="22324"/>
                    <a:pt x="13317" y="22324"/>
                  </a:cubicBezTo>
                  <a:lnTo>
                    <a:pt x="6991" y="22324"/>
                  </a:lnTo>
                  <a:cubicBezTo>
                    <a:pt x="6791" y="22324"/>
                    <a:pt x="6627" y="22161"/>
                    <a:pt x="6627" y="21961"/>
                  </a:cubicBezTo>
                  <a:cubicBezTo>
                    <a:pt x="6627" y="21760"/>
                    <a:pt x="6791" y="21597"/>
                    <a:pt x="6991" y="21597"/>
                  </a:cubicBezTo>
                  <a:close/>
                  <a:moveTo>
                    <a:pt x="10155" y="0"/>
                  </a:moveTo>
                  <a:cubicBezTo>
                    <a:pt x="9954" y="0"/>
                    <a:pt x="9791" y="164"/>
                    <a:pt x="9791" y="365"/>
                  </a:cubicBezTo>
                  <a:lnTo>
                    <a:pt x="9791" y="495"/>
                  </a:lnTo>
                  <a:cubicBezTo>
                    <a:pt x="4662" y="687"/>
                    <a:pt x="549" y="4909"/>
                    <a:pt x="549" y="10072"/>
                  </a:cubicBezTo>
                  <a:cubicBezTo>
                    <a:pt x="549" y="11194"/>
                    <a:pt x="745" y="12271"/>
                    <a:pt x="1102" y="13273"/>
                  </a:cubicBezTo>
                  <a:lnTo>
                    <a:pt x="976" y="13347"/>
                  </a:lnTo>
                  <a:cubicBezTo>
                    <a:pt x="554" y="13590"/>
                    <a:pt x="251" y="13982"/>
                    <a:pt x="127" y="14453"/>
                  </a:cubicBezTo>
                  <a:cubicBezTo>
                    <a:pt x="1" y="14922"/>
                    <a:pt x="66" y="15412"/>
                    <a:pt x="309" y="15834"/>
                  </a:cubicBezTo>
                  <a:cubicBezTo>
                    <a:pt x="647" y="16417"/>
                    <a:pt x="1261" y="16744"/>
                    <a:pt x="1891" y="16744"/>
                  </a:cubicBezTo>
                  <a:cubicBezTo>
                    <a:pt x="2199" y="16744"/>
                    <a:pt x="2512" y="16666"/>
                    <a:pt x="2799" y="16499"/>
                  </a:cubicBezTo>
                  <a:lnTo>
                    <a:pt x="2957" y="16410"/>
                  </a:lnTo>
                  <a:cubicBezTo>
                    <a:pt x="4642" y="18315"/>
                    <a:pt x="7074" y="19548"/>
                    <a:pt x="9792" y="19650"/>
                  </a:cubicBezTo>
                  <a:lnTo>
                    <a:pt x="9792" y="20869"/>
                  </a:lnTo>
                  <a:lnTo>
                    <a:pt x="6993" y="20869"/>
                  </a:lnTo>
                  <a:cubicBezTo>
                    <a:pt x="6390" y="20869"/>
                    <a:pt x="5900" y="21359"/>
                    <a:pt x="5900" y="21962"/>
                  </a:cubicBezTo>
                  <a:cubicBezTo>
                    <a:pt x="5900" y="22565"/>
                    <a:pt x="6390" y="23055"/>
                    <a:pt x="6993" y="23055"/>
                  </a:cubicBezTo>
                  <a:lnTo>
                    <a:pt x="13318" y="23055"/>
                  </a:lnTo>
                  <a:cubicBezTo>
                    <a:pt x="13920" y="23055"/>
                    <a:pt x="14411" y="22565"/>
                    <a:pt x="14411" y="21962"/>
                  </a:cubicBezTo>
                  <a:cubicBezTo>
                    <a:pt x="14411" y="21359"/>
                    <a:pt x="13920" y="20869"/>
                    <a:pt x="13318" y="20869"/>
                  </a:cubicBezTo>
                  <a:lnTo>
                    <a:pt x="10518" y="20869"/>
                  </a:lnTo>
                  <a:lnTo>
                    <a:pt x="10518" y="18195"/>
                  </a:lnTo>
                  <a:cubicBezTo>
                    <a:pt x="11837" y="18162"/>
                    <a:pt x="13163" y="17812"/>
                    <a:pt x="14384" y="17110"/>
                  </a:cubicBezTo>
                  <a:cubicBezTo>
                    <a:pt x="16271" y="16023"/>
                    <a:pt x="17618" y="14271"/>
                    <a:pt x="18180" y="12171"/>
                  </a:cubicBezTo>
                  <a:cubicBezTo>
                    <a:pt x="18582" y="10673"/>
                    <a:pt x="18548" y="9129"/>
                    <a:pt x="18100" y="7686"/>
                  </a:cubicBezTo>
                  <a:lnTo>
                    <a:pt x="18803" y="7280"/>
                  </a:lnTo>
                  <a:cubicBezTo>
                    <a:pt x="19227" y="7037"/>
                    <a:pt x="19528" y="6644"/>
                    <a:pt x="19653" y="6173"/>
                  </a:cubicBezTo>
                  <a:cubicBezTo>
                    <a:pt x="19780" y="5703"/>
                    <a:pt x="19713" y="5213"/>
                    <a:pt x="19470" y="4792"/>
                  </a:cubicBezTo>
                  <a:cubicBezTo>
                    <a:pt x="19132" y="4209"/>
                    <a:pt x="18518" y="3883"/>
                    <a:pt x="17887" y="3883"/>
                  </a:cubicBezTo>
                  <a:cubicBezTo>
                    <a:pt x="17578" y="3883"/>
                    <a:pt x="17266" y="3961"/>
                    <a:pt x="16980" y="4126"/>
                  </a:cubicBezTo>
                  <a:lnTo>
                    <a:pt x="16274" y="4532"/>
                  </a:lnTo>
                  <a:cubicBezTo>
                    <a:pt x="14759" y="2906"/>
                    <a:pt x="12657" y="1998"/>
                    <a:pt x="10496" y="1946"/>
                  </a:cubicBezTo>
                  <a:cubicBezTo>
                    <a:pt x="10510" y="1907"/>
                    <a:pt x="10518" y="1866"/>
                    <a:pt x="10518" y="1822"/>
                  </a:cubicBezTo>
                  <a:lnTo>
                    <a:pt x="10518" y="365"/>
                  </a:lnTo>
                  <a:cubicBezTo>
                    <a:pt x="10518" y="164"/>
                    <a:pt x="10355" y="0"/>
                    <a:pt x="1015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0" name="Google Shape;5790;p69"/>
          <p:cNvGrpSpPr/>
          <p:nvPr/>
        </p:nvGrpSpPr>
        <p:grpSpPr>
          <a:xfrm>
            <a:off x="3422675" y="4016625"/>
            <a:ext cx="491375" cy="576300"/>
            <a:chOff x="3422675" y="4016625"/>
            <a:chExt cx="491375" cy="576300"/>
          </a:xfrm>
        </p:grpSpPr>
        <p:sp>
          <p:nvSpPr>
            <p:cNvPr id="5791" name="Google Shape;5791;p69"/>
            <p:cNvSpPr/>
            <p:nvPr/>
          </p:nvSpPr>
          <p:spPr>
            <a:xfrm>
              <a:off x="3450475" y="4025700"/>
              <a:ext cx="435775" cy="558100"/>
            </a:xfrm>
            <a:custGeom>
              <a:rect b="b" l="l" r="r" t="t"/>
              <a:pathLst>
                <a:path extrusionOk="0" h="22324" w="17431">
                  <a:moveTo>
                    <a:pt x="7744" y="1"/>
                  </a:moveTo>
                  <a:cubicBezTo>
                    <a:pt x="7477" y="1"/>
                    <a:pt x="7261" y="218"/>
                    <a:pt x="7261" y="485"/>
                  </a:cubicBezTo>
                  <a:lnTo>
                    <a:pt x="7261" y="14559"/>
                  </a:lnTo>
                  <a:lnTo>
                    <a:pt x="7261" y="16136"/>
                  </a:lnTo>
                  <a:lnTo>
                    <a:pt x="7261" y="16500"/>
                  </a:lnTo>
                  <a:lnTo>
                    <a:pt x="969" y="16500"/>
                  </a:lnTo>
                  <a:cubicBezTo>
                    <a:pt x="434" y="16500"/>
                    <a:pt x="1" y="16933"/>
                    <a:pt x="1" y="17470"/>
                  </a:cubicBezTo>
                  <a:lnTo>
                    <a:pt x="1" y="18440"/>
                  </a:lnTo>
                  <a:cubicBezTo>
                    <a:pt x="1" y="18974"/>
                    <a:pt x="434" y="19410"/>
                    <a:pt x="969" y="19410"/>
                  </a:cubicBezTo>
                  <a:lnTo>
                    <a:pt x="3873" y="19410"/>
                  </a:lnTo>
                  <a:lnTo>
                    <a:pt x="3119" y="21684"/>
                  </a:lnTo>
                  <a:cubicBezTo>
                    <a:pt x="3015" y="21998"/>
                    <a:pt x="3248" y="22324"/>
                    <a:pt x="3578" y="22324"/>
                  </a:cubicBezTo>
                  <a:lnTo>
                    <a:pt x="5287" y="22324"/>
                  </a:lnTo>
                  <a:cubicBezTo>
                    <a:pt x="5600" y="22324"/>
                    <a:pt x="5877" y="22122"/>
                    <a:pt x="5977" y="21826"/>
                  </a:cubicBezTo>
                  <a:lnTo>
                    <a:pt x="6779" y="19412"/>
                  </a:lnTo>
                  <a:lnTo>
                    <a:pt x="10652" y="19412"/>
                  </a:lnTo>
                  <a:lnTo>
                    <a:pt x="11455" y="21826"/>
                  </a:lnTo>
                  <a:cubicBezTo>
                    <a:pt x="11554" y="22122"/>
                    <a:pt x="11832" y="22324"/>
                    <a:pt x="12144" y="22324"/>
                  </a:cubicBezTo>
                  <a:lnTo>
                    <a:pt x="13854" y="22324"/>
                  </a:lnTo>
                  <a:cubicBezTo>
                    <a:pt x="14183" y="22324"/>
                    <a:pt x="14418" y="21998"/>
                    <a:pt x="14313" y="21684"/>
                  </a:cubicBezTo>
                  <a:lnTo>
                    <a:pt x="13558" y="19410"/>
                  </a:lnTo>
                  <a:lnTo>
                    <a:pt x="16463" y="19410"/>
                  </a:lnTo>
                  <a:cubicBezTo>
                    <a:pt x="16997" y="19410"/>
                    <a:pt x="17431" y="18977"/>
                    <a:pt x="17431" y="18440"/>
                  </a:cubicBezTo>
                  <a:lnTo>
                    <a:pt x="17431" y="17470"/>
                  </a:lnTo>
                  <a:cubicBezTo>
                    <a:pt x="17431" y="16933"/>
                    <a:pt x="16997" y="16500"/>
                    <a:pt x="16456" y="16500"/>
                  </a:cubicBezTo>
                  <a:lnTo>
                    <a:pt x="10163" y="16500"/>
                  </a:lnTo>
                  <a:lnTo>
                    <a:pt x="10163" y="16136"/>
                  </a:lnTo>
                  <a:lnTo>
                    <a:pt x="10163" y="14559"/>
                  </a:lnTo>
                  <a:lnTo>
                    <a:pt x="10163" y="485"/>
                  </a:lnTo>
                  <a:cubicBezTo>
                    <a:pt x="10163" y="218"/>
                    <a:pt x="9947" y="1"/>
                    <a:pt x="96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9"/>
            <p:cNvSpPr/>
            <p:nvPr/>
          </p:nvSpPr>
          <p:spPr>
            <a:xfrm>
              <a:off x="3450625" y="4474575"/>
              <a:ext cx="435625" cy="36400"/>
            </a:xfrm>
            <a:custGeom>
              <a:rect b="b" l="l" r="r" t="t"/>
              <a:pathLst>
                <a:path extrusionOk="0" h="1456" w="17425">
                  <a:moveTo>
                    <a:pt x="0" y="0"/>
                  </a:moveTo>
                  <a:lnTo>
                    <a:pt x="0" y="485"/>
                  </a:lnTo>
                  <a:cubicBezTo>
                    <a:pt x="0" y="1019"/>
                    <a:pt x="434" y="1455"/>
                    <a:pt x="968" y="1455"/>
                  </a:cubicBezTo>
                  <a:lnTo>
                    <a:pt x="16457" y="1455"/>
                  </a:lnTo>
                  <a:cubicBezTo>
                    <a:pt x="16991" y="1455"/>
                    <a:pt x="17425" y="1022"/>
                    <a:pt x="17425" y="485"/>
                  </a:cubicBezTo>
                  <a:lnTo>
                    <a:pt x="1742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9"/>
            <p:cNvSpPr/>
            <p:nvPr/>
          </p:nvSpPr>
          <p:spPr>
            <a:xfrm>
              <a:off x="3498975" y="4062125"/>
              <a:ext cx="338900" cy="412475"/>
            </a:xfrm>
            <a:custGeom>
              <a:rect b="b" l="l" r="r" t="t"/>
              <a:pathLst>
                <a:path extrusionOk="0" h="16499" w="13556">
                  <a:moveTo>
                    <a:pt x="971" y="0"/>
                  </a:moveTo>
                  <a:cubicBezTo>
                    <a:pt x="435" y="0"/>
                    <a:pt x="1" y="434"/>
                    <a:pt x="1" y="971"/>
                  </a:cubicBezTo>
                  <a:lnTo>
                    <a:pt x="1" y="15527"/>
                  </a:lnTo>
                  <a:cubicBezTo>
                    <a:pt x="1" y="16063"/>
                    <a:pt x="434" y="16498"/>
                    <a:pt x="971" y="16498"/>
                  </a:cubicBezTo>
                  <a:lnTo>
                    <a:pt x="12583" y="16498"/>
                  </a:lnTo>
                  <a:cubicBezTo>
                    <a:pt x="13119" y="16498"/>
                    <a:pt x="13555" y="16065"/>
                    <a:pt x="13552" y="15527"/>
                  </a:cubicBezTo>
                  <a:lnTo>
                    <a:pt x="13552" y="971"/>
                  </a:lnTo>
                  <a:cubicBezTo>
                    <a:pt x="13552" y="435"/>
                    <a:pt x="13119" y="0"/>
                    <a:pt x="125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9"/>
            <p:cNvSpPr/>
            <p:nvPr/>
          </p:nvSpPr>
          <p:spPr>
            <a:xfrm>
              <a:off x="3498975" y="4062125"/>
              <a:ext cx="338900" cy="412475"/>
            </a:xfrm>
            <a:custGeom>
              <a:rect b="b" l="l" r="r" t="t"/>
              <a:pathLst>
                <a:path extrusionOk="0" h="16499" w="13556">
                  <a:moveTo>
                    <a:pt x="6778" y="0"/>
                  </a:moveTo>
                  <a:cubicBezTo>
                    <a:pt x="3966" y="0"/>
                    <a:pt x="1486" y="1413"/>
                    <a:pt x="1" y="3569"/>
                  </a:cubicBezTo>
                  <a:lnTo>
                    <a:pt x="1" y="12930"/>
                  </a:lnTo>
                  <a:cubicBezTo>
                    <a:pt x="1486" y="15084"/>
                    <a:pt x="3967" y="16498"/>
                    <a:pt x="6778" y="16498"/>
                  </a:cubicBezTo>
                  <a:cubicBezTo>
                    <a:pt x="9587" y="16498"/>
                    <a:pt x="12069" y="15086"/>
                    <a:pt x="13555" y="12930"/>
                  </a:cubicBezTo>
                  <a:lnTo>
                    <a:pt x="13555" y="3569"/>
                  </a:lnTo>
                  <a:cubicBezTo>
                    <a:pt x="12069" y="1414"/>
                    <a:pt x="9587" y="0"/>
                    <a:pt x="67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9"/>
            <p:cNvSpPr/>
            <p:nvPr/>
          </p:nvSpPr>
          <p:spPr>
            <a:xfrm>
              <a:off x="3547400" y="4147000"/>
              <a:ext cx="242050" cy="242675"/>
            </a:xfrm>
            <a:custGeom>
              <a:rect b="b" l="l" r="r" t="t"/>
              <a:pathLst>
                <a:path extrusionOk="0" h="9707" w="9682">
                  <a:moveTo>
                    <a:pt x="4841" y="0"/>
                  </a:moveTo>
                  <a:cubicBezTo>
                    <a:pt x="2168" y="0"/>
                    <a:pt x="1" y="2173"/>
                    <a:pt x="1" y="4854"/>
                  </a:cubicBezTo>
                  <a:cubicBezTo>
                    <a:pt x="1" y="7534"/>
                    <a:pt x="2168" y="9707"/>
                    <a:pt x="4841" y="9707"/>
                  </a:cubicBezTo>
                  <a:cubicBezTo>
                    <a:pt x="7514" y="9707"/>
                    <a:pt x="9681" y="7534"/>
                    <a:pt x="9681" y="4854"/>
                  </a:cubicBezTo>
                  <a:cubicBezTo>
                    <a:pt x="9681" y="2175"/>
                    <a:pt x="7514" y="0"/>
                    <a:pt x="48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9"/>
            <p:cNvSpPr/>
            <p:nvPr/>
          </p:nvSpPr>
          <p:spPr>
            <a:xfrm>
              <a:off x="3607875" y="4207650"/>
              <a:ext cx="121025" cy="206325"/>
            </a:xfrm>
            <a:custGeom>
              <a:rect b="b" l="l" r="r" t="t"/>
              <a:pathLst>
                <a:path extrusionOk="0" h="8253" w="4841">
                  <a:moveTo>
                    <a:pt x="2420" y="0"/>
                  </a:moveTo>
                  <a:cubicBezTo>
                    <a:pt x="1085" y="0"/>
                    <a:pt x="0" y="1087"/>
                    <a:pt x="0" y="2428"/>
                  </a:cubicBezTo>
                  <a:cubicBezTo>
                    <a:pt x="0" y="3275"/>
                    <a:pt x="434" y="4021"/>
                    <a:pt x="1089" y="4454"/>
                  </a:cubicBezTo>
                  <a:lnTo>
                    <a:pt x="1089" y="5098"/>
                  </a:lnTo>
                  <a:cubicBezTo>
                    <a:pt x="1089" y="5500"/>
                    <a:pt x="1414" y="5825"/>
                    <a:pt x="1815" y="5825"/>
                  </a:cubicBezTo>
                  <a:cubicBezTo>
                    <a:pt x="2001" y="5825"/>
                    <a:pt x="2170" y="5754"/>
                    <a:pt x="2300" y="5639"/>
                  </a:cubicBezTo>
                  <a:lnTo>
                    <a:pt x="2300" y="7524"/>
                  </a:lnTo>
                  <a:cubicBezTo>
                    <a:pt x="2300" y="7927"/>
                    <a:pt x="2624" y="8253"/>
                    <a:pt x="3026" y="8253"/>
                  </a:cubicBezTo>
                  <a:cubicBezTo>
                    <a:pt x="3427" y="8253"/>
                    <a:pt x="3752" y="7926"/>
                    <a:pt x="3752" y="7524"/>
                  </a:cubicBezTo>
                  <a:lnTo>
                    <a:pt x="3752" y="4454"/>
                  </a:lnTo>
                  <a:cubicBezTo>
                    <a:pt x="4407" y="4021"/>
                    <a:pt x="4841" y="3275"/>
                    <a:pt x="4839" y="2428"/>
                  </a:cubicBezTo>
                  <a:cubicBezTo>
                    <a:pt x="4839" y="1087"/>
                    <a:pt x="3756" y="0"/>
                    <a:pt x="24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9"/>
            <p:cNvSpPr/>
            <p:nvPr/>
          </p:nvSpPr>
          <p:spPr>
            <a:xfrm>
              <a:off x="3422675" y="4016625"/>
              <a:ext cx="491375" cy="576300"/>
            </a:xfrm>
            <a:custGeom>
              <a:rect b="b" l="l" r="r" t="t"/>
              <a:pathLst>
                <a:path extrusionOk="0" h="23052" w="19655">
                  <a:moveTo>
                    <a:pt x="10794" y="729"/>
                  </a:moveTo>
                  <a:cubicBezTo>
                    <a:pt x="10861" y="729"/>
                    <a:pt x="10915" y="783"/>
                    <a:pt x="10915" y="849"/>
                  </a:cubicBezTo>
                  <a:lnTo>
                    <a:pt x="10915" y="1456"/>
                  </a:lnTo>
                  <a:lnTo>
                    <a:pt x="8739" y="1456"/>
                  </a:lnTo>
                  <a:lnTo>
                    <a:pt x="8736" y="849"/>
                  </a:lnTo>
                  <a:cubicBezTo>
                    <a:pt x="8736" y="784"/>
                    <a:pt x="8792" y="729"/>
                    <a:pt x="8857" y="729"/>
                  </a:cubicBezTo>
                  <a:close/>
                  <a:moveTo>
                    <a:pt x="5221" y="2868"/>
                  </a:moveTo>
                  <a:cubicBezTo>
                    <a:pt x="5150" y="2868"/>
                    <a:pt x="5079" y="2888"/>
                    <a:pt x="5016" y="2931"/>
                  </a:cubicBezTo>
                  <a:lnTo>
                    <a:pt x="4962" y="2970"/>
                  </a:lnTo>
                  <a:cubicBezTo>
                    <a:pt x="4797" y="3083"/>
                    <a:pt x="4755" y="3311"/>
                    <a:pt x="4870" y="3476"/>
                  </a:cubicBezTo>
                  <a:cubicBezTo>
                    <a:pt x="4941" y="3577"/>
                    <a:pt x="5054" y="3632"/>
                    <a:pt x="5169" y="3632"/>
                  </a:cubicBezTo>
                  <a:cubicBezTo>
                    <a:pt x="5241" y="3632"/>
                    <a:pt x="5314" y="3611"/>
                    <a:pt x="5376" y="3568"/>
                  </a:cubicBezTo>
                  <a:lnTo>
                    <a:pt x="5425" y="3534"/>
                  </a:lnTo>
                  <a:cubicBezTo>
                    <a:pt x="5593" y="3420"/>
                    <a:pt x="5636" y="3194"/>
                    <a:pt x="5522" y="3028"/>
                  </a:cubicBezTo>
                  <a:cubicBezTo>
                    <a:pt x="5451" y="2924"/>
                    <a:pt x="5337" y="2868"/>
                    <a:pt x="5221" y="2868"/>
                  </a:cubicBezTo>
                  <a:close/>
                  <a:moveTo>
                    <a:pt x="15633" y="2184"/>
                  </a:moveTo>
                  <a:cubicBezTo>
                    <a:pt x="15969" y="2184"/>
                    <a:pt x="16240" y="2455"/>
                    <a:pt x="16240" y="2789"/>
                  </a:cubicBezTo>
                  <a:lnTo>
                    <a:pt x="16240" y="4337"/>
                  </a:lnTo>
                  <a:cubicBezTo>
                    <a:pt x="15413" y="3407"/>
                    <a:pt x="14402" y="2678"/>
                    <a:pt x="13281" y="2184"/>
                  </a:cubicBezTo>
                  <a:close/>
                  <a:moveTo>
                    <a:pt x="12689" y="5792"/>
                  </a:moveTo>
                  <a:cubicBezTo>
                    <a:pt x="12577" y="5792"/>
                    <a:pt x="12467" y="5843"/>
                    <a:pt x="12396" y="5940"/>
                  </a:cubicBezTo>
                  <a:cubicBezTo>
                    <a:pt x="12276" y="6100"/>
                    <a:pt x="12311" y="6328"/>
                    <a:pt x="12474" y="6447"/>
                  </a:cubicBezTo>
                  <a:cubicBezTo>
                    <a:pt x="12500" y="6466"/>
                    <a:pt x="12522" y="6483"/>
                    <a:pt x="12545" y="6501"/>
                  </a:cubicBezTo>
                  <a:cubicBezTo>
                    <a:pt x="12612" y="6551"/>
                    <a:pt x="12690" y="6575"/>
                    <a:pt x="12765" y="6575"/>
                  </a:cubicBezTo>
                  <a:cubicBezTo>
                    <a:pt x="12876" y="6575"/>
                    <a:pt x="12984" y="6527"/>
                    <a:pt x="13055" y="6433"/>
                  </a:cubicBezTo>
                  <a:cubicBezTo>
                    <a:pt x="13177" y="6274"/>
                    <a:pt x="13148" y="6046"/>
                    <a:pt x="12988" y="5923"/>
                  </a:cubicBezTo>
                  <a:cubicBezTo>
                    <a:pt x="12961" y="5904"/>
                    <a:pt x="12933" y="5883"/>
                    <a:pt x="12906" y="5863"/>
                  </a:cubicBezTo>
                  <a:cubicBezTo>
                    <a:pt x="12840" y="5815"/>
                    <a:pt x="12764" y="5792"/>
                    <a:pt x="12689" y="5792"/>
                  </a:cubicBezTo>
                  <a:close/>
                  <a:moveTo>
                    <a:pt x="9826" y="8008"/>
                  </a:moveTo>
                  <a:cubicBezTo>
                    <a:pt x="10961" y="8008"/>
                    <a:pt x="11883" y="8933"/>
                    <a:pt x="11883" y="10070"/>
                  </a:cubicBezTo>
                  <a:cubicBezTo>
                    <a:pt x="11883" y="10764"/>
                    <a:pt x="11536" y="11408"/>
                    <a:pt x="10958" y="11792"/>
                  </a:cubicBezTo>
                  <a:cubicBezTo>
                    <a:pt x="10854" y="11860"/>
                    <a:pt x="10794" y="11974"/>
                    <a:pt x="10794" y="12096"/>
                  </a:cubicBezTo>
                  <a:lnTo>
                    <a:pt x="10794" y="15166"/>
                  </a:lnTo>
                  <a:cubicBezTo>
                    <a:pt x="10794" y="15366"/>
                    <a:pt x="10631" y="15529"/>
                    <a:pt x="10432" y="15529"/>
                  </a:cubicBezTo>
                  <a:cubicBezTo>
                    <a:pt x="10231" y="15529"/>
                    <a:pt x="10069" y="15366"/>
                    <a:pt x="10069" y="15166"/>
                  </a:cubicBezTo>
                  <a:lnTo>
                    <a:pt x="10069" y="13280"/>
                  </a:lnTo>
                  <a:cubicBezTo>
                    <a:pt x="10069" y="13135"/>
                    <a:pt x="9986" y="13006"/>
                    <a:pt x="9855" y="12947"/>
                  </a:cubicBezTo>
                  <a:cubicBezTo>
                    <a:pt x="9808" y="12926"/>
                    <a:pt x="9757" y="12915"/>
                    <a:pt x="9707" y="12915"/>
                  </a:cubicBezTo>
                  <a:cubicBezTo>
                    <a:pt x="9618" y="12915"/>
                    <a:pt x="9531" y="12949"/>
                    <a:pt x="9464" y="13010"/>
                  </a:cubicBezTo>
                  <a:cubicBezTo>
                    <a:pt x="9396" y="13070"/>
                    <a:pt x="9311" y="13104"/>
                    <a:pt x="9220" y="13104"/>
                  </a:cubicBezTo>
                  <a:cubicBezTo>
                    <a:pt x="9019" y="13104"/>
                    <a:pt x="8857" y="12940"/>
                    <a:pt x="8857" y="12740"/>
                  </a:cubicBezTo>
                  <a:lnTo>
                    <a:pt x="8857" y="12096"/>
                  </a:lnTo>
                  <a:cubicBezTo>
                    <a:pt x="8857" y="11974"/>
                    <a:pt x="8796" y="11860"/>
                    <a:pt x="8694" y="11792"/>
                  </a:cubicBezTo>
                  <a:cubicBezTo>
                    <a:pt x="8115" y="11408"/>
                    <a:pt x="7769" y="10764"/>
                    <a:pt x="7769" y="10070"/>
                  </a:cubicBezTo>
                  <a:cubicBezTo>
                    <a:pt x="7769" y="8933"/>
                    <a:pt x="8692" y="8008"/>
                    <a:pt x="9826" y="8008"/>
                  </a:cubicBezTo>
                  <a:close/>
                  <a:moveTo>
                    <a:pt x="9828" y="4853"/>
                  </a:moveTo>
                  <a:cubicBezTo>
                    <a:pt x="6957" y="4853"/>
                    <a:pt x="4622" y="7193"/>
                    <a:pt x="4622" y="10070"/>
                  </a:cubicBezTo>
                  <a:cubicBezTo>
                    <a:pt x="4622" y="11371"/>
                    <a:pt x="5104" y="12619"/>
                    <a:pt x="5975" y="13583"/>
                  </a:cubicBezTo>
                  <a:cubicBezTo>
                    <a:pt x="6844" y="14539"/>
                    <a:pt x="8024" y="15133"/>
                    <a:pt x="9303" y="15262"/>
                  </a:cubicBezTo>
                  <a:cubicBezTo>
                    <a:pt x="9316" y="15264"/>
                    <a:pt x="9329" y="15264"/>
                    <a:pt x="9340" y="15264"/>
                  </a:cubicBezTo>
                  <a:lnTo>
                    <a:pt x="9345" y="15264"/>
                  </a:lnTo>
                  <a:cubicBezTo>
                    <a:pt x="9394" y="15819"/>
                    <a:pt x="9862" y="16258"/>
                    <a:pt x="10430" y="16258"/>
                  </a:cubicBezTo>
                  <a:cubicBezTo>
                    <a:pt x="11032" y="16258"/>
                    <a:pt x="11520" y="15768"/>
                    <a:pt x="11520" y="15166"/>
                  </a:cubicBezTo>
                  <a:lnTo>
                    <a:pt x="11520" y="15002"/>
                  </a:lnTo>
                  <a:cubicBezTo>
                    <a:pt x="12501" y="14663"/>
                    <a:pt x="13376" y="14022"/>
                    <a:pt x="14000" y="13185"/>
                  </a:cubicBezTo>
                  <a:cubicBezTo>
                    <a:pt x="14675" y="12279"/>
                    <a:pt x="15031" y="11202"/>
                    <a:pt x="15031" y="10070"/>
                  </a:cubicBezTo>
                  <a:cubicBezTo>
                    <a:pt x="15031" y="8941"/>
                    <a:pt x="14677" y="7867"/>
                    <a:pt x="14007" y="6963"/>
                  </a:cubicBezTo>
                  <a:cubicBezTo>
                    <a:pt x="13935" y="6866"/>
                    <a:pt x="13825" y="6815"/>
                    <a:pt x="13713" y="6815"/>
                  </a:cubicBezTo>
                  <a:cubicBezTo>
                    <a:pt x="13638" y="6815"/>
                    <a:pt x="13562" y="6838"/>
                    <a:pt x="13497" y="6886"/>
                  </a:cubicBezTo>
                  <a:cubicBezTo>
                    <a:pt x="13337" y="7007"/>
                    <a:pt x="13302" y="7234"/>
                    <a:pt x="13422" y="7396"/>
                  </a:cubicBezTo>
                  <a:cubicBezTo>
                    <a:pt x="13999" y="8172"/>
                    <a:pt x="14303" y="9098"/>
                    <a:pt x="14303" y="10070"/>
                  </a:cubicBezTo>
                  <a:cubicBezTo>
                    <a:pt x="14303" y="11916"/>
                    <a:pt x="13199" y="13543"/>
                    <a:pt x="11520" y="14226"/>
                  </a:cubicBezTo>
                  <a:lnTo>
                    <a:pt x="11520" y="12282"/>
                  </a:lnTo>
                  <a:cubicBezTo>
                    <a:pt x="12207" y="11755"/>
                    <a:pt x="12609" y="10942"/>
                    <a:pt x="12609" y="10070"/>
                  </a:cubicBezTo>
                  <a:cubicBezTo>
                    <a:pt x="12609" y="8530"/>
                    <a:pt x="11361" y="7278"/>
                    <a:pt x="9826" y="7278"/>
                  </a:cubicBezTo>
                  <a:cubicBezTo>
                    <a:pt x="8292" y="7278"/>
                    <a:pt x="7043" y="8530"/>
                    <a:pt x="7043" y="10070"/>
                  </a:cubicBezTo>
                  <a:cubicBezTo>
                    <a:pt x="7043" y="10942"/>
                    <a:pt x="7445" y="11755"/>
                    <a:pt x="8131" y="12282"/>
                  </a:cubicBezTo>
                  <a:lnTo>
                    <a:pt x="8131" y="12740"/>
                  </a:lnTo>
                  <a:cubicBezTo>
                    <a:pt x="8131" y="13341"/>
                    <a:pt x="8621" y="13831"/>
                    <a:pt x="9221" y="13831"/>
                  </a:cubicBezTo>
                  <a:cubicBezTo>
                    <a:pt x="9262" y="13831"/>
                    <a:pt x="9303" y="13828"/>
                    <a:pt x="9342" y="13824"/>
                  </a:cubicBezTo>
                  <a:lnTo>
                    <a:pt x="9342" y="14532"/>
                  </a:lnTo>
                  <a:cubicBezTo>
                    <a:pt x="7065" y="14286"/>
                    <a:pt x="5351" y="12375"/>
                    <a:pt x="5351" y="10070"/>
                  </a:cubicBezTo>
                  <a:cubicBezTo>
                    <a:pt x="5351" y="7594"/>
                    <a:pt x="7359" y="5580"/>
                    <a:pt x="9828" y="5580"/>
                  </a:cubicBezTo>
                  <a:cubicBezTo>
                    <a:pt x="10285" y="5580"/>
                    <a:pt x="10737" y="5650"/>
                    <a:pt x="11171" y="5786"/>
                  </a:cubicBezTo>
                  <a:cubicBezTo>
                    <a:pt x="11208" y="5798"/>
                    <a:pt x="11245" y="5804"/>
                    <a:pt x="11281" y="5804"/>
                  </a:cubicBezTo>
                  <a:cubicBezTo>
                    <a:pt x="11435" y="5804"/>
                    <a:pt x="11578" y="5704"/>
                    <a:pt x="11627" y="5549"/>
                  </a:cubicBezTo>
                  <a:cubicBezTo>
                    <a:pt x="11687" y="5357"/>
                    <a:pt x="11580" y="5153"/>
                    <a:pt x="11388" y="5091"/>
                  </a:cubicBezTo>
                  <a:cubicBezTo>
                    <a:pt x="10887" y="4932"/>
                    <a:pt x="10361" y="4853"/>
                    <a:pt x="9828" y="4853"/>
                  </a:cubicBezTo>
                  <a:close/>
                  <a:moveTo>
                    <a:pt x="14981" y="16135"/>
                  </a:moveTo>
                  <a:cubicBezTo>
                    <a:pt x="14901" y="16135"/>
                    <a:pt x="14821" y="16162"/>
                    <a:pt x="14753" y="16216"/>
                  </a:cubicBezTo>
                  <a:cubicBezTo>
                    <a:pt x="14732" y="16231"/>
                    <a:pt x="14711" y="16250"/>
                    <a:pt x="14691" y="16266"/>
                  </a:cubicBezTo>
                  <a:cubicBezTo>
                    <a:pt x="14533" y="16389"/>
                    <a:pt x="14506" y="16618"/>
                    <a:pt x="14631" y="16777"/>
                  </a:cubicBezTo>
                  <a:cubicBezTo>
                    <a:pt x="14702" y="16867"/>
                    <a:pt x="14809" y="16915"/>
                    <a:pt x="14917" y="16915"/>
                  </a:cubicBezTo>
                  <a:cubicBezTo>
                    <a:pt x="14996" y="16915"/>
                    <a:pt x="15075" y="16891"/>
                    <a:pt x="15143" y="16837"/>
                  </a:cubicBezTo>
                  <a:cubicBezTo>
                    <a:pt x="15166" y="16820"/>
                    <a:pt x="15188" y="16801"/>
                    <a:pt x="15212" y="16781"/>
                  </a:cubicBezTo>
                  <a:cubicBezTo>
                    <a:pt x="15369" y="16656"/>
                    <a:pt x="15393" y="16426"/>
                    <a:pt x="15266" y="16270"/>
                  </a:cubicBezTo>
                  <a:cubicBezTo>
                    <a:pt x="15194" y="16182"/>
                    <a:pt x="15088" y="16135"/>
                    <a:pt x="14981" y="16135"/>
                  </a:cubicBezTo>
                  <a:close/>
                  <a:moveTo>
                    <a:pt x="3413" y="15801"/>
                  </a:moveTo>
                  <a:cubicBezTo>
                    <a:pt x="4241" y="16730"/>
                    <a:pt x="5252" y="17461"/>
                    <a:pt x="6373" y="17955"/>
                  </a:cubicBezTo>
                  <a:lnTo>
                    <a:pt x="4021" y="17955"/>
                  </a:lnTo>
                  <a:cubicBezTo>
                    <a:pt x="3686" y="17955"/>
                    <a:pt x="3414" y="17682"/>
                    <a:pt x="3414" y="17348"/>
                  </a:cubicBezTo>
                  <a:cubicBezTo>
                    <a:pt x="3414" y="17348"/>
                    <a:pt x="3414" y="15804"/>
                    <a:pt x="3413" y="15801"/>
                  </a:cubicBezTo>
                  <a:close/>
                  <a:moveTo>
                    <a:pt x="9828" y="2182"/>
                  </a:moveTo>
                  <a:cubicBezTo>
                    <a:pt x="12375" y="2182"/>
                    <a:pt x="14765" y="3422"/>
                    <a:pt x="16240" y="5504"/>
                  </a:cubicBezTo>
                  <a:lnTo>
                    <a:pt x="16240" y="14633"/>
                  </a:lnTo>
                  <a:cubicBezTo>
                    <a:pt x="16018" y="14945"/>
                    <a:pt x="15774" y="15244"/>
                    <a:pt x="15508" y="15521"/>
                  </a:cubicBezTo>
                  <a:cubicBezTo>
                    <a:pt x="15370" y="15666"/>
                    <a:pt x="15376" y="15898"/>
                    <a:pt x="15521" y="16035"/>
                  </a:cubicBezTo>
                  <a:cubicBezTo>
                    <a:pt x="15590" y="16104"/>
                    <a:pt x="15681" y="16138"/>
                    <a:pt x="15771" y="16138"/>
                  </a:cubicBezTo>
                  <a:cubicBezTo>
                    <a:pt x="15868" y="16138"/>
                    <a:pt x="15963" y="16101"/>
                    <a:pt x="16034" y="16025"/>
                  </a:cubicBezTo>
                  <a:cubicBezTo>
                    <a:pt x="16104" y="15953"/>
                    <a:pt x="16172" y="15878"/>
                    <a:pt x="16239" y="15804"/>
                  </a:cubicBezTo>
                  <a:lnTo>
                    <a:pt x="16239" y="17351"/>
                  </a:lnTo>
                  <a:cubicBezTo>
                    <a:pt x="16239" y="17685"/>
                    <a:pt x="15967" y="17957"/>
                    <a:pt x="15633" y="17957"/>
                  </a:cubicBezTo>
                  <a:lnTo>
                    <a:pt x="13284" y="17957"/>
                  </a:lnTo>
                  <a:cubicBezTo>
                    <a:pt x="13565" y="17832"/>
                    <a:pt x="13838" y="17695"/>
                    <a:pt x="14104" y="17543"/>
                  </a:cubicBezTo>
                  <a:cubicBezTo>
                    <a:pt x="14277" y="17441"/>
                    <a:pt x="14336" y="17219"/>
                    <a:pt x="14236" y="17046"/>
                  </a:cubicBezTo>
                  <a:cubicBezTo>
                    <a:pt x="14169" y="16929"/>
                    <a:pt x="14047" y="16863"/>
                    <a:pt x="13921" y="16863"/>
                  </a:cubicBezTo>
                  <a:cubicBezTo>
                    <a:pt x="13859" y="16863"/>
                    <a:pt x="13796" y="16879"/>
                    <a:pt x="13739" y="16912"/>
                  </a:cubicBezTo>
                  <a:cubicBezTo>
                    <a:pt x="12555" y="17596"/>
                    <a:pt x="11201" y="17957"/>
                    <a:pt x="9826" y="17957"/>
                  </a:cubicBezTo>
                  <a:cubicBezTo>
                    <a:pt x="7278" y="17957"/>
                    <a:pt x="4890" y="16716"/>
                    <a:pt x="3413" y="14634"/>
                  </a:cubicBezTo>
                  <a:lnTo>
                    <a:pt x="3413" y="5506"/>
                  </a:lnTo>
                  <a:cubicBezTo>
                    <a:pt x="3737" y="5049"/>
                    <a:pt x="4109" y="4627"/>
                    <a:pt x="4521" y="4249"/>
                  </a:cubicBezTo>
                  <a:cubicBezTo>
                    <a:pt x="4671" y="4114"/>
                    <a:pt x="4679" y="3882"/>
                    <a:pt x="4544" y="3734"/>
                  </a:cubicBezTo>
                  <a:cubicBezTo>
                    <a:pt x="4473" y="3656"/>
                    <a:pt x="4375" y="3616"/>
                    <a:pt x="4277" y="3616"/>
                  </a:cubicBezTo>
                  <a:cubicBezTo>
                    <a:pt x="4189" y="3616"/>
                    <a:pt x="4101" y="3648"/>
                    <a:pt x="4031" y="3712"/>
                  </a:cubicBezTo>
                  <a:cubicBezTo>
                    <a:pt x="3815" y="3910"/>
                    <a:pt x="3611" y="4121"/>
                    <a:pt x="3414" y="4338"/>
                  </a:cubicBezTo>
                  <a:lnTo>
                    <a:pt x="3414" y="2792"/>
                  </a:lnTo>
                  <a:cubicBezTo>
                    <a:pt x="3414" y="2455"/>
                    <a:pt x="3687" y="2184"/>
                    <a:pt x="4021" y="2184"/>
                  </a:cubicBezTo>
                  <a:lnTo>
                    <a:pt x="6367" y="2184"/>
                  </a:lnTo>
                  <a:cubicBezTo>
                    <a:pt x="6261" y="2229"/>
                    <a:pt x="6154" y="2280"/>
                    <a:pt x="6049" y="2332"/>
                  </a:cubicBezTo>
                  <a:cubicBezTo>
                    <a:pt x="5870" y="2420"/>
                    <a:pt x="5795" y="2637"/>
                    <a:pt x="5884" y="2818"/>
                  </a:cubicBezTo>
                  <a:cubicBezTo>
                    <a:pt x="5947" y="2945"/>
                    <a:pt x="6076" y="3020"/>
                    <a:pt x="6210" y="3020"/>
                  </a:cubicBezTo>
                  <a:cubicBezTo>
                    <a:pt x="6264" y="3020"/>
                    <a:pt x="6319" y="3008"/>
                    <a:pt x="6370" y="2982"/>
                  </a:cubicBezTo>
                  <a:cubicBezTo>
                    <a:pt x="7450" y="2452"/>
                    <a:pt x="8614" y="2182"/>
                    <a:pt x="9828" y="2182"/>
                  </a:cubicBezTo>
                  <a:close/>
                  <a:moveTo>
                    <a:pt x="17573" y="17229"/>
                  </a:moveTo>
                  <a:cubicBezTo>
                    <a:pt x="17905" y="17229"/>
                    <a:pt x="18177" y="17502"/>
                    <a:pt x="18177" y="17836"/>
                  </a:cubicBezTo>
                  <a:lnTo>
                    <a:pt x="18177" y="18805"/>
                  </a:lnTo>
                  <a:cubicBezTo>
                    <a:pt x="18177" y="19139"/>
                    <a:pt x="17907" y="19412"/>
                    <a:pt x="17573" y="19412"/>
                  </a:cubicBezTo>
                  <a:lnTo>
                    <a:pt x="2083" y="19412"/>
                  </a:lnTo>
                  <a:cubicBezTo>
                    <a:pt x="1750" y="19412"/>
                    <a:pt x="1479" y="19139"/>
                    <a:pt x="1479" y="18805"/>
                  </a:cubicBezTo>
                  <a:lnTo>
                    <a:pt x="1479" y="17836"/>
                  </a:lnTo>
                  <a:cubicBezTo>
                    <a:pt x="1479" y="17502"/>
                    <a:pt x="1749" y="17229"/>
                    <a:pt x="2083" y="17229"/>
                  </a:cubicBezTo>
                  <a:lnTo>
                    <a:pt x="2687" y="17229"/>
                  </a:lnTo>
                  <a:lnTo>
                    <a:pt x="2687" y="17350"/>
                  </a:lnTo>
                  <a:cubicBezTo>
                    <a:pt x="2687" y="18086"/>
                    <a:pt x="3285" y="18684"/>
                    <a:pt x="4021" y="18684"/>
                  </a:cubicBezTo>
                  <a:lnTo>
                    <a:pt x="15635" y="18684"/>
                  </a:lnTo>
                  <a:cubicBezTo>
                    <a:pt x="16369" y="18684"/>
                    <a:pt x="16969" y="18086"/>
                    <a:pt x="16969" y="17350"/>
                  </a:cubicBezTo>
                  <a:lnTo>
                    <a:pt x="16969" y="17229"/>
                  </a:lnTo>
                  <a:close/>
                  <a:moveTo>
                    <a:pt x="7385" y="20140"/>
                  </a:moveTo>
                  <a:lnTo>
                    <a:pt x="6743" y="22074"/>
                  </a:lnTo>
                  <a:cubicBezTo>
                    <a:pt x="6693" y="22223"/>
                    <a:pt x="6555" y="22322"/>
                    <a:pt x="6399" y="22322"/>
                  </a:cubicBezTo>
                  <a:lnTo>
                    <a:pt x="4691" y="22322"/>
                  </a:lnTo>
                  <a:cubicBezTo>
                    <a:pt x="4637" y="22322"/>
                    <a:pt x="4607" y="22293"/>
                    <a:pt x="4591" y="22273"/>
                  </a:cubicBezTo>
                  <a:cubicBezTo>
                    <a:pt x="4578" y="22254"/>
                    <a:pt x="4557" y="22214"/>
                    <a:pt x="4575" y="22163"/>
                  </a:cubicBezTo>
                  <a:lnTo>
                    <a:pt x="5248" y="20140"/>
                  </a:lnTo>
                  <a:close/>
                  <a:moveTo>
                    <a:pt x="11501" y="20138"/>
                  </a:moveTo>
                  <a:lnTo>
                    <a:pt x="12221" y="22302"/>
                  </a:lnTo>
                  <a:cubicBezTo>
                    <a:pt x="12222" y="22310"/>
                    <a:pt x="12225" y="22315"/>
                    <a:pt x="12228" y="22322"/>
                  </a:cubicBezTo>
                  <a:lnTo>
                    <a:pt x="7428" y="22322"/>
                  </a:lnTo>
                  <a:cubicBezTo>
                    <a:pt x="7429" y="22315"/>
                    <a:pt x="7433" y="22310"/>
                    <a:pt x="7435" y="22302"/>
                  </a:cubicBezTo>
                  <a:lnTo>
                    <a:pt x="8154" y="20138"/>
                  </a:lnTo>
                  <a:close/>
                  <a:moveTo>
                    <a:pt x="14405" y="20140"/>
                  </a:moveTo>
                  <a:lnTo>
                    <a:pt x="15077" y="22163"/>
                  </a:lnTo>
                  <a:cubicBezTo>
                    <a:pt x="15095" y="22214"/>
                    <a:pt x="15075" y="22254"/>
                    <a:pt x="15060" y="22273"/>
                  </a:cubicBezTo>
                  <a:cubicBezTo>
                    <a:pt x="15046" y="22291"/>
                    <a:pt x="15016" y="22322"/>
                    <a:pt x="14964" y="22322"/>
                  </a:cubicBezTo>
                  <a:lnTo>
                    <a:pt x="13254" y="22322"/>
                  </a:lnTo>
                  <a:cubicBezTo>
                    <a:pt x="13099" y="22322"/>
                    <a:pt x="12961" y="22223"/>
                    <a:pt x="12912" y="22074"/>
                  </a:cubicBezTo>
                  <a:lnTo>
                    <a:pt x="12268" y="20140"/>
                  </a:lnTo>
                  <a:close/>
                  <a:moveTo>
                    <a:pt x="365" y="22322"/>
                  </a:moveTo>
                  <a:cubicBezTo>
                    <a:pt x="164" y="22322"/>
                    <a:pt x="1" y="22486"/>
                    <a:pt x="1" y="22688"/>
                  </a:cubicBezTo>
                  <a:cubicBezTo>
                    <a:pt x="1" y="22888"/>
                    <a:pt x="164" y="23051"/>
                    <a:pt x="365" y="23051"/>
                  </a:cubicBezTo>
                  <a:lnTo>
                    <a:pt x="413" y="23051"/>
                  </a:lnTo>
                  <a:cubicBezTo>
                    <a:pt x="613" y="23051"/>
                    <a:pt x="777" y="22888"/>
                    <a:pt x="777" y="22688"/>
                  </a:cubicBezTo>
                  <a:cubicBezTo>
                    <a:pt x="777" y="22486"/>
                    <a:pt x="613" y="22322"/>
                    <a:pt x="413" y="22322"/>
                  </a:cubicBezTo>
                  <a:close/>
                  <a:moveTo>
                    <a:pt x="8857" y="1"/>
                  </a:moveTo>
                  <a:cubicBezTo>
                    <a:pt x="8391" y="1"/>
                    <a:pt x="8010" y="380"/>
                    <a:pt x="8010" y="849"/>
                  </a:cubicBezTo>
                  <a:lnTo>
                    <a:pt x="8010" y="1455"/>
                  </a:lnTo>
                  <a:lnTo>
                    <a:pt x="4021" y="1455"/>
                  </a:lnTo>
                  <a:cubicBezTo>
                    <a:pt x="3285" y="1455"/>
                    <a:pt x="2687" y="2054"/>
                    <a:pt x="2687" y="2789"/>
                  </a:cubicBezTo>
                  <a:lnTo>
                    <a:pt x="2687" y="5384"/>
                  </a:lnTo>
                  <a:lnTo>
                    <a:pt x="2687" y="5387"/>
                  </a:lnTo>
                  <a:lnTo>
                    <a:pt x="2687" y="14754"/>
                  </a:lnTo>
                  <a:lnTo>
                    <a:pt x="2687" y="14755"/>
                  </a:lnTo>
                  <a:lnTo>
                    <a:pt x="2687" y="16501"/>
                  </a:lnTo>
                  <a:lnTo>
                    <a:pt x="2083" y="16501"/>
                  </a:lnTo>
                  <a:cubicBezTo>
                    <a:pt x="1347" y="16501"/>
                    <a:pt x="750" y="17100"/>
                    <a:pt x="750" y="17836"/>
                  </a:cubicBezTo>
                  <a:lnTo>
                    <a:pt x="750" y="18805"/>
                  </a:lnTo>
                  <a:cubicBezTo>
                    <a:pt x="750" y="19541"/>
                    <a:pt x="1350" y="20140"/>
                    <a:pt x="2083" y="20140"/>
                  </a:cubicBezTo>
                  <a:lnTo>
                    <a:pt x="4483" y="20140"/>
                  </a:lnTo>
                  <a:lnTo>
                    <a:pt x="3886" y="21934"/>
                  </a:lnTo>
                  <a:cubicBezTo>
                    <a:pt x="3845" y="22059"/>
                    <a:pt x="3834" y="22193"/>
                    <a:pt x="3852" y="22322"/>
                  </a:cubicBezTo>
                  <a:lnTo>
                    <a:pt x="1865" y="22322"/>
                  </a:lnTo>
                  <a:cubicBezTo>
                    <a:pt x="1665" y="22322"/>
                    <a:pt x="1502" y="22486"/>
                    <a:pt x="1502" y="22688"/>
                  </a:cubicBezTo>
                  <a:cubicBezTo>
                    <a:pt x="1502" y="22888"/>
                    <a:pt x="1665" y="23051"/>
                    <a:pt x="1865" y="23051"/>
                  </a:cubicBezTo>
                  <a:lnTo>
                    <a:pt x="19291" y="23051"/>
                  </a:lnTo>
                  <a:cubicBezTo>
                    <a:pt x="19491" y="23051"/>
                    <a:pt x="19655" y="22888"/>
                    <a:pt x="19655" y="22688"/>
                  </a:cubicBezTo>
                  <a:cubicBezTo>
                    <a:pt x="19655" y="22486"/>
                    <a:pt x="19491" y="22322"/>
                    <a:pt x="19287" y="22322"/>
                  </a:cubicBezTo>
                  <a:lnTo>
                    <a:pt x="15799" y="22322"/>
                  </a:lnTo>
                  <a:cubicBezTo>
                    <a:pt x="15819" y="22194"/>
                    <a:pt x="15809" y="22059"/>
                    <a:pt x="15767" y="21934"/>
                  </a:cubicBezTo>
                  <a:lnTo>
                    <a:pt x="15170" y="20140"/>
                  </a:lnTo>
                  <a:lnTo>
                    <a:pt x="17569" y="20140"/>
                  </a:lnTo>
                  <a:cubicBezTo>
                    <a:pt x="18305" y="20140"/>
                    <a:pt x="18902" y="19541"/>
                    <a:pt x="18902" y="18805"/>
                  </a:cubicBezTo>
                  <a:lnTo>
                    <a:pt x="18902" y="17836"/>
                  </a:lnTo>
                  <a:cubicBezTo>
                    <a:pt x="18902" y="17100"/>
                    <a:pt x="18303" y="16501"/>
                    <a:pt x="17569" y="16501"/>
                  </a:cubicBezTo>
                  <a:lnTo>
                    <a:pt x="16965" y="16501"/>
                  </a:lnTo>
                  <a:lnTo>
                    <a:pt x="16965" y="14755"/>
                  </a:lnTo>
                  <a:lnTo>
                    <a:pt x="16965" y="14754"/>
                  </a:lnTo>
                  <a:lnTo>
                    <a:pt x="16965" y="5387"/>
                  </a:lnTo>
                  <a:lnTo>
                    <a:pt x="16965" y="5384"/>
                  </a:lnTo>
                  <a:lnTo>
                    <a:pt x="16965" y="2789"/>
                  </a:lnTo>
                  <a:cubicBezTo>
                    <a:pt x="16965" y="2054"/>
                    <a:pt x="16366" y="1455"/>
                    <a:pt x="15632" y="1455"/>
                  </a:cubicBezTo>
                  <a:lnTo>
                    <a:pt x="11641" y="1455"/>
                  </a:lnTo>
                  <a:lnTo>
                    <a:pt x="11641" y="849"/>
                  </a:lnTo>
                  <a:cubicBezTo>
                    <a:pt x="11641" y="380"/>
                    <a:pt x="11262" y="1"/>
                    <a:pt x="1079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8" name="Google Shape;5798;p69"/>
          <p:cNvGrpSpPr/>
          <p:nvPr/>
        </p:nvGrpSpPr>
        <p:grpSpPr>
          <a:xfrm>
            <a:off x="3432550" y="1589425"/>
            <a:ext cx="515625" cy="576250"/>
            <a:chOff x="3432550" y="1589425"/>
            <a:chExt cx="515625" cy="576250"/>
          </a:xfrm>
        </p:grpSpPr>
        <p:sp>
          <p:nvSpPr>
            <p:cNvPr id="5799" name="Google Shape;5799;p69"/>
            <p:cNvSpPr/>
            <p:nvPr/>
          </p:nvSpPr>
          <p:spPr>
            <a:xfrm>
              <a:off x="3465875" y="1865450"/>
              <a:ext cx="388250" cy="291200"/>
            </a:xfrm>
            <a:custGeom>
              <a:rect b="b" l="l" r="r" t="t"/>
              <a:pathLst>
                <a:path extrusionOk="0" h="11648" w="15530">
                  <a:moveTo>
                    <a:pt x="1" y="0"/>
                  </a:moveTo>
                  <a:lnTo>
                    <a:pt x="1" y="10677"/>
                  </a:lnTo>
                  <a:cubicBezTo>
                    <a:pt x="1" y="11211"/>
                    <a:pt x="464" y="11648"/>
                    <a:pt x="1037" y="11648"/>
                  </a:cubicBezTo>
                  <a:lnTo>
                    <a:pt x="14495" y="11648"/>
                  </a:lnTo>
                  <a:cubicBezTo>
                    <a:pt x="15066" y="11648"/>
                    <a:pt x="15529" y="11214"/>
                    <a:pt x="15529" y="10677"/>
                  </a:cubicBezTo>
                  <a:lnTo>
                    <a:pt x="1552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9"/>
            <p:cNvSpPr/>
            <p:nvPr/>
          </p:nvSpPr>
          <p:spPr>
            <a:xfrm>
              <a:off x="3441625" y="1634975"/>
              <a:ext cx="436750" cy="461000"/>
            </a:xfrm>
            <a:custGeom>
              <a:rect b="b" l="l" r="r" t="t"/>
              <a:pathLst>
                <a:path extrusionOk="0" h="18440" w="17470">
                  <a:moveTo>
                    <a:pt x="971" y="0"/>
                  </a:moveTo>
                  <a:cubicBezTo>
                    <a:pt x="437" y="0"/>
                    <a:pt x="0" y="434"/>
                    <a:pt x="0" y="970"/>
                  </a:cubicBezTo>
                  <a:lnTo>
                    <a:pt x="0" y="17469"/>
                  </a:lnTo>
                  <a:cubicBezTo>
                    <a:pt x="0" y="18004"/>
                    <a:pt x="434" y="18439"/>
                    <a:pt x="971" y="18439"/>
                  </a:cubicBezTo>
                  <a:lnTo>
                    <a:pt x="16499" y="18439"/>
                  </a:lnTo>
                  <a:cubicBezTo>
                    <a:pt x="17035" y="18439"/>
                    <a:pt x="17470" y="18004"/>
                    <a:pt x="17470" y="17469"/>
                  </a:cubicBezTo>
                  <a:lnTo>
                    <a:pt x="17470" y="970"/>
                  </a:lnTo>
                  <a:cubicBezTo>
                    <a:pt x="17470" y="435"/>
                    <a:pt x="17037" y="0"/>
                    <a:pt x="164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9"/>
            <p:cNvSpPr/>
            <p:nvPr/>
          </p:nvSpPr>
          <p:spPr>
            <a:xfrm>
              <a:off x="3696350" y="1598550"/>
              <a:ext cx="242675" cy="242675"/>
            </a:xfrm>
            <a:custGeom>
              <a:rect b="b" l="l" r="r" t="t"/>
              <a:pathLst>
                <a:path extrusionOk="0" h="9707" w="9707">
                  <a:moveTo>
                    <a:pt x="4854" y="1"/>
                  </a:moveTo>
                  <a:cubicBezTo>
                    <a:pt x="2174" y="1"/>
                    <a:pt x="1" y="2174"/>
                    <a:pt x="1" y="4854"/>
                  </a:cubicBezTo>
                  <a:cubicBezTo>
                    <a:pt x="1" y="7534"/>
                    <a:pt x="2174" y="9707"/>
                    <a:pt x="4854" y="9707"/>
                  </a:cubicBezTo>
                  <a:cubicBezTo>
                    <a:pt x="7535" y="9707"/>
                    <a:pt x="9707" y="7534"/>
                    <a:pt x="9707" y="4854"/>
                  </a:cubicBezTo>
                  <a:cubicBezTo>
                    <a:pt x="9707" y="2174"/>
                    <a:pt x="7535" y="1"/>
                    <a:pt x="48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9"/>
            <p:cNvSpPr/>
            <p:nvPr/>
          </p:nvSpPr>
          <p:spPr>
            <a:xfrm>
              <a:off x="3732775" y="1634950"/>
              <a:ext cx="169850" cy="169825"/>
            </a:xfrm>
            <a:custGeom>
              <a:rect b="b" l="l" r="r" t="t"/>
              <a:pathLst>
                <a:path extrusionOk="0" h="6793" w="6794">
                  <a:moveTo>
                    <a:pt x="3397" y="0"/>
                  </a:moveTo>
                  <a:cubicBezTo>
                    <a:pt x="1521" y="0"/>
                    <a:pt x="0" y="1521"/>
                    <a:pt x="0" y="3396"/>
                  </a:cubicBezTo>
                  <a:cubicBezTo>
                    <a:pt x="0" y="5272"/>
                    <a:pt x="1521" y="6793"/>
                    <a:pt x="3397" y="6793"/>
                  </a:cubicBezTo>
                  <a:cubicBezTo>
                    <a:pt x="5273" y="6793"/>
                    <a:pt x="6793" y="5272"/>
                    <a:pt x="6793" y="3396"/>
                  </a:cubicBezTo>
                  <a:cubicBezTo>
                    <a:pt x="6793" y="1521"/>
                    <a:pt x="5273" y="0"/>
                    <a:pt x="3397"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9"/>
            <p:cNvSpPr/>
            <p:nvPr/>
          </p:nvSpPr>
          <p:spPr>
            <a:xfrm>
              <a:off x="3746900" y="1662200"/>
              <a:ext cx="158800" cy="107550"/>
            </a:xfrm>
            <a:custGeom>
              <a:rect b="b" l="l" r="r" t="t"/>
              <a:pathLst>
                <a:path extrusionOk="0" h="4302" w="6352">
                  <a:moveTo>
                    <a:pt x="2151" y="729"/>
                  </a:moveTo>
                  <a:cubicBezTo>
                    <a:pt x="2307" y="729"/>
                    <a:pt x="2442" y="829"/>
                    <a:pt x="2488" y="979"/>
                  </a:cubicBezTo>
                  <a:lnTo>
                    <a:pt x="2837" y="2144"/>
                  </a:lnTo>
                  <a:lnTo>
                    <a:pt x="1324" y="2144"/>
                  </a:lnTo>
                  <a:lnTo>
                    <a:pt x="1674" y="979"/>
                  </a:lnTo>
                  <a:cubicBezTo>
                    <a:pt x="1719" y="830"/>
                    <a:pt x="1854" y="729"/>
                    <a:pt x="2009" y="729"/>
                  </a:cubicBezTo>
                  <a:close/>
                  <a:moveTo>
                    <a:pt x="5317" y="1118"/>
                  </a:moveTo>
                  <a:cubicBezTo>
                    <a:pt x="5117" y="1118"/>
                    <a:pt x="4953" y="1282"/>
                    <a:pt x="4953" y="1482"/>
                  </a:cubicBezTo>
                  <a:lnTo>
                    <a:pt x="4953" y="1788"/>
                  </a:lnTo>
                  <a:lnTo>
                    <a:pt x="4648" y="1788"/>
                  </a:lnTo>
                  <a:cubicBezTo>
                    <a:pt x="4448" y="1788"/>
                    <a:pt x="4284" y="1951"/>
                    <a:pt x="4284" y="2152"/>
                  </a:cubicBezTo>
                  <a:cubicBezTo>
                    <a:pt x="4284" y="2352"/>
                    <a:pt x="4448" y="2515"/>
                    <a:pt x="4648" y="2515"/>
                  </a:cubicBezTo>
                  <a:lnTo>
                    <a:pt x="4953" y="2515"/>
                  </a:lnTo>
                  <a:lnTo>
                    <a:pt x="4953" y="2821"/>
                  </a:lnTo>
                  <a:cubicBezTo>
                    <a:pt x="4953" y="3023"/>
                    <a:pt x="5117" y="3186"/>
                    <a:pt x="5317" y="3186"/>
                  </a:cubicBezTo>
                  <a:cubicBezTo>
                    <a:pt x="5518" y="3186"/>
                    <a:pt x="5681" y="3023"/>
                    <a:pt x="5681" y="2821"/>
                  </a:cubicBezTo>
                  <a:lnTo>
                    <a:pt x="5681" y="2515"/>
                  </a:lnTo>
                  <a:lnTo>
                    <a:pt x="5987" y="2515"/>
                  </a:lnTo>
                  <a:cubicBezTo>
                    <a:pt x="6188" y="2515"/>
                    <a:pt x="6352" y="2352"/>
                    <a:pt x="6352" y="2152"/>
                  </a:cubicBezTo>
                  <a:cubicBezTo>
                    <a:pt x="6352" y="1951"/>
                    <a:pt x="6188" y="1788"/>
                    <a:pt x="5987" y="1788"/>
                  </a:cubicBezTo>
                  <a:lnTo>
                    <a:pt x="5681" y="1788"/>
                  </a:lnTo>
                  <a:lnTo>
                    <a:pt x="5681" y="1482"/>
                  </a:lnTo>
                  <a:cubicBezTo>
                    <a:pt x="5681" y="1282"/>
                    <a:pt x="5518" y="1118"/>
                    <a:pt x="5317" y="1118"/>
                  </a:cubicBezTo>
                  <a:close/>
                  <a:moveTo>
                    <a:pt x="2010" y="0"/>
                  </a:moveTo>
                  <a:cubicBezTo>
                    <a:pt x="1530" y="0"/>
                    <a:pt x="1115" y="310"/>
                    <a:pt x="977" y="770"/>
                  </a:cubicBezTo>
                  <a:lnTo>
                    <a:pt x="59" y="3831"/>
                  </a:lnTo>
                  <a:cubicBezTo>
                    <a:pt x="1" y="4025"/>
                    <a:pt x="110" y="4228"/>
                    <a:pt x="302" y="4285"/>
                  </a:cubicBezTo>
                  <a:cubicBezTo>
                    <a:pt x="337" y="4296"/>
                    <a:pt x="373" y="4301"/>
                    <a:pt x="408" y="4301"/>
                  </a:cubicBezTo>
                  <a:cubicBezTo>
                    <a:pt x="564" y="4301"/>
                    <a:pt x="709" y="4198"/>
                    <a:pt x="755" y="4042"/>
                  </a:cubicBezTo>
                  <a:lnTo>
                    <a:pt x="1105" y="2872"/>
                  </a:lnTo>
                  <a:lnTo>
                    <a:pt x="3056" y="2872"/>
                  </a:lnTo>
                  <a:lnTo>
                    <a:pt x="3406" y="4042"/>
                  </a:lnTo>
                  <a:cubicBezTo>
                    <a:pt x="3454" y="4199"/>
                    <a:pt x="3598" y="4302"/>
                    <a:pt x="3754" y="4302"/>
                  </a:cubicBezTo>
                  <a:cubicBezTo>
                    <a:pt x="3788" y="4302"/>
                    <a:pt x="3824" y="4296"/>
                    <a:pt x="3859" y="4285"/>
                  </a:cubicBezTo>
                  <a:cubicBezTo>
                    <a:pt x="4051" y="4226"/>
                    <a:pt x="4160" y="4025"/>
                    <a:pt x="4102" y="3833"/>
                  </a:cubicBezTo>
                  <a:lnTo>
                    <a:pt x="3184" y="770"/>
                  </a:lnTo>
                  <a:cubicBezTo>
                    <a:pt x="3045" y="310"/>
                    <a:pt x="2631" y="0"/>
                    <a:pt x="21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9"/>
            <p:cNvSpPr/>
            <p:nvPr/>
          </p:nvSpPr>
          <p:spPr>
            <a:xfrm>
              <a:off x="3490175" y="1598600"/>
              <a:ext cx="121300" cy="72775"/>
            </a:xfrm>
            <a:custGeom>
              <a:rect b="b" l="l" r="r" t="t"/>
              <a:pathLst>
                <a:path extrusionOk="0" h="2911" w="4852">
                  <a:moveTo>
                    <a:pt x="970" y="0"/>
                  </a:moveTo>
                  <a:cubicBezTo>
                    <a:pt x="436" y="0"/>
                    <a:pt x="1" y="434"/>
                    <a:pt x="1" y="971"/>
                  </a:cubicBezTo>
                  <a:lnTo>
                    <a:pt x="1" y="1940"/>
                  </a:lnTo>
                  <a:cubicBezTo>
                    <a:pt x="1" y="2476"/>
                    <a:pt x="434" y="2911"/>
                    <a:pt x="970" y="2911"/>
                  </a:cubicBezTo>
                  <a:lnTo>
                    <a:pt x="3882" y="2911"/>
                  </a:lnTo>
                  <a:cubicBezTo>
                    <a:pt x="4416" y="2911"/>
                    <a:pt x="4851" y="2476"/>
                    <a:pt x="4851" y="1940"/>
                  </a:cubicBezTo>
                  <a:lnTo>
                    <a:pt x="4851" y="971"/>
                  </a:lnTo>
                  <a:cubicBezTo>
                    <a:pt x="4851" y="435"/>
                    <a:pt x="4418" y="0"/>
                    <a:pt x="38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9"/>
            <p:cNvSpPr/>
            <p:nvPr/>
          </p:nvSpPr>
          <p:spPr>
            <a:xfrm>
              <a:off x="3484075" y="1735025"/>
              <a:ext cx="354875" cy="309400"/>
            </a:xfrm>
            <a:custGeom>
              <a:rect b="b" l="l" r="r" t="t"/>
              <a:pathLst>
                <a:path extrusionOk="0" h="12376" w="14195">
                  <a:moveTo>
                    <a:pt x="366" y="0"/>
                  </a:moveTo>
                  <a:cubicBezTo>
                    <a:pt x="164" y="0"/>
                    <a:pt x="0" y="164"/>
                    <a:pt x="0" y="366"/>
                  </a:cubicBezTo>
                  <a:cubicBezTo>
                    <a:pt x="0" y="566"/>
                    <a:pt x="164" y="729"/>
                    <a:pt x="366" y="729"/>
                  </a:cubicBezTo>
                  <a:lnTo>
                    <a:pt x="6188" y="729"/>
                  </a:lnTo>
                  <a:cubicBezTo>
                    <a:pt x="6388" y="729"/>
                    <a:pt x="6552" y="566"/>
                    <a:pt x="6552" y="366"/>
                  </a:cubicBezTo>
                  <a:cubicBezTo>
                    <a:pt x="6552" y="164"/>
                    <a:pt x="6388" y="0"/>
                    <a:pt x="6188" y="0"/>
                  </a:cubicBezTo>
                  <a:close/>
                  <a:moveTo>
                    <a:pt x="366" y="3883"/>
                  </a:moveTo>
                  <a:cubicBezTo>
                    <a:pt x="164" y="3883"/>
                    <a:pt x="0" y="4046"/>
                    <a:pt x="0" y="4247"/>
                  </a:cubicBezTo>
                  <a:cubicBezTo>
                    <a:pt x="0" y="4447"/>
                    <a:pt x="164" y="4610"/>
                    <a:pt x="366" y="4610"/>
                  </a:cubicBezTo>
                  <a:lnTo>
                    <a:pt x="4247" y="4610"/>
                  </a:lnTo>
                  <a:cubicBezTo>
                    <a:pt x="4447" y="4610"/>
                    <a:pt x="4611" y="4447"/>
                    <a:pt x="4611" y="4247"/>
                  </a:cubicBezTo>
                  <a:cubicBezTo>
                    <a:pt x="4611" y="4046"/>
                    <a:pt x="4447" y="3883"/>
                    <a:pt x="4247" y="3883"/>
                  </a:cubicBezTo>
                  <a:close/>
                  <a:moveTo>
                    <a:pt x="5703" y="3883"/>
                  </a:moveTo>
                  <a:cubicBezTo>
                    <a:pt x="5503" y="3883"/>
                    <a:pt x="5340" y="4046"/>
                    <a:pt x="5340" y="4247"/>
                  </a:cubicBezTo>
                  <a:cubicBezTo>
                    <a:pt x="5340" y="4447"/>
                    <a:pt x="5503" y="4610"/>
                    <a:pt x="5703" y="4610"/>
                  </a:cubicBezTo>
                  <a:lnTo>
                    <a:pt x="5752" y="4610"/>
                  </a:lnTo>
                  <a:cubicBezTo>
                    <a:pt x="5952" y="4610"/>
                    <a:pt x="6116" y="4447"/>
                    <a:pt x="6116" y="4247"/>
                  </a:cubicBezTo>
                  <a:cubicBezTo>
                    <a:pt x="6116" y="4045"/>
                    <a:pt x="5952" y="3883"/>
                    <a:pt x="5752" y="3883"/>
                  </a:cubicBezTo>
                  <a:close/>
                  <a:moveTo>
                    <a:pt x="366" y="5824"/>
                  </a:moveTo>
                  <a:cubicBezTo>
                    <a:pt x="164" y="5824"/>
                    <a:pt x="0" y="5987"/>
                    <a:pt x="0" y="6188"/>
                  </a:cubicBezTo>
                  <a:cubicBezTo>
                    <a:pt x="0" y="6388"/>
                    <a:pt x="164" y="6552"/>
                    <a:pt x="366" y="6552"/>
                  </a:cubicBezTo>
                  <a:lnTo>
                    <a:pt x="4247" y="6552"/>
                  </a:lnTo>
                  <a:cubicBezTo>
                    <a:pt x="4447" y="6552"/>
                    <a:pt x="4611" y="6388"/>
                    <a:pt x="4611" y="6188"/>
                  </a:cubicBezTo>
                  <a:cubicBezTo>
                    <a:pt x="4611" y="5987"/>
                    <a:pt x="4447" y="5824"/>
                    <a:pt x="4247" y="5824"/>
                  </a:cubicBezTo>
                  <a:close/>
                  <a:moveTo>
                    <a:pt x="8445" y="5824"/>
                  </a:moveTo>
                  <a:cubicBezTo>
                    <a:pt x="8243" y="5824"/>
                    <a:pt x="8080" y="5987"/>
                    <a:pt x="8080" y="6188"/>
                  </a:cubicBezTo>
                  <a:cubicBezTo>
                    <a:pt x="8080" y="6388"/>
                    <a:pt x="8243" y="6552"/>
                    <a:pt x="8445" y="6552"/>
                  </a:cubicBezTo>
                  <a:lnTo>
                    <a:pt x="12326" y="6552"/>
                  </a:lnTo>
                  <a:cubicBezTo>
                    <a:pt x="12526" y="6552"/>
                    <a:pt x="12690" y="6388"/>
                    <a:pt x="12690" y="6188"/>
                  </a:cubicBezTo>
                  <a:cubicBezTo>
                    <a:pt x="12690" y="5987"/>
                    <a:pt x="12528" y="5824"/>
                    <a:pt x="12326" y="5824"/>
                  </a:cubicBezTo>
                  <a:close/>
                  <a:moveTo>
                    <a:pt x="13782" y="5824"/>
                  </a:moveTo>
                  <a:cubicBezTo>
                    <a:pt x="13582" y="5824"/>
                    <a:pt x="13419" y="5987"/>
                    <a:pt x="13419" y="6188"/>
                  </a:cubicBezTo>
                  <a:cubicBezTo>
                    <a:pt x="13419" y="6388"/>
                    <a:pt x="13582" y="6552"/>
                    <a:pt x="13782" y="6552"/>
                  </a:cubicBezTo>
                  <a:lnTo>
                    <a:pt x="13831" y="6552"/>
                  </a:lnTo>
                  <a:cubicBezTo>
                    <a:pt x="14031" y="6552"/>
                    <a:pt x="14195" y="6388"/>
                    <a:pt x="14195" y="6188"/>
                  </a:cubicBezTo>
                  <a:cubicBezTo>
                    <a:pt x="14195" y="5987"/>
                    <a:pt x="14031" y="5824"/>
                    <a:pt x="13831" y="5824"/>
                  </a:cubicBezTo>
                  <a:close/>
                  <a:moveTo>
                    <a:pt x="366" y="7765"/>
                  </a:moveTo>
                  <a:cubicBezTo>
                    <a:pt x="164" y="7765"/>
                    <a:pt x="0" y="7929"/>
                    <a:pt x="0" y="8129"/>
                  </a:cubicBezTo>
                  <a:cubicBezTo>
                    <a:pt x="0" y="8331"/>
                    <a:pt x="164" y="8494"/>
                    <a:pt x="366" y="8494"/>
                  </a:cubicBezTo>
                  <a:lnTo>
                    <a:pt x="4247" y="8494"/>
                  </a:lnTo>
                  <a:cubicBezTo>
                    <a:pt x="4447" y="8494"/>
                    <a:pt x="4611" y="8331"/>
                    <a:pt x="4611" y="8129"/>
                  </a:cubicBezTo>
                  <a:cubicBezTo>
                    <a:pt x="4611" y="7929"/>
                    <a:pt x="4447" y="7765"/>
                    <a:pt x="4247" y="7765"/>
                  </a:cubicBezTo>
                  <a:close/>
                  <a:moveTo>
                    <a:pt x="5703" y="7765"/>
                  </a:moveTo>
                  <a:cubicBezTo>
                    <a:pt x="5503" y="7765"/>
                    <a:pt x="5340" y="7929"/>
                    <a:pt x="5340" y="8129"/>
                  </a:cubicBezTo>
                  <a:cubicBezTo>
                    <a:pt x="5340" y="8331"/>
                    <a:pt x="5503" y="8494"/>
                    <a:pt x="5703" y="8494"/>
                  </a:cubicBezTo>
                  <a:lnTo>
                    <a:pt x="5752" y="8494"/>
                  </a:lnTo>
                  <a:cubicBezTo>
                    <a:pt x="5952" y="8494"/>
                    <a:pt x="6116" y="8331"/>
                    <a:pt x="6116" y="8129"/>
                  </a:cubicBezTo>
                  <a:cubicBezTo>
                    <a:pt x="6116" y="7929"/>
                    <a:pt x="5952" y="7765"/>
                    <a:pt x="5752" y="7765"/>
                  </a:cubicBezTo>
                  <a:close/>
                  <a:moveTo>
                    <a:pt x="8445" y="7765"/>
                  </a:moveTo>
                  <a:cubicBezTo>
                    <a:pt x="8243" y="7765"/>
                    <a:pt x="8080" y="7929"/>
                    <a:pt x="8080" y="8129"/>
                  </a:cubicBezTo>
                  <a:cubicBezTo>
                    <a:pt x="8080" y="8331"/>
                    <a:pt x="8243" y="8494"/>
                    <a:pt x="8445" y="8494"/>
                  </a:cubicBezTo>
                  <a:lnTo>
                    <a:pt x="12326" y="8494"/>
                  </a:lnTo>
                  <a:cubicBezTo>
                    <a:pt x="12526" y="8494"/>
                    <a:pt x="12690" y="8331"/>
                    <a:pt x="12690" y="8129"/>
                  </a:cubicBezTo>
                  <a:cubicBezTo>
                    <a:pt x="12690" y="7929"/>
                    <a:pt x="12528" y="7765"/>
                    <a:pt x="12326" y="7765"/>
                  </a:cubicBezTo>
                  <a:close/>
                  <a:moveTo>
                    <a:pt x="366" y="9706"/>
                  </a:moveTo>
                  <a:cubicBezTo>
                    <a:pt x="164" y="9706"/>
                    <a:pt x="0" y="9870"/>
                    <a:pt x="0" y="10072"/>
                  </a:cubicBezTo>
                  <a:cubicBezTo>
                    <a:pt x="0" y="10272"/>
                    <a:pt x="164" y="10435"/>
                    <a:pt x="366" y="10435"/>
                  </a:cubicBezTo>
                  <a:lnTo>
                    <a:pt x="4247" y="10435"/>
                  </a:lnTo>
                  <a:cubicBezTo>
                    <a:pt x="4447" y="10435"/>
                    <a:pt x="4611" y="10272"/>
                    <a:pt x="4611" y="10072"/>
                  </a:cubicBezTo>
                  <a:cubicBezTo>
                    <a:pt x="4611" y="9870"/>
                    <a:pt x="4447" y="9706"/>
                    <a:pt x="4247" y="9706"/>
                  </a:cubicBezTo>
                  <a:close/>
                  <a:moveTo>
                    <a:pt x="5703" y="9706"/>
                  </a:moveTo>
                  <a:cubicBezTo>
                    <a:pt x="5503" y="9706"/>
                    <a:pt x="5340" y="9870"/>
                    <a:pt x="5340" y="10072"/>
                  </a:cubicBezTo>
                  <a:cubicBezTo>
                    <a:pt x="5340" y="10272"/>
                    <a:pt x="5503" y="10435"/>
                    <a:pt x="5703" y="10435"/>
                  </a:cubicBezTo>
                  <a:lnTo>
                    <a:pt x="5752" y="10435"/>
                  </a:lnTo>
                  <a:cubicBezTo>
                    <a:pt x="5952" y="10435"/>
                    <a:pt x="6116" y="10272"/>
                    <a:pt x="6116" y="10072"/>
                  </a:cubicBezTo>
                  <a:cubicBezTo>
                    <a:pt x="6116" y="9868"/>
                    <a:pt x="5952" y="9706"/>
                    <a:pt x="5752" y="9706"/>
                  </a:cubicBezTo>
                  <a:close/>
                  <a:moveTo>
                    <a:pt x="8445" y="9706"/>
                  </a:moveTo>
                  <a:cubicBezTo>
                    <a:pt x="8243" y="9706"/>
                    <a:pt x="8080" y="9870"/>
                    <a:pt x="8080" y="10072"/>
                  </a:cubicBezTo>
                  <a:cubicBezTo>
                    <a:pt x="8080" y="10272"/>
                    <a:pt x="8243" y="10435"/>
                    <a:pt x="8445" y="10435"/>
                  </a:cubicBezTo>
                  <a:lnTo>
                    <a:pt x="12326" y="10435"/>
                  </a:lnTo>
                  <a:cubicBezTo>
                    <a:pt x="12526" y="10435"/>
                    <a:pt x="12690" y="10272"/>
                    <a:pt x="12690" y="10072"/>
                  </a:cubicBezTo>
                  <a:cubicBezTo>
                    <a:pt x="12690" y="9870"/>
                    <a:pt x="12528" y="9706"/>
                    <a:pt x="12326" y="9706"/>
                  </a:cubicBezTo>
                  <a:close/>
                  <a:moveTo>
                    <a:pt x="13782" y="9706"/>
                  </a:moveTo>
                  <a:cubicBezTo>
                    <a:pt x="13582" y="9706"/>
                    <a:pt x="13419" y="9870"/>
                    <a:pt x="13419" y="10072"/>
                  </a:cubicBezTo>
                  <a:cubicBezTo>
                    <a:pt x="13419" y="10272"/>
                    <a:pt x="13582" y="10435"/>
                    <a:pt x="13782" y="10435"/>
                  </a:cubicBezTo>
                  <a:lnTo>
                    <a:pt x="13831" y="10435"/>
                  </a:lnTo>
                  <a:cubicBezTo>
                    <a:pt x="14031" y="10435"/>
                    <a:pt x="14195" y="10272"/>
                    <a:pt x="14195" y="10072"/>
                  </a:cubicBezTo>
                  <a:cubicBezTo>
                    <a:pt x="14195" y="9870"/>
                    <a:pt x="14031" y="9706"/>
                    <a:pt x="13831" y="9706"/>
                  </a:cubicBezTo>
                  <a:close/>
                  <a:moveTo>
                    <a:pt x="366" y="11646"/>
                  </a:moveTo>
                  <a:cubicBezTo>
                    <a:pt x="164" y="11646"/>
                    <a:pt x="0" y="11810"/>
                    <a:pt x="0" y="12011"/>
                  </a:cubicBezTo>
                  <a:cubicBezTo>
                    <a:pt x="0" y="12212"/>
                    <a:pt x="164" y="12375"/>
                    <a:pt x="366" y="12375"/>
                  </a:cubicBezTo>
                  <a:lnTo>
                    <a:pt x="4247" y="12375"/>
                  </a:lnTo>
                  <a:cubicBezTo>
                    <a:pt x="4447" y="12375"/>
                    <a:pt x="4611" y="12212"/>
                    <a:pt x="4611" y="12011"/>
                  </a:cubicBezTo>
                  <a:cubicBezTo>
                    <a:pt x="4611" y="11810"/>
                    <a:pt x="4447" y="11646"/>
                    <a:pt x="4247" y="11646"/>
                  </a:cubicBezTo>
                  <a:close/>
                  <a:moveTo>
                    <a:pt x="8445" y="11646"/>
                  </a:moveTo>
                  <a:cubicBezTo>
                    <a:pt x="8243" y="11646"/>
                    <a:pt x="8080" y="11810"/>
                    <a:pt x="8080" y="12011"/>
                  </a:cubicBezTo>
                  <a:cubicBezTo>
                    <a:pt x="8080" y="12212"/>
                    <a:pt x="8243" y="12375"/>
                    <a:pt x="8445" y="12375"/>
                  </a:cubicBezTo>
                  <a:lnTo>
                    <a:pt x="12326" y="12375"/>
                  </a:lnTo>
                  <a:cubicBezTo>
                    <a:pt x="12526" y="12375"/>
                    <a:pt x="12690" y="12212"/>
                    <a:pt x="12690" y="12011"/>
                  </a:cubicBezTo>
                  <a:cubicBezTo>
                    <a:pt x="12690" y="11810"/>
                    <a:pt x="12528" y="11646"/>
                    <a:pt x="12326" y="11646"/>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9"/>
            <p:cNvSpPr/>
            <p:nvPr/>
          </p:nvSpPr>
          <p:spPr>
            <a:xfrm>
              <a:off x="3490125" y="1598550"/>
              <a:ext cx="97100" cy="36400"/>
            </a:xfrm>
            <a:custGeom>
              <a:rect b="b" l="l" r="r" t="t"/>
              <a:pathLst>
                <a:path extrusionOk="0" h="1456" w="3884">
                  <a:moveTo>
                    <a:pt x="971" y="1"/>
                  </a:moveTo>
                  <a:cubicBezTo>
                    <a:pt x="436" y="1"/>
                    <a:pt x="0" y="434"/>
                    <a:pt x="0" y="971"/>
                  </a:cubicBezTo>
                  <a:cubicBezTo>
                    <a:pt x="0" y="1239"/>
                    <a:pt x="218" y="1456"/>
                    <a:pt x="486" y="1456"/>
                  </a:cubicBezTo>
                  <a:lnTo>
                    <a:pt x="3397" y="1456"/>
                  </a:lnTo>
                  <a:cubicBezTo>
                    <a:pt x="3665" y="1456"/>
                    <a:pt x="3884" y="1239"/>
                    <a:pt x="3883" y="971"/>
                  </a:cubicBezTo>
                  <a:cubicBezTo>
                    <a:pt x="3883" y="436"/>
                    <a:pt x="3449" y="1"/>
                    <a:pt x="2912"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9"/>
            <p:cNvSpPr/>
            <p:nvPr/>
          </p:nvSpPr>
          <p:spPr>
            <a:xfrm>
              <a:off x="3432550" y="1589425"/>
              <a:ext cx="515625" cy="576250"/>
            </a:xfrm>
            <a:custGeom>
              <a:rect b="b" l="l" r="r" t="t"/>
              <a:pathLst>
                <a:path extrusionOk="0" h="23050" w="20625">
                  <a:moveTo>
                    <a:pt x="6186" y="730"/>
                  </a:moveTo>
                  <a:cubicBezTo>
                    <a:pt x="6520" y="730"/>
                    <a:pt x="6791" y="1002"/>
                    <a:pt x="6791" y="1336"/>
                  </a:cubicBezTo>
                  <a:lnTo>
                    <a:pt x="6791" y="2306"/>
                  </a:lnTo>
                  <a:cubicBezTo>
                    <a:pt x="6791" y="2640"/>
                    <a:pt x="6520" y="2911"/>
                    <a:pt x="6186" y="2911"/>
                  </a:cubicBezTo>
                  <a:lnTo>
                    <a:pt x="3274" y="2911"/>
                  </a:lnTo>
                  <a:cubicBezTo>
                    <a:pt x="2940" y="2911"/>
                    <a:pt x="2668" y="2640"/>
                    <a:pt x="2668" y="2306"/>
                  </a:cubicBezTo>
                  <a:lnTo>
                    <a:pt x="2668" y="1336"/>
                  </a:lnTo>
                  <a:cubicBezTo>
                    <a:pt x="2668" y="1002"/>
                    <a:pt x="2940" y="730"/>
                    <a:pt x="3274" y="730"/>
                  </a:cubicBezTo>
                  <a:close/>
                  <a:moveTo>
                    <a:pt x="15406" y="728"/>
                  </a:moveTo>
                  <a:cubicBezTo>
                    <a:pt x="17881" y="728"/>
                    <a:pt x="19895" y="2743"/>
                    <a:pt x="19895" y="5217"/>
                  </a:cubicBezTo>
                  <a:cubicBezTo>
                    <a:pt x="19895" y="7693"/>
                    <a:pt x="17881" y="9707"/>
                    <a:pt x="15406" y="9707"/>
                  </a:cubicBezTo>
                  <a:cubicBezTo>
                    <a:pt x="12932" y="9707"/>
                    <a:pt x="10918" y="7692"/>
                    <a:pt x="10918" y="5217"/>
                  </a:cubicBezTo>
                  <a:cubicBezTo>
                    <a:pt x="10918" y="2743"/>
                    <a:pt x="12932" y="728"/>
                    <a:pt x="15406" y="728"/>
                  </a:cubicBezTo>
                  <a:close/>
                  <a:moveTo>
                    <a:pt x="11162" y="2186"/>
                  </a:moveTo>
                  <a:cubicBezTo>
                    <a:pt x="10550" y="3042"/>
                    <a:pt x="10187" y="4089"/>
                    <a:pt x="10187" y="5219"/>
                  </a:cubicBezTo>
                  <a:cubicBezTo>
                    <a:pt x="10187" y="8095"/>
                    <a:pt x="12527" y="10436"/>
                    <a:pt x="15404" y="10436"/>
                  </a:cubicBezTo>
                  <a:cubicBezTo>
                    <a:pt x="16136" y="10436"/>
                    <a:pt x="16834" y="10284"/>
                    <a:pt x="17466" y="10012"/>
                  </a:cubicBezTo>
                  <a:lnTo>
                    <a:pt x="17469" y="19292"/>
                  </a:lnTo>
                  <a:cubicBezTo>
                    <a:pt x="17469" y="19626"/>
                    <a:pt x="17196" y="19898"/>
                    <a:pt x="16862" y="19898"/>
                  </a:cubicBezTo>
                  <a:lnTo>
                    <a:pt x="1334" y="19898"/>
                  </a:lnTo>
                  <a:cubicBezTo>
                    <a:pt x="1000" y="19898"/>
                    <a:pt x="727" y="19626"/>
                    <a:pt x="727" y="19292"/>
                  </a:cubicBezTo>
                  <a:lnTo>
                    <a:pt x="727" y="2793"/>
                  </a:lnTo>
                  <a:cubicBezTo>
                    <a:pt x="727" y="2459"/>
                    <a:pt x="1000" y="2186"/>
                    <a:pt x="1334" y="2186"/>
                  </a:cubicBezTo>
                  <a:lnTo>
                    <a:pt x="1939" y="2186"/>
                  </a:lnTo>
                  <a:lnTo>
                    <a:pt x="1939" y="2307"/>
                  </a:lnTo>
                  <a:cubicBezTo>
                    <a:pt x="1939" y="3043"/>
                    <a:pt x="2538" y="3641"/>
                    <a:pt x="3274" y="3641"/>
                  </a:cubicBezTo>
                  <a:lnTo>
                    <a:pt x="6186" y="3641"/>
                  </a:lnTo>
                  <a:cubicBezTo>
                    <a:pt x="6920" y="3641"/>
                    <a:pt x="7519" y="3043"/>
                    <a:pt x="7519" y="2307"/>
                  </a:cubicBezTo>
                  <a:lnTo>
                    <a:pt x="7519" y="2186"/>
                  </a:lnTo>
                  <a:close/>
                  <a:moveTo>
                    <a:pt x="16499" y="20625"/>
                  </a:moveTo>
                  <a:lnTo>
                    <a:pt x="16499" y="21718"/>
                  </a:lnTo>
                  <a:cubicBezTo>
                    <a:pt x="16499" y="22052"/>
                    <a:pt x="16197" y="22323"/>
                    <a:pt x="15828" y="22323"/>
                  </a:cubicBezTo>
                  <a:lnTo>
                    <a:pt x="2370" y="22323"/>
                  </a:lnTo>
                  <a:cubicBezTo>
                    <a:pt x="2000" y="22323"/>
                    <a:pt x="1698" y="22052"/>
                    <a:pt x="1698" y="21718"/>
                  </a:cubicBezTo>
                  <a:lnTo>
                    <a:pt x="1698" y="20625"/>
                  </a:lnTo>
                  <a:close/>
                  <a:moveTo>
                    <a:pt x="15406" y="1"/>
                  </a:moveTo>
                  <a:cubicBezTo>
                    <a:pt x="14006" y="1"/>
                    <a:pt x="12733" y="555"/>
                    <a:pt x="11795" y="1457"/>
                  </a:cubicBezTo>
                  <a:lnTo>
                    <a:pt x="7521" y="1457"/>
                  </a:lnTo>
                  <a:lnTo>
                    <a:pt x="7521" y="1336"/>
                  </a:lnTo>
                  <a:cubicBezTo>
                    <a:pt x="7521" y="600"/>
                    <a:pt x="6922" y="2"/>
                    <a:pt x="6187" y="2"/>
                  </a:cubicBezTo>
                  <a:lnTo>
                    <a:pt x="3275" y="2"/>
                  </a:lnTo>
                  <a:cubicBezTo>
                    <a:pt x="2540" y="2"/>
                    <a:pt x="1941" y="600"/>
                    <a:pt x="1941" y="1336"/>
                  </a:cubicBezTo>
                  <a:lnTo>
                    <a:pt x="1941" y="1457"/>
                  </a:lnTo>
                  <a:lnTo>
                    <a:pt x="1335" y="1457"/>
                  </a:lnTo>
                  <a:cubicBezTo>
                    <a:pt x="599" y="1457"/>
                    <a:pt x="1" y="2055"/>
                    <a:pt x="1" y="2790"/>
                  </a:cubicBezTo>
                  <a:lnTo>
                    <a:pt x="1" y="19289"/>
                  </a:lnTo>
                  <a:cubicBezTo>
                    <a:pt x="1" y="19899"/>
                    <a:pt x="412" y="20415"/>
                    <a:pt x="972" y="20574"/>
                  </a:cubicBezTo>
                  <a:lnTo>
                    <a:pt x="972" y="21717"/>
                  </a:lnTo>
                  <a:cubicBezTo>
                    <a:pt x="972" y="22451"/>
                    <a:pt x="1598" y="23050"/>
                    <a:pt x="2371" y="23050"/>
                  </a:cubicBezTo>
                  <a:lnTo>
                    <a:pt x="15828" y="23050"/>
                  </a:lnTo>
                  <a:cubicBezTo>
                    <a:pt x="16598" y="23050"/>
                    <a:pt x="17228" y="22451"/>
                    <a:pt x="17228" y="21717"/>
                  </a:cubicBezTo>
                  <a:lnTo>
                    <a:pt x="17228" y="20574"/>
                  </a:lnTo>
                  <a:cubicBezTo>
                    <a:pt x="17786" y="20416"/>
                    <a:pt x="18197" y="19900"/>
                    <a:pt x="18197" y="19289"/>
                  </a:cubicBezTo>
                  <a:lnTo>
                    <a:pt x="18197" y="9624"/>
                  </a:lnTo>
                  <a:cubicBezTo>
                    <a:pt x="19653" y="8698"/>
                    <a:pt x="20624" y="7068"/>
                    <a:pt x="20624" y="5217"/>
                  </a:cubicBezTo>
                  <a:cubicBezTo>
                    <a:pt x="20624" y="2341"/>
                    <a:pt x="18283" y="1"/>
                    <a:pt x="1540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8" name="Google Shape;5808;p69"/>
          <p:cNvGrpSpPr/>
          <p:nvPr/>
        </p:nvGrpSpPr>
        <p:grpSpPr>
          <a:xfrm>
            <a:off x="2472638" y="4019513"/>
            <a:ext cx="578350" cy="576325"/>
            <a:chOff x="2472638" y="4019513"/>
            <a:chExt cx="578350" cy="576325"/>
          </a:xfrm>
        </p:grpSpPr>
        <p:sp>
          <p:nvSpPr>
            <p:cNvPr id="5809" name="Google Shape;5809;p69"/>
            <p:cNvSpPr/>
            <p:nvPr/>
          </p:nvSpPr>
          <p:spPr>
            <a:xfrm>
              <a:off x="2481713" y="4028613"/>
              <a:ext cx="565050" cy="388300"/>
            </a:xfrm>
            <a:custGeom>
              <a:rect b="b" l="l" r="r" t="t"/>
              <a:pathLst>
                <a:path extrusionOk="0" h="15532" w="22602">
                  <a:moveTo>
                    <a:pt x="1943" y="0"/>
                  </a:moveTo>
                  <a:cubicBezTo>
                    <a:pt x="870" y="0"/>
                    <a:pt x="0" y="870"/>
                    <a:pt x="0" y="1942"/>
                  </a:cubicBezTo>
                  <a:lnTo>
                    <a:pt x="0" y="15532"/>
                  </a:lnTo>
                  <a:lnTo>
                    <a:pt x="4369" y="15532"/>
                  </a:lnTo>
                  <a:lnTo>
                    <a:pt x="4369" y="13589"/>
                  </a:lnTo>
                  <a:lnTo>
                    <a:pt x="21353" y="13589"/>
                  </a:lnTo>
                  <a:cubicBezTo>
                    <a:pt x="22144" y="13589"/>
                    <a:pt x="22602" y="12698"/>
                    <a:pt x="22144" y="12054"/>
                  </a:cubicBezTo>
                  <a:lnTo>
                    <a:pt x="18588" y="7078"/>
                  </a:lnTo>
                  <a:cubicBezTo>
                    <a:pt x="18468" y="6908"/>
                    <a:pt x="18468" y="6681"/>
                    <a:pt x="18588" y="6512"/>
                  </a:cubicBezTo>
                  <a:lnTo>
                    <a:pt x="22144" y="1535"/>
                  </a:lnTo>
                  <a:cubicBezTo>
                    <a:pt x="22602" y="891"/>
                    <a:pt x="22141" y="0"/>
                    <a:pt x="213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9"/>
            <p:cNvSpPr/>
            <p:nvPr/>
          </p:nvSpPr>
          <p:spPr>
            <a:xfrm>
              <a:off x="2481788" y="4368288"/>
              <a:ext cx="109200" cy="97125"/>
            </a:xfrm>
            <a:custGeom>
              <a:rect b="b" l="l" r="r" t="t"/>
              <a:pathLst>
                <a:path extrusionOk="0" h="3885" w="4368">
                  <a:moveTo>
                    <a:pt x="1941" y="1"/>
                  </a:moveTo>
                  <a:cubicBezTo>
                    <a:pt x="868" y="1"/>
                    <a:pt x="0" y="872"/>
                    <a:pt x="0" y="1942"/>
                  </a:cubicBezTo>
                  <a:cubicBezTo>
                    <a:pt x="0" y="3015"/>
                    <a:pt x="870" y="3884"/>
                    <a:pt x="1941" y="3884"/>
                  </a:cubicBezTo>
                  <a:lnTo>
                    <a:pt x="4367" y="3884"/>
                  </a:lnTo>
                  <a:lnTo>
                    <a:pt x="436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9"/>
            <p:cNvSpPr/>
            <p:nvPr/>
          </p:nvSpPr>
          <p:spPr>
            <a:xfrm>
              <a:off x="2481788" y="4028613"/>
              <a:ext cx="436750" cy="194175"/>
            </a:xfrm>
            <a:custGeom>
              <a:rect b="b" l="l" r="r" t="t"/>
              <a:pathLst>
                <a:path extrusionOk="0" h="7767" w="17470">
                  <a:moveTo>
                    <a:pt x="1941" y="0"/>
                  </a:moveTo>
                  <a:cubicBezTo>
                    <a:pt x="868" y="0"/>
                    <a:pt x="0" y="870"/>
                    <a:pt x="0" y="1942"/>
                  </a:cubicBezTo>
                  <a:lnTo>
                    <a:pt x="0" y="7767"/>
                  </a:lnTo>
                  <a:lnTo>
                    <a:pt x="12617" y="7767"/>
                  </a:lnTo>
                  <a:cubicBezTo>
                    <a:pt x="15298" y="7767"/>
                    <a:pt x="17470" y="5592"/>
                    <a:pt x="17470" y="2912"/>
                  </a:cubicBezTo>
                  <a:cubicBezTo>
                    <a:pt x="17470" y="1819"/>
                    <a:pt x="17110" y="812"/>
                    <a:pt x="16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9"/>
            <p:cNvSpPr/>
            <p:nvPr/>
          </p:nvSpPr>
          <p:spPr>
            <a:xfrm>
              <a:off x="2568513" y="4116563"/>
              <a:ext cx="311850" cy="163825"/>
            </a:xfrm>
            <a:custGeom>
              <a:rect b="b" l="l" r="r" t="t"/>
              <a:pathLst>
                <a:path extrusionOk="0" h="6553" w="12474">
                  <a:moveTo>
                    <a:pt x="5267" y="2"/>
                  </a:moveTo>
                  <a:cubicBezTo>
                    <a:pt x="4532" y="2"/>
                    <a:pt x="3932" y="602"/>
                    <a:pt x="3932" y="1337"/>
                  </a:cubicBezTo>
                  <a:cubicBezTo>
                    <a:pt x="3932" y="2073"/>
                    <a:pt x="4532" y="2671"/>
                    <a:pt x="5267" y="2671"/>
                  </a:cubicBezTo>
                  <a:lnTo>
                    <a:pt x="6237" y="2671"/>
                  </a:lnTo>
                  <a:cubicBezTo>
                    <a:pt x="6571" y="2671"/>
                    <a:pt x="6843" y="2943"/>
                    <a:pt x="6843" y="3277"/>
                  </a:cubicBezTo>
                  <a:cubicBezTo>
                    <a:pt x="6843" y="3611"/>
                    <a:pt x="6571" y="3882"/>
                    <a:pt x="6237" y="3882"/>
                  </a:cubicBezTo>
                  <a:lnTo>
                    <a:pt x="4781" y="3882"/>
                  </a:lnTo>
                  <a:cubicBezTo>
                    <a:pt x="4579" y="3882"/>
                    <a:pt x="4416" y="4046"/>
                    <a:pt x="4416" y="4247"/>
                  </a:cubicBezTo>
                  <a:cubicBezTo>
                    <a:pt x="4416" y="4448"/>
                    <a:pt x="4579" y="4611"/>
                    <a:pt x="4781" y="4611"/>
                  </a:cubicBezTo>
                  <a:lnTo>
                    <a:pt x="6237" y="4611"/>
                  </a:lnTo>
                  <a:cubicBezTo>
                    <a:pt x="6972" y="4611"/>
                    <a:pt x="7570" y="4013"/>
                    <a:pt x="7570" y="3277"/>
                  </a:cubicBezTo>
                  <a:cubicBezTo>
                    <a:pt x="7570" y="2542"/>
                    <a:pt x="6972" y="1942"/>
                    <a:pt x="6237" y="1942"/>
                  </a:cubicBezTo>
                  <a:lnTo>
                    <a:pt x="5267" y="1942"/>
                  </a:lnTo>
                  <a:cubicBezTo>
                    <a:pt x="4933" y="1942"/>
                    <a:pt x="4661" y="1671"/>
                    <a:pt x="4661" y="1337"/>
                  </a:cubicBezTo>
                  <a:cubicBezTo>
                    <a:pt x="4661" y="1003"/>
                    <a:pt x="4933" y="731"/>
                    <a:pt x="5267" y="731"/>
                  </a:cubicBezTo>
                  <a:lnTo>
                    <a:pt x="6723" y="731"/>
                  </a:lnTo>
                  <a:cubicBezTo>
                    <a:pt x="6924" y="731"/>
                    <a:pt x="7087" y="568"/>
                    <a:pt x="7087" y="368"/>
                  </a:cubicBezTo>
                  <a:cubicBezTo>
                    <a:pt x="7087" y="166"/>
                    <a:pt x="6924" y="2"/>
                    <a:pt x="6723" y="2"/>
                  </a:cubicBezTo>
                  <a:close/>
                  <a:moveTo>
                    <a:pt x="8179" y="1"/>
                  </a:moveTo>
                  <a:cubicBezTo>
                    <a:pt x="7978" y="1"/>
                    <a:pt x="7815" y="164"/>
                    <a:pt x="7815" y="365"/>
                  </a:cubicBezTo>
                  <a:cubicBezTo>
                    <a:pt x="7815" y="567"/>
                    <a:pt x="7978" y="730"/>
                    <a:pt x="8179" y="730"/>
                  </a:cubicBezTo>
                  <a:lnTo>
                    <a:pt x="9271" y="730"/>
                  </a:lnTo>
                  <a:lnTo>
                    <a:pt x="9271" y="4249"/>
                  </a:lnTo>
                  <a:cubicBezTo>
                    <a:pt x="9271" y="4449"/>
                    <a:pt x="9435" y="4613"/>
                    <a:pt x="9635" y="4613"/>
                  </a:cubicBezTo>
                  <a:cubicBezTo>
                    <a:pt x="9836" y="4613"/>
                    <a:pt x="9999" y="4449"/>
                    <a:pt x="9999" y="4249"/>
                  </a:cubicBezTo>
                  <a:lnTo>
                    <a:pt x="9999" y="730"/>
                  </a:lnTo>
                  <a:lnTo>
                    <a:pt x="11092" y="730"/>
                  </a:lnTo>
                  <a:cubicBezTo>
                    <a:pt x="11292" y="730"/>
                    <a:pt x="11456" y="567"/>
                    <a:pt x="11456" y="365"/>
                  </a:cubicBezTo>
                  <a:cubicBezTo>
                    <a:pt x="11454" y="164"/>
                    <a:pt x="11291" y="1"/>
                    <a:pt x="11090" y="1"/>
                  </a:cubicBezTo>
                  <a:close/>
                  <a:moveTo>
                    <a:pt x="1867" y="0"/>
                  </a:moveTo>
                  <a:cubicBezTo>
                    <a:pt x="1755" y="0"/>
                    <a:pt x="1647" y="52"/>
                    <a:pt x="1578" y="145"/>
                  </a:cubicBezTo>
                  <a:lnTo>
                    <a:pt x="121" y="2087"/>
                  </a:lnTo>
                  <a:cubicBezTo>
                    <a:pt x="0" y="2248"/>
                    <a:pt x="31" y="2475"/>
                    <a:pt x="193" y="2596"/>
                  </a:cubicBezTo>
                  <a:cubicBezTo>
                    <a:pt x="260" y="2645"/>
                    <a:pt x="337" y="2669"/>
                    <a:pt x="413" y="2669"/>
                  </a:cubicBezTo>
                  <a:cubicBezTo>
                    <a:pt x="524" y="2669"/>
                    <a:pt x="632" y="2619"/>
                    <a:pt x="704" y="2524"/>
                  </a:cubicBezTo>
                  <a:lnTo>
                    <a:pt x="1505" y="1456"/>
                  </a:lnTo>
                  <a:lnTo>
                    <a:pt x="1505" y="5825"/>
                  </a:lnTo>
                  <a:lnTo>
                    <a:pt x="898" y="5825"/>
                  </a:lnTo>
                  <a:cubicBezTo>
                    <a:pt x="698" y="5825"/>
                    <a:pt x="534" y="5988"/>
                    <a:pt x="534" y="6189"/>
                  </a:cubicBezTo>
                  <a:cubicBezTo>
                    <a:pt x="534" y="6389"/>
                    <a:pt x="698" y="6552"/>
                    <a:pt x="898" y="6552"/>
                  </a:cubicBezTo>
                  <a:lnTo>
                    <a:pt x="2841" y="6552"/>
                  </a:lnTo>
                  <a:cubicBezTo>
                    <a:pt x="3041" y="6552"/>
                    <a:pt x="3205" y="6389"/>
                    <a:pt x="3205" y="6189"/>
                  </a:cubicBezTo>
                  <a:cubicBezTo>
                    <a:pt x="3205" y="5987"/>
                    <a:pt x="3041" y="5825"/>
                    <a:pt x="2838" y="5822"/>
                  </a:cubicBezTo>
                  <a:lnTo>
                    <a:pt x="2233" y="5822"/>
                  </a:lnTo>
                  <a:lnTo>
                    <a:pt x="2233" y="363"/>
                  </a:lnTo>
                  <a:cubicBezTo>
                    <a:pt x="2233" y="207"/>
                    <a:pt x="2133" y="69"/>
                    <a:pt x="1984" y="20"/>
                  </a:cubicBezTo>
                  <a:cubicBezTo>
                    <a:pt x="1945" y="7"/>
                    <a:pt x="1906" y="0"/>
                    <a:pt x="1867" y="0"/>
                  </a:cubicBezTo>
                  <a:close/>
                  <a:moveTo>
                    <a:pt x="4295" y="5825"/>
                  </a:moveTo>
                  <a:cubicBezTo>
                    <a:pt x="4094" y="5825"/>
                    <a:pt x="3931" y="5988"/>
                    <a:pt x="3931" y="6189"/>
                  </a:cubicBezTo>
                  <a:cubicBezTo>
                    <a:pt x="3931" y="6389"/>
                    <a:pt x="4094" y="6552"/>
                    <a:pt x="4295" y="6552"/>
                  </a:cubicBezTo>
                  <a:lnTo>
                    <a:pt x="10604" y="6552"/>
                  </a:lnTo>
                  <a:cubicBezTo>
                    <a:pt x="10806" y="6552"/>
                    <a:pt x="10970" y="6389"/>
                    <a:pt x="10970" y="6189"/>
                  </a:cubicBezTo>
                  <a:cubicBezTo>
                    <a:pt x="10970" y="5987"/>
                    <a:pt x="10806" y="5825"/>
                    <a:pt x="10604" y="5825"/>
                  </a:cubicBezTo>
                  <a:close/>
                  <a:moveTo>
                    <a:pt x="12061" y="5825"/>
                  </a:moveTo>
                  <a:cubicBezTo>
                    <a:pt x="11861" y="5825"/>
                    <a:pt x="11697" y="5988"/>
                    <a:pt x="11697" y="6189"/>
                  </a:cubicBezTo>
                  <a:cubicBezTo>
                    <a:pt x="11697" y="6389"/>
                    <a:pt x="11861" y="6552"/>
                    <a:pt x="12061" y="6552"/>
                  </a:cubicBezTo>
                  <a:lnTo>
                    <a:pt x="12109" y="6552"/>
                  </a:lnTo>
                  <a:cubicBezTo>
                    <a:pt x="12310" y="6552"/>
                    <a:pt x="12473" y="6389"/>
                    <a:pt x="12473" y="6189"/>
                  </a:cubicBezTo>
                  <a:cubicBezTo>
                    <a:pt x="12473" y="5987"/>
                    <a:pt x="12310" y="5825"/>
                    <a:pt x="12109" y="582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9"/>
            <p:cNvSpPr/>
            <p:nvPr/>
          </p:nvSpPr>
          <p:spPr>
            <a:xfrm>
              <a:off x="2472638" y="4019513"/>
              <a:ext cx="578350" cy="576325"/>
            </a:xfrm>
            <a:custGeom>
              <a:rect b="b" l="l" r="r" t="t"/>
              <a:pathLst>
                <a:path extrusionOk="0" h="23053" w="23134">
                  <a:moveTo>
                    <a:pt x="21716" y="728"/>
                  </a:moveTo>
                  <a:cubicBezTo>
                    <a:pt x="21949" y="728"/>
                    <a:pt x="22149" y="850"/>
                    <a:pt x="22256" y="1056"/>
                  </a:cubicBezTo>
                  <a:cubicBezTo>
                    <a:pt x="22361" y="1263"/>
                    <a:pt x="22345" y="1500"/>
                    <a:pt x="22210" y="1687"/>
                  </a:cubicBezTo>
                  <a:lnTo>
                    <a:pt x="18656" y="6666"/>
                  </a:lnTo>
                  <a:cubicBezTo>
                    <a:pt x="18444" y="6960"/>
                    <a:pt x="18444" y="7358"/>
                    <a:pt x="18656" y="7653"/>
                  </a:cubicBezTo>
                  <a:lnTo>
                    <a:pt x="22212" y="12630"/>
                  </a:lnTo>
                  <a:cubicBezTo>
                    <a:pt x="22347" y="12818"/>
                    <a:pt x="22362" y="13055"/>
                    <a:pt x="22257" y="13261"/>
                  </a:cubicBezTo>
                  <a:cubicBezTo>
                    <a:pt x="22150" y="13467"/>
                    <a:pt x="21949" y="13589"/>
                    <a:pt x="21718" y="13589"/>
                  </a:cubicBezTo>
                  <a:lnTo>
                    <a:pt x="2307" y="13589"/>
                  </a:lnTo>
                  <a:cubicBezTo>
                    <a:pt x="1698" y="13589"/>
                    <a:pt x="1142" y="13828"/>
                    <a:pt x="730" y="14215"/>
                  </a:cubicBezTo>
                  <a:lnTo>
                    <a:pt x="730" y="2306"/>
                  </a:lnTo>
                  <a:cubicBezTo>
                    <a:pt x="730" y="1436"/>
                    <a:pt x="1436" y="728"/>
                    <a:pt x="2307" y="728"/>
                  </a:cubicBezTo>
                  <a:close/>
                  <a:moveTo>
                    <a:pt x="4369" y="14318"/>
                  </a:moveTo>
                  <a:lnTo>
                    <a:pt x="4369" y="17472"/>
                  </a:lnTo>
                  <a:lnTo>
                    <a:pt x="2307" y="17472"/>
                  </a:lnTo>
                  <a:cubicBezTo>
                    <a:pt x="1436" y="17472"/>
                    <a:pt x="730" y="16765"/>
                    <a:pt x="730" y="15896"/>
                  </a:cubicBezTo>
                  <a:cubicBezTo>
                    <a:pt x="730" y="15025"/>
                    <a:pt x="1436" y="14318"/>
                    <a:pt x="2307" y="14318"/>
                  </a:cubicBezTo>
                  <a:close/>
                  <a:moveTo>
                    <a:pt x="368" y="22323"/>
                  </a:moveTo>
                  <a:cubicBezTo>
                    <a:pt x="167" y="22323"/>
                    <a:pt x="4" y="22487"/>
                    <a:pt x="4" y="22689"/>
                  </a:cubicBezTo>
                  <a:cubicBezTo>
                    <a:pt x="4" y="22889"/>
                    <a:pt x="167" y="23052"/>
                    <a:pt x="368" y="23052"/>
                  </a:cubicBezTo>
                  <a:lnTo>
                    <a:pt x="416" y="23052"/>
                  </a:lnTo>
                  <a:cubicBezTo>
                    <a:pt x="616" y="23052"/>
                    <a:pt x="780" y="22889"/>
                    <a:pt x="780" y="22689"/>
                  </a:cubicBezTo>
                  <a:cubicBezTo>
                    <a:pt x="780" y="22487"/>
                    <a:pt x="616" y="22323"/>
                    <a:pt x="416" y="22323"/>
                  </a:cubicBezTo>
                  <a:close/>
                  <a:moveTo>
                    <a:pt x="2307" y="1"/>
                  </a:moveTo>
                  <a:cubicBezTo>
                    <a:pt x="1036" y="1"/>
                    <a:pt x="1" y="1035"/>
                    <a:pt x="1" y="2306"/>
                  </a:cubicBezTo>
                  <a:lnTo>
                    <a:pt x="1" y="15893"/>
                  </a:lnTo>
                  <a:cubicBezTo>
                    <a:pt x="1" y="17165"/>
                    <a:pt x="1036" y="18199"/>
                    <a:pt x="2307" y="18199"/>
                  </a:cubicBezTo>
                  <a:lnTo>
                    <a:pt x="4369" y="18199"/>
                  </a:lnTo>
                  <a:lnTo>
                    <a:pt x="4369" y="22323"/>
                  </a:lnTo>
                  <a:lnTo>
                    <a:pt x="1821" y="22323"/>
                  </a:lnTo>
                  <a:cubicBezTo>
                    <a:pt x="1621" y="22323"/>
                    <a:pt x="1458" y="22487"/>
                    <a:pt x="1458" y="22689"/>
                  </a:cubicBezTo>
                  <a:cubicBezTo>
                    <a:pt x="1458" y="22889"/>
                    <a:pt x="1621" y="23052"/>
                    <a:pt x="1821" y="23052"/>
                  </a:cubicBezTo>
                  <a:lnTo>
                    <a:pt x="7645" y="23052"/>
                  </a:lnTo>
                  <a:cubicBezTo>
                    <a:pt x="7846" y="23052"/>
                    <a:pt x="8009" y="22889"/>
                    <a:pt x="8009" y="22689"/>
                  </a:cubicBezTo>
                  <a:cubicBezTo>
                    <a:pt x="8009" y="22487"/>
                    <a:pt x="7846" y="22323"/>
                    <a:pt x="7645" y="22323"/>
                  </a:cubicBezTo>
                  <a:lnTo>
                    <a:pt x="5097" y="22323"/>
                  </a:lnTo>
                  <a:lnTo>
                    <a:pt x="5097" y="14315"/>
                  </a:lnTo>
                  <a:lnTo>
                    <a:pt x="21718" y="14315"/>
                  </a:lnTo>
                  <a:cubicBezTo>
                    <a:pt x="22220" y="14315"/>
                    <a:pt x="22675" y="14038"/>
                    <a:pt x="22905" y="13593"/>
                  </a:cubicBezTo>
                  <a:cubicBezTo>
                    <a:pt x="23134" y="13147"/>
                    <a:pt x="23094" y="12616"/>
                    <a:pt x="22803" y="12208"/>
                  </a:cubicBezTo>
                  <a:lnTo>
                    <a:pt x="19249" y="7225"/>
                  </a:lnTo>
                  <a:cubicBezTo>
                    <a:pt x="19219" y="7186"/>
                    <a:pt x="19219" y="7129"/>
                    <a:pt x="19249" y="7086"/>
                  </a:cubicBezTo>
                  <a:lnTo>
                    <a:pt x="22803" y="2108"/>
                  </a:lnTo>
                  <a:cubicBezTo>
                    <a:pt x="23095" y="1700"/>
                    <a:pt x="23134" y="1169"/>
                    <a:pt x="22904" y="722"/>
                  </a:cubicBezTo>
                  <a:cubicBezTo>
                    <a:pt x="22675" y="278"/>
                    <a:pt x="22220" y="1"/>
                    <a:pt x="21717" y="1"/>
                  </a:cubicBezTo>
                  <a:close/>
                  <a:moveTo>
                    <a:pt x="9102" y="22323"/>
                  </a:moveTo>
                  <a:cubicBezTo>
                    <a:pt x="8901" y="22323"/>
                    <a:pt x="8738" y="22487"/>
                    <a:pt x="8738" y="22689"/>
                  </a:cubicBezTo>
                  <a:cubicBezTo>
                    <a:pt x="8738" y="22889"/>
                    <a:pt x="8901" y="23052"/>
                    <a:pt x="9102" y="23052"/>
                  </a:cubicBezTo>
                  <a:lnTo>
                    <a:pt x="9150" y="23052"/>
                  </a:lnTo>
                  <a:cubicBezTo>
                    <a:pt x="9350" y="23052"/>
                    <a:pt x="9514" y="22889"/>
                    <a:pt x="9514" y="22689"/>
                  </a:cubicBezTo>
                  <a:cubicBezTo>
                    <a:pt x="9514" y="22487"/>
                    <a:pt x="9350" y="22323"/>
                    <a:pt x="9150" y="22323"/>
                  </a:cubicBezTo>
                  <a:close/>
                  <a:moveTo>
                    <a:pt x="11529" y="22323"/>
                  </a:moveTo>
                  <a:cubicBezTo>
                    <a:pt x="11327" y="22323"/>
                    <a:pt x="11164" y="22487"/>
                    <a:pt x="11164" y="22689"/>
                  </a:cubicBezTo>
                  <a:cubicBezTo>
                    <a:pt x="11164" y="22889"/>
                    <a:pt x="11327" y="23052"/>
                    <a:pt x="11529" y="23052"/>
                  </a:cubicBezTo>
                  <a:lnTo>
                    <a:pt x="11576" y="23052"/>
                  </a:lnTo>
                  <a:cubicBezTo>
                    <a:pt x="11778" y="23052"/>
                    <a:pt x="11941" y="22889"/>
                    <a:pt x="11941" y="22689"/>
                  </a:cubicBezTo>
                  <a:cubicBezTo>
                    <a:pt x="11941" y="22487"/>
                    <a:pt x="11778" y="22323"/>
                    <a:pt x="11576" y="22323"/>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4" name="Google Shape;5814;p69"/>
          <p:cNvGrpSpPr/>
          <p:nvPr/>
        </p:nvGrpSpPr>
        <p:grpSpPr>
          <a:xfrm>
            <a:off x="6201625" y="3193175"/>
            <a:ext cx="479250" cy="576325"/>
            <a:chOff x="6201625" y="3193175"/>
            <a:chExt cx="479250" cy="576325"/>
          </a:xfrm>
        </p:grpSpPr>
        <p:sp>
          <p:nvSpPr>
            <p:cNvPr id="5815" name="Google Shape;5815;p69"/>
            <p:cNvSpPr/>
            <p:nvPr/>
          </p:nvSpPr>
          <p:spPr>
            <a:xfrm>
              <a:off x="6284550" y="3202225"/>
              <a:ext cx="338825" cy="448950"/>
            </a:xfrm>
            <a:custGeom>
              <a:rect b="b" l="l" r="r" t="t"/>
              <a:pathLst>
                <a:path extrusionOk="0" h="17958" w="13553">
                  <a:moveTo>
                    <a:pt x="1936" y="1"/>
                  </a:moveTo>
                  <a:cubicBezTo>
                    <a:pt x="867" y="1"/>
                    <a:pt x="0" y="870"/>
                    <a:pt x="0" y="1942"/>
                  </a:cubicBezTo>
                  <a:lnTo>
                    <a:pt x="0" y="10191"/>
                  </a:lnTo>
                  <a:cubicBezTo>
                    <a:pt x="0" y="11264"/>
                    <a:pt x="867" y="12133"/>
                    <a:pt x="1936" y="12133"/>
                  </a:cubicBezTo>
                  <a:lnTo>
                    <a:pt x="3388" y="12133"/>
                  </a:lnTo>
                  <a:lnTo>
                    <a:pt x="3388" y="13589"/>
                  </a:lnTo>
                  <a:cubicBezTo>
                    <a:pt x="3388" y="14124"/>
                    <a:pt x="3822" y="14560"/>
                    <a:pt x="4356" y="14560"/>
                  </a:cubicBezTo>
                  <a:lnTo>
                    <a:pt x="5324" y="14560"/>
                  </a:lnTo>
                  <a:lnTo>
                    <a:pt x="5324" y="16987"/>
                  </a:lnTo>
                  <a:cubicBezTo>
                    <a:pt x="5324" y="17523"/>
                    <a:pt x="5757" y="17958"/>
                    <a:pt x="6293" y="17958"/>
                  </a:cubicBezTo>
                  <a:lnTo>
                    <a:pt x="7261" y="17958"/>
                  </a:lnTo>
                  <a:cubicBezTo>
                    <a:pt x="7795" y="17958"/>
                    <a:pt x="8229" y="17524"/>
                    <a:pt x="8229" y="16987"/>
                  </a:cubicBezTo>
                  <a:lnTo>
                    <a:pt x="8229" y="14561"/>
                  </a:lnTo>
                  <a:lnTo>
                    <a:pt x="9196" y="14561"/>
                  </a:lnTo>
                  <a:cubicBezTo>
                    <a:pt x="9732" y="14561"/>
                    <a:pt x="10166" y="14128"/>
                    <a:pt x="10166" y="13591"/>
                  </a:cubicBezTo>
                  <a:lnTo>
                    <a:pt x="10166" y="12134"/>
                  </a:lnTo>
                  <a:lnTo>
                    <a:pt x="11616" y="12134"/>
                  </a:lnTo>
                  <a:cubicBezTo>
                    <a:pt x="12685" y="12134"/>
                    <a:pt x="13552" y="11264"/>
                    <a:pt x="13552" y="10193"/>
                  </a:cubicBezTo>
                  <a:lnTo>
                    <a:pt x="13552" y="1943"/>
                  </a:lnTo>
                  <a:cubicBezTo>
                    <a:pt x="13552" y="870"/>
                    <a:pt x="12685" y="2"/>
                    <a:pt x="11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9"/>
            <p:cNvSpPr/>
            <p:nvPr/>
          </p:nvSpPr>
          <p:spPr>
            <a:xfrm>
              <a:off x="6369250" y="3202225"/>
              <a:ext cx="254125" cy="448950"/>
            </a:xfrm>
            <a:custGeom>
              <a:rect b="b" l="l" r="r" t="t"/>
              <a:pathLst>
                <a:path extrusionOk="0" h="17958" w="10165">
                  <a:moveTo>
                    <a:pt x="3388" y="1"/>
                  </a:moveTo>
                  <a:cubicBezTo>
                    <a:pt x="4457" y="1"/>
                    <a:pt x="5324" y="870"/>
                    <a:pt x="5324" y="1942"/>
                  </a:cubicBezTo>
                  <a:lnTo>
                    <a:pt x="5324" y="10191"/>
                  </a:lnTo>
                  <a:cubicBezTo>
                    <a:pt x="5324" y="11264"/>
                    <a:pt x="4457" y="12133"/>
                    <a:pt x="3388" y="12133"/>
                  </a:cubicBezTo>
                  <a:lnTo>
                    <a:pt x="0" y="12133"/>
                  </a:lnTo>
                  <a:lnTo>
                    <a:pt x="0" y="13589"/>
                  </a:lnTo>
                  <a:cubicBezTo>
                    <a:pt x="0" y="14124"/>
                    <a:pt x="434" y="14560"/>
                    <a:pt x="968" y="14560"/>
                  </a:cubicBezTo>
                  <a:lnTo>
                    <a:pt x="1936" y="14560"/>
                  </a:lnTo>
                  <a:lnTo>
                    <a:pt x="1936" y="16987"/>
                  </a:lnTo>
                  <a:cubicBezTo>
                    <a:pt x="1936" y="17523"/>
                    <a:pt x="2369" y="17958"/>
                    <a:pt x="2905" y="17958"/>
                  </a:cubicBezTo>
                  <a:lnTo>
                    <a:pt x="3873" y="17958"/>
                  </a:lnTo>
                  <a:cubicBezTo>
                    <a:pt x="4407" y="17958"/>
                    <a:pt x="4841" y="17524"/>
                    <a:pt x="4841" y="16987"/>
                  </a:cubicBezTo>
                  <a:lnTo>
                    <a:pt x="4841" y="14561"/>
                  </a:lnTo>
                  <a:lnTo>
                    <a:pt x="5808" y="14561"/>
                  </a:lnTo>
                  <a:cubicBezTo>
                    <a:pt x="6344" y="14561"/>
                    <a:pt x="6778" y="14128"/>
                    <a:pt x="6778" y="13591"/>
                  </a:cubicBezTo>
                  <a:lnTo>
                    <a:pt x="6778" y="12134"/>
                  </a:lnTo>
                  <a:lnTo>
                    <a:pt x="8228" y="12134"/>
                  </a:lnTo>
                  <a:cubicBezTo>
                    <a:pt x="9297" y="12134"/>
                    <a:pt x="10164" y="11264"/>
                    <a:pt x="10164" y="10193"/>
                  </a:cubicBezTo>
                  <a:lnTo>
                    <a:pt x="10164" y="1943"/>
                  </a:lnTo>
                  <a:cubicBezTo>
                    <a:pt x="10164" y="870"/>
                    <a:pt x="9297" y="2"/>
                    <a:pt x="82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9"/>
            <p:cNvSpPr/>
            <p:nvPr/>
          </p:nvSpPr>
          <p:spPr>
            <a:xfrm>
              <a:off x="6284550" y="3311400"/>
              <a:ext cx="338825" cy="121350"/>
            </a:xfrm>
            <a:custGeom>
              <a:rect b="b" l="l" r="r" t="t"/>
              <a:pathLst>
                <a:path extrusionOk="0" h="4854" w="13553">
                  <a:moveTo>
                    <a:pt x="0" y="1"/>
                  </a:moveTo>
                  <a:lnTo>
                    <a:pt x="0" y="4854"/>
                  </a:lnTo>
                  <a:lnTo>
                    <a:pt x="13552" y="4854"/>
                  </a:lnTo>
                  <a:lnTo>
                    <a:pt x="135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9"/>
            <p:cNvSpPr/>
            <p:nvPr/>
          </p:nvSpPr>
          <p:spPr>
            <a:xfrm>
              <a:off x="6363250" y="3566200"/>
              <a:ext cx="181500" cy="194125"/>
            </a:xfrm>
            <a:custGeom>
              <a:rect b="b" l="l" r="r" t="t"/>
              <a:pathLst>
                <a:path extrusionOk="0" h="7765" w="7260">
                  <a:moveTo>
                    <a:pt x="2176" y="1"/>
                  </a:moveTo>
                  <a:lnTo>
                    <a:pt x="2176" y="2427"/>
                  </a:lnTo>
                  <a:cubicBezTo>
                    <a:pt x="2176" y="2964"/>
                    <a:pt x="2612" y="3397"/>
                    <a:pt x="3146" y="3397"/>
                  </a:cubicBezTo>
                  <a:lnTo>
                    <a:pt x="4109" y="3397"/>
                  </a:lnTo>
                  <a:cubicBezTo>
                    <a:pt x="4109" y="3397"/>
                    <a:pt x="4110" y="3397"/>
                    <a:pt x="4111" y="3397"/>
                  </a:cubicBezTo>
                  <a:cubicBezTo>
                    <a:pt x="4647" y="3397"/>
                    <a:pt x="5081" y="2963"/>
                    <a:pt x="5081" y="2427"/>
                  </a:cubicBezTo>
                  <a:lnTo>
                    <a:pt x="5081" y="1"/>
                  </a:lnTo>
                  <a:close/>
                  <a:moveTo>
                    <a:pt x="971" y="5825"/>
                  </a:moveTo>
                  <a:cubicBezTo>
                    <a:pt x="435" y="5825"/>
                    <a:pt x="0" y="6258"/>
                    <a:pt x="0" y="6795"/>
                  </a:cubicBezTo>
                  <a:cubicBezTo>
                    <a:pt x="0" y="7330"/>
                    <a:pt x="434" y="7765"/>
                    <a:pt x="971" y="7765"/>
                  </a:cubicBezTo>
                  <a:lnTo>
                    <a:pt x="6289" y="7765"/>
                  </a:lnTo>
                  <a:cubicBezTo>
                    <a:pt x="6823" y="7765"/>
                    <a:pt x="7259" y="7331"/>
                    <a:pt x="7259" y="6795"/>
                  </a:cubicBezTo>
                  <a:cubicBezTo>
                    <a:pt x="7259" y="6258"/>
                    <a:pt x="6823" y="5825"/>
                    <a:pt x="6289" y="582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9"/>
            <p:cNvSpPr/>
            <p:nvPr/>
          </p:nvSpPr>
          <p:spPr>
            <a:xfrm>
              <a:off x="6363250" y="3566200"/>
              <a:ext cx="139150" cy="169900"/>
            </a:xfrm>
            <a:custGeom>
              <a:rect b="b" l="l" r="r" t="t"/>
              <a:pathLst>
                <a:path extrusionOk="0" h="6796" w="5566">
                  <a:moveTo>
                    <a:pt x="2179" y="1"/>
                  </a:moveTo>
                  <a:lnTo>
                    <a:pt x="2179" y="1942"/>
                  </a:lnTo>
                  <a:cubicBezTo>
                    <a:pt x="2179" y="2211"/>
                    <a:pt x="2395" y="2427"/>
                    <a:pt x="2663" y="2427"/>
                  </a:cubicBezTo>
                  <a:lnTo>
                    <a:pt x="3145" y="2427"/>
                  </a:lnTo>
                  <a:cubicBezTo>
                    <a:pt x="3411" y="2427"/>
                    <a:pt x="3630" y="2211"/>
                    <a:pt x="3630" y="1942"/>
                  </a:cubicBezTo>
                  <a:lnTo>
                    <a:pt x="3630" y="1"/>
                  </a:lnTo>
                  <a:close/>
                  <a:moveTo>
                    <a:pt x="968" y="5825"/>
                  </a:moveTo>
                  <a:cubicBezTo>
                    <a:pt x="434" y="5825"/>
                    <a:pt x="0" y="6258"/>
                    <a:pt x="0" y="6795"/>
                  </a:cubicBezTo>
                  <a:lnTo>
                    <a:pt x="4597" y="6795"/>
                  </a:lnTo>
                  <a:cubicBezTo>
                    <a:pt x="5130" y="6795"/>
                    <a:pt x="5564" y="6360"/>
                    <a:pt x="5565" y="582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9"/>
            <p:cNvSpPr/>
            <p:nvPr/>
          </p:nvSpPr>
          <p:spPr>
            <a:xfrm>
              <a:off x="6308750" y="3311475"/>
              <a:ext cx="314625" cy="121350"/>
            </a:xfrm>
            <a:custGeom>
              <a:rect b="b" l="l" r="r" t="t"/>
              <a:pathLst>
                <a:path extrusionOk="0" h="4854" w="12585">
                  <a:moveTo>
                    <a:pt x="486" y="971"/>
                  </a:moveTo>
                  <a:cubicBezTo>
                    <a:pt x="218" y="971"/>
                    <a:pt x="0" y="1189"/>
                    <a:pt x="0" y="1457"/>
                  </a:cubicBezTo>
                  <a:lnTo>
                    <a:pt x="0" y="1942"/>
                  </a:lnTo>
                  <a:cubicBezTo>
                    <a:pt x="0" y="2210"/>
                    <a:pt x="218" y="2426"/>
                    <a:pt x="486" y="2426"/>
                  </a:cubicBezTo>
                  <a:lnTo>
                    <a:pt x="5808" y="2426"/>
                  </a:lnTo>
                  <a:cubicBezTo>
                    <a:pt x="6075" y="2426"/>
                    <a:pt x="6293" y="2208"/>
                    <a:pt x="6293" y="1942"/>
                  </a:cubicBezTo>
                  <a:lnTo>
                    <a:pt x="6293" y="1457"/>
                  </a:lnTo>
                  <a:cubicBezTo>
                    <a:pt x="6293" y="1189"/>
                    <a:pt x="6075" y="971"/>
                    <a:pt x="5808" y="971"/>
                  </a:cubicBezTo>
                  <a:close/>
                  <a:moveTo>
                    <a:pt x="7744" y="1"/>
                  </a:moveTo>
                  <a:lnTo>
                    <a:pt x="7744" y="4854"/>
                  </a:lnTo>
                  <a:lnTo>
                    <a:pt x="12584" y="4854"/>
                  </a:lnTo>
                  <a:lnTo>
                    <a:pt x="125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9"/>
            <p:cNvSpPr/>
            <p:nvPr/>
          </p:nvSpPr>
          <p:spPr>
            <a:xfrm>
              <a:off x="6201625" y="3193175"/>
              <a:ext cx="479250" cy="576325"/>
            </a:xfrm>
            <a:custGeom>
              <a:rect b="b" l="l" r="r" t="t"/>
              <a:pathLst>
                <a:path extrusionOk="0" h="23053" w="19170">
                  <a:moveTo>
                    <a:pt x="13483" y="4367"/>
                  </a:moveTo>
                  <a:cubicBezTo>
                    <a:pt x="13281" y="4367"/>
                    <a:pt x="13117" y="4531"/>
                    <a:pt x="13117" y="4733"/>
                  </a:cubicBezTo>
                  <a:cubicBezTo>
                    <a:pt x="13117" y="4933"/>
                    <a:pt x="13281" y="5096"/>
                    <a:pt x="13483" y="5096"/>
                  </a:cubicBezTo>
                  <a:lnTo>
                    <a:pt x="13578" y="5096"/>
                  </a:lnTo>
                  <a:cubicBezTo>
                    <a:pt x="13778" y="5096"/>
                    <a:pt x="13942" y="4933"/>
                    <a:pt x="13942" y="4733"/>
                  </a:cubicBezTo>
                  <a:cubicBezTo>
                    <a:pt x="13942" y="4529"/>
                    <a:pt x="13778" y="4367"/>
                    <a:pt x="13578" y="4367"/>
                  </a:cubicBezTo>
                  <a:close/>
                  <a:moveTo>
                    <a:pt x="6609" y="9220"/>
                  </a:moveTo>
                  <a:cubicBezTo>
                    <a:pt x="6408" y="9220"/>
                    <a:pt x="6245" y="9384"/>
                    <a:pt x="6245" y="9586"/>
                  </a:cubicBezTo>
                  <a:cubicBezTo>
                    <a:pt x="6245" y="9786"/>
                    <a:pt x="6408" y="9950"/>
                    <a:pt x="6609" y="9950"/>
                  </a:cubicBezTo>
                  <a:lnTo>
                    <a:pt x="6705" y="9950"/>
                  </a:lnTo>
                  <a:cubicBezTo>
                    <a:pt x="6906" y="9950"/>
                    <a:pt x="7069" y="9786"/>
                    <a:pt x="7069" y="9586"/>
                  </a:cubicBezTo>
                  <a:cubicBezTo>
                    <a:pt x="7069" y="9382"/>
                    <a:pt x="6906" y="9220"/>
                    <a:pt x="6705" y="9220"/>
                  </a:cubicBezTo>
                  <a:close/>
                  <a:moveTo>
                    <a:pt x="14928" y="728"/>
                  </a:moveTo>
                  <a:cubicBezTo>
                    <a:pt x="15799" y="728"/>
                    <a:pt x="16505" y="1436"/>
                    <a:pt x="16505" y="2305"/>
                  </a:cubicBezTo>
                  <a:lnTo>
                    <a:pt x="16505" y="4366"/>
                  </a:lnTo>
                  <a:lnTo>
                    <a:pt x="14933" y="4366"/>
                  </a:lnTo>
                  <a:cubicBezTo>
                    <a:pt x="14733" y="4366"/>
                    <a:pt x="14570" y="4529"/>
                    <a:pt x="14570" y="4730"/>
                  </a:cubicBezTo>
                  <a:cubicBezTo>
                    <a:pt x="14570" y="4932"/>
                    <a:pt x="14733" y="5095"/>
                    <a:pt x="14933" y="5095"/>
                  </a:cubicBezTo>
                  <a:lnTo>
                    <a:pt x="16505" y="5095"/>
                  </a:lnTo>
                  <a:lnTo>
                    <a:pt x="16505" y="9219"/>
                  </a:lnTo>
                  <a:lnTo>
                    <a:pt x="8158" y="9219"/>
                  </a:lnTo>
                  <a:cubicBezTo>
                    <a:pt x="7957" y="9219"/>
                    <a:pt x="7794" y="9382"/>
                    <a:pt x="7794" y="9583"/>
                  </a:cubicBezTo>
                  <a:cubicBezTo>
                    <a:pt x="7794" y="9785"/>
                    <a:pt x="7957" y="9948"/>
                    <a:pt x="8158" y="9948"/>
                  </a:cubicBezTo>
                  <a:lnTo>
                    <a:pt x="16505" y="9948"/>
                  </a:lnTo>
                  <a:lnTo>
                    <a:pt x="16505" y="10555"/>
                  </a:lnTo>
                  <a:cubicBezTo>
                    <a:pt x="16505" y="11426"/>
                    <a:pt x="15799" y="12132"/>
                    <a:pt x="14928" y="12132"/>
                  </a:cubicBezTo>
                  <a:lnTo>
                    <a:pt x="5257" y="12132"/>
                  </a:lnTo>
                  <a:cubicBezTo>
                    <a:pt x="4387" y="12132"/>
                    <a:pt x="3680" y="11426"/>
                    <a:pt x="3680" y="10555"/>
                  </a:cubicBezTo>
                  <a:lnTo>
                    <a:pt x="3680" y="9950"/>
                  </a:lnTo>
                  <a:lnTo>
                    <a:pt x="5251" y="9950"/>
                  </a:lnTo>
                  <a:cubicBezTo>
                    <a:pt x="5453" y="9950"/>
                    <a:pt x="5617" y="9786"/>
                    <a:pt x="5617" y="9586"/>
                  </a:cubicBezTo>
                  <a:cubicBezTo>
                    <a:pt x="5617" y="9384"/>
                    <a:pt x="5453" y="9220"/>
                    <a:pt x="5251" y="9220"/>
                  </a:cubicBezTo>
                  <a:lnTo>
                    <a:pt x="3680" y="9220"/>
                  </a:lnTo>
                  <a:lnTo>
                    <a:pt x="3680" y="5096"/>
                  </a:lnTo>
                  <a:lnTo>
                    <a:pt x="12029" y="5096"/>
                  </a:lnTo>
                  <a:cubicBezTo>
                    <a:pt x="12229" y="5096"/>
                    <a:pt x="12393" y="4933"/>
                    <a:pt x="12393" y="4733"/>
                  </a:cubicBezTo>
                  <a:cubicBezTo>
                    <a:pt x="12393" y="4531"/>
                    <a:pt x="12229" y="4367"/>
                    <a:pt x="12029" y="4367"/>
                  </a:cubicBezTo>
                  <a:lnTo>
                    <a:pt x="3680" y="4367"/>
                  </a:lnTo>
                  <a:lnTo>
                    <a:pt x="3680" y="2305"/>
                  </a:lnTo>
                  <a:cubicBezTo>
                    <a:pt x="3680" y="1436"/>
                    <a:pt x="4387" y="728"/>
                    <a:pt x="5257" y="728"/>
                  </a:cubicBezTo>
                  <a:close/>
                  <a:moveTo>
                    <a:pt x="13117" y="12859"/>
                  </a:moveTo>
                  <a:lnTo>
                    <a:pt x="13117" y="13951"/>
                  </a:lnTo>
                  <a:cubicBezTo>
                    <a:pt x="13117" y="14285"/>
                    <a:pt x="12846" y="14557"/>
                    <a:pt x="12513" y="14557"/>
                  </a:cubicBezTo>
                  <a:lnTo>
                    <a:pt x="7673" y="14557"/>
                  </a:lnTo>
                  <a:cubicBezTo>
                    <a:pt x="7340" y="14557"/>
                    <a:pt x="7069" y="14285"/>
                    <a:pt x="7069" y="13951"/>
                  </a:cubicBezTo>
                  <a:lnTo>
                    <a:pt x="7069" y="12859"/>
                  </a:lnTo>
                  <a:close/>
                  <a:moveTo>
                    <a:pt x="11182" y="15286"/>
                  </a:moveTo>
                  <a:lnTo>
                    <a:pt x="11182" y="17348"/>
                  </a:lnTo>
                  <a:cubicBezTo>
                    <a:pt x="11182" y="17682"/>
                    <a:pt x="10912" y="17953"/>
                    <a:pt x="10578" y="17953"/>
                  </a:cubicBezTo>
                  <a:lnTo>
                    <a:pt x="9610" y="17953"/>
                  </a:lnTo>
                  <a:cubicBezTo>
                    <a:pt x="9277" y="17953"/>
                    <a:pt x="9006" y="17682"/>
                    <a:pt x="9006" y="17348"/>
                  </a:cubicBezTo>
                  <a:lnTo>
                    <a:pt x="9006" y="15286"/>
                  </a:lnTo>
                  <a:close/>
                  <a:moveTo>
                    <a:pt x="5256" y="0"/>
                  </a:moveTo>
                  <a:cubicBezTo>
                    <a:pt x="3984" y="0"/>
                    <a:pt x="2949" y="1035"/>
                    <a:pt x="2949" y="2305"/>
                  </a:cubicBezTo>
                  <a:lnTo>
                    <a:pt x="2949" y="10555"/>
                  </a:lnTo>
                  <a:cubicBezTo>
                    <a:pt x="2949" y="11827"/>
                    <a:pt x="3985" y="12861"/>
                    <a:pt x="5256" y="12861"/>
                  </a:cubicBezTo>
                  <a:lnTo>
                    <a:pt x="6339" y="12861"/>
                  </a:lnTo>
                  <a:lnTo>
                    <a:pt x="6339" y="13953"/>
                  </a:lnTo>
                  <a:cubicBezTo>
                    <a:pt x="6339" y="14689"/>
                    <a:pt x="6938" y="15287"/>
                    <a:pt x="7672" y="15287"/>
                  </a:cubicBezTo>
                  <a:lnTo>
                    <a:pt x="8276" y="15287"/>
                  </a:lnTo>
                  <a:lnTo>
                    <a:pt x="8276" y="17349"/>
                  </a:lnTo>
                  <a:cubicBezTo>
                    <a:pt x="8276" y="18085"/>
                    <a:pt x="8874" y="18684"/>
                    <a:pt x="9607" y="18684"/>
                  </a:cubicBezTo>
                  <a:lnTo>
                    <a:pt x="10576" y="18684"/>
                  </a:lnTo>
                  <a:cubicBezTo>
                    <a:pt x="11311" y="18684"/>
                    <a:pt x="11908" y="18085"/>
                    <a:pt x="11908" y="17349"/>
                  </a:cubicBezTo>
                  <a:lnTo>
                    <a:pt x="11908" y="15287"/>
                  </a:lnTo>
                  <a:lnTo>
                    <a:pt x="12512" y="15287"/>
                  </a:lnTo>
                  <a:cubicBezTo>
                    <a:pt x="13248" y="15287"/>
                    <a:pt x="13845" y="14689"/>
                    <a:pt x="13845" y="13953"/>
                  </a:cubicBezTo>
                  <a:lnTo>
                    <a:pt x="13845" y="12861"/>
                  </a:lnTo>
                  <a:lnTo>
                    <a:pt x="14928" y="12861"/>
                  </a:lnTo>
                  <a:cubicBezTo>
                    <a:pt x="16200" y="12861"/>
                    <a:pt x="17234" y="11825"/>
                    <a:pt x="17234" y="10555"/>
                  </a:cubicBezTo>
                  <a:lnTo>
                    <a:pt x="17234" y="2305"/>
                  </a:lnTo>
                  <a:cubicBezTo>
                    <a:pt x="17234" y="1033"/>
                    <a:pt x="16200" y="0"/>
                    <a:pt x="14926" y="0"/>
                  </a:cubicBezTo>
                  <a:close/>
                  <a:moveTo>
                    <a:pt x="12754" y="21111"/>
                  </a:moveTo>
                  <a:cubicBezTo>
                    <a:pt x="13087" y="21111"/>
                    <a:pt x="13359" y="21382"/>
                    <a:pt x="13359" y="21716"/>
                  </a:cubicBezTo>
                  <a:cubicBezTo>
                    <a:pt x="13359" y="22049"/>
                    <a:pt x="13089" y="22322"/>
                    <a:pt x="12756" y="22322"/>
                  </a:cubicBezTo>
                  <a:cubicBezTo>
                    <a:pt x="12755" y="22322"/>
                    <a:pt x="12754" y="22322"/>
                    <a:pt x="12754" y="22322"/>
                  </a:cubicBezTo>
                  <a:lnTo>
                    <a:pt x="7436" y="22322"/>
                  </a:lnTo>
                  <a:cubicBezTo>
                    <a:pt x="7100" y="22322"/>
                    <a:pt x="6829" y="22050"/>
                    <a:pt x="6829" y="21716"/>
                  </a:cubicBezTo>
                  <a:cubicBezTo>
                    <a:pt x="6829" y="21382"/>
                    <a:pt x="7102" y="21111"/>
                    <a:pt x="7436" y="21111"/>
                  </a:cubicBezTo>
                  <a:close/>
                  <a:moveTo>
                    <a:pt x="366" y="22322"/>
                  </a:moveTo>
                  <a:cubicBezTo>
                    <a:pt x="164" y="22322"/>
                    <a:pt x="0" y="22485"/>
                    <a:pt x="0" y="22686"/>
                  </a:cubicBezTo>
                  <a:cubicBezTo>
                    <a:pt x="0" y="22887"/>
                    <a:pt x="164" y="23051"/>
                    <a:pt x="366" y="23051"/>
                  </a:cubicBezTo>
                  <a:lnTo>
                    <a:pt x="413" y="23051"/>
                  </a:lnTo>
                  <a:cubicBezTo>
                    <a:pt x="614" y="23051"/>
                    <a:pt x="778" y="22887"/>
                    <a:pt x="778" y="22686"/>
                  </a:cubicBezTo>
                  <a:cubicBezTo>
                    <a:pt x="778" y="22485"/>
                    <a:pt x="614" y="22323"/>
                    <a:pt x="413" y="22322"/>
                  </a:cubicBezTo>
                  <a:close/>
                  <a:moveTo>
                    <a:pt x="7433" y="20382"/>
                  </a:moveTo>
                  <a:cubicBezTo>
                    <a:pt x="6698" y="20382"/>
                    <a:pt x="6100" y="20980"/>
                    <a:pt x="6100" y="21716"/>
                  </a:cubicBezTo>
                  <a:cubicBezTo>
                    <a:pt x="6100" y="21932"/>
                    <a:pt x="6151" y="22141"/>
                    <a:pt x="6245" y="22322"/>
                  </a:cubicBezTo>
                  <a:lnTo>
                    <a:pt x="1865" y="22322"/>
                  </a:lnTo>
                  <a:cubicBezTo>
                    <a:pt x="1663" y="22322"/>
                    <a:pt x="1500" y="22485"/>
                    <a:pt x="1500" y="22686"/>
                  </a:cubicBezTo>
                  <a:cubicBezTo>
                    <a:pt x="1500" y="22887"/>
                    <a:pt x="1663" y="23051"/>
                    <a:pt x="1865" y="23051"/>
                  </a:cubicBezTo>
                  <a:lnTo>
                    <a:pt x="12752" y="23051"/>
                  </a:lnTo>
                  <a:cubicBezTo>
                    <a:pt x="12808" y="23051"/>
                    <a:pt x="12860" y="23048"/>
                    <a:pt x="12914" y="23041"/>
                  </a:cubicBezTo>
                  <a:cubicBezTo>
                    <a:pt x="12940" y="23046"/>
                    <a:pt x="12968" y="23051"/>
                    <a:pt x="12997" y="23051"/>
                  </a:cubicBezTo>
                  <a:lnTo>
                    <a:pt x="14933" y="23051"/>
                  </a:lnTo>
                  <a:cubicBezTo>
                    <a:pt x="15134" y="23051"/>
                    <a:pt x="15297" y="22887"/>
                    <a:pt x="15297" y="22686"/>
                  </a:cubicBezTo>
                  <a:cubicBezTo>
                    <a:pt x="15297" y="22485"/>
                    <a:pt x="15134" y="22323"/>
                    <a:pt x="14931" y="22322"/>
                  </a:cubicBezTo>
                  <a:lnTo>
                    <a:pt x="13940" y="22322"/>
                  </a:lnTo>
                  <a:cubicBezTo>
                    <a:pt x="14033" y="22141"/>
                    <a:pt x="14087" y="21935"/>
                    <a:pt x="14087" y="21716"/>
                  </a:cubicBezTo>
                  <a:cubicBezTo>
                    <a:pt x="14087" y="20980"/>
                    <a:pt x="13487" y="20382"/>
                    <a:pt x="12752" y="20382"/>
                  </a:cubicBezTo>
                  <a:close/>
                  <a:moveTo>
                    <a:pt x="16386" y="22323"/>
                  </a:moveTo>
                  <a:cubicBezTo>
                    <a:pt x="16185" y="22323"/>
                    <a:pt x="16022" y="22487"/>
                    <a:pt x="16022" y="22688"/>
                  </a:cubicBezTo>
                  <a:cubicBezTo>
                    <a:pt x="16022" y="22889"/>
                    <a:pt x="16185" y="23052"/>
                    <a:pt x="16386" y="23052"/>
                  </a:cubicBezTo>
                  <a:lnTo>
                    <a:pt x="16434" y="23052"/>
                  </a:lnTo>
                  <a:cubicBezTo>
                    <a:pt x="16635" y="23052"/>
                    <a:pt x="16798" y="22889"/>
                    <a:pt x="16798" y="22688"/>
                  </a:cubicBezTo>
                  <a:cubicBezTo>
                    <a:pt x="16798" y="22485"/>
                    <a:pt x="16635" y="22323"/>
                    <a:pt x="16434" y="22323"/>
                  </a:cubicBezTo>
                  <a:close/>
                  <a:moveTo>
                    <a:pt x="18758" y="22323"/>
                  </a:moveTo>
                  <a:cubicBezTo>
                    <a:pt x="18557" y="22323"/>
                    <a:pt x="18394" y="22487"/>
                    <a:pt x="18394" y="22688"/>
                  </a:cubicBezTo>
                  <a:cubicBezTo>
                    <a:pt x="18394" y="22889"/>
                    <a:pt x="18557" y="23052"/>
                    <a:pt x="18758" y="23052"/>
                  </a:cubicBezTo>
                  <a:lnTo>
                    <a:pt x="18806" y="23052"/>
                  </a:lnTo>
                  <a:cubicBezTo>
                    <a:pt x="19006" y="23052"/>
                    <a:pt x="19170" y="22889"/>
                    <a:pt x="19170" y="22688"/>
                  </a:cubicBezTo>
                  <a:cubicBezTo>
                    <a:pt x="19170" y="22485"/>
                    <a:pt x="19006" y="22323"/>
                    <a:pt x="18806" y="22323"/>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2" name="Google Shape;5822;p69"/>
          <p:cNvGrpSpPr/>
          <p:nvPr/>
        </p:nvGrpSpPr>
        <p:grpSpPr>
          <a:xfrm>
            <a:off x="5221163" y="3151250"/>
            <a:ext cx="576200" cy="576250"/>
            <a:chOff x="5221163" y="3151250"/>
            <a:chExt cx="576200" cy="576250"/>
          </a:xfrm>
        </p:grpSpPr>
        <p:sp>
          <p:nvSpPr>
            <p:cNvPr id="5823" name="Google Shape;5823;p69"/>
            <p:cNvSpPr/>
            <p:nvPr/>
          </p:nvSpPr>
          <p:spPr>
            <a:xfrm>
              <a:off x="5230213" y="3196775"/>
              <a:ext cx="558025" cy="521675"/>
            </a:xfrm>
            <a:custGeom>
              <a:rect b="b" l="l" r="r" t="t"/>
              <a:pathLst>
                <a:path extrusionOk="0" h="20867" w="22321">
                  <a:moveTo>
                    <a:pt x="3883" y="0"/>
                  </a:moveTo>
                  <a:lnTo>
                    <a:pt x="630" y="1220"/>
                  </a:lnTo>
                  <a:cubicBezTo>
                    <a:pt x="251" y="1362"/>
                    <a:pt x="0" y="1724"/>
                    <a:pt x="0" y="2129"/>
                  </a:cubicBezTo>
                  <a:lnTo>
                    <a:pt x="0" y="6795"/>
                  </a:lnTo>
                  <a:cubicBezTo>
                    <a:pt x="0" y="7329"/>
                    <a:pt x="434" y="7764"/>
                    <a:pt x="970" y="7764"/>
                  </a:cubicBezTo>
                  <a:lnTo>
                    <a:pt x="3881" y="7764"/>
                  </a:lnTo>
                  <a:lnTo>
                    <a:pt x="3881" y="19897"/>
                  </a:lnTo>
                  <a:cubicBezTo>
                    <a:pt x="3881" y="20432"/>
                    <a:pt x="4315" y="20867"/>
                    <a:pt x="4851" y="20867"/>
                  </a:cubicBezTo>
                  <a:lnTo>
                    <a:pt x="17469" y="20867"/>
                  </a:lnTo>
                  <a:cubicBezTo>
                    <a:pt x="18003" y="20867"/>
                    <a:pt x="18439" y="20433"/>
                    <a:pt x="18439" y="19897"/>
                  </a:cubicBezTo>
                  <a:lnTo>
                    <a:pt x="18439" y="7764"/>
                  </a:lnTo>
                  <a:lnTo>
                    <a:pt x="21350" y="7764"/>
                  </a:lnTo>
                  <a:cubicBezTo>
                    <a:pt x="21886" y="7764"/>
                    <a:pt x="22320" y="7330"/>
                    <a:pt x="22320" y="6795"/>
                  </a:cubicBezTo>
                  <a:lnTo>
                    <a:pt x="22320" y="2129"/>
                  </a:lnTo>
                  <a:cubicBezTo>
                    <a:pt x="22320" y="1724"/>
                    <a:pt x="22070" y="1362"/>
                    <a:pt x="21695" y="1220"/>
                  </a:cubicBezTo>
                  <a:lnTo>
                    <a:pt x="1844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9"/>
            <p:cNvSpPr/>
            <p:nvPr/>
          </p:nvSpPr>
          <p:spPr>
            <a:xfrm>
              <a:off x="5327238" y="3160350"/>
              <a:ext cx="461000" cy="558100"/>
            </a:xfrm>
            <a:custGeom>
              <a:rect b="b" l="l" r="r" t="t"/>
              <a:pathLst>
                <a:path extrusionOk="0" h="22324" w="18440">
                  <a:moveTo>
                    <a:pt x="2911" y="1"/>
                  </a:moveTo>
                  <a:cubicBezTo>
                    <a:pt x="2644" y="1"/>
                    <a:pt x="2426" y="217"/>
                    <a:pt x="2426" y="485"/>
                  </a:cubicBezTo>
                  <a:lnTo>
                    <a:pt x="2426" y="1942"/>
                  </a:lnTo>
                  <a:cubicBezTo>
                    <a:pt x="2425" y="3015"/>
                    <a:pt x="3296" y="3883"/>
                    <a:pt x="4366" y="3883"/>
                  </a:cubicBezTo>
                  <a:lnTo>
                    <a:pt x="6309" y="3883"/>
                  </a:lnTo>
                  <a:lnTo>
                    <a:pt x="6309" y="7280"/>
                  </a:lnTo>
                  <a:cubicBezTo>
                    <a:pt x="6309" y="7548"/>
                    <a:pt x="6525" y="7764"/>
                    <a:pt x="6793" y="7764"/>
                  </a:cubicBezTo>
                  <a:lnTo>
                    <a:pt x="7763" y="7764"/>
                  </a:lnTo>
                  <a:cubicBezTo>
                    <a:pt x="8031" y="7764"/>
                    <a:pt x="8249" y="7548"/>
                    <a:pt x="8249" y="7280"/>
                  </a:cubicBezTo>
                  <a:lnTo>
                    <a:pt x="8249" y="3883"/>
                  </a:lnTo>
                  <a:lnTo>
                    <a:pt x="10190" y="3883"/>
                  </a:lnTo>
                  <a:cubicBezTo>
                    <a:pt x="11260" y="3883"/>
                    <a:pt x="12131" y="3015"/>
                    <a:pt x="12131" y="1942"/>
                  </a:cubicBezTo>
                  <a:lnTo>
                    <a:pt x="12131" y="485"/>
                  </a:lnTo>
                  <a:cubicBezTo>
                    <a:pt x="12131" y="217"/>
                    <a:pt x="11914" y="1"/>
                    <a:pt x="11646" y="1"/>
                  </a:cubicBezTo>
                  <a:close/>
                  <a:moveTo>
                    <a:pt x="15044" y="4368"/>
                  </a:moveTo>
                  <a:lnTo>
                    <a:pt x="0" y="19413"/>
                  </a:lnTo>
                  <a:lnTo>
                    <a:pt x="0" y="21354"/>
                  </a:lnTo>
                  <a:cubicBezTo>
                    <a:pt x="0" y="21889"/>
                    <a:pt x="434" y="22324"/>
                    <a:pt x="970" y="22324"/>
                  </a:cubicBezTo>
                  <a:lnTo>
                    <a:pt x="6793" y="22324"/>
                  </a:lnTo>
                  <a:lnTo>
                    <a:pt x="14558" y="14560"/>
                  </a:lnTo>
                  <a:lnTo>
                    <a:pt x="14558" y="9221"/>
                  </a:lnTo>
                  <a:lnTo>
                    <a:pt x="17469" y="9221"/>
                  </a:lnTo>
                  <a:cubicBezTo>
                    <a:pt x="18005" y="9221"/>
                    <a:pt x="18439" y="8787"/>
                    <a:pt x="18439" y="8252"/>
                  </a:cubicBezTo>
                  <a:lnTo>
                    <a:pt x="18439" y="4371"/>
                  </a:lnTo>
                  <a:lnTo>
                    <a:pt x="18439" y="436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9"/>
            <p:cNvSpPr/>
            <p:nvPr/>
          </p:nvSpPr>
          <p:spPr>
            <a:xfrm>
              <a:off x="5230138" y="3160400"/>
              <a:ext cx="558100" cy="230475"/>
            </a:xfrm>
            <a:custGeom>
              <a:rect b="b" l="l" r="r" t="t"/>
              <a:pathLst>
                <a:path extrusionOk="0" h="9219" w="22324">
                  <a:moveTo>
                    <a:pt x="11162" y="0"/>
                  </a:moveTo>
                  <a:lnTo>
                    <a:pt x="11162" y="2426"/>
                  </a:lnTo>
                  <a:lnTo>
                    <a:pt x="11162" y="3883"/>
                  </a:lnTo>
                  <a:lnTo>
                    <a:pt x="11162" y="7765"/>
                  </a:lnTo>
                  <a:lnTo>
                    <a:pt x="11647" y="7765"/>
                  </a:lnTo>
                  <a:cubicBezTo>
                    <a:pt x="11915" y="7765"/>
                    <a:pt x="12133" y="7548"/>
                    <a:pt x="12133" y="7279"/>
                  </a:cubicBezTo>
                  <a:lnTo>
                    <a:pt x="12133" y="3881"/>
                  </a:lnTo>
                  <a:lnTo>
                    <a:pt x="14074" y="3881"/>
                  </a:lnTo>
                  <a:cubicBezTo>
                    <a:pt x="15144" y="3881"/>
                    <a:pt x="16015" y="3013"/>
                    <a:pt x="16015" y="1940"/>
                  </a:cubicBezTo>
                  <a:lnTo>
                    <a:pt x="16015" y="483"/>
                  </a:lnTo>
                  <a:cubicBezTo>
                    <a:pt x="16015" y="216"/>
                    <a:pt x="15799" y="0"/>
                    <a:pt x="15530" y="0"/>
                  </a:cubicBezTo>
                  <a:close/>
                  <a:moveTo>
                    <a:pt x="3883" y="1455"/>
                  </a:moveTo>
                  <a:lnTo>
                    <a:pt x="630" y="2675"/>
                  </a:lnTo>
                  <a:cubicBezTo>
                    <a:pt x="252" y="2817"/>
                    <a:pt x="1" y="3179"/>
                    <a:pt x="1" y="3584"/>
                  </a:cubicBezTo>
                  <a:lnTo>
                    <a:pt x="1" y="8250"/>
                  </a:lnTo>
                  <a:cubicBezTo>
                    <a:pt x="1" y="8784"/>
                    <a:pt x="434" y="9219"/>
                    <a:pt x="971" y="9219"/>
                  </a:cubicBezTo>
                  <a:lnTo>
                    <a:pt x="3883" y="9219"/>
                  </a:lnTo>
                  <a:lnTo>
                    <a:pt x="3883" y="1455"/>
                  </a:lnTo>
                  <a:close/>
                  <a:moveTo>
                    <a:pt x="18442" y="1455"/>
                  </a:moveTo>
                  <a:lnTo>
                    <a:pt x="18442" y="9219"/>
                  </a:lnTo>
                  <a:lnTo>
                    <a:pt x="21353" y="9219"/>
                  </a:lnTo>
                  <a:cubicBezTo>
                    <a:pt x="21890" y="9219"/>
                    <a:pt x="22323" y="8784"/>
                    <a:pt x="22323" y="8250"/>
                  </a:cubicBezTo>
                  <a:lnTo>
                    <a:pt x="22323" y="3584"/>
                  </a:lnTo>
                  <a:cubicBezTo>
                    <a:pt x="22323" y="3179"/>
                    <a:pt x="22073" y="2817"/>
                    <a:pt x="21694" y="2675"/>
                  </a:cubicBezTo>
                  <a:lnTo>
                    <a:pt x="18442" y="1455"/>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9"/>
            <p:cNvSpPr/>
            <p:nvPr/>
          </p:nvSpPr>
          <p:spPr>
            <a:xfrm>
              <a:off x="5442488" y="3160400"/>
              <a:ext cx="133475" cy="97050"/>
            </a:xfrm>
            <a:custGeom>
              <a:rect b="b" l="l" r="r" t="t"/>
              <a:pathLst>
                <a:path extrusionOk="0" h="3882" w="5339">
                  <a:moveTo>
                    <a:pt x="1" y="0"/>
                  </a:moveTo>
                  <a:lnTo>
                    <a:pt x="1" y="1214"/>
                  </a:lnTo>
                  <a:cubicBezTo>
                    <a:pt x="1" y="2686"/>
                    <a:pt x="1194" y="3881"/>
                    <a:pt x="2668" y="3881"/>
                  </a:cubicBezTo>
                  <a:cubicBezTo>
                    <a:pt x="4143" y="3881"/>
                    <a:pt x="5338" y="2687"/>
                    <a:pt x="5338" y="1214"/>
                  </a:cubicBezTo>
                  <a:lnTo>
                    <a:pt x="5338" y="0"/>
                  </a:lnTo>
                  <a:close/>
                </a:path>
              </a:pathLst>
            </a:custGeom>
            <a:solidFill>
              <a:srgbClr val="1832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9"/>
            <p:cNvSpPr/>
            <p:nvPr/>
          </p:nvSpPr>
          <p:spPr>
            <a:xfrm>
              <a:off x="5221163" y="3151250"/>
              <a:ext cx="576200" cy="576250"/>
            </a:xfrm>
            <a:custGeom>
              <a:rect b="b" l="l" r="r" t="t"/>
              <a:pathLst>
                <a:path extrusionOk="0" h="23050" w="23048">
                  <a:moveTo>
                    <a:pt x="8487" y="730"/>
                  </a:moveTo>
                  <a:lnTo>
                    <a:pt x="8487" y="1580"/>
                  </a:lnTo>
                  <a:cubicBezTo>
                    <a:pt x="8487" y="2501"/>
                    <a:pt x="8900" y="3328"/>
                    <a:pt x="9553" y="3885"/>
                  </a:cubicBezTo>
                  <a:lnTo>
                    <a:pt x="8609" y="3885"/>
                  </a:lnTo>
                  <a:cubicBezTo>
                    <a:pt x="7739" y="3885"/>
                    <a:pt x="7032" y="3179"/>
                    <a:pt x="7032" y="2307"/>
                  </a:cubicBezTo>
                  <a:lnTo>
                    <a:pt x="7032" y="851"/>
                  </a:lnTo>
                  <a:cubicBezTo>
                    <a:pt x="7032" y="784"/>
                    <a:pt x="7087" y="730"/>
                    <a:pt x="7152" y="730"/>
                  </a:cubicBezTo>
                  <a:close/>
                  <a:moveTo>
                    <a:pt x="13825" y="730"/>
                  </a:moveTo>
                  <a:lnTo>
                    <a:pt x="13825" y="1580"/>
                  </a:lnTo>
                  <a:cubicBezTo>
                    <a:pt x="13825" y="2849"/>
                    <a:pt x="12791" y="3885"/>
                    <a:pt x="11520" y="3885"/>
                  </a:cubicBezTo>
                  <a:cubicBezTo>
                    <a:pt x="10248" y="3885"/>
                    <a:pt x="9213" y="2852"/>
                    <a:pt x="9213" y="1580"/>
                  </a:cubicBezTo>
                  <a:lnTo>
                    <a:pt x="9213" y="730"/>
                  </a:lnTo>
                  <a:close/>
                  <a:moveTo>
                    <a:pt x="15889" y="730"/>
                  </a:moveTo>
                  <a:cubicBezTo>
                    <a:pt x="15955" y="730"/>
                    <a:pt x="16010" y="785"/>
                    <a:pt x="16010" y="851"/>
                  </a:cubicBezTo>
                  <a:lnTo>
                    <a:pt x="16010" y="2307"/>
                  </a:lnTo>
                  <a:cubicBezTo>
                    <a:pt x="16010" y="3179"/>
                    <a:pt x="15303" y="3885"/>
                    <a:pt x="14433" y="3885"/>
                  </a:cubicBezTo>
                  <a:lnTo>
                    <a:pt x="13489" y="3885"/>
                  </a:lnTo>
                  <a:cubicBezTo>
                    <a:pt x="14141" y="3329"/>
                    <a:pt x="14555" y="2501"/>
                    <a:pt x="14555" y="1580"/>
                  </a:cubicBezTo>
                  <a:lnTo>
                    <a:pt x="14555" y="730"/>
                  </a:lnTo>
                  <a:close/>
                  <a:moveTo>
                    <a:pt x="12129" y="4611"/>
                  </a:moveTo>
                  <a:lnTo>
                    <a:pt x="12129" y="7644"/>
                  </a:lnTo>
                  <a:cubicBezTo>
                    <a:pt x="12129" y="7712"/>
                    <a:pt x="12074" y="7764"/>
                    <a:pt x="12008" y="7764"/>
                  </a:cubicBezTo>
                  <a:lnTo>
                    <a:pt x="11038" y="7764"/>
                  </a:lnTo>
                  <a:cubicBezTo>
                    <a:pt x="10971" y="7764"/>
                    <a:pt x="10917" y="7709"/>
                    <a:pt x="10917" y="7644"/>
                  </a:cubicBezTo>
                  <a:lnTo>
                    <a:pt x="10916" y="4611"/>
                  </a:lnTo>
                  <a:close/>
                  <a:moveTo>
                    <a:pt x="15941" y="7715"/>
                  </a:moveTo>
                  <a:cubicBezTo>
                    <a:pt x="15848" y="7715"/>
                    <a:pt x="15754" y="7750"/>
                    <a:pt x="15683" y="7821"/>
                  </a:cubicBezTo>
                  <a:lnTo>
                    <a:pt x="15632" y="7872"/>
                  </a:lnTo>
                  <a:cubicBezTo>
                    <a:pt x="15490" y="8015"/>
                    <a:pt x="15490" y="8246"/>
                    <a:pt x="15632" y="8388"/>
                  </a:cubicBezTo>
                  <a:cubicBezTo>
                    <a:pt x="15703" y="8459"/>
                    <a:pt x="15796" y="8495"/>
                    <a:pt x="15889" y="8495"/>
                  </a:cubicBezTo>
                  <a:cubicBezTo>
                    <a:pt x="15983" y="8495"/>
                    <a:pt x="16076" y="8459"/>
                    <a:pt x="16147" y="8388"/>
                  </a:cubicBezTo>
                  <a:lnTo>
                    <a:pt x="16198" y="8337"/>
                  </a:lnTo>
                  <a:cubicBezTo>
                    <a:pt x="16340" y="8195"/>
                    <a:pt x="16340" y="7963"/>
                    <a:pt x="16198" y="7821"/>
                  </a:cubicBezTo>
                  <a:cubicBezTo>
                    <a:pt x="16127" y="7750"/>
                    <a:pt x="16034" y="7715"/>
                    <a:pt x="15941" y="7715"/>
                  </a:cubicBezTo>
                  <a:close/>
                  <a:moveTo>
                    <a:pt x="19165" y="2347"/>
                  </a:moveTo>
                  <a:lnTo>
                    <a:pt x="21925" y="3382"/>
                  </a:lnTo>
                  <a:cubicBezTo>
                    <a:pt x="22161" y="3471"/>
                    <a:pt x="22320" y="3699"/>
                    <a:pt x="22320" y="3950"/>
                  </a:cubicBezTo>
                  <a:lnTo>
                    <a:pt x="22320" y="8616"/>
                  </a:lnTo>
                  <a:lnTo>
                    <a:pt x="22319" y="8616"/>
                  </a:lnTo>
                  <a:cubicBezTo>
                    <a:pt x="22319" y="8950"/>
                    <a:pt x="22046" y="9221"/>
                    <a:pt x="21712" y="9221"/>
                  </a:cubicBezTo>
                  <a:lnTo>
                    <a:pt x="19165" y="9221"/>
                  </a:lnTo>
                  <a:lnTo>
                    <a:pt x="19165" y="2347"/>
                  </a:lnTo>
                  <a:close/>
                  <a:moveTo>
                    <a:pt x="3880" y="2349"/>
                  </a:moveTo>
                  <a:lnTo>
                    <a:pt x="3880" y="9222"/>
                  </a:lnTo>
                  <a:lnTo>
                    <a:pt x="1330" y="9222"/>
                  </a:lnTo>
                  <a:cubicBezTo>
                    <a:pt x="996" y="9222"/>
                    <a:pt x="725" y="8951"/>
                    <a:pt x="725" y="8617"/>
                  </a:cubicBezTo>
                  <a:lnTo>
                    <a:pt x="725" y="3953"/>
                  </a:lnTo>
                  <a:cubicBezTo>
                    <a:pt x="725" y="3700"/>
                    <a:pt x="883" y="3473"/>
                    <a:pt x="1118" y="3385"/>
                  </a:cubicBezTo>
                  <a:lnTo>
                    <a:pt x="3880" y="2349"/>
                  </a:lnTo>
                  <a:close/>
                  <a:moveTo>
                    <a:pt x="12492" y="20868"/>
                  </a:moveTo>
                  <a:cubicBezTo>
                    <a:pt x="12399" y="20868"/>
                    <a:pt x="12305" y="20904"/>
                    <a:pt x="12233" y="20975"/>
                  </a:cubicBezTo>
                  <a:lnTo>
                    <a:pt x="12182" y="21028"/>
                  </a:lnTo>
                  <a:cubicBezTo>
                    <a:pt x="12040" y="21170"/>
                    <a:pt x="12040" y="21400"/>
                    <a:pt x="12182" y="21542"/>
                  </a:cubicBezTo>
                  <a:cubicBezTo>
                    <a:pt x="12253" y="21613"/>
                    <a:pt x="12345" y="21649"/>
                    <a:pt x="12439" y="21649"/>
                  </a:cubicBezTo>
                  <a:cubicBezTo>
                    <a:pt x="12534" y="21649"/>
                    <a:pt x="12627" y="21613"/>
                    <a:pt x="12698" y="21542"/>
                  </a:cubicBezTo>
                  <a:lnTo>
                    <a:pt x="12749" y="21491"/>
                  </a:lnTo>
                  <a:cubicBezTo>
                    <a:pt x="12891" y="21349"/>
                    <a:pt x="12891" y="21117"/>
                    <a:pt x="12749" y="20975"/>
                  </a:cubicBezTo>
                  <a:cubicBezTo>
                    <a:pt x="12678" y="20904"/>
                    <a:pt x="12585" y="20868"/>
                    <a:pt x="12492" y="20868"/>
                  </a:cubicBezTo>
                  <a:close/>
                  <a:moveTo>
                    <a:pt x="18436" y="2187"/>
                  </a:moveTo>
                  <a:lnTo>
                    <a:pt x="18436" y="14775"/>
                  </a:lnTo>
                  <a:lnTo>
                    <a:pt x="13205" y="20006"/>
                  </a:lnTo>
                  <a:cubicBezTo>
                    <a:pt x="13063" y="20148"/>
                    <a:pt x="13063" y="20378"/>
                    <a:pt x="13205" y="20520"/>
                  </a:cubicBezTo>
                  <a:cubicBezTo>
                    <a:pt x="13276" y="20591"/>
                    <a:pt x="13368" y="20627"/>
                    <a:pt x="13462" y="20627"/>
                  </a:cubicBezTo>
                  <a:cubicBezTo>
                    <a:pt x="13556" y="20627"/>
                    <a:pt x="13648" y="20591"/>
                    <a:pt x="13719" y="20520"/>
                  </a:cubicBezTo>
                  <a:lnTo>
                    <a:pt x="18436" y="15805"/>
                  </a:lnTo>
                  <a:lnTo>
                    <a:pt x="18436" y="21720"/>
                  </a:lnTo>
                  <a:cubicBezTo>
                    <a:pt x="18436" y="22052"/>
                    <a:pt x="18165" y="22325"/>
                    <a:pt x="17829" y="22325"/>
                  </a:cubicBezTo>
                  <a:lnTo>
                    <a:pt x="5211" y="22325"/>
                  </a:lnTo>
                  <a:cubicBezTo>
                    <a:pt x="4877" y="22325"/>
                    <a:pt x="4606" y="22054"/>
                    <a:pt x="4606" y="21720"/>
                  </a:cubicBezTo>
                  <a:lnTo>
                    <a:pt x="4606" y="19929"/>
                  </a:lnTo>
                  <a:lnTo>
                    <a:pt x="15175" y="9359"/>
                  </a:lnTo>
                  <a:cubicBezTo>
                    <a:pt x="15317" y="9217"/>
                    <a:pt x="15317" y="8987"/>
                    <a:pt x="15175" y="8844"/>
                  </a:cubicBezTo>
                  <a:cubicBezTo>
                    <a:pt x="15104" y="8773"/>
                    <a:pt x="15011" y="8738"/>
                    <a:pt x="14917" y="8738"/>
                  </a:cubicBezTo>
                  <a:cubicBezTo>
                    <a:pt x="14824" y="8738"/>
                    <a:pt x="14731" y="8773"/>
                    <a:pt x="14660" y="8844"/>
                  </a:cubicBezTo>
                  <a:lnTo>
                    <a:pt x="4606" y="18899"/>
                  </a:lnTo>
                  <a:lnTo>
                    <a:pt x="4606" y="2187"/>
                  </a:lnTo>
                  <a:lnTo>
                    <a:pt x="6304" y="2187"/>
                  </a:lnTo>
                  <a:lnTo>
                    <a:pt x="6304" y="2307"/>
                  </a:lnTo>
                  <a:cubicBezTo>
                    <a:pt x="6304" y="3578"/>
                    <a:pt x="7337" y="4614"/>
                    <a:pt x="8609" y="4614"/>
                  </a:cubicBezTo>
                  <a:lnTo>
                    <a:pt x="10187" y="4614"/>
                  </a:lnTo>
                  <a:lnTo>
                    <a:pt x="10187" y="7645"/>
                  </a:lnTo>
                  <a:cubicBezTo>
                    <a:pt x="10187" y="8114"/>
                    <a:pt x="10567" y="8495"/>
                    <a:pt x="11036" y="8495"/>
                  </a:cubicBezTo>
                  <a:lnTo>
                    <a:pt x="12006" y="8495"/>
                  </a:lnTo>
                  <a:cubicBezTo>
                    <a:pt x="12475" y="8495"/>
                    <a:pt x="12855" y="8114"/>
                    <a:pt x="12855" y="7645"/>
                  </a:cubicBezTo>
                  <a:lnTo>
                    <a:pt x="12855" y="4614"/>
                  </a:lnTo>
                  <a:lnTo>
                    <a:pt x="14433" y="4614"/>
                  </a:lnTo>
                  <a:cubicBezTo>
                    <a:pt x="15702" y="4614"/>
                    <a:pt x="16738" y="3579"/>
                    <a:pt x="16738" y="2307"/>
                  </a:cubicBezTo>
                  <a:lnTo>
                    <a:pt x="16738" y="2187"/>
                  </a:lnTo>
                  <a:close/>
                  <a:moveTo>
                    <a:pt x="7157" y="1"/>
                  </a:moveTo>
                  <a:cubicBezTo>
                    <a:pt x="6688" y="1"/>
                    <a:pt x="6307" y="382"/>
                    <a:pt x="6307" y="851"/>
                  </a:cubicBezTo>
                  <a:lnTo>
                    <a:pt x="6307" y="1456"/>
                  </a:lnTo>
                  <a:lnTo>
                    <a:pt x="4236" y="1456"/>
                  </a:lnTo>
                  <a:cubicBezTo>
                    <a:pt x="4229" y="1456"/>
                    <a:pt x="4222" y="1456"/>
                    <a:pt x="4215" y="1459"/>
                  </a:cubicBezTo>
                  <a:cubicBezTo>
                    <a:pt x="4209" y="1459"/>
                    <a:pt x="4204" y="1460"/>
                    <a:pt x="4199" y="1460"/>
                  </a:cubicBezTo>
                  <a:cubicBezTo>
                    <a:pt x="4194" y="1460"/>
                    <a:pt x="4187" y="1462"/>
                    <a:pt x="4181" y="1463"/>
                  </a:cubicBezTo>
                  <a:cubicBezTo>
                    <a:pt x="4174" y="1466"/>
                    <a:pt x="4168" y="1466"/>
                    <a:pt x="4161" y="1467"/>
                  </a:cubicBezTo>
                  <a:cubicBezTo>
                    <a:pt x="4157" y="1469"/>
                    <a:pt x="4152" y="1469"/>
                    <a:pt x="4147" y="1470"/>
                  </a:cubicBezTo>
                  <a:cubicBezTo>
                    <a:pt x="4140" y="1473"/>
                    <a:pt x="4133" y="1476"/>
                    <a:pt x="4125" y="1477"/>
                  </a:cubicBezTo>
                  <a:cubicBezTo>
                    <a:pt x="4124" y="1477"/>
                    <a:pt x="4121" y="1480"/>
                    <a:pt x="4118" y="1480"/>
                  </a:cubicBezTo>
                  <a:lnTo>
                    <a:pt x="867" y="2700"/>
                  </a:lnTo>
                  <a:cubicBezTo>
                    <a:pt x="347" y="2893"/>
                    <a:pt x="0" y="3396"/>
                    <a:pt x="0" y="3949"/>
                  </a:cubicBezTo>
                  <a:lnTo>
                    <a:pt x="0" y="8614"/>
                  </a:lnTo>
                  <a:cubicBezTo>
                    <a:pt x="0" y="9349"/>
                    <a:pt x="598" y="9947"/>
                    <a:pt x="1333" y="9947"/>
                  </a:cubicBezTo>
                  <a:lnTo>
                    <a:pt x="3881" y="9947"/>
                  </a:lnTo>
                  <a:lnTo>
                    <a:pt x="3881" y="19774"/>
                  </a:lnTo>
                  <a:lnTo>
                    <a:pt x="3881" y="21717"/>
                  </a:lnTo>
                  <a:cubicBezTo>
                    <a:pt x="3881" y="22452"/>
                    <a:pt x="4479" y="23050"/>
                    <a:pt x="5215" y="23050"/>
                  </a:cubicBezTo>
                  <a:lnTo>
                    <a:pt x="17832" y="23050"/>
                  </a:lnTo>
                  <a:cubicBezTo>
                    <a:pt x="18568" y="23050"/>
                    <a:pt x="19167" y="22452"/>
                    <a:pt x="19167" y="21717"/>
                  </a:cubicBezTo>
                  <a:lnTo>
                    <a:pt x="19167" y="14924"/>
                  </a:lnTo>
                  <a:lnTo>
                    <a:pt x="19167" y="9950"/>
                  </a:lnTo>
                  <a:lnTo>
                    <a:pt x="21715" y="9950"/>
                  </a:lnTo>
                  <a:cubicBezTo>
                    <a:pt x="22449" y="9950"/>
                    <a:pt x="23048" y="9350"/>
                    <a:pt x="23048" y="8616"/>
                  </a:cubicBezTo>
                  <a:lnTo>
                    <a:pt x="23048" y="3950"/>
                  </a:lnTo>
                  <a:cubicBezTo>
                    <a:pt x="23046" y="3396"/>
                    <a:pt x="22698" y="2896"/>
                    <a:pt x="22181" y="2700"/>
                  </a:cubicBezTo>
                  <a:lnTo>
                    <a:pt x="18929" y="1480"/>
                  </a:lnTo>
                  <a:cubicBezTo>
                    <a:pt x="18926" y="1477"/>
                    <a:pt x="18924" y="1477"/>
                    <a:pt x="18922" y="1477"/>
                  </a:cubicBezTo>
                  <a:cubicBezTo>
                    <a:pt x="18915" y="1476"/>
                    <a:pt x="18908" y="1472"/>
                    <a:pt x="18901" y="1470"/>
                  </a:cubicBezTo>
                  <a:cubicBezTo>
                    <a:pt x="18895" y="1469"/>
                    <a:pt x="18889" y="1469"/>
                    <a:pt x="18887" y="1467"/>
                  </a:cubicBezTo>
                  <a:cubicBezTo>
                    <a:pt x="18879" y="1466"/>
                    <a:pt x="18874" y="1463"/>
                    <a:pt x="18867" y="1463"/>
                  </a:cubicBezTo>
                  <a:cubicBezTo>
                    <a:pt x="18861" y="1462"/>
                    <a:pt x="18854" y="1462"/>
                    <a:pt x="18848" y="1460"/>
                  </a:cubicBezTo>
                  <a:cubicBezTo>
                    <a:pt x="18844" y="1460"/>
                    <a:pt x="18838" y="1459"/>
                    <a:pt x="18833" y="1459"/>
                  </a:cubicBezTo>
                  <a:cubicBezTo>
                    <a:pt x="18825" y="1459"/>
                    <a:pt x="18818" y="1456"/>
                    <a:pt x="18811" y="1456"/>
                  </a:cubicBezTo>
                  <a:lnTo>
                    <a:pt x="16741" y="1456"/>
                  </a:lnTo>
                  <a:lnTo>
                    <a:pt x="16741" y="851"/>
                  </a:lnTo>
                  <a:cubicBezTo>
                    <a:pt x="16741" y="382"/>
                    <a:pt x="16360" y="1"/>
                    <a:pt x="1589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8" name="Google Shape;5828;p69"/>
          <p:cNvGrpSpPr/>
          <p:nvPr/>
        </p:nvGrpSpPr>
        <p:grpSpPr>
          <a:xfrm>
            <a:off x="4304738" y="3193200"/>
            <a:ext cx="576300" cy="576275"/>
            <a:chOff x="4304738" y="3193200"/>
            <a:chExt cx="576300" cy="576275"/>
          </a:xfrm>
        </p:grpSpPr>
        <p:sp>
          <p:nvSpPr>
            <p:cNvPr id="5829" name="Google Shape;5829;p69"/>
            <p:cNvSpPr/>
            <p:nvPr/>
          </p:nvSpPr>
          <p:spPr>
            <a:xfrm>
              <a:off x="4313838" y="3202325"/>
              <a:ext cx="558050" cy="558100"/>
            </a:xfrm>
            <a:custGeom>
              <a:rect b="b" l="l" r="r" t="t"/>
              <a:pathLst>
                <a:path extrusionOk="0" h="22324" w="22322">
                  <a:moveTo>
                    <a:pt x="15530" y="1"/>
                  </a:moveTo>
                  <a:cubicBezTo>
                    <a:pt x="15529" y="1"/>
                    <a:pt x="15529" y="1"/>
                    <a:pt x="15528" y="1"/>
                  </a:cubicBezTo>
                  <a:cubicBezTo>
                    <a:pt x="13700" y="1"/>
                    <a:pt x="12040" y="724"/>
                    <a:pt x="10818" y="1899"/>
                  </a:cubicBezTo>
                  <a:cubicBezTo>
                    <a:pt x="9673" y="727"/>
                    <a:pt x="8075" y="1"/>
                    <a:pt x="6309" y="1"/>
                  </a:cubicBezTo>
                  <a:cubicBezTo>
                    <a:pt x="2824" y="1"/>
                    <a:pt x="1" y="2826"/>
                    <a:pt x="1" y="6309"/>
                  </a:cubicBezTo>
                  <a:cubicBezTo>
                    <a:pt x="1" y="8760"/>
                    <a:pt x="1399" y="10885"/>
                    <a:pt x="3441" y="11929"/>
                  </a:cubicBezTo>
                  <a:cubicBezTo>
                    <a:pt x="3411" y="12152"/>
                    <a:pt x="3397" y="12384"/>
                    <a:pt x="3397" y="12616"/>
                  </a:cubicBezTo>
                  <a:cubicBezTo>
                    <a:pt x="3397" y="15565"/>
                    <a:pt x="5786" y="17955"/>
                    <a:pt x="8735" y="17955"/>
                  </a:cubicBezTo>
                  <a:cubicBezTo>
                    <a:pt x="11411" y="17955"/>
                    <a:pt x="13628" y="15987"/>
                    <a:pt x="14013" y="13417"/>
                  </a:cubicBezTo>
                  <a:cubicBezTo>
                    <a:pt x="14499" y="13530"/>
                    <a:pt x="15008" y="13588"/>
                    <a:pt x="15528" y="13588"/>
                  </a:cubicBezTo>
                  <a:cubicBezTo>
                    <a:pt x="19281" y="13588"/>
                    <a:pt x="22322" y="10545"/>
                    <a:pt x="22322" y="6793"/>
                  </a:cubicBezTo>
                  <a:cubicBezTo>
                    <a:pt x="22322" y="3041"/>
                    <a:pt x="19282" y="1"/>
                    <a:pt x="15530" y="1"/>
                  </a:cubicBezTo>
                  <a:close/>
                  <a:moveTo>
                    <a:pt x="4852" y="19410"/>
                  </a:moveTo>
                  <a:cubicBezTo>
                    <a:pt x="4046" y="19410"/>
                    <a:pt x="3396" y="20061"/>
                    <a:pt x="3396" y="20867"/>
                  </a:cubicBezTo>
                  <a:cubicBezTo>
                    <a:pt x="3396" y="21671"/>
                    <a:pt x="4046" y="22323"/>
                    <a:pt x="4852" y="22323"/>
                  </a:cubicBezTo>
                  <a:cubicBezTo>
                    <a:pt x="5657" y="22323"/>
                    <a:pt x="6309" y="21670"/>
                    <a:pt x="6309" y="20867"/>
                  </a:cubicBezTo>
                  <a:cubicBezTo>
                    <a:pt x="6309" y="20061"/>
                    <a:pt x="5657" y="19410"/>
                    <a:pt x="4852" y="194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9"/>
            <p:cNvSpPr/>
            <p:nvPr/>
          </p:nvSpPr>
          <p:spPr>
            <a:xfrm>
              <a:off x="4398763" y="3218600"/>
              <a:ext cx="473125" cy="541850"/>
            </a:xfrm>
            <a:custGeom>
              <a:rect b="b" l="l" r="r" t="t"/>
              <a:pathLst>
                <a:path extrusionOk="0" h="21674" w="18925">
                  <a:moveTo>
                    <a:pt x="15037" y="0"/>
                  </a:moveTo>
                  <a:lnTo>
                    <a:pt x="15037" y="0"/>
                  </a:lnTo>
                  <a:cubicBezTo>
                    <a:pt x="15040" y="107"/>
                    <a:pt x="15044" y="214"/>
                    <a:pt x="15044" y="320"/>
                  </a:cubicBezTo>
                  <a:cubicBezTo>
                    <a:pt x="15044" y="4073"/>
                    <a:pt x="12001" y="7114"/>
                    <a:pt x="8250" y="7114"/>
                  </a:cubicBezTo>
                  <a:cubicBezTo>
                    <a:pt x="7729" y="7114"/>
                    <a:pt x="7221" y="7053"/>
                    <a:pt x="6735" y="6944"/>
                  </a:cubicBezTo>
                  <a:cubicBezTo>
                    <a:pt x="6348" y="9510"/>
                    <a:pt x="4131" y="11480"/>
                    <a:pt x="1457" y="11480"/>
                  </a:cubicBezTo>
                  <a:cubicBezTo>
                    <a:pt x="966" y="11480"/>
                    <a:pt x="492" y="11413"/>
                    <a:pt x="43" y="11290"/>
                  </a:cubicBezTo>
                  <a:cubicBezTo>
                    <a:pt x="14" y="11513"/>
                    <a:pt x="0" y="11736"/>
                    <a:pt x="0" y="11965"/>
                  </a:cubicBezTo>
                  <a:cubicBezTo>
                    <a:pt x="0" y="14914"/>
                    <a:pt x="2389" y="17304"/>
                    <a:pt x="5338" y="17304"/>
                  </a:cubicBezTo>
                  <a:cubicBezTo>
                    <a:pt x="8014" y="17304"/>
                    <a:pt x="10231" y="15336"/>
                    <a:pt x="10616" y="12766"/>
                  </a:cubicBezTo>
                  <a:cubicBezTo>
                    <a:pt x="11102" y="12879"/>
                    <a:pt x="11611" y="12937"/>
                    <a:pt x="12131" y="12937"/>
                  </a:cubicBezTo>
                  <a:cubicBezTo>
                    <a:pt x="15884" y="12937"/>
                    <a:pt x="18925" y="9894"/>
                    <a:pt x="18925" y="6142"/>
                  </a:cubicBezTo>
                  <a:cubicBezTo>
                    <a:pt x="18925" y="3428"/>
                    <a:pt x="17336" y="1088"/>
                    <a:pt x="15037" y="0"/>
                  </a:cubicBezTo>
                  <a:close/>
                  <a:moveTo>
                    <a:pt x="1879" y="18823"/>
                  </a:moveTo>
                  <a:cubicBezTo>
                    <a:pt x="1920" y="18955"/>
                    <a:pt x="1941" y="19097"/>
                    <a:pt x="1941" y="19245"/>
                  </a:cubicBezTo>
                  <a:cubicBezTo>
                    <a:pt x="1941" y="20049"/>
                    <a:pt x="1289" y="20702"/>
                    <a:pt x="485" y="20702"/>
                  </a:cubicBezTo>
                  <a:cubicBezTo>
                    <a:pt x="337" y="20702"/>
                    <a:pt x="195" y="20680"/>
                    <a:pt x="63" y="20639"/>
                  </a:cubicBezTo>
                  <a:lnTo>
                    <a:pt x="63" y="20639"/>
                  </a:lnTo>
                  <a:cubicBezTo>
                    <a:pt x="243" y="21239"/>
                    <a:pt x="799" y="21674"/>
                    <a:pt x="1455" y="21674"/>
                  </a:cubicBezTo>
                  <a:cubicBezTo>
                    <a:pt x="2260" y="21674"/>
                    <a:pt x="2912" y="21021"/>
                    <a:pt x="2912" y="20217"/>
                  </a:cubicBezTo>
                  <a:cubicBezTo>
                    <a:pt x="2912" y="19558"/>
                    <a:pt x="2476" y="19002"/>
                    <a:pt x="1879" y="18823"/>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9"/>
            <p:cNvSpPr/>
            <p:nvPr/>
          </p:nvSpPr>
          <p:spPr>
            <a:xfrm>
              <a:off x="4393413" y="3284525"/>
              <a:ext cx="133225" cy="126675"/>
            </a:xfrm>
            <a:custGeom>
              <a:rect b="b" l="l" r="r" t="t"/>
              <a:pathLst>
                <a:path extrusionOk="0" h="5067" w="5329">
                  <a:moveTo>
                    <a:pt x="1478" y="0"/>
                  </a:moveTo>
                  <a:cubicBezTo>
                    <a:pt x="1134" y="0"/>
                    <a:pt x="790" y="132"/>
                    <a:pt x="527" y="395"/>
                  </a:cubicBezTo>
                  <a:cubicBezTo>
                    <a:pt x="1" y="919"/>
                    <a:pt x="1" y="1770"/>
                    <a:pt x="527" y="2296"/>
                  </a:cubicBezTo>
                  <a:lnTo>
                    <a:pt x="2903" y="4672"/>
                  </a:lnTo>
                  <a:cubicBezTo>
                    <a:pt x="3165" y="4935"/>
                    <a:pt x="3509" y="5067"/>
                    <a:pt x="3853" y="5067"/>
                  </a:cubicBezTo>
                  <a:cubicBezTo>
                    <a:pt x="4197" y="5067"/>
                    <a:pt x="4541" y="4935"/>
                    <a:pt x="4804" y="4672"/>
                  </a:cubicBezTo>
                  <a:cubicBezTo>
                    <a:pt x="5329" y="4149"/>
                    <a:pt x="5329" y="3297"/>
                    <a:pt x="4804" y="2772"/>
                  </a:cubicBezTo>
                  <a:lnTo>
                    <a:pt x="2427" y="395"/>
                  </a:lnTo>
                  <a:cubicBezTo>
                    <a:pt x="2165" y="132"/>
                    <a:pt x="1822" y="0"/>
                    <a:pt x="147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9"/>
            <p:cNvSpPr/>
            <p:nvPr/>
          </p:nvSpPr>
          <p:spPr>
            <a:xfrm>
              <a:off x="4393413" y="3284575"/>
              <a:ext cx="133275" cy="126625"/>
            </a:xfrm>
            <a:custGeom>
              <a:rect b="b" l="l" r="r" t="t"/>
              <a:pathLst>
                <a:path extrusionOk="0" h="5065" w="5331">
                  <a:moveTo>
                    <a:pt x="3853" y="0"/>
                  </a:moveTo>
                  <a:cubicBezTo>
                    <a:pt x="3509" y="0"/>
                    <a:pt x="3165" y="131"/>
                    <a:pt x="2903" y="393"/>
                  </a:cubicBezTo>
                  <a:lnTo>
                    <a:pt x="527" y="2770"/>
                  </a:lnTo>
                  <a:cubicBezTo>
                    <a:pt x="1" y="3295"/>
                    <a:pt x="1" y="4144"/>
                    <a:pt x="527" y="4670"/>
                  </a:cubicBezTo>
                  <a:cubicBezTo>
                    <a:pt x="789" y="4933"/>
                    <a:pt x="1132" y="5065"/>
                    <a:pt x="1476" y="5065"/>
                  </a:cubicBezTo>
                  <a:cubicBezTo>
                    <a:pt x="1820" y="5065"/>
                    <a:pt x="2164" y="4933"/>
                    <a:pt x="2427" y="4670"/>
                  </a:cubicBezTo>
                  <a:lnTo>
                    <a:pt x="4804" y="2294"/>
                  </a:lnTo>
                  <a:cubicBezTo>
                    <a:pt x="5330" y="1770"/>
                    <a:pt x="5330" y="918"/>
                    <a:pt x="4804" y="393"/>
                  </a:cubicBezTo>
                  <a:cubicBezTo>
                    <a:pt x="4541" y="131"/>
                    <a:pt x="4197" y="0"/>
                    <a:pt x="38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9"/>
            <p:cNvSpPr/>
            <p:nvPr/>
          </p:nvSpPr>
          <p:spPr>
            <a:xfrm>
              <a:off x="4412513" y="3300350"/>
              <a:ext cx="95050" cy="95050"/>
            </a:xfrm>
            <a:custGeom>
              <a:rect b="b" l="l" r="r" t="t"/>
              <a:pathLst>
                <a:path extrusionOk="0" h="3802" w="3802">
                  <a:moveTo>
                    <a:pt x="1901" y="0"/>
                  </a:moveTo>
                  <a:lnTo>
                    <a:pt x="0" y="1900"/>
                  </a:lnTo>
                  <a:lnTo>
                    <a:pt x="1901" y="3802"/>
                  </a:lnTo>
                  <a:lnTo>
                    <a:pt x="3801" y="1900"/>
                  </a:lnTo>
                  <a:lnTo>
                    <a:pt x="190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9"/>
            <p:cNvSpPr/>
            <p:nvPr/>
          </p:nvSpPr>
          <p:spPr>
            <a:xfrm>
              <a:off x="4592813" y="3312450"/>
              <a:ext cx="201575" cy="144625"/>
            </a:xfrm>
            <a:custGeom>
              <a:rect b="b" l="l" r="r" t="t"/>
              <a:pathLst>
                <a:path extrusionOk="0" h="5785" w="8063">
                  <a:moveTo>
                    <a:pt x="673" y="1"/>
                  </a:moveTo>
                  <a:cubicBezTo>
                    <a:pt x="314" y="1"/>
                    <a:pt x="0" y="289"/>
                    <a:pt x="0" y="673"/>
                  </a:cubicBezTo>
                  <a:lnTo>
                    <a:pt x="0" y="3957"/>
                  </a:lnTo>
                  <a:cubicBezTo>
                    <a:pt x="0" y="4246"/>
                    <a:pt x="188" y="4504"/>
                    <a:pt x="461" y="4594"/>
                  </a:cubicBezTo>
                  <a:lnTo>
                    <a:pt x="4032" y="5785"/>
                  </a:lnTo>
                  <a:lnTo>
                    <a:pt x="7602" y="4594"/>
                  </a:lnTo>
                  <a:cubicBezTo>
                    <a:pt x="7877" y="4502"/>
                    <a:pt x="8062" y="4247"/>
                    <a:pt x="8062" y="3957"/>
                  </a:cubicBezTo>
                  <a:lnTo>
                    <a:pt x="8062" y="673"/>
                  </a:lnTo>
                  <a:cubicBezTo>
                    <a:pt x="8062" y="289"/>
                    <a:pt x="7748" y="1"/>
                    <a:pt x="7390" y="1"/>
                  </a:cubicBezTo>
                  <a:cubicBezTo>
                    <a:pt x="7320" y="1"/>
                    <a:pt x="7248" y="12"/>
                    <a:pt x="7177" y="35"/>
                  </a:cubicBezTo>
                  <a:lnTo>
                    <a:pt x="4032" y="1082"/>
                  </a:lnTo>
                  <a:lnTo>
                    <a:pt x="885" y="35"/>
                  </a:lnTo>
                  <a:cubicBezTo>
                    <a:pt x="814" y="12"/>
                    <a:pt x="743" y="1"/>
                    <a:pt x="6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9"/>
            <p:cNvSpPr/>
            <p:nvPr/>
          </p:nvSpPr>
          <p:spPr>
            <a:xfrm>
              <a:off x="4693588" y="3312475"/>
              <a:ext cx="100800" cy="144600"/>
            </a:xfrm>
            <a:custGeom>
              <a:rect b="b" l="l" r="r" t="t"/>
              <a:pathLst>
                <a:path extrusionOk="0" h="5784" w="4032">
                  <a:moveTo>
                    <a:pt x="3360" y="0"/>
                  </a:moveTo>
                  <a:cubicBezTo>
                    <a:pt x="3290" y="0"/>
                    <a:pt x="3218" y="12"/>
                    <a:pt x="3146" y="36"/>
                  </a:cubicBezTo>
                  <a:lnTo>
                    <a:pt x="1" y="1083"/>
                  </a:lnTo>
                  <a:lnTo>
                    <a:pt x="1" y="5784"/>
                  </a:lnTo>
                  <a:lnTo>
                    <a:pt x="3571" y="4593"/>
                  </a:lnTo>
                  <a:cubicBezTo>
                    <a:pt x="3846" y="4501"/>
                    <a:pt x="4031" y="4246"/>
                    <a:pt x="4031" y="3956"/>
                  </a:cubicBezTo>
                  <a:lnTo>
                    <a:pt x="4031" y="672"/>
                  </a:lnTo>
                  <a:cubicBezTo>
                    <a:pt x="4031" y="289"/>
                    <a:pt x="3718" y="0"/>
                    <a:pt x="33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9"/>
            <p:cNvSpPr/>
            <p:nvPr/>
          </p:nvSpPr>
          <p:spPr>
            <a:xfrm>
              <a:off x="4441813" y="3329650"/>
              <a:ext cx="36450" cy="36450"/>
            </a:xfrm>
            <a:custGeom>
              <a:rect b="b" l="l" r="r" t="t"/>
              <a:pathLst>
                <a:path extrusionOk="0" h="1458" w="1458">
                  <a:moveTo>
                    <a:pt x="729" y="1"/>
                  </a:moveTo>
                  <a:cubicBezTo>
                    <a:pt x="326" y="1"/>
                    <a:pt x="0" y="328"/>
                    <a:pt x="0" y="728"/>
                  </a:cubicBezTo>
                  <a:cubicBezTo>
                    <a:pt x="0" y="1132"/>
                    <a:pt x="327" y="1457"/>
                    <a:pt x="729" y="1457"/>
                  </a:cubicBezTo>
                  <a:cubicBezTo>
                    <a:pt x="1133" y="1457"/>
                    <a:pt x="1457" y="1131"/>
                    <a:pt x="1457" y="728"/>
                  </a:cubicBezTo>
                  <a:cubicBezTo>
                    <a:pt x="1457" y="328"/>
                    <a:pt x="1130" y="1"/>
                    <a:pt x="7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9"/>
            <p:cNvSpPr/>
            <p:nvPr/>
          </p:nvSpPr>
          <p:spPr>
            <a:xfrm>
              <a:off x="4304738" y="3193200"/>
              <a:ext cx="576300" cy="576275"/>
            </a:xfrm>
            <a:custGeom>
              <a:rect b="b" l="l" r="r" t="t"/>
              <a:pathLst>
                <a:path extrusionOk="0" h="23051" w="23052">
                  <a:moveTo>
                    <a:pt x="16157" y="1941"/>
                  </a:moveTo>
                  <a:cubicBezTo>
                    <a:pt x="16043" y="1941"/>
                    <a:pt x="15931" y="1994"/>
                    <a:pt x="15860" y="2094"/>
                  </a:cubicBezTo>
                  <a:cubicBezTo>
                    <a:pt x="15744" y="2257"/>
                    <a:pt x="15782" y="2484"/>
                    <a:pt x="15946" y="2602"/>
                  </a:cubicBezTo>
                  <a:lnTo>
                    <a:pt x="15984" y="2631"/>
                  </a:lnTo>
                  <a:cubicBezTo>
                    <a:pt x="16048" y="2676"/>
                    <a:pt x="16123" y="2698"/>
                    <a:pt x="16196" y="2698"/>
                  </a:cubicBezTo>
                  <a:cubicBezTo>
                    <a:pt x="16309" y="2698"/>
                    <a:pt x="16422" y="2645"/>
                    <a:pt x="16493" y="2546"/>
                  </a:cubicBezTo>
                  <a:cubicBezTo>
                    <a:pt x="16609" y="2382"/>
                    <a:pt x="16571" y="2155"/>
                    <a:pt x="16408" y="2037"/>
                  </a:cubicBezTo>
                  <a:lnTo>
                    <a:pt x="16368" y="2008"/>
                  </a:lnTo>
                  <a:cubicBezTo>
                    <a:pt x="16304" y="1963"/>
                    <a:pt x="16230" y="1941"/>
                    <a:pt x="16157" y="1941"/>
                  </a:cubicBezTo>
                  <a:close/>
                  <a:moveTo>
                    <a:pt x="14304" y="2408"/>
                  </a:moveTo>
                  <a:cubicBezTo>
                    <a:pt x="14190" y="2408"/>
                    <a:pt x="14078" y="2462"/>
                    <a:pt x="14007" y="2561"/>
                  </a:cubicBezTo>
                  <a:cubicBezTo>
                    <a:pt x="13891" y="2725"/>
                    <a:pt x="13929" y="2952"/>
                    <a:pt x="14093" y="3070"/>
                  </a:cubicBezTo>
                  <a:lnTo>
                    <a:pt x="14131" y="3098"/>
                  </a:lnTo>
                  <a:cubicBezTo>
                    <a:pt x="14195" y="3144"/>
                    <a:pt x="14270" y="3165"/>
                    <a:pt x="14343" y="3165"/>
                  </a:cubicBezTo>
                  <a:cubicBezTo>
                    <a:pt x="14456" y="3165"/>
                    <a:pt x="14569" y="3113"/>
                    <a:pt x="14640" y="3013"/>
                  </a:cubicBezTo>
                  <a:cubicBezTo>
                    <a:pt x="14756" y="2850"/>
                    <a:pt x="14718" y="2622"/>
                    <a:pt x="14554" y="2504"/>
                  </a:cubicBezTo>
                  <a:lnTo>
                    <a:pt x="14515" y="2476"/>
                  </a:lnTo>
                  <a:cubicBezTo>
                    <a:pt x="14451" y="2430"/>
                    <a:pt x="14377" y="2408"/>
                    <a:pt x="14304" y="2408"/>
                  </a:cubicBezTo>
                  <a:close/>
                  <a:moveTo>
                    <a:pt x="15313" y="3126"/>
                  </a:moveTo>
                  <a:cubicBezTo>
                    <a:pt x="15200" y="3126"/>
                    <a:pt x="15087" y="3179"/>
                    <a:pt x="15016" y="3279"/>
                  </a:cubicBezTo>
                  <a:cubicBezTo>
                    <a:pt x="14898" y="3442"/>
                    <a:pt x="14938" y="3670"/>
                    <a:pt x="15102" y="3788"/>
                  </a:cubicBezTo>
                  <a:lnTo>
                    <a:pt x="15140" y="3816"/>
                  </a:lnTo>
                  <a:cubicBezTo>
                    <a:pt x="15204" y="3861"/>
                    <a:pt x="15279" y="3883"/>
                    <a:pt x="15352" y="3883"/>
                  </a:cubicBezTo>
                  <a:cubicBezTo>
                    <a:pt x="15465" y="3883"/>
                    <a:pt x="15578" y="3830"/>
                    <a:pt x="15649" y="3731"/>
                  </a:cubicBezTo>
                  <a:cubicBezTo>
                    <a:pt x="15765" y="3567"/>
                    <a:pt x="15727" y="3340"/>
                    <a:pt x="15563" y="3222"/>
                  </a:cubicBezTo>
                  <a:lnTo>
                    <a:pt x="15524" y="3194"/>
                  </a:lnTo>
                  <a:cubicBezTo>
                    <a:pt x="15460" y="3148"/>
                    <a:pt x="15386" y="3126"/>
                    <a:pt x="15313" y="3126"/>
                  </a:cubicBezTo>
                  <a:close/>
                  <a:moveTo>
                    <a:pt x="7401" y="4019"/>
                  </a:moveTo>
                  <a:cubicBezTo>
                    <a:pt x="7652" y="4019"/>
                    <a:pt x="7902" y="4114"/>
                    <a:pt x="8091" y="4303"/>
                  </a:cubicBezTo>
                  <a:cubicBezTo>
                    <a:pt x="8468" y="4680"/>
                    <a:pt x="8473" y="5287"/>
                    <a:pt x="8111" y="5671"/>
                  </a:cubicBezTo>
                  <a:lnTo>
                    <a:pt x="6727" y="4286"/>
                  </a:lnTo>
                  <a:cubicBezTo>
                    <a:pt x="6916" y="4108"/>
                    <a:pt x="7159" y="4019"/>
                    <a:pt x="7401" y="4019"/>
                  </a:cubicBezTo>
                  <a:close/>
                  <a:moveTo>
                    <a:pt x="5022" y="4019"/>
                  </a:moveTo>
                  <a:cubicBezTo>
                    <a:pt x="5265" y="4019"/>
                    <a:pt x="5506" y="4110"/>
                    <a:pt x="5695" y="4288"/>
                  </a:cubicBezTo>
                  <a:lnTo>
                    <a:pt x="4311" y="5672"/>
                  </a:lnTo>
                  <a:cubicBezTo>
                    <a:pt x="3949" y="5288"/>
                    <a:pt x="3954" y="4680"/>
                    <a:pt x="4329" y="4306"/>
                  </a:cubicBezTo>
                  <a:cubicBezTo>
                    <a:pt x="4520" y="4116"/>
                    <a:pt x="4771" y="4019"/>
                    <a:pt x="5022" y="4019"/>
                  </a:cubicBezTo>
                  <a:close/>
                  <a:moveTo>
                    <a:pt x="6187" y="5823"/>
                  </a:moveTo>
                  <a:cubicBezTo>
                    <a:pt x="5986" y="5823"/>
                    <a:pt x="5823" y="5986"/>
                    <a:pt x="5823" y="6186"/>
                  </a:cubicBezTo>
                  <a:cubicBezTo>
                    <a:pt x="5823" y="6388"/>
                    <a:pt x="5986" y="6552"/>
                    <a:pt x="6187" y="6552"/>
                  </a:cubicBezTo>
                  <a:lnTo>
                    <a:pt x="6235" y="6552"/>
                  </a:lnTo>
                  <a:cubicBezTo>
                    <a:pt x="6436" y="6552"/>
                    <a:pt x="6599" y="6388"/>
                    <a:pt x="6599" y="6186"/>
                  </a:cubicBezTo>
                  <a:cubicBezTo>
                    <a:pt x="6599" y="5986"/>
                    <a:pt x="6436" y="5823"/>
                    <a:pt x="6235" y="5823"/>
                  </a:cubicBezTo>
                  <a:close/>
                  <a:moveTo>
                    <a:pt x="6212" y="4801"/>
                  </a:moveTo>
                  <a:lnTo>
                    <a:pt x="7598" y="6186"/>
                  </a:lnTo>
                  <a:lnTo>
                    <a:pt x="6212" y="7572"/>
                  </a:lnTo>
                  <a:lnTo>
                    <a:pt x="4827" y="6186"/>
                  </a:lnTo>
                  <a:lnTo>
                    <a:pt x="6212" y="4801"/>
                  </a:lnTo>
                  <a:close/>
                  <a:moveTo>
                    <a:pt x="8112" y="6702"/>
                  </a:moveTo>
                  <a:lnTo>
                    <a:pt x="8112" y="6702"/>
                  </a:lnTo>
                  <a:cubicBezTo>
                    <a:pt x="8475" y="7086"/>
                    <a:pt x="8468" y="7693"/>
                    <a:pt x="8095" y="8067"/>
                  </a:cubicBezTo>
                  <a:cubicBezTo>
                    <a:pt x="7904" y="8258"/>
                    <a:pt x="7653" y="8354"/>
                    <a:pt x="7402" y="8354"/>
                  </a:cubicBezTo>
                  <a:cubicBezTo>
                    <a:pt x="7160" y="8354"/>
                    <a:pt x="6918" y="8264"/>
                    <a:pt x="6730" y="8086"/>
                  </a:cubicBezTo>
                  <a:lnTo>
                    <a:pt x="8112" y="6702"/>
                  </a:lnTo>
                  <a:close/>
                  <a:moveTo>
                    <a:pt x="4314" y="6704"/>
                  </a:moveTo>
                  <a:lnTo>
                    <a:pt x="5697" y="8088"/>
                  </a:lnTo>
                  <a:cubicBezTo>
                    <a:pt x="5508" y="8266"/>
                    <a:pt x="5265" y="8355"/>
                    <a:pt x="5023" y="8355"/>
                  </a:cubicBezTo>
                  <a:cubicBezTo>
                    <a:pt x="4772" y="8355"/>
                    <a:pt x="4522" y="8260"/>
                    <a:pt x="4332" y="8069"/>
                  </a:cubicBezTo>
                  <a:cubicBezTo>
                    <a:pt x="3956" y="7693"/>
                    <a:pt x="3951" y="7087"/>
                    <a:pt x="4314" y="6704"/>
                  </a:cubicBezTo>
                  <a:close/>
                  <a:moveTo>
                    <a:pt x="7402" y="3292"/>
                  </a:moveTo>
                  <a:cubicBezTo>
                    <a:pt x="6973" y="3292"/>
                    <a:pt x="6544" y="3453"/>
                    <a:pt x="6212" y="3773"/>
                  </a:cubicBezTo>
                  <a:cubicBezTo>
                    <a:pt x="5882" y="3453"/>
                    <a:pt x="5452" y="3293"/>
                    <a:pt x="5023" y="3293"/>
                  </a:cubicBezTo>
                  <a:cubicBezTo>
                    <a:pt x="4586" y="3293"/>
                    <a:pt x="4149" y="3460"/>
                    <a:pt x="3816" y="3792"/>
                  </a:cubicBezTo>
                  <a:cubicBezTo>
                    <a:pt x="3156" y="4451"/>
                    <a:pt x="3150" y="5521"/>
                    <a:pt x="3797" y="6189"/>
                  </a:cubicBezTo>
                  <a:cubicBezTo>
                    <a:pt x="3150" y="6857"/>
                    <a:pt x="3157" y="7926"/>
                    <a:pt x="3816" y="8585"/>
                  </a:cubicBezTo>
                  <a:cubicBezTo>
                    <a:pt x="4148" y="8918"/>
                    <a:pt x="4587" y="9084"/>
                    <a:pt x="5024" y="9084"/>
                  </a:cubicBezTo>
                  <a:cubicBezTo>
                    <a:pt x="5454" y="9084"/>
                    <a:pt x="5881" y="8922"/>
                    <a:pt x="6212" y="8602"/>
                  </a:cubicBezTo>
                  <a:cubicBezTo>
                    <a:pt x="6542" y="8922"/>
                    <a:pt x="6971" y="9083"/>
                    <a:pt x="7400" y="9084"/>
                  </a:cubicBezTo>
                  <a:cubicBezTo>
                    <a:pt x="7838" y="9084"/>
                    <a:pt x="8274" y="8918"/>
                    <a:pt x="8608" y="8585"/>
                  </a:cubicBezTo>
                  <a:cubicBezTo>
                    <a:pt x="9269" y="7926"/>
                    <a:pt x="9275" y="6857"/>
                    <a:pt x="8628" y="6189"/>
                  </a:cubicBezTo>
                  <a:cubicBezTo>
                    <a:pt x="9275" y="5521"/>
                    <a:pt x="9268" y="4451"/>
                    <a:pt x="8608" y="3792"/>
                  </a:cubicBezTo>
                  <a:cubicBezTo>
                    <a:pt x="8276" y="3459"/>
                    <a:pt x="7839" y="3292"/>
                    <a:pt x="7402" y="3292"/>
                  </a:cubicBezTo>
                  <a:close/>
                  <a:moveTo>
                    <a:pt x="2790" y="9220"/>
                  </a:moveTo>
                  <a:cubicBezTo>
                    <a:pt x="2590" y="9220"/>
                    <a:pt x="2427" y="9384"/>
                    <a:pt x="2427" y="9586"/>
                  </a:cubicBezTo>
                  <a:cubicBezTo>
                    <a:pt x="2427" y="9786"/>
                    <a:pt x="2590" y="9950"/>
                    <a:pt x="2790" y="9950"/>
                  </a:cubicBezTo>
                  <a:lnTo>
                    <a:pt x="2839" y="9950"/>
                  </a:lnTo>
                  <a:cubicBezTo>
                    <a:pt x="3039" y="9950"/>
                    <a:pt x="3203" y="9786"/>
                    <a:pt x="3203" y="9586"/>
                  </a:cubicBezTo>
                  <a:cubicBezTo>
                    <a:pt x="3203" y="9382"/>
                    <a:pt x="3039" y="9220"/>
                    <a:pt x="2839" y="9220"/>
                  </a:cubicBezTo>
                  <a:close/>
                  <a:moveTo>
                    <a:pt x="12198" y="5133"/>
                  </a:moveTo>
                  <a:cubicBezTo>
                    <a:pt x="12230" y="5133"/>
                    <a:pt x="12263" y="5138"/>
                    <a:pt x="12295" y="5149"/>
                  </a:cubicBezTo>
                  <a:lnTo>
                    <a:pt x="15192" y="6115"/>
                  </a:lnTo>
                  <a:lnTo>
                    <a:pt x="15190" y="10049"/>
                  </a:lnTo>
                  <a:lnTo>
                    <a:pt x="12099" y="9019"/>
                  </a:lnTo>
                  <a:cubicBezTo>
                    <a:pt x="11975" y="8977"/>
                    <a:pt x="11890" y="8861"/>
                    <a:pt x="11890" y="8727"/>
                  </a:cubicBezTo>
                  <a:lnTo>
                    <a:pt x="11890" y="5443"/>
                  </a:lnTo>
                  <a:cubicBezTo>
                    <a:pt x="11890" y="5341"/>
                    <a:pt x="11935" y="5251"/>
                    <a:pt x="12018" y="5192"/>
                  </a:cubicBezTo>
                  <a:cubicBezTo>
                    <a:pt x="12071" y="5153"/>
                    <a:pt x="12134" y="5133"/>
                    <a:pt x="12198" y="5133"/>
                  </a:cubicBezTo>
                  <a:close/>
                  <a:moveTo>
                    <a:pt x="18913" y="5133"/>
                  </a:moveTo>
                  <a:cubicBezTo>
                    <a:pt x="18976" y="5133"/>
                    <a:pt x="19038" y="5153"/>
                    <a:pt x="19092" y="5192"/>
                  </a:cubicBezTo>
                  <a:cubicBezTo>
                    <a:pt x="19174" y="5251"/>
                    <a:pt x="19220" y="5342"/>
                    <a:pt x="19220" y="5443"/>
                  </a:cubicBezTo>
                  <a:lnTo>
                    <a:pt x="19218" y="8727"/>
                  </a:lnTo>
                  <a:cubicBezTo>
                    <a:pt x="19218" y="8858"/>
                    <a:pt x="19135" y="8976"/>
                    <a:pt x="19010" y="9019"/>
                  </a:cubicBezTo>
                  <a:lnTo>
                    <a:pt x="15919" y="10049"/>
                  </a:lnTo>
                  <a:lnTo>
                    <a:pt x="15919" y="6115"/>
                  </a:lnTo>
                  <a:lnTo>
                    <a:pt x="18815" y="5149"/>
                  </a:lnTo>
                  <a:cubicBezTo>
                    <a:pt x="18847" y="5138"/>
                    <a:pt x="18880" y="5133"/>
                    <a:pt x="18913" y="5133"/>
                  </a:cubicBezTo>
                  <a:close/>
                  <a:moveTo>
                    <a:pt x="12193" y="4408"/>
                  </a:moveTo>
                  <a:cubicBezTo>
                    <a:pt x="11981" y="4408"/>
                    <a:pt x="11772" y="4475"/>
                    <a:pt x="11593" y="4605"/>
                  </a:cubicBezTo>
                  <a:cubicBezTo>
                    <a:pt x="11319" y="4801"/>
                    <a:pt x="11162" y="5106"/>
                    <a:pt x="11162" y="5445"/>
                  </a:cubicBezTo>
                  <a:lnTo>
                    <a:pt x="11162" y="8729"/>
                  </a:lnTo>
                  <a:cubicBezTo>
                    <a:pt x="11162" y="9175"/>
                    <a:pt x="11449" y="9572"/>
                    <a:pt x="11871" y="9711"/>
                  </a:cubicBezTo>
                  <a:lnTo>
                    <a:pt x="15443" y="10902"/>
                  </a:lnTo>
                  <a:lnTo>
                    <a:pt x="15444" y="10902"/>
                  </a:lnTo>
                  <a:cubicBezTo>
                    <a:pt x="15457" y="10905"/>
                    <a:pt x="15471" y="10907"/>
                    <a:pt x="15484" y="10910"/>
                  </a:cubicBezTo>
                  <a:cubicBezTo>
                    <a:pt x="15488" y="10910"/>
                    <a:pt x="15495" y="10912"/>
                    <a:pt x="15501" y="10914"/>
                  </a:cubicBezTo>
                  <a:cubicBezTo>
                    <a:pt x="15507" y="10916"/>
                    <a:pt x="15514" y="10916"/>
                    <a:pt x="15521" y="10916"/>
                  </a:cubicBezTo>
                  <a:cubicBezTo>
                    <a:pt x="15531" y="10917"/>
                    <a:pt x="15543" y="10919"/>
                    <a:pt x="15556" y="10919"/>
                  </a:cubicBezTo>
                  <a:cubicBezTo>
                    <a:pt x="15576" y="10919"/>
                    <a:pt x="15593" y="10917"/>
                    <a:pt x="15613" y="10914"/>
                  </a:cubicBezTo>
                  <a:cubicBezTo>
                    <a:pt x="15615" y="10914"/>
                    <a:pt x="15616" y="10912"/>
                    <a:pt x="15619" y="10912"/>
                  </a:cubicBezTo>
                  <a:cubicBezTo>
                    <a:pt x="15634" y="10909"/>
                    <a:pt x="15651" y="10905"/>
                    <a:pt x="15667" y="10900"/>
                  </a:cubicBezTo>
                  <a:lnTo>
                    <a:pt x="15670" y="10900"/>
                  </a:lnTo>
                  <a:lnTo>
                    <a:pt x="19240" y="9709"/>
                  </a:lnTo>
                  <a:cubicBezTo>
                    <a:pt x="19665" y="9569"/>
                    <a:pt x="19949" y="9174"/>
                    <a:pt x="19949" y="8727"/>
                  </a:cubicBezTo>
                  <a:lnTo>
                    <a:pt x="19949" y="5443"/>
                  </a:lnTo>
                  <a:cubicBezTo>
                    <a:pt x="19949" y="5105"/>
                    <a:pt x="19791" y="4799"/>
                    <a:pt x="19520" y="4605"/>
                  </a:cubicBezTo>
                  <a:cubicBezTo>
                    <a:pt x="19339" y="4475"/>
                    <a:pt x="19131" y="4408"/>
                    <a:pt x="18918" y="4408"/>
                  </a:cubicBezTo>
                  <a:cubicBezTo>
                    <a:pt x="18807" y="4408"/>
                    <a:pt x="18695" y="4426"/>
                    <a:pt x="18586" y="4463"/>
                  </a:cubicBezTo>
                  <a:lnTo>
                    <a:pt x="15556" y="5473"/>
                  </a:lnTo>
                  <a:lnTo>
                    <a:pt x="12525" y="4463"/>
                  </a:lnTo>
                  <a:cubicBezTo>
                    <a:pt x="12416" y="4426"/>
                    <a:pt x="12304" y="4408"/>
                    <a:pt x="12193" y="4408"/>
                  </a:cubicBezTo>
                  <a:close/>
                  <a:moveTo>
                    <a:pt x="7159" y="11160"/>
                  </a:moveTo>
                  <a:cubicBezTo>
                    <a:pt x="6959" y="11160"/>
                    <a:pt x="6795" y="11324"/>
                    <a:pt x="6795" y="11526"/>
                  </a:cubicBezTo>
                  <a:cubicBezTo>
                    <a:pt x="6795" y="11726"/>
                    <a:pt x="6959" y="11889"/>
                    <a:pt x="7159" y="11889"/>
                  </a:cubicBezTo>
                  <a:lnTo>
                    <a:pt x="7207" y="11889"/>
                  </a:lnTo>
                  <a:cubicBezTo>
                    <a:pt x="7408" y="11889"/>
                    <a:pt x="7571" y="11726"/>
                    <a:pt x="7571" y="11526"/>
                  </a:cubicBezTo>
                  <a:cubicBezTo>
                    <a:pt x="7571" y="11324"/>
                    <a:pt x="7408" y="11160"/>
                    <a:pt x="7207" y="11160"/>
                  </a:cubicBezTo>
                  <a:close/>
                  <a:moveTo>
                    <a:pt x="11040" y="12617"/>
                  </a:moveTo>
                  <a:cubicBezTo>
                    <a:pt x="10840" y="12617"/>
                    <a:pt x="10676" y="12780"/>
                    <a:pt x="10676" y="12982"/>
                  </a:cubicBezTo>
                  <a:cubicBezTo>
                    <a:pt x="10676" y="13183"/>
                    <a:pt x="10840" y="13346"/>
                    <a:pt x="11040" y="13346"/>
                  </a:cubicBezTo>
                  <a:lnTo>
                    <a:pt x="11088" y="13346"/>
                  </a:lnTo>
                  <a:cubicBezTo>
                    <a:pt x="11289" y="13346"/>
                    <a:pt x="11452" y="13183"/>
                    <a:pt x="11452" y="12982"/>
                  </a:cubicBezTo>
                  <a:cubicBezTo>
                    <a:pt x="11452" y="12780"/>
                    <a:pt x="11289" y="12617"/>
                    <a:pt x="11088" y="12617"/>
                  </a:cubicBezTo>
                  <a:close/>
                  <a:moveTo>
                    <a:pt x="11040" y="14072"/>
                  </a:moveTo>
                  <a:cubicBezTo>
                    <a:pt x="10840" y="14072"/>
                    <a:pt x="10676" y="14236"/>
                    <a:pt x="10676" y="14436"/>
                  </a:cubicBezTo>
                  <a:cubicBezTo>
                    <a:pt x="10676" y="14638"/>
                    <a:pt x="10840" y="14801"/>
                    <a:pt x="11040" y="14801"/>
                  </a:cubicBezTo>
                  <a:lnTo>
                    <a:pt x="11088" y="14801"/>
                  </a:lnTo>
                  <a:cubicBezTo>
                    <a:pt x="11289" y="14801"/>
                    <a:pt x="11452" y="14638"/>
                    <a:pt x="11452" y="14436"/>
                  </a:cubicBezTo>
                  <a:cubicBezTo>
                    <a:pt x="11452" y="14236"/>
                    <a:pt x="11289" y="14072"/>
                    <a:pt x="11088" y="14072"/>
                  </a:cubicBezTo>
                  <a:close/>
                  <a:moveTo>
                    <a:pt x="10112" y="10676"/>
                  </a:moveTo>
                  <a:cubicBezTo>
                    <a:pt x="9639" y="10676"/>
                    <a:pt x="9221" y="10978"/>
                    <a:pt x="9072" y="11426"/>
                  </a:cubicBezTo>
                  <a:lnTo>
                    <a:pt x="7949" y="14791"/>
                  </a:lnTo>
                  <a:cubicBezTo>
                    <a:pt x="7899" y="14943"/>
                    <a:pt x="7759" y="15044"/>
                    <a:pt x="7599" y="15044"/>
                  </a:cubicBezTo>
                  <a:cubicBezTo>
                    <a:pt x="7463" y="15044"/>
                    <a:pt x="7337" y="14967"/>
                    <a:pt x="7273" y="14847"/>
                  </a:cubicBezTo>
                  <a:lnTo>
                    <a:pt x="6022" y="12459"/>
                  </a:lnTo>
                  <a:cubicBezTo>
                    <a:pt x="5957" y="12335"/>
                    <a:pt x="5830" y="12264"/>
                    <a:pt x="5699" y="12264"/>
                  </a:cubicBezTo>
                  <a:cubicBezTo>
                    <a:pt x="5642" y="12264"/>
                    <a:pt x="5584" y="12277"/>
                    <a:pt x="5530" y="12306"/>
                  </a:cubicBezTo>
                  <a:cubicBezTo>
                    <a:pt x="5350" y="12401"/>
                    <a:pt x="5283" y="12620"/>
                    <a:pt x="5377" y="12799"/>
                  </a:cubicBezTo>
                  <a:lnTo>
                    <a:pt x="6627" y="15186"/>
                  </a:lnTo>
                  <a:cubicBezTo>
                    <a:pt x="6818" y="15549"/>
                    <a:pt x="7189" y="15773"/>
                    <a:pt x="7599" y="15773"/>
                  </a:cubicBezTo>
                  <a:cubicBezTo>
                    <a:pt x="8071" y="15773"/>
                    <a:pt x="8489" y="15472"/>
                    <a:pt x="8638" y="15024"/>
                  </a:cubicBezTo>
                  <a:lnTo>
                    <a:pt x="9761" y="11658"/>
                  </a:lnTo>
                  <a:cubicBezTo>
                    <a:pt x="9811" y="11507"/>
                    <a:pt x="9951" y="11406"/>
                    <a:pt x="10112" y="11406"/>
                  </a:cubicBezTo>
                  <a:lnTo>
                    <a:pt x="11526" y="11406"/>
                  </a:lnTo>
                  <a:cubicBezTo>
                    <a:pt x="11726" y="11406"/>
                    <a:pt x="11890" y="11243"/>
                    <a:pt x="11890" y="11042"/>
                  </a:cubicBezTo>
                  <a:cubicBezTo>
                    <a:pt x="11890" y="10839"/>
                    <a:pt x="11726" y="10676"/>
                    <a:pt x="11526" y="10676"/>
                  </a:cubicBezTo>
                  <a:close/>
                  <a:moveTo>
                    <a:pt x="6674" y="725"/>
                  </a:moveTo>
                  <a:cubicBezTo>
                    <a:pt x="8198" y="725"/>
                    <a:pt x="9626" y="1302"/>
                    <a:pt x="10706" y="2300"/>
                  </a:cubicBezTo>
                  <a:cubicBezTo>
                    <a:pt x="10732" y="2325"/>
                    <a:pt x="10928" y="2494"/>
                    <a:pt x="11112" y="2716"/>
                  </a:cubicBezTo>
                  <a:cubicBezTo>
                    <a:pt x="11424" y="3088"/>
                    <a:pt x="11716" y="3483"/>
                    <a:pt x="11948" y="3927"/>
                  </a:cubicBezTo>
                  <a:cubicBezTo>
                    <a:pt x="12013" y="4051"/>
                    <a:pt x="12140" y="4123"/>
                    <a:pt x="12272" y="4123"/>
                  </a:cubicBezTo>
                  <a:cubicBezTo>
                    <a:pt x="12328" y="4123"/>
                    <a:pt x="12385" y="4109"/>
                    <a:pt x="12438" y="4082"/>
                  </a:cubicBezTo>
                  <a:cubicBezTo>
                    <a:pt x="12616" y="3989"/>
                    <a:pt x="12686" y="3769"/>
                    <a:pt x="12593" y="3591"/>
                  </a:cubicBezTo>
                  <a:cubicBezTo>
                    <a:pt x="12345" y="3115"/>
                    <a:pt x="12042" y="2676"/>
                    <a:pt x="11699" y="2283"/>
                  </a:cubicBezTo>
                  <a:cubicBezTo>
                    <a:pt x="12865" y="1276"/>
                    <a:pt x="14340" y="728"/>
                    <a:pt x="15892" y="728"/>
                  </a:cubicBezTo>
                  <a:cubicBezTo>
                    <a:pt x="19437" y="728"/>
                    <a:pt x="22322" y="3613"/>
                    <a:pt x="22322" y="7158"/>
                  </a:cubicBezTo>
                  <a:cubicBezTo>
                    <a:pt x="22322" y="10699"/>
                    <a:pt x="19444" y="13582"/>
                    <a:pt x="15908" y="13582"/>
                  </a:cubicBezTo>
                  <a:cubicBezTo>
                    <a:pt x="15904" y="13582"/>
                    <a:pt x="15901" y="13582"/>
                    <a:pt x="15897" y="13582"/>
                  </a:cubicBezTo>
                  <a:cubicBezTo>
                    <a:pt x="14765" y="13582"/>
                    <a:pt x="13653" y="13285"/>
                    <a:pt x="12681" y="12722"/>
                  </a:cubicBezTo>
                  <a:cubicBezTo>
                    <a:pt x="12636" y="12695"/>
                    <a:pt x="12406" y="12613"/>
                    <a:pt x="12330" y="12613"/>
                  </a:cubicBezTo>
                  <a:lnTo>
                    <a:pt x="12282" y="12613"/>
                  </a:lnTo>
                  <a:cubicBezTo>
                    <a:pt x="12082" y="12613"/>
                    <a:pt x="11918" y="12776"/>
                    <a:pt x="11918" y="12976"/>
                  </a:cubicBezTo>
                  <a:cubicBezTo>
                    <a:pt x="11918" y="13177"/>
                    <a:pt x="12310" y="13349"/>
                    <a:pt x="12318" y="13353"/>
                  </a:cubicBezTo>
                  <a:cubicBezTo>
                    <a:pt x="12835" y="13653"/>
                    <a:pt x="13388" y="13885"/>
                    <a:pt x="13960" y="14044"/>
                  </a:cubicBezTo>
                  <a:cubicBezTo>
                    <a:pt x="13464" y="16318"/>
                    <a:pt x="11449" y="17950"/>
                    <a:pt x="9102" y="17950"/>
                  </a:cubicBezTo>
                  <a:cubicBezTo>
                    <a:pt x="6359" y="17950"/>
                    <a:pt x="4128" y="15719"/>
                    <a:pt x="4128" y="12976"/>
                  </a:cubicBezTo>
                  <a:cubicBezTo>
                    <a:pt x="4128" y="12009"/>
                    <a:pt x="4408" y="11071"/>
                    <a:pt x="4933" y="10264"/>
                  </a:cubicBezTo>
                  <a:cubicBezTo>
                    <a:pt x="5043" y="10094"/>
                    <a:pt x="4995" y="9870"/>
                    <a:pt x="4827" y="9759"/>
                  </a:cubicBezTo>
                  <a:cubicBezTo>
                    <a:pt x="4765" y="9720"/>
                    <a:pt x="4696" y="9701"/>
                    <a:pt x="4628" y="9701"/>
                  </a:cubicBezTo>
                  <a:cubicBezTo>
                    <a:pt x="4508" y="9701"/>
                    <a:pt x="4392" y="9758"/>
                    <a:pt x="4322" y="9866"/>
                  </a:cubicBezTo>
                  <a:cubicBezTo>
                    <a:pt x="3949" y="10438"/>
                    <a:pt x="3686" y="11065"/>
                    <a:pt x="3538" y="11722"/>
                  </a:cubicBezTo>
                  <a:cubicBezTo>
                    <a:pt x="3528" y="11715"/>
                    <a:pt x="3517" y="11706"/>
                    <a:pt x="3505" y="11699"/>
                  </a:cubicBezTo>
                  <a:cubicBezTo>
                    <a:pt x="1767" y="10602"/>
                    <a:pt x="730" y="8720"/>
                    <a:pt x="730" y="6668"/>
                  </a:cubicBezTo>
                  <a:cubicBezTo>
                    <a:pt x="730" y="3391"/>
                    <a:pt x="3396" y="725"/>
                    <a:pt x="6674" y="725"/>
                  </a:cubicBezTo>
                  <a:close/>
                  <a:moveTo>
                    <a:pt x="6673" y="0"/>
                  </a:moveTo>
                  <a:cubicBezTo>
                    <a:pt x="2994" y="0"/>
                    <a:pt x="1" y="2993"/>
                    <a:pt x="1" y="6672"/>
                  </a:cubicBezTo>
                  <a:cubicBezTo>
                    <a:pt x="1" y="8976"/>
                    <a:pt x="1163" y="11086"/>
                    <a:pt x="3114" y="12317"/>
                  </a:cubicBezTo>
                  <a:cubicBezTo>
                    <a:pt x="3174" y="12354"/>
                    <a:pt x="3419" y="12489"/>
                    <a:pt x="3414" y="12520"/>
                  </a:cubicBezTo>
                  <a:cubicBezTo>
                    <a:pt x="3399" y="12699"/>
                    <a:pt x="3397" y="12799"/>
                    <a:pt x="3397" y="12979"/>
                  </a:cubicBezTo>
                  <a:cubicBezTo>
                    <a:pt x="3397" y="16124"/>
                    <a:pt x="5955" y="18682"/>
                    <a:pt x="9099" y="18682"/>
                  </a:cubicBezTo>
                  <a:cubicBezTo>
                    <a:pt x="11786" y="18682"/>
                    <a:pt x="14098" y="16813"/>
                    <a:pt x="14668" y="14209"/>
                  </a:cubicBezTo>
                  <a:cubicBezTo>
                    <a:pt x="15072" y="14280"/>
                    <a:pt x="15481" y="14315"/>
                    <a:pt x="15893" y="14315"/>
                  </a:cubicBezTo>
                  <a:cubicBezTo>
                    <a:pt x="19839" y="14315"/>
                    <a:pt x="23051" y="11106"/>
                    <a:pt x="23051" y="7158"/>
                  </a:cubicBezTo>
                  <a:cubicBezTo>
                    <a:pt x="23051" y="3212"/>
                    <a:pt x="19841" y="0"/>
                    <a:pt x="15892" y="0"/>
                  </a:cubicBezTo>
                  <a:cubicBezTo>
                    <a:pt x="14149" y="0"/>
                    <a:pt x="12495" y="621"/>
                    <a:pt x="11192" y="1760"/>
                  </a:cubicBezTo>
                  <a:cubicBezTo>
                    <a:pt x="9981" y="644"/>
                    <a:pt x="8380" y="0"/>
                    <a:pt x="6673" y="0"/>
                  </a:cubicBezTo>
                  <a:close/>
                  <a:moveTo>
                    <a:pt x="5216" y="20139"/>
                  </a:moveTo>
                  <a:cubicBezTo>
                    <a:pt x="5817" y="20139"/>
                    <a:pt x="6308" y="20629"/>
                    <a:pt x="6308" y="21232"/>
                  </a:cubicBezTo>
                  <a:cubicBezTo>
                    <a:pt x="6308" y="21833"/>
                    <a:pt x="5817" y="22323"/>
                    <a:pt x="5216" y="22323"/>
                  </a:cubicBezTo>
                  <a:cubicBezTo>
                    <a:pt x="4614" y="22323"/>
                    <a:pt x="4123" y="21833"/>
                    <a:pt x="4123" y="21232"/>
                  </a:cubicBezTo>
                  <a:cubicBezTo>
                    <a:pt x="4123" y="20629"/>
                    <a:pt x="4614" y="20139"/>
                    <a:pt x="5216" y="20139"/>
                  </a:cubicBezTo>
                  <a:close/>
                  <a:moveTo>
                    <a:pt x="5223" y="19413"/>
                  </a:moveTo>
                  <a:cubicBezTo>
                    <a:pt x="5221" y="19413"/>
                    <a:pt x="5219" y="19413"/>
                    <a:pt x="5218" y="19413"/>
                  </a:cubicBezTo>
                  <a:cubicBezTo>
                    <a:pt x="4216" y="19413"/>
                    <a:pt x="3399" y="20227"/>
                    <a:pt x="3399" y="21232"/>
                  </a:cubicBezTo>
                  <a:cubicBezTo>
                    <a:pt x="3399" y="22234"/>
                    <a:pt x="4214" y="23051"/>
                    <a:pt x="5218" y="23051"/>
                  </a:cubicBezTo>
                  <a:cubicBezTo>
                    <a:pt x="6220" y="23051"/>
                    <a:pt x="7037" y="22235"/>
                    <a:pt x="7037" y="21232"/>
                  </a:cubicBezTo>
                  <a:cubicBezTo>
                    <a:pt x="7037" y="20229"/>
                    <a:pt x="6224" y="19413"/>
                    <a:pt x="5223" y="19413"/>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8" name="Google Shape;5838;p69"/>
          <p:cNvGrpSpPr/>
          <p:nvPr/>
        </p:nvGrpSpPr>
        <p:grpSpPr>
          <a:xfrm>
            <a:off x="3393375" y="3237838"/>
            <a:ext cx="576275" cy="479175"/>
            <a:chOff x="3393375" y="3237838"/>
            <a:chExt cx="576275" cy="479175"/>
          </a:xfrm>
        </p:grpSpPr>
        <p:sp>
          <p:nvSpPr>
            <p:cNvPr id="5839" name="Google Shape;5839;p69"/>
            <p:cNvSpPr/>
            <p:nvPr/>
          </p:nvSpPr>
          <p:spPr>
            <a:xfrm>
              <a:off x="3402475" y="3623013"/>
              <a:ext cx="558075" cy="84925"/>
            </a:xfrm>
            <a:custGeom>
              <a:rect b="b" l="l" r="r" t="t"/>
              <a:pathLst>
                <a:path extrusionOk="0" h="3397" w="22323">
                  <a:moveTo>
                    <a:pt x="21355" y="0"/>
                  </a:moveTo>
                  <a:cubicBezTo>
                    <a:pt x="21354" y="0"/>
                    <a:pt x="21353" y="0"/>
                    <a:pt x="21352" y="0"/>
                  </a:cubicBezTo>
                  <a:lnTo>
                    <a:pt x="971" y="0"/>
                  </a:lnTo>
                  <a:cubicBezTo>
                    <a:pt x="435" y="0"/>
                    <a:pt x="0" y="434"/>
                    <a:pt x="0" y="971"/>
                  </a:cubicBezTo>
                  <a:lnTo>
                    <a:pt x="0" y="2427"/>
                  </a:lnTo>
                  <a:cubicBezTo>
                    <a:pt x="0" y="2962"/>
                    <a:pt x="434" y="3397"/>
                    <a:pt x="971" y="3397"/>
                  </a:cubicBezTo>
                  <a:lnTo>
                    <a:pt x="21352" y="3397"/>
                  </a:lnTo>
                  <a:cubicBezTo>
                    <a:pt x="21887" y="3397"/>
                    <a:pt x="22323" y="2963"/>
                    <a:pt x="22323" y="2427"/>
                  </a:cubicBezTo>
                  <a:lnTo>
                    <a:pt x="22323" y="971"/>
                  </a:lnTo>
                  <a:cubicBezTo>
                    <a:pt x="22323" y="435"/>
                    <a:pt x="21891" y="0"/>
                    <a:pt x="213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9"/>
            <p:cNvSpPr/>
            <p:nvPr/>
          </p:nvSpPr>
          <p:spPr>
            <a:xfrm>
              <a:off x="3602675" y="3647263"/>
              <a:ext cx="157725" cy="60675"/>
            </a:xfrm>
            <a:custGeom>
              <a:rect b="b" l="l" r="r" t="t"/>
              <a:pathLst>
                <a:path extrusionOk="0" h="2427" w="6309">
                  <a:moveTo>
                    <a:pt x="0" y="1"/>
                  </a:moveTo>
                  <a:lnTo>
                    <a:pt x="0" y="2427"/>
                  </a:lnTo>
                  <a:lnTo>
                    <a:pt x="6308" y="2427"/>
                  </a:lnTo>
                  <a:lnTo>
                    <a:pt x="63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9"/>
            <p:cNvSpPr/>
            <p:nvPr/>
          </p:nvSpPr>
          <p:spPr>
            <a:xfrm>
              <a:off x="3402475" y="3574488"/>
              <a:ext cx="558075" cy="97050"/>
            </a:xfrm>
            <a:custGeom>
              <a:rect b="b" l="l" r="r" t="t"/>
              <a:pathLst>
                <a:path extrusionOk="0" h="3882" w="22323">
                  <a:moveTo>
                    <a:pt x="971" y="0"/>
                  </a:moveTo>
                  <a:cubicBezTo>
                    <a:pt x="435" y="0"/>
                    <a:pt x="0" y="433"/>
                    <a:pt x="0" y="971"/>
                  </a:cubicBezTo>
                  <a:lnTo>
                    <a:pt x="0" y="2912"/>
                  </a:lnTo>
                  <a:cubicBezTo>
                    <a:pt x="0" y="3446"/>
                    <a:pt x="434" y="3881"/>
                    <a:pt x="971" y="3881"/>
                  </a:cubicBezTo>
                  <a:lnTo>
                    <a:pt x="21352" y="3881"/>
                  </a:lnTo>
                  <a:cubicBezTo>
                    <a:pt x="21887" y="3881"/>
                    <a:pt x="22323" y="3448"/>
                    <a:pt x="22323" y="2912"/>
                  </a:cubicBezTo>
                  <a:lnTo>
                    <a:pt x="22323" y="971"/>
                  </a:lnTo>
                  <a:cubicBezTo>
                    <a:pt x="22323" y="433"/>
                    <a:pt x="21890" y="0"/>
                    <a:pt x="213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9"/>
            <p:cNvSpPr/>
            <p:nvPr/>
          </p:nvSpPr>
          <p:spPr>
            <a:xfrm>
              <a:off x="3426775" y="3246938"/>
              <a:ext cx="509525" cy="339675"/>
            </a:xfrm>
            <a:custGeom>
              <a:rect b="b" l="l" r="r" t="t"/>
              <a:pathLst>
                <a:path extrusionOk="0" h="13587" w="20381">
                  <a:moveTo>
                    <a:pt x="969" y="1"/>
                  </a:moveTo>
                  <a:cubicBezTo>
                    <a:pt x="435" y="1"/>
                    <a:pt x="0" y="434"/>
                    <a:pt x="0" y="971"/>
                  </a:cubicBezTo>
                  <a:lnTo>
                    <a:pt x="0" y="12617"/>
                  </a:lnTo>
                  <a:cubicBezTo>
                    <a:pt x="0" y="13152"/>
                    <a:pt x="434" y="13587"/>
                    <a:pt x="969" y="13587"/>
                  </a:cubicBezTo>
                  <a:lnTo>
                    <a:pt x="19410" y="13587"/>
                  </a:lnTo>
                  <a:cubicBezTo>
                    <a:pt x="19945" y="13587"/>
                    <a:pt x="20380" y="13152"/>
                    <a:pt x="20380" y="12616"/>
                  </a:cubicBezTo>
                  <a:lnTo>
                    <a:pt x="20380" y="971"/>
                  </a:lnTo>
                  <a:cubicBezTo>
                    <a:pt x="20380" y="436"/>
                    <a:pt x="19947" y="1"/>
                    <a:pt x="19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9"/>
            <p:cNvSpPr/>
            <p:nvPr/>
          </p:nvSpPr>
          <p:spPr>
            <a:xfrm>
              <a:off x="3450950" y="3271163"/>
              <a:ext cx="461125" cy="303325"/>
            </a:xfrm>
            <a:custGeom>
              <a:rect b="b" l="l" r="r" t="t"/>
              <a:pathLst>
                <a:path extrusionOk="0" h="12133" w="18445">
                  <a:moveTo>
                    <a:pt x="4854" y="1"/>
                  </a:moveTo>
                  <a:lnTo>
                    <a:pt x="1" y="12133"/>
                  </a:lnTo>
                  <a:lnTo>
                    <a:pt x="1942" y="12133"/>
                  </a:lnTo>
                  <a:lnTo>
                    <a:pt x="6795" y="1"/>
                  </a:lnTo>
                  <a:close/>
                  <a:moveTo>
                    <a:pt x="8738" y="1"/>
                  </a:moveTo>
                  <a:lnTo>
                    <a:pt x="3885" y="12133"/>
                  </a:lnTo>
                  <a:lnTo>
                    <a:pt x="9707" y="12133"/>
                  </a:lnTo>
                  <a:lnTo>
                    <a:pt x="14560" y="1"/>
                  </a:lnTo>
                  <a:close/>
                  <a:moveTo>
                    <a:pt x="16501" y="1"/>
                  </a:moveTo>
                  <a:lnTo>
                    <a:pt x="11648" y="12133"/>
                  </a:lnTo>
                  <a:lnTo>
                    <a:pt x="13591" y="12133"/>
                  </a:lnTo>
                  <a:lnTo>
                    <a:pt x="18444" y="1"/>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9"/>
            <p:cNvSpPr/>
            <p:nvPr/>
          </p:nvSpPr>
          <p:spPr>
            <a:xfrm>
              <a:off x="3426775" y="3246913"/>
              <a:ext cx="509525" cy="339675"/>
            </a:xfrm>
            <a:custGeom>
              <a:rect b="b" l="l" r="r" t="t"/>
              <a:pathLst>
                <a:path extrusionOk="0" h="13587" w="20381">
                  <a:moveTo>
                    <a:pt x="969" y="0"/>
                  </a:moveTo>
                  <a:cubicBezTo>
                    <a:pt x="434" y="0"/>
                    <a:pt x="0" y="435"/>
                    <a:pt x="0" y="971"/>
                  </a:cubicBezTo>
                  <a:lnTo>
                    <a:pt x="0" y="1940"/>
                  </a:lnTo>
                  <a:lnTo>
                    <a:pt x="20380" y="1940"/>
                  </a:lnTo>
                  <a:lnTo>
                    <a:pt x="20380" y="971"/>
                  </a:lnTo>
                  <a:cubicBezTo>
                    <a:pt x="20380" y="434"/>
                    <a:pt x="19945" y="0"/>
                    <a:pt x="19410" y="0"/>
                  </a:cubicBezTo>
                  <a:close/>
                  <a:moveTo>
                    <a:pt x="0" y="11646"/>
                  </a:moveTo>
                  <a:lnTo>
                    <a:pt x="0" y="12617"/>
                  </a:lnTo>
                  <a:cubicBezTo>
                    <a:pt x="0" y="13151"/>
                    <a:pt x="434" y="13586"/>
                    <a:pt x="969" y="13586"/>
                  </a:cubicBezTo>
                  <a:lnTo>
                    <a:pt x="19410" y="13586"/>
                  </a:lnTo>
                  <a:cubicBezTo>
                    <a:pt x="19945" y="13586"/>
                    <a:pt x="20380" y="13153"/>
                    <a:pt x="20380" y="12617"/>
                  </a:cubicBezTo>
                  <a:lnTo>
                    <a:pt x="20380" y="116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9"/>
            <p:cNvSpPr/>
            <p:nvPr/>
          </p:nvSpPr>
          <p:spPr>
            <a:xfrm>
              <a:off x="3657225" y="3271163"/>
              <a:ext cx="48525" cy="48525"/>
            </a:xfrm>
            <a:custGeom>
              <a:rect b="b" l="l" r="r" t="t"/>
              <a:pathLst>
                <a:path extrusionOk="0" h="1941" w="1941">
                  <a:moveTo>
                    <a:pt x="972" y="1"/>
                  </a:moveTo>
                  <a:cubicBezTo>
                    <a:pt x="436" y="1"/>
                    <a:pt x="1" y="436"/>
                    <a:pt x="1" y="970"/>
                  </a:cubicBezTo>
                  <a:cubicBezTo>
                    <a:pt x="1" y="1505"/>
                    <a:pt x="434" y="1941"/>
                    <a:pt x="972" y="1941"/>
                  </a:cubicBezTo>
                  <a:cubicBezTo>
                    <a:pt x="1506" y="1941"/>
                    <a:pt x="1941" y="1507"/>
                    <a:pt x="1941" y="970"/>
                  </a:cubicBezTo>
                  <a:cubicBezTo>
                    <a:pt x="1941" y="436"/>
                    <a:pt x="1507" y="1"/>
                    <a:pt x="9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9"/>
            <p:cNvSpPr/>
            <p:nvPr/>
          </p:nvSpPr>
          <p:spPr>
            <a:xfrm>
              <a:off x="3393375" y="3237838"/>
              <a:ext cx="576275" cy="479175"/>
            </a:xfrm>
            <a:custGeom>
              <a:rect b="b" l="l" r="r" t="t"/>
              <a:pathLst>
                <a:path extrusionOk="0" h="19167" w="23051">
                  <a:moveTo>
                    <a:pt x="11503" y="1939"/>
                  </a:moveTo>
                  <a:cubicBezTo>
                    <a:pt x="11301" y="1939"/>
                    <a:pt x="11138" y="2103"/>
                    <a:pt x="11138" y="2303"/>
                  </a:cubicBezTo>
                  <a:cubicBezTo>
                    <a:pt x="11138" y="2506"/>
                    <a:pt x="11300" y="2667"/>
                    <a:pt x="11503" y="2667"/>
                  </a:cubicBezTo>
                  <a:lnTo>
                    <a:pt x="11550" y="2667"/>
                  </a:lnTo>
                  <a:cubicBezTo>
                    <a:pt x="11752" y="2667"/>
                    <a:pt x="11915" y="2504"/>
                    <a:pt x="11915" y="2303"/>
                  </a:cubicBezTo>
                  <a:cubicBezTo>
                    <a:pt x="11915" y="2103"/>
                    <a:pt x="11752" y="1939"/>
                    <a:pt x="11550" y="1939"/>
                  </a:cubicBezTo>
                  <a:close/>
                  <a:moveTo>
                    <a:pt x="20746" y="727"/>
                  </a:moveTo>
                  <a:cubicBezTo>
                    <a:pt x="21080" y="727"/>
                    <a:pt x="21353" y="1000"/>
                    <a:pt x="21353" y="1334"/>
                  </a:cubicBezTo>
                  <a:lnTo>
                    <a:pt x="21353" y="1939"/>
                  </a:lnTo>
                  <a:lnTo>
                    <a:pt x="12982" y="1939"/>
                  </a:lnTo>
                  <a:cubicBezTo>
                    <a:pt x="12782" y="1939"/>
                    <a:pt x="12617" y="2103"/>
                    <a:pt x="12617" y="2303"/>
                  </a:cubicBezTo>
                  <a:cubicBezTo>
                    <a:pt x="12617" y="2504"/>
                    <a:pt x="12782" y="2667"/>
                    <a:pt x="12982" y="2667"/>
                  </a:cubicBezTo>
                  <a:lnTo>
                    <a:pt x="21353" y="2667"/>
                  </a:lnTo>
                  <a:lnTo>
                    <a:pt x="21353" y="11646"/>
                  </a:lnTo>
                  <a:lnTo>
                    <a:pt x="1699" y="11646"/>
                  </a:lnTo>
                  <a:lnTo>
                    <a:pt x="1699" y="2667"/>
                  </a:lnTo>
                  <a:lnTo>
                    <a:pt x="10069" y="2667"/>
                  </a:lnTo>
                  <a:cubicBezTo>
                    <a:pt x="10269" y="2667"/>
                    <a:pt x="10433" y="2504"/>
                    <a:pt x="10433" y="2303"/>
                  </a:cubicBezTo>
                  <a:cubicBezTo>
                    <a:pt x="10433" y="2103"/>
                    <a:pt x="10269" y="1939"/>
                    <a:pt x="10069" y="1939"/>
                  </a:cubicBezTo>
                  <a:lnTo>
                    <a:pt x="1699" y="1939"/>
                  </a:lnTo>
                  <a:lnTo>
                    <a:pt x="1699" y="1334"/>
                  </a:lnTo>
                  <a:cubicBezTo>
                    <a:pt x="1699" y="1000"/>
                    <a:pt x="1970" y="727"/>
                    <a:pt x="2305" y="727"/>
                  </a:cubicBezTo>
                  <a:close/>
                  <a:moveTo>
                    <a:pt x="21353" y="12373"/>
                  </a:moveTo>
                  <a:lnTo>
                    <a:pt x="21353" y="12980"/>
                  </a:lnTo>
                  <a:cubicBezTo>
                    <a:pt x="21353" y="13314"/>
                    <a:pt x="21081" y="13585"/>
                    <a:pt x="20746" y="13585"/>
                  </a:cubicBezTo>
                  <a:lnTo>
                    <a:pt x="2305" y="13585"/>
                  </a:lnTo>
                  <a:cubicBezTo>
                    <a:pt x="1971" y="13585"/>
                    <a:pt x="1700" y="13314"/>
                    <a:pt x="1700" y="12980"/>
                  </a:cubicBezTo>
                  <a:lnTo>
                    <a:pt x="1700" y="12373"/>
                  </a:lnTo>
                  <a:close/>
                  <a:moveTo>
                    <a:pt x="2791" y="15285"/>
                  </a:moveTo>
                  <a:cubicBezTo>
                    <a:pt x="2590" y="15285"/>
                    <a:pt x="2426" y="15448"/>
                    <a:pt x="2426" y="15649"/>
                  </a:cubicBezTo>
                  <a:cubicBezTo>
                    <a:pt x="2426" y="15851"/>
                    <a:pt x="2590" y="16014"/>
                    <a:pt x="2791" y="16014"/>
                  </a:cubicBezTo>
                  <a:lnTo>
                    <a:pt x="2838" y="16014"/>
                  </a:lnTo>
                  <a:cubicBezTo>
                    <a:pt x="3040" y="16014"/>
                    <a:pt x="3204" y="15851"/>
                    <a:pt x="3204" y="15649"/>
                  </a:cubicBezTo>
                  <a:cubicBezTo>
                    <a:pt x="3204" y="15448"/>
                    <a:pt x="3040" y="15285"/>
                    <a:pt x="2838" y="15285"/>
                  </a:cubicBezTo>
                  <a:close/>
                  <a:moveTo>
                    <a:pt x="4245" y="15285"/>
                  </a:moveTo>
                  <a:cubicBezTo>
                    <a:pt x="4045" y="15285"/>
                    <a:pt x="3881" y="15448"/>
                    <a:pt x="3881" y="15649"/>
                  </a:cubicBezTo>
                  <a:cubicBezTo>
                    <a:pt x="3881" y="15851"/>
                    <a:pt x="4045" y="16014"/>
                    <a:pt x="4245" y="16014"/>
                  </a:cubicBezTo>
                  <a:lnTo>
                    <a:pt x="18803" y="16014"/>
                  </a:lnTo>
                  <a:cubicBezTo>
                    <a:pt x="19003" y="16014"/>
                    <a:pt x="19167" y="15851"/>
                    <a:pt x="19167" y="15649"/>
                  </a:cubicBezTo>
                  <a:cubicBezTo>
                    <a:pt x="19167" y="15448"/>
                    <a:pt x="19003" y="15285"/>
                    <a:pt x="18803" y="15285"/>
                  </a:cubicBezTo>
                  <a:close/>
                  <a:moveTo>
                    <a:pt x="20260" y="15285"/>
                  </a:moveTo>
                  <a:cubicBezTo>
                    <a:pt x="20059" y="15285"/>
                    <a:pt x="19896" y="15448"/>
                    <a:pt x="19896" y="15649"/>
                  </a:cubicBezTo>
                  <a:cubicBezTo>
                    <a:pt x="19896" y="15851"/>
                    <a:pt x="20059" y="16014"/>
                    <a:pt x="20260" y="16014"/>
                  </a:cubicBezTo>
                  <a:lnTo>
                    <a:pt x="20308" y="16014"/>
                  </a:lnTo>
                  <a:cubicBezTo>
                    <a:pt x="20508" y="16014"/>
                    <a:pt x="20672" y="15851"/>
                    <a:pt x="20672" y="15649"/>
                  </a:cubicBezTo>
                  <a:cubicBezTo>
                    <a:pt x="20672" y="15448"/>
                    <a:pt x="20508" y="15285"/>
                    <a:pt x="20308" y="15285"/>
                  </a:cubicBezTo>
                  <a:close/>
                  <a:moveTo>
                    <a:pt x="21773" y="13833"/>
                  </a:moveTo>
                  <a:cubicBezTo>
                    <a:pt x="22082" y="13861"/>
                    <a:pt x="22323" y="14120"/>
                    <a:pt x="22323" y="14437"/>
                  </a:cubicBezTo>
                  <a:lnTo>
                    <a:pt x="22323" y="15893"/>
                  </a:lnTo>
                  <a:lnTo>
                    <a:pt x="22323" y="16378"/>
                  </a:lnTo>
                  <a:cubicBezTo>
                    <a:pt x="22323" y="16712"/>
                    <a:pt x="22052" y="16983"/>
                    <a:pt x="21718" y="16983"/>
                  </a:cubicBezTo>
                  <a:lnTo>
                    <a:pt x="1335" y="16983"/>
                  </a:lnTo>
                  <a:cubicBezTo>
                    <a:pt x="1001" y="16983"/>
                    <a:pt x="728" y="16712"/>
                    <a:pt x="728" y="16378"/>
                  </a:cubicBezTo>
                  <a:lnTo>
                    <a:pt x="728" y="15893"/>
                  </a:lnTo>
                  <a:lnTo>
                    <a:pt x="728" y="14437"/>
                  </a:lnTo>
                  <a:cubicBezTo>
                    <a:pt x="728" y="14120"/>
                    <a:pt x="972" y="13861"/>
                    <a:pt x="1279" y="13833"/>
                  </a:cubicBezTo>
                  <a:cubicBezTo>
                    <a:pt x="1524" y="14127"/>
                    <a:pt x="1893" y="14316"/>
                    <a:pt x="2305" y="14316"/>
                  </a:cubicBezTo>
                  <a:lnTo>
                    <a:pt x="20746" y="14316"/>
                  </a:lnTo>
                  <a:cubicBezTo>
                    <a:pt x="21159" y="14316"/>
                    <a:pt x="21527" y="14127"/>
                    <a:pt x="21773" y="13833"/>
                  </a:cubicBezTo>
                  <a:close/>
                  <a:moveTo>
                    <a:pt x="728" y="17564"/>
                  </a:moveTo>
                  <a:cubicBezTo>
                    <a:pt x="911" y="17658"/>
                    <a:pt x="1117" y="17709"/>
                    <a:pt x="1335" y="17709"/>
                  </a:cubicBezTo>
                  <a:lnTo>
                    <a:pt x="8007" y="17709"/>
                  </a:lnTo>
                  <a:lnTo>
                    <a:pt x="8007" y="18438"/>
                  </a:lnTo>
                  <a:lnTo>
                    <a:pt x="1335" y="18438"/>
                  </a:lnTo>
                  <a:cubicBezTo>
                    <a:pt x="1334" y="18438"/>
                    <a:pt x="1333" y="18438"/>
                    <a:pt x="1332" y="18438"/>
                  </a:cubicBezTo>
                  <a:cubicBezTo>
                    <a:pt x="999" y="18438"/>
                    <a:pt x="728" y="18168"/>
                    <a:pt x="728" y="17833"/>
                  </a:cubicBezTo>
                  <a:lnTo>
                    <a:pt x="728" y="17564"/>
                  </a:lnTo>
                  <a:close/>
                  <a:moveTo>
                    <a:pt x="14315" y="17712"/>
                  </a:moveTo>
                  <a:lnTo>
                    <a:pt x="14315" y="18440"/>
                  </a:lnTo>
                  <a:lnTo>
                    <a:pt x="8735" y="18440"/>
                  </a:lnTo>
                  <a:lnTo>
                    <a:pt x="8735" y="17712"/>
                  </a:lnTo>
                  <a:close/>
                  <a:moveTo>
                    <a:pt x="22322" y="17566"/>
                  </a:moveTo>
                  <a:lnTo>
                    <a:pt x="22322" y="17834"/>
                  </a:lnTo>
                  <a:cubicBezTo>
                    <a:pt x="22322" y="18168"/>
                    <a:pt x="22050" y="18440"/>
                    <a:pt x="21716" y="18440"/>
                  </a:cubicBezTo>
                  <a:lnTo>
                    <a:pt x="15044" y="18440"/>
                  </a:lnTo>
                  <a:lnTo>
                    <a:pt x="15044" y="17712"/>
                  </a:lnTo>
                  <a:lnTo>
                    <a:pt x="21716" y="17712"/>
                  </a:lnTo>
                  <a:cubicBezTo>
                    <a:pt x="21935" y="17712"/>
                    <a:pt x="22141" y="17658"/>
                    <a:pt x="22322" y="17566"/>
                  </a:cubicBezTo>
                  <a:close/>
                  <a:moveTo>
                    <a:pt x="2305" y="1"/>
                  </a:moveTo>
                  <a:cubicBezTo>
                    <a:pt x="1571" y="1"/>
                    <a:pt x="972" y="599"/>
                    <a:pt x="972" y="1335"/>
                  </a:cubicBezTo>
                  <a:lnTo>
                    <a:pt x="972" y="12980"/>
                  </a:lnTo>
                  <a:cubicBezTo>
                    <a:pt x="972" y="13037"/>
                    <a:pt x="975" y="13094"/>
                    <a:pt x="982" y="13148"/>
                  </a:cubicBezTo>
                  <a:cubicBezTo>
                    <a:pt x="418" y="13303"/>
                    <a:pt x="0" y="13821"/>
                    <a:pt x="0" y="14434"/>
                  </a:cubicBezTo>
                  <a:lnTo>
                    <a:pt x="0" y="15890"/>
                  </a:lnTo>
                  <a:lnTo>
                    <a:pt x="0" y="16376"/>
                  </a:lnTo>
                  <a:lnTo>
                    <a:pt x="0" y="17833"/>
                  </a:lnTo>
                  <a:cubicBezTo>
                    <a:pt x="0" y="18568"/>
                    <a:pt x="599" y="19166"/>
                    <a:pt x="1335" y="19166"/>
                  </a:cubicBezTo>
                  <a:lnTo>
                    <a:pt x="21716" y="19166"/>
                  </a:lnTo>
                  <a:cubicBezTo>
                    <a:pt x="22451" y="19166"/>
                    <a:pt x="23051" y="18568"/>
                    <a:pt x="23051" y="17833"/>
                  </a:cubicBezTo>
                  <a:lnTo>
                    <a:pt x="23051" y="16376"/>
                  </a:lnTo>
                  <a:lnTo>
                    <a:pt x="23051" y="15893"/>
                  </a:lnTo>
                  <a:lnTo>
                    <a:pt x="23051" y="14437"/>
                  </a:lnTo>
                  <a:cubicBezTo>
                    <a:pt x="23051" y="13823"/>
                    <a:pt x="22634" y="13304"/>
                    <a:pt x="22070" y="13151"/>
                  </a:cubicBezTo>
                  <a:cubicBezTo>
                    <a:pt x="22077" y="13095"/>
                    <a:pt x="22080" y="13038"/>
                    <a:pt x="22080" y="12981"/>
                  </a:cubicBezTo>
                  <a:lnTo>
                    <a:pt x="22080" y="1335"/>
                  </a:lnTo>
                  <a:cubicBezTo>
                    <a:pt x="22080" y="599"/>
                    <a:pt x="21482" y="1"/>
                    <a:pt x="207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7" name="Google Shape;5847;p69"/>
          <p:cNvGrpSpPr/>
          <p:nvPr/>
        </p:nvGrpSpPr>
        <p:grpSpPr>
          <a:xfrm>
            <a:off x="3402200" y="2361913"/>
            <a:ext cx="576325" cy="576325"/>
            <a:chOff x="3402200" y="2361913"/>
            <a:chExt cx="576325" cy="576325"/>
          </a:xfrm>
        </p:grpSpPr>
        <p:sp>
          <p:nvSpPr>
            <p:cNvPr id="5848" name="Google Shape;5848;p69"/>
            <p:cNvSpPr/>
            <p:nvPr/>
          </p:nvSpPr>
          <p:spPr>
            <a:xfrm>
              <a:off x="3411300" y="2370963"/>
              <a:ext cx="558125" cy="424650"/>
            </a:xfrm>
            <a:custGeom>
              <a:rect b="b" l="l" r="r" t="t"/>
              <a:pathLst>
                <a:path extrusionOk="0" h="16986" w="22325">
                  <a:moveTo>
                    <a:pt x="1942" y="1"/>
                  </a:moveTo>
                  <a:cubicBezTo>
                    <a:pt x="869" y="1"/>
                    <a:pt x="0" y="870"/>
                    <a:pt x="0" y="1942"/>
                  </a:cubicBezTo>
                  <a:lnTo>
                    <a:pt x="0" y="15045"/>
                  </a:lnTo>
                  <a:cubicBezTo>
                    <a:pt x="0" y="16118"/>
                    <a:pt x="871" y="16986"/>
                    <a:pt x="1942" y="16986"/>
                  </a:cubicBezTo>
                  <a:lnTo>
                    <a:pt x="20383" y="16986"/>
                  </a:lnTo>
                  <a:cubicBezTo>
                    <a:pt x="21456" y="16986"/>
                    <a:pt x="22325" y="16118"/>
                    <a:pt x="22325" y="15045"/>
                  </a:cubicBezTo>
                  <a:lnTo>
                    <a:pt x="22325" y="1942"/>
                  </a:lnTo>
                  <a:cubicBezTo>
                    <a:pt x="22325" y="869"/>
                    <a:pt x="21453" y="1"/>
                    <a:pt x="203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9"/>
            <p:cNvSpPr/>
            <p:nvPr/>
          </p:nvSpPr>
          <p:spPr>
            <a:xfrm>
              <a:off x="3459900" y="2419563"/>
              <a:ext cx="461000" cy="327550"/>
            </a:xfrm>
            <a:custGeom>
              <a:rect b="b" l="l" r="r" t="t"/>
              <a:pathLst>
                <a:path extrusionOk="0" h="13102" w="18440">
                  <a:moveTo>
                    <a:pt x="970" y="1"/>
                  </a:moveTo>
                  <a:cubicBezTo>
                    <a:pt x="435" y="1"/>
                    <a:pt x="0" y="434"/>
                    <a:pt x="0" y="971"/>
                  </a:cubicBezTo>
                  <a:lnTo>
                    <a:pt x="0" y="12131"/>
                  </a:lnTo>
                  <a:cubicBezTo>
                    <a:pt x="0" y="12667"/>
                    <a:pt x="434" y="13102"/>
                    <a:pt x="970" y="13102"/>
                  </a:cubicBezTo>
                  <a:lnTo>
                    <a:pt x="17469" y="13102"/>
                  </a:lnTo>
                  <a:cubicBezTo>
                    <a:pt x="18006" y="13102"/>
                    <a:pt x="18439" y="12667"/>
                    <a:pt x="18439" y="12131"/>
                  </a:cubicBezTo>
                  <a:lnTo>
                    <a:pt x="18439" y="971"/>
                  </a:lnTo>
                  <a:cubicBezTo>
                    <a:pt x="18439" y="436"/>
                    <a:pt x="18006" y="1"/>
                    <a:pt x="174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9"/>
            <p:cNvSpPr/>
            <p:nvPr/>
          </p:nvSpPr>
          <p:spPr>
            <a:xfrm>
              <a:off x="3508400" y="2734938"/>
              <a:ext cx="218375" cy="194125"/>
            </a:xfrm>
            <a:custGeom>
              <a:rect b="b" l="l" r="r" t="t"/>
              <a:pathLst>
                <a:path extrusionOk="0" h="7765" w="8735">
                  <a:moveTo>
                    <a:pt x="4367" y="1"/>
                  </a:moveTo>
                  <a:cubicBezTo>
                    <a:pt x="1956" y="1"/>
                    <a:pt x="0" y="1956"/>
                    <a:pt x="0" y="4368"/>
                  </a:cubicBezTo>
                  <a:lnTo>
                    <a:pt x="0" y="7765"/>
                  </a:lnTo>
                  <a:lnTo>
                    <a:pt x="8734" y="7765"/>
                  </a:lnTo>
                  <a:lnTo>
                    <a:pt x="8734" y="4368"/>
                  </a:lnTo>
                  <a:cubicBezTo>
                    <a:pt x="8734" y="1956"/>
                    <a:pt x="6780" y="1"/>
                    <a:pt x="43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9"/>
            <p:cNvSpPr/>
            <p:nvPr/>
          </p:nvSpPr>
          <p:spPr>
            <a:xfrm>
              <a:off x="3508400" y="2735738"/>
              <a:ext cx="218375" cy="193325"/>
            </a:xfrm>
            <a:custGeom>
              <a:rect b="b" l="l" r="r" t="t"/>
              <a:pathLst>
                <a:path extrusionOk="0" h="7733" w="8735">
                  <a:moveTo>
                    <a:pt x="4899" y="0"/>
                  </a:moveTo>
                  <a:lnTo>
                    <a:pt x="4899" y="0"/>
                  </a:lnTo>
                  <a:cubicBezTo>
                    <a:pt x="5180" y="577"/>
                    <a:pt x="5338" y="1225"/>
                    <a:pt x="5338" y="1910"/>
                  </a:cubicBezTo>
                  <a:cubicBezTo>
                    <a:pt x="5338" y="3786"/>
                    <a:pt x="3817" y="5307"/>
                    <a:pt x="1941" y="5307"/>
                  </a:cubicBezTo>
                  <a:lnTo>
                    <a:pt x="0" y="5307"/>
                  </a:lnTo>
                  <a:lnTo>
                    <a:pt x="0" y="7733"/>
                  </a:lnTo>
                  <a:lnTo>
                    <a:pt x="8734" y="7733"/>
                  </a:lnTo>
                  <a:lnTo>
                    <a:pt x="8734" y="4336"/>
                  </a:lnTo>
                  <a:cubicBezTo>
                    <a:pt x="8734" y="2105"/>
                    <a:pt x="7060" y="263"/>
                    <a:pt x="4899"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9"/>
            <p:cNvSpPr/>
            <p:nvPr/>
          </p:nvSpPr>
          <p:spPr>
            <a:xfrm>
              <a:off x="3690375" y="2734938"/>
              <a:ext cx="218375" cy="194125"/>
            </a:xfrm>
            <a:custGeom>
              <a:rect b="b" l="l" r="r" t="t"/>
              <a:pathLst>
                <a:path extrusionOk="0" h="7765" w="8735">
                  <a:moveTo>
                    <a:pt x="4369" y="1"/>
                  </a:moveTo>
                  <a:cubicBezTo>
                    <a:pt x="1956" y="1"/>
                    <a:pt x="0" y="1956"/>
                    <a:pt x="0" y="4368"/>
                  </a:cubicBezTo>
                  <a:lnTo>
                    <a:pt x="0" y="7765"/>
                  </a:lnTo>
                  <a:lnTo>
                    <a:pt x="8734" y="7765"/>
                  </a:lnTo>
                  <a:lnTo>
                    <a:pt x="8734" y="4368"/>
                  </a:lnTo>
                  <a:cubicBezTo>
                    <a:pt x="8734" y="1956"/>
                    <a:pt x="6779" y="1"/>
                    <a:pt x="43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9"/>
            <p:cNvSpPr/>
            <p:nvPr/>
          </p:nvSpPr>
          <p:spPr>
            <a:xfrm>
              <a:off x="3690375" y="2735738"/>
              <a:ext cx="218375" cy="193325"/>
            </a:xfrm>
            <a:custGeom>
              <a:rect b="b" l="l" r="r" t="t"/>
              <a:pathLst>
                <a:path extrusionOk="0" h="7733" w="8735">
                  <a:moveTo>
                    <a:pt x="4900" y="0"/>
                  </a:moveTo>
                  <a:cubicBezTo>
                    <a:pt x="5180" y="577"/>
                    <a:pt x="5338" y="1225"/>
                    <a:pt x="5338" y="1910"/>
                  </a:cubicBezTo>
                  <a:cubicBezTo>
                    <a:pt x="5338" y="3786"/>
                    <a:pt x="3817" y="5307"/>
                    <a:pt x="1941" y="5307"/>
                  </a:cubicBezTo>
                  <a:lnTo>
                    <a:pt x="0" y="5307"/>
                  </a:lnTo>
                  <a:lnTo>
                    <a:pt x="0" y="7733"/>
                  </a:lnTo>
                  <a:lnTo>
                    <a:pt x="8734" y="7733"/>
                  </a:lnTo>
                  <a:lnTo>
                    <a:pt x="8734" y="4336"/>
                  </a:lnTo>
                  <a:cubicBezTo>
                    <a:pt x="8734" y="2105"/>
                    <a:pt x="7062" y="263"/>
                    <a:pt x="4900"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9"/>
            <p:cNvSpPr/>
            <p:nvPr/>
          </p:nvSpPr>
          <p:spPr>
            <a:xfrm>
              <a:off x="3544775" y="2589363"/>
              <a:ext cx="327625" cy="194150"/>
            </a:xfrm>
            <a:custGeom>
              <a:rect b="b" l="l" r="r" t="t"/>
              <a:pathLst>
                <a:path extrusionOk="0" h="7766" w="13105">
                  <a:moveTo>
                    <a:pt x="2912" y="0"/>
                  </a:moveTo>
                  <a:cubicBezTo>
                    <a:pt x="1305" y="0"/>
                    <a:pt x="0" y="1305"/>
                    <a:pt x="0" y="2912"/>
                  </a:cubicBezTo>
                  <a:cubicBezTo>
                    <a:pt x="0" y="3886"/>
                    <a:pt x="481" y="4747"/>
                    <a:pt x="1214" y="5277"/>
                  </a:cubicBezTo>
                  <a:lnTo>
                    <a:pt x="1214" y="6067"/>
                  </a:lnTo>
                  <a:cubicBezTo>
                    <a:pt x="1214" y="7005"/>
                    <a:pt x="1974" y="7765"/>
                    <a:pt x="2912" y="7765"/>
                  </a:cubicBezTo>
                  <a:cubicBezTo>
                    <a:pt x="3850" y="7765"/>
                    <a:pt x="4611" y="7005"/>
                    <a:pt x="4611" y="6067"/>
                  </a:cubicBezTo>
                  <a:lnTo>
                    <a:pt x="4611" y="5277"/>
                  </a:lnTo>
                  <a:cubicBezTo>
                    <a:pt x="5347" y="4747"/>
                    <a:pt x="5824" y="3886"/>
                    <a:pt x="5824" y="2912"/>
                  </a:cubicBezTo>
                  <a:cubicBezTo>
                    <a:pt x="5824" y="1305"/>
                    <a:pt x="4521" y="0"/>
                    <a:pt x="2912" y="0"/>
                  </a:cubicBezTo>
                  <a:close/>
                  <a:moveTo>
                    <a:pt x="10193" y="0"/>
                  </a:moveTo>
                  <a:cubicBezTo>
                    <a:pt x="8585" y="0"/>
                    <a:pt x="7281" y="1305"/>
                    <a:pt x="7281" y="2912"/>
                  </a:cubicBezTo>
                  <a:cubicBezTo>
                    <a:pt x="7281" y="3886"/>
                    <a:pt x="7758" y="4747"/>
                    <a:pt x="8494" y="5277"/>
                  </a:cubicBezTo>
                  <a:lnTo>
                    <a:pt x="8494" y="6067"/>
                  </a:lnTo>
                  <a:cubicBezTo>
                    <a:pt x="8494" y="7005"/>
                    <a:pt x="9255" y="7765"/>
                    <a:pt x="10193" y="7765"/>
                  </a:cubicBezTo>
                  <a:cubicBezTo>
                    <a:pt x="11131" y="7765"/>
                    <a:pt x="11891" y="7005"/>
                    <a:pt x="11891" y="6067"/>
                  </a:cubicBezTo>
                  <a:lnTo>
                    <a:pt x="11891" y="5277"/>
                  </a:lnTo>
                  <a:cubicBezTo>
                    <a:pt x="12624" y="4748"/>
                    <a:pt x="13104" y="3887"/>
                    <a:pt x="13104" y="2912"/>
                  </a:cubicBezTo>
                  <a:cubicBezTo>
                    <a:pt x="13104" y="1305"/>
                    <a:pt x="11800" y="0"/>
                    <a:pt x="10193" y="0"/>
                  </a:cubicBezTo>
                  <a:close/>
                </a:path>
              </a:pathLst>
            </a:custGeom>
            <a:solidFill>
              <a:srgbClr val="CE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9"/>
            <p:cNvSpPr/>
            <p:nvPr/>
          </p:nvSpPr>
          <p:spPr>
            <a:xfrm>
              <a:off x="3544800" y="2589363"/>
              <a:ext cx="145600" cy="121350"/>
            </a:xfrm>
            <a:custGeom>
              <a:rect b="b" l="l" r="r" t="t"/>
              <a:pathLst>
                <a:path extrusionOk="0" h="4854" w="5824">
                  <a:moveTo>
                    <a:pt x="2911" y="0"/>
                  </a:moveTo>
                  <a:cubicBezTo>
                    <a:pt x="1304" y="0"/>
                    <a:pt x="1" y="1305"/>
                    <a:pt x="1" y="2912"/>
                  </a:cubicBezTo>
                  <a:cubicBezTo>
                    <a:pt x="1" y="3653"/>
                    <a:pt x="278" y="4329"/>
                    <a:pt x="734" y="4843"/>
                  </a:cubicBezTo>
                  <a:cubicBezTo>
                    <a:pt x="812" y="4851"/>
                    <a:pt x="892" y="4853"/>
                    <a:pt x="971" y="4853"/>
                  </a:cubicBezTo>
                  <a:cubicBezTo>
                    <a:pt x="2239" y="4853"/>
                    <a:pt x="3316" y="4043"/>
                    <a:pt x="3717" y="2912"/>
                  </a:cubicBezTo>
                  <a:lnTo>
                    <a:pt x="5823" y="2912"/>
                  </a:lnTo>
                  <a:cubicBezTo>
                    <a:pt x="5823" y="1345"/>
                    <a:pt x="4587" y="70"/>
                    <a:pt x="3036" y="5"/>
                  </a:cubicBezTo>
                  <a:cubicBezTo>
                    <a:pt x="2995" y="2"/>
                    <a:pt x="2952" y="0"/>
                    <a:pt x="291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9"/>
            <p:cNvSpPr/>
            <p:nvPr/>
          </p:nvSpPr>
          <p:spPr>
            <a:xfrm>
              <a:off x="3508400" y="2589363"/>
              <a:ext cx="106775" cy="72825"/>
            </a:xfrm>
            <a:custGeom>
              <a:rect b="b" l="l" r="r" t="t"/>
              <a:pathLst>
                <a:path extrusionOk="0" h="2913" w="4271">
                  <a:moveTo>
                    <a:pt x="1941" y="0"/>
                  </a:moveTo>
                  <a:cubicBezTo>
                    <a:pt x="869" y="0"/>
                    <a:pt x="0" y="871"/>
                    <a:pt x="0" y="1942"/>
                  </a:cubicBezTo>
                  <a:lnTo>
                    <a:pt x="0" y="2912"/>
                  </a:lnTo>
                  <a:lnTo>
                    <a:pt x="2328" y="2912"/>
                  </a:lnTo>
                  <a:cubicBezTo>
                    <a:pt x="3401" y="2912"/>
                    <a:pt x="4271" y="2041"/>
                    <a:pt x="4271" y="971"/>
                  </a:cubicBezTo>
                  <a:lnTo>
                    <a:pt x="427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9"/>
            <p:cNvSpPr/>
            <p:nvPr/>
          </p:nvSpPr>
          <p:spPr>
            <a:xfrm>
              <a:off x="3578125" y="2471088"/>
              <a:ext cx="224500" cy="66750"/>
            </a:xfrm>
            <a:custGeom>
              <a:rect b="b" l="l" r="r" t="t"/>
              <a:pathLst>
                <a:path extrusionOk="0" h="2670" w="8980">
                  <a:moveTo>
                    <a:pt x="366" y="0"/>
                  </a:moveTo>
                  <a:cubicBezTo>
                    <a:pt x="164" y="0"/>
                    <a:pt x="1" y="164"/>
                    <a:pt x="1" y="366"/>
                  </a:cubicBezTo>
                  <a:cubicBezTo>
                    <a:pt x="1" y="566"/>
                    <a:pt x="164" y="729"/>
                    <a:pt x="366" y="729"/>
                  </a:cubicBezTo>
                  <a:lnTo>
                    <a:pt x="8616" y="729"/>
                  </a:lnTo>
                  <a:cubicBezTo>
                    <a:pt x="8816" y="729"/>
                    <a:pt x="8979" y="566"/>
                    <a:pt x="8979" y="366"/>
                  </a:cubicBezTo>
                  <a:cubicBezTo>
                    <a:pt x="8979" y="162"/>
                    <a:pt x="8816" y="0"/>
                    <a:pt x="8616" y="0"/>
                  </a:cubicBezTo>
                  <a:close/>
                  <a:moveTo>
                    <a:pt x="2040" y="1940"/>
                  </a:moveTo>
                  <a:cubicBezTo>
                    <a:pt x="1840" y="1940"/>
                    <a:pt x="1676" y="2104"/>
                    <a:pt x="1676" y="2305"/>
                  </a:cubicBezTo>
                  <a:cubicBezTo>
                    <a:pt x="1676" y="2506"/>
                    <a:pt x="1840" y="2669"/>
                    <a:pt x="2040" y="2669"/>
                  </a:cubicBezTo>
                  <a:lnTo>
                    <a:pt x="2088" y="2669"/>
                  </a:lnTo>
                  <a:cubicBezTo>
                    <a:pt x="2289" y="2669"/>
                    <a:pt x="2452" y="2506"/>
                    <a:pt x="2452" y="2305"/>
                  </a:cubicBezTo>
                  <a:cubicBezTo>
                    <a:pt x="2452" y="2104"/>
                    <a:pt x="2289" y="1940"/>
                    <a:pt x="2088" y="1940"/>
                  </a:cubicBezTo>
                  <a:close/>
                  <a:moveTo>
                    <a:pt x="3545" y="1940"/>
                  </a:moveTo>
                  <a:cubicBezTo>
                    <a:pt x="3345" y="1940"/>
                    <a:pt x="3181" y="2104"/>
                    <a:pt x="3181" y="2305"/>
                  </a:cubicBezTo>
                  <a:cubicBezTo>
                    <a:pt x="3181" y="2506"/>
                    <a:pt x="3345" y="2669"/>
                    <a:pt x="3545" y="2669"/>
                  </a:cubicBezTo>
                  <a:lnTo>
                    <a:pt x="6942" y="2669"/>
                  </a:lnTo>
                  <a:cubicBezTo>
                    <a:pt x="7142" y="2669"/>
                    <a:pt x="7305" y="2506"/>
                    <a:pt x="7305" y="2305"/>
                  </a:cubicBezTo>
                  <a:cubicBezTo>
                    <a:pt x="7304" y="2104"/>
                    <a:pt x="7142" y="1940"/>
                    <a:pt x="6942" y="194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9"/>
            <p:cNvSpPr/>
            <p:nvPr/>
          </p:nvSpPr>
          <p:spPr>
            <a:xfrm>
              <a:off x="3726775" y="2589363"/>
              <a:ext cx="145625" cy="72825"/>
            </a:xfrm>
            <a:custGeom>
              <a:rect b="b" l="l" r="r" t="t"/>
              <a:pathLst>
                <a:path extrusionOk="0" h="2913" w="5825">
                  <a:moveTo>
                    <a:pt x="2913" y="0"/>
                  </a:moveTo>
                  <a:cubicBezTo>
                    <a:pt x="1304" y="0"/>
                    <a:pt x="1" y="1305"/>
                    <a:pt x="1" y="2912"/>
                  </a:cubicBezTo>
                  <a:lnTo>
                    <a:pt x="5824" y="2912"/>
                  </a:lnTo>
                  <a:cubicBezTo>
                    <a:pt x="5824" y="1305"/>
                    <a:pt x="4520" y="0"/>
                    <a:pt x="29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9"/>
            <p:cNvSpPr/>
            <p:nvPr/>
          </p:nvSpPr>
          <p:spPr>
            <a:xfrm>
              <a:off x="3726750" y="2589363"/>
              <a:ext cx="97150" cy="121350"/>
            </a:xfrm>
            <a:custGeom>
              <a:rect b="b" l="l" r="r" t="t"/>
              <a:pathLst>
                <a:path extrusionOk="0" h="4854" w="3886">
                  <a:moveTo>
                    <a:pt x="2914" y="0"/>
                  </a:moveTo>
                  <a:cubicBezTo>
                    <a:pt x="1304" y="0"/>
                    <a:pt x="0" y="1305"/>
                    <a:pt x="2" y="2912"/>
                  </a:cubicBezTo>
                  <a:cubicBezTo>
                    <a:pt x="2" y="3653"/>
                    <a:pt x="279" y="4329"/>
                    <a:pt x="735" y="4842"/>
                  </a:cubicBezTo>
                  <a:cubicBezTo>
                    <a:pt x="813" y="4851"/>
                    <a:pt x="894" y="4853"/>
                    <a:pt x="974" y="4853"/>
                  </a:cubicBezTo>
                  <a:cubicBezTo>
                    <a:pt x="2581" y="4853"/>
                    <a:pt x="3886" y="3550"/>
                    <a:pt x="3886" y="1942"/>
                  </a:cubicBezTo>
                  <a:cubicBezTo>
                    <a:pt x="3886" y="1201"/>
                    <a:pt x="3609" y="525"/>
                    <a:pt x="3151" y="12"/>
                  </a:cubicBezTo>
                  <a:cubicBezTo>
                    <a:pt x="3073" y="5"/>
                    <a:pt x="2993" y="0"/>
                    <a:pt x="29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9"/>
            <p:cNvSpPr/>
            <p:nvPr/>
          </p:nvSpPr>
          <p:spPr>
            <a:xfrm>
              <a:off x="3402200" y="2361913"/>
              <a:ext cx="576325" cy="576325"/>
            </a:xfrm>
            <a:custGeom>
              <a:rect b="b" l="l" r="r" t="t"/>
              <a:pathLst>
                <a:path extrusionOk="0" h="23053" w="23053">
                  <a:moveTo>
                    <a:pt x="7767" y="9462"/>
                  </a:moveTo>
                  <a:lnTo>
                    <a:pt x="7767" y="10069"/>
                  </a:lnTo>
                  <a:cubicBezTo>
                    <a:pt x="7767" y="10939"/>
                    <a:pt x="7059" y="11646"/>
                    <a:pt x="6189" y="11646"/>
                  </a:cubicBezTo>
                  <a:lnTo>
                    <a:pt x="4612" y="11646"/>
                  </a:lnTo>
                  <a:lnTo>
                    <a:pt x="4612" y="11040"/>
                  </a:lnTo>
                  <a:cubicBezTo>
                    <a:pt x="4612" y="10170"/>
                    <a:pt x="5318" y="9462"/>
                    <a:pt x="6189" y="9462"/>
                  </a:cubicBezTo>
                  <a:close/>
                  <a:moveTo>
                    <a:pt x="8615" y="9465"/>
                  </a:moveTo>
                  <a:cubicBezTo>
                    <a:pt x="9896" y="9465"/>
                    <a:pt x="10959" y="10414"/>
                    <a:pt x="11136" y="11648"/>
                  </a:cubicBezTo>
                  <a:lnTo>
                    <a:pt x="9893" y="11648"/>
                  </a:lnTo>
                  <a:cubicBezTo>
                    <a:pt x="9930" y="11452"/>
                    <a:pt x="9950" y="11250"/>
                    <a:pt x="9950" y="11042"/>
                  </a:cubicBezTo>
                  <a:cubicBezTo>
                    <a:pt x="9950" y="10841"/>
                    <a:pt x="9786" y="10677"/>
                    <a:pt x="9586" y="10677"/>
                  </a:cubicBezTo>
                  <a:cubicBezTo>
                    <a:pt x="9384" y="10677"/>
                    <a:pt x="9221" y="10841"/>
                    <a:pt x="9221" y="11042"/>
                  </a:cubicBezTo>
                  <a:cubicBezTo>
                    <a:pt x="9221" y="12446"/>
                    <a:pt x="8080" y="13589"/>
                    <a:pt x="6674" y="13589"/>
                  </a:cubicBezTo>
                  <a:cubicBezTo>
                    <a:pt x="6657" y="13589"/>
                    <a:pt x="6639" y="13590"/>
                    <a:pt x="6621" y="13593"/>
                  </a:cubicBezTo>
                  <a:cubicBezTo>
                    <a:pt x="6346" y="13248"/>
                    <a:pt x="6160" y="12830"/>
                    <a:pt x="6094" y="12375"/>
                  </a:cubicBezTo>
                  <a:lnTo>
                    <a:pt x="6189" y="12375"/>
                  </a:lnTo>
                  <a:cubicBezTo>
                    <a:pt x="7461" y="12375"/>
                    <a:pt x="8494" y="11341"/>
                    <a:pt x="8494" y="10070"/>
                  </a:cubicBezTo>
                  <a:lnTo>
                    <a:pt x="8494" y="9465"/>
                  </a:lnTo>
                  <a:close/>
                  <a:moveTo>
                    <a:pt x="15894" y="9465"/>
                  </a:moveTo>
                  <a:cubicBezTo>
                    <a:pt x="17175" y="9465"/>
                    <a:pt x="18236" y="10414"/>
                    <a:pt x="18414" y="11648"/>
                  </a:cubicBezTo>
                  <a:lnTo>
                    <a:pt x="17170" y="11648"/>
                  </a:lnTo>
                  <a:cubicBezTo>
                    <a:pt x="17209" y="11452"/>
                    <a:pt x="17227" y="11250"/>
                    <a:pt x="17227" y="11042"/>
                  </a:cubicBezTo>
                  <a:cubicBezTo>
                    <a:pt x="17227" y="10841"/>
                    <a:pt x="17064" y="10677"/>
                    <a:pt x="16863" y="10677"/>
                  </a:cubicBezTo>
                  <a:cubicBezTo>
                    <a:pt x="16663" y="10677"/>
                    <a:pt x="16500" y="10841"/>
                    <a:pt x="16500" y="11042"/>
                  </a:cubicBezTo>
                  <a:cubicBezTo>
                    <a:pt x="16500" y="12446"/>
                    <a:pt x="15357" y="13589"/>
                    <a:pt x="13952" y="13589"/>
                  </a:cubicBezTo>
                  <a:cubicBezTo>
                    <a:pt x="13934" y="13589"/>
                    <a:pt x="13916" y="13590"/>
                    <a:pt x="13899" y="13593"/>
                  </a:cubicBezTo>
                  <a:cubicBezTo>
                    <a:pt x="13554" y="13157"/>
                    <a:pt x="13346" y="12608"/>
                    <a:pt x="13346" y="12012"/>
                  </a:cubicBezTo>
                  <a:cubicBezTo>
                    <a:pt x="13346" y="10606"/>
                    <a:pt x="14489" y="9465"/>
                    <a:pt x="15894" y="9465"/>
                  </a:cubicBezTo>
                  <a:close/>
                  <a:moveTo>
                    <a:pt x="11136" y="12375"/>
                  </a:moveTo>
                  <a:cubicBezTo>
                    <a:pt x="10960" y="13609"/>
                    <a:pt x="9897" y="14560"/>
                    <a:pt x="8615" y="14560"/>
                  </a:cubicBezTo>
                  <a:cubicBezTo>
                    <a:pt x="8168" y="14560"/>
                    <a:pt x="7747" y="14442"/>
                    <a:pt x="7379" y="14240"/>
                  </a:cubicBezTo>
                  <a:cubicBezTo>
                    <a:pt x="8401" y="14014"/>
                    <a:pt x="9245" y="13310"/>
                    <a:pt x="9664" y="12375"/>
                  </a:cubicBezTo>
                  <a:close/>
                  <a:moveTo>
                    <a:pt x="18417" y="12375"/>
                  </a:moveTo>
                  <a:cubicBezTo>
                    <a:pt x="18240" y="13609"/>
                    <a:pt x="17176" y="14560"/>
                    <a:pt x="15896" y="14560"/>
                  </a:cubicBezTo>
                  <a:cubicBezTo>
                    <a:pt x="15448" y="14560"/>
                    <a:pt x="15027" y="14442"/>
                    <a:pt x="14659" y="14240"/>
                  </a:cubicBezTo>
                  <a:cubicBezTo>
                    <a:pt x="15681" y="14014"/>
                    <a:pt x="16524" y="13310"/>
                    <a:pt x="16943" y="12375"/>
                  </a:cubicBezTo>
                  <a:close/>
                  <a:moveTo>
                    <a:pt x="3278" y="1943"/>
                  </a:moveTo>
                  <a:cubicBezTo>
                    <a:pt x="2543" y="1943"/>
                    <a:pt x="1943" y="2541"/>
                    <a:pt x="1943" y="3277"/>
                  </a:cubicBezTo>
                  <a:lnTo>
                    <a:pt x="1943" y="14437"/>
                  </a:lnTo>
                  <a:cubicBezTo>
                    <a:pt x="1943" y="15174"/>
                    <a:pt x="2541" y="15772"/>
                    <a:pt x="3278" y="15772"/>
                  </a:cubicBezTo>
                  <a:lnTo>
                    <a:pt x="4248" y="15772"/>
                  </a:lnTo>
                  <a:cubicBezTo>
                    <a:pt x="4449" y="15772"/>
                    <a:pt x="4612" y="15608"/>
                    <a:pt x="4612" y="15408"/>
                  </a:cubicBezTo>
                  <a:cubicBezTo>
                    <a:pt x="4612" y="15208"/>
                    <a:pt x="4449" y="15044"/>
                    <a:pt x="4248" y="15044"/>
                  </a:cubicBezTo>
                  <a:lnTo>
                    <a:pt x="3278" y="15044"/>
                  </a:lnTo>
                  <a:cubicBezTo>
                    <a:pt x="2944" y="15044"/>
                    <a:pt x="2672" y="14773"/>
                    <a:pt x="2672" y="14437"/>
                  </a:cubicBezTo>
                  <a:lnTo>
                    <a:pt x="2672" y="3277"/>
                  </a:lnTo>
                  <a:cubicBezTo>
                    <a:pt x="2672" y="2943"/>
                    <a:pt x="2944" y="2671"/>
                    <a:pt x="3278" y="2671"/>
                  </a:cubicBezTo>
                  <a:lnTo>
                    <a:pt x="19777" y="2671"/>
                  </a:lnTo>
                  <a:cubicBezTo>
                    <a:pt x="20111" y="2671"/>
                    <a:pt x="20382" y="2943"/>
                    <a:pt x="20382" y="3277"/>
                  </a:cubicBezTo>
                  <a:lnTo>
                    <a:pt x="20382" y="14437"/>
                  </a:lnTo>
                  <a:cubicBezTo>
                    <a:pt x="20385" y="14773"/>
                    <a:pt x="20111" y="15044"/>
                    <a:pt x="19777" y="15044"/>
                  </a:cubicBezTo>
                  <a:cubicBezTo>
                    <a:pt x="19576" y="15044"/>
                    <a:pt x="19413" y="15208"/>
                    <a:pt x="19413" y="15408"/>
                  </a:cubicBezTo>
                  <a:cubicBezTo>
                    <a:pt x="19413" y="15608"/>
                    <a:pt x="19576" y="15772"/>
                    <a:pt x="19777" y="15772"/>
                  </a:cubicBezTo>
                  <a:cubicBezTo>
                    <a:pt x="20513" y="15772"/>
                    <a:pt x="21111" y="15174"/>
                    <a:pt x="21111" y="14437"/>
                  </a:cubicBezTo>
                  <a:lnTo>
                    <a:pt x="21111" y="3277"/>
                  </a:lnTo>
                  <a:cubicBezTo>
                    <a:pt x="21111" y="2541"/>
                    <a:pt x="20513" y="1943"/>
                    <a:pt x="19777" y="1943"/>
                  </a:cubicBezTo>
                  <a:close/>
                  <a:moveTo>
                    <a:pt x="8615" y="15286"/>
                  </a:moveTo>
                  <a:cubicBezTo>
                    <a:pt x="9062" y="15286"/>
                    <a:pt x="9496" y="15360"/>
                    <a:pt x="9907" y="15499"/>
                  </a:cubicBezTo>
                  <a:cubicBezTo>
                    <a:pt x="9758" y="16076"/>
                    <a:pt x="9233" y="16499"/>
                    <a:pt x="8615" y="16499"/>
                  </a:cubicBezTo>
                  <a:cubicBezTo>
                    <a:pt x="8000" y="16499"/>
                    <a:pt x="7474" y="16077"/>
                    <a:pt x="7325" y="15500"/>
                  </a:cubicBezTo>
                  <a:cubicBezTo>
                    <a:pt x="7730" y="15363"/>
                    <a:pt x="8165" y="15286"/>
                    <a:pt x="8615" y="15286"/>
                  </a:cubicBezTo>
                  <a:close/>
                  <a:moveTo>
                    <a:pt x="15896" y="15286"/>
                  </a:moveTo>
                  <a:cubicBezTo>
                    <a:pt x="16346" y="15286"/>
                    <a:pt x="16780" y="15363"/>
                    <a:pt x="17187" y="15500"/>
                  </a:cubicBezTo>
                  <a:cubicBezTo>
                    <a:pt x="17038" y="16077"/>
                    <a:pt x="16512" y="16499"/>
                    <a:pt x="15896" y="16499"/>
                  </a:cubicBezTo>
                  <a:cubicBezTo>
                    <a:pt x="15279" y="16499"/>
                    <a:pt x="14753" y="16077"/>
                    <a:pt x="14604" y="15500"/>
                  </a:cubicBezTo>
                  <a:cubicBezTo>
                    <a:pt x="15009" y="15363"/>
                    <a:pt x="15444" y="15286"/>
                    <a:pt x="15896" y="15286"/>
                  </a:cubicBezTo>
                  <a:close/>
                  <a:moveTo>
                    <a:pt x="2306" y="0"/>
                  </a:moveTo>
                  <a:cubicBezTo>
                    <a:pt x="1034" y="0"/>
                    <a:pt x="0" y="1035"/>
                    <a:pt x="0" y="2305"/>
                  </a:cubicBezTo>
                  <a:lnTo>
                    <a:pt x="0" y="15408"/>
                  </a:lnTo>
                  <a:cubicBezTo>
                    <a:pt x="0" y="16680"/>
                    <a:pt x="1036" y="17714"/>
                    <a:pt x="2306" y="17714"/>
                  </a:cubicBezTo>
                  <a:lnTo>
                    <a:pt x="3276" y="17714"/>
                  </a:lnTo>
                  <a:cubicBezTo>
                    <a:pt x="3477" y="17714"/>
                    <a:pt x="3640" y="17551"/>
                    <a:pt x="3640" y="17349"/>
                  </a:cubicBezTo>
                  <a:cubicBezTo>
                    <a:pt x="3640" y="17149"/>
                    <a:pt x="3477" y="16985"/>
                    <a:pt x="3276" y="16985"/>
                  </a:cubicBezTo>
                  <a:lnTo>
                    <a:pt x="2306" y="16985"/>
                  </a:lnTo>
                  <a:cubicBezTo>
                    <a:pt x="1436" y="16985"/>
                    <a:pt x="728" y="16279"/>
                    <a:pt x="728" y="15408"/>
                  </a:cubicBezTo>
                  <a:lnTo>
                    <a:pt x="728" y="2305"/>
                  </a:lnTo>
                  <a:cubicBezTo>
                    <a:pt x="728" y="1436"/>
                    <a:pt x="1436" y="728"/>
                    <a:pt x="2306" y="728"/>
                  </a:cubicBezTo>
                  <a:lnTo>
                    <a:pt x="20747" y="728"/>
                  </a:lnTo>
                  <a:cubicBezTo>
                    <a:pt x="21617" y="728"/>
                    <a:pt x="22325" y="1436"/>
                    <a:pt x="22325" y="2305"/>
                  </a:cubicBezTo>
                  <a:lnTo>
                    <a:pt x="22325" y="15408"/>
                  </a:lnTo>
                  <a:cubicBezTo>
                    <a:pt x="22325" y="15969"/>
                    <a:pt x="22022" y="16494"/>
                    <a:pt x="21536" y="16774"/>
                  </a:cubicBezTo>
                  <a:cubicBezTo>
                    <a:pt x="21361" y="16876"/>
                    <a:pt x="21302" y="17098"/>
                    <a:pt x="21402" y="17271"/>
                  </a:cubicBezTo>
                  <a:cubicBezTo>
                    <a:pt x="21470" y="17388"/>
                    <a:pt x="21592" y="17454"/>
                    <a:pt x="21718" y="17454"/>
                  </a:cubicBezTo>
                  <a:cubicBezTo>
                    <a:pt x="21780" y="17454"/>
                    <a:pt x="21842" y="17438"/>
                    <a:pt x="21900" y="17405"/>
                  </a:cubicBezTo>
                  <a:cubicBezTo>
                    <a:pt x="22610" y="16993"/>
                    <a:pt x="23052" y="16229"/>
                    <a:pt x="23052" y="15408"/>
                  </a:cubicBezTo>
                  <a:lnTo>
                    <a:pt x="23052" y="2305"/>
                  </a:lnTo>
                  <a:cubicBezTo>
                    <a:pt x="23052" y="1033"/>
                    <a:pt x="22019" y="0"/>
                    <a:pt x="20747" y="0"/>
                  </a:cubicBezTo>
                  <a:close/>
                  <a:moveTo>
                    <a:pt x="10576" y="15800"/>
                  </a:moveTo>
                  <a:cubicBezTo>
                    <a:pt x="11057" y="16070"/>
                    <a:pt x="11479" y="16438"/>
                    <a:pt x="11818" y="16890"/>
                  </a:cubicBezTo>
                  <a:cubicBezTo>
                    <a:pt x="11403" y="17595"/>
                    <a:pt x="11163" y="18415"/>
                    <a:pt x="11163" y="19292"/>
                  </a:cubicBezTo>
                  <a:lnTo>
                    <a:pt x="11163" y="22323"/>
                  </a:lnTo>
                  <a:lnTo>
                    <a:pt x="4611" y="22323"/>
                  </a:lnTo>
                  <a:lnTo>
                    <a:pt x="4611" y="19290"/>
                  </a:lnTo>
                  <a:cubicBezTo>
                    <a:pt x="4611" y="17795"/>
                    <a:pt x="5436" y="16489"/>
                    <a:pt x="6653" y="15803"/>
                  </a:cubicBezTo>
                  <a:cubicBezTo>
                    <a:pt x="6921" y="16634"/>
                    <a:pt x="7703" y="17228"/>
                    <a:pt x="8614" y="17228"/>
                  </a:cubicBezTo>
                  <a:cubicBezTo>
                    <a:pt x="9528" y="17228"/>
                    <a:pt x="10309" y="16632"/>
                    <a:pt x="10576" y="15800"/>
                  </a:cubicBezTo>
                  <a:close/>
                  <a:moveTo>
                    <a:pt x="17855" y="15803"/>
                  </a:moveTo>
                  <a:cubicBezTo>
                    <a:pt x="19073" y="16489"/>
                    <a:pt x="19897" y="17795"/>
                    <a:pt x="19897" y="19292"/>
                  </a:cubicBezTo>
                  <a:lnTo>
                    <a:pt x="19897" y="22323"/>
                  </a:lnTo>
                  <a:lnTo>
                    <a:pt x="11890" y="22323"/>
                  </a:lnTo>
                  <a:lnTo>
                    <a:pt x="11890" y="19292"/>
                  </a:lnTo>
                  <a:cubicBezTo>
                    <a:pt x="11890" y="17795"/>
                    <a:pt x="12715" y="16489"/>
                    <a:pt x="13933" y="15803"/>
                  </a:cubicBezTo>
                  <a:cubicBezTo>
                    <a:pt x="14200" y="16634"/>
                    <a:pt x="14982" y="17228"/>
                    <a:pt x="15894" y="17228"/>
                  </a:cubicBezTo>
                  <a:cubicBezTo>
                    <a:pt x="16805" y="17228"/>
                    <a:pt x="17585" y="16634"/>
                    <a:pt x="17855" y="15803"/>
                  </a:cubicBezTo>
                  <a:close/>
                  <a:moveTo>
                    <a:pt x="6189" y="8734"/>
                  </a:moveTo>
                  <a:cubicBezTo>
                    <a:pt x="4918" y="8734"/>
                    <a:pt x="3883" y="9770"/>
                    <a:pt x="3883" y="11040"/>
                  </a:cubicBezTo>
                  <a:lnTo>
                    <a:pt x="3883" y="12010"/>
                  </a:lnTo>
                  <a:cubicBezTo>
                    <a:pt x="3883" y="12211"/>
                    <a:pt x="4046" y="12374"/>
                    <a:pt x="4247" y="12374"/>
                  </a:cubicBezTo>
                  <a:lnTo>
                    <a:pt x="5360" y="12374"/>
                  </a:lnTo>
                  <a:cubicBezTo>
                    <a:pt x="5477" y="13433"/>
                    <a:pt x="6100" y="14339"/>
                    <a:pt x="6981" y="14848"/>
                  </a:cubicBezTo>
                  <a:cubicBezTo>
                    <a:pt x="6921" y="14869"/>
                    <a:pt x="6863" y="14894"/>
                    <a:pt x="6803" y="14918"/>
                  </a:cubicBezTo>
                  <a:cubicBezTo>
                    <a:pt x="6786" y="14925"/>
                    <a:pt x="6768" y="14932"/>
                    <a:pt x="6751" y="14940"/>
                  </a:cubicBezTo>
                  <a:cubicBezTo>
                    <a:pt x="5067" y="15665"/>
                    <a:pt x="3883" y="17342"/>
                    <a:pt x="3883" y="19289"/>
                  </a:cubicBezTo>
                  <a:lnTo>
                    <a:pt x="3883" y="22322"/>
                  </a:lnTo>
                  <a:lnTo>
                    <a:pt x="1821" y="22322"/>
                  </a:lnTo>
                  <a:cubicBezTo>
                    <a:pt x="1621" y="22322"/>
                    <a:pt x="1457" y="22485"/>
                    <a:pt x="1457" y="22686"/>
                  </a:cubicBezTo>
                  <a:cubicBezTo>
                    <a:pt x="1457" y="22887"/>
                    <a:pt x="1621" y="23051"/>
                    <a:pt x="1821" y="23051"/>
                  </a:cubicBezTo>
                  <a:lnTo>
                    <a:pt x="21232" y="23051"/>
                  </a:lnTo>
                  <a:cubicBezTo>
                    <a:pt x="21432" y="23051"/>
                    <a:pt x="21596" y="22887"/>
                    <a:pt x="21596" y="22686"/>
                  </a:cubicBezTo>
                  <a:cubicBezTo>
                    <a:pt x="21596" y="22485"/>
                    <a:pt x="21434" y="22323"/>
                    <a:pt x="21229" y="22322"/>
                  </a:cubicBezTo>
                  <a:lnTo>
                    <a:pt x="20624" y="22322"/>
                  </a:lnTo>
                  <a:lnTo>
                    <a:pt x="20624" y="19289"/>
                  </a:lnTo>
                  <a:cubicBezTo>
                    <a:pt x="20624" y="17342"/>
                    <a:pt x="19443" y="15665"/>
                    <a:pt x="17757" y="14940"/>
                  </a:cubicBezTo>
                  <a:cubicBezTo>
                    <a:pt x="17739" y="14932"/>
                    <a:pt x="17722" y="14923"/>
                    <a:pt x="17703" y="14918"/>
                  </a:cubicBezTo>
                  <a:cubicBezTo>
                    <a:pt x="17645" y="14895"/>
                    <a:pt x="17587" y="14869"/>
                    <a:pt x="17526" y="14848"/>
                  </a:cubicBezTo>
                  <a:cubicBezTo>
                    <a:pt x="18506" y="14281"/>
                    <a:pt x="19168" y="13221"/>
                    <a:pt x="19168" y="12010"/>
                  </a:cubicBezTo>
                  <a:cubicBezTo>
                    <a:pt x="19168" y="10204"/>
                    <a:pt x="17700" y="8734"/>
                    <a:pt x="15893" y="8734"/>
                  </a:cubicBezTo>
                  <a:cubicBezTo>
                    <a:pt x="14087" y="8734"/>
                    <a:pt x="12617" y="10204"/>
                    <a:pt x="12617" y="12010"/>
                  </a:cubicBezTo>
                  <a:cubicBezTo>
                    <a:pt x="12617" y="13224"/>
                    <a:pt x="13281" y="14282"/>
                    <a:pt x="14261" y="14848"/>
                  </a:cubicBezTo>
                  <a:cubicBezTo>
                    <a:pt x="14200" y="14869"/>
                    <a:pt x="14142" y="14894"/>
                    <a:pt x="14084" y="14918"/>
                  </a:cubicBezTo>
                  <a:cubicBezTo>
                    <a:pt x="14065" y="14925"/>
                    <a:pt x="14048" y="14932"/>
                    <a:pt x="14030" y="14940"/>
                  </a:cubicBezTo>
                  <a:cubicBezTo>
                    <a:pt x="13339" y="15237"/>
                    <a:pt x="12732" y="15696"/>
                    <a:pt x="12256" y="16268"/>
                  </a:cubicBezTo>
                  <a:cubicBezTo>
                    <a:pt x="11764" y="15678"/>
                    <a:pt x="11145" y="15219"/>
                    <a:pt x="10450" y="14929"/>
                  </a:cubicBezTo>
                  <a:cubicBezTo>
                    <a:pt x="10446" y="14925"/>
                    <a:pt x="10440" y="14923"/>
                    <a:pt x="10434" y="14922"/>
                  </a:cubicBezTo>
                  <a:cubicBezTo>
                    <a:pt x="10373" y="14896"/>
                    <a:pt x="10311" y="14872"/>
                    <a:pt x="10248" y="14848"/>
                  </a:cubicBezTo>
                  <a:cubicBezTo>
                    <a:pt x="11229" y="14281"/>
                    <a:pt x="11891" y="13221"/>
                    <a:pt x="11891" y="12010"/>
                  </a:cubicBezTo>
                  <a:cubicBezTo>
                    <a:pt x="11891" y="10204"/>
                    <a:pt x="10423" y="8734"/>
                    <a:pt x="8615" y="8734"/>
                  </a:cubicBezTo>
                  <a:close/>
                  <a:moveTo>
                    <a:pt x="366" y="22323"/>
                  </a:moveTo>
                  <a:cubicBezTo>
                    <a:pt x="165" y="22323"/>
                    <a:pt x="2" y="22487"/>
                    <a:pt x="2" y="22688"/>
                  </a:cubicBezTo>
                  <a:cubicBezTo>
                    <a:pt x="2" y="22889"/>
                    <a:pt x="165" y="23052"/>
                    <a:pt x="366" y="23052"/>
                  </a:cubicBezTo>
                  <a:lnTo>
                    <a:pt x="414" y="23052"/>
                  </a:lnTo>
                  <a:cubicBezTo>
                    <a:pt x="614" y="23052"/>
                    <a:pt x="778" y="22889"/>
                    <a:pt x="778" y="22688"/>
                  </a:cubicBezTo>
                  <a:cubicBezTo>
                    <a:pt x="778" y="22485"/>
                    <a:pt x="614" y="22323"/>
                    <a:pt x="414" y="22323"/>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1" name="Google Shape;5861;p69"/>
          <p:cNvGrpSpPr/>
          <p:nvPr/>
        </p:nvGrpSpPr>
        <p:grpSpPr>
          <a:xfrm>
            <a:off x="2507263" y="3189288"/>
            <a:ext cx="527850" cy="576300"/>
            <a:chOff x="2507263" y="3189288"/>
            <a:chExt cx="527850" cy="576300"/>
          </a:xfrm>
        </p:grpSpPr>
        <p:sp>
          <p:nvSpPr>
            <p:cNvPr id="5862" name="Google Shape;5862;p69"/>
            <p:cNvSpPr/>
            <p:nvPr/>
          </p:nvSpPr>
          <p:spPr>
            <a:xfrm>
              <a:off x="2516413" y="3198363"/>
              <a:ext cx="509600" cy="509550"/>
            </a:xfrm>
            <a:custGeom>
              <a:rect b="b" l="l" r="r" t="t"/>
              <a:pathLst>
                <a:path extrusionOk="0" h="20382" w="20384">
                  <a:moveTo>
                    <a:pt x="10192" y="0"/>
                  </a:moveTo>
                  <a:cubicBezTo>
                    <a:pt x="4563" y="0"/>
                    <a:pt x="1" y="4562"/>
                    <a:pt x="1" y="10191"/>
                  </a:cubicBezTo>
                  <a:cubicBezTo>
                    <a:pt x="1" y="15820"/>
                    <a:pt x="4563" y="20382"/>
                    <a:pt x="10192" y="20382"/>
                  </a:cubicBezTo>
                  <a:cubicBezTo>
                    <a:pt x="15822" y="20382"/>
                    <a:pt x="20384" y="15819"/>
                    <a:pt x="20384" y="10191"/>
                  </a:cubicBezTo>
                  <a:cubicBezTo>
                    <a:pt x="20384" y="4562"/>
                    <a:pt x="15819" y="0"/>
                    <a:pt x="1019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9"/>
            <p:cNvSpPr/>
            <p:nvPr/>
          </p:nvSpPr>
          <p:spPr>
            <a:xfrm>
              <a:off x="2589213" y="3271138"/>
              <a:ext cx="364025" cy="364025"/>
            </a:xfrm>
            <a:custGeom>
              <a:rect b="b" l="l" r="r" t="t"/>
              <a:pathLst>
                <a:path extrusionOk="0" h="14561" w="14561">
                  <a:moveTo>
                    <a:pt x="7280" y="1"/>
                  </a:moveTo>
                  <a:cubicBezTo>
                    <a:pt x="3259" y="1"/>
                    <a:pt x="1" y="3260"/>
                    <a:pt x="1" y="7280"/>
                  </a:cubicBezTo>
                  <a:cubicBezTo>
                    <a:pt x="1" y="11300"/>
                    <a:pt x="3259" y="14560"/>
                    <a:pt x="7280" y="14560"/>
                  </a:cubicBezTo>
                  <a:cubicBezTo>
                    <a:pt x="11300" y="14560"/>
                    <a:pt x="14560" y="11300"/>
                    <a:pt x="14560" y="7280"/>
                  </a:cubicBezTo>
                  <a:cubicBezTo>
                    <a:pt x="14560" y="3260"/>
                    <a:pt x="11300" y="1"/>
                    <a:pt x="72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9"/>
            <p:cNvSpPr/>
            <p:nvPr/>
          </p:nvSpPr>
          <p:spPr>
            <a:xfrm>
              <a:off x="2674163" y="3356088"/>
              <a:ext cx="194125" cy="194075"/>
            </a:xfrm>
            <a:custGeom>
              <a:rect b="b" l="l" r="r" t="t"/>
              <a:pathLst>
                <a:path extrusionOk="0" h="7763" w="7765">
                  <a:moveTo>
                    <a:pt x="3882" y="1"/>
                  </a:moveTo>
                  <a:cubicBezTo>
                    <a:pt x="1739" y="1"/>
                    <a:pt x="1" y="1737"/>
                    <a:pt x="1" y="3882"/>
                  </a:cubicBezTo>
                  <a:cubicBezTo>
                    <a:pt x="1" y="6026"/>
                    <a:pt x="1739" y="7763"/>
                    <a:pt x="3882" y="7763"/>
                  </a:cubicBezTo>
                  <a:cubicBezTo>
                    <a:pt x="6026" y="7763"/>
                    <a:pt x="7764" y="6026"/>
                    <a:pt x="7764" y="3882"/>
                  </a:cubicBezTo>
                  <a:cubicBezTo>
                    <a:pt x="7764" y="1737"/>
                    <a:pt x="6026" y="1"/>
                    <a:pt x="388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9"/>
            <p:cNvSpPr/>
            <p:nvPr/>
          </p:nvSpPr>
          <p:spPr>
            <a:xfrm>
              <a:off x="2698438" y="3622988"/>
              <a:ext cx="145575" cy="133500"/>
            </a:xfrm>
            <a:custGeom>
              <a:rect b="b" l="l" r="r" t="t"/>
              <a:pathLst>
                <a:path extrusionOk="0" h="5340" w="5823">
                  <a:moveTo>
                    <a:pt x="5341" y="0"/>
                  </a:moveTo>
                  <a:cubicBezTo>
                    <a:pt x="5340" y="0"/>
                    <a:pt x="5339" y="0"/>
                    <a:pt x="5338" y="0"/>
                  </a:cubicBezTo>
                  <a:lnTo>
                    <a:pt x="485" y="0"/>
                  </a:lnTo>
                  <a:cubicBezTo>
                    <a:pt x="216" y="0"/>
                    <a:pt x="0" y="218"/>
                    <a:pt x="0" y="486"/>
                  </a:cubicBezTo>
                  <a:lnTo>
                    <a:pt x="0" y="2427"/>
                  </a:lnTo>
                  <a:cubicBezTo>
                    <a:pt x="0" y="4035"/>
                    <a:pt x="1303" y="5339"/>
                    <a:pt x="2911" y="5339"/>
                  </a:cubicBezTo>
                  <a:cubicBezTo>
                    <a:pt x="4519" y="5339"/>
                    <a:pt x="5823" y="4035"/>
                    <a:pt x="5823" y="2427"/>
                  </a:cubicBezTo>
                  <a:lnTo>
                    <a:pt x="5823" y="486"/>
                  </a:lnTo>
                  <a:cubicBezTo>
                    <a:pt x="5823" y="219"/>
                    <a:pt x="5608" y="0"/>
                    <a:pt x="53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9"/>
            <p:cNvSpPr/>
            <p:nvPr/>
          </p:nvSpPr>
          <p:spPr>
            <a:xfrm>
              <a:off x="2698438" y="3622988"/>
              <a:ext cx="109200" cy="133500"/>
            </a:xfrm>
            <a:custGeom>
              <a:rect b="b" l="l" r="r" t="t"/>
              <a:pathLst>
                <a:path extrusionOk="0" h="5340" w="4368">
                  <a:moveTo>
                    <a:pt x="485" y="0"/>
                  </a:moveTo>
                  <a:cubicBezTo>
                    <a:pt x="216" y="0"/>
                    <a:pt x="0" y="218"/>
                    <a:pt x="0" y="486"/>
                  </a:cubicBezTo>
                  <a:lnTo>
                    <a:pt x="0" y="2427"/>
                  </a:lnTo>
                  <a:cubicBezTo>
                    <a:pt x="0" y="4035"/>
                    <a:pt x="1303" y="5339"/>
                    <a:pt x="2911" y="5339"/>
                  </a:cubicBezTo>
                  <a:cubicBezTo>
                    <a:pt x="3442" y="5339"/>
                    <a:pt x="3940" y="5197"/>
                    <a:pt x="4367" y="4949"/>
                  </a:cubicBezTo>
                  <a:cubicBezTo>
                    <a:pt x="3498" y="4444"/>
                    <a:pt x="2911" y="3503"/>
                    <a:pt x="2911" y="2427"/>
                  </a:cubicBezTo>
                  <a:lnTo>
                    <a:pt x="2911" y="486"/>
                  </a:lnTo>
                  <a:cubicBezTo>
                    <a:pt x="2911" y="218"/>
                    <a:pt x="3128" y="0"/>
                    <a:pt x="3397"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9"/>
            <p:cNvSpPr/>
            <p:nvPr/>
          </p:nvSpPr>
          <p:spPr>
            <a:xfrm>
              <a:off x="2507263" y="3189288"/>
              <a:ext cx="527850" cy="576300"/>
            </a:xfrm>
            <a:custGeom>
              <a:rect b="b" l="l" r="r" t="t"/>
              <a:pathLst>
                <a:path extrusionOk="0" h="23052" w="21114">
                  <a:moveTo>
                    <a:pt x="10558" y="1"/>
                  </a:moveTo>
                  <a:cubicBezTo>
                    <a:pt x="8054" y="1"/>
                    <a:pt x="5625" y="892"/>
                    <a:pt x="3721" y="2515"/>
                  </a:cubicBezTo>
                  <a:cubicBezTo>
                    <a:pt x="3569" y="2644"/>
                    <a:pt x="3549" y="2874"/>
                    <a:pt x="3680" y="3028"/>
                  </a:cubicBezTo>
                  <a:cubicBezTo>
                    <a:pt x="3753" y="3109"/>
                    <a:pt x="3854" y="3154"/>
                    <a:pt x="3957" y="3154"/>
                  </a:cubicBezTo>
                  <a:cubicBezTo>
                    <a:pt x="4041" y="3154"/>
                    <a:pt x="4124" y="3126"/>
                    <a:pt x="4194" y="3066"/>
                  </a:cubicBezTo>
                  <a:cubicBezTo>
                    <a:pt x="5966" y="1558"/>
                    <a:pt x="8227" y="727"/>
                    <a:pt x="10558" y="727"/>
                  </a:cubicBezTo>
                  <a:cubicBezTo>
                    <a:pt x="12823" y="727"/>
                    <a:pt x="14953" y="1477"/>
                    <a:pt x="16714" y="2894"/>
                  </a:cubicBezTo>
                  <a:cubicBezTo>
                    <a:pt x="16781" y="2948"/>
                    <a:pt x="16861" y="2975"/>
                    <a:pt x="16941" y="2975"/>
                  </a:cubicBezTo>
                  <a:cubicBezTo>
                    <a:pt x="17048" y="2975"/>
                    <a:pt x="17153" y="2928"/>
                    <a:pt x="17226" y="2839"/>
                  </a:cubicBezTo>
                  <a:cubicBezTo>
                    <a:pt x="17351" y="2682"/>
                    <a:pt x="17326" y="2454"/>
                    <a:pt x="17170" y="2327"/>
                  </a:cubicBezTo>
                  <a:cubicBezTo>
                    <a:pt x="15304" y="826"/>
                    <a:pt x="12957" y="1"/>
                    <a:pt x="10558" y="1"/>
                  </a:cubicBezTo>
                  <a:close/>
                  <a:moveTo>
                    <a:pt x="18041" y="3273"/>
                  </a:moveTo>
                  <a:cubicBezTo>
                    <a:pt x="17953" y="3273"/>
                    <a:pt x="17864" y="3305"/>
                    <a:pt x="17794" y="3369"/>
                  </a:cubicBezTo>
                  <a:cubicBezTo>
                    <a:pt x="17646" y="3505"/>
                    <a:pt x="17638" y="3734"/>
                    <a:pt x="17773" y="3883"/>
                  </a:cubicBezTo>
                  <a:lnTo>
                    <a:pt x="17801" y="3912"/>
                  </a:lnTo>
                  <a:cubicBezTo>
                    <a:pt x="17872" y="3990"/>
                    <a:pt x="17972" y="4030"/>
                    <a:pt x="18068" y="4030"/>
                  </a:cubicBezTo>
                  <a:cubicBezTo>
                    <a:pt x="18158" y="4030"/>
                    <a:pt x="18245" y="3997"/>
                    <a:pt x="18316" y="3933"/>
                  </a:cubicBezTo>
                  <a:cubicBezTo>
                    <a:pt x="18463" y="3797"/>
                    <a:pt x="18473" y="3568"/>
                    <a:pt x="18337" y="3420"/>
                  </a:cubicBezTo>
                  <a:lnTo>
                    <a:pt x="18308" y="3390"/>
                  </a:lnTo>
                  <a:cubicBezTo>
                    <a:pt x="18237" y="3312"/>
                    <a:pt x="18139" y="3273"/>
                    <a:pt x="18041" y="3273"/>
                  </a:cubicBezTo>
                  <a:close/>
                  <a:moveTo>
                    <a:pt x="10558" y="6306"/>
                  </a:moveTo>
                  <a:cubicBezTo>
                    <a:pt x="8217" y="6306"/>
                    <a:pt x="6313" y="8210"/>
                    <a:pt x="6313" y="10552"/>
                  </a:cubicBezTo>
                  <a:cubicBezTo>
                    <a:pt x="6313" y="11515"/>
                    <a:pt x="6643" y="12457"/>
                    <a:pt x="7244" y="13206"/>
                  </a:cubicBezTo>
                  <a:cubicBezTo>
                    <a:pt x="7315" y="13295"/>
                    <a:pt x="7421" y="13344"/>
                    <a:pt x="7528" y="13344"/>
                  </a:cubicBezTo>
                  <a:cubicBezTo>
                    <a:pt x="7608" y="13344"/>
                    <a:pt x="7687" y="13317"/>
                    <a:pt x="7755" y="13263"/>
                  </a:cubicBezTo>
                  <a:cubicBezTo>
                    <a:pt x="7912" y="13137"/>
                    <a:pt x="7936" y="12907"/>
                    <a:pt x="7812" y="12751"/>
                  </a:cubicBezTo>
                  <a:cubicBezTo>
                    <a:pt x="7308" y="12123"/>
                    <a:pt x="7040" y="11363"/>
                    <a:pt x="7040" y="10552"/>
                  </a:cubicBezTo>
                  <a:cubicBezTo>
                    <a:pt x="7040" y="8613"/>
                    <a:pt x="8618" y="7032"/>
                    <a:pt x="10561" y="7032"/>
                  </a:cubicBezTo>
                  <a:cubicBezTo>
                    <a:pt x="12500" y="7032"/>
                    <a:pt x="14079" y="8610"/>
                    <a:pt x="14079" y="10552"/>
                  </a:cubicBezTo>
                  <a:cubicBezTo>
                    <a:pt x="14079" y="11361"/>
                    <a:pt x="13812" y="12121"/>
                    <a:pt x="13308" y="12751"/>
                  </a:cubicBezTo>
                  <a:cubicBezTo>
                    <a:pt x="13183" y="12907"/>
                    <a:pt x="13207" y="13137"/>
                    <a:pt x="13364" y="13263"/>
                  </a:cubicBezTo>
                  <a:cubicBezTo>
                    <a:pt x="13432" y="13317"/>
                    <a:pt x="13512" y="13343"/>
                    <a:pt x="13592" y="13343"/>
                  </a:cubicBezTo>
                  <a:cubicBezTo>
                    <a:pt x="13699" y="13343"/>
                    <a:pt x="13805" y="13297"/>
                    <a:pt x="13876" y="13206"/>
                  </a:cubicBezTo>
                  <a:cubicBezTo>
                    <a:pt x="14477" y="12457"/>
                    <a:pt x="14807" y="11515"/>
                    <a:pt x="14807" y="10552"/>
                  </a:cubicBezTo>
                  <a:cubicBezTo>
                    <a:pt x="14804" y="8213"/>
                    <a:pt x="12900" y="6306"/>
                    <a:pt x="10558" y="6306"/>
                  </a:cubicBezTo>
                  <a:close/>
                  <a:moveTo>
                    <a:pt x="10558" y="9947"/>
                  </a:moveTo>
                  <a:cubicBezTo>
                    <a:pt x="11160" y="9947"/>
                    <a:pt x="11651" y="10437"/>
                    <a:pt x="11651" y="11039"/>
                  </a:cubicBezTo>
                  <a:lnTo>
                    <a:pt x="11651" y="16983"/>
                  </a:lnTo>
                  <a:lnTo>
                    <a:pt x="9466" y="16983"/>
                  </a:lnTo>
                  <a:lnTo>
                    <a:pt x="9466" y="11039"/>
                  </a:lnTo>
                  <a:cubicBezTo>
                    <a:pt x="9466" y="10437"/>
                    <a:pt x="9957" y="9947"/>
                    <a:pt x="10558" y="9947"/>
                  </a:cubicBezTo>
                  <a:close/>
                  <a:moveTo>
                    <a:pt x="10558" y="3639"/>
                  </a:moveTo>
                  <a:cubicBezTo>
                    <a:pt x="14372" y="3639"/>
                    <a:pt x="17474" y="6740"/>
                    <a:pt x="17474" y="10554"/>
                  </a:cubicBezTo>
                  <a:cubicBezTo>
                    <a:pt x="17474" y="13376"/>
                    <a:pt x="15715" y="15956"/>
                    <a:pt x="13087" y="16990"/>
                  </a:cubicBezTo>
                  <a:cubicBezTo>
                    <a:pt x="13052" y="16984"/>
                    <a:pt x="13016" y="16983"/>
                    <a:pt x="12981" y="16983"/>
                  </a:cubicBezTo>
                  <a:lnTo>
                    <a:pt x="12375" y="16983"/>
                  </a:lnTo>
                  <a:lnTo>
                    <a:pt x="12375" y="11039"/>
                  </a:lnTo>
                  <a:cubicBezTo>
                    <a:pt x="12375" y="10037"/>
                    <a:pt x="11560" y="9219"/>
                    <a:pt x="10556" y="9219"/>
                  </a:cubicBezTo>
                  <a:cubicBezTo>
                    <a:pt x="9554" y="9219"/>
                    <a:pt x="8737" y="10035"/>
                    <a:pt x="8737" y="11039"/>
                  </a:cubicBezTo>
                  <a:lnTo>
                    <a:pt x="8737" y="16983"/>
                  </a:lnTo>
                  <a:lnTo>
                    <a:pt x="8132" y="16983"/>
                  </a:lnTo>
                  <a:cubicBezTo>
                    <a:pt x="8096" y="16983"/>
                    <a:pt x="8061" y="16986"/>
                    <a:pt x="8025" y="16990"/>
                  </a:cubicBezTo>
                  <a:cubicBezTo>
                    <a:pt x="5395" y="15954"/>
                    <a:pt x="3643" y="13398"/>
                    <a:pt x="3643" y="10554"/>
                  </a:cubicBezTo>
                  <a:cubicBezTo>
                    <a:pt x="3643" y="6740"/>
                    <a:pt x="6745" y="3639"/>
                    <a:pt x="10558" y="3639"/>
                  </a:cubicBezTo>
                  <a:close/>
                  <a:moveTo>
                    <a:pt x="18923" y="4365"/>
                  </a:moveTo>
                  <a:cubicBezTo>
                    <a:pt x="18851" y="4365"/>
                    <a:pt x="18779" y="4386"/>
                    <a:pt x="18715" y="4430"/>
                  </a:cubicBezTo>
                  <a:cubicBezTo>
                    <a:pt x="18550" y="4547"/>
                    <a:pt x="18509" y="4771"/>
                    <a:pt x="18625" y="4938"/>
                  </a:cubicBezTo>
                  <a:cubicBezTo>
                    <a:pt x="19778" y="6589"/>
                    <a:pt x="20385" y="8530"/>
                    <a:pt x="20385" y="10552"/>
                  </a:cubicBezTo>
                  <a:cubicBezTo>
                    <a:pt x="20385" y="13632"/>
                    <a:pt x="18982" y="16477"/>
                    <a:pt x="16534" y="18354"/>
                  </a:cubicBezTo>
                  <a:cubicBezTo>
                    <a:pt x="16374" y="18477"/>
                    <a:pt x="16344" y="18704"/>
                    <a:pt x="16467" y="18865"/>
                  </a:cubicBezTo>
                  <a:cubicBezTo>
                    <a:pt x="16538" y="18958"/>
                    <a:pt x="16646" y="19007"/>
                    <a:pt x="16757" y="19007"/>
                  </a:cubicBezTo>
                  <a:cubicBezTo>
                    <a:pt x="16835" y="19007"/>
                    <a:pt x="16910" y="18981"/>
                    <a:pt x="16978" y="18931"/>
                  </a:cubicBezTo>
                  <a:cubicBezTo>
                    <a:pt x="18236" y="17966"/>
                    <a:pt x="19276" y="16712"/>
                    <a:pt x="19990" y="15299"/>
                  </a:cubicBezTo>
                  <a:cubicBezTo>
                    <a:pt x="20736" y="13820"/>
                    <a:pt x="21114" y="12222"/>
                    <a:pt x="21114" y="10552"/>
                  </a:cubicBezTo>
                  <a:cubicBezTo>
                    <a:pt x="21114" y="8381"/>
                    <a:pt x="20459" y="6296"/>
                    <a:pt x="19222" y="4521"/>
                  </a:cubicBezTo>
                  <a:cubicBezTo>
                    <a:pt x="19150" y="4420"/>
                    <a:pt x="19038" y="4365"/>
                    <a:pt x="18923" y="4365"/>
                  </a:cubicBezTo>
                  <a:close/>
                  <a:moveTo>
                    <a:pt x="11480" y="18924"/>
                  </a:moveTo>
                  <a:cubicBezTo>
                    <a:pt x="11280" y="18924"/>
                    <a:pt x="11116" y="19088"/>
                    <a:pt x="11116" y="19288"/>
                  </a:cubicBezTo>
                  <a:cubicBezTo>
                    <a:pt x="11116" y="19490"/>
                    <a:pt x="11280" y="19653"/>
                    <a:pt x="11480" y="19653"/>
                  </a:cubicBezTo>
                  <a:lnTo>
                    <a:pt x="11528" y="19653"/>
                  </a:lnTo>
                  <a:cubicBezTo>
                    <a:pt x="11729" y="19653"/>
                    <a:pt x="11892" y="19490"/>
                    <a:pt x="11892" y="19288"/>
                  </a:cubicBezTo>
                  <a:cubicBezTo>
                    <a:pt x="11892" y="19088"/>
                    <a:pt x="11730" y="18924"/>
                    <a:pt x="11528" y="18924"/>
                  </a:cubicBezTo>
                  <a:close/>
                  <a:moveTo>
                    <a:pt x="2192" y="4365"/>
                  </a:moveTo>
                  <a:cubicBezTo>
                    <a:pt x="2077" y="4365"/>
                    <a:pt x="1964" y="4420"/>
                    <a:pt x="1893" y="4521"/>
                  </a:cubicBezTo>
                  <a:cubicBezTo>
                    <a:pt x="655" y="6296"/>
                    <a:pt x="0" y="8381"/>
                    <a:pt x="0" y="10552"/>
                  </a:cubicBezTo>
                  <a:cubicBezTo>
                    <a:pt x="0" y="12406"/>
                    <a:pt x="488" y="14227"/>
                    <a:pt x="1410" y="15822"/>
                  </a:cubicBezTo>
                  <a:cubicBezTo>
                    <a:pt x="2304" y="17372"/>
                    <a:pt x="3586" y="18677"/>
                    <a:pt x="5116" y="19599"/>
                  </a:cubicBezTo>
                  <a:cubicBezTo>
                    <a:pt x="5253" y="19682"/>
                    <a:pt x="5392" y="19761"/>
                    <a:pt x="5531" y="19835"/>
                  </a:cubicBezTo>
                  <a:cubicBezTo>
                    <a:pt x="5588" y="19866"/>
                    <a:pt x="5646" y="19881"/>
                    <a:pt x="5705" y="19881"/>
                  </a:cubicBezTo>
                  <a:cubicBezTo>
                    <a:pt x="5833" y="19881"/>
                    <a:pt x="5959" y="19811"/>
                    <a:pt x="6024" y="19690"/>
                  </a:cubicBezTo>
                  <a:cubicBezTo>
                    <a:pt x="6121" y="19514"/>
                    <a:pt x="6056" y="19294"/>
                    <a:pt x="5878" y="19196"/>
                  </a:cubicBezTo>
                  <a:cubicBezTo>
                    <a:pt x="5747" y="19125"/>
                    <a:pt x="5618" y="19052"/>
                    <a:pt x="5491" y="18975"/>
                  </a:cubicBezTo>
                  <a:cubicBezTo>
                    <a:pt x="2509" y="17178"/>
                    <a:pt x="729" y="14030"/>
                    <a:pt x="729" y="10552"/>
                  </a:cubicBezTo>
                  <a:cubicBezTo>
                    <a:pt x="729" y="8530"/>
                    <a:pt x="1338" y="6589"/>
                    <a:pt x="2490" y="4936"/>
                  </a:cubicBezTo>
                  <a:cubicBezTo>
                    <a:pt x="2605" y="4771"/>
                    <a:pt x="2564" y="4545"/>
                    <a:pt x="2399" y="4430"/>
                  </a:cubicBezTo>
                  <a:cubicBezTo>
                    <a:pt x="2336" y="4386"/>
                    <a:pt x="2264" y="4365"/>
                    <a:pt x="2192" y="4365"/>
                  </a:cubicBezTo>
                  <a:close/>
                  <a:moveTo>
                    <a:pt x="15462" y="19126"/>
                  </a:moveTo>
                  <a:cubicBezTo>
                    <a:pt x="15403" y="19126"/>
                    <a:pt x="15343" y="19141"/>
                    <a:pt x="15287" y="19172"/>
                  </a:cubicBezTo>
                  <a:lnTo>
                    <a:pt x="15239" y="19199"/>
                  </a:lnTo>
                  <a:cubicBezTo>
                    <a:pt x="15061" y="19294"/>
                    <a:pt x="14996" y="19514"/>
                    <a:pt x="15091" y="19692"/>
                  </a:cubicBezTo>
                  <a:cubicBezTo>
                    <a:pt x="15158" y="19814"/>
                    <a:pt x="15283" y="19883"/>
                    <a:pt x="15411" y="19883"/>
                  </a:cubicBezTo>
                  <a:cubicBezTo>
                    <a:pt x="15471" y="19883"/>
                    <a:pt x="15529" y="19869"/>
                    <a:pt x="15584" y="19839"/>
                  </a:cubicBezTo>
                  <a:lnTo>
                    <a:pt x="15635" y="19811"/>
                  </a:lnTo>
                  <a:cubicBezTo>
                    <a:pt x="15810" y="19714"/>
                    <a:pt x="15877" y="19493"/>
                    <a:pt x="15779" y="19316"/>
                  </a:cubicBezTo>
                  <a:cubicBezTo>
                    <a:pt x="15714" y="19195"/>
                    <a:pt x="15590" y="19126"/>
                    <a:pt x="15462" y="19126"/>
                  </a:cubicBezTo>
                  <a:close/>
                  <a:moveTo>
                    <a:pt x="12985" y="17713"/>
                  </a:moveTo>
                  <a:cubicBezTo>
                    <a:pt x="13050" y="17713"/>
                    <a:pt x="13106" y="17766"/>
                    <a:pt x="13106" y="17834"/>
                  </a:cubicBezTo>
                  <a:lnTo>
                    <a:pt x="13104" y="19777"/>
                  </a:lnTo>
                  <a:cubicBezTo>
                    <a:pt x="13104" y="21182"/>
                    <a:pt x="11962" y="22325"/>
                    <a:pt x="10556" y="22325"/>
                  </a:cubicBezTo>
                  <a:cubicBezTo>
                    <a:pt x="9151" y="22325"/>
                    <a:pt x="8010" y="21182"/>
                    <a:pt x="8010" y="19777"/>
                  </a:cubicBezTo>
                  <a:lnTo>
                    <a:pt x="8010" y="19656"/>
                  </a:lnTo>
                  <a:lnTo>
                    <a:pt x="10072" y="19656"/>
                  </a:lnTo>
                  <a:cubicBezTo>
                    <a:pt x="10272" y="19656"/>
                    <a:pt x="10436" y="19493"/>
                    <a:pt x="10436" y="19292"/>
                  </a:cubicBezTo>
                  <a:cubicBezTo>
                    <a:pt x="10436" y="19092"/>
                    <a:pt x="10272" y="18929"/>
                    <a:pt x="10072" y="18929"/>
                  </a:cubicBezTo>
                  <a:lnTo>
                    <a:pt x="8010" y="18929"/>
                  </a:lnTo>
                  <a:lnTo>
                    <a:pt x="8010" y="17836"/>
                  </a:lnTo>
                  <a:cubicBezTo>
                    <a:pt x="8010" y="17735"/>
                    <a:pt x="8106" y="17718"/>
                    <a:pt x="8149" y="17718"/>
                  </a:cubicBezTo>
                  <a:cubicBezTo>
                    <a:pt x="8206" y="17716"/>
                    <a:pt x="8680" y="17713"/>
                    <a:pt x="8680" y="17713"/>
                  </a:cubicBezTo>
                  <a:close/>
                  <a:moveTo>
                    <a:pt x="10561" y="2910"/>
                  </a:moveTo>
                  <a:cubicBezTo>
                    <a:pt x="6344" y="2910"/>
                    <a:pt x="2916" y="6340"/>
                    <a:pt x="2916" y="10554"/>
                  </a:cubicBezTo>
                  <a:cubicBezTo>
                    <a:pt x="2916" y="13548"/>
                    <a:pt x="4673" y="16257"/>
                    <a:pt x="7353" y="17495"/>
                  </a:cubicBezTo>
                  <a:cubicBezTo>
                    <a:pt x="7308" y="17600"/>
                    <a:pt x="7282" y="17713"/>
                    <a:pt x="7282" y="17834"/>
                  </a:cubicBezTo>
                  <a:lnTo>
                    <a:pt x="7282" y="19775"/>
                  </a:lnTo>
                  <a:cubicBezTo>
                    <a:pt x="7282" y="21582"/>
                    <a:pt x="8752" y="23051"/>
                    <a:pt x="10558" y="23051"/>
                  </a:cubicBezTo>
                  <a:cubicBezTo>
                    <a:pt x="12365" y="23051"/>
                    <a:pt x="13833" y="21582"/>
                    <a:pt x="13833" y="19775"/>
                  </a:cubicBezTo>
                  <a:lnTo>
                    <a:pt x="13833" y="17834"/>
                  </a:lnTo>
                  <a:cubicBezTo>
                    <a:pt x="13833" y="17713"/>
                    <a:pt x="13808" y="17597"/>
                    <a:pt x="13762" y="17495"/>
                  </a:cubicBezTo>
                  <a:cubicBezTo>
                    <a:pt x="14992" y="16926"/>
                    <a:pt x="16043" y="16046"/>
                    <a:pt x="16828" y="14925"/>
                  </a:cubicBezTo>
                  <a:cubicBezTo>
                    <a:pt x="17726" y="13639"/>
                    <a:pt x="18202" y="12128"/>
                    <a:pt x="18203" y="10554"/>
                  </a:cubicBezTo>
                  <a:cubicBezTo>
                    <a:pt x="18203" y="6339"/>
                    <a:pt x="14774" y="2910"/>
                    <a:pt x="10561" y="291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8" name="Google Shape;5868;p69"/>
          <p:cNvGrpSpPr/>
          <p:nvPr/>
        </p:nvGrpSpPr>
        <p:grpSpPr>
          <a:xfrm>
            <a:off x="6169100" y="2423825"/>
            <a:ext cx="582825" cy="576325"/>
            <a:chOff x="6169100" y="2423825"/>
            <a:chExt cx="582825" cy="576325"/>
          </a:xfrm>
        </p:grpSpPr>
        <p:sp>
          <p:nvSpPr>
            <p:cNvPr id="5869" name="Google Shape;5869;p69"/>
            <p:cNvSpPr/>
            <p:nvPr/>
          </p:nvSpPr>
          <p:spPr>
            <a:xfrm>
              <a:off x="6179150" y="2432925"/>
              <a:ext cx="562850" cy="558100"/>
            </a:xfrm>
            <a:custGeom>
              <a:rect b="b" l="l" r="r" t="t"/>
              <a:pathLst>
                <a:path extrusionOk="0" h="22324" w="22514">
                  <a:moveTo>
                    <a:pt x="4479" y="0"/>
                  </a:moveTo>
                  <a:cubicBezTo>
                    <a:pt x="4231" y="0"/>
                    <a:pt x="3984" y="94"/>
                    <a:pt x="3796" y="283"/>
                  </a:cubicBezTo>
                  <a:lnTo>
                    <a:pt x="377" y="3702"/>
                  </a:lnTo>
                  <a:cubicBezTo>
                    <a:pt x="0" y="4080"/>
                    <a:pt x="0" y="4694"/>
                    <a:pt x="380" y="5074"/>
                  </a:cubicBezTo>
                  <a:lnTo>
                    <a:pt x="15320" y="19988"/>
                  </a:lnTo>
                  <a:cubicBezTo>
                    <a:pt x="15510" y="20179"/>
                    <a:pt x="15760" y="20275"/>
                    <a:pt x="16009" y="20275"/>
                  </a:cubicBezTo>
                  <a:cubicBezTo>
                    <a:pt x="16256" y="20275"/>
                    <a:pt x="16503" y="20181"/>
                    <a:pt x="16691" y="19993"/>
                  </a:cubicBezTo>
                  <a:lnTo>
                    <a:pt x="17021" y="19661"/>
                  </a:lnTo>
                  <a:lnTo>
                    <a:pt x="19400" y="22040"/>
                  </a:lnTo>
                  <a:cubicBezTo>
                    <a:pt x="19589" y="22229"/>
                    <a:pt x="19837" y="22324"/>
                    <a:pt x="20086" y="22324"/>
                  </a:cubicBezTo>
                  <a:cubicBezTo>
                    <a:pt x="20334" y="22324"/>
                    <a:pt x="20582" y="22229"/>
                    <a:pt x="20771" y="22040"/>
                  </a:cubicBezTo>
                  <a:lnTo>
                    <a:pt x="22136" y="20676"/>
                  </a:lnTo>
                  <a:cubicBezTo>
                    <a:pt x="22514" y="20297"/>
                    <a:pt x="22514" y="19683"/>
                    <a:pt x="22136" y="19305"/>
                  </a:cubicBezTo>
                  <a:lnTo>
                    <a:pt x="19757" y="16926"/>
                  </a:lnTo>
                  <a:lnTo>
                    <a:pt x="20111" y="16572"/>
                  </a:lnTo>
                  <a:cubicBezTo>
                    <a:pt x="20487" y="16194"/>
                    <a:pt x="20487" y="15581"/>
                    <a:pt x="20108" y="15201"/>
                  </a:cubicBezTo>
                  <a:lnTo>
                    <a:pt x="5168" y="286"/>
                  </a:lnTo>
                  <a:cubicBezTo>
                    <a:pt x="4977" y="96"/>
                    <a:pt x="4728" y="0"/>
                    <a:pt x="447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9"/>
            <p:cNvSpPr/>
            <p:nvPr/>
          </p:nvSpPr>
          <p:spPr>
            <a:xfrm>
              <a:off x="6572150" y="2857475"/>
              <a:ext cx="135850" cy="133475"/>
            </a:xfrm>
            <a:custGeom>
              <a:rect b="b" l="l" r="r" t="t"/>
              <a:pathLst>
                <a:path extrusionOk="0" h="5339" w="5434">
                  <a:moveTo>
                    <a:pt x="1372" y="1"/>
                  </a:moveTo>
                  <a:lnTo>
                    <a:pt x="1" y="1372"/>
                  </a:lnTo>
                  <a:lnTo>
                    <a:pt x="3684" y="5054"/>
                  </a:lnTo>
                  <a:cubicBezTo>
                    <a:pt x="3873" y="5244"/>
                    <a:pt x="4121" y="5339"/>
                    <a:pt x="4369" y="5339"/>
                  </a:cubicBezTo>
                  <a:cubicBezTo>
                    <a:pt x="4618" y="5339"/>
                    <a:pt x="4866" y="5244"/>
                    <a:pt x="5056" y="5054"/>
                  </a:cubicBezTo>
                  <a:cubicBezTo>
                    <a:pt x="5434" y="4676"/>
                    <a:pt x="5434" y="4062"/>
                    <a:pt x="5056" y="3683"/>
                  </a:cubicBezTo>
                  <a:lnTo>
                    <a:pt x="1372" y="1"/>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9"/>
            <p:cNvSpPr/>
            <p:nvPr/>
          </p:nvSpPr>
          <p:spPr>
            <a:xfrm>
              <a:off x="6179000" y="2433100"/>
              <a:ext cx="512200" cy="506825"/>
            </a:xfrm>
            <a:custGeom>
              <a:rect b="b" l="l" r="r" t="t"/>
              <a:pathLst>
                <a:path extrusionOk="0" h="20273" w="20488">
                  <a:moveTo>
                    <a:pt x="4480" y="0"/>
                  </a:moveTo>
                  <a:cubicBezTo>
                    <a:pt x="4233" y="0"/>
                    <a:pt x="3986" y="94"/>
                    <a:pt x="3796" y="282"/>
                  </a:cubicBezTo>
                  <a:lnTo>
                    <a:pt x="377" y="3701"/>
                  </a:lnTo>
                  <a:cubicBezTo>
                    <a:pt x="1" y="4079"/>
                    <a:pt x="1" y="4692"/>
                    <a:pt x="382" y="5072"/>
                  </a:cubicBezTo>
                  <a:lnTo>
                    <a:pt x="15320" y="19987"/>
                  </a:lnTo>
                  <a:cubicBezTo>
                    <a:pt x="15511" y="20177"/>
                    <a:pt x="15761" y="20273"/>
                    <a:pt x="16010" y="20273"/>
                  </a:cubicBezTo>
                  <a:cubicBezTo>
                    <a:pt x="16257" y="20273"/>
                    <a:pt x="16503" y="20179"/>
                    <a:pt x="16692" y="19990"/>
                  </a:cubicBezTo>
                  <a:lnTo>
                    <a:pt x="20111" y="16571"/>
                  </a:lnTo>
                  <a:cubicBezTo>
                    <a:pt x="20487" y="16193"/>
                    <a:pt x="20487" y="15580"/>
                    <a:pt x="20108" y="15199"/>
                  </a:cubicBezTo>
                  <a:lnTo>
                    <a:pt x="5168" y="285"/>
                  </a:lnTo>
                  <a:cubicBezTo>
                    <a:pt x="4978" y="95"/>
                    <a:pt x="4729" y="0"/>
                    <a:pt x="44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9"/>
            <p:cNvSpPr/>
            <p:nvPr/>
          </p:nvSpPr>
          <p:spPr>
            <a:xfrm>
              <a:off x="6213900" y="2433050"/>
              <a:ext cx="477300" cy="474325"/>
            </a:xfrm>
            <a:custGeom>
              <a:rect b="b" l="l" r="r" t="t"/>
              <a:pathLst>
                <a:path extrusionOk="0" h="18973" w="19092">
                  <a:moveTo>
                    <a:pt x="3083" y="1"/>
                  </a:moveTo>
                  <a:cubicBezTo>
                    <a:pt x="2836" y="1"/>
                    <a:pt x="2589" y="95"/>
                    <a:pt x="2400" y="284"/>
                  </a:cubicBezTo>
                  <a:lnTo>
                    <a:pt x="0" y="2683"/>
                  </a:lnTo>
                  <a:cubicBezTo>
                    <a:pt x="189" y="2495"/>
                    <a:pt x="437" y="2401"/>
                    <a:pt x="684" y="2401"/>
                  </a:cubicBezTo>
                  <a:cubicBezTo>
                    <a:pt x="933" y="2401"/>
                    <a:pt x="1182" y="2496"/>
                    <a:pt x="1373" y="2687"/>
                  </a:cubicBezTo>
                  <a:lnTo>
                    <a:pt x="16312" y="17602"/>
                  </a:lnTo>
                  <a:cubicBezTo>
                    <a:pt x="16693" y="17981"/>
                    <a:pt x="16694" y="18595"/>
                    <a:pt x="16316" y="18973"/>
                  </a:cubicBezTo>
                  <a:lnTo>
                    <a:pt x="18715" y="16573"/>
                  </a:lnTo>
                  <a:cubicBezTo>
                    <a:pt x="19091" y="16195"/>
                    <a:pt x="19091" y="15582"/>
                    <a:pt x="18712" y="15201"/>
                  </a:cubicBezTo>
                  <a:lnTo>
                    <a:pt x="3772" y="287"/>
                  </a:lnTo>
                  <a:cubicBezTo>
                    <a:pt x="3581" y="96"/>
                    <a:pt x="3332" y="1"/>
                    <a:pt x="3083"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9"/>
            <p:cNvSpPr/>
            <p:nvPr/>
          </p:nvSpPr>
          <p:spPr>
            <a:xfrm>
              <a:off x="6188075" y="2440675"/>
              <a:ext cx="198125" cy="195775"/>
            </a:xfrm>
            <a:custGeom>
              <a:rect b="b" l="l" r="r" t="t"/>
              <a:pathLst>
                <a:path extrusionOk="0" h="7831" w="7925">
                  <a:moveTo>
                    <a:pt x="2240" y="1"/>
                  </a:moveTo>
                  <a:cubicBezTo>
                    <a:pt x="2116" y="1"/>
                    <a:pt x="1992" y="48"/>
                    <a:pt x="1897" y="144"/>
                  </a:cubicBezTo>
                  <a:lnTo>
                    <a:pt x="191" y="1850"/>
                  </a:lnTo>
                  <a:cubicBezTo>
                    <a:pt x="0" y="2039"/>
                    <a:pt x="0" y="2346"/>
                    <a:pt x="191" y="2537"/>
                  </a:cubicBezTo>
                  <a:lnTo>
                    <a:pt x="5342" y="7688"/>
                  </a:lnTo>
                  <a:cubicBezTo>
                    <a:pt x="5437" y="7783"/>
                    <a:pt x="5561" y="7830"/>
                    <a:pt x="5685" y="7830"/>
                  </a:cubicBezTo>
                  <a:cubicBezTo>
                    <a:pt x="5809" y="7830"/>
                    <a:pt x="5933" y="7783"/>
                    <a:pt x="6027" y="7688"/>
                  </a:cubicBezTo>
                  <a:lnTo>
                    <a:pt x="7735" y="5980"/>
                  </a:lnTo>
                  <a:cubicBezTo>
                    <a:pt x="7924" y="5790"/>
                    <a:pt x="7924" y="5484"/>
                    <a:pt x="7735" y="5295"/>
                  </a:cubicBezTo>
                  <a:lnTo>
                    <a:pt x="2584" y="144"/>
                  </a:lnTo>
                  <a:cubicBezTo>
                    <a:pt x="2488" y="48"/>
                    <a:pt x="2364" y="1"/>
                    <a:pt x="224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9"/>
            <p:cNvSpPr/>
            <p:nvPr/>
          </p:nvSpPr>
          <p:spPr>
            <a:xfrm>
              <a:off x="6188075" y="2470575"/>
              <a:ext cx="168250" cy="165875"/>
            </a:xfrm>
            <a:custGeom>
              <a:rect b="b" l="l" r="r" t="t"/>
              <a:pathLst>
                <a:path extrusionOk="0" h="6635" w="6730">
                  <a:moveTo>
                    <a:pt x="1045" y="0"/>
                  </a:moveTo>
                  <a:cubicBezTo>
                    <a:pt x="921" y="0"/>
                    <a:pt x="797" y="48"/>
                    <a:pt x="702" y="143"/>
                  </a:cubicBezTo>
                  <a:lnTo>
                    <a:pt x="191" y="654"/>
                  </a:lnTo>
                  <a:cubicBezTo>
                    <a:pt x="0" y="843"/>
                    <a:pt x="0" y="1150"/>
                    <a:pt x="191" y="1341"/>
                  </a:cubicBezTo>
                  <a:lnTo>
                    <a:pt x="5342" y="6492"/>
                  </a:lnTo>
                  <a:cubicBezTo>
                    <a:pt x="5437" y="6587"/>
                    <a:pt x="5561" y="6634"/>
                    <a:pt x="5685" y="6634"/>
                  </a:cubicBezTo>
                  <a:cubicBezTo>
                    <a:pt x="5809" y="6634"/>
                    <a:pt x="5933" y="6587"/>
                    <a:pt x="6027" y="6492"/>
                  </a:cubicBezTo>
                  <a:lnTo>
                    <a:pt x="6539" y="5981"/>
                  </a:lnTo>
                  <a:cubicBezTo>
                    <a:pt x="6729" y="5790"/>
                    <a:pt x="6729" y="5485"/>
                    <a:pt x="6539" y="5294"/>
                  </a:cubicBezTo>
                  <a:lnTo>
                    <a:pt x="1387" y="143"/>
                  </a:lnTo>
                  <a:cubicBezTo>
                    <a:pt x="1293" y="48"/>
                    <a:pt x="1169" y="0"/>
                    <a:pt x="1045"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9"/>
            <p:cNvSpPr/>
            <p:nvPr/>
          </p:nvSpPr>
          <p:spPr>
            <a:xfrm>
              <a:off x="6179000" y="2432950"/>
              <a:ext cx="562925" cy="558075"/>
            </a:xfrm>
            <a:custGeom>
              <a:rect b="b" l="l" r="r" t="t"/>
              <a:pathLst>
                <a:path extrusionOk="0" h="22323" w="22517">
                  <a:moveTo>
                    <a:pt x="18035" y="0"/>
                  </a:moveTo>
                  <a:cubicBezTo>
                    <a:pt x="17786" y="0"/>
                    <a:pt x="17538" y="95"/>
                    <a:pt x="17347" y="285"/>
                  </a:cubicBezTo>
                  <a:lnTo>
                    <a:pt x="2408" y="15200"/>
                  </a:lnTo>
                  <a:cubicBezTo>
                    <a:pt x="2027" y="15580"/>
                    <a:pt x="2026" y="16193"/>
                    <a:pt x="2404" y="16571"/>
                  </a:cubicBezTo>
                  <a:lnTo>
                    <a:pt x="2758" y="16925"/>
                  </a:lnTo>
                  <a:lnTo>
                    <a:pt x="379" y="19304"/>
                  </a:lnTo>
                  <a:cubicBezTo>
                    <a:pt x="1" y="19682"/>
                    <a:pt x="1" y="20296"/>
                    <a:pt x="379" y="20675"/>
                  </a:cubicBezTo>
                  <a:lnTo>
                    <a:pt x="1743" y="22039"/>
                  </a:lnTo>
                  <a:cubicBezTo>
                    <a:pt x="1933" y="22228"/>
                    <a:pt x="2181" y="22323"/>
                    <a:pt x="2429" y="22323"/>
                  </a:cubicBezTo>
                  <a:cubicBezTo>
                    <a:pt x="2677" y="22323"/>
                    <a:pt x="2925" y="22228"/>
                    <a:pt x="3114" y="22039"/>
                  </a:cubicBezTo>
                  <a:lnTo>
                    <a:pt x="5493" y="19660"/>
                  </a:lnTo>
                  <a:lnTo>
                    <a:pt x="5824" y="19992"/>
                  </a:lnTo>
                  <a:cubicBezTo>
                    <a:pt x="6013" y="20179"/>
                    <a:pt x="6260" y="20273"/>
                    <a:pt x="6507" y="20273"/>
                  </a:cubicBezTo>
                  <a:cubicBezTo>
                    <a:pt x="6756" y="20273"/>
                    <a:pt x="7005" y="20178"/>
                    <a:pt x="7196" y="19987"/>
                  </a:cubicBezTo>
                  <a:lnTo>
                    <a:pt x="22135" y="5073"/>
                  </a:lnTo>
                  <a:cubicBezTo>
                    <a:pt x="22515" y="4693"/>
                    <a:pt x="22517" y="4079"/>
                    <a:pt x="22139" y="3701"/>
                  </a:cubicBezTo>
                  <a:lnTo>
                    <a:pt x="18718" y="282"/>
                  </a:lnTo>
                  <a:cubicBezTo>
                    <a:pt x="18530" y="94"/>
                    <a:pt x="18282" y="0"/>
                    <a:pt x="180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9"/>
            <p:cNvSpPr/>
            <p:nvPr/>
          </p:nvSpPr>
          <p:spPr>
            <a:xfrm>
              <a:off x="6213075" y="2857475"/>
              <a:ext cx="135825" cy="133475"/>
            </a:xfrm>
            <a:custGeom>
              <a:rect b="b" l="l" r="r" t="t"/>
              <a:pathLst>
                <a:path extrusionOk="0" h="5339" w="5433">
                  <a:moveTo>
                    <a:pt x="4061" y="1"/>
                  </a:moveTo>
                  <a:lnTo>
                    <a:pt x="379" y="3683"/>
                  </a:lnTo>
                  <a:cubicBezTo>
                    <a:pt x="1" y="4062"/>
                    <a:pt x="1" y="4676"/>
                    <a:pt x="379" y="5054"/>
                  </a:cubicBezTo>
                  <a:cubicBezTo>
                    <a:pt x="568" y="5244"/>
                    <a:pt x="816" y="5339"/>
                    <a:pt x="1064" y="5339"/>
                  </a:cubicBezTo>
                  <a:cubicBezTo>
                    <a:pt x="1312" y="5339"/>
                    <a:pt x="1560" y="5244"/>
                    <a:pt x="1750" y="5054"/>
                  </a:cubicBezTo>
                  <a:lnTo>
                    <a:pt x="5432" y="1372"/>
                  </a:lnTo>
                  <a:lnTo>
                    <a:pt x="4061" y="1"/>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9"/>
            <p:cNvSpPr/>
            <p:nvPr/>
          </p:nvSpPr>
          <p:spPr>
            <a:xfrm>
              <a:off x="6229775" y="2433100"/>
              <a:ext cx="512300" cy="506800"/>
            </a:xfrm>
            <a:custGeom>
              <a:rect b="b" l="l" r="r" t="t"/>
              <a:pathLst>
                <a:path extrusionOk="0" h="20272" w="20492">
                  <a:moveTo>
                    <a:pt x="16011" y="0"/>
                  </a:moveTo>
                  <a:cubicBezTo>
                    <a:pt x="15762" y="0"/>
                    <a:pt x="15512" y="95"/>
                    <a:pt x="15321" y="285"/>
                  </a:cubicBezTo>
                  <a:lnTo>
                    <a:pt x="383" y="15199"/>
                  </a:lnTo>
                  <a:cubicBezTo>
                    <a:pt x="2" y="15580"/>
                    <a:pt x="0" y="16193"/>
                    <a:pt x="378" y="16571"/>
                  </a:cubicBezTo>
                  <a:lnTo>
                    <a:pt x="3798" y="19990"/>
                  </a:lnTo>
                  <a:cubicBezTo>
                    <a:pt x="3987" y="20178"/>
                    <a:pt x="4234" y="20272"/>
                    <a:pt x="4482" y="20272"/>
                  </a:cubicBezTo>
                  <a:cubicBezTo>
                    <a:pt x="4730" y="20272"/>
                    <a:pt x="4979" y="20177"/>
                    <a:pt x="5169" y="19987"/>
                  </a:cubicBezTo>
                  <a:lnTo>
                    <a:pt x="20109" y="5072"/>
                  </a:lnTo>
                  <a:cubicBezTo>
                    <a:pt x="20489" y="4692"/>
                    <a:pt x="20491" y="4079"/>
                    <a:pt x="20112" y="3701"/>
                  </a:cubicBezTo>
                  <a:lnTo>
                    <a:pt x="16693" y="282"/>
                  </a:lnTo>
                  <a:cubicBezTo>
                    <a:pt x="16505" y="94"/>
                    <a:pt x="16258" y="0"/>
                    <a:pt x="160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9"/>
            <p:cNvSpPr/>
            <p:nvPr/>
          </p:nvSpPr>
          <p:spPr>
            <a:xfrm>
              <a:off x="6229800" y="2433075"/>
              <a:ext cx="477350" cy="474300"/>
            </a:xfrm>
            <a:custGeom>
              <a:rect b="b" l="l" r="r" t="t"/>
              <a:pathLst>
                <a:path extrusionOk="0" h="18972" w="19094">
                  <a:moveTo>
                    <a:pt x="16010" y="1"/>
                  </a:moveTo>
                  <a:cubicBezTo>
                    <a:pt x="15762" y="1"/>
                    <a:pt x="15513" y="96"/>
                    <a:pt x="15322" y="286"/>
                  </a:cubicBezTo>
                  <a:lnTo>
                    <a:pt x="383" y="15200"/>
                  </a:lnTo>
                  <a:cubicBezTo>
                    <a:pt x="2" y="15581"/>
                    <a:pt x="1" y="16194"/>
                    <a:pt x="379" y="16572"/>
                  </a:cubicBezTo>
                  <a:lnTo>
                    <a:pt x="2779" y="18972"/>
                  </a:lnTo>
                  <a:cubicBezTo>
                    <a:pt x="2403" y="18594"/>
                    <a:pt x="2403" y="17980"/>
                    <a:pt x="2783" y="17601"/>
                  </a:cubicBezTo>
                  <a:lnTo>
                    <a:pt x="17722" y="2686"/>
                  </a:lnTo>
                  <a:cubicBezTo>
                    <a:pt x="17913" y="2495"/>
                    <a:pt x="18163" y="2399"/>
                    <a:pt x="18412" y="2399"/>
                  </a:cubicBezTo>
                  <a:cubicBezTo>
                    <a:pt x="18659" y="2399"/>
                    <a:pt x="18905" y="2493"/>
                    <a:pt x="19094" y="2682"/>
                  </a:cubicBezTo>
                  <a:lnTo>
                    <a:pt x="16693" y="283"/>
                  </a:lnTo>
                  <a:cubicBezTo>
                    <a:pt x="16505" y="95"/>
                    <a:pt x="16258" y="1"/>
                    <a:pt x="16010"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9"/>
            <p:cNvSpPr/>
            <p:nvPr/>
          </p:nvSpPr>
          <p:spPr>
            <a:xfrm>
              <a:off x="6534850" y="2440675"/>
              <a:ext cx="198100" cy="195775"/>
            </a:xfrm>
            <a:custGeom>
              <a:rect b="b" l="l" r="r" t="t"/>
              <a:pathLst>
                <a:path extrusionOk="0" h="7831" w="7924">
                  <a:moveTo>
                    <a:pt x="5686" y="1"/>
                  </a:moveTo>
                  <a:cubicBezTo>
                    <a:pt x="5562" y="1"/>
                    <a:pt x="5438" y="48"/>
                    <a:pt x="5343" y="144"/>
                  </a:cubicBezTo>
                  <a:lnTo>
                    <a:pt x="191" y="5295"/>
                  </a:lnTo>
                  <a:cubicBezTo>
                    <a:pt x="1" y="5486"/>
                    <a:pt x="1" y="5791"/>
                    <a:pt x="191" y="5980"/>
                  </a:cubicBezTo>
                  <a:lnTo>
                    <a:pt x="1898" y="7688"/>
                  </a:lnTo>
                  <a:cubicBezTo>
                    <a:pt x="1993" y="7783"/>
                    <a:pt x="2117" y="7830"/>
                    <a:pt x="2241" y="7830"/>
                  </a:cubicBezTo>
                  <a:cubicBezTo>
                    <a:pt x="2365" y="7830"/>
                    <a:pt x="2489" y="7783"/>
                    <a:pt x="2584" y="7688"/>
                  </a:cubicBezTo>
                  <a:lnTo>
                    <a:pt x="7736" y="2537"/>
                  </a:lnTo>
                  <a:cubicBezTo>
                    <a:pt x="7923" y="2346"/>
                    <a:pt x="7923" y="2039"/>
                    <a:pt x="7736" y="1850"/>
                  </a:cubicBezTo>
                  <a:lnTo>
                    <a:pt x="6029" y="144"/>
                  </a:lnTo>
                  <a:cubicBezTo>
                    <a:pt x="5934" y="48"/>
                    <a:pt x="5810" y="1"/>
                    <a:pt x="56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9"/>
            <p:cNvSpPr/>
            <p:nvPr/>
          </p:nvSpPr>
          <p:spPr>
            <a:xfrm>
              <a:off x="6564775" y="2470575"/>
              <a:ext cx="168175" cy="165875"/>
            </a:xfrm>
            <a:custGeom>
              <a:rect b="b" l="l" r="r" t="t"/>
              <a:pathLst>
                <a:path extrusionOk="0" h="6635" w="6727">
                  <a:moveTo>
                    <a:pt x="5684" y="0"/>
                  </a:moveTo>
                  <a:cubicBezTo>
                    <a:pt x="5560" y="0"/>
                    <a:pt x="5436" y="48"/>
                    <a:pt x="5341" y="143"/>
                  </a:cubicBezTo>
                  <a:lnTo>
                    <a:pt x="189" y="5294"/>
                  </a:lnTo>
                  <a:cubicBezTo>
                    <a:pt x="0" y="5485"/>
                    <a:pt x="0" y="5790"/>
                    <a:pt x="189" y="5981"/>
                  </a:cubicBezTo>
                  <a:lnTo>
                    <a:pt x="701" y="6492"/>
                  </a:lnTo>
                  <a:cubicBezTo>
                    <a:pt x="796" y="6587"/>
                    <a:pt x="920" y="6634"/>
                    <a:pt x="1044" y="6634"/>
                  </a:cubicBezTo>
                  <a:cubicBezTo>
                    <a:pt x="1168" y="6634"/>
                    <a:pt x="1292" y="6587"/>
                    <a:pt x="1387" y="6492"/>
                  </a:cubicBezTo>
                  <a:lnTo>
                    <a:pt x="6539" y="1341"/>
                  </a:lnTo>
                  <a:cubicBezTo>
                    <a:pt x="6726" y="1150"/>
                    <a:pt x="6726" y="843"/>
                    <a:pt x="6539" y="654"/>
                  </a:cubicBezTo>
                  <a:lnTo>
                    <a:pt x="6027" y="143"/>
                  </a:lnTo>
                  <a:cubicBezTo>
                    <a:pt x="5932" y="48"/>
                    <a:pt x="5808" y="0"/>
                    <a:pt x="5684"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9"/>
            <p:cNvSpPr/>
            <p:nvPr/>
          </p:nvSpPr>
          <p:spPr>
            <a:xfrm>
              <a:off x="6169100" y="2423825"/>
              <a:ext cx="582825" cy="576325"/>
            </a:xfrm>
            <a:custGeom>
              <a:rect b="b" l="l" r="r" t="t"/>
              <a:pathLst>
                <a:path extrusionOk="0" h="23053" w="23313">
                  <a:moveTo>
                    <a:pt x="20318" y="1038"/>
                  </a:moveTo>
                  <a:cubicBezTo>
                    <a:pt x="20335" y="1038"/>
                    <a:pt x="20372" y="1044"/>
                    <a:pt x="20403" y="1074"/>
                  </a:cubicBezTo>
                  <a:lnTo>
                    <a:pt x="22110" y="2780"/>
                  </a:lnTo>
                  <a:cubicBezTo>
                    <a:pt x="22158" y="2827"/>
                    <a:pt x="22158" y="2902"/>
                    <a:pt x="22110" y="2951"/>
                  </a:cubicBezTo>
                  <a:lnTo>
                    <a:pt x="16958" y="8102"/>
                  </a:lnTo>
                  <a:cubicBezTo>
                    <a:pt x="16928" y="8132"/>
                    <a:pt x="16890" y="8138"/>
                    <a:pt x="16873" y="8138"/>
                  </a:cubicBezTo>
                  <a:cubicBezTo>
                    <a:pt x="16855" y="8138"/>
                    <a:pt x="16818" y="8132"/>
                    <a:pt x="16788" y="8102"/>
                  </a:cubicBezTo>
                  <a:lnTo>
                    <a:pt x="15081" y="6396"/>
                  </a:lnTo>
                  <a:cubicBezTo>
                    <a:pt x="15033" y="6349"/>
                    <a:pt x="15033" y="6273"/>
                    <a:pt x="15081" y="6225"/>
                  </a:cubicBezTo>
                  <a:lnTo>
                    <a:pt x="20233" y="1074"/>
                  </a:lnTo>
                  <a:cubicBezTo>
                    <a:pt x="20262" y="1044"/>
                    <a:pt x="20298" y="1038"/>
                    <a:pt x="20318" y="1038"/>
                  </a:cubicBezTo>
                  <a:close/>
                  <a:moveTo>
                    <a:pt x="2996" y="1039"/>
                  </a:moveTo>
                  <a:cubicBezTo>
                    <a:pt x="3013" y="1039"/>
                    <a:pt x="3050" y="1045"/>
                    <a:pt x="3081" y="1075"/>
                  </a:cubicBezTo>
                  <a:lnTo>
                    <a:pt x="8233" y="6226"/>
                  </a:lnTo>
                  <a:cubicBezTo>
                    <a:pt x="8281" y="6273"/>
                    <a:pt x="8281" y="6349"/>
                    <a:pt x="8233" y="6397"/>
                  </a:cubicBezTo>
                  <a:lnTo>
                    <a:pt x="6525" y="8104"/>
                  </a:lnTo>
                  <a:cubicBezTo>
                    <a:pt x="6495" y="8135"/>
                    <a:pt x="6459" y="8139"/>
                    <a:pt x="6441" y="8139"/>
                  </a:cubicBezTo>
                  <a:cubicBezTo>
                    <a:pt x="6422" y="8139"/>
                    <a:pt x="6385" y="8135"/>
                    <a:pt x="6355" y="8104"/>
                  </a:cubicBezTo>
                  <a:lnTo>
                    <a:pt x="1204" y="2952"/>
                  </a:lnTo>
                  <a:cubicBezTo>
                    <a:pt x="1157" y="2905"/>
                    <a:pt x="1157" y="2829"/>
                    <a:pt x="1204" y="2782"/>
                  </a:cubicBezTo>
                  <a:lnTo>
                    <a:pt x="2911" y="1075"/>
                  </a:lnTo>
                  <a:cubicBezTo>
                    <a:pt x="2940" y="1045"/>
                    <a:pt x="2976" y="1039"/>
                    <a:pt x="2996" y="1039"/>
                  </a:cubicBezTo>
                  <a:close/>
                  <a:moveTo>
                    <a:pt x="4879" y="1"/>
                  </a:moveTo>
                  <a:cubicBezTo>
                    <a:pt x="4524" y="1"/>
                    <a:pt x="4190" y="138"/>
                    <a:pt x="3938" y="390"/>
                  </a:cubicBezTo>
                  <a:lnTo>
                    <a:pt x="3682" y="644"/>
                  </a:lnTo>
                  <a:lnTo>
                    <a:pt x="3596" y="558"/>
                  </a:lnTo>
                  <a:cubicBezTo>
                    <a:pt x="3436" y="398"/>
                    <a:pt x="3223" y="309"/>
                    <a:pt x="2996" y="309"/>
                  </a:cubicBezTo>
                  <a:cubicBezTo>
                    <a:pt x="2769" y="309"/>
                    <a:pt x="2555" y="398"/>
                    <a:pt x="2395" y="558"/>
                  </a:cubicBezTo>
                  <a:lnTo>
                    <a:pt x="688" y="2266"/>
                  </a:lnTo>
                  <a:cubicBezTo>
                    <a:pt x="358" y="2597"/>
                    <a:pt x="358" y="3136"/>
                    <a:pt x="688" y="3467"/>
                  </a:cubicBezTo>
                  <a:lnTo>
                    <a:pt x="775" y="3553"/>
                  </a:lnTo>
                  <a:lnTo>
                    <a:pt x="519" y="3809"/>
                  </a:lnTo>
                  <a:cubicBezTo>
                    <a:pt x="0" y="4328"/>
                    <a:pt x="3" y="5173"/>
                    <a:pt x="522" y="5695"/>
                  </a:cubicBezTo>
                  <a:lnTo>
                    <a:pt x="5581" y="10746"/>
                  </a:lnTo>
                  <a:cubicBezTo>
                    <a:pt x="5652" y="10817"/>
                    <a:pt x="5746" y="10852"/>
                    <a:pt x="5838" y="10852"/>
                  </a:cubicBezTo>
                  <a:cubicBezTo>
                    <a:pt x="5931" y="10852"/>
                    <a:pt x="6024" y="10817"/>
                    <a:pt x="6095" y="10746"/>
                  </a:cubicBezTo>
                  <a:cubicBezTo>
                    <a:pt x="6237" y="10603"/>
                    <a:pt x="6237" y="10373"/>
                    <a:pt x="6095" y="10231"/>
                  </a:cubicBezTo>
                  <a:lnTo>
                    <a:pt x="1036" y="5181"/>
                  </a:lnTo>
                  <a:cubicBezTo>
                    <a:pt x="797" y="4943"/>
                    <a:pt x="797" y="4558"/>
                    <a:pt x="1033" y="4324"/>
                  </a:cubicBezTo>
                  <a:lnTo>
                    <a:pt x="1289" y="4068"/>
                  </a:lnTo>
                  <a:lnTo>
                    <a:pt x="5840" y="8620"/>
                  </a:lnTo>
                  <a:cubicBezTo>
                    <a:pt x="6000" y="8779"/>
                    <a:pt x="6213" y="8868"/>
                    <a:pt x="6441" y="8868"/>
                  </a:cubicBezTo>
                  <a:cubicBezTo>
                    <a:pt x="6667" y="8868"/>
                    <a:pt x="6880" y="8779"/>
                    <a:pt x="7040" y="8620"/>
                  </a:cubicBezTo>
                  <a:lnTo>
                    <a:pt x="8750" y="6913"/>
                  </a:lnTo>
                  <a:cubicBezTo>
                    <a:pt x="9080" y="6580"/>
                    <a:pt x="9080" y="6042"/>
                    <a:pt x="8750" y="5711"/>
                  </a:cubicBezTo>
                  <a:lnTo>
                    <a:pt x="4198" y="1160"/>
                  </a:lnTo>
                  <a:lnTo>
                    <a:pt x="4454" y="904"/>
                  </a:lnTo>
                  <a:cubicBezTo>
                    <a:pt x="4568" y="791"/>
                    <a:pt x="4717" y="728"/>
                    <a:pt x="4879" y="728"/>
                  </a:cubicBezTo>
                  <a:lnTo>
                    <a:pt x="4880" y="728"/>
                  </a:lnTo>
                  <a:cubicBezTo>
                    <a:pt x="5042" y="728"/>
                    <a:pt x="5194" y="792"/>
                    <a:pt x="5309" y="909"/>
                  </a:cubicBezTo>
                  <a:lnTo>
                    <a:pt x="10379" y="5968"/>
                  </a:lnTo>
                  <a:cubicBezTo>
                    <a:pt x="10450" y="6039"/>
                    <a:pt x="10543" y="6074"/>
                    <a:pt x="10636" y="6074"/>
                  </a:cubicBezTo>
                  <a:cubicBezTo>
                    <a:pt x="10728" y="6074"/>
                    <a:pt x="10822" y="6039"/>
                    <a:pt x="10893" y="5968"/>
                  </a:cubicBezTo>
                  <a:cubicBezTo>
                    <a:pt x="11035" y="5826"/>
                    <a:pt x="11035" y="5594"/>
                    <a:pt x="10893" y="5452"/>
                  </a:cubicBezTo>
                  <a:lnTo>
                    <a:pt x="5825" y="393"/>
                  </a:lnTo>
                  <a:cubicBezTo>
                    <a:pt x="5572" y="141"/>
                    <a:pt x="5237" y="1"/>
                    <a:pt x="4882" y="1"/>
                  </a:cubicBezTo>
                  <a:close/>
                  <a:moveTo>
                    <a:pt x="9117" y="16460"/>
                  </a:moveTo>
                  <a:cubicBezTo>
                    <a:pt x="9024" y="16460"/>
                    <a:pt x="8930" y="16495"/>
                    <a:pt x="8859" y="16566"/>
                  </a:cubicBezTo>
                  <a:cubicBezTo>
                    <a:pt x="8717" y="16709"/>
                    <a:pt x="8717" y="16940"/>
                    <a:pt x="8859" y="17082"/>
                  </a:cubicBezTo>
                  <a:lnTo>
                    <a:pt x="8894" y="17115"/>
                  </a:lnTo>
                  <a:cubicBezTo>
                    <a:pt x="8965" y="17186"/>
                    <a:pt x="9058" y="17222"/>
                    <a:pt x="9151" y="17222"/>
                  </a:cubicBezTo>
                  <a:cubicBezTo>
                    <a:pt x="9243" y="17222"/>
                    <a:pt x="9337" y="17186"/>
                    <a:pt x="9408" y="17115"/>
                  </a:cubicBezTo>
                  <a:cubicBezTo>
                    <a:pt x="9550" y="16973"/>
                    <a:pt x="9550" y="16743"/>
                    <a:pt x="9408" y="16601"/>
                  </a:cubicBezTo>
                  <a:lnTo>
                    <a:pt x="9375" y="16566"/>
                  </a:lnTo>
                  <a:cubicBezTo>
                    <a:pt x="9304" y="16495"/>
                    <a:pt x="9211" y="16460"/>
                    <a:pt x="9117" y="16460"/>
                  </a:cubicBezTo>
                  <a:close/>
                  <a:moveTo>
                    <a:pt x="14115" y="16460"/>
                  </a:moveTo>
                  <a:cubicBezTo>
                    <a:pt x="14022" y="16460"/>
                    <a:pt x="13929" y="16495"/>
                    <a:pt x="13856" y="16566"/>
                  </a:cubicBezTo>
                  <a:lnTo>
                    <a:pt x="13823" y="16601"/>
                  </a:lnTo>
                  <a:cubicBezTo>
                    <a:pt x="13681" y="16743"/>
                    <a:pt x="13681" y="16973"/>
                    <a:pt x="13823" y="17115"/>
                  </a:cubicBezTo>
                  <a:cubicBezTo>
                    <a:pt x="13894" y="17186"/>
                    <a:pt x="13988" y="17222"/>
                    <a:pt x="14081" y="17222"/>
                  </a:cubicBezTo>
                  <a:cubicBezTo>
                    <a:pt x="14173" y="17222"/>
                    <a:pt x="14267" y="17186"/>
                    <a:pt x="14338" y="17115"/>
                  </a:cubicBezTo>
                  <a:lnTo>
                    <a:pt x="14372" y="17082"/>
                  </a:lnTo>
                  <a:cubicBezTo>
                    <a:pt x="14514" y="16940"/>
                    <a:pt x="14514" y="16709"/>
                    <a:pt x="14372" y="16566"/>
                  </a:cubicBezTo>
                  <a:cubicBezTo>
                    <a:pt x="14301" y="16495"/>
                    <a:pt x="14208" y="16460"/>
                    <a:pt x="14115" y="16460"/>
                  </a:cubicBezTo>
                  <a:close/>
                  <a:moveTo>
                    <a:pt x="18435" y="728"/>
                  </a:moveTo>
                  <a:cubicBezTo>
                    <a:pt x="18594" y="728"/>
                    <a:pt x="18745" y="791"/>
                    <a:pt x="18858" y="904"/>
                  </a:cubicBezTo>
                  <a:lnTo>
                    <a:pt x="19114" y="1160"/>
                  </a:lnTo>
                  <a:lnTo>
                    <a:pt x="14564" y="5711"/>
                  </a:lnTo>
                  <a:cubicBezTo>
                    <a:pt x="14233" y="6043"/>
                    <a:pt x="14233" y="6582"/>
                    <a:pt x="14564" y="6913"/>
                  </a:cubicBezTo>
                  <a:lnTo>
                    <a:pt x="16271" y="8620"/>
                  </a:lnTo>
                  <a:cubicBezTo>
                    <a:pt x="16431" y="8779"/>
                    <a:pt x="16644" y="8868"/>
                    <a:pt x="16872" y="8868"/>
                  </a:cubicBezTo>
                  <a:cubicBezTo>
                    <a:pt x="17099" y="8868"/>
                    <a:pt x="17312" y="8779"/>
                    <a:pt x="17471" y="8620"/>
                  </a:cubicBezTo>
                  <a:lnTo>
                    <a:pt x="22023" y="4068"/>
                  </a:lnTo>
                  <a:lnTo>
                    <a:pt x="22279" y="4324"/>
                  </a:lnTo>
                  <a:cubicBezTo>
                    <a:pt x="22515" y="4558"/>
                    <a:pt x="22513" y="4942"/>
                    <a:pt x="22273" y="5181"/>
                  </a:cubicBezTo>
                  <a:lnTo>
                    <a:pt x="7333" y="20095"/>
                  </a:lnTo>
                  <a:cubicBezTo>
                    <a:pt x="7218" y="20210"/>
                    <a:pt x="7066" y="20274"/>
                    <a:pt x="6904" y="20274"/>
                  </a:cubicBezTo>
                  <a:lnTo>
                    <a:pt x="6903" y="20274"/>
                  </a:lnTo>
                  <a:cubicBezTo>
                    <a:pt x="6742" y="20274"/>
                    <a:pt x="6591" y="20212"/>
                    <a:pt x="6478" y="20098"/>
                  </a:cubicBezTo>
                  <a:lnTo>
                    <a:pt x="6147" y="19768"/>
                  </a:lnTo>
                  <a:lnTo>
                    <a:pt x="3058" y="16679"/>
                  </a:lnTo>
                  <a:cubicBezTo>
                    <a:pt x="2824" y="16443"/>
                    <a:pt x="2825" y="16059"/>
                    <a:pt x="3061" y="15823"/>
                  </a:cubicBezTo>
                  <a:lnTo>
                    <a:pt x="5332" y="13558"/>
                  </a:lnTo>
                  <a:lnTo>
                    <a:pt x="7831" y="16058"/>
                  </a:lnTo>
                  <a:cubicBezTo>
                    <a:pt x="7902" y="16129"/>
                    <a:pt x="7997" y="16164"/>
                    <a:pt x="8089" y="16164"/>
                  </a:cubicBezTo>
                  <a:cubicBezTo>
                    <a:pt x="8183" y="16164"/>
                    <a:pt x="8275" y="16129"/>
                    <a:pt x="8346" y="16058"/>
                  </a:cubicBezTo>
                  <a:cubicBezTo>
                    <a:pt x="8489" y="15916"/>
                    <a:pt x="8489" y="15684"/>
                    <a:pt x="8346" y="15542"/>
                  </a:cubicBezTo>
                  <a:lnTo>
                    <a:pt x="5847" y="13042"/>
                  </a:lnTo>
                  <a:lnTo>
                    <a:pt x="18003" y="909"/>
                  </a:lnTo>
                  <a:cubicBezTo>
                    <a:pt x="18118" y="792"/>
                    <a:pt x="18271" y="728"/>
                    <a:pt x="18432" y="728"/>
                  </a:cubicBezTo>
                  <a:close/>
                  <a:moveTo>
                    <a:pt x="3159" y="17803"/>
                  </a:moveTo>
                  <a:lnTo>
                    <a:pt x="5379" y="20024"/>
                  </a:lnTo>
                  <a:lnTo>
                    <a:pt x="3257" y="22147"/>
                  </a:lnTo>
                  <a:cubicBezTo>
                    <a:pt x="3144" y="22262"/>
                    <a:pt x="2990" y="22325"/>
                    <a:pt x="2828" y="22325"/>
                  </a:cubicBezTo>
                  <a:cubicBezTo>
                    <a:pt x="2668" y="22325"/>
                    <a:pt x="2514" y="22261"/>
                    <a:pt x="2400" y="22147"/>
                  </a:cubicBezTo>
                  <a:lnTo>
                    <a:pt x="1036" y="20783"/>
                  </a:lnTo>
                  <a:cubicBezTo>
                    <a:pt x="800" y="20546"/>
                    <a:pt x="800" y="20162"/>
                    <a:pt x="1036" y="19926"/>
                  </a:cubicBezTo>
                  <a:lnTo>
                    <a:pt x="3159" y="17803"/>
                  </a:lnTo>
                  <a:close/>
                  <a:moveTo>
                    <a:pt x="20157" y="17806"/>
                  </a:moveTo>
                  <a:lnTo>
                    <a:pt x="22279" y="19926"/>
                  </a:lnTo>
                  <a:cubicBezTo>
                    <a:pt x="22513" y="20162"/>
                    <a:pt x="22513" y="20546"/>
                    <a:pt x="22279" y="20783"/>
                  </a:cubicBezTo>
                  <a:lnTo>
                    <a:pt x="20915" y="22147"/>
                  </a:lnTo>
                  <a:cubicBezTo>
                    <a:pt x="20801" y="22262"/>
                    <a:pt x="20648" y="22325"/>
                    <a:pt x="20486" y="22325"/>
                  </a:cubicBezTo>
                  <a:cubicBezTo>
                    <a:pt x="20325" y="22325"/>
                    <a:pt x="20171" y="22261"/>
                    <a:pt x="20058" y="22147"/>
                  </a:cubicBezTo>
                  <a:lnTo>
                    <a:pt x="17937" y="20025"/>
                  </a:lnTo>
                  <a:lnTo>
                    <a:pt x="20157" y="17806"/>
                  </a:lnTo>
                  <a:close/>
                  <a:moveTo>
                    <a:pt x="18432" y="2"/>
                  </a:moveTo>
                  <a:cubicBezTo>
                    <a:pt x="18075" y="3"/>
                    <a:pt x="17741" y="143"/>
                    <a:pt x="17490" y="394"/>
                  </a:cubicBezTo>
                  <a:lnTo>
                    <a:pt x="2550" y="15309"/>
                  </a:lnTo>
                  <a:cubicBezTo>
                    <a:pt x="2030" y="15830"/>
                    <a:pt x="2028" y="16676"/>
                    <a:pt x="2547" y="17195"/>
                  </a:cubicBezTo>
                  <a:lnTo>
                    <a:pt x="2642" y="17290"/>
                  </a:lnTo>
                  <a:lnTo>
                    <a:pt x="522" y="19412"/>
                  </a:lnTo>
                  <a:cubicBezTo>
                    <a:pt x="0" y="19932"/>
                    <a:pt x="0" y="20777"/>
                    <a:pt x="522" y="21297"/>
                  </a:cubicBezTo>
                  <a:lnTo>
                    <a:pt x="1886" y="22662"/>
                  </a:lnTo>
                  <a:cubicBezTo>
                    <a:pt x="2138" y="22915"/>
                    <a:pt x="2472" y="23052"/>
                    <a:pt x="2828" y="23052"/>
                  </a:cubicBezTo>
                  <a:cubicBezTo>
                    <a:pt x="3186" y="23052"/>
                    <a:pt x="3520" y="22915"/>
                    <a:pt x="3772" y="22662"/>
                  </a:cubicBezTo>
                  <a:lnTo>
                    <a:pt x="5894" y="20538"/>
                  </a:lnTo>
                  <a:lnTo>
                    <a:pt x="5966" y="20612"/>
                  </a:lnTo>
                  <a:cubicBezTo>
                    <a:pt x="6216" y="20862"/>
                    <a:pt x="6550" y="21000"/>
                    <a:pt x="6905" y="21000"/>
                  </a:cubicBezTo>
                  <a:lnTo>
                    <a:pt x="6910" y="21000"/>
                  </a:lnTo>
                  <a:cubicBezTo>
                    <a:pt x="7266" y="20999"/>
                    <a:pt x="7600" y="20861"/>
                    <a:pt x="7852" y="20608"/>
                  </a:cubicBezTo>
                  <a:lnTo>
                    <a:pt x="22792" y="5694"/>
                  </a:lnTo>
                  <a:cubicBezTo>
                    <a:pt x="23312" y="5173"/>
                    <a:pt x="23312" y="4328"/>
                    <a:pt x="22795" y="3811"/>
                  </a:cubicBezTo>
                  <a:lnTo>
                    <a:pt x="22539" y="3555"/>
                  </a:lnTo>
                  <a:lnTo>
                    <a:pt x="22627" y="3468"/>
                  </a:lnTo>
                  <a:cubicBezTo>
                    <a:pt x="22957" y="3136"/>
                    <a:pt x="22957" y="2597"/>
                    <a:pt x="22627" y="2267"/>
                  </a:cubicBezTo>
                  <a:lnTo>
                    <a:pt x="20919" y="559"/>
                  </a:lnTo>
                  <a:cubicBezTo>
                    <a:pt x="20760" y="400"/>
                    <a:pt x="20547" y="310"/>
                    <a:pt x="20319" y="310"/>
                  </a:cubicBezTo>
                  <a:cubicBezTo>
                    <a:pt x="20092" y="310"/>
                    <a:pt x="19879" y="400"/>
                    <a:pt x="19718" y="559"/>
                  </a:cubicBezTo>
                  <a:lnTo>
                    <a:pt x="19631" y="647"/>
                  </a:lnTo>
                  <a:lnTo>
                    <a:pt x="19376" y="391"/>
                  </a:lnTo>
                  <a:cubicBezTo>
                    <a:pt x="19126" y="141"/>
                    <a:pt x="18792" y="2"/>
                    <a:pt x="18436" y="2"/>
                  </a:cubicBezTo>
                  <a:close/>
                  <a:moveTo>
                    <a:pt x="17431" y="12130"/>
                  </a:moveTo>
                  <a:cubicBezTo>
                    <a:pt x="17337" y="12130"/>
                    <a:pt x="17244" y="12165"/>
                    <a:pt x="17173" y="12236"/>
                  </a:cubicBezTo>
                  <a:cubicBezTo>
                    <a:pt x="17031" y="12378"/>
                    <a:pt x="17031" y="12609"/>
                    <a:pt x="17173" y="12751"/>
                  </a:cubicBezTo>
                  <a:lnTo>
                    <a:pt x="17422" y="12999"/>
                  </a:lnTo>
                  <a:lnTo>
                    <a:pt x="14882" y="15540"/>
                  </a:lnTo>
                  <a:cubicBezTo>
                    <a:pt x="14740" y="15683"/>
                    <a:pt x="14740" y="15913"/>
                    <a:pt x="14882" y="16055"/>
                  </a:cubicBezTo>
                  <a:cubicBezTo>
                    <a:pt x="14953" y="16126"/>
                    <a:pt x="15047" y="16161"/>
                    <a:pt x="15139" y="16161"/>
                  </a:cubicBezTo>
                  <a:cubicBezTo>
                    <a:pt x="15233" y="16161"/>
                    <a:pt x="15325" y="16126"/>
                    <a:pt x="15397" y="16055"/>
                  </a:cubicBezTo>
                  <a:lnTo>
                    <a:pt x="17937" y="13515"/>
                  </a:lnTo>
                  <a:lnTo>
                    <a:pt x="20248" y="15823"/>
                  </a:lnTo>
                  <a:cubicBezTo>
                    <a:pt x="20486" y="16059"/>
                    <a:pt x="20486" y="16444"/>
                    <a:pt x="20251" y="16679"/>
                  </a:cubicBezTo>
                  <a:lnTo>
                    <a:pt x="16832" y="20098"/>
                  </a:lnTo>
                  <a:cubicBezTo>
                    <a:pt x="16718" y="20212"/>
                    <a:pt x="16569" y="20274"/>
                    <a:pt x="16407" y="20274"/>
                  </a:cubicBezTo>
                  <a:lnTo>
                    <a:pt x="16406" y="20274"/>
                  </a:lnTo>
                  <a:cubicBezTo>
                    <a:pt x="16244" y="20274"/>
                    <a:pt x="16091" y="20210"/>
                    <a:pt x="15976" y="20095"/>
                  </a:cubicBezTo>
                  <a:lnTo>
                    <a:pt x="12964" y="17085"/>
                  </a:lnTo>
                  <a:cubicBezTo>
                    <a:pt x="12893" y="17014"/>
                    <a:pt x="12799" y="16979"/>
                    <a:pt x="12706" y="16979"/>
                  </a:cubicBezTo>
                  <a:cubicBezTo>
                    <a:pt x="12612" y="16979"/>
                    <a:pt x="12519" y="17014"/>
                    <a:pt x="12448" y="17085"/>
                  </a:cubicBezTo>
                  <a:cubicBezTo>
                    <a:pt x="12306" y="17227"/>
                    <a:pt x="12306" y="17459"/>
                    <a:pt x="12448" y="17601"/>
                  </a:cubicBezTo>
                  <a:lnTo>
                    <a:pt x="15460" y="20610"/>
                  </a:lnTo>
                  <a:cubicBezTo>
                    <a:pt x="15713" y="20862"/>
                    <a:pt x="16049" y="21003"/>
                    <a:pt x="16404" y="21003"/>
                  </a:cubicBezTo>
                  <a:lnTo>
                    <a:pt x="16407" y="21003"/>
                  </a:lnTo>
                  <a:cubicBezTo>
                    <a:pt x="16762" y="21003"/>
                    <a:pt x="17096" y="20864"/>
                    <a:pt x="17348" y="20614"/>
                  </a:cubicBezTo>
                  <a:lnTo>
                    <a:pt x="17420" y="20541"/>
                  </a:lnTo>
                  <a:lnTo>
                    <a:pt x="19540" y="22662"/>
                  </a:lnTo>
                  <a:cubicBezTo>
                    <a:pt x="19793" y="22915"/>
                    <a:pt x="20127" y="23052"/>
                    <a:pt x="20484" y="23052"/>
                  </a:cubicBezTo>
                  <a:cubicBezTo>
                    <a:pt x="20841" y="23052"/>
                    <a:pt x="21175" y="22915"/>
                    <a:pt x="21428" y="22662"/>
                  </a:cubicBezTo>
                  <a:lnTo>
                    <a:pt x="22792" y="21297"/>
                  </a:lnTo>
                  <a:cubicBezTo>
                    <a:pt x="23312" y="20777"/>
                    <a:pt x="23312" y="19932"/>
                    <a:pt x="22792" y="19407"/>
                  </a:cubicBezTo>
                  <a:lnTo>
                    <a:pt x="20670" y="17287"/>
                  </a:lnTo>
                  <a:lnTo>
                    <a:pt x="20767" y="17190"/>
                  </a:lnTo>
                  <a:cubicBezTo>
                    <a:pt x="21286" y="16672"/>
                    <a:pt x="21284" y="15826"/>
                    <a:pt x="20763" y="15306"/>
                  </a:cubicBezTo>
                  <a:lnTo>
                    <a:pt x="17689" y="12236"/>
                  </a:lnTo>
                  <a:cubicBezTo>
                    <a:pt x="17618" y="12165"/>
                    <a:pt x="17524" y="12130"/>
                    <a:pt x="17431" y="1213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2" name="Google Shape;5882;p69"/>
          <p:cNvGrpSpPr/>
          <p:nvPr/>
        </p:nvGrpSpPr>
        <p:grpSpPr>
          <a:xfrm>
            <a:off x="5221100" y="2370350"/>
            <a:ext cx="576350" cy="576325"/>
            <a:chOff x="5221100" y="2370350"/>
            <a:chExt cx="576350" cy="576325"/>
          </a:xfrm>
        </p:grpSpPr>
        <p:sp>
          <p:nvSpPr>
            <p:cNvPr id="5883" name="Google Shape;5883;p69"/>
            <p:cNvSpPr/>
            <p:nvPr/>
          </p:nvSpPr>
          <p:spPr>
            <a:xfrm>
              <a:off x="5230225" y="2379450"/>
              <a:ext cx="558050" cy="558100"/>
            </a:xfrm>
            <a:custGeom>
              <a:rect b="b" l="l" r="r" t="t"/>
              <a:pathLst>
                <a:path extrusionOk="0" h="22324" w="22322">
                  <a:moveTo>
                    <a:pt x="1941" y="0"/>
                  </a:moveTo>
                  <a:cubicBezTo>
                    <a:pt x="869" y="0"/>
                    <a:pt x="0" y="872"/>
                    <a:pt x="0" y="1942"/>
                  </a:cubicBezTo>
                  <a:lnTo>
                    <a:pt x="0" y="11162"/>
                  </a:lnTo>
                  <a:lnTo>
                    <a:pt x="0" y="20381"/>
                  </a:lnTo>
                  <a:cubicBezTo>
                    <a:pt x="0" y="21453"/>
                    <a:pt x="870" y="22323"/>
                    <a:pt x="1941" y="22323"/>
                  </a:cubicBezTo>
                  <a:lnTo>
                    <a:pt x="20380" y="22323"/>
                  </a:lnTo>
                  <a:cubicBezTo>
                    <a:pt x="21453" y="22323"/>
                    <a:pt x="22322" y="21452"/>
                    <a:pt x="22322" y="20381"/>
                  </a:cubicBezTo>
                  <a:lnTo>
                    <a:pt x="22322" y="11162"/>
                  </a:lnTo>
                  <a:lnTo>
                    <a:pt x="22322" y="1942"/>
                  </a:lnTo>
                  <a:cubicBezTo>
                    <a:pt x="22322" y="869"/>
                    <a:pt x="21453" y="0"/>
                    <a:pt x="203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9"/>
            <p:cNvSpPr/>
            <p:nvPr/>
          </p:nvSpPr>
          <p:spPr>
            <a:xfrm>
              <a:off x="5230225" y="2379450"/>
              <a:ext cx="558050" cy="558100"/>
            </a:xfrm>
            <a:custGeom>
              <a:rect b="b" l="l" r="r" t="t"/>
              <a:pathLst>
                <a:path extrusionOk="0" h="22324" w="22322">
                  <a:moveTo>
                    <a:pt x="1941" y="0"/>
                  </a:moveTo>
                  <a:cubicBezTo>
                    <a:pt x="869" y="0"/>
                    <a:pt x="0" y="872"/>
                    <a:pt x="0" y="1942"/>
                  </a:cubicBezTo>
                  <a:lnTo>
                    <a:pt x="0" y="11162"/>
                  </a:lnTo>
                  <a:lnTo>
                    <a:pt x="0" y="20381"/>
                  </a:lnTo>
                  <a:cubicBezTo>
                    <a:pt x="0" y="21453"/>
                    <a:pt x="870" y="22323"/>
                    <a:pt x="1941" y="22323"/>
                  </a:cubicBezTo>
                  <a:lnTo>
                    <a:pt x="11160" y="22323"/>
                  </a:lnTo>
                  <a:lnTo>
                    <a:pt x="11160" y="11162"/>
                  </a:lnTo>
                  <a:lnTo>
                    <a:pt x="22322" y="11162"/>
                  </a:lnTo>
                  <a:lnTo>
                    <a:pt x="22322" y="1942"/>
                  </a:lnTo>
                  <a:cubicBezTo>
                    <a:pt x="22322" y="869"/>
                    <a:pt x="21453" y="0"/>
                    <a:pt x="203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9"/>
            <p:cNvSpPr/>
            <p:nvPr/>
          </p:nvSpPr>
          <p:spPr>
            <a:xfrm>
              <a:off x="5230225" y="2379450"/>
              <a:ext cx="279025" cy="558100"/>
            </a:xfrm>
            <a:custGeom>
              <a:rect b="b" l="l" r="r" t="t"/>
              <a:pathLst>
                <a:path extrusionOk="0" h="22324" w="11161">
                  <a:moveTo>
                    <a:pt x="1941" y="0"/>
                  </a:moveTo>
                  <a:cubicBezTo>
                    <a:pt x="869" y="0"/>
                    <a:pt x="0" y="872"/>
                    <a:pt x="0" y="1942"/>
                  </a:cubicBezTo>
                  <a:lnTo>
                    <a:pt x="0" y="11162"/>
                  </a:lnTo>
                  <a:lnTo>
                    <a:pt x="0" y="20381"/>
                  </a:lnTo>
                  <a:cubicBezTo>
                    <a:pt x="0" y="21453"/>
                    <a:pt x="870" y="22323"/>
                    <a:pt x="1941" y="22323"/>
                  </a:cubicBezTo>
                  <a:lnTo>
                    <a:pt x="11160" y="22323"/>
                  </a:lnTo>
                  <a:lnTo>
                    <a:pt x="11160" y="11162"/>
                  </a:lnTo>
                  <a:lnTo>
                    <a:pt x="111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9"/>
            <p:cNvSpPr/>
            <p:nvPr/>
          </p:nvSpPr>
          <p:spPr>
            <a:xfrm>
              <a:off x="5230225" y="2379450"/>
              <a:ext cx="279025" cy="279050"/>
            </a:xfrm>
            <a:custGeom>
              <a:rect b="b" l="l" r="r" t="t"/>
              <a:pathLst>
                <a:path extrusionOk="0" h="11162" w="11161">
                  <a:moveTo>
                    <a:pt x="1941" y="0"/>
                  </a:moveTo>
                  <a:cubicBezTo>
                    <a:pt x="869" y="0"/>
                    <a:pt x="0" y="872"/>
                    <a:pt x="0" y="1942"/>
                  </a:cubicBezTo>
                  <a:lnTo>
                    <a:pt x="0" y="11162"/>
                  </a:lnTo>
                  <a:lnTo>
                    <a:pt x="11160" y="11162"/>
                  </a:lnTo>
                  <a:lnTo>
                    <a:pt x="1116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9"/>
            <p:cNvSpPr/>
            <p:nvPr/>
          </p:nvSpPr>
          <p:spPr>
            <a:xfrm>
              <a:off x="5551750" y="2482625"/>
              <a:ext cx="194075" cy="72750"/>
            </a:xfrm>
            <a:custGeom>
              <a:rect b="b" l="l" r="r" t="t"/>
              <a:pathLst>
                <a:path extrusionOk="0" h="2910" w="7763">
                  <a:moveTo>
                    <a:pt x="6796" y="0"/>
                  </a:moveTo>
                  <a:cubicBezTo>
                    <a:pt x="6795" y="0"/>
                    <a:pt x="6794" y="0"/>
                    <a:pt x="6793" y="0"/>
                  </a:cubicBezTo>
                  <a:lnTo>
                    <a:pt x="970" y="0"/>
                  </a:lnTo>
                  <a:cubicBezTo>
                    <a:pt x="435" y="0"/>
                    <a:pt x="0" y="434"/>
                    <a:pt x="0" y="969"/>
                  </a:cubicBezTo>
                  <a:lnTo>
                    <a:pt x="0" y="1940"/>
                  </a:lnTo>
                  <a:cubicBezTo>
                    <a:pt x="0" y="2474"/>
                    <a:pt x="434" y="2909"/>
                    <a:pt x="970" y="2909"/>
                  </a:cubicBezTo>
                  <a:lnTo>
                    <a:pt x="6793" y="2909"/>
                  </a:lnTo>
                  <a:cubicBezTo>
                    <a:pt x="7328" y="2909"/>
                    <a:pt x="7762" y="2476"/>
                    <a:pt x="7762" y="1940"/>
                  </a:cubicBezTo>
                  <a:lnTo>
                    <a:pt x="7762" y="969"/>
                  </a:lnTo>
                  <a:cubicBezTo>
                    <a:pt x="7762" y="435"/>
                    <a:pt x="7330" y="0"/>
                    <a:pt x="6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9"/>
            <p:cNvSpPr/>
            <p:nvPr/>
          </p:nvSpPr>
          <p:spPr>
            <a:xfrm>
              <a:off x="5551675" y="2482575"/>
              <a:ext cx="163800" cy="42500"/>
            </a:xfrm>
            <a:custGeom>
              <a:rect b="b" l="l" r="r" t="t"/>
              <a:pathLst>
                <a:path extrusionOk="0" h="1700" w="6552">
                  <a:moveTo>
                    <a:pt x="971" y="1"/>
                  </a:moveTo>
                  <a:cubicBezTo>
                    <a:pt x="437" y="1"/>
                    <a:pt x="0" y="434"/>
                    <a:pt x="0" y="970"/>
                  </a:cubicBezTo>
                  <a:lnTo>
                    <a:pt x="0" y="1699"/>
                  </a:lnTo>
                  <a:lnTo>
                    <a:pt x="5583" y="1699"/>
                  </a:lnTo>
                  <a:cubicBezTo>
                    <a:pt x="6117" y="1699"/>
                    <a:pt x="6552" y="1266"/>
                    <a:pt x="6552" y="728"/>
                  </a:cubicBezTo>
                  <a:lnTo>
                    <a:pt x="6552" y="1"/>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9"/>
            <p:cNvSpPr/>
            <p:nvPr/>
          </p:nvSpPr>
          <p:spPr>
            <a:xfrm>
              <a:off x="5551750" y="2761650"/>
              <a:ext cx="194075" cy="72750"/>
            </a:xfrm>
            <a:custGeom>
              <a:rect b="b" l="l" r="r" t="t"/>
              <a:pathLst>
                <a:path extrusionOk="0" h="2910" w="7763">
                  <a:moveTo>
                    <a:pt x="6798" y="1"/>
                  </a:moveTo>
                  <a:cubicBezTo>
                    <a:pt x="6797" y="1"/>
                    <a:pt x="6795" y="1"/>
                    <a:pt x="6793" y="1"/>
                  </a:cubicBezTo>
                  <a:lnTo>
                    <a:pt x="970" y="1"/>
                  </a:lnTo>
                  <a:cubicBezTo>
                    <a:pt x="435" y="1"/>
                    <a:pt x="0" y="434"/>
                    <a:pt x="0" y="970"/>
                  </a:cubicBezTo>
                  <a:lnTo>
                    <a:pt x="0" y="1940"/>
                  </a:lnTo>
                  <a:cubicBezTo>
                    <a:pt x="0" y="2475"/>
                    <a:pt x="434" y="2910"/>
                    <a:pt x="970" y="2910"/>
                  </a:cubicBezTo>
                  <a:lnTo>
                    <a:pt x="6793" y="2910"/>
                  </a:lnTo>
                  <a:cubicBezTo>
                    <a:pt x="7328" y="2910"/>
                    <a:pt x="7762" y="2476"/>
                    <a:pt x="7762" y="1940"/>
                  </a:cubicBezTo>
                  <a:lnTo>
                    <a:pt x="7762" y="970"/>
                  </a:lnTo>
                  <a:cubicBezTo>
                    <a:pt x="7762" y="436"/>
                    <a:pt x="7332" y="1"/>
                    <a:pt x="67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9"/>
            <p:cNvSpPr/>
            <p:nvPr/>
          </p:nvSpPr>
          <p:spPr>
            <a:xfrm>
              <a:off x="5551675" y="2761575"/>
              <a:ext cx="163800" cy="42500"/>
            </a:xfrm>
            <a:custGeom>
              <a:rect b="b" l="l" r="r" t="t"/>
              <a:pathLst>
                <a:path extrusionOk="0" h="1700" w="6552">
                  <a:moveTo>
                    <a:pt x="971" y="1"/>
                  </a:moveTo>
                  <a:cubicBezTo>
                    <a:pt x="437" y="1"/>
                    <a:pt x="0" y="434"/>
                    <a:pt x="0" y="971"/>
                  </a:cubicBezTo>
                  <a:lnTo>
                    <a:pt x="0" y="1699"/>
                  </a:lnTo>
                  <a:lnTo>
                    <a:pt x="5583" y="1699"/>
                  </a:lnTo>
                  <a:cubicBezTo>
                    <a:pt x="6117" y="1699"/>
                    <a:pt x="6552" y="1266"/>
                    <a:pt x="6552" y="730"/>
                  </a:cubicBezTo>
                  <a:lnTo>
                    <a:pt x="6552" y="1"/>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9"/>
            <p:cNvSpPr/>
            <p:nvPr/>
          </p:nvSpPr>
          <p:spPr>
            <a:xfrm>
              <a:off x="5272700" y="2421950"/>
              <a:ext cx="194075" cy="194100"/>
            </a:xfrm>
            <a:custGeom>
              <a:rect b="b" l="l" r="r" t="t"/>
              <a:pathLst>
                <a:path extrusionOk="0" h="7764" w="7763">
                  <a:moveTo>
                    <a:pt x="3397" y="0"/>
                  </a:moveTo>
                  <a:cubicBezTo>
                    <a:pt x="2862" y="0"/>
                    <a:pt x="2427" y="433"/>
                    <a:pt x="2427" y="971"/>
                  </a:cubicBezTo>
                  <a:lnTo>
                    <a:pt x="2427" y="2427"/>
                  </a:lnTo>
                  <a:lnTo>
                    <a:pt x="970" y="2427"/>
                  </a:lnTo>
                  <a:cubicBezTo>
                    <a:pt x="436" y="2427"/>
                    <a:pt x="1" y="2861"/>
                    <a:pt x="1" y="3396"/>
                  </a:cubicBezTo>
                  <a:lnTo>
                    <a:pt x="1" y="4367"/>
                  </a:lnTo>
                  <a:cubicBezTo>
                    <a:pt x="1" y="4901"/>
                    <a:pt x="434" y="5336"/>
                    <a:pt x="970" y="5336"/>
                  </a:cubicBezTo>
                  <a:lnTo>
                    <a:pt x="2427" y="5336"/>
                  </a:lnTo>
                  <a:lnTo>
                    <a:pt x="2427" y="6793"/>
                  </a:lnTo>
                  <a:cubicBezTo>
                    <a:pt x="2427" y="7329"/>
                    <a:pt x="2860" y="7764"/>
                    <a:pt x="3397" y="7764"/>
                  </a:cubicBezTo>
                  <a:lnTo>
                    <a:pt x="4367" y="7764"/>
                  </a:lnTo>
                  <a:cubicBezTo>
                    <a:pt x="4902" y="7764"/>
                    <a:pt x="5337" y="7330"/>
                    <a:pt x="5337" y="6793"/>
                  </a:cubicBezTo>
                  <a:lnTo>
                    <a:pt x="5337" y="5336"/>
                  </a:lnTo>
                  <a:lnTo>
                    <a:pt x="6794" y="5336"/>
                  </a:lnTo>
                  <a:cubicBezTo>
                    <a:pt x="7328" y="5336"/>
                    <a:pt x="7763" y="4903"/>
                    <a:pt x="7763" y="4367"/>
                  </a:cubicBezTo>
                  <a:lnTo>
                    <a:pt x="7763" y="3396"/>
                  </a:lnTo>
                  <a:cubicBezTo>
                    <a:pt x="7763" y="2862"/>
                    <a:pt x="7330" y="2427"/>
                    <a:pt x="6796" y="2427"/>
                  </a:cubicBezTo>
                  <a:cubicBezTo>
                    <a:pt x="6796" y="2427"/>
                    <a:pt x="6795" y="2427"/>
                    <a:pt x="6794" y="2427"/>
                  </a:cubicBezTo>
                  <a:lnTo>
                    <a:pt x="5337" y="2427"/>
                  </a:lnTo>
                  <a:lnTo>
                    <a:pt x="5337" y="971"/>
                  </a:lnTo>
                  <a:cubicBezTo>
                    <a:pt x="5337" y="435"/>
                    <a:pt x="4904" y="0"/>
                    <a:pt x="43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9"/>
            <p:cNvSpPr/>
            <p:nvPr/>
          </p:nvSpPr>
          <p:spPr>
            <a:xfrm>
              <a:off x="5272675" y="2421950"/>
              <a:ext cx="133475" cy="133425"/>
            </a:xfrm>
            <a:custGeom>
              <a:rect b="b" l="l" r="r" t="t"/>
              <a:pathLst>
                <a:path extrusionOk="0" h="5337" w="5339">
                  <a:moveTo>
                    <a:pt x="3397" y="0"/>
                  </a:moveTo>
                  <a:cubicBezTo>
                    <a:pt x="2861" y="0"/>
                    <a:pt x="2426" y="433"/>
                    <a:pt x="2426" y="971"/>
                  </a:cubicBezTo>
                  <a:lnTo>
                    <a:pt x="2426" y="2427"/>
                  </a:lnTo>
                  <a:lnTo>
                    <a:pt x="970" y="2427"/>
                  </a:lnTo>
                  <a:cubicBezTo>
                    <a:pt x="435" y="2427"/>
                    <a:pt x="0" y="2861"/>
                    <a:pt x="0" y="3396"/>
                  </a:cubicBezTo>
                  <a:lnTo>
                    <a:pt x="0" y="4367"/>
                  </a:lnTo>
                  <a:cubicBezTo>
                    <a:pt x="0" y="4901"/>
                    <a:pt x="434" y="5336"/>
                    <a:pt x="970" y="5336"/>
                  </a:cubicBezTo>
                  <a:lnTo>
                    <a:pt x="2426" y="5336"/>
                  </a:lnTo>
                  <a:cubicBezTo>
                    <a:pt x="4034" y="5336"/>
                    <a:pt x="5338" y="4033"/>
                    <a:pt x="5338" y="2426"/>
                  </a:cubicBezTo>
                  <a:lnTo>
                    <a:pt x="5337" y="2426"/>
                  </a:lnTo>
                  <a:lnTo>
                    <a:pt x="5337" y="971"/>
                  </a:lnTo>
                  <a:cubicBezTo>
                    <a:pt x="5337" y="435"/>
                    <a:pt x="4903" y="0"/>
                    <a:pt x="4366"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9"/>
            <p:cNvSpPr/>
            <p:nvPr/>
          </p:nvSpPr>
          <p:spPr>
            <a:xfrm>
              <a:off x="5283050" y="2713700"/>
              <a:ext cx="173375" cy="168625"/>
            </a:xfrm>
            <a:custGeom>
              <a:rect b="b" l="l" r="r" t="t"/>
              <a:pathLst>
                <a:path extrusionOk="0" h="6745" w="6935">
                  <a:moveTo>
                    <a:pt x="5183" y="0"/>
                  </a:moveTo>
                  <a:cubicBezTo>
                    <a:pt x="4934" y="0"/>
                    <a:pt x="4685" y="95"/>
                    <a:pt x="4495" y="286"/>
                  </a:cubicBezTo>
                  <a:lnTo>
                    <a:pt x="3467" y="1315"/>
                  </a:lnTo>
                  <a:lnTo>
                    <a:pt x="2438" y="286"/>
                  </a:lnTo>
                  <a:cubicBezTo>
                    <a:pt x="2248" y="97"/>
                    <a:pt x="1999" y="2"/>
                    <a:pt x="1751" y="2"/>
                  </a:cubicBezTo>
                  <a:cubicBezTo>
                    <a:pt x="1502" y="2"/>
                    <a:pt x="1254" y="97"/>
                    <a:pt x="1065" y="286"/>
                  </a:cubicBezTo>
                  <a:lnTo>
                    <a:pt x="378" y="971"/>
                  </a:lnTo>
                  <a:cubicBezTo>
                    <a:pt x="0" y="1352"/>
                    <a:pt x="0" y="1966"/>
                    <a:pt x="378" y="2345"/>
                  </a:cubicBezTo>
                  <a:lnTo>
                    <a:pt x="1407" y="3372"/>
                  </a:lnTo>
                  <a:lnTo>
                    <a:pt x="378" y="4401"/>
                  </a:lnTo>
                  <a:cubicBezTo>
                    <a:pt x="0" y="4782"/>
                    <a:pt x="0" y="5396"/>
                    <a:pt x="378" y="5774"/>
                  </a:cubicBezTo>
                  <a:lnTo>
                    <a:pt x="1065" y="6461"/>
                  </a:lnTo>
                  <a:cubicBezTo>
                    <a:pt x="1255" y="6650"/>
                    <a:pt x="1503" y="6744"/>
                    <a:pt x="1752" y="6744"/>
                  </a:cubicBezTo>
                  <a:cubicBezTo>
                    <a:pt x="2000" y="6744"/>
                    <a:pt x="2249" y="6650"/>
                    <a:pt x="2438" y="6461"/>
                  </a:cubicBezTo>
                  <a:lnTo>
                    <a:pt x="3467" y="5432"/>
                  </a:lnTo>
                  <a:lnTo>
                    <a:pt x="4497" y="6461"/>
                  </a:lnTo>
                  <a:cubicBezTo>
                    <a:pt x="4687" y="6650"/>
                    <a:pt x="4935" y="6744"/>
                    <a:pt x="5184" y="6744"/>
                  </a:cubicBezTo>
                  <a:cubicBezTo>
                    <a:pt x="5432" y="6744"/>
                    <a:pt x="5681" y="6650"/>
                    <a:pt x="5870" y="6461"/>
                  </a:cubicBezTo>
                  <a:lnTo>
                    <a:pt x="6556" y="5774"/>
                  </a:lnTo>
                  <a:cubicBezTo>
                    <a:pt x="6934" y="5395"/>
                    <a:pt x="6934" y="4779"/>
                    <a:pt x="6556" y="4401"/>
                  </a:cubicBezTo>
                  <a:lnTo>
                    <a:pt x="5527" y="3372"/>
                  </a:lnTo>
                  <a:lnTo>
                    <a:pt x="6556" y="2342"/>
                  </a:lnTo>
                  <a:cubicBezTo>
                    <a:pt x="6934" y="1963"/>
                    <a:pt x="6934" y="1347"/>
                    <a:pt x="6556" y="969"/>
                  </a:cubicBezTo>
                  <a:lnTo>
                    <a:pt x="5870" y="284"/>
                  </a:lnTo>
                  <a:cubicBezTo>
                    <a:pt x="5680" y="95"/>
                    <a:pt x="5432" y="0"/>
                    <a:pt x="51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9"/>
            <p:cNvSpPr/>
            <p:nvPr/>
          </p:nvSpPr>
          <p:spPr>
            <a:xfrm>
              <a:off x="5283075" y="2713675"/>
              <a:ext cx="115100" cy="168650"/>
            </a:xfrm>
            <a:custGeom>
              <a:rect b="b" l="l" r="r" t="t"/>
              <a:pathLst>
                <a:path extrusionOk="0" h="6746" w="4604">
                  <a:moveTo>
                    <a:pt x="1751" y="0"/>
                  </a:moveTo>
                  <a:cubicBezTo>
                    <a:pt x="1503" y="0"/>
                    <a:pt x="1254" y="95"/>
                    <a:pt x="1065" y="284"/>
                  </a:cubicBezTo>
                  <a:lnTo>
                    <a:pt x="380" y="970"/>
                  </a:lnTo>
                  <a:cubicBezTo>
                    <a:pt x="1" y="1351"/>
                    <a:pt x="1" y="1965"/>
                    <a:pt x="380" y="2343"/>
                  </a:cubicBezTo>
                  <a:lnTo>
                    <a:pt x="1408" y="3372"/>
                  </a:lnTo>
                  <a:lnTo>
                    <a:pt x="380" y="4402"/>
                  </a:lnTo>
                  <a:cubicBezTo>
                    <a:pt x="1" y="4783"/>
                    <a:pt x="1" y="5397"/>
                    <a:pt x="380" y="5775"/>
                  </a:cubicBezTo>
                  <a:lnTo>
                    <a:pt x="1065" y="6462"/>
                  </a:lnTo>
                  <a:cubicBezTo>
                    <a:pt x="1256" y="6651"/>
                    <a:pt x="1504" y="6745"/>
                    <a:pt x="1753" y="6745"/>
                  </a:cubicBezTo>
                  <a:cubicBezTo>
                    <a:pt x="2001" y="6745"/>
                    <a:pt x="2249" y="6651"/>
                    <a:pt x="2438" y="6462"/>
                  </a:cubicBezTo>
                  <a:lnTo>
                    <a:pt x="3467" y="5433"/>
                  </a:lnTo>
                  <a:cubicBezTo>
                    <a:pt x="4604" y="4296"/>
                    <a:pt x="4604" y="2453"/>
                    <a:pt x="3467" y="1316"/>
                  </a:cubicBezTo>
                  <a:lnTo>
                    <a:pt x="2438" y="284"/>
                  </a:lnTo>
                  <a:cubicBezTo>
                    <a:pt x="2248" y="95"/>
                    <a:pt x="2000" y="0"/>
                    <a:pt x="1751"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9"/>
            <p:cNvSpPr/>
            <p:nvPr/>
          </p:nvSpPr>
          <p:spPr>
            <a:xfrm>
              <a:off x="5612350" y="2713725"/>
              <a:ext cx="72825" cy="168600"/>
            </a:xfrm>
            <a:custGeom>
              <a:rect b="b" l="l" r="r" t="t"/>
              <a:pathLst>
                <a:path extrusionOk="0" h="6744" w="2913">
                  <a:moveTo>
                    <a:pt x="1945" y="1"/>
                  </a:moveTo>
                  <a:cubicBezTo>
                    <a:pt x="1944" y="1"/>
                    <a:pt x="1943" y="1"/>
                    <a:pt x="1942" y="1"/>
                  </a:cubicBezTo>
                  <a:lnTo>
                    <a:pt x="973" y="1"/>
                  </a:lnTo>
                  <a:cubicBezTo>
                    <a:pt x="437" y="1"/>
                    <a:pt x="2" y="434"/>
                    <a:pt x="2" y="970"/>
                  </a:cubicBezTo>
                  <a:lnTo>
                    <a:pt x="2" y="1673"/>
                  </a:lnTo>
                  <a:cubicBezTo>
                    <a:pt x="2" y="2209"/>
                    <a:pt x="436" y="2644"/>
                    <a:pt x="973" y="2644"/>
                  </a:cubicBezTo>
                  <a:lnTo>
                    <a:pt x="1942" y="2644"/>
                  </a:lnTo>
                  <a:cubicBezTo>
                    <a:pt x="2476" y="2644"/>
                    <a:pt x="2913" y="2210"/>
                    <a:pt x="2913" y="1673"/>
                  </a:cubicBezTo>
                  <a:lnTo>
                    <a:pt x="2913" y="970"/>
                  </a:lnTo>
                  <a:cubicBezTo>
                    <a:pt x="2913" y="435"/>
                    <a:pt x="2481" y="1"/>
                    <a:pt x="1945" y="1"/>
                  </a:cubicBezTo>
                  <a:close/>
                  <a:moveTo>
                    <a:pt x="973" y="4101"/>
                  </a:moveTo>
                  <a:cubicBezTo>
                    <a:pt x="436" y="4101"/>
                    <a:pt x="2" y="4535"/>
                    <a:pt x="2" y="5070"/>
                  </a:cubicBezTo>
                  <a:lnTo>
                    <a:pt x="2" y="5773"/>
                  </a:lnTo>
                  <a:cubicBezTo>
                    <a:pt x="1" y="6310"/>
                    <a:pt x="436" y="6744"/>
                    <a:pt x="973" y="6744"/>
                  </a:cubicBezTo>
                  <a:lnTo>
                    <a:pt x="1942" y="6744"/>
                  </a:lnTo>
                  <a:cubicBezTo>
                    <a:pt x="2479" y="6744"/>
                    <a:pt x="2913" y="6309"/>
                    <a:pt x="2913" y="5773"/>
                  </a:cubicBezTo>
                  <a:lnTo>
                    <a:pt x="2913" y="5070"/>
                  </a:lnTo>
                  <a:cubicBezTo>
                    <a:pt x="2913" y="4534"/>
                    <a:pt x="2476" y="4101"/>
                    <a:pt x="1942" y="410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9"/>
            <p:cNvSpPr/>
            <p:nvPr/>
          </p:nvSpPr>
          <p:spPr>
            <a:xfrm>
              <a:off x="5612350" y="2713700"/>
              <a:ext cx="72825" cy="168625"/>
            </a:xfrm>
            <a:custGeom>
              <a:rect b="b" l="l" r="r" t="t"/>
              <a:pathLst>
                <a:path extrusionOk="0" h="6745" w="2913">
                  <a:moveTo>
                    <a:pt x="973" y="0"/>
                  </a:moveTo>
                  <a:cubicBezTo>
                    <a:pt x="436" y="0"/>
                    <a:pt x="1" y="435"/>
                    <a:pt x="2" y="969"/>
                  </a:cubicBezTo>
                  <a:lnTo>
                    <a:pt x="2" y="1572"/>
                  </a:lnTo>
                  <a:cubicBezTo>
                    <a:pt x="150" y="1637"/>
                    <a:pt x="315" y="1673"/>
                    <a:pt x="487" y="1673"/>
                  </a:cubicBezTo>
                  <a:cubicBezTo>
                    <a:pt x="1158" y="1673"/>
                    <a:pt x="1700" y="1129"/>
                    <a:pt x="1700" y="459"/>
                  </a:cubicBezTo>
                  <a:cubicBezTo>
                    <a:pt x="1700" y="299"/>
                    <a:pt x="1669" y="142"/>
                    <a:pt x="1609" y="0"/>
                  </a:cubicBezTo>
                  <a:close/>
                  <a:moveTo>
                    <a:pt x="2427" y="5071"/>
                  </a:moveTo>
                  <a:cubicBezTo>
                    <a:pt x="1757" y="5071"/>
                    <a:pt x="1214" y="5615"/>
                    <a:pt x="1214" y="6284"/>
                  </a:cubicBezTo>
                  <a:cubicBezTo>
                    <a:pt x="1214" y="6448"/>
                    <a:pt x="1246" y="6603"/>
                    <a:pt x="1304" y="6745"/>
                  </a:cubicBezTo>
                  <a:lnTo>
                    <a:pt x="1942" y="6745"/>
                  </a:lnTo>
                  <a:cubicBezTo>
                    <a:pt x="2479" y="6745"/>
                    <a:pt x="2913" y="6311"/>
                    <a:pt x="2913" y="5774"/>
                  </a:cubicBezTo>
                  <a:lnTo>
                    <a:pt x="2913" y="5173"/>
                  </a:lnTo>
                  <a:cubicBezTo>
                    <a:pt x="2763" y="5106"/>
                    <a:pt x="2600" y="5071"/>
                    <a:pt x="2427" y="507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9"/>
            <p:cNvSpPr/>
            <p:nvPr/>
          </p:nvSpPr>
          <p:spPr>
            <a:xfrm>
              <a:off x="5221100" y="2370350"/>
              <a:ext cx="576350" cy="576325"/>
            </a:xfrm>
            <a:custGeom>
              <a:rect b="b" l="l" r="r" t="t"/>
              <a:pathLst>
                <a:path extrusionOk="0" h="23053" w="23054">
                  <a:moveTo>
                    <a:pt x="20019" y="4855"/>
                  </a:moveTo>
                  <a:cubicBezTo>
                    <a:pt x="20353" y="4855"/>
                    <a:pt x="20625" y="5127"/>
                    <a:pt x="20625" y="5460"/>
                  </a:cubicBezTo>
                  <a:lnTo>
                    <a:pt x="20625" y="6431"/>
                  </a:lnTo>
                  <a:cubicBezTo>
                    <a:pt x="20625" y="6765"/>
                    <a:pt x="20353" y="7036"/>
                    <a:pt x="20019" y="7036"/>
                  </a:cubicBezTo>
                  <a:lnTo>
                    <a:pt x="14196" y="7036"/>
                  </a:lnTo>
                  <a:cubicBezTo>
                    <a:pt x="13862" y="7036"/>
                    <a:pt x="13590" y="6765"/>
                    <a:pt x="13590" y="6431"/>
                  </a:cubicBezTo>
                  <a:lnTo>
                    <a:pt x="13590" y="5460"/>
                  </a:lnTo>
                  <a:cubicBezTo>
                    <a:pt x="13590" y="5127"/>
                    <a:pt x="13862" y="4855"/>
                    <a:pt x="14196" y="4855"/>
                  </a:cubicBezTo>
                  <a:close/>
                  <a:moveTo>
                    <a:pt x="14196" y="4125"/>
                  </a:moveTo>
                  <a:cubicBezTo>
                    <a:pt x="13461" y="4125"/>
                    <a:pt x="12861" y="4724"/>
                    <a:pt x="12861" y="5459"/>
                  </a:cubicBezTo>
                  <a:lnTo>
                    <a:pt x="12861" y="6430"/>
                  </a:lnTo>
                  <a:cubicBezTo>
                    <a:pt x="12861" y="7164"/>
                    <a:pt x="13461" y="7763"/>
                    <a:pt x="14196" y="7763"/>
                  </a:cubicBezTo>
                  <a:lnTo>
                    <a:pt x="20019" y="7763"/>
                  </a:lnTo>
                  <a:cubicBezTo>
                    <a:pt x="20754" y="7763"/>
                    <a:pt x="21352" y="7164"/>
                    <a:pt x="21352" y="6430"/>
                  </a:cubicBezTo>
                  <a:lnTo>
                    <a:pt x="21352" y="5459"/>
                  </a:lnTo>
                  <a:cubicBezTo>
                    <a:pt x="21352" y="4724"/>
                    <a:pt x="20754" y="4125"/>
                    <a:pt x="20019" y="4125"/>
                  </a:cubicBezTo>
                  <a:close/>
                  <a:moveTo>
                    <a:pt x="6429" y="2428"/>
                  </a:moveTo>
                  <a:cubicBezTo>
                    <a:pt x="6763" y="2428"/>
                    <a:pt x="7035" y="2701"/>
                    <a:pt x="7035" y="3035"/>
                  </a:cubicBezTo>
                  <a:lnTo>
                    <a:pt x="7035" y="4491"/>
                  </a:lnTo>
                  <a:cubicBezTo>
                    <a:pt x="7035" y="4692"/>
                    <a:pt x="7198" y="4855"/>
                    <a:pt x="7400" y="4855"/>
                  </a:cubicBezTo>
                  <a:lnTo>
                    <a:pt x="8856" y="4855"/>
                  </a:lnTo>
                  <a:cubicBezTo>
                    <a:pt x="9190" y="4855"/>
                    <a:pt x="9462" y="5127"/>
                    <a:pt x="9462" y="5460"/>
                  </a:cubicBezTo>
                  <a:lnTo>
                    <a:pt x="9462" y="6431"/>
                  </a:lnTo>
                  <a:cubicBezTo>
                    <a:pt x="9462" y="6765"/>
                    <a:pt x="9190" y="7036"/>
                    <a:pt x="8856" y="7036"/>
                  </a:cubicBezTo>
                  <a:lnTo>
                    <a:pt x="7400" y="7036"/>
                  </a:lnTo>
                  <a:cubicBezTo>
                    <a:pt x="7198" y="7036"/>
                    <a:pt x="7035" y="7200"/>
                    <a:pt x="7035" y="7400"/>
                  </a:cubicBezTo>
                  <a:lnTo>
                    <a:pt x="7035" y="8857"/>
                  </a:lnTo>
                  <a:cubicBezTo>
                    <a:pt x="7035" y="9191"/>
                    <a:pt x="6763" y="9464"/>
                    <a:pt x="6429" y="9464"/>
                  </a:cubicBezTo>
                  <a:lnTo>
                    <a:pt x="5460" y="9464"/>
                  </a:lnTo>
                  <a:cubicBezTo>
                    <a:pt x="5126" y="9464"/>
                    <a:pt x="4853" y="9191"/>
                    <a:pt x="4853" y="8857"/>
                  </a:cubicBezTo>
                  <a:lnTo>
                    <a:pt x="4853" y="7400"/>
                  </a:lnTo>
                  <a:cubicBezTo>
                    <a:pt x="4853" y="7200"/>
                    <a:pt x="4690" y="7036"/>
                    <a:pt x="4489" y="7036"/>
                  </a:cubicBezTo>
                  <a:lnTo>
                    <a:pt x="3033" y="7036"/>
                  </a:lnTo>
                  <a:cubicBezTo>
                    <a:pt x="2699" y="7036"/>
                    <a:pt x="2427" y="6765"/>
                    <a:pt x="2427" y="6431"/>
                  </a:cubicBezTo>
                  <a:lnTo>
                    <a:pt x="2427" y="5460"/>
                  </a:lnTo>
                  <a:cubicBezTo>
                    <a:pt x="2427" y="5127"/>
                    <a:pt x="2699" y="4855"/>
                    <a:pt x="3033" y="4855"/>
                  </a:cubicBezTo>
                  <a:lnTo>
                    <a:pt x="4489" y="4855"/>
                  </a:lnTo>
                  <a:cubicBezTo>
                    <a:pt x="4690" y="4855"/>
                    <a:pt x="4853" y="4692"/>
                    <a:pt x="4853" y="4491"/>
                  </a:cubicBezTo>
                  <a:lnTo>
                    <a:pt x="4853" y="3035"/>
                  </a:lnTo>
                  <a:cubicBezTo>
                    <a:pt x="4853" y="2701"/>
                    <a:pt x="5126" y="2428"/>
                    <a:pt x="5460" y="2428"/>
                  </a:cubicBezTo>
                  <a:close/>
                  <a:moveTo>
                    <a:pt x="5460" y="1700"/>
                  </a:moveTo>
                  <a:cubicBezTo>
                    <a:pt x="4724" y="1700"/>
                    <a:pt x="4126" y="2299"/>
                    <a:pt x="4126" y="3035"/>
                  </a:cubicBezTo>
                  <a:lnTo>
                    <a:pt x="4126" y="4126"/>
                  </a:lnTo>
                  <a:lnTo>
                    <a:pt x="3033" y="4126"/>
                  </a:lnTo>
                  <a:cubicBezTo>
                    <a:pt x="3032" y="4126"/>
                    <a:pt x="3031" y="4126"/>
                    <a:pt x="3030" y="4126"/>
                  </a:cubicBezTo>
                  <a:cubicBezTo>
                    <a:pt x="2295" y="4126"/>
                    <a:pt x="1698" y="4725"/>
                    <a:pt x="1698" y="5460"/>
                  </a:cubicBezTo>
                  <a:lnTo>
                    <a:pt x="1698" y="6431"/>
                  </a:lnTo>
                  <a:cubicBezTo>
                    <a:pt x="1698" y="7166"/>
                    <a:pt x="2298" y="7766"/>
                    <a:pt x="3033" y="7766"/>
                  </a:cubicBezTo>
                  <a:lnTo>
                    <a:pt x="4126" y="7766"/>
                  </a:lnTo>
                  <a:lnTo>
                    <a:pt x="4126" y="8857"/>
                  </a:lnTo>
                  <a:cubicBezTo>
                    <a:pt x="4126" y="9593"/>
                    <a:pt x="4724" y="10191"/>
                    <a:pt x="5460" y="10191"/>
                  </a:cubicBezTo>
                  <a:lnTo>
                    <a:pt x="6429" y="10191"/>
                  </a:lnTo>
                  <a:cubicBezTo>
                    <a:pt x="7165" y="10191"/>
                    <a:pt x="7764" y="9593"/>
                    <a:pt x="7764" y="8857"/>
                  </a:cubicBezTo>
                  <a:lnTo>
                    <a:pt x="7764" y="7766"/>
                  </a:lnTo>
                  <a:lnTo>
                    <a:pt x="8856" y="7766"/>
                  </a:lnTo>
                  <a:cubicBezTo>
                    <a:pt x="9591" y="7766"/>
                    <a:pt x="10189" y="7166"/>
                    <a:pt x="10189" y="6431"/>
                  </a:cubicBezTo>
                  <a:lnTo>
                    <a:pt x="10189" y="5460"/>
                  </a:lnTo>
                  <a:cubicBezTo>
                    <a:pt x="10189" y="4726"/>
                    <a:pt x="9591" y="4126"/>
                    <a:pt x="8856" y="4126"/>
                  </a:cubicBezTo>
                  <a:lnTo>
                    <a:pt x="7764" y="4126"/>
                  </a:lnTo>
                  <a:lnTo>
                    <a:pt x="7764" y="3035"/>
                  </a:lnTo>
                  <a:cubicBezTo>
                    <a:pt x="7764" y="2299"/>
                    <a:pt x="7165" y="1700"/>
                    <a:pt x="6429" y="1700"/>
                  </a:cubicBezTo>
                  <a:close/>
                  <a:moveTo>
                    <a:pt x="11163" y="727"/>
                  </a:moveTo>
                  <a:lnTo>
                    <a:pt x="11163" y="11162"/>
                  </a:lnTo>
                  <a:lnTo>
                    <a:pt x="729" y="11162"/>
                  </a:lnTo>
                  <a:lnTo>
                    <a:pt x="729" y="2304"/>
                  </a:lnTo>
                  <a:cubicBezTo>
                    <a:pt x="729" y="1434"/>
                    <a:pt x="1435" y="727"/>
                    <a:pt x="2306" y="727"/>
                  </a:cubicBezTo>
                  <a:close/>
                  <a:moveTo>
                    <a:pt x="20747" y="728"/>
                  </a:moveTo>
                  <a:cubicBezTo>
                    <a:pt x="21618" y="728"/>
                    <a:pt x="22324" y="1436"/>
                    <a:pt x="22324" y="2306"/>
                  </a:cubicBezTo>
                  <a:lnTo>
                    <a:pt x="22324" y="11162"/>
                  </a:lnTo>
                  <a:lnTo>
                    <a:pt x="11890" y="11162"/>
                  </a:lnTo>
                  <a:lnTo>
                    <a:pt x="11890" y="728"/>
                  </a:lnTo>
                  <a:close/>
                  <a:moveTo>
                    <a:pt x="17591" y="14099"/>
                  </a:moveTo>
                  <a:cubicBezTo>
                    <a:pt x="17925" y="14099"/>
                    <a:pt x="18196" y="14371"/>
                    <a:pt x="18196" y="14705"/>
                  </a:cubicBezTo>
                  <a:lnTo>
                    <a:pt x="18196" y="15408"/>
                  </a:lnTo>
                  <a:cubicBezTo>
                    <a:pt x="18196" y="15742"/>
                    <a:pt x="17925" y="16015"/>
                    <a:pt x="17591" y="16015"/>
                  </a:cubicBezTo>
                  <a:lnTo>
                    <a:pt x="16620" y="16015"/>
                  </a:lnTo>
                  <a:cubicBezTo>
                    <a:pt x="16286" y="16015"/>
                    <a:pt x="16015" y="15742"/>
                    <a:pt x="16015" y="15408"/>
                  </a:cubicBezTo>
                  <a:lnTo>
                    <a:pt x="16015" y="14705"/>
                  </a:lnTo>
                  <a:cubicBezTo>
                    <a:pt x="16015" y="14371"/>
                    <a:pt x="16286" y="14099"/>
                    <a:pt x="16620" y="14099"/>
                  </a:cubicBezTo>
                  <a:close/>
                  <a:moveTo>
                    <a:pt x="20016" y="16016"/>
                  </a:moveTo>
                  <a:cubicBezTo>
                    <a:pt x="20350" y="16016"/>
                    <a:pt x="20622" y="16288"/>
                    <a:pt x="20622" y="16622"/>
                  </a:cubicBezTo>
                  <a:lnTo>
                    <a:pt x="20622" y="17592"/>
                  </a:lnTo>
                  <a:cubicBezTo>
                    <a:pt x="20622" y="17926"/>
                    <a:pt x="20350" y="18198"/>
                    <a:pt x="20016" y="18198"/>
                  </a:cubicBezTo>
                  <a:lnTo>
                    <a:pt x="18779" y="18198"/>
                  </a:lnTo>
                  <a:cubicBezTo>
                    <a:pt x="18558" y="17766"/>
                    <a:pt x="18108" y="17469"/>
                    <a:pt x="17591" y="17469"/>
                  </a:cubicBezTo>
                  <a:lnTo>
                    <a:pt x="16620" y="17469"/>
                  </a:lnTo>
                  <a:cubicBezTo>
                    <a:pt x="16101" y="17469"/>
                    <a:pt x="15652" y="17766"/>
                    <a:pt x="15432" y="18198"/>
                  </a:cubicBezTo>
                  <a:lnTo>
                    <a:pt x="14194" y="18198"/>
                  </a:lnTo>
                  <a:cubicBezTo>
                    <a:pt x="13860" y="18198"/>
                    <a:pt x="13589" y="17926"/>
                    <a:pt x="13589" y="17592"/>
                  </a:cubicBezTo>
                  <a:lnTo>
                    <a:pt x="13589" y="16622"/>
                  </a:lnTo>
                  <a:cubicBezTo>
                    <a:pt x="13589" y="16288"/>
                    <a:pt x="13860" y="16016"/>
                    <a:pt x="14194" y="16016"/>
                  </a:cubicBezTo>
                  <a:lnTo>
                    <a:pt x="15432" y="16016"/>
                  </a:lnTo>
                  <a:cubicBezTo>
                    <a:pt x="15652" y="16449"/>
                    <a:pt x="16103" y="16744"/>
                    <a:pt x="16620" y="16744"/>
                  </a:cubicBezTo>
                  <a:lnTo>
                    <a:pt x="17591" y="16744"/>
                  </a:lnTo>
                  <a:cubicBezTo>
                    <a:pt x="18109" y="16744"/>
                    <a:pt x="18558" y="16449"/>
                    <a:pt x="18779" y="16016"/>
                  </a:cubicBezTo>
                  <a:close/>
                  <a:moveTo>
                    <a:pt x="4228" y="14099"/>
                  </a:moveTo>
                  <a:cubicBezTo>
                    <a:pt x="4383" y="14099"/>
                    <a:pt x="4539" y="14158"/>
                    <a:pt x="4657" y="14277"/>
                  </a:cubicBezTo>
                  <a:lnTo>
                    <a:pt x="5684" y="15306"/>
                  </a:lnTo>
                  <a:cubicBezTo>
                    <a:pt x="5756" y="15377"/>
                    <a:pt x="5849" y="15413"/>
                    <a:pt x="5942" y="15413"/>
                  </a:cubicBezTo>
                  <a:cubicBezTo>
                    <a:pt x="6036" y="15413"/>
                    <a:pt x="6129" y="15377"/>
                    <a:pt x="6200" y="15306"/>
                  </a:cubicBezTo>
                  <a:lnTo>
                    <a:pt x="7229" y="14277"/>
                  </a:lnTo>
                  <a:cubicBezTo>
                    <a:pt x="7347" y="14159"/>
                    <a:pt x="7502" y="14100"/>
                    <a:pt x="7658" y="14100"/>
                  </a:cubicBezTo>
                  <a:cubicBezTo>
                    <a:pt x="7813" y="14100"/>
                    <a:pt x="7968" y="14159"/>
                    <a:pt x="8086" y="14277"/>
                  </a:cubicBezTo>
                  <a:lnTo>
                    <a:pt x="8773" y="14963"/>
                  </a:lnTo>
                  <a:cubicBezTo>
                    <a:pt x="9008" y="15199"/>
                    <a:pt x="9008" y="15584"/>
                    <a:pt x="8773" y="15820"/>
                  </a:cubicBezTo>
                  <a:lnTo>
                    <a:pt x="7744" y="16849"/>
                  </a:lnTo>
                  <a:cubicBezTo>
                    <a:pt x="7602" y="16991"/>
                    <a:pt x="7602" y="17223"/>
                    <a:pt x="7744" y="17365"/>
                  </a:cubicBezTo>
                  <a:lnTo>
                    <a:pt x="8773" y="18393"/>
                  </a:lnTo>
                  <a:cubicBezTo>
                    <a:pt x="9008" y="18630"/>
                    <a:pt x="9008" y="19015"/>
                    <a:pt x="8773" y="19251"/>
                  </a:cubicBezTo>
                  <a:lnTo>
                    <a:pt x="8086" y="19937"/>
                  </a:lnTo>
                  <a:cubicBezTo>
                    <a:pt x="7968" y="20055"/>
                    <a:pt x="7813" y="20114"/>
                    <a:pt x="7658" y="20114"/>
                  </a:cubicBezTo>
                  <a:cubicBezTo>
                    <a:pt x="7502" y="20114"/>
                    <a:pt x="7347" y="20055"/>
                    <a:pt x="7229" y="19937"/>
                  </a:cubicBezTo>
                  <a:lnTo>
                    <a:pt x="6200" y="18908"/>
                  </a:lnTo>
                  <a:cubicBezTo>
                    <a:pt x="6129" y="18837"/>
                    <a:pt x="6036" y="18802"/>
                    <a:pt x="5942" y="18802"/>
                  </a:cubicBezTo>
                  <a:cubicBezTo>
                    <a:pt x="5849" y="18802"/>
                    <a:pt x="5756" y="18837"/>
                    <a:pt x="5684" y="18908"/>
                  </a:cubicBezTo>
                  <a:lnTo>
                    <a:pt x="4657" y="19937"/>
                  </a:lnTo>
                  <a:cubicBezTo>
                    <a:pt x="4540" y="20052"/>
                    <a:pt x="4390" y="20115"/>
                    <a:pt x="4228" y="20115"/>
                  </a:cubicBezTo>
                  <a:cubicBezTo>
                    <a:pt x="4067" y="20115"/>
                    <a:pt x="3914" y="20051"/>
                    <a:pt x="3800" y="19937"/>
                  </a:cubicBezTo>
                  <a:lnTo>
                    <a:pt x="3114" y="19251"/>
                  </a:lnTo>
                  <a:cubicBezTo>
                    <a:pt x="2878" y="19015"/>
                    <a:pt x="2878" y="18630"/>
                    <a:pt x="3114" y="18393"/>
                  </a:cubicBezTo>
                  <a:lnTo>
                    <a:pt x="4143" y="17365"/>
                  </a:lnTo>
                  <a:cubicBezTo>
                    <a:pt x="4211" y="17297"/>
                    <a:pt x="4249" y="17203"/>
                    <a:pt x="4249" y="17106"/>
                  </a:cubicBezTo>
                  <a:cubicBezTo>
                    <a:pt x="4249" y="17011"/>
                    <a:pt x="4211" y="16919"/>
                    <a:pt x="4143" y="16849"/>
                  </a:cubicBezTo>
                  <a:lnTo>
                    <a:pt x="3114" y="15820"/>
                  </a:lnTo>
                  <a:cubicBezTo>
                    <a:pt x="2878" y="15584"/>
                    <a:pt x="2878" y="15199"/>
                    <a:pt x="3114" y="14963"/>
                  </a:cubicBezTo>
                  <a:lnTo>
                    <a:pt x="3800" y="14277"/>
                  </a:lnTo>
                  <a:cubicBezTo>
                    <a:pt x="3919" y="14158"/>
                    <a:pt x="4073" y="14099"/>
                    <a:pt x="4228" y="14099"/>
                  </a:cubicBezTo>
                  <a:close/>
                  <a:moveTo>
                    <a:pt x="17592" y="18199"/>
                  </a:moveTo>
                  <a:cubicBezTo>
                    <a:pt x="17926" y="18199"/>
                    <a:pt x="18197" y="18471"/>
                    <a:pt x="18197" y="18805"/>
                  </a:cubicBezTo>
                  <a:lnTo>
                    <a:pt x="18197" y="19508"/>
                  </a:lnTo>
                  <a:cubicBezTo>
                    <a:pt x="18197" y="19842"/>
                    <a:pt x="17926" y="20115"/>
                    <a:pt x="17592" y="20115"/>
                  </a:cubicBezTo>
                  <a:lnTo>
                    <a:pt x="16623" y="20115"/>
                  </a:lnTo>
                  <a:cubicBezTo>
                    <a:pt x="16289" y="20115"/>
                    <a:pt x="16016" y="19842"/>
                    <a:pt x="16016" y="19508"/>
                  </a:cubicBezTo>
                  <a:lnTo>
                    <a:pt x="16016" y="18805"/>
                  </a:lnTo>
                  <a:cubicBezTo>
                    <a:pt x="16016" y="18471"/>
                    <a:pt x="16287" y="18199"/>
                    <a:pt x="16623" y="18199"/>
                  </a:cubicBezTo>
                  <a:close/>
                  <a:moveTo>
                    <a:pt x="4228" y="13371"/>
                  </a:moveTo>
                  <a:cubicBezTo>
                    <a:pt x="3886" y="13371"/>
                    <a:pt x="3545" y="13501"/>
                    <a:pt x="3286" y="13761"/>
                  </a:cubicBezTo>
                  <a:lnTo>
                    <a:pt x="2599" y="14448"/>
                  </a:lnTo>
                  <a:cubicBezTo>
                    <a:pt x="2079" y="14968"/>
                    <a:pt x="2079" y="15813"/>
                    <a:pt x="2599" y="16333"/>
                  </a:cubicBezTo>
                  <a:lnTo>
                    <a:pt x="3372" y="17106"/>
                  </a:lnTo>
                  <a:lnTo>
                    <a:pt x="2599" y="17880"/>
                  </a:lnTo>
                  <a:cubicBezTo>
                    <a:pt x="2079" y="18398"/>
                    <a:pt x="2079" y="19245"/>
                    <a:pt x="2599" y="19767"/>
                  </a:cubicBezTo>
                  <a:lnTo>
                    <a:pt x="3286" y="20452"/>
                  </a:lnTo>
                  <a:cubicBezTo>
                    <a:pt x="3544" y="20712"/>
                    <a:pt x="3887" y="20843"/>
                    <a:pt x="4228" y="20843"/>
                  </a:cubicBezTo>
                  <a:cubicBezTo>
                    <a:pt x="4569" y="20843"/>
                    <a:pt x="4913" y="20713"/>
                    <a:pt x="5171" y="20452"/>
                  </a:cubicBezTo>
                  <a:lnTo>
                    <a:pt x="5945" y="19679"/>
                  </a:lnTo>
                  <a:lnTo>
                    <a:pt x="6718" y="20452"/>
                  </a:lnTo>
                  <a:cubicBezTo>
                    <a:pt x="6978" y="20712"/>
                    <a:pt x="7319" y="20842"/>
                    <a:pt x="7661" y="20842"/>
                  </a:cubicBezTo>
                  <a:cubicBezTo>
                    <a:pt x="8003" y="20842"/>
                    <a:pt x="8344" y="20712"/>
                    <a:pt x="8603" y="20452"/>
                  </a:cubicBezTo>
                  <a:lnTo>
                    <a:pt x="9290" y="19767"/>
                  </a:lnTo>
                  <a:cubicBezTo>
                    <a:pt x="9541" y="19514"/>
                    <a:pt x="9681" y="19178"/>
                    <a:pt x="9681" y="18823"/>
                  </a:cubicBezTo>
                  <a:cubicBezTo>
                    <a:pt x="9681" y="18465"/>
                    <a:pt x="9541" y="18133"/>
                    <a:pt x="9290" y="17880"/>
                  </a:cubicBezTo>
                  <a:lnTo>
                    <a:pt x="8517" y="17106"/>
                  </a:lnTo>
                  <a:lnTo>
                    <a:pt x="9290" y="16333"/>
                  </a:lnTo>
                  <a:cubicBezTo>
                    <a:pt x="9810" y="15813"/>
                    <a:pt x="9810" y="14966"/>
                    <a:pt x="9290" y="14448"/>
                  </a:cubicBezTo>
                  <a:lnTo>
                    <a:pt x="8603" y="13761"/>
                  </a:lnTo>
                  <a:cubicBezTo>
                    <a:pt x="8343" y="13501"/>
                    <a:pt x="8002" y="13371"/>
                    <a:pt x="7660" y="13371"/>
                  </a:cubicBezTo>
                  <a:cubicBezTo>
                    <a:pt x="7318" y="13371"/>
                    <a:pt x="6977" y="13501"/>
                    <a:pt x="6718" y="13761"/>
                  </a:cubicBezTo>
                  <a:lnTo>
                    <a:pt x="5945" y="14534"/>
                  </a:lnTo>
                  <a:lnTo>
                    <a:pt x="5171" y="13761"/>
                  </a:lnTo>
                  <a:cubicBezTo>
                    <a:pt x="4911" y="13501"/>
                    <a:pt x="4570" y="13371"/>
                    <a:pt x="4228" y="13371"/>
                  </a:cubicBezTo>
                  <a:close/>
                  <a:moveTo>
                    <a:pt x="16623" y="13370"/>
                  </a:moveTo>
                  <a:cubicBezTo>
                    <a:pt x="15887" y="13370"/>
                    <a:pt x="15288" y="13970"/>
                    <a:pt x="15288" y="14705"/>
                  </a:cubicBezTo>
                  <a:lnTo>
                    <a:pt x="15288" y="15287"/>
                  </a:lnTo>
                  <a:lnTo>
                    <a:pt x="14196" y="15287"/>
                  </a:lnTo>
                  <a:cubicBezTo>
                    <a:pt x="13461" y="15287"/>
                    <a:pt x="12861" y="15887"/>
                    <a:pt x="12861" y="16622"/>
                  </a:cubicBezTo>
                  <a:lnTo>
                    <a:pt x="12861" y="17592"/>
                  </a:lnTo>
                  <a:cubicBezTo>
                    <a:pt x="12860" y="18327"/>
                    <a:pt x="13458" y="18925"/>
                    <a:pt x="14196" y="18925"/>
                  </a:cubicBezTo>
                  <a:lnTo>
                    <a:pt x="15288" y="18925"/>
                  </a:lnTo>
                  <a:lnTo>
                    <a:pt x="15288" y="19508"/>
                  </a:lnTo>
                  <a:cubicBezTo>
                    <a:pt x="15288" y="20244"/>
                    <a:pt x="15887" y="20843"/>
                    <a:pt x="16623" y="20843"/>
                  </a:cubicBezTo>
                  <a:lnTo>
                    <a:pt x="17592" y="20843"/>
                  </a:lnTo>
                  <a:cubicBezTo>
                    <a:pt x="18328" y="20843"/>
                    <a:pt x="18926" y="20244"/>
                    <a:pt x="18926" y="19508"/>
                  </a:cubicBezTo>
                  <a:lnTo>
                    <a:pt x="18926" y="18925"/>
                  </a:lnTo>
                  <a:lnTo>
                    <a:pt x="20019" y="18925"/>
                  </a:lnTo>
                  <a:cubicBezTo>
                    <a:pt x="20754" y="18925"/>
                    <a:pt x="21352" y="18327"/>
                    <a:pt x="21352" y="17592"/>
                  </a:cubicBezTo>
                  <a:lnTo>
                    <a:pt x="21352" y="16622"/>
                  </a:lnTo>
                  <a:cubicBezTo>
                    <a:pt x="21352" y="15887"/>
                    <a:pt x="20754" y="15287"/>
                    <a:pt x="20019" y="15287"/>
                  </a:cubicBezTo>
                  <a:lnTo>
                    <a:pt x="18926" y="15287"/>
                  </a:lnTo>
                  <a:lnTo>
                    <a:pt x="18926" y="14705"/>
                  </a:lnTo>
                  <a:cubicBezTo>
                    <a:pt x="18926" y="13970"/>
                    <a:pt x="18328" y="13370"/>
                    <a:pt x="17592" y="13370"/>
                  </a:cubicBezTo>
                  <a:close/>
                  <a:moveTo>
                    <a:pt x="11160" y="11890"/>
                  </a:moveTo>
                  <a:lnTo>
                    <a:pt x="11161" y="22325"/>
                  </a:lnTo>
                  <a:lnTo>
                    <a:pt x="2304" y="22325"/>
                  </a:lnTo>
                  <a:cubicBezTo>
                    <a:pt x="1434" y="22325"/>
                    <a:pt x="728" y="21617"/>
                    <a:pt x="728" y="20747"/>
                  </a:cubicBezTo>
                  <a:lnTo>
                    <a:pt x="728" y="11890"/>
                  </a:lnTo>
                  <a:close/>
                  <a:moveTo>
                    <a:pt x="22321" y="11891"/>
                  </a:moveTo>
                  <a:lnTo>
                    <a:pt x="22323" y="20747"/>
                  </a:lnTo>
                  <a:cubicBezTo>
                    <a:pt x="22323" y="21617"/>
                    <a:pt x="21615" y="22325"/>
                    <a:pt x="20745" y="22325"/>
                  </a:cubicBezTo>
                  <a:lnTo>
                    <a:pt x="11888" y="22325"/>
                  </a:lnTo>
                  <a:lnTo>
                    <a:pt x="11888" y="11891"/>
                  </a:lnTo>
                  <a:close/>
                  <a:moveTo>
                    <a:pt x="2306" y="1"/>
                  </a:moveTo>
                  <a:cubicBezTo>
                    <a:pt x="1036" y="1"/>
                    <a:pt x="0" y="1034"/>
                    <a:pt x="0" y="2306"/>
                  </a:cubicBezTo>
                  <a:lnTo>
                    <a:pt x="0" y="20747"/>
                  </a:lnTo>
                  <a:cubicBezTo>
                    <a:pt x="0" y="22016"/>
                    <a:pt x="1035" y="23052"/>
                    <a:pt x="2306" y="23052"/>
                  </a:cubicBezTo>
                  <a:lnTo>
                    <a:pt x="20747" y="23052"/>
                  </a:lnTo>
                  <a:cubicBezTo>
                    <a:pt x="22017" y="23052"/>
                    <a:pt x="23053" y="22019"/>
                    <a:pt x="23053" y="20747"/>
                  </a:cubicBezTo>
                  <a:lnTo>
                    <a:pt x="23053" y="2306"/>
                  </a:lnTo>
                  <a:cubicBezTo>
                    <a:pt x="23050" y="1034"/>
                    <a:pt x="22017" y="1"/>
                    <a:pt x="207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8" name="Google Shape;5898;p69"/>
          <p:cNvGrpSpPr/>
          <p:nvPr/>
        </p:nvGrpSpPr>
        <p:grpSpPr>
          <a:xfrm>
            <a:off x="4304750" y="2423850"/>
            <a:ext cx="576300" cy="576275"/>
            <a:chOff x="4304750" y="2423850"/>
            <a:chExt cx="576300" cy="576275"/>
          </a:xfrm>
        </p:grpSpPr>
        <p:sp>
          <p:nvSpPr>
            <p:cNvPr id="5899" name="Google Shape;5899;p69"/>
            <p:cNvSpPr/>
            <p:nvPr/>
          </p:nvSpPr>
          <p:spPr>
            <a:xfrm>
              <a:off x="4332050" y="2432950"/>
              <a:ext cx="521700" cy="109225"/>
            </a:xfrm>
            <a:custGeom>
              <a:rect b="b" l="l" r="r" t="t"/>
              <a:pathLst>
                <a:path extrusionOk="0" h="4369" w="20868">
                  <a:moveTo>
                    <a:pt x="1" y="0"/>
                  </a:moveTo>
                  <a:lnTo>
                    <a:pt x="1" y="4369"/>
                  </a:lnTo>
                  <a:lnTo>
                    <a:pt x="20867" y="4369"/>
                  </a:lnTo>
                  <a:lnTo>
                    <a:pt x="2086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9"/>
            <p:cNvSpPr/>
            <p:nvPr/>
          </p:nvSpPr>
          <p:spPr>
            <a:xfrm>
              <a:off x="4313875" y="2433050"/>
              <a:ext cx="346425" cy="397525"/>
            </a:xfrm>
            <a:custGeom>
              <a:rect b="b" l="l" r="r" t="t"/>
              <a:pathLst>
                <a:path extrusionOk="0" h="15901" w="13857">
                  <a:moveTo>
                    <a:pt x="705" y="0"/>
                  </a:moveTo>
                  <a:cubicBezTo>
                    <a:pt x="700" y="0"/>
                    <a:pt x="695" y="1"/>
                    <a:pt x="690" y="1"/>
                  </a:cubicBezTo>
                  <a:cubicBezTo>
                    <a:pt x="310" y="1"/>
                    <a:pt x="0" y="309"/>
                    <a:pt x="0" y="690"/>
                  </a:cubicBezTo>
                  <a:lnTo>
                    <a:pt x="0" y="4800"/>
                  </a:lnTo>
                  <a:cubicBezTo>
                    <a:pt x="0" y="5057"/>
                    <a:pt x="104" y="5304"/>
                    <a:pt x="285" y="5486"/>
                  </a:cubicBezTo>
                  <a:lnTo>
                    <a:pt x="10498" y="15698"/>
                  </a:lnTo>
                  <a:cubicBezTo>
                    <a:pt x="10632" y="15833"/>
                    <a:pt x="10809" y="15901"/>
                    <a:pt x="10985" y="15901"/>
                  </a:cubicBezTo>
                  <a:cubicBezTo>
                    <a:pt x="11161" y="15901"/>
                    <a:pt x="11338" y="15833"/>
                    <a:pt x="11473" y="15698"/>
                  </a:cubicBezTo>
                  <a:lnTo>
                    <a:pt x="13586" y="13584"/>
                  </a:lnTo>
                  <a:cubicBezTo>
                    <a:pt x="13856" y="13314"/>
                    <a:pt x="13856" y="12879"/>
                    <a:pt x="13586" y="12609"/>
                  </a:cubicBezTo>
                  <a:lnTo>
                    <a:pt x="1177" y="200"/>
                  </a:lnTo>
                  <a:cubicBezTo>
                    <a:pt x="1051" y="72"/>
                    <a:pt x="881" y="0"/>
                    <a:pt x="7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9"/>
            <p:cNvSpPr/>
            <p:nvPr/>
          </p:nvSpPr>
          <p:spPr>
            <a:xfrm>
              <a:off x="4525550" y="2432950"/>
              <a:ext cx="346425" cy="397525"/>
            </a:xfrm>
            <a:custGeom>
              <a:rect b="b" l="l" r="r" t="t"/>
              <a:pathLst>
                <a:path extrusionOk="0" h="15901" w="13857">
                  <a:moveTo>
                    <a:pt x="13167" y="0"/>
                  </a:moveTo>
                  <a:cubicBezTo>
                    <a:pt x="12984" y="0"/>
                    <a:pt x="12807" y="73"/>
                    <a:pt x="12679" y="199"/>
                  </a:cubicBezTo>
                  <a:lnTo>
                    <a:pt x="270" y="12610"/>
                  </a:lnTo>
                  <a:cubicBezTo>
                    <a:pt x="0" y="12880"/>
                    <a:pt x="0" y="13315"/>
                    <a:pt x="270" y="13585"/>
                  </a:cubicBezTo>
                  <a:lnTo>
                    <a:pt x="2383" y="15698"/>
                  </a:lnTo>
                  <a:cubicBezTo>
                    <a:pt x="2519" y="15833"/>
                    <a:pt x="2695" y="15900"/>
                    <a:pt x="2871" y="15900"/>
                  </a:cubicBezTo>
                  <a:cubicBezTo>
                    <a:pt x="3048" y="15900"/>
                    <a:pt x="3224" y="15833"/>
                    <a:pt x="3360" y="15698"/>
                  </a:cubicBezTo>
                  <a:lnTo>
                    <a:pt x="13572" y="5486"/>
                  </a:lnTo>
                  <a:cubicBezTo>
                    <a:pt x="13752" y="5304"/>
                    <a:pt x="13856" y="5058"/>
                    <a:pt x="13856" y="4801"/>
                  </a:cubicBezTo>
                  <a:lnTo>
                    <a:pt x="13856" y="690"/>
                  </a:lnTo>
                  <a:cubicBezTo>
                    <a:pt x="13856" y="310"/>
                    <a:pt x="13546" y="0"/>
                    <a:pt x="131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9"/>
            <p:cNvSpPr/>
            <p:nvPr/>
          </p:nvSpPr>
          <p:spPr>
            <a:xfrm>
              <a:off x="4423000" y="2651300"/>
              <a:ext cx="339750" cy="339775"/>
            </a:xfrm>
            <a:custGeom>
              <a:rect b="b" l="l" r="r" t="t"/>
              <a:pathLst>
                <a:path extrusionOk="0" h="13591" w="13590">
                  <a:moveTo>
                    <a:pt x="6795" y="1"/>
                  </a:moveTo>
                  <a:cubicBezTo>
                    <a:pt x="3042" y="1"/>
                    <a:pt x="1" y="3045"/>
                    <a:pt x="1" y="6796"/>
                  </a:cubicBezTo>
                  <a:cubicBezTo>
                    <a:pt x="1" y="10549"/>
                    <a:pt x="3044" y="13591"/>
                    <a:pt x="6795" y="13591"/>
                  </a:cubicBezTo>
                  <a:cubicBezTo>
                    <a:pt x="10548" y="13591"/>
                    <a:pt x="13590" y="10549"/>
                    <a:pt x="13590" y="6796"/>
                  </a:cubicBezTo>
                  <a:cubicBezTo>
                    <a:pt x="13590" y="3042"/>
                    <a:pt x="10547" y="1"/>
                    <a:pt x="67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9"/>
            <p:cNvSpPr/>
            <p:nvPr/>
          </p:nvSpPr>
          <p:spPr>
            <a:xfrm>
              <a:off x="4471550" y="2699875"/>
              <a:ext cx="242675" cy="242675"/>
            </a:xfrm>
            <a:custGeom>
              <a:rect b="b" l="l" r="r" t="t"/>
              <a:pathLst>
                <a:path extrusionOk="0" h="9707" w="9707">
                  <a:moveTo>
                    <a:pt x="4853" y="0"/>
                  </a:moveTo>
                  <a:cubicBezTo>
                    <a:pt x="2172" y="0"/>
                    <a:pt x="0" y="2172"/>
                    <a:pt x="0" y="4853"/>
                  </a:cubicBezTo>
                  <a:cubicBezTo>
                    <a:pt x="0" y="7533"/>
                    <a:pt x="2173" y="9706"/>
                    <a:pt x="4853" y="9706"/>
                  </a:cubicBezTo>
                  <a:cubicBezTo>
                    <a:pt x="7534" y="9706"/>
                    <a:pt x="9706" y="7533"/>
                    <a:pt x="9706" y="4853"/>
                  </a:cubicBezTo>
                  <a:cubicBezTo>
                    <a:pt x="9706" y="2172"/>
                    <a:pt x="7534" y="0"/>
                    <a:pt x="4853"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9"/>
            <p:cNvSpPr/>
            <p:nvPr/>
          </p:nvSpPr>
          <p:spPr>
            <a:xfrm>
              <a:off x="4462400" y="2690725"/>
              <a:ext cx="260925" cy="260925"/>
            </a:xfrm>
            <a:custGeom>
              <a:rect b="b" l="l" r="r" t="t"/>
              <a:pathLst>
                <a:path extrusionOk="0" h="10437" w="10437">
                  <a:moveTo>
                    <a:pt x="561" y="3400"/>
                  </a:moveTo>
                  <a:cubicBezTo>
                    <a:pt x="361" y="3400"/>
                    <a:pt x="197" y="3564"/>
                    <a:pt x="197" y="3764"/>
                  </a:cubicBezTo>
                  <a:lnTo>
                    <a:pt x="197" y="3812"/>
                  </a:lnTo>
                  <a:cubicBezTo>
                    <a:pt x="197" y="4013"/>
                    <a:pt x="361" y="4176"/>
                    <a:pt x="561" y="4176"/>
                  </a:cubicBezTo>
                  <a:cubicBezTo>
                    <a:pt x="763" y="4176"/>
                    <a:pt x="926" y="4013"/>
                    <a:pt x="926" y="3812"/>
                  </a:cubicBezTo>
                  <a:lnTo>
                    <a:pt x="926" y="3764"/>
                  </a:lnTo>
                  <a:cubicBezTo>
                    <a:pt x="926" y="3564"/>
                    <a:pt x="763" y="3400"/>
                    <a:pt x="561" y="3400"/>
                  </a:cubicBezTo>
                  <a:close/>
                  <a:moveTo>
                    <a:pt x="5219" y="1"/>
                  </a:moveTo>
                  <a:cubicBezTo>
                    <a:pt x="5019" y="1"/>
                    <a:pt x="4855" y="164"/>
                    <a:pt x="4855" y="366"/>
                  </a:cubicBezTo>
                  <a:cubicBezTo>
                    <a:pt x="4855" y="567"/>
                    <a:pt x="5019" y="730"/>
                    <a:pt x="5219" y="730"/>
                  </a:cubicBezTo>
                  <a:cubicBezTo>
                    <a:pt x="7693" y="730"/>
                    <a:pt x="9709" y="2744"/>
                    <a:pt x="9709" y="5219"/>
                  </a:cubicBezTo>
                  <a:cubicBezTo>
                    <a:pt x="9709" y="5420"/>
                    <a:pt x="9872" y="5583"/>
                    <a:pt x="10072" y="5583"/>
                  </a:cubicBezTo>
                  <a:cubicBezTo>
                    <a:pt x="10273" y="5583"/>
                    <a:pt x="10436" y="5420"/>
                    <a:pt x="10436" y="5219"/>
                  </a:cubicBezTo>
                  <a:cubicBezTo>
                    <a:pt x="10436" y="2343"/>
                    <a:pt x="8097" y="1"/>
                    <a:pt x="5219" y="1"/>
                  </a:cubicBezTo>
                  <a:close/>
                  <a:moveTo>
                    <a:pt x="9926" y="6261"/>
                  </a:moveTo>
                  <a:cubicBezTo>
                    <a:pt x="9726" y="6261"/>
                    <a:pt x="9562" y="6424"/>
                    <a:pt x="9562" y="6626"/>
                  </a:cubicBezTo>
                  <a:lnTo>
                    <a:pt x="9562" y="6673"/>
                  </a:lnTo>
                  <a:cubicBezTo>
                    <a:pt x="9562" y="6875"/>
                    <a:pt x="9726" y="7038"/>
                    <a:pt x="9926" y="7038"/>
                  </a:cubicBezTo>
                  <a:cubicBezTo>
                    <a:pt x="10126" y="7038"/>
                    <a:pt x="10291" y="6875"/>
                    <a:pt x="10291" y="6673"/>
                  </a:cubicBezTo>
                  <a:lnTo>
                    <a:pt x="10291" y="6626"/>
                  </a:lnTo>
                  <a:cubicBezTo>
                    <a:pt x="10291" y="6424"/>
                    <a:pt x="10128" y="6261"/>
                    <a:pt x="9926" y="6261"/>
                  </a:cubicBezTo>
                  <a:close/>
                  <a:moveTo>
                    <a:pt x="366" y="4854"/>
                  </a:moveTo>
                  <a:cubicBezTo>
                    <a:pt x="166" y="4854"/>
                    <a:pt x="1" y="5017"/>
                    <a:pt x="1" y="5219"/>
                  </a:cubicBezTo>
                  <a:cubicBezTo>
                    <a:pt x="1" y="8094"/>
                    <a:pt x="2342" y="10436"/>
                    <a:pt x="5219" y="10436"/>
                  </a:cubicBezTo>
                  <a:cubicBezTo>
                    <a:pt x="5420" y="10436"/>
                    <a:pt x="5583" y="10273"/>
                    <a:pt x="5583" y="10072"/>
                  </a:cubicBezTo>
                  <a:cubicBezTo>
                    <a:pt x="5583" y="9871"/>
                    <a:pt x="5421" y="9707"/>
                    <a:pt x="5219" y="9707"/>
                  </a:cubicBezTo>
                  <a:cubicBezTo>
                    <a:pt x="2745" y="9707"/>
                    <a:pt x="730" y="7693"/>
                    <a:pt x="730" y="5219"/>
                  </a:cubicBezTo>
                  <a:cubicBezTo>
                    <a:pt x="730" y="5017"/>
                    <a:pt x="567" y="4854"/>
                    <a:pt x="366" y="485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9"/>
            <p:cNvSpPr/>
            <p:nvPr/>
          </p:nvSpPr>
          <p:spPr>
            <a:xfrm>
              <a:off x="4304750" y="2423850"/>
              <a:ext cx="576300" cy="576275"/>
            </a:xfrm>
            <a:custGeom>
              <a:rect b="b" l="l" r="r" t="t"/>
              <a:pathLst>
                <a:path extrusionOk="0" h="23051" w="23052">
                  <a:moveTo>
                    <a:pt x="5430" y="4973"/>
                  </a:moveTo>
                  <a:cubicBezTo>
                    <a:pt x="5440" y="4985"/>
                    <a:pt x="5451" y="4996"/>
                    <a:pt x="5463" y="5006"/>
                  </a:cubicBezTo>
                  <a:lnTo>
                    <a:pt x="5463" y="5006"/>
                  </a:lnTo>
                  <a:lnTo>
                    <a:pt x="5430" y="4973"/>
                  </a:lnTo>
                  <a:close/>
                  <a:moveTo>
                    <a:pt x="17631" y="4964"/>
                  </a:moveTo>
                  <a:lnTo>
                    <a:pt x="17582" y="5013"/>
                  </a:lnTo>
                  <a:lnTo>
                    <a:pt x="17582" y="5013"/>
                  </a:lnTo>
                  <a:cubicBezTo>
                    <a:pt x="17600" y="4998"/>
                    <a:pt x="17616" y="4982"/>
                    <a:pt x="17631" y="4964"/>
                  </a:cubicBezTo>
                  <a:close/>
                  <a:moveTo>
                    <a:pt x="5858" y="4369"/>
                  </a:moveTo>
                  <a:lnTo>
                    <a:pt x="6586" y="5097"/>
                  </a:lnTo>
                  <a:lnTo>
                    <a:pt x="16467" y="5097"/>
                  </a:lnTo>
                  <a:lnTo>
                    <a:pt x="17194" y="4369"/>
                  </a:lnTo>
                  <a:close/>
                  <a:moveTo>
                    <a:pt x="21999" y="728"/>
                  </a:moveTo>
                  <a:cubicBezTo>
                    <a:pt x="22178" y="728"/>
                    <a:pt x="22323" y="875"/>
                    <a:pt x="22323" y="1054"/>
                  </a:cubicBezTo>
                  <a:lnTo>
                    <a:pt x="22323" y="5165"/>
                  </a:lnTo>
                  <a:cubicBezTo>
                    <a:pt x="22323" y="5325"/>
                    <a:pt x="22262" y="5479"/>
                    <a:pt x="22145" y="5593"/>
                  </a:cubicBezTo>
                  <a:lnTo>
                    <a:pt x="16742" y="10997"/>
                  </a:lnTo>
                  <a:lnTo>
                    <a:pt x="16742" y="10997"/>
                  </a:lnTo>
                  <a:cubicBezTo>
                    <a:pt x="15885" y="10085"/>
                    <a:pt x="14793" y="9397"/>
                    <a:pt x="13563" y="9031"/>
                  </a:cubicBezTo>
                  <a:lnTo>
                    <a:pt x="13563" y="9031"/>
                  </a:lnTo>
                  <a:lnTo>
                    <a:pt x="17582" y="5013"/>
                  </a:lnTo>
                  <a:lnTo>
                    <a:pt x="17582" y="5013"/>
                  </a:lnTo>
                  <a:cubicBezTo>
                    <a:pt x="17519" y="5065"/>
                    <a:pt x="17438" y="5097"/>
                    <a:pt x="17349" y="5097"/>
                  </a:cubicBezTo>
                  <a:lnTo>
                    <a:pt x="16467" y="5097"/>
                  </a:lnTo>
                  <a:lnTo>
                    <a:pt x="12726" y="8837"/>
                  </a:lnTo>
                  <a:lnTo>
                    <a:pt x="12726" y="8837"/>
                  </a:lnTo>
                  <a:cubicBezTo>
                    <a:pt x="12336" y="8771"/>
                    <a:pt x="11935" y="8736"/>
                    <a:pt x="11527" y="8736"/>
                  </a:cubicBezTo>
                  <a:cubicBezTo>
                    <a:pt x="11118" y="8736"/>
                    <a:pt x="10716" y="8771"/>
                    <a:pt x="10326" y="8837"/>
                  </a:cubicBezTo>
                  <a:lnTo>
                    <a:pt x="10326" y="8837"/>
                  </a:lnTo>
                  <a:lnTo>
                    <a:pt x="6586" y="5097"/>
                  </a:lnTo>
                  <a:lnTo>
                    <a:pt x="5703" y="5097"/>
                  </a:lnTo>
                  <a:cubicBezTo>
                    <a:pt x="5611" y="5097"/>
                    <a:pt x="5527" y="5062"/>
                    <a:pt x="5463" y="5006"/>
                  </a:cubicBezTo>
                  <a:lnTo>
                    <a:pt x="5463" y="5006"/>
                  </a:lnTo>
                  <a:lnTo>
                    <a:pt x="9489" y="9032"/>
                  </a:lnTo>
                  <a:lnTo>
                    <a:pt x="9489" y="9032"/>
                  </a:lnTo>
                  <a:cubicBezTo>
                    <a:pt x="8259" y="9397"/>
                    <a:pt x="7167" y="10086"/>
                    <a:pt x="6310" y="10998"/>
                  </a:cubicBezTo>
                  <a:lnTo>
                    <a:pt x="6310" y="10998"/>
                  </a:lnTo>
                  <a:lnTo>
                    <a:pt x="905" y="5593"/>
                  </a:lnTo>
                  <a:cubicBezTo>
                    <a:pt x="790" y="5478"/>
                    <a:pt x="728" y="5325"/>
                    <a:pt x="728" y="5165"/>
                  </a:cubicBezTo>
                  <a:lnTo>
                    <a:pt x="728" y="1054"/>
                  </a:lnTo>
                  <a:cubicBezTo>
                    <a:pt x="728" y="875"/>
                    <a:pt x="874" y="728"/>
                    <a:pt x="1053" y="728"/>
                  </a:cubicBezTo>
                  <a:cubicBezTo>
                    <a:pt x="1140" y="728"/>
                    <a:pt x="1222" y="762"/>
                    <a:pt x="1282" y="825"/>
                  </a:cubicBezTo>
                  <a:lnTo>
                    <a:pt x="5430" y="4973"/>
                  </a:lnTo>
                  <a:lnTo>
                    <a:pt x="5430" y="4973"/>
                  </a:lnTo>
                  <a:cubicBezTo>
                    <a:pt x="5373" y="4909"/>
                    <a:pt x="5339" y="4825"/>
                    <a:pt x="5339" y="4733"/>
                  </a:cubicBezTo>
                  <a:cubicBezTo>
                    <a:pt x="5339" y="4531"/>
                    <a:pt x="5503" y="4369"/>
                    <a:pt x="5703" y="4369"/>
                  </a:cubicBezTo>
                  <a:lnTo>
                    <a:pt x="5858" y="4369"/>
                  </a:lnTo>
                  <a:lnTo>
                    <a:pt x="2217" y="728"/>
                  </a:lnTo>
                  <a:lnTo>
                    <a:pt x="20835" y="728"/>
                  </a:lnTo>
                  <a:lnTo>
                    <a:pt x="17194" y="4369"/>
                  </a:lnTo>
                  <a:lnTo>
                    <a:pt x="17349" y="4369"/>
                  </a:lnTo>
                  <a:cubicBezTo>
                    <a:pt x="17551" y="4369"/>
                    <a:pt x="17714" y="4531"/>
                    <a:pt x="17714" y="4733"/>
                  </a:cubicBezTo>
                  <a:cubicBezTo>
                    <a:pt x="17714" y="4820"/>
                    <a:pt x="17683" y="4901"/>
                    <a:pt x="17631" y="4964"/>
                  </a:cubicBezTo>
                  <a:lnTo>
                    <a:pt x="17631" y="4964"/>
                  </a:lnTo>
                  <a:lnTo>
                    <a:pt x="21770" y="825"/>
                  </a:lnTo>
                  <a:cubicBezTo>
                    <a:pt x="21831" y="762"/>
                    <a:pt x="21914" y="728"/>
                    <a:pt x="21999" y="728"/>
                  </a:cubicBezTo>
                  <a:close/>
                  <a:moveTo>
                    <a:pt x="10845" y="14317"/>
                  </a:moveTo>
                  <a:cubicBezTo>
                    <a:pt x="11001" y="14317"/>
                    <a:pt x="11136" y="14416"/>
                    <a:pt x="11180" y="14567"/>
                  </a:cubicBezTo>
                  <a:lnTo>
                    <a:pt x="11530" y="15732"/>
                  </a:lnTo>
                  <a:lnTo>
                    <a:pt x="10018" y="15732"/>
                  </a:lnTo>
                  <a:lnTo>
                    <a:pt x="10367" y="14567"/>
                  </a:lnTo>
                  <a:cubicBezTo>
                    <a:pt x="10411" y="14418"/>
                    <a:pt x="10546" y="14317"/>
                    <a:pt x="10702" y="14317"/>
                  </a:cubicBezTo>
                  <a:close/>
                  <a:moveTo>
                    <a:pt x="14009" y="14705"/>
                  </a:moveTo>
                  <a:cubicBezTo>
                    <a:pt x="13809" y="14705"/>
                    <a:pt x="13646" y="14868"/>
                    <a:pt x="13646" y="15070"/>
                  </a:cubicBezTo>
                  <a:lnTo>
                    <a:pt x="13646" y="15376"/>
                  </a:lnTo>
                  <a:lnTo>
                    <a:pt x="13340" y="15376"/>
                  </a:lnTo>
                  <a:cubicBezTo>
                    <a:pt x="13140" y="15376"/>
                    <a:pt x="12976" y="15539"/>
                    <a:pt x="12976" y="15739"/>
                  </a:cubicBezTo>
                  <a:cubicBezTo>
                    <a:pt x="12976" y="15940"/>
                    <a:pt x="13140" y="16103"/>
                    <a:pt x="13340" y="16103"/>
                  </a:cubicBezTo>
                  <a:lnTo>
                    <a:pt x="13646" y="16103"/>
                  </a:lnTo>
                  <a:lnTo>
                    <a:pt x="13646" y="16409"/>
                  </a:lnTo>
                  <a:cubicBezTo>
                    <a:pt x="13646" y="16609"/>
                    <a:pt x="13809" y="16773"/>
                    <a:pt x="14009" y="16773"/>
                  </a:cubicBezTo>
                  <a:cubicBezTo>
                    <a:pt x="14211" y="16771"/>
                    <a:pt x="14375" y="16609"/>
                    <a:pt x="14375" y="16409"/>
                  </a:cubicBezTo>
                  <a:lnTo>
                    <a:pt x="14375" y="16103"/>
                  </a:lnTo>
                  <a:lnTo>
                    <a:pt x="14680" y="16103"/>
                  </a:lnTo>
                  <a:cubicBezTo>
                    <a:pt x="14881" y="16102"/>
                    <a:pt x="15044" y="15940"/>
                    <a:pt x="15044" y="15739"/>
                  </a:cubicBezTo>
                  <a:cubicBezTo>
                    <a:pt x="15044" y="15539"/>
                    <a:pt x="14881" y="15376"/>
                    <a:pt x="14680" y="15376"/>
                  </a:cubicBezTo>
                  <a:lnTo>
                    <a:pt x="14375" y="15376"/>
                  </a:lnTo>
                  <a:lnTo>
                    <a:pt x="14375" y="15070"/>
                  </a:lnTo>
                  <a:cubicBezTo>
                    <a:pt x="14375" y="14868"/>
                    <a:pt x="14211" y="14705"/>
                    <a:pt x="14009" y="14705"/>
                  </a:cubicBezTo>
                  <a:close/>
                  <a:moveTo>
                    <a:pt x="10702" y="13588"/>
                  </a:moveTo>
                  <a:cubicBezTo>
                    <a:pt x="10224" y="13588"/>
                    <a:pt x="9807" y="13898"/>
                    <a:pt x="9671" y="14357"/>
                  </a:cubicBezTo>
                  <a:lnTo>
                    <a:pt x="8751" y="17419"/>
                  </a:lnTo>
                  <a:cubicBezTo>
                    <a:pt x="8693" y="17611"/>
                    <a:pt x="8804" y="17816"/>
                    <a:pt x="8996" y="17872"/>
                  </a:cubicBezTo>
                  <a:cubicBezTo>
                    <a:pt x="9031" y="17884"/>
                    <a:pt x="9065" y="17888"/>
                    <a:pt x="9101" y="17888"/>
                  </a:cubicBezTo>
                  <a:cubicBezTo>
                    <a:pt x="9257" y="17888"/>
                    <a:pt x="9401" y="17787"/>
                    <a:pt x="9449" y="17629"/>
                  </a:cubicBezTo>
                  <a:lnTo>
                    <a:pt x="9800" y="16460"/>
                  </a:lnTo>
                  <a:lnTo>
                    <a:pt x="11748" y="16460"/>
                  </a:lnTo>
                  <a:lnTo>
                    <a:pt x="12099" y="17629"/>
                  </a:lnTo>
                  <a:cubicBezTo>
                    <a:pt x="12147" y="17786"/>
                    <a:pt x="12291" y="17888"/>
                    <a:pt x="12446" y="17888"/>
                  </a:cubicBezTo>
                  <a:cubicBezTo>
                    <a:pt x="12481" y="17888"/>
                    <a:pt x="12516" y="17883"/>
                    <a:pt x="12551" y="17872"/>
                  </a:cubicBezTo>
                  <a:cubicBezTo>
                    <a:pt x="12743" y="17814"/>
                    <a:pt x="12854" y="17611"/>
                    <a:pt x="12796" y="17419"/>
                  </a:cubicBezTo>
                  <a:lnTo>
                    <a:pt x="11876" y="14357"/>
                  </a:lnTo>
                  <a:cubicBezTo>
                    <a:pt x="11738" y="13898"/>
                    <a:pt x="11325" y="13588"/>
                    <a:pt x="10845" y="13588"/>
                  </a:cubicBezTo>
                  <a:close/>
                  <a:moveTo>
                    <a:pt x="11525" y="9464"/>
                  </a:moveTo>
                  <a:cubicBezTo>
                    <a:pt x="15071" y="9464"/>
                    <a:pt x="17956" y="12349"/>
                    <a:pt x="17956" y="15894"/>
                  </a:cubicBezTo>
                  <a:cubicBezTo>
                    <a:pt x="17956" y="19440"/>
                    <a:pt x="15071" y="22325"/>
                    <a:pt x="11525" y="22325"/>
                  </a:cubicBezTo>
                  <a:cubicBezTo>
                    <a:pt x="7980" y="22325"/>
                    <a:pt x="5095" y="19440"/>
                    <a:pt x="5095" y="15894"/>
                  </a:cubicBezTo>
                  <a:cubicBezTo>
                    <a:pt x="5095" y="12349"/>
                    <a:pt x="7980" y="9464"/>
                    <a:pt x="11525" y="9464"/>
                  </a:cubicBezTo>
                  <a:close/>
                  <a:moveTo>
                    <a:pt x="1053" y="1"/>
                  </a:moveTo>
                  <a:cubicBezTo>
                    <a:pt x="472" y="1"/>
                    <a:pt x="0" y="472"/>
                    <a:pt x="0" y="1054"/>
                  </a:cubicBezTo>
                  <a:lnTo>
                    <a:pt x="0" y="5165"/>
                  </a:lnTo>
                  <a:cubicBezTo>
                    <a:pt x="0" y="5522"/>
                    <a:pt x="138" y="5856"/>
                    <a:pt x="391" y="6107"/>
                  </a:cubicBezTo>
                  <a:lnTo>
                    <a:pt x="5838" y="11555"/>
                  </a:lnTo>
                  <a:lnTo>
                    <a:pt x="5838" y="11555"/>
                  </a:lnTo>
                  <a:cubicBezTo>
                    <a:pt x="4917" y="12759"/>
                    <a:pt x="4370" y="14264"/>
                    <a:pt x="4370" y="15894"/>
                  </a:cubicBezTo>
                  <a:cubicBezTo>
                    <a:pt x="4370" y="19841"/>
                    <a:pt x="7582" y="23051"/>
                    <a:pt x="11527" y="23051"/>
                  </a:cubicBezTo>
                  <a:cubicBezTo>
                    <a:pt x="15472" y="23051"/>
                    <a:pt x="18683" y="19841"/>
                    <a:pt x="18683" y="15894"/>
                  </a:cubicBezTo>
                  <a:cubicBezTo>
                    <a:pt x="18683" y="14264"/>
                    <a:pt x="18135" y="12759"/>
                    <a:pt x="17214" y="11554"/>
                  </a:cubicBezTo>
                  <a:lnTo>
                    <a:pt x="17214" y="11554"/>
                  </a:lnTo>
                  <a:lnTo>
                    <a:pt x="22661" y="6107"/>
                  </a:lnTo>
                  <a:cubicBezTo>
                    <a:pt x="22914" y="5856"/>
                    <a:pt x="23052" y="5520"/>
                    <a:pt x="23052" y="5165"/>
                  </a:cubicBezTo>
                  <a:lnTo>
                    <a:pt x="23052" y="1054"/>
                  </a:lnTo>
                  <a:cubicBezTo>
                    <a:pt x="23052" y="472"/>
                    <a:pt x="22579" y="1"/>
                    <a:pt x="21999" y="1"/>
                  </a:cubicBezTo>
                  <a:cubicBezTo>
                    <a:pt x="21990" y="1"/>
                    <a:pt x="21982" y="1"/>
                    <a:pt x="21974" y="1"/>
                  </a:cubicBezTo>
                  <a:lnTo>
                    <a:pt x="21974" y="1"/>
                  </a:lnTo>
                  <a:cubicBezTo>
                    <a:pt x="21969" y="1"/>
                    <a:pt x="21964" y="1"/>
                    <a:pt x="21959" y="1"/>
                  </a:cubicBezTo>
                  <a:lnTo>
                    <a:pt x="1093" y="1"/>
                  </a:lnTo>
                  <a:cubicBezTo>
                    <a:pt x="1088" y="1"/>
                    <a:pt x="1083" y="1"/>
                    <a:pt x="1078" y="1"/>
                  </a:cubicBezTo>
                  <a:lnTo>
                    <a:pt x="1078" y="1"/>
                  </a:lnTo>
                  <a:cubicBezTo>
                    <a:pt x="1070" y="1"/>
                    <a:pt x="1061" y="1"/>
                    <a:pt x="105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6" name="Google Shape;5906;p69"/>
          <p:cNvGrpSpPr/>
          <p:nvPr/>
        </p:nvGrpSpPr>
        <p:grpSpPr>
          <a:xfrm>
            <a:off x="720000" y="3151250"/>
            <a:ext cx="576275" cy="527750"/>
            <a:chOff x="720000" y="3151250"/>
            <a:chExt cx="576275" cy="527750"/>
          </a:xfrm>
        </p:grpSpPr>
        <p:sp>
          <p:nvSpPr>
            <p:cNvPr id="5907" name="Google Shape;5907;p69"/>
            <p:cNvSpPr/>
            <p:nvPr/>
          </p:nvSpPr>
          <p:spPr>
            <a:xfrm>
              <a:off x="729075" y="3220975"/>
              <a:ext cx="558100" cy="400425"/>
            </a:xfrm>
            <a:custGeom>
              <a:rect b="b" l="l" r="r" t="t"/>
              <a:pathLst>
                <a:path extrusionOk="0" h="16017" w="22324">
                  <a:moveTo>
                    <a:pt x="1943" y="1"/>
                  </a:moveTo>
                  <a:cubicBezTo>
                    <a:pt x="871" y="1"/>
                    <a:pt x="1" y="872"/>
                    <a:pt x="1" y="1942"/>
                  </a:cubicBezTo>
                  <a:lnTo>
                    <a:pt x="1" y="14076"/>
                  </a:lnTo>
                  <a:cubicBezTo>
                    <a:pt x="1" y="15148"/>
                    <a:pt x="872" y="16017"/>
                    <a:pt x="1943" y="16017"/>
                  </a:cubicBezTo>
                  <a:lnTo>
                    <a:pt x="20382" y="16017"/>
                  </a:lnTo>
                  <a:cubicBezTo>
                    <a:pt x="21455" y="16017"/>
                    <a:pt x="22324" y="15147"/>
                    <a:pt x="22324" y="14076"/>
                  </a:cubicBezTo>
                  <a:lnTo>
                    <a:pt x="22324" y="1942"/>
                  </a:lnTo>
                  <a:cubicBezTo>
                    <a:pt x="22324" y="872"/>
                    <a:pt x="21455" y="1"/>
                    <a:pt x="203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9"/>
            <p:cNvSpPr/>
            <p:nvPr/>
          </p:nvSpPr>
          <p:spPr>
            <a:xfrm>
              <a:off x="971700" y="3220975"/>
              <a:ext cx="72850" cy="448925"/>
            </a:xfrm>
            <a:custGeom>
              <a:rect b="b" l="l" r="r" t="t"/>
              <a:pathLst>
                <a:path extrusionOk="0" h="17957" w="2914">
                  <a:moveTo>
                    <a:pt x="1457" y="1"/>
                  </a:moveTo>
                  <a:cubicBezTo>
                    <a:pt x="653" y="1"/>
                    <a:pt x="1" y="653"/>
                    <a:pt x="1" y="1457"/>
                  </a:cubicBezTo>
                  <a:lnTo>
                    <a:pt x="1" y="16500"/>
                  </a:lnTo>
                  <a:cubicBezTo>
                    <a:pt x="1" y="17304"/>
                    <a:pt x="653" y="17957"/>
                    <a:pt x="1457" y="17957"/>
                  </a:cubicBezTo>
                  <a:cubicBezTo>
                    <a:pt x="2263" y="17957"/>
                    <a:pt x="2914" y="17304"/>
                    <a:pt x="2914" y="16501"/>
                  </a:cubicBezTo>
                  <a:lnTo>
                    <a:pt x="2914" y="1457"/>
                  </a:lnTo>
                  <a:cubicBezTo>
                    <a:pt x="2914" y="653"/>
                    <a:pt x="2262" y="1"/>
                    <a:pt x="14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9"/>
            <p:cNvSpPr/>
            <p:nvPr/>
          </p:nvSpPr>
          <p:spPr>
            <a:xfrm>
              <a:off x="971700" y="3220975"/>
              <a:ext cx="315475" cy="400425"/>
            </a:xfrm>
            <a:custGeom>
              <a:rect b="b" l="l" r="r" t="t"/>
              <a:pathLst>
                <a:path extrusionOk="0" h="16017" w="12619">
                  <a:moveTo>
                    <a:pt x="1" y="1"/>
                  </a:moveTo>
                  <a:lnTo>
                    <a:pt x="1" y="16017"/>
                  </a:lnTo>
                  <a:lnTo>
                    <a:pt x="10677" y="16017"/>
                  </a:lnTo>
                  <a:cubicBezTo>
                    <a:pt x="11750" y="16017"/>
                    <a:pt x="12619" y="15147"/>
                    <a:pt x="12619" y="14076"/>
                  </a:cubicBezTo>
                  <a:lnTo>
                    <a:pt x="12619" y="1942"/>
                  </a:lnTo>
                  <a:cubicBezTo>
                    <a:pt x="12619" y="872"/>
                    <a:pt x="11750" y="1"/>
                    <a:pt x="106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9"/>
            <p:cNvSpPr/>
            <p:nvPr/>
          </p:nvSpPr>
          <p:spPr>
            <a:xfrm>
              <a:off x="1008125" y="3220975"/>
              <a:ext cx="36425" cy="400400"/>
            </a:xfrm>
            <a:custGeom>
              <a:rect b="b" l="l" r="r" t="t"/>
              <a:pathLst>
                <a:path extrusionOk="0" h="16016" w="1457">
                  <a:moveTo>
                    <a:pt x="0" y="1"/>
                  </a:moveTo>
                  <a:lnTo>
                    <a:pt x="0" y="16015"/>
                  </a:lnTo>
                  <a:lnTo>
                    <a:pt x="1457" y="16015"/>
                  </a:lnTo>
                  <a:lnTo>
                    <a:pt x="1457" y="1"/>
                  </a:lnTo>
                  <a:close/>
                </a:path>
              </a:pathLst>
            </a:custGeom>
            <a:solidFill>
              <a:srgbClr val="2874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9"/>
            <p:cNvSpPr/>
            <p:nvPr/>
          </p:nvSpPr>
          <p:spPr>
            <a:xfrm>
              <a:off x="777650" y="3184600"/>
              <a:ext cx="461025" cy="388250"/>
            </a:xfrm>
            <a:custGeom>
              <a:rect b="b" l="l" r="r" t="t"/>
              <a:pathLst>
                <a:path extrusionOk="0" h="15530" w="18441">
                  <a:moveTo>
                    <a:pt x="970" y="1"/>
                  </a:moveTo>
                  <a:cubicBezTo>
                    <a:pt x="435" y="1"/>
                    <a:pt x="0" y="434"/>
                    <a:pt x="0" y="971"/>
                  </a:cubicBezTo>
                  <a:lnTo>
                    <a:pt x="0" y="14558"/>
                  </a:lnTo>
                  <a:cubicBezTo>
                    <a:pt x="0" y="15093"/>
                    <a:pt x="434" y="15529"/>
                    <a:pt x="970" y="15529"/>
                  </a:cubicBezTo>
                  <a:lnTo>
                    <a:pt x="17472" y="15529"/>
                  </a:lnTo>
                  <a:cubicBezTo>
                    <a:pt x="18006" y="15529"/>
                    <a:pt x="18441" y="15094"/>
                    <a:pt x="18441" y="14558"/>
                  </a:cubicBezTo>
                  <a:lnTo>
                    <a:pt x="18441" y="971"/>
                  </a:lnTo>
                  <a:cubicBezTo>
                    <a:pt x="18441" y="434"/>
                    <a:pt x="18006" y="1"/>
                    <a:pt x="17469" y="1"/>
                  </a:cubicBezTo>
                  <a:lnTo>
                    <a:pt x="10190" y="1"/>
                  </a:lnTo>
                  <a:cubicBezTo>
                    <a:pt x="9656" y="1"/>
                    <a:pt x="9219" y="434"/>
                    <a:pt x="9219" y="971"/>
                  </a:cubicBezTo>
                  <a:cubicBezTo>
                    <a:pt x="9219" y="435"/>
                    <a:pt x="8786" y="1"/>
                    <a:pt x="82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9"/>
            <p:cNvSpPr/>
            <p:nvPr/>
          </p:nvSpPr>
          <p:spPr>
            <a:xfrm>
              <a:off x="1008125" y="3184600"/>
              <a:ext cx="230550" cy="388250"/>
            </a:xfrm>
            <a:custGeom>
              <a:rect b="b" l="l" r="r" t="t"/>
              <a:pathLst>
                <a:path extrusionOk="0" h="15530" w="9222">
                  <a:moveTo>
                    <a:pt x="971" y="1"/>
                  </a:moveTo>
                  <a:cubicBezTo>
                    <a:pt x="437" y="1"/>
                    <a:pt x="0" y="434"/>
                    <a:pt x="0" y="971"/>
                  </a:cubicBezTo>
                  <a:lnTo>
                    <a:pt x="0" y="15529"/>
                  </a:lnTo>
                  <a:lnTo>
                    <a:pt x="8253" y="15529"/>
                  </a:lnTo>
                  <a:cubicBezTo>
                    <a:pt x="8787" y="15529"/>
                    <a:pt x="9222" y="15094"/>
                    <a:pt x="9222" y="14558"/>
                  </a:cubicBezTo>
                  <a:lnTo>
                    <a:pt x="9222" y="971"/>
                  </a:lnTo>
                  <a:cubicBezTo>
                    <a:pt x="9222" y="434"/>
                    <a:pt x="8787" y="1"/>
                    <a:pt x="8250" y="1"/>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9"/>
            <p:cNvSpPr/>
            <p:nvPr/>
          </p:nvSpPr>
          <p:spPr>
            <a:xfrm>
              <a:off x="1117325" y="3160325"/>
              <a:ext cx="72825" cy="145600"/>
            </a:xfrm>
            <a:custGeom>
              <a:rect b="b" l="l" r="r" t="t"/>
              <a:pathLst>
                <a:path extrusionOk="0" h="5824" w="2913">
                  <a:moveTo>
                    <a:pt x="485" y="1"/>
                  </a:moveTo>
                  <a:cubicBezTo>
                    <a:pt x="217" y="1"/>
                    <a:pt x="1" y="217"/>
                    <a:pt x="1" y="486"/>
                  </a:cubicBezTo>
                  <a:lnTo>
                    <a:pt x="1" y="5823"/>
                  </a:lnTo>
                  <a:lnTo>
                    <a:pt x="2913" y="4854"/>
                  </a:lnTo>
                  <a:lnTo>
                    <a:pt x="2913" y="486"/>
                  </a:lnTo>
                  <a:cubicBezTo>
                    <a:pt x="2913" y="217"/>
                    <a:pt x="2695" y="1"/>
                    <a:pt x="24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9"/>
            <p:cNvSpPr/>
            <p:nvPr/>
          </p:nvSpPr>
          <p:spPr>
            <a:xfrm>
              <a:off x="817050" y="3224050"/>
              <a:ext cx="151650" cy="163800"/>
            </a:xfrm>
            <a:custGeom>
              <a:rect b="b" l="l" r="r" t="t"/>
              <a:pathLst>
                <a:path extrusionOk="0" h="6552" w="6066">
                  <a:moveTo>
                    <a:pt x="366" y="0"/>
                  </a:moveTo>
                  <a:cubicBezTo>
                    <a:pt x="165" y="0"/>
                    <a:pt x="2" y="163"/>
                    <a:pt x="2" y="364"/>
                  </a:cubicBezTo>
                  <a:cubicBezTo>
                    <a:pt x="2" y="566"/>
                    <a:pt x="164" y="729"/>
                    <a:pt x="364" y="729"/>
                  </a:cubicBezTo>
                  <a:lnTo>
                    <a:pt x="5702" y="729"/>
                  </a:lnTo>
                  <a:cubicBezTo>
                    <a:pt x="5902" y="729"/>
                    <a:pt x="6066" y="566"/>
                    <a:pt x="6066" y="364"/>
                  </a:cubicBezTo>
                  <a:cubicBezTo>
                    <a:pt x="6066" y="163"/>
                    <a:pt x="5902" y="0"/>
                    <a:pt x="5702" y="0"/>
                  </a:cubicBezTo>
                  <a:close/>
                  <a:moveTo>
                    <a:pt x="364" y="1455"/>
                  </a:moveTo>
                  <a:cubicBezTo>
                    <a:pt x="164" y="1455"/>
                    <a:pt x="1" y="1619"/>
                    <a:pt x="1" y="1819"/>
                  </a:cubicBezTo>
                  <a:cubicBezTo>
                    <a:pt x="1" y="2021"/>
                    <a:pt x="164" y="2184"/>
                    <a:pt x="364" y="2184"/>
                  </a:cubicBezTo>
                  <a:lnTo>
                    <a:pt x="1821" y="2184"/>
                  </a:lnTo>
                  <a:cubicBezTo>
                    <a:pt x="2021" y="2184"/>
                    <a:pt x="2185" y="2021"/>
                    <a:pt x="2185" y="1819"/>
                  </a:cubicBezTo>
                  <a:cubicBezTo>
                    <a:pt x="2185" y="1619"/>
                    <a:pt x="2021" y="1455"/>
                    <a:pt x="1821" y="1455"/>
                  </a:cubicBezTo>
                  <a:close/>
                  <a:moveTo>
                    <a:pt x="3228" y="1455"/>
                  </a:moveTo>
                  <a:cubicBezTo>
                    <a:pt x="3027" y="1455"/>
                    <a:pt x="2864" y="1619"/>
                    <a:pt x="2864" y="1819"/>
                  </a:cubicBezTo>
                  <a:cubicBezTo>
                    <a:pt x="2864" y="2021"/>
                    <a:pt x="3027" y="2184"/>
                    <a:pt x="3228" y="2184"/>
                  </a:cubicBezTo>
                  <a:lnTo>
                    <a:pt x="3276" y="2184"/>
                  </a:lnTo>
                  <a:cubicBezTo>
                    <a:pt x="3477" y="2184"/>
                    <a:pt x="3640" y="2021"/>
                    <a:pt x="3640" y="1819"/>
                  </a:cubicBezTo>
                  <a:cubicBezTo>
                    <a:pt x="3640" y="1619"/>
                    <a:pt x="3477" y="1455"/>
                    <a:pt x="3276" y="1455"/>
                  </a:cubicBezTo>
                  <a:close/>
                  <a:moveTo>
                    <a:pt x="364" y="2912"/>
                  </a:moveTo>
                  <a:cubicBezTo>
                    <a:pt x="164" y="2912"/>
                    <a:pt x="1" y="3075"/>
                    <a:pt x="1" y="3276"/>
                  </a:cubicBezTo>
                  <a:cubicBezTo>
                    <a:pt x="1" y="3478"/>
                    <a:pt x="164" y="3641"/>
                    <a:pt x="364" y="3641"/>
                  </a:cubicBezTo>
                  <a:lnTo>
                    <a:pt x="5702" y="3641"/>
                  </a:lnTo>
                  <a:cubicBezTo>
                    <a:pt x="5902" y="3641"/>
                    <a:pt x="6066" y="3478"/>
                    <a:pt x="6066" y="3276"/>
                  </a:cubicBezTo>
                  <a:cubicBezTo>
                    <a:pt x="6066" y="3075"/>
                    <a:pt x="5905" y="2912"/>
                    <a:pt x="5702" y="2912"/>
                  </a:cubicBezTo>
                  <a:close/>
                  <a:moveTo>
                    <a:pt x="364" y="4367"/>
                  </a:moveTo>
                  <a:cubicBezTo>
                    <a:pt x="164" y="4367"/>
                    <a:pt x="1" y="4531"/>
                    <a:pt x="1" y="4731"/>
                  </a:cubicBezTo>
                  <a:cubicBezTo>
                    <a:pt x="1" y="4931"/>
                    <a:pt x="164" y="5095"/>
                    <a:pt x="364" y="5095"/>
                  </a:cubicBezTo>
                  <a:lnTo>
                    <a:pt x="2790" y="5095"/>
                  </a:lnTo>
                  <a:cubicBezTo>
                    <a:pt x="2993" y="5095"/>
                    <a:pt x="3155" y="4931"/>
                    <a:pt x="3155" y="4731"/>
                  </a:cubicBezTo>
                  <a:cubicBezTo>
                    <a:pt x="3155" y="4531"/>
                    <a:pt x="2992" y="4367"/>
                    <a:pt x="2790" y="4367"/>
                  </a:cubicBezTo>
                  <a:close/>
                  <a:moveTo>
                    <a:pt x="4245" y="4367"/>
                  </a:moveTo>
                  <a:cubicBezTo>
                    <a:pt x="4045" y="4367"/>
                    <a:pt x="3882" y="4531"/>
                    <a:pt x="3882" y="4731"/>
                  </a:cubicBezTo>
                  <a:cubicBezTo>
                    <a:pt x="3882" y="4931"/>
                    <a:pt x="4045" y="5095"/>
                    <a:pt x="4245" y="5095"/>
                  </a:cubicBezTo>
                  <a:lnTo>
                    <a:pt x="5702" y="5095"/>
                  </a:lnTo>
                  <a:cubicBezTo>
                    <a:pt x="5902" y="5095"/>
                    <a:pt x="6066" y="4931"/>
                    <a:pt x="6066" y="4731"/>
                  </a:cubicBezTo>
                  <a:cubicBezTo>
                    <a:pt x="6066" y="4531"/>
                    <a:pt x="5905" y="4367"/>
                    <a:pt x="5702" y="4367"/>
                  </a:cubicBezTo>
                  <a:close/>
                  <a:moveTo>
                    <a:pt x="364" y="5824"/>
                  </a:moveTo>
                  <a:cubicBezTo>
                    <a:pt x="164" y="5824"/>
                    <a:pt x="1" y="5987"/>
                    <a:pt x="1" y="6188"/>
                  </a:cubicBezTo>
                  <a:cubicBezTo>
                    <a:pt x="1" y="6388"/>
                    <a:pt x="164" y="6551"/>
                    <a:pt x="364" y="6551"/>
                  </a:cubicBezTo>
                  <a:lnTo>
                    <a:pt x="1821" y="6551"/>
                  </a:lnTo>
                  <a:cubicBezTo>
                    <a:pt x="2021" y="6551"/>
                    <a:pt x="2185" y="6388"/>
                    <a:pt x="2185" y="6188"/>
                  </a:cubicBezTo>
                  <a:cubicBezTo>
                    <a:pt x="2185" y="5987"/>
                    <a:pt x="2021" y="5824"/>
                    <a:pt x="1821" y="5824"/>
                  </a:cubicBezTo>
                  <a:close/>
                  <a:moveTo>
                    <a:pt x="3229" y="5824"/>
                  </a:moveTo>
                  <a:cubicBezTo>
                    <a:pt x="3029" y="5824"/>
                    <a:pt x="2865" y="5987"/>
                    <a:pt x="2865" y="6188"/>
                  </a:cubicBezTo>
                  <a:cubicBezTo>
                    <a:pt x="2865" y="6388"/>
                    <a:pt x="3029" y="6551"/>
                    <a:pt x="3229" y="6551"/>
                  </a:cubicBezTo>
                  <a:lnTo>
                    <a:pt x="3278" y="6551"/>
                  </a:lnTo>
                  <a:cubicBezTo>
                    <a:pt x="3478" y="6551"/>
                    <a:pt x="3641" y="6388"/>
                    <a:pt x="3641" y="6188"/>
                  </a:cubicBezTo>
                  <a:cubicBezTo>
                    <a:pt x="3640" y="5987"/>
                    <a:pt x="3478" y="5824"/>
                    <a:pt x="3278" y="582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9"/>
            <p:cNvSpPr/>
            <p:nvPr/>
          </p:nvSpPr>
          <p:spPr>
            <a:xfrm>
              <a:off x="1047525" y="3369625"/>
              <a:ext cx="151725" cy="163825"/>
            </a:xfrm>
            <a:custGeom>
              <a:rect b="b" l="l" r="r" t="t"/>
              <a:pathLst>
                <a:path extrusionOk="0" h="6553" w="6069">
                  <a:moveTo>
                    <a:pt x="367" y="1"/>
                  </a:moveTo>
                  <a:cubicBezTo>
                    <a:pt x="165" y="1"/>
                    <a:pt x="2" y="164"/>
                    <a:pt x="2" y="365"/>
                  </a:cubicBezTo>
                  <a:cubicBezTo>
                    <a:pt x="2" y="565"/>
                    <a:pt x="165" y="728"/>
                    <a:pt x="367" y="728"/>
                  </a:cubicBezTo>
                  <a:lnTo>
                    <a:pt x="5705" y="728"/>
                  </a:lnTo>
                  <a:cubicBezTo>
                    <a:pt x="5905" y="728"/>
                    <a:pt x="6068" y="565"/>
                    <a:pt x="6068" y="365"/>
                  </a:cubicBezTo>
                  <a:cubicBezTo>
                    <a:pt x="6068" y="164"/>
                    <a:pt x="5905" y="1"/>
                    <a:pt x="5705" y="1"/>
                  </a:cubicBezTo>
                  <a:close/>
                  <a:moveTo>
                    <a:pt x="365" y="1456"/>
                  </a:moveTo>
                  <a:cubicBezTo>
                    <a:pt x="165" y="1456"/>
                    <a:pt x="2" y="1619"/>
                    <a:pt x="2" y="1820"/>
                  </a:cubicBezTo>
                  <a:cubicBezTo>
                    <a:pt x="2" y="2022"/>
                    <a:pt x="165" y="2184"/>
                    <a:pt x="367" y="2184"/>
                  </a:cubicBezTo>
                  <a:lnTo>
                    <a:pt x="1824" y="2184"/>
                  </a:lnTo>
                  <a:cubicBezTo>
                    <a:pt x="2024" y="2184"/>
                    <a:pt x="2187" y="2020"/>
                    <a:pt x="2187" y="1820"/>
                  </a:cubicBezTo>
                  <a:cubicBezTo>
                    <a:pt x="2187" y="1619"/>
                    <a:pt x="2024" y="1456"/>
                    <a:pt x="1822" y="1456"/>
                  </a:cubicBezTo>
                  <a:close/>
                  <a:moveTo>
                    <a:pt x="3230" y="1456"/>
                  </a:moveTo>
                  <a:cubicBezTo>
                    <a:pt x="3029" y="1456"/>
                    <a:pt x="2865" y="1619"/>
                    <a:pt x="2865" y="1820"/>
                  </a:cubicBezTo>
                  <a:cubicBezTo>
                    <a:pt x="2865" y="2020"/>
                    <a:pt x="3029" y="2184"/>
                    <a:pt x="3230" y="2184"/>
                  </a:cubicBezTo>
                  <a:lnTo>
                    <a:pt x="3277" y="2184"/>
                  </a:lnTo>
                  <a:cubicBezTo>
                    <a:pt x="3479" y="2184"/>
                    <a:pt x="3643" y="2020"/>
                    <a:pt x="3643" y="1820"/>
                  </a:cubicBezTo>
                  <a:cubicBezTo>
                    <a:pt x="3643" y="1619"/>
                    <a:pt x="3479" y="1456"/>
                    <a:pt x="3277" y="1456"/>
                  </a:cubicBezTo>
                  <a:close/>
                  <a:moveTo>
                    <a:pt x="367" y="2913"/>
                  </a:moveTo>
                  <a:cubicBezTo>
                    <a:pt x="165" y="2913"/>
                    <a:pt x="2" y="3076"/>
                    <a:pt x="2" y="3276"/>
                  </a:cubicBezTo>
                  <a:cubicBezTo>
                    <a:pt x="2" y="3477"/>
                    <a:pt x="165" y="3640"/>
                    <a:pt x="367" y="3640"/>
                  </a:cubicBezTo>
                  <a:lnTo>
                    <a:pt x="5705" y="3640"/>
                  </a:lnTo>
                  <a:cubicBezTo>
                    <a:pt x="5905" y="3640"/>
                    <a:pt x="6068" y="3477"/>
                    <a:pt x="6068" y="3276"/>
                  </a:cubicBezTo>
                  <a:cubicBezTo>
                    <a:pt x="6068" y="3076"/>
                    <a:pt x="5905" y="2913"/>
                    <a:pt x="5705" y="2913"/>
                  </a:cubicBezTo>
                  <a:close/>
                  <a:moveTo>
                    <a:pt x="367" y="4366"/>
                  </a:moveTo>
                  <a:cubicBezTo>
                    <a:pt x="165" y="4366"/>
                    <a:pt x="2" y="4530"/>
                    <a:pt x="2" y="4732"/>
                  </a:cubicBezTo>
                  <a:cubicBezTo>
                    <a:pt x="2" y="4932"/>
                    <a:pt x="165" y="5095"/>
                    <a:pt x="367" y="5095"/>
                  </a:cubicBezTo>
                  <a:lnTo>
                    <a:pt x="2793" y="5095"/>
                  </a:lnTo>
                  <a:cubicBezTo>
                    <a:pt x="2993" y="5095"/>
                    <a:pt x="3157" y="4933"/>
                    <a:pt x="3157" y="4732"/>
                  </a:cubicBezTo>
                  <a:cubicBezTo>
                    <a:pt x="3157" y="4530"/>
                    <a:pt x="2993" y="4366"/>
                    <a:pt x="2793" y="4366"/>
                  </a:cubicBezTo>
                  <a:close/>
                  <a:moveTo>
                    <a:pt x="4248" y="4369"/>
                  </a:moveTo>
                  <a:cubicBezTo>
                    <a:pt x="4048" y="4369"/>
                    <a:pt x="3883" y="4533"/>
                    <a:pt x="3883" y="4733"/>
                  </a:cubicBezTo>
                  <a:cubicBezTo>
                    <a:pt x="3883" y="4933"/>
                    <a:pt x="4048" y="5097"/>
                    <a:pt x="4248" y="5097"/>
                  </a:cubicBezTo>
                  <a:lnTo>
                    <a:pt x="5705" y="5097"/>
                  </a:lnTo>
                  <a:cubicBezTo>
                    <a:pt x="5905" y="5097"/>
                    <a:pt x="6068" y="4933"/>
                    <a:pt x="6068" y="4733"/>
                  </a:cubicBezTo>
                  <a:cubicBezTo>
                    <a:pt x="6068" y="4533"/>
                    <a:pt x="5905" y="4369"/>
                    <a:pt x="5705" y="4369"/>
                  </a:cubicBezTo>
                  <a:close/>
                  <a:moveTo>
                    <a:pt x="364" y="5823"/>
                  </a:moveTo>
                  <a:cubicBezTo>
                    <a:pt x="164" y="5823"/>
                    <a:pt x="0" y="5986"/>
                    <a:pt x="0" y="6188"/>
                  </a:cubicBezTo>
                  <a:cubicBezTo>
                    <a:pt x="0" y="6389"/>
                    <a:pt x="164" y="6552"/>
                    <a:pt x="364" y="6552"/>
                  </a:cubicBezTo>
                  <a:lnTo>
                    <a:pt x="1821" y="6552"/>
                  </a:lnTo>
                  <a:cubicBezTo>
                    <a:pt x="2022" y="6552"/>
                    <a:pt x="2186" y="6389"/>
                    <a:pt x="2186" y="6188"/>
                  </a:cubicBezTo>
                  <a:cubicBezTo>
                    <a:pt x="2186" y="5986"/>
                    <a:pt x="2024" y="5823"/>
                    <a:pt x="1821" y="5823"/>
                  </a:cubicBezTo>
                  <a:close/>
                  <a:moveTo>
                    <a:pt x="3230" y="5823"/>
                  </a:moveTo>
                  <a:cubicBezTo>
                    <a:pt x="3029" y="5823"/>
                    <a:pt x="2865" y="5986"/>
                    <a:pt x="2865" y="6188"/>
                  </a:cubicBezTo>
                  <a:cubicBezTo>
                    <a:pt x="2865" y="6389"/>
                    <a:pt x="3029" y="6552"/>
                    <a:pt x="3230" y="6552"/>
                  </a:cubicBezTo>
                  <a:lnTo>
                    <a:pt x="3277" y="6552"/>
                  </a:lnTo>
                  <a:cubicBezTo>
                    <a:pt x="3479" y="6552"/>
                    <a:pt x="3643" y="6389"/>
                    <a:pt x="3643" y="6188"/>
                  </a:cubicBezTo>
                  <a:cubicBezTo>
                    <a:pt x="3643" y="5986"/>
                    <a:pt x="3479" y="5823"/>
                    <a:pt x="3277" y="582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9"/>
            <p:cNvSpPr/>
            <p:nvPr/>
          </p:nvSpPr>
          <p:spPr>
            <a:xfrm>
              <a:off x="720000" y="3151250"/>
              <a:ext cx="576275" cy="527750"/>
            </a:xfrm>
            <a:custGeom>
              <a:rect b="b" l="l" r="r" t="t"/>
              <a:pathLst>
                <a:path extrusionOk="0" h="21110" w="23051">
                  <a:moveTo>
                    <a:pt x="18321" y="729"/>
                  </a:moveTo>
                  <a:cubicBezTo>
                    <a:pt x="18388" y="729"/>
                    <a:pt x="18440" y="785"/>
                    <a:pt x="18440" y="850"/>
                  </a:cubicBezTo>
                  <a:lnTo>
                    <a:pt x="18440" y="4956"/>
                  </a:lnTo>
                  <a:lnTo>
                    <a:pt x="16258" y="5683"/>
                  </a:lnTo>
                  <a:lnTo>
                    <a:pt x="16258" y="850"/>
                  </a:lnTo>
                  <a:cubicBezTo>
                    <a:pt x="16258" y="783"/>
                    <a:pt x="16313" y="729"/>
                    <a:pt x="16378" y="729"/>
                  </a:cubicBezTo>
                  <a:close/>
                  <a:moveTo>
                    <a:pt x="19775" y="1698"/>
                  </a:moveTo>
                  <a:cubicBezTo>
                    <a:pt x="20109" y="1698"/>
                    <a:pt x="20382" y="1971"/>
                    <a:pt x="20382" y="2305"/>
                  </a:cubicBezTo>
                  <a:lnTo>
                    <a:pt x="20382" y="15892"/>
                  </a:lnTo>
                  <a:cubicBezTo>
                    <a:pt x="20382" y="16226"/>
                    <a:pt x="20109" y="16498"/>
                    <a:pt x="19775" y="16498"/>
                  </a:cubicBezTo>
                  <a:lnTo>
                    <a:pt x="11890" y="16498"/>
                  </a:lnTo>
                  <a:lnTo>
                    <a:pt x="11890" y="2302"/>
                  </a:lnTo>
                  <a:cubicBezTo>
                    <a:pt x="11890" y="1971"/>
                    <a:pt x="12162" y="1700"/>
                    <a:pt x="12497" y="1700"/>
                  </a:cubicBezTo>
                  <a:lnTo>
                    <a:pt x="15530" y="1700"/>
                  </a:lnTo>
                  <a:lnTo>
                    <a:pt x="15530" y="6188"/>
                  </a:lnTo>
                  <a:cubicBezTo>
                    <a:pt x="15530" y="6306"/>
                    <a:pt x="15587" y="6415"/>
                    <a:pt x="15681" y="6483"/>
                  </a:cubicBezTo>
                  <a:cubicBezTo>
                    <a:pt x="15743" y="6527"/>
                    <a:pt x="15817" y="6553"/>
                    <a:pt x="15894" y="6553"/>
                  </a:cubicBezTo>
                  <a:cubicBezTo>
                    <a:pt x="15934" y="6553"/>
                    <a:pt x="15972" y="6547"/>
                    <a:pt x="16009" y="6533"/>
                  </a:cubicBezTo>
                  <a:lnTo>
                    <a:pt x="18921" y="5562"/>
                  </a:lnTo>
                  <a:cubicBezTo>
                    <a:pt x="19070" y="5513"/>
                    <a:pt x="19169" y="5375"/>
                    <a:pt x="19169" y="5219"/>
                  </a:cubicBezTo>
                  <a:lnTo>
                    <a:pt x="19169" y="1698"/>
                  </a:lnTo>
                  <a:close/>
                  <a:moveTo>
                    <a:pt x="10556" y="1698"/>
                  </a:moveTo>
                  <a:cubicBezTo>
                    <a:pt x="10890" y="1698"/>
                    <a:pt x="11161" y="1971"/>
                    <a:pt x="11161" y="2305"/>
                  </a:cubicBezTo>
                  <a:lnTo>
                    <a:pt x="11161" y="16501"/>
                  </a:lnTo>
                  <a:lnTo>
                    <a:pt x="3276" y="16501"/>
                  </a:lnTo>
                  <a:cubicBezTo>
                    <a:pt x="2942" y="16501"/>
                    <a:pt x="2670" y="16228"/>
                    <a:pt x="2670" y="15894"/>
                  </a:cubicBezTo>
                  <a:lnTo>
                    <a:pt x="2670" y="2305"/>
                  </a:lnTo>
                  <a:cubicBezTo>
                    <a:pt x="2670" y="1971"/>
                    <a:pt x="2942" y="1698"/>
                    <a:pt x="3276" y="1698"/>
                  </a:cubicBezTo>
                  <a:close/>
                  <a:moveTo>
                    <a:pt x="1943" y="3196"/>
                  </a:moveTo>
                  <a:lnTo>
                    <a:pt x="1943" y="15892"/>
                  </a:lnTo>
                  <a:cubicBezTo>
                    <a:pt x="1943" y="16629"/>
                    <a:pt x="2541" y="17227"/>
                    <a:pt x="3276" y="17227"/>
                  </a:cubicBezTo>
                  <a:lnTo>
                    <a:pt x="9706" y="17227"/>
                  </a:lnTo>
                  <a:lnTo>
                    <a:pt x="9706" y="18441"/>
                  </a:lnTo>
                  <a:lnTo>
                    <a:pt x="2306" y="18441"/>
                  </a:lnTo>
                  <a:lnTo>
                    <a:pt x="2306" y="18442"/>
                  </a:lnTo>
                  <a:cubicBezTo>
                    <a:pt x="1435" y="18442"/>
                    <a:pt x="729" y="17734"/>
                    <a:pt x="729" y="16865"/>
                  </a:cubicBezTo>
                  <a:lnTo>
                    <a:pt x="729" y="4731"/>
                  </a:lnTo>
                  <a:cubicBezTo>
                    <a:pt x="729" y="3988"/>
                    <a:pt x="1248" y="3363"/>
                    <a:pt x="1943" y="3196"/>
                  </a:cubicBezTo>
                  <a:close/>
                  <a:moveTo>
                    <a:pt x="11163" y="17228"/>
                  </a:moveTo>
                  <a:lnTo>
                    <a:pt x="11163" y="18442"/>
                  </a:lnTo>
                  <a:lnTo>
                    <a:pt x="10435" y="18442"/>
                  </a:lnTo>
                  <a:lnTo>
                    <a:pt x="10435" y="17228"/>
                  </a:lnTo>
                  <a:close/>
                  <a:moveTo>
                    <a:pt x="12618" y="17228"/>
                  </a:moveTo>
                  <a:lnTo>
                    <a:pt x="12618" y="18442"/>
                  </a:lnTo>
                  <a:lnTo>
                    <a:pt x="11890" y="18442"/>
                  </a:lnTo>
                  <a:lnTo>
                    <a:pt x="11890" y="17228"/>
                  </a:lnTo>
                  <a:close/>
                  <a:moveTo>
                    <a:pt x="21111" y="3199"/>
                  </a:moveTo>
                  <a:cubicBezTo>
                    <a:pt x="21806" y="3364"/>
                    <a:pt x="22324" y="3989"/>
                    <a:pt x="22324" y="4732"/>
                  </a:cubicBezTo>
                  <a:lnTo>
                    <a:pt x="22324" y="16865"/>
                  </a:lnTo>
                  <a:cubicBezTo>
                    <a:pt x="22324" y="17734"/>
                    <a:pt x="21618" y="18442"/>
                    <a:pt x="20747" y="18442"/>
                  </a:cubicBezTo>
                  <a:lnTo>
                    <a:pt x="13347" y="18442"/>
                  </a:lnTo>
                  <a:lnTo>
                    <a:pt x="13347" y="17228"/>
                  </a:lnTo>
                  <a:lnTo>
                    <a:pt x="19778" y="17228"/>
                  </a:lnTo>
                  <a:cubicBezTo>
                    <a:pt x="20512" y="17228"/>
                    <a:pt x="21111" y="16630"/>
                    <a:pt x="21111" y="15894"/>
                  </a:cubicBezTo>
                  <a:lnTo>
                    <a:pt x="21111" y="3199"/>
                  </a:lnTo>
                  <a:close/>
                  <a:moveTo>
                    <a:pt x="12617" y="19170"/>
                  </a:moveTo>
                  <a:lnTo>
                    <a:pt x="12618" y="19290"/>
                  </a:lnTo>
                  <a:cubicBezTo>
                    <a:pt x="12618" y="19893"/>
                    <a:pt x="12128" y="20383"/>
                    <a:pt x="11525" y="20383"/>
                  </a:cubicBezTo>
                  <a:cubicBezTo>
                    <a:pt x="10924" y="20383"/>
                    <a:pt x="10434" y="19893"/>
                    <a:pt x="10434" y="19290"/>
                  </a:cubicBezTo>
                  <a:lnTo>
                    <a:pt x="10434" y="19170"/>
                  </a:lnTo>
                  <a:close/>
                  <a:moveTo>
                    <a:pt x="16381" y="0"/>
                  </a:moveTo>
                  <a:cubicBezTo>
                    <a:pt x="15912" y="0"/>
                    <a:pt x="15531" y="381"/>
                    <a:pt x="15531" y="850"/>
                  </a:cubicBezTo>
                  <a:lnTo>
                    <a:pt x="15531" y="971"/>
                  </a:lnTo>
                  <a:lnTo>
                    <a:pt x="12497" y="971"/>
                  </a:lnTo>
                  <a:cubicBezTo>
                    <a:pt x="12115" y="971"/>
                    <a:pt x="11771" y="1133"/>
                    <a:pt x="11528" y="1390"/>
                  </a:cubicBezTo>
                  <a:cubicBezTo>
                    <a:pt x="11284" y="1133"/>
                    <a:pt x="10940" y="971"/>
                    <a:pt x="10557" y="971"/>
                  </a:cubicBezTo>
                  <a:lnTo>
                    <a:pt x="3276" y="971"/>
                  </a:lnTo>
                  <a:cubicBezTo>
                    <a:pt x="2541" y="971"/>
                    <a:pt x="1941" y="1569"/>
                    <a:pt x="1941" y="2305"/>
                  </a:cubicBezTo>
                  <a:lnTo>
                    <a:pt x="1941" y="2456"/>
                  </a:lnTo>
                  <a:cubicBezTo>
                    <a:pt x="844" y="2632"/>
                    <a:pt x="0" y="3584"/>
                    <a:pt x="0" y="4731"/>
                  </a:cubicBezTo>
                  <a:lnTo>
                    <a:pt x="0" y="16865"/>
                  </a:lnTo>
                  <a:cubicBezTo>
                    <a:pt x="0" y="18135"/>
                    <a:pt x="1035" y="19170"/>
                    <a:pt x="2306" y="19170"/>
                  </a:cubicBezTo>
                  <a:lnTo>
                    <a:pt x="9706" y="19170"/>
                  </a:lnTo>
                  <a:lnTo>
                    <a:pt x="9706" y="19290"/>
                  </a:lnTo>
                  <a:cubicBezTo>
                    <a:pt x="9706" y="20295"/>
                    <a:pt x="10523" y="21109"/>
                    <a:pt x="11525" y="21109"/>
                  </a:cubicBezTo>
                  <a:cubicBezTo>
                    <a:pt x="12527" y="21109"/>
                    <a:pt x="13344" y="20292"/>
                    <a:pt x="13344" y="19290"/>
                  </a:cubicBezTo>
                  <a:lnTo>
                    <a:pt x="13344" y="19170"/>
                  </a:lnTo>
                  <a:lnTo>
                    <a:pt x="20745" y="19170"/>
                  </a:lnTo>
                  <a:cubicBezTo>
                    <a:pt x="22016" y="19170"/>
                    <a:pt x="23050" y="18136"/>
                    <a:pt x="23050" y="16865"/>
                  </a:cubicBezTo>
                  <a:lnTo>
                    <a:pt x="23050" y="4731"/>
                  </a:lnTo>
                  <a:cubicBezTo>
                    <a:pt x="23050" y="3584"/>
                    <a:pt x="22209" y="2631"/>
                    <a:pt x="21111" y="2456"/>
                  </a:cubicBezTo>
                  <a:lnTo>
                    <a:pt x="21111" y="2305"/>
                  </a:lnTo>
                  <a:cubicBezTo>
                    <a:pt x="21111" y="1569"/>
                    <a:pt x="20512" y="971"/>
                    <a:pt x="19778" y="971"/>
                  </a:cubicBezTo>
                  <a:lnTo>
                    <a:pt x="19171" y="971"/>
                  </a:lnTo>
                  <a:lnTo>
                    <a:pt x="19171" y="850"/>
                  </a:lnTo>
                  <a:cubicBezTo>
                    <a:pt x="19171" y="381"/>
                    <a:pt x="18791" y="0"/>
                    <a:pt x="1832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7" name="Google Shape;5917;p69"/>
          <p:cNvGrpSpPr/>
          <p:nvPr/>
        </p:nvGrpSpPr>
        <p:grpSpPr>
          <a:xfrm>
            <a:off x="6989013" y="4016600"/>
            <a:ext cx="576250" cy="576300"/>
            <a:chOff x="6989013" y="4016600"/>
            <a:chExt cx="576250" cy="576300"/>
          </a:xfrm>
        </p:grpSpPr>
        <p:sp>
          <p:nvSpPr>
            <p:cNvPr id="5918" name="Google Shape;5918;p69"/>
            <p:cNvSpPr/>
            <p:nvPr/>
          </p:nvSpPr>
          <p:spPr>
            <a:xfrm>
              <a:off x="6998038" y="4232025"/>
              <a:ext cx="530675" cy="351850"/>
            </a:xfrm>
            <a:custGeom>
              <a:rect b="b" l="l" r="r" t="t"/>
              <a:pathLst>
                <a:path extrusionOk="0" h="14074" w="21227">
                  <a:moveTo>
                    <a:pt x="7636" y="0"/>
                  </a:moveTo>
                  <a:lnTo>
                    <a:pt x="7636" y="3883"/>
                  </a:lnTo>
                  <a:lnTo>
                    <a:pt x="225" y="11419"/>
                  </a:lnTo>
                  <a:cubicBezTo>
                    <a:pt x="81" y="11565"/>
                    <a:pt x="0" y="11763"/>
                    <a:pt x="0" y="11969"/>
                  </a:cubicBezTo>
                  <a:cubicBezTo>
                    <a:pt x="0" y="12346"/>
                    <a:pt x="268" y="12670"/>
                    <a:pt x="637" y="12741"/>
                  </a:cubicBezTo>
                  <a:lnTo>
                    <a:pt x="7636" y="14074"/>
                  </a:lnTo>
                  <a:lnTo>
                    <a:pt x="14432" y="12617"/>
                  </a:lnTo>
                  <a:lnTo>
                    <a:pt x="20052" y="13822"/>
                  </a:lnTo>
                  <a:cubicBezTo>
                    <a:pt x="20122" y="13837"/>
                    <a:pt x="20190" y="13844"/>
                    <a:pt x="20258" y="13844"/>
                  </a:cubicBezTo>
                  <a:cubicBezTo>
                    <a:pt x="20779" y="13844"/>
                    <a:pt x="21226" y="13422"/>
                    <a:pt x="21226" y="12874"/>
                  </a:cubicBezTo>
                  <a:lnTo>
                    <a:pt x="2122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9"/>
            <p:cNvSpPr/>
            <p:nvPr/>
          </p:nvSpPr>
          <p:spPr>
            <a:xfrm>
              <a:off x="7358813" y="4219900"/>
              <a:ext cx="169900" cy="358250"/>
            </a:xfrm>
            <a:custGeom>
              <a:rect b="b" l="l" r="r" t="t"/>
              <a:pathLst>
                <a:path extrusionOk="0" h="14330" w="6796">
                  <a:moveTo>
                    <a:pt x="1" y="1"/>
                  </a:moveTo>
                  <a:lnTo>
                    <a:pt x="1" y="13102"/>
                  </a:lnTo>
                  <a:lnTo>
                    <a:pt x="5621" y="14307"/>
                  </a:lnTo>
                  <a:cubicBezTo>
                    <a:pt x="5691" y="14322"/>
                    <a:pt x="5759" y="14329"/>
                    <a:pt x="5827" y="14329"/>
                  </a:cubicBezTo>
                  <a:cubicBezTo>
                    <a:pt x="6348" y="14329"/>
                    <a:pt x="6795" y="13907"/>
                    <a:pt x="6795" y="13359"/>
                  </a:cubicBezTo>
                  <a:lnTo>
                    <a:pt x="679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9"/>
            <p:cNvSpPr/>
            <p:nvPr/>
          </p:nvSpPr>
          <p:spPr>
            <a:xfrm>
              <a:off x="6998063" y="4329050"/>
              <a:ext cx="190950" cy="254800"/>
            </a:xfrm>
            <a:custGeom>
              <a:rect b="b" l="l" r="r" t="t"/>
              <a:pathLst>
                <a:path extrusionOk="0" h="10192" w="7638">
                  <a:moveTo>
                    <a:pt x="7638" y="0"/>
                  </a:moveTo>
                  <a:lnTo>
                    <a:pt x="227" y="7537"/>
                  </a:lnTo>
                  <a:cubicBezTo>
                    <a:pt x="82" y="7683"/>
                    <a:pt x="1" y="7881"/>
                    <a:pt x="1" y="8087"/>
                  </a:cubicBezTo>
                  <a:cubicBezTo>
                    <a:pt x="1" y="8463"/>
                    <a:pt x="269" y="8786"/>
                    <a:pt x="639" y="8857"/>
                  </a:cubicBezTo>
                  <a:lnTo>
                    <a:pt x="7638" y="10191"/>
                  </a:lnTo>
                  <a:lnTo>
                    <a:pt x="763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9"/>
            <p:cNvSpPr/>
            <p:nvPr/>
          </p:nvSpPr>
          <p:spPr>
            <a:xfrm>
              <a:off x="7129588" y="4329050"/>
              <a:ext cx="59425" cy="254800"/>
            </a:xfrm>
            <a:custGeom>
              <a:rect b="b" l="l" r="r" t="t"/>
              <a:pathLst>
                <a:path extrusionOk="0" h="10192" w="2377">
                  <a:moveTo>
                    <a:pt x="2377" y="0"/>
                  </a:moveTo>
                  <a:lnTo>
                    <a:pt x="1" y="2416"/>
                  </a:lnTo>
                  <a:lnTo>
                    <a:pt x="1769" y="10076"/>
                  </a:lnTo>
                  <a:lnTo>
                    <a:pt x="2377" y="10191"/>
                  </a:lnTo>
                  <a:lnTo>
                    <a:pt x="2377" y="0"/>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9"/>
            <p:cNvSpPr/>
            <p:nvPr/>
          </p:nvSpPr>
          <p:spPr>
            <a:xfrm>
              <a:off x="7188913" y="4219900"/>
              <a:ext cx="339800" cy="218425"/>
            </a:xfrm>
            <a:custGeom>
              <a:rect b="b" l="l" r="r" t="t"/>
              <a:pathLst>
                <a:path extrusionOk="0" h="8737" w="13592">
                  <a:moveTo>
                    <a:pt x="1" y="1"/>
                  </a:moveTo>
                  <a:lnTo>
                    <a:pt x="1" y="3883"/>
                  </a:lnTo>
                  <a:lnTo>
                    <a:pt x="6797" y="8736"/>
                  </a:lnTo>
                  <a:lnTo>
                    <a:pt x="13591" y="3883"/>
                  </a:lnTo>
                  <a:lnTo>
                    <a:pt x="13591" y="1"/>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9"/>
            <p:cNvSpPr/>
            <p:nvPr/>
          </p:nvSpPr>
          <p:spPr>
            <a:xfrm>
              <a:off x="7188988" y="4219900"/>
              <a:ext cx="169900" cy="218375"/>
            </a:xfrm>
            <a:custGeom>
              <a:rect b="b" l="l" r="r" t="t"/>
              <a:pathLst>
                <a:path extrusionOk="0" h="8735" w="6796">
                  <a:moveTo>
                    <a:pt x="1" y="1"/>
                  </a:moveTo>
                  <a:lnTo>
                    <a:pt x="1" y="3882"/>
                  </a:lnTo>
                  <a:lnTo>
                    <a:pt x="6795" y="8735"/>
                  </a:lnTo>
                  <a:lnTo>
                    <a:pt x="6795" y="1"/>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9"/>
            <p:cNvSpPr/>
            <p:nvPr/>
          </p:nvSpPr>
          <p:spPr>
            <a:xfrm>
              <a:off x="7431538" y="4034075"/>
              <a:ext cx="124550" cy="179000"/>
            </a:xfrm>
            <a:custGeom>
              <a:rect b="b" l="l" r="r" t="t"/>
              <a:pathLst>
                <a:path extrusionOk="0" h="7160" w="4982">
                  <a:moveTo>
                    <a:pt x="4011" y="0"/>
                  </a:moveTo>
                  <a:cubicBezTo>
                    <a:pt x="3845" y="0"/>
                    <a:pt x="3676" y="43"/>
                    <a:pt x="3517" y="138"/>
                  </a:cubicBezTo>
                  <a:lnTo>
                    <a:pt x="2" y="2227"/>
                  </a:lnTo>
                  <a:lnTo>
                    <a:pt x="1" y="2227"/>
                  </a:lnTo>
                  <a:lnTo>
                    <a:pt x="1" y="7160"/>
                  </a:lnTo>
                  <a:lnTo>
                    <a:pt x="4982" y="7160"/>
                  </a:lnTo>
                  <a:lnTo>
                    <a:pt x="4982" y="972"/>
                  </a:lnTo>
                  <a:cubicBezTo>
                    <a:pt x="4982" y="404"/>
                    <a:pt x="4517" y="0"/>
                    <a:pt x="401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9"/>
            <p:cNvSpPr/>
            <p:nvPr/>
          </p:nvSpPr>
          <p:spPr>
            <a:xfrm>
              <a:off x="7161488" y="4034025"/>
              <a:ext cx="124550" cy="179025"/>
            </a:xfrm>
            <a:custGeom>
              <a:rect b="b" l="l" r="r" t="t"/>
              <a:pathLst>
                <a:path extrusionOk="0" h="7161" w="4982">
                  <a:moveTo>
                    <a:pt x="973" y="1"/>
                  </a:moveTo>
                  <a:cubicBezTo>
                    <a:pt x="466" y="1"/>
                    <a:pt x="1" y="405"/>
                    <a:pt x="1" y="973"/>
                  </a:cubicBezTo>
                  <a:lnTo>
                    <a:pt x="1" y="7160"/>
                  </a:lnTo>
                  <a:lnTo>
                    <a:pt x="4982" y="7160"/>
                  </a:lnTo>
                  <a:lnTo>
                    <a:pt x="4982" y="2227"/>
                  </a:lnTo>
                  <a:lnTo>
                    <a:pt x="1467" y="138"/>
                  </a:lnTo>
                  <a:cubicBezTo>
                    <a:pt x="1308" y="44"/>
                    <a:pt x="1138" y="1"/>
                    <a:pt x="97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9"/>
            <p:cNvSpPr/>
            <p:nvPr/>
          </p:nvSpPr>
          <p:spPr>
            <a:xfrm>
              <a:off x="7161488" y="4064325"/>
              <a:ext cx="124550" cy="148725"/>
            </a:xfrm>
            <a:custGeom>
              <a:rect b="b" l="l" r="r" t="t"/>
              <a:pathLst>
                <a:path extrusionOk="0" h="5949" w="4982">
                  <a:moveTo>
                    <a:pt x="3272" y="1"/>
                  </a:moveTo>
                  <a:lnTo>
                    <a:pt x="1" y="4909"/>
                  </a:lnTo>
                  <a:lnTo>
                    <a:pt x="1" y="5948"/>
                  </a:lnTo>
                  <a:lnTo>
                    <a:pt x="4982" y="5948"/>
                  </a:lnTo>
                  <a:lnTo>
                    <a:pt x="4982" y="1017"/>
                  </a:lnTo>
                  <a:lnTo>
                    <a:pt x="3272" y="1"/>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9"/>
            <p:cNvSpPr/>
            <p:nvPr/>
          </p:nvSpPr>
          <p:spPr>
            <a:xfrm>
              <a:off x="7431588" y="4064325"/>
              <a:ext cx="124550" cy="148750"/>
            </a:xfrm>
            <a:custGeom>
              <a:rect b="b" l="l" r="r" t="t"/>
              <a:pathLst>
                <a:path extrusionOk="0" h="5950" w="4982">
                  <a:moveTo>
                    <a:pt x="1710" y="1"/>
                  </a:moveTo>
                  <a:lnTo>
                    <a:pt x="0" y="1017"/>
                  </a:lnTo>
                  <a:lnTo>
                    <a:pt x="0" y="5950"/>
                  </a:lnTo>
                  <a:lnTo>
                    <a:pt x="4981" y="5950"/>
                  </a:lnTo>
                  <a:lnTo>
                    <a:pt x="4981" y="4909"/>
                  </a:lnTo>
                  <a:lnTo>
                    <a:pt x="1710" y="1"/>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9"/>
            <p:cNvSpPr/>
            <p:nvPr/>
          </p:nvSpPr>
          <p:spPr>
            <a:xfrm>
              <a:off x="7161488" y="4025750"/>
              <a:ext cx="394725" cy="374550"/>
            </a:xfrm>
            <a:custGeom>
              <a:rect b="b" l="l" r="r" t="t"/>
              <a:pathLst>
                <a:path extrusionOk="0" h="14982" w="15789">
                  <a:moveTo>
                    <a:pt x="7893" y="0"/>
                  </a:moveTo>
                  <a:cubicBezTo>
                    <a:pt x="7645" y="0"/>
                    <a:pt x="7396" y="95"/>
                    <a:pt x="7207" y="285"/>
                  </a:cubicBezTo>
                  <a:lnTo>
                    <a:pt x="1" y="7491"/>
                  </a:lnTo>
                  <a:lnTo>
                    <a:pt x="7207" y="14698"/>
                  </a:lnTo>
                  <a:cubicBezTo>
                    <a:pt x="7396" y="14887"/>
                    <a:pt x="7645" y="14981"/>
                    <a:pt x="7893" y="14981"/>
                  </a:cubicBezTo>
                  <a:cubicBezTo>
                    <a:pt x="8142" y="14981"/>
                    <a:pt x="8390" y="14887"/>
                    <a:pt x="8580" y="14698"/>
                  </a:cubicBezTo>
                  <a:lnTo>
                    <a:pt x="15788" y="7491"/>
                  </a:lnTo>
                  <a:lnTo>
                    <a:pt x="8580" y="285"/>
                  </a:lnTo>
                  <a:cubicBezTo>
                    <a:pt x="8390" y="95"/>
                    <a:pt x="8142" y="0"/>
                    <a:pt x="78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9"/>
            <p:cNvSpPr/>
            <p:nvPr/>
          </p:nvSpPr>
          <p:spPr>
            <a:xfrm>
              <a:off x="7307138" y="4316950"/>
              <a:ext cx="103425" cy="83300"/>
            </a:xfrm>
            <a:custGeom>
              <a:rect b="b" l="l" r="r" t="t"/>
              <a:pathLst>
                <a:path extrusionOk="0" h="3332" w="4137">
                  <a:moveTo>
                    <a:pt x="2067" y="1"/>
                  </a:moveTo>
                  <a:cubicBezTo>
                    <a:pt x="1819" y="1"/>
                    <a:pt x="1570" y="95"/>
                    <a:pt x="1381" y="284"/>
                  </a:cubicBezTo>
                  <a:lnTo>
                    <a:pt x="0" y="1665"/>
                  </a:lnTo>
                  <a:lnTo>
                    <a:pt x="1381" y="3048"/>
                  </a:lnTo>
                  <a:cubicBezTo>
                    <a:pt x="1572" y="3237"/>
                    <a:pt x="1820" y="3332"/>
                    <a:pt x="2069" y="3332"/>
                  </a:cubicBezTo>
                  <a:cubicBezTo>
                    <a:pt x="2317" y="3332"/>
                    <a:pt x="2565" y="3237"/>
                    <a:pt x="2754" y="3048"/>
                  </a:cubicBezTo>
                  <a:lnTo>
                    <a:pt x="4137" y="1665"/>
                  </a:lnTo>
                  <a:lnTo>
                    <a:pt x="2754" y="284"/>
                  </a:lnTo>
                  <a:cubicBezTo>
                    <a:pt x="2564" y="95"/>
                    <a:pt x="2316" y="1"/>
                    <a:pt x="20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9"/>
            <p:cNvSpPr/>
            <p:nvPr/>
          </p:nvSpPr>
          <p:spPr>
            <a:xfrm>
              <a:off x="7359613" y="4316975"/>
              <a:ext cx="50950" cy="83300"/>
            </a:xfrm>
            <a:custGeom>
              <a:rect b="b" l="l" r="r" t="t"/>
              <a:pathLst>
                <a:path extrusionOk="0" h="3332" w="2038">
                  <a:moveTo>
                    <a:pt x="0" y="0"/>
                  </a:moveTo>
                  <a:lnTo>
                    <a:pt x="0" y="3331"/>
                  </a:lnTo>
                  <a:cubicBezTo>
                    <a:pt x="239" y="3324"/>
                    <a:pt x="475" y="3229"/>
                    <a:pt x="655" y="3049"/>
                  </a:cubicBezTo>
                  <a:lnTo>
                    <a:pt x="2038" y="1666"/>
                  </a:lnTo>
                  <a:lnTo>
                    <a:pt x="655" y="283"/>
                  </a:lnTo>
                  <a:cubicBezTo>
                    <a:pt x="475" y="101"/>
                    <a:pt x="239" y="7"/>
                    <a:pt x="0"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9"/>
            <p:cNvSpPr/>
            <p:nvPr/>
          </p:nvSpPr>
          <p:spPr>
            <a:xfrm>
              <a:off x="6989013" y="4016600"/>
              <a:ext cx="576250" cy="576300"/>
            </a:xfrm>
            <a:custGeom>
              <a:rect b="b" l="l" r="r" t="t"/>
              <a:pathLst>
                <a:path extrusionOk="0" h="23052" w="23050">
                  <a:moveTo>
                    <a:pt x="7870" y="1063"/>
                  </a:moveTo>
                  <a:cubicBezTo>
                    <a:pt x="7977" y="1063"/>
                    <a:pt x="8083" y="1092"/>
                    <a:pt x="8180" y="1149"/>
                  </a:cubicBezTo>
                  <a:lnTo>
                    <a:pt x="11263" y="2981"/>
                  </a:lnTo>
                  <a:lnTo>
                    <a:pt x="7265" y="6979"/>
                  </a:lnTo>
                  <a:lnTo>
                    <a:pt x="7265" y="1671"/>
                  </a:lnTo>
                  <a:cubicBezTo>
                    <a:pt x="7264" y="1449"/>
                    <a:pt x="7379" y="1252"/>
                    <a:pt x="7571" y="1144"/>
                  </a:cubicBezTo>
                  <a:cubicBezTo>
                    <a:pt x="7665" y="1090"/>
                    <a:pt x="7767" y="1063"/>
                    <a:pt x="7870" y="1063"/>
                  </a:cubicBezTo>
                  <a:close/>
                  <a:moveTo>
                    <a:pt x="21713" y="1063"/>
                  </a:moveTo>
                  <a:cubicBezTo>
                    <a:pt x="21816" y="1063"/>
                    <a:pt x="21919" y="1090"/>
                    <a:pt x="22013" y="1144"/>
                  </a:cubicBezTo>
                  <a:cubicBezTo>
                    <a:pt x="22205" y="1252"/>
                    <a:pt x="22320" y="1449"/>
                    <a:pt x="22320" y="1671"/>
                  </a:cubicBezTo>
                  <a:lnTo>
                    <a:pt x="22320" y="6979"/>
                  </a:lnTo>
                  <a:lnTo>
                    <a:pt x="18321" y="2981"/>
                  </a:lnTo>
                  <a:lnTo>
                    <a:pt x="21404" y="1149"/>
                  </a:lnTo>
                  <a:cubicBezTo>
                    <a:pt x="21500" y="1092"/>
                    <a:pt x="21607" y="1063"/>
                    <a:pt x="21713" y="1063"/>
                  </a:cubicBezTo>
                  <a:close/>
                  <a:moveTo>
                    <a:pt x="13556" y="6311"/>
                  </a:moveTo>
                  <a:cubicBezTo>
                    <a:pt x="13355" y="6311"/>
                    <a:pt x="13191" y="6474"/>
                    <a:pt x="13191" y="6676"/>
                  </a:cubicBezTo>
                  <a:cubicBezTo>
                    <a:pt x="13191" y="6877"/>
                    <a:pt x="13355" y="7040"/>
                    <a:pt x="13556" y="7040"/>
                  </a:cubicBezTo>
                  <a:lnTo>
                    <a:pt x="13603" y="7040"/>
                  </a:lnTo>
                  <a:cubicBezTo>
                    <a:pt x="13805" y="7040"/>
                    <a:pt x="13969" y="6877"/>
                    <a:pt x="13969" y="6676"/>
                  </a:cubicBezTo>
                  <a:cubicBezTo>
                    <a:pt x="13969" y="6474"/>
                    <a:pt x="13805" y="6311"/>
                    <a:pt x="13603" y="6311"/>
                  </a:cubicBezTo>
                  <a:close/>
                  <a:moveTo>
                    <a:pt x="15982" y="6311"/>
                  </a:moveTo>
                  <a:cubicBezTo>
                    <a:pt x="15782" y="6311"/>
                    <a:pt x="15618" y="6474"/>
                    <a:pt x="15618" y="6676"/>
                  </a:cubicBezTo>
                  <a:cubicBezTo>
                    <a:pt x="15618" y="6877"/>
                    <a:pt x="15782" y="7040"/>
                    <a:pt x="15982" y="7040"/>
                  </a:cubicBezTo>
                  <a:lnTo>
                    <a:pt x="16031" y="7040"/>
                  </a:lnTo>
                  <a:cubicBezTo>
                    <a:pt x="16231" y="7040"/>
                    <a:pt x="16394" y="6877"/>
                    <a:pt x="16394" y="6676"/>
                  </a:cubicBezTo>
                  <a:cubicBezTo>
                    <a:pt x="16394" y="6474"/>
                    <a:pt x="16231" y="6311"/>
                    <a:pt x="16031" y="6311"/>
                  </a:cubicBezTo>
                  <a:close/>
                  <a:moveTo>
                    <a:pt x="14795" y="734"/>
                  </a:moveTo>
                  <a:cubicBezTo>
                    <a:pt x="14950" y="734"/>
                    <a:pt x="15105" y="793"/>
                    <a:pt x="15223" y="911"/>
                  </a:cubicBezTo>
                  <a:lnTo>
                    <a:pt x="17210" y="2899"/>
                  </a:lnTo>
                  <a:lnTo>
                    <a:pt x="17679" y="3368"/>
                  </a:lnTo>
                  <a:lnTo>
                    <a:pt x="22171" y="7860"/>
                  </a:lnTo>
                  <a:lnTo>
                    <a:pt x="16862" y="13166"/>
                  </a:lnTo>
                  <a:lnTo>
                    <a:pt x="15738" y="12041"/>
                  </a:lnTo>
                  <a:cubicBezTo>
                    <a:pt x="15477" y="11780"/>
                    <a:pt x="15135" y="11650"/>
                    <a:pt x="14794" y="11650"/>
                  </a:cubicBezTo>
                  <a:cubicBezTo>
                    <a:pt x="14452" y="11650"/>
                    <a:pt x="14111" y="11780"/>
                    <a:pt x="13851" y="12041"/>
                  </a:cubicBezTo>
                  <a:lnTo>
                    <a:pt x="12726" y="13166"/>
                  </a:lnTo>
                  <a:lnTo>
                    <a:pt x="7419" y="7859"/>
                  </a:lnTo>
                  <a:lnTo>
                    <a:pt x="11938" y="3339"/>
                  </a:lnTo>
                  <a:lnTo>
                    <a:pt x="12337" y="2940"/>
                  </a:lnTo>
                  <a:lnTo>
                    <a:pt x="14366" y="911"/>
                  </a:lnTo>
                  <a:cubicBezTo>
                    <a:pt x="14484" y="793"/>
                    <a:pt x="14640" y="734"/>
                    <a:pt x="14795" y="734"/>
                  </a:cubicBezTo>
                  <a:close/>
                  <a:moveTo>
                    <a:pt x="14791" y="12380"/>
                  </a:moveTo>
                  <a:cubicBezTo>
                    <a:pt x="14947" y="12380"/>
                    <a:pt x="15103" y="12439"/>
                    <a:pt x="15221" y="12557"/>
                  </a:cubicBezTo>
                  <a:lnTo>
                    <a:pt x="16345" y="13684"/>
                  </a:lnTo>
                  <a:lnTo>
                    <a:pt x="15221" y="14809"/>
                  </a:lnTo>
                  <a:cubicBezTo>
                    <a:pt x="15107" y="14924"/>
                    <a:pt x="14953" y="14987"/>
                    <a:pt x="14791" y="14987"/>
                  </a:cubicBezTo>
                  <a:cubicBezTo>
                    <a:pt x="14631" y="14987"/>
                    <a:pt x="14477" y="14923"/>
                    <a:pt x="14364" y="14809"/>
                  </a:cubicBezTo>
                  <a:lnTo>
                    <a:pt x="13238" y="13681"/>
                  </a:lnTo>
                  <a:lnTo>
                    <a:pt x="14362" y="12557"/>
                  </a:lnTo>
                  <a:cubicBezTo>
                    <a:pt x="14480" y="12439"/>
                    <a:pt x="14636" y="12380"/>
                    <a:pt x="14791" y="12380"/>
                  </a:cubicBezTo>
                  <a:close/>
                  <a:moveTo>
                    <a:pt x="21219" y="9834"/>
                  </a:moveTo>
                  <a:lnTo>
                    <a:pt x="21223" y="21491"/>
                  </a:lnTo>
                  <a:cubicBezTo>
                    <a:pt x="21223" y="21675"/>
                    <a:pt x="21141" y="21847"/>
                    <a:pt x="20997" y="21963"/>
                  </a:cubicBezTo>
                  <a:cubicBezTo>
                    <a:pt x="20888" y="22051"/>
                    <a:pt x="20755" y="22098"/>
                    <a:pt x="20618" y="22098"/>
                  </a:cubicBezTo>
                  <a:cubicBezTo>
                    <a:pt x="20575" y="22098"/>
                    <a:pt x="20532" y="22093"/>
                    <a:pt x="20489" y="22084"/>
                  </a:cubicBezTo>
                  <a:lnTo>
                    <a:pt x="15157" y="20941"/>
                  </a:lnTo>
                  <a:lnTo>
                    <a:pt x="15157" y="16868"/>
                  </a:lnTo>
                  <a:cubicBezTo>
                    <a:pt x="15157" y="16668"/>
                    <a:pt x="14993" y="16505"/>
                    <a:pt x="14791" y="16505"/>
                  </a:cubicBezTo>
                  <a:cubicBezTo>
                    <a:pt x="14591" y="16505"/>
                    <a:pt x="14428" y="16668"/>
                    <a:pt x="14428" y="16868"/>
                  </a:cubicBezTo>
                  <a:lnTo>
                    <a:pt x="14428" y="20940"/>
                  </a:lnTo>
                  <a:lnTo>
                    <a:pt x="8361" y="22240"/>
                  </a:lnTo>
                  <a:lnTo>
                    <a:pt x="8361" y="9834"/>
                  </a:lnTo>
                  <a:lnTo>
                    <a:pt x="13846" y="15321"/>
                  </a:lnTo>
                  <a:cubicBezTo>
                    <a:pt x="14106" y="15581"/>
                    <a:pt x="14449" y="15712"/>
                    <a:pt x="14790" y="15712"/>
                  </a:cubicBezTo>
                  <a:cubicBezTo>
                    <a:pt x="15131" y="15712"/>
                    <a:pt x="15473" y="15582"/>
                    <a:pt x="15734" y="15321"/>
                  </a:cubicBezTo>
                  <a:lnTo>
                    <a:pt x="21219" y="9834"/>
                  </a:lnTo>
                  <a:close/>
                  <a:moveTo>
                    <a:pt x="7635" y="13388"/>
                  </a:moveTo>
                  <a:lnTo>
                    <a:pt x="7635" y="22250"/>
                  </a:lnTo>
                  <a:lnTo>
                    <a:pt x="1068" y="20998"/>
                  </a:lnTo>
                  <a:cubicBezTo>
                    <a:pt x="870" y="20961"/>
                    <a:pt x="727" y="20786"/>
                    <a:pt x="727" y="20585"/>
                  </a:cubicBezTo>
                  <a:cubicBezTo>
                    <a:pt x="727" y="20472"/>
                    <a:pt x="769" y="20369"/>
                    <a:pt x="847" y="20289"/>
                  </a:cubicBezTo>
                  <a:lnTo>
                    <a:pt x="7635" y="13388"/>
                  </a:lnTo>
                  <a:close/>
                  <a:moveTo>
                    <a:pt x="14794" y="1"/>
                  </a:moveTo>
                  <a:cubicBezTo>
                    <a:pt x="14452" y="1"/>
                    <a:pt x="14111" y="131"/>
                    <a:pt x="13851" y="391"/>
                  </a:cubicBezTo>
                  <a:lnTo>
                    <a:pt x="11796" y="2446"/>
                  </a:lnTo>
                  <a:lnTo>
                    <a:pt x="8555" y="520"/>
                  </a:lnTo>
                  <a:cubicBezTo>
                    <a:pt x="8343" y="394"/>
                    <a:pt x="8109" y="331"/>
                    <a:pt x="7875" y="331"/>
                  </a:cubicBezTo>
                  <a:cubicBezTo>
                    <a:pt x="7648" y="331"/>
                    <a:pt x="7421" y="390"/>
                    <a:pt x="7214" y="507"/>
                  </a:cubicBezTo>
                  <a:cubicBezTo>
                    <a:pt x="6792" y="747"/>
                    <a:pt x="6539" y="1181"/>
                    <a:pt x="6539" y="1668"/>
                  </a:cubicBezTo>
                  <a:lnTo>
                    <a:pt x="6539" y="7854"/>
                  </a:lnTo>
                  <a:cubicBezTo>
                    <a:pt x="6539" y="7867"/>
                    <a:pt x="6539" y="7880"/>
                    <a:pt x="6540" y="7890"/>
                  </a:cubicBezTo>
                  <a:cubicBezTo>
                    <a:pt x="6540" y="7895"/>
                    <a:pt x="6543" y="7900"/>
                    <a:pt x="6543" y="7904"/>
                  </a:cubicBezTo>
                  <a:cubicBezTo>
                    <a:pt x="6545" y="7911"/>
                    <a:pt x="6545" y="7918"/>
                    <a:pt x="6546" y="7925"/>
                  </a:cubicBezTo>
                  <a:cubicBezTo>
                    <a:pt x="6547" y="7931"/>
                    <a:pt x="6550" y="7937"/>
                    <a:pt x="6550" y="7944"/>
                  </a:cubicBezTo>
                  <a:cubicBezTo>
                    <a:pt x="6552" y="7949"/>
                    <a:pt x="6553" y="7957"/>
                    <a:pt x="6555" y="7961"/>
                  </a:cubicBezTo>
                  <a:lnTo>
                    <a:pt x="6560" y="7978"/>
                  </a:lnTo>
                  <a:cubicBezTo>
                    <a:pt x="6562" y="7982"/>
                    <a:pt x="6565" y="7988"/>
                    <a:pt x="6566" y="7995"/>
                  </a:cubicBezTo>
                  <a:cubicBezTo>
                    <a:pt x="6567" y="8001"/>
                    <a:pt x="6572" y="8006"/>
                    <a:pt x="6573" y="8011"/>
                  </a:cubicBezTo>
                  <a:cubicBezTo>
                    <a:pt x="6574" y="8016"/>
                    <a:pt x="6579" y="8022"/>
                    <a:pt x="6582" y="8029"/>
                  </a:cubicBezTo>
                  <a:cubicBezTo>
                    <a:pt x="6583" y="8035"/>
                    <a:pt x="6587" y="8038"/>
                    <a:pt x="6590" y="8043"/>
                  </a:cubicBezTo>
                  <a:lnTo>
                    <a:pt x="6601" y="8059"/>
                  </a:lnTo>
                  <a:cubicBezTo>
                    <a:pt x="6604" y="8065"/>
                    <a:pt x="6609" y="8070"/>
                    <a:pt x="6611" y="8073"/>
                  </a:cubicBezTo>
                  <a:cubicBezTo>
                    <a:pt x="6616" y="8079"/>
                    <a:pt x="6619" y="8083"/>
                    <a:pt x="6623" y="8087"/>
                  </a:cubicBezTo>
                  <a:cubicBezTo>
                    <a:pt x="6630" y="8094"/>
                    <a:pt x="6636" y="8104"/>
                    <a:pt x="6643" y="8112"/>
                  </a:cubicBezTo>
                  <a:cubicBezTo>
                    <a:pt x="6644" y="8113"/>
                    <a:pt x="6644" y="8114"/>
                    <a:pt x="6646" y="8114"/>
                  </a:cubicBezTo>
                  <a:lnTo>
                    <a:pt x="7637" y="9106"/>
                  </a:lnTo>
                  <a:lnTo>
                    <a:pt x="7637" y="12349"/>
                  </a:lnTo>
                  <a:lnTo>
                    <a:pt x="330" y="19779"/>
                  </a:lnTo>
                  <a:cubicBezTo>
                    <a:pt x="117" y="19995"/>
                    <a:pt x="0" y="20280"/>
                    <a:pt x="0" y="20583"/>
                  </a:cubicBezTo>
                  <a:cubicBezTo>
                    <a:pt x="0" y="21133"/>
                    <a:pt x="393" y="21608"/>
                    <a:pt x="934" y="21712"/>
                  </a:cubicBezTo>
                  <a:lnTo>
                    <a:pt x="7933" y="23045"/>
                  </a:lnTo>
                  <a:lnTo>
                    <a:pt x="7939" y="23045"/>
                  </a:lnTo>
                  <a:cubicBezTo>
                    <a:pt x="7940" y="23045"/>
                    <a:pt x="7944" y="23045"/>
                    <a:pt x="7946" y="23047"/>
                  </a:cubicBezTo>
                  <a:cubicBezTo>
                    <a:pt x="7966" y="23050"/>
                    <a:pt x="7986" y="23052"/>
                    <a:pt x="8003" y="23052"/>
                  </a:cubicBezTo>
                  <a:cubicBezTo>
                    <a:pt x="8015" y="23052"/>
                    <a:pt x="8028" y="23052"/>
                    <a:pt x="8038" y="23050"/>
                  </a:cubicBezTo>
                  <a:cubicBezTo>
                    <a:pt x="8040" y="23050"/>
                    <a:pt x="8044" y="23050"/>
                    <a:pt x="8045" y="23049"/>
                  </a:cubicBezTo>
                  <a:cubicBezTo>
                    <a:pt x="8054" y="23047"/>
                    <a:pt x="8065" y="23047"/>
                    <a:pt x="8074" y="23043"/>
                  </a:cubicBezTo>
                  <a:lnTo>
                    <a:pt x="8078" y="23043"/>
                  </a:lnTo>
                  <a:lnTo>
                    <a:pt x="14796" y="21605"/>
                  </a:lnTo>
                  <a:lnTo>
                    <a:pt x="20339" y="22793"/>
                  </a:lnTo>
                  <a:cubicBezTo>
                    <a:pt x="20433" y="22813"/>
                    <a:pt x="20528" y="22823"/>
                    <a:pt x="20621" y="22823"/>
                  </a:cubicBezTo>
                  <a:cubicBezTo>
                    <a:pt x="20923" y="22823"/>
                    <a:pt x="21217" y="22720"/>
                    <a:pt x="21459" y="22526"/>
                  </a:cubicBezTo>
                  <a:cubicBezTo>
                    <a:pt x="21773" y="22273"/>
                    <a:pt x="21955" y="21893"/>
                    <a:pt x="21955" y="21488"/>
                  </a:cubicBezTo>
                  <a:lnTo>
                    <a:pt x="21955" y="9106"/>
                  </a:lnTo>
                  <a:lnTo>
                    <a:pt x="22946" y="8114"/>
                  </a:lnTo>
                  <a:cubicBezTo>
                    <a:pt x="22944" y="8114"/>
                    <a:pt x="22944" y="8113"/>
                    <a:pt x="22946" y="8112"/>
                  </a:cubicBezTo>
                  <a:cubicBezTo>
                    <a:pt x="22953" y="8104"/>
                    <a:pt x="22960" y="8097"/>
                    <a:pt x="22966" y="8087"/>
                  </a:cubicBezTo>
                  <a:cubicBezTo>
                    <a:pt x="22968" y="8083"/>
                    <a:pt x="22973" y="8079"/>
                    <a:pt x="22976" y="8073"/>
                  </a:cubicBezTo>
                  <a:cubicBezTo>
                    <a:pt x="22980" y="8067"/>
                    <a:pt x="22983" y="8065"/>
                    <a:pt x="22987" y="8059"/>
                  </a:cubicBezTo>
                  <a:lnTo>
                    <a:pt x="22997" y="8043"/>
                  </a:lnTo>
                  <a:cubicBezTo>
                    <a:pt x="23001" y="8038"/>
                    <a:pt x="23003" y="8035"/>
                    <a:pt x="23007" y="8029"/>
                  </a:cubicBezTo>
                  <a:cubicBezTo>
                    <a:pt x="23010" y="8023"/>
                    <a:pt x="23011" y="8018"/>
                    <a:pt x="23015" y="8011"/>
                  </a:cubicBezTo>
                  <a:cubicBezTo>
                    <a:pt x="23017" y="8006"/>
                    <a:pt x="23021" y="8001"/>
                    <a:pt x="23022" y="7995"/>
                  </a:cubicBezTo>
                  <a:cubicBezTo>
                    <a:pt x="23024" y="7989"/>
                    <a:pt x="23025" y="7985"/>
                    <a:pt x="23028" y="7978"/>
                  </a:cubicBezTo>
                  <a:lnTo>
                    <a:pt x="23032" y="7961"/>
                  </a:lnTo>
                  <a:cubicBezTo>
                    <a:pt x="23035" y="7957"/>
                    <a:pt x="23037" y="7949"/>
                    <a:pt x="23038" y="7944"/>
                  </a:cubicBezTo>
                  <a:cubicBezTo>
                    <a:pt x="23039" y="7938"/>
                    <a:pt x="23042" y="7932"/>
                    <a:pt x="23042" y="7925"/>
                  </a:cubicBezTo>
                  <a:cubicBezTo>
                    <a:pt x="23044" y="7918"/>
                    <a:pt x="23044" y="7911"/>
                    <a:pt x="23045" y="7904"/>
                  </a:cubicBezTo>
                  <a:cubicBezTo>
                    <a:pt x="23045" y="7900"/>
                    <a:pt x="23047" y="7895"/>
                    <a:pt x="23047" y="7890"/>
                  </a:cubicBezTo>
                  <a:cubicBezTo>
                    <a:pt x="23049" y="7878"/>
                    <a:pt x="23049" y="7866"/>
                    <a:pt x="23049" y="7854"/>
                  </a:cubicBezTo>
                  <a:lnTo>
                    <a:pt x="23049" y="1668"/>
                  </a:lnTo>
                  <a:cubicBezTo>
                    <a:pt x="23049" y="1181"/>
                    <a:pt x="22796" y="747"/>
                    <a:pt x="22374" y="507"/>
                  </a:cubicBezTo>
                  <a:cubicBezTo>
                    <a:pt x="22166" y="390"/>
                    <a:pt x="21939" y="331"/>
                    <a:pt x="21713" y="331"/>
                  </a:cubicBezTo>
                  <a:cubicBezTo>
                    <a:pt x="21479" y="331"/>
                    <a:pt x="21245" y="394"/>
                    <a:pt x="21033" y="520"/>
                  </a:cubicBezTo>
                  <a:lnTo>
                    <a:pt x="17793" y="2446"/>
                  </a:lnTo>
                  <a:lnTo>
                    <a:pt x="15738" y="391"/>
                  </a:lnTo>
                  <a:cubicBezTo>
                    <a:pt x="15477" y="131"/>
                    <a:pt x="15135" y="1"/>
                    <a:pt x="1479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2" name="Google Shape;5932;p69"/>
          <p:cNvGrpSpPr/>
          <p:nvPr/>
        </p:nvGrpSpPr>
        <p:grpSpPr>
          <a:xfrm>
            <a:off x="6160875" y="1545700"/>
            <a:ext cx="599275" cy="576275"/>
            <a:chOff x="6160875" y="1545700"/>
            <a:chExt cx="599275" cy="576275"/>
          </a:xfrm>
        </p:grpSpPr>
        <p:sp>
          <p:nvSpPr>
            <p:cNvPr id="5933" name="Google Shape;5933;p69"/>
            <p:cNvSpPr/>
            <p:nvPr/>
          </p:nvSpPr>
          <p:spPr>
            <a:xfrm>
              <a:off x="6160875" y="1554775"/>
              <a:ext cx="599275" cy="558100"/>
            </a:xfrm>
            <a:custGeom>
              <a:rect b="b" l="l" r="r" t="t"/>
              <a:pathLst>
                <a:path extrusionOk="0" h="22324" w="23971">
                  <a:moveTo>
                    <a:pt x="12417" y="8245"/>
                  </a:moveTo>
                  <a:cubicBezTo>
                    <a:pt x="12807" y="8245"/>
                    <a:pt x="13198" y="8394"/>
                    <a:pt x="13497" y="8692"/>
                  </a:cubicBezTo>
                  <a:cubicBezTo>
                    <a:pt x="14093" y="9289"/>
                    <a:pt x="14093" y="10256"/>
                    <a:pt x="13497" y="10852"/>
                  </a:cubicBezTo>
                  <a:cubicBezTo>
                    <a:pt x="13198" y="11151"/>
                    <a:pt x="12807" y="11300"/>
                    <a:pt x="12417" y="11300"/>
                  </a:cubicBezTo>
                  <a:cubicBezTo>
                    <a:pt x="12026" y="11300"/>
                    <a:pt x="11635" y="11151"/>
                    <a:pt x="11337" y="10852"/>
                  </a:cubicBezTo>
                  <a:cubicBezTo>
                    <a:pt x="10740" y="10256"/>
                    <a:pt x="10740" y="9289"/>
                    <a:pt x="11337" y="8692"/>
                  </a:cubicBezTo>
                  <a:cubicBezTo>
                    <a:pt x="11635" y="8394"/>
                    <a:pt x="12026" y="8245"/>
                    <a:pt x="12417" y="8245"/>
                  </a:cubicBezTo>
                  <a:close/>
                  <a:moveTo>
                    <a:pt x="11718" y="0"/>
                  </a:moveTo>
                  <a:cubicBezTo>
                    <a:pt x="8860" y="0"/>
                    <a:pt x="6003" y="1085"/>
                    <a:pt x="3832" y="3255"/>
                  </a:cubicBezTo>
                  <a:cubicBezTo>
                    <a:pt x="994" y="6092"/>
                    <a:pt x="0" y="10077"/>
                    <a:pt x="853" y="13716"/>
                  </a:cubicBezTo>
                  <a:cubicBezTo>
                    <a:pt x="1073" y="14660"/>
                    <a:pt x="1901" y="15215"/>
                    <a:pt x="2751" y="15215"/>
                  </a:cubicBezTo>
                  <a:cubicBezTo>
                    <a:pt x="3235" y="15215"/>
                    <a:pt x="3726" y="15035"/>
                    <a:pt x="4116" y="14645"/>
                  </a:cubicBezTo>
                  <a:lnTo>
                    <a:pt x="6228" y="12531"/>
                  </a:lnTo>
                  <a:cubicBezTo>
                    <a:pt x="6796" y="11962"/>
                    <a:pt x="7541" y="11678"/>
                    <a:pt x="8287" y="11678"/>
                  </a:cubicBezTo>
                  <a:cubicBezTo>
                    <a:pt x="9032" y="11678"/>
                    <a:pt x="9778" y="11962"/>
                    <a:pt x="10346" y="12531"/>
                  </a:cubicBezTo>
                  <a:cubicBezTo>
                    <a:pt x="11483" y="13668"/>
                    <a:pt x="11483" y="15514"/>
                    <a:pt x="10346" y="16651"/>
                  </a:cubicBezTo>
                  <a:lnTo>
                    <a:pt x="8233" y="18765"/>
                  </a:lnTo>
                  <a:cubicBezTo>
                    <a:pt x="7164" y="19835"/>
                    <a:pt x="7671" y="21676"/>
                    <a:pt x="9145" y="22024"/>
                  </a:cubicBezTo>
                  <a:cubicBezTo>
                    <a:pt x="9991" y="22224"/>
                    <a:pt x="10856" y="22324"/>
                    <a:pt x="11721" y="22324"/>
                  </a:cubicBezTo>
                  <a:cubicBezTo>
                    <a:pt x="14577" y="22324"/>
                    <a:pt x="17432" y="21234"/>
                    <a:pt x="19612" y="19054"/>
                  </a:cubicBezTo>
                  <a:cubicBezTo>
                    <a:pt x="23966" y="14698"/>
                    <a:pt x="23970" y="7639"/>
                    <a:pt x="19627" y="3277"/>
                  </a:cubicBezTo>
                  <a:cubicBezTo>
                    <a:pt x="17453" y="1093"/>
                    <a:pt x="14586" y="0"/>
                    <a:pt x="117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9"/>
            <p:cNvSpPr/>
            <p:nvPr/>
          </p:nvSpPr>
          <p:spPr>
            <a:xfrm>
              <a:off x="6237825" y="1712325"/>
              <a:ext cx="106575" cy="97125"/>
            </a:xfrm>
            <a:custGeom>
              <a:rect b="b" l="l" r="r" t="t"/>
              <a:pathLst>
                <a:path extrusionOk="0" h="3885" w="4263">
                  <a:moveTo>
                    <a:pt x="2130" y="1"/>
                  </a:moveTo>
                  <a:cubicBezTo>
                    <a:pt x="1634" y="1"/>
                    <a:pt x="1137" y="191"/>
                    <a:pt x="759" y="570"/>
                  </a:cubicBezTo>
                  <a:cubicBezTo>
                    <a:pt x="0" y="1327"/>
                    <a:pt x="0" y="2558"/>
                    <a:pt x="759" y="3316"/>
                  </a:cubicBezTo>
                  <a:cubicBezTo>
                    <a:pt x="1137" y="3695"/>
                    <a:pt x="1634" y="3885"/>
                    <a:pt x="2130" y="3885"/>
                  </a:cubicBezTo>
                  <a:cubicBezTo>
                    <a:pt x="2627" y="3885"/>
                    <a:pt x="3124" y="3695"/>
                    <a:pt x="3503" y="3316"/>
                  </a:cubicBezTo>
                  <a:cubicBezTo>
                    <a:pt x="4262" y="2558"/>
                    <a:pt x="4262" y="1327"/>
                    <a:pt x="3503" y="570"/>
                  </a:cubicBezTo>
                  <a:cubicBezTo>
                    <a:pt x="3124" y="191"/>
                    <a:pt x="2627" y="1"/>
                    <a:pt x="213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9"/>
            <p:cNvSpPr/>
            <p:nvPr/>
          </p:nvSpPr>
          <p:spPr>
            <a:xfrm>
              <a:off x="6239075" y="1742750"/>
              <a:ext cx="104075" cy="66700"/>
            </a:xfrm>
            <a:custGeom>
              <a:rect b="b" l="l" r="r" t="t"/>
              <a:pathLst>
                <a:path extrusionOk="0" h="2668" w="4163">
                  <a:moveTo>
                    <a:pt x="282" y="1"/>
                  </a:moveTo>
                  <a:lnTo>
                    <a:pt x="282" y="1"/>
                  </a:lnTo>
                  <a:cubicBezTo>
                    <a:pt x="0" y="702"/>
                    <a:pt x="142" y="1532"/>
                    <a:pt x="709" y="2099"/>
                  </a:cubicBezTo>
                  <a:cubicBezTo>
                    <a:pt x="1087" y="2478"/>
                    <a:pt x="1584" y="2668"/>
                    <a:pt x="2080" y="2668"/>
                  </a:cubicBezTo>
                  <a:cubicBezTo>
                    <a:pt x="2577" y="2668"/>
                    <a:pt x="3074" y="2478"/>
                    <a:pt x="3453" y="2099"/>
                  </a:cubicBezTo>
                  <a:cubicBezTo>
                    <a:pt x="4021" y="1532"/>
                    <a:pt x="4163" y="702"/>
                    <a:pt x="3881" y="1"/>
                  </a:cubicBezTo>
                  <a:lnTo>
                    <a:pt x="3881" y="1"/>
                  </a:lnTo>
                  <a:cubicBezTo>
                    <a:pt x="3787" y="237"/>
                    <a:pt x="3644" y="460"/>
                    <a:pt x="3453" y="649"/>
                  </a:cubicBezTo>
                  <a:cubicBezTo>
                    <a:pt x="3075" y="1028"/>
                    <a:pt x="2579" y="1218"/>
                    <a:pt x="2082" y="1218"/>
                  </a:cubicBezTo>
                  <a:cubicBezTo>
                    <a:pt x="1586" y="1218"/>
                    <a:pt x="1089" y="1028"/>
                    <a:pt x="709" y="649"/>
                  </a:cubicBezTo>
                  <a:cubicBezTo>
                    <a:pt x="519" y="460"/>
                    <a:pt x="375" y="237"/>
                    <a:pt x="282"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9"/>
            <p:cNvSpPr/>
            <p:nvPr/>
          </p:nvSpPr>
          <p:spPr>
            <a:xfrm>
              <a:off x="6359150" y="1603075"/>
              <a:ext cx="106575" cy="97125"/>
            </a:xfrm>
            <a:custGeom>
              <a:rect b="b" l="l" r="r" t="t"/>
              <a:pathLst>
                <a:path extrusionOk="0" h="3885" w="4263">
                  <a:moveTo>
                    <a:pt x="2132" y="1"/>
                  </a:moveTo>
                  <a:cubicBezTo>
                    <a:pt x="1635" y="1"/>
                    <a:pt x="1139" y="191"/>
                    <a:pt x="759" y="570"/>
                  </a:cubicBezTo>
                  <a:cubicBezTo>
                    <a:pt x="1" y="1327"/>
                    <a:pt x="1" y="2558"/>
                    <a:pt x="759" y="3316"/>
                  </a:cubicBezTo>
                  <a:cubicBezTo>
                    <a:pt x="1137" y="3695"/>
                    <a:pt x="1634" y="3885"/>
                    <a:pt x="2130" y="3885"/>
                  </a:cubicBezTo>
                  <a:cubicBezTo>
                    <a:pt x="2627" y="3885"/>
                    <a:pt x="3124" y="3695"/>
                    <a:pt x="3504" y="3316"/>
                  </a:cubicBezTo>
                  <a:cubicBezTo>
                    <a:pt x="4262" y="2558"/>
                    <a:pt x="4262" y="1327"/>
                    <a:pt x="3504" y="570"/>
                  </a:cubicBezTo>
                  <a:cubicBezTo>
                    <a:pt x="3124" y="191"/>
                    <a:pt x="2628" y="1"/>
                    <a:pt x="21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9"/>
            <p:cNvSpPr/>
            <p:nvPr/>
          </p:nvSpPr>
          <p:spPr>
            <a:xfrm>
              <a:off x="6360350" y="1633525"/>
              <a:ext cx="104125" cy="66675"/>
            </a:xfrm>
            <a:custGeom>
              <a:rect b="b" l="l" r="r" t="t"/>
              <a:pathLst>
                <a:path extrusionOk="0" h="2667" w="4165">
                  <a:moveTo>
                    <a:pt x="284" y="0"/>
                  </a:moveTo>
                  <a:lnTo>
                    <a:pt x="284" y="0"/>
                  </a:lnTo>
                  <a:cubicBezTo>
                    <a:pt x="1" y="701"/>
                    <a:pt x="144" y="1531"/>
                    <a:pt x="711" y="2098"/>
                  </a:cubicBezTo>
                  <a:cubicBezTo>
                    <a:pt x="1089" y="2477"/>
                    <a:pt x="1586" y="2667"/>
                    <a:pt x="2082" y="2667"/>
                  </a:cubicBezTo>
                  <a:cubicBezTo>
                    <a:pt x="2579" y="2667"/>
                    <a:pt x="3076" y="2477"/>
                    <a:pt x="3456" y="2098"/>
                  </a:cubicBezTo>
                  <a:cubicBezTo>
                    <a:pt x="4023" y="1531"/>
                    <a:pt x="4165" y="701"/>
                    <a:pt x="3883" y="0"/>
                  </a:cubicBezTo>
                  <a:lnTo>
                    <a:pt x="3883" y="0"/>
                  </a:lnTo>
                  <a:cubicBezTo>
                    <a:pt x="3790" y="236"/>
                    <a:pt x="3646" y="459"/>
                    <a:pt x="3456" y="648"/>
                  </a:cubicBezTo>
                  <a:cubicBezTo>
                    <a:pt x="3078" y="1028"/>
                    <a:pt x="2581" y="1217"/>
                    <a:pt x="2085" y="1217"/>
                  </a:cubicBezTo>
                  <a:cubicBezTo>
                    <a:pt x="1588" y="1217"/>
                    <a:pt x="1091" y="1028"/>
                    <a:pt x="711" y="648"/>
                  </a:cubicBezTo>
                  <a:cubicBezTo>
                    <a:pt x="521" y="459"/>
                    <a:pt x="377" y="236"/>
                    <a:pt x="284"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9"/>
            <p:cNvSpPr/>
            <p:nvPr/>
          </p:nvSpPr>
          <p:spPr>
            <a:xfrm>
              <a:off x="6516850" y="1651625"/>
              <a:ext cx="106575" cy="97125"/>
            </a:xfrm>
            <a:custGeom>
              <a:rect b="b" l="l" r="r" t="t"/>
              <a:pathLst>
                <a:path extrusionOk="0" h="3885" w="4263">
                  <a:moveTo>
                    <a:pt x="2131" y="0"/>
                  </a:moveTo>
                  <a:cubicBezTo>
                    <a:pt x="1635" y="0"/>
                    <a:pt x="1138" y="190"/>
                    <a:pt x="760" y="569"/>
                  </a:cubicBezTo>
                  <a:cubicBezTo>
                    <a:pt x="1" y="1328"/>
                    <a:pt x="1" y="2557"/>
                    <a:pt x="760" y="3316"/>
                  </a:cubicBezTo>
                  <a:cubicBezTo>
                    <a:pt x="1138" y="3695"/>
                    <a:pt x="1634" y="3884"/>
                    <a:pt x="2131" y="3884"/>
                  </a:cubicBezTo>
                  <a:cubicBezTo>
                    <a:pt x="2627" y="3884"/>
                    <a:pt x="3124" y="3695"/>
                    <a:pt x="3504" y="3316"/>
                  </a:cubicBezTo>
                  <a:cubicBezTo>
                    <a:pt x="4263" y="2557"/>
                    <a:pt x="4263" y="1328"/>
                    <a:pt x="3504" y="569"/>
                  </a:cubicBezTo>
                  <a:cubicBezTo>
                    <a:pt x="3124" y="190"/>
                    <a:pt x="2628" y="0"/>
                    <a:pt x="2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9"/>
            <p:cNvSpPr/>
            <p:nvPr/>
          </p:nvSpPr>
          <p:spPr>
            <a:xfrm>
              <a:off x="6518100" y="1682050"/>
              <a:ext cx="104125" cy="66700"/>
            </a:xfrm>
            <a:custGeom>
              <a:rect b="b" l="l" r="r" t="t"/>
              <a:pathLst>
                <a:path extrusionOk="0" h="2668" w="4165">
                  <a:moveTo>
                    <a:pt x="283" y="0"/>
                  </a:moveTo>
                  <a:lnTo>
                    <a:pt x="283" y="0"/>
                  </a:lnTo>
                  <a:cubicBezTo>
                    <a:pt x="1" y="701"/>
                    <a:pt x="144" y="1532"/>
                    <a:pt x="711" y="2099"/>
                  </a:cubicBezTo>
                  <a:cubicBezTo>
                    <a:pt x="1089" y="2478"/>
                    <a:pt x="1585" y="2667"/>
                    <a:pt x="2082" y="2667"/>
                  </a:cubicBezTo>
                  <a:cubicBezTo>
                    <a:pt x="2579" y="2667"/>
                    <a:pt x="3076" y="2478"/>
                    <a:pt x="3455" y="2099"/>
                  </a:cubicBezTo>
                  <a:cubicBezTo>
                    <a:pt x="4022" y="1532"/>
                    <a:pt x="4164" y="701"/>
                    <a:pt x="3883" y="0"/>
                  </a:cubicBezTo>
                  <a:lnTo>
                    <a:pt x="3883" y="0"/>
                  </a:lnTo>
                  <a:cubicBezTo>
                    <a:pt x="3788" y="238"/>
                    <a:pt x="3646" y="459"/>
                    <a:pt x="3455" y="650"/>
                  </a:cubicBezTo>
                  <a:cubicBezTo>
                    <a:pt x="3077" y="1028"/>
                    <a:pt x="2581" y="1218"/>
                    <a:pt x="2084" y="1218"/>
                  </a:cubicBezTo>
                  <a:cubicBezTo>
                    <a:pt x="1588" y="1218"/>
                    <a:pt x="1091" y="1028"/>
                    <a:pt x="711" y="650"/>
                  </a:cubicBezTo>
                  <a:cubicBezTo>
                    <a:pt x="521" y="459"/>
                    <a:pt x="377" y="238"/>
                    <a:pt x="283"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9"/>
            <p:cNvSpPr/>
            <p:nvPr/>
          </p:nvSpPr>
          <p:spPr>
            <a:xfrm>
              <a:off x="6565400" y="1809425"/>
              <a:ext cx="106550" cy="97125"/>
            </a:xfrm>
            <a:custGeom>
              <a:rect b="b" l="l" r="r" t="t"/>
              <a:pathLst>
                <a:path extrusionOk="0" h="3885" w="4262">
                  <a:moveTo>
                    <a:pt x="2130" y="0"/>
                  </a:moveTo>
                  <a:cubicBezTo>
                    <a:pt x="1633" y="0"/>
                    <a:pt x="1137" y="190"/>
                    <a:pt x="759" y="568"/>
                  </a:cubicBezTo>
                  <a:cubicBezTo>
                    <a:pt x="0" y="1327"/>
                    <a:pt x="0" y="2557"/>
                    <a:pt x="759" y="3315"/>
                  </a:cubicBezTo>
                  <a:cubicBezTo>
                    <a:pt x="1137" y="3695"/>
                    <a:pt x="1633" y="3885"/>
                    <a:pt x="2130" y="3885"/>
                  </a:cubicBezTo>
                  <a:cubicBezTo>
                    <a:pt x="2627" y="3885"/>
                    <a:pt x="3124" y="3695"/>
                    <a:pt x="3503" y="3315"/>
                  </a:cubicBezTo>
                  <a:cubicBezTo>
                    <a:pt x="4262" y="2557"/>
                    <a:pt x="4262" y="1327"/>
                    <a:pt x="3503" y="568"/>
                  </a:cubicBezTo>
                  <a:cubicBezTo>
                    <a:pt x="3124" y="190"/>
                    <a:pt x="2627" y="0"/>
                    <a:pt x="21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9"/>
            <p:cNvSpPr/>
            <p:nvPr/>
          </p:nvSpPr>
          <p:spPr>
            <a:xfrm>
              <a:off x="6566625" y="1839900"/>
              <a:ext cx="104125" cy="66675"/>
            </a:xfrm>
            <a:custGeom>
              <a:rect b="b" l="l" r="r" t="t"/>
              <a:pathLst>
                <a:path extrusionOk="0" h="2667" w="4165">
                  <a:moveTo>
                    <a:pt x="284" y="0"/>
                  </a:moveTo>
                  <a:lnTo>
                    <a:pt x="284" y="0"/>
                  </a:lnTo>
                  <a:cubicBezTo>
                    <a:pt x="1" y="699"/>
                    <a:pt x="144" y="1531"/>
                    <a:pt x="711" y="2098"/>
                  </a:cubicBezTo>
                  <a:cubicBezTo>
                    <a:pt x="1090" y="2477"/>
                    <a:pt x="1586" y="2667"/>
                    <a:pt x="2083" y="2667"/>
                  </a:cubicBezTo>
                  <a:cubicBezTo>
                    <a:pt x="2579" y="2667"/>
                    <a:pt x="3076" y="2477"/>
                    <a:pt x="3456" y="2098"/>
                  </a:cubicBezTo>
                  <a:cubicBezTo>
                    <a:pt x="4023" y="1531"/>
                    <a:pt x="4165" y="699"/>
                    <a:pt x="3885" y="0"/>
                  </a:cubicBezTo>
                  <a:lnTo>
                    <a:pt x="3885" y="0"/>
                  </a:lnTo>
                  <a:cubicBezTo>
                    <a:pt x="3788" y="236"/>
                    <a:pt x="3646" y="456"/>
                    <a:pt x="3456" y="648"/>
                  </a:cubicBezTo>
                  <a:cubicBezTo>
                    <a:pt x="3078" y="1028"/>
                    <a:pt x="2581" y="1217"/>
                    <a:pt x="2085" y="1217"/>
                  </a:cubicBezTo>
                  <a:cubicBezTo>
                    <a:pt x="1588" y="1217"/>
                    <a:pt x="1091" y="1028"/>
                    <a:pt x="711" y="648"/>
                  </a:cubicBezTo>
                  <a:cubicBezTo>
                    <a:pt x="521" y="458"/>
                    <a:pt x="377" y="236"/>
                    <a:pt x="284"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9"/>
            <p:cNvSpPr/>
            <p:nvPr/>
          </p:nvSpPr>
          <p:spPr>
            <a:xfrm>
              <a:off x="6480475" y="1942950"/>
              <a:ext cx="106575" cy="97125"/>
            </a:xfrm>
            <a:custGeom>
              <a:rect b="b" l="l" r="r" t="t"/>
              <a:pathLst>
                <a:path extrusionOk="0" h="3885" w="4263">
                  <a:moveTo>
                    <a:pt x="2132" y="0"/>
                  </a:moveTo>
                  <a:cubicBezTo>
                    <a:pt x="1635" y="0"/>
                    <a:pt x="1139" y="190"/>
                    <a:pt x="760" y="569"/>
                  </a:cubicBezTo>
                  <a:cubicBezTo>
                    <a:pt x="1" y="1328"/>
                    <a:pt x="2" y="2557"/>
                    <a:pt x="760" y="3316"/>
                  </a:cubicBezTo>
                  <a:cubicBezTo>
                    <a:pt x="1138" y="3695"/>
                    <a:pt x="1634" y="3884"/>
                    <a:pt x="2131" y="3884"/>
                  </a:cubicBezTo>
                  <a:cubicBezTo>
                    <a:pt x="2627" y="3884"/>
                    <a:pt x="3124" y="3695"/>
                    <a:pt x="3504" y="3316"/>
                  </a:cubicBezTo>
                  <a:cubicBezTo>
                    <a:pt x="4263" y="2557"/>
                    <a:pt x="4263" y="1328"/>
                    <a:pt x="3504" y="569"/>
                  </a:cubicBezTo>
                  <a:cubicBezTo>
                    <a:pt x="3124" y="190"/>
                    <a:pt x="2628" y="0"/>
                    <a:pt x="21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9"/>
            <p:cNvSpPr/>
            <p:nvPr/>
          </p:nvSpPr>
          <p:spPr>
            <a:xfrm>
              <a:off x="6481725" y="1973375"/>
              <a:ext cx="104075" cy="66700"/>
            </a:xfrm>
            <a:custGeom>
              <a:rect b="b" l="l" r="r" t="t"/>
              <a:pathLst>
                <a:path extrusionOk="0" h="2668" w="4163">
                  <a:moveTo>
                    <a:pt x="282" y="0"/>
                  </a:moveTo>
                  <a:lnTo>
                    <a:pt x="282" y="0"/>
                  </a:lnTo>
                  <a:cubicBezTo>
                    <a:pt x="0" y="701"/>
                    <a:pt x="142" y="1532"/>
                    <a:pt x="710" y="2099"/>
                  </a:cubicBezTo>
                  <a:cubicBezTo>
                    <a:pt x="1088" y="2478"/>
                    <a:pt x="1584" y="2667"/>
                    <a:pt x="2081" y="2667"/>
                  </a:cubicBezTo>
                  <a:cubicBezTo>
                    <a:pt x="2577" y="2667"/>
                    <a:pt x="3074" y="2478"/>
                    <a:pt x="3454" y="2099"/>
                  </a:cubicBezTo>
                  <a:cubicBezTo>
                    <a:pt x="4021" y="1532"/>
                    <a:pt x="4163" y="701"/>
                    <a:pt x="3881" y="0"/>
                  </a:cubicBezTo>
                  <a:lnTo>
                    <a:pt x="3881" y="0"/>
                  </a:lnTo>
                  <a:cubicBezTo>
                    <a:pt x="3788" y="238"/>
                    <a:pt x="3644" y="459"/>
                    <a:pt x="3454" y="650"/>
                  </a:cubicBezTo>
                  <a:cubicBezTo>
                    <a:pt x="3076" y="1029"/>
                    <a:pt x="2579" y="1218"/>
                    <a:pt x="2083" y="1218"/>
                  </a:cubicBezTo>
                  <a:cubicBezTo>
                    <a:pt x="1586" y="1218"/>
                    <a:pt x="1089" y="1029"/>
                    <a:pt x="710" y="650"/>
                  </a:cubicBezTo>
                  <a:cubicBezTo>
                    <a:pt x="519" y="459"/>
                    <a:pt x="376" y="238"/>
                    <a:pt x="282"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9"/>
            <p:cNvSpPr/>
            <p:nvPr/>
          </p:nvSpPr>
          <p:spPr>
            <a:xfrm>
              <a:off x="6263925" y="1618425"/>
              <a:ext cx="381925" cy="365200"/>
            </a:xfrm>
            <a:custGeom>
              <a:rect b="b" l="l" r="r" t="t"/>
              <a:pathLst>
                <a:path extrusionOk="0" h="14608" w="15277">
                  <a:moveTo>
                    <a:pt x="5940" y="0"/>
                  </a:moveTo>
                  <a:cubicBezTo>
                    <a:pt x="5583" y="0"/>
                    <a:pt x="5249" y="139"/>
                    <a:pt x="4996" y="391"/>
                  </a:cubicBezTo>
                  <a:cubicBezTo>
                    <a:pt x="4854" y="533"/>
                    <a:pt x="4854" y="765"/>
                    <a:pt x="4996" y="907"/>
                  </a:cubicBezTo>
                  <a:cubicBezTo>
                    <a:pt x="5067" y="978"/>
                    <a:pt x="5161" y="1013"/>
                    <a:pt x="5254" y="1013"/>
                  </a:cubicBezTo>
                  <a:cubicBezTo>
                    <a:pt x="5348" y="1013"/>
                    <a:pt x="5441" y="978"/>
                    <a:pt x="5512" y="907"/>
                  </a:cubicBezTo>
                  <a:cubicBezTo>
                    <a:pt x="5626" y="790"/>
                    <a:pt x="5778" y="729"/>
                    <a:pt x="5940" y="729"/>
                  </a:cubicBezTo>
                  <a:cubicBezTo>
                    <a:pt x="6102" y="729"/>
                    <a:pt x="6254" y="793"/>
                    <a:pt x="6368" y="907"/>
                  </a:cubicBezTo>
                  <a:cubicBezTo>
                    <a:pt x="6439" y="978"/>
                    <a:pt x="6531" y="1013"/>
                    <a:pt x="6625" y="1013"/>
                  </a:cubicBezTo>
                  <a:cubicBezTo>
                    <a:pt x="6717" y="1013"/>
                    <a:pt x="6812" y="978"/>
                    <a:pt x="6883" y="907"/>
                  </a:cubicBezTo>
                  <a:cubicBezTo>
                    <a:pt x="7026" y="765"/>
                    <a:pt x="7026" y="533"/>
                    <a:pt x="6883" y="391"/>
                  </a:cubicBezTo>
                  <a:cubicBezTo>
                    <a:pt x="6630" y="139"/>
                    <a:pt x="6296" y="0"/>
                    <a:pt x="5940" y="0"/>
                  </a:cubicBezTo>
                  <a:close/>
                  <a:moveTo>
                    <a:pt x="12250" y="1944"/>
                  </a:moveTo>
                  <a:cubicBezTo>
                    <a:pt x="11891" y="1944"/>
                    <a:pt x="11559" y="2082"/>
                    <a:pt x="11306" y="2335"/>
                  </a:cubicBezTo>
                  <a:cubicBezTo>
                    <a:pt x="11164" y="2477"/>
                    <a:pt x="11164" y="2707"/>
                    <a:pt x="11306" y="2849"/>
                  </a:cubicBezTo>
                  <a:cubicBezTo>
                    <a:pt x="11377" y="2920"/>
                    <a:pt x="11470" y="2956"/>
                    <a:pt x="11563" y="2956"/>
                  </a:cubicBezTo>
                  <a:cubicBezTo>
                    <a:pt x="11656" y="2956"/>
                    <a:pt x="11749" y="2920"/>
                    <a:pt x="11820" y="2849"/>
                  </a:cubicBezTo>
                  <a:cubicBezTo>
                    <a:pt x="11937" y="2734"/>
                    <a:pt x="12088" y="2672"/>
                    <a:pt x="12250" y="2672"/>
                  </a:cubicBezTo>
                  <a:cubicBezTo>
                    <a:pt x="12412" y="2672"/>
                    <a:pt x="12564" y="2736"/>
                    <a:pt x="12677" y="2849"/>
                  </a:cubicBezTo>
                  <a:cubicBezTo>
                    <a:pt x="12748" y="2920"/>
                    <a:pt x="12841" y="2956"/>
                    <a:pt x="12935" y="2956"/>
                  </a:cubicBezTo>
                  <a:cubicBezTo>
                    <a:pt x="13027" y="2956"/>
                    <a:pt x="13122" y="2920"/>
                    <a:pt x="13193" y="2849"/>
                  </a:cubicBezTo>
                  <a:cubicBezTo>
                    <a:pt x="13335" y="2706"/>
                    <a:pt x="13335" y="2477"/>
                    <a:pt x="13193" y="2335"/>
                  </a:cubicBezTo>
                  <a:cubicBezTo>
                    <a:pt x="12940" y="2082"/>
                    <a:pt x="12605" y="1944"/>
                    <a:pt x="12250" y="1944"/>
                  </a:cubicBezTo>
                  <a:close/>
                  <a:moveTo>
                    <a:pt x="1087" y="4370"/>
                  </a:moveTo>
                  <a:cubicBezTo>
                    <a:pt x="731" y="4370"/>
                    <a:pt x="396" y="4509"/>
                    <a:pt x="143" y="4761"/>
                  </a:cubicBezTo>
                  <a:cubicBezTo>
                    <a:pt x="1" y="4903"/>
                    <a:pt x="1" y="5135"/>
                    <a:pt x="143" y="5277"/>
                  </a:cubicBezTo>
                  <a:cubicBezTo>
                    <a:pt x="214" y="5348"/>
                    <a:pt x="308" y="5383"/>
                    <a:pt x="401" y="5383"/>
                  </a:cubicBezTo>
                  <a:cubicBezTo>
                    <a:pt x="494" y="5383"/>
                    <a:pt x="588" y="5348"/>
                    <a:pt x="659" y="5277"/>
                  </a:cubicBezTo>
                  <a:cubicBezTo>
                    <a:pt x="771" y="5163"/>
                    <a:pt x="925" y="5099"/>
                    <a:pt x="1087" y="5099"/>
                  </a:cubicBezTo>
                  <a:cubicBezTo>
                    <a:pt x="1249" y="5099"/>
                    <a:pt x="1399" y="5160"/>
                    <a:pt x="1514" y="5277"/>
                  </a:cubicBezTo>
                  <a:cubicBezTo>
                    <a:pt x="1586" y="5348"/>
                    <a:pt x="1679" y="5383"/>
                    <a:pt x="1772" y="5383"/>
                  </a:cubicBezTo>
                  <a:cubicBezTo>
                    <a:pt x="1867" y="5383"/>
                    <a:pt x="1959" y="5348"/>
                    <a:pt x="2030" y="5277"/>
                  </a:cubicBezTo>
                  <a:cubicBezTo>
                    <a:pt x="2172" y="5135"/>
                    <a:pt x="2172" y="4903"/>
                    <a:pt x="2030" y="4761"/>
                  </a:cubicBezTo>
                  <a:cubicBezTo>
                    <a:pt x="1777" y="4509"/>
                    <a:pt x="1443" y="4370"/>
                    <a:pt x="1087" y="4370"/>
                  </a:cubicBezTo>
                  <a:close/>
                  <a:moveTo>
                    <a:pt x="14191" y="8255"/>
                  </a:moveTo>
                  <a:cubicBezTo>
                    <a:pt x="13834" y="8255"/>
                    <a:pt x="13500" y="8393"/>
                    <a:pt x="13247" y="8646"/>
                  </a:cubicBezTo>
                  <a:cubicBezTo>
                    <a:pt x="13105" y="8788"/>
                    <a:pt x="13105" y="9018"/>
                    <a:pt x="13247" y="9161"/>
                  </a:cubicBezTo>
                  <a:cubicBezTo>
                    <a:pt x="13318" y="9232"/>
                    <a:pt x="13412" y="9267"/>
                    <a:pt x="13505" y="9267"/>
                  </a:cubicBezTo>
                  <a:cubicBezTo>
                    <a:pt x="13599" y="9267"/>
                    <a:pt x="13692" y="9232"/>
                    <a:pt x="13763" y="9161"/>
                  </a:cubicBezTo>
                  <a:cubicBezTo>
                    <a:pt x="13878" y="9045"/>
                    <a:pt x="14029" y="8983"/>
                    <a:pt x="14191" y="8983"/>
                  </a:cubicBezTo>
                  <a:cubicBezTo>
                    <a:pt x="14353" y="8983"/>
                    <a:pt x="14505" y="9047"/>
                    <a:pt x="14619" y="9161"/>
                  </a:cubicBezTo>
                  <a:cubicBezTo>
                    <a:pt x="14690" y="9232"/>
                    <a:pt x="14782" y="9267"/>
                    <a:pt x="14877" y="9267"/>
                  </a:cubicBezTo>
                  <a:cubicBezTo>
                    <a:pt x="14970" y="9267"/>
                    <a:pt x="15063" y="9232"/>
                    <a:pt x="15134" y="9161"/>
                  </a:cubicBezTo>
                  <a:cubicBezTo>
                    <a:pt x="15276" y="9018"/>
                    <a:pt x="15276" y="8788"/>
                    <a:pt x="15134" y="8646"/>
                  </a:cubicBezTo>
                  <a:cubicBezTo>
                    <a:pt x="14881" y="8393"/>
                    <a:pt x="14546" y="8255"/>
                    <a:pt x="14191" y="8255"/>
                  </a:cubicBezTo>
                  <a:close/>
                  <a:moveTo>
                    <a:pt x="10793" y="13594"/>
                  </a:moveTo>
                  <a:cubicBezTo>
                    <a:pt x="10436" y="13594"/>
                    <a:pt x="10102" y="13734"/>
                    <a:pt x="9849" y="13985"/>
                  </a:cubicBezTo>
                  <a:cubicBezTo>
                    <a:pt x="9707" y="14127"/>
                    <a:pt x="9707" y="14359"/>
                    <a:pt x="9849" y="14501"/>
                  </a:cubicBezTo>
                  <a:cubicBezTo>
                    <a:pt x="9920" y="14572"/>
                    <a:pt x="10014" y="14608"/>
                    <a:pt x="10107" y="14608"/>
                  </a:cubicBezTo>
                  <a:cubicBezTo>
                    <a:pt x="10201" y="14608"/>
                    <a:pt x="10294" y="14572"/>
                    <a:pt x="10365" y="14501"/>
                  </a:cubicBezTo>
                  <a:cubicBezTo>
                    <a:pt x="10480" y="14386"/>
                    <a:pt x="10631" y="14323"/>
                    <a:pt x="10793" y="14323"/>
                  </a:cubicBezTo>
                  <a:cubicBezTo>
                    <a:pt x="10955" y="14323"/>
                    <a:pt x="11107" y="14387"/>
                    <a:pt x="11221" y="14501"/>
                  </a:cubicBezTo>
                  <a:cubicBezTo>
                    <a:pt x="11292" y="14572"/>
                    <a:pt x="11384" y="14608"/>
                    <a:pt x="11478" y="14608"/>
                  </a:cubicBezTo>
                  <a:cubicBezTo>
                    <a:pt x="11570" y="14608"/>
                    <a:pt x="11665" y="14572"/>
                    <a:pt x="11737" y="14501"/>
                  </a:cubicBezTo>
                  <a:cubicBezTo>
                    <a:pt x="11879" y="14359"/>
                    <a:pt x="11879" y="14127"/>
                    <a:pt x="11737" y="13985"/>
                  </a:cubicBezTo>
                  <a:cubicBezTo>
                    <a:pt x="11484" y="13734"/>
                    <a:pt x="11150" y="13594"/>
                    <a:pt x="10793" y="135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9"/>
            <p:cNvSpPr/>
            <p:nvPr/>
          </p:nvSpPr>
          <p:spPr>
            <a:xfrm>
              <a:off x="6162300" y="1545700"/>
              <a:ext cx="587650" cy="576275"/>
            </a:xfrm>
            <a:custGeom>
              <a:rect b="b" l="l" r="r" t="t"/>
              <a:pathLst>
                <a:path extrusionOk="0" h="23051" w="23506">
                  <a:moveTo>
                    <a:pt x="10005" y="2659"/>
                  </a:moveTo>
                  <a:cubicBezTo>
                    <a:pt x="10425" y="2659"/>
                    <a:pt x="10822" y="2822"/>
                    <a:pt x="11120" y="3121"/>
                  </a:cubicBezTo>
                  <a:cubicBezTo>
                    <a:pt x="11734" y="3738"/>
                    <a:pt x="11734" y="4739"/>
                    <a:pt x="11120" y="5353"/>
                  </a:cubicBezTo>
                  <a:cubicBezTo>
                    <a:pt x="10822" y="5652"/>
                    <a:pt x="10425" y="5815"/>
                    <a:pt x="10005" y="5815"/>
                  </a:cubicBezTo>
                  <a:cubicBezTo>
                    <a:pt x="9584" y="5815"/>
                    <a:pt x="9188" y="5652"/>
                    <a:pt x="8889" y="5353"/>
                  </a:cubicBezTo>
                  <a:cubicBezTo>
                    <a:pt x="8274" y="4739"/>
                    <a:pt x="8274" y="3738"/>
                    <a:pt x="8889" y="3121"/>
                  </a:cubicBezTo>
                  <a:cubicBezTo>
                    <a:pt x="9188" y="2822"/>
                    <a:pt x="9584" y="2659"/>
                    <a:pt x="10005" y="2659"/>
                  </a:cubicBezTo>
                  <a:close/>
                  <a:moveTo>
                    <a:pt x="10005" y="1933"/>
                  </a:moveTo>
                  <a:cubicBezTo>
                    <a:pt x="9388" y="1933"/>
                    <a:pt x="8810" y="2172"/>
                    <a:pt x="8373" y="2608"/>
                  </a:cubicBezTo>
                  <a:cubicBezTo>
                    <a:pt x="7475" y="3506"/>
                    <a:pt x="7475" y="4970"/>
                    <a:pt x="8373" y="5869"/>
                  </a:cubicBezTo>
                  <a:cubicBezTo>
                    <a:pt x="8810" y="6304"/>
                    <a:pt x="9388" y="6544"/>
                    <a:pt x="10005" y="6544"/>
                  </a:cubicBezTo>
                  <a:cubicBezTo>
                    <a:pt x="10622" y="6544"/>
                    <a:pt x="11200" y="6304"/>
                    <a:pt x="11635" y="5869"/>
                  </a:cubicBezTo>
                  <a:cubicBezTo>
                    <a:pt x="12534" y="4970"/>
                    <a:pt x="12534" y="3506"/>
                    <a:pt x="11635" y="2608"/>
                  </a:cubicBezTo>
                  <a:cubicBezTo>
                    <a:pt x="11200" y="2172"/>
                    <a:pt x="10622" y="1933"/>
                    <a:pt x="10005" y="1933"/>
                  </a:cubicBezTo>
                  <a:close/>
                  <a:moveTo>
                    <a:pt x="16315" y="4602"/>
                  </a:moveTo>
                  <a:cubicBezTo>
                    <a:pt x="16735" y="4602"/>
                    <a:pt x="17132" y="4765"/>
                    <a:pt x="17430" y="5063"/>
                  </a:cubicBezTo>
                  <a:cubicBezTo>
                    <a:pt x="18044" y="5679"/>
                    <a:pt x="18044" y="6681"/>
                    <a:pt x="17430" y="7295"/>
                  </a:cubicBezTo>
                  <a:cubicBezTo>
                    <a:pt x="17132" y="7593"/>
                    <a:pt x="16735" y="7756"/>
                    <a:pt x="16315" y="7756"/>
                  </a:cubicBezTo>
                  <a:cubicBezTo>
                    <a:pt x="15892" y="7756"/>
                    <a:pt x="15497" y="7593"/>
                    <a:pt x="15199" y="7295"/>
                  </a:cubicBezTo>
                  <a:cubicBezTo>
                    <a:pt x="14582" y="6681"/>
                    <a:pt x="14582" y="5679"/>
                    <a:pt x="15199" y="5063"/>
                  </a:cubicBezTo>
                  <a:cubicBezTo>
                    <a:pt x="15497" y="4765"/>
                    <a:pt x="15894" y="4602"/>
                    <a:pt x="16315" y="4602"/>
                  </a:cubicBezTo>
                  <a:close/>
                  <a:moveTo>
                    <a:pt x="16315" y="3874"/>
                  </a:moveTo>
                  <a:cubicBezTo>
                    <a:pt x="15698" y="3874"/>
                    <a:pt x="15119" y="4114"/>
                    <a:pt x="14683" y="4549"/>
                  </a:cubicBezTo>
                  <a:cubicBezTo>
                    <a:pt x="13785" y="5447"/>
                    <a:pt x="13785" y="6911"/>
                    <a:pt x="14683" y="7810"/>
                  </a:cubicBezTo>
                  <a:cubicBezTo>
                    <a:pt x="15119" y="8245"/>
                    <a:pt x="15698" y="8486"/>
                    <a:pt x="16315" y="8486"/>
                  </a:cubicBezTo>
                  <a:cubicBezTo>
                    <a:pt x="16931" y="8486"/>
                    <a:pt x="17510" y="8245"/>
                    <a:pt x="17945" y="7810"/>
                  </a:cubicBezTo>
                  <a:cubicBezTo>
                    <a:pt x="18844" y="6911"/>
                    <a:pt x="18844" y="5447"/>
                    <a:pt x="17945" y="4549"/>
                  </a:cubicBezTo>
                  <a:cubicBezTo>
                    <a:pt x="17510" y="4114"/>
                    <a:pt x="16931" y="3874"/>
                    <a:pt x="16315" y="3874"/>
                  </a:cubicBezTo>
                  <a:close/>
                  <a:moveTo>
                    <a:pt x="5152" y="7030"/>
                  </a:moveTo>
                  <a:cubicBezTo>
                    <a:pt x="5572" y="7030"/>
                    <a:pt x="5969" y="7194"/>
                    <a:pt x="6267" y="7492"/>
                  </a:cubicBezTo>
                  <a:cubicBezTo>
                    <a:pt x="6881" y="8108"/>
                    <a:pt x="6881" y="9109"/>
                    <a:pt x="6267" y="9723"/>
                  </a:cubicBezTo>
                  <a:cubicBezTo>
                    <a:pt x="5969" y="10022"/>
                    <a:pt x="5572" y="10185"/>
                    <a:pt x="5152" y="10185"/>
                  </a:cubicBezTo>
                  <a:cubicBezTo>
                    <a:pt x="4731" y="10185"/>
                    <a:pt x="4335" y="10022"/>
                    <a:pt x="4036" y="9723"/>
                  </a:cubicBezTo>
                  <a:cubicBezTo>
                    <a:pt x="3421" y="9109"/>
                    <a:pt x="3421" y="8108"/>
                    <a:pt x="4036" y="7492"/>
                  </a:cubicBezTo>
                  <a:cubicBezTo>
                    <a:pt x="4335" y="7194"/>
                    <a:pt x="4731" y="7030"/>
                    <a:pt x="5152" y="7030"/>
                  </a:cubicBezTo>
                  <a:close/>
                  <a:moveTo>
                    <a:pt x="5152" y="6303"/>
                  </a:moveTo>
                  <a:cubicBezTo>
                    <a:pt x="4535" y="6303"/>
                    <a:pt x="3957" y="6541"/>
                    <a:pt x="3520" y="6978"/>
                  </a:cubicBezTo>
                  <a:cubicBezTo>
                    <a:pt x="2622" y="7876"/>
                    <a:pt x="2622" y="9340"/>
                    <a:pt x="3520" y="10239"/>
                  </a:cubicBezTo>
                  <a:cubicBezTo>
                    <a:pt x="3957" y="10674"/>
                    <a:pt x="4535" y="10914"/>
                    <a:pt x="5152" y="10914"/>
                  </a:cubicBezTo>
                  <a:cubicBezTo>
                    <a:pt x="5768" y="10914"/>
                    <a:pt x="6347" y="10674"/>
                    <a:pt x="6782" y="10239"/>
                  </a:cubicBezTo>
                  <a:cubicBezTo>
                    <a:pt x="7681" y="9340"/>
                    <a:pt x="7681" y="7876"/>
                    <a:pt x="6782" y="6978"/>
                  </a:cubicBezTo>
                  <a:cubicBezTo>
                    <a:pt x="6347" y="6541"/>
                    <a:pt x="5768" y="6303"/>
                    <a:pt x="5152" y="6303"/>
                  </a:cubicBezTo>
                  <a:close/>
                  <a:moveTo>
                    <a:pt x="12360" y="8970"/>
                  </a:moveTo>
                  <a:cubicBezTo>
                    <a:pt x="12671" y="8970"/>
                    <a:pt x="12962" y="9091"/>
                    <a:pt x="13182" y="9311"/>
                  </a:cubicBezTo>
                  <a:cubicBezTo>
                    <a:pt x="13636" y="9766"/>
                    <a:pt x="13636" y="10505"/>
                    <a:pt x="13182" y="10958"/>
                  </a:cubicBezTo>
                  <a:cubicBezTo>
                    <a:pt x="12962" y="11179"/>
                    <a:pt x="12671" y="11299"/>
                    <a:pt x="12360" y="11299"/>
                  </a:cubicBezTo>
                  <a:cubicBezTo>
                    <a:pt x="12050" y="11299"/>
                    <a:pt x="11758" y="11179"/>
                    <a:pt x="11538" y="10958"/>
                  </a:cubicBezTo>
                  <a:cubicBezTo>
                    <a:pt x="11085" y="10505"/>
                    <a:pt x="11085" y="9766"/>
                    <a:pt x="11538" y="9311"/>
                  </a:cubicBezTo>
                  <a:cubicBezTo>
                    <a:pt x="11758" y="9091"/>
                    <a:pt x="12050" y="8970"/>
                    <a:pt x="12360" y="8970"/>
                  </a:cubicBezTo>
                  <a:close/>
                  <a:moveTo>
                    <a:pt x="12360" y="8244"/>
                  </a:moveTo>
                  <a:cubicBezTo>
                    <a:pt x="11855" y="8244"/>
                    <a:pt x="11379" y="8441"/>
                    <a:pt x="11022" y="8798"/>
                  </a:cubicBezTo>
                  <a:cubicBezTo>
                    <a:pt x="10285" y="9536"/>
                    <a:pt x="10285" y="10737"/>
                    <a:pt x="11022" y="11473"/>
                  </a:cubicBezTo>
                  <a:cubicBezTo>
                    <a:pt x="11379" y="11831"/>
                    <a:pt x="11854" y="12027"/>
                    <a:pt x="12360" y="12027"/>
                  </a:cubicBezTo>
                  <a:cubicBezTo>
                    <a:pt x="12867" y="12027"/>
                    <a:pt x="13340" y="11829"/>
                    <a:pt x="13698" y="11473"/>
                  </a:cubicBezTo>
                  <a:cubicBezTo>
                    <a:pt x="14434" y="10737"/>
                    <a:pt x="14434" y="9536"/>
                    <a:pt x="13698" y="8798"/>
                  </a:cubicBezTo>
                  <a:cubicBezTo>
                    <a:pt x="13340" y="8441"/>
                    <a:pt x="12867" y="8244"/>
                    <a:pt x="12360" y="8244"/>
                  </a:cubicBezTo>
                  <a:close/>
                  <a:moveTo>
                    <a:pt x="18254" y="10914"/>
                  </a:moveTo>
                  <a:cubicBezTo>
                    <a:pt x="18675" y="10914"/>
                    <a:pt x="19071" y="11078"/>
                    <a:pt x="19370" y="11376"/>
                  </a:cubicBezTo>
                  <a:cubicBezTo>
                    <a:pt x="19984" y="11991"/>
                    <a:pt x="19984" y="12992"/>
                    <a:pt x="19370" y="13609"/>
                  </a:cubicBezTo>
                  <a:cubicBezTo>
                    <a:pt x="19071" y="13907"/>
                    <a:pt x="18675" y="14070"/>
                    <a:pt x="18254" y="14070"/>
                  </a:cubicBezTo>
                  <a:cubicBezTo>
                    <a:pt x="17834" y="14070"/>
                    <a:pt x="17437" y="13907"/>
                    <a:pt x="17139" y="13609"/>
                  </a:cubicBezTo>
                  <a:cubicBezTo>
                    <a:pt x="16523" y="12993"/>
                    <a:pt x="16523" y="11991"/>
                    <a:pt x="17139" y="11376"/>
                  </a:cubicBezTo>
                  <a:cubicBezTo>
                    <a:pt x="17437" y="11078"/>
                    <a:pt x="17834" y="10914"/>
                    <a:pt x="18254" y="10914"/>
                  </a:cubicBezTo>
                  <a:close/>
                  <a:moveTo>
                    <a:pt x="18254" y="10185"/>
                  </a:moveTo>
                  <a:cubicBezTo>
                    <a:pt x="17638" y="10185"/>
                    <a:pt x="17059" y="10425"/>
                    <a:pt x="16623" y="10860"/>
                  </a:cubicBezTo>
                  <a:cubicBezTo>
                    <a:pt x="15725" y="11760"/>
                    <a:pt x="15725" y="13223"/>
                    <a:pt x="16623" y="14122"/>
                  </a:cubicBezTo>
                  <a:cubicBezTo>
                    <a:pt x="17059" y="14557"/>
                    <a:pt x="17638" y="14797"/>
                    <a:pt x="18254" y="14797"/>
                  </a:cubicBezTo>
                  <a:cubicBezTo>
                    <a:pt x="18871" y="14797"/>
                    <a:pt x="19449" y="14557"/>
                    <a:pt x="19884" y="14122"/>
                  </a:cubicBezTo>
                  <a:cubicBezTo>
                    <a:pt x="20784" y="13223"/>
                    <a:pt x="20784" y="11761"/>
                    <a:pt x="19884" y="10860"/>
                  </a:cubicBezTo>
                  <a:cubicBezTo>
                    <a:pt x="19449" y="10425"/>
                    <a:pt x="18871" y="10185"/>
                    <a:pt x="18254" y="10185"/>
                  </a:cubicBezTo>
                  <a:close/>
                  <a:moveTo>
                    <a:pt x="14858" y="16253"/>
                  </a:moveTo>
                  <a:cubicBezTo>
                    <a:pt x="15279" y="16253"/>
                    <a:pt x="15675" y="16417"/>
                    <a:pt x="15973" y="16715"/>
                  </a:cubicBezTo>
                  <a:cubicBezTo>
                    <a:pt x="16587" y="17332"/>
                    <a:pt x="16587" y="18334"/>
                    <a:pt x="15973" y="18948"/>
                  </a:cubicBezTo>
                  <a:cubicBezTo>
                    <a:pt x="15675" y="19246"/>
                    <a:pt x="15279" y="19410"/>
                    <a:pt x="14858" y="19410"/>
                  </a:cubicBezTo>
                  <a:cubicBezTo>
                    <a:pt x="14437" y="19410"/>
                    <a:pt x="14041" y="19246"/>
                    <a:pt x="13742" y="18948"/>
                  </a:cubicBezTo>
                  <a:cubicBezTo>
                    <a:pt x="13127" y="18334"/>
                    <a:pt x="13127" y="17332"/>
                    <a:pt x="13742" y="16715"/>
                  </a:cubicBezTo>
                  <a:cubicBezTo>
                    <a:pt x="14041" y="16417"/>
                    <a:pt x="14437" y="16253"/>
                    <a:pt x="14858" y="16253"/>
                  </a:cubicBezTo>
                  <a:close/>
                  <a:moveTo>
                    <a:pt x="14858" y="15527"/>
                  </a:moveTo>
                  <a:cubicBezTo>
                    <a:pt x="14241" y="15527"/>
                    <a:pt x="13663" y="15767"/>
                    <a:pt x="13226" y="16202"/>
                  </a:cubicBezTo>
                  <a:cubicBezTo>
                    <a:pt x="12328" y="17100"/>
                    <a:pt x="12328" y="18564"/>
                    <a:pt x="13226" y="19464"/>
                  </a:cubicBezTo>
                  <a:cubicBezTo>
                    <a:pt x="13663" y="19898"/>
                    <a:pt x="14241" y="20139"/>
                    <a:pt x="14858" y="20139"/>
                  </a:cubicBezTo>
                  <a:cubicBezTo>
                    <a:pt x="15475" y="20139"/>
                    <a:pt x="16053" y="19898"/>
                    <a:pt x="16488" y="19464"/>
                  </a:cubicBezTo>
                  <a:cubicBezTo>
                    <a:pt x="17387" y="18564"/>
                    <a:pt x="17387" y="17100"/>
                    <a:pt x="16488" y="16202"/>
                  </a:cubicBezTo>
                  <a:cubicBezTo>
                    <a:pt x="16052" y="15767"/>
                    <a:pt x="15475" y="15527"/>
                    <a:pt x="14858" y="15527"/>
                  </a:cubicBezTo>
                  <a:close/>
                  <a:moveTo>
                    <a:pt x="11673" y="728"/>
                  </a:moveTo>
                  <a:cubicBezTo>
                    <a:pt x="14567" y="732"/>
                    <a:pt x="17279" y="1857"/>
                    <a:pt x="19309" y="3897"/>
                  </a:cubicBezTo>
                  <a:cubicBezTo>
                    <a:pt x="23505" y="8109"/>
                    <a:pt x="23498" y="14954"/>
                    <a:pt x="19297" y="19159"/>
                  </a:cubicBezTo>
                  <a:cubicBezTo>
                    <a:pt x="17238" y="21218"/>
                    <a:pt x="14512" y="22329"/>
                    <a:pt x="11686" y="22329"/>
                  </a:cubicBezTo>
                  <a:cubicBezTo>
                    <a:pt x="10852" y="22329"/>
                    <a:pt x="10009" y="22232"/>
                    <a:pt x="9172" y="22034"/>
                  </a:cubicBezTo>
                  <a:cubicBezTo>
                    <a:pt x="8615" y="21902"/>
                    <a:pt x="8189" y="21494"/>
                    <a:pt x="8031" y="20940"/>
                  </a:cubicBezTo>
                  <a:cubicBezTo>
                    <a:pt x="7872" y="20377"/>
                    <a:pt x="8022" y="19798"/>
                    <a:pt x="8433" y="19385"/>
                  </a:cubicBezTo>
                  <a:lnTo>
                    <a:pt x="10545" y="17271"/>
                  </a:lnTo>
                  <a:cubicBezTo>
                    <a:pt x="11822" y="15995"/>
                    <a:pt x="11822" y="13914"/>
                    <a:pt x="10545" y="12637"/>
                  </a:cubicBezTo>
                  <a:cubicBezTo>
                    <a:pt x="9927" y="12018"/>
                    <a:pt x="9104" y="11677"/>
                    <a:pt x="8228" y="11677"/>
                  </a:cubicBezTo>
                  <a:cubicBezTo>
                    <a:pt x="7353" y="11677"/>
                    <a:pt x="6530" y="12018"/>
                    <a:pt x="5912" y="12637"/>
                  </a:cubicBezTo>
                  <a:lnTo>
                    <a:pt x="3800" y="14751"/>
                  </a:lnTo>
                  <a:cubicBezTo>
                    <a:pt x="3498" y="15053"/>
                    <a:pt x="3103" y="15215"/>
                    <a:pt x="2693" y="15215"/>
                  </a:cubicBezTo>
                  <a:cubicBezTo>
                    <a:pt x="2546" y="15215"/>
                    <a:pt x="2398" y="15194"/>
                    <a:pt x="2251" y="15152"/>
                  </a:cubicBezTo>
                  <a:cubicBezTo>
                    <a:pt x="1693" y="14994"/>
                    <a:pt x="1281" y="14561"/>
                    <a:pt x="1147" y="13995"/>
                  </a:cubicBezTo>
                  <a:cubicBezTo>
                    <a:pt x="286" y="10322"/>
                    <a:pt x="1364" y="6539"/>
                    <a:pt x="4029" y="3875"/>
                  </a:cubicBezTo>
                  <a:cubicBezTo>
                    <a:pt x="6061" y="1845"/>
                    <a:pt x="8770" y="728"/>
                    <a:pt x="11659" y="728"/>
                  </a:cubicBezTo>
                  <a:close/>
                  <a:moveTo>
                    <a:pt x="11660" y="0"/>
                  </a:moveTo>
                  <a:cubicBezTo>
                    <a:pt x="8578" y="0"/>
                    <a:pt x="5686" y="1194"/>
                    <a:pt x="3516" y="3361"/>
                  </a:cubicBezTo>
                  <a:cubicBezTo>
                    <a:pt x="2102" y="4772"/>
                    <a:pt x="1075" y="6533"/>
                    <a:pt x="549" y="8450"/>
                  </a:cubicBezTo>
                  <a:cubicBezTo>
                    <a:pt x="37" y="10307"/>
                    <a:pt x="0" y="12283"/>
                    <a:pt x="441" y="14161"/>
                  </a:cubicBezTo>
                  <a:cubicBezTo>
                    <a:pt x="634" y="14987"/>
                    <a:pt x="1237" y="15618"/>
                    <a:pt x="2052" y="15850"/>
                  </a:cubicBezTo>
                  <a:cubicBezTo>
                    <a:pt x="2267" y="15911"/>
                    <a:pt x="2483" y="15941"/>
                    <a:pt x="2697" y="15941"/>
                  </a:cubicBezTo>
                  <a:cubicBezTo>
                    <a:pt x="3297" y="15941"/>
                    <a:pt x="3872" y="15705"/>
                    <a:pt x="4315" y="15263"/>
                  </a:cubicBezTo>
                  <a:lnTo>
                    <a:pt x="6426" y="13148"/>
                  </a:lnTo>
                  <a:cubicBezTo>
                    <a:pt x="6908" y="12666"/>
                    <a:pt x="7548" y="12402"/>
                    <a:pt x="8228" y="12402"/>
                  </a:cubicBezTo>
                  <a:cubicBezTo>
                    <a:pt x="8909" y="12402"/>
                    <a:pt x="9549" y="12666"/>
                    <a:pt x="10029" y="13148"/>
                  </a:cubicBezTo>
                  <a:cubicBezTo>
                    <a:pt x="11022" y="14143"/>
                    <a:pt x="11022" y="15760"/>
                    <a:pt x="10029" y="16755"/>
                  </a:cubicBezTo>
                  <a:lnTo>
                    <a:pt x="7917" y="18868"/>
                  </a:lnTo>
                  <a:cubicBezTo>
                    <a:pt x="7317" y="19469"/>
                    <a:pt x="7097" y="20318"/>
                    <a:pt x="7329" y="21136"/>
                  </a:cubicBezTo>
                  <a:cubicBezTo>
                    <a:pt x="7560" y="21949"/>
                    <a:pt x="8186" y="22547"/>
                    <a:pt x="9003" y="22741"/>
                  </a:cubicBezTo>
                  <a:cubicBezTo>
                    <a:pt x="9875" y="22947"/>
                    <a:pt x="10768" y="23050"/>
                    <a:pt x="11660" y="23050"/>
                  </a:cubicBezTo>
                  <a:cubicBezTo>
                    <a:pt x="12691" y="23050"/>
                    <a:pt x="13720" y="22913"/>
                    <a:pt x="14716" y="22640"/>
                  </a:cubicBezTo>
                  <a:cubicBezTo>
                    <a:pt x="16634" y="22114"/>
                    <a:pt x="18395" y="21088"/>
                    <a:pt x="19810" y="19672"/>
                  </a:cubicBezTo>
                  <a:cubicBezTo>
                    <a:pt x="21985" y="17498"/>
                    <a:pt x="23184" y="14606"/>
                    <a:pt x="23186" y="11530"/>
                  </a:cubicBezTo>
                  <a:cubicBezTo>
                    <a:pt x="23191" y="8456"/>
                    <a:pt x="21998" y="5561"/>
                    <a:pt x="19828" y="3384"/>
                  </a:cubicBezTo>
                  <a:cubicBezTo>
                    <a:pt x="17660" y="1205"/>
                    <a:pt x="14766" y="4"/>
                    <a:pt x="116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6" name="Google Shape;5946;p69"/>
          <p:cNvGrpSpPr/>
          <p:nvPr/>
        </p:nvGrpSpPr>
        <p:grpSpPr>
          <a:xfrm>
            <a:off x="4304738" y="1589375"/>
            <a:ext cx="576325" cy="576350"/>
            <a:chOff x="4304738" y="1589375"/>
            <a:chExt cx="576325" cy="576350"/>
          </a:xfrm>
        </p:grpSpPr>
        <p:sp>
          <p:nvSpPr>
            <p:cNvPr id="5947" name="Google Shape;5947;p69"/>
            <p:cNvSpPr/>
            <p:nvPr/>
          </p:nvSpPr>
          <p:spPr>
            <a:xfrm>
              <a:off x="4726338" y="1671325"/>
              <a:ext cx="145625" cy="412500"/>
            </a:xfrm>
            <a:custGeom>
              <a:rect b="b" l="l" r="r" t="t"/>
              <a:pathLst>
                <a:path extrusionOk="0" h="16500" w="5825">
                  <a:moveTo>
                    <a:pt x="1" y="1"/>
                  </a:moveTo>
                  <a:lnTo>
                    <a:pt x="1" y="16500"/>
                  </a:lnTo>
                  <a:lnTo>
                    <a:pt x="3882" y="16500"/>
                  </a:lnTo>
                  <a:cubicBezTo>
                    <a:pt x="4953" y="16500"/>
                    <a:pt x="5823" y="15630"/>
                    <a:pt x="5824" y="14560"/>
                  </a:cubicBezTo>
                  <a:lnTo>
                    <a:pt x="5824" y="1942"/>
                  </a:lnTo>
                  <a:cubicBezTo>
                    <a:pt x="5824" y="869"/>
                    <a:pt x="4953" y="1"/>
                    <a:pt x="388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9"/>
            <p:cNvSpPr/>
            <p:nvPr/>
          </p:nvSpPr>
          <p:spPr>
            <a:xfrm>
              <a:off x="4665688" y="1634950"/>
              <a:ext cx="145600" cy="485300"/>
            </a:xfrm>
            <a:custGeom>
              <a:rect b="b" l="l" r="r" t="t"/>
              <a:pathLst>
                <a:path extrusionOk="0" h="19412" w="5824">
                  <a:moveTo>
                    <a:pt x="1" y="1"/>
                  </a:moveTo>
                  <a:lnTo>
                    <a:pt x="1" y="19411"/>
                  </a:lnTo>
                  <a:lnTo>
                    <a:pt x="3882" y="19411"/>
                  </a:lnTo>
                  <a:cubicBezTo>
                    <a:pt x="4953" y="19411"/>
                    <a:pt x="5823" y="18542"/>
                    <a:pt x="5823" y="17472"/>
                  </a:cubicBezTo>
                  <a:lnTo>
                    <a:pt x="5823" y="1942"/>
                  </a:lnTo>
                  <a:cubicBezTo>
                    <a:pt x="5823" y="869"/>
                    <a:pt x="4953" y="1"/>
                    <a:pt x="388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9"/>
            <p:cNvSpPr/>
            <p:nvPr/>
          </p:nvSpPr>
          <p:spPr>
            <a:xfrm>
              <a:off x="4313838" y="1598525"/>
              <a:ext cx="424600" cy="558150"/>
            </a:xfrm>
            <a:custGeom>
              <a:rect b="b" l="l" r="r" t="t"/>
              <a:pathLst>
                <a:path extrusionOk="0" h="22326" w="16984">
                  <a:moveTo>
                    <a:pt x="1887" y="1"/>
                  </a:moveTo>
                  <a:cubicBezTo>
                    <a:pt x="846" y="1"/>
                    <a:pt x="0" y="871"/>
                    <a:pt x="0" y="1942"/>
                  </a:cubicBezTo>
                  <a:lnTo>
                    <a:pt x="0" y="20382"/>
                  </a:lnTo>
                  <a:cubicBezTo>
                    <a:pt x="0" y="21455"/>
                    <a:pt x="844" y="22325"/>
                    <a:pt x="1887" y="22325"/>
                  </a:cubicBezTo>
                  <a:lnTo>
                    <a:pt x="15098" y="22325"/>
                  </a:lnTo>
                  <a:cubicBezTo>
                    <a:pt x="16138" y="22325"/>
                    <a:pt x="16984" y="21454"/>
                    <a:pt x="16984" y="20382"/>
                  </a:cubicBezTo>
                  <a:lnTo>
                    <a:pt x="16984" y="16236"/>
                  </a:lnTo>
                  <a:lnTo>
                    <a:pt x="16984" y="13588"/>
                  </a:lnTo>
                  <a:lnTo>
                    <a:pt x="16984" y="1942"/>
                  </a:lnTo>
                  <a:cubicBezTo>
                    <a:pt x="16984" y="869"/>
                    <a:pt x="16141" y="1"/>
                    <a:pt x="150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9"/>
            <p:cNvSpPr/>
            <p:nvPr/>
          </p:nvSpPr>
          <p:spPr>
            <a:xfrm>
              <a:off x="4374513" y="1659175"/>
              <a:ext cx="48550" cy="436775"/>
            </a:xfrm>
            <a:custGeom>
              <a:rect b="b" l="l" r="r" t="t"/>
              <a:pathLst>
                <a:path extrusionOk="0" h="17471" w="1942">
                  <a:moveTo>
                    <a:pt x="971" y="1"/>
                  </a:moveTo>
                  <a:cubicBezTo>
                    <a:pt x="437" y="1"/>
                    <a:pt x="2" y="437"/>
                    <a:pt x="2" y="971"/>
                  </a:cubicBezTo>
                  <a:cubicBezTo>
                    <a:pt x="2" y="1506"/>
                    <a:pt x="435" y="1941"/>
                    <a:pt x="971" y="1941"/>
                  </a:cubicBezTo>
                  <a:cubicBezTo>
                    <a:pt x="1505" y="1941"/>
                    <a:pt x="1942" y="1507"/>
                    <a:pt x="1942" y="971"/>
                  </a:cubicBezTo>
                  <a:cubicBezTo>
                    <a:pt x="1942" y="437"/>
                    <a:pt x="1505" y="1"/>
                    <a:pt x="971" y="1"/>
                  </a:cubicBezTo>
                  <a:close/>
                  <a:moveTo>
                    <a:pt x="970" y="7766"/>
                  </a:moveTo>
                  <a:cubicBezTo>
                    <a:pt x="434" y="7766"/>
                    <a:pt x="0" y="8201"/>
                    <a:pt x="0" y="8736"/>
                  </a:cubicBezTo>
                  <a:cubicBezTo>
                    <a:pt x="0" y="9272"/>
                    <a:pt x="435" y="9705"/>
                    <a:pt x="970" y="9705"/>
                  </a:cubicBezTo>
                  <a:cubicBezTo>
                    <a:pt x="1507" y="9705"/>
                    <a:pt x="1940" y="9271"/>
                    <a:pt x="1940" y="8736"/>
                  </a:cubicBezTo>
                  <a:cubicBezTo>
                    <a:pt x="1942" y="8201"/>
                    <a:pt x="1505" y="7766"/>
                    <a:pt x="970" y="7766"/>
                  </a:cubicBezTo>
                  <a:close/>
                  <a:moveTo>
                    <a:pt x="970" y="15531"/>
                  </a:moveTo>
                  <a:cubicBezTo>
                    <a:pt x="434" y="15531"/>
                    <a:pt x="0" y="15965"/>
                    <a:pt x="0" y="16500"/>
                  </a:cubicBezTo>
                  <a:cubicBezTo>
                    <a:pt x="0" y="17036"/>
                    <a:pt x="435" y="17470"/>
                    <a:pt x="970" y="17470"/>
                  </a:cubicBezTo>
                  <a:cubicBezTo>
                    <a:pt x="1507" y="17470"/>
                    <a:pt x="1940" y="17036"/>
                    <a:pt x="1940" y="16500"/>
                  </a:cubicBezTo>
                  <a:cubicBezTo>
                    <a:pt x="1940" y="15965"/>
                    <a:pt x="1505" y="15531"/>
                    <a:pt x="970" y="155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9"/>
            <p:cNvSpPr/>
            <p:nvPr/>
          </p:nvSpPr>
          <p:spPr>
            <a:xfrm>
              <a:off x="4644413" y="1598525"/>
              <a:ext cx="18225" cy="558150"/>
            </a:xfrm>
            <a:custGeom>
              <a:rect b="b" l="l" r="r" t="t"/>
              <a:pathLst>
                <a:path extrusionOk="0" h="22326" w="729">
                  <a:moveTo>
                    <a:pt x="0" y="1"/>
                  </a:moveTo>
                  <a:lnTo>
                    <a:pt x="0" y="1458"/>
                  </a:lnTo>
                  <a:cubicBezTo>
                    <a:pt x="0" y="1658"/>
                    <a:pt x="164" y="1821"/>
                    <a:pt x="364" y="1821"/>
                  </a:cubicBezTo>
                  <a:cubicBezTo>
                    <a:pt x="565" y="1821"/>
                    <a:pt x="728" y="1658"/>
                    <a:pt x="728" y="1458"/>
                  </a:cubicBezTo>
                  <a:lnTo>
                    <a:pt x="728" y="1"/>
                  </a:lnTo>
                  <a:close/>
                  <a:moveTo>
                    <a:pt x="364" y="2501"/>
                  </a:moveTo>
                  <a:cubicBezTo>
                    <a:pt x="164" y="2501"/>
                    <a:pt x="0" y="2664"/>
                    <a:pt x="0" y="2864"/>
                  </a:cubicBezTo>
                  <a:lnTo>
                    <a:pt x="0" y="2913"/>
                  </a:lnTo>
                  <a:cubicBezTo>
                    <a:pt x="0" y="3113"/>
                    <a:pt x="164" y="3277"/>
                    <a:pt x="364" y="3277"/>
                  </a:cubicBezTo>
                  <a:cubicBezTo>
                    <a:pt x="565" y="3277"/>
                    <a:pt x="728" y="3113"/>
                    <a:pt x="728" y="2913"/>
                  </a:cubicBezTo>
                  <a:lnTo>
                    <a:pt x="728" y="2864"/>
                  </a:lnTo>
                  <a:cubicBezTo>
                    <a:pt x="728" y="2664"/>
                    <a:pt x="565" y="2501"/>
                    <a:pt x="364" y="2501"/>
                  </a:cubicBezTo>
                  <a:close/>
                  <a:moveTo>
                    <a:pt x="364" y="4004"/>
                  </a:moveTo>
                  <a:cubicBezTo>
                    <a:pt x="164" y="4004"/>
                    <a:pt x="0" y="4168"/>
                    <a:pt x="0" y="4369"/>
                  </a:cubicBezTo>
                  <a:lnTo>
                    <a:pt x="0" y="22325"/>
                  </a:lnTo>
                  <a:lnTo>
                    <a:pt x="728" y="22325"/>
                  </a:lnTo>
                  <a:lnTo>
                    <a:pt x="728" y="22322"/>
                  </a:lnTo>
                  <a:lnTo>
                    <a:pt x="728" y="4369"/>
                  </a:lnTo>
                  <a:cubicBezTo>
                    <a:pt x="728" y="4168"/>
                    <a:pt x="565" y="4004"/>
                    <a:pt x="364" y="4004"/>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9"/>
            <p:cNvSpPr/>
            <p:nvPr/>
          </p:nvSpPr>
          <p:spPr>
            <a:xfrm>
              <a:off x="4304738" y="1589375"/>
              <a:ext cx="576325" cy="576350"/>
            </a:xfrm>
            <a:custGeom>
              <a:rect b="b" l="l" r="r" t="t"/>
              <a:pathLst>
                <a:path extrusionOk="0" h="23054" w="23053">
                  <a:moveTo>
                    <a:pt x="3761" y="3159"/>
                  </a:moveTo>
                  <a:cubicBezTo>
                    <a:pt x="4094" y="3159"/>
                    <a:pt x="4366" y="3431"/>
                    <a:pt x="4366" y="3765"/>
                  </a:cubicBezTo>
                  <a:cubicBezTo>
                    <a:pt x="4366" y="4099"/>
                    <a:pt x="4096" y="4370"/>
                    <a:pt x="3761" y="4370"/>
                  </a:cubicBezTo>
                  <a:cubicBezTo>
                    <a:pt x="3427" y="4370"/>
                    <a:pt x="3155" y="4099"/>
                    <a:pt x="3155" y="3765"/>
                  </a:cubicBezTo>
                  <a:cubicBezTo>
                    <a:pt x="3155" y="3431"/>
                    <a:pt x="3427" y="3159"/>
                    <a:pt x="3761" y="3159"/>
                  </a:cubicBezTo>
                  <a:close/>
                  <a:moveTo>
                    <a:pt x="3761" y="2429"/>
                  </a:moveTo>
                  <a:cubicBezTo>
                    <a:pt x="3026" y="2429"/>
                    <a:pt x="2426" y="3027"/>
                    <a:pt x="2426" y="3763"/>
                  </a:cubicBezTo>
                  <a:cubicBezTo>
                    <a:pt x="2426" y="4498"/>
                    <a:pt x="3026" y="5098"/>
                    <a:pt x="3761" y="5098"/>
                  </a:cubicBezTo>
                  <a:cubicBezTo>
                    <a:pt x="4497" y="5098"/>
                    <a:pt x="5095" y="4498"/>
                    <a:pt x="5095" y="3763"/>
                  </a:cubicBezTo>
                  <a:cubicBezTo>
                    <a:pt x="5095" y="3027"/>
                    <a:pt x="4498" y="2429"/>
                    <a:pt x="3761" y="2429"/>
                  </a:cubicBezTo>
                  <a:close/>
                  <a:moveTo>
                    <a:pt x="3761" y="10923"/>
                  </a:moveTo>
                  <a:cubicBezTo>
                    <a:pt x="4094" y="10923"/>
                    <a:pt x="4366" y="11196"/>
                    <a:pt x="4366" y="11530"/>
                  </a:cubicBezTo>
                  <a:cubicBezTo>
                    <a:pt x="4367" y="11864"/>
                    <a:pt x="4096" y="12135"/>
                    <a:pt x="3761" y="12135"/>
                  </a:cubicBezTo>
                  <a:cubicBezTo>
                    <a:pt x="3427" y="12135"/>
                    <a:pt x="3155" y="11864"/>
                    <a:pt x="3155" y="11530"/>
                  </a:cubicBezTo>
                  <a:cubicBezTo>
                    <a:pt x="3155" y="11196"/>
                    <a:pt x="3427" y="10923"/>
                    <a:pt x="3761" y="10923"/>
                  </a:cubicBezTo>
                  <a:close/>
                  <a:moveTo>
                    <a:pt x="3761" y="10194"/>
                  </a:moveTo>
                  <a:cubicBezTo>
                    <a:pt x="3026" y="10194"/>
                    <a:pt x="2426" y="10792"/>
                    <a:pt x="2426" y="11528"/>
                  </a:cubicBezTo>
                  <a:cubicBezTo>
                    <a:pt x="2426" y="12263"/>
                    <a:pt x="3026" y="12861"/>
                    <a:pt x="3761" y="12861"/>
                  </a:cubicBezTo>
                  <a:cubicBezTo>
                    <a:pt x="4497" y="12861"/>
                    <a:pt x="5095" y="12263"/>
                    <a:pt x="5095" y="11528"/>
                  </a:cubicBezTo>
                  <a:cubicBezTo>
                    <a:pt x="5096" y="10792"/>
                    <a:pt x="4498" y="10194"/>
                    <a:pt x="3761" y="10194"/>
                  </a:cubicBezTo>
                  <a:close/>
                  <a:moveTo>
                    <a:pt x="20747" y="3644"/>
                  </a:moveTo>
                  <a:cubicBezTo>
                    <a:pt x="21617" y="3644"/>
                    <a:pt x="22324" y="4352"/>
                    <a:pt x="22324" y="5221"/>
                  </a:cubicBezTo>
                  <a:lnTo>
                    <a:pt x="22324" y="17837"/>
                  </a:lnTo>
                  <a:cubicBezTo>
                    <a:pt x="22324" y="18708"/>
                    <a:pt x="21617" y="19415"/>
                    <a:pt x="20747" y="19415"/>
                  </a:cubicBezTo>
                  <a:lnTo>
                    <a:pt x="20622" y="19415"/>
                  </a:lnTo>
                  <a:cubicBezTo>
                    <a:pt x="20623" y="19374"/>
                    <a:pt x="20626" y="19334"/>
                    <a:pt x="20626" y="19293"/>
                  </a:cubicBezTo>
                  <a:lnTo>
                    <a:pt x="20626" y="3765"/>
                  </a:lnTo>
                  <a:cubicBezTo>
                    <a:pt x="20626" y="3724"/>
                    <a:pt x="20623" y="3684"/>
                    <a:pt x="20622" y="3644"/>
                  </a:cubicBezTo>
                  <a:close/>
                  <a:moveTo>
                    <a:pt x="3761" y="18688"/>
                  </a:moveTo>
                  <a:cubicBezTo>
                    <a:pt x="4094" y="18688"/>
                    <a:pt x="4366" y="18959"/>
                    <a:pt x="4366" y="19293"/>
                  </a:cubicBezTo>
                  <a:cubicBezTo>
                    <a:pt x="4366" y="19629"/>
                    <a:pt x="4096" y="19900"/>
                    <a:pt x="3761" y="19900"/>
                  </a:cubicBezTo>
                  <a:cubicBezTo>
                    <a:pt x="3427" y="19900"/>
                    <a:pt x="3155" y="19629"/>
                    <a:pt x="3155" y="19293"/>
                  </a:cubicBezTo>
                  <a:cubicBezTo>
                    <a:pt x="3155" y="18959"/>
                    <a:pt x="3427" y="18688"/>
                    <a:pt x="3761" y="18688"/>
                  </a:cubicBezTo>
                  <a:close/>
                  <a:moveTo>
                    <a:pt x="3761" y="17959"/>
                  </a:moveTo>
                  <a:cubicBezTo>
                    <a:pt x="3026" y="17959"/>
                    <a:pt x="2426" y="18557"/>
                    <a:pt x="2426" y="19292"/>
                  </a:cubicBezTo>
                  <a:cubicBezTo>
                    <a:pt x="2426" y="20028"/>
                    <a:pt x="3026" y="20626"/>
                    <a:pt x="3761" y="20626"/>
                  </a:cubicBezTo>
                  <a:cubicBezTo>
                    <a:pt x="4497" y="20626"/>
                    <a:pt x="5095" y="20028"/>
                    <a:pt x="5095" y="19292"/>
                  </a:cubicBezTo>
                  <a:cubicBezTo>
                    <a:pt x="5095" y="18557"/>
                    <a:pt x="4498" y="17959"/>
                    <a:pt x="3761" y="17959"/>
                  </a:cubicBezTo>
                  <a:close/>
                  <a:moveTo>
                    <a:pt x="18320" y="2187"/>
                  </a:moveTo>
                  <a:cubicBezTo>
                    <a:pt x="19191" y="2187"/>
                    <a:pt x="19897" y="2895"/>
                    <a:pt x="19897" y="3765"/>
                  </a:cubicBezTo>
                  <a:lnTo>
                    <a:pt x="19897" y="19292"/>
                  </a:lnTo>
                  <a:cubicBezTo>
                    <a:pt x="19897" y="20163"/>
                    <a:pt x="19191" y="20869"/>
                    <a:pt x="18320" y="20869"/>
                  </a:cubicBezTo>
                  <a:lnTo>
                    <a:pt x="17710" y="20869"/>
                  </a:lnTo>
                  <a:cubicBezTo>
                    <a:pt x="17713" y="20829"/>
                    <a:pt x="17714" y="20790"/>
                    <a:pt x="17714" y="20748"/>
                  </a:cubicBezTo>
                  <a:lnTo>
                    <a:pt x="17714" y="2308"/>
                  </a:lnTo>
                  <a:cubicBezTo>
                    <a:pt x="17714" y="2267"/>
                    <a:pt x="17713" y="2227"/>
                    <a:pt x="17710" y="2187"/>
                  </a:cubicBezTo>
                  <a:close/>
                  <a:moveTo>
                    <a:pt x="15463" y="731"/>
                  </a:moveTo>
                  <a:cubicBezTo>
                    <a:pt x="16303" y="731"/>
                    <a:pt x="16985" y="1438"/>
                    <a:pt x="16985" y="2308"/>
                  </a:cubicBezTo>
                  <a:lnTo>
                    <a:pt x="16985" y="20748"/>
                  </a:lnTo>
                  <a:cubicBezTo>
                    <a:pt x="16985" y="21620"/>
                    <a:pt x="16302" y="22326"/>
                    <a:pt x="15463" y="22326"/>
                  </a:cubicBezTo>
                  <a:lnTo>
                    <a:pt x="2253" y="22326"/>
                  </a:lnTo>
                  <a:cubicBezTo>
                    <a:pt x="1413" y="22326"/>
                    <a:pt x="729" y="21620"/>
                    <a:pt x="729" y="20748"/>
                  </a:cubicBezTo>
                  <a:lnTo>
                    <a:pt x="729" y="2308"/>
                  </a:lnTo>
                  <a:cubicBezTo>
                    <a:pt x="729" y="1438"/>
                    <a:pt x="1414" y="731"/>
                    <a:pt x="2253" y="731"/>
                  </a:cubicBezTo>
                  <a:close/>
                  <a:moveTo>
                    <a:pt x="2250" y="0"/>
                  </a:moveTo>
                  <a:cubicBezTo>
                    <a:pt x="1009" y="0"/>
                    <a:pt x="0" y="1035"/>
                    <a:pt x="0" y="2307"/>
                  </a:cubicBezTo>
                  <a:lnTo>
                    <a:pt x="0" y="20747"/>
                  </a:lnTo>
                  <a:cubicBezTo>
                    <a:pt x="0" y="22017"/>
                    <a:pt x="1009" y="23053"/>
                    <a:pt x="2250" y="23053"/>
                  </a:cubicBezTo>
                  <a:lnTo>
                    <a:pt x="15462" y="23053"/>
                  </a:lnTo>
                  <a:cubicBezTo>
                    <a:pt x="16410" y="23053"/>
                    <a:pt x="17224" y="22450"/>
                    <a:pt x="17554" y="21597"/>
                  </a:cubicBezTo>
                  <a:lnTo>
                    <a:pt x="18320" y="21597"/>
                  </a:lnTo>
                  <a:cubicBezTo>
                    <a:pt x="19292" y="21597"/>
                    <a:pt x="20125" y="20993"/>
                    <a:pt x="20461" y="20140"/>
                  </a:cubicBezTo>
                  <a:lnTo>
                    <a:pt x="20746" y="20140"/>
                  </a:lnTo>
                  <a:cubicBezTo>
                    <a:pt x="22016" y="20140"/>
                    <a:pt x="23052" y="19106"/>
                    <a:pt x="23052" y="17834"/>
                  </a:cubicBezTo>
                  <a:lnTo>
                    <a:pt x="23052" y="5216"/>
                  </a:lnTo>
                  <a:cubicBezTo>
                    <a:pt x="23051" y="3948"/>
                    <a:pt x="22016" y="2914"/>
                    <a:pt x="20746" y="2914"/>
                  </a:cubicBezTo>
                  <a:lnTo>
                    <a:pt x="20461" y="2914"/>
                  </a:lnTo>
                  <a:cubicBezTo>
                    <a:pt x="20123" y="2061"/>
                    <a:pt x="19289" y="1457"/>
                    <a:pt x="18320" y="1457"/>
                  </a:cubicBezTo>
                  <a:lnTo>
                    <a:pt x="17554" y="1457"/>
                  </a:lnTo>
                  <a:cubicBezTo>
                    <a:pt x="17224" y="604"/>
                    <a:pt x="16410" y="0"/>
                    <a:pt x="1546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3" name="Google Shape;5953;p69"/>
          <p:cNvGrpSpPr/>
          <p:nvPr/>
        </p:nvGrpSpPr>
        <p:grpSpPr>
          <a:xfrm>
            <a:off x="2520125" y="2359050"/>
            <a:ext cx="576425" cy="576325"/>
            <a:chOff x="2520125" y="2359050"/>
            <a:chExt cx="576425" cy="576325"/>
          </a:xfrm>
        </p:grpSpPr>
        <p:sp>
          <p:nvSpPr>
            <p:cNvPr id="5954" name="Google Shape;5954;p69"/>
            <p:cNvSpPr/>
            <p:nvPr/>
          </p:nvSpPr>
          <p:spPr>
            <a:xfrm>
              <a:off x="2792125" y="2497475"/>
              <a:ext cx="132075" cy="297175"/>
            </a:xfrm>
            <a:custGeom>
              <a:rect b="b" l="l" r="r" t="t"/>
              <a:pathLst>
                <a:path extrusionOk="0" h="11887" w="5283">
                  <a:moveTo>
                    <a:pt x="3407" y="1"/>
                  </a:moveTo>
                  <a:lnTo>
                    <a:pt x="2969" y="1631"/>
                  </a:lnTo>
                  <a:cubicBezTo>
                    <a:pt x="2612" y="1811"/>
                    <a:pt x="2331" y="2138"/>
                    <a:pt x="2220" y="2553"/>
                  </a:cubicBezTo>
                  <a:lnTo>
                    <a:pt x="210" y="10054"/>
                  </a:lnTo>
                  <a:cubicBezTo>
                    <a:pt x="0" y="10830"/>
                    <a:pt x="462" y="11628"/>
                    <a:pt x="1239" y="11836"/>
                  </a:cubicBezTo>
                  <a:cubicBezTo>
                    <a:pt x="1366" y="11870"/>
                    <a:pt x="1494" y="11887"/>
                    <a:pt x="1619" y="11887"/>
                  </a:cubicBezTo>
                  <a:cubicBezTo>
                    <a:pt x="2261" y="11887"/>
                    <a:pt x="2848" y="11457"/>
                    <a:pt x="3023" y="10808"/>
                  </a:cubicBezTo>
                  <a:lnTo>
                    <a:pt x="5031" y="3308"/>
                  </a:lnTo>
                  <a:cubicBezTo>
                    <a:pt x="5143" y="2891"/>
                    <a:pt x="5062" y="2468"/>
                    <a:pt x="4845" y="2134"/>
                  </a:cubicBezTo>
                  <a:lnTo>
                    <a:pt x="5282" y="504"/>
                  </a:lnTo>
                  <a:lnTo>
                    <a:pt x="340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9"/>
            <p:cNvSpPr/>
            <p:nvPr/>
          </p:nvSpPr>
          <p:spPr>
            <a:xfrm>
              <a:off x="2828075" y="2368200"/>
              <a:ext cx="155025" cy="178250"/>
            </a:xfrm>
            <a:custGeom>
              <a:rect b="b" l="l" r="r" t="t"/>
              <a:pathLst>
                <a:path extrusionOk="0" h="7130" w="6201">
                  <a:moveTo>
                    <a:pt x="4357" y="0"/>
                  </a:moveTo>
                  <a:lnTo>
                    <a:pt x="1467" y="1980"/>
                  </a:lnTo>
                  <a:cubicBezTo>
                    <a:pt x="950" y="2332"/>
                    <a:pt x="577" y="2858"/>
                    <a:pt x="415" y="3465"/>
                  </a:cubicBezTo>
                  <a:cubicBezTo>
                    <a:pt x="0" y="5017"/>
                    <a:pt x="921" y="6614"/>
                    <a:pt x="2474" y="7029"/>
                  </a:cubicBezTo>
                  <a:cubicBezTo>
                    <a:pt x="2728" y="7097"/>
                    <a:pt x="2982" y="7130"/>
                    <a:pt x="3232" y="7130"/>
                  </a:cubicBezTo>
                  <a:cubicBezTo>
                    <a:pt x="4517" y="7130"/>
                    <a:pt x="5691" y="6272"/>
                    <a:pt x="6040" y="4973"/>
                  </a:cubicBezTo>
                  <a:cubicBezTo>
                    <a:pt x="6201" y="4369"/>
                    <a:pt x="6141" y="3725"/>
                    <a:pt x="5871" y="3161"/>
                  </a:cubicBezTo>
                  <a:lnTo>
                    <a:pt x="435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9"/>
            <p:cNvSpPr/>
            <p:nvPr/>
          </p:nvSpPr>
          <p:spPr>
            <a:xfrm>
              <a:off x="2874900" y="2368125"/>
              <a:ext cx="63500" cy="176100"/>
            </a:xfrm>
            <a:custGeom>
              <a:rect b="b" l="l" r="r" t="t"/>
              <a:pathLst>
                <a:path extrusionOk="0" h="7044" w="2540">
                  <a:moveTo>
                    <a:pt x="2484" y="0"/>
                  </a:moveTo>
                  <a:lnTo>
                    <a:pt x="1062" y="2372"/>
                  </a:lnTo>
                  <a:cubicBezTo>
                    <a:pt x="808" y="2797"/>
                    <a:pt x="579" y="3363"/>
                    <a:pt x="417" y="3968"/>
                  </a:cubicBezTo>
                  <a:cubicBezTo>
                    <a:pt x="0" y="5523"/>
                    <a:pt x="84" y="6894"/>
                    <a:pt x="601" y="7032"/>
                  </a:cubicBezTo>
                  <a:cubicBezTo>
                    <a:pt x="630" y="7040"/>
                    <a:pt x="659" y="7044"/>
                    <a:pt x="689" y="7044"/>
                  </a:cubicBezTo>
                  <a:cubicBezTo>
                    <a:pt x="1203" y="7044"/>
                    <a:pt x="1899" y="5940"/>
                    <a:pt x="2293" y="4468"/>
                  </a:cubicBezTo>
                  <a:cubicBezTo>
                    <a:pt x="2455" y="3864"/>
                    <a:pt x="2540" y="3259"/>
                    <a:pt x="2530" y="2766"/>
                  </a:cubicBezTo>
                  <a:lnTo>
                    <a:pt x="2484" y="0"/>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9"/>
            <p:cNvSpPr/>
            <p:nvPr/>
          </p:nvSpPr>
          <p:spPr>
            <a:xfrm>
              <a:off x="2599525" y="2368150"/>
              <a:ext cx="191325" cy="314100"/>
            </a:xfrm>
            <a:custGeom>
              <a:rect b="b" l="l" r="r" t="t"/>
              <a:pathLst>
                <a:path extrusionOk="0" h="12564" w="7653">
                  <a:moveTo>
                    <a:pt x="3889" y="1"/>
                  </a:moveTo>
                  <a:cubicBezTo>
                    <a:pt x="3806" y="1"/>
                    <a:pt x="3721" y="11"/>
                    <a:pt x="3637" y="34"/>
                  </a:cubicBezTo>
                  <a:lnTo>
                    <a:pt x="825" y="787"/>
                  </a:lnTo>
                  <a:cubicBezTo>
                    <a:pt x="307" y="926"/>
                    <a:pt x="0" y="1459"/>
                    <a:pt x="140" y="1976"/>
                  </a:cubicBezTo>
                  <a:lnTo>
                    <a:pt x="2965" y="12563"/>
                  </a:lnTo>
                  <a:lnTo>
                    <a:pt x="7653" y="11307"/>
                  </a:lnTo>
                  <a:lnTo>
                    <a:pt x="4826" y="720"/>
                  </a:lnTo>
                  <a:cubicBezTo>
                    <a:pt x="4711" y="286"/>
                    <a:pt x="4319" y="1"/>
                    <a:pt x="38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9"/>
            <p:cNvSpPr/>
            <p:nvPr/>
          </p:nvSpPr>
          <p:spPr>
            <a:xfrm>
              <a:off x="2633100" y="2372100"/>
              <a:ext cx="83800" cy="159325"/>
            </a:xfrm>
            <a:custGeom>
              <a:rect b="b" l="l" r="r" t="t"/>
              <a:pathLst>
                <a:path extrusionOk="0" h="6373" w="3352">
                  <a:moveTo>
                    <a:pt x="1828" y="1"/>
                  </a:moveTo>
                  <a:lnTo>
                    <a:pt x="0" y="491"/>
                  </a:lnTo>
                  <a:lnTo>
                    <a:pt x="1387" y="5671"/>
                  </a:lnTo>
                  <a:cubicBezTo>
                    <a:pt x="1500" y="6094"/>
                    <a:pt x="1883" y="6373"/>
                    <a:pt x="2301" y="6373"/>
                  </a:cubicBezTo>
                  <a:cubicBezTo>
                    <a:pt x="2381" y="6373"/>
                    <a:pt x="2464" y="6362"/>
                    <a:pt x="2545" y="6340"/>
                  </a:cubicBezTo>
                  <a:cubicBezTo>
                    <a:pt x="3050" y="6205"/>
                    <a:pt x="3351" y="5686"/>
                    <a:pt x="3215" y="5181"/>
                  </a:cubicBezTo>
                  <a:lnTo>
                    <a:pt x="18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9"/>
            <p:cNvSpPr/>
            <p:nvPr/>
          </p:nvSpPr>
          <p:spPr>
            <a:xfrm>
              <a:off x="2593125" y="2610825"/>
              <a:ext cx="353375" cy="315350"/>
            </a:xfrm>
            <a:custGeom>
              <a:rect b="b" l="l" r="r" t="t"/>
              <a:pathLst>
                <a:path extrusionOk="0" h="12614" w="14135">
                  <a:moveTo>
                    <a:pt x="1913" y="2793"/>
                  </a:moveTo>
                  <a:lnTo>
                    <a:pt x="2054" y="4005"/>
                  </a:lnTo>
                  <a:lnTo>
                    <a:pt x="1332" y="4003"/>
                  </a:lnTo>
                  <a:cubicBezTo>
                    <a:pt x="998" y="4003"/>
                    <a:pt x="727" y="3732"/>
                    <a:pt x="727" y="3398"/>
                  </a:cubicBezTo>
                  <a:cubicBezTo>
                    <a:pt x="727" y="3064"/>
                    <a:pt x="998" y="2793"/>
                    <a:pt x="1332" y="2793"/>
                  </a:cubicBezTo>
                  <a:close/>
                  <a:moveTo>
                    <a:pt x="2136" y="0"/>
                  </a:moveTo>
                  <a:cubicBezTo>
                    <a:pt x="1847" y="0"/>
                    <a:pt x="1621" y="252"/>
                    <a:pt x="1655" y="540"/>
                  </a:cubicBezTo>
                  <a:lnTo>
                    <a:pt x="1898" y="2652"/>
                  </a:lnTo>
                  <a:lnTo>
                    <a:pt x="1898" y="2652"/>
                  </a:lnTo>
                  <a:lnTo>
                    <a:pt x="1829" y="2061"/>
                  </a:lnTo>
                  <a:lnTo>
                    <a:pt x="1335" y="2061"/>
                  </a:lnTo>
                  <a:cubicBezTo>
                    <a:pt x="599" y="2061"/>
                    <a:pt x="0" y="2659"/>
                    <a:pt x="0" y="3394"/>
                  </a:cubicBezTo>
                  <a:cubicBezTo>
                    <a:pt x="0" y="4130"/>
                    <a:pt x="599" y="4728"/>
                    <a:pt x="1335" y="4728"/>
                  </a:cubicBezTo>
                  <a:lnTo>
                    <a:pt x="2139" y="4728"/>
                  </a:lnTo>
                  <a:lnTo>
                    <a:pt x="2949" y="11754"/>
                  </a:lnTo>
                  <a:cubicBezTo>
                    <a:pt x="3006" y="12244"/>
                    <a:pt x="3420" y="12614"/>
                    <a:pt x="3914" y="12614"/>
                  </a:cubicBezTo>
                  <a:lnTo>
                    <a:pt x="11845" y="12614"/>
                  </a:lnTo>
                  <a:cubicBezTo>
                    <a:pt x="12340" y="12614"/>
                    <a:pt x="12754" y="12244"/>
                    <a:pt x="12810" y="11754"/>
                  </a:cubicBezTo>
                  <a:lnTo>
                    <a:pt x="14105" y="539"/>
                  </a:lnTo>
                  <a:cubicBezTo>
                    <a:pt x="14135" y="252"/>
                    <a:pt x="13912" y="0"/>
                    <a:pt x="136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9"/>
            <p:cNvSpPr/>
            <p:nvPr/>
          </p:nvSpPr>
          <p:spPr>
            <a:xfrm>
              <a:off x="2659500" y="2610775"/>
              <a:ext cx="287000" cy="315450"/>
            </a:xfrm>
            <a:custGeom>
              <a:rect b="b" l="l" r="r" t="t"/>
              <a:pathLst>
                <a:path extrusionOk="0" h="12618" w="11480">
                  <a:moveTo>
                    <a:pt x="7073" y="1"/>
                  </a:moveTo>
                  <a:lnTo>
                    <a:pt x="6405" y="5782"/>
                  </a:lnTo>
                  <a:cubicBezTo>
                    <a:pt x="6179" y="7741"/>
                    <a:pt x="4521" y="9219"/>
                    <a:pt x="2548" y="9219"/>
                  </a:cubicBezTo>
                  <a:lnTo>
                    <a:pt x="0" y="9219"/>
                  </a:lnTo>
                  <a:lnTo>
                    <a:pt x="293" y="11757"/>
                  </a:lnTo>
                  <a:cubicBezTo>
                    <a:pt x="350" y="12248"/>
                    <a:pt x="763" y="12617"/>
                    <a:pt x="1258" y="12617"/>
                  </a:cubicBezTo>
                  <a:lnTo>
                    <a:pt x="9189" y="12617"/>
                  </a:lnTo>
                  <a:cubicBezTo>
                    <a:pt x="9682" y="12617"/>
                    <a:pt x="10097" y="12248"/>
                    <a:pt x="10154" y="11757"/>
                  </a:cubicBezTo>
                  <a:lnTo>
                    <a:pt x="11449" y="542"/>
                  </a:lnTo>
                  <a:cubicBezTo>
                    <a:pt x="11480" y="254"/>
                    <a:pt x="11257" y="2"/>
                    <a:pt x="10965"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9"/>
            <p:cNvSpPr/>
            <p:nvPr/>
          </p:nvSpPr>
          <p:spPr>
            <a:xfrm>
              <a:off x="2805975" y="2841275"/>
              <a:ext cx="210775" cy="84950"/>
            </a:xfrm>
            <a:custGeom>
              <a:rect b="b" l="l" r="r" t="t"/>
              <a:pathLst>
                <a:path extrusionOk="0" h="3398" w="8431">
                  <a:moveTo>
                    <a:pt x="2584" y="1"/>
                  </a:moveTo>
                  <a:cubicBezTo>
                    <a:pt x="1808" y="1"/>
                    <a:pt x="1106" y="463"/>
                    <a:pt x="800" y="1177"/>
                  </a:cubicBezTo>
                  <a:lnTo>
                    <a:pt x="138" y="2721"/>
                  </a:lnTo>
                  <a:cubicBezTo>
                    <a:pt x="0" y="3041"/>
                    <a:pt x="235" y="3397"/>
                    <a:pt x="583" y="3397"/>
                  </a:cubicBezTo>
                  <a:lnTo>
                    <a:pt x="5847" y="3397"/>
                  </a:lnTo>
                  <a:cubicBezTo>
                    <a:pt x="6623" y="3397"/>
                    <a:pt x="7325" y="2935"/>
                    <a:pt x="7630" y="2222"/>
                  </a:cubicBezTo>
                  <a:lnTo>
                    <a:pt x="8293" y="677"/>
                  </a:lnTo>
                  <a:cubicBezTo>
                    <a:pt x="8430" y="357"/>
                    <a:pt x="8196" y="1"/>
                    <a:pt x="78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9"/>
            <p:cNvSpPr/>
            <p:nvPr/>
          </p:nvSpPr>
          <p:spPr>
            <a:xfrm>
              <a:off x="2805975" y="2841275"/>
              <a:ext cx="210775" cy="84950"/>
            </a:xfrm>
            <a:custGeom>
              <a:rect b="b" l="l" r="r" t="t"/>
              <a:pathLst>
                <a:path extrusionOk="0" h="3398" w="8431">
                  <a:moveTo>
                    <a:pt x="6994" y="1"/>
                  </a:moveTo>
                  <a:lnTo>
                    <a:pt x="6667" y="765"/>
                  </a:lnTo>
                  <a:cubicBezTo>
                    <a:pt x="6361" y="1477"/>
                    <a:pt x="5661" y="1941"/>
                    <a:pt x="4885" y="1941"/>
                  </a:cubicBezTo>
                  <a:lnTo>
                    <a:pt x="472" y="1941"/>
                  </a:lnTo>
                  <a:lnTo>
                    <a:pt x="138" y="2721"/>
                  </a:lnTo>
                  <a:cubicBezTo>
                    <a:pt x="0" y="3041"/>
                    <a:pt x="235" y="3397"/>
                    <a:pt x="583" y="3397"/>
                  </a:cubicBezTo>
                  <a:lnTo>
                    <a:pt x="5847" y="3397"/>
                  </a:lnTo>
                  <a:cubicBezTo>
                    <a:pt x="6623" y="3397"/>
                    <a:pt x="7325" y="2935"/>
                    <a:pt x="7630" y="2222"/>
                  </a:cubicBezTo>
                  <a:lnTo>
                    <a:pt x="8293" y="677"/>
                  </a:lnTo>
                  <a:cubicBezTo>
                    <a:pt x="8430" y="357"/>
                    <a:pt x="8196" y="1"/>
                    <a:pt x="7845"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9"/>
            <p:cNvSpPr/>
            <p:nvPr/>
          </p:nvSpPr>
          <p:spPr>
            <a:xfrm>
              <a:off x="2520125" y="2359050"/>
              <a:ext cx="576425" cy="576325"/>
            </a:xfrm>
            <a:custGeom>
              <a:rect b="b" l="l" r="r" t="t"/>
              <a:pathLst>
                <a:path extrusionOk="0" h="23053" w="23057">
                  <a:moveTo>
                    <a:pt x="6088" y="970"/>
                  </a:moveTo>
                  <a:lnTo>
                    <a:pt x="7381" y="5799"/>
                  </a:lnTo>
                  <a:cubicBezTo>
                    <a:pt x="7465" y="6109"/>
                    <a:pt x="7280" y="6429"/>
                    <a:pt x="6969" y="6511"/>
                  </a:cubicBezTo>
                  <a:cubicBezTo>
                    <a:pt x="6918" y="6525"/>
                    <a:pt x="6867" y="6531"/>
                    <a:pt x="6817" y="6531"/>
                  </a:cubicBezTo>
                  <a:cubicBezTo>
                    <a:pt x="6560" y="6531"/>
                    <a:pt x="6325" y="6360"/>
                    <a:pt x="6257" y="6099"/>
                  </a:cubicBezTo>
                  <a:lnTo>
                    <a:pt x="4963" y="1270"/>
                  </a:lnTo>
                  <a:lnTo>
                    <a:pt x="6088" y="970"/>
                  </a:lnTo>
                  <a:close/>
                  <a:moveTo>
                    <a:pt x="15509" y="1607"/>
                  </a:moveTo>
                  <a:lnTo>
                    <a:pt x="14942" y="2552"/>
                  </a:lnTo>
                  <a:cubicBezTo>
                    <a:pt x="14670" y="3004"/>
                    <a:pt x="14429" y="3604"/>
                    <a:pt x="14258" y="4239"/>
                  </a:cubicBezTo>
                  <a:cubicBezTo>
                    <a:pt x="14046" y="5028"/>
                    <a:pt x="13950" y="5801"/>
                    <a:pt x="13988" y="6417"/>
                  </a:cubicBezTo>
                  <a:cubicBezTo>
                    <a:pt x="13991" y="6486"/>
                    <a:pt x="13998" y="6552"/>
                    <a:pt x="14005" y="6613"/>
                  </a:cubicBezTo>
                  <a:cubicBezTo>
                    <a:pt x="13739" y="6412"/>
                    <a:pt x="13513" y="6157"/>
                    <a:pt x="13342" y="5859"/>
                  </a:cubicBezTo>
                  <a:cubicBezTo>
                    <a:pt x="13000" y="5268"/>
                    <a:pt x="12909" y="4581"/>
                    <a:pt x="13086" y="3925"/>
                  </a:cubicBezTo>
                  <a:cubicBezTo>
                    <a:pt x="13225" y="3405"/>
                    <a:pt x="13548" y="2950"/>
                    <a:pt x="13991" y="2646"/>
                  </a:cubicBezTo>
                  <a:lnTo>
                    <a:pt x="15509" y="1607"/>
                  </a:lnTo>
                  <a:close/>
                  <a:moveTo>
                    <a:pt x="16334" y="1645"/>
                  </a:moveTo>
                  <a:lnTo>
                    <a:pt x="16359" y="3137"/>
                  </a:lnTo>
                  <a:cubicBezTo>
                    <a:pt x="16366" y="3599"/>
                    <a:pt x="16286" y="4168"/>
                    <a:pt x="16134" y="4742"/>
                  </a:cubicBezTo>
                  <a:cubicBezTo>
                    <a:pt x="15716" y="6304"/>
                    <a:pt x="15075" y="7021"/>
                    <a:pt x="14888" y="7044"/>
                  </a:cubicBezTo>
                  <a:cubicBezTo>
                    <a:pt x="14738" y="6930"/>
                    <a:pt x="14544" y="5988"/>
                    <a:pt x="14962" y="4428"/>
                  </a:cubicBezTo>
                  <a:cubicBezTo>
                    <a:pt x="15114" y="3855"/>
                    <a:pt x="15331" y="3321"/>
                    <a:pt x="15567" y="2926"/>
                  </a:cubicBezTo>
                  <a:lnTo>
                    <a:pt x="16334" y="1645"/>
                  </a:lnTo>
                  <a:close/>
                  <a:moveTo>
                    <a:pt x="17069" y="2023"/>
                  </a:moveTo>
                  <a:lnTo>
                    <a:pt x="17863" y="3682"/>
                  </a:lnTo>
                  <a:cubicBezTo>
                    <a:pt x="18095" y="4168"/>
                    <a:pt x="18146" y="4722"/>
                    <a:pt x="18007" y="5242"/>
                  </a:cubicBezTo>
                  <a:cubicBezTo>
                    <a:pt x="17832" y="5900"/>
                    <a:pt x="17410" y="6449"/>
                    <a:pt x="16820" y="6790"/>
                  </a:cubicBezTo>
                  <a:cubicBezTo>
                    <a:pt x="16522" y="6962"/>
                    <a:pt x="16197" y="7071"/>
                    <a:pt x="15865" y="7114"/>
                  </a:cubicBezTo>
                  <a:cubicBezTo>
                    <a:pt x="16273" y="6565"/>
                    <a:pt x="16619" y="5747"/>
                    <a:pt x="16836" y="4929"/>
                  </a:cubicBezTo>
                  <a:cubicBezTo>
                    <a:pt x="17008" y="4294"/>
                    <a:pt x="17096" y="3652"/>
                    <a:pt x="17088" y="3125"/>
                  </a:cubicBezTo>
                  <a:lnTo>
                    <a:pt x="17069" y="2023"/>
                  </a:lnTo>
                  <a:close/>
                  <a:moveTo>
                    <a:pt x="7069" y="729"/>
                  </a:moveTo>
                  <a:cubicBezTo>
                    <a:pt x="7174" y="729"/>
                    <a:pt x="7277" y="757"/>
                    <a:pt x="7370" y="810"/>
                  </a:cubicBezTo>
                  <a:cubicBezTo>
                    <a:pt x="7511" y="892"/>
                    <a:pt x="7610" y="1021"/>
                    <a:pt x="7653" y="1178"/>
                  </a:cubicBezTo>
                  <a:lnTo>
                    <a:pt x="9938" y="9706"/>
                  </a:lnTo>
                  <a:lnTo>
                    <a:pt x="5668" y="9706"/>
                  </a:lnTo>
                  <a:lnTo>
                    <a:pt x="3668" y="2245"/>
                  </a:lnTo>
                  <a:cubicBezTo>
                    <a:pt x="3625" y="2090"/>
                    <a:pt x="3647" y="1927"/>
                    <a:pt x="3729" y="1786"/>
                  </a:cubicBezTo>
                  <a:cubicBezTo>
                    <a:pt x="3810" y="1645"/>
                    <a:pt x="3939" y="1546"/>
                    <a:pt x="4096" y="1503"/>
                  </a:cubicBezTo>
                  <a:lnTo>
                    <a:pt x="4259" y="1459"/>
                  </a:lnTo>
                  <a:lnTo>
                    <a:pt x="5552" y="6287"/>
                  </a:lnTo>
                  <a:cubicBezTo>
                    <a:pt x="5709" y="6872"/>
                    <a:pt x="6240" y="7259"/>
                    <a:pt x="6820" y="7259"/>
                  </a:cubicBezTo>
                  <a:cubicBezTo>
                    <a:pt x="6932" y="7259"/>
                    <a:pt x="7045" y="7244"/>
                    <a:pt x="7160" y="7215"/>
                  </a:cubicBezTo>
                  <a:cubicBezTo>
                    <a:pt x="7857" y="7028"/>
                    <a:pt x="8272" y="6307"/>
                    <a:pt x="8086" y="5610"/>
                  </a:cubicBezTo>
                  <a:lnTo>
                    <a:pt x="6793" y="781"/>
                  </a:lnTo>
                  <a:lnTo>
                    <a:pt x="6911" y="750"/>
                  </a:lnTo>
                  <a:cubicBezTo>
                    <a:pt x="6963" y="736"/>
                    <a:pt x="7016" y="729"/>
                    <a:pt x="7069" y="729"/>
                  </a:cubicBezTo>
                  <a:close/>
                  <a:moveTo>
                    <a:pt x="14026" y="7487"/>
                  </a:moveTo>
                  <a:cubicBezTo>
                    <a:pt x="14230" y="7593"/>
                    <a:pt x="14443" y="7678"/>
                    <a:pt x="14667" y="7740"/>
                  </a:cubicBezTo>
                  <a:cubicBezTo>
                    <a:pt x="14679" y="7743"/>
                    <a:pt x="14687" y="7745"/>
                    <a:pt x="14696" y="7749"/>
                  </a:cubicBezTo>
                  <a:lnTo>
                    <a:pt x="14699" y="7749"/>
                  </a:lnTo>
                  <a:cubicBezTo>
                    <a:pt x="14935" y="7813"/>
                    <a:pt x="15172" y="7848"/>
                    <a:pt x="15411" y="7858"/>
                  </a:cubicBezTo>
                  <a:cubicBezTo>
                    <a:pt x="15412" y="7863"/>
                    <a:pt x="15416" y="7868"/>
                    <a:pt x="15418" y="7871"/>
                  </a:cubicBezTo>
                  <a:cubicBezTo>
                    <a:pt x="15588" y="8131"/>
                    <a:pt x="15639" y="8452"/>
                    <a:pt x="15558" y="8751"/>
                  </a:cubicBezTo>
                  <a:lnTo>
                    <a:pt x="15303" y="9706"/>
                  </a:lnTo>
                  <a:lnTo>
                    <a:pt x="13040" y="9706"/>
                  </a:lnTo>
                  <a:lnTo>
                    <a:pt x="13451" y="8187"/>
                  </a:lnTo>
                  <a:cubicBezTo>
                    <a:pt x="13531" y="7885"/>
                    <a:pt x="13737" y="7635"/>
                    <a:pt x="14012" y="7495"/>
                  </a:cubicBezTo>
                  <a:cubicBezTo>
                    <a:pt x="14018" y="7493"/>
                    <a:pt x="14021" y="7489"/>
                    <a:pt x="14026" y="7487"/>
                  </a:cubicBezTo>
                  <a:close/>
                  <a:moveTo>
                    <a:pt x="4468" y="12864"/>
                  </a:moveTo>
                  <a:lnTo>
                    <a:pt x="4607" y="14076"/>
                  </a:lnTo>
                  <a:lnTo>
                    <a:pt x="4252" y="14074"/>
                  </a:lnTo>
                  <a:cubicBezTo>
                    <a:pt x="3918" y="14074"/>
                    <a:pt x="3647" y="13803"/>
                    <a:pt x="3647" y="13469"/>
                  </a:cubicBezTo>
                  <a:cubicBezTo>
                    <a:pt x="3647" y="13135"/>
                    <a:pt x="3918" y="12864"/>
                    <a:pt x="4252" y="12864"/>
                  </a:cubicBezTo>
                  <a:close/>
                  <a:moveTo>
                    <a:pt x="13911" y="14073"/>
                  </a:moveTo>
                  <a:cubicBezTo>
                    <a:pt x="13711" y="14073"/>
                    <a:pt x="13548" y="14236"/>
                    <a:pt x="13548" y="14437"/>
                  </a:cubicBezTo>
                  <a:cubicBezTo>
                    <a:pt x="13548" y="14640"/>
                    <a:pt x="13708" y="14802"/>
                    <a:pt x="13911" y="14802"/>
                  </a:cubicBezTo>
                  <a:lnTo>
                    <a:pt x="13960" y="14802"/>
                  </a:lnTo>
                  <a:cubicBezTo>
                    <a:pt x="14160" y="14802"/>
                    <a:pt x="14323" y="14639"/>
                    <a:pt x="14323" y="14437"/>
                  </a:cubicBezTo>
                  <a:cubicBezTo>
                    <a:pt x="14323" y="14236"/>
                    <a:pt x="14160" y="14073"/>
                    <a:pt x="13960" y="14073"/>
                  </a:cubicBezTo>
                  <a:close/>
                  <a:moveTo>
                    <a:pt x="16542" y="10433"/>
                  </a:moveTo>
                  <a:cubicBezTo>
                    <a:pt x="16590" y="10433"/>
                    <a:pt x="16619" y="10458"/>
                    <a:pt x="16633" y="10475"/>
                  </a:cubicBezTo>
                  <a:cubicBezTo>
                    <a:pt x="16647" y="10490"/>
                    <a:pt x="16668" y="10522"/>
                    <a:pt x="16663" y="10568"/>
                  </a:cubicBezTo>
                  <a:lnTo>
                    <a:pt x="15698" y="18925"/>
                  </a:lnTo>
                  <a:lnTo>
                    <a:pt x="14019" y="18925"/>
                  </a:lnTo>
                  <a:cubicBezTo>
                    <a:pt x="13096" y="18925"/>
                    <a:pt x="12264" y="19473"/>
                    <a:pt x="11900" y="20320"/>
                  </a:cubicBezTo>
                  <a:lnTo>
                    <a:pt x="11238" y="21865"/>
                  </a:lnTo>
                  <a:cubicBezTo>
                    <a:pt x="11176" y="22010"/>
                    <a:pt x="11156" y="22168"/>
                    <a:pt x="11177" y="22321"/>
                  </a:cubicBezTo>
                  <a:lnTo>
                    <a:pt x="6833" y="22321"/>
                  </a:lnTo>
                  <a:cubicBezTo>
                    <a:pt x="6831" y="22321"/>
                    <a:pt x="6829" y="22321"/>
                    <a:pt x="6827" y="22321"/>
                  </a:cubicBezTo>
                  <a:cubicBezTo>
                    <a:pt x="6521" y="22321"/>
                    <a:pt x="6266" y="22092"/>
                    <a:pt x="6230" y="21787"/>
                  </a:cubicBezTo>
                  <a:lnTo>
                    <a:pt x="5423" y="14802"/>
                  </a:lnTo>
                  <a:lnTo>
                    <a:pt x="12503" y="14802"/>
                  </a:lnTo>
                  <a:cubicBezTo>
                    <a:pt x="12703" y="14802"/>
                    <a:pt x="12867" y="14639"/>
                    <a:pt x="12867" y="14437"/>
                  </a:cubicBezTo>
                  <a:cubicBezTo>
                    <a:pt x="12867" y="14236"/>
                    <a:pt x="12703" y="14073"/>
                    <a:pt x="12503" y="14073"/>
                  </a:cubicBezTo>
                  <a:lnTo>
                    <a:pt x="5341" y="14073"/>
                  </a:lnTo>
                  <a:lnTo>
                    <a:pt x="4936" y="10568"/>
                  </a:lnTo>
                  <a:cubicBezTo>
                    <a:pt x="4930" y="10522"/>
                    <a:pt x="4951" y="10489"/>
                    <a:pt x="4965" y="10475"/>
                  </a:cubicBezTo>
                  <a:cubicBezTo>
                    <a:pt x="4980" y="10458"/>
                    <a:pt x="5008" y="10433"/>
                    <a:pt x="5056" y="10433"/>
                  </a:cubicBezTo>
                  <a:close/>
                  <a:moveTo>
                    <a:pt x="19282" y="19654"/>
                  </a:moveTo>
                  <a:cubicBezTo>
                    <a:pt x="19339" y="19655"/>
                    <a:pt x="19368" y="19688"/>
                    <a:pt x="19383" y="19709"/>
                  </a:cubicBezTo>
                  <a:cubicBezTo>
                    <a:pt x="19397" y="19729"/>
                    <a:pt x="19414" y="19772"/>
                    <a:pt x="19393" y="19823"/>
                  </a:cubicBezTo>
                  <a:lnTo>
                    <a:pt x="18730" y="21366"/>
                  </a:lnTo>
                  <a:cubicBezTo>
                    <a:pt x="18482" y="21947"/>
                    <a:pt x="17913" y="22322"/>
                    <a:pt x="17281" y="22322"/>
                  </a:cubicBezTo>
                  <a:lnTo>
                    <a:pt x="12017" y="22322"/>
                  </a:lnTo>
                  <a:cubicBezTo>
                    <a:pt x="11960" y="22322"/>
                    <a:pt x="11930" y="22288"/>
                    <a:pt x="11916" y="22267"/>
                  </a:cubicBezTo>
                  <a:cubicBezTo>
                    <a:pt x="11902" y="22247"/>
                    <a:pt x="11885" y="22204"/>
                    <a:pt x="11906" y="22153"/>
                  </a:cubicBezTo>
                  <a:lnTo>
                    <a:pt x="12568" y="20610"/>
                  </a:lnTo>
                  <a:cubicBezTo>
                    <a:pt x="12817" y="20029"/>
                    <a:pt x="13386" y="19654"/>
                    <a:pt x="14018" y="19654"/>
                  </a:cubicBezTo>
                  <a:close/>
                  <a:moveTo>
                    <a:pt x="364" y="22322"/>
                  </a:moveTo>
                  <a:cubicBezTo>
                    <a:pt x="164" y="22322"/>
                    <a:pt x="0" y="22486"/>
                    <a:pt x="0" y="22686"/>
                  </a:cubicBezTo>
                  <a:cubicBezTo>
                    <a:pt x="0" y="22888"/>
                    <a:pt x="164" y="23051"/>
                    <a:pt x="364" y="23051"/>
                  </a:cubicBezTo>
                  <a:lnTo>
                    <a:pt x="412" y="23051"/>
                  </a:lnTo>
                  <a:cubicBezTo>
                    <a:pt x="613" y="23051"/>
                    <a:pt x="776" y="22888"/>
                    <a:pt x="776" y="22686"/>
                  </a:cubicBezTo>
                  <a:cubicBezTo>
                    <a:pt x="776" y="22486"/>
                    <a:pt x="613" y="22324"/>
                    <a:pt x="412" y="22322"/>
                  </a:cubicBezTo>
                  <a:close/>
                  <a:moveTo>
                    <a:pt x="7070" y="1"/>
                  </a:moveTo>
                  <a:cubicBezTo>
                    <a:pt x="6955" y="1"/>
                    <a:pt x="6838" y="16"/>
                    <a:pt x="6723" y="47"/>
                  </a:cubicBezTo>
                  <a:lnTo>
                    <a:pt x="6254" y="173"/>
                  </a:lnTo>
                  <a:lnTo>
                    <a:pt x="4427" y="663"/>
                  </a:lnTo>
                  <a:lnTo>
                    <a:pt x="3912" y="801"/>
                  </a:lnTo>
                  <a:cubicBezTo>
                    <a:pt x="3567" y="894"/>
                    <a:pt x="3280" y="1114"/>
                    <a:pt x="3102" y="1424"/>
                  </a:cubicBezTo>
                  <a:cubicBezTo>
                    <a:pt x="2925" y="1732"/>
                    <a:pt x="2876" y="2092"/>
                    <a:pt x="2969" y="2435"/>
                  </a:cubicBezTo>
                  <a:lnTo>
                    <a:pt x="4921" y="9721"/>
                  </a:lnTo>
                  <a:cubicBezTo>
                    <a:pt x="4731" y="9753"/>
                    <a:pt x="4556" y="9847"/>
                    <a:pt x="4427" y="9993"/>
                  </a:cubicBezTo>
                  <a:cubicBezTo>
                    <a:pt x="4265" y="10173"/>
                    <a:pt x="4190" y="10415"/>
                    <a:pt x="4218" y="10655"/>
                  </a:cubicBezTo>
                  <a:lnTo>
                    <a:pt x="4389" y="12135"/>
                  </a:lnTo>
                  <a:lnTo>
                    <a:pt x="4258" y="12135"/>
                  </a:lnTo>
                  <a:cubicBezTo>
                    <a:pt x="3523" y="12135"/>
                    <a:pt x="2925" y="12734"/>
                    <a:pt x="2925" y="13469"/>
                  </a:cubicBezTo>
                  <a:cubicBezTo>
                    <a:pt x="2925" y="14205"/>
                    <a:pt x="3523" y="14803"/>
                    <a:pt x="4258" y="14803"/>
                  </a:cubicBezTo>
                  <a:lnTo>
                    <a:pt x="4697" y="14803"/>
                  </a:lnTo>
                  <a:lnTo>
                    <a:pt x="5513" y="21872"/>
                  </a:lnTo>
                  <a:cubicBezTo>
                    <a:pt x="5532" y="22033"/>
                    <a:pt x="5578" y="22186"/>
                    <a:pt x="5649" y="22324"/>
                  </a:cubicBezTo>
                  <a:lnTo>
                    <a:pt x="1825" y="22324"/>
                  </a:lnTo>
                  <a:cubicBezTo>
                    <a:pt x="1624" y="22324"/>
                    <a:pt x="1461" y="22487"/>
                    <a:pt x="1461" y="22689"/>
                  </a:cubicBezTo>
                  <a:cubicBezTo>
                    <a:pt x="1461" y="22889"/>
                    <a:pt x="1624" y="23053"/>
                    <a:pt x="1825" y="23053"/>
                  </a:cubicBezTo>
                  <a:lnTo>
                    <a:pt x="22692" y="23053"/>
                  </a:lnTo>
                  <a:cubicBezTo>
                    <a:pt x="22893" y="23053"/>
                    <a:pt x="23056" y="22889"/>
                    <a:pt x="23056" y="22689"/>
                  </a:cubicBezTo>
                  <a:cubicBezTo>
                    <a:pt x="23051" y="22486"/>
                    <a:pt x="22887" y="22324"/>
                    <a:pt x="22687" y="22324"/>
                  </a:cubicBezTo>
                  <a:lnTo>
                    <a:pt x="18963" y="22324"/>
                  </a:lnTo>
                  <a:cubicBezTo>
                    <a:pt x="19144" y="22132"/>
                    <a:pt x="19293" y="21907"/>
                    <a:pt x="19400" y="21655"/>
                  </a:cubicBezTo>
                  <a:lnTo>
                    <a:pt x="20063" y="20111"/>
                  </a:lnTo>
                  <a:cubicBezTo>
                    <a:pt x="20174" y="19848"/>
                    <a:pt x="20149" y="19548"/>
                    <a:pt x="19992" y="19310"/>
                  </a:cubicBezTo>
                  <a:cubicBezTo>
                    <a:pt x="19833" y="19070"/>
                    <a:pt x="19569" y="18927"/>
                    <a:pt x="19283" y="18927"/>
                  </a:cubicBezTo>
                  <a:lnTo>
                    <a:pt x="16432" y="18927"/>
                  </a:lnTo>
                  <a:lnTo>
                    <a:pt x="17386" y="10654"/>
                  </a:lnTo>
                  <a:cubicBezTo>
                    <a:pt x="17414" y="10414"/>
                    <a:pt x="17338" y="10172"/>
                    <a:pt x="17176" y="9991"/>
                  </a:cubicBezTo>
                  <a:cubicBezTo>
                    <a:pt x="17015" y="9810"/>
                    <a:pt x="16783" y="9707"/>
                    <a:pt x="16542" y="9707"/>
                  </a:cubicBezTo>
                  <a:lnTo>
                    <a:pt x="16059" y="9707"/>
                  </a:lnTo>
                  <a:lnTo>
                    <a:pt x="16265" y="8940"/>
                  </a:lnTo>
                  <a:cubicBezTo>
                    <a:pt x="16366" y="8559"/>
                    <a:pt x="16341" y="8158"/>
                    <a:pt x="16198" y="7797"/>
                  </a:cubicBezTo>
                  <a:cubicBezTo>
                    <a:pt x="16540" y="7728"/>
                    <a:pt x="16874" y="7601"/>
                    <a:pt x="17186" y="7422"/>
                  </a:cubicBezTo>
                  <a:cubicBezTo>
                    <a:pt x="17943" y="6986"/>
                    <a:pt x="18486" y="6278"/>
                    <a:pt x="18710" y="5433"/>
                  </a:cubicBezTo>
                  <a:cubicBezTo>
                    <a:pt x="18895" y="4743"/>
                    <a:pt x="18828" y="4011"/>
                    <a:pt x="18519" y="3369"/>
                  </a:cubicBezTo>
                  <a:lnTo>
                    <a:pt x="17005" y="209"/>
                  </a:lnTo>
                  <a:cubicBezTo>
                    <a:pt x="17004" y="204"/>
                    <a:pt x="17002" y="201"/>
                    <a:pt x="16998" y="196"/>
                  </a:cubicBezTo>
                  <a:cubicBezTo>
                    <a:pt x="16997" y="193"/>
                    <a:pt x="16995" y="187"/>
                    <a:pt x="16991" y="183"/>
                  </a:cubicBezTo>
                  <a:cubicBezTo>
                    <a:pt x="16982" y="169"/>
                    <a:pt x="16974" y="155"/>
                    <a:pt x="16962" y="140"/>
                  </a:cubicBezTo>
                  <a:lnTo>
                    <a:pt x="16962" y="139"/>
                  </a:lnTo>
                  <a:cubicBezTo>
                    <a:pt x="16953" y="125"/>
                    <a:pt x="16940" y="112"/>
                    <a:pt x="16930" y="102"/>
                  </a:cubicBezTo>
                  <a:cubicBezTo>
                    <a:pt x="16926" y="98"/>
                    <a:pt x="16923" y="96"/>
                    <a:pt x="16918" y="93"/>
                  </a:cubicBezTo>
                  <a:cubicBezTo>
                    <a:pt x="16906" y="82"/>
                    <a:pt x="16894" y="72"/>
                    <a:pt x="16881" y="62"/>
                  </a:cubicBezTo>
                  <a:cubicBezTo>
                    <a:pt x="16880" y="62"/>
                    <a:pt x="16880" y="61"/>
                    <a:pt x="16877" y="61"/>
                  </a:cubicBezTo>
                  <a:cubicBezTo>
                    <a:pt x="16863" y="52"/>
                    <a:pt x="16847" y="44"/>
                    <a:pt x="16833" y="37"/>
                  </a:cubicBezTo>
                  <a:cubicBezTo>
                    <a:pt x="16830" y="34"/>
                    <a:pt x="16825" y="32"/>
                    <a:pt x="16820" y="31"/>
                  </a:cubicBezTo>
                  <a:cubicBezTo>
                    <a:pt x="16805" y="24"/>
                    <a:pt x="16789" y="18"/>
                    <a:pt x="16771" y="12"/>
                  </a:cubicBezTo>
                  <a:cubicBezTo>
                    <a:pt x="16754" y="8"/>
                    <a:pt x="16735" y="5"/>
                    <a:pt x="16719" y="4"/>
                  </a:cubicBezTo>
                  <a:cubicBezTo>
                    <a:pt x="16714" y="4"/>
                    <a:pt x="16711" y="2"/>
                    <a:pt x="16707" y="2"/>
                  </a:cubicBezTo>
                  <a:cubicBezTo>
                    <a:pt x="16698" y="2"/>
                    <a:pt x="16690" y="1"/>
                    <a:pt x="16682" y="1"/>
                  </a:cubicBezTo>
                  <a:cubicBezTo>
                    <a:pt x="16673" y="1"/>
                    <a:pt x="16665" y="2"/>
                    <a:pt x="16656" y="2"/>
                  </a:cubicBezTo>
                  <a:lnTo>
                    <a:pt x="16653" y="2"/>
                  </a:lnTo>
                  <a:cubicBezTo>
                    <a:pt x="16636" y="4"/>
                    <a:pt x="16620" y="5"/>
                    <a:pt x="16604" y="10"/>
                  </a:cubicBezTo>
                  <a:cubicBezTo>
                    <a:pt x="16600" y="11"/>
                    <a:pt x="16596" y="11"/>
                    <a:pt x="16592" y="12"/>
                  </a:cubicBezTo>
                  <a:cubicBezTo>
                    <a:pt x="16576" y="17"/>
                    <a:pt x="16557" y="22"/>
                    <a:pt x="16543" y="29"/>
                  </a:cubicBezTo>
                  <a:cubicBezTo>
                    <a:pt x="16528" y="37"/>
                    <a:pt x="16513" y="44"/>
                    <a:pt x="16499" y="52"/>
                  </a:cubicBezTo>
                  <a:cubicBezTo>
                    <a:pt x="16496" y="54"/>
                    <a:pt x="16492" y="58"/>
                    <a:pt x="16486" y="59"/>
                  </a:cubicBezTo>
                  <a:cubicBezTo>
                    <a:pt x="16484" y="61"/>
                    <a:pt x="16479" y="65"/>
                    <a:pt x="16475" y="66"/>
                  </a:cubicBezTo>
                  <a:lnTo>
                    <a:pt x="13585" y="2045"/>
                  </a:lnTo>
                  <a:cubicBezTo>
                    <a:pt x="12996" y="2448"/>
                    <a:pt x="12570" y="3049"/>
                    <a:pt x="12387" y="3736"/>
                  </a:cubicBezTo>
                  <a:cubicBezTo>
                    <a:pt x="12159" y="4581"/>
                    <a:pt x="12277" y="5465"/>
                    <a:pt x="12713" y="6221"/>
                  </a:cubicBezTo>
                  <a:cubicBezTo>
                    <a:pt x="12894" y="6534"/>
                    <a:pt x="13121" y="6808"/>
                    <a:pt x="13381" y="7040"/>
                  </a:cubicBezTo>
                  <a:cubicBezTo>
                    <a:pt x="13076" y="7281"/>
                    <a:pt x="12854" y="7615"/>
                    <a:pt x="12752" y="7998"/>
                  </a:cubicBezTo>
                  <a:lnTo>
                    <a:pt x="12293" y="9707"/>
                  </a:lnTo>
                  <a:lnTo>
                    <a:pt x="10694" y="9707"/>
                  </a:lnTo>
                  <a:lnTo>
                    <a:pt x="8358" y="990"/>
                  </a:lnTo>
                  <a:cubicBezTo>
                    <a:pt x="8265" y="645"/>
                    <a:pt x="8045" y="358"/>
                    <a:pt x="7737" y="180"/>
                  </a:cubicBezTo>
                  <a:cubicBezTo>
                    <a:pt x="7530" y="62"/>
                    <a:pt x="7302" y="1"/>
                    <a:pt x="707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4" name="Google Shape;5964;p69"/>
          <p:cNvGrpSpPr/>
          <p:nvPr/>
        </p:nvGrpSpPr>
        <p:grpSpPr>
          <a:xfrm>
            <a:off x="720000" y="4016625"/>
            <a:ext cx="576275" cy="576250"/>
            <a:chOff x="720000" y="4016625"/>
            <a:chExt cx="576275" cy="576250"/>
          </a:xfrm>
        </p:grpSpPr>
        <p:sp>
          <p:nvSpPr>
            <p:cNvPr id="5965" name="Google Shape;5965;p69"/>
            <p:cNvSpPr/>
            <p:nvPr/>
          </p:nvSpPr>
          <p:spPr>
            <a:xfrm>
              <a:off x="801875" y="4256150"/>
              <a:ext cx="485275" cy="327600"/>
            </a:xfrm>
            <a:custGeom>
              <a:rect b="b" l="l" r="r" t="t"/>
              <a:pathLst>
                <a:path extrusionOk="0" h="13104" w="19411">
                  <a:moveTo>
                    <a:pt x="1942" y="1"/>
                  </a:moveTo>
                  <a:cubicBezTo>
                    <a:pt x="869" y="1"/>
                    <a:pt x="1" y="872"/>
                    <a:pt x="1" y="1943"/>
                  </a:cubicBezTo>
                  <a:lnTo>
                    <a:pt x="1" y="11162"/>
                  </a:lnTo>
                  <a:cubicBezTo>
                    <a:pt x="1" y="12235"/>
                    <a:pt x="871" y="13103"/>
                    <a:pt x="1942" y="13103"/>
                  </a:cubicBezTo>
                  <a:lnTo>
                    <a:pt x="17469" y="13103"/>
                  </a:lnTo>
                  <a:cubicBezTo>
                    <a:pt x="18542" y="13103"/>
                    <a:pt x="19410" y="12234"/>
                    <a:pt x="19410" y="11162"/>
                  </a:cubicBezTo>
                  <a:lnTo>
                    <a:pt x="19410" y="1943"/>
                  </a:lnTo>
                  <a:cubicBezTo>
                    <a:pt x="19410" y="872"/>
                    <a:pt x="18542" y="3"/>
                    <a:pt x="174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9"/>
            <p:cNvSpPr/>
            <p:nvPr/>
          </p:nvSpPr>
          <p:spPr>
            <a:xfrm>
              <a:off x="801875" y="4377475"/>
              <a:ext cx="485275" cy="206300"/>
            </a:xfrm>
            <a:custGeom>
              <a:rect b="b" l="l" r="r" t="t"/>
              <a:pathLst>
                <a:path extrusionOk="0" h="8252" w="19411">
                  <a:moveTo>
                    <a:pt x="1942" y="1"/>
                  </a:moveTo>
                  <a:cubicBezTo>
                    <a:pt x="869" y="1"/>
                    <a:pt x="1" y="872"/>
                    <a:pt x="1" y="1942"/>
                  </a:cubicBezTo>
                  <a:lnTo>
                    <a:pt x="1" y="6310"/>
                  </a:lnTo>
                  <a:cubicBezTo>
                    <a:pt x="1" y="7383"/>
                    <a:pt x="871" y="8252"/>
                    <a:pt x="1942" y="8252"/>
                  </a:cubicBezTo>
                  <a:lnTo>
                    <a:pt x="17469" y="8252"/>
                  </a:lnTo>
                  <a:cubicBezTo>
                    <a:pt x="18542" y="8252"/>
                    <a:pt x="19410" y="7382"/>
                    <a:pt x="19410" y="6310"/>
                  </a:cubicBezTo>
                  <a:lnTo>
                    <a:pt x="19410" y="1942"/>
                  </a:lnTo>
                  <a:cubicBezTo>
                    <a:pt x="19410" y="872"/>
                    <a:pt x="18542" y="1"/>
                    <a:pt x="174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9"/>
            <p:cNvSpPr/>
            <p:nvPr/>
          </p:nvSpPr>
          <p:spPr>
            <a:xfrm>
              <a:off x="850425" y="4498800"/>
              <a:ext cx="97050" cy="36425"/>
            </a:xfrm>
            <a:custGeom>
              <a:rect b="b" l="l" r="r" t="t"/>
              <a:pathLst>
                <a:path extrusionOk="0" h="1457" w="3882">
                  <a:moveTo>
                    <a:pt x="485" y="1"/>
                  </a:moveTo>
                  <a:cubicBezTo>
                    <a:pt x="216" y="1"/>
                    <a:pt x="0" y="218"/>
                    <a:pt x="0" y="487"/>
                  </a:cubicBezTo>
                  <a:lnTo>
                    <a:pt x="0" y="971"/>
                  </a:lnTo>
                  <a:cubicBezTo>
                    <a:pt x="0" y="1240"/>
                    <a:pt x="218" y="1456"/>
                    <a:pt x="485" y="1456"/>
                  </a:cubicBezTo>
                  <a:lnTo>
                    <a:pt x="3397" y="1456"/>
                  </a:lnTo>
                  <a:cubicBezTo>
                    <a:pt x="3665" y="1456"/>
                    <a:pt x="3881" y="1240"/>
                    <a:pt x="3881" y="971"/>
                  </a:cubicBezTo>
                  <a:lnTo>
                    <a:pt x="3881" y="487"/>
                  </a:lnTo>
                  <a:cubicBezTo>
                    <a:pt x="3881" y="220"/>
                    <a:pt x="3665" y="1"/>
                    <a:pt x="339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9"/>
            <p:cNvSpPr/>
            <p:nvPr/>
          </p:nvSpPr>
          <p:spPr>
            <a:xfrm>
              <a:off x="1107025" y="4073150"/>
              <a:ext cx="70225" cy="72300"/>
            </a:xfrm>
            <a:custGeom>
              <a:rect b="b" l="l" r="r" t="t"/>
              <a:pathLst>
                <a:path extrusionOk="0" h="2892" w="2809">
                  <a:moveTo>
                    <a:pt x="1120" y="1"/>
                  </a:moveTo>
                  <a:cubicBezTo>
                    <a:pt x="922" y="1"/>
                    <a:pt x="737" y="123"/>
                    <a:pt x="664" y="320"/>
                  </a:cubicBezTo>
                  <a:lnTo>
                    <a:pt x="1" y="2145"/>
                  </a:lnTo>
                  <a:lnTo>
                    <a:pt x="2051" y="2891"/>
                  </a:lnTo>
                  <a:lnTo>
                    <a:pt x="2717" y="1066"/>
                  </a:lnTo>
                  <a:cubicBezTo>
                    <a:pt x="2809" y="815"/>
                    <a:pt x="2680" y="535"/>
                    <a:pt x="2427" y="447"/>
                  </a:cubicBezTo>
                  <a:lnTo>
                    <a:pt x="1287" y="30"/>
                  </a:lnTo>
                  <a:cubicBezTo>
                    <a:pt x="1232" y="10"/>
                    <a:pt x="1176" y="1"/>
                    <a:pt x="11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9"/>
            <p:cNvSpPr/>
            <p:nvPr/>
          </p:nvSpPr>
          <p:spPr>
            <a:xfrm>
              <a:off x="1010825" y="4112800"/>
              <a:ext cx="173600" cy="199325"/>
            </a:xfrm>
            <a:custGeom>
              <a:rect b="b" l="l" r="r" t="t"/>
              <a:pathLst>
                <a:path extrusionOk="0" h="7973" w="6944">
                  <a:moveTo>
                    <a:pt x="3569" y="1"/>
                  </a:moveTo>
                  <a:cubicBezTo>
                    <a:pt x="3173" y="1"/>
                    <a:pt x="2800" y="245"/>
                    <a:pt x="2656" y="640"/>
                  </a:cubicBezTo>
                  <a:lnTo>
                    <a:pt x="0" y="7936"/>
                  </a:lnTo>
                  <a:lnTo>
                    <a:pt x="106" y="7973"/>
                  </a:lnTo>
                  <a:lnTo>
                    <a:pt x="4635" y="7973"/>
                  </a:lnTo>
                  <a:lnTo>
                    <a:pt x="6761" y="2132"/>
                  </a:lnTo>
                  <a:cubicBezTo>
                    <a:pt x="6944" y="1629"/>
                    <a:pt x="6685" y="1072"/>
                    <a:pt x="6181" y="889"/>
                  </a:cubicBezTo>
                  <a:lnTo>
                    <a:pt x="3900" y="59"/>
                  </a:lnTo>
                  <a:cubicBezTo>
                    <a:pt x="3791" y="19"/>
                    <a:pt x="3679" y="1"/>
                    <a:pt x="35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9"/>
            <p:cNvSpPr/>
            <p:nvPr/>
          </p:nvSpPr>
          <p:spPr>
            <a:xfrm>
              <a:off x="1065825" y="4130600"/>
              <a:ext cx="118675" cy="181600"/>
            </a:xfrm>
            <a:custGeom>
              <a:rect b="b" l="l" r="r" t="t"/>
              <a:pathLst>
                <a:path extrusionOk="0" h="7264" w="4747">
                  <a:moveTo>
                    <a:pt x="3323" y="1"/>
                  </a:moveTo>
                  <a:cubicBezTo>
                    <a:pt x="2926" y="1"/>
                    <a:pt x="2554" y="247"/>
                    <a:pt x="2411" y="641"/>
                  </a:cubicBezTo>
                  <a:lnTo>
                    <a:pt x="0" y="7264"/>
                  </a:lnTo>
                  <a:lnTo>
                    <a:pt x="2438" y="7264"/>
                  </a:lnTo>
                  <a:lnTo>
                    <a:pt x="4563" y="1423"/>
                  </a:lnTo>
                  <a:cubicBezTo>
                    <a:pt x="4747" y="920"/>
                    <a:pt x="4487" y="361"/>
                    <a:pt x="3982" y="179"/>
                  </a:cubicBezTo>
                  <a:lnTo>
                    <a:pt x="3655" y="60"/>
                  </a:lnTo>
                  <a:cubicBezTo>
                    <a:pt x="3546" y="20"/>
                    <a:pt x="3433" y="1"/>
                    <a:pt x="3323"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9"/>
            <p:cNvSpPr/>
            <p:nvPr/>
          </p:nvSpPr>
          <p:spPr>
            <a:xfrm>
              <a:off x="830300" y="4026025"/>
              <a:ext cx="207325" cy="291225"/>
            </a:xfrm>
            <a:custGeom>
              <a:rect b="b" l="l" r="r" t="t"/>
              <a:pathLst>
                <a:path extrusionOk="0" h="11649" w="8293">
                  <a:moveTo>
                    <a:pt x="3375" y="1"/>
                  </a:moveTo>
                  <a:cubicBezTo>
                    <a:pt x="3265" y="1"/>
                    <a:pt x="3153" y="20"/>
                    <a:pt x="3043" y="59"/>
                  </a:cubicBezTo>
                  <a:lnTo>
                    <a:pt x="764" y="889"/>
                  </a:lnTo>
                  <a:cubicBezTo>
                    <a:pt x="259" y="1073"/>
                    <a:pt x="1" y="1628"/>
                    <a:pt x="184" y="2133"/>
                  </a:cubicBezTo>
                  <a:lnTo>
                    <a:pt x="3647" y="11649"/>
                  </a:lnTo>
                  <a:lnTo>
                    <a:pt x="8293" y="11649"/>
                  </a:lnTo>
                  <a:lnTo>
                    <a:pt x="4287" y="641"/>
                  </a:lnTo>
                  <a:cubicBezTo>
                    <a:pt x="4143" y="246"/>
                    <a:pt x="3772" y="1"/>
                    <a:pt x="33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9"/>
            <p:cNvSpPr/>
            <p:nvPr/>
          </p:nvSpPr>
          <p:spPr>
            <a:xfrm>
              <a:off x="1082975" y="4117950"/>
              <a:ext cx="72325" cy="113525"/>
            </a:xfrm>
            <a:custGeom>
              <a:rect b="b" l="l" r="r" t="t"/>
              <a:pathLst>
                <a:path extrusionOk="0" h="4541" w="2893">
                  <a:moveTo>
                    <a:pt x="1419" y="0"/>
                  </a:moveTo>
                  <a:lnTo>
                    <a:pt x="148" y="3488"/>
                  </a:lnTo>
                  <a:cubicBezTo>
                    <a:pt x="1" y="3894"/>
                    <a:pt x="211" y="4346"/>
                    <a:pt x="617" y="4494"/>
                  </a:cubicBezTo>
                  <a:cubicBezTo>
                    <a:pt x="705" y="4526"/>
                    <a:pt x="795" y="4541"/>
                    <a:pt x="884" y="4541"/>
                  </a:cubicBezTo>
                  <a:cubicBezTo>
                    <a:pt x="1205" y="4541"/>
                    <a:pt x="1508" y="4344"/>
                    <a:pt x="1624" y="4025"/>
                  </a:cubicBezTo>
                  <a:lnTo>
                    <a:pt x="2893" y="538"/>
                  </a:lnTo>
                  <a:lnTo>
                    <a:pt x="141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9"/>
            <p:cNvSpPr/>
            <p:nvPr/>
          </p:nvSpPr>
          <p:spPr>
            <a:xfrm>
              <a:off x="830300" y="4043300"/>
              <a:ext cx="132375" cy="273925"/>
            </a:xfrm>
            <a:custGeom>
              <a:rect b="b" l="l" r="r" t="t"/>
              <a:pathLst>
                <a:path extrusionOk="0" h="10957" w="5295">
                  <a:moveTo>
                    <a:pt x="1308" y="1"/>
                  </a:moveTo>
                  <a:lnTo>
                    <a:pt x="764" y="198"/>
                  </a:lnTo>
                  <a:cubicBezTo>
                    <a:pt x="259" y="382"/>
                    <a:pt x="1" y="937"/>
                    <a:pt x="184" y="1442"/>
                  </a:cubicBezTo>
                  <a:lnTo>
                    <a:pt x="3647" y="10956"/>
                  </a:lnTo>
                  <a:lnTo>
                    <a:pt x="5294" y="10956"/>
                  </a:lnTo>
                  <a:lnTo>
                    <a:pt x="1308" y="1"/>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9"/>
            <p:cNvSpPr/>
            <p:nvPr/>
          </p:nvSpPr>
          <p:spPr>
            <a:xfrm>
              <a:off x="1141575" y="4316825"/>
              <a:ext cx="72800" cy="121350"/>
            </a:xfrm>
            <a:custGeom>
              <a:rect b="b" l="l" r="r" t="t"/>
              <a:pathLst>
                <a:path extrusionOk="0" h="4854" w="2912">
                  <a:moveTo>
                    <a:pt x="0" y="1"/>
                  </a:moveTo>
                  <a:lnTo>
                    <a:pt x="0" y="3397"/>
                  </a:lnTo>
                  <a:cubicBezTo>
                    <a:pt x="0" y="4202"/>
                    <a:pt x="652" y="4854"/>
                    <a:pt x="1457" y="4854"/>
                  </a:cubicBezTo>
                  <a:cubicBezTo>
                    <a:pt x="2260" y="4854"/>
                    <a:pt x="2912" y="4202"/>
                    <a:pt x="2912" y="3397"/>
                  </a:cubicBezTo>
                  <a:lnTo>
                    <a:pt x="291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9"/>
            <p:cNvSpPr/>
            <p:nvPr/>
          </p:nvSpPr>
          <p:spPr>
            <a:xfrm>
              <a:off x="1141575" y="4316875"/>
              <a:ext cx="36425" cy="116475"/>
            </a:xfrm>
            <a:custGeom>
              <a:rect b="b" l="l" r="r" t="t"/>
              <a:pathLst>
                <a:path extrusionOk="0" h="4659" w="1457">
                  <a:moveTo>
                    <a:pt x="0" y="0"/>
                  </a:moveTo>
                  <a:lnTo>
                    <a:pt x="0" y="3397"/>
                  </a:lnTo>
                  <a:cubicBezTo>
                    <a:pt x="0" y="3935"/>
                    <a:pt x="293" y="4406"/>
                    <a:pt x="729" y="4659"/>
                  </a:cubicBezTo>
                  <a:cubicBezTo>
                    <a:pt x="1164" y="4406"/>
                    <a:pt x="1457" y="3935"/>
                    <a:pt x="1457" y="3397"/>
                  </a:cubicBezTo>
                  <a:lnTo>
                    <a:pt x="1457" y="0"/>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9"/>
            <p:cNvSpPr/>
            <p:nvPr/>
          </p:nvSpPr>
          <p:spPr>
            <a:xfrm>
              <a:off x="1118500" y="4073150"/>
              <a:ext cx="43125" cy="31200"/>
            </a:xfrm>
            <a:custGeom>
              <a:rect b="b" l="l" r="r" t="t"/>
              <a:pathLst>
                <a:path extrusionOk="0" h="1248" w="1725">
                  <a:moveTo>
                    <a:pt x="663" y="1"/>
                  </a:moveTo>
                  <a:cubicBezTo>
                    <a:pt x="464" y="1"/>
                    <a:pt x="279" y="123"/>
                    <a:pt x="207" y="320"/>
                  </a:cubicBezTo>
                  <a:lnTo>
                    <a:pt x="1" y="886"/>
                  </a:lnTo>
                  <a:cubicBezTo>
                    <a:pt x="107" y="1018"/>
                    <a:pt x="252" y="1127"/>
                    <a:pt x="424" y="1189"/>
                  </a:cubicBezTo>
                  <a:cubicBezTo>
                    <a:pt x="534" y="1228"/>
                    <a:pt x="646" y="1247"/>
                    <a:pt x="757" y="1247"/>
                  </a:cubicBezTo>
                  <a:cubicBezTo>
                    <a:pt x="1153" y="1247"/>
                    <a:pt x="1525" y="1004"/>
                    <a:pt x="1669" y="610"/>
                  </a:cubicBezTo>
                  <a:cubicBezTo>
                    <a:pt x="1699" y="525"/>
                    <a:pt x="1718" y="441"/>
                    <a:pt x="1725" y="356"/>
                  </a:cubicBezTo>
                  <a:lnTo>
                    <a:pt x="829" y="30"/>
                  </a:lnTo>
                  <a:cubicBezTo>
                    <a:pt x="774" y="10"/>
                    <a:pt x="718" y="1"/>
                    <a:pt x="6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9"/>
            <p:cNvSpPr/>
            <p:nvPr/>
          </p:nvSpPr>
          <p:spPr>
            <a:xfrm>
              <a:off x="720000" y="4016625"/>
              <a:ext cx="576275" cy="576250"/>
            </a:xfrm>
            <a:custGeom>
              <a:rect b="b" l="l" r="r" t="t"/>
              <a:pathLst>
                <a:path extrusionOk="0" h="23050" w="23051">
                  <a:moveTo>
                    <a:pt x="16465" y="2812"/>
                  </a:moveTo>
                  <a:cubicBezTo>
                    <a:pt x="16479" y="2812"/>
                    <a:pt x="16494" y="2815"/>
                    <a:pt x="16508" y="2820"/>
                  </a:cubicBezTo>
                  <a:lnTo>
                    <a:pt x="17649" y="3235"/>
                  </a:lnTo>
                  <a:cubicBezTo>
                    <a:pt x="17692" y="3249"/>
                    <a:pt x="17710" y="3279"/>
                    <a:pt x="17717" y="3297"/>
                  </a:cubicBezTo>
                  <a:cubicBezTo>
                    <a:pt x="17724" y="3313"/>
                    <a:pt x="17736" y="3349"/>
                    <a:pt x="17721" y="3390"/>
                  </a:cubicBezTo>
                  <a:lnTo>
                    <a:pt x="17348" y="4416"/>
                  </a:lnTo>
                  <a:lnTo>
                    <a:pt x="15981" y="3918"/>
                  </a:lnTo>
                  <a:lnTo>
                    <a:pt x="16352" y="2892"/>
                  </a:lnTo>
                  <a:cubicBezTo>
                    <a:pt x="16369" y="2843"/>
                    <a:pt x="16416" y="2812"/>
                    <a:pt x="16465" y="2812"/>
                  </a:cubicBezTo>
                  <a:close/>
                  <a:moveTo>
                    <a:pt x="16023" y="4707"/>
                  </a:moveTo>
                  <a:lnTo>
                    <a:pt x="16813" y="4996"/>
                  </a:lnTo>
                  <a:lnTo>
                    <a:pt x="15668" y="8142"/>
                  </a:lnTo>
                  <a:cubicBezTo>
                    <a:pt x="15605" y="8312"/>
                    <a:pt x="15443" y="8419"/>
                    <a:pt x="15271" y="8419"/>
                  </a:cubicBezTo>
                  <a:cubicBezTo>
                    <a:pt x="15224" y="8419"/>
                    <a:pt x="15175" y="8411"/>
                    <a:pt x="15128" y="8394"/>
                  </a:cubicBezTo>
                  <a:cubicBezTo>
                    <a:pt x="14909" y="8314"/>
                    <a:pt x="14795" y="8072"/>
                    <a:pt x="14875" y="7854"/>
                  </a:cubicBezTo>
                  <a:lnTo>
                    <a:pt x="16023" y="4707"/>
                  </a:lnTo>
                  <a:close/>
                  <a:moveTo>
                    <a:pt x="15071" y="4399"/>
                  </a:moveTo>
                  <a:cubicBezTo>
                    <a:pt x="15139" y="4399"/>
                    <a:pt x="15209" y="4411"/>
                    <a:pt x="15277" y="4436"/>
                  </a:cubicBezTo>
                  <a:lnTo>
                    <a:pt x="15337" y="4457"/>
                  </a:lnTo>
                  <a:lnTo>
                    <a:pt x="14193" y="7603"/>
                  </a:lnTo>
                  <a:cubicBezTo>
                    <a:pt x="13977" y="8197"/>
                    <a:pt x="14284" y="8860"/>
                    <a:pt x="14879" y="9076"/>
                  </a:cubicBezTo>
                  <a:cubicBezTo>
                    <a:pt x="15009" y="9123"/>
                    <a:pt x="15141" y="9145"/>
                    <a:pt x="15272" y="9145"/>
                  </a:cubicBezTo>
                  <a:cubicBezTo>
                    <a:pt x="15741" y="9145"/>
                    <a:pt x="16183" y="8856"/>
                    <a:pt x="16352" y="8391"/>
                  </a:cubicBezTo>
                  <a:lnTo>
                    <a:pt x="17496" y="5244"/>
                  </a:lnTo>
                  <a:lnTo>
                    <a:pt x="17557" y="5266"/>
                  </a:lnTo>
                  <a:cubicBezTo>
                    <a:pt x="17871" y="5381"/>
                    <a:pt x="18031" y="5729"/>
                    <a:pt x="17919" y="6043"/>
                  </a:cubicBezTo>
                  <a:lnTo>
                    <a:pt x="15880" y="11645"/>
                  </a:lnTo>
                  <a:lnTo>
                    <a:pt x="12955" y="11645"/>
                  </a:lnTo>
                  <a:lnTo>
                    <a:pt x="12469" y="10306"/>
                  </a:lnTo>
                  <a:cubicBezTo>
                    <a:pt x="12497" y="10275"/>
                    <a:pt x="12520" y="10235"/>
                    <a:pt x="12536" y="10193"/>
                  </a:cubicBezTo>
                  <a:lnTo>
                    <a:pt x="14498" y="4798"/>
                  </a:lnTo>
                  <a:cubicBezTo>
                    <a:pt x="14590" y="4552"/>
                    <a:pt x="14823" y="4399"/>
                    <a:pt x="15071" y="4399"/>
                  </a:cubicBezTo>
                  <a:close/>
                  <a:moveTo>
                    <a:pt x="7788" y="727"/>
                  </a:moveTo>
                  <a:cubicBezTo>
                    <a:pt x="8035" y="727"/>
                    <a:pt x="8269" y="880"/>
                    <a:pt x="8358" y="1126"/>
                  </a:cubicBezTo>
                  <a:lnTo>
                    <a:pt x="12186" y="11646"/>
                  </a:lnTo>
                  <a:lnTo>
                    <a:pt x="8314" y="11646"/>
                  </a:lnTo>
                  <a:lnTo>
                    <a:pt x="8051" y="10922"/>
                  </a:lnTo>
                  <a:lnTo>
                    <a:pt x="9077" y="10548"/>
                  </a:lnTo>
                  <a:cubicBezTo>
                    <a:pt x="9266" y="10478"/>
                    <a:pt x="9364" y="10269"/>
                    <a:pt x="9294" y="10080"/>
                  </a:cubicBezTo>
                  <a:cubicBezTo>
                    <a:pt x="9240" y="9934"/>
                    <a:pt x="9100" y="9842"/>
                    <a:pt x="8952" y="9842"/>
                  </a:cubicBezTo>
                  <a:cubicBezTo>
                    <a:pt x="8910" y="9842"/>
                    <a:pt x="8868" y="9849"/>
                    <a:pt x="8827" y="9864"/>
                  </a:cubicBezTo>
                  <a:lnTo>
                    <a:pt x="7801" y="10237"/>
                  </a:lnTo>
                  <a:lnTo>
                    <a:pt x="7384" y="9097"/>
                  </a:lnTo>
                  <a:lnTo>
                    <a:pt x="8412" y="8723"/>
                  </a:lnTo>
                  <a:cubicBezTo>
                    <a:pt x="8599" y="8655"/>
                    <a:pt x="8697" y="8445"/>
                    <a:pt x="8628" y="8257"/>
                  </a:cubicBezTo>
                  <a:cubicBezTo>
                    <a:pt x="8573" y="8109"/>
                    <a:pt x="8434" y="8017"/>
                    <a:pt x="8285" y="8017"/>
                  </a:cubicBezTo>
                  <a:cubicBezTo>
                    <a:pt x="8244" y="8017"/>
                    <a:pt x="8202" y="8024"/>
                    <a:pt x="8160" y="8040"/>
                  </a:cubicBezTo>
                  <a:lnTo>
                    <a:pt x="7134" y="8413"/>
                  </a:lnTo>
                  <a:lnTo>
                    <a:pt x="6718" y="7272"/>
                  </a:lnTo>
                  <a:lnTo>
                    <a:pt x="8656" y="6567"/>
                  </a:lnTo>
                  <a:cubicBezTo>
                    <a:pt x="8845" y="6498"/>
                    <a:pt x="8942" y="6289"/>
                    <a:pt x="8874" y="6100"/>
                  </a:cubicBezTo>
                  <a:cubicBezTo>
                    <a:pt x="8819" y="5953"/>
                    <a:pt x="8679" y="5861"/>
                    <a:pt x="8531" y="5861"/>
                  </a:cubicBezTo>
                  <a:cubicBezTo>
                    <a:pt x="8489" y="5861"/>
                    <a:pt x="8447" y="5869"/>
                    <a:pt x="8406" y="5884"/>
                  </a:cubicBezTo>
                  <a:lnTo>
                    <a:pt x="6476" y="6590"/>
                  </a:lnTo>
                  <a:lnTo>
                    <a:pt x="6061" y="5450"/>
                  </a:lnTo>
                  <a:lnTo>
                    <a:pt x="7087" y="5077"/>
                  </a:lnTo>
                  <a:cubicBezTo>
                    <a:pt x="7276" y="5007"/>
                    <a:pt x="7374" y="4798"/>
                    <a:pt x="7305" y="4609"/>
                  </a:cubicBezTo>
                  <a:cubicBezTo>
                    <a:pt x="7250" y="4463"/>
                    <a:pt x="7111" y="4371"/>
                    <a:pt x="6962" y="4371"/>
                  </a:cubicBezTo>
                  <a:cubicBezTo>
                    <a:pt x="6921" y="4371"/>
                    <a:pt x="6879" y="4378"/>
                    <a:pt x="6837" y="4393"/>
                  </a:cubicBezTo>
                  <a:lnTo>
                    <a:pt x="5811" y="4765"/>
                  </a:lnTo>
                  <a:lnTo>
                    <a:pt x="5395" y="3626"/>
                  </a:lnTo>
                  <a:lnTo>
                    <a:pt x="6422" y="3252"/>
                  </a:lnTo>
                  <a:cubicBezTo>
                    <a:pt x="6610" y="3184"/>
                    <a:pt x="6708" y="2973"/>
                    <a:pt x="6638" y="2786"/>
                  </a:cubicBezTo>
                  <a:cubicBezTo>
                    <a:pt x="6584" y="2638"/>
                    <a:pt x="6444" y="2546"/>
                    <a:pt x="6296" y="2546"/>
                  </a:cubicBezTo>
                  <a:cubicBezTo>
                    <a:pt x="6254" y="2546"/>
                    <a:pt x="6212" y="2553"/>
                    <a:pt x="6171" y="2568"/>
                  </a:cubicBezTo>
                  <a:lnTo>
                    <a:pt x="5145" y="2942"/>
                  </a:lnTo>
                  <a:lnTo>
                    <a:pt x="4937" y="2371"/>
                  </a:lnTo>
                  <a:cubicBezTo>
                    <a:pt x="4823" y="2057"/>
                    <a:pt x="4984" y="1707"/>
                    <a:pt x="5300" y="1594"/>
                  </a:cubicBezTo>
                  <a:lnTo>
                    <a:pt x="7580" y="764"/>
                  </a:lnTo>
                  <a:cubicBezTo>
                    <a:pt x="7649" y="739"/>
                    <a:pt x="7719" y="727"/>
                    <a:pt x="7788" y="727"/>
                  </a:cubicBezTo>
                  <a:close/>
                  <a:moveTo>
                    <a:pt x="17275" y="9938"/>
                  </a:moveTo>
                  <a:cubicBezTo>
                    <a:pt x="17298" y="9944"/>
                    <a:pt x="17324" y="9945"/>
                    <a:pt x="17348" y="9945"/>
                  </a:cubicBezTo>
                  <a:lnTo>
                    <a:pt x="20744" y="9945"/>
                  </a:lnTo>
                  <a:cubicBezTo>
                    <a:pt x="21615" y="9945"/>
                    <a:pt x="22322" y="10653"/>
                    <a:pt x="22322" y="11524"/>
                  </a:cubicBezTo>
                  <a:lnTo>
                    <a:pt x="22322" y="14696"/>
                  </a:lnTo>
                  <a:cubicBezTo>
                    <a:pt x="21909" y="14310"/>
                    <a:pt x="21354" y="14071"/>
                    <a:pt x="20744" y="14071"/>
                  </a:cubicBezTo>
                  <a:lnTo>
                    <a:pt x="20139" y="14071"/>
                  </a:lnTo>
                  <a:lnTo>
                    <a:pt x="20139" y="12373"/>
                  </a:lnTo>
                  <a:lnTo>
                    <a:pt x="20744" y="12373"/>
                  </a:lnTo>
                  <a:cubicBezTo>
                    <a:pt x="20945" y="12373"/>
                    <a:pt x="21108" y="12209"/>
                    <a:pt x="21108" y="12009"/>
                  </a:cubicBezTo>
                  <a:cubicBezTo>
                    <a:pt x="21108" y="11808"/>
                    <a:pt x="20945" y="11645"/>
                    <a:pt x="20744" y="11645"/>
                  </a:cubicBezTo>
                  <a:lnTo>
                    <a:pt x="16653" y="11645"/>
                  </a:lnTo>
                  <a:lnTo>
                    <a:pt x="17275" y="9938"/>
                  </a:lnTo>
                  <a:close/>
                  <a:moveTo>
                    <a:pt x="6917" y="9945"/>
                  </a:moveTo>
                  <a:lnTo>
                    <a:pt x="7237" y="10825"/>
                  </a:lnTo>
                  <a:lnTo>
                    <a:pt x="7237" y="10828"/>
                  </a:lnTo>
                  <a:lnTo>
                    <a:pt x="7237" y="10829"/>
                  </a:lnTo>
                  <a:lnTo>
                    <a:pt x="7534" y="11645"/>
                  </a:lnTo>
                  <a:lnTo>
                    <a:pt x="5217" y="11645"/>
                  </a:lnTo>
                  <a:cubicBezTo>
                    <a:pt x="5017" y="11645"/>
                    <a:pt x="4853" y="11808"/>
                    <a:pt x="4853" y="12009"/>
                  </a:cubicBezTo>
                  <a:cubicBezTo>
                    <a:pt x="4853" y="12209"/>
                    <a:pt x="5017" y="12373"/>
                    <a:pt x="5217" y="12373"/>
                  </a:cubicBezTo>
                  <a:lnTo>
                    <a:pt x="16501" y="12373"/>
                  </a:lnTo>
                  <a:lnTo>
                    <a:pt x="16501" y="14072"/>
                  </a:lnTo>
                  <a:lnTo>
                    <a:pt x="5217" y="14072"/>
                  </a:lnTo>
                  <a:cubicBezTo>
                    <a:pt x="4607" y="14072"/>
                    <a:pt x="4052" y="14311"/>
                    <a:pt x="3640" y="14698"/>
                  </a:cubicBezTo>
                  <a:lnTo>
                    <a:pt x="3640" y="11524"/>
                  </a:lnTo>
                  <a:cubicBezTo>
                    <a:pt x="3640" y="10653"/>
                    <a:pt x="4347" y="9945"/>
                    <a:pt x="5217" y="9945"/>
                  </a:cubicBezTo>
                  <a:close/>
                  <a:moveTo>
                    <a:pt x="19413" y="12373"/>
                  </a:moveTo>
                  <a:lnTo>
                    <a:pt x="19413" y="15405"/>
                  </a:lnTo>
                  <a:cubicBezTo>
                    <a:pt x="19413" y="16006"/>
                    <a:pt x="18922" y="16498"/>
                    <a:pt x="18320" y="16498"/>
                  </a:cubicBezTo>
                  <a:cubicBezTo>
                    <a:pt x="17717" y="16498"/>
                    <a:pt x="17227" y="16009"/>
                    <a:pt x="17230" y="15405"/>
                  </a:cubicBezTo>
                  <a:lnTo>
                    <a:pt x="17230" y="14435"/>
                  </a:lnTo>
                  <a:lnTo>
                    <a:pt x="17230" y="12373"/>
                  </a:lnTo>
                  <a:close/>
                  <a:moveTo>
                    <a:pt x="8614" y="19653"/>
                  </a:moveTo>
                  <a:cubicBezTo>
                    <a:pt x="8679" y="19653"/>
                    <a:pt x="8734" y="19706"/>
                    <a:pt x="8734" y="19774"/>
                  </a:cubicBezTo>
                  <a:lnTo>
                    <a:pt x="8734" y="20258"/>
                  </a:lnTo>
                  <a:cubicBezTo>
                    <a:pt x="8734" y="20324"/>
                    <a:pt x="8682" y="20379"/>
                    <a:pt x="8614" y="20379"/>
                  </a:cubicBezTo>
                  <a:lnTo>
                    <a:pt x="5702" y="20379"/>
                  </a:lnTo>
                  <a:cubicBezTo>
                    <a:pt x="5636" y="20379"/>
                    <a:pt x="5581" y="20325"/>
                    <a:pt x="5581" y="20258"/>
                  </a:cubicBezTo>
                  <a:lnTo>
                    <a:pt x="5581" y="19774"/>
                  </a:lnTo>
                  <a:cubicBezTo>
                    <a:pt x="5581" y="19707"/>
                    <a:pt x="5635" y="19653"/>
                    <a:pt x="5702" y="19653"/>
                  </a:cubicBezTo>
                  <a:close/>
                  <a:moveTo>
                    <a:pt x="5702" y="18924"/>
                  </a:moveTo>
                  <a:cubicBezTo>
                    <a:pt x="5233" y="18924"/>
                    <a:pt x="4853" y="19305"/>
                    <a:pt x="4853" y="19774"/>
                  </a:cubicBezTo>
                  <a:lnTo>
                    <a:pt x="4853" y="20258"/>
                  </a:lnTo>
                  <a:cubicBezTo>
                    <a:pt x="4853" y="20727"/>
                    <a:pt x="5233" y="21107"/>
                    <a:pt x="5702" y="21107"/>
                  </a:cubicBezTo>
                  <a:lnTo>
                    <a:pt x="8614" y="21107"/>
                  </a:lnTo>
                  <a:cubicBezTo>
                    <a:pt x="9083" y="21107"/>
                    <a:pt x="9463" y="20727"/>
                    <a:pt x="9463" y="20258"/>
                  </a:cubicBezTo>
                  <a:lnTo>
                    <a:pt x="9463" y="19774"/>
                  </a:lnTo>
                  <a:cubicBezTo>
                    <a:pt x="9463" y="19306"/>
                    <a:pt x="9083" y="18924"/>
                    <a:pt x="8614" y="18924"/>
                  </a:cubicBezTo>
                  <a:close/>
                  <a:moveTo>
                    <a:pt x="20744" y="14799"/>
                  </a:moveTo>
                  <a:cubicBezTo>
                    <a:pt x="21615" y="14799"/>
                    <a:pt x="22322" y="15506"/>
                    <a:pt x="22322" y="16376"/>
                  </a:cubicBezTo>
                  <a:lnTo>
                    <a:pt x="22324" y="16376"/>
                  </a:lnTo>
                  <a:lnTo>
                    <a:pt x="22324" y="20744"/>
                  </a:lnTo>
                  <a:cubicBezTo>
                    <a:pt x="22324" y="21616"/>
                    <a:pt x="21617" y="22322"/>
                    <a:pt x="20747" y="22322"/>
                  </a:cubicBezTo>
                  <a:lnTo>
                    <a:pt x="5217" y="22322"/>
                  </a:lnTo>
                  <a:cubicBezTo>
                    <a:pt x="4347" y="22322"/>
                    <a:pt x="3640" y="21616"/>
                    <a:pt x="3640" y="20744"/>
                  </a:cubicBezTo>
                  <a:lnTo>
                    <a:pt x="3640" y="16376"/>
                  </a:lnTo>
                  <a:cubicBezTo>
                    <a:pt x="3640" y="15506"/>
                    <a:pt x="4347" y="14799"/>
                    <a:pt x="5217" y="14799"/>
                  </a:cubicBezTo>
                  <a:lnTo>
                    <a:pt x="16501" y="14799"/>
                  </a:lnTo>
                  <a:lnTo>
                    <a:pt x="16501" y="15405"/>
                  </a:lnTo>
                  <a:cubicBezTo>
                    <a:pt x="16501" y="16407"/>
                    <a:pt x="17316" y="17224"/>
                    <a:pt x="18320" y="17224"/>
                  </a:cubicBezTo>
                  <a:cubicBezTo>
                    <a:pt x="19322" y="17224"/>
                    <a:pt x="20139" y="16409"/>
                    <a:pt x="20139" y="15405"/>
                  </a:cubicBezTo>
                  <a:lnTo>
                    <a:pt x="20139" y="14799"/>
                  </a:lnTo>
                  <a:close/>
                  <a:moveTo>
                    <a:pt x="364" y="22320"/>
                  </a:moveTo>
                  <a:cubicBezTo>
                    <a:pt x="164" y="22320"/>
                    <a:pt x="0" y="22484"/>
                    <a:pt x="0" y="22684"/>
                  </a:cubicBezTo>
                  <a:cubicBezTo>
                    <a:pt x="0" y="22886"/>
                    <a:pt x="164" y="23049"/>
                    <a:pt x="364" y="23049"/>
                  </a:cubicBezTo>
                  <a:lnTo>
                    <a:pt x="412" y="23049"/>
                  </a:lnTo>
                  <a:cubicBezTo>
                    <a:pt x="613" y="23049"/>
                    <a:pt x="776" y="22886"/>
                    <a:pt x="776" y="22684"/>
                  </a:cubicBezTo>
                  <a:cubicBezTo>
                    <a:pt x="776" y="22484"/>
                    <a:pt x="613" y="22322"/>
                    <a:pt x="412" y="22320"/>
                  </a:cubicBezTo>
                  <a:close/>
                  <a:moveTo>
                    <a:pt x="7785" y="0"/>
                  </a:moveTo>
                  <a:cubicBezTo>
                    <a:pt x="7631" y="0"/>
                    <a:pt x="7476" y="27"/>
                    <a:pt x="7327" y="81"/>
                  </a:cubicBezTo>
                  <a:lnTo>
                    <a:pt x="5048" y="911"/>
                  </a:lnTo>
                  <a:cubicBezTo>
                    <a:pt x="4713" y="1032"/>
                    <a:pt x="4447" y="1278"/>
                    <a:pt x="4295" y="1601"/>
                  </a:cubicBezTo>
                  <a:cubicBezTo>
                    <a:pt x="4144" y="1922"/>
                    <a:pt x="4129" y="2284"/>
                    <a:pt x="4251" y="2621"/>
                  </a:cubicBezTo>
                  <a:lnTo>
                    <a:pt x="4582" y="3528"/>
                  </a:lnTo>
                  <a:cubicBezTo>
                    <a:pt x="4582" y="3528"/>
                    <a:pt x="4583" y="3531"/>
                    <a:pt x="4583" y="3532"/>
                  </a:cubicBezTo>
                  <a:cubicBezTo>
                    <a:pt x="4583" y="3532"/>
                    <a:pt x="4585" y="3533"/>
                    <a:pt x="4585" y="3535"/>
                  </a:cubicBezTo>
                  <a:lnTo>
                    <a:pt x="6652" y="9218"/>
                  </a:lnTo>
                  <a:lnTo>
                    <a:pt x="5219" y="9218"/>
                  </a:lnTo>
                  <a:cubicBezTo>
                    <a:pt x="3947" y="9218"/>
                    <a:pt x="2913" y="10254"/>
                    <a:pt x="2913" y="11524"/>
                  </a:cubicBezTo>
                  <a:lnTo>
                    <a:pt x="2913" y="20743"/>
                  </a:lnTo>
                  <a:cubicBezTo>
                    <a:pt x="2913" y="21353"/>
                    <a:pt x="3151" y="21908"/>
                    <a:pt x="3539" y="22320"/>
                  </a:cubicBezTo>
                  <a:lnTo>
                    <a:pt x="2305" y="22320"/>
                  </a:lnTo>
                  <a:cubicBezTo>
                    <a:pt x="2105" y="22320"/>
                    <a:pt x="1941" y="22484"/>
                    <a:pt x="1941" y="22684"/>
                  </a:cubicBezTo>
                  <a:cubicBezTo>
                    <a:pt x="1941" y="22886"/>
                    <a:pt x="2105" y="23049"/>
                    <a:pt x="2305" y="23049"/>
                  </a:cubicBezTo>
                  <a:lnTo>
                    <a:pt x="20744" y="23049"/>
                  </a:lnTo>
                  <a:cubicBezTo>
                    <a:pt x="22016" y="23049"/>
                    <a:pt x="23051" y="22015"/>
                    <a:pt x="23051" y="20743"/>
                  </a:cubicBezTo>
                  <a:lnTo>
                    <a:pt x="23051" y="11524"/>
                  </a:lnTo>
                  <a:cubicBezTo>
                    <a:pt x="23051" y="10256"/>
                    <a:pt x="22019" y="9222"/>
                    <a:pt x="20755" y="9222"/>
                  </a:cubicBezTo>
                  <a:cubicBezTo>
                    <a:pt x="20753" y="9222"/>
                    <a:pt x="20752" y="9222"/>
                    <a:pt x="20750" y="9222"/>
                  </a:cubicBezTo>
                  <a:lnTo>
                    <a:pt x="17542" y="9222"/>
                  </a:lnTo>
                  <a:lnTo>
                    <a:pt x="18605" y="6296"/>
                  </a:lnTo>
                  <a:cubicBezTo>
                    <a:pt x="18830" y="5684"/>
                    <a:pt x="18573" y="5010"/>
                    <a:pt x="18028" y="4690"/>
                  </a:cubicBezTo>
                  <a:lnTo>
                    <a:pt x="18409" y="3644"/>
                  </a:lnTo>
                  <a:cubicBezTo>
                    <a:pt x="18487" y="3431"/>
                    <a:pt x="18476" y="3199"/>
                    <a:pt x="18381" y="2993"/>
                  </a:cubicBezTo>
                  <a:cubicBezTo>
                    <a:pt x="18284" y="2787"/>
                    <a:pt x="18114" y="2632"/>
                    <a:pt x="17901" y="2554"/>
                  </a:cubicBezTo>
                  <a:lnTo>
                    <a:pt x="16761" y="2139"/>
                  </a:lnTo>
                  <a:cubicBezTo>
                    <a:pt x="16665" y="2104"/>
                    <a:pt x="16567" y="2088"/>
                    <a:pt x="16470" y="2088"/>
                  </a:cubicBezTo>
                  <a:cubicBezTo>
                    <a:pt x="16123" y="2088"/>
                    <a:pt x="15796" y="2302"/>
                    <a:pt x="15671" y="2647"/>
                  </a:cubicBezTo>
                  <a:lnTo>
                    <a:pt x="15290" y="3694"/>
                  </a:lnTo>
                  <a:cubicBezTo>
                    <a:pt x="15216" y="3682"/>
                    <a:pt x="15143" y="3675"/>
                    <a:pt x="15070" y="3675"/>
                  </a:cubicBezTo>
                  <a:cubicBezTo>
                    <a:pt x="14525" y="3675"/>
                    <a:pt x="14013" y="4012"/>
                    <a:pt x="13815" y="4554"/>
                  </a:cubicBezTo>
                  <a:lnTo>
                    <a:pt x="12094" y="9280"/>
                  </a:lnTo>
                  <a:lnTo>
                    <a:pt x="9037" y="880"/>
                  </a:lnTo>
                  <a:cubicBezTo>
                    <a:pt x="8916" y="543"/>
                    <a:pt x="8670" y="278"/>
                    <a:pt x="8348" y="127"/>
                  </a:cubicBezTo>
                  <a:cubicBezTo>
                    <a:pt x="8169" y="42"/>
                    <a:pt x="7977" y="0"/>
                    <a:pt x="778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8" name="Google Shape;5978;p69"/>
          <p:cNvGrpSpPr/>
          <p:nvPr/>
        </p:nvGrpSpPr>
        <p:grpSpPr>
          <a:xfrm>
            <a:off x="1811563" y="3127025"/>
            <a:ext cx="151625" cy="576200"/>
            <a:chOff x="1811563" y="3127025"/>
            <a:chExt cx="151625" cy="576200"/>
          </a:xfrm>
        </p:grpSpPr>
        <p:sp>
          <p:nvSpPr>
            <p:cNvPr id="5979" name="Google Shape;5979;p69"/>
            <p:cNvSpPr/>
            <p:nvPr/>
          </p:nvSpPr>
          <p:spPr>
            <a:xfrm>
              <a:off x="1820638" y="3136100"/>
              <a:ext cx="133500" cy="558075"/>
            </a:xfrm>
            <a:custGeom>
              <a:rect b="b" l="l" r="r" t="t"/>
              <a:pathLst>
                <a:path extrusionOk="0" h="22323" w="5340">
                  <a:moveTo>
                    <a:pt x="2668" y="1"/>
                  </a:moveTo>
                  <a:cubicBezTo>
                    <a:pt x="1730" y="1"/>
                    <a:pt x="970" y="761"/>
                    <a:pt x="970" y="1699"/>
                  </a:cubicBezTo>
                  <a:lnTo>
                    <a:pt x="970" y="2911"/>
                  </a:lnTo>
                  <a:lnTo>
                    <a:pt x="485" y="2911"/>
                  </a:lnTo>
                  <a:cubicBezTo>
                    <a:pt x="216" y="2911"/>
                    <a:pt x="0" y="3129"/>
                    <a:pt x="0" y="3397"/>
                  </a:cubicBezTo>
                  <a:lnTo>
                    <a:pt x="0" y="5339"/>
                  </a:lnTo>
                  <a:cubicBezTo>
                    <a:pt x="0" y="5607"/>
                    <a:pt x="216" y="5823"/>
                    <a:pt x="485" y="5823"/>
                  </a:cubicBezTo>
                  <a:lnTo>
                    <a:pt x="485" y="17714"/>
                  </a:lnTo>
                  <a:cubicBezTo>
                    <a:pt x="485" y="17847"/>
                    <a:pt x="594" y="17957"/>
                    <a:pt x="728" y="17957"/>
                  </a:cubicBezTo>
                  <a:lnTo>
                    <a:pt x="2031" y="21862"/>
                  </a:lnTo>
                  <a:cubicBezTo>
                    <a:pt x="2122" y="22138"/>
                    <a:pt x="2379" y="22322"/>
                    <a:pt x="2671" y="22322"/>
                  </a:cubicBezTo>
                  <a:cubicBezTo>
                    <a:pt x="2962" y="22322"/>
                    <a:pt x="3218" y="22138"/>
                    <a:pt x="3310" y="21862"/>
                  </a:cubicBezTo>
                  <a:lnTo>
                    <a:pt x="4612" y="17957"/>
                  </a:lnTo>
                  <a:cubicBezTo>
                    <a:pt x="4747" y="17957"/>
                    <a:pt x="4855" y="17846"/>
                    <a:pt x="4855" y="17714"/>
                  </a:cubicBezTo>
                  <a:lnTo>
                    <a:pt x="4855" y="5823"/>
                  </a:lnTo>
                  <a:cubicBezTo>
                    <a:pt x="5123" y="5823"/>
                    <a:pt x="5339" y="5607"/>
                    <a:pt x="5339" y="5339"/>
                  </a:cubicBezTo>
                  <a:lnTo>
                    <a:pt x="5339" y="3397"/>
                  </a:lnTo>
                  <a:cubicBezTo>
                    <a:pt x="5339" y="3129"/>
                    <a:pt x="5122" y="2913"/>
                    <a:pt x="4852" y="2911"/>
                  </a:cubicBezTo>
                  <a:lnTo>
                    <a:pt x="4366" y="2911"/>
                  </a:lnTo>
                  <a:lnTo>
                    <a:pt x="4366" y="1699"/>
                  </a:lnTo>
                  <a:cubicBezTo>
                    <a:pt x="4366" y="761"/>
                    <a:pt x="3606" y="1"/>
                    <a:pt x="26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9"/>
            <p:cNvSpPr/>
            <p:nvPr/>
          </p:nvSpPr>
          <p:spPr>
            <a:xfrm>
              <a:off x="1838888" y="3136100"/>
              <a:ext cx="97050" cy="145600"/>
            </a:xfrm>
            <a:custGeom>
              <a:rect b="b" l="l" r="r" t="t"/>
              <a:pathLst>
                <a:path extrusionOk="0" h="5824" w="3882">
                  <a:moveTo>
                    <a:pt x="1699" y="1"/>
                  </a:moveTo>
                  <a:cubicBezTo>
                    <a:pt x="761" y="1"/>
                    <a:pt x="1" y="761"/>
                    <a:pt x="1" y="1699"/>
                  </a:cubicBezTo>
                  <a:lnTo>
                    <a:pt x="1" y="5823"/>
                  </a:lnTo>
                  <a:lnTo>
                    <a:pt x="3882" y="5823"/>
                  </a:lnTo>
                  <a:lnTo>
                    <a:pt x="3882" y="1699"/>
                  </a:lnTo>
                  <a:cubicBezTo>
                    <a:pt x="3882" y="761"/>
                    <a:pt x="3122" y="1"/>
                    <a:pt x="2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9"/>
            <p:cNvSpPr/>
            <p:nvPr/>
          </p:nvSpPr>
          <p:spPr>
            <a:xfrm>
              <a:off x="1832788" y="3257425"/>
              <a:ext cx="109225" cy="327600"/>
            </a:xfrm>
            <a:custGeom>
              <a:rect b="b" l="l" r="r" t="t"/>
              <a:pathLst>
                <a:path extrusionOk="0" h="13104" w="4369">
                  <a:moveTo>
                    <a:pt x="0" y="1"/>
                  </a:moveTo>
                  <a:lnTo>
                    <a:pt x="0" y="12861"/>
                  </a:lnTo>
                  <a:cubicBezTo>
                    <a:pt x="0" y="12994"/>
                    <a:pt x="111" y="13104"/>
                    <a:pt x="245" y="13104"/>
                  </a:cubicBezTo>
                  <a:lnTo>
                    <a:pt x="4126" y="13104"/>
                  </a:lnTo>
                  <a:cubicBezTo>
                    <a:pt x="4261" y="13104"/>
                    <a:pt x="4369" y="12993"/>
                    <a:pt x="4369" y="12861"/>
                  </a:cubicBezTo>
                  <a:lnTo>
                    <a:pt x="43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9"/>
            <p:cNvSpPr/>
            <p:nvPr/>
          </p:nvSpPr>
          <p:spPr>
            <a:xfrm>
              <a:off x="1887313" y="3257425"/>
              <a:ext cx="54675" cy="327600"/>
            </a:xfrm>
            <a:custGeom>
              <a:rect b="b" l="l" r="r" t="t"/>
              <a:pathLst>
                <a:path extrusionOk="0" h="13104" w="2187">
                  <a:moveTo>
                    <a:pt x="1" y="1"/>
                  </a:moveTo>
                  <a:lnTo>
                    <a:pt x="1" y="13104"/>
                  </a:lnTo>
                  <a:lnTo>
                    <a:pt x="1943" y="13104"/>
                  </a:lnTo>
                  <a:cubicBezTo>
                    <a:pt x="2078" y="13104"/>
                    <a:pt x="2186" y="12993"/>
                    <a:pt x="2186" y="12861"/>
                  </a:cubicBezTo>
                  <a:lnTo>
                    <a:pt x="2186" y="1"/>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9"/>
            <p:cNvSpPr/>
            <p:nvPr/>
          </p:nvSpPr>
          <p:spPr>
            <a:xfrm>
              <a:off x="1863088" y="3657800"/>
              <a:ext cx="48550" cy="36375"/>
            </a:xfrm>
            <a:custGeom>
              <a:rect b="b" l="l" r="r" t="t"/>
              <a:pathLst>
                <a:path extrusionOk="0" h="1455" w="1942">
                  <a:moveTo>
                    <a:pt x="1" y="0"/>
                  </a:moveTo>
                  <a:lnTo>
                    <a:pt x="333" y="995"/>
                  </a:lnTo>
                  <a:cubicBezTo>
                    <a:pt x="425" y="1270"/>
                    <a:pt x="678" y="1454"/>
                    <a:pt x="970" y="1454"/>
                  </a:cubicBezTo>
                  <a:cubicBezTo>
                    <a:pt x="1261" y="1454"/>
                    <a:pt x="1517" y="1270"/>
                    <a:pt x="1609" y="995"/>
                  </a:cubicBezTo>
                  <a:lnTo>
                    <a:pt x="1942"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9"/>
            <p:cNvSpPr/>
            <p:nvPr/>
          </p:nvSpPr>
          <p:spPr>
            <a:xfrm>
              <a:off x="1869163" y="3257425"/>
              <a:ext cx="36450" cy="327600"/>
            </a:xfrm>
            <a:custGeom>
              <a:rect b="b" l="l" r="r" t="t"/>
              <a:pathLst>
                <a:path extrusionOk="0" h="13104" w="1458">
                  <a:moveTo>
                    <a:pt x="1" y="1"/>
                  </a:moveTo>
                  <a:lnTo>
                    <a:pt x="1" y="13104"/>
                  </a:lnTo>
                  <a:lnTo>
                    <a:pt x="1457" y="13104"/>
                  </a:lnTo>
                  <a:lnTo>
                    <a:pt x="145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9"/>
            <p:cNvSpPr/>
            <p:nvPr/>
          </p:nvSpPr>
          <p:spPr>
            <a:xfrm>
              <a:off x="1820663" y="3208900"/>
              <a:ext cx="133475" cy="72800"/>
            </a:xfrm>
            <a:custGeom>
              <a:rect b="b" l="l" r="r" t="t"/>
              <a:pathLst>
                <a:path extrusionOk="0" h="2912" w="5339">
                  <a:moveTo>
                    <a:pt x="485" y="1"/>
                  </a:moveTo>
                  <a:cubicBezTo>
                    <a:pt x="217" y="1"/>
                    <a:pt x="1" y="217"/>
                    <a:pt x="1" y="485"/>
                  </a:cubicBezTo>
                  <a:lnTo>
                    <a:pt x="1" y="2427"/>
                  </a:lnTo>
                  <a:cubicBezTo>
                    <a:pt x="1" y="2695"/>
                    <a:pt x="218" y="2911"/>
                    <a:pt x="485" y="2911"/>
                  </a:cubicBezTo>
                  <a:lnTo>
                    <a:pt x="4854" y="2911"/>
                  </a:lnTo>
                  <a:cubicBezTo>
                    <a:pt x="5122" y="2911"/>
                    <a:pt x="5338" y="2695"/>
                    <a:pt x="5338" y="2427"/>
                  </a:cubicBezTo>
                  <a:lnTo>
                    <a:pt x="5338" y="485"/>
                  </a:lnTo>
                  <a:cubicBezTo>
                    <a:pt x="5338" y="217"/>
                    <a:pt x="5121" y="1"/>
                    <a:pt x="4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9"/>
            <p:cNvSpPr/>
            <p:nvPr/>
          </p:nvSpPr>
          <p:spPr>
            <a:xfrm>
              <a:off x="1820663" y="3245325"/>
              <a:ext cx="133475" cy="36375"/>
            </a:xfrm>
            <a:custGeom>
              <a:rect b="b" l="l" r="r" t="t"/>
              <a:pathLst>
                <a:path extrusionOk="0" h="1455" w="5339">
                  <a:moveTo>
                    <a:pt x="485" y="0"/>
                  </a:moveTo>
                  <a:cubicBezTo>
                    <a:pt x="217" y="0"/>
                    <a:pt x="1" y="216"/>
                    <a:pt x="1" y="485"/>
                  </a:cubicBezTo>
                  <a:lnTo>
                    <a:pt x="1" y="970"/>
                  </a:lnTo>
                  <a:cubicBezTo>
                    <a:pt x="1" y="1238"/>
                    <a:pt x="218" y="1454"/>
                    <a:pt x="485" y="1454"/>
                  </a:cubicBezTo>
                  <a:lnTo>
                    <a:pt x="4854" y="1454"/>
                  </a:lnTo>
                  <a:cubicBezTo>
                    <a:pt x="5122" y="1454"/>
                    <a:pt x="5338" y="1238"/>
                    <a:pt x="5338" y="970"/>
                  </a:cubicBezTo>
                  <a:lnTo>
                    <a:pt x="5338" y="485"/>
                  </a:lnTo>
                  <a:cubicBezTo>
                    <a:pt x="5338" y="216"/>
                    <a:pt x="5121" y="0"/>
                    <a:pt x="4854"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9"/>
            <p:cNvSpPr/>
            <p:nvPr/>
          </p:nvSpPr>
          <p:spPr>
            <a:xfrm>
              <a:off x="1838813" y="3136100"/>
              <a:ext cx="60725" cy="60675"/>
            </a:xfrm>
            <a:custGeom>
              <a:rect b="b" l="l" r="r" t="t"/>
              <a:pathLst>
                <a:path extrusionOk="0" h="2427" w="2429">
                  <a:moveTo>
                    <a:pt x="1699" y="1"/>
                  </a:moveTo>
                  <a:cubicBezTo>
                    <a:pt x="761" y="1"/>
                    <a:pt x="1" y="761"/>
                    <a:pt x="1" y="1699"/>
                  </a:cubicBezTo>
                  <a:cubicBezTo>
                    <a:pt x="1" y="2103"/>
                    <a:pt x="328" y="2427"/>
                    <a:pt x="730" y="2427"/>
                  </a:cubicBezTo>
                  <a:lnTo>
                    <a:pt x="1699" y="2427"/>
                  </a:lnTo>
                  <a:cubicBezTo>
                    <a:pt x="2103" y="2427"/>
                    <a:pt x="2428" y="2103"/>
                    <a:pt x="2428" y="1699"/>
                  </a:cubicBezTo>
                  <a:lnTo>
                    <a:pt x="2428" y="728"/>
                  </a:lnTo>
                  <a:cubicBezTo>
                    <a:pt x="2428" y="326"/>
                    <a:pt x="2101" y="1"/>
                    <a:pt x="1699"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9"/>
            <p:cNvSpPr/>
            <p:nvPr/>
          </p:nvSpPr>
          <p:spPr>
            <a:xfrm>
              <a:off x="1811563" y="3127025"/>
              <a:ext cx="151625" cy="576200"/>
            </a:xfrm>
            <a:custGeom>
              <a:rect b="b" l="l" r="r" t="t"/>
              <a:pathLst>
                <a:path extrusionOk="0" h="23048" w="6065">
                  <a:moveTo>
                    <a:pt x="3275" y="728"/>
                  </a:moveTo>
                  <a:cubicBezTo>
                    <a:pt x="4010" y="728"/>
                    <a:pt x="4608" y="1326"/>
                    <a:pt x="4608" y="2062"/>
                  </a:cubicBezTo>
                  <a:lnTo>
                    <a:pt x="4608" y="2911"/>
                  </a:lnTo>
                  <a:lnTo>
                    <a:pt x="1453" y="2911"/>
                  </a:lnTo>
                  <a:lnTo>
                    <a:pt x="1453" y="2062"/>
                  </a:lnTo>
                  <a:cubicBezTo>
                    <a:pt x="1456" y="1326"/>
                    <a:pt x="2054" y="728"/>
                    <a:pt x="2789" y="728"/>
                  </a:cubicBezTo>
                  <a:close/>
                  <a:moveTo>
                    <a:pt x="4199" y="4367"/>
                  </a:moveTo>
                  <a:cubicBezTo>
                    <a:pt x="3997" y="4367"/>
                    <a:pt x="3834" y="4531"/>
                    <a:pt x="3834" y="4732"/>
                  </a:cubicBezTo>
                  <a:cubicBezTo>
                    <a:pt x="3834" y="4933"/>
                    <a:pt x="3997" y="5096"/>
                    <a:pt x="4199" y="5096"/>
                  </a:cubicBezTo>
                  <a:lnTo>
                    <a:pt x="4246" y="5096"/>
                  </a:lnTo>
                  <a:cubicBezTo>
                    <a:pt x="4448" y="5096"/>
                    <a:pt x="4611" y="4933"/>
                    <a:pt x="4611" y="4732"/>
                  </a:cubicBezTo>
                  <a:cubicBezTo>
                    <a:pt x="4611" y="4531"/>
                    <a:pt x="4448" y="4367"/>
                    <a:pt x="4246" y="4367"/>
                  </a:cubicBezTo>
                  <a:close/>
                  <a:moveTo>
                    <a:pt x="5218" y="3640"/>
                  </a:moveTo>
                  <a:cubicBezTo>
                    <a:pt x="5286" y="3640"/>
                    <a:pt x="5339" y="3695"/>
                    <a:pt x="5339" y="3760"/>
                  </a:cubicBezTo>
                  <a:lnTo>
                    <a:pt x="5339" y="5702"/>
                  </a:lnTo>
                  <a:cubicBezTo>
                    <a:pt x="5339" y="5770"/>
                    <a:pt x="5283" y="5822"/>
                    <a:pt x="5218" y="5822"/>
                  </a:cubicBezTo>
                  <a:lnTo>
                    <a:pt x="849" y="5822"/>
                  </a:lnTo>
                  <a:cubicBezTo>
                    <a:pt x="783" y="5822"/>
                    <a:pt x="729" y="5767"/>
                    <a:pt x="729" y="5702"/>
                  </a:cubicBezTo>
                  <a:lnTo>
                    <a:pt x="729" y="5096"/>
                  </a:lnTo>
                  <a:lnTo>
                    <a:pt x="2792" y="5096"/>
                  </a:lnTo>
                  <a:cubicBezTo>
                    <a:pt x="2992" y="5096"/>
                    <a:pt x="3156" y="4933"/>
                    <a:pt x="3156" y="4732"/>
                  </a:cubicBezTo>
                  <a:cubicBezTo>
                    <a:pt x="3156" y="4531"/>
                    <a:pt x="2992" y="4367"/>
                    <a:pt x="2792" y="4367"/>
                  </a:cubicBezTo>
                  <a:lnTo>
                    <a:pt x="729" y="4367"/>
                  </a:lnTo>
                  <a:lnTo>
                    <a:pt x="729" y="3762"/>
                  </a:lnTo>
                  <a:cubicBezTo>
                    <a:pt x="727" y="3695"/>
                    <a:pt x="783" y="3640"/>
                    <a:pt x="849" y="3640"/>
                  </a:cubicBezTo>
                  <a:close/>
                  <a:moveTo>
                    <a:pt x="1941" y="6551"/>
                  </a:moveTo>
                  <a:lnTo>
                    <a:pt x="1941" y="17956"/>
                  </a:lnTo>
                  <a:lnTo>
                    <a:pt x="1212" y="17956"/>
                  </a:lnTo>
                  <a:lnTo>
                    <a:pt x="1212" y="6551"/>
                  </a:lnTo>
                  <a:close/>
                  <a:moveTo>
                    <a:pt x="3397" y="6551"/>
                  </a:moveTo>
                  <a:lnTo>
                    <a:pt x="3397" y="17956"/>
                  </a:lnTo>
                  <a:lnTo>
                    <a:pt x="2668" y="17956"/>
                  </a:lnTo>
                  <a:lnTo>
                    <a:pt x="2668" y="6551"/>
                  </a:lnTo>
                  <a:close/>
                  <a:moveTo>
                    <a:pt x="4853" y="6551"/>
                  </a:moveTo>
                  <a:lnTo>
                    <a:pt x="4853" y="17956"/>
                  </a:lnTo>
                  <a:lnTo>
                    <a:pt x="4124" y="17956"/>
                  </a:lnTo>
                  <a:lnTo>
                    <a:pt x="4124" y="6551"/>
                  </a:lnTo>
                  <a:close/>
                  <a:moveTo>
                    <a:pt x="4470" y="18683"/>
                  </a:moveTo>
                  <a:lnTo>
                    <a:pt x="3741" y="20866"/>
                  </a:lnTo>
                  <a:lnTo>
                    <a:pt x="2326" y="20866"/>
                  </a:lnTo>
                  <a:lnTo>
                    <a:pt x="1598" y="18683"/>
                  </a:lnTo>
                  <a:close/>
                  <a:moveTo>
                    <a:pt x="3498" y="21595"/>
                  </a:moveTo>
                  <a:lnTo>
                    <a:pt x="3326" y="22113"/>
                  </a:lnTo>
                  <a:cubicBezTo>
                    <a:pt x="3284" y="22238"/>
                    <a:pt x="3166" y="22323"/>
                    <a:pt x="3034" y="22323"/>
                  </a:cubicBezTo>
                  <a:cubicBezTo>
                    <a:pt x="2900" y="22323"/>
                    <a:pt x="2782" y="22238"/>
                    <a:pt x="2739" y="22113"/>
                  </a:cubicBezTo>
                  <a:lnTo>
                    <a:pt x="2567" y="21595"/>
                  </a:lnTo>
                  <a:close/>
                  <a:moveTo>
                    <a:pt x="2792" y="0"/>
                  </a:moveTo>
                  <a:cubicBezTo>
                    <a:pt x="1655" y="0"/>
                    <a:pt x="729" y="925"/>
                    <a:pt x="729" y="2062"/>
                  </a:cubicBezTo>
                  <a:lnTo>
                    <a:pt x="729" y="2922"/>
                  </a:lnTo>
                  <a:cubicBezTo>
                    <a:pt x="319" y="2980"/>
                    <a:pt x="1" y="3334"/>
                    <a:pt x="1" y="3762"/>
                  </a:cubicBezTo>
                  <a:lnTo>
                    <a:pt x="1" y="5703"/>
                  </a:lnTo>
                  <a:cubicBezTo>
                    <a:pt x="1" y="6041"/>
                    <a:pt x="200" y="6333"/>
                    <a:pt x="486" y="6469"/>
                  </a:cubicBezTo>
                  <a:lnTo>
                    <a:pt x="486" y="18077"/>
                  </a:lnTo>
                  <a:cubicBezTo>
                    <a:pt x="486" y="18307"/>
                    <a:pt x="615" y="18507"/>
                    <a:pt x="805" y="18611"/>
                  </a:cubicBezTo>
                  <a:lnTo>
                    <a:pt x="1715" y="21338"/>
                  </a:lnTo>
                  <a:lnTo>
                    <a:pt x="2049" y="22340"/>
                  </a:lnTo>
                  <a:cubicBezTo>
                    <a:pt x="2191" y="22763"/>
                    <a:pt x="2586" y="23048"/>
                    <a:pt x="3034" y="23048"/>
                  </a:cubicBezTo>
                  <a:cubicBezTo>
                    <a:pt x="3481" y="23048"/>
                    <a:pt x="3875" y="22763"/>
                    <a:pt x="4017" y="22340"/>
                  </a:cubicBezTo>
                  <a:lnTo>
                    <a:pt x="4351" y="21338"/>
                  </a:lnTo>
                  <a:lnTo>
                    <a:pt x="5260" y="18610"/>
                  </a:lnTo>
                  <a:cubicBezTo>
                    <a:pt x="5451" y="18506"/>
                    <a:pt x="5580" y="18305"/>
                    <a:pt x="5580" y="18074"/>
                  </a:cubicBezTo>
                  <a:lnTo>
                    <a:pt x="5580" y="6465"/>
                  </a:lnTo>
                  <a:cubicBezTo>
                    <a:pt x="5866" y="6328"/>
                    <a:pt x="6065" y="6037"/>
                    <a:pt x="6065" y="5700"/>
                  </a:cubicBezTo>
                  <a:lnTo>
                    <a:pt x="6065" y="3757"/>
                  </a:lnTo>
                  <a:cubicBezTo>
                    <a:pt x="6065" y="3334"/>
                    <a:pt x="5749" y="2980"/>
                    <a:pt x="5339" y="2922"/>
                  </a:cubicBezTo>
                  <a:lnTo>
                    <a:pt x="5339" y="2062"/>
                  </a:lnTo>
                  <a:cubicBezTo>
                    <a:pt x="5339" y="925"/>
                    <a:pt x="4414" y="0"/>
                    <a:pt x="32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9" name="Google Shape;5989;p69"/>
          <p:cNvGrpSpPr/>
          <p:nvPr/>
        </p:nvGrpSpPr>
        <p:grpSpPr>
          <a:xfrm>
            <a:off x="1623500" y="4016600"/>
            <a:ext cx="527750" cy="576325"/>
            <a:chOff x="1623500" y="4016600"/>
            <a:chExt cx="527750" cy="576325"/>
          </a:xfrm>
        </p:grpSpPr>
        <p:sp>
          <p:nvSpPr>
            <p:cNvPr id="5990" name="Google Shape;5990;p69"/>
            <p:cNvSpPr/>
            <p:nvPr/>
          </p:nvSpPr>
          <p:spPr>
            <a:xfrm>
              <a:off x="1832725" y="4025800"/>
              <a:ext cx="109225" cy="291175"/>
            </a:xfrm>
            <a:custGeom>
              <a:rect b="b" l="l" r="r" t="t"/>
              <a:pathLst>
                <a:path extrusionOk="0" h="11647" w="4369">
                  <a:moveTo>
                    <a:pt x="2184" y="1"/>
                  </a:moveTo>
                  <a:cubicBezTo>
                    <a:pt x="1893" y="1"/>
                    <a:pt x="1637" y="186"/>
                    <a:pt x="1545" y="461"/>
                  </a:cubicBezTo>
                  <a:lnTo>
                    <a:pt x="243" y="4367"/>
                  </a:lnTo>
                  <a:cubicBezTo>
                    <a:pt x="108" y="4367"/>
                    <a:pt x="0" y="4477"/>
                    <a:pt x="0" y="4611"/>
                  </a:cubicBezTo>
                  <a:lnTo>
                    <a:pt x="0" y="11647"/>
                  </a:lnTo>
                  <a:lnTo>
                    <a:pt x="4369" y="11647"/>
                  </a:lnTo>
                  <a:lnTo>
                    <a:pt x="4369" y="4611"/>
                  </a:lnTo>
                  <a:cubicBezTo>
                    <a:pt x="4369" y="4477"/>
                    <a:pt x="4259" y="4369"/>
                    <a:pt x="4127" y="4367"/>
                  </a:cubicBezTo>
                  <a:lnTo>
                    <a:pt x="2824" y="461"/>
                  </a:lnTo>
                  <a:cubicBezTo>
                    <a:pt x="2731" y="186"/>
                    <a:pt x="2476" y="1"/>
                    <a:pt x="218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9"/>
            <p:cNvSpPr/>
            <p:nvPr/>
          </p:nvSpPr>
          <p:spPr>
            <a:xfrm>
              <a:off x="1832725" y="4134950"/>
              <a:ext cx="109200" cy="182025"/>
            </a:xfrm>
            <a:custGeom>
              <a:rect b="b" l="l" r="r" t="t"/>
              <a:pathLst>
                <a:path extrusionOk="0" h="7281" w="4368">
                  <a:moveTo>
                    <a:pt x="243" y="1"/>
                  </a:moveTo>
                  <a:cubicBezTo>
                    <a:pt x="108" y="1"/>
                    <a:pt x="0" y="111"/>
                    <a:pt x="0" y="245"/>
                  </a:cubicBezTo>
                  <a:lnTo>
                    <a:pt x="0" y="7281"/>
                  </a:lnTo>
                  <a:lnTo>
                    <a:pt x="4367" y="7281"/>
                  </a:lnTo>
                  <a:lnTo>
                    <a:pt x="4367" y="245"/>
                  </a:lnTo>
                  <a:cubicBezTo>
                    <a:pt x="4367" y="110"/>
                    <a:pt x="4258" y="1"/>
                    <a:pt x="41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9"/>
            <p:cNvSpPr/>
            <p:nvPr/>
          </p:nvSpPr>
          <p:spPr>
            <a:xfrm>
              <a:off x="1887275" y="4135025"/>
              <a:ext cx="54675" cy="182000"/>
            </a:xfrm>
            <a:custGeom>
              <a:rect b="b" l="l" r="r" t="t"/>
              <a:pathLst>
                <a:path extrusionOk="0" h="7280" w="2187">
                  <a:moveTo>
                    <a:pt x="1" y="0"/>
                  </a:moveTo>
                  <a:lnTo>
                    <a:pt x="1" y="7279"/>
                  </a:lnTo>
                  <a:lnTo>
                    <a:pt x="2187" y="7279"/>
                  </a:lnTo>
                  <a:lnTo>
                    <a:pt x="2187" y="243"/>
                  </a:lnTo>
                  <a:cubicBezTo>
                    <a:pt x="2187" y="108"/>
                    <a:pt x="2076" y="0"/>
                    <a:pt x="1942"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9"/>
            <p:cNvSpPr/>
            <p:nvPr/>
          </p:nvSpPr>
          <p:spPr>
            <a:xfrm>
              <a:off x="1863025" y="4025800"/>
              <a:ext cx="48575" cy="291225"/>
            </a:xfrm>
            <a:custGeom>
              <a:rect b="b" l="l" r="r" t="t"/>
              <a:pathLst>
                <a:path extrusionOk="0" h="11649" w="1943">
                  <a:moveTo>
                    <a:pt x="971" y="1"/>
                  </a:moveTo>
                  <a:cubicBezTo>
                    <a:pt x="681" y="1"/>
                    <a:pt x="424" y="186"/>
                    <a:pt x="333" y="461"/>
                  </a:cubicBezTo>
                  <a:lnTo>
                    <a:pt x="0" y="1456"/>
                  </a:lnTo>
                  <a:lnTo>
                    <a:pt x="1943" y="1456"/>
                  </a:lnTo>
                  <a:lnTo>
                    <a:pt x="1610" y="461"/>
                  </a:lnTo>
                  <a:cubicBezTo>
                    <a:pt x="1518" y="186"/>
                    <a:pt x="1261" y="1"/>
                    <a:pt x="971" y="1"/>
                  </a:cubicBezTo>
                  <a:close/>
                  <a:moveTo>
                    <a:pt x="243" y="4369"/>
                  </a:moveTo>
                  <a:lnTo>
                    <a:pt x="243" y="11648"/>
                  </a:lnTo>
                  <a:lnTo>
                    <a:pt x="1700" y="11648"/>
                  </a:lnTo>
                  <a:lnTo>
                    <a:pt x="1700" y="4369"/>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9"/>
            <p:cNvSpPr/>
            <p:nvPr/>
          </p:nvSpPr>
          <p:spPr>
            <a:xfrm>
              <a:off x="1668925" y="4025800"/>
              <a:ext cx="109250" cy="291175"/>
            </a:xfrm>
            <a:custGeom>
              <a:rect b="b" l="l" r="r" t="t"/>
              <a:pathLst>
                <a:path extrusionOk="0" h="11647" w="4370">
                  <a:moveTo>
                    <a:pt x="2185" y="1"/>
                  </a:moveTo>
                  <a:cubicBezTo>
                    <a:pt x="1894" y="1"/>
                    <a:pt x="1638" y="186"/>
                    <a:pt x="1545" y="461"/>
                  </a:cubicBezTo>
                  <a:lnTo>
                    <a:pt x="244" y="4367"/>
                  </a:lnTo>
                  <a:cubicBezTo>
                    <a:pt x="109" y="4367"/>
                    <a:pt x="1" y="4477"/>
                    <a:pt x="1" y="4611"/>
                  </a:cubicBezTo>
                  <a:lnTo>
                    <a:pt x="1" y="11647"/>
                  </a:lnTo>
                  <a:lnTo>
                    <a:pt x="4369" y="11647"/>
                  </a:lnTo>
                  <a:lnTo>
                    <a:pt x="4369" y="4611"/>
                  </a:lnTo>
                  <a:cubicBezTo>
                    <a:pt x="4369" y="4477"/>
                    <a:pt x="4260" y="4369"/>
                    <a:pt x="4128" y="4367"/>
                  </a:cubicBezTo>
                  <a:lnTo>
                    <a:pt x="2824" y="461"/>
                  </a:lnTo>
                  <a:cubicBezTo>
                    <a:pt x="2732" y="186"/>
                    <a:pt x="2476" y="1"/>
                    <a:pt x="218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9"/>
            <p:cNvSpPr/>
            <p:nvPr/>
          </p:nvSpPr>
          <p:spPr>
            <a:xfrm>
              <a:off x="1668925" y="4134950"/>
              <a:ext cx="109250" cy="182025"/>
            </a:xfrm>
            <a:custGeom>
              <a:rect b="b" l="l" r="r" t="t"/>
              <a:pathLst>
                <a:path extrusionOk="0" h="7281" w="4370">
                  <a:moveTo>
                    <a:pt x="244" y="1"/>
                  </a:moveTo>
                  <a:cubicBezTo>
                    <a:pt x="109" y="1"/>
                    <a:pt x="1" y="111"/>
                    <a:pt x="1" y="245"/>
                  </a:cubicBezTo>
                  <a:lnTo>
                    <a:pt x="1" y="7281"/>
                  </a:lnTo>
                  <a:lnTo>
                    <a:pt x="4369" y="7281"/>
                  </a:lnTo>
                  <a:lnTo>
                    <a:pt x="4369" y="245"/>
                  </a:lnTo>
                  <a:cubicBezTo>
                    <a:pt x="4369" y="110"/>
                    <a:pt x="4258" y="1"/>
                    <a:pt x="41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9"/>
            <p:cNvSpPr/>
            <p:nvPr/>
          </p:nvSpPr>
          <p:spPr>
            <a:xfrm>
              <a:off x="1723500" y="4135025"/>
              <a:ext cx="54675" cy="182000"/>
            </a:xfrm>
            <a:custGeom>
              <a:rect b="b" l="l" r="r" t="t"/>
              <a:pathLst>
                <a:path extrusionOk="0" h="7280" w="2187">
                  <a:moveTo>
                    <a:pt x="1" y="0"/>
                  </a:moveTo>
                  <a:cubicBezTo>
                    <a:pt x="1" y="0"/>
                    <a:pt x="1" y="7278"/>
                    <a:pt x="2" y="7279"/>
                  </a:cubicBezTo>
                  <a:lnTo>
                    <a:pt x="2186" y="7279"/>
                  </a:lnTo>
                  <a:lnTo>
                    <a:pt x="2186" y="243"/>
                  </a:lnTo>
                  <a:cubicBezTo>
                    <a:pt x="2186" y="108"/>
                    <a:pt x="2075" y="0"/>
                    <a:pt x="1942"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9"/>
            <p:cNvSpPr/>
            <p:nvPr/>
          </p:nvSpPr>
          <p:spPr>
            <a:xfrm>
              <a:off x="1699275" y="4025800"/>
              <a:ext cx="48550" cy="291225"/>
            </a:xfrm>
            <a:custGeom>
              <a:rect b="b" l="l" r="r" t="t"/>
              <a:pathLst>
                <a:path extrusionOk="0" h="11649" w="1942">
                  <a:moveTo>
                    <a:pt x="970" y="1"/>
                  </a:moveTo>
                  <a:cubicBezTo>
                    <a:pt x="680" y="1"/>
                    <a:pt x="424" y="186"/>
                    <a:pt x="331" y="461"/>
                  </a:cubicBezTo>
                  <a:lnTo>
                    <a:pt x="0" y="1456"/>
                  </a:lnTo>
                  <a:lnTo>
                    <a:pt x="1942" y="1456"/>
                  </a:lnTo>
                  <a:lnTo>
                    <a:pt x="1609" y="461"/>
                  </a:lnTo>
                  <a:cubicBezTo>
                    <a:pt x="1517" y="186"/>
                    <a:pt x="1259" y="1"/>
                    <a:pt x="970" y="1"/>
                  </a:cubicBezTo>
                  <a:close/>
                  <a:moveTo>
                    <a:pt x="242" y="4369"/>
                  </a:moveTo>
                  <a:lnTo>
                    <a:pt x="242" y="11648"/>
                  </a:lnTo>
                  <a:lnTo>
                    <a:pt x="1699" y="11648"/>
                  </a:lnTo>
                  <a:lnTo>
                    <a:pt x="1699" y="4369"/>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9"/>
            <p:cNvSpPr/>
            <p:nvPr/>
          </p:nvSpPr>
          <p:spPr>
            <a:xfrm>
              <a:off x="1996500" y="4025800"/>
              <a:ext cx="109225" cy="291175"/>
            </a:xfrm>
            <a:custGeom>
              <a:rect b="b" l="l" r="r" t="t"/>
              <a:pathLst>
                <a:path extrusionOk="0" h="11647" w="4369">
                  <a:moveTo>
                    <a:pt x="2185" y="1"/>
                  </a:moveTo>
                  <a:cubicBezTo>
                    <a:pt x="1893" y="1"/>
                    <a:pt x="1637" y="186"/>
                    <a:pt x="1545" y="461"/>
                  </a:cubicBezTo>
                  <a:lnTo>
                    <a:pt x="243" y="4367"/>
                  </a:lnTo>
                  <a:cubicBezTo>
                    <a:pt x="108" y="4367"/>
                    <a:pt x="0" y="4477"/>
                    <a:pt x="0" y="4611"/>
                  </a:cubicBezTo>
                  <a:lnTo>
                    <a:pt x="0" y="11647"/>
                  </a:lnTo>
                  <a:lnTo>
                    <a:pt x="4369" y="11647"/>
                  </a:lnTo>
                  <a:lnTo>
                    <a:pt x="4369" y="4611"/>
                  </a:lnTo>
                  <a:cubicBezTo>
                    <a:pt x="4369" y="4477"/>
                    <a:pt x="4259" y="4369"/>
                    <a:pt x="4127" y="4367"/>
                  </a:cubicBezTo>
                  <a:lnTo>
                    <a:pt x="2824" y="461"/>
                  </a:lnTo>
                  <a:cubicBezTo>
                    <a:pt x="2732" y="186"/>
                    <a:pt x="2476" y="1"/>
                    <a:pt x="218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9"/>
            <p:cNvSpPr/>
            <p:nvPr/>
          </p:nvSpPr>
          <p:spPr>
            <a:xfrm>
              <a:off x="1996500" y="4134950"/>
              <a:ext cx="109225" cy="182025"/>
            </a:xfrm>
            <a:custGeom>
              <a:rect b="b" l="l" r="r" t="t"/>
              <a:pathLst>
                <a:path extrusionOk="0" h="7281" w="4369">
                  <a:moveTo>
                    <a:pt x="243" y="1"/>
                  </a:moveTo>
                  <a:cubicBezTo>
                    <a:pt x="108" y="1"/>
                    <a:pt x="0" y="111"/>
                    <a:pt x="0" y="245"/>
                  </a:cubicBezTo>
                  <a:lnTo>
                    <a:pt x="0" y="7281"/>
                  </a:lnTo>
                  <a:lnTo>
                    <a:pt x="4369" y="7281"/>
                  </a:lnTo>
                  <a:lnTo>
                    <a:pt x="4369" y="245"/>
                  </a:lnTo>
                  <a:cubicBezTo>
                    <a:pt x="4369" y="110"/>
                    <a:pt x="4258" y="1"/>
                    <a:pt x="41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9"/>
            <p:cNvSpPr/>
            <p:nvPr/>
          </p:nvSpPr>
          <p:spPr>
            <a:xfrm>
              <a:off x="2051100" y="4135025"/>
              <a:ext cx="54625" cy="182000"/>
            </a:xfrm>
            <a:custGeom>
              <a:rect b="b" l="l" r="r" t="t"/>
              <a:pathLst>
                <a:path extrusionOk="0" h="7280" w="2185">
                  <a:moveTo>
                    <a:pt x="1" y="0"/>
                  </a:moveTo>
                  <a:lnTo>
                    <a:pt x="1" y="7279"/>
                  </a:lnTo>
                  <a:lnTo>
                    <a:pt x="2185" y="7279"/>
                  </a:lnTo>
                  <a:lnTo>
                    <a:pt x="2185" y="243"/>
                  </a:lnTo>
                  <a:cubicBezTo>
                    <a:pt x="2185" y="108"/>
                    <a:pt x="2074" y="0"/>
                    <a:pt x="1940"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9"/>
            <p:cNvSpPr/>
            <p:nvPr/>
          </p:nvSpPr>
          <p:spPr>
            <a:xfrm>
              <a:off x="2026800" y="4025800"/>
              <a:ext cx="48600" cy="291225"/>
            </a:xfrm>
            <a:custGeom>
              <a:rect b="b" l="l" r="r" t="t"/>
              <a:pathLst>
                <a:path extrusionOk="0" h="11649" w="1944">
                  <a:moveTo>
                    <a:pt x="971" y="1"/>
                  </a:moveTo>
                  <a:cubicBezTo>
                    <a:pt x="681" y="1"/>
                    <a:pt x="424" y="186"/>
                    <a:pt x="333" y="461"/>
                  </a:cubicBezTo>
                  <a:lnTo>
                    <a:pt x="1" y="1456"/>
                  </a:lnTo>
                  <a:lnTo>
                    <a:pt x="1943" y="1456"/>
                  </a:lnTo>
                  <a:lnTo>
                    <a:pt x="1611" y="461"/>
                  </a:lnTo>
                  <a:cubicBezTo>
                    <a:pt x="1518" y="186"/>
                    <a:pt x="1261" y="1"/>
                    <a:pt x="971" y="1"/>
                  </a:cubicBezTo>
                  <a:close/>
                  <a:moveTo>
                    <a:pt x="244" y="4369"/>
                  </a:moveTo>
                  <a:lnTo>
                    <a:pt x="244" y="11648"/>
                  </a:lnTo>
                  <a:lnTo>
                    <a:pt x="1700" y="11648"/>
                  </a:lnTo>
                  <a:lnTo>
                    <a:pt x="1700" y="436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9"/>
            <p:cNvSpPr/>
            <p:nvPr/>
          </p:nvSpPr>
          <p:spPr>
            <a:xfrm>
              <a:off x="1632550" y="4268475"/>
              <a:ext cx="509525" cy="315400"/>
            </a:xfrm>
            <a:custGeom>
              <a:rect b="b" l="l" r="r" t="t"/>
              <a:pathLst>
                <a:path extrusionOk="0" h="12616" w="20381">
                  <a:moveTo>
                    <a:pt x="971" y="0"/>
                  </a:moveTo>
                  <a:cubicBezTo>
                    <a:pt x="435" y="0"/>
                    <a:pt x="1" y="433"/>
                    <a:pt x="1" y="969"/>
                  </a:cubicBezTo>
                  <a:lnTo>
                    <a:pt x="1" y="11646"/>
                  </a:lnTo>
                  <a:cubicBezTo>
                    <a:pt x="1" y="12180"/>
                    <a:pt x="434" y="12615"/>
                    <a:pt x="971" y="12615"/>
                  </a:cubicBezTo>
                  <a:lnTo>
                    <a:pt x="19411" y="12615"/>
                  </a:lnTo>
                  <a:cubicBezTo>
                    <a:pt x="19946" y="12615"/>
                    <a:pt x="20381" y="12182"/>
                    <a:pt x="20381" y="11646"/>
                  </a:cubicBezTo>
                  <a:lnTo>
                    <a:pt x="20381" y="969"/>
                  </a:lnTo>
                  <a:cubicBezTo>
                    <a:pt x="20381" y="433"/>
                    <a:pt x="19947" y="0"/>
                    <a:pt x="194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9"/>
            <p:cNvSpPr/>
            <p:nvPr/>
          </p:nvSpPr>
          <p:spPr>
            <a:xfrm>
              <a:off x="1632550" y="4365500"/>
              <a:ext cx="509600" cy="121350"/>
            </a:xfrm>
            <a:custGeom>
              <a:rect b="b" l="l" r="r" t="t"/>
              <a:pathLst>
                <a:path extrusionOk="0" h="4854" w="20384">
                  <a:moveTo>
                    <a:pt x="1" y="0"/>
                  </a:moveTo>
                  <a:lnTo>
                    <a:pt x="1" y="4853"/>
                  </a:lnTo>
                  <a:lnTo>
                    <a:pt x="20384" y="4853"/>
                  </a:lnTo>
                  <a:lnTo>
                    <a:pt x="2038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9"/>
            <p:cNvSpPr/>
            <p:nvPr/>
          </p:nvSpPr>
          <p:spPr>
            <a:xfrm>
              <a:off x="1623500" y="4016600"/>
              <a:ext cx="527750" cy="576325"/>
            </a:xfrm>
            <a:custGeom>
              <a:rect b="b" l="l" r="r" t="t"/>
              <a:pathLst>
                <a:path extrusionOk="0" h="23053" w="21110">
                  <a:moveTo>
                    <a:pt x="4001" y="733"/>
                  </a:moveTo>
                  <a:cubicBezTo>
                    <a:pt x="4134" y="733"/>
                    <a:pt x="4251" y="818"/>
                    <a:pt x="4293" y="944"/>
                  </a:cubicBezTo>
                  <a:lnTo>
                    <a:pt x="4467" y="1462"/>
                  </a:lnTo>
                  <a:lnTo>
                    <a:pt x="3536" y="1462"/>
                  </a:lnTo>
                  <a:lnTo>
                    <a:pt x="3708" y="944"/>
                  </a:lnTo>
                  <a:cubicBezTo>
                    <a:pt x="3750" y="818"/>
                    <a:pt x="3867" y="733"/>
                    <a:pt x="4001" y="733"/>
                  </a:cubicBezTo>
                  <a:close/>
                  <a:moveTo>
                    <a:pt x="10552" y="733"/>
                  </a:moveTo>
                  <a:cubicBezTo>
                    <a:pt x="10685" y="733"/>
                    <a:pt x="10802" y="818"/>
                    <a:pt x="10845" y="944"/>
                  </a:cubicBezTo>
                  <a:lnTo>
                    <a:pt x="11017" y="1462"/>
                  </a:lnTo>
                  <a:lnTo>
                    <a:pt x="10086" y="1462"/>
                  </a:lnTo>
                  <a:lnTo>
                    <a:pt x="10259" y="944"/>
                  </a:lnTo>
                  <a:cubicBezTo>
                    <a:pt x="10302" y="818"/>
                    <a:pt x="10418" y="733"/>
                    <a:pt x="10552" y="733"/>
                  </a:cubicBezTo>
                  <a:close/>
                  <a:moveTo>
                    <a:pt x="17103" y="733"/>
                  </a:moveTo>
                  <a:cubicBezTo>
                    <a:pt x="17237" y="733"/>
                    <a:pt x="17353" y="818"/>
                    <a:pt x="17396" y="944"/>
                  </a:cubicBezTo>
                  <a:lnTo>
                    <a:pt x="17569" y="1462"/>
                  </a:lnTo>
                  <a:lnTo>
                    <a:pt x="16638" y="1462"/>
                  </a:lnTo>
                  <a:lnTo>
                    <a:pt x="16810" y="944"/>
                  </a:lnTo>
                  <a:cubicBezTo>
                    <a:pt x="16853" y="818"/>
                    <a:pt x="16970" y="733"/>
                    <a:pt x="17103" y="733"/>
                  </a:cubicBezTo>
                  <a:close/>
                  <a:moveTo>
                    <a:pt x="4710" y="2189"/>
                  </a:moveTo>
                  <a:lnTo>
                    <a:pt x="5437" y="4372"/>
                  </a:lnTo>
                  <a:lnTo>
                    <a:pt x="2565" y="4372"/>
                  </a:lnTo>
                  <a:lnTo>
                    <a:pt x="3294" y="2189"/>
                  </a:lnTo>
                  <a:close/>
                  <a:moveTo>
                    <a:pt x="11261" y="2189"/>
                  </a:moveTo>
                  <a:lnTo>
                    <a:pt x="11989" y="4372"/>
                  </a:lnTo>
                  <a:lnTo>
                    <a:pt x="9117" y="4372"/>
                  </a:lnTo>
                  <a:lnTo>
                    <a:pt x="9844" y="2189"/>
                  </a:lnTo>
                  <a:close/>
                  <a:moveTo>
                    <a:pt x="17812" y="2189"/>
                  </a:moveTo>
                  <a:lnTo>
                    <a:pt x="18540" y="4372"/>
                  </a:lnTo>
                  <a:lnTo>
                    <a:pt x="15668" y="4372"/>
                  </a:lnTo>
                  <a:lnTo>
                    <a:pt x="16397" y="2189"/>
                  </a:lnTo>
                  <a:close/>
                  <a:moveTo>
                    <a:pt x="2911" y="5101"/>
                  </a:moveTo>
                  <a:lnTo>
                    <a:pt x="2911" y="9711"/>
                  </a:lnTo>
                  <a:lnTo>
                    <a:pt x="2182" y="9711"/>
                  </a:lnTo>
                  <a:lnTo>
                    <a:pt x="2182" y="5101"/>
                  </a:lnTo>
                  <a:close/>
                  <a:moveTo>
                    <a:pt x="4364" y="5101"/>
                  </a:moveTo>
                  <a:lnTo>
                    <a:pt x="4364" y="9711"/>
                  </a:lnTo>
                  <a:lnTo>
                    <a:pt x="3637" y="9711"/>
                  </a:lnTo>
                  <a:lnTo>
                    <a:pt x="3637" y="5101"/>
                  </a:lnTo>
                  <a:close/>
                  <a:moveTo>
                    <a:pt x="5821" y="5101"/>
                  </a:moveTo>
                  <a:lnTo>
                    <a:pt x="5821" y="9711"/>
                  </a:lnTo>
                  <a:lnTo>
                    <a:pt x="5093" y="9711"/>
                  </a:lnTo>
                  <a:lnTo>
                    <a:pt x="5093" y="5101"/>
                  </a:lnTo>
                  <a:close/>
                  <a:moveTo>
                    <a:pt x="9462" y="5101"/>
                  </a:moveTo>
                  <a:lnTo>
                    <a:pt x="9462" y="9711"/>
                  </a:lnTo>
                  <a:lnTo>
                    <a:pt x="8733" y="9711"/>
                  </a:lnTo>
                  <a:lnTo>
                    <a:pt x="8733" y="5101"/>
                  </a:lnTo>
                  <a:close/>
                  <a:moveTo>
                    <a:pt x="10916" y="5101"/>
                  </a:moveTo>
                  <a:lnTo>
                    <a:pt x="10916" y="9711"/>
                  </a:lnTo>
                  <a:lnTo>
                    <a:pt x="10188" y="9711"/>
                  </a:lnTo>
                  <a:lnTo>
                    <a:pt x="10188" y="5101"/>
                  </a:lnTo>
                  <a:close/>
                  <a:moveTo>
                    <a:pt x="12372" y="5101"/>
                  </a:moveTo>
                  <a:lnTo>
                    <a:pt x="12372" y="9711"/>
                  </a:lnTo>
                  <a:lnTo>
                    <a:pt x="11645" y="9711"/>
                  </a:lnTo>
                  <a:lnTo>
                    <a:pt x="11645" y="5101"/>
                  </a:lnTo>
                  <a:close/>
                  <a:moveTo>
                    <a:pt x="16013" y="5101"/>
                  </a:moveTo>
                  <a:lnTo>
                    <a:pt x="16013" y="9711"/>
                  </a:lnTo>
                  <a:lnTo>
                    <a:pt x="15284" y="9711"/>
                  </a:lnTo>
                  <a:lnTo>
                    <a:pt x="15284" y="5101"/>
                  </a:lnTo>
                  <a:close/>
                  <a:moveTo>
                    <a:pt x="17467" y="5101"/>
                  </a:moveTo>
                  <a:lnTo>
                    <a:pt x="17467" y="9711"/>
                  </a:lnTo>
                  <a:lnTo>
                    <a:pt x="16739" y="9711"/>
                  </a:lnTo>
                  <a:lnTo>
                    <a:pt x="16739" y="5101"/>
                  </a:lnTo>
                  <a:close/>
                  <a:moveTo>
                    <a:pt x="18924" y="5101"/>
                  </a:moveTo>
                  <a:lnTo>
                    <a:pt x="18924" y="9711"/>
                  </a:lnTo>
                  <a:lnTo>
                    <a:pt x="18196" y="9711"/>
                  </a:lnTo>
                  <a:lnTo>
                    <a:pt x="18196" y="5101"/>
                  </a:lnTo>
                  <a:close/>
                  <a:moveTo>
                    <a:pt x="19773" y="10439"/>
                  </a:moveTo>
                  <a:cubicBezTo>
                    <a:pt x="20107" y="10439"/>
                    <a:pt x="20379" y="10710"/>
                    <a:pt x="20379" y="11044"/>
                  </a:cubicBezTo>
                  <a:lnTo>
                    <a:pt x="20379" y="13592"/>
                  </a:lnTo>
                  <a:lnTo>
                    <a:pt x="726" y="13592"/>
                  </a:lnTo>
                  <a:lnTo>
                    <a:pt x="726" y="11044"/>
                  </a:lnTo>
                  <a:cubicBezTo>
                    <a:pt x="726" y="10710"/>
                    <a:pt x="999" y="10439"/>
                    <a:pt x="1333" y="10439"/>
                  </a:cubicBezTo>
                  <a:close/>
                  <a:moveTo>
                    <a:pt x="1819" y="16018"/>
                  </a:moveTo>
                  <a:cubicBezTo>
                    <a:pt x="1619" y="16018"/>
                    <a:pt x="1455" y="16182"/>
                    <a:pt x="1455" y="16382"/>
                  </a:cubicBezTo>
                  <a:cubicBezTo>
                    <a:pt x="1455" y="16584"/>
                    <a:pt x="1619" y="16747"/>
                    <a:pt x="1819" y="16747"/>
                  </a:cubicBezTo>
                  <a:lnTo>
                    <a:pt x="5700" y="16747"/>
                  </a:lnTo>
                  <a:cubicBezTo>
                    <a:pt x="5902" y="16747"/>
                    <a:pt x="6065" y="16584"/>
                    <a:pt x="6065" y="16382"/>
                  </a:cubicBezTo>
                  <a:cubicBezTo>
                    <a:pt x="6065" y="16182"/>
                    <a:pt x="5902" y="16018"/>
                    <a:pt x="5700" y="16018"/>
                  </a:cubicBezTo>
                  <a:close/>
                  <a:moveTo>
                    <a:pt x="7155" y="16018"/>
                  </a:moveTo>
                  <a:cubicBezTo>
                    <a:pt x="6955" y="16018"/>
                    <a:pt x="6792" y="16182"/>
                    <a:pt x="6792" y="16382"/>
                  </a:cubicBezTo>
                  <a:cubicBezTo>
                    <a:pt x="6792" y="16584"/>
                    <a:pt x="6955" y="16747"/>
                    <a:pt x="7155" y="16747"/>
                  </a:cubicBezTo>
                  <a:lnTo>
                    <a:pt x="7204" y="16747"/>
                  </a:lnTo>
                  <a:cubicBezTo>
                    <a:pt x="7404" y="16747"/>
                    <a:pt x="7568" y="16584"/>
                    <a:pt x="7568" y="16382"/>
                  </a:cubicBezTo>
                  <a:cubicBezTo>
                    <a:pt x="7568" y="16182"/>
                    <a:pt x="7406" y="16018"/>
                    <a:pt x="7204" y="16018"/>
                  </a:cubicBezTo>
                  <a:close/>
                  <a:moveTo>
                    <a:pt x="20380" y="14320"/>
                  </a:moveTo>
                  <a:lnTo>
                    <a:pt x="20380" y="18445"/>
                  </a:lnTo>
                  <a:lnTo>
                    <a:pt x="726" y="18445"/>
                  </a:lnTo>
                  <a:lnTo>
                    <a:pt x="726" y="14320"/>
                  </a:lnTo>
                  <a:close/>
                  <a:moveTo>
                    <a:pt x="20380" y="19176"/>
                  </a:moveTo>
                  <a:lnTo>
                    <a:pt x="20380" y="21722"/>
                  </a:lnTo>
                  <a:cubicBezTo>
                    <a:pt x="20379" y="22055"/>
                    <a:pt x="20107" y="22328"/>
                    <a:pt x="19773" y="22328"/>
                  </a:cubicBezTo>
                  <a:lnTo>
                    <a:pt x="1333" y="22328"/>
                  </a:lnTo>
                  <a:cubicBezTo>
                    <a:pt x="999" y="22328"/>
                    <a:pt x="726" y="22056"/>
                    <a:pt x="726" y="21722"/>
                  </a:cubicBezTo>
                  <a:lnTo>
                    <a:pt x="726" y="19176"/>
                  </a:lnTo>
                  <a:close/>
                  <a:moveTo>
                    <a:pt x="4002" y="1"/>
                  </a:moveTo>
                  <a:cubicBezTo>
                    <a:pt x="3554" y="1"/>
                    <a:pt x="3161" y="285"/>
                    <a:pt x="3019" y="710"/>
                  </a:cubicBezTo>
                  <a:lnTo>
                    <a:pt x="2685" y="1712"/>
                  </a:lnTo>
                  <a:lnTo>
                    <a:pt x="2685" y="1713"/>
                  </a:lnTo>
                  <a:lnTo>
                    <a:pt x="1775" y="4442"/>
                  </a:lnTo>
                  <a:cubicBezTo>
                    <a:pt x="1585" y="4546"/>
                    <a:pt x="1455" y="4746"/>
                    <a:pt x="1455" y="4976"/>
                  </a:cubicBezTo>
                  <a:lnTo>
                    <a:pt x="1455" y="9708"/>
                  </a:lnTo>
                  <a:lnTo>
                    <a:pt x="1335" y="9708"/>
                  </a:lnTo>
                  <a:cubicBezTo>
                    <a:pt x="598" y="9708"/>
                    <a:pt x="0" y="10308"/>
                    <a:pt x="0" y="11043"/>
                  </a:cubicBezTo>
                  <a:lnTo>
                    <a:pt x="0" y="21720"/>
                  </a:lnTo>
                  <a:cubicBezTo>
                    <a:pt x="0" y="22454"/>
                    <a:pt x="598" y="23053"/>
                    <a:pt x="1335" y="23053"/>
                  </a:cubicBezTo>
                  <a:lnTo>
                    <a:pt x="19775" y="23053"/>
                  </a:lnTo>
                  <a:cubicBezTo>
                    <a:pt x="20510" y="23053"/>
                    <a:pt x="21109" y="22454"/>
                    <a:pt x="21109" y="21720"/>
                  </a:cubicBezTo>
                  <a:lnTo>
                    <a:pt x="21109" y="11043"/>
                  </a:lnTo>
                  <a:cubicBezTo>
                    <a:pt x="21108" y="10310"/>
                    <a:pt x="20508" y="9711"/>
                    <a:pt x="19773" y="9711"/>
                  </a:cubicBezTo>
                  <a:lnTo>
                    <a:pt x="19653" y="9711"/>
                  </a:lnTo>
                  <a:lnTo>
                    <a:pt x="19653" y="4979"/>
                  </a:lnTo>
                  <a:cubicBezTo>
                    <a:pt x="19653" y="4747"/>
                    <a:pt x="19522" y="4547"/>
                    <a:pt x="19333" y="4443"/>
                  </a:cubicBezTo>
                  <a:lnTo>
                    <a:pt x="18423" y="1715"/>
                  </a:lnTo>
                  <a:lnTo>
                    <a:pt x="18423" y="1713"/>
                  </a:lnTo>
                  <a:lnTo>
                    <a:pt x="18089" y="711"/>
                  </a:lnTo>
                  <a:cubicBezTo>
                    <a:pt x="17947" y="286"/>
                    <a:pt x="17552" y="2"/>
                    <a:pt x="17105" y="2"/>
                  </a:cubicBezTo>
                  <a:cubicBezTo>
                    <a:pt x="16657" y="2"/>
                    <a:pt x="16263" y="286"/>
                    <a:pt x="16121" y="711"/>
                  </a:cubicBezTo>
                  <a:lnTo>
                    <a:pt x="15787" y="1713"/>
                  </a:lnTo>
                  <a:lnTo>
                    <a:pt x="15787" y="1715"/>
                  </a:lnTo>
                  <a:lnTo>
                    <a:pt x="14878" y="4442"/>
                  </a:lnTo>
                  <a:cubicBezTo>
                    <a:pt x="14687" y="4546"/>
                    <a:pt x="14558" y="4746"/>
                    <a:pt x="14558" y="4976"/>
                  </a:cubicBezTo>
                  <a:lnTo>
                    <a:pt x="14558" y="9708"/>
                  </a:lnTo>
                  <a:lnTo>
                    <a:pt x="13101" y="9708"/>
                  </a:lnTo>
                  <a:lnTo>
                    <a:pt x="13101" y="4976"/>
                  </a:lnTo>
                  <a:cubicBezTo>
                    <a:pt x="13101" y="4746"/>
                    <a:pt x="12971" y="4546"/>
                    <a:pt x="12782" y="4442"/>
                  </a:cubicBezTo>
                  <a:lnTo>
                    <a:pt x="11872" y="1713"/>
                  </a:lnTo>
                  <a:lnTo>
                    <a:pt x="11872" y="1712"/>
                  </a:lnTo>
                  <a:lnTo>
                    <a:pt x="11538" y="710"/>
                  </a:lnTo>
                  <a:cubicBezTo>
                    <a:pt x="11396" y="285"/>
                    <a:pt x="11001" y="1"/>
                    <a:pt x="10553" y="1"/>
                  </a:cubicBezTo>
                  <a:cubicBezTo>
                    <a:pt x="10106" y="1"/>
                    <a:pt x="9712" y="285"/>
                    <a:pt x="9570" y="710"/>
                  </a:cubicBezTo>
                  <a:lnTo>
                    <a:pt x="9236" y="1712"/>
                  </a:lnTo>
                  <a:lnTo>
                    <a:pt x="9236" y="1713"/>
                  </a:lnTo>
                  <a:lnTo>
                    <a:pt x="8326" y="4442"/>
                  </a:lnTo>
                  <a:cubicBezTo>
                    <a:pt x="8136" y="4546"/>
                    <a:pt x="8007" y="4746"/>
                    <a:pt x="8007" y="4976"/>
                  </a:cubicBezTo>
                  <a:lnTo>
                    <a:pt x="8007" y="9708"/>
                  </a:lnTo>
                  <a:lnTo>
                    <a:pt x="6550" y="9708"/>
                  </a:lnTo>
                  <a:lnTo>
                    <a:pt x="6550" y="4976"/>
                  </a:lnTo>
                  <a:cubicBezTo>
                    <a:pt x="6550" y="4746"/>
                    <a:pt x="6419" y="4546"/>
                    <a:pt x="6230" y="4442"/>
                  </a:cubicBezTo>
                  <a:lnTo>
                    <a:pt x="5321" y="1713"/>
                  </a:lnTo>
                  <a:lnTo>
                    <a:pt x="5321" y="1712"/>
                  </a:lnTo>
                  <a:lnTo>
                    <a:pt x="4987" y="710"/>
                  </a:lnTo>
                  <a:cubicBezTo>
                    <a:pt x="4845" y="285"/>
                    <a:pt x="4450" y="1"/>
                    <a:pt x="40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5" name="Google Shape;6005;p69"/>
          <p:cNvGrpSpPr/>
          <p:nvPr/>
        </p:nvGrpSpPr>
        <p:grpSpPr>
          <a:xfrm>
            <a:off x="6988975" y="3253813"/>
            <a:ext cx="576325" cy="406475"/>
            <a:chOff x="6988975" y="3253813"/>
            <a:chExt cx="576325" cy="406475"/>
          </a:xfrm>
        </p:grpSpPr>
        <p:sp>
          <p:nvSpPr>
            <p:cNvPr id="6006" name="Google Shape;6006;p69"/>
            <p:cNvSpPr/>
            <p:nvPr/>
          </p:nvSpPr>
          <p:spPr>
            <a:xfrm>
              <a:off x="6998075" y="3262913"/>
              <a:ext cx="558125" cy="388275"/>
            </a:xfrm>
            <a:custGeom>
              <a:rect b="b" l="l" r="r" t="t"/>
              <a:pathLst>
                <a:path extrusionOk="0" h="15531" w="22325">
                  <a:moveTo>
                    <a:pt x="1943" y="1"/>
                  </a:moveTo>
                  <a:cubicBezTo>
                    <a:pt x="870" y="1"/>
                    <a:pt x="1" y="872"/>
                    <a:pt x="1" y="1943"/>
                  </a:cubicBezTo>
                  <a:lnTo>
                    <a:pt x="1" y="13589"/>
                  </a:lnTo>
                  <a:cubicBezTo>
                    <a:pt x="1" y="14662"/>
                    <a:pt x="872" y="15530"/>
                    <a:pt x="1943" y="15530"/>
                  </a:cubicBezTo>
                  <a:lnTo>
                    <a:pt x="20384" y="15530"/>
                  </a:lnTo>
                  <a:cubicBezTo>
                    <a:pt x="21455" y="15530"/>
                    <a:pt x="22323" y="14662"/>
                    <a:pt x="22325" y="13589"/>
                  </a:cubicBezTo>
                  <a:lnTo>
                    <a:pt x="22325" y="1943"/>
                  </a:lnTo>
                  <a:cubicBezTo>
                    <a:pt x="22325" y="870"/>
                    <a:pt x="21455" y="1"/>
                    <a:pt x="203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9"/>
            <p:cNvSpPr/>
            <p:nvPr/>
          </p:nvSpPr>
          <p:spPr>
            <a:xfrm>
              <a:off x="6998075" y="3317563"/>
              <a:ext cx="558100" cy="279050"/>
            </a:xfrm>
            <a:custGeom>
              <a:rect b="b" l="l" r="r" t="t"/>
              <a:pathLst>
                <a:path extrusionOk="0" h="11162" w="22324">
                  <a:moveTo>
                    <a:pt x="1701" y="0"/>
                  </a:moveTo>
                  <a:cubicBezTo>
                    <a:pt x="1701" y="0"/>
                    <a:pt x="1700" y="0"/>
                    <a:pt x="1699" y="0"/>
                  </a:cubicBezTo>
                  <a:lnTo>
                    <a:pt x="1" y="0"/>
                  </a:lnTo>
                  <a:lnTo>
                    <a:pt x="1" y="11162"/>
                  </a:lnTo>
                  <a:lnTo>
                    <a:pt x="1699" y="11162"/>
                  </a:lnTo>
                  <a:cubicBezTo>
                    <a:pt x="4781" y="11162"/>
                    <a:pt x="7281" y="8662"/>
                    <a:pt x="7281" y="5579"/>
                  </a:cubicBezTo>
                  <a:cubicBezTo>
                    <a:pt x="7281" y="2499"/>
                    <a:pt x="4783" y="0"/>
                    <a:pt x="1701" y="0"/>
                  </a:cubicBezTo>
                  <a:close/>
                  <a:moveTo>
                    <a:pt x="20625" y="0"/>
                  </a:moveTo>
                  <a:cubicBezTo>
                    <a:pt x="17543" y="0"/>
                    <a:pt x="15043" y="2500"/>
                    <a:pt x="15043" y="5581"/>
                  </a:cubicBezTo>
                  <a:cubicBezTo>
                    <a:pt x="15046" y="8662"/>
                    <a:pt x="17543" y="11162"/>
                    <a:pt x="20625" y="11162"/>
                  </a:cubicBezTo>
                  <a:lnTo>
                    <a:pt x="22323" y="11162"/>
                  </a:lnTo>
                  <a:lnTo>
                    <a:pt x="2232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9"/>
            <p:cNvSpPr/>
            <p:nvPr/>
          </p:nvSpPr>
          <p:spPr>
            <a:xfrm>
              <a:off x="6988975" y="3253813"/>
              <a:ext cx="576325" cy="406475"/>
            </a:xfrm>
            <a:custGeom>
              <a:rect b="b" l="l" r="r" t="t"/>
              <a:pathLst>
                <a:path extrusionOk="0" h="16259" w="23053">
                  <a:moveTo>
                    <a:pt x="2063" y="2913"/>
                  </a:moveTo>
                  <a:cubicBezTo>
                    <a:pt x="4939" y="2913"/>
                    <a:pt x="7281" y="5252"/>
                    <a:pt x="7281" y="8129"/>
                  </a:cubicBezTo>
                  <a:cubicBezTo>
                    <a:pt x="7281" y="11007"/>
                    <a:pt x="4941" y="13346"/>
                    <a:pt x="2063" y="13346"/>
                  </a:cubicBezTo>
                  <a:lnTo>
                    <a:pt x="730" y="13346"/>
                  </a:lnTo>
                  <a:lnTo>
                    <a:pt x="730" y="2913"/>
                  </a:lnTo>
                  <a:close/>
                  <a:moveTo>
                    <a:pt x="22325" y="2913"/>
                  </a:moveTo>
                  <a:lnTo>
                    <a:pt x="22325" y="13348"/>
                  </a:lnTo>
                  <a:lnTo>
                    <a:pt x="20991" y="13348"/>
                  </a:lnTo>
                  <a:cubicBezTo>
                    <a:pt x="18114" y="13348"/>
                    <a:pt x="15774" y="11007"/>
                    <a:pt x="15774" y="8129"/>
                  </a:cubicBezTo>
                  <a:cubicBezTo>
                    <a:pt x="15774" y="5252"/>
                    <a:pt x="18113" y="2913"/>
                    <a:pt x="20991" y="2913"/>
                  </a:cubicBezTo>
                  <a:close/>
                  <a:moveTo>
                    <a:pt x="11164" y="730"/>
                  </a:moveTo>
                  <a:lnTo>
                    <a:pt x="11164" y="15531"/>
                  </a:lnTo>
                  <a:lnTo>
                    <a:pt x="2307" y="15531"/>
                  </a:lnTo>
                  <a:cubicBezTo>
                    <a:pt x="1477" y="15531"/>
                    <a:pt x="797" y="14887"/>
                    <a:pt x="734" y="14074"/>
                  </a:cubicBezTo>
                  <a:lnTo>
                    <a:pt x="2066" y="14074"/>
                  </a:lnTo>
                  <a:cubicBezTo>
                    <a:pt x="5343" y="14074"/>
                    <a:pt x="8009" y="11408"/>
                    <a:pt x="8009" y="8129"/>
                  </a:cubicBezTo>
                  <a:cubicBezTo>
                    <a:pt x="8009" y="4852"/>
                    <a:pt x="5343" y="2186"/>
                    <a:pt x="2066" y="2186"/>
                  </a:cubicBezTo>
                  <a:lnTo>
                    <a:pt x="734" y="2186"/>
                  </a:lnTo>
                  <a:cubicBezTo>
                    <a:pt x="797" y="1372"/>
                    <a:pt x="1479" y="730"/>
                    <a:pt x="2307" y="730"/>
                  </a:cubicBezTo>
                  <a:close/>
                  <a:moveTo>
                    <a:pt x="20748" y="730"/>
                  </a:moveTo>
                  <a:cubicBezTo>
                    <a:pt x="21578" y="730"/>
                    <a:pt x="22257" y="1372"/>
                    <a:pt x="22319" y="2186"/>
                  </a:cubicBezTo>
                  <a:lnTo>
                    <a:pt x="20989" y="2186"/>
                  </a:lnTo>
                  <a:cubicBezTo>
                    <a:pt x="17712" y="2186"/>
                    <a:pt x="15045" y="4852"/>
                    <a:pt x="15045" y="8129"/>
                  </a:cubicBezTo>
                  <a:cubicBezTo>
                    <a:pt x="15045" y="11408"/>
                    <a:pt x="17712" y="14074"/>
                    <a:pt x="20989" y="14074"/>
                  </a:cubicBezTo>
                  <a:lnTo>
                    <a:pt x="22319" y="14074"/>
                  </a:lnTo>
                  <a:cubicBezTo>
                    <a:pt x="22257" y="14887"/>
                    <a:pt x="21575" y="15531"/>
                    <a:pt x="20748" y="15531"/>
                  </a:cubicBezTo>
                  <a:lnTo>
                    <a:pt x="11890" y="15531"/>
                  </a:lnTo>
                  <a:lnTo>
                    <a:pt x="11890" y="730"/>
                  </a:lnTo>
                  <a:close/>
                  <a:moveTo>
                    <a:pt x="2307" y="1"/>
                  </a:moveTo>
                  <a:cubicBezTo>
                    <a:pt x="1037" y="1"/>
                    <a:pt x="1" y="1035"/>
                    <a:pt x="1" y="2307"/>
                  </a:cubicBezTo>
                  <a:lnTo>
                    <a:pt x="1" y="13953"/>
                  </a:lnTo>
                  <a:cubicBezTo>
                    <a:pt x="1" y="15224"/>
                    <a:pt x="1035" y="16258"/>
                    <a:pt x="2307" y="16258"/>
                  </a:cubicBezTo>
                  <a:lnTo>
                    <a:pt x="20748" y="16258"/>
                  </a:lnTo>
                  <a:cubicBezTo>
                    <a:pt x="22018" y="16258"/>
                    <a:pt x="23053" y="15225"/>
                    <a:pt x="23053" y="13953"/>
                  </a:cubicBezTo>
                  <a:lnTo>
                    <a:pt x="23053" y="2307"/>
                  </a:lnTo>
                  <a:cubicBezTo>
                    <a:pt x="23051" y="1035"/>
                    <a:pt x="22018" y="1"/>
                    <a:pt x="207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9" name="Google Shape;6009;p69"/>
          <p:cNvGrpSpPr/>
          <p:nvPr/>
        </p:nvGrpSpPr>
        <p:grpSpPr>
          <a:xfrm>
            <a:off x="5237975" y="1589325"/>
            <a:ext cx="576200" cy="576450"/>
            <a:chOff x="5237975" y="1589325"/>
            <a:chExt cx="576200" cy="576450"/>
          </a:xfrm>
        </p:grpSpPr>
        <p:sp>
          <p:nvSpPr>
            <p:cNvPr id="6010" name="Google Shape;6010;p69"/>
            <p:cNvSpPr/>
            <p:nvPr/>
          </p:nvSpPr>
          <p:spPr>
            <a:xfrm>
              <a:off x="5404850" y="1612875"/>
              <a:ext cx="400275" cy="371400"/>
            </a:xfrm>
            <a:custGeom>
              <a:rect b="b" l="l" r="r" t="t"/>
              <a:pathLst>
                <a:path extrusionOk="0" h="14856" w="16011">
                  <a:moveTo>
                    <a:pt x="5117" y="0"/>
                  </a:moveTo>
                  <a:cubicBezTo>
                    <a:pt x="4953" y="0"/>
                    <a:pt x="4786" y="43"/>
                    <a:pt x="4633" y="131"/>
                  </a:cubicBezTo>
                  <a:lnTo>
                    <a:pt x="3371" y="859"/>
                  </a:lnTo>
                  <a:cubicBezTo>
                    <a:pt x="2908" y="1127"/>
                    <a:pt x="2749" y="1720"/>
                    <a:pt x="3016" y="2185"/>
                  </a:cubicBezTo>
                  <a:lnTo>
                    <a:pt x="5065" y="5730"/>
                  </a:lnTo>
                  <a:lnTo>
                    <a:pt x="969" y="5730"/>
                  </a:lnTo>
                  <a:cubicBezTo>
                    <a:pt x="435" y="5730"/>
                    <a:pt x="0" y="6164"/>
                    <a:pt x="0" y="6699"/>
                  </a:cubicBezTo>
                  <a:lnTo>
                    <a:pt x="0" y="8156"/>
                  </a:lnTo>
                  <a:cubicBezTo>
                    <a:pt x="0" y="8690"/>
                    <a:pt x="434" y="9127"/>
                    <a:pt x="969" y="9127"/>
                  </a:cubicBezTo>
                  <a:lnTo>
                    <a:pt x="5065" y="9127"/>
                  </a:lnTo>
                  <a:lnTo>
                    <a:pt x="3016" y="12672"/>
                  </a:lnTo>
                  <a:cubicBezTo>
                    <a:pt x="2749" y="13136"/>
                    <a:pt x="2908" y="13728"/>
                    <a:pt x="3371" y="13997"/>
                  </a:cubicBezTo>
                  <a:lnTo>
                    <a:pt x="4633" y="14726"/>
                  </a:lnTo>
                  <a:cubicBezTo>
                    <a:pt x="4785" y="14814"/>
                    <a:pt x="4952" y="14855"/>
                    <a:pt x="5116" y="14855"/>
                  </a:cubicBezTo>
                  <a:cubicBezTo>
                    <a:pt x="5452" y="14855"/>
                    <a:pt x="5779" y="14681"/>
                    <a:pt x="5959" y="14371"/>
                  </a:cubicBezTo>
                  <a:lnTo>
                    <a:pt x="8007" y="10825"/>
                  </a:lnTo>
                  <a:lnTo>
                    <a:pt x="10053" y="14371"/>
                  </a:lnTo>
                  <a:cubicBezTo>
                    <a:pt x="10233" y="14681"/>
                    <a:pt x="10560" y="14855"/>
                    <a:pt x="10895" y="14855"/>
                  </a:cubicBezTo>
                  <a:cubicBezTo>
                    <a:pt x="11059" y="14855"/>
                    <a:pt x="11225" y="14814"/>
                    <a:pt x="11378" y="14726"/>
                  </a:cubicBezTo>
                  <a:lnTo>
                    <a:pt x="12640" y="13997"/>
                  </a:lnTo>
                  <a:cubicBezTo>
                    <a:pt x="13103" y="13728"/>
                    <a:pt x="13263" y="13136"/>
                    <a:pt x="12995" y="12672"/>
                  </a:cubicBezTo>
                  <a:lnTo>
                    <a:pt x="10947" y="9127"/>
                  </a:lnTo>
                  <a:lnTo>
                    <a:pt x="15041" y="9127"/>
                  </a:lnTo>
                  <a:cubicBezTo>
                    <a:pt x="15576" y="9127"/>
                    <a:pt x="16010" y="8693"/>
                    <a:pt x="16010" y="8156"/>
                  </a:cubicBezTo>
                  <a:lnTo>
                    <a:pt x="16010" y="6699"/>
                  </a:lnTo>
                  <a:cubicBezTo>
                    <a:pt x="16010" y="6165"/>
                    <a:pt x="15578" y="5730"/>
                    <a:pt x="15046" y="5730"/>
                  </a:cubicBezTo>
                  <a:cubicBezTo>
                    <a:pt x="15045" y="5730"/>
                    <a:pt x="15043" y="5730"/>
                    <a:pt x="15041" y="5730"/>
                  </a:cubicBezTo>
                  <a:lnTo>
                    <a:pt x="10947" y="5730"/>
                  </a:lnTo>
                  <a:lnTo>
                    <a:pt x="12995" y="2185"/>
                  </a:lnTo>
                  <a:cubicBezTo>
                    <a:pt x="13263" y="1720"/>
                    <a:pt x="13103" y="1127"/>
                    <a:pt x="12640" y="859"/>
                  </a:cubicBezTo>
                  <a:lnTo>
                    <a:pt x="11378" y="131"/>
                  </a:lnTo>
                  <a:cubicBezTo>
                    <a:pt x="11225" y="43"/>
                    <a:pt x="11058" y="0"/>
                    <a:pt x="10894" y="0"/>
                  </a:cubicBezTo>
                  <a:cubicBezTo>
                    <a:pt x="10559" y="0"/>
                    <a:pt x="10233" y="175"/>
                    <a:pt x="10053" y="486"/>
                  </a:cubicBezTo>
                  <a:lnTo>
                    <a:pt x="8005" y="4032"/>
                  </a:lnTo>
                  <a:lnTo>
                    <a:pt x="5959" y="486"/>
                  </a:lnTo>
                  <a:cubicBezTo>
                    <a:pt x="5779" y="175"/>
                    <a:pt x="5452" y="0"/>
                    <a:pt x="51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9"/>
            <p:cNvSpPr/>
            <p:nvPr/>
          </p:nvSpPr>
          <p:spPr>
            <a:xfrm>
              <a:off x="5415825" y="1598375"/>
              <a:ext cx="378275" cy="400325"/>
            </a:xfrm>
            <a:custGeom>
              <a:rect b="b" l="l" r="r" t="t"/>
              <a:pathLst>
                <a:path extrusionOk="0" h="16013" w="15131">
                  <a:moveTo>
                    <a:pt x="6837" y="0"/>
                  </a:moveTo>
                  <a:cubicBezTo>
                    <a:pt x="6303" y="0"/>
                    <a:pt x="5868" y="434"/>
                    <a:pt x="5868" y="970"/>
                  </a:cubicBezTo>
                  <a:lnTo>
                    <a:pt x="5868" y="5064"/>
                  </a:lnTo>
                  <a:lnTo>
                    <a:pt x="2322" y="3016"/>
                  </a:lnTo>
                  <a:cubicBezTo>
                    <a:pt x="2170" y="2928"/>
                    <a:pt x="2003" y="2886"/>
                    <a:pt x="1839" y="2886"/>
                  </a:cubicBezTo>
                  <a:cubicBezTo>
                    <a:pt x="1503" y="2886"/>
                    <a:pt x="1177" y="3060"/>
                    <a:pt x="997" y="3371"/>
                  </a:cubicBezTo>
                  <a:lnTo>
                    <a:pt x="268" y="4632"/>
                  </a:lnTo>
                  <a:cubicBezTo>
                    <a:pt x="0" y="5097"/>
                    <a:pt x="160" y="5689"/>
                    <a:pt x="623" y="5958"/>
                  </a:cubicBezTo>
                  <a:lnTo>
                    <a:pt x="4170" y="8006"/>
                  </a:lnTo>
                  <a:lnTo>
                    <a:pt x="623" y="10055"/>
                  </a:lnTo>
                  <a:cubicBezTo>
                    <a:pt x="160" y="10322"/>
                    <a:pt x="0" y="10916"/>
                    <a:pt x="268" y="11379"/>
                  </a:cubicBezTo>
                  <a:lnTo>
                    <a:pt x="997" y="12641"/>
                  </a:lnTo>
                  <a:cubicBezTo>
                    <a:pt x="1177" y="12952"/>
                    <a:pt x="1503" y="13126"/>
                    <a:pt x="1839" y="13126"/>
                  </a:cubicBezTo>
                  <a:cubicBezTo>
                    <a:pt x="2003" y="13126"/>
                    <a:pt x="2170" y="13084"/>
                    <a:pt x="2322" y="12997"/>
                  </a:cubicBezTo>
                  <a:lnTo>
                    <a:pt x="5868" y="10947"/>
                  </a:lnTo>
                  <a:lnTo>
                    <a:pt x="5868" y="15043"/>
                  </a:lnTo>
                  <a:cubicBezTo>
                    <a:pt x="5868" y="15577"/>
                    <a:pt x="6302" y="16012"/>
                    <a:pt x="6837" y="16012"/>
                  </a:cubicBezTo>
                  <a:lnTo>
                    <a:pt x="8294" y="16012"/>
                  </a:lnTo>
                  <a:cubicBezTo>
                    <a:pt x="8828" y="16012"/>
                    <a:pt x="9265" y="15579"/>
                    <a:pt x="9265" y="15043"/>
                  </a:cubicBezTo>
                  <a:lnTo>
                    <a:pt x="9265" y="10947"/>
                  </a:lnTo>
                  <a:lnTo>
                    <a:pt x="12810" y="12997"/>
                  </a:lnTo>
                  <a:cubicBezTo>
                    <a:pt x="12963" y="13084"/>
                    <a:pt x="13129" y="13126"/>
                    <a:pt x="13293" y="13126"/>
                  </a:cubicBezTo>
                  <a:cubicBezTo>
                    <a:pt x="13628" y="13126"/>
                    <a:pt x="13954" y="12952"/>
                    <a:pt x="14135" y="12641"/>
                  </a:cubicBezTo>
                  <a:lnTo>
                    <a:pt x="14864" y="11379"/>
                  </a:lnTo>
                  <a:cubicBezTo>
                    <a:pt x="15130" y="10916"/>
                    <a:pt x="14972" y="10322"/>
                    <a:pt x="14509" y="10055"/>
                  </a:cubicBezTo>
                  <a:lnTo>
                    <a:pt x="10963" y="8006"/>
                  </a:lnTo>
                  <a:lnTo>
                    <a:pt x="14509" y="5958"/>
                  </a:lnTo>
                  <a:cubicBezTo>
                    <a:pt x="14972" y="5689"/>
                    <a:pt x="15131" y="5097"/>
                    <a:pt x="14864" y="4632"/>
                  </a:cubicBezTo>
                  <a:lnTo>
                    <a:pt x="14135" y="3371"/>
                  </a:lnTo>
                  <a:cubicBezTo>
                    <a:pt x="13954" y="3060"/>
                    <a:pt x="13628" y="2886"/>
                    <a:pt x="13293" y="2886"/>
                  </a:cubicBezTo>
                  <a:cubicBezTo>
                    <a:pt x="13129" y="2886"/>
                    <a:pt x="12963" y="2928"/>
                    <a:pt x="12810" y="3016"/>
                  </a:cubicBezTo>
                  <a:lnTo>
                    <a:pt x="9265" y="5064"/>
                  </a:lnTo>
                  <a:lnTo>
                    <a:pt x="9265" y="970"/>
                  </a:lnTo>
                  <a:cubicBezTo>
                    <a:pt x="9265" y="435"/>
                    <a:pt x="8831" y="0"/>
                    <a:pt x="82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9"/>
            <p:cNvSpPr/>
            <p:nvPr/>
          </p:nvSpPr>
          <p:spPr>
            <a:xfrm>
              <a:off x="5507900" y="1701475"/>
              <a:ext cx="194125" cy="194125"/>
            </a:xfrm>
            <a:custGeom>
              <a:rect b="b" l="l" r="r" t="t"/>
              <a:pathLst>
                <a:path extrusionOk="0" h="7765" w="7765">
                  <a:moveTo>
                    <a:pt x="3883" y="1"/>
                  </a:moveTo>
                  <a:cubicBezTo>
                    <a:pt x="1739" y="1"/>
                    <a:pt x="1" y="1739"/>
                    <a:pt x="1" y="3882"/>
                  </a:cubicBezTo>
                  <a:cubicBezTo>
                    <a:pt x="1" y="6026"/>
                    <a:pt x="1739" y="7764"/>
                    <a:pt x="3883" y="7764"/>
                  </a:cubicBezTo>
                  <a:cubicBezTo>
                    <a:pt x="6026" y="7764"/>
                    <a:pt x="7764" y="6026"/>
                    <a:pt x="7764" y="3882"/>
                  </a:cubicBezTo>
                  <a:cubicBezTo>
                    <a:pt x="7764" y="1739"/>
                    <a:pt x="6026" y="1"/>
                    <a:pt x="38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9"/>
            <p:cNvSpPr/>
            <p:nvPr/>
          </p:nvSpPr>
          <p:spPr>
            <a:xfrm>
              <a:off x="5568475" y="1762075"/>
              <a:ext cx="72875" cy="72875"/>
            </a:xfrm>
            <a:custGeom>
              <a:rect b="b" l="l" r="r" t="t"/>
              <a:pathLst>
                <a:path extrusionOk="0" h="2915" w="2915">
                  <a:moveTo>
                    <a:pt x="1458" y="1"/>
                  </a:moveTo>
                  <a:cubicBezTo>
                    <a:pt x="653" y="1"/>
                    <a:pt x="1" y="653"/>
                    <a:pt x="1" y="1458"/>
                  </a:cubicBezTo>
                  <a:cubicBezTo>
                    <a:pt x="1" y="2263"/>
                    <a:pt x="653" y="2914"/>
                    <a:pt x="1458" y="2914"/>
                  </a:cubicBezTo>
                  <a:cubicBezTo>
                    <a:pt x="2262" y="2914"/>
                    <a:pt x="2914" y="2263"/>
                    <a:pt x="2914" y="1458"/>
                  </a:cubicBezTo>
                  <a:cubicBezTo>
                    <a:pt x="2914" y="655"/>
                    <a:pt x="2262" y="1"/>
                    <a:pt x="1458"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9"/>
            <p:cNvSpPr/>
            <p:nvPr/>
          </p:nvSpPr>
          <p:spPr>
            <a:xfrm>
              <a:off x="5247100" y="1770575"/>
              <a:ext cx="400275" cy="371400"/>
            </a:xfrm>
            <a:custGeom>
              <a:rect b="b" l="l" r="r" t="t"/>
              <a:pathLst>
                <a:path extrusionOk="0" h="14856" w="16011">
                  <a:moveTo>
                    <a:pt x="5117" y="0"/>
                  </a:moveTo>
                  <a:cubicBezTo>
                    <a:pt x="4952" y="0"/>
                    <a:pt x="4786" y="42"/>
                    <a:pt x="4633" y="130"/>
                  </a:cubicBezTo>
                  <a:lnTo>
                    <a:pt x="3371" y="859"/>
                  </a:lnTo>
                  <a:cubicBezTo>
                    <a:pt x="2908" y="1128"/>
                    <a:pt x="2749" y="1720"/>
                    <a:pt x="3016" y="2183"/>
                  </a:cubicBezTo>
                  <a:lnTo>
                    <a:pt x="5065" y="5729"/>
                  </a:lnTo>
                  <a:lnTo>
                    <a:pt x="970" y="5729"/>
                  </a:lnTo>
                  <a:cubicBezTo>
                    <a:pt x="435" y="5729"/>
                    <a:pt x="1" y="6163"/>
                    <a:pt x="1" y="6700"/>
                  </a:cubicBezTo>
                  <a:lnTo>
                    <a:pt x="1" y="8156"/>
                  </a:lnTo>
                  <a:cubicBezTo>
                    <a:pt x="1" y="8691"/>
                    <a:pt x="434" y="9126"/>
                    <a:pt x="970" y="9126"/>
                  </a:cubicBezTo>
                  <a:lnTo>
                    <a:pt x="5065" y="9126"/>
                  </a:lnTo>
                  <a:lnTo>
                    <a:pt x="3016" y="12671"/>
                  </a:lnTo>
                  <a:cubicBezTo>
                    <a:pt x="2749" y="13136"/>
                    <a:pt x="2908" y="13729"/>
                    <a:pt x="3371" y="13997"/>
                  </a:cubicBezTo>
                  <a:lnTo>
                    <a:pt x="4633" y="14725"/>
                  </a:lnTo>
                  <a:cubicBezTo>
                    <a:pt x="4786" y="14813"/>
                    <a:pt x="4953" y="14855"/>
                    <a:pt x="5117" y="14855"/>
                  </a:cubicBezTo>
                  <a:cubicBezTo>
                    <a:pt x="5453" y="14855"/>
                    <a:pt x="5779" y="14681"/>
                    <a:pt x="5958" y="14369"/>
                  </a:cubicBezTo>
                  <a:lnTo>
                    <a:pt x="8007" y="10824"/>
                  </a:lnTo>
                  <a:lnTo>
                    <a:pt x="10053" y="14369"/>
                  </a:lnTo>
                  <a:cubicBezTo>
                    <a:pt x="10233" y="14681"/>
                    <a:pt x="10559" y="14855"/>
                    <a:pt x="10894" y="14855"/>
                  </a:cubicBezTo>
                  <a:cubicBezTo>
                    <a:pt x="11058" y="14855"/>
                    <a:pt x="11225" y="14813"/>
                    <a:pt x="11378" y="14725"/>
                  </a:cubicBezTo>
                  <a:lnTo>
                    <a:pt x="12640" y="13997"/>
                  </a:lnTo>
                  <a:cubicBezTo>
                    <a:pt x="13103" y="13729"/>
                    <a:pt x="13264" y="13136"/>
                    <a:pt x="12995" y="12671"/>
                  </a:cubicBezTo>
                  <a:lnTo>
                    <a:pt x="10947" y="9126"/>
                  </a:lnTo>
                  <a:lnTo>
                    <a:pt x="15042" y="9126"/>
                  </a:lnTo>
                  <a:cubicBezTo>
                    <a:pt x="15576" y="9126"/>
                    <a:pt x="16011" y="8692"/>
                    <a:pt x="16011" y="8156"/>
                  </a:cubicBezTo>
                  <a:lnTo>
                    <a:pt x="16011" y="6700"/>
                  </a:lnTo>
                  <a:cubicBezTo>
                    <a:pt x="16011" y="6163"/>
                    <a:pt x="15577" y="5729"/>
                    <a:pt x="15042" y="5729"/>
                  </a:cubicBezTo>
                  <a:lnTo>
                    <a:pt x="10947" y="5729"/>
                  </a:lnTo>
                  <a:lnTo>
                    <a:pt x="12995" y="2183"/>
                  </a:lnTo>
                  <a:cubicBezTo>
                    <a:pt x="13264" y="1720"/>
                    <a:pt x="13103" y="1128"/>
                    <a:pt x="12640" y="859"/>
                  </a:cubicBezTo>
                  <a:lnTo>
                    <a:pt x="11378" y="130"/>
                  </a:lnTo>
                  <a:cubicBezTo>
                    <a:pt x="11226" y="42"/>
                    <a:pt x="11059" y="0"/>
                    <a:pt x="10895" y="0"/>
                  </a:cubicBezTo>
                  <a:cubicBezTo>
                    <a:pt x="10559" y="0"/>
                    <a:pt x="10233" y="174"/>
                    <a:pt x="10053" y="485"/>
                  </a:cubicBezTo>
                  <a:lnTo>
                    <a:pt x="8006" y="4031"/>
                  </a:lnTo>
                  <a:lnTo>
                    <a:pt x="5958" y="485"/>
                  </a:lnTo>
                  <a:cubicBezTo>
                    <a:pt x="5778" y="174"/>
                    <a:pt x="5452" y="0"/>
                    <a:pt x="51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9"/>
            <p:cNvSpPr/>
            <p:nvPr/>
          </p:nvSpPr>
          <p:spPr>
            <a:xfrm>
              <a:off x="5258075" y="1756125"/>
              <a:ext cx="378300" cy="400300"/>
            </a:xfrm>
            <a:custGeom>
              <a:rect b="b" l="l" r="r" t="t"/>
              <a:pathLst>
                <a:path extrusionOk="0" h="16012" w="15132">
                  <a:moveTo>
                    <a:pt x="6838" y="0"/>
                  </a:moveTo>
                  <a:cubicBezTo>
                    <a:pt x="6303" y="0"/>
                    <a:pt x="5867" y="434"/>
                    <a:pt x="5867" y="969"/>
                  </a:cubicBezTo>
                  <a:lnTo>
                    <a:pt x="5867" y="5064"/>
                  </a:lnTo>
                  <a:lnTo>
                    <a:pt x="2321" y="3016"/>
                  </a:lnTo>
                  <a:cubicBezTo>
                    <a:pt x="2169" y="2927"/>
                    <a:pt x="2003" y="2886"/>
                    <a:pt x="1838" y="2886"/>
                  </a:cubicBezTo>
                  <a:cubicBezTo>
                    <a:pt x="1503" y="2886"/>
                    <a:pt x="1177" y="3060"/>
                    <a:pt x="997" y="3371"/>
                  </a:cubicBezTo>
                  <a:lnTo>
                    <a:pt x="268" y="4633"/>
                  </a:lnTo>
                  <a:cubicBezTo>
                    <a:pt x="1" y="5096"/>
                    <a:pt x="160" y="5689"/>
                    <a:pt x="623" y="5958"/>
                  </a:cubicBezTo>
                  <a:lnTo>
                    <a:pt x="4169" y="8005"/>
                  </a:lnTo>
                  <a:lnTo>
                    <a:pt x="623" y="10055"/>
                  </a:lnTo>
                  <a:cubicBezTo>
                    <a:pt x="160" y="10322"/>
                    <a:pt x="1" y="10916"/>
                    <a:pt x="268" y="11379"/>
                  </a:cubicBezTo>
                  <a:lnTo>
                    <a:pt x="997" y="12641"/>
                  </a:lnTo>
                  <a:cubicBezTo>
                    <a:pt x="1177" y="12952"/>
                    <a:pt x="1503" y="13126"/>
                    <a:pt x="1838" y="13126"/>
                  </a:cubicBezTo>
                  <a:cubicBezTo>
                    <a:pt x="2003" y="13126"/>
                    <a:pt x="2169" y="13084"/>
                    <a:pt x="2321" y="12996"/>
                  </a:cubicBezTo>
                  <a:lnTo>
                    <a:pt x="5867" y="10947"/>
                  </a:lnTo>
                  <a:lnTo>
                    <a:pt x="5867" y="15043"/>
                  </a:lnTo>
                  <a:cubicBezTo>
                    <a:pt x="5867" y="15577"/>
                    <a:pt x="6300" y="16012"/>
                    <a:pt x="6838" y="16012"/>
                  </a:cubicBezTo>
                  <a:lnTo>
                    <a:pt x="8294" y="16012"/>
                  </a:lnTo>
                  <a:cubicBezTo>
                    <a:pt x="8829" y="16012"/>
                    <a:pt x="9265" y="15578"/>
                    <a:pt x="9265" y="15043"/>
                  </a:cubicBezTo>
                  <a:lnTo>
                    <a:pt x="9265" y="10947"/>
                  </a:lnTo>
                  <a:lnTo>
                    <a:pt x="12811" y="12996"/>
                  </a:lnTo>
                  <a:cubicBezTo>
                    <a:pt x="12963" y="13084"/>
                    <a:pt x="13129" y="13126"/>
                    <a:pt x="13293" y="13126"/>
                  </a:cubicBezTo>
                  <a:cubicBezTo>
                    <a:pt x="13629" y="13126"/>
                    <a:pt x="13955" y="12952"/>
                    <a:pt x="14135" y="12641"/>
                  </a:cubicBezTo>
                  <a:lnTo>
                    <a:pt x="14864" y="11379"/>
                  </a:lnTo>
                  <a:cubicBezTo>
                    <a:pt x="15131" y="10914"/>
                    <a:pt x="14973" y="10320"/>
                    <a:pt x="14509" y="10055"/>
                  </a:cubicBezTo>
                  <a:lnTo>
                    <a:pt x="10963" y="8005"/>
                  </a:lnTo>
                  <a:lnTo>
                    <a:pt x="14509" y="5958"/>
                  </a:lnTo>
                  <a:cubicBezTo>
                    <a:pt x="14972" y="5689"/>
                    <a:pt x="15131" y="5096"/>
                    <a:pt x="14864" y="4633"/>
                  </a:cubicBezTo>
                  <a:lnTo>
                    <a:pt x="14135" y="3371"/>
                  </a:lnTo>
                  <a:cubicBezTo>
                    <a:pt x="13955" y="3060"/>
                    <a:pt x="13629" y="2886"/>
                    <a:pt x="13293" y="2886"/>
                  </a:cubicBezTo>
                  <a:cubicBezTo>
                    <a:pt x="13129" y="2886"/>
                    <a:pt x="12963" y="2927"/>
                    <a:pt x="12811" y="3016"/>
                  </a:cubicBezTo>
                  <a:lnTo>
                    <a:pt x="9265" y="5064"/>
                  </a:lnTo>
                  <a:lnTo>
                    <a:pt x="9265" y="969"/>
                  </a:lnTo>
                  <a:cubicBezTo>
                    <a:pt x="9265" y="435"/>
                    <a:pt x="8831" y="0"/>
                    <a:pt x="8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9"/>
            <p:cNvSpPr/>
            <p:nvPr/>
          </p:nvSpPr>
          <p:spPr>
            <a:xfrm>
              <a:off x="5350175" y="1859225"/>
              <a:ext cx="194100" cy="194100"/>
            </a:xfrm>
            <a:custGeom>
              <a:rect b="b" l="l" r="r" t="t"/>
              <a:pathLst>
                <a:path extrusionOk="0" h="7764" w="7764">
                  <a:moveTo>
                    <a:pt x="3885" y="0"/>
                  </a:moveTo>
                  <a:cubicBezTo>
                    <a:pt x="3884" y="0"/>
                    <a:pt x="3884" y="0"/>
                    <a:pt x="3883" y="0"/>
                  </a:cubicBezTo>
                  <a:cubicBezTo>
                    <a:pt x="1738" y="0"/>
                    <a:pt x="0" y="1738"/>
                    <a:pt x="0" y="3881"/>
                  </a:cubicBezTo>
                  <a:cubicBezTo>
                    <a:pt x="0" y="6026"/>
                    <a:pt x="1738" y="7764"/>
                    <a:pt x="3883" y="7764"/>
                  </a:cubicBezTo>
                  <a:cubicBezTo>
                    <a:pt x="6026" y="7764"/>
                    <a:pt x="7764" y="6026"/>
                    <a:pt x="7764" y="3881"/>
                  </a:cubicBezTo>
                  <a:cubicBezTo>
                    <a:pt x="7764" y="1739"/>
                    <a:pt x="6027" y="0"/>
                    <a:pt x="38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9"/>
            <p:cNvSpPr/>
            <p:nvPr/>
          </p:nvSpPr>
          <p:spPr>
            <a:xfrm>
              <a:off x="5410750" y="1919825"/>
              <a:ext cx="72850" cy="72850"/>
            </a:xfrm>
            <a:custGeom>
              <a:rect b="b" l="l" r="r" t="t"/>
              <a:pathLst>
                <a:path extrusionOk="0" h="2914" w="2914">
                  <a:moveTo>
                    <a:pt x="1457" y="1"/>
                  </a:moveTo>
                  <a:cubicBezTo>
                    <a:pt x="652" y="1"/>
                    <a:pt x="0" y="653"/>
                    <a:pt x="0" y="1457"/>
                  </a:cubicBezTo>
                  <a:cubicBezTo>
                    <a:pt x="0" y="2263"/>
                    <a:pt x="652" y="2914"/>
                    <a:pt x="1457" y="2914"/>
                  </a:cubicBezTo>
                  <a:cubicBezTo>
                    <a:pt x="2263" y="2914"/>
                    <a:pt x="2913" y="2263"/>
                    <a:pt x="2913" y="1457"/>
                  </a:cubicBezTo>
                  <a:cubicBezTo>
                    <a:pt x="2913" y="653"/>
                    <a:pt x="2263" y="1"/>
                    <a:pt x="1457"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9"/>
            <p:cNvSpPr/>
            <p:nvPr/>
          </p:nvSpPr>
          <p:spPr>
            <a:xfrm>
              <a:off x="5237975" y="1589325"/>
              <a:ext cx="576200" cy="576450"/>
            </a:xfrm>
            <a:custGeom>
              <a:rect b="b" l="l" r="r" t="t"/>
              <a:pathLst>
                <a:path extrusionOk="0" h="23058" w="23048">
                  <a:moveTo>
                    <a:pt x="15407" y="726"/>
                  </a:moveTo>
                  <a:cubicBezTo>
                    <a:pt x="15741" y="726"/>
                    <a:pt x="16012" y="998"/>
                    <a:pt x="16012" y="1332"/>
                  </a:cubicBezTo>
                  <a:lnTo>
                    <a:pt x="16012" y="4337"/>
                  </a:lnTo>
                  <a:cubicBezTo>
                    <a:pt x="15593" y="4199"/>
                    <a:pt x="15144" y="4123"/>
                    <a:pt x="14678" y="4123"/>
                  </a:cubicBezTo>
                  <a:cubicBezTo>
                    <a:pt x="14219" y="4123"/>
                    <a:pt x="13768" y="4197"/>
                    <a:pt x="13345" y="4337"/>
                  </a:cubicBezTo>
                  <a:lnTo>
                    <a:pt x="13345" y="1332"/>
                  </a:lnTo>
                  <a:cubicBezTo>
                    <a:pt x="13345" y="998"/>
                    <a:pt x="13616" y="726"/>
                    <a:pt x="13950" y="726"/>
                  </a:cubicBezTo>
                  <a:close/>
                  <a:moveTo>
                    <a:pt x="11789" y="1303"/>
                  </a:moveTo>
                  <a:cubicBezTo>
                    <a:pt x="11842" y="1303"/>
                    <a:pt x="11895" y="1310"/>
                    <a:pt x="11948" y="1325"/>
                  </a:cubicBezTo>
                  <a:cubicBezTo>
                    <a:pt x="12104" y="1367"/>
                    <a:pt x="12236" y="1467"/>
                    <a:pt x="12316" y="1607"/>
                  </a:cubicBezTo>
                  <a:lnTo>
                    <a:pt x="12615" y="2127"/>
                  </a:lnTo>
                  <a:lnTo>
                    <a:pt x="12615" y="4657"/>
                  </a:lnTo>
                  <a:cubicBezTo>
                    <a:pt x="12574" y="4680"/>
                    <a:pt x="12534" y="4704"/>
                    <a:pt x="12495" y="4727"/>
                  </a:cubicBezTo>
                  <a:lnTo>
                    <a:pt x="10320" y="3470"/>
                  </a:lnTo>
                  <a:lnTo>
                    <a:pt x="10002" y="2939"/>
                  </a:lnTo>
                  <a:cubicBezTo>
                    <a:pt x="9837" y="2649"/>
                    <a:pt x="9937" y="2281"/>
                    <a:pt x="10227" y="2113"/>
                  </a:cubicBezTo>
                  <a:lnTo>
                    <a:pt x="11487" y="1386"/>
                  </a:lnTo>
                  <a:cubicBezTo>
                    <a:pt x="11581" y="1331"/>
                    <a:pt x="11684" y="1303"/>
                    <a:pt x="11789" y="1303"/>
                  </a:cubicBezTo>
                  <a:close/>
                  <a:moveTo>
                    <a:pt x="17566" y="1303"/>
                  </a:moveTo>
                  <a:cubicBezTo>
                    <a:pt x="17671" y="1303"/>
                    <a:pt x="17775" y="1332"/>
                    <a:pt x="17868" y="1386"/>
                  </a:cubicBezTo>
                  <a:lnTo>
                    <a:pt x="19130" y="2113"/>
                  </a:lnTo>
                  <a:cubicBezTo>
                    <a:pt x="19420" y="2281"/>
                    <a:pt x="19519" y="2652"/>
                    <a:pt x="19352" y="2940"/>
                  </a:cubicBezTo>
                  <a:lnTo>
                    <a:pt x="19052" y="3462"/>
                  </a:lnTo>
                  <a:lnTo>
                    <a:pt x="16859" y="4727"/>
                  </a:lnTo>
                  <a:cubicBezTo>
                    <a:pt x="16821" y="4703"/>
                    <a:pt x="16779" y="4680"/>
                    <a:pt x="16741" y="4657"/>
                  </a:cubicBezTo>
                  <a:lnTo>
                    <a:pt x="16741" y="2126"/>
                  </a:lnTo>
                  <a:lnTo>
                    <a:pt x="17041" y="1605"/>
                  </a:lnTo>
                  <a:cubicBezTo>
                    <a:pt x="17122" y="1467"/>
                    <a:pt x="17253" y="1367"/>
                    <a:pt x="17409" y="1325"/>
                  </a:cubicBezTo>
                  <a:cubicBezTo>
                    <a:pt x="17461" y="1310"/>
                    <a:pt x="17514" y="1303"/>
                    <a:pt x="17566" y="1303"/>
                  </a:cubicBezTo>
                  <a:close/>
                  <a:moveTo>
                    <a:pt x="20407" y="3615"/>
                  </a:moveTo>
                  <a:cubicBezTo>
                    <a:pt x="20617" y="3615"/>
                    <a:pt x="20821" y="3724"/>
                    <a:pt x="20933" y="3918"/>
                  </a:cubicBezTo>
                  <a:lnTo>
                    <a:pt x="21661" y="5180"/>
                  </a:lnTo>
                  <a:cubicBezTo>
                    <a:pt x="21829" y="5469"/>
                    <a:pt x="21729" y="5841"/>
                    <a:pt x="21439" y="6007"/>
                  </a:cubicBezTo>
                  <a:lnTo>
                    <a:pt x="18837" y="7511"/>
                  </a:lnTo>
                  <a:cubicBezTo>
                    <a:pt x="18648" y="6598"/>
                    <a:pt x="18169" y="5794"/>
                    <a:pt x="17501" y="5199"/>
                  </a:cubicBezTo>
                  <a:lnTo>
                    <a:pt x="19380" y="4114"/>
                  </a:lnTo>
                  <a:cubicBezTo>
                    <a:pt x="19451" y="4097"/>
                    <a:pt x="19516" y="4060"/>
                    <a:pt x="19569" y="4005"/>
                  </a:cubicBezTo>
                  <a:lnTo>
                    <a:pt x="20105" y="3696"/>
                  </a:lnTo>
                  <a:cubicBezTo>
                    <a:pt x="20200" y="3641"/>
                    <a:pt x="20305" y="3615"/>
                    <a:pt x="20407" y="3615"/>
                  </a:cubicBezTo>
                  <a:close/>
                  <a:moveTo>
                    <a:pt x="14676" y="6549"/>
                  </a:moveTo>
                  <a:cubicBezTo>
                    <a:pt x="14219" y="6549"/>
                    <a:pt x="13779" y="6719"/>
                    <a:pt x="13441" y="7032"/>
                  </a:cubicBezTo>
                  <a:cubicBezTo>
                    <a:pt x="13295" y="7168"/>
                    <a:pt x="13285" y="7400"/>
                    <a:pt x="13423" y="7548"/>
                  </a:cubicBezTo>
                  <a:cubicBezTo>
                    <a:pt x="13494" y="7625"/>
                    <a:pt x="13591" y="7664"/>
                    <a:pt x="13688" y="7664"/>
                  </a:cubicBezTo>
                  <a:cubicBezTo>
                    <a:pt x="13776" y="7664"/>
                    <a:pt x="13865" y="7631"/>
                    <a:pt x="13934" y="7565"/>
                  </a:cubicBezTo>
                  <a:cubicBezTo>
                    <a:pt x="14136" y="7378"/>
                    <a:pt x="14399" y="7276"/>
                    <a:pt x="14675" y="7276"/>
                  </a:cubicBezTo>
                  <a:cubicBezTo>
                    <a:pt x="15277" y="7276"/>
                    <a:pt x="15768" y="7766"/>
                    <a:pt x="15768" y="8368"/>
                  </a:cubicBezTo>
                  <a:cubicBezTo>
                    <a:pt x="15768" y="8569"/>
                    <a:pt x="15931" y="8733"/>
                    <a:pt x="16131" y="8733"/>
                  </a:cubicBezTo>
                  <a:cubicBezTo>
                    <a:pt x="16332" y="8733"/>
                    <a:pt x="16495" y="8569"/>
                    <a:pt x="16495" y="8368"/>
                  </a:cubicBezTo>
                  <a:cubicBezTo>
                    <a:pt x="16495" y="7366"/>
                    <a:pt x="15679" y="6549"/>
                    <a:pt x="14676" y="6549"/>
                  </a:cubicBezTo>
                  <a:close/>
                  <a:moveTo>
                    <a:pt x="21141" y="7022"/>
                  </a:moveTo>
                  <a:cubicBezTo>
                    <a:pt x="21171" y="7029"/>
                    <a:pt x="21200" y="7033"/>
                    <a:pt x="21235" y="7033"/>
                  </a:cubicBezTo>
                  <a:lnTo>
                    <a:pt x="21719" y="7033"/>
                  </a:lnTo>
                  <a:cubicBezTo>
                    <a:pt x="22053" y="7033"/>
                    <a:pt x="22326" y="7306"/>
                    <a:pt x="22326" y="7640"/>
                  </a:cubicBezTo>
                  <a:lnTo>
                    <a:pt x="22322" y="9097"/>
                  </a:lnTo>
                  <a:cubicBezTo>
                    <a:pt x="22322" y="9431"/>
                    <a:pt x="22050" y="9702"/>
                    <a:pt x="21716" y="9702"/>
                  </a:cubicBezTo>
                  <a:lnTo>
                    <a:pt x="21115" y="9702"/>
                  </a:lnTo>
                  <a:lnTo>
                    <a:pt x="18925" y="8437"/>
                  </a:lnTo>
                  <a:cubicBezTo>
                    <a:pt x="18925" y="8414"/>
                    <a:pt x="18927" y="8392"/>
                    <a:pt x="18927" y="8368"/>
                  </a:cubicBezTo>
                  <a:lnTo>
                    <a:pt x="18927" y="8298"/>
                  </a:lnTo>
                  <a:lnTo>
                    <a:pt x="21141" y="7022"/>
                  </a:lnTo>
                  <a:close/>
                  <a:moveTo>
                    <a:pt x="5481" y="7612"/>
                  </a:moveTo>
                  <a:cubicBezTo>
                    <a:pt x="5691" y="7612"/>
                    <a:pt x="5896" y="7721"/>
                    <a:pt x="6007" y="7914"/>
                  </a:cubicBezTo>
                  <a:lnTo>
                    <a:pt x="6297" y="8417"/>
                  </a:lnTo>
                  <a:lnTo>
                    <a:pt x="6307" y="8434"/>
                  </a:lnTo>
                  <a:lnTo>
                    <a:pt x="6307" y="10964"/>
                  </a:lnTo>
                  <a:cubicBezTo>
                    <a:pt x="6267" y="10987"/>
                    <a:pt x="6226" y="11009"/>
                    <a:pt x="6185" y="11035"/>
                  </a:cubicBezTo>
                  <a:lnTo>
                    <a:pt x="3991" y="9767"/>
                  </a:lnTo>
                  <a:cubicBezTo>
                    <a:pt x="3987" y="9756"/>
                    <a:pt x="3979" y="9742"/>
                    <a:pt x="3972" y="9729"/>
                  </a:cubicBezTo>
                  <a:lnTo>
                    <a:pt x="3697" y="9252"/>
                  </a:lnTo>
                  <a:cubicBezTo>
                    <a:pt x="3527" y="8962"/>
                    <a:pt x="3627" y="8589"/>
                    <a:pt x="3918" y="8422"/>
                  </a:cubicBezTo>
                  <a:lnTo>
                    <a:pt x="5180" y="7693"/>
                  </a:lnTo>
                  <a:cubicBezTo>
                    <a:pt x="5275" y="7638"/>
                    <a:pt x="5379" y="7612"/>
                    <a:pt x="5481" y="7612"/>
                  </a:cubicBezTo>
                  <a:close/>
                  <a:moveTo>
                    <a:pt x="11258" y="7614"/>
                  </a:moveTo>
                  <a:cubicBezTo>
                    <a:pt x="11361" y="7614"/>
                    <a:pt x="11466" y="7640"/>
                    <a:pt x="11561" y="7695"/>
                  </a:cubicBezTo>
                  <a:lnTo>
                    <a:pt x="12822" y="8423"/>
                  </a:lnTo>
                  <a:cubicBezTo>
                    <a:pt x="12962" y="8505"/>
                    <a:pt x="13062" y="8635"/>
                    <a:pt x="13104" y="8791"/>
                  </a:cubicBezTo>
                  <a:cubicBezTo>
                    <a:pt x="13147" y="8947"/>
                    <a:pt x="13126" y="9111"/>
                    <a:pt x="13043" y="9252"/>
                  </a:cubicBezTo>
                  <a:lnTo>
                    <a:pt x="12743" y="9772"/>
                  </a:lnTo>
                  <a:lnTo>
                    <a:pt x="10553" y="11036"/>
                  </a:lnTo>
                  <a:cubicBezTo>
                    <a:pt x="10512" y="11011"/>
                    <a:pt x="10474" y="10988"/>
                    <a:pt x="10431" y="10965"/>
                  </a:cubicBezTo>
                  <a:lnTo>
                    <a:pt x="10431" y="8437"/>
                  </a:lnTo>
                  <a:lnTo>
                    <a:pt x="10731" y="7917"/>
                  </a:lnTo>
                  <a:cubicBezTo>
                    <a:pt x="10845" y="7723"/>
                    <a:pt x="11049" y="7614"/>
                    <a:pt x="11258" y="7614"/>
                  </a:cubicBezTo>
                  <a:close/>
                  <a:moveTo>
                    <a:pt x="18837" y="9227"/>
                  </a:moveTo>
                  <a:lnTo>
                    <a:pt x="21439" y="10731"/>
                  </a:lnTo>
                  <a:cubicBezTo>
                    <a:pt x="21580" y="10812"/>
                    <a:pt x="21679" y="10943"/>
                    <a:pt x="21722" y="11098"/>
                  </a:cubicBezTo>
                  <a:cubicBezTo>
                    <a:pt x="21765" y="11257"/>
                    <a:pt x="21743" y="11420"/>
                    <a:pt x="21661" y="11561"/>
                  </a:cubicBezTo>
                  <a:lnTo>
                    <a:pt x="20933" y="12821"/>
                  </a:lnTo>
                  <a:cubicBezTo>
                    <a:pt x="20821" y="13016"/>
                    <a:pt x="20617" y="13125"/>
                    <a:pt x="20407" y="13125"/>
                  </a:cubicBezTo>
                  <a:cubicBezTo>
                    <a:pt x="20305" y="13125"/>
                    <a:pt x="20200" y="13098"/>
                    <a:pt x="20105" y="13043"/>
                  </a:cubicBezTo>
                  <a:cubicBezTo>
                    <a:pt x="20099" y="13040"/>
                    <a:pt x="20095" y="13039"/>
                    <a:pt x="20089" y="13035"/>
                  </a:cubicBezTo>
                  <a:lnTo>
                    <a:pt x="19612" y="12787"/>
                  </a:lnTo>
                  <a:lnTo>
                    <a:pt x="18320" y="10552"/>
                  </a:lnTo>
                  <a:cubicBezTo>
                    <a:pt x="18563" y="10144"/>
                    <a:pt x="18739" y="9696"/>
                    <a:pt x="18837" y="9227"/>
                  </a:cubicBezTo>
                  <a:close/>
                  <a:moveTo>
                    <a:pt x="1933" y="13344"/>
                  </a:moveTo>
                  <a:lnTo>
                    <a:pt x="4124" y="14609"/>
                  </a:lnTo>
                  <a:cubicBezTo>
                    <a:pt x="4124" y="14632"/>
                    <a:pt x="4123" y="14655"/>
                    <a:pt x="4123" y="14677"/>
                  </a:cubicBezTo>
                  <a:cubicBezTo>
                    <a:pt x="4123" y="14701"/>
                    <a:pt x="4124" y="14724"/>
                    <a:pt x="4124" y="14747"/>
                  </a:cubicBezTo>
                  <a:lnTo>
                    <a:pt x="1933" y="16012"/>
                  </a:lnTo>
                  <a:lnTo>
                    <a:pt x="1332" y="16012"/>
                  </a:lnTo>
                  <a:cubicBezTo>
                    <a:pt x="998" y="16012"/>
                    <a:pt x="726" y="15740"/>
                    <a:pt x="726" y="15406"/>
                  </a:cubicBezTo>
                  <a:lnTo>
                    <a:pt x="726" y="13950"/>
                  </a:lnTo>
                  <a:cubicBezTo>
                    <a:pt x="726" y="13616"/>
                    <a:pt x="998" y="13344"/>
                    <a:pt x="1332" y="13344"/>
                  </a:cubicBezTo>
                  <a:close/>
                  <a:moveTo>
                    <a:pt x="15407" y="13344"/>
                  </a:moveTo>
                  <a:cubicBezTo>
                    <a:pt x="15741" y="13344"/>
                    <a:pt x="16012" y="13616"/>
                    <a:pt x="16012" y="13950"/>
                  </a:cubicBezTo>
                  <a:lnTo>
                    <a:pt x="16012" y="15406"/>
                  </a:lnTo>
                  <a:cubicBezTo>
                    <a:pt x="16012" y="15740"/>
                    <a:pt x="15741" y="16012"/>
                    <a:pt x="15407" y="16012"/>
                  </a:cubicBezTo>
                  <a:lnTo>
                    <a:pt x="14805" y="16012"/>
                  </a:lnTo>
                  <a:lnTo>
                    <a:pt x="12614" y="14747"/>
                  </a:lnTo>
                  <a:cubicBezTo>
                    <a:pt x="12614" y="14724"/>
                    <a:pt x="12615" y="14701"/>
                    <a:pt x="12615" y="14677"/>
                  </a:cubicBezTo>
                  <a:cubicBezTo>
                    <a:pt x="12615" y="14655"/>
                    <a:pt x="12614" y="14632"/>
                    <a:pt x="12614" y="14609"/>
                  </a:cubicBezTo>
                  <a:lnTo>
                    <a:pt x="14805" y="13344"/>
                  </a:lnTo>
                  <a:close/>
                  <a:moveTo>
                    <a:pt x="13948" y="0"/>
                  </a:moveTo>
                  <a:cubicBezTo>
                    <a:pt x="13356" y="0"/>
                    <a:pt x="12854" y="387"/>
                    <a:pt x="12679" y="920"/>
                  </a:cubicBezTo>
                  <a:cubicBezTo>
                    <a:pt x="12525" y="782"/>
                    <a:pt x="12340" y="679"/>
                    <a:pt x="12132" y="623"/>
                  </a:cubicBezTo>
                  <a:cubicBezTo>
                    <a:pt x="12018" y="592"/>
                    <a:pt x="11902" y="577"/>
                    <a:pt x="11786" y="577"/>
                  </a:cubicBezTo>
                  <a:cubicBezTo>
                    <a:pt x="11555" y="577"/>
                    <a:pt x="11326" y="638"/>
                    <a:pt x="11120" y="756"/>
                  </a:cubicBezTo>
                  <a:lnTo>
                    <a:pt x="9859" y="1485"/>
                  </a:lnTo>
                  <a:cubicBezTo>
                    <a:pt x="9347" y="1779"/>
                    <a:pt x="9105" y="2366"/>
                    <a:pt x="9220" y="2916"/>
                  </a:cubicBezTo>
                  <a:cubicBezTo>
                    <a:pt x="9131" y="2897"/>
                    <a:pt x="9040" y="2888"/>
                    <a:pt x="8948" y="2888"/>
                  </a:cubicBezTo>
                  <a:cubicBezTo>
                    <a:pt x="8832" y="2888"/>
                    <a:pt x="8715" y="2903"/>
                    <a:pt x="8599" y="2935"/>
                  </a:cubicBezTo>
                  <a:cubicBezTo>
                    <a:pt x="8254" y="3027"/>
                    <a:pt x="7967" y="3247"/>
                    <a:pt x="7789" y="3556"/>
                  </a:cubicBezTo>
                  <a:lnTo>
                    <a:pt x="7060" y="4818"/>
                  </a:lnTo>
                  <a:cubicBezTo>
                    <a:pt x="6893" y="5110"/>
                    <a:pt x="6840" y="5453"/>
                    <a:pt x="6915" y="5781"/>
                  </a:cubicBezTo>
                  <a:cubicBezTo>
                    <a:pt x="6954" y="5950"/>
                    <a:pt x="7103" y="6064"/>
                    <a:pt x="7271" y="6064"/>
                  </a:cubicBezTo>
                  <a:cubicBezTo>
                    <a:pt x="7298" y="6064"/>
                    <a:pt x="7326" y="6061"/>
                    <a:pt x="7352" y="6055"/>
                  </a:cubicBezTo>
                  <a:cubicBezTo>
                    <a:pt x="7548" y="6011"/>
                    <a:pt x="7670" y="5815"/>
                    <a:pt x="7626" y="5621"/>
                  </a:cubicBezTo>
                  <a:cubicBezTo>
                    <a:pt x="7592" y="5471"/>
                    <a:pt x="7615" y="5315"/>
                    <a:pt x="7691" y="5181"/>
                  </a:cubicBezTo>
                  <a:lnTo>
                    <a:pt x="8420" y="3920"/>
                  </a:lnTo>
                  <a:cubicBezTo>
                    <a:pt x="8501" y="3780"/>
                    <a:pt x="8631" y="3681"/>
                    <a:pt x="8787" y="3638"/>
                  </a:cubicBezTo>
                  <a:cubicBezTo>
                    <a:pt x="8839" y="3624"/>
                    <a:pt x="8892" y="3617"/>
                    <a:pt x="8945" y="3617"/>
                  </a:cubicBezTo>
                  <a:cubicBezTo>
                    <a:pt x="9050" y="3617"/>
                    <a:pt x="9154" y="3645"/>
                    <a:pt x="9247" y="3698"/>
                  </a:cubicBezTo>
                  <a:lnTo>
                    <a:pt x="9810" y="4023"/>
                  </a:lnTo>
                  <a:cubicBezTo>
                    <a:pt x="9853" y="4066"/>
                    <a:pt x="9907" y="4094"/>
                    <a:pt x="9964" y="4110"/>
                  </a:cubicBezTo>
                  <a:lnTo>
                    <a:pt x="11852" y="5199"/>
                  </a:lnTo>
                  <a:cubicBezTo>
                    <a:pt x="11582" y="5440"/>
                    <a:pt x="11341" y="5717"/>
                    <a:pt x="11135" y="6027"/>
                  </a:cubicBezTo>
                  <a:cubicBezTo>
                    <a:pt x="11022" y="6193"/>
                    <a:pt x="11068" y="6419"/>
                    <a:pt x="11237" y="6532"/>
                  </a:cubicBezTo>
                  <a:cubicBezTo>
                    <a:pt x="11299" y="6573"/>
                    <a:pt x="11368" y="6593"/>
                    <a:pt x="11437" y="6593"/>
                  </a:cubicBezTo>
                  <a:cubicBezTo>
                    <a:pt x="11555" y="6593"/>
                    <a:pt x="11671" y="6535"/>
                    <a:pt x="11742" y="6428"/>
                  </a:cubicBezTo>
                  <a:cubicBezTo>
                    <a:pt x="12395" y="5440"/>
                    <a:pt x="13494" y="4850"/>
                    <a:pt x="14676" y="4850"/>
                  </a:cubicBezTo>
                  <a:cubicBezTo>
                    <a:pt x="16616" y="4850"/>
                    <a:pt x="18195" y="6428"/>
                    <a:pt x="18195" y="8370"/>
                  </a:cubicBezTo>
                  <a:cubicBezTo>
                    <a:pt x="18195" y="9536"/>
                    <a:pt x="17619" y="10623"/>
                    <a:pt x="16656" y="11279"/>
                  </a:cubicBezTo>
                  <a:cubicBezTo>
                    <a:pt x="16488" y="11393"/>
                    <a:pt x="16445" y="11619"/>
                    <a:pt x="16559" y="11785"/>
                  </a:cubicBezTo>
                  <a:cubicBezTo>
                    <a:pt x="16630" y="11889"/>
                    <a:pt x="16744" y="11946"/>
                    <a:pt x="16859" y="11946"/>
                  </a:cubicBezTo>
                  <a:cubicBezTo>
                    <a:pt x="16930" y="11946"/>
                    <a:pt x="17001" y="11925"/>
                    <a:pt x="17064" y="11882"/>
                  </a:cubicBezTo>
                  <a:cubicBezTo>
                    <a:pt x="17355" y="11683"/>
                    <a:pt x="17618" y="11451"/>
                    <a:pt x="17845" y="11194"/>
                  </a:cubicBezTo>
                  <a:lnTo>
                    <a:pt x="19349" y="13796"/>
                  </a:lnTo>
                  <a:cubicBezTo>
                    <a:pt x="19515" y="14086"/>
                    <a:pt x="19416" y="14457"/>
                    <a:pt x="19126" y="14625"/>
                  </a:cubicBezTo>
                  <a:lnTo>
                    <a:pt x="17865" y="15352"/>
                  </a:lnTo>
                  <a:cubicBezTo>
                    <a:pt x="17800" y="15392"/>
                    <a:pt x="17726" y="15416"/>
                    <a:pt x="17652" y="15428"/>
                  </a:cubicBezTo>
                  <a:cubicBezTo>
                    <a:pt x="17453" y="15458"/>
                    <a:pt x="17317" y="15642"/>
                    <a:pt x="17346" y="15841"/>
                  </a:cubicBezTo>
                  <a:cubicBezTo>
                    <a:pt x="17373" y="16023"/>
                    <a:pt x="17530" y="16152"/>
                    <a:pt x="17704" y="16152"/>
                  </a:cubicBezTo>
                  <a:cubicBezTo>
                    <a:pt x="17723" y="16152"/>
                    <a:pt x="17740" y="16151"/>
                    <a:pt x="17760" y="16148"/>
                  </a:cubicBezTo>
                  <a:cubicBezTo>
                    <a:pt x="17925" y="16124"/>
                    <a:pt x="18084" y="16069"/>
                    <a:pt x="18230" y="15983"/>
                  </a:cubicBezTo>
                  <a:lnTo>
                    <a:pt x="19492" y="15256"/>
                  </a:lnTo>
                  <a:cubicBezTo>
                    <a:pt x="20004" y="14960"/>
                    <a:pt x="20245" y="14372"/>
                    <a:pt x="20130" y="13823"/>
                  </a:cubicBezTo>
                  <a:lnTo>
                    <a:pt x="20130" y="13823"/>
                  </a:lnTo>
                  <a:cubicBezTo>
                    <a:pt x="20220" y="13843"/>
                    <a:pt x="20312" y="13852"/>
                    <a:pt x="20403" y="13852"/>
                  </a:cubicBezTo>
                  <a:cubicBezTo>
                    <a:pt x="20865" y="13852"/>
                    <a:pt x="21314" y="13611"/>
                    <a:pt x="21561" y="13185"/>
                  </a:cubicBezTo>
                  <a:lnTo>
                    <a:pt x="22290" y="11925"/>
                  </a:lnTo>
                  <a:cubicBezTo>
                    <a:pt x="22468" y="11615"/>
                    <a:pt x="22515" y="11257"/>
                    <a:pt x="22423" y="10911"/>
                  </a:cubicBezTo>
                  <a:cubicBezTo>
                    <a:pt x="22369" y="10705"/>
                    <a:pt x="22266" y="10519"/>
                    <a:pt x="22127" y="10364"/>
                  </a:cubicBezTo>
                  <a:cubicBezTo>
                    <a:pt x="22660" y="10191"/>
                    <a:pt x="23046" y="9688"/>
                    <a:pt x="23046" y="9097"/>
                  </a:cubicBezTo>
                  <a:lnTo>
                    <a:pt x="23046" y="7640"/>
                  </a:lnTo>
                  <a:cubicBezTo>
                    <a:pt x="23048" y="7050"/>
                    <a:pt x="22663" y="6547"/>
                    <a:pt x="22128" y="6374"/>
                  </a:cubicBezTo>
                  <a:cubicBezTo>
                    <a:pt x="22504" y="5956"/>
                    <a:pt x="22586" y="5326"/>
                    <a:pt x="22292" y="4815"/>
                  </a:cubicBezTo>
                  <a:lnTo>
                    <a:pt x="21563" y="3554"/>
                  </a:lnTo>
                  <a:cubicBezTo>
                    <a:pt x="21317" y="3127"/>
                    <a:pt x="20867" y="2888"/>
                    <a:pt x="20405" y="2888"/>
                  </a:cubicBezTo>
                  <a:cubicBezTo>
                    <a:pt x="20314" y="2888"/>
                    <a:pt x="20222" y="2897"/>
                    <a:pt x="20132" y="2916"/>
                  </a:cubicBezTo>
                  <a:cubicBezTo>
                    <a:pt x="20247" y="2368"/>
                    <a:pt x="20005" y="1781"/>
                    <a:pt x="19494" y="1485"/>
                  </a:cubicBezTo>
                  <a:lnTo>
                    <a:pt x="18233" y="756"/>
                  </a:lnTo>
                  <a:cubicBezTo>
                    <a:pt x="18026" y="638"/>
                    <a:pt x="17798" y="577"/>
                    <a:pt x="17567" y="577"/>
                  </a:cubicBezTo>
                  <a:cubicBezTo>
                    <a:pt x="17451" y="577"/>
                    <a:pt x="17335" y="592"/>
                    <a:pt x="17220" y="623"/>
                  </a:cubicBezTo>
                  <a:cubicBezTo>
                    <a:pt x="17014" y="678"/>
                    <a:pt x="16828" y="779"/>
                    <a:pt x="16673" y="920"/>
                  </a:cubicBezTo>
                  <a:cubicBezTo>
                    <a:pt x="16499" y="387"/>
                    <a:pt x="15996" y="0"/>
                    <a:pt x="15405" y="0"/>
                  </a:cubicBezTo>
                  <a:close/>
                  <a:moveTo>
                    <a:pt x="9583" y="15477"/>
                  </a:moveTo>
                  <a:cubicBezTo>
                    <a:pt x="9382" y="15477"/>
                    <a:pt x="9219" y="15641"/>
                    <a:pt x="9219" y="15841"/>
                  </a:cubicBezTo>
                  <a:lnTo>
                    <a:pt x="9219" y="15890"/>
                  </a:lnTo>
                  <a:cubicBezTo>
                    <a:pt x="9219" y="16090"/>
                    <a:pt x="9382" y="16253"/>
                    <a:pt x="9583" y="16253"/>
                  </a:cubicBezTo>
                  <a:cubicBezTo>
                    <a:pt x="9785" y="16253"/>
                    <a:pt x="9948" y="16090"/>
                    <a:pt x="9948" y="15890"/>
                  </a:cubicBezTo>
                  <a:lnTo>
                    <a:pt x="9948" y="15841"/>
                  </a:lnTo>
                  <a:cubicBezTo>
                    <a:pt x="9948" y="15641"/>
                    <a:pt x="9785" y="15479"/>
                    <a:pt x="9583" y="15477"/>
                  </a:cubicBezTo>
                  <a:close/>
                  <a:moveTo>
                    <a:pt x="8368" y="12861"/>
                  </a:moveTo>
                  <a:cubicBezTo>
                    <a:pt x="7366" y="12861"/>
                    <a:pt x="6549" y="13678"/>
                    <a:pt x="6549" y="14680"/>
                  </a:cubicBezTo>
                  <a:cubicBezTo>
                    <a:pt x="6549" y="15682"/>
                    <a:pt x="7364" y="16499"/>
                    <a:pt x="8368" y="16499"/>
                  </a:cubicBezTo>
                  <a:cubicBezTo>
                    <a:pt x="8570" y="16499"/>
                    <a:pt x="8733" y="16336"/>
                    <a:pt x="8733" y="16134"/>
                  </a:cubicBezTo>
                  <a:cubicBezTo>
                    <a:pt x="8733" y="15934"/>
                    <a:pt x="8570" y="15770"/>
                    <a:pt x="8368" y="15770"/>
                  </a:cubicBezTo>
                  <a:cubicBezTo>
                    <a:pt x="7767" y="15770"/>
                    <a:pt x="7276" y="15280"/>
                    <a:pt x="7276" y="14677"/>
                  </a:cubicBezTo>
                  <a:cubicBezTo>
                    <a:pt x="7276" y="14076"/>
                    <a:pt x="7767" y="13586"/>
                    <a:pt x="8368" y="13586"/>
                  </a:cubicBezTo>
                  <a:cubicBezTo>
                    <a:pt x="8970" y="13586"/>
                    <a:pt x="9461" y="14076"/>
                    <a:pt x="9461" y="14677"/>
                  </a:cubicBezTo>
                  <a:cubicBezTo>
                    <a:pt x="9461" y="14879"/>
                    <a:pt x="9624" y="15043"/>
                    <a:pt x="9824" y="15043"/>
                  </a:cubicBezTo>
                  <a:cubicBezTo>
                    <a:pt x="10026" y="15043"/>
                    <a:pt x="10190" y="14879"/>
                    <a:pt x="10190" y="14677"/>
                  </a:cubicBezTo>
                  <a:cubicBezTo>
                    <a:pt x="10190" y="13674"/>
                    <a:pt x="9370" y="12861"/>
                    <a:pt x="8368" y="12861"/>
                  </a:cubicBezTo>
                  <a:close/>
                  <a:moveTo>
                    <a:pt x="6185" y="18320"/>
                  </a:moveTo>
                  <a:cubicBezTo>
                    <a:pt x="6226" y="18344"/>
                    <a:pt x="6265" y="18368"/>
                    <a:pt x="6306" y="18391"/>
                  </a:cubicBezTo>
                  <a:lnTo>
                    <a:pt x="6306" y="20919"/>
                  </a:lnTo>
                  <a:lnTo>
                    <a:pt x="6006" y="21439"/>
                  </a:lnTo>
                  <a:cubicBezTo>
                    <a:pt x="5895" y="21633"/>
                    <a:pt x="5691" y="21742"/>
                    <a:pt x="5481" y="21742"/>
                  </a:cubicBezTo>
                  <a:cubicBezTo>
                    <a:pt x="5377" y="21742"/>
                    <a:pt x="5273" y="21716"/>
                    <a:pt x="5177" y="21661"/>
                  </a:cubicBezTo>
                  <a:lnTo>
                    <a:pt x="3917" y="20933"/>
                  </a:lnTo>
                  <a:cubicBezTo>
                    <a:pt x="3627" y="20765"/>
                    <a:pt x="3527" y="20394"/>
                    <a:pt x="3695" y="20105"/>
                  </a:cubicBezTo>
                  <a:lnTo>
                    <a:pt x="3995" y="19584"/>
                  </a:lnTo>
                  <a:lnTo>
                    <a:pt x="6185" y="18320"/>
                  </a:lnTo>
                  <a:close/>
                  <a:moveTo>
                    <a:pt x="10553" y="18320"/>
                  </a:moveTo>
                  <a:lnTo>
                    <a:pt x="12743" y="19584"/>
                  </a:lnTo>
                  <a:lnTo>
                    <a:pt x="13043" y="20105"/>
                  </a:lnTo>
                  <a:cubicBezTo>
                    <a:pt x="13211" y="20394"/>
                    <a:pt x="13111" y="20765"/>
                    <a:pt x="12822" y="20933"/>
                  </a:cubicBezTo>
                  <a:lnTo>
                    <a:pt x="11561" y="21661"/>
                  </a:lnTo>
                  <a:cubicBezTo>
                    <a:pt x="11466" y="21716"/>
                    <a:pt x="11361" y="21742"/>
                    <a:pt x="11258" y="21742"/>
                  </a:cubicBezTo>
                  <a:cubicBezTo>
                    <a:pt x="11048" y="21742"/>
                    <a:pt x="10844" y="21633"/>
                    <a:pt x="10733" y="21439"/>
                  </a:cubicBezTo>
                  <a:lnTo>
                    <a:pt x="10433" y="20919"/>
                  </a:lnTo>
                  <a:lnTo>
                    <a:pt x="10433" y="18391"/>
                  </a:lnTo>
                  <a:cubicBezTo>
                    <a:pt x="10472" y="18367"/>
                    <a:pt x="10514" y="18344"/>
                    <a:pt x="10553" y="18320"/>
                  </a:cubicBezTo>
                  <a:close/>
                  <a:moveTo>
                    <a:pt x="9103" y="7036"/>
                  </a:moveTo>
                  <a:cubicBezTo>
                    <a:pt x="9436" y="7036"/>
                    <a:pt x="9708" y="7307"/>
                    <a:pt x="9708" y="7641"/>
                  </a:cubicBezTo>
                  <a:lnTo>
                    <a:pt x="9708" y="10646"/>
                  </a:lnTo>
                  <a:cubicBezTo>
                    <a:pt x="9610" y="10613"/>
                    <a:pt x="9510" y="10583"/>
                    <a:pt x="9409" y="10559"/>
                  </a:cubicBezTo>
                  <a:cubicBezTo>
                    <a:pt x="9379" y="10551"/>
                    <a:pt x="9349" y="10548"/>
                    <a:pt x="9319" y="10548"/>
                  </a:cubicBezTo>
                  <a:cubicBezTo>
                    <a:pt x="9156" y="10548"/>
                    <a:pt x="9010" y="10657"/>
                    <a:pt x="8968" y="10823"/>
                  </a:cubicBezTo>
                  <a:cubicBezTo>
                    <a:pt x="8918" y="11018"/>
                    <a:pt x="9036" y="11215"/>
                    <a:pt x="9232" y="11265"/>
                  </a:cubicBezTo>
                  <a:cubicBezTo>
                    <a:pt x="9917" y="11437"/>
                    <a:pt x="10531" y="11810"/>
                    <a:pt x="11003" y="12342"/>
                  </a:cubicBezTo>
                  <a:cubicBezTo>
                    <a:pt x="11074" y="12423"/>
                    <a:pt x="11174" y="12465"/>
                    <a:pt x="11274" y="12465"/>
                  </a:cubicBezTo>
                  <a:cubicBezTo>
                    <a:pt x="11359" y="12465"/>
                    <a:pt x="11447" y="12435"/>
                    <a:pt x="11516" y="12372"/>
                  </a:cubicBezTo>
                  <a:cubicBezTo>
                    <a:pt x="11668" y="12239"/>
                    <a:pt x="11679" y="12008"/>
                    <a:pt x="11547" y="11859"/>
                  </a:cubicBezTo>
                  <a:cubicBezTo>
                    <a:pt x="11436" y="11734"/>
                    <a:pt x="11319" y="11618"/>
                    <a:pt x="11194" y="11507"/>
                  </a:cubicBezTo>
                  <a:lnTo>
                    <a:pt x="13796" y="10005"/>
                  </a:lnTo>
                  <a:cubicBezTo>
                    <a:pt x="13892" y="9949"/>
                    <a:pt x="13996" y="9923"/>
                    <a:pt x="14099" y="9923"/>
                  </a:cubicBezTo>
                  <a:cubicBezTo>
                    <a:pt x="14309" y="9923"/>
                    <a:pt x="14512" y="10032"/>
                    <a:pt x="14625" y="10226"/>
                  </a:cubicBezTo>
                  <a:lnTo>
                    <a:pt x="15353" y="11487"/>
                  </a:lnTo>
                  <a:cubicBezTo>
                    <a:pt x="15520" y="11777"/>
                    <a:pt x="15421" y="12148"/>
                    <a:pt x="15131" y="12315"/>
                  </a:cubicBezTo>
                  <a:lnTo>
                    <a:pt x="12529" y="13818"/>
                  </a:lnTo>
                  <a:cubicBezTo>
                    <a:pt x="12480" y="13589"/>
                    <a:pt x="12417" y="13363"/>
                    <a:pt x="12331" y="13143"/>
                  </a:cubicBezTo>
                  <a:cubicBezTo>
                    <a:pt x="12276" y="12998"/>
                    <a:pt x="12137" y="12910"/>
                    <a:pt x="11992" y="12910"/>
                  </a:cubicBezTo>
                  <a:cubicBezTo>
                    <a:pt x="11948" y="12910"/>
                    <a:pt x="11904" y="12918"/>
                    <a:pt x="11861" y="12935"/>
                  </a:cubicBezTo>
                  <a:cubicBezTo>
                    <a:pt x="11672" y="13008"/>
                    <a:pt x="11580" y="13219"/>
                    <a:pt x="11653" y="13405"/>
                  </a:cubicBezTo>
                  <a:cubicBezTo>
                    <a:pt x="11810" y="13810"/>
                    <a:pt x="11889" y="14240"/>
                    <a:pt x="11889" y="14677"/>
                  </a:cubicBezTo>
                  <a:cubicBezTo>
                    <a:pt x="11889" y="15135"/>
                    <a:pt x="11804" y="15578"/>
                    <a:pt x="11634" y="15998"/>
                  </a:cubicBezTo>
                  <a:cubicBezTo>
                    <a:pt x="11558" y="16184"/>
                    <a:pt x="11648" y="16395"/>
                    <a:pt x="11834" y="16472"/>
                  </a:cubicBezTo>
                  <a:cubicBezTo>
                    <a:pt x="11878" y="16489"/>
                    <a:pt x="11925" y="16499"/>
                    <a:pt x="11970" y="16499"/>
                  </a:cubicBezTo>
                  <a:cubicBezTo>
                    <a:pt x="12115" y="16499"/>
                    <a:pt x="12252" y="16414"/>
                    <a:pt x="12309" y="16272"/>
                  </a:cubicBezTo>
                  <a:cubicBezTo>
                    <a:pt x="12404" y="16033"/>
                    <a:pt x="12478" y="15789"/>
                    <a:pt x="12529" y="15540"/>
                  </a:cubicBezTo>
                  <a:lnTo>
                    <a:pt x="15131" y="17042"/>
                  </a:lnTo>
                  <a:cubicBezTo>
                    <a:pt x="15421" y="17207"/>
                    <a:pt x="15520" y="17579"/>
                    <a:pt x="15353" y="17868"/>
                  </a:cubicBezTo>
                  <a:lnTo>
                    <a:pt x="14625" y="19130"/>
                  </a:lnTo>
                  <a:cubicBezTo>
                    <a:pt x="14512" y="19324"/>
                    <a:pt x="14309" y="19433"/>
                    <a:pt x="14099" y="19433"/>
                  </a:cubicBezTo>
                  <a:cubicBezTo>
                    <a:pt x="13996" y="19433"/>
                    <a:pt x="13892" y="19407"/>
                    <a:pt x="13796" y="19351"/>
                  </a:cubicBezTo>
                  <a:lnTo>
                    <a:pt x="11194" y="17849"/>
                  </a:lnTo>
                  <a:cubicBezTo>
                    <a:pt x="11274" y="17778"/>
                    <a:pt x="11351" y="17704"/>
                    <a:pt x="11426" y="17626"/>
                  </a:cubicBezTo>
                  <a:cubicBezTo>
                    <a:pt x="11565" y="17483"/>
                    <a:pt x="11561" y="17252"/>
                    <a:pt x="11416" y="17112"/>
                  </a:cubicBezTo>
                  <a:cubicBezTo>
                    <a:pt x="11346" y="17043"/>
                    <a:pt x="11255" y="17009"/>
                    <a:pt x="11164" y="17009"/>
                  </a:cubicBezTo>
                  <a:cubicBezTo>
                    <a:pt x="11069" y="17009"/>
                    <a:pt x="10973" y="17047"/>
                    <a:pt x="10902" y="17120"/>
                  </a:cubicBezTo>
                  <a:cubicBezTo>
                    <a:pt x="10414" y="17625"/>
                    <a:pt x="9796" y="17970"/>
                    <a:pt x="9114" y="18115"/>
                  </a:cubicBezTo>
                  <a:cubicBezTo>
                    <a:pt x="8916" y="18158"/>
                    <a:pt x="8793" y="18351"/>
                    <a:pt x="8835" y="18547"/>
                  </a:cubicBezTo>
                  <a:cubicBezTo>
                    <a:pt x="8872" y="18718"/>
                    <a:pt x="9023" y="18834"/>
                    <a:pt x="9191" y="18834"/>
                  </a:cubicBezTo>
                  <a:cubicBezTo>
                    <a:pt x="9215" y="18834"/>
                    <a:pt x="9242" y="18831"/>
                    <a:pt x="9267" y="18826"/>
                  </a:cubicBezTo>
                  <a:cubicBezTo>
                    <a:pt x="9417" y="18794"/>
                    <a:pt x="9562" y="18753"/>
                    <a:pt x="9705" y="18706"/>
                  </a:cubicBezTo>
                  <a:lnTo>
                    <a:pt x="9705" y="21715"/>
                  </a:lnTo>
                  <a:cubicBezTo>
                    <a:pt x="9705" y="22049"/>
                    <a:pt x="9434" y="22320"/>
                    <a:pt x="9100" y="22320"/>
                  </a:cubicBezTo>
                  <a:lnTo>
                    <a:pt x="7643" y="22320"/>
                  </a:lnTo>
                  <a:cubicBezTo>
                    <a:pt x="7309" y="22320"/>
                    <a:pt x="7038" y="22049"/>
                    <a:pt x="7038" y="21715"/>
                  </a:cubicBezTo>
                  <a:lnTo>
                    <a:pt x="7038" y="18710"/>
                  </a:lnTo>
                  <a:cubicBezTo>
                    <a:pt x="7247" y="18780"/>
                    <a:pt x="7464" y="18833"/>
                    <a:pt x="7686" y="18868"/>
                  </a:cubicBezTo>
                  <a:cubicBezTo>
                    <a:pt x="7706" y="18872"/>
                    <a:pt x="7725" y="18874"/>
                    <a:pt x="7744" y="18874"/>
                  </a:cubicBezTo>
                  <a:cubicBezTo>
                    <a:pt x="7920" y="18874"/>
                    <a:pt x="8075" y="18747"/>
                    <a:pt x="8103" y="18568"/>
                  </a:cubicBezTo>
                  <a:cubicBezTo>
                    <a:pt x="8135" y="18369"/>
                    <a:pt x="8000" y="18183"/>
                    <a:pt x="7804" y="18151"/>
                  </a:cubicBezTo>
                  <a:cubicBezTo>
                    <a:pt x="7103" y="18037"/>
                    <a:pt x="6461" y="17716"/>
                    <a:pt x="5943" y="17224"/>
                  </a:cubicBezTo>
                  <a:cubicBezTo>
                    <a:pt x="5872" y="17156"/>
                    <a:pt x="5782" y="17123"/>
                    <a:pt x="5691" y="17123"/>
                  </a:cubicBezTo>
                  <a:cubicBezTo>
                    <a:pt x="5595" y="17123"/>
                    <a:pt x="5499" y="17161"/>
                    <a:pt x="5428" y="17235"/>
                  </a:cubicBezTo>
                  <a:cubicBezTo>
                    <a:pt x="5290" y="17382"/>
                    <a:pt x="5295" y="17612"/>
                    <a:pt x="5440" y="17751"/>
                  </a:cubicBezTo>
                  <a:cubicBezTo>
                    <a:pt x="5476" y="17785"/>
                    <a:pt x="5511" y="17818"/>
                    <a:pt x="5548" y="17851"/>
                  </a:cubicBezTo>
                  <a:lnTo>
                    <a:pt x="2946" y="19353"/>
                  </a:lnTo>
                  <a:cubicBezTo>
                    <a:pt x="2853" y="19408"/>
                    <a:pt x="2749" y="19435"/>
                    <a:pt x="2645" y="19435"/>
                  </a:cubicBezTo>
                  <a:cubicBezTo>
                    <a:pt x="2592" y="19435"/>
                    <a:pt x="2538" y="19428"/>
                    <a:pt x="2486" y="19414"/>
                  </a:cubicBezTo>
                  <a:cubicBezTo>
                    <a:pt x="2331" y="19371"/>
                    <a:pt x="2199" y="19272"/>
                    <a:pt x="2119" y="19131"/>
                  </a:cubicBezTo>
                  <a:lnTo>
                    <a:pt x="1390" y="17871"/>
                  </a:lnTo>
                  <a:cubicBezTo>
                    <a:pt x="1309" y="17730"/>
                    <a:pt x="1288" y="17566"/>
                    <a:pt x="1330" y="17410"/>
                  </a:cubicBezTo>
                  <a:cubicBezTo>
                    <a:pt x="1373" y="17254"/>
                    <a:pt x="1473" y="17122"/>
                    <a:pt x="1612" y="17042"/>
                  </a:cubicBezTo>
                  <a:lnTo>
                    <a:pt x="4215" y="15540"/>
                  </a:lnTo>
                  <a:cubicBezTo>
                    <a:pt x="4252" y="15719"/>
                    <a:pt x="4301" y="15897"/>
                    <a:pt x="4360" y="16070"/>
                  </a:cubicBezTo>
                  <a:cubicBezTo>
                    <a:pt x="4411" y="16222"/>
                    <a:pt x="4554" y="16316"/>
                    <a:pt x="4706" y="16316"/>
                  </a:cubicBezTo>
                  <a:cubicBezTo>
                    <a:pt x="4744" y="16316"/>
                    <a:pt x="4785" y="16309"/>
                    <a:pt x="4824" y="16296"/>
                  </a:cubicBezTo>
                  <a:cubicBezTo>
                    <a:pt x="5014" y="16231"/>
                    <a:pt x="5115" y="16023"/>
                    <a:pt x="5048" y="15833"/>
                  </a:cubicBezTo>
                  <a:cubicBezTo>
                    <a:pt x="4920" y="15463"/>
                    <a:pt x="4855" y="15075"/>
                    <a:pt x="4855" y="14680"/>
                  </a:cubicBezTo>
                  <a:cubicBezTo>
                    <a:pt x="4855" y="14223"/>
                    <a:pt x="4940" y="13779"/>
                    <a:pt x="5111" y="13360"/>
                  </a:cubicBezTo>
                  <a:cubicBezTo>
                    <a:pt x="5185" y="13174"/>
                    <a:pt x="5096" y="12962"/>
                    <a:pt x="4910" y="12885"/>
                  </a:cubicBezTo>
                  <a:cubicBezTo>
                    <a:pt x="4865" y="12868"/>
                    <a:pt x="4819" y="12859"/>
                    <a:pt x="4774" y="12859"/>
                  </a:cubicBezTo>
                  <a:cubicBezTo>
                    <a:pt x="4630" y="12859"/>
                    <a:pt x="4494" y="12944"/>
                    <a:pt x="4436" y="13086"/>
                  </a:cubicBezTo>
                  <a:cubicBezTo>
                    <a:pt x="4339" y="13324"/>
                    <a:pt x="4266" y="13569"/>
                    <a:pt x="4215" y="13818"/>
                  </a:cubicBezTo>
                  <a:lnTo>
                    <a:pt x="1613" y="12315"/>
                  </a:lnTo>
                  <a:cubicBezTo>
                    <a:pt x="1473" y="12233"/>
                    <a:pt x="1373" y="12104"/>
                    <a:pt x="1330" y="11947"/>
                  </a:cubicBezTo>
                  <a:cubicBezTo>
                    <a:pt x="1288" y="11791"/>
                    <a:pt x="1311" y="11628"/>
                    <a:pt x="1390" y="11487"/>
                  </a:cubicBezTo>
                  <a:lnTo>
                    <a:pt x="2119" y="10226"/>
                  </a:lnTo>
                  <a:cubicBezTo>
                    <a:pt x="2200" y="10086"/>
                    <a:pt x="2331" y="9986"/>
                    <a:pt x="2487" y="9944"/>
                  </a:cubicBezTo>
                  <a:cubicBezTo>
                    <a:pt x="2540" y="9929"/>
                    <a:pt x="2593" y="9922"/>
                    <a:pt x="2646" y="9922"/>
                  </a:cubicBezTo>
                  <a:cubicBezTo>
                    <a:pt x="2751" y="9922"/>
                    <a:pt x="2854" y="9950"/>
                    <a:pt x="2946" y="10005"/>
                  </a:cubicBezTo>
                  <a:lnTo>
                    <a:pt x="5550" y="11507"/>
                  </a:lnTo>
                  <a:cubicBezTo>
                    <a:pt x="5409" y="11632"/>
                    <a:pt x="5277" y="11767"/>
                    <a:pt x="5153" y="11910"/>
                  </a:cubicBezTo>
                  <a:cubicBezTo>
                    <a:pt x="5021" y="12062"/>
                    <a:pt x="5040" y="12293"/>
                    <a:pt x="5192" y="12423"/>
                  </a:cubicBezTo>
                  <a:cubicBezTo>
                    <a:pt x="5261" y="12482"/>
                    <a:pt x="5345" y="12513"/>
                    <a:pt x="5430" y="12513"/>
                  </a:cubicBezTo>
                  <a:cubicBezTo>
                    <a:pt x="5533" y="12513"/>
                    <a:pt x="5635" y="12470"/>
                    <a:pt x="5706" y="12386"/>
                  </a:cubicBezTo>
                  <a:cubicBezTo>
                    <a:pt x="5908" y="12151"/>
                    <a:pt x="6139" y="11946"/>
                    <a:pt x="6390" y="11774"/>
                  </a:cubicBezTo>
                  <a:cubicBezTo>
                    <a:pt x="6400" y="11767"/>
                    <a:pt x="6412" y="11760"/>
                    <a:pt x="6424" y="11750"/>
                  </a:cubicBezTo>
                  <a:cubicBezTo>
                    <a:pt x="6759" y="11527"/>
                    <a:pt x="7131" y="11362"/>
                    <a:pt x="7532" y="11262"/>
                  </a:cubicBezTo>
                  <a:cubicBezTo>
                    <a:pt x="7727" y="11214"/>
                    <a:pt x="7846" y="11017"/>
                    <a:pt x="7798" y="10822"/>
                  </a:cubicBezTo>
                  <a:cubicBezTo>
                    <a:pt x="7757" y="10655"/>
                    <a:pt x="7609" y="10544"/>
                    <a:pt x="7445" y="10544"/>
                  </a:cubicBezTo>
                  <a:cubicBezTo>
                    <a:pt x="7416" y="10544"/>
                    <a:pt x="7387" y="10547"/>
                    <a:pt x="7357" y="10555"/>
                  </a:cubicBezTo>
                  <a:cubicBezTo>
                    <a:pt x="7251" y="10582"/>
                    <a:pt x="7144" y="10612"/>
                    <a:pt x="7039" y="10646"/>
                  </a:cubicBezTo>
                  <a:lnTo>
                    <a:pt x="7039" y="7641"/>
                  </a:lnTo>
                  <a:cubicBezTo>
                    <a:pt x="7039" y="7307"/>
                    <a:pt x="7312" y="7036"/>
                    <a:pt x="7646" y="7036"/>
                  </a:cubicBezTo>
                  <a:close/>
                  <a:moveTo>
                    <a:pt x="7642" y="6307"/>
                  </a:moveTo>
                  <a:cubicBezTo>
                    <a:pt x="7050" y="6307"/>
                    <a:pt x="6547" y="6695"/>
                    <a:pt x="6374" y="7228"/>
                  </a:cubicBezTo>
                  <a:cubicBezTo>
                    <a:pt x="6127" y="7006"/>
                    <a:pt x="5806" y="6886"/>
                    <a:pt x="5479" y="6886"/>
                  </a:cubicBezTo>
                  <a:cubicBezTo>
                    <a:pt x="5253" y="6886"/>
                    <a:pt x="5024" y="6944"/>
                    <a:pt x="4815" y="7064"/>
                  </a:cubicBezTo>
                  <a:lnTo>
                    <a:pt x="3554" y="7792"/>
                  </a:lnTo>
                  <a:cubicBezTo>
                    <a:pt x="3043" y="8088"/>
                    <a:pt x="2801" y="8673"/>
                    <a:pt x="2916" y="9225"/>
                  </a:cubicBezTo>
                  <a:cubicBezTo>
                    <a:pt x="2826" y="9205"/>
                    <a:pt x="2733" y="9195"/>
                    <a:pt x="2639" y="9195"/>
                  </a:cubicBezTo>
                  <a:cubicBezTo>
                    <a:pt x="2525" y="9195"/>
                    <a:pt x="2410" y="9210"/>
                    <a:pt x="2295" y="9242"/>
                  </a:cubicBezTo>
                  <a:cubicBezTo>
                    <a:pt x="1950" y="9334"/>
                    <a:pt x="1663" y="9554"/>
                    <a:pt x="1485" y="9864"/>
                  </a:cubicBezTo>
                  <a:lnTo>
                    <a:pt x="756" y="11125"/>
                  </a:lnTo>
                  <a:cubicBezTo>
                    <a:pt x="579" y="11434"/>
                    <a:pt x="530" y="11792"/>
                    <a:pt x="623" y="12138"/>
                  </a:cubicBezTo>
                  <a:cubicBezTo>
                    <a:pt x="678" y="12344"/>
                    <a:pt x="779" y="12530"/>
                    <a:pt x="920" y="12685"/>
                  </a:cubicBezTo>
                  <a:cubicBezTo>
                    <a:pt x="387" y="12858"/>
                    <a:pt x="0" y="13361"/>
                    <a:pt x="0" y="13953"/>
                  </a:cubicBezTo>
                  <a:lnTo>
                    <a:pt x="0" y="15409"/>
                  </a:lnTo>
                  <a:cubicBezTo>
                    <a:pt x="0" y="16002"/>
                    <a:pt x="387" y="16503"/>
                    <a:pt x="920" y="16678"/>
                  </a:cubicBezTo>
                  <a:cubicBezTo>
                    <a:pt x="782" y="16833"/>
                    <a:pt x="680" y="17018"/>
                    <a:pt x="623" y="17225"/>
                  </a:cubicBezTo>
                  <a:cubicBezTo>
                    <a:pt x="530" y="17569"/>
                    <a:pt x="579" y="17929"/>
                    <a:pt x="756" y="18237"/>
                  </a:cubicBezTo>
                  <a:lnTo>
                    <a:pt x="1485" y="19499"/>
                  </a:lnTo>
                  <a:cubicBezTo>
                    <a:pt x="1663" y="19808"/>
                    <a:pt x="1950" y="20028"/>
                    <a:pt x="2295" y="20120"/>
                  </a:cubicBezTo>
                  <a:cubicBezTo>
                    <a:pt x="2410" y="20151"/>
                    <a:pt x="2526" y="20167"/>
                    <a:pt x="2644" y="20167"/>
                  </a:cubicBezTo>
                  <a:cubicBezTo>
                    <a:pt x="2736" y="20167"/>
                    <a:pt x="2825" y="20156"/>
                    <a:pt x="2916" y="20139"/>
                  </a:cubicBezTo>
                  <a:lnTo>
                    <a:pt x="2916" y="20139"/>
                  </a:lnTo>
                  <a:cubicBezTo>
                    <a:pt x="2801" y="20687"/>
                    <a:pt x="3043" y="21274"/>
                    <a:pt x="3554" y="21570"/>
                  </a:cubicBezTo>
                  <a:lnTo>
                    <a:pt x="4815" y="22299"/>
                  </a:lnTo>
                  <a:cubicBezTo>
                    <a:pt x="5025" y="22420"/>
                    <a:pt x="5254" y="22478"/>
                    <a:pt x="5480" y="22478"/>
                  </a:cubicBezTo>
                  <a:cubicBezTo>
                    <a:pt x="5807" y="22478"/>
                    <a:pt x="6127" y="22357"/>
                    <a:pt x="6374" y="22137"/>
                  </a:cubicBezTo>
                  <a:cubicBezTo>
                    <a:pt x="6547" y="22671"/>
                    <a:pt x="7050" y="23058"/>
                    <a:pt x="7642" y="23058"/>
                  </a:cubicBezTo>
                  <a:lnTo>
                    <a:pt x="9098" y="23058"/>
                  </a:lnTo>
                  <a:cubicBezTo>
                    <a:pt x="9689" y="23058"/>
                    <a:pt x="10193" y="22670"/>
                    <a:pt x="10366" y="22137"/>
                  </a:cubicBezTo>
                  <a:cubicBezTo>
                    <a:pt x="10613" y="22358"/>
                    <a:pt x="10933" y="22478"/>
                    <a:pt x="11260" y="22478"/>
                  </a:cubicBezTo>
                  <a:cubicBezTo>
                    <a:pt x="11486" y="22478"/>
                    <a:pt x="11715" y="22421"/>
                    <a:pt x="11925" y="22299"/>
                  </a:cubicBezTo>
                  <a:lnTo>
                    <a:pt x="13185" y="21570"/>
                  </a:lnTo>
                  <a:cubicBezTo>
                    <a:pt x="13697" y="21276"/>
                    <a:pt x="13939" y="20687"/>
                    <a:pt x="13823" y="20139"/>
                  </a:cubicBezTo>
                  <a:lnTo>
                    <a:pt x="13823" y="20139"/>
                  </a:lnTo>
                  <a:cubicBezTo>
                    <a:pt x="13914" y="20159"/>
                    <a:pt x="14007" y="20167"/>
                    <a:pt x="14096" y="20167"/>
                  </a:cubicBezTo>
                  <a:cubicBezTo>
                    <a:pt x="14558" y="20167"/>
                    <a:pt x="15009" y="19927"/>
                    <a:pt x="15254" y="19501"/>
                  </a:cubicBezTo>
                  <a:lnTo>
                    <a:pt x="15984" y="18240"/>
                  </a:lnTo>
                  <a:cubicBezTo>
                    <a:pt x="16161" y="17930"/>
                    <a:pt x="16209" y="17572"/>
                    <a:pt x="16117" y="17227"/>
                  </a:cubicBezTo>
                  <a:cubicBezTo>
                    <a:pt x="16062" y="17021"/>
                    <a:pt x="15961" y="16835"/>
                    <a:pt x="15820" y="16680"/>
                  </a:cubicBezTo>
                  <a:cubicBezTo>
                    <a:pt x="16353" y="16506"/>
                    <a:pt x="16740" y="16003"/>
                    <a:pt x="16740" y="15412"/>
                  </a:cubicBezTo>
                  <a:lnTo>
                    <a:pt x="16740" y="13955"/>
                  </a:lnTo>
                  <a:cubicBezTo>
                    <a:pt x="16741" y="13359"/>
                    <a:pt x="16353" y="12855"/>
                    <a:pt x="15820" y="12681"/>
                  </a:cubicBezTo>
                  <a:cubicBezTo>
                    <a:pt x="16195" y="12264"/>
                    <a:pt x="16279" y="11635"/>
                    <a:pt x="15984" y="11123"/>
                  </a:cubicBezTo>
                  <a:lnTo>
                    <a:pt x="15256" y="9863"/>
                  </a:lnTo>
                  <a:cubicBezTo>
                    <a:pt x="15009" y="9435"/>
                    <a:pt x="14560" y="9196"/>
                    <a:pt x="14097" y="9196"/>
                  </a:cubicBezTo>
                  <a:cubicBezTo>
                    <a:pt x="14006" y="9196"/>
                    <a:pt x="13914" y="9206"/>
                    <a:pt x="13823" y="9225"/>
                  </a:cubicBezTo>
                  <a:cubicBezTo>
                    <a:pt x="13939" y="8676"/>
                    <a:pt x="13697" y="8089"/>
                    <a:pt x="13185" y="7792"/>
                  </a:cubicBezTo>
                  <a:lnTo>
                    <a:pt x="11925" y="7064"/>
                  </a:lnTo>
                  <a:cubicBezTo>
                    <a:pt x="11716" y="6944"/>
                    <a:pt x="11487" y="6886"/>
                    <a:pt x="11261" y="6886"/>
                  </a:cubicBezTo>
                  <a:cubicBezTo>
                    <a:pt x="10934" y="6886"/>
                    <a:pt x="10613" y="7006"/>
                    <a:pt x="10367" y="7228"/>
                  </a:cubicBezTo>
                  <a:cubicBezTo>
                    <a:pt x="10193" y="6695"/>
                    <a:pt x="9689" y="6307"/>
                    <a:pt x="9098" y="6307"/>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9" name="Google Shape;6019;p69"/>
          <p:cNvGrpSpPr/>
          <p:nvPr/>
        </p:nvGrpSpPr>
        <p:grpSpPr>
          <a:xfrm>
            <a:off x="802725" y="2359038"/>
            <a:ext cx="410825" cy="576350"/>
            <a:chOff x="802725" y="2359038"/>
            <a:chExt cx="410825" cy="576350"/>
          </a:xfrm>
        </p:grpSpPr>
        <p:sp>
          <p:nvSpPr>
            <p:cNvPr id="6020" name="Google Shape;6020;p69"/>
            <p:cNvSpPr/>
            <p:nvPr/>
          </p:nvSpPr>
          <p:spPr>
            <a:xfrm>
              <a:off x="909975" y="2368238"/>
              <a:ext cx="196225" cy="300900"/>
            </a:xfrm>
            <a:custGeom>
              <a:rect b="b" l="l" r="r" t="t"/>
              <a:pathLst>
                <a:path extrusionOk="0" h="12036" w="7849">
                  <a:moveTo>
                    <a:pt x="3926" y="0"/>
                  </a:moveTo>
                  <a:cubicBezTo>
                    <a:pt x="1661" y="640"/>
                    <a:pt x="1" y="2716"/>
                    <a:pt x="1" y="5182"/>
                  </a:cubicBezTo>
                  <a:lnTo>
                    <a:pt x="1" y="12036"/>
                  </a:lnTo>
                  <a:lnTo>
                    <a:pt x="7848" y="12036"/>
                  </a:lnTo>
                  <a:lnTo>
                    <a:pt x="7848" y="5182"/>
                  </a:lnTo>
                  <a:cubicBezTo>
                    <a:pt x="7848" y="2717"/>
                    <a:pt x="6188" y="640"/>
                    <a:pt x="3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9"/>
            <p:cNvSpPr/>
            <p:nvPr/>
          </p:nvSpPr>
          <p:spPr>
            <a:xfrm>
              <a:off x="1008025" y="2388313"/>
              <a:ext cx="98175" cy="268600"/>
            </a:xfrm>
            <a:custGeom>
              <a:rect b="b" l="l" r="r" t="t"/>
              <a:pathLst>
                <a:path extrusionOk="0" h="10744" w="3927">
                  <a:moveTo>
                    <a:pt x="1668" y="0"/>
                  </a:moveTo>
                  <a:cubicBezTo>
                    <a:pt x="640" y="981"/>
                    <a:pt x="1" y="2361"/>
                    <a:pt x="1" y="3890"/>
                  </a:cubicBezTo>
                  <a:lnTo>
                    <a:pt x="1" y="10744"/>
                  </a:lnTo>
                  <a:lnTo>
                    <a:pt x="3926" y="10744"/>
                  </a:lnTo>
                  <a:lnTo>
                    <a:pt x="3926" y="4380"/>
                  </a:lnTo>
                  <a:cubicBezTo>
                    <a:pt x="3926" y="2574"/>
                    <a:pt x="3034" y="977"/>
                    <a:pt x="1668"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9"/>
            <p:cNvSpPr/>
            <p:nvPr/>
          </p:nvSpPr>
          <p:spPr>
            <a:xfrm>
              <a:off x="811850" y="2595638"/>
              <a:ext cx="392425" cy="330550"/>
            </a:xfrm>
            <a:custGeom>
              <a:rect b="b" l="l" r="r" t="t"/>
              <a:pathLst>
                <a:path extrusionOk="0" h="13222" w="15697">
                  <a:moveTo>
                    <a:pt x="3926" y="4411"/>
                  </a:moveTo>
                  <a:cubicBezTo>
                    <a:pt x="5010" y="4411"/>
                    <a:pt x="5887" y="5287"/>
                    <a:pt x="5887" y="6367"/>
                  </a:cubicBezTo>
                  <a:lnTo>
                    <a:pt x="5887" y="9305"/>
                  </a:lnTo>
                  <a:cubicBezTo>
                    <a:pt x="5887" y="10386"/>
                    <a:pt x="5010" y="11262"/>
                    <a:pt x="3926" y="11262"/>
                  </a:cubicBezTo>
                  <a:cubicBezTo>
                    <a:pt x="2843" y="11262"/>
                    <a:pt x="1965" y="10385"/>
                    <a:pt x="1965" y="9305"/>
                  </a:cubicBezTo>
                  <a:lnTo>
                    <a:pt x="1965" y="6367"/>
                  </a:lnTo>
                  <a:cubicBezTo>
                    <a:pt x="1965" y="5286"/>
                    <a:pt x="2843" y="4411"/>
                    <a:pt x="3926" y="4411"/>
                  </a:cubicBezTo>
                  <a:close/>
                  <a:moveTo>
                    <a:pt x="11775" y="4411"/>
                  </a:moveTo>
                  <a:cubicBezTo>
                    <a:pt x="12857" y="4411"/>
                    <a:pt x="13736" y="5287"/>
                    <a:pt x="13736" y="6367"/>
                  </a:cubicBezTo>
                  <a:lnTo>
                    <a:pt x="13736" y="9305"/>
                  </a:lnTo>
                  <a:cubicBezTo>
                    <a:pt x="13736" y="10386"/>
                    <a:pt x="12857" y="11262"/>
                    <a:pt x="11775" y="11262"/>
                  </a:cubicBezTo>
                  <a:cubicBezTo>
                    <a:pt x="10690" y="11262"/>
                    <a:pt x="9813" y="10385"/>
                    <a:pt x="9813" y="9305"/>
                  </a:cubicBezTo>
                  <a:lnTo>
                    <a:pt x="9813" y="6367"/>
                  </a:lnTo>
                  <a:cubicBezTo>
                    <a:pt x="9813" y="5286"/>
                    <a:pt x="10690" y="4411"/>
                    <a:pt x="11775" y="4411"/>
                  </a:cubicBezTo>
                  <a:close/>
                  <a:moveTo>
                    <a:pt x="3924" y="1"/>
                  </a:moveTo>
                  <a:lnTo>
                    <a:pt x="497" y="3851"/>
                  </a:lnTo>
                  <a:cubicBezTo>
                    <a:pt x="177" y="4210"/>
                    <a:pt x="1" y="4672"/>
                    <a:pt x="1" y="5151"/>
                  </a:cubicBezTo>
                  <a:lnTo>
                    <a:pt x="1" y="9305"/>
                  </a:lnTo>
                  <a:cubicBezTo>
                    <a:pt x="1" y="11468"/>
                    <a:pt x="1757" y="13221"/>
                    <a:pt x="3924" y="13221"/>
                  </a:cubicBezTo>
                  <a:cubicBezTo>
                    <a:pt x="6091" y="13221"/>
                    <a:pt x="7848" y="11468"/>
                    <a:pt x="7848" y="9305"/>
                  </a:cubicBezTo>
                  <a:cubicBezTo>
                    <a:pt x="7848" y="11468"/>
                    <a:pt x="9606" y="13221"/>
                    <a:pt x="11773" y="13221"/>
                  </a:cubicBezTo>
                  <a:cubicBezTo>
                    <a:pt x="13940" y="13221"/>
                    <a:pt x="15697" y="11468"/>
                    <a:pt x="15697" y="9305"/>
                  </a:cubicBezTo>
                  <a:lnTo>
                    <a:pt x="15697" y="5152"/>
                  </a:lnTo>
                  <a:cubicBezTo>
                    <a:pt x="15697" y="4673"/>
                    <a:pt x="15521" y="4210"/>
                    <a:pt x="15201" y="3852"/>
                  </a:cubicBezTo>
                  <a:lnTo>
                    <a:pt x="11773" y="4"/>
                  </a:lnTo>
                  <a:lnTo>
                    <a:pt x="7848" y="1470"/>
                  </a:lnTo>
                  <a:lnTo>
                    <a:pt x="39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9"/>
            <p:cNvSpPr/>
            <p:nvPr/>
          </p:nvSpPr>
          <p:spPr>
            <a:xfrm>
              <a:off x="1008025" y="2595713"/>
              <a:ext cx="196250" cy="330475"/>
            </a:xfrm>
            <a:custGeom>
              <a:rect b="b" l="l" r="r" t="t"/>
              <a:pathLst>
                <a:path extrusionOk="0" h="13219" w="7850">
                  <a:moveTo>
                    <a:pt x="3928" y="4408"/>
                  </a:moveTo>
                  <a:cubicBezTo>
                    <a:pt x="5010" y="4408"/>
                    <a:pt x="5889" y="5284"/>
                    <a:pt x="5889" y="6364"/>
                  </a:cubicBezTo>
                  <a:lnTo>
                    <a:pt x="5889" y="9302"/>
                  </a:lnTo>
                  <a:cubicBezTo>
                    <a:pt x="5889" y="10383"/>
                    <a:pt x="5010" y="11259"/>
                    <a:pt x="3928" y="11259"/>
                  </a:cubicBezTo>
                  <a:cubicBezTo>
                    <a:pt x="2843" y="11259"/>
                    <a:pt x="1966" y="10382"/>
                    <a:pt x="1966" y="9302"/>
                  </a:cubicBezTo>
                  <a:lnTo>
                    <a:pt x="1966" y="6364"/>
                  </a:lnTo>
                  <a:cubicBezTo>
                    <a:pt x="1966" y="5283"/>
                    <a:pt x="2843" y="4408"/>
                    <a:pt x="3928" y="4408"/>
                  </a:cubicBezTo>
                  <a:close/>
                  <a:moveTo>
                    <a:pt x="3926" y="1"/>
                  </a:moveTo>
                  <a:lnTo>
                    <a:pt x="1" y="1467"/>
                  </a:lnTo>
                  <a:lnTo>
                    <a:pt x="1" y="9302"/>
                  </a:lnTo>
                  <a:cubicBezTo>
                    <a:pt x="1" y="11465"/>
                    <a:pt x="1759" y="13218"/>
                    <a:pt x="3926" y="13218"/>
                  </a:cubicBezTo>
                  <a:cubicBezTo>
                    <a:pt x="6093" y="13218"/>
                    <a:pt x="7850" y="11465"/>
                    <a:pt x="7850" y="9302"/>
                  </a:cubicBezTo>
                  <a:lnTo>
                    <a:pt x="7850" y="5149"/>
                  </a:lnTo>
                  <a:cubicBezTo>
                    <a:pt x="7850" y="4670"/>
                    <a:pt x="7674" y="4207"/>
                    <a:pt x="7354" y="3849"/>
                  </a:cubicBezTo>
                  <a:lnTo>
                    <a:pt x="3926" y="1"/>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9"/>
            <p:cNvSpPr/>
            <p:nvPr/>
          </p:nvSpPr>
          <p:spPr>
            <a:xfrm>
              <a:off x="802725" y="2359038"/>
              <a:ext cx="410825" cy="576350"/>
            </a:xfrm>
            <a:custGeom>
              <a:rect b="b" l="l" r="r" t="t"/>
              <a:pathLst>
                <a:path extrusionOk="0" h="23054" w="16433">
                  <a:moveTo>
                    <a:pt x="8213" y="8609"/>
                  </a:moveTo>
                  <a:cubicBezTo>
                    <a:pt x="8011" y="8609"/>
                    <a:pt x="7846" y="8774"/>
                    <a:pt x="7846" y="8976"/>
                  </a:cubicBezTo>
                  <a:lnTo>
                    <a:pt x="7846" y="9027"/>
                  </a:lnTo>
                  <a:cubicBezTo>
                    <a:pt x="7846" y="9229"/>
                    <a:pt x="8011" y="9394"/>
                    <a:pt x="8213" y="9394"/>
                  </a:cubicBezTo>
                  <a:cubicBezTo>
                    <a:pt x="8416" y="9394"/>
                    <a:pt x="8581" y="9229"/>
                    <a:pt x="8581" y="9027"/>
                  </a:cubicBezTo>
                  <a:lnTo>
                    <a:pt x="8581" y="8976"/>
                  </a:lnTo>
                  <a:cubicBezTo>
                    <a:pt x="8581" y="8774"/>
                    <a:pt x="8416" y="8609"/>
                    <a:pt x="8213" y="8609"/>
                  </a:cubicBezTo>
                  <a:close/>
                  <a:moveTo>
                    <a:pt x="8213" y="752"/>
                  </a:moveTo>
                  <a:cubicBezTo>
                    <a:pt x="8601" y="871"/>
                    <a:pt x="8966" y="1035"/>
                    <a:pt x="9306" y="1235"/>
                  </a:cubicBezTo>
                  <a:cubicBezTo>
                    <a:pt x="8361" y="2288"/>
                    <a:pt x="7846" y="3631"/>
                    <a:pt x="7846" y="5062"/>
                  </a:cubicBezTo>
                  <a:lnTo>
                    <a:pt x="7846" y="7509"/>
                  </a:lnTo>
                  <a:cubicBezTo>
                    <a:pt x="7846" y="7713"/>
                    <a:pt x="8011" y="7877"/>
                    <a:pt x="8213" y="7877"/>
                  </a:cubicBezTo>
                  <a:cubicBezTo>
                    <a:pt x="8416" y="7877"/>
                    <a:pt x="8581" y="7713"/>
                    <a:pt x="8581" y="7509"/>
                  </a:cubicBezTo>
                  <a:lnTo>
                    <a:pt x="8581" y="5062"/>
                  </a:lnTo>
                  <a:cubicBezTo>
                    <a:pt x="8581" y="3786"/>
                    <a:pt x="9051" y="2591"/>
                    <a:pt x="9914" y="1662"/>
                  </a:cubicBezTo>
                  <a:cubicBezTo>
                    <a:pt x="11058" y="2597"/>
                    <a:pt x="11770" y="4013"/>
                    <a:pt x="11770" y="5553"/>
                  </a:cubicBezTo>
                  <a:lnTo>
                    <a:pt x="11770" y="9212"/>
                  </a:lnTo>
                  <a:lnTo>
                    <a:pt x="8213" y="10542"/>
                  </a:lnTo>
                  <a:lnTo>
                    <a:pt x="4659" y="9212"/>
                  </a:lnTo>
                  <a:lnTo>
                    <a:pt x="4659" y="5550"/>
                  </a:lnTo>
                  <a:cubicBezTo>
                    <a:pt x="4659" y="3351"/>
                    <a:pt x="6115" y="1392"/>
                    <a:pt x="8213" y="752"/>
                  </a:cubicBezTo>
                  <a:close/>
                  <a:moveTo>
                    <a:pt x="4291" y="14243"/>
                  </a:moveTo>
                  <a:cubicBezTo>
                    <a:pt x="5169" y="14243"/>
                    <a:pt x="5884" y="14956"/>
                    <a:pt x="5884" y="15831"/>
                  </a:cubicBezTo>
                  <a:lnTo>
                    <a:pt x="5884" y="18769"/>
                  </a:lnTo>
                  <a:cubicBezTo>
                    <a:pt x="5884" y="19646"/>
                    <a:pt x="5169" y="20358"/>
                    <a:pt x="4291" y="20358"/>
                  </a:cubicBezTo>
                  <a:cubicBezTo>
                    <a:pt x="3414" y="20358"/>
                    <a:pt x="2698" y="19644"/>
                    <a:pt x="2698" y="18769"/>
                  </a:cubicBezTo>
                  <a:lnTo>
                    <a:pt x="2698" y="15831"/>
                  </a:lnTo>
                  <a:cubicBezTo>
                    <a:pt x="2698" y="14955"/>
                    <a:pt x="3414" y="14243"/>
                    <a:pt x="4291" y="14243"/>
                  </a:cubicBezTo>
                  <a:close/>
                  <a:moveTo>
                    <a:pt x="12138" y="14243"/>
                  </a:moveTo>
                  <a:cubicBezTo>
                    <a:pt x="13016" y="14243"/>
                    <a:pt x="13731" y="14956"/>
                    <a:pt x="13731" y="15831"/>
                  </a:cubicBezTo>
                  <a:lnTo>
                    <a:pt x="13731" y="18769"/>
                  </a:lnTo>
                  <a:cubicBezTo>
                    <a:pt x="13731" y="19646"/>
                    <a:pt x="13015" y="20358"/>
                    <a:pt x="12138" y="20358"/>
                  </a:cubicBezTo>
                  <a:cubicBezTo>
                    <a:pt x="11258" y="20358"/>
                    <a:pt x="10544" y="19644"/>
                    <a:pt x="10544" y="18769"/>
                  </a:cubicBezTo>
                  <a:lnTo>
                    <a:pt x="10544" y="15831"/>
                  </a:lnTo>
                  <a:cubicBezTo>
                    <a:pt x="10544" y="14955"/>
                    <a:pt x="11260" y="14243"/>
                    <a:pt x="12138" y="14243"/>
                  </a:cubicBezTo>
                  <a:close/>
                  <a:moveTo>
                    <a:pt x="4291" y="13505"/>
                  </a:moveTo>
                  <a:cubicBezTo>
                    <a:pt x="3007" y="13505"/>
                    <a:pt x="1963" y="14547"/>
                    <a:pt x="1963" y="15830"/>
                  </a:cubicBezTo>
                  <a:lnTo>
                    <a:pt x="1963" y="18769"/>
                  </a:lnTo>
                  <a:cubicBezTo>
                    <a:pt x="1963" y="20051"/>
                    <a:pt x="3007" y="21094"/>
                    <a:pt x="4291" y="21094"/>
                  </a:cubicBezTo>
                  <a:cubicBezTo>
                    <a:pt x="5575" y="21094"/>
                    <a:pt x="6620" y="20051"/>
                    <a:pt x="6620" y="18769"/>
                  </a:cubicBezTo>
                  <a:lnTo>
                    <a:pt x="6620" y="15831"/>
                  </a:lnTo>
                  <a:cubicBezTo>
                    <a:pt x="6620" y="14548"/>
                    <a:pt x="5575" y="13505"/>
                    <a:pt x="4291" y="13505"/>
                  </a:cubicBezTo>
                  <a:close/>
                  <a:moveTo>
                    <a:pt x="12138" y="13505"/>
                  </a:moveTo>
                  <a:cubicBezTo>
                    <a:pt x="10853" y="13505"/>
                    <a:pt x="9809" y="14547"/>
                    <a:pt x="9809" y="15830"/>
                  </a:cubicBezTo>
                  <a:lnTo>
                    <a:pt x="9809" y="18769"/>
                  </a:lnTo>
                  <a:cubicBezTo>
                    <a:pt x="9809" y="20051"/>
                    <a:pt x="10853" y="21094"/>
                    <a:pt x="12138" y="21094"/>
                  </a:cubicBezTo>
                  <a:cubicBezTo>
                    <a:pt x="13421" y="21094"/>
                    <a:pt x="14466" y="20051"/>
                    <a:pt x="14466" y="18769"/>
                  </a:cubicBezTo>
                  <a:lnTo>
                    <a:pt x="14466" y="15831"/>
                  </a:lnTo>
                  <a:cubicBezTo>
                    <a:pt x="14469" y="14548"/>
                    <a:pt x="13421" y="13505"/>
                    <a:pt x="12138" y="13505"/>
                  </a:cubicBezTo>
                  <a:close/>
                  <a:moveTo>
                    <a:pt x="4397" y="9898"/>
                  </a:moveTo>
                  <a:lnTo>
                    <a:pt x="7846" y="11190"/>
                  </a:lnTo>
                  <a:lnTo>
                    <a:pt x="7846" y="18769"/>
                  </a:lnTo>
                  <a:cubicBezTo>
                    <a:pt x="7846" y="20724"/>
                    <a:pt x="6250" y="22316"/>
                    <a:pt x="4291" y="22316"/>
                  </a:cubicBezTo>
                  <a:cubicBezTo>
                    <a:pt x="2330" y="22316"/>
                    <a:pt x="735" y="20724"/>
                    <a:pt x="735" y="18769"/>
                  </a:cubicBezTo>
                  <a:lnTo>
                    <a:pt x="735" y="14616"/>
                  </a:lnTo>
                  <a:cubicBezTo>
                    <a:pt x="735" y="14228"/>
                    <a:pt x="877" y="13852"/>
                    <a:pt x="1139" y="13560"/>
                  </a:cubicBezTo>
                  <a:lnTo>
                    <a:pt x="4397" y="9898"/>
                  </a:lnTo>
                  <a:close/>
                  <a:moveTo>
                    <a:pt x="12029" y="9898"/>
                  </a:moveTo>
                  <a:lnTo>
                    <a:pt x="15289" y="13560"/>
                  </a:lnTo>
                  <a:cubicBezTo>
                    <a:pt x="15547" y="13852"/>
                    <a:pt x="15692" y="14226"/>
                    <a:pt x="15692" y="14616"/>
                  </a:cubicBezTo>
                  <a:lnTo>
                    <a:pt x="15694" y="18769"/>
                  </a:lnTo>
                  <a:cubicBezTo>
                    <a:pt x="15694" y="20724"/>
                    <a:pt x="14099" y="22316"/>
                    <a:pt x="12138" y="22316"/>
                  </a:cubicBezTo>
                  <a:cubicBezTo>
                    <a:pt x="10176" y="22316"/>
                    <a:pt x="8581" y="20724"/>
                    <a:pt x="8581" y="18769"/>
                  </a:cubicBezTo>
                  <a:lnTo>
                    <a:pt x="8581" y="11190"/>
                  </a:lnTo>
                  <a:lnTo>
                    <a:pt x="12029" y="9898"/>
                  </a:lnTo>
                  <a:close/>
                  <a:moveTo>
                    <a:pt x="8216" y="0"/>
                  </a:moveTo>
                  <a:cubicBezTo>
                    <a:pt x="8182" y="0"/>
                    <a:pt x="8148" y="5"/>
                    <a:pt x="8115" y="13"/>
                  </a:cubicBezTo>
                  <a:cubicBezTo>
                    <a:pt x="5648" y="709"/>
                    <a:pt x="3923" y="2987"/>
                    <a:pt x="3923" y="5548"/>
                  </a:cubicBezTo>
                  <a:lnTo>
                    <a:pt x="3923" y="9326"/>
                  </a:lnTo>
                  <a:lnTo>
                    <a:pt x="589" y="13070"/>
                  </a:lnTo>
                  <a:cubicBezTo>
                    <a:pt x="209" y="13497"/>
                    <a:pt x="0" y="14045"/>
                    <a:pt x="0" y="14615"/>
                  </a:cubicBezTo>
                  <a:lnTo>
                    <a:pt x="0" y="18769"/>
                  </a:lnTo>
                  <a:cubicBezTo>
                    <a:pt x="0" y="21131"/>
                    <a:pt x="1926" y="23054"/>
                    <a:pt x="4292" y="23054"/>
                  </a:cubicBezTo>
                  <a:cubicBezTo>
                    <a:pt x="6040" y="23054"/>
                    <a:pt x="7549" y="22003"/>
                    <a:pt x="8217" y="20504"/>
                  </a:cubicBezTo>
                  <a:cubicBezTo>
                    <a:pt x="8885" y="22005"/>
                    <a:pt x="10393" y="23054"/>
                    <a:pt x="12141" y="23054"/>
                  </a:cubicBezTo>
                  <a:cubicBezTo>
                    <a:pt x="14507" y="23054"/>
                    <a:pt x="16433" y="21131"/>
                    <a:pt x="16433" y="18769"/>
                  </a:cubicBezTo>
                  <a:lnTo>
                    <a:pt x="16433" y="14616"/>
                  </a:lnTo>
                  <a:cubicBezTo>
                    <a:pt x="16430" y="14047"/>
                    <a:pt x="16220" y="13498"/>
                    <a:pt x="15841" y="13072"/>
                  </a:cubicBezTo>
                  <a:lnTo>
                    <a:pt x="12506" y="9327"/>
                  </a:lnTo>
                  <a:lnTo>
                    <a:pt x="12506" y="5550"/>
                  </a:lnTo>
                  <a:cubicBezTo>
                    <a:pt x="12506" y="3677"/>
                    <a:pt x="11582" y="1954"/>
                    <a:pt x="10123" y="893"/>
                  </a:cubicBezTo>
                  <a:cubicBezTo>
                    <a:pt x="10107" y="878"/>
                    <a:pt x="10089" y="866"/>
                    <a:pt x="10069" y="853"/>
                  </a:cubicBezTo>
                  <a:cubicBezTo>
                    <a:pt x="9546" y="482"/>
                    <a:pt x="8956" y="195"/>
                    <a:pt x="8317" y="13"/>
                  </a:cubicBezTo>
                  <a:cubicBezTo>
                    <a:pt x="8283" y="5"/>
                    <a:pt x="8250" y="0"/>
                    <a:pt x="821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5" name="Google Shape;6025;p69"/>
          <p:cNvGrpSpPr/>
          <p:nvPr/>
        </p:nvGrpSpPr>
        <p:grpSpPr>
          <a:xfrm>
            <a:off x="7030650" y="1545613"/>
            <a:ext cx="503600" cy="576425"/>
            <a:chOff x="7030650" y="1545613"/>
            <a:chExt cx="503600" cy="576425"/>
          </a:xfrm>
        </p:grpSpPr>
        <p:sp>
          <p:nvSpPr>
            <p:cNvPr id="6026" name="Google Shape;6026;p69"/>
            <p:cNvSpPr/>
            <p:nvPr/>
          </p:nvSpPr>
          <p:spPr>
            <a:xfrm>
              <a:off x="7039825" y="1554738"/>
              <a:ext cx="485325" cy="558175"/>
            </a:xfrm>
            <a:custGeom>
              <a:rect b="b" l="l" r="r" t="t"/>
              <a:pathLst>
                <a:path extrusionOk="0" h="22327" w="19413">
                  <a:moveTo>
                    <a:pt x="1941" y="1"/>
                  </a:moveTo>
                  <a:cubicBezTo>
                    <a:pt x="868" y="1"/>
                    <a:pt x="0" y="870"/>
                    <a:pt x="0" y="1942"/>
                  </a:cubicBezTo>
                  <a:lnTo>
                    <a:pt x="0" y="3774"/>
                  </a:lnTo>
                  <a:cubicBezTo>
                    <a:pt x="0" y="4093"/>
                    <a:pt x="252" y="4352"/>
                    <a:pt x="570" y="4371"/>
                  </a:cubicBezTo>
                  <a:cubicBezTo>
                    <a:pt x="577" y="4372"/>
                    <a:pt x="583" y="4372"/>
                    <a:pt x="590" y="4372"/>
                  </a:cubicBezTo>
                  <a:cubicBezTo>
                    <a:pt x="1357" y="4426"/>
                    <a:pt x="1941" y="5084"/>
                    <a:pt x="1941" y="5853"/>
                  </a:cubicBezTo>
                  <a:lnTo>
                    <a:pt x="1941" y="16471"/>
                  </a:lnTo>
                  <a:cubicBezTo>
                    <a:pt x="1941" y="17240"/>
                    <a:pt x="1357" y="17900"/>
                    <a:pt x="590" y="17952"/>
                  </a:cubicBezTo>
                  <a:cubicBezTo>
                    <a:pt x="583" y="17955"/>
                    <a:pt x="577" y="17955"/>
                    <a:pt x="570" y="17955"/>
                  </a:cubicBezTo>
                  <a:cubicBezTo>
                    <a:pt x="250" y="17973"/>
                    <a:pt x="0" y="18232"/>
                    <a:pt x="0" y="18552"/>
                  </a:cubicBezTo>
                  <a:lnTo>
                    <a:pt x="0" y="20385"/>
                  </a:lnTo>
                  <a:cubicBezTo>
                    <a:pt x="0" y="21457"/>
                    <a:pt x="870" y="22326"/>
                    <a:pt x="1941" y="22326"/>
                  </a:cubicBezTo>
                  <a:lnTo>
                    <a:pt x="17470" y="22326"/>
                  </a:lnTo>
                  <a:cubicBezTo>
                    <a:pt x="18543" y="22326"/>
                    <a:pt x="19413" y="21455"/>
                    <a:pt x="19413" y="20385"/>
                  </a:cubicBezTo>
                  <a:lnTo>
                    <a:pt x="19413" y="18552"/>
                  </a:lnTo>
                  <a:cubicBezTo>
                    <a:pt x="19413" y="18232"/>
                    <a:pt x="19160" y="17972"/>
                    <a:pt x="18841" y="17955"/>
                  </a:cubicBezTo>
                  <a:cubicBezTo>
                    <a:pt x="18837" y="17955"/>
                    <a:pt x="18832" y="17954"/>
                    <a:pt x="18828" y="17954"/>
                  </a:cubicBezTo>
                  <a:cubicBezTo>
                    <a:pt x="18826" y="17954"/>
                    <a:pt x="18824" y="17954"/>
                    <a:pt x="18823" y="17955"/>
                  </a:cubicBezTo>
                  <a:cubicBezTo>
                    <a:pt x="18055" y="17901"/>
                    <a:pt x="17470" y="17242"/>
                    <a:pt x="17470" y="16473"/>
                  </a:cubicBezTo>
                  <a:lnTo>
                    <a:pt x="17470" y="5856"/>
                  </a:lnTo>
                  <a:cubicBezTo>
                    <a:pt x="17470" y="5087"/>
                    <a:pt x="18055" y="4427"/>
                    <a:pt x="18823" y="4373"/>
                  </a:cubicBezTo>
                  <a:cubicBezTo>
                    <a:pt x="18830" y="4372"/>
                    <a:pt x="18834" y="4372"/>
                    <a:pt x="18841" y="4372"/>
                  </a:cubicBezTo>
                  <a:cubicBezTo>
                    <a:pt x="19161" y="4352"/>
                    <a:pt x="19413" y="4095"/>
                    <a:pt x="19413" y="3775"/>
                  </a:cubicBezTo>
                  <a:lnTo>
                    <a:pt x="19413" y="1942"/>
                  </a:lnTo>
                  <a:cubicBezTo>
                    <a:pt x="19413" y="869"/>
                    <a:pt x="18541" y="1"/>
                    <a:pt x="174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9"/>
            <p:cNvSpPr/>
            <p:nvPr/>
          </p:nvSpPr>
          <p:spPr>
            <a:xfrm>
              <a:off x="7185375" y="1554788"/>
              <a:ext cx="194150" cy="558075"/>
            </a:xfrm>
            <a:custGeom>
              <a:rect b="b" l="l" r="r" t="t"/>
              <a:pathLst>
                <a:path extrusionOk="0" h="22323" w="7766">
                  <a:moveTo>
                    <a:pt x="0" y="0"/>
                  </a:moveTo>
                  <a:lnTo>
                    <a:pt x="0" y="22323"/>
                  </a:lnTo>
                  <a:lnTo>
                    <a:pt x="7765" y="22323"/>
                  </a:lnTo>
                  <a:lnTo>
                    <a:pt x="776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9"/>
            <p:cNvSpPr/>
            <p:nvPr/>
          </p:nvSpPr>
          <p:spPr>
            <a:xfrm>
              <a:off x="7246050" y="1554788"/>
              <a:ext cx="133475" cy="558075"/>
            </a:xfrm>
            <a:custGeom>
              <a:rect b="b" l="l" r="r" t="t"/>
              <a:pathLst>
                <a:path extrusionOk="0" h="22323" w="5339">
                  <a:moveTo>
                    <a:pt x="1" y="0"/>
                  </a:moveTo>
                  <a:lnTo>
                    <a:pt x="1" y="22323"/>
                  </a:lnTo>
                  <a:lnTo>
                    <a:pt x="5338" y="22323"/>
                  </a:lnTo>
                  <a:lnTo>
                    <a:pt x="533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9"/>
            <p:cNvSpPr/>
            <p:nvPr/>
          </p:nvSpPr>
          <p:spPr>
            <a:xfrm>
              <a:off x="7246050" y="1579013"/>
              <a:ext cx="133475" cy="467100"/>
            </a:xfrm>
            <a:custGeom>
              <a:rect b="b" l="l" r="r" t="t"/>
              <a:pathLst>
                <a:path extrusionOk="0" h="18684" w="5339">
                  <a:moveTo>
                    <a:pt x="5338" y="0"/>
                  </a:moveTo>
                  <a:lnTo>
                    <a:pt x="1" y="2428"/>
                  </a:lnTo>
                  <a:lnTo>
                    <a:pt x="1" y="4369"/>
                  </a:lnTo>
                  <a:lnTo>
                    <a:pt x="5338" y="1943"/>
                  </a:lnTo>
                  <a:lnTo>
                    <a:pt x="5338" y="0"/>
                  </a:lnTo>
                  <a:close/>
                  <a:moveTo>
                    <a:pt x="5338" y="4367"/>
                  </a:moveTo>
                  <a:lnTo>
                    <a:pt x="1" y="6795"/>
                  </a:lnTo>
                  <a:lnTo>
                    <a:pt x="1" y="18684"/>
                  </a:lnTo>
                  <a:lnTo>
                    <a:pt x="5338" y="16256"/>
                  </a:lnTo>
                  <a:lnTo>
                    <a:pt x="5338" y="4367"/>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9"/>
            <p:cNvSpPr/>
            <p:nvPr/>
          </p:nvSpPr>
          <p:spPr>
            <a:xfrm>
              <a:off x="7233900" y="1754938"/>
              <a:ext cx="157775" cy="157775"/>
            </a:xfrm>
            <a:custGeom>
              <a:rect b="b" l="l" r="r" t="t"/>
              <a:pathLst>
                <a:path extrusionOk="0" h="6311" w="6311">
                  <a:moveTo>
                    <a:pt x="3156" y="1"/>
                  </a:moveTo>
                  <a:cubicBezTo>
                    <a:pt x="1413" y="1"/>
                    <a:pt x="1" y="1413"/>
                    <a:pt x="1" y="3156"/>
                  </a:cubicBezTo>
                  <a:cubicBezTo>
                    <a:pt x="1" y="4898"/>
                    <a:pt x="1413" y="6310"/>
                    <a:pt x="3156" y="6310"/>
                  </a:cubicBezTo>
                  <a:cubicBezTo>
                    <a:pt x="4899" y="6310"/>
                    <a:pt x="6310" y="4898"/>
                    <a:pt x="6310" y="3156"/>
                  </a:cubicBezTo>
                  <a:cubicBezTo>
                    <a:pt x="6310" y="1413"/>
                    <a:pt x="4899" y="1"/>
                    <a:pt x="31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9"/>
            <p:cNvSpPr/>
            <p:nvPr/>
          </p:nvSpPr>
          <p:spPr>
            <a:xfrm>
              <a:off x="7312775" y="1754988"/>
              <a:ext cx="78900" cy="157725"/>
            </a:xfrm>
            <a:custGeom>
              <a:rect b="b" l="l" r="r" t="t"/>
              <a:pathLst>
                <a:path extrusionOk="0" h="6309" w="3156">
                  <a:moveTo>
                    <a:pt x="3" y="0"/>
                  </a:moveTo>
                  <a:cubicBezTo>
                    <a:pt x="2" y="0"/>
                    <a:pt x="1" y="0"/>
                    <a:pt x="1" y="0"/>
                  </a:cubicBezTo>
                  <a:lnTo>
                    <a:pt x="1" y="6308"/>
                  </a:lnTo>
                  <a:cubicBezTo>
                    <a:pt x="1744" y="6308"/>
                    <a:pt x="3155" y="4896"/>
                    <a:pt x="3155" y="3154"/>
                  </a:cubicBezTo>
                  <a:cubicBezTo>
                    <a:pt x="3155" y="1412"/>
                    <a:pt x="1746" y="0"/>
                    <a:pt x="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9"/>
            <p:cNvSpPr/>
            <p:nvPr/>
          </p:nvSpPr>
          <p:spPr>
            <a:xfrm>
              <a:off x="7270325" y="1791363"/>
              <a:ext cx="84925" cy="84925"/>
            </a:xfrm>
            <a:custGeom>
              <a:rect b="b" l="l" r="r" t="t"/>
              <a:pathLst>
                <a:path extrusionOk="0" h="3397" w="3397">
                  <a:moveTo>
                    <a:pt x="1699" y="0"/>
                  </a:moveTo>
                  <a:cubicBezTo>
                    <a:pt x="761" y="0"/>
                    <a:pt x="0" y="761"/>
                    <a:pt x="0" y="1699"/>
                  </a:cubicBezTo>
                  <a:cubicBezTo>
                    <a:pt x="0" y="2636"/>
                    <a:pt x="761" y="3397"/>
                    <a:pt x="1699" y="3397"/>
                  </a:cubicBezTo>
                  <a:cubicBezTo>
                    <a:pt x="2636" y="3397"/>
                    <a:pt x="3397" y="2636"/>
                    <a:pt x="3397" y="1699"/>
                  </a:cubicBezTo>
                  <a:cubicBezTo>
                    <a:pt x="3397" y="761"/>
                    <a:pt x="2636" y="0"/>
                    <a:pt x="1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9"/>
            <p:cNvSpPr/>
            <p:nvPr/>
          </p:nvSpPr>
          <p:spPr>
            <a:xfrm>
              <a:off x="7312775" y="1791363"/>
              <a:ext cx="42475" cy="84925"/>
            </a:xfrm>
            <a:custGeom>
              <a:rect b="b" l="l" r="r" t="t"/>
              <a:pathLst>
                <a:path extrusionOk="0" h="3397" w="1699">
                  <a:moveTo>
                    <a:pt x="1" y="0"/>
                  </a:moveTo>
                  <a:lnTo>
                    <a:pt x="1" y="3397"/>
                  </a:lnTo>
                  <a:cubicBezTo>
                    <a:pt x="938" y="3397"/>
                    <a:pt x="1699" y="2636"/>
                    <a:pt x="1699" y="1699"/>
                  </a:cubicBezTo>
                  <a:cubicBezTo>
                    <a:pt x="1699" y="761"/>
                    <a:pt x="938" y="0"/>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9"/>
            <p:cNvSpPr/>
            <p:nvPr/>
          </p:nvSpPr>
          <p:spPr>
            <a:xfrm>
              <a:off x="7030650" y="1545613"/>
              <a:ext cx="503600" cy="576425"/>
            </a:xfrm>
            <a:custGeom>
              <a:rect b="b" l="l" r="r" t="t"/>
              <a:pathLst>
                <a:path extrusionOk="0" h="23057" w="20144">
                  <a:moveTo>
                    <a:pt x="13588" y="729"/>
                  </a:moveTo>
                  <a:lnTo>
                    <a:pt x="13588" y="8870"/>
                  </a:lnTo>
                  <a:lnTo>
                    <a:pt x="13588" y="8870"/>
                  </a:lnTo>
                  <a:cubicBezTo>
                    <a:pt x="12970" y="8336"/>
                    <a:pt x="12164" y="8010"/>
                    <a:pt x="11284" y="8010"/>
                  </a:cubicBezTo>
                  <a:cubicBezTo>
                    <a:pt x="10403" y="8010"/>
                    <a:pt x="9597" y="8337"/>
                    <a:pt x="8979" y="8872"/>
                  </a:cubicBezTo>
                  <a:lnTo>
                    <a:pt x="8979" y="729"/>
                  </a:lnTo>
                  <a:close/>
                  <a:moveTo>
                    <a:pt x="10922" y="8763"/>
                  </a:moveTo>
                  <a:lnTo>
                    <a:pt x="10922" y="14294"/>
                  </a:lnTo>
                  <a:cubicBezTo>
                    <a:pt x="9555" y="14115"/>
                    <a:pt x="8496" y="12944"/>
                    <a:pt x="8496" y="11529"/>
                  </a:cubicBezTo>
                  <a:cubicBezTo>
                    <a:pt x="8496" y="10113"/>
                    <a:pt x="9555" y="8942"/>
                    <a:pt x="10922" y="8763"/>
                  </a:cubicBezTo>
                  <a:close/>
                  <a:moveTo>
                    <a:pt x="11651" y="8763"/>
                  </a:moveTo>
                  <a:cubicBezTo>
                    <a:pt x="13016" y="8941"/>
                    <a:pt x="14077" y="10113"/>
                    <a:pt x="14077" y="11529"/>
                  </a:cubicBezTo>
                  <a:cubicBezTo>
                    <a:pt x="14077" y="12944"/>
                    <a:pt x="13018" y="14115"/>
                    <a:pt x="11651" y="14294"/>
                  </a:cubicBezTo>
                  <a:lnTo>
                    <a:pt x="11651" y="8763"/>
                  </a:lnTo>
                  <a:close/>
                  <a:moveTo>
                    <a:pt x="6191" y="16018"/>
                  </a:moveTo>
                  <a:cubicBezTo>
                    <a:pt x="5990" y="16018"/>
                    <a:pt x="5827" y="16181"/>
                    <a:pt x="5827" y="16382"/>
                  </a:cubicBezTo>
                  <a:lnTo>
                    <a:pt x="5827" y="16430"/>
                  </a:lnTo>
                  <a:cubicBezTo>
                    <a:pt x="5827" y="16630"/>
                    <a:pt x="5989" y="16794"/>
                    <a:pt x="6191" y="16794"/>
                  </a:cubicBezTo>
                  <a:cubicBezTo>
                    <a:pt x="6393" y="16794"/>
                    <a:pt x="6556" y="16630"/>
                    <a:pt x="6556" y="16430"/>
                  </a:cubicBezTo>
                  <a:lnTo>
                    <a:pt x="6556" y="16382"/>
                  </a:lnTo>
                  <a:cubicBezTo>
                    <a:pt x="6556" y="16181"/>
                    <a:pt x="6393" y="16018"/>
                    <a:pt x="6191" y="16018"/>
                  </a:cubicBezTo>
                  <a:close/>
                  <a:moveTo>
                    <a:pt x="8251" y="729"/>
                  </a:moveTo>
                  <a:lnTo>
                    <a:pt x="8251" y="9746"/>
                  </a:lnTo>
                  <a:cubicBezTo>
                    <a:pt x="7945" y="10269"/>
                    <a:pt x="7767" y="10878"/>
                    <a:pt x="7767" y="11527"/>
                  </a:cubicBezTo>
                  <a:cubicBezTo>
                    <a:pt x="7767" y="12177"/>
                    <a:pt x="7945" y="12785"/>
                    <a:pt x="8254" y="13308"/>
                  </a:cubicBezTo>
                  <a:lnTo>
                    <a:pt x="8254" y="13322"/>
                  </a:lnTo>
                  <a:lnTo>
                    <a:pt x="8254" y="22325"/>
                  </a:lnTo>
                  <a:lnTo>
                    <a:pt x="6556" y="22325"/>
                  </a:lnTo>
                  <a:lnTo>
                    <a:pt x="6556" y="18321"/>
                  </a:lnTo>
                  <a:cubicBezTo>
                    <a:pt x="6556" y="18121"/>
                    <a:pt x="6391" y="17958"/>
                    <a:pt x="6191" y="17958"/>
                  </a:cubicBezTo>
                  <a:cubicBezTo>
                    <a:pt x="5990" y="17958"/>
                    <a:pt x="5827" y="18121"/>
                    <a:pt x="5827" y="18321"/>
                  </a:cubicBezTo>
                  <a:lnTo>
                    <a:pt x="5827" y="22325"/>
                  </a:lnTo>
                  <a:lnTo>
                    <a:pt x="2308" y="22325"/>
                  </a:lnTo>
                  <a:cubicBezTo>
                    <a:pt x="1437" y="22325"/>
                    <a:pt x="731" y="21618"/>
                    <a:pt x="731" y="20747"/>
                  </a:cubicBezTo>
                  <a:lnTo>
                    <a:pt x="731" y="18914"/>
                  </a:lnTo>
                  <a:cubicBezTo>
                    <a:pt x="731" y="18792"/>
                    <a:pt x="830" y="18689"/>
                    <a:pt x="958" y="18682"/>
                  </a:cubicBezTo>
                  <a:lnTo>
                    <a:pt x="981" y="18680"/>
                  </a:lnTo>
                  <a:cubicBezTo>
                    <a:pt x="1929" y="18613"/>
                    <a:pt x="2671" y="17803"/>
                    <a:pt x="2671" y="16836"/>
                  </a:cubicBezTo>
                  <a:lnTo>
                    <a:pt x="2671" y="6219"/>
                  </a:lnTo>
                  <a:cubicBezTo>
                    <a:pt x="2671" y="5250"/>
                    <a:pt x="1928" y="4440"/>
                    <a:pt x="978" y="4375"/>
                  </a:cubicBezTo>
                  <a:lnTo>
                    <a:pt x="955" y="4373"/>
                  </a:lnTo>
                  <a:cubicBezTo>
                    <a:pt x="828" y="4366"/>
                    <a:pt x="730" y="4262"/>
                    <a:pt x="730" y="4140"/>
                  </a:cubicBezTo>
                  <a:lnTo>
                    <a:pt x="730" y="2307"/>
                  </a:lnTo>
                  <a:cubicBezTo>
                    <a:pt x="730" y="1437"/>
                    <a:pt x="1436" y="729"/>
                    <a:pt x="2306" y="729"/>
                  </a:cubicBezTo>
                  <a:lnTo>
                    <a:pt x="5826" y="729"/>
                  </a:lnTo>
                  <a:lnTo>
                    <a:pt x="5826" y="14925"/>
                  </a:lnTo>
                  <a:cubicBezTo>
                    <a:pt x="5826" y="15125"/>
                    <a:pt x="5989" y="15289"/>
                    <a:pt x="6189" y="15289"/>
                  </a:cubicBezTo>
                  <a:cubicBezTo>
                    <a:pt x="6390" y="15289"/>
                    <a:pt x="6553" y="15125"/>
                    <a:pt x="6553" y="14925"/>
                  </a:cubicBezTo>
                  <a:lnTo>
                    <a:pt x="6553" y="729"/>
                  </a:lnTo>
                  <a:close/>
                  <a:moveTo>
                    <a:pt x="13592" y="14182"/>
                  </a:moveTo>
                  <a:lnTo>
                    <a:pt x="13592" y="22325"/>
                  </a:lnTo>
                  <a:lnTo>
                    <a:pt x="8982" y="22325"/>
                  </a:lnTo>
                  <a:lnTo>
                    <a:pt x="8982" y="14183"/>
                  </a:lnTo>
                  <a:lnTo>
                    <a:pt x="8982" y="14183"/>
                  </a:lnTo>
                  <a:cubicBezTo>
                    <a:pt x="9600" y="14719"/>
                    <a:pt x="10405" y="15046"/>
                    <a:pt x="11286" y="15046"/>
                  </a:cubicBezTo>
                  <a:cubicBezTo>
                    <a:pt x="12167" y="15046"/>
                    <a:pt x="12974" y="14719"/>
                    <a:pt x="13592" y="14182"/>
                  </a:cubicBezTo>
                  <a:close/>
                  <a:moveTo>
                    <a:pt x="17835" y="729"/>
                  </a:moveTo>
                  <a:cubicBezTo>
                    <a:pt x="18707" y="729"/>
                    <a:pt x="19413" y="1437"/>
                    <a:pt x="19413" y="2307"/>
                  </a:cubicBezTo>
                  <a:lnTo>
                    <a:pt x="19413" y="4140"/>
                  </a:lnTo>
                  <a:cubicBezTo>
                    <a:pt x="19413" y="4262"/>
                    <a:pt x="19313" y="4366"/>
                    <a:pt x="19186" y="4373"/>
                  </a:cubicBezTo>
                  <a:lnTo>
                    <a:pt x="19163" y="4375"/>
                  </a:lnTo>
                  <a:cubicBezTo>
                    <a:pt x="18213" y="4443"/>
                    <a:pt x="17473" y="5253"/>
                    <a:pt x="17473" y="6219"/>
                  </a:cubicBezTo>
                  <a:lnTo>
                    <a:pt x="17473" y="16836"/>
                  </a:lnTo>
                  <a:cubicBezTo>
                    <a:pt x="17473" y="17804"/>
                    <a:pt x="18216" y="18614"/>
                    <a:pt x="19164" y="18682"/>
                  </a:cubicBezTo>
                  <a:lnTo>
                    <a:pt x="19186" y="18684"/>
                  </a:lnTo>
                  <a:cubicBezTo>
                    <a:pt x="19313" y="18691"/>
                    <a:pt x="19413" y="18793"/>
                    <a:pt x="19413" y="18917"/>
                  </a:cubicBezTo>
                  <a:lnTo>
                    <a:pt x="19413" y="20750"/>
                  </a:lnTo>
                  <a:cubicBezTo>
                    <a:pt x="19413" y="21620"/>
                    <a:pt x="18707" y="22328"/>
                    <a:pt x="17835" y="22328"/>
                  </a:cubicBezTo>
                  <a:lnTo>
                    <a:pt x="14317" y="22328"/>
                  </a:lnTo>
                  <a:lnTo>
                    <a:pt x="14317" y="13325"/>
                  </a:lnTo>
                  <a:lnTo>
                    <a:pt x="14317" y="13311"/>
                  </a:lnTo>
                  <a:cubicBezTo>
                    <a:pt x="14625" y="12788"/>
                    <a:pt x="14803" y="12178"/>
                    <a:pt x="14803" y="11529"/>
                  </a:cubicBezTo>
                  <a:cubicBezTo>
                    <a:pt x="14803" y="10878"/>
                    <a:pt x="14625" y="10271"/>
                    <a:pt x="14317" y="9746"/>
                  </a:cubicBezTo>
                  <a:lnTo>
                    <a:pt x="14317" y="9732"/>
                  </a:lnTo>
                  <a:lnTo>
                    <a:pt x="14317" y="729"/>
                  </a:lnTo>
                  <a:close/>
                  <a:moveTo>
                    <a:pt x="2307" y="0"/>
                  </a:moveTo>
                  <a:cubicBezTo>
                    <a:pt x="1036" y="0"/>
                    <a:pt x="0" y="1035"/>
                    <a:pt x="0" y="2307"/>
                  </a:cubicBezTo>
                  <a:lnTo>
                    <a:pt x="0" y="4140"/>
                  </a:lnTo>
                  <a:cubicBezTo>
                    <a:pt x="0" y="4649"/>
                    <a:pt x="403" y="5071"/>
                    <a:pt x="914" y="5099"/>
                  </a:cubicBezTo>
                  <a:lnTo>
                    <a:pt x="930" y="5101"/>
                  </a:lnTo>
                  <a:cubicBezTo>
                    <a:pt x="1498" y="5142"/>
                    <a:pt x="1942" y="5632"/>
                    <a:pt x="1942" y="6221"/>
                  </a:cubicBezTo>
                  <a:lnTo>
                    <a:pt x="1942" y="16838"/>
                  </a:lnTo>
                  <a:cubicBezTo>
                    <a:pt x="1942" y="17426"/>
                    <a:pt x="1497" y="17916"/>
                    <a:pt x="930" y="17958"/>
                  </a:cubicBezTo>
                  <a:lnTo>
                    <a:pt x="916" y="17959"/>
                  </a:lnTo>
                  <a:cubicBezTo>
                    <a:pt x="404" y="17987"/>
                    <a:pt x="2" y="18410"/>
                    <a:pt x="2" y="18918"/>
                  </a:cubicBezTo>
                  <a:lnTo>
                    <a:pt x="2" y="20752"/>
                  </a:lnTo>
                  <a:cubicBezTo>
                    <a:pt x="2" y="22022"/>
                    <a:pt x="1036" y="23057"/>
                    <a:pt x="2308" y="23057"/>
                  </a:cubicBezTo>
                  <a:lnTo>
                    <a:pt x="17837" y="23057"/>
                  </a:lnTo>
                  <a:cubicBezTo>
                    <a:pt x="19107" y="23057"/>
                    <a:pt x="20143" y="22023"/>
                    <a:pt x="20143" y="20752"/>
                  </a:cubicBezTo>
                  <a:lnTo>
                    <a:pt x="20143" y="18918"/>
                  </a:lnTo>
                  <a:cubicBezTo>
                    <a:pt x="20143" y="18410"/>
                    <a:pt x="19741" y="17987"/>
                    <a:pt x="19230" y="17959"/>
                  </a:cubicBezTo>
                  <a:lnTo>
                    <a:pt x="19214" y="17958"/>
                  </a:lnTo>
                  <a:cubicBezTo>
                    <a:pt x="18645" y="17916"/>
                    <a:pt x="18202" y="17426"/>
                    <a:pt x="18202" y="16838"/>
                  </a:cubicBezTo>
                  <a:lnTo>
                    <a:pt x="18202" y="6219"/>
                  </a:lnTo>
                  <a:cubicBezTo>
                    <a:pt x="18202" y="5632"/>
                    <a:pt x="18645" y="5141"/>
                    <a:pt x="19213" y="5101"/>
                  </a:cubicBezTo>
                  <a:lnTo>
                    <a:pt x="19228" y="5099"/>
                  </a:lnTo>
                  <a:cubicBezTo>
                    <a:pt x="19740" y="5071"/>
                    <a:pt x="20142" y="4649"/>
                    <a:pt x="20142" y="4140"/>
                  </a:cubicBezTo>
                  <a:lnTo>
                    <a:pt x="20142" y="2307"/>
                  </a:lnTo>
                  <a:cubicBezTo>
                    <a:pt x="20142" y="1036"/>
                    <a:pt x="19107" y="0"/>
                    <a:pt x="178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5" name="Google Shape;6035;p69"/>
          <p:cNvGrpSpPr/>
          <p:nvPr/>
        </p:nvGrpSpPr>
        <p:grpSpPr>
          <a:xfrm>
            <a:off x="2448650" y="1589413"/>
            <a:ext cx="576300" cy="576275"/>
            <a:chOff x="2448650" y="1589413"/>
            <a:chExt cx="576300" cy="576275"/>
          </a:xfrm>
        </p:grpSpPr>
        <p:sp>
          <p:nvSpPr>
            <p:cNvPr id="6036" name="Google Shape;6036;p69"/>
            <p:cNvSpPr/>
            <p:nvPr/>
          </p:nvSpPr>
          <p:spPr>
            <a:xfrm>
              <a:off x="2482000" y="1598513"/>
              <a:ext cx="509600" cy="400375"/>
            </a:xfrm>
            <a:custGeom>
              <a:rect b="b" l="l" r="r" t="t"/>
              <a:pathLst>
                <a:path extrusionOk="0" h="16015" w="20384">
                  <a:moveTo>
                    <a:pt x="485" y="0"/>
                  </a:moveTo>
                  <a:cubicBezTo>
                    <a:pt x="218" y="0"/>
                    <a:pt x="1" y="218"/>
                    <a:pt x="1" y="485"/>
                  </a:cubicBezTo>
                  <a:lnTo>
                    <a:pt x="1" y="969"/>
                  </a:lnTo>
                  <a:cubicBezTo>
                    <a:pt x="1" y="1238"/>
                    <a:pt x="218" y="1455"/>
                    <a:pt x="485" y="1455"/>
                  </a:cubicBezTo>
                  <a:lnTo>
                    <a:pt x="730" y="1455"/>
                  </a:lnTo>
                  <a:lnTo>
                    <a:pt x="730" y="13587"/>
                  </a:lnTo>
                  <a:cubicBezTo>
                    <a:pt x="730" y="14927"/>
                    <a:pt x="1817" y="16015"/>
                    <a:pt x="3155" y="16015"/>
                  </a:cubicBezTo>
                  <a:cubicBezTo>
                    <a:pt x="4495" y="16015"/>
                    <a:pt x="5583" y="14927"/>
                    <a:pt x="5583" y="13587"/>
                  </a:cubicBezTo>
                  <a:lnTo>
                    <a:pt x="5583" y="1455"/>
                  </a:lnTo>
                  <a:lnTo>
                    <a:pt x="5826" y="1455"/>
                  </a:lnTo>
                  <a:cubicBezTo>
                    <a:pt x="6094" y="1455"/>
                    <a:pt x="6310" y="1238"/>
                    <a:pt x="6310" y="969"/>
                  </a:cubicBezTo>
                  <a:lnTo>
                    <a:pt x="6310" y="485"/>
                  </a:lnTo>
                  <a:cubicBezTo>
                    <a:pt x="6310" y="218"/>
                    <a:pt x="6093" y="0"/>
                    <a:pt x="5826" y="0"/>
                  </a:cubicBezTo>
                  <a:close/>
                  <a:moveTo>
                    <a:pt x="14558" y="0"/>
                  </a:moveTo>
                  <a:cubicBezTo>
                    <a:pt x="14290" y="0"/>
                    <a:pt x="14074" y="218"/>
                    <a:pt x="14074" y="485"/>
                  </a:cubicBezTo>
                  <a:lnTo>
                    <a:pt x="14074" y="969"/>
                  </a:lnTo>
                  <a:cubicBezTo>
                    <a:pt x="14074" y="1238"/>
                    <a:pt x="14290" y="1455"/>
                    <a:pt x="14558" y="1455"/>
                  </a:cubicBezTo>
                  <a:lnTo>
                    <a:pt x="14801" y="1455"/>
                  </a:lnTo>
                  <a:lnTo>
                    <a:pt x="14801" y="13587"/>
                  </a:lnTo>
                  <a:cubicBezTo>
                    <a:pt x="14801" y="14927"/>
                    <a:pt x="15889" y="16015"/>
                    <a:pt x="17229" y="16015"/>
                  </a:cubicBezTo>
                  <a:cubicBezTo>
                    <a:pt x="18567" y="16015"/>
                    <a:pt x="19654" y="14927"/>
                    <a:pt x="19654" y="13587"/>
                  </a:cubicBezTo>
                  <a:lnTo>
                    <a:pt x="19654" y="1455"/>
                  </a:lnTo>
                  <a:lnTo>
                    <a:pt x="19899" y="1455"/>
                  </a:lnTo>
                  <a:cubicBezTo>
                    <a:pt x="20166" y="1455"/>
                    <a:pt x="20384" y="1238"/>
                    <a:pt x="20384" y="969"/>
                  </a:cubicBezTo>
                  <a:lnTo>
                    <a:pt x="20384" y="485"/>
                  </a:lnTo>
                  <a:cubicBezTo>
                    <a:pt x="20384" y="218"/>
                    <a:pt x="20166" y="0"/>
                    <a:pt x="19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9"/>
            <p:cNvSpPr/>
            <p:nvPr/>
          </p:nvSpPr>
          <p:spPr>
            <a:xfrm>
              <a:off x="2536650" y="1756213"/>
              <a:ext cx="48550" cy="206250"/>
            </a:xfrm>
            <a:custGeom>
              <a:rect b="b" l="l" r="r" t="t"/>
              <a:pathLst>
                <a:path extrusionOk="0" h="8250" w="1942">
                  <a:moveTo>
                    <a:pt x="0" y="0"/>
                  </a:moveTo>
                  <a:lnTo>
                    <a:pt x="0" y="7279"/>
                  </a:lnTo>
                  <a:cubicBezTo>
                    <a:pt x="0" y="7815"/>
                    <a:pt x="434" y="8250"/>
                    <a:pt x="969" y="8250"/>
                  </a:cubicBezTo>
                  <a:cubicBezTo>
                    <a:pt x="1507" y="8250"/>
                    <a:pt x="1940" y="7815"/>
                    <a:pt x="1941" y="7279"/>
                  </a:cubicBezTo>
                  <a:lnTo>
                    <a:pt x="194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9"/>
            <p:cNvSpPr/>
            <p:nvPr/>
          </p:nvSpPr>
          <p:spPr>
            <a:xfrm>
              <a:off x="2551775" y="1756213"/>
              <a:ext cx="33375" cy="206250"/>
            </a:xfrm>
            <a:custGeom>
              <a:rect b="b" l="l" r="r" t="t"/>
              <a:pathLst>
                <a:path extrusionOk="0" h="8250" w="1335">
                  <a:moveTo>
                    <a:pt x="606" y="0"/>
                  </a:moveTo>
                  <a:lnTo>
                    <a:pt x="606" y="7279"/>
                  </a:lnTo>
                  <a:cubicBezTo>
                    <a:pt x="606" y="7686"/>
                    <a:pt x="356" y="8035"/>
                    <a:pt x="1" y="8179"/>
                  </a:cubicBezTo>
                  <a:cubicBezTo>
                    <a:pt x="113" y="8224"/>
                    <a:pt x="235" y="8250"/>
                    <a:pt x="364" y="8250"/>
                  </a:cubicBezTo>
                  <a:cubicBezTo>
                    <a:pt x="899" y="8250"/>
                    <a:pt x="1335" y="7817"/>
                    <a:pt x="1335" y="7279"/>
                  </a:cubicBezTo>
                  <a:lnTo>
                    <a:pt x="1335" y="0"/>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9"/>
            <p:cNvSpPr/>
            <p:nvPr/>
          </p:nvSpPr>
          <p:spPr>
            <a:xfrm>
              <a:off x="2536575" y="1659113"/>
              <a:ext cx="400450" cy="133500"/>
            </a:xfrm>
            <a:custGeom>
              <a:rect b="b" l="l" r="r" t="t"/>
              <a:pathLst>
                <a:path extrusionOk="0" h="5340" w="16018">
                  <a:moveTo>
                    <a:pt x="0" y="1"/>
                  </a:moveTo>
                  <a:lnTo>
                    <a:pt x="0" y="5340"/>
                  </a:lnTo>
                  <a:lnTo>
                    <a:pt x="1943" y="5340"/>
                  </a:lnTo>
                  <a:lnTo>
                    <a:pt x="1943" y="1"/>
                  </a:lnTo>
                  <a:close/>
                  <a:moveTo>
                    <a:pt x="14075" y="1"/>
                  </a:moveTo>
                  <a:lnTo>
                    <a:pt x="14075" y="5340"/>
                  </a:lnTo>
                  <a:lnTo>
                    <a:pt x="16018" y="5340"/>
                  </a:lnTo>
                  <a:lnTo>
                    <a:pt x="160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9"/>
            <p:cNvSpPr/>
            <p:nvPr/>
          </p:nvSpPr>
          <p:spPr>
            <a:xfrm>
              <a:off x="2888450" y="1756213"/>
              <a:ext cx="48575" cy="206250"/>
            </a:xfrm>
            <a:custGeom>
              <a:rect b="b" l="l" r="r" t="t"/>
              <a:pathLst>
                <a:path extrusionOk="0" h="8250" w="1943">
                  <a:moveTo>
                    <a:pt x="0" y="0"/>
                  </a:moveTo>
                  <a:lnTo>
                    <a:pt x="0" y="7279"/>
                  </a:lnTo>
                  <a:cubicBezTo>
                    <a:pt x="0" y="7815"/>
                    <a:pt x="433" y="8250"/>
                    <a:pt x="971" y="8250"/>
                  </a:cubicBezTo>
                  <a:cubicBezTo>
                    <a:pt x="1506" y="8250"/>
                    <a:pt x="1943" y="7815"/>
                    <a:pt x="1943" y="7279"/>
                  </a:cubicBezTo>
                  <a:lnTo>
                    <a:pt x="194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9"/>
            <p:cNvSpPr/>
            <p:nvPr/>
          </p:nvSpPr>
          <p:spPr>
            <a:xfrm>
              <a:off x="2903650" y="1756213"/>
              <a:ext cx="33375" cy="206250"/>
            </a:xfrm>
            <a:custGeom>
              <a:rect b="b" l="l" r="r" t="t"/>
              <a:pathLst>
                <a:path extrusionOk="0" h="8250" w="1335">
                  <a:moveTo>
                    <a:pt x="606" y="0"/>
                  </a:moveTo>
                  <a:lnTo>
                    <a:pt x="606" y="7279"/>
                  </a:lnTo>
                  <a:cubicBezTo>
                    <a:pt x="606" y="7686"/>
                    <a:pt x="356" y="8035"/>
                    <a:pt x="0" y="8179"/>
                  </a:cubicBezTo>
                  <a:cubicBezTo>
                    <a:pt x="111" y="8224"/>
                    <a:pt x="235" y="8250"/>
                    <a:pt x="364" y="8250"/>
                  </a:cubicBezTo>
                  <a:cubicBezTo>
                    <a:pt x="898" y="8250"/>
                    <a:pt x="1335" y="7817"/>
                    <a:pt x="1335" y="7279"/>
                  </a:cubicBezTo>
                  <a:lnTo>
                    <a:pt x="1335" y="0"/>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9"/>
            <p:cNvSpPr/>
            <p:nvPr/>
          </p:nvSpPr>
          <p:spPr>
            <a:xfrm>
              <a:off x="2527550" y="1650013"/>
              <a:ext cx="418575" cy="78900"/>
            </a:xfrm>
            <a:custGeom>
              <a:rect b="b" l="l" r="r" t="t"/>
              <a:pathLst>
                <a:path extrusionOk="0" h="3156" w="16743">
                  <a:moveTo>
                    <a:pt x="2304" y="2"/>
                  </a:moveTo>
                  <a:cubicBezTo>
                    <a:pt x="2102" y="2"/>
                    <a:pt x="1939" y="166"/>
                    <a:pt x="1939" y="367"/>
                  </a:cubicBezTo>
                  <a:lnTo>
                    <a:pt x="1939" y="852"/>
                  </a:lnTo>
                  <a:cubicBezTo>
                    <a:pt x="1939" y="1052"/>
                    <a:pt x="2102" y="1216"/>
                    <a:pt x="2304" y="1216"/>
                  </a:cubicBezTo>
                  <a:cubicBezTo>
                    <a:pt x="2504" y="1216"/>
                    <a:pt x="2668" y="1052"/>
                    <a:pt x="2668" y="852"/>
                  </a:cubicBezTo>
                  <a:lnTo>
                    <a:pt x="2668" y="367"/>
                  </a:lnTo>
                  <a:cubicBezTo>
                    <a:pt x="2668" y="166"/>
                    <a:pt x="2504" y="2"/>
                    <a:pt x="2304" y="2"/>
                  </a:cubicBezTo>
                  <a:close/>
                  <a:moveTo>
                    <a:pt x="16379" y="2"/>
                  </a:moveTo>
                  <a:cubicBezTo>
                    <a:pt x="16177" y="2"/>
                    <a:pt x="16013" y="166"/>
                    <a:pt x="16013" y="367"/>
                  </a:cubicBezTo>
                  <a:lnTo>
                    <a:pt x="16013" y="852"/>
                  </a:lnTo>
                  <a:cubicBezTo>
                    <a:pt x="16013" y="1052"/>
                    <a:pt x="16177" y="1216"/>
                    <a:pt x="16379" y="1216"/>
                  </a:cubicBezTo>
                  <a:cubicBezTo>
                    <a:pt x="16579" y="1216"/>
                    <a:pt x="16742" y="1052"/>
                    <a:pt x="16742" y="852"/>
                  </a:cubicBezTo>
                  <a:lnTo>
                    <a:pt x="16742" y="367"/>
                  </a:lnTo>
                  <a:cubicBezTo>
                    <a:pt x="16742" y="166"/>
                    <a:pt x="16579" y="2"/>
                    <a:pt x="16379" y="2"/>
                  </a:cubicBezTo>
                  <a:close/>
                  <a:moveTo>
                    <a:pt x="364" y="1"/>
                  </a:moveTo>
                  <a:cubicBezTo>
                    <a:pt x="162" y="1"/>
                    <a:pt x="0" y="164"/>
                    <a:pt x="0" y="365"/>
                  </a:cubicBezTo>
                  <a:lnTo>
                    <a:pt x="0" y="2792"/>
                  </a:lnTo>
                  <a:cubicBezTo>
                    <a:pt x="0" y="2992"/>
                    <a:pt x="162" y="3156"/>
                    <a:pt x="364" y="3156"/>
                  </a:cubicBezTo>
                  <a:cubicBezTo>
                    <a:pt x="565" y="3156"/>
                    <a:pt x="728" y="2992"/>
                    <a:pt x="728" y="2792"/>
                  </a:cubicBezTo>
                  <a:lnTo>
                    <a:pt x="728" y="365"/>
                  </a:lnTo>
                  <a:cubicBezTo>
                    <a:pt x="728" y="164"/>
                    <a:pt x="565" y="1"/>
                    <a:pt x="364" y="1"/>
                  </a:cubicBezTo>
                  <a:close/>
                  <a:moveTo>
                    <a:pt x="14436" y="1"/>
                  </a:moveTo>
                  <a:cubicBezTo>
                    <a:pt x="14236" y="1"/>
                    <a:pt x="14072" y="164"/>
                    <a:pt x="14072" y="365"/>
                  </a:cubicBezTo>
                  <a:lnTo>
                    <a:pt x="14072" y="2792"/>
                  </a:lnTo>
                  <a:cubicBezTo>
                    <a:pt x="14072" y="2992"/>
                    <a:pt x="14236" y="3156"/>
                    <a:pt x="14436" y="3156"/>
                  </a:cubicBezTo>
                  <a:cubicBezTo>
                    <a:pt x="14638" y="3156"/>
                    <a:pt x="14800" y="2992"/>
                    <a:pt x="14800" y="2792"/>
                  </a:cubicBezTo>
                  <a:lnTo>
                    <a:pt x="14800" y="365"/>
                  </a:lnTo>
                  <a:cubicBezTo>
                    <a:pt x="14800" y="164"/>
                    <a:pt x="14638" y="1"/>
                    <a:pt x="144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9"/>
            <p:cNvSpPr/>
            <p:nvPr/>
          </p:nvSpPr>
          <p:spPr>
            <a:xfrm>
              <a:off x="2457800" y="1719838"/>
              <a:ext cx="558025" cy="72775"/>
            </a:xfrm>
            <a:custGeom>
              <a:rect b="b" l="l" r="r" t="t"/>
              <a:pathLst>
                <a:path extrusionOk="0" h="2911" w="22321">
                  <a:moveTo>
                    <a:pt x="970" y="0"/>
                  </a:moveTo>
                  <a:cubicBezTo>
                    <a:pt x="436" y="0"/>
                    <a:pt x="1" y="434"/>
                    <a:pt x="1" y="971"/>
                  </a:cubicBezTo>
                  <a:lnTo>
                    <a:pt x="1" y="1940"/>
                  </a:lnTo>
                  <a:cubicBezTo>
                    <a:pt x="1" y="2474"/>
                    <a:pt x="434" y="2911"/>
                    <a:pt x="970" y="2911"/>
                  </a:cubicBezTo>
                  <a:lnTo>
                    <a:pt x="7278" y="2911"/>
                  </a:lnTo>
                  <a:cubicBezTo>
                    <a:pt x="7814" y="2911"/>
                    <a:pt x="8249" y="2477"/>
                    <a:pt x="8249" y="1940"/>
                  </a:cubicBezTo>
                  <a:lnTo>
                    <a:pt x="8249" y="971"/>
                  </a:lnTo>
                  <a:cubicBezTo>
                    <a:pt x="8249" y="435"/>
                    <a:pt x="7815" y="0"/>
                    <a:pt x="7278" y="0"/>
                  </a:cubicBezTo>
                  <a:close/>
                  <a:moveTo>
                    <a:pt x="15043" y="0"/>
                  </a:moveTo>
                  <a:cubicBezTo>
                    <a:pt x="14507" y="0"/>
                    <a:pt x="14073" y="435"/>
                    <a:pt x="14073" y="971"/>
                  </a:cubicBezTo>
                  <a:lnTo>
                    <a:pt x="14073" y="1940"/>
                  </a:lnTo>
                  <a:cubicBezTo>
                    <a:pt x="14073" y="2477"/>
                    <a:pt x="14509" y="2911"/>
                    <a:pt x="15043" y="2911"/>
                  </a:cubicBezTo>
                  <a:lnTo>
                    <a:pt x="21352" y="2911"/>
                  </a:lnTo>
                  <a:cubicBezTo>
                    <a:pt x="21887" y="2911"/>
                    <a:pt x="22321" y="2477"/>
                    <a:pt x="22321" y="1940"/>
                  </a:cubicBezTo>
                  <a:lnTo>
                    <a:pt x="22321" y="971"/>
                  </a:lnTo>
                  <a:cubicBezTo>
                    <a:pt x="22321" y="434"/>
                    <a:pt x="21886" y="0"/>
                    <a:pt x="213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9"/>
            <p:cNvSpPr/>
            <p:nvPr/>
          </p:nvSpPr>
          <p:spPr>
            <a:xfrm>
              <a:off x="2457800" y="1719788"/>
              <a:ext cx="558025" cy="72825"/>
            </a:xfrm>
            <a:custGeom>
              <a:rect b="b" l="l" r="r" t="t"/>
              <a:pathLst>
                <a:path extrusionOk="0" h="2913" w="22321">
                  <a:moveTo>
                    <a:pt x="6551" y="1"/>
                  </a:moveTo>
                  <a:lnTo>
                    <a:pt x="6551" y="728"/>
                  </a:lnTo>
                  <a:cubicBezTo>
                    <a:pt x="6551" y="1264"/>
                    <a:pt x="6117" y="1699"/>
                    <a:pt x="5580" y="1699"/>
                  </a:cubicBezTo>
                  <a:lnTo>
                    <a:pt x="954" y="1699"/>
                  </a:lnTo>
                  <a:cubicBezTo>
                    <a:pt x="484" y="1699"/>
                    <a:pt x="92" y="1365"/>
                    <a:pt x="2" y="919"/>
                  </a:cubicBezTo>
                  <a:cubicBezTo>
                    <a:pt x="2" y="937"/>
                    <a:pt x="1" y="954"/>
                    <a:pt x="1" y="973"/>
                  </a:cubicBezTo>
                  <a:lnTo>
                    <a:pt x="1" y="1942"/>
                  </a:lnTo>
                  <a:cubicBezTo>
                    <a:pt x="1" y="2476"/>
                    <a:pt x="434" y="2913"/>
                    <a:pt x="970" y="2913"/>
                  </a:cubicBezTo>
                  <a:lnTo>
                    <a:pt x="7278" y="2913"/>
                  </a:lnTo>
                  <a:cubicBezTo>
                    <a:pt x="7814" y="2913"/>
                    <a:pt x="8249" y="2479"/>
                    <a:pt x="8249" y="1942"/>
                  </a:cubicBezTo>
                  <a:lnTo>
                    <a:pt x="8249" y="973"/>
                  </a:lnTo>
                  <a:cubicBezTo>
                    <a:pt x="8249" y="436"/>
                    <a:pt x="7814" y="1"/>
                    <a:pt x="7278" y="1"/>
                  </a:cubicBezTo>
                  <a:close/>
                  <a:moveTo>
                    <a:pt x="20622" y="1"/>
                  </a:moveTo>
                  <a:lnTo>
                    <a:pt x="20622" y="728"/>
                  </a:lnTo>
                  <a:cubicBezTo>
                    <a:pt x="20622" y="1266"/>
                    <a:pt x="20188" y="1699"/>
                    <a:pt x="19653" y="1699"/>
                  </a:cubicBezTo>
                  <a:lnTo>
                    <a:pt x="15028" y="1699"/>
                  </a:lnTo>
                  <a:cubicBezTo>
                    <a:pt x="14557" y="1699"/>
                    <a:pt x="14164" y="1364"/>
                    <a:pt x="14075" y="919"/>
                  </a:cubicBezTo>
                  <a:cubicBezTo>
                    <a:pt x="14073" y="937"/>
                    <a:pt x="14073" y="954"/>
                    <a:pt x="14073" y="973"/>
                  </a:cubicBezTo>
                  <a:lnTo>
                    <a:pt x="14073" y="1942"/>
                  </a:lnTo>
                  <a:cubicBezTo>
                    <a:pt x="14073" y="2479"/>
                    <a:pt x="14509" y="2913"/>
                    <a:pt x="15043" y="2913"/>
                  </a:cubicBezTo>
                  <a:lnTo>
                    <a:pt x="21352" y="2913"/>
                  </a:lnTo>
                  <a:cubicBezTo>
                    <a:pt x="21887" y="2913"/>
                    <a:pt x="22321" y="2476"/>
                    <a:pt x="22321" y="1942"/>
                  </a:cubicBezTo>
                  <a:lnTo>
                    <a:pt x="22321" y="973"/>
                  </a:lnTo>
                  <a:cubicBezTo>
                    <a:pt x="22321" y="436"/>
                    <a:pt x="21887" y="1"/>
                    <a:pt x="21352"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9"/>
            <p:cNvSpPr/>
            <p:nvPr/>
          </p:nvSpPr>
          <p:spPr>
            <a:xfrm>
              <a:off x="2609375" y="1598513"/>
              <a:ext cx="254850" cy="558125"/>
            </a:xfrm>
            <a:custGeom>
              <a:rect b="b" l="l" r="r" t="t"/>
              <a:pathLst>
                <a:path extrusionOk="0" h="22325" w="10194">
                  <a:moveTo>
                    <a:pt x="4612" y="0"/>
                  </a:moveTo>
                  <a:cubicBezTo>
                    <a:pt x="4345" y="0"/>
                    <a:pt x="4127" y="218"/>
                    <a:pt x="4127" y="485"/>
                  </a:cubicBezTo>
                  <a:lnTo>
                    <a:pt x="4127" y="969"/>
                  </a:lnTo>
                  <a:cubicBezTo>
                    <a:pt x="4127" y="1238"/>
                    <a:pt x="4345" y="1455"/>
                    <a:pt x="4612" y="1455"/>
                  </a:cubicBezTo>
                  <a:lnTo>
                    <a:pt x="5582" y="1455"/>
                  </a:lnTo>
                  <a:cubicBezTo>
                    <a:pt x="5851" y="1455"/>
                    <a:pt x="6067" y="1238"/>
                    <a:pt x="6067" y="969"/>
                  </a:cubicBezTo>
                  <a:lnTo>
                    <a:pt x="6067" y="485"/>
                  </a:lnTo>
                  <a:cubicBezTo>
                    <a:pt x="6067" y="218"/>
                    <a:pt x="5851" y="0"/>
                    <a:pt x="5582" y="0"/>
                  </a:cubicBezTo>
                  <a:close/>
                  <a:moveTo>
                    <a:pt x="1457" y="19411"/>
                  </a:moveTo>
                  <a:cubicBezTo>
                    <a:pt x="652" y="19411"/>
                    <a:pt x="0" y="20063"/>
                    <a:pt x="0" y="20868"/>
                  </a:cubicBezTo>
                  <a:cubicBezTo>
                    <a:pt x="0" y="21672"/>
                    <a:pt x="652" y="22324"/>
                    <a:pt x="1457" y="22324"/>
                  </a:cubicBezTo>
                  <a:lnTo>
                    <a:pt x="8737" y="22324"/>
                  </a:lnTo>
                  <a:cubicBezTo>
                    <a:pt x="9542" y="22324"/>
                    <a:pt x="10194" y="21672"/>
                    <a:pt x="10194" y="20868"/>
                  </a:cubicBezTo>
                  <a:cubicBezTo>
                    <a:pt x="10194" y="20063"/>
                    <a:pt x="9542" y="19411"/>
                    <a:pt x="8737" y="1941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9"/>
            <p:cNvSpPr/>
            <p:nvPr/>
          </p:nvSpPr>
          <p:spPr>
            <a:xfrm>
              <a:off x="2609375" y="2084263"/>
              <a:ext cx="254850" cy="72325"/>
            </a:xfrm>
            <a:custGeom>
              <a:rect b="b" l="l" r="r" t="t"/>
              <a:pathLst>
                <a:path extrusionOk="0" h="2893" w="10194">
                  <a:moveTo>
                    <a:pt x="8979" y="1"/>
                  </a:moveTo>
                  <a:cubicBezTo>
                    <a:pt x="8967" y="794"/>
                    <a:pt x="8321" y="1436"/>
                    <a:pt x="7524" y="1436"/>
                  </a:cubicBezTo>
                  <a:lnTo>
                    <a:pt x="242" y="1436"/>
                  </a:lnTo>
                  <a:cubicBezTo>
                    <a:pt x="161" y="1436"/>
                    <a:pt x="78" y="1426"/>
                    <a:pt x="0" y="1415"/>
                  </a:cubicBezTo>
                  <a:lnTo>
                    <a:pt x="0" y="1436"/>
                  </a:lnTo>
                  <a:cubicBezTo>
                    <a:pt x="0" y="2241"/>
                    <a:pt x="652" y="2893"/>
                    <a:pt x="1457" y="2893"/>
                  </a:cubicBezTo>
                  <a:lnTo>
                    <a:pt x="8737" y="2893"/>
                  </a:lnTo>
                  <a:cubicBezTo>
                    <a:pt x="9542" y="2893"/>
                    <a:pt x="10194" y="2241"/>
                    <a:pt x="10194" y="1436"/>
                  </a:cubicBezTo>
                  <a:cubicBezTo>
                    <a:pt x="10194" y="714"/>
                    <a:pt x="9668" y="116"/>
                    <a:pt x="8979"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9"/>
            <p:cNvSpPr/>
            <p:nvPr/>
          </p:nvSpPr>
          <p:spPr>
            <a:xfrm>
              <a:off x="2448650" y="1589413"/>
              <a:ext cx="576300" cy="576275"/>
            </a:xfrm>
            <a:custGeom>
              <a:rect b="b" l="l" r="r" t="t"/>
              <a:pathLst>
                <a:path extrusionOk="0" h="23051" w="23052">
                  <a:moveTo>
                    <a:pt x="12011" y="728"/>
                  </a:moveTo>
                  <a:cubicBezTo>
                    <a:pt x="12077" y="728"/>
                    <a:pt x="12132" y="782"/>
                    <a:pt x="12132" y="849"/>
                  </a:cubicBezTo>
                  <a:lnTo>
                    <a:pt x="12132" y="1335"/>
                  </a:lnTo>
                  <a:cubicBezTo>
                    <a:pt x="12132" y="1400"/>
                    <a:pt x="12078" y="1456"/>
                    <a:pt x="12011" y="1456"/>
                  </a:cubicBezTo>
                  <a:lnTo>
                    <a:pt x="11041" y="1456"/>
                  </a:lnTo>
                  <a:cubicBezTo>
                    <a:pt x="10974" y="1456"/>
                    <a:pt x="10920" y="1402"/>
                    <a:pt x="10920" y="1335"/>
                  </a:cubicBezTo>
                  <a:lnTo>
                    <a:pt x="10920" y="849"/>
                  </a:lnTo>
                  <a:cubicBezTo>
                    <a:pt x="10920" y="783"/>
                    <a:pt x="10974" y="728"/>
                    <a:pt x="11041" y="728"/>
                  </a:cubicBezTo>
                  <a:close/>
                  <a:moveTo>
                    <a:pt x="7160" y="728"/>
                  </a:moveTo>
                  <a:cubicBezTo>
                    <a:pt x="7225" y="728"/>
                    <a:pt x="7280" y="782"/>
                    <a:pt x="7280" y="849"/>
                  </a:cubicBezTo>
                  <a:lnTo>
                    <a:pt x="7280" y="1335"/>
                  </a:lnTo>
                  <a:cubicBezTo>
                    <a:pt x="7280" y="1400"/>
                    <a:pt x="7226" y="1456"/>
                    <a:pt x="7160" y="1456"/>
                  </a:cubicBezTo>
                  <a:lnTo>
                    <a:pt x="6917" y="1456"/>
                  </a:lnTo>
                  <a:cubicBezTo>
                    <a:pt x="6715" y="1456"/>
                    <a:pt x="6551" y="1619"/>
                    <a:pt x="6551" y="1819"/>
                  </a:cubicBezTo>
                  <a:lnTo>
                    <a:pt x="6551" y="4852"/>
                  </a:lnTo>
                  <a:lnTo>
                    <a:pt x="2427" y="4852"/>
                  </a:lnTo>
                  <a:lnTo>
                    <a:pt x="2427" y="1819"/>
                  </a:lnTo>
                  <a:cubicBezTo>
                    <a:pt x="2427" y="1619"/>
                    <a:pt x="2264" y="1456"/>
                    <a:pt x="2065" y="1456"/>
                  </a:cubicBezTo>
                  <a:lnTo>
                    <a:pt x="1822" y="1456"/>
                  </a:lnTo>
                  <a:cubicBezTo>
                    <a:pt x="1755" y="1456"/>
                    <a:pt x="1701" y="1402"/>
                    <a:pt x="1701" y="1335"/>
                  </a:cubicBezTo>
                  <a:lnTo>
                    <a:pt x="1701" y="849"/>
                  </a:lnTo>
                  <a:cubicBezTo>
                    <a:pt x="1701" y="783"/>
                    <a:pt x="1754" y="728"/>
                    <a:pt x="1822" y="728"/>
                  </a:cubicBezTo>
                  <a:close/>
                  <a:moveTo>
                    <a:pt x="21231" y="728"/>
                  </a:moveTo>
                  <a:cubicBezTo>
                    <a:pt x="21298" y="728"/>
                    <a:pt x="21352" y="782"/>
                    <a:pt x="21352" y="849"/>
                  </a:cubicBezTo>
                  <a:lnTo>
                    <a:pt x="21352" y="1335"/>
                  </a:lnTo>
                  <a:cubicBezTo>
                    <a:pt x="21352" y="1400"/>
                    <a:pt x="21300" y="1456"/>
                    <a:pt x="21231" y="1456"/>
                  </a:cubicBezTo>
                  <a:lnTo>
                    <a:pt x="20988" y="1456"/>
                  </a:lnTo>
                  <a:cubicBezTo>
                    <a:pt x="20788" y="1456"/>
                    <a:pt x="20625" y="1619"/>
                    <a:pt x="20625" y="1819"/>
                  </a:cubicBezTo>
                  <a:lnTo>
                    <a:pt x="20625" y="4852"/>
                  </a:lnTo>
                  <a:lnTo>
                    <a:pt x="16499" y="4852"/>
                  </a:lnTo>
                  <a:lnTo>
                    <a:pt x="16499" y="1819"/>
                  </a:lnTo>
                  <a:cubicBezTo>
                    <a:pt x="16499" y="1619"/>
                    <a:pt x="16339" y="1456"/>
                    <a:pt x="16137" y="1456"/>
                  </a:cubicBezTo>
                  <a:lnTo>
                    <a:pt x="15894" y="1456"/>
                  </a:lnTo>
                  <a:cubicBezTo>
                    <a:pt x="15828" y="1456"/>
                    <a:pt x="15773" y="1402"/>
                    <a:pt x="15773" y="1335"/>
                  </a:cubicBezTo>
                  <a:lnTo>
                    <a:pt x="15773" y="849"/>
                  </a:lnTo>
                  <a:cubicBezTo>
                    <a:pt x="15773" y="783"/>
                    <a:pt x="15827" y="728"/>
                    <a:pt x="15894" y="728"/>
                  </a:cubicBezTo>
                  <a:close/>
                  <a:moveTo>
                    <a:pt x="3713" y="6309"/>
                  </a:moveTo>
                  <a:cubicBezTo>
                    <a:pt x="3513" y="6309"/>
                    <a:pt x="3350" y="6472"/>
                    <a:pt x="3350" y="6672"/>
                  </a:cubicBezTo>
                  <a:cubicBezTo>
                    <a:pt x="3350" y="6873"/>
                    <a:pt x="3513" y="7036"/>
                    <a:pt x="3713" y="7036"/>
                  </a:cubicBezTo>
                  <a:lnTo>
                    <a:pt x="3762" y="7036"/>
                  </a:lnTo>
                  <a:cubicBezTo>
                    <a:pt x="3962" y="7036"/>
                    <a:pt x="4126" y="6873"/>
                    <a:pt x="4126" y="6672"/>
                  </a:cubicBezTo>
                  <a:cubicBezTo>
                    <a:pt x="4126" y="6472"/>
                    <a:pt x="3962" y="6309"/>
                    <a:pt x="3762" y="6309"/>
                  </a:cubicBezTo>
                  <a:close/>
                  <a:moveTo>
                    <a:pt x="17788" y="6309"/>
                  </a:moveTo>
                  <a:cubicBezTo>
                    <a:pt x="17588" y="6309"/>
                    <a:pt x="17424" y="6472"/>
                    <a:pt x="17424" y="6672"/>
                  </a:cubicBezTo>
                  <a:cubicBezTo>
                    <a:pt x="17424" y="6873"/>
                    <a:pt x="17588" y="7036"/>
                    <a:pt x="17788" y="7036"/>
                  </a:cubicBezTo>
                  <a:lnTo>
                    <a:pt x="17836" y="7036"/>
                  </a:lnTo>
                  <a:cubicBezTo>
                    <a:pt x="18037" y="7036"/>
                    <a:pt x="18200" y="6873"/>
                    <a:pt x="18200" y="6672"/>
                  </a:cubicBezTo>
                  <a:cubicBezTo>
                    <a:pt x="18199" y="6472"/>
                    <a:pt x="18037" y="6309"/>
                    <a:pt x="17836" y="6309"/>
                  </a:cubicBezTo>
                  <a:close/>
                  <a:moveTo>
                    <a:pt x="7644" y="5581"/>
                  </a:moveTo>
                  <a:cubicBezTo>
                    <a:pt x="7978" y="5581"/>
                    <a:pt x="8251" y="5854"/>
                    <a:pt x="8251" y="6188"/>
                  </a:cubicBezTo>
                  <a:lnTo>
                    <a:pt x="8251" y="7157"/>
                  </a:lnTo>
                  <a:cubicBezTo>
                    <a:pt x="8251" y="7491"/>
                    <a:pt x="7978" y="7762"/>
                    <a:pt x="7644" y="7762"/>
                  </a:cubicBezTo>
                  <a:lnTo>
                    <a:pt x="1336" y="7762"/>
                  </a:lnTo>
                  <a:cubicBezTo>
                    <a:pt x="1002" y="7762"/>
                    <a:pt x="731" y="7491"/>
                    <a:pt x="731" y="7157"/>
                  </a:cubicBezTo>
                  <a:lnTo>
                    <a:pt x="731" y="7036"/>
                  </a:lnTo>
                  <a:lnTo>
                    <a:pt x="2308" y="7036"/>
                  </a:lnTo>
                  <a:cubicBezTo>
                    <a:pt x="2508" y="7036"/>
                    <a:pt x="2672" y="6873"/>
                    <a:pt x="2672" y="6672"/>
                  </a:cubicBezTo>
                  <a:cubicBezTo>
                    <a:pt x="2672" y="6472"/>
                    <a:pt x="2508" y="6309"/>
                    <a:pt x="2308" y="6309"/>
                  </a:cubicBezTo>
                  <a:lnTo>
                    <a:pt x="731" y="6309"/>
                  </a:lnTo>
                  <a:lnTo>
                    <a:pt x="731" y="6188"/>
                  </a:lnTo>
                  <a:cubicBezTo>
                    <a:pt x="731" y="5854"/>
                    <a:pt x="1002" y="5581"/>
                    <a:pt x="1336" y="5581"/>
                  </a:cubicBezTo>
                  <a:close/>
                  <a:moveTo>
                    <a:pt x="21718" y="5581"/>
                  </a:moveTo>
                  <a:cubicBezTo>
                    <a:pt x="22051" y="5581"/>
                    <a:pt x="22323" y="5854"/>
                    <a:pt x="22323" y="6188"/>
                  </a:cubicBezTo>
                  <a:lnTo>
                    <a:pt x="22323" y="7157"/>
                  </a:lnTo>
                  <a:cubicBezTo>
                    <a:pt x="22323" y="7491"/>
                    <a:pt x="22051" y="7762"/>
                    <a:pt x="21718" y="7762"/>
                  </a:cubicBezTo>
                  <a:lnTo>
                    <a:pt x="15409" y="7762"/>
                  </a:lnTo>
                  <a:cubicBezTo>
                    <a:pt x="15075" y="7762"/>
                    <a:pt x="14804" y="7491"/>
                    <a:pt x="14804" y="7157"/>
                  </a:cubicBezTo>
                  <a:lnTo>
                    <a:pt x="14804" y="7036"/>
                  </a:lnTo>
                  <a:lnTo>
                    <a:pt x="16381" y="7036"/>
                  </a:lnTo>
                  <a:cubicBezTo>
                    <a:pt x="16582" y="7036"/>
                    <a:pt x="16745" y="6873"/>
                    <a:pt x="16745" y="6672"/>
                  </a:cubicBezTo>
                  <a:cubicBezTo>
                    <a:pt x="16745" y="6472"/>
                    <a:pt x="16582" y="6309"/>
                    <a:pt x="16381" y="6309"/>
                  </a:cubicBezTo>
                  <a:lnTo>
                    <a:pt x="14804" y="6309"/>
                  </a:lnTo>
                  <a:lnTo>
                    <a:pt x="14804" y="6188"/>
                  </a:lnTo>
                  <a:cubicBezTo>
                    <a:pt x="14804" y="5854"/>
                    <a:pt x="15075" y="5581"/>
                    <a:pt x="15409" y="5581"/>
                  </a:cubicBezTo>
                  <a:close/>
                  <a:moveTo>
                    <a:pt x="5096" y="8491"/>
                  </a:moveTo>
                  <a:lnTo>
                    <a:pt x="5096" y="13950"/>
                  </a:lnTo>
                  <a:cubicBezTo>
                    <a:pt x="5096" y="14284"/>
                    <a:pt x="4823" y="14555"/>
                    <a:pt x="4489" y="14555"/>
                  </a:cubicBezTo>
                  <a:cubicBezTo>
                    <a:pt x="4155" y="14555"/>
                    <a:pt x="3884" y="14284"/>
                    <a:pt x="3884" y="13950"/>
                  </a:cubicBezTo>
                  <a:lnTo>
                    <a:pt x="3884" y="8491"/>
                  </a:lnTo>
                  <a:close/>
                  <a:moveTo>
                    <a:pt x="19168" y="8491"/>
                  </a:moveTo>
                  <a:lnTo>
                    <a:pt x="19168" y="13950"/>
                  </a:lnTo>
                  <a:cubicBezTo>
                    <a:pt x="19168" y="14284"/>
                    <a:pt x="18897" y="14555"/>
                    <a:pt x="18563" y="14555"/>
                  </a:cubicBezTo>
                  <a:cubicBezTo>
                    <a:pt x="18229" y="14555"/>
                    <a:pt x="17956" y="14284"/>
                    <a:pt x="17956" y="13950"/>
                  </a:cubicBezTo>
                  <a:lnTo>
                    <a:pt x="17956" y="8491"/>
                  </a:lnTo>
                  <a:close/>
                  <a:moveTo>
                    <a:pt x="6551" y="8491"/>
                  </a:moveTo>
                  <a:lnTo>
                    <a:pt x="6551" y="13950"/>
                  </a:lnTo>
                  <a:cubicBezTo>
                    <a:pt x="6551" y="15087"/>
                    <a:pt x="5626" y="16012"/>
                    <a:pt x="4489" y="16012"/>
                  </a:cubicBezTo>
                  <a:cubicBezTo>
                    <a:pt x="3352" y="16012"/>
                    <a:pt x="2427" y="15087"/>
                    <a:pt x="2427" y="13950"/>
                  </a:cubicBezTo>
                  <a:lnTo>
                    <a:pt x="2427" y="8491"/>
                  </a:lnTo>
                  <a:lnTo>
                    <a:pt x="3155" y="8491"/>
                  </a:lnTo>
                  <a:lnTo>
                    <a:pt x="3155" y="13950"/>
                  </a:lnTo>
                  <a:cubicBezTo>
                    <a:pt x="3155" y="14686"/>
                    <a:pt x="3755" y="15284"/>
                    <a:pt x="4489" y="15284"/>
                  </a:cubicBezTo>
                  <a:cubicBezTo>
                    <a:pt x="5226" y="15284"/>
                    <a:pt x="5824" y="14686"/>
                    <a:pt x="5824" y="13950"/>
                  </a:cubicBezTo>
                  <a:lnTo>
                    <a:pt x="5824" y="8491"/>
                  </a:lnTo>
                  <a:close/>
                  <a:moveTo>
                    <a:pt x="20625" y="8491"/>
                  </a:moveTo>
                  <a:lnTo>
                    <a:pt x="20625" y="13950"/>
                  </a:lnTo>
                  <a:cubicBezTo>
                    <a:pt x="20625" y="15087"/>
                    <a:pt x="19700" y="16012"/>
                    <a:pt x="18563" y="16012"/>
                  </a:cubicBezTo>
                  <a:cubicBezTo>
                    <a:pt x="17426" y="16012"/>
                    <a:pt x="16499" y="15087"/>
                    <a:pt x="16499" y="13950"/>
                  </a:cubicBezTo>
                  <a:lnTo>
                    <a:pt x="16499" y="8491"/>
                  </a:lnTo>
                  <a:lnTo>
                    <a:pt x="17228" y="8491"/>
                  </a:lnTo>
                  <a:lnTo>
                    <a:pt x="17228" y="13950"/>
                  </a:lnTo>
                  <a:cubicBezTo>
                    <a:pt x="17228" y="14686"/>
                    <a:pt x="17827" y="15284"/>
                    <a:pt x="18563" y="15284"/>
                  </a:cubicBezTo>
                  <a:cubicBezTo>
                    <a:pt x="19297" y="15284"/>
                    <a:pt x="19897" y="14686"/>
                    <a:pt x="19897" y="13950"/>
                  </a:cubicBezTo>
                  <a:lnTo>
                    <a:pt x="19897" y="8491"/>
                  </a:lnTo>
                  <a:close/>
                  <a:moveTo>
                    <a:pt x="15166" y="20139"/>
                  </a:moveTo>
                  <a:cubicBezTo>
                    <a:pt x="15769" y="20139"/>
                    <a:pt x="16259" y="20628"/>
                    <a:pt x="16259" y="21232"/>
                  </a:cubicBezTo>
                  <a:cubicBezTo>
                    <a:pt x="16259" y="21834"/>
                    <a:pt x="15769" y="22325"/>
                    <a:pt x="15166" y="22325"/>
                  </a:cubicBezTo>
                  <a:lnTo>
                    <a:pt x="7886" y="22325"/>
                  </a:lnTo>
                  <a:cubicBezTo>
                    <a:pt x="7285" y="22325"/>
                    <a:pt x="6794" y="21834"/>
                    <a:pt x="6794" y="21232"/>
                  </a:cubicBezTo>
                  <a:cubicBezTo>
                    <a:pt x="6794" y="20629"/>
                    <a:pt x="7285" y="20139"/>
                    <a:pt x="7886" y="20139"/>
                  </a:cubicBezTo>
                  <a:close/>
                  <a:moveTo>
                    <a:pt x="1069" y="22322"/>
                  </a:moveTo>
                  <a:cubicBezTo>
                    <a:pt x="867" y="22322"/>
                    <a:pt x="705" y="22485"/>
                    <a:pt x="705" y="22687"/>
                  </a:cubicBezTo>
                  <a:cubicBezTo>
                    <a:pt x="705" y="22887"/>
                    <a:pt x="867" y="23051"/>
                    <a:pt x="1069" y="23051"/>
                  </a:cubicBezTo>
                  <a:lnTo>
                    <a:pt x="1116" y="23051"/>
                  </a:lnTo>
                  <a:cubicBezTo>
                    <a:pt x="1317" y="23051"/>
                    <a:pt x="1481" y="22887"/>
                    <a:pt x="1481" y="22687"/>
                  </a:cubicBezTo>
                  <a:cubicBezTo>
                    <a:pt x="1481" y="22485"/>
                    <a:pt x="1319" y="22322"/>
                    <a:pt x="1116" y="22322"/>
                  </a:cubicBezTo>
                  <a:close/>
                  <a:moveTo>
                    <a:pt x="1819" y="0"/>
                  </a:moveTo>
                  <a:cubicBezTo>
                    <a:pt x="1350" y="0"/>
                    <a:pt x="971" y="380"/>
                    <a:pt x="971" y="849"/>
                  </a:cubicBezTo>
                  <a:lnTo>
                    <a:pt x="971" y="1335"/>
                  </a:lnTo>
                  <a:cubicBezTo>
                    <a:pt x="971" y="1761"/>
                    <a:pt x="1289" y="2116"/>
                    <a:pt x="1698" y="2175"/>
                  </a:cubicBezTo>
                  <a:lnTo>
                    <a:pt x="1698" y="4853"/>
                  </a:lnTo>
                  <a:lnTo>
                    <a:pt x="1335" y="4853"/>
                  </a:lnTo>
                  <a:cubicBezTo>
                    <a:pt x="600" y="4853"/>
                    <a:pt x="0" y="5452"/>
                    <a:pt x="0" y="6188"/>
                  </a:cubicBezTo>
                  <a:lnTo>
                    <a:pt x="0" y="7157"/>
                  </a:lnTo>
                  <a:cubicBezTo>
                    <a:pt x="0" y="7892"/>
                    <a:pt x="600" y="8491"/>
                    <a:pt x="1335" y="8491"/>
                  </a:cubicBezTo>
                  <a:lnTo>
                    <a:pt x="1698" y="8491"/>
                  </a:lnTo>
                  <a:lnTo>
                    <a:pt x="1698" y="13950"/>
                  </a:lnTo>
                  <a:cubicBezTo>
                    <a:pt x="1698" y="15488"/>
                    <a:pt x="2952" y="16741"/>
                    <a:pt x="4489" y="16741"/>
                  </a:cubicBezTo>
                  <a:cubicBezTo>
                    <a:pt x="6028" y="16741"/>
                    <a:pt x="7280" y="15488"/>
                    <a:pt x="7280" y="13950"/>
                  </a:cubicBezTo>
                  <a:lnTo>
                    <a:pt x="7280" y="8491"/>
                  </a:lnTo>
                  <a:lnTo>
                    <a:pt x="7644" y="8491"/>
                  </a:lnTo>
                  <a:cubicBezTo>
                    <a:pt x="8380" y="8491"/>
                    <a:pt x="8979" y="7892"/>
                    <a:pt x="8979" y="7157"/>
                  </a:cubicBezTo>
                  <a:lnTo>
                    <a:pt x="8979" y="7036"/>
                  </a:lnTo>
                  <a:lnTo>
                    <a:pt x="11160" y="7036"/>
                  </a:lnTo>
                  <a:lnTo>
                    <a:pt x="11160" y="19411"/>
                  </a:lnTo>
                  <a:lnTo>
                    <a:pt x="7884" y="19411"/>
                  </a:lnTo>
                  <a:cubicBezTo>
                    <a:pt x="6883" y="19411"/>
                    <a:pt x="6065" y="20226"/>
                    <a:pt x="6065" y="21230"/>
                  </a:cubicBezTo>
                  <a:cubicBezTo>
                    <a:pt x="6065" y="21640"/>
                    <a:pt x="6200" y="22019"/>
                    <a:pt x="6429" y="22322"/>
                  </a:cubicBezTo>
                  <a:lnTo>
                    <a:pt x="2790" y="22322"/>
                  </a:lnTo>
                  <a:cubicBezTo>
                    <a:pt x="2589" y="22322"/>
                    <a:pt x="2426" y="22485"/>
                    <a:pt x="2426" y="22687"/>
                  </a:cubicBezTo>
                  <a:cubicBezTo>
                    <a:pt x="2426" y="22887"/>
                    <a:pt x="2589" y="23051"/>
                    <a:pt x="2790" y="23051"/>
                  </a:cubicBezTo>
                  <a:lnTo>
                    <a:pt x="7643" y="23051"/>
                  </a:lnTo>
                  <a:cubicBezTo>
                    <a:pt x="7670" y="23051"/>
                    <a:pt x="7694" y="23046"/>
                    <a:pt x="7720" y="23042"/>
                  </a:cubicBezTo>
                  <a:cubicBezTo>
                    <a:pt x="7775" y="23046"/>
                    <a:pt x="7829" y="23051"/>
                    <a:pt x="7886" y="23051"/>
                  </a:cubicBezTo>
                  <a:lnTo>
                    <a:pt x="15166" y="23051"/>
                  </a:lnTo>
                  <a:cubicBezTo>
                    <a:pt x="15223" y="23051"/>
                    <a:pt x="15277" y="23046"/>
                    <a:pt x="15332" y="23042"/>
                  </a:cubicBezTo>
                  <a:cubicBezTo>
                    <a:pt x="15358" y="23046"/>
                    <a:pt x="15382" y="23051"/>
                    <a:pt x="15409" y="23051"/>
                  </a:cubicBezTo>
                  <a:lnTo>
                    <a:pt x="18322" y="23051"/>
                  </a:lnTo>
                  <a:cubicBezTo>
                    <a:pt x="18523" y="23051"/>
                    <a:pt x="18686" y="22887"/>
                    <a:pt x="18686" y="22687"/>
                  </a:cubicBezTo>
                  <a:cubicBezTo>
                    <a:pt x="18686" y="22485"/>
                    <a:pt x="18523" y="22322"/>
                    <a:pt x="18322" y="22322"/>
                  </a:cubicBezTo>
                  <a:lnTo>
                    <a:pt x="16623" y="22322"/>
                  </a:lnTo>
                  <a:cubicBezTo>
                    <a:pt x="16850" y="22016"/>
                    <a:pt x="16987" y="21638"/>
                    <a:pt x="16987" y="21230"/>
                  </a:cubicBezTo>
                  <a:cubicBezTo>
                    <a:pt x="16987" y="20228"/>
                    <a:pt x="16171" y="19411"/>
                    <a:pt x="15168" y="19411"/>
                  </a:cubicBezTo>
                  <a:lnTo>
                    <a:pt x="11892" y="19411"/>
                  </a:lnTo>
                  <a:lnTo>
                    <a:pt x="11892" y="7036"/>
                  </a:lnTo>
                  <a:lnTo>
                    <a:pt x="14075" y="7036"/>
                  </a:lnTo>
                  <a:lnTo>
                    <a:pt x="14075" y="7157"/>
                  </a:lnTo>
                  <a:cubicBezTo>
                    <a:pt x="14075" y="7893"/>
                    <a:pt x="14674" y="8491"/>
                    <a:pt x="15409" y="8491"/>
                  </a:cubicBezTo>
                  <a:lnTo>
                    <a:pt x="15772" y="8491"/>
                  </a:lnTo>
                  <a:lnTo>
                    <a:pt x="15772" y="13950"/>
                  </a:lnTo>
                  <a:cubicBezTo>
                    <a:pt x="15772" y="15489"/>
                    <a:pt x="17024" y="16741"/>
                    <a:pt x="18563" y="16741"/>
                  </a:cubicBezTo>
                  <a:cubicBezTo>
                    <a:pt x="20100" y="16741"/>
                    <a:pt x="21352" y="15489"/>
                    <a:pt x="21352" y="13950"/>
                  </a:cubicBezTo>
                  <a:lnTo>
                    <a:pt x="21352" y="8491"/>
                  </a:lnTo>
                  <a:lnTo>
                    <a:pt x="21718" y="8491"/>
                  </a:lnTo>
                  <a:cubicBezTo>
                    <a:pt x="22452" y="8491"/>
                    <a:pt x="23052" y="7893"/>
                    <a:pt x="23052" y="7157"/>
                  </a:cubicBezTo>
                  <a:lnTo>
                    <a:pt x="23052" y="6188"/>
                  </a:lnTo>
                  <a:cubicBezTo>
                    <a:pt x="23052" y="5450"/>
                    <a:pt x="22452" y="4852"/>
                    <a:pt x="21713" y="4852"/>
                  </a:cubicBezTo>
                  <a:lnTo>
                    <a:pt x="21349" y="4852"/>
                  </a:lnTo>
                  <a:lnTo>
                    <a:pt x="21349" y="2175"/>
                  </a:lnTo>
                  <a:cubicBezTo>
                    <a:pt x="21762" y="2116"/>
                    <a:pt x="22078" y="1761"/>
                    <a:pt x="22078" y="1335"/>
                  </a:cubicBezTo>
                  <a:lnTo>
                    <a:pt x="22078" y="849"/>
                  </a:lnTo>
                  <a:cubicBezTo>
                    <a:pt x="22078" y="380"/>
                    <a:pt x="21698" y="0"/>
                    <a:pt x="21229" y="0"/>
                  </a:cubicBezTo>
                  <a:lnTo>
                    <a:pt x="15891" y="0"/>
                  </a:lnTo>
                  <a:cubicBezTo>
                    <a:pt x="15422" y="0"/>
                    <a:pt x="15041" y="380"/>
                    <a:pt x="15041" y="849"/>
                  </a:cubicBezTo>
                  <a:lnTo>
                    <a:pt x="15041" y="1335"/>
                  </a:lnTo>
                  <a:cubicBezTo>
                    <a:pt x="15041" y="1761"/>
                    <a:pt x="15359" y="2116"/>
                    <a:pt x="15770" y="2175"/>
                  </a:cubicBezTo>
                  <a:lnTo>
                    <a:pt x="15770" y="4853"/>
                  </a:lnTo>
                  <a:lnTo>
                    <a:pt x="15405" y="4853"/>
                  </a:lnTo>
                  <a:cubicBezTo>
                    <a:pt x="14670" y="4853"/>
                    <a:pt x="14072" y="5452"/>
                    <a:pt x="14072" y="6188"/>
                  </a:cubicBezTo>
                  <a:lnTo>
                    <a:pt x="14072" y="6309"/>
                  </a:lnTo>
                  <a:lnTo>
                    <a:pt x="11888" y="6309"/>
                  </a:lnTo>
                  <a:lnTo>
                    <a:pt x="11888" y="2183"/>
                  </a:lnTo>
                  <a:lnTo>
                    <a:pt x="12008" y="2183"/>
                  </a:lnTo>
                  <a:cubicBezTo>
                    <a:pt x="12479" y="2183"/>
                    <a:pt x="12858" y="1804"/>
                    <a:pt x="12858" y="1335"/>
                  </a:cubicBezTo>
                  <a:lnTo>
                    <a:pt x="12858" y="849"/>
                  </a:lnTo>
                  <a:cubicBezTo>
                    <a:pt x="12858" y="380"/>
                    <a:pt x="12477" y="0"/>
                    <a:pt x="12008" y="0"/>
                  </a:cubicBezTo>
                  <a:lnTo>
                    <a:pt x="11039" y="0"/>
                  </a:lnTo>
                  <a:cubicBezTo>
                    <a:pt x="10570" y="0"/>
                    <a:pt x="10189" y="380"/>
                    <a:pt x="10189" y="849"/>
                  </a:cubicBezTo>
                  <a:lnTo>
                    <a:pt x="10189" y="1335"/>
                  </a:lnTo>
                  <a:cubicBezTo>
                    <a:pt x="10189" y="1804"/>
                    <a:pt x="10570" y="2183"/>
                    <a:pt x="11039" y="2183"/>
                  </a:cubicBezTo>
                  <a:lnTo>
                    <a:pt x="11160" y="2183"/>
                  </a:lnTo>
                  <a:lnTo>
                    <a:pt x="11160" y="6306"/>
                  </a:lnTo>
                  <a:lnTo>
                    <a:pt x="8977" y="6306"/>
                  </a:lnTo>
                  <a:lnTo>
                    <a:pt x="8977" y="6185"/>
                  </a:lnTo>
                  <a:cubicBezTo>
                    <a:pt x="8977" y="5450"/>
                    <a:pt x="8378" y="4852"/>
                    <a:pt x="7643" y="4852"/>
                  </a:cubicBezTo>
                  <a:lnTo>
                    <a:pt x="7279" y="4852"/>
                  </a:lnTo>
                  <a:lnTo>
                    <a:pt x="7279" y="2175"/>
                  </a:lnTo>
                  <a:cubicBezTo>
                    <a:pt x="7691" y="2116"/>
                    <a:pt x="8007" y="1761"/>
                    <a:pt x="8007" y="1335"/>
                  </a:cubicBezTo>
                  <a:lnTo>
                    <a:pt x="8007" y="849"/>
                  </a:lnTo>
                  <a:cubicBezTo>
                    <a:pt x="8007" y="380"/>
                    <a:pt x="7627" y="0"/>
                    <a:pt x="7158" y="0"/>
                  </a:cubicBezTo>
                  <a:close/>
                  <a:moveTo>
                    <a:pt x="19778" y="22322"/>
                  </a:moveTo>
                  <a:cubicBezTo>
                    <a:pt x="19577" y="22322"/>
                    <a:pt x="19414" y="22485"/>
                    <a:pt x="19414" y="22687"/>
                  </a:cubicBezTo>
                  <a:cubicBezTo>
                    <a:pt x="19414" y="22887"/>
                    <a:pt x="19577" y="23051"/>
                    <a:pt x="19778" y="23051"/>
                  </a:cubicBezTo>
                  <a:lnTo>
                    <a:pt x="19826" y="23051"/>
                  </a:lnTo>
                  <a:cubicBezTo>
                    <a:pt x="20026" y="23051"/>
                    <a:pt x="20190" y="22887"/>
                    <a:pt x="20190" y="22687"/>
                  </a:cubicBezTo>
                  <a:cubicBezTo>
                    <a:pt x="20190" y="22485"/>
                    <a:pt x="20026" y="22322"/>
                    <a:pt x="19826" y="22322"/>
                  </a:cubicBezTo>
                  <a:close/>
                  <a:moveTo>
                    <a:pt x="22640" y="22322"/>
                  </a:moveTo>
                  <a:cubicBezTo>
                    <a:pt x="22438" y="22322"/>
                    <a:pt x="22275" y="22485"/>
                    <a:pt x="22275" y="22687"/>
                  </a:cubicBezTo>
                  <a:cubicBezTo>
                    <a:pt x="22275" y="22887"/>
                    <a:pt x="22438" y="23051"/>
                    <a:pt x="22640" y="23051"/>
                  </a:cubicBezTo>
                  <a:lnTo>
                    <a:pt x="22687" y="23051"/>
                  </a:lnTo>
                  <a:cubicBezTo>
                    <a:pt x="22889" y="23051"/>
                    <a:pt x="23052" y="22887"/>
                    <a:pt x="23052" y="22687"/>
                  </a:cubicBezTo>
                  <a:cubicBezTo>
                    <a:pt x="23052" y="22485"/>
                    <a:pt x="22890" y="22322"/>
                    <a:pt x="22687" y="22322"/>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8" name="Google Shape;6048;p69"/>
          <p:cNvGrpSpPr/>
          <p:nvPr/>
        </p:nvGrpSpPr>
        <p:grpSpPr>
          <a:xfrm>
            <a:off x="1659913" y="1550088"/>
            <a:ext cx="454950" cy="576200"/>
            <a:chOff x="1659913" y="1550088"/>
            <a:chExt cx="454950" cy="576200"/>
          </a:xfrm>
        </p:grpSpPr>
        <p:sp>
          <p:nvSpPr>
            <p:cNvPr id="6049" name="Google Shape;6049;p69"/>
            <p:cNvSpPr/>
            <p:nvPr/>
          </p:nvSpPr>
          <p:spPr>
            <a:xfrm>
              <a:off x="1693238" y="1826088"/>
              <a:ext cx="388225" cy="291175"/>
            </a:xfrm>
            <a:custGeom>
              <a:rect b="b" l="l" r="r" t="t"/>
              <a:pathLst>
                <a:path extrusionOk="0" h="11647" w="15529">
                  <a:moveTo>
                    <a:pt x="0" y="1"/>
                  </a:moveTo>
                  <a:lnTo>
                    <a:pt x="0" y="10676"/>
                  </a:lnTo>
                  <a:cubicBezTo>
                    <a:pt x="0" y="11211"/>
                    <a:pt x="464" y="11647"/>
                    <a:pt x="1036" y="11647"/>
                  </a:cubicBezTo>
                  <a:lnTo>
                    <a:pt x="14493" y="11647"/>
                  </a:lnTo>
                  <a:cubicBezTo>
                    <a:pt x="15066" y="11647"/>
                    <a:pt x="15529" y="11213"/>
                    <a:pt x="15529" y="10676"/>
                  </a:cubicBezTo>
                  <a:lnTo>
                    <a:pt x="1552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9"/>
            <p:cNvSpPr/>
            <p:nvPr/>
          </p:nvSpPr>
          <p:spPr>
            <a:xfrm>
              <a:off x="1668963" y="1595563"/>
              <a:ext cx="436775" cy="461025"/>
            </a:xfrm>
            <a:custGeom>
              <a:rect b="b" l="l" r="r" t="t"/>
              <a:pathLst>
                <a:path extrusionOk="0" h="18441" w="17471">
                  <a:moveTo>
                    <a:pt x="971" y="0"/>
                  </a:moveTo>
                  <a:cubicBezTo>
                    <a:pt x="437" y="0"/>
                    <a:pt x="1" y="434"/>
                    <a:pt x="1" y="970"/>
                  </a:cubicBezTo>
                  <a:lnTo>
                    <a:pt x="1" y="17471"/>
                  </a:lnTo>
                  <a:cubicBezTo>
                    <a:pt x="1" y="18006"/>
                    <a:pt x="434" y="18441"/>
                    <a:pt x="971" y="18441"/>
                  </a:cubicBezTo>
                  <a:lnTo>
                    <a:pt x="16500" y="18441"/>
                  </a:lnTo>
                  <a:cubicBezTo>
                    <a:pt x="17037" y="18441"/>
                    <a:pt x="17470" y="18006"/>
                    <a:pt x="17470" y="17469"/>
                  </a:cubicBezTo>
                  <a:lnTo>
                    <a:pt x="17470" y="970"/>
                  </a:lnTo>
                  <a:cubicBezTo>
                    <a:pt x="17470" y="435"/>
                    <a:pt x="17037" y="0"/>
                    <a:pt x="165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9"/>
            <p:cNvSpPr/>
            <p:nvPr/>
          </p:nvSpPr>
          <p:spPr>
            <a:xfrm>
              <a:off x="1717538" y="1559213"/>
              <a:ext cx="121275" cy="72775"/>
            </a:xfrm>
            <a:custGeom>
              <a:rect b="b" l="l" r="r" t="t"/>
              <a:pathLst>
                <a:path extrusionOk="0" h="2911" w="4851">
                  <a:moveTo>
                    <a:pt x="970" y="1"/>
                  </a:moveTo>
                  <a:cubicBezTo>
                    <a:pt x="435" y="1"/>
                    <a:pt x="0" y="434"/>
                    <a:pt x="0" y="971"/>
                  </a:cubicBezTo>
                  <a:lnTo>
                    <a:pt x="0" y="1940"/>
                  </a:lnTo>
                  <a:cubicBezTo>
                    <a:pt x="0" y="2476"/>
                    <a:pt x="434" y="2911"/>
                    <a:pt x="970" y="2911"/>
                  </a:cubicBezTo>
                  <a:lnTo>
                    <a:pt x="3881" y="2911"/>
                  </a:lnTo>
                  <a:cubicBezTo>
                    <a:pt x="4417" y="2911"/>
                    <a:pt x="4851" y="2476"/>
                    <a:pt x="4851" y="1940"/>
                  </a:cubicBezTo>
                  <a:lnTo>
                    <a:pt x="4851" y="971"/>
                  </a:lnTo>
                  <a:cubicBezTo>
                    <a:pt x="4851" y="435"/>
                    <a:pt x="4417" y="1"/>
                    <a:pt x="38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9"/>
            <p:cNvSpPr/>
            <p:nvPr/>
          </p:nvSpPr>
          <p:spPr>
            <a:xfrm>
              <a:off x="1717538" y="1559188"/>
              <a:ext cx="97050" cy="36400"/>
            </a:xfrm>
            <a:custGeom>
              <a:rect b="b" l="l" r="r" t="t"/>
              <a:pathLst>
                <a:path extrusionOk="0" h="1456" w="3882">
                  <a:moveTo>
                    <a:pt x="970" y="0"/>
                  </a:moveTo>
                  <a:cubicBezTo>
                    <a:pt x="435" y="0"/>
                    <a:pt x="0" y="434"/>
                    <a:pt x="0" y="971"/>
                  </a:cubicBezTo>
                  <a:cubicBezTo>
                    <a:pt x="0" y="1238"/>
                    <a:pt x="216" y="1455"/>
                    <a:pt x="485" y="1455"/>
                  </a:cubicBezTo>
                  <a:lnTo>
                    <a:pt x="3397" y="1455"/>
                  </a:lnTo>
                  <a:cubicBezTo>
                    <a:pt x="3664" y="1455"/>
                    <a:pt x="3881" y="1238"/>
                    <a:pt x="3881" y="971"/>
                  </a:cubicBezTo>
                  <a:cubicBezTo>
                    <a:pt x="3881" y="435"/>
                    <a:pt x="3448" y="0"/>
                    <a:pt x="2911"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9"/>
            <p:cNvSpPr/>
            <p:nvPr/>
          </p:nvSpPr>
          <p:spPr>
            <a:xfrm>
              <a:off x="1711388" y="1668363"/>
              <a:ext cx="351925" cy="351850"/>
            </a:xfrm>
            <a:custGeom>
              <a:rect b="b" l="l" r="r" t="t"/>
              <a:pathLst>
                <a:path extrusionOk="0" h="14074" w="14077">
                  <a:moveTo>
                    <a:pt x="1945" y="0"/>
                  </a:moveTo>
                  <a:cubicBezTo>
                    <a:pt x="873" y="0"/>
                    <a:pt x="2" y="868"/>
                    <a:pt x="2" y="1941"/>
                  </a:cubicBezTo>
                  <a:cubicBezTo>
                    <a:pt x="2" y="3014"/>
                    <a:pt x="872" y="3883"/>
                    <a:pt x="1945" y="3883"/>
                  </a:cubicBezTo>
                  <a:cubicBezTo>
                    <a:pt x="3015" y="3883"/>
                    <a:pt x="3886" y="3014"/>
                    <a:pt x="3886" y="1941"/>
                  </a:cubicBezTo>
                  <a:cubicBezTo>
                    <a:pt x="3886" y="868"/>
                    <a:pt x="3015" y="0"/>
                    <a:pt x="1945" y="0"/>
                  </a:cubicBezTo>
                  <a:close/>
                  <a:moveTo>
                    <a:pt x="7039" y="0"/>
                  </a:moveTo>
                  <a:cubicBezTo>
                    <a:pt x="5968" y="0"/>
                    <a:pt x="5097" y="868"/>
                    <a:pt x="5097" y="1941"/>
                  </a:cubicBezTo>
                  <a:cubicBezTo>
                    <a:pt x="5097" y="3014"/>
                    <a:pt x="5966" y="3883"/>
                    <a:pt x="7039" y="3883"/>
                  </a:cubicBezTo>
                  <a:cubicBezTo>
                    <a:pt x="8109" y="3883"/>
                    <a:pt x="8981" y="3014"/>
                    <a:pt x="8981" y="1941"/>
                  </a:cubicBezTo>
                  <a:cubicBezTo>
                    <a:pt x="8981" y="868"/>
                    <a:pt x="8112" y="0"/>
                    <a:pt x="7039" y="0"/>
                  </a:cubicBezTo>
                  <a:close/>
                  <a:moveTo>
                    <a:pt x="12135" y="0"/>
                  </a:moveTo>
                  <a:cubicBezTo>
                    <a:pt x="11064" y="0"/>
                    <a:pt x="10194" y="868"/>
                    <a:pt x="10194" y="1941"/>
                  </a:cubicBezTo>
                  <a:cubicBezTo>
                    <a:pt x="10194" y="3014"/>
                    <a:pt x="11062" y="3883"/>
                    <a:pt x="12135" y="3883"/>
                  </a:cubicBezTo>
                  <a:cubicBezTo>
                    <a:pt x="13207" y="3883"/>
                    <a:pt x="14077" y="3014"/>
                    <a:pt x="14077" y="1941"/>
                  </a:cubicBezTo>
                  <a:cubicBezTo>
                    <a:pt x="14077" y="868"/>
                    <a:pt x="13207" y="0"/>
                    <a:pt x="12135" y="0"/>
                  </a:cubicBezTo>
                  <a:close/>
                  <a:moveTo>
                    <a:pt x="1942" y="5095"/>
                  </a:moveTo>
                  <a:cubicBezTo>
                    <a:pt x="869" y="5095"/>
                    <a:pt x="1" y="5963"/>
                    <a:pt x="1" y="7036"/>
                  </a:cubicBezTo>
                  <a:cubicBezTo>
                    <a:pt x="1" y="8109"/>
                    <a:pt x="870" y="8977"/>
                    <a:pt x="1942" y="8977"/>
                  </a:cubicBezTo>
                  <a:cubicBezTo>
                    <a:pt x="3015" y="8977"/>
                    <a:pt x="3884" y="8106"/>
                    <a:pt x="3884" y="7036"/>
                  </a:cubicBezTo>
                  <a:cubicBezTo>
                    <a:pt x="3884" y="5965"/>
                    <a:pt x="3015" y="5096"/>
                    <a:pt x="1942" y="5095"/>
                  </a:cubicBezTo>
                  <a:close/>
                  <a:moveTo>
                    <a:pt x="7039" y="5096"/>
                  </a:moveTo>
                  <a:cubicBezTo>
                    <a:pt x="5968" y="5096"/>
                    <a:pt x="5097" y="5965"/>
                    <a:pt x="5097" y="7038"/>
                  </a:cubicBezTo>
                  <a:cubicBezTo>
                    <a:pt x="5097" y="8110"/>
                    <a:pt x="5966" y="8979"/>
                    <a:pt x="7039" y="8979"/>
                  </a:cubicBezTo>
                  <a:cubicBezTo>
                    <a:pt x="8109" y="8979"/>
                    <a:pt x="8981" y="8110"/>
                    <a:pt x="8981" y="7038"/>
                  </a:cubicBezTo>
                  <a:cubicBezTo>
                    <a:pt x="8981" y="5965"/>
                    <a:pt x="8112" y="5096"/>
                    <a:pt x="7039" y="5096"/>
                  </a:cubicBezTo>
                  <a:close/>
                  <a:moveTo>
                    <a:pt x="12135" y="5096"/>
                  </a:moveTo>
                  <a:cubicBezTo>
                    <a:pt x="11064" y="5096"/>
                    <a:pt x="10194" y="5965"/>
                    <a:pt x="10194" y="7038"/>
                  </a:cubicBezTo>
                  <a:cubicBezTo>
                    <a:pt x="10194" y="8110"/>
                    <a:pt x="11062" y="8979"/>
                    <a:pt x="12135" y="8979"/>
                  </a:cubicBezTo>
                  <a:cubicBezTo>
                    <a:pt x="13207" y="8979"/>
                    <a:pt x="14077" y="8110"/>
                    <a:pt x="14077" y="7038"/>
                  </a:cubicBezTo>
                  <a:cubicBezTo>
                    <a:pt x="14077" y="5965"/>
                    <a:pt x="13207" y="5096"/>
                    <a:pt x="12135" y="5096"/>
                  </a:cubicBezTo>
                  <a:close/>
                  <a:moveTo>
                    <a:pt x="1945" y="10191"/>
                  </a:moveTo>
                  <a:cubicBezTo>
                    <a:pt x="873" y="10191"/>
                    <a:pt x="2" y="11059"/>
                    <a:pt x="2" y="12132"/>
                  </a:cubicBezTo>
                  <a:cubicBezTo>
                    <a:pt x="2" y="13204"/>
                    <a:pt x="872" y="14073"/>
                    <a:pt x="1945" y="14073"/>
                  </a:cubicBezTo>
                  <a:cubicBezTo>
                    <a:pt x="3015" y="14073"/>
                    <a:pt x="3886" y="13205"/>
                    <a:pt x="3886" y="12132"/>
                  </a:cubicBezTo>
                  <a:cubicBezTo>
                    <a:pt x="3884" y="11059"/>
                    <a:pt x="3015" y="10191"/>
                    <a:pt x="1945" y="10191"/>
                  </a:cubicBezTo>
                  <a:close/>
                  <a:moveTo>
                    <a:pt x="7039" y="10191"/>
                  </a:moveTo>
                  <a:cubicBezTo>
                    <a:pt x="5968" y="10191"/>
                    <a:pt x="5097" y="11059"/>
                    <a:pt x="5097" y="12132"/>
                  </a:cubicBezTo>
                  <a:cubicBezTo>
                    <a:pt x="5097" y="13204"/>
                    <a:pt x="5966" y="14073"/>
                    <a:pt x="7039" y="14073"/>
                  </a:cubicBezTo>
                  <a:cubicBezTo>
                    <a:pt x="8109" y="14073"/>
                    <a:pt x="8981" y="13205"/>
                    <a:pt x="8981" y="12132"/>
                  </a:cubicBezTo>
                  <a:cubicBezTo>
                    <a:pt x="8981" y="11059"/>
                    <a:pt x="8112" y="10191"/>
                    <a:pt x="7039" y="10191"/>
                  </a:cubicBezTo>
                  <a:close/>
                  <a:moveTo>
                    <a:pt x="12135" y="10191"/>
                  </a:moveTo>
                  <a:cubicBezTo>
                    <a:pt x="11064" y="10191"/>
                    <a:pt x="10194" y="11059"/>
                    <a:pt x="10194" y="12132"/>
                  </a:cubicBezTo>
                  <a:cubicBezTo>
                    <a:pt x="10194" y="13204"/>
                    <a:pt x="11062" y="14073"/>
                    <a:pt x="12135" y="14073"/>
                  </a:cubicBezTo>
                  <a:cubicBezTo>
                    <a:pt x="13207" y="14073"/>
                    <a:pt x="14077" y="13205"/>
                    <a:pt x="14077" y="12132"/>
                  </a:cubicBezTo>
                  <a:cubicBezTo>
                    <a:pt x="14075" y="11059"/>
                    <a:pt x="13207" y="10191"/>
                    <a:pt x="12135" y="1019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9"/>
            <p:cNvSpPr/>
            <p:nvPr/>
          </p:nvSpPr>
          <p:spPr>
            <a:xfrm>
              <a:off x="1741763" y="1698663"/>
              <a:ext cx="291225" cy="291250"/>
            </a:xfrm>
            <a:custGeom>
              <a:rect b="b" l="l" r="r" t="t"/>
              <a:pathLst>
                <a:path extrusionOk="0" h="11650" w="11649">
                  <a:moveTo>
                    <a:pt x="5824" y="0"/>
                  </a:moveTo>
                  <a:cubicBezTo>
                    <a:pt x="5421" y="0"/>
                    <a:pt x="5095" y="327"/>
                    <a:pt x="5095" y="729"/>
                  </a:cubicBezTo>
                  <a:cubicBezTo>
                    <a:pt x="5095" y="1133"/>
                    <a:pt x="5422" y="1457"/>
                    <a:pt x="5824" y="1457"/>
                  </a:cubicBezTo>
                  <a:cubicBezTo>
                    <a:pt x="6226" y="1457"/>
                    <a:pt x="6552" y="1130"/>
                    <a:pt x="6552" y="729"/>
                  </a:cubicBezTo>
                  <a:cubicBezTo>
                    <a:pt x="6552" y="327"/>
                    <a:pt x="6225" y="0"/>
                    <a:pt x="5824" y="0"/>
                  </a:cubicBezTo>
                  <a:close/>
                  <a:moveTo>
                    <a:pt x="730" y="5098"/>
                  </a:moveTo>
                  <a:cubicBezTo>
                    <a:pt x="327" y="5098"/>
                    <a:pt x="1" y="5422"/>
                    <a:pt x="1" y="5826"/>
                  </a:cubicBezTo>
                  <a:cubicBezTo>
                    <a:pt x="1" y="6228"/>
                    <a:pt x="326" y="6555"/>
                    <a:pt x="730" y="6555"/>
                  </a:cubicBezTo>
                  <a:cubicBezTo>
                    <a:pt x="1130" y="6555"/>
                    <a:pt x="1457" y="6229"/>
                    <a:pt x="1457" y="5826"/>
                  </a:cubicBezTo>
                  <a:cubicBezTo>
                    <a:pt x="1457" y="5422"/>
                    <a:pt x="1130" y="5098"/>
                    <a:pt x="730" y="5098"/>
                  </a:cubicBezTo>
                  <a:close/>
                  <a:moveTo>
                    <a:pt x="10920" y="10193"/>
                  </a:moveTo>
                  <a:cubicBezTo>
                    <a:pt x="10518" y="10193"/>
                    <a:pt x="10191" y="10517"/>
                    <a:pt x="10191" y="10920"/>
                  </a:cubicBezTo>
                  <a:cubicBezTo>
                    <a:pt x="10191" y="11322"/>
                    <a:pt x="10517" y="11649"/>
                    <a:pt x="10920" y="11649"/>
                  </a:cubicBezTo>
                  <a:cubicBezTo>
                    <a:pt x="11324" y="11649"/>
                    <a:pt x="11648" y="11324"/>
                    <a:pt x="11648" y="10920"/>
                  </a:cubicBezTo>
                  <a:cubicBezTo>
                    <a:pt x="11647" y="10517"/>
                    <a:pt x="11321" y="10193"/>
                    <a:pt x="10920" y="1019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9"/>
            <p:cNvSpPr/>
            <p:nvPr/>
          </p:nvSpPr>
          <p:spPr>
            <a:xfrm>
              <a:off x="1659913" y="1550088"/>
              <a:ext cx="454950" cy="576200"/>
            </a:xfrm>
            <a:custGeom>
              <a:rect b="b" l="l" r="r" t="t"/>
              <a:pathLst>
                <a:path extrusionOk="0" h="23048" w="18198">
                  <a:moveTo>
                    <a:pt x="6185" y="728"/>
                  </a:moveTo>
                  <a:cubicBezTo>
                    <a:pt x="6519" y="728"/>
                    <a:pt x="6790" y="999"/>
                    <a:pt x="6790" y="1333"/>
                  </a:cubicBezTo>
                  <a:lnTo>
                    <a:pt x="6790" y="2304"/>
                  </a:lnTo>
                  <a:cubicBezTo>
                    <a:pt x="6790" y="2638"/>
                    <a:pt x="6518" y="2909"/>
                    <a:pt x="6185" y="2909"/>
                  </a:cubicBezTo>
                  <a:lnTo>
                    <a:pt x="3273" y="2909"/>
                  </a:lnTo>
                  <a:cubicBezTo>
                    <a:pt x="2939" y="2909"/>
                    <a:pt x="2668" y="2638"/>
                    <a:pt x="2668" y="2304"/>
                  </a:cubicBezTo>
                  <a:lnTo>
                    <a:pt x="2668" y="1333"/>
                  </a:lnTo>
                  <a:cubicBezTo>
                    <a:pt x="2668" y="1001"/>
                    <a:pt x="2939" y="728"/>
                    <a:pt x="3273" y="728"/>
                  </a:cubicBezTo>
                  <a:close/>
                  <a:moveTo>
                    <a:pt x="9098" y="6309"/>
                  </a:moveTo>
                  <a:cubicBezTo>
                    <a:pt x="9299" y="6309"/>
                    <a:pt x="9462" y="6472"/>
                    <a:pt x="9462" y="6672"/>
                  </a:cubicBezTo>
                  <a:cubicBezTo>
                    <a:pt x="9462" y="6873"/>
                    <a:pt x="9299" y="7036"/>
                    <a:pt x="9098" y="7036"/>
                  </a:cubicBezTo>
                  <a:cubicBezTo>
                    <a:pt x="8897" y="7036"/>
                    <a:pt x="8733" y="6873"/>
                    <a:pt x="8733" y="6672"/>
                  </a:cubicBezTo>
                  <a:cubicBezTo>
                    <a:pt x="8733" y="6472"/>
                    <a:pt x="8897" y="6309"/>
                    <a:pt x="9098" y="6309"/>
                  </a:cubicBezTo>
                  <a:close/>
                  <a:moveTo>
                    <a:pt x="9098" y="5580"/>
                  </a:moveTo>
                  <a:cubicBezTo>
                    <a:pt x="8496" y="5580"/>
                    <a:pt x="8005" y="6070"/>
                    <a:pt x="8005" y="6672"/>
                  </a:cubicBezTo>
                  <a:cubicBezTo>
                    <a:pt x="8005" y="7275"/>
                    <a:pt x="8496" y="7765"/>
                    <a:pt x="9098" y="7765"/>
                  </a:cubicBezTo>
                  <a:cubicBezTo>
                    <a:pt x="9699" y="7765"/>
                    <a:pt x="10190" y="7275"/>
                    <a:pt x="10190" y="6672"/>
                  </a:cubicBezTo>
                  <a:cubicBezTo>
                    <a:pt x="10190" y="6070"/>
                    <a:pt x="9699" y="5580"/>
                    <a:pt x="9098" y="5580"/>
                  </a:cubicBezTo>
                  <a:close/>
                  <a:moveTo>
                    <a:pt x="4004" y="5095"/>
                  </a:moveTo>
                  <a:cubicBezTo>
                    <a:pt x="4873" y="5095"/>
                    <a:pt x="5581" y="5801"/>
                    <a:pt x="5581" y="6672"/>
                  </a:cubicBezTo>
                  <a:cubicBezTo>
                    <a:pt x="5581" y="7542"/>
                    <a:pt x="4872" y="8250"/>
                    <a:pt x="4004" y="8250"/>
                  </a:cubicBezTo>
                  <a:cubicBezTo>
                    <a:pt x="3132" y="8250"/>
                    <a:pt x="2426" y="7542"/>
                    <a:pt x="2426" y="6672"/>
                  </a:cubicBezTo>
                  <a:cubicBezTo>
                    <a:pt x="2426" y="5801"/>
                    <a:pt x="3132" y="5095"/>
                    <a:pt x="4004" y="5095"/>
                  </a:cubicBezTo>
                  <a:close/>
                  <a:moveTo>
                    <a:pt x="9098" y="5095"/>
                  </a:moveTo>
                  <a:cubicBezTo>
                    <a:pt x="9968" y="5095"/>
                    <a:pt x="10676" y="5801"/>
                    <a:pt x="10676" y="6672"/>
                  </a:cubicBezTo>
                  <a:cubicBezTo>
                    <a:pt x="10676" y="7542"/>
                    <a:pt x="9968" y="8250"/>
                    <a:pt x="9098" y="8250"/>
                  </a:cubicBezTo>
                  <a:cubicBezTo>
                    <a:pt x="8227" y="8250"/>
                    <a:pt x="7521" y="7542"/>
                    <a:pt x="7521" y="6672"/>
                  </a:cubicBezTo>
                  <a:cubicBezTo>
                    <a:pt x="7521" y="5801"/>
                    <a:pt x="8227" y="5095"/>
                    <a:pt x="9098" y="5095"/>
                  </a:cubicBezTo>
                  <a:close/>
                  <a:moveTo>
                    <a:pt x="14194" y="5095"/>
                  </a:moveTo>
                  <a:cubicBezTo>
                    <a:pt x="15064" y="5095"/>
                    <a:pt x="15772" y="5801"/>
                    <a:pt x="15772" y="6672"/>
                  </a:cubicBezTo>
                  <a:cubicBezTo>
                    <a:pt x="15772" y="7542"/>
                    <a:pt x="15063" y="8250"/>
                    <a:pt x="14194" y="8250"/>
                  </a:cubicBezTo>
                  <a:cubicBezTo>
                    <a:pt x="13323" y="8250"/>
                    <a:pt x="12617" y="7542"/>
                    <a:pt x="12617" y="6672"/>
                  </a:cubicBezTo>
                  <a:cubicBezTo>
                    <a:pt x="12617" y="5801"/>
                    <a:pt x="13323" y="5095"/>
                    <a:pt x="14194" y="5095"/>
                  </a:cubicBezTo>
                  <a:close/>
                  <a:moveTo>
                    <a:pt x="4004" y="4366"/>
                  </a:moveTo>
                  <a:cubicBezTo>
                    <a:pt x="2733" y="4366"/>
                    <a:pt x="1697" y="5401"/>
                    <a:pt x="1697" y="6672"/>
                  </a:cubicBezTo>
                  <a:cubicBezTo>
                    <a:pt x="1697" y="7944"/>
                    <a:pt x="2732" y="8977"/>
                    <a:pt x="4004" y="8977"/>
                  </a:cubicBezTo>
                  <a:cubicBezTo>
                    <a:pt x="5276" y="8977"/>
                    <a:pt x="6309" y="7944"/>
                    <a:pt x="6309" y="6672"/>
                  </a:cubicBezTo>
                  <a:cubicBezTo>
                    <a:pt x="6309" y="5401"/>
                    <a:pt x="5273" y="4366"/>
                    <a:pt x="4004" y="4366"/>
                  </a:cubicBezTo>
                  <a:close/>
                  <a:moveTo>
                    <a:pt x="9098" y="4366"/>
                  </a:moveTo>
                  <a:cubicBezTo>
                    <a:pt x="7828" y="4366"/>
                    <a:pt x="6792" y="5401"/>
                    <a:pt x="6792" y="6672"/>
                  </a:cubicBezTo>
                  <a:cubicBezTo>
                    <a:pt x="6792" y="7944"/>
                    <a:pt x="7825" y="8977"/>
                    <a:pt x="9098" y="8977"/>
                  </a:cubicBezTo>
                  <a:cubicBezTo>
                    <a:pt x="10367" y="8977"/>
                    <a:pt x="11403" y="7944"/>
                    <a:pt x="11403" y="6672"/>
                  </a:cubicBezTo>
                  <a:cubicBezTo>
                    <a:pt x="11403" y="5401"/>
                    <a:pt x="10370" y="4366"/>
                    <a:pt x="9098" y="4366"/>
                  </a:cubicBezTo>
                  <a:close/>
                  <a:moveTo>
                    <a:pt x="14194" y="4366"/>
                  </a:moveTo>
                  <a:cubicBezTo>
                    <a:pt x="12924" y="4366"/>
                    <a:pt x="11888" y="5401"/>
                    <a:pt x="11888" y="6672"/>
                  </a:cubicBezTo>
                  <a:cubicBezTo>
                    <a:pt x="11888" y="7944"/>
                    <a:pt x="12923" y="8977"/>
                    <a:pt x="14194" y="8977"/>
                  </a:cubicBezTo>
                  <a:cubicBezTo>
                    <a:pt x="15466" y="8977"/>
                    <a:pt x="16499" y="7944"/>
                    <a:pt x="16499" y="6672"/>
                  </a:cubicBezTo>
                  <a:cubicBezTo>
                    <a:pt x="16499" y="5401"/>
                    <a:pt x="15465" y="4366"/>
                    <a:pt x="14194" y="4366"/>
                  </a:cubicBezTo>
                  <a:close/>
                  <a:moveTo>
                    <a:pt x="4004" y="11402"/>
                  </a:moveTo>
                  <a:cubicBezTo>
                    <a:pt x="4204" y="11402"/>
                    <a:pt x="4367" y="11567"/>
                    <a:pt x="4367" y="11767"/>
                  </a:cubicBezTo>
                  <a:cubicBezTo>
                    <a:pt x="4367" y="11967"/>
                    <a:pt x="4204" y="12131"/>
                    <a:pt x="4004" y="12131"/>
                  </a:cubicBezTo>
                  <a:cubicBezTo>
                    <a:pt x="3802" y="12131"/>
                    <a:pt x="3638" y="11967"/>
                    <a:pt x="3638" y="11767"/>
                  </a:cubicBezTo>
                  <a:cubicBezTo>
                    <a:pt x="3638" y="11567"/>
                    <a:pt x="3802" y="11402"/>
                    <a:pt x="4004" y="11402"/>
                  </a:cubicBezTo>
                  <a:close/>
                  <a:moveTo>
                    <a:pt x="4004" y="10676"/>
                  </a:moveTo>
                  <a:cubicBezTo>
                    <a:pt x="3401" y="10676"/>
                    <a:pt x="2911" y="11166"/>
                    <a:pt x="2911" y="11769"/>
                  </a:cubicBezTo>
                  <a:cubicBezTo>
                    <a:pt x="2911" y="12371"/>
                    <a:pt x="3401" y="12861"/>
                    <a:pt x="4004" y="12861"/>
                  </a:cubicBezTo>
                  <a:cubicBezTo>
                    <a:pt x="4605" y="12861"/>
                    <a:pt x="5095" y="12371"/>
                    <a:pt x="5095" y="11769"/>
                  </a:cubicBezTo>
                  <a:cubicBezTo>
                    <a:pt x="5094" y="11165"/>
                    <a:pt x="4605" y="10676"/>
                    <a:pt x="4004" y="10676"/>
                  </a:cubicBezTo>
                  <a:close/>
                  <a:moveTo>
                    <a:pt x="4004" y="10190"/>
                  </a:moveTo>
                  <a:cubicBezTo>
                    <a:pt x="4873" y="10190"/>
                    <a:pt x="5581" y="10896"/>
                    <a:pt x="5581" y="11767"/>
                  </a:cubicBezTo>
                  <a:cubicBezTo>
                    <a:pt x="5581" y="12637"/>
                    <a:pt x="4872" y="13345"/>
                    <a:pt x="4004" y="13345"/>
                  </a:cubicBezTo>
                  <a:cubicBezTo>
                    <a:pt x="3132" y="13345"/>
                    <a:pt x="2426" y="12637"/>
                    <a:pt x="2426" y="11767"/>
                  </a:cubicBezTo>
                  <a:cubicBezTo>
                    <a:pt x="2426" y="10896"/>
                    <a:pt x="3132" y="10190"/>
                    <a:pt x="4004" y="10190"/>
                  </a:cubicBezTo>
                  <a:close/>
                  <a:moveTo>
                    <a:pt x="9098" y="10190"/>
                  </a:moveTo>
                  <a:cubicBezTo>
                    <a:pt x="9968" y="10190"/>
                    <a:pt x="10676" y="10896"/>
                    <a:pt x="10676" y="11767"/>
                  </a:cubicBezTo>
                  <a:cubicBezTo>
                    <a:pt x="10676" y="12637"/>
                    <a:pt x="9968" y="13345"/>
                    <a:pt x="9098" y="13345"/>
                  </a:cubicBezTo>
                  <a:cubicBezTo>
                    <a:pt x="8227" y="13345"/>
                    <a:pt x="7521" y="12637"/>
                    <a:pt x="7521" y="11767"/>
                  </a:cubicBezTo>
                  <a:cubicBezTo>
                    <a:pt x="7521" y="10896"/>
                    <a:pt x="8227" y="10190"/>
                    <a:pt x="9098" y="10190"/>
                  </a:cubicBezTo>
                  <a:close/>
                  <a:moveTo>
                    <a:pt x="14194" y="10190"/>
                  </a:moveTo>
                  <a:cubicBezTo>
                    <a:pt x="15064" y="10190"/>
                    <a:pt x="15772" y="10896"/>
                    <a:pt x="15772" y="11767"/>
                  </a:cubicBezTo>
                  <a:cubicBezTo>
                    <a:pt x="15772" y="12637"/>
                    <a:pt x="15063" y="13345"/>
                    <a:pt x="14194" y="13345"/>
                  </a:cubicBezTo>
                  <a:cubicBezTo>
                    <a:pt x="13323" y="13345"/>
                    <a:pt x="12617" y="12637"/>
                    <a:pt x="12617" y="11767"/>
                  </a:cubicBezTo>
                  <a:cubicBezTo>
                    <a:pt x="12617" y="10896"/>
                    <a:pt x="13323" y="10190"/>
                    <a:pt x="14194" y="10190"/>
                  </a:cubicBezTo>
                  <a:close/>
                  <a:moveTo>
                    <a:pt x="4004" y="9463"/>
                  </a:moveTo>
                  <a:cubicBezTo>
                    <a:pt x="2733" y="9463"/>
                    <a:pt x="1697" y="10497"/>
                    <a:pt x="1697" y="11769"/>
                  </a:cubicBezTo>
                  <a:cubicBezTo>
                    <a:pt x="1697" y="13040"/>
                    <a:pt x="2732" y="14075"/>
                    <a:pt x="4004" y="14075"/>
                  </a:cubicBezTo>
                  <a:cubicBezTo>
                    <a:pt x="5276" y="14075"/>
                    <a:pt x="6309" y="13040"/>
                    <a:pt x="6309" y="11769"/>
                  </a:cubicBezTo>
                  <a:cubicBezTo>
                    <a:pt x="6307" y="10497"/>
                    <a:pt x="5273" y="9463"/>
                    <a:pt x="4004" y="9463"/>
                  </a:cubicBezTo>
                  <a:close/>
                  <a:moveTo>
                    <a:pt x="9098" y="9463"/>
                  </a:moveTo>
                  <a:cubicBezTo>
                    <a:pt x="7828" y="9463"/>
                    <a:pt x="6792" y="10497"/>
                    <a:pt x="6792" y="11769"/>
                  </a:cubicBezTo>
                  <a:cubicBezTo>
                    <a:pt x="6792" y="13040"/>
                    <a:pt x="7825" y="14075"/>
                    <a:pt x="9098" y="14075"/>
                  </a:cubicBezTo>
                  <a:cubicBezTo>
                    <a:pt x="10367" y="14075"/>
                    <a:pt x="11403" y="13040"/>
                    <a:pt x="11403" y="11769"/>
                  </a:cubicBezTo>
                  <a:cubicBezTo>
                    <a:pt x="11403" y="10497"/>
                    <a:pt x="10370" y="9463"/>
                    <a:pt x="9098" y="9463"/>
                  </a:cubicBezTo>
                  <a:close/>
                  <a:moveTo>
                    <a:pt x="14194" y="9463"/>
                  </a:moveTo>
                  <a:cubicBezTo>
                    <a:pt x="12924" y="9463"/>
                    <a:pt x="11888" y="10497"/>
                    <a:pt x="11888" y="11769"/>
                  </a:cubicBezTo>
                  <a:cubicBezTo>
                    <a:pt x="11888" y="13040"/>
                    <a:pt x="12923" y="14075"/>
                    <a:pt x="14194" y="14075"/>
                  </a:cubicBezTo>
                  <a:cubicBezTo>
                    <a:pt x="15466" y="14075"/>
                    <a:pt x="16499" y="13040"/>
                    <a:pt x="16499" y="11769"/>
                  </a:cubicBezTo>
                  <a:cubicBezTo>
                    <a:pt x="16498" y="10497"/>
                    <a:pt x="15465" y="9463"/>
                    <a:pt x="14194" y="9463"/>
                  </a:cubicBezTo>
                  <a:close/>
                  <a:moveTo>
                    <a:pt x="14194" y="16499"/>
                  </a:moveTo>
                  <a:cubicBezTo>
                    <a:pt x="14395" y="16499"/>
                    <a:pt x="14558" y="16663"/>
                    <a:pt x="14558" y="16863"/>
                  </a:cubicBezTo>
                  <a:cubicBezTo>
                    <a:pt x="14557" y="17064"/>
                    <a:pt x="14393" y="17227"/>
                    <a:pt x="14194" y="17227"/>
                  </a:cubicBezTo>
                  <a:cubicBezTo>
                    <a:pt x="13994" y="17227"/>
                    <a:pt x="13831" y="17064"/>
                    <a:pt x="13831" y="16863"/>
                  </a:cubicBezTo>
                  <a:cubicBezTo>
                    <a:pt x="13831" y="16663"/>
                    <a:pt x="13994" y="16499"/>
                    <a:pt x="14194" y="16499"/>
                  </a:cubicBezTo>
                  <a:close/>
                  <a:moveTo>
                    <a:pt x="14194" y="15770"/>
                  </a:moveTo>
                  <a:cubicBezTo>
                    <a:pt x="13592" y="15770"/>
                    <a:pt x="13102" y="16261"/>
                    <a:pt x="13102" y="16863"/>
                  </a:cubicBezTo>
                  <a:cubicBezTo>
                    <a:pt x="13102" y="17466"/>
                    <a:pt x="13592" y="17956"/>
                    <a:pt x="14194" y="17956"/>
                  </a:cubicBezTo>
                  <a:cubicBezTo>
                    <a:pt x="14797" y="17956"/>
                    <a:pt x="15287" y="17466"/>
                    <a:pt x="15287" y="16863"/>
                  </a:cubicBezTo>
                  <a:cubicBezTo>
                    <a:pt x="15287" y="16261"/>
                    <a:pt x="14794" y="15770"/>
                    <a:pt x="14194" y="15770"/>
                  </a:cubicBezTo>
                  <a:close/>
                  <a:moveTo>
                    <a:pt x="4004" y="15286"/>
                  </a:moveTo>
                  <a:cubicBezTo>
                    <a:pt x="4873" y="15286"/>
                    <a:pt x="5581" y="15993"/>
                    <a:pt x="5581" y="16863"/>
                  </a:cubicBezTo>
                  <a:cubicBezTo>
                    <a:pt x="5581" y="17732"/>
                    <a:pt x="4872" y="18441"/>
                    <a:pt x="4004" y="18441"/>
                  </a:cubicBezTo>
                  <a:cubicBezTo>
                    <a:pt x="3132" y="18441"/>
                    <a:pt x="2426" y="17734"/>
                    <a:pt x="2426" y="16863"/>
                  </a:cubicBezTo>
                  <a:cubicBezTo>
                    <a:pt x="2426" y="15993"/>
                    <a:pt x="3132" y="15286"/>
                    <a:pt x="4004" y="15286"/>
                  </a:cubicBezTo>
                  <a:close/>
                  <a:moveTo>
                    <a:pt x="9098" y="15286"/>
                  </a:moveTo>
                  <a:cubicBezTo>
                    <a:pt x="9968" y="15286"/>
                    <a:pt x="10676" y="15993"/>
                    <a:pt x="10676" y="16863"/>
                  </a:cubicBezTo>
                  <a:cubicBezTo>
                    <a:pt x="10676" y="17732"/>
                    <a:pt x="9968" y="18441"/>
                    <a:pt x="9098" y="18441"/>
                  </a:cubicBezTo>
                  <a:cubicBezTo>
                    <a:pt x="8227" y="18441"/>
                    <a:pt x="7521" y="17734"/>
                    <a:pt x="7521" y="16863"/>
                  </a:cubicBezTo>
                  <a:cubicBezTo>
                    <a:pt x="7521" y="15993"/>
                    <a:pt x="8227" y="15286"/>
                    <a:pt x="9098" y="15286"/>
                  </a:cubicBezTo>
                  <a:close/>
                  <a:moveTo>
                    <a:pt x="14194" y="15286"/>
                  </a:moveTo>
                  <a:cubicBezTo>
                    <a:pt x="15064" y="15286"/>
                    <a:pt x="15772" y="15993"/>
                    <a:pt x="15772" y="16863"/>
                  </a:cubicBezTo>
                  <a:cubicBezTo>
                    <a:pt x="15770" y="17732"/>
                    <a:pt x="15063" y="18441"/>
                    <a:pt x="14194" y="18441"/>
                  </a:cubicBezTo>
                  <a:cubicBezTo>
                    <a:pt x="13323" y="18441"/>
                    <a:pt x="12617" y="17734"/>
                    <a:pt x="12617" y="16863"/>
                  </a:cubicBezTo>
                  <a:cubicBezTo>
                    <a:pt x="12617" y="15993"/>
                    <a:pt x="13323" y="15286"/>
                    <a:pt x="14194" y="15286"/>
                  </a:cubicBezTo>
                  <a:close/>
                  <a:moveTo>
                    <a:pt x="4004" y="14558"/>
                  </a:moveTo>
                  <a:cubicBezTo>
                    <a:pt x="2733" y="14558"/>
                    <a:pt x="1697" y="15591"/>
                    <a:pt x="1697" y="16863"/>
                  </a:cubicBezTo>
                  <a:cubicBezTo>
                    <a:pt x="1697" y="18134"/>
                    <a:pt x="2732" y="19170"/>
                    <a:pt x="4004" y="19170"/>
                  </a:cubicBezTo>
                  <a:cubicBezTo>
                    <a:pt x="5276" y="19170"/>
                    <a:pt x="6309" y="18135"/>
                    <a:pt x="6309" y="16863"/>
                  </a:cubicBezTo>
                  <a:cubicBezTo>
                    <a:pt x="6309" y="15591"/>
                    <a:pt x="5273" y="14558"/>
                    <a:pt x="4004" y="14558"/>
                  </a:cubicBezTo>
                  <a:close/>
                  <a:moveTo>
                    <a:pt x="9098" y="14558"/>
                  </a:moveTo>
                  <a:cubicBezTo>
                    <a:pt x="7828" y="14558"/>
                    <a:pt x="6792" y="15591"/>
                    <a:pt x="6792" y="16863"/>
                  </a:cubicBezTo>
                  <a:cubicBezTo>
                    <a:pt x="6792" y="18134"/>
                    <a:pt x="7825" y="19170"/>
                    <a:pt x="9098" y="19170"/>
                  </a:cubicBezTo>
                  <a:cubicBezTo>
                    <a:pt x="10367" y="19170"/>
                    <a:pt x="11403" y="18135"/>
                    <a:pt x="11403" y="16863"/>
                  </a:cubicBezTo>
                  <a:cubicBezTo>
                    <a:pt x="11403" y="15591"/>
                    <a:pt x="10370" y="14558"/>
                    <a:pt x="9098" y="14558"/>
                  </a:cubicBezTo>
                  <a:close/>
                  <a:moveTo>
                    <a:pt x="14194" y="14558"/>
                  </a:moveTo>
                  <a:cubicBezTo>
                    <a:pt x="12924" y="14558"/>
                    <a:pt x="11888" y="15591"/>
                    <a:pt x="11888" y="16863"/>
                  </a:cubicBezTo>
                  <a:cubicBezTo>
                    <a:pt x="11888" y="18134"/>
                    <a:pt x="12923" y="19170"/>
                    <a:pt x="14194" y="19170"/>
                  </a:cubicBezTo>
                  <a:cubicBezTo>
                    <a:pt x="15466" y="19170"/>
                    <a:pt x="16499" y="18135"/>
                    <a:pt x="16499" y="16863"/>
                  </a:cubicBezTo>
                  <a:cubicBezTo>
                    <a:pt x="16499" y="15591"/>
                    <a:pt x="15465" y="14558"/>
                    <a:pt x="14194" y="14558"/>
                  </a:cubicBezTo>
                  <a:close/>
                  <a:moveTo>
                    <a:pt x="16860" y="2183"/>
                  </a:moveTo>
                  <a:cubicBezTo>
                    <a:pt x="17194" y="2183"/>
                    <a:pt x="17466" y="2455"/>
                    <a:pt x="17466" y="2789"/>
                  </a:cubicBezTo>
                  <a:lnTo>
                    <a:pt x="17469" y="19290"/>
                  </a:lnTo>
                  <a:cubicBezTo>
                    <a:pt x="17469" y="19624"/>
                    <a:pt x="17196" y="19896"/>
                    <a:pt x="16862" y="19896"/>
                  </a:cubicBezTo>
                  <a:lnTo>
                    <a:pt x="1333" y="19896"/>
                  </a:lnTo>
                  <a:cubicBezTo>
                    <a:pt x="999" y="19896"/>
                    <a:pt x="728" y="19624"/>
                    <a:pt x="728" y="19290"/>
                  </a:cubicBezTo>
                  <a:lnTo>
                    <a:pt x="728" y="2789"/>
                  </a:lnTo>
                  <a:cubicBezTo>
                    <a:pt x="728" y="2455"/>
                    <a:pt x="999" y="2183"/>
                    <a:pt x="1333" y="2183"/>
                  </a:cubicBezTo>
                  <a:lnTo>
                    <a:pt x="1939" y="2183"/>
                  </a:lnTo>
                  <a:lnTo>
                    <a:pt x="1939" y="2304"/>
                  </a:lnTo>
                  <a:cubicBezTo>
                    <a:pt x="1939" y="3040"/>
                    <a:pt x="2537" y="3638"/>
                    <a:pt x="3273" y="3638"/>
                  </a:cubicBezTo>
                  <a:lnTo>
                    <a:pt x="6185" y="3638"/>
                  </a:lnTo>
                  <a:cubicBezTo>
                    <a:pt x="6920" y="3638"/>
                    <a:pt x="7518" y="3040"/>
                    <a:pt x="7518" y="2304"/>
                  </a:cubicBezTo>
                  <a:lnTo>
                    <a:pt x="7518" y="2183"/>
                  </a:lnTo>
                  <a:close/>
                  <a:moveTo>
                    <a:pt x="16498" y="20623"/>
                  </a:moveTo>
                  <a:lnTo>
                    <a:pt x="16498" y="21716"/>
                  </a:lnTo>
                  <a:cubicBezTo>
                    <a:pt x="16498" y="22050"/>
                    <a:pt x="16197" y="22322"/>
                    <a:pt x="15826" y="22322"/>
                  </a:cubicBezTo>
                  <a:lnTo>
                    <a:pt x="2369" y="22322"/>
                  </a:lnTo>
                  <a:cubicBezTo>
                    <a:pt x="1998" y="22322"/>
                    <a:pt x="1697" y="22050"/>
                    <a:pt x="1697" y="21716"/>
                  </a:cubicBezTo>
                  <a:lnTo>
                    <a:pt x="1697" y="20623"/>
                  </a:lnTo>
                  <a:close/>
                  <a:moveTo>
                    <a:pt x="3275" y="0"/>
                  </a:moveTo>
                  <a:cubicBezTo>
                    <a:pt x="2538" y="0"/>
                    <a:pt x="1940" y="599"/>
                    <a:pt x="1940" y="1335"/>
                  </a:cubicBezTo>
                  <a:lnTo>
                    <a:pt x="1940" y="1456"/>
                  </a:lnTo>
                  <a:lnTo>
                    <a:pt x="1335" y="1456"/>
                  </a:lnTo>
                  <a:cubicBezTo>
                    <a:pt x="600" y="1456"/>
                    <a:pt x="0" y="2054"/>
                    <a:pt x="0" y="2789"/>
                  </a:cubicBezTo>
                  <a:lnTo>
                    <a:pt x="0" y="19288"/>
                  </a:lnTo>
                  <a:cubicBezTo>
                    <a:pt x="0" y="19897"/>
                    <a:pt x="411" y="20413"/>
                    <a:pt x="971" y="20572"/>
                  </a:cubicBezTo>
                  <a:lnTo>
                    <a:pt x="971" y="21715"/>
                  </a:lnTo>
                  <a:cubicBezTo>
                    <a:pt x="971" y="22450"/>
                    <a:pt x="1598" y="23048"/>
                    <a:pt x="2371" y="23048"/>
                  </a:cubicBezTo>
                  <a:lnTo>
                    <a:pt x="15829" y="23048"/>
                  </a:lnTo>
                  <a:cubicBezTo>
                    <a:pt x="16599" y="23048"/>
                    <a:pt x="17228" y="22450"/>
                    <a:pt x="17228" y="21715"/>
                  </a:cubicBezTo>
                  <a:lnTo>
                    <a:pt x="17228" y="20572"/>
                  </a:lnTo>
                  <a:cubicBezTo>
                    <a:pt x="17788" y="20415"/>
                    <a:pt x="18198" y="19897"/>
                    <a:pt x="18198" y="19288"/>
                  </a:cubicBezTo>
                  <a:lnTo>
                    <a:pt x="18198" y="2789"/>
                  </a:lnTo>
                  <a:cubicBezTo>
                    <a:pt x="18196" y="2054"/>
                    <a:pt x="17598" y="1456"/>
                    <a:pt x="16862" y="1456"/>
                  </a:cubicBezTo>
                  <a:lnTo>
                    <a:pt x="7521" y="1456"/>
                  </a:lnTo>
                  <a:lnTo>
                    <a:pt x="7521" y="1335"/>
                  </a:lnTo>
                  <a:cubicBezTo>
                    <a:pt x="7521" y="599"/>
                    <a:pt x="6921" y="0"/>
                    <a:pt x="618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6" name="Google Shape;6056;p69"/>
          <p:cNvGrpSpPr/>
          <p:nvPr/>
        </p:nvGrpSpPr>
        <p:grpSpPr>
          <a:xfrm>
            <a:off x="719988" y="1550125"/>
            <a:ext cx="576300" cy="576125"/>
            <a:chOff x="719988" y="1550125"/>
            <a:chExt cx="576300" cy="576125"/>
          </a:xfrm>
        </p:grpSpPr>
        <p:sp>
          <p:nvSpPr>
            <p:cNvPr id="6057" name="Google Shape;6057;p69"/>
            <p:cNvSpPr/>
            <p:nvPr/>
          </p:nvSpPr>
          <p:spPr>
            <a:xfrm>
              <a:off x="789588" y="1704775"/>
              <a:ext cx="436825" cy="351825"/>
            </a:xfrm>
            <a:custGeom>
              <a:rect b="b" l="l" r="r" t="t"/>
              <a:pathLst>
                <a:path extrusionOk="0" h="14073" w="17473">
                  <a:moveTo>
                    <a:pt x="1456" y="1"/>
                  </a:moveTo>
                  <a:cubicBezTo>
                    <a:pt x="1188" y="1"/>
                    <a:pt x="972" y="217"/>
                    <a:pt x="972" y="485"/>
                  </a:cubicBezTo>
                  <a:lnTo>
                    <a:pt x="972" y="4854"/>
                  </a:lnTo>
                  <a:cubicBezTo>
                    <a:pt x="972" y="5121"/>
                    <a:pt x="754" y="5339"/>
                    <a:pt x="486" y="5339"/>
                  </a:cubicBezTo>
                  <a:cubicBezTo>
                    <a:pt x="218" y="5339"/>
                    <a:pt x="1" y="5555"/>
                    <a:pt x="1" y="5823"/>
                  </a:cubicBezTo>
                  <a:lnTo>
                    <a:pt x="1" y="12131"/>
                  </a:lnTo>
                  <a:cubicBezTo>
                    <a:pt x="1" y="13204"/>
                    <a:pt x="872" y="14073"/>
                    <a:pt x="1942" y="14073"/>
                  </a:cubicBezTo>
                  <a:lnTo>
                    <a:pt x="15531" y="14073"/>
                  </a:lnTo>
                  <a:cubicBezTo>
                    <a:pt x="16604" y="14073"/>
                    <a:pt x="17472" y="13203"/>
                    <a:pt x="17472" y="12131"/>
                  </a:cubicBezTo>
                  <a:lnTo>
                    <a:pt x="17472" y="5823"/>
                  </a:lnTo>
                  <a:cubicBezTo>
                    <a:pt x="17472" y="5555"/>
                    <a:pt x="17255" y="5339"/>
                    <a:pt x="16987" y="5339"/>
                  </a:cubicBezTo>
                  <a:cubicBezTo>
                    <a:pt x="16719" y="5339"/>
                    <a:pt x="16501" y="5120"/>
                    <a:pt x="16501" y="4854"/>
                  </a:cubicBezTo>
                  <a:lnTo>
                    <a:pt x="16501" y="485"/>
                  </a:lnTo>
                  <a:cubicBezTo>
                    <a:pt x="16501" y="217"/>
                    <a:pt x="16285" y="1"/>
                    <a:pt x="16017" y="1"/>
                  </a:cubicBezTo>
                  <a:lnTo>
                    <a:pt x="13021" y="1"/>
                  </a:lnTo>
                  <a:cubicBezTo>
                    <a:pt x="12764" y="1"/>
                    <a:pt x="12517" y="103"/>
                    <a:pt x="12336" y="285"/>
                  </a:cubicBezTo>
                  <a:lnTo>
                    <a:pt x="9076" y="3539"/>
                  </a:lnTo>
                  <a:cubicBezTo>
                    <a:pt x="8982" y="3634"/>
                    <a:pt x="8858" y="3681"/>
                    <a:pt x="8734" y="3681"/>
                  </a:cubicBezTo>
                  <a:cubicBezTo>
                    <a:pt x="8610" y="3681"/>
                    <a:pt x="8486" y="3634"/>
                    <a:pt x="8391" y="3539"/>
                  </a:cubicBezTo>
                  <a:lnTo>
                    <a:pt x="5137" y="285"/>
                  </a:lnTo>
                  <a:cubicBezTo>
                    <a:pt x="4955" y="103"/>
                    <a:pt x="4708" y="1"/>
                    <a:pt x="44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9"/>
            <p:cNvSpPr/>
            <p:nvPr/>
          </p:nvSpPr>
          <p:spPr>
            <a:xfrm>
              <a:off x="789638" y="1704775"/>
              <a:ext cx="436775" cy="412500"/>
            </a:xfrm>
            <a:custGeom>
              <a:rect b="b" l="l" r="r" t="t"/>
              <a:pathLst>
                <a:path extrusionOk="0" h="16500" w="17471">
                  <a:moveTo>
                    <a:pt x="1456" y="1"/>
                  </a:moveTo>
                  <a:cubicBezTo>
                    <a:pt x="1187" y="1"/>
                    <a:pt x="971" y="217"/>
                    <a:pt x="971" y="485"/>
                  </a:cubicBezTo>
                  <a:lnTo>
                    <a:pt x="971" y="4854"/>
                  </a:lnTo>
                  <a:cubicBezTo>
                    <a:pt x="971" y="5121"/>
                    <a:pt x="754" y="5339"/>
                    <a:pt x="486" y="5339"/>
                  </a:cubicBezTo>
                  <a:cubicBezTo>
                    <a:pt x="218" y="5339"/>
                    <a:pt x="0" y="5555"/>
                    <a:pt x="0" y="5823"/>
                  </a:cubicBezTo>
                  <a:lnTo>
                    <a:pt x="0" y="12131"/>
                  </a:lnTo>
                  <a:cubicBezTo>
                    <a:pt x="0" y="13204"/>
                    <a:pt x="871" y="14073"/>
                    <a:pt x="1943" y="14073"/>
                  </a:cubicBezTo>
                  <a:lnTo>
                    <a:pt x="1943" y="15529"/>
                  </a:lnTo>
                  <a:cubicBezTo>
                    <a:pt x="1943" y="16064"/>
                    <a:pt x="2375" y="16500"/>
                    <a:pt x="2912" y="16500"/>
                  </a:cubicBezTo>
                  <a:lnTo>
                    <a:pt x="14558" y="16500"/>
                  </a:lnTo>
                  <a:cubicBezTo>
                    <a:pt x="15093" y="16500"/>
                    <a:pt x="15527" y="16066"/>
                    <a:pt x="15527" y="15529"/>
                  </a:cubicBezTo>
                  <a:lnTo>
                    <a:pt x="15527" y="14073"/>
                  </a:lnTo>
                  <a:cubicBezTo>
                    <a:pt x="16600" y="14073"/>
                    <a:pt x="17470" y="13203"/>
                    <a:pt x="17470" y="12131"/>
                  </a:cubicBezTo>
                  <a:lnTo>
                    <a:pt x="17470" y="5823"/>
                  </a:lnTo>
                  <a:cubicBezTo>
                    <a:pt x="17470" y="5555"/>
                    <a:pt x="17253" y="5339"/>
                    <a:pt x="16985" y="5339"/>
                  </a:cubicBezTo>
                  <a:cubicBezTo>
                    <a:pt x="16717" y="5339"/>
                    <a:pt x="16499" y="5121"/>
                    <a:pt x="16499" y="4854"/>
                  </a:cubicBezTo>
                  <a:lnTo>
                    <a:pt x="16499" y="485"/>
                  </a:lnTo>
                  <a:cubicBezTo>
                    <a:pt x="16499" y="217"/>
                    <a:pt x="16283" y="1"/>
                    <a:pt x="16015" y="1"/>
                  </a:cubicBezTo>
                  <a:lnTo>
                    <a:pt x="15530" y="1"/>
                  </a:lnTo>
                  <a:lnTo>
                    <a:pt x="9421" y="6107"/>
                  </a:lnTo>
                  <a:cubicBezTo>
                    <a:pt x="9230" y="6296"/>
                    <a:pt x="8982" y="6391"/>
                    <a:pt x="8733" y="6391"/>
                  </a:cubicBezTo>
                  <a:cubicBezTo>
                    <a:pt x="8485" y="6391"/>
                    <a:pt x="8237" y="6296"/>
                    <a:pt x="8048" y="6107"/>
                  </a:cubicBezTo>
                  <a:lnTo>
                    <a:pt x="19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9"/>
            <p:cNvSpPr/>
            <p:nvPr/>
          </p:nvSpPr>
          <p:spPr>
            <a:xfrm>
              <a:off x="906488" y="1704775"/>
              <a:ext cx="319925" cy="412500"/>
            </a:xfrm>
            <a:custGeom>
              <a:rect b="b" l="l" r="r" t="t"/>
              <a:pathLst>
                <a:path extrusionOk="0" h="16500" w="12797">
                  <a:moveTo>
                    <a:pt x="10856" y="1"/>
                  </a:moveTo>
                  <a:lnTo>
                    <a:pt x="8911" y="1943"/>
                  </a:lnTo>
                  <a:cubicBezTo>
                    <a:pt x="8818" y="8259"/>
                    <a:pt x="5233" y="13724"/>
                    <a:pt x="0" y="16500"/>
                  </a:cubicBezTo>
                  <a:lnTo>
                    <a:pt x="9884" y="16500"/>
                  </a:lnTo>
                  <a:cubicBezTo>
                    <a:pt x="10419" y="16500"/>
                    <a:pt x="10853" y="16066"/>
                    <a:pt x="10853" y="15529"/>
                  </a:cubicBezTo>
                  <a:lnTo>
                    <a:pt x="10853" y="14073"/>
                  </a:lnTo>
                  <a:cubicBezTo>
                    <a:pt x="11926" y="14073"/>
                    <a:pt x="12796" y="13203"/>
                    <a:pt x="12796" y="12131"/>
                  </a:cubicBezTo>
                  <a:lnTo>
                    <a:pt x="12796" y="5823"/>
                  </a:lnTo>
                  <a:cubicBezTo>
                    <a:pt x="12796" y="5555"/>
                    <a:pt x="12579" y="5339"/>
                    <a:pt x="12311" y="5339"/>
                  </a:cubicBezTo>
                  <a:cubicBezTo>
                    <a:pt x="12043" y="5339"/>
                    <a:pt x="11825" y="5121"/>
                    <a:pt x="11825" y="4854"/>
                  </a:cubicBezTo>
                  <a:lnTo>
                    <a:pt x="11825" y="485"/>
                  </a:lnTo>
                  <a:cubicBezTo>
                    <a:pt x="11825" y="217"/>
                    <a:pt x="11609" y="1"/>
                    <a:pt x="11341"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9"/>
            <p:cNvSpPr/>
            <p:nvPr/>
          </p:nvSpPr>
          <p:spPr>
            <a:xfrm>
              <a:off x="838188" y="2056575"/>
              <a:ext cx="339725" cy="60700"/>
            </a:xfrm>
            <a:custGeom>
              <a:rect b="b" l="l" r="r" t="t"/>
              <a:pathLst>
                <a:path extrusionOk="0" h="2428" w="13589">
                  <a:moveTo>
                    <a:pt x="1" y="1"/>
                  </a:moveTo>
                  <a:lnTo>
                    <a:pt x="1" y="1457"/>
                  </a:lnTo>
                  <a:cubicBezTo>
                    <a:pt x="1" y="1992"/>
                    <a:pt x="434" y="2428"/>
                    <a:pt x="970" y="2428"/>
                  </a:cubicBezTo>
                  <a:lnTo>
                    <a:pt x="12616" y="2428"/>
                  </a:lnTo>
                  <a:cubicBezTo>
                    <a:pt x="13153" y="2428"/>
                    <a:pt x="13588" y="1992"/>
                    <a:pt x="13588" y="1457"/>
                  </a:cubicBezTo>
                  <a:lnTo>
                    <a:pt x="1358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9"/>
            <p:cNvSpPr/>
            <p:nvPr/>
          </p:nvSpPr>
          <p:spPr>
            <a:xfrm>
              <a:off x="1044438" y="1815175"/>
              <a:ext cx="121325" cy="108025"/>
            </a:xfrm>
            <a:custGeom>
              <a:rect b="b" l="l" r="r" t="t"/>
              <a:pathLst>
                <a:path extrusionOk="0" h="4321" w="4853">
                  <a:moveTo>
                    <a:pt x="595" y="0"/>
                  </a:moveTo>
                  <a:cubicBezTo>
                    <a:pt x="380" y="0"/>
                    <a:pt x="190" y="142"/>
                    <a:pt x="130" y="348"/>
                  </a:cubicBezTo>
                  <a:cubicBezTo>
                    <a:pt x="45" y="634"/>
                    <a:pt x="1" y="938"/>
                    <a:pt x="1" y="1252"/>
                  </a:cubicBezTo>
                  <a:cubicBezTo>
                    <a:pt x="1" y="2769"/>
                    <a:pt x="1042" y="4030"/>
                    <a:pt x="2426" y="4320"/>
                  </a:cubicBezTo>
                  <a:cubicBezTo>
                    <a:pt x="3811" y="4029"/>
                    <a:pt x="4852" y="2766"/>
                    <a:pt x="4852" y="1252"/>
                  </a:cubicBezTo>
                  <a:cubicBezTo>
                    <a:pt x="4852" y="938"/>
                    <a:pt x="4807" y="634"/>
                    <a:pt x="4723" y="348"/>
                  </a:cubicBezTo>
                  <a:cubicBezTo>
                    <a:pt x="4663" y="142"/>
                    <a:pt x="4473" y="0"/>
                    <a:pt x="425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9"/>
            <p:cNvSpPr/>
            <p:nvPr/>
          </p:nvSpPr>
          <p:spPr>
            <a:xfrm>
              <a:off x="1044413" y="1815175"/>
              <a:ext cx="72800" cy="82125"/>
            </a:xfrm>
            <a:custGeom>
              <a:rect b="b" l="l" r="r" t="t"/>
              <a:pathLst>
                <a:path extrusionOk="0" h="3285" w="2912">
                  <a:moveTo>
                    <a:pt x="596" y="0"/>
                  </a:moveTo>
                  <a:cubicBezTo>
                    <a:pt x="380" y="0"/>
                    <a:pt x="189" y="142"/>
                    <a:pt x="131" y="347"/>
                  </a:cubicBezTo>
                  <a:cubicBezTo>
                    <a:pt x="46" y="633"/>
                    <a:pt x="0" y="937"/>
                    <a:pt x="0" y="1251"/>
                  </a:cubicBezTo>
                  <a:cubicBezTo>
                    <a:pt x="0" y="2027"/>
                    <a:pt x="274" y="2737"/>
                    <a:pt x="729" y="3284"/>
                  </a:cubicBezTo>
                  <a:cubicBezTo>
                    <a:pt x="1990" y="2906"/>
                    <a:pt x="2912" y="1706"/>
                    <a:pt x="2912" y="280"/>
                  </a:cubicBezTo>
                  <a:cubicBezTo>
                    <a:pt x="2912" y="186"/>
                    <a:pt x="2909" y="93"/>
                    <a:pt x="2899"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9"/>
            <p:cNvSpPr/>
            <p:nvPr/>
          </p:nvSpPr>
          <p:spPr>
            <a:xfrm>
              <a:off x="719988" y="1550125"/>
              <a:ext cx="576300" cy="576125"/>
            </a:xfrm>
            <a:custGeom>
              <a:rect b="b" l="l" r="r" t="t"/>
              <a:pathLst>
                <a:path extrusionOk="0" h="23045" w="23052">
                  <a:moveTo>
                    <a:pt x="11522" y="5775"/>
                  </a:moveTo>
                  <a:cubicBezTo>
                    <a:pt x="11566" y="5775"/>
                    <a:pt x="11609" y="5781"/>
                    <a:pt x="11651" y="5793"/>
                  </a:cubicBezTo>
                  <a:lnTo>
                    <a:pt x="14465" y="6609"/>
                  </a:lnTo>
                  <a:lnTo>
                    <a:pt x="11606" y="9467"/>
                  </a:lnTo>
                  <a:cubicBezTo>
                    <a:pt x="11576" y="9498"/>
                    <a:pt x="11539" y="9502"/>
                    <a:pt x="11520" y="9502"/>
                  </a:cubicBezTo>
                  <a:cubicBezTo>
                    <a:pt x="11503" y="9502"/>
                    <a:pt x="11466" y="9498"/>
                    <a:pt x="11435" y="9467"/>
                  </a:cubicBezTo>
                  <a:lnTo>
                    <a:pt x="8577" y="6609"/>
                  </a:lnTo>
                  <a:lnTo>
                    <a:pt x="11391" y="5793"/>
                  </a:lnTo>
                  <a:cubicBezTo>
                    <a:pt x="11434" y="5781"/>
                    <a:pt x="11478" y="5775"/>
                    <a:pt x="11522" y="5775"/>
                  </a:cubicBezTo>
                  <a:close/>
                  <a:moveTo>
                    <a:pt x="3395" y="8112"/>
                  </a:moveTo>
                  <a:lnTo>
                    <a:pt x="3395" y="9704"/>
                  </a:lnTo>
                  <a:lnTo>
                    <a:pt x="1192" y="9704"/>
                  </a:lnTo>
                  <a:cubicBezTo>
                    <a:pt x="935" y="9704"/>
                    <a:pt x="724" y="9494"/>
                    <a:pt x="724" y="9237"/>
                  </a:cubicBezTo>
                  <a:cubicBezTo>
                    <a:pt x="724" y="9030"/>
                    <a:pt x="864" y="8846"/>
                    <a:pt x="1063" y="8787"/>
                  </a:cubicBezTo>
                  <a:lnTo>
                    <a:pt x="3395" y="8112"/>
                  </a:lnTo>
                  <a:close/>
                  <a:moveTo>
                    <a:pt x="19651" y="8112"/>
                  </a:moveTo>
                  <a:lnTo>
                    <a:pt x="21983" y="8789"/>
                  </a:lnTo>
                  <a:cubicBezTo>
                    <a:pt x="22182" y="8846"/>
                    <a:pt x="22320" y="9030"/>
                    <a:pt x="22320" y="9238"/>
                  </a:cubicBezTo>
                  <a:cubicBezTo>
                    <a:pt x="22318" y="9494"/>
                    <a:pt x="22109" y="9704"/>
                    <a:pt x="21851" y="9704"/>
                  </a:cubicBezTo>
                  <a:lnTo>
                    <a:pt x="19651" y="9704"/>
                  </a:lnTo>
                  <a:lnTo>
                    <a:pt x="19651" y="8112"/>
                  </a:lnTo>
                  <a:close/>
                  <a:moveTo>
                    <a:pt x="17236" y="10965"/>
                  </a:moveTo>
                  <a:cubicBezTo>
                    <a:pt x="17289" y="10965"/>
                    <a:pt x="17337" y="11000"/>
                    <a:pt x="17353" y="11051"/>
                  </a:cubicBezTo>
                  <a:cubicBezTo>
                    <a:pt x="17429" y="11311"/>
                    <a:pt x="17466" y="11581"/>
                    <a:pt x="17466" y="11853"/>
                  </a:cubicBezTo>
                  <a:cubicBezTo>
                    <a:pt x="17466" y="13137"/>
                    <a:pt x="16604" y="14259"/>
                    <a:pt x="15404" y="14547"/>
                  </a:cubicBezTo>
                  <a:cubicBezTo>
                    <a:pt x="14205" y="14259"/>
                    <a:pt x="13342" y="13139"/>
                    <a:pt x="13342" y="11853"/>
                  </a:cubicBezTo>
                  <a:cubicBezTo>
                    <a:pt x="13342" y="11581"/>
                    <a:pt x="13379" y="11311"/>
                    <a:pt x="13456" y="11051"/>
                  </a:cubicBezTo>
                  <a:cubicBezTo>
                    <a:pt x="13470" y="11000"/>
                    <a:pt x="13519" y="10965"/>
                    <a:pt x="13573" y="10965"/>
                  </a:cubicBezTo>
                  <a:close/>
                  <a:moveTo>
                    <a:pt x="18801" y="6551"/>
                  </a:moveTo>
                  <a:cubicBezTo>
                    <a:pt x="18869" y="6551"/>
                    <a:pt x="18922" y="6606"/>
                    <a:pt x="18922" y="6671"/>
                  </a:cubicBezTo>
                  <a:lnTo>
                    <a:pt x="18922" y="11040"/>
                  </a:lnTo>
                  <a:cubicBezTo>
                    <a:pt x="18922" y="11506"/>
                    <a:pt x="19304" y="11888"/>
                    <a:pt x="19771" y="11888"/>
                  </a:cubicBezTo>
                  <a:cubicBezTo>
                    <a:pt x="19838" y="11888"/>
                    <a:pt x="19892" y="11944"/>
                    <a:pt x="19892" y="12009"/>
                  </a:cubicBezTo>
                  <a:lnTo>
                    <a:pt x="19892" y="18317"/>
                  </a:lnTo>
                  <a:cubicBezTo>
                    <a:pt x="19892" y="19187"/>
                    <a:pt x="19185" y="19895"/>
                    <a:pt x="18315" y="19895"/>
                  </a:cubicBezTo>
                  <a:lnTo>
                    <a:pt x="4726" y="19895"/>
                  </a:lnTo>
                  <a:cubicBezTo>
                    <a:pt x="3856" y="19895"/>
                    <a:pt x="3149" y="19187"/>
                    <a:pt x="3149" y="18317"/>
                  </a:cubicBezTo>
                  <a:lnTo>
                    <a:pt x="3149" y="12009"/>
                  </a:lnTo>
                  <a:cubicBezTo>
                    <a:pt x="3149" y="11942"/>
                    <a:pt x="3204" y="11888"/>
                    <a:pt x="3270" y="11888"/>
                  </a:cubicBezTo>
                  <a:cubicBezTo>
                    <a:pt x="3738" y="11888"/>
                    <a:pt x="4119" y="11509"/>
                    <a:pt x="4119" y="11040"/>
                  </a:cubicBezTo>
                  <a:lnTo>
                    <a:pt x="4119" y="6671"/>
                  </a:lnTo>
                  <a:cubicBezTo>
                    <a:pt x="4119" y="6603"/>
                    <a:pt x="4175" y="6551"/>
                    <a:pt x="4240" y="6551"/>
                  </a:cubicBezTo>
                  <a:lnTo>
                    <a:pt x="4574" y="6551"/>
                  </a:lnTo>
                  <a:lnTo>
                    <a:pt x="10574" y="12551"/>
                  </a:lnTo>
                  <a:cubicBezTo>
                    <a:pt x="10834" y="12811"/>
                    <a:pt x="11177" y="12941"/>
                    <a:pt x="11518" y="12941"/>
                  </a:cubicBezTo>
                  <a:cubicBezTo>
                    <a:pt x="11859" y="12941"/>
                    <a:pt x="12201" y="12812"/>
                    <a:pt x="12461" y="12551"/>
                  </a:cubicBezTo>
                  <a:lnTo>
                    <a:pt x="12647" y="12364"/>
                  </a:lnTo>
                  <a:cubicBezTo>
                    <a:pt x="12855" y="13797"/>
                    <a:pt x="13918" y="14981"/>
                    <a:pt x="15326" y="15276"/>
                  </a:cubicBezTo>
                  <a:cubicBezTo>
                    <a:pt x="15352" y="15282"/>
                    <a:pt x="15376" y="15283"/>
                    <a:pt x="15400" y="15283"/>
                  </a:cubicBezTo>
                  <a:cubicBezTo>
                    <a:pt x="15426" y="15283"/>
                    <a:pt x="15450" y="15282"/>
                    <a:pt x="15475" y="15276"/>
                  </a:cubicBezTo>
                  <a:cubicBezTo>
                    <a:pt x="17049" y="14945"/>
                    <a:pt x="18191" y="13507"/>
                    <a:pt x="18191" y="11853"/>
                  </a:cubicBezTo>
                  <a:cubicBezTo>
                    <a:pt x="18191" y="11512"/>
                    <a:pt x="18143" y="11172"/>
                    <a:pt x="18048" y="10848"/>
                  </a:cubicBezTo>
                  <a:cubicBezTo>
                    <a:pt x="17942" y="10489"/>
                    <a:pt x="17607" y="10238"/>
                    <a:pt x="17232" y="10238"/>
                  </a:cubicBezTo>
                  <a:lnTo>
                    <a:pt x="13570" y="10238"/>
                  </a:lnTo>
                  <a:cubicBezTo>
                    <a:pt x="13195" y="10238"/>
                    <a:pt x="12859" y="10489"/>
                    <a:pt x="12754" y="10848"/>
                  </a:cubicBezTo>
                  <a:cubicBezTo>
                    <a:pt x="12707" y="11007"/>
                    <a:pt x="12672" y="11171"/>
                    <a:pt x="12647" y="11334"/>
                  </a:cubicBezTo>
                  <a:lnTo>
                    <a:pt x="11947" y="12035"/>
                  </a:lnTo>
                  <a:cubicBezTo>
                    <a:pt x="11833" y="12150"/>
                    <a:pt x="11681" y="12212"/>
                    <a:pt x="11519" y="12212"/>
                  </a:cubicBezTo>
                  <a:cubicBezTo>
                    <a:pt x="11357" y="12212"/>
                    <a:pt x="11205" y="12148"/>
                    <a:pt x="11091" y="12035"/>
                  </a:cubicBezTo>
                  <a:lnTo>
                    <a:pt x="5606" y="6551"/>
                  </a:lnTo>
                  <a:lnTo>
                    <a:pt x="7237" y="6551"/>
                  </a:lnTo>
                  <a:cubicBezTo>
                    <a:pt x="7398" y="6551"/>
                    <a:pt x="7551" y="6615"/>
                    <a:pt x="7665" y="6728"/>
                  </a:cubicBezTo>
                  <a:lnTo>
                    <a:pt x="10919" y="9983"/>
                  </a:lnTo>
                  <a:cubicBezTo>
                    <a:pt x="11079" y="10142"/>
                    <a:pt x="11292" y="10231"/>
                    <a:pt x="11519" y="10231"/>
                  </a:cubicBezTo>
                  <a:cubicBezTo>
                    <a:pt x="11746" y="10231"/>
                    <a:pt x="11960" y="10142"/>
                    <a:pt x="12120" y="9983"/>
                  </a:cubicBezTo>
                  <a:lnTo>
                    <a:pt x="15376" y="6728"/>
                  </a:lnTo>
                  <a:cubicBezTo>
                    <a:pt x="15490" y="6613"/>
                    <a:pt x="15643" y="6551"/>
                    <a:pt x="15804" y="6551"/>
                  </a:cubicBezTo>
                  <a:lnTo>
                    <a:pt x="17435" y="6551"/>
                  </a:lnTo>
                  <a:lnTo>
                    <a:pt x="15146" y="8840"/>
                  </a:lnTo>
                  <a:cubicBezTo>
                    <a:pt x="15004" y="8982"/>
                    <a:pt x="15004" y="9214"/>
                    <a:pt x="15146" y="9356"/>
                  </a:cubicBezTo>
                  <a:cubicBezTo>
                    <a:pt x="15217" y="9427"/>
                    <a:pt x="15308" y="9462"/>
                    <a:pt x="15403" y="9462"/>
                  </a:cubicBezTo>
                  <a:cubicBezTo>
                    <a:pt x="15497" y="9462"/>
                    <a:pt x="15589" y="9427"/>
                    <a:pt x="15660" y="9356"/>
                  </a:cubicBezTo>
                  <a:lnTo>
                    <a:pt x="18467" y="6551"/>
                  </a:lnTo>
                  <a:close/>
                  <a:moveTo>
                    <a:pt x="17952" y="20622"/>
                  </a:moveTo>
                  <a:lnTo>
                    <a:pt x="17952" y="21715"/>
                  </a:lnTo>
                  <a:cubicBezTo>
                    <a:pt x="17952" y="22049"/>
                    <a:pt x="17680" y="22321"/>
                    <a:pt x="17344" y="22321"/>
                  </a:cubicBezTo>
                  <a:lnTo>
                    <a:pt x="16739" y="22321"/>
                  </a:lnTo>
                  <a:lnTo>
                    <a:pt x="16739" y="21715"/>
                  </a:lnTo>
                  <a:cubicBezTo>
                    <a:pt x="16739" y="21515"/>
                    <a:pt x="16575" y="21351"/>
                    <a:pt x="16375" y="21351"/>
                  </a:cubicBezTo>
                  <a:cubicBezTo>
                    <a:pt x="16173" y="21351"/>
                    <a:pt x="16010" y="21515"/>
                    <a:pt x="16010" y="21715"/>
                  </a:cubicBezTo>
                  <a:lnTo>
                    <a:pt x="16010" y="22321"/>
                  </a:lnTo>
                  <a:lnTo>
                    <a:pt x="14798" y="22321"/>
                  </a:lnTo>
                  <a:lnTo>
                    <a:pt x="14798" y="21715"/>
                  </a:lnTo>
                  <a:cubicBezTo>
                    <a:pt x="14798" y="21515"/>
                    <a:pt x="14634" y="21351"/>
                    <a:pt x="14432" y="21351"/>
                  </a:cubicBezTo>
                  <a:cubicBezTo>
                    <a:pt x="14232" y="21351"/>
                    <a:pt x="14069" y="21515"/>
                    <a:pt x="14069" y="21715"/>
                  </a:cubicBezTo>
                  <a:lnTo>
                    <a:pt x="14069" y="22321"/>
                  </a:lnTo>
                  <a:lnTo>
                    <a:pt x="12855" y="22321"/>
                  </a:lnTo>
                  <a:lnTo>
                    <a:pt x="12855" y="21715"/>
                  </a:lnTo>
                  <a:cubicBezTo>
                    <a:pt x="12855" y="21515"/>
                    <a:pt x="12691" y="21351"/>
                    <a:pt x="12491" y="21351"/>
                  </a:cubicBezTo>
                  <a:cubicBezTo>
                    <a:pt x="12291" y="21351"/>
                    <a:pt x="12127" y="21515"/>
                    <a:pt x="12127" y="21715"/>
                  </a:cubicBezTo>
                  <a:lnTo>
                    <a:pt x="12127" y="22321"/>
                  </a:lnTo>
                  <a:lnTo>
                    <a:pt x="10914" y="22321"/>
                  </a:lnTo>
                  <a:lnTo>
                    <a:pt x="10914" y="21715"/>
                  </a:lnTo>
                  <a:cubicBezTo>
                    <a:pt x="10914" y="21515"/>
                    <a:pt x="10750" y="21351"/>
                    <a:pt x="10550" y="21351"/>
                  </a:cubicBezTo>
                  <a:cubicBezTo>
                    <a:pt x="10348" y="21351"/>
                    <a:pt x="10185" y="21515"/>
                    <a:pt x="10185" y="21715"/>
                  </a:cubicBezTo>
                  <a:lnTo>
                    <a:pt x="10185" y="22321"/>
                  </a:lnTo>
                  <a:lnTo>
                    <a:pt x="8972" y="22321"/>
                  </a:lnTo>
                  <a:lnTo>
                    <a:pt x="8972" y="21715"/>
                  </a:lnTo>
                  <a:cubicBezTo>
                    <a:pt x="8972" y="21515"/>
                    <a:pt x="8809" y="21351"/>
                    <a:pt x="8607" y="21351"/>
                  </a:cubicBezTo>
                  <a:cubicBezTo>
                    <a:pt x="8407" y="21351"/>
                    <a:pt x="8243" y="21515"/>
                    <a:pt x="8243" y="21715"/>
                  </a:cubicBezTo>
                  <a:lnTo>
                    <a:pt x="8243" y="22321"/>
                  </a:lnTo>
                  <a:lnTo>
                    <a:pt x="7030" y="22321"/>
                  </a:lnTo>
                  <a:lnTo>
                    <a:pt x="7030" y="21715"/>
                  </a:lnTo>
                  <a:cubicBezTo>
                    <a:pt x="7030" y="21515"/>
                    <a:pt x="6866" y="21351"/>
                    <a:pt x="6666" y="21351"/>
                  </a:cubicBezTo>
                  <a:cubicBezTo>
                    <a:pt x="6466" y="21351"/>
                    <a:pt x="6302" y="21515"/>
                    <a:pt x="6302" y="21715"/>
                  </a:cubicBezTo>
                  <a:lnTo>
                    <a:pt x="6302" y="22321"/>
                  </a:lnTo>
                  <a:lnTo>
                    <a:pt x="5697" y="22321"/>
                  </a:lnTo>
                  <a:cubicBezTo>
                    <a:pt x="5363" y="22321"/>
                    <a:pt x="5091" y="22049"/>
                    <a:pt x="5091" y="21715"/>
                  </a:cubicBezTo>
                  <a:lnTo>
                    <a:pt x="5091" y="20622"/>
                  </a:lnTo>
                  <a:close/>
                  <a:moveTo>
                    <a:pt x="11525" y="1"/>
                  </a:moveTo>
                  <a:cubicBezTo>
                    <a:pt x="10521" y="1"/>
                    <a:pt x="9706" y="818"/>
                    <a:pt x="9706" y="1820"/>
                  </a:cubicBezTo>
                  <a:lnTo>
                    <a:pt x="9706" y="2304"/>
                  </a:lnTo>
                  <a:cubicBezTo>
                    <a:pt x="9706" y="2506"/>
                    <a:pt x="9869" y="2670"/>
                    <a:pt x="10070" y="2670"/>
                  </a:cubicBezTo>
                  <a:cubicBezTo>
                    <a:pt x="10271" y="2670"/>
                    <a:pt x="10433" y="2506"/>
                    <a:pt x="10433" y="2304"/>
                  </a:cubicBezTo>
                  <a:lnTo>
                    <a:pt x="10433" y="1820"/>
                  </a:lnTo>
                  <a:cubicBezTo>
                    <a:pt x="10433" y="1217"/>
                    <a:pt x="10924" y="727"/>
                    <a:pt x="11526" y="727"/>
                  </a:cubicBezTo>
                  <a:cubicBezTo>
                    <a:pt x="12129" y="727"/>
                    <a:pt x="12619" y="1217"/>
                    <a:pt x="12619" y="1820"/>
                  </a:cubicBezTo>
                  <a:lnTo>
                    <a:pt x="12619" y="2790"/>
                  </a:lnTo>
                  <a:cubicBezTo>
                    <a:pt x="12619" y="3392"/>
                    <a:pt x="12129" y="3882"/>
                    <a:pt x="11526" y="3882"/>
                  </a:cubicBezTo>
                  <a:cubicBezTo>
                    <a:pt x="11326" y="3882"/>
                    <a:pt x="11162" y="4045"/>
                    <a:pt x="11162" y="4247"/>
                  </a:cubicBezTo>
                  <a:lnTo>
                    <a:pt x="11162" y="5103"/>
                  </a:lnTo>
                  <a:lnTo>
                    <a:pt x="8029" y="6011"/>
                  </a:lnTo>
                  <a:cubicBezTo>
                    <a:pt x="8007" y="6016"/>
                    <a:pt x="7988" y="6025"/>
                    <a:pt x="7968" y="6033"/>
                  </a:cubicBezTo>
                  <a:cubicBezTo>
                    <a:pt x="7753" y="5895"/>
                    <a:pt x="7504" y="5819"/>
                    <a:pt x="7243" y="5819"/>
                  </a:cubicBezTo>
                  <a:lnTo>
                    <a:pt x="4249" y="5819"/>
                  </a:lnTo>
                  <a:cubicBezTo>
                    <a:pt x="3780" y="5819"/>
                    <a:pt x="3399" y="6198"/>
                    <a:pt x="3399" y="6667"/>
                  </a:cubicBezTo>
                  <a:lnTo>
                    <a:pt x="3399" y="7351"/>
                  </a:lnTo>
                  <a:lnTo>
                    <a:pt x="865" y="8087"/>
                  </a:lnTo>
                  <a:cubicBezTo>
                    <a:pt x="356" y="8235"/>
                    <a:pt x="1" y="8706"/>
                    <a:pt x="1" y="9234"/>
                  </a:cubicBezTo>
                  <a:cubicBezTo>
                    <a:pt x="1" y="9893"/>
                    <a:pt x="538" y="10430"/>
                    <a:pt x="1196" y="10430"/>
                  </a:cubicBezTo>
                  <a:lnTo>
                    <a:pt x="3397" y="10430"/>
                  </a:lnTo>
                  <a:lnTo>
                    <a:pt x="3397" y="11036"/>
                  </a:lnTo>
                  <a:cubicBezTo>
                    <a:pt x="3397" y="11102"/>
                    <a:pt x="3343" y="11156"/>
                    <a:pt x="3277" y="11156"/>
                  </a:cubicBezTo>
                  <a:cubicBezTo>
                    <a:pt x="2808" y="11156"/>
                    <a:pt x="2428" y="11536"/>
                    <a:pt x="2428" y="12005"/>
                  </a:cubicBezTo>
                  <a:lnTo>
                    <a:pt x="2428" y="18313"/>
                  </a:lnTo>
                  <a:cubicBezTo>
                    <a:pt x="2428" y="19461"/>
                    <a:pt x="3270" y="20415"/>
                    <a:pt x="4369" y="20588"/>
                  </a:cubicBezTo>
                  <a:lnTo>
                    <a:pt x="4369" y="21710"/>
                  </a:lnTo>
                  <a:cubicBezTo>
                    <a:pt x="4369" y="22446"/>
                    <a:pt x="4968" y="23044"/>
                    <a:pt x="5704" y="23044"/>
                  </a:cubicBezTo>
                  <a:lnTo>
                    <a:pt x="17350" y="23044"/>
                  </a:lnTo>
                  <a:cubicBezTo>
                    <a:pt x="18085" y="23044"/>
                    <a:pt x="18683" y="22446"/>
                    <a:pt x="18683" y="21710"/>
                  </a:cubicBezTo>
                  <a:lnTo>
                    <a:pt x="18683" y="20588"/>
                  </a:lnTo>
                  <a:cubicBezTo>
                    <a:pt x="19781" y="20414"/>
                    <a:pt x="20626" y="19459"/>
                    <a:pt x="20626" y="18313"/>
                  </a:cubicBezTo>
                  <a:lnTo>
                    <a:pt x="20626" y="12005"/>
                  </a:lnTo>
                  <a:cubicBezTo>
                    <a:pt x="20626" y="11536"/>
                    <a:pt x="20245" y="11156"/>
                    <a:pt x="19776" y="11156"/>
                  </a:cubicBezTo>
                  <a:cubicBezTo>
                    <a:pt x="19709" y="11156"/>
                    <a:pt x="19655" y="11101"/>
                    <a:pt x="19655" y="11036"/>
                  </a:cubicBezTo>
                  <a:lnTo>
                    <a:pt x="19655" y="10432"/>
                  </a:lnTo>
                  <a:lnTo>
                    <a:pt x="21856" y="10432"/>
                  </a:lnTo>
                  <a:cubicBezTo>
                    <a:pt x="22516" y="10432"/>
                    <a:pt x="23051" y="9896"/>
                    <a:pt x="23051" y="9237"/>
                  </a:cubicBezTo>
                  <a:cubicBezTo>
                    <a:pt x="23047" y="8709"/>
                    <a:pt x="22693" y="8236"/>
                    <a:pt x="22185" y="8088"/>
                  </a:cubicBezTo>
                  <a:lnTo>
                    <a:pt x="19651" y="7354"/>
                  </a:lnTo>
                  <a:lnTo>
                    <a:pt x="19651" y="6670"/>
                  </a:lnTo>
                  <a:cubicBezTo>
                    <a:pt x="19651" y="6201"/>
                    <a:pt x="19270" y="5820"/>
                    <a:pt x="18801" y="5820"/>
                  </a:cubicBezTo>
                  <a:lnTo>
                    <a:pt x="15807" y="5820"/>
                  </a:lnTo>
                  <a:cubicBezTo>
                    <a:pt x="15545" y="5820"/>
                    <a:pt x="15295" y="5895"/>
                    <a:pt x="15082" y="6035"/>
                  </a:cubicBezTo>
                  <a:cubicBezTo>
                    <a:pt x="15062" y="6026"/>
                    <a:pt x="15042" y="6018"/>
                    <a:pt x="15021" y="6012"/>
                  </a:cubicBezTo>
                  <a:lnTo>
                    <a:pt x="11887" y="5104"/>
                  </a:lnTo>
                  <a:lnTo>
                    <a:pt x="11887" y="4574"/>
                  </a:lnTo>
                  <a:cubicBezTo>
                    <a:pt x="12717" y="4405"/>
                    <a:pt x="13344" y="3669"/>
                    <a:pt x="13344" y="2790"/>
                  </a:cubicBezTo>
                  <a:lnTo>
                    <a:pt x="13344" y="1820"/>
                  </a:lnTo>
                  <a:cubicBezTo>
                    <a:pt x="13344" y="816"/>
                    <a:pt x="12527" y="1"/>
                    <a:pt x="1152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4" name="Google Shape;6064;p69"/>
          <p:cNvGrpSpPr/>
          <p:nvPr/>
        </p:nvGrpSpPr>
        <p:grpSpPr>
          <a:xfrm>
            <a:off x="1599213" y="2457688"/>
            <a:ext cx="576325" cy="418600"/>
            <a:chOff x="1599213" y="2457688"/>
            <a:chExt cx="576325" cy="418600"/>
          </a:xfrm>
        </p:grpSpPr>
        <p:sp>
          <p:nvSpPr>
            <p:cNvPr id="6065" name="Google Shape;6065;p69"/>
            <p:cNvSpPr/>
            <p:nvPr/>
          </p:nvSpPr>
          <p:spPr>
            <a:xfrm>
              <a:off x="1608338" y="2466813"/>
              <a:ext cx="558100" cy="339675"/>
            </a:xfrm>
            <a:custGeom>
              <a:rect b="b" l="l" r="r" t="t"/>
              <a:pathLst>
                <a:path extrusionOk="0" h="13587" w="22324">
                  <a:moveTo>
                    <a:pt x="971" y="0"/>
                  </a:moveTo>
                  <a:cubicBezTo>
                    <a:pt x="437" y="0"/>
                    <a:pt x="1" y="434"/>
                    <a:pt x="1" y="970"/>
                  </a:cubicBezTo>
                  <a:lnTo>
                    <a:pt x="1" y="12616"/>
                  </a:lnTo>
                  <a:cubicBezTo>
                    <a:pt x="1" y="13150"/>
                    <a:pt x="434" y="13586"/>
                    <a:pt x="971" y="13586"/>
                  </a:cubicBezTo>
                  <a:lnTo>
                    <a:pt x="21353" y="13586"/>
                  </a:lnTo>
                  <a:cubicBezTo>
                    <a:pt x="21888" y="13586"/>
                    <a:pt x="22323" y="13153"/>
                    <a:pt x="22323" y="12616"/>
                  </a:cubicBezTo>
                  <a:lnTo>
                    <a:pt x="22323" y="8734"/>
                  </a:lnTo>
                  <a:cubicBezTo>
                    <a:pt x="22323" y="7127"/>
                    <a:pt x="21019" y="5823"/>
                    <a:pt x="19413" y="5823"/>
                  </a:cubicBezTo>
                  <a:lnTo>
                    <a:pt x="17956" y="5823"/>
                  </a:lnTo>
                  <a:lnTo>
                    <a:pt x="17956" y="4853"/>
                  </a:lnTo>
                  <a:cubicBezTo>
                    <a:pt x="17956" y="2172"/>
                    <a:pt x="15785" y="0"/>
                    <a:pt x="1310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9"/>
            <p:cNvSpPr/>
            <p:nvPr/>
          </p:nvSpPr>
          <p:spPr>
            <a:xfrm>
              <a:off x="1850963" y="2515338"/>
              <a:ext cx="109225" cy="291175"/>
            </a:xfrm>
            <a:custGeom>
              <a:rect b="b" l="l" r="r" t="t"/>
              <a:pathLst>
                <a:path extrusionOk="0" h="11647" w="4369">
                  <a:moveTo>
                    <a:pt x="0" y="1"/>
                  </a:moveTo>
                  <a:lnTo>
                    <a:pt x="0" y="11647"/>
                  </a:lnTo>
                  <a:lnTo>
                    <a:pt x="4369" y="11647"/>
                  </a:lnTo>
                  <a:lnTo>
                    <a:pt x="436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9"/>
            <p:cNvSpPr/>
            <p:nvPr/>
          </p:nvSpPr>
          <p:spPr>
            <a:xfrm>
              <a:off x="1905588" y="2515338"/>
              <a:ext cx="54600" cy="291175"/>
            </a:xfrm>
            <a:custGeom>
              <a:rect b="b" l="l" r="r" t="t"/>
              <a:pathLst>
                <a:path extrusionOk="0" h="11647" w="2184">
                  <a:moveTo>
                    <a:pt x="1" y="1"/>
                  </a:moveTo>
                  <a:lnTo>
                    <a:pt x="1" y="11647"/>
                  </a:lnTo>
                  <a:lnTo>
                    <a:pt x="2184" y="11647"/>
                  </a:lnTo>
                  <a:lnTo>
                    <a:pt x="2184" y="1"/>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9"/>
            <p:cNvSpPr/>
            <p:nvPr/>
          </p:nvSpPr>
          <p:spPr>
            <a:xfrm>
              <a:off x="1608338" y="2515313"/>
              <a:ext cx="448875" cy="97050"/>
            </a:xfrm>
            <a:custGeom>
              <a:rect b="b" l="l" r="r" t="t"/>
              <a:pathLst>
                <a:path extrusionOk="0" h="3882" w="17955">
                  <a:moveTo>
                    <a:pt x="1" y="0"/>
                  </a:moveTo>
                  <a:lnTo>
                    <a:pt x="1" y="3881"/>
                  </a:lnTo>
                  <a:lnTo>
                    <a:pt x="17955" y="3881"/>
                  </a:lnTo>
                  <a:lnTo>
                    <a:pt x="17955" y="2911"/>
                  </a:lnTo>
                  <a:cubicBezTo>
                    <a:pt x="17955" y="1819"/>
                    <a:pt x="17594" y="812"/>
                    <a:pt x="16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9"/>
            <p:cNvSpPr/>
            <p:nvPr/>
          </p:nvSpPr>
          <p:spPr>
            <a:xfrm>
              <a:off x="1644713" y="2515313"/>
              <a:ext cx="402925" cy="97075"/>
            </a:xfrm>
            <a:custGeom>
              <a:rect b="b" l="l" r="r" t="t"/>
              <a:pathLst>
                <a:path extrusionOk="0" h="3883" w="16117">
                  <a:moveTo>
                    <a:pt x="9707" y="0"/>
                  </a:moveTo>
                  <a:lnTo>
                    <a:pt x="8250" y="3881"/>
                  </a:lnTo>
                  <a:lnTo>
                    <a:pt x="10433" y="3881"/>
                  </a:lnTo>
                  <a:lnTo>
                    <a:pt x="11890" y="0"/>
                  </a:lnTo>
                  <a:close/>
                  <a:moveTo>
                    <a:pt x="14074" y="0"/>
                  </a:moveTo>
                  <a:lnTo>
                    <a:pt x="12617" y="3881"/>
                  </a:lnTo>
                  <a:lnTo>
                    <a:pt x="15043" y="3881"/>
                  </a:lnTo>
                  <a:lnTo>
                    <a:pt x="16116" y="1019"/>
                  </a:lnTo>
                  <a:cubicBezTo>
                    <a:pt x="15964" y="655"/>
                    <a:pt x="15765" y="314"/>
                    <a:pt x="15531" y="0"/>
                  </a:cubicBezTo>
                  <a:close/>
                  <a:moveTo>
                    <a:pt x="1457" y="2"/>
                  </a:moveTo>
                  <a:lnTo>
                    <a:pt x="1" y="3883"/>
                  </a:lnTo>
                  <a:lnTo>
                    <a:pt x="5338" y="3883"/>
                  </a:lnTo>
                  <a:lnTo>
                    <a:pt x="6795" y="2"/>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9"/>
            <p:cNvSpPr/>
            <p:nvPr/>
          </p:nvSpPr>
          <p:spPr>
            <a:xfrm>
              <a:off x="1656838" y="2745813"/>
              <a:ext cx="473175" cy="121350"/>
            </a:xfrm>
            <a:custGeom>
              <a:rect b="b" l="l" r="r" t="t"/>
              <a:pathLst>
                <a:path extrusionOk="0" h="4854" w="18927">
                  <a:moveTo>
                    <a:pt x="2428" y="0"/>
                  </a:moveTo>
                  <a:cubicBezTo>
                    <a:pt x="1087" y="0"/>
                    <a:pt x="0" y="1087"/>
                    <a:pt x="0" y="2428"/>
                  </a:cubicBezTo>
                  <a:cubicBezTo>
                    <a:pt x="0" y="3766"/>
                    <a:pt x="1087" y="4853"/>
                    <a:pt x="2428" y="4853"/>
                  </a:cubicBezTo>
                  <a:cubicBezTo>
                    <a:pt x="3769" y="4853"/>
                    <a:pt x="4853" y="3766"/>
                    <a:pt x="4853" y="2428"/>
                  </a:cubicBezTo>
                  <a:cubicBezTo>
                    <a:pt x="4853" y="1087"/>
                    <a:pt x="3766" y="0"/>
                    <a:pt x="2428" y="0"/>
                  </a:cubicBezTo>
                  <a:close/>
                  <a:moveTo>
                    <a:pt x="16499" y="0"/>
                  </a:moveTo>
                  <a:cubicBezTo>
                    <a:pt x="15161" y="0"/>
                    <a:pt x="14074" y="1087"/>
                    <a:pt x="14074" y="2428"/>
                  </a:cubicBezTo>
                  <a:cubicBezTo>
                    <a:pt x="14074" y="3766"/>
                    <a:pt x="15161" y="4853"/>
                    <a:pt x="16499" y="4853"/>
                  </a:cubicBezTo>
                  <a:cubicBezTo>
                    <a:pt x="17841" y="4853"/>
                    <a:pt x="18927" y="3766"/>
                    <a:pt x="18927" y="2428"/>
                  </a:cubicBezTo>
                  <a:cubicBezTo>
                    <a:pt x="18927" y="1087"/>
                    <a:pt x="17840" y="0"/>
                    <a:pt x="164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9"/>
            <p:cNvSpPr/>
            <p:nvPr/>
          </p:nvSpPr>
          <p:spPr>
            <a:xfrm>
              <a:off x="1693238" y="2782213"/>
              <a:ext cx="400400" cy="48525"/>
            </a:xfrm>
            <a:custGeom>
              <a:rect b="b" l="l" r="r" t="t"/>
              <a:pathLst>
                <a:path extrusionOk="0" h="1941" w="16016">
                  <a:moveTo>
                    <a:pt x="972" y="1"/>
                  </a:moveTo>
                  <a:cubicBezTo>
                    <a:pt x="437" y="1"/>
                    <a:pt x="1" y="434"/>
                    <a:pt x="1" y="972"/>
                  </a:cubicBezTo>
                  <a:cubicBezTo>
                    <a:pt x="1" y="1506"/>
                    <a:pt x="434" y="1941"/>
                    <a:pt x="972" y="1941"/>
                  </a:cubicBezTo>
                  <a:cubicBezTo>
                    <a:pt x="1507" y="1941"/>
                    <a:pt x="1944" y="1506"/>
                    <a:pt x="1941" y="972"/>
                  </a:cubicBezTo>
                  <a:cubicBezTo>
                    <a:pt x="1941" y="437"/>
                    <a:pt x="1507" y="1"/>
                    <a:pt x="972" y="1"/>
                  </a:cubicBezTo>
                  <a:close/>
                  <a:moveTo>
                    <a:pt x="15046" y="1"/>
                  </a:moveTo>
                  <a:cubicBezTo>
                    <a:pt x="14509" y="1"/>
                    <a:pt x="14076" y="437"/>
                    <a:pt x="14076" y="972"/>
                  </a:cubicBezTo>
                  <a:cubicBezTo>
                    <a:pt x="14076" y="1507"/>
                    <a:pt x="14511" y="1941"/>
                    <a:pt x="15046" y="1941"/>
                  </a:cubicBezTo>
                  <a:cubicBezTo>
                    <a:pt x="15581" y="1941"/>
                    <a:pt x="16015" y="1506"/>
                    <a:pt x="16015" y="972"/>
                  </a:cubicBezTo>
                  <a:cubicBezTo>
                    <a:pt x="16015" y="434"/>
                    <a:pt x="15581" y="1"/>
                    <a:pt x="150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9"/>
            <p:cNvSpPr/>
            <p:nvPr/>
          </p:nvSpPr>
          <p:spPr>
            <a:xfrm>
              <a:off x="1599213" y="2457688"/>
              <a:ext cx="576325" cy="418600"/>
            </a:xfrm>
            <a:custGeom>
              <a:rect b="b" l="l" r="r" t="t"/>
              <a:pathLst>
                <a:path extrusionOk="0" h="16744" w="23053">
                  <a:moveTo>
                    <a:pt x="13468" y="728"/>
                  </a:moveTo>
                  <a:cubicBezTo>
                    <a:pt x="14653" y="728"/>
                    <a:pt x="15732" y="1190"/>
                    <a:pt x="16535" y="1940"/>
                  </a:cubicBezTo>
                  <a:lnTo>
                    <a:pt x="731" y="1940"/>
                  </a:lnTo>
                  <a:lnTo>
                    <a:pt x="731" y="1335"/>
                  </a:lnTo>
                  <a:cubicBezTo>
                    <a:pt x="728" y="1001"/>
                    <a:pt x="1002" y="728"/>
                    <a:pt x="1336" y="728"/>
                  </a:cubicBezTo>
                  <a:close/>
                  <a:moveTo>
                    <a:pt x="9706" y="2669"/>
                  </a:moveTo>
                  <a:lnTo>
                    <a:pt x="9706" y="5824"/>
                  </a:lnTo>
                  <a:lnTo>
                    <a:pt x="728" y="5824"/>
                  </a:lnTo>
                  <a:lnTo>
                    <a:pt x="728" y="2669"/>
                  </a:lnTo>
                  <a:close/>
                  <a:moveTo>
                    <a:pt x="14075" y="2669"/>
                  </a:moveTo>
                  <a:lnTo>
                    <a:pt x="14075" y="5824"/>
                  </a:lnTo>
                  <a:lnTo>
                    <a:pt x="10434" y="5824"/>
                  </a:lnTo>
                  <a:lnTo>
                    <a:pt x="10434" y="2669"/>
                  </a:lnTo>
                  <a:close/>
                  <a:moveTo>
                    <a:pt x="17162" y="2669"/>
                  </a:moveTo>
                  <a:cubicBezTo>
                    <a:pt x="17663" y="3394"/>
                    <a:pt x="17957" y="4271"/>
                    <a:pt x="17957" y="5216"/>
                  </a:cubicBezTo>
                  <a:lnTo>
                    <a:pt x="17957" y="5824"/>
                  </a:lnTo>
                  <a:lnTo>
                    <a:pt x="14803" y="5824"/>
                  </a:lnTo>
                  <a:lnTo>
                    <a:pt x="14803" y="2669"/>
                  </a:lnTo>
                  <a:close/>
                  <a:moveTo>
                    <a:pt x="16330" y="8250"/>
                  </a:moveTo>
                  <a:cubicBezTo>
                    <a:pt x="16130" y="8250"/>
                    <a:pt x="15966" y="8413"/>
                    <a:pt x="15966" y="8615"/>
                  </a:cubicBezTo>
                  <a:cubicBezTo>
                    <a:pt x="15966" y="8815"/>
                    <a:pt x="16130" y="8979"/>
                    <a:pt x="16330" y="8979"/>
                  </a:cubicBezTo>
                  <a:lnTo>
                    <a:pt x="16379" y="8979"/>
                  </a:lnTo>
                  <a:cubicBezTo>
                    <a:pt x="16579" y="8979"/>
                    <a:pt x="16742" y="8815"/>
                    <a:pt x="16742" y="8615"/>
                  </a:cubicBezTo>
                  <a:cubicBezTo>
                    <a:pt x="16742" y="8413"/>
                    <a:pt x="16580" y="8250"/>
                    <a:pt x="16379" y="8250"/>
                  </a:cubicBezTo>
                  <a:close/>
                  <a:moveTo>
                    <a:pt x="19776" y="6550"/>
                  </a:moveTo>
                  <a:cubicBezTo>
                    <a:pt x="20884" y="6550"/>
                    <a:pt x="21829" y="7261"/>
                    <a:pt x="22178" y="8248"/>
                  </a:cubicBezTo>
                  <a:lnTo>
                    <a:pt x="17835" y="8248"/>
                  </a:lnTo>
                  <a:cubicBezTo>
                    <a:pt x="17633" y="8248"/>
                    <a:pt x="17471" y="8412"/>
                    <a:pt x="17471" y="8612"/>
                  </a:cubicBezTo>
                  <a:cubicBezTo>
                    <a:pt x="17471" y="8814"/>
                    <a:pt x="17633" y="8977"/>
                    <a:pt x="17835" y="8977"/>
                  </a:cubicBezTo>
                  <a:lnTo>
                    <a:pt x="22320" y="8977"/>
                  </a:lnTo>
                  <a:cubicBezTo>
                    <a:pt x="22322" y="9017"/>
                    <a:pt x="22323" y="9057"/>
                    <a:pt x="22323" y="9098"/>
                  </a:cubicBezTo>
                  <a:lnTo>
                    <a:pt x="22325" y="12981"/>
                  </a:lnTo>
                  <a:cubicBezTo>
                    <a:pt x="22325" y="13315"/>
                    <a:pt x="22052" y="13586"/>
                    <a:pt x="21718" y="13586"/>
                  </a:cubicBezTo>
                  <a:lnTo>
                    <a:pt x="21573" y="13586"/>
                  </a:lnTo>
                  <a:cubicBezTo>
                    <a:pt x="21394" y="12219"/>
                    <a:pt x="20223" y="11160"/>
                    <a:pt x="18807" y="11160"/>
                  </a:cubicBezTo>
                  <a:cubicBezTo>
                    <a:pt x="17390" y="11160"/>
                    <a:pt x="16221" y="12219"/>
                    <a:pt x="16040" y="13586"/>
                  </a:cubicBezTo>
                  <a:lnTo>
                    <a:pt x="14803" y="13586"/>
                  </a:lnTo>
                  <a:lnTo>
                    <a:pt x="14803" y="6550"/>
                  </a:lnTo>
                  <a:close/>
                  <a:moveTo>
                    <a:pt x="9706" y="6550"/>
                  </a:moveTo>
                  <a:lnTo>
                    <a:pt x="9706" y="13589"/>
                  </a:lnTo>
                  <a:lnTo>
                    <a:pt x="7498" y="13589"/>
                  </a:lnTo>
                  <a:cubicBezTo>
                    <a:pt x="7319" y="12220"/>
                    <a:pt x="6148" y="11162"/>
                    <a:pt x="4733" y="11162"/>
                  </a:cubicBezTo>
                  <a:cubicBezTo>
                    <a:pt x="3317" y="11162"/>
                    <a:pt x="2146" y="12220"/>
                    <a:pt x="1967" y="13589"/>
                  </a:cubicBezTo>
                  <a:lnTo>
                    <a:pt x="1336" y="13589"/>
                  </a:lnTo>
                  <a:cubicBezTo>
                    <a:pt x="1002" y="13589"/>
                    <a:pt x="728" y="13316"/>
                    <a:pt x="728" y="12981"/>
                  </a:cubicBezTo>
                  <a:lnTo>
                    <a:pt x="728" y="8977"/>
                  </a:lnTo>
                  <a:lnTo>
                    <a:pt x="8129" y="8977"/>
                  </a:lnTo>
                  <a:cubicBezTo>
                    <a:pt x="8329" y="8977"/>
                    <a:pt x="8493" y="8814"/>
                    <a:pt x="8493" y="8612"/>
                  </a:cubicBezTo>
                  <a:cubicBezTo>
                    <a:pt x="8493" y="8412"/>
                    <a:pt x="8329" y="8248"/>
                    <a:pt x="8129" y="8248"/>
                  </a:cubicBezTo>
                  <a:lnTo>
                    <a:pt x="728" y="8248"/>
                  </a:lnTo>
                  <a:lnTo>
                    <a:pt x="728" y="6550"/>
                  </a:lnTo>
                  <a:close/>
                  <a:moveTo>
                    <a:pt x="11891" y="6551"/>
                  </a:moveTo>
                  <a:lnTo>
                    <a:pt x="11891" y="13589"/>
                  </a:lnTo>
                  <a:lnTo>
                    <a:pt x="10434" y="13589"/>
                  </a:lnTo>
                  <a:lnTo>
                    <a:pt x="10434" y="6551"/>
                  </a:lnTo>
                  <a:close/>
                  <a:moveTo>
                    <a:pt x="14075" y="6551"/>
                  </a:moveTo>
                  <a:lnTo>
                    <a:pt x="14075" y="13589"/>
                  </a:lnTo>
                  <a:lnTo>
                    <a:pt x="12618" y="13589"/>
                  </a:lnTo>
                  <a:lnTo>
                    <a:pt x="12618" y="6551"/>
                  </a:lnTo>
                  <a:close/>
                  <a:moveTo>
                    <a:pt x="4733" y="13347"/>
                  </a:moveTo>
                  <a:cubicBezTo>
                    <a:pt x="5067" y="13347"/>
                    <a:pt x="5338" y="13619"/>
                    <a:pt x="5338" y="13953"/>
                  </a:cubicBezTo>
                  <a:cubicBezTo>
                    <a:pt x="5338" y="14287"/>
                    <a:pt x="5067" y="14558"/>
                    <a:pt x="4733" y="14558"/>
                  </a:cubicBezTo>
                  <a:cubicBezTo>
                    <a:pt x="4399" y="14558"/>
                    <a:pt x="4127" y="14287"/>
                    <a:pt x="4127" y="13953"/>
                  </a:cubicBezTo>
                  <a:cubicBezTo>
                    <a:pt x="4127" y="13619"/>
                    <a:pt x="4399" y="13347"/>
                    <a:pt x="4733" y="13347"/>
                  </a:cubicBezTo>
                  <a:close/>
                  <a:moveTo>
                    <a:pt x="18804" y="13347"/>
                  </a:moveTo>
                  <a:cubicBezTo>
                    <a:pt x="19138" y="13347"/>
                    <a:pt x="19411" y="13619"/>
                    <a:pt x="19411" y="13953"/>
                  </a:cubicBezTo>
                  <a:cubicBezTo>
                    <a:pt x="19411" y="14287"/>
                    <a:pt x="19141" y="14558"/>
                    <a:pt x="18804" y="14558"/>
                  </a:cubicBezTo>
                  <a:cubicBezTo>
                    <a:pt x="18470" y="14558"/>
                    <a:pt x="18199" y="14287"/>
                    <a:pt x="18199" y="13953"/>
                  </a:cubicBezTo>
                  <a:cubicBezTo>
                    <a:pt x="18199" y="13619"/>
                    <a:pt x="18470" y="13347"/>
                    <a:pt x="18804" y="13347"/>
                  </a:cubicBezTo>
                  <a:close/>
                  <a:moveTo>
                    <a:pt x="4733" y="12617"/>
                  </a:moveTo>
                  <a:cubicBezTo>
                    <a:pt x="3996" y="12617"/>
                    <a:pt x="3398" y="13215"/>
                    <a:pt x="3398" y="13951"/>
                  </a:cubicBezTo>
                  <a:cubicBezTo>
                    <a:pt x="3398" y="14686"/>
                    <a:pt x="3996" y="15284"/>
                    <a:pt x="4733" y="15284"/>
                  </a:cubicBezTo>
                  <a:cubicBezTo>
                    <a:pt x="5467" y="15284"/>
                    <a:pt x="6067" y="14686"/>
                    <a:pt x="6067" y="13951"/>
                  </a:cubicBezTo>
                  <a:cubicBezTo>
                    <a:pt x="6067" y="13215"/>
                    <a:pt x="5467" y="12617"/>
                    <a:pt x="4733" y="12617"/>
                  </a:cubicBezTo>
                  <a:close/>
                  <a:moveTo>
                    <a:pt x="18804" y="12617"/>
                  </a:moveTo>
                  <a:cubicBezTo>
                    <a:pt x="18070" y="12617"/>
                    <a:pt x="17471" y="13215"/>
                    <a:pt x="17471" y="13951"/>
                  </a:cubicBezTo>
                  <a:cubicBezTo>
                    <a:pt x="17471" y="14686"/>
                    <a:pt x="18070" y="15284"/>
                    <a:pt x="18804" y="15284"/>
                  </a:cubicBezTo>
                  <a:cubicBezTo>
                    <a:pt x="19541" y="15284"/>
                    <a:pt x="20139" y="14686"/>
                    <a:pt x="20139" y="13951"/>
                  </a:cubicBezTo>
                  <a:cubicBezTo>
                    <a:pt x="20139" y="13215"/>
                    <a:pt x="19542" y="12617"/>
                    <a:pt x="18804" y="12617"/>
                  </a:cubicBezTo>
                  <a:close/>
                  <a:moveTo>
                    <a:pt x="4733" y="11891"/>
                  </a:moveTo>
                  <a:cubicBezTo>
                    <a:pt x="5869" y="11891"/>
                    <a:pt x="6795" y="12816"/>
                    <a:pt x="6795" y="13953"/>
                  </a:cubicBezTo>
                  <a:cubicBezTo>
                    <a:pt x="6795" y="15089"/>
                    <a:pt x="5869" y="16015"/>
                    <a:pt x="4733" y="16015"/>
                  </a:cubicBezTo>
                  <a:cubicBezTo>
                    <a:pt x="3596" y="16015"/>
                    <a:pt x="2671" y="15089"/>
                    <a:pt x="2671" y="13953"/>
                  </a:cubicBezTo>
                  <a:cubicBezTo>
                    <a:pt x="2671" y="12816"/>
                    <a:pt x="3596" y="11891"/>
                    <a:pt x="4733" y="11891"/>
                  </a:cubicBezTo>
                  <a:close/>
                  <a:moveTo>
                    <a:pt x="18804" y="11891"/>
                  </a:moveTo>
                  <a:cubicBezTo>
                    <a:pt x="19941" y="11891"/>
                    <a:pt x="20868" y="12816"/>
                    <a:pt x="20868" y="13953"/>
                  </a:cubicBezTo>
                  <a:cubicBezTo>
                    <a:pt x="20868" y="15089"/>
                    <a:pt x="19944" y="16015"/>
                    <a:pt x="18804" y="16015"/>
                  </a:cubicBezTo>
                  <a:cubicBezTo>
                    <a:pt x="17668" y="16015"/>
                    <a:pt x="16742" y="15089"/>
                    <a:pt x="16742" y="13953"/>
                  </a:cubicBezTo>
                  <a:cubicBezTo>
                    <a:pt x="16742" y="12816"/>
                    <a:pt x="17668" y="11891"/>
                    <a:pt x="18804" y="11891"/>
                  </a:cubicBezTo>
                  <a:close/>
                  <a:moveTo>
                    <a:pt x="1335" y="0"/>
                  </a:moveTo>
                  <a:cubicBezTo>
                    <a:pt x="599" y="0"/>
                    <a:pt x="0" y="598"/>
                    <a:pt x="0" y="1335"/>
                  </a:cubicBezTo>
                  <a:lnTo>
                    <a:pt x="0" y="12981"/>
                  </a:lnTo>
                  <a:cubicBezTo>
                    <a:pt x="0" y="13717"/>
                    <a:pt x="599" y="14315"/>
                    <a:pt x="1335" y="14315"/>
                  </a:cubicBezTo>
                  <a:lnTo>
                    <a:pt x="1964" y="14315"/>
                  </a:lnTo>
                  <a:cubicBezTo>
                    <a:pt x="2052" y="14984"/>
                    <a:pt x="2376" y="15580"/>
                    <a:pt x="2852" y="16013"/>
                  </a:cubicBezTo>
                  <a:lnTo>
                    <a:pt x="2304" y="16013"/>
                  </a:lnTo>
                  <a:cubicBezTo>
                    <a:pt x="2104" y="16013"/>
                    <a:pt x="1940" y="16177"/>
                    <a:pt x="1940" y="16377"/>
                  </a:cubicBezTo>
                  <a:cubicBezTo>
                    <a:pt x="1940" y="16577"/>
                    <a:pt x="2104" y="16741"/>
                    <a:pt x="2304" y="16741"/>
                  </a:cubicBezTo>
                  <a:lnTo>
                    <a:pt x="10553" y="16741"/>
                  </a:lnTo>
                  <a:cubicBezTo>
                    <a:pt x="10754" y="16741"/>
                    <a:pt x="10917" y="16577"/>
                    <a:pt x="10917" y="16377"/>
                  </a:cubicBezTo>
                  <a:cubicBezTo>
                    <a:pt x="10917" y="16177"/>
                    <a:pt x="10754" y="16013"/>
                    <a:pt x="10553" y="16013"/>
                  </a:cubicBezTo>
                  <a:lnTo>
                    <a:pt x="6608" y="16013"/>
                  </a:lnTo>
                  <a:cubicBezTo>
                    <a:pt x="7085" y="15580"/>
                    <a:pt x="7410" y="14984"/>
                    <a:pt x="7497" y="14315"/>
                  </a:cubicBezTo>
                  <a:lnTo>
                    <a:pt x="16038" y="14315"/>
                  </a:lnTo>
                  <a:cubicBezTo>
                    <a:pt x="16124" y="14984"/>
                    <a:pt x="16450" y="15580"/>
                    <a:pt x="16926" y="16013"/>
                  </a:cubicBezTo>
                  <a:lnTo>
                    <a:pt x="13465" y="16013"/>
                  </a:lnTo>
                  <a:cubicBezTo>
                    <a:pt x="13265" y="16013"/>
                    <a:pt x="13102" y="16177"/>
                    <a:pt x="13102" y="16377"/>
                  </a:cubicBezTo>
                  <a:cubicBezTo>
                    <a:pt x="13102" y="16577"/>
                    <a:pt x="13265" y="16741"/>
                    <a:pt x="13465" y="16741"/>
                  </a:cubicBezTo>
                  <a:lnTo>
                    <a:pt x="18803" y="16741"/>
                  </a:lnTo>
                  <a:cubicBezTo>
                    <a:pt x="20218" y="16741"/>
                    <a:pt x="21389" y="15682"/>
                    <a:pt x="21569" y="14315"/>
                  </a:cubicBezTo>
                  <a:lnTo>
                    <a:pt x="21715" y="14315"/>
                  </a:lnTo>
                  <a:cubicBezTo>
                    <a:pt x="22450" y="14315"/>
                    <a:pt x="23049" y="13717"/>
                    <a:pt x="23049" y="12981"/>
                  </a:cubicBezTo>
                  <a:lnTo>
                    <a:pt x="23049" y="9099"/>
                  </a:lnTo>
                  <a:cubicBezTo>
                    <a:pt x="23052" y="7293"/>
                    <a:pt x="21583" y="5824"/>
                    <a:pt x="19776" y="5824"/>
                  </a:cubicBezTo>
                  <a:lnTo>
                    <a:pt x="18684" y="5824"/>
                  </a:lnTo>
                  <a:lnTo>
                    <a:pt x="18684" y="5218"/>
                  </a:lnTo>
                  <a:cubicBezTo>
                    <a:pt x="18684" y="4057"/>
                    <a:pt x="18304" y="2987"/>
                    <a:pt x="17660" y="2120"/>
                  </a:cubicBezTo>
                  <a:cubicBezTo>
                    <a:pt x="17649" y="2099"/>
                    <a:pt x="17632" y="2078"/>
                    <a:pt x="17615" y="2058"/>
                  </a:cubicBezTo>
                  <a:cubicBezTo>
                    <a:pt x="16661" y="809"/>
                    <a:pt x="15156" y="0"/>
                    <a:pt x="13467" y="0"/>
                  </a:cubicBezTo>
                  <a:close/>
                  <a:moveTo>
                    <a:pt x="803" y="16015"/>
                  </a:moveTo>
                  <a:cubicBezTo>
                    <a:pt x="603" y="16015"/>
                    <a:pt x="439" y="16178"/>
                    <a:pt x="439" y="16378"/>
                  </a:cubicBezTo>
                  <a:cubicBezTo>
                    <a:pt x="439" y="16580"/>
                    <a:pt x="603" y="16744"/>
                    <a:pt x="803" y="16744"/>
                  </a:cubicBezTo>
                  <a:lnTo>
                    <a:pt x="852" y="16744"/>
                  </a:lnTo>
                  <a:cubicBezTo>
                    <a:pt x="1052" y="16744"/>
                    <a:pt x="1215" y="16580"/>
                    <a:pt x="1215" y="16378"/>
                  </a:cubicBezTo>
                  <a:cubicBezTo>
                    <a:pt x="1215" y="16177"/>
                    <a:pt x="1052" y="16015"/>
                    <a:pt x="852" y="16015"/>
                  </a:cubicBezTo>
                  <a:close/>
                  <a:moveTo>
                    <a:pt x="12012" y="16015"/>
                  </a:moveTo>
                  <a:cubicBezTo>
                    <a:pt x="11811" y="16015"/>
                    <a:pt x="11648" y="16178"/>
                    <a:pt x="11648" y="16378"/>
                  </a:cubicBezTo>
                  <a:cubicBezTo>
                    <a:pt x="11648" y="16580"/>
                    <a:pt x="11811" y="16744"/>
                    <a:pt x="12012" y="16744"/>
                  </a:cubicBezTo>
                  <a:lnTo>
                    <a:pt x="12060" y="16744"/>
                  </a:lnTo>
                  <a:cubicBezTo>
                    <a:pt x="12260" y="16744"/>
                    <a:pt x="12424" y="16580"/>
                    <a:pt x="12424" y="16378"/>
                  </a:cubicBezTo>
                  <a:cubicBezTo>
                    <a:pt x="12424" y="16177"/>
                    <a:pt x="12260" y="16015"/>
                    <a:pt x="12060" y="16015"/>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73" name="Google Shape;6073;p69"/>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accent4"/>
                </a:solidFill>
              </a:rPr>
              <a:t>AlTernative</a:t>
            </a:r>
            <a:r>
              <a:rPr lang="en">
                <a:solidFill>
                  <a:schemeClr val="hlink"/>
                </a:solidFill>
              </a:rPr>
              <a:t> icons</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77" name="Shape 6077"/>
        <p:cNvGrpSpPr/>
        <p:nvPr/>
      </p:nvGrpSpPr>
      <p:grpSpPr>
        <a:xfrm>
          <a:off x="0" y="0"/>
          <a:ext cx="0" cy="0"/>
          <a:chOff x="0" y="0"/>
          <a:chExt cx="0" cy="0"/>
        </a:xfrm>
      </p:grpSpPr>
      <p:grpSp>
        <p:nvGrpSpPr>
          <p:cNvPr id="6078" name="Google Shape;6078;p70"/>
          <p:cNvGrpSpPr/>
          <p:nvPr/>
        </p:nvGrpSpPr>
        <p:grpSpPr>
          <a:xfrm>
            <a:off x="8092588" y="1787716"/>
            <a:ext cx="331363" cy="416703"/>
            <a:chOff x="8092588" y="1787716"/>
            <a:chExt cx="331363" cy="416703"/>
          </a:xfrm>
        </p:grpSpPr>
        <p:sp>
          <p:nvSpPr>
            <p:cNvPr id="6079" name="Google Shape;6079;p70"/>
            <p:cNvSpPr/>
            <p:nvPr/>
          </p:nvSpPr>
          <p:spPr>
            <a:xfrm>
              <a:off x="8367662" y="1969782"/>
              <a:ext cx="50107" cy="74169"/>
            </a:xfrm>
            <a:custGeom>
              <a:rect b="b" l="l" r="r" t="t"/>
              <a:pathLst>
                <a:path extrusionOk="0" h="5690" w="3844">
                  <a:moveTo>
                    <a:pt x="421" y="0"/>
                  </a:moveTo>
                  <a:lnTo>
                    <a:pt x="1" y="5690"/>
                  </a:lnTo>
                  <a:lnTo>
                    <a:pt x="279" y="5690"/>
                  </a:lnTo>
                  <a:cubicBezTo>
                    <a:pt x="2246" y="5690"/>
                    <a:pt x="3843" y="4094"/>
                    <a:pt x="3843" y="2128"/>
                  </a:cubicBezTo>
                  <a:lnTo>
                    <a:pt x="3843" y="1919"/>
                  </a:lnTo>
                  <a:cubicBezTo>
                    <a:pt x="3843" y="859"/>
                    <a:pt x="2984" y="0"/>
                    <a:pt x="1926" y="0"/>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0"/>
            <p:cNvSpPr/>
            <p:nvPr/>
          </p:nvSpPr>
          <p:spPr>
            <a:xfrm>
              <a:off x="8098662" y="1969782"/>
              <a:ext cx="50107" cy="74169"/>
            </a:xfrm>
            <a:custGeom>
              <a:rect b="b" l="l" r="r" t="t"/>
              <a:pathLst>
                <a:path extrusionOk="0" h="5690" w="3844">
                  <a:moveTo>
                    <a:pt x="1918" y="0"/>
                  </a:moveTo>
                  <a:cubicBezTo>
                    <a:pt x="860" y="0"/>
                    <a:pt x="1" y="859"/>
                    <a:pt x="1" y="1919"/>
                  </a:cubicBezTo>
                  <a:lnTo>
                    <a:pt x="1" y="2128"/>
                  </a:lnTo>
                  <a:cubicBezTo>
                    <a:pt x="1" y="4094"/>
                    <a:pt x="1598" y="5690"/>
                    <a:pt x="3565" y="5690"/>
                  </a:cubicBezTo>
                  <a:lnTo>
                    <a:pt x="3844" y="5690"/>
                  </a:lnTo>
                  <a:lnTo>
                    <a:pt x="3423" y="0"/>
                  </a:ln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0"/>
            <p:cNvSpPr/>
            <p:nvPr/>
          </p:nvSpPr>
          <p:spPr>
            <a:xfrm>
              <a:off x="8152929" y="2130875"/>
              <a:ext cx="210567" cy="67430"/>
            </a:xfrm>
            <a:custGeom>
              <a:rect b="b" l="l" r="r" t="t"/>
              <a:pathLst>
                <a:path extrusionOk="0" h="5173" w="16154">
                  <a:moveTo>
                    <a:pt x="3516" y="0"/>
                  </a:moveTo>
                  <a:lnTo>
                    <a:pt x="3516" y="1630"/>
                  </a:lnTo>
                  <a:cubicBezTo>
                    <a:pt x="3516" y="2540"/>
                    <a:pt x="2995" y="3368"/>
                    <a:pt x="2174" y="3761"/>
                  </a:cubicBezTo>
                  <a:lnTo>
                    <a:pt x="247" y="4687"/>
                  </a:lnTo>
                  <a:cubicBezTo>
                    <a:pt x="1" y="4806"/>
                    <a:pt x="85" y="5173"/>
                    <a:pt x="358" y="5173"/>
                  </a:cubicBezTo>
                  <a:lnTo>
                    <a:pt x="15798" y="5173"/>
                  </a:lnTo>
                  <a:cubicBezTo>
                    <a:pt x="16070" y="5173"/>
                    <a:pt x="16154" y="4806"/>
                    <a:pt x="15910" y="4687"/>
                  </a:cubicBezTo>
                  <a:lnTo>
                    <a:pt x="13981" y="3761"/>
                  </a:lnTo>
                  <a:cubicBezTo>
                    <a:pt x="13159" y="3368"/>
                    <a:pt x="12639" y="2540"/>
                    <a:pt x="12639" y="1630"/>
                  </a:cubicBezTo>
                  <a:lnTo>
                    <a:pt x="12639" y="0"/>
                  </a:lnTo>
                  <a:cubicBezTo>
                    <a:pt x="11039" y="1093"/>
                    <a:pt x="9274" y="1721"/>
                    <a:pt x="8078" y="1721"/>
                  </a:cubicBezTo>
                  <a:cubicBezTo>
                    <a:pt x="6881" y="1721"/>
                    <a:pt x="5115" y="1093"/>
                    <a:pt x="3516" y="0"/>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0"/>
            <p:cNvSpPr/>
            <p:nvPr/>
          </p:nvSpPr>
          <p:spPr>
            <a:xfrm>
              <a:off x="8136791" y="1823915"/>
              <a:ext cx="242842" cy="329381"/>
            </a:xfrm>
            <a:custGeom>
              <a:rect b="b" l="l" r="r" t="t"/>
              <a:pathLst>
                <a:path extrusionOk="0" h="25269" w="18630">
                  <a:moveTo>
                    <a:pt x="9316" y="1"/>
                  </a:moveTo>
                  <a:cubicBezTo>
                    <a:pt x="4110" y="1"/>
                    <a:pt x="0" y="4423"/>
                    <a:pt x="383" y="9616"/>
                  </a:cubicBezTo>
                  <a:lnTo>
                    <a:pt x="993" y="17887"/>
                  </a:lnTo>
                  <a:cubicBezTo>
                    <a:pt x="1315" y="22248"/>
                    <a:pt x="6690" y="25269"/>
                    <a:pt x="9317" y="25269"/>
                  </a:cubicBezTo>
                  <a:cubicBezTo>
                    <a:pt x="11946" y="25269"/>
                    <a:pt x="17321" y="22245"/>
                    <a:pt x="17643" y="17887"/>
                  </a:cubicBezTo>
                  <a:cubicBezTo>
                    <a:pt x="17638" y="17887"/>
                    <a:pt x="18248" y="9616"/>
                    <a:pt x="18248" y="9616"/>
                  </a:cubicBezTo>
                  <a:cubicBezTo>
                    <a:pt x="18630" y="4423"/>
                    <a:pt x="14522" y="1"/>
                    <a:pt x="9316" y="1"/>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0"/>
            <p:cNvSpPr/>
            <p:nvPr/>
          </p:nvSpPr>
          <p:spPr>
            <a:xfrm>
              <a:off x="8200613" y="1829312"/>
              <a:ext cx="178136" cy="323946"/>
            </a:xfrm>
            <a:custGeom>
              <a:rect b="b" l="l" r="r" t="t"/>
              <a:pathLst>
                <a:path extrusionOk="0" h="24852" w="13666">
                  <a:moveTo>
                    <a:pt x="7123" y="0"/>
                  </a:moveTo>
                  <a:lnTo>
                    <a:pt x="7123" y="0"/>
                  </a:lnTo>
                  <a:cubicBezTo>
                    <a:pt x="9573" y="1752"/>
                    <a:pt x="11094" y="4702"/>
                    <a:pt x="10855" y="7952"/>
                  </a:cubicBezTo>
                  <a:lnTo>
                    <a:pt x="10246" y="16222"/>
                  </a:lnTo>
                  <a:cubicBezTo>
                    <a:pt x="9924" y="20583"/>
                    <a:pt x="4549" y="23603"/>
                    <a:pt x="1922" y="23603"/>
                  </a:cubicBezTo>
                  <a:cubicBezTo>
                    <a:pt x="1376" y="23603"/>
                    <a:pt x="712" y="23473"/>
                    <a:pt x="0" y="23229"/>
                  </a:cubicBezTo>
                  <a:lnTo>
                    <a:pt x="0" y="23229"/>
                  </a:lnTo>
                  <a:cubicBezTo>
                    <a:pt x="1561" y="24263"/>
                    <a:pt x="3257" y="24852"/>
                    <a:pt x="4420" y="24852"/>
                  </a:cubicBezTo>
                  <a:cubicBezTo>
                    <a:pt x="7047" y="24852"/>
                    <a:pt x="12424" y="21830"/>
                    <a:pt x="12744" y="17470"/>
                  </a:cubicBezTo>
                  <a:lnTo>
                    <a:pt x="13354" y="9201"/>
                  </a:lnTo>
                  <a:cubicBezTo>
                    <a:pt x="13665" y="4951"/>
                    <a:pt x="10969" y="1217"/>
                    <a:pt x="7123"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0"/>
            <p:cNvSpPr/>
            <p:nvPr/>
          </p:nvSpPr>
          <p:spPr>
            <a:xfrm>
              <a:off x="8258216" y="1793803"/>
              <a:ext cx="107565" cy="116246"/>
            </a:xfrm>
            <a:custGeom>
              <a:rect b="b" l="l" r="r" t="t"/>
              <a:pathLst>
                <a:path extrusionOk="0" h="8918" w="8252">
                  <a:moveTo>
                    <a:pt x="3022" y="0"/>
                  </a:moveTo>
                  <a:cubicBezTo>
                    <a:pt x="2246" y="0"/>
                    <a:pt x="1460" y="198"/>
                    <a:pt x="740" y="613"/>
                  </a:cubicBezTo>
                  <a:cubicBezTo>
                    <a:pt x="473" y="768"/>
                    <a:pt x="225" y="946"/>
                    <a:pt x="1" y="1143"/>
                  </a:cubicBezTo>
                  <a:cubicBezTo>
                    <a:pt x="1249" y="2241"/>
                    <a:pt x="1794" y="3934"/>
                    <a:pt x="1450" y="5538"/>
                  </a:cubicBezTo>
                  <a:cubicBezTo>
                    <a:pt x="2971" y="6045"/>
                    <a:pt x="4135" y="7327"/>
                    <a:pt x="4476" y="8917"/>
                  </a:cubicBezTo>
                  <a:cubicBezTo>
                    <a:pt x="4763" y="8821"/>
                    <a:pt x="5043" y="8695"/>
                    <a:pt x="5316" y="8538"/>
                  </a:cubicBezTo>
                  <a:cubicBezTo>
                    <a:pt x="7503" y="7276"/>
                    <a:pt x="8252" y="4478"/>
                    <a:pt x="6989" y="2289"/>
                  </a:cubicBezTo>
                  <a:cubicBezTo>
                    <a:pt x="6142" y="821"/>
                    <a:pt x="4603" y="0"/>
                    <a:pt x="30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0"/>
            <p:cNvSpPr/>
            <p:nvPr/>
          </p:nvSpPr>
          <p:spPr>
            <a:xfrm>
              <a:off x="8150661" y="1793803"/>
              <a:ext cx="107565" cy="116246"/>
            </a:xfrm>
            <a:custGeom>
              <a:rect b="b" l="l" r="r" t="t"/>
              <a:pathLst>
                <a:path extrusionOk="0" h="8918" w="8252">
                  <a:moveTo>
                    <a:pt x="5231" y="0"/>
                  </a:moveTo>
                  <a:cubicBezTo>
                    <a:pt x="3649" y="0"/>
                    <a:pt x="2111" y="821"/>
                    <a:pt x="1264" y="2289"/>
                  </a:cubicBezTo>
                  <a:cubicBezTo>
                    <a:pt x="1" y="4478"/>
                    <a:pt x="750" y="7276"/>
                    <a:pt x="2938" y="8538"/>
                  </a:cubicBezTo>
                  <a:cubicBezTo>
                    <a:pt x="3209" y="8695"/>
                    <a:pt x="3491" y="8821"/>
                    <a:pt x="3778" y="8917"/>
                  </a:cubicBezTo>
                  <a:cubicBezTo>
                    <a:pt x="4118" y="7327"/>
                    <a:pt x="5281" y="6045"/>
                    <a:pt x="6802" y="5538"/>
                  </a:cubicBezTo>
                  <a:cubicBezTo>
                    <a:pt x="6458" y="3935"/>
                    <a:pt x="7002" y="2242"/>
                    <a:pt x="8252" y="1143"/>
                  </a:cubicBezTo>
                  <a:cubicBezTo>
                    <a:pt x="8028" y="946"/>
                    <a:pt x="7781" y="768"/>
                    <a:pt x="7513" y="613"/>
                  </a:cubicBezTo>
                  <a:cubicBezTo>
                    <a:pt x="6793" y="198"/>
                    <a:pt x="6006" y="0"/>
                    <a:pt x="52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0"/>
            <p:cNvSpPr/>
            <p:nvPr/>
          </p:nvSpPr>
          <p:spPr>
            <a:xfrm>
              <a:off x="8234844" y="1808690"/>
              <a:ext cx="46770" cy="57302"/>
            </a:xfrm>
            <a:custGeom>
              <a:rect b="b" l="l" r="r" t="t"/>
              <a:pathLst>
                <a:path extrusionOk="0" h="4396" w="3588">
                  <a:moveTo>
                    <a:pt x="1794" y="1"/>
                  </a:moveTo>
                  <a:cubicBezTo>
                    <a:pt x="544" y="1100"/>
                    <a:pt x="0" y="2793"/>
                    <a:pt x="344" y="4396"/>
                  </a:cubicBezTo>
                  <a:cubicBezTo>
                    <a:pt x="801" y="4242"/>
                    <a:pt x="1286" y="4161"/>
                    <a:pt x="1794" y="4161"/>
                  </a:cubicBezTo>
                  <a:cubicBezTo>
                    <a:pt x="2300" y="4161"/>
                    <a:pt x="2788" y="4242"/>
                    <a:pt x="3243" y="4396"/>
                  </a:cubicBezTo>
                  <a:cubicBezTo>
                    <a:pt x="3587" y="2793"/>
                    <a:pt x="3044" y="1100"/>
                    <a:pt x="17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0"/>
            <p:cNvSpPr/>
            <p:nvPr/>
          </p:nvSpPr>
          <p:spPr>
            <a:xfrm>
              <a:off x="8198566" y="1898218"/>
              <a:ext cx="119296" cy="49272"/>
            </a:xfrm>
            <a:custGeom>
              <a:rect b="b" l="l" r="r" t="t"/>
              <a:pathLst>
                <a:path extrusionOk="0" h="3780" w="9152">
                  <a:moveTo>
                    <a:pt x="4575" y="0"/>
                  </a:moveTo>
                  <a:cubicBezTo>
                    <a:pt x="3733" y="743"/>
                    <a:pt x="2649" y="1143"/>
                    <a:pt x="1545" y="1143"/>
                  </a:cubicBezTo>
                  <a:cubicBezTo>
                    <a:pt x="1061" y="1143"/>
                    <a:pt x="574" y="1067"/>
                    <a:pt x="101" y="909"/>
                  </a:cubicBezTo>
                  <a:cubicBezTo>
                    <a:pt x="35" y="1219"/>
                    <a:pt x="1" y="1540"/>
                    <a:pt x="1" y="1870"/>
                  </a:cubicBezTo>
                  <a:cubicBezTo>
                    <a:pt x="1" y="2552"/>
                    <a:pt x="150" y="3199"/>
                    <a:pt x="417" y="3780"/>
                  </a:cubicBezTo>
                  <a:lnTo>
                    <a:pt x="8735" y="3780"/>
                  </a:lnTo>
                  <a:cubicBezTo>
                    <a:pt x="9002" y="3199"/>
                    <a:pt x="9151" y="2552"/>
                    <a:pt x="9151" y="1870"/>
                  </a:cubicBezTo>
                  <a:cubicBezTo>
                    <a:pt x="9151" y="1540"/>
                    <a:pt x="9117" y="1219"/>
                    <a:pt x="9051" y="909"/>
                  </a:cubicBezTo>
                  <a:cubicBezTo>
                    <a:pt x="8578" y="1067"/>
                    <a:pt x="8091" y="1143"/>
                    <a:pt x="7608" y="1143"/>
                  </a:cubicBezTo>
                  <a:cubicBezTo>
                    <a:pt x="6503" y="1143"/>
                    <a:pt x="5418" y="742"/>
                    <a:pt x="45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0"/>
            <p:cNvSpPr/>
            <p:nvPr/>
          </p:nvSpPr>
          <p:spPr>
            <a:xfrm>
              <a:off x="8258203" y="1865981"/>
              <a:ext cx="58319" cy="47148"/>
            </a:xfrm>
            <a:custGeom>
              <a:rect b="b" l="l" r="r" t="t"/>
              <a:pathLst>
                <a:path extrusionOk="0" h="3617" w="4474">
                  <a:moveTo>
                    <a:pt x="1450" y="1"/>
                  </a:moveTo>
                  <a:cubicBezTo>
                    <a:pt x="1351" y="456"/>
                    <a:pt x="1183" y="902"/>
                    <a:pt x="936" y="1328"/>
                  </a:cubicBezTo>
                  <a:cubicBezTo>
                    <a:pt x="682" y="1770"/>
                    <a:pt x="362" y="2153"/>
                    <a:pt x="0" y="2473"/>
                  </a:cubicBezTo>
                  <a:cubicBezTo>
                    <a:pt x="843" y="3216"/>
                    <a:pt x="1926" y="3616"/>
                    <a:pt x="3030" y="3616"/>
                  </a:cubicBezTo>
                  <a:cubicBezTo>
                    <a:pt x="3514" y="3616"/>
                    <a:pt x="4001" y="3540"/>
                    <a:pt x="4473" y="3382"/>
                  </a:cubicBezTo>
                  <a:cubicBezTo>
                    <a:pt x="4134" y="1790"/>
                    <a:pt x="2971" y="508"/>
                    <a:pt x="14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0"/>
            <p:cNvSpPr/>
            <p:nvPr/>
          </p:nvSpPr>
          <p:spPr>
            <a:xfrm>
              <a:off x="8199856" y="1865981"/>
              <a:ext cx="58358" cy="47135"/>
            </a:xfrm>
            <a:custGeom>
              <a:rect b="b" l="l" r="r" t="t"/>
              <a:pathLst>
                <a:path extrusionOk="0" h="3616" w="4477">
                  <a:moveTo>
                    <a:pt x="3027" y="1"/>
                  </a:moveTo>
                  <a:cubicBezTo>
                    <a:pt x="1506" y="508"/>
                    <a:pt x="342" y="1790"/>
                    <a:pt x="1" y="3380"/>
                  </a:cubicBezTo>
                  <a:cubicBezTo>
                    <a:pt x="474" y="3539"/>
                    <a:pt x="962" y="3616"/>
                    <a:pt x="1446" y="3616"/>
                  </a:cubicBezTo>
                  <a:cubicBezTo>
                    <a:pt x="2551" y="3616"/>
                    <a:pt x="3635" y="3215"/>
                    <a:pt x="4476" y="2473"/>
                  </a:cubicBezTo>
                  <a:cubicBezTo>
                    <a:pt x="4113" y="2155"/>
                    <a:pt x="3795" y="1770"/>
                    <a:pt x="3539" y="1328"/>
                  </a:cubicBezTo>
                  <a:cubicBezTo>
                    <a:pt x="3294" y="902"/>
                    <a:pt x="3126" y="456"/>
                    <a:pt x="30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0"/>
            <p:cNvSpPr/>
            <p:nvPr/>
          </p:nvSpPr>
          <p:spPr>
            <a:xfrm>
              <a:off x="8239328" y="1862918"/>
              <a:ext cx="37801" cy="35312"/>
            </a:xfrm>
            <a:custGeom>
              <a:rect b="b" l="l" r="r" t="t"/>
              <a:pathLst>
                <a:path extrusionOk="0" h="2709" w="2900">
                  <a:moveTo>
                    <a:pt x="1450" y="1"/>
                  </a:moveTo>
                  <a:cubicBezTo>
                    <a:pt x="942" y="2"/>
                    <a:pt x="457" y="82"/>
                    <a:pt x="0" y="236"/>
                  </a:cubicBezTo>
                  <a:cubicBezTo>
                    <a:pt x="99" y="691"/>
                    <a:pt x="267" y="1137"/>
                    <a:pt x="514" y="1563"/>
                  </a:cubicBezTo>
                  <a:cubicBezTo>
                    <a:pt x="768" y="2005"/>
                    <a:pt x="1088" y="2388"/>
                    <a:pt x="1450" y="2708"/>
                  </a:cubicBezTo>
                  <a:cubicBezTo>
                    <a:pt x="1813" y="2390"/>
                    <a:pt x="2131" y="2005"/>
                    <a:pt x="2387" y="1563"/>
                  </a:cubicBezTo>
                  <a:cubicBezTo>
                    <a:pt x="2632" y="1137"/>
                    <a:pt x="2800" y="691"/>
                    <a:pt x="2899" y="236"/>
                  </a:cubicBezTo>
                  <a:cubicBezTo>
                    <a:pt x="2444" y="82"/>
                    <a:pt x="1958" y="1"/>
                    <a:pt x="14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0"/>
            <p:cNvSpPr/>
            <p:nvPr/>
          </p:nvSpPr>
          <p:spPr>
            <a:xfrm>
              <a:off x="8312431" y="1896236"/>
              <a:ext cx="38414" cy="51241"/>
            </a:xfrm>
            <a:custGeom>
              <a:rect b="b" l="l" r="r" t="t"/>
              <a:pathLst>
                <a:path extrusionOk="0" h="3931" w="2947">
                  <a:moveTo>
                    <a:pt x="2056" y="0"/>
                  </a:moveTo>
                  <a:cubicBezTo>
                    <a:pt x="1791" y="259"/>
                    <a:pt x="1490" y="487"/>
                    <a:pt x="1155" y="680"/>
                  </a:cubicBezTo>
                  <a:cubicBezTo>
                    <a:pt x="884" y="837"/>
                    <a:pt x="603" y="963"/>
                    <a:pt x="316" y="1059"/>
                  </a:cubicBezTo>
                  <a:cubicBezTo>
                    <a:pt x="382" y="1369"/>
                    <a:pt x="416" y="1691"/>
                    <a:pt x="416" y="2021"/>
                  </a:cubicBezTo>
                  <a:cubicBezTo>
                    <a:pt x="416" y="2702"/>
                    <a:pt x="267" y="3349"/>
                    <a:pt x="0" y="3931"/>
                  </a:cubicBezTo>
                  <a:lnTo>
                    <a:pt x="1960" y="3931"/>
                  </a:lnTo>
                  <a:cubicBezTo>
                    <a:pt x="2511" y="3931"/>
                    <a:pt x="2946" y="3464"/>
                    <a:pt x="2910" y="2915"/>
                  </a:cubicBezTo>
                  <a:cubicBezTo>
                    <a:pt x="2843" y="1886"/>
                    <a:pt x="2550" y="896"/>
                    <a:pt x="20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0"/>
            <p:cNvSpPr/>
            <p:nvPr/>
          </p:nvSpPr>
          <p:spPr>
            <a:xfrm>
              <a:off x="8165586" y="1896249"/>
              <a:ext cx="38414" cy="51241"/>
            </a:xfrm>
            <a:custGeom>
              <a:rect b="b" l="l" r="r" t="t"/>
              <a:pathLst>
                <a:path extrusionOk="0" h="3931" w="2947">
                  <a:moveTo>
                    <a:pt x="891" y="1"/>
                  </a:moveTo>
                  <a:cubicBezTo>
                    <a:pt x="396" y="896"/>
                    <a:pt x="104" y="1886"/>
                    <a:pt x="37" y="2916"/>
                  </a:cubicBezTo>
                  <a:cubicBezTo>
                    <a:pt x="1" y="3465"/>
                    <a:pt x="436" y="3931"/>
                    <a:pt x="987" y="3931"/>
                  </a:cubicBezTo>
                  <a:lnTo>
                    <a:pt x="2947" y="3931"/>
                  </a:lnTo>
                  <a:cubicBezTo>
                    <a:pt x="2680" y="3350"/>
                    <a:pt x="2531" y="2703"/>
                    <a:pt x="2531" y="2021"/>
                  </a:cubicBezTo>
                  <a:cubicBezTo>
                    <a:pt x="2531" y="1691"/>
                    <a:pt x="2565" y="1368"/>
                    <a:pt x="2631" y="1060"/>
                  </a:cubicBezTo>
                  <a:cubicBezTo>
                    <a:pt x="2344" y="965"/>
                    <a:pt x="2064" y="837"/>
                    <a:pt x="1792" y="681"/>
                  </a:cubicBezTo>
                  <a:cubicBezTo>
                    <a:pt x="1457" y="487"/>
                    <a:pt x="1156" y="258"/>
                    <a:pt x="8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0"/>
            <p:cNvSpPr/>
            <p:nvPr/>
          </p:nvSpPr>
          <p:spPr>
            <a:xfrm>
              <a:off x="8312431" y="1896236"/>
              <a:ext cx="38414" cy="51241"/>
            </a:xfrm>
            <a:custGeom>
              <a:rect b="b" l="l" r="r" t="t"/>
              <a:pathLst>
                <a:path extrusionOk="0" h="3931" w="2947">
                  <a:moveTo>
                    <a:pt x="2056" y="0"/>
                  </a:moveTo>
                  <a:cubicBezTo>
                    <a:pt x="1791" y="259"/>
                    <a:pt x="1490" y="487"/>
                    <a:pt x="1155" y="680"/>
                  </a:cubicBezTo>
                  <a:cubicBezTo>
                    <a:pt x="884" y="837"/>
                    <a:pt x="603" y="963"/>
                    <a:pt x="316" y="1059"/>
                  </a:cubicBezTo>
                  <a:cubicBezTo>
                    <a:pt x="382" y="1369"/>
                    <a:pt x="416" y="1691"/>
                    <a:pt x="416" y="2021"/>
                  </a:cubicBezTo>
                  <a:cubicBezTo>
                    <a:pt x="416" y="2702"/>
                    <a:pt x="267" y="3349"/>
                    <a:pt x="0" y="3931"/>
                  </a:cubicBezTo>
                  <a:lnTo>
                    <a:pt x="1960" y="3931"/>
                  </a:lnTo>
                  <a:cubicBezTo>
                    <a:pt x="2511" y="3931"/>
                    <a:pt x="2946" y="3464"/>
                    <a:pt x="2910" y="2915"/>
                  </a:cubicBezTo>
                  <a:cubicBezTo>
                    <a:pt x="2843" y="1886"/>
                    <a:pt x="2550" y="896"/>
                    <a:pt x="2056"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0"/>
            <p:cNvSpPr/>
            <p:nvPr/>
          </p:nvSpPr>
          <p:spPr>
            <a:xfrm>
              <a:off x="8312431" y="1896236"/>
              <a:ext cx="38414" cy="51241"/>
            </a:xfrm>
            <a:custGeom>
              <a:rect b="b" l="l" r="r" t="t"/>
              <a:pathLst>
                <a:path extrusionOk="0" h="3931" w="2947">
                  <a:moveTo>
                    <a:pt x="2056" y="0"/>
                  </a:moveTo>
                  <a:cubicBezTo>
                    <a:pt x="1791" y="259"/>
                    <a:pt x="1490" y="487"/>
                    <a:pt x="1155" y="680"/>
                  </a:cubicBezTo>
                  <a:cubicBezTo>
                    <a:pt x="884" y="837"/>
                    <a:pt x="603" y="963"/>
                    <a:pt x="316" y="1059"/>
                  </a:cubicBezTo>
                  <a:cubicBezTo>
                    <a:pt x="382" y="1369"/>
                    <a:pt x="416" y="1691"/>
                    <a:pt x="416" y="2021"/>
                  </a:cubicBezTo>
                  <a:cubicBezTo>
                    <a:pt x="416" y="2702"/>
                    <a:pt x="267" y="3349"/>
                    <a:pt x="0" y="3931"/>
                  </a:cubicBezTo>
                  <a:lnTo>
                    <a:pt x="1960" y="3931"/>
                  </a:lnTo>
                  <a:cubicBezTo>
                    <a:pt x="2511" y="3931"/>
                    <a:pt x="2946" y="3464"/>
                    <a:pt x="2910" y="2915"/>
                  </a:cubicBezTo>
                  <a:cubicBezTo>
                    <a:pt x="2843" y="1886"/>
                    <a:pt x="2550" y="896"/>
                    <a:pt x="20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0"/>
            <p:cNvSpPr/>
            <p:nvPr/>
          </p:nvSpPr>
          <p:spPr>
            <a:xfrm>
              <a:off x="8199192" y="1910041"/>
              <a:ext cx="118671" cy="37437"/>
            </a:xfrm>
            <a:custGeom>
              <a:rect b="b" l="l" r="r" t="t"/>
              <a:pathLst>
                <a:path extrusionOk="0" h="2872" w="9104">
                  <a:moveTo>
                    <a:pt x="9003" y="0"/>
                  </a:moveTo>
                  <a:cubicBezTo>
                    <a:pt x="8530" y="158"/>
                    <a:pt x="8042" y="234"/>
                    <a:pt x="7558" y="234"/>
                  </a:cubicBezTo>
                  <a:cubicBezTo>
                    <a:pt x="7231" y="234"/>
                    <a:pt x="6906" y="199"/>
                    <a:pt x="6588" y="131"/>
                  </a:cubicBezTo>
                  <a:cubicBezTo>
                    <a:pt x="6586" y="157"/>
                    <a:pt x="6582" y="184"/>
                    <a:pt x="6579" y="213"/>
                  </a:cubicBezTo>
                  <a:cubicBezTo>
                    <a:pt x="6492" y="1015"/>
                    <a:pt x="5819" y="1623"/>
                    <a:pt x="5014" y="1623"/>
                  </a:cubicBezTo>
                  <a:lnTo>
                    <a:pt x="0" y="1623"/>
                  </a:lnTo>
                  <a:cubicBezTo>
                    <a:pt x="63" y="2062"/>
                    <a:pt x="190" y="2483"/>
                    <a:pt x="369" y="2872"/>
                  </a:cubicBezTo>
                  <a:lnTo>
                    <a:pt x="8687" y="2872"/>
                  </a:lnTo>
                  <a:cubicBezTo>
                    <a:pt x="8954" y="2290"/>
                    <a:pt x="9103" y="1643"/>
                    <a:pt x="9103" y="962"/>
                  </a:cubicBezTo>
                  <a:cubicBezTo>
                    <a:pt x="9103" y="632"/>
                    <a:pt x="9069" y="310"/>
                    <a:pt x="9003"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0"/>
            <p:cNvSpPr/>
            <p:nvPr/>
          </p:nvSpPr>
          <p:spPr>
            <a:xfrm>
              <a:off x="8165586" y="1931197"/>
              <a:ext cx="38414" cy="16294"/>
            </a:xfrm>
            <a:custGeom>
              <a:rect b="b" l="l" r="r" t="t"/>
              <a:pathLst>
                <a:path extrusionOk="0" h="1250" w="2947">
                  <a:moveTo>
                    <a:pt x="55" y="0"/>
                  </a:moveTo>
                  <a:cubicBezTo>
                    <a:pt x="48" y="76"/>
                    <a:pt x="41" y="157"/>
                    <a:pt x="37" y="235"/>
                  </a:cubicBezTo>
                  <a:cubicBezTo>
                    <a:pt x="1" y="784"/>
                    <a:pt x="436" y="1250"/>
                    <a:pt x="987" y="1250"/>
                  </a:cubicBezTo>
                  <a:lnTo>
                    <a:pt x="2947" y="1250"/>
                  </a:lnTo>
                  <a:cubicBezTo>
                    <a:pt x="2768" y="861"/>
                    <a:pt x="2643" y="441"/>
                    <a:pt x="2578" y="2"/>
                  </a:cubicBezTo>
                  <a:lnTo>
                    <a:pt x="55"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0"/>
            <p:cNvSpPr/>
            <p:nvPr/>
          </p:nvSpPr>
          <p:spPr>
            <a:xfrm>
              <a:off x="8092588" y="1787716"/>
              <a:ext cx="331363" cy="416703"/>
            </a:xfrm>
            <a:custGeom>
              <a:rect b="b" l="l" r="r" t="t"/>
              <a:pathLst>
                <a:path extrusionOk="0" h="31968" w="25421">
                  <a:moveTo>
                    <a:pt x="12707" y="2264"/>
                  </a:moveTo>
                  <a:cubicBezTo>
                    <a:pt x="13489" y="3116"/>
                    <a:pt x="13876" y="4263"/>
                    <a:pt x="13773" y="5414"/>
                  </a:cubicBezTo>
                  <a:cubicBezTo>
                    <a:pt x="13428" y="5340"/>
                    <a:pt x="13070" y="5301"/>
                    <a:pt x="12708" y="5301"/>
                  </a:cubicBezTo>
                  <a:cubicBezTo>
                    <a:pt x="12354" y="5301"/>
                    <a:pt x="11996" y="5338"/>
                    <a:pt x="11642" y="5414"/>
                  </a:cubicBezTo>
                  <a:cubicBezTo>
                    <a:pt x="11537" y="4263"/>
                    <a:pt x="11923" y="3115"/>
                    <a:pt x="12707" y="2264"/>
                  </a:cubicBezTo>
                  <a:close/>
                  <a:moveTo>
                    <a:pt x="12705" y="6238"/>
                  </a:moveTo>
                  <a:cubicBezTo>
                    <a:pt x="12998" y="6238"/>
                    <a:pt x="13292" y="6269"/>
                    <a:pt x="13579" y="6331"/>
                  </a:cubicBezTo>
                  <a:cubicBezTo>
                    <a:pt x="13400" y="6882"/>
                    <a:pt x="13098" y="7394"/>
                    <a:pt x="12705" y="7822"/>
                  </a:cubicBezTo>
                  <a:cubicBezTo>
                    <a:pt x="12312" y="7393"/>
                    <a:pt x="12012" y="6882"/>
                    <a:pt x="11830" y="6331"/>
                  </a:cubicBezTo>
                  <a:cubicBezTo>
                    <a:pt x="12117" y="6269"/>
                    <a:pt x="12411" y="6238"/>
                    <a:pt x="12705" y="6238"/>
                  </a:cubicBezTo>
                  <a:close/>
                  <a:moveTo>
                    <a:pt x="9683" y="936"/>
                  </a:moveTo>
                  <a:cubicBezTo>
                    <a:pt x="10479" y="936"/>
                    <a:pt x="11285" y="1167"/>
                    <a:pt x="11998" y="1653"/>
                  </a:cubicBezTo>
                  <a:cubicBezTo>
                    <a:pt x="11003" y="2748"/>
                    <a:pt x="10537" y="4231"/>
                    <a:pt x="10732" y="5705"/>
                  </a:cubicBezTo>
                  <a:cubicBezTo>
                    <a:pt x="9405" y="6272"/>
                    <a:pt x="8375" y="7391"/>
                    <a:pt x="7921" y="8754"/>
                  </a:cubicBezTo>
                  <a:cubicBezTo>
                    <a:pt x="5733" y="7714"/>
                    <a:pt x="4934" y="5052"/>
                    <a:pt x="6125" y="2992"/>
                  </a:cubicBezTo>
                  <a:cubicBezTo>
                    <a:pt x="6889" y="1666"/>
                    <a:pt x="8269" y="936"/>
                    <a:pt x="9683" y="936"/>
                  </a:cubicBezTo>
                  <a:close/>
                  <a:moveTo>
                    <a:pt x="10945" y="6633"/>
                  </a:moveTo>
                  <a:cubicBezTo>
                    <a:pt x="11160" y="7281"/>
                    <a:pt x="11516" y="7903"/>
                    <a:pt x="11998" y="8434"/>
                  </a:cubicBezTo>
                  <a:cubicBezTo>
                    <a:pt x="11312" y="8905"/>
                    <a:pt x="10499" y="9151"/>
                    <a:pt x="9678" y="9151"/>
                  </a:cubicBezTo>
                  <a:cubicBezTo>
                    <a:pt x="9386" y="9151"/>
                    <a:pt x="9094" y="9120"/>
                    <a:pt x="8805" y="9057"/>
                  </a:cubicBezTo>
                  <a:cubicBezTo>
                    <a:pt x="9157" y="7995"/>
                    <a:pt x="9936" y="7114"/>
                    <a:pt x="10945" y="6633"/>
                  </a:cubicBezTo>
                  <a:close/>
                  <a:moveTo>
                    <a:pt x="14466" y="6633"/>
                  </a:moveTo>
                  <a:cubicBezTo>
                    <a:pt x="15476" y="7114"/>
                    <a:pt x="16255" y="7995"/>
                    <a:pt x="16607" y="9057"/>
                  </a:cubicBezTo>
                  <a:cubicBezTo>
                    <a:pt x="16318" y="9120"/>
                    <a:pt x="16026" y="9151"/>
                    <a:pt x="15734" y="9151"/>
                  </a:cubicBezTo>
                  <a:cubicBezTo>
                    <a:pt x="14913" y="9151"/>
                    <a:pt x="14101" y="8905"/>
                    <a:pt x="13414" y="8434"/>
                  </a:cubicBezTo>
                  <a:cubicBezTo>
                    <a:pt x="13873" y="7929"/>
                    <a:pt x="14241" y="7314"/>
                    <a:pt x="14466" y="6633"/>
                  </a:cubicBezTo>
                  <a:close/>
                  <a:moveTo>
                    <a:pt x="6643" y="9071"/>
                  </a:moveTo>
                  <a:cubicBezTo>
                    <a:pt x="6964" y="9314"/>
                    <a:pt x="7320" y="9522"/>
                    <a:pt x="7705" y="9684"/>
                  </a:cubicBezTo>
                  <a:cubicBezTo>
                    <a:pt x="7614" y="10363"/>
                    <a:pt x="7662" y="11086"/>
                    <a:pt x="7870" y="11788"/>
                  </a:cubicBezTo>
                  <a:lnTo>
                    <a:pt x="6585" y="11788"/>
                  </a:lnTo>
                  <a:cubicBezTo>
                    <a:pt x="6307" y="11788"/>
                    <a:pt x="6085" y="11552"/>
                    <a:pt x="6105" y="11273"/>
                  </a:cubicBezTo>
                  <a:cubicBezTo>
                    <a:pt x="6156" y="10503"/>
                    <a:pt x="6336" y="9766"/>
                    <a:pt x="6643" y="9071"/>
                  </a:cubicBezTo>
                  <a:close/>
                  <a:moveTo>
                    <a:pt x="18768" y="9070"/>
                  </a:moveTo>
                  <a:cubicBezTo>
                    <a:pt x="19075" y="9765"/>
                    <a:pt x="19256" y="10503"/>
                    <a:pt x="19307" y="11273"/>
                  </a:cubicBezTo>
                  <a:cubicBezTo>
                    <a:pt x="19328" y="11550"/>
                    <a:pt x="19105" y="11788"/>
                    <a:pt x="18825" y="11788"/>
                  </a:cubicBezTo>
                  <a:lnTo>
                    <a:pt x="17541" y="11788"/>
                  </a:lnTo>
                  <a:cubicBezTo>
                    <a:pt x="17751" y="11086"/>
                    <a:pt x="17795" y="10363"/>
                    <a:pt x="17706" y="9684"/>
                  </a:cubicBezTo>
                  <a:cubicBezTo>
                    <a:pt x="18079" y="9525"/>
                    <a:pt x="18436" y="9321"/>
                    <a:pt x="18768" y="9070"/>
                  </a:cubicBezTo>
                  <a:close/>
                  <a:moveTo>
                    <a:pt x="3453" y="14437"/>
                  </a:moveTo>
                  <a:lnTo>
                    <a:pt x="3803" y="19181"/>
                  </a:lnTo>
                  <a:cubicBezTo>
                    <a:pt x="2202" y="19064"/>
                    <a:pt x="935" y="17724"/>
                    <a:pt x="935" y="16094"/>
                  </a:cubicBezTo>
                  <a:lnTo>
                    <a:pt x="935" y="15884"/>
                  </a:lnTo>
                  <a:cubicBezTo>
                    <a:pt x="935" y="15085"/>
                    <a:pt x="1585" y="14437"/>
                    <a:pt x="2382" y="14437"/>
                  </a:cubicBezTo>
                  <a:close/>
                  <a:moveTo>
                    <a:pt x="23030" y="14437"/>
                  </a:moveTo>
                  <a:cubicBezTo>
                    <a:pt x="23828" y="14437"/>
                    <a:pt x="24478" y="15085"/>
                    <a:pt x="24478" y="15884"/>
                  </a:cubicBezTo>
                  <a:lnTo>
                    <a:pt x="24478" y="16094"/>
                  </a:lnTo>
                  <a:cubicBezTo>
                    <a:pt x="24478" y="17724"/>
                    <a:pt x="23210" y="19064"/>
                    <a:pt x="21609" y="19181"/>
                  </a:cubicBezTo>
                  <a:lnTo>
                    <a:pt x="21959" y="14437"/>
                  </a:lnTo>
                  <a:close/>
                  <a:moveTo>
                    <a:pt x="8611" y="27173"/>
                  </a:moveTo>
                  <a:cubicBezTo>
                    <a:pt x="10023" y="28000"/>
                    <a:pt x="11534" y="28513"/>
                    <a:pt x="12705" y="28513"/>
                  </a:cubicBezTo>
                  <a:cubicBezTo>
                    <a:pt x="13820" y="28513"/>
                    <a:pt x="15338" y="28031"/>
                    <a:pt x="16798" y="27175"/>
                  </a:cubicBezTo>
                  <a:lnTo>
                    <a:pt x="16798" y="27957"/>
                  </a:lnTo>
                  <a:cubicBezTo>
                    <a:pt x="16801" y="29039"/>
                    <a:pt x="17429" y="30040"/>
                    <a:pt x="18405" y="30508"/>
                  </a:cubicBezTo>
                  <a:lnTo>
                    <a:pt x="19491" y="31027"/>
                  </a:lnTo>
                  <a:lnTo>
                    <a:pt x="5920" y="31027"/>
                  </a:lnTo>
                  <a:lnTo>
                    <a:pt x="7004" y="30508"/>
                  </a:lnTo>
                  <a:cubicBezTo>
                    <a:pt x="7980" y="30040"/>
                    <a:pt x="8611" y="29037"/>
                    <a:pt x="8611" y="27955"/>
                  </a:cubicBezTo>
                  <a:lnTo>
                    <a:pt x="8611" y="27173"/>
                  </a:lnTo>
                  <a:close/>
                  <a:moveTo>
                    <a:pt x="9686" y="1"/>
                  </a:moveTo>
                  <a:cubicBezTo>
                    <a:pt x="7951" y="1"/>
                    <a:pt x="6254" y="895"/>
                    <a:pt x="5314" y="2524"/>
                  </a:cubicBezTo>
                  <a:cubicBezTo>
                    <a:pt x="4630" y="3708"/>
                    <a:pt x="4434" y="5133"/>
                    <a:pt x="4858" y="6519"/>
                  </a:cubicBezTo>
                  <a:cubicBezTo>
                    <a:pt x="3703" y="8254"/>
                    <a:pt x="3154" y="10343"/>
                    <a:pt x="3308" y="12431"/>
                  </a:cubicBezTo>
                  <a:lnTo>
                    <a:pt x="3387" y="13504"/>
                  </a:lnTo>
                  <a:lnTo>
                    <a:pt x="2387" y="13504"/>
                  </a:lnTo>
                  <a:cubicBezTo>
                    <a:pt x="1071" y="13504"/>
                    <a:pt x="0" y="14573"/>
                    <a:pt x="0" y="15889"/>
                  </a:cubicBezTo>
                  <a:lnTo>
                    <a:pt x="0" y="16100"/>
                  </a:lnTo>
                  <a:cubicBezTo>
                    <a:pt x="0" y="18269"/>
                    <a:pt x="1724" y="20046"/>
                    <a:pt x="3875" y="20128"/>
                  </a:cubicBezTo>
                  <a:lnTo>
                    <a:pt x="3918" y="20702"/>
                  </a:lnTo>
                  <a:cubicBezTo>
                    <a:pt x="4004" y="21877"/>
                    <a:pt x="4431" y="23019"/>
                    <a:pt x="5186" y="24102"/>
                  </a:cubicBezTo>
                  <a:cubicBezTo>
                    <a:pt x="5278" y="24233"/>
                    <a:pt x="5423" y="24303"/>
                    <a:pt x="5571" y="24303"/>
                  </a:cubicBezTo>
                  <a:cubicBezTo>
                    <a:pt x="5663" y="24303"/>
                    <a:pt x="5756" y="24275"/>
                    <a:pt x="5838" y="24219"/>
                  </a:cubicBezTo>
                  <a:cubicBezTo>
                    <a:pt x="6049" y="24072"/>
                    <a:pt x="6100" y="23779"/>
                    <a:pt x="5954" y="23569"/>
                  </a:cubicBezTo>
                  <a:cubicBezTo>
                    <a:pt x="5297" y="22626"/>
                    <a:pt x="4927" y="21639"/>
                    <a:pt x="4852" y="20634"/>
                  </a:cubicBezTo>
                  <a:cubicBezTo>
                    <a:pt x="4648" y="17865"/>
                    <a:pt x="4476" y="15527"/>
                    <a:pt x="4242" y="12363"/>
                  </a:cubicBezTo>
                  <a:cubicBezTo>
                    <a:pt x="4117" y="10664"/>
                    <a:pt x="4486" y="9023"/>
                    <a:pt x="5311" y="7569"/>
                  </a:cubicBezTo>
                  <a:cubicBezTo>
                    <a:pt x="5486" y="7872"/>
                    <a:pt x="5690" y="8153"/>
                    <a:pt x="5921" y="8411"/>
                  </a:cubicBezTo>
                  <a:cubicBezTo>
                    <a:pt x="5489" y="9287"/>
                    <a:pt x="5236" y="10228"/>
                    <a:pt x="5172" y="11214"/>
                  </a:cubicBezTo>
                  <a:cubicBezTo>
                    <a:pt x="5117" y="12032"/>
                    <a:pt x="5769" y="12728"/>
                    <a:pt x="6588" y="12728"/>
                  </a:cubicBezTo>
                  <a:lnTo>
                    <a:pt x="13931" y="12728"/>
                  </a:lnTo>
                  <a:cubicBezTo>
                    <a:pt x="14189" y="12728"/>
                    <a:pt x="14399" y="12517"/>
                    <a:pt x="14399" y="12258"/>
                  </a:cubicBezTo>
                  <a:cubicBezTo>
                    <a:pt x="14399" y="12000"/>
                    <a:pt x="14189" y="11791"/>
                    <a:pt x="13931" y="11791"/>
                  </a:cubicBezTo>
                  <a:lnTo>
                    <a:pt x="8860" y="11791"/>
                  </a:lnTo>
                  <a:cubicBezTo>
                    <a:pt x="8637" y="11199"/>
                    <a:pt x="8561" y="10578"/>
                    <a:pt x="8616" y="9977"/>
                  </a:cubicBezTo>
                  <a:lnTo>
                    <a:pt x="8616" y="9977"/>
                  </a:lnTo>
                  <a:cubicBezTo>
                    <a:pt x="8966" y="10053"/>
                    <a:pt x="9322" y="10090"/>
                    <a:pt x="9676" y="10090"/>
                  </a:cubicBezTo>
                  <a:cubicBezTo>
                    <a:pt x="10757" y="10090"/>
                    <a:pt x="11826" y="9742"/>
                    <a:pt x="12707" y="9083"/>
                  </a:cubicBezTo>
                  <a:cubicBezTo>
                    <a:pt x="13588" y="9742"/>
                    <a:pt x="14656" y="10090"/>
                    <a:pt x="15738" y="10090"/>
                  </a:cubicBezTo>
                  <a:cubicBezTo>
                    <a:pt x="16092" y="10090"/>
                    <a:pt x="16447" y="10053"/>
                    <a:pt x="16798" y="9977"/>
                  </a:cubicBezTo>
                  <a:lnTo>
                    <a:pt x="16798" y="9977"/>
                  </a:lnTo>
                  <a:cubicBezTo>
                    <a:pt x="16852" y="10578"/>
                    <a:pt x="16776" y="11199"/>
                    <a:pt x="16554" y="11791"/>
                  </a:cubicBezTo>
                  <a:lnTo>
                    <a:pt x="16115" y="11791"/>
                  </a:lnTo>
                  <a:cubicBezTo>
                    <a:pt x="15856" y="11791"/>
                    <a:pt x="15647" y="12000"/>
                    <a:pt x="15647" y="12258"/>
                  </a:cubicBezTo>
                  <a:cubicBezTo>
                    <a:pt x="15647" y="12517"/>
                    <a:pt x="15856" y="12728"/>
                    <a:pt x="16115" y="12728"/>
                  </a:cubicBezTo>
                  <a:lnTo>
                    <a:pt x="18827" y="12728"/>
                  </a:lnTo>
                  <a:cubicBezTo>
                    <a:pt x="19646" y="12728"/>
                    <a:pt x="20298" y="12032"/>
                    <a:pt x="20244" y="11214"/>
                  </a:cubicBezTo>
                  <a:cubicBezTo>
                    <a:pt x="20177" y="10227"/>
                    <a:pt x="19926" y="9285"/>
                    <a:pt x="19493" y="8408"/>
                  </a:cubicBezTo>
                  <a:cubicBezTo>
                    <a:pt x="19724" y="8147"/>
                    <a:pt x="19929" y="7865"/>
                    <a:pt x="20102" y="7565"/>
                  </a:cubicBezTo>
                  <a:cubicBezTo>
                    <a:pt x="20929" y="9020"/>
                    <a:pt x="21299" y="10663"/>
                    <a:pt x="21174" y="12363"/>
                  </a:cubicBezTo>
                  <a:cubicBezTo>
                    <a:pt x="20857" y="16680"/>
                    <a:pt x="20768" y="17882"/>
                    <a:pt x="20768" y="17882"/>
                  </a:cubicBezTo>
                  <a:cubicBezTo>
                    <a:pt x="20768" y="17882"/>
                    <a:pt x="20907" y="15989"/>
                    <a:pt x="20907" y="15989"/>
                  </a:cubicBezTo>
                  <a:lnTo>
                    <a:pt x="20907" y="15989"/>
                  </a:lnTo>
                  <a:cubicBezTo>
                    <a:pt x="20907" y="15989"/>
                    <a:pt x="20830" y="17026"/>
                    <a:pt x="20564" y="20634"/>
                  </a:cubicBezTo>
                  <a:cubicBezTo>
                    <a:pt x="20292" y="24333"/>
                    <a:pt x="15562" y="27581"/>
                    <a:pt x="12708" y="27581"/>
                  </a:cubicBezTo>
                  <a:cubicBezTo>
                    <a:pt x="11473" y="27581"/>
                    <a:pt x="9226" y="26770"/>
                    <a:pt x="7366" y="25128"/>
                  </a:cubicBezTo>
                  <a:cubicBezTo>
                    <a:pt x="7277" y="25050"/>
                    <a:pt x="7166" y="25012"/>
                    <a:pt x="7056" y="25012"/>
                  </a:cubicBezTo>
                  <a:cubicBezTo>
                    <a:pt x="6927" y="25012"/>
                    <a:pt x="6798" y="25065"/>
                    <a:pt x="6706" y="25170"/>
                  </a:cubicBezTo>
                  <a:cubicBezTo>
                    <a:pt x="6535" y="25364"/>
                    <a:pt x="6552" y="25659"/>
                    <a:pt x="6746" y="25830"/>
                  </a:cubicBezTo>
                  <a:cubicBezTo>
                    <a:pt x="7043" y="26090"/>
                    <a:pt x="7354" y="26337"/>
                    <a:pt x="7679" y="26570"/>
                  </a:cubicBezTo>
                  <a:lnTo>
                    <a:pt x="7679" y="27958"/>
                  </a:lnTo>
                  <a:cubicBezTo>
                    <a:pt x="7679" y="28683"/>
                    <a:pt x="7258" y="29354"/>
                    <a:pt x="6605" y="29666"/>
                  </a:cubicBezTo>
                  <a:lnTo>
                    <a:pt x="4677" y="30593"/>
                  </a:lnTo>
                  <a:cubicBezTo>
                    <a:pt x="4370" y="30739"/>
                    <a:pt x="4209" y="31075"/>
                    <a:pt x="4284" y="31405"/>
                  </a:cubicBezTo>
                  <a:cubicBezTo>
                    <a:pt x="4360" y="31736"/>
                    <a:pt x="4650" y="31967"/>
                    <a:pt x="4991" y="31967"/>
                  </a:cubicBezTo>
                  <a:lnTo>
                    <a:pt x="20431" y="31967"/>
                  </a:lnTo>
                  <a:cubicBezTo>
                    <a:pt x="20771" y="31967"/>
                    <a:pt x="21060" y="31736"/>
                    <a:pt x="21137" y="31405"/>
                  </a:cubicBezTo>
                  <a:cubicBezTo>
                    <a:pt x="21213" y="31072"/>
                    <a:pt x="21051" y="30739"/>
                    <a:pt x="20744" y="30593"/>
                  </a:cubicBezTo>
                  <a:lnTo>
                    <a:pt x="18817" y="29666"/>
                  </a:lnTo>
                  <a:cubicBezTo>
                    <a:pt x="18164" y="29353"/>
                    <a:pt x="17742" y="28681"/>
                    <a:pt x="17742" y="27958"/>
                  </a:cubicBezTo>
                  <a:lnTo>
                    <a:pt x="17742" y="26569"/>
                  </a:lnTo>
                  <a:cubicBezTo>
                    <a:pt x="19679" y="25180"/>
                    <a:pt x="21324" y="23132"/>
                    <a:pt x="21503" y="20700"/>
                  </a:cubicBezTo>
                  <a:lnTo>
                    <a:pt x="21546" y="20126"/>
                  </a:lnTo>
                  <a:cubicBezTo>
                    <a:pt x="23697" y="20043"/>
                    <a:pt x="25420" y="18268"/>
                    <a:pt x="25420" y="16097"/>
                  </a:cubicBezTo>
                  <a:lnTo>
                    <a:pt x="25420" y="15887"/>
                  </a:lnTo>
                  <a:cubicBezTo>
                    <a:pt x="25413" y="14569"/>
                    <a:pt x="24344" y="13500"/>
                    <a:pt x="23028" y="13500"/>
                  </a:cubicBezTo>
                  <a:lnTo>
                    <a:pt x="22027" y="13500"/>
                  </a:lnTo>
                  <a:lnTo>
                    <a:pt x="22106" y="12428"/>
                  </a:lnTo>
                  <a:cubicBezTo>
                    <a:pt x="22261" y="10340"/>
                    <a:pt x="21710" y="8251"/>
                    <a:pt x="20554" y="6516"/>
                  </a:cubicBezTo>
                  <a:cubicBezTo>
                    <a:pt x="20649" y="6203"/>
                    <a:pt x="20715" y="5880"/>
                    <a:pt x="20750" y="5550"/>
                  </a:cubicBezTo>
                  <a:cubicBezTo>
                    <a:pt x="20777" y="5295"/>
                    <a:pt x="20589" y="5062"/>
                    <a:pt x="20332" y="5038"/>
                  </a:cubicBezTo>
                  <a:cubicBezTo>
                    <a:pt x="20315" y="5036"/>
                    <a:pt x="20299" y="5035"/>
                    <a:pt x="20282" y="5035"/>
                  </a:cubicBezTo>
                  <a:cubicBezTo>
                    <a:pt x="20045" y="5035"/>
                    <a:pt x="19842" y="5215"/>
                    <a:pt x="19818" y="5455"/>
                  </a:cubicBezTo>
                  <a:cubicBezTo>
                    <a:pt x="19675" y="6863"/>
                    <a:pt x="18810" y="8129"/>
                    <a:pt x="17492" y="8754"/>
                  </a:cubicBezTo>
                  <a:cubicBezTo>
                    <a:pt x="17039" y="7388"/>
                    <a:pt x="16009" y="6270"/>
                    <a:pt x="14681" y="5705"/>
                  </a:cubicBezTo>
                  <a:cubicBezTo>
                    <a:pt x="14878" y="4231"/>
                    <a:pt x="14411" y="2748"/>
                    <a:pt x="13416" y="1653"/>
                  </a:cubicBezTo>
                  <a:cubicBezTo>
                    <a:pt x="14131" y="1165"/>
                    <a:pt x="14933" y="937"/>
                    <a:pt x="15722" y="937"/>
                  </a:cubicBezTo>
                  <a:cubicBezTo>
                    <a:pt x="17329" y="937"/>
                    <a:pt x="18882" y="1881"/>
                    <a:pt x="19541" y="3505"/>
                  </a:cubicBezTo>
                  <a:cubicBezTo>
                    <a:pt x="19615" y="3688"/>
                    <a:pt x="19790" y="3798"/>
                    <a:pt x="19975" y="3798"/>
                  </a:cubicBezTo>
                  <a:cubicBezTo>
                    <a:pt x="20305" y="3798"/>
                    <a:pt x="20534" y="3462"/>
                    <a:pt x="20409" y="3154"/>
                  </a:cubicBezTo>
                  <a:cubicBezTo>
                    <a:pt x="19595" y="1149"/>
                    <a:pt x="17685" y="3"/>
                    <a:pt x="15720" y="3"/>
                  </a:cubicBezTo>
                  <a:cubicBezTo>
                    <a:pt x="14679" y="3"/>
                    <a:pt x="13623" y="324"/>
                    <a:pt x="12707" y="1010"/>
                  </a:cubicBezTo>
                  <a:cubicBezTo>
                    <a:pt x="11791" y="326"/>
                    <a:pt x="10732" y="1"/>
                    <a:pt x="96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0"/>
            <p:cNvSpPr/>
            <p:nvPr/>
          </p:nvSpPr>
          <p:spPr>
            <a:xfrm>
              <a:off x="8187212" y="1981619"/>
              <a:ext cx="60847" cy="12227"/>
            </a:xfrm>
            <a:custGeom>
              <a:rect b="b" l="l" r="r" t="t"/>
              <a:pathLst>
                <a:path extrusionOk="0" h="938" w="4668">
                  <a:moveTo>
                    <a:pt x="469" y="1"/>
                  </a:moveTo>
                  <a:cubicBezTo>
                    <a:pt x="210" y="1"/>
                    <a:pt x="1" y="210"/>
                    <a:pt x="1" y="469"/>
                  </a:cubicBezTo>
                  <a:cubicBezTo>
                    <a:pt x="1" y="727"/>
                    <a:pt x="210" y="938"/>
                    <a:pt x="469" y="938"/>
                  </a:cubicBezTo>
                  <a:lnTo>
                    <a:pt x="4199" y="938"/>
                  </a:lnTo>
                  <a:cubicBezTo>
                    <a:pt x="4458" y="938"/>
                    <a:pt x="4667" y="727"/>
                    <a:pt x="4667" y="469"/>
                  </a:cubicBezTo>
                  <a:cubicBezTo>
                    <a:pt x="4667" y="210"/>
                    <a:pt x="4459"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0"/>
            <p:cNvSpPr/>
            <p:nvPr/>
          </p:nvSpPr>
          <p:spPr>
            <a:xfrm>
              <a:off x="8252116" y="1981619"/>
              <a:ext cx="77102" cy="76763"/>
            </a:xfrm>
            <a:custGeom>
              <a:rect b="b" l="l" r="r" t="t"/>
              <a:pathLst>
                <a:path extrusionOk="0" h="5889" w="5915">
                  <a:moveTo>
                    <a:pt x="2963" y="1"/>
                  </a:moveTo>
                  <a:cubicBezTo>
                    <a:pt x="2017" y="1"/>
                    <a:pt x="1248" y="770"/>
                    <a:pt x="1248" y="1715"/>
                  </a:cubicBezTo>
                  <a:lnTo>
                    <a:pt x="1248" y="4172"/>
                  </a:lnTo>
                  <a:cubicBezTo>
                    <a:pt x="1248" y="4601"/>
                    <a:pt x="898" y="4951"/>
                    <a:pt x="469" y="4951"/>
                  </a:cubicBezTo>
                  <a:cubicBezTo>
                    <a:pt x="210" y="4951"/>
                    <a:pt x="1" y="5161"/>
                    <a:pt x="1" y="5419"/>
                  </a:cubicBezTo>
                  <a:cubicBezTo>
                    <a:pt x="1" y="5677"/>
                    <a:pt x="210" y="5888"/>
                    <a:pt x="469" y="5888"/>
                  </a:cubicBezTo>
                  <a:cubicBezTo>
                    <a:pt x="470" y="5888"/>
                    <a:pt x="471" y="5888"/>
                    <a:pt x="471" y="5888"/>
                  </a:cubicBezTo>
                  <a:cubicBezTo>
                    <a:pt x="1416" y="5888"/>
                    <a:pt x="2184" y="5120"/>
                    <a:pt x="2184" y="4172"/>
                  </a:cubicBezTo>
                  <a:lnTo>
                    <a:pt x="2184" y="1715"/>
                  </a:lnTo>
                  <a:cubicBezTo>
                    <a:pt x="2184" y="1286"/>
                    <a:pt x="2534" y="938"/>
                    <a:pt x="2963" y="938"/>
                  </a:cubicBezTo>
                  <a:lnTo>
                    <a:pt x="5447" y="938"/>
                  </a:lnTo>
                  <a:cubicBezTo>
                    <a:pt x="5705" y="938"/>
                    <a:pt x="5914" y="727"/>
                    <a:pt x="5914" y="469"/>
                  </a:cubicBezTo>
                  <a:cubicBezTo>
                    <a:pt x="5914" y="210"/>
                    <a:pt x="5705" y="1"/>
                    <a:pt x="54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0"/>
            <p:cNvSpPr/>
            <p:nvPr/>
          </p:nvSpPr>
          <p:spPr>
            <a:xfrm>
              <a:off x="8219670" y="2091325"/>
              <a:ext cx="77089" cy="12227"/>
            </a:xfrm>
            <a:custGeom>
              <a:rect b="b" l="l" r="r" t="t"/>
              <a:pathLst>
                <a:path extrusionOk="0" h="938" w="5914">
                  <a:moveTo>
                    <a:pt x="468" y="1"/>
                  </a:moveTo>
                  <a:cubicBezTo>
                    <a:pt x="210" y="1"/>
                    <a:pt x="0" y="210"/>
                    <a:pt x="0" y="468"/>
                  </a:cubicBezTo>
                  <a:cubicBezTo>
                    <a:pt x="0" y="727"/>
                    <a:pt x="210" y="938"/>
                    <a:pt x="468" y="938"/>
                  </a:cubicBezTo>
                  <a:lnTo>
                    <a:pt x="5446" y="938"/>
                  </a:lnTo>
                  <a:cubicBezTo>
                    <a:pt x="5704" y="938"/>
                    <a:pt x="5914" y="727"/>
                    <a:pt x="5914" y="468"/>
                  </a:cubicBezTo>
                  <a:cubicBezTo>
                    <a:pt x="5914" y="210"/>
                    <a:pt x="5704"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1" name="Google Shape;6101;p70"/>
          <p:cNvGrpSpPr/>
          <p:nvPr/>
        </p:nvGrpSpPr>
        <p:grpSpPr>
          <a:xfrm>
            <a:off x="6101163" y="3386916"/>
            <a:ext cx="331501" cy="416969"/>
            <a:chOff x="6101163" y="3386916"/>
            <a:chExt cx="331501" cy="416969"/>
          </a:xfrm>
        </p:grpSpPr>
        <p:sp>
          <p:nvSpPr>
            <p:cNvPr id="6102" name="Google Shape;6102;p70"/>
            <p:cNvSpPr/>
            <p:nvPr/>
          </p:nvSpPr>
          <p:spPr>
            <a:xfrm>
              <a:off x="6376384" y="3569133"/>
              <a:ext cx="50135" cy="74212"/>
            </a:xfrm>
            <a:custGeom>
              <a:rect b="b" l="l" r="r" t="t"/>
              <a:pathLst>
                <a:path extrusionOk="0" h="5690" w="3844">
                  <a:moveTo>
                    <a:pt x="421" y="0"/>
                  </a:moveTo>
                  <a:lnTo>
                    <a:pt x="1" y="5690"/>
                  </a:lnTo>
                  <a:lnTo>
                    <a:pt x="279" y="5690"/>
                  </a:lnTo>
                  <a:cubicBezTo>
                    <a:pt x="2247" y="5690"/>
                    <a:pt x="3844" y="4094"/>
                    <a:pt x="3842" y="2128"/>
                  </a:cubicBezTo>
                  <a:lnTo>
                    <a:pt x="3842" y="1919"/>
                  </a:lnTo>
                  <a:cubicBezTo>
                    <a:pt x="3842" y="859"/>
                    <a:pt x="2984" y="0"/>
                    <a:pt x="1925" y="0"/>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0"/>
            <p:cNvSpPr/>
            <p:nvPr/>
          </p:nvSpPr>
          <p:spPr>
            <a:xfrm>
              <a:off x="6107227" y="3569133"/>
              <a:ext cx="50109" cy="74212"/>
            </a:xfrm>
            <a:custGeom>
              <a:rect b="b" l="l" r="r" t="t"/>
              <a:pathLst>
                <a:path extrusionOk="0" h="5690" w="3842">
                  <a:moveTo>
                    <a:pt x="1918" y="0"/>
                  </a:moveTo>
                  <a:cubicBezTo>
                    <a:pt x="859" y="0"/>
                    <a:pt x="1" y="859"/>
                    <a:pt x="1" y="1919"/>
                  </a:cubicBezTo>
                  <a:lnTo>
                    <a:pt x="1" y="2128"/>
                  </a:lnTo>
                  <a:cubicBezTo>
                    <a:pt x="1" y="4094"/>
                    <a:pt x="1596" y="5690"/>
                    <a:pt x="3564" y="5690"/>
                  </a:cubicBezTo>
                  <a:lnTo>
                    <a:pt x="3842" y="5690"/>
                  </a:lnTo>
                  <a:lnTo>
                    <a:pt x="3423" y="0"/>
                  </a:ln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0"/>
            <p:cNvSpPr/>
            <p:nvPr/>
          </p:nvSpPr>
          <p:spPr>
            <a:xfrm>
              <a:off x="6161536" y="3730311"/>
              <a:ext cx="210676" cy="67469"/>
            </a:xfrm>
            <a:custGeom>
              <a:rect b="b" l="l" r="r" t="t"/>
              <a:pathLst>
                <a:path extrusionOk="0" h="5173" w="16153">
                  <a:moveTo>
                    <a:pt x="3516" y="0"/>
                  </a:moveTo>
                  <a:lnTo>
                    <a:pt x="3516" y="1630"/>
                  </a:lnTo>
                  <a:cubicBezTo>
                    <a:pt x="3516" y="2540"/>
                    <a:pt x="2994" y="3368"/>
                    <a:pt x="2175" y="3761"/>
                  </a:cubicBezTo>
                  <a:lnTo>
                    <a:pt x="246" y="4687"/>
                  </a:lnTo>
                  <a:cubicBezTo>
                    <a:pt x="1" y="4806"/>
                    <a:pt x="86" y="5173"/>
                    <a:pt x="358" y="5173"/>
                  </a:cubicBezTo>
                  <a:lnTo>
                    <a:pt x="15798" y="5173"/>
                  </a:lnTo>
                  <a:cubicBezTo>
                    <a:pt x="16071" y="5173"/>
                    <a:pt x="16152" y="4806"/>
                    <a:pt x="15909" y="4687"/>
                  </a:cubicBezTo>
                  <a:lnTo>
                    <a:pt x="13981" y="3761"/>
                  </a:lnTo>
                  <a:cubicBezTo>
                    <a:pt x="13159" y="3368"/>
                    <a:pt x="12640" y="2540"/>
                    <a:pt x="12640" y="1630"/>
                  </a:cubicBezTo>
                  <a:lnTo>
                    <a:pt x="12640" y="0"/>
                  </a:lnTo>
                  <a:cubicBezTo>
                    <a:pt x="11040" y="1093"/>
                    <a:pt x="9275" y="1721"/>
                    <a:pt x="8078" y="1721"/>
                  </a:cubicBezTo>
                  <a:cubicBezTo>
                    <a:pt x="6881" y="1721"/>
                    <a:pt x="5115" y="1093"/>
                    <a:pt x="3516" y="0"/>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0"/>
            <p:cNvSpPr/>
            <p:nvPr/>
          </p:nvSpPr>
          <p:spPr>
            <a:xfrm>
              <a:off x="6145350" y="3423174"/>
              <a:ext cx="243034" cy="329584"/>
            </a:xfrm>
            <a:custGeom>
              <a:rect b="b" l="l" r="r" t="t"/>
              <a:pathLst>
                <a:path extrusionOk="0" h="25270" w="18634">
                  <a:moveTo>
                    <a:pt x="9316" y="0"/>
                  </a:moveTo>
                  <a:cubicBezTo>
                    <a:pt x="4110" y="0"/>
                    <a:pt x="1" y="4423"/>
                    <a:pt x="382" y="9616"/>
                  </a:cubicBezTo>
                  <a:lnTo>
                    <a:pt x="992" y="17887"/>
                  </a:lnTo>
                  <a:cubicBezTo>
                    <a:pt x="1314" y="22246"/>
                    <a:pt x="6689" y="25270"/>
                    <a:pt x="9316" y="25270"/>
                  </a:cubicBezTo>
                  <a:cubicBezTo>
                    <a:pt x="11945" y="25270"/>
                    <a:pt x="17320" y="22246"/>
                    <a:pt x="17642" y="17887"/>
                  </a:cubicBezTo>
                  <a:lnTo>
                    <a:pt x="18252" y="9616"/>
                  </a:lnTo>
                  <a:cubicBezTo>
                    <a:pt x="18633" y="4423"/>
                    <a:pt x="14524" y="0"/>
                    <a:pt x="9316" y="0"/>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0"/>
            <p:cNvSpPr/>
            <p:nvPr/>
          </p:nvSpPr>
          <p:spPr>
            <a:xfrm>
              <a:off x="6209245" y="3428587"/>
              <a:ext cx="178213" cy="324184"/>
            </a:xfrm>
            <a:custGeom>
              <a:rect b="b" l="l" r="r" t="t"/>
              <a:pathLst>
                <a:path extrusionOk="0" h="24856" w="13664">
                  <a:moveTo>
                    <a:pt x="7124" y="0"/>
                  </a:moveTo>
                  <a:cubicBezTo>
                    <a:pt x="9573" y="1752"/>
                    <a:pt x="11094" y="4702"/>
                    <a:pt x="10856" y="7954"/>
                  </a:cubicBezTo>
                  <a:lnTo>
                    <a:pt x="10246" y="16225"/>
                  </a:lnTo>
                  <a:cubicBezTo>
                    <a:pt x="9924" y="20586"/>
                    <a:pt x="4549" y="23608"/>
                    <a:pt x="1922" y="23608"/>
                  </a:cubicBezTo>
                  <a:cubicBezTo>
                    <a:pt x="1377" y="23608"/>
                    <a:pt x="712" y="23477"/>
                    <a:pt x="0" y="23233"/>
                  </a:cubicBezTo>
                  <a:lnTo>
                    <a:pt x="0" y="23233"/>
                  </a:lnTo>
                  <a:cubicBezTo>
                    <a:pt x="1560" y="24268"/>
                    <a:pt x="3258" y="24856"/>
                    <a:pt x="4420" y="24856"/>
                  </a:cubicBezTo>
                  <a:cubicBezTo>
                    <a:pt x="7047" y="24856"/>
                    <a:pt x="12423" y="21834"/>
                    <a:pt x="12744" y="17473"/>
                  </a:cubicBezTo>
                  <a:lnTo>
                    <a:pt x="13354" y="9202"/>
                  </a:lnTo>
                  <a:cubicBezTo>
                    <a:pt x="13664" y="4951"/>
                    <a:pt x="10966" y="1215"/>
                    <a:pt x="7124"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0"/>
            <p:cNvSpPr/>
            <p:nvPr/>
          </p:nvSpPr>
          <p:spPr>
            <a:xfrm>
              <a:off x="6174226" y="3449311"/>
              <a:ext cx="185334" cy="97506"/>
            </a:xfrm>
            <a:custGeom>
              <a:rect b="b" l="l" r="r" t="t"/>
              <a:pathLst>
                <a:path extrusionOk="0" h="7476" w="14210">
                  <a:moveTo>
                    <a:pt x="5733" y="1"/>
                  </a:moveTo>
                  <a:cubicBezTo>
                    <a:pt x="4277" y="282"/>
                    <a:pt x="2952" y="1017"/>
                    <a:pt x="1916" y="2132"/>
                  </a:cubicBezTo>
                  <a:cubicBezTo>
                    <a:pt x="793" y="3342"/>
                    <a:pt x="144" y="4850"/>
                    <a:pt x="37" y="6460"/>
                  </a:cubicBezTo>
                  <a:cubicBezTo>
                    <a:pt x="1" y="7009"/>
                    <a:pt x="436" y="7476"/>
                    <a:pt x="987" y="7476"/>
                  </a:cubicBezTo>
                  <a:lnTo>
                    <a:pt x="13224" y="7476"/>
                  </a:lnTo>
                  <a:cubicBezTo>
                    <a:pt x="13773" y="7476"/>
                    <a:pt x="14209" y="7009"/>
                    <a:pt x="14174" y="6460"/>
                  </a:cubicBezTo>
                  <a:cubicBezTo>
                    <a:pt x="14066" y="4850"/>
                    <a:pt x="13416" y="3342"/>
                    <a:pt x="12294" y="2132"/>
                  </a:cubicBezTo>
                  <a:cubicBezTo>
                    <a:pt x="11258" y="1014"/>
                    <a:pt x="9933" y="282"/>
                    <a:pt x="8477" y="1"/>
                  </a:cubicBezTo>
                  <a:lnTo>
                    <a:pt x="8318" y="2337"/>
                  </a:lnTo>
                  <a:cubicBezTo>
                    <a:pt x="8275" y="2973"/>
                    <a:pt x="7744" y="3468"/>
                    <a:pt x="7105" y="3468"/>
                  </a:cubicBezTo>
                  <a:cubicBezTo>
                    <a:pt x="6467" y="3468"/>
                    <a:pt x="5936" y="2973"/>
                    <a:pt x="5893" y="2337"/>
                  </a:cubicBezTo>
                  <a:lnTo>
                    <a:pt x="573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0"/>
            <p:cNvSpPr/>
            <p:nvPr/>
          </p:nvSpPr>
          <p:spPr>
            <a:xfrm>
              <a:off x="6174187" y="3450746"/>
              <a:ext cx="185373" cy="96084"/>
            </a:xfrm>
            <a:custGeom>
              <a:rect b="b" l="l" r="r" t="t"/>
              <a:pathLst>
                <a:path extrusionOk="0" h="7367" w="14213">
                  <a:moveTo>
                    <a:pt x="8961" y="0"/>
                  </a:moveTo>
                  <a:lnTo>
                    <a:pt x="8961" y="0"/>
                  </a:lnTo>
                  <a:cubicBezTo>
                    <a:pt x="9256" y="233"/>
                    <a:pt x="9539" y="489"/>
                    <a:pt x="9800" y="773"/>
                  </a:cubicBezTo>
                  <a:cubicBezTo>
                    <a:pt x="10924" y="1983"/>
                    <a:pt x="11572" y="3491"/>
                    <a:pt x="11680" y="5101"/>
                  </a:cubicBezTo>
                  <a:cubicBezTo>
                    <a:pt x="11716" y="5651"/>
                    <a:pt x="11279" y="6117"/>
                    <a:pt x="10728" y="6117"/>
                  </a:cubicBezTo>
                  <a:lnTo>
                    <a:pt x="57" y="6117"/>
                  </a:lnTo>
                  <a:cubicBezTo>
                    <a:pt x="50" y="6193"/>
                    <a:pt x="42" y="6274"/>
                    <a:pt x="37" y="6352"/>
                  </a:cubicBezTo>
                  <a:cubicBezTo>
                    <a:pt x="1" y="6901"/>
                    <a:pt x="437" y="7367"/>
                    <a:pt x="988" y="7367"/>
                  </a:cubicBezTo>
                  <a:lnTo>
                    <a:pt x="13227" y="7367"/>
                  </a:lnTo>
                  <a:cubicBezTo>
                    <a:pt x="13776" y="7366"/>
                    <a:pt x="14212" y="6899"/>
                    <a:pt x="14177" y="6350"/>
                  </a:cubicBezTo>
                  <a:cubicBezTo>
                    <a:pt x="14069" y="4740"/>
                    <a:pt x="13419" y="3232"/>
                    <a:pt x="12297" y="2022"/>
                  </a:cubicBezTo>
                  <a:cubicBezTo>
                    <a:pt x="11376" y="1030"/>
                    <a:pt x="10228" y="340"/>
                    <a:pt x="8961"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0"/>
            <p:cNvSpPr/>
            <p:nvPr/>
          </p:nvSpPr>
          <p:spPr>
            <a:xfrm>
              <a:off x="6245764" y="3393059"/>
              <a:ext cx="42206" cy="101484"/>
            </a:xfrm>
            <a:custGeom>
              <a:rect b="b" l="l" r="r" t="t"/>
              <a:pathLst>
                <a:path extrusionOk="0" h="7781" w="3236">
                  <a:moveTo>
                    <a:pt x="1617" y="1"/>
                  </a:moveTo>
                  <a:cubicBezTo>
                    <a:pt x="716" y="1"/>
                    <a:pt x="0" y="767"/>
                    <a:pt x="63" y="1667"/>
                  </a:cubicBezTo>
                  <a:lnTo>
                    <a:pt x="405" y="6650"/>
                  </a:lnTo>
                  <a:cubicBezTo>
                    <a:pt x="448" y="7286"/>
                    <a:pt x="979" y="7781"/>
                    <a:pt x="1617" y="7781"/>
                  </a:cubicBezTo>
                  <a:cubicBezTo>
                    <a:pt x="2257" y="7781"/>
                    <a:pt x="2788" y="7286"/>
                    <a:pt x="2831" y="6650"/>
                  </a:cubicBezTo>
                  <a:lnTo>
                    <a:pt x="3173" y="1667"/>
                  </a:lnTo>
                  <a:cubicBezTo>
                    <a:pt x="3236" y="764"/>
                    <a:pt x="2521" y="1"/>
                    <a:pt x="16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0"/>
            <p:cNvSpPr/>
            <p:nvPr/>
          </p:nvSpPr>
          <p:spPr>
            <a:xfrm>
              <a:off x="6251281" y="3393020"/>
              <a:ext cx="36689" cy="101510"/>
            </a:xfrm>
            <a:custGeom>
              <a:rect b="b" l="l" r="r" t="t"/>
              <a:pathLst>
                <a:path extrusionOk="0" h="7783" w="2813">
                  <a:moveTo>
                    <a:pt x="1194" y="1"/>
                  </a:moveTo>
                  <a:cubicBezTo>
                    <a:pt x="1153" y="1"/>
                    <a:pt x="1110" y="4"/>
                    <a:pt x="1065" y="6"/>
                  </a:cubicBezTo>
                  <a:cubicBezTo>
                    <a:pt x="1161" y="227"/>
                    <a:pt x="1207" y="473"/>
                    <a:pt x="1190" y="731"/>
                  </a:cubicBezTo>
                  <a:lnTo>
                    <a:pt x="847" y="5715"/>
                  </a:lnTo>
                  <a:cubicBezTo>
                    <a:pt x="811" y="6225"/>
                    <a:pt x="465" y="6643"/>
                    <a:pt x="0" y="6791"/>
                  </a:cubicBezTo>
                  <a:cubicBezTo>
                    <a:pt x="107" y="7359"/>
                    <a:pt x="603" y="7782"/>
                    <a:pt x="1194" y="7782"/>
                  </a:cubicBezTo>
                  <a:cubicBezTo>
                    <a:pt x="1833" y="7782"/>
                    <a:pt x="2364" y="7287"/>
                    <a:pt x="2407" y="6650"/>
                  </a:cubicBezTo>
                  <a:lnTo>
                    <a:pt x="2750" y="1668"/>
                  </a:lnTo>
                  <a:cubicBezTo>
                    <a:pt x="2813" y="767"/>
                    <a:pt x="2100" y="1"/>
                    <a:pt x="1194"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0"/>
            <p:cNvSpPr/>
            <p:nvPr/>
          </p:nvSpPr>
          <p:spPr>
            <a:xfrm>
              <a:off x="6247081" y="3514889"/>
              <a:ext cx="39558" cy="31928"/>
            </a:xfrm>
            <a:custGeom>
              <a:rect b="b" l="l" r="r" t="t"/>
              <a:pathLst>
                <a:path extrusionOk="0" h="2448" w="3033">
                  <a:moveTo>
                    <a:pt x="1516" y="1"/>
                  </a:moveTo>
                  <a:cubicBezTo>
                    <a:pt x="680" y="1"/>
                    <a:pt x="1" y="678"/>
                    <a:pt x="1" y="1516"/>
                  </a:cubicBezTo>
                  <a:cubicBezTo>
                    <a:pt x="1" y="1868"/>
                    <a:pt x="120" y="2191"/>
                    <a:pt x="321" y="2448"/>
                  </a:cubicBezTo>
                  <a:lnTo>
                    <a:pt x="2713" y="2448"/>
                  </a:lnTo>
                  <a:cubicBezTo>
                    <a:pt x="2914" y="2191"/>
                    <a:pt x="3033" y="1868"/>
                    <a:pt x="3033" y="1516"/>
                  </a:cubicBezTo>
                  <a:cubicBezTo>
                    <a:pt x="3033" y="678"/>
                    <a:pt x="2354" y="1"/>
                    <a:pt x="15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0"/>
            <p:cNvSpPr/>
            <p:nvPr/>
          </p:nvSpPr>
          <p:spPr>
            <a:xfrm>
              <a:off x="6247081" y="3530527"/>
              <a:ext cx="39558" cy="16290"/>
            </a:xfrm>
            <a:custGeom>
              <a:rect b="b" l="l" r="r" t="t"/>
              <a:pathLst>
                <a:path extrusionOk="0" h="1249" w="3033">
                  <a:moveTo>
                    <a:pt x="35" y="0"/>
                  </a:moveTo>
                  <a:cubicBezTo>
                    <a:pt x="14" y="102"/>
                    <a:pt x="1" y="210"/>
                    <a:pt x="1" y="317"/>
                  </a:cubicBezTo>
                  <a:cubicBezTo>
                    <a:pt x="1" y="669"/>
                    <a:pt x="120" y="992"/>
                    <a:pt x="321" y="1249"/>
                  </a:cubicBezTo>
                  <a:lnTo>
                    <a:pt x="2713" y="1249"/>
                  </a:lnTo>
                  <a:cubicBezTo>
                    <a:pt x="2914" y="992"/>
                    <a:pt x="3033" y="669"/>
                    <a:pt x="3033" y="317"/>
                  </a:cubicBezTo>
                  <a:cubicBezTo>
                    <a:pt x="3033" y="208"/>
                    <a:pt x="3021" y="102"/>
                    <a:pt x="3000"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0"/>
            <p:cNvSpPr/>
            <p:nvPr/>
          </p:nvSpPr>
          <p:spPr>
            <a:xfrm>
              <a:off x="6101163" y="3386916"/>
              <a:ext cx="331501" cy="416969"/>
            </a:xfrm>
            <a:custGeom>
              <a:rect b="b" l="l" r="r" t="t"/>
              <a:pathLst>
                <a:path extrusionOk="0" h="31970" w="25417">
                  <a:moveTo>
                    <a:pt x="12704" y="10281"/>
                  </a:moveTo>
                  <a:cubicBezTo>
                    <a:pt x="13485" y="10281"/>
                    <a:pt x="13986" y="11104"/>
                    <a:pt x="13644" y="11792"/>
                  </a:cubicBezTo>
                  <a:lnTo>
                    <a:pt x="11763" y="11792"/>
                  </a:lnTo>
                  <a:cubicBezTo>
                    <a:pt x="11426" y="11104"/>
                    <a:pt x="11925" y="10281"/>
                    <a:pt x="12704" y="10281"/>
                  </a:cubicBezTo>
                  <a:close/>
                  <a:moveTo>
                    <a:pt x="3453" y="14439"/>
                  </a:moveTo>
                  <a:lnTo>
                    <a:pt x="3803" y="19185"/>
                  </a:lnTo>
                  <a:cubicBezTo>
                    <a:pt x="2202" y="19068"/>
                    <a:pt x="933" y="17728"/>
                    <a:pt x="933" y="16098"/>
                  </a:cubicBezTo>
                  <a:lnTo>
                    <a:pt x="933" y="15888"/>
                  </a:lnTo>
                  <a:cubicBezTo>
                    <a:pt x="933" y="15089"/>
                    <a:pt x="1582" y="14439"/>
                    <a:pt x="2383" y="14439"/>
                  </a:cubicBezTo>
                  <a:close/>
                  <a:moveTo>
                    <a:pt x="23030" y="14439"/>
                  </a:moveTo>
                  <a:cubicBezTo>
                    <a:pt x="23828" y="14439"/>
                    <a:pt x="24479" y="15088"/>
                    <a:pt x="24479" y="15888"/>
                  </a:cubicBezTo>
                  <a:lnTo>
                    <a:pt x="24476" y="16098"/>
                  </a:lnTo>
                  <a:cubicBezTo>
                    <a:pt x="24476" y="17728"/>
                    <a:pt x="23211" y="19068"/>
                    <a:pt x="21609" y="19185"/>
                  </a:cubicBezTo>
                  <a:lnTo>
                    <a:pt x="21958" y="14439"/>
                  </a:lnTo>
                  <a:close/>
                  <a:moveTo>
                    <a:pt x="8610" y="27177"/>
                  </a:moveTo>
                  <a:cubicBezTo>
                    <a:pt x="10022" y="28004"/>
                    <a:pt x="11536" y="28517"/>
                    <a:pt x="12703" y="28517"/>
                  </a:cubicBezTo>
                  <a:cubicBezTo>
                    <a:pt x="13819" y="28517"/>
                    <a:pt x="15336" y="28035"/>
                    <a:pt x="16797" y="27179"/>
                  </a:cubicBezTo>
                  <a:lnTo>
                    <a:pt x="16797" y="27961"/>
                  </a:lnTo>
                  <a:cubicBezTo>
                    <a:pt x="16798" y="29043"/>
                    <a:pt x="17429" y="30044"/>
                    <a:pt x="18405" y="30512"/>
                  </a:cubicBezTo>
                  <a:lnTo>
                    <a:pt x="19490" y="31031"/>
                  </a:lnTo>
                  <a:lnTo>
                    <a:pt x="5918" y="31031"/>
                  </a:lnTo>
                  <a:lnTo>
                    <a:pt x="7003" y="30512"/>
                  </a:lnTo>
                  <a:cubicBezTo>
                    <a:pt x="7979" y="30044"/>
                    <a:pt x="8610" y="29041"/>
                    <a:pt x="8610" y="27959"/>
                  </a:cubicBezTo>
                  <a:lnTo>
                    <a:pt x="8610" y="27177"/>
                  </a:lnTo>
                  <a:close/>
                  <a:moveTo>
                    <a:pt x="12707" y="0"/>
                  </a:moveTo>
                  <a:cubicBezTo>
                    <a:pt x="12166" y="0"/>
                    <a:pt x="11625" y="215"/>
                    <a:pt x="11225" y="644"/>
                  </a:cubicBezTo>
                  <a:cubicBezTo>
                    <a:pt x="10843" y="1053"/>
                    <a:pt x="10645" y="1607"/>
                    <a:pt x="10685" y="2166"/>
                  </a:cubicBezTo>
                  <a:lnTo>
                    <a:pt x="10710" y="2524"/>
                  </a:lnTo>
                  <a:cubicBezTo>
                    <a:pt x="6210" y="3494"/>
                    <a:pt x="2957" y="7661"/>
                    <a:pt x="3308" y="12430"/>
                  </a:cubicBezTo>
                  <a:lnTo>
                    <a:pt x="3387" y="13502"/>
                  </a:lnTo>
                  <a:lnTo>
                    <a:pt x="2386" y="13502"/>
                  </a:lnTo>
                  <a:cubicBezTo>
                    <a:pt x="1071" y="13502"/>
                    <a:pt x="1" y="14571"/>
                    <a:pt x="1" y="15888"/>
                  </a:cubicBezTo>
                  <a:lnTo>
                    <a:pt x="1" y="16098"/>
                  </a:lnTo>
                  <a:cubicBezTo>
                    <a:pt x="1" y="18268"/>
                    <a:pt x="1724" y="20044"/>
                    <a:pt x="3875" y="20126"/>
                  </a:cubicBezTo>
                  <a:lnTo>
                    <a:pt x="3918" y="20703"/>
                  </a:lnTo>
                  <a:cubicBezTo>
                    <a:pt x="4006" y="21902"/>
                    <a:pt x="4449" y="23070"/>
                    <a:pt x="5234" y="24172"/>
                  </a:cubicBezTo>
                  <a:cubicBezTo>
                    <a:pt x="5326" y="24300"/>
                    <a:pt x="5469" y="24370"/>
                    <a:pt x="5616" y="24370"/>
                  </a:cubicBezTo>
                  <a:cubicBezTo>
                    <a:pt x="5992" y="24370"/>
                    <a:pt x="6221" y="23943"/>
                    <a:pt x="5996" y="23630"/>
                  </a:cubicBezTo>
                  <a:cubicBezTo>
                    <a:pt x="5311" y="22669"/>
                    <a:pt x="4925" y="21660"/>
                    <a:pt x="4851" y="20634"/>
                  </a:cubicBezTo>
                  <a:cubicBezTo>
                    <a:pt x="4454" y="15244"/>
                    <a:pt x="4384" y="14291"/>
                    <a:pt x="4384" y="14291"/>
                  </a:cubicBezTo>
                  <a:lnTo>
                    <a:pt x="4384" y="14291"/>
                  </a:lnTo>
                  <a:cubicBezTo>
                    <a:pt x="4384" y="14291"/>
                    <a:pt x="4404" y="14576"/>
                    <a:pt x="4404" y="14576"/>
                  </a:cubicBezTo>
                  <a:cubicBezTo>
                    <a:pt x="4404" y="14576"/>
                    <a:pt x="4393" y="14433"/>
                    <a:pt x="4357" y="13941"/>
                  </a:cubicBezTo>
                  <a:cubicBezTo>
                    <a:pt x="4356" y="13929"/>
                    <a:pt x="4356" y="13922"/>
                    <a:pt x="4356" y="13919"/>
                  </a:cubicBezTo>
                  <a:lnTo>
                    <a:pt x="4356" y="13919"/>
                  </a:lnTo>
                  <a:cubicBezTo>
                    <a:pt x="4356" y="13924"/>
                    <a:pt x="4357" y="13939"/>
                    <a:pt x="4357" y="13939"/>
                  </a:cubicBezTo>
                  <a:cubicBezTo>
                    <a:pt x="4357" y="13939"/>
                    <a:pt x="4344" y="13758"/>
                    <a:pt x="4241" y="12363"/>
                  </a:cubicBezTo>
                  <a:cubicBezTo>
                    <a:pt x="3930" y="8141"/>
                    <a:pt x="6710" y="4406"/>
                    <a:pt x="10774" y="3471"/>
                  </a:cubicBezTo>
                  <a:lnTo>
                    <a:pt x="10839" y="4418"/>
                  </a:lnTo>
                  <a:cubicBezTo>
                    <a:pt x="7781" y="5188"/>
                    <a:pt x="5392" y="7893"/>
                    <a:pt x="5171" y="11215"/>
                  </a:cubicBezTo>
                  <a:cubicBezTo>
                    <a:pt x="5118" y="12033"/>
                    <a:pt x="5769" y="12729"/>
                    <a:pt x="6589" y="12729"/>
                  </a:cubicBezTo>
                  <a:lnTo>
                    <a:pt x="18826" y="12729"/>
                  </a:lnTo>
                  <a:cubicBezTo>
                    <a:pt x="19645" y="12729"/>
                    <a:pt x="20296" y="12033"/>
                    <a:pt x="20242" y="11215"/>
                  </a:cubicBezTo>
                  <a:cubicBezTo>
                    <a:pt x="20127" y="9483"/>
                    <a:pt x="19435" y="7886"/>
                    <a:pt x="18239" y="6600"/>
                  </a:cubicBezTo>
                  <a:cubicBezTo>
                    <a:pt x="18146" y="6501"/>
                    <a:pt x="18021" y="6450"/>
                    <a:pt x="17895" y="6450"/>
                  </a:cubicBezTo>
                  <a:cubicBezTo>
                    <a:pt x="17781" y="6450"/>
                    <a:pt x="17667" y="6492"/>
                    <a:pt x="17577" y="6576"/>
                  </a:cubicBezTo>
                  <a:cubicBezTo>
                    <a:pt x="17386" y="6751"/>
                    <a:pt x="17375" y="7046"/>
                    <a:pt x="17551" y="7237"/>
                  </a:cubicBezTo>
                  <a:cubicBezTo>
                    <a:pt x="18599" y="8365"/>
                    <a:pt x="19206" y="9761"/>
                    <a:pt x="19305" y="11277"/>
                  </a:cubicBezTo>
                  <a:cubicBezTo>
                    <a:pt x="19324" y="11555"/>
                    <a:pt x="19103" y="11792"/>
                    <a:pt x="18823" y="11792"/>
                  </a:cubicBezTo>
                  <a:lnTo>
                    <a:pt x="14633" y="11792"/>
                  </a:lnTo>
                  <a:cubicBezTo>
                    <a:pt x="14931" y="10539"/>
                    <a:pt x="13978" y="9345"/>
                    <a:pt x="12703" y="9345"/>
                  </a:cubicBezTo>
                  <a:cubicBezTo>
                    <a:pt x="11426" y="9345"/>
                    <a:pt x="10476" y="10539"/>
                    <a:pt x="10773" y="11792"/>
                  </a:cubicBezTo>
                  <a:lnTo>
                    <a:pt x="6583" y="11792"/>
                  </a:lnTo>
                  <a:cubicBezTo>
                    <a:pt x="6303" y="11792"/>
                    <a:pt x="6082" y="11556"/>
                    <a:pt x="6101" y="11277"/>
                  </a:cubicBezTo>
                  <a:cubicBezTo>
                    <a:pt x="6293" y="8377"/>
                    <a:pt x="8359" y="6078"/>
                    <a:pt x="10901" y="5368"/>
                  </a:cubicBezTo>
                  <a:lnTo>
                    <a:pt x="10915" y="5566"/>
                  </a:lnTo>
                  <a:cubicBezTo>
                    <a:pt x="10931" y="5814"/>
                    <a:pt x="11140" y="6003"/>
                    <a:pt x="11384" y="6003"/>
                  </a:cubicBezTo>
                  <a:cubicBezTo>
                    <a:pt x="11393" y="6003"/>
                    <a:pt x="11403" y="6002"/>
                    <a:pt x="11413" y="6002"/>
                  </a:cubicBezTo>
                  <a:cubicBezTo>
                    <a:pt x="11671" y="5983"/>
                    <a:pt x="11865" y="5759"/>
                    <a:pt x="11849" y="5502"/>
                  </a:cubicBezTo>
                  <a:cubicBezTo>
                    <a:pt x="11825" y="5141"/>
                    <a:pt x="11797" y="4735"/>
                    <a:pt x="11617" y="2107"/>
                  </a:cubicBezTo>
                  <a:cubicBezTo>
                    <a:pt x="11573" y="1479"/>
                    <a:pt x="12070" y="941"/>
                    <a:pt x="12704" y="941"/>
                  </a:cubicBezTo>
                  <a:cubicBezTo>
                    <a:pt x="13334" y="941"/>
                    <a:pt x="13836" y="1475"/>
                    <a:pt x="13793" y="2107"/>
                  </a:cubicBezTo>
                  <a:cubicBezTo>
                    <a:pt x="13783" y="2264"/>
                    <a:pt x="13511" y="6239"/>
                    <a:pt x="13450" y="7089"/>
                  </a:cubicBezTo>
                  <a:cubicBezTo>
                    <a:pt x="13425" y="7481"/>
                    <a:pt x="13096" y="7785"/>
                    <a:pt x="12704" y="7785"/>
                  </a:cubicBezTo>
                  <a:cubicBezTo>
                    <a:pt x="12386" y="7785"/>
                    <a:pt x="12102" y="7583"/>
                    <a:pt x="11998" y="7283"/>
                  </a:cubicBezTo>
                  <a:cubicBezTo>
                    <a:pt x="11931" y="7090"/>
                    <a:pt x="11750" y="6968"/>
                    <a:pt x="11557" y="6968"/>
                  </a:cubicBezTo>
                  <a:cubicBezTo>
                    <a:pt x="11506" y="6968"/>
                    <a:pt x="11454" y="6977"/>
                    <a:pt x="11403" y="6995"/>
                  </a:cubicBezTo>
                  <a:cubicBezTo>
                    <a:pt x="11159" y="7079"/>
                    <a:pt x="11030" y="7346"/>
                    <a:pt x="11114" y="7590"/>
                  </a:cubicBezTo>
                  <a:cubicBezTo>
                    <a:pt x="11348" y="8269"/>
                    <a:pt x="11987" y="8722"/>
                    <a:pt x="12704" y="8722"/>
                  </a:cubicBezTo>
                  <a:cubicBezTo>
                    <a:pt x="13585" y="8722"/>
                    <a:pt x="14324" y="8034"/>
                    <a:pt x="14386" y="7154"/>
                  </a:cubicBezTo>
                  <a:lnTo>
                    <a:pt x="14508" y="5370"/>
                  </a:lnTo>
                  <a:cubicBezTo>
                    <a:pt x="15012" y="5511"/>
                    <a:pt x="15495" y="5712"/>
                    <a:pt x="15951" y="5970"/>
                  </a:cubicBezTo>
                  <a:cubicBezTo>
                    <a:pt x="16024" y="6012"/>
                    <a:pt x="16103" y="6031"/>
                    <a:pt x="16181" y="6031"/>
                  </a:cubicBezTo>
                  <a:cubicBezTo>
                    <a:pt x="16345" y="6031"/>
                    <a:pt x="16504" y="5945"/>
                    <a:pt x="16590" y="5794"/>
                  </a:cubicBezTo>
                  <a:cubicBezTo>
                    <a:pt x="16718" y="5568"/>
                    <a:pt x="16639" y="5281"/>
                    <a:pt x="16412" y="5155"/>
                  </a:cubicBezTo>
                  <a:cubicBezTo>
                    <a:pt x="15835" y="4828"/>
                    <a:pt x="15215" y="4581"/>
                    <a:pt x="14573" y="4418"/>
                  </a:cubicBezTo>
                  <a:lnTo>
                    <a:pt x="14637" y="3471"/>
                  </a:lnTo>
                  <a:cubicBezTo>
                    <a:pt x="18701" y="4406"/>
                    <a:pt x="21482" y="8141"/>
                    <a:pt x="21170" y="12363"/>
                  </a:cubicBezTo>
                  <a:cubicBezTo>
                    <a:pt x="20832" y="16964"/>
                    <a:pt x="20679" y="19033"/>
                    <a:pt x="20621" y="19827"/>
                  </a:cubicBezTo>
                  <a:lnTo>
                    <a:pt x="20621" y="19827"/>
                  </a:lnTo>
                  <a:cubicBezTo>
                    <a:pt x="20648" y="19457"/>
                    <a:pt x="20683" y="18978"/>
                    <a:pt x="20683" y="18978"/>
                  </a:cubicBezTo>
                  <a:lnTo>
                    <a:pt x="20683" y="18978"/>
                  </a:lnTo>
                  <a:cubicBezTo>
                    <a:pt x="20683" y="18978"/>
                    <a:pt x="20653" y="19380"/>
                    <a:pt x="20560" y="20634"/>
                  </a:cubicBezTo>
                  <a:cubicBezTo>
                    <a:pt x="20288" y="24335"/>
                    <a:pt x="15558" y="27583"/>
                    <a:pt x="12703" y="27583"/>
                  </a:cubicBezTo>
                  <a:cubicBezTo>
                    <a:pt x="11053" y="27583"/>
                    <a:pt x="8813" y="26404"/>
                    <a:pt x="7391" y="25158"/>
                  </a:cubicBezTo>
                  <a:cubicBezTo>
                    <a:pt x="7301" y="25080"/>
                    <a:pt x="7191" y="25042"/>
                    <a:pt x="7082" y="25042"/>
                  </a:cubicBezTo>
                  <a:cubicBezTo>
                    <a:pt x="6952" y="25042"/>
                    <a:pt x="6823" y="25096"/>
                    <a:pt x="6731" y="25203"/>
                  </a:cubicBezTo>
                  <a:cubicBezTo>
                    <a:pt x="6560" y="25398"/>
                    <a:pt x="6580" y="25692"/>
                    <a:pt x="6775" y="25863"/>
                  </a:cubicBezTo>
                  <a:cubicBezTo>
                    <a:pt x="7061" y="26112"/>
                    <a:pt x="7362" y="26351"/>
                    <a:pt x="7675" y="26573"/>
                  </a:cubicBezTo>
                  <a:lnTo>
                    <a:pt x="7675" y="27961"/>
                  </a:lnTo>
                  <a:cubicBezTo>
                    <a:pt x="7675" y="28685"/>
                    <a:pt x="7254" y="29357"/>
                    <a:pt x="6601" y="29668"/>
                  </a:cubicBezTo>
                  <a:lnTo>
                    <a:pt x="4673" y="30594"/>
                  </a:lnTo>
                  <a:cubicBezTo>
                    <a:pt x="4366" y="30741"/>
                    <a:pt x="4205" y="31074"/>
                    <a:pt x="4280" y="31407"/>
                  </a:cubicBezTo>
                  <a:cubicBezTo>
                    <a:pt x="4356" y="31739"/>
                    <a:pt x="4646" y="31970"/>
                    <a:pt x="4987" y="31970"/>
                  </a:cubicBezTo>
                  <a:lnTo>
                    <a:pt x="20427" y="31970"/>
                  </a:lnTo>
                  <a:cubicBezTo>
                    <a:pt x="20767" y="31970"/>
                    <a:pt x="21058" y="31739"/>
                    <a:pt x="21133" y="31407"/>
                  </a:cubicBezTo>
                  <a:cubicBezTo>
                    <a:pt x="21209" y="31074"/>
                    <a:pt x="21047" y="30741"/>
                    <a:pt x="20740" y="30594"/>
                  </a:cubicBezTo>
                  <a:lnTo>
                    <a:pt x="18813" y="29668"/>
                  </a:lnTo>
                  <a:cubicBezTo>
                    <a:pt x="18160" y="29355"/>
                    <a:pt x="17738" y="28684"/>
                    <a:pt x="17738" y="27961"/>
                  </a:cubicBezTo>
                  <a:lnTo>
                    <a:pt x="17738" y="26572"/>
                  </a:lnTo>
                  <a:cubicBezTo>
                    <a:pt x="19675" y="25183"/>
                    <a:pt x="21320" y="23135"/>
                    <a:pt x="21499" y="20703"/>
                  </a:cubicBezTo>
                  <a:lnTo>
                    <a:pt x="21542" y="20129"/>
                  </a:lnTo>
                  <a:cubicBezTo>
                    <a:pt x="23693" y="20045"/>
                    <a:pt x="25416" y="18270"/>
                    <a:pt x="25416" y="16099"/>
                  </a:cubicBezTo>
                  <a:lnTo>
                    <a:pt x="25416" y="15890"/>
                  </a:lnTo>
                  <a:cubicBezTo>
                    <a:pt x="25413" y="14573"/>
                    <a:pt x="24344" y="13502"/>
                    <a:pt x="23027" y="13502"/>
                  </a:cubicBezTo>
                  <a:lnTo>
                    <a:pt x="22027" y="13502"/>
                  </a:lnTo>
                  <a:lnTo>
                    <a:pt x="22106" y="12430"/>
                  </a:lnTo>
                  <a:cubicBezTo>
                    <a:pt x="22457" y="7653"/>
                    <a:pt x="19196" y="3492"/>
                    <a:pt x="14703" y="2524"/>
                  </a:cubicBezTo>
                  <a:lnTo>
                    <a:pt x="14727" y="2166"/>
                  </a:lnTo>
                  <a:cubicBezTo>
                    <a:pt x="14766" y="1608"/>
                    <a:pt x="14570" y="1053"/>
                    <a:pt x="14188" y="644"/>
                  </a:cubicBezTo>
                  <a:cubicBezTo>
                    <a:pt x="13788" y="215"/>
                    <a:pt x="13248" y="0"/>
                    <a:pt x="127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0"/>
            <p:cNvSpPr/>
            <p:nvPr/>
          </p:nvSpPr>
          <p:spPr>
            <a:xfrm>
              <a:off x="6195825" y="3580975"/>
              <a:ext cx="60895" cy="12234"/>
            </a:xfrm>
            <a:custGeom>
              <a:rect b="b" l="l" r="r" t="t"/>
              <a:pathLst>
                <a:path extrusionOk="0" h="938" w="4669">
                  <a:moveTo>
                    <a:pt x="470" y="1"/>
                  </a:moveTo>
                  <a:cubicBezTo>
                    <a:pt x="212" y="1"/>
                    <a:pt x="1" y="210"/>
                    <a:pt x="1" y="469"/>
                  </a:cubicBezTo>
                  <a:cubicBezTo>
                    <a:pt x="1" y="727"/>
                    <a:pt x="212" y="938"/>
                    <a:pt x="470" y="938"/>
                  </a:cubicBezTo>
                  <a:lnTo>
                    <a:pt x="4201" y="938"/>
                  </a:lnTo>
                  <a:cubicBezTo>
                    <a:pt x="4459" y="938"/>
                    <a:pt x="4668" y="727"/>
                    <a:pt x="4668" y="469"/>
                  </a:cubicBezTo>
                  <a:cubicBezTo>
                    <a:pt x="4668" y="210"/>
                    <a:pt x="4459" y="1"/>
                    <a:pt x="42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0"/>
            <p:cNvSpPr/>
            <p:nvPr/>
          </p:nvSpPr>
          <p:spPr>
            <a:xfrm>
              <a:off x="6260750" y="3580975"/>
              <a:ext cx="77159" cy="76807"/>
            </a:xfrm>
            <a:custGeom>
              <a:rect b="b" l="l" r="r" t="t"/>
              <a:pathLst>
                <a:path extrusionOk="0" h="5889" w="5916">
                  <a:moveTo>
                    <a:pt x="2962" y="1"/>
                  </a:moveTo>
                  <a:cubicBezTo>
                    <a:pt x="2017" y="1"/>
                    <a:pt x="1247" y="770"/>
                    <a:pt x="1247" y="1715"/>
                  </a:cubicBezTo>
                  <a:lnTo>
                    <a:pt x="1247" y="4172"/>
                  </a:lnTo>
                  <a:cubicBezTo>
                    <a:pt x="1247" y="4601"/>
                    <a:pt x="897" y="4951"/>
                    <a:pt x="468" y="4951"/>
                  </a:cubicBezTo>
                  <a:cubicBezTo>
                    <a:pt x="211" y="4951"/>
                    <a:pt x="0" y="5161"/>
                    <a:pt x="0" y="5419"/>
                  </a:cubicBezTo>
                  <a:cubicBezTo>
                    <a:pt x="0" y="5677"/>
                    <a:pt x="211" y="5888"/>
                    <a:pt x="468" y="5888"/>
                  </a:cubicBezTo>
                  <a:cubicBezTo>
                    <a:pt x="1414" y="5888"/>
                    <a:pt x="2184" y="5118"/>
                    <a:pt x="2184" y="4172"/>
                  </a:cubicBezTo>
                  <a:lnTo>
                    <a:pt x="2184" y="1715"/>
                  </a:lnTo>
                  <a:cubicBezTo>
                    <a:pt x="2184" y="1286"/>
                    <a:pt x="2533" y="938"/>
                    <a:pt x="2962" y="938"/>
                  </a:cubicBezTo>
                  <a:lnTo>
                    <a:pt x="5446" y="938"/>
                  </a:lnTo>
                  <a:cubicBezTo>
                    <a:pt x="5704" y="938"/>
                    <a:pt x="5915" y="727"/>
                    <a:pt x="5915" y="469"/>
                  </a:cubicBezTo>
                  <a:cubicBezTo>
                    <a:pt x="5915" y="210"/>
                    <a:pt x="5704"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0"/>
            <p:cNvSpPr/>
            <p:nvPr/>
          </p:nvSpPr>
          <p:spPr>
            <a:xfrm>
              <a:off x="6220057" y="3687154"/>
              <a:ext cx="93632" cy="22968"/>
            </a:xfrm>
            <a:custGeom>
              <a:rect b="b" l="l" r="r" t="t"/>
              <a:pathLst>
                <a:path extrusionOk="0" h="1761" w="7179">
                  <a:moveTo>
                    <a:pt x="3589" y="0"/>
                  </a:moveTo>
                  <a:cubicBezTo>
                    <a:pt x="2603" y="0"/>
                    <a:pt x="1617" y="226"/>
                    <a:pt x="717" y="677"/>
                  </a:cubicBezTo>
                  <a:lnTo>
                    <a:pt x="327" y="874"/>
                  </a:lnTo>
                  <a:cubicBezTo>
                    <a:pt x="96" y="992"/>
                    <a:pt x="1" y="1273"/>
                    <a:pt x="119" y="1502"/>
                  </a:cubicBezTo>
                  <a:cubicBezTo>
                    <a:pt x="201" y="1666"/>
                    <a:pt x="366" y="1761"/>
                    <a:pt x="537" y="1761"/>
                  </a:cubicBezTo>
                  <a:cubicBezTo>
                    <a:pt x="607" y="1761"/>
                    <a:pt x="679" y="1744"/>
                    <a:pt x="746" y="1711"/>
                  </a:cubicBezTo>
                  <a:lnTo>
                    <a:pt x="1137" y="1514"/>
                  </a:lnTo>
                  <a:cubicBezTo>
                    <a:pt x="1905" y="1129"/>
                    <a:pt x="2747" y="936"/>
                    <a:pt x="3589" y="936"/>
                  </a:cubicBezTo>
                  <a:cubicBezTo>
                    <a:pt x="4431" y="936"/>
                    <a:pt x="5273" y="1129"/>
                    <a:pt x="6041" y="1514"/>
                  </a:cubicBezTo>
                  <a:lnTo>
                    <a:pt x="6434" y="1711"/>
                  </a:lnTo>
                  <a:cubicBezTo>
                    <a:pt x="6501" y="1744"/>
                    <a:pt x="6572" y="1760"/>
                    <a:pt x="6643" y="1760"/>
                  </a:cubicBezTo>
                  <a:cubicBezTo>
                    <a:pt x="6814" y="1760"/>
                    <a:pt x="6979" y="1666"/>
                    <a:pt x="7061" y="1502"/>
                  </a:cubicBezTo>
                  <a:cubicBezTo>
                    <a:pt x="7178" y="1271"/>
                    <a:pt x="7085" y="989"/>
                    <a:pt x="6853" y="874"/>
                  </a:cubicBezTo>
                  <a:lnTo>
                    <a:pt x="6461" y="677"/>
                  </a:lnTo>
                  <a:cubicBezTo>
                    <a:pt x="5562" y="226"/>
                    <a:pt x="4576" y="0"/>
                    <a:pt x="358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7" name="Google Shape;6117;p70"/>
          <p:cNvGrpSpPr/>
          <p:nvPr/>
        </p:nvGrpSpPr>
        <p:grpSpPr>
          <a:xfrm>
            <a:off x="3925524" y="4186583"/>
            <a:ext cx="331553" cy="416943"/>
            <a:chOff x="3925524" y="4186583"/>
            <a:chExt cx="331553" cy="416943"/>
          </a:xfrm>
        </p:grpSpPr>
        <p:sp>
          <p:nvSpPr>
            <p:cNvPr id="6118" name="Google Shape;6118;p70"/>
            <p:cNvSpPr/>
            <p:nvPr/>
          </p:nvSpPr>
          <p:spPr>
            <a:xfrm>
              <a:off x="4200753" y="4368791"/>
              <a:ext cx="50122" cy="74212"/>
            </a:xfrm>
            <a:custGeom>
              <a:rect b="b" l="l" r="r" t="t"/>
              <a:pathLst>
                <a:path extrusionOk="0" h="5690" w="3843">
                  <a:moveTo>
                    <a:pt x="421" y="0"/>
                  </a:moveTo>
                  <a:lnTo>
                    <a:pt x="0" y="5690"/>
                  </a:lnTo>
                  <a:lnTo>
                    <a:pt x="279" y="5690"/>
                  </a:lnTo>
                  <a:cubicBezTo>
                    <a:pt x="2246" y="5690"/>
                    <a:pt x="3842" y="4094"/>
                    <a:pt x="3843" y="2128"/>
                  </a:cubicBezTo>
                  <a:lnTo>
                    <a:pt x="3843" y="1919"/>
                  </a:lnTo>
                  <a:cubicBezTo>
                    <a:pt x="3843" y="859"/>
                    <a:pt x="2983" y="0"/>
                    <a:pt x="1924" y="0"/>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0"/>
            <p:cNvSpPr/>
            <p:nvPr/>
          </p:nvSpPr>
          <p:spPr>
            <a:xfrm>
              <a:off x="3931627" y="4368791"/>
              <a:ext cx="50109" cy="74212"/>
            </a:xfrm>
            <a:custGeom>
              <a:rect b="b" l="l" r="r" t="t"/>
              <a:pathLst>
                <a:path extrusionOk="0" h="5690" w="3842">
                  <a:moveTo>
                    <a:pt x="1917" y="0"/>
                  </a:moveTo>
                  <a:cubicBezTo>
                    <a:pt x="860" y="0"/>
                    <a:pt x="0" y="859"/>
                    <a:pt x="0" y="1919"/>
                  </a:cubicBezTo>
                  <a:lnTo>
                    <a:pt x="0" y="2128"/>
                  </a:lnTo>
                  <a:cubicBezTo>
                    <a:pt x="0" y="4094"/>
                    <a:pt x="1596" y="5690"/>
                    <a:pt x="3564" y="5690"/>
                  </a:cubicBezTo>
                  <a:lnTo>
                    <a:pt x="3841" y="5690"/>
                  </a:lnTo>
                  <a:lnTo>
                    <a:pt x="3422" y="0"/>
                  </a:ln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0"/>
            <p:cNvSpPr/>
            <p:nvPr/>
          </p:nvSpPr>
          <p:spPr>
            <a:xfrm>
              <a:off x="3985904" y="4529951"/>
              <a:ext cx="210676" cy="67469"/>
            </a:xfrm>
            <a:custGeom>
              <a:rect b="b" l="l" r="r" t="t"/>
              <a:pathLst>
                <a:path extrusionOk="0" h="5173" w="16153">
                  <a:moveTo>
                    <a:pt x="3516" y="0"/>
                  </a:moveTo>
                  <a:lnTo>
                    <a:pt x="3516" y="1630"/>
                  </a:lnTo>
                  <a:cubicBezTo>
                    <a:pt x="3516" y="2540"/>
                    <a:pt x="2994" y="3368"/>
                    <a:pt x="2175" y="3761"/>
                  </a:cubicBezTo>
                  <a:lnTo>
                    <a:pt x="246" y="4687"/>
                  </a:lnTo>
                  <a:cubicBezTo>
                    <a:pt x="1" y="4806"/>
                    <a:pt x="85" y="5173"/>
                    <a:pt x="358" y="5173"/>
                  </a:cubicBezTo>
                  <a:lnTo>
                    <a:pt x="15798" y="5173"/>
                  </a:lnTo>
                  <a:cubicBezTo>
                    <a:pt x="16071" y="5173"/>
                    <a:pt x="16152" y="4806"/>
                    <a:pt x="15908" y="4687"/>
                  </a:cubicBezTo>
                  <a:lnTo>
                    <a:pt x="13981" y="3761"/>
                  </a:lnTo>
                  <a:cubicBezTo>
                    <a:pt x="13161" y="3368"/>
                    <a:pt x="12640" y="2540"/>
                    <a:pt x="12640" y="1630"/>
                  </a:cubicBezTo>
                  <a:lnTo>
                    <a:pt x="12640" y="0"/>
                  </a:lnTo>
                  <a:cubicBezTo>
                    <a:pt x="11040" y="1093"/>
                    <a:pt x="9275" y="1721"/>
                    <a:pt x="8078" y="1721"/>
                  </a:cubicBezTo>
                  <a:cubicBezTo>
                    <a:pt x="6881" y="1721"/>
                    <a:pt x="5115" y="1093"/>
                    <a:pt x="3516" y="0"/>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0"/>
            <p:cNvSpPr/>
            <p:nvPr/>
          </p:nvSpPr>
          <p:spPr>
            <a:xfrm>
              <a:off x="3969733" y="4222863"/>
              <a:ext cx="243021" cy="329571"/>
            </a:xfrm>
            <a:custGeom>
              <a:rect b="b" l="l" r="r" t="t"/>
              <a:pathLst>
                <a:path extrusionOk="0" h="25269" w="18633">
                  <a:moveTo>
                    <a:pt x="9318" y="1"/>
                  </a:moveTo>
                  <a:cubicBezTo>
                    <a:pt x="4111" y="1"/>
                    <a:pt x="1" y="4423"/>
                    <a:pt x="386" y="9616"/>
                  </a:cubicBezTo>
                  <a:lnTo>
                    <a:pt x="995" y="17887"/>
                  </a:lnTo>
                  <a:cubicBezTo>
                    <a:pt x="1317" y="22248"/>
                    <a:pt x="6692" y="25269"/>
                    <a:pt x="9319" y="25269"/>
                  </a:cubicBezTo>
                  <a:cubicBezTo>
                    <a:pt x="11947" y="25269"/>
                    <a:pt x="17324" y="22245"/>
                    <a:pt x="17643" y="17887"/>
                  </a:cubicBezTo>
                  <a:lnTo>
                    <a:pt x="18250" y="9616"/>
                  </a:lnTo>
                  <a:cubicBezTo>
                    <a:pt x="18632" y="4423"/>
                    <a:pt x="14523" y="1"/>
                    <a:pt x="9318" y="1"/>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0"/>
            <p:cNvSpPr/>
            <p:nvPr/>
          </p:nvSpPr>
          <p:spPr>
            <a:xfrm>
              <a:off x="4033608" y="4228262"/>
              <a:ext cx="178252" cy="324132"/>
            </a:xfrm>
            <a:custGeom>
              <a:rect b="b" l="l" r="r" t="t"/>
              <a:pathLst>
                <a:path extrusionOk="0" h="24852" w="13667">
                  <a:moveTo>
                    <a:pt x="7123" y="0"/>
                  </a:moveTo>
                  <a:lnTo>
                    <a:pt x="7123" y="0"/>
                  </a:lnTo>
                  <a:cubicBezTo>
                    <a:pt x="9573" y="1752"/>
                    <a:pt x="11094" y="4702"/>
                    <a:pt x="10856" y="7952"/>
                  </a:cubicBezTo>
                  <a:lnTo>
                    <a:pt x="10246" y="16222"/>
                  </a:lnTo>
                  <a:cubicBezTo>
                    <a:pt x="9924" y="20583"/>
                    <a:pt x="4549" y="23603"/>
                    <a:pt x="1922" y="23603"/>
                  </a:cubicBezTo>
                  <a:cubicBezTo>
                    <a:pt x="1377" y="23603"/>
                    <a:pt x="712" y="23473"/>
                    <a:pt x="0" y="23229"/>
                  </a:cubicBezTo>
                  <a:lnTo>
                    <a:pt x="0" y="23229"/>
                  </a:lnTo>
                  <a:cubicBezTo>
                    <a:pt x="1560" y="24263"/>
                    <a:pt x="3258" y="24852"/>
                    <a:pt x="4420" y="24852"/>
                  </a:cubicBezTo>
                  <a:cubicBezTo>
                    <a:pt x="7047" y="24852"/>
                    <a:pt x="12423" y="21830"/>
                    <a:pt x="12744" y="17470"/>
                  </a:cubicBezTo>
                  <a:lnTo>
                    <a:pt x="13354" y="9201"/>
                  </a:lnTo>
                  <a:cubicBezTo>
                    <a:pt x="13667" y="4951"/>
                    <a:pt x="10969" y="1215"/>
                    <a:pt x="7123"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0"/>
            <p:cNvSpPr/>
            <p:nvPr/>
          </p:nvSpPr>
          <p:spPr>
            <a:xfrm>
              <a:off x="4039450" y="4192699"/>
              <a:ext cx="106218" cy="153797"/>
            </a:xfrm>
            <a:custGeom>
              <a:rect b="b" l="l" r="r" t="t"/>
              <a:pathLst>
                <a:path extrusionOk="0" h="11792" w="8144">
                  <a:moveTo>
                    <a:pt x="2825" y="1"/>
                  </a:moveTo>
                  <a:cubicBezTo>
                    <a:pt x="2593" y="1"/>
                    <a:pt x="2382" y="149"/>
                    <a:pt x="2303" y="369"/>
                  </a:cubicBezTo>
                  <a:lnTo>
                    <a:pt x="129" y="6456"/>
                  </a:lnTo>
                  <a:cubicBezTo>
                    <a:pt x="0" y="6817"/>
                    <a:pt x="267" y="7197"/>
                    <a:pt x="652" y="7197"/>
                  </a:cubicBezTo>
                  <a:lnTo>
                    <a:pt x="2432" y="7197"/>
                  </a:lnTo>
                  <a:cubicBezTo>
                    <a:pt x="2817" y="7197"/>
                    <a:pt x="3084" y="7577"/>
                    <a:pt x="2955" y="7939"/>
                  </a:cubicBezTo>
                  <a:lnTo>
                    <a:pt x="1579" y="11792"/>
                  </a:lnTo>
                  <a:lnTo>
                    <a:pt x="3760" y="11792"/>
                  </a:lnTo>
                  <a:lnTo>
                    <a:pt x="7909" y="5274"/>
                  </a:lnTo>
                  <a:cubicBezTo>
                    <a:pt x="8143" y="4905"/>
                    <a:pt x="7878" y="4423"/>
                    <a:pt x="7443" y="4423"/>
                  </a:cubicBezTo>
                  <a:lnTo>
                    <a:pt x="5635" y="4423"/>
                  </a:lnTo>
                  <a:cubicBezTo>
                    <a:pt x="5372" y="4423"/>
                    <a:pt x="5192" y="4165"/>
                    <a:pt x="5279" y="3918"/>
                  </a:cubicBezTo>
                  <a:lnTo>
                    <a:pt x="6413" y="743"/>
                  </a:lnTo>
                  <a:cubicBezTo>
                    <a:pt x="6542" y="381"/>
                    <a:pt x="6275" y="1"/>
                    <a:pt x="589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0"/>
            <p:cNvSpPr/>
            <p:nvPr/>
          </p:nvSpPr>
          <p:spPr>
            <a:xfrm>
              <a:off x="4060015" y="4250392"/>
              <a:ext cx="85650" cy="96110"/>
            </a:xfrm>
            <a:custGeom>
              <a:rect b="b" l="l" r="r" t="t"/>
              <a:pathLst>
                <a:path extrusionOk="0" h="7369" w="6567">
                  <a:moveTo>
                    <a:pt x="4204" y="1"/>
                  </a:moveTo>
                  <a:lnTo>
                    <a:pt x="621" y="5628"/>
                  </a:lnTo>
                  <a:lnTo>
                    <a:pt x="0" y="7369"/>
                  </a:lnTo>
                  <a:lnTo>
                    <a:pt x="2181" y="7369"/>
                  </a:lnTo>
                  <a:lnTo>
                    <a:pt x="6330" y="853"/>
                  </a:lnTo>
                  <a:cubicBezTo>
                    <a:pt x="6566" y="483"/>
                    <a:pt x="6301" y="1"/>
                    <a:pt x="5863"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0"/>
            <p:cNvSpPr/>
            <p:nvPr/>
          </p:nvSpPr>
          <p:spPr>
            <a:xfrm>
              <a:off x="3998554" y="4257969"/>
              <a:ext cx="81111" cy="88519"/>
            </a:xfrm>
            <a:custGeom>
              <a:rect b="b" l="l" r="r" t="t"/>
              <a:pathLst>
                <a:path extrusionOk="0" h="6787" w="6219">
                  <a:moveTo>
                    <a:pt x="3783" y="1"/>
                  </a:moveTo>
                  <a:lnTo>
                    <a:pt x="3783" y="1"/>
                  </a:lnTo>
                  <a:cubicBezTo>
                    <a:pt x="3097" y="367"/>
                    <a:pt x="2467" y="852"/>
                    <a:pt x="1916" y="1443"/>
                  </a:cubicBezTo>
                  <a:cubicBezTo>
                    <a:pt x="794" y="2653"/>
                    <a:pt x="144" y="4161"/>
                    <a:pt x="37" y="5771"/>
                  </a:cubicBezTo>
                  <a:cubicBezTo>
                    <a:pt x="1" y="6320"/>
                    <a:pt x="437" y="6787"/>
                    <a:pt x="988" y="6787"/>
                  </a:cubicBezTo>
                  <a:lnTo>
                    <a:pt x="4715" y="6787"/>
                  </a:lnTo>
                  <a:lnTo>
                    <a:pt x="6091" y="2934"/>
                  </a:lnTo>
                  <a:cubicBezTo>
                    <a:pt x="6218" y="2574"/>
                    <a:pt x="5951" y="2193"/>
                    <a:pt x="5568" y="2193"/>
                  </a:cubicBezTo>
                  <a:lnTo>
                    <a:pt x="3788" y="2193"/>
                  </a:lnTo>
                  <a:cubicBezTo>
                    <a:pt x="3404" y="2193"/>
                    <a:pt x="3136" y="1812"/>
                    <a:pt x="3265" y="1451"/>
                  </a:cubicBezTo>
                  <a:lnTo>
                    <a:pt x="37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0"/>
            <p:cNvSpPr/>
            <p:nvPr/>
          </p:nvSpPr>
          <p:spPr>
            <a:xfrm>
              <a:off x="4088458" y="4262390"/>
              <a:ext cx="95458" cy="84085"/>
            </a:xfrm>
            <a:custGeom>
              <a:rect b="b" l="l" r="r" t="t"/>
              <a:pathLst>
                <a:path extrusionOk="0" h="6447" w="7319">
                  <a:moveTo>
                    <a:pt x="4104" y="0"/>
                  </a:moveTo>
                  <a:lnTo>
                    <a:pt x="0" y="6446"/>
                  </a:lnTo>
                  <a:lnTo>
                    <a:pt x="6333" y="6446"/>
                  </a:lnTo>
                  <a:cubicBezTo>
                    <a:pt x="6333" y="6446"/>
                    <a:pt x="6334" y="6446"/>
                    <a:pt x="6335" y="6446"/>
                  </a:cubicBezTo>
                  <a:cubicBezTo>
                    <a:pt x="6883" y="6446"/>
                    <a:pt x="7318" y="5980"/>
                    <a:pt x="7282" y="5432"/>
                  </a:cubicBezTo>
                  <a:cubicBezTo>
                    <a:pt x="7175" y="3822"/>
                    <a:pt x="6526" y="2314"/>
                    <a:pt x="5403" y="1104"/>
                  </a:cubicBezTo>
                  <a:cubicBezTo>
                    <a:pt x="5008" y="679"/>
                    <a:pt x="4572" y="312"/>
                    <a:pt x="4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0"/>
            <p:cNvSpPr/>
            <p:nvPr/>
          </p:nvSpPr>
          <p:spPr>
            <a:xfrm>
              <a:off x="3998554" y="4330190"/>
              <a:ext cx="67312" cy="16303"/>
            </a:xfrm>
            <a:custGeom>
              <a:rect b="b" l="l" r="r" t="t"/>
              <a:pathLst>
                <a:path extrusionOk="0" h="1250" w="5161">
                  <a:moveTo>
                    <a:pt x="57" y="0"/>
                  </a:moveTo>
                  <a:cubicBezTo>
                    <a:pt x="50" y="76"/>
                    <a:pt x="42" y="157"/>
                    <a:pt x="37" y="235"/>
                  </a:cubicBezTo>
                  <a:cubicBezTo>
                    <a:pt x="1" y="784"/>
                    <a:pt x="437" y="1250"/>
                    <a:pt x="988" y="1250"/>
                  </a:cubicBezTo>
                  <a:lnTo>
                    <a:pt x="4715" y="1250"/>
                  </a:lnTo>
                  <a:lnTo>
                    <a:pt x="5161" y="2"/>
                  </a:lnTo>
                  <a:lnTo>
                    <a:pt x="57" y="2"/>
                  </a:lnTo>
                  <a:lnTo>
                    <a:pt x="57" y="0"/>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0"/>
            <p:cNvSpPr/>
            <p:nvPr/>
          </p:nvSpPr>
          <p:spPr>
            <a:xfrm>
              <a:off x="4088471" y="4262390"/>
              <a:ext cx="95445" cy="84085"/>
            </a:xfrm>
            <a:custGeom>
              <a:rect b="b" l="l" r="r" t="t"/>
              <a:pathLst>
                <a:path extrusionOk="0" h="6447" w="7318">
                  <a:moveTo>
                    <a:pt x="4103" y="0"/>
                  </a:moveTo>
                  <a:lnTo>
                    <a:pt x="3621" y="759"/>
                  </a:lnTo>
                  <a:cubicBezTo>
                    <a:pt x="4304" y="1783"/>
                    <a:pt x="4703" y="2953"/>
                    <a:pt x="4783" y="4182"/>
                  </a:cubicBezTo>
                  <a:cubicBezTo>
                    <a:pt x="4819" y="4731"/>
                    <a:pt x="4383" y="5198"/>
                    <a:pt x="3832" y="5198"/>
                  </a:cubicBezTo>
                  <a:lnTo>
                    <a:pt x="796" y="5198"/>
                  </a:lnTo>
                  <a:lnTo>
                    <a:pt x="1" y="6446"/>
                  </a:lnTo>
                  <a:lnTo>
                    <a:pt x="6333" y="6446"/>
                  </a:lnTo>
                  <a:cubicBezTo>
                    <a:pt x="6334" y="6446"/>
                    <a:pt x="6335" y="6446"/>
                    <a:pt x="6336" y="6446"/>
                  </a:cubicBezTo>
                  <a:cubicBezTo>
                    <a:pt x="6882" y="6446"/>
                    <a:pt x="7317" y="5980"/>
                    <a:pt x="7281" y="5432"/>
                  </a:cubicBezTo>
                  <a:cubicBezTo>
                    <a:pt x="7174" y="3822"/>
                    <a:pt x="6525" y="2314"/>
                    <a:pt x="5402" y="1104"/>
                  </a:cubicBezTo>
                  <a:cubicBezTo>
                    <a:pt x="5007" y="679"/>
                    <a:pt x="4571" y="312"/>
                    <a:pt x="4103"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0"/>
            <p:cNvSpPr/>
            <p:nvPr/>
          </p:nvSpPr>
          <p:spPr>
            <a:xfrm>
              <a:off x="3925524" y="4186583"/>
              <a:ext cx="331553" cy="416943"/>
            </a:xfrm>
            <a:custGeom>
              <a:rect b="b" l="l" r="r" t="t"/>
              <a:pathLst>
                <a:path extrusionOk="0" h="31968" w="25421">
                  <a:moveTo>
                    <a:pt x="14627" y="939"/>
                  </a:moveTo>
                  <a:cubicBezTo>
                    <a:pt x="14687" y="939"/>
                    <a:pt x="14727" y="996"/>
                    <a:pt x="14708" y="1054"/>
                  </a:cubicBezTo>
                  <a:cubicBezTo>
                    <a:pt x="14407" y="1896"/>
                    <a:pt x="13915" y="3274"/>
                    <a:pt x="13575" y="4231"/>
                  </a:cubicBezTo>
                  <a:cubicBezTo>
                    <a:pt x="13377" y="4780"/>
                    <a:pt x="13786" y="5360"/>
                    <a:pt x="14371" y="5360"/>
                  </a:cubicBezTo>
                  <a:lnTo>
                    <a:pt x="16179" y="5360"/>
                  </a:lnTo>
                  <a:cubicBezTo>
                    <a:pt x="16212" y="5360"/>
                    <a:pt x="16238" y="5374"/>
                    <a:pt x="16254" y="5404"/>
                  </a:cubicBezTo>
                  <a:cubicBezTo>
                    <a:pt x="16270" y="5433"/>
                    <a:pt x="16268" y="5463"/>
                    <a:pt x="16251" y="5492"/>
                  </a:cubicBezTo>
                  <a:lnTo>
                    <a:pt x="14582" y="8111"/>
                  </a:lnTo>
                  <a:cubicBezTo>
                    <a:pt x="14444" y="8330"/>
                    <a:pt x="14507" y="8619"/>
                    <a:pt x="14726" y="8756"/>
                  </a:cubicBezTo>
                  <a:cubicBezTo>
                    <a:pt x="14804" y="8806"/>
                    <a:pt x="14892" y="8830"/>
                    <a:pt x="14978" y="8830"/>
                  </a:cubicBezTo>
                  <a:cubicBezTo>
                    <a:pt x="15133" y="8830"/>
                    <a:pt x="15283" y="8754"/>
                    <a:pt x="15371" y="8613"/>
                  </a:cubicBezTo>
                  <a:lnTo>
                    <a:pt x="16729" y="6481"/>
                  </a:lnTo>
                  <a:cubicBezTo>
                    <a:pt x="18175" y="7597"/>
                    <a:pt x="19178" y="9290"/>
                    <a:pt x="19310" y="11275"/>
                  </a:cubicBezTo>
                  <a:cubicBezTo>
                    <a:pt x="19329" y="11555"/>
                    <a:pt x="19108" y="11790"/>
                    <a:pt x="18828" y="11790"/>
                  </a:cubicBezTo>
                  <a:lnTo>
                    <a:pt x="13349" y="11790"/>
                  </a:lnTo>
                  <a:lnTo>
                    <a:pt x="14185" y="10478"/>
                  </a:lnTo>
                  <a:cubicBezTo>
                    <a:pt x="14322" y="10260"/>
                    <a:pt x="14259" y="9972"/>
                    <a:pt x="14041" y="9833"/>
                  </a:cubicBezTo>
                  <a:cubicBezTo>
                    <a:pt x="13963" y="9783"/>
                    <a:pt x="13875" y="9760"/>
                    <a:pt x="13789" y="9760"/>
                  </a:cubicBezTo>
                  <a:cubicBezTo>
                    <a:pt x="13635" y="9760"/>
                    <a:pt x="13484" y="9836"/>
                    <a:pt x="13395" y="9976"/>
                  </a:cubicBezTo>
                  <a:lnTo>
                    <a:pt x="12240" y="11790"/>
                  </a:lnTo>
                  <a:lnTo>
                    <a:pt x="10979" y="11790"/>
                  </a:lnTo>
                  <a:lnTo>
                    <a:pt x="12130" y="8564"/>
                  </a:lnTo>
                  <a:cubicBezTo>
                    <a:pt x="12366" y="7898"/>
                    <a:pt x="11874" y="7198"/>
                    <a:pt x="11167" y="7198"/>
                  </a:cubicBezTo>
                  <a:lnTo>
                    <a:pt x="9386" y="7198"/>
                  </a:lnTo>
                  <a:cubicBezTo>
                    <a:pt x="9327" y="7198"/>
                    <a:pt x="9286" y="7139"/>
                    <a:pt x="9306" y="7083"/>
                  </a:cubicBezTo>
                  <a:cubicBezTo>
                    <a:pt x="9936" y="5320"/>
                    <a:pt x="10073" y="4936"/>
                    <a:pt x="10073" y="4936"/>
                  </a:cubicBezTo>
                  <a:lnTo>
                    <a:pt x="10073" y="4936"/>
                  </a:lnTo>
                  <a:cubicBezTo>
                    <a:pt x="10074" y="4936"/>
                    <a:pt x="9992" y="5165"/>
                    <a:pt x="9992" y="5165"/>
                  </a:cubicBezTo>
                  <a:cubicBezTo>
                    <a:pt x="9992" y="5165"/>
                    <a:pt x="10225" y="4511"/>
                    <a:pt x="11481" y="996"/>
                  </a:cubicBezTo>
                  <a:cubicBezTo>
                    <a:pt x="11494" y="962"/>
                    <a:pt x="11526" y="939"/>
                    <a:pt x="11561" y="939"/>
                  </a:cubicBezTo>
                  <a:close/>
                  <a:moveTo>
                    <a:pt x="3454" y="14442"/>
                  </a:moveTo>
                  <a:lnTo>
                    <a:pt x="3804" y="19186"/>
                  </a:lnTo>
                  <a:cubicBezTo>
                    <a:pt x="2204" y="19069"/>
                    <a:pt x="936" y="17729"/>
                    <a:pt x="936" y="16099"/>
                  </a:cubicBezTo>
                  <a:lnTo>
                    <a:pt x="936" y="15889"/>
                  </a:lnTo>
                  <a:cubicBezTo>
                    <a:pt x="936" y="15090"/>
                    <a:pt x="1586" y="14442"/>
                    <a:pt x="2384" y="14442"/>
                  </a:cubicBezTo>
                  <a:close/>
                  <a:moveTo>
                    <a:pt x="23031" y="14442"/>
                  </a:moveTo>
                  <a:cubicBezTo>
                    <a:pt x="23829" y="14442"/>
                    <a:pt x="24477" y="15090"/>
                    <a:pt x="24477" y="15889"/>
                  </a:cubicBezTo>
                  <a:lnTo>
                    <a:pt x="24477" y="16099"/>
                  </a:lnTo>
                  <a:cubicBezTo>
                    <a:pt x="24477" y="17729"/>
                    <a:pt x="23212" y="19069"/>
                    <a:pt x="21610" y="19186"/>
                  </a:cubicBezTo>
                  <a:lnTo>
                    <a:pt x="21959" y="14442"/>
                  </a:lnTo>
                  <a:close/>
                  <a:moveTo>
                    <a:pt x="16800" y="27178"/>
                  </a:moveTo>
                  <a:lnTo>
                    <a:pt x="16800" y="27960"/>
                  </a:lnTo>
                  <a:cubicBezTo>
                    <a:pt x="16800" y="29044"/>
                    <a:pt x="17432" y="30045"/>
                    <a:pt x="18408" y="30513"/>
                  </a:cubicBezTo>
                  <a:lnTo>
                    <a:pt x="19494" y="31032"/>
                  </a:lnTo>
                  <a:lnTo>
                    <a:pt x="5922" y="31032"/>
                  </a:lnTo>
                  <a:lnTo>
                    <a:pt x="7007" y="30513"/>
                  </a:lnTo>
                  <a:cubicBezTo>
                    <a:pt x="7983" y="30045"/>
                    <a:pt x="8614" y="29042"/>
                    <a:pt x="8614" y="27960"/>
                  </a:cubicBezTo>
                  <a:lnTo>
                    <a:pt x="8614" y="27178"/>
                  </a:lnTo>
                  <a:cubicBezTo>
                    <a:pt x="10075" y="28036"/>
                    <a:pt x="11592" y="28517"/>
                    <a:pt x="12708" y="28517"/>
                  </a:cubicBezTo>
                  <a:cubicBezTo>
                    <a:pt x="13823" y="28517"/>
                    <a:pt x="15341" y="28033"/>
                    <a:pt x="16800" y="27178"/>
                  </a:cubicBezTo>
                  <a:close/>
                  <a:moveTo>
                    <a:pt x="11559" y="0"/>
                  </a:moveTo>
                  <a:cubicBezTo>
                    <a:pt x="11128" y="0"/>
                    <a:pt x="10741" y="273"/>
                    <a:pt x="10594" y="679"/>
                  </a:cubicBezTo>
                  <a:lnTo>
                    <a:pt x="9855" y="2748"/>
                  </a:lnTo>
                  <a:cubicBezTo>
                    <a:pt x="5769" y="4044"/>
                    <a:pt x="2978" y="8006"/>
                    <a:pt x="3303" y="12428"/>
                  </a:cubicBezTo>
                  <a:lnTo>
                    <a:pt x="3382" y="13502"/>
                  </a:lnTo>
                  <a:lnTo>
                    <a:pt x="2385" y="13502"/>
                  </a:lnTo>
                  <a:cubicBezTo>
                    <a:pt x="1071" y="13502"/>
                    <a:pt x="0" y="14571"/>
                    <a:pt x="0" y="15887"/>
                  </a:cubicBezTo>
                  <a:lnTo>
                    <a:pt x="0" y="16098"/>
                  </a:lnTo>
                  <a:cubicBezTo>
                    <a:pt x="0" y="18267"/>
                    <a:pt x="1724" y="20044"/>
                    <a:pt x="3875" y="20125"/>
                  </a:cubicBezTo>
                  <a:lnTo>
                    <a:pt x="3918" y="20699"/>
                  </a:lnTo>
                  <a:cubicBezTo>
                    <a:pt x="4097" y="23132"/>
                    <a:pt x="5741" y="25178"/>
                    <a:pt x="7679" y="26568"/>
                  </a:cubicBezTo>
                  <a:lnTo>
                    <a:pt x="7679" y="27959"/>
                  </a:lnTo>
                  <a:cubicBezTo>
                    <a:pt x="7679" y="28683"/>
                    <a:pt x="7257" y="29353"/>
                    <a:pt x="6604" y="29666"/>
                  </a:cubicBezTo>
                  <a:lnTo>
                    <a:pt x="4675" y="30592"/>
                  </a:lnTo>
                  <a:cubicBezTo>
                    <a:pt x="4370" y="30738"/>
                    <a:pt x="4207" y="31074"/>
                    <a:pt x="4283" y="31404"/>
                  </a:cubicBezTo>
                  <a:cubicBezTo>
                    <a:pt x="4358" y="31735"/>
                    <a:pt x="4649" y="31968"/>
                    <a:pt x="4989" y="31968"/>
                  </a:cubicBezTo>
                  <a:lnTo>
                    <a:pt x="20429" y="31968"/>
                  </a:lnTo>
                  <a:cubicBezTo>
                    <a:pt x="20771" y="31968"/>
                    <a:pt x="21061" y="31735"/>
                    <a:pt x="21137" y="31404"/>
                  </a:cubicBezTo>
                  <a:cubicBezTo>
                    <a:pt x="21211" y="31073"/>
                    <a:pt x="21051" y="30738"/>
                    <a:pt x="20744" y="30592"/>
                  </a:cubicBezTo>
                  <a:lnTo>
                    <a:pt x="18815" y="29666"/>
                  </a:lnTo>
                  <a:cubicBezTo>
                    <a:pt x="18162" y="29352"/>
                    <a:pt x="17740" y="28682"/>
                    <a:pt x="17740" y="27959"/>
                  </a:cubicBezTo>
                  <a:lnTo>
                    <a:pt x="17740" y="26568"/>
                  </a:lnTo>
                  <a:cubicBezTo>
                    <a:pt x="19677" y="25181"/>
                    <a:pt x="21323" y="23132"/>
                    <a:pt x="21503" y="20699"/>
                  </a:cubicBezTo>
                  <a:lnTo>
                    <a:pt x="21546" y="20125"/>
                  </a:lnTo>
                  <a:cubicBezTo>
                    <a:pt x="23695" y="20044"/>
                    <a:pt x="25420" y="18267"/>
                    <a:pt x="25420" y="16098"/>
                  </a:cubicBezTo>
                  <a:lnTo>
                    <a:pt x="25420" y="15887"/>
                  </a:lnTo>
                  <a:cubicBezTo>
                    <a:pt x="25416" y="14574"/>
                    <a:pt x="24345" y="13503"/>
                    <a:pt x="23031" y="13503"/>
                  </a:cubicBezTo>
                  <a:lnTo>
                    <a:pt x="22029" y="13503"/>
                  </a:lnTo>
                  <a:lnTo>
                    <a:pt x="22108" y="12431"/>
                  </a:lnTo>
                  <a:cubicBezTo>
                    <a:pt x="22309" y="9701"/>
                    <a:pt x="21316" y="7024"/>
                    <a:pt x="19383" y="5084"/>
                  </a:cubicBezTo>
                  <a:cubicBezTo>
                    <a:pt x="19292" y="4992"/>
                    <a:pt x="19172" y="4946"/>
                    <a:pt x="19052" y="4946"/>
                  </a:cubicBezTo>
                  <a:cubicBezTo>
                    <a:pt x="18933" y="4946"/>
                    <a:pt x="18813" y="4992"/>
                    <a:pt x="18722" y="5082"/>
                  </a:cubicBezTo>
                  <a:cubicBezTo>
                    <a:pt x="18540" y="5265"/>
                    <a:pt x="18540" y="5561"/>
                    <a:pt x="18720" y="5743"/>
                  </a:cubicBezTo>
                  <a:cubicBezTo>
                    <a:pt x="20460" y="7491"/>
                    <a:pt x="21355" y="9903"/>
                    <a:pt x="21174" y="12361"/>
                  </a:cubicBezTo>
                  <a:cubicBezTo>
                    <a:pt x="20960" y="15248"/>
                    <a:pt x="20775" y="17756"/>
                    <a:pt x="20564" y="20631"/>
                  </a:cubicBezTo>
                  <a:cubicBezTo>
                    <a:pt x="20292" y="24331"/>
                    <a:pt x="15562" y="27580"/>
                    <a:pt x="12708" y="27580"/>
                  </a:cubicBezTo>
                  <a:cubicBezTo>
                    <a:pt x="9992" y="27580"/>
                    <a:pt x="5133" y="24466"/>
                    <a:pt x="4850" y="20631"/>
                  </a:cubicBezTo>
                  <a:cubicBezTo>
                    <a:pt x="4516" y="16100"/>
                    <a:pt x="4374" y="14177"/>
                    <a:pt x="4328" y="13552"/>
                  </a:cubicBezTo>
                  <a:lnTo>
                    <a:pt x="4328" y="13552"/>
                  </a:lnTo>
                  <a:cubicBezTo>
                    <a:pt x="4304" y="13218"/>
                    <a:pt x="4275" y="12824"/>
                    <a:pt x="4240" y="12361"/>
                  </a:cubicBezTo>
                  <a:cubicBezTo>
                    <a:pt x="3971" y="8696"/>
                    <a:pt x="6122" y="5280"/>
                    <a:pt x="9448" y="3895"/>
                  </a:cubicBezTo>
                  <a:lnTo>
                    <a:pt x="9448" y="3895"/>
                  </a:lnTo>
                  <a:lnTo>
                    <a:pt x="9000" y="5148"/>
                  </a:lnTo>
                  <a:cubicBezTo>
                    <a:pt x="6917" y="6327"/>
                    <a:pt x="5347" y="8537"/>
                    <a:pt x="5169" y="11210"/>
                  </a:cubicBezTo>
                  <a:cubicBezTo>
                    <a:pt x="5114" y="12028"/>
                    <a:pt x="5766" y="12724"/>
                    <a:pt x="6585" y="12724"/>
                  </a:cubicBezTo>
                  <a:lnTo>
                    <a:pt x="6919" y="12724"/>
                  </a:lnTo>
                  <a:cubicBezTo>
                    <a:pt x="7178" y="12724"/>
                    <a:pt x="7387" y="12515"/>
                    <a:pt x="7387" y="12256"/>
                  </a:cubicBezTo>
                  <a:cubicBezTo>
                    <a:pt x="7387" y="11998"/>
                    <a:pt x="7178" y="11788"/>
                    <a:pt x="6919" y="11788"/>
                  </a:cubicBezTo>
                  <a:lnTo>
                    <a:pt x="6585" y="11788"/>
                  </a:lnTo>
                  <a:cubicBezTo>
                    <a:pt x="6305" y="11788"/>
                    <a:pt x="6086" y="11552"/>
                    <a:pt x="6103" y="11273"/>
                  </a:cubicBezTo>
                  <a:cubicBezTo>
                    <a:pt x="6225" y="9444"/>
                    <a:pt x="7090" y="7814"/>
                    <a:pt x="8461" y="6659"/>
                  </a:cubicBezTo>
                  <a:lnTo>
                    <a:pt x="8461" y="6659"/>
                  </a:lnTo>
                  <a:lnTo>
                    <a:pt x="8422" y="6766"/>
                  </a:lnTo>
                  <a:cubicBezTo>
                    <a:pt x="8185" y="7432"/>
                    <a:pt x="8679" y="8132"/>
                    <a:pt x="9386" y="8132"/>
                  </a:cubicBezTo>
                  <a:lnTo>
                    <a:pt x="11167" y="8132"/>
                  </a:lnTo>
                  <a:cubicBezTo>
                    <a:pt x="11226" y="8132"/>
                    <a:pt x="11267" y="8193"/>
                    <a:pt x="11247" y="8247"/>
                  </a:cubicBezTo>
                  <a:lnTo>
                    <a:pt x="9983" y="11790"/>
                  </a:lnTo>
                  <a:lnTo>
                    <a:pt x="9106" y="11790"/>
                  </a:lnTo>
                  <a:cubicBezTo>
                    <a:pt x="8848" y="11790"/>
                    <a:pt x="8637" y="11999"/>
                    <a:pt x="8637" y="12258"/>
                  </a:cubicBezTo>
                  <a:cubicBezTo>
                    <a:pt x="8637" y="12516"/>
                    <a:pt x="8848" y="12727"/>
                    <a:pt x="9106" y="12727"/>
                  </a:cubicBezTo>
                  <a:lnTo>
                    <a:pt x="18825" y="12727"/>
                  </a:lnTo>
                  <a:cubicBezTo>
                    <a:pt x="19646" y="12727"/>
                    <a:pt x="20296" y="12031"/>
                    <a:pt x="20243" y="11213"/>
                  </a:cubicBezTo>
                  <a:cubicBezTo>
                    <a:pt x="20091" y="8921"/>
                    <a:pt x="18917" y="6933"/>
                    <a:pt x="17178" y="5647"/>
                  </a:cubicBezTo>
                  <a:cubicBezTo>
                    <a:pt x="17304" y="5016"/>
                    <a:pt x="16822" y="4422"/>
                    <a:pt x="16175" y="4422"/>
                  </a:cubicBezTo>
                  <a:lnTo>
                    <a:pt x="14496" y="4422"/>
                  </a:lnTo>
                  <a:lnTo>
                    <a:pt x="14820" y="3513"/>
                  </a:lnTo>
                  <a:cubicBezTo>
                    <a:pt x="15609" y="3716"/>
                    <a:pt x="16363" y="4028"/>
                    <a:pt x="17066" y="4450"/>
                  </a:cubicBezTo>
                  <a:cubicBezTo>
                    <a:pt x="17142" y="4496"/>
                    <a:pt x="17225" y="4517"/>
                    <a:pt x="17307" y="4517"/>
                  </a:cubicBezTo>
                  <a:cubicBezTo>
                    <a:pt x="17466" y="4517"/>
                    <a:pt x="17621" y="4436"/>
                    <a:pt x="17709" y="4289"/>
                  </a:cubicBezTo>
                  <a:cubicBezTo>
                    <a:pt x="17841" y="4067"/>
                    <a:pt x="17769" y="3780"/>
                    <a:pt x="17547" y="3647"/>
                  </a:cubicBezTo>
                  <a:cubicBezTo>
                    <a:pt x="16792" y="3193"/>
                    <a:pt x="15983" y="2853"/>
                    <a:pt x="15136" y="2626"/>
                  </a:cubicBezTo>
                  <a:lnTo>
                    <a:pt x="15586" y="1365"/>
                  </a:lnTo>
                  <a:cubicBezTo>
                    <a:pt x="15823" y="701"/>
                    <a:pt x="15330" y="0"/>
                    <a:pt x="1462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0"/>
            <p:cNvSpPr/>
            <p:nvPr/>
          </p:nvSpPr>
          <p:spPr>
            <a:xfrm>
              <a:off x="4020228" y="4380632"/>
              <a:ext cx="60869" cy="12234"/>
            </a:xfrm>
            <a:custGeom>
              <a:rect b="b" l="l" r="r" t="t"/>
              <a:pathLst>
                <a:path extrusionOk="0" h="938" w="4667">
                  <a:moveTo>
                    <a:pt x="468" y="1"/>
                  </a:moveTo>
                  <a:cubicBezTo>
                    <a:pt x="210" y="1"/>
                    <a:pt x="0" y="210"/>
                    <a:pt x="0" y="469"/>
                  </a:cubicBezTo>
                  <a:cubicBezTo>
                    <a:pt x="0" y="727"/>
                    <a:pt x="210" y="938"/>
                    <a:pt x="468" y="938"/>
                  </a:cubicBezTo>
                  <a:lnTo>
                    <a:pt x="4199" y="938"/>
                  </a:lnTo>
                  <a:cubicBezTo>
                    <a:pt x="4457" y="938"/>
                    <a:pt x="4667" y="727"/>
                    <a:pt x="4667" y="469"/>
                  </a:cubicBezTo>
                  <a:cubicBezTo>
                    <a:pt x="4667" y="210"/>
                    <a:pt x="4457"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0"/>
            <p:cNvSpPr/>
            <p:nvPr/>
          </p:nvSpPr>
          <p:spPr>
            <a:xfrm>
              <a:off x="4085145" y="4380632"/>
              <a:ext cx="77133" cy="76807"/>
            </a:xfrm>
            <a:custGeom>
              <a:rect b="b" l="l" r="r" t="t"/>
              <a:pathLst>
                <a:path extrusionOk="0" h="5889" w="5914">
                  <a:moveTo>
                    <a:pt x="2960" y="1"/>
                  </a:moveTo>
                  <a:cubicBezTo>
                    <a:pt x="2016" y="1"/>
                    <a:pt x="1246" y="770"/>
                    <a:pt x="1246" y="1715"/>
                  </a:cubicBezTo>
                  <a:lnTo>
                    <a:pt x="1246" y="4172"/>
                  </a:lnTo>
                  <a:cubicBezTo>
                    <a:pt x="1246" y="4601"/>
                    <a:pt x="897" y="4951"/>
                    <a:pt x="468" y="4951"/>
                  </a:cubicBezTo>
                  <a:cubicBezTo>
                    <a:pt x="210" y="4951"/>
                    <a:pt x="0" y="5161"/>
                    <a:pt x="0" y="5419"/>
                  </a:cubicBezTo>
                  <a:cubicBezTo>
                    <a:pt x="0" y="5677"/>
                    <a:pt x="210" y="5888"/>
                    <a:pt x="468" y="5888"/>
                  </a:cubicBezTo>
                  <a:cubicBezTo>
                    <a:pt x="1414" y="5888"/>
                    <a:pt x="2183" y="5118"/>
                    <a:pt x="2183" y="4172"/>
                  </a:cubicBezTo>
                  <a:lnTo>
                    <a:pt x="2183" y="1715"/>
                  </a:lnTo>
                  <a:cubicBezTo>
                    <a:pt x="2183" y="1286"/>
                    <a:pt x="2533" y="938"/>
                    <a:pt x="2960" y="938"/>
                  </a:cubicBezTo>
                  <a:lnTo>
                    <a:pt x="5446" y="938"/>
                  </a:lnTo>
                  <a:cubicBezTo>
                    <a:pt x="5704" y="938"/>
                    <a:pt x="5914" y="727"/>
                    <a:pt x="5914" y="469"/>
                  </a:cubicBezTo>
                  <a:cubicBezTo>
                    <a:pt x="5914" y="210"/>
                    <a:pt x="5704"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0"/>
            <p:cNvSpPr/>
            <p:nvPr/>
          </p:nvSpPr>
          <p:spPr>
            <a:xfrm>
              <a:off x="4052673" y="4490385"/>
              <a:ext cx="77159" cy="12234"/>
            </a:xfrm>
            <a:custGeom>
              <a:rect b="b" l="l" r="r" t="t"/>
              <a:pathLst>
                <a:path extrusionOk="0" h="938" w="5916">
                  <a:moveTo>
                    <a:pt x="468" y="1"/>
                  </a:moveTo>
                  <a:cubicBezTo>
                    <a:pt x="210" y="1"/>
                    <a:pt x="1" y="210"/>
                    <a:pt x="1" y="468"/>
                  </a:cubicBezTo>
                  <a:cubicBezTo>
                    <a:pt x="1" y="727"/>
                    <a:pt x="210" y="938"/>
                    <a:pt x="468" y="938"/>
                  </a:cubicBezTo>
                  <a:lnTo>
                    <a:pt x="5448" y="938"/>
                  </a:lnTo>
                  <a:cubicBezTo>
                    <a:pt x="5706" y="938"/>
                    <a:pt x="5915" y="727"/>
                    <a:pt x="5915" y="468"/>
                  </a:cubicBezTo>
                  <a:cubicBezTo>
                    <a:pt x="5915" y="210"/>
                    <a:pt x="5706" y="1"/>
                    <a:pt x="54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3" name="Google Shape;6133;p70"/>
          <p:cNvGrpSpPr/>
          <p:nvPr/>
        </p:nvGrpSpPr>
        <p:grpSpPr>
          <a:xfrm>
            <a:off x="1754013" y="1791434"/>
            <a:ext cx="331545" cy="416677"/>
            <a:chOff x="1754013" y="1791434"/>
            <a:chExt cx="331545" cy="416677"/>
          </a:xfrm>
        </p:grpSpPr>
        <p:sp>
          <p:nvSpPr>
            <p:cNvPr id="6134" name="Google Shape;6134;p70"/>
            <p:cNvSpPr/>
            <p:nvPr/>
          </p:nvSpPr>
          <p:spPr>
            <a:xfrm>
              <a:off x="2029329" y="1973353"/>
              <a:ext cx="50120" cy="74221"/>
            </a:xfrm>
            <a:custGeom>
              <a:rect b="b" l="l" r="r" t="t"/>
              <a:pathLst>
                <a:path extrusionOk="0" h="5694" w="3845">
                  <a:moveTo>
                    <a:pt x="419" y="1"/>
                  </a:moveTo>
                  <a:lnTo>
                    <a:pt x="0" y="5693"/>
                  </a:lnTo>
                  <a:lnTo>
                    <a:pt x="279" y="5693"/>
                  </a:lnTo>
                  <a:cubicBezTo>
                    <a:pt x="2247" y="5693"/>
                    <a:pt x="3844" y="4098"/>
                    <a:pt x="3844" y="2128"/>
                  </a:cubicBezTo>
                  <a:lnTo>
                    <a:pt x="3844" y="1918"/>
                  </a:lnTo>
                  <a:cubicBezTo>
                    <a:pt x="3844" y="859"/>
                    <a:pt x="2986" y="1"/>
                    <a:pt x="1926" y="1"/>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0"/>
            <p:cNvSpPr/>
            <p:nvPr/>
          </p:nvSpPr>
          <p:spPr>
            <a:xfrm>
              <a:off x="1760126" y="1973353"/>
              <a:ext cx="50120" cy="74221"/>
            </a:xfrm>
            <a:custGeom>
              <a:rect b="b" l="l" r="r" t="t"/>
              <a:pathLst>
                <a:path extrusionOk="0" h="5694" w="3845">
                  <a:moveTo>
                    <a:pt x="1919" y="1"/>
                  </a:moveTo>
                  <a:cubicBezTo>
                    <a:pt x="859" y="1"/>
                    <a:pt x="2" y="859"/>
                    <a:pt x="2" y="1918"/>
                  </a:cubicBezTo>
                  <a:lnTo>
                    <a:pt x="2" y="2128"/>
                  </a:lnTo>
                  <a:cubicBezTo>
                    <a:pt x="1" y="4098"/>
                    <a:pt x="1596" y="5693"/>
                    <a:pt x="3568" y="5693"/>
                  </a:cubicBezTo>
                  <a:lnTo>
                    <a:pt x="3845" y="5693"/>
                  </a:lnTo>
                  <a:lnTo>
                    <a:pt x="3426" y="1"/>
                  </a:ln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0"/>
            <p:cNvSpPr/>
            <p:nvPr/>
          </p:nvSpPr>
          <p:spPr>
            <a:xfrm>
              <a:off x="1814431" y="2134520"/>
              <a:ext cx="210711" cy="67495"/>
            </a:xfrm>
            <a:custGeom>
              <a:rect b="b" l="l" r="r" t="t"/>
              <a:pathLst>
                <a:path extrusionOk="0" h="5178" w="16165">
                  <a:moveTo>
                    <a:pt x="3519" y="0"/>
                  </a:moveTo>
                  <a:lnTo>
                    <a:pt x="3519" y="1633"/>
                  </a:lnTo>
                  <a:cubicBezTo>
                    <a:pt x="3519" y="2542"/>
                    <a:pt x="2996" y="3371"/>
                    <a:pt x="2177" y="3766"/>
                  </a:cubicBezTo>
                  <a:lnTo>
                    <a:pt x="246" y="4691"/>
                  </a:lnTo>
                  <a:cubicBezTo>
                    <a:pt x="0" y="4809"/>
                    <a:pt x="85" y="5178"/>
                    <a:pt x="357" y="5178"/>
                  </a:cubicBezTo>
                  <a:lnTo>
                    <a:pt x="15807" y="5178"/>
                  </a:lnTo>
                  <a:cubicBezTo>
                    <a:pt x="16080" y="5178"/>
                    <a:pt x="16165" y="4807"/>
                    <a:pt x="15919" y="4691"/>
                  </a:cubicBezTo>
                  <a:lnTo>
                    <a:pt x="13989" y="3766"/>
                  </a:lnTo>
                  <a:cubicBezTo>
                    <a:pt x="13170" y="3372"/>
                    <a:pt x="12648" y="2544"/>
                    <a:pt x="12648" y="1633"/>
                  </a:cubicBezTo>
                  <a:lnTo>
                    <a:pt x="12648" y="0"/>
                  </a:lnTo>
                  <a:cubicBezTo>
                    <a:pt x="11048" y="1095"/>
                    <a:pt x="9280" y="1722"/>
                    <a:pt x="8083" y="1722"/>
                  </a:cubicBezTo>
                  <a:cubicBezTo>
                    <a:pt x="6885" y="1722"/>
                    <a:pt x="5119" y="1097"/>
                    <a:pt x="3519" y="0"/>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0"/>
            <p:cNvSpPr/>
            <p:nvPr/>
          </p:nvSpPr>
          <p:spPr>
            <a:xfrm>
              <a:off x="1798280" y="1827372"/>
              <a:ext cx="243025" cy="329603"/>
            </a:xfrm>
            <a:custGeom>
              <a:rect b="b" l="l" r="r" t="t"/>
              <a:pathLst>
                <a:path extrusionOk="0" h="25286" w="18644">
                  <a:moveTo>
                    <a:pt x="9322" y="0"/>
                  </a:moveTo>
                  <a:cubicBezTo>
                    <a:pt x="4112" y="0"/>
                    <a:pt x="1" y="4427"/>
                    <a:pt x="383" y="9623"/>
                  </a:cubicBezTo>
                  <a:lnTo>
                    <a:pt x="992" y="17900"/>
                  </a:lnTo>
                  <a:cubicBezTo>
                    <a:pt x="1314" y="22263"/>
                    <a:pt x="6692" y="25285"/>
                    <a:pt x="9322" y="25285"/>
                  </a:cubicBezTo>
                  <a:cubicBezTo>
                    <a:pt x="11951" y="25285"/>
                    <a:pt x="17331" y="22260"/>
                    <a:pt x="17652" y="17900"/>
                  </a:cubicBezTo>
                  <a:lnTo>
                    <a:pt x="18262" y="9623"/>
                  </a:lnTo>
                  <a:cubicBezTo>
                    <a:pt x="18644" y="4427"/>
                    <a:pt x="14532" y="0"/>
                    <a:pt x="9322" y="0"/>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0"/>
            <p:cNvSpPr/>
            <p:nvPr/>
          </p:nvSpPr>
          <p:spPr>
            <a:xfrm>
              <a:off x="1862126" y="1832794"/>
              <a:ext cx="178306" cy="324193"/>
            </a:xfrm>
            <a:custGeom>
              <a:rect b="b" l="l" r="r" t="t"/>
              <a:pathLst>
                <a:path extrusionOk="0" h="24871" w="13679">
                  <a:moveTo>
                    <a:pt x="7129" y="0"/>
                  </a:moveTo>
                  <a:lnTo>
                    <a:pt x="7129" y="0"/>
                  </a:lnTo>
                  <a:cubicBezTo>
                    <a:pt x="9581" y="1752"/>
                    <a:pt x="11104" y="4706"/>
                    <a:pt x="10863" y="7959"/>
                  </a:cubicBezTo>
                  <a:lnTo>
                    <a:pt x="10253" y="16235"/>
                  </a:lnTo>
                  <a:cubicBezTo>
                    <a:pt x="9933" y="20599"/>
                    <a:pt x="4553" y="23621"/>
                    <a:pt x="1923" y="23621"/>
                  </a:cubicBezTo>
                  <a:cubicBezTo>
                    <a:pt x="1378" y="23621"/>
                    <a:pt x="713" y="23490"/>
                    <a:pt x="0" y="23246"/>
                  </a:cubicBezTo>
                  <a:lnTo>
                    <a:pt x="0" y="23246"/>
                  </a:lnTo>
                  <a:cubicBezTo>
                    <a:pt x="1563" y="24281"/>
                    <a:pt x="3262" y="24871"/>
                    <a:pt x="4423" y="24871"/>
                  </a:cubicBezTo>
                  <a:cubicBezTo>
                    <a:pt x="7052" y="24871"/>
                    <a:pt x="12431" y="21847"/>
                    <a:pt x="12753" y="17485"/>
                  </a:cubicBezTo>
                  <a:lnTo>
                    <a:pt x="13362" y="9208"/>
                  </a:lnTo>
                  <a:cubicBezTo>
                    <a:pt x="13678" y="4952"/>
                    <a:pt x="10978" y="1214"/>
                    <a:pt x="7129"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0"/>
            <p:cNvSpPr/>
            <p:nvPr/>
          </p:nvSpPr>
          <p:spPr>
            <a:xfrm>
              <a:off x="1827127" y="1852373"/>
              <a:ext cx="185358" cy="98623"/>
            </a:xfrm>
            <a:custGeom>
              <a:rect b="b" l="l" r="r" t="t"/>
              <a:pathLst>
                <a:path extrusionOk="0" h="7566" w="14220">
                  <a:moveTo>
                    <a:pt x="7921" y="1"/>
                  </a:moveTo>
                  <a:lnTo>
                    <a:pt x="4225" y="2136"/>
                  </a:lnTo>
                  <a:cubicBezTo>
                    <a:pt x="4163" y="2172"/>
                    <a:pt x="4129" y="2236"/>
                    <a:pt x="4133" y="2308"/>
                  </a:cubicBezTo>
                  <a:cubicBezTo>
                    <a:pt x="4136" y="2353"/>
                    <a:pt x="4136" y="2397"/>
                    <a:pt x="4136" y="2440"/>
                  </a:cubicBezTo>
                  <a:cubicBezTo>
                    <a:pt x="4136" y="3601"/>
                    <a:pt x="3192" y="4547"/>
                    <a:pt x="2031" y="4547"/>
                  </a:cubicBezTo>
                  <a:cubicBezTo>
                    <a:pt x="1529" y="4547"/>
                    <a:pt x="1055" y="4372"/>
                    <a:pt x="676" y="4053"/>
                  </a:cubicBezTo>
                  <a:cubicBezTo>
                    <a:pt x="310" y="4835"/>
                    <a:pt x="94" y="5679"/>
                    <a:pt x="36" y="6550"/>
                  </a:cubicBezTo>
                  <a:cubicBezTo>
                    <a:pt x="1" y="7099"/>
                    <a:pt x="437" y="7566"/>
                    <a:pt x="988" y="7566"/>
                  </a:cubicBezTo>
                  <a:lnTo>
                    <a:pt x="13235" y="7566"/>
                  </a:lnTo>
                  <a:cubicBezTo>
                    <a:pt x="13236" y="7566"/>
                    <a:pt x="13237" y="7566"/>
                    <a:pt x="13237" y="7566"/>
                  </a:cubicBezTo>
                  <a:cubicBezTo>
                    <a:pt x="13784" y="7566"/>
                    <a:pt x="14219" y="7100"/>
                    <a:pt x="14183" y="6551"/>
                  </a:cubicBezTo>
                  <a:cubicBezTo>
                    <a:pt x="14076" y="4940"/>
                    <a:pt x="13426" y="3430"/>
                    <a:pt x="12304" y="2221"/>
                  </a:cubicBezTo>
                  <a:cubicBezTo>
                    <a:pt x="11134" y="961"/>
                    <a:pt x="9600" y="190"/>
                    <a:pt x="792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0"/>
            <p:cNvSpPr/>
            <p:nvPr/>
          </p:nvSpPr>
          <p:spPr>
            <a:xfrm>
              <a:off x="1827088" y="1854954"/>
              <a:ext cx="185397" cy="96081"/>
            </a:xfrm>
            <a:custGeom>
              <a:rect b="b" l="l" r="r" t="t"/>
              <a:pathLst>
                <a:path extrusionOk="0" h="7371" w="14223">
                  <a:moveTo>
                    <a:pt x="8966" y="1"/>
                  </a:moveTo>
                  <a:cubicBezTo>
                    <a:pt x="9263" y="233"/>
                    <a:pt x="9544" y="490"/>
                    <a:pt x="9806" y="774"/>
                  </a:cubicBezTo>
                  <a:cubicBezTo>
                    <a:pt x="10929" y="1982"/>
                    <a:pt x="11581" y="3493"/>
                    <a:pt x="11685" y="5105"/>
                  </a:cubicBezTo>
                  <a:cubicBezTo>
                    <a:pt x="11721" y="5654"/>
                    <a:pt x="11286" y="6121"/>
                    <a:pt x="10735" y="6121"/>
                  </a:cubicBezTo>
                  <a:lnTo>
                    <a:pt x="55" y="6121"/>
                  </a:lnTo>
                  <a:cubicBezTo>
                    <a:pt x="48" y="6198"/>
                    <a:pt x="41" y="6277"/>
                    <a:pt x="37" y="6356"/>
                  </a:cubicBezTo>
                  <a:cubicBezTo>
                    <a:pt x="1" y="6904"/>
                    <a:pt x="435" y="7371"/>
                    <a:pt x="986" y="7371"/>
                  </a:cubicBezTo>
                  <a:lnTo>
                    <a:pt x="13234" y="7371"/>
                  </a:lnTo>
                  <a:cubicBezTo>
                    <a:pt x="13786" y="7369"/>
                    <a:pt x="14222" y="6903"/>
                    <a:pt x="14186" y="6353"/>
                  </a:cubicBezTo>
                  <a:cubicBezTo>
                    <a:pt x="14079" y="4742"/>
                    <a:pt x="13429" y="3232"/>
                    <a:pt x="12307" y="2023"/>
                  </a:cubicBezTo>
                  <a:cubicBezTo>
                    <a:pt x="11384" y="1028"/>
                    <a:pt x="10235" y="339"/>
                    <a:pt x="8966"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0"/>
            <p:cNvSpPr/>
            <p:nvPr/>
          </p:nvSpPr>
          <p:spPr>
            <a:xfrm>
              <a:off x="1825967" y="1797560"/>
              <a:ext cx="157802" cy="114108"/>
            </a:xfrm>
            <a:custGeom>
              <a:rect b="b" l="l" r="r" t="t"/>
              <a:pathLst>
                <a:path extrusionOk="0" h="8754" w="12106">
                  <a:moveTo>
                    <a:pt x="9985" y="0"/>
                  </a:moveTo>
                  <a:cubicBezTo>
                    <a:pt x="8825" y="0"/>
                    <a:pt x="7880" y="944"/>
                    <a:pt x="7880" y="2106"/>
                  </a:cubicBezTo>
                  <a:cubicBezTo>
                    <a:pt x="7880" y="2150"/>
                    <a:pt x="7880" y="2194"/>
                    <a:pt x="7883" y="2239"/>
                  </a:cubicBezTo>
                  <a:cubicBezTo>
                    <a:pt x="7887" y="2310"/>
                    <a:pt x="7853" y="2375"/>
                    <a:pt x="7792" y="2411"/>
                  </a:cubicBezTo>
                  <a:lnTo>
                    <a:pt x="3477" y="4900"/>
                  </a:lnTo>
                  <a:cubicBezTo>
                    <a:pt x="3452" y="4916"/>
                    <a:pt x="3419" y="4926"/>
                    <a:pt x="3387" y="4926"/>
                  </a:cubicBezTo>
                  <a:cubicBezTo>
                    <a:pt x="3351" y="4926"/>
                    <a:pt x="3317" y="4915"/>
                    <a:pt x="3287" y="4895"/>
                  </a:cubicBezTo>
                  <a:cubicBezTo>
                    <a:pt x="2939" y="4664"/>
                    <a:pt x="2536" y="4542"/>
                    <a:pt x="2119" y="4542"/>
                  </a:cubicBezTo>
                  <a:lnTo>
                    <a:pt x="2071" y="4542"/>
                  </a:lnTo>
                  <a:cubicBezTo>
                    <a:pt x="943" y="4567"/>
                    <a:pt x="39" y="5469"/>
                    <a:pt x="12" y="6598"/>
                  </a:cubicBezTo>
                  <a:cubicBezTo>
                    <a:pt x="1" y="7169"/>
                    <a:pt x="211" y="7710"/>
                    <a:pt x="612" y="8119"/>
                  </a:cubicBezTo>
                  <a:cubicBezTo>
                    <a:pt x="1012" y="8528"/>
                    <a:pt x="1546" y="8753"/>
                    <a:pt x="2119" y="8753"/>
                  </a:cubicBezTo>
                  <a:cubicBezTo>
                    <a:pt x="3281" y="8753"/>
                    <a:pt x="4224" y="7807"/>
                    <a:pt x="4224" y="6648"/>
                  </a:cubicBezTo>
                  <a:cubicBezTo>
                    <a:pt x="4224" y="6605"/>
                    <a:pt x="4224" y="6559"/>
                    <a:pt x="4221" y="6515"/>
                  </a:cubicBezTo>
                  <a:cubicBezTo>
                    <a:pt x="4216" y="6443"/>
                    <a:pt x="4251" y="6378"/>
                    <a:pt x="4313" y="6342"/>
                  </a:cubicBezTo>
                  <a:lnTo>
                    <a:pt x="8626" y="3854"/>
                  </a:lnTo>
                  <a:cubicBezTo>
                    <a:pt x="8653" y="3838"/>
                    <a:pt x="8685" y="3830"/>
                    <a:pt x="8718" y="3830"/>
                  </a:cubicBezTo>
                  <a:cubicBezTo>
                    <a:pt x="8754" y="3830"/>
                    <a:pt x="8787" y="3840"/>
                    <a:pt x="8818" y="3860"/>
                  </a:cubicBezTo>
                  <a:cubicBezTo>
                    <a:pt x="9164" y="4091"/>
                    <a:pt x="9567" y="4213"/>
                    <a:pt x="9985" y="4213"/>
                  </a:cubicBezTo>
                  <a:cubicBezTo>
                    <a:pt x="10557" y="4213"/>
                    <a:pt x="11093" y="3988"/>
                    <a:pt x="11492" y="3579"/>
                  </a:cubicBezTo>
                  <a:cubicBezTo>
                    <a:pt x="11892" y="3170"/>
                    <a:pt x="12106" y="2627"/>
                    <a:pt x="12091" y="2056"/>
                  </a:cubicBezTo>
                  <a:cubicBezTo>
                    <a:pt x="12064" y="930"/>
                    <a:pt x="11161" y="27"/>
                    <a:pt x="100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0"/>
            <p:cNvSpPr/>
            <p:nvPr/>
          </p:nvSpPr>
          <p:spPr>
            <a:xfrm>
              <a:off x="1869960" y="1887412"/>
              <a:ext cx="113704" cy="63624"/>
            </a:xfrm>
            <a:custGeom>
              <a:rect b="b" l="l" r="r" t="t"/>
              <a:pathLst>
                <a:path extrusionOk="0" h="4881" w="8723">
                  <a:moveTo>
                    <a:pt x="834" y="0"/>
                  </a:moveTo>
                  <a:cubicBezTo>
                    <a:pt x="767" y="589"/>
                    <a:pt x="453" y="1105"/>
                    <a:pt x="1" y="1443"/>
                  </a:cubicBezTo>
                  <a:lnTo>
                    <a:pt x="4416" y="3991"/>
                  </a:lnTo>
                  <a:cubicBezTo>
                    <a:pt x="4478" y="4027"/>
                    <a:pt x="4512" y="4091"/>
                    <a:pt x="4508" y="4163"/>
                  </a:cubicBezTo>
                  <a:cubicBezTo>
                    <a:pt x="4505" y="4208"/>
                    <a:pt x="4505" y="4254"/>
                    <a:pt x="4505" y="4297"/>
                  </a:cubicBezTo>
                  <a:cubicBezTo>
                    <a:pt x="4505" y="4499"/>
                    <a:pt x="4533" y="4694"/>
                    <a:pt x="4587" y="4881"/>
                  </a:cubicBezTo>
                  <a:lnTo>
                    <a:pt x="8635" y="4881"/>
                  </a:lnTo>
                  <a:cubicBezTo>
                    <a:pt x="8693" y="4677"/>
                    <a:pt x="8722" y="4463"/>
                    <a:pt x="8716" y="4246"/>
                  </a:cubicBezTo>
                  <a:cubicBezTo>
                    <a:pt x="8689" y="3117"/>
                    <a:pt x="7785" y="2215"/>
                    <a:pt x="6657" y="2190"/>
                  </a:cubicBezTo>
                  <a:lnTo>
                    <a:pt x="6610" y="2190"/>
                  </a:lnTo>
                  <a:cubicBezTo>
                    <a:pt x="6192" y="2190"/>
                    <a:pt x="5789" y="2312"/>
                    <a:pt x="5442" y="2543"/>
                  </a:cubicBezTo>
                  <a:cubicBezTo>
                    <a:pt x="5412" y="2563"/>
                    <a:pt x="5377" y="2575"/>
                    <a:pt x="5340" y="2575"/>
                  </a:cubicBezTo>
                  <a:cubicBezTo>
                    <a:pt x="5308" y="2575"/>
                    <a:pt x="5275" y="2565"/>
                    <a:pt x="5248" y="2549"/>
                  </a:cubicBezTo>
                  <a:lnTo>
                    <a:pt x="83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0"/>
            <p:cNvSpPr/>
            <p:nvPr/>
          </p:nvSpPr>
          <p:spPr>
            <a:xfrm>
              <a:off x="1919377" y="1927325"/>
              <a:ext cx="64289" cy="23711"/>
            </a:xfrm>
            <a:custGeom>
              <a:rect b="b" l="l" r="r" t="t"/>
              <a:pathLst>
                <a:path extrusionOk="0" h="1819" w="4932">
                  <a:moveTo>
                    <a:pt x="4529" y="1"/>
                  </a:moveTo>
                  <a:cubicBezTo>
                    <a:pt x="4381" y="333"/>
                    <a:pt x="4047" y="569"/>
                    <a:pt x="3657" y="569"/>
                  </a:cubicBezTo>
                  <a:lnTo>
                    <a:pt x="1" y="569"/>
                  </a:lnTo>
                  <a:lnTo>
                    <a:pt x="628" y="929"/>
                  </a:lnTo>
                  <a:cubicBezTo>
                    <a:pt x="688" y="965"/>
                    <a:pt x="722" y="1029"/>
                    <a:pt x="718" y="1101"/>
                  </a:cubicBezTo>
                  <a:cubicBezTo>
                    <a:pt x="715" y="1146"/>
                    <a:pt x="715" y="1192"/>
                    <a:pt x="715" y="1235"/>
                  </a:cubicBezTo>
                  <a:cubicBezTo>
                    <a:pt x="715" y="1437"/>
                    <a:pt x="744" y="1632"/>
                    <a:pt x="798" y="1819"/>
                  </a:cubicBezTo>
                  <a:lnTo>
                    <a:pt x="4846" y="1819"/>
                  </a:lnTo>
                  <a:cubicBezTo>
                    <a:pt x="4902" y="1615"/>
                    <a:pt x="4931" y="1401"/>
                    <a:pt x="4925" y="1184"/>
                  </a:cubicBezTo>
                  <a:cubicBezTo>
                    <a:pt x="4914" y="741"/>
                    <a:pt x="4769" y="333"/>
                    <a:pt x="4529"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0"/>
            <p:cNvSpPr/>
            <p:nvPr/>
          </p:nvSpPr>
          <p:spPr>
            <a:xfrm>
              <a:off x="1754013" y="1791434"/>
              <a:ext cx="331545" cy="416677"/>
            </a:xfrm>
            <a:custGeom>
              <a:rect b="b" l="l" r="r" t="t"/>
              <a:pathLst>
                <a:path extrusionOk="0" h="31966" w="25435">
                  <a:moveTo>
                    <a:pt x="11658" y="3294"/>
                  </a:moveTo>
                  <a:lnTo>
                    <a:pt x="8911" y="4878"/>
                  </a:lnTo>
                  <a:cubicBezTo>
                    <a:pt x="8663" y="4738"/>
                    <a:pt x="8392" y="4638"/>
                    <a:pt x="8112" y="4587"/>
                  </a:cubicBezTo>
                  <a:cubicBezTo>
                    <a:pt x="9180" y="3898"/>
                    <a:pt x="10392" y="3453"/>
                    <a:pt x="11658" y="3294"/>
                  </a:cubicBezTo>
                  <a:close/>
                  <a:moveTo>
                    <a:pt x="15505" y="935"/>
                  </a:moveTo>
                  <a:cubicBezTo>
                    <a:pt x="16399" y="935"/>
                    <a:pt x="17122" y="1644"/>
                    <a:pt x="17144" y="2533"/>
                  </a:cubicBezTo>
                  <a:cubicBezTo>
                    <a:pt x="17167" y="3522"/>
                    <a:pt x="16359" y="4211"/>
                    <a:pt x="15497" y="4211"/>
                  </a:cubicBezTo>
                  <a:cubicBezTo>
                    <a:pt x="15193" y="4211"/>
                    <a:pt x="14882" y="4125"/>
                    <a:pt x="14598" y="3935"/>
                  </a:cubicBezTo>
                  <a:cubicBezTo>
                    <a:pt x="14491" y="3864"/>
                    <a:pt x="14363" y="3828"/>
                    <a:pt x="14236" y="3828"/>
                  </a:cubicBezTo>
                  <a:cubicBezTo>
                    <a:pt x="14122" y="3828"/>
                    <a:pt x="14009" y="3856"/>
                    <a:pt x="13911" y="3914"/>
                  </a:cubicBezTo>
                  <a:cubicBezTo>
                    <a:pt x="13779" y="3991"/>
                    <a:pt x="13233" y="4306"/>
                    <a:pt x="13004" y="4438"/>
                  </a:cubicBezTo>
                  <a:cubicBezTo>
                    <a:pt x="12778" y="4567"/>
                    <a:pt x="12702" y="4854"/>
                    <a:pt x="12832" y="5078"/>
                  </a:cubicBezTo>
                  <a:cubicBezTo>
                    <a:pt x="12918" y="5229"/>
                    <a:pt x="13076" y="5313"/>
                    <a:pt x="13238" y="5313"/>
                  </a:cubicBezTo>
                  <a:cubicBezTo>
                    <a:pt x="13317" y="5313"/>
                    <a:pt x="13398" y="5292"/>
                    <a:pt x="13472" y="5250"/>
                  </a:cubicBezTo>
                  <a:lnTo>
                    <a:pt x="13628" y="5161"/>
                  </a:lnTo>
                  <a:cubicBezTo>
                    <a:pt x="15149" y="5367"/>
                    <a:pt x="16508" y="6073"/>
                    <a:pt x="17568" y="7214"/>
                  </a:cubicBezTo>
                  <a:cubicBezTo>
                    <a:pt x="18616" y="8342"/>
                    <a:pt x="19224" y="9740"/>
                    <a:pt x="19325" y="11258"/>
                  </a:cubicBezTo>
                  <a:cubicBezTo>
                    <a:pt x="19342" y="11538"/>
                    <a:pt x="19121" y="11772"/>
                    <a:pt x="18841" y="11772"/>
                  </a:cubicBezTo>
                  <a:lnTo>
                    <a:pt x="18078" y="11772"/>
                  </a:lnTo>
                  <a:cubicBezTo>
                    <a:pt x="18141" y="10321"/>
                    <a:pt x="17009" y="9114"/>
                    <a:pt x="15562" y="9081"/>
                  </a:cubicBezTo>
                  <a:cubicBezTo>
                    <a:pt x="15546" y="9081"/>
                    <a:pt x="15529" y="9081"/>
                    <a:pt x="15513" y="9081"/>
                  </a:cubicBezTo>
                  <a:cubicBezTo>
                    <a:pt x="15061" y="9081"/>
                    <a:pt x="14621" y="9195"/>
                    <a:pt x="14232" y="9417"/>
                  </a:cubicBezTo>
                  <a:lnTo>
                    <a:pt x="10241" y="7114"/>
                  </a:lnTo>
                  <a:lnTo>
                    <a:pt x="11587" y="6337"/>
                  </a:lnTo>
                  <a:cubicBezTo>
                    <a:pt x="11813" y="6208"/>
                    <a:pt x="11889" y="5921"/>
                    <a:pt x="11760" y="5697"/>
                  </a:cubicBezTo>
                  <a:cubicBezTo>
                    <a:pt x="11673" y="5546"/>
                    <a:pt x="11515" y="5462"/>
                    <a:pt x="11354" y="5462"/>
                  </a:cubicBezTo>
                  <a:cubicBezTo>
                    <a:pt x="11274" y="5462"/>
                    <a:pt x="11193" y="5483"/>
                    <a:pt x="11120" y="5525"/>
                  </a:cubicBezTo>
                  <a:lnTo>
                    <a:pt x="9597" y="6403"/>
                  </a:lnTo>
                  <a:cubicBezTo>
                    <a:pt x="9382" y="6530"/>
                    <a:pt x="9256" y="6761"/>
                    <a:pt x="9273" y="7010"/>
                  </a:cubicBezTo>
                  <a:cubicBezTo>
                    <a:pt x="9309" y="7574"/>
                    <a:pt x="9052" y="8095"/>
                    <a:pt x="8627" y="8418"/>
                  </a:cubicBezTo>
                  <a:cubicBezTo>
                    <a:pt x="8620" y="8424"/>
                    <a:pt x="8610" y="8428"/>
                    <a:pt x="8603" y="8435"/>
                  </a:cubicBezTo>
                  <a:cubicBezTo>
                    <a:pt x="8304" y="8655"/>
                    <a:pt x="7971" y="8754"/>
                    <a:pt x="7645" y="8754"/>
                  </a:cubicBezTo>
                  <a:cubicBezTo>
                    <a:pt x="6784" y="8754"/>
                    <a:pt x="5977" y="8060"/>
                    <a:pt x="6001" y="7075"/>
                  </a:cubicBezTo>
                  <a:cubicBezTo>
                    <a:pt x="6020" y="6197"/>
                    <a:pt x="6723" y="5497"/>
                    <a:pt x="7601" y="5476"/>
                  </a:cubicBezTo>
                  <a:cubicBezTo>
                    <a:pt x="7613" y="5476"/>
                    <a:pt x="7625" y="5476"/>
                    <a:pt x="7637" y="5476"/>
                  </a:cubicBezTo>
                  <a:cubicBezTo>
                    <a:pt x="7961" y="5476"/>
                    <a:pt x="8275" y="5571"/>
                    <a:pt x="8545" y="5751"/>
                  </a:cubicBezTo>
                  <a:cubicBezTo>
                    <a:pt x="8653" y="5822"/>
                    <a:pt x="8780" y="5858"/>
                    <a:pt x="8907" y="5858"/>
                  </a:cubicBezTo>
                  <a:cubicBezTo>
                    <a:pt x="9020" y="5858"/>
                    <a:pt x="9133" y="5829"/>
                    <a:pt x="9233" y="5772"/>
                  </a:cubicBezTo>
                  <a:lnTo>
                    <a:pt x="13546" y="3282"/>
                  </a:lnTo>
                  <a:cubicBezTo>
                    <a:pt x="13761" y="3158"/>
                    <a:pt x="13888" y="2925"/>
                    <a:pt x="13872" y="2677"/>
                  </a:cubicBezTo>
                  <a:cubicBezTo>
                    <a:pt x="13812" y="1734"/>
                    <a:pt x="14562" y="935"/>
                    <a:pt x="15505" y="935"/>
                  </a:cubicBezTo>
                  <a:close/>
                  <a:moveTo>
                    <a:pt x="10029" y="8075"/>
                  </a:moveTo>
                  <a:lnTo>
                    <a:pt x="13912" y="10318"/>
                  </a:lnTo>
                  <a:cubicBezTo>
                    <a:pt x="14012" y="10375"/>
                    <a:pt x="14124" y="10405"/>
                    <a:pt x="14238" y="10405"/>
                  </a:cubicBezTo>
                  <a:cubicBezTo>
                    <a:pt x="14363" y="10405"/>
                    <a:pt x="14489" y="10369"/>
                    <a:pt x="14599" y="10295"/>
                  </a:cubicBezTo>
                  <a:cubicBezTo>
                    <a:pt x="14868" y="10116"/>
                    <a:pt x="15182" y="10021"/>
                    <a:pt x="15508" y="10021"/>
                  </a:cubicBezTo>
                  <a:cubicBezTo>
                    <a:pt x="16462" y="10021"/>
                    <a:pt x="17205" y="10823"/>
                    <a:pt x="17141" y="11774"/>
                  </a:cubicBezTo>
                  <a:lnTo>
                    <a:pt x="13873" y="11774"/>
                  </a:lnTo>
                  <a:cubicBezTo>
                    <a:pt x="13866" y="11700"/>
                    <a:pt x="13866" y="11628"/>
                    <a:pt x="13872" y="11555"/>
                  </a:cubicBezTo>
                  <a:cubicBezTo>
                    <a:pt x="13888" y="11305"/>
                    <a:pt x="13764" y="11073"/>
                    <a:pt x="13546" y="10949"/>
                  </a:cubicBezTo>
                  <a:lnTo>
                    <a:pt x="9663" y="8707"/>
                  </a:lnTo>
                  <a:cubicBezTo>
                    <a:pt x="9814" y="8517"/>
                    <a:pt x="9936" y="8305"/>
                    <a:pt x="10029" y="8075"/>
                  </a:cubicBezTo>
                  <a:close/>
                  <a:moveTo>
                    <a:pt x="4243" y="12344"/>
                  </a:moveTo>
                  <a:lnTo>
                    <a:pt x="4243" y="12344"/>
                  </a:lnTo>
                  <a:cubicBezTo>
                    <a:pt x="4243" y="12344"/>
                    <a:pt x="4283" y="12890"/>
                    <a:pt x="4403" y="14516"/>
                  </a:cubicBezTo>
                  <a:lnTo>
                    <a:pt x="4403" y="14516"/>
                  </a:lnTo>
                  <a:cubicBezTo>
                    <a:pt x="4368" y="14046"/>
                    <a:pt x="4243" y="12344"/>
                    <a:pt x="4243" y="12344"/>
                  </a:cubicBezTo>
                  <a:close/>
                  <a:moveTo>
                    <a:pt x="3459" y="14425"/>
                  </a:moveTo>
                  <a:lnTo>
                    <a:pt x="3809" y="19173"/>
                  </a:lnTo>
                  <a:cubicBezTo>
                    <a:pt x="2206" y="19057"/>
                    <a:pt x="939" y="17715"/>
                    <a:pt x="939" y="16084"/>
                  </a:cubicBezTo>
                  <a:lnTo>
                    <a:pt x="939" y="15874"/>
                  </a:lnTo>
                  <a:cubicBezTo>
                    <a:pt x="939" y="15073"/>
                    <a:pt x="1587" y="14425"/>
                    <a:pt x="2388" y="14425"/>
                  </a:cubicBezTo>
                  <a:close/>
                  <a:moveTo>
                    <a:pt x="23048" y="14425"/>
                  </a:moveTo>
                  <a:cubicBezTo>
                    <a:pt x="23848" y="14425"/>
                    <a:pt x="24498" y="15075"/>
                    <a:pt x="24498" y="15874"/>
                  </a:cubicBezTo>
                  <a:lnTo>
                    <a:pt x="24498" y="16084"/>
                  </a:lnTo>
                  <a:cubicBezTo>
                    <a:pt x="24498" y="17716"/>
                    <a:pt x="23229" y="19057"/>
                    <a:pt x="21628" y="19173"/>
                  </a:cubicBezTo>
                  <a:lnTo>
                    <a:pt x="21976" y="14425"/>
                  </a:lnTo>
                  <a:close/>
                  <a:moveTo>
                    <a:pt x="16815" y="27173"/>
                  </a:moveTo>
                  <a:lnTo>
                    <a:pt x="16815" y="27955"/>
                  </a:lnTo>
                  <a:cubicBezTo>
                    <a:pt x="16815" y="29037"/>
                    <a:pt x="17445" y="30038"/>
                    <a:pt x="18422" y="30509"/>
                  </a:cubicBezTo>
                  <a:lnTo>
                    <a:pt x="19508" y="31031"/>
                  </a:lnTo>
                  <a:lnTo>
                    <a:pt x="5927" y="31031"/>
                  </a:lnTo>
                  <a:lnTo>
                    <a:pt x="7014" y="30509"/>
                  </a:lnTo>
                  <a:cubicBezTo>
                    <a:pt x="7990" y="30041"/>
                    <a:pt x="8621" y="29038"/>
                    <a:pt x="8621" y="27955"/>
                  </a:cubicBezTo>
                  <a:lnTo>
                    <a:pt x="8621" y="27173"/>
                  </a:lnTo>
                  <a:cubicBezTo>
                    <a:pt x="10033" y="27999"/>
                    <a:pt x="11547" y="28513"/>
                    <a:pt x="12718" y="28513"/>
                  </a:cubicBezTo>
                  <a:cubicBezTo>
                    <a:pt x="13836" y="28513"/>
                    <a:pt x="15353" y="28029"/>
                    <a:pt x="16815" y="27173"/>
                  </a:cubicBezTo>
                  <a:close/>
                  <a:moveTo>
                    <a:pt x="15503" y="0"/>
                  </a:moveTo>
                  <a:cubicBezTo>
                    <a:pt x="14177" y="0"/>
                    <a:pt x="13085" y="1007"/>
                    <a:pt x="12946" y="2291"/>
                  </a:cubicBezTo>
                  <a:cubicBezTo>
                    <a:pt x="12872" y="2289"/>
                    <a:pt x="12798" y="2288"/>
                    <a:pt x="12724" y="2288"/>
                  </a:cubicBezTo>
                  <a:cubicBezTo>
                    <a:pt x="10074" y="2288"/>
                    <a:pt x="7552" y="3407"/>
                    <a:pt x="5777" y="5332"/>
                  </a:cubicBezTo>
                  <a:cubicBezTo>
                    <a:pt x="5746" y="5365"/>
                    <a:pt x="5713" y="5400"/>
                    <a:pt x="5681" y="5436"/>
                  </a:cubicBezTo>
                  <a:cubicBezTo>
                    <a:pt x="3962" y="7362"/>
                    <a:pt x="3120" y="9837"/>
                    <a:pt x="3309" y="12413"/>
                  </a:cubicBezTo>
                  <a:lnTo>
                    <a:pt x="3388" y="13485"/>
                  </a:lnTo>
                  <a:lnTo>
                    <a:pt x="2388" y="13485"/>
                  </a:lnTo>
                  <a:cubicBezTo>
                    <a:pt x="1072" y="13485"/>
                    <a:pt x="0" y="14555"/>
                    <a:pt x="0" y="15873"/>
                  </a:cubicBezTo>
                  <a:lnTo>
                    <a:pt x="0" y="16082"/>
                  </a:lnTo>
                  <a:cubicBezTo>
                    <a:pt x="0" y="18255"/>
                    <a:pt x="1727" y="20030"/>
                    <a:pt x="3878" y="20114"/>
                  </a:cubicBezTo>
                  <a:lnTo>
                    <a:pt x="3919" y="20690"/>
                  </a:lnTo>
                  <a:cubicBezTo>
                    <a:pt x="4008" y="21876"/>
                    <a:pt x="4440" y="23029"/>
                    <a:pt x="5206" y="24119"/>
                  </a:cubicBezTo>
                  <a:cubicBezTo>
                    <a:pt x="5298" y="24248"/>
                    <a:pt x="5443" y="24319"/>
                    <a:pt x="5589" y="24319"/>
                  </a:cubicBezTo>
                  <a:cubicBezTo>
                    <a:pt x="5964" y="24319"/>
                    <a:pt x="6192" y="23894"/>
                    <a:pt x="5971" y="23581"/>
                  </a:cubicBezTo>
                  <a:cubicBezTo>
                    <a:pt x="5305" y="22631"/>
                    <a:pt x="4928" y="21635"/>
                    <a:pt x="4852" y="20622"/>
                  </a:cubicBezTo>
                  <a:cubicBezTo>
                    <a:pt x="4640" y="17744"/>
                    <a:pt x="4497" y="15796"/>
                    <a:pt x="4403" y="14516"/>
                  </a:cubicBezTo>
                  <a:lnTo>
                    <a:pt x="4403" y="14516"/>
                  </a:lnTo>
                  <a:cubicBezTo>
                    <a:pt x="4408" y="14591"/>
                    <a:pt x="4411" y="14635"/>
                    <a:pt x="4411" y="14635"/>
                  </a:cubicBezTo>
                  <a:cubicBezTo>
                    <a:pt x="4411" y="14635"/>
                    <a:pt x="4369" y="14062"/>
                    <a:pt x="4242" y="12346"/>
                  </a:cubicBezTo>
                  <a:cubicBezTo>
                    <a:pt x="4126" y="10753"/>
                    <a:pt x="4446" y="9203"/>
                    <a:pt x="5159" y="7828"/>
                  </a:cubicBezTo>
                  <a:cubicBezTo>
                    <a:pt x="5265" y="8201"/>
                    <a:pt x="5456" y="8546"/>
                    <a:pt x="5721" y="8840"/>
                  </a:cubicBezTo>
                  <a:cubicBezTo>
                    <a:pt x="5410" y="9588"/>
                    <a:pt x="5228" y="10380"/>
                    <a:pt x="5172" y="11196"/>
                  </a:cubicBezTo>
                  <a:cubicBezTo>
                    <a:pt x="5119" y="12014"/>
                    <a:pt x="5769" y="12711"/>
                    <a:pt x="6591" y="12711"/>
                  </a:cubicBezTo>
                  <a:lnTo>
                    <a:pt x="9600" y="12711"/>
                  </a:lnTo>
                  <a:cubicBezTo>
                    <a:pt x="9858" y="12711"/>
                    <a:pt x="10069" y="12502"/>
                    <a:pt x="10069" y="12244"/>
                  </a:cubicBezTo>
                  <a:cubicBezTo>
                    <a:pt x="10069" y="11985"/>
                    <a:pt x="9858" y="11776"/>
                    <a:pt x="9600" y="11776"/>
                  </a:cubicBezTo>
                  <a:lnTo>
                    <a:pt x="6591" y="11776"/>
                  </a:lnTo>
                  <a:cubicBezTo>
                    <a:pt x="6311" y="11776"/>
                    <a:pt x="6089" y="11539"/>
                    <a:pt x="6109" y="11261"/>
                  </a:cubicBezTo>
                  <a:cubicBezTo>
                    <a:pt x="6149" y="10629"/>
                    <a:pt x="6281" y="10017"/>
                    <a:pt x="6498" y="9430"/>
                  </a:cubicBezTo>
                  <a:cubicBezTo>
                    <a:pt x="6849" y="9603"/>
                    <a:pt x="7240" y="9693"/>
                    <a:pt x="7636" y="9693"/>
                  </a:cubicBezTo>
                  <a:cubicBezTo>
                    <a:pt x="8070" y="9693"/>
                    <a:pt x="8510" y="9584"/>
                    <a:pt x="8908" y="9357"/>
                  </a:cubicBezTo>
                  <a:lnTo>
                    <a:pt x="12928" y="11677"/>
                  </a:lnTo>
                  <a:cubicBezTo>
                    <a:pt x="12928" y="11708"/>
                    <a:pt x="12929" y="11743"/>
                    <a:pt x="12929" y="11776"/>
                  </a:cubicBezTo>
                  <a:lnTo>
                    <a:pt x="11787" y="11776"/>
                  </a:lnTo>
                  <a:cubicBezTo>
                    <a:pt x="11529" y="11776"/>
                    <a:pt x="11319" y="11985"/>
                    <a:pt x="11319" y="12244"/>
                  </a:cubicBezTo>
                  <a:cubicBezTo>
                    <a:pt x="11319" y="12502"/>
                    <a:pt x="11529" y="12711"/>
                    <a:pt x="11787" y="12711"/>
                  </a:cubicBezTo>
                  <a:lnTo>
                    <a:pt x="18840" y="12711"/>
                  </a:lnTo>
                  <a:cubicBezTo>
                    <a:pt x="19659" y="12711"/>
                    <a:pt x="20312" y="12015"/>
                    <a:pt x="20259" y="11196"/>
                  </a:cubicBezTo>
                  <a:cubicBezTo>
                    <a:pt x="20144" y="9461"/>
                    <a:pt x="19449" y="7866"/>
                    <a:pt x="18253" y="6577"/>
                  </a:cubicBezTo>
                  <a:cubicBezTo>
                    <a:pt x="17664" y="5944"/>
                    <a:pt x="16994" y="5428"/>
                    <a:pt x="16262" y="5037"/>
                  </a:cubicBezTo>
                  <a:cubicBezTo>
                    <a:pt x="16608" y="4931"/>
                    <a:pt x="16930" y="4752"/>
                    <a:pt x="17205" y="4508"/>
                  </a:cubicBezTo>
                  <a:cubicBezTo>
                    <a:pt x="19866" y="6168"/>
                    <a:pt x="21421" y="9206"/>
                    <a:pt x="21190" y="12346"/>
                  </a:cubicBezTo>
                  <a:cubicBezTo>
                    <a:pt x="20976" y="15235"/>
                    <a:pt x="20791" y="17745"/>
                    <a:pt x="20580" y="20622"/>
                  </a:cubicBezTo>
                  <a:cubicBezTo>
                    <a:pt x="20308" y="24326"/>
                    <a:pt x="15574" y="27574"/>
                    <a:pt x="12717" y="27574"/>
                  </a:cubicBezTo>
                  <a:cubicBezTo>
                    <a:pt x="11477" y="27574"/>
                    <a:pt x="9230" y="26762"/>
                    <a:pt x="7369" y="25122"/>
                  </a:cubicBezTo>
                  <a:cubicBezTo>
                    <a:pt x="7280" y="25044"/>
                    <a:pt x="7170" y="25005"/>
                    <a:pt x="7060" y="25005"/>
                  </a:cubicBezTo>
                  <a:cubicBezTo>
                    <a:pt x="6930" y="25005"/>
                    <a:pt x="6800" y="25059"/>
                    <a:pt x="6707" y="25164"/>
                  </a:cubicBezTo>
                  <a:cubicBezTo>
                    <a:pt x="6536" y="25357"/>
                    <a:pt x="6555" y="25653"/>
                    <a:pt x="6749" y="25825"/>
                  </a:cubicBezTo>
                  <a:cubicBezTo>
                    <a:pt x="7044" y="26085"/>
                    <a:pt x="7357" y="26333"/>
                    <a:pt x="7682" y="26564"/>
                  </a:cubicBezTo>
                  <a:lnTo>
                    <a:pt x="7682" y="27952"/>
                  </a:lnTo>
                  <a:cubicBezTo>
                    <a:pt x="7682" y="28676"/>
                    <a:pt x="7260" y="29348"/>
                    <a:pt x="6605" y="29662"/>
                  </a:cubicBezTo>
                  <a:lnTo>
                    <a:pt x="4675" y="30588"/>
                  </a:lnTo>
                  <a:cubicBezTo>
                    <a:pt x="4368" y="30734"/>
                    <a:pt x="4208" y="31070"/>
                    <a:pt x="4282" y="31401"/>
                  </a:cubicBezTo>
                  <a:cubicBezTo>
                    <a:pt x="4358" y="31733"/>
                    <a:pt x="4648" y="31965"/>
                    <a:pt x="4990" y="31965"/>
                  </a:cubicBezTo>
                  <a:lnTo>
                    <a:pt x="20440" y="31965"/>
                  </a:lnTo>
                  <a:cubicBezTo>
                    <a:pt x="20781" y="31965"/>
                    <a:pt x="21071" y="31733"/>
                    <a:pt x="21147" y="31401"/>
                  </a:cubicBezTo>
                  <a:cubicBezTo>
                    <a:pt x="21222" y="31070"/>
                    <a:pt x="21061" y="30734"/>
                    <a:pt x="20754" y="30588"/>
                  </a:cubicBezTo>
                  <a:lnTo>
                    <a:pt x="18824" y="29662"/>
                  </a:lnTo>
                  <a:cubicBezTo>
                    <a:pt x="18171" y="29348"/>
                    <a:pt x="17748" y="28676"/>
                    <a:pt x="17748" y="27952"/>
                  </a:cubicBezTo>
                  <a:lnTo>
                    <a:pt x="17748" y="26563"/>
                  </a:lnTo>
                  <a:cubicBezTo>
                    <a:pt x="19686" y="25172"/>
                    <a:pt x="21334" y="23123"/>
                    <a:pt x="21510" y="20690"/>
                  </a:cubicBezTo>
                  <a:lnTo>
                    <a:pt x="21553" y="20114"/>
                  </a:lnTo>
                  <a:cubicBezTo>
                    <a:pt x="23705" y="20031"/>
                    <a:pt x="25430" y="18255"/>
                    <a:pt x="25430" y="16082"/>
                  </a:cubicBezTo>
                  <a:lnTo>
                    <a:pt x="25430" y="15873"/>
                  </a:lnTo>
                  <a:cubicBezTo>
                    <a:pt x="25435" y="14558"/>
                    <a:pt x="24364" y="13486"/>
                    <a:pt x="23048" y="13486"/>
                  </a:cubicBezTo>
                  <a:lnTo>
                    <a:pt x="22045" y="13486"/>
                  </a:lnTo>
                  <a:lnTo>
                    <a:pt x="22124" y="12414"/>
                  </a:lnTo>
                  <a:cubicBezTo>
                    <a:pt x="22381" y="8926"/>
                    <a:pt x="20696" y="5623"/>
                    <a:pt x="17789" y="3767"/>
                  </a:cubicBezTo>
                  <a:cubicBezTo>
                    <a:pt x="17987" y="3384"/>
                    <a:pt x="18091" y="2958"/>
                    <a:pt x="18079" y="2513"/>
                  </a:cubicBezTo>
                  <a:cubicBezTo>
                    <a:pt x="18048" y="1137"/>
                    <a:pt x="16944" y="32"/>
                    <a:pt x="15567" y="1"/>
                  </a:cubicBezTo>
                  <a:cubicBezTo>
                    <a:pt x="15545" y="0"/>
                    <a:pt x="15524" y="0"/>
                    <a:pt x="155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0"/>
            <p:cNvSpPr/>
            <p:nvPr/>
          </p:nvSpPr>
          <p:spPr>
            <a:xfrm>
              <a:off x="1848726" y="1985176"/>
              <a:ext cx="60900" cy="12227"/>
            </a:xfrm>
            <a:custGeom>
              <a:rect b="b" l="l" r="r" t="t"/>
              <a:pathLst>
                <a:path extrusionOk="0" h="938" w="4672">
                  <a:moveTo>
                    <a:pt x="469" y="1"/>
                  </a:moveTo>
                  <a:cubicBezTo>
                    <a:pt x="210" y="1"/>
                    <a:pt x="1" y="212"/>
                    <a:pt x="1" y="470"/>
                  </a:cubicBezTo>
                  <a:cubicBezTo>
                    <a:pt x="1" y="728"/>
                    <a:pt x="210" y="938"/>
                    <a:pt x="469" y="938"/>
                  </a:cubicBezTo>
                  <a:lnTo>
                    <a:pt x="4204" y="938"/>
                  </a:lnTo>
                  <a:cubicBezTo>
                    <a:pt x="4462" y="938"/>
                    <a:pt x="4672" y="728"/>
                    <a:pt x="4672" y="470"/>
                  </a:cubicBezTo>
                  <a:cubicBezTo>
                    <a:pt x="4672" y="212"/>
                    <a:pt x="4462" y="1"/>
                    <a:pt x="420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0"/>
            <p:cNvSpPr/>
            <p:nvPr/>
          </p:nvSpPr>
          <p:spPr>
            <a:xfrm>
              <a:off x="1913694" y="1985202"/>
              <a:ext cx="77128" cy="76815"/>
            </a:xfrm>
            <a:custGeom>
              <a:rect b="b" l="l" r="r" t="t"/>
              <a:pathLst>
                <a:path extrusionOk="0" h="5893" w="5917">
                  <a:moveTo>
                    <a:pt x="2964" y="0"/>
                  </a:moveTo>
                  <a:cubicBezTo>
                    <a:pt x="2016" y="0"/>
                    <a:pt x="1246" y="771"/>
                    <a:pt x="1246" y="1718"/>
                  </a:cubicBezTo>
                  <a:lnTo>
                    <a:pt x="1246" y="4177"/>
                  </a:lnTo>
                  <a:cubicBezTo>
                    <a:pt x="1246" y="4608"/>
                    <a:pt x="897" y="4955"/>
                    <a:pt x="468" y="4955"/>
                  </a:cubicBezTo>
                  <a:cubicBezTo>
                    <a:pt x="210" y="4955"/>
                    <a:pt x="0" y="5165"/>
                    <a:pt x="0" y="5423"/>
                  </a:cubicBezTo>
                  <a:cubicBezTo>
                    <a:pt x="0" y="5681"/>
                    <a:pt x="210" y="5892"/>
                    <a:pt x="468" y="5892"/>
                  </a:cubicBezTo>
                  <a:cubicBezTo>
                    <a:pt x="1414" y="5892"/>
                    <a:pt x="2184" y="5122"/>
                    <a:pt x="2184" y="4174"/>
                  </a:cubicBezTo>
                  <a:lnTo>
                    <a:pt x="2184" y="1715"/>
                  </a:lnTo>
                  <a:cubicBezTo>
                    <a:pt x="2184" y="1285"/>
                    <a:pt x="2534" y="937"/>
                    <a:pt x="2964" y="937"/>
                  </a:cubicBezTo>
                  <a:lnTo>
                    <a:pt x="5449" y="937"/>
                  </a:lnTo>
                  <a:cubicBezTo>
                    <a:pt x="5707" y="937"/>
                    <a:pt x="5917" y="728"/>
                    <a:pt x="5917" y="469"/>
                  </a:cubicBezTo>
                  <a:cubicBezTo>
                    <a:pt x="5917" y="211"/>
                    <a:pt x="5707" y="0"/>
                    <a:pt x="544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0"/>
            <p:cNvSpPr/>
            <p:nvPr/>
          </p:nvSpPr>
          <p:spPr>
            <a:xfrm>
              <a:off x="1872959" y="2091334"/>
              <a:ext cx="93617" cy="22981"/>
            </a:xfrm>
            <a:custGeom>
              <a:rect b="b" l="l" r="r" t="t"/>
              <a:pathLst>
                <a:path extrusionOk="0" h="1763" w="7182">
                  <a:moveTo>
                    <a:pt x="536" y="0"/>
                  </a:moveTo>
                  <a:cubicBezTo>
                    <a:pt x="365" y="0"/>
                    <a:pt x="200" y="95"/>
                    <a:pt x="116" y="258"/>
                  </a:cubicBezTo>
                  <a:cubicBezTo>
                    <a:pt x="0" y="489"/>
                    <a:pt x="93" y="772"/>
                    <a:pt x="324" y="888"/>
                  </a:cubicBezTo>
                  <a:lnTo>
                    <a:pt x="718" y="1086"/>
                  </a:lnTo>
                  <a:cubicBezTo>
                    <a:pt x="1617" y="1537"/>
                    <a:pt x="2604" y="1762"/>
                    <a:pt x="3591" y="1762"/>
                  </a:cubicBezTo>
                  <a:cubicBezTo>
                    <a:pt x="4578" y="1762"/>
                    <a:pt x="5565" y="1537"/>
                    <a:pt x="6464" y="1086"/>
                  </a:cubicBezTo>
                  <a:lnTo>
                    <a:pt x="6858" y="888"/>
                  </a:lnTo>
                  <a:cubicBezTo>
                    <a:pt x="7089" y="772"/>
                    <a:pt x="7182" y="489"/>
                    <a:pt x="7066" y="258"/>
                  </a:cubicBezTo>
                  <a:cubicBezTo>
                    <a:pt x="6982" y="95"/>
                    <a:pt x="6817" y="0"/>
                    <a:pt x="6646" y="0"/>
                  </a:cubicBezTo>
                  <a:cubicBezTo>
                    <a:pt x="6575" y="0"/>
                    <a:pt x="6503" y="16"/>
                    <a:pt x="6436" y="50"/>
                  </a:cubicBezTo>
                  <a:lnTo>
                    <a:pt x="6043" y="248"/>
                  </a:lnTo>
                  <a:cubicBezTo>
                    <a:pt x="5275" y="634"/>
                    <a:pt x="4433" y="826"/>
                    <a:pt x="3590" y="826"/>
                  </a:cubicBezTo>
                  <a:cubicBezTo>
                    <a:pt x="2747" y="826"/>
                    <a:pt x="1904" y="634"/>
                    <a:pt x="1135" y="248"/>
                  </a:cubicBezTo>
                  <a:lnTo>
                    <a:pt x="746" y="50"/>
                  </a:lnTo>
                  <a:cubicBezTo>
                    <a:pt x="679" y="16"/>
                    <a:pt x="607" y="0"/>
                    <a:pt x="5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8" name="Google Shape;6148;p70"/>
          <p:cNvGrpSpPr/>
          <p:nvPr/>
        </p:nvGrpSpPr>
        <p:grpSpPr>
          <a:xfrm>
            <a:off x="721425" y="3377967"/>
            <a:ext cx="330918" cy="416156"/>
            <a:chOff x="721425" y="3377967"/>
            <a:chExt cx="330918" cy="416156"/>
          </a:xfrm>
        </p:grpSpPr>
        <p:sp>
          <p:nvSpPr>
            <p:cNvPr id="6149" name="Google Shape;6149;p70"/>
            <p:cNvSpPr/>
            <p:nvPr/>
          </p:nvSpPr>
          <p:spPr>
            <a:xfrm>
              <a:off x="996191" y="3559839"/>
              <a:ext cx="50039" cy="74070"/>
            </a:xfrm>
            <a:custGeom>
              <a:rect b="b" l="l" r="r" t="t"/>
              <a:pathLst>
                <a:path extrusionOk="0" h="5690" w="3844">
                  <a:moveTo>
                    <a:pt x="419" y="0"/>
                  </a:moveTo>
                  <a:lnTo>
                    <a:pt x="0" y="5690"/>
                  </a:lnTo>
                  <a:lnTo>
                    <a:pt x="279" y="5690"/>
                  </a:lnTo>
                  <a:cubicBezTo>
                    <a:pt x="2246" y="5690"/>
                    <a:pt x="3843" y="4094"/>
                    <a:pt x="3842" y="2128"/>
                  </a:cubicBezTo>
                  <a:lnTo>
                    <a:pt x="3842" y="1919"/>
                  </a:lnTo>
                  <a:cubicBezTo>
                    <a:pt x="3842" y="859"/>
                    <a:pt x="2983" y="0"/>
                    <a:pt x="1925" y="0"/>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0"/>
            <p:cNvSpPr/>
            <p:nvPr/>
          </p:nvSpPr>
          <p:spPr>
            <a:xfrm>
              <a:off x="727543" y="3559839"/>
              <a:ext cx="50013" cy="74070"/>
            </a:xfrm>
            <a:custGeom>
              <a:rect b="b" l="l" r="r" t="t"/>
              <a:pathLst>
                <a:path extrusionOk="0" h="5690" w="3842">
                  <a:moveTo>
                    <a:pt x="1917" y="0"/>
                  </a:moveTo>
                  <a:cubicBezTo>
                    <a:pt x="858" y="0"/>
                    <a:pt x="0" y="859"/>
                    <a:pt x="0" y="1919"/>
                  </a:cubicBezTo>
                  <a:lnTo>
                    <a:pt x="0" y="2128"/>
                  </a:lnTo>
                  <a:cubicBezTo>
                    <a:pt x="1" y="4094"/>
                    <a:pt x="1596" y="5690"/>
                    <a:pt x="3563" y="5690"/>
                  </a:cubicBezTo>
                  <a:lnTo>
                    <a:pt x="3841" y="5690"/>
                  </a:lnTo>
                  <a:lnTo>
                    <a:pt x="3422" y="0"/>
                  </a:ln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0"/>
            <p:cNvSpPr/>
            <p:nvPr/>
          </p:nvSpPr>
          <p:spPr>
            <a:xfrm>
              <a:off x="781723" y="3720712"/>
              <a:ext cx="210272" cy="67340"/>
            </a:xfrm>
            <a:custGeom>
              <a:rect b="b" l="l" r="r" t="t"/>
              <a:pathLst>
                <a:path extrusionOk="0" h="5173" w="16153">
                  <a:moveTo>
                    <a:pt x="3516" y="0"/>
                  </a:moveTo>
                  <a:lnTo>
                    <a:pt x="3516" y="1630"/>
                  </a:lnTo>
                  <a:cubicBezTo>
                    <a:pt x="3516" y="2540"/>
                    <a:pt x="2994" y="3368"/>
                    <a:pt x="2175" y="3761"/>
                  </a:cubicBezTo>
                  <a:lnTo>
                    <a:pt x="246" y="4687"/>
                  </a:lnTo>
                  <a:cubicBezTo>
                    <a:pt x="1" y="4806"/>
                    <a:pt x="84" y="5173"/>
                    <a:pt x="357" y="5173"/>
                  </a:cubicBezTo>
                  <a:lnTo>
                    <a:pt x="15797" y="5173"/>
                  </a:lnTo>
                  <a:cubicBezTo>
                    <a:pt x="16069" y="5173"/>
                    <a:pt x="16152" y="4806"/>
                    <a:pt x="15908" y="4687"/>
                  </a:cubicBezTo>
                  <a:lnTo>
                    <a:pt x="13980" y="3761"/>
                  </a:lnTo>
                  <a:cubicBezTo>
                    <a:pt x="13161" y="3368"/>
                    <a:pt x="12638" y="2540"/>
                    <a:pt x="12638" y="1630"/>
                  </a:cubicBezTo>
                  <a:lnTo>
                    <a:pt x="12638" y="0"/>
                  </a:lnTo>
                  <a:cubicBezTo>
                    <a:pt x="11038" y="1093"/>
                    <a:pt x="9273" y="1721"/>
                    <a:pt x="8078" y="1721"/>
                  </a:cubicBezTo>
                  <a:cubicBezTo>
                    <a:pt x="6881" y="1721"/>
                    <a:pt x="5115" y="1093"/>
                    <a:pt x="3516" y="0"/>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0"/>
            <p:cNvSpPr/>
            <p:nvPr/>
          </p:nvSpPr>
          <p:spPr>
            <a:xfrm>
              <a:off x="765607" y="3414170"/>
              <a:ext cx="242542" cy="328939"/>
            </a:xfrm>
            <a:custGeom>
              <a:rect b="b" l="l" r="r" t="t"/>
              <a:pathLst>
                <a:path extrusionOk="0" h="25269" w="18632">
                  <a:moveTo>
                    <a:pt x="9317" y="1"/>
                  </a:moveTo>
                  <a:cubicBezTo>
                    <a:pt x="4112" y="1"/>
                    <a:pt x="0" y="4423"/>
                    <a:pt x="385" y="9616"/>
                  </a:cubicBezTo>
                  <a:lnTo>
                    <a:pt x="995" y="17887"/>
                  </a:lnTo>
                  <a:cubicBezTo>
                    <a:pt x="1316" y="22248"/>
                    <a:pt x="6692" y="25269"/>
                    <a:pt x="9319" y="25269"/>
                  </a:cubicBezTo>
                  <a:cubicBezTo>
                    <a:pt x="11946" y="25269"/>
                    <a:pt x="17323" y="22245"/>
                    <a:pt x="17643" y="17887"/>
                  </a:cubicBezTo>
                  <a:lnTo>
                    <a:pt x="18250" y="9616"/>
                  </a:lnTo>
                  <a:cubicBezTo>
                    <a:pt x="18632" y="4423"/>
                    <a:pt x="14522" y="1"/>
                    <a:pt x="9317" y="1"/>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0"/>
            <p:cNvSpPr/>
            <p:nvPr/>
          </p:nvSpPr>
          <p:spPr>
            <a:xfrm>
              <a:off x="829355" y="3419559"/>
              <a:ext cx="177884" cy="323511"/>
            </a:xfrm>
            <a:custGeom>
              <a:rect b="b" l="l" r="r" t="t"/>
              <a:pathLst>
                <a:path extrusionOk="0" h="24852" w="13665">
                  <a:moveTo>
                    <a:pt x="7124" y="0"/>
                  </a:moveTo>
                  <a:lnTo>
                    <a:pt x="7124" y="0"/>
                  </a:lnTo>
                  <a:cubicBezTo>
                    <a:pt x="9573" y="1752"/>
                    <a:pt x="11094" y="4702"/>
                    <a:pt x="10856" y="7952"/>
                  </a:cubicBezTo>
                  <a:lnTo>
                    <a:pt x="10246" y="16222"/>
                  </a:lnTo>
                  <a:cubicBezTo>
                    <a:pt x="9925" y="20583"/>
                    <a:pt x="4550" y="23603"/>
                    <a:pt x="1922" y="23603"/>
                  </a:cubicBezTo>
                  <a:cubicBezTo>
                    <a:pt x="1377" y="23603"/>
                    <a:pt x="713" y="23473"/>
                    <a:pt x="1" y="23229"/>
                  </a:cubicBezTo>
                  <a:lnTo>
                    <a:pt x="1" y="23229"/>
                  </a:lnTo>
                  <a:cubicBezTo>
                    <a:pt x="1561" y="24263"/>
                    <a:pt x="3258" y="24852"/>
                    <a:pt x="4420" y="24852"/>
                  </a:cubicBezTo>
                  <a:cubicBezTo>
                    <a:pt x="7048" y="24852"/>
                    <a:pt x="12423" y="21830"/>
                    <a:pt x="12745" y="17470"/>
                  </a:cubicBezTo>
                  <a:lnTo>
                    <a:pt x="13354" y="9201"/>
                  </a:lnTo>
                  <a:cubicBezTo>
                    <a:pt x="13664" y="4951"/>
                    <a:pt x="10967" y="1215"/>
                    <a:pt x="7124"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0"/>
            <p:cNvSpPr/>
            <p:nvPr/>
          </p:nvSpPr>
          <p:spPr>
            <a:xfrm>
              <a:off x="794377" y="3443238"/>
              <a:ext cx="185005" cy="94364"/>
            </a:xfrm>
            <a:custGeom>
              <a:rect b="b" l="l" r="r" t="t"/>
              <a:pathLst>
                <a:path extrusionOk="0" h="7249" w="14212">
                  <a:moveTo>
                    <a:pt x="4863" y="1"/>
                  </a:moveTo>
                  <a:lnTo>
                    <a:pt x="4863" y="1"/>
                  </a:lnTo>
                  <a:cubicBezTo>
                    <a:pt x="3751" y="371"/>
                    <a:pt x="2744" y="1017"/>
                    <a:pt x="1916" y="1906"/>
                  </a:cubicBezTo>
                  <a:cubicBezTo>
                    <a:pt x="794" y="3114"/>
                    <a:pt x="144" y="4622"/>
                    <a:pt x="36" y="6234"/>
                  </a:cubicBezTo>
                  <a:cubicBezTo>
                    <a:pt x="0" y="6782"/>
                    <a:pt x="436" y="7248"/>
                    <a:pt x="987" y="7248"/>
                  </a:cubicBezTo>
                  <a:lnTo>
                    <a:pt x="13227" y="7248"/>
                  </a:lnTo>
                  <a:cubicBezTo>
                    <a:pt x="13776" y="7246"/>
                    <a:pt x="14212" y="6779"/>
                    <a:pt x="14175" y="6230"/>
                  </a:cubicBezTo>
                  <a:cubicBezTo>
                    <a:pt x="14096" y="5044"/>
                    <a:pt x="13723" y="3912"/>
                    <a:pt x="13084" y="2916"/>
                  </a:cubicBezTo>
                  <a:cubicBezTo>
                    <a:pt x="12976" y="3051"/>
                    <a:pt x="12860" y="3182"/>
                    <a:pt x="12734" y="3308"/>
                  </a:cubicBezTo>
                  <a:cubicBezTo>
                    <a:pt x="11833" y="4209"/>
                    <a:pt x="10653" y="4659"/>
                    <a:pt x="9473" y="4659"/>
                  </a:cubicBezTo>
                  <a:cubicBezTo>
                    <a:pt x="8587" y="4659"/>
                    <a:pt x="7701" y="4405"/>
                    <a:pt x="6934" y="3898"/>
                  </a:cubicBezTo>
                  <a:cubicBezTo>
                    <a:pt x="6906" y="3880"/>
                    <a:pt x="6875" y="3871"/>
                    <a:pt x="6844" y="3871"/>
                  </a:cubicBezTo>
                  <a:cubicBezTo>
                    <a:pt x="6803" y="3871"/>
                    <a:pt x="6761" y="3887"/>
                    <a:pt x="6730" y="3919"/>
                  </a:cubicBezTo>
                  <a:lnTo>
                    <a:pt x="5446" y="5204"/>
                  </a:lnTo>
                  <a:lnTo>
                    <a:pt x="4318" y="4076"/>
                  </a:lnTo>
                  <a:lnTo>
                    <a:pt x="5602" y="2792"/>
                  </a:lnTo>
                  <a:cubicBezTo>
                    <a:pt x="5657" y="2737"/>
                    <a:pt x="5665" y="2654"/>
                    <a:pt x="5624" y="2589"/>
                  </a:cubicBezTo>
                  <a:cubicBezTo>
                    <a:pt x="5107" y="1807"/>
                    <a:pt x="4853" y="903"/>
                    <a:pt x="48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0"/>
            <p:cNvSpPr/>
            <p:nvPr/>
          </p:nvSpPr>
          <p:spPr>
            <a:xfrm>
              <a:off x="794351" y="3481198"/>
              <a:ext cx="185031" cy="56379"/>
            </a:xfrm>
            <a:custGeom>
              <a:rect b="b" l="l" r="r" t="t"/>
              <a:pathLst>
                <a:path extrusionOk="0" h="4331" w="14214">
                  <a:moveTo>
                    <a:pt x="13086" y="0"/>
                  </a:moveTo>
                  <a:cubicBezTo>
                    <a:pt x="12978" y="135"/>
                    <a:pt x="12862" y="266"/>
                    <a:pt x="12736" y="392"/>
                  </a:cubicBezTo>
                  <a:cubicBezTo>
                    <a:pt x="12386" y="742"/>
                    <a:pt x="11994" y="1025"/>
                    <a:pt x="11575" y="1239"/>
                  </a:cubicBezTo>
                  <a:cubicBezTo>
                    <a:pt x="11625" y="1511"/>
                    <a:pt x="11661" y="1788"/>
                    <a:pt x="11680" y="2065"/>
                  </a:cubicBezTo>
                  <a:cubicBezTo>
                    <a:pt x="11716" y="2615"/>
                    <a:pt x="11279" y="3081"/>
                    <a:pt x="10728" y="3081"/>
                  </a:cubicBezTo>
                  <a:lnTo>
                    <a:pt x="57" y="3081"/>
                  </a:lnTo>
                  <a:cubicBezTo>
                    <a:pt x="50" y="3157"/>
                    <a:pt x="42" y="3238"/>
                    <a:pt x="37" y="3316"/>
                  </a:cubicBezTo>
                  <a:cubicBezTo>
                    <a:pt x="1" y="3865"/>
                    <a:pt x="437" y="4331"/>
                    <a:pt x="988" y="4331"/>
                  </a:cubicBezTo>
                  <a:lnTo>
                    <a:pt x="13228" y="4331"/>
                  </a:lnTo>
                  <a:cubicBezTo>
                    <a:pt x="13778" y="4330"/>
                    <a:pt x="14214" y="3863"/>
                    <a:pt x="14177" y="3314"/>
                  </a:cubicBezTo>
                  <a:cubicBezTo>
                    <a:pt x="14098" y="2128"/>
                    <a:pt x="13725" y="996"/>
                    <a:pt x="13086"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0"/>
            <p:cNvSpPr/>
            <p:nvPr/>
          </p:nvSpPr>
          <p:spPr>
            <a:xfrm>
              <a:off x="850574" y="3384099"/>
              <a:ext cx="133130" cy="126869"/>
            </a:xfrm>
            <a:custGeom>
              <a:rect b="b" l="l" r="r" t="t"/>
              <a:pathLst>
                <a:path extrusionOk="0" h="9746" w="10227">
                  <a:moveTo>
                    <a:pt x="5156" y="0"/>
                  </a:moveTo>
                  <a:cubicBezTo>
                    <a:pt x="3970" y="0"/>
                    <a:pt x="2784" y="442"/>
                    <a:pt x="1899" y="1326"/>
                  </a:cubicBezTo>
                  <a:cubicBezTo>
                    <a:pt x="321" y="2902"/>
                    <a:pt x="121" y="5339"/>
                    <a:pt x="1307" y="7131"/>
                  </a:cubicBezTo>
                  <a:cubicBezTo>
                    <a:pt x="1348" y="7192"/>
                    <a:pt x="1341" y="7279"/>
                    <a:pt x="1285" y="7333"/>
                  </a:cubicBezTo>
                  <a:lnTo>
                    <a:pt x="1" y="8617"/>
                  </a:lnTo>
                  <a:lnTo>
                    <a:pt x="1129" y="9745"/>
                  </a:lnTo>
                  <a:lnTo>
                    <a:pt x="2413" y="8461"/>
                  </a:lnTo>
                  <a:cubicBezTo>
                    <a:pt x="2445" y="8430"/>
                    <a:pt x="2487" y="8414"/>
                    <a:pt x="2529" y="8414"/>
                  </a:cubicBezTo>
                  <a:cubicBezTo>
                    <a:pt x="2559" y="8414"/>
                    <a:pt x="2590" y="8422"/>
                    <a:pt x="2617" y="8439"/>
                  </a:cubicBezTo>
                  <a:cubicBezTo>
                    <a:pt x="3385" y="8948"/>
                    <a:pt x="4272" y="9202"/>
                    <a:pt x="5158" y="9202"/>
                  </a:cubicBezTo>
                  <a:cubicBezTo>
                    <a:pt x="6338" y="9202"/>
                    <a:pt x="7518" y="8752"/>
                    <a:pt x="8417" y="7851"/>
                  </a:cubicBezTo>
                  <a:cubicBezTo>
                    <a:pt x="10226" y="6042"/>
                    <a:pt x="10218" y="3103"/>
                    <a:pt x="8392" y="1305"/>
                  </a:cubicBezTo>
                  <a:cubicBezTo>
                    <a:pt x="7509" y="435"/>
                    <a:pt x="6332" y="0"/>
                    <a:pt x="51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0"/>
            <p:cNvSpPr/>
            <p:nvPr/>
          </p:nvSpPr>
          <p:spPr>
            <a:xfrm>
              <a:off x="878992" y="3405148"/>
              <a:ext cx="77402" cy="77402"/>
            </a:xfrm>
            <a:custGeom>
              <a:rect b="b" l="l" r="r" t="t"/>
              <a:pathLst>
                <a:path extrusionOk="0" h="5946" w="5946">
                  <a:moveTo>
                    <a:pt x="2974" y="1"/>
                  </a:moveTo>
                  <a:cubicBezTo>
                    <a:pt x="1332" y="1"/>
                    <a:pt x="0" y="1332"/>
                    <a:pt x="0" y="2972"/>
                  </a:cubicBezTo>
                  <a:cubicBezTo>
                    <a:pt x="0" y="4614"/>
                    <a:pt x="1332" y="5946"/>
                    <a:pt x="2974" y="5946"/>
                  </a:cubicBezTo>
                  <a:cubicBezTo>
                    <a:pt x="4614" y="5946"/>
                    <a:pt x="5945" y="4614"/>
                    <a:pt x="5945" y="2972"/>
                  </a:cubicBezTo>
                  <a:cubicBezTo>
                    <a:pt x="5945" y="1332"/>
                    <a:pt x="4614" y="1"/>
                    <a:pt x="29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0"/>
            <p:cNvSpPr/>
            <p:nvPr/>
          </p:nvSpPr>
          <p:spPr>
            <a:xfrm>
              <a:off x="889302" y="3405370"/>
              <a:ext cx="67092" cy="77181"/>
            </a:xfrm>
            <a:custGeom>
              <a:rect b="b" l="l" r="r" t="t"/>
              <a:pathLst>
                <a:path extrusionOk="0" h="5929" w="5154">
                  <a:moveTo>
                    <a:pt x="2487" y="1"/>
                  </a:moveTo>
                  <a:cubicBezTo>
                    <a:pt x="2979" y="529"/>
                    <a:pt x="3279" y="1239"/>
                    <a:pt x="3279" y="2020"/>
                  </a:cubicBezTo>
                  <a:cubicBezTo>
                    <a:pt x="3279" y="3661"/>
                    <a:pt x="1948" y="4992"/>
                    <a:pt x="306" y="4992"/>
                  </a:cubicBezTo>
                  <a:cubicBezTo>
                    <a:pt x="203" y="4992"/>
                    <a:pt x="101" y="4987"/>
                    <a:pt x="1" y="4976"/>
                  </a:cubicBezTo>
                  <a:lnTo>
                    <a:pt x="1" y="4976"/>
                  </a:lnTo>
                  <a:cubicBezTo>
                    <a:pt x="543" y="5563"/>
                    <a:pt x="1318" y="5929"/>
                    <a:pt x="2179" y="5929"/>
                  </a:cubicBezTo>
                  <a:cubicBezTo>
                    <a:pt x="3820" y="5929"/>
                    <a:pt x="5152" y="4597"/>
                    <a:pt x="5152" y="2957"/>
                  </a:cubicBezTo>
                  <a:cubicBezTo>
                    <a:pt x="5153" y="1419"/>
                    <a:pt x="3985" y="155"/>
                    <a:pt x="2487"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0"/>
            <p:cNvSpPr/>
            <p:nvPr/>
          </p:nvSpPr>
          <p:spPr>
            <a:xfrm>
              <a:off x="803619" y="3493188"/>
              <a:ext cx="64736" cy="44377"/>
            </a:xfrm>
            <a:custGeom>
              <a:rect b="b" l="l" r="r" t="t"/>
              <a:pathLst>
                <a:path extrusionOk="0" h="3409" w="4973">
                  <a:moveTo>
                    <a:pt x="3370" y="1"/>
                  </a:moveTo>
                  <a:lnTo>
                    <a:pt x="1" y="3368"/>
                  </a:lnTo>
                  <a:cubicBezTo>
                    <a:pt x="87" y="3394"/>
                    <a:pt x="178" y="3409"/>
                    <a:pt x="273" y="3409"/>
                  </a:cubicBezTo>
                  <a:lnTo>
                    <a:pt x="3169" y="3409"/>
                  </a:lnTo>
                  <a:lnTo>
                    <a:pt x="4973" y="1603"/>
                  </a:lnTo>
                  <a:lnTo>
                    <a:pt x="337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0"/>
            <p:cNvSpPr/>
            <p:nvPr/>
          </p:nvSpPr>
          <p:spPr>
            <a:xfrm>
              <a:off x="803658" y="3521306"/>
              <a:ext cx="57472" cy="16259"/>
            </a:xfrm>
            <a:custGeom>
              <a:rect b="b" l="l" r="r" t="t"/>
              <a:pathLst>
                <a:path extrusionOk="0" h="1249" w="4415">
                  <a:moveTo>
                    <a:pt x="1209" y="0"/>
                  </a:moveTo>
                  <a:lnTo>
                    <a:pt x="0" y="1208"/>
                  </a:lnTo>
                  <a:cubicBezTo>
                    <a:pt x="86" y="1234"/>
                    <a:pt x="177" y="1249"/>
                    <a:pt x="272" y="1249"/>
                  </a:cubicBezTo>
                  <a:lnTo>
                    <a:pt x="3166" y="1249"/>
                  </a:lnTo>
                  <a:lnTo>
                    <a:pt x="4414" y="0"/>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0"/>
            <p:cNvSpPr/>
            <p:nvPr/>
          </p:nvSpPr>
          <p:spPr>
            <a:xfrm>
              <a:off x="872926" y="3399056"/>
              <a:ext cx="89560" cy="89586"/>
            </a:xfrm>
            <a:custGeom>
              <a:rect b="b" l="l" r="r" t="t"/>
              <a:pathLst>
                <a:path extrusionOk="0" h="6882" w="6880">
                  <a:moveTo>
                    <a:pt x="3440" y="1"/>
                  </a:moveTo>
                  <a:cubicBezTo>
                    <a:pt x="2473" y="1"/>
                    <a:pt x="1544" y="411"/>
                    <a:pt x="894" y="1127"/>
                  </a:cubicBezTo>
                  <a:cubicBezTo>
                    <a:pt x="720" y="1320"/>
                    <a:pt x="735" y="1615"/>
                    <a:pt x="924" y="1789"/>
                  </a:cubicBezTo>
                  <a:cubicBezTo>
                    <a:pt x="1015" y="1871"/>
                    <a:pt x="1128" y="1912"/>
                    <a:pt x="1240" y="1912"/>
                  </a:cubicBezTo>
                  <a:cubicBezTo>
                    <a:pt x="1367" y="1912"/>
                    <a:pt x="1494" y="1860"/>
                    <a:pt x="1586" y="1759"/>
                  </a:cubicBezTo>
                  <a:cubicBezTo>
                    <a:pt x="2059" y="1239"/>
                    <a:pt x="2734" y="939"/>
                    <a:pt x="3440" y="939"/>
                  </a:cubicBezTo>
                  <a:cubicBezTo>
                    <a:pt x="4819" y="939"/>
                    <a:pt x="5941" y="2062"/>
                    <a:pt x="5941" y="3440"/>
                  </a:cubicBezTo>
                  <a:cubicBezTo>
                    <a:pt x="5941" y="4821"/>
                    <a:pt x="4819" y="5943"/>
                    <a:pt x="3440" y="5943"/>
                  </a:cubicBezTo>
                  <a:cubicBezTo>
                    <a:pt x="2059" y="5943"/>
                    <a:pt x="937" y="4821"/>
                    <a:pt x="937" y="3440"/>
                  </a:cubicBezTo>
                  <a:cubicBezTo>
                    <a:pt x="937" y="3184"/>
                    <a:pt x="728" y="2973"/>
                    <a:pt x="468" y="2973"/>
                  </a:cubicBezTo>
                  <a:cubicBezTo>
                    <a:pt x="210" y="2973"/>
                    <a:pt x="0" y="3184"/>
                    <a:pt x="0" y="3440"/>
                  </a:cubicBezTo>
                  <a:cubicBezTo>
                    <a:pt x="0" y="5337"/>
                    <a:pt x="1543" y="6881"/>
                    <a:pt x="3440" y="6881"/>
                  </a:cubicBezTo>
                  <a:cubicBezTo>
                    <a:pt x="5335" y="6881"/>
                    <a:pt x="6879" y="5339"/>
                    <a:pt x="6879" y="3442"/>
                  </a:cubicBezTo>
                  <a:cubicBezTo>
                    <a:pt x="6879" y="1545"/>
                    <a:pt x="5337" y="1"/>
                    <a:pt x="344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0"/>
            <p:cNvSpPr/>
            <p:nvPr/>
          </p:nvSpPr>
          <p:spPr>
            <a:xfrm>
              <a:off x="721425" y="3377967"/>
              <a:ext cx="330918" cy="416156"/>
            </a:xfrm>
            <a:custGeom>
              <a:rect b="b" l="l" r="r" t="t"/>
              <a:pathLst>
                <a:path extrusionOk="0" h="31969" w="25421">
                  <a:moveTo>
                    <a:pt x="15080" y="943"/>
                  </a:moveTo>
                  <a:cubicBezTo>
                    <a:pt x="16138" y="943"/>
                    <a:pt x="17196" y="1331"/>
                    <a:pt x="17986" y="2109"/>
                  </a:cubicBezTo>
                  <a:cubicBezTo>
                    <a:pt x="18817" y="2927"/>
                    <a:pt x="19225" y="3996"/>
                    <a:pt x="19225" y="5059"/>
                  </a:cubicBezTo>
                  <a:cubicBezTo>
                    <a:pt x="19225" y="7487"/>
                    <a:pt x="17218" y="9211"/>
                    <a:pt x="15060" y="9211"/>
                  </a:cubicBezTo>
                  <a:cubicBezTo>
                    <a:pt x="14298" y="9211"/>
                    <a:pt x="13517" y="8996"/>
                    <a:pt x="12799" y="8522"/>
                  </a:cubicBezTo>
                  <a:cubicBezTo>
                    <a:pt x="12694" y="8452"/>
                    <a:pt x="12574" y="8418"/>
                    <a:pt x="12454" y="8418"/>
                  </a:cubicBezTo>
                  <a:cubicBezTo>
                    <a:pt x="12291" y="8418"/>
                    <a:pt x="12129" y="8481"/>
                    <a:pt x="12008" y="8602"/>
                  </a:cubicBezTo>
                  <a:lnTo>
                    <a:pt x="11054" y="9556"/>
                  </a:lnTo>
                  <a:lnTo>
                    <a:pt x="10588" y="9090"/>
                  </a:lnTo>
                  <a:lnTo>
                    <a:pt x="11542" y="8136"/>
                  </a:lnTo>
                  <a:cubicBezTo>
                    <a:pt x="11751" y="7926"/>
                    <a:pt x="11786" y="7592"/>
                    <a:pt x="11622" y="7345"/>
                  </a:cubicBezTo>
                  <a:cubicBezTo>
                    <a:pt x="10538" y="5709"/>
                    <a:pt x="10761" y="3515"/>
                    <a:pt x="12152" y="2129"/>
                  </a:cubicBezTo>
                  <a:cubicBezTo>
                    <a:pt x="12944" y="1338"/>
                    <a:pt x="14012" y="943"/>
                    <a:pt x="15080" y="943"/>
                  </a:cubicBezTo>
                  <a:close/>
                  <a:moveTo>
                    <a:pt x="10037" y="5680"/>
                  </a:moveTo>
                  <a:cubicBezTo>
                    <a:pt x="10120" y="6362"/>
                    <a:pt x="10338" y="7032"/>
                    <a:pt x="10703" y="7646"/>
                  </a:cubicBezTo>
                  <a:lnTo>
                    <a:pt x="9922" y="8427"/>
                  </a:lnTo>
                  <a:lnTo>
                    <a:pt x="9771" y="8276"/>
                  </a:lnTo>
                  <a:cubicBezTo>
                    <a:pt x="9680" y="8184"/>
                    <a:pt x="9560" y="8138"/>
                    <a:pt x="9441" y="8138"/>
                  </a:cubicBezTo>
                  <a:cubicBezTo>
                    <a:pt x="9321" y="8138"/>
                    <a:pt x="9201" y="8184"/>
                    <a:pt x="9110" y="8276"/>
                  </a:cubicBezTo>
                  <a:cubicBezTo>
                    <a:pt x="8956" y="8428"/>
                    <a:pt x="8932" y="8659"/>
                    <a:pt x="9034" y="8839"/>
                  </a:cubicBezTo>
                  <a:lnTo>
                    <a:pt x="6236" y="11637"/>
                  </a:lnTo>
                  <a:cubicBezTo>
                    <a:pt x="6145" y="11538"/>
                    <a:pt x="6098" y="11410"/>
                    <a:pt x="6106" y="11277"/>
                  </a:cubicBezTo>
                  <a:cubicBezTo>
                    <a:pt x="6277" y="8714"/>
                    <a:pt x="7925" y="6607"/>
                    <a:pt x="10037" y="5680"/>
                  </a:cubicBezTo>
                  <a:close/>
                  <a:moveTo>
                    <a:pt x="9685" y="9513"/>
                  </a:moveTo>
                  <a:lnTo>
                    <a:pt x="10627" y="10454"/>
                  </a:lnTo>
                  <a:lnTo>
                    <a:pt x="9291" y="11792"/>
                  </a:lnTo>
                  <a:lnTo>
                    <a:pt x="7409" y="11792"/>
                  </a:lnTo>
                  <a:lnTo>
                    <a:pt x="9685" y="9513"/>
                  </a:lnTo>
                  <a:close/>
                  <a:moveTo>
                    <a:pt x="3458" y="14441"/>
                  </a:moveTo>
                  <a:lnTo>
                    <a:pt x="3808" y="19185"/>
                  </a:lnTo>
                  <a:cubicBezTo>
                    <a:pt x="2206" y="19068"/>
                    <a:pt x="939" y="17728"/>
                    <a:pt x="939" y="16098"/>
                  </a:cubicBezTo>
                  <a:lnTo>
                    <a:pt x="939" y="15888"/>
                  </a:lnTo>
                  <a:cubicBezTo>
                    <a:pt x="939" y="15089"/>
                    <a:pt x="1589" y="14441"/>
                    <a:pt x="2387" y="14441"/>
                  </a:cubicBezTo>
                  <a:close/>
                  <a:moveTo>
                    <a:pt x="23034" y="14441"/>
                  </a:moveTo>
                  <a:cubicBezTo>
                    <a:pt x="23832" y="14441"/>
                    <a:pt x="24481" y="15089"/>
                    <a:pt x="24481" y="15888"/>
                  </a:cubicBezTo>
                  <a:lnTo>
                    <a:pt x="24481" y="16098"/>
                  </a:lnTo>
                  <a:cubicBezTo>
                    <a:pt x="24481" y="17728"/>
                    <a:pt x="23215" y="19068"/>
                    <a:pt x="21614" y="19185"/>
                  </a:cubicBezTo>
                  <a:cubicBezTo>
                    <a:pt x="21694" y="18100"/>
                    <a:pt x="21891" y="15415"/>
                    <a:pt x="21962" y="14441"/>
                  </a:cubicBezTo>
                  <a:close/>
                  <a:moveTo>
                    <a:pt x="10209" y="3621"/>
                  </a:moveTo>
                  <a:lnTo>
                    <a:pt x="10209" y="3621"/>
                  </a:lnTo>
                  <a:cubicBezTo>
                    <a:pt x="10108" y="3966"/>
                    <a:pt x="10044" y="4319"/>
                    <a:pt x="10015" y="4674"/>
                  </a:cubicBezTo>
                  <a:cubicBezTo>
                    <a:pt x="7427" y="5660"/>
                    <a:pt x="5376" y="8133"/>
                    <a:pt x="5172" y="11212"/>
                  </a:cubicBezTo>
                  <a:cubicBezTo>
                    <a:pt x="5118" y="12023"/>
                    <a:pt x="5761" y="12726"/>
                    <a:pt x="6589" y="12726"/>
                  </a:cubicBezTo>
                  <a:lnTo>
                    <a:pt x="16114" y="12726"/>
                  </a:lnTo>
                  <a:cubicBezTo>
                    <a:pt x="16372" y="12726"/>
                    <a:pt x="16581" y="12516"/>
                    <a:pt x="16581" y="12258"/>
                  </a:cubicBezTo>
                  <a:cubicBezTo>
                    <a:pt x="16581" y="12000"/>
                    <a:pt x="16372" y="11789"/>
                    <a:pt x="16114" y="11789"/>
                  </a:cubicBezTo>
                  <a:lnTo>
                    <a:pt x="10615" y="11789"/>
                  </a:lnTo>
                  <a:lnTo>
                    <a:pt x="11299" y="11104"/>
                  </a:lnTo>
                  <a:cubicBezTo>
                    <a:pt x="11371" y="11145"/>
                    <a:pt x="11451" y="11165"/>
                    <a:pt x="11531" y="11165"/>
                  </a:cubicBezTo>
                  <a:cubicBezTo>
                    <a:pt x="11651" y="11165"/>
                    <a:pt x="11771" y="11120"/>
                    <a:pt x="11863" y="11028"/>
                  </a:cubicBezTo>
                  <a:cubicBezTo>
                    <a:pt x="12046" y="10846"/>
                    <a:pt x="12046" y="10549"/>
                    <a:pt x="11863" y="10367"/>
                  </a:cubicBezTo>
                  <a:lnTo>
                    <a:pt x="11713" y="10216"/>
                  </a:lnTo>
                  <a:lnTo>
                    <a:pt x="12492" y="9436"/>
                  </a:lnTo>
                  <a:cubicBezTo>
                    <a:pt x="13289" y="9907"/>
                    <a:pt x="14180" y="10138"/>
                    <a:pt x="15068" y="10138"/>
                  </a:cubicBezTo>
                  <a:cubicBezTo>
                    <a:pt x="16352" y="10138"/>
                    <a:pt x="17630" y="9654"/>
                    <a:pt x="18600" y="8718"/>
                  </a:cubicBezTo>
                  <a:cubicBezTo>
                    <a:pt x="19007" y="9509"/>
                    <a:pt x="19250" y="10383"/>
                    <a:pt x="19311" y="11274"/>
                  </a:cubicBezTo>
                  <a:cubicBezTo>
                    <a:pt x="19328" y="11554"/>
                    <a:pt x="19107" y="11789"/>
                    <a:pt x="18827" y="11789"/>
                  </a:cubicBezTo>
                  <a:lnTo>
                    <a:pt x="18299" y="11789"/>
                  </a:lnTo>
                  <a:cubicBezTo>
                    <a:pt x="18041" y="11789"/>
                    <a:pt x="17830" y="12000"/>
                    <a:pt x="17830" y="12258"/>
                  </a:cubicBezTo>
                  <a:cubicBezTo>
                    <a:pt x="17830" y="12516"/>
                    <a:pt x="18041" y="12726"/>
                    <a:pt x="18299" y="12726"/>
                  </a:cubicBezTo>
                  <a:lnTo>
                    <a:pt x="18827" y="12726"/>
                  </a:lnTo>
                  <a:cubicBezTo>
                    <a:pt x="19648" y="12726"/>
                    <a:pt x="20298" y="12031"/>
                    <a:pt x="20245" y="11212"/>
                  </a:cubicBezTo>
                  <a:cubicBezTo>
                    <a:pt x="20167" y="10066"/>
                    <a:pt x="19827" y="8946"/>
                    <a:pt x="19250" y="7956"/>
                  </a:cubicBezTo>
                  <a:cubicBezTo>
                    <a:pt x="19457" y="7662"/>
                    <a:pt x="19629" y="7346"/>
                    <a:pt x="19766" y="7018"/>
                  </a:cubicBezTo>
                  <a:cubicBezTo>
                    <a:pt x="20817" y="8586"/>
                    <a:pt x="21314" y="10452"/>
                    <a:pt x="21173" y="12360"/>
                  </a:cubicBezTo>
                  <a:cubicBezTo>
                    <a:pt x="20695" y="18847"/>
                    <a:pt x="20584" y="20362"/>
                    <a:pt x="20584" y="20362"/>
                  </a:cubicBezTo>
                  <a:lnTo>
                    <a:pt x="20584" y="20362"/>
                  </a:lnTo>
                  <a:cubicBezTo>
                    <a:pt x="20584" y="20362"/>
                    <a:pt x="20669" y="19199"/>
                    <a:pt x="20669" y="19199"/>
                  </a:cubicBezTo>
                  <a:lnTo>
                    <a:pt x="20669" y="19199"/>
                  </a:lnTo>
                  <a:cubicBezTo>
                    <a:pt x="20669" y="19199"/>
                    <a:pt x="20643" y="19549"/>
                    <a:pt x="20563" y="20631"/>
                  </a:cubicBezTo>
                  <a:cubicBezTo>
                    <a:pt x="20275" y="24603"/>
                    <a:pt x="15294" y="27536"/>
                    <a:pt x="12765" y="27580"/>
                  </a:cubicBezTo>
                  <a:lnTo>
                    <a:pt x="12710" y="27580"/>
                  </a:lnTo>
                  <a:cubicBezTo>
                    <a:pt x="10230" y="27579"/>
                    <a:pt x="5149" y="24665"/>
                    <a:pt x="4854" y="20632"/>
                  </a:cubicBezTo>
                  <a:cubicBezTo>
                    <a:pt x="4260" y="12571"/>
                    <a:pt x="4808" y="20035"/>
                    <a:pt x="4244" y="12361"/>
                  </a:cubicBezTo>
                  <a:cubicBezTo>
                    <a:pt x="3950" y="8378"/>
                    <a:pt x="6470" y="4768"/>
                    <a:pt x="10209" y="3621"/>
                  </a:cubicBezTo>
                  <a:close/>
                  <a:moveTo>
                    <a:pt x="16802" y="27179"/>
                  </a:moveTo>
                  <a:lnTo>
                    <a:pt x="16802" y="27959"/>
                  </a:lnTo>
                  <a:cubicBezTo>
                    <a:pt x="16802" y="29041"/>
                    <a:pt x="17434" y="30044"/>
                    <a:pt x="18410" y="30512"/>
                  </a:cubicBezTo>
                  <a:lnTo>
                    <a:pt x="19494" y="31031"/>
                  </a:lnTo>
                  <a:lnTo>
                    <a:pt x="5924" y="31031"/>
                  </a:lnTo>
                  <a:lnTo>
                    <a:pt x="7009" y="30512"/>
                  </a:lnTo>
                  <a:cubicBezTo>
                    <a:pt x="7985" y="30043"/>
                    <a:pt x="8616" y="29041"/>
                    <a:pt x="8616" y="27959"/>
                  </a:cubicBezTo>
                  <a:lnTo>
                    <a:pt x="8616" y="27179"/>
                  </a:lnTo>
                  <a:cubicBezTo>
                    <a:pt x="10015" y="27999"/>
                    <a:pt x="11498" y="28497"/>
                    <a:pt x="12640" y="28517"/>
                  </a:cubicBezTo>
                  <a:cubicBezTo>
                    <a:pt x="12664" y="28518"/>
                    <a:pt x="12688" y="28518"/>
                    <a:pt x="12712" y="28518"/>
                  </a:cubicBezTo>
                  <a:cubicBezTo>
                    <a:pt x="14054" y="28518"/>
                    <a:pt x="15651" y="27854"/>
                    <a:pt x="16802" y="27179"/>
                  </a:cubicBezTo>
                  <a:close/>
                  <a:moveTo>
                    <a:pt x="15079" y="1"/>
                  </a:moveTo>
                  <a:cubicBezTo>
                    <a:pt x="13224" y="1"/>
                    <a:pt x="11572" y="959"/>
                    <a:pt x="10671" y="2532"/>
                  </a:cubicBezTo>
                  <a:cubicBezTo>
                    <a:pt x="6115" y="3534"/>
                    <a:pt x="2964" y="7748"/>
                    <a:pt x="3308" y="12430"/>
                  </a:cubicBezTo>
                  <a:lnTo>
                    <a:pt x="3387" y="13502"/>
                  </a:lnTo>
                  <a:lnTo>
                    <a:pt x="2387" y="13502"/>
                  </a:lnTo>
                  <a:cubicBezTo>
                    <a:pt x="1071" y="13502"/>
                    <a:pt x="1" y="14571"/>
                    <a:pt x="1" y="15888"/>
                  </a:cubicBezTo>
                  <a:lnTo>
                    <a:pt x="1" y="16098"/>
                  </a:lnTo>
                  <a:cubicBezTo>
                    <a:pt x="1" y="18268"/>
                    <a:pt x="1724" y="20044"/>
                    <a:pt x="3875" y="20126"/>
                  </a:cubicBezTo>
                  <a:lnTo>
                    <a:pt x="3918" y="20700"/>
                  </a:lnTo>
                  <a:cubicBezTo>
                    <a:pt x="4098" y="23132"/>
                    <a:pt x="5742" y="25180"/>
                    <a:pt x="7679" y="26569"/>
                  </a:cubicBezTo>
                  <a:lnTo>
                    <a:pt x="7679" y="27959"/>
                  </a:lnTo>
                  <a:cubicBezTo>
                    <a:pt x="7679" y="28684"/>
                    <a:pt x="7259" y="29355"/>
                    <a:pt x="6606" y="29667"/>
                  </a:cubicBezTo>
                  <a:lnTo>
                    <a:pt x="4677" y="30592"/>
                  </a:lnTo>
                  <a:cubicBezTo>
                    <a:pt x="4370" y="30740"/>
                    <a:pt x="4209" y="31074"/>
                    <a:pt x="4284" y="31404"/>
                  </a:cubicBezTo>
                  <a:cubicBezTo>
                    <a:pt x="4360" y="31737"/>
                    <a:pt x="4650" y="31968"/>
                    <a:pt x="4992" y="31968"/>
                  </a:cubicBezTo>
                  <a:lnTo>
                    <a:pt x="20431" y="31968"/>
                  </a:lnTo>
                  <a:cubicBezTo>
                    <a:pt x="20771" y="31968"/>
                    <a:pt x="21063" y="31737"/>
                    <a:pt x="21137" y="31404"/>
                  </a:cubicBezTo>
                  <a:cubicBezTo>
                    <a:pt x="21213" y="31073"/>
                    <a:pt x="21051" y="30740"/>
                    <a:pt x="20744" y="30592"/>
                  </a:cubicBezTo>
                  <a:lnTo>
                    <a:pt x="18817" y="29667"/>
                  </a:lnTo>
                  <a:cubicBezTo>
                    <a:pt x="18164" y="29352"/>
                    <a:pt x="17742" y="28682"/>
                    <a:pt x="17742" y="27959"/>
                  </a:cubicBezTo>
                  <a:lnTo>
                    <a:pt x="17742" y="26569"/>
                  </a:lnTo>
                  <a:cubicBezTo>
                    <a:pt x="19680" y="25181"/>
                    <a:pt x="21324" y="23132"/>
                    <a:pt x="21503" y="20700"/>
                  </a:cubicBezTo>
                  <a:lnTo>
                    <a:pt x="21546" y="20126"/>
                  </a:lnTo>
                  <a:cubicBezTo>
                    <a:pt x="23697" y="20044"/>
                    <a:pt x="25421" y="18268"/>
                    <a:pt x="25421" y="16098"/>
                  </a:cubicBezTo>
                  <a:lnTo>
                    <a:pt x="25421" y="15888"/>
                  </a:lnTo>
                  <a:cubicBezTo>
                    <a:pt x="25418" y="14573"/>
                    <a:pt x="24347" y="13502"/>
                    <a:pt x="23032" y="13502"/>
                  </a:cubicBezTo>
                  <a:lnTo>
                    <a:pt x="22031" y="13502"/>
                  </a:lnTo>
                  <a:lnTo>
                    <a:pt x="22110" y="12430"/>
                  </a:lnTo>
                  <a:cubicBezTo>
                    <a:pt x="22285" y="10053"/>
                    <a:pt x="21569" y="7735"/>
                    <a:pt x="20091" y="5877"/>
                  </a:cubicBezTo>
                  <a:cubicBezTo>
                    <a:pt x="20579" y="2838"/>
                    <a:pt x="18293" y="1"/>
                    <a:pt x="150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0"/>
            <p:cNvSpPr/>
            <p:nvPr/>
          </p:nvSpPr>
          <p:spPr>
            <a:xfrm>
              <a:off x="815986" y="3571659"/>
              <a:ext cx="60753" cy="12210"/>
            </a:xfrm>
            <a:custGeom>
              <a:rect b="b" l="l" r="r" t="t"/>
              <a:pathLst>
                <a:path extrusionOk="0" h="938" w="4667">
                  <a:moveTo>
                    <a:pt x="468" y="1"/>
                  </a:moveTo>
                  <a:cubicBezTo>
                    <a:pt x="210" y="1"/>
                    <a:pt x="0" y="210"/>
                    <a:pt x="0" y="469"/>
                  </a:cubicBezTo>
                  <a:cubicBezTo>
                    <a:pt x="0" y="727"/>
                    <a:pt x="210" y="938"/>
                    <a:pt x="468" y="938"/>
                  </a:cubicBezTo>
                  <a:lnTo>
                    <a:pt x="4199" y="938"/>
                  </a:lnTo>
                  <a:cubicBezTo>
                    <a:pt x="4457" y="938"/>
                    <a:pt x="4667" y="727"/>
                    <a:pt x="4667" y="469"/>
                  </a:cubicBezTo>
                  <a:cubicBezTo>
                    <a:pt x="4667" y="210"/>
                    <a:pt x="4457"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0"/>
            <p:cNvSpPr/>
            <p:nvPr/>
          </p:nvSpPr>
          <p:spPr>
            <a:xfrm>
              <a:off x="880802" y="3571659"/>
              <a:ext cx="76999" cy="76660"/>
            </a:xfrm>
            <a:custGeom>
              <a:rect b="b" l="l" r="r" t="t"/>
              <a:pathLst>
                <a:path extrusionOk="0" h="5889" w="5915">
                  <a:moveTo>
                    <a:pt x="2961" y="1"/>
                  </a:moveTo>
                  <a:cubicBezTo>
                    <a:pt x="2017" y="1"/>
                    <a:pt x="1246" y="770"/>
                    <a:pt x="1246" y="1715"/>
                  </a:cubicBezTo>
                  <a:lnTo>
                    <a:pt x="1246" y="4174"/>
                  </a:lnTo>
                  <a:cubicBezTo>
                    <a:pt x="1246" y="4601"/>
                    <a:pt x="898" y="4951"/>
                    <a:pt x="468" y="4951"/>
                  </a:cubicBezTo>
                  <a:cubicBezTo>
                    <a:pt x="210" y="4951"/>
                    <a:pt x="1" y="5161"/>
                    <a:pt x="1" y="5419"/>
                  </a:cubicBezTo>
                  <a:cubicBezTo>
                    <a:pt x="1" y="5677"/>
                    <a:pt x="210" y="5888"/>
                    <a:pt x="468" y="5888"/>
                  </a:cubicBezTo>
                  <a:cubicBezTo>
                    <a:pt x="1414" y="5888"/>
                    <a:pt x="2183" y="5118"/>
                    <a:pt x="2183" y="4174"/>
                  </a:cubicBezTo>
                  <a:lnTo>
                    <a:pt x="2183" y="1715"/>
                  </a:lnTo>
                  <a:cubicBezTo>
                    <a:pt x="2183" y="1286"/>
                    <a:pt x="2533" y="938"/>
                    <a:pt x="2961" y="938"/>
                  </a:cubicBezTo>
                  <a:lnTo>
                    <a:pt x="5446" y="938"/>
                  </a:lnTo>
                  <a:cubicBezTo>
                    <a:pt x="5705" y="938"/>
                    <a:pt x="5914" y="727"/>
                    <a:pt x="5914" y="469"/>
                  </a:cubicBezTo>
                  <a:cubicBezTo>
                    <a:pt x="5914" y="210"/>
                    <a:pt x="5705"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0"/>
            <p:cNvSpPr/>
            <p:nvPr/>
          </p:nvSpPr>
          <p:spPr>
            <a:xfrm>
              <a:off x="848361" y="3681216"/>
              <a:ext cx="77025" cy="12210"/>
            </a:xfrm>
            <a:custGeom>
              <a:rect b="b" l="l" r="r" t="t"/>
              <a:pathLst>
                <a:path extrusionOk="0" h="938" w="5917">
                  <a:moveTo>
                    <a:pt x="469" y="1"/>
                  </a:moveTo>
                  <a:cubicBezTo>
                    <a:pt x="211" y="1"/>
                    <a:pt x="0" y="210"/>
                    <a:pt x="0" y="468"/>
                  </a:cubicBezTo>
                  <a:cubicBezTo>
                    <a:pt x="0" y="727"/>
                    <a:pt x="211" y="938"/>
                    <a:pt x="469" y="938"/>
                  </a:cubicBezTo>
                  <a:lnTo>
                    <a:pt x="5449" y="938"/>
                  </a:lnTo>
                  <a:cubicBezTo>
                    <a:pt x="5705" y="938"/>
                    <a:pt x="5916" y="727"/>
                    <a:pt x="5916" y="468"/>
                  </a:cubicBezTo>
                  <a:cubicBezTo>
                    <a:pt x="5916" y="210"/>
                    <a:pt x="5705" y="1"/>
                    <a:pt x="544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0"/>
            <p:cNvSpPr/>
            <p:nvPr/>
          </p:nvSpPr>
          <p:spPr>
            <a:xfrm>
              <a:off x="893247" y="3419403"/>
              <a:ext cx="30552" cy="30552"/>
            </a:xfrm>
            <a:custGeom>
              <a:rect b="b" l="l" r="r" t="t"/>
              <a:pathLst>
                <a:path extrusionOk="0" h="2347" w="2347">
                  <a:moveTo>
                    <a:pt x="1879" y="1"/>
                  </a:moveTo>
                  <a:cubicBezTo>
                    <a:pt x="841" y="1"/>
                    <a:pt x="0" y="843"/>
                    <a:pt x="0" y="1877"/>
                  </a:cubicBezTo>
                  <a:cubicBezTo>
                    <a:pt x="0" y="2137"/>
                    <a:pt x="210" y="2347"/>
                    <a:pt x="468" y="2347"/>
                  </a:cubicBezTo>
                  <a:cubicBezTo>
                    <a:pt x="726" y="2347"/>
                    <a:pt x="936" y="2136"/>
                    <a:pt x="936" y="1877"/>
                  </a:cubicBezTo>
                  <a:cubicBezTo>
                    <a:pt x="936" y="1358"/>
                    <a:pt x="1359" y="936"/>
                    <a:pt x="1879" y="936"/>
                  </a:cubicBezTo>
                  <a:cubicBezTo>
                    <a:pt x="2137" y="936"/>
                    <a:pt x="2346" y="727"/>
                    <a:pt x="2346" y="468"/>
                  </a:cubicBezTo>
                  <a:cubicBezTo>
                    <a:pt x="2346" y="210"/>
                    <a:pt x="2137" y="1"/>
                    <a:pt x="18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7" name="Google Shape;6167;p70"/>
          <p:cNvGrpSpPr/>
          <p:nvPr/>
        </p:nvGrpSpPr>
        <p:grpSpPr>
          <a:xfrm>
            <a:off x="7126025" y="4186701"/>
            <a:ext cx="331387" cy="416757"/>
            <a:chOff x="7126025" y="4186701"/>
            <a:chExt cx="331387" cy="416757"/>
          </a:xfrm>
        </p:grpSpPr>
        <p:sp>
          <p:nvSpPr>
            <p:cNvPr id="6168" name="Google Shape;6168;p70"/>
            <p:cNvSpPr/>
            <p:nvPr/>
          </p:nvSpPr>
          <p:spPr>
            <a:xfrm>
              <a:off x="7401166" y="4368803"/>
              <a:ext cx="50103" cy="74196"/>
            </a:xfrm>
            <a:custGeom>
              <a:rect b="b" l="l" r="r" t="t"/>
              <a:pathLst>
                <a:path extrusionOk="0" h="5691" w="3843">
                  <a:moveTo>
                    <a:pt x="420" y="1"/>
                  </a:moveTo>
                  <a:lnTo>
                    <a:pt x="0" y="5690"/>
                  </a:lnTo>
                  <a:lnTo>
                    <a:pt x="278" y="5690"/>
                  </a:lnTo>
                  <a:cubicBezTo>
                    <a:pt x="2249" y="5690"/>
                    <a:pt x="3843" y="4094"/>
                    <a:pt x="3843" y="2127"/>
                  </a:cubicBezTo>
                  <a:lnTo>
                    <a:pt x="3843" y="1918"/>
                  </a:lnTo>
                  <a:cubicBezTo>
                    <a:pt x="3843" y="857"/>
                    <a:pt x="2983" y="1"/>
                    <a:pt x="1926" y="1"/>
                  </a:cubicBez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0"/>
            <p:cNvSpPr/>
            <p:nvPr/>
          </p:nvSpPr>
          <p:spPr>
            <a:xfrm>
              <a:off x="7132114" y="4368803"/>
              <a:ext cx="50103" cy="74196"/>
            </a:xfrm>
            <a:custGeom>
              <a:rect b="b" l="l" r="r" t="t"/>
              <a:pathLst>
                <a:path extrusionOk="0" h="5691" w="3843">
                  <a:moveTo>
                    <a:pt x="1917" y="1"/>
                  </a:moveTo>
                  <a:cubicBezTo>
                    <a:pt x="860" y="1"/>
                    <a:pt x="0" y="857"/>
                    <a:pt x="0" y="1918"/>
                  </a:cubicBezTo>
                  <a:lnTo>
                    <a:pt x="0" y="2127"/>
                  </a:lnTo>
                  <a:cubicBezTo>
                    <a:pt x="0" y="4094"/>
                    <a:pt x="1594" y="5690"/>
                    <a:pt x="3565" y="5690"/>
                  </a:cubicBezTo>
                  <a:lnTo>
                    <a:pt x="3843" y="5690"/>
                  </a:lnTo>
                  <a:lnTo>
                    <a:pt x="3423" y="1"/>
                  </a:ln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0"/>
            <p:cNvSpPr/>
            <p:nvPr/>
          </p:nvSpPr>
          <p:spPr>
            <a:xfrm>
              <a:off x="7186378" y="4529927"/>
              <a:ext cx="210621" cy="67456"/>
            </a:xfrm>
            <a:custGeom>
              <a:rect b="b" l="l" r="r" t="t"/>
              <a:pathLst>
                <a:path extrusionOk="0" h="5174" w="16155">
                  <a:moveTo>
                    <a:pt x="3517" y="0"/>
                  </a:moveTo>
                  <a:lnTo>
                    <a:pt x="3517" y="1630"/>
                  </a:lnTo>
                  <a:cubicBezTo>
                    <a:pt x="3517" y="2540"/>
                    <a:pt x="2996" y="3369"/>
                    <a:pt x="2175" y="3761"/>
                  </a:cubicBezTo>
                  <a:lnTo>
                    <a:pt x="248" y="4687"/>
                  </a:lnTo>
                  <a:cubicBezTo>
                    <a:pt x="1" y="4806"/>
                    <a:pt x="86" y="5173"/>
                    <a:pt x="358" y="5173"/>
                  </a:cubicBezTo>
                  <a:lnTo>
                    <a:pt x="15798" y="5173"/>
                  </a:lnTo>
                  <a:cubicBezTo>
                    <a:pt x="16071" y="5173"/>
                    <a:pt x="16154" y="4806"/>
                    <a:pt x="15910" y="4687"/>
                  </a:cubicBezTo>
                  <a:lnTo>
                    <a:pt x="13982" y="3761"/>
                  </a:lnTo>
                  <a:cubicBezTo>
                    <a:pt x="13162" y="3367"/>
                    <a:pt x="12640" y="2540"/>
                    <a:pt x="12640" y="1630"/>
                  </a:cubicBezTo>
                  <a:lnTo>
                    <a:pt x="12640" y="0"/>
                  </a:lnTo>
                  <a:cubicBezTo>
                    <a:pt x="11040" y="1095"/>
                    <a:pt x="9275" y="1721"/>
                    <a:pt x="8078" y="1721"/>
                  </a:cubicBezTo>
                  <a:cubicBezTo>
                    <a:pt x="6881" y="1721"/>
                    <a:pt x="5115" y="1095"/>
                    <a:pt x="3517" y="0"/>
                  </a:cubicBez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0"/>
            <p:cNvSpPr/>
            <p:nvPr/>
          </p:nvSpPr>
          <p:spPr>
            <a:xfrm>
              <a:off x="7170198" y="4222895"/>
              <a:ext cx="242941" cy="329445"/>
            </a:xfrm>
            <a:custGeom>
              <a:rect b="b" l="l" r="r" t="t"/>
              <a:pathLst>
                <a:path extrusionOk="0" h="25269" w="18634">
                  <a:moveTo>
                    <a:pt x="9318" y="1"/>
                  </a:moveTo>
                  <a:cubicBezTo>
                    <a:pt x="4110" y="1"/>
                    <a:pt x="1" y="4423"/>
                    <a:pt x="384" y="9616"/>
                  </a:cubicBezTo>
                  <a:lnTo>
                    <a:pt x="994" y="17887"/>
                  </a:lnTo>
                  <a:cubicBezTo>
                    <a:pt x="1314" y="22248"/>
                    <a:pt x="6690" y="25268"/>
                    <a:pt x="9318" y="25268"/>
                  </a:cubicBezTo>
                  <a:cubicBezTo>
                    <a:pt x="11945" y="25268"/>
                    <a:pt x="17320" y="22245"/>
                    <a:pt x="17642" y="17887"/>
                  </a:cubicBezTo>
                  <a:lnTo>
                    <a:pt x="18252" y="9616"/>
                  </a:lnTo>
                  <a:cubicBezTo>
                    <a:pt x="18633" y="4423"/>
                    <a:pt x="14525" y="1"/>
                    <a:pt x="9318" y="1"/>
                  </a:cubicBez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0"/>
            <p:cNvSpPr/>
            <p:nvPr/>
          </p:nvSpPr>
          <p:spPr>
            <a:xfrm>
              <a:off x="7234071" y="4228318"/>
              <a:ext cx="178184" cy="324021"/>
            </a:xfrm>
            <a:custGeom>
              <a:rect b="b" l="l" r="r" t="t"/>
              <a:pathLst>
                <a:path extrusionOk="0" h="24853" w="13667">
                  <a:moveTo>
                    <a:pt x="7124" y="1"/>
                  </a:moveTo>
                  <a:lnTo>
                    <a:pt x="7124" y="1"/>
                  </a:lnTo>
                  <a:cubicBezTo>
                    <a:pt x="9573" y="1751"/>
                    <a:pt x="11094" y="4702"/>
                    <a:pt x="10856" y="7952"/>
                  </a:cubicBezTo>
                  <a:lnTo>
                    <a:pt x="10246" y="16223"/>
                  </a:lnTo>
                  <a:cubicBezTo>
                    <a:pt x="9925" y="20583"/>
                    <a:pt x="4549" y="23604"/>
                    <a:pt x="1922" y="23604"/>
                  </a:cubicBezTo>
                  <a:cubicBezTo>
                    <a:pt x="1377" y="23604"/>
                    <a:pt x="712" y="23472"/>
                    <a:pt x="1" y="23228"/>
                  </a:cubicBezTo>
                  <a:lnTo>
                    <a:pt x="1" y="23228"/>
                  </a:lnTo>
                  <a:cubicBezTo>
                    <a:pt x="1562" y="24264"/>
                    <a:pt x="3258" y="24852"/>
                    <a:pt x="4420" y="24852"/>
                  </a:cubicBezTo>
                  <a:cubicBezTo>
                    <a:pt x="7048" y="24852"/>
                    <a:pt x="12424" y="21829"/>
                    <a:pt x="12744" y="17471"/>
                  </a:cubicBezTo>
                  <a:lnTo>
                    <a:pt x="13354" y="9200"/>
                  </a:lnTo>
                  <a:cubicBezTo>
                    <a:pt x="13667" y="4951"/>
                    <a:pt x="10969" y="1215"/>
                    <a:pt x="7124"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0"/>
            <p:cNvSpPr/>
            <p:nvPr/>
          </p:nvSpPr>
          <p:spPr>
            <a:xfrm>
              <a:off x="7229938" y="4280835"/>
              <a:ext cx="154377" cy="65657"/>
            </a:xfrm>
            <a:custGeom>
              <a:rect b="b" l="l" r="r" t="t"/>
              <a:pathLst>
                <a:path extrusionOk="0" h="5036" w="11841">
                  <a:moveTo>
                    <a:pt x="10197" y="1"/>
                  </a:moveTo>
                  <a:lnTo>
                    <a:pt x="7444" y="2754"/>
                  </a:lnTo>
                  <a:cubicBezTo>
                    <a:pt x="7388" y="2811"/>
                    <a:pt x="7314" y="2839"/>
                    <a:pt x="7239" y="2839"/>
                  </a:cubicBezTo>
                  <a:cubicBezTo>
                    <a:pt x="7165" y="2839"/>
                    <a:pt x="7091" y="2811"/>
                    <a:pt x="7033" y="2754"/>
                  </a:cubicBezTo>
                  <a:lnTo>
                    <a:pt x="4864" y="585"/>
                  </a:lnTo>
                  <a:cubicBezTo>
                    <a:pt x="4807" y="528"/>
                    <a:pt x="4733" y="500"/>
                    <a:pt x="4658" y="500"/>
                  </a:cubicBezTo>
                  <a:cubicBezTo>
                    <a:pt x="4584" y="500"/>
                    <a:pt x="4509" y="528"/>
                    <a:pt x="4452" y="585"/>
                  </a:cubicBezTo>
                  <a:lnTo>
                    <a:pt x="1" y="5036"/>
                  </a:lnTo>
                  <a:lnTo>
                    <a:pt x="10854" y="5036"/>
                  </a:lnTo>
                  <a:cubicBezTo>
                    <a:pt x="11404" y="5036"/>
                    <a:pt x="11840" y="4569"/>
                    <a:pt x="11804" y="4021"/>
                  </a:cubicBezTo>
                  <a:cubicBezTo>
                    <a:pt x="11708" y="2545"/>
                    <a:pt x="11153" y="1153"/>
                    <a:pt x="1019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0"/>
            <p:cNvSpPr/>
            <p:nvPr/>
          </p:nvSpPr>
          <p:spPr>
            <a:xfrm>
              <a:off x="7229951" y="4280835"/>
              <a:ext cx="154377" cy="65644"/>
            </a:xfrm>
            <a:custGeom>
              <a:rect b="b" l="l" r="r" t="t"/>
              <a:pathLst>
                <a:path extrusionOk="0" h="5035" w="11841">
                  <a:moveTo>
                    <a:pt x="10196" y="1"/>
                  </a:moveTo>
                  <a:lnTo>
                    <a:pt x="9017" y="1182"/>
                  </a:lnTo>
                  <a:cubicBezTo>
                    <a:pt x="9174" y="1694"/>
                    <a:pt x="9271" y="2228"/>
                    <a:pt x="9308" y="2770"/>
                  </a:cubicBezTo>
                  <a:cubicBezTo>
                    <a:pt x="9344" y="3320"/>
                    <a:pt x="8909" y="3786"/>
                    <a:pt x="8358" y="3786"/>
                  </a:cubicBezTo>
                  <a:lnTo>
                    <a:pt x="1249" y="3786"/>
                  </a:lnTo>
                  <a:lnTo>
                    <a:pt x="1" y="5034"/>
                  </a:lnTo>
                  <a:lnTo>
                    <a:pt x="10855" y="5034"/>
                  </a:lnTo>
                  <a:cubicBezTo>
                    <a:pt x="10856" y="5034"/>
                    <a:pt x="10856" y="5034"/>
                    <a:pt x="10857" y="5034"/>
                  </a:cubicBezTo>
                  <a:cubicBezTo>
                    <a:pt x="11407" y="5034"/>
                    <a:pt x="11841" y="4569"/>
                    <a:pt x="11805" y="4021"/>
                  </a:cubicBezTo>
                  <a:cubicBezTo>
                    <a:pt x="11707" y="2545"/>
                    <a:pt x="11152" y="1153"/>
                    <a:pt x="10196"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0"/>
            <p:cNvSpPr/>
            <p:nvPr/>
          </p:nvSpPr>
          <p:spPr>
            <a:xfrm>
              <a:off x="7199481" y="4192777"/>
              <a:ext cx="230542" cy="153712"/>
            </a:xfrm>
            <a:custGeom>
              <a:rect b="b" l="l" r="r" t="t"/>
              <a:pathLst>
                <a:path extrusionOk="0" h="11790" w="17683">
                  <a:moveTo>
                    <a:pt x="17603" y="1"/>
                  </a:moveTo>
                  <a:cubicBezTo>
                    <a:pt x="17599" y="1"/>
                    <a:pt x="17595" y="1"/>
                    <a:pt x="17591" y="2"/>
                  </a:cubicBezTo>
                  <a:lnTo>
                    <a:pt x="12984" y="659"/>
                  </a:lnTo>
                  <a:cubicBezTo>
                    <a:pt x="12925" y="668"/>
                    <a:pt x="12899" y="741"/>
                    <a:pt x="12942" y="784"/>
                  </a:cubicBezTo>
                  <a:lnTo>
                    <a:pt x="14030" y="1871"/>
                  </a:lnTo>
                  <a:cubicBezTo>
                    <a:pt x="14074" y="1916"/>
                    <a:pt x="14076" y="1989"/>
                    <a:pt x="14030" y="2036"/>
                  </a:cubicBezTo>
                  <a:lnTo>
                    <a:pt x="9780" y="6285"/>
                  </a:lnTo>
                  <a:cubicBezTo>
                    <a:pt x="9724" y="6342"/>
                    <a:pt x="9649" y="6370"/>
                    <a:pt x="9575" y="6370"/>
                  </a:cubicBezTo>
                  <a:cubicBezTo>
                    <a:pt x="9500" y="6370"/>
                    <a:pt x="9426" y="6342"/>
                    <a:pt x="9369" y="6285"/>
                  </a:cubicBezTo>
                  <a:lnTo>
                    <a:pt x="7200" y="4114"/>
                  </a:lnTo>
                  <a:cubicBezTo>
                    <a:pt x="7143" y="4058"/>
                    <a:pt x="7069" y="4030"/>
                    <a:pt x="6994" y="4030"/>
                  </a:cubicBezTo>
                  <a:cubicBezTo>
                    <a:pt x="6920" y="4030"/>
                    <a:pt x="6845" y="4058"/>
                    <a:pt x="6788" y="4114"/>
                  </a:cubicBezTo>
                  <a:lnTo>
                    <a:pt x="0" y="10902"/>
                  </a:lnTo>
                  <a:cubicBezTo>
                    <a:pt x="33" y="11394"/>
                    <a:pt x="444" y="11790"/>
                    <a:pt x="952" y="11790"/>
                  </a:cubicBezTo>
                  <a:lnTo>
                    <a:pt x="2337" y="11790"/>
                  </a:lnTo>
                  <a:lnTo>
                    <a:pt x="6788" y="7339"/>
                  </a:lnTo>
                  <a:cubicBezTo>
                    <a:pt x="6844" y="7282"/>
                    <a:pt x="6919" y="7254"/>
                    <a:pt x="6993" y="7254"/>
                  </a:cubicBezTo>
                  <a:cubicBezTo>
                    <a:pt x="7067" y="7254"/>
                    <a:pt x="7142" y="7282"/>
                    <a:pt x="7200" y="7339"/>
                  </a:cubicBezTo>
                  <a:lnTo>
                    <a:pt x="9369" y="9508"/>
                  </a:lnTo>
                  <a:cubicBezTo>
                    <a:pt x="9426" y="9565"/>
                    <a:pt x="9500" y="9593"/>
                    <a:pt x="9574" y="9593"/>
                  </a:cubicBezTo>
                  <a:cubicBezTo>
                    <a:pt x="9648" y="9593"/>
                    <a:pt x="9722" y="9565"/>
                    <a:pt x="9780" y="9508"/>
                  </a:cubicBezTo>
                  <a:lnTo>
                    <a:pt x="15640" y="3648"/>
                  </a:lnTo>
                  <a:cubicBezTo>
                    <a:pt x="15662" y="3626"/>
                    <a:pt x="15692" y="3615"/>
                    <a:pt x="15722" y="3615"/>
                  </a:cubicBezTo>
                  <a:cubicBezTo>
                    <a:pt x="15752" y="3615"/>
                    <a:pt x="15783" y="3626"/>
                    <a:pt x="15805" y="3648"/>
                  </a:cubicBezTo>
                  <a:lnTo>
                    <a:pt x="16892" y="4736"/>
                  </a:lnTo>
                  <a:cubicBezTo>
                    <a:pt x="16907" y="4750"/>
                    <a:pt x="16926" y="4757"/>
                    <a:pt x="16944" y="4757"/>
                  </a:cubicBezTo>
                  <a:cubicBezTo>
                    <a:pt x="16978" y="4757"/>
                    <a:pt x="17012" y="4733"/>
                    <a:pt x="17017" y="4694"/>
                  </a:cubicBezTo>
                  <a:lnTo>
                    <a:pt x="17675" y="86"/>
                  </a:lnTo>
                  <a:cubicBezTo>
                    <a:pt x="17682" y="40"/>
                    <a:pt x="17648" y="1"/>
                    <a:pt x="176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0"/>
            <p:cNvSpPr/>
            <p:nvPr/>
          </p:nvSpPr>
          <p:spPr>
            <a:xfrm>
              <a:off x="7199468" y="4247445"/>
              <a:ext cx="87521" cy="87547"/>
            </a:xfrm>
            <a:custGeom>
              <a:rect b="b" l="l" r="r" t="t"/>
              <a:pathLst>
                <a:path extrusionOk="0" h="6715" w="6713">
                  <a:moveTo>
                    <a:pt x="6713" y="0"/>
                  </a:moveTo>
                  <a:cubicBezTo>
                    <a:pt x="4859" y="92"/>
                    <a:pt x="3157" y="883"/>
                    <a:pt x="1883" y="2253"/>
                  </a:cubicBezTo>
                  <a:cubicBezTo>
                    <a:pt x="761" y="3463"/>
                    <a:pt x="112" y="4971"/>
                    <a:pt x="4" y="6582"/>
                  </a:cubicBezTo>
                  <a:cubicBezTo>
                    <a:pt x="0" y="6627"/>
                    <a:pt x="0" y="6671"/>
                    <a:pt x="4" y="6714"/>
                  </a:cubicBezTo>
                  <a:lnTo>
                    <a:pt x="4" y="6709"/>
                  </a:lnTo>
                  <a:lnTo>
                    <a:pt x="671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0"/>
            <p:cNvSpPr/>
            <p:nvPr/>
          </p:nvSpPr>
          <p:spPr>
            <a:xfrm>
              <a:off x="7294293" y="4247354"/>
              <a:ext cx="46218" cy="28487"/>
            </a:xfrm>
            <a:custGeom>
              <a:rect b="b" l="l" r="r" t="t"/>
              <a:pathLst>
                <a:path extrusionOk="0" h="2185" w="3545">
                  <a:moveTo>
                    <a:pt x="1" y="0"/>
                  </a:moveTo>
                  <a:lnTo>
                    <a:pt x="2099" y="2099"/>
                  </a:lnTo>
                  <a:cubicBezTo>
                    <a:pt x="2155" y="2156"/>
                    <a:pt x="2229" y="2184"/>
                    <a:pt x="2304" y="2184"/>
                  </a:cubicBezTo>
                  <a:cubicBezTo>
                    <a:pt x="2378" y="2184"/>
                    <a:pt x="2452" y="2156"/>
                    <a:pt x="2508" y="2099"/>
                  </a:cubicBezTo>
                  <a:lnTo>
                    <a:pt x="3545" y="1062"/>
                  </a:lnTo>
                  <a:cubicBezTo>
                    <a:pt x="2490" y="402"/>
                    <a:pt x="1279" y="34"/>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0"/>
            <p:cNvSpPr/>
            <p:nvPr/>
          </p:nvSpPr>
          <p:spPr>
            <a:xfrm>
              <a:off x="7315937" y="4250496"/>
              <a:ext cx="24576" cy="17887"/>
            </a:xfrm>
            <a:custGeom>
              <a:rect b="b" l="l" r="r" t="t"/>
              <a:pathLst>
                <a:path extrusionOk="0" h="1372" w="1885">
                  <a:moveTo>
                    <a:pt x="1" y="0"/>
                  </a:moveTo>
                  <a:lnTo>
                    <a:pt x="1" y="0"/>
                  </a:lnTo>
                  <a:cubicBezTo>
                    <a:pt x="515" y="410"/>
                    <a:pt x="961" y="871"/>
                    <a:pt x="1334" y="1372"/>
                  </a:cubicBezTo>
                  <a:lnTo>
                    <a:pt x="1885" y="821"/>
                  </a:lnTo>
                  <a:cubicBezTo>
                    <a:pt x="1300" y="455"/>
                    <a:pt x="667" y="179"/>
                    <a:pt x="1"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0"/>
            <p:cNvSpPr/>
            <p:nvPr/>
          </p:nvSpPr>
          <p:spPr>
            <a:xfrm>
              <a:off x="7126025" y="4186701"/>
              <a:ext cx="331387" cy="416757"/>
            </a:xfrm>
            <a:custGeom>
              <a:rect b="b" l="l" r="r" t="t"/>
              <a:pathLst>
                <a:path extrusionOk="0" h="31966" w="25418">
                  <a:moveTo>
                    <a:pt x="14204" y="5288"/>
                  </a:moveTo>
                  <a:lnTo>
                    <a:pt x="14204" y="5288"/>
                  </a:lnTo>
                  <a:cubicBezTo>
                    <a:pt x="14716" y="5404"/>
                    <a:pt x="15215" y="5583"/>
                    <a:pt x="15683" y="5820"/>
                  </a:cubicBezTo>
                  <a:lnTo>
                    <a:pt x="15210" y="6294"/>
                  </a:lnTo>
                  <a:lnTo>
                    <a:pt x="14204" y="5288"/>
                  </a:lnTo>
                  <a:close/>
                  <a:moveTo>
                    <a:pt x="22773" y="1003"/>
                  </a:moveTo>
                  <a:lnTo>
                    <a:pt x="22301" y="4308"/>
                  </a:lnTo>
                  <a:lnTo>
                    <a:pt x="21773" y="3780"/>
                  </a:lnTo>
                  <a:cubicBezTo>
                    <a:pt x="21659" y="3666"/>
                    <a:pt x="21509" y="3608"/>
                    <a:pt x="21359" y="3608"/>
                  </a:cubicBezTo>
                  <a:cubicBezTo>
                    <a:pt x="21209" y="3608"/>
                    <a:pt x="21059" y="3666"/>
                    <a:pt x="20945" y="3780"/>
                  </a:cubicBezTo>
                  <a:cubicBezTo>
                    <a:pt x="18050" y="6675"/>
                    <a:pt x="16694" y="8032"/>
                    <a:pt x="16160" y="8566"/>
                  </a:cubicBezTo>
                  <a:lnTo>
                    <a:pt x="16160" y="8566"/>
                  </a:lnTo>
                  <a:cubicBezTo>
                    <a:pt x="15905" y="8821"/>
                    <a:pt x="15592" y="9135"/>
                    <a:pt x="15210" y="9516"/>
                  </a:cubicBezTo>
                  <a:lnTo>
                    <a:pt x="13165" y="7472"/>
                  </a:lnTo>
                  <a:cubicBezTo>
                    <a:pt x="13017" y="7324"/>
                    <a:pt x="12823" y="7250"/>
                    <a:pt x="12629" y="7250"/>
                  </a:cubicBezTo>
                  <a:cubicBezTo>
                    <a:pt x="12435" y="7250"/>
                    <a:pt x="12240" y="7324"/>
                    <a:pt x="12092" y="7472"/>
                  </a:cubicBezTo>
                  <a:lnTo>
                    <a:pt x="7778" y="11787"/>
                  </a:lnTo>
                  <a:lnTo>
                    <a:pt x="6587" y="11787"/>
                  </a:lnTo>
                  <a:cubicBezTo>
                    <a:pt x="6398" y="11787"/>
                    <a:pt x="6230" y="11675"/>
                    <a:pt x="6151" y="11514"/>
                  </a:cubicBezTo>
                  <a:lnTo>
                    <a:pt x="7597" y="10067"/>
                  </a:lnTo>
                  <a:cubicBezTo>
                    <a:pt x="7780" y="9885"/>
                    <a:pt x="7780" y="9588"/>
                    <a:pt x="7597" y="9406"/>
                  </a:cubicBezTo>
                  <a:cubicBezTo>
                    <a:pt x="7506" y="9314"/>
                    <a:pt x="7386" y="9268"/>
                    <a:pt x="7266" y="9268"/>
                  </a:cubicBezTo>
                  <a:cubicBezTo>
                    <a:pt x="7146" y="9268"/>
                    <a:pt x="7027" y="9314"/>
                    <a:pt x="6936" y="9406"/>
                  </a:cubicBezTo>
                  <a:lnTo>
                    <a:pt x="6306" y="10036"/>
                  </a:lnTo>
                  <a:cubicBezTo>
                    <a:pt x="6881" y="7840"/>
                    <a:pt x="8646" y="5958"/>
                    <a:pt x="11005" y="5336"/>
                  </a:cubicBezTo>
                  <a:lnTo>
                    <a:pt x="11005" y="5336"/>
                  </a:lnTo>
                  <a:lnTo>
                    <a:pt x="8497" y="7843"/>
                  </a:lnTo>
                  <a:cubicBezTo>
                    <a:pt x="8315" y="8027"/>
                    <a:pt x="8315" y="8323"/>
                    <a:pt x="8497" y="8505"/>
                  </a:cubicBezTo>
                  <a:cubicBezTo>
                    <a:pt x="8589" y="8597"/>
                    <a:pt x="8709" y="8643"/>
                    <a:pt x="8829" y="8643"/>
                  </a:cubicBezTo>
                  <a:cubicBezTo>
                    <a:pt x="8948" y="8643"/>
                    <a:pt x="9068" y="8597"/>
                    <a:pt x="9160" y="8505"/>
                  </a:cubicBezTo>
                  <a:lnTo>
                    <a:pt x="12630" y="5035"/>
                  </a:lnTo>
                  <a:lnTo>
                    <a:pt x="14675" y="7080"/>
                  </a:lnTo>
                  <a:cubicBezTo>
                    <a:pt x="14822" y="7227"/>
                    <a:pt x="15016" y="7302"/>
                    <a:pt x="15211" y="7302"/>
                  </a:cubicBezTo>
                  <a:cubicBezTo>
                    <a:pt x="15405" y="7302"/>
                    <a:pt x="15599" y="7228"/>
                    <a:pt x="15748" y="7080"/>
                  </a:cubicBezTo>
                  <a:lnTo>
                    <a:pt x="19997" y="2830"/>
                  </a:lnTo>
                  <a:cubicBezTo>
                    <a:pt x="20225" y="2603"/>
                    <a:pt x="20225" y="2231"/>
                    <a:pt x="19997" y="2003"/>
                  </a:cubicBezTo>
                  <a:lnTo>
                    <a:pt x="19467" y="1474"/>
                  </a:lnTo>
                  <a:lnTo>
                    <a:pt x="22773" y="1003"/>
                  </a:lnTo>
                  <a:close/>
                  <a:moveTo>
                    <a:pt x="3453" y="14437"/>
                  </a:moveTo>
                  <a:lnTo>
                    <a:pt x="3803" y="19181"/>
                  </a:lnTo>
                  <a:cubicBezTo>
                    <a:pt x="2202" y="19064"/>
                    <a:pt x="935" y="17723"/>
                    <a:pt x="935" y="16094"/>
                  </a:cubicBezTo>
                  <a:lnTo>
                    <a:pt x="935" y="15885"/>
                  </a:lnTo>
                  <a:cubicBezTo>
                    <a:pt x="935" y="15087"/>
                    <a:pt x="1585" y="14437"/>
                    <a:pt x="2383" y="14437"/>
                  </a:cubicBezTo>
                  <a:close/>
                  <a:moveTo>
                    <a:pt x="23030" y="14437"/>
                  </a:moveTo>
                  <a:cubicBezTo>
                    <a:pt x="23828" y="14437"/>
                    <a:pt x="24478" y="15087"/>
                    <a:pt x="24478" y="15885"/>
                  </a:cubicBezTo>
                  <a:lnTo>
                    <a:pt x="24478" y="16094"/>
                  </a:lnTo>
                  <a:cubicBezTo>
                    <a:pt x="24478" y="17724"/>
                    <a:pt x="23211" y="19064"/>
                    <a:pt x="21610" y="19181"/>
                  </a:cubicBezTo>
                  <a:lnTo>
                    <a:pt x="21960" y="14437"/>
                  </a:lnTo>
                  <a:close/>
                  <a:moveTo>
                    <a:pt x="16801" y="27176"/>
                  </a:moveTo>
                  <a:lnTo>
                    <a:pt x="16801" y="27955"/>
                  </a:lnTo>
                  <a:cubicBezTo>
                    <a:pt x="16801" y="29037"/>
                    <a:pt x="17432" y="30040"/>
                    <a:pt x="18408" y="30508"/>
                  </a:cubicBezTo>
                  <a:lnTo>
                    <a:pt x="19493" y="31029"/>
                  </a:lnTo>
                  <a:lnTo>
                    <a:pt x="5920" y="31029"/>
                  </a:lnTo>
                  <a:lnTo>
                    <a:pt x="7005" y="30508"/>
                  </a:lnTo>
                  <a:cubicBezTo>
                    <a:pt x="7981" y="30040"/>
                    <a:pt x="8612" y="29037"/>
                    <a:pt x="8612" y="27955"/>
                  </a:cubicBezTo>
                  <a:lnTo>
                    <a:pt x="8612" y="27176"/>
                  </a:lnTo>
                  <a:cubicBezTo>
                    <a:pt x="10073" y="28033"/>
                    <a:pt x="11589" y="28514"/>
                    <a:pt x="12706" y="28514"/>
                  </a:cubicBezTo>
                  <a:cubicBezTo>
                    <a:pt x="13842" y="28514"/>
                    <a:pt x="15355" y="28024"/>
                    <a:pt x="16801" y="27176"/>
                  </a:cubicBezTo>
                  <a:close/>
                  <a:moveTo>
                    <a:pt x="23238" y="0"/>
                  </a:moveTo>
                  <a:cubicBezTo>
                    <a:pt x="23213" y="0"/>
                    <a:pt x="23187" y="2"/>
                    <a:pt x="23161" y="6"/>
                  </a:cubicBezTo>
                  <a:lnTo>
                    <a:pt x="18553" y="661"/>
                  </a:lnTo>
                  <a:cubicBezTo>
                    <a:pt x="18111" y="725"/>
                    <a:pt x="17930" y="1266"/>
                    <a:pt x="18246" y="1581"/>
                  </a:cubicBezTo>
                  <a:lnTo>
                    <a:pt x="19086" y="2421"/>
                  </a:lnTo>
                  <a:lnTo>
                    <a:pt x="17742" y="3765"/>
                  </a:lnTo>
                  <a:cubicBezTo>
                    <a:pt x="16222" y="2802"/>
                    <a:pt x="14463" y="2309"/>
                    <a:pt x="12695" y="2309"/>
                  </a:cubicBezTo>
                  <a:cubicBezTo>
                    <a:pt x="10201" y="2309"/>
                    <a:pt x="7689" y="3291"/>
                    <a:pt x="5804" y="5319"/>
                  </a:cubicBezTo>
                  <a:cubicBezTo>
                    <a:pt x="4000" y="7261"/>
                    <a:pt x="3115" y="9786"/>
                    <a:pt x="3308" y="12428"/>
                  </a:cubicBezTo>
                  <a:lnTo>
                    <a:pt x="3387" y="13501"/>
                  </a:lnTo>
                  <a:lnTo>
                    <a:pt x="2386" y="13501"/>
                  </a:lnTo>
                  <a:cubicBezTo>
                    <a:pt x="1071" y="13501"/>
                    <a:pt x="1" y="14570"/>
                    <a:pt x="1" y="15886"/>
                  </a:cubicBezTo>
                  <a:lnTo>
                    <a:pt x="1" y="16096"/>
                  </a:lnTo>
                  <a:cubicBezTo>
                    <a:pt x="1" y="18267"/>
                    <a:pt x="1724" y="20042"/>
                    <a:pt x="3875" y="20125"/>
                  </a:cubicBezTo>
                  <a:lnTo>
                    <a:pt x="3918" y="20699"/>
                  </a:lnTo>
                  <a:cubicBezTo>
                    <a:pt x="4098" y="23131"/>
                    <a:pt x="5742" y="25177"/>
                    <a:pt x="7679" y="26568"/>
                  </a:cubicBezTo>
                  <a:lnTo>
                    <a:pt x="7679" y="27958"/>
                  </a:lnTo>
                  <a:cubicBezTo>
                    <a:pt x="7679" y="28683"/>
                    <a:pt x="7259" y="29353"/>
                    <a:pt x="6606" y="29666"/>
                  </a:cubicBezTo>
                  <a:lnTo>
                    <a:pt x="4677" y="30591"/>
                  </a:lnTo>
                  <a:cubicBezTo>
                    <a:pt x="4370" y="30738"/>
                    <a:pt x="4210" y="31073"/>
                    <a:pt x="4284" y="31403"/>
                  </a:cubicBezTo>
                  <a:cubicBezTo>
                    <a:pt x="4360" y="31735"/>
                    <a:pt x="4650" y="31966"/>
                    <a:pt x="4992" y="31966"/>
                  </a:cubicBezTo>
                  <a:lnTo>
                    <a:pt x="20430" y="31966"/>
                  </a:lnTo>
                  <a:cubicBezTo>
                    <a:pt x="20772" y="31966"/>
                    <a:pt x="21060" y="31735"/>
                    <a:pt x="21137" y="31403"/>
                  </a:cubicBezTo>
                  <a:cubicBezTo>
                    <a:pt x="21214" y="31072"/>
                    <a:pt x="21051" y="30738"/>
                    <a:pt x="20744" y="30591"/>
                  </a:cubicBezTo>
                  <a:lnTo>
                    <a:pt x="18816" y="29666"/>
                  </a:lnTo>
                  <a:cubicBezTo>
                    <a:pt x="18164" y="29352"/>
                    <a:pt x="17742" y="28680"/>
                    <a:pt x="17742" y="27958"/>
                  </a:cubicBezTo>
                  <a:lnTo>
                    <a:pt x="17742" y="26566"/>
                  </a:lnTo>
                  <a:cubicBezTo>
                    <a:pt x="18720" y="25866"/>
                    <a:pt x="19618" y="25004"/>
                    <a:pt x="20287" y="24022"/>
                  </a:cubicBezTo>
                  <a:cubicBezTo>
                    <a:pt x="20433" y="23808"/>
                    <a:pt x="20377" y="23517"/>
                    <a:pt x="20163" y="23371"/>
                  </a:cubicBezTo>
                  <a:cubicBezTo>
                    <a:pt x="20083" y="23316"/>
                    <a:pt x="19992" y="23290"/>
                    <a:pt x="19901" y="23290"/>
                  </a:cubicBezTo>
                  <a:cubicBezTo>
                    <a:pt x="19751" y="23290"/>
                    <a:pt x="19604" y="23362"/>
                    <a:pt x="19513" y="23494"/>
                  </a:cubicBezTo>
                  <a:cubicBezTo>
                    <a:pt x="17873" y="25898"/>
                    <a:pt x="14613" y="27575"/>
                    <a:pt x="12712" y="27575"/>
                  </a:cubicBezTo>
                  <a:cubicBezTo>
                    <a:pt x="10067" y="27575"/>
                    <a:pt x="5142" y="24533"/>
                    <a:pt x="4852" y="20627"/>
                  </a:cubicBezTo>
                  <a:cubicBezTo>
                    <a:pt x="4773" y="19554"/>
                    <a:pt x="4706" y="18646"/>
                    <a:pt x="4650" y="17883"/>
                  </a:cubicBezTo>
                  <a:lnTo>
                    <a:pt x="4650" y="17883"/>
                  </a:lnTo>
                  <a:cubicBezTo>
                    <a:pt x="4693" y="18456"/>
                    <a:pt x="4710" y="18689"/>
                    <a:pt x="4710" y="18689"/>
                  </a:cubicBezTo>
                  <a:cubicBezTo>
                    <a:pt x="4710" y="18689"/>
                    <a:pt x="4390" y="14341"/>
                    <a:pt x="4389" y="14340"/>
                  </a:cubicBezTo>
                  <a:lnTo>
                    <a:pt x="4389" y="14340"/>
                  </a:lnTo>
                  <a:cubicBezTo>
                    <a:pt x="4389" y="14340"/>
                    <a:pt x="4456" y="15246"/>
                    <a:pt x="4650" y="17883"/>
                  </a:cubicBezTo>
                  <a:lnTo>
                    <a:pt x="4650" y="17883"/>
                  </a:lnTo>
                  <a:cubicBezTo>
                    <a:pt x="4585" y="16994"/>
                    <a:pt x="4459" y="15286"/>
                    <a:pt x="4243" y="12356"/>
                  </a:cubicBezTo>
                  <a:cubicBezTo>
                    <a:pt x="4067" y="9976"/>
                    <a:pt x="4865" y="7704"/>
                    <a:pt x="6490" y="5955"/>
                  </a:cubicBezTo>
                  <a:cubicBezTo>
                    <a:pt x="8185" y="4130"/>
                    <a:pt x="10451" y="3242"/>
                    <a:pt x="12701" y="3242"/>
                  </a:cubicBezTo>
                  <a:cubicBezTo>
                    <a:pt x="14222" y="3242"/>
                    <a:pt x="15736" y="3648"/>
                    <a:pt x="17062" y="4443"/>
                  </a:cubicBezTo>
                  <a:lnTo>
                    <a:pt x="16379" y="5126"/>
                  </a:lnTo>
                  <a:cubicBezTo>
                    <a:pt x="15382" y="4570"/>
                    <a:pt x="14260" y="4250"/>
                    <a:pt x="13103" y="4191"/>
                  </a:cubicBezTo>
                  <a:cubicBezTo>
                    <a:pt x="12966" y="4082"/>
                    <a:pt x="12799" y="4028"/>
                    <a:pt x="12632" y="4028"/>
                  </a:cubicBezTo>
                  <a:cubicBezTo>
                    <a:pt x="12460" y="4028"/>
                    <a:pt x="12287" y="4086"/>
                    <a:pt x="12148" y="4203"/>
                  </a:cubicBezTo>
                  <a:cubicBezTo>
                    <a:pt x="8384" y="4476"/>
                    <a:pt x="5419" y="7505"/>
                    <a:pt x="5174" y="11210"/>
                  </a:cubicBezTo>
                  <a:cubicBezTo>
                    <a:pt x="5172" y="11243"/>
                    <a:pt x="5172" y="11274"/>
                    <a:pt x="5178" y="11306"/>
                  </a:cubicBezTo>
                  <a:cubicBezTo>
                    <a:pt x="5174" y="11336"/>
                    <a:pt x="5172" y="11368"/>
                    <a:pt x="5174" y="11399"/>
                  </a:cubicBezTo>
                  <a:cubicBezTo>
                    <a:pt x="5223" y="12141"/>
                    <a:pt x="5844" y="12724"/>
                    <a:pt x="6590" y="12724"/>
                  </a:cubicBezTo>
                  <a:lnTo>
                    <a:pt x="13491" y="12724"/>
                  </a:lnTo>
                  <a:cubicBezTo>
                    <a:pt x="13749" y="12724"/>
                    <a:pt x="13960" y="12514"/>
                    <a:pt x="13960" y="12256"/>
                  </a:cubicBezTo>
                  <a:cubicBezTo>
                    <a:pt x="13960" y="11997"/>
                    <a:pt x="13749" y="11788"/>
                    <a:pt x="13491" y="11788"/>
                  </a:cubicBezTo>
                  <a:lnTo>
                    <a:pt x="9103" y="11788"/>
                  </a:lnTo>
                  <a:lnTo>
                    <a:pt x="12628" y="8261"/>
                  </a:lnTo>
                  <a:lnTo>
                    <a:pt x="14673" y="10306"/>
                  </a:lnTo>
                  <a:cubicBezTo>
                    <a:pt x="14821" y="10453"/>
                    <a:pt x="15015" y="10527"/>
                    <a:pt x="15209" y="10527"/>
                  </a:cubicBezTo>
                  <a:cubicBezTo>
                    <a:pt x="15403" y="10527"/>
                    <a:pt x="15598" y="10453"/>
                    <a:pt x="15746" y="10306"/>
                  </a:cubicBezTo>
                  <a:lnTo>
                    <a:pt x="18123" y="7929"/>
                  </a:lnTo>
                  <a:cubicBezTo>
                    <a:pt x="18820" y="8915"/>
                    <a:pt x="19229" y="10062"/>
                    <a:pt x="19309" y="11271"/>
                  </a:cubicBezTo>
                  <a:cubicBezTo>
                    <a:pt x="19328" y="11551"/>
                    <a:pt x="19107" y="11785"/>
                    <a:pt x="18827" y="11785"/>
                  </a:cubicBezTo>
                  <a:lnTo>
                    <a:pt x="15675" y="11785"/>
                  </a:lnTo>
                  <a:cubicBezTo>
                    <a:pt x="15416" y="11785"/>
                    <a:pt x="15205" y="11996"/>
                    <a:pt x="15205" y="12254"/>
                  </a:cubicBezTo>
                  <a:cubicBezTo>
                    <a:pt x="15205" y="12513"/>
                    <a:pt x="15416" y="12722"/>
                    <a:pt x="15675" y="12722"/>
                  </a:cubicBezTo>
                  <a:lnTo>
                    <a:pt x="18827" y="12722"/>
                  </a:lnTo>
                  <a:cubicBezTo>
                    <a:pt x="19647" y="12722"/>
                    <a:pt x="20298" y="12026"/>
                    <a:pt x="20245" y="11208"/>
                  </a:cubicBezTo>
                  <a:cubicBezTo>
                    <a:pt x="20149" y="9772"/>
                    <a:pt x="19649" y="8413"/>
                    <a:pt x="18793" y="7259"/>
                  </a:cubicBezTo>
                  <a:lnTo>
                    <a:pt x="19463" y="6589"/>
                  </a:lnTo>
                  <a:cubicBezTo>
                    <a:pt x="20723" y="8239"/>
                    <a:pt x="21330" y="10268"/>
                    <a:pt x="21175" y="12358"/>
                  </a:cubicBezTo>
                  <a:cubicBezTo>
                    <a:pt x="21143" y="12791"/>
                    <a:pt x="20671" y="19199"/>
                    <a:pt x="20641" y="19623"/>
                  </a:cubicBezTo>
                  <a:cubicBezTo>
                    <a:pt x="20565" y="20641"/>
                    <a:pt x="20563" y="21019"/>
                    <a:pt x="20388" y="21646"/>
                  </a:cubicBezTo>
                  <a:cubicBezTo>
                    <a:pt x="20305" y="21943"/>
                    <a:pt x="20529" y="22240"/>
                    <a:pt x="20840" y="22240"/>
                  </a:cubicBezTo>
                  <a:cubicBezTo>
                    <a:pt x="21044" y="22240"/>
                    <a:pt x="21232" y="22104"/>
                    <a:pt x="21290" y="21897"/>
                  </a:cubicBezTo>
                  <a:cubicBezTo>
                    <a:pt x="21480" y="21214"/>
                    <a:pt x="21495" y="20772"/>
                    <a:pt x="21544" y="20121"/>
                  </a:cubicBezTo>
                  <a:cubicBezTo>
                    <a:pt x="23693" y="20039"/>
                    <a:pt x="25418" y="18262"/>
                    <a:pt x="25418" y="16093"/>
                  </a:cubicBezTo>
                  <a:lnTo>
                    <a:pt x="25418" y="15883"/>
                  </a:lnTo>
                  <a:cubicBezTo>
                    <a:pt x="25414" y="14567"/>
                    <a:pt x="24345" y="13498"/>
                    <a:pt x="23030" y="13498"/>
                  </a:cubicBezTo>
                  <a:lnTo>
                    <a:pt x="22029" y="13498"/>
                  </a:lnTo>
                  <a:lnTo>
                    <a:pt x="22107" y="12426"/>
                  </a:lnTo>
                  <a:cubicBezTo>
                    <a:pt x="22283" y="10065"/>
                    <a:pt x="21581" y="7772"/>
                    <a:pt x="20130" y="5922"/>
                  </a:cubicBezTo>
                  <a:lnTo>
                    <a:pt x="21358" y="4694"/>
                  </a:lnTo>
                  <a:lnTo>
                    <a:pt x="22198" y="5533"/>
                  </a:lnTo>
                  <a:cubicBezTo>
                    <a:pt x="22307" y="5642"/>
                    <a:pt x="22444" y="5692"/>
                    <a:pt x="22578" y="5692"/>
                  </a:cubicBezTo>
                  <a:cubicBezTo>
                    <a:pt x="22831" y="5692"/>
                    <a:pt x="23076" y="5515"/>
                    <a:pt x="23118" y="5226"/>
                  </a:cubicBezTo>
                  <a:lnTo>
                    <a:pt x="23775" y="618"/>
                  </a:lnTo>
                  <a:cubicBezTo>
                    <a:pt x="23821" y="287"/>
                    <a:pt x="23561" y="0"/>
                    <a:pt x="2323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0"/>
            <p:cNvSpPr/>
            <p:nvPr/>
          </p:nvSpPr>
          <p:spPr>
            <a:xfrm>
              <a:off x="7220681" y="4380641"/>
              <a:ext cx="60846" cy="12229"/>
            </a:xfrm>
            <a:custGeom>
              <a:rect b="b" l="l" r="r" t="t"/>
              <a:pathLst>
                <a:path extrusionOk="0" h="938" w="4667">
                  <a:moveTo>
                    <a:pt x="468" y="1"/>
                  </a:moveTo>
                  <a:cubicBezTo>
                    <a:pt x="210" y="1"/>
                    <a:pt x="0" y="210"/>
                    <a:pt x="0" y="470"/>
                  </a:cubicBezTo>
                  <a:cubicBezTo>
                    <a:pt x="0" y="728"/>
                    <a:pt x="210" y="938"/>
                    <a:pt x="468" y="938"/>
                  </a:cubicBezTo>
                  <a:lnTo>
                    <a:pt x="4199" y="938"/>
                  </a:lnTo>
                  <a:cubicBezTo>
                    <a:pt x="4459" y="938"/>
                    <a:pt x="4667" y="728"/>
                    <a:pt x="4667" y="470"/>
                  </a:cubicBezTo>
                  <a:cubicBezTo>
                    <a:pt x="4667" y="212"/>
                    <a:pt x="4457"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0"/>
            <p:cNvSpPr/>
            <p:nvPr/>
          </p:nvSpPr>
          <p:spPr>
            <a:xfrm>
              <a:off x="7285597" y="4380641"/>
              <a:ext cx="77104" cy="76778"/>
            </a:xfrm>
            <a:custGeom>
              <a:rect b="b" l="l" r="r" t="t"/>
              <a:pathLst>
                <a:path extrusionOk="0" h="5889" w="5914">
                  <a:moveTo>
                    <a:pt x="2962" y="1"/>
                  </a:moveTo>
                  <a:cubicBezTo>
                    <a:pt x="2017" y="1"/>
                    <a:pt x="1247" y="770"/>
                    <a:pt x="1247" y="1716"/>
                  </a:cubicBezTo>
                  <a:lnTo>
                    <a:pt x="1247" y="4174"/>
                  </a:lnTo>
                  <a:cubicBezTo>
                    <a:pt x="1247" y="4601"/>
                    <a:pt x="897" y="4951"/>
                    <a:pt x="468" y="4951"/>
                  </a:cubicBezTo>
                  <a:cubicBezTo>
                    <a:pt x="210" y="4951"/>
                    <a:pt x="0" y="5161"/>
                    <a:pt x="0" y="5421"/>
                  </a:cubicBezTo>
                  <a:cubicBezTo>
                    <a:pt x="0" y="5679"/>
                    <a:pt x="210" y="5888"/>
                    <a:pt x="468" y="5888"/>
                  </a:cubicBezTo>
                  <a:cubicBezTo>
                    <a:pt x="1414" y="5888"/>
                    <a:pt x="2183" y="5119"/>
                    <a:pt x="2183" y="4174"/>
                  </a:cubicBezTo>
                  <a:lnTo>
                    <a:pt x="2183" y="1716"/>
                  </a:lnTo>
                  <a:cubicBezTo>
                    <a:pt x="2183" y="1288"/>
                    <a:pt x="2533" y="938"/>
                    <a:pt x="2962" y="938"/>
                  </a:cubicBezTo>
                  <a:lnTo>
                    <a:pt x="5446" y="938"/>
                  </a:lnTo>
                  <a:cubicBezTo>
                    <a:pt x="5704" y="938"/>
                    <a:pt x="5914" y="728"/>
                    <a:pt x="5914" y="470"/>
                  </a:cubicBezTo>
                  <a:cubicBezTo>
                    <a:pt x="5914" y="212"/>
                    <a:pt x="5704"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0"/>
            <p:cNvSpPr/>
            <p:nvPr/>
          </p:nvSpPr>
          <p:spPr>
            <a:xfrm>
              <a:off x="7244906" y="4486745"/>
              <a:ext cx="93557" cy="22972"/>
            </a:xfrm>
            <a:custGeom>
              <a:rect b="b" l="l" r="r" t="t"/>
              <a:pathLst>
                <a:path extrusionOk="0" h="1762" w="7176">
                  <a:moveTo>
                    <a:pt x="535" y="1"/>
                  </a:moveTo>
                  <a:cubicBezTo>
                    <a:pt x="363" y="1"/>
                    <a:pt x="198" y="95"/>
                    <a:pt x="117" y="260"/>
                  </a:cubicBezTo>
                  <a:cubicBezTo>
                    <a:pt x="0" y="491"/>
                    <a:pt x="94" y="772"/>
                    <a:pt x="325" y="887"/>
                  </a:cubicBezTo>
                  <a:lnTo>
                    <a:pt x="716" y="1085"/>
                  </a:lnTo>
                  <a:cubicBezTo>
                    <a:pt x="1615" y="1536"/>
                    <a:pt x="2601" y="1761"/>
                    <a:pt x="3587" y="1761"/>
                  </a:cubicBezTo>
                  <a:cubicBezTo>
                    <a:pt x="4573" y="1761"/>
                    <a:pt x="5559" y="1536"/>
                    <a:pt x="6459" y="1085"/>
                  </a:cubicBezTo>
                  <a:lnTo>
                    <a:pt x="6851" y="887"/>
                  </a:lnTo>
                  <a:cubicBezTo>
                    <a:pt x="7082" y="771"/>
                    <a:pt x="7175" y="490"/>
                    <a:pt x="7059" y="260"/>
                  </a:cubicBezTo>
                  <a:cubicBezTo>
                    <a:pt x="6976" y="95"/>
                    <a:pt x="6810" y="1"/>
                    <a:pt x="6639" y="1"/>
                  </a:cubicBezTo>
                  <a:cubicBezTo>
                    <a:pt x="6569" y="1"/>
                    <a:pt x="6497" y="17"/>
                    <a:pt x="6430" y="51"/>
                  </a:cubicBezTo>
                  <a:lnTo>
                    <a:pt x="6040" y="249"/>
                  </a:lnTo>
                  <a:cubicBezTo>
                    <a:pt x="5272" y="633"/>
                    <a:pt x="4430" y="826"/>
                    <a:pt x="3588" y="826"/>
                  </a:cubicBezTo>
                  <a:cubicBezTo>
                    <a:pt x="2745" y="826"/>
                    <a:pt x="1903" y="633"/>
                    <a:pt x="1135" y="249"/>
                  </a:cubicBezTo>
                  <a:lnTo>
                    <a:pt x="745" y="51"/>
                  </a:lnTo>
                  <a:cubicBezTo>
                    <a:pt x="677" y="17"/>
                    <a:pt x="605" y="1"/>
                    <a:pt x="53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3" name="Google Shape;6183;p70"/>
          <p:cNvGrpSpPr/>
          <p:nvPr/>
        </p:nvGrpSpPr>
        <p:grpSpPr>
          <a:xfrm>
            <a:off x="6101275" y="1787810"/>
            <a:ext cx="331363" cy="416690"/>
            <a:chOff x="6101275" y="1787810"/>
            <a:chExt cx="331363" cy="416690"/>
          </a:xfrm>
        </p:grpSpPr>
        <p:sp>
          <p:nvSpPr>
            <p:cNvPr id="6184" name="Google Shape;6184;p70"/>
            <p:cNvSpPr/>
            <p:nvPr/>
          </p:nvSpPr>
          <p:spPr>
            <a:xfrm>
              <a:off x="6376428" y="1969916"/>
              <a:ext cx="50094" cy="74182"/>
            </a:xfrm>
            <a:custGeom>
              <a:rect b="b" l="l" r="r" t="t"/>
              <a:pathLst>
                <a:path extrusionOk="0" h="5691" w="3843">
                  <a:moveTo>
                    <a:pt x="421" y="1"/>
                  </a:moveTo>
                  <a:lnTo>
                    <a:pt x="0" y="5690"/>
                  </a:lnTo>
                  <a:lnTo>
                    <a:pt x="279" y="5690"/>
                  </a:lnTo>
                  <a:cubicBezTo>
                    <a:pt x="2249" y="5690"/>
                    <a:pt x="3843" y="4094"/>
                    <a:pt x="3843" y="2127"/>
                  </a:cubicBezTo>
                  <a:lnTo>
                    <a:pt x="3843" y="1918"/>
                  </a:lnTo>
                  <a:cubicBezTo>
                    <a:pt x="3843" y="857"/>
                    <a:pt x="2983" y="1"/>
                    <a:pt x="1926" y="1"/>
                  </a:cubicBez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0"/>
            <p:cNvSpPr/>
            <p:nvPr/>
          </p:nvSpPr>
          <p:spPr>
            <a:xfrm>
              <a:off x="6107428" y="1969916"/>
              <a:ext cx="50107" cy="74182"/>
            </a:xfrm>
            <a:custGeom>
              <a:rect b="b" l="l" r="r" t="t"/>
              <a:pathLst>
                <a:path extrusionOk="0" h="5691" w="3844">
                  <a:moveTo>
                    <a:pt x="1917" y="1"/>
                  </a:moveTo>
                  <a:cubicBezTo>
                    <a:pt x="860" y="1"/>
                    <a:pt x="0" y="857"/>
                    <a:pt x="0" y="1918"/>
                  </a:cubicBezTo>
                  <a:lnTo>
                    <a:pt x="0" y="2127"/>
                  </a:lnTo>
                  <a:cubicBezTo>
                    <a:pt x="0" y="4094"/>
                    <a:pt x="1597" y="5690"/>
                    <a:pt x="3565" y="5690"/>
                  </a:cubicBezTo>
                  <a:lnTo>
                    <a:pt x="3843" y="5690"/>
                  </a:lnTo>
                  <a:lnTo>
                    <a:pt x="3423" y="1"/>
                  </a:ln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0"/>
            <p:cNvSpPr/>
            <p:nvPr/>
          </p:nvSpPr>
          <p:spPr>
            <a:xfrm>
              <a:off x="6161694" y="2131008"/>
              <a:ext cx="210567" cy="67443"/>
            </a:xfrm>
            <a:custGeom>
              <a:rect b="b" l="l" r="r" t="t"/>
              <a:pathLst>
                <a:path extrusionOk="0" h="5174" w="16154">
                  <a:moveTo>
                    <a:pt x="3516" y="0"/>
                  </a:moveTo>
                  <a:lnTo>
                    <a:pt x="3516" y="1630"/>
                  </a:lnTo>
                  <a:cubicBezTo>
                    <a:pt x="3516" y="2540"/>
                    <a:pt x="2995" y="3369"/>
                    <a:pt x="2174" y="3761"/>
                  </a:cubicBezTo>
                  <a:lnTo>
                    <a:pt x="247" y="4687"/>
                  </a:lnTo>
                  <a:cubicBezTo>
                    <a:pt x="0" y="4806"/>
                    <a:pt x="85" y="5173"/>
                    <a:pt x="357" y="5173"/>
                  </a:cubicBezTo>
                  <a:lnTo>
                    <a:pt x="15797" y="5173"/>
                  </a:lnTo>
                  <a:cubicBezTo>
                    <a:pt x="16070" y="5173"/>
                    <a:pt x="16153" y="4806"/>
                    <a:pt x="15909" y="4687"/>
                  </a:cubicBezTo>
                  <a:lnTo>
                    <a:pt x="13981" y="3761"/>
                  </a:lnTo>
                  <a:cubicBezTo>
                    <a:pt x="13161" y="3367"/>
                    <a:pt x="12639" y="2539"/>
                    <a:pt x="12639" y="1630"/>
                  </a:cubicBezTo>
                  <a:lnTo>
                    <a:pt x="12639" y="0"/>
                  </a:lnTo>
                  <a:cubicBezTo>
                    <a:pt x="11039" y="1095"/>
                    <a:pt x="9274" y="1721"/>
                    <a:pt x="8077" y="1721"/>
                  </a:cubicBezTo>
                  <a:cubicBezTo>
                    <a:pt x="6881" y="1721"/>
                    <a:pt x="5114" y="1095"/>
                    <a:pt x="3516" y="0"/>
                  </a:cubicBez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0"/>
            <p:cNvSpPr/>
            <p:nvPr/>
          </p:nvSpPr>
          <p:spPr>
            <a:xfrm>
              <a:off x="6145543" y="1824035"/>
              <a:ext cx="242855" cy="329381"/>
            </a:xfrm>
            <a:custGeom>
              <a:rect b="b" l="l" r="r" t="t"/>
              <a:pathLst>
                <a:path extrusionOk="0" h="25269" w="18631">
                  <a:moveTo>
                    <a:pt x="9316" y="1"/>
                  </a:moveTo>
                  <a:cubicBezTo>
                    <a:pt x="4112" y="1"/>
                    <a:pt x="1" y="4423"/>
                    <a:pt x="384" y="9616"/>
                  </a:cubicBezTo>
                  <a:lnTo>
                    <a:pt x="994" y="17887"/>
                  </a:lnTo>
                  <a:cubicBezTo>
                    <a:pt x="1315" y="22248"/>
                    <a:pt x="6690" y="25268"/>
                    <a:pt x="9318" y="25268"/>
                  </a:cubicBezTo>
                  <a:cubicBezTo>
                    <a:pt x="11947" y="25268"/>
                    <a:pt x="17322" y="22245"/>
                    <a:pt x="17643" y="17887"/>
                  </a:cubicBezTo>
                  <a:lnTo>
                    <a:pt x="18249" y="9616"/>
                  </a:lnTo>
                  <a:cubicBezTo>
                    <a:pt x="18631" y="4423"/>
                    <a:pt x="14522" y="1"/>
                    <a:pt x="9316" y="1"/>
                  </a:cubicBez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0"/>
            <p:cNvSpPr/>
            <p:nvPr/>
          </p:nvSpPr>
          <p:spPr>
            <a:xfrm>
              <a:off x="6209365" y="1829458"/>
              <a:ext cx="178162" cy="323959"/>
            </a:xfrm>
            <a:custGeom>
              <a:rect b="b" l="l" r="r" t="t"/>
              <a:pathLst>
                <a:path extrusionOk="0" h="24853" w="13668">
                  <a:moveTo>
                    <a:pt x="7124" y="1"/>
                  </a:moveTo>
                  <a:lnTo>
                    <a:pt x="7124" y="1"/>
                  </a:lnTo>
                  <a:cubicBezTo>
                    <a:pt x="9573" y="1751"/>
                    <a:pt x="11094" y="4702"/>
                    <a:pt x="10856" y="7952"/>
                  </a:cubicBezTo>
                  <a:lnTo>
                    <a:pt x="10246" y="16223"/>
                  </a:lnTo>
                  <a:cubicBezTo>
                    <a:pt x="9925" y="20583"/>
                    <a:pt x="4550" y="23604"/>
                    <a:pt x="1922" y="23604"/>
                  </a:cubicBezTo>
                  <a:cubicBezTo>
                    <a:pt x="1377" y="23604"/>
                    <a:pt x="713" y="23472"/>
                    <a:pt x="1" y="23228"/>
                  </a:cubicBezTo>
                  <a:lnTo>
                    <a:pt x="1" y="23228"/>
                  </a:lnTo>
                  <a:cubicBezTo>
                    <a:pt x="1562" y="24264"/>
                    <a:pt x="3258" y="24852"/>
                    <a:pt x="4420" y="24852"/>
                  </a:cubicBezTo>
                  <a:cubicBezTo>
                    <a:pt x="7048" y="24852"/>
                    <a:pt x="12424" y="21829"/>
                    <a:pt x="12744" y="17471"/>
                  </a:cubicBezTo>
                  <a:lnTo>
                    <a:pt x="13354" y="9200"/>
                  </a:lnTo>
                  <a:cubicBezTo>
                    <a:pt x="13667" y="4951"/>
                    <a:pt x="10969" y="1215"/>
                    <a:pt x="7124"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0"/>
            <p:cNvSpPr/>
            <p:nvPr/>
          </p:nvSpPr>
          <p:spPr>
            <a:xfrm>
              <a:off x="6174378" y="1855568"/>
              <a:ext cx="185279" cy="92066"/>
            </a:xfrm>
            <a:custGeom>
              <a:rect b="b" l="l" r="r" t="t"/>
              <a:pathLst>
                <a:path extrusionOk="0" h="7063" w="14214">
                  <a:moveTo>
                    <a:pt x="4364" y="1"/>
                  </a:moveTo>
                  <a:cubicBezTo>
                    <a:pt x="3448" y="384"/>
                    <a:pt x="2617" y="964"/>
                    <a:pt x="1916" y="1720"/>
                  </a:cubicBezTo>
                  <a:cubicBezTo>
                    <a:pt x="792" y="2928"/>
                    <a:pt x="144" y="4436"/>
                    <a:pt x="36" y="6048"/>
                  </a:cubicBezTo>
                  <a:cubicBezTo>
                    <a:pt x="0" y="6596"/>
                    <a:pt x="435" y="7062"/>
                    <a:pt x="986" y="7062"/>
                  </a:cubicBezTo>
                  <a:lnTo>
                    <a:pt x="13226" y="7062"/>
                  </a:lnTo>
                  <a:cubicBezTo>
                    <a:pt x="13777" y="7062"/>
                    <a:pt x="14213" y="6596"/>
                    <a:pt x="14177" y="6048"/>
                  </a:cubicBezTo>
                  <a:cubicBezTo>
                    <a:pt x="14128" y="5386"/>
                    <a:pt x="13994" y="4743"/>
                    <a:pt x="13774" y="4132"/>
                  </a:cubicBezTo>
                  <a:cubicBezTo>
                    <a:pt x="12958" y="4370"/>
                    <a:pt x="12061" y="4504"/>
                    <a:pt x="11116" y="4504"/>
                  </a:cubicBezTo>
                  <a:cubicBezTo>
                    <a:pt x="10478" y="4504"/>
                    <a:pt x="9861" y="4442"/>
                    <a:pt x="9275" y="4329"/>
                  </a:cubicBezTo>
                  <a:cubicBezTo>
                    <a:pt x="9222" y="4318"/>
                    <a:pt x="9168" y="4313"/>
                    <a:pt x="9115" y="4313"/>
                  </a:cubicBezTo>
                  <a:cubicBezTo>
                    <a:pt x="8849" y="4313"/>
                    <a:pt x="8594" y="4437"/>
                    <a:pt x="8416" y="4643"/>
                  </a:cubicBezTo>
                  <a:cubicBezTo>
                    <a:pt x="8148" y="4952"/>
                    <a:pt x="7753" y="5147"/>
                    <a:pt x="7313" y="5147"/>
                  </a:cubicBezTo>
                  <a:cubicBezTo>
                    <a:pt x="7263" y="5147"/>
                    <a:pt x="7213" y="5144"/>
                    <a:pt x="7162" y="5139"/>
                  </a:cubicBezTo>
                  <a:cubicBezTo>
                    <a:pt x="6495" y="5072"/>
                    <a:pt x="5951" y="4541"/>
                    <a:pt x="5870" y="3875"/>
                  </a:cubicBezTo>
                  <a:cubicBezTo>
                    <a:pt x="5850" y="3717"/>
                    <a:pt x="5857" y="3565"/>
                    <a:pt x="5885" y="3417"/>
                  </a:cubicBezTo>
                  <a:cubicBezTo>
                    <a:pt x="5942" y="3113"/>
                    <a:pt x="5856" y="2796"/>
                    <a:pt x="5632" y="2582"/>
                  </a:cubicBezTo>
                  <a:cubicBezTo>
                    <a:pt x="4863" y="1852"/>
                    <a:pt x="4398" y="964"/>
                    <a:pt x="436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0"/>
            <p:cNvSpPr/>
            <p:nvPr/>
          </p:nvSpPr>
          <p:spPr>
            <a:xfrm>
              <a:off x="6174313" y="1909431"/>
              <a:ext cx="185279" cy="38206"/>
            </a:xfrm>
            <a:custGeom>
              <a:rect b="b" l="l" r="r" t="t"/>
              <a:pathLst>
                <a:path extrusionOk="0" h="2931" w="14214">
                  <a:moveTo>
                    <a:pt x="13779" y="0"/>
                  </a:moveTo>
                  <a:cubicBezTo>
                    <a:pt x="13119" y="194"/>
                    <a:pt x="12403" y="316"/>
                    <a:pt x="11652" y="357"/>
                  </a:cubicBezTo>
                  <a:cubicBezTo>
                    <a:pt x="11664" y="459"/>
                    <a:pt x="11672" y="563"/>
                    <a:pt x="11680" y="666"/>
                  </a:cubicBezTo>
                  <a:cubicBezTo>
                    <a:pt x="11716" y="1214"/>
                    <a:pt x="11279" y="1680"/>
                    <a:pt x="10730" y="1680"/>
                  </a:cubicBezTo>
                  <a:lnTo>
                    <a:pt x="57" y="1680"/>
                  </a:lnTo>
                  <a:cubicBezTo>
                    <a:pt x="50" y="1758"/>
                    <a:pt x="42" y="1837"/>
                    <a:pt x="37" y="1916"/>
                  </a:cubicBezTo>
                  <a:cubicBezTo>
                    <a:pt x="1" y="2464"/>
                    <a:pt x="437" y="2930"/>
                    <a:pt x="988" y="2930"/>
                  </a:cubicBezTo>
                  <a:lnTo>
                    <a:pt x="13228" y="2930"/>
                  </a:lnTo>
                  <a:cubicBezTo>
                    <a:pt x="13779" y="2929"/>
                    <a:pt x="14214" y="2462"/>
                    <a:pt x="14178" y="1914"/>
                  </a:cubicBezTo>
                  <a:cubicBezTo>
                    <a:pt x="14135" y="1254"/>
                    <a:pt x="13999" y="611"/>
                    <a:pt x="13779"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0"/>
            <p:cNvSpPr/>
            <p:nvPr/>
          </p:nvSpPr>
          <p:spPr>
            <a:xfrm>
              <a:off x="6231213" y="1793924"/>
              <a:ext cx="176155" cy="128721"/>
            </a:xfrm>
            <a:custGeom>
              <a:rect b="b" l="l" r="r" t="t"/>
              <a:pathLst>
                <a:path extrusionOk="0" h="9875" w="13514">
                  <a:moveTo>
                    <a:pt x="6756" y="0"/>
                  </a:moveTo>
                  <a:cubicBezTo>
                    <a:pt x="3026" y="0"/>
                    <a:pt x="1" y="2067"/>
                    <a:pt x="1" y="4615"/>
                  </a:cubicBezTo>
                  <a:cubicBezTo>
                    <a:pt x="1" y="5621"/>
                    <a:pt x="470" y="6551"/>
                    <a:pt x="1271" y="7310"/>
                  </a:cubicBezTo>
                  <a:cubicBezTo>
                    <a:pt x="1496" y="7522"/>
                    <a:pt x="1581" y="7841"/>
                    <a:pt x="1523" y="8145"/>
                  </a:cubicBezTo>
                  <a:cubicBezTo>
                    <a:pt x="1496" y="8290"/>
                    <a:pt x="1489" y="8445"/>
                    <a:pt x="1509" y="8603"/>
                  </a:cubicBezTo>
                  <a:cubicBezTo>
                    <a:pt x="1589" y="9269"/>
                    <a:pt x="2133" y="9799"/>
                    <a:pt x="2800" y="9867"/>
                  </a:cubicBezTo>
                  <a:cubicBezTo>
                    <a:pt x="2851" y="9872"/>
                    <a:pt x="2902" y="9875"/>
                    <a:pt x="2952" y="9875"/>
                  </a:cubicBezTo>
                  <a:cubicBezTo>
                    <a:pt x="3392" y="9875"/>
                    <a:pt x="3788" y="9680"/>
                    <a:pt x="4055" y="9370"/>
                  </a:cubicBezTo>
                  <a:cubicBezTo>
                    <a:pt x="4234" y="9163"/>
                    <a:pt x="4488" y="9041"/>
                    <a:pt x="4753" y="9041"/>
                  </a:cubicBezTo>
                  <a:cubicBezTo>
                    <a:pt x="4806" y="9041"/>
                    <a:pt x="4859" y="9046"/>
                    <a:pt x="4913" y="9056"/>
                  </a:cubicBezTo>
                  <a:cubicBezTo>
                    <a:pt x="5498" y="9170"/>
                    <a:pt x="6117" y="9230"/>
                    <a:pt x="6755" y="9230"/>
                  </a:cubicBezTo>
                  <a:cubicBezTo>
                    <a:pt x="10486" y="9230"/>
                    <a:pt x="13512" y="7164"/>
                    <a:pt x="13512" y="4615"/>
                  </a:cubicBezTo>
                  <a:cubicBezTo>
                    <a:pt x="13514" y="2067"/>
                    <a:pt x="10487" y="0"/>
                    <a:pt x="67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0"/>
            <p:cNvSpPr/>
            <p:nvPr/>
          </p:nvSpPr>
          <p:spPr>
            <a:xfrm>
              <a:off x="6250166" y="1798668"/>
              <a:ext cx="157202" cy="123989"/>
            </a:xfrm>
            <a:custGeom>
              <a:rect b="b" l="l" r="r" t="t"/>
              <a:pathLst>
                <a:path extrusionOk="0" h="9512" w="12060">
                  <a:moveTo>
                    <a:pt x="7936" y="1"/>
                  </a:moveTo>
                  <a:lnTo>
                    <a:pt x="7936" y="1"/>
                  </a:lnTo>
                  <a:cubicBezTo>
                    <a:pt x="8950" y="807"/>
                    <a:pt x="9561" y="1856"/>
                    <a:pt x="9561" y="3003"/>
                  </a:cubicBezTo>
                  <a:cubicBezTo>
                    <a:pt x="9561" y="5551"/>
                    <a:pt x="6537" y="7617"/>
                    <a:pt x="2804" y="7617"/>
                  </a:cubicBezTo>
                  <a:cubicBezTo>
                    <a:pt x="1804" y="7617"/>
                    <a:pt x="854" y="7470"/>
                    <a:pt x="0" y="7203"/>
                  </a:cubicBezTo>
                  <a:lnTo>
                    <a:pt x="0" y="7203"/>
                  </a:lnTo>
                  <a:cubicBezTo>
                    <a:pt x="84" y="7381"/>
                    <a:pt x="107" y="7583"/>
                    <a:pt x="69" y="7782"/>
                  </a:cubicBezTo>
                  <a:cubicBezTo>
                    <a:pt x="42" y="7929"/>
                    <a:pt x="35" y="8082"/>
                    <a:pt x="55" y="8240"/>
                  </a:cubicBezTo>
                  <a:cubicBezTo>
                    <a:pt x="135" y="8906"/>
                    <a:pt x="679" y="9437"/>
                    <a:pt x="1346" y="9504"/>
                  </a:cubicBezTo>
                  <a:cubicBezTo>
                    <a:pt x="1397" y="9509"/>
                    <a:pt x="1448" y="9512"/>
                    <a:pt x="1498" y="9512"/>
                  </a:cubicBezTo>
                  <a:cubicBezTo>
                    <a:pt x="1938" y="9512"/>
                    <a:pt x="2334" y="9317"/>
                    <a:pt x="2601" y="9008"/>
                  </a:cubicBezTo>
                  <a:cubicBezTo>
                    <a:pt x="2778" y="8802"/>
                    <a:pt x="3034" y="8679"/>
                    <a:pt x="3300" y="8679"/>
                  </a:cubicBezTo>
                  <a:cubicBezTo>
                    <a:pt x="3353" y="8679"/>
                    <a:pt x="3406" y="8684"/>
                    <a:pt x="3459" y="8694"/>
                  </a:cubicBezTo>
                  <a:cubicBezTo>
                    <a:pt x="4044" y="8807"/>
                    <a:pt x="4663" y="8869"/>
                    <a:pt x="5301" y="8869"/>
                  </a:cubicBezTo>
                  <a:cubicBezTo>
                    <a:pt x="9032" y="8869"/>
                    <a:pt x="12058" y="6802"/>
                    <a:pt x="12058" y="4253"/>
                  </a:cubicBezTo>
                  <a:cubicBezTo>
                    <a:pt x="12060" y="2341"/>
                    <a:pt x="10359" y="701"/>
                    <a:pt x="7936"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0"/>
            <p:cNvSpPr/>
            <p:nvPr/>
          </p:nvSpPr>
          <p:spPr>
            <a:xfrm>
              <a:off x="6212064" y="1926651"/>
              <a:ext cx="34647" cy="20960"/>
            </a:xfrm>
            <a:custGeom>
              <a:rect b="b" l="l" r="r" t="t"/>
              <a:pathLst>
                <a:path extrusionOk="0" h="1608" w="2658">
                  <a:moveTo>
                    <a:pt x="1329" y="1"/>
                  </a:moveTo>
                  <a:cubicBezTo>
                    <a:pt x="596" y="1"/>
                    <a:pt x="0" y="596"/>
                    <a:pt x="0" y="1329"/>
                  </a:cubicBezTo>
                  <a:cubicBezTo>
                    <a:pt x="0" y="1425"/>
                    <a:pt x="10" y="1519"/>
                    <a:pt x="29" y="1608"/>
                  </a:cubicBezTo>
                  <a:lnTo>
                    <a:pt x="2628" y="1608"/>
                  </a:lnTo>
                  <a:cubicBezTo>
                    <a:pt x="2649" y="1519"/>
                    <a:pt x="2658" y="1425"/>
                    <a:pt x="2658" y="1329"/>
                  </a:cubicBezTo>
                  <a:cubicBezTo>
                    <a:pt x="2658" y="596"/>
                    <a:pt x="2062" y="1"/>
                    <a:pt x="13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0"/>
            <p:cNvSpPr/>
            <p:nvPr/>
          </p:nvSpPr>
          <p:spPr>
            <a:xfrm>
              <a:off x="6353029" y="1841933"/>
              <a:ext cx="24271" cy="24297"/>
            </a:xfrm>
            <a:custGeom>
              <a:rect b="b" l="l" r="r" t="t"/>
              <a:pathLst>
                <a:path extrusionOk="0" h="1864" w="1862">
                  <a:moveTo>
                    <a:pt x="931" y="1"/>
                  </a:moveTo>
                  <a:cubicBezTo>
                    <a:pt x="416" y="1"/>
                    <a:pt x="0" y="418"/>
                    <a:pt x="0" y="932"/>
                  </a:cubicBezTo>
                  <a:cubicBezTo>
                    <a:pt x="0" y="1446"/>
                    <a:pt x="416" y="1863"/>
                    <a:pt x="931" y="1863"/>
                  </a:cubicBezTo>
                  <a:cubicBezTo>
                    <a:pt x="1445" y="1863"/>
                    <a:pt x="1861" y="1446"/>
                    <a:pt x="1861" y="932"/>
                  </a:cubicBezTo>
                  <a:cubicBezTo>
                    <a:pt x="1861" y="418"/>
                    <a:pt x="1445" y="1"/>
                    <a:pt x="9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0"/>
            <p:cNvSpPr/>
            <p:nvPr/>
          </p:nvSpPr>
          <p:spPr>
            <a:xfrm>
              <a:off x="6364396" y="1845805"/>
              <a:ext cx="12918" cy="20426"/>
            </a:xfrm>
            <a:custGeom>
              <a:rect b="b" l="l" r="r" t="t"/>
              <a:pathLst>
                <a:path extrusionOk="0" h="1567" w="991">
                  <a:moveTo>
                    <a:pt x="740" y="1"/>
                  </a:moveTo>
                  <a:cubicBezTo>
                    <a:pt x="632" y="560"/>
                    <a:pt x="375" y="1087"/>
                    <a:pt x="1" y="1565"/>
                  </a:cubicBezTo>
                  <a:cubicBezTo>
                    <a:pt x="19" y="1566"/>
                    <a:pt x="39" y="1566"/>
                    <a:pt x="59" y="1566"/>
                  </a:cubicBezTo>
                  <a:cubicBezTo>
                    <a:pt x="575" y="1566"/>
                    <a:pt x="991" y="1150"/>
                    <a:pt x="991" y="635"/>
                  </a:cubicBezTo>
                  <a:cubicBezTo>
                    <a:pt x="991" y="390"/>
                    <a:pt x="895" y="167"/>
                    <a:pt x="740"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0"/>
            <p:cNvSpPr/>
            <p:nvPr/>
          </p:nvSpPr>
          <p:spPr>
            <a:xfrm>
              <a:off x="6307144" y="1841933"/>
              <a:ext cx="24284" cy="24297"/>
            </a:xfrm>
            <a:custGeom>
              <a:rect b="b" l="l" r="r" t="t"/>
              <a:pathLst>
                <a:path extrusionOk="0" h="1864" w="1863">
                  <a:moveTo>
                    <a:pt x="931" y="1"/>
                  </a:moveTo>
                  <a:cubicBezTo>
                    <a:pt x="418" y="1"/>
                    <a:pt x="0" y="418"/>
                    <a:pt x="0" y="932"/>
                  </a:cubicBezTo>
                  <a:cubicBezTo>
                    <a:pt x="0" y="1446"/>
                    <a:pt x="418" y="1863"/>
                    <a:pt x="931" y="1863"/>
                  </a:cubicBezTo>
                  <a:cubicBezTo>
                    <a:pt x="1447" y="1863"/>
                    <a:pt x="1863" y="1446"/>
                    <a:pt x="1863" y="932"/>
                  </a:cubicBezTo>
                  <a:cubicBezTo>
                    <a:pt x="1863" y="418"/>
                    <a:pt x="1447" y="1"/>
                    <a:pt x="9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0"/>
            <p:cNvSpPr/>
            <p:nvPr/>
          </p:nvSpPr>
          <p:spPr>
            <a:xfrm>
              <a:off x="6260412" y="1841933"/>
              <a:ext cx="26109" cy="24284"/>
            </a:xfrm>
            <a:custGeom>
              <a:rect b="b" l="l" r="r" t="t"/>
              <a:pathLst>
                <a:path extrusionOk="0" h="1863" w="2003">
                  <a:moveTo>
                    <a:pt x="1001" y="0"/>
                  </a:moveTo>
                  <a:cubicBezTo>
                    <a:pt x="553" y="0"/>
                    <a:pt x="158" y="325"/>
                    <a:pt x="83" y="783"/>
                  </a:cubicBezTo>
                  <a:cubicBezTo>
                    <a:pt x="1" y="1289"/>
                    <a:pt x="345" y="1769"/>
                    <a:pt x="853" y="1850"/>
                  </a:cubicBezTo>
                  <a:cubicBezTo>
                    <a:pt x="903" y="1859"/>
                    <a:pt x="953" y="1862"/>
                    <a:pt x="1002" y="1862"/>
                  </a:cubicBezTo>
                  <a:cubicBezTo>
                    <a:pt x="1451" y="1862"/>
                    <a:pt x="1847" y="1538"/>
                    <a:pt x="1921" y="1080"/>
                  </a:cubicBezTo>
                  <a:cubicBezTo>
                    <a:pt x="2002" y="573"/>
                    <a:pt x="1658" y="96"/>
                    <a:pt x="1150" y="12"/>
                  </a:cubicBezTo>
                  <a:cubicBezTo>
                    <a:pt x="1100" y="4"/>
                    <a:pt x="1050" y="0"/>
                    <a:pt x="10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0"/>
            <p:cNvSpPr/>
            <p:nvPr/>
          </p:nvSpPr>
          <p:spPr>
            <a:xfrm>
              <a:off x="6346929" y="1835846"/>
              <a:ext cx="36485" cy="36485"/>
            </a:xfrm>
            <a:custGeom>
              <a:rect b="b" l="l" r="r" t="t"/>
              <a:pathLst>
                <a:path extrusionOk="0" h="2799" w="2799">
                  <a:moveTo>
                    <a:pt x="1399" y="937"/>
                  </a:moveTo>
                  <a:cubicBezTo>
                    <a:pt x="1653" y="937"/>
                    <a:pt x="1861" y="1145"/>
                    <a:pt x="1861" y="1399"/>
                  </a:cubicBezTo>
                  <a:cubicBezTo>
                    <a:pt x="1861" y="1654"/>
                    <a:pt x="1653" y="1863"/>
                    <a:pt x="1399" y="1863"/>
                  </a:cubicBezTo>
                  <a:cubicBezTo>
                    <a:pt x="1144" y="1863"/>
                    <a:pt x="936" y="1654"/>
                    <a:pt x="936" y="1399"/>
                  </a:cubicBezTo>
                  <a:cubicBezTo>
                    <a:pt x="936" y="1145"/>
                    <a:pt x="1144" y="937"/>
                    <a:pt x="1399" y="937"/>
                  </a:cubicBezTo>
                  <a:close/>
                  <a:moveTo>
                    <a:pt x="1399" y="0"/>
                  </a:moveTo>
                  <a:cubicBezTo>
                    <a:pt x="627" y="0"/>
                    <a:pt x="0" y="629"/>
                    <a:pt x="0" y="1399"/>
                  </a:cubicBezTo>
                  <a:cubicBezTo>
                    <a:pt x="0" y="2171"/>
                    <a:pt x="627" y="2798"/>
                    <a:pt x="1399" y="2798"/>
                  </a:cubicBezTo>
                  <a:cubicBezTo>
                    <a:pt x="2170" y="2798"/>
                    <a:pt x="2798" y="2171"/>
                    <a:pt x="2798" y="1399"/>
                  </a:cubicBezTo>
                  <a:cubicBezTo>
                    <a:pt x="2798" y="629"/>
                    <a:pt x="2170" y="0"/>
                    <a:pt x="13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0"/>
            <p:cNvSpPr/>
            <p:nvPr/>
          </p:nvSpPr>
          <p:spPr>
            <a:xfrm>
              <a:off x="6301044" y="1835846"/>
              <a:ext cx="36485" cy="36485"/>
            </a:xfrm>
            <a:custGeom>
              <a:rect b="b" l="l" r="r" t="t"/>
              <a:pathLst>
                <a:path extrusionOk="0" h="2799" w="2799">
                  <a:moveTo>
                    <a:pt x="1399" y="937"/>
                  </a:moveTo>
                  <a:cubicBezTo>
                    <a:pt x="1655" y="937"/>
                    <a:pt x="1863" y="1145"/>
                    <a:pt x="1863" y="1399"/>
                  </a:cubicBezTo>
                  <a:cubicBezTo>
                    <a:pt x="1863" y="1654"/>
                    <a:pt x="1655" y="1863"/>
                    <a:pt x="1399" y="1863"/>
                  </a:cubicBezTo>
                  <a:cubicBezTo>
                    <a:pt x="1146" y="1863"/>
                    <a:pt x="937" y="1654"/>
                    <a:pt x="937" y="1399"/>
                  </a:cubicBezTo>
                  <a:cubicBezTo>
                    <a:pt x="937" y="1145"/>
                    <a:pt x="1146" y="937"/>
                    <a:pt x="1399" y="937"/>
                  </a:cubicBezTo>
                  <a:close/>
                  <a:moveTo>
                    <a:pt x="1399" y="0"/>
                  </a:moveTo>
                  <a:cubicBezTo>
                    <a:pt x="629" y="0"/>
                    <a:pt x="0" y="629"/>
                    <a:pt x="0" y="1399"/>
                  </a:cubicBezTo>
                  <a:cubicBezTo>
                    <a:pt x="0" y="2171"/>
                    <a:pt x="629" y="2798"/>
                    <a:pt x="1399" y="2798"/>
                  </a:cubicBezTo>
                  <a:cubicBezTo>
                    <a:pt x="2171" y="2798"/>
                    <a:pt x="2799" y="2171"/>
                    <a:pt x="2799" y="1399"/>
                  </a:cubicBezTo>
                  <a:cubicBezTo>
                    <a:pt x="2799" y="629"/>
                    <a:pt x="2171" y="0"/>
                    <a:pt x="13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0"/>
            <p:cNvSpPr/>
            <p:nvPr/>
          </p:nvSpPr>
          <p:spPr>
            <a:xfrm>
              <a:off x="6255172" y="1835846"/>
              <a:ext cx="36498" cy="36485"/>
            </a:xfrm>
            <a:custGeom>
              <a:rect b="b" l="l" r="r" t="t"/>
              <a:pathLst>
                <a:path extrusionOk="0" h="2799" w="2800">
                  <a:moveTo>
                    <a:pt x="1399" y="937"/>
                  </a:moveTo>
                  <a:cubicBezTo>
                    <a:pt x="1653" y="937"/>
                    <a:pt x="1861" y="1145"/>
                    <a:pt x="1861" y="1399"/>
                  </a:cubicBezTo>
                  <a:cubicBezTo>
                    <a:pt x="1861" y="1654"/>
                    <a:pt x="1653" y="1863"/>
                    <a:pt x="1399" y="1863"/>
                  </a:cubicBezTo>
                  <a:cubicBezTo>
                    <a:pt x="1143" y="1863"/>
                    <a:pt x="935" y="1654"/>
                    <a:pt x="935" y="1399"/>
                  </a:cubicBezTo>
                  <a:cubicBezTo>
                    <a:pt x="935" y="1145"/>
                    <a:pt x="1143" y="937"/>
                    <a:pt x="1399" y="937"/>
                  </a:cubicBezTo>
                  <a:close/>
                  <a:moveTo>
                    <a:pt x="1400" y="0"/>
                  </a:moveTo>
                  <a:cubicBezTo>
                    <a:pt x="628" y="0"/>
                    <a:pt x="1" y="629"/>
                    <a:pt x="1" y="1399"/>
                  </a:cubicBezTo>
                  <a:cubicBezTo>
                    <a:pt x="1" y="2171"/>
                    <a:pt x="628" y="2798"/>
                    <a:pt x="1400" y="2798"/>
                  </a:cubicBezTo>
                  <a:cubicBezTo>
                    <a:pt x="2171" y="2798"/>
                    <a:pt x="2799" y="2171"/>
                    <a:pt x="2799" y="1399"/>
                  </a:cubicBezTo>
                  <a:cubicBezTo>
                    <a:pt x="2799" y="629"/>
                    <a:pt x="2171" y="0"/>
                    <a:pt x="140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0"/>
            <p:cNvSpPr/>
            <p:nvPr/>
          </p:nvSpPr>
          <p:spPr>
            <a:xfrm>
              <a:off x="6101275" y="1787810"/>
              <a:ext cx="331363" cy="416690"/>
            </a:xfrm>
            <a:custGeom>
              <a:rect b="b" l="l" r="r" t="t"/>
              <a:pathLst>
                <a:path extrusionOk="0" h="31967" w="25421">
                  <a:moveTo>
                    <a:pt x="9828" y="11119"/>
                  </a:moveTo>
                  <a:cubicBezTo>
                    <a:pt x="10237" y="11119"/>
                    <a:pt x="10580" y="11406"/>
                    <a:pt x="10668" y="11791"/>
                  </a:cubicBezTo>
                  <a:lnTo>
                    <a:pt x="8989" y="11791"/>
                  </a:lnTo>
                  <a:cubicBezTo>
                    <a:pt x="9076" y="11406"/>
                    <a:pt x="9419" y="11119"/>
                    <a:pt x="9828" y="11119"/>
                  </a:cubicBezTo>
                  <a:close/>
                  <a:moveTo>
                    <a:pt x="4243" y="12359"/>
                  </a:moveTo>
                  <a:lnTo>
                    <a:pt x="4243" y="12359"/>
                  </a:lnTo>
                  <a:cubicBezTo>
                    <a:pt x="4243" y="12360"/>
                    <a:pt x="4283" y="12911"/>
                    <a:pt x="4404" y="14556"/>
                  </a:cubicBezTo>
                  <a:lnTo>
                    <a:pt x="4404" y="14556"/>
                  </a:lnTo>
                  <a:cubicBezTo>
                    <a:pt x="4373" y="14128"/>
                    <a:pt x="4243" y="12360"/>
                    <a:pt x="4243" y="12359"/>
                  </a:cubicBezTo>
                  <a:close/>
                  <a:moveTo>
                    <a:pt x="3459" y="14440"/>
                  </a:moveTo>
                  <a:lnTo>
                    <a:pt x="3809" y="19184"/>
                  </a:lnTo>
                  <a:cubicBezTo>
                    <a:pt x="2207" y="19067"/>
                    <a:pt x="940" y="17727"/>
                    <a:pt x="940" y="16097"/>
                  </a:cubicBezTo>
                  <a:lnTo>
                    <a:pt x="940" y="15888"/>
                  </a:lnTo>
                  <a:cubicBezTo>
                    <a:pt x="940" y="15090"/>
                    <a:pt x="1590" y="14440"/>
                    <a:pt x="2388" y="14440"/>
                  </a:cubicBezTo>
                  <a:close/>
                  <a:moveTo>
                    <a:pt x="23035" y="14440"/>
                  </a:moveTo>
                  <a:cubicBezTo>
                    <a:pt x="23833" y="14440"/>
                    <a:pt x="24483" y="15090"/>
                    <a:pt x="24483" y="15888"/>
                  </a:cubicBezTo>
                  <a:lnTo>
                    <a:pt x="24483" y="16097"/>
                  </a:lnTo>
                  <a:cubicBezTo>
                    <a:pt x="24483" y="17727"/>
                    <a:pt x="23216" y="19067"/>
                    <a:pt x="21615" y="19184"/>
                  </a:cubicBezTo>
                  <a:lnTo>
                    <a:pt x="21965" y="14440"/>
                  </a:lnTo>
                  <a:close/>
                  <a:moveTo>
                    <a:pt x="8617" y="27175"/>
                  </a:moveTo>
                  <a:cubicBezTo>
                    <a:pt x="10033" y="28000"/>
                    <a:pt x="11556" y="28517"/>
                    <a:pt x="12711" y="28517"/>
                  </a:cubicBezTo>
                  <a:cubicBezTo>
                    <a:pt x="13826" y="28517"/>
                    <a:pt x="15344" y="28034"/>
                    <a:pt x="16803" y="27179"/>
                  </a:cubicBezTo>
                  <a:lnTo>
                    <a:pt x="16803" y="27961"/>
                  </a:lnTo>
                  <a:cubicBezTo>
                    <a:pt x="16806" y="29040"/>
                    <a:pt x="17435" y="30043"/>
                    <a:pt x="18413" y="30511"/>
                  </a:cubicBezTo>
                  <a:lnTo>
                    <a:pt x="19498" y="31032"/>
                  </a:lnTo>
                  <a:lnTo>
                    <a:pt x="5925" y="31032"/>
                  </a:lnTo>
                  <a:lnTo>
                    <a:pt x="7010" y="30511"/>
                  </a:lnTo>
                  <a:cubicBezTo>
                    <a:pt x="7986" y="30043"/>
                    <a:pt x="8617" y="29040"/>
                    <a:pt x="8617" y="27958"/>
                  </a:cubicBezTo>
                  <a:lnTo>
                    <a:pt x="8617" y="27175"/>
                  </a:lnTo>
                  <a:close/>
                  <a:moveTo>
                    <a:pt x="16733" y="0"/>
                  </a:moveTo>
                  <a:cubicBezTo>
                    <a:pt x="14235" y="0"/>
                    <a:pt x="11762" y="897"/>
                    <a:pt x="10411" y="2593"/>
                  </a:cubicBezTo>
                  <a:cubicBezTo>
                    <a:pt x="6043" y="3686"/>
                    <a:pt x="2968" y="7793"/>
                    <a:pt x="3308" y="12429"/>
                  </a:cubicBezTo>
                  <a:lnTo>
                    <a:pt x="3387" y="13501"/>
                  </a:lnTo>
                  <a:lnTo>
                    <a:pt x="2387" y="13501"/>
                  </a:lnTo>
                  <a:cubicBezTo>
                    <a:pt x="1072" y="13501"/>
                    <a:pt x="0" y="14570"/>
                    <a:pt x="0" y="15888"/>
                  </a:cubicBezTo>
                  <a:lnTo>
                    <a:pt x="0" y="16097"/>
                  </a:lnTo>
                  <a:cubicBezTo>
                    <a:pt x="0" y="18268"/>
                    <a:pt x="1725" y="20043"/>
                    <a:pt x="3875" y="20126"/>
                  </a:cubicBezTo>
                  <a:lnTo>
                    <a:pt x="3918" y="20700"/>
                  </a:lnTo>
                  <a:cubicBezTo>
                    <a:pt x="4011" y="21963"/>
                    <a:pt x="4496" y="23187"/>
                    <a:pt x="5358" y="24339"/>
                  </a:cubicBezTo>
                  <a:cubicBezTo>
                    <a:pt x="5450" y="24461"/>
                    <a:pt x="5591" y="24527"/>
                    <a:pt x="5733" y="24527"/>
                  </a:cubicBezTo>
                  <a:cubicBezTo>
                    <a:pt x="6113" y="24527"/>
                    <a:pt x="6340" y="24090"/>
                    <a:pt x="6107" y="23778"/>
                  </a:cubicBezTo>
                  <a:cubicBezTo>
                    <a:pt x="5354" y="22771"/>
                    <a:pt x="4931" y="21714"/>
                    <a:pt x="4852" y="20632"/>
                  </a:cubicBezTo>
                  <a:cubicBezTo>
                    <a:pt x="4641" y="17775"/>
                    <a:pt x="4499" y="15835"/>
                    <a:pt x="4404" y="14556"/>
                  </a:cubicBezTo>
                  <a:lnTo>
                    <a:pt x="4404" y="14556"/>
                  </a:lnTo>
                  <a:cubicBezTo>
                    <a:pt x="4409" y="14615"/>
                    <a:pt x="4411" y="14648"/>
                    <a:pt x="4411" y="14648"/>
                  </a:cubicBezTo>
                  <a:cubicBezTo>
                    <a:pt x="4411" y="14648"/>
                    <a:pt x="4369" y="14076"/>
                    <a:pt x="4242" y="12361"/>
                  </a:cubicBezTo>
                  <a:cubicBezTo>
                    <a:pt x="3965" y="8594"/>
                    <a:pt x="6271" y="5088"/>
                    <a:pt x="9731" y="3785"/>
                  </a:cubicBezTo>
                  <a:lnTo>
                    <a:pt x="9731" y="3785"/>
                  </a:lnTo>
                  <a:cubicBezTo>
                    <a:pt x="9600" y="4143"/>
                    <a:pt x="9521" y="4514"/>
                    <a:pt x="9504" y="4892"/>
                  </a:cubicBezTo>
                  <a:cubicBezTo>
                    <a:pt x="8884" y="5183"/>
                    <a:pt x="8309" y="5558"/>
                    <a:pt x="7785" y="6010"/>
                  </a:cubicBezTo>
                  <a:cubicBezTo>
                    <a:pt x="7590" y="6179"/>
                    <a:pt x="7568" y="6475"/>
                    <a:pt x="7736" y="6670"/>
                  </a:cubicBezTo>
                  <a:cubicBezTo>
                    <a:pt x="7829" y="6777"/>
                    <a:pt x="7960" y="6831"/>
                    <a:pt x="8091" y="6831"/>
                  </a:cubicBezTo>
                  <a:cubicBezTo>
                    <a:pt x="8199" y="6831"/>
                    <a:pt x="8308" y="6794"/>
                    <a:pt x="8396" y="6718"/>
                  </a:cubicBezTo>
                  <a:cubicBezTo>
                    <a:pt x="8765" y="6398"/>
                    <a:pt x="9164" y="6124"/>
                    <a:pt x="9587" y="5899"/>
                  </a:cubicBezTo>
                  <a:cubicBezTo>
                    <a:pt x="9769" y="6703"/>
                    <a:pt x="10217" y="7459"/>
                    <a:pt x="10913" y="8119"/>
                  </a:cubicBezTo>
                  <a:cubicBezTo>
                    <a:pt x="11015" y="8217"/>
                    <a:pt x="11058" y="8369"/>
                    <a:pt x="11028" y="8528"/>
                  </a:cubicBezTo>
                  <a:cubicBezTo>
                    <a:pt x="10803" y="9720"/>
                    <a:pt x="11724" y="10811"/>
                    <a:pt x="12915" y="10811"/>
                  </a:cubicBezTo>
                  <a:cubicBezTo>
                    <a:pt x="13473" y="10811"/>
                    <a:pt x="14007" y="10571"/>
                    <a:pt x="14375" y="10147"/>
                  </a:cubicBezTo>
                  <a:cubicBezTo>
                    <a:pt x="14467" y="10040"/>
                    <a:pt x="14593" y="9979"/>
                    <a:pt x="14719" y="9979"/>
                  </a:cubicBezTo>
                  <a:cubicBezTo>
                    <a:pt x="14743" y="9979"/>
                    <a:pt x="14768" y="9981"/>
                    <a:pt x="14792" y="9986"/>
                  </a:cubicBezTo>
                  <a:cubicBezTo>
                    <a:pt x="15418" y="10108"/>
                    <a:pt x="16068" y="10169"/>
                    <a:pt x="16720" y="10169"/>
                  </a:cubicBezTo>
                  <a:cubicBezTo>
                    <a:pt x="17513" y="10169"/>
                    <a:pt x="18308" y="10078"/>
                    <a:pt x="19069" y="9895"/>
                  </a:cubicBezTo>
                  <a:cubicBezTo>
                    <a:pt x="19198" y="10343"/>
                    <a:pt x="19279" y="10804"/>
                    <a:pt x="19312" y="11274"/>
                  </a:cubicBezTo>
                  <a:cubicBezTo>
                    <a:pt x="19329" y="11554"/>
                    <a:pt x="19108" y="11790"/>
                    <a:pt x="18828" y="11790"/>
                  </a:cubicBezTo>
                  <a:lnTo>
                    <a:pt x="11613" y="11790"/>
                  </a:lnTo>
                  <a:cubicBezTo>
                    <a:pt x="11517" y="10887"/>
                    <a:pt x="10752" y="10182"/>
                    <a:pt x="9827" y="10182"/>
                  </a:cubicBezTo>
                  <a:cubicBezTo>
                    <a:pt x="8901" y="10182"/>
                    <a:pt x="8135" y="10887"/>
                    <a:pt x="8040" y="11790"/>
                  </a:cubicBezTo>
                  <a:lnTo>
                    <a:pt x="6591" y="11790"/>
                  </a:lnTo>
                  <a:cubicBezTo>
                    <a:pt x="6311" y="11790"/>
                    <a:pt x="6090" y="11553"/>
                    <a:pt x="6107" y="11274"/>
                  </a:cubicBezTo>
                  <a:cubicBezTo>
                    <a:pt x="6179" y="10194"/>
                    <a:pt x="6505" y="9182"/>
                    <a:pt x="7073" y="8268"/>
                  </a:cubicBezTo>
                  <a:cubicBezTo>
                    <a:pt x="7209" y="8047"/>
                    <a:pt x="7141" y="7760"/>
                    <a:pt x="6922" y="7622"/>
                  </a:cubicBezTo>
                  <a:cubicBezTo>
                    <a:pt x="6846" y="7575"/>
                    <a:pt x="6760" y="7552"/>
                    <a:pt x="6676" y="7552"/>
                  </a:cubicBezTo>
                  <a:cubicBezTo>
                    <a:pt x="6519" y="7552"/>
                    <a:pt x="6366" y="7630"/>
                    <a:pt x="6277" y="7773"/>
                  </a:cubicBezTo>
                  <a:cubicBezTo>
                    <a:pt x="5627" y="8821"/>
                    <a:pt x="5256" y="9977"/>
                    <a:pt x="5173" y="11211"/>
                  </a:cubicBezTo>
                  <a:cubicBezTo>
                    <a:pt x="5120" y="12029"/>
                    <a:pt x="5770" y="12725"/>
                    <a:pt x="6591" y="12725"/>
                  </a:cubicBezTo>
                  <a:lnTo>
                    <a:pt x="18831" y="12725"/>
                  </a:lnTo>
                  <a:cubicBezTo>
                    <a:pt x="19650" y="12725"/>
                    <a:pt x="20302" y="12029"/>
                    <a:pt x="20247" y="11211"/>
                  </a:cubicBezTo>
                  <a:cubicBezTo>
                    <a:pt x="20211" y="10673"/>
                    <a:pt x="20118" y="10142"/>
                    <a:pt x="19969" y="9630"/>
                  </a:cubicBezTo>
                  <a:cubicBezTo>
                    <a:pt x="20269" y="9524"/>
                    <a:pt x="20560" y="9403"/>
                    <a:pt x="20836" y="9268"/>
                  </a:cubicBezTo>
                  <a:cubicBezTo>
                    <a:pt x="21138" y="10266"/>
                    <a:pt x="21253" y="11303"/>
                    <a:pt x="21177" y="12359"/>
                  </a:cubicBezTo>
                  <a:cubicBezTo>
                    <a:pt x="20963" y="15246"/>
                    <a:pt x="20778" y="17755"/>
                    <a:pt x="20567" y="20630"/>
                  </a:cubicBezTo>
                  <a:cubicBezTo>
                    <a:pt x="20295" y="24331"/>
                    <a:pt x="15564" y="27578"/>
                    <a:pt x="12708" y="27578"/>
                  </a:cubicBezTo>
                  <a:cubicBezTo>
                    <a:pt x="11091" y="27578"/>
                    <a:pt x="8941" y="26457"/>
                    <a:pt x="7552" y="25288"/>
                  </a:cubicBezTo>
                  <a:cubicBezTo>
                    <a:pt x="7465" y="25214"/>
                    <a:pt x="7358" y="25178"/>
                    <a:pt x="7251" y="25178"/>
                  </a:cubicBezTo>
                  <a:cubicBezTo>
                    <a:pt x="7118" y="25178"/>
                    <a:pt x="6985" y="25235"/>
                    <a:pt x="6892" y="25345"/>
                  </a:cubicBezTo>
                  <a:cubicBezTo>
                    <a:pt x="6724" y="25542"/>
                    <a:pt x="6752" y="25839"/>
                    <a:pt x="6950" y="26005"/>
                  </a:cubicBezTo>
                  <a:cubicBezTo>
                    <a:pt x="7182" y="26201"/>
                    <a:pt x="7426" y="26389"/>
                    <a:pt x="7679" y="26568"/>
                  </a:cubicBezTo>
                  <a:lnTo>
                    <a:pt x="7679" y="27957"/>
                  </a:lnTo>
                  <a:cubicBezTo>
                    <a:pt x="7679" y="28682"/>
                    <a:pt x="7258" y="29352"/>
                    <a:pt x="6605" y="29664"/>
                  </a:cubicBezTo>
                  <a:lnTo>
                    <a:pt x="4677" y="30590"/>
                  </a:lnTo>
                  <a:cubicBezTo>
                    <a:pt x="4370" y="30736"/>
                    <a:pt x="4209" y="31072"/>
                    <a:pt x="4284" y="31402"/>
                  </a:cubicBezTo>
                  <a:cubicBezTo>
                    <a:pt x="4360" y="31734"/>
                    <a:pt x="4650" y="31966"/>
                    <a:pt x="4991" y="31966"/>
                  </a:cubicBezTo>
                  <a:lnTo>
                    <a:pt x="20431" y="31966"/>
                  </a:lnTo>
                  <a:cubicBezTo>
                    <a:pt x="20771" y="31966"/>
                    <a:pt x="21062" y="31734"/>
                    <a:pt x="21137" y="31402"/>
                  </a:cubicBezTo>
                  <a:cubicBezTo>
                    <a:pt x="21213" y="31071"/>
                    <a:pt x="21051" y="30736"/>
                    <a:pt x="20744" y="30590"/>
                  </a:cubicBezTo>
                  <a:lnTo>
                    <a:pt x="18817" y="29664"/>
                  </a:lnTo>
                  <a:cubicBezTo>
                    <a:pt x="18164" y="29350"/>
                    <a:pt x="17742" y="28680"/>
                    <a:pt x="17742" y="27957"/>
                  </a:cubicBezTo>
                  <a:lnTo>
                    <a:pt x="17742" y="26569"/>
                  </a:lnTo>
                  <a:cubicBezTo>
                    <a:pt x="19679" y="25180"/>
                    <a:pt x="21323" y="23133"/>
                    <a:pt x="21503" y="20700"/>
                  </a:cubicBezTo>
                  <a:lnTo>
                    <a:pt x="21546" y="20126"/>
                  </a:lnTo>
                  <a:cubicBezTo>
                    <a:pt x="23697" y="20043"/>
                    <a:pt x="25420" y="18268"/>
                    <a:pt x="25420" y="16097"/>
                  </a:cubicBezTo>
                  <a:lnTo>
                    <a:pt x="25420" y="15888"/>
                  </a:lnTo>
                  <a:cubicBezTo>
                    <a:pt x="25419" y="14573"/>
                    <a:pt x="24350" y="13501"/>
                    <a:pt x="23035" y="13501"/>
                  </a:cubicBezTo>
                  <a:lnTo>
                    <a:pt x="22034" y="13501"/>
                  </a:lnTo>
                  <a:lnTo>
                    <a:pt x="22113" y="12429"/>
                  </a:lnTo>
                  <a:cubicBezTo>
                    <a:pt x="22204" y="11187"/>
                    <a:pt x="22055" y="9967"/>
                    <a:pt x="21672" y="8798"/>
                  </a:cubicBezTo>
                  <a:cubicBezTo>
                    <a:pt x="21869" y="8666"/>
                    <a:pt x="22058" y="8528"/>
                    <a:pt x="22235" y="8382"/>
                  </a:cubicBezTo>
                  <a:cubicBezTo>
                    <a:pt x="22434" y="8217"/>
                    <a:pt x="22463" y="7922"/>
                    <a:pt x="22298" y="7721"/>
                  </a:cubicBezTo>
                  <a:cubicBezTo>
                    <a:pt x="22205" y="7609"/>
                    <a:pt x="22071" y="7551"/>
                    <a:pt x="21936" y="7551"/>
                  </a:cubicBezTo>
                  <a:cubicBezTo>
                    <a:pt x="21831" y="7551"/>
                    <a:pt x="21726" y="7586"/>
                    <a:pt x="21638" y="7658"/>
                  </a:cubicBezTo>
                  <a:cubicBezTo>
                    <a:pt x="20338" y="8733"/>
                    <a:pt x="18500" y="9228"/>
                    <a:pt x="16720" y="9228"/>
                  </a:cubicBezTo>
                  <a:cubicBezTo>
                    <a:pt x="16124" y="9228"/>
                    <a:pt x="15534" y="9173"/>
                    <a:pt x="14972" y="9065"/>
                  </a:cubicBezTo>
                  <a:cubicBezTo>
                    <a:pt x="14890" y="9049"/>
                    <a:pt x="14807" y="9041"/>
                    <a:pt x="14724" y="9041"/>
                  </a:cubicBezTo>
                  <a:cubicBezTo>
                    <a:pt x="14330" y="9041"/>
                    <a:pt x="13941" y="9218"/>
                    <a:pt x="13671" y="9531"/>
                  </a:cubicBezTo>
                  <a:cubicBezTo>
                    <a:pt x="13479" y="9752"/>
                    <a:pt x="13208" y="9873"/>
                    <a:pt x="12918" y="9873"/>
                  </a:cubicBezTo>
                  <a:cubicBezTo>
                    <a:pt x="12885" y="9873"/>
                    <a:pt x="12851" y="9871"/>
                    <a:pt x="12817" y="9868"/>
                  </a:cubicBezTo>
                  <a:cubicBezTo>
                    <a:pt x="12259" y="9811"/>
                    <a:pt x="11841" y="9283"/>
                    <a:pt x="11952" y="8700"/>
                  </a:cubicBezTo>
                  <a:cubicBezTo>
                    <a:pt x="12041" y="8227"/>
                    <a:pt x="11894" y="7754"/>
                    <a:pt x="11562" y="7437"/>
                  </a:cubicBezTo>
                  <a:cubicBezTo>
                    <a:pt x="10896" y="6806"/>
                    <a:pt x="10437" y="6002"/>
                    <a:pt x="10437" y="5084"/>
                  </a:cubicBezTo>
                  <a:cubicBezTo>
                    <a:pt x="10437" y="3886"/>
                    <a:pt x="11209" y="2893"/>
                    <a:pt x="12210" y="2207"/>
                  </a:cubicBezTo>
                  <a:cubicBezTo>
                    <a:pt x="13451" y="1360"/>
                    <a:pt x="15087" y="936"/>
                    <a:pt x="16723" y="936"/>
                  </a:cubicBezTo>
                  <a:cubicBezTo>
                    <a:pt x="18359" y="936"/>
                    <a:pt x="19995" y="1360"/>
                    <a:pt x="21236" y="2207"/>
                  </a:cubicBezTo>
                  <a:cubicBezTo>
                    <a:pt x="22918" y="3356"/>
                    <a:pt x="23296" y="4860"/>
                    <a:pt x="22819" y="6096"/>
                  </a:cubicBezTo>
                  <a:cubicBezTo>
                    <a:pt x="22724" y="6337"/>
                    <a:pt x="22844" y="6609"/>
                    <a:pt x="23086" y="6703"/>
                  </a:cubicBezTo>
                  <a:cubicBezTo>
                    <a:pt x="23141" y="6724"/>
                    <a:pt x="23197" y="6734"/>
                    <a:pt x="23253" y="6734"/>
                  </a:cubicBezTo>
                  <a:cubicBezTo>
                    <a:pt x="23441" y="6734"/>
                    <a:pt x="23619" y="6620"/>
                    <a:pt x="23691" y="6434"/>
                  </a:cubicBezTo>
                  <a:cubicBezTo>
                    <a:pt x="24328" y="4788"/>
                    <a:pt x="23807" y="2830"/>
                    <a:pt x="21763" y="1434"/>
                  </a:cubicBezTo>
                  <a:cubicBezTo>
                    <a:pt x="20347" y="466"/>
                    <a:pt x="18533" y="0"/>
                    <a:pt x="167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0"/>
            <p:cNvSpPr/>
            <p:nvPr/>
          </p:nvSpPr>
          <p:spPr>
            <a:xfrm>
              <a:off x="6195978" y="1981752"/>
              <a:ext cx="60873" cy="12227"/>
            </a:xfrm>
            <a:custGeom>
              <a:rect b="b" l="l" r="r" t="t"/>
              <a:pathLst>
                <a:path extrusionOk="0" h="938" w="4670">
                  <a:moveTo>
                    <a:pt x="468" y="1"/>
                  </a:moveTo>
                  <a:cubicBezTo>
                    <a:pt x="210" y="1"/>
                    <a:pt x="0" y="212"/>
                    <a:pt x="0" y="470"/>
                  </a:cubicBezTo>
                  <a:cubicBezTo>
                    <a:pt x="0" y="728"/>
                    <a:pt x="210" y="938"/>
                    <a:pt x="468" y="938"/>
                  </a:cubicBezTo>
                  <a:lnTo>
                    <a:pt x="4199" y="938"/>
                  </a:lnTo>
                  <a:cubicBezTo>
                    <a:pt x="4457" y="938"/>
                    <a:pt x="4667" y="728"/>
                    <a:pt x="4667" y="470"/>
                  </a:cubicBezTo>
                  <a:cubicBezTo>
                    <a:pt x="4670" y="212"/>
                    <a:pt x="4459"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0"/>
            <p:cNvSpPr/>
            <p:nvPr/>
          </p:nvSpPr>
          <p:spPr>
            <a:xfrm>
              <a:off x="6260881" y="1981752"/>
              <a:ext cx="77089" cy="76763"/>
            </a:xfrm>
            <a:custGeom>
              <a:rect b="b" l="l" r="r" t="t"/>
              <a:pathLst>
                <a:path extrusionOk="0" h="5889" w="5914">
                  <a:moveTo>
                    <a:pt x="2962" y="1"/>
                  </a:moveTo>
                  <a:cubicBezTo>
                    <a:pt x="2017" y="1"/>
                    <a:pt x="1248" y="770"/>
                    <a:pt x="1248" y="1716"/>
                  </a:cubicBezTo>
                  <a:lnTo>
                    <a:pt x="1248" y="4174"/>
                  </a:lnTo>
                  <a:cubicBezTo>
                    <a:pt x="1248" y="4601"/>
                    <a:pt x="897" y="4951"/>
                    <a:pt x="468" y="4951"/>
                  </a:cubicBezTo>
                  <a:cubicBezTo>
                    <a:pt x="210" y="4951"/>
                    <a:pt x="1" y="5161"/>
                    <a:pt x="1" y="5421"/>
                  </a:cubicBezTo>
                  <a:cubicBezTo>
                    <a:pt x="1" y="5679"/>
                    <a:pt x="210" y="5888"/>
                    <a:pt x="468" y="5888"/>
                  </a:cubicBezTo>
                  <a:cubicBezTo>
                    <a:pt x="1414" y="5888"/>
                    <a:pt x="2183" y="5119"/>
                    <a:pt x="2183" y="4174"/>
                  </a:cubicBezTo>
                  <a:lnTo>
                    <a:pt x="2183" y="1716"/>
                  </a:lnTo>
                  <a:cubicBezTo>
                    <a:pt x="2183" y="1288"/>
                    <a:pt x="2533" y="938"/>
                    <a:pt x="2962" y="938"/>
                  </a:cubicBezTo>
                  <a:lnTo>
                    <a:pt x="5446" y="938"/>
                  </a:lnTo>
                  <a:cubicBezTo>
                    <a:pt x="5704" y="938"/>
                    <a:pt x="5914" y="728"/>
                    <a:pt x="5914" y="470"/>
                  </a:cubicBezTo>
                  <a:cubicBezTo>
                    <a:pt x="5914" y="212"/>
                    <a:pt x="5704"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0"/>
            <p:cNvSpPr/>
            <p:nvPr/>
          </p:nvSpPr>
          <p:spPr>
            <a:xfrm>
              <a:off x="6228436" y="2091458"/>
              <a:ext cx="77102" cy="12227"/>
            </a:xfrm>
            <a:custGeom>
              <a:rect b="b" l="l" r="r" t="t"/>
              <a:pathLst>
                <a:path extrusionOk="0" h="938" w="5915">
                  <a:moveTo>
                    <a:pt x="468" y="1"/>
                  </a:moveTo>
                  <a:cubicBezTo>
                    <a:pt x="210" y="1"/>
                    <a:pt x="0" y="212"/>
                    <a:pt x="0" y="470"/>
                  </a:cubicBezTo>
                  <a:cubicBezTo>
                    <a:pt x="0" y="728"/>
                    <a:pt x="210" y="938"/>
                    <a:pt x="468" y="938"/>
                  </a:cubicBezTo>
                  <a:lnTo>
                    <a:pt x="5447" y="938"/>
                  </a:lnTo>
                  <a:cubicBezTo>
                    <a:pt x="5705" y="938"/>
                    <a:pt x="5915" y="728"/>
                    <a:pt x="5915" y="470"/>
                  </a:cubicBezTo>
                  <a:cubicBezTo>
                    <a:pt x="5915" y="212"/>
                    <a:pt x="5705" y="1"/>
                    <a:pt x="54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5" name="Google Shape;6205;p70"/>
          <p:cNvGrpSpPr/>
          <p:nvPr/>
        </p:nvGrpSpPr>
        <p:grpSpPr>
          <a:xfrm>
            <a:off x="5022038" y="2589489"/>
            <a:ext cx="331350" cy="416703"/>
            <a:chOff x="5022038" y="2589489"/>
            <a:chExt cx="331350" cy="416703"/>
          </a:xfrm>
        </p:grpSpPr>
        <p:sp>
          <p:nvSpPr>
            <p:cNvPr id="6206" name="Google Shape;6206;p70"/>
            <p:cNvSpPr/>
            <p:nvPr/>
          </p:nvSpPr>
          <p:spPr>
            <a:xfrm>
              <a:off x="5297121" y="2771574"/>
              <a:ext cx="50094" cy="74182"/>
            </a:xfrm>
            <a:custGeom>
              <a:rect b="b" l="l" r="r" t="t"/>
              <a:pathLst>
                <a:path extrusionOk="0" h="5691" w="3843">
                  <a:moveTo>
                    <a:pt x="420" y="1"/>
                  </a:moveTo>
                  <a:lnTo>
                    <a:pt x="0" y="5690"/>
                  </a:lnTo>
                  <a:lnTo>
                    <a:pt x="278" y="5690"/>
                  </a:lnTo>
                  <a:cubicBezTo>
                    <a:pt x="2247" y="5690"/>
                    <a:pt x="3841" y="4094"/>
                    <a:pt x="3843" y="2127"/>
                  </a:cubicBezTo>
                  <a:lnTo>
                    <a:pt x="3843" y="1918"/>
                  </a:lnTo>
                  <a:cubicBezTo>
                    <a:pt x="3843" y="857"/>
                    <a:pt x="2983" y="1"/>
                    <a:pt x="1926" y="1"/>
                  </a:cubicBez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0"/>
            <p:cNvSpPr/>
            <p:nvPr/>
          </p:nvSpPr>
          <p:spPr>
            <a:xfrm>
              <a:off x="5028124" y="2771574"/>
              <a:ext cx="50107" cy="74182"/>
            </a:xfrm>
            <a:custGeom>
              <a:rect b="b" l="l" r="r" t="t"/>
              <a:pathLst>
                <a:path extrusionOk="0" h="5691" w="3844">
                  <a:moveTo>
                    <a:pt x="1918" y="1"/>
                  </a:moveTo>
                  <a:cubicBezTo>
                    <a:pt x="860" y="1"/>
                    <a:pt x="1" y="857"/>
                    <a:pt x="1" y="1918"/>
                  </a:cubicBezTo>
                  <a:lnTo>
                    <a:pt x="1" y="2127"/>
                  </a:lnTo>
                  <a:cubicBezTo>
                    <a:pt x="1" y="4094"/>
                    <a:pt x="1598" y="5690"/>
                    <a:pt x="3565" y="5690"/>
                  </a:cubicBezTo>
                  <a:lnTo>
                    <a:pt x="3844" y="5690"/>
                  </a:lnTo>
                  <a:lnTo>
                    <a:pt x="3423" y="1"/>
                  </a:ln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0"/>
            <p:cNvSpPr/>
            <p:nvPr/>
          </p:nvSpPr>
          <p:spPr>
            <a:xfrm>
              <a:off x="5082385" y="2932649"/>
              <a:ext cx="210567" cy="67443"/>
            </a:xfrm>
            <a:custGeom>
              <a:rect b="b" l="l" r="r" t="t"/>
              <a:pathLst>
                <a:path extrusionOk="0" h="5174" w="16154">
                  <a:moveTo>
                    <a:pt x="3516" y="0"/>
                  </a:moveTo>
                  <a:lnTo>
                    <a:pt x="3516" y="1630"/>
                  </a:lnTo>
                  <a:cubicBezTo>
                    <a:pt x="3516" y="2540"/>
                    <a:pt x="2995" y="3369"/>
                    <a:pt x="2174" y="3761"/>
                  </a:cubicBezTo>
                  <a:lnTo>
                    <a:pt x="247" y="4687"/>
                  </a:lnTo>
                  <a:cubicBezTo>
                    <a:pt x="1" y="4806"/>
                    <a:pt x="85" y="5173"/>
                    <a:pt x="358" y="5173"/>
                  </a:cubicBezTo>
                  <a:lnTo>
                    <a:pt x="15798" y="5173"/>
                  </a:lnTo>
                  <a:cubicBezTo>
                    <a:pt x="16070" y="5173"/>
                    <a:pt x="16154" y="4806"/>
                    <a:pt x="15910" y="4687"/>
                  </a:cubicBezTo>
                  <a:lnTo>
                    <a:pt x="13981" y="3761"/>
                  </a:lnTo>
                  <a:cubicBezTo>
                    <a:pt x="13162" y="3367"/>
                    <a:pt x="12639" y="2539"/>
                    <a:pt x="12639" y="1630"/>
                  </a:cubicBezTo>
                  <a:lnTo>
                    <a:pt x="12639" y="0"/>
                  </a:lnTo>
                  <a:cubicBezTo>
                    <a:pt x="11039" y="1095"/>
                    <a:pt x="9275" y="1721"/>
                    <a:pt x="8078" y="1721"/>
                  </a:cubicBezTo>
                  <a:cubicBezTo>
                    <a:pt x="6881" y="1721"/>
                    <a:pt x="5115" y="1095"/>
                    <a:pt x="3516" y="0"/>
                  </a:cubicBez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0"/>
            <p:cNvSpPr/>
            <p:nvPr/>
          </p:nvSpPr>
          <p:spPr>
            <a:xfrm>
              <a:off x="5066249" y="2625711"/>
              <a:ext cx="242842" cy="329381"/>
            </a:xfrm>
            <a:custGeom>
              <a:rect b="b" l="l" r="r" t="t"/>
              <a:pathLst>
                <a:path extrusionOk="0" h="25269" w="18630">
                  <a:moveTo>
                    <a:pt x="9316" y="1"/>
                  </a:moveTo>
                  <a:cubicBezTo>
                    <a:pt x="4111" y="1"/>
                    <a:pt x="0" y="4423"/>
                    <a:pt x="383" y="9616"/>
                  </a:cubicBezTo>
                  <a:lnTo>
                    <a:pt x="993" y="17887"/>
                  </a:lnTo>
                  <a:cubicBezTo>
                    <a:pt x="1315" y="22248"/>
                    <a:pt x="6690" y="25268"/>
                    <a:pt x="9317" y="25268"/>
                  </a:cubicBezTo>
                  <a:cubicBezTo>
                    <a:pt x="11946" y="25268"/>
                    <a:pt x="17321" y="22245"/>
                    <a:pt x="17643" y="17887"/>
                  </a:cubicBezTo>
                  <a:lnTo>
                    <a:pt x="18248" y="9616"/>
                  </a:lnTo>
                  <a:cubicBezTo>
                    <a:pt x="18630" y="4423"/>
                    <a:pt x="14522" y="1"/>
                    <a:pt x="9316" y="1"/>
                  </a:cubicBez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0"/>
            <p:cNvSpPr/>
            <p:nvPr/>
          </p:nvSpPr>
          <p:spPr>
            <a:xfrm>
              <a:off x="5130064" y="2631133"/>
              <a:ext cx="178149" cy="323959"/>
            </a:xfrm>
            <a:custGeom>
              <a:rect b="b" l="l" r="r" t="t"/>
              <a:pathLst>
                <a:path extrusionOk="0" h="24853" w="13667">
                  <a:moveTo>
                    <a:pt x="7123" y="1"/>
                  </a:moveTo>
                  <a:lnTo>
                    <a:pt x="7123" y="1"/>
                  </a:lnTo>
                  <a:cubicBezTo>
                    <a:pt x="9573" y="1751"/>
                    <a:pt x="11094" y="4702"/>
                    <a:pt x="10855" y="7952"/>
                  </a:cubicBezTo>
                  <a:lnTo>
                    <a:pt x="10246" y="16223"/>
                  </a:lnTo>
                  <a:cubicBezTo>
                    <a:pt x="9924" y="20583"/>
                    <a:pt x="4549" y="23604"/>
                    <a:pt x="1922" y="23604"/>
                  </a:cubicBezTo>
                  <a:cubicBezTo>
                    <a:pt x="1376" y="23604"/>
                    <a:pt x="712" y="23472"/>
                    <a:pt x="0" y="23228"/>
                  </a:cubicBezTo>
                  <a:lnTo>
                    <a:pt x="0" y="23228"/>
                  </a:lnTo>
                  <a:cubicBezTo>
                    <a:pt x="1560" y="24264"/>
                    <a:pt x="3257" y="24852"/>
                    <a:pt x="4420" y="24852"/>
                  </a:cubicBezTo>
                  <a:cubicBezTo>
                    <a:pt x="7047" y="24852"/>
                    <a:pt x="12422" y="21829"/>
                    <a:pt x="12744" y="17471"/>
                  </a:cubicBezTo>
                  <a:lnTo>
                    <a:pt x="13354" y="9200"/>
                  </a:lnTo>
                  <a:cubicBezTo>
                    <a:pt x="13666" y="4951"/>
                    <a:pt x="10969" y="1215"/>
                    <a:pt x="7123"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0"/>
            <p:cNvSpPr/>
            <p:nvPr/>
          </p:nvSpPr>
          <p:spPr>
            <a:xfrm>
              <a:off x="5122764" y="2615961"/>
              <a:ext cx="129803" cy="133322"/>
            </a:xfrm>
            <a:custGeom>
              <a:rect b="b" l="l" r="r" t="t"/>
              <a:pathLst>
                <a:path extrusionOk="0" h="10228" w="9958">
                  <a:moveTo>
                    <a:pt x="1" y="1"/>
                  </a:moveTo>
                  <a:lnTo>
                    <a:pt x="1" y="10228"/>
                  </a:lnTo>
                  <a:lnTo>
                    <a:pt x="9958" y="10228"/>
                  </a:lnTo>
                  <a:lnTo>
                    <a:pt x="9958" y="1561"/>
                  </a:lnTo>
                  <a:lnTo>
                    <a:pt x="1562" y="1561"/>
                  </a:lnTo>
                  <a:cubicBezTo>
                    <a:pt x="701" y="1561"/>
                    <a:pt x="1" y="863"/>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0"/>
            <p:cNvSpPr/>
            <p:nvPr/>
          </p:nvSpPr>
          <p:spPr>
            <a:xfrm>
              <a:off x="5122764" y="2595615"/>
              <a:ext cx="129803" cy="40695"/>
            </a:xfrm>
            <a:custGeom>
              <a:rect b="b" l="l" r="r" t="t"/>
              <a:pathLst>
                <a:path extrusionOk="0" h="3122" w="9958">
                  <a:moveTo>
                    <a:pt x="1562" y="1"/>
                  </a:moveTo>
                  <a:cubicBezTo>
                    <a:pt x="701" y="1"/>
                    <a:pt x="1" y="698"/>
                    <a:pt x="1" y="1562"/>
                  </a:cubicBezTo>
                  <a:cubicBezTo>
                    <a:pt x="1" y="2423"/>
                    <a:pt x="698" y="3122"/>
                    <a:pt x="1562" y="3122"/>
                  </a:cubicBezTo>
                  <a:lnTo>
                    <a:pt x="9958" y="3122"/>
                  </a:lnTo>
                  <a:lnTo>
                    <a:pt x="995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0"/>
            <p:cNvSpPr/>
            <p:nvPr/>
          </p:nvSpPr>
          <p:spPr>
            <a:xfrm>
              <a:off x="5151270" y="2664787"/>
              <a:ext cx="72853" cy="28012"/>
            </a:xfrm>
            <a:custGeom>
              <a:rect b="b" l="l" r="r" t="t"/>
              <a:pathLst>
                <a:path extrusionOk="0" h="2149" w="5589">
                  <a:moveTo>
                    <a:pt x="210" y="0"/>
                  </a:moveTo>
                  <a:cubicBezTo>
                    <a:pt x="94" y="0"/>
                    <a:pt x="0" y="95"/>
                    <a:pt x="0" y="210"/>
                  </a:cubicBezTo>
                  <a:lnTo>
                    <a:pt x="0" y="1939"/>
                  </a:lnTo>
                  <a:cubicBezTo>
                    <a:pt x="0" y="2055"/>
                    <a:pt x="95" y="2148"/>
                    <a:pt x="210" y="2148"/>
                  </a:cubicBezTo>
                  <a:lnTo>
                    <a:pt x="5377" y="2148"/>
                  </a:lnTo>
                  <a:cubicBezTo>
                    <a:pt x="5492" y="2148"/>
                    <a:pt x="5585" y="2055"/>
                    <a:pt x="5588" y="1940"/>
                  </a:cubicBezTo>
                  <a:lnTo>
                    <a:pt x="5588" y="210"/>
                  </a:lnTo>
                  <a:cubicBezTo>
                    <a:pt x="5588" y="93"/>
                    <a:pt x="5492" y="0"/>
                    <a:pt x="53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0"/>
            <p:cNvSpPr/>
            <p:nvPr/>
          </p:nvSpPr>
          <p:spPr>
            <a:xfrm>
              <a:off x="5095041" y="2676791"/>
              <a:ext cx="27738" cy="72488"/>
            </a:xfrm>
            <a:custGeom>
              <a:rect b="b" l="l" r="r" t="t"/>
              <a:pathLst>
                <a:path extrusionOk="0" h="5561" w="2128">
                  <a:moveTo>
                    <a:pt x="2128" y="0"/>
                  </a:moveTo>
                  <a:cubicBezTo>
                    <a:pt x="2056" y="71"/>
                    <a:pt x="1985" y="144"/>
                    <a:pt x="1917" y="217"/>
                  </a:cubicBezTo>
                  <a:cubicBezTo>
                    <a:pt x="793" y="1427"/>
                    <a:pt x="144" y="2935"/>
                    <a:pt x="37" y="4546"/>
                  </a:cubicBezTo>
                  <a:cubicBezTo>
                    <a:pt x="1" y="5094"/>
                    <a:pt x="436" y="5561"/>
                    <a:pt x="987" y="5561"/>
                  </a:cubicBezTo>
                  <a:lnTo>
                    <a:pt x="2128" y="5561"/>
                  </a:lnTo>
                  <a:lnTo>
                    <a:pt x="2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0"/>
            <p:cNvSpPr/>
            <p:nvPr/>
          </p:nvSpPr>
          <p:spPr>
            <a:xfrm>
              <a:off x="5252544" y="2676765"/>
              <a:ext cx="27738" cy="72501"/>
            </a:xfrm>
            <a:custGeom>
              <a:rect b="b" l="l" r="r" t="t"/>
              <a:pathLst>
                <a:path extrusionOk="0" h="5562" w="2128">
                  <a:moveTo>
                    <a:pt x="1" y="1"/>
                  </a:moveTo>
                  <a:lnTo>
                    <a:pt x="1" y="5561"/>
                  </a:lnTo>
                  <a:lnTo>
                    <a:pt x="1141" y="5561"/>
                  </a:lnTo>
                  <a:cubicBezTo>
                    <a:pt x="1142" y="5561"/>
                    <a:pt x="1143" y="5561"/>
                    <a:pt x="1144" y="5561"/>
                  </a:cubicBezTo>
                  <a:cubicBezTo>
                    <a:pt x="1694" y="5561"/>
                    <a:pt x="2127" y="5096"/>
                    <a:pt x="2091" y="4548"/>
                  </a:cubicBezTo>
                  <a:cubicBezTo>
                    <a:pt x="1984" y="2937"/>
                    <a:pt x="1335" y="1429"/>
                    <a:pt x="212" y="219"/>
                  </a:cubicBezTo>
                  <a:cubicBezTo>
                    <a:pt x="143" y="144"/>
                    <a:pt x="72" y="73"/>
                    <a:pt x="1" y="1"/>
                  </a:cubicBezTo>
                  <a:close/>
                </a:path>
              </a:pathLst>
            </a:custGeom>
            <a:solidFill>
              <a:srgbClr val="9DC6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0"/>
            <p:cNvSpPr/>
            <p:nvPr/>
          </p:nvSpPr>
          <p:spPr>
            <a:xfrm>
              <a:off x="5095041" y="2732968"/>
              <a:ext cx="27738" cy="16307"/>
            </a:xfrm>
            <a:custGeom>
              <a:rect b="b" l="l" r="r" t="t"/>
              <a:pathLst>
                <a:path extrusionOk="0" h="1251" w="2128">
                  <a:moveTo>
                    <a:pt x="56" y="1"/>
                  </a:moveTo>
                  <a:cubicBezTo>
                    <a:pt x="48" y="78"/>
                    <a:pt x="41" y="157"/>
                    <a:pt x="37" y="236"/>
                  </a:cubicBezTo>
                  <a:cubicBezTo>
                    <a:pt x="1" y="784"/>
                    <a:pt x="436" y="1251"/>
                    <a:pt x="987" y="1251"/>
                  </a:cubicBezTo>
                  <a:lnTo>
                    <a:pt x="2128" y="1251"/>
                  </a:lnTo>
                  <a:lnTo>
                    <a:pt x="2128" y="2"/>
                  </a:lnTo>
                  <a:lnTo>
                    <a:pt x="56" y="2"/>
                  </a:lnTo>
                  <a:lnTo>
                    <a:pt x="56" y="1"/>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0"/>
            <p:cNvSpPr/>
            <p:nvPr/>
          </p:nvSpPr>
          <p:spPr>
            <a:xfrm>
              <a:off x="5122764" y="2732968"/>
              <a:ext cx="129803" cy="16294"/>
            </a:xfrm>
            <a:custGeom>
              <a:rect b="b" l="l" r="r" t="t"/>
              <a:pathLst>
                <a:path extrusionOk="0" h="1250" w="9958">
                  <a:moveTo>
                    <a:pt x="1" y="1"/>
                  </a:moveTo>
                  <a:lnTo>
                    <a:pt x="1" y="1249"/>
                  </a:lnTo>
                  <a:lnTo>
                    <a:pt x="9958" y="1249"/>
                  </a:lnTo>
                  <a:lnTo>
                    <a:pt x="9958" y="1"/>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0"/>
            <p:cNvSpPr/>
            <p:nvPr/>
          </p:nvSpPr>
          <p:spPr>
            <a:xfrm>
              <a:off x="5252544" y="2676765"/>
              <a:ext cx="27738" cy="72514"/>
            </a:xfrm>
            <a:custGeom>
              <a:rect b="b" l="l" r="r" t="t"/>
              <a:pathLst>
                <a:path extrusionOk="0" h="5563" w="2128">
                  <a:moveTo>
                    <a:pt x="1" y="1"/>
                  </a:moveTo>
                  <a:lnTo>
                    <a:pt x="1" y="1967"/>
                  </a:lnTo>
                  <a:cubicBezTo>
                    <a:pt x="115" y="2399"/>
                    <a:pt x="189" y="2845"/>
                    <a:pt x="219" y="3300"/>
                  </a:cubicBezTo>
                  <a:cubicBezTo>
                    <a:pt x="236" y="3554"/>
                    <a:pt x="151" y="3791"/>
                    <a:pt x="1" y="3970"/>
                  </a:cubicBezTo>
                  <a:lnTo>
                    <a:pt x="1" y="5563"/>
                  </a:lnTo>
                  <a:lnTo>
                    <a:pt x="1141" y="5563"/>
                  </a:lnTo>
                  <a:cubicBezTo>
                    <a:pt x="1692" y="5563"/>
                    <a:pt x="2127" y="5096"/>
                    <a:pt x="2091" y="4548"/>
                  </a:cubicBezTo>
                  <a:cubicBezTo>
                    <a:pt x="1984" y="2937"/>
                    <a:pt x="1335" y="1429"/>
                    <a:pt x="212" y="219"/>
                  </a:cubicBezTo>
                  <a:cubicBezTo>
                    <a:pt x="143" y="144"/>
                    <a:pt x="72" y="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0"/>
            <p:cNvSpPr/>
            <p:nvPr/>
          </p:nvSpPr>
          <p:spPr>
            <a:xfrm>
              <a:off x="5022038" y="2589489"/>
              <a:ext cx="331350" cy="416703"/>
            </a:xfrm>
            <a:custGeom>
              <a:rect b="b" l="l" r="r" t="t"/>
              <a:pathLst>
                <a:path extrusionOk="0" h="31968" w="25420">
                  <a:moveTo>
                    <a:pt x="17218" y="937"/>
                  </a:moveTo>
                  <a:lnTo>
                    <a:pt x="17218" y="1498"/>
                  </a:lnTo>
                  <a:lnTo>
                    <a:pt x="9290" y="1498"/>
                  </a:lnTo>
                  <a:cubicBezTo>
                    <a:pt x="9031" y="1498"/>
                    <a:pt x="8821" y="1709"/>
                    <a:pt x="8821" y="1967"/>
                  </a:cubicBezTo>
                  <a:cubicBezTo>
                    <a:pt x="8821" y="2226"/>
                    <a:pt x="9031" y="2435"/>
                    <a:pt x="9290" y="2435"/>
                  </a:cubicBezTo>
                  <a:lnTo>
                    <a:pt x="17218" y="2435"/>
                  </a:lnTo>
                  <a:lnTo>
                    <a:pt x="17218" y="3123"/>
                  </a:lnTo>
                  <a:lnTo>
                    <a:pt x="9290" y="3123"/>
                  </a:lnTo>
                  <a:cubicBezTo>
                    <a:pt x="8687" y="3123"/>
                    <a:pt x="8196" y="2632"/>
                    <a:pt x="8196" y="2029"/>
                  </a:cubicBezTo>
                  <a:cubicBezTo>
                    <a:pt x="8196" y="1429"/>
                    <a:pt x="8689" y="937"/>
                    <a:pt x="9290" y="937"/>
                  </a:cubicBezTo>
                  <a:close/>
                  <a:moveTo>
                    <a:pt x="8196" y="3741"/>
                  </a:moveTo>
                  <a:cubicBezTo>
                    <a:pt x="8512" y="3943"/>
                    <a:pt x="8888" y="4060"/>
                    <a:pt x="9290" y="4060"/>
                  </a:cubicBezTo>
                  <a:lnTo>
                    <a:pt x="17218" y="4060"/>
                  </a:lnTo>
                  <a:lnTo>
                    <a:pt x="17218" y="11791"/>
                  </a:lnTo>
                  <a:lnTo>
                    <a:pt x="8196" y="11791"/>
                  </a:lnTo>
                  <a:lnTo>
                    <a:pt x="8196" y="10512"/>
                  </a:lnTo>
                  <a:cubicBezTo>
                    <a:pt x="8196" y="10254"/>
                    <a:pt x="7987" y="10043"/>
                    <a:pt x="7729" y="10043"/>
                  </a:cubicBezTo>
                  <a:cubicBezTo>
                    <a:pt x="7470" y="10043"/>
                    <a:pt x="7261" y="10254"/>
                    <a:pt x="7261" y="10512"/>
                  </a:cubicBezTo>
                  <a:lnTo>
                    <a:pt x="7261" y="11791"/>
                  </a:lnTo>
                  <a:lnTo>
                    <a:pt x="6588" y="11791"/>
                  </a:lnTo>
                  <a:cubicBezTo>
                    <a:pt x="6308" y="11791"/>
                    <a:pt x="6087" y="11554"/>
                    <a:pt x="6106" y="11276"/>
                  </a:cubicBezTo>
                  <a:cubicBezTo>
                    <a:pt x="6185" y="10078"/>
                    <a:pt x="6581" y="8953"/>
                    <a:pt x="7261" y="7977"/>
                  </a:cubicBezTo>
                  <a:lnTo>
                    <a:pt x="7261" y="8327"/>
                  </a:lnTo>
                  <a:cubicBezTo>
                    <a:pt x="7261" y="8585"/>
                    <a:pt x="7470" y="8795"/>
                    <a:pt x="7729" y="8795"/>
                  </a:cubicBezTo>
                  <a:cubicBezTo>
                    <a:pt x="7987" y="8795"/>
                    <a:pt x="8196" y="8585"/>
                    <a:pt x="8196" y="8327"/>
                  </a:cubicBezTo>
                  <a:lnTo>
                    <a:pt x="8196" y="3741"/>
                  </a:lnTo>
                  <a:close/>
                  <a:moveTo>
                    <a:pt x="3454" y="14440"/>
                  </a:moveTo>
                  <a:lnTo>
                    <a:pt x="3804" y="19184"/>
                  </a:lnTo>
                  <a:cubicBezTo>
                    <a:pt x="2204" y="19067"/>
                    <a:pt x="936" y="17727"/>
                    <a:pt x="936" y="16097"/>
                  </a:cubicBezTo>
                  <a:lnTo>
                    <a:pt x="936" y="15888"/>
                  </a:lnTo>
                  <a:cubicBezTo>
                    <a:pt x="936" y="15090"/>
                    <a:pt x="1586" y="14440"/>
                    <a:pt x="2383" y="14440"/>
                  </a:cubicBezTo>
                  <a:close/>
                  <a:moveTo>
                    <a:pt x="23031" y="14440"/>
                  </a:moveTo>
                  <a:cubicBezTo>
                    <a:pt x="23829" y="14440"/>
                    <a:pt x="24479" y="15090"/>
                    <a:pt x="24479" y="15888"/>
                  </a:cubicBezTo>
                  <a:lnTo>
                    <a:pt x="24479" y="16097"/>
                  </a:lnTo>
                  <a:cubicBezTo>
                    <a:pt x="24479" y="17727"/>
                    <a:pt x="23212" y="19067"/>
                    <a:pt x="21610" y="19184"/>
                  </a:cubicBezTo>
                  <a:lnTo>
                    <a:pt x="21960" y="14440"/>
                  </a:lnTo>
                  <a:close/>
                  <a:moveTo>
                    <a:pt x="8615" y="27176"/>
                  </a:moveTo>
                  <a:cubicBezTo>
                    <a:pt x="10075" y="28034"/>
                    <a:pt x="11593" y="28515"/>
                    <a:pt x="12708" y="28515"/>
                  </a:cubicBezTo>
                  <a:cubicBezTo>
                    <a:pt x="12709" y="28515"/>
                    <a:pt x="12711" y="28515"/>
                    <a:pt x="12713" y="28515"/>
                  </a:cubicBezTo>
                  <a:cubicBezTo>
                    <a:pt x="13850" y="28515"/>
                    <a:pt x="15367" y="28017"/>
                    <a:pt x="16800" y="27179"/>
                  </a:cubicBezTo>
                  <a:lnTo>
                    <a:pt x="16800" y="27958"/>
                  </a:lnTo>
                  <a:cubicBezTo>
                    <a:pt x="16800" y="29040"/>
                    <a:pt x="17433" y="30043"/>
                    <a:pt x="18409" y="30511"/>
                  </a:cubicBezTo>
                  <a:lnTo>
                    <a:pt x="19494" y="31032"/>
                  </a:lnTo>
                  <a:lnTo>
                    <a:pt x="5922" y="31032"/>
                  </a:lnTo>
                  <a:lnTo>
                    <a:pt x="7007" y="30511"/>
                  </a:lnTo>
                  <a:cubicBezTo>
                    <a:pt x="7983" y="30043"/>
                    <a:pt x="8615" y="29040"/>
                    <a:pt x="8615" y="27958"/>
                  </a:cubicBezTo>
                  <a:lnTo>
                    <a:pt x="8615" y="27176"/>
                  </a:lnTo>
                  <a:close/>
                  <a:moveTo>
                    <a:pt x="9290" y="0"/>
                  </a:moveTo>
                  <a:cubicBezTo>
                    <a:pt x="8171" y="0"/>
                    <a:pt x="7261" y="913"/>
                    <a:pt x="7261" y="2029"/>
                  </a:cubicBezTo>
                  <a:lnTo>
                    <a:pt x="7261" y="4042"/>
                  </a:lnTo>
                  <a:cubicBezTo>
                    <a:pt x="4575" y="5949"/>
                    <a:pt x="3065" y="9138"/>
                    <a:pt x="3308" y="12429"/>
                  </a:cubicBezTo>
                  <a:lnTo>
                    <a:pt x="3386" y="13501"/>
                  </a:lnTo>
                  <a:lnTo>
                    <a:pt x="2385" y="13501"/>
                  </a:lnTo>
                  <a:cubicBezTo>
                    <a:pt x="1070" y="13501"/>
                    <a:pt x="0" y="14570"/>
                    <a:pt x="0" y="15888"/>
                  </a:cubicBezTo>
                  <a:lnTo>
                    <a:pt x="0" y="16097"/>
                  </a:lnTo>
                  <a:cubicBezTo>
                    <a:pt x="0" y="18268"/>
                    <a:pt x="1723" y="20043"/>
                    <a:pt x="3874" y="20126"/>
                  </a:cubicBezTo>
                  <a:lnTo>
                    <a:pt x="3917" y="20700"/>
                  </a:lnTo>
                  <a:cubicBezTo>
                    <a:pt x="4097" y="23133"/>
                    <a:pt x="5741" y="25179"/>
                    <a:pt x="7678" y="26569"/>
                  </a:cubicBezTo>
                  <a:lnTo>
                    <a:pt x="7678" y="27958"/>
                  </a:lnTo>
                  <a:cubicBezTo>
                    <a:pt x="7678" y="28683"/>
                    <a:pt x="7256" y="29355"/>
                    <a:pt x="6604" y="29666"/>
                  </a:cubicBezTo>
                  <a:lnTo>
                    <a:pt x="4676" y="30591"/>
                  </a:lnTo>
                  <a:cubicBezTo>
                    <a:pt x="4369" y="30739"/>
                    <a:pt x="4207" y="31075"/>
                    <a:pt x="4283" y="31405"/>
                  </a:cubicBezTo>
                  <a:cubicBezTo>
                    <a:pt x="4358" y="31737"/>
                    <a:pt x="4649" y="31968"/>
                    <a:pt x="4989" y="31968"/>
                  </a:cubicBezTo>
                  <a:lnTo>
                    <a:pt x="20429" y="31968"/>
                  </a:lnTo>
                  <a:cubicBezTo>
                    <a:pt x="20771" y="31968"/>
                    <a:pt x="21061" y="31737"/>
                    <a:pt x="21137" y="31405"/>
                  </a:cubicBezTo>
                  <a:cubicBezTo>
                    <a:pt x="21211" y="31072"/>
                    <a:pt x="21050" y="30739"/>
                    <a:pt x="20743" y="30591"/>
                  </a:cubicBezTo>
                  <a:lnTo>
                    <a:pt x="18815" y="29666"/>
                  </a:lnTo>
                  <a:cubicBezTo>
                    <a:pt x="18162" y="29353"/>
                    <a:pt x="17742" y="28682"/>
                    <a:pt x="17742" y="27958"/>
                  </a:cubicBezTo>
                  <a:lnTo>
                    <a:pt x="17742" y="26572"/>
                  </a:lnTo>
                  <a:cubicBezTo>
                    <a:pt x="19033" y="25648"/>
                    <a:pt x="20073" y="24517"/>
                    <a:pt x="20716" y="23321"/>
                  </a:cubicBezTo>
                  <a:cubicBezTo>
                    <a:pt x="20838" y="23092"/>
                    <a:pt x="20755" y="22810"/>
                    <a:pt x="20527" y="22685"/>
                  </a:cubicBezTo>
                  <a:cubicBezTo>
                    <a:pt x="20456" y="22647"/>
                    <a:pt x="20380" y="22629"/>
                    <a:pt x="20305" y="22629"/>
                  </a:cubicBezTo>
                  <a:cubicBezTo>
                    <a:pt x="20139" y="22629"/>
                    <a:pt x="19977" y="22718"/>
                    <a:pt x="19891" y="22876"/>
                  </a:cubicBezTo>
                  <a:cubicBezTo>
                    <a:pt x="18346" y="25747"/>
                    <a:pt x="14606" y="27581"/>
                    <a:pt x="12709" y="27581"/>
                  </a:cubicBezTo>
                  <a:cubicBezTo>
                    <a:pt x="9994" y="27581"/>
                    <a:pt x="5136" y="24467"/>
                    <a:pt x="4852" y="20632"/>
                  </a:cubicBezTo>
                  <a:cubicBezTo>
                    <a:pt x="4807" y="20013"/>
                    <a:pt x="4896" y="21236"/>
                    <a:pt x="4242" y="12361"/>
                  </a:cubicBezTo>
                  <a:cubicBezTo>
                    <a:pt x="4041" y="9626"/>
                    <a:pt x="5183" y="6970"/>
                    <a:pt x="7262" y="5226"/>
                  </a:cubicBezTo>
                  <a:lnTo>
                    <a:pt x="7262" y="6505"/>
                  </a:lnTo>
                  <a:cubicBezTo>
                    <a:pt x="6015" y="7802"/>
                    <a:pt x="5291" y="9436"/>
                    <a:pt x="5173" y="11211"/>
                  </a:cubicBezTo>
                  <a:cubicBezTo>
                    <a:pt x="5118" y="12029"/>
                    <a:pt x="5770" y="12725"/>
                    <a:pt x="6589" y="12725"/>
                  </a:cubicBezTo>
                  <a:lnTo>
                    <a:pt x="18829" y="12725"/>
                  </a:lnTo>
                  <a:cubicBezTo>
                    <a:pt x="19650" y="12725"/>
                    <a:pt x="20300" y="12031"/>
                    <a:pt x="20247" y="11211"/>
                  </a:cubicBezTo>
                  <a:cubicBezTo>
                    <a:pt x="20225" y="10890"/>
                    <a:pt x="20184" y="10567"/>
                    <a:pt x="20121" y="10254"/>
                  </a:cubicBezTo>
                  <a:cubicBezTo>
                    <a:pt x="20076" y="10031"/>
                    <a:pt x="19881" y="9875"/>
                    <a:pt x="19661" y="9875"/>
                  </a:cubicBezTo>
                  <a:cubicBezTo>
                    <a:pt x="19631" y="9875"/>
                    <a:pt x="19600" y="9878"/>
                    <a:pt x="19570" y="9884"/>
                  </a:cubicBezTo>
                  <a:cubicBezTo>
                    <a:pt x="19317" y="9934"/>
                    <a:pt x="19152" y="10180"/>
                    <a:pt x="19201" y="10435"/>
                  </a:cubicBezTo>
                  <a:cubicBezTo>
                    <a:pt x="19254" y="10709"/>
                    <a:pt x="19293" y="10993"/>
                    <a:pt x="19310" y="11273"/>
                  </a:cubicBezTo>
                  <a:cubicBezTo>
                    <a:pt x="19329" y="11553"/>
                    <a:pt x="19108" y="11787"/>
                    <a:pt x="18828" y="11787"/>
                  </a:cubicBezTo>
                  <a:lnTo>
                    <a:pt x="18155" y="11787"/>
                  </a:lnTo>
                  <a:lnTo>
                    <a:pt x="18155" y="7975"/>
                  </a:lnTo>
                  <a:cubicBezTo>
                    <a:pt x="18271" y="8142"/>
                    <a:pt x="18379" y="8313"/>
                    <a:pt x="18478" y="8489"/>
                  </a:cubicBezTo>
                  <a:cubicBezTo>
                    <a:pt x="18564" y="8641"/>
                    <a:pt x="18722" y="8726"/>
                    <a:pt x="18885" y="8726"/>
                  </a:cubicBezTo>
                  <a:cubicBezTo>
                    <a:pt x="19238" y="8726"/>
                    <a:pt x="19471" y="8341"/>
                    <a:pt x="19293" y="8026"/>
                  </a:cubicBezTo>
                  <a:cubicBezTo>
                    <a:pt x="18993" y="7496"/>
                    <a:pt x="18613" y="6980"/>
                    <a:pt x="18155" y="6503"/>
                  </a:cubicBezTo>
                  <a:lnTo>
                    <a:pt x="18155" y="5225"/>
                  </a:lnTo>
                  <a:cubicBezTo>
                    <a:pt x="20234" y="6968"/>
                    <a:pt x="21376" y="9624"/>
                    <a:pt x="21175" y="12359"/>
                  </a:cubicBezTo>
                  <a:cubicBezTo>
                    <a:pt x="20709" y="18683"/>
                    <a:pt x="20639" y="19624"/>
                    <a:pt x="20639" y="19624"/>
                  </a:cubicBezTo>
                  <a:cubicBezTo>
                    <a:pt x="20639" y="19624"/>
                    <a:pt x="20652" y="19455"/>
                    <a:pt x="20653" y="19455"/>
                  </a:cubicBezTo>
                  <a:lnTo>
                    <a:pt x="20653" y="19455"/>
                  </a:lnTo>
                  <a:cubicBezTo>
                    <a:pt x="20653" y="19455"/>
                    <a:pt x="20650" y="19497"/>
                    <a:pt x="20642" y="19624"/>
                  </a:cubicBezTo>
                  <a:cubicBezTo>
                    <a:pt x="20563" y="20702"/>
                    <a:pt x="20563" y="20751"/>
                    <a:pt x="20530" y="20977"/>
                  </a:cubicBezTo>
                  <a:cubicBezTo>
                    <a:pt x="20491" y="21260"/>
                    <a:pt x="20709" y="21513"/>
                    <a:pt x="20995" y="21513"/>
                  </a:cubicBezTo>
                  <a:cubicBezTo>
                    <a:pt x="21224" y="21513"/>
                    <a:pt x="21424" y="21343"/>
                    <a:pt x="21458" y="21111"/>
                  </a:cubicBezTo>
                  <a:cubicBezTo>
                    <a:pt x="21494" y="20860"/>
                    <a:pt x="21497" y="20762"/>
                    <a:pt x="21546" y="20122"/>
                  </a:cubicBezTo>
                  <a:cubicBezTo>
                    <a:pt x="23697" y="20040"/>
                    <a:pt x="25420" y="18264"/>
                    <a:pt x="25420" y="16094"/>
                  </a:cubicBezTo>
                  <a:lnTo>
                    <a:pt x="25420" y="15883"/>
                  </a:lnTo>
                  <a:cubicBezTo>
                    <a:pt x="25414" y="14573"/>
                    <a:pt x="24345" y="13501"/>
                    <a:pt x="23031" y="13501"/>
                  </a:cubicBezTo>
                  <a:lnTo>
                    <a:pt x="22029" y="13501"/>
                  </a:lnTo>
                  <a:lnTo>
                    <a:pt x="22108" y="12429"/>
                  </a:lnTo>
                  <a:cubicBezTo>
                    <a:pt x="22351" y="9138"/>
                    <a:pt x="20841" y="5949"/>
                    <a:pt x="18155" y="4042"/>
                  </a:cubicBezTo>
                  <a:lnTo>
                    <a:pt x="18155" y="469"/>
                  </a:lnTo>
                  <a:cubicBezTo>
                    <a:pt x="18155" y="211"/>
                    <a:pt x="17945" y="0"/>
                    <a:pt x="176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0"/>
            <p:cNvSpPr/>
            <p:nvPr/>
          </p:nvSpPr>
          <p:spPr>
            <a:xfrm>
              <a:off x="5116691" y="2783409"/>
              <a:ext cx="60860" cy="12227"/>
            </a:xfrm>
            <a:custGeom>
              <a:rect b="b" l="l" r="r" t="t"/>
              <a:pathLst>
                <a:path extrusionOk="0" h="938" w="4669">
                  <a:moveTo>
                    <a:pt x="468" y="1"/>
                  </a:moveTo>
                  <a:cubicBezTo>
                    <a:pt x="210" y="1"/>
                    <a:pt x="0" y="210"/>
                    <a:pt x="0" y="470"/>
                  </a:cubicBezTo>
                  <a:cubicBezTo>
                    <a:pt x="0" y="727"/>
                    <a:pt x="210" y="938"/>
                    <a:pt x="468" y="938"/>
                  </a:cubicBezTo>
                  <a:lnTo>
                    <a:pt x="4199" y="938"/>
                  </a:lnTo>
                  <a:cubicBezTo>
                    <a:pt x="4457" y="938"/>
                    <a:pt x="4668" y="728"/>
                    <a:pt x="4668" y="470"/>
                  </a:cubicBezTo>
                  <a:cubicBezTo>
                    <a:pt x="4668" y="212"/>
                    <a:pt x="4457"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0"/>
            <p:cNvSpPr/>
            <p:nvPr/>
          </p:nvSpPr>
          <p:spPr>
            <a:xfrm>
              <a:off x="5181561" y="2783409"/>
              <a:ext cx="77102" cy="76763"/>
            </a:xfrm>
            <a:custGeom>
              <a:rect b="b" l="l" r="r" t="t"/>
              <a:pathLst>
                <a:path extrusionOk="0" h="5889" w="5915">
                  <a:moveTo>
                    <a:pt x="2963" y="1"/>
                  </a:moveTo>
                  <a:cubicBezTo>
                    <a:pt x="2017" y="1"/>
                    <a:pt x="1248" y="770"/>
                    <a:pt x="1248" y="1716"/>
                  </a:cubicBezTo>
                  <a:lnTo>
                    <a:pt x="1248" y="4174"/>
                  </a:lnTo>
                  <a:cubicBezTo>
                    <a:pt x="1248" y="4601"/>
                    <a:pt x="898" y="4951"/>
                    <a:pt x="469" y="4951"/>
                  </a:cubicBezTo>
                  <a:cubicBezTo>
                    <a:pt x="210" y="4951"/>
                    <a:pt x="1" y="5161"/>
                    <a:pt x="1" y="5421"/>
                  </a:cubicBezTo>
                  <a:cubicBezTo>
                    <a:pt x="1" y="5678"/>
                    <a:pt x="210" y="5888"/>
                    <a:pt x="469" y="5888"/>
                  </a:cubicBezTo>
                  <a:cubicBezTo>
                    <a:pt x="1414" y="5888"/>
                    <a:pt x="2184" y="5119"/>
                    <a:pt x="2184" y="4174"/>
                  </a:cubicBezTo>
                  <a:lnTo>
                    <a:pt x="2184" y="1716"/>
                  </a:lnTo>
                  <a:cubicBezTo>
                    <a:pt x="2184" y="1288"/>
                    <a:pt x="2534" y="938"/>
                    <a:pt x="2963" y="938"/>
                  </a:cubicBezTo>
                  <a:lnTo>
                    <a:pt x="5447" y="938"/>
                  </a:lnTo>
                  <a:cubicBezTo>
                    <a:pt x="5706" y="938"/>
                    <a:pt x="5914" y="728"/>
                    <a:pt x="5914" y="470"/>
                  </a:cubicBezTo>
                  <a:cubicBezTo>
                    <a:pt x="5914" y="212"/>
                    <a:pt x="5705" y="1"/>
                    <a:pt x="54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0"/>
            <p:cNvSpPr/>
            <p:nvPr/>
          </p:nvSpPr>
          <p:spPr>
            <a:xfrm>
              <a:off x="5145131" y="2658661"/>
              <a:ext cx="85066" cy="40239"/>
            </a:xfrm>
            <a:custGeom>
              <a:rect b="b" l="l" r="r" t="t"/>
              <a:pathLst>
                <a:path extrusionOk="0" h="3087" w="6526">
                  <a:moveTo>
                    <a:pt x="5588" y="938"/>
                  </a:moveTo>
                  <a:lnTo>
                    <a:pt x="5588" y="2149"/>
                  </a:lnTo>
                  <a:lnTo>
                    <a:pt x="939" y="2149"/>
                  </a:lnTo>
                  <a:lnTo>
                    <a:pt x="939" y="938"/>
                  </a:lnTo>
                  <a:close/>
                  <a:moveTo>
                    <a:pt x="679" y="1"/>
                  </a:moveTo>
                  <a:cubicBezTo>
                    <a:pt x="306" y="1"/>
                    <a:pt x="1" y="305"/>
                    <a:pt x="1" y="680"/>
                  </a:cubicBezTo>
                  <a:lnTo>
                    <a:pt x="1" y="2410"/>
                  </a:lnTo>
                  <a:cubicBezTo>
                    <a:pt x="2" y="2782"/>
                    <a:pt x="306" y="3086"/>
                    <a:pt x="679" y="3086"/>
                  </a:cubicBezTo>
                  <a:lnTo>
                    <a:pt x="5847" y="3086"/>
                  </a:lnTo>
                  <a:cubicBezTo>
                    <a:pt x="6220" y="3086"/>
                    <a:pt x="6525" y="2783"/>
                    <a:pt x="6525" y="2409"/>
                  </a:cubicBezTo>
                  <a:lnTo>
                    <a:pt x="6525" y="680"/>
                  </a:lnTo>
                  <a:cubicBezTo>
                    <a:pt x="6525" y="307"/>
                    <a:pt x="6221" y="1"/>
                    <a:pt x="58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0"/>
            <p:cNvSpPr/>
            <p:nvPr/>
          </p:nvSpPr>
          <p:spPr>
            <a:xfrm>
              <a:off x="5152899" y="2714342"/>
              <a:ext cx="69529" cy="12214"/>
            </a:xfrm>
            <a:custGeom>
              <a:rect b="b" l="l" r="r" t="t"/>
              <a:pathLst>
                <a:path extrusionOk="0" h="937" w="5334">
                  <a:moveTo>
                    <a:pt x="469" y="1"/>
                  </a:moveTo>
                  <a:cubicBezTo>
                    <a:pt x="211" y="1"/>
                    <a:pt x="0" y="210"/>
                    <a:pt x="0" y="468"/>
                  </a:cubicBezTo>
                  <a:cubicBezTo>
                    <a:pt x="0" y="727"/>
                    <a:pt x="211" y="936"/>
                    <a:pt x="469" y="936"/>
                  </a:cubicBezTo>
                  <a:lnTo>
                    <a:pt x="4865" y="936"/>
                  </a:lnTo>
                  <a:cubicBezTo>
                    <a:pt x="5123" y="936"/>
                    <a:pt x="5334" y="727"/>
                    <a:pt x="5334" y="468"/>
                  </a:cubicBezTo>
                  <a:cubicBezTo>
                    <a:pt x="5334" y="210"/>
                    <a:pt x="5126" y="1"/>
                    <a:pt x="486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0"/>
            <p:cNvSpPr/>
            <p:nvPr/>
          </p:nvSpPr>
          <p:spPr>
            <a:xfrm>
              <a:off x="5140895" y="2889480"/>
              <a:ext cx="93526" cy="22968"/>
            </a:xfrm>
            <a:custGeom>
              <a:rect b="b" l="l" r="r" t="t"/>
              <a:pathLst>
                <a:path extrusionOk="0" h="1762" w="7175">
                  <a:moveTo>
                    <a:pt x="534" y="1"/>
                  </a:moveTo>
                  <a:cubicBezTo>
                    <a:pt x="362" y="1"/>
                    <a:pt x="198" y="95"/>
                    <a:pt x="116" y="260"/>
                  </a:cubicBezTo>
                  <a:cubicBezTo>
                    <a:pt x="0" y="491"/>
                    <a:pt x="95" y="772"/>
                    <a:pt x="324" y="887"/>
                  </a:cubicBezTo>
                  <a:lnTo>
                    <a:pt x="716" y="1085"/>
                  </a:lnTo>
                  <a:cubicBezTo>
                    <a:pt x="1614" y="1536"/>
                    <a:pt x="2600" y="1761"/>
                    <a:pt x="3586" y="1761"/>
                  </a:cubicBezTo>
                  <a:cubicBezTo>
                    <a:pt x="4572" y="1761"/>
                    <a:pt x="5559" y="1536"/>
                    <a:pt x="6459" y="1085"/>
                  </a:cubicBezTo>
                  <a:lnTo>
                    <a:pt x="6850" y="887"/>
                  </a:lnTo>
                  <a:cubicBezTo>
                    <a:pt x="7081" y="771"/>
                    <a:pt x="7175" y="490"/>
                    <a:pt x="7058" y="260"/>
                  </a:cubicBezTo>
                  <a:cubicBezTo>
                    <a:pt x="6975" y="95"/>
                    <a:pt x="6810" y="1"/>
                    <a:pt x="6639" y="1"/>
                  </a:cubicBezTo>
                  <a:cubicBezTo>
                    <a:pt x="6569" y="1"/>
                    <a:pt x="6497" y="17"/>
                    <a:pt x="6430" y="51"/>
                  </a:cubicBezTo>
                  <a:lnTo>
                    <a:pt x="6040" y="249"/>
                  </a:lnTo>
                  <a:cubicBezTo>
                    <a:pt x="5272" y="633"/>
                    <a:pt x="4430" y="826"/>
                    <a:pt x="3587" y="826"/>
                  </a:cubicBezTo>
                  <a:cubicBezTo>
                    <a:pt x="2745" y="826"/>
                    <a:pt x="1903" y="633"/>
                    <a:pt x="1135" y="249"/>
                  </a:cubicBezTo>
                  <a:lnTo>
                    <a:pt x="745" y="51"/>
                  </a:lnTo>
                  <a:cubicBezTo>
                    <a:pt x="677" y="17"/>
                    <a:pt x="605" y="1"/>
                    <a:pt x="5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5" name="Google Shape;6225;p70"/>
          <p:cNvGrpSpPr/>
          <p:nvPr/>
        </p:nvGrpSpPr>
        <p:grpSpPr>
          <a:xfrm>
            <a:off x="3923525" y="3388158"/>
            <a:ext cx="331264" cy="416517"/>
            <a:chOff x="3923525" y="3388158"/>
            <a:chExt cx="331264" cy="416517"/>
          </a:xfrm>
        </p:grpSpPr>
        <p:sp>
          <p:nvSpPr>
            <p:cNvPr id="6226" name="Google Shape;6226;p70"/>
            <p:cNvSpPr/>
            <p:nvPr/>
          </p:nvSpPr>
          <p:spPr>
            <a:xfrm>
              <a:off x="4198586" y="3570182"/>
              <a:ext cx="50061" cy="74154"/>
            </a:xfrm>
            <a:custGeom>
              <a:rect b="b" l="l" r="r" t="t"/>
              <a:pathLst>
                <a:path extrusionOk="0" h="5691" w="3842">
                  <a:moveTo>
                    <a:pt x="419" y="1"/>
                  </a:moveTo>
                  <a:lnTo>
                    <a:pt x="0" y="5690"/>
                  </a:lnTo>
                  <a:lnTo>
                    <a:pt x="279" y="5690"/>
                  </a:lnTo>
                  <a:cubicBezTo>
                    <a:pt x="2246" y="5690"/>
                    <a:pt x="3840" y="4094"/>
                    <a:pt x="3842" y="2127"/>
                  </a:cubicBezTo>
                  <a:lnTo>
                    <a:pt x="3842" y="1918"/>
                  </a:lnTo>
                  <a:cubicBezTo>
                    <a:pt x="3842" y="857"/>
                    <a:pt x="2982" y="1"/>
                    <a:pt x="1925" y="1"/>
                  </a:cubicBez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0"/>
            <p:cNvSpPr/>
            <p:nvPr/>
          </p:nvSpPr>
          <p:spPr>
            <a:xfrm>
              <a:off x="3929649" y="3570182"/>
              <a:ext cx="50087" cy="74154"/>
            </a:xfrm>
            <a:custGeom>
              <a:rect b="b" l="l" r="r" t="t"/>
              <a:pathLst>
                <a:path extrusionOk="0" h="5691" w="3844">
                  <a:moveTo>
                    <a:pt x="1919" y="1"/>
                  </a:moveTo>
                  <a:cubicBezTo>
                    <a:pt x="860" y="1"/>
                    <a:pt x="1" y="857"/>
                    <a:pt x="1" y="1918"/>
                  </a:cubicBezTo>
                  <a:lnTo>
                    <a:pt x="1" y="2127"/>
                  </a:lnTo>
                  <a:cubicBezTo>
                    <a:pt x="1" y="4094"/>
                    <a:pt x="1598" y="5690"/>
                    <a:pt x="3565" y="5690"/>
                  </a:cubicBezTo>
                  <a:lnTo>
                    <a:pt x="3843" y="5690"/>
                  </a:lnTo>
                  <a:lnTo>
                    <a:pt x="3423" y="1"/>
                  </a:ln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0"/>
            <p:cNvSpPr/>
            <p:nvPr/>
          </p:nvSpPr>
          <p:spPr>
            <a:xfrm>
              <a:off x="3983908" y="3731213"/>
              <a:ext cx="210474" cy="67417"/>
            </a:xfrm>
            <a:custGeom>
              <a:rect b="b" l="l" r="r" t="t"/>
              <a:pathLst>
                <a:path extrusionOk="0" h="5174" w="16153">
                  <a:moveTo>
                    <a:pt x="3516" y="0"/>
                  </a:moveTo>
                  <a:lnTo>
                    <a:pt x="3516" y="1630"/>
                  </a:lnTo>
                  <a:cubicBezTo>
                    <a:pt x="3516" y="2540"/>
                    <a:pt x="2994" y="3369"/>
                    <a:pt x="2175" y="3761"/>
                  </a:cubicBezTo>
                  <a:lnTo>
                    <a:pt x="246" y="4687"/>
                  </a:lnTo>
                  <a:cubicBezTo>
                    <a:pt x="1" y="4806"/>
                    <a:pt x="84" y="5173"/>
                    <a:pt x="357" y="5173"/>
                  </a:cubicBezTo>
                  <a:lnTo>
                    <a:pt x="15797" y="5173"/>
                  </a:lnTo>
                  <a:cubicBezTo>
                    <a:pt x="16069" y="5173"/>
                    <a:pt x="16152" y="4806"/>
                    <a:pt x="15909" y="4687"/>
                  </a:cubicBezTo>
                  <a:lnTo>
                    <a:pt x="13980" y="3761"/>
                  </a:lnTo>
                  <a:cubicBezTo>
                    <a:pt x="13161" y="3367"/>
                    <a:pt x="12638" y="2539"/>
                    <a:pt x="12638" y="1630"/>
                  </a:cubicBezTo>
                  <a:lnTo>
                    <a:pt x="12638" y="0"/>
                  </a:lnTo>
                  <a:cubicBezTo>
                    <a:pt x="11038" y="1095"/>
                    <a:pt x="9273" y="1721"/>
                    <a:pt x="8077" y="1721"/>
                  </a:cubicBezTo>
                  <a:cubicBezTo>
                    <a:pt x="6881" y="1721"/>
                    <a:pt x="5114" y="1095"/>
                    <a:pt x="3516" y="0"/>
                  </a:cubicBez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0"/>
            <p:cNvSpPr/>
            <p:nvPr/>
          </p:nvSpPr>
          <p:spPr>
            <a:xfrm>
              <a:off x="3967764" y="3424357"/>
              <a:ext cx="242775" cy="329255"/>
            </a:xfrm>
            <a:custGeom>
              <a:rect b="b" l="l" r="r" t="t"/>
              <a:pathLst>
                <a:path extrusionOk="0" h="25269" w="18632">
                  <a:moveTo>
                    <a:pt x="9316" y="1"/>
                  </a:moveTo>
                  <a:cubicBezTo>
                    <a:pt x="4111" y="1"/>
                    <a:pt x="0" y="4423"/>
                    <a:pt x="383" y="9616"/>
                  </a:cubicBezTo>
                  <a:lnTo>
                    <a:pt x="993" y="17887"/>
                  </a:lnTo>
                  <a:cubicBezTo>
                    <a:pt x="1314" y="22248"/>
                    <a:pt x="6690" y="25268"/>
                    <a:pt x="9319" y="25268"/>
                  </a:cubicBezTo>
                  <a:cubicBezTo>
                    <a:pt x="11946" y="25268"/>
                    <a:pt x="17321" y="22245"/>
                    <a:pt x="17643" y="17887"/>
                  </a:cubicBezTo>
                  <a:lnTo>
                    <a:pt x="18248" y="9616"/>
                  </a:lnTo>
                  <a:cubicBezTo>
                    <a:pt x="18631" y="4423"/>
                    <a:pt x="14522" y="1"/>
                    <a:pt x="9316" y="1"/>
                  </a:cubicBez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0"/>
            <p:cNvSpPr/>
            <p:nvPr/>
          </p:nvSpPr>
          <p:spPr>
            <a:xfrm>
              <a:off x="4031561" y="3429778"/>
              <a:ext cx="178081" cy="323835"/>
            </a:xfrm>
            <a:custGeom>
              <a:rect b="b" l="l" r="r" t="t"/>
              <a:pathLst>
                <a:path extrusionOk="0" h="24853" w="13667">
                  <a:moveTo>
                    <a:pt x="7123" y="1"/>
                  </a:moveTo>
                  <a:cubicBezTo>
                    <a:pt x="9574" y="1751"/>
                    <a:pt x="11094" y="4702"/>
                    <a:pt x="10855" y="7952"/>
                  </a:cubicBezTo>
                  <a:lnTo>
                    <a:pt x="10246" y="16223"/>
                  </a:lnTo>
                  <a:cubicBezTo>
                    <a:pt x="9926" y="20583"/>
                    <a:pt x="4549" y="23604"/>
                    <a:pt x="1921" y="23604"/>
                  </a:cubicBezTo>
                  <a:cubicBezTo>
                    <a:pt x="1376" y="23604"/>
                    <a:pt x="713" y="23472"/>
                    <a:pt x="0" y="23228"/>
                  </a:cubicBezTo>
                  <a:lnTo>
                    <a:pt x="0" y="23228"/>
                  </a:lnTo>
                  <a:cubicBezTo>
                    <a:pt x="1561" y="24264"/>
                    <a:pt x="3257" y="24852"/>
                    <a:pt x="4420" y="24852"/>
                  </a:cubicBezTo>
                  <a:cubicBezTo>
                    <a:pt x="7047" y="24852"/>
                    <a:pt x="12424" y="21829"/>
                    <a:pt x="12744" y="17471"/>
                  </a:cubicBezTo>
                  <a:lnTo>
                    <a:pt x="13354" y="9200"/>
                  </a:lnTo>
                  <a:cubicBezTo>
                    <a:pt x="13666" y="4951"/>
                    <a:pt x="10969" y="1215"/>
                    <a:pt x="7123"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0"/>
            <p:cNvSpPr/>
            <p:nvPr/>
          </p:nvSpPr>
          <p:spPr>
            <a:xfrm>
              <a:off x="4007806" y="3394269"/>
              <a:ext cx="162680" cy="153611"/>
            </a:xfrm>
            <a:custGeom>
              <a:rect b="b" l="l" r="r" t="t"/>
              <a:pathLst>
                <a:path extrusionOk="0" h="11789" w="12485">
                  <a:moveTo>
                    <a:pt x="6243" y="1"/>
                  </a:moveTo>
                  <a:cubicBezTo>
                    <a:pt x="2796" y="1"/>
                    <a:pt x="1" y="2796"/>
                    <a:pt x="1" y="6243"/>
                  </a:cubicBezTo>
                  <a:cubicBezTo>
                    <a:pt x="1" y="8658"/>
                    <a:pt x="1371" y="10750"/>
                    <a:pt x="3376" y="11789"/>
                  </a:cubicBezTo>
                  <a:lnTo>
                    <a:pt x="9110" y="11789"/>
                  </a:lnTo>
                  <a:cubicBezTo>
                    <a:pt x="11114" y="10750"/>
                    <a:pt x="12485" y="8655"/>
                    <a:pt x="12485" y="6243"/>
                  </a:cubicBezTo>
                  <a:cubicBezTo>
                    <a:pt x="12485" y="2796"/>
                    <a:pt x="9691" y="1"/>
                    <a:pt x="62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0"/>
            <p:cNvSpPr/>
            <p:nvPr/>
          </p:nvSpPr>
          <p:spPr>
            <a:xfrm>
              <a:off x="4037425" y="3396537"/>
              <a:ext cx="133062" cy="151343"/>
            </a:xfrm>
            <a:custGeom>
              <a:rect b="b" l="l" r="r" t="t"/>
              <a:pathLst>
                <a:path extrusionOk="0" h="11615" w="10212">
                  <a:moveTo>
                    <a:pt x="5439" y="0"/>
                  </a:moveTo>
                  <a:lnTo>
                    <a:pt x="5439" y="0"/>
                  </a:lnTo>
                  <a:cubicBezTo>
                    <a:pt x="6829" y="1145"/>
                    <a:pt x="7713" y="2880"/>
                    <a:pt x="7713" y="4820"/>
                  </a:cubicBezTo>
                  <a:cubicBezTo>
                    <a:pt x="7713" y="8268"/>
                    <a:pt x="4920" y="11062"/>
                    <a:pt x="1471" y="11062"/>
                  </a:cubicBezTo>
                  <a:cubicBezTo>
                    <a:pt x="965" y="11062"/>
                    <a:pt x="473" y="11002"/>
                    <a:pt x="1" y="10889"/>
                  </a:cubicBezTo>
                  <a:lnTo>
                    <a:pt x="1" y="10889"/>
                  </a:lnTo>
                  <a:cubicBezTo>
                    <a:pt x="339" y="11168"/>
                    <a:pt x="707" y="11412"/>
                    <a:pt x="1100" y="11615"/>
                  </a:cubicBezTo>
                  <a:lnTo>
                    <a:pt x="6835" y="11615"/>
                  </a:lnTo>
                  <a:cubicBezTo>
                    <a:pt x="8840" y="10576"/>
                    <a:pt x="10209" y="8484"/>
                    <a:pt x="10209" y="6069"/>
                  </a:cubicBezTo>
                  <a:cubicBezTo>
                    <a:pt x="10212" y="3127"/>
                    <a:pt x="8178" y="660"/>
                    <a:pt x="5439"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0"/>
            <p:cNvSpPr/>
            <p:nvPr/>
          </p:nvSpPr>
          <p:spPr>
            <a:xfrm>
              <a:off x="3996574" y="3493744"/>
              <a:ext cx="55247" cy="54140"/>
            </a:xfrm>
            <a:custGeom>
              <a:rect b="b" l="l" r="r" t="t"/>
              <a:pathLst>
                <a:path extrusionOk="0" h="4155" w="4240">
                  <a:moveTo>
                    <a:pt x="1019" y="1"/>
                  </a:moveTo>
                  <a:cubicBezTo>
                    <a:pt x="445" y="953"/>
                    <a:pt x="109" y="2022"/>
                    <a:pt x="36" y="3140"/>
                  </a:cubicBezTo>
                  <a:cubicBezTo>
                    <a:pt x="0" y="3688"/>
                    <a:pt x="437" y="4155"/>
                    <a:pt x="988" y="4155"/>
                  </a:cubicBezTo>
                  <a:lnTo>
                    <a:pt x="4239" y="4155"/>
                  </a:lnTo>
                  <a:cubicBezTo>
                    <a:pt x="2631" y="3321"/>
                    <a:pt x="1432" y="1810"/>
                    <a:pt x="10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0"/>
            <p:cNvSpPr/>
            <p:nvPr/>
          </p:nvSpPr>
          <p:spPr>
            <a:xfrm>
              <a:off x="4126501" y="3493744"/>
              <a:ext cx="55234" cy="54140"/>
            </a:xfrm>
            <a:custGeom>
              <a:rect b="b" l="l" r="r" t="t"/>
              <a:pathLst>
                <a:path extrusionOk="0" h="4155" w="4239">
                  <a:moveTo>
                    <a:pt x="3221" y="1"/>
                  </a:moveTo>
                  <a:cubicBezTo>
                    <a:pt x="2807" y="1810"/>
                    <a:pt x="1609" y="3321"/>
                    <a:pt x="1" y="4155"/>
                  </a:cubicBezTo>
                  <a:lnTo>
                    <a:pt x="3252" y="4155"/>
                  </a:lnTo>
                  <a:cubicBezTo>
                    <a:pt x="3803" y="4155"/>
                    <a:pt x="4238" y="3688"/>
                    <a:pt x="4202" y="3140"/>
                  </a:cubicBezTo>
                  <a:cubicBezTo>
                    <a:pt x="4129" y="2022"/>
                    <a:pt x="3795" y="953"/>
                    <a:pt x="32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0"/>
            <p:cNvSpPr/>
            <p:nvPr/>
          </p:nvSpPr>
          <p:spPr>
            <a:xfrm>
              <a:off x="3996574" y="3531585"/>
              <a:ext cx="55247" cy="16301"/>
            </a:xfrm>
            <a:custGeom>
              <a:rect b="b" l="l" r="r" t="t"/>
              <a:pathLst>
                <a:path extrusionOk="0" h="1251" w="4240">
                  <a:moveTo>
                    <a:pt x="56" y="1"/>
                  </a:moveTo>
                  <a:cubicBezTo>
                    <a:pt x="49" y="78"/>
                    <a:pt x="42" y="157"/>
                    <a:pt x="36" y="236"/>
                  </a:cubicBezTo>
                  <a:cubicBezTo>
                    <a:pt x="0" y="784"/>
                    <a:pt x="437" y="1251"/>
                    <a:pt x="986" y="1251"/>
                  </a:cubicBezTo>
                  <a:lnTo>
                    <a:pt x="4239" y="1251"/>
                  </a:lnTo>
                  <a:cubicBezTo>
                    <a:pt x="3615" y="928"/>
                    <a:pt x="3055" y="505"/>
                    <a:pt x="2577"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0"/>
            <p:cNvSpPr/>
            <p:nvPr/>
          </p:nvSpPr>
          <p:spPr>
            <a:xfrm>
              <a:off x="3978384" y="3388158"/>
              <a:ext cx="276405" cy="416517"/>
            </a:xfrm>
            <a:custGeom>
              <a:rect b="b" l="l" r="r" t="t"/>
              <a:pathLst>
                <a:path extrusionOk="0" h="31966" w="21213">
                  <a:moveTo>
                    <a:pt x="14677" y="9343"/>
                  </a:moveTo>
                  <a:cubicBezTo>
                    <a:pt x="14915" y="9956"/>
                    <a:pt x="15058" y="10602"/>
                    <a:pt x="15103" y="11273"/>
                  </a:cubicBezTo>
                  <a:cubicBezTo>
                    <a:pt x="15121" y="11553"/>
                    <a:pt x="14900" y="11789"/>
                    <a:pt x="14621" y="11789"/>
                  </a:cubicBezTo>
                  <a:lnTo>
                    <a:pt x="12892" y="11789"/>
                  </a:lnTo>
                  <a:cubicBezTo>
                    <a:pt x="13671" y="11116"/>
                    <a:pt x="14281" y="10279"/>
                    <a:pt x="14677" y="9343"/>
                  </a:cubicBezTo>
                  <a:close/>
                  <a:moveTo>
                    <a:pt x="18824" y="14439"/>
                  </a:moveTo>
                  <a:cubicBezTo>
                    <a:pt x="19621" y="14439"/>
                    <a:pt x="20271" y="15089"/>
                    <a:pt x="20271" y="15887"/>
                  </a:cubicBezTo>
                  <a:lnTo>
                    <a:pt x="20271" y="16096"/>
                  </a:lnTo>
                  <a:cubicBezTo>
                    <a:pt x="20271" y="17726"/>
                    <a:pt x="19004" y="19066"/>
                    <a:pt x="17403" y="19183"/>
                  </a:cubicBezTo>
                  <a:lnTo>
                    <a:pt x="17753" y="14439"/>
                  </a:lnTo>
                  <a:close/>
                  <a:moveTo>
                    <a:pt x="4408" y="27175"/>
                  </a:moveTo>
                  <a:cubicBezTo>
                    <a:pt x="5878" y="28035"/>
                    <a:pt x="7402" y="28516"/>
                    <a:pt x="8501" y="28516"/>
                  </a:cubicBezTo>
                  <a:cubicBezTo>
                    <a:pt x="9617" y="28516"/>
                    <a:pt x="11134" y="28033"/>
                    <a:pt x="12595" y="27177"/>
                  </a:cubicBezTo>
                  <a:lnTo>
                    <a:pt x="12595" y="27960"/>
                  </a:lnTo>
                  <a:cubicBezTo>
                    <a:pt x="12595" y="29039"/>
                    <a:pt x="13226" y="30042"/>
                    <a:pt x="14202" y="30510"/>
                  </a:cubicBezTo>
                  <a:lnTo>
                    <a:pt x="15286" y="31031"/>
                  </a:lnTo>
                  <a:lnTo>
                    <a:pt x="1716" y="31031"/>
                  </a:lnTo>
                  <a:lnTo>
                    <a:pt x="2801" y="30510"/>
                  </a:lnTo>
                  <a:cubicBezTo>
                    <a:pt x="3777" y="30042"/>
                    <a:pt x="4408" y="29039"/>
                    <a:pt x="4408" y="27957"/>
                  </a:cubicBezTo>
                  <a:lnTo>
                    <a:pt x="4408" y="27175"/>
                  </a:lnTo>
                  <a:close/>
                  <a:moveTo>
                    <a:pt x="8504" y="1"/>
                  </a:moveTo>
                  <a:cubicBezTo>
                    <a:pt x="6950" y="1"/>
                    <a:pt x="5434" y="543"/>
                    <a:pt x="4237" y="1530"/>
                  </a:cubicBezTo>
                  <a:cubicBezTo>
                    <a:pt x="4038" y="1695"/>
                    <a:pt x="4009" y="1989"/>
                    <a:pt x="4174" y="2190"/>
                  </a:cubicBezTo>
                  <a:cubicBezTo>
                    <a:pt x="4267" y="2302"/>
                    <a:pt x="4401" y="2361"/>
                    <a:pt x="4536" y="2361"/>
                  </a:cubicBezTo>
                  <a:cubicBezTo>
                    <a:pt x="4641" y="2361"/>
                    <a:pt x="4747" y="2326"/>
                    <a:pt x="4834" y="2253"/>
                  </a:cubicBezTo>
                  <a:cubicBezTo>
                    <a:pt x="5865" y="1404"/>
                    <a:pt x="7169" y="936"/>
                    <a:pt x="8505" y="936"/>
                  </a:cubicBezTo>
                  <a:cubicBezTo>
                    <a:pt x="11742" y="936"/>
                    <a:pt x="14281" y="3589"/>
                    <a:pt x="14281" y="6703"/>
                  </a:cubicBezTo>
                  <a:cubicBezTo>
                    <a:pt x="14281" y="8818"/>
                    <a:pt x="13138" y="10765"/>
                    <a:pt x="11254" y="11789"/>
                  </a:cubicBezTo>
                  <a:lnTo>
                    <a:pt x="10771" y="11789"/>
                  </a:lnTo>
                  <a:cubicBezTo>
                    <a:pt x="10512" y="11789"/>
                    <a:pt x="10302" y="11998"/>
                    <a:pt x="10302" y="12256"/>
                  </a:cubicBezTo>
                  <a:cubicBezTo>
                    <a:pt x="10302" y="12515"/>
                    <a:pt x="10512" y="12724"/>
                    <a:pt x="10771" y="12724"/>
                  </a:cubicBezTo>
                  <a:lnTo>
                    <a:pt x="14624" y="12724"/>
                  </a:lnTo>
                  <a:cubicBezTo>
                    <a:pt x="15443" y="12724"/>
                    <a:pt x="16094" y="12030"/>
                    <a:pt x="16040" y="11210"/>
                  </a:cubicBezTo>
                  <a:cubicBezTo>
                    <a:pt x="15964" y="10075"/>
                    <a:pt x="15644" y="9005"/>
                    <a:pt x="15086" y="8023"/>
                  </a:cubicBezTo>
                  <a:cubicBezTo>
                    <a:pt x="15179" y="7548"/>
                    <a:pt x="15225" y="7047"/>
                    <a:pt x="15210" y="6531"/>
                  </a:cubicBezTo>
                  <a:lnTo>
                    <a:pt x="15210" y="6531"/>
                  </a:lnTo>
                  <a:cubicBezTo>
                    <a:pt x="16493" y="8177"/>
                    <a:pt x="17125" y="10234"/>
                    <a:pt x="16968" y="12360"/>
                  </a:cubicBezTo>
                  <a:cubicBezTo>
                    <a:pt x="16291" y="21556"/>
                    <a:pt x="16409" y="19969"/>
                    <a:pt x="16358" y="20631"/>
                  </a:cubicBezTo>
                  <a:cubicBezTo>
                    <a:pt x="16069" y="24588"/>
                    <a:pt x="11092" y="27580"/>
                    <a:pt x="8501" y="27580"/>
                  </a:cubicBezTo>
                  <a:cubicBezTo>
                    <a:pt x="6740" y="27580"/>
                    <a:pt x="3701" y="26098"/>
                    <a:pt x="1985" y="23889"/>
                  </a:cubicBezTo>
                  <a:cubicBezTo>
                    <a:pt x="1893" y="23771"/>
                    <a:pt x="1755" y="23709"/>
                    <a:pt x="1615" y="23709"/>
                  </a:cubicBezTo>
                  <a:cubicBezTo>
                    <a:pt x="1514" y="23709"/>
                    <a:pt x="1413" y="23741"/>
                    <a:pt x="1327" y="23808"/>
                  </a:cubicBezTo>
                  <a:cubicBezTo>
                    <a:pt x="1124" y="23965"/>
                    <a:pt x="1088" y="24261"/>
                    <a:pt x="1246" y="24463"/>
                  </a:cubicBezTo>
                  <a:cubicBezTo>
                    <a:pt x="1873" y="25271"/>
                    <a:pt x="2646" y="25980"/>
                    <a:pt x="3471" y="26568"/>
                  </a:cubicBezTo>
                  <a:lnTo>
                    <a:pt x="3471" y="27956"/>
                  </a:lnTo>
                  <a:cubicBezTo>
                    <a:pt x="3471" y="28681"/>
                    <a:pt x="3049" y="29352"/>
                    <a:pt x="2396" y="29663"/>
                  </a:cubicBezTo>
                  <a:lnTo>
                    <a:pt x="469" y="30589"/>
                  </a:lnTo>
                  <a:cubicBezTo>
                    <a:pt x="162" y="30737"/>
                    <a:pt x="0" y="31070"/>
                    <a:pt x="76" y="31401"/>
                  </a:cubicBezTo>
                  <a:cubicBezTo>
                    <a:pt x="151" y="31734"/>
                    <a:pt x="442" y="31965"/>
                    <a:pt x="782" y="31965"/>
                  </a:cubicBezTo>
                  <a:lnTo>
                    <a:pt x="16222" y="31965"/>
                  </a:lnTo>
                  <a:cubicBezTo>
                    <a:pt x="16564" y="31965"/>
                    <a:pt x="16853" y="31734"/>
                    <a:pt x="16929" y="31401"/>
                  </a:cubicBezTo>
                  <a:cubicBezTo>
                    <a:pt x="17004" y="31070"/>
                    <a:pt x="16843" y="30737"/>
                    <a:pt x="16536" y="30589"/>
                  </a:cubicBezTo>
                  <a:lnTo>
                    <a:pt x="14608" y="29663"/>
                  </a:lnTo>
                  <a:cubicBezTo>
                    <a:pt x="13955" y="29349"/>
                    <a:pt x="13534" y="28679"/>
                    <a:pt x="13534" y="27956"/>
                  </a:cubicBezTo>
                  <a:lnTo>
                    <a:pt x="13534" y="26568"/>
                  </a:lnTo>
                  <a:cubicBezTo>
                    <a:pt x="15472" y="25179"/>
                    <a:pt x="17116" y="23132"/>
                    <a:pt x="17295" y="20699"/>
                  </a:cubicBezTo>
                  <a:lnTo>
                    <a:pt x="17338" y="20125"/>
                  </a:lnTo>
                  <a:cubicBezTo>
                    <a:pt x="19489" y="20042"/>
                    <a:pt x="21213" y="18267"/>
                    <a:pt x="21213" y="16096"/>
                  </a:cubicBezTo>
                  <a:lnTo>
                    <a:pt x="21213" y="15887"/>
                  </a:lnTo>
                  <a:cubicBezTo>
                    <a:pt x="21210" y="14572"/>
                    <a:pt x="20138" y="13500"/>
                    <a:pt x="18824" y="13500"/>
                  </a:cubicBezTo>
                  <a:lnTo>
                    <a:pt x="17823" y="13500"/>
                  </a:lnTo>
                  <a:lnTo>
                    <a:pt x="17902" y="12428"/>
                  </a:lnTo>
                  <a:cubicBezTo>
                    <a:pt x="18112" y="9573"/>
                    <a:pt x="17039" y="6824"/>
                    <a:pt x="14955" y="4865"/>
                  </a:cubicBezTo>
                  <a:cubicBezTo>
                    <a:pt x="14151" y="2060"/>
                    <a:pt x="11563" y="1"/>
                    <a:pt x="850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0"/>
            <p:cNvSpPr/>
            <p:nvPr/>
          </p:nvSpPr>
          <p:spPr>
            <a:xfrm>
              <a:off x="3923525" y="3428813"/>
              <a:ext cx="172765" cy="255166"/>
            </a:xfrm>
            <a:custGeom>
              <a:rect b="b" l="l" r="r" t="t"/>
              <a:pathLst>
                <a:path extrusionOk="0" h="19583" w="13259">
                  <a:moveTo>
                    <a:pt x="6533" y="6225"/>
                  </a:moveTo>
                  <a:cubicBezTo>
                    <a:pt x="6932" y="7159"/>
                    <a:pt x="7542" y="7997"/>
                    <a:pt x="8320" y="8670"/>
                  </a:cubicBezTo>
                  <a:lnTo>
                    <a:pt x="6591" y="8670"/>
                  </a:lnTo>
                  <a:cubicBezTo>
                    <a:pt x="6311" y="8670"/>
                    <a:pt x="6091" y="8433"/>
                    <a:pt x="6109" y="8155"/>
                  </a:cubicBezTo>
                  <a:cubicBezTo>
                    <a:pt x="6153" y="7485"/>
                    <a:pt x="6295" y="6839"/>
                    <a:pt x="6533" y="6225"/>
                  </a:cubicBezTo>
                  <a:close/>
                  <a:moveTo>
                    <a:pt x="3457" y="11319"/>
                  </a:moveTo>
                  <a:lnTo>
                    <a:pt x="3807" y="16063"/>
                  </a:lnTo>
                  <a:cubicBezTo>
                    <a:pt x="2206" y="15946"/>
                    <a:pt x="940" y="14606"/>
                    <a:pt x="940" y="12976"/>
                  </a:cubicBezTo>
                  <a:lnTo>
                    <a:pt x="940" y="12767"/>
                  </a:lnTo>
                  <a:cubicBezTo>
                    <a:pt x="940" y="11969"/>
                    <a:pt x="1588" y="11319"/>
                    <a:pt x="2386" y="11319"/>
                  </a:cubicBezTo>
                  <a:close/>
                  <a:moveTo>
                    <a:pt x="7302" y="0"/>
                  </a:moveTo>
                  <a:cubicBezTo>
                    <a:pt x="7141" y="0"/>
                    <a:pt x="6984" y="84"/>
                    <a:pt x="6896" y="234"/>
                  </a:cubicBezTo>
                  <a:cubicBezTo>
                    <a:pt x="6622" y="709"/>
                    <a:pt x="6407" y="1217"/>
                    <a:pt x="6256" y="1744"/>
                  </a:cubicBezTo>
                  <a:cubicBezTo>
                    <a:pt x="4171" y="3702"/>
                    <a:pt x="3097" y="6450"/>
                    <a:pt x="3308" y="9308"/>
                  </a:cubicBezTo>
                  <a:lnTo>
                    <a:pt x="3386" y="10380"/>
                  </a:lnTo>
                  <a:lnTo>
                    <a:pt x="2385" y="10380"/>
                  </a:lnTo>
                  <a:cubicBezTo>
                    <a:pt x="1070" y="10380"/>
                    <a:pt x="0" y="11449"/>
                    <a:pt x="0" y="12767"/>
                  </a:cubicBezTo>
                  <a:lnTo>
                    <a:pt x="0" y="12976"/>
                  </a:lnTo>
                  <a:cubicBezTo>
                    <a:pt x="3" y="15147"/>
                    <a:pt x="1726" y="16921"/>
                    <a:pt x="3877" y="17005"/>
                  </a:cubicBezTo>
                  <a:cubicBezTo>
                    <a:pt x="3932" y="17733"/>
                    <a:pt x="3950" y="18350"/>
                    <a:pt x="4288" y="19276"/>
                  </a:cubicBezTo>
                  <a:cubicBezTo>
                    <a:pt x="4358" y="19466"/>
                    <a:pt x="4537" y="19583"/>
                    <a:pt x="4727" y="19583"/>
                  </a:cubicBezTo>
                  <a:cubicBezTo>
                    <a:pt x="4781" y="19583"/>
                    <a:pt x="4836" y="19573"/>
                    <a:pt x="4889" y="19554"/>
                  </a:cubicBezTo>
                  <a:cubicBezTo>
                    <a:pt x="5131" y="19464"/>
                    <a:pt x="5256" y="19197"/>
                    <a:pt x="5169" y="18953"/>
                  </a:cubicBezTo>
                  <a:cubicBezTo>
                    <a:pt x="4995" y="18479"/>
                    <a:pt x="4889" y="17993"/>
                    <a:pt x="4853" y="17511"/>
                  </a:cubicBezTo>
                  <a:cubicBezTo>
                    <a:pt x="4824" y="17122"/>
                    <a:pt x="4802" y="16819"/>
                    <a:pt x="4785" y="16587"/>
                  </a:cubicBezTo>
                  <a:lnTo>
                    <a:pt x="4785" y="16587"/>
                  </a:lnTo>
                  <a:cubicBezTo>
                    <a:pt x="4715" y="15634"/>
                    <a:pt x="4558" y="13507"/>
                    <a:pt x="4243" y="9240"/>
                  </a:cubicBezTo>
                  <a:cubicBezTo>
                    <a:pt x="4087" y="7116"/>
                    <a:pt x="4718" y="5057"/>
                    <a:pt x="6001" y="3411"/>
                  </a:cubicBezTo>
                  <a:lnTo>
                    <a:pt x="6001" y="3411"/>
                  </a:lnTo>
                  <a:cubicBezTo>
                    <a:pt x="5988" y="3897"/>
                    <a:pt x="6025" y="4397"/>
                    <a:pt x="6127" y="4903"/>
                  </a:cubicBezTo>
                  <a:cubicBezTo>
                    <a:pt x="5569" y="5885"/>
                    <a:pt x="5248" y="6955"/>
                    <a:pt x="5173" y="8090"/>
                  </a:cubicBezTo>
                  <a:cubicBezTo>
                    <a:pt x="5118" y="8908"/>
                    <a:pt x="5770" y="9604"/>
                    <a:pt x="6589" y="9604"/>
                  </a:cubicBezTo>
                  <a:lnTo>
                    <a:pt x="12790" y="9604"/>
                  </a:lnTo>
                  <a:cubicBezTo>
                    <a:pt x="13048" y="9604"/>
                    <a:pt x="13259" y="9395"/>
                    <a:pt x="13259" y="9136"/>
                  </a:cubicBezTo>
                  <a:cubicBezTo>
                    <a:pt x="13259" y="8878"/>
                    <a:pt x="13048" y="8667"/>
                    <a:pt x="12790" y="8667"/>
                  </a:cubicBezTo>
                  <a:lnTo>
                    <a:pt x="9958" y="8667"/>
                  </a:lnTo>
                  <a:cubicBezTo>
                    <a:pt x="8074" y="7645"/>
                    <a:pt x="6935" y="5700"/>
                    <a:pt x="6935" y="3592"/>
                  </a:cubicBezTo>
                  <a:cubicBezTo>
                    <a:pt x="6935" y="2599"/>
                    <a:pt x="7190" y="1597"/>
                    <a:pt x="7707" y="703"/>
                  </a:cubicBezTo>
                  <a:cubicBezTo>
                    <a:pt x="7836" y="479"/>
                    <a:pt x="7760" y="195"/>
                    <a:pt x="7536" y="63"/>
                  </a:cubicBezTo>
                  <a:cubicBezTo>
                    <a:pt x="7462" y="21"/>
                    <a:pt x="7382" y="0"/>
                    <a:pt x="73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0"/>
            <p:cNvSpPr/>
            <p:nvPr/>
          </p:nvSpPr>
          <p:spPr>
            <a:xfrm>
              <a:off x="4018192" y="3582013"/>
              <a:ext cx="60824" cy="12222"/>
            </a:xfrm>
            <a:custGeom>
              <a:rect b="b" l="l" r="r" t="t"/>
              <a:pathLst>
                <a:path extrusionOk="0" h="938" w="4668">
                  <a:moveTo>
                    <a:pt x="468" y="1"/>
                  </a:moveTo>
                  <a:cubicBezTo>
                    <a:pt x="210" y="1"/>
                    <a:pt x="0" y="210"/>
                    <a:pt x="0" y="470"/>
                  </a:cubicBezTo>
                  <a:cubicBezTo>
                    <a:pt x="0" y="727"/>
                    <a:pt x="210" y="938"/>
                    <a:pt x="468" y="938"/>
                  </a:cubicBezTo>
                  <a:lnTo>
                    <a:pt x="4199" y="938"/>
                  </a:lnTo>
                  <a:cubicBezTo>
                    <a:pt x="4458" y="938"/>
                    <a:pt x="4668" y="728"/>
                    <a:pt x="4668" y="470"/>
                  </a:cubicBezTo>
                  <a:cubicBezTo>
                    <a:pt x="4668" y="212"/>
                    <a:pt x="4457"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0"/>
            <p:cNvSpPr/>
            <p:nvPr/>
          </p:nvSpPr>
          <p:spPr>
            <a:xfrm>
              <a:off x="4083045" y="3582013"/>
              <a:ext cx="77072" cy="76734"/>
            </a:xfrm>
            <a:custGeom>
              <a:rect b="b" l="l" r="r" t="t"/>
              <a:pathLst>
                <a:path extrusionOk="0" h="5889" w="5915">
                  <a:moveTo>
                    <a:pt x="2963" y="1"/>
                  </a:moveTo>
                  <a:cubicBezTo>
                    <a:pt x="2017" y="1"/>
                    <a:pt x="1248" y="770"/>
                    <a:pt x="1248" y="1716"/>
                  </a:cubicBezTo>
                  <a:lnTo>
                    <a:pt x="1248" y="4174"/>
                  </a:lnTo>
                  <a:cubicBezTo>
                    <a:pt x="1248" y="4601"/>
                    <a:pt x="898" y="4951"/>
                    <a:pt x="469" y="4951"/>
                  </a:cubicBezTo>
                  <a:cubicBezTo>
                    <a:pt x="210" y="4951"/>
                    <a:pt x="1" y="5161"/>
                    <a:pt x="1" y="5421"/>
                  </a:cubicBezTo>
                  <a:cubicBezTo>
                    <a:pt x="1" y="5678"/>
                    <a:pt x="210" y="5888"/>
                    <a:pt x="469" y="5888"/>
                  </a:cubicBezTo>
                  <a:cubicBezTo>
                    <a:pt x="1414" y="5888"/>
                    <a:pt x="2183" y="5119"/>
                    <a:pt x="2183" y="4174"/>
                  </a:cubicBezTo>
                  <a:lnTo>
                    <a:pt x="2183" y="1716"/>
                  </a:lnTo>
                  <a:cubicBezTo>
                    <a:pt x="2183" y="1288"/>
                    <a:pt x="2534" y="938"/>
                    <a:pt x="2963" y="938"/>
                  </a:cubicBezTo>
                  <a:lnTo>
                    <a:pt x="5446" y="938"/>
                  </a:lnTo>
                  <a:cubicBezTo>
                    <a:pt x="5706" y="938"/>
                    <a:pt x="5914" y="728"/>
                    <a:pt x="5914" y="470"/>
                  </a:cubicBezTo>
                  <a:cubicBezTo>
                    <a:pt x="5914" y="212"/>
                    <a:pt x="5705"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0"/>
            <p:cNvSpPr/>
            <p:nvPr/>
          </p:nvSpPr>
          <p:spPr>
            <a:xfrm>
              <a:off x="4050612" y="3691678"/>
              <a:ext cx="77099" cy="12222"/>
            </a:xfrm>
            <a:custGeom>
              <a:rect b="b" l="l" r="r" t="t"/>
              <a:pathLst>
                <a:path extrusionOk="0" h="938" w="5917">
                  <a:moveTo>
                    <a:pt x="468" y="1"/>
                  </a:moveTo>
                  <a:cubicBezTo>
                    <a:pt x="210" y="1"/>
                    <a:pt x="0" y="210"/>
                    <a:pt x="0" y="470"/>
                  </a:cubicBezTo>
                  <a:cubicBezTo>
                    <a:pt x="0" y="728"/>
                    <a:pt x="210" y="938"/>
                    <a:pt x="468" y="938"/>
                  </a:cubicBezTo>
                  <a:lnTo>
                    <a:pt x="5447" y="938"/>
                  </a:lnTo>
                  <a:cubicBezTo>
                    <a:pt x="5706" y="938"/>
                    <a:pt x="5917" y="728"/>
                    <a:pt x="5917" y="470"/>
                  </a:cubicBezTo>
                  <a:cubicBezTo>
                    <a:pt x="5917" y="212"/>
                    <a:pt x="5706" y="1"/>
                    <a:pt x="54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0"/>
            <p:cNvSpPr/>
            <p:nvPr/>
          </p:nvSpPr>
          <p:spPr>
            <a:xfrm>
              <a:off x="4030571" y="3450118"/>
              <a:ext cx="114547" cy="53527"/>
            </a:xfrm>
            <a:custGeom>
              <a:rect b="b" l="l" r="r" t="t"/>
              <a:pathLst>
                <a:path extrusionOk="0" h="4108" w="8791">
                  <a:moveTo>
                    <a:pt x="2254" y="0"/>
                  </a:moveTo>
                  <a:cubicBezTo>
                    <a:pt x="1728" y="0"/>
                    <a:pt x="1202" y="200"/>
                    <a:pt x="801" y="601"/>
                  </a:cubicBezTo>
                  <a:cubicBezTo>
                    <a:pt x="0" y="1403"/>
                    <a:pt x="0" y="2701"/>
                    <a:pt x="801" y="3505"/>
                  </a:cubicBezTo>
                  <a:cubicBezTo>
                    <a:pt x="1201" y="3905"/>
                    <a:pt x="1727" y="4104"/>
                    <a:pt x="2253" y="4104"/>
                  </a:cubicBezTo>
                  <a:cubicBezTo>
                    <a:pt x="2779" y="4104"/>
                    <a:pt x="3305" y="3905"/>
                    <a:pt x="3705" y="3505"/>
                  </a:cubicBezTo>
                  <a:cubicBezTo>
                    <a:pt x="3889" y="3321"/>
                    <a:pt x="3889" y="3026"/>
                    <a:pt x="3705" y="2844"/>
                  </a:cubicBezTo>
                  <a:cubicBezTo>
                    <a:pt x="3614" y="2752"/>
                    <a:pt x="3494" y="2706"/>
                    <a:pt x="3374" y="2706"/>
                  </a:cubicBezTo>
                  <a:cubicBezTo>
                    <a:pt x="3254" y="2706"/>
                    <a:pt x="3135" y="2752"/>
                    <a:pt x="3044" y="2844"/>
                  </a:cubicBezTo>
                  <a:cubicBezTo>
                    <a:pt x="2825" y="3061"/>
                    <a:pt x="2539" y="3170"/>
                    <a:pt x="2253" y="3170"/>
                  </a:cubicBezTo>
                  <a:cubicBezTo>
                    <a:pt x="1967" y="3170"/>
                    <a:pt x="1682" y="3061"/>
                    <a:pt x="1465" y="2844"/>
                  </a:cubicBezTo>
                  <a:cubicBezTo>
                    <a:pt x="1029" y="2407"/>
                    <a:pt x="1029" y="1698"/>
                    <a:pt x="1465" y="1265"/>
                  </a:cubicBezTo>
                  <a:cubicBezTo>
                    <a:pt x="1683" y="1047"/>
                    <a:pt x="1969" y="938"/>
                    <a:pt x="2255" y="938"/>
                  </a:cubicBezTo>
                  <a:cubicBezTo>
                    <a:pt x="2541" y="938"/>
                    <a:pt x="2826" y="1047"/>
                    <a:pt x="3044" y="1265"/>
                  </a:cubicBezTo>
                  <a:lnTo>
                    <a:pt x="5285" y="3506"/>
                  </a:lnTo>
                  <a:cubicBezTo>
                    <a:pt x="5685" y="3907"/>
                    <a:pt x="6210" y="4108"/>
                    <a:pt x="6737" y="4108"/>
                  </a:cubicBezTo>
                  <a:cubicBezTo>
                    <a:pt x="7865" y="4108"/>
                    <a:pt x="8790" y="3196"/>
                    <a:pt x="8790" y="2056"/>
                  </a:cubicBezTo>
                  <a:cubicBezTo>
                    <a:pt x="8790" y="1506"/>
                    <a:pt x="8577" y="992"/>
                    <a:pt x="8189" y="605"/>
                  </a:cubicBezTo>
                  <a:cubicBezTo>
                    <a:pt x="7790" y="205"/>
                    <a:pt x="7264" y="4"/>
                    <a:pt x="6738" y="4"/>
                  </a:cubicBezTo>
                  <a:cubicBezTo>
                    <a:pt x="6211" y="4"/>
                    <a:pt x="5685" y="205"/>
                    <a:pt x="5285" y="605"/>
                  </a:cubicBezTo>
                  <a:cubicBezTo>
                    <a:pt x="5103" y="787"/>
                    <a:pt x="5103" y="1083"/>
                    <a:pt x="5285" y="1267"/>
                  </a:cubicBezTo>
                  <a:cubicBezTo>
                    <a:pt x="5377" y="1358"/>
                    <a:pt x="5497" y="1403"/>
                    <a:pt x="5616" y="1403"/>
                  </a:cubicBezTo>
                  <a:cubicBezTo>
                    <a:pt x="5736" y="1403"/>
                    <a:pt x="5856" y="1358"/>
                    <a:pt x="5948" y="1267"/>
                  </a:cubicBezTo>
                  <a:cubicBezTo>
                    <a:pt x="6165" y="1048"/>
                    <a:pt x="6451" y="939"/>
                    <a:pt x="6737" y="939"/>
                  </a:cubicBezTo>
                  <a:cubicBezTo>
                    <a:pt x="7023" y="939"/>
                    <a:pt x="7309" y="1048"/>
                    <a:pt x="7526" y="1267"/>
                  </a:cubicBezTo>
                  <a:cubicBezTo>
                    <a:pt x="7961" y="1703"/>
                    <a:pt x="7961" y="2410"/>
                    <a:pt x="7526" y="2845"/>
                  </a:cubicBezTo>
                  <a:cubicBezTo>
                    <a:pt x="7309" y="3061"/>
                    <a:pt x="7023" y="3169"/>
                    <a:pt x="6738" y="3169"/>
                  </a:cubicBezTo>
                  <a:cubicBezTo>
                    <a:pt x="6452" y="3169"/>
                    <a:pt x="6165" y="3060"/>
                    <a:pt x="5948" y="2844"/>
                  </a:cubicBezTo>
                  <a:lnTo>
                    <a:pt x="3705" y="601"/>
                  </a:lnTo>
                  <a:cubicBezTo>
                    <a:pt x="3305" y="200"/>
                    <a:pt x="2780" y="0"/>
                    <a:pt x="225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2" name="Google Shape;6242;p70"/>
          <p:cNvGrpSpPr/>
          <p:nvPr/>
        </p:nvGrpSpPr>
        <p:grpSpPr>
          <a:xfrm>
            <a:off x="2835663" y="4186733"/>
            <a:ext cx="331221" cy="416623"/>
            <a:chOff x="2835663" y="4186733"/>
            <a:chExt cx="331221" cy="416623"/>
          </a:xfrm>
        </p:grpSpPr>
        <p:sp>
          <p:nvSpPr>
            <p:cNvPr id="6243" name="Google Shape;6243;p70"/>
            <p:cNvSpPr/>
            <p:nvPr/>
          </p:nvSpPr>
          <p:spPr>
            <a:xfrm>
              <a:off x="2991076" y="4192859"/>
              <a:ext cx="20370" cy="34197"/>
            </a:xfrm>
            <a:custGeom>
              <a:rect b="b" l="l" r="r" t="t"/>
              <a:pathLst>
                <a:path extrusionOk="0" h="2624" w="1563">
                  <a:moveTo>
                    <a:pt x="781" y="1"/>
                  </a:moveTo>
                  <a:cubicBezTo>
                    <a:pt x="351" y="1"/>
                    <a:pt x="1" y="339"/>
                    <a:pt x="1" y="758"/>
                  </a:cubicBezTo>
                  <a:lnTo>
                    <a:pt x="1" y="1860"/>
                  </a:lnTo>
                  <a:cubicBezTo>
                    <a:pt x="1" y="2287"/>
                    <a:pt x="350" y="2624"/>
                    <a:pt x="774" y="2624"/>
                  </a:cubicBezTo>
                  <a:lnTo>
                    <a:pt x="789" y="2624"/>
                  </a:lnTo>
                  <a:cubicBezTo>
                    <a:pt x="1213" y="2624"/>
                    <a:pt x="1562" y="2287"/>
                    <a:pt x="1562" y="1860"/>
                  </a:cubicBezTo>
                  <a:lnTo>
                    <a:pt x="1562" y="758"/>
                  </a:lnTo>
                  <a:cubicBezTo>
                    <a:pt x="1562" y="339"/>
                    <a:pt x="1212" y="1"/>
                    <a:pt x="78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0"/>
            <p:cNvSpPr/>
            <p:nvPr/>
          </p:nvSpPr>
          <p:spPr>
            <a:xfrm>
              <a:off x="3110698" y="4368813"/>
              <a:ext cx="50097" cy="74168"/>
            </a:xfrm>
            <a:custGeom>
              <a:rect b="b" l="l" r="r" t="t"/>
              <a:pathLst>
                <a:path extrusionOk="0" h="5691" w="3844">
                  <a:moveTo>
                    <a:pt x="421" y="1"/>
                  </a:moveTo>
                  <a:lnTo>
                    <a:pt x="1" y="5690"/>
                  </a:lnTo>
                  <a:lnTo>
                    <a:pt x="279" y="5690"/>
                  </a:lnTo>
                  <a:cubicBezTo>
                    <a:pt x="2246" y="5690"/>
                    <a:pt x="3843" y="4094"/>
                    <a:pt x="3843" y="2127"/>
                  </a:cubicBezTo>
                  <a:lnTo>
                    <a:pt x="3843" y="1918"/>
                  </a:lnTo>
                  <a:cubicBezTo>
                    <a:pt x="3843" y="857"/>
                    <a:pt x="2984" y="1"/>
                    <a:pt x="1925" y="1"/>
                  </a:cubicBez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0"/>
            <p:cNvSpPr/>
            <p:nvPr/>
          </p:nvSpPr>
          <p:spPr>
            <a:xfrm>
              <a:off x="2841723" y="4368813"/>
              <a:ext cx="50071" cy="74168"/>
            </a:xfrm>
            <a:custGeom>
              <a:rect b="b" l="l" r="r" t="t"/>
              <a:pathLst>
                <a:path extrusionOk="0" h="5691" w="3842">
                  <a:moveTo>
                    <a:pt x="1918" y="1"/>
                  </a:moveTo>
                  <a:cubicBezTo>
                    <a:pt x="860" y="1"/>
                    <a:pt x="0" y="857"/>
                    <a:pt x="0" y="1918"/>
                  </a:cubicBezTo>
                  <a:lnTo>
                    <a:pt x="0" y="2127"/>
                  </a:lnTo>
                  <a:cubicBezTo>
                    <a:pt x="2" y="4094"/>
                    <a:pt x="1596" y="5690"/>
                    <a:pt x="3565" y="5690"/>
                  </a:cubicBezTo>
                  <a:lnTo>
                    <a:pt x="3842" y="5690"/>
                  </a:lnTo>
                  <a:lnTo>
                    <a:pt x="3423" y="1"/>
                  </a:ln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0"/>
            <p:cNvSpPr/>
            <p:nvPr/>
          </p:nvSpPr>
          <p:spPr>
            <a:xfrm>
              <a:off x="2895995" y="4529882"/>
              <a:ext cx="210527" cy="67430"/>
            </a:xfrm>
            <a:custGeom>
              <a:rect b="b" l="l" r="r" t="t"/>
              <a:pathLst>
                <a:path extrusionOk="0" h="5174" w="16154">
                  <a:moveTo>
                    <a:pt x="3516" y="0"/>
                  </a:moveTo>
                  <a:lnTo>
                    <a:pt x="3516" y="1630"/>
                  </a:lnTo>
                  <a:cubicBezTo>
                    <a:pt x="3516" y="2540"/>
                    <a:pt x="2994" y="3369"/>
                    <a:pt x="2175" y="3761"/>
                  </a:cubicBezTo>
                  <a:lnTo>
                    <a:pt x="246" y="4687"/>
                  </a:lnTo>
                  <a:cubicBezTo>
                    <a:pt x="1" y="4806"/>
                    <a:pt x="85" y="5173"/>
                    <a:pt x="358" y="5173"/>
                  </a:cubicBezTo>
                  <a:lnTo>
                    <a:pt x="15798" y="5173"/>
                  </a:lnTo>
                  <a:cubicBezTo>
                    <a:pt x="16070" y="5173"/>
                    <a:pt x="16154" y="4806"/>
                    <a:pt x="15908" y="4687"/>
                  </a:cubicBezTo>
                  <a:lnTo>
                    <a:pt x="13981" y="3761"/>
                  </a:lnTo>
                  <a:cubicBezTo>
                    <a:pt x="13159" y="3367"/>
                    <a:pt x="12640" y="2539"/>
                    <a:pt x="12640" y="1630"/>
                  </a:cubicBezTo>
                  <a:lnTo>
                    <a:pt x="12640" y="0"/>
                  </a:lnTo>
                  <a:cubicBezTo>
                    <a:pt x="11040" y="1095"/>
                    <a:pt x="9275" y="1721"/>
                    <a:pt x="8078" y="1721"/>
                  </a:cubicBezTo>
                  <a:cubicBezTo>
                    <a:pt x="6881" y="1721"/>
                    <a:pt x="5115" y="1095"/>
                    <a:pt x="3516" y="0"/>
                  </a:cubicBez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0"/>
            <p:cNvSpPr/>
            <p:nvPr/>
          </p:nvSpPr>
          <p:spPr>
            <a:xfrm>
              <a:off x="2879860" y="4222953"/>
              <a:ext cx="242809" cy="329318"/>
            </a:xfrm>
            <a:custGeom>
              <a:rect b="b" l="l" r="r" t="t"/>
              <a:pathLst>
                <a:path extrusionOk="0" h="25269" w="18631">
                  <a:moveTo>
                    <a:pt x="9316" y="1"/>
                  </a:moveTo>
                  <a:cubicBezTo>
                    <a:pt x="4108" y="1"/>
                    <a:pt x="0" y="4423"/>
                    <a:pt x="383" y="9616"/>
                  </a:cubicBezTo>
                  <a:lnTo>
                    <a:pt x="993" y="17887"/>
                  </a:lnTo>
                  <a:cubicBezTo>
                    <a:pt x="1315" y="22248"/>
                    <a:pt x="6690" y="25268"/>
                    <a:pt x="9317" y="25268"/>
                  </a:cubicBezTo>
                  <a:cubicBezTo>
                    <a:pt x="11946" y="25268"/>
                    <a:pt x="17321" y="22245"/>
                    <a:pt x="17643" y="17887"/>
                  </a:cubicBezTo>
                  <a:lnTo>
                    <a:pt x="18248" y="9616"/>
                  </a:lnTo>
                  <a:cubicBezTo>
                    <a:pt x="18630" y="4423"/>
                    <a:pt x="14522" y="1"/>
                    <a:pt x="9316" y="1"/>
                  </a:cubicBez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0"/>
            <p:cNvSpPr/>
            <p:nvPr/>
          </p:nvSpPr>
          <p:spPr>
            <a:xfrm>
              <a:off x="2943672" y="4228375"/>
              <a:ext cx="178102" cy="323897"/>
            </a:xfrm>
            <a:custGeom>
              <a:rect b="b" l="l" r="r" t="t"/>
              <a:pathLst>
                <a:path extrusionOk="0" h="24853" w="13666">
                  <a:moveTo>
                    <a:pt x="7123" y="1"/>
                  </a:moveTo>
                  <a:cubicBezTo>
                    <a:pt x="9573" y="1751"/>
                    <a:pt x="11094" y="4702"/>
                    <a:pt x="10856" y="7952"/>
                  </a:cubicBezTo>
                  <a:lnTo>
                    <a:pt x="10246" y="16223"/>
                  </a:lnTo>
                  <a:cubicBezTo>
                    <a:pt x="9924" y="20583"/>
                    <a:pt x="4549" y="23604"/>
                    <a:pt x="1922" y="23604"/>
                  </a:cubicBezTo>
                  <a:cubicBezTo>
                    <a:pt x="1376" y="23604"/>
                    <a:pt x="712" y="23472"/>
                    <a:pt x="0" y="23228"/>
                  </a:cubicBezTo>
                  <a:lnTo>
                    <a:pt x="0" y="23228"/>
                  </a:lnTo>
                  <a:cubicBezTo>
                    <a:pt x="1561" y="24264"/>
                    <a:pt x="3258" y="24852"/>
                    <a:pt x="4420" y="24852"/>
                  </a:cubicBezTo>
                  <a:cubicBezTo>
                    <a:pt x="7047" y="24852"/>
                    <a:pt x="12424" y="21829"/>
                    <a:pt x="12744" y="17471"/>
                  </a:cubicBezTo>
                  <a:lnTo>
                    <a:pt x="13354" y="9200"/>
                  </a:lnTo>
                  <a:cubicBezTo>
                    <a:pt x="13665" y="4951"/>
                    <a:pt x="10967" y="1215"/>
                    <a:pt x="7123"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0"/>
            <p:cNvSpPr/>
            <p:nvPr/>
          </p:nvSpPr>
          <p:spPr>
            <a:xfrm>
              <a:off x="2908625" y="4247404"/>
              <a:ext cx="185244" cy="99099"/>
            </a:xfrm>
            <a:custGeom>
              <a:rect b="b" l="l" r="r" t="t"/>
              <a:pathLst>
                <a:path extrusionOk="0" h="7604" w="14214">
                  <a:moveTo>
                    <a:pt x="7107" y="0"/>
                  </a:moveTo>
                  <a:cubicBezTo>
                    <a:pt x="5116" y="0"/>
                    <a:pt x="3272" y="804"/>
                    <a:pt x="1916" y="2263"/>
                  </a:cubicBezTo>
                  <a:cubicBezTo>
                    <a:pt x="1577" y="2629"/>
                    <a:pt x="1282" y="3021"/>
                    <a:pt x="1030" y="3435"/>
                  </a:cubicBezTo>
                  <a:cubicBezTo>
                    <a:pt x="1267" y="3566"/>
                    <a:pt x="1425" y="3821"/>
                    <a:pt x="1425" y="4114"/>
                  </a:cubicBezTo>
                  <a:lnTo>
                    <a:pt x="1425" y="4121"/>
                  </a:lnTo>
                  <a:lnTo>
                    <a:pt x="1425" y="4128"/>
                  </a:lnTo>
                  <a:cubicBezTo>
                    <a:pt x="1425" y="4553"/>
                    <a:pt x="1088" y="4900"/>
                    <a:pt x="663" y="4900"/>
                  </a:cubicBezTo>
                  <a:lnTo>
                    <a:pt x="359" y="4900"/>
                  </a:lnTo>
                  <a:cubicBezTo>
                    <a:pt x="184" y="5444"/>
                    <a:pt x="76" y="6010"/>
                    <a:pt x="36" y="6589"/>
                  </a:cubicBezTo>
                  <a:cubicBezTo>
                    <a:pt x="0" y="7137"/>
                    <a:pt x="436" y="7604"/>
                    <a:pt x="987" y="7604"/>
                  </a:cubicBezTo>
                  <a:lnTo>
                    <a:pt x="13227" y="7604"/>
                  </a:lnTo>
                  <a:cubicBezTo>
                    <a:pt x="13778" y="7604"/>
                    <a:pt x="14213" y="7137"/>
                    <a:pt x="14177" y="6589"/>
                  </a:cubicBezTo>
                  <a:cubicBezTo>
                    <a:pt x="14139" y="6010"/>
                    <a:pt x="14031" y="5444"/>
                    <a:pt x="13854" y="4900"/>
                  </a:cubicBezTo>
                  <a:lnTo>
                    <a:pt x="13552" y="4900"/>
                  </a:lnTo>
                  <a:cubicBezTo>
                    <a:pt x="13127" y="4900"/>
                    <a:pt x="12790" y="4553"/>
                    <a:pt x="12790" y="4128"/>
                  </a:cubicBezTo>
                  <a:lnTo>
                    <a:pt x="12790" y="4121"/>
                  </a:lnTo>
                  <a:lnTo>
                    <a:pt x="12790" y="4114"/>
                  </a:lnTo>
                  <a:cubicBezTo>
                    <a:pt x="12790" y="3823"/>
                    <a:pt x="12948" y="3566"/>
                    <a:pt x="13184" y="3435"/>
                  </a:cubicBezTo>
                  <a:cubicBezTo>
                    <a:pt x="12933" y="3021"/>
                    <a:pt x="12638" y="2629"/>
                    <a:pt x="12298" y="2263"/>
                  </a:cubicBezTo>
                  <a:cubicBezTo>
                    <a:pt x="10942" y="804"/>
                    <a:pt x="9101" y="0"/>
                    <a:pt x="71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0"/>
            <p:cNvSpPr/>
            <p:nvPr/>
          </p:nvSpPr>
          <p:spPr>
            <a:xfrm>
              <a:off x="2908664" y="4250545"/>
              <a:ext cx="185205" cy="96023"/>
            </a:xfrm>
            <a:custGeom>
              <a:rect b="b" l="l" r="r" t="t"/>
              <a:pathLst>
                <a:path extrusionOk="0" h="7368" w="14211">
                  <a:moveTo>
                    <a:pt x="8958" y="0"/>
                  </a:moveTo>
                  <a:lnTo>
                    <a:pt x="8958" y="0"/>
                  </a:lnTo>
                  <a:cubicBezTo>
                    <a:pt x="9255" y="231"/>
                    <a:pt x="9537" y="489"/>
                    <a:pt x="9798" y="774"/>
                  </a:cubicBezTo>
                  <a:cubicBezTo>
                    <a:pt x="10921" y="1982"/>
                    <a:pt x="11570" y="3490"/>
                    <a:pt x="11678" y="5101"/>
                  </a:cubicBezTo>
                  <a:cubicBezTo>
                    <a:pt x="11713" y="5649"/>
                    <a:pt x="11279" y="6116"/>
                    <a:pt x="10728" y="6116"/>
                  </a:cubicBezTo>
                  <a:lnTo>
                    <a:pt x="55" y="6116"/>
                  </a:lnTo>
                  <a:cubicBezTo>
                    <a:pt x="47" y="6193"/>
                    <a:pt x="40" y="6272"/>
                    <a:pt x="36" y="6351"/>
                  </a:cubicBezTo>
                  <a:cubicBezTo>
                    <a:pt x="0" y="6901"/>
                    <a:pt x="435" y="7367"/>
                    <a:pt x="986" y="7367"/>
                  </a:cubicBezTo>
                  <a:lnTo>
                    <a:pt x="13226" y="7367"/>
                  </a:lnTo>
                  <a:cubicBezTo>
                    <a:pt x="13775" y="7363"/>
                    <a:pt x="14210" y="6896"/>
                    <a:pt x="14174" y="6348"/>
                  </a:cubicBezTo>
                  <a:cubicBezTo>
                    <a:pt x="14137" y="5769"/>
                    <a:pt x="14028" y="5203"/>
                    <a:pt x="13851" y="4659"/>
                  </a:cubicBezTo>
                  <a:lnTo>
                    <a:pt x="13549" y="4659"/>
                  </a:lnTo>
                  <a:cubicBezTo>
                    <a:pt x="13124" y="4659"/>
                    <a:pt x="12787" y="4312"/>
                    <a:pt x="12787" y="3887"/>
                  </a:cubicBezTo>
                  <a:lnTo>
                    <a:pt x="12787" y="3880"/>
                  </a:lnTo>
                  <a:lnTo>
                    <a:pt x="12787" y="3873"/>
                  </a:lnTo>
                  <a:cubicBezTo>
                    <a:pt x="12787" y="3582"/>
                    <a:pt x="12945" y="3325"/>
                    <a:pt x="13181" y="3194"/>
                  </a:cubicBezTo>
                  <a:cubicBezTo>
                    <a:pt x="12930" y="2780"/>
                    <a:pt x="12635" y="2388"/>
                    <a:pt x="12295" y="2022"/>
                  </a:cubicBezTo>
                  <a:cubicBezTo>
                    <a:pt x="11373" y="1029"/>
                    <a:pt x="10225" y="339"/>
                    <a:pt x="8958"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0"/>
            <p:cNvSpPr/>
            <p:nvPr/>
          </p:nvSpPr>
          <p:spPr>
            <a:xfrm>
              <a:off x="2920642" y="4221507"/>
              <a:ext cx="32373" cy="30301"/>
            </a:xfrm>
            <a:custGeom>
              <a:rect b="b" l="l" r="r" t="t"/>
              <a:pathLst>
                <a:path extrusionOk="0" h="2325" w="2484">
                  <a:moveTo>
                    <a:pt x="871" y="1"/>
                  </a:moveTo>
                  <a:cubicBezTo>
                    <a:pt x="671" y="1"/>
                    <a:pt x="468" y="79"/>
                    <a:pt x="312" y="235"/>
                  </a:cubicBezTo>
                  <a:cubicBezTo>
                    <a:pt x="8" y="539"/>
                    <a:pt x="1" y="1026"/>
                    <a:pt x="296" y="1321"/>
                  </a:cubicBezTo>
                  <a:lnTo>
                    <a:pt x="1078" y="2103"/>
                  </a:lnTo>
                  <a:cubicBezTo>
                    <a:pt x="1228" y="2252"/>
                    <a:pt x="1422" y="2325"/>
                    <a:pt x="1616" y="2325"/>
                  </a:cubicBezTo>
                  <a:cubicBezTo>
                    <a:pt x="1814" y="2325"/>
                    <a:pt x="2012" y="2248"/>
                    <a:pt x="2163" y="2098"/>
                  </a:cubicBezTo>
                  <a:lnTo>
                    <a:pt x="2175" y="2086"/>
                  </a:lnTo>
                  <a:cubicBezTo>
                    <a:pt x="2476" y="1786"/>
                    <a:pt x="2483" y="1303"/>
                    <a:pt x="2182" y="1001"/>
                  </a:cubicBezTo>
                  <a:lnTo>
                    <a:pt x="1400" y="219"/>
                  </a:lnTo>
                  <a:cubicBezTo>
                    <a:pt x="1255" y="73"/>
                    <a:pt x="1064" y="1"/>
                    <a:pt x="87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0"/>
            <p:cNvSpPr/>
            <p:nvPr/>
          </p:nvSpPr>
          <p:spPr>
            <a:xfrm>
              <a:off x="3049505" y="4221507"/>
              <a:ext cx="32360" cy="30327"/>
            </a:xfrm>
            <a:custGeom>
              <a:rect b="b" l="l" r="r" t="t"/>
              <a:pathLst>
                <a:path extrusionOk="0" h="2327" w="2483">
                  <a:moveTo>
                    <a:pt x="1613" y="1"/>
                  </a:moveTo>
                  <a:cubicBezTo>
                    <a:pt x="1420" y="1"/>
                    <a:pt x="1229" y="73"/>
                    <a:pt x="1084" y="219"/>
                  </a:cubicBezTo>
                  <a:lnTo>
                    <a:pt x="302" y="1001"/>
                  </a:lnTo>
                  <a:cubicBezTo>
                    <a:pt x="1" y="1303"/>
                    <a:pt x="8" y="1786"/>
                    <a:pt x="309" y="2086"/>
                  </a:cubicBezTo>
                  <a:lnTo>
                    <a:pt x="319" y="2098"/>
                  </a:lnTo>
                  <a:cubicBezTo>
                    <a:pt x="471" y="2250"/>
                    <a:pt x="669" y="2327"/>
                    <a:pt x="868" y="2327"/>
                  </a:cubicBezTo>
                  <a:cubicBezTo>
                    <a:pt x="1062" y="2327"/>
                    <a:pt x="1256" y="2253"/>
                    <a:pt x="1405" y="2103"/>
                  </a:cubicBezTo>
                  <a:lnTo>
                    <a:pt x="2187" y="1321"/>
                  </a:lnTo>
                  <a:cubicBezTo>
                    <a:pt x="2483" y="1026"/>
                    <a:pt x="2476" y="539"/>
                    <a:pt x="2170" y="235"/>
                  </a:cubicBezTo>
                  <a:cubicBezTo>
                    <a:pt x="2015" y="79"/>
                    <a:pt x="1813" y="1"/>
                    <a:pt x="16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0"/>
            <p:cNvSpPr/>
            <p:nvPr/>
          </p:nvSpPr>
          <p:spPr>
            <a:xfrm>
              <a:off x="2893011" y="4290937"/>
              <a:ext cx="34197" cy="20344"/>
            </a:xfrm>
            <a:custGeom>
              <a:rect b="b" l="l" r="r" t="t"/>
              <a:pathLst>
                <a:path extrusionOk="0" h="1561" w="2624">
                  <a:moveTo>
                    <a:pt x="758" y="1"/>
                  </a:moveTo>
                  <a:cubicBezTo>
                    <a:pt x="340" y="1"/>
                    <a:pt x="0" y="351"/>
                    <a:pt x="0" y="781"/>
                  </a:cubicBezTo>
                  <a:cubicBezTo>
                    <a:pt x="0" y="1212"/>
                    <a:pt x="340" y="1560"/>
                    <a:pt x="758" y="1560"/>
                  </a:cubicBezTo>
                  <a:lnTo>
                    <a:pt x="1861" y="1560"/>
                  </a:lnTo>
                  <a:cubicBezTo>
                    <a:pt x="2286" y="1560"/>
                    <a:pt x="2623" y="1213"/>
                    <a:pt x="2623" y="788"/>
                  </a:cubicBezTo>
                  <a:lnTo>
                    <a:pt x="2623" y="781"/>
                  </a:lnTo>
                  <a:lnTo>
                    <a:pt x="2623" y="774"/>
                  </a:lnTo>
                  <a:cubicBezTo>
                    <a:pt x="2623" y="348"/>
                    <a:pt x="2286" y="1"/>
                    <a:pt x="186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0"/>
            <p:cNvSpPr/>
            <p:nvPr/>
          </p:nvSpPr>
          <p:spPr>
            <a:xfrm>
              <a:off x="3075312" y="4290937"/>
              <a:ext cx="34184" cy="20344"/>
            </a:xfrm>
            <a:custGeom>
              <a:rect b="b" l="l" r="r" t="t"/>
              <a:pathLst>
                <a:path extrusionOk="0" h="1561" w="2623">
                  <a:moveTo>
                    <a:pt x="763" y="1"/>
                  </a:moveTo>
                  <a:cubicBezTo>
                    <a:pt x="338" y="1"/>
                    <a:pt x="1" y="348"/>
                    <a:pt x="1" y="774"/>
                  </a:cubicBezTo>
                  <a:lnTo>
                    <a:pt x="1" y="781"/>
                  </a:lnTo>
                  <a:lnTo>
                    <a:pt x="1" y="788"/>
                  </a:lnTo>
                  <a:cubicBezTo>
                    <a:pt x="1" y="1213"/>
                    <a:pt x="338" y="1560"/>
                    <a:pt x="763" y="1560"/>
                  </a:cubicBezTo>
                  <a:lnTo>
                    <a:pt x="1866" y="1560"/>
                  </a:lnTo>
                  <a:cubicBezTo>
                    <a:pt x="2284" y="1560"/>
                    <a:pt x="2622" y="1212"/>
                    <a:pt x="2622" y="781"/>
                  </a:cubicBezTo>
                  <a:cubicBezTo>
                    <a:pt x="2622" y="351"/>
                    <a:pt x="2285" y="1"/>
                    <a:pt x="186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0"/>
            <p:cNvSpPr/>
            <p:nvPr/>
          </p:nvSpPr>
          <p:spPr>
            <a:xfrm>
              <a:off x="2947517" y="4247378"/>
              <a:ext cx="107453" cy="99125"/>
            </a:xfrm>
            <a:custGeom>
              <a:rect b="b" l="l" r="r" t="t"/>
              <a:pathLst>
                <a:path extrusionOk="0" h="7606" w="8245">
                  <a:moveTo>
                    <a:pt x="4123" y="1"/>
                  </a:moveTo>
                  <a:cubicBezTo>
                    <a:pt x="1848" y="1"/>
                    <a:pt x="1" y="1846"/>
                    <a:pt x="1" y="4123"/>
                  </a:cubicBezTo>
                  <a:cubicBezTo>
                    <a:pt x="1" y="5588"/>
                    <a:pt x="767" y="6875"/>
                    <a:pt x="1919" y="7606"/>
                  </a:cubicBezTo>
                  <a:lnTo>
                    <a:pt x="6326" y="7606"/>
                  </a:lnTo>
                  <a:cubicBezTo>
                    <a:pt x="7481" y="6874"/>
                    <a:pt x="8245" y="5588"/>
                    <a:pt x="8245" y="4123"/>
                  </a:cubicBezTo>
                  <a:cubicBezTo>
                    <a:pt x="8245" y="1846"/>
                    <a:pt x="6399" y="1"/>
                    <a:pt x="412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0"/>
            <p:cNvSpPr/>
            <p:nvPr/>
          </p:nvSpPr>
          <p:spPr>
            <a:xfrm>
              <a:off x="2962389" y="4247756"/>
              <a:ext cx="92583" cy="98747"/>
            </a:xfrm>
            <a:custGeom>
              <a:rect b="b" l="l" r="r" t="t"/>
              <a:pathLst>
                <a:path extrusionOk="0" h="7577" w="7104">
                  <a:moveTo>
                    <a:pt x="3469" y="0"/>
                  </a:moveTo>
                  <a:lnTo>
                    <a:pt x="3469" y="0"/>
                  </a:lnTo>
                  <a:cubicBezTo>
                    <a:pt x="4173" y="739"/>
                    <a:pt x="4607" y="1742"/>
                    <a:pt x="4607" y="2846"/>
                  </a:cubicBezTo>
                  <a:cubicBezTo>
                    <a:pt x="4607" y="5122"/>
                    <a:pt x="2761" y="6967"/>
                    <a:pt x="486" y="6967"/>
                  </a:cubicBezTo>
                  <a:cubicBezTo>
                    <a:pt x="322" y="6967"/>
                    <a:pt x="158" y="6958"/>
                    <a:pt x="1" y="6938"/>
                  </a:cubicBezTo>
                  <a:lnTo>
                    <a:pt x="1" y="6938"/>
                  </a:lnTo>
                  <a:cubicBezTo>
                    <a:pt x="232" y="7182"/>
                    <a:pt x="494" y="7396"/>
                    <a:pt x="780" y="7577"/>
                  </a:cubicBezTo>
                  <a:lnTo>
                    <a:pt x="5186" y="7577"/>
                  </a:lnTo>
                  <a:cubicBezTo>
                    <a:pt x="6340" y="6846"/>
                    <a:pt x="7104" y="5559"/>
                    <a:pt x="7104" y="4094"/>
                  </a:cubicBezTo>
                  <a:cubicBezTo>
                    <a:pt x="7104" y="1980"/>
                    <a:pt x="5515" y="238"/>
                    <a:pt x="3469"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0"/>
            <p:cNvSpPr/>
            <p:nvPr/>
          </p:nvSpPr>
          <p:spPr>
            <a:xfrm>
              <a:off x="2835663" y="4186733"/>
              <a:ext cx="331221" cy="416623"/>
            </a:xfrm>
            <a:custGeom>
              <a:rect b="b" l="l" r="r" t="t"/>
              <a:pathLst>
                <a:path extrusionOk="0" h="31968" w="25415">
                  <a:moveTo>
                    <a:pt x="12705" y="937"/>
                  </a:moveTo>
                  <a:cubicBezTo>
                    <a:pt x="12878" y="937"/>
                    <a:pt x="13017" y="1066"/>
                    <a:pt x="13017" y="1226"/>
                  </a:cubicBezTo>
                  <a:lnTo>
                    <a:pt x="13017" y="2329"/>
                  </a:lnTo>
                  <a:cubicBezTo>
                    <a:pt x="13017" y="2495"/>
                    <a:pt x="12879" y="2623"/>
                    <a:pt x="12714" y="2623"/>
                  </a:cubicBezTo>
                  <a:lnTo>
                    <a:pt x="12695" y="2623"/>
                  </a:lnTo>
                  <a:cubicBezTo>
                    <a:pt x="12526" y="2623"/>
                    <a:pt x="12393" y="2491"/>
                    <a:pt x="12393" y="2329"/>
                  </a:cubicBezTo>
                  <a:lnTo>
                    <a:pt x="12393" y="1226"/>
                  </a:lnTo>
                  <a:cubicBezTo>
                    <a:pt x="12393" y="1066"/>
                    <a:pt x="12533" y="937"/>
                    <a:pt x="12705" y="937"/>
                  </a:cubicBezTo>
                  <a:close/>
                  <a:moveTo>
                    <a:pt x="7394" y="3138"/>
                  </a:moveTo>
                  <a:cubicBezTo>
                    <a:pt x="7465" y="3138"/>
                    <a:pt x="7535" y="3162"/>
                    <a:pt x="7590" y="3217"/>
                  </a:cubicBezTo>
                  <a:cubicBezTo>
                    <a:pt x="8524" y="4151"/>
                    <a:pt x="8365" y="3992"/>
                    <a:pt x="8389" y="4019"/>
                  </a:cubicBezTo>
                  <a:cubicBezTo>
                    <a:pt x="8432" y="4071"/>
                    <a:pt x="8457" y="4136"/>
                    <a:pt x="8457" y="4203"/>
                  </a:cubicBezTo>
                  <a:cubicBezTo>
                    <a:pt x="8457" y="4296"/>
                    <a:pt x="8418" y="4368"/>
                    <a:pt x="8353" y="4431"/>
                  </a:cubicBezTo>
                  <a:cubicBezTo>
                    <a:pt x="8290" y="4495"/>
                    <a:pt x="8212" y="4525"/>
                    <a:pt x="8135" y="4525"/>
                  </a:cubicBezTo>
                  <a:cubicBezTo>
                    <a:pt x="8060" y="4525"/>
                    <a:pt x="7986" y="4495"/>
                    <a:pt x="7930" y="4440"/>
                  </a:cubicBezTo>
                  <a:lnTo>
                    <a:pt x="7148" y="3658"/>
                  </a:lnTo>
                  <a:cubicBezTo>
                    <a:pt x="7095" y="3606"/>
                    <a:pt x="7066" y="3534"/>
                    <a:pt x="7068" y="3457"/>
                  </a:cubicBezTo>
                  <a:cubicBezTo>
                    <a:pt x="7071" y="3265"/>
                    <a:pt x="7234" y="3138"/>
                    <a:pt x="7394" y="3138"/>
                  </a:cubicBezTo>
                  <a:close/>
                  <a:moveTo>
                    <a:pt x="18017" y="3137"/>
                  </a:moveTo>
                  <a:cubicBezTo>
                    <a:pt x="18177" y="3137"/>
                    <a:pt x="18341" y="3266"/>
                    <a:pt x="18345" y="3457"/>
                  </a:cubicBezTo>
                  <a:cubicBezTo>
                    <a:pt x="18346" y="3534"/>
                    <a:pt x="18317" y="3606"/>
                    <a:pt x="18266" y="3661"/>
                  </a:cubicBezTo>
                  <a:lnTo>
                    <a:pt x="17484" y="4443"/>
                  </a:lnTo>
                  <a:cubicBezTo>
                    <a:pt x="17426" y="4499"/>
                    <a:pt x="17353" y="4526"/>
                    <a:pt x="17280" y="4526"/>
                  </a:cubicBezTo>
                  <a:cubicBezTo>
                    <a:pt x="17201" y="4526"/>
                    <a:pt x="17121" y="4495"/>
                    <a:pt x="17062" y="4435"/>
                  </a:cubicBezTo>
                  <a:lnTo>
                    <a:pt x="17049" y="4423"/>
                  </a:lnTo>
                  <a:cubicBezTo>
                    <a:pt x="16937" y="4309"/>
                    <a:pt x="16927" y="4137"/>
                    <a:pt x="17025" y="4019"/>
                  </a:cubicBezTo>
                  <a:cubicBezTo>
                    <a:pt x="17046" y="3992"/>
                    <a:pt x="16940" y="4098"/>
                    <a:pt x="17822" y="3217"/>
                  </a:cubicBezTo>
                  <a:cubicBezTo>
                    <a:pt x="17877" y="3162"/>
                    <a:pt x="17947" y="3137"/>
                    <a:pt x="18017" y="3137"/>
                  </a:cubicBezTo>
                  <a:close/>
                  <a:moveTo>
                    <a:pt x="13500" y="3285"/>
                  </a:moveTo>
                  <a:cubicBezTo>
                    <a:pt x="14384" y="3366"/>
                    <a:pt x="15240" y="3583"/>
                    <a:pt x="16050" y="3930"/>
                  </a:cubicBezTo>
                  <a:cubicBezTo>
                    <a:pt x="15937" y="4433"/>
                    <a:pt x="16145" y="4952"/>
                    <a:pt x="16581" y="5248"/>
                  </a:cubicBezTo>
                  <a:cubicBezTo>
                    <a:pt x="15412" y="4546"/>
                    <a:pt x="14061" y="4184"/>
                    <a:pt x="12700" y="4184"/>
                  </a:cubicBezTo>
                  <a:cubicBezTo>
                    <a:pt x="11366" y="4184"/>
                    <a:pt x="10022" y="4532"/>
                    <a:pt x="8831" y="5248"/>
                  </a:cubicBezTo>
                  <a:cubicBezTo>
                    <a:pt x="8896" y="5203"/>
                    <a:pt x="8959" y="5153"/>
                    <a:pt x="9016" y="5096"/>
                  </a:cubicBezTo>
                  <a:cubicBezTo>
                    <a:pt x="9343" y="4768"/>
                    <a:pt x="9454" y="4335"/>
                    <a:pt x="9363" y="3930"/>
                  </a:cubicBezTo>
                  <a:cubicBezTo>
                    <a:pt x="10174" y="3583"/>
                    <a:pt x="11029" y="3366"/>
                    <a:pt x="11915" y="3285"/>
                  </a:cubicBezTo>
                  <a:cubicBezTo>
                    <a:pt x="12144" y="3471"/>
                    <a:pt x="12425" y="3562"/>
                    <a:pt x="12706" y="3562"/>
                  </a:cubicBezTo>
                  <a:cubicBezTo>
                    <a:pt x="12991" y="3562"/>
                    <a:pt x="13275" y="3468"/>
                    <a:pt x="13500" y="3285"/>
                  </a:cubicBezTo>
                  <a:close/>
                  <a:moveTo>
                    <a:pt x="7333" y="5164"/>
                  </a:moveTo>
                  <a:cubicBezTo>
                    <a:pt x="7565" y="5366"/>
                    <a:pt x="7851" y="5463"/>
                    <a:pt x="8135" y="5463"/>
                  </a:cubicBezTo>
                  <a:cubicBezTo>
                    <a:pt x="8341" y="5463"/>
                    <a:pt x="8546" y="5412"/>
                    <a:pt x="8729" y="5312"/>
                  </a:cubicBezTo>
                  <a:lnTo>
                    <a:pt x="8729" y="5312"/>
                  </a:lnTo>
                  <a:cubicBezTo>
                    <a:pt x="7814" y="5880"/>
                    <a:pt x="7023" y="6652"/>
                    <a:pt x="6426" y="7538"/>
                  </a:cubicBezTo>
                  <a:cubicBezTo>
                    <a:pt x="6357" y="7529"/>
                    <a:pt x="6335" y="7527"/>
                    <a:pt x="6135" y="7527"/>
                  </a:cubicBezTo>
                  <a:cubicBezTo>
                    <a:pt x="5989" y="7527"/>
                    <a:pt x="5750" y="7528"/>
                    <a:pt x="5330" y="7528"/>
                  </a:cubicBezTo>
                  <a:cubicBezTo>
                    <a:pt x="5839" y="6637"/>
                    <a:pt x="6514" y="5835"/>
                    <a:pt x="7333" y="5164"/>
                  </a:cubicBezTo>
                  <a:close/>
                  <a:moveTo>
                    <a:pt x="18078" y="5164"/>
                  </a:moveTo>
                  <a:cubicBezTo>
                    <a:pt x="18897" y="5836"/>
                    <a:pt x="19572" y="6638"/>
                    <a:pt x="20081" y="7528"/>
                  </a:cubicBezTo>
                  <a:cubicBezTo>
                    <a:pt x="19674" y="7527"/>
                    <a:pt x="19434" y="7526"/>
                    <a:pt x="19287" y="7526"/>
                  </a:cubicBezTo>
                  <a:cubicBezTo>
                    <a:pt x="19058" y="7526"/>
                    <a:pt x="19051" y="7528"/>
                    <a:pt x="18985" y="7538"/>
                  </a:cubicBezTo>
                  <a:cubicBezTo>
                    <a:pt x="18389" y="6654"/>
                    <a:pt x="17600" y="5882"/>
                    <a:pt x="16682" y="5312"/>
                  </a:cubicBezTo>
                  <a:lnTo>
                    <a:pt x="16682" y="5312"/>
                  </a:lnTo>
                  <a:cubicBezTo>
                    <a:pt x="16865" y="5412"/>
                    <a:pt x="17070" y="5463"/>
                    <a:pt x="17276" y="5463"/>
                  </a:cubicBezTo>
                  <a:cubicBezTo>
                    <a:pt x="17560" y="5463"/>
                    <a:pt x="17846" y="5366"/>
                    <a:pt x="18078" y="5164"/>
                  </a:cubicBezTo>
                  <a:close/>
                  <a:moveTo>
                    <a:pt x="6261" y="8462"/>
                  </a:moveTo>
                  <a:cubicBezTo>
                    <a:pt x="6423" y="8462"/>
                    <a:pt x="6554" y="8597"/>
                    <a:pt x="6554" y="8766"/>
                  </a:cubicBezTo>
                  <a:lnTo>
                    <a:pt x="6554" y="8783"/>
                  </a:lnTo>
                  <a:cubicBezTo>
                    <a:pt x="6554" y="8951"/>
                    <a:pt x="6426" y="9086"/>
                    <a:pt x="6261" y="9086"/>
                  </a:cubicBezTo>
                  <a:lnTo>
                    <a:pt x="5158" y="9086"/>
                  </a:lnTo>
                  <a:cubicBezTo>
                    <a:pt x="4998" y="9086"/>
                    <a:pt x="4868" y="8945"/>
                    <a:pt x="4868" y="8773"/>
                  </a:cubicBezTo>
                  <a:cubicBezTo>
                    <a:pt x="4868" y="8601"/>
                    <a:pt x="4997" y="8462"/>
                    <a:pt x="5158" y="8462"/>
                  </a:cubicBezTo>
                  <a:close/>
                  <a:moveTo>
                    <a:pt x="20253" y="8463"/>
                  </a:moveTo>
                  <a:cubicBezTo>
                    <a:pt x="20412" y="8463"/>
                    <a:pt x="20542" y="8604"/>
                    <a:pt x="20542" y="8776"/>
                  </a:cubicBezTo>
                  <a:cubicBezTo>
                    <a:pt x="20542" y="8948"/>
                    <a:pt x="20412" y="9088"/>
                    <a:pt x="20253" y="9088"/>
                  </a:cubicBezTo>
                  <a:lnTo>
                    <a:pt x="19150" y="9088"/>
                  </a:lnTo>
                  <a:cubicBezTo>
                    <a:pt x="18986" y="9088"/>
                    <a:pt x="18856" y="8953"/>
                    <a:pt x="18856" y="8783"/>
                  </a:cubicBezTo>
                  <a:lnTo>
                    <a:pt x="18856" y="8766"/>
                  </a:lnTo>
                  <a:cubicBezTo>
                    <a:pt x="18856" y="8598"/>
                    <a:pt x="18985" y="8463"/>
                    <a:pt x="19150" y="8463"/>
                  </a:cubicBezTo>
                  <a:close/>
                  <a:moveTo>
                    <a:pt x="12705" y="5121"/>
                  </a:moveTo>
                  <a:cubicBezTo>
                    <a:pt x="14719" y="5121"/>
                    <a:pt x="16359" y="6762"/>
                    <a:pt x="16359" y="8776"/>
                  </a:cubicBezTo>
                  <a:cubicBezTo>
                    <a:pt x="16359" y="9034"/>
                    <a:pt x="16568" y="9244"/>
                    <a:pt x="16827" y="9244"/>
                  </a:cubicBezTo>
                  <a:cubicBezTo>
                    <a:pt x="17085" y="9244"/>
                    <a:pt x="17296" y="9034"/>
                    <a:pt x="17296" y="8776"/>
                  </a:cubicBezTo>
                  <a:cubicBezTo>
                    <a:pt x="17296" y="7915"/>
                    <a:pt x="17056" y="7107"/>
                    <a:pt x="16643" y="6417"/>
                  </a:cubicBezTo>
                  <a:lnTo>
                    <a:pt x="16643" y="6417"/>
                  </a:lnTo>
                  <a:cubicBezTo>
                    <a:pt x="17238" y="6861"/>
                    <a:pt x="17759" y="7406"/>
                    <a:pt x="18174" y="8010"/>
                  </a:cubicBezTo>
                  <a:cubicBezTo>
                    <a:pt x="17807" y="8491"/>
                    <a:pt x="17831" y="9211"/>
                    <a:pt x="18283" y="9663"/>
                  </a:cubicBezTo>
                  <a:cubicBezTo>
                    <a:pt x="18504" y="9884"/>
                    <a:pt x="18792" y="10010"/>
                    <a:pt x="19104" y="10022"/>
                  </a:cubicBezTo>
                  <a:cubicBezTo>
                    <a:pt x="19213" y="10429"/>
                    <a:pt x="19280" y="10850"/>
                    <a:pt x="19309" y="11274"/>
                  </a:cubicBezTo>
                  <a:cubicBezTo>
                    <a:pt x="19326" y="11554"/>
                    <a:pt x="19105" y="11791"/>
                    <a:pt x="18825" y="11791"/>
                  </a:cubicBezTo>
                  <a:lnTo>
                    <a:pt x="16165" y="11791"/>
                  </a:lnTo>
                  <a:cubicBezTo>
                    <a:pt x="16346" y="11583"/>
                    <a:pt x="16509" y="11359"/>
                    <a:pt x="16651" y="11122"/>
                  </a:cubicBezTo>
                  <a:cubicBezTo>
                    <a:pt x="16784" y="10900"/>
                    <a:pt x="16710" y="10613"/>
                    <a:pt x="16488" y="10479"/>
                  </a:cubicBezTo>
                  <a:cubicBezTo>
                    <a:pt x="16413" y="10435"/>
                    <a:pt x="16331" y="10414"/>
                    <a:pt x="16249" y="10414"/>
                  </a:cubicBezTo>
                  <a:cubicBezTo>
                    <a:pt x="16090" y="10414"/>
                    <a:pt x="15934" y="10496"/>
                    <a:pt x="15847" y="10643"/>
                  </a:cubicBezTo>
                  <a:cubicBezTo>
                    <a:pt x="15575" y="11096"/>
                    <a:pt x="15204" y="11491"/>
                    <a:pt x="14767" y="11791"/>
                  </a:cubicBezTo>
                  <a:lnTo>
                    <a:pt x="10641" y="11791"/>
                  </a:lnTo>
                  <a:cubicBezTo>
                    <a:pt x="9643" y="11108"/>
                    <a:pt x="9051" y="9990"/>
                    <a:pt x="9051" y="8776"/>
                  </a:cubicBezTo>
                  <a:cubicBezTo>
                    <a:pt x="9051" y="6762"/>
                    <a:pt x="10691" y="5121"/>
                    <a:pt x="12705" y="5121"/>
                  </a:cubicBezTo>
                  <a:close/>
                  <a:moveTo>
                    <a:pt x="3453" y="14440"/>
                  </a:moveTo>
                  <a:lnTo>
                    <a:pt x="3803" y="19184"/>
                  </a:lnTo>
                  <a:cubicBezTo>
                    <a:pt x="2202" y="19067"/>
                    <a:pt x="935" y="17727"/>
                    <a:pt x="935" y="16097"/>
                  </a:cubicBezTo>
                  <a:lnTo>
                    <a:pt x="935" y="15888"/>
                  </a:lnTo>
                  <a:cubicBezTo>
                    <a:pt x="935" y="15090"/>
                    <a:pt x="1585" y="14440"/>
                    <a:pt x="2383" y="14440"/>
                  </a:cubicBezTo>
                  <a:close/>
                  <a:moveTo>
                    <a:pt x="23030" y="14440"/>
                  </a:moveTo>
                  <a:cubicBezTo>
                    <a:pt x="23828" y="14440"/>
                    <a:pt x="24478" y="15090"/>
                    <a:pt x="24478" y="15888"/>
                  </a:cubicBezTo>
                  <a:lnTo>
                    <a:pt x="24478" y="16097"/>
                  </a:lnTo>
                  <a:cubicBezTo>
                    <a:pt x="24478" y="17727"/>
                    <a:pt x="23211" y="19067"/>
                    <a:pt x="21609" y="19184"/>
                  </a:cubicBezTo>
                  <a:lnTo>
                    <a:pt x="21959" y="14440"/>
                  </a:lnTo>
                  <a:close/>
                  <a:moveTo>
                    <a:pt x="8612" y="27176"/>
                  </a:moveTo>
                  <a:cubicBezTo>
                    <a:pt x="10072" y="28034"/>
                    <a:pt x="11589" y="28515"/>
                    <a:pt x="12705" y="28515"/>
                  </a:cubicBezTo>
                  <a:cubicBezTo>
                    <a:pt x="12707" y="28515"/>
                    <a:pt x="12709" y="28515"/>
                    <a:pt x="12710" y="28515"/>
                  </a:cubicBezTo>
                  <a:cubicBezTo>
                    <a:pt x="13853" y="28515"/>
                    <a:pt x="15364" y="28019"/>
                    <a:pt x="16798" y="27179"/>
                  </a:cubicBezTo>
                  <a:lnTo>
                    <a:pt x="16798" y="27958"/>
                  </a:lnTo>
                  <a:cubicBezTo>
                    <a:pt x="16798" y="29042"/>
                    <a:pt x="17429" y="30043"/>
                    <a:pt x="18405" y="30511"/>
                  </a:cubicBezTo>
                  <a:lnTo>
                    <a:pt x="19491" y="31032"/>
                  </a:lnTo>
                  <a:lnTo>
                    <a:pt x="5920" y="31032"/>
                  </a:lnTo>
                  <a:lnTo>
                    <a:pt x="7004" y="30511"/>
                  </a:lnTo>
                  <a:cubicBezTo>
                    <a:pt x="7980" y="30043"/>
                    <a:pt x="8612" y="29040"/>
                    <a:pt x="8612" y="27958"/>
                  </a:cubicBezTo>
                  <a:lnTo>
                    <a:pt x="8612" y="27176"/>
                  </a:lnTo>
                  <a:close/>
                  <a:moveTo>
                    <a:pt x="12707" y="0"/>
                  </a:moveTo>
                  <a:cubicBezTo>
                    <a:pt x="12018" y="0"/>
                    <a:pt x="11458" y="550"/>
                    <a:pt x="11458" y="1226"/>
                  </a:cubicBezTo>
                  <a:cubicBezTo>
                    <a:pt x="11458" y="2428"/>
                    <a:pt x="11458" y="2348"/>
                    <a:pt x="11460" y="2394"/>
                  </a:cubicBezTo>
                  <a:cubicBezTo>
                    <a:pt x="10552" y="2514"/>
                    <a:pt x="9672" y="2764"/>
                    <a:pt x="8838" y="3140"/>
                  </a:cubicBezTo>
                  <a:lnTo>
                    <a:pt x="8253" y="2556"/>
                  </a:lnTo>
                  <a:cubicBezTo>
                    <a:pt x="8015" y="2318"/>
                    <a:pt x="7706" y="2201"/>
                    <a:pt x="7395" y="2201"/>
                  </a:cubicBezTo>
                  <a:cubicBezTo>
                    <a:pt x="7073" y="2201"/>
                    <a:pt x="6750" y="2326"/>
                    <a:pt x="6504" y="2571"/>
                  </a:cubicBezTo>
                  <a:cubicBezTo>
                    <a:pt x="6020" y="3055"/>
                    <a:pt x="6006" y="3837"/>
                    <a:pt x="6488" y="4321"/>
                  </a:cubicBezTo>
                  <a:lnTo>
                    <a:pt x="6667" y="4500"/>
                  </a:lnTo>
                  <a:cubicBezTo>
                    <a:pt x="4333" y="6447"/>
                    <a:pt x="3083" y="9373"/>
                    <a:pt x="3308" y="12429"/>
                  </a:cubicBezTo>
                  <a:lnTo>
                    <a:pt x="3387" y="13501"/>
                  </a:lnTo>
                  <a:lnTo>
                    <a:pt x="2385" y="13501"/>
                  </a:lnTo>
                  <a:cubicBezTo>
                    <a:pt x="1071" y="13501"/>
                    <a:pt x="1" y="14570"/>
                    <a:pt x="1" y="15888"/>
                  </a:cubicBezTo>
                  <a:lnTo>
                    <a:pt x="1" y="16097"/>
                  </a:lnTo>
                  <a:cubicBezTo>
                    <a:pt x="1" y="18268"/>
                    <a:pt x="1724" y="20043"/>
                    <a:pt x="3875" y="20126"/>
                  </a:cubicBezTo>
                  <a:lnTo>
                    <a:pt x="3918" y="20700"/>
                  </a:lnTo>
                  <a:cubicBezTo>
                    <a:pt x="4097" y="23133"/>
                    <a:pt x="5742" y="25179"/>
                    <a:pt x="7679" y="26569"/>
                  </a:cubicBezTo>
                  <a:lnTo>
                    <a:pt x="7679" y="27958"/>
                  </a:lnTo>
                  <a:cubicBezTo>
                    <a:pt x="7679" y="28683"/>
                    <a:pt x="7257" y="29355"/>
                    <a:pt x="6604" y="29666"/>
                  </a:cubicBezTo>
                  <a:lnTo>
                    <a:pt x="4677" y="30591"/>
                  </a:lnTo>
                  <a:cubicBezTo>
                    <a:pt x="4370" y="30739"/>
                    <a:pt x="4208" y="31075"/>
                    <a:pt x="4284" y="31405"/>
                  </a:cubicBezTo>
                  <a:cubicBezTo>
                    <a:pt x="4358" y="31737"/>
                    <a:pt x="4650" y="31968"/>
                    <a:pt x="4990" y="31968"/>
                  </a:cubicBezTo>
                  <a:lnTo>
                    <a:pt x="20430" y="31968"/>
                  </a:lnTo>
                  <a:cubicBezTo>
                    <a:pt x="20771" y="31968"/>
                    <a:pt x="21061" y="31737"/>
                    <a:pt x="21137" y="31405"/>
                  </a:cubicBezTo>
                  <a:cubicBezTo>
                    <a:pt x="21212" y="31072"/>
                    <a:pt x="21051" y="30739"/>
                    <a:pt x="20744" y="30591"/>
                  </a:cubicBezTo>
                  <a:lnTo>
                    <a:pt x="18815" y="29666"/>
                  </a:lnTo>
                  <a:cubicBezTo>
                    <a:pt x="18164" y="29353"/>
                    <a:pt x="17742" y="28682"/>
                    <a:pt x="17742" y="27958"/>
                  </a:cubicBezTo>
                  <a:lnTo>
                    <a:pt x="17742" y="26572"/>
                  </a:lnTo>
                  <a:cubicBezTo>
                    <a:pt x="19137" y="25575"/>
                    <a:pt x="20232" y="24341"/>
                    <a:pt x="20860" y="23039"/>
                  </a:cubicBezTo>
                  <a:cubicBezTo>
                    <a:pt x="20974" y="22805"/>
                    <a:pt x="20877" y="22526"/>
                    <a:pt x="20643" y="22412"/>
                  </a:cubicBezTo>
                  <a:cubicBezTo>
                    <a:pt x="20578" y="22381"/>
                    <a:pt x="20508" y="22366"/>
                    <a:pt x="20440" y="22366"/>
                  </a:cubicBezTo>
                  <a:cubicBezTo>
                    <a:pt x="20266" y="22366"/>
                    <a:pt x="20099" y="22463"/>
                    <a:pt x="20018" y="22630"/>
                  </a:cubicBezTo>
                  <a:cubicBezTo>
                    <a:pt x="18633" y="25490"/>
                    <a:pt x="14851" y="27581"/>
                    <a:pt x="12711" y="27581"/>
                  </a:cubicBezTo>
                  <a:cubicBezTo>
                    <a:pt x="9995" y="27581"/>
                    <a:pt x="5136" y="24467"/>
                    <a:pt x="4852" y="20632"/>
                  </a:cubicBezTo>
                  <a:cubicBezTo>
                    <a:pt x="4651" y="17907"/>
                    <a:pt x="4473" y="15495"/>
                    <a:pt x="4242" y="12361"/>
                  </a:cubicBezTo>
                  <a:cubicBezTo>
                    <a:pt x="4178" y="11482"/>
                    <a:pt x="4248" y="10616"/>
                    <a:pt x="4443" y="9785"/>
                  </a:cubicBezTo>
                  <a:cubicBezTo>
                    <a:pt x="4645" y="9934"/>
                    <a:pt x="4894" y="10022"/>
                    <a:pt x="5161" y="10022"/>
                  </a:cubicBezTo>
                  <a:lnTo>
                    <a:pt x="5347" y="10022"/>
                  </a:lnTo>
                  <a:cubicBezTo>
                    <a:pt x="5258" y="10412"/>
                    <a:pt x="5198" y="10809"/>
                    <a:pt x="5172" y="11211"/>
                  </a:cubicBezTo>
                  <a:cubicBezTo>
                    <a:pt x="5117" y="12029"/>
                    <a:pt x="5769" y="12725"/>
                    <a:pt x="6588" y="12725"/>
                  </a:cubicBezTo>
                  <a:lnTo>
                    <a:pt x="7161" y="12725"/>
                  </a:lnTo>
                  <a:cubicBezTo>
                    <a:pt x="7419" y="12725"/>
                    <a:pt x="7629" y="12516"/>
                    <a:pt x="7629" y="12257"/>
                  </a:cubicBezTo>
                  <a:cubicBezTo>
                    <a:pt x="7629" y="11999"/>
                    <a:pt x="7419" y="11788"/>
                    <a:pt x="7161" y="11788"/>
                  </a:cubicBezTo>
                  <a:lnTo>
                    <a:pt x="6588" y="11788"/>
                  </a:lnTo>
                  <a:cubicBezTo>
                    <a:pt x="6308" y="11788"/>
                    <a:pt x="6088" y="11554"/>
                    <a:pt x="6106" y="11274"/>
                  </a:cubicBezTo>
                  <a:cubicBezTo>
                    <a:pt x="6135" y="10850"/>
                    <a:pt x="6202" y="10429"/>
                    <a:pt x="6313" y="10022"/>
                  </a:cubicBezTo>
                  <a:cubicBezTo>
                    <a:pt x="6970" y="9997"/>
                    <a:pt x="7497" y="9453"/>
                    <a:pt x="7494" y="8782"/>
                  </a:cubicBezTo>
                  <a:cubicBezTo>
                    <a:pt x="7494" y="8485"/>
                    <a:pt x="7406" y="8227"/>
                    <a:pt x="7240" y="8010"/>
                  </a:cubicBezTo>
                  <a:cubicBezTo>
                    <a:pt x="7656" y="7404"/>
                    <a:pt x="8178" y="6858"/>
                    <a:pt x="8771" y="6417"/>
                  </a:cubicBezTo>
                  <a:lnTo>
                    <a:pt x="8771" y="6417"/>
                  </a:lnTo>
                  <a:cubicBezTo>
                    <a:pt x="7748" y="8119"/>
                    <a:pt x="7939" y="10306"/>
                    <a:pt x="9252" y="11800"/>
                  </a:cubicBezTo>
                  <a:cubicBezTo>
                    <a:pt x="9039" y="11843"/>
                    <a:pt x="8877" y="12031"/>
                    <a:pt x="8877" y="12259"/>
                  </a:cubicBezTo>
                  <a:cubicBezTo>
                    <a:pt x="8877" y="12517"/>
                    <a:pt x="9087" y="12727"/>
                    <a:pt x="9345" y="12727"/>
                  </a:cubicBezTo>
                  <a:lnTo>
                    <a:pt x="18827" y="12727"/>
                  </a:lnTo>
                  <a:cubicBezTo>
                    <a:pt x="19646" y="12727"/>
                    <a:pt x="20298" y="12031"/>
                    <a:pt x="20245" y="11213"/>
                  </a:cubicBezTo>
                  <a:cubicBezTo>
                    <a:pt x="20217" y="10811"/>
                    <a:pt x="20157" y="10413"/>
                    <a:pt x="20068" y="10025"/>
                  </a:cubicBezTo>
                  <a:lnTo>
                    <a:pt x="20255" y="10025"/>
                  </a:lnTo>
                  <a:cubicBezTo>
                    <a:pt x="20522" y="10025"/>
                    <a:pt x="20771" y="9936"/>
                    <a:pt x="20972" y="9788"/>
                  </a:cubicBezTo>
                  <a:cubicBezTo>
                    <a:pt x="21167" y="10617"/>
                    <a:pt x="21238" y="11484"/>
                    <a:pt x="21173" y="12363"/>
                  </a:cubicBezTo>
                  <a:cubicBezTo>
                    <a:pt x="21123" y="13041"/>
                    <a:pt x="20641" y="19598"/>
                    <a:pt x="20563" y="20633"/>
                  </a:cubicBezTo>
                  <a:cubicBezTo>
                    <a:pt x="20543" y="20904"/>
                    <a:pt x="20757" y="21135"/>
                    <a:pt x="21031" y="21135"/>
                  </a:cubicBezTo>
                  <a:cubicBezTo>
                    <a:pt x="21273" y="21135"/>
                    <a:pt x="21480" y="20947"/>
                    <a:pt x="21497" y="20702"/>
                  </a:cubicBezTo>
                  <a:lnTo>
                    <a:pt x="21540" y="20128"/>
                  </a:lnTo>
                  <a:cubicBezTo>
                    <a:pt x="23691" y="20045"/>
                    <a:pt x="25415" y="18270"/>
                    <a:pt x="25415" y="16099"/>
                  </a:cubicBezTo>
                  <a:lnTo>
                    <a:pt x="25415" y="15889"/>
                  </a:lnTo>
                  <a:cubicBezTo>
                    <a:pt x="25413" y="14573"/>
                    <a:pt x="24344" y="13501"/>
                    <a:pt x="23028" y="13501"/>
                  </a:cubicBezTo>
                  <a:lnTo>
                    <a:pt x="22027" y="13501"/>
                  </a:lnTo>
                  <a:lnTo>
                    <a:pt x="22106" y="12429"/>
                  </a:lnTo>
                  <a:cubicBezTo>
                    <a:pt x="22330" y="9373"/>
                    <a:pt x="21081" y="6449"/>
                    <a:pt x="18747" y="4500"/>
                  </a:cubicBezTo>
                  <a:lnTo>
                    <a:pt x="18926" y="4321"/>
                  </a:lnTo>
                  <a:cubicBezTo>
                    <a:pt x="19409" y="3836"/>
                    <a:pt x="19392" y="3054"/>
                    <a:pt x="18910" y="2571"/>
                  </a:cubicBezTo>
                  <a:cubicBezTo>
                    <a:pt x="18665" y="2327"/>
                    <a:pt x="18342" y="2201"/>
                    <a:pt x="18019" y="2201"/>
                  </a:cubicBezTo>
                  <a:cubicBezTo>
                    <a:pt x="17709" y="2201"/>
                    <a:pt x="17399" y="2317"/>
                    <a:pt x="17161" y="2556"/>
                  </a:cubicBezTo>
                  <a:lnTo>
                    <a:pt x="16575" y="3140"/>
                  </a:lnTo>
                  <a:cubicBezTo>
                    <a:pt x="15742" y="2764"/>
                    <a:pt x="14864" y="2514"/>
                    <a:pt x="13954" y="2394"/>
                  </a:cubicBezTo>
                  <a:cubicBezTo>
                    <a:pt x="13955" y="2349"/>
                    <a:pt x="13955" y="2431"/>
                    <a:pt x="13955" y="1226"/>
                  </a:cubicBezTo>
                  <a:cubicBezTo>
                    <a:pt x="13955" y="550"/>
                    <a:pt x="13396" y="0"/>
                    <a:pt x="127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0"/>
            <p:cNvSpPr/>
            <p:nvPr/>
          </p:nvSpPr>
          <p:spPr>
            <a:xfrm>
              <a:off x="2930274" y="4380647"/>
              <a:ext cx="60836" cy="12224"/>
            </a:xfrm>
            <a:custGeom>
              <a:rect b="b" l="l" r="r" t="t"/>
              <a:pathLst>
                <a:path extrusionOk="0" h="938" w="4668">
                  <a:moveTo>
                    <a:pt x="469" y="1"/>
                  </a:moveTo>
                  <a:cubicBezTo>
                    <a:pt x="210" y="1"/>
                    <a:pt x="1" y="210"/>
                    <a:pt x="1" y="470"/>
                  </a:cubicBezTo>
                  <a:cubicBezTo>
                    <a:pt x="1" y="727"/>
                    <a:pt x="210" y="938"/>
                    <a:pt x="469" y="938"/>
                  </a:cubicBezTo>
                  <a:lnTo>
                    <a:pt x="4199" y="938"/>
                  </a:lnTo>
                  <a:cubicBezTo>
                    <a:pt x="4458" y="938"/>
                    <a:pt x="4667" y="728"/>
                    <a:pt x="4667" y="470"/>
                  </a:cubicBezTo>
                  <a:cubicBezTo>
                    <a:pt x="4667" y="212"/>
                    <a:pt x="4458"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0"/>
            <p:cNvSpPr/>
            <p:nvPr/>
          </p:nvSpPr>
          <p:spPr>
            <a:xfrm>
              <a:off x="2995181" y="4380647"/>
              <a:ext cx="77074" cy="76748"/>
            </a:xfrm>
            <a:custGeom>
              <a:rect b="b" l="l" r="r" t="t"/>
              <a:pathLst>
                <a:path extrusionOk="0" h="5889" w="5914">
                  <a:moveTo>
                    <a:pt x="2962" y="1"/>
                  </a:moveTo>
                  <a:cubicBezTo>
                    <a:pt x="2016" y="1"/>
                    <a:pt x="1246" y="770"/>
                    <a:pt x="1246" y="1716"/>
                  </a:cubicBezTo>
                  <a:lnTo>
                    <a:pt x="1246" y="4174"/>
                  </a:lnTo>
                  <a:cubicBezTo>
                    <a:pt x="1246" y="4601"/>
                    <a:pt x="897" y="4951"/>
                    <a:pt x="468" y="4951"/>
                  </a:cubicBezTo>
                  <a:cubicBezTo>
                    <a:pt x="210" y="4951"/>
                    <a:pt x="0" y="5161"/>
                    <a:pt x="0" y="5421"/>
                  </a:cubicBezTo>
                  <a:cubicBezTo>
                    <a:pt x="0" y="5679"/>
                    <a:pt x="210" y="5888"/>
                    <a:pt x="468" y="5888"/>
                  </a:cubicBezTo>
                  <a:cubicBezTo>
                    <a:pt x="1413" y="5888"/>
                    <a:pt x="2183" y="5119"/>
                    <a:pt x="2183" y="4174"/>
                  </a:cubicBezTo>
                  <a:lnTo>
                    <a:pt x="2183" y="1716"/>
                  </a:lnTo>
                  <a:cubicBezTo>
                    <a:pt x="2183" y="1288"/>
                    <a:pt x="2533" y="938"/>
                    <a:pt x="2962" y="938"/>
                  </a:cubicBezTo>
                  <a:lnTo>
                    <a:pt x="5446" y="938"/>
                  </a:lnTo>
                  <a:cubicBezTo>
                    <a:pt x="5704" y="938"/>
                    <a:pt x="5913" y="728"/>
                    <a:pt x="5913" y="470"/>
                  </a:cubicBezTo>
                  <a:cubicBezTo>
                    <a:pt x="5913" y="212"/>
                    <a:pt x="5704"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0"/>
            <p:cNvSpPr/>
            <p:nvPr/>
          </p:nvSpPr>
          <p:spPr>
            <a:xfrm>
              <a:off x="2961776" y="4261611"/>
              <a:ext cx="45588" cy="45601"/>
            </a:xfrm>
            <a:custGeom>
              <a:rect b="b" l="l" r="r" t="t"/>
              <a:pathLst>
                <a:path extrusionOk="0" h="3499" w="3498">
                  <a:moveTo>
                    <a:pt x="3029" y="1"/>
                  </a:moveTo>
                  <a:cubicBezTo>
                    <a:pt x="1359" y="1"/>
                    <a:pt x="0" y="1361"/>
                    <a:pt x="0" y="3031"/>
                  </a:cubicBezTo>
                  <a:cubicBezTo>
                    <a:pt x="0" y="3289"/>
                    <a:pt x="210" y="3499"/>
                    <a:pt x="468" y="3499"/>
                  </a:cubicBezTo>
                  <a:cubicBezTo>
                    <a:pt x="726" y="3499"/>
                    <a:pt x="936" y="3289"/>
                    <a:pt x="936" y="3031"/>
                  </a:cubicBezTo>
                  <a:cubicBezTo>
                    <a:pt x="936" y="1877"/>
                    <a:pt x="1874" y="938"/>
                    <a:pt x="3029" y="938"/>
                  </a:cubicBezTo>
                  <a:cubicBezTo>
                    <a:pt x="3288" y="938"/>
                    <a:pt x="3497" y="728"/>
                    <a:pt x="3497" y="470"/>
                  </a:cubicBezTo>
                  <a:cubicBezTo>
                    <a:pt x="3497" y="212"/>
                    <a:pt x="3288" y="1"/>
                    <a:pt x="302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0"/>
            <p:cNvSpPr/>
            <p:nvPr/>
          </p:nvSpPr>
          <p:spPr>
            <a:xfrm>
              <a:off x="2954503" y="4486715"/>
              <a:ext cx="93547" cy="22963"/>
            </a:xfrm>
            <a:custGeom>
              <a:rect b="b" l="l" r="r" t="t"/>
              <a:pathLst>
                <a:path extrusionOk="0" h="1762" w="7178">
                  <a:moveTo>
                    <a:pt x="534" y="1"/>
                  </a:moveTo>
                  <a:cubicBezTo>
                    <a:pt x="362" y="1"/>
                    <a:pt x="198" y="95"/>
                    <a:pt x="116" y="260"/>
                  </a:cubicBezTo>
                  <a:cubicBezTo>
                    <a:pt x="0" y="491"/>
                    <a:pt x="93" y="772"/>
                    <a:pt x="324" y="887"/>
                  </a:cubicBezTo>
                  <a:lnTo>
                    <a:pt x="718" y="1085"/>
                  </a:lnTo>
                  <a:cubicBezTo>
                    <a:pt x="1616" y="1536"/>
                    <a:pt x="2602" y="1761"/>
                    <a:pt x="3588" y="1761"/>
                  </a:cubicBezTo>
                  <a:cubicBezTo>
                    <a:pt x="4574" y="1761"/>
                    <a:pt x="5560" y="1536"/>
                    <a:pt x="6460" y="1085"/>
                  </a:cubicBezTo>
                  <a:lnTo>
                    <a:pt x="6853" y="887"/>
                  </a:lnTo>
                  <a:cubicBezTo>
                    <a:pt x="7084" y="771"/>
                    <a:pt x="7178" y="490"/>
                    <a:pt x="7061" y="260"/>
                  </a:cubicBezTo>
                  <a:cubicBezTo>
                    <a:pt x="6979" y="95"/>
                    <a:pt x="6815" y="1"/>
                    <a:pt x="6643" y="1"/>
                  </a:cubicBezTo>
                  <a:cubicBezTo>
                    <a:pt x="6573" y="1"/>
                    <a:pt x="6501" y="17"/>
                    <a:pt x="6433" y="51"/>
                  </a:cubicBezTo>
                  <a:lnTo>
                    <a:pt x="6041" y="249"/>
                  </a:lnTo>
                  <a:cubicBezTo>
                    <a:pt x="5273" y="633"/>
                    <a:pt x="4431" y="826"/>
                    <a:pt x="3589" y="826"/>
                  </a:cubicBezTo>
                  <a:cubicBezTo>
                    <a:pt x="2747" y="826"/>
                    <a:pt x="1904" y="633"/>
                    <a:pt x="1137" y="249"/>
                  </a:cubicBezTo>
                  <a:lnTo>
                    <a:pt x="745" y="51"/>
                  </a:lnTo>
                  <a:cubicBezTo>
                    <a:pt x="677" y="17"/>
                    <a:pt x="605" y="1"/>
                    <a:pt x="5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2" name="Google Shape;6262;p70"/>
          <p:cNvGrpSpPr/>
          <p:nvPr/>
        </p:nvGrpSpPr>
        <p:grpSpPr>
          <a:xfrm>
            <a:off x="1756350" y="2568582"/>
            <a:ext cx="330994" cy="416223"/>
            <a:chOff x="1756350" y="2568582"/>
            <a:chExt cx="330994" cy="416223"/>
          </a:xfrm>
        </p:grpSpPr>
        <p:sp>
          <p:nvSpPr>
            <p:cNvPr id="6263" name="Google Shape;6263;p70"/>
            <p:cNvSpPr/>
            <p:nvPr/>
          </p:nvSpPr>
          <p:spPr>
            <a:xfrm>
              <a:off x="2031215" y="2750488"/>
              <a:ext cx="50036" cy="74097"/>
            </a:xfrm>
            <a:custGeom>
              <a:rect b="b" l="l" r="r" t="t"/>
              <a:pathLst>
                <a:path extrusionOk="0" h="5691" w="3843">
                  <a:moveTo>
                    <a:pt x="420" y="1"/>
                  </a:moveTo>
                  <a:lnTo>
                    <a:pt x="1" y="5690"/>
                  </a:lnTo>
                  <a:lnTo>
                    <a:pt x="278" y="5690"/>
                  </a:lnTo>
                  <a:cubicBezTo>
                    <a:pt x="2246" y="5690"/>
                    <a:pt x="3842" y="4094"/>
                    <a:pt x="3842" y="2127"/>
                  </a:cubicBezTo>
                  <a:lnTo>
                    <a:pt x="3842" y="1918"/>
                  </a:lnTo>
                  <a:cubicBezTo>
                    <a:pt x="3842" y="857"/>
                    <a:pt x="2983" y="1"/>
                    <a:pt x="1925" y="1"/>
                  </a:cubicBez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0"/>
            <p:cNvSpPr/>
            <p:nvPr/>
          </p:nvSpPr>
          <p:spPr>
            <a:xfrm>
              <a:off x="1762483" y="2750488"/>
              <a:ext cx="50036" cy="74097"/>
            </a:xfrm>
            <a:custGeom>
              <a:rect b="b" l="l" r="r" t="t"/>
              <a:pathLst>
                <a:path extrusionOk="0" h="5691" w="3843">
                  <a:moveTo>
                    <a:pt x="1917" y="1"/>
                  </a:moveTo>
                  <a:cubicBezTo>
                    <a:pt x="860" y="1"/>
                    <a:pt x="0" y="857"/>
                    <a:pt x="0" y="1918"/>
                  </a:cubicBezTo>
                  <a:lnTo>
                    <a:pt x="0" y="2127"/>
                  </a:lnTo>
                  <a:cubicBezTo>
                    <a:pt x="0" y="4094"/>
                    <a:pt x="1597" y="5690"/>
                    <a:pt x="3565" y="5690"/>
                  </a:cubicBezTo>
                  <a:lnTo>
                    <a:pt x="3843" y="5690"/>
                  </a:lnTo>
                  <a:lnTo>
                    <a:pt x="3422" y="1"/>
                  </a:ln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0"/>
            <p:cNvSpPr/>
            <p:nvPr/>
          </p:nvSpPr>
          <p:spPr>
            <a:xfrm>
              <a:off x="1816703" y="2911404"/>
              <a:ext cx="210299" cy="67365"/>
            </a:xfrm>
            <a:custGeom>
              <a:rect b="b" l="l" r="r" t="t"/>
              <a:pathLst>
                <a:path extrusionOk="0" h="5174" w="16152">
                  <a:moveTo>
                    <a:pt x="3516" y="0"/>
                  </a:moveTo>
                  <a:lnTo>
                    <a:pt x="3516" y="1630"/>
                  </a:lnTo>
                  <a:cubicBezTo>
                    <a:pt x="3516" y="2540"/>
                    <a:pt x="2995" y="3369"/>
                    <a:pt x="2174" y="3761"/>
                  </a:cubicBezTo>
                  <a:lnTo>
                    <a:pt x="247" y="4687"/>
                  </a:lnTo>
                  <a:cubicBezTo>
                    <a:pt x="0" y="4806"/>
                    <a:pt x="85" y="5173"/>
                    <a:pt x="358" y="5173"/>
                  </a:cubicBezTo>
                  <a:lnTo>
                    <a:pt x="15796" y="5173"/>
                  </a:lnTo>
                  <a:cubicBezTo>
                    <a:pt x="16069" y="5173"/>
                    <a:pt x="16152" y="4806"/>
                    <a:pt x="15908" y="4687"/>
                  </a:cubicBezTo>
                  <a:lnTo>
                    <a:pt x="13979" y="3761"/>
                  </a:lnTo>
                  <a:cubicBezTo>
                    <a:pt x="13160" y="3367"/>
                    <a:pt x="12639" y="2539"/>
                    <a:pt x="12639" y="1630"/>
                  </a:cubicBezTo>
                  <a:lnTo>
                    <a:pt x="12639" y="0"/>
                  </a:lnTo>
                  <a:cubicBezTo>
                    <a:pt x="11039" y="1095"/>
                    <a:pt x="9274" y="1721"/>
                    <a:pt x="8078" y="1721"/>
                  </a:cubicBezTo>
                  <a:cubicBezTo>
                    <a:pt x="6882" y="1721"/>
                    <a:pt x="5114" y="1095"/>
                    <a:pt x="3516" y="0"/>
                  </a:cubicBez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0"/>
            <p:cNvSpPr/>
            <p:nvPr/>
          </p:nvSpPr>
          <p:spPr>
            <a:xfrm>
              <a:off x="1800557" y="2604768"/>
              <a:ext cx="242615" cy="329015"/>
            </a:xfrm>
            <a:custGeom>
              <a:rect b="b" l="l" r="r" t="t"/>
              <a:pathLst>
                <a:path extrusionOk="0" h="25270" w="18634">
                  <a:moveTo>
                    <a:pt x="9316" y="1"/>
                  </a:moveTo>
                  <a:cubicBezTo>
                    <a:pt x="4109" y="1"/>
                    <a:pt x="1" y="4423"/>
                    <a:pt x="382" y="9616"/>
                  </a:cubicBezTo>
                  <a:lnTo>
                    <a:pt x="992" y="17887"/>
                  </a:lnTo>
                  <a:cubicBezTo>
                    <a:pt x="1313" y="22248"/>
                    <a:pt x="6689" y="25270"/>
                    <a:pt x="9316" y="25270"/>
                  </a:cubicBezTo>
                  <a:cubicBezTo>
                    <a:pt x="11943" y="25270"/>
                    <a:pt x="17320" y="22248"/>
                    <a:pt x="17640" y="17887"/>
                  </a:cubicBezTo>
                  <a:lnTo>
                    <a:pt x="18250" y="9616"/>
                  </a:lnTo>
                  <a:cubicBezTo>
                    <a:pt x="18633" y="4423"/>
                    <a:pt x="14524" y="1"/>
                    <a:pt x="9316" y="1"/>
                  </a:cubicBez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0"/>
            <p:cNvSpPr/>
            <p:nvPr/>
          </p:nvSpPr>
          <p:spPr>
            <a:xfrm>
              <a:off x="1864322" y="2610171"/>
              <a:ext cx="177931" cy="323638"/>
            </a:xfrm>
            <a:custGeom>
              <a:rect b="b" l="l" r="r" t="t"/>
              <a:pathLst>
                <a:path extrusionOk="0" h="24857" w="13666">
                  <a:moveTo>
                    <a:pt x="7124" y="0"/>
                  </a:moveTo>
                  <a:lnTo>
                    <a:pt x="7124" y="0"/>
                  </a:lnTo>
                  <a:cubicBezTo>
                    <a:pt x="9575" y="1751"/>
                    <a:pt x="11094" y="4701"/>
                    <a:pt x="10856" y="7953"/>
                  </a:cubicBezTo>
                  <a:lnTo>
                    <a:pt x="10246" y="16224"/>
                  </a:lnTo>
                  <a:cubicBezTo>
                    <a:pt x="9926" y="20584"/>
                    <a:pt x="4550" y="23606"/>
                    <a:pt x="1922" y="23606"/>
                  </a:cubicBezTo>
                  <a:cubicBezTo>
                    <a:pt x="1377" y="23606"/>
                    <a:pt x="714" y="23476"/>
                    <a:pt x="1" y="23232"/>
                  </a:cubicBezTo>
                  <a:lnTo>
                    <a:pt x="1" y="23232"/>
                  </a:lnTo>
                  <a:cubicBezTo>
                    <a:pt x="1562" y="24266"/>
                    <a:pt x="3258" y="24856"/>
                    <a:pt x="4421" y="24856"/>
                  </a:cubicBezTo>
                  <a:cubicBezTo>
                    <a:pt x="7049" y="24856"/>
                    <a:pt x="12425" y="21834"/>
                    <a:pt x="12746" y="17473"/>
                  </a:cubicBezTo>
                  <a:lnTo>
                    <a:pt x="13356" y="9202"/>
                  </a:lnTo>
                  <a:cubicBezTo>
                    <a:pt x="13666" y="4951"/>
                    <a:pt x="10968" y="1216"/>
                    <a:pt x="7124"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0"/>
            <p:cNvSpPr/>
            <p:nvPr/>
          </p:nvSpPr>
          <p:spPr>
            <a:xfrm>
              <a:off x="1829347" y="2680668"/>
              <a:ext cx="48499" cy="47536"/>
            </a:xfrm>
            <a:custGeom>
              <a:rect b="b" l="l" r="r" t="t"/>
              <a:pathLst>
                <a:path extrusionOk="0" h="3651" w="3725">
                  <a:moveTo>
                    <a:pt x="743" y="0"/>
                  </a:moveTo>
                  <a:cubicBezTo>
                    <a:pt x="338" y="821"/>
                    <a:pt x="97" y="1711"/>
                    <a:pt x="37" y="2636"/>
                  </a:cubicBezTo>
                  <a:cubicBezTo>
                    <a:pt x="1" y="3184"/>
                    <a:pt x="437" y="3651"/>
                    <a:pt x="987" y="3651"/>
                  </a:cubicBezTo>
                  <a:lnTo>
                    <a:pt x="3724" y="3651"/>
                  </a:lnTo>
                  <a:cubicBezTo>
                    <a:pt x="2898" y="2300"/>
                    <a:pt x="1893" y="1074"/>
                    <a:pt x="7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0"/>
            <p:cNvSpPr/>
            <p:nvPr/>
          </p:nvSpPr>
          <p:spPr>
            <a:xfrm>
              <a:off x="1859764" y="2629156"/>
              <a:ext cx="96960" cy="40818"/>
            </a:xfrm>
            <a:custGeom>
              <a:rect b="b" l="l" r="r" t="t"/>
              <a:pathLst>
                <a:path extrusionOk="0" h="3135" w="7447">
                  <a:moveTo>
                    <a:pt x="4769" y="0"/>
                  </a:moveTo>
                  <a:cubicBezTo>
                    <a:pt x="2977" y="0"/>
                    <a:pt x="1307" y="649"/>
                    <a:pt x="1" y="1843"/>
                  </a:cubicBezTo>
                  <a:lnTo>
                    <a:pt x="2809" y="1843"/>
                  </a:lnTo>
                  <a:cubicBezTo>
                    <a:pt x="2932" y="1843"/>
                    <a:pt x="3053" y="1876"/>
                    <a:pt x="3156" y="1943"/>
                  </a:cubicBezTo>
                  <a:cubicBezTo>
                    <a:pt x="3739" y="2306"/>
                    <a:pt x="4297" y="2705"/>
                    <a:pt x="4829" y="3134"/>
                  </a:cubicBezTo>
                  <a:lnTo>
                    <a:pt x="7447" y="518"/>
                  </a:lnTo>
                  <a:cubicBezTo>
                    <a:pt x="6612" y="178"/>
                    <a:pt x="5708" y="0"/>
                    <a:pt x="47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0"/>
            <p:cNvSpPr/>
            <p:nvPr/>
          </p:nvSpPr>
          <p:spPr>
            <a:xfrm>
              <a:off x="1950613" y="2658220"/>
              <a:ext cx="63798" cy="69969"/>
            </a:xfrm>
            <a:custGeom>
              <a:rect b="b" l="l" r="r" t="t"/>
              <a:pathLst>
                <a:path extrusionOk="0" h="5374" w="4900">
                  <a:moveTo>
                    <a:pt x="2954" y="1"/>
                  </a:moveTo>
                  <a:lnTo>
                    <a:pt x="0" y="2955"/>
                  </a:lnTo>
                  <a:cubicBezTo>
                    <a:pt x="662" y="3707"/>
                    <a:pt x="1259" y="4515"/>
                    <a:pt x="1786" y="5373"/>
                  </a:cubicBezTo>
                  <a:lnTo>
                    <a:pt x="3912" y="5373"/>
                  </a:lnTo>
                  <a:cubicBezTo>
                    <a:pt x="4463" y="5373"/>
                    <a:pt x="4899" y="4907"/>
                    <a:pt x="4863" y="4357"/>
                  </a:cubicBezTo>
                  <a:cubicBezTo>
                    <a:pt x="4756" y="2749"/>
                    <a:pt x="4106" y="1241"/>
                    <a:pt x="2984" y="31"/>
                  </a:cubicBezTo>
                  <a:cubicBezTo>
                    <a:pt x="2974" y="21"/>
                    <a:pt x="2964" y="12"/>
                    <a:pt x="2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0"/>
            <p:cNvSpPr/>
            <p:nvPr/>
          </p:nvSpPr>
          <p:spPr>
            <a:xfrm>
              <a:off x="1804255" y="2653167"/>
              <a:ext cx="169599" cy="75034"/>
            </a:xfrm>
            <a:custGeom>
              <a:rect b="b" l="l" r="r" t="t"/>
              <a:pathLst>
                <a:path extrusionOk="0" h="5763" w="13026">
                  <a:moveTo>
                    <a:pt x="77" y="0"/>
                  </a:moveTo>
                  <a:cubicBezTo>
                    <a:pt x="22" y="0"/>
                    <a:pt x="1" y="72"/>
                    <a:pt x="48" y="100"/>
                  </a:cubicBezTo>
                  <a:cubicBezTo>
                    <a:pt x="2328" y="1528"/>
                    <a:pt x="4247" y="3467"/>
                    <a:pt x="5651" y="5763"/>
                  </a:cubicBezTo>
                  <a:lnTo>
                    <a:pt x="13026" y="5763"/>
                  </a:lnTo>
                  <a:cubicBezTo>
                    <a:pt x="12499" y="4903"/>
                    <a:pt x="11902" y="4095"/>
                    <a:pt x="11240" y="3343"/>
                  </a:cubicBezTo>
                  <a:lnTo>
                    <a:pt x="10681" y="3903"/>
                  </a:lnTo>
                  <a:lnTo>
                    <a:pt x="8582" y="1804"/>
                  </a:lnTo>
                  <a:lnTo>
                    <a:pt x="9095" y="1291"/>
                  </a:lnTo>
                  <a:cubicBezTo>
                    <a:pt x="8563" y="862"/>
                    <a:pt x="8005" y="464"/>
                    <a:pt x="7422" y="100"/>
                  </a:cubicBezTo>
                  <a:cubicBezTo>
                    <a:pt x="7317" y="34"/>
                    <a:pt x="7195" y="0"/>
                    <a:pt x="70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0"/>
            <p:cNvSpPr/>
            <p:nvPr/>
          </p:nvSpPr>
          <p:spPr>
            <a:xfrm>
              <a:off x="1829347" y="2711919"/>
              <a:ext cx="48473" cy="16288"/>
            </a:xfrm>
            <a:custGeom>
              <a:rect b="b" l="l" r="r" t="t"/>
              <a:pathLst>
                <a:path extrusionOk="0" h="1251" w="3723">
                  <a:moveTo>
                    <a:pt x="57" y="1"/>
                  </a:moveTo>
                  <a:cubicBezTo>
                    <a:pt x="50" y="78"/>
                    <a:pt x="42" y="157"/>
                    <a:pt x="37" y="236"/>
                  </a:cubicBezTo>
                  <a:cubicBezTo>
                    <a:pt x="1" y="784"/>
                    <a:pt x="437" y="1251"/>
                    <a:pt x="987" y="1251"/>
                  </a:cubicBezTo>
                  <a:lnTo>
                    <a:pt x="3723" y="1251"/>
                  </a:lnTo>
                  <a:cubicBezTo>
                    <a:pt x="3460" y="820"/>
                    <a:pt x="3181" y="404"/>
                    <a:pt x="2884"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0"/>
            <p:cNvSpPr/>
            <p:nvPr/>
          </p:nvSpPr>
          <p:spPr>
            <a:xfrm>
              <a:off x="1866887" y="2711919"/>
              <a:ext cx="106933" cy="16275"/>
            </a:xfrm>
            <a:custGeom>
              <a:rect b="b" l="l" r="r" t="t"/>
              <a:pathLst>
                <a:path extrusionOk="0" h="1250" w="8213">
                  <a:moveTo>
                    <a:pt x="1" y="1"/>
                  </a:moveTo>
                  <a:cubicBezTo>
                    <a:pt x="298" y="404"/>
                    <a:pt x="577" y="820"/>
                    <a:pt x="840" y="1249"/>
                  </a:cubicBezTo>
                  <a:lnTo>
                    <a:pt x="8213" y="1249"/>
                  </a:lnTo>
                  <a:cubicBezTo>
                    <a:pt x="7952" y="820"/>
                    <a:pt x="7672" y="404"/>
                    <a:pt x="7373"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0"/>
            <p:cNvSpPr/>
            <p:nvPr/>
          </p:nvSpPr>
          <p:spPr>
            <a:xfrm>
              <a:off x="1962892" y="2658220"/>
              <a:ext cx="51520" cy="69983"/>
            </a:xfrm>
            <a:custGeom>
              <a:rect b="b" l="l" r="r" t="t"/>
              <a:pathLst>
                <a:path extrusionOk="0" h="5375" w="3957">
                  <a:moveTo>
                    <a:pt x="2011" y="1"/>
                  </a:moveTo>
                  <a:lnTo>
                    <a:pt x="966" y="1047"/>
                  </a:lnTo>
                  <a:cubicBezTo>
                    <a:pt x="1220" y="1703"/>
                    <a:pt x="1375" y="2397"/>
                    <a:pt x="1421" y="3112"/>
                  </a:cubicBezTo>
                  <a:cubicBezTo>
                    <a:pt x="1457" y="3660"/>
                    <a:pt x="1020" y="4126"/>
                    <a:pt x="471" y="4126"/>
                  </a:cubicBezTo>
                  <a:lnTo>
                    <a:pt x="0" y="4126"/>
                  </a:lnTo>
                  <a:cubicBezTo>
                    <a:pt x="299" y="4530"/>
                    <a:pt x="579" y="4946"/>
                    <a:pt x="840" y="5375"/>
                  </a:cubicBezTo>
                  <a:lnTo>
                    <a:pt x="2968" y="5375"/>
                  </a:lnTo>
                  <a:cubicBezTo>
                    <a:pt x="3520" y="5373"/>
                    <a:pt x="3956" y="4908"/>
                    <a:pt x="3920" y="4360"/>
                  </a:cubicBezTo>
                  <a:cubicBezTo>
                    <a:pt x="3813" y="2749"/>
                    <a:pt x="3163" y="1241"/>
                    <a:pt x="2041" y="31"/>
                  </a:cubicBezTo>
                  <a:cubicBezTo>
                    <a:pt x="2031" y="21"/>
                    <a:pt x="2021" y="12"/>
                    <a:pt x="2011"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0"/>
            <p:cNvSpPr/>
            <p:nvPr/>
          </p:nvSpPr>
          <p:spPr>
            <a:xfrm>
              <a:off x="1915951" y="2588270"/>
              <a:ext cx="115696" cy="115722"/>
            </a:xfrm>
            <a:custGeom>
              <a:rect b="b" l="l" r="r" t="t"/>
              <a:pathLst>
                <a:path extrusionOk="0" h="8888" w="8886">
                  <a:moveTo>
                    <a:pt x="6788" y="1"/>
                  </a:moveTo>
                  <a:lnTo>
                    <a:pt x="1" y="6788"/>
                  </a:lnTo>
                  <a:lnTo>
                    <a:pt x="2099" y="8887"/>
                  </a:lnTo>
                  <a:lnTo>
                    <a:pt x="8886" y="2100"/>
                  </a:lnTo>
                  <a:lnTo>
                    <a:pt x="678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0"/>
            <p:cNvSpPr/>
            <p:nvPr/>
          </p:nvSpPr>
          <p:spPr>
            <a:xfrm>
              <a:off x="2004352" y="2574676"/>
              <a:ext cx="41976" cy="40922"/>
            </a:xfrm>
            <a:custGeom>
              <a:rect b="b" l="l" r="r" t="t"/>
              <a:pathLst>
                <a:path extrusionOk="0" h="3143" w="3224">
                  <a:moveTo>
                    <a:pt x="1383" y="0"/>
                  </a:moveTo>
                  <a:cubicBezTo>
                    <a:pt x="1174" y="0"/>
                    <a:pt x="965" y="80"/>
                    <a:pt x="805" y="238"/>
                  </a:cubicBezTo>
                  <a:lnTo>
                    <a:pt x="0" y="1043"/>
                  </a:lnTo>
                  <a:lnTo>
                    <a:pt x="2100" y="3142"/>
                  </a:lnTo>
                  <a:lnTo>
                    <a:pt x="2906" y="2339"/>
                  </a:lnTo>
                  <a:cubicBezTo>
                    <a:pt x="3223" y="2020"/>
                    <a:pt x="3223" y="1507"/>
                    <a:pt x="2906" y="1187"/>
                  </a:cubicBezTo>
                  <a:lnTo>
                    <a:pt x="1958" y="238"/>
                  </a:lnTo>
                  <a:cubicBezTo>
                    <a:pt x="1799" y="80"/>
                    <a:pt x="1591"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0"/>
            <p:cNvSpPr/>
            <p:nvPr/>
          </p:nvSpPr>
          <p:spPr>
            <a:xfrm>
              <a:off x="1890716" y="2704171"/>
              <a:ext cx="25077" cy="23709"/>
            </a:xfrm>
            <a:custGeom>
              <a:rect b="b" l="l" r="r" t="t"/>
              <a:pathLst>
                <a:path extrusionOk="0" h="1821" w="1926">
                  <a:moveTo>
                    <a:pt x="769" y="0"/>
                  </a:moveTo>
                  <a:lnTo>
                    <a:pt x="154" y="1206"/>
                  </a:lnTo>
                  <a:cubicBezTo>
                    <a:pt x="0" y="1505"/>
                    <a:pt x="235" y="1821"/>
                    <a:pt x="526" y="1821"/>
                  </a:cubicBezTo>
                  <a:cubicBezTo>
                    <a:pt x="589" y="1821"/>
                    <a:pt x="655" y="1806"/>
                    <a:pt x="720" y="1773"/>
                  </a:cubicBezTo>
                  <a:lnTo>
                    <a:pt x="1926" y="1157"/>
                  </a:lnTo>
                  <a:cubicBezTo>
                    <a:pt x="1778" y="932"/>
                    <a:pt x="1604" y="718"/>
                    <a:pt x="1408" y="518"/>
                  </a:cubicBezTo>
                  <a:cubicBezTo>
                    <a:pt x="1210" y="322"/>
                    <a:pt x="994" y="147"/>
                    <a:pt x="76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0"/>
            <p:cNvSpPr/>
            <p:nvPr/>
          </p:nvSpPr>
          <p:spPr>
            <a:xfrm>
              <a:off x="1900742" y="2676645"/>
              <a:ext cx="42588" cy="42588"/>
            </a:xfrm>
            <a:custGeom>
              <a:rect b="b" l="l" r="r" t="t"/>
              <a:pathLst>
                <a:path extrusionOk="0" h="3271" w="3271">
                  <a:moveTo>
                    <a:pt x="1172" y="1"/>
                  </a:moveTo>
                  <a:cubicBezTo>
                    <a:pt x="1047" y="127"/>
                    <a:pt x="942" y="271"/>
                    <a:pt x="862" y="428"/>
                  </a:cubicBezTo>
                  <a:lnTo>
                    <a:pt x="1" y="2114"/>
                  </a:lnTo>
                  <a:cubicBezTo>
                    <a:pt x="227" y="2261"/>
                    <a:pt x="440" y="2436"/>
                    <a:pt x="639" y="2632"/>
                  </a:cubicBezTo>
                  <a:cubicBezTo>
                    <a:pt x="839" y="2830"/>
                    <a:pt x="1011" y="3046"/>
                    <a:pt x="1157" y="3271"/>
                  </a:cubicBezTo>
                  <a:lnTo>
                    <a:pt x="2843" y="2410"/>
                  </a:lnTo>
                  <a:cubicBezTo>
                    <a:pt x="3001" y="2331"/>
                    <a:pt x="3145" y="2225"/>
                    <a:pt x="3271" y="2100"/>
                  </a:cubicBezTo>
                  <a:lnTo>
                    <a:pt x="117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0"/>
            <p:cNvSpPr/>
            <p:nvPr/>
          </p:nvSpPr>
          <p:spPr>
            <a:xfrm>
              <a:off x="1756350" y="2568582"/>
              <a:ext cx="330994" cy="416223"/>
            </a:xfrm>
            <a:custGeom>
              <a:rect b="b" l="l" r="r" t="t"/>
              <a:pathLst>
                <a:path extrusionOk="0" h="31968" w="25422">
                  <a:moveTo>
                    <a:pt x="20427" y="939"/>
                  </a:moveTo>
                  <a:cubicBezTo>
                    <a:pt x="20516" y="939"/>
                    <a:pt x="20604" y="972"/>
                    <a:pt x="20671" y="1039"/>
                  </a:cubicBezTo>
                  <a:lnTo>
                    <a:pt x="21621" y="1989"/>
                  </a:lnTo>
                  <a:cubicBezTo>
                    <a:pt x="21754" y="2122"/>
                    <a:pt x="21754" y="2342"/>
                    <a:pt x="21621" y="2475"/>
                  </a:cubicBezTo>
                  <a:lnTo>
                    <a:pt x="21147" y="2949"/>
                  </a:lnTo>
                  <a:lnTo>
                    <a:pt x="19709" y="1513"/>
                  </a:lnTo>
                  <a:lnTo>
                    <a:pt x="20184" y="1039"/>
                  </a:lnTo>
                  <a:cubicBezTo>
                    <a:pt x="20251" y="972"/>
                    <a:pt x="20339" y="939"/>
                    <a:pt x="20427" y="939"/>
                  </a:cubicBezTo>
                  <a:close/>
                  <a:moveTo>
                    <a:pt x="12730" y="3248"/>
                  </a:moveTo>
                  <a:cubicBezTo>
                    <a:pt x="13835" y="3248"/>
                    <a:pt x="14946" y="3463"/>
                    <a:pt x="15994" y="3905"/>
                  </a:cubicBezTo>
                  <a:lnTo>
                    <a:pt x="15272" y="4625"/>
                  </a:lnTo>
                  <a:cubicBezTo>
                    <a:pt x="14454" y="4331"/>
                    <a:pt x="13588" y="4183"/>
                    <a:pt x="12719" y="4183"/>
                  </a:cubicBezTo>
                  <a:cubicBezTo>
                    <a:pt x="10960" y="4183"/>
                    <a:pt x="9188" y="4790"/>
                    <a:pt x="7766" y="6025"/>
                  </a:cubicBezTo>
                  <a:lnTo>
                    <a:pt x="6430" y="6025"/>
                  </a:lnTo>
                  <a:cubicBezTo>
                    <a:pt x="8090" y="4207"/>
                    <a:pt x="10399" y="3248"/>
                    <a:pt x="12730" y="3248"/>
                  </a:cubicBezTo>
                  <a:close/>
                  <a:moveTo>
                    <a:pt x="12718" y="5120"/>
                  </a:moveTo>
                  <a:cubicBezTo>
                    <a:pt x="13334" y="5120"/>
                    <a:pt x="13945" y="5204"/>
                    <a:pt x="14528" y="5370"/>
                  </a:cubicBezTo>
                  <a:lnTo>
                    <a:pt x="12737" y="7162"/>
                  </a:lnTo>
                  <a:cubicBezTo>
                    <a:pt x="12289" y="6819"/>
                    <a:pt x="11826" y="6496"/>
                    <a:pt x="11349" y="6198"/>
                  </a:cubicBezTo>
                  <a:cubicBezTo>
                    <a:pt x="11170" y="6086"/>
                    <a:pt x="10965" y="6025"/>
                    <a:pt x="10752" y="6025"/>
                  </a:cubicBezTo>
                  <a:lnTo>
                    <a:pt x="9363" y="6025"/>
                  </a:lnTo>
                  <a:cubicBezTo>
                    <a:pt x="10407" y="5412"/>
                    <a:pt x="11573" y="5120"/>
                    <a:pt x="12718" y="5120"/>
                  </a:cubicBezTo>
                  <a:close/>
                  <a:moveTo>
                    <a:pt x="19048" y="2175"/>
                  </a:moveTo>
                  <a:lnTo>
                    <a:pt x="19435" y="2563"/>
                  </a:lnTo>
                  <a:lnTo>
                    <a:pt x="13311" y="8687"/>
                  </a:lnTo>
                  <a:lnTo>
                    <a:pt x="12923" y="8300"/>
                  </a:lnTo>
                  <a:lnTo>
                    <a:pt x="19048" y="2175"/>
                  </a:lnTo>
                  <a:close/>
                  <a:moveTo>
                    <a:pt x="12324" y="9024"/>
                  </a:moveTo>
                  <a:lnTo>
                    <a:pt x="13635" y="10336"/>
                  </a:lnTo>
                  <a:lnTo>
                    <a:pt x="12390" y="10972"/>
                  </a:lnTo>
                  <a:cubicBezTo>
                    <a:pt x="12192" y="10722"/>
                    <a:pt x="11958" y="10484"/>
                    <a:pt x="11689" y="10270"/>
                  </a:cubicBezTo>
                  <a:lnTo>
                    <a:pt x="12324" y="9024"/>
                  </a:lnTo>
                  <a:close/>
                  <a:moveTo>
                    <a:pt x="11252" y="11125"/>
                  </a:moveTo>
                  <a:cubicBezTo>
                    <a:pt x="11354" y="11217"/>
                    <a:pt x="11448" y="11312"/>
                    <a:pt x="11534" y="11409"/>
                  </a:cubicBezTo>
                  <a:lnTo>
                    <a:pt x="10958" y="11703"/>
                  </a:lnTo>
                  <a:lnTo>
                    <a:pt x="11252" y="11125"/>
                  </a:lnTo>
                  <a:close/>
                  <a:moveTo>
                    <a:pt x="14892" y="10528"/>
                  </a:moveTo>
                  <a:cubicBezTo>
                    <a:pt x="15228" y="10933"/>
                    <a:pt x="15545" y="11355"/>
                    <a:pt x="15844" y="11790"/>
                  </a:cubicBezTo>
                  <a:lnTo>
                    <a:pt x="12847" y="11790"/>
                  </a:lnTo>
                  <a:lnTo>
                    <a:pt x="14145" y="11127"/>
                  </a:lnTo>
                  <a:cubicBezTo>
                    <a:pt x="14489" y="10952"/>
                    <a:pt x="14653" y="10768"/>
                    <a:pt x="14892" y="10528"/>
                  </a:cubicBezTo>
                  <a:close/>
                  <a:moveTo>
                    <a:pt x="20097" y="3224"/>
                  </a:moveTo>
                  <a:lnTo>
                    <a:pt x="20486" y="3612"/>
                  </a:lnTo>
                  <a:lnTo>
                    <a:pt x="16733" y="7364"/>
                  </a:lnTo>
                  <a:cubicBezTo>
                    <a:pt x="16550" y="7546"/>
                    <a:pt x="16550" y="7843"/>
                    <a:pt x="16733" y="8026"/>
                  </a:cubicBezTo>
                  <a:cubicBezTo>
                    <a:pt x="16824" y="8118"/>
                    <a:pt x="16944" y="8163"/>
                    <a:pt x="17063" y="8163"/>
                  </a:cubicBezTo>
                  <a:cubicBezTo>
                    <a:pt x="17183" y="8163"/>
                    <a:pt x="17303" y="8118"/>
                    <a:pt x="17395" y="8026"/>
                  </a:cubicBezTo>
                  <a:lnTo>
                    <a:pt x="17852" y="7568"/>
                  </a:lnTo>
                  <a:cubicBezTo>
                    <a:pt x="18721" y="8634"/>
                    <a:pt x="19223" y="9905"/>
                    <a:pt x="19313" y="11274"/>
                  </a:cubicBezTo>
                  <a:cubicBezTo>
                    <a:pt x="19332" y="11554"/>
                    <a:pt x="19111" y="11790"/>
                    <a:pt x="18831" y="11790"/>
                  </a:cubicBezTo>
                  <a:lnTo>
                    <a:pt x="16964" y="11790"/>
                  </a:lnTo>
                  <a:cubicBezTo>
                    <a:pt x="16540" y="11118"/>
                    <a:pt x="16067" y="10472"/>
                    <a:pt x="15558" y="9862"/>
                  </a:cubicBezTo>
                  <a:lnTo>
                    <a:pt x="15798" y="9623"/>
                  </a:lnTo>
                  <a:cubicBezTo>
                    <a:pt x="15981" y="9439"/>
                    <a:pt x="15981" y="9143"/>
                    <a:pt x="15798" y="8960"/>
                  </a:cubicBezTo>
                  <a:cubicBezTo>
                    <a:pt x="15707" y="8869"/>
                    <a:pt x="15587" y="8823"/>
                    <a:pt x="15467" y="8823"/>
                  </a:cubicBezTo>
                  <a:cubicBezTo>
                    <a:pt x="15348" y="8823"/>
                    <a:pt x="15228" y="8869"/>
                    <a:pt x="15136" y="8960"/>
                  </a:cubicBezTo>
                  <a:lnTo>
                    <a:pt x="14360" y="9738"/>
                  </a:lnTo>
                  <a:lnTo>
                    <a:pt x="13972" y="9350"/>
                  </a:lnTo>
                  <a:lnTo>
                    <a:pt x="20097" y="3224"/>
                  </a:lnTo>
                  <a:close/>
                  <a:moveTo>
                    <a:pt x="10752" y="6965"/>
                  </a:moveTo>
                  <a:cubicBezTo>
                    <a:pt x="10788" y="6965"/>
                    <a:pt x="10823" y="6977"/>
                    <a:pt x="10853" y="6994"/>
                  </a:cubicBezTo>
                  <a:cubicBezTo>
                    <a:pt x="11269" y="7255"/>
                    <a:pt x="11677" y="7536"/>
                    <a:pt x="12070" y="7832"/>
                  </a:cubicBezTo>
                  <a:cubicBezTo>
                    <a:pt x="11862" y="8040"/>
                    <a:pt x="11698" y="8192"/>
                    <a:pt x="11533" y="8518"/>
                  </a:cubicBezTo>
                  <a:cubicBezTo>
                    <a:pt x="10873" y="9811"/>
                    <a:pt x="10717" y="10115"/>
                    <a:pt x="10056" y="11406"/>
                  </a:cubicBezTo>
                  <a:cubicBezTo>
                    <a:pt x="9993" y="11531"/>
                    <a:pt x="9960" y="11662"/>
                    <a:pt x="9956" y="11791"/>
                  </a:cubicBezTo>
                  <a:lnTo>
                    <a:pt x="9589" y="11791"/>
                  </a:lnTo>
                  <a:cubicBezTo>
                    <a:pt x="9431" y="11541"/>
                    <a:pt x="9266" y="11296"/>
                    <a:pt x="9097" y="11055"/>
                  </a:cubicBezTo>
                  <a:cubicBezTo>
                    <a:pt x="9006" y="10926"/>
                    <a:pt x="8861" y="10857"/>
                    <a:pt x="8713" y="10857"/>
                  </a:cubicBezTo>
                  <a:cubicBezTo>
                    <a:pt x="8620" y="10857"/>
                    <a:pt x="8526" y="10884"/>
                    <a:pt x="8444" y="10941"/>
                  </a:cubicBezTo>
                  <a:cubicBezTo>
                    <a:pt x="8233" y="11091"/>
                    <a:pt x="8182" y="11383"/>
                    <a:pt x="8330" y="11594"/>
                  </a:cubicBezTo>
                  <a:cubicBezTo>
                    <a:pt x="8378" y="11659"/>
                    <a:pt x="8422" y="11726"/>
                    <a:pt x="8467" y="11792"/>
                  </a:cubicBezTo>
                  <a:lnTo>
                    <a:pt x="6591" y="11792"/>
                  </a:lnTo>
                  <a:cubicBezTo>
                    <a:pt x="6313" y="11790"/>
                    <a:pt x="6090" y="11554"/>
                    <a:pt x="6109" y="11274"/>
                  </a:cubicBezTo>
                  <a:cubicBezTo>
                    <a:pt x="6152" y="10632"/>
                    <a:pt x="6287" y="10010"/>
                    <a:pt x="6509" y="9416"/>
                  </a:cubicBezTo>
                  <a:cubicBezTo>
                    <a:pt x="6667" y="9575"/>
                    <a:pt x="6822" y="9738"/>
                    <a:pt x="6973" y="9904"/>
                  </a:cubicBezTo>
                  <a:cubicBezTo>
                    <a:pt x="7065" y="10004"/>
                    <a:pt x="7192" y="10056"/>
                    <a:pt x="7320" y="10056"/>
                  </a:cubicBezTo>
                  <a:cubicBezTo>
                    <a:pt x="7723" y="10056"/>
                    <a:pt x="7941" y="9574"/>
                    <a:pt x="7664" y="9273"/>
                  </a:cubicBezTo>
                  <a:cubicBezTo>
                    <a:pt x="6882" y="8419"/>
                    <a:pt x="6023" y="7647"/>
                    <a:pt x="5099" y="6965"/>
                  </a:cubicBezTo>
                  <a:close/>
                  <a:moveTo>
                    <a:pt x="23035" y="14437"/>
                  </a:moveTo>
                  <a:cubicBezTo>
                    <a:pt x="23833" y="14437"/>
                    <a:pt x="24483" y="15086"/>
                    <a:pt x="24483" y="15883"/>
                  </a:cubicBezTo>
                  <a:lnTo>
                    <a:pt x="24483" y="16096"/>
                  </a:lnTo>
                  <a:cubicBezTo>
                    <a:pt x="24483" y="17726"/>
                    <a:pt x="23216" y="19066"/>
                    <a:pt x="21615" y="19182"/>
                  </a:cubicBezTo>
                  <a:lnTo>
                    <a:pt x="21965" y="14437"/>
                  </a:lnTo>
                  <a:close/>
                  <a:moveTo>
                    <a:pt x="3457" y="14438"/>
                  </a:moveTo>
                  <a:lnTo>
                    <a:pt x="3807" y="19184"/>
                  </a:lnTo>
                  <a:cubicBezTo>
                    <a:pt x="2207" y="19066"/>
                    <a:pt x="939" y="17726"/>
                    <a:pt x="939" y="16096"/>
                  </a:cubicBezTo>
                  <a:lnTo>
                    <a:pt x="939" y="15886"/>
                  </a:lnTo>
                  <a:cubicBezTo>
                    <a:pt x="939" y="15087"/>
                    <a:pt x="1589" y="14438"/>
                    <a:pt x="2387" y="14438"/>
                  </a:cubicBezTo>
                  <a:close/>
                  <a:moveTo>
                    <a:pt x="8616" y="27175"/>
                  </a:moveTo>
                  <a:cubicBezTo>
                    <a:pt x="10029" y="28001"/>
                    <a:pt x="11550" y="28517"/>
                    <a:pt x="12710" y="28517"/>
                  </a:cubicBezTo>
                  <a:cubicBezTo>
                    <a:pt x="13825" y="28517"/>
                    <a:pt x="15343" y="28034"/>
                    <a:pt x="16802" y="27179"/>
                  </a:cubicBezTo>
                  <a:lnTo>
                    <a:pt x="16802" y="27961"/>
                  </a:lnTo>
                  <a:cubicBezTo>
                    <a:pt x="16805" y="29040"/>
                    <a:pt x="17436" y="30043"/>
                    <a:pt x="18411" y="30511"/>
                  </a:cubicBezTo>
                  <a:lnTo>
                    <a:pt x="19497" y="31032"/>
                  </a:lnTo>
                  <a:lnTo>
                    <a:pt x="5924" y="31032"/>
                  </a:lnTo>
                  <a:lnTo>
                    <a:pt x="7009" y="30511"/>
                  </a:lnTo>
                  <a:cubicBezTo>
                    <a:pt x="7984" y="30043"/>
                    <a:pt x="8616" y="29040"/>
                    <a:pt x="8616" y="27958"/>
                  </a:cubicBezTo>
                  <a:lnTo>
                    <a:pt x="8616" y="27175"/>
                  </a:lnTo>
                  <a:close/>
                  <a:moveTo>
                    <a:pt x="20427" y="0"/>
                  </a:moveTo>
                  <a:cubicBezTo>
                    <a:pt x="20099" y="0"/>
                    <a:pt x="19770" y="126"/>
                    <a:pt x="19520" y="376"/>
                  </a:cubicBezTo>
                  <a:lnTo>
                    <a:pt x="16702" y="3194"/>
                  </a:lnTo>
                  <a:cubicBezTo>
                    <a:pt x="15439" y="2602"/>
                    <a:pt x="14077" y="2310"/>
                    <a:pt x="12719" y="2310"/>
                  </a:cubicBezTo>
                  <a:cubicBezTo>
                    <a:pt x="9892" y="2310"/>
                    <a:pt x="7081" y="3575"/>
                    <a:pt x="5212" y="6025"/>
                  </a:cubicBezTo>
                  <a:lnTo>
                    <a:pt x="3756" y="6025"/>
                  </a:lnTo>
                  <a:cubicBezTo>
                    <a:pt x="3520" y="6025"/>
                    <a:pt x="3318" y="6179"/>
                    <a:pt x="3253" y="6404"/>
                  </a:cubicBezTo>
                  <a:cubicBezTo>
                    <a:pt x="3189" y="6631"/>
                    <a:pt x="3278" y="6868"/>
                    <a:pt x="3477" y="6991"/>
                  </a:cubicBezTo>
                  <a:cubicBezTo>
                    <a:pt x="3749" y="7162"/>
                    <a:pt x="4015" y="7338"/>
                    <a:pt x="4275" y="7523"/>
                  </a:cubicBezTo>
                  <a:cubicBezTo>
                    <a:pt x="3516" y="9037"/>
                    <a:pt x="3183" y="10723"/>
                    <a:pt x="3308" y="12429"/>
                  </a:cubicBezTo>
                  <a:lnTo>
                    <a:pt x="3388" y="13501"/>
                  </a:lnTo>
                  <a:lnTo>
                    <a:pt x="2387" y="13501"/>
                  </a:lnTo>
                  <a:cubicBezTo>
                    <a:pt x="1072" y="13501"/>
                    <a:pt x="0" y="14570"/>
                    <a:pt x="0" y="15888"/>
                  </a:cubicBezTo>
                  <a:lnTo>
                    <a:pt x="0" y="16097"/>
                  </a:lnTo>
                  <a:cubicBezTo>
                    <a:pt x="0" y="18268"/>
                    <a:pt x="1725" y="20043"/>
                    <a:pt x="3875" y="20126"/>
                  </a:cubicBezTo>
                  <a:lnTo>
                    <a:pt x="3918" y="20702"/>
                  </a:lnTo>
                  <a:cubicBezTo>
                    <a:pt x="4008" y="21930"/>
                    <a:pt x="4469" y="23121"/>
                    <a:pt x="5290" y="24246"/>
                  </a:cubicBezTo>
                  <a:cubicBezTo>
                    <a:pt x="5380" y="24371"/>
                    <a:pt x="5524" y="24438"/>
                    <a:pt x="5667" y="24438"/>
                  </a:cubicBezTo>
                  <a:cubicBezTo>
                    <a:pt x="6046" y="24438"/>
                    <a:pt x="6271" y="24005"/>
                    <a:pt x="6046" y="23694"/>
                  </a:cubicBezTo>
                  <a:cubicBezTo>
                    <a:pt x="5331" y="22712"/>
                    <a:pt x="4931" y="21683"/>
                    <a:pt x="4853" y="20632"/>
                  </a:cubicBezTo>
                  <a:cubicBezTo>
                    <a:pt x="4685" y="18344"/>
                    <a:pt x="4590" y="17057"/>
                    <a:pt x="4541" y="16397"/>
                  </a:cubicBezTo>
                  <a:lnTo>
                    <a:pt x="4541" y="16397"/>
                  </a:lnTo>
                  <a:cubicBezTo>
                    <a:pt x="4485" y="15641"/>
                    <a:pt x="4392" y="14376"/>
                    <a:pt x="4244" y="12361"/>
                  </a:cubicBezTo>
                  <a:cubicBezTo>
                    <a:pt x="4133" y="10883"/>
                    <a:pt x="4409" y="9422"/>
                    <a:pt x="5039" y="8097"/>
                  </a:cubicBezTo>
                  <a:cubicBezTo>
                    <a:pt x="5291" y="8298"/>
                    <a:pt x="5536" y="8506"/>
                    <a:pt x="5779" y="8723"/>
                  </a:cubicBezTo>
                  <a:cubicBezTo>
                    <a:pt x="5435" y="9511"/>
                    <a:pt x="5232" y="10347"/>
                    <a:pt x="5175" y="11213"/>
                  </a:cubicBezTo>
                  <a:cubicBezTo>
                    <a:pt x="5120" y="12031"/>
                    <a:pt x="5772" y="12727"/>
                    <a:pt x="6591" y="12727"/>
                  </a:cubicBezTo>
                  <a:lnTo>
                    <a:pt x="18831" y="12727"/>
                  </a:lnTo>
                  <a:cubicBezTo>
                    <a:pt x="19650" y="12727"/>
                    <a:pt x="20302" y="12031"/>
                    <a:pt x="20249" y="11213"/>
                  </a:cubicBezTo>
                  <a:cubicBezTo>
                    <a:pt x="20143" y="9617"/>
                    <a:pt x="19546" y="8135"/>
                    <a:pt x="18515" y="6905"/>
                  </a:cubicBezTo>
                  <a:lnTo>
                    <a:pt x="19180" y="6241"/>
                  </a:lnTo>
                  <a:cubicBezTo>
                    <a:pt x="20616" y="7932"/>
                    <a:pt x="21341" y="10136"/>
                    <a:pt x="21177" y="12361"/>
                  </a:cubicBezTo>
                  <a:lnTo>
                    <a:pt x="20567" y="20632"/>
                  </a:lnTo>
                  <a:cubicBezTo>
                    <a:pt x="20280" y="24529"/>
                    <a:pt x="15357" y="27581"/>
                    <a:pt x="12710" y="27581"/>
                  </a:cubicBezTo>
                  <a:cubicBezTo>
                    <a:pt x="11483" y="27581"/>
                    <a:pt x="9297" y="26779"/>
                    <a:pt x="7498" y="25245"/>
                  </a:cubicBezTo>
                  <a:cubicBezTo>
                    <a:pt x="7410" y="25170"/>
                    <a:pt x="7302" y="25134"/>
                    <a:pt x="7195" y="25134"/>
                  </a:cubicBezTo>
                  <a:cubicBezTo>
                    <a:pt x="7063" y="25134"/>
                    <a:pt x="6931" y="25189"/>
                    <a:pt x="6838" y="25297"/>
                  </a:cubicBezTo>
                  <a:cubicBezTo>
                    <a:pt x="6670" y="25495"/>
                    <a:pt x="6694" y="25790"/>
                    <a:pt x="6891" y="25957"/>
                  </a:cubicBezTo>
                  <a:cubicBezTo>
                    <a:pt x="7142" y="26170"/>
                    <a:pt x="7405" y="26377"/>
                    <a:pt x="7680" y="26571"/>
                  </a:cubicBezTo>
                  <a:lnTo>
                    <a:pt x="7680" y="27958"/>
                  </a:lnTo>
                  <a:cubicBezTo>
                    <a:pt x="7680" y="28683"/>
                    <a:pt x="7258" y="29355"/>
                    <a:pt x="6605" y="29666"/>
                  </a:cubicBezTo>
                  <a:lnTo>
                    <a:pt x="4677" y="30591"/>
                  </a:lnTo>
                  <a:cubicBezTo>
                    <a:pt x="4370" y="30739"/>
                    <a:pt x="4209" y="31075"/>
                    <a:pt x="4284" y="31405"/>
                  </a:cubicBezTo>
                  <a:cubicBezTo>
                    <a:pt x="4360" y="31737"/>
                    <a:pt x="4650" y="31968"/>
                    <a:pt x="4991" y="31968"/>
                  </a:cubicBezTo>
                  <a:lnTo>
                    <a:pt x="20431" y="31968"/>
                  </a:lnTo>
                  <a:cubicBezTo>
                    <a:pt x="20773" y="31968"/>
                    <a:pt x="21062" y="31737"/>
                    <a:pt x="21137" y="31405"/>
                  </a:cubicBezTo>
                  <a:cubicBezTo>
                    <a:pt x="21213" y="31072"/>
                    <a:pt x="21051" y="30739"/>
                    <a:pt x="20745" y="30591"/>
                  </a:cubicBezTo>
                  <a:lnTo>
                    <a:pt x="18817" y="29666"/>
                  </a:lnTo>
                  <a:cubicBezTo>
                    <a:pt x="18164" y="29353"/>
                    <a:pt x="17742" y="28682"/>
                    <a:pt x="17742" y="27958"/>
                  </a:cubicBezTo>
                  <a:lnTo>
                    <a:pt x="17742" y="26569"/>
                  </a:lnTo>
                  <a:cubicBezTo>
                    <a:pt x="19679" y="25180"/>
                    <a:pt x="21325" y="23133"/>
                    <a:pt x="21504" y="20700"/>
                  </a:cubicBezTo>
                  <a:lnTo>
                    <a:pt x="21547" y="20124"/>
                  </a:lnTo>
                  <a:cubicBezTo>
                    <a:pt x="23697" y="20042"/>
                    <a:pt x="25422" y="18265"/>
                    <a:pt x="25422" y="16096"/>
                  </a:cubicBezTo>
                  <a:lnTo>
                    <a:pt x="25422" y="15886"/>
                  </a:lnTo>
                  <a:cubicBezTo>
                    <a:pt x="25419" y="14570"/>
                    <a:pt x="24350" y="13501"/>
                    <a:pt x="23034" y="13501"/>
                  </a:cubicBezTo>
                  <a:lnTo>
                    <a:pt x="22032" y="13501"/>
                  </a:lnTo>
                  <a:lnTo>
                    <a:pt x="22111" y="12429"/>
                  </a:lnTo>
                  <a:cubicBezTo>
                    <a:pt x="22295" y="9934"/>
                    <a:pt x="21473" y="7460"/>
                    <a:pt x="19844" y="5576"/>
                  </a:cubicBezTo>
                  <a:lnTo>
                    <a:pt x="22282" y="3138"/>
                  </a:lnTo>
                  <a:cubicBezTo>
                    <a:pt x="22783" y="2638"/>
                    <a:pt x="22783" y="1825"/>
                    <a:pt x="22282" y="1325"/>
                  </a:cubicBezTo>
                  <a:lnTo>
                    <a:pt x="21334" y="376"/>
                  </a:lnTo>
                  <a:cubicBezTo>
                    <a:pt x="21083" y="126"/>
                    <a:pt x="20755" y="0"/>
                    <a:pt x="204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0"/>
            <p:cNvSpPr/>
            <p:nvPr/>
          </p:nvSpPr>
          <p:spPr>
            <a:xfrm>
              <a:off x="1850949" y="2762311"/>
              <a:ext cx="60790" cy="12213"/>
            </a:xfrm>
            <a:custGeom>
              <a:rect b="b" l="l" r="r" t="t"/>
              <a:pathLst>
                <a:path extrusionOk="0" h="938" w="4669">
                  <a:moveTo>
                    <a:pt x="468" y="1"/>
                  </a:moveTo>
                  <a:cubicBezTo>
                    <a:pt x="210" y="1"/>
                    <a:pt x="1" y="212"/>
                    <a:pt x="1" y="470"/>
                  </a:cubicBezTo>
                  <a:cubicBezTo>
                    <a:pt x="1" y="728"/>
                    <a:pt x="210" y="938"/>
                    <a:pt x="468" y="938"/>
                  </a:cubicBezTo>
                  <a:lnTo>
                    <a:pt x="4199" y="938"/>
                  </a:lnTo>
                  <a:cubicBezTo>
                    <a:pt x="4457" y="938"/>
                    <a:pt x="4668" y="728"/>
                    <a:pt x="4668" y="470"/>
                  </a:cubicBezTo>
                  <a:cubicBezTo>
                    <a:pt x="4668" y="212"/>
                    <a:pt x="4457"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0"/>
            <p:cNvSpPr/>
            <p:nvPr/>
          </p:nvSpPr>
          <p:spPr>
            <a:xfrm>
              <a:off x="1915769" y="2762311"/>
              <a:ext cx="77000" cy="76675"/>
            </a:xfrm>
            <a:custGeom>
              <a:rect b="b" l="l" r="r" t="t"/>
              <a:pathLst>
                <a:path extrusionOk="0" h="5889" w="5914">
                  <a:moveTo>
                    <a:pt x="2961" y="1"/>
                  </a:moveTo>
                  <a:cubicBezTo>
                    <a:pt x="2016" y="1"/>
                    <a:pt x="1246" y="770"/>
                    <a:pt x="1246" y="1716"/>
                  </a:cubicBezTo>
                  <a:lnTo>
                    <a:pt x="1246" y="4174"/>
                  </a:lnTo>
                  <a:cubicBezTo>
                    <a:pt x="1246" y="4601"/>
                    <a:pt x="897" y="4951"/>
                    <a:pt x="468" y="4951"/>
                  </a:cubicBezTo>
                  <a:cubicBezTo>
                    <a:pt x="210" y="4951"/>
                    <a:pt x="0" y="5161"/>
                    <a:pt x="0" y="5421"/>
                  </a:cubicBezTo>
                  <a:cubicBezTo>
                    <a:pt x="0" y="5679"/>
                    <a:pt x="210" y="5888"/>
                    <a:pt x="468" y="5888"/>
                  </a:cubicBezTo>
                  <a:cubicBezTo>
                    <a:pt x="1415" y="5888"/>
                    <a:pt x="2183" y="5119"/>
                    <a:pt x="2183" y="4174"/>
                  </a:cubicBezTo>
                  <a:lnTo>
                    <a:pt x="2183" y="1716"/>
                  </a:lnTo>
                  <a:cubicBezTo>
                    <a:pt x="2183" y="1288"/>
                    <a:pt x="2533" y="938"/>
                    <a:pt x="2961" y="938"/>
                  </a:cubicBezTo>
                  <a:lnTo>
                    <a:pt x="5446" y="938"/>
                  </a:lnTo>
                  <a:cubicBezTo>
                    <a:pt x="5704" y="938"/>
                    <a:pt x="5914" y="728"/>
                    <a:pt x="5914" y="470"/>
                  </a:cubicBezTo>
                  <a:cubicBezTo>
                    <a:pt x="5914" y="210"/>
                    <a:pt x="5704"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0"/>
            <p:cNvSpPr/>
            <p:nvPr/>
          </p:nvSpPr>
          <p:spPr>
            <a:xfrm>
              <a:off x="1883346" y="2871897"/>
              <a:ext cx="77026" cy="12213"/>
            </a:xfrm>
            <a:custGeom>
              <a:rect b="b" l="l" r="r" t="t"/>
              <a:pathLst>
                <a:path extrusionOk="0" h="938" w="5916">
                  <a:moveTo>
                    <a:pt x="469" y="1"/>
                  </a:moveTo>
                  <a:cubicBezTo>
                    <a:pt x="210" y="1"/>
                    <a:pt x="1" y="212"/>
                    <a:pt x="1" y="470"/>
                  </a:cubicBezTo>
                  <a:cubicBezTo>
                    <a:pt x="1" y="728"/>
                    <a:pt x="210" y="938"/>
                    <a:pt x="469" y="938"/>
                  </a:cubicBezTo>
                  <a:lnTo>
                    <a:pt x="5448" y="938"/>
                  </a:lnTo>
                  <a:cubicBezTo>
                    <a:pt x="5706" y="938"/>
                    <a:pt x="5916" y="728"/>
                    <a:pt x="5916" y="470"/>
                  </a:cubicBezTo>
                  <a:cubicBezTo>
                    <a:pt x="5916" y="212"/>
                    <a:pt x="5706" y="1"/>
                    <a:pt x="54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3" name="Google Shape;6283;p70"/>
          <p:cNvGrpSpPr/>
          <p:nvPr/>
        </p:nvGrpSpPr>
        <p:grpSpPr>
          <a:xfrm>
            <a:off x="709538" y="4186921"/>
            <a:ext cx="330968" cy="416249"/>
            <a:chOff x="709538" y="4186921"/>
            <a:chExt cx="330968" cy="416249"/>
          </a:xfrm>
        </p:grpSpPr>
        <p:sp>
          <p:nvSpPr>
            <p:cNvPr id="6284" name="Google Shape;6284;p70"/>
            <p:cNvSpPr/>
            <p:nvPr/>
          </p:nvSpPr>
          <p:spPr>
            <a:xfrm>
              <a:off x="984304" y="4368814"/>
              <a:ext cx="50049" cy="74084"/>
            </a:xfrm>
            <a:custGeom>
              <a:rect b="b" l="l" r="r" t="t"/>
              <a:pathLst>
                <a:path extrusionOk="0" h="5690" w="3844">
                  <a:moveTo>
                    <a:pt x="421" y="0"/>
                  </a:moveTo>
                  <a:lnTo>
                    <a:pt x="1" y="5690"/>
                  </a:lnTo>
                  <a:lnTo>
                    <a:pt x="279" y="5690"/>
                  </a:lnTo>
                  <a:cubicBezTo>
                    <a:pt x="2249" y="5690"/>
                    <a:pt x="3843" y="4092"/>
                    <a:pt x="3842" y="2125"/>
                  </a:cubicBezTo>
                  <a:lnTo>
                    <a:pt x="3842" y="1916"/>
                  </a:lnTo>
                  <a:cubicBezTo>
                    <a:pt x="3842" y="857"/>
                    <a:pt x="2984" y="0"/>
                    <a:pt x="1926" y="0"/>
                  </a:cubicBez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0"/>
            <p:cNvSpPr/>
            <p:nvPr/>
          </p:nvSpPr>
          <p:spPr>
            <a:xfrm>
              <a:off x="715618" y="4368814"/>
              <a:ext cx="50049" cy="74084"/>
            </a:xfrm>
            <a:custGeom>
              <a:rect b="b" l="l" r="r" t="t"/>
              <a:pathLst>
                <a:path extrusionOk="0" h="5690" w="3844">
                  <a:moveTo>
                    <a:pt x="1918" y="0"/>
                  </a:moveTo>
                  <a:cubicBezTo>
                    <a:pt x="860" y="0"/>
                    <a:pt x="2" y="857"/>
                    <a:pt x="2" y="1916"/>
                  </a:cubicBezTo>
                  <a:lnTo>
                    <a:pt x="2" y="2125"/>
                  </a:lnTo>
                  <a:cubicBezTo>
                    <a:pt x="1" y="4092"/>
                    <a:pt x="1598" y="5690"/>
                    <a:pt x="3565" y="5690"/>
                  </a:cubicBezTo>
                  <a:lnTo>
                    <a:pt x="3844" y="5690"/>
                  </a:lnTo>
                  <a:lnTo>
                    <a:pt x="3423" y="0"/>
                  </a:ln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0"/>
            <p:cNvSpPr/>
            <p:nvPr/>
          </p:nvSpPr>
          <p:spPr>
            <a:xfrm>
              <a:off x="769821" y="4529693"/>
              <a:ext cx="210312" cy="67365"/>
            </a:xfrm>
            <a:custGeom>
              <a:rect b="b" l="l" r="r" t="t"/>
              <a:pathLst>
                <a:path extrusionOk="0" h="5174" w="16153">
                  <a:moveTo>
                    <a:pt x="3516" y="0"/>
                  </a:moveTo>
                  <a:lnTo>
                    <a:pt x="3516" y="1630"/>
                  </a:lnTo>
                  <a:cubicBezTo>
                    <a:pt x="3516" y="2540"/>
                    <a:pt x="2994" y="3369"/>
                    <a:pt x="2174" y="3761"/>
                  </a:cubicBezTo>
                  <a:lnTo>
                    <a:pt x="246" y="4687"/>
                  </a:lnTo>
                  <a:cubicBezTo>
                    <a:pt x="1" y="4806"/>
                    <a:pt x="85" y="5173"/>
                    <a:pt x="358" y="5173"/>
                  </a:cubicBezTo>
                  <a:lnTo>
                    <a:pt x="15798" y="5173"/>
                  </a:lnTo>
                  <a:cubicBezTo>
                    <a:pt x="16070" y="5173"/>
                    <a:pt x="16152" y="4806"/>
                    <a:pt x="15908" y="4687"/>
                  </a:cubicBezTo>
                  <a:lnTo>
                    <a:pt x="13981" y="3761"/>
                  </a:lnTo>
                  <a:cubicBezTo>
                    <a:pt x="13159" y="3367"/>
                    <a:pt x="12639" y="2540"/>
                    <a:pt x="12639" y="1630"/>
                  </a:cubicBezTo>
                  <a:lnTo>
                    <a:pt x="12639" y="0"/>
                  </a:lnTo>
                  <a:cubicBezTo>
                    <a:pt x="11040" y="1095"/>
                    <a:pt x="9275" y="1721"/>
                    <a:pt x="8078" y="1721"/>
                  </a:cubicBezTo>
                  <a:cubicBezTo>
                    <a:pt x="6881" y="1721"/>
                    <a:pt x="5115" y="1095"/>
                    <a:pt x="3516" y="0"/>
                  </a:cubicBez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0"/>
            <p:cNvSpPr/>
            <p:nvPr/>
          </p:nvSpPr>
          <p:spPr>
            <a:xfrm>
              <a:off x="753715" y="4223091"/>
              <a:ext cx="242550" cy="329002"/>
            </a:xfrm>
            <a:custGeom>
              <a:rect b="b" l="l" r="r" t="t"/>
              <a:pathLst>
                <a:path extrusionOk="0" h="25269" w="18629">
                  <a:moveTo>
                    <a:pt x="9315" y="1"/>
                  </a:moveTo>
                  <a:cubicBezTo>
                    <a:pt x="4110" y="1"/>
                    <a:pt x="1" y="4425"/>
                    <a:pt x="382" y="9616"/>
                  </a:cubicBezTo>
                  <a:lnTo>
                    <a:pt x="992" y="17887"/>
                  </a:lnTo>
                  <a:cubicBezTo>
                    <a:pt x="1314" y="22248"/>
                    <a:pt x="6689" y="25269"/>
                    <a:pt x="9316" y="25269"/>
                  </a:cubicBezTo>
                  <a:cubicBezTo>
                    <a:pt x="11945" y="25269"/>
                    <a:pt x="17320" y="22247"/>
                    <a:pt x="17642" y="17887"/>
                  </a:cubicBezTo>
                  <a:cubicBezTo>
                    <a:pt x="17637" y="17886"/>
                    <a:pt x="18247" y="9616"/>
                    <a:pt x="18247" y="9616"/>
                  </a:cubicBezTo>
                  <a:cubicBezTo>
                    <a:pt x="18629" y="4425"/>
                    <a:pt x="14521" y="1"/>
                    <a:pt x="9315" y="1"/>
                  </a:cubicBez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0"/>
            <p:cNvSpPr/>
            <p:nvPr/>
          </p:nvSpPr>
          <p:spPr>
            <a:xfrm>
              <a:off x="817449" y="4228495"/>
              <a:ext cx="177931" cy="323586"/>
            </a:xfrm>
            <a:custGeom>
              <a:rect b="b" l="l" r="r" t="t"/>
              <a:pathLst>
                <a:path extrusionOk="0" h="24853" w="13666">
                  <a:moveTo>
                    <a:pt x="7123" y="1"/>
                  </a:moveTo>
                  <a:cubicBezTo>
                    <a:pt x="9573" y="1751"/>
                    <a:pt x="11094" y="4702"/>
                    <a:pt x="10855" y="7952"/>
                  </a:cubicBezTo>
                  <a:lnTo>
                    <a:pt x="10246" y="16223"/>
                  </a:lnTo>
                  <a:cubicBezTo>
                    <a:pt x="9924" y="20583"/>
                    <a:pt x="4549" y="23604"/>
                    <a:pt x="1922" y="23604"/>
                  </a:cubicBezTo>
                  <a:cubicBezTo>
                    <a:pt x="1376" y="23604"/>
                    <a:pt x="712" y="23472"/>
                    <a:pt x="0" y="23228"/>
                  </a:cubicBezTo>
                  <a:lnTo>
                    <a:pt x="0" y="23228"/>
                  </a:lnTo>
                  <a:cubicBezTo>
                    <a:pt x="1561" y="24264"/>
                    <a:pt x="3258" y="24852"/>
                    <a:pt x="4418" y="24852"/>
                  </a:cubicBezTo>
                  <a:cubicBezTo>
                    <a:pt x="7046" y="24852"/>
                    <a:pt x="12421" y="21829"/>
                    <a:pt x="12742" y="17471"/>
                  </a:cubicBezTo>
                  <a:lnTo>
                    <a:pt x="13352" y="9200"/>
                  </a:lnTo>
                  <a:cubicBezTo>
                    <a:pt x="13665" y="4951"/>
                    <a:pt x="10969" y="1216"/>
                    <a:pt x="7123"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0"/>
            <p:cNvSpPr/>
            <p:nvPr/>
          </p:nvSpPr>
          <p:spPr>
            <a:xfrm>
              <a:off x="852435" y="4193015"/>
              <a:ext cx="108418" cy="86127"/>
            </a:xfrm>
            <a:custGeom>
              <a:rect b="b" l="l" r="r" t="t"/>
              <a:pathLst>
                <a:path extrusionOk="0" h="6615" w="8327">
                  <a:moveTo>
                    <a:pt x="1713" y="1"/>
                  </a:moveTo>
                  <a:cubicBezTo>
                    <a:pt x="1120" y="1"/>
                    <a:pt x="546" y="80"/>
                    <a:pt x="1" y="225"/>
                  </a:cubicBezTo>
                  <a:lnTo>
                    <a:pt x="1713" y="6614"/>
                  </a:lnTo>
                  <a:lnTo>
                    <a:pt x="8326" y="6614"/>
                  </a:lnTo>
                  <a:cubicBezTo>
                    <a:pt x="8326" y="2962"/>
                    <a:pt x="5365" y="1"/>
                    <a:pt x="17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0"/>
            <p:cNvSpPr/>
            <p:nvPr/>
          </p:nvSpPr>
          <p:spPr>
            <a:xfrm>
              <a:off x="788597" y="4195931"/>
              <a:ext cx="86140" cy="150576"/>
            </a:xfrm>
            <a:custGeom>
              <a:rect b="b" l="l" r="r" t="t"/>
              <a:pathLst>
                <a:path extrusionOk="0" h="11565" w="6616">
                  <a:moveTo>
                    <a:pt x="4904" y="1"/>
                  </a:moveTo>
                  <a:cubicBezTo>
                    <a:pt x="2077" y="757"/>
                    <a:pt x="1" y="3334"/>
                    <a:pt x="1" y="6392"/>
                  </a:cubicBezTo>
                  <a:cubicBezTo>
                    <a:pt x="1" y="8487"/>
                    <a:pt x="975" y="10354"/>
                    <a:pt x="2495" y="11565"/>
                  </a:cubicBezTo>
                  <a:lnTo>
                    <a:pt x="3628" y="11565"/>
                  </a:lnTo>
                  <a:lnTo>
                    <a:pt x="6616" y="6392"/>
                  </a:lnTo>
                  <a:lnTo>
                    <a:pt x="49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0"/>
            <p:cNvSpPr/>
            <p:nvPr/>
          </p:nvSpPr>
          <p:spPr>
            <a:xfrm>
              <a:off x="782490" y="4300692"/>
              <a:ext cx="38617" cy="45817"/>
            </a:xfrm>
            <a:custGeom>
              <a:rect b="b" l="l" r="r" t="t"/>
              <a:pathLst>
                <a:path extrusionOk="0" h="3519" w="2966">
                  <a:moveTo>
                    <a:pt x="681" y="0"/>
                  </a:moveTo>
                  <a:cubicBezTo>
                    <a:pt x="312" y="784"/>
                    <a:pt x="94" y="1629"/>
                    <a:pt x="36" y="2504"/>
                  </a:cubicBezTo>
                  <a:cubicBezTo>
                    <a:pt x="0" y="3052"/>
                    <a:pt x="437" y="3519"/>
                    <a:pt x="986" y="3519"/>
                  </a:cubicBezTo>
                  <a:lnTo>
                    <a:pt x="2965" y="3519"/>
                  </a:lnTo>
                  <a:cubicBezTo>
                    <a:pt x="1860" y="2638"/>
                    <a:pt x="1042" y="1409"/>
                    <a:pt x="6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0"/>
            <p:cNvSpPr/>
            <p:nvPr/>
          </p:nvSpPr>
          <p:spPr>
            <a:xfrm>
              <a:off x="782490" y="4330248"/>
              <a:ext cx="38617" cy="16288"/>
            </a:xfrm>
            <a:custGeom>
              <a:rect b="b" l="l" r="r" t="t"/>
              <a:pathLst>
                <a:path extrusionOk="0" h="1251" w="2966">
                  <a:moveTo>
                    <a:pt x="56" y="0"/>
                  </a:moveTo>
                  <a:cubicBezTo>
                    <a:pt x="48" y="78"/>
                    <a:pt x="41" y="157"/>
                    <a:pt x="36" y="236"/>
                  </a:cubicBezTo>
                  <a:cubicBezTo>
                    <a:pt x="0" y="784"/>
                    <a:pt x="437" y="1250"/>
                    <a:pt x="986" y="1250"/>
                  </a:cubicBezTo>
                  <a:lnTo>
                    <a:pt x="2965" y="1250"/>
                  </a:lnTo>
                  <a:cubicBezTo>
                    <a:pt x="2512" y="889"/>
                    <a:pt x="2105" y="467"/>
                    <a:pt x="1761"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0"/>
            <p:cNvSpPr/>
            <p:nvPr/>
          </p:nvSpPr>
          <p:spPr>
            <a:xfrm>
              <a:off x="928408" y="4300002"/>
              <a:ext cx="39099" cy="46533"/>
            </a:xfrm>
            <a:custGeom>
              <a:rect b="b" l="l" r="r" t="t"/>
              <a:pathLst>
                <a:path extrusionOk="0" h="3574" w="3003">
                  <a:moveTo>
                    <a:pt x="2298" y="0"/>
                  </a:moveTo>
                  <a:cubicBezTo>
                    <a:pt x="1940" y="1432"/>
                    <a:pt x="1120" y="2681"/>
                    <a:pt x="0" y="3573"/>
                  </a:cubicBezTo>
                  <a:lnTo>
                    <a:pt x="2018" y="3573"/>
                  </a:lnTo>
                  <a:cubicBezTo>
                    <a:pt x="2567" y="3572"/>
                    <a:pt x="3002" y="3107"/>
                    <a:pt x="2966" y="2559"/>
                  </a:cubicBezTo>
                  <a:cubicBezTo>
                    <a:pt x="2907" y="1663"/>
                    <a:pt x="2679" y="799"/>
                    <a:pt x="2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0"/>
            <p:cNvSpPr/>
            <p:nvPr/>
          </p:nvSpPr>
          <p:spPr>
            <a:xfrm>
              <a:off x="835847" y="4279144"/>
              <a:ext cx="99798" cy="67365"/>
            </a:xfrm>
            <a:custGeom>
              <a:rect b="b" l="l" r="r" t="t"/>
              <a:pathLst>
                <a:path extrusionOk="0" h="5174" w="7665">
                  <a:moveTo>
                    <a:pt x="2990" y="1"/>
                  </a:moveTo>
                  <a:lnTo>
                    <a:pt x="1" y="5174"/>
                  </a:lnTo>
                  <a:lnTo>
                    <a:pt x="7109" y="5174"/>
                  </a:lnTo>
                  <a:cubicBezTo>
                    <a:pt x="7304" y="5017"/>
                    <a:pt x="7490" y="4852"/>
                    <a:pt x="7665" y="4677"/>
                  </a:cubicBezTo>
                  <a:lnTo>
                    <a:pt x="299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0"/>
            <p:cNvSpPr/>
            <p:nvPr/>
          </p:nvSpPr>
          <p:spPr>
            <a:xfrm>
              <a:off x="874726" y="4279144"/>
              <a:ext cx="86127" cy="60908"/>
            </a:xfrm>
            <a:custGeom>
              <a:rect b="b" l="l" r="r" t="t"/>
              <a:pathLst>
                <a:path extrusionOk="0" h="4678" w="6615">
                  <a:moveTo>
                    <a:pt x="1" y="1"/>
                  </a:moveTo>
                  <a:lnTo>
                    <a:pt x="4677" y="4677"/>
                  </a:lnTo>
                  <a:cubicBezTo>
                    <a:pt x="5874" y="3481"/>
                    <a:pt x="6614" y="1827"/>
                    <a:pt x="66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0"/>
            <p:cNvSpPr/>
            <p:nvPr/>
          </p:nvSpPr>
          <p:spPr>
            <a:xfrm>
              <a:off x="805419" y="4330248"/>
              <a:ext cx="39815" cy="16262"/>
            </a:xfrm>
            <a:custGeom>
              <a:rect b="b" l="l" r="r" t="t"/>
              <a:pathLst>
                <a:path extrusionOk="0" h="1249" w="3058">
                  <a:moveTo>
                    <a:pt x="0" y="0"/>
                  </a:moveTo>
                  <a:cubicBezTo>
                    <a:pt x="344" y="467"/>
                    <a:pt x="751" y="889"/>
                    <a:pt x="1204" y="1249"/>
                  </a:cubicBezTo>
                  <a:lnTo>
                    <a:pt x="2338" y="1249"/>
                  </a:lnTo>
                  <a:lnTo>
                    <a:pt x="3058" y="0"/>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0"/>
            <p:cNvSpPr/>
            <p:nvPr/>
          </p:nvSpPr>
          <p:spPr>
            <a:xfrm>
              <a:off x="925830" y="4330248"/>
              <a:ext cx="18228" cy="9804"/>
            </a:xfrm>
            <a:custGeom>
              <a:rect b="b" l="l" r="r" t="t"/>
              <a:pathLst>
                <a:path extrusionOk="0" h="753" w="1400">
                  <a:moveTo>
                    <a:pt x="0" y="0"/>
                  </a:moveTo>
                  <a:lnTo>
                    <a:pt x="752" y="752"/>
                  </a:lnTo>
                  <a:cubicBezTo>
                    <a:pt x="986" y="518"/>
                    <a:pt x="1203" y="267"/>
                    <a:pt x="1399" y="0"/>
                  </a:cubicBezTo>
                  <a:close/>
                </a:path>
              </a:pathLst>
            </a:custGeom>
            <a:solidFill>
              <a:srgbClr val="DA3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0"/>
            <p:cNvSpPr/>
            <p:nvPr/>
          </p:nvSpPr>
          <p:spPr>
            <a:xfrm>
              <a:off x="835834" y="4330248"/>
              <a:ext cx="99798" cy="16262"/>
            </a:xfrm>
            <a:custGeom>
              <a:rect b="b" l="l" r="r" t="t"/>
              <a:pathLst>
                <a:path extrusionOk="0" h="1249" w="7665">
                  <a:moveTo>
                    <a:pt x="721" y="0"/>
                  </a:moveTo>
                  <a:lnTo>
                    <a:pt x="0" y="1249"/>
                  </a:lnTo>
                  <a:lnTo>
                    <a:pt x="7109" y="1249"/>
                  </a:lnTo>
                  <a:cubicBezTo>
                    <a:pt x="7303" y="1092"/>
                    <a:pt x="7489" y="927"/>
                    <a:pt x="7664" y="752"/>
                  </a:cubicBezTo>
                  <a:lnTo>
                    <a:pt x="6912" y="0"/>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0"/>
            <p:cNvSpPr/>
            <p:nvPr/>
          </p:nvSpPr>
          <p:spPr>
            <a:xfrm>
              <a:off x="709538" y="4186921"/>
              <a:ext cx="330968" cy="416249"/>
            </a:xfrm>
            <a:custGeom>
              <a:rect b="b" l="l" r="r" t="t"/>
              <a:pathLst>
                <a:path extrusionOk="0" h="31970" w="25420">
                  <a:moveTo>
                    <a:pt x="12701" y="937"/>
                  </a:moveTo>
                  <a:cubicBezTo>
                    <a:pt x="12709" y="937"/>
                    <a:pt x="12716" y="937"/>
                    <a:pt x="12724" y="937"/>
                  </a:cubicBezTo>
                  <a:lnTo>
                    <a:pt x="11779" y="1882"/>
                  </a:lnTo>
                  <a:lnTo>
                    <a:pt x="11553" y="1041"/>
                  </a:lnTo>
                  <a:cubicBezTo>
                    <a:pt x="11931" y="972"/>
                    <a:pt x="12317" y="937"/>
                    <a:pt x="12701" y="937"/>
                  </a:cubicBezTo>
                  <a:close/>
                  <a:moveTo>
                    <a:pt x="13923" y="1063"/>
                  </a:moveTo>
                  <a:cubicBezTo>
                    <a:pt x="14197" y="1119"/>
                    <a:pt x="14463" y="1192"/>
                    <a:pt x="14718" y="1284"/>
                  </a:cubicBezTo>
                  <a:lnTo>
                    <a:pt x="12273" y="3727"/>
                  </a:lnTo>
                  <a:lnTo>
                    <a:pt x="12058" y="2928"/>
                  </a:lnTo>
                  <a:lnTo>
                    <a:pt x="13923" y="1063"/>
                  </a:lnTo>
                  <a:close/>
                  <a:moveTo>
                    <a:pt x="15635" y="1693"/>
                  </a:moveTo>
                  <a:cubicBezTo>
                    <a:pt x="15850" y="1810"/>
                    <a:pt x="16058" y="1941"/>
                    <a:pt x="16258" y="2083"/>
                  </a:cubicBezTo>
                  <a:lnTo>
                    <a:pt x="12770" y="5574"/>
                  </a:lnTo>
                  <a:lnTo>
                    <a:pt x="12554" y="4774"/>
                  </a:lnTo>
                  <a:lnTo>
                    <a:pt x="15635" y="1693"/>
                  </a:lnTo>
                  <a:close/>
                  <a:moveTo>
                    <a:pt x="16978" y="2687"/>
                  </a:moveTo>
                  <a:cubicBezTo>
                    <a:pt x="17149" y="2855"/>
                    <a:pt x="17311" y="3032"/>
                    <a:pt x="17462" y="3217"/>
                  </a:cubicBezTo>
                  <a:lnTo>
                    <a:pt x="16641" y="4036"/>
                  </a:lnTo>
                  <a:cubicBezTo>
                    <a:pt x="16459" y="4220"/>
                    <a:pt x="16459" y="4515"/>
                    <a:pt x="16641" y="4698"/>
                  </a:cubicBezTo>
                  <a:cubicBezTo>
                    <a:pt x="16733" y="4789"/>
                    <a:pt x="16853" y="4835"/>
                    <a:pt x="16972" y="4835"/>
                  </a:cubicBezTo>
                  <a:cubicBezTo>
                    <a:pt x="17092" y="4835"/>
                    <a:pt x="17212" y="4789"/>
                    <a:pt x="17304" y="4698"/>
                  </a:cubicBezTo>
                  <a:lnTo>
                    <a:pt x="18001" y="4000"/>
                  </a:lnTo>
                  <a:cubicBezTo>
                    <a:pt x="18126" y="4218"/>
                    <a:pt x="18241" y="4442"/>
                    <a:pt x="18340" y="4675"/>
                  </a:cubicBezTo>
                  <a:lnTo>
                    <a:pt x="16400" y="6616"/>
                  </a:lnTo>
                  <a:lnTo>
                    <a:pt x="15388" y="6616"/>
                  </a:lnTo>
                  <a:lnTo>
                    <a:pt x="15737" y="6266"/>
                  </a:lnTo>
                  <a:cubicBezTo>
                    <a:pt x="15921" y="6084"/>
                    <a:pt x="15921" y="5787"/>
                    <a:pt x="15737" y="5604"/>
                  </a:cubicBezTo>
                  <a:cubicBezTo>
                    <a:pt x="15646" y="5513"/>
                    <a:pt x="15526" y="5467"/>
                    <a:pt x="15407" y="5467"/>
                  </a:cubicBezTo>
                  <a:cubicBezTo>
                    <a:pt x="15287" y="5467"/>
                    <a:pt x="15167" y="5513"/>
                    <a:pt x="15075" y="5604"/>
                  </a:cubicBezTo>
                  <a:lnTo>
                    <a:pt x="14064" y="6616"/>
                  </a:lnTo>
                  <a:lnTo>
                    <a:pt x="13051" y="6616"/>
                  </a:lnTo>
                  <a:lnTo>
                    <a:pt x="16978" y="2687"/>
                  </a:lnTo>
                  <a:close/>
                  <a:moveTo>
                    <a:pt x="18669" y="5672"/>
                  </a:moveTo>
                  <a:cubicBezTo>
                    <a:pt x="18742" y="5977"/>
                    <a:pt x="18792" y="6293"/>
                    <a:pt x="18815" y="6616"/>
                  </a:cubicBezTo>
                  <a:lnTo>
                    <a:pt x="17724" y="6616"/>
                  </a:lnTo>
                  <a:lnTo>
                    <a:pt x="18669" y="5672"/>
                  </a:lnTo>
                  <a:close/>
                  <a:moveTo>
                    <a:pt x="18815" y="7552"/>
                  </a:moveTo>
                  <a:cubicBezTo>
                    <a:pt x="18720" y="8839"/>
                    <a:pt x="18225" y="10073"/>
                    <a:pt x="17351" y="11086"/>
                  </a:cubicBezTo>
                  <a:lnTo>
                    <a:pt x="13818" y="7552"/>
                  </a:lnTo>
                  <a:close/>
                  <a:moveTo>
                    <a:pt x="19115" y="10067"/>
                  </a:moveTo>
                  <a:cubicBezTo>
                    <a:pt x="19217" y="10460"/>
                    <a:pt x="19281" y="10863"/>
                    <a:pt x="19309" y="11274"/>
                  </a:cubicBezTo>
                  <a:cubicBezTo>
                    <a:pt x="19327" y="11554"/>
                    <a:pt x="19106" y="11789"/>
                    <a:pt x="18826" y="11789"/>
                  </a:cubicBezTo>
                  <a:lnTo>
                    <a:pt x="17981" y="11789"/>
                  </a:lnTo>
                  <a:cubicBezTo>
                    <a:pt x="18446" y="11267"/>
                    <a:pt x="18826" y="10687"/>
                    <a:pt x="19115" y="10067"/>
                  </a:cubicBezTo>
                  <a:close/>
                  <a:moveTo>
                    <a:pt x="6285" y="10120"/>
                  </a:moveTo>
                  <a:cubicBezTo>
                    <a:pt x="6571" y="10723"/>
                    <a:pt x="6942" y="11284"/>
                    <a:pt x="7393" y="11790"/>
                  </a:cubicBezTo>
                  <a:lnTo>
                    <a:pt x="6588" y="11790"/>
                  </a:lnTo>
                  <a:cubicBezTo>
                    <a:pt x="6308" y="11789"/>
                    <a:pt x="6087" y="11554"/>
                    <a:pt x="6106" y="11274"/>
                  </a:cubicBezTo>
                  <a:cubicBezTo>
                    <a:pt x="6133" y="10881"/>
                    <a:pt x="6192" y="10496"/>
                    <a:pt x="6285" y="10120"/>
                  </a:cubicBezTo>
                  <a:close/>
                  <a:moveTo>
                    <a:pt x="10649" y="1285"/>
                  </a:moveTo>
                  <a:lnTo>
                    <a:pt x="11079" y="2894"/>
                  </a:lnTo>
                  <a:cubicBezTo>
                    <a:pt x="11079" y="2898"/>
                    <a:pt x="11583" y="4774"/>
                    <a:pt x="11583" y="4774"/>
                  </a:cubicBezTo>
                  <a:lnTo>
                    <a:pt x="12184" y="7019"/>
                  </a:lnTo>
                  <a:lnTo>
                    <a:pt x="11746" y="7778"/>
                  </a:lnTo>
                  <a:cubicBezTo>
                    <a:pt x="11617" y="8002"/>
                    <a:pt x="11695" y="8289"/>
                    <a:pt x="11919" y="8418"/>
                  </a:cubicBezTo>
                  <a:cubicBezTo>
                    <a:pt x="11992" y="8461"/>
                    <a:pt x="12072" y="8481"/>
                    <a:pt x="12151" y="8481"/>
                  </a:cubicBezTo>
                  <a:cubicBezTo>
                    <a:pt x="12313" y="8481"/>
                    <a:pt x="12471" y="8396"/>
                    <a:pt x="12559" y="8246"/>
                  </a:cubicBezTo>
                  <a:lnTo>
                    <a:pt x="12788" y="7849"/>
                  </a:lnTo>
                  <a:lnTo>
                    <a:pt x="16690" y="11749"/>
                  </a:lnTo>
                  <a:cubicBezTo>
                    <a:pt x="16674" y="11763"/>
                    <a:pt x="16657" y="11776"/>
                    <a:pt x="16641" y="11790"/>
                  </a:cubicBezTo>
                  <a:lnTo>
                    <a:pt x="10512" y="11790"/>
                  </a:lnTo>
                  <a:lnTo>
                    <a:pt x="11459" y="10152"/>
                  </a:lnTo>
                  <a:cubicBezTo>
                    <a:pt x="11587" y="9925"/>
                    <a:pt x="11511" y="9639"/>
                    <a:pt x="11287" y="9510"/>
                  </a:cubicBezTo>
                  <a:cubicBezTo>
                    <a:pt x="11214" y="9468"/>
                    <a:pt x="11134" y="9448"/>
                    <a:pt x="11055" y="9448"/>
                  </a:cubicBezTo>
                  <a:cubicBezTo>
                    <a:pt x="10893" y="9448"/>
                    <a:pt x="10735" y="9532"/>
                    <a:pt x="10647" y="9682"/>
                  </a:cubicBezTo>
                  <a:lnTo>
                    <a:pt x="9430" y="11790"/>
                  </a:lnTo>
                  <a:lnTo>
                    <a:pt x="8734" y="11790"/>
                  </a:lnTo>
                  <a:cubicBezTo>
                    <a:pt x="5095" y="8733"/>
                    <a:pt x="6182" y="2852"/>
                    <a:pt x="10649" y="1285"/>
                  </a:cubicBezTo>
                  <a:close/>
                  <a:moveTo>
                    <a:pt x="3454" y="14438"/>
                  </a:moveTo>
                  <a:lnTo>
                    <a:pt x="3804" y="19182"/>
                  </a:lnTo>
                  <a:cubicBezTo>
                    <a:pt x="2204" y="19065"/>
                    <a:pt x="936" y="17725"/>
                    <a:pt x="936" y="16095"/>
                  </a:cubicBezTo>
                  <a:lnTo>
                    <a:pt x="936" y="15886"/>
                  </a:lnTo>
                  <a:cubicBezTo>
                    <a:pt x="936" y="15088"/>
                    <a:pt x="1586" y="14438"/>
                    <a:pt x="2383" y="14438"/>
                  </a:cubicBezTo>
                  <a:close/>
                  <a:moveTo>
                    <a:pt x="23031" y="14438"/>
                  </a:moveTo>
                  <a:cubicBezTo>
                    <a:pt x="23829" y="14438"/>
                    <a:pt x="24479" y="15088"/>
                    <a:pt x="24479" y="15886"/>
                  </a:cubicBezTo>
                  <a:lnTo>
                    <a:pt x="24479" y="16095"/>
                  </a:lnTo>
                  <a:cubicBezTo>
                    <a:pt x="24479" y="17725"/>
                    <a:pt x="23212" y="19065"/>
                    <a:pt x="21610" y="19182"/>
                  </a:cubicBezTo>
                  <a:lnTo>
                    <a:pt x="21960" y="14438"/>
                  </a:lnTo>
                  <a:close/>
                  <a:moveTo>
                    <a:pt x="16802" y="27174"/>
                  </a:moveTo>
                  <a:lnTo>
                    <a:pt x="16802" y="27956"/>
                  </a:lnTo>
                  <a:cubicBezTo>
                    <a:pt x="16802" y="29038"/>
                    <a:pt x="17433" y="30041"/>
                    <a:pt x="18409" y="30509"/>
                  </a:cubicBezTo>
                  <a:lnTo>
                    <a:pt x="19494" y="31030"/>
                  </a:lnTo>
                  <a:lnTo>
                    <a:pt x="5922" y="31030"/>
                  </a:lnTo>
                  <a:lnTo>
                    <a:pt x="7008" y="30509"/>
                  </a:lnTo>
                  <a:cubicBezTo>
                    <a:pt x="7984" y="30041"/>
                    <a:pt x="8615" y="29038"/>
                    <a:pt x="8615" y="27956"/>
                  </a:cubicBezTo>
                  <a:lnTo>
                    <a:pt x="8615" y="27177"/>
                  </a:lnTo>
                  <a:cubicBezTo>
                    <a:pt x="10075" y="28034"/>
                    <a:pt x="11593" y="28515"/>
                    <a:pt x="12708" y="28515"/>
                  </a:cubicBezTo>
                  <a:cubicBezTo>
                    <a:pt x="13757" y="28515"/>
                    <a:pt x="15292" y="28054"/>
                    <a:pt x="16802" y="27174"/>
                  </a:cubicBezTo>
                  <a:close/>
                  <a:moveTo>
                    <a:pt x="12678" y="1"/>
                  </a:moveTo>
                  <a:cubicBezTo>
                    <a:pt x="9479" y="1"/>
                    <a:pt x="6660" y="2168"/>
                    <a:pt x="5839" y="5284"/>
                  </a:cubicBezTo>
                  <a:cubicBezTo>
                    <a:pt x="4035" y="7204"/>
                    <a:pt x="3114" y="9802"/>
                    <a:pt x="3308" y="12430"/>
                  </a:cubicBezTo>
                  <a:lnTo>
                    <a:pt x="3386" y="13504"/>
                  </a:lnTo>
                  <a:lnTo>
                    <a:pt x="2385" y="13504"/>
                  </a:lnTo>
                  <a:cubicBezTo>
                    <a:pt x="1070" y="13504"/>
                    <a:pt x="0" y="14573"/>
                    <a:pt x="0" y="15889"/>
                  </a:cubicBezTo>
                  <a:lnTo>
                    <a:pt x="0" y="16099"/>
                  </a:lnTo>
                  <a:cubicBezTo>
                    <a:pt x="0" y="18269"/>
                    <a:pt x="1723" y="20046"/>
                    <a:pt x="3874" y="20127"/>
                  </a:cubicBezTo>
                  <a:lnTo>
                    <a:pt x="3917" y="20701"/>
                  </a:lnTo>
                  <a:cubicBezTo>
                    <a:pt x="4097" y="23134"/>
                    <a:pt x="5741" y="25180"/>
                    <a:pt x="7678" y="26570"/>
                  </a:cubicBezTo>
                  <a:lnTo>
                    <a:pt x="7678" y="27961"/>
                  </a:lnTo>
                  <a:cubicBezTo>
                    <a:pt x="7678" y="28685"/>
                    <a:pt x="7256" y="29355"/>
                    <a:pt x="6604" y="29668"/>
                  </a:cubicBezTo>
                  <a:lnTo>
                    <a:pt x="4676" y="30594"/>
                  </a:lnTo>
                  <a:cubicBezTo>
                    <a:pt x="4369" y="30740"/>
                    <a:pt x="4207" y="31074"/>
                    <a:pt x="4283" y="31406"/>
                  </a:cubicBezTo>
                  <a:cubicBezTo>
                    <a:pt x="4358" y="31737"/>
                    <a:pt x="4649" y="31970"/>
                    <a:pt x="4989" y="31970"/>
                  </a:cubicBezTo>
                  <a:lnTo>
                    <a:pt x="20428" y="31970"/>
                  </a:lnTo>
                  <a:cubicBezTo>
                    <a:pt x="20769" y="31970"/>
                    <a:pt x="21058" y="31737"/>
                    <a:pt x="21135" y="31406"/>
                  </a:cubicBezTo>
                  <a:cubicBezTo>
                    <a:pt x="21210" y="31074"/>
                    <a:pt x="21049" y="30740"/>
                    <a:pt x="20742" y="30594"/>
                  </a:cubicBezTo>
                  <a:lnTo>
                    <a:pt x="18813" y="29668"/>
                  </a:lnTo>
                  <a:cubicBezTo>
                    <a:pt x="18161" y="29354"/>
                    <a:pt x="17739" y="28684"/>
                    <a:pt x="17739" y="27961"/>
                  </a:cubicBezTo>
                  <a:lnTo>
                    <a:pt x="17739" y="26574"/>
                  </a:lnTo>
                  <a:cubicBezTo>
                    <a:pt x="18283" y="26187"/>
                    <a:pt x="18808" y="25742"/>
                    <a:pt x="19288" y="25244"/>
                  </a:cubicBezTo>
                  <a:cubicBezTo>
                    <a:pt x="19468" y="25058"/>
                    <a:pt x="19463" y="24762"/>
                    <a:pt x="19278" y="24583"/>
                  </a:cubicBezTo>
                  <a:cubicBezTo>
                    <a:pt x="19187" y="24495"/>
                    <a:pt x="19070" y="24452"/>
                    <a:pt x="18953" y="24452"/>
                  </a:cubicBezTo>
                  <a:cubicBezTo>
                    <a:pt x="18831" y="24452"/>
                    <a:pt x="18709" y="24500"/>
                    <a:pt x="18617" y="24594"/>
                  </a:cubicBezTo>
                  <a:cubicBezTo>
                    <a:pt x="16810" y="26463"/>
                    <a:pt x="14194" y="27580"/>
                    <a:pt x="12712" y="27580"/>
                  </a:cubicBezTo>
                  <a:cubicBezTo>
                    <a:pt x="9996" y="27580"/>
                    <a:pt x="5137" y="24468"/>
                    <a:pt x="4856" y="20634"/>
                  </a:cubicBezTo>
                  <a:cubicBezTo>
                    <a:pt x="4380" y="14178"/>
                    <a:pt x="4259" y="12536"/>
                    <a:pt x="4259" y="12536"/>
                  </a:cubicBezTo>
                  <a:lnTo>
                    <a:pt x="4259" y="12536"/>
                  </a:lnTo>
                  <a:cubicBezTo>
                    <a:pt x="4259" y="12536"/>
                    <a:pt x="4388" y="14295"/>
                    <a:pt x="4388" y="14295"/>
                  </a:cubicBezTo>
                  <a:cubicBezTo>
                    <a:pt x="4388" y="14295"/>
                    <a:pt x="4353" y="13817"/>
                    <a:pt x="4246" y="12363"/>
                  </a:cubicBezTo>
                  <a:cubicBezTo>
                    <a:pt x="4107" y="10492"/>
                    <a:pt x="4598" y="8638"/>
                    <a:pt x="5611" y="7090"/>
                  </a:cubicBezTo>
                  <a:cubicBezTo>
                    <a:pt x="5611" y="7636"/>
                    <a:pt x="5674" y="8174"/>
                    <a:pt x="5793" y="8695"/>
                  </a:cubicBezTo>
                  <a:cubicBezTo>
                    <a:pt x="5441" y="9492"/>
                    <a:pt x="5233" y="10338"/>
                    <a:pt x="5176" y="11214"/>
                  </a:cubicBezTo>
                  <a:cubicBezTo>
                    <a:pt x="5123" y="12031"/>
                    <a:pt x="5774" y="12727"/>
                    <a:pt x="6594" y="12727"/>
                  </a:cubicBezTo>
                  <a:lnTo>
                    <a:pt x="18832" y="12727"/>
                  </a:lnTo>
                  <a:cubicBezTo>
                    <a:pt x="19651" y="12727"/>
                    <a:pt x="20303" y="12033"/>
                    <a:pt x="20248" y="11214"/>
                  </a:cubicBezTo>
                  <a:cubicBezTo>
                    <a:pt x="20190" y="10317"/>
                    <a:pt x="19973" y="9450"/>
                    <a:pt x="19604" y="8638"/>
                  </a:cubicBezTo>
                  <a:cubicBezTo>
                    <a:pt x="19722" y="8110"/>
                    <a:pt x="19779" y="7567"/>
                    <a:pt x="19775" y="7028"/>
                  </a:cubicBezTo>
                  <a:lnTo>
                    <a:pt x="19775" y="7028"/>
                  </a:lnTo>
                  <a:cubicBezTo>
                    <a:pt x="20815" y="8589"/>
                    <a:pt x="21317" y="10463"/>
                    <a:pt x="21178" y="12361"/>
                  </a:cubicBezTo>
                  <a:cubicBezTo>
                    <a:pt x="20946" y="15505"/>
                    <a:pt x="20768" y="17907"/>
                    <a:pt x="20568" y="20631"/>
                  </a:cubicBezTo>
                  <a:cubicBezTo>
                    <a:pt x="20511" y="21416"/>
                    <a:pt x="20268" y="22195"/>
                    <a:pt x="19852" y="22948"/>
                  </a:cubicBezTo>
                  <a:cubicBezTo>
                    <a:pt x="19726" y="23175"/>
                    <a:pt x="19809" y="23461"/>
                    <a:pt x="20035" y="23586"/>
                  </a:cubicBezTo>
                  <a:cubicBezTo>
                    <a:pt x="20107" y="23626"/>
                    <a:pt x="20185" y="23645"/>
                    <a:pt x="20262" y="23645"/>
                  </a:cubicBezTo>
                  <a:cubicBezTo>
                    <a:pt x="20427" y="23645"/>
                    <a:pt x="20586" y="23557"/>
                    <a:pt x="20672" y="23403"/>
                  </a:cubicBezTo>
                  <a:cubicBezTo>
                    <a:pt x="21155" y="22531"/>
                    <a:pt x="21435" y="21621"/>
                    <a:pt x="21503" y="20701"/>
                  </a:cubicBezTo>
                  <a:lnTo>
                    <a:pt x="21546" y="20127"/>
                  </a:lnTo>
                  <a:cubicBezTo>
                    <a:pt x="23697" y="20046"/>
                    <a:pt x="25420" y="18269"/>
                    <a:pt x="25420" y="16099"/>
                  </a:cubicBezTo>
                  <a:lnTo>
                    <a:pt x="25420" y="15889"/>
                  </a:lnTo>
                  <a:cubicBezTo>
                    <a:pt x="25414" y="14571"/>
                    <a:pt x="24345" y="13502"/>
                    <a:pt x="23031" y="13502"/>
                  </a:cubicBezTo>
                  <a:lnTo>
                    <a:pt x="22029" y="13502"/>
                  </a:lnTo>
                  <a:lnTo>
                    <a:pt x="22108" y="12429"/>
                  </a:lnTo>
                  <a:cubicBezTo>
                    <a:pt x="22305" y="9771"/>
                    <a:pt x="21365" y="7154"/>
                    <a:pt x="19524" y="5227"/>
                  </a:cubicBezTo>
                  <a:cubicBezTo>
                    <a:pt x="18707" y="2224"/>
                    <a:pt x="15955" y="1"/>
                    <a:pt x="126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0"/>
            <p:cNvSpPr/>
            <p:nvPr/>
          </p:nvSpPr>
          <p:spPr>
            <a:xfrm>
              <a:off x="804091" y="4380611"/>
              <a:ext cx="60764" cy="12213"/>
            </a:xfrm>
            <a:custGeom>
              <a:rect b="b" l="l" r="r" t="t"/>
              <a:pathLst>
                <a:path extrusionOk="0" h="938" w="4667">
                  <a:moveTo>
                    <a:pt x="468" y="1"/>
                  </a:moveTo>
                  <a:cubicBezTo>
                    <a:pt x="210" y="1"/>
                    <a:pt x="0" y="210"/>
                    <a:pt x="0" y="470"/>
                  </a:cubicBezTo>
                  <a:cubicBezTo>
                    <a:pt x="0" y="727"/>
                    <a:pt x="210" y="938"/>
                    <a:pt x="468" y="938"/>
                  </a:cubicBezTo>
                  <a:lnTo>
                    <a:pt x="4199" y="938"/>
                  </a:lnTo>
                  <a:cubicBezTo>
                    <a:pt x="4457" y="938"/>
                    <a:pt x="4667" y="730"/>
                    <a:pt x="4667" y="470"/>
                  </a:cubicBezTo>
                  <a:cubicBezTo>
                    <a:pt x="4667" y="212"/>
                    <a:pt x="4457"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0"/>
            <p:cNvSpPr/>
            <p:nvPr/>
          </p:nvSpPr>
          <p:spPr>
            <a:xfrm>
              <a:off x="868905" y="4380611"/>
              <a:ext cx="77000" cy="76675"/>
            </a:xfrm>
            <a:custGeom>
              <a:rect b="b" l="l" r="r" t="t"/>
              <a:pathLst>
                <a:path extrusionOk="0" h="5889" w="5914">
                  <a:moveTo>
                    <a:pt x="2962" y="1"/>
                  </a:moveTo>
                  <a:cubicBezTo>
                    <a:pt x="2016" y="1"/>
                    <a:pt x="1247" y="770"/>
                    <a:pt x="1247" y="1716"/>
                  </a:cubicBezTo>
                  <a:lnTo>
                    <a:pt x="1247" y="4174"/>
                  </a:lnTo>
                  <a:cubicBezTo>
                    <a:pt x="1247" y="4601"/>
                    <a:pt x="897" y="4951"/>
                    <a:pt x="468" y="4951"/>
                  </a:cubicBezTo>
                  <a:cubicBezTo>
                    <a:pt x="210" y="4951"/>
                    <a:pt x="0" y="5161"/>
                    <a:pt x="0" y="5421"/>
                  </a:cubicBezTo>
                  <a:cubicBezTo>
                    <a:pt x="0" y="5679"/>
                    <a:pt x="210" y="5888"/>
                    <a:pt x="468" y="5888"/>
                  </a:cubicBezTo>
                  <a:cubicBezTo>
                    <a:pt x="1413" y="5888"/>
                    <a:pt x="2183" y="5119"/>
                    <a:pt x="2183" y="4174"/>
                  </a:cubicBezTo>
                  <a:lnTo>
                    <a:pt x="2183" y="1716"/>
                  </a:lnTo>
                  <a:cubicBezTo>
                    <a:pt x="2183" y="1288"/>
                    <a:pt x="2533" y="938"/>
                    <a:pt x="2962" y="938"/>
                  </a:cubicBezTo>
                  <a:lnTo>
                    <a:pt x="5446" y="938"/>
                  </a:lnTo>
                  <a:cubicBezTo>
                    <a:pt x="5704" y="938"/>
                    <a:pt x="5913" y="730"/>
                    <a:pt x="5913" y="470"/>
                  </a:cubicBezTo>
                  <a:cubicBezTo>
                    <a:pt x="5913" y="212"/>
                    <a:pt x="5704"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0"/>
            <p:cNvSpPr/>
            <p:nvPr/>
          </p:nvSpPr>
          <p:spPr>
            <a:xfrm>
              <a:off x="836485" y="4490189"/>
              <a:ext cx="77000" cy="12213"/>
            </a:xfrm>
            <a:custGeom>
              <a:rect b="b" l="l" r="r" t="t"/>
              <a:pathLst>
                <a:path extrusionOk="0" h="938" w="5914">
                  <a:moveTo>
                    <a:pt x="468" y="1"/>
                  </a:moveTo>
                  <a:cubicBezTo>
                    <a:pt x="210" y="1"/>
                    <a:pt x="0" y="210"/>
                    <a:pt x="0" y="470"/>
                  </a:cubicBezTo>
                  <a:cubicBezTo>
                    <a:pt x="0" y="728"/>
                    <a:pt x="210" y="938"/>
                    <a:pt x="468" y="938"/>
                  </a:cubicBezTo>
                  <a:lnTo>
                    <a:pt x="5446" y="938"/>
                  </a:lnTo>
                  <a:cubicBezTo>
                    <a:pt x="5704" y="938"/>
                    <a:pt x="5914" y="728"/>
                    <a:pt x="5914" y="470"/>
                  </a:cubicBezTo>
                  <a:cubicBezTo>
                    <a:pt x="5914" y="212"/>
                    <a:pt x="5704"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3" name="Google Shape;6303;p70"/>
          <p:cNvGrpSpPr/>
          <p:nvPr/>
        </p:nvGrpSpPr>
        <p:grpSpPr>
          <a:xfrm>
            <a:off x="3925950" y="1791704"/>
            <a:ext cx="330931" cy="416117"/>
            <a:chOff x="3925950" y="1791704"/>
            <a:chExt cx="330931" cy="416117"/>
          </a:xfrm>
        </p:grpSpPr>
        <p:sp>
          <p:nvSpPr>
            <p:cNvPr id="6304" name="Google Shape;6304;p70"/>
            <p:cNvSpPr/>
            <p:nvPr/>
          </p:nvSpPr>
          <p:spPr>
            <a:xfrm>
              <a:off x="4200713" y="1973543"/>
              <a:ext cx="50013" cy="74083"/>
            </a:xfrm>
            <a:custGeom>
              <a:rect b="b" l="l" r="r" t="t"/>
              <a:pathLst>
                <a:path extrusionOk="0" h="5691" w="3842">
                  <a:moveTo>
                    <a:pt x="420" y="1"/>
                  </a:moveTo>
                  <a:lnTo>
                    <a:pt x="1" y="5690"/>
                  </a:lnTo>
                  <a:lnTo>
                    <a:pt x="279" y="5690"/>
                  </a:lnTo>
                  <a:cubicBezTo>
                    <a:pt x="2246" y="5690"/>
                    <a:pt x="3842" y="4094"/>
                    <a:pt x="3842" y="2127"/>
                  </a:cubicBezTo>
                  <a:lnTo>
                    <a:pt x="3842" y="1918"/>
                  </a:lnTo>
                  <a:cubicBezTo>
                    <a:pt x="3842" y="857"/>
                    <a:pt x="2984" y="1"/>
                    <a:pt x="1925" y="1"/>
                  </a:cubicBez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0"/>
            <p:cNvSpPr/>
            <p:nvPr/>
          </p:nvSpPr>
          <p:spPr>
            <a:xfrm>
              <a:off x="3932030" y="1973543"/>
              <a:ext cx="50039" cy="74083"/>
            </a:xfrm>
            <a:custGeom>
              <a:rect b="b" l="l" r="r" t="t"/>
              <a:pathLst>
                <a:path extrusionOk="0" h="5691" w="3844">
                  <a:moveTo>
                    <a:pt x="1919" y="1"/>
                  </a:moveTo>
                  <a:cubicBezTo>
                    <a:pt x="860" y="1"/>
                    <a:pt x="1" y="857"/>
                    <a:pt x="1" y="1918"/>
                  </a:cubicBezTo>
                  <a:lnTo>
                    <a:pt x="1" y="2127"/>
                  </a:lnTo>
                  <a:cubicBezTo>
                    <a:pt x="1" y="4094"/>
                    <a:pt x="1598" y="5690"/>
                    <a:pt x="3565" y="5690"/>
                  </a:cubicBezTo>
                  <a:lnTo>
                    <a:pt x="3844" y="5690"/>
                  </a:lnTo>
                  <a:lnTo>
                    <a:pt x="3423" y="1"/>
                  </a:ln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0"/>
            <p:cNvSpPr/>
            <p:nvPr/>
          </p:nvSpPr>
          <p:spPr>
            <a:xfrm>
              <a:off x="3986251" y="2134423"/>
              <a:ext cx="210259" cy="67353"/>
            </a:xfrm>
            <a:custGeom>
              <a:rect b="b" l="l" r="r" t="t"/>
              <a:pathLst>
                <a:path extrusionOk="0" h="5174" w="16152">
                  <a:moveTo>
                    <a:pt x="3516" y="0"/>
                  </a:moveTo>
                  <a:lnTo>
                    <a:pt x="3516" y="1630"/>
                  </a:lnTo>
                  <a:cubicBezTo>
                    <a:pt x="3516" y="2540"/>
                    <a:pt x="2993" y="3369"/>
                    <a:pt x="2174" y="3761"/>
                  </a:cubicBezTo>
                  <a:lnTo>
                    <a:pt x="245" y="4687"/>
                  </a:lnTo>
                  <a:cubicBezTo>
                    <a:pt x="0" y="4806"/>
                    <a:pt x="83" y="5173"/>
                    <a:pt x="356" y="5173"/>
                  </a:cubicBezTo>
                  <a:lnTo>
                    <a:pt x="15796" y="5173"/>
                  </a:lnTo>
                  <a:cubicBezTo>
                    <a:pt x="16068" y="5173"/>
                    <a:pt x="16152" y="4806"/>
                    <a:pt x="15908" y="4687"/>
                  </a:cubicBezTo>
                  <a:lnTo>
                    <a:pt x="13979" y="3761"/>
                  </a:lnTo>
                  <a:cubicBezTo>
                    <a:pt x="13160" y="3367"/>
                    <a:pt x="12638" y="2539"/>
                    <a:pt x="12638" y="1630"/>
                  </a:cubicBezTo>
                  <a:lnTo>
                    <a:pt x="12638" y="0"/>
                  </a:lnTo>
                  <a:cubicBezTo>
                    <a:pt x="11038" y="1095"/>
                    <a:pt x="9273" y="1721"/>
                    <a:pt x="8076" y="1721"/>
                  </a:cubicBezTo>
                  <a:cubicBezTo>
                    <a:pt x="6881" y="1721"/>
                    <a:pt x="5113" y="1095"/>
                    <a:pt x="3516" y="0"/>
                  </a:cubicBez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0"/>
            <p:cNvSpPr/>
            <p:nvPr/>
          </p:nvSpPr>
          <p:spPr>
            <a:xfrm>
              <a:off x="3970082" y="1827856"/>
              <a:ext cx="242568" cy="328939"/>
            </a:xfrm>
            <a:custGeom>
              <a:rect b="b" l="l" r="r" t="t"/>
              <a:pathLst>
                <a:path extrusionOk="0" h="25269" w="18634">
                  <a:moveTo>
                    <a:pt x="9316" y="1"/>
                  </a:moveTo>
                  <a:cubicBezTo>
                    <a:pt x="4109" y="1"/>
                    <a:pt x="1" y="4423"/>
                    <a:pt x="383" y="9616"/>
                  </a:cubicBezTo>
                  <a:lnTo>
                    <a:pt x="992" y="17887"/>
                  </a:lnTo>
                  <a:cubicBezTo>
                    <a:pt x="1314" y="22248"/>
                    <a:pt x="6689" y="25268"/>
                    <a:pt x="9316" y="25268"/>
                  </a:cubicBezTo>
                  <a:cubicBezTo>
                    <a:pt x="11944" y="25268"/>
                    <a:pt x="17320" y="22245"/>
                    <a:pt x="17640" y="17887"/>
                  </a:cubicBezTo>
                  <a:cubicBezTo>
                    <a:pt x="17643" y="17887"/>
                    <a:pt x="18250" y="9616"/>
                    <a:pt x="18250" y="9616"/>
                  </a:cubicBezTo>
                  <a:cubicBezTo>
                    <a:pt x="18633" y="4423"/>
                    <a:pt x="14524" y="1"/>
                    <a:pt x="9316" y="1"/>
                  </a:cubicBez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0"/>
            <p:cNvSpPr/>
            <p:nvPr/>
          </p:nvSpPr>
          <p:spPr>
            <a:xfrm>
              <a:off x="4033845" y="1833272"/>
              <a:ext cx="177910" cy="323537"/>
            </a:xfrm>
            <a:custGeom>
              <a:rect b="b" l="l" r="r" t="t"/>
              <a:pathLst>
                <a:path extrusionOk="0" h="24854" w="13667">
                  <a:moveTo>
                    <a:pt x="7123" y="1"/>
                  </a:moveTo>
                  <a:lnTo>
                    <a:pt x="7123" y="1"/>
                  </a:lnTo>
                  <a:cubicBezTo>
                    <a:pt x="9574" y="1751"/>
                    <a:pt x="11095" y="4702"/>
                    <a:pt x="10856" y="7952"/>
                  </a:cubicBezTo>
                  <a:lnTo>
                    <a:pt x="10246" y="16223"/>
                  </a:lnTo>
                  <a:cubicBezTo>
                    <a:pt x="9926" y="20583"/>
                    <a:pt x="4549" y="23604"/>
                    <a:pt x="1922" y="23604"/>
                  </a:cubicBezTo>
                  <a:cubicBezTo>
                    <a:pt x="1376" y="23604"/>
                    <a:pt x="713" y="23472"/>
                    <a:pt x="0" y="23228"/>
                  </a:cubicBezTo>
                  <a:lnTo>
                    <a:pt x="0" y="23228"/>
                  </a:lnTo>
                  <a:cubicBezTo>
                    <a:pt x="1561" y="24264"/>
                    <a:pt x="3258" y="24854"/>
                    <a:pt x="4420" y="24854"/>
                  </a:cubicBezTo>
                  <a:cubicBezTo>
                    <a:pt x="7049" y="24854"/>
                    <a:pt x="12424" y="21832"/>
                    <a:pt x="12745" y="17472"/>
                  </a:cubicBezTo>
                  <a:lnTo>
                    <a:pt x="13355" y="9201"/>
                  </a:lnTo>
                  <a:cubicBezTo>
                    <a:pt x="13667" y="4950"/>
                    <a:pt x="10969" y="1215"/>
                    <a:pt x="7123"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0"/>
            <p:cNvSpPr/>
            <p:nvPr/>
          </p:nvSpPr>
          <p:spPr>
            <a:xfrm>
              <a:off x="3998878" y="1852239"/>
              <a:ext cx="185031" cy="99024"/>
            </a:xfrm>
            <a:custGeom>
              <a:rect b="b" l="l" r="r" t="t"/>
              <a:pathLst>
                <a:path extrusionOk="0" h="7607" w="14214">
                  <a:moveTo>
                    <a:pt x="7106" y="0"/>
                  </a:moveTo>
                  <a:cubicBezTo>
                    <a:pt x="6632" y="0"/>
                    <a:pt x="6169" y="45"/>
                    <a:pt x="5717" y="135"/>
                  </a:cubicBezTo>
                  <a:lnTo>
                    <a:pt x="5992" y="1725"/>
                  </a:lnTo>
                  <a:cubicBezTo>
                    <a:pt x="6013" y="1846"/>
                    <a:pt x="5919" y="1950"/>
                    <a:pt x="5802" y="1950"/>
                  </a:cubicBezTo>
                  <a:cubicBezTo>
                    <a:pt x="5792" y="1950"/>
                    <a:pt x="5781" y="1949"/>
                    <a:pt x="5770" y="1947"/>
                  </a:cubicBezTo>
                  <a:lnTo>
                    <a:pt x="2825" y="1437"/>
                  </a:lnTo>
                  <a:cubicBezTo>
                    <a:pt x="2503" y="1682"/>
                    <a:pt x="2198" y="1959"/>
                    <a:pt x="1916" y="2263"/>
                  </a:cubicBezTo>
                  <a:cubicBezTo>
                    <a:pt x="792" y="3473"/>
                    <a:pt x="144" y="4981"/>
                    <a:pt x="36" y="6592"/>
                  </a:cubicBezTo>
                  <a:cubicBezTo>
                    <a:pt x="0" y="7140"/>
                    <a:pt x="436" y="7607"/>
                    <a:pt x="986" y="7607"/>
                  </a:cubicBezTo>
                  <a:lnTo>
                    <a:pt x="13226" y="7607"/>
                  </a:lnTo>
                  <a:cubicBezTo>
                    <a:pt x="13777" y="7607"/>
                    <a:pt x="14213" y="7140"/>
                    <a:pt x="14177" y="6592"/>
                  </a:cubicBezTo>
                  <a:cubicBezTo>
                    <a:pt x="14070" y="4981"/>
                    <a:pt x="13418" y="3473"/>
                    <a:pt x="12297" y="2263"/>
                  </a:cubicBezTo>
                  <a:cubicBezTo>
                    <a:pt x="12013" y="1959"/>
                    <a:pt x="11711" y="1682"/>
                    <a:pt x="11388" y="1437"/>
                  </a:cubicBezTo>
                  <a:lnTo>
                    <a:pt x="8443" y="1947"/>
                  </a:lnTo>
                  <a:cubicBezTo>
                    <a:pt x="8431" y="1950"/>
                    <a:pt x="8419" y="1951"/>
                    <a:pt x="8408" y="1951"/>
                  </a:cubicBezTo>
                  <a:cubicBezTo>
                    <a:pt x="8292" y="1951"/>
                    <a:pt x="8201" y="1845"/>
                    <a:pt x="8219" y="1725"/>
                  </a:cubicBezTo>
                  <a:lnTo>
                    <a:pt x="8496" y="135"/>
                  </a:lnTo>
                  <a:cubicBezTo>
                    <a:pt x="8044" y="45"/>
                    <a:pt x="7579" y="0"/>
                    <a:pt x="71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0"/>
            <p:cNvSpPr/>
            <p:nvPr/>
          </p:nvSpPr>
          <p:spPr>
            <a:xfrm>
              <a:off x="3998878" y="1870933"/>
              <a:ext cx="185031" cy="80331"/>
            </a:xfrm>
            <a:custGeom>
              <a:rect b="b" l="l" r="r" t="t"/>
              <a:pathLst>
                <a:path extrusionOk="0" h="6171" w="14214">
                  <a:moveTo>
                    <a:pt x="11386" y="1"/>
                  </a:moveTo>
                  <a:lnTo>
                    <a:pt x="10306" y="187"/>
                  </a:lnTo>
                  <a:cubicBezTo>
                    <a:pt x="11116" y="1278"/>
                    <a:pt x="11589" y="2555"/>
                    <a:pt x="11679" y="3905"/>
                  </a:cubicBezTo>
                  <a:cubicBezTo>
                    <a:pt x="11715" y="4455"/>
                    <a:pt x="11279" y="4921"/>
                    <a:pt x="10728" y="4921"/>
                  </a:cubicBezTo>
                  <a:lnTo>
                    <a:pt x="55" y="4921"/>
                  </a:lnTo>
                  <a:cubicBezTo>
                    <a:pt x="47" y="4998"/>
                    <a:pt x="40" y="5077"/>
                    <a:pt x="36" y="5156"/>
                  </a:cubicBezTo>
                  <a:cubicBezTo>
                    <a:pt x="0" y="5704"/>
                    <a:pt x="435" y="6171"/>
                    <a:pt x="986" y="6171"/>
                  </a:cubicBezTo>
                  <a:lnTo>
                    <a:pt x="13226" y="6171"/>
                  </a:lnTo>
                  <a:cubicBezTo>
                    <a:pt x="13777" y="6171"/>
                    <a:pt x="14213" y="5704"/>
                    <a:pt x="14176" y="5156"/>
                  </a:cubicBezTo>
                  <a:cubicBezTo>
                    <a:pt x="14068" y="3545"/>
                    <a:pt x="13418" y="2037"/>
                    <a:pt x="12296" y="827"/>
                  </a:cubicBezTo>
                  <a:cubicBezTo>
                    <a:pt x="12012" y="523"/>
                    <a:pt x="11709" y="246"/>
                    <a:pt x="11386"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0"/>
            <p:cNvSpPr/>
            <p:nvPr/>
          </p:nvSpPr>
          <p:spPr>
            <a:xfrm>
              <a:off x="3996834" y="1797784"/>
              <a:ext cx="80292" cy="79849"/>
            </a:xfrm>
            <a:custGeom>
              <a:rect b="b" l="l" r="r" t="t"/>
              <a:pathLst>
                <a:path extrusionOk="0" h="6134" w="6168">
                  <a:moveTo>
                    <a:pt x="1295" y="1"/>
                  </a:moveTo>
                  <a:cubicBezTo>
                    <a:pt x="1246" y="1"/>
                    <a:pt x="1197" y="20"/>
                    <a:pt x="1160" y="58"/>
                  </a:cubicBezTo>
                  <a:lnTo>
                    <a:pt x="77" y="1141"/>
                  </a:lnTo>
                  <a:cubicBezTo>
                    <a:pt x="1" y="1216"/>
                    <a:pt x="1" y="1336"/>
                    <a:pt x="77" y="1412"/>
                  </a:cubicBezTo>
                  <a:lnTo>
                    <a:pt x="2662" y="3999"/>
                  </a:lnTo>
                  <a:cubicBezTo>
                    <a:pt x="2738" y="4076"/>
                    <a:pt x="2738" y="4195"/>
                    <a:pt x="2662" y="4271"/>
                  </a:cubicBezTo>
                  <a:lnTo>
                    <a:pt x="1822" y="5112"/>
                  </a:lnTo>
                  <a:cubicBezTo>
                    <a:pt x="1713" y="5222"/>
                    <a:pt x="1771" y="5410"/>
                    <a:pt x="1923" y="5437"/>
                  </a:cubicBezTo>
                  <a:lnTo>
                    <a:pt x="5925" y="6130"/>
                  </a:lnTo>
                  <a:cubicBezTo>
                    <a:pt x="5937" y="6133"/>
                    <a:pt x="5949" y="6134"/>
                    <a:pt x="5961" y="6134"/>
                  </a:cubicBezTo>
                  <a:cubicBezTo>
                    <a:pt x="6076" y="6134"/>
                    <a:pt x="6167" y="6028"/>
                    <a:pt x="6148" y="5908"/>
                  </a:cubicBezTo>
                  <a:lnTo>
                    <a:pt x="5453" y="1907"/>
                  </a:lnTo>
                  <a:cubicBezTo>
                    <a:pt x="5436" y="1808"/>
                    <a:pt x="5350" y="1747"/>
                    <a:pt x="5263" y="1747"/>
                  </a:cubicBezTo>
                  <a:cubicBezTo>
                    <a:pt x="5216" y="1747"/>
                    <a:pt x="5167" y="1765"/>
                    <a:pt x="5129" y="1804"/>
                  </a:cubicBezTo>
                  <a:lnTo>
                    <a:pt x="4288" y="2646"/>
                  </a:lnTo>
                  <a:cubicBezTo>
                    <a:pt x="4251" y="2683"/>
                    <a:pt x="4202" y="2701"/>
                    <a:pt x="4153" y="2701"/>
                  </a:cubicBezTo>
                  <a:cubicBezTo>
                    <a:pt x="4104" y="2701"/>
                    <a:pt x="4055" y="2683"/>
                    <a:pt x="4018" y="2646"/>
                  </a:cubicBezTo>
                  <a:lnTo>
                    <a:pt x="1430" y="58"/>
                  </a:lnTo>
                  <a:cubicBezTo>
                    <a:pt x="1393" y="20"/>
                    <a:pt x="1344" y="1"/>
                    <a:pt x="129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0"/>
            <p:cNvSpPr/>
            <p:nvPr/>
          </p:nvSpPr>
          <p:spPr>
            <a:xfrm>
              <a:off x="4105602" y="1797784"/>
              <a:ext cx="80344" cy="79849"/>
            </a:xfrm>
            <a:custGeom>
              <a:rect b="b" l="l" r="r" t="t"/>
              <a:pathLst>
                <a:path extrusionOk="0" h="6134" w="6172">
                  <a:moveTo>
                    <a:pt x="4877" y="1"/>
                  </a:moveTo>
                  <a:cubicBezTo>
                    <a:pt x="4828" y="1"/>
                    <a:pt x="4779" y="20"/>
                    <a:pt x="4741" y="58"/>
                  </a:cubicBezTo>
                  <a:lnTo>
                    <a:pt x="2154" y="2646"/>
                  </a:lnTo>
                  <a:cubicBezTo>
                    <a:pt x="2116" y="2684"/>
                    <a:pt x="2066" y="2702"/>
                    <a:pt x="2018" y="2702"/>
                  </a:cubicBezTo>
                  <a:cubicBezTo>
                    <a:pt x="1969" y="2702"/>
                    <a:pt x="1920" y="2684"/>
                    <a:pt x="1882" y="2646"/>
                  </a:cubicBezTo>
                  <a:lnTo>
                    <a:pt x="1042" y="1804"/>
                  </a:lnTo>
                  <a:cubicBezTo>
                    <a:pt x="1003" y="1766"/>
                    <a:pt x="954" y="1748"/>
                    <a:pt x="907" y="1748"/>
                  </a:cubicBezTo>
                  <a:cubicBezTo>
                    <a:pt x="819" y="1748"/>
                    <a:pt x="734" y="1808"/>
                    <a:pt x="716" y="1907"/>
                  </a:cubicBezTo>
                  <a:lnTo>
                    <a:pt x="23" y="5908"/>
                  </a:lnTo>
                  <a:cubicBezTo>
                    <a:pt x="0" y="6029"/>
                    <a:pt x="95" y="6133"/>
                    <a:pt x="213" y="6133"/>
                  </a:cubicBezTo>
                  <a:cubicBezTo>
                    <a:pt x="223" y="6133"/>
                    <a:pt x="234" y="6132"/>
                    <a:pt x="245" y="6130"/>
                  </a:cubicBezTo>
                  <a:lnTo>
                    <a:pt x="4246" y="5437"/>
                  </a:lnTo>
                  <a:cubicBezTo>
                    <a:pt x="4399" y="5410"/>
                    <a:pt x="4460" y="5222"/>
                    <a:pt x="4349" y="5112"/>
                  </a:cubicBezTo>
                  <a:lnTo>
                    <a:pt x="3507" y="4271"/>
                  </a:lnTo>
                  <a:cubicBezTo>
                    <a:pt x="3434" y="4196"/>
                    <a:pt x="3434" y="4076"/>
                    <a:pt x="3507" y="3999"/>
                  </a:cubicBezTo>
                  <a:lnTo>
                    <a:pt x="6095" y="1412"/>
                  </a:lnTo>
                  <a:cubicBezTo>
                    <a:pt x="6171" y="1336"/>
                    <a:pt x="6171" y="1216"/>
                    <a:pt x="6095" y="1141"/>
                  </a:cubicBezTo>
                  <a:lnTo>
                    <a:pt x="5012" y="58"/>
                  </a:lnTo>
                  <a:cubicBezTo>
                    <a:pt x="4975" y="20"/>
                    <a:pt x="4926" y="1"/>
                    <a:pt x="48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0"/>
            <p:cNvSpPr/>
            <p:nvPr/>
          </p:nvSpPr>
          <p:spPr>
            <a:xfrm>
              <a:off x="4105641" y="1906577"/>
              <a:ext cx="62497" cy="44689"/>
            </a:xfrm>
            <a:custGeom>
              <a:rect b="b" l="l" r="r" t="t"/>
              <a:pathLst>
                <a:path extrusionOk="0" h="3433" w="4801">
                  <a:moveTo>
                    <a:pt x="208" y="0"/>
                  </a:moveTo>
                  <a:cubicBezTo>
                    <a:pt x="92" y="0"/>
                    <a:pt x="0" y="106"/>
                    <a:pt x="18" y="226"/>
                  </a:cubicBezTo>
                  <a:lnTo>
                    <a:pt x="575" y="3433"/>
                  </a:lnTo>
                  <a:lnTo>
                    <a:pt x="4801" y="3433"/>
                  </a:lnTo>
                  <a:lnTo>
                    <a:pt x="3504" y="2134"/>
                  </a:lnTo>
                  <a:cubicBezTo>
                    <a:pt x="3429" y="2059"/>
                    <a:pt x="3429" y="1939"/>
                    <a:pt x="3504" y="1863"/>
                  </a:cubicBezTo>
                  <a:lnTo>
                    <a:pt x="4346" y="1022"/>
                  </a:lnTo>
                  <a:cubicBezTo>
                    <a:pt x="4455" y="913"/>
                    <a:pt x="4396" y="725"/>
                    <a:pt x="4243" y="698"/>
                  </a:cubicBezTo>
                  <a:lnTo>
                    <a:pt x="242" y="3"/>
                  </a:lnTo>
                  <a:cubicBezTo>
                    <a:pt x="231" y="1"/>
                    <a:pt x="219" y="0"/>
                    <a:pt x="2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0"/>
            <p:cNvSpPr/>
            <p:nvPr/>
          </p:nvSpPr>
          <p:spPr>
            <a:xfrm>
              <a:off x="4110301" y="1913763"/>
              <a:ext cx="57863" cy="37503"/>
            </a:xfrm>
            <a:custGeom>
              <a:rect b="b" l="l" r="r" t="t"/>
              <a:pathLst>
                <a:path extrusionOk="0" h="2881" w="4445">
                  <a:moveTo>
                    <a:pt x="3051" y="1"/>
                  </a:moveTo>
                  <a:lnTo>
                    <a:pt x="3051" y="1"/>
                  </a:lnTo>
                  <a:cubicBezTo>
                    <a:pt x="3084" y="205"/>
                    <a:pt x="3106" y="410"/>
                    <a:pt x="3120" y="616"/>
                  </a:cubicBezTo>
                  <a:cubicBezTo>
                    <a:pt x="3156" y="1166"/>
                    <a:pt x="2720" y="1632"/>
                    <a:pt x="2169" y="1632"/>
                  </a:cubicBezTo>
                  <a:lnTo>
                    <a:pt x="0" y="1632"/>
                  </a:lnTo>
                  <a:lnTo>
                    <a:pt x="217" y="2881"/>
                  </a:lnTo>
                  <a:lnTo>
                    <a:pt x="4444" y="2881"/>
                  </a:lnTo>
                  <a:lnTo>
                    <a:pt x="3146" y="1582"/>
                  </a:lnTo>
                  <a:cubicBezTo>
                    <a:pt x="3073" y="1507"/>
                    <a:pt x="3073" y="1386"/>
                    <a:pt x="3146" y="1311"/>
                  </a:cubicBezTo>
                  <a:lnTo>
                    <a:pt x="3988" y="470"/>
                  </a:lnTo>
                  <a:cubicBezTo>
                    <a:pt x="4097" y="361"/>
                    <a:pt x="4038" y="173"/>
                    <a:pt x="3885" y="146"/>
                  </a:cubicBezTo>
                  <a:lnTo>
                    <a:pt x="3051" y="1"/>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0"/>
            <p:cNvSpPr/>
            <p:nvPr/>
          </p:nvSpPr>
          <p:spPr>
            <a:xfrm>
              <a:off x="4014604" y="1906577"/>
              <a:ext cx="62536" cy="44689"/>
            </a:xfrm>
            <a:custGeom>
              <a:rect b="b" l="l" r="r" t="t"/>
              <a:pathLst>
                <a:path extrusionOk="0" h="3433" w="4804">
                  <a:moveTo>
                    <a:pt x="4596" y="0"/>
                  </a:moveTo>
                  <a:cubicBezTo>
                    <a:pt x="4585" y="0"/>
                    <a:pt x="4573" y="1"/>
                    <a:pt x="4562" y="3"/>
                  </a:cubicBezTo>
                  <a:lnTo>
                    <a:pt x="560" y="698"/>
                  </a:lnTo>
                  <a:cubicBezTo>
                    <a:pt x="408" y="725"/>
                    <a:pt x="348" y="913"/>
                    <a:pt x="458" y="1022"/>
                  </a:cubicBezTo>
                  <a:lnTo>
                    <a:pt x="1299" y="1863"/>
                  </a:lnTo>
                  <a:cubicBezTo>
                    <a:pt x="1375" y="1939"/>
                    <a:pt x="1375" y="2059"/>
                    <a:pt x="1299" y="2134"/>
                  </a:cubicBezTo>
                  <a:lnTo>
                    <a:pt x="0" y="3433"/>
                  </a:lnTo>
                  <a:lnTo>
                    <a:pt x="4226" y="3433"/>
                  </a:lnTo>
                  <a:lnTo>
                    <a:pt x="4783" y="226"/>
                  </a:lnTo>
                  <a:cubicBezTo>
                    <a:pt x="4804" y="105"/>
                    <a:pt x="4711" y="0"/>
                    <a:pt x="45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0"/>
            <p:cNvSpPr/>
            <p:nvPr/>
          </p:nvSpPr>
          <p:spPr>
            <a:xfrm>
              <a:off x="4014604" y="1934983"/>
              <a:ext cx="57876" cy="16272"/>
            </a:xfrm>
            <a:custGeom>
              <a:rect b="b" l="l" r="r" t="t"/>
              <a:pathLst>
                <a:path extrusionOk="0" h="1250" w="4446">
                  <a:moveTo>
                    <a:pt x="1249" y="1"/>
                  </a:moveTo>
                  <a:lnTo>
                    <a:pt x="0" y="1249"/>
                  </a:lnTo>
                  <a:lnTo>
                    <a:pt x="4228" y="1249"/>
                  </a:lnTo>
                  <a:lnTo>
                    <a:pt x="4446" y="1"/>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0"/>
            <p:cNvSpPr/>
            <p:nvPr/>
          </p:nvSpPr>
          <p:spPr>
            <a:xfrm>
              <a:off x="4050118" y="1852213"/>
              <a:ext cx="82518" cy="79745"/>
            </a:xfrm>
            <a:custGeom>
              <a:rect b="b" l="l" r="r" t="t"/>
              <a:pathLst>
                <a:path extrusionOk="0" h="6126" w="6339">
                  <a:moveTo>
                    <a:pt x="3169" y="0"/>
                  </a:moveTo>
                  <a:cubicBezTo>
                    <a:pt x="2703" y="0"/>
                    <a:pt x="2238" y="106"/>
                    <a:pt x="1811" y="318"/>
                  </a:cubicBezTo>
                  <a:lnTo>
                    <a:pt x="2055" y="1726"/>
                  </a:lnTo>
                  <a:cubicBezTo>
                    <a:pt x="2076" y="1845"/>
                    <a:pt x="1981" y="1951"/>
                    <a:pt x="1865" y="1951"/>
                  </a:cubicBezTo>
                  <a:cubicBezTo>
                    <a:pt x="1854" y="1951"/>
                    <a:pt x="1843" y="1950"/>
                    <a:pt x="1832" y="1948"/>
                  </a:cubicBezTo>
                  <a:lnTo>
                    <a:pt x="423" y="1704"/>
                  </a:lnTo>
                  <a:cubicBezTo>
                    <a:pt x="0" y="2558"/>
                    <a:pt x="0" y="3568"/>
                    <a:pt x="423" y="4422"/>
                  </a:cubicBezTo>
                  <a:lnTo>
                    <a:pt x="1832" y="4178"/>
                  </a:lnTo>
                  <a:cubicBezTo>
                    <a:pt x="1844" y="4176"/>
                    <a:pt x="1855" y="4175"/>
                    <a:pt x="1866" y="4175"/>
                  </a:cubicBezTo>
                  <a:cubicBezTo>
                    <a:pt x="1982" y="4175"/>
                    <a:pt x="2075" y="4281"/>
                    <a:pt x="2055" y="4400"/>
                  </a:cubicBezTo>
                  <a:lnTo>
                    <a:pt x="1811" y="5808"/>
                  </a:lnTo>
                  <a:cubicBezTo>
                    <a:pt x="2238" y="6020"/>
                    <a:pt x="2703" y="6125"/>
                    <a:pt x="3169" y="6125"/>
                  </a:cubicBezTo>
                  <a:cubicBezTo>
                    <a:pt x="3635" y="6125"/>
                    <a:pt x="4100" y="6020"/>
                    <a:pt x="4527" y="5808"/>
                  </a:cubicBezTo>
                  <a:lnTo>
                    <a:pt x="4283" y="4400"/>
                  </a:lnTo>
                  <a:cubicBezTo>
                    <a:pt x="4262" y="4280"/>
                    <a:pt x="4357" y="4175"/>
                    <a:pt x="4475" y="4175"/>
                  </a:cubicBezTo>
                  <a:cubicBezTo>
                    <a:pt x="4485" y="4175"/>
                    <a:pt x="4496" y="4176"/>
                    <a:pt x="4507" y="4178"/>
                  </a:cubicBezTo>
                  <a:lnTo>
                    <a:pt x="5915" y="4422"/>
                  </a:lnTo>
                  <a:cubicBezTo>
                    <a:pt x="6338" y="3568"/>
                    <a:pt x="6338" y="2558"/>
                    <a:pt x="5915" y="1704"/>
                  </a:cubicBezTo>
                  <a:lnTo>
                    <a:pt x="4507" y="1948"/>
                  </a:lnTo>
                  <a:cubicBezTo>
                    <a:pt x="4496" y="1950"/>
                    <a:pt x="4484" y="1951"/>
                    <a:pt x="4473" y="1951"/>
                  </a:cubicBezTo>
                  <a:cubicBezTo>
                    <a:pt x="4357" y="1951"/>
                    <a:pt x="4265" y="1845"/>
                    <a:pt x="4283" y="1726"/>
                  </a:cubicBezTo>
                  <a:lnTo>
                    <a:pt x="4527" y="318"/>
                  </a:lnTo>
                  <a:cubicBezTo>
                    <a:pt x="4100" y="106"/>
                    <a:pt x="3635" y="0"/>
                    <a:pt x="316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0"/>
            <p:cNvSpPr/>
            <p:nvPr/>
          </p:nvSpPr>
          <p:spPr>
            <a:xfrm>
              <a:off x="3925950" y="1791704"/>
              <a:ext cx="330931" cy="416117"/>
            </a:xfrm>
            <a:custGeom>
              <a:rect b="b" l="l" r="r" t="t"/>
              <a:pathLst>
                <a:path extrusionOk="0" h="31966" w="25422">
                  <a:moveTo>
                    <a:pt x="12769" y="3247"/>
                  </a:moveTo>
                  <a:cubicBezTo>
                    <a:pt x="13140" y="3247"/>
                    <a:pt x="13511" y="3270"/>
                    <a:pt x="13877" y="3317"/>
                  </a:cubicBezTo>
                  <a:lnTo>
                    <a:pt x="13717" y="4248"/>
                  </a:lnTo>
                  <a:cubicBezTo>
                    <a:pt x="13384" y="4205"/>
                    <a:pt x="13046" y="4184"/>
                    <a:pt x="12709" y="4184"/>
                  </a:cubicBezTo>
                  <a:cubicBezTo>
                    <a:pt x="12371" y="4184"/>
                    <a:pt x="12033" y="4205"/>
                    <a:pt x="11701" y="4248"/>
                  </a:cubicBezTo>
                  <a:lnTo>
                    <a:pt x="11543" y="3333"/>
                  </a:lnTo>
                  <a:cubicBezTo>
                    <a:pt x="11947" y="3276"/>
                    <a:pt x="12358" y="3247"/>
                    <a:pt x="12769" y="3247"/>
                  </a:cubicBezTo>
                  <a:close/>
                  <a:moveTo>
                    <a:pt x="6739" y="1050"/>
                  </a:moveTo>
                  <a:lnTo>
                    <a:pt x="9132" y="3442"/>
                  </a:lnTo>
                  <a:cubicBezTo>
                    <a:pt x="9261" y="3570"/>
                    <a:pt x="9430" y="3635"/>
                    <a:pt x="9599" y="3635"/>
                  </a:cubicBezTo>
                  <a:cubicBezTo>
                    <a:pt x="9768" y="3635"/>
                    <a:pt x="9936" y="3570"/>
                    <a:pt x="10065" y="3442"/>
                  </a:cubicBezTo>
                  <a:lnTo>
                    <a:pt x="10530" y="2978"/>
                  </a:lnTo>
                  <a:cubicBezTo>
                    <a:pt x="10695" y="3934"/>
                    <a:pt x="10712" y="4029"/>
                    <a:pt x="11065" y="6069"/>
                  </a:cubicBezTo>
                  <a:cubicBezTo>
                    <a:pt x="11039" y="6064"/>
                    <a:pt x="10774" y="6019"/>
                    <a:pt x="7974" y="5533"/>
                  </a:cubicBezTo>
                  <a:lnTo>
                    <a:pt x="8439" y="5068"/>
                  </a:lnTo>
                  <a:cubicBezTo>
                    <a:pt x="8696" y="4811"/>
                    <a:pt x="8696" y="4392"/>
                    <a:pt x="8439" y="4135"/>
                  </a:cubicBezTo>
                  <a:lnTo>
                    <a:pt x="6047" y="1743"/>
                  </a:lnTo>
                  <a:lnTo>
                    <a:pt x="6739" y="1050"/>
                  </a:lnTo>
                  <a:close/>
                  <a:moveTo>
                    <a:pt x="18677" y="1050"/>
                  </a:moveTo>
                  <a:lnTo>
                    <a:pt x="19370" y="1743"/>
                  </a:lnTo>
                  <a:cubicBezTo>
                    <a:pt x="17020" y="4091"/>
                    <a:pt x="16979" y="4135"/>
                    <a:pt x="16977" y="4135"/>
                  </a:cubicBezTo>
                  <a:cubicBezTo>
                    <a:pt x="16977" y="4135"/>
                    <a:pt x="16977" y="4135"/>
                    <a:pt x="16977" y="4135"/>
                  </a:cubicBezTo>
                  <a:cubicBezTo>
                    <a:pt x="16977" y="4135"/>
                    <a:pt x="16977" y="4135"/>
                    <a:pt x="16977" y="4135"/>
                  </a:cubicBezTo>
                  <a:cubicBezTo>
                    <a:pt x="16721" y="4392"/>
                    <a:pt x="16721" y="4811"/>
                    <a:pt x="16977" y="5068"/>
                  </a:cubicBezTo>
                  <a:lnTo>
                    <a:pt x="17442" y="5533"/>
                  </a:lnTo>
                  <a:cubicBezTo>
                    <a:pt x="17142" y="5584"/>
                    <a:pt x="14651" y="6016"/>
                    <a:pt x="14351" y="6069"/>
                  </a:cubicBezTo>
                  <a:cubicBezTo>
                    <a:pt x="14923" y="2772"/>
                    <a:pt x="14794" y="3517"/>
                    <a:pt x="14843" y="3238"/>
                  </a:cubicBezTo>
                  <a:cubicBezTo>
                    <a:pt x="14892" y="3181"/>
                    <a:pt x="14925" y="3110"/>
                    <a:pt x="14942" y="3032"/>
                  </a:cubicBezTo>
                  <a:lnTo>
                    <a:pt x="15352" y="3443"/>
                  </a:lnTo>
                  <a:cubicBezTo>
                    <a:pt x="15481" y="3571"/>
                    <a:pt x="15650" y="3635"/>
                    <a:pt x="15819" y="3635"/>
                  </a:cubicBezTo>
                  <a:cubicBezTo>
                    <a:pt x="15988" y="3635"/>
                    <a:pt x="16157" y="3571"/>
                    <a:pt x="16285" y="3443"/>
                  </a:cubicBezTo>
                  <a:lnTo>
                    <a:pt x="18677" y="1050"/>
                  </a:lnTo>
                  <a:close/>
                  <a:moveTo>
                    <a:pt x="12709" y="5120"/>
                  </a:moveTo>
                  <a:cubicBezTo>
                    <a:pt x="12992" y="5120"/>
                    <a:pt x="13274" y="5165"/>
                    <a:pt x="13543" y="5256"/>
                  </a:cubicBezTo>
                  <a:lnTo>
                    <a:pt x="13364" y="6295"/>
                  </a:lnTo>
                  <a:cubicBezTo>
                    <a:pt x="13293" y="6696"/>
                    <a:pt x="13603" y="7068"/>
                    <a:pt x="14014" y="7068"/>
                  </a:cubicBezTo>
                  <a:cubicBezTo>
                    <a:pt x="14016" y="7068"/>
                    <a:pt x="14018" y="7068"/>
                    <a:pt x="14020" y="7068"/>
                  </a:cubicBezTo>
                  <a:cubicBezTo>
                    <a:pt x="14094" y="7068"/>
                    <a:pt x="14087" y="7065"/>
                    <a:pt x="15166" y="6877"/>
                  </a:cubicBezTo>
                  <a:cubicBezTo>
                    <a:pt x="15347" y="7415"/>
                    <a:pt x="15347" y="8006"/>
                    <a:pt x="15166" y="8545"/>
                  </a:cubicBezTo>
                  <a:lnTo>
                    <a:pt x="14126" y="8365"/>
                  </a:lnTo>
                  <a:cubicBezTo>
                    <a:pt x="14087" y="8359"/>
                    <a:pt x="14049" y="8355"/>
                    <a:pt x="14011" y="8355"/>
                  </a:cubicBezTo>
                  <a:cubicBezTo>
                    <a:pt x="13612" y="8355"/>
                    <a:pt x="13290" y="8717"/>
                    <a:pt x="13364" y="9127"/>
                  </a:cubicBezTo>
                  <a:lnTo>
                    <a:pt x="13543" y="10167"/>
                  </a:lnTo>
                  <a:cubicBezTo>
                    <a:pt x="13274" y="10258"/>
                    <a:pt x="12992" y="10303"/>
                    <a:pt x="12709" y="10303"/>
                  </a:cubicBezTo>
                  <a:cubicBezTo>
                    <a:pt x="12427" y="10303"/>
                    <a:pt x="12145" y="10258"/>
                    <a:pt x="11876" y="10167"/>
                  </a:cubicBezTo>
                  <a:lnTo>
                    <a:pt x="12055" y="9127"/>
                  </a:lnTo>
                  <a:cubicBezTo>
                    <a:pt x="12126" y="8717"/>
                    <a:pt x="11805" y="8355"/>
                    <a:pt x="11409" y="8355"/>
                  </a:cubicBezTo>
                  <a:cubicBezTo>
                    <a:pt x="11371" y="8355"/>
                    <a:pt x="11332" y="8358"/>
                    <a:pt x="11293" y="8365"/>
                  </a:cubicBezTo>
                  <a:lnTo>
                    <a:pt x="10254" y="8546"/>
                  </a:lnTo>
                  <a:cubicBezTo>
                    <a:pt x="10073" y="8008"/>
                    <a:pt x="10073" y="7418"/>
                    <a:pt x="10254" y="6880"/>
                  </a:cubicBezTo>
                  <a:lnTo>
                    <a:pt x="11293" y="7059"/>
                  </a:lnTo>
                  <a:cubicBezTo>
                    <a:pt x="11331" y="7066"/>
                    <a:pt x="11368" y="7069"/>
                    <a:pt x="11405" y="7069"/>
                  </a:cubicBezTo>
                  <a:cubicBezTo>
                    <a:pt x="11804" y="7069"/>
                    <a:pt x="12127" y="6707"/>
                    <a:pt x="12055" y="6296"/>
                  </a:cubicBezTo>
                  <a:lnTo>
                    <a:pt x="11876" y="5256"/>
                  </a:lnTo>
                  <a:cubicBezTo>
                    <a:pt x="12145" y="5165"/>
                    <a:pt x="12427" y="5120"/>
                    <a:pt x="12709" y="5120"/>
                  </a:cubicBezTo>
                  <a:close/>
                  <a:moveTo>
                    <a:pt x="11065" y="9355"/>
                  </a:moveTo>
                  <a:cubicBezTo>
                    <a:pt x="10790" y="10941"/>
                    <a:pt x="10730" y="11288"/>
                    <a:pt x="10730" y="11288"/>
                  </a:cubicBezTo>
                  <a:cubicBezTo>
                    <a:pt x="10730" y="11288"/>
                    <a:pt x="10766" y="11079"/>
                    <a:pt x="10766" y="11079"/>
                  </a:cubicBezTo>
                  <a:lnTo>
                    <a:pt x="10766" y="11079"/>
                  </a:lnTo>
                  <a:cubicBezTo>
                    <a:pt x="10767" y="11079"/>
                    <a:pt x="10741" y="11230"/>
                    <a:pt x="10644" y="11788"/>
                  </a:cubicBezTo>
                  <a:lnTo>
                    <a:pt x="7941" y="11788"/>
                  </a:lnTo>
                  <a:lnTo>
                    <a:pt x="8439" y="11288"/>
                  </a:lnTo>
                  <a:cubicBezTo>
                    <a:pt x="8697" y="11031"/>
                    <a:pt x="8697" y="10614"/>
                    <a:pt x="8439" y="10355"/>
                  </a:cubicBezTo>
                  <a:lnTo>
                    <a:pt x="7975" y="9891"/>
                  </a:lnTo>
                  <a:cubicBezTo>
                    <a:pt x="9347" y="9652"/>
                    <a:pt x="8344" y="9826"/>
                    <a:pt x="11065" y="9355"/>
                  </a:cubicBezTo>
                  <a:close/>
                  <a:moveTo>
                    <a:pt x="13704" y="11099"/>
                  </a:moveTo>
                  <a:lnTo>
                    <a:pt x="13824" y="11788"/>
                  </a:lnTo>
                  <a:lnTo>
                    <a:pt x="11594" y="11788"/>
                  </a:lnTo>
                  <a:lnTo>
                    <a:pt x="11715" y="11099"/>
                  </a:lnTo>
                  <a:cubicBezTo>
                    <a:pt x="12039" y="11193"/>
                    <a:pt x="12375" y="11240"/>
                    <a:pt x="12711" y="11240"/>
                  </a:cubicBezTo>
                  <a:cubicBezTo>
                    <a:pt x="13045" y="11240"/>
                    <a:pt x="13380" y="11193"/>
                    <a:pt x="13704" y="11099"/>
                  </a:cubicBezTo>
                  <a:close/>
                  <a:moveTo>
                    <a:pt x="16866" y="6586"/>
                  </a:moveTo>
                  <a:cubicBezTo>
                    <a:pt x="18275" y="7734"/>
                    <a:pt x="19185" y="9393"/>
                    <a:pt x="19311" y="11272"/>
                  </a:cubicBezTo>
                  <a:cubicBezTo>
                    <a:pt x="19329" y="11552"/>
                    <a:pt x="19108" y="11788"/>
                    <a:pt x="18828" y="11788"/>
                  </a:cubicBezTo>
                  <a:lnTo>
                    <a:pt x="18801" y="11788"/>
                  </a:lnTo>
                  <a:lnTo>
                    <a:pt x="17836" y="10822"/>
                  </a:lnTo>
                  <a:lnTo>
                    <a:pt x="18482" y="10176"/>
                  </a:lnTo>
                  <a:cubicBezTo>
                    <a:pt x="18861" y="9797"/>
                    <a:pt x="18654" y="9150"/>
                    <a:pt x="18129" y="9058"/>
                  </a:cubicBezTo>
                  <a:lnTo>
                    <a:pt x="16096" y="8707"/>
                  </a:lnTo>
                  <a:cubicBezTo>
                    <a:pt x="16285" y="8060"/>
                    <a:pt x="16285" y="7365"/>
                    <a:pt x="16096" y="6718"/>
                  </a:cubicBezTo>
                  <a:lnTo>
                    <a:pt x="16866" y="6586"/>
                  </a:lnTo>
                  <a:close/>
                  <a:moveTo>
                    <a:pt x="3455" y="14436"/>
                  </a:moveTo>
                  <a:lnTo>
                    <a:pt x="3804" y="19180"/>
                  </a:lnTo>
                  <a:cubicBezTo>
                    <a:pt x="2204" y="19065"/>
                    <a:pt x="937" y="17724"/>
                    <a:pt x="937" y="16094"/>
                  </a:cubicBezTo>
                  <a:lnTo>
                    <a:pt x="937" y="15884"/>
                  </a:lnTo>
                  <a:cubicBezTo>
                    <a:pt x="937" y="15085"/>
                    <a:pt x="1586" y="14436"/>
                    <a:pt x="2383" y="14436"/>
                  </a:cubicBezTo>
                  <a:close/>
                  <a:moveTo>
                    <a:pt x="23032" y="14436"/>
                  </a:moveTo>
                  <a:cubicBezTo>
                    <a:pt x="23831" y="14436"/>
                    <a:pt x="24480" y="15085"/>
                    <a:pt x="24480" y="15884"/>
                  </a:cubicBezTo>
                  <a:lnTo>
                    <a:pt x="24480" y="16094"/>
                  </a:lnTo>
                  <a:cubicBezTo>
                    <a:pt x="24480" y="17724"/>
                    <a:pt x="23214" y="19064"/>
                    <a:pt x="21612" y="19180"/>
                  </a:cubicBezTo>
                  <a:lnTo>
                    <a:pt x="21962" y="14436"/>
                  </a:lnTo>
                  <a:close/>
                  <a:moveTo>
                    <a:pt x="8615" y="27174"/>
                  </a:moveTo>
                  <a:cubicBezTo>
                    <a:pt x="10029" y="28002"/>
                    <a:pt x="11543" y="28515"/>
                    <a:pt x="12708" y="28515"/>
                  </a:cubicBezTo>
                  <a:cubicBezTo>
                    <a:pt x="13824" y="28515"/>
                    <a:pt x="15341" y="28032"/>
                    <a:pt x="16802" y="27176"/>
                  </a:cubicBezTo>
                  <a:lnTo>
                    <a:pt x="16802" y="27959"/>
                  </a:lnTo>
                  <a:cubicBezTo>
                    <a:pt x="16802" y="29038"/>
                    <a:pt x="17433" y="30041"/>
                    <a:pt x="18409" y="30509"/>
                  </a:cubicBezTo>
                  <a:lnTo>
                    <a:pt x="19494" y="31030"/>
                  </a:lnTo>
                  <a:lnTo>
                    <a:pt x="5923" y="31030"/>
                  </a:lnTo>
                  <a:lnTo>
                    <a:pt x="7008" y="30509"/>
                  </a:lnTo>
                  <a:cubicBezTo>
                    <a:pt x="7984" y="30041"/>
                    <a:pt x="8615" y="29038"/>
                    <a:pt x="8615" y="27956"/>
                  </a:cubicBezTo>
                  <a:lnTo>
                    <a:pt x="8615" y="27174"/>
                  </a:lnTo>
                  <a:close/>
                  <a:moveTo>
                    <a:pt x="6738" y="1"/>
                  </a:moveTo>
                  <a:cubicBezTo>
                    <a:pt x="6569" y="1"/>
                    <a:pt x="6401" y="65"/>
                    <a:pt x="6272" y="193"/>
                  </a:cubicBezTo>
                  <a:lnTo>
                    <a:pt x="5189" y="1277"/>
                  </a:lnTo>
                  <a:cubicBezTo>
                    <a:pt x="4933" y="1532"/>
                    <a:pt x="4933" y="1952"/>
                    <a:pt x="5189" y="2209"/>
                  </a:cubicBezTo>
                  <a:lnTo>
                    <a:pt x="7122" y="4142"/>
                  </a:lnTo>
                  <a:cubicBezTo>
                    <a:pt x="4519" y="6059"/>
                    <a:pt x="3068" y="9183"/>
                    <a:pt x="3308" y="12427"/>
                  </a:cubicBezTo>
                  <a:lnTo>
                    <a:pt x="3387" y="13499"/>
                  </a:lnTo>
                  <a:lnTo>
                    <a:pt x="2386" y="13499"/>
                  </a:lnTo>
                  <a:cubicBezTo>
                    <a:pt x="1071" y="13499"/>
                    <a:pt x="0" y="14568"/>
                    <a:pt x="0" y="15886"/>
                  </a:cubicBezTo>
                  <a:lnTo>
                    <a:pt x="0" y="16095"/>
                  </a:lnTo>
                  <a:cubicBezTo>
                    <a:pt x="0" y="18266"/>
                    <a:pt x="1723" y="20041"/>
                    <a:pt x="3874" y="20124"/>
                  </a:cubicBezTo>
                  <a:lnTo>
                    <a:pt x="3917" y="20700"/>
                  </a:lnTo>
                  <a:cubicBezTo>
                    <a:pt x="4008" y="21908"/>
                    <a:pt x="4456" y="23083"/>
                    <a:pt x="5252" y="24194"/>
                  </a:cubicBezTo>
                  <a:cubicBezTo>
                    <a:pt x="5343" y="24322"/>
                    <a:pt x="5487" y="24390"/>
                    <a:pt x="5632" y="24390"/>
                  </a:cubicBezTo>
                  <a:cubicBezTo>
                    <a:pt x="5727" y="24390"/>
                    <a:pt x="5822" y="24361"/>
                    <a:pt x="5905" y="24302"/>
                  </a:cubicBezTo>
                  <a:cubicBezTo>
                    <a:pt x="6114" y="24151"/>
                    <a:pt x="6163" y="23858"/>
                    <a:pt x="6012" y="23649"/>
                  </a:cubicBezTo>
                  <a:cubicBezTo>
                    <a:pt x="5318" y="22682"/>
                    <a:pt x="4928" y="21667"/>
                    <a:pt x="4852" y="20631"/>
                  </a:cubicBezTo>
                  <a:cubicBezTo>
                    <a:pt x="4837" y="20433"/>
                    <a:pt x="4824" y="20258"/>
                    <a:pt x="4813" y="20103"/>
                  </a:cubicBezTo>
                  <a:lnTo>
                    <a:pt x="4813" y="20103"/>
                  </a:lnTo>
                  <a:cubicBezTo>
                    <a:pt x="4827" y="20299"/>
                    <a:pt x="4833" y="20378"/>
                    <a:pt x="4833" y="20378"/>
                  </a:cubicBezTo>
                  <a:cubicBezTo>
                    <a:pt x="4833" y="20378"/>
                    <a:pt x="4735" y="19052"/>
                    <a:pt x="4735" y="19052"/>
                  </a:cubicBezTo>
                  <a:lnTo>
                    <a:pt x="4735" y="19052"/>
                  </a:lnTo>
                  <a:cubicBezTo>
                    <a:pt x="4735" y="19052"/>
                    <a:pt x="4755" y="19321"/>
                    <a:pt x="4813" y="20103"/>
                  </a:cubicBezTo>
                  <a:lnTo>
                    <a:pt x="4813" y="20103"/>
                  </a:lnTo>
                  <a:cubicBezTo>
                    <a:pt x="4763" y="19428"/>
                    <a:pt x="4611" y="17368"/>
                    <a:pt x="4242" y="12361"/>
                  </a:cubicBezTo>
                  <a:cubicBezTo>
                    <a:pt x="4057" y="9853"/>
                    <a:pt x="4994" y="7427"/>
                    <a:pt x="6743" y="5698"/>
                  </a:cubicBezTo>
                  <a:lnTo>
                    <a:pt x="6743" y="5698"/>
                  </a:lnTo>
                  <a:cubicBezTo>
                    <a:pt x="6733" y="6022"/>
                    <a:pt x="6961" y="6310"/>
                    <a:pt x="7290" y="6366"/>
                  </a:cubicBezTo>
                  <a:lnTo>
                    <a:pt x="7381" y="6382"/>
                  </a:lnTo>
                  <a:cubicBezTo>
                    <a:pt x="7153" y="6610"/>
                    <a:pt x="6944" y="6847"/>
                    <a:pt x="6750" y="7092"/>
                  </a:cubicBezTo>
                  <a:cubicBezTo>
                    <a:pt x="6589" y="7296"/>
                    <a:pt x="6625" y="7592"/>
                    <a:pt x="6829" y="7751"/>
                  </a:cubicBezTo>
                  <a:cubicBezTo>
                    <a:pt x="6914" y="7819"/>
                    <a:pt x="7015" y="7851"/>
                    <a:pt x="7116" y="7851"/>
                  </a:cubicBezTo>
                  <a:cubicBezTo>
                    <a:pt x="7255" y="7851"/>
                    <a:pt x="7394" y="7789"/>
                    <a:pt x="7486" y="7672"/>
                  </a:cubicBezTo>
                  <a:cubicBezTo>
                    <a:pt x="7799" y="7272"/>
                    <a:pt x="8159" y="6906"/>
                    <a:pt x="8552" y="6587"/>
                  </a:cubicBezTo>
                  <a:lnTo>
                    <a:pt x="9321" y="6719"/>
                  </a:lnTo>
                  <a:cubicBezTo>
                    <a:pt x="9133" y="7368"/>
                    <a:pt x="9133" y="8061"/>
                    <a:pt x="9321" y="8710"/>
                  </a:cubicBezTo>
                  <a:lnTo>
                    <a:pt x="7290" y="9061"/>
                  </a:lnTo>
                  <a:cubicBezTo>
                    <a:pt x="6764" y="9152"/>
                    <a:pt x="6558" y="9800"/>
                    <a:pt x="6937" y="10178"/>
                  </a:cubicBezTo>
                  <a:lnTo>
                    <a:pt x="7582" y="10823"/>
                  </a:lnTo>
                  <a:lnTo>
                    <a:pt x="6617" y="11789"/>
                  </a:lnTo>
                  <a:lnTo>
                    <a:pt x="6589" y="11789"/>
                  </a:lnTo>
                  <a:cubicBezTo>
                    <a:pt x="6309" y="11789"/>
                    <a:pt x="6090" y="11552"/>
                    <a:pt x="6107" y="11274"/>
                  </a:cubicBezTo>
                  <a:cubicBezTo>
                    <a:pt x="6149" y="10658"/>
                    <a:pt x="6274" y="10054"/>
                    <a:pt x="6485" y="9480"/>
                  </a:cubicBezTo>
                  <a:cubicBezTo>
                    <a:pt x="6572" y="9236"/>
                    <a:pt x="6446" y="8969"/>
                    <a:pt x="6205" y="8882"/>
                  </a:cubicBezTo>
                  <a:cubicBezTo>
                    <a:pt x="6152" y="8862"/>
                    <a:pt x="6097" y="8853"/>
                    <a:pt x="6044" y="8853"/>
                  </a:cubicBezTo>
                  <a:cubicBezTo>
                    <a:pt x="5853" y="8853"/>
                    <a:pt x="5673" y="8972"/>
                    <a:pt x="5605" y="9162"/>
                  </a:cubicBezTo>
                  <a:cubicBezTo>
                    <a:pt x="5367" y="9819"/>
                    <a:pt x="5222" y="10508"/>
                    <a:pt x="5174" y="11214"/>
                  </a:cubicBezTo>
                  <a:cubicBezTo>
                    <a:pt x="5121" y="12031"/>
                    <a:pt x="5771" y="12727"/>
                    <a:pt x="6592" y="12727"/>
                  </a:cubicBezTo>
                  <a:lnTo>
                    <a:pt x="15269" y="12727"/>
                  </a:lnTo>
                  <a:cubicBezTo>
                    <a:pt x="15527" y="12727"/>
                    <a:pt x="15737" y="12516"/>
                    <a:pt x="15737" y="12258"/>
                  </a:cubicBezTo>
                  <a:cubicBezTo>
                    <a:pt x="15737" y="12000"/>
                    <a:pt x="15527" y="11790"/>
                    <a:pt x="15269" y="11790"/>
                  </a:cubicBezTo>
                  <a:lnTo>
                    <a:pt x="14777" y="11790"/>
                  </a:lnTo>
                  <a:cubicBezTo>
                    <a:pt x="14498" y="10178"/>
                    <a:pt x="14388" y="9547"/>
                    <a:pt x="14369" y="9438"/>
                  </a:cubicBezTo>
                  <a:lnTo>
                    <a:pt x="14369" y="9438"/>
                  </a:lnTo>
                  <a:cubicBezTo>
                    <a:pt x="14364" y="9412"/>
                    <a:pt x="14360" y="9385"/>
                    <a:pt x="14355" y="9358"/>
                  </a:cubicBezTo>
                  <a:lnTo>
                    <a:pt x="14355" y="9358"/>
                  </a:lnTo>
                  <a:cubicBezTo>
                    <a:pt x="14995" y="9470"/>
                    <a:pt x="16506" y="9731"/>
                    <a:pt x="17446" y="9895"/>
                  </a:cubicBezTo>
                  <a:lnTo>
                    <a:pt x="16981" y="10360"/>
                  </a:lnTo>
                  <a:cubicBezTo>
                    <a:pt x="16724" y="10615"/>
                    <a:pt x="16724" y="11036"/>
                    <a:pt x="16981" y="11292"/>
                  </a:cubicBezTo>
                  <a:lnTo>
                    <a:pt x="17479" y="11790"/>
                  </a:lnTo>
                  <a:lnTo>
                    <a:pt x="17456" y="11790"/>
                  </a:lnTo>
                  <a:cubicBezTo>
                    <a:pt x="17198" y="11790"/>
                    <a:pt x="16988" y="12000"/>
                    <a:pt x="16988" y="12258"/>
                  </a:cubicBezTo>
                  <a:cubicBezTo>
                    <a:pt x="16988" y="12516"/>
                    <a:pt x="17198" y="12727"/>
                    <a:pt x="17456" y="12727"/>
                  </a:cubicBezTo>
                  <a:lnTo>
                    <a:pt x="18832" y="12727"/>
                  </a:lnTo>
                  <a:cubicBezTo>
                    <a:pt x="19651" y="12727"/>
                    <a:pt x="20303" y="12033"/>
                    <a:pt x="20248" y="11214"/>
                  </a:cubicBezTo>
                  <a:cubicBezTo>
                    <a:pt x="20126" y="9380"/>
                    <a:pt x="19357" y="7698"/>
                    <a:pt x="18039" y="6382"/>
                  </a:cubicBezTo>
                  <a:lnTo>
                    <a:pt x="18130" y="6366"/>
                  </a:lnTo>
                  <a:cubicBezTo>
                    <a:pt x="18459" y="6309"/>
                    <a:pt x="18686" y="6021"/>
                    <a:pt x="18677" y="5698"/>
                  </a:cubicBezTo>
                  <a:lnTo>
                    <a:pt x="18677" y="5698"/>
                  </a:lnTo>
                  <a:cubicBezTo>
                    <a:pt x="20426" y="7427"/>
                    <a:pt x="21362" y="9853"/>
                    <a:pt x="21178" y="12361"/>
                  </a:cubicBezTo>
                  <a:cubicBezTo>
                    <a:pt x="20946" y="15505"/>
                    <a:pt x="20769" y="17909"/>
                    <a:pt x="20568" y="20631"/>
                  </a:cubicBezTo>
                  <a:cubicBezTo>
                    <a:pt x="20296" y="24332"/>
                    <a:pt x="15565" y="27580"/>
                    <a:pt x="12709" y="27580"/>
                  </a:cubicBezTo>
                  <a:cubicBezTo>
                    <a:pt x="11492" y="27580"/>
                    <a:pt x="9273" y="26785"/>
                    <a:pt x="7427" y="25183"/>
                  </a:cubicBezTo>
                  <a:cubicBezTo>
                    <a:pt x="7339" y="25106"/>
                    <a:pt x="7229" y="25068"/>
                    <a:pt x="7120" y="25068"/>
                  </a:cubicBezTo>
                  <a:cubicBezTo>
                    <a:pt x="6989" y="25068"/>
                    <a:pt x="6860" y="25122"/>
                    <a:pt x="6767" y="25229"/>
                  </a:cubicBezTo>
                  <a:cubicBezTo>
                    <a:pt x="6598" y="25424"/>
                    <a:pt x="6619" y="25721"/>
                    <a:pt x="6815" y="25889"/>
                  </a:cubicBezTo>
                  <a:cubicBezTo>
                    <a:pt x="7089" y="26127"/>
                    <a:pt x="7380" y="26355"/>
                    <a:pt x="7681" y="26569"/>
                  </a:cubicBezTo>
                  <a:lnTo>
                    <a:pt x="7681" y="27956"/>
                  </a:lnTo>
                  <a:cubicBezTo>
                    <a:pt x="7681" y="28681"/>
                    <a:pt x="7259" y="29353"/>
                    <a:pt x="6607" y="29664"/>
                  </a:cubicBezTo>
                  <a:lnTo>
                    <a:pt x="4678" y="30589"/>
                  </a:lnTo>
                  <a:cubicBezTo>
                    <a:pt x="4371" y="30737"/>
                    <a:pt x="4210" y="31070"/>
                    <a:pt x="4285" y="31403"/>
                  </a:cubicBezTo>
                  <a:cubicBezTo>
                    <a:pt x="4361" y="31735"/>
                    <a:pt x="4651" y="31966"/>
                    <a:pt x="4992" y="31966"/>
                  </a:cubicBezTo>
                  <a:lnTo>
                    <a:pt x="20432" y="31966"/>
                  </a:lnTo>
                  <a:cubicBezTo>
                    <a:pt x="20772" y="31966"/>
                    <a:pt x="21063" y="31735"/>
                    <a:pt x="21138" y="31403"/>
                  </a:cubicBezTo>
                  <a:cubicBezTo>
                    <a:pt x="21214" y="31070"/>
                    <a:pt x="21052" y="30737"/>
                    <a:pt x="20746" y="30589"/>
                  </a:cubicBezTo>
                  <a:lnTo>
                    <a:pt x="18818" y="29664"/>
                  </a:lnTo>
                  <a:cubicBezTo>
                    <a:pt x="18165" y="29351"/>
                    <a:pt x="17743" y="28680"/>
                    <a:pt x="17743" y="27956"/>
                  </a:cubicBezTo>
                  <a:lnTo>
                    <a:pt x="17743" y="26567"/>
                  </a:lnTo>
                  <a:cubicBezTo>
                    <a:pt x="19680" y="25178"/>
                    <a:pt x="21325" y="23131"/>
                    <a:pt x="21504" y="20698"/>
                  </a:cubicBezTo>
                  <a:lnTo>
                    <a:pt x="21547" y="20122"/>
                  </a:lnTo>
                  <a:cubicBezTo>
                    <a:pt x="23698" y="20040"/>
                    <a:pt x="25421" y="18263"/>
                    <a:pt x="25421" y="16094"/>
                  </a:cubicBezTo>
                  <a:lnTo>
                    <a:pt x="25421" y="15884"/>
                  </a:lnTo>
                  <a:cubicBezTo>
                    <a:pt x="25417" y="14568"/>
                    <a:pt x="24345" y="13499"/>
                    <a:pt x="23031" y="13499"/>
                  </a:cubicBezTo>
                  <a:lnTo>
                    <a:pt x="22031" y="13499"/>
                  </a:lnTo>
                  <a:lnTo>
                    <a:pt x="22110" y="12427"/>
                  </a:lnTo>
                  <a:cubicBezTo>
                    <a:pt x="22348" y="9183"/>
                    <a:pt x="20897" y="6058"/>
                    <a:pt x="18295" y="4142"/>
                  </a:cubicBezTo>
                  <a:lnTo>
                    <a:pt x="20230" y="2209"/>
                  </a:lnTo>
                  <a:cubicBezTo>
                    <a:pt x="20485" y="1952"/>
                    <a:pt x="20485" y="1532"/>
                    <a:pt x="20230" y="1277"/>
                  </a:cubicBezTo>
                  <a:lnTo>
                    <a:pt x="19146" y="193"/>
                  </a:lnTo>
                  <a:cubicBezTo>
                    <a:pt x="19018" y="65"/>
                    <a:pt x="18849" y="1"/>
                    <a:pt x="18680" y="1"/>
                  </a:cubicBezTo>
                  <a:cubicBezTo>
                    <a:pt x="18510" y="1"/>
                    <a:pt x="18341" y="65"/>
                    <a:pt x="18214" y="193"/>
                  </a:cubicBezTo>
                  <a:lnTo>
                    <a:pt x="15819" y="2585"/>
                  </a:lnTo>
                  <a:lnTo>
                    <a:pt x="15173" y="1940"/>
                  </a:lnTo>
                  <a:cubicBezTo>
                    <a:pt x="15040" y="1806"/>
                    <a:pt x="14873" y="1746"/>
                    <a:pt x="14710" y="1746"/>
                  </a:cubicBezTo>
                  <a:cubicBezTo>
                    <a:pt x="14408" y="1746"/>
                    <a:pt x="14115" y="1952"/>
                    <a:pt x="14055" y="2293"/>
                  </a:cubicBezTo>
                  <a:lnTo>
                    <a:pt x="14038" y="2393"/>
                  </a:lnTo>
                  <a:cubicBezTo>
                    <a:pt x="13621" y="2338"/>
                    <a:pt x="13198" y="2310"/>
                    <a:pt x="12775" y="2310"/>
                  </a:cubicBezTo>
                  <a:cubicBezTo>
                    <a:pt x="12307" y="2310"/>
                    <a:pt x="11840" y="2344"/>
                    <a:pt x="11381" y="2412"/>
                  </a:cubicBezTo>
                  <a:lnTo>
                    <a:pt x="11362" y="2293"/>
                  </a:lnTo>
                  <a:cubicBezTo>
                    <a:pt x="11302" y="1951"/>
                    <a:pt x="11010" y="1745"/>
                    <a:pt x="10708" y="1745"/>
                  </a:cubicBezTo>
                  <a:cubicBezTo>
                    <a:pt x="10544" y="1745"/>
                    <a:pt x="10377" y="1806"/>
                    <a:pt x="10244" y="1940"/>
                  </a:cubicBezTo>
                  <a:lnTo>
                    <a:pt x="9598" y="2585"/>
                  </a:lnTo>
                  <a:lnTo>
                    <a:pt x="7205" y="193"/>
                  </a:lnTo>
                  <a:cubicBezTo>
                    <a:pt x="7076" y="65"/>
                    <a:pt x="6907" y="1"/>
                    <a:pt x="67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0"/>
            <p:cNvSpPr/>
            <p:nvPr/>
          </p:nvSpPr>
          <p:spPr>
            <a:xfrm>
              <a:off x="4020489" y="1985364"/>
              <a:ext cx="60779" cy="12210"/>
            </a:xfrm>
            <a:custGeom>
              <a:rect b="b" l="l" r="r" t="t"/>
              <a:pathLst>
                <a:path extrusionOk="0" h="938" w="4669">
                  <a:moveTo>
                    <a:pt x="469" y="1"/>
                  </a:moveTo>
                  <a:cubicBezTo>
                    <a:pt x="211" y="1"/>
                    <a:pt x="0" y="212"/>
                    <a:pt x="0" y="470"/>
                  </a:cubicBezTo>
                  <a:cubicBezTo>
                    <a:pt x="0" y="728"/>
                    <a:pt x="211" y="938"/>
                    <a:pt x="469" y="938"/>
                  </a:cubicBezTo>
                  <a:lnTo>
                    <a:pt x="4200" y="938"/>
                  </a:lnTo>
                  <a:cubicBezTo>
                    <a:pt x="4459" y="938"/>
                    <a:pt x="4668" y="728"/>
                    <a:pt x="4668" y="470"/>
                  </a:cubicBezTo>
                  <a:cubicBezTo>
                    <a:pt x="4668" y="212"/>
                    <a:pt x="4459" y="1"/>
                    <a:pt x="420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0"/>
            <p:cNvSpPr/>
            <p:nvPr/>
          </p:nvSpPr>
          <p:spPr>
            <a:xfrm>
              <a:off x="4085293" y="1985364"/>
              <a:ext cx="76985" cy="76660"/>
            </a:xfrm>
            <a:custGeom>
              <a:rect b="b" l="l" r="r" t="t"/>
              <a:pathLst>
                <a:path extrusionOk="0" h="5889" w="5914">
                  <a:moveTo>
                    <a:pt x="2962" y="1"/>
                  </a:moveTo>
                  <a:cubicBezTo>
                    <a:pt x="2016" y="1"/>
                    <a:pt x="1247" y="770"/>
                    <a:pt x="1247" y="1716"/>
                  </a:cubicBezTo>
                  <a:lnTo>
                    <a:pt x="1247" y="4174"/>
                  </a:lnTo>
                  <a:cubicBezTo>
                    <a:pt x="1247" y="4601"/>
                    <a:pt x="897" y="4951"/>
                    <a:pt x="468" y="4951"/>
                  </a:cubicBezTo>
                  <a:cubicBezTo>
                    <a:pt x="210" y="4951"/>
                    <a:pt x="0" y="5161"/>
                    <a:pt x="0" y="5421"/>
                  </a:cubicBezTo>
                  <a:cubicBezTo>
                    <a:pt x="0" y="5678"/>
                    <a:pt x="210" y="5888"/>
                    <a:pt x="468" y="5888"/>
                  </a:cubicBezTo>
                  <a:cubicBezTo>
                    <a:pt x="1413" y="5888"/>
                    <a:pt x="2183" y="5119"/>
                    <a:pt x="2183" y="4174"/>
                  </a:cubicBezTo>
                  <a:lnTo>
                    <a:pt x="2183" y="1716"/>
                  </a:lnTo>
                  <a:cubicBezTo>
                    <a:pt x="2183" y="1288"/>
                    <a:pt x="2533" y="938"/>
                    <a:pt x="2962" y="938"/>
                  </a:cubicBezTo>
                  <a:lnTo>
                    <a:pt x="5446" y="938"/>
                  </a:lnTo>
                  <a:cubicBezTo>
                    <a:pt x="5704" y="938"/>
                    <a:pt x="5913" y="728"/>
                    <a:pt x="5913" y="470"/>
                  </a:cubicBezTo>
                  <a:cubicBezTo>
                    <a:pt x="5913" y="212"/>
                    <a:pt x="5704"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0"/>
            <p:cNvSpPr/>
            <p:nvPr/>
          </p:nvSpPr>
          <p:spPr>
            <a:xfrm>
              <a:off x="4052878" y="2094925"/>
              <a:ext cx="77025" cy="12210"/>
            </a:xfrm>
            <a:custGeom>
              <a:rect b="b" l="l" r="r" t="t"/>
              <a:pathLst>
                <a:path extrusionOk="0" h="938" w="5917">
                  <a:moveTo>
                    <a:pt x="468" y="1"/>
                  </a:moveTo>
                  <a:cubicBezTo>
                    <a:pt x="210" y="1"/>
                    <a:pt x="0" y="212"/>
                    <a:pt x="0" y="470"/>
                  </a:cubicBezTo>
                  <a:cubicBezTo>
                    <a:pt x="0" y="728"/>
                    <a:pt x="210" y="938"/>
                    <a:pt x="468" y="938"/>
                  </a:cubicBezTo>
                  <a:lnTo>
                    <a:pt x="5447" y="938"/>
                  </a:lnTo>
                  <a:cubicBezTo>
                    <a:pt x="5706" y="938"/>
                    <a:pt x="5917" y="728"/>
                    <a:pt x="5917" y="470"/>
                  </a:cubicBezTo>
                  <a:cubicBezTo>
                    <a:pt x="5917" y="212"/>
                    <a:pt x="5706" y="1"/>
                    <a:pt x="54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2" name="Google Shape;6322;p70"/>
          <p:cNvGrpSpPr/>
          <p:nvPr/>
        </p:nvGrpSpPr>
        <p:grpSpPr>
          <a:xfrm>
            <a:off x="8092563" y="2568264"/>
            <a:ext cx="331412" cy="416837"/>
            <a:chOff x="8092563" y="2568264"/>
            <a:chExt cx="331412" cy="416837"/>
          </a:xfrm>
        </p:grpSpPr>
        <p:sp>
          <p:nvSpPr>
            <p:cNvPr id="6323" name="Google Shape;6323;p70"/>
            <p:cNvSpPr/>
            <p:nvPr/>
          </p:nvSpPr>
          <p:spPr>
            <a:xfrm>
              <a:off x="8367749" y="2750413"/>
              <a:ext cx="50113" cy="74198"/>
            </a:xfrm>
            <a:custGeom>
              <a:rect b="b" l="l" r="r" t="t"/>
              <a:pathLst>
                <a:path extrusionOk="0" h="5690" w="3843">
                  <a:moveTo>
                    <a:pt x="420" y="0"/>
                  </a:moveTo>
                  <a:lnTo>
                    <a:pt x="0" y="5690"/>
                  </a:lnTo>
                  <a:lnTo>
                    <a:pt x="278" y="5690"/>
                  </a:lnTo>
                  <a:cubicBezTo>
                    <a:pt x="2246" y="5690"/>
                    <a:pt x="3843" y="4094"/>
                    <a:pt x="3841" y="2128"/>
                  </a:cubicBezTo>
                  <a:lnTo>
                    <a:pt x="3841" y="1919"/>
                  </a:lnTo>
                  <a:cubicBezTo>
                    <a:pt x="3841" y="858"/>
                    <a:pt x="2983" y="0"/>
                    <a:pt x="1924" y="0"/>
                  </a:cubicBez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0"/>
            <p:cNvSpPr/>
            <p:nvPr/>
          </p:nvSpPr>
          <p:spPr>
            <a:xfrm>
              <a:off x="8098639" y="2750413"/>
              <a:ext cx="50113" cy="74198"/>
            </a:xfrm>
            <a:custGeom>
              <a:rect b="b" l="l" r="r" t="t"/>
              <a:pathLst>
                <a:path extrusionOk="0" h="5690" w="3843">
                  <a:moveTo>
                    <a:pt x="1918" y="0"/>
                  </a:moveTo>
                  <a:cubicBezTo>
                    <a:pt x="859" y="0"/>
                    <a:pt x="1" y="858"/>
                    <a:pt x="1" y="1919"/>
                  </a:cubicBezTo>
                  <a:lnTo>
                    <a:pt x="1" y="2128"/>
                  </a:lnTo>
                  <a:cubicBezTo>
                    <a:pt x="2" y="4094"/>
                    <a:pt x="1596" y="5690"/>
                    <a:pt x="3564" y="5690"/>
                  </a:cubicBezTo>
                  <a:lnTo>
                    <a:pt x="3842" y="5690"/>
                  </a:lnTo>
                  <a:lnTo>
                    <a:pt x="3423" y="0"/>
                  </a:ln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0"/>
            <p:cNvSpPr/>
            <p:nvPr/>
          </p:nvSpPr>
          <p:spPr>
            <a:xfrm>
              <a:off x="8152923" y="2911543"/>
              <a:ext cx="210635" cy="67469"/>
            </a:xfrm>
            <a:custGeom>
              <a:rect b="b" l="l" r="r" t="t"/>
              <a:pathLst>
                <a:path extrusionOk="0" h="5174" w="16153">
                  <a:moveTo>
                    <a:pt x="3516" y="1"/>
                  </a:moveTo>
                  <a:lnTo>
                    <a:pt x="3516" y="1631"/>
                  </a:lnTo>
                  <a:cubicBezTo>
                    <a:pt x="3516" y="2541"/>
                    <a:pt x="2994" y="3369"/>
                    <a:pt x="2174" y="3762"/>
                  </a:cubicBezTo>
                  <a:lnTo>
                    <a:pt x="246" y="4687"/>
                  </a:lnTo>
                  <a:cubicBezTo>
                    <a:pt x="1" y="4805"/>
                    <a:pt x="85" y="5174"/>
                    <a:pt x="358" y="5174"/>
                  </a:cubicBezTo>
                  <a:lnTo>
                    <a:pt x="15798" y="5174"/>
                  </a:lnTo>
                  <a:cubicBezTo>
                    <a:pt x="16070" y="5174"/>
                    <a:pt x="16152" y="4805"/>
                    <a:pt x="15908" y="4687"/>
                  </a:cubicBezTo>
                  <a:lnTo>
                    <a:pt x="13980" y="3762"/>
                  </a:lnTo>
                  <a:cubicBezTo>
                    <a:pt x="13160" y="3369"/>
                    <a:pt x="12638" y="2541"/>
                    <a:pt x="12638" y="1631"/>
                  </a:cubicBezTo>
                  <a:lnTo>
                    <a:pt x="12638" y="1"/>
                  </a:lnTo>
                  <a:cubicBezTo>
                    <a:pt x="11038" y="1094"/>
                    <a:pt x="9273" y="1720"/>
                    <a:pt x="8078" y="1720"/>
                  </a:cubicBezTo>
                  <a:cubicBezTo>
                    <a:pt x="6881" y="1720"/>
                    <a:pt x="5115" y="1094"/>
                    <a:pt x="3516" y="1"/>
                  </a:cubicBez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0"/>
            <p:cNvSpPr/>
            <p:nvPr/>
          </p:nvSpPr>
          <p:spPr>
            <a:xfrm>
              <a:off x="8136780" y="2604501"/>
              <a:ext cx="242961" cy="329482"/>
            </a:xfrm>
            <a:custGeom>
              <a:rect b="b" l="l" r="r" t="t"/>
              <a:pathLst>
                <a:path extrusionOk="0" h="25267" w="18632">
                  <a:moveTo>
                    <a:pt x="9317" y="0"/>
                  </a:moveTo>
                  <a:cubicBezTo>
                    <a:pt x="4111" y="0"/>
                    <a:pt x="0" y="4423"/>
                    <a:pt x="385" y="9616"/>
                  </a:cubicBezTo>
                  <a:lnTo>
                    <a:pt x="995" y="17887"/>
                  </a:lnTo>
                  <a:cubicBezTo>
                    <a:pt x="1316" y="22246"/>
                    <a:pt x="6691" y="25267"/>
                    <a:pt x="9319" y="25267"/>
                  </a:cubicBezTo>
                  <a:cubicBezTo>
                    <a:pt x="11946" y="25267"/>
                    <a:pt x="17323" y="22245"/>
                    <a:pt x="17643" y="17887"/>
                  </a:cubicBezTo>
                  <a:lnTo>
                    <a:pt x="18250" y="9616"/>
                  </a:lnTo>
                  <a:cubicBezTo>
                    <a:pt x="18631" y="4423"/>
                    <a:pt x="14522" y="0"/>
                    <a:pt x="9317" y="0"/>
                  </a:cubicBez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0"/>
            <p:cNvSpPr/>
            <p:nvPr/>
          </p:nvSpPr>
          <p:spPr>
            <a:xfrm>
              <a:off x="8200634" y="2609886"/>
              <a:ext cx="178192" cy="324083"/>
            </a:xfrm>
            <a:custGeom>
              <a:rect b="b" l="l" r="r" t="t"/>
              <a:pathLst>
                <a:path extrusionOk="0" h="24853" w="13665">
                  <a:moveTo>
                    <a:pt x="7124" y="1"/>
                  </a:moveTo>
                  <a:lnTo>
                    <a:pt x="7124" y="1"/>
                  </a:lnTo>
                  <a:cubicBezTo>
                    <a:pt x="9573" y="1751"/>
                    <a:pt x="11094" y="4703"/>
                    <a:pt x="10856" y="7953"/>
                  </a:cubicBezTo>
                  <a:lnTo>
                    <a:pt x="10246" y="16223"/>
                  </a:lnTo>
                  <a:cubicBezTo>
                    <a:pt x="9925" y="20583"/>
                    <a:pt x="4549" y="23604"/>
                    <a:pt x="1922" y="23604"/>
                  </a:cubicBezTo>
                  <a:cubicBezTo>
                    <a:pt x="1377" y="23604"/>
                    <a:pt x="712" y="23473"/>
                    <a:pt x="1" y="23229"/>
                  </a:cubicBezTo>
                  <a:lnTo>
                    <a:pt x="1" y="23229"/>
                  </a:lnTo>
                  <a:cubicBezTo>
                    <a:pt x="1560" y="24264"/>
                    <a:pt x="3258" y="24852"/>
                    <a:pt x="4420" y="24852"/>
                  </a:cubicBezTo>
                  <a:cubicBezTo>
                    <a:pt x="7048" y="24852"/>
                    <a:pt x="12423" y="21830"/>
                    <a:pt x="12744" y="17471"/>
                  </a:cubicBezTo>
                  <a:lnTo>
                    <a:pt x="13354" y="9202"/>
                  </a:lnTo>
                  <a:cubicBezTo>
                    <a:pt x="13664" y="4951"/>
                    <a:pt x="10966" y="1216"/>
                    <a:pt x="7124"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0"/>
            <p:cNvSpPr/>
            <p:nvPr/>
          </p:nvSpPr>
          <p:spPr>
            <a:xfrm>
              <a:off x="8165571" y="2628937"/>
              <a:ext cx="185351" cy="99182"/>
            </a:xfrm>
            <a:custGeom>
              <a:rect b="b" l="l" r="r" t="t"/>
              <a:pathLst>
                <a:path extrusionOk="0" h="7606" w="14214">
                  <a:moveTo>
                    <a:pt x="7108" y="0"/>
                  </a:moveTo>
                  <a:cubicBezTo>
                    <a:pt x="5116" y="0"/>
                    <a:pt x="3272" y="804"/>
                    <a:pt x="1916" y="2262"/>
                  </a:cubicBezTo>
                  <a:cubicBezTo>
                    <a:pt x="794" y="3472"/>
                    <a:pt x="144" y="4980"/>
                    <a:pt x="36" y="6590"/>
                  </a:cubicBezTo>
                  <a:cubicBezTo>
                    <a:pt x="1" y="7139"/>
                    <a:pt x="437" y="7606"/>
                    <a:pt x="988" y="7606"/>
                  </a:cubicBezTo>
                  <a:lnTo>
                    <a:pt x="13228" y="7606"/>
                  </a:lnTo>
                  <a:cubicBezTo>
                    <a:pt x="13777" y="7606"/>
                    <a:pt x="14214" y="7139"/>
                    <a:pt x="14178" y="6590"/>
                  </a:cubicBezTo>
                  <a:cubicBezTo>
                    <a:pt x="14092" y="5305"/>
                    <a:pt x="13661" y="4089"/>
                    <a:pt x="12924" y="3035"/>
                  </a:cubicBezTo>
                  <a:cubicBezTo>
                    <a:pt x="12668" y="3103"/>
                    <a:pt x="12406" y="3137"/>
                    <a:pt x="12143" y="3137"/>
                  </a:cubicBezTo>
                  <a:cubicBezTo>
                    <a:pt x="11655" y="3137"/>
                    <a:pt x="11167" y="3020"/>
                    <a:pt x="10724" y="2787"/>
                  </a:cubicBezTo>
                  <a:cubicBezTo>
                    <a:pt x="10547" y="2694"/>
                    <a:pt x="10355" y="2648"/>
                    <a:pt x="10165" y="2648"/>
                  </a:cubicBezTo>
                  <a:cubicBezTo>
                    <a:pt x="9869" y="2648"/>
                    <a:pt x="9578" y="2760"/>
                    <a:pt x="9358" y="2979"/>
                  </a:cubicBezTo>
                  <a:lnTo>
                    <a:pt x="9194" y="3143"/>
                  </a:lnTo>
                  <a:cubicBezTo>
                    <a:pt x="9566" y="2771"/>
                    <a:pt x="9566" y="2169"/>
                    <a:pt x="9194" y="1797"/>
                  </a:cubicBezTo>
                  <a:cubicBezTo>
                    <a:pt x="9009" y="1612"/>
                    <a:pt x="8766" y="1519"/>
                    <a:pt x="8522" y="1519"/>
                  </a:cubicBezTo>
                  <a:cubicBezTo>
                    <a:pt x="8281" y="1519"/>
                    <a:pt x="8038" y="1611"/>
                    <a:pt x="7853" y="1794"/>
                  </a:cubicBezTo>
                  <a:lnTo>
                    <a:pt x="7853" y="1794"/>
                  </a:lnTo>
                  <a:lnTo>
                    <a:pt x="8013" y="1635"/>
                  </a:lnTo>
                  <a:cubicBezTo>
                    <a:pt x="8373" y="1273"/>
                    <a:pt x="8444" y="721"/>
                    <a:pt x="8206" y="269"/>
                  </a:cubicBezTo>
                  <a:cubicBezTo>
                    <a:pt x="8171" y="203"/>
                    <a:pt x="8138" y="137"/>
                    <a:pt x="8108" y="68"/>
                  </a:cubicBezTo>
                  <a:cubicBezTo>
                    <a:pt x="7779" y="23"/>
                    <a:pt x="7446" y="0"/>
                    <a:pt x="7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0"/>
            <p:cNvSpPr/>
            <p:nvPr/>
          </p:nvSpPr>
          <p:spPr>
            <a:xfrm>
              <a:off x="8165558" y="2667365"/>
              <a:ext cx="185364" cy="60740"/>
            </a:xfrm>
            <a:custGeom>
              <a:rect b="b" l="l" r="r" t="t"/>
              <a:pathLst>
                <a:path extrusionOk="0" h="4658" w="14215">
                  <a:moveTo>
                    <a:pt x="11086" y="1"/>
                  </a:moveTo>
                  <a:lnTo>
                    <a:pt x="11086" y="1"/>
                  </a:lnTo>
                  <a:cubicBezTo>
                    <a:pt x="11424" y="751"/>
                    <a:pt x="11625" y="1559"/>
                    <a:pt x="11679" y="2391"/>
                  </a:cubicBezTo>
                  <a:cubicBezTo>
                    <a:pt x="11715" y="2940"/>
                    <a:pt x="11279" y="3406"/>
                    <a:pt x="10728" y="3406"/>
                  </a:cubicBezTo>
                  <a:lnTo>
                    <a:pt x="56" y="3406"/>
                  </a:lnTo>
                  <a:cubicBezTo>
                    <a:pt x="49" y="3483"/>
                    <a:pt x="42" y="3562"/>
                    <a:pt x="36" y="3641"/>
                  </a:cubicBezTo>
                  <a:cubicBezTo>
                    <a:pt x="0" y="4191"/>
                    <a:pt x="436" y="4657"/>
                    <a:pt x="986" y="4657"/>
                  </a:cubicBezTo>
                  <a:lnTo>
                    <a:pt x="13226" y="4657"/>
                  </a:lnTo>
                  <a:cubicBezTo>
                    <a:pt x="13778" y="4657"/>
                    <a:pt x="14215" y="4191"/>
                    <a:pt x="14177" y="3641"/>
                  </a:cubicBezTo>
                  <a:cubicBezTo>
                    <a:pt x="14091" y="2358"/>
                    <a:pt x="13662" y="1142"/>
                    <a:pt x="12923" y="87"/>
                  </a:cubicBezTo>
                  <a:cubicBezTo>
                    <a:pt x="12667" y="154"/>
                    <a:pt x="12404" y="188"/>
                    <a:pt x="12141" y="188"/>
                  </a:cubicBezTo>
                  <a:cubicBezTo>
                    <a:pt x="11784" y="188"/>
                    <a:pt x="11426" y="126"/>
                    <a:pt x="11086"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0"/>
            <p:cNvSpPr/>
            <p:nvPr/>
          </p:nvSpPr>
          <p:spPr>
            <a:xfrm>
              <a:off x="8264645" y="2574327"/>
              <a:ext cx="102716" cy="95583"/>
            </a:xfrm>
            <a:custGeom>
              <a:rect b="b" l="l" r="r" t="t"/>
              <a:pathLst>
                <a:path extrusionOk="0" h="7330" w="7877">
                  <a:moveTo>
                    <a:pt x="3294" y="1"/>
                  </a:moveTo>
                  <a:cubicBezTo>
                    <a:pt x="2517" y="1"/>
                    <a:pt x="1740" y="297"/>
                    <a:pt x="1147" y="890"/>
                  </a:cubicBezTo>
                  <a:cubicBezTo>
                    <a:pt x="180" y="1855"/>
                    <a:pt x="1" y="3309"/>
                    <a:pt x="608" y="4455"/>
                  </a:cubicBezTo>
                  <a:cubicBezTo>
                    <a:pt x="846" y="4907"/>
                    <a:pt x="775" y="5460"/>
                    <a:pt x="415" y="5820"/>
                  </a:cubicBezTo>
                  <a:lnTo>
                    <a:pt x="252" y="5984"/>
                  </a:lnTo>
                  <a:cubicBezTo>
                    <a:pt x="438" y="5798"/>
                    <a:pt x="681" y="5705"/>
                    <a:pt x="925" y="5705"/>
                  </a:cubicBezTo>
                  <a:cubicBezTo>
                    <a:pt x="1168" y="5705"/>
                    <a:pt x="1412" y="5798"/>
                    <a:pt x="1598" y="5984"/>
                  </a:cubicBezTo>
                  <a:cubicBezTo>
                    <a:pt x="1967" y="6354"/>
                    <a:pt x="1968" y="6954"/>
                    <a:pt x="1601" y="7326"/>
                  </a:cubicBezTo>
                  <a:lnTo>
                    <a:pt x="1601" y="7326"/>
                  </a:lnTo>
                  <a:lnTo>
                    <a:pt x="1760" y="7166"/>
                  </a:lnTo>
                  <a:cubicBezTo>
                    <a:pt x="1980" y="6946"/>
                    <a:pt x="2271" y="6834"/>
                    <a:pt x="2566" y="6834"/>
                  </a:cubicBezTo>
                  <a:cubicBezTo>
                    <a:pt x="2757" y="6834"/>
                    <a:pt x="2949" y="6880"/>
                    <a:pt x="3126" y="6974"/>
                  </a:cubicBezTo>
                  <a:cubicBezTo>
                    <a:pt x="3568" y="7207"/>
                    <a:pt x="4056" y="7323"/>
                    <a:pt x="4543" y="7323"/>
                  </a:cubicBezTo>
                  <a:cubicBezTo>
                    <a:pt x="5321" y="7323"/>
                    <a:pt x="6098" y="7027"/>
                    <a:pt x="6692" y="6434"/>
                  </a:cubicBezTo>
                  <a:cubicBezTo>
                    <a:pt x="7877" y="5246"/>
                    <a:pt x="7877" y="3323"/>
                    <a:pt x="6692" y="2138"/>
                  </a:cubicBezTo>
                  <a:lnTo>
                    <a:pt x="5443" y="890"/>
                  </a:lnTo>
                  <a:cubicBezTo>
                    <a:pt x="4849" y="297"/>
                    <a:pt x="4071" y="1"/>
                    <a:pt x="3294" y="1"/>
                  </a:cubicBezTo>
                  <a:close/>
                  <a:moveTo>
                    <a:pt x="1601" y="7326"/>
                  </a:moveTo>
                  <a:lnTo>
                    <a:pt x="1598" y="7330"/>
                  </a:lnTo>
                  <a:cubicBezTo>
                    <a:pt x="1599" y="7328"/>
                    <a:pt x="1600" y="7327"/>
                    <a:pt x="1601" y="732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0"/>
            <p:cNvSpPr/>
            <p:nvPr/>
          </p:nvSpPr>
          <p:spPr>
            <a:xfrm>
              <a:off x="8285496" y="2574340"/>
              <a:ext cx="81865" cy="95583"/>
            </a:xfrm>
            <a:custGeom>
              <a:rect b="b" l="l" r="r" t="t"/>
              <a:pathLst>
                <a:path extrusionOk="0" h="7330" w="6278">
                  <a:moveTo>
                    <a:pt x="1706" y="0"/>
                  </a:moveTo>
                  <a:lnTo>
                    <a:pt x="2596" y="890"/>
                  </a:lnTo>
                  <a:cubicBezTo>
                    <a:pt x="3781" y="2077"/>
                    <a:pt x="3781" y="4000"/>
                    <a:pt x="2596" y="5186"/>
                  </a:cubicBezTo>
                  <a:cubicBezTo>
                    <a:pt x="2002" y="5780"/>
                    <a:pt x="1225" y="6076"/>
                    <a:pt x="448" y="6076"/>
                  </a:cubicBezTo>
                  <a:cubicBezTo>
                    <a:pt x="318" y="6076"/>
                    <a:pt x="189" y="6068"/>
                    <a:pt x="60" y="6051"/>
                  </a:cubicBezTo>
                  <a:lnTo>
                    <a:pt x="60" y="6051"/>
                  </a:lnTo>
                  <a:cubicBezTo>
                    <a:pt x="369" y="6425"/>
                    <a:pt x="350" y="6978"/>
                    <a:pt x="0" y="7330"/>
                  </a:cubicBezTo>
                  <a:lnTo>
                    <a:pt x="164" y="7166"/>
                  </a:lnTo>
                  <a:cubicBezTo>
                    <a:pt x="383" y="6947"/>
                    <a:pt x="674" y="6835"/>
                    <a:pt x="970" y="6835"/>
                  </a:cubicBezTo>
                  <a:cubicBezTo>
                    <a:pt x="1160" y="6835"/>
                    <a:pt x="1352" y="6881"/>
                    <a:pt x="1528" y="6974"/>
                  </a:cubicBezTo>
                  <a:cubicBezTo>
                    <a:pt x="1971" y="7208"/>
                    <a:pt x="2459" y="7325"/>
                    <a:pt x="2947" y="7325"/>
                  </a:cubicBezTo>
                  <a:cubicBezTo>
                    <a:pt x="3724" y="7325"/>
                    <a:pt x="4501" y="7029"/>
                    <a:pt x="5094" y="6435"/>
                  </a:cubicBezTo>
                  <a:cubicBezTo>
                    <a:pt x="6278" y="5248"/>
                    <a:pt x="6278" y="3325"/>
                    <a:pt x="5093" y="2138"/>
                  </a:cubicBezTo>
                  <a:lnTo>
                    <a:pt x="3844" y="890"/>
                  </a:lnTo>
                  <a:cubicBezTo>
                    <a:pt x="3253" y="300"/>
                    <a:pt x="2478" y="3"/>
                    <a:pt x="1706"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0"/>
            <p:cNvSpPr/>
            <p:nvPr/>
          </p:nvSpPr>
          <p:spPr>
            <a:xfrm>
              <a:off x="8165610" y="2693822"/>
              <a:ext cx="52017" cy="34295"/>
            </a:xfrm>
            <a:custGeom>
              <a:rect b="b" l="l" r="r" t="t"/>
              <a:pathLst>
                <a:path extrusionOk="0" h="2630" w="3989">
                  <a:moveTo>
                    <a:pt x="1276" y="1"/>
                  </a:moveTo>
                  <a:cubicBezTo>
                    <a:pt x="1224" y="1"/>
                    <a:pt x="1172" y="21"/>
                    <a:pt x="1133" y="61"/>
                  </a:cubicBezTo>
                  <a:lnTo>
                    <a:pt x="89" y="1104"/>
                  </a:lnTo>
                  <a:cubicBezTo>
                    <a:pt x="66" y="1274"/>
                    <a:pt x="48" y="1444"/>
                    <a:pt x="36" y="1614"/>
                  </a:cubicBezTo>
                  <a:cubicBezTo>
                    <a:pt x="0" y="2163"/>
                    <a:pt x="437" y="2630"/>
                    <a:pt x="988" y="2630"/>
                  </a:cubicBezTo>
                  <a:lnTo>
                    <a:pt x="3988" y="2630"/>
                  </a:lnTo>
                  <a:lnTo>
                    <a:pt x="3988" y="2628"/>
                  </a:lnTo>
                  <a:lnTo>
                    <a:pt x="1422" y="61"/>
                  </a:lnTo>
                  <a:cubicBezTo>
                    <a:pt x="1382" y="21"/>
                    <a:pt x="1329" y="1"/>
                    <a:pt x="127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0"/>
            <p:cNvSpPr/>
            <p:nvPr/>
          </p:nvSpPr>
          <p:spPr>
            <a:xfrm>
              <a:off x="8203503" y="2699337"/>
              <a:ext cx="35299" cy="28766"/>
            </a:xfrm>
            <a:custGeom>
              <a:rect b="b" l="l" r="r" t="t"/>
              <a:pathLst>
                <a:path extrusionOk="0" h="2206" w="2707">
                  <a:moveTo>
                    <a:pt x="1073" y="1"/>
                  </a:moveTo>
                  <a:cubicBezTo>
                    <a:pt x="1014" y="1"/>
                    <a:pt x="955" y="23"/>
                    <a:pt x="910" y="69"/>
                  </a:cubicBezTo>
                  <a:lnTo>
                    <a:pt x="91" y="888"/>
                  </a:lnTo>
                  <a:cubicBezTo>
                    <a:pt x="0" y="978"/>
                    <a:pt x="0" y="1123"/>
                    <a:pt x="91" y="1212"/>
                  </a:cubicBezTo>
                  <a:lnTo>
                    <a:pt x="1082" y="2205"/>
                  </a:lnTo>
                  <a:lnTo>
                    <a:pt x="2186" y="2205"/>
                  </a:lnTo>
                  <a:lnTo>
                    <a:pt x="2616" y="1775"/>
                  </a:lnTo>
                  <a:cubicBezTo>
                    <a:pt x="2706" y="1684"/>
                    <a:pt x="2706" y="1539"/>
                    <a:pt x="2616" y="1449"/>
                  </a:cubicBezTo>
                  <a:lnTo>
                    <a:pt x="1236" y="69"/>
                  </a:lnTo>
                  <a:cubicBezTo>
                    <a:pt x="1190" y="23"/>
                    <a:pt x="1132" y="1"/>
                    <a:pt x="1073" y="1"/>
                  </a:cubicBezTo>
                  <a:close/>
                </a:path>
              </a:pathLst>
            </a:custGeom>
            <a:solidFill>
              <a:srgbClr val="F6E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0"/>
            <p:cNvSpPr/>
            <p:nvPr/>
          </p:nvSpPr>
          <p:spPr>
            <a:xfrm>
              <a:off x="8219828" y="2648705"/>
              <a:ext cx="70481" cy="69295"/>
            </a:xfrm>
            <a:custGeom>
              <a:rect b="b" l="l" r="r" t="t"/>
              <a:pathLst>
                <a:path extrusionOk="0" h="5314" w="5405">
                  <a:moveTo>
                    <a:pt x="4362" y="1"/>
                  </a:moveTo>
                  <a:cubicBezTo>
                    <a:pt x="4118" y="1"/>
                    <a:pt x="3875" y="94"/>
                    <a:pt x="3689" y="280"/>
                  </a:cubicBezTo>
                  <a:lnTo>
                    <a:pt x="1" y="3967"/>
                  </a:lnTo>
                  <a:lnTo>
                    <a:pt x="1347" y="5313"/>
                  </a:lnTo>
                  <a:lnTo>
                    <a:pt x="5035" y="1626"/>
                  </a:lnTo>
                  <a:cubicBezTo>
                    <a:pt x="5405" y="1254"/>
                    <a:pt x="5405" y="651"/>
                    <a:pt x="5035" y="280"/>
                  </a:cubicBezTo>
                  <a:cubicBezTo>
                    <a:pt x="4849" y="94"/>
                    <a:pt x="4605" y="1"/>
                    <a:pt x="43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0"/>
            <p:cNvSpPr/>
            <p:nvPr/>
          </p:nvSpPr>
          <p:spPr>
            <a:xfrm>
              <a:off x="8092563" y="2568264"/>
              <a:ext cx="331412" cy="416837"/>
            </a:xfrm>
            <a:custGeom>
              <a:rect b="b" l="l" r="r" t="t"/>
              <a:pathLst>
                <a:path extrusionOk="0" h="31966" w="25415">
                  <a:moveTo>
                    <a:pt x="16490" y="938"/>
                  </a:moveTo>
                  <a:cubicBezTo>
                    <a:pt x="17148" y="938"/>
                    <a:pt x="17806" y="1188"/>
                    <a:pt x="18306" y="1689"/>
                  </a:cubicBezTo>
                  <a:lnTo>
                    <a:pt x="19554" y="2937"/>
                  </a:lnTo>
                  <a:cubicBezTo>
                    <a:pt x="20556" y="3937"/>
                    <a:pt x="20556" y="5568"/>
                    <a:pt x="19554" y="6569"/>
                  </a:cubicBezTo>
                  <a:cubicBezTo>
                    <a:pt x="19006" y="7120"/>
                    <a:pt x="18414" y="7229"/>
                    <a:pt x="18356" y="7251"/>
                  </a:cubicBezTo>
                  <a:cubicBezTo>
                    <a:pt x="18156" y="7301"/>
                    <a:pt x="17950" y="7326"/>
                    <a:pt x="17743" y="7326"/>
                  </a:cubicBezTo>
                  <a:cubicBezTo>
                    <a:pt x="17334" y="7326"/>
                    <a:pt x="16922" y="7228"/>
                    <a:pt x="16541" y="7027"/>
                  </a:cubicBezTo>
                  <a:cubicBezTo>
                    <a:pt x="16293" y="6896"/>
                    <a:pt x="16025" y="6832"/>
                    <a:pt x="15761" y="6832"/>
                  </a:cubicBezTo>
                  <a:cubicBezTo>
                    <a:pt x="15678" y="6832"/>
                    <a:pt x="15596" y="6838"/>
                    <a:pt x="15515" y="6850"/>
                  </a:cubicBezTo>
                  <a:cubicBezTo>
                    <a:pt x="15406" y="6285"/>
                    <a:pt x="14960" y="5839"/>
                    <a:pt x="14394" y="5730"/>
                  </a:cubicBezTo>
                  <a:cubicBezTo>
                    <a:pt x="14446" y="5388"/>
                    <a:pt x="14390" y="5029"/>
                    <a:pt x="14218" y="4704"/>
                  </a:cubicBezTo>
                  <a:cubicBezTo>
                    <a:pt x="13684" y="3692"/>
                    <a:pt x="13881" y="2481"/>
                    <a:pt x="14674" y="1689"/>
                  </a:cubicBezTo>
                  <a:cubicBezTo>
                    <a:pt x="15174" y="1188"/>
                    <a:pt x="15832" y="938"/>
                    <a:pt x="16490" y="938"/>
                  </a:cubicBezTo>
                  <a:close/>
                  <a:moveTo>
                    <a:pt x="6877" y="10207"/>
                  </a:moveTo>
                  <a:lnTo>
                    <a:pt x="8459" y="11788"/>
                  </a:lnTo>
                  <a:lnTo>
                    <a:pt x="6587" y="11788"/>
                  </a:lnTo>
                  <a:cubicBezTo>
                    <a:pt x="6307" y="11788"/>
                    <a:pt x="6086" y="11551"/>
                    <a:pt x="6103" y="11274"/>
                  </a:cubicBezTo>
                  <a:cubicBezTo>
                    <a:pt x="6110" y="11167"/>
                    <a:pt x="6120" y="11059"/>
                    <a:pt x="6132" y="10951"/>
                  </a:cubicBezTo>
                  <a:lnTo>
                    <a:pt x="6877" y="10207"/>
                  </a:lnTo>
                  <a:close/>
                  <a:moveTo>
                    <a:pt x="14122" y="6638"/>
                  </a:moveTo>
                  <a:cubicBezTo>
                    <a:pt x="14245" y="6638"/>
                    <a:pt x="14369" y="6685"/>
                    <a:pt x="14465" y="6779"/>
                  </a:cubicBezTo>
                  <a:cubicBezTo>
                    <a:pt x="14653" y="6967"/>
                    <a:pt x="14653" y="7272"/>
                    <a:pt x="14465" y="7462"/>
                  </a:cubicBezTo>
                  <a:lnTo>
                    <a:pt x="14170" y="7756"/>
                  </a:lnTo>
                  <a:cubicBezTo>
                    <a:pt x="13987" y="7939"/>
                    <a:pt x="13987" y="8235"/>
                    <a:pt x="14170" y="8419"/>
                  </a:cubicBezTo>
                  <a:cubicBezTo>
                    <a:pt x="14262" y="8510"/>
                    <a:pt x="14381" y="8555"/>
                    <a:pt x="14501" y="8555"/>
                  </a:cubicBezTo>
                  <a:cubicBezTo>
                    <a:pt x="14620" y="8555"/>
                    <a:pt x="14740" y="8510"/>
                    <a:pt x="14832" y="8419"/>
                  </a:cubicBezTo>
                  <a:lnTo>
                    <a:pt x="15290" y="7961"/>
                  </a:lnTo>
                  <a:cubicBezTo>
                    <a:pt x="15417" y="7832"/>
                    <a:pt x="15588" y="7766"/>
                    <a:pt x="15763" y="7766"/>
                  </a:cubicBezTo>
                  <a:cubicBezTo>
                    <a:pt x="15878" y="7766"/>
                    <a:pt x="15995" y="7794"/>
                    <a:pt x="16103" y="7852"/>
                  </a:cubicBezTo>
                  <a:cubicBezTo>
                    <a:pt x="16625" y="8127"/>
                    <a:pt x="17186" y="8260"/>
                    <a:pt x="17743" y="8260"/>
                  </a:cubicBezTo>
                  <a:cubicBezTo>
                    <a:pt x="17934" y="8260"/>
                    <a:pt x="18124" y="8245"/>
                    <a:pt x="18312" y="8214"/>
                  </a:cubicBezTo>
                  <a:cubicBezTo>
                    <a:pt x="18893" y="9133"/>
                    <a:pt x="19237" y="10185"/>
                    <a:pt x="19309" y="11274"/>
                  </a:cubicBezTo>
                  <a:cubicBezTo>
                    <a:pt x="19326" y="11554"/>
                    <a:pt x="19107" y="11788"/>
                    <a:pt x="18827" y="11788"/>
                  </a:cubicBezTo>
                  <a:lnTo>
                    <a:pt x="11648" y="11788"/>
                  </a:lnTo>
                  <a:cubicBezTo>
                    <a:pt x="11659" y="11723"/>
                    <a:pt x="11662" y="11659"/>
                    <a:pt x="11655" y="11594"/>
                  </a:cubicBezTo>
                  <a:lnTo>
                    <a:pt x="13245" y="10006"/>
                  </a:lnTo>
                  <a:cubicBezTo>
                    <a:pt x="13427" y="9822"/>
                    <a:pt x="13427" y="9527"/>
                    <a:pt x="13245" y="9343"/>
                  </a:cubicBezTo>
                  <a:cubicBezTo>
                    <a:pt x="13153" y="9252"/>
                    <a:pt x="13033" y="9206"/>
                    <a:pt x="12913" y="9206"/>
                  </a:cubicBezTo>
                  <a:cubicBezTo>
                    <a:pt x="12794" y="9206"/>
                    <a:pt x="12674" y="9252"/>
                    <a:pt x="12582" y="9343"/>
                  </a:cubicBezTo>
                  <a:lnTo>
                    <a:pt x="11107" y="10819"/>
                  </a:lnTo>
                  <a:lnTo>
                    <a:pt x="10422" y="10136"/>
                  </a:lnTo>
                  <a:lnTo>
                    <a:pt x="13780" y="6779"/>
                  </a:lnTo>
                  <a:cubicBezTo>
                    <a:pt x="13875" y="6685"/>
                    <a:pt x="13998" y="6638"/>
                    <a:pt x="14122" y="6638"/>
                  </a:cubicBezTo>
                  <a:close/>
                  <a:moveTo>
                    <a:pt x="9580" y="10621"/>
                  </a:moveTo>
                  <a:lnTo>
                    <a:pt x="10623" y="11665"/>
                  </a:lnTo>
                  <a:lnTo>
                    <a:pt x="10498" y="11791"/>
                  </a:lnTo>
                  <a:lnTo>
                    <a:pt x="9784" y="11791"/>
                  </a:lnTo>
                  <a:lnTo>
                    <a:pt x="9099" y="11105"/>
                  </a:lnTo>
                  <a:lnTo>
                    <a:pt x="9580" y="10621"/>
                  </a:lnTo>
                  <a:close/>
                  <a:moveTo>
                    <a:pt x="3454" y="14438"/>
                  </a:moveTo>
                  <a:lnTo>
                    <a:pt x="3804" y="19182"/>
                  </a:lnTo>
                  <a:cubicBezTo>
                    <a:pt x="2203" y="19066"/>
                    <a:pt x="936" y="17726"/>
                    <a:pt x="936" y="16096"/>
                  </a:cubicBezTo>
                  <a:lnTo>
                    <a:pt x="936" y="15885"/>
                  </a:lnTo>
                  <a:cubicBezTo>
                    <a:pt x="936" y="15087"/>
                    <a:pt x="1586" y="14438"/>
                    <a:pt x="2384" y="14438"/>
                  </a:cubicBezTo>
                  <a:close/>
                  <a:moveTo>
                    <a:pt x="23031" y="14438"/>
                  </a:moveTo>
                  <a:cubicBezTo>
                    <a:pt x="23829" y="14438"/>
                    <a:pt x="24478" y="15087"/>
                    <a:pt x="24478" y="15885"/>
                  </a:cubicBezTo>
                  <a:lnTo>
                    <a:pt x="24478" y="16096"/>
                  </a:lnTo>
                  <a:cubicBezTo>
                    <a:pt x="24478" y="17726"/>
                    <a:pt x="23212" y="19066"/>
                    <a:pt x="21611" y="19182"/>
                  </a:cubicBezTo>
                  <a:lnTo>
                    <a:pt x="21959" y="14438"/>
                  </a:lnTo>
                  <a:close/>
                  <a:moveTo>
                    <a:pt x="16799" y="27176"/>
                  </a:moveTo>
                  <a:lnTo>
                    <a:pt x="16799" y="27957"/>
                  </a:lnTo>
                  <a:cubicBezTo>
                    <a:pt x="16799" y="29040"/>
                    <a:pt x="17431" y="30040"/>
                    <a:pt x="18406" y="30510"/>
                  </a:cubicBezTo>
                  <a:lnTo>
                    <a:pt x="19491" y="31029"/>
                  </a:lnTo>
                  <a:lnTo>
                    <a:pt x="5921" y="31029"/>
                  </a:lnTo>
                  <a:lnTo>
                    <a:pt x="7006" y="30510"/>
                  </a:lnTo>
                  <a:cubicBezTo>
                    <a:pt x="7982" y="30040"/>
                    <a:pt x="8613" y="29039"/>
                    <a:pt x="8613" y="27957"/>
                  </a:cubicBezTo>
                  <a:lnTo>
                    <a:pt x="8613" y="27176"/>
                  </a:lnTo>
                  <a:cubicBezTo>
                    <a:pt x="10074" y="28034"/>
                    <a:pt x="11590" y="28515"/>
                    <a:pt x="12707" y="28515"/>
                  </a:cubicBezTo>
                  <a:cubicBezTo>
                    <a:pt x="14041" y="28514"/>
                    <a:pt x="15630" y="27862"/>
                    <a:pt x="16799" y="27176"/>
                  </a:cubicBezTo>
                  <a:close/>
                  <a:moveTo>
                    <a:pt x="16491" y="0"/>
                  </a:moveTo>
                  <a:cubicBezTo>
                    <a:pt x="15593" y="0"/>
                    <a:pt x="14696" y="342"/>
                    <a:pt x="14013" y="1025"/>
                  </a:cubicBezTo>
                  <a:cubicBezTo>
                    <a:pt x="13635" y="1402"/>
                    <a:pt x="13357" y="1847"/>
                    <a:pt x="13188" y="2322"/>
                  </a:cubicBezTo>
                  <a:cubicBezTo>
                    <a:pt x="13023" y="2313"/>
                    <a:pt x="12860" y="2309"/>
                    <a:pt x="12698" y="2309"/>
                  </a:cubicBezTo>
                  <a:cubicBezTo>
                    <a:pt x="7211" y="2309"/>
                    <a:pt x="2905" y="6970"/>
                    <a:pt x="3308" y="12427"/>
                  </a:cubicBezTo>
                  <a:lnTo>
                    <a:pt x="3387" y="13500"/>
                  </a:lnTo>
                  <a:lnTo>
                    <a:pt x="2385" y="13500"/>
                  </a:lnTo>
                  <a:cubicBezTo>
                    <a:pt x="1071" y="13500"/>
                    <a:pt x="0" y="14569"/>
                    <a:pt x="0" y="15885"/>
                  </a:cubicBezTo>
                  <a:lnTo>
                    <a:pt x="0" y="16096"/>
                  </a:lnTo>
                  <a:cubicBezTo>
                    <a:pt x="0" y="18265"/>
                    <a:pt x="1724" y="20042"/>
                    <a:pt x="3875" y="20124"/>
                  </a:cubicBezTo>
                  <a:lnTo>
                    <a:pt x="3918" y="20697"/>
                  </a:lnTo>
                  <a:cubicBezTo>
                    <a:pt x="4097" y="23130"/>
                    <a:pt x="5742" y="25176"/>
                    <a:pt x="7679" y="26566"/>
                  </a:cubicBezTo>
                  <a:lnTo>
                    <a:pt x="7679" y="27957"/>
                  </a:lnTo>
                  <a:cubicBezTo>
                    <a:pt x="7679" y="28681"/>
                    <a:pt x="7257" y="29352"/>
                    <a:pt x="6604" y="29664"/>
                  </a:cubicBezTo>
                  <a:lnTo>
                    <a:pt x="4675" y="30590"/>
                  </a:lnTo>
                  <a:cubicBezTo>
                    <a:pt x="4370" y="30736"/>
                    <a:pt x="4208" y="31072"/>
                    <a:pt x="4284" y="31402"/>
                  </a:cubicBezTo>
                  <a:cubicBezTo>
                    <a:pt x="4358" y="31734"/>
                    <a:pt x="4650" y="31966"/>
                    <a:pt x="4990" y="31966"/>
                  </a:cubicBezTo>
                  <a:lnTo>
                    <a:pt x="20430" y="31966"/>
                  </a:lnTo>
                  <a:cubicBezTo>
                    <a:pt x="20771" y="31966"/>
                    <a:pt x="21061" y="31734"/>
                    <a:pt x="21137" y="31402"/>
                  </a:cubicBezTo>
                  <a:cubicBezTo>
                    <a:pt x="21212" y="31071"/>
                    <a:pt x="21051" y="30736"/>
                    <a:pt x="20744" y="30590"/>
                  </a:cubicBezTo>
                  <a:lnTo>
                    <a:pt x="18815" y="29664"/>
                  </a:lnTo>
                  <a:cubicBezTo>
                    <a:pt x="18162" y="29350"/>
                    <a:pt x="17741" y="28680"/>
                    <a:pt x="17741" y="27957"/>
                  </a:cubicBezTo>
                  <a:lnTo>
                    <a:pt x="17741" y="26568"/>
                  </a:lnTo>
                  <a:cubicBezTo>
                    <a:pt x="18701" y="25882"/>
                    <a:pt x="19533" y="25073"/>
                    <a:pt x="20151" y="24214"/>
                  </a:cubicBezTo>
                  <a:cubicBezTo>
                    <a:pt x="20302" y="24005"/>
                    <a:pt x="20256" y="23712"/>
                    <a:pt x="20047" y="23560"/>
                  </a:cubicBezTo>
                  <a:cubicBezTo>
                    <a:pt x="19963" y="23501"/>
                    <a:pt x="19868" y="23472"/>
                    <a:pt x="19773" y="23472"/>
                  </a:cubicBezTo>
                  <a:cubicBezTo>
                    <a:pt x="19627" y="23472"/>
                    <a:pt x="19484" y="23540"/>
                    <a:pt x="19391" y="23666"/>
                  </a:cubicBezTo>
                  <a:cubicBezTo>
                    <a:pt x="17726" y="25971"/>
                    <a:pt x="14533" y="27577"/>
                    <a:pt x="12710" y="27577"/>
                  </a:cubicBezTo>
                  <a:cubicBezTo>
                    <a:pt x="10067" y="27577"/>
                    <a:pt x="5140" y="24534"/>
                    <a:pt x="4852" y="20627"/>
                  </a:cubicBezTo>
                  <a:cubicBezTo>
                    <a:pt x="4473" y="15474"/>
                    <a:pt x="4403" y="14532"/>
                    <a:pt x="4403" y="14532"/>
                  </a:cubicBezTo>
                  <a:lnTo>
                    <a:pt x="4403" y="14532"/>
                  </a:lnTo>
                  <a:cubicBezTo>
                    <a:pt x="4403" y="14532"/>
                    <a:pt x="4426" y="14844"/>
                    <a:pt x="4426" y="14844"/>
                  </a:cubicBezTo>
                  <a:cubicBezTo>
                    <a:pt x="4426" y="14844"/>
                    <a:pt x="4392" y="14386"/>
                    <a:pt x="4242" y="12358"/>
                  </a:cubicBezTo>
                  <a:cubicBezTo>
                    <a:pt x="3879" y="7435"/>
                    <a:pt x="7764" y="3244"/>
                    <a:pt x="12703" y="3244"/>
                  </a:cubicBezTo>
                  <a:cubicBezTo>
                    <a:pt x="12799" y="3244"/>
                    <a:pt x="12895" y="3246"/>
                    <a:pt x="12991" y="3249"/>
                  </a:cubicBezTo>
                  <a:cubicBezTo>
                    <a:pt x="12969" y="3562"/>
                    <a:pt x="12989" y="3877"/>
                    <a:pt x="13053" y="4189"/>
                  </a:cubicBezTo>
                  <a:cubicBezTo>
                    <a:pt x="12935" y="4184"/>
                    <a:pt x="12817" y="4181"/>
                    <a:pt x="12699" y="4181"/>
                  </a:cubicBezTo>
                  <a:cubicBezTo>
                    <a:pt x="12599" y="4181"/>
                    <a:pt x="12499" y="4183"/>
                    <a:pt x="12400" y="4187"/>
                  </a:cubicBezTo>
                  <a:cubicBezTo>
                    <a:pt x="12141" y="4197"/>
                    <a:pt x="11941" y="4415"/>
                    <a:pt x="11949" y="4674"/>
                  </a:cubicBezTo>
                  <a:cubicBezTo>
                    <a:pt x="11960" y="4925"/>
                    <a:pt x="12167" y="5123"/>
                    <a:pt x="12415" y="5123"/>
                  </a:cubicBezTo>
                  <a:cubicBezTo>
                    <a:pt x="12422" y="5123"/>
                    <a:pt x="12429" y="5123"/>
                    <a:pt x="12436" y="5123"/>
                  </a:cubicBezTo>
                  <a:cubicBezTo>
                    <a:pt x="12520" y="5120"/>
                    <a:pt x="12605" y="5118"/>
                    <a:pt x="12689" y="5118"/>
                  </a:cubicBezTo>
                  <a:cubicBezTo>
                    <a:pt x="12926" y="5118"/>
                    <a:pt x="13164" y="5130"/>
                    <a:pt x="13398" y="5154"/>
                  </a:cubicBezTo>
                  <a:cubicBezTo>
                    <a:pt x="13535" y="5427"/>
                    <a:pt x="13490" y="5745"/>
                    <a:pt x="13282" y="5954"/>
                  </a:cubicBezTo>
                  <a:lnTo>
                    <a:pt x="9650" y="9585"/>
                  </a:lnTo>
                  <a:cubicBezTo>
                    <a:pt x="9629" y="9583"/>
                    <a:pt x="9607" y="9582"/>
                    <a:pt x="9585" y="9582"/>
                  </a:cubicBezTo>
                  <a:cubicBezTo>
                    <a:pt x="9405" y="9582"/>
                    <a:pt x="9226" y="9651"/>
                    <a:pt x="9088" y="9786"/>
                  </a:cubicBezTo>
                  <a:lnTo>
                    <a:pt x="8438" y="10438"/>
                  </a:lnTo>
                  <a:lnTo>
                    <a:pt x="7356" y="9356"/>
                  </a:lnTo>
                  <a:cubicBezTo>
                    <a:pt x="7226" y="9225"/>
                    <a:pt x="7053" y="9160"/>
                    <a:pt x="6880" y="9160"/>
                  </a:cubicBezTo>
                  <a:cubicBezTo>
                    <a:pt x="6776" y="9160"/>
                    <a:pt x="6671" y="9184"/>
                    <a:pt x="6575" y="9232"/>
                  </a:cubicBezTo>
                  <a:cubicBezTo>
                    <a:pt x="7247" y="7592"/>
                    <a:pt x="8634" y="6170"/>
                    <a:pt x="10434" y="5516"/>
                  </a:cubicBezTo>
                  <a:cubicBezTo>
                    <a:pt x="10678" y="5428"/>
                    <a:pt x="10801" y="5159"/>
                    <a:pt x="10714" y="4915"/>
                  </a:cubicBezTo>
                  <a:cubicBezTo>
                    <a:pt x="10645" y="4724"/>
                    <a:pt x="10465" y="4607"/>
                    <a:pt x="10273" y="4607"/>
                  </a:cubicBezTo>
                  <a:cubicBezTo>
                    <a:pt x="10220" y="4607"/>
                    <a:pt x="10166" y="4616"/>
                    <a:pt x="10112" y="4635"/>
                  </a:cubicBezTo>
                  <a:cubicBezTo>
                    <a:pt x="7476" y="5595"/>
                    <a:pt x="5377" y="8090"/>
                    <a:pt x="5171" y="11211"/>
                  </a:cubicBezTo>
                  <a:cubicBezTo>
                    <a:pt x="5117" y="12029"/>
                    <a:pt x="5769" y="12725"/>
                    <a:pt x="6588" y="12725"/>
                  </a:cubicBezTo>
                  <a:lnTo>
                    <a:pt x="18828" y="12725"/>
                  </a:lnTo>
                  <a:cubicBezTo>
                    <a:pt x="19648" y="12725"/>
                    <a:pt x="20299" y="12029"/>
                    <a:pt x="20245" y="11211"/>
                  </a:cubicBezTo>
                  <a:cubicBezTo>
                    <a:pt x="20168" y="10050"/>
                    <a:pt x="19820" y="8925"/>
                    <a:pt x="19236" y="7927"/>
                  </a:cubicBezTo>
                  <a:cubicBezTo>
                    <a:pt x="19513" y="7795"/>
                    <a:pt x="19777" y="7625"/>
                    <a:pt x="20019" y="7417"/>
                  </a:cubicBezTo>
                  <a:cubicBezTo>
                    <a:pt x="20905" y="8908"/>
                    <a:pt x="21304" y="10604"/>
                    <a:pt x="21174" y="12359"/>
                  </a:cubicBezTo>
                  <a:lnTo>
                    <a:pt x="20565" y="20630"/>
                  </a:lnTo>
                  <a:cubicBezTo>
                    <a:pt x="20534" y="21032"/>
                    <a:pt x="20457" y="21435"/>
                    <a:pt x="20331" y="21831"/>
                  </a:cubicBezTo>
                  <a:cubicBezTo>
                    <a:pt x="20236" y="22132"/>
                    <a:pt x="20460" y="22441"/>
                    <a:pt x="20778" y="22441"/>
                  </a:cubicBezTo>
                  <a:cubicBezTo>
                    <a:pt x="20976" y="22441"/>
                    <a:pt x="21161" y="22313"/>
                    <a:pt x="21225" y="22112"/>
                  </a:cubicBezTo>
                  <a:cubicBezTo>
                    <a:pt x="21479" y="21307"/>
                    <a:pt x="21493" y="20758"/>
                    <a:pt x="21540" y="20124"/>
                  </a:cubicBezTo>
                  <a:cubicBezTo>
                    <a:pt x="23691" y="20040"/>
                    <a:pt x="25415" y="18265"/>
                    <a:pt x="25415" y="16094"/>
                  </a:cubicBezTo>
                  <a:lnTo>
                    <a:pt x="25415" y="15885"/>
                  </a:lnTo>
                  <a:cubicBezTo>
                    <a:pt x="25415" y="14570"/>
                    <a:pt x="24344" y="13500"/>
                    <a:pt x="23028" y="13500"/>
                  </a:cubicBezTo>
                  <a:lnTo>
                    <a:pt x="22028" y="13500"/>
                  </a:lnTo>
                  <a:lnTo>
                    <a:pt x="22107" y="12427"/>
                  </a:lnTo>
                  <a:cubicBezTo>
                    <a:pt x="22258" y="10379"/>
                    <a:pt x="21761" y="8400"/>
                    <a:pt x="20665" y="6684"/>
                  </a:cubicBezTo>
                  <a:cubicBezTo>
                    <a:pt x="21563" y="5324"/>
                    <a:pt x="21414" y="3470"/>
                    <a:pt x="20219" y="2273"/>
                  </a:cubicBezTo>
                  <a:lnTo>
                    <a:pt x="18970" y="1025"/>
                  </a:lnTo>
                  <a:cubicBezTo>
                    <a:pt x="18287" y="342"/>
                    <a:pt x="17389" y="0"/>
                    <a:pt x="1649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0"/>
            <p:cNvSpPr/>
            <p:nvPr/>
          </p:nvSpPr>
          <p:spPr>
            <a:xfrm>
              <a:off x="8187243" y="2762253"/>
              <a:ext cx="60858" cy="12205"/>
            </a:xfrm>
            <a:custGeom>
              <a:rect b="b" l="l" r="r" t="t"/>
              <a:pathLst>
                <a:path extrusionOk="0" h="936" w="4667">
                  <a:moveTo>
                    <a:pt x="468" y="0"/>
                  </a:moveTo>
                  <a:cubicBezTo>
                    <a:pt x="210" y="0"/>
                    <a:pt x="0" y="210"/>
                    <a:pt x="0" y="468"/>
                  </a:cubicBezTo>
                  <a:cubicBezTo>
                    <a:pt x="0" y="726"/>
                    <a:pt x="210" y="936"/>
                    <a:pt x="468" y="936"/>
                  </a:cubicBezTo>
                  <a:lnTo>
                    <a:pt x="4199" y="936"/>
                  </a:lnTo>
                  <a:cubicBezTo>
                    <a:pt x="4457" y="936"/>
                    <a:pt x="4667" y="728"/>
                    <a:pt x="4667" y="468"/>
                  </a:cubicBezTo>
                  <a:cubicBezTo>
                    <a:pt x="4667" y="210"/>
                    <a:pt x="4457" y="0"/>
                    <a:pt x="41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0"/>
            <p:cNvSpPr/>
            <p:nvPr/>
          </p:nvSpPr>
          <p:spPr>
            <a:xfrm>
              <a:off x="8252153" y="2762253"/>
              <a:ext cx="77132" cy="76766"/>
            </a:xfrm>
            <a:custGeom>
              <a:rect b="b" l="l" r="r" t="t"/>
              <a:pathLst>
                <a:path extrusionOk="0" h="5887" w="5915">
                  <a:moveTo>
                    <a:pt x="2962" y="0"/>
                  </a:moveTo>
                  <a:cubicBezTo>
                    <a:pt x="2016" y="0"/>
                    <a:pt x="1247" y="770"/>
                    <a:pt x="1247" y="1715"/>
                  </a:cubicBezTo>
                  <a:lnTo>
                    <a:pt x="1247" y="4172"/>
                  </a:lnTo>
                  <a:cubicBezTo>
                    <a:pt x="1247" y="4601"/>
                    <a:pt x="897" y="4951"/>
                    <a:pt x="469" y="4951"/>
                  </a:cubicBezTo>
                  <a:cubicBezTo>
                    <a:pt x="211" y="4951"/>
                    <a:pt x="0" y="5160"/>
                    <a:pt x="0" y="5419"/>
                  </a:cubicBezTo>
                  <a:cubicBezTo>
                    <a:pt x="0" y="5677"/>
                    <a:pt x="211" y="5886"/>
                    <a:pt x="469" y="5886"/>
                  </a:cubicBezTo>
                  <a:cubicBezTo>
                    <a:pt x="1415" y="5886"/>
                    <a:pt x="2184" y="5117"/>
                    <a:pt x="2184" y="4172"/>
                  </a:cubicBezTo>
                  <a:lnTo>
                    <a:pt x="2184" y="1715"/>
                  </a:lnTo>
                  <a:cubicBezTo>
                    <a:pt x="2184" y="1286"/>
                    <a:pt x="2534" y="936"/>
                    <a:pt x="2962" y="936"/>
                  </a:cubicBezTo>
                  <a:lnTo>
                    <a:pt x="5447" y="936"/>
                  </a:lnTo>
                  <a:cubicBezTo>
                    <a:pt x="5705" y="936"/>
                    <a:pt x="5915" y="728"/>
                    <a:pt x="5915" y="468"/>
                  </a:cubicBezTo>
                  <a:cubicBezTo>
                    <a:pt x="5915" y="210"/>
                    <a:pt x="5704" y="0"/>
                    <a:pt x="544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0"/>
            <p:cNvSpPr/>
            <p:nvPr/>
          </p:nvSpPr>
          <p:spPr>
            <a:xfrm>
              <a:off x="8219659" y="2871994"/>
              <a:ext cx="77171" cy="12205"/>
            </a:xfrm>
            <a:custGeom>
              <a:rect b="b" l="l" r="r" t="t"/>
              <a:pathLst>
                <a:path extrusionOk="0" h="936" w="5918">
                  <a:moveTo>
                    <a:pt x="470" y="0"/>
                  </a:moveTo>
                  <a:cubicBezTo>
                    <a:pt x="212" y="0"/>
                    <a:pt x="1" y="210"/>
                    <a:pt x="1" y="468"/>
                  </a:cubicBezTo>
                  <a:cubicBezTo>
                    <a:pt x="1" y="726"/>
                    <a:pt x="212" y="936"/>
                    <a:pt x="470" y="936"/>
                  </a:cubicBezTo>
                  <a:lnTo>
                    <a:pt x="5449" y="936"/>
                  </a:lnTo>
                  <a:cubicBezTo>
                    <a:pt x="5708" y="936"/>
                    <a:pt x="5917" y="726"/>
                    <a:pt x="5917" y="468"/>
                  </a:cubicBezTo>
                  <a:cubicBezTo>
                    <a:pt x="5917" y="210"/>
                    <a:pt x="5708" y="0"/>
                    <a:pt x="544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0"/>
            <p:cNvSpPr/>
            <p:nvPr/>
          </p:nvSpPr>
          <p:spPr>
            <a:xfrm>
              <a:off x="8290764" y="2607813"/>
              <a:ext cx="39876" cy="38677"/>
            </a:xfrm>
            <a:custGeom>
              <a:rect b="b" l="l" r="r" t="t"/>
              <a:pathLst>
                <a:path extrusionOk="0" h="2966" w="3058">
                  <a:moveTo>
                    <a:pt x="515" y="0"/>
                  </a:moveTo>
                  <a:cubicBezTo>
                    <a:pt x="395" y="0"/>
                    <a:pt x="276" y="46"/>
                    <a:pt x="184" y="137"/>
                  </a:cubicBezTo>
                  <a:cubicBezTo>
                    <a:pt x="1" y="320"/>
                    <a:pt x="1" y="616"/>
                    <a:pt x="184" y="798"/>
                  </a:cubicBezTo>
                  <a:lnTo>
                    <a:pt x="2213" y="2827"/>
                  </a:lnTo>
                  <a:cubicBezTo>
                    <a:pt x="2305" y="2919"/>
                    <a:pt x="2424" y="2965"/>
                    <a:pt x="2544" y="2965"/>
                  </a:cubicBezTo>
                  <a:cubicBezTo>
                    <a:pt x="2663" y="2965"/>
                    <a:pt x="2783" y="2919"/>
                    <a:pt x="2875" y="2827"/>
                  </a:cubicBezTo>
                  <a:cubicBezTo>
                    <a:pt x="3057" y="2645"/>
                    <a:pt x="3057" y="2348"/>
                    <a:pt x="2875" y="2166"/>
                  </a:cubicBezTo>
                  <a:lnTo>
                    <a:pt x="846" y="137"/>
                  </a:lnTo>
                  <a:cubicBezTo>
                    <a:pt x="754" y="46"/>
                    <a:pt x="634" y="0"/>
                    <a:pt x="51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0"/>
            <p:cNvSpPr/>
            <p:nvPr/>
          </p:nvSpPr>
          <p:spPr>
            <a:xfrm>
              <a:off x="8314326" y="2602571"/>
              <a:ext cx="21542" cy="20355"/>
            </a:xfrm>
            <a:custGeom>
              <a:rect b="b" l="l" r="r" t="t"/>
              <a:pathLst>
                <a:path extrusionOk="0" h="1561" w="1652">
                  <a:moveTo>
                    <a:pt x="514" y="0"/>
                  </a:moveTo>
                  <a:cubicBezTo>
                    <a:pt x="395" y="0"/>
                    <a:pt x="275" y="46"/>
                    <a:pt x="184" y="137"/>
                  </a:cubicBezTo>
                  <a:cubicBezTo>
                    <a:pt x="0" y="321"/>
                    <a:pt x="0" y="616"/>
                    <a:pt x="184" y="798"/>
                  </a:cubicBezTo>
                  <a:lnTo>
                    <a:pt x="808" y="1423"/>
                  </a:lnTo>
                  <a:cubicBezTo>
                    <a:pt x="899" y="1515"/>
                    <a:pt x="1019" y="1560"/>
                    <a:pt x="1138" y="1560"/>
                  </a:cubicBezTo>
                  <a:cubicBezTo>
                    <a:pt x="1258" y="1560"/>
                    <a:pt x="1378" y="1515"/>
                    <a:pt x="1470" y="1423"/>
                  </a:cubicBezTo>
                  <a:cubicBezTo>
                    <a:pt x="1652" y="1240"/>
                    <a:pt x="1652" y="945"/>
                    <a:pt x="1470" y="761"/>
                  </a:cubicBezTo>
                  <a:lnTo>
                    <a:pt x="845" y="137"/>
                  </a:lnTo>
                  <a:cubicBezTo>
                    <a:pt x="754" y="46"/>
                    <a:pt x="634" y="0"/>
                    <a:pt x="51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1" name="Google Shape;6341;p70"/>
          <p:cNvGrpSpPr/>
          <p:nvPr/>
        </p:nvGrpSpPr>
        <p:grpSpPr>
          <a:xfrm>
            <a:off x="7126013" y="2587349"/>
            <a:ext cx="331402" cy="416729"/>
            <a:chOff x="7126013" y="2587349"/>
            <a:chExt cx="331402" cy="416729"/>
          </a:xfrm>
        </p:grpSpPr>
        <p:sp>
          <p:nvSpPr>
            <p:cNvPr id="6342" name="Google Shape;6342;p70"/>
            <p:cNvSpPr/>
            <p:nvPr/>
          </p:nvSpPr>
          <p:spPr>
            <a:xfrm>
              <a:off x="7401102" y="2769447"/>
              <a:ext cx="50094" cy="74182"/>
            </a:xfrm>
            <a:custGeom>
              <a:rect b="b" l="l" r="r" t="t"/>
              <a:pathLst>
                <a:path extrusionOk="0" h="5691" w="3843">
                  <a:moveTo>
                    <a:pt x="420" y="1"/>
                  </a:moveTo>
                  <a:lnTo>
                    <a:pt x="0" y="5690"/>
                  </a:lnTo>
                  <a:lnTo>
                    <a:pt x="278" y="5690"/>
                  </a:lnTo>
                  <a:cubicBezTo>
                    <a:pt x="2246" y="5690"/>
                    <a:pt x="3843" y="4093"/>
                    <a:pt x="3841" y="2127"/>
                  </a:cubicBezTo>
                  <a:lnTo>
                    <a:pt x="3841" y="1918"/>
                  </a:lnTo>
                  <a:cubicBezTo>
                    <a:pt x="3841" y="858"/>
                    <a:pt x="2983" y="1"/>
                    <a:pt x="1924"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0"/>
            <p:cNvSpPr/>
            <p:nvPr/>
          </p:nvSpPr>
          <p:spPr>
            <a:xfrm>
              <a:off x="7132087" y="2769447"/>
              <a:ext cx="50094" cy="74182"/>
            </a:xfrm>
            <a:custGeom>
              <a:rect b="b" l="l" r="r" t="t"/>
              <a:pathLst>
                <a:path extrusionOk="0" h="5691" w="3843">
                  <a:moveTo>
                    <a:pt x="1918" y="1"/>
                  </a:moveTo>
                  <a:cubicBezTo>
                    <a:pt x="859" y="1"/>
                    <a:pt x="1" y="858"/>
                    <a:pt x="1" y="1918"/>
                  </a:cubicBezTo>
                  <a:lnTo>
                    <a:pt x="1" y="2127"/>
                  </a:lnTo>
                  <a:cubicBezTo>
                    <a:pt x="1" y="4093"/>
                    <a:pt x="1596" y="5690"/>
                    <a:pt x="3564" y="5690"/>
                  </a:cubicBezTo>
                  <a:lnTo>
                    <a:pt x="3842" y="5690"/>
                  </a:lnTo>
                  <a:lnTo>
                    <a:pt x="3423"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0"/>
            <p:cNvSpPr/>
            <p:nvPr/>
          </p:nvSpPr>
          <p:spPr>
            <a:xfrm>
              <a:off x="7186377" y="2930520"/>
              <a:ext cx="210541" cy="67443"/>
            </a:xfrm>
            <a:custGeom>
              <a:rect b="b" l="l" r="r" t="t"/>
              <a:pathLst>
                <a:path extrusionOk="0" h="5174" w="16152">
                  <a:moveTo>
                    <a:pt x="3516" y="0"/>
                  </a:moveTo>
                  <a:lnTo>
                    <a:pt x="3516" y="1630"/>
                  </a:lnTo>
                  <a:cubicBezTo>
                    <a:pt x="3516" y="2540"/>
                    <a:pt x="2993" y="3368"/>
                    <a:pt x="2174" y="3761"/>
                  </a:cubicBezTo>
                  <a:lnTo>
                    <a:pt x="245" y="4687"/>
                  </a:lnTo>
                  <a:cubicBezTo>
                    <a:pt x="0" y="4806"/>
                    <a:pt x="85" y="5173"/>
                    <a:pt x="357" y="5173"/>
                  </a:cubicBezTo>
                  <a:lnTo>
                    <a:pt x="15797" y="5173"/>
                  </a:lnTo>
                  <a:cubicBezTo>
                    <a:pt x="16070" y="5173"/>
                    <a:pt x="16152" y="4806"/>
                    <a:pt x="15908" y="4687"/>
                  </a:cubicBezTo>
                  <a:lnTo>
                    <a:pt x="13981" y="3761"/>
                  </a:lnTo>
                  <a:cubicBezTo>
                    <a:pt x="13158" y="3368"/>
                    <a:pt x="12639" y="2540"/>
                    <a:pt x="12639" y="1630"/>
                  </a:cubicBezTo>
                  <a:lnTo>
                    <a:pt x="12639" y="0"/>
                  </a:lnTo>
                  <a:cubicBezTo>
                    <a:pt x="11039" y="1094"/>
                    <a:pt x="9274" y="1721"/>
                    <a:pt x="8077" y="1721"/>
                  </a:cubicBezTo>
                  <a:cubicBezTo>
                    <a:pt x="6881" y="1721"/>
                    <a:pt x="5114" y="1094"/>
                    <a:pt x="3516"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0"/>
            <p:cNvSpPr/>
            <p:nvPr/>
          </p:nvSpPr>
          <p:spPr>
            <a:xfrm>
              <a:off x="7170188" y="2623573"/>
              <a:ext cx="242894" cy="329407"/>
            </a:xfrm>
            <a:custGeom>
              <a:rect b="b" l="l" r="r" t="t"/>
              <a:pathLst>
                <a:path extrusionOk="0" h="25271" w="18634">
                  <a:moveTo>
                    <a:pt x="9318" y="1"/>
                  </a:moveTo>
                  <a:cubicBezTo>
                    <a:pt x="4110" y="1"/>
                    <a:pt x="1" y="4423"/>
                    <a:pt x="382" y="9616"/>
                  </a:cubicBezTo>
                  <a:lnTo>
                    <a:pt x="992" y="17887"/>
                  </a:lnTo>
                  <a:cubicBezTo>
                    <a:pt x="1314" y="22248"/>
                    <a:pt x="6689" y="25270"/>
                    <a:pt x="9318" y="25270"/>
                  </a:cubicBezTo>
                  <a:cubicBezTo>
                    <a:pt x="11945" y="25270"/>
                    <a:pt x="17320" y="22248"/>
                    <a:pt x="17642" y="17887"/>
                  </a:cubicBezTo>
                  <a:lnTo>
                    <a:pt x="18252" y="9616"/>
                  </a:lnTo>
                  <a:cubicBezTo>
                    <a:pt x="18633" y="4423"/>
                    <a:pt x="14524" y="1"/>
                    <a:pt x="9318"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0"/>
            <p:cNvSpPr/>
            <p:nvPr/>
          </p:nvSpPr>
          <p:spPr>
            <a:xfrm>
              <a:off x="7234046" y="2628983"/>
              <a:ext cx="178123" cy="323998"/>
            </a:xfrm>
            <a:custGeom>
              <a:rect b="b" l="l" r="r" t="t"/>
              <a:pathLst>
                <a:path extrusionOk="0" h="24856" w="13665">
                  <a:moveTo>
                    <a:pt x="7124" y="1"/>
                  </a:moveTo>
                  <a:lnTo>
                    <a:pt x="7124" y="1"/>
                  </a:lnTo>
                  <a:cubicBezTo>
                    <a:pt x="9573" y="1751"/>
                    <a:pt x="11094" y="4701"/>
                    <a:pt x="10856" y="7953"/>
                  </a:cubicBezTo>
                  <a:lnTo>
                    <a:pt x="10246" y="16224"/>
                  </a:lnTo>
                  <a:cubicBezTo>
                    <a:pt x="9925" y="20585"/>
                    <a:pt x="4549" y="23607"/>
                    <a:pt x="1922" y="23607"/>
                  </a:cubicBezTo>
                  <a:cubicBezTo>
                    <a:pt x="1377" y="23607"/>
                    <a:pt x="712" y="23476"/>
                    <a:pt x="1" y="23232"/>
                  </a:cubicBezTo>
                  <a:lnTo>
                    <a:pt x="1" y="23232"/>
                  </a:lnTo>
                  <a:cubicBezTo>
                    <a:pt x="1560" y="24267"/>
                    <a:pt x="3258" y="24855"/>
                    <a:pt x="4420" y="24855"/>
                  </a:cubicBezTo>
                  <a:cubicBezTo>
                    <a:pt x="7048" y="24855"/>
                    <a:pt x="12423" y="21833"/>
                    <a:pt x="12744" y="17472"/>
                  </a:cubicBezTo>
                  <a:lnTo>
                    <a:pt x="13354" y="9201"/>
                  </a:lnTo>
                  <a:cubicBezTo>
                    <a:pt x="13664" y="4951"/>
                    <a:pt x="10966" y="1215"/>
                    <a:pt x="7124"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0"/>
            <p:cNvSpPr/>
            <p:nvPr/>
          </p:nvSpPr>
          <p:spPr>
            <a:xfrm>
              <a:off x="7198995" y="2647988"/>
              <a:ext cx="185279" cy="99144"/>
            </a:xfrm>
            <a:custGeom>
              <a:rect b="b" l="l" r="r" t="t"/>
              <a:pathLst>
                <a:path extrusionOk="0" h="7606" w="14214">
                  <a:moveTo>
                    <a:pt x="7108" y="0"/>
                  </a:moveTo>
                  <a:cubicBezTo>
                    <a:pt x="5116" y="0"/>
                    <a:pt x="3272" y="804"/>
                    <a:pt x="1916" y="2262"/>
                  </a:cubicBezTo>
                  <a:cubicBezTo>
                    <a:pt x="794" y="3472"/>
                    <a:pt x="144" y="4980"/>
                    <a:pt x="36" y="6590"/>
                  </a:cubicBezTo>
                  <a:cubicBezTo>
                    <a:pt x="1" y="7139"/>
                    <a:pt x="437" y="7606"/>
                    <a:pt x="988" y="7606"/>
                  </a:cubicBezTo>
                  <a:lnTo>
                    <a:pt x="13228" y="7606"/>
                  </a:lnTo>
                  <a:cubicBezTo>
                    <a:pt x="13777" y="7606"/>
                    <a:pt x="14214" y="7139"/>
                    <a:pt x="14178" y="6590"/>
                  </a:cubicBezTo>
                  <a:cubicBezTo>
                    <a:pt x="14074" y="5051"/>
                    <a:pt x="13476" y="3604"/>
                    <a:pt x="12443" y="2424"/>
                  </a:cubicBezTo>
                  <a:cubicBezTo>
                    <a:pt x="12431" y="2425"/>
                    <a:pt x="12420" y="2426"/>
                    <a:pt x="12408" y="2426"/>
                  </a:cubicBezTo>
                  <a:cubicBezTo>
                    <a:pt x="12333" y="2426"/>
                    <a:pt x="12259" y="2398"/>
                    <a:pt x="12202" y="2341"/>
                  </a:cubicBezTo>
                  <a:lnTo>
                    <a:pt x="11285" y="1424"/>
                  </a:lnTo>
                  <a:lnTo>
                    <a:pt x="10351" y="2359"/>
                  </a:lnTo>
                  <a:cubicBezTo>
                    <a:pt x="10292" y="2418"/>
                    <a:pt x="10216" y="2447"/>
                    <a:pt x="10139" y="2447"/>
                  </a:cubicBezTo>
                  <a:cubicBezTo>
                    <a:pt x="10063" y="2447"/>
                    <a:pt x="9987" y="2418"/>
                    <a:pt x="9929" y="2359"/>
                  </a:cubicBezTo>
                  <a:lnTo>
                    <a:pt x="8173" y="603"/>
                  </a:lnTo>
                  <a:cubicBezTo>
                    <a:pt x="8056" y="487"/>
                    <a:pt x="8056" y="297"/>
                    <a:pt x="8173" y="181"/>
                  </a:cubicBezTo>
                  <a:lnTo>
                    <a:pt x="8263" y="92"/>
                  </a:lnTo>
                  <a:cubicBezTo>
                    <a:pt x="7886" y="31"/>
                    <a:pt x="7500" y="0"/>
                    <a:pt x="71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0"/>
            <p:cNvSpPr/>
            <p:nvPr/>
          </p:nvSpPr>
          <p:spPr>
            <a:xfrm>
              <a:off x="7199021" y="2666536"/>
              <a:ext cx="185253" cy="80621"/>
            </a:xfrm>
            <a:custGeom>
              <a:rect b="b" l="l" r="r" t="t"/>
              <a:pathLst>
                <a:path extrusionOk="0" h="6185" w="14212">
                  <a:moveTo>
                    <a:pt x="11283" y="1"/>
                  </a:moveTo>
                  <a:lnTo>
                    <a:pt x="10623" y="661"/>
                  </a:lnTo>
                  <a:cubicBezTo>
                    <a:pt x="11240" y="1644"/>
                    <a:pt x="11600" y="2755"/>
                    <a:pt x="11679" y="3918"/>
                  </a:cubicBezTo>
                  <a:cubicBezTo>
                    <a:pt x="11715" y="4468"/>
                    <a:pt x="11279" y="4934"/>
                    <a:pt x="10728" y="4934"/>
                  </a:cubicBezTo>
                  <a:lnTo>
                    <a:pt x="56" y="4934"/>
                  </a:lnTo>
                  <a:cubicBezTo>
                    <a:pt x="49" y="5012"/>
                    <a:pt x="42" y="5089"/>
                    <a:pt x="36" y="5170"/>
                  </a:cubicBezTo>
                  <a:cubicBezTo>
                    <a:pt x="0" y="5718"/>
                    <a:pt x="436" y="6184"/>
                    <a:pt x="987" y="6184"/>
                  </a:cubicBezTo>
                  <a:lnTo>
                    <a:pt x="13227" y="6184"/>
                  </a:lnTo>
                  <a:cubicBezTo>
                    <a:pt x="13775" y="6183"/>
                    <a:pt x="14212" y="5716"/>
                    <a:pt x="14176" y="5167"/>
                  </a:cubicBezTo>
                  <a:cubicBezTo>
                    <a:pt x="14074" y="3627"/>
                    <a:pt x="13474" y="2181"/>
                    <a:pt x="12441" y="1000"/>
                  </a:cubicBezTo>
                  <a:cubicBezTo>
                    <a:pt x="12428" y="1001"/>
                    <a:pt x="12415" y="1002"/>
                    <a:pt x="12403" y="1002"/>
                  </a:cubicBezTo>
                  <a:cubicBezTo>
                    <a:pt x="12329" y="1002"/>
                    <a:pt x="12256" y="974"/>
                    <a:pt x="12198" y="918"/>
                  </a:cubicBezTo>
                  <a:lnTo>
                    <a:pt x="11283" y="1"/>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0"/>
            <p:cNvSpPr/>
            <p:nvPr/>
          </p:nvSpPr>
          <p:spPr>
            <a:xfrm>
              <a:off x="7304239" y="2593463"/>
              <a:ext cx="86943" cy="86174"/>
            </a:xfrm>
            <a:custGeom>
              <a:rect b="b" l="l" r="r" t="t"/>
              <a:pathLst>
                <a:path extrusionOk="0" h="6611" w="6670">
                  <a:moveTo>
                    <a:pt x="2340" y="0"/>
                  </a:moveTo>
                  <a:cubicBezTo>
                    <a:pt x="2266" y="0"/>
                    <a:pt x="2193" y="29"/>
                    <a:pt x="2136" y="85"/>
                  </a:cubicBezTo>
                  <a:lnTo>
                    <a:pt x="114" y="2106"/>
                  </a:lnTo>
                  <a:cubicBezTo>
                    <a:pt x="1" y="2219"/>
                    <a:pt x="1" y="2400"/>
                    <a:pt x="114" y="2513"/>
                  </a:cubicBezTo>
                  <a:lnTo>
                    <a:pt x="4126" y="6525"/>
                  </a:lnTo>
                  <a:cubicBezTo>
                    <a:pt x="4183" y="6582"/>
                    <a:pt x="4257" y="6610"/>
                    <a:pt x="4331" y="6610"/>
                  </a:cubicBezTo>
                  <a:cubicBezTo>
                    <a:pt x="4404" y="6610"/>
                    <a:pt x="4478" y="6582"/>
                    <a:pt x="4534" y="6525"/>
                  </a:cubicBezTo>
                  <a:lnTo>
                    <a:pt x="6556" y="4503"/>
                  </a:lnTo>
                  <a:cubicBezTo>
                    <a:pt x="6669" y="4392"/>
                    <a:pt x="6669" y="4208"/>
                    <a:pt x="6556" y="4097"/>
                  </a:cubicBezTo>
                  <a:lnTo>
                    <a:pt x="2544" y="85"/>
                  </a:lnTo>
                  <a:cubicBezTo>
                    <a:pt x="2487" y="29"/>
                    <a:pt x="2413" y="0"/>
                    <a:pt x="2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0"/>
            <p:cNvSpPr/>
            <p:nvPr/>
          </p:nvSpPr>
          <p:spPr>
            <a:xfrm>
              <a:off x="7355923" y="2600958"/>
              <a:ext cx="27530" cy="27360"/>
            </a:xfrm>
            <a:custGeom>
              <a:rect b="b" l="l" r="r" t="t"/>
              <a:pathLst>
                <a:path extrusionOk="0" h="2099" w="2112">
                  <a:moveTo>
                    <a:pt x="984" y="1"/>
                  </a:moveTo>
                  <a:cubicBezTo>
                    <a:pt x="950" y="1"/>
                    <a:pt x="917" y="13"/>
                    <a:pt x="892" y="38"/>
                  </a:cubicBezTo>
                  <a:lnTo>
                    <a:pt x="1" y="931"/>
                  </a:lnTo>
                  <a:lnTo>
                    <a:pt x="1170" y="2099"/>
                  </a:lnTo>
                  <a:lnTo>
                    <a:pt x="2061" y="1208"/>
                  </a:lnTo>
                  <a:cubicBezTo>
                    <a:pt x="2111" y="1158"/>
                    <a:pt x="2111" y="1076"/>
                    <a:pt x="2061" y="1026"/>
                  </a:cubicBezTo>
                  <a:lnTo>
                    <a:pt x="1075" y="38"/>
                  </a:lnTo>
                  <a:cubicBezTo>
                    <a:pt x="1050" y="13"/>
                    <a:pt x="1017" y="1"/>
                    <a:pt x="9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0"/>
            <p:cNvSpPr/>
            <p:nvPr/>
          </p:nvSpPr>
          <p:spPr>
            <a:xfrm>
              <a:off x="7258760" y="2659654"/>
              <a:ext cx="65866" cy="65879"/>
            </a:xfrm>
            <a:custGeom>
              <a:rect b="b" l="l" r="r" t="t"/>
              <a:pathLst>
                <a:path extrusionOk="0" h="5054" w="5053">
                  <a:moveTo>
                    <a:pt x="3883" y="1"/>
                  </a:moveTo>
                  <a:lnTo>
                    <a:pt x="0" y="3884"/>
                  </a:lnTo>
                  <a:lnTo>
                    <a:pt x="1170" y="5053"/>
                  </a:lnTo>
                  <a:lnTo>
                    <a:pt x="5053" y="1170"/>
                  </a:lnTo>
                  <a:lnTo>
                    <a:pt x="388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0"/>
            <p:cNvSpPr/>
            <p:nvPr/>
          </p:nvSpPr>
          <p:spPr>
            <a:xfrm>
              <a:off x="7304004" y="2638172"/>
              <a:ext cx="42090" cy="41712"/>
            </a:xfrm>
            <a:custGeom>
              <a:rect b="b" l="l" r="r" t="t"/>
              <a:pathLst>
                <a:path extrusionOk="0" h="3200" w="3229">
                  <a:moveTo>
                    <a:pt x="1051" y="0"/>
                  </a:moveTo>
                  <a:lnTo>
                    <a:pt x="117" y="934"/>
                  </a:lnTo>
                  <a:cubicBezTo>
                    <a:pt x="0" y="1050"/>
                    <a:pt x="0" y="1240"/>
                    <a:pt x="117" y="1356"/>
                  </a:cubicBezTo>
                  <a:lnTo>
                    <a:pt x="1873" y="3112"/>
                  </a:lnTo>
                  <a:cubicBezTo>
                    <a:pt x="1931" y="3171"/>
                    <a:pt x="2007" y="3200"/>
                    <a:pt x="2083" y="3200"/>
                  </a:cubicBezTo>
                  <a:cubicBezTo>
                    <a:pt x="2160" y="3200"/>
                    <a:pt x="2236" y="3171"/>
                    <a:pt x="2295" y="3112"/>
                  </a:cubicBezTo>
                  <a:lnTo>
                    <a:pt x="3229" y="2177"/>
                  </a:lnTo>
                  <a:lnTo>
                    <a:pt x="105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0"/>
            <p:cNvSpPr/>
            <p:nvPr/>
          </p:nvSpPr>
          <p:spPr>
            <a:xfrm>
              <a:off x="7237213" y="2705341"/>
              <a:ext cx="42090" cy="41712"/>
            </a:xfrm>
            <a:custGeom>
              <a:rect b="b" l="l" r="r" t="t"/>
              <a:pathLst>
                <a:path extrusionOk="0" h="3200" w="3229">
                  <a:moveTo>
                    <a:pt x="1145" y="0"/>
                  </a:moveTo>
                  <a:cubicBezTo>
                    <a:pt x="1068" y="0"/>
                    <a:pt x="992" y="29"/>
                    <a:pt x="934" y="87"/>
                  </a:cubicBezTo>
                  <a:lnTo>
                    <a:pt x="0" y="1023"/>
                  </a:lnTo>
                  <a:lnTo>
                    <a:pt x="2177" y="3200"/>
                  </a:lnTo>
                  <a:lnTo>
                    <a:pt x="3111" y="2266"/>
                  </a:lnTo>
                  <a:cubicBezTo>
                    <a:pt x="3229" y="2149"/>
                    <a:pt x="3229" y="1960"/>
                    <a:pt x="3111" y="1844"/>
                  </a:cubicBezTo>
                  <a:lnTo>
                    <a:pt x="1356" y="87"/>
                  </a:lnTo>
                  <a:cubicBezTo>
                    <a:pt x="1297" y="29"/>
                    <a:pt x="1221" y="0"/>
                    <a:pt x="11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0"/>
            <p:cNvSpPr/>
            <p:nvPr/>
          </p:nvSpPr>
          <p:spPr>
            <a:xfrm>
              <a:off x="7198995" y="2705615"/>
              <a:ext cx="66661" cy="41516"/>
            </a:xfrm>
            <a:custGeom>
              <a:rect b="b" l="l" r="r" t="t"/>
              <a:pathLst>
                <a:path extrusionOk="0" h="3185" w="5114">
                  <a:moveTo>
                    <a:pt x="1810" y="0"/>
                  </a:moveTo>
                  <a:cubicBezTo>
                    <a:pt x="1736" y="0"/>
                    <a:pt x="1663" y="28"/>
                    <a:pt x="1606" y="85"/>
                  </a:cubicBezTo>
                  <a:lnTo>
                    <a:pt x="100" y="1592"/>
                  </a:lnTo>
                  <a:cubicBezTo>
                    <a:pt x="71" y="1783"/>
                    <a:pt x="49" y="1975"/>
                    <a:pt x="36" y="2172"/>
                  </a:cubicBezTo>
                  <a:cubicBezTo>
                    <a:pt x="1" y="2718"/>
                    <a:pt x="438" y="3185"/>
                    <a:pt x="988" y="3185"/>
                  </a:cubicBezTo>
                  <a:lnTo>
                    <a:pt x="5113" y="3185"/>
                  </a:lnTo>
                  <a:lnTo>
                    <a:pt x="2014" y="85"/>
                  </a:lnTo>
                  <a:cubicBezTo>
                    <a:pt x="1957" y="28"/>
                    <a:pt x="1884" y="0"/>
                    <a:pt x="1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0"/>
            <p:cNvSpPr/>
            <p:nvPr/>
          </p:nvSpPr>
          <p:spPr>
            <a:xfrm>
              <a:off x="7126013" y="2587349"/>
              <a:ext cx="331402" cy="416729"/>
            </a:xfrm>
            <a:custGeom>
              <a:rect b="b" l="l" r="r" t="t"/>
              <a:pathLst>
                <a:path extrusionOk="0" h="31970" w="25424">
                  <a:moveTo>
                    <a:pt x="18622" y="1653"/>
                  </a:moveTo>
                  <a:lnTo>
                    <a:pt x="19130" y="2161"/>
                  </a:lnTo>
                  <a:lnTo>
                    <a:pt x="18808" y="2481"/>
                  </a:lnTo>
                  <a:lnTo>
                    <a:pt x="18300" y="1975"/>
                  </a:lnTo>
                  <a:lnTo>
                    <a:pt x="18622" y="1653"/>
                  </a:lnTo>
                  <a:close/>
                  <a:moveTo>
                    <a:pt x="16013" y="1013"/>
                  </a:moveTo>
                  <a:lnTo>
                    <a:pt x="19771" y="4770"/>
                  </a:lnTo>
                  <a:lnTo>
                    <a:pt x="19219" y="5323"/>
                  </a:lnTo>
                  <a:lnTo>
                    <a:pt x="17411" y="3515"/>
                  </a:lnTo>
                  <a:cubicBezTo>
                    <a:pt x="17319" y="3423"/>
                    <a:pt x="17200" y="3378"/>
                    <a:pt x="17080" y="3378"/>
                  </a:cubicBezTo>
                  <a:cubicBezTo>
                    <a:pt x="16961" y="3378"/>
                    <a:pt x="16841" y="3423"/>
                    <a:pt x="16749" y="3515"/>
                  </a:cubicBezTo>
                  <a:cubicBezTo>
                    <a:pt x="16567" y="3698"/>
                    <a:pt x="16567" y="3994"/>
                    <a:pt x="16749" y="4177"/>
                  </a:cubicBezTo>
                  <a:lnTo>
                    <a:pt x="18557" y="5985"/>
                  </a:lnTo>
                  <a:lnTo>
                    <a:pt x="18005" y="6538"/>
                  </a:lnTo>
                  <a:cubicBezTo>
                    <a:pt x="15478" y="4011"/>
                    <a:pt x="15036" y="3568"/>
                    <a:pt x="15037" y="3568"/>
                  </a:cubicBezTo>
                  <a:lnTo>
                    <a:pt x="15037" y="3568"/>
                  </a:lnTo>
                  <a:cubicBezTo>
                    <a:pt x="15037" y="3568"/>
                    <a:pt x="15166" y="3697"/>
                    <a:pt x="15167" y="3697"/>
                  </a:cubicBezTo>
                  <a:cubicBezTo>
                    <a:pt x="15167" y="3697"/>
                    <a:pt x="15135" y="3665"/>
                    <a:pt x="15039" y="3569"/>
                  </a:cubicBezTo>
                  <a:cubicBezTo>
                    <a:pt x="15030" y="3560"/>
                    <a:pt x="15027" y="3557"/>
                    <a:pt x="15027" y="3557"/>
                  </a:cubicBezTo>
                  <a:lnTo>
                    <a:pt x="15027" y="3557"/>
                  </a:lnTo>
                  <a:cubicBezTo>
                    <a:pt x="15027" y="3557"/>
                    <a:pt x="15038" y="3569"/>
                    <a:pt x="15038" y="3569"/>
                  </a:cubicBezTo>
                  <a:cubicBezTo>
                    <a:pt x="15038" y="3569"/>
                    <a:pt x="14946" y="3477"/>
                    <a:pt x="14247" y="2780"/>
                  </a:cubicBezTo>
                  <a:lnTo>
                    <a:pt x="14799" y="2227"/>
                  </a:lnTo>
                  <a:lnTo>
                    <a:pt x="15171" y="2599"/>
                  </a:lnTo>
                  <a:cubicBezTo>
                    <a:pt x="15262" y="2690"/>
                    <a:pt x="15382" y="2736"/>
                    <a:pt x="15502" y="2736"/>
                  </a:cubicBezTo>
                  <a:cubicBezTo>
                    <a:pt x="15622" y="2736"/>
                    <a:pt x="15741" y="2690"/>
                    <a:pt x="15832" y="2599"/>
                  </a:cubicBezTo>
                  <a:cubicBezTo>
                    <a:pt x="16016" y="2415"/>
                    <a:pt x="16016" y="2120"/>
                    <a:pt x="15832" y="1936"/>
                  </a:cubicBezTo>
                  <a:lnTo>
                    <a:pt x="15462" y="1566"/>
                  </a:lnTo>
                  <a:lnTo>
                    <a:pt x="16013" y="1013"/>
                  </a:lnTo>
                  <a:close/>
                  <a:moveTo>
                    <a:pt x="14704" y="4561"/>
                  </a:moveTo>
                  <a:lnTo>
                    <a:pt x="16220" y="6076"/>
                  </a:lnTo>
                  <a:lnTo>
                    <a:pt x="15737" y="6559"/>
                  </a:lnTo>
                  <a:lnTo>
                    <a:pt x="14222" y="5043"/>
                  </a:lnTo>
                  <a:lnTo>
                    <a:pt x="14704" y="4561"/>
                  </a:lnTo>
                  <a:close/>
                  <a:moveTo>
                    <a:pt x="12702" y="5121"/>
                  </a:moveTo>
                  <a:cubicBezTo>
                    <a:pt x="12876" y="5121"/>
                    <a:pt x="13049" y="5127"/>
                    <a:pt x="13223" y="5140"/>
                  </a:cubicBezTo>
                  <a:cubicBezTo>
                    <a:pt x="13241" y="5291"/>
                    <a:pt x="13304" y="5430"/>
                    <a:pt x="13404" y="5546"/>
                  </a:cubicBezTo>
                  <a:lnTo>
                    <a:pt x="10178" y="8772"/>
                  </a:lnTo>
                  <a:cubicBezTo>
                    <a:pt x="10036" y="8647"/>
                    <a:pt x="9857" y="8584"/>
                    <a:pt x="9677" y="8584"/>
                  </a:cubicBezTo>
                  <a:cubicBezTo>
                    <a:pt x="9482" y="8584"/>
                    <a:pt x="9285" y="8659"/>
                    <a:pt x="9135" y="8809"/>
                  </a:cubicBezTo>
                  <a:lnTo>
                    <a:pt x="8531" y="9415"/>
                  </a:lnTo>
                  <a:lnTo>
                    <a:pt x="7944" y="8828"/>
                  </a:lnTo>
                  <a:cubicBezTo>
                    <a:pt x="7797" y="8681"/>
                    <a:pt x="7603" y="8607"/>
                    <a:pt x="7410" y="8607"/>
                  </a:cubicBezTo>
                  <a:cubicBezTo>
                    <a:pt x="7216" y="8607"/>
                    <a:pt x="7022" y="8681"/>
                    <a:pt x="6875" y="8828"/>
                  </a:cubicBezTo>
                  <a:lnTo>
                    <a:pt x="6654" y="9049"/>
                  </a:lnTo>
                  <a:cubicBezTo>
                    <a:pt x="6947" y="8390"/>
                    <a:pt x="7352" y="7781"/>
                    <a:pt x="7860" y="7232"/>
                  </a:cubicBezTo>
                  <a:cubicBezTo>
                    <a:pt x="9161" y="5834"/>
                    <a:pt x="10900" y="5121"/>
                    <a:pt x="12702" y="5121"/>
                  </a:cubicBezTo>
                  <a:close/>
                  <a:moveTo>
                    <a:pt x="14064" y="6211"/>
                  </a:moveTo>
                  <a:lnTo>
                    <a:pt x="14572" y="6719"/>
                  </a:lnTo>
                  <a:lnTo>
                    <a:pt x="11348" y="9942"/>
                  </a:lnTo>
                  <a:lnTo>
                    <a:pt x="10841" y="9434"/>
                  </a:lnTo>
                  <a:lnTo>
                    <a:pt x="14064" y="6211"/>
                  </a:lnTo>
                  <a:close/>
                  <a:moveTo>
                    <a:pt x="9675" y="9591"/>
                  </a:moveTo>
                  <a:lnTo>
                    <a:pt x="11190" y="11108"/>
                  </a:lnTo>
                  <a:lnTo>
                    <a:pt x="10708" y="11590"/>
                  </a:lnTo>
                  <a:lnTo>
                    <a:pt x="9193" y="10075"/>
                  </a:lnTo>
                  <a:lnTo>
                    <a:pt x="9675" y="9591"/>
                  </a:lnTo>
                  <a:close/>
                  <a:moveTo>
                    <a:pt x="7409" y="9617"/>
                  </a:moveTo>
                  <a:lnTo>
                    <a:pt x="9582" y="11788"/>
                  </a:lnTo>
                  <a:lnTo>
                    <a:pt x="8477" y="11788"/>
                  </a:lnTo>
                  <a:lnTo>
                    <a:pt x="6857" y="10170"/>
                  </a:lnTo>
                  <a:lnTo>
                    <a:pt x="7409" y="9617"/>
                  </a:lnTo>
                  <a:close/>
                  <a:moveTo>
                    <a:pt x="6194" y="10833"/>
                  </a:moveTo>
                  <a:lnTo>
                    <a:pt x="7151" y="11791"/>
                  </a:lnTo>
                  <a:lnTo>
                    <a:pt x="6584" y="11791"/>
                  </a:lnTo>
                  <a:cubicBezTo>
                    <a:pt x="6308" y="11788"/>
                    <a:pt x="6086" y="11553"/>
                    <a:pt x="6103" y="11275"/>
                  </a:cubicBezTo>
                  <a:cubicBezTo>
                    <a:pt x="6113" y="11143"/>
                    <a:pt x="6125" y="11012"/>
                    <a:pt x="6142" y="10886"/>
                  </a:cubicBezTo>
                  <a:lnTo>
                    <a:pt x="6194" y="10833"/>
                  </a:lnTo>
                  <a:close/>
                  <a:moveTo>
                    <a:pt x="23031" y="14437"/>
                  </a:moveTo>
                  <a:cubicBezTo>
                    <a:pt x="23829" y="14437"/>
                    <a:pt x="24478" y="15086"/>
                    <a:pt x="24478" y="15884"/>
                  </a:cubicBezTo>
                  <a:lnTo>
                    <a:pt x="24478" y="16096"/>
                  </a:lnTo>
                  <a:cubicBezTo>
                    <a:pt x="24478" y="17726"/>
                    <a:pt x="23212" y="19066"/>
                    <a:pt x="21611" y="19183"/>
                  </a:cubicBezTo>
                  <a:lnTo>
                    <a:pt x="21959" y="14437"/>
                  </a:lnTo>
                  <a:close/>
                  <a:moveTo>
                    <a:pt x="3454" y="14439"/>
                  </a:moveTo>
                  <a:lnTo>
                    <a:pt x="3804" y="19184"/>
                  </a:lnTo>
                  <a:cubicBezTo>
                    <a:pt x="2203" y="19066"/>
                    <a:pt x="936" y="17726"/>
                    <a:pt x="936" y="16096"/>
                  </a:cubicBezTo>
                  <a:lnTo>
                    <a:pt x="936" y="15887"/>
                  </a:lnTo>
                  <a:cubicBezTo>
                    <a:pt x="936" y="15087"/>
                    <a:pt x="1586" y="14439"/>
                    <a:pt x="2384" y="14439"/>
                  </a:cubicBezTo>
                  <a:close/>
                  <a:moveTo>
                    <a:pt x="8612" y="27174"/>
                  </a:moveTo>
                  <a:cubicBezTo>
                    <a:pt x="10026" y="27999"/>
                    <a:pt x="11549" y="28515"/>
                    <a:pt x="12704" y="28515"/>
                  </a:cubicBezTo>
                  <a:cubicBezTo>
                    <a:pt x="13820" y="28515"/>
                    <a:pt x="15337" y="28033"/>
                    <a:pt x="16798" y="27177"/>
                  </a:cubicBezTo>
                  <a:lnTo>
                    <a:pt x="16798" y="27957"/>
                  </a:lnTo>
                  <a:cubicBezTo>
                    <a:pt x="16799" y="29041"/>
                    <a:pt x="17431" y="30042"/>
                    <a:pt x="18406" y="30510"/>
                  </a:cubicBezTo>
                  <a:lnTo>
                    <a:pt x="19491" y="31029"/>
                  </a:lnTo>
                  <a:lnTo>
                    <a:pt x="5920" y="31029"/>
                  </a:lnTo>
                  <a:lnTo>
                    <a:pt x="7004" y="30510"/>
                  </a:lnTo>
                  <a:cubicBezTo>
                    <a:pt x="7980" y="30042"/>
                    <a:pt x="8612" y="29039"/>
                    <a:pt x="8612" y="27957"/>
                  </a:cubicBezTo>
                  <a:lnTo>
                    <a:pt x="8612" y="27174"/>
                  </a:lnTo>
                  <a:close/>
                  <a:moveTo>
                    <a:pt x="16014" y="1"/>
                  </a:moveTo>
                  <a:cubicBezTo>
                    <a:pt x="15820" y="1"/>
                    <a:pt x="15626" y="74"/>
                    <a:pt x="15479" y="221"/>
                  </a:cubicBezTo>
                  <a:cubicBezTo>
                    <a:pt x="13288" y="2414"/>
                    <a:pt x="13431" y="2265"/>
                    <a:pt x="13381" y="2335"/>
                  </a:cubicBezTo>
                  <a:cubicBezTo>
                    <a:pt x="13151" y="2319"/>
                    <a:pt x="12922" y="2311"/>
                    <a:pt x="12695" y="2311"/>
                  </a:cubicBezTo>
                  <a:cubicBezTo>
                    <a:pt x="7214" y="2311"/>
                    <a:pt x="2906" y="6973"/>
                    <a:pt x="3308" y="12430"/>
                  </a:cubicBezTo>
                  <a:lnTo>
                    <a:pt x="3387" y="13502"/>
                  </a:lnTo>
                  <a:lnTo>
                    <a:pt x="2385" y="13502"/>
                  </a:lnTo>
                  <a:cubicBezTo>
                    <a:pt x="1071" y="13502"/>
                    <a:pt x="0" y="14571"/>
                    <a:pt x="0" y="15888"/>
                  </a:cubicBezTo>
                  <a:lnTo>
                    <a:pt x="0" y="16097"/>
                  </a:lnTo>
                  <a:cubicBezTo>
                    <a:pt x="0" y="18267"/>
                    <a:pt x="1724" y="20044"/>
                    <a:pt x="3875" y="20125"/>
                  </a:cubicBezTo>
                  <a:lnTo>
                    <a:pt x="3918" y="20699"/>
                  </a:lnTo>
                  <a:cubicBezTo>
                    <a:pt x="4008" y="21946"/>
                    <a:pt x="4482" y="23157"/>
                    <a:pt x="5326" y="24297"/>
                  </a:cubicBezTo>
                  <a:cubicBezTo>
                    <a:pt x="5417" y="24420"/>
                    <a:pt x="5558" y="24486"/>
                    <a:pt x="5701" y="24486"/>
                  </a:cubicBezTo>
                  <a:cubicBezTo>
                    <a:pt x="6080" y="24486"/>
                    <a:pt x="6308" y="24050"/>
                    <a:pt x="6079" y="23740"/>
                  </a:cubicBezTo>
                  <a:cubicBezTo>
                    <a:pt x="5343" y="22747"/>
                    <a:pt x="4931" y="21701"/>
                    <a:pt x="4852" y="20633"/>
                  </a:cubicBezTo>
                  <a:cubicBezTo>
                    <a:pt x="4782" y="19693"/>
                    <a:pt x="4947" y="21930"/>
                    <a:pt x="4242" y="12362"/>
                  </a:cubicBezTo>
                  <a:cubicBezTo>
                    <a:pt x="3880" y="7436"/>
                    <a:pt x="7775" y="3249"/>
                    <a:pt x="12697" y="3249"/>
                  </a:cubicBezTo>
                  <a:cubicBezTo>
                    <a:pt x="12938" y="3249"/>
                    <a:pt x="13181" y="3259"/>
                    <a:pt x="13426" y="3279"/>
                  </a:cubicBezTo>
                  <a:cubicBezTo>
                    <a:pt x="13450" y="3306"/>
                    <a:pt x="13404" y="3262"/>
                    <a:pt x="14046" y="3902"/>
                  </a:cubicBezTo>
                  <a:lnTo>
                    <a:pt x="13698" y="4251"/>
                  </a:lnTo>
                  <a:cubicBezTo>
                    <a:pt x="13360" y="4207"/>
                    <a:pt x="13026" y="4186"/>
                    <a:pt x="12697" y="4186"/>
                  </a:cubicBezTo>
                  <a:cubicBezTo>
                    <a:pt x="8689" y="4186"/>
                    <a:pt x="5432" y="7320"/>
                    <a:pt x="5173" y="11214"/>
                  </a:cubicBezTo>
                  <a:cubicBezTo>
                    <a:pt x="5119" y="12032"/>
                    <a:pt x="5770" y="12728"/>
                    <a:pt x="6590" y="12728"/>
                  </a:cubicBezTo>
                  <a:lnTo>
                    <a:pt x="14630" y="12728"/>
                  </a:lnTo>
                  <a:cubicBezTo>
                    <a:pt x="14888" y="12728"/>
                    <a:pt x="15097" y="12519"/>
                    <a:pt x="15097" y="12260"/>
                  </a:cubicBezTo>
                  <a:cubicBezTo>
                    <a:pt x="15097" y="12002"/>
                    <a:pt x="14888" y="11793"/>
                    <a:pt x="14630" y="11793"/>
                  </a:cubicBezTo>
                  <a:lnTo>
                    <a:pt x="11836" y="11793"/>
                  </a:lnTo>
                  <a:lnTo>
                    <a:pt x="11978" y="11651"/>
                  </a:lnTo>
                  <a:cubicBezTo>
                    <a:pt x="12265" y="11364"/>
                    <a:pt x="12276" y="10906"/>
                    <a:pt x="12015" y="10607"/>
                  </a:cubicBezTo>
                  <a:lnTo>
                    <a:pt x="15241" y="7382"/>
                  </a:lnTo>
                  <a:cubicBezTo>
                    <a:pt x="15384" y="7506"/>
                    <a:pt x="15564" y="7568"/>
                    <a:pt x="15743" y="7568"/>
                  </a:cubicBezTo>
                  <a:cubicBezTo>
                    <a:pt x="15939" y="7568"/>
                    <a:pt x="16134" y="7494"/>
                    <a:pt x="16284" y="7344"/>
                  </a:cubicBezTo>
                  <a:lnTo>
                    <a:pt x="16887" y="6742"/>
                  </a:lnTo>
                  <a:lnTo>
                    <a:pt x="17474" y="7329"/>
                  </a:lnTo>
                  <a:cubicBezTo>
                    <a:pt x="17568" y="7423"/>
                    <a:pt x="17683" y="7489"/>
                    <a:pt x="17811" y="7524"/>
                  </a:cubicBezTo>
                  <a:cubicBezTo>
                    <a:pt x="18702" y="8599"/>
                    <a:pt x="19223" y="9891"/>
                    <a:pt x="19315" y="11278"/>
                  </a:cubicBezTo>
                  <a:cubicBezTo>
                    <a:pt x="19332" y="11557"/>
                    <a:pt x="19111" y="11793"/>
                    <a:pt x="18831" y="11793"/>
                  </a:cubicBezTo>
                  <a:lnTo>
                    <a:pt x="16818" y="11793"/>
                  </a:lnTo>
                  <a:cubicBezTo>
                    <a:pt x="16560" y="11793"/>
                    <a:pt x="16349" y="12002"/>
                    <a:pt x="16349" y="12260"/>
                  </a:cubicBezTo>
                  <a:cubicBezTo>
                    <a:pt x="16349" y="12519"/>
                    <a:pt x="16560" y="12728"/>
                    <a:pt x="16818" y="12728"/>
                  </a:cubicBezTo>
                  <a:lnTo>
                    <a:pt x="18831" y="12728"/>
                  </a:lnTo>
                  <a:cubicBezTo>
                    <a:pt x="19652" y="12728"/>
                    <a:pt x="20302" y="12032"/>
                    <a:pt x="20249" y="11214"/>
                  </a:cubicBezTo>
                  <a:cubicBezTo>
                    <a:pt x="20150" y="9728"/>
                    <a:pt x="19623" y="8336"/>
                    <a:pt x="18716" y="7156"/>
                  </a:cubicBezTo>
                  <a:lnTo>
                    <a:pt x="19384" y="6489"/>
                  </a:lnTo>
                  <a:cubicBezTo>
                    <a:pt x="20702" y="8157"/>
                    <a:pt x="21338" y="10223"/>
                    <a:pt x="21180" y="12362"/>
                  </a:cubicBezTo>
                  <a:cubicBezTo>
                    <a:pt x="20866" y="16628"/>
                    <a:pt x="20819" y="17263"/>
                    <a:pt x="20819" y="17263"/>
                  </a:cubicBezTo>
                  <a:cubicBezTo>
                    <a:pt x="20818" y="17263"/>
                    <a:pt x="20827" y="17149"/>
                    <a:pt x="20827" y="17149"/>
                  </a:cubicBezTo>
                  <a:lnTo>
                    <a:pt x="20827" y="17149"/>
                  </a:lnTo>
                  <a:cubicBezTo>
                    <a:pt x="20827" y="17149"/>
                    <a:pt x="20791" y="17637"/>
                    <a:pt x="20570" y="20633"/>
                  </a:cubicBezTo>
                  <a:cubicBezTo>
                    <a:pt x="20278" y="24612"/>
                    <a:pt x="15271" y="27583"/>
                    <a:pt x="12711" y="27583"/>
                  </a:cubicBezTo>
                  <a:cubicBezTo>
                    <a:pt x="11510" y="27583"/>
                    <a:pt x="9394" y="26839"/>
                    <a:pt x="7545" y="25284"/>
                  </a:cubicBezTo>
                  <a:cubicBezTo>
                    <a:pt x="7458" y="25210"/>
                    <a:pt x="7351" y="25174"/>
                    <a:pt x="7245" y="25174"/>
                  </a:cubicBezTo>
                  <a:cubicBezTo>
                    <a:pt x="7112" y="25174"/>
                    <a:pt x="6979" y="25231"/>
                    <a:pt x="6885" y="25340"/>
                  </a:cubicBezTo>
                  <a:cubicBezTo>
                    <a:pt x="6719" y="25538"/>
                    <a:pt x="6745" y="25833"/>
                    <a:pt x="6943" y="26000"/>
                  </a:cubicBezTo>
                  <a:cubicBezTo>
                    <a:pt x="7179" y="26199"/>
                    <a:pt x="7428" y="26392"/>
                    <a:pt x="7682" y="26572"/>
                  </a:cubicBezTo>
                  <a:lnTo>
                    <a:pt x="7682" y="27960"/>
                  </a:lnTo>
                  <a:cubicBezTo>
                    <a:pt x="7682" y="28685"/>
                    <a:pt x="7261" y="29356"/>
                    <a:pt x="6608" y="29668"/>
                  </a:cubicBezTo>
                  <a:lnTo>
                    <a:pt x="4680" y="30593"/>
                  </a:lnTo>
                  <a:cubicBezTo>
                    <a:pt x="4373" y="30741"/>
                    <a:pt x="4212" y="31077"/>
                    <a:pt x="4287" y="31407"/>
                  </a:cubicBezTo>
                  <a:cubicBezTo>
                    <a:pt x="4363" y="31738"/>
                    <a:pt x="4653" y="31969"/>
                    <a:pt x="4994" y="31969"/>
                  </a:cubicBezTo>
                  <a:lnTo>
                    <a:pt x="20434" y="31969"/>
                  </a:lnTo>
                  <a:cubicBezTo>
                    <a:pt x="20774" y="31969"/>
                    <a:pt x="21065" y="31738"/>
                    <a:pt x="21140" y="31407"/>
                  </a:cubicBezTo>
                  <a:cubicBezTo>
                    <a:pt x="21216" y="31074"/>
                    <a:pt x="21054" y="30741"/>
                    <a:pt x="20747" y="30593"/>
                  </a:cubicBezTo>
                  <a:lnTo>
                    <a:pt x="18820" y="29668"/>
                  </a:lnTo>
                  <a:cubicBezTo>
                    <a:pt x="18167" y="29355"/>
                    <a:pt x="17745" y="28683"/>
                    <a:pt x="17745" y="27960"/>
                  </a:cubicBezTo>
                  <a:lnTo>
                    <a:pt x="17745" y="26571"/>
                  </a:lnTo>
                  <a:cubicBezTo>
                    <a:pt x="19682" y="25182"/>
                    <a:pt x="21326" y="23134"/>
                    <a:pt x="21506" y="20702"/>
                  </a:cubicBezTo>
                  <a:lnTo>
                    <a:pt x="21549" y="20128"/>
                  </a:lnTo>
                  <a:cubicBezTo>
                    <a:pt x="23700" y="20045"/>
                    <a:pt x="25423" y="18270"/>
                    <a:pt x="25423" y="16099"/>
                  </a:cubicBezTo>
                  <a:lnTo>
                    <a:pt x="25423" y="15889"/>
                  </a:lnTo>
                  <a:cubicBezTo>
                    <a:pt x="25415" y="14571"/>
                    <a:pt x="24346" y="13502"/>
                    <a:pt x="23028" y="13502"/>
                  </a:cubicBezTo>
                  <a:lnTo>
                    <a:pt x="22028" y="13502"/>
                  </a:lnTo>
                  <a:lnTo>
                    <a:pt x="22107" y="12430"/>
                  </a:lnTo>
                  <a:cubicBezTo>
                    <a:pt x="22285" y="10016"/>
                    <a:pt x="21555" y="7687"/>
                    <a:pt x="20044" y="5819"/>
                  </a:cubicBezTo>
                  <a:cubicBezTo>
                    <a:pt x="20616" y="5248"/>
                    <a:pt x="20557" y="5311"/>
                    <a:pt x="20560" y="5302"/>
                  </a:cubicBezTo>
                  <a:cubicBezTo>
                    <a:pt x="20854" y="5008"/>
                    <a:pt x="20854" y="4528"/>
                    <a:pt x="20560" y="4233"/>
                  </a:cubicBezTo>
                  <a:lnTo>
                    <a:pt x="19470" y="3143"/>
                  </a:lnTo>
                  <a:lnTo>
                    <a:pt x="20032" y="2582"/>
                  </a:lnTo>
                  <a:cubicBezTo>
                    <a:pt x="20265" y="2349"/>
                    <a:pt x="20265" y="1971"/>
                    <a:pt x="20032" y="1737"/>
                  </a:cubicBezTo>
                  <a:lnTo>
                    <a:pt x="19045" y="751"/>
                  </a:lnTo>
                  <a:cubicBezTo>
                    <a:pt x="18929" y="634"/>
                    <a:pt x="18776" y="575"/>
                    <a:pt x="18623" y="575"/>
                  </a:cubicBezTo>
                  <a:cubicBezTo>
                    <a:pt x="18470" y="575"/>
                    <a:pt x="18317" y="634"/>
                    <a:pt x="18200" y="751"/>
                  </a:cubicBezTo>
                  <a:lnTo>
                    <a:pt x="17639" y="1312"/>
                  </a:lnTo>
                  <a:lnTo>
                    <a:pt x="16548" y="221"/>
                  </a:lnTo>
                  <a:cubicBezTo>
                    <a:pt x="16401" y="74"/>
                    <a:pt x="16207" y="1"/>
                    <a:pt x="1601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0"/>
            <p:cNvSpPr/>
            <p:nvPr/>
          </p:nvSpPr>
          <p:spPr>
            <a:xfrm>
              <a:off x="7220659" y="2781270"/>
              <a:ext cx="60834" cy="12227"/>
            </a:xfrm>
            <a:custGeom>
              <a:rect b="b" l="l" r="r" t="t"/>
              <a:pathLst>
                <a:path extrusionOk="0" h="938" w="4667">
                  <a:moveTo>
                    <a:pt x="468" y="1"/>
                  </a:moveTo>
                  <a:cubicBezTo>
                    <a:pt x="210" y="1"/>
                    <a:pt x="0" y="210"/>
                    <a:pt x="0" y="469"/>
                  </a:cubicBezTo>
                  <a:cubicBezTo>
                    <a:pt x="0" y="727"/>
                    <a:pt x="210" y="938"/>
                    <a:pt x="468" y="938"/>
                  </a:cubicBezTo>
                  <a:lnTo>
                    <a:pt x="4199" y="938"/>
                  </a:lnTo>
                  <a:cubicBezTo>
                    <a:pt x="4457" y="938"/>
                    <a:pt x="4667" y="727"/>
                    <a:pt x="4667" y="469"/>
                  </a:cubicBezTo>
                  <a:cubicBezTo>
                    <a:pt x="4667" y="210"/>
                    <a:pt x="4457"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0"/>
            <p:cNvSpPr/>
            <p:nvPr/>
          </p:nvSpPr>
          <p:spPr>
            <a:xfrm>
              <a:off x="7285521" y="2781270"/>
              <a:ext cx="77115" cy="76763"/>
            </a:xfrm>
            <a:custGeom>
              <a:rect b="b" l="l" r="r" t="t"/>
              <a:pathLst>
                <a:path extrusionOk="0" h="5889" w="5916">
                  <a:moveTo>
                    <a:pt x="2962" y="1"/>
                  </a:moveTo>
                  <a:cubicBezTo>
                    <a:pt x="2017" y="1"/>
                    <a:pt x="1248" y="770"/>
                    <a:pt x="1248" y="1716"/>
                  </a:cubicBezTo>
                  <a:lnTo>
                    <a:pt x="1248" y="4174"/>
                  </a:lnTo>
                  <a:cubicBezTo>
                    <a:pt x="1248" y="4601"/>
                    <a:pt x="897" y="4951"/>
                    <a:pt x="470" y="4951"/>
                  </a:cubicBezTo>
                  <a:cubicBezTo>
                    <a:pt x="212" y="4951"/>
                    <a:pt x="1" y="5161"/>
                    <a:pt x="1" y="5419"/>
                  </a:cubicBezTo>
                  <a:cubicBezTo>
                    <a:pt x="1" y="5677"/>
                    <a:pt x="212" y="5888"/>
                    <a:pt x="470" y="5888"/>
                  </a:cubicBezTo>
                  <a:cubicBezTo>
                    <a:pt x="471" y="5888"/>
                    <a:pt x="472" y="5888"/>
                    <a:pt x="472" y="5888"/>
                  </a:cubicBezTo>
                  <a:cubicBezTo>
                    <a:pt x="1415" y="5888"/>
                    <a:pt x="2185" y="5120"/>
                    <a:pt x="2185" y="4174"/>
                  </a:cubicBezTo>
                  <a:lnTo>
                    <a:pt x="2185" y="1716"/>
                  </a:lnTo>
                  <a:cubicBezTo>
                    <a:pt x="2185" y="1286"/>
                    <a:pt x="2533" y="938"/>
                    <a:pt x="2962" y="938"/>
                  </a:cubicBezTo>
                  <a:lnTo>
                    <a:pt x="5446" y="938"/>
                  </a:lnTo>
                  <a:cubicBezTo>
                    <a:pt x="5704" y="938"/>
                    <a:pt x="5915" y="727"/>
                    <a:pt x="5915" y="469"/>
                  </a:cubicBezTo>
                  <a:cubicBezTo>
                    <a:pt x="5915" y="210"/>
                    <a:pt x="5704"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0"/>
            <p:cNvSpPr/>
            <p:nvPr/>
          </p:nvSpPr>
          <p:spPr>
            <a:xfrm>
              <a:off x="7253064" y="2890972"/>
              <a:ext cx="77141" cy="12227"/>
            </a:xfrm>
            <a:custGeom>
              <a:rect b="b" l="l" r="r" t="t"/>
              <a:pathLst>
                <a:path extrusionOk="0" h="938" w="5918">
                  <a:moveTo>
                    <a:pt x="470" y="1"/>
                  </a:moveTo>
                  <a:cubicBezTo>
                    <a:pt x="212" y="1"/>
                    <a:pt x="1" y="210"/>
                    <a:pt x="1" y="468"/>
                  </a:cubicBezTo>
                  <a:cubicBezTo>
                    <a:pt x="1" y="727"/>
                    <a:pt x="212" y="938"/>
                    <a:pt x="470" y="938"/>
                  </a:cubicBezTo>
                  <a:lnTo>
                    <a:pt x="5449" y="938"/>
                  </a:lnTo>
                  <a:cubicBezTo>
                    <a:pt x="5708" y="938"/>
                    <a:pt x="5917" y="727"/>
                    <a:pt x="5917" y="468"/>
                  </a:cubicBezTo>
                  <a:cubicBezTo>
                    <a:pt x="5917" y="210"/>
                    <a:pt x="5708" y="1"/>
                    <a:pt x="544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9" name="Google Shape;6359;p70"/>
          <p:cNvGrpSpPr/>
          <p:nvPr/>
        </p:nvGrpSpPr>
        <p:grpSpPr>
          <a:xfrm>
            <a:off x="6101200" y="2587284"/>
            <a:ext cx="331490" cy="416876"/>
            <a:chOff x="6101200" y="2587284"/>
            <a:chExt cx="331490" cy="416876"/>
          </a:xfrm>
        </p:grpSpPr>
        <p:sp>
          <p:nvSpPr>
            <p:cNvPr id="6360" name="Google Shape;6360;p70"/>
            <p:cNvSpPr/>
            <p:nvPr/>
          </p:nvSpPr>
          <p:spPr>
            <a:xfrm>
              <a:off x="6376384" y="2769432"/>
              <a:ext cx="50126" cy="74211"/>
            </a:xfrm>
            <a:custGeom>
              <a:rect b="b" l="l" r="r" t="t"/>
              <a:pathLst>
                <a:path extrusionOk="0" h="5691" w="3844">
                  <a:moveTo>
                    <a:pt x="421" y="1"/>
                  </a:moveTo>
                  <a:lnTo>
                    <a:pt x="0" y="5690"/>
                  </a:lnTo>
                  <a:lnTo>
                    <a:pt x="279" y="5690"/>
                  </a:lnTo>
                  <a:cubicBezTo>
                    <a:pt x="2249" y="5690"/>
                    <a:pt x="3843" y="4093"/>
                    <a:pt x="3843" y="2127"/>
                  </a:cubicBezTo>
                  <a:lnTo>
                    <a:pt x="3843" y="1918"/>
                  </a:lnTo>
                  <a:cubicBezTo>
                    <a:pt x="3843" y="858"/>
                    <a:pt x="2984" y="1"/>
                    <a:pt x="1925"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0"/>
            <p:cNvSpPr/>
            <p:nvPr/>
          </p:nvSpPr>
          <p:spPr>
            <a:xfrm>
              <a:off x="6107302" y="2769432"/>
              <a:ext cx="50126" cy="74211"/>
            </a:xfrm>
            <a:custGeom>
              <a:rect b="b" l="l" r="r" t="t"/>
              <a:pathLst>
                <a:path extrusionOk="0" h="5691" w="3844">
                  <a:moveTo>
                    <a:pt x="1918" y="1"/>
                  </a:moveTo>
                  <a:cubicBezTo>
                    <a:pt x="860" y="1"/>
                    <a:pt x="1" y="858"/>
                    <a:pt x="1" y="1918"/>
                  </a:cubicBezTo>
                  <a:lnTo>
                    <a:pt x="1" y="2127"/>
                  </a:lnTo>
                  <a:cubicBezTo>
                    <a:pt x="1" y="4093"/>
                    <a:pt x="1595" y="5690"/>
                    <a:pt x="3565" y="5690"/>
                  </a:cubicBezTo>
                  <a:lnTo>
                    <a:pt x="3843" y="5690"/>
                  </a:lnTo>
                  <a:lnTo>
                    <a:pt x="3423"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0"/>
            <p:cNvSpPr/>
            <p:nvPr/>
          </p:nvSpPr>
          <p:spPr>
            <a:xfrm>
              <a:off x="6161586" y="2930560"/>
              <a:ext cx="210648" cy="67469"/>
            </a:xfrm>
            <a:custGeom>
              <a:rect b="b" l="l" r="r" t="t"/>
              <a:pathLst>
                <a:path extrusionOk="0" h="5174" w="16154">
                  <a:moveTo>
                    <a:pt x="3516" y="0"/>
                  </a:moveTo>
                  <a:lnTo>
                    <a:pt x="3516" y="1630"/>
                  </a:lnTo>
                  <a:cubicBezTo>
                    <a:pt x="3516" y="2540"/>
                    <a:pt x="2995" y="3368"/>
                    <a:pt x="2174" y="3761"/>
                  </a:cubicBezTo>
                  <a:lnTo>
                    <a:pt x="247" y="4687"/>
                  </a:lnTo>
                  <a:cubicBezTo>
                    <a:pt x="0" y="4806"/>
                    <a:pt x="85" y="5173"/>
                    <a:pt x="358" y="5173"/>
                  </a:cubicBezTo>
                  <a:lnTo>
                    <a:pt x="15797" y="5173"/>
                  </a:lnTo>
                  <a:cubicBezTo>
                    <a:pt x="16070" y="5173"/>
                    <a:pt x="16153" y="4806"/>
                    <a:pt x="15909" y="4687"/>
                  </a:cubicBezTo>
                  <a:lnTo>
                    <a:pt x="13981" y="3761"/>
                  </a:lnTo>
                  <a:cubicBezTo>
                    <a:pt x="13159" y="3368"/>
                    <a:pt x="12639" y="2540"/>
                    <a:pt x="12639" y="1630"/>
                  </a:cubicBezTo>
                  <a:lnTo>
                    <a:pt x="12639" y="0"/>
                  </a:lnTo>
                  <a:cubicBezTo>
                    <a:pt x="11039" y="1094"/>
                    <a:pt x="9274" y="1721"/>
                    <a:pt x="8077" y="1721"/>
                  </a:cubicBezTo>
                  <a:cubicBezTo>
                    <a:pt x="6881" y="1721"/>
                    <a:pt x="5114" y="1094"/>
                    <a:pt x="3516"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0"/>
            <p:cNvSpPr/>
            <p:nvPr/>
          </p:nvSpPr>
          <p:spPr>
            <a:xfrm>
              <a:off x="6145430" y="2623507"/>
              <a:ext cx="242948" cy="329508"/>
            </a:xfrm>
            <a:custGeom>
              <a:rect b="b" l="l" r="r" t="t"/>
              <a:pathLst>
                <a:path extrusionOk="0" h="25269" w="18631">
                  <a:moveTo>
                    <a:pt x="9316" y="1"/>
                  </a:moveTo>
                  <a:cubicBezTo>
                    <a:pt x="4112" y="1"/>
                    <a:pt x="1" y="4423"/>
                    <a:pt x="384" y="9616"/>
                  </a:cubicBezTo>
                  <a:lnTo>
                    <a:pt x="994" y="17887"/>
                  </a:lnTo>
                  <a:cubicBezTo>
                    <a:pt x="1315" y="22248"/>
                    <a:pt x="6691" y="25269"/>
                    <a:pt x="9318" y="25269"/>
                  </a:cubicBezTo>
                  <a:cubicBezTo>
                    <a:pt x="11947" y="25269"/>
                    <a:pt x="17322" y="22245"/>
                    <a:pt x="17643" y="17887"/>
                  </a:cubicBezTo>
                  <a:lnTo>
                    <a:pt x="18249" y="9616"/>
                  </a:lnTo>
                  <a:cubicBezTo>
                    <a:pt x="18631" y="4423"/>
                    <a:pt x="14522" y="1"/>
                    <a:pt x="9316"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0"/>
            <p:cNvSpPr/>
            <p:nvPr/>
          </p:nvSpPr>
          <p:spPr>
            <a:xfrm>
              <a:off x="6209271" y="2628919"/>
              <a:ext cx="178205" cy="324057"/>
            </a:xfrm>
            <a:custGeom>
              <a:rect b="b" l="l" r="r" t="t"/>
              <a:pathLst>
                <a:path extrusionOk="0" h="24851" w="13666">
                  <a:moveTo>
                    <a:pt x="7124" y="1"/>
                  </a:moveTo>
                  <a:lnTo>
                    <a:pt x="7124" y="1"/>
                  </a:lnTo>
                  <a:cubicBezTo>
                    <a:pt x="9573" y="1751"/>
                    <a:pt x="11094" y="4701"/>
                    <a:pt x="10856" y="7952"/>
                  </a:cubicBezTo>
                  <a:lnTo>
                    <a:pt x="10246" y="16222"/>
                  </a:lnTo>
                  <a:cubicBezTo>
                    <a:pt x="9925" y="20582"/>
                    <a:pt x="4550" y="23602"/>
                    <a:pt x="1922" y="23602"/>
                  </a:cubicBezTo>
                  <a:cubicBezTo>
                    <a:pt x="1377" y="23602"/>
                    <a:pt x="713" y="23472"/>
                    <a:pt x="1" y="23228"/>
                  </a:cubicBezTo>
                  <a:lnTo>
                    <a:pt x="1" y="23228"/>
                  </a:lnTo>
                  <a:cubicBezTo>
                    <a:pt x="1562" y="24262"/>
                    <a:pt x="3258" y="24851"/>
                    <a:pt x="4420" y="24851"/>
                  </a:cubicBezTo>
                  <a:cubicBezTo>
                    <a:pt x="7048" y="24851"/>
                    <a:pt x="12425" y="21829"/>
                    <a:pt x="12745" y="17471"/>
                  </a:cubicBezTo>
                  <a:lnTo>
                    <a:pt x="13354" y="9200"/>
                  </a:lnTo>
                  <a:cubicBezTo>
                    <a:pt x="13666" y="4951"/>
                    <a:pt x="10970" y="1216"/>
                    <a:pt x="7124"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0"/>
            <p:cNvSpPr/>
            <p:nvPr/>
          </p:nvSpPr>
          <p:spPr>
            <a:xfrm>
              <a:off x="6185513" y="2593386"/>
              <a:ext cx="162804" cy="153729"/>
            </a:xfrm>
            <a:custGeom>
              <a:rect b="b" l="l" r="r" t="t"/>
              <a:pathLst>
                <a:path extrusionOk="0" h="11789" w="12485">
                  <a:moveTo>
                    <a:pt x="6242" y="1"/>
                  </a:moveTo>
                  <a:cubicBezTo>
                    <a:pt x="2796" y="1"/>
                    <a:pt x="1" y="2794"/>
                    <a:pt x="1" y="6243"/>
                  </a:cubicBezTo>
                  <a:cubicBezTo>
                    <a:pt x="1" y="8656"/>
                    <a:pt x="1371" y="10750"/>
                    <a:pt x="3374" y="11789"/>
                  </a:cubicBezTo>
                  <a:lnTo>
                    <a:pt x="9109" y="11789"/>
                  </a:lnTo>
                  <a:cubicBezTo>
                    <a:pt x="11114" y="10750"/>
                    <a:pt x="12484" y="8656"/>
                    <a:pt x="12484" y="6243"/>
                  </a:cubicBezTo>
                  <a:cubicBezTo>
                    <a:pt x="12484" y="2794"/>
                    <a:pt x="9691" y="1"/>
                    <a:pt x="62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0"/>
            <p:cNvSpPr/>
            <p:nvPr/>
          </p:nvSpPr>
          <p:spPr>
            <a:xfrm>
              <a:off x="6215151" y="2595655"/>
              <a:ext cx="133164" cy="151460"/>
            </a:xfrm>
            <a:custGeom>
              <a:rect b="b" l="l" r="r" t="t"/>
              <a:pathLst>
                <a:path extrusionOk="0" h="11615" w="10212">
                  <a:moveTo>
                    <a:pt x="5439" y="0"/>
                  </a:moveTo>
                  <a:cubicBezTo>
                    <a:pt x="6829" y="1145"/>
                    <a:pt x="7713" y="2879"/>
                    <a:pt x="7713" y="4820"/>
                  </a:cubicBezTo>
                  <a:cubicBezTo>
                    <a:pt x="7713" y="8267"/>
                    <a:pt x="4918" y="11062"/>
                    <a:pt x="1471" y="11062"/>
                  </a:cubicBezTo>
                  <a:cubicBezTo>
                    <a:pt x="965" y="11062"/>
                    <a:pt x="473" y="11000"/>
                    <a:pt x="0" y="10889"/>
                  </a:cubicBezTo>
                  <a:lnTo>
                    <a:pt x="0" y="10889"/>
                  </a:lnTo>
                  <a:cubicBezTo>
                    <a:pt x="339" y="11168"/>
                    <a:pt x="706" y="11412"/>
                    <a:pt x="1100" y="11615"/>
                  </a:cubicBezTo>
                  <a:lnTo>
                    <a:pt x="6834" y="11615"/>
                  </a:lnTo>
                  <a:cubicBezTo>
                    <a:pt x="8840" y="10576"/>
                    <a:pt x="10209" y="8482"/>
                    <a:pt x="10209" y="6069"/>
                  </a:cubicBezTo>
                  <a:cubicBezTo>
                    <a:pt x="10211" y="3127"/>
                    <a:pt x="8178" y="662"/>
                    <a:pt x="5439" y="0"/>
                  </a:cubicBezTo>
                  <a:close/>
                </a:path>
              </a:pathLst>
            </a:custGeom>
            <a:solidFill>
              <a:srgbClr val="DF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0"/>
            <p:cNvSpPr/>
            <p:nvPr/>
          </p:nvSpPr>
          <p:spPr>
            <a:xfrm>
              <a:off x="6174247" y="2692929"/>
              <a:ext cx="55277" cy="54181"/>
            </a:xfrm>
            <a:custGeom>
              <a:rect b="b" l="l" r="r" t="t"/>
              <a:pathLst>
                <a:path extrusionOk="0" h="4155" w="4239">
                  <a:moveTo>
                    <a:pt x="1020" y="0"/>
                  </a:moveTo>
                  <a:cubicBezTo>
                    <a:pt x="446" y="953"/>
                    <a:pt x="110" y="2021"/>
                    <a:pt x="37" y="3139"/>
                  </a:cubicBezTo>
                  <a:cubicBezTo>
                    <a:pt x="1" y="3688"/>
                    <a:pt x="435" y="4155"/>
                    <a:pt x="987" y="4155"/>
                  </a:cubicBezTo>
                  <a:lnTo>
                    <a:pt x="4238" y="4155"/>
                  </a:lnTo>
                  <a:cubicBezTo>
                    <a:pt x="2631" y="3322"/>
                    <a:pt x="1431" y="1811"/>
                    <a:pt x="1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0"/>
            <p:cNvSpPr/>
            <p:nvPr/>
          </p:nvSpPr>
          <p:spPr>
            <a:xfrm>
              <a:off x="6304289" y="2692942"/>
              <a:ext cx="55264" cy="54194"/>
            </a:xfrm>
            <a:custGeom>
              <a:rect b="b" l="l" r="r" t="t"/>
              <a:pathLst>
                <a:path extrusionOk="0" h="4156" w="4238">
                  <a:moveTo>
                    <a:pt x="3219" y="1"/>
                  </a:moveTo>
                  <a:cubicBezTo>
                    <a:pt x="2807" y="1810"/>
                    <a:pt x="1609" y="3321"/>
                    <a:pt x="0" y="4155"/>
                  </a:cubicBezTo>
                  <a:lnTo>
                    <a:pt x="3252" y="4155"/>
                  </a:lnTo>
                  <a:cubicBezTo>
                    <a:pt x="3803" y="4154"/>
                    <a:pt x="4238" y="3689"/>
                    <a:pt x="4202" y="3141"/>
                  </a:cubicBezTo>
                  <a:cubicBezTo>
                    <a:pt x="4129" y="2023"/>
                    <a:pt x="3793" y="954"/>
                    <a:pt x="32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0"/>
            <p:cNvSpPr/>
            <p:nvPr/>
          </p:nvSpPr>
          <p:spPr>
            <a:xfrm>
              <a:off x="6174247" y="2730822"/>
              <a:ext cx="55277" cy="16313"/>
            </a:xfrm>
            <a:custGeom>
              <a:rect b="b" l="l" r="r" t="t"/>
              <a:pathLst>
                <a:path extrusionOk="0" h="1251" w="4239">
                  <a:moveTo>
                    <a:pt x="55" y="0"/>
                  </a:moveTo>
                  <a:cubicBezTo>
                    <a:pt x="48" y="78"/>
                    <a:pt x="41" y="155"/>
                    <a:pt x="37" y="236"/>
                  </a:cubicBezTo>
                  <a:cubicBezTo>
                    <a:pt x="1" y="784"/>
                    <a:pt x="435" y="1250"/>
                    <a:pt x="987" y="1250"/>
                  </a:cubicBezTo>
                  <a:lnTo>
                    <a:pt x="4238" y="1250"/>
                  </a:lnTo>
                  <a:cubicBezTo>
                    <a:pt x="3617" y="927"/>
                    <a:pt x="3057" y="502"/>
                    <a:pt x="2578"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0"/>
            <p:cNvSpPr/>
            <p:nvPr/>
          </p:nvSpPr>
          <p:spPr>
            <a:xfrm>
              <a:off x="6205828" y="2613728"/>
              <a:ext cx="122107" cy="122107"/>
            </a:xfrm>
            <a:custGeom>
              <a:rect b="b" l="l" r="r" t="t"/>
              <a:pathLst>
                <a:path extrusionOk="0" h="9364" w="9364">
                  <a:moveTo>
                    <a:pt x="4683" y="1562"/>
                  </a:moveTo>
                  <a:cubicBezTo>
                    <a:pt x="6404" y="1562"/>
                    <a:pt x="7804" y="2961"/>
                    <a:pt x="7804" y="4683"/>
                  </a:cubicBezTo>
                  <a:cubicBezTo>
                    <a:pt x="7804" y="6403"/>
                    <a:pt x="6405" y="7804"/>
                    <a:pt x="4683" y="7804"/>
                  </a:cubicBezTo>
                  <a:cubicBezTo>
                    <a:pt x="2963" y="7804"/>
                    <a:pt x="1562" y="6404"/>
                    <a:pt x="1562" y="4683"/>
                  </a:cubicBezTo>
                  <a:cubicBezTo>
                    <a:pt x="1562" y="2962"/>
                    <a:pt x="2961" y="1562"/>
                    <a:pt x="4683" y="1562"/>
                  </a:cubicBezTo>
                  <a:close/>
                  <a:moveTo>
                    <a:pt x="4683" y="0"/>
                  </a:moveTo>
                  <a:cubicBezTo>
                    <a:pt x="2099" y="0"/>
                    <a:pt x="1" y="2098"/>
                    <a:pt x="1" y="4683"/>
                  </a:cubicBezTo>
                  <a:cubicBezTo>
                    <a:pt x="1" y="7267"/>
                    <a:pt x="2099" y="9363"/>
                    <a:pt x="4683" y="9363"/>
                  </a:cubicBezTo>
                  <a:cubicBezTo>
                    <a:pt x="7267" y="9363"/>
                    <a:pt x="9364" y="7267"/>
                    <a:pt x="9364" y="4683"/>
                  </a:cubicBezTo>
                  <a:cubicBezTo>
                    <a:pt x="9364" y="2098"/>
                    <a:pt x="7269" y="0"/>
                    <a:pt x="46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0"/>
            <p:cNvSpPr/>
            <p:nvPr/>
          </p:nvSpPr>
          <p:spPr>
            <a:xfrm>
              <a:off x="6260711" y="2633404"/>
              <a:ext cx="67221" cy="102403"/>
            </a:xfrm>
            <a:custGeom>
              <a:rect b="b" l="l" r="r" t="t"/>
              <a:pathLst>
                <a:path extrusionOk="0" h="7853" w="5155">
                  <a:moveTo>
                    <a:pt x="3916" y="1"/>
                  </a:moveTo>
                  <a:lnTo>
                    <a:pt x="3916" y="1"/>
                  </a:lnTo>
                  <a:cubicBezTo>
                    <a:pt x="4112" y="606"/>
                    <a:pt x="4218" y="1252"/>
                    <a:pt x="4218" y="1924"/>
                  </a:cubicBezTo>
                  <a:cubicBezTo>
                    <a:pt x="4218" y="4662"/>
                    <a:pt x="2454" y="6989"/>
                    <a:pt x="1" y="7830"/>
                  </a:cubicBezTo>
                  <a:cubicBezTo>
                    <a:pt x="157" y="7846"/>
                    <a:pt x="315" y="7853"/>
                    <a:pt x="474" y="7853"/>
                  </a:cubicBezTo>
                  <a:cubicBezTo>
                    <a:pt x="475" y="7853"/>
                    <a:pt x="476" y="7853"/>
                    <a:pt x="477" y="7853"/>
                  </a:cubicBezTo>
                  <a:cubicBezTo>
                    <a:pt x="3061" y="7853"/>
                    <a:pt x="5155" y="5758"/>
                    <a:pt x="5155" y="3174"/>
                  </a:cubicBezTo>
                  <a:cubicBezTo>
                    <a:pt x="5155" y="1950"/>
                    <a:pt x="4686" y="836"/>
                    <a:pt x="3916"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0"/>
            <p:cNvSpPr/>
            <p:nvPr/>
          </p:nvSpPr>
          <p:spPr>
            <a:xfrm>
              <a:off x="6246550" y="2654437"/>
              <a:ext cx="40672" cy="40672"/>
            </a:xfrm>
            <a:custGeom>
              <a:rect b="b" l="l" r="r" t="t"/>
              <a:pathLst>
                <a:path extrusionOk="0" h="3119" w="3119">
                  <a:moveTo>
                    <a:pt x="1560" y="1"/>
                  </a:moveTo>
                  <a:cubicBezTo>
                    <a:pt x="699" y="1"/>
                    <a:pt x="0" y="700"/>
                    <a:pt x="0" y="1561"/>
                  </a:cubicBezTo>
                  <a:cubicBezTo>
                    <a:pt x="0" y="2422"/>
                    <a:pt x="699" y="3119"/>
                    <a:pt x="1560" y="3119"/>
                  </a:cubicBezTo>
                  <a:cubicBezTo>
                    <a:pt x="2421" y="3119"/>
                    <a:pt x="3118" y="2422"/>
                    <a:pt x="3118" y="1561"/>
                  </a:cubicBezTo>
                  <a:cubicBezTo>
                    <a:pt x="3118" y="700"/>
                    <a:pt x="2421" y="1"/>
                    <a:pt x="15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0"/>
            <p:cNvSpPr/>
            <p:nvPr/>
          </p:nvSpPr>
          <p:spPr>
            <a:xfrm>
              <a:off x="6126875" y="2612789"/>
              <a:ext cx="38168" cy="34699"/>
            </a:xfrm>
            <a:custGeom>
              <a:rect b="b" l="l" r="r" t="t"/>
              <a:pathLst>
                <a:path extrusionOk="0" h="2661" w="2927">
                  <a:moveTo>
                    <a:pt x="0" y="1"/>
                  </a:moveTo>
                  <a:lnTo>
                    <a:pt x="422" y="1991"/>
                  </a:lnTo>
                  <a:lnTo>
                    <a:pt x="2926" y="2661"/>
                  </a:lnTo>
                  <a:lnTo>
                    <a:pt x="2504" y="672"/>
                  </a:lnTo>
                  <a:lnTo>
                    <a:pt x="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0"/>
            <p:cNvSpPr/>
            <p:nvPr/>
          </p:nvSpPr>
          <p:spPr>
            <a:xfrm>
              <a:off x="6114657" y="2638737"/>
              <a:ext cx="50360" cy="28479"/>
            </a:xfrm>
            <a:custGeom>
              <a:rect b="b" l="l" r="r" t="t"/>
              <a:pathLst>
                <a:path extrusionOk="0" h="2184" w="3862">
                  <a:moveTo>
                    <a:pt x="1358" y="1"/>
                  </a:moveTo>
                  <a:lnTo>
                    <a:pt x="0" y="1512"/>
                  </a:lnTo>
                  <a:lnTo>
                    <a:pt x="2504" y="2183"/>
                  </a:lnTo>
                  <a:lnTo>
                    <a:pt x="3862" y="671"/>
                  </a:lnTo>
                  <a:lnTo>
                    <a:pt x="135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0"/>
            <p:cNvSpPr/>
            <p:nvPr/>
          </p:nvSpPr>
          <p:spPr>
            <a:xfrm>
              <a:off x="6101200" y="2587284"/>
              <a:ext cx="331490" cy="416876"/>
            </a:xfrm>
            <a:custGeom>
              <a:rect b="b" l="l" r="r" t="t"/>
              <a:pathLst>
                <a:path extrusionOk="0" h="31969" w="25421">
                  <a:moveTo>
                    <a:pt x="2586" y="2608"/>
                  </a:moveTo>
                  <a:lnTo>
                    <a:pt x="4076" y="3007"/>
                  </a:lnTo>
                  <a:lnTo>
                    <a:pt x="4278" y="3968"/>
                  </a:lnTo>
                  <a:cubicBezTo>
                    <a:pt x="3752" y="3826"/>
                    <a:pt x="3080" y="3647"/>
                    <a:pt x="2790" y="3570"/>
                  </a:cubicBezTo>
                  <a:lnTo>
                    <a:pt x="2586" y="2608"/>
                  </a:lnTo>
                  <a:close/>
                  <a:moveTo>
                    <a:pt x="2548" y="4474"/>
                  </a:moveTo>
                  <a:lnTo>
                    <a:pt x="4036" y="4872"/>
                  </a:lnTo>
                  <a:lnTo>
                    <a:pt x="3380" y="5601"/>
                  </a:lnTo>
                  <a:lnTo>
                    <a:pt x="1891" y="5204"/>
                  </a:lnTo>
                  <a:lnTo>
                    <a:pt x="2548" y="4474"/>
                  </a:lnTo>
                  <a:close/>
                  <a:moveTo>
                    <a:pt x="12707" y="5620"/>
                  </a:moveTo>
                  <a:cubicBezTo>
                    <a:pt x="13310" y="5620"/>
                    <a:pt x="13798" y="6109"/>
                    <a:pt x="13798" y="6711"/>
                  </a:cubicBezTo>
                  <a:cubicBezTo>
                    <a:pt x="13798" y="7312"/>
                    <a:pt x="13307" y="7801"/>
                    <a:pt x="12707" y="7801"/>
                  </a:cubicBezTo>
                  <a:cubicBezTo>
                    <a:pt x="12172" y="7801"/>
                    <a:pt x="11726" y="7415"/>
                    <a:pt x="11634" y="6906"/>
                  </a:cubicBezTo>
                  <a:lnTo>
                    <a:pt x="11634" y="6906"/>
                  </a:lnTo>
                  <a:lnTo>
                    <a:pt x="12587" y="7161"/>
                  </a:lnTo>
                  <a:cubicBezTo>
                    <a:pt x="12627" y="7172"/>
                    <a:pt x="12667" y="7177"/>
                    <a:pt x="12707" y="7177"/>
                  </a:cubicBezTo>
                  <a:cubicBezTo>
                    <a:pt x="12914" y="7177"/>
                    <a:pt x="13104" y="7039"/>
                    <a:pt x="13161" y="6828"/>
                  </a:cubicBezTo>
                  <a:cubicBezTo>
                    <a:pt x="13227" y="6581"/>
                    <a:pt x="13079" y="6325"/>
                    <a:pt x="12829" y="6259"/>
                  </a:cubicBezTo>
                  <a:lnTo>
                    <a:pt x="11876" y="6003"/>
                  </a:lnTo>
                  <a:cubicBezTo>
                    <a:pt x="12077" y="5769"/>
                    <a:pt x="12374" y="5620"/>
                    <a:pt x="12707" y="5620"/>
                  </a:cubicBezTo>
                  <a:close/>
                  <a:moveTo>
                    <a:pt x="6531" y="9344"/>
                  </a:moveTo>
                  <a:cubicBezTo>
                    <a:pt x="6930" y="10279"/>
                    <a:pt x="7537" y="11117"/>
                    <a:pt x="8316" y="11787"/>
                  </a:cubicBezTo>
                  <a:lnTo>
                    <a:pt x="6587" y="11787"/>
                  </a:lnTo>
                  <a:cubicBezTo>
                    <a:pt x="6309" y="11787"/>
                    <a:pt x="6086" y="11553"/>
                    <a:pt x="6106" y="11274"/>
                  </a:cubicBezTo>
                  <a:cubicBezTo>
                    <a:pt x="6151" y="10602"/>
                    <a:pt x="6293" y="9956"/>
                    <a:pt x="6531" y="9344"/>
                  </a:cubicBezTo>
                  <a:close/>
                  <a:moveTo>
                    <a:pt x="7028" y="5673"/>
                  </a:moveTo>
                  <a:lnTo>
                    <a:pt x="7635" y="5835"/>
                  </a:lnTo>
                  <a:cubicBezTo>
                    <a:pt x="7142" y="8691"/>
                    <a:pt x="9094" y="11324"/>
                    <a:pt x="11849" y="11787"/>
                  </a:cubicBezTo>
                  <a:lnTo>
                    <a:pt x="9958" y="11787"/>
                  </a:lnTo>
                  <a:cubicBezTo>
                    <a:pt x="7721" y="10575"/>
                    <a:pt x="6587" y="8097"/>
                    <a:pt x="7028" y="5673"/>
                  </a:cubicBezTo>
                  <a:close/>
                  <a:moveTo>
                    <a:pt x="12707" y="936"/>
                  </a:moveTo>
                  <a:cubicBezTo>
                    <a:pt x="15944" y="936"/>
                    <a:pt x="18483" y="3590"/>
                    <a:pt x="18483" y="6703"/>
                  </a:cubicBezTo>
                  <a:cubicBezTo>
                    <a:pt x="18483" y="8817"/>
                    <a:pt x="17340" y="10766"/>
                    <a:pt x="15456" y="11787"/>
                  </a:cubicBezTo>
                  <a:lnTo>
                    <a:pt x="13567" y="11787"/>
                  </a:lnTo>
                  <a:cubicBezTo>
                    <a:pt x="17322" y="11153"/>
                    <a:pt x="19103" y="6777"/>
                    <a:pt x="16886" y="3702"/>
                  </a:cubicBezTo>
                  <a:cubicBezTo>
                    <a:pt x="16795" y="3575"/>
                    <a:pt x="16651" y="3508"/>
                    <a:pt x="16506" y="3508"/>
                  </a:cubicBezTo>
                  <a:cubicBezTo>
                    <a:pt x="16411" y="3508"/>
                    <a:pt x="16315" y="3537"/>
                    <a:pt x="16233" y="3597"/>
                  </a:cubicBezTo>
                  <a:cubicBezTo>
                    <a:pt x="16023" y="3747"/>
                    <a:pt x="15977" y="4039"/>
                    <a:pt x="16128" y="4250"/>
                  </a:cubicBezTo>
                  <a:cubicBezTo>
                    <a:pt x="16646" y="4969"/>
                    <a:pt x="16920" y="5821"/>
                    <a:pt x="16920" y="6711"/>
                  </a:cubicBezTo>
                  <a:cubicBezTo>
                    <a:pt x="16920" y="9032"/>
                    <a:pt x="15030" y="10924"/>
                    <a:pt x="12707" y="10924"/>
                  </a:cubicBezTo>
                  <a:cubicBezTo>
                    <a:pt x="10130" y="10924"/>
                    <a:pt x="8157" y="8623"/>
                    <a:pt x="8540" y="6079"/>
                  </a:cubicBezTo>
                  <a:lnTo>
                    <a:pt x="8540" y="6079"/>
                  </a:lnTo>
                  <a:lnTo>
                    <a:pt x="9148" y="6241"/>
                  </a:lnTo>
                  <a:cubicBezTo>
                    <a:pt x="8991" y="7451"/>
                    <a:pt x="9451" y="8655"/>
                    <a:pt x="10390" y="9448"/>
                  </a:cubicBezTo>
                  <a:cubicBezTo>
                    <a:pt x="10478" y="9523"/>
                    <a:pt x="10585" y="9560"/>
                    <a:pt x="10693" y="9560"/>
                  </a:cubicBezTo>
                  <a:cubicBezTo>
                    <a:pt x="10826" y="9560"/>
                    <a:pt x="10958" y="9504"/>
                    <a:pt x="11050" y="9395"/>
                  </a:cubicBezTo>
                  <a:cubicBezTo>
                    <a:pt x="11216" y="9197"/>
                    <a:pt x="11193" y="8902"/>
                    <a:pt x="10995" y="8735"/>
                  </a:cubicBezTo>
                  <a:cubicBezTo>
                    <a:pt x="10341" y="8179"/>
                    <a:pt x="9994" y="7349"/>
                    <a:pt x="10065" y="6488"/>
                  </a:cubicBezTo>
                  <a:lnTo>
                    <a:pt x="10065" y="6488"/>
                  </a:lnTo>
                  <a:lnTo>
                    <a:pt x="10680" y="6653"/>
                  </a:lnTo>
                  <a:cubicBezTo>
                    <a:pt x="10648" y="7798"/>
                    <a:pt x="11569" y="8738"/>
                    <a:pt x="12707" y="8738"/>
                  </a:cubicBezTo>
                  <a:cubicBezTo>
                    <a:pt x="13825" y="8738"/>
                    <a:pt x="14736" y="7830"/>
                    <a:pt x="14736" y="6711"/>
                  </a:cubicBezTo>
                  <a:cubicBezTo>
                    <a:pt x="14736" y="5591"/>
                    <a:pt x="13826" y="4682"/>
                    <a:pt x="12707" y="4682"/>
                  </a:cubicBezTo>
                  <a:cubicBezTo>
                    <a:pt x="11938" y="4682"/>
                    <a:pt x="11266" y="5112"/>
                    <a:pt x="10922" y="5746"/>
                  </a:cubicBezTo>
                  <a:lnTo>
                    <a:pt x="10306" y="5581"/>
                  </a:lnTo>
                  <a:cubicBezTo>
                    <a:pt x="10733" y="4682"/>
                    <a:pt x="11648" y="4057"/>
                    <a:pt x="12707" y="4057"/>
                  </a:cubicBezTo>
                  <a:cubicBezTo>
                    <a:pt x="14169" y="4057"/>
                    <a:pt x="15360" y="5247"/>
                    <a:pt x="15360" y="6711"/>
                  </a:cubicBezTo>
                  <a:cubicBezTo>
                    <a:pt x="15360" y="8171"/>
                    <a:pt x="14171" y="9362"/>
                    <a:pt x="12707" y="9362"/>
                  </a:cubicBezTo>
                  <a:cubicBezTo>
                    <a:pt x="12449" y="9362"/>
                    <a:pt x="12239" y="9573"/>
                    <a:pt x="12239" y="9832"/>
                  </a:cubicBezTo>
                  <a:cubicBezTo>
                    <a:pt x="12239" y="10090"/>
                    <a:pt x="12449" y="10299"/>
                    <a:pt x="12707" y="10299"/>
                  </a:cubicBezTo>
                  <a:cubicBezTo>
                    <a:pt x="14686" y="10299"/>
                    <a:pt x="16296" y="8688"/>
                    <a:pt x="16296" y="6711"/>
                  </a:cubicBezTo>
                  <a:cubicBezTo>
                    <a:pt x="16296" y="4732"/>
                    <a:pt x="14686" y="3120"/>
                    <a:pt x="12707" y="3120"/>
                  </a:cubicBezTo>
                  <a:cubicBezTo>
                    <a:pt x="11215" y="3120"/>
                    <a:pt x="9932" y="4037"/>
                    <a:pt x="9391" y="5336"/>
                  </a:cubicBezTo>
                  <a:lnTo>
                    <a:pt x="8783" y="5172"/>
                  </a:lnTo>
                  <a:cubicBezTo>
                    <a:pt x="9443" y="3493"/>
                    <a:pt x="11046" y="2495"/>
                    <a:pt x="12715" y="2495"/>
                  </a:cubicBezTo>
                  <a:cubicBezTo>
                    <a:pt x="13365" y="2495"/>
                    <a:pt x="14025" y="2646"/>
                    <a:pt x="14643" y="2967"/>
                  </a:cubicBezTo>
                  <a:cubicBezTo>
                    <a:pt x="14711" y="3002"/>
                    <a:pt x="14785" y="3019"/>
                    <a:pt x="14857" y="3019"/>
                  </a:cubicBezTo>
                  <a:cubicBezTo>
                    <a:pt x="15027" y="3019"/>
                    <a:pt x="15191" y="2927"/>
                    <a:pt x="15274" y="2766"/>
                  </a:cubicBezTo>
                  <a:cubicBezTo>
                    <a:pt x="15392" y="2536"/>
                    <a:pt x="15303" y="2252"/>
                    <a:pt x="15073" y="2135"/>
                  </a:cubicBezTo>
                  <a:cubicBezTo>
                    <a:pt x="14346" y="1757"/>
                    <a:pt x="13528" y="1559"/>
                    <a:pt x="12706" y="1559"/>
                  </a:cubicBezTo>
                  <a:cubicBezTo>
                    <a:pt x="10492" y="1559"/>
                    <a:pt x="8597" y="2963"/>
                    <a:pt x="7873" y="4928"/>
                  </a:cubicBezTo>
                  <a:lnTo>
                    <a:pt x="7267" y="4768"/>
                  </a:lnTo>
                  <a:cubicBezTo>
                    <a:pt x="8068" y="2536"/>
                    <a:pt x="10205" y="936"/>
                    <a:pt x="12707" y="936"/>
                  </a:cubicBezTo>
                  <a:close/>
                  <a:moveTo>
                    <a:pt x="18883" y="9344"/>
                  </a:moveTo>
                  <a:cubicBezTo>
                    <a:pt x="19123" y="9956"/>
                    <a:pt x="19265" y="10602"/>
                    <a:pt x="19309" y="11274"/>
                  </a:cubicBezTo>
                  <a:cubicBezTo>
                    <a:pt x="19328" y="11553"/>
                    <a:pt x="19107" y="11787"/>
                    <a:pt x="18827" y="11787"/>
                  </a:cubicBezTo>
                  <a:lnTo>
                    <a:pt x="17098" y="11787"/>
                  </a:lnTo>
                  <a:cubicBezTo>
                    <a:pt x="17876" y="11116"/>
                    <a:pt x="18486" y="10279"/>
                    <a:pt x="18883" y="9344"/>
                  </a:cubicBezTo>
                  <a:close/>
                  <a:moveTo>
                    <a:pt x="3455" y="14438"/>
                  </a:moveTo>
                  <a:lnTo>
                    <a:pt x="3805" y="19182"/>
                  </a:lnTo>
                  <a:cubicBezTo>
                    <a:pt x="2203" y="19065"/>
                    <a:pt x="936" y="17725"/>
                    <a:pt x="936" y="16095"/>
                  </a:cubicBezTo>
                  <a:lnTo>
                    <a:pt x="936" y="15886"/>
                  </a:lnTo>
                  <a:cubicBezTo>
                    <a:pt x="936" y="15086"/>
                    <a:pt x="1586" y="14438"/>
                    <a:pt x="2384" y="14438"/>
                  </a:cubicBezTo>
                  <a:close/>
                  <a:moveTo>
                    <a:pt x="23031" y="14438"/>
                  </a:moveTo>
                  <a:cubicBezTo>
                    <a:pt x="23829" y="14438"/>
                    <a:pt x="24479" y="15086"/>
                    <a:pt x="24479" y="15886"/>
                  </a:cubicBezTo>
                  <a:lnTo>
                    <a:pt x="24479" y="16095"/>
                  </a:lnTo>
                  <a:cubicBezTo>
                    <a:pt x="24479" y="17725"/>
                    <a:pt x="23212" y="19065"/>
                    <a:pt x="21611" y="19182"/>
                  </a:cubicBezTo>
                  <a:lnTo>
                    <a:pt x="21961" y="14438"/>
                  </a:lnTo>
                  <a:close/>
                  <a:moveTo>
                    <a:pt x="16799" y="27176"/>
                  </a:moveTo>
                  <a:lnTo>
                    <a:pt x="16799" y="27958"/>
                  </a:lnTo>
                  <a:cubicBezTo>
                    <a:pt x="16802" y="29040"/>
                    <a:pt x="17431" y="30041"/>
                    <a:pt x="18407" y="30509"/>
                  </a:cubicBezTo>
                  <a:lnTo>
                    <a:pt x="19493" y="31028"/>
                  </a:lnTo>
                  <a:lnTo>
                    <a:pt x="5921" y="31028"/>
                  </a:lnTo>
                  <a:lnTo>
                    <a:pt x="7006" y="30509"/>
                  </a:lnTo>
                  <a:cubicBezTo>
                    <a:pt x="7982" y="30041"/>
                    <a:pt x="8613" y="29038"/>
                    <a:pt x="8613" y="27956"/>
                  </a:cubicBezTo>
                  <a:lnTo>
                    <a:pt x="8613" y="27176"/>
                  </a:lnTo>
                  <a:cubicBezTo>
                    <a:pt x="10074" y="28034"/>
                    <a:pt x="11591" y="28514"/>
                    <a:pt x="12707" y="28514"/>
                  </a:cubicBezTo>
                  <a:cubicBezTo>
                    <a:pt x="13822" y="28514"/>
                    <a:pt x="15340" y="28032"/>
                    <a:pt x="16799" y="27176"/>
                  </a:cubicBezTo>
                  <a:close/>
                  <a:moveTo>
                    <a:pt x="12710" y="1"/>
                  </a:moveTo>
                  <a:cubicBezTo>
                    <a:pt x="9774" y="1"/>
                    <a:pt x="7274" y="1895"/>
                    <a:pt x="6365" y="4525"/>
                  </a:cubicBezTo>
                  <a:lnTo>
                    <a:pt x="5296" y="4238"/>
                  </a:lnTo>
                  <a:lnTo>
                    <a:pt x="4935" y="2531"/>
                  </a:lnTo>
                  <a:cubicBezTo>
                    <a:pt x="4900" y="2358"/>
                    <a:pt x="4768" y="2221"/>
                    <a:pt x="4598" y="2176"/>
                  </a:cubicBezTo>
                  <a:lnTo>
                    <a:pt x="2094" y="1505"/>
                  </a:lnTo>
                  <a:cubicBezTo>
                    <a:pt x="2053" y="1494"/>
                    <a:pt x="2012" y="1489"/>
                    <a:pt x="1973" y="1489"/>
                  </a:cubicBezTo>
                  <a:cubicBezTo>
                    <a:pt x="1686" y="1489"/>
                    <a:pt x="1452" y="1754"/>
                    <a:pt x="1515" y="2054"/>
                  </a:cubicBezTo>
                  <a:lnTo>
                    <a:pt x="1779" y="3297"/>
                  </a:lnTo>
                  <a:cubicBezTo>
                    <a:pt x="1746" y="3290"/>
                    <a:pt x="1713" y="3286"/>
                    <a:pt x="1680" y="3286"/>
                  </a:cubicBezTo>
                  <a:cubicBezTo>
                    <a:pt x="1473" y="3286"/>
                    <a:pt x="1283" y="3423"/>
                    <a:pt x="1228" y="3634"/>
                  </a:cubicBezTo>
                  <a:cubicBezTo>
                    <a:pt x="1163" y="3877"/>
                    <a:pt x="1301" y="4126"/>
                    <a:pt x="1536" y="4201"/>
                  </a:cubicBezTo>
                  <a:lnTo>
                    <a:pt x="688" y="5146"/>
                  </a:lnTo>
                  <a:cubicBezTo>
                    <a:pt x="454" y="5406"/>
                    <a:pt x="576" y="5821"/>
                    <a:pt x="915" y="5913"/>
                  </a:cubicBezTo>
                  <a:lnTo>
                    <a:pt x="3419" y="6583"/>
                  </a:lnTo>
                  <a:cubicBezTo>
                    <a:pt x="3459" y="6593"/>
                    <a:pt x="3499" y="6599"/>
                    <a:pt x="3540" y="6599"/>
                  </a:cubicBezTo>
                  <a:cubicBezTo>
                    <a:pt x="3671" y="6599"/>
                    <a:pt x="3798" y="6545"/>
                    <a:pt x="3889" y="6444"/>
                  </a:cubicBezTo>
                  <a:lnTo>
                    <a:pt x="5055" y="5145"/>
                  </a:lnTo>
                  <a:lnTo>
                    <a:pt x="5789" y="5342"/>
                  </a:lnTo>
                  <a:cubicBezTo>
                    <a:pt x="5014" y="6181"/>
                    <a:pt x="4392" y="7161"/>
                    <a:pt x="3967" y="8213"/>
                  </a:cubicBezTo>
                  <a:cubicBezTo>
                    <a:pt x="3869" y="8454"/>
                    <a:pt x="3986" y="8727"/>
                    <a:pt x="4225" y="8823"/>
                  </a:cubicBezTo>
                  <a:cubicBezTo>
                    <a:pt x="4283" y="8846"/>
                    <a:pt x="4342" y="8858"/>
                    <a:pt x="4401" y="8858"/>
                  </a:cubicBezTo>
                  <a:cubicBezTo>
                    <a:pt x="4585" y="8858"/>
                    <a:pt x="4761" y="8747"/>
                    <a:pt x="4835" y="8565"/>
                  </a:cubicBezTo>
                  <a:cubicBezTo>
                    <a:pt x="5126" y="7843"/>
                    <a:pt x="5524" y="7157"/>
                    <a:pt x="6004" y="6537"/>
                  </a:cubicBezTo>
                  <a:lnTo>
                    <a:pt x="6004" y="6537"/>
                  </a:lnTo>
                  <a:cubicBezTo>
                    <a:pt x="5992" y="7026"/>
                    <a:pt x="6030" y="7524"/>
                    <a:pt x="6129" y="8025"/>
                  </a:cubicBezTo>
                  <a:cubicBezTo>
                    <a:pt x="5571" y="9006"/>
                    <a:pt x="5251" y="10077"/>
                    <a:pt x="5175" y="11212"/>
                  </a:cubicBezTo>
                  <a:cubicBezTo>
                    <a:pt x="5122" y="12030"/>
                    <a:pt x="5772" y="12726"/>
                    <a:pt x="6593" y="12726"/>
                  </a:cubicBezTo>
                  <a:lnTo>
                    <a:pt x="18833" y="12726"/>
                  </a:lnTo>
                  <a:cubicBezTo>
                    <a:pt x="19652" y="12726"/>
                    <a:pt x="20304" y="12033"/>
                    <a:pt x="20249" y="11212"/>
                  </a:cubicBezTo>
                  <a:cubicBezTo>
                    <a:pt x="20174" y="10077"/>
                    <a:pt x="19853" y="9006"/>
                    <a:pt x="19295" y="8025"/>
                  </a:cubicBezTo>
                  <a:cubicBezTo>
                    <a:pt x="19388" y="7550"/>
                    <a:pt x="19435" y="7049"/>
                    <a:pt x="19421" y="6533"/>
                  </a:cubicBezTo>
                  <a:lnTo>
                    <a:pt x="19421" y="6533"/>
                  </a:lnTo>
                  <a:cubicBezTo>
                    <a:pt x="20703" y="8180"/>
                    <a:pt x="21334" y="10236"/>
                    <a:pt x="21179" y="12363"/>
                  </a:cubicBezTo>
                  <a:cubicBezTo>
                    <a:pt x="21066" y="13892"/>
                    <a:pt x="20763" y="18016"/>
                    <a:pt x="20569" y="20632"/>
                  </a:cubicBezTo>
                  <a:cubicBezTo>
                    <a:pt x="20282" y="24531"/>
                    <a:pt x="15357" y="27582"/>
                    <a:pt x="12710" y="27582"/>
                  </a:cubicBezTo>
                  <a:cubicBezTo>
                    <a:pt x="9995" y="27582"/>
                    <a:pt x="5136" y="24468"/>
                    <a:pt x="4852" y="20632"/>
                  </a:cubicBezTo>
                  <a:cubicBezTo>
                    <a:pt x="4333" y="13582"/>
                    <a:pt x="4598" y="17165"/>
                    <a:pt x="4242" y="12363"/>
                  </a:cubicBezTo>
                  <a:cubicBezTo>
                    <a:pt x="4198" y="11762"/>
                    <a:pt x="4218" y="11155"/>
                    <a:pt x="4298" y="10565"/>
                  </a:cubicBezTo>
                  <a:cubicBezTo>
                    <a:pt x="4334" y="10308"/>
                    <a:pt x="4155" y="10071"/>
                    <a:pt x="3898" y="10038"/>
                  </a:cubicBezTo>
                  <a:cubicBezTo>
                    <a:pt x="3876" y="10035"/>
                    <a:pt x="3854" y="10034"/>
                    <a:pt x="3833" y="10034"/>
                  </a:cubicBezTo>
                  <a:cubicBezTo>
                    <a:pt x="3602" y="10034"/>
                    <a:pt x="3402" y="10204"/>
                    <a:pt x="3371" y="10437"/>
                  </a:cubicBezTo>
                  <a:cubicBezTo>
                    <a:pt x="3211" y="11597"/>
                    <a:pt x="3303" y="12346"/>
                    <a:pt x="3387" y="13504"/>
                  </a:cubicBezTo>
                  <a:lnTo>
                    <a:pt x="2386" y="13504"/>
                  </a:lnTo>
                  <a:cubicBezTo>
                    <a:pt x="1071" y="13504"/>
                    <a:pt x="1" y="14573"/>
                    <a:pt x="1" y="15888"/>
                  </a:cubicBezTo>
                  <a:lnTo>
                    <a:pt x="1" y="16098"/>
                  </a:lnTo>
                  <a:cubicBezTo>
                    <a:pt x="1" y="18269"/>
                    <a:pt x="1724" y="20044"/>
                    <a:pt x="3875" y="20127"/>
                  </a:cubicBezTo>
                  <a:lnTo>
                    <a:pt x="3918" y="20701"/>
                  </a:lnTo>
                  <a:cubicBezTo>
                    <a:pt x="4097" y="23133"/>
                    <a:pt x="5742" y="25180"/>
                    <a:pt x="7679" y="26570"/>
                  </a:cubicBezTo>
                  <a:lnTo>
                    <a:pt x="7679" y="27960"/>
                  </a:lnTo>
                  <a:cubicBezTo>
                    <a:pt x="7679" y="28685"/>
                    <a:pt x="7257" y="29355"/>
                    <a:pt x="6604" y="29668"/>
                  </a:cubicBezTo>
                  <a:lnTo>
                    <a:pt x="4677" y="30594"/>
                  </a:lnTo>
                  <a:cubicBezTo>
                    <a:pt x="4370" y="30740"/>
                    <a:pt x="4208" y="31076"/>
                    <a:pt x="4284" y="31406"/>
                  </a:cubicBezTo>
                  <a:cubicBezTo>
                    <a:pt x="4359" y="31737"/>
                    <a:pt x="4650" y="31968"/>
                    <a:pt x="4990" y="31968"/>
                  </a:cubicBezTo>
                  <a:lnTo>
                    <a:pt x="20430" y="31968"/>
                  </a:lnTo>
                  <a:cubicBezTo>
                    <a:pt x="20771" y="31968"/>
                    <a:pt x="21060" y="31737"/>
                    <a:pt x="21137" y="31406"/>
                  </a:cubicBezTo>
                  <a:cubicBezTo>
                    <a:pt x="21212" y="31074"/>
                    <a:pt x="21051" y="30740"/>
                    <a:pt x="20744" y="30594"/>
                  </a:cubicBezTo>
                  <a:lnTo>
                    <a:pt x="18816" y="29668"/>
                  </a:lnTo>
                  <a:cubicBezTo>
                    <a:pt x="18163" y="29354"/>
                    <a:pt x="17742" y="28682"/>
                    <a:pt x="17742" y="27960"/>
                  </a:cubicBezTo>
                  <a:lnTo>
                    <a:pt x="17742" y="26570"/>
                  </a:lnTo>
                  <a:cubicBezTo>
                    <a:pt x="19679" y="25181"/>
                    <a:pt x="21324" y="23133"/>
                    <a:pt x="21503" y="20701"/>
                  </a:cubicBezTo>
                  <a:lnTo>
                    <a:pt x="21546" y="20127"/>
                  </a:lnTo>
                  <a:cubicBezTo>
                    <a:pt x="23697" y="20044"/>
                    <a:pt x="25421" y="18269"/>
                    <a:pt x="25421" y="16098"/>
                  </a:cubicBezTo>
                  <a:lnTo>
                    <a:pt x="25421" y="15888"/>
                  </a:lnTo>
                  <a:cubicBezTo>
                    <a:pt x="25415" y="14570"/>
                    <a:pt x="24346" y="13501"/>
                    <a:pt x="23031" y="13501"/>
                  </a:cubicBezTo>
                  <a:lnTo>
                    <a:pt x="22030" y="13501"/>
                  </a:lnTo>
                  <a:lnTo>
                    <a:pt x="22109" y="12429"/>
                  </a:lnTo>
                  <a:cubicBezTo>
                    <a:pt x="22320" y="9573"/>
                    <a:pt x="21246" y="6822"/>
                    <a:pt x="19163" y="4864"/>
                  </a:cubicBezTo>
                  <a:cubicBezTo>
                    <a:pt x="18359" y="2060"/>
                    <a:pt x="15771" y="1"/>
                    <a:pt x="127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0"/>
            <p:cNvSpPr/>
            <p:nvPr/>
          </p:nvSpPr>
          <p:spPr>
            <a:xfrm>
              <a:off x="6195879" y="2781258"/>
              <a:ext cx="60858" cy="12232"/>
            </a:xfrm>
            <a:custGeom>
              <a:rect b="b" l="l" r="r" t="t"/>
              <a:pathLst>
                <a:path extrusionOk="0" h="938" w="4667">
                  <a:moveTo>
                    <a:pt x="468" y="1"/>
                  </a:moveTo>
                  <a:cubicBezTo>
                    <a:pt x="210" y="1"/>
                    <a:pt x="0" y="210"/>
                    <a:pt x="0" y="469"/>
                  </a:cubicBezTo>
                  <a:cubicBezTo>
                    <a:pt x="0" y="727"/>
                    <a:pt x="210" y="938"/>
                    <a:pt x="468" y="938"/>
                  </a:cubicBezTo>
                  <a:lnTo>
                    <a:pt x="4199" y="938"/>
                  </a:lnTo>
                  <a:cubicBezTo>
                    <a:pt x="4457" y="938"/>
                    <a:pt x="4667" y="727"/>
                    <a:pt x="4667" y="469"/>
                  </a:cubicBezTo>
                  <a:cubicBezTo>
                    <a:pt x="4667" y="210"/>
                    <a:pt x="4457"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0"/>
            <p:cNvSpPr/>
            <p:nvPr/>
          </p:nvSpPr>
          <p:spPr>
            <a:xfrm>
              <a:off x="6260802" y="2781258"/>
              <a:ext cx="77132" cy="76793"/>
            </a:xfrm>
            <a:custGeom>
              <a:rect b="b" l="l" r="r" t="t"/>
              <a:pathLst>
                <a:path extrusionOk="0" h="5889" w="5915">
                  <a:moveTo>
                    <a:pt x="2962" y="1"/>
                  </a:moveTo>
                  <a:cubicBezTo>
                    <a:pt x="2017" y="1"/>
                    <a:pt x="1246" y="770"/>
                    <a:pt x="1246" y="1716"/>
                  </a:cubicBezTo>
                  <a:lnTo>
                    <a:pt x="1246" y="4174"/>
                  </a:lnTo>
                  <a:cubicBezTo>
                    <a:pt x="1246" y="4601"/>
                    <a:pt x="898" y="4951"/>
                    <a:pt x="468" y="4951"/>
                  </a:cubicBezTo>
                  <a:cubicBezTo>
                    <a:pt x="210" y="4951"/>
                    <a:pt x="1" y="5161"/>
                    <a:pt x="1" y="5419"/>
                  </a:cubicBezTo>
                  <a:cubicBezTo>
                    <a:pt x="1" y="5677"/>
                    <a:pt x="210" y="5888"/>
                    <a:pt x="468" y="5888"/>
                  </a:cubicBezTo>
                  <a:cubicBezTo>
                    <a:pt x="469" y="5888"/>
                    <a:pt x="470" y="5888"/>
                    <a:pt x="471" y="5888"/>
                  </a:cubicBezTo>
                  <a:cubicBezTo>
                    <a:pt x="1416" y="5888"/>
                    <a:pt x="2183" y="5120"/>
                    <a:pt x="2183" y="4174"/>
                  </a:cubicBezTo>
                  <a:lnTo>
                    <a:pt x="2183" y="1716"/>
                  </a:lnTo>
                  <a:cubicBezTo>
                    <a:pt x="2183" y="1286"/>
                    <a:pt x="2533" y="938"/>
                    <a:pt x="2962" y="938"/>
                  </a:cubicBezTo>
                  <a:lnTo>
                    <a:pt x="5446" y="938"/>
                  </a:lnTo>
                  <a:cubicBezTo>
                    <a:pt x="5705" y="938"/>
                    <a:pt x="5914" y="727"/>
                    <a:pt x="5914" y="469"/>
                  </a:cubicBezTo>
                  <a:cubicBezTo>
                    <a:pt x="5914" y="210"/>
                    <a:pt x="5705"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0"/>
            <p:cNvSpPr/>
            <p:nvPr/>
          </p:nvSpPr>
          <p:spPr>
            <a:xfrm>
              <a:off x="6220106" y="2887373"/>
              <a:ext cx="93575" cy="22963"/>
            </a:xfrm>
            <a:custGeom>
              <a:rect b="b" l="l" r="r" t="t"/>
              <a:pathLst>
                <a:path extrusionOk="0" h="1761" w="7176">
                  <a:moveTo>
                    <a:pt x="535" y="0"/>
                  </a:moveTo>
                  <a:cubicBezTo>
                    <a:pt x="363" y="0"/>
                    <a:pt x="198" y="95"/>
                    <a:pt x="117" y="259"/>
                  </a:cubicBezTo>
                  <a:cubicBezTo>
                    <a:pt x="1" y="491"/>
                    <a:pt x="94" y="772"/>
                    <a:pt x="325" y="887"/>
                  </a:cubicBezTo>
                  <a:lnTo>
                    <a:pt x="717" y="1084"/>
                  </a:lnTo>
                  <a:cubicBezTo>
                    <a:pt x="1615" y="1535"/>
                    <a:pt x="2601" y="1761"/>
                    <a:pt x="3587" y="1761"/>
                  </a:cubicBezTo>
                  <a:cubicBezTo>
                    <a:pt x="4573" y="1761"/>
                    <a:pt x="5560" y="1535"/>
                    <a:pt x="6459" y="1084"/>
                  </a:cubicBezTo>
                  <a:lnTo>
                    <a:pt x="6851" y="887"/>
                  </a:lnTo>
                  <a:cubicBezTo>
                    <a:pt x="7082" y="771"/>
                    <a:pt x="7175" y="488"/>
                    <a:pt x="7059" y="259"/>
                  </a:cubicBezTo>
                  <a:cubicBezTo>
                    <a:pt x="6976" y="96"/>
                    <a:pt x="6811" y="1"/>
                    <a:pt x="6639" y="1"/>
                  </a:cubicBezTo>
                  <a:cubicBezTo>
                    <a:pt x="6569" y="1"/>
                    <a:pt x="6498" y="17"/>
                    <a:pt x="6431" y="51"/>
                  </a:cubicBezTo>
                  <a:lnTo>
                    <a:pt x="6037" y="249"/>
                  </a:lnTo>
                  <a:cubicBezTo>
                    <a:pt x="5270" y="633"/>
                    <a:pt x="4428" y="825"/>
                    <a:pt x="3586" y="825"/>
                  </a:cubicBezTo>
                  <a:cubicBezTo>
                    <a:pt x="2744" y="825"/>
                    <a:pt x="1902" y="633"/>
                    <a:pt x="1134" y="249"/>
                  </a:cubicBezTo>
                  <a:lnTo>
                    <a:pt x="745" y="51"/>
                  </a:lnTo>
                  <a:cubicBezTo>
                    <a:pt x="678" y="17"/>
                    <a:pt x="606" y="0"/>
                    <a:pt x="5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9" name="Google Shape;6379;p70"/>
          <p:cNvGrpSpPr/>
          <p:nvPr/>
        </p:nvGrpSpPr>
        <p:grpSpPr>
          <a:xfrm>
            <a:off x="2835613" y="3388050"/>
            <a:ext cx="331324" cy="416716"/>
            <a:chOff x="2835613" y="3388050"/>
            <a:chExt cx="331324" cy="416716"/>
          </a:xfrm>
        </p:grpSpPr>
        <p:sp>
          <p:nvSpPr>
            <p:cNvPr id="6380" name="Google Shape;6380;p70"/>
            <p:cNvSpPr/>
            <p:nvPr/>
          </p:nvSpPr>
          <p:spPr>
            <a:xfrm>
              <a:off x="3110751" y="3570190"/>
              <a:ext cx="50080" cy="74182"/>
            </a:xfrm>
            <a:custGeom>
              <a:rect b="b" l="l" r="r" t="t"/>
              <a:pathLst>
                <a:path extrusionOk="0" h="5691" w="3842">
                  <a:moveTo>
                    <a:pt x="419" y="1"/>
                  </a:moveTo>
                  <a:lnTo>
                    <a:pt x="0" y="5690"/>
                  </a:lnTo>
                  <a:lnTo>
                    <a:pt x="279" y="5690"/>
                  </a:lnTo>
                  <a:cubicBezTo>
                    <a:pt x="2248" y="5690"/>
                    <a:pt x="3842" y="4093"/>
                    <a:pt x="3842" y="2127"/>
                  </a:cubicBezTo>
                  <a:lnTo>
                    <a:pt x="3842" y="1918"/>
                  </a:lnTo>
                  <a:cubicBezTo>
                    <a:pt x="3842" y="858"/>
                    <a:pt x="2984" y="1"/>
                    <a:pt x="1925"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0"/>
            <p:cNvSpPr/>
            <p:nvPr/>
          </p:nvSpPr>
          <p:spPr>
            <a:xfrm>
              <a:off x="2841739" y="3570190"/>
              <a:ext cx="50094" cy="74182"/>
            </a:xfrm>
            <a:custGeom>
              <a:rect b="b" l="l" r="r" t="t"/>
              <a:pathLst>
                <a:path extrusionOk="0" h="5691" w="3843">
                  <a:moveTo>
                    <a:pt x="1918" y="1"/>
                  </a:moveTo>
                  <a:cubicBezTo>
                    <a:pt x="859" y="1"/>
                    <a:pt x="1" y="858"/>
                    <a:pt x="1" y="1918"/>
                  </a:cubicBezTo>
                  <a:lnTo>
                    <a:pt x="1" y="2127"/>
                  </a:lnTo>
                  <a:cubicBezTo>
                    <a:pt x="1" y="4093"/>
                    <a:pt x="1595" y="5690"/>
                    <a:pt x="3564" y="5690"/>
                  </a:cubicBezTo>
                  <a:lnTo>
                    <a:pt x="3842" y="5690"/>
                  </a:lnTo>
                  <a:lnTo>
                    <a:pt x="3423"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0"/>
            <p:cNvSpPr/>
            <p:nvPr/>
          </p:nvSpPr>
          <p:spPr>
            <a:xfrm>
              <a:off x="2896008" y="3731276"/>
              <a:ext cx="210554" cy="67443"/>
            </a:xfrm>
            <a:custGeom>
              <a:rect b="b" l="l" r="r" t="t"/>
              <a:pathLst>
                <a:path extrusionOk="0" h="5174" w="16153">
                  <a:moveTo>
                    <a:pt x="3516" y="0"/>
                  </a:moveTo>
                  <a:lnTo>
                    <a:pt x="3516" y="1630"/>
                  </a:lnTo>
                  <a:cubicBezTo>
                    <a:pt x="3516" y="2540"/>
                    <a:pt x="2994" y="3368"/>
                    <a:pt x="2174" y="3761"/>
                  </a:cubicBezTo>
                  <a:lnTo>
                    <a:pt x="246" y="4687"/>
                  </a:lnTo>
                  <a:cubicBezTo>
                    <a:pt x="0" y="4806"/>
                    <a:pt x="85" y="5173"/>
                    <a:pt x="358" y="5173"/>
                  </a:cubicBezTo>
                  <a:lnTo>
                    <a:pt x="15798" y="5173"/>
                  </a:lnTo>
                  <a:cubicBezTo>
                    <a:pt x="16070" y="5173"/>
                    <a:pt x="16152" y="4806"/>
                    <a:pt x="15908" y="4687"/>
                  </a:cubicBezTo>
                  <a:lnTo>
                    <a:pt x="13980" y="3761"/>
                  </a:lnTo>
                  <a:cubicBezTo>
                    <a:pt x="13160" y="3368"/>
                    <a:pt x="12638" y="2540"/>
                    <a:pt x="12638" y="1630"/>
                  </a:cubicBezTo>
                  <a:lnTo>
                    <a:pt x="12638" y="0"/>
                  </a:lnTo>
                  <a:cubicBezTo>
                    <a:pt x="11038" y="1094"/>
                    <a:pt x="9273" y="1721"/>
                    <a:pt x="8078" y="1721"/>
                  </a:cubicBezTo>
                  <a:cubicBezTo>
                    <a:pt x="6881" y="1721"/>
                    <a:pt x="5115" y="1094"/>
                    <a:pt x="3516"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0"/>
            <p:cNvSpPr/>
            <p:nvPr/>
          </p:nvSpPr>
          <p:spPr>
            <a:xfrm>
              <a:off x="2879844" y="3424304"/>
              <a:ext cx="242868" cy="329381"/>
            </a:xfrm>
            <a:custGeom>
              <a:rect b="b" l="l" r="r" t="t"/>
              <a:pathLst>
                <a:path extrusionOk="0" h="25269" w="18632">
                  <a:moveTo>
                    <a:pt x="9316" y="1"/>
                  </a:moveTo>
                  <a:cubicBezTo>
                    <a:pt x="4112" y="1"/>
                    <a:pt x="1" y="4423"/>
                    <a:pt x="384" y="9616"/>
                  </a:cubicBezTo>
                  <a:lnTo>
                    <a:pt x="994" y="17887"/>
                  </a:lnTo>
                  <a:cubicBezTo>
                    <a:pt x="1315" y="22248"/>
                    <a:pt x="6692" y="25269"/>
                    <a:pt x="9319" y="25269"/>
                  </a:cubicBezTo>
                  <a:cubicBezTo>
                    <a:pt x="11946" y="25269"/>
                    <a:pt x="17322" y="22245"/>
                    <a:pt x="17643" y="17887"/>
                  </a:cubicBezTo>
                  <a:lnTo>
                    <a:pt x="18250" y="9616"/>
                  </a:lnTo>
                  <a:cubicBezTo>
                    <a:pt x="18632" y="4423"/>
                    <a:pt x="14522" y="1"/>
                    <a:pt x="9316"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0"/>
            <p:cNvSpPr/>
            <p:nvPr/>
          </p:nvSpPr>
          <p:spPr>
            <a:xfrm>
              <a:off x="2943694" y="3429714"/>
              <a:ext cx="178123" cy="323933"/>
            </a:xfrm>
            <a:custGeom>
              <a:rect b="b" l="l" r="r" t="t"/>
              <a:pathLst>
                <a:path extrusionOk="0" h="24851" w="13665">
                  <a:moveTo>
                    <a:pt x="7122" y="1"/>
                  </a:moveTo>
                  <a:cubicBezTo>
                    <a:pt x="9573" y="1751"/>
                    <a:pt x="11094" y="4701"/>
                    <a:pt x="10855" y="7952"/>
                  </a:cubicBezTo>
                  <a:lnTo>
                    <a:pt x="10246" y="16222"/>
                  </a:lnTo>
                  <a:cubicBezTo>
                    <a:pt x="9924" y="20582"/>
                    <a:pt x="4549" y="23602"/>
                    <a:pt x="1920" y="23602"/>
                  </a:cubicBezTo>
                  <a:cubicBezTo>
                    <a:pt x="1375" y="23602"/>
                    <a:pt x="712" y="23472"/>
                    <a:pt x="0" y="23228"/>
                  </a:cubicBezTo>
                  <a:lnTo>
                    <a:pt x="0" y="23228"/>
                  </a:lnTo>
                  <a:cubicBezTo>
                    <a:pt x="1560" y="24262"/>
                    <a:pt x="3257" y="24851"/>
                    <a:pt x="4418" y="24851"/>
                  </a:cubicBezTo>
                  <a:cubicBezTo>
                    <a:pt x="7047" y="24851"/>
                    <a:pt x="12422" y="21829"/>
                    <a:pt x="12744" y="17471"/>
                  </a:cubicBezTo>
                  <a:lnTo>
                    <a:pt x="13354" y="9200"/>
                  </a:lnTo>
                  <a:cubicBezTo>
                    <a:pt x="13665" y="4951"/>
                    <a:pt x="10967" y="1216"/>
                    <a:pt x="7122"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0"/>
            <p:cNvSpPr/>
            <p:nvPr/>
          </p:nvSpPr>
          <p:spPr>
            <a:xfrm>
              <a:off x="3006059" y="3406066"/>
              <a:ext cx="78262" cy="78275"/>
            </a:xfrm>
            <a:custGeom>
              <a:rect b="b" l="l" r="r" t="t"/>
              <a:pathLst>
                <a:path extrusionOk="0" h="6005" w="6004">
                  <a:moveTo>
                    <a:pt x="0" y="1"/>
                  </a:moveTo>
                  <a:lnTo>
                    <a:pt x="1269" y="4736"/>
                  </a:lnTo>
                  <a:lnTo>
                    <a:pt x="6004" y="6005"/>
                  </a:lnTo>
                  <a:cubicBezTo>
                    <a:pt x="5822" y="2772"/>
                    <a:pt x="3233" y="183"/>
                    <a:pt x="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0"/>
            <p:cNvSpPr/>
            <p:nvPr/>
          </p:nvSpPr>
          <p:spPr>
            <a:xfrm>
              <a:off x="2918248" y="3406066"/>
              <a:ext cx="78249" cy="78275"/>
            </a:xfrm>
            <a:custGeom>
              <a:rect b="b" l="l" r="r" t="t"/>
              <a:pathLst>
                <a:path extrusionOk="0" h="6005" w="6003">
                  <a:moveTo>
                    <a:pt x="6003" y="1"/>
                  </a:moveTo>
                  <a:cubicBezTo>
                    <a:pt x="2771" y="183"/>
                    <a:pt x="183" y="2772"/>
                    <a:pt x="1" y="6005"/>
                  </a:cubicBezTo>
                  <a:lnTo>
                    <a:pt x="4736" y="4736"/>
                  </a:lnTo>
                  <a:lnTo>
                    <a:pt x="600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0"/>
            <p:cNvSpPr/>
            <p:nvPr/>
          </p:nvSpPr>
          <p:spPr>
            <a:xfrm>
              <a:off x="3012564" y="3493890"/>
              <a:ext cx="71758" cy="53978"/>
            </a:xfrm>
            <a:custGeom>
              <a:rect b="b" l="l" r="r" t="t"/>
              <a:pathLst>
                <a:path extrusionOk="0" h="4141" w="5505">
                  <a:moveTo>
                    <a:pt x="5505" y="1"/>
                  </a:moveTo>
                  <a:lnTo>
                    <a:pt x="770" y="1268"/>
                  </a:lnTo>
                  <a:lnTo>
                    <a:pt x="1" y="4141"/>
                  </a:lnTo>
                  <a:lnTo>
                    <a:pt x="3652" y="4141"/>
                  </a:lnTo>
                  <a:cubicBezTo>
                    <a:pt x="4723" y="3066"/>
                    <a:pt x="5415" y="1614"/>
                    <a:pt x="550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0"/>
            <p:cNvSpPr/>
            <p:nvPr/>
          </p:nvSpPr>
          <p:spPr>
            <a:xfrm>
              <a:off x="2918248" y="3493890"/>
              <a:ext cx="71758" cy="53978"/>
            </a:xfrm>
            <a:custGeom>
              <a:rect b="b" l="l" r="r" t="t"/>
              <a:pathLst>
                <a:path extrusionOk="0" h="4141" w="5505">
                  <a:moveTo>
                    <a:pt x="1" y="1"/>
                  </a:moveTo>
                  <a:lnTo>
                    <a:pt x="1" y="1"/>
                  </a:lnTo>
                  <a:cubicBezTo>
                    <a:pt x="91" y="1612"/>
                    <a:pt x="783" y="3067"/>
                    <a:pt x="1853" y="4141"/>
                  </a:cubicBezTo>
                  <a:lnTo>
                    <a:pt x="5505" y="4141"/>
                  </a:lnTo>
                  <a:lnTo>
                    <a:pt x="4736" y="1268"/>
                  </a:lnTo>
                  <a:lnTo>
                    <a:pt x="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0"/>
            <p:cNvSpPr/>
            <p:nvPr/>
          </p:nvSpPr>
          <p:spPr>
            <a:xfrm>
              <a:off x="2979934" y="3394164"/>
              <a:ext cx="42664" cy="94960"/>
            </a:xfrm>
            <a:custGeom>
              <a:rect b="b" l="l" r="r" t="t"/>
              <a:pathLst>
                <a:path extrusionOk="0" h="7285" w="3273">
                  <a:moveTo>
                    <a:pt x="1636" y="1"/>
                  </a:moveTo>
                  <a:cubicBezTo>
                    <a:pt x="1569" y="1"/>
                    <a:pt x="1502" y="41"/>
                    <a:pt x="1480" y="120"/>
                  </a:cubicBezTo>
                  <a:lnTo>
                    <a:pt x="1" y="5649"/>
                  </a:lnTo>
                  <a:lnTo>
                    <a:pt x="1637" y="7285"/>
                  </a:lnTo>
                  <a:lnTo>
                    <a:pt x="3273" y="5649"/>
                  </a:lnTo>
                  <a:lnTo>
                    <a:pt x="1792" y="120"/>
                  </a:lnTo>
                  <a:cubicBezTo>
                    <a:pt x="1770" y="41"/>
                    <a:pt x="1703" y="1"/>
                    <a:pt x="163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0"/>
            <p:cNvSpPr/>
            <p:nvPr/>
          </p:nvSpPr>
          <p:spPr>
            <a:xfrm>
              <a:off x="3001261" y="3467779"/>
              <a:ext cx="95481" cy="42637"/>
            </a:xfrm>
            <a:custGeom>
              <a:rect b="b" l="l" r="r" t="t"/>
              <a:pathLst>
                <a:path extrusionOk="0" h="3271" w="7325">
                  <a:moveTo>
                    <a:pt x="1637" y="1"/>
                  </a:moveTo>
                  <a:lnTo>
                    <a:pt x="1" y="1636"/>
                  </a:lnTo>
                  <a:lnTo>
                    <a:pt x="1637" y="3271"/>
                  </a:lnTo>
                  <a:lnTo>
                    <a:pt x="7165" y="1790"/>
                  </a:lnTo>
                  <a:cubicBezTo>
                    <a:pt x="7325" y="1747"/>
                    <a:pt x="7325" y="1523"/>
                    <a:pt x="7165" y="1480"/>
                  </a:cubicBezTo>
                  <a:lnTo>
                    <a:pt x="163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0"/>
            <p:cNvSpPr/>
            <p:nvPr/>
          </p:nvSpPr>
          <p:spPr>
            <a:xfrm>
              <a:off x="2905825" y="3467805"/>
              <a:ext cx="95481" cy="42651"/>
            </a:xfrm>
            <a:custGeom>
              <a:rect b="b" l="l" r="r" t="t"/>
              <a:pathLst>
                <a:path extrusionOk="0" h="3272" w="7325">
                  <a:moveTo>
                    <a:pt x="5689" y="0"/>
                  </a:moveTo>
                  <a:lnTo>
                    <a:pt x="160" y="1481"/>
                  </a:lnTo>
                  <a:cubicBezTo>
                    <a:pt x="1" y="1524"/>
                    <a:pt x="1" y="1749"/>
                    <a:pt x="160" y="1792"/>
                  </a:cubicBezTo>
                  <a:lnTo>
                    <a:pt x="5689" y="3272"/>
                  </a:lnTo>
                  <a:lnTo>
                    <a:pt x="7325" y="1636"/>
                  </a:lnTo>
                  <a:lnTo>
                    <a:pt x="568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0"/>
            <p:cNvSpPr/>
            <p:nvPr/>
          </p:nvSpPr>
          <p:spPr>
            <a:xfrm>
              <a:off x="3018756" y="3431539"/>
              <a:ext cx="40617" cy="40122"/>
            </a:xfrm>
            <a:custGeom>
              <a:rect b="b" l="l" r="r" t="t"/>
              <a:pathLst>
                <a:path extrusionOk="0" h="3078" w="3116">
                  <a:moveTo>
                    <a:pt x="2941" y="1"/>
                  </a:moveTo>
                  <a:cubicBezTo>
                    <a:pt x="2919" y="1"/>
                    <a:pt x="2896" y="7"/>
                    <a:pt x="2873" y="20"/>
                  </a:cubicBezTo>
                  <a:lnTo>
                    <a:pt x="0" y="1679"/>
                  </a:lnTo>
                  <a:lnTo>
                    <a:pt x="295" y="2782"/>
                  </a:lnTo>
                  <a:lnTo>
                    <a:pt x="1400" y="3078"/>
                  </a:lnTo>
                  <a:lnTo>
                    <a:pt x="3060" y="206"/>
                  </a:lnTo>
                  <a:cubicBezTo>
                    <a:pt x="3116" y="109"/>
                    <a:pt x="3037" y="1"/>
                    <a:pt x="29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0"/>
            <p:cNvSpPr/>
            <p:nvPr/>
          </p:nvSpPr>
          <p:spPr>
            <a:xfrm>
              <a:off x="2943225" y="3431526"/>
              <a:ext cx="40617" cy="40135"/>
            </a:xfrm>
            <a:custGeom>
              <a:rect b="b" l="l" r="r" t="t"/>
              <a:pathLst>
                <a:path extrusionOk="0" h="3079" w="3116">
                  <a:moveTo>
                    <a:pt x="175" y="0"/>
                  </a:moveTo>
                  <a:cubicBezTo>
                    <a:pt x="79" y="0"/>
                    <a:pt x="1" y="108"/>
                    <a:pt x="58" y="205"/>
                  </a:cubicBezTo>
                  <a:lnTo>
                    <a:pt x="1715" y="3079"/>
                  </a:lnTo>
                  <a:lnTo>
                    <a:pt x="2820" y="2783"/>
                  </a:lnTo>
                  <a:lnTo>
                    <a:pt x="3115" y="1678"/>
                  </a:lnTo>
                  <a:lnTo>
                    <a:pt x="244" y="19"/>
                  </a:lnTo>
                  <a:cubicBezTo>
                    <a:pt x="221" y="6"/>
                    <a:pt x="198" y="0"/>
                    <a:pt x="1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0"/>
            <p:cNvSpPr/>
            <p:nvPr/>
          </p:nvSpPr>
          <p:spPr>
            <a:xfrm>
              <a:off x="2943199" y="3506561"/>
              <a:ext cx="40630" cy="40122"/>
            </a:xfrm>
            <a:custGeom>
              <a:rect b="b" l="l" r="r" t="t"/>
              <a:pathLst>
                <a:path extrusionOk="0" h="3078" w="3117">
                  <a:moveTo>
                    <a:pt x="1717" y="0"/>
                  </a:moveTo>
                  <a:lnTo>
                    <a:pt x="57" y="2873"/>
                  </a:lnTo>
                  <a:cubicBezTo>
                    <a:pt x="1" y="2970"/>
                    <a:pt x="80" y="3077"/>
                    <a:pt x="175" y="3077"/>
                  </a:cubicBezTo>
                  <a:cubicBezTo>
                    <a:pt x="198" y="3077"/>
                    <a:pt x="221" y="3071"/>
                    <a:pt x="243" y="3058"/>
                  </a:cubicBezTo>
                  <a:lnTo>
                    <a:pt x="3116" y="1399"/>
                  </a:lnTo>
                  <a:lnTo>
                    <a:pt x="2822" y="296"/>
                  </a:lnTo>
                  <a:lnTo>
                    <a:pt x="17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0"/>
            <p:cNvSpPr/>
            <p:nvPr/>
          </p:nvSpPr>
          <p:spPr>
            <a:xfrm>
              <a:off x="3018743" y="3506561"/>
              <a:ext cx="40604" cy="40148"/>
            </a:xfrm>
            <a:custGeom>
              <a:rect b="b" l="l" r="r" t="t"/>
              <a:pathLst>
                <a:path extrusionOk="0" h="3080" w="3115">
                  <a:moveTo>
                    <a:pt x="1401" y="0"/>
                  </a:moveTo>
                  <a:lnTo>
                    <a:pt x="296" y="296"/>
                  </a:lnTo>
                  <a:lnTo>
                    <a:pt x="0" y="1402"/>
                  </a:lnTo>
                  <a:lnTo>
                    <a:pt x="2871" y="3061"/>
                  </a:lnTo>
                  <a:cubicBezTo>
                    <a:pt x="2894" y="3074"/>
                    <a:pt x="2917" y="3080"/>
                    <a:pt x="2939" y="3080"/>
                  </a:cubicBezTo>
                  <a:cubicBezTo>
                    <a:pt x="3036" y="3080"/>
                    <a:pt x="3115" y="2972"/>
                    <a:pt x="3058" y="2874"/>
                  </a:cubicBezTo>
                  <a:lnTo>
                    <a:pt x="140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0"/>
            <p:cNvSpPr/>
            <p:nvPr/>
          </p:nvSpPr>
          <p:spPr>
            <a:xfrm>
              <a:off x="2979934" y="3489106"/>
              <a:ext cx="42664" cy="58762"/>
            </a:xfrm>
            <a:custGeom>
              <a:rect b="b" l="l" r="r" t="t"/>
              <a:pathLst>
                <a:path extrusionOk="0" h="4508" w="3273">
                  <a:moveTo>
                    <a:pt x="1637" y="0"/>
                  </a:moveTo>
                  <a:lnTo>
                    <a:pt x="1" y="1635"/>
                  </a:lnTo>
                  <a:lnTo>
                    <a:pt x="770" y="4508"/>
                  </a:lnTo>
                  <a:lnTo>
                    <a:pt x="2504" y="4508"/>
                  </a:lnTo>
                  <a:lnTo>
                    <a:pt x="3273" y="1635"/>
                  </a:lnTo>
                  <a:lnTo>
                    <a:pt x="163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0"/>
            <p:cNvSpPr/>
            <p:nvPr/>
          </p:nvSpPr>
          <p:spPr>
            <a:xfrm>
              <a:off x="2908653" y="3499522"/>
              <a:ext cx="33761" cy="48373"/>
            </a:xfrm>
            <a:custGeom>
              <a:rect b="b" l="l" r="r" t="t"/>
              <a:pathLst>
                <a:path extrusionOk="0" h="3711" w="2590">
                  <a:moveTo>
                    <a:pt x="775" y="1"/>
                  </a:moveTo>
                  <a:cubicBezTo>
                    <a:pt x="351" y="834"/>
                    <a:pt x="99" y="1748"/>
                    <a:pt x="36" y="2696"/>
                  </a:cubicBezTo>
                  <a:cubicBezTo>
                    <a:pt x="0" y="3244"/>
                    <a:pt x="437" y="3710"/>
                    <a:pt x="988" y="3710"/>
                  </a:cubicBezTo>
                  <a:lnTo>
                    <a:pt x="2589" y="3710"/>
                  </a:lnTo>
                  <a:cubicBezTo>
                    <a:pt x="1613" y="2733"/>
                    <a:pt x="955" y="1441"/>
                    <a:pt x="7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0"/>
            <p:cNvSpPr/>
            <p:nvPr/>
          </p:nvSpPr>
          <p:spPr>
            <a:xfrm>
              <a:off x="2908653" y="3531590"/>
              <a:ext cx="33761" cy="16307"/>
            </a:xfrm>
            <a:custGeom>
              <a:rect b="b" l="l" r="r" t="t"/>
              <a:pathLst>
                <a:path extrusionOk="0" h="1251" w="2590">
                  <a:moveTo>
                    <a:pt x="56" y="0"/>
                  </a:moveTo>
                  <a:cubicBezTo>
                    <a:pt x="49" y="78"/>
                    <a:pt x="42" y="155"/>
                    <a:pt x="36" y="236"/>
                  </a:cubicBezTo>
                  <a:cubicBezTo>
                    <a:pt x="0" y="784"/>
                    <a:pt x="437" y="1250"/>
                    <a:pt x="988" y="1250"/>
                  </a:cubicBezTo>
                  <a:lnTo>
                    <a:pt x="2589" y="1250"/>
                  </a:lnTo>
                  <a:cubicBezTo>
                    <a:pt x="2216" y="877"/>
                    <a:pt x="1889" y="458"/>
                    <a:pt x="1618" y="2"/>
                  </a:cubicBezTo>
                  <a:lnTo>
                    <a:pt x="56" y="2"/>
                  </a:lnTo>
                  <a:lnTo>
                    <a:pt x="56" y="0"/>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0"/>
            <p:cNvSpPr/>
            <p:nvPr/>
          </p:nvSpPr>
          <p:spPr>
            <a:xfrm>
              <a:off x="3060184" y="3499509"/>
              <a:ext cx="33761" cy="48360"/>
            </a:xfrm>
            <a:custGeom>
              <a:rect b="b" l="l" r="r" t="t"/>
              <a:pathLst>
                <a:path extrusionOk="0" h="3710" w="2590">
                  <a:moveTo>
                    <a:pt x="1815" y="0"/>
                  </a:moveTo>
                  <a:cubicBezTo>
                    <a:pt x="1635" y="1441"/>
                    <a:pt x="975" y="2732"/>
                    <a:pt x="1" y="3710"/>
                  </a:cubicBezTo>
                  <a:lnTo>
                    <a:pt x="1602" y="3710"/>
                  </a:lnTo>
                  <a:cubicBezTo>
                    <a:pt x="2153" y="3710"/>
                    <a:pt x="2589" y="3243"/>
                    <a:pt x="2554" y="2694"/>
                  </a:cubicBezTo>
                  <a:cubicBezTo>
                    <a:pt x="2489" y="1749"/>
                    <a:pt x="2238" y="835"/>
                    <a:pt x="18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0"/>
            <p:cNvSpPr/>
            <p:nvPr/>
          </p:nvSpPr>
          <p:spPr>
            <a:xfrm>
              <a:off x="2835613" y="3388050"/>
              <a:ext cx="331324" cy="416716"/>
            </a:xfrm>
            <a:custGeom>
              <a:rect b="b" l="l" r="r" t="t"/>
              <a:pathLst>
                <a:path extrusionOk="0" h="31969" w="25418">
                  <a:moveTo>
                    <a:pt x="12709" y="1822"/>
                  </a:moveTo>
                  <a:cubicBezTo>
                    <a:pt x="12709" y="1822"/>
                    <a:pt x="12709" y="1823"/>
                    <a:pt x="12710" y="1823"/>
                  </a:cubicBezTo>
                  <a:lnTo>
                    <a:pt x="12710" y="1823"/>
                  </a:lnTo>
                  <a:cubicBezTo>
                    <a:pt x="12710" y="1823"/>
                    <a:pt x="12710" y="1823"/>
                    <a:pt x="12709" y="1823"/>
                  </a:cubicBezTo>
                  <a:lnTo>
                    <a:pt x="12709" y="1823"/>
                  </a:lnTo>
                  <a:cubicBezTo>
                    <a:pt x="12709" y="1823"/>
                    <a:pt x="12709" y="1822"/>
                    <a:pt x="12709" y="1822"/>
                  </a:cubicBezTo>
                  <a:lnTo>
                    <a:pt x="12709" y="1822"/>
                  </a:lnTo>
                  <a:cubicBezTo>
                    <a:pt x="12709" y="1822"/>
                    <a:pt x="12709" y="1822"/>
                    <a:pt x="12709" y="1822"/>
                  </a:cubicBezTo>
                  <a:close/>
                  <a:moveTo>
                    <a:pt x="12710" y="1823"/>
                  </a:moveTo>
                  <a:cubicBezTo>
                    <a:pt x="12800" y="2160"/>
                    <a:pt x="12858" y="2376"/>
                    <a:pt x="12892" y="2503"/>
                  </a:cubicBezTo>
                  <a:lnTo>
                    <a:pt x="12892" y="2503"/>
                  </a:lnTo>
                  <a:cubicBezTo>
                    <a:pt x="12833" y="2283"/>
                    <a:pt x="12728" y="1892"/>
                    <a:pt x="12710" y="1823"/>
                  </a:cubicBezTo>
                  <a:lnTo>
                    <a:pt x="12710" y="1823"/>
                  </a:lnTo>
                  <a:cubicBezTo>
                    <a:pt x="12710" y="1823"/>
                    <a:pt x="12710" y="1823"/>
                    <a:pt x="12710" y="1823"/>
                  </a:cubicBezTo>
                  <a:close/>
                  <a:moveTo>
                    <a:pt x="12709" y="1822"/>
                  </a:moveTo>
                  <a:lnTo>
                    <a:pt x="12709" y="1822"/>
                  </a:lnTo>
                  <a:cubicBezTo>
                    <a:pt x="12709" y="1822"/>
                    <a:pt x="12709" y="1823"/>
                    <a:pt x="12709" y="1823"/>
                  </a:cubicBezTo>
                  <a:lnTo>
                    <a:pt x="12709" y="1823"/>
                  </a:lnTo>
                  <a:cubicBezTo>
                    <a:pt x="12683" y="1922"/>
                    <a:pt x="12486" y="2655"/>
                    <a:pt x="12486" y="2655"/>
                  </a:cubicBezTo>
                  <a:cubicBezTo>
                    <a:pt x="12486" y="2655"/>
                    <a:pt x="12542" y="2446"/>
                    <a:pt x="12709" y="1822"/>
                  </a:cubicBezTo>
                  <a:close/>
                  <a:moveTo>
                    <a:pt x="13708" y="1922"/>
                  </a:moveTo>
                  <a:lnTo>
                    <a:pt x="13708" y="1922"/>
                  </a:lnTo>
                  <a:cubicBezTo>
                    <a:pt x="14710" y="2093"/>
                    <a:pt x="15626" y="2515"/>
                    <a:pt x="16391" y="3121"/>
                  </a:cubicBezTo>
                  <a:lnTo>
                    <a:pt x="14344" y="4303"/>
                  </a:lnTo>
                  <a:lnTo>
                    <a:pt x="13708" y="1922"/>
                  </a:lnTo>
                  <a:close/>
                  <a:moveTo>
                    <a:pt x="9339" y="4378"/>
                  </a:moveTo>
                  <a:lnTo>
                    <a:pt x="10825" y="5238"/>
                  </a:lnTo>
                  <a:lnTo>
                    <a:pt x="10692" y="5734"/>
                  </a:lnTo>
                  <a:lnTo>
                    <a:pt x="10197" y="5867"/>
                  </a:lnTo>
                  <a:lnTo>
                    <a:pt x="9339" y="4378"/>
                  </a:lnTo>
                  <a:close/>
                  <a:moveTo>
                    <a:pt x="16084" y="4382"/>
                  </a:moveTo>
                  <a:lnTo>
                    <a:pt x="15223" y="5868"/>
                  </a:lnTo>
                  <a:lnTo>
                    <a:pt x="14728" y="5736"/>
                  </a:lnTo>
                  <a:lnTo>
                    <a:pt x="14595" y="5241"/>
                  </a:lnTo>
                  <a:lnTo>
                    <a:pt x="16084" y="4382"/>
                  </a:lnTo>
                  <a:close/>
                  <a:moveTo>
                    <a:pt x="8077" y="4073"/>
                  </a:moveTo>
                  <a:lnTo>
                    <a:pt x="9260" y="6120"/>
                  </a:lnTo>
                  <a:lnTo>
                    <a:pt x="6879" y="6757"/>
                  </a:lnTo>
                  <a:cubicBezTo>
                    <a:pt x="7041" y="5797"/>
                    <a:pt x="7440" y="4871"/>
                    <a:pt x="8077" y="4073"/>
                  </a:cubicBezTo>
                  <a:close/>
                  <a:moveTo>
                    <a:pt x="17341" y="4073"/>
                  </a:moveTo>
                  <a:cubicBezTo>
                    <a:pt x="17957" y="4847"/>
                    <a:pt x="18372" y="5767"/>
                    <a:pt x="18539" y="6757"/>
                  </a:cubicBezTo>
                  <a:lnTo>
                    <a:pt x="16159" y="6120"/>
                  </a:lnTo>
                  <a:lnTo>
                    <a:pt x="17341" y="4073"/>
                  </a:lnTo>
                  <a:close/>
                  <a:moveTo>
                    <a:pt x="12710" y="1823"/>
                  </a:moveTo>
                  <a:cubicBezTo>
                    <a:pt x="12738" y="1930"/>
                    <a:pt x="12987" y="2861"/>
                    <a:pt x="13821" y="5977"/>
                  </a:cubicBezTo>
                  <a:lnTo>
                    <a:pt x="12709" y="7090"/>
                  </a:lnTo>
                  <a:lnTo>
                    <a:pt x="11597" y="5977"/>
                  </a:lnTo>
                  <a:cubicBezTo>
                    <a:pt x="12431" y="2864"/>
                    <a:pt x="12681" y="1932"/>
                    <a:pt x="12710" y="1823"/>
                  </a:cubicBezTo>
                  <a:close/>
                  <a:moveTo>
                    <a:pt x="19463" y="6594"/>
                  </a:moveTo>
                  <a:lnTo>
                    <a:pt x="19463" y="6594"/>
                  </a:lnTo>
                  <a:cubicBezTo>
                    <a:pt x="19587" y="6758"/>
                    <a:pt x="19706" y="6925"/>
                    <a:pt x="19816" y="7097"/>
                  </a:cubicBezTo>
                  <a:lnTo>
                    <a:pt x="19521" y="7018"/>
                  </a:lnTo>
                  <a:cubicBezTo>
                    <a:pt x="19507" y="6877"/>
                    <a:pt x="19486" y="6735"/>
                    <a:pt x="19463" y="6594"/>
                  </a:cubicBezTo>
                  <a:close/>
                  <a:moveTo>
                    <a:pt x="5956" y="6597"/>
                  </a:moveTo>
                  <a:lnTo>
                    <a:pt x="5956" y="6597"/>
                  </a:lnTo>
                  <a:cubicBezTo>
                    <a:pt x="5933" y="6737"/>
                    <a:pt x="5913" y="6877"/>
                    <a:pt x="5899" y="7021"/>
                  </a:cubicBezTo>
                  <a:lnTo>
                    <a:pt x="5603" y="7100"/>
                  </a:lnTo>
                  <a:cubicBezTo>
                    <a:pt x="5714" y="6927"/>
                    <a:pt x="5833" y="6759"/>
                    <a:pt x="5956" y="6597"/>
                  </a:cubicBezTo>
                  <a:close/>
                  <a:moveTo>
                    <a:pt x="7395" y="7588"/>
                  </a:moveTo>
                  <a:lnTo>
                    <a:pt x="7395" y="7588"/>
                  </a:lnTo>
                  <a:cubicBezTo>
                    <a:pt x="7003" y="7693"/>
                    <a:pt x="6826" y="7740"/>
                    <a:pt x="6781" y="7752"/>
                  </a:cubicBezTo>
                  <a:lnTo>
                    <a:pt x="6781" y="7752"/>
                  </a:lnTo>
                  <a:cubicBezTo>
                    <a:pt x="6781" y="7752"/>
                    <a:pt x="6781" y="7752"/>
                    <a:pt x="6780" y="7752"/>
                  </a:cubicBezTo>
                  <a:lnTo>
                    <a:pt x="6780" y="7752"/>
                  </a:lnTo>
                  <a:cubicBezTo>
                    <a:pt x="6780" y="7752"/>
                    <a:pt x="6780" y="7752"/>
                    <a:pt x="6780" y="7752"/>
                  </a:cubicBezTo>
                  <a:lnTo>
                    <a:pt x="6780" y="7752"/>
                  </a:lnTo>
                  <a:cubicBezTo>
                    <a:pt x="6775" y="7751"/>
                    <a:pt x="6772" y="7750"/>
                    <a:pt x="6772" y="7750"/>
                  </a:cubicBezTo>
                  <a:lnTo>
                    <a:pt x="6772" y="7750"/>
                  </a:lnTo>
                  <a:cubicBezTo>
                    <a:pt x="6772" y="7750"/>
                    <a:pt x="6775" y="7751"/>
                    <a:pt x="6780" y="7752"/>
                  </a:cubicBezTo>
                  <a:lnTo>
                    <a:pt x="6780" y="7752"/>
                  </a:lnTo>
                  <a:cubicBezTo>
                    <a:pt x="7065" y="7676"/>
                    <a:pt x="7263" y="7623"/>
                    <a:pt x="7395" y="7588"/>
                  </a:cubicBezTo>
                  <a:close/>
                  <a:moveTo>
                    <a:pt x="10934" y="6640"/>
                  </a:moveTo>
                  <a:lnTo>
                    <a:pt x="12046" y="7752"/>
                  </a:lnTo>
                  <a:lnTo>
                    <a:pt x="10934" y="8865"/>
                  </a:lnTo>
                  <a:cubicBezTo>
                    <a:pt x="9160" y="8390"/>
                    <a:pt x="8097" y="8105"/>
                    <a:pt x="7490" y="7942"/>
                  </a:cubicBezTo>
                  <a:lnTo>
                    <a:pt x="7490" y="7942"/>
                  </a:lnTo>
                  <a:cubicBezTo>
                    <a:pt x="7509" y="7947"/>
                    <a:pt x="7519" y="7950"/>
                    <a:pt x="7519" y="7950"/>
                  </a:cubicBezTo>
                  <a:cubicBezTo>
                    <a:pt x="7518" y="7950"/>
                    <a:pt x="7333" y="7901"/>
                    <a:pt x="6779" y="7753"/>
                  </a:cubicBezTo>
                  <a:lnTo>
                    <a:pt x="6779" y="7753"/>
                  </a:lnTo>
                  <a:cubicBezTo>
                    <a:pt x="6772" y="7754"/>
                    <a:pt x="6768" y="7755"/>
                    <a:pt x="6768" y="7755"/>
                  </a:cubicBezTo>
                  <a:cubicBezTo>
                    <a:pt x="6768" y="7755"/>
                    <a:pt x="6772" y="7755"/>
                    <a:pt x="6779" y="7753"/>
                  </a:cubicBezTo>
                  <a:lnTo>
                    <a:pt x="6779" y="7753"/>
                  </a:lnTo>
                  <a:cubicBezTo>
                    <a:pt x="6779" y="7753"/>
                    <a:pt x="6779" y="7753"/>
                    <a:pt x="6779" y="7752"/>
                  </a:cubicBezTo>
                  <a:cubicBezTo>
                    <a:pt x="6779" y="7752"/>
                    <a:pt x="6780" y="7752"/>
                    <a:pt x="6780" y="7752"/>
                  </a:cubicBezTo>
                  <a:lnTo>
                    <a:pt x="6780" y="7752"/>
                  </a:lnTo>
                  <a:cubicBezTo>
                    <a:pt x="6780" y="7752"/>
                    <a:pt x="6781" y="7752"/>
                    <a:pt x="6781" y="7752"/>
                  </a:cubicBezTo>
                  <a:lnTo>
                    <a:pt x="6781" y="7752"/>
                  </a:lnTo>
                  <a:cubicBezTo>
                    <a:pt x="6780" y="7752"/>
                    <a:pt x="6780" y="7752"/>
                    <a:pt x="6779" y="7753"/>
                  </a:cubicBezTo>
                  <a:lnTo>
                    <a:pt x="6779" y="7753"/>
                  </a:lnTo>
                  <a:cubicBezTo>
                    <a:pt x="6779" y="7753"/>
                    <a:pt x="6779" y="7753"/>
                    <a:pt x="6779" y="7753"/>
                  </a:cubicBezTo>
                  <a:lnTo>
                    <a:pt x="6779" y="7753"/>
                  </a:lnTo>
                  <a:cubicBezTo>
                    <a:pt x="6780" y="7752"/>
                    <a:pt x="6780" y="7752"/>
                    <a:pt x="6781" y="7752"/>
                  </a:cubicBezTo>
                  <a:lnTo>
                    <a:pt x="6781" y="7752"/>
                  </a:lnTo>
                  <a:cubicBezTo>
                    <a:pt x="6822" y="7763"/>
                    <a:pt x="7019" y="7816"/>
                    <a:pt x="7490" y="7942"/>
                  </a:cubicBezTo>
                  <a:lnTo>
                    <a:pt x="7490" y="7942"/>
                  </a:lnTo>
                  <a:cubicBezTo>
                    <a:pt x="7362" y="7908"/>
                    <a:pt x="6854" y="7772"/>
                    <a:pt x="6781" y="7752"/>
                  </a:cubicBezTo>
                  <a:lnTo>
                    <a:pt x="6781" y="7752"/>
                  </a:lnTo>
                  <a:cubicBezTo>
                    <a:pt x="6885" y="7724"/>
                    <a:pt x="7611" y="7530"/>
                    <a:pt x="7611" y="7530"/>
                  </a:cubicBezTo>
                  <a:lnTo>
                    <a:pt x="7611" y="7530"/>
                  </a:lnTo>
                  <a:cubicBezTo>
                    <a:pt x="7611" y="7530"/>
                    <a:pt x="7550" y="7546"/>
                    <a:pt x="7395" y="7588"/>
                  </a:cubicBezTo>
                  <a:lnTo>
                    <a:pt x="7395" y="7588"/>
                  </a:lnTo>
                  <a:cubicBezTo>
                    <a:pt x="7986" y="7429"/>
                    <a:pt x="9069" y="7140"/>
                    <a:pt x="10934" y="6640"/>
                  </a:cubicBezTo>
                  <a:close/>
                  <a:moveTo>
                    <a:pt x="10195" y="9637"/>
                  </a:moveTo>
                  <a:lnTo>
                    <a:pt x="10690" y="9770"/>
                  </a:lnTo>
                  <a:lnTo>
                    <a:pt x="10824" y="10265"/>
                  </a:lnTo>
                  <a:lnTo>
                    <a:pt x="9334" y="11125"/>
                  </a:lnTo>
                  <a:lnTo>
                    <a:pt x="10195" y="9637"/>
                  </a:lnTo>
                  <a:close/>
                  <a:moveTo>
                    <a:pt x="15223" y="9637"/>
                  </a:moveTo>
                  <a:lnTo>
                    <a:pt x="16081" y="11126"/>
                  </a:lnTo>
                  <a:lnTo>
                    <a:pt x="16081" y="11126"/>
                  </a:lnTo>
                  <a:lnTo>
                    <a:pt x="14593" y="10266"/>
                  </a:lnTo>
                  <a:lnTo>
                    <a:pt x="14725" y="9771"/>
                  </a:lnTo>
                  <a:lnTo>
                    <a:pt x="15223" y="9637"/>
                  </a:lnTo>
                  <a:close/>
                  <a:moveTo>
                    <a:pt x="6881" y="8747"/>
                  </a:moveTo>
                  <a:lnTo>
                    <a:pt x="9260" y="9385"/>
                  </a:lnTo>
                  <a:lnTo>
                    <a:pt x="8079" y="11429"/>
                  </a:lnTo>
                  <a:cubicBezTo>
                    <a:pt x="7459" y="10648"/>
                    <a:pt x="7047" y="9728"/>
                    <a:pt x="6881" y="8747"/>
                  </a:cubicBezTo>
                  <a:close/>
                  <a:moveTo>
                    <a:pt x="14484" y="6642"/>
                  </a:moveTo>
                  <a:cubicBezTo>
                    <a:pt x="17033" y="7324"/>
                    <a:pt x="18120" y="7615"/>
                    <a:pt x="18490" y="7714"/>
                  </a:cubicBezTo>
                  <a:lnTo>
                    <a:pt x="18490" y="7714"/>
                  </a:lnTo>
                  <a:cubicBezTo>
                    <a:pt x="18537" y="7726"/>
                    <a:pt x="18587" y="7740"/>
                    <a:pt x="18640" y="7754"/>
                  </a:cubicBezTo>
                  <a:lnTo>
                    <a:pt x="18162" y="7882"/>
                  </a:lnTo>
                  <a:cubicBezTo>
                    <a:pt x="17914" y="7948"/>
                    <a:pt x="17765" y="8204"/>
                    <a:pt x="17831" y="8456"/>
                  </a:cubicBezTo>
                  <a:cubicBezTo>
                    <a:pt x="17887" y="8664"/>
                    <a:pt x="18078" y="8803"/>
                    <a:pt x="18285" y="8803"/>
                  </a:cubicBezTo>
                  <a:cubicBezTo>
                    <a:pt x="18325" y="8803"/>
                    <a:pt x="18365" y="8798"/>
                    <a:pt x="18405" y="8787"/>
                  </a:cubicBezTo>
                  <a:lnTo>
                    <a:pt x="18538" y="8751"/>
                  </a:lnTo>
                  <a:lnTo>
                    <a:pt x="18538" y="8751"/>
                  </a:lnTo>
                  <a:cubicBezTo>
                    <a:pt x="18372" y="9730"/>
                    <a:pt x="17960" y="10651"/>
                    <a:pt x="17340" y="11430"/>
                  </a:cubicBezTo>
                  <a:lnTo>
                    <a:pt x="16159" y="9388"/>
                  </a:lnTo>
                  <a:lnTo>
                    <a:pt x="16264" y="9361"/>
                  </a:lnTo>
                  <a:cubicBezTo>
                    <a:pt x="16512" y="9295"/>
                    <a:pt x="16661" y="9038"/>
                    <a:pt x="16595" y="8787"/>
                  </a:cubicBezTo>
                  <a:cubicBezTo>
                    <a:pt x="16540" y="8578"/>
                    <a:pt x="16350" y="8439"/>
                    <a:pt x="16143" y="8439"/>
                  </a:cubicBezTo>
                  <a:cubicBezTo>
                    <a:pt x="16103" y="8439"/>
                    <a:pt x="16062" y="8445"/>
                    <a:pt x="16021" y="8456"/>
                  </a:cubicBezTo>
                  <a:cubicBezTo>
                    <a:pt x="16008" y="8458"/>
                    <a:pt x="14669" y="8817"/>
                    <a:pt x="14484" y="8866"/>
                  </a:cubicBezTo>
                  <a:lnTo>
                    <a:pt x="13372" y="7754"/>
                  </a:lnTo>
                  <a:lnTo>
                    <a:pt x="14484" y="6642"/>
                  </a:lnTo>
                  <a:close/>
                  <a:moveTo>
                    <a:pt x="6285" y="10132"/>
                  </a:moveTo>
                  <a:cubicBezTo>
                    <a:pt x="6505" y="10721"/>
                    <a:pt x="6803" y="11280"/>
                    <a:pt x="7176" y="11790"/>
                  </a:cubicBezTo>
                  <a:lnTo>
                    <a:pt x="6591" y="11790"/>
                  </a:lnTo>
                  <a:cubicBezTo>
                    <a:pt x="6311" y="11790"/>
                    <a:pt x="6088" y="11556"/>
                    <a:pt x="6107" y="11277"/>
                  </a:cubicBezTo>
                  <a:cubicBezTo>
                    <a:pt x="6133" y="10888"/>
                    <a:pt x="6193" y="10505"/>
                    <a:pt x="6285" y="10132"/>
                  </a:cubicBezTo>
                  <a:close/>
                  <a:moveTo>
                    <a:pt x="12708" y="8415"/>
                  </a:moveTo>
                  <a:lnTo>
                    <a:pt x="13820" y="9527"/>
                  </a:lnTo>
                  <a:cubicBezTo>
                    <a:pt x="13661" y="10124"/>
                    <a:pt x="13949" y="9047"/>
                    <a:pt x="13214" y="11790"/>
                  </a:cubicBezTo>
                  <a:lnTo>
                    <a:pt x="12203" y="11790"/>
                  </a:lnTo>
                  <a:cubicBezTo>
                    <a:pt x="12088" y="11364"/>
                    <a:pt x="11630" y="9657"/>
                    <a:pt x="11596" y="9527"/>
                  </a:cubicBezTo>
                  <a:lnTo>
                    <a:pt x="12708" y="8415"/>
                  </a:lnTo>
                  <a:close/>
                  <a:moveTo>
                    <a:pt x="19133" y="10132"/>
                  </a:moveTo>
                  <a:cubicBezTo>
                    <a:pt x="19225" y="10505"/>
                    <a:pt x="19286" y="10888"/>
                    <a:pt x="19311" y="11277"/>
                  </a:cubicBezTo>
                  <a:cubicBezTo>
                    <a:pt x="19330" y="11555"/>
                    <a:pt x="19108" y="11790"/>
                    <a:pt x="18828" y="11790"/>
                  </a:cubicBezTo>
                  <a:lnTo>
                    <a:pt x="18242" y="11790"/>
                  </a:lnTo>
                  <a:cubicBezTo>
                    <a:pt x="18614" y="11280"/>
                    <a:pt x="18914" y="10721"/>
                    <a:pt x="19133" y="10132"/>
                  </a:cubicBezTo>
                  <a:close/>
                  <a:moveTo>
                    <a:pt x="11076" y="11203"/>
                  </a:moveTo>
                  <a:lnTo>
                    <a:pt x="11234" y="11792"/>
                  </a:lnTo>
                  <a:lnTo>
                    <a:pt x="10057" y="11792"/>
                  </a:lnTo>
                  <a:lnTo>
                    <a:pt x="11076" y="11203"/>
                  </a:lnTo>
                  <a:close/>
                  <a:moveTo>
                    <a:pt x="14344" y="11203"/>
                  </a:moveTo>
                  <a:lnTo>
                    <a:pt x="15362" y="11792"/>
                  </a:lnTo>
                  <a:lnTo>
                    <a:pt x="14186" y="11792"/>
                  </a:lnTo>
                  <a:lnTo>
                    <a:pt x="14344" y="11203"/>
                  </a:lnTo>
                  <a:close/>
                  <a:moveTo>
                    <a:pt x="3457" y="14441"/>
                  </a:moveTo>
                  <a:lnTo>
                    <a:pt x="3807" y="19185"/>
                  </a:lnTo>
                  <a:cubicBezTo>
                    <a:pt x="2204" y="19068"/>
                    <a:pt x="938" y="17728"/>
                    <a:pt x="938" y="16098"/>
                  </a:cubicBezTo>
                  <a:lnTo>
                    <a:pt x="938" y="15889"/>
                  </a:lnTo>
                  <a:cubicBezTo>
                    <a:pt x="938" y="15089"/>
                    <a:pt x="1587" y="14441"/>
                    <a:pt x="2386" y="14441"/>
                  </a:cubicBezTo>
                  <a:close/>
                  <a:moveTo>
                    <a:pt x="23032" y="14441"/>
                  </a:moveTo>
                  <a:cubicBezTo>
                    <a:pt x="23831" y="14441"/>
                    <a:pt x="24480" y="15089"/>
                    <a:pt x="24480" y="15889"/>
                  </a:cubicBezTo>
                  <a:lnTo>
                    <a:pt x="24480" y="16098"/>
                  </a:lnTo>
                  <a:cubicBezTo>
                    <a:pt x="24480" y="17728"/>
                    <a:pt x="23214" y="19068"/>
                    <a:pt x="21612" y="19185"/>
                  </a:cubicBezTo>
                  <a:lnTo>
                    <a:pt x="21962" y="14441"/>
                  </a:lnTo>
                  <a:close/>
                  <a:moveTo>
                    <a:pt x="8617" y="27179"/>
                  </a:moveTo>
                  <a:cubicBezTo>
                    <a:pt x="10078" y="28037"/>
                    <a:pt x="11594" y="28517"/>
                    <a:pt x="12711" y="28517"/>
                  </a:cubicBezTo>
                  <a:cubicBezTo>
                    <a:pt x="13773" y="28517"/>
                    <a:pt x="15302" y="28058"/>
                    <a:pt x="16803" y="27183"/>
                  </a:cubicBezTo>
                  <a:lnTo>
                    <a:pt x="16803" y="27959"/>
                  </a:lnTo>
                  <a:cubicBezTo>
                    <a:pt x="16803" y="29043"/>
                    <a:pt x="17434" y="30044"/>
                    <a:pt x="18410" y="30512"/>
                  </a:cubicBezTo>
                  <a:lnTo>
                    <a:pt x="19495" y="31031"/>
                  </a:lnTo>
                  <a:lnTo>
                    <a:pt x="5925" y="31031"/>
                  </a:lnTo>
                  <a:lnTo>
                    <a:pt x="7010" y="30512"/>
                  </a:lnTo>
                  <a:cubicBezTo>
                    <a:pt x="7985" y="30044"/>
                    <a:pt x="8617" y="29041"/>
                    <a:pt x="8617" y="27959"/>
                  </a:cubicBezTo>
                  <a:lnTo>
                    <a:pt x="8617" y="27179"/>
                  </a:lnTo>
                  <a:close/>
                  <a:moveTo>
                    <a:pt x="12708" y="1"/>
                  </a:moveTo>
                  <a:cubicBezTo>
                    <a:pt x="12419" y="1"/>
                    <a:pt x="12175" y="188"/>
                    <a:pt x="12099" y="467"/>
                  </a:cubicBezTo>
                  <a:lnTo>
                    <a:pt x="11973" y="941"/>
                  </a:lnTo>
                  <a:cubicBezTo>
                    <a:pt x="11609" y="981"/>
                    <a:pt x="11248" y="1048"/>
                    <a:pt x="10897" y="1143"/>
                  </a:cubicBezTo>
                  <a:cubicBezTo>
                    <a:pt x="10647" y="1212"/>
                    <a:pt x="10499" y="1470"/>
                    <a:pt x="10568" y="1720"/>
                  </a:cubicBezTo>
                  <a:cubicBezTo>
                    <a:pt x="10625" y="1928"/>
                    <a:pt x="10814" y="2065"/>
                    <a:pt x="11021" y="2065"/>
                  </a:cubicBezTo>
                  <a:cubicBezTo>
                    <a:pt x="11061" y="2065"/>
                    <a:pt x="11103" y="2060"/>
                    <a:pt x="11144" y="2049"/>
                  </a:cubicBezTo>
                  <a:cubicBezTo>
                    <a:pt x="11330" y="1997"/>
                    <a:pt x="11520" y="1955"/>
                    <a:pt x="11711" y="1922"/>
                  </a:cubicBezTo>
                  <a:lnTo>
                    <a:pt x="11711" y="1922"/>
                  </a:lnTo>
                  <a:lnTo>
                    <a:pt x="11075" y="4303"/>
                  </a:lnTo>
                  <a:lnTo>
                    <a:pt x="9030" y="3122"/>
                  </a:lnTo>
                  <a:cubicBezTo>
                    <a:pt x="9120" y="3049"/>
                    <a:pt x="9217" y="2978"/>
                    <a:pt x="9313" y="2911"/>
                  </a:cubicBezTo>
                  <a:cubicBezTo>
                    <a:pt x="9524" y="2762"/>
                    <a:pt x="9575" y="2469"/>
                    <a:pt x="9428" y="2258"/>
                  </a:cubicBezTo>
                  <a:cubicBezTo>
                    <a:pt x="9336" y="2128"/>
                    <a:pt x="9190" y="2058"/>
                    <a:pt x="9043" y="2058"/>
                  </a:cubicBezTo>
                  <a:cubicBezTo>
                    <a:pt x="8950" y="2058"/>
                    <a:pt x="8856" y="2086"/>
                    <a:pt x="8775" y="2143"/>
                  </a:cubicBezTo>
                  <a:cubicBezTo>
                    <a:pt x="7886" y="2768"/>
                    <a:pt x="7175" y="3573"/>
                    <a:pt x="6678" y="4492"/>
                  </a:cubicBezTo>
                  <a:cubicBezTo>
                    <a:pt x="4342" y="6440"/>
                    <a:pt x="3085" y="9398"/>
                    <a:pt x="3308" y="12430"/>
                  </a:cubicBezTo>
                  <a:lnTo>
                    <a:pt x="3386" y="13502"/>
                  </a:lnTo>
                  <a:lnTo>
                    <a:pt x="2386" y="13502"/>
                  </a:lnTo>
                  <a:cubicBezTo>
                    <a:pt x="1070" y="13502"/>
                    <a:pt x="0" y="14571"/>
                    <a:pt x="0" y="15889"/>
                  </a:cubicBezTo>
                  <a:lnTo>
                    <a:pt x="0" y="16098"/>
                  </a:lnTo>
                  <a:cubicBezTo>
                    <a:pt x="0" y="18268"/>
                    <a:pt x="1723" y="20044"/>
                    <a:pt x="3874" y="20126"/>
                  </a:cubicBezTo>
                  <a:lnTo>
                    <a:pt x="3917" y="20700"/>
                  </a:lnTo>
                  <a:cubicBezTo>
                    <a:pt x="4097" y="23132"/>
                    <a:pt x="5741" y="25180"/>
                    <a:pt x="7678" y="26569"/>
                  </a:cubicBezTo>
                  <a:lnTo>
                    <a:pt x="7678" y="27959"/>
                  </a:lnTo>
                  <a:cubicBezTo>
                    <a:pt x="7678" y="28684"/>
                    <a:pt x="7258" y="29355"/>
                    <a:pt x="6605" y="29667"/>
                  </a:cubicBezTo>
                  <a:lnTo>
                    <a:pt x="4676" y="30592"/>
                  </a:lnTo>
                  <a:cubicBezTo>
                    <a:pt x="4369" y="30740"/>
                    <a:pt x="4209" y="31074"/>
                    <a:pt x="4283" y="31404"/>
                  </a:cubicBezTo>
                  <a:cubicBezTo>
                    <a:pt x="4359" y="31737"/>
                    <a:pt x="4649" y="31968"/>
                    <a:pt x="4991" y="31968"/>
                  </a:cubicBezTo>
                  <a:lnTo>
                    <a:pt x="20431" y="31968"/>
                  </a:lnTo>
                  <a:cubicBezTo>
                    <a:pt x="20771" y="31968"/>
                    <a:pt x="21059" y="31737"/>
                    <a:pt x="21137" y="31404"/>
                  </a:cubicBezTo>
                  <a:cubicBezTo>
                    <a:pt x="21213" y="31073"/>
                    <a:pt x="21051" y="30740"/>
                    <a:pt x="20743" y="30592"/>
                  </a:cubicBezTo>
                  <a:lnTo>
                    <a:pt x="18816" y="29667"/>
                  </a:lnTo>
                  <a:cubicBezTo>
                    <a:pt x="18163" y="29353"/>
                    <a:pt x="17742" y="28682"/>
                    <a:pt x="17742" y="27959"/>
                  </a:cubicBezTo>
                  <a:lnTo>
                    <a:pt x="17742" y="26576"/>
                  </a:lnTo>
                  <a:cubicBezTo>
                    <a:pt x="18336" y="26151"/>
                    <a:pt x="18907" y="25658"/>
                    <a:pt x="19426" y="25102"/>
                  </a:cubicBezTo>
                  <a:cubicBezTo>
                    <a:pt x="19601" y="24911"/>
                    <a:pt x="19591" y="24616"/>
                    <a:pt x="19400" y="24441"/>
                  </a:cubicBezTo>
                  <a:cubicBezTo>
                    <a:pt x="19310" y="24357"/>
                    <a:pt x="19196" y="24315"/>
                    <a:pt x="19082" y="24315"/>
                  </a:cubicBezTo>
                  <a:cubicBezTo>
                    <a:pt x="18956" y="24315"/>
                    <a:pt x="18831" y="24366"/>
                    <a:pt x="18739" y="24465"/>
                  </a:cubicBezTo>
                  <a:cubicBezTo>
                    <a:pt x="16947" y="26394"/>
                    <a:pt x="14276" y="27580"/>
                    <a:pt x="12711" y="27580"/>
                  </a:cubicBezTo>
                  <a:cubicBezTo>
                    <a:pt x="10066" y="27580"/>
                    <a:pt x="5141" y="24538"/>
                    <a:pt x="4852" y="20632"/>
                  </a:cubicBezTo>
                  <a:cubicBezTo>
                    <a:pt x="4704" y="18627"/>
                    <a:pt x="4626" y="17571"/>
                    <a:pt x="4589" y="17059"/>
                  </a:cubicBezTo>
                  <a:lnTo>
                    <a:pt x="4589" y="17059"/>
                  </a:lnTo>
                  <a:cubicBezTo>
                    <a:pt x="4600" y="17214"/>
                    <a:pt x="4605" y="17274"/>
                    <a:pt x="4605" y="17274"/>
                  </a:cubicBezTo>
                  <a:cubicBezTo>
                    <a:pt x="4605" y="17274"/>
                    <a:pt x="4558" y="16638"/>
                    <a:pt x="4558" y="16638"/>
                  </a:cubicBezTo>
                  <a:lnTo>
                    <a:pt x="4558" y="16638"/>
                  </a:lnTo>
                  <a:cubicBezTo>
                    <a:pt x="4558" y="16638"/>
                    <a:pt x="4566" y="16748"/>
                    <a:pt x="4589" y="17059"/>
                  </a:cubicBezTo>
                  <a:lnTo>
                    <a:pt x="4589" y="17059"/>
                  </a:lnTo>
                  <a:cubicBezTo>
                    <a:pt x="4555" y="16607"/>
                    <a:pt x="4462" y="15341"/>
                    <a:pt x="4242" y="12361"/>
                  </a:cubicBezTo>
                  <a:cubicBezTo>
                    <a:pt x="4133" y="10869"/>
                    <a:pt x="4421" y="9395"/>
                    <a:pt x="5050" y="8080"/>
                  </a:cubicBezTo>
                  <a:cubicBezTo>
                    <a:pt x="5130" y="8215"/>
                    <a:pt x="5263" y="8315"/>
                    <a:pt x="5424" y="8358"/>
                  </a:cubicBezTo>
                  <a:lnTo>
                    <a:pt x="5888" y="8481"/>
                  </a:lnTo>
                  <a:cubicBezTo>
                    <a:pt x="5476" y="9337"/>
                    <a:pt x="5236" y="10255"/>
                    <a:pt x="5172" y="11212"/>
                  </a:cubicBezTo>
                  <a:cubicBezTo>
                    <a:pt x="5117" y="12030"/>
                    <a:pt x="5768" y="12726"/>
                    <a:pt x="6588" y="12726"/>
                  </a:cubicBezTo>
                  <a:lnTo>
                    <a:pt x="18828" y="12726"/>
                  </a:lnTo>
                  <a:cubicBezTo>
                    <a:pt x="19649" y="12726"/>
                    <a:pt x="20299" y="12030"/>
                    <a:pt x="20246" y="11212"/>
                  </a:cubicBezTo>
                  <a:cubicBezTo>
                    <a:pt x="20182" y="10255"/>
                    <a:pt x="19943" y="9337"/>
                    <a:pt x="19529" y="8481"/>
                  </a:cubicBezTo>
                  <a:lnTo>
                    <a:pt x="19993" y="8358"/>
                  </a:lnTo>
                  <a:cubicBezTo>
                    <a:pt x="20155" y="8315"/>
                    <a:pt x="20287" y="8213"/>
                    <a:pt x="20367" y="8080"/>
                  </a:cubicBezTo>
                  <a:cubicBezTo>
                    <a:pt x="20995" y="9395"/>
                    <a:pt x="21284" y="10869"/>
                    <a:pt x="21174" y="12361"/>
                  </a:cubicBezTo>
                  <a:cubicBezTo>
                    <a:pt x="20992" y="14837"/>
                    <a:pt x="20762" y="17966"/>
                    <a:pt x="20564" y="20632"/>
                  </a:cubicBezTo>
                  <a:cubicBezTo>
                    <a:pt x="20511" y="21358"/>
                    <a:pt x="20299" y="22083"/>
                    <a:pt x="19937" y="22785"/>
                  </a:cubicBezTo>
                  <a:cubicBezTo>
                    <a:pt x="19818" y="23014"/>
                    <a:pt x="19908" y="23297"/>
                    <a:pt x="20138" y="23416"/>
                  </a:cubicBezTo>
                  <a:cubicBezTo>
                    <a:pt x="20207" y="23452"/>
                    <a:pt x="20280" y="23469"/>
                    <a:pt x="20352" y="23469"/>
                  </a:cubicBezTo>
                  <a:cubicBezTo>
                    <a:pt x="20522" y="23469"/>
                    <a:pt x="20686" y="23375"/>
                    <a:pt x="20769" y="23215"/>
                  </a:cubicBezTo>
                  <a:cubicBezTo>
                    <a:pt x="21191" y="22400"/>
                    <a:pt x="21437" y="21554"/>
                    <a:pt x="21500" y="20700"/>
                  </a:cubicBezTo>
                  <a:lnTo>
                    <a:pt x="21543" y="20126"/>
                  </a:lnTo>
                  <a:cubicBezTo>
                    <a:pt x="23692" y="20044"/>
                    <a:pt x="25417" y="18268"/>
                    <a:pt x="25417" y="16098"/>
                  </a:cubicBezTo>
                  <a:lnTo>
                    <a:pt x="25417" y="15889"/>
                  </a:lnTo>
                  <a:cubicBezTo>
                    <a:pt x="25417" y="14573"/>
                    <a:pt x="24348" y="13504"/>
                    <a:pt x="23032" y="13504"/>
                  </a:cubicBezTo>
                  <a:lnTo>
                    <a:pt x="22032" y="13504"/>
                  </a:lnTo>
                  <a:lnTo>
                    <a:pt x="22111" y="12432"/>
                  </a:lnTo>
                  <a:cubicBezTo>
                    <a:pt x="22335" y="9398"/>
                    <a:pt x="21073" y="6438"/>
                    <a:pt x="18739" y="4492"/>
                  </a:cubicBezTo>
                  <a:cubicBezTo>
                    <a:pt x="17691" y="2557"/>
                    <a:pt x="15740" y="1185"/>
                    <a:pt x="13444" y="941"/>
                  </a:cubicBezTo>
                  <a:lnTo>
                    <a:pt x="13316" y="467"/>
                  </a:lnTo>
                  <a:cubicBezTo>
                    <a:pt x="13240" y="189"/>
                    <a:pt x="12996" y="1"/>
                    <a:pt x="1270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0"/>
            <p:cNvSpPr/>
            <p:nvPr/>
          </p:nvSpPr>
          <p:spPr>
            <a:xfrm>
              <a:off x="2930280" y="3582014"/>
              <a:ext cx="60860" cy="12227"/>
            </a:xfrm>
            <a:custGeom>
              <a:rect b="b" l="l" r="r" t="t"/>
              <a:pathLst>
                <a:path extrusionOk="0" h="938" w="4669">
                  <a:moveTo>
                    <a:pt x="468" y="1"/>
                  </a:moveTo>
                  <a:cubicBezTo>
                    <a:pt x="210" y="1"/>
                    <a:pt x="0" y="210"/>
                    <a:pt x="0" y="469"/>
                  </a:cubicBezTo>
                  <a:cubicBezTo>
                    <a:pt x="0" y="727"/>
                    <a:pt x="210" y="938"/>
                    <a:pt x="468" y="938"/>
                  </a:cubicBezTo>
                  <a:lnTo>
                    <a:pt x="4199" y="938"/>
                  </a:lnTo>
                  <a:cubicBezTo>
                    <a:pt x="4200" y="938"/>
                    <a:pt x="4201" y="938"/>
                    <a:pt x="4202" y="938"/>
                  </a:cubicBezTo>
                  <a:cubicBezTo>
                    <a:pt x="4461" y="938"/>
                    <a:pt x="4668" y="729"/>
                    <a:pt x="4668" y="469"/>
                  </a:cubicBezTo>
                  <a:cubicBezTo>
                    <a:pt x="4668" y="210"/>
                    <a:pt x="4457"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0"/>
            <p:cNvSpPr/>
            <p:nvPr/>
          </p:nvSpPr>
          <p:spPr>
            <a:xfrm>
              <a:off x="2995187" y="3582014"/>
              <a:ext cx="77115" cy="76763"/>
            </a:xfrm>
            <a:custGeom>
              <a:rect b="b" l="l" r="r" t="t"/>
              <a:pathLst>
                <a:path extrusionOk="0" h="5889" w="5916">
                  <a:moveTo>
                    <a:pt x="2962" y="1"/>
                  </a:moveTo>
                  <a:cubicBezTo>
                    <a:pt x="2017" y="1"/>
                    <a:pt x="1247" y="770"/>
                    <a:pt x="1247" y="1716"/>
                  </a:cubicBezTo>
                  <a:lnTo>
                    <a:pt x="1247" y="4174"/>
                  </a:lnTo>
                  <a:cubicBezTo>
                    <a:pt x="1247" y="4601"/>
                    <a:pt x="897" y="4951"/>
                    <a:pt x="468" y="4951"/>
                  </a:cubicBezTo>
                  <a:cubicBezTo>
                    <a:pt x="211" y="4951"/>
                    <a:pt x="0" y="5161"/>
                    <a:pt x="0" y="5419"/>
                  </a:cubicBezTo>
                  <a:cubicBezTo>
                    <a:pt x="0" y="5677"/>
                    <a:pt x="211" y="5888"/>
                    <a:pt x="468" y="5888"/>
                  </a:cubicBezTo>
                  <a:cubicBezTo>
                    <a:pt x="1414" y="5888"/>
                    <a:pt x="2184" y="5118"/>
                    <a:pt x="2184" y="4174"/>
                  </a:cubicBezTo>
                  <a:lnTo>
                    <a:pt x="2184" y="1716"/>
                  </a:lnTo>
                  <a:cubicBezTo>
                    <a:pt x="2184" y="1286"/>
                    <a:pt x="2533" y="938"/>
                    <a:pt x="2962" y="938"/>
                  </a:cubicBezTo>
                  <a:lnTo>
                    <a:pt x="5446" y="938"/>
                  </a:lnTo>
                  <a:cubicBezTo>
                    <a:pt x="5447" y="938"/>
                    <a:pt x="5448" y="938"/>
                    <a:pt x="5449" y="938"/>
                  </a:cubicBezTo>
                  <a:cubicBezTo>
                    <a:pt x="5706" y="938"/>
                    <a:pt x="5915" y="729"/>
                    <a:pt x="5915" y="469"/>
                  </a:cubicBezTo>
                  <a:cubicBezTo>
                    <a:pt x="5915" y="210"/>
                    <a:pt x="5704"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0"/>
            <p:cNvSpPr/>
            <p:nvPr/>
          </p:nvSpPr>
          <p:spPr>
            <a:xfrm>
              <a:off x="2962727" y="3691725"/>
              <a:ext cx="77141" cy="12227"/>
            </a:xfrm>
            <a:custGeom>
              <a:rect b="b" l="l" r="r" t="t"/>
              <a:pathLst>
                <a:path extrusionOk="0" h="938" w="5918">
                  <a:moveTo>
                    <a:pt x="470" y="1"/>
                  </a:moveTo>
                  <a:cubicBezTo>
                    <a:pt x="212" y="1"/>
                    <a:pt x="1" y="210"/>
                    <a:pt x="1" y="468"/>
                  </a:cubicBezTo>
                  <a:cubicBezTo>
                    <a:pt x="1" y="727"/>
                    <a:pt x="212" y="938"/>
                    <a:pt x="470" y="938"/>
                  </a:cubicBezTo>
                  <a:lnTo>
                    <a:pt x="5449" y="938"/>
                  </a:lnTo>
                  <a:cubicBezTo>
                    <a:pt x="5708" y="938"/>
                    <a:pt x="5917" y="727"/>
                    <a:pt x="5917" y="468"/>
                  </a:cubicBezTo>
                  <a:cubicBezTo>
                    <a:pt x="5917" y="210"/>
                    <a:pt x="5708" y="1"/>
                    <a:pt x="544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4" name="Google Shape;6404;p70"/>
          <p:cNvGrpSpPr/>
          <p:nvPr/>
        </p:nvGrpSpPr>
        <p:grpSpPr>
          <a:xfrm>
            <a:off x="3925938" y="2589730"/>
            <a:ext cx="331262" cy="416530"/>
            <a:chOff x="3925938" y="2589730"/>
            <a:chExt cx="331262" cy="416530"/>
          </a:xfrm>
        </p:grpSpPr>
        <p:sp>
          <p:nvSpPr>
            <p:cNvPr id="6405" name="Google Shape;6405;p70"/>
            <p:cNvSpPr/>
            <p:nvPr/>
          </p:nvSpPr>
          <p:spPr>
            <a:xfrm>
              <a:off x="4200965" y="2771713"/>
              <a:ext cx="50074" cy="74154"/>
            </a:xfrm>
            <a:custGeom>
              <a:rect b="b" l="l" r="r" t="t"/>
              <a:pathLst>
                <a:path extrusionOk="0" h="5691" w="3843">
                  <a:moveTo>
                    <a:pt x="420" y="1"/>
                  </a:moveTo>
                  <a:lnTo>
                    <a:pt x="1" y="5690"/>
                  </a:lnTo>
                  <a:lnTo>
                    <a:pt x="278" y="5690"/>
                  </a:lnTo>
                  <a:cubicBezTo>
                    <a:pt x="2247" y="5690"/>
                    <a:pt x="3842" y="4093"/>
                    <a:pt x="3842" y="2127"/>
                  </a:cubicBezTo>
                  <a:lnTo>
                    <a:pt x="3842" y="1918"/>
                  </a:lnTo>
                  <a:cubicBezTo>
                    <a:pt x="3842" y="858"/>
                    <a:pt x="2983" y="1"/>
                    <a:pt x="1925"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0"/>
            <p:cNvSpPr/>
            <p:nvPr/>
          </p:nvSpPr>
          <p:spPr>
            <a:xfrm>
              <a:off x="3932061" y="2771713"/>
              <a:ext cx="50074" cy="74154"/>
            </a:xfrm>
            <a:custGeom>
              <a:rect b="b" l="l" r="r" t="t"/>
              <a:pathLst>
                <a:path extrusionOk="0" h="5691" w="3843">
                  <a:moveTo>
                    <a:pt x="1917" y="1"/>
                  </a:moveTo>
                  <a:cubicBezTo>
                    <a:pt x="860" y="1"/>
                    <a:pt x="0" y="858"/>
                    <a:pt x="0" y="1918"/>
                  </a:cubicBezTo>
                  <a:lnTo>
                    <a:pt x="0" y="2127"/>
                  </a:lnTo>
                  <a:cubicBezTo>
                    <a:pt x="2" y="4093"/>
                    <a:pt x="1597" y="5690"/>
                    <a:pt x="3565" y="5690"/>
                  </a:cubicBezTo>
                  <a:lnTo>
                    <a:pt x="3843" y="5690"/>
                  </a:lnTo>
                  <a:lnTo>
                    <a:pt x="3422"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0"/>
            <p:cNvSpPr/>
            <p:nvPr/>
          </p:nvSpPr>
          <p:spPr>
            <a:xfrm>
              <a:off x="3986329" y="2932719"/>
              <a:ext cx="210474" cy="67417"/>
            </a:xfrm>
            <a:custGeom>
              <a:rect b="b" l="l" r="r" t="t"/>
              <a:pathLst>
                <a:path extrusionOk="0" h="5174" w="16153">
                  <a:moveTo>
                    <a:pt x="3516" y="0"/>
                  </a:moveTo>
                  <a:lnTo>
                    <a:pt x="3516" y="1630"/>
                  </a:lnTo>
                  <a:cubicBezTo>
                    <a:pt x="3516" y="2540"/>
                    <a:pt x="2994" y="3368"/>
                    <a:pt x="2175" y="3761"/>
                  </a:cubicBezTo>
                  <a:lnTo>
                    <a:pt x="246" y="4687"/>
                  </a:lnTo>
                  <a:cubicBezTo>
                    <a:pt x="1" y="4806"/>
                    <a:pt x="84" y="5173"/>
                    <a:pt x="357" y="5173"/>
                  </a:cubicBezTo>
                  <a:lnTo>
                    <a:pt x="15797" y="5173"/>
                  </a:lnTo>
                  <a:cubicBezTo>
                    <a:pt x="16069" y="5173"/>
                    <a:pt x="16152" y="4806"/>
                    <a:pt x="15908" y="4687"/>
                  </a:cubicBezTo>
                  <a:lnTo>
                    <a:pt x="13980" y="3761"/>
                  </a:lnTo>
                  <a:cubicBezTo>
                    <a:pt x="13159" y="3368"/>
                    <a:pt x="12638" y="2540"/>
                    <a:pt x="12638" y="1630"/>
                  </a:cubicBezTo>
                  <a:lnTo>
                    <a:pt x="12638" y="0"/>
                  </a:lnTo>
                  <a:cubicBezTo>
                    <a:pt x="11038" y="1094"/>
                    <a:pt x="9273" y="1721"/>
                    <a:pt x="8077" y="1721"/>
                  </a:cubicBezTo>
                  <a:cubicBezTo>
                    <a:pt x="6881" y="1721"/>
                    <a:pt x="5113" y="1094"/>
                    <a:pt x="3516"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0"/>
            <p:cNvSpPr/>
            <p:nvPr/>
          </p:nvSpPr>
          <p:spPr>
            <a:xfrm>
              <a:off x="3970173" y="2625900"/>
              <a:ext cx="242788" cy="329255"/>
            </a:xfrm>
            <a:custGeom>
              <a:rect b="b" l="l" r="r" t="t"/>
              <a:pathLst>
                <a:path extrusionOk="0" h="25269" w="18633">
                  <a:moveTo>
                    <a:pt x="9317" y="1"/>
                  </a:moveTo>
                  <a:cubicBezTo>
                    <a:pt x="4111" y="1"/>
                    <a:pt x="1" y="4423"/>
                    <a:pt x="384" y="9616"/>
                  </a:cubicBezTo>
                  <a:lnTo>
                    <a:pt x="994" y="17887"/>
                  </a:lnTo>
                  <a:cubicBezTo>
                    <a:pt x="1315" y="22248"/>
                    <a:pt x="6691" y="25269"/>
                    <a:pt x="9319" y="25269"/>
                  </a:cubicBezTo>
                  <a:cubicBezTo>
                    <a:pt x="11947" y="25269"/>
                    <a:pt x="17322" y="22245"/>
                    <a:pt x="17644" y="17887"/>
                  </a:cubicBezTo>
                  <a:lnTo>
                    <a:pt x="18249" y="9616"/>
                  </a:lnTo>
                  <a:cubicBezTo>
                    <a:pt x="18632" y="4423"/>
                    <a:pt x="14523" y="1"/>
                    <a:pt x="9317"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0"/>
            <p:cNvSpPr/>
            <p:nvPr/>
          </p:nvSpPr>
          <p:spPr>
            <a:xfrm>
              <a:off x="4033965" y="2631307"/>
              <a:ext cx="178068" cy="323809"/>
            </a:xfrm>
            <a:custGeom>
              <a:rect b="b" l="l" r="r" t="t"/>
              <a:pathLst>
                <a:path extrusionOk="0" h="24851" w="13666">
                  <a:moveTo>
                    <a:pt x="7124" y="1"/>
                  </a:moveTo>
                  <a:lnTo>
                    <a:pt x="7124" y="1"/>
                  </a:lnTo>
                  <a:cubicBezTo>
                    <a:pt x="9575" y="1751"/>
                    <a:pt x="11096" y="4701"/>
                    <a:pt x="10856" y="7952"/>
                  </a:cubicBezTo>
                  <a:lnTo>
                    <a:pt x="10246" y="16222"/>
                  </a:lnTo>
                  <a:cubicBezTo>
                    <a:pt x="9926" y="20582"/>
                    <a:pt x="4550" y="23602"/>
                    <a:pt x="1922" y="23602"/>
                  </a:cubicBezTo>
                  <a:cubicBezTo>
                    <a:pt x="1377" y="23602"/>
                    <a:pt x="714" y="23472"/>
                    <a:pt x="1" y="23228"/>
                  </a:cubicBezTo>
                  <a:lnTo>
                    <a:pt x="1" y="23228"/>
                  </a:lnTo>
                  <a:cubicBezTo>
                    <a:pt x="1562" y="24262"/>
                    <a:pt x="3258" y="24851"/>
                    <a:pt x="4421" y="24851"/>
                  </a:cubicBezTo>
                  <a:cubicBezTo>
                    <a:pt x="7048" y="24851"/>
                    <a:pt x="12425" y="21829"/>
                    <a:pt x="12746" y="17471"/>
                  </a:cubicBezTo>
                  <a:lnTo>
                    <a:pt x="13356" y="9200"/>
                  </a:lnTo>
                  <a:cubicBezTo>
                    <a:pt x="13666" y="4951"/>
                    <a:pt x="10968" y="1216"/>
                    <a:pt x="7124"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0"/>
            <p:cNvSpPr/>
            <p:nvPr/>
          </p:nvSpPr>
          <p:spPr>
            <a:xfrm>
              <a:off x="3994303" y="2595789"/>
              <a:ext cx="194538" cy="113257"/>
            </a:xfrm>
            <a:custGeom>
              <a:rect b="b" l="l" r="r" t="t"/>
              <a:pathLst>
                <a:path extrusionOk="0" h="8692" w="14930">
                  <a:moveTo>
                    <a:pt x="6453" y="0"/>
                  </a:moveTo>
                  <a:cubicBezTo>
                    <a:pt x="4767" y="0"/>
                    <a:pt x="3374" y="1256"/>
                    <a:pt x="3157" y="2884"/>
                  </a:cubicBezTo>
                  <a:cubicBezTo>
                    <a:pt x="3137" y="3029"/>
                    <a:pt x="3015" y="3137"/>
                    <a:pt x="2870" y="3137"/>
                  </a:cubicBezTo>
                  <a:cubicBezTo>
                    <a:pt x="2866" y="3137"/>
                    <a:pt x="2862" y="3137"/>
                    <a:pt x="2858" y="3137"/>
                  </a:cubicBezTo>
                  <a:cubicBezTo>
                    <a:pt x="2835" y="3137"/>
                    <a:pt x="2813" y="3136"/>
                    <a:pt x="2790" y="3136"/>
                  </a:cubicBezTo>
                  <a:cubicBezTo>
                    <a:pt x="1248" y="3136"/>
                    <a:pt x="0" y="4391"/>
                    <a:pt x="13" y="5934"/>
                  </a:cubicBezTo>
                  <a:cubicBezTo>
                    <a:pt x="23" y="7465"/>
                    <a:pt x="1293" y="8690"/>
                    <a:pt x="2825" y="8690"/>
                  </a:cubicBezTo>
                  <a:lnTo>
                    <a:pt x="12645" y="8692"/>
                  </a:lnTo>
                  <a:cubicBezTo>
                    <a:pt x="13872" y="8692"/>
                    <a:pt x="14896" y="7717"/>
                    <a:pt x="14915" y="6490"/>
                  </a:cubicBezTo>
                  <a:cubicBezTo>
                    <a:pt x="14929" y="5479"/>
                    <a:pt x="14270" y="4621"/>
                    <a:pt x="13359" y="4329"/>
                  </a:cubicBezTo>
                  <a:cubicBezTo>
                    <a:pt x="13214" y="4283"/>
                    <a:pt x="13130" y="4134"/>
                    <a:pt x="13166" y="3985"/>
                  </a:cubicBezTo>
                  <a:cubicBezTo>
                    <a:pt x="13224" y="3753"/>
                    <a:pt x="13247" y="3506"/>
                    <a:pt x="13230" y="3252"/>
                  </a:cubicBezTo>
                  <a:cubicBezTo>
                    <a:pt x="13147" y="2085"/>
                    <a:pt x="12197" y="1152"/>
                    <a:pt x="11029" y="1092"/>
                  </a:cubicBezTo>
                  <a:cubicBezTo>
                    <a:pt x="10988" y="1090"/>
                    <a:pt x="10948" y="1089"/>
                    <a:pt x="10908" y="1089"/>
                  </a:cubicBezTo>
                  <a:cubicBezTo>
                    <a:pt x="10417" y="1089"/>
                    <a:pt x="9962" y="1241"/>
                    <a:pt x="9585" y="1500"/>
                  </a:cubicBezTo>
                  <a:cubicBezTo>
                    <a:pt x="9535" y="1535"/>
                    <a:pt x="9477" y="1552"/>
                    <a:pt x="9420" y="1552"/>
                  </a:cubicBezTo>
                  <a:cubicBezTo>
                    <a:pt x="9329" y="1552"/>
                    <a:pt x="9240" y="1509"/>
                    <a:pt x="9184" y="1428"/>
                  </a:cubicBezTo>
                  <a:cubicBezTo>
                    <a:pt x="8582" y="564"/>
                    <a:pt x="7584" y="0"/>
                    <a:pt x="64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0"/>
            <p:cNvSpPr/>
            <p:nvPr/>
          </p:nvSpPr>
          <p:spPr>
            <a:xfrm>
              <a:off x="4000506" y="2609978"/>
              <a:ext cx="188336" cy="99067"/>
            </a:xfrm>
            <a:custGeom>
              <a:rect b="b" l="l" r="r" t="t"/>
              <a:pathLst>
                <a:path extrusionOk="0" h="7603" w="14454">
                  <a:moveTo>
                    <a:pt x="10429" y="0"/>
                  </a:moveTo>
                  <a:cubicBezTo>
                    <a:pt x="10287" y="0"/>
                    <a:pt x="10148" y="12"/>
                    <a:pt x="10013" y="38"/>
                  </a:cubicBezTo>
                  <a:cubicBezTo>
                    <a:pt x="10148" y="305"/>
                    <a:pt x="10232" y="600"/>
                    <a:pt x="10256" y="914"/>
                  </a:cubicBezTo>
                  <a:cubicBezTo>
                    <a:pt x="10273" y="1168"/>
                    <a:pt x="10250" y="1415"/>
                    <a:pt x="10190" y="1648"/>
                  </a:cubicBezTo>
                  <a:cubicBezTo>
                    <a:pt x="10153" y="1797"/>
                    <a:pt x="10237" y="1946"/>
                    <a:pt x="10385" y="1992"/>
                  </a:cubicBezTo>
                  <a:cubicBezTo>
                    <a:pt x="11296" y="2283"/>
                    <a:pt x="11953" y="3141"/>
                    <a:pt x="11939" y="4153"/>
                  </a:cubicBezTo>
                  <a:cubicBezTo>
                    <a:pt x="11922" y="5380"/>
                    <a:pt x="10897" y="6354"/>
                    <a:pt x="9670" y="6354"/>
                  </a:cubicBezTo>
                  <a:lnTo>
                    <a:pt x="0" y="6354"/>
                  </a:lnTo>
                  <a:cubicBezTo>
                    <a:pt x="507" y="7108"/>
                    <a:pt x="1375" y="7603"/>
                    <a:pt x="2347" y="7603"/>
                  </a:cubicBezTo>
                  <a:lnTo>
                    <a:pt x="12167" y="7603"/>
                  </a:lnTo>
                  <a:cubicBezTo>
                    <a:pt x="13394" y="7603"/>
                    <a:pt x="14419" y="6628"/>
                    <a:pt x="14436" y="5401"/>
                  </a:cubicBezTo>
                  <a:cubicBezTo>
                    <a:pt x="14453" y="4390"/>
                    <a:pt x="13794" y="3532"/>
                    <a:pt x="12883" y="3240"/>
                  </a:cubicBezTo>
                  <a:cubicBezTo>
                    <a:pt x="12737" y="3194"/>
                    <a:pt x="12654" y="3045"/>
                    <a:pt x="12690" y="2896"/>
                  </a:cubicBezTo>
                  <a:cubicBezTo>
                    <a:pt x="12748" y="2664"/>
                    <a:pt x="12771" y="2417"/>
                    <a:pt x="12754" y="2163"/>
                  </a:cubicBezTo>
                  <a:cubicBezTo>
                    <a:pt x="12671" y="996"/>
                    <a:pt x="11721" y="63"/>
                    <a:pt x="10553" y="3"/>
                  </a:cubicBezTo>
                  <a:cubicBezTo>
                    <a:pt x="10511" y="1"/>
                    <a:pt x="10470" y="0"/>
                    <a:pt x="10429"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0"/>
            <p:cNvSpPr/>
            <p:nvPr/>
          </p:nvSpPr>
          <p:spPr>
            <a:xfrm>
              <a:off x="3998968" y="2701536"/>
              <a:ext cx="185208" cy="47898"/>
            </a:xfrm>
            <a:custGeom>
              <a:rect b="b" l="l" r="r" t="t"/>
              <a:pathLst>
                <a:path extrusionOk="0" h="3676" w="14214">
                  <a:moveTo>
                    <a:pt x="756" y="0"/>
                  </a:moveTo>
                  <a:cubicBezTo>
                    <a:pt x="344" y="827"/>
                    <a:pt x="97" y="1725"/>
                    <a:pt x="37" y="2661"/>
                  </a:cubicBezTo>
                  <a:cubicBezTo>
                    <a:pt x="1" y="3209"/>
                    <a:pt x="437" y="3675"/>
                    <a:pt x="987" y="3675"/>
                  </a:cubicBezTo>
                  <a:lnTo>
                    <a:pt x="13227" y="3675"/>
                  </a:lnTo>
                  <a:cubicBezTo>
                    <a:pt x="13778" y="3675"/>
                    <a:pt x="14214" y="3209"/>
                    <a:pt x="14178" y="2661"/>
                  </a:cubicBezTo>
                  <a:cubicBezTo>
                    <a:pt x="14119" y="1800"/>
                    <a:pt x="13907" y="969"/>
                    <a:pt x="13549" y="195"/>
                  </a:cubicBezTo>
                  <a:cubicBezTo>
                    <a:pt x="13188" y="436"/>
                    <a:pt x="12752" y="576"/>
                    <a:pt x="12287" y="576"/>
                  </a:cubicBezTo>
                  <a:lnTo>
                    <a:pt x="2467" y="576"/>
                  </a:lnTo>
                  <a:cubicBezTo>
                    <a:pt x="1826" y="576"/>
                    <a:pt x="1231" y="360"/>
                    <a:pt x="7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0"/>
            <p:cNvSpPr/>
            <p:nvPr/>
          </p:nvSpPr>
          <p:spPr>
            <a:xfrm>
              <a:off x="3998955" y="2704090"/>
              <a:ext cx="185208" cy="45357"/>
            </a:xfrm>
            <a:custGeom>
              <a:rect b="b" l="l" r="r" t="t"/>
              <a:pathLst>
                <a:path extrusionOk="0" h="3481" w="14214">
                  <a:moveTo>
                    <a:pt x="13550" y="1"/>
                  </a:moveTo>
                  <a:cubicBezTo>
                    <a:pt x="13189" y="242"/>
                    <a:pt x="12753" y="381"/>
                    <a:pt x="12288" y="381"/>
                  </a:cubicBezTo>
                  <a:lnTo>
                    <a:pt x="11573" y="381"/>
                  </a:lnTo>
                  <a:cubicBezTo>
                    <a:pt x="11625" y="657"/>
                    <a:pt x="11659" y="933"/>
                    <a:pt x="11678" y="1215"/>
                  </a:cubicBezTo>
                  <a:cubicBezTo>
                    <a:pt x="11714" y="1764"/>
                    <a:pt x="11279" y="2231"/>
                    <a:pt x="10728" y="2231"/>
                  </a:cubicBezTo>
                  <a:lnTo>
                    <a:pt x="55" y="2231"/>
                  </a:lnTo>
                  <a:cubicBezTo>
                    <a:pt x="48" y="2308"/>
                    <a:pt x="41" y="2387"/>
                    <a:pt x="36" y="2466"/>
                  </a:cubicBezTo>
                  <a:cubicBezTo>
                    <a:pt x="0" y="3014"/>
                    <a:pt x="435" y="3480"/>
                    <a:pt x="986" y="3480"/>
                  </a:cubicBezTo>
                  <a:lnTo>
                    <a:pt x="13226" y="3480"/>
                  </a:lnTo>
                  <a:cubicBezTo>
                    <a:pt x="13777" y="3478"/>
                    <a:pt x="14213" y="3013"/>
                    <a:pt x="14178" y="2465"/>
                  </a:cubicBezTo>
                  <a:cubicBezTo>
                    <a:pt x="14120" y="1604"/>
                    <a:pt x="13908" y="773"/>
                    <a:pt x="13550"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0"/>
            <p:cNvSpPr/>
            <p:nvPr/>
          </p:nvSpPr>
          <p:spPr>
            <a:xfrm>
              <a:off x="3925938" y="2589730"/>
              <a:ext cx="331262" cy="416530"/>
            </a:xfrm>
            <a:custGeom>
              <a:rect b="b" l="l" r="r" t="t"/>
              <a:pathLst>
                <a:path extrusionOk="0" h="31967" w="25423">
                  <a:moveTo>
                    <a:pt x="3459" y="14436"/>
                  </a:moveTo>
                  <a:lnTo>
                    <a:pt x="3808" y="19180"/>
                  </a:lnTo>
                  <a:cubicBezTo>
                    <a:pt x="2206" y="19063"/>
                    <a:pt x="941" y="17723"/>
                    <a:pt x="941" y="16093"/>
                  </a:cubicBezTo>
                  <a:lnTo>
                    <a:pt x="941" y="15884"/>
                  </a:lnTo>
                  <a:cubicBezTo>
                    <a:pt x="941" y="15084"/>
                    <a:pt x="1589" y="14436"/>
                    <a:pt x="2387" y="14436"/>
                  </a:cubicBezTo>
                  <a:close/>
                  <a:moveTo>
                    <a:pt x="23035" y="14436"/>
                  </a:moveTo>
                  <a:cubicBezTo>
                    <a:pt x="23832" y="14436"/>
                    <a:pt x="24482" y="15084"/>
                    <a:pt x="24482" y="15884"/>
                  </a:cubicBezTo>
                  <a:lnTo>
                    <a:pt x="24482" y="16093"/>
                  </a:lnTo>
                  <a:cubicBezTo>
                    <a:pt x="24482" y="17723"/>
                    <a:pt x="23215" y="19063"/>
                    <a:pt x="21614" y="19180"/>
                  </a:cubicBezTo>
                  <a:lnTo>
                    <a:pt x="21964" y="14436"/>
                  </a:lnTo>
                  <a:close/>
                  <a:moveTo>
                    <a:pt x="16805" y="27172"/>
                  </a:moveTo>
                  <a:lnTo>
                    <a:pt x="16805" y="27954"/>
                  </a:lnTo>
                  <a:cubicBezTo>
                    <a:pt x="16805" y="29038"/>
                    <a:pt x="17437" y="30039"/>
                    <a:pt x="18413" y="30507"/>
                  </a:cubicBezTo>
                  <a:lnTo>
                    <a:pt x="19497" y="31026"/>
                  </a:lnTo>
                  <a:lnTo>
                    <a:pt x="5927" y="31026"/>
                  </a:lnTo>
                  <a:lnTo>
                    <a:pt x="7012" y="30507"/>
                  </a:lnTo>
                  <a:cubicBezTo>
                    <a:pt x="7988" y="30039"/>
                    <a:pt x="8619" y="29036"/>
                    <a:pt x="8619" y="27954"/>
                  </a:cubicBezTo>
                  <a:lnTo>
                    <a:pt x="8619" y="27174"/>
                  </a:lnTo>
                  <a:cubicBezTo>
                    <a:pt x="10078" y="28032"/>
                    <a:pt x="11597" y="28512"/>
                    <a:pt x="12712" y="28512"/>
                  </a:cubicBezTo>
                  <a:cubicBezTo>
                    <a:pt x="13865" y="28512"/>
                    <a:pt x="15386" y="28002"/>
                    <a:pt x="16805" y="27172"/>
                  </a:cubicBezTo>
                  <a:close/>
                  <a:moveTo>
                    <a:pt x="11700" y="0"/>
                  </a:moveTo>
                  <a:cubicBezTo>
                    <a:pt x="9859" y="0"/>
                    <a:pt x="8278" y="1338"/>
                    <a:pt x="7962" y="3137"/>
                  </a:cubicBezTo>
                  <a:cubicBezTo>
                    <a:pt x="6109" y="3179"/>
                    <a:pt x="4667" y="4760"/>
                    <a:pt x="4798" y="6610"/>
                  </a:cubicBezTo>
                  <a:cubicBezTo>
                    <a:pt x="3670" y="8344"/>
                    <a:pt x="3155" y="10353"/>
                    <a:pt x="3308" y="12428"/>
                  </a:cubicBezTo>
                  <a:lnTo>
                    <a:pt x="3387" y="13502"/>
                  </a:lnTo>
                  <a:lnTo>
                    <a:pt x="2386" y="13502"/>
                  </a:lnTo>
                  <a:cubicBezTo>
                    <a:pt x="1071" y="13502"/>
                    <a:pt x="1" y="14571"/>
                    <a:pt x="1" y="15886"/>
                  </a:cubicBezTo>
                  <a:lnTo>
                    <a:pt x="1" y="16096"/>
                  </a:lnTo>
                  <a:cubicBezTo>
                    <a:pt x="1" y="18267"/>
                    <a:pt x="1724" y="20042"/>
                    <a:pt x="3875" y="20125"/>
                  </a:cubicBezTo>
                  <a:lnTo>
                    <a:pt x="3917" y="20699"/>
                  </a:lnTo>
                  <a:cubicBezTo>
                    <a:pt x="4096" y="23131"/>
                    <a:pt x="5742" y="25178"/>
                    <a:pt x="7679" y="26568"/>
                  </a:cubicBezTo>
                  <a:lnTo>
                    <a:pt x="7679" y="27958"/>
                  </a:lnTo>
                  <a:cubicBezTo>
                    <a:pt x="7679" y="28683"/>
                    <a:pt x="7257" y="29353"/>
                    <a:pt x="6605" y="29666"/>
                  </a:cubicBezTo>
                  <a:lnTo>
                    <a:pt x="4676" y="30592"/>
                  </a:lnTo>
                  <a:cubicBezTo>
                    <a:pt x="4369" y="30738"/>
                    <a:pt x="4208" y="31074"/>
                    <a:pt x="4284" y="31404"/>
                  </a:cubicBezTo>
                  <a:cubicBezTo>
                    <a:pt x="4359" y="31735"/>
                    <a:pt x="4649" y="31966"/>
                    <a:pt x="4990" y="31966"/>
                  </a:cubicBezTo>
                  <a:lnTo>
                    <a:pt x="20430" y="31966"/>
                  </a:lnTo>
                  <a:cubicBezTo>
                    <a:pt x="20772" y="31966"/>
                    <a:pt x="21060" y="31735"/>
                    <a:pt x="21136" y="31404"/>
                  </a:cubicBezTo>
                  <a:cubicBezTo>
                    <a:pt x="21212" y="31072"/>
                    <a:pt x="21050" y="30738"/>
                    <a:pt x="20744" y="30592"/>
                  </a:cubicBezTo>
                  <a:lnTo>
                    <a:pt x="18816" y="29666"/>
                  </a:lnTo>
                  <a:cubicBezTo>
                    <a:pt x="18163" y="29352"/>
                    <a:pt x="17741" y="28680"/>
                    <a:pt x="17741" y="27958"/>
                  </a:cubicBezTo>
                  <a:lnTo>
                    <a:pt x="17741" y="26571"/>
                  </a:lnTo>
                  <a:cubicBezTo>
                    <a:pt x="17892" y="26463"/>
                    <a:pt x="18041" y="26353"/>
                    <a:pt x="18186" y="26238"/>
                  </a:cubicBezTo>
                  <a:cubicBezTo>
                    <a:pt x="18390" y="26079"/>
                    <a:pt x="18426" y="25785"/>
                    <a:pt x="18265" y="25579"/>
                  </a:cubicBezTo>
                  <a:cubicBezTo>
                    <a:pt x="18173" y="25462"/>
                    <a:pt x="18036" y="25400"/>
                    <a:pt x="17897" y="25400"/>
                  </a:cubicBezTo>
                  <a:cubicBezTo>
                    <a:pt x="17796" y="25400"/>
                    <a:pt x="17694" y="25433"/>
                    <a:pt x="17608" y="25500"/>
                  </a:cubicBezTo>
                  <a:cubicBezTo>
                    <a:pt x="16054" y="26724"/>
                    <a:pt x="14042" y="27580"/>
                    <a:pt x="12710" y="27580"/>
                  </a:cubicBezTo>
                  <a:cubicBezTo>
                    <a:pt x="10067" y="27580"/>
                    <a:pt x="5141" y="24538"/>
                    <a:pt x="4852" y="20630"/>
                  </a:cubicBezTo>
                  <a:cubicBezTo>
                    <a:pt x="4403" y="14553"/>
                    <a:pt x="4675" y="18231"/>
                    <a:pt x="4243" y="12361"/>
                  </a:cubicBezTo>
                  <a:cubicBezTo>
                    <a:pt x="4126" y="10779"/>
                    <a:pt x="4439" y="9243"/>
                    <a:pt x="5151" y="7862"/>
                  </a:cubicBezTo>
                  <a:cubicBezTo>
                    <a:pt x="5315" y="8175"/>
                    <a:pt x="5530" y="8461"/>
                    <a:pt x="5782" y="8705"/>
                  </a:cubicBezTo>
                  <a:cubicBezTo>
                    <a:pt x="5435" y="9495"/>
                    <a:pt x="5228" y="10339"/>
                    <a:pt x="5171" y="11210"/>
                  </a:cubicBezTo>
                  <a:cubicBezTo>
                    <a:pt x="5118" y="12028"/>
                    <a:pt x="5768" y="12724"/>
                    <a:pt x="6589" y="12724"/>
                  </a:cubicBezTo>
                  <a:lnTo>
                    <a:pt x="15128" y="12724"/>
                  </a:lnTo>
                  <a:cubicBezTo>
                    <a:pt x="15386" y="12724"/>
                    <a:pt x="15596" y="12514"/>
                    <a:pt x="15596" y="12256"/>
                  </a:cubicBezTo>
                  <a:cubicBezTo>
                    <a:pt x="15596" y="11998"/>
                    <a:pt x="15386" y="11788"/>
                    <a:pt x="15128" y="11788"/>
                  </a:cubicBezTo>
                  <a:lnTo>
                    <a:pt x="6592" y="11788"/>
                  </a:lnTo>
                  <a:cubicBezTo>
                    <a:pt x="6312" y="11788"/>
                    <a:pt x="6092" y="11551"/>
                    <a:pt x="6109" y="11273"/>
                  </a:cubicBezTo>
                  <a:cubicBezTo>
                    <a:pt x="6157" y="10576"/>
                    <a:pt x="6310" y="9901"/>
                    <a:pt x="6569" y="9263"/>
                  </a:cubicBezTo>
                  <a:cubicBezTo>
                    <a:pt x="7021" y="9495"/>
                    <a:pt x="7531" y="9626"/>
                    <a:pt x="8074" y="9626"/>
                  </a:cubicBezTo>
                  <a:lnTo>
                    <a:pt x="8770" y="9626"/>
                  </a:lnTo>
                  <a:cubicBezTo>
                    <a:pt x="9028" y="9626"/>
                    <a:pt x="9238" y="9416"/>
                    <a:pt x="9238" y="9158"/>
                  </a:cubicBezTo>
                  <a:cubicBezTo>
                    <a:pt x="9238" y="8900"/>
                    <a:pt x="9028" y="8690"/>
                    <a:pt x="8770" y="8690"/>
                  </a:cubicBezTo>
                  <a:lnTo>
                    <a:pt x="8074" y="8690"/>
                  </a:lnTo>
                  <a:cubicBezTo>
                    <a:pt x="6791" y="8690"/>
                    <a:pt x="5741" y="7663"/>
                    <a:pt x="5729" y="6400"/>
                  </a:cubicBezTo>
                  <a:cubicBezTo>
                    <a:pt x="5721" y="5106"/>
                    <a:pt x="6768" y="4072"/>
                    <a:pt x="8038" y="4072"/>
                  </a:cubicBezTo>
                  <a:cubicBezTo>
                    <a:pt x="8057" y="4072"/>
                    <a:pt x="8076" y="4072"/>
                    <a:pt x="8095" y="4073"/>
                  </a:cubicBezTo>
                  <a:cubicBezTo>
                    <a:pt x="8102" y="4073"/>
                    <a:pt x="8109" y="4073"/>
                    <a:pt x="8116" y="4073"/>
                  </a:cubicBezTo>
                  <a:cubicBezTo>
                    <a:pt x="8497" y="4073"/>
                    <a:pt x="8820" y="3793"/>
                    <a:pt x="8870" y="3413"/>
                  </a:cubicBezTo>
                  <a:cubicBezTo>
                    <a:pt x="9058" y="2002"/>
                    <a:pt x="10275" y="936"/>
                    <a:pt x="11703" y="936"/>
                  </a:cubicBezTo>
                  <a:cubicBezTo>
                    <a:pt x="12637" y="936"/>
                    <a:pt x="13514" y="1395"/>
                    <a:pt x="14049" y="2163"/>
                  </a:cubicBezTo>
                  <a:cubicBezTo>
                    <a:pt x="14195" y="2373"/>
                    <a:pt x="14429" y="2485"/>
                    <a:pt x="14668" y="2485"/>
                  </a:cubicBezTo>
                  <a:cubicBezTo>
                    <a:pt x="14818" y="2485"/>
                    <a:pt x="14968" y="2442"/>
                    <a:pt x="15101" y="2351"/>
                  </a:cubicBezTo>
                  <a:cubicBezTo>
                    <a:pt x="15414" y="2137"/>
                    <a:pt x="15775" y="2024"/>
                    <a:pt x="16155" y="2024"/>
                  </a:cubicBezTo>
                  <a:cubicBezTo>
                    <a:pt x="16188" y="2024"/>
                    <a:pt x="16221" y="2025"/>
                    <a:pt x="16254" y="2026"/>
                  </a:cubicBezTo>
                  <a:cubicBezTo>
                    <a:pt x="17421" y="2085"/>
                    <a:pt x="18246" y="3202"/>
                    <a:pt x="17961" y="4337"/>
                  </a:cubicBezTo>
                  <a:cubicBezTo>
                    <a:pt x="17863" y="4723"/>
                    <a:pt x="18085" y="5120"/>
                    <a:pt x="18466" y="5242"/>
                  </a:cubicBezTo>
                  <a:cubicBezTo>
                    <a:pt x="19157" y="5463"/>
                    <a:pt x="19632" y="6067"/>
                    <a:pt x="19690" y="6780"/>
                  </a:cubicBezTo>
                  <a:cubicBezTo>
                    <a:pt x="19690" y="6787"/>
                    <a:pt x="19690" y="6792"/>
                    <a:pt x="19691" y="6799"/>
                  </a:cubicBezTo>
                  <a:cubicBezTo>
                    <a:pt x="19764" y="7846"/>
                    <a:pt x="18909" y="8692"/>
                    <a:pt x="17896" y="8692"/>
                  </a:cubicBezTo>
                  <a:lnTo>
                    <a:pt x="10957" y="8692"/>
                  </a:lnTo>
                  <a:cubicBezTo>
                    <a:pt x="10698" y="8692"/>
                    <a:pt x="10487" y="8901"/>
                    <a:pt x="10487" y="9159"/>
                  </a:cubicBezTo>
                  <a:cubicBezTo>
                    <a:pt x="10487" y="9418"/>
                    <a:pt x="10698" y="9629"/>
                    <a:pt x="10957" y="9629"/>
                  </a:cubicBezTo>
                  <a:lnTo>
                    <a:pt x="17896" y="9629"/>
                  </a:lnTo>
                  <a:cubicBezTo>
                    <a:pt x="18258" y="9629"/>
                    <a:pt x="18605" y="9558"/>
                    <a:pt x="18922" y="9429"/>
                  </a:cubicBezTo>
                  <a:cubicBezTo>
                    <a:pt x="19143" y="10019"/>
                    <a:pt x="19274" y="10637"/>
                    <a:pt x="19317" y="11275"/>
                  </a:cubicBezTo>
                  <a:cubicBezTo>
                    <a:pt x="19334" y="11554"/>
                    <a:pt x="19114" y="11790"/>
                    <a:pt x="18834" y="11790"/>
                  </a:cubicBezTo>
                  <a:lnTo>
                    <a:pt x="17316" y="11790"/>
                  </a:lnTo>
                  <a:cubicBezTo>
                    <a:pt x="17058" y="11790"/>
                    <a:pt x="16849" y="11999"/>
                    <a:pt x="16849" y="12257"/>
                  </a:cubicBezTo>
                  <a:cubicBezTo>
                    <a:pt x="16849" y="12516"/>
                    <a:pt x="17058" y="12725"/>
                    <a:pt x="17316" y="12725"/>
                  </a:cubicBezTo>
                  <a:lnTo>
                    <a:pt x="18834" y="12725"/>
                  </a:lnTo>
                  <a:cubicBezTo>
                    <a:pt x="19654" y="12725"/>
                    <a:pt x="20305" y="12029"/>
                    <a:pt x="20251" y="11211"/>
                  </a:cubicBezTo>
                  <a:cubicBezTo>
                    <a:pt x="20199" y="10421"/>
                    <a:pt x="20023" y="9653"/>
                    <a:pt x="19731" y="8926"/>
                  </a:cubicBezTo>
                  <a:cubicBezTo>
                    <a:pt x="19998" y="8684"/>
                    <a:pt x="20219" y="8395"/>
                    <a:pt x="20373" y="8069"/>
                  </a:cubicBezTo>
                  <a:cubicBezTo>
                    <a:pt x="21013" y="9396"/>
                    <a:pt x="21290" y="10858"/>
                    <a:pt x="21181" y="12362"/>
                  </a:cubicBezTo>
                  <a:lnTo>
                    <a:pt x="20571" y="20633"/>
                  </a:lnTo>
                  <a:cubicBezTo>
                    <a:pt x="20485" y="21804"/>
                    <a:pt x="19998" y="22943"/>
                    <a:pt x="19129" y="24020"/>
                  </a:cubicBezTo>
                  <a:cubicBezTo>
                    <a:pt x="18965" y="24220"/>
                    <a:pt x="18997" y="24515"/>
                    <a:pt x="19198" y="24677"/>
                  </a:cubicBezTo>
                  <a:cubicBezTo>
                    <a:pt x="19284" y="24747"/>
                    <a:pt x="19388" y="24782"/>
                    <a:pt x="19492" y="24782"/>
                  </a:cubicBezTo>
                  <a:cubicBezTo>
                    <a:pt x="19628" y="24782"/>
                    <a:pt x="19763" y="24722"/>
                    <a:pt x="19856" y="24608"/>
                  </a:cubicBezTo>
                  <a:cubicBezTo>
                    <a:pt x="20851" y="23381"/>
                    <a:pt x="21404" y="22065"/>
                    <a:pt x="21505" y="20701"/>
                  </a:cubicBezTo>
                  <a:lnTo>
                    <a:pt x="21548" y="20127"/>
                  </a:lnTo>
                  <a:cubicBezTo>
                    <a:pt x="23697" y="20043"/>
                    <a:pt x="25422" y="18268"/>
                    <a:pt x="25422" y="16097"/>
                  </a:cubicBezTo>
                  <a:lnTo>
                    <a:pt x="25422" y="15888"/>
                  </a:lnTo>
                  <a:cubicBezTo>
                    <a:pt x="25418" y="14568"/>
                    <a:pt x="24349" y="13499"/>
                    <a:pt x="23033" y="13499"/>
                  </a:cubicBezTo>
                  <a:lnTo>
                    <a:pt x="22031" y="13499"/>
                  </a:lnTo>
                  <a:lnTo>
                    <a:pt x="22110" y="12427"/>
                  </a:lnTo>
                  <a:cubicBezTo>
                    <a:pt x="22265" y="10343"/>
                    <a:pt x="21745" y="8327"/>
                    <a:pt x="20609" y="6589"/>
                  </a:cubicBezTo>
                  <a:cubicBezTo>
                    <a:pt x="20489" y="5604"/>
                    <a:pt x="19842" y="4764"/>
                    <a:pt x="18902" y="4404"/>
                  </a:cubicBezTo>
                  <a:cubicBezTo>
                    <a:pt x="19218" y="2730"/>
                    <a:pt x="17981" y="1177"/>
                    <a:pt x="16302" y="1091"/>
                  </a:cubicBezTo>
                  <a:cubicBezTo>
                    <a:pt x="16252" y="1088"/>
                    <a:pt x="16203" y="1087"/>
                    <a:pt x="16154" y="1087"/>
                  </a:cubicBezTo>
                  <a:cubicBezTo>
                    <a:pt x="15642" y="1087"/>
                    <a:pt x="15149" y="1224"/>
                    <a:pt x="14712" y="1487"/>
                  </a:cubicBezTo>
                  <a:cubicBezTo>
                    <a:pt x="13996" y="553"/>
                    <a:pt x="12882" y="0"/>
                    <a:pt x="1170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0"/>
            <p:cNvSpPr/>
            <p:nvPr/>
          </p:nvSpPr>
          <p:spPr>
            <a:xfrm>
              <a:off x="4020584" y="2783531"/>
              <a:ext cx="60837" cy="12222"/>
            </a:xfrm>
            <a:custGeom>
              <a:rect b="b" l="l" r="r" t="t"/>
              <a:pathLst>
                <a:path extrusionOk="0" h="938" w="4669">
                  <a:moveTo>
                    <a:pt x="468" y="1"/>
                  </a:moveTo>
                  <a:cubicBezTo>
                    <a:pt x="210" y="1"/>
                    <a:pt x="1" y="210"/>
                    <a:pt x="1" y="469"/>
                  </a:cubicBezTo>
                  <a:cubicBezTo>
                    <a:pt x="1" y="727"/>
                    <a:pt x="210" y="938"/>
                    <a:pt x="468" y="938"/>
                  </a:cubicBezTo>
                  <a:lnTo>
                    <a:pt x="4199" y="938"/>
                  </a:lnTo>
                  <a:cubicBezTo>
                    <a:pt x="4200" y="938"/>
                    <a:pt x="4201" y="938"/>
                    <a:pt x="4202" y="938"/>
                  </a:cubicBezTo>
                  <a:cubicBezTo>
                    <a:pt x="4459" y="938"/>
                    <a:pt x="4668" y="729"/>
                    <a:pt x="4668" y="469"/>
                  </a:cubicBezTo>
                  <a:cubicBezTo>
                    <a:pt x="4668" y="210"/>
                    <a:pt x="4457"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0"/>
            <p:cNvSpPr/>
            <p:nvPr/>
          </p:nvSpPr>
          <p:spPr>
            <a:xfrm>
              <a:off x="4085458" y="2783531"/>
              <a:ext cx="77072" cy="76734"/>
            </a:xfrm>
            <a:custGeom>
              <a:rect b="b" l="l" r="r" t="t"/>
              <a:pathLst>
                <a:path extrusionOk="0" h="5889" w="5915">
                  <a:moveTo>
                    <a:pt x="2963" y="1"/>
                  </a:moveTo>
                  <a:cubicBezTo>
                    <a:pt x="2017" y="1"/>
                    <a:pt x="1248" y="770"/>
                    <a:pt x="1248" y="1716"/>
                  </a:cubicBezTo>
                  <a:lnTo>
                    <a:pt x="1248" y="4174"/>
                  </a:lnTo>
                  <a:cubicBezTo>
                    <a:pt x="1248" y="4601"/>
                    <a:pt x="898" y="4951"/>
                    <a:pt x="469" y="4951"/>
                  </a:cubicBezTo>
                  <a:cubicBezTo>
                    <a:pt x="210" y="4951"/>
                    <a:pt x="1" y="5161"/>
                    <a:pt x="1" y="5419"/>
                  </a:cubicBezTo>
                  <a:cubicBezTo>
                    <a:pt x="1" y="5677"/>
                    <a:pt x="210" y="5888"/>
                    <a:pt x="469" y="5888"/>
                  </a:cubicBezTo>
                  <a:cubicBezTo>
                    <a:pt x="1414" y="5888"/>
                    <a:pt x="2183" y="5118"/>
                    <a:pt x="2183" y="4174"/>
                  </a:cubicBezTo>
                  <a:lnTo>
                    <a:pt x="2183" y="1716"/>
                  </a:lnTo>
                  <a:cubicBezTo>
                    <a:pt x="2183" y="1286"/>
                    <a:pt x="2533" y="938"/>
                    <a:pt x="2963" y="938"/>
                  </a:cubicBezTo>
                  <a:lnTo>
                    <a:pt x="5446" y="938"/>
                  </a:lnTo>
                  <a:cubicBezTo>
                    <a:pt x="5447" y="938"/>
                    <a:pt x="5448" y="938"/>
                    <a:pt x="5449" y="938"/>
                  </a:cubicBezTo>
                  <a:cubicBezTo>
                    <a:pt x="5706" y="938"/>
                    <a:pt x="5914" y="729"/>
                    <a:pt x="5914" y="469"/>
                  </a:cubicBezTo>
                  <a:cubicBezTo>
                    <a:pt x="5914" y="210"/>
                    <a:pt x="5705"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0"/>
            <p:cNvSpPr/>
            <p:nvPr/>
          </p:nvSpPr>
          <p:spPr>
            <a:xfrm>
              <a:off x="4044793" y="2889592"/>
              <a:ext cx="93503" cy="22946"/>
            </a:xfrm>
            <a:custGeom>
              <a:rect b="b" l="l" r="r" t="t"/>
              <a:pathLst>
                <a:path extrusionOk="0" h="1761" w="7176">
                  <a:moveTo>
                    <a:pt x="532" y="0"/>
                  </a:moveTo>
                  <a:cubicBezTo>
                    <a:pt x="361" y="0"/>
                    <a:pt x="197" y="95"/>
                    <a:pt x="116" y="259"/>
                  </a:cubicBezTo>
                  <a:cubicBezTo>
                    <a:pt x="1" y="489"/>
                    <a:pt x="94" y="770"/>
                    <a:pt x="325" y="887"/>
                  </a:cubicBezTo>
                  <a:lnTo>
                    <a:pt x="717" y="1085"/>
                  </a:lnTo>
                  <a:cubicBezTo>
                    <a:pt x="1615" y="1535"/>
                    <a:pt x="2601" y="1760"/>
                    <a:pt x="3588" y="1760"/>
                  </a:cubicBezTo>
                  <a:cubicBezTo>
                    <a:pt x="4574" y="1760"/>
                    <a:pt x="5560" y="1535"/>
                    <a:pt x="6459" y="1085"/>
                  </a:cubicBezTo>
                  <a:lnTo>
                    <a:pt x="6851" y="887"/>
                  </a:lnTo>
                  <a:cubicBezTo>
                    <a:pt x="7082" y="770"/>
                    <a:pt x="7175" y="489"/>
                    <a:pt x="7059" y="259"/>
                  </a:cubicBezTo>
                  <a:cubicBezTo>
                    <a:pt x="6977" y="95"/>
                    <a:pt x="6813" y="0"/>
                    <a:pt x="6642" y="0"/>
                  </a:cubicBezTo>
                  <a:cubicBezTo>
                    <a:pt x="6571" y="0"/>
                    <a:pt x="6499" y="17"/>
                    <a:pt x="6431" y="51"/>
                  </a:cubicBezTo>
                  <a:lnTo>
                    <a:pt x="6039" y="248"/>
                  </a:lnTo>
                  <a:cubicBezTo>
                    <a:pt x="5271" y="633"/>
                    <a:pt x="4429" y="825"/>
                    <a:pt x="3587" y="825"/>
                  </a:cubicBezTo>
                  <a:cubicBezTo>
                    <a:pt x="2744" y="825"/>
                    <a:pt x="1902" y="633"/>
                    <a:pt x="1134" y="248"/>
                  </a:cubicBezTo>
                  <a:lnTo>
                    <a:pt x="744" y="51"/>
                  </a:lnTo>
                  <a:cubicBezTo>
                    <a:pt x="676" y="17"/>
                    <a:pt x="603" y="0"/>
                    <a:pt x="53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8" name="Google Shape;6418;p70"/>
          <p:cNvGrpSpPr/>
          <p:nvPr/>
        </p:nvGrpSpPr>
        <p:grpSpPr>
          <a:xfrm>
            <a:off x="1730788" y="3387170"/>
            <a:ext cx="331172" cy="416450"/>
            <a:chOff x="1730788" y="3387170"/>
            <a:chExt cx="331172" cy="416450"/>
          </a:xfrm>
        </p:grpSpPr>
        <p:sp>
          <p:nvSpPr>
            <p:cNvPr id="6419" name="Google Shape;6419;p70"/>
            <p:cNvSpPr/>
            <p:nvPr/>
          </p:nvSpPr>
          <p:spPr>
            <a:xfrm>
              <a:off x="2005769" y="3569166"/>
              <a:ext cx="50065" cy="74140"/>
            </a:xfrm>
            <a:custGeom>
              <a:rect b="b" l="l" r="r" t="t"/>
              <a:pathLst>
                <a:path extrusionOk="0" h="5691" w="3843">
                  <a:moveTo>
                    <a:pt x="420" y="1"/>
                  </a:moveTo>
                  <a:lnTo>
                    <a:pt x="1" y="5690"/>
                  </a:lnTo>
                  <a:lnTo>
                    <a:pt x="278" y="5690"/>
                  </a:lnTo>
                  <a:cubicBezTo>
                    <a:pt x="2247" y="5690"/>
                    <a:pt x="3842" y="4093"/>
                    <a:pt x="3842" y="2127"/>
                  </a:cubicBezTo>
                  <a:lnTo>
                    <a:pt x="3842" y="1918"/>
                  </a:lnTo>
                  <a:cubicBezTo>
                    <a:pt x="3842" y="858"/>
                    <a:pt x="2983" y="1"/>
                    <a:pt x="1925"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0"/>
            <p:cNvSpPr/>
            <p:nvPr/>
          </p:nvSpPr>
          <p:spPr>
            <a:xfrm>
              <a:off x="1736885" y="3569166"/>
              <a:ext cx="50065" cy="74140"/>
            </a:xfrm>
            <a:custGeom>
              <a:rect b="b" l="l" r="r" t="t"/>
              <a:pathLst>
                <a:path extrusionOk="0" h="5691" w="3843">
                  <a:moveTo>
                    <a:pt x="1917" y="1"/>
                  </a:moveTo>
                  <a:cubicBezTo>
                    <a:pt x="860" y="1"/>
                    <a:pt x="0" y="858"/>
                    <a:pt x="0" y="1918"/>
                  </a:cubicBezTo>
                  <a:lnTo>
                    <a:pt x="0" y="2127"/>
                  </a:lnTo>
                  <a:cubicBezTo>
                    <a:pt x="0" y="4093"/>
                    <a:pt x="1596" y="5690"/>
                    <a:pt x="3565" y="5690"/>
                  </a:cubicBezTo>
                  <a:lnTo>
                    <a:pt x="3843" y="5690"/>
                  </a:lnTo>
                  <a:lnTo>
                    <a:pt x="3423"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0"/>
            <p:cNvSpPr/>
            <p:nvPr/>
          </p:nvSpPr>
          <p:spPr>
            <a:xfrm>
              <a:off x="1791110" y="3730161"/>
              <a:ext cx="210446" cy="67404"/>
            </a:xfrm>
            <a:custGeom>
              <a:rect b="b" l="l" r="r" t="t"/>
              <a:pathLst>
                <a:path extrusionOk="0" h="5174" w="16154">
                  <a:moveTo>
                    <a:pt x="3517" y="0"/>
                  </a:moveTo>
                  <a:lnTo>
                    <a:pt x="3517" y="1630"/>
                  </a:lnTo>
                  <a:cubicBezTo>
                    <a:pt x="3517" y="2540"/>
                    <a:pt x="2996" y="3368"/>
                    <a:pt x="2175" y="3761"/>
                  </a:cubicBezTo>
                  <a:lnTo>
                    <a:pt x="248" y="4687"/>
                  </a:lnTo>
                  <a:cubicBezTo>
                    <a:pt x="1" y="4806"/>
                    <a:pt x="86" y="5173"/>
                    <a:pt x="358" y="5173"/>
                  </a:cubicBezTo>
                  <a:lnTo>
                    <a:pt x="15798" y="5173"/>
                  </a:lnTo>
                  <a:cubicBezTo>
                    <a:pt x="16071" y="5173"/>
                    <a:pt x="16154" y="4806"/>
                    <a:pt x="15910" y="4687"/>
                  </a:cubicBezTo>
                  <a:lnTo>
                    <a:pt x="13982" y="3761"/>
                  </a:lnTo>
                  <a:cubicBezTo>
                    <a:pt x="13162" y="3368"/>
                    <a:pt x="12640" y="2540"/>
                    <a:pt x="12640" y="1630"/>
                  </a:cubicBezTo>
                  <a:lnTo>
                    <a:pt x="12640" y="0"/>
                  </a:lnTo>
                  <a:cubicBezTo>
                    <a:pt x="11040" y="1094"/>
                    <a:pt x="9275" y="1721"/>
                    <a:pt x="8078" y="1721"/>
                  </a:cubicBezTo>
                  <a:cubicBezTo>
                    <a:pt x="6881" y="1721"/>
                    <a:pt x="5115" y="1094"/>
                    <a:pt x="3517"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0"/>
            <p:cNvSpPr/>
            <p:nvPr/>
          </p:nvSpPr>
          <p:spPr>
            <a:xfrm>
              <a:off x="1775007" y="3423363"/>
              <a:ext cx="242728" cy="329192"/>
            </a:xfrm>
            <a:custGeom>
              <a:rect b="b" l="l" r="r" t="t"/>
              <a:pathLst>
                <a:path extrusionOk="0" h="25269" w="18632">
                  <a:moveTo>
                    <a:pt x="9316" y="1"/>
                  </a:moveTo>
                  <a:cubicBezTo>
                    <a:pt x="4110" y="1"/>
                    <a:pt x="0" y="4423"/>
                    <a:pt x="383" y="9616"/>
                  </a:cubicBezTo>
                  <a:lnTo>
                    <a:pt x="993" y="17887"/>
                  </a:lnTo>
                  <a:cubicBezTo>
                    <a:pt x="1314" y="22248"/>
                    <a:pt x="6690" y="25269"/>
                    <a:pt x="9318" y="25269"/>
                  </a:cubicBezTo>
                  <a:cubicBezTo>
                    <a:pt x="11946" y="25269"/>
                    <a:pt x="17321" y="22245"/>
                    <a:pt x="17643" y="17887"/>
                  </a:cubicBezTo>
                  <a:lnTo>
                    <a:pt x="18248" y="9616"/>
                  </a:lnTo>
                  <a:cubicBezTo>
                    <a:pt x="18631" y="4423"/>
                    <a:pt x="14522" y="1"/>
                    <a:pt x="9316"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0"/>
            <p:cNvSpPr/>
            <p:nvPr/>
          </p:nvSpPr>
          <p:spPr>
            <a:xfrm>
              <a:off x="1838795" y="3428770"/>
              <a:ext cx="178021" cy="323746"/>
            </a:xfrm>
            <a:custGeom>
              <a:rect b="b" l="l" r="r" t="t"/>
              <a:pathLst>
                <a:path extrusionOk="0" h="24851" w="13665">
                  <a:moveTo>
                    <a:pt x="7123" y="1"/>
                  </a:moveTo>
                  <a:lnTo>
                    <a:pt x="7123" y="1"/>
                  </a:lnTo>
                  <a:cubicBezTo>
                    <a:pt x="9574" y="1751"/>
                    <a:pt x="11095" y="4701"/>
                    <a:pt x="10855" y="7952"/>
                  </a:cubicBezTo>
                  <a:lnTo>
                    <a:pt x="10245" y="16222"/>
                  </a:lnTo>
                  <a:cubicBezTo>
                    <a:pt x="9925" y="20582"/>
                    <a:pt x="4549" y="23602"/>
                    <a:pt x="1921" y="23602"/>
                  </a:cubicBezTo>
                  <a:cubicBezTo>
                    <a:pt x="1376" y="23602"/>
                    <a:pt x="713" y="23472"/>
                    <a:pt x="0" y="23228"/>
                  </a:cubicBezTo>
                  <a:lnTo>
                    <a:pt x="0" y="23228"/>
                  </a:lnTo>
                  <a:cubicBezTo>
                    <a:pt x="1561" y="24262"/>
                    <a:pt x="3257" y="24851"/>
                    <a:pt x="4420" y="24851"/>
                  </a:cubicBezTo>
                  <a:cubicBezTo>
                    <a:pt x="7048" y="24851"/>
                    <a:pt x="12424" y="21829"/>
                    <a:pt x="12745" y="17471"/>
                  </a:cubicBezTo>
                  <a:lnTo>
                    <a:pt x="13355" y="9200"/>
                  </a:lnTo>
                  <a:cubicBezTo>
                    <a:pt x="13665" y="4951"/>
                    <a:pt x="10967" y="1216"/>
                    <a:pt x="7123"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0"/>
            <p:cNvSpPr/>
            <p:nvPr/>
          </p:nvSpPr>
          <p:spPr>
            <a:xfrm>
              <a:off x="1828281" y="3393254"/>
              <a:ext cx="136137" cy="114408"/>
            </a:xfrm>
            <a:custGeom>
              <a:rect b="b" l="l" r="r" t="t"/>
              <a:pathLst>
                <a:path extrusionOk="0" h="8782" w="10450">
                  <a:moveTo>
                    <a:pt x="5225" y="0"/>
                  </a:moveTo>
                  <a:cubicBezTo>
                    <a:pt x="2340" y="0"/>
                    <a:pt x="1" y="2339"/>
                    <a:pt x="1" y="5225"/>
                  </a:cubicBezTo>
                  <a:cubicBezTo>
                    <a:pt x="1" y="6598"/>
                    <a:pt x="532" y="7849"/>
                    <a:pt x="1398" y="8782"/>
                  </a:cubicBezTo>
                  <a:lnTo>
                    <a:pt x="9054" y="8782"/>
                  </a:lnTo>
                  <a:cubicBezTo>
                    <a:pt x="9919" y="7849"/>
                    <a:pt x="10450" y="6598"/>
                    <a:pt x="10450" y="5225"/>
                  </a:cubicBezTo>
                  <a:cubicBezTo>
                    <a:pt x="10450" y="2338"/>
                    <a:pt x="8111" y="0"/>
                    <a:pt x="522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0"/>
            <p:cNvSpPr/>
            <p:nvPr/>
          </p:nvSpPr>
          <p:spPr>
            <a:xfrm>
              <a:off x="1849999" y="3414999"/>
              <a:ext cx="92704" cy="92691"/>
            </a:xfrm>
            <a:custGeom>
              <a:rect b="b" l="l" r="r" t="t"/>
              <a:pathLst>
                <a:path extrusionOk="0" h="7115" w="7116">
                  <a:moveTo>
                    <a:pt x="3558" y="0"/>
                  </a:moveTo>
                  <a:cubicBezTo>
                    <a:pt x="1594" y="0"/>
                    <a:pt x="1" y="1593"/>
                    <a:pt x="1" y="3557"/>
                  </a:cubicBezTo>
                  <a:cubicBezTo>
                    <a:pt x="1" y="5522"/>
                    <a:pt x="1594" y="7114"/>
                    <a:pt x="3558" y="7114"/>
                  </a:cubicBezTo>
                  <a:cubicBezTo>
                    <a:pt x="5523" y="7114"/>
                    <a:pt x="7115" y="5522"/>
                    <a:pt x="7115" y="3557"/>
                  </a:cubicBezTo>
                  <a:cubicBezTo>
                    <a:pt x="7115" y="1593"/>
                    <a:pt x="5523" y="0"/>
                    <a:pt x="355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0"/>
            <p:cNvSpPr/>
            <p:nvPr/>
          </p:nvSpPr>
          <p:spPr>
            <a:xfrm>
              <a:off x="1861021" y="3415064"/>
              <a:ext cx="81682" cy="92599"/>
            </a:xfrm>
            <a:custGeom>
              <a:rect b="b" l="l" r="r" t="t"/>
              <a:pathLst>
                <a:path extrusionOk="0" h="7108" w="6270">
                  <a:moveTo>
                    <a:pt x="2927" y="1"/>
                  </a:moveTo>
                  <a:lnTo>
                    <a:pt x="2927" y="1"/>
                  </a:lnTo>
                  <a:cubicBezTo>
                    <a:pt x="3455" y="622"/>
                    <a:pt x="3773" y="1426"/>
                    <a:pt x="3773" y="2302"/>
                  </a:cubicBezTo>
                  <a:cubicBezTo>
                    <a:pt x="3773" y="4267"/>
                    <a:pt x="2180" y="5860"/>
                    <a:pt x="215" y="5860"/>
                  </a:cubicBezTo>
                  <a:cubicBezTo>
                    <a:pt x="144" y="5860"/>
                    <a:pt x="72" y="5857"/>
                    <a:pt x="0" y="5852"/>
                  </a:cubicBezTo>
                  <a:lnTo>
                    <a:pt x="0" y="5852"/>
                  </a:lnTo>
                  <a:cubicBezTo>
                    <a:pt x="653" y="6620"/>
                    <a:pt x="1626" y="7108"/>
                    <a:pt x="2712" y="7108"/>
                  </a:cubicBezTo>
                  <a:cubicBezTo>
                    <a:pt x="4677" y="7108"/>
                    <a:pt x="6269" y="5515"/>
                    <a:pt x="6269" y="3551"/>
                  </a:cubicBezTo>
                  <a:cubicBezTo>
                    <a:pt x="6269" y="1658"/>
                    <a:pt x="4791" y="113"/>
                    <a:pt x="2927"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0"/>
            <p:cNvSpPr/>
            <p:nvPr/>
          </p:nvSpPr>
          <p:spPr>
            <a:xfrm>
              <a:off x="1803787" y="3504714"/>
              <a:ext cx="185160" cy="42170"/>
            </a:xfrm>
            <a:custGeom>
              <a:rect b="b" l="l" r="r" t="t"/>
              <a:pathLst>
                <a:path extrusionOk="0" h="3237" w="14213">
                  <a:moveTo>
                    <a:pt x="555" y="0"/>
                  </a:moveTo>
                  <a:cubicBezTo>
                    <a:pt x="262" y="702"/>
                    <a:pt x="87" y="1450"/>
                    <a:pt x="37" y="2222"/>
                  </a:cubicBezTo>
                  <a:cubicBezTo>
                    <a:pt x="1" y="2770"/>
                    <a:pt x="437" y="3236"/>
                    <a:pt x="987" y="3236"/>
                  </a:cubicBezTo>
                  <a:lnTo>
                    <a:pt x="13225" y="3236"/>
                  </a:lnTo>
                  <a:cubicBezTo>
                    <a:pt x="13776" y="3235"/>
                    <a:pt x="14212" y="2770"/>
                    <a:pt x="14174" y="2222"/>
                  </a:cubicBezTo>
                  <a:cubicBezTo>
                    <a:pt x="14122" y="1450"/>
                    <a:pt x="13948" y="703"/>
                    <a:pt x="13656" y="0"/>
                  </a:cubicBezTo>
                  <a:cubicBezTo>
                    <a:pt x="13489" y="142"/>
                    <a:pt x="13273" y="227"/>
                    <a:pt x="13037" y="227"/>
                  </a:cubicBezTo>
                  <a:lnTo>
                    <a:pt x="1173" y="227"/>
                  </a:lnTo>
                  <a:cubicBezTo>
                    <a:pt x="936" y="227"/>
                    <a:pt x="721" y="142"/>
                    <a:pt x="555" y="0"/>
                  </a:cubicBezTo>
                  <a:close/>
                </a:path>
              </a:pathLst>
            </a:custGeom>
            <a:solidFill>
              <a:srgbClr val="DF75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0"/>
            <p:cNvSpPr/>
            <p:nvPr/>
          </p:nvSpPr>
          <p:spPr>
            <a:xfrm>
              <a:off x="1803774" y="3504714"/>
              <a:ext cx="185173" cy="42170"/>
            </a:xfrm>
            <a:custGeom>
              <a:rect b="b" l="l" r="r" t="t"/>
              <a:pathLst>
                <a:path extrusionOk="0" h="3237" w="14214">
                  <a:moveTo>
                    <a:pt x="13657" y="0"/>
                  </a:moveTo>
                  <a:cubicBezTo>
                    <a:pt x="13490" y="142"/>
                    <a:pt x="13274" y="227"/>
                    <a:pt x="13038" y="227"/>
                  </a:cubicBezTo>
                  <a:lnTo>
                    <a:pt x="11589" y="227"/>
                  </a:lnTo>
                  <a:cubicBezTo>
                    <a:pt x="11632" y="472"/>
                    <a:pt x="11661" y="719"/>
                    <a:pt x="11678" y="970"/>
                  </a:cubicBezTo>
                  <a:cubicBezTo>
                    <a:pt x="11714" y="1520"/>
                    <a:pt x="11279" y="1986"/>
                    <a:pt x="10728" y="1986"/>
                  </a:cubicBezTo>
                  <a:lnTo>
                    <a:pt x="55" y="1986"/>
                  </a:lnTo>
                  <a:cubicBezTo>
                    <a:pt x="48" y="2064"/>
                    <a:pt x="41" y="2143"/>
                    <a:pt x="36" y="2222"/>
                  </a:cubicBezTo>
                  <a:cubicBezTo>
                    <a:pt x="0" y="2770"/>
                    <a:pt x="435" y="3236"/>
                    <a:pt x="986" y="3236"/>
                  </a:cubicBezTo>
                  <a:lnTo>
                    <a:pt x="13226" y="3236"/>
                  </a:lnTo>
                  <a:cubicBezTo>
                    <a:pt x="13777" y="3235"/>
                    <a:pt x="14213" y="2770"/>
                    <a:pt x="14175" y="2222"/>
                  </a:cubicBezTo>
                  <a:cubicBezTo>
                    <a:pt x="14123" y="1450"/>
                    <a:pt x="13949" y="703"/>
                    <a:pt x="13657"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0"/>
            <p:cNvSpPr/>
            <p:nvPr/>
          </p:nvSpPr>
          <p:spPr>
            <a:xfrm>
              <a:off x="1811005" y="3476038"/>
              <a:ext cx="35500" cy="31631"/>
            </a:xfrm>
            <a:custGeom>
              <a:rect b="b" l="l" r="r" t="t"/>
              <a:pathLst>
                <a:path extrusionOk="0" h="2428" w="2725">
                  <a:moveTo>
                    <a:pt x="1450" y="0"/>
                  </a:moveTo>
                  <a:cubicBezTo>
                    <a:pt x="1420" y="32"/>
                    <a:pt x="1391" y="62"/>
                    <a:pt x="1362" y="93"/>
                  </a:cubicBezTo>
                  <a:cubicBezTo>
                    <a:pt x="777" y="723"/>
                    <a:pt x="321" y="1435"/>
                    <a:pt x="1" y="2201"/>
                  </a:cubicBezTo>
                  <a:cubicBezTo>
                    <a:pt x="167" y="2343"/>
                    <a:pt x="385" y="2428"/>
                    <a:pt x="619" y="2428"/>
                  </a:cubicBezTo>
                  <a:lnTo>
                    <a:pt x="2724" y="2428"/>
                  </a:lnTo>
                  <a:cubicBezTo>
                    <a:pt x="2101" y="1758"/>
                    <a:pt x="1652" y="924"/>
                    <a:pt x="1450" y="0"/>
                  </a:cubicBezTo>
                  <a:close/>
                </a:path>
              </a:pathLst>
            </a:custGeom>
            <a:solidFill>
              <a:srgbClr val="DD57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0"/>
            <p:cNvSpPr/>
            <p:nvPr/>
          </p:nvSpPr>
          <p:spPr>
            <a:xfrm>
              <a:off x="1946228" y="3476038"/>
              <a:ext cx="35474" cy="31631"/>
            </a:xfrm>
            <a:custGeom>
              <a:rect b="b" l="l" r="r" t="t"/>
              <a:pathLst>
                <a:path extrusionOk="0" h="2428" w="2723">
                  <a:moveTo>
                    <a:pt x="1275" y="0"/>
                  </a:moveTo>
                  <a:cubicBezTo>
                    <a:pt x="1071" y="926"/>
                    <a:pt x="622" y="1758"/>
                    <a:pt x="1" y="2428"/>
                  </a:cubicBezTo>
                  <a:lnTo>
                    <a:pt x="2104" y="2428"/>
                  </a:lnTo>
                  <a:cubicBezTo>
                    <a:pt x="2341" y="2428"/>
                    <a:pt x="2556" y="2343"/>
                    <a:pt x="2723" y="2201"/>
                  </a:cubicBezTo>
                  <a:cubicBezTo>
                    <a:pt x="2406" y="1435"/>
                    <a:pt x="1948" y="723"/>
                    <a:pt x="1364" y="93"/>
                  </a:cubicBezTo>
                  <a:cubicBezTo>
                    <a:pt x="1335" y="62"/>
                    <a:pt x="1304" y="32"/>
                    <a:pt x="1275" y="0"/>
                  </a:cubicBezTo>
                  <a:close/>
                </a:path>
              </a:pathLst>
            </a:custGeom>
            <a:solidFill>
              <a:srgbClr val="DA3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0"/>
            <p:cNvSpPr/>
            <p:nvPr/>
          </p:nvSpPr>
          <p:spPr>
            <a:xfrm>
              <a:off x="1730788" y="3387170"/>
              <a:ext cx="331172" cy="416450"/>
            </a:xfrm>
            <a:custGeom>
              <a:rect b="b" l="l" r="r" t="t"/>
              <a:pathLst>
                <a:path extrusionOk="0" h="31967" w="25421">
                  <a:moveTo>
                    <a:pt x="7408" y="7774"/>
                  </a:moveTo>
                  <a:cubicBezTo>
                    <a:pt x="7547" y="8124"/>
                    <a:pt x="7720" y="8461"/>
                    <a:pt x="7924" y="8780"/>
                  </a:cubicBezTo>
                  <a:lnTo>
                    <a:pt x="6782" y="8780"/>
                  </a:lnTo>
                  <a:cubicBezTo>
                    <a:pt x="6960" y="8428"/>
                    <a:pt x="7168" y="8091"/>
                    <a:pt x="7408" y="7774"/>
                  </a:cubicBezTo>
                  <a:close/>
                  <a:moveTo>
                    <a:pt x="12710" y="935"/>
                  </a:moveTo>
                  <a:cubicBezTo>
                    <a:pt x="15333" y="935"/>
                    <a:pt x="17466" y="3067"/>
                    <a:pt x="17466" y="5692"/>
                  </a:cubicBezTo>
                  <a:cubicBezTo>
                    <a:pt x="17466" y="6830"/>
                    <a:pt x="17063" y="7919"/>
                    <a:pt x="16329" y="8780"/>
                  </a:cubicBezTo>
                  <a:lnTo>
                    <a:pt x="15288" y="8780"/>
                  </a:lnTo>
                  <a:cubicBezTo>
                    <a:pt x="16171" y="8041"/>
                    <a:pt x="16733" y="6930"/>
                    <a:pt x="16733" y="5692"/>
                  </a:cubicBezTo>
                  <a:cubicBezTo>
                    <a:pt x="16733" y="3473"/>
                    <a:pt x="14927" y="1667"/>
                    <a:pt x="12708" y="1667"/>
                  </a:cubicBezTo>
                  <a:cubicBezTo>
                    <a:pt x="11401" y="1667"/>
                    <a:pt x="10170" y="2305"/>
                    <a:pt x="9416" y="3374"/>
                  </a:cubicBezTo>
                  <a:cubicBezTo>
                    <a:pt x="9269" y="3585"/>
                    <a:pt x="9319" y="3878"/>
                    <a:pt x="9530" y="4027"/>
                  </a:cubicBezTo>
                  <a:cubicBezTo>
                    <a:pt x="9612" y="4085"/>
                    <a:pt x="9707" y="4112"/>
                    <a:pt x="9800" y="4112"/>
                  </a:cubicBezTo>
                  <a:cubicBezTo>
                    <a:pt x="9947" y="4112"/>
                    <a:pt x="10091" y="4044"/>
                    <a:pt x="10183" y="3914"/>
                  </a:cubicBezTo>
                  <a:cubicBezTo>
                    <a:pt x="10762" y="3092"/>
                    <a:pt x="11705" y="2602"/>
                    <a:pt x="12708" y="2602"/>
                  </a:cubicBezTo>
                  <a:cubicBezTo>
                    <a:pt x="14413" y="2602"/>
                    <a:pt x="15798" y="3989"/>
                    <a:pt x="15798" y="5692"/>
                  </a:cubicBezTo>
                  <a:cubicBezTo>
                    <a:pt x="15798" y="7368"/>
                    <a:pt x="14456" y="8737"/>
                    <a:pt x="12789" y="8780"/>
                  </a:cubicBezTo>
                  <a:lnTo>
                    <a:pt x="12628" y="8780"/>
                  </a:lnTo>
                  <a:cubicBezTo>
                    <a:pt x="10962" y="8737"/>
                    <a:pt x="9620" y="7368"/>
                    <a:pt x="9620" y="5692"/>
                  </a:cubicBezTo>
                  <a:cubicBezTo>
                    <a:pt x="9620" y="5433"/>
                    <a:pt x="9409" y="5223"/>
                    <a:pt x="9151" y="5223"/>
                  </a:cubicBezTo>
                  <a:cubicBezTo>
                    <a:pt x="8893" y="5223"/>
                    <a:pt x="8683" y="5433"/>
                    <a:pt x="8683" y="5692"/>
                  </a:cubicBezTo>
                  <a:cubicBezTo>
                    <a:pt x="8683" y="6930"/>
                    <a:pt x="9247" y="8041"/>
                    <a:pt x="10130" y="8780"/>
                  </a:cubicBezTo>
                  <a:lnTo>
                    <a:pt x="9092" y="8780"/>
                  </a:lnTo>
                  <a:cubicBezTo>
                    <a:pt x="8357" y="7919"/>
                    <a:pt x="7953" y="6830"/>
                    <a:pt x="7953" y="5692"/>
                  </a:cubicBezTo>
                  <a:cubicBezTo>
                    <a:pt x="7953" y="3069"/>
                    <a:pt x="10087" y="935"/>
                    <a:pt x="12710" y="935"/>
                  </a:cubicBezTo>
                  <a:close/>
                  <a:moveTo>
                    <a:pt x="18009" y="7774"/>
                  </a:moveTo>
                  <a:cubicBezTo>
                    <a:pt x="18247" y="8091"/>
                    <a:pt x="18457" y="8428"/>
                    <a:pt x="18634" y="8780"/>
                  </a:cubicBezTo>
                  <a:lnTo>
                    <a:pt x="17492" y="8780"/>
                  </a:lnTo>
                  <a:cubicBezTo>
                    <a:pt x="17699" y="8461"/>
                    <a:pt x="17871" y="8124"/>
                    <a:pt x="18009" y="7774"/>
                  </a:cubicBezTo>
                  <a:close/>
                  <a:moveTo>
                    <a:pt x="3457" y="14438"/>
                  </a:moveTo>
                  <a:lnTo>
                    <a:pt x="3806" y="19182"/>
                  </a:lnTo>
                  <a:cubicBezTo>
                    <a:pt x="2204" y="19065"/>
                    <a:pt x="939" y="17725"/>
                    <a:pt x="939" y="16095"/>
                  </a:cubicBezTo>
                  <a:lnTo>
                    <a:pt x="939" y="15886"/>
                  </a:lnTo>
                  <a:cubicBezTo>
                    <a:pt x="939" y="15086"/>
                    <a:pt x="1587" y="14438"/>
                    <a:pt x="2385" y="14438"/>
                  </a:cubicBezTo>
                  <a:close/>
                  <a:moveTo>
                    <a:pt x="23033" y="14438"/>
                  </a:moveTo>
                  <a:cubicBezTo>
                    <a:pt x="23830" y="14438"/>
                    <a:pt x="24480" y="15086"/>
                    <a:pt x="24480" y="15886"/>
                  </a:cubicBezTo>
                  <a:lnTo>
                    <a:pt x="24480" y="16095"/>
                  </a:lnTo>
                  <a:cubicBezTo>
                    <a:pt x="24480" y="17725"/>
                    <a:pt x="23213" y="19065"/>
                    <a:pt x="21612" y="19182"/>
                  </a:cubicBezTo>
                  <a:lnTo>
                    <a:pt x="21962" y="14438"/>
                  </a:lnTo>
                  <a:close/>
                  <a:moveTo>
                    <a:pt x="8616" y="27171"/>
                  </a:moveTo>
                  <a:cubicBezTo>
                    <a:pt x="10026" y="27996"/>
                    <a:pt x="11544" y="28514"/>
                    <a:pt x="12708" y="28514"/>
                  </a:cubicBezTo>
                  <a:cubicBezTo>
                    <a:pt x="13825" y="28514"/>
                    <a:pt x="15341" y="28032"/>
                    <a:pt x="16802" y="27176"/>
                  </a:cubicBezTo>
                  <a:lnTo>
                    <a:pt x="16802" y="27958"/>
                  </a:lnTo>
                  <a:cubicBezTo>
                    <a:pt x="16802" y="29040"/>
                    <a:pt x="17433" y="30041"/>
                    <a:pt x="18409" y="30509"/>
                  </a:cubicBezTo>
                  <a:lnTo>
                    <a:pt x="19494" y="31028"/>
                  </a:lnTo>
                  <a:lnTo>
                    <a:pt x="5922" y="31028"/>
                  </a:lnTo>
                  <a:lnTo>
                    <a:pt x="7009" y="30509"/>
                  </a:lnTo>
                  <a:cubicBezTo>
                    <a:pt x="7984" y="30041"/>
                    <a:pt x="8616" y="29038"/>
                    <a:pt x="8616" y="27956"/>
                  </a:cubicBezTo>
                  <a:lnTo>
                    <a:pt x="8616" y="27171"/>
                  </a:lnTo>
                  <a:close/>
                  <a:moveTo>
                    <a:pt x="12708" y="1"/>
                  </a:moveTo>
                  <a:cubicBezTo>
                    <a:pt x="10143" y="1"/>
                    <a:pt x="7967" y="1706"/>
                    <a:pt x="7258" y="4043"/>
                  </a:cubicBezTo>
                  <a:cubicBezTo>
                    <a:pt x="4614" y="5921"/>
                    <a:pt x="3060" y="9061"/>
                    <a:pt x="3308" y="12429"/>
                  </a:cubicBezTo>
                  <a:lnTo>
                    <a:pt x="3387" y="13501"/>
                  </a:lnTo>
                  <a:lnTo>
                    <a:pt x="2385" y="13501"/>
                  </a:lnTo>
                  <a:cubicBezTo>
                    <a:pt x="1071" y="13501"/>
                    <a:pt x="0" y="14570"/>
                    <a:pt x="0" y="15887"/>
                  </a:cubicBezTo>
                  <a:lnTo>
                    <a:pt x="0" y="16096"/>
                  </a:lnTo>
                  <a:cubicBezTo>
                    <a:pt x="0" y="18268"/>
                    <a:pt x="1724" y="20043"/>
                    <a:pt x="3875" y="20126"/>
                  </a:cubicBezTo>
                  <a:lnTo>
                    <a:pt x="3918" y="20700"/>
                  </a:lnTo>
                  <a:cubicBezTo>
                    <a:pt x="3998" y="21805"/>
                    <a:pt x="4381" y="22884"/>
                    <a:pt x="5056" y="23911"/>
                  </a:cubicBezTo>
                  <a:cubicBezTo>
                    <a:pt x="5146" y="24047"/>
                    <a:pt x="5295" y="24123"/>
                    <a:pt x="5447" y="24123"/>
                  </a:cubicBezTo>
                  <a:cubicBezTo>
                    <a:pt x="5815" y="24123"/>
                    <a:pt x="6044" y="23710"/>
                    <a:pt x="5838" y="23397"/>
                  </a:cubicBezTo>
                  <a:cubicBezTo>
                    <a:pt x="5252" y="22505"/>
                    <a:pt x="4919" y="21575"/>
                    <a:pt x="4850" y="20631"/>
                  </a:cubicBezTo>
                  <a:cubicBezTo>
                    <a:pt x="4652" y="17946"/>
                    <a:pt x="4601" y="17246"/>
                    <a:pt x="4241" y="12360"/>
                  </a:cubicBezTo>
                  <a:cubicBezTo>
                    <a:pt x="4047" y="9738"/>
                    <a:pt x="5096" y="7177"/>
                    <a:pt x="7020" y="5435"/>
                  </a:cubicBezTo>
                  <a:lnTo>
                    <a:pt x="7020" y="5435"/>
                  </a:lnTo>
                  <a:cubicBezTo>
                    <a:pt x="7003" y="5851"/>
                    <a:pt x="7027" y="6269"/>
                    <a:pt x="7099" y="6678"/>
                  </a:cubicBezTo>
                  <a:cubicBezTo>
                    <a:pt x="5953" y="7946"/>
                    <a:pt x="5282" y="9524"/>
                    <a:pt x="5169" y="11212"/>
                  </a:cubicBezTo>
                  <a:cubicBezTo>
                    <a:pt x="5116" y="12030"/>
                    <a:pt x="5766" y="12726"/>
                    <a:pt x="6587" y="12726"/>
                  </a:cubicBezTo>
                  <a:lnTo>
                    <a:pt x="15600" y="12726"/>
                  </a:lnTo>
                  <a:cubicBezTo>
                    <a:pt x="15858" y="12726"/>
                    <a:pt x="16067" y="12516"/>
                    <a:pt x="16067" y="12258"/>
                  </a:cubicBezTo>
                  <a:cubicBezTo>
                    <a:pt x="16067" y="12000"/>
                    <a:pt x="15858" y="11790"/>
                    <a:pt x="15600" y="11790"/>
                  </a:cubicBezTo>
                  <a:lnTo>
                    <a:pt x="6590" y="11790"/>
                  </a:lnTo>
                  <a:cubicBezTo>
                    <a:pt x="6310" y="11790"/>
                    <a:pt x="6090" y="11553"/>
                    <a:pt x="6107" y="11275"/>
                  </a:cubicBezTo>
                  <a:cubicBezTo>
                    <a:pt x="6143" y="10726"/>
                    <a:pt x="6248" y="10187"/>
                    <a:pt x="6417" y="9674"/>
                  </a:cubicBezTo>
                  <a:cubicBezTo>
                    <a:pt x="6535" y="9704"/>
                    <a:pt x="6657" y="9720"/>
                    <a:pt x="6779" y="9720"/>
                  </a:cubicBezTo>
                  <a:lnTo>
                    <a:pt x="18642" y="9720"/>
                  </a:lnTo>
                  <a:cubicBezTo>
                    <a:pt x="18764" y="9720"/>
                    <a:pt x="18886" y="9704"/>
                    <a:pt x="19002" y="9674"/>
                  </a:cubicBezTo>
                  <a:cubicBezTo>
                    <a:pt x="19171" y="10190"/>
                    <a:pt x="19274" y="10726"/>
                    <a:pt x="19313" y="11275"/>
                  </a:cubicBezTo>
                  <a:cubicBezTo>
                    <a:pt x="19330" y="11555"/>
                    <a:pt x="19109" y="11790"/>
                    <a:pt x="18830" y="11790"/>
                  </a:cubicBezTo>
                  <a:lnTo>
                    <a:pt x="17786" y="11790"/>
                  </a:lnTo>
                  <a:cubicBezTo>
                    <a:pt x="17528" y="11790"/>
                    <a:pt x="17319" y="12000"/>
                    <a:pt x="17319" y="12258"/>
                  </a:cubicBezTo>
                  <a:cubicBezTo>
                    <a:pt x="17319" y="12516"/>
                    <a:pt x="17528" y="12726"/>
                    <a:pt x="17786" y="12726"/>
                  </a:cubicBezTo>
                  <a:lnTo>
                    <a:pt x="18830" y="12726"/>
                  </a:lnTo>
                  <a:cubicBezTo>
                    <a:pt x="19650" y="12726"/>
                    <a:pt x="20300" y="12033"/>
                    <a:pt x="20247" y="11212"/>
                  </a:cubicBezTo>
                  <a:cubicBezTo>
                    <a:pt x="20135" y="9526"/>
                    <a:pt x="19467" y="7950"/>
                    <a:pt x="18317" y="6678"/>
                  </a:cubicBezTo>
                  <a:cubicBezTo>
                    <a:pt x="18389" y="6269"/>
                    <a:pt x="18416" y="5852"/>
                    <a:pt x="18396" y="5435"/>
                  </a:cubicBezTo>
                  <a:lnTo>
                    <a:pt x="18396" y="5435"/>
                  </a:lnTo>
                  <a:cubicBezTo>
                    <a:pt x="20321" y="7178"/>
                    <a:pt x="21368" y="9738"/>
                    <a:pt x="21176" y="12360"/>
                  </a:cubicBezTo>
                  <a:lnTo>
                    <a:pt x="20566" y="20631"/>
                  </a:lnTo>
                  <a:cubicBezTo>
                    <a:pt x="20279" y="24528"/>
                    <a:pt x="15356" y="27580"/>
                    <a:pt x="12708" y="27580"/>
                  </a:cubicBezTo>
                  <a:cubicBezTo>
                    <a:pt x="11397" y="27580"/>
                    <a:pt x="9072" y="26708"/>
                    <a:pt x="7199" y="24979"/>
                  </a:cubicBezTo>
                  <a:cubicBezTo>
                    <a:pt x="7110" y="24896"/>
                    <a:pt x="6996" y="24855"/>
                    <a:pt x="6883" y="24855"/>
                  </a:cubicBezTo>
                  <a:cubicBezTo>
                    <a:pt x="6757" y="24855"/>
                    <a:pt x="6631" y="24905"/>
                    <a:pt x="6538" y="25006"/>
                  </a:cubicBezTo>
                  <a:cubicBezTo>
                    <a:pt x="6363" y="25195"/>
                    <a:pt x="6374" y="25492"/>
                    <a:pt x="6565" y="25667"/>
                  </a:cubicBezTo>
                  <a:cubicBezTo>
                    <a:pt x="6911" y="25987"/>
                    <a:pt x="7286" y="26289"/>
                    <a:pt x="7679" y="26569"/>
                  </a:cubicBezTo>
                  <a:lnTo>
                    <a:pt x="7679" y="27958"/>
                  </a:lnTo>
                  <a:cubicBezTo>
                    <a:pt x="7679" y="28682"/>
                    <a:pt x="7257" y="29354"/>
                    <a:pt x="6604" y="29665"/>
                  </a:cubicBezTo>
                  <a:lnTo>
                    <a:pt x="4677" y="30591"/>
                  </a:lnTo>
                  <a:cubicBezTo>
                    <a:pt x="4370" y="30739"/>
                    <a:pt x="4208" y="31074"/>
                    <a:pt x="4284" y="31404"/>
                  </a:cubicBezTo>
                  <a:cubicBezTo>
                    <a:pt x="4358" y="31736"/>
                    <a:pt x="4650" y="31967"/>
                    <a:pt x="4990" y="31967"/>
                  </a:cubicBezTo>
                  <a:lnTo>
                    <a:pt x="20430" y="31967"/>
                  </a:lnTo>
                  <a:cubicBezTo>
                    <a:pt x="20771" y="31967"/>
                    <a:pt x="21060" y="31736"/>
                    <a:pt x="21137" y="31404"/>
                  </a:cubicBezTo>
                  <a:cubicBezTo>
                    <a:pt x="21212" y="31071"/>
                    <a:pt x="21051" y="30739"/>
                    <a:pt x="20744" y="30591"/>
                  </a:cubicBezTo>
                  <a:lnTo>
                    <a:pt x="18815" y="29665"/>
                  </a:lnTo>
                  <a:cubicBezTo>
                    <a:pt x="18162" y="29352"/>
                    <a:pt x="17742" y="28681"/>
                    <a:pt x="17742" y="27958"/>
                  </a:cubicBezTo>
                  <a:lnTo>
                    <a:pt x="17742" y="26569"/>
                  </a:lnTo>
                  <a:cubicBezTo>
                    <a:pt x="19679" y="25180"/>
                    <a:pt x="21324" y="23131"/>
                    <a:pt x="21503" y="20700"/>
                  </a:cubicBezTo>
                  <a:lnTo>
                    <a:pt x="21546" y="20126"/>
                  </a:lnTo>
                  <a:cubicBezTo>
                    <a:pt x="23697" y="20043"/>
                    <a:pt x="25420" y="18268"/>
                    <a:pt x="25420" y="16096"/>
                  </a:cubicBezTo>
                  <a:lnTo>
                    <a:pt x="25420" y="15887"/>
                  </a:lnTo>
                  <a:cubicBezTo>
                    <a:pt x="25416" y="14570"/>
                    <a:pt x="24346" y="13501"/>
                    <a:pt x="23031" y="13501"/>
                  </a:cubicBezTo>
                  <a:lnTo>
                    <a:pt x="22030" y="13501"/>
                  </a:lnTo>
                  <a:lnTo>
                    <a:pt x="22108" y="12429"/>
                  </a:lnTo>
                  <a:cubicBezTo>
                    <a:pt x="22357" y="9061"/>
                    <a:pt x="20803" y="5921"/>
                    <a:pt x="18158" y="4043"/>
                  </a:cubicBezTo>
                  <a:cubicBezTo>
                    <a:pt x="17449" y="1706"/>
                    <a:pt x="15275" y="1"/>
                    <a:pt x="1270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0"/>
            <p:cNvSpPr/>
            <p:nvPr/>
          </p:nvSpPr>
          <p:spPr>
            <a:xfrm>
              <a:off x="1825401" y="3580983"/>
              <a:ext cx="60825" cy="12220"/>
            </a:xfrm>
            <a:custGeom>
              <a:rect b="b" l="l" r="r" t="t"/>
              <a:pathLst>
                <a:path extrusionOk="0" h="938" w="4669">
                  <a:moveTo>
                    <a:pt x="468" y="1"/>
                  </a:moveTo>
                  <a:cubicBezTo>
                    <a:pt x="210" y="1"/>
                    <a:pt x="1" y="210"/>
                    <a:pt x="1" y="469"/>
                  </a:cubicBezTo>
                  <a:cubicBezTo>
                    <a:pt x="1" y="727"/>
                    <a:pt x="210" y="938"/>
                    <a:pt x="468" y="938"/>
                  </a:cubicBezTo>
                  <a:lnTo>
                    <a:pt x="4199" y="938"/>
                  </a:lnTo>
                  <a:cubicBezTo>
                    <a:pt x="4458" y="938"/>
                    <a:pt x="4668" y="727"/>
                    <a:pt x="4668" y="469"/>
                  </a:cubicBezTo>
                  <a:cubicBezTo>
                    <a:pt x="4668" y="210"/>
                    <a:pt x="4458"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0"/>
            <p:cNvSpPr/>
            <p:nvPr/>
          </p:nvSpPr>
          <p:spPr>
            <a:xfrm>
              <a:off x="1890258" y="3580983"/>
              <a:ext cx="77045" cy="76719"/>
            </a:xfrm>
            <a:custGeom>
              <a:rect b="b" l="l" r="r" t="t"/>
              <a:pathLst>
                <a:path extrusionOk="0" h="5889" w="5914">
                  <a:moveTo>
                    <a:pt x="2961" y="1"/>
                  </a:moveTo>
                  <a:cubicBezTo>
                    <a:pt x="2016" y="1"/>
                    <a:pt x="1246" y="770"/>
                    <a:pt x="1246" y="1716"/>
                  </a:cubicBezTo>
                  <a:lnTo>
                    <a:pt x="1246" y="4174"/>
                  </a:lnTo>
                  <a:cubicBezTo>
                    <a:pt x="1246" y="4601"/>
                    <a:pt x="897" y="4951"/>
                    <a:pt x="468" y="4951"/>
                  </a:cubicBezTo>
                  <a:cubicBezTo>
                    <a:pt x="210" y="4951"/>
                    <a:pt x="0" y="5161"/>
                    <a:pt x="0" y="5419"/>
                  </a:cubicBezTo>
                  <a:cubicBezTo>
                    <a:pt x="0" y="5677"/>
                    <a:pt x="210" y="5888"/>
                    <a:pt x="468" y="5888"/>
                  </a:cubicBezTo>
                  <a:cubicBezTo>
                    <a:pt x="469" y="5888"/>
                    <a:pt x="470" y="5888"/>
                    <a:pt x="471" y="5888"/>
                  </a:cubicBezTo>
                  <a:cubicBezTo>
                    <a:pt x="1415" y="5888"/>
                    <a:pt x="2183" y="5120"/>
                    <a:pt x="2183" y="4174"/>
                  </a:cubicBezTo>
                  <a:lnTo>
                    <a:pt x="2183" y="1716"/>
                  </a:lnTo>
                  <a:cubicBezTo>
                    <a:pt x="2183" y="1286"/>
                    <a:pt x="2533" y="938"/>
                    <a:pt x="2961" y="938"/>
                  </a:cubicBezTo>
                  <a:lnTo>
                    <a:pt x="5446" y="938"/>
                  </a:lnTo>
                  <a:cubicBezTo>
                    <a:pt x="5704" y="938"/>
                    <a:pt x="5914" y="727"/>
                    <a:pt x="5914" y="469"/>
                  </a:cubicBezTo>
                  <a:cubicBezTo>
                    <a:pt x="5914" y="210"/>
                    <a:pt x="5704"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0"/>
            <p:cNvSpPr/>
            <p:nvPr/>
          </p:nvSpPr>
          <p:spPr>
            <a:xfrm>
              <a:off x="1878388" y="3427598"/>
              <a:ext cx="35904" cy="67509"/>
            </a:xfrm>
            <a:custGeom>
              <a:rect b="b" l="l" r="r" t="t"/>
              <a:pathLst>
                <a:path extrusionOk="0" h="5182" w="2756">
                  <a:moveTo>
                    <a:pt x="1381" y="0"/>
                  </a:moveTo>
                  <a:cubicBezTo>
                    <a:pt x="1122" y="0"/>
                    <a:pt x="913" y="210"/>
                    <a:pt x="913" y="468"/>
                  </a:cubicBezTo>
                  <a:lnTo>
                    <a:pt x="913" y="682"/>
                  </a:lnTo>
                  <a:cubicBezTo>
                    <a:pt x="396" y="818"/>
                    <a:pt x="13" y="1290"/>
                    <a:pt x="13" y="1850"/>
                  </a:cubicBezTo>
                  <a:cubicBezTo>
                    <a:pt x="10" y="2514"/>
                    <a:pt x="554" y="3058"/>
                    <a:pt x="1220" y="3058"/>
                  </a:cubicBezTo>
                  <a:lnTo>
                    <a:pt x="1538" y="3058"/>
                  </a:lnTo>
                  <a:cubicBezTo>
                    <a:pt x="1689" y="3058"/>
                    <a:pt x="1811" y="3180"/>
                    <a:pt x="1811" y="3331"/>
                  </a:cubicBezTo>
                  <a:cubicBezTo>
                    <a:pt x="1811" y="3481"/>
                    <a:pt x="1689" y="3603"/>
                    <a:pt x="1538" y="3603"/>
                  </a:cubicBezTo>
                  <a:lnTo>
                    <a:pt x="1220" y="3603"/>
                  </a:lnTo>
                  <a:cubicBezTo>
                    <a:pt x="1107" y="3603"/>
                    <a:pt x="1008" y="3536"/>
                    <a:pt x="966" y="3430"/>
                  </a:cubicBezTo>
                  <a:cubicBezTo>
                    <a:pt x="895" y="3246"/>
                    <a:pt x="718" y="3132"/>
                    <a:pt x="531" y="3132"/>
                  </a:cubicBezTo>
                  <a:cubicBezTo>
                    <a:pt x="474" y="3132"/>
                    <a:pt x="416" y="3142"/>
                    <a:pt x="360" y="3164"/>
                  </a:cubicBezTo>
                  <a:cubicBezTo>
                    <a:pt x="121" y="3257"/>
                    <a:pt x="0" y="3530"/>
                    <a:pt x="95" y="3770"/>
                  </a:cubicBezTo>
                  <a:cubicBezTo>
                    <a:pt x="238" y="4138"/>
                    <a:pt x="543" y="4404"/>
                    <a:pt x="913" y="4500"/>
                  </a:cubicBezTo>
                  <a:lnTo>
                    <a:pt x="913" y="4714"/>
                  </a:lnTo>
                  <a:cubicBezTo>
                    <a:pt x="913" y="4972"/>
                    <a:pt x="1122" y="5182"/>
                    <a:pt x="1381" y="5182"/>
                  </a:cubicBezTo>
                  <a:cubicBezTo>
                    <a:pt x="1639" y="5182"/>
                    <a:pt x="1850" y="4972"/>
                    <a:pt x="1850" y="4714"/>
                  </a:cubicBezTo>
                  <a:lnTo>
                    <a:pt x="1850" y="4499"/>
                  </a:lnTo>
                  <a:cubicBezTo>
                    <a:pt x="2366" y="4362"/>
                    <a:pt x="2750" y="3890"/>
                    <a:pt x="2750" y="3331"/>
                  </a:cubicBezTo>
                  <a:cubicBezTo>
                    <a:pt x="2750" y="2665"/>
                    <a:pt x="2209" y="2122"/>
                    <a:pt x="1541" y="2122"/>
                  </a:cubicBezTo>
                  <a:lnTo>
                    <a:pt x="1221" y="2122"/>
                  </a:lnTo>
                  <a:cubicBezTo>
                    <a:pt x="1071" y="2122"/>
                    <a:pt x="949" y="2000"/>
                    <a:pt x="949" y="1850"/>
                  </a:cubicBezTo>
                  <a:cubicBezTo>
                    <a:pt x="949" y="1699"/>
                    <a:pt x="1071" y="1577"/>
                    <a:pt x="1221" y="1577"/>
                  </a:cubicBezTo>
                  <a:lnTo>
                    <a:pt x="1541" y="1577"/>
                  </a:lnTo>
                  <a:cubicBezTo>
                    <a:pt x="1650" y="1577"/>
                    <a:pt x="1749" y="1642"/>
                    <a:pt x="1792" y="1744"/>
                  </a:cubicBezTo>
                  <a:cubicBezTo>
                    <a:pt x="1868" y="1922"/>
                    <a:pt x="2041" y="2030"/>
                    <a:pt x="2224" y="2030"/>
                  </a:cubicBezTo>
                  <a:cubicBezTo>
                    <a:pt x="2284" y="2030"/>
                    <a:pt x="2346" y="2018"/>
                    <a:pt x="2405" y="1993"/>
                  </a:cubicBezTo>
                  <a:cubicBezTo>
                    <a:pt x="2643" y="1893"/>
                    <a:pt x="2755" y="1619"/>
                    <a:pt x="2655" y="1379"/>
                  </a:cubicBezTo>
                  <a:cubicBezTo>
                    <a:pt x="2506" y="1028"/>
                    <a:pt x="2206" y="775"/>
                    <a:pt x="1850" y="682"/>
                  </a:cubicBezTo>
                  <a:lnTo>
                    <a:pt x="1850" y="468"/>
                  </a:lnTo>
                  <a:cubicBezTo>
                    <a:pt x="1850" y="210"/>
                    <a:pt x="1639" y="0"/>
                    <a:pt x="138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0"/>
            <p:cNvSpPr/>
            <p:nvPr/>
          </p:nvSpPr>
          <p:spPr>
            <a:xfrm>
              <a:off x="1849608" y="3687010"/>
              <a:ext cx="93485" cy="22941"/>
            </a:xfrm>
            <a:custGeom>
              <a:rect b="b" l="l" r="r" t="t"/>
              <a:pathLst>
                <a:path extrusionOk="0" h="1761" w="7176">
                  <a:moveTo>
                    <a:pt x="535" y="0"/>
                  </a:moveTo>
                  <a:cubicBezTo>
                    <a:pt x="364" y="0"/>
                    <a:pt x="198" y="95"/>
                    <a:pt x="117" y="259"/>
                  </a:cubicBezTo>
                  <a:cubicBezTo>
                    <a:pt x="1" y="491"/>
                    <a:pt x="94" y="772"/>
                    <a:pt x="325" y="887"/>
                  </a:cubicBezTo>
                  <a:lnTo>
                    <a:pt x="717" y="1084"/>
                  </a:lnTo>
                  <a:cubicBezTo>
                    <a:pt x="1615" y="1535"/>
                    <a:pt x="2601" y="1761"/>
                    <a:pt x="3588" y="1761"/>
                  </a:cubicBezTo>
                  <a:cubicBezTo>
                    <a:pt x="4574" y="1761"/>
                    <a:pt x="5561" y="1535"/>
                    <a:pt x="6459" y="1084"/>
                  </a:cubicBezTo>
                  <a:lnTo>
                    <a:pt x="6851" y="887"/>
                  </a:lnTo>
                  <a:cubicBezTo>
                    <a:pt x="7082" y="771"/>
                    <a:pt x="7176" y="488"/>
                    <a:pt x="7059" y="259"/>
                  </a:cubicBezTo>
                  <a:cubicBezTo>
                    <a:pt x="6977" y="95"/>
                    <a:pt x="6813" y="0"/>
                    <a:pt x="6641" y="0"/>
                  </a:cubicBezTo>
                  <a:cubicBezTo>
                    <a:pt x="6571" y="0"/>
                    <a:pt x="6499" y="17"/>
                    <a:pt x="6431" y="51"/>
                  </a:cubicBezTo>
                  <a:lnTo>
                    <a:pt x="6039" y="249"/>
                  </a:lnTo>
                  <a:cubicBezTo>
                    <a:pt x="5271" y="633"/>
                    <a:pt x="4429" y="825"/>
                    <a:pt x="3587" y="825"/>
                  </a:cubicBezTo>
                  <a:cubicBezTo>
                    <a:pt x="2744" y="825"/>
                    <a:pt x="1902" y="633"/>
                    <a:pt x="1134" y="249"/>
                  </a:cubicBezTo>
                  <a:lnTo>
                    <a:pt x="746" y="51"/>
                  </a:lnTo>
                  <a:cubicBezTo>
                    <a:pt x="678" y="17"/>
                    <a:pt x="606" y="0"/>
                    <a:pt x="5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6" name="Google Shape;6436;p70"/>
          <p:cNvGrpSpPr/>
          <p:nvPr/>
        </p:nvGrpSpPr>
        <p:grpSpPr>
          <a:xfrm>
            <a:off x="2842125" y="1791517"/>
            <a:ext cx="331105" cy="416491"/>
            <a:chOff x="2842125" y="1791517"/>
            <a:chExt cx="331105" cy="416491"/>
          </a:xfrm>
        </p:grpSpPr>
        <p:sp>
          <p:nvSpPr>
            <p:cNvPr id="6437" name="Google Shape;6437;p70"/>
            <p:cNvSpPr/>
            <p:nvPr/>
          </p:nvSpPr>
          <p:spPr>
            <a:xfrm>
              <a:off x="3117087" y="1973518"/>
              <a:ext cx="50074" cy="74154"/>
            </a:xfrm>
            <a:custGeom>
              <a:rect b="b" l="l" r="r" t="t"/>
              <a:pathLst>
                <a:path extrusionOk="0" h="5691" w="3843">
                  <a:moveTo>
                    <a:pt x="420" y="1"/>
                  </a:moveTo>
                  <a:lnTo>
                    <a:pt x="1" y="5690"/>
                  </a:lnTo>
                  <a:lnTo>
                    <a:pt x="278" y="5690"/>
                  </a:lnTo>
                  <a:cubicBezTo>
                    <a:pt x="2246" y="5690"/>
                    <a:pt x="3842" y="4093"/>
                    <a:pt x="3842" y="2127"/>
                  </a:cubicBezTo>
                  <a:lnTo>
                    <a:pt x="3842" y="1918"/>
                  </a:lnTo>
                  <a:cubicBezTo>
                    <a:pt x="3842" y="858"/>
                    <a:pt x="2982" y="1"/>
                    <a:pt x="1925"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0"/>
            <p:cNvSpPr/>
            <p:nvPr/>
          </p:nvSpPr>
          <p:spPr>
            <a:xfrm>
              <a:off x="2848158" y="1973518"/>
              <a:ext cx="50074" cy="74154"/>
            </a:xfrm>
            <a:custGeom>
              <a:rect b="b" l="l" r="r" t="t"/>
              <a:pathLst>
                <a:path extrusionOk="0" h="5691" w="3843">
                  <a:moveTo>
                    <a:pt x="1917" y="1"/>
                  </a:moveTo>
                  <a:cubicBezTo>
                    <a:pt x="860" y="1"/>
                    <a:pt x="0" y="858"/>
                    <a:pt x="0" y="1918"/>
                  </a:cubicBezTo>
                  <a:lnTo>
                    <a:pt x="0" y="2127"/>
                  </a:lnTo>
                  <a:cubicBezTo>
                    <a:pt x="0" y="4093"/>
                    <a:pt x="1597" y="5690"/>
                    <a:pt x="3564" y="5690"/>
                  </a:cubicBezTo>
                  <a:lnTo>
                    <a:pt x="3843" y="5690"/>
                  </a:lnTo>
                  <a:lnTo>
                    <a:pt x="3422"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0"/>
            <p:cNvSpPr/>
            <p:nvPr/>
          </p:nvSpPr>
          <p:spPr>
            <a:xfrm>
              <a:off x="2902392" y="2134539"/>
              <a:ext cx="210487" cy="67417"/>
            </a:xfrm>
            <a:custGeom>
              <a:rect b="b" l="l" r="r" t="t"/>
              <a:pathLst>
                <a:path extrusionOk="0" h="5174" w="16154">
                  <a:moveTo>
                    <a:pt x="3516" y="0"/>
                  </a:moveTo>
                  <a:lnTo>
                    <a:pt x="3516" y="1630"/>
                  </a:lnTo>
                  <a:cubicBezTo>
                    <a:pt x="3516" y="2540"/>
                    <a:pt x="2994" y="3368"/>
                    <a:pt x="2175" y="3761"/>
                  </a:cubicBezTo>
                  <a:lnTo>
                    <a:pt x="246" y="4687"/>
                  </a:lnTo>
                  <a:cubicBezTo>
                    <a:pt x="1" y="4806"/>
                    <a:pt x="85" y="5173"/>
                    <a:pt x="358" y="5173"/>
                  </a:cubicBezTo>
                  <a:lnTo>
                    <a:pt x="15798" y="5173"/>
                  </a:lnTo>
                  <a:cubicBezTo>
                    <a:pt x="16071" y="5173"/>
                    <a:pt x="16154" y="4806"/>
                    <a:pt x="15910" y="4687"/>
                  </a:cubicBezTo>
                  <a:lnTo>
                    <a:pt x="13981" y="3761"/>
                  </a:lnTo>
                  <a:cubicBezTo>
                    <a:pt x="13162" y="3368"/>
                    <a:pt x="12640" y="2540"/>
                    <a:pt x="12640" y="1630"/>
                  </a:cubicBezTo>
                  <a:lnTo>
                    <a:pt x="12640" y="0"/>
                  </a:lnTo>
                  <a:cubicBezTo>
                    <a:pt x="11040" y="1094"/>
                    <a:pt x="9275" y="1721"/>
                    <a:pt x="8078" y="1721"/>
                  </a:cubicBezTo>
                  <a:cubicBezTo>
                    <a:pt x="6881" y="1721"/>
                    <a:pt x="5115" y="1094"/>
                    <a:pt x="3516"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0"/>
            <p:cNvSpPr/>
            <p:nvPr/>
          </p:nvSpPr>
          <p:spPr>
            <a:xfrm>
              <a:off x="2886260" y="1827691"/>
              <a:ext cx="242762" cy="329255"/>
            </a:xfrm>
            <a:custGeom>
              <a:rect b="b" l="l" r="r" t="t"/>
              <a:pathLst>
                <a:path extrusionOk="0" h="25269" w="18631">
                  <a:moveTo>
                    <a:pt x="9316" y="1"/>
                  </a:moveTo>
                  <a:cubicBezTo>
                    <a:pt x="4112" y="1"/>
                    <a:pt x="0" y="4423"/>
                    <a:pt x="384" y="9616"/>
                  </a:cubicBezTo>
                  <a:lnTo>
                    <a:pt x="993" y="17887"/>
                  </a:lnTo>
                  <a:cubicBezTo>
                    <a:pt x="1315" y="22248"/>
                    <a:pt x="6690" y="25269"/>
                    <a:pt x="9317" y="25269"/>
                  </a:cubicBezTo>
                  <a:cubicBezTo>
                    <a:pt x="11946" y="25269"/>
                    <a:pt x="17322" y="22245"/>
                    <a:pt x="17643" y="17887"/>
                  </a:cubicBezTo>
                  <a:lnTo>
                    <a:pt x="18248" y="9616"/>
                  </a:lnTo>
                  <a:cubicBezTo>
                    <a:pt x="18630" y="4423"/>
                    <a:pt x="14522" y="1"/>
                    <a:pt x="9316"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0"/>
            <p:cNvSpPr/>
            <p:nvPr/>
          </p:nvSpPr>
          <p:spPr>
            <a:xfrm>
              <a:off x="2950059" y="1833098"/>
              <a:ext cx="178081" cy="323809"/>
            </a:xfrm>
            <a:custGeom>
              <a:rect b="b" l="l" r="r" t="t"/>
              <a:pathLst>
                <a:path extrusionOk="0" h="24851" w="13667">
                  <a:moveTo>
                    <a:pt x="7123" y="1"/>
                  </a:moveTo>
                  <a:lnTo>
                    <a:pt x="7123" y="1"/>
                  </a:lnTo>
                  <a:cubicBezTo>
                    <a:pt x="9573" y="1751"/>
                    <a:pt x="11094" y="4701"/>
                    <a:pt x="10856" y="7952"/>
                  </a:cubicBezTo>
                  <a:lnTo>
                    <a:pt x="10246" y="16222"/>
                  </a:lnTo>
                  <a:cubicBezTo>
                    <a:pt x="9924" y="20582"/>
                    <a:pt x="4549" y="23602"/>
                    <a:pt x="1922" y="23602"/>
                  </a:cubicBezTo>
                  <a:cubicBezTo>
                    <a:pt x="1377" y="23602"/>
                    <a:pt x="712" y="23472"/>
                    <a:pt x="0" y="23228"/>
                  </a:cubicBezTo>
                  <a:lnTo>
                    <a:pt x="0" y="23228"/>
                  </a:lnTo>
                  <a:cubicBezTo>
                    <a:pt x="1562" y="24262"/>
                    <a:pt x="3258" y="24851"/>
                    <a:pt x="4420" y="24851"/>
                  </a:cubicBezTo>
                  <a:cubicBezTo>
                    <a:pt x="7047" y="24851"/>
                    <a:pt x="12424" y="21829"/>
                    <a:pt x="12744" y="17471"/>
                  </a:cubicBezTo>
                  <a:lnTo>
                    <a:pt x="13354" y="9200"/>
                  </a:lnTo>
                  <a:cubicBezTo>
                    <a:pt x="13667" y="4951"/>
                    <a:pt x="10969" y="1216"/>
                    <a:pt x="7123"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0"/>
            <p:cNvSpPr/>
            <p:nvPr/>
          </p:nvSpPr>
          <p:spPr>
            <a:xfrm>
              <a:off x="2915462" y="1853048"/>
              <a:ext cx="184335" cy="98155"/>
            </a:xfrm>
            <a:custGeom>
              <a:rect b="b" l="l" r="r" t="t"/>
              <a:pathLst>
                <a:path extrusionOk="0" h="7533" w="14147">
                  <a:moveTo>
                    <a:pt x="6050" y="1"/>
                  </a:moveTo>
                  <a:cubicBezTo>
                    <a:pt x="4456" y="227"/>
                    <a:pt x="3003" y="985"/>
                    <a:pt x="1882" y="2190"/>
                  </a:cubicBezTo>
                  <a:cubicBezTo>
                    <a:pt x="760" y="3400"/>
                    <a:pt x="110" y="4908"/>
                    <a:pt x="2" y="6520"/>
                  </a:cubicBezTo>
                  <a:cubicBezTo>
                    <a:pt x="1" y="6542"/>
                    <a:pt x="1" y="6564"/>
                    <a:pt x="1" y="6587"/>
                  </a:cubicBezTo>
                  <a:lnTo>
                    <a:pt x="2152" y="6587"/>
                  </a:lnTo>
                  <a:lnTo>
                    <a:pt x="2152" y="7230"/>
                  </a:lnTo>
                  <a:cubicBezTo>
                    <a:pt x="2152" y="7335"/>
                    <a:pt x="2133" y="7438"/>
                    <a:pt x="2102" y="7533"/>
                  </a:cubicBezTo>
                  <a:lnTo>
                    <a:pt x="12041" y="7533"/>
                  </a:lnTo>
                  <a:cubicBezTo>
                    <a:pt x="12010" y="7438"/>
                    <a:pt x="11991" y="7335"/>
                    <a:pt x="11991" y="7230"/>
                  </a:cubicBezTo>
                  <a:lnTo>
                    <a:pt x="11991" y="6587"/>
                  </a:lnTo>
                  <a:lnTo>
                    <a:pt x="14142" y="6587"/>
                  </a:lnTo>
                  <a:cubicBezTo>
                    <a:pt x="14146" y="6564"/>
                    <a:pt x="14146" y="6541"/>
                    <a:pt x="14144" y="6520"/>
                  </a:cubicBezTo>
                  <a:cubicBezTo>
                    <a:pt x="14036" y="4908"/>
                    <a:pt x="13387" y="3400"/>
                    <a:pt x="12264" y="2190"/>
                  </a:cubicBezTo>
                  <a:cubicBezTo>
                    <a:pt x="11143" y="985"/>
                    <a:pt x="9689" y="227"/>
                    <a:pt x="8095" y="1"/>
                  </a:cubicBezTo>
                  <a:lnTo>
                    <a:pt x="8095" y="425"/>
                  </a:lnTo>
                  <a:cubicBezTo>
                    <a:pt x="8095" y="496"/>
                    <a:pt x="8038" y="553"/>
                    <a:pt x="7968" y="553"/>
                  </a:cubicBezTo>
                  <a:lnTo>
                    <a:pt x="6178" y="553"/>
                  </a:lnTo>
                  <a:cubicBezTo>
                    <a:pt x="6108" y="553"/>
                    <a:pt x="6050" y="496"/>
                    <a:pt x="6050" y="425"/>
                  </a:cubicBezTo>
                  <a:lnTo>
                    <a:pt x="6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0"/>
            <p:cNvSpPr/>
            <p:nvPr/>
          </p:nvSpPr>
          <p:spPr>
            <a:xfrm>
              <a:off x="2915462" y="1855238"/>
              <a:ext cx="184309" cy="95927"/>
            </a:xfrm>
            <a:custGeom>
              <a:rect b="b" l="l" r="r" t="t"/>
              <a:pathLst>
                <a:path extrusionOk="0" h="7362" w="14145">
                  <a:moveTo>
                    <a:pt x="8935" y="1"/>
                  </a:moveTo>
                  <a:lnTo>
                    <a:pt x="8935" y="1"/>
                  </a:lnTo>
                  <a:cubicBezTo>
                    <a:pt x="10568" y="1303"/>
                    <a:pt x="11515" y="3124"/>
                    <a:pt x="11645" y="5099"/>
                  </a:cubicBezTo>
                  <a:cubicBezTo>
                    <a:pt x="11681" y="5647"/>
                    <a:pt x="11245" y="6113"/>
                    <a:pt x="10694" y="6113"/>
                  </a:cubicBezTo>
                  <a:lnTo>
                    <a:pt x="22" y="6113"/>
                  </a:lnTo>
                  <a:cubicBezTo>
                    <a:pt x="15" y="6191"/>
                    <a:pt x="8" y="6270"/>
                    <a:pt x="2" y="6349"/>
                  </a:cubicBezTo>
                  <a:cubicBezTo>
                    <a:pt x="1" y="6373"/>
                    <a:pt x="1" y="6393"/>
                    <a:pt x="1" y="6418"/>
                  </a:cubicBezTo>
                  <a:lnTo>
                    <a:pt x="2152" y="6418"/>
                  </a:lnTo>
                  <a:lnTo>
                    <a:pt x="2152" y="7059"/>
                  </a:lnTo>
                  <a:cubicBezTo>
                    <a:pt x="2152" y="7165"/>
                    <a:pt x="2133" y="7267"/>
                    <a:pt x="2102" y="7362"/>
                  </a:cubicBezTo>
                  <a:lnTo>
                    <a:pt x="12041" y="7362"/>
                  </a:lnTo>
                  <a:cubicBezTo>
                    <a:pt x="12010" y="7267"/>
                    <a:pt x="11991" y="7165"/>
                    <a:pt x="11991" y="7059"/>
                  </a:cubicBezTo>
                  <a:lnTo>
                    <a:pt x="11995" y="6418"/>
                  </a:lnTo>
                  <a:lnTo>
                    <a:pt x="14145" y="6418"/>
                  </a:lnTo>
                  <a:cubicBezTo>
                    <a:pt x="14145" y="6393"/>
                    <a:pt x="14145" y="6373"/>
                    <a:pt x="14144" y="6349"/>
                  </a:cubicBezTo>
                  <a:cubicBezTo>
                    <a:pt x="14036" y="4739"/>
                    <a:pt x="13387" y="3231"/>
                    <a:pt x="12264" y="2021"/>
                  </a:cubicBezTo>
                  <a:cubicBezTo>
                    <a:pt x="11344" y="1031"/>
                    <a:pt x="10199" y="342"/>
                    <a:pt x="8935"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0"/>
            <p:cNvSpPr/>
            <p:nvPr/>
          </p:nvSpPr>
          <p:spPr>
            <a:xfrm>
              <a:off x="3071766" y="1938856"/>
              <a:ext cx="84656" cy="20600"/>
            </a:xfrm>
            <a:custGeom>
              <a:rect b="b" l="l" r="r" t="t"/>
              <a:pathLst>
                <a:path extrusionOk="0" h="1581" w="6497">
                  <a:moveTo>
                    <a:pt x="0" y="1"/>
                  </a:moveTo>
                  <a:lnTo>
                    <a:pt x="0" y="642"/>
                  </a:lnTo>
                  <a:cubicBezTo>
                    <a:pt x="0" y="1161"/>
                    <a:pt x="419" y="1580"/>
                    <a:pt x="937" y="1580"/>
                  </a:cubicBezTo>
                  <a:lnTo>
                    <a:pt x="5558" y="1580"/>
                  </a:lnTo>
                  <a:cubicBezTo>
                    <a:pt x="6077" y="1580"/>
                    <a:pt x="6496" y="1160"/>
                    <a:pt x="6496" y="642"/>
                  </a:cubicBezTo>
                  <a:lnTo>
                    <a:pt x="649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0"/>
            <p:cNvSpPr/>
            <p:nvPr/>
          </p:nvSpPr>
          <p:spPr>
            <a:xfrm>
              <a:off x="2997100" y="1860228"/>
              <a:ext cx="21109" cy="90975"/>
            </a:xfrm>
            <a:custGeom>
              <a:rect b="b" l="l" r="r" t="t"/>
              <a:pathLst>
                <a:path extrusionOk="0" h="6982" w="1620">
                  <a:moveTo>
                    <a:pt x="1" y="1"/>
                  </a:moveTo>
                  <a:lnTo>
                    <a:pt x="1" y="6982"/>
                  </a:lnTo>
                  <a:lnTo>
                    <a:pt x="1619" y="6982"/>
                  </a:lnTo>
                  <a:lnTo>
                    <a:pt x="161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0"/>
            <p:cNvSpPr/>
            <p:nvPr/>
          </p:nvSpPr>
          <p:spPr>
            <a:xfrm>
              <a:off x="2994351" y="1797590"/>
              <a:ext cx="26659" cy="62674"/>
            </a:xfrm>
            <a:custGeom>
              <a:rect b="b" l="l" r="r" t="t"/>
              <a:pathLst>
                <a:path extrusionOk="0" h="4810" w="2046">
                  <a:moveTo>
                    <a:pt x="682" y="1"/>
                  </a:moveTo>
                  <a:cubicBezTo>
                    <a:pt x="305" y="1"/>
                    <a:pt x="1" y="305"/>
                    <a:pt x="1" y="682"/>
                  </a:cubicBezTo>
                  <a:lnTo>
                    <a:pt x="1" y="4681"/>
                  </a:lnTo>
                  <a:cubicBezTo>
                    <a:pt x="1" y="4752"/>
                    <a:pt x="58" y="4809"/>
                    <a:pt x="128" y="4809"/>
                  </a:cubicBezTo>
                  <a:lnTo>
                    <a:pt x="1918" y="4809"/>
                  </a:lnTo>
                  <a:cubicBezTo>
                    <a:pt x="1988" y="4809"/>
                    <a:pt x="2046" y="4752"/>
                    <a:pt x="2046" y="4681"/>
                  </a:cubicBezTo>
                  <a:lnTo>
                    <a:pt x="2046" y="682"/>
                  </a:lnTo>
                  <a:cubicBezTo>
                    <a:pt x="2044" y="305"/>
                    <a:pt x="1737" y="1"/>
                    <a:pt x="136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0"/>
            <p:cNvSpPr/>
            <p:nvPr/>
          </p:nvSpPr>
          <p:spPr>
            <a:xfrm>
              <a:off x="2858870" y="1938856"/>
              <a:ext cx="84669" cy="20600"/>
            </a:xfrm>
            <a:custGeom>
              <a:rect b="b" l="l" r="r" t="t"/>
              <a:pathLst>
                <a:path extrusionOk="0" h="1581" w="6498">
                  <a:moveTo>
                    <a:pt x="0" y="1"/>
                  </a:moveTo>
                  <a:lnTo>
                    <a:pt x="0" y="642"/>
                  </a:lnTo>
                  <a:cubicBezTo>
                    <a:pt x="0" y="1160"/>
                    <a:pt x="419" y="1580"/>
                    <a:pt x="937" y="1580"/>
                  </a:cubicBezTo>
                  <a:lnTo>
                    <a:pt x="5561" y="1580"/>
                  </a:lnTo>
                  <a:cubicBezTo>
                    <a:pt x="6079" y="1580"/>
                    <a:pt x="6498" y="1161"/>
                    <a:pt x="6498" y="642"/>
                  </a:cubicBezTo>
                  <a:lnTo>
                    <a:pt x="649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0"/>
            <p:cNvSpPr/>
            <p:nvPr/>
          </p:nvSpPr>
          <p:spPr>
            <a:xfrm>
              <a:off x="3020946" y="1821762"/>
              <a:ext cx="122117" cy="37969"/>
            </a:xfrm>
            <a:custGeom>
              <a:rect b="b" l="l" r="r" t="t"/>
              <a:pathLst>
                <a:path extrusionOk="0" h="2914" w="9372">
                  <a:moveTo>
                    <a:pt x="0" y="1"/>
                  </a:moveTo>
                  <a:lnTo>
                    <a:pt x="0" y="1601"/>
                  </a:lnTo>
                  <a:cubicBezTo>
                    <a:pt x="3145" y="1675"/>
                    <a:pt x="4112" y="2913"/>
                    <a:pt x="6130" y="2913"/>
                  </a:cubicBezTo>
                  <a:cubicBezTo>
                    <a:pt x="6156" y="2913"/>
                    <a:pt x="6183" y="2913"/>
                    <a:pt x="6209" y="2912"/>
                  </a:cubicBezTo>
                  <a:cubicBezTo>
                    <a:pt x="6221" y="2913"/>
                    <a:pt x="6232" y="2913"/>
                    <a:pt x="6244" y="2913"/>
                  </a:cubicBezTo>
                  <a:cubicBezTo>
                    <a:pt x="6635" y="2913"/>
                    <a:pt x="7031" y="2866"/>
                    <a:pt x="7295" y="2811"/>
                  </a:cubicBezTo>
                  <a:cubicBezTo>
                    <a:pt x="7819" y="2704"/>
                    <a:pt x="8530" y="2440"/>
                    <a:pt x="9175" y="2168"/>
                  </a:cubicBezTo>
                  <a:cubicBezTo>
                    <a:pt x="9372" y="2082"/>
                    <a:pt x="9304" y="1798"/>
                    <a:pt x="9104" y="1798"/>
                  </a:cubicBezTo>
                  <a:cubicBezTo>
                    <a:pt x="9096" y="1798"/>
                    <a:pt x="9088" y="1798"/>
                    <a:pt x="9081" y="1799"/>
                  </a:cubicBezTo>
                  <a:cubicBezTo>
                    <a:pt x="8398" y="1872"/>
                    <a:pt x="7816" y="1953"/>
                    <a:pt x="7233" y="1953"/>
                  </a:cubicBezTo>
                  <a:cubicBezTo>
                    <a:pt x="6581" y="1953"/>
                    <a:pt x="5928" y="1852"/>
                    <a:pt x="5130" y="1528"/>
                  </a:cubicBezTo>
                  <a:cubicBezTo>
                    <a:pt x="4344" y="1235"/>
                    <a:pt x="2859" y="66"/>
                    <a:pt x="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0"/>
            <p:cNvSpPr/>
            <p:nvPr/>
          </p:nvSpPr>
          <p:spPr>
            <a:xfrm>
              <a:off x="2872239" y="1821749"/>
              <a:ext cx="122104" cy="37917"/>
            </a:xfrm>
            <a:custGeom>
              <a:rect b="b" l="l" r="r" t="t"/>
              <a:pathLst>
                <a:path extrusionOk="0" h="2910" w="9371">
                  <a:moveTo>
                    <a:pt x="9370" y="1"/>
                  </a:moveTo>
                  <a:cubicBezTo>
                    <a:pt x="6512" y="65"/>
                    <a:pt x="5027" y="1235"/>
                    <a:pt x="4240" y="1527"/>
                  </a:cubicBezTo>
                  <a:cubicBezTo>
                    <a:pt x="3444" y="1852"/>
                    <a:pt x="2790" y="1952"/>
                    <a:pt x="2140" y="1952"/>
                  </a:cubicBezTo>
                  <a:cubicBezTo>
                    <a:pt x="1555" y="1952"/>
                    <a:pt x="973" y="1871"/>
                    <a:pt x="290" y="1799"/>
                  </a:cubicBezTo>
                  <a:cubicBezTo>
                    <a:pt x="282" y="1798"/>
                    <a:pt x="274" y="1797"/>
                    <a:pt x="267" y="1797"/>
                  </a:cubicBezTo>
                  <a:cubicBezTo>
                    <a:pt x="67" y="1797"/>
                    <a:pt x="0" y="2083"/>
                    <a:pt x="195" y="2164"/>
                  </a:cubicBezTo>
                  <a:cubicBezTo>
                    <a:pt x="841" y="2437"/>
                    <a:pt x="1551" y="2701"/>
                    <a:pt x="2075" y="2806"/>
                  </a:cubicBezTo>
                  <a:cubicBezTo>
                    <a:pt x="2344" y="2862"/>
                    <a:pt x="2747" y="2909"/>
                    <a:pt x="3144" y="2909"/>
                  </a:cubicBezTo>
                  <a:cubicBezTo>
                    <a:pt x="3149" y="2909"/>
                    <a:pt x="3155" y="2909"/>
                    <a:pt x="3161" y="2909"/>
                  </a:cubicBezTo>
                  <a:cubicBezTo>
                    <a:pt x="3187" y="2910"/>
                    <a:pt x="3212" y="2910"/>
                    <a:pt x="3237" y="2910"/>
                  </a:cubicBezTo>
                  <a:cubicBezTo>
                    <a:pt x="5257" y="2910"/>
                    <a:pt x="6224" y="1670"/>
                    <a:pt x="9370" y="1598"/>
                  </a:cubicBezTo>
                  <a:lnTo>
                    <a:pt x="937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0"/>
            <p:cNvSpPr/>
            <p:nvPr/>
          </p:nvSpPr>
          <p:spPr>
            <a:xfrm>
              <a:off x="2842125" y="1791517"/>
              <a:ext cx="331105" cy="416491"/>
            </a:xfrm>
            <a:custGeom>
              <a:rect b="b" l="l" r="r" t="t"/>
              <a:pathLst>
                <a:path extrusionOk="0" h="31964" w="25411">
                  <a:moveTo>
                    <a:pt x="11212" y="2813"/>
                  </a:moveTo>
                  <a:lnTo>
                    <a:pt x="11212" y="3473"/>
                  </a:lnTo>
                  <a:cubicBezTo>
                    <a:pt x="9680" y="3566"/>
                    <a:pt x="8678" y="3929"/>
                    <a:pt x="7785" y="4255"/>
                  </a:cubicBezTo>
                  <a:cubicBezTo>
                    <a:pt x="6912" y="4572"/>
                    <a:pt x="6359" y="4764"/>
                    <a:pt x="5471" y="4764"/>
                  </a:cubicBezTo>
                  <a:cubicBezTo>
                    <a:pt x="5256" y="4764"/>
                    <a:pt x="5042" y="4750"/>
                    <a:pt x="4861" y="4730"/>
                  </a:cubicBezTo>
                  <a:cubicBezTo>
                    <a:pt x="5429" y="4692"/>
                    <a:pt x="6025" y="4566"/>
                    <a:pt x="6721" y="4285"/>
                  </a:cubicBezTo>
                  <a:cubicBezTo>
                    <a:pt x="7524" y="3984"/>
                    <a:pt x="8786" y="2985"/>
                    <a:pt x="11212" y="2813"/>
                  </a:cubicBezTo>
                  <a:close/>
                  <a:moveTo>
                    <a:pt x="14194" y="2813"/>
                  </a:moveTo>
                  <a:cubicBezTo>
                    <a:pt x="16619" y="2983"/>
                    <a:pt x="17883" y="3984"/>
                    <a:pt x="18685" y="4285"/>
                  </a:cubicBezTo>
                  <a:cubicBezTo>
                    <a:pt x="19383" y="4569"/>
                    <a:pt x="19977" y="4692"/>
                    <a:pt x="20545" y="4730"/>
                  </a:cubicBezTo>
                  <a:cubicBezTo>
                    <a:pt x="20331" y="4754"/>
                    <a:pt x="20129" y="4765"/>
                    <a:pt x="19937" y="4765"/>
                  </a:cubicBezTo>
                  <a:cubicBezTo>
                    <a:pt x="18011" y="4765"/>
                    <a:pt x="17085" y="3648"/>
                    <a:pt x="14194" y="3473"/>
                  </a:cubicBezTo>
                  <a:lnTo>
                    <a:pt x="14194" y="2813"/>
                  </a:lnTo>
                  <a:close/>
                  <a:moveTo>
                    <a:pt x="13042" y="934"/>
                  </a:moveTo>
                  <a:cubicBezTo>
                    <a:pt x="13161" y="934"/>
                    <a:pt x="13255" y="1029"/>
                    <a:pt x="13255" y="1148"/>
                  </a:cubicBezTo>
                  <a:lnTo>
                    <a:pt x="13255" y="4806"/>
                  </a:lnTo>
                  <a:lnTo>
                    <a:pt x="12149" y="4806"/>
                  </a:lnTo>
                  <a:lnTo>
                    <a:pt x="12149" y="1148"/>
                  </a:lnTo>
                  <a:cubicBezTo>
                    <a:pt x="12149" y="1029"/>
                    <a:pt x="12244" y="934"/>
                    <a:pt x="12362" y="934"/>
                  </a:cubicBezTo>
                  <a:close/>
                  <a:moveTo>
                    <a:pt x="14779" y="4467"/>
                  </a:moveTo>
                  <a:cubicBezTo>
                    <a:pt x="16430" y="4677"/>
                    <a:pt x="17346" y="5229"/>
                    <a:pt x="18490" y="5523"/>
                  </a:cubicBezTo>
                  <a:cubicBezTo>
                    <a:pt x="18833" y="5843"/>
                    <a:pt x="19150" y="6188"/>
                    <a:pt x="19431" y="6554"/>
                  </a:cubicBezTo>
                  <a:lnTo>
                    <a:pt x="18997" y="7555"/>
                  </a:lnTo>
                  <a:cubicBezTo>
                    <a:pt x="18034" y="6120"/>
                    <a:pt x="16573" y="4974"/>
                    <a:pt x="14779" y="4467"/>
                  </a:cubicBezTo>
                  <a:close/>
                  <a:moveTo>
                    <a:pt x="6365" y="9809"/>
                  </a:moveTo>
                  <a:lnTo>
                    <a:pt x="6811" y="10838"/>
                  </a:lnTo>
                  <a:lnTo>
                    <a:pt x="6144" y="10838"/>
                  </a:lnTo>
                  <a:cubicBezTo>
                    <a:pt x="6190" y="10490"/>
                    <a:pt x="6264" y="10145"/>
                    <a:pt x="6365" y="9809"/>
                  </a:cubicBezTo>
                  <a:close/>
                  <a:moveTo>
                    <a:pt x="19040" y="9809"/>
                  </a:moveTo>
                  <a:cubicBezTo>
                    <a:pt x="19140" y="10145"/>
                    <a:pt x="19216" y="10488"/>
                    <a:pt x="19261" y="10838"/>
                  </a:cubicBezTo>
                  <a:lnTo>
                    <a:pt x="18593" y="10838"/>
                  </a:lnTo>
                  <a:lnTo>
                    <a:pt x="19040" y="9809"/>
                  </a:lnTo>
                  <a:close/>
                  <a:moveTo>
                    <a:pt x="5353" y="7475"/>
                  </a:moveTo>
                  <a:lnTo>
                    <a:pt x="5831" y="8580"/>
                  </a:lnTo>
                  <a:cubicBezTo>
                    <a:pt x="5504" y="9290"/>
                    <a:pt x="5290" y="10048"/>
                    <a:pt x="5200" y="10840"/>
                  </a:cubicBezTo>
                  <a:lnTo>
                    <a:pt x="4258" y="10840"/>
                  </a:lnTo>
                  <a:cubicBezTo>
                    <a:pt x="4382" y="9639"/>
                    <a:pt x="4758" y="8498"/>
                    <a:pt x="5353" y="7475"/>
                  </a:cubicBezTo>
                  <a:close/>
                  <a:moveTo>
                    <a:pt x="20053" y="7475"/>
                  </a:moveTo>
                  <a:cubicBezTo>
                    <a:pt x="20648" y="8498"/>
                    <a:pt x="21024" y="9639"/>
                    <a:pt x="21148" y="10840"/>
                  </a:cubicBezTo>
                  <a:lnTo>
                    <a:pt x="20206" y="10840"/>
                  </a:lnTo>
                  <a:cubicBezTo>
                    <a:pt x="20114" y="10048"/>
                    <a:pt x="19901" y="9290"/>
                    <a:pt x="19575" y="8580"/>
                  </a:cubicBezTo>
                  <a:lnTo>
                    <a:pt x="20053" y="7475"/>
                  </a:lnTo>
                  <a:close/>
                  <a:moveTo>
                    <a:pt x="20889" y="5627"/>
                  </a:moveTo>
                  <a:lnTo>
                    <a:pt x="23148" y="10840"/>
                  </a:lnTo>
                  <a:lnTo>
                    <a:pt x="22087" y="10840"/>
                  </a:lnTo>
                  <a:cubicBezTo>
                    <a:pt x="21938" y="9244"/>
                    <a:pt x="21393" y="7737"/>
                    <a:pt x="20502" y="6435"/>
                  </a:cubicBezTo>
                  <a:lnTo>
                    <a:pt x="20851" y="5632"/>
                  </a:lnTo>
                  <a:cubicBezTo>
                    <a:pt x="20865" y="5631"/>
                    <a:pt x="20876" y="5628"/>
                    <a:pt x="20889" y="5627"/>
                  </a:cubicBezTo>
                  <a:close/>
                  <a:moveTo>
                    <a:pt x="4515" y="5628"/>
                  </a:moveTo>
                  <a:cubicBezTo>
                    <a:pt x="4528" y="5631"/>
                    <a:pt x="4543" y="5632"/>
                    <a:pt x="4554" y="5634"/>
                  </a:cubicBezTo>
                  <a:lnTo>
                    <a:pt x="4903" y="6436"/>
                  </a:lnTo>
                  <a:cubicBezTo>
                    <a:pt x="4013" y="7740"/>
                    <a:pt x="3466" y="9244"/>
                    <a:pt x="3317" y="10841"/>
                  </a:cubicBezTo>
                  <a:lnTo>
                    <a:pt x="2257" y="10841"/>
                  </a:lnTo>
                  <a:lnTo>
                    <a:pt x="4515" y="5628"/>
                  </a:lnTo>
                  <a:close/>
                  <a:moveTo>
                    <a:pt x="10628" y="4464"/>
                  </a:moveTo>
                  <a:cubicBezTo>
                    <a:pt x="10199" y="4586"/>
                    <a:pt x="9783" y="4744"/>
                    <a:pt x="9383" y="4942"/>
                  </a:cubicBezTo>
                  <a:cubicBezTo>
                    <a:pt x="9152" y="5054"/>
                    <a:pt x="9055" y="5337"/>
                    <a:pt x="9167" y="5568"/>
                  </a:cubicBezTo>
                  <a:cubicBezTo>
                    <a:pt x="9249" y="5734"/>
                    <a:pt x="9416" y="5831"/>
                    <a:pt x="9589" y="5831"/>
                  </a:cubicBezTo>
                  <a:cubicBezTo>
                    <a:pt x="9658" y="5831"/>
                    <a:pt x="9728" y="5815"/>
                    <a:pt x="9794" y="5783"/>
                  </a:cubicBezTo>
                  <a:cubicBezTo>
                    <a:pt x="10249" y="5561"/>
                    <a:pt x="10729" y="5391"/>
                    <a:pt x="11225" y="5278"/>
                  </a:cubicBezTo>
                  <a:cubicBezTo>
                    <a:pt x="11254" y="5406"/>
                    <a:pt x="11325" y="5519"/>
                    <a:pt x="11423" y="5601"/>
                  </a:cubicBezTo>
                  <a:lnTo>
                    <a:pt x="11423" y="11784"/>
                  </a:lnTo>
                  <a:lnTo>
                    <a:pt x="8248" y="11784"/>
                  </a:lnTo>
                  <a:lnTo>
                    <a:pt x="8252" y="11775"/>
                  </a:lnTo>
                  <a:cubicBezTo>
                    <a:pt x="8504" y="11770"/>
                    <a:pt x="8708" y="11562"/>
                    <a:pt x="8708" y="11308"/>
                  </a:cubicBezTo>
                  <a:cubicBezTo>
                    <a:pt x="8708" y="11049"/>
                    <a:pt x="8499" y="10838"/>
                    <a:pt x="8240" y="10838"/>
                  </a:cubicBezTo>
                  <a:lnTo>
                    <a:pt x="7831" y="10838"/>
                  </a:lnTo>
                  <a:lnTo>
                    <a:pt x="6864" y="8608"/>
                  </a:lnTo>
                  <a:cubicBezTo>
                    <a:pt x="7176" y="8034"/>
                    <a:pt x="7589" y="7475"/>
                    <a:pt x="8108" y="6973"/>
                  </a:cubicBezTo>
                  <a:cubicBezTo>
                    <a:pt x="8295" y="6793"/>
                    <a:pt x="8298" y="6495"/>
                    <a:pt x="8118" y="6310"/>
                  </a:cubicBezTo>
                  <a:cubicBezTo>
                    <a:pt x="8027" y="6215"/>
                    <a:pt x="7905" y="6167"/>
                    <a:pt x="7783" y="6167"/>
                  </a:cubicBezTo>
                  <a:cubicBezTo>
                    <a:pt x="7666" y="6167"/>
                    <a:pt x="7548" y="6212"/>
                    <a:pt x="7457" y="6300"/>
                  </a:cubicBezTo>
                  <a:cubicBezTo>
                    <a:pt x="7071" y="6674"/>
                    <a:pt x="6714" y="7096"/>
                    <a:pt x="6408" y="7552"/>
                  </a:cubicBezTo>
                  <a:lnTo>
                    <a:pt x="5973" y="6552"/>
                  </a:lnTo>
                  <a:cubicBezTo>
                    <a:pt x="6257" y="6186"/>
                    <a:pt x="6570" y="5842"/>
                    <a:pt x="6914" y="5520"/>
                  </a:cubicBezTo>
                  <a:cubicBezTo>
                    <a:pt x="8048" y="5231"/>
                    <a:pt x="8981" y="4672"/>
                    <a:pt x="10628" y="4464"/>
                  </a:cubicBezTo>
                  <a:close/>
                  <a:moveTo>
                    <a:pt x="14178" y="5279"/>
                  </a:moveTo>
                  <a:cubicBezTo>
                    <a:pt x="16127" y="5717"/>
                    <a:pt x="17681" y="7016"/>
                    <a:pt x="18540" y="8608"/>
                  </a:cubicBezTo>
                  <a:lnTo>
                    <a:pt x="17573" y="10840"/>
                  </a:lnTo>
                  <a:lnTo>
                    <a:pt x="17164" y="10840"/>
                  </a:lnTo>
                  <a:cubicBezTo>
                    <a:pt x="16906" y="10840"/>
                    <a:pt x="16696" y="11049"/>
                    <a:pt x="16696" y="11308"/>
                  </a:cubicBezTo>
                  <a:cubicBezTo>
                    <a:pt x="16696" y="11562"/>
                    <a:pt x="16900" y="11770"/>
                    <a:pt x="17153" y="11775"/>
                  </a:cubicBezTo>
                  <a:lnTo>
                    <a:pt x="17153" y="11787"/>
                  </a:lnTo>
                  <a:lnTo>
                    <a:pt x="13979" y="11787"/>
                  </a:lnTo>
                  <a:lnTo>
                    <a:pt x="13979" y="10167"/>
                  </a:lnTo>
                  <a:cubicBezTo>
                    <a:pt x="13980" y="9908"/>
                    <a:pt x="13771" y="9699"/>
                    <a:pt x="13512" y="9699"/>
                  </a:cubicBezTo>
                  <a:cubicBezTo>
                    <a:pt x="13254" y="9699"/>
                    <a:pt x="13043" y="9908"/>
                    <a:pt x="13043" y="10167"/>
                  </a:cubicBezTo>
                  <a:lnTo>
                    <a:pt x="13043" y="11787"/>
                  </a:lnTo>
                  <a:lnTo>
                    <a:pt x="12362" y="11787"/>
                  </a:lnTo>
                  <a:lnTo>
                    <a:pt x="12362" y="5741"/>
                  </a:lnTo>
                  <a:lnTo>
                    <a:pt x="13043" y="5741"/>
                  </a:lnTo>
                  <a:lnTo>
                    <a:pt x="13043" y="7980"/>
                  </a:lnTo>
                  <a:cubicBezTo>
                    <a:pt x="13043" y="8238"/>
                    <a:pt x="13254" y="8448"/>
                    <a:pt x="13512" y="8448"/>
                  </a:cubicBezTo>
                  <a:cubicBezTo>
                    <a:pt x="13771" y="8448"/>
                    <a:pt x="13980" y="8238"/>
                    <a:pt x="13980" y="7980"/>
                  </a:cubicBezTo>
                  <a:lnTo>
                    <a:pt x="13980" y="5602"/>
                  </a:lnTo>
                  <a:cubicBezTo>
                    <a:pt x="14078" y="5519"/>
                    <a:pt x="14149" y="5409"/>
                    <a:pt x="14178" y="5279"/>
                  </a:cubicBezTo>
                  <a:close/>
                  <a:moveTo>
                    <a:pt x="7315" y="11777"/>
                  </a:moveTo>
                  <a:lnTo>
                    <a:pt x="7315" y="11952"/>
                  </a:lnTo>
                  <a:cubicBezTo>
                    <a:pt x="7315" y="12210"/>
                    <a:pt x="7104" y="12421"/>
                    <a:pt x="6846" y="12421"/>
                  </a:cubicBezTo>
                  <a:lnTo>
                    <a:pt x="2225" y="12421"/>
                  </a:lnTo>
                  <a:cubicBezTo>
                    <a:pt x="1967" y="12421"/>
                    <a:pt x="1754" y="12210"/>
                    <a:pt x="1754" y="11952"/>
                  </a:cubicBezTo>
                  <a:lnTo>
                    <a:pt x="1754" y="11777"/>
                  </a:lnTo>
                  <a:close/>
                  <a:moveTo>
                    <a:pt x="23652" y="11777"/>
                  </a:moveTo>
                  <a:lnTo>
                    <a:pt x="23652" y="11952"/>
                  </a:lnTo>
                  <a:cubicBezTo>
                    <a:pt x="23652" y="12210"/>
                    <a:pt x="23441" y="12421"/>
                    <a:pt x="23182" y="12421"/>
                  </a:cubicBezTo>
                  <a:lnTo>
                    <a:pt x="18562" y="12421"/>
                  </a:lnTo>
                  <a:cubicBezTo>
                    <a:pt x="18304" y="12421"/>
                    <a:pt x="18091" y="12210"/>
                    <a:pt x="18091" y="11952"/>
                  </a:cubicBezTo>
                  <a:lnTo>
                    <a:pt x="18091" y="11777"/>
                  </a:lnTo>
                  <a:close/>
                  <a:moveTo>
                    <a:pt x="3449" y="14436"/>
                  </a:moveTo>
                  <a:lnTo>
                    <a:pt x="3799" y="19180"/>
                  </a:lnTo>
                  <a:cubicBezTo>
                    <a:pt x="2199" y="19063"/>
                    <a:pt x="931" y="17723"/>
                    <a:pt x="931" y="16093"/>
                  </a:cubicBezTo>
                  <a:lnTo>
                    <a:pt x="931" y="15884"/>
                  </a:lnTo>
                  <a:cubicBezTo>
                    <a:pt x="931" y="15084"/>
                    <a:pt x="1581" y="14436"/>
                    <a:pt x="2379" y="14436"/>
                  </a:cubicBezTo>
                  <a:close/>
                  <a:moveTo>
                    <a:pt x="23026" y="14436"/>
                  </a:moveTo>
                  <a:cubicBezTo>
                    <a:pt x="23824" y="14436"/>
                    <a:pt x="24474" y="15084"/>
                    <a:pt x="24474" y="15884"/>
                  </a:cubicBezTo>
                  <a:lnTo>
                    <a:pt x="24474" y="16093"/>
                  </a:lnTo>
                  <a:cubicBezTo>
                    <a:pt x="24474" y="17723"/>
                    <a:pt x="23207" y="19063"/>
                    <a:pt x="21605" y="19180"/>
                  </a:cubicBezTo>
                  <a:lnTo>
                    <a:pt x="21955" y="14436"/>
                  </a:lnTo>
                  <a:close/>
                  <a:moveTo>
                    <a:pt x="16797" y="27171"/>
                  </a:moveTo>
                  <a:lnTo>
                    <a:pt x="16797" y="27954"/>
                  </a:lnTo>
                  <a:cubicBezTo>
                    <a:pt x="16797" y="29038"/>
                    <a:pt x="17428" y="30039"/>
                    <a:pt x="18404" y="30507"/>
                  </a:cubicBezTo>
                  <a:lnTo>
                    <a:pt x="19489" y="31026"/>
                  </a:lnTo>
                  <a:lnTo>
                    <a:pt x="5917" y="31026"/>
                  </a:lnTo>
                  <a:lnTo>
                    <a:pt x="7003" y="30507"/>
                  </a:lnTo>
                  <a:cubicBezTo>
                    <a:pt x="7979" y="30039"/>
                    <a:pt x="8611" y="29036"/>
                    <a:pt x="8611" y="27954"/>
                  </a:cubicBezTo>
                  <a:lnTo>
                    <a:pt x="8611" y="27174"/>
                  </a:lnTo>
                  <a:cubicBezTo>
                    <a:pt x="10070" y="28032"/>
                    <a:pt x="11588" y="28512"/>
                    <a:pt x="12703" y="28512"/>
                  </a:cubicBezTo>
                  <a:cubicBezTo>
                    <a:pt x="13788" y="28512"/>
                    <a:pt x="15316" y="28035"/>
                    <a:pt x="16797" y="27171"/>
                  </a:cubicBezTo>
                  <a:close/>
                  <a:moveTo>
                    <a:pt x="12366" y="0"/>
                  </a:moveTo>
                  <a:cubicBezTo>
                    <a:pt x="11733" y="0"/>
                    <a:pt x="11216" y="517"/>
                    <a:pt x="11216" y="1150"/>
                  </a:cubicBezTo>
                  <a:lnTo>
                    <a:pt x="11216" y="1874"/>
                  </a:lnTo>
                  <a:cubicBezTo>
                    <a:pt x="8628" y="2042"/>
                    <a:pt x="7194" y="3080"/>
                    <a:pt x="6379" y="3415"/>
                  </a:cubicBezTo>
                  <a:cubicBezTo>
                    <a:pt x="5652" y="3710"/>
                    <a:pt x="5057" y="3804"/>
                    <a:pt x="4450" y="3804"/>
                  </a:cubicBezTo>
                  <a:cubicBezTo>
                    <a:pt x="3898" y="3804"/>
                    <a:pt x="3336" y="3727"/>
                    <a:pt x="2656" y="3654"/>
                  </a:cubicBezTo>
                  <a:cubicBezTo>
                    <a:pt x="2632" y="3651"/>
                    <a:pt x="2608" y="3650"/>
                    <a:pt x="2584" y="3650"/>
                  </a:cubicBezTo>
                  <a:cubicBezTo>
                    <a:pt x="2285" y="3650"/>
                    <a:pt x="2023" y="3849"/>
                    <a:pt x="1947" y="4144"/>
                  </a:cubicBezTo>
                  <a:cubicBezTo>
                    <a:pt x="1864" y="4464"/>
                    <a:pt x="2024" y="4789"/>
                    <a:pt x="2328" y="4918"/>
                  </a:cubicBezTo>
                  <a:cubicBezTo>
                    <a:pt x="2808" y="5120"/>
                    <a:pt x="3231" y="5281"/>
                    <a:pt x="3598" y="5398"/>
                  </a:cubicBezTo>
                  <a:lnTo>
                    <a:pt x="1242" y="10838"/>
                  </a:lnTo>
                  <a:lnTo>
                    <a:pt x="833" y="10838"/>
                  </a:lnTo>
                  <a:cubicBezTo>
                    <a:pt x="575" y="10838"/>
                    <a:pt x="364" y="11049"/>
                    <a:pt x="364" y="11308"/>
                  </a:cubicBezTo>
                  <a:cubicBezTo>
                    <a:pt x="364" y="11562"/>
                    <a:pt x="569" y="11770"/>
                    <a:pt x="822" y="11775"/>
                  </a:cubicBezTo>
                  <a:lnTo>
                    <a:pt x="822" y="11952"/>
                  </a:lnTo>
                  <a:cubicBezTo>
                    <a:pt x="822" y="12727"/>
                    <a:pt x="1453" y="13358"/>
                    <a:pt x="2228" y="13358"/>
                  </a:cubicBezTo>
                  <a:lnTo>
                    <a:pt x="3376" y="13358"/>
                  </a:lnTo>
                  <a:lnTo>
                    <a:pt x="3387" y="13497"/>
                  </a:lnTo>
                  <a:lnTo>
                    <a:pt x="2386" y="13497"/>
                  </a:lnTo>
                  <a:cubicBezTo>
                    <a:pt x="1071" y="13497"/>
                    <a:pt x="1" y="14566"/>
                    <a:pt x="1" y="15884"/>
                  </a:cubicBezTo>
                  <a:lnTo>
                    <a:pt x="1" y="16093"/>
                  </a:lnTo>
                  <a:cubicBezTo>
                    <a:pt x="1" y="18263"/>
                    <a:pt x="1724" y="20039"/>
                    <a:pt x="3875" y="20121"/>
                  </a:cubicBezTo>
                  <a:lnTo>
                    <a:pt x="3918" y="20695"/>
                  </a:lnTo>
                  <a:cubicBezTo>
                    <a:pt x="4098" y="23127"/>
                    <a:pt x="5742" y="25175"/>
                    <a:pt x="7679" y="26564"/>
                  </a:cubicBezTo>
                  <a:lnTo>
                    <a:pt x="7679" y="27954"/>
                  </a:lnTo>
                  <a:cubicBezTo>
                    <a:pt x="7679" y="28679"/>
                    <a:pt x="7257" y="29350"/>
                    <a:pt x="6605" y="29662"/>
                  </a:cubicBezTo>
                  <a:lnTo>
                    <a:pt x="4676" y="30587"/>
                  </a:lnTo>
                  <a:cubicBezTo>
                    <a:pt x="4370" y="30735"/>
                    <a:pt x="4208" y="31069"/>
                    <a:pt x="4284" y="31399"/>
                  </a:cubicBezTo>
                  <a:cubicBezTo>
                    <a:pt x="4359" y="31732"/>
                    <a:pt x="4650" y="31963"/>
                    <a:pt x="4990" y="31963"/>
                  </a:cubicBezTo>
                  <a:lnTo>
                    <a:pt x="20423" y="31963"/>
                  </a:lnTo>
                  <a:cubicBezTo>
                    <a:pt x="20764" y="31963"/>
                    <a:pt x="21054" y="31732"/>
                    <a:pt x="21129" y="31399"/>
                  </a:cubicBezTo>
                  <a:cubicBezTo>
                    <a:pt x="21205" y="31068"/>
                    <a:pt x="21043" y="30735"/>
                    <a:pt x="20737" y="30587"/>
                  </a:cubicBezTo>
                  <a:lnTo>
                    <a:pt x="18809" y="29662"/>
                  </a:lnTo>
                  <a:cubicBezTo>
                    <a:pt x="18156" y="29348"/>
                    <a:pt x="17734" y="28677"/>
                    <a:pt x="17734" y="27954"/>
                  </a:cubicBezTo>
                  <a:lnTo>
                    <a:pt x="17734" y="26567"/>
                  </a:lnTo>
                  <a:cubicBezTo>
                    <a:pt x="18405" y="26087"/>
                    <a:pt x="19043" y="25531"/>
                    <a:pt x="19595" y="24902"/>
                  </a:cubicBezTo>
                  <a:cubicBezTo>
                    <a:pt x="19764" y="24708"/>
                    <a:pt x="19747" y="24411"/>
                    <a:pt x="19553" y="24242"/>
                  </a:cubicBezTo>
                  <a:cubicBezTo>
                    <a:pt x="19464" y="24163"/>
                    <a:pt x="19353" y="24125"/>
                    <a:pt x="19243" y="24125"/>
                  </a:cubicBezTo>
                  <a:cubicBezTo>
                    <a:pt x="19114" y="24125"/>
                    <a:pt x="18985" y="24178"/>
                    <a:pt x="18893" y="24282"/>
                  </a:cubicBezTo>
                  <a:cubicBezTo>
                    <a:pt x="17101" y="26317"/>
                    <a:pt x="14287" y="27575"/>
                    <a:pt x="12704" y="27575"/>
                  </a:cubicBezTo>
                  <a:cubicBezTo>
                    <a:pt x="9990" y="27575"/>
                    <a:pt x="5129" y="24462"/>
                    <a:pt x="4847" y="20627"/>
                  </a:cubicBezTo>
                  <a:cubicBezTo>
                    <a:pt x="4630" y="17683"/>
                    <a:pt x="4572" y="16900"/>
                    <a:pt x="4560" y="16726"/>
                  </a:cubicBezTo>
                  <a:lnTo>
                    <a:pt x="4560" y="16726"/>
                  </a:lnTo>
                  <a:cubicBezTo>
                    <a:pt x="4560" y="16734"/>
                    <a:pt x="4560" y="16737"/>
                    <a:pt x="4560" y="16737"/>
                  </a:cubicBezTo>
                  <a:cubicBezTo>
                    <a:pt x="4560" y="16737"/>
                    <a:pt x="4556" y="16683"/>
                    <a:pt x="4556" y="16683"/>
                  </a:cubicBezTo>
                  <a:lnTo>
                    <a:pt x="4556" y="16683"/>
                  </a:lnTo>
                  <a:cubicBezTo>
                    <a:pt x="4556" y="16683"/>
                    <a:pt x="4557" y="16694"/>
                    <a:pt x="4560" y="16726"/>
                  </a:cubicBezTo>
                  <a:lnTo>
                    <a:pt x="4560" y="16726"/>
                  </a:lnTo>
                  <a:cubicBezTo>
                    <a:pt x="4554" y="16645"/>
                    <a:pt x="4511" y="16071"/>
                    <a:pt x="4310" y="13358"/>
                  </a:cubicBezTo>
                  <a:lnTo>
                    <a:pt x="6846" y="13358"/>
                  </a:lnTo>
                  <a:cubicBezTo>
                    <a:pt x="7336" y="13358"/>
                    <a:pt x="7768" y="13104"/>
                    <a:pt x="8019" y="12722"/>
                  </a:cubicBezTo>
                  <a:lnTo>
                    <a:pt x="17387" y="12722"/>
                  </a:lnTo>
                  <a:cubicBezTo>
                    <a:pt x="17638" y="13104"/>
                    <a:pt x="18071" y="13358"/>
                    <a:pt x="18562" y="13358"/>
                  </a:cubicBezTo>
                  <a:lnTo>
                    <a:pt x="21096" y="13358"/>
                  </a:lnTo>
                  <a:cubicBezTo>
                    <a:pt x="21068" y="13741"/>
                    <a:pt x="21059" y="13865"/>
                    <a:pt x="21059" y="13865"/>
                  </a:cubicBezTo>
                  <a:cubicBezTo>
                    <a:pt x="21059" y="13865"/>
                    <a:pt x="21089" y="13449"/>
                    <a:pt x="21089" y="13449"/>
                  </a:cubicBezTo>
                  <a:lnTo>
                    <a:pt x="21089" y="13449"/>
                  </a:lnTo>
                  <a:cubicBezTo>
                    <a:pt x="21089" y="13449"/>
                    <a:pt x="21005" y="14587"/>
                    <a:pt x="20561" y="20627"/>
                  </a:cubicBezTo>
                  <a:cubicBezTo>
                    <a:pt x="20515" y="21254"/>
                    <a:pt x="20350" y="21884"/>
                    <a:pt x="20071" y="22494"/>
                  </a:cubicBezTo>
                  <a:cubicBezTo>
                    <a:pt x="19929" y="22807"/>
                    <a:pt x="20159" y="23156"/>
                    <a:pt x="20496" y="23156"/>
                  </a:cubicBezTo>
                  <a:cubicBezTo>
                    <a:pt x="20674" y="23156"/>
                    <a:pt x="20845" y="23054"/>
                    <a:pt x="20924" y="22882"/>
                  </a:cubicBezTo>
                  <a:cubicBezTo>
                    <a:pt x="21248" y="22170"/>
                    <a:pt x="21440" y="21434"/>
                    <a:pt x="21493" y="20695"/>
                  </a:cubicBezTo>
                  <a:lnTo>
                    <a:pt x="21536" y="20121"/>
                  </a:lnTo>
                  <a:cubicBezTo>
                    <a:pt x="23687" y="20039"/>
                    <a:pt x="25411" y="18263"/>
                    <a:pt x="25411" y="16093"/>
                  </a:cubicBezTo>
                  <a:lnTo>
                    <a:pt x="25411" y="15884"/>
                  </a:lnTo>
                  <a:cubicBezTo>
                    <a:pt x="25411" y="14568"/>
                    <a:pt x="24340" y="13499"/>
                    <a:pt x="23026" y="13499"/>
                  </a:cubicBezTo>
                  <a:lnTo>
                    <a:pt x="22024" y="13499"/>
                  </a:lnTo>
                  <a:lnTo>
                    <a:pt x="22036" y="13359"/>
                  </a:lnTo>
                  <a:lnTo>
                    <a:pt x="23184" y="13359"/>
                  </a:lnTo>
                  <a:cubicBezTo>
                    <a:pt x="23959" y="13359"/>
                    <a:pt x="24590" y="12728"/>
                    <a:pt x="24590" y="11953"/>
                  </a:cubicBezTo>
                  <a:lnTo>
                    <a:pt x="24590" y="11777"/>
                  </a:lnTo>
                  <a:cubicBezTo>
                    <a:pt x="24843" y="11771"/>
                    <a:pt x="25048" y="11564"/>
                    <a:pt x="25048" y="11309"/>
                  </a:cubicBezTo>
                  <a:cubicBezTo>
                    <a:pt x="25048" y="11051"/>
                    <a:pt x="24837" y="10841"/>
                    <a:pt x="24579" y="10841"/>
                  </a:cubicBezTo>
                  <a:lnTo>
                    <a:pt x="24170" y="10841"/>
                  </a:lnTo>
                  <a:lnTo>
                    <a:pt x="21813" y="5398"/>
                  </a:lnTo>
                  <a:cubicBezTo>
                    <a:pt x="22181" y="5281"/>
                    <a:pt x="22606" y="5119"/>
                    <a:pt x="23083" y="4918"/>
                  </a:cubicBezTo>
                  <a:cubicBezTo>
                    <a:pt x="23386" y="4790"/>
                    <a:pt x="23548" y="4464"/>
                    <a:pt x="23465" y="4144"/>
                  </a:cubicBezTo>
                  <a:cubicBezTo>
                    <a:pt x="23389" y="3849"/>
                    <a:pt x="23127" y="3650"/>
                    <a:pt x="22827" y="3650"/>
                  </a:cubicBezTo>
                  <a:cubicBezTo>
                    <a:pt x="22804" y="3650"/>
                    <a:pt x="22780" y="3651"/>
                    <a:pt x="22756" y="3654"/>
                  </a:cubicBezTo>
                  <a:cubicBezTo>
                    <a:pt x="22067" y="3727"/>
                    <a:pt x="21505" y="3803"/>
                    <a:pt x="20955" y="3803"/>
                  </a:cubicBezTo>
                  <a:cubicBezTo>
                    <a:pt x="20349" y="3803"/>
                    <a:pt x="19758" y="3710"/>
                    <a:pt x="19033" y="3415"/>
                  </a:cubicBezTo>
                  <a:cubicBezTo>
                    <a:pt x="18206" y="3080"/>
                    <a:pt x="16794" y="2042"/>
                    <a:pt x="14195" y="1874"/>
                  </a:cubicBezTo>
                  <a:lnTo>
                    <a:pt x="14195" y="1150"/>
                  </a:lnTo>
                  <a:cubicBezTo>
                    <a:pt x="14195" y="517"/>
                    <a:pt x="13679" y="0"/>
                    <a:pt x="1304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0"/>
            <p:cNvSpPr/>
            <p:nvPr/>
          </p:nvSpPr>
          <p:spPr>
            <a:xfrm>
              <a:off x="2936689" y="1985337"/>
              <a:ext cx="60837" cy="12222"/>
            </a:xfrm>
            <a:custGeom>
              <a:rect b="b" l="l" r="r" t="t"/>
              <a:pathLst>
                <a:path extrusionOk="0" h="938" w="4669">
                  <a:moveTo>
                    <a:pt x="468" y="1"/>
                  </a:moveTo>
                  <a:cubicBezTo>
                    <a:pt x="210" y="1"/>
                    <a:pt x="0" y="210"/>
                    <a:pt x="0" y="469"/>
                  </a:cubicBezTo>
                  <a:cubicBezTo>
                    <a:pt x="0" y="727"/>
                    <a:pt x="210" y="938"/>
                    <a:pt x="468" y="938"/>
                  </a:cubicBezTo>
                  <a:lnTo>
                    <a:pt x="4199" y="938"/>
                  </a:lnTo>
                  <a:cubicBezTo>
                    <a:pt x="4200" y="938"/>
                    <a:pt x="4201" y="938"/>
                    <a:pt x="4202" y="938"/>
                  </a:cubicBezTo>
                  <a:cubicBezTo>
                    <a:pt x="4459" y="938"/>
                    <a:pt x="4668" y="729"/>
                    <a:pt x="4668" y="469"/>
                  </a:cubicBezTo>
                  <a:cubicBezTo>
                    <a:pt x="4668" y="210"/>
                    <a:pt x="4457"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0"/>
            <p:cNvSpPr/>
            <p:nvPr/>
          </p:nvSpPr>
          <p:spPr>
            <a:xfrm>
              <a:off x="3001570" y="1985337"/>
              <a:ext cx="77072" cy="76734"/>
            </a:xfrm>
            <a:custGeom>
              <a:rect b="b" l="l" r="r" t="t"/>
              <a:pathLst>
                <a:path extrusionOk="0" h="5889" w="5915">
                  <a:moveTo>
                    <a:pt x="2962" y="1"/>
                  </a:moveTo>
                  <a:cubicBezTo>
                    <a:pt x="2017" y="1"/>
                    <a:pt x="1248" y="770"/>
                    <a:pt x="1248" y="1716"/>
                  </a:cubicBezTo>
                  <a:lnTo>
                    <a:pt x="1248" y="4174"/>
                  </a:lnTo>
                  <a:cubicBezTo>
                    <a:pt x="1248" y="4601"/>
                    <a:pt x="898" y="4951"/>
                    <a:pt x="468" y="4951"/>
                  </a:cubicBezTo>
                  <a:cubicBezTo>
                    <a:pt x="210" y="4951"/>
                    <a:pt x="1" y="5161"/>
                    <a:pt x="1" y="5419"/>
                  </a:cubicBezTo>
                  <a:cubicBezTo>
                    <a:pt x="1" y="5677"/>
                    <a:pt x="210" y="5888"/>
                    <a:pt x="468" y="5888"/>
                  </a:cubicBezTo>
                  <a:cubicBezTo>
                    <a:pt x="1414" y="5888"/>
                    <a:pt x="2183" y="5118"/>
                    <a:pt x="2183" y="4174"/>
                  </a:cubicBezTo>
                  <a:lnTo>
                    <a:pt x="2183" y="1716"/>
                  </a:lnTo>
                  <a:cubicBezTo>
                    <a:pt x="2183" y="1286"/>
                    <a:pt x="2533" y="938"/>
                    <a:pt x="2962" y="938"/>
                  </a:cubicBezTo>
                  <a:lnTo>
                    <a:pt x="5446" y="938"/>
                  </a:lnTo>
                  <a:cubicBezTo>
                    <a:pt x="5447" y="938"/>
                    <a:pt x="5448" y="938"/>
                    <a:pt x="5449" y="938"/>
                  </a:cubicBezTo>
                  <a:cubicBezTo>
                    <a:pt x="5706" y="938"/>
                    <a:pt x="5914" y="729"/>
                    <a:pt x="5914" y="469"/>
                  </a:cubicBezTo>
                  <a:cubicBezTo>
                    <a:pt x="5914" y="210"/>
                    <a:pt x="5705"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0"/>
            <p:cNvSpPr/>
            <p:nvPr/>
          </p:nvSpPr>
          <p:spPr>
            <a:xfrm>
              <a:off x="2969110" y="2095004"/>
              <a:ext cx="77085" cy="12222"/>
            </a:xfrm>
            <a:custGeom>
              <a:rect b="b" l="l" r="r" t="t"/>
              <a:pathLst>
                <a:path extrusionOk="0" h="938" w="5916">
                  <a:moveTo>
                    <a:pt x="468" y="1"/>
                  </a:moveTo>
                  <a:cubicBezTo>
                    <a:pt x="210" y="1"/>
                    <a:pt x="1" y="210"/>
                    <a:pt x="1" y="468"/>
                  </a:cubicBezTo>
                  <a:cubicBezTo>
                    <a:pt x="1" y="727"/>
                    <a:pt x="210" y="938"/>
                    <a:pt x="468" y="938"/>
                  </a:cubicBezTo>
                  <a:lnTo>
                    <a:pt x="5448" y="938"/>
                  </a:lnTo>
                  <a:cubicBezTo>
                    <a:pt x="5706" y="938"/>
                    <a:pt x="5915" y="727"/>
                    <a:pt x="5915" y="468"/>
                  </a:cubicBezTo>
                  <a:cubicBezTo>
                    <a:pt x="5915" y="210"/>
                    <a:pt x="5706" y="1"/>
                    <a:pt x="54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4" name="Google Shape;6454;p70"/>
          <p:cNvGrpSpPr/>
          <p:nvPr/>
        </p:nvGrpSpPr>
        <p:grpSpPr>
          <a:xfrm>
            <a:off x="725963" y="2568469"/>
            <a:ext cx="331172" cy="416476"/>
            <a:chOff x="725963" y="2568469"/>
            <a:chExt cx="331172" cy="416476"/>
          </a:xfrm>
        </p:grpSpPr>
        <p:sp>
          <p:nvSpPr>
            <p:cNvPr id="6455" name="Google Shape;6455;p70"/>
            <p:cNvSpPr/>
            <p:nvPr/>
          </p:nvSpPr>
          <p:spPr>
            <a:xfrm>
              <a:off x="875713" y="2574593"/>
              <a:ext cx="31683" cy="20701"/>
            </a:xfrm>
            <a:custGeom>
              <a:rect b="b" l="l" r="r" t="t"/>
              <a:pathLst>
                <a:path extrusionOk="0" h="1589" w="2432">
                  <a:moveTo>
                    <a:pt x="285" y="0"/>
                  </a:moveTo>
                  <a:cubicBezTo>
                    <a:pt x="128" y="0"/>
                    <a:pt x="1" y="126"/>
                    <a:pt x="1" y="283"/>
                  </a:cubicBezTo>
                  <a:lnTo>
                    <a:pt x="1" y="1589"/>
                  </a:lnTo>
                  <a:lnTo>
                    <a:pt x="2427" y="1589"/>
                  </a:lnTo>
                  <a:lnTo>
                    <a:pt x="2431" y="283"/>
                  </a:lnTo>
                  <a:cubicBezTo>
                    <a:pt x="2431" y="126"/>
                    <a:pt x="2304" y="0"/>
                    <a:pt x="21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0"/>
            <p:cNvSpPr/>
            <p:nvPr/>
          </p:nvSpPr>
          <p:spPr>
            <a:xfrm>
              <a:off x="1000931" y="2750505"/>
              <a:ext cx="50065" cy="74140"/>
            </a:xfrm>
            <a:custGeom>
              <a:rect b="b" l="l" r="r" t="t"/>
              <a:pathLst>
                <a:path extrusionOk="0" h="5691" w="3843">
                  <a:moveTo>
                    <a:pt x="420" y="1"/>
                  </a:moveTo>
                  <a:lnTo>
                    <a:pt x="1" y="5690"/>
                  </a:lnTo>
                  <a:lnTo>
                    <a:pt x="278" y="5690"/>
                  </a:lnTo>
                  <a:cubicBezTo>
                    <a:pt x="2248" y="5690"/>
                    <a:pt x="3842" y="4093"/>
                    <a:pt x="3842" y="2127"/>
                  </a:cubicBezTo>
                  <a:lnTo>
                    <a:pt x="3842" y="1918"/>
                  </a:lnTo>
                  <a:cubicBezTo>
                    <a:pt x="3842" y="858"/>
                    <a:pt x="2983" y="1"/>
                    <a:pt x="1925"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0"/>
            <p:cNvSpPr/>
            <p:nvPr/>
          </p:nvSpPr>
          <p:spPr>
            <a:xfrm>
              <a:off x="732060" y="2750505"/>
              <a:ext cx="50078" cy="74140"/>
            </a:xfrm>
            <a:custGeom>
              <a:rect b="b" l="l" r="r" t="t"/>
              <a:pathLst>
                <a:path extrusionOk="0" h="5691" w="3844">
                  <a:moveTo>
                    <a:pt x="1919" y="1"/>
                  </a:moveTo>
                  <a:cubicBezTo>
                    <a:pt x="860" y="1"/>
                    <a:pt x="1" y="858"/>
                    <a:pt x="1" y="1918"/>
                  </a:cubicBezTo>
                  <a:lnTo>
                    <a:pt x="1" y="2127"/>
                  </a:lnTo>
                  <a:cubicBezTo>
                    <a:pt x="1" y="4093"/>
                    <a:pt x="1596" y="5690"/>
                    <a:pt x="3565" y="5690"/>
                  </a:cubicBezTo>
                  <a:lnTo>
                    <a:pt x="3843" y="5690"/>
                  </a:lnTo>
                  <a:lnTo>
                    <a:pt x="3423"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0"/>
            <p:cNvSpPr/>
            <p:nvPr/>
          </p:nvSpPr>
          <p:spPr>
            <a:xfrm>
              <a:off x="786311" y="2911499"/>
              <a:ext cx="210433" cy="67404"/>
            </a:xfrm>
            <a:custGeom>
              <a:rect b="b" l="l" r="r" t="t"/>
              <a:pathLst>
                <a:path extrusionOk="0" h="5174" w="16153">
                  <a:moveTo>
                    <a:pt x="3516" y="0"/>
                  </a:moveTo>
                  <a:lnTo>
                    <a:pt x="3516" y="1630"/>
                  </a:lnTo>
                  <a:cubicBezTo>
                    <a:pt x="3516" y="2540"/>
                    <a:pt x="2994" y="3368"/>
                    <a:pt x="2175" y="3761"/>
                  </a:cubicBezTo>
                  <a:lnTo>
                    <a:pt x="246" y="4687"/>
                  </a:lnTo>
                  <a:cubicBezTo>
                    <a:pt x="1" y="4806"/>
                    <a:pt x="84" y="5173"/>
                    <a:pt x="357" y="5173"/>
                  </a:cubicBezTo>
                  <a:lnTo>
                    <a:pt x="15796" y="5173"/>
                  </a:lnTo>
                  <a:cubicBezTo>
                    <a:pt x="16069" y="5173"/>
                    <a:pt x="16152" y="4806"/>
                    <a:pt x="15908" y="4687"/>
                  </a:cubicBezTo>
                  <a:lnTo>
                    <a:pt x="13980" y="3761"/>
                  </a:lnTo>
                  <a:cubicBezTo>
                    <a:pt x="13159" y="3368"/>
                    <a:pt x="12638" y="2540"/>
                    <a:pt x="12638" y="1630"/>
                  </a:cubicBezTo>
                  <a:lnTo>
                    <a:pt x="12638" y="0"/>
                  </a:lnTo>
                  <a:cubicBezTo>
                    <a:pt x="11038" y="1094"/>
                    <a:pt x="9273" y="1721"/>
                    <a:pt x="8077" y="1721"/>
                  </a:cubicBezTo>
                  <a:cubicBezTo>
                    <a:pt x="6881" y="1721"/>
                    <a:pt x="5113" y="1094"/>
                    <a:pt x="3516"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0"/>
            <p:cNvSpPr/>
            <p:nvPr/>
          </p:nvSpPr>
          <p:spPr>
            <a:xfrm>
              <a:off x="770156" y="2604702"/>
              <a:ext cx="242741" cy="329192"/>
            </a:xfrm>
            <a:custGeom>
              <a:rect b="b" l="l" r="r" t="t"/>
              <a:pathLst>
                <a:path extrusionOk="0" h="25269" w="18633">
                  <a:moveTo>
                    <a:pt x="9317" y="1"/>
                  </a:moveTo>
                  <a:cubicBezTo>
                    <a:pt x="4112" y="1"/>
                    <a:pt x="1" y="4423"/>
                    <a:pt x="384" y="9616"/>
                  </a:cubicBezTo>
                  <a:lnTo>
                    <a:pt x="994" y="17887"/>
                  </a:lnTo>
                  <a:cubicBezTo>
                    <a:pt x="1315" y="22248"/>
                    <a:pt x="6691" y="25269"/>
                    <a:pt x="9319" y="25269"/>
                  </a:cubicBezTo>
                  <a:cubicBezTo>
                    <a:pt x="11947" y="25269"/>
                    <a:pt x="17322" y="22245"/>
                    <a:pt x="17643" y="17887"/>
                  </a:cubicBezTo>
                  <a:lnTo>
                    <a:pt x="18249" y="9616"/>
                  </a:lnTo>
                  <a:cubicBezTo>
                    <a:pt x="18632" y="4423"/>
                    <a:pt x="14522" y="1"/>
                    <a:pt x="9317"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0"/>
            <p:cNvSpPr/>
            <p:nvPr/>
          </p:nvSpPr>
          <p:spPr>
            <a:xfrm>
              <a:off x="833944" y="2610109"/>
              <a:ext cx="178060" cy="323746"/>
            </a:xfrm>
            <a:custGeom>
              <a:rect b="b" l="l" r="r" t="t"/>
              <a:pathLst>
                <a:path extrusionOk="0" h="24851" w="13668">
                  <a:moveTo>
                    <a:pt x="7124" y="1"/>
                  </a:moveTo>
                  <a:lnTo>
                    <a:pt x="7124" y="1"/>
                  </a:lnTo>
                  <a:cubicBezTo>
                    <a:pt x="9575" y="1751"/>
                    <a:pt x="11096" y="4701"/>
                    <a:pt x="10856" y="7952"/>
                  </a:cubicBezTo>
                  <a:lnTo>
                    <a:pt x="10246" y="16222"/>
                  </a:lnTo>
                  <a:cubicBezTo>
                    <a:pt x="9926" y="20582"/>
                    <a:pt x="4550" y="23602"/>
                    <a:pt x="1922" y="23602"/>
                  </a:cubicBezTo>
                  <a:cubicBezTo>
                    <a:pt x="1377" y="23602"/>
                    <a:pt x="714" y="23472"/>
                    <a:pt x="1" y="23228"/>
                  </a:cubicBezTo>
                  <a:lnTo>
                    <a:pt x="1" y="23228"/>
                  </a:lnTo>
                  <a:cubicBezTo>
                    <a:pt x="1562" y="24262"/>
                    <a:pt x="3258" y="24851"/>
                    <a:pt x="4421" y="24851"/>
                  </a:cubicBezTo>
                  <a:cubicBezTo>
                    <a:pt x="7049" y="24851"/>
                    <a:pt x="12425" y="21829"/>
                    <a:pt x="12746" y="17471"/>
                  </a:cubicBezTo>
                  <a:lnTo>
                    <a:pt x="13356" y="9200"/>
                  </a:lnTo>
                  <a:cubicBezTo>
                    <a:pt x="13667" y="4951"/>
                    <a:pt x="10970" y="1216"/>
                    <a:pt x="7124" y="1"/>
                  </a:cubicBezTo>
                  <a:close/>
                </a:path>
              </a:pathLst>
            </a:custGeom>
            <a:solidFill>
              <a:srgbClr val="EAAC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0"/>
            <p:cNvSpPr/>
            <p:nvPr/>
          </p:nvSpPr>
          <p:spPr>
            <a:xfrm>
              <a:off x="841057" y="2619919"/>
              <a:ext cx="100937" cy="108272"/>
            </a:xfrm>
            <a:custGeom>
              <a:rect b="b" l="l" r="r" t="t"/>
              <a:pathLst>
                <a:path extrusionOk="0" h="8311" w="7748">
                  <a:moveTo>
                    <a:pt x="0" y="1"/>
                  </a:moveTo>
                  <a:lnTo>
                    <a:pt x="0" y="8311"/>
                  </a:lnTo>
                  <a:lnTo>
                    <a:pt x="7747" y="8311"/>
                  </a:lnTo>
                  <a:lnTo>
                    <a:pt x="774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0"/>
            <p:cNvSpPr/>
            <p:nvPr/>
          </p:nvSpPr>
          <p:spPr>
            <a:xfrm>
              <a:off x="841057" y="2619919"/>
              <a:ext cx="100937" cy="108272"/>
            </a:xfrm>
            <a:custGeom>
              <a:rect b="b" l="l" r="r" t="t"/>
              <a:pathLst>
                <a:path extrusionOk="0" h="8311" w="7748">
                  <a:moveTo>
                    <a:pt x="5251" y="1"/>
                  </a:moveTo>
                  <a:lnTo>
                    <a:pt x="5251" y="5095"/>
                  </a:lnTo>
                  <a:cubicBezTo>
                    <a:pt x="5251" y="6181"/>
                    <a:pt x="4370" y="7062"/>
                    <a:pt x="3283" y="7062"/>
                  </a:cubicBezTo>
                  <a:lnTo>
                    <a:pt x="0" y="7062"/>
                  </a:lnTo>
                  <a:lnTo>
                    <a:pt x="0" y="8311"/>
                  </a:lnTo>
                  <a:lnTo>
                    <a:pt x="7747" y="8311"/>
                  </a:lnTo>
                  <a:lnTo>
                    <a:pt x="77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0"/>
            <p:cNvSpPr/>
            <p:nvPr/>
          </p:nvSpPr>
          <p:spPr>
            <a:xfrm>
              <a:off x="835051" y="2595282"/>
              <a:ext cx="112948" cy="24648"/>
            </a:xfrm>
            <a:custGeom>
              <a:rect b="b" l="l" r="r" t="t"/>
              <a:pathLst>
                <a:path extrusionOk="0" h="1892" w="8670">
                  <a:moveTo>
                    <a:pt x="134" y="1"/>
                  </a:moveTo>
                  <a:cubicBezTo>
                    <a:pt x="59" y="1"/>
                    <a:pt x="1" y="59"/>
                    <a:pt x="1" y="134"/>
                  </a:cubicBezTo>
                  <a:lnTo>
                    <a:pt x="1" y="1758"/>
                  </a:lnTo>
                  <a:cubicBezTo>
                    <a:pt x="1" y="1832"/>
                    <a:pt x="59" y="1892"/>
                    <a:pt x="134" y="1892"/>
                  </a:cubicBezTo>
                  <a:lnTo>
                    <a:pt x="8537" y="1892"/>
                  </a:lnTo>
                  <a:cubicBezTo>
                    <a:pt x="8610" y="1892"/>
                    <a:pt x="8669" y="1832"/>
                    <a:pt x="8669" y="1758"/>
                  </a:cubicBezTo>
                  <a:lnTo>
                    <a:pt x="8669" y="134"/>
                  </a:lnTo>
                  <a:cubicBezTo>
                    <a:pt x="8669" y="59"/>
                    <a:pt x="8610" y="1"/>
                    <a:pt x="8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0"/>
            <p:cNvSpPr/>
            <p:nvPr/>
          </p:nvSpPr>
          <p:spPr>
            <a:xfrm>
              <a:off x="863675" y="2684202"/>
              <a:ext cx="55719" cy="22876"/>
            </a:xfrm>
            <a:custGeom>
              <a:rect b="b" l="l" r="r" t="t"/>
              <a:pathLst>
                <a:path extrusionOk="0" h="1756" w="4277">
                  <a:moveTo>
                    <a:pt x="79" y="0"/>
                  </a:moveTo>
                  <a:cubicBezTo>
                    <a:pt x="36" y="0"/>
                    <a:pt x="0" y="36"/>
                    <a:pt x="0" y="79"/>
                  </a:cubicBezTo>
                  <a:lnTo>
                    <a:pt x="0" y="1676"/>
                  </a:lnTo>
                  <a:cubicBezTo>
                    <a:pt x="0" y="1719"/>
                    <a:pt x="35" y="1755"/>
                    <a:pt x="79" y="1755"/>
                  </a:cubicBezTo>
                  <a:lnTo>
                    <a:pt x="4198" y="1755"/>
                  </a:lnTo>
                  <a:cubicBezTo>
                    <a:pt x="4241" y="1755"/>
                    <a:pt x="4277" y="1719"/>
                    <a:pt x="4277" y="1676"/>
                  </a:cubicBezTo>
                  <a:lnTo>
                    <a:pt x="4277" y="79"/>
                  </a:lnTo>
                  <a:cubicBezTo>
                    <a:pt x="4277" y="36"/>
                    <a:pt x="4241" y="0"/>
                    <a:pt x="41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0"/>
            <p:cNvSpPr/>
            <p:nvPr/>
          </p:nvSpPr>
          <p:spPr>
            <a:xfrm>
              <a:off x="898826" y="2684215"/>
              <a:ext cx="20557" cy="22863"/>
            </a:xfrm>
            <a:custGeom>
              <a:rect b="b" l="l" r="r" t="t"/>
              <a:pathLst>
                <a:path extrusionOk="0" h="1755" w="1578">
                  <a:moveTo>
                    <a:pt x="815" y="1"/>
                  </a:moveTo>
                  <a:lnTo>
                    <a:pt x="815" y="160"/>
                  </a:lnTo>
                  <a:cubicBezTo>
                    <a:pt x="815" y="816"/>
                    <a:pt x="494" y="1397"/>
                    <a:pt x="0" y="1754"/>
                  </a:cubicBezTo>
                  <a:lnTo>
                    <a:pt x="1498" y="1754"/>
                  </a:lnTo>
                  <a:cubicBezTo>
                    <a:pt x="1541" y="1754"/>
                    <a:pt x="1577" y="1718"/>
                    <a:pt x="1577" y="1675"/>
                  </a:cubicBezTo>
                  <a:lnTo>
                    <a:pt x="1577" y="78"/>
                  </a:lnTo>
                  <a:cubicBezTo>
                    <a:pt x="1577" y="35"/>
                    <a:pt x="1543" y="1"/>
                    <a:pt x="1498"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0"/>
            <p:cNvSpPr/>
            <p:nvPr/>
          </p:nvSpPr>
          <p:spPr>
            <a:xfrm>
              <a:off x="863675" y="2640244"/>
              <a:ext cx="55719" cy="22876"/>
            </a:xfrm>
            <a:custGeom>
              <a:rect b="b" l="l" r="r" t="t"/>
              <a:pathLst>
                <a:path extrusionOk="0" h="1756" w="4277">
                  <a:moveTo>
                    <a:pt x="79" y="1"/>
                  </a:moveTo>
                  <a:cubicBezTo>
                    <a:pt x="36" y="1"/>
                    <a:pt x="0" y="37"/>
                    <a:pt x="0" y="80"/>
                  </a:cubicBezTo>
                  <a:lnTo>
                    <a:pt x="0" y="1677"/>
                  </a:lnTo>
                  <a:cubicBezTo>
                    <a:pt x="0" y="1720"/>
                    <a:pt x="35" y="1756"/>
                    <a:pt x="79" y="1756"/>
                  </a:cubicBezTo>
                  <a:lnTo>
                    <a:pt x="4198" y="1756"/>
                  </a:lnTo>
                  <a:cubicBezTo>
                    <a:pt x="4241" y="1756"/>
                    <a:pt x="4277" y="1720"/>
                    <a:pt x="4277" y="1677"/>
                  </a:cubicBezTo>
                  <a:lnTo>
                    <a:pt x="4277" y="80"/>
                  </a:lnTo>
                  <a:cubicBezTo>
                    <a:pt x="4277" y="37"/>
                    <a:pt x="4241" y="1"/>
                    <a:pt x="41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0"/>
            <p:cNvSpPr/>
            <p:nvPr/>
          </p:nvSpPr>
          <p:spPr>
            <a:xfrm>
              <a:off x="909444" y="2640244"/>
              <a:ext cx="9940" cy="22837"/>
            </a:xfrm>
            <a:custGeom>
              <a:rect b="b" l="l" r="r" t="t"/>
              <a:pathLst>
                <a:path extrusionOk="0" h="1753" w="763">
                  <a:moveTo>
                    <a:pt x="0" y="1"/>
                  </a:moveTo>
                  <a:lnTo>
                    <a:pt x="0" y="1753"/>
                  </a:lnTo>
                  <a:lnTo>
                    <a:pt x="683" y="1753"/>
                  </a:lnTo>
                  <a:cubicBezTo>
                    <a:pt x="726" y="1753"/>
                    <a:pt x="762" y="1717"/>
                    <a:pt x="762" y="1674"/>
                  </a:cubicBezTo>
                  <a:lnTo>
                    <a:pt x="762" y="78"/>
                  </a:lnTo>
                  <a:cubicBezTo>
                    <a:pt x="762" y="37"/>
                    <a:pt x="728" y="1"/>
                    <a:pt x="683"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0"/>
            <p:cNvSpPr/>
            <p:nvPr/>
          </p:nvSpPr>
          <p:spPr>
            <a:xfrm>
              <a:off x="798949" y="2644074"/>
              <a:ext cx="42118" cy="84145"/>
            </a:xfrm>
            <a:custGeom>
              <a:rect b="b" l="l" r="r" t="t"/>
              <a:pathLst>
                <a:path extrusionOk="0" h="6459" w="3233">
                  <a:moveTo>
                    <a:pt x="3232" y="1"/>
                  </a:moveTo>
                  <a:cubicBezTo>
                    <a:pt x="2757" y="311"/>
                    <a:pt x="2317" y="684"/>
                    <a:pt x="1916" y="1114"/>
                  </a:cubicBezTo>
                  <a:cubicBezTo>
                    <a:pt x="793" y="2324"/>
                    <a:pt x="144" y="3832"/>
                    <a:pt x="37" y="5444"/>
                  </a:cubicBezTo>
                  <a:cubicBezTo>
                    <a:pt x="1" y="5992"/>
                    <a:pt x="437" y="6458"/>
                    <a:pt x="987" y="6458"/>
                  </a:cubicBezTo>
                  <a:lnTo>
                    <a:pt x="3232" y="6458"/>
                  </a:lnTo>
                  <a:lnTo>
                    <a:pt x="323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0"/>
            <p:cNvSpPr/>
            <p:nvPr/>
          </p:nvSpPr>
          <p:spPr>
            <a:xfrm>
              <a:off x="941990" y="2644061"/>
              <a:ext cx="42131" cy="84132"/>
            </a:xfrm>
            <a:custGeom>
              <a:rect b="b" l="l" r="r" t="t"/>
              <a:pathLst>
                <a:path extrusionOk="0" h="6458" w="3234">
                  <a:moveTo>
                    <a:pt x="0" y="0"/>
                  </a:moveTo>
                  <a:lnTo>
                    <a:pt x="0" y="6458"/>
                  </a:lnTo>
                  <a:lnTo>
                    <a:pt x="2246" y="6458"/>
                  </a:lnTo>
                  <a:cubicBezTo>
                    <a:pt x="2797" y="6458"/>
                    <a:pt x="3233" y="5993"/>
                    <a:pt x="3197" y="5445"/>
                  </a:cubicBezTo>
                  <a:cubicBezTo>
                    <a:pt x="3090" y="3833"/>
                    <a:pt x="2440" y="2325"/>
                    <a:pt x="1318" y="1115"/>
                  </a:cubicBezTo>
                  <a:cubicBezTo>
                    <a:pt x="917" y="685"/>
                    <a:pt x="475" y="312"/>
                    <a:pt x="0" y="0"/>
                  </a:cubicBezTo>
                  <a:close/>
                </a:path>
              </a:pathLst>
            </a:custGeom>
            <a:solidFill>
              <a:srgbClr val="F6E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0"/>
            <p:cNvSpPr/>
            <p:nvPr/>
          </p:nvSpPr>
          <p:spPr>
            <a:xfrm>
              <a:off x="798949" y="2711927"/>
              <a:ext cx="42118" cy="16297"/>
            </a:xfrm>
            <a:custGeom>
              <a:rect b="b" l="l" r="r" t="t"/>
              <a:pathLst>
                <a:path extrusionOk="0" h="1251" w="3233">
                  <a:moveTo>
                    <a:pt x="57" y="0"/>
                  </a:moveTo>
                  <a:cubicBezTo>
                    <a:pt x="50" y="78"/>
                    <a:pt x="42" y="155"/>
                    <a:pt x="37" y="236"/>
                  </a:cubicBezTo>
                  <a:cubicBezTo>
                    <a:pt x="1" y="784"/>
                    <a:pt x="437" y="1250"/>
                    <a:pt x="987" y="1250"/>
                  </a:cubicBezTo>
                  <a:lnTo>
                    <a:pt x="3232" y="1250"/>
                  </a:lnTo>
                  <a:lnTo>
                    <a:pt x="3232" y="2"/>
                  </a:lnTo>
                  <a:lnTo>
                    <a:pt x="57" y="2"/>
                  </a:lnTo>
                  <a:lnTo>
                    <a:pt x="57" y="0"/>
                  </a:lnTo>
                  <a:close/>
                </a:path>
              </a:pathLst>
            </a:custGeom>
            <a:solidFill>
              <a:srgbClr val="F4DD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0"/>
            <p:cNvSpPr/>
            <p:nvPr/>
          </p:nvSpPr>
          <p:spPr>
            <a:xfrm>
              <a:off x="941990" y="2644061"/>
              <a:ext cx="42131" cy="84158"/>
            </a:xfrm>
            <a:custGeom>
              <a:rect b="b" l="l" r="r" t="t"/>
              <a:pathLst>
                <a:path extrusionOk="0" h="6460" w="3234">
                  <a:moveTo>
                    <a:pt x="0" y="0"/>
                  </a:moveTo>
                  <a:lnTo>
                    <a:pt x="0" y="1576"/>
                  </a:lnTo>
                  <a:cubicBezTo>
                    <a:pt x="401" y="2391"/>
                    <a:pt x="639" y="3278"/>
                    <a:pt x="701" y="4195"/>
                  </a:cubicBezTo>
                  <a:cubicBezTo>
                    <a:pt x="731" y="4658"/>
                    <a:pt x="428" y="5060"/>
                    <a:pt x="0" y="5176"/>
                  </a:cubicBezTo>
                  <a:lnTo>
                    <a:pt x="0" y="6459"/>
                  </a:lnTo>
                  <a:lnTo>
                    <a:pt x="2246" y="6459"/>
                  </a:lnTo>
                  <a:cubicBezTo>
                    <a:pt x="2797" y="6458"/>
                    <a:pt x="3233" y="5993"/>
                    <a:pt x="3197" y="5445"/>
                  </a:cubicBezTo>
                  <a:cubicBezTo>
                    <a:pt x="3090" y="3833"/>
                    <a:pt x="2440" y="2325"/>
                    <a:pt x="1318" y="1115"/>
                  </a:cubicBezTo>
                  <a:cubicBezTo>
                    <a:pt x="917" y="685"/>
                    <a:pt x="475" y="312"/>
                    <a:pt x="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0"/>
            <p:cNvSpPr/>
            <p:nvPr/>
          </p:nvSpPr>
          <p:spPr>
            <a:xfrm>
              <a:off x="820563" y="2762322"/>
              <a:ext cx="60825" cy="12220"/>
            </a:xfrm>
            <a:custGeom>
              <a:rect b="b" l="l" r="r" t="t"/>
              <a:pathLst>
                <a:path extrusionOk="0" h="938" w="4669">
                  <a:moveTo>
                    <a:pt x="468" y="1"/>
                  </a:moveTo>
                  <a:cubicBezTo>
                    <a:pt x="210" y="1"/>
                    <a:pt x="1" y="210"/>
                    <a:pt x="1" y="469"/>
                  </a:cubicBezTo>
                  <a:cubicBezTo>
                    <a:pt x="1" y="727"/>
                    <a:pt x="210" y="938"/>
                    <a:pt x="468" y="938"/>
                  </a:cubicBezTo>
                  <a:lnTo>
                    <a:pt x="4199" y="938"/>
                  </a:lnTo>
                  <a:cubicBezTo>
                    <a:pt x="4200" y="938"/>
                    <a:pt x="4201" y="938"/>
                    <a:pt x="4202" y="938"/>
                  </a:cubicBezTo>
                  <a:cubicBezTo>
                    <a:pt x="4460" y="938"/>
                    <a:pt x="4668" y="729"/>
                    <a:pt x="4668" y="469"/>
                  </a:cubicBezTo>
                  <a:cubicBezTo>
                    <a:pt x="4668" y="210"/>
                    <a:pt x="4457"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0"/>
            <p:cNvSpPr/>
            <p:nvPr/>
          </p:nvSpPr>
          <p:spPr>
            <a:xfrm>
              <a:off x="885433" y="2762322"/>
              <a:ext cx="77058" cy="76719"/>
            </a:xfrm>
            <a:custGeom>
              <a:rect b="b" l="l" r="r" t="t"/>
              <a:pathLst>
                <a:path extrusionOk="0" h="5889" w="5915">
                  <a:moveTo>
                    <a:pt x="2962" y="1"/>
                  </a:moveTo>
                  <a:cubicBezTo>
                    <a:pt x="2017" y="1"/>
                    <a:pt x="1248" y="770"/>
                    <a:pt x="1248" y="1716"/>
                  </a:cubicBezTo>
                  <a:lnTo>
                    <a:pt x="1248" y="4174"/>
                  </a:lnTo>
                  <a:cubicBezTo>
                    <a:pt x="1248" y="4601"/>
                    <a:pt x="898" y="4951"/>
                    <a:pt x="469" y="4951"/>
                  </a:cubicBezTo>
                  <a:cubicBezTo>
                    <a:pt x="210" y="4951"/>
                    <a:pt x="1" y="5161"/>
                    <a:pt x="1" y="5419"/>
                  </a:cubicBezTo>
                  <a:cubicBezTo>
                    <a:pt x="1" y="5677"/>
                    <a:pt x="210" y="5888"/>
                    <a:pt x="469" y="5888"/>
                  </a:cubicBezTo>
                  <a:cubicBezTo>
                    <a:pt x="1414" y="5888"/>
                    <a:pt x="2183" y="5118"/>
                    <a:pt x="2183" y="4174"/>
                  </a:cubicBezTo>
                  <a:lnTo>
                    <a:pt x="2183" y="1716"/>
                  </a:lnTo>
                  <a:cubicBezTo>
                    <a:pt x="2183" y="1286"/>
                    <a:pt x="2533" y="938"/>
                    <a:pt x="2962" y="938"/>
                  </a:cubicBezTo>
                  <a:lnTo>
                    <a:pt x="5446" y="938"/>
                  </a:lnTo>
                  <a:cubicBezTo>
                    <a:pt x="5447" y="938"/>
                    <a:pt x="5448" y="938"/>
                    <a:pt x="5449" y="938"/>
                  </a:cubicBezTo>
                  <a:cubicBezTo>
                    <a:pt x="5706" y="938"/>
                    <a:pt x="5914" y="729"/>
                    <a:pt x="5914" y="469"/>
                  </a:cubicBezTo>
                  <a:cubicBezTo>
                    <a:pt x="5914" y="210"/>
                    <a:pt x="5705"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0"/>
            <p:cNvSpPr/>
            <p:nvPr/>
          </p:nvSpPr>
          <p:spPr>
            <a:xfrm>
              <a:off x="853004" y="2871971"/>
              <a:ext cx="77084" cy="12220"/>
            </a:xfrm>
            <a:custGeom>
              <a:rect b="b" l="l" r="r" t="t"/>
              <a:pathLst>
                <a:path extrusionOk="0" h="938" w="5917">
                  <a:moveTo>
                    <a:pt x="468" y="1"/>
                  </a:moveTo>
                  <a:cubicBezTo>
                    <a:pt x="210" y="1"/>
                    <a:pt x="0" y="210"/>
                    <a:pt x="0" y="468"/>
                  </a:cubicBezTo>
                  <a:cubicBezTo>
                    <a:pt x="0" y="727"/>
                    <a:pt x="210" y="938"/>
                    <a:pt x="468" y="938"/>
                  </a:cubicBezTo>
                  <a:lnTo>
                    <a:pt x="5447" y="938"/>
                  </a:lnTo>
                  <a:cubicBezTo>
                    <a:pt x="5705" y="938"/>
                    <a:pt x="5916" y="727"/>
                    <a:pt x="5916" y="468"/>
                  </a:cubicBezTo>
                  <a:cubicBezTo>
                    <a:pt x="5916" y="210"/>
                    <a:pt x="5705" y="1"/>
                    <a:pt x="54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0"/>
            <p:cNvSpPr/>
            <p:nvPr/>
          </p:nvSpPr>
          <p:spPr>
            <a:xfrm>
              <a:off x="857564" y="2678118"/>
              <a:ext cx="67899" cy="35070"/>
            </a:xfrm>
            <a:custGeom>
              <a:rect b="b" l="l" r="r" t="t"/>
              <a:pathLst>
                <a:path extrusionOk="0" h="2692" w="5212">
                  <a:moveTo>
                    <a:pt x="4276" y="938"/>
                  </a:moveTo>
                  <a:lnTo>
                    <a:pt x="4276" y="1754"/>
                  </a:lnTo>
                  <a:lnTo>
                    <a:pt x="939" y="1754"/>
                  </a:lnTo>
                  <a:lnTo>
                    <a:pt x="939" y="938"/>
                  </a:lnTo>
                  <a:close/>
                  <a:moveTo>
                    <a:pt x="547" y="1"/>
                  </a:moveTo>
                  <a:cubicBezTo>
                    <a:pt x="246" y="1"/>
                    <a:pt x="0" y="248"/>
                    <a:pt x="0" y="549"/>
                  </a:cubicBezTo>
                  <a:lnTo>
                    <a:pt x="0" y="2145"/>
                  </a:lnTo>
                  <a:cubicBezTo>
                    <a:pt x="0" y="2446"/>
                    <a:pt x="246" y="2691"/>
                    <a:pt x="547" y="2691"/>
                  </a:cubicBezTo>
                  <a:lnTo>
                    <a:pt x="4665" y="2691"/>
                  </a:lnTo>
                  <a:cubicBezTo>
                    <a:pt x="4967" y="2691"/>
                    <a:pt x="5212" y="2446"/>
                    <a:pt x="5212" y="2145"/>
                  </a:cubicBezTo>
                  <a:lnTo>
                    <a:pt x="5212" y="549"/>
                  </a:lnTo>
                  <a:cubicBezTo>
                    <a:pt x="5212" y="245"/>
                    <a:pt x="4968" y="1"/>
                    <a:pt x="466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0"/>
            <p:cNvSpPr/>
            <p:nvPr/>
          </p:nvSpPr>
          <p:spPr>
            <a:xfrm>
              <a:off x="857577" y="2634147"/>
              <a:ext cx="67925" cy="35070"/>
            </a:xfrm>
            <a:custGeom>
              <a:rect b="b" l="l" r="r" t="t"/>
              <a:pathLst>
                <a:path extrusionOk="0" h="2692" w="5214">
                  <a:moveTo>
                    <a:pt x="4275" y="938"/>
                  </a:moveTo>
                  <a:lnTo>
                    <a:pt x="4275" y="1754"/>
                  </a:lnTo>
                  <a:lnTo>
                    <a:pt x="936" y="1754"/>
                  </a:lnTo>
                  <a:lnTo>
                    <a:pt x="936" y="938"/>
                  </a:lnTo>
                  <a:close/>
                  <a:moveTo>
                    <a:pt x="547" y="1"/>
                  </a:moveTo>
                  <a:cubicBezTo>
                    <a:pt x="246" y="1"/>
                    <a:pt x="1" y="246"/>
                    <a:pt x="1" y="548"/>
                  </a:cubicBezTo>
                  <a:lnTo>
                    <a:pt x="1" y="2145"/>
                  </a:lnTo>
                  <a:cubicBezTo>
                    <a:pt x="1" y="2446"/>
                    <a:pt x="246" y="2691"/>
                    <a:pt x="547" y="2691"/>
                  </a:cubicBezTo>
                  <a:lnTo>
                    <a:pt x="4666" y="2691"/>
                  </a:lnTo>
                  <a:cubicBezTo>
                    <a:pt x="4967" y="2691"/>
                    <a:pt x="5214" y="2446"/>
                    <a:pt x="5214" y="2145"/>
                  </a:cubicBezTo>
                  <a:lnTo>
                    <a:pt x="5214" y="548"/>
                  </a:lnTo>
                  <a:cubicBezTo>
                    <a:pt x="5214" y="246"/>
                    <a:pt x="4967" y="1"/>
                    <a:pt x="46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0"/>
            <p:cNvSpPr/>
            <p:nvPr/>
          </p:nvSpPr>
          <p:spPr>
            <a:xfrm>
              <a:off x="725963" y="2568469"/>
              <a:ext cx="331172" cy="416476"/>
            </a:xfrm>
            <a:custGeom>
              <a:rect b="b" l="l" r="r" t="t"/>
              <a:pathLst>
                <a:path extrusionOk="0" h="31969" w="25421">
                  <a:moveTo>
                    <a:pt x="13455" y="939"/>
                  </a:moveTo>
                  <a:lnTo>
                    <a:pt x="13455" y="1588"/>
                  </a:lnTo>
                  <a:lnTo>
                    <a:pt x="11962" y="1588"/>
                  </a:lnTo>
                  <a:lnTo>
                    <a:pt x="11962" y="939"/>
                  </a:lnTo>
                  <a:close/>
                  <a:moveTo>
                    <a:pt x="17049" y="6745"/>
                  </a:moveTo>
                  <a:cubicBezTo>
                    <a:pt x="18354" y="7886"/>
                    <a:pt x="19192" y="9474"/>
                    <a:pt x="19309" y="11277"/>
                  </a:cubicBezTo>
                  <a:cubicBezTo>
                    <a:pt x="19328" y="11556"/>
                    <a:pt x="19107" y="11790"/>
                    <a:pt x="18827" y="11790"/>
                  </a:cubicBezTo>
                  <a:lnTo>
                    <a:pt x="17049" y="11790"/>
                  </a:lnTo>
                  <a:lnTo>
                    <a:pt x="17049" y="6745"/>
                  </a:lnTo>
                  <a:close/>
                  <a:moveTo>
                    <a:pt x="16574" y="2526"/>
                  </a:moveTo>
                  <a:lnTo>
                    <a:pt x="16574" y="3484"/>
                  </a:lnTo>
                  <a:lnTo>
                    <a:pt x="15197" y="3484"/>
                  </a:lnTo>
                  <a:cubicBezTo>
                    <a:pt x="14938" y="3484"/>
                    <a:pt x="14729" y="3693"/>
                    <a:pt x="14729" y="3951"/>
                  </a:cubicBezTo>
                  <a:cubicBezTo>
                    <a:pt x="14729" y="4210"/>
                    <a:pt x="14938" y="4419"/>
                    <a:pt x="15197" y="4419"/>
                  </a:cubicBezTo>
                  <a:lnTo>
                    <a:pt x="16112" y="4419"/>
                  </a:lnTo>
                  <a:lnTo>
                    <a:pt x="16112" y="11793"/>
                  </a:lnTo>
                  <a:lnTo>
                    <a:pt x="9303" y="11793"/>
                  </a:lnTo>
                  <a:lnTo>
                    <a:pt x="9303" y="4419"/>
                  </a:lnTo>
                  <a:lnTo>
                    <a:pt x="13011" y="4419"/>
                  </a:lnTo>
                  <a:cubicBezTo>
                    <a:pt x="13271" y="4419"/>
                    <a:pt x="13481" y="4210"/>
                    <a:pt x="13481" y="3951"/>
                  </a:cubicBezTo>
                  <a:cubicBezTo>
                    <a:pt x="13481" y="3693"/>
                    <a:pt x="13270" y="3484"/>
                    <a:pt x="13011" y="3484"/>
                  </a:cubicBezTo>
                  <a:lnTo>
                    <a:pt x="8841" y="3484"/>
                  </a:lnTo>
                  <a:lnTo>
                    <a:pt x="8841" y="2526"/>
                  </a:lnTo>
                  <a:close/>
                  <a:moveTo>
                    <a:pt x="3456" y="14441"/>
                  </a:moveTo>
                  <a:lnTo>
                    <a:pt x="3805" y="19185"/>
                  </a:lnTo>
                  <a:cubicBezTo>
                    <a:pt x="2203" y="19068"/>
                    <a:pt x="938" y="17728"/>
                    <a:pt x="938" y="16098"/>
                  </a:cubicBezTo>
                  <a:lnTo>
                    <a:pt x="938" y="15889"/>
                  </a:lnTo>
                  <a:cubicBezTo>
                    <a:pt x="938" y="15089"/>
                    <a:pt x="1586" y="14441"/>
                    <a:pt x="2384" y="14441"/>
                  </a:cubicBezTo>
                  <a:close/>
                  <a:moveTo>
                    <a:pt x="23031" y="14441"/>
                  </a:moveTo>
                  <a:cubicBezTo>
                    <a:pt x="23829" y="14441"/>
                    <a:pt x="24479" y="15089"/>
                    <a:pt x="24479" y="15889"/>
                  </a:cubicBezTo>
                  <a:lnTo>
                    <a:pt x="24479" y="16098"/>
                  </a:lnTo>
                  <a:cubicBezTo>
                    <a:pt x="24479" y="17728"/>
                    <a:pt x="23212" y="19068"/>
                    <a:pt x="21611" y="19185"/>
                  </a:cubicBezTo>
                  <a:lnTo>
                    <a:pt x="21961" y="14441"/>
                  </a:lnTo>
                  <a:close/>
                  <a:moveTo>
                    <a:pt x="16802" y="27179"/>
                  </a:moveTo>
                  <a:lnTo>
                    <a:pt x="16802" y="27959"/>
                  </a:lnTo>
                  <a:cubicBezTo>
                    <a:pt x="16802" y="29043"/>
                    <a:pt x="17434" y="30044"/>
                    <a:pt x="18410" y="30512"/>
                  </a:cubicBezTo>
                  <a:lnTo>
                    <a:pt x="19494" y="31031"/>
                  </a:lnTo>
                  <a:lnTo>
                    <a:pt x="5921" y="31031"/>
                  </a:lnTo>
                  <a:lnTo>
                    <a:pt x="7008" y="30512"/>
                  </a:lnTo>
                  <a:cubicBezTo>
                    <a:pt x="7983" y="30044"/>
                    <a:pt x="8615" y="29041"/>
                    <a:pt x="8615" y="27959"/>
                  </a:cubicBezTo>
                  <a:lnTo>
                    <a:pt x="8615" y="27179"/>
                  </a:lnTo>
                  <a:cubicBezTo>
                    <a:pt x="10074" y="28037"/>
                    <a:pt x="11592" y="28517"/>
                    <a:pt x="12707" y="28517"/>
                  </a:cubicBezTo>
                  <a:cubicBezTo>
                    <a:pt x="14034" y="28517"/>
                    <a:pt x="15646" y="27857"/>
                    <a:pt x="16802" y="27179"/>
                  </a:cubicBezTo>
                  <a:close/>
                  <a:moveTo>
                    <a:pt x="11779" y="1"/>
                  </a:moveTo>
                  <a:cubicBezTo>
                    <a:pt x="11364" y="1"/>
                    <a:pt x="11027" y="338"/>
                    <a:pt x="11027" y="753"/>
                  </a:cubicBezTo>
                  <a:lnTo>
                    <a:pt x="11027" y="1589"/>
                  </a:lnTo>
                  <a:lnTo>
                    <a:pt x="8507" y="1589"/>
                  </a:lnTo>
                  <a:cubicBezTo>
                    <a:pt x="8174" y="1589"/>
                    <a:pt x="7906" y="1858"/>
                    <a:pt x="7906" y="2189"/>
                  </a:cubicBezTo>
                  <a:lnTo>
                    <a:pt x="7906" y="3624"/>
                  </a:lnTo>
                  <a:cubicBezTo>
                    <a:pt x="4903" y="5406"/>
                    <a:pt x="3037" y="8764"/>
                    <a:pt x="3308" y="12430"/>
                  </a:cubicBezTo>
                  <a:lnTo>
                    <a:pt x="3387" y="13502"/>
                  </a:lnTo>
                  <a:lnTo>
                    <a:pt x="2386" y="13502"/>
                  </a:lnTo>
                  <a:cubicBezTo>
                    <a:pt x="1071" y="13502"/>
                    <a:pt x="1" y="14571"/>
                    <a:pt x="1" y="15889"/>
                  </a:cubicBezTo>
                  <a:lnTo>
                    <a:pt x="1" y="16098"/>
                  </a:lnTo>
                  <a:cubicBezTo>
                    <a:pt x="1" y="18268"/>
                    <a:pt x="1724" y="20044"/>
                    <a:pt x="3875" y="20126"/>
                  </a:cubicBezTo>
                  <a:lnTo>
                    <a:pt x="3918" y="20700"/>
                  </a:lnTo>
                  <a:cubicBezTo>
                    <a:pt x="4098" y="23132"/>
                    <a:pt x="5742" y="25180"/>
                    <a:pt x="7679" y="26569"/>
                  </a:cubicBezTo>
                  <a:lnTo>
                    <a:pt x="7679" y="27959"/>
                  </a:lnTo>
                  <a:cubicBezTo>
                    <a:pt x="7679" y="28684"/>
                    <a:pt x="7259" y="29355"/>
                    <a:pt x="6606" y="29667"/>
                  </a:cubicBezTo>
                  <a:lnTo>
                    <a:pt x="4677" y="30592"/>
                  </a:lnTo>
                  <a:cubicBezTo>
                    <a:pt x="4370" y="30740"/>
                    <a:pt x="4209" y="31074"/>
                    <a:pt x="4284" y="31404"/>
                  </a:cubicBezTo>
                  <a:cubicBezTo>
                    <a:pt x="4360" y="31734"/>
                    <a:pt x="4650" y="31968"/>
                    <a:pt x="4991" y="31968"/>
                  </a:cubicBezTo>
                  <a:lnTo>
                    <a:pt x="20430" y="31968"/>
                  </a:lnTo>
                  <a:cubicBezTo>
                    <a:pt x="20771" y="31968"/>
                    <a:pt x="21063" y="31737"/>
                    <a:pt x="21137" y="31404"/>
                  </a:cubicBezTo>
                  <a:cubicBezTo>
                    <a:pt x="21213" y="31073"/>
                    <a:pt x="21051" y="30740"/>
                    <a:pt x="20744" y="30592"/>
                  </a:cubicBezTo>
                  <a:lnTo>
                    <a:pt x="18816" y="29667"/>
                  </a:lnTo>
                  <a:cubicBezTo>
                    <a:pt x="18163" y="29353"/>
                    <a:pt x="17742" y="28682"/>
                    <a:pt x="17742" y="27959"/>
                  </a:cubicBezTo>
                  <a:lnTo>
                    <a:pt x="17742" y="26573"/>
                  </a:lnTo>
                  <a:cubicBezTo>
                    <a:pt x="18880" y="25757"/>
                    <a:pt x="19833" y="24775"/>
                    <a:pt x="20479" y="23733"/>
                  </a:cubicBezTo>
                  <a:cubicBezTo>
                    <a:pt x="20615" y="23512"/>
                    <a:pt x="20548" y="23225"/>
                    <a:pt x="20328" y="23089"/>
                  </a:cubicBezTo>
                  <a:cubicBezTo>
                    <a:pt x="20251" y="23041"/>
                    <a:pt x="20166" y="23019"/>
                    <a:pt x="20082" y="23019"/>
                  </a:cubicBezTo>
                  <a:cubicBezTo>
                    <a:pt x="19925" y="23019"/>
                    <a:pt x="19773" y="23098"/>
                    <a:pt x="19684" y="23240"/>
                  </a:cubicBezTo>
                  <a:cubicBezTo>
                    <a:pt x="18016" y="25929"/>
                    <a:pt x="14501" y="27580"/>
                    <a:pt x="12714" y="27580"/>
                  </a:cubicBezTo>
                  <a:cubicBezTo>
                    <a:pt x="10070" y="27580"/>
                    <a:pt x="5145" y="24538"/>
                    <a:pt x="4857" y="20632"/>
                  </a:cubicBezTo>
                  <a:cubicBezTo>
                    <a:pt x="4828" y="20241"/>
                    <a:pt x="4805" y="19936"/>
                    <a:pt x="4788" y="19703"/>
                  </a:cubicBezTo>
                  <a:lnTo>
                    <a:pt x="4788" y="19703"/>
                  </a:lnTo>
                  <a:cubicBezTo>
                    <a:pt x="4718" y="18748"/>
                    <a:pt x="4561" y="16621"/>
                    <a:pt x="4247" y="12361"/>
                  </a:cubicBezTo>
                  <a:cubicBezTo>
                    <a:pt x="4010" y="9157"/>
                    <a:pt x="5621" y="6081"/>
                    <a:pt x="8372" y="4441"/>
                  </a:cubicBezTo>
                  <a:lnTo>
                    <a:pt x="8372" y="5553"/>
                  </a:lnTo>
                  <a:cubicBezTo>
                    <a:pt x="7795" y="5960"/>
                    <a:pt x="7270" y="6452"/>
                    <a:pt x="6822" y="7011"/>
                  </a:cubicBezTo>
                  <a:cubicBezTo>
                    <a:pt x="6659" y="7211"/>
                    <a:pt x="6690" y="7507"/>
                    <a:pt x="6891" y="7669"/>
                  </a:cubicBezTo>
                  <a:cubicBezTo>
                    <a:pt x="6978" y="7738"/>
                    <a:pt x="7082" y="7772"/>
                    <a:pt x="7185" y="7772"/>
                  </a:cubicBezTo>
                  <a:cubicBezTo>
                    <a:pt x="7321" y="7772"/>
                    <a:pt x="7457" y="7713"/>
                    <a:pt x="7550" y="7599"/>
                  </a:cubicBezTo>
                  <a:cubicBezTo>
                    <a:pt x="7791" y="7302"/>
                    <a:pt x="8064" y="7013"/>
                    <a:pt x="8372" y="6744"/>
                  </a:cubicBezTo>
                  <a:lnTo>
                    <a:pt x="8372" y="11789"/>
                  </a:lnTo>
                  <a:lnTo>
                    <a:pt x="6594" y="11789"/>
                  </a:lnTo>
                  <a:cubicBezTo>
                    <a:pt x="6314" y="11789"/>
                    <a:pt x="6093" y="11552"/>
                    <a:pt x="6112" y="11275"/>
                  </a:cubicBezTo>
                  <a:cubicBezTo>
                    <a:pt x="6155" y="10624"/>
                    <a:pt x="6294" y="9985"/>
                    <a:pt x="6524" y="9381"/>
                  </a:cubicBezTo>
                  <a:cubicBezTo>
                    <a:pt x="6616" y="9139"/>
                    <a:pt x="6495" y="8867"/>
                    <a:pt x="6253" y="8776"/>
                  </a:cubicBezTo>
                  <a:cubicBezTo>
                    <a:pt x="6198" y="8755"/>
                    <a:pt x="6142" y="8745"/>
                    <a:pt x="6087" y="8745"/>
                  </a:cubicBezTo>
                  <a:cubicBezTo>
                    <a:pt x="5898" y="8745"/>
                    <a:pt x="5720" y="8859"/>
                    <a:pt x="5649" y="9047"/>
                  </a:cubicBezTo>
                  <a:cubicBezTo>
                    <a:pt x="5385" y="9740"/>
                    <a:pt x="5225" y="10467"/>
                    <a:pt x="5177" y="11212"/>
                  </a:cubicBezTo>
                  <a:cubicBezTo>
                    <a:pt x="5123" y="12030"/>
                    <a:pt x="5775" y="12726"/>
                    <a:pt x="6594" y="12726"/>
                  </a:cubicBezTo>
                  <a:lnTo>
                    <a:pt x="18833" y="12726"/>
                  </a:lnTo>
                  <a:cubicBezTo>
                    <a:pt x="19652" y="12726"/>
                    <a:pt x="20304" y="12030"/>
                    <a:pt x="20249" y="11212"/>
                  </a:cubicBezTo>
                  <a:cubicBezTo>
                    <a:pt x="20091" y="8846"/>
                    <a:pt x="18847" y="6820"/>
                    <a:pt x="17055" y="5553"/>
                  </a:cubicBezTo>
                  <a:lnTo>
                    <a:pt x="17055" y="4441"/>
                  </a:lnTo>
                  <a:cubicBezTo>
                    <a:pt x="19804" y="6081"/>
                    <a:pt x="21416" y="9159"/>
                    <a:pt x="21180" y="12361"/>
                  </a:cubicBezTo>
                  <a:cubicBezTo>
                    <a:pt x="20715" y="18684"/>
                    <a:pt x="20608" y="20141"/>
                    <a:pt x="20608" y="20141"/>
                  </a:cubicBezTo>
                  <a:cubicBezTo>
                    <a:pt x="20608" y="20141"/>
                    <a:pt x="20686" y="19078"/>
                    <a:pt x="20685" y="19078"/>
                  </a:cubicBezTo>
                  <a:lnTo>
                    <a:pt x="20685" y="19078"/>
                  </a:lnTo>
                  <a:cubicBezTo>
                    <a:pt x="20685" y="19078"/>
                    <a:pt x="20658" y="19450"/>
                    <a:pt x="20571" y="20632"/>
                  </a:cubicBezTo>
                  <a:cubicBezTo>
                    <a:pt x="20552" y="20871"/>
                    <a:pt x="20519" y="21109"/>
                    <a:pt x="20469" y="21346"/>
                  </a:cubicBezTo>
                  <a:cubicBezTo>
                    <a:pt x="20414" y="21600"/>
                    <a:pt x="20573" y="21848"/>
                    <a:pt x="20827" y="21902"/>
                  </a:cubicBezTo>
                  <a:cubicBezTo>
                    <a:pt x="20860" y="21909"/>
                    <a:pt x="20893" y="21913"/>
                    <a:pt x="20925" y="21913"/>
                  </a:cubicBezTo>
                  <a:cubicBezTo>
                    <a:pt x="21141" y="21913"/>
                    <a:pt x="21337" y="21763"/>
                    <a:pt x="21383" y="21544"/>
                  </a:cubicBezTo>
                  <a:cubicBezTo>
                    <a:pt x="21492" y="21040"/>
                    <a:pt x="21503" y="20711"/>
                    <a:pt x="21546" y="20126"/>
                  </a:cubicBezTo>
                  <a:cubicBezTo>
                    <a:pt x="23697" y="20044"/>
                    <a:pt x="25421" y="18268"/>
                    <a:pt x="25421" y="16098"/>
                  </a:cubicBezTo>
                  <a:lnTo>
                    <a:pt x="25421" y="15889"/>
                  </a:lnTo>
                  <a:cubicBezTo>
                    <a:pt x="25415" y="14573"/>
                    <a:pt x="24346" y="13504"/>
                    <a:pt x="23031" y="13504"/>
                  </a:cubicBezTo>
                  <a:lnTo>
                    <a:pt x="22031" y="13504"/>
                  </a:lnTo>
                  <a:lnTo>
                    <a:pt x="22110" y="12432"/>
                  </a:lnTo>
                  <a:cubicBezTo>
                    <a:pt x="22380" y="8766"/>
                    <a:pt x="20515" y="5408"/>
                    <a:pt x="17513" y="3627"/>
                  </a:cubicBezTo>
                  <a:lnTo>
                    <a:pt x="17513" y="2192"/>
                  </a:lnTo>
                  <a:cubicBezTo>
                    <a:pt x="17513" y="1859"/>
                    <a:pt x="17243" y="1591"/>
                    <a:pt x="16911" y="1591"/>
                  </a:cubicBezTo>
                  <a:lnTo>
                    <a:pt x="14393" y="1591"/>
                  </a:lnTo>
                  <a:lnTo>
                    <a:pt x="14393" y="753"/>
                  </a:lnTo>
                  <a:cubicBezTo>
                    <a:pt x="14393" y="338"/>
                    <a:pt x="14056" y="1"/>
                    <a:pt x="1364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8" name="Google Shape;6478;p70"/>
          <p:cNvGrpSpPr/>
          <p:nvPr/>
        </p:nvGrpSpPr>
        <p:grpSpPr>
          <a:xfrm>
            <a:off x="7126075" y="1787724"/>
            <a:ext cx="331285" cy="416690"/>
            <a:chOff x="7126075" y="1787724"/>
            <a:chExt cx="331285" cy="416690"/>
          </a:xfrm>
        </p:grpSpPr>
        <p:sp>
          <p:nvSpPr>
            <p:cNvPr id="6479" name="Google Shape;6479;p70"/>
            <p:cNvSpPr/>
            <p:nvPr/>
          </p:nvSpPr>
          <p:spPr>
            <a:xfrm>
              <a:off x="7401138" y="1969806"/>
              <a:ext cx="50080" cy="74182"/>
            </a:xfrm>
            <a:custGeom>
              <a:rect b="b" l="l" r="r" t="t"/>
              <a:pathLst>
                <a:path extrusionOk="0" h="5691" w="3842">
                  <a:moveTo>
                    <a:pt x="421" y="1"/>
                  </a:moveTo>
                  <a:lnTo>
                    <a:pt x="1" y="5690"/>
                  </a:lnTo>
                  <a:lnTo>
                    <a:pt x="279" y="5690"/>
                  </a:lnTo>
                  <a:cubicBezTo>
                    <a:pt x="2248" y="5690"/>
                    <a:pt x="3842" y="4093"/>
                    <a:pt x="3842" y="2128"/>
                  </a:cubicBezTo>
                  <a:lnTo>
                    <a:pt x="3842" y="1918"/>
                  </a:lnTo>
                  <a:cubicBezTo>
                    <a:pt x="3842" y="858"/>
                    <a:pt x="2984" y="1"/>
                    <a:pt x="1925" y="1"/>
                  </a:cubicBez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0"/>
            <p:cNvSpPr/>
            <p:nvPr/>
          </p:nvSpPr>
          <p:spPr>
            <a:xfrm>
              <a:off x="7132149" y="1969806"/>
              <a:ext cx="50094" cy="74182"/>
            </a:xfrm>
            <a:custGeom>
              <a:rect b="b" l="l" r="r" t="t"/>
              <a:pathLst>
                <a:path extrusionOk="0" h="5691" w="3843">
                  <a:moveTo>
                    <a:pt x="1918" y="1"/>
                  </a:moveTo>
                  <a:cubicBezTo>
                    <a:pt x="860" y="1"/>
                    <a:pt x="1" y="858"/>
                    <a:pt x="1" y="1918"/>
                  </a:cubicBezTo>
                  <a:lnTo>
                    <a:pt x="1" y="2128"/>
                  </a:lnTo>
                  <a:cubicBezTo>
                    <a:pt x="1" y="4093"/>
                    <a:pt x="1595" y="5690"/>
                    <a:pt x="3565" y="5690"/>
                  </a:cubicBezTo>
                  <a:lnTo>
                    <a:pt x="3842" y="5690"/>
                  </a:lnTo>
                  <a:lnTo>
                    <a:pt x="3423" y="1"/>
                  </a:ln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0"/>
            <p:cNvSpPr/>
            <p:nvPr/>
          </p:nvSpPr>
          <p:spPr>
            <a:xfrm>
              <a:off x="7186413" y="2130875"/>
              <a:ext cx="210554" cy="67443"/>
            </a:xfrm>
            <a:custGeom>
              <a:rect b="b" l="l" r="r" t="t"/>
              <a:pathLst>
                <a:path extrusionOk="0" h="5174" w="16153">
                  <a:moveTo>
                    <a:pt x="3516" y="0"/>
                  </a:moveTo>
                  <a:lnTo>
                    <a:pt x="3516" y="1630"/>
                  </a:lnTo>
                  <a:cubicBezTo>
                    <a:pt x="3516" y="2540"/>
                    <a:pt x="2994" y="3368"/>
                    <a:pt x="2175" y="3761"/>
                  </a:cubicBezTo>
                  <a:lnTo>
                    <a:pt x="246" y="4687"/>
                  </a:lnTo>
                  <a:cubicBezTo>
                    <a:pt x="1" y="4806"/>
                    <a:pt x="85" y="5173"/>
                    <a:pt x="358" y="5173"/>
                  </a:cubicBezTo>
                  <a:lnTo>
                    <a:pt x="15798" y="5173"/>
                  </a:lnTo>
                  <a:cubicBezTo>
                    <a:pt x="16070" y="5173"/>
                    <a:pt x="16152" y="4806"/>
                    <a:pt x="15908" y="4687"/>
                  </a:cubicBezTo>
                  <a:lnTo>
                    <a:pt x="13981" y="3761"/>
                  </a:lnTo>
                  <a:cubicBezTo>
                    <a:pt x="13159" y="3369"/>
                    <a:pt x="12638" y="2540"/>
                    <a:pt x="12638" y="1630"/>
                  </a:cubicBezTo>
                  <a:lnTo>
                    <a:pt x="12638" y="0"/>
                  </a:lnTo>
                  <a:cubicBezTo>
                    <a:pt x="11038" y="1095"/>
                    <a:pt x="9273" y="1721"/>
                    <a:pt x="8078" y="1721"/>
                  </a:cubicBezTo>
                  <a:cubicBezTo>
                    <a:pt x="6881" y="1721"/>
                    <a:pt x="5115" y="1095"/>
                    <a:pt x="3516" y="0"/>
                  </a:cubicBez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0"/>
            <p:cNvSpPr/>
            <p:nvPr/>
          </p:nvSpPr>
          <p:spPr>
            <a:xfrm>
              <a:off x="7170250" y="1823935"/>
              <a:ext cx="242881" cy="329381"/>
            </a:xfrm>
            <a:custGeom>
              <a:rect b="b" l="l" r="r" t="t"/>
              <a:pathLst>
                <a:path extrusionOk="0" h="25269" w="18633">
                  <a:moveTo>
                    <a:pt x="9318" y="1"/>
                  </a:moveTo>
                  <a:cubicBezTo>
                    <a:pt x="4110" y="1"/>
                    <a:pt x="1" y="4425"/>
                    <a:pt x="385" y="9616"/>
                  </a:cubicBezTo>
                  <a:lnTo>
                    <a:pt x="995" y="17887"/>
                  </a:lnTo>
                  <a:cubicBezTo>
                    <a:pt x="1317" y="22248"/>
                    <a:pt x="6692" y="25269"/>
                    <a:pt x="9319" y="25269"/>
                  </a:cubicBezTo>
                  <a:cubicBezTo>
                    <a:pt x="11947" y="25269"/>
                    <a:pt x="17323" y="22247"/>
                    <a:pt x="17643" y="17887"/>
                  </a:cubicBezTo>
                  <a:lnTo>
                    <a:pt x="18250" y="9616"/>
                  </a:lnTo>
                  <a:cubicBezTo>
                    <a:pt x="18632" y="4425"/>
                    <a:pt x="14522" y="1"/>
                    <a:pt x="9318" y="1"/>
                  </a:cubicBez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0"/>
            <p:cNvSpPr/>
            <p:nvPr/>
          </p:nvSpPr>
          <p:spPr>
            <a:xfrm>
              <a:off x="7234095" y="1829344"/>
              <a:ext cx="178149" cy="323959"/>
            </a:xfrm>
            <a:custGeom>
              <a:rect b="b" l="l" r="r" t="t"/>
              <a:pathLst>
                <a:path extrusionOk="0" h="24853" w="13667">
                  <a:moveTo>
                    <a:pt x="7123" y="1"/>
                  </a:moveTo>
                  <a:lnTo>
                    <a:pt x="7123" y="1"/>
                  </a:lnTo>
                  <a:cubicBezTo>
                    <a:pt x="9573" y="1751"/>
                    <a:pt x="11094" y="4701"/>
                    <a:pt x="10856" y="7952"/>
                  </a:cubicBezTo>
                  <a:lnTo>
                    <a:pt x="10246" y="16223"/>
                  </a:lnTo>
                  <a:cubicBezTo>
                    <a:pt x="9924" y="20583"/>
                    <a:pt x="4549" y="23604"/>
                    <a:pt x="1922" y="23604"/>
                  </a:cubicBezTo>
                  <a:cubicBezTo>
                    <a:pt x="1376" y="23604"/>
                    <a:pt x="712" y="23472"/>
                    <a:pt x="0" y="23228"/>
                  </a:cubicBezTo>
                  <a:lnTo>
                    <a:pt x="0" y="23228"/>
                  </a:lnTo>
                  <a:cubicBezTo>
                    <a:pt x="1560" y="24264"/>
                    <a:pt x="3258" y="24852"/>
                    <a:pt x="4420" y="24852"/>
                  </a:cubicBezTo>
                  <a:cubicBezTo>
                    <a:pt x="7047" y="24852"/>
                    <a:pt x="12422" y="21829"/>
                    <a:pt x="12744" y="17471"/>
                  </a:cubicBezTo>
                  <a:lnTo>
                    <a:pt x="13354" y="9200"/>
                  </a:lnTo>
                  <a:cubicBezTo>
                    <a:pt x="13667" y="4951"/>
                    <a:pt x="10969" y="1215"/>
                    <a:pt x="7123"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0"/>
            <p:cNvSpPr/>
            <p:nvPr/>
          </p:nvSpPr>
          <p:spPr>
            <a:xfrm>
              <a:off x="7300339" y="1902143"/>
              <a:ext cx="83985" cy="45349"/>
            </a:xfrm>
            <a:custGeom>
              <a:rect b="b" l="l" r="r" t="t"/>
              <a:pathLst>
                <a:path extrusionOk="0" h="3479" w="6443">
                  <a:moveTo>
                    <a:pt x="5781" y="0"/>
                  </a:moveTo>
                  <a:cubicBezTo>
                    <a:pt x="5418" y="241"/>
                    <a:pt x="4983" y="381"/>
                    <a:pt x="4518" y="381"/>
                  </a:cubicBezTo>
                  <a:lnTo>
                    <a:pt x="1974" y="381"/>
                  </a:lnTo>
                  <a:lnTo>
                    <a:pt x="1" y="3479"/>
                  </a:lnTo>
                  <a:lnTo>
                    <a:pt x="5454" y="3479"/>
                  </a:lnTo>
                  <a:cubicBezTo>
                    <a:pt x="6006" y="3479"/>
                    <a:pt x="6442" y="3012"/>
                    <a:pt x="6406" y="2464"/>
                  </a:cubicBezTo>
                  <a:cubicBezTo>
                    <a:pt x="6349" y="1603"/>
                    <a:pt x="6138" y="772"/>
                    <a:pt x="57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0"/>
            <p:cNvSpPr/>
            <p:nvPr/>
          </p:nvSpPr>
          <p:spPr>
            <a:xfrm>
              <a:off x="7256372" y="1876269"/>
              <a:ext cx="73908" cy="71249"/>
            </a:xfrm>
            <a:custGeom>
              <a:rect b="b" l="l" r="r" t="t"/>
              <a:pathLst>
                <a:path extrusionOk="0" h="5466" w="5670">
                  <a:moveTo>
                    <a:pt x="1246" y="1"/>
                  </a:moveTo>
                  <a:lnTo>
                    <a:pt x="38" y="3380"/>
                  </a:lnTo>
                  <a:cubicBezTo>
                    <a:pt x="0" y="3485"/>
                    <a:pt x="79" y="3597"/>
                    <a:pt x="191" y="3597"/>
                  </a:cubicBezTo>
                  <a:lnTo>
                    <a:pt x="1996" y="3597"/>
                  </a:lnTo>
                  <a:cubicBezTo>
                    <a:pt x="2110" y="3597"/>
                    <a:pt x="2187" y="3707"/>
                    <a:pt x="2150" y="3813"/>
                  </a:cubicBezTo>
                  <a:lnTo>
                    <a:pt x="1559" y="5465"/>
                  </a:lnTo>
                  <a:lnTo>
                    <a:pt x="3378" y="5465"/>
                  </a:lnTo>
                  <a:lnTo>
                    <a:pt x="5602" y="1970"/>
                  </a:lnTo>
                  <a:cubicBezTo>
                    <a:pt x="5670" y="1862"/>
                    <a:pt x="5594" y="1720"/>
                    <a:pt x="5466" y="1720"/>
                  </a:cubicBezTo>
                  <a:lnTo>
                    <a:pt x="3557" y="1720"/>
                  </a:lnTo>
                  <a:cubicBezTo>
                    <a:pt x="3527" y="1720"/>
                    <a:pt x="3507" y="1691"/>
                    <a:pt x="3516" y="1663"/>
                  </a:cubicBezTo>
                  <a:lnTo>
                    <a:pt x="411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0"/>
            <p:cNvSpPr/>
            <p:nvPr/>
          </p:nvSpPr>
          <p:spPr>
            <a:xfrm>
              <a:off x="7276667" y="1898676"/>
              <a:ext cx="53613" cy="48816"/>
            </a:xfrm>
            <a:custGeom>
              <a:rect b="b" l="l" r="r" t="t"/>
              <a:pathLst>
                <a:path extrusionOk="0" h="3745" w="4113">
                  <a:moveTo>
                    <a:pt x="2158" y="1"/>
                  </a:moveTo>
                  <a:lnTo>
                    <a:pt x="967" y="1872"/>
                  </a:lnTo>
                  <a:cubicBezTo>
                    <a:pt x="851" y="2056"/>
                    <a:pt x="693" y="2204"/>
                    <a:pt x="511" y="2311"/>
                  </a:cubicBezTo>
                  <a:lnTo>
                    <a:pt x="0" y="3745"/>
                  </a:lnTo>
                  <a:lnTo>
                    <a:pt x="1820" y="3745"/>
                  </a:lnTo>
                  <a:lnTo>
                    <a:pt x="4044" y="251"/>
                  </a:lnTo>
                  <a:cubicBezTo>
                    <a:pt x="4113" y="143"/>
                    <a:pt x="4037" y="1"/>
                    <a:pt x="3907"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0"/>
            <p:cNvSpPr/>
            <p:nvPr/>
          </p:nvSpPr>
          <p:spPr>
            <a:xfrm>
              <a:off x="7194378" y="1793812"/>
              <a:ext cx="194613" cy="113287"/>
            </a:xfrm>
            <a:custGeom>
              <a:rect b="b" l="l" r="r" t="t"/>
              <a:pathLst>
                <a:path extrusionOk="0" h="8691" w="14930">
                  <a:moveTo>
                    <a:pt x="6455" y="0"/>
                  </a:moveTo>
                  <a:cubicBezTo>
                    <a:pt x="4769" y="0"/>
                    <a:pt x="3376" y="1256"/>
                    <a:pt x="3158" y="2884"/>
                  </a:cubicBezTo>
                  <a:cubicBezTo>
                    <a:pt x="3140" y="3030"/>
                    <a:pt x="3018" y="3137"/>
                    <a:pt x="2872" y="3137"/>
                  </a:cubicBezTo>
                  <a:cubicBezTo>
                    <a:pt x="2868" y="3137"/>
                    <a:pt x="2865" y="3137"/>
                    <a:pt x="2861" y="3137"/>
                  </a:cubicBezTo>
                  <a:cubicBezTo>
                    <a:pt x="2838" y="3137"/>
                    <a:pt x="2813" y="3136"/>
                    <a:pt x="2790" y="3136"/>
                  </a:cubicBezTo>
                  <a:cubicBezTo>
                    <a:pt x="1249" y="3136"/>
                    <a:pt x="1" y="4391"/>
                    <a:pt x="14" y="5934"/>
                  </a:cubicBezTo>
                  <a:cubicBezTo>
                    <a:pt x="25" y="7465"/>
                    <a:pt x="1295" y="8690"/>
                    <a:pt x="2826" y="8690"/>
                  </a:cubicBezTo>
                  <a:lnTo>
                    <a:pt x="5155" y="8690"/>
                  </a:lnTo>
                  <a:lnTo>
                    <a:pt x="5999" y="6324"/>
                  </a:lnTo>
                  <a:lnTo>
                    <a:pt x="8864" y="6324"/>
                  </a:lnTo>
                  <a:lnTo>
                    <a:pt x="8270" y="7987"/>
                  </a:lnTo>
                  <a:cubicBezTo>
                    <a:pt x="8259" y="8016"/>
                    <a:pt x="8280" y="8044"/>
                    <a:pt x="8312" y="8044"/>
                  </a:cubicBezTo>
                  <a:lnTo>
                    <a:pt x="10220" y="8044"/>
                  </a:lnTo>
                  <a:cubicBezTo>
                    <a:pt x="10347" y="8044"/>
                    <a:pt x="10426" y="8187"/>
                    <a:pt x="10357" y="8294"/>
                  </a:cubicBezTo>
                  <a:lnTo>
                    <a:pt x="10103" y="8690"/>
                  </a:lnTo>
                  <a:lnTo>
                    <a:pt x="12647" y="8690"/>
                  </a:lnTo>
                  <a:cubicBezTo>
                    <a:pt x="13874" y="8690"/>
                    <a:pt x="14897" y="7716"/>
                    <a:pt x="14916" y="6489"/>
                  </a:cubicBezTo>
                  <a:cubicBezTo>
                    <a:pt x="14930" y="5480"/>
                    <a:pt x="14274" y="4621"/>
                    <a:pt x="13360" y="4329"/>
                  </a:cubicBezTo>
                  <a:cubicBezTo>
                    <a:pt x="13215" y="4284"/>
                    <a:pt x="13131" y="4134"/>
                    <a:pt x="13166" y="3985"/>
                  </a:cubicBezTo>
                  <a:cubicBezTo>
                    <a:pt x="13227" y="3753"/>
                    <a:pt x="13250" y="3507"/>
                    <a:pt x="13231" y="3252"/>
                  </a:cubicBezTo>
                  <a:cubicBezTo>
                    <a:pt x="13149" y="2087"/>
                    <a:pt x="12198" y="1154"/>
                    <a:pt x="11031" y="1092"/>
                  </a:cubicBezTo>
                  <a:cubicBezTo>
                    <a:pt x="10991" y="1090"/>
                    <a:pt x="10950" y="1089"/>
                    <a:pt x="10910" y="1089"/>
                  </a:cubicBezTo>
                  <a:cubicBezTo>
                    <a:pt x="10419" y="1089"/>
                    <a:pt x="9963" y="1241"/>
                    <a:pt x="9586" y="1500"/>
                  </a:cubicBezTo>
                  <a:cubicBezTo>
                    <a:pt x="9536" y="1535"/>
                    <a:pt x="9478" y="1552"/>
                    <a:pt x="9421" y="1552"/>
                  </a:cubicBezTo>
                  <a:cubicBezTo>
                    <a:pt x="9330" y="1552"/>
                    <a:pt x="9241" y="1509"/>
                    <a:pt x="9184" y="1428"/>
                  </a:cubicBezTo>
                  <a:cubicBezTo>
                    <a:pt x="8585" y="566"/>
                    <a:pt x="7585" y="0"/>
                    <a:pt x="6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0"/>
            <p:cNvSpPr/>
            <p:nvPr/>
          </p:nvSpPr>
          <p:spPr>
            <a:xfrm>
              <a:off x="7200634" y="1890829"/>
              <a:ext cx="66765" cy="16281"/>
            </a:xfrm>
            <a:custGeom>
              <a:rect b="b" l="l" r="r" t="t"/>
              <a:pathLst>
                <a:path extrusionOk="0" h="1249" w="5122">
                  <a:moveTo>
                    <a:pt x="0" y="0"/>
                  </a:moveTo>
                  <a:cubicBezTo>
                    <a:pt x="507" y="754"/>
                    <a:pt x="1375" y="1249"/>
                    <a:pt x="2346" y="1249"/>
                  </a:cubicBezTo>
                  <a:lnTo>
                    <a:pt x="4674" y="1249"/>
                  </a:lnTo>
                  <a:lnTo>
                    <a:pt x="5121" y="0"/>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0"/>
            <p:cNvSpPr/>
            <p:nvPr/>
          </p:nvSpPr>
          <p:spPr>
            <a:xfrm>
              <a:off x="7302007" y="1808006"/>
              <a:ext cx="86983" cy="99105"/>
            </a:xfrm>
            <a:custGeom>
              <a:rect b="b" l="l" r="r" t="t"/>
              <a:pathLst>
                <a:path extrusionOk="0" h="7603" w="6673">
                  <a:moveTo>
                    <a:pt x="2650" y="0"/>
                  </a:moveTo>
                  <a:cubicBezTo>
                    <a:pt x="2508" y="0"/>
                    <a:pt x="2369" y="12"/>
                    <a:pt x="2233" y="38"/>
                  </a:cubicBezTo>
                  <a:cubicBezTo>
                    <a:pt x="2368" y="305"/>
                    <a:pt x="2453" y="600"/>
                    <a:pt x="2476" y="914"/>
                  </a:cubicBezTo>
                  <a:cubicBezTo>
                    <a:pt x="2494" y="1170"/>
                    <a:pt x="2470" y="1415"/>
                    <a:pt x="2411" y="1648"/>
                  </a:cubicBezTo>
                  <a:cubicBezTo>
                    <a:pt x="2374" y="1797"/>
                    <a:pt x="2459" y="1946"/>
                    <a:pt x="2605" y="1992"/>
                  </a:cubicBezTo>
                  <a:cubicBezTo>
                    <a:pt x="3516" y="2283"/>
                    <a:pt x="4175" y="3143"/>
                    <a:pt x="4160" y="4154"/>
                  </a:cubicBezTo>
                  <a:cubicBezTo>
                    <a:pt x="4142" y="5381"/>
                    <a:pt x="3119" y="6354"/>
                    <a:pt x="1892" y="6354"/>
                  </a:cubicBezTo>
                  <a:lnTo>
                    <a:pt x="207" y="6354"/>
                  </a:lnTo>
                  <a:lnTo>
                    <a:pt x="12" y="6900"/>
                  </a:lnTo>
                  <a:cubicBezTo>
                    <a:pt x="1" y="6928"/>
                    <a:pt x="22" y="6957"/>
                    <a:pt x="52" y="6957"/>
                  </a:cubicBezTo>
                  <a:lnTo>
                    <a:pt x="1963" y="6957"/>
                  </a:lnTo>
                  <a:cubicBezTo>
                    <a:pt x="2090" y="6957"/>
                    <a:pt x="2169" y="7099"/>
                    <a:pt x="2100" y="7207"/>
                  </a:cubicBezTo>
                  <a:lnTo>
                    <a:pt x="1846" y="7603"/>
                  </a:lnTo>
                  <a:lnTo>
                    <a:pt x="4390" y="7603"/>
                  </a:lnTo>
                  <a:cubicBezTo>
                    <a:pt x="5617" y="7603"/>
                    <a:pt x="6640" y="6628"/>
                    <a:pt x="6659" y="5403"/>
                  </a:cubicBezTo>
                  <a:cubicBezTo>
                    <a:pt x="6673" y="4391"/>
                    <a:pt x="6017" y="3532"/>
                    <a:pt x="5103" y="3240"/>
                  </a:cubicBezTo>
                  <a:cubicBezTo>
                    <a:pt x="4958" y="3195"/>
                    <a:pt x="4874" y="3045"/>
                    <a:pt x="4909" y="2896"/>
                  </a:cubicBezTo>
                  <a:cubicBezTo>
                    <a:pt x="4970" y="2664"/>
                    <a:pt x="4993" y="2418"/>
                    <a:pt x="4974" y="2163"/>
                  </a:cubicBezTo>
                  <a:cubicBezTo>
                    <a:pt x="4892" y="998"/>
                    <a:pt x="3941" y="65"/>
                    <a:pt x="2774" y="3"/>
                  </a:cubicBezTo>
                  <a:cubicBezTo>
                    <a:pt x="2733" y="1"/>
                    <a:pt x="2691" y="0"/>
                    <a:pt x="2650"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0"/>
            <p:cNvSpPr/>
            <p:nvPr/>
          </p:nvSpPr>
          <p:spPr>
            <a:xfrm>
              <a:off x="7199096" y="1899601"/>
              <a:ext cx="85770" cy="47917"/>
            </a:xfrm>
            <a:custGeom>
              <a:rect b="b" l="l" r="r" t="t"/>
              <a:pathLst>
                <a:path extrusionOk="0" h="3676" w="6580">
                  <a:moveTo>
                    <a:pt x="755" y="0"/>
                  </a:moveTo>
                  <a:cubicBezTo>
                    <a:pt x="342" y="827"/>
                    <a:pt x="97" y="1726"/>
                    <a:pt x="36" y="2661"/>
                  </a:cubicBezTo>
                  <a:cubicBezTo>
                    <a:pt x="0" y="3209"/>
                    <a:pt x="435" y="3675"/>
                    <a:pt x="986" y="3675"/>
                  </a:cubicBezTo>
                  <a:lnTo>
                    <a:pt x="5955" y="3675"/>
                  </a:lnTo>
                  <a:lnTo>
                    <a:pt x="6545" y="2023"/>
                  </a:lnTo>
                  <a:cubicBezTo>
                    <a:pt x="6580" y="1916"/>
                    <a:pt x="6502" y="1805"/>
                    <a:pt x="6389" y="1805"/>
                  </a:cubicBezTo>
                  <a:lnTo>
                    <a:pt x="4585" y="1805"/>
                  </a:lnTo>
                  <a:cubicBezTo>
                    <a:pt x="4472" y="1805"/>
                    <a:pt x="4394" y="1693"/>
                    <a:pt x="4432" y="1587"/>
                  </a:cubicBezTo>
                  <a:lnTo>
                    <a:pt x="4795" y="576"/>
                  </a:lnTo>
                  <a:lnTo>
                    <a:pt x="2466" y="576"/>
                  </a:lnTo>
                  <a:cubicBezTo>
                    <a:pt x="1826" y="576"/>
                    <a:pt x="1230" y="360"/>
                    <a:pt x="7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0"/>
            <p:cNvSpPr/>
            <p:nvPr/>
          </p:nvSpPr>
          <p:spPr>
            <a:xfrm>
              <a:off x="7199057" y="1931210"/>
              <a:ext cx="83450" cy="16307"/>
            </a:xfrm>
            <a:custGeom>
              <a:rect b="b" l="l" r="r" t="t"/>
              <a:pathLst>
                <a:path extrusionOk="0" h="1251" w="6402">
                  <a:moveTo>
                    <a:pt x="57" y="0"/>
                  </a:moveTo>
                  <a:cubicBezTo>
                    <a:pt x="49" y="78"/>
                    <a:pt x="42" y="157"/>
                    <a:pt x="36" y="236"/>
                  </a:cubicBezTo>
                  <a:cubicBezTo>
                    <a:pt x="1" y="784"/>
                    <a:pt x="437" y="1250"/>
                    <a:pt x="988" y="1250"/>
                  </a:cubicBezTo>
                  <a:lnTo>
                    <a:pt x="5956" y="1250"/>
                  </a:lnTo>
                  <a:lnTo>
                    <a:pt x="6402" y="2"/>
                  </a:lnTo>
                  <a:lnTo>
                    <a:pt x="57" y="2"/>
                  </a:lnTo>
                  <a:lnTo>
                    <a:pt x="57" y="0"/>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0"/>
            <p:cNvSpPr/>
            <p:nvPr/>
          </p:nvSpPr>
          <p:spPr>
            <a:xfrm>
              <a:off x="7300404" y="1902143"/>
              <a:ext cx="83919" cy="45349"/>
            </a:xfrm>
            <a:custGeom>
              <a:rect b="b" l="l" r="r" t="t"/>
              <a:pathLst>
                <a:path extrusionOk="0" h="3479" w="6438">
                  <a:moveTo>
                    <a:pt x="5776" y="0"/>
                  </a:moveTo>
                  <a:cubicBezTo>
                    <a:pt x="5413" y="241"/>
                    <a:pt x="4978" y="381"/>
                    <a:pt x="4513" y="381"/>
                  </a:cubicBezTo>
                  <a:lnTo>
                    <a:pt x="3797" y="381"/>
                  </a:lnTo>
                  <a:cubicBezTo>
                    <a:pt x="3849" y="656"/>
                    <a:pt x="3883" y="933"/>
                    <a:pt x="3903" y="1216"/>
                  </a:cubicBezTo>
                  <a:cubicBezTo>
                    <a:pt x="3939" y="1764"/>
                    <a:pt x="3503" y="2230"/>
                    <a:pt x="2952" y="2230"/>
                  </a:cubicBezTo>
                  <a:lnTo>
                    <a:pt x="795" y="2230"/>
                  </a:lnTo>
                  <a:lnTo>
                    <a:pt x="0" y="3479"/>
                  </a:lnTo>
                  <a:lnTo>
                    <a:pt x="5453" y="3479"/>
                  </a:lnTo>
                  <a:cubicBezTo>
                    <a:pt x="6001" y="3479"/>
                    <a:pt x="6437" y="3012"/>
                    <a:pt x="6401" y="2464"/>
                  </a:cubicBezTo>
                  <a:cubicBezTo>
                    <a:pt x="6344" y="1603"/>
                    <a:pt x="6133" y="772"/>
                    <a:pt x="5776"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0"/>
            <p:cNvSpPr/>
            <p:nvPr/>
          </p:nvSpPr>
          <p:spPr>
            <a:xfrm>
              <a:off x="7126075" y="1787724"/>
              <a:ext cx="331285" cy="416690"/>
            </a:xfrm>
            <a:custGeom>
              <a:rect b="b" l="l" r="r" t="t"/>
              <a:pathLst>
                <a:path extrusionOk="0" h="31967" w="25415">
                  <a:moveTo>
                    <a:pt x="11695" y="936"/>
                  </a:moveTo>
                  <a:cubicBezTo>
                    <a:pt x="12629" y="936"/>
                    <a:pt x="13506" y="1396"/>
                    <a:pt x="14041" y="2163"/>
                  </a:cubicBezTo>
                  <a:cubicBezTo>
                    <a:pt x="14187" y="2374"/>
                    <a:pt x="14423" y="2487"/>
                    <a:pt x="14663" y="2487"/>
                  </a:cubicBezTo>
                  <a:cubicBezTo>
                    <a:pt x="14812" y="2487"/>
                    <a:pt x="14963" y="2443"/>
                    <a:pt x="15095" y="2353"/>
                  </a:cubicBezTo>
                  <a:cubicBezTo>
                    <a:pt x="15406" y="2138"/>
                    <a:pt x="15770" y="2024"/>
                    <a:pt x="16148" y="2024"/>
                  </a:cubicBezTo>
                  <a:cubicBezTo>
                    <a:pt x="16181" y="2024"/>
                    <a:pt x="16214" y="2025"/>
                    <a:pt x="16247" y="2027"/>
                  </a:cubicBezTo>
                  <a:cubicBezTo>
                    <a:pt x="17413" y="2087"/>
                    <a:pt x="18239" y="3202"/>
                    <a:pt x="17953" y="4337"/>
                  </a:cubicBezTo>
                  <a:cubicBezTo>
                    <a:pt x="17857" y="4723"/>
                    <a:pt x="18079" y="5122"/>
                    <a:pt x="18460" y="5244"/>
                  </a:cubicBezTo>
                  <a:cubicBezTo>
                    <a:pt x="19151" y="5464"/>
                    <a:pt x="19625" y="6071"/>
                    <a:pt x="19682" y="6782"/>
                  </a:cubicBezTo>
                  <a:cubicBezTo>
                    <a:pt x="19682" y="6788"/>
                    <a:pt x="19682" y="6794"/>
                    <a:pt x="19684" y="6798"/>
                  </a:cubicBezTo>
                  <a:cubicBezTo>
                    <a:pt x="19758" y="7837"/>
                    <a:pt x="18912" y="8692"/>
                    <a:pt x="17888" y="8692"/>
                  </a:cubicBezTo>
                  <a:lnTo>
                    <a:pt x="16092" y="8692"/>
                  </a:lnTo>
                  <a:cubicBezTo>
                    <a:pt x="16100" y="8339"/>
                    <a:pt x="15815" y="8047"/>
                    <a:pt x="15462" y="8047"/>
                  </a:cubicBezTo>
                  <a:lnTo>
                    <a:pt x="14156" y="8047"/>
                  </a:lnTo>
                  <a:lnTo>
                    <a:pt x="14436" y="7263"/>
                  </a:lnTo>
                  <a:lnTo>
                    <a:pt x="14714" y="7263"/>
                  </a:lnTo>
                  <a:cubicBezTo>
                    <a:pt x="14973" y="7263"/>
                    <a:pt x="15182" y="7054"/>
                    <a:pt x="15182" y="6795"/>
                  </a:cubicBezTo>
                  <a:cubicBezTo>
                    <a:pt x="15182" y="6537"/>
                    <a:pt x="14973" y="6327"/>
                    <a:pt x="14714" y="6327"/>
                  </a:cubicBezTo>
                  <a:lnTo>
                    <a:pt x="10575" y="6327"/>
                  </a:lnTo>
                  <a:cubicBezTo>
                    <a:pt x="10316" y="6327"/>
                    <a:pt x="10105" y="6537"/>
                    <a:pt x="10105" y="6795"/>
                  </a:cubicBezTo>
                  <a:cubicBezTo>
                    <a:pt x="10105" y="7048"/>
                    <a:pt x="10309" y="7263"/>
                    <a:pt x="10576" y="7263"/>
                  </a:cubicBezTo>
                  <a:lnTo>
                    <a:pt x="10065" y="8692"/>
                  </a:lnTo>
                  <a:lnTo>
                    <a:pt x="8066" y="8691"/>
                  </a:lnTo>
                  <a:cubicBezTo>
                    <a:pt x="6783" y="8691"/>
                    <a:pt x="5733" y="7663"/>
                    <a:pt x="5722" y="6401"/>
                  </a:cubicBezTo>
                  <a:cubicBezTo>
                    <a:pt x="5713" y="5108"/>
                    <a:pt x="6759" y="4074"/>
                    <a:pt x="8028" y="4074"/>
                  </a:cubicBezTo>
                  <a:cubicBezTo>
                    <a:pt x="8048" y="4074"/>
                    <a:pt x="8068" y="4074"/>
                    <a:pt x="8088" y="4075"/>
                  </a:cubicBezTo>
                  <a:cubicBezTo>
                    <a:pt x="8095" y="4075"/>
                    <a:pt x="8101" y="4075"/>
                    <a:pt x="8108" y="4075"/>
                  </a:cubicBezTo>
                  <a:cubicBezTo>
                    <a:pt x="8490" y="4075"/>
                    <a:pt x="8812" y="3795"/>
                    <a:pt x="8863" y="3415"/>
                  </a:cubicBezTo>
                  <a:cubicBezTo>
                    <a:pt x="9051" y="2003"/>
                    <a:pt x="10267" y="936"/>
                    <a:pt x="11695" y="936"/>
                  </a:cubicBezTo>
                  <a:close/>
                  <a:moveTo>
                    <a:pt x="13440" y="7263"/>
                  </a:moveTo>
                  <a:lnTo>
                    <a:pt x="13070" y="8301"/>
                  </a:lnTo>
                  <a:cubicBezTo>
                    <a:pt x="12951" y="8632"/>
                    <a:pt x="13198" y="8984"/>
                    <a:pt x="13551" y="8984"/>
                  </a:cubicBezTo>
                  <a:lnTo>
                    <a:pt x="14902" y="8984"/>
                  </a:lnTo>
                  <a:lnTo>
                    <a:pt x="14724" y="9263"/>
                  </a:lnTo>
                  <a:cubicBezTo>
                    <a:pt x="14587" y="9481"/>
                    <a:pt x="14648" y="9771"/>
                    <a:pt x="14868" y="9909"/>
                  </a:cubicBezTo>
                  <a:cubicBezTo>
                    <a:pt x="14946" y="9958"/>
                    <a:pt x="15033" y="9982"/>
                    <a:pt x="15119" y="9982"/>
                  </a:cubicBezTo>
                  <a:cubicBezTo>
                    <a:pt x="15274" y="9982"/>
                    <a:pt x="15425" y="9906"/>
                    <a:pt x="15514" y="9766"/>
                  </a:cubicBezTo>
                  <a:lnTo>
                    <a:pt x="15600" y="9629"/>
                  </a:lnTo>
                  <a:lnTo>
                    <a:pt x="17884" y="9629"/>
                  </a:lnTo>
                  <a:cubicBezTo>
                    <a:pt x="18247" y="9629"/>
                    <a:pt x="18593" y="9559"/>
                    <a:pt x="18910" y="9430"/>
                  </a:cubicBezTo>
                  <a:cubicBezTo>
                    <a:pt x="19132" y="10018"/>
                    <a:pt x="19266" y="10637"/>
                    <a:pt x="19308" y="11274"/>
                  </a:cubicBezTo>
                  <a:cubicBezTo>
                    <a:pt x="19325" y="11554"/>
                    <a:pt x="19105" y="11789"/>
                    <a:pt x="18825" y="11789"/>
                  </a:cubicBezTo>
                  <a:lnTo>
                    <a:pt x="14226" y="11789"/>
                  </a:lnTo>
                  <a:lnTo>
                    <a:pt x="14314" y="11651"/>
                  </a:lnTo>
                  <a:cubicBezTo>
                    <a:pt x="14452" y="11432"/>
                    <a:pt x="14389" y="11143"/>
                    <a:pt x="14170" y="11005"/>
                  </a:cubicBezTo>
                  <a:cubicBezTo>
                    <a:pt x="14092" y="10955"/>
                    <a:pt x="14004" y="10932"/>
                    <a:pt x="13918" y="10932"/>
                  </a:cubicBezTo>
                  <a:cubicBezTo>
                    <a:pt x="13763" y="10932"/>
                    <a:pt x="13613" y="11008"/>
                    <a:pt x="13525" y="11149"/>
                  </a:cubicBezTo>
                  <a:lnTo>
                    <a:pt x="13116" y="11790"/>
                  </a:lnTo>
                  <a:lnTo>
                    <a:pt x="12219" y="11790"/>
                  </a:lnTo>
                  <a:lnTo>
                    <a:pt x="12585" y="10764"/>
                  </a:lnTo>
                  <a:cubicBezTo>
                    <a:pt x="12731" y="10354"/>
                    <a:pt x="12427" y="9922"/>
                    <a:pt x="11991" y="9922"/>
                  </a:cubicBezTo>
                  <a:lnTo>
                    <a:pt x="10620" y="9922"/>
                  </a:lnTo>
                  <a:cubicBezTo>
                    <a:pt x="11095" y="8590"/>
                    <a:pt x="11302" y="8015"/>
                    <a:pt x="11569" y="7263"/>
                  </a:cubicBezTo>
                  <a:close/>
                  <a:moveTo>
                    <a:pt x="3453" y="14438"/>
                  </a:moveTo>
                  <a:lnTo>
                    <a:pt x="3803" y="19182"/>
                  </a:lnTo>
                  <a:cubicBezTo>
                    <a:pt x="2202" y="19065"/>
                    <a:pt x="935" y="17725"/>
                    <a:pt x="935" y="16095"/>
                  </a:cubicBezTo>
                  <a:lnTo>
                    <a:pt x="935" y="15886"/>
                  </a:lnTo>
                  <a:cubicBezTo>
                    <a:pt x="935" y="15088"/>
                    <a:pt x="1585" y="14438"/>
                    <a:pt x="2383" y="14438"/>
                  </a:cubicBezTo>
                  <a:close/>
                  <a:moveTo>
                    <a:pt x="23030" y="14438"/>
                  </a:moveTo>
                  <a:cubicBezTo>
                    <a:pt x="23828" y="14438"/>
                    <a:pt x="24476" y="15088"/>
                    <a:pt x="24476" y="15886"/>
                  </a:cubicBezTo>
                  <a:lnTo>
                    <a:pt x="24476" y="16095"/>
                  </a:lnTo>
                  <a:cubicBezTo>
                    <a:pt x="24476" y="17725"/>
                    <a:pt x="23211" y="19065"/>
                    <a:pt x="21609" y="19182"/>
                  </a:cubicBezTo>
                  <a:lnTo>
                    <a:pt x="21958" y="14438"/>
                  </a:lnTo>
                  <a:close/>
                  <a:moveTo>
                    <a:pt x="16799" y="27173"/>
                  </a:moveTo>
                  <a:lnTo>
                    <a:pt x="16799" y="27956"/>
                  </a:lnTo>
                  <a:cubicBezTo>
                    <a:pt x="16799" y="29040"/>
                    <a:pt x="17431" y="30041"/>
                    <a:pt x="18406" y="30509"/>
                  </a:cubicBezTo>
                  <a:lnTo>
                    <a:pt x="19493" y="31030"/>
                  </a:lnTo>
                  <a:lnTo>
                    <a:pt x="5921" y="31030"/>
                  </a:lnTo>
                  <a:lnTo>
                    <a:pt x="7006" y="30509"/>
                  </a:lnTo>
                  <a:cubicBezTo>
                    <a:pt x="7982" y="30041"/>
                    <a:pt x="8613" y="29038"/>
                    <a:pt x="8613" y="27956"/>
                  </a:cubicBezTo>
                  <a:lnTo>
                    <a:pt x="8613" y="27177"/>
                  </a:lnTo>
                  <a:cubicBezTo>
                    <a:pt x="10074" y="28034"/>
                    <a:pt x="11590" y="28514"/>
                    <a:pt x="12707" y="28514"/>
                  </a:cubicBezTo>
                  <a:cubicBezTo>
                    <a:pt x="13868" y="28514"/>
                    <a:pt x="15384" y="27999"/>
                    <a:pt x="16799" y="27173"/>
                  </a:cubicBezTo>
                  <a:close/>
                  <a:moveTo>
                    <a:pt x="11698" y="1"/>
                  </a:moveTo>
                  <a:cubicBezTo>
                    <a:pt x="9856" y="1"/>
                    <a:pt x="8276" y="1338"/>
                    <a:pt x="7960" y="3138"/>
                  </a:cubicBezTo>
                  <a:cubicBezTo>
                    <a:pt x="6098" y="3179"/>
                    <a:pt x="4667" y="4773"/>
                    <a:pt x="4796" y="6610"/>
                  </a:cubicBezTo>
                  <a:cubicBezTo>
                    <a:pt x="3668" y="8345"/>
                    <a:pt x="3153" y="10354"/>
                    <a:pt x="3308" y="12429"/>
                  </a:cubicBezTo>
                  <a:lnTo>
                    <a:pt x="3387" y="13502"/>
                  </a:lnTo>
                  <a:lnTo>
                    <a:pt x="2385" y="13502"/>
                  </a:lnTo>
                  <a:cubicBezTo>
                    <a:pt x="1071" y="13502"/>
                    <a:pt x="1" y="14570"/>
                    <a:pt x="1" y="15887"/>
                  </a:cubicBezTo>
                  <a:lnTo>
                    <a:pt x="1" y="16097"/>
                  </a:lnTo>
                  <a:cubicBezTo>
                    <a:pt x="1" y="18268"/>
                    <a:pt x="1724" y="20043"/>
                    <a:pt x="3875" y="20126"/>
                  </a:cubicBezTo>
                  <a:lnTo>
                    <a:pt x="3918" y="20700"/>
                  </a:lnTo>
                  <a:cubicBezTo>
                    <a:pt x="4097" y="23132"/>
                    <a:pt x="5742" y="25178"/>
                    <a:pt x="7679" y="26569"/>
                  </a:cubicBezTo>
                  <a:lnTo>
                    <a:pt x="7679" y="27958"/>
                  </a:lnTo>
                  <a:cubicBezTo>
                    <a:pt x="7679" y="28682"/>
                    <a:pt x="7257" y="29354"/>
                    <a:pt x="6604" y="29665"/>
                  </a:cubicBezTo>
                  <a:lnTo>
                    <a:pt x="4676" y="30591"/>
                  </a:lnTo>
                  <a:cubicBezTo>
                    <a:pt x="4370" y="30739"/>
                    <a:pt x="4208" y="31074"/>
                    <a:pt x="4284" y="31404"/>
                  </a:cubicBezTo>
                  <a:cubicBezTo>
                    <a:pt x="4358" y="31736"/>
                    <a:pt x="4650" y="31967"/>
                    <a:pt x="4990" y="31967"/>
                  </a:cubicBezTo>
                  <a:lnTo>
                    <a:pt x="20430" y="31967"/>
                  </a:lnTo>
                  <a:cubicBezTo>
                    <a:pt x="20771" y="31967"/>
                    <a:pt x="21060" y="31736"/>
                    <a:pt x="21137" y="31404"/>
                  </a:cubicBezTo>
                  <a:cubicBezTo>
                    <a:pt x="21212" y="31071"/>
                    <a:pt x="21051" y="30739"/>
                    <a:pt x="20744" y="30591"/>
                  </a:cubicBezTo>
                  <a:lnTo>
                    <a:pt x="18815" y="29665"/>
                  </a:lnTo>
                  <a:cubicBezTo>
                    <a:pt x="18162" y="29352"/>
                    <a:pt x="17741" y="28681"/>
                    <a:pt x="17741" y="27958"/>
                  </a:cubicBezTo>
                  <a:lnTo>
                    <a:pt x="17741" y="26570"/>
                  </a:lnTo>
                  <a:cubicBezTo>
                    <a:pt x="18020" y="26371"/>
                    <a:pt x="18293" y="26160"/>
                    <a:pt x="18553" y="25939"/>
                  </a:cubicBezTo>
                  <a:cubicBezTo>
                    <a:pt x="18749" y="25769"/>
                    <a:pt x="18771" y="25474"/>
                    <a:pt x="18602" y="25279"/>
                  </a:cubicBezTo>
                  <a:cubicBezTo>
                    <a:pt x="18509" y="25171"/>
                    <a:pt x="18378" y="25115"/>
                    <a:pt x="18246" y="25115"/>
                  </a:cubicBezTo>
                  <a:cubicBezTo>
                    <a:pt x="18138" y="25115"/>
                    <a:pt x="18031" y="25152"/>
                    <a:pt x="17943" y="25228"/>
                  </a:cubicBezTo>
                  <a:cubicBezTo>
                    <a:pt x="16138" y="26772"/>
                    <a:pt x="13947" y="27582"/>
                    <a:pt x="12711" y="27582"/>
                  </a:cubicBezTo>
                  <a:cubicBezTo>
                    <a:pt x="10068" y="27582"/>
                    <a:pt x="5142" y="24540"/>
                    <a:pt x="4853" y="20632"/>
                  </a:cubicBezTo>
                  <a:cubicBezTo>
                    <a:pt x="4749" y="19218"/>
                    <a:pt x="4702" y="18567"/>
                    <a:pt x="4682" y="18295"/>
                  </a:cubicBezTo>
                  <a:lnTo>
                    <a:pt x="4682" y="18295"/>
                  </a:lnTo>
                  <a:cubicBezTo>
                    <a:pt x="4684" y="18330"/>
                    <a:pt x="4685" y="18343"/>
                    <a:pt x="4685" y="18343"/>
                  </a:cubicBezTo>
                  <a:cubicBezTo>
                    <a:pt x="4685" y="18343"/>
                    <a:pt x="4669" y="18125"/>
                    <a:pt x="4669" y="18125"/>
                  </a:cubicBezTo>
                  <a:lnTo>
                    <a:pt x="4669" y="18125"/>
                  </a:lnTo>
                  <a:cubicBezTo>
                    <a:pt x="4669" y="18125"/>
                    <a:pt x="4673" y="18169"/>
                    <a:pt x="4682" y="18295"/>
                  </a:cubicBezTo>
                  <a:lnTo>
                    <a:pt x="4682" y="18295"/>
                  </a:lnTo>
                  <a:cubicBezTo>
                    <a:pt x="4664" y="18059"/>
                    <a:pt x="4574" y="16839"/>
                    <a:pt x="4244" y="12363"/>
                  </a:cubicBezTo>
                  <a:cubicBezTo>
                    <a:pt x="4127" y="10782"/>
                    <a:pt x="4442" y="9245"/>
                    <a:pt x="5153" y="7864"/>
                  </a:cubicBezTo>
                  <a:cubicBezTo>
                    <a:pt x="5317" y="8177"/>
                    <a:pt x="5532" y="8463"/>
                    <a:pt x="5785" y="8707"/>
                  </a:cubicBezTo>
                  <a:cubicBezTo>
                    <a:pt x="5436" y="9497"/>
                    <a:pt x="5231" y="10341"/>
                    <a:pt x="5173" y="11212"/>
                  </a:cubicBezTo>
                  <a:cubicBezTo>
                    <a:pt x="5119" y="12030"/>
                    <a:pt x="5770" y="12726"/>
                    <a:pt x="6590" y="12726"/>
                  </a:cubicBezTo>
                  <a:lnTo>
                    <a:pt x="8284" y="12726"/>
                  </a:lnTo>
                  <a:cubicBezTo>
                    <a:pt x="8543" y="12726"/>
                    <a:pt x="8754" y="12516"/>
                    <a:pt x="8754" y="12258"/>
                  </a:cubicBezTo>
                  <a:cubicBezTo>
                    <a:pt x="8754" y="12000"/>
                    <a:pt x="8543" y="11790"/>
                    <a:pt x="8284" y="11790"/>
                  </a:cubicBezTo>
                  <a:lnTo>
                    <a:pt x="6590" y="11790"/>
                  </a:lnTo>
                  <a:cubicBezTo>
                    <a:pt x="6310" y="11790"/>
                    <a:pt x="6089" y="11554"/>
                    <a:pt x="6108" y="11275"/>
                  </a:cubicBezTo>
                  <a:cubicBezTo>
                    <a:pt x="6154" y="10578"/>
                    <a:pt x="6308" y="9903"/>
                    <a:pt x="6567" y="9265"/>
                  </a:cubicBezTo>
                  <a:cubicBezTo>
                    <a:pt x="7019" y="9497"/>
                    <a:pt x="7530" y="9629"/>
                    <a:pt x="8072" y="9629"/>
                  </a:cubicBezTo>
                  <a:lnTo>
                    <a:pt x="9734" y="9629"/>
                  </a:lnTo>
                  <a:lnTo>
                    <a:pt x="9596" y="10014"/>
                  </a:lnTo>
                  <a:cubicBezTo>
                    <a:pt x="9450" y="10426"/>
                    <a:pt x="9754" y="10858"/>
                    <a:pt x="10190" y="10858"/>
                  </a:cubicBezTo>
                  <a:lnTo>
                    <a:pt x="11560" y="10858"/>
                  </a:lnTo>
                  <a:lnTo>
                    <a:pt x="11226" y="11790"/>
                  </a:lnTo>
                  <a:lnTo>
                    <a:pt x="10470" y="11790"/>
                  </a:lnTo>
                  <a:cubicBezTo>
                    <a:pt x="10212" y="11790"/>
                    <a:pt x="10002" y="12000"/>
                    <a:pt x="10002" y="12258"/>
                  </a:cubicBezTo>
                  <a:cubicBezTo>
                    <a:pt x="10002" y="12516"/>
                    <a:pt x="10212" y="12726"/>
                    <a:pt x="10470" y="12726"/>
                  </a:cubicBezTo>
                  <a:lnTo>
                    <a:pt x="18828" y="12726"/>
                  </a:lnTo>
                  <a:cubicBezTo>
                    <a:pt x="19648" y="12726"/>
                    <a:pt x="20299" y="12030"/>
                    <a:pt x="20245" y="11212"/>
                  </a:cubicBezTo>
                  <a:cubicBezTo>
                    <a:pt x="20193" y="10421"/>
                    <a:pt x="20018" y="9654"/>
                    <a:pt x="19725" y="8926"/>
                  </a:cubicBezTo>
                  <a:cubicBezTo>
                    <a:pt x="19992" y="8685"/>
                    <a:pt x="20213" y="8395"/>
                    <a:pt x="20367" y="8070"/>
                  </a:cubicBezTo>
                  <a:cubicBezTo>
                    <a:pt x="21008" y="9397"/>
                    <a:pt x="21283" y="10859"/>
                    <a:pt x="21174" y="12363"/>
                  </a:cubicBezTo>
                  <a:cubicBezTo>
                    <a:pt x="20994" y="14832"/>
                    <a:pt x="20758" y="18005"/>
                    <a:pt x="20565" y="20632"/>
                  </a:cubicBezTo>
                  <a:cubicBezTo>
                    <a:pt x="20487" y="21691"/>
                    <a:pt x="20080" y="22726"/>
                    <a:pt x="19358" y="23713"/>
                  </a:cubicBezTo>
                  <a:cubicBezTo>
                    <a:pt x="19204" y="23921"/>
                    <a:pt x="19250" y="24215"/>
                    <a:pt x="19458" y="24367"/>
                  </a:cubicBezTo>
                  <a:cubicBezTo>
                    <a:pt x="19542" y="24428"/>
                    <a:pt x="19639" y="24458"/>
                    <a:pt x="19735" y="24458"/>
                  </a:cubicBezTo>
                  <a:cubicBezTo>
                    <a:pt x="19880" y="24458"/>
                    <a:pt x="20021" y="24392"/>
                    <a:pt x="20113" y="24267"/>
                  </a:cubicBezTo>
                  <a:cubicBezTo>
                    <a:pt x="20941" y="23136"/>
                    <a:pt x="21405" y="21937"/>
                    <a:pt x="21497" y="20701"/>
                  </a:cubicBezTo>
                  <a:lnTo>
                    <a:pt x="21540" y="20127"/>
                  </a:lnTo>
                  <a:cubicBezTo>
                    <a:pt x="23691" y="20044"/>
                    <a:pt x="25415" y="18269"/>
                    <a:pt x="25415" y="16098"/>
                  </a:cubicBezTo>
                  <a:lnTo>
                    <a:pt x="25415" y="15888"/>
                  </a:lnTo>
                  <a:cubicBezTo>
                    <a:pt x="25413" y="14571"/>
                    <a:pt x="24344" y="13499"/>
                    <a:pt x="23030" y="13499"/>
                  </a:cubicBezTo>
                  <a:lnTo>
                    <a:pt x="22028" y="13499"/>
                  </a:lnTo>
                  <a:lnTo>
                    <a:pt x="22107" y="12427"/>
                  </a:lnTo>
                  <a:cubicBezTo>
                    <a:pt x="22262" y="10345"/>
                    <a:pt x="21741" y="8328"/>
                    <a:pt x="20606" y="6590"/>
                  </a:cubicBezTo>
                  <a:cubicBezTo>
                    <a:pt x="20486" y="5604"/>
                    <a:pt x="19838" y="4765"/>
                    <a:pt x="18899" y="4403"/>
                  </a:cubicBezTo>
                  <a:cubicBezTo>
                    <a:pt x="19214" y="2730"/>
                    <a:pt x="17976" y="1178"/>
                    <a:pt x="16297" y="1091"/>
                  </a:cubicBezTo>
                  <a:cubicBezTo>
                    <a:pt x="16248" y="1089"/>
                    <a:pt x="16199" y="1088"/>
                    <a:pt x="16150" y="1088"/>
                  </a:cubicBezTo>
                  <a:cubicBezTo>
                    <a:pt x="15637" y="1088"/>
                    <a:pt x="15145" y="1224"/>
                    <a:pt x="14710" y="1487"/>
                  </a:cubicBezTo>
                  <a:cubicBezTo>
                    <a:pt x="13994" y="553"/>
                    <a:pt x="12880" y="1"/>
                    <a:pt x="116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0"/>
            <p:cNvSpPr/>
            <p:nvPr/>
          </p:nvSpPr>
          <p:spPr>
            <a:xfrm>
              <a:off x="7220682" y="1981628"/>
              <a:ext cx="60860" cy="12227"/>
            </a:xfrm>
            <a:custGeom>
              <a:rect b="b" l="l" r="r" t="t"/>
              <a:pathLst>
                <a:path extrusionOk="0" h="938" w="4669">
                  <a:moveTo>
                    <a:pt x="470" y="1"/>
                  </a:moveTo>
                  <a:cubicBezTo>
                    <a:pt x="211" y="1"/>
                    <a:pt x="0" y="212"/>
                    <a:pt x="0" y="470"/>
                  </a:cubicBezTo>
                  <a:cubicBezTo>
                    <a:pt x="0" y="728"/>
                    <a:pt x="211" y="938"/>
                    <a:pt x="470" y="938"/>
                  </a:cubicBezTo>
                  <a:lnTo>
                    <a:pt x="4200" y="938"/>
                  </a:lnTo>
                  <a:cubicBezTo>
                    <a:pt x="4460" y="938"/>
                    <a:pt x="4668" y="730"/>
                    <a:pt x="4668" y="470"/>
                  </a:cubicBezTo>
                  <a:cubicBezTo>
                    <a:pt x="4668" y="212"/>
                    <a:pt x="4459" y="1"/>
                    <a:pt x="420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0"/>
            <p:cNvSpPr/>
            <p:nvPr/>
          </p:nvSpPr>
          <p:spPr>
            <a:xfrm>
              <a:off x="7285609" y="1981628"/>
              <a:ext cx="77089" cy="76763"/>
            </a:xfrm>
            <a:custGeom>
              <a:rect b="b" l="l" r="r" t="t"/>
              <a:pathLst>
                <a:path extrusionOk="0" h="5889" w="5914">
                  <a:moveTo>
                    <a:pt x="2960" y="1"/>
                  </a:moveTo>
                  <a:cubicBezTo>
                    <a:pt x="2015" y="1"/>
                    <a:pt x="1246" y="771"/>
                    <a:pt x="1246" y="1716"/>
                  </a:cubicBezTo>
                  <a:lnTo>
                    <a:pt x="1246" y="4174"/>
                  </a:lnTo>
                  <a:cubicBezTo>
                    <a:pt x="1246" y="4603"/>
                    <a:pt x="897" y="4951"/>
                    <a:pt x="468" y="4951"/>
                  </a:cubicBezTo>
                  <a:cubicBezTo>
                    <a:pt x="210" y="4951"/>
                    <a:pt x="0" y="5162"/>
                    <a:pt x="0" y="5421"/>
                  </a:cubicBezTo>
                  <a:cubicBezTo>
                    <a:pt x="0" y="5679"/>
                    <a:pt x="210" y="5888"/>
                    <a:pt x="468" y="5888"/>
                  </a:cubicBezTo>
                  <a:cubicBezTo>
                    <a:pt x="1413" y="5888"/>
                    <a:pt x="2183" y="5119"/>
                    <a:pt x="2183" y="4174"/>
                  </a:cubicBezTo>
                  <a:lnTo>
                    <a:pt x="2183" y="1716"/>
                  </a:lnTo>
                  <a:cubicBezTo>
                    <a:pt x="2183" y="1288"/>
                    <a:pt x="2533" y="938"/>
                    <a:pt x="2960" y="938"/>
                  </a:cubicBezTo>
                  <a:lnTo>
                    <a:pt x="5446" y="938"/>
                  </a:lnTo>
                  <a:cubicBezTo>
                    <a:pt x="5704" y="938"/>
                    <a:pt x="5913" y="730"/>
                    <a:pt x="5913" y="470"/>
                  </a:cubicBezTo>
                  <a:cubicBezTo>
                    <a:pt x="5913" y="212"/>
                    <a:pt x="5704"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0"/>
            <p:cNvSpPr/>
            <p:nvPr/>
          </p:nvSpPr>
          <p:spPr>
            <a:xfrm>
              <a:off x="7244940" y="2087783"/>
              <a:ext cx="93539" cy="22942"/>
            </a:xfrm>
            <a:custGeom>
              <a:rect b="b" l="l" r="r" t="t"/>
              <a:pathLst>
                <a:path extrusionOk="0" h="1760" w="7176">
                  <a:moveTo>
                    <a:pt x="3588" y="0"/>
                  </a:moveTo>
                  <a:cubicBezTo>
                    <a:pt x="2601" y="0"/>
                    <a:pt x="1615" y="226"/>
                    <a:pt x="715" y="677"/>
                  </a:cubicBezTo>
                  <a:lnTo>
                    <a:pt x="325" y="874"/>
                  </a:lnTo>
                  <a:cubicBezTo>
                    <a:pt x="94" y="990"/>
                    <a:pt x="1" y="1273"/>
                    <a:pt x="117" y="1502"/>
                  </a:cubicBezTo>
                  <a:cubicBezTo>
                    <a:pt x="197" y="1665"/>
                    <a:pt x="362" y="1760"/>
                    <a:pt x="534" y="1760"/>
                  </a:cubicBezTo>
                  <a:cubicBezTo>
                    <a:pt x="604" y="1760"/>
                    <a:pt x="675" y="1744"/>
                    <a:pt x="742" y="1711"/>
                  </a:cubicBezTo>
                  <a:lnTo>
                    <a:pt x="1136" y="1512"/>
                  </a:lnTo>
                  <a:cubicBezTo>
                    <a:pt x="1903" y="1128"/>
                    <a:pt x="2745" y="936"/>
                    <a:pt x="3587" y="936"/>
                  </a:cubicBezTo>
                  <a:cubicBezTo>
                    <a:pt x="4429" y="936"/>
                    <a:pt x="5271" y="1128"/>
                    <a:pt x="6039" y="1512"/>
                  </a:cubicBezTo>
                  <a:lnTo>
                    <a:pt x="6430" y="1711"/>
                  </a:lnTo>
                  <a:cubicBezTo>
                    <a:pt x="6498" y="1744"/>
                    <a:pt x="6569" y="1760"/>
                    <a:pt x="6640" y="1760"/>
                  </a:cubicBezTo>
                  <a:cubicBezTo>
                    <a:pt x="6811" y="1760"/>
                    <a:pt x="6976" y="1666"/>
                    <a:pt x="7058" y="1502"/>
                  </a:cubicBezTo>
                  <a:cubicBezTo>
                    <a:pt x="7175" y="1270"/>
                    <a:pt x="7082" y="989"/>
                    <a:pt x="6849" y="874"/>
                  </a:cubicBezTo>
                  <a:lnTo>
                    <a:pt x="6459" y="677"/>
                  </a:lnTo>
                  <a:cubicBezTo>
                    <a:pt x="5560" y="226"/>
                    <a:pt x="4574" y="0"/>
                    <a:pt x="358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7" name="Google Shape;6497;p70"/>
          <p:cNvGrpSpPr/>
          <p:nvPr/>
        </p:nvGrpSpPr>
        <p:grpSpPr>
          <a:xfrm>
            <a:off x="5020875" y="3388139"/>
            <a:ext cx="331262" cy="416530"/>
            <a:chOff x="5020875" y="3388139"/>
            <a:chExt cx="331262" cy="416530"/>
          </a:xfrm>
        </p:grpSpPr>
        <p:sp>
          <p:nvSpPr>
            <p:cNvPr id="6498" name="Google Shape;6498;p70"/>
            <p:cNvSpPr/>
            <p:nvPr/>
          </p:nvSpPr>
          <p:spPr>
            <a:xfrm>
              <a:off x="5295949" y="3570176"/>
              <a:ext cx="50074" cy="74154"/>
            </a:xfrm>
            <a:custGeom>
              <a:rect b="b" l="l" r="r" t="t"/>
              <a:pathLst>
                <a:path extrusionOk="0" h="5691" w="3843">
                  <a:moveTo>
                    <a:pt x="421" y="1"/>
                  </a:moveTo>
                  <a:lnTo>
                    <a:pt x="0" y="5690"/>
                  </a:lnTo>
                  <a:lnTo>
                    <a:pt x="279" y="5690"/>
                  </a:lnTo>
                  <a:cubicBezTo>
                    <a:pt x="2246" y="5690"/>
                    <a:pt x="3843" y="4093"/>
                    <a:pt x="3841" y="2128"/>
                  </a:cubicBezTo>
                  <a:lnTo>
                    <a:pt x="3841" y="1918"/>
                  </a:lnTo>
                  <a:cubicBezTo>
                    <a:pt x="3841" y="858"/>
                    <a:pt x="2983" y="1"/>
                    <a:pt x="1924" y="1"/>
                  </a:cubicBez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0"/>
            <p:cNvSpPr/>
            <p:nvPr/>
          </p:nvSpPr>
          <p:spPr>
            <a:xfrm>
              <a:off x="5027025" y="3570176"/>
              <a:ext cx="50074" cy="74154"/>
            </a:xfrm>
            <a:custGeom>
              <a:rect b="b" l="l" r="r" t="t"/>
              <a:pathLst>
                <a:path extrusionOk="0" h="5691" w="3843">
                  <a:moveTo>
                    <a:pt x="1918" y="1"/>
                  </a:moveTo>
                  <a:cubicBezTo>
                    <a:pt x="859" y="1"/>
                    <a:pt x="1" y="858"/>
                    <a:pt x="1" y="1918"/>
                  </a:cubicBezTo>
                  <a:lnTo>
                    <a:pt x="1" y="2128"/>
                  </a:lnTo>
                  <a:cubicBezTo>
                    <a:pt x="1" y="4093"/>
                    <a:pt x="1597" y="5690"/>
                    <a:pt x="3564" y="5690"/>
                  </a:cubicBezTo>
                  <a:lnTo>
                    <a:pt x="3842" y="5690"/>
                  </a:lnTo>
                  <a:lnTo>
                    <a:pt x="3423" y="1"/>
                  </a:ln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0"/>
            <p:cNvSpPr/>
            <p:nvPr/>
          </p:nvSpPr>
          <p:spPr>
            <a:xfrm>
              <a:off x="5081271" y="3731194"/>
              <a:ext cx="210474" cy="67417"/>
            </a:xfrm>
            <a:custGeom>
              <a:rect b="b" l="l" r="r" t="t"/>
              <a:pathLst>
                <a:path extrusionOk="0" h="5174" w="16153">
                  <a:moveTo>
                    <a:pt x="3516" y="0"/>
                  </a:moveTo>
                  <a:lnTo>
                    <a:pt x="3516" y="1630"/>
                  </a:lnTo>
                  <a:cubicBezTo>
                    <a:pt x="3516" y="2540"/>
                    <a:pt x="2994" y="3368"/>
                    <a:pt x="2175" y="3761"/>
                  </a:cubicBezTo>
                  <a:lnTo>
                    <a:pt x="246" y="4687"/>
                  </a:lnTo>
                  <a:cubicBezTo>
                    <a:pt x="1" y="4806"/>
                    <a:pt x="84" y="5173"/>
                    <a:pt x="357" y="5173"/>
                  </a:cubicBezTo>
                  <a:lnTo>
                    <a:pt x="15798" y="5173"/>
                  </a:lnTo>
                  <a:cubicBezTo>
                    <a:pt x="16070" y="5173"/>
                    <a:pt x="16152" y="4806"/>
                    <a:pt x="15908" y="4687"/>
                  </a:cubicBezTo>
                  <a:lnTo>
                    <a:pt x="13980" y="3761"/>
                  </a:lnTo>
                  <a:cubicBezTo>
                    <a:pt x="13160" y="3369"/>
                    <a:pt x="12638" y="2540"/>
                    <a:pt x="12638" y="1630"/>
                  </a:cubicBezTo>
                  <a:lnTo>
                    <a:pt x="12638" y="0"/>
                  </a:lnTo>
                  <a:cubicBezTo>
                    <a:pt x="11038" y="1095"/>
                    <a:pt x="9273" y="1721"/>
                    <a:pt x="8078" y="1721"/>
                  </a:cubicBezTo>
                  <a:cubicBezTo>
                    <a:pt x="6881" y="1721"/>
                    <a:pt x="5115" y="1095"/>
                    <a:pt x="3516" y="0"/>
                  </a:cubicBez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0"/>
            <p:cNvSpPr/>
            <p:nvPr/>
          </p:nvSpPr>
          <p:spPr>
            <a:xfrm>
              <a:off x="5065114" y="3424351"/>
              <a:ext cx="242788" cy="329255"/>
            </a:xfrm>
            <a:custGeom>
              <a:rect b="b" l="l" r="r" t="t"/>
              <a:pathLst>
                <a:path extrusionOk="0" h="25269" w="18633">
                  <a:moveTo>
                    <a:pt x="9318" y="1"/>
                  </a:moveTo>
                  <a:cubicBezTo>
                    <a:pt x="4111" y="1"/>
                    <a:pt x="1" y="4425"/>
                    <a:pt x="385" y="9616"/>
                  </a:cubicBezTo>
                  <a:lnTo>
                    <a:pt x="995" y="17887"/>
                  </a:lnTo>
                  <a:cubicBezTo>
                    <a:pt x="1315" y="22248"/>
                    <a:pt x="6692" y="25269"/>
                    <a:pt x="9319" y="25269"/>
                  </a:cubicBezTo>
                  <a:cubicBezTo>
                    <a:pt x="11947" y="25269"/>
                    <a:pt x="17322" y="22247"/>
                    <a:pt x="17643" y="17887"/>
                  </a:cubicBezTo>
                  <a:cubicBezTo>
                    <a:pt x="17642" y="17886"/>
                    <a:pt x="18250" y="9616"/>
                    <a:pt x="18250" y="9616"/>
                  </a:cubicBezTo>
                  <a:cubicBezTo>
                    <a:pt x="18632" y="4425"/>
                    <a:pt x="14522" y="1"/>
                    <a:pt x="9318" y="1"/>
                  </a:cubicBez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0"/>
            <p:cNvSpPr/>
            <p:nvPr/>
          </p:nvSpPr>
          <p:spPr>
            <a:xfrm>
              <a:off x="5128937" y="3429759"/>
              <a:ext cx="178068" cy="323835"/>
            </a:xfrm>
            <a:custGeom>
              <a:rect b="b" l="l" r="r" t="t"/>
              <a:pathLst>
                <a:path extrusionOk="0" h="24853" w="13666">
                  <a:moveTo>
                    <a:pt x="7122" y="1"/>
                  </a:moveTo>
                  <a:cubicBezTo>
                    <a:pt x="9573" y="1751"/>
                    <a:pt x="11094" y="4701"/>
                    <a:pt x="10856" y="7952"/>
                  </a:cubicBezTo>
                  <a:lnTo>
                    <a:pt x="10246" y="16223"/>
                  </a:lnTo>
                  <a:cubicBezTo>
                    <a:pt x="9924" y="20583"/>
                    <a:pt x="4549" y="23604"/>
                    <a:pt x="1920" y="23604"/>
                  </a:cubicBezTo>
                  <a:cubicBezTo>
                    <a:pt x="1375" y="23604"/>
                    <a:pt x="712" y="23472"/>
                    <a:pt x="0" y="23228"/>
                  </a:cubicBezTo>
                  <a:lnTo>
                    <a:pt x="0" y="23228"/>
                  </a:lnTo>
                  <a:cubicBezTo>
                    <a:pt x="1560" y="24264"/>
                    <a:pt x="3258" y="24852"/>
                    <a:pt x="4420" y="24852"/>
                  </a:cubicBezTo>
                  <a:cubicBezTo>
                    <a:pt x="7047" y="24852"/>
                    <a:pt x="12423" y="21829"/>
                    <a:pt x="12744" y="17471"/>
                  </a:cubicBezTo>
                  <a:lnTo>
                    <a:pt x="13354" y="9200"/>
                  </a:lnTo>
                  <a:cubicBezTo>
                    <a:pt x="13665" y="4951"/>
                    <a:pt x="10968" y="1215"/>
                    <a:pt x="7122"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0"/>
            <p:cNvSpPr/>
            <p:nvPr/>
          </p:nvSpPr>
          <p:spPr>
            <a:xfrm>
              <a:off x="5174257" y="3403632"/>
              <a:ext cx="74154" cy="134339"/>
            </a:xfrm>
            <a:custGeom>
              <a:rect b="b" l="l" r="r" t="t"/>
              <a:pathLst>
                <a:path extrusionOk="0" h="10310" w="5691">
                  <a:moveTo>
                    <a:pt x="4899" y="1"/>
                  </a:moveTo>
                  <a:cubicBezTo>
                    <a:pt x="4887" y="1"/>
                    <a:pt x="4875" y="4"/>
                    <a:pt x="4864" y="10"/>
                  </a:cubicBezTo>
                  <a:cubicBezTo>
                    <a:pt x="4376" y="261"/>
                    <a:pt x="1438" y="1869"/>
                    <a:pt x="398" y="4731"/>
                  </a:cubicBezTo>
                  <a:cubicBezTo>
                    <a:pt x="164" y="5373"/>
                    <a:pt x="45" y="6029"/>
                    <a:pt x="1" y="6665"/>
                  </a:cubicBezTo>
                  <a:cubicBezTo>
                    <a:pt x="599" y="8018"/>
                    <a:pt x="773" y="9411"/>
                    <a:pt x="816" y="10310"/>
                  </a:cubicBezTo>
                  <a:cubicBezTo>
                    <a:pt x="879" y="9024"/>
                    <a:pt x="1206" y="6719"/>
                    <a:pt x="2665" y="4982"/>
                  </a:cubicBezTo>
                  <a:cubicBezTo>
                    <a:pt x="3528" y="3953"/>
                    <a:pt x="4654" y="3278"/>
                    <a:pt x="5690" y="2841"/>
                  </a:cubicBezTo>
                  <a:cubicBezTo>
                    <a:pt x="5515" y="1426"/>
                    <a:pt x="5083" y="327"/>
                    <a:pt x="4964" y="45"/>
                  </a:cubicBezTo>
                  <a:cubicBezTo>
                    <a:pt x="4953" y="17"/>
                    <a:pt x="4927" y="1"/>
                    <a:pt x="48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0"/>
            <p:cNvSpPr/>
            <p:nvPr/>
          </p:nvSpPr>
          <p:spPr>
            <a:xfrm>
              <a:off x="5184447" y="3430632"/>
              <a:ext cx="102676" cy="117231"/>
            </a:xfrm>
            <a:custGeom>
              <a:rect b="b" l="l" r="r" t="t"/>
              <a:pathLst>
                <a:path extrusionOk="0" h="8997" w="7880">
                  <a:moveTo>
                    <a:pt x="7704" y="1"/>
                  </a:moveTo>
                  <a:cubicBezTo>
                    <a:pt x="7701" y="1"/>
                    <a:pt x="7699" y="1"/>
                    <a:pt x="7696" y="1"/>
                  </a:cubicBezTo>
                  <a:cubicBezTo>
                    <a:pt x="7152" y="70"/>
                    <a:pt x="3842" y="578"/>
                    <a:pt x="1885" y="2910"/>
                  </a:cubicBezTo>
                  <a:cubicBezTo>
                    <a:pt x="55" y="5091"/>
                    <a:pt x="1" y="8162"/>
                    <a:pt x="25" y="8997"/>
                  </a:cubicBezTo>
                  <a:lnTo>
                    <a:pt x="1200" y="8997"/>
                  </a:lnTo>
                  <a:cubicBezTo>
                    <a:pt x="2480" y="8682"/>
                    <a:pt x="4539" y="7946"/>
                    <a:pt x="5923" y="6298"/>
                  </a:cubicBezTo>
                  <a:cubicBezTo>
                    <a:pt x="7880" y="3966"/>
                    <a:pt x="7804" y="617"/>
                    <a:pt x="7777" y="70"/>
                  </a:cubicBezTo>
                  <a:cubicBezTo>
                    <a:pt x="7775" y="31"/>
                    <a:pt x="7742" y="1"/>
                    <a:pt x="77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0"/>
            <p:cNvSpPr/>
            <p:nvPr/>
          </p:nvSpPr>
          <p:spPr>
            <a:xfrm>
              <a:off x="5184669" y="3430632"/>
              <a:ext cx="102455" cy="117257"/>
            </a:xfrm>
            <a:custGeom>
              <a:rect b="b" l="l" r="r" t="t"/>
              <a:pathLst>
                <a:path extrusionOk="0" h="8999" w="7863">
                  <a:moveTo>
                    <a:pt x="7687" y="1"/>
                  </a:moveTo>
                  <a:cubicBezTo>
                    <a:pt x="7684" y="1"/>
                    <a:pt x="7682" y="1"/>
                    <a:pt x="7679" y="1"/>
                  </a:cubicBezTo>
                  <a:cubicBezTo>
                    <a:pt x="7398" y="37"/>
                    <a:pt x="6372" y="192"/>
                    <a:pt x="5175" y="655"/>
                  </a:cubicBezTo>
                  <a:cubicBezTo>
                    <a:pt x="5007" y="1955"/>
                    <a:pt x="4560" y="3679"/>
                    <a:pt x="3409" y="5049"/>
                  </a:cubicBezTo>
                  <a:cubicBezTo>
                    <a:pt x="2468" y="6171"/>
                    <a:pt x="1212" y="6872"/>
                    <a:pt x="101" y="7303"/>
                  </a:cubicBezTo>
                  <a:cubicBezTo>
                    <a:pt x="2" y="8070"/>
                    <a:pt x="1" y="8688"/>
                    <a:pt x="8" y="8998"/>
                  </a:cubicBezTo>
                  <a:lnTo>
                    <a:pt x="1183" y="8998"/>
                  </a:lnTo>
                  <a:cubicBezTo>
                    <a:pt x="2463" y="8684"/>
                    <a:pt x="4522" y="7948"/>
                    <a:pt x="5906" y="6299"/>
                  </a:cubicBezTo>
                  <a:cubicBezTo>
                    <a:pt x="7863" y="3966"/>
                    <a:pt x="7787" y="617"/>
                    <a:pt x="7760" y="70"/>
                  </a:cubicBezTo>
                  <a:cubicBezTo>
                    <a:pt x="7758" y="31"/>
                    <a:pt x="7725" y="1"/>
                    <a:pt x="7687"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0"/>
            <p:cNvSpPr/>
            <p:nvPr/>
          </p:nvSpPr>
          <p:spPr>
            <a:xfrm>
              <a:off x="5082653" y="3430632"/>
              <a:ext cx="102663" cy="117231"/>
            </a:xfrm>
            <a:custGeom>
              <a:rect b="b" l="l" r="r" t="t"/>
              <a:pathLst>
                <a:path extrusionOk="0" h="8997" w="7879">
                  <a:moveTo>
                    <a:pt x="175" y="1"/>
                  </a:moveTo>
                  <a:cubicBezTo>
                    <a:pt x="137" y="1"/>
                    <a:pt x="104" y="31"/>
                    <a:pt x="103" y="70"/>
                  </a:cubicBezTo>
                  <a:cubicBezTo>
                    <a:pt x="75" y="617"/>
                    <a:pt x="1" y="3966"/>
                    <a:pt x="1957" y="6298"/>
                  </a:cubicBezTo>
                  <a:cubicBezTo>
                    <a:pt x="3340" y="7946"/>
                    <a:pt x="5399" y="8682"/>
                    <a:pt x="6680" y="8997"/>
                  </a:cubicBezTo>
                  <a:lnTo>
                    <a:pt x="7854" y="8997"/>
                  </a:lnTo>
                  <a:cubicBezTo>
                    <a:pt x="7879" y="8162"/>
                    <a:pt x="7826" y="5091"/>
                    <a:pt x="5995" y="2910"/>
                  </a:cubicBezTo>
                  <a:cubicBezTo>
                    <a:pt x="4037" y="578"/>
                    <a:pt x="727" y="70"/>
                    <a:pt x="183" y="1"/>
                  </a:cubicBezTo>
                  <a:cubicBezTo>
                    <a:pt x="181" y="1"/>
                    <a:pt x="178" y="1"/>
                    <a:pt x="1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0"/>
            <p:cNvSpPr/>
            <p:nvPr/>
          </p:nvSpPr>
          <p:spPr>
            <a:xfrm>
              <a:off x="5111489" y="3436938"/>
              <a:ext cx="73828" cy="110924"/>
            </a:xfrm>
            <a:custGeom>
              <a:rect b="b" l="l" r="r" t="t"/>
              <a:pathLst>
                <a:path extrusionOk="0" h="8513" w="5666">
                  <a:moveTo>
                    <a:pt x="1" y="1"/>
                  </a:moveTo>
                  <a:cubicBezTo>
                    <a:pt x="460" y="328"/>
                    <a:pt x="897" y="718"/>
                    <a:pt x="1283" y="1177"/>
                  </a:cubicBezTo>
                  <a:cubicBezTo>
                    <a:pt x="2608" y="2757"/>
                    <a:pt x="3001" y="4805"/>
                    <a:pt x="3109" y="6131"/>
                  </a:cubicBezTo>
                  <a:cubicBezTo>
                    <a:pt x="3159" y="6742"/>
                    <a:pt x="2678" y="7264"/>
                    <a:pt x="2065" y="7264"/>
                  </a:cubicBezTo>
                  <a:lnTo>
                    <a:pt x="1968" y="7264"/>
                  </a:lnTo>
                  <a:cubicBezTo>
                    <a:pt x="1687" y="7194"/>
                    <a:pt x="1368" y="7105"/>
                    <a:pt x="1025" y="6990"/>
                  </a:cubicBezTo>
                  <a:lnTo>
                    <a:pt x="1025" y="6990"/>
                  </a:lnTo>
                  <a:cubicBezTo>
                    <a:pt x="2212" y="7840"/>
                    <a:pt x="3542" y="8287"/>
                    <a:pt x="4465" y="8513"/>
                  </a:cubicBezTo>
                  <a:lnTo>
                    <a:pt x="5640" y="8513"/>
                  </a:lnTo>
                  <a:cubicBezTo>
                    <a:pt x="5666" y="7678"/>
                    <a:pt x="5613" y="4607"/>
                    <a:pt x="3782" y="2426"/>
                  </a:cubicBezTo>
                  <a:cubicBezTo>
                    <a:pt x="2704" y="1139"/>
                    <a:pt x="1213" y="410"/>
                    <a:pt x="1"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0"/>
            <p:cNvSpPr/>
            <p:nvPr/>
          </p:nvSpPr>
          <p:spPr>
            <a:xfrm>
              <a:off x="5093937" y="3504098"/>
              <a:ext cx="75782" cy="43768"/>
            </a:xfrm>
            <a:custGeom>
              <a:rect b="b" l="l" r="r" t="t"/>
              <a:pathLst>
                <a:path extrusionOk="0" h="3359" w="5816">
                  <a:moveTo>
                    <a:pt x="607" y="1"/>
                  </a:moveTo>
                  <a:cubicBezTo>
                    <a:pt x="284" y="738"/>
                    <a:pt x="91" y="1528"/>
                    <a:pt x="36" y="2344"/>
                  </a:cubicBezTo>
                  <a:cubicBezTo>
                    <a:pt x="0" y="2892"/>
                    <a:pt x="436" y="3359"/>
                    <a:pt x="987" y="3359"/>
                  </a:cubicBezTo>
                  <a:lnTo>
                    <a:pt x="5816" y="3359"/>
                  </a:lnTo>
                  <a:cubicBezTo>
                    <a:pt x="4533" y="3044"/>
                    <a:pt x="2474" y="2308"/>
                    <a:pt x="1091" y="660"/>
                  </a:cubicBezTo>
                  <a:cubicBezTo>
                    <a:pt x="914" y="447"/>
                    <a:pt x="752" y="228"/>
                    <a:pt x="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0"/>
            <p:cNvSpPr/>
            <p:nvPr/>
          </p:nvSpPr>
          <p:spPr>
            <a:xfrm>
              <a:off x="5093911" y="3531592"/>
              <a:ext cx="75796" cy="16301"/>
            </a:xfrm>
            <a:custGeom>
              <a:rect b="b" l="l" r="r" t="t"/>
              <a:pathLst>
                <a:path extrusionOk="0" h="1251" w="5817">
                  <a:moveTo>
                    <a:pt x="57" y="0"/>
                  </a:moveTo>
                  <a:cubicBezTo>
                    <a:pt x="49" y="78"/>
                    <a:pt x="42" y="157"/>
                    <a:pt x="37" y="236"/>
                  </a:cubicBezTo>
                  <a:cubicBezTo>
                    <a:pt x="1" y="784"/>
                    <a:pt x="437" y="1250"/>
                    <a:pt x="988" y="1250"/>
                  </a:cubicBezTo>
                  <a:lnTo>
                    <a:pt x="5816" y="1250"/>
                  </a:lnTo>
                  <a:cubicBezTo>
                    <a:pt x="4996" y="1049"/>
                    <a:pt x="3861" y="676"/>
                    <a:pt x="2784" y="2"/>
                  </a:cubicBezTo>
                  <a:lnTo>
                    <a:pt x="57" y="2"/>
                  </a:lnTo>
                  <a:lnTo>
                    <a:pt x="57" y="0"/>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0"/>
            <p:cNvSpPr/>
            <p:nvPr/>
          </p:nvSpPr>
          <p:spPr>
            <a:xfrm>
              <a:off x="5200084" y="3501075"/>
              <a:ext cx="79040" cy="46778"/>
            </a:xfrm>
            <a:custGeom>
              <a:rect b="b" l="l" r="r" t="t"/>
              <a:pathLst>
                <a:path extrusionOk="0" h="3590" w="6066">
                  <a:moveTo>
                    <a:pt x="5350" y="0"/>
                  </a:moveTo>
                  <a:cubicBezTo>
                    <a:pt x="5169" y="306"/>
                    <a:pt x="4961" y="606"/>
                    <a:pt x="4723" y="890"/>
                  </a:cubicBezTo>
                  <a:cubicBezTo>
                    <a:pt x="3339" y="2537"/>
                    <a:pt x="1280" y="3275"/>
                    <a:pt x="0" y="3589"/>
                  </a:cubicBezTo>
                  <a:lnTo>
                    <a:pt x="5078" y="3589"/>
                  </a:lnTo>
                  <a:cubicBezTo>
                    <a:pt x="5629" y="3589"/>
                    <a:pt x="6066" y="3123"/>
                    <a:pt x="6030" y="2573"/>
                  </a:cubicBezTo>
                  <a:cubicBezTo>
                    <a:pt x="5970" y="1674"/>
                    <a:pt x="5737" y="804"/>
                    <a:pt x="5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0"/>
            <p:cNvSpPr/>
            <p:nvPr/>
          </p:nvSpPr>
          <p:spPr>
            <a:xfrm>
              <a:off x="5121327" y="3403658"/>
              <a:ext cx="63560" cy="86819"/>
            </a:xfrm>
            <a:custGeom>
              <a:rect b="b" l="l" r="r" t="t"/>
              <a:pathLst>
                <a:path extrusionOk="0" h="6663" w="4878">
                  <a:moveTo>
                    <a:pt x="797" y="1"/>
                  </a:moveTo>
                  <a:cubicBezTo>
                    <a:pt x="769" y="1"/>
                    <a:pt x="742" y="18"/>
                    <a:pt x="729" y="45"/>
                  </a:cubicBezTo>
                  <a:cubicBezTo>
                    <a:pt x="610" y="328"/>
                    <a:pt x="178" y="1428"/>
                    <a:pt x="0" y="2842"/>
                  </a:cubicBezTo>
                  <a:cubicBezTo>
                    <a:pt x="1038" y="3279"/>
                    <a:pt x="2164" y="3951"/>
                    <a:pt x="3027" y="4981"/>
                  </a:cubicBezTo>
                  <a:cubicBezTo>
                    <a:pt x="3469" y="5503"/>
                    <a:pt x="3806" y="6080"/>
                    <a:pt x="4064" y="6663"/>
                  </a:cubicBezTo>
                  <a:cubicBezTo>
                    <a:pt x="4107" y="6027"/>
                    <a:pt x="4226" y="5370"/>
                    <a:pt x="4460" y="4729"/>
                  </a:cubicBezTo>
                  <a:cubicBezTo>
                    <a:pt x="4576" y="4406"/>
                    <a:pt x="4718" y="4099"/>
                    <a:pt x="4878" y="3810"/>
                  </a:cubicBezTo>
                  <a:cubicBezTo>
                    <a:pt x="3624" y="1523"/>
                    <a:pt x="1262" y="231"/>
                    <a:pt x="830" y="9"/>
                  </a:cubicBezTo>
                  <a:cubicBezTo>
                    <a:pt x="819" y="3"/>
                    <a:pt x="808" y="1"/>
                    <a:pt x="7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0"/>
            <p:cNvSpPr/>
            <p:nvPr/>
          </p:nvSpPr>
          <p:spPr>
            <a:xfrm>
              <a:off x="5162830" y="3394263"/>
              <a:ext cx="44146" cy="59013"/>
            </a:xfrm>
            <a:custGeom>
              <a:rect b="b" l="l" r="r" t="t"/>
              <a:pathLst>
                <a:path extrusionOk="0" h="4529" w="3388">
                  <a:moveTo>
                    <a:pt x="1694" y="0"/>
                  </a:moveTo>
                  <a:cubicBezTo>
                    <a:pt x="1675" y="0"/>
                    <a:pt x="1655" y="8"/>
                    <a:pt x="1641" y="23"/>
                  </a:cubicBezTo>
                  <a:cubicBezTo>
                    <a:pt x="1433" y="248"/>
                    <a:pt x="651" y="1133"/>
                    <a:pt x="1" y="2403"/>
                  </a:cubicBezTo>
                  <a:cubicBezTo>
                    <a:pt x="615" y="2974"/>
                    <a:pt x="1231" y="3685"/>
                    <a:pt x="1694" y="4528"/>
                  </a:cubicBezTo>
                  <a:cubicBezTo>
                    <a:pt x="2159" y="3682"/>
                    <a:pt x="2775" y="2971"/>
                    <a:pt x="3387" y="2403"/>
                  </a:cubicBezTo>
                  <a:cubicBezTo>
                    <a:pt x="2737" y="1133"/>
                    <a:pt x="1955" y="248"/>
                    <a:pt x="1747" y="23"/>
                  </a:cubicBezTo>
                  <a:cubicBezTo>
                    <a:pt x="1733" y="8"/>
                    <a:pt x="1713" y="0"/>
                    <a:pt x="16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0"/>
            <p:cNvSpPr/>
            <p:nvPr/>
          </p:nvSpPr>
          <p:spPr>
            <a:xfrm>
              <a:off x="5020875" y="3388139"/>
              <a:ext cx="331262" cy="416530"/>
            </a:xfrm>
            <a:custGeom>
              <a:rect b="b" l="l" r="r" t="t"/>
              <a:pathLst>
                <a:path extrusionOk="0" h="31967" w="25423">
                  <a:moveTo>
                    <a:pt x="12587" y="1144"/>
                  </a:moveTo>
                  <a:cubicBezTo>
                    <a:pt x="12875" y="1494"/>
                    <a:pt x="13301" y="2060"/>
                    <a:pt x="13699" y="2778"/>
                  </a:cubicBezTo>
                  <a:cubicBezTo>
                    <a:pt x="13310" y="3166"/>
                    <a:pt x="12925" y="3609"/>
                    <a:pt x="12585" y="4106"/>
                  </a:cubicBezTo>
                  <a:cubicBezTo>
                    <a:pt x="12244" y="3609"/>
                    <a:pt x="11862" y="3167"/>
                    <a:pt x="11472" y="2780"/>
                  </a:cubicBezTo>
                  <a:cubicBezTo>
                    <a:pt x="11873" y="2061"/>
                    <a:pt x="12298" y="1494"/>
                    <a:pt x="12587" y="1144"/>
                  </a:cubicBezTo>
                  <a:close/>
                  <a:moveTo>
                    <a:pt x="8712" y="1827"/>
                  </a:moveTo>
                  <a:cubicBezTo>
                    <a:pt x="10020" y="2598"/>
                    <a:pt x="11279" y="3710"/>
                    <a:pt x="12054" y="5008"/>
                  </a:cubicBezTo>
                  <a:cubicBezTo>
                    <a:pt x="11813" y="5489"/>
                    <a:pt x="11644" y="5955"/>
                    <a:pt x="11523" y="6433"/>
                  </a:cubicBezTo>
                  <a:cubicBezTo>
                    <a:pt x="10713" y="5239"/>
                    <a:pt x="9568" y="4366"/>
                    <a:pt x="8226" y="3746"/>
                  </a:cubicBezTo>
                  <a:cubicBezTo>
                    <a:pt x="8354" y="2931"/>
                    <a:pt x="8560" y="2255"/>
                    <a:pt x="8712" y="1827"/>
                  </a:cubicBezTo>
                  <a:close/>
                  <a:moveTo>
                    <a:pt x="5304" y="3799"/>
                  </a:moveTo>
                  <a:cubicBezTo>
                    <a:pt x="6339" y="3994"/>
                    <a:pt x="8839" y="4638"/>
                    <a:pt x="10377" y="6472"/>
                  </a:cubicBezTo>
                  <a:cubicBezTo>
                    <a:pt x="11523" y="7837"/>
                    <a:pt x="12028" y="9716"/>
                    <a:pt x="12117" y="11491"/>
                  </a:cubicBezTo>
                  <a:cubicBezTo>
                    <a:pt x="12112" y="11598"/>
                    <a:pt x="12107" y="11697"/>
                    <a:pt x="12106" y="11790"/>
                  </a:cubicBezTo>
                  <a:lnTo>
                    <a:pt x="11476" y="11790"/>
                  </a:lnTo>
                  <a:cubicBezTo>
                    <a:pt x="10763" y="11610"/>
                    <a:pt x="9724" y="11273"/>
                    <a:pt x="8734" y="10672"/>
                  </a:cubicBezTo>
                  <a:cubicBezTo>
                    <a:pt x="8658" y="10626"/>
                    <a:pt x="8574" y="10604"/>
                    <a:pt x="8491" y="10604"/>
                  </a:cubicBezTo>
                  <a:cubicBezTo>
                    <a:pt x="8333" y="10604"/>
                    <a:pt x="8178" y="10684"/>
                    <a:pt x="8090" y="10830"/>
                  </a:cubicBezTo>
                  <a:cubicBezTo>
                    <a:pt x="7956" y="11051"/>
                    <a:pt x="8025" y="11339"/>
                    <a:pt x="8247" y="11474"/>
                  </a:cubicBezTo>
                  <a:cubicBezTo>
                    <a:pt x="8437" y="11589"/>
                    <a:pt x="8625" y="11692"/>
                    <a:pt x="8813" y="11790"/>
                  </a:cubicBezTo>
                  <a:lnTo>
                    <a:pt x="6589" y="11790"/>
                  </a:lnTo>
                  <a:cubicBezTo>
                    <a:pt x="6313" y="11790"/>
                    <a:pt x="6092" y="11553"/>
                    <a:pt x="6109" y="11275"/>
                  </a:cubicBezTo>
                  <a:cubicBezTo>
                    <a:pt x="6142" y="10798"/>
                    <a:pt x="6224" y="10332"/>
                    <a:pt x="6356" y="9880"/>
                  </a:cubicBezTo>
                  <a:cubicBezTo>
                    <a:pt x="6386" y="9916"/>
                    <a:pt x="6416" y="9952"/>
                    <a:pt x="6449" y="9988"/>
                  </a:cubicBezTo>
                  <a:cubicBezTo>
                    <a:pt x="6541" y="10092"/>
                    <a:pt x="6670" y="10146"/>
                    <a:pt x="6799" y="10146"/>
                  </a:cubicBezTo>
                  <a:cubicBezTo>
                    <a:pt x="6909" y="10146"/>
                    <a:pt x="7020" y="10107"/>
                    <a:pt x="7109" y="10028"/>
                  </a:cubicBezTo>
                  <a:cubicBezTo>
                    <a:pt x="7303" y="9858"/>
                    <a:pt x="7322" y="9561"/>
                    <a:pt x="7150" y="9368"/>
                  </a:cubicBezTo>
                  <a:cubicBezTo>
                    <a:pt x="5861" y="7904"/>
                    <a:pt x="5327" y="5744"/>
                    <a:pt x="5304" y="3799"/>
                  </a:cubicBezTo>
                  <a:close/>
                  <a:moveTo>
                    <a:pt x="16462" y="1830"/>
                  </a:moveTo>
                  <a:cubicBezTo>
                    <a:pt x="16613" y="2256"/>
                    <a:pt x="16820" y="2932"/>
                    <a:pt x="16949" y="3746"/>
                  </a:cubicBezTo>
                  <a:cubicBezTo>
                    <a:pt x="16792" y="3817"/>
                    <a:pt x="16637" y="3893"/>
                    <a:pt x="16481" y="3977"/>
                  </a:cubicBezTo>
                  <a:cubicBezTo>
                    <a:pt x="16251" y="4097"/>
                    <a:pt x="16165" y="4380"/>
                    <a:pt x="16286" y="4609"/>
                  </a:cubicBezTo>
                  <a:cubicBezTo>
                    <a:pt x="16369" y="4768"/>
                    <a:pt x="16531" y="4859"/>
                    <a:pt x="16700" y="4859"/>
                  </a:cubicBezTo>
                  <a:cubicBezTo>
                    <a:pt x="16774" y="4859"/>
                    <a:pt x="16849" y="4841"/>
                    <a:pt x="16919" y="4805"/>
                  </a:cubicBezTo>
                  <a:cubicBezTo>
                    <a:pt x="18074" y="4195"/>
                    <a:pt x="19236" y="3914"/>
                    <a:pt x="19869" y="3797"/>
                  </a:cubicBezTo>
                  <a:lnTo>
                    <a:pt x="19869" y="3797"/>
                  </a:lnTo>
                  <a:cubicBezTo>
                    <a:pt x="19856" y="4851"/>
                    <a:pt x="19658" y="7422"/>
                    <a:pt x="18117" y="9257"/>
                  </a:cubicBezTo>
                  <a:cubicBezTo>
                    <a:pt x="16810" y="10816"/>
                    <a:pt x="14808" y="11510"/>
                    <a:pt x="13696" y="11790"/>
                  </a:cubicBezTo>
                  <a:lnTo>
                    <a:pt x="13066" y="11790"/>
                  </a:lnTo>
                  <a:cubicBezTo>
                    <a:pt x="13064" y="11698"/>
                    <a:pt x="13060" y="11598"/>
                    <a:pt x="13054" y="11491"/>
                  </a:cubicBezTo>
                  <a:cubicBezTo>
                    <a:pt x="13155" y="9487"/>
                    <a:pt x="13772" y="7412"/>
                    <a:pt x="15231" y="6006"/>
                  </a:cubicBezTo>
                  <a:cubicBezTo>
                    <a:pt x="15418" y="5826"/>
                    <a:pt x="15422" y="5529"/>
                    <a:pt x="15243" y="5343"/>
                  </a:cubicBezTo>
                  <a:cubicBezTo>
                    <a:pt x="15151" y="5247"/>
                    <a:pt x="15029" y="5200"/>
                    <a:pt x="14907" y="5200"/>
                  </a:cubicBezTo>
                  <a:cubicBezTo>
                    <a:pt x="14790" y="5200"/>
                    <a:pt x="14672" y="5243"/>
                    <a:pt x="14581" y="5331"/>
                  </a:cubicBezTo>
                  <a:cubicBezTo>
                    <a:pt x="13605" y="6271"/>
                    <a:pt x="12976" y="7429"/>
                    <a:pt x="12587" y="8710"/>
                  </a:cubicBezTo>
                  <a:cubicBezTo>
                    <a:pt x="12493" y="8402"/>
                    <a:pt x="12380" y="8086"/>
                    <a:pt x="12248" y="7773"/>
                  </a:cubicBezTo>
                  <a:cubicBezTo>
                    <a:pt x="12298" y="7171"/>
                    <a:pt x="12419" y="6601"/>
                    <a:pt x="12610" y="6077"/>
                  </a:cubicBezTo>
                  <a:cubicBezTo>
                    <a:pt x="13428" y="3826"/>
                    <a:pt x="15557" y="2365"/>
                    <a:pt x="16462" y="1830"/>
                  </a:cubicBezTo>
                  <a:close/>
                  <a:moveTo>
                    <a:pt x="18999" y="9655"/>
                  </a:moveTo>
                  <a:cubicBezTo>
                    <a:pt x="19172" y="10176"/>
                    <a:pt x="19278" y="10717"/>
                    <a:pt x="19315" y="11275"/>
                  </a:cubicBezTo>
                  <a:cubicBezTo>
                    <a:pt x="19332" y="11555"/>
                    <a:pt x="19113" y="11790"/>
                    <a:pt x="18833" y="11790"/>
                  </a:cubicBezTo>
                  <a:lnTo>
                    <a:pt x="16365" y="11790"/>
                  </a:lnTo>
                  <a:cubicBezTo>
                    <a:pt x="17394" y="11257"/>
                    <a:pt x="18302" y="10556"/>
                    <a:pt x="18999" y="9655"/>
                  </a:cubicBezTo>
                  <a:close/>
                  <a:moveTo>
                    <a:pt x="3459" y="14439"/>
                  </a:moveTo>
                  <a:lnTo>
                    <a:pt x="3809" y="19183"/>
                  </a:lnTo>
                  <a:cubicBezTo>
                    <a:pt x="2209" y="19066"/>
                    <a:pt x="941" y="17726"/>
                    <a:pt x="941" y="16096"/>
                  </a:cubicBezTo>
                  <a:lnTo>
                    <a:pt x="941" y="15887"/>
                  </a:lnTo>
                  <a:cubicBezTo>
                    <a:pt x="941" y="15089"/>
                    <a:pt x="1589" y="14439"/>
                    <a:pt x="2389" y="14439"/>
                  </a:cubicBezTo>
                  <a:close/>
                  <a:moveTo>
                    <a:pt x="23034" y="14439"/>
                  </a:moveTo>
                  <a:cubicBezTo>
                    <a:pt x="23834" y="14439"/>
                    <a:pt x="24482" y="15089"/>
                    <a:pt x="24482" y="15887"/>
                  </a:cubicBezTo>
                  <a:lnTo>
                    <a:pt x="24482" y="16096"/>
                  </a:lnTo>
                  <a:cubicBezTo>
                    <a:pt x="24482" y="17726"/>
                    <a:pt x="23217" y="19066"/>
                    <a:pt x="21614" y="19183"/>
                  </a:cubicBezTo>
                  <a:lnTo>
                    <a:pt x="21964" y="14439"/>
                  </a:lnTo>
                  <a:close/>
                  <a:moveTo>
                    <a:pt x="16805" y="27178"/>
                  </a:moveTo>
                  <a:lnTo>
                    <a:pt x="16805" y="27960"/>
                  </a:lnTo>
                  <a:cubicBezTo>
                    <a:pt x="16805" y="29041"/>
                    <a:pt x="17437" y="30042"/>
                    <a:pt x="18412" y="30510"/>
                  </a:cubicBezTo>
                  <a:lnTo>
                    <a:pt x="19497" y="31031"/>
                  </a:lnTo>
                  <a:lnTo>
                    <a:pt x="5927" y="31031"/>
                  </a:lnTo>
                  <a:lnTo>
                    <a:pt x="7012" y="30510"/>
                  </a:lnTo>
                  <a:cubicBezTo>
                    <a:pt x="7988" y="30042"/>
                    <a:pt x="8619" y="29039"/>
                    <a:pt x="8619" y="27957"/>
                  </a:cubicBezTo>
                  <a:lnTo>
                    <a:pt x="8619" y="27178"/>
                  </a:lnTo>
                  <a:cubicBezTo>
                    <a:pt x="10037" y="28006"/>
                    <a:pt x="11549" y="28515"/>
                    <a:pt x="12713" y="28515"/>
                  </a:cubicBezTo>
                  <a:cubicBezTo>
                    <a:pt x="13828" y="28515"/>
                    <a:pt x="15346" y="28033"/>
                    <a:pt x="16805" y="27178"/>
                  </a:cubicBezTo>
                  <a:close/>
                  <a:moveTo>
                    <a:pt x="12583" y="1"/>
                  </a:moveTo>
                  <a:cubicBezTo>
                    <a:pt x="12439" y="1"/>
                    <a:pt x="12295" y="58"/>
                    <a:pt x="12189" y="174"/>
                  </a:cubicBezTo>
                  <a:cubicBezTo>
                    <a:pt x="11990" y="389"/>
                    <a:pt x="11361" y="1101"/>
                    <a:pt x="10761" y="2134"/>
                  </a:cubicBezTo>
                  <a:cubicBezTo>
                    <a:pt x="9843" y="1366"/>
                    <a:pt x="9008" y="913"/>
                    <a:pt x="8750" y="780"/>
                  </a:cubicBezTo>
                  <a:cubicBezTo>
                    <a:pt x="8671" y="739"/>
                    <a:pt x="8587" y="720"/>
                    <a:pt x="8504" y="720"/>
                  </a:cubicBezTo>
                  <a:cubicBezTo>
                    <a:pt x="8293" y="720"/>
                    <a:pt x="8091" y="844"/>
                    <a:pt x="8003" y="1051"/>
                  </a:cubicBezTo>
                  <a:cubicBezTo>
                    <a:pt x="7892" y="1322"/>
                    <a:pt x="7544" y="2204"/>
                    <a:pt x="7333" y="3380"/>
                  </a:cubicBezTo>
                  <a:cubicBezTo>
                    <a:pt x="6223" y="2979"/>
                    <a:pt x="5294" y="2836"/>
                    <a:pt x="4980" y="2796"/>
                  </a:cubicBezTo>
                  <a:cubicBezTo>
                    <a:pt x="4957" y="2793"/>
                    <a:pt x="4935" y="2791"/>
                    <a:pt x="4912" y="2791"/>
                  </a:cubicBezTo>
                  <a:cubicBezTo>
                    <a:pt x="4630" y="2791"/>
                    <a:pt x="4386" y="3013"/>
                    <a:pt x="4372" y="3305"/>
                  </a:cubicBezTo>
                  <a:cubicBezTo>
                    <a:pt x="4352" y="3704"/>
                    <a:pt x="4323" y="5103"/>
                    <a:pt x="4749" y="6684"/>
                  </a:cubicBezTo>
                  <a:cubicBezTo>
                    <a:pt x="3654" y="8402"/>
                    <a:pt x="3158" y="10384"/>
                    <a:pt x="3308" y="12428"/>
                  </a:cubicBezTo>
                  <a:lnTo>
                    <a:pt x="3387" y="13500"/>
                  </a:lnTo>
                  <a:lnTo>
                    <a:pt x="2386" y="13500"/>
                  </a:lnTo>
                  <a:cubicBezTo>
                    <a:pt x="1071" y="13500"/>
                    <a:pt x="1" y="14569"/>
                    <a:pt x="1" y="15887"/>
                  </a:cubicBezTo>
                  <a:lnTo>
                    <a:pt x="1" y="16096"/>
                  </a:lnTo>
                  <a:cubicBezTo>
                    <a:pt x="1" y="18267"/>
                    <a:pt x="1724" y="20042"/>
                    <a:pt x="3875" y="20125"/>
                  </a:cubicBezTo>
                  <a:lnTo>
                    <a:pt x="3918" y="20699"/>
                  </a:lnTo>
                  <a:cubicBezTo>
                    <a:pt x="4014" y="22017"/>
                    <a:pt x="4537" y="23289"/>
                    <a:pt x="5468" y="24480"/>
                  </a:cubicBezTo>
                  <a:cubicBezTo>
                    <a:pt x="5560" y="24598"/>
                    <a:pt x="5698" y="24660"/>
                    <a:pt x="5837" y="24660"/>
                  </a:cubicBezTo>
                  <a:cubicBezTo>
                    <a:pt x="5937" y="24660"/>
                    <a:pt x="6039" y="24628"/>
                    <a:pt x="6124" y="24561"/>
                  </a:cubicBezTo>
                  <a:cubicBezTo>
                    <a:pt x="6329" y="24401"/>
                    <a:pt x="6365" y="24107"/>
                    <a:pt x="6205" y="23904"/>
                  </a:cubicBezTo>
                  <a:cubicBezTo>
                    <a:pt x="5390" y="22860"/>
                    <a:pt x="4936" y="21758"/>
                    <a:pt x="4852" y="20630"/>
                  </a:cubicBezTo>
                  <a:cubicBezTo>
                    <a:pt x="4666" y="18106"/>
                    <a:pt x="4611" y="17364"/>
                    <a:pt x="4611" y="17364"/>
                  </a:cubicBezTo>
                  <a:lnTo>
                    <a:pt x="4611" y="17364"/>
                  </a:lnTo>
                  <a:cubicBezTo>
                    <a:pt x="4611" y="17364"/>
                    <a:pt x="4723" y="18874"/>
                    <a:pt x="4723" y="18874"/>
                  </a:cubicBezTo>
                  <a:cubicBezTo>
                    <a:pt x="4723" y="18874"/>
                    <a:pt x="4625" y="17539"/>
                    <a:pt x="4242" y="12360"/>
                  </a:cubicBezTo>
                  <a:cubicBezTo>
                    <a:pt x="4126" y="10784"/>
                    <a:pt x="4438" y="9249"/>
                    <a:pt x="5148" y="7871"/>
                  </a:cubicBezTo>
                  <a:cubicBezTo>
                    <a:pt x="5297" y="8231"/>
                    <a:pt x="5475" y="8591"/>
                    <a:pt x="5685" y="8943"/>
                  </a:cubicBezTo>
                  <a:cubicBezTo>
                    <a:pt x="5396" y="9666"/>
                    <a:pt x="5224" y="10428"/>
                    <a:pt x="5172" y="11212"/>
                  </a:cubicBezTo>
                  <a:cubicBezTo>
                    <a:pt x="5118" y="12029"/>
                    <a:pt x="5769" y="12725"/>
                    <a:pt x="6589" y="12725"/>
                  </a:cubicBezTo>
                  <a:lnTo>
                    <a:pt x="18829" y="12725"/>
                  </a:lnTo>
                  <a:cubicBezTo>
                    <a:pt x="19648" y="12725"/>
                    <a:pt x="20299" y="12032"/>
                    <a:pt x="20246" y="11212"/>
                  </a:cubicBezTo>
                  <a:cubicBezTo>
                    <a:pt x="20186" y="10333"/>
                    <a:pt x="19978" y="9487"/>
                    <a:pt x="19626" y="8690"/>
                  </a:cubicBezTo>
                  <a:cubicBezTo>
                    <a:pt x="19824" y="8333"/>
                    <a:pt x="19988" y="7967"/>
                    <a:pt x="20126" y="7603"/>
                  </a:cubicBezTo>
                  <a:cubicBezTo>
                    <a:pt x="20929" y="9043"/>
                    <a:pt x="21298" y="10701"/>
                    <a:pt x="21176" y="12360"/>
                  </a:cubicBezTo>
                  <a:cubicBezTo>
                    <a:pt x="20663" y="19320"/>
                    <a:pt x="20590" y="20312"/>
                    <a:pt x="20590" y="20312"/>
                  </a:cubicBezTo>
                  <a:cubicBezTo>
                    <a:pt x="20590" y="20312"/>
                    <a:pt x="20602" y="20155"/>
                    <a:pt x="20602" y="20155"/>
                  </a:cubicBezTo>
                  <a:lnTo>
                    <a:pt x="20602" y="20155"/>
                  </a:lnTo>
                  <a:cubicBezTo>
                    <a:pt x="20602" y="20155"/>
                    <a:pt x="20594" y="20258"/>
                    <a:pt x="20566" y="20630"/>
                  </a:cubicBezTo>
                  <a:cubicBezTo>
                    <a:pt x="20279" y="24528"/>
                    <a:pt x="15356" y="27580"/>
                    <a:pt x="12709" y="27580"/>
                  </a:cubicBezTo>
                  <a:cubicBezTo>
                    <a:pt x="11170" y="27580"/>
                    <a:pt x="9085" y="26529"/>
                    <a:pt x="7711" y="25422"/>
                  </a:cubicBezTo>
                  <a:cubicBezTo>
                    <a:pt x="7625" y="25351"/>
                    <a:pt x="7521" y="25317"/>
                    <a:pt x="7418" y="25317"/>
                  </a:cubicBezTo>
                  <a:cubicBezTo>
                    <a:pt x="7281" y="25317"/>
                    <a:pt x="7145" y="25377"/>
                    <a:pt x="7054" y="25492"/>
                  </a:cubicBezTo>
                  <a:cubicBezTo>
                    <a:pt x="6890" y="25693"/>
                    <a:pt x="6922" y="25989"/>
                    <a:pt x="7122" y="26149"/>
                  </a:cubicBezTo>
                  <a:cubicBezTo>
                    <a:pt x="7302" y="26296"/>
                    <a:pt x="7488" y="26435"/>
                    <a:pt x="7678" y="26571"/>
                  </a:cubicBezTo>
                  <a:lnTo>
                    <a:pt x="7678" y="27957"/>
                  </a:lnTo>
                  <a:cubicBezTo>
                    <a:pt x="7678" y="28682"/>
                    <a:pt x="7256" y="29353"/>
                    <a:pt x="6603" y="29665"/>
                  </a:cubicBezTo>
                  <a:lnTo>
                    <a:pt x="4674" y="30590"/>
                  </a:lnTo>
                  <a:cubicBezTo>
                    <a:pt x="4367" y="30738"/>
                    <a:pt x="4207" y="31074"/>
                    <a:pt x="4283" y="31404"/>
                  </a:cubicBezTo>
                  <a:cubicBezTo>
                    <a:pt x="4357" y="31735"/>
                    <a:pt x="4647" y="31966"/>
                    <a:pt x="4989" y="31966"/>
                  </a:cubicBezTo>
                  <a:lnTo>
                    <a:pt x="20433" y="31966"/>
                  </a:lnTo>
                  <a:cubicBezTo>
                    <a:pt x="20773" y="31966"/>
                    <a:pt x="21061" y="31735"/>
                    <a:pt x="21139" y="31404"/>
                  </a:cubicBezTo>
                  <a:cubicBezTo>
                    <a:pt x="21215" y="31071"/>
                    <a:pt x="21053" y="30738"/>
                    <a:pt x="20746" y="30590"/>
                  </a:cubicBezTo>
                  <a:lnTo>
                    <a:pt x="18819" y="29665"/>
                  </a:lnTo>
                  <a:cubicBezTo>
                    <a:pt x="18166" y="29352"/>
                    <a:pt x="17744" y="28680"/>
                    <a:pt x="17744" y="27957"/>
                  </a:cubicBezTo>
                  <a:lnTo>
                    <a:pt x="17744" y="26568"/>
                  </a:lnTo>
                  <a:cubicBezTo>
                    <a:pt x="19681" y="25179"/>
                    <a:pt x="21325" y="23132"/>
                    <a:pt x="21505" y="20699"/>
                  </a:cubicBezTo>
                  <a:lnTo>
                    <a:pt x="21548" y="20125"/>
                  </a:lnTo>
                  <a:cubicBezTo>
                    <a:pt x="23699" y="20042"/>
                    <a:pt x="25422" y="18267"/>
                    <a:pt x="25422" y="16096"/>
                  </a:cubicBezTo>
                  <a:lnTo>
                    <a:pt x="25422" y="15887"/>
                  </a:lnTo>
                  <a:cubicBezTo>
                    <a:pt x="25421" y="14572"/>
                    <a:pt x="24350" y="13500"/>
                    <a:pt x="23034" y="13500"/>
                  </a:cubicBezTo>
                  <a:lnTo>
                    <a:pt x="22034" y="13500"/>
                  </a:lnTo>
                  <a:lnTo>
                    <a:pt x="22113" y="12428"/>
                  </a:lnTo>
                  <a:cubicBezTo>
                    <a:pt x="22271" y="10295"/>
                    <a:pt x="21696" y="8168"/>
                    <a:pt x="20492" y="6410"/>
                  </a:cubicBezTo>
                  <a:cubicBezTo>
                    <a:pt x="20843" y="4942"/>
                    <a:pt x="20816" y="3681"/>
                    <a:pt x="20799" y="3305"/>
                  </a:cubicBezTo>
                  <a:cubicBezTo>
                    <a:pt x="20783" y="3015"/>
                    <a:pt x="20541" y="2792"/>
                    <a:pt x="20258" y="2792"/>
                  </a:cubicBezTo>
                  <a:cubicBezTo>
                    <a:pt x="20235" y="2792"/>
                    <a:pt x="20213" y="2793"/>
                    <a:pt x="20190" y="2796"/>
                  </a:cubicBezTo>
                  <a:cubicBezTo>
                    <a:pt x="19863" y="2837"/>
                    <a:pt x="18941" y="2981"/>
                    <a:pt x="17837" y="3378"/>
                  </a:cubicBezTo>
                  <a:cubicBezTo>
                    <a:pt x="17628" y="2204"/>
                    <a:pt x="17280" y="1322"/>
                    <a:pt x="17166" y="1051"/>
                  </a:cubicBezTo>
                  <a:cubicBezTo>
                    <a:pt x="17078" y="842"/>
                    <a:pt x="16878" y="719"/>
                    <a:pt x="16668" y="719"/>
                  </a:cubicBezTo>
                  <a:cubicBezTo>
                    <a:pt x="16585" y="719"/>
                    <a:pt x="16500" y="738"/>
                    <a:pt x="16419" y="780"/>
                  </a:cubicBezTo>
                  <a:cubicBezTo>
                    <a:pt x="16138" y="925"/>
                    <a:pt x="15314" y="1377"/>
                    <a:pt x="14408" y="2133"/>
                  </a:cubicBezTo>
                  <a:cubicBezTo>
                    <a:pt x="13808" y="1101"/>
                    <a:pt x="13181" y="389"/>
                    <a:pt x="12981" y="174"/>
                  </a:cubicBezTo>
                  <a:cubicBezTo>
                    <a:pt x="12874" y="59"/>
                    <a:pt x="12729" y="1"/>
                    <a:pt x="1258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0"/>
            <p:cNvSpPr/>
            <p:nvPr/>
          </p:nvSpPr>
          <p:spPr>
            <a:xfrm>
              <a:off x="5115568" y="3581994"/>
              <a:ext cx="60811" cy="12222"/>
            </a:xfrm>
            <a:custGeom>
              <a:rect b="b" l="l" r="r" t="t"/>
              <a:pathLst>
                <a:path extrusionOk="0" h="938" w="4667">
                  <a:moveTo>
                    <a:pt x="468" y="1"/>
                  </a:moveTo>
                  <a:cubicBezTo>
                    <a:pt x="210" y="1"/>
                    <a:pt x="0" y="212"/>
                    <a:pt x="0" y="470"/>
                  </a:cubicBezTo>
                  <a:cubicBezTo>
                    <a:pt x="0" y="728"/>
                    <a:pt x="210" y="938"/>
                    <a:pt x="468" y="938"/>
                  </a:cubicBezTo>
                  <a:lnTo>
                    <a:pt x="4199" y="938"/>
                  </a:lnTo>
                  <a:cubicBezTo>
                    <a:pt x="4457" y="938"/>
                    <a:pt x="4667" y="728"/>
                    <a:pt x="4667" y="470"/>
                  </a:cubicBezTo>
                  <a:cubicBezTo>
                    <a:pt x="4667" y="212"/>
                    <a:pt x="4457"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0"/>
            <p:cNvSpPr/>
            <p:nvPr/>
          </p:nvSpPr>
          <p:spPr>
            <a:xfrm>
              <a:off x="5180408" y="3581994"/>
              <a:ext cx="77085" cy="76734"/>
            </a:xfrm>
            <a:custGeom>
              <a:rect b="b" l="l" r="r" t="t"/>
              <a:pathLst>
                <a:path extrusionOk="0" h="5889" w="5916">
                  <a:moveTo>
                    <a:pt x="2962" y="1"/>
                  </a:moveTo>
                  <a:cubicBezTo>
                    <a:pt x="2017" y="1"/>
                    <a:pt x="1248" y="771"/>
                    <a:pt x="1248" y="1716"/>
                  </a:cubicBezTo>
                  <a:lnTo>
                    <a:pt x="1248" y="4174"/>
                  </a:lnTo>
                  <a:cubicBezTo>
                    <a:pt x="1248" y="4603"/>
                    <a:pt x="898" y="4951"/>
                    <a:pt x="470" y="4951"/>
                  </a:cubicBezTo>
                  <a:cubicBezTo>
                    <a:pt x="212" y="4951"/>
                    <a:pt x="1" y="5162"/>
                    <a:pt x="1" y="5421"/>
                  </a:cubicBezTo>
                  <a:cubicBezTo>
                    <a:pt x="1" y="5679"/>
                    <a:pt x="210" y="5888"/>
                    <a:pt x="470" y="5888"/>
                  </a:cubicBezTo>
                  <a:cubicBezTo>
                    <a:pt x="1414" y="5888"/>
                    <a:pt x="2185" y="5119"/>
                    <a:pt x="2185" y="4174"/>
                  </a:cubicBezTo>
                  <a:lnTo>
                    <a:pt x="2185" y="1716"/>
                  </a:lnTo>
                  <a:cubicBezTo>
                    <a:pt x="2185" y="1288"/>
                    <a:pt x="2533" y="938"/>
                    <a:pt x="2962" y="938"/>
                  </a:cubicBezTo>
                  <a:lnTo>
                    <a:pt x="5446" y="938"/>
                  </a:lnTo>
                  <a:cubicBezTo>
                    <a:pt x="5705" y="938"/>
                    <a:pt x="5915" y="728"/>
                    <a:pt x="5915" y="470"/>
                  </a:cubicBezTo>
                  <a:cubicBezTo>
                    <a:pt x="5915" y="212"/>
                    <a:pt x="5705"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0"/>
            <p:cNvSpPr/>
            <p:nvPr/>
          </p:nvSpPr>
          <p:spPr>
            <a:xfrm>
              <a:off x="5139779" y="3688050"/>
              <a:ext cx="93503" cy="22933"/>
            </a:xfrm>
            <a:custGeom>
              <a:rect b="b" l="l" r="r" t="t"/>
              <a:pathLst>
                <a:path extrusionOk="0" h="1760" w="7176">
                  <a:moveTo>
                    <a:pt x="533" y="0"/>
                  </a:moveTo>
                  <a:cubicBezTo>
                    <a:pt x="362" y="0"/>
                    <a:pt x="198" y="95"/>
                    <a:pt x="117" y="259"/>
                  </a:cubicBezTo>
                  <a:cubicBezTo>
                    <a:pt x="1" y="490"/>
                    <a:pt x="94" y="771"/>
                    <a:pt x="325" y="886"/>
                  </a:cubicBezTo>
                  <a:lnTo>
                    <a:pt x="715" y="1084"/>
                  </a:lnTo>
                  <a:cubicBezTo>
                    <a:pt x="1614" y="1535"/>
                    <a:pt x="2600" y="1760"/>
                    <a:pt x="3587" y="1760"/>
                  </a:cubicBezTo>
                  <a:cubicBezTo>
                    <a:pt x="4573" y="1760"/>
                    <a:pt x="5560" y="1535"/>
                    <a:pt x="6459" y="1084"/>
                  </a:cubicBezTo>
                  <a:lnTo>
                    <a:pt x="6850" y="886"/>
                  </a:lnTo>
                  <a:cubicBezTo>
                    <a:pt x="7082" y="770"/>
                    <a:pt x="7175" y="489"/>
                    <a:pt x="7058" y="259"/>
                  </a:cubicBezTo>
                  <a:cubicBezTo>
                    <a:pt x="6975" y="95"/>
                    <a:pt x="6812" y="0"/>
                    <a:pt x="6641" y="0"/>
                  </a:cubicBezTo>
                  <a:cubicBezTo>
                    <a:pt x="6570" y="0"/>
                    <a:pt x="6498" y="16"/>
                    <a:pt x="6431" y="51"/>
                  </a:cubicBezTo>
                  <a:lnTo>
                    <a:pt x="6037" y="248"/>
                  </a:lnTo>
                  <a:cubicBezTo>
                    <a:pt x="5270" y="632"/>
                    <a:pt x="4428" y="824"/>
                    <a:pt x="3586" y="824"/>
                  </a:cubicBezTo>
                  <a:cubicBezTo>
                    <a:pt x="2744" y="824"/>
                    <a:pt x="1902" y="632"/>
                    <a:pt x="1134" y="248"/>
                  </a:cubicBezTo>
                  <a:lnTo>
                    <a:pt x="744" y="51"/>
                  </a:lnTo>
                  <a:cubicBezTo>
                    <a:pt x="676" y="16"/>
                    <a:pt x="604" y="0"/>
                    <a:pt x="5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7" name="Google Shape;6517;p70"/>
          <p:cNvGrpSpPr/>
          <p:nvPr/>
        </p:nvGrpSpPr>
        <p:grpSpPr>
          <a:xfrm>
            <a:off x="2841913" y="2568216"/>
            <a:ext cx="331540" cy="416956"/>
            <a:chOff x="2841913" y="2568216"/>
            <a:chExt cx="331540" cy="416956"/>
          </a:xfrm>
        </p:grpSpPr>
        <p:sp>
          <p:nvSpPr>
            <p:cNvPr id="6518" name="Google Shape;6518;p70"/>
            <p:cNvSpPr/>
            <p:nvPr/>
          </p:nvSpPr>
          <p:spPr>
            <a:xfrm>
              <a:off x="3117182" y="2750438"/>
              <a:ext cx="50122" cy="74225"/>
            </a:xfrm>
            <a:custGeom>
              <a:rect b="b" l="l" r="r" t="t"/>
              <a:pathLst>
                <a:path extrusionOk="0" h="5691" w="3843">
                  <a:moveTo>
                    <a:pt x="419" y="1"/>
                  </a:moveTo>
                  <a:lnTo>
                    <a:pt x="0" y="5690"/>
                  </a:lnTo>
                  <a:lnTo>
                    <a:pt x="278" y="5690"/>
                  </a:lnTo>
                  <a:cubicBezTo>
                    <a:pt x="2247" y="5690"/>
                    <a:pt x="3843" y="4093"/>
                    <a:pt x="3841" y="2128"/>
                  </a:cubicBezTo>
                  <a:lnTo>
                    <a:pt x="3841" y="1918"/>
                  </a:lnTo>
                  <a:cubicBezTo>
                    <a:pt x="3841" y="858"/>
                    <a:pt x="2983" y="1"/>
                    <a:pt x="1924" y="1"/>
                  </a:cubicBez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0"/>
            <p:cNvSpPr/>
            <p:nvPr/>
          </p:nvSpPr>
          <p:spPr>
            <a:xfrm>
              <a:off x="2848030" y="2750438"/>
              <a:ext cx="50109" cy="74225"/>
            </a:xfrm>
            <a:custGeom>
              <a:rect b="b" l="l" r="r" t="t"/>
              <a:pathLst>
                <a:path extrusionOk="0" h="5691" w="3842">
                  <a:moveTo>
                    <a:pt x="1917" y="1"/>
                  </a:moveTo>
                  <a:cubicBezTo>
                    <a:pt x="860" y="1"/>
                    <a:pt x="0" y="858"/>
                    <a:pt x="0" y="1918"/>
                  </a:cubicBezTo>
                  <a:lnTo>
                    <a:pt x="0" y="2128"/>
                  </a:lnTo>
                  <a:cubicBezTo>
                    <a:pt x="0" y="4093"/>
                    <a:pt x="1594" y="5690"/>
                    <a:pt x="3565" y="5690"/>
                  </a:cubicBezTo>
                  <a:lnTo>
                    <a:pt x="3842" y="5690"/>
                  </a:lnTo>
                  <a:lnTo>
                    <a:pt x="3423" y="1"/>
                  </a:ln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0"/>
            <p:cNvSpPr/>
            <p:nvPr/>
          </p:nvSpPr>
          <p:spPr>
            <a:xfrm>
              <a:off x="2902327" y="2911609"/>
              <a:ext cx="210662" cy="67482"/>
            </a:xfrm>
            <a:custGeom>
              <a:rect b="b" l="l" r="r" t="t"/>
              <a:pathLst>
                <a:path extrusionOk="0" h="5174" w="16152">
                  <a:moveTo>
                    <a:pt x="3516" y="0"/>
                  </a:moveTo>
                  <a:lnTo>
                    <a:pt x="3516" y="1630"/>
                  </a:lnTo>
                  <a:cubicBezTo>
                    <a:pt x="3516" y="2540"/>
                    <a:pt x="2993" y="3368"/>
                    <a:pt x="2174" y="3761"/>
                  </a:cubicBezTo>
                  <a:lnTo>
                    <a:pt x="245" y="4687"/>
                  </a:lnTo>
                  <a:cubicBezTo>
                    <a:pt x="0" y="4806"/>
                    <a:pt x="85" y="5173"/>
                    <a:pt x="357" y="5173"/>
                  </a:cubicBezTo>
                  <a:lnTo>
                    <a:pt x="15797" y="5173"/>
                  </a:lnTo>
                  <a:cubicBezTo>
                    <a:pt x="16070" y="5173"/>
                    <a:pt x="16152" y="4806"/>
                    <a:pt x="15908" y="4687"/>
                  </a:cubicBezTo>
                  <a:lnTo>
                    <a:pt x="13981" y="3761"/>
                  </a:lnTo>
                  <a:cubicBezTo>
                    <a:pt x="13158" y="3369"/>
                    <a:pt x="12639" y="2540"/>
                    <a:pt x="12639" y="1630"/>
                  </a:cubicBezTo>
                  <a:lnTo>
                    <a:pt x="12639" y="0"/>
                  </a:lnTo>
                  <a:cubicBezTo>
                    <a:pt x="11039" y="1095"/>
                    <a:pt x="9274" y="1721"/>
                    <a:pt x="8077" y="1721"/>
                  </a:cubicBezTo>
                  <a:cubicBezTo>
                    <a:pt x="6881" y="1721"/>
                    <a:pt x="5114" y="1095"/>
                    <a:pt x="3516" y="0"/>
                  </a:cubicBez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0"/>
            <p:cNvSpPr/>
            <p:nvPr/>
          </p:nvSpPr>
          <p:spPr>
            <a:xfrm>
              <a:off x="2886128" y="2604462"/>
              <a:ext cx="243034" cy="329584"/>
            </a:xfrm>
            <a:custGeom>
              <a:rect b="b" l="l" r="r" t="t"/>
              <a:pathLst>
                <a:path extrusionOk="0" h="25270" w="18634">
                  <a:moveTo>
                    <a:pt x="9318" y="0"/>
                  </a:moveTo>
                  <a:cubicBezTo>
                    <a:pt x="4110" y="0"/>
                    <a:pt x="1" y="4423"/>
                    <a:pt x="382" y="9616"/>
                  </a:cubicBezTo>
                  <a:lnTo>
                    <a:pt x="992" y="17887"/>
                  </a:lnTo>
                  <a:cubicBezTo>
                    <a:pt x="1314" y="22248"/>
                    <a:pt x="6689" y="25270"/>
                    <a:pt x="9318" y="25270"/>
                  </a:cubicBezTo>
                  <a:cubicBezTo>
                    <a:pt x="11945" y="25270"/>
                    <a:pt x="17320" y="22248"/>
                    <a:pt x="17642" y="17887"/>
                  </a:cubicBezTo>
                  <a:lnTo>
                    <a:pt x="18252" y="9616"/>
                  </a:lnTo>
                  <a:cubicBezTo>
                    <a:pt x="18633" y="4423"/>
                    <a:pt x="14524" y="0"/>
                    <a:pt x="9318" y="0"/>
                  </a:cubicBez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0"/>
            <p:cNvSpPr/>
            <p:nvPr/>
          </p:nvSpPr>
          <p:spPr>
            <a:xfrm>
              <a:off x="2950025" y="2609888"/>
              <a:ext cx="178252" cy="324197"/>
            </a:xfrm>
            <a:custGeom>
              <a:rect b="b" l="l" r="r" t="t"/>
              <a:pathLst>
                <a:path extrusionOk="0" h="24857" w="13667">
                  <a:moveTo>
                    <a:pt x="7124" y="1"/>
                  </a:moveTo>
                  <a:lnTo>
                    <a:pt x="7124" y="1"/>
                  </a:lnTo>
                  <a:cubicBezTo>
                    <a:pt x="9573" y="1751"/>
                    <a:pt x="11094" y="4701"/>
                    <a:pt x="10856" y="7953"/>
                  </a:cubicBezTo>
                  <a:lnTo>
                    <a:pt x="10246" y="16224"/>
                  </a:lnTo>
                  <a:cubicBezTo>
                    <a:pt x="9925" y="20585"/>
                    <a:pt x="4549" y="23607"/>
                    <a:pt x="1922" y="23607"/>
                  </a:cubicBezTo>
                  <a:cubicBezTo>
                    <a:pt x="1377" y="23607"/>
                    <a:pt x="712" y="23476"/>
                    <a:pt x="1" y="23232"/>
                  </a:cubicBezTo>
                  <a:lnTo>
                    <a:pt x="1" y="23232"/>
                  </a:lnTo>
                  <a:cubicBezTo>
                    <a:pt x="1560" y="24267"/>
                    <a:pt x="3258" y="24857"/>
                    <a:pt x="4420" y="24857"/>
                  </a:cubicBezTo>
                  <a:cubicBezTo>
                    <a:pt x="7048" y="24857"/>
                    <a:pt x="12423" y="21835"/>
                    <a:pt x="12744" y="17474"/>
                  </a:cubicBezTo>
                  <a:lnTo>
                    <a:pt x="13354" y="9204"/>
                  </a:lnTo>
                  <a:cubicBezTo>
                    <a:pt x="13667" y="4951"/>
                    <a:pt x="10969" y="1215"/>
                    <a:pt x="7124"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0"/>
            <p:cNvSpPr/>
            <p:nvPr/>
          </p:nvSpPr>
          <p:spPr>
            <a:xfrm>
              <a:off x="2914953" y="2632296"/>
              <a:ext cx="185386" cy="95810"/>
            </a:xfrm>
            <a:custGeom>
              <a:rect b="b" l="l" r="r" t="t"/>
              <a:pathLst>
                <a:path extrusionOk="0" h="7346" w="14214">
                  <a:moveTo>
                    <a:pt x="5181" y="0"/>
                  </a:moveTo>
                  <a:cubicBezTo>
                    <a:pt x="3944" y="347"/>
                    <a:pt x="2820" y="1029"/>
                    <a:pt x="1916" y="2002"/>
                  </a:cubicBezTo>
                  <a:cubicBezTo>
                    <a:pt x="794" y="3212"/>
                    <a:pt x="144" y="4720"/>
                    <a:pt x="36" y="6331"/>
                  </a:cubicBezTo>
                  <a:cubicBezTo>
                    <a:pt x="1" y="6879"/>
                    <a:pt x="437" y="7346"/>
                    <a:pt x="988" y="7346"/>
                  </a:cubicBezTo>
                  <a:lnTo>
                    <a:pt x="13228" y="7346"/>
                  </a:lnTo>
                  <a:cubicBezTo>
                    <a:pt x="13777" y="7346"/>
                    <a:pt x="14214" y="6879"/>
                    <a:pt x="14178" y="6331"/>
                  </a:cubicBezTo>
                  <a:cubicBezTo>
                    <a:pt x="14070" y="4720"/>
                    <a:pt x="13422" y="3212"/>
                    <a:pt x="12298" y="2002"/>
                  </a:cubicBezTo>
                  <a:cubicBezTo>
                    <a:pt x="11394" y="1029"/>
                    <a:pt x="10272" y="347"/>
                    <a:pt x="9034" y="0"/>
                  </a:cubicBezTo>
                  <a:cubicBezTo>
                    <a:pt x="8805" y="904"/>
                    <a:pt x="7682" y="1513"/>
                    <a:pt x="7108" y="1513"/>
                  </a:cubicBezTo>
                  <a:cubicBezTo>
                    <a:pt x="6535" y="1513"/>
                    <a:pt x="5409" y="904"/>
                    <a:pt x="5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0"/>
            <p:cNvSpPr/>
            <p:nvPr/>
          </p:nvSpPr>
          <p:spPr>
            <a:xfrm>
              <a:off x="2914953" y="2632296"/>
              <a:ext cx="185386" cy="95810"/>
            </a:xfrm>
            <a:custGeom>
              <a:rect b="b" l="l" r="r" t="t"/>
              <a:pathLst>
                <a:path extrusionOk="0" h="7346" w="14214">
                  <a:moveTo>
                    <a:pt x="9034" y="0"/>
                  </a:moveTo>
                  <a:cubicBezTo>
                    <a:pt x="9032" y="12"/>
                    <a:pt x="9028" y="20"/>
                    <a:pt x="9025" y="32"/>
                  </a:cubicBezTo>
                  <a:cubicBezTo>
                    <a:pt x="9298" y="250"/>
                    <a:pt x="9557" y="491"/>
                    <a:pt x="9800" y="752"/>
                  </a:cubicBezTo>
                  <a:cubicBezTo>
                    <a:pt x="10922" y="1962"/>
                    <a:pt x="11572" y="3470"/>
                    <a:pt x="11680" y="5080"/>
                  </a:cubicBezTo>
                  <a:cubicBezTo>
                    <a:pt x="11715" y="5629"/>
                    <a:pt x="11279" y="6096"/>
                    <a:pt x="10728" y="6096"/>
                  </a:cubicBezTo>
                  <a:lnTo>
                    <a:pt x="57" y="6096"/>
                  </a:lnTo>
                  <a:cubicBezTo>
                    <a:pt x="49" y="6173"/>
                    <a:pt x="42" y="6251"/>
                    <a:pt x="36" y="6331"/>
                  </a:cubicBezTo>
                  <a:cubicBezTo>
                    <a:pt x="1" y="6879"/>
                    <a:pt x="437" y="7346"/>
                    <a:pt x="986" y="7346"/>
                  </a:cubicBezTo>
                  <a:lnTo>
                    <a:pt x="13226" y="7346"/>
                  </a:lnTo>
                  <a:cubicBezTo>
                    <a:pt x="13777" y="7346"/>
                    <a:pt x="14214" y="6879"/>
                    <a:pt x="14178" y="6331"/>
                  </a:cubicBezTo>
                  <a:cubicBezTo>
                    <a:pt x="14070" y="4720"/>
                    <a:pt x="13422" y="3212"/>
                    <a:pt x="12298" y="2002"/>
                  </a:cubicBezTo>
                  <a:cubicBezTo>
                    <a:pt x="11394" y="1029"/>
                    <a:pt x="10272" y="347"/>
                    <a:pt x="9034"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0"/>
            <p:cNvSpPr/>
            <p:nvPr/>
          </p:nvSpPr>
          <p:spPr>
            <a:xfrm>
              <a:off x="2979019" y="2574346"/>
              <a:ext cx="57296" cy="77707"/>
            </a:xfrm>
            <a:custGeom>
              <a:rect b="b" l="l" r="r" t="t"/>
              <a:pathLst>
                <a:path extrusionOk="0" h="5958" w="4393">
                  <a:moveTo>
                    <a:pt x="2196" y="1"/>
                  </a:moveTo>
                  <a:cubicBezTo>
                    <a:pt x="969" y="1"/>
                    <a:pt x="0" y="1045"/>
                    <a:pt x="89" y="2268"/>
                  </a:cubicBezTo>
                  <a:lnTo>
                    <a:pt x="233" y="4218"/>
                  </a:lnTo>
                  <a:cubicBezTo>
                    <a:pt x="309" y="5245"/>
                    <a:pt x="1576" y="5957"/>
                    <a:pt x="2196" y="5957"/>
                  </a:cubicBezTo>
                  <a:cubicBezTo>
                    <a:pt x="2816" y="5957"/>
                    <a:pt x="4083" y="5244"/>
                    <a:pt x="4157" y="4218"/>
                  </a:cubicBezTo>
                  <a:lnTo>
                    <a:pt x="4301" y="2268"/>
                  </a:lnTo>
                  <a:cubicBezTo>
                    <a:pt x="4393" y="1042"/>
                    <a:pt x="3423" y="1"/>
                    <a:pt x="2196" y="1"/>
                  </a:cubicBez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0"/>
            <p:cNvSpPr/>
            <p:nvPr/>
          </p:nvSpPr>
          <p:spPr>
            <a:xfrm>
              <a:off x="2981080" y="2646734"/>
              <a:ext cx="53161" cy="30415"/>
            </a:xfrm>
            <a:custGeom>
              <a:rect b="b" l="l" r="r" t="t"/>
              <a:pathLst>
                <a:path extrusionOk="0" h="2332" w="4076">
                  <a:moveTo>
                    <a:pt x="962" y="1"/>
                  </a:moveTo>
                  <a:lnTo>
                    <a:pt x="962" y="741"/>
                  </a:lnTo>
                  <a:cubicBezTo>
                    <a:pt x="962" y="838"/>
                    <a:pt x="885" y="914"/>
                    <a:pt x="790" y="914"/>
                  </a:cubicBezTo>
                  <a:cubicBezTo>
                    <a:pt x="786" y="914"/>
                    <a:pt x="783" y="914"/>
                    <a:pt x="779" y="914"/>
                  </a:cubicBezTo>
                  <a:lnTo>
                    <a:pt x="0" y="914"/>
                  </a:lnTo>
                  <a:lnTo>
                    <a:pt x="693" y="1717"/>
                  </a:lnTo>
                  <a:cubicBezTo>
                    <a:pt x="1048" y="2127"/>
                    <a:pt x="1543" y="2332"/>
                    <a:pt x="2038" y="2332"/>
                  </a:cubicBezTo>
                  <a:cubicBezTo>
                    <a:pt x="2533" y="2332"/>
                    <a:pt x="3027" y="2127"/>
                    <a:pt x="3381" y="1717"/>
                  </a:cubicBezTo>
                  <a:lnTo>
                    <a:pt x="4075" y="914"/>
                  </a:lnTo>
                  <a:lnTo>
                    <a:pt x="3295" y="914"/>
                  </a:lnTo>
                  <a:cubicBezTo>
                    <a:pt x="3291" y="914"/>
                    <a:pt x="3288" y="914"/>
                    <a:pt x="3284" y="914"/>
                  </a:cubicBezTo>
                  <a:cubicBezTo>
                    <a:pt x="3189" y="914"/>
                    <a:pt x="3114" y="838"/>
                    <a:pt x="3114" y="741"/>
                  </a:cubicBezTo>
                  <a:lnTo>
                    <a:pt x="3114" y="1"/>
                  </a:lnTo>
                  <a:cubicBezTo>
                    <a:pt x="2737" y="259"/>
                    <a:pt x="2321" y="406"/>
                    <a:pt x="2038" y="406"/>
                  </a:cubicBezTo>
                  <a:cubicBezTo>
                    <a:pt x="1754" y="406"/>
                    <a:pt x="1339" y="259"/>
                    <a:pt x="962" y="1"/>
                  </a:cubicBez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0"/>
            <p:cNvSpPr/>
            <p:nvPr/>
          </p:nvSpPr>
          <p:spPr>
            <a:xfrm>
              <a:off x="2951186" y="2658642"/>
              <a:ext cx="112948" cy="69464"/>
            </a:xfrm>
            <a:custGeom>
              <a:rect b="b" l="l" r="r" t="t"/>
              <a:pathLst>
                <a:path extrusionOk="0" h="5326" w="8660">
                  <a:moveTo>
                    <a:pt x="1842" y="1"/>
                  </a:moveTo>
                  <a:cubicBezTo>
                    <a:pt x="824" y="1"/>
                    <a:pt x="1" y="824"/>
                    <a:pt x="1" y="1840"/>
                  </a:cubicBezTo>
                  <a:lnTo>
                    <a:pt x="1" y="5326"/>
                  </a:lnTo>
                  <a:lnTo>
                    <a:pt x="8659" y="5326"/>
                  </a:lnTo>
                  <a:lnTo>
                    <a:pt x="8659" y="1840"/>
                  </a:lnTo>
                  <a:cubicBezTo>
                    <a:pt x="8659" y="824"/>
                    <a:pt x="7835" y="1"/>
                    <a:pt x="6819" y="1"/>
                  </a:cubicBezTo>
                  <a:lnTo>
                    <a:pt x="6367" y="1"/>
                  </a:lnTo>
                  <a:lnTo>
                    <a:pt x="5673" y="804"/>
                  </a:lnTo>
                  <a:cubicBezTo>
                    <a:pt x="5319" y="1214"/>
                    <a:pt x="4825" y="1419"/>
                    <a:pt x="4330" y="1419"/>
                  </a:cubicBezTo>
                  <a:cubicBezTo>
                    <a:pt x="3835" y="1419"/>
                    <a:pt x="3341" y="1214"/>
                    <a:pt x="2988" y="804"/>
                  </a:cubicBezTo>
                  <a:lnTo>
                    <a:pt x="229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0"/>
            <p:cNvSpPr/>
            <p:nvPr/>
          </p:nvSpPr>
          <p:spPr>
            <a:xfrm>
              <a:off x="2951186" y="2658642"/>
              <a:ext cx="112948" cy="69464"/>
            </a:xfrm>
            <a:custGeom>
              <a:rect b="b" l="l" r="r" t="t"/>
              <a:pathLst>
                <a:path extrusionOk="0" h="5326" w="8660">
                  <a:moveTo>
                    <a:pt x="6367" y="1"/>
                  </a:moveTo>
                  <a:lnTo>
                    <a:pt x="6134" y="272"/>
                  </a:lnTo>
                  <a:cubicBezTo>
                    <a:pt x="6152" y="375"/>
                    <a:pt x="6162" y="483"/>
                    <a:pt x="6162" y="592"/>
                  </a:cubicBezTo>
                  <a:lnTo>
                    <a:pt x="6162" y="2447"/>
                  </a:lnTo>
                  <a:cubicBezTo>
                    <a:pt x="6162" y="3347"/>
                    <a:pt x="5432" y="4077"/>
                    <a:pt x="4532" y="4077"/>
                  </a:cubicBezTo>
                  <a:lnTo>
                    <a:pt x="1" y="4077"/>
                  </a:lnTo>
                  <a:lnTo>
                    <a:pt x="1" y="5326"/>
                  </a:lnTo>
                  <a:lnTo>
                    <a:pt x="8659" y="5326"/>
                  </a:lnTo>
                  <a:lnTo>
                    <a:pt x="8659" y="1840"/>
                  </a:lnTo>
                  <a:cubicBezTo>
                    <a:pt x="8659" y="824"/>
                    <a:pt x="7835" y="1"/>
                    <a:pt x="6819"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0"/>
            <p:cNvSpPr/>
            <p:nvPr/>
          </p:nvSpPr>
          <p:spPr>
            <a:xfrm>
              <a:off x="2841913" y="2568216"/>
              <a:ext cx="331540" cy="416956"/>
            </a:xfrm>
            <a:custGeom>
              <a:rect b="b" l="l" r="r" t="t"/>
              <a:pathLst>
                <a:path extrusionOk="0" h="31969" w="25420">
                  <a:moveTo>
                    <a:pt x="12709" y="937"/>
                  </a:moveTo>
                  <a:cubicBezTo>
                    <a:pt x="13147" y="937"/>
                    <a:pt x="13586" y="1111"/>
                    <a:pt x="13913" y="1462"/>
                  </a:cubicBezTo>
                  <a:cubicBezTo>
                    <a:pt x="14226" y="1802"/>
                    <a:pt x="14381" y="2241"/>
                    <a:pt x="14348" y="2702"/>
                  </a:cubicBezTo>
                  <a:cubicBezTo>
                    <a:pt x="14224" y="4387"/>
                    <a:pt x="14207" y="4621"/>
                    <a:pt x="14207" y="4621"/>
                  </a:cubicBezTo>
                  <a:cubicBezTo>
                    <a:pt x="14207" y="4621"/>
                    <a:pt x="14210" y="4587"/>
                    <a:pt x="14210" y="4587"/>
                  </a:cubicBezTo>
                  <a:lnTo>
                    <a:pt x="14210" y="4587"/>
                  </a:lnTo>
                  <a:cubicBezTo>
                    <a:pt x="14209" y="4587"/>
                    <a:pt x="14208" y="4602"/>
                    <a:pt x="14204" y="4652"/>
                  </a:cubicBezTo>
                  <a:cubicBezTo>
                    <a:pt x="14151" y="5392"/>
                    <a:pt x="13114" y="5958"/>
                    <a:pt x="12709" y="5958"/>
                  </a:cubicBezTo>
                  <a:cubicBezTo>
                    <a:pt x="12303" y="5958"/>
                    <a:pt x="11269" y="5392"/>
                    <a:pt x="11213" y="4652"/>
                  </a:cubicBezTo>
                  <a:cubicBezTo>
                    <a:pt x="11211" y="4627"/>
                    <a:pt x="11210" y="4619"/>
                    <a:pt x="11210" y="4619"/>
                  </a:cubicBezTo>
                  <a:lnTo>
                    <a:pt x="11210" y="4619"/>
                  </a:lnTo>
                  <a:cubicBezTo>
                    <a:pt x="11210" y="4619"/>
                    <a:pt x="11212" y="4642"/>
                    <a:pt x="11212" y="4642"/>
                  </a:cubicBezTo>
                  <a:cubicBezTo>
                    <a:pt x="11212" y="4642"/>
                    <a:pt x="11196" y="4428"/>
                    <a:pt x="11069" y="2702"/>
                  </a:cubicBezTo>
                  <a:cubicBezTo>
                    <a:pt x="11036" y="2241"/>
                    <a:pt x="11190" y="1802"/>
                    <a:pt x="11504" y="1462"/>
                  </a:cubicBezTo>
                  <a:cubicBezTo>
                    <a:pt x="11828" y="1113"/>
                    <a:pt x="12269" y="937"/>
                    <a:pt x="12709" y="937"/>
                  </a:cubicBezTo>
                  <a:close/>
                  <a:moveTo>
                    <a:pt x="13315" y="6781"/>
                  </a:moveTo>
                  <a:cubicBezTo>
                    <a:pt x="13322" y="7043"/>
                    <a:pt x="13490" y="7281"/>
                    <a:pt x="13751" y="7370"/>
                  </a:cubicBezTo>
                  <a:lnTo>
                    <a:pt x="13698" y="7432"/>
                  </a:lnTo>
                  <a:cubicBezTo>
                    <a:pt x="13437" y="7733"/>
                    <a:pt x="13073" y="7884"/>
                    <a:pt x="12709" y="7884"/>
                  </a:cubicBezTo>
                  <a:cubicBezTo>
                    <a:pt x="12344" y="7884"/>
                    <a:pt x="11980" y="7733"/>
                    <a:pt x="11719" y="7432"/>
                  </a:cubicBezTo>
                  <a:lnTo>
                    <a:pt x="11665" y="7370"/>
                  </a:lnTo>
                  <a:cubicBezTo>
                    <a:pt x="11927" y="7281"/>
                    <a:pt x="12094" y="7043"/>
                    <a:pt x="12101" y="6781"/>
                  </a:cubicBezTo>
                  <a:cubicBezTo>
                    <a:pt x="12324" y="6858"/>
                    <a:pt x="12516" y="6896"/>
                    <a:pt x="12708" y="6896"/>
                  </a:cubicBezTo>
                  <a:cubicBezTo>
                    <a:pt x="12900" y="6896"/>
                    <a:pt x="13092" y="6858"/>
                    <a:pt x="13315" y="6781"/>
                  </a:cubicBezTo>
                  <a:close/>
                  <a:moveTo>
                    <a:pt x="14910" y="5491"/>
                  </a:moveTo>
                  <a:cubicBezTo>
                    <a:pt x="17257" y="6317"/>
                    <a:pt x="19126" y="8522"/>
                    <a:pt x="19310" y="11274"/>
                  </a:cubicBezTo>
                  <a:cubicBezTo>
                    <a:pt x="19327" y="11554"/>
                    <a:pt x="19108" y="11789"/>
                    <a:pt x="18828" y="11789"/>
                  </a:cubicBezTo>
                  <a:lnTo>
                    <a:pt x="17505" y="11789"/>
                  </a:lnTo>
                  <a:lnTo>
                    <a:pt x="17505" y="8772"/>
                  </a:lnTo>
                  <a:cubicBezTo>
                    <a:pt x="17505" y="7499"/>
                    <a:pt x="16470" y="6463"/>
                    <a:pt x="15197" y="6463"/>
                  </a:cubicBezTo>
                  <a:lnTo>
                    <a:pt x="14252" y="6463"/>
                  </a:lnTo>
                  <a:lnTo>
                    <a:pt x="14252" y="6261"/>
                  </a:lnTo>
                  <a:cubicBezTo>
                    <a:pt x="14513" y="6051"/>
                    <a:pt x="14747" y="5793"/>
                    <a:pt x="14910" y="5491"/>
                  </a:cubicBezTo>
                  <a:close/>
                  <a:moveTo>
                    <a:pt x="23032" y="14438"/>
                  </a:moveTo>
                  <a:cubicBezTo>
                    <a:pt x="23830" y="14438"/>
                    <a:pt x="24479" y="15087"/>
                    <a:pt x="24479" y="15886"/>
                  </a:cubicBezTo>
                  <a:lnTo>
                    <a:pt x="24479" y="16097"/>
                  </a:lnTo>
                  <a:cubicBezTo>
                    <a:pt x="24479" y="17727"/>
                    <a:pt x="23213" y="19067"/>
                    <a:pt x="21612" y="19184"/>
                  </a:cubicBezTo>
                  <a:lnTo>
                    <a:pt x="21960" y="14438"/>
                  </a:lnTo>
                  <a:close/>
                  <a:moveTo>
                    <a:pt x="3455" y="14440"/>
                  </a:moveTo>
                  <a:lnTo>
                    <a:pt x="3805" y="19186"/>
                  </a:lnTo>
                  <a:cubicBezTo>
                    <a:pt x="2204" y="19067"/>
                    <a:pt x="937" y="17727"/>
                    <a:pt x="937" y="16097"/>
                  </a:cubicBezTo>
                  <a:lnTo>
                    <a:pt x="937" y="15888"/>
                  </a:lnTo>
                  <a:cubicBezTo>
                    <a:pt x="937" y="15090"/>
                    <a:pt x="1587" y="14440"/>
                    <a:pt x="2385" y="14440"/>
                  </a:cubicBezTo>
                  <a:close/>
                  <a:moveTo>
                    <a:pt x="16799" y="27176"/>
                  </a:moveTo>
                  <a:lnTo>
                    <a:pt x="16799" y="27958"/>
                  </a:lnTo>
                  <a:cubicBezTo>
                    <a:pt x="16802" y="29042"/>
                    <a:pt x="17432" y="30043"/>
                    <a:pt x="18407" y="30511"/>
                  </a:cubicBezTo>
                  <a:lnTo>
                    <a:pt x="19492" y="31032"/>
                  </a:lnTo>
                  <a:lnTo>
                    <a:pt x="5921" y="31032"/>
                  </a:lnTo>
                  <a:lnTo>
                    <a:pt x="7005" y="30511"/>
                  </a:lnTo>
                  <a:cubicBezTo>
                    <a:pt x="7981" y="30043"/>
                    <a:pt x="8613" y="29040"/>
                    <a:pt x="8613" y="27958"/>
                  </a:cubicBezTo>
                  <a:lnTo>
                    <a:pt x="8613" y="27176"/>
                  </a:lnTo>
                  <a:cubicBezTo>
                    <a:pt x="10072" y="28034"/>
                    <a:pt x="11590" y="28515"/>
                    <a:pt x="12705" y="28515"/>
                  </a:cubicBezTo>
                  <a:cubicBezTo>
                    <a:pt x="13821" y="28515"/>
                    <a:pt x="15338" y="28033"/>
                    <a:pt x="16799" y="27176"/>
                  </a:cubicBezTo>
                  <a:close/>
                  <a:moveTo>
                    <a:pt x="12710" y="0"/>
                  </a:moveTo>
                  <a:cubicBezTo>
                    <a:pt x="12019" y="0"/>
                    <a:pt x="11329" y="275"/>
                    <a:pt x="10818" y="824"/>
                  </a:cubicBezTo>
                  <a:cubicBezTo>
                    <a:pt x="10356" y="1323"/>
                    <a:pt x="10108" y="1990"/>
                    <a:pt x="10129" y="2668"/>
                  </a:cubicBezTo>
                  <a:cubicBezTo>
                    <a:pt x="5845" y="3884"/>
                    <a:pt x="2979" y="7961"/>
                    <a:pt x="3309" y="12429"/>
                  </a:cubicBezTo>
                  <a:lnTo>
                    <a:pt x="3386" y="13501"/>
                  </a:lnTo>
                  <a:lnTo>
                    <a:pt x="2386" y="13501"/>
                  </a:lnTo>
                  <a:cubicBezTo>
                    <a:pt x="1072" y="13501"/>
                    <a:pt x="0" y="14570"/>
                    <a:pt x="0" y="15888"/>
                  </a:cubicBezTo>
                  <a:lnTo>
                    <a:pt x="0" y="16097"/>
                  </a:lnTo>
                  <a:cubicBezTo>
                    <a:pt x="0" y="18267"/>
                    <a:pt x="1725" y="20043"/>
                    <a:pt x="3874" y="20125"/>
                  </a:cubicBezTo>
                  <a:lnTo>
                    <a:pt x="3917" y="20699"/>
                  </a:lnTo>
                  <a:cubicBezTo>
                    <a:pt x="4097" y="23131"/>
                    <a:pt x="5743" y="25180"/>
                    <a:pt x="7680" y="26568"/>
                  </a:cubicBezTo>
                  <a:lnTo>
                    <a:pt x="7680" y="27958"/>
                  </a:lnTo>
                  <a:cubicBezTo>
                    <a:pt x="7680" y="28683"/>
                    <a:pt x="7258" y="29354"/>
                    <a:pt x="6605" y="29667"/>
                  </a:cubicBezTo>
                  <a:lnTo>
                    <a:pt x="4676" y="30593"/>
                  </a:lnTo>
                  <a:cubicBezTo>
                    <a:pt x="4369" y="30741"/>
                    <a:pt x="4209" y="31076"/>
                    <a:pt x="4283" y="31406"/>
                  </a:cubicBezTo>
                  <a:cubicBezTo>
                    <a:pt x="4359" y="31736"/>
                    <a:pt x="4649" y="31969"/>
                    <a:pt x="4991" y="31969"/>
                  </a:cubicBezTo>
                  <a:lnTo>
                    <a:pt x="20431" y="31969"/>
                  </a:lnTo>
                  <a:cubicBezTo>
                    <a:pt x="20771" y="31969"/>
                    <a:pt x="21062" y="31738"/>
                    <a:pt x="21137" y="31406"/>
                  </a:cubicBezTo>
                  <a:cubicBezTo>
                    <a:pt x="21213" y="31073"/>
                    <a:pt x="21051" y="30741"/>
                    <a:pt x="20745" y="30593"/>
                  </a:cubicBezTo>
                  <a:lnTo>
                    <a:pt x="18816" y="29667"/>
                  </a:lnTo>
                  <a:cubicBezTo>
                    <a:pt x="18163" y="29354"/>
                    <a:pt x="17742" y="28683"/>
                    <a:pt x="17742" y="27958"/>
                  </a:cubicBezTo>
                  <a:lnTo>
                    <a:pt x="17742" y="26568"/>
                  </a:lnTo>
                  <a:cubicBezTo>
                    <a:pt x="19679" y="25180"/>
                    <a:pt x="21325" y="23131"/>
                    <a:pt x="21504" y="20699"/>
                  </a:cubicBezTo>
                  <a:lnTo>
                    <a:pt x="21546" y="20125"/>
                  </a:lnTo>
                  <a:cubicBezTo>
                    <a:pt x="23697" y="20043"/>
                    <a:pt x="25420" y="18267"/>
                    <a:pt x="25420" y="16097"/>
                  </a:cubicBezTo>
                  <a:lnTo>
                    <a:pt x="25420" y="15888"/>
                  </a:lnTo>
                  <a:cubicBezTo>
                    <a:pt x="25416" y="14573"/>
                    <a:pt x="24347" y="13501"/>
                    <a:pt x="23032" y="13501"/>
                  </a:cubicBezTo>
                  <a:lnTo>
                    <a:pt x="22031" y="13501"/>
                  </a:lnTo>
                  <a:lnTo>
                    <a:pt x="22110" y="12429"/>
                  </a:lnTo>
                  <a:cubicBezTo>
                    <a:pt x="22338" y="9331"/>
                    <a:pt x="21025" y="6321"/>
                    <a:pt x="18598" y="4375"/>
                  </a:cubicBezTo>
                  <a:cubicBezTo>
                    <a:pt x="18511" y="4306"/>
                    <a:pt x="18407" y="4273"/>
                    <a:pt x="18304" y="4273"/>
                  </a:cubicBezTo>
                  <a:cubicBezTo>
                    <a:pt x="18167" y="4273"/>
                    <a:pt x="18031" y="4332"/>
                    <a:pt x="17940" y="4447"/>
                  </a:cubicBezTo>
                  <a:cubicBezTo>
                    <a:pt x="17777" y="4648"/>
                    <a:pt x="17810" y="4943"/>
                    <a:pt x="18011" y="5105"/>
                  </a:cubicBezTo>
                  <a:cubicBezTo>
                    <a:pt x="20197" y="6858"/>
                    <a:pt x="21379" y="9570"/>
                    <a:pt x="21175" y="12359"/>
                  </a:cubicBezTo>
                  <a:cubicBezTo>
                    <a:pt x="20825" y="17116"/>
                    <a:pt x="20654" y="19413"/>
                    <a:pt x="20566" y="20630"/>
                  </a:cubicBezTo>
                  <a:cubicBezTo>
                    <a:pt x="20279" y="24527"/>
                    <a:pt x="15354" y="27578"/>
                    <a:pt x="12706" y="27578"/>
                  </a:cubicBezTo>
                  <a:cubicBezTo>
                    <a:pt x="10063" y="27578"/>
                    <a:pt x="5137" y="24536"/>
                    <a:pt x="4849" y="20630"/>
                  </a:cubicBezTo>
                  <a:cubicBezTo>
                    <a:pt x="4619" y="17509"/>
                    <a:pt x="4556" y="16661"/>
                    <a:pt x="4556" y="16661"/>
                  </a:cubicBezTo>
                  <a:lnTo>
                    <a:pt x="4556" y="16661"/>
                  </a:lnTo>
                  <a:cubicBezTo>
                    <a:pt x="4556" y="16662"/>
                    <a:pt x="4644" y="17860"/>
                    <a:pt x="4644" y="17860"/>
                  </a:cubicBezTo>
                  <a:cubicBezTo>
                    <a:pt x="4644" y="17860"/>
                    <a:pt x="4562" y="16744"/>
                    <a:pt x="4239" y="12359"/>
                  </a:cubicBezTo>
                  <a:cubicBezTo>
                    <a:pt x="3945" y="8366"/>
                    <a:pt x="6424" y="4777"/>
                    <a:pt x="10195" y="3622"/>
                  </a:cubicBezTo>
                  <a:lnTo>
                    <a:pt x="10266" y="4582"/>
                  </a:lnTo>
                  <a:cubicBezTo>
                    <a:pt x="7554" y="5504"/>
                    <a:pt x="5380" y="8031"/>
                    <a:pt x="5169" y="11211"/>
                  </a:cubicBezTo>
                  <a:cubicBezTo>
                    <a:pt x="5114" y="12029"/>
                    <a:pt x="5766" y="12725"/>
                    <a:pt x="6585" y="12725"/>
                  </a:cubicBezTo>
                  <a:lnTo>
                    <a:pt x="11959" y="12725"/>
                  </a:lnTo>
                  <a:cubicBezTo>
                    <a:pt x="12217" y="12725"/>
                    <a:pt x="12428" y="12515"/>
                    <a:pt x="12428" y="12257"/>
                  </a:cubicBezTo>
                  <a:cubicBezTo>
                    <a:pt x="12428" y="11999"/>
                    <a:pt x="12217" y="11789"/>
                    <a:pt x="11959" y="11789"/>
                  </a:cubicBezTo>
                  <a:lnTo>
                    <a:pt x="10686" y="11789"/>
                  </a:lnTo>
                  <a:lnTo>
                    <a:pt x="10686" y="9653"/>
                  </a:lnTo>
                  <a:cubicBezTo>
                    <a:pt x="10686" y="9395"/>
                    <a:pt x="10475" y="9185"/>
                    <a:pt x="10217" y="9185"/>
                  </a:cubicBezTo>
                  <a:cubicBezTo>
                    <a:pt x="9958" y="9185"/>
                    <a:pt x="9749" y="9395"/>
                    <a:pt x="9749" y="9653"/>
                  </a:cubicBezTo>
                  <a:lnTo>
                    <a:pt x="9749" y="11789"/>
                  </a:lnTo>
                  <a:lnTo>
                    <a:pt x="8848" y="11789"/>
                  </a:lnTo>
                  <a:lnTo>
                    <a:pt x="8848" y="11630"/>
                  </a:lnTo>
                  <a:cubicBezTo>
                    <a:pt x="8848" y="11372"/>
                    <a:pt x="8637" y="11162"/>
                    <a:pt x="8379" y="11162"/>
                  </a:cubicBezTo>
                  <a:cubicBezTo>
                    <a:pt x="8120" y="11162"/>
                    <a:pt x="7911" y="11372"/>
                    <a:pt x="7911" y="11630"/>
                  </a:cubicBezTo>
                  <a:lnTo>
                    <a:pt x="7911" y="11789"/>
                  </a:lnTo>
                  <a:lnTo>
                    <a:pt x="6589" y="11789"/>
                  </a:lnTo>
                  <a:cubicBezTo>
                    <a:pt x="6309" y="11789"/>
                    <a:pt x="6088" y="11553"/>
                    <a:pt x="6107" y="11274"/>
                  </a:cubicBezTo>
                  <a:cubicBezTo>
                    <a:pt x="6289" y="8525"/>
                    <a:pt x="8156" y="6318"/>
                    <a:pt x="10508" y="5491"/>
                  </a:cubicBezTo>
                  <a:cubicBezTo>
                    <a:pt x="10670" y="5793"/>
                    <a:pt x="10903" y="6051"/>
                    <a:pt x="11167" y="6261"/>
                  </a:cubicBezTo>
                  <a:lnTo>
                    <a:pt x="11167" y="6463"/>
                  </a:lnTo>
                  <a:lnTo>
                    <a:pt x="10221" y="6463"/>
                  </a:lnTo>
                  <a:cubicBezTo>
                    <a:pt x="8948" y="6463"/>
                    <a:pt x="7912" y="7499"/>
                    <a:pt x="7912" y="8772"/>
                  </a:cubicBezTo>
                  <a:lnTo>
                    <a:pt x="7912" y="9445"/>
                  </a:lnTo>
                  <a:cubicBezTo>
                    <a:pt x="7912" y="9703"/>
                    <a:pt x="8122" y="9913"/>
                    <a:pt x="8381" y="9913"/>
                  </a:cubicBezTo>
                  <a:cubicBezTo>
                    <a:pt x="8640" y="9913"/>
                    <a:pt x="8849" y="9703"/>
                    <a:pt x="8849" y="9445"/>
                  </a:cubicBezTo>
                  <a:lnTo>
                    <a:pt x="8849" y="8772"/>
                  </a:lnTo>
                  <a:cubicBezTo>
                    <a:pt x="8849" y="8016"/>
                    <a:pt x="9465" y="7400"/>
                    <a:pt x="10221" y="7400"/>
                  </a:cubicBezTo>
                  <a:lnTo>
                    <a:pt x="10458" y="7400"/>
                  </a:lnTo>
                  <a:lnTo>
                    <a:pt x="11012" y="8041"/>
                  </a:lnTo>
                  <a:cubicBezTo>
                    <a:pt x="11459" y="8560"/>
                    <a:pt x="12085" y="8819"/>
                    <a:pt x="12710" y="8819"/>
                  </a:cubicBezTo>
                  <a:cubicBezTo>
                    <a:pt x="13336" y="8819"/>
                    <a:pt x="13961" y="8560"/>
                    <a:pt x="14408" y="8041"/>
                  </a:cubicBezTo>
                  <a:lnTo>
                    <a:pt x="14962" y="7400"/>
                  </a:lnTo>
                  <a:lnTo>
                    <a:pt x="15199" y="7400"/>
                  </a:lnTo>
                  <a:cubicBezTo>
                    <a:pt x="15955" y="7400"/>
                    <a:pt x="16571" y="8016"/>
                    <a:pt x="16571" y="8772"/>
                  </a:cubicBezTo>
                  <a:lnTo>
                    <a:pt x="16571" y="11789"/>
                  </a:lnTo>
                  <a:lnTo>
                    <a:pt x="15667" y="11789"/>
                  </a:lnTo>
                  <a:lnTo>
                    <a:pt x="15667" y="9653"/>
                  </a:lnTo>
                  <a:cubicBezTo>
                    <a:pt x="15667" y="9395"/>
                    <a:pt x="15457" y="9185"/>
                    <a:pt x="15199" y="9185"/>
                  </a:cubicBezTo>
                  <a:cubicBezTo>
                    <a:pt x="14941" y="9185"/>
                    <a:pt x="14730" y="9395"/>
                    <a:pt x="14730" y="9653"/>
                  </a:cubicBezTo>
                  <a:lnTo>
                    <a:pt x="14730" y="11789"/>
                  </a:lnTo>
                  <a:lnTo>
                    <a:pt x="14150" y="11789"/>
                  </a:lnTo>
                  <a:cubicBezTo>
                    <a:pt x="13892" y="11789"/>
                    <a:pt x="13681" y="11999"/>
                    <a:pt x="13681" y="12257"/>
                  </a:cubicBezTo>
                  <a:cubicBezTo>
                    <a:pt x="13681" y="12515"/>
                    <a:pt x="13890" y="12725"/>
                    <a:pt x="14150" y="12725"/>
                  </a:cubicBezTo>
                  <a:lnTo>
                    <a:pt x="18831" y="12725"/>
                  </a:lnTo>
                  <a:cubicBezTo>
                    <a:pt x="19650" y="12725"/>
                    <a:pt x="20301" y="12029"/>
                    <a:pt x="20248" y="11211"/>
                  </a:cubicBezTo>
                  <a:cubicBezTo>
                    <a:pt x="20036" y="8039"/>
                    <a:pt x="17868" y="5506"/>
                    <a:pt x="15150" y="4582"/>
                  </a:cubicBezTo>
                  <a:lnTo>
                    <a:pt x="15220" y="3623"/>
                  </a:lnTo>
                  <a:cubicBezTo>
                    <a:pt x="15555" y="3728"/>
                    <a:pt x="15883" y="3851"/>
                    <a:pt x="16203" y="3995"/>
                  </a:cubicBezTo>
                  <a:cubicBezTo>
                    <a:pt x="16266" y="4023"/>
                    <a:pt x="16331" y="4036"/>
                    <a:pt x="16395" y="4036"/>
                  </a:cubicBezTo>
                  <a:cubicBezTo>
                    <a:pt x="16574" y="4036"/>
                    <a:pt x="16744" y="3934"/>
                    <a:pt x="16822" y="3762"/>
                  </a:cubicBezTo>
                  <a:cubicBezTo>
                    <a:pt x="16928" y="3527"/>
                    <a:pt x="16823" y="3249"/>
                    <a:pt x="16589" y="3143"/>
                  </a:cubicBezTo>
                  <a:cubicBezTo>
                    <a:pt x="16169" y="2953"/>
                    <a:pt x="15733" y="2794"/>
                    <a:pt x="15288" y="2668"/>
                  </a:cubicBezTo>
                  <a:cubicBezTo>
                    <a:pt x="15312" y="1990"/>
                    <a:pt x="15063" y="1323"/>
                    <a:pt x="14599" y="824"/>
                  </a:cubicBezTo>
                  <a:cubicBezTo>
                    <a:pt x="14090" y="275"/>
                    <a:pt x="13400" y="0"/>
                    <a:pt x="127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0"/>
            <p:cNvSpPr/>
            <p:nvPr/>
          </p:nvSpPr>
          <p:spPr>
            <a:xfrm>
              <a:off x="2936604" y="2762268"/>
              <a:ext cx="60895" cy="12234"/>
            </a:xfrm>
            <a:custGeom>
              <a:rect b="b" l="l" r="r" t="t"/>
              <a:pathLst>
                <a:path extrusionOk="0" h="938" w="4669">
                  <a:moveTo>
                    <a:pt x="470" y="1"/>
                  </a:moveTo>
                  <a:cubicBezTo>
                    <a:pt x="212" y="1"/>
                    <a:pt x="1" y="212"/>
                    <a:pt x="1" y="470"/>
                  </a:cubicBezTo>
                  <a:cubicBezTo>
                    <a:pt x="1" y="728"/>
                    <a:pt x="212" y="938"/>
                    <a:pt x="470" y="938"/>
                  </a:cubicBezTo>
                  <a:lnTo>
                    <a:pt x="4201" y="938"/>
                  </a:lnTo>
                  <a:cubicBezTo>
                    <a:pt x="4459" y="938"/>
                    <a:pt x="4669" y="728"/>
                    <a:pt x="4669" y="470"/>
                  </a:cubicBezTo>
                  <a:cubicBezTo>
                    <a:pt x="4669" y="212"/>
                    <a:pt x="4459" y="1"/>
                    <a:pt x="42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0"/>
            <p:cNvSpPr/>
            <p:nvPr/>
          </p:nvSpPr>
          <p:spPr>
            <a:xfrm>
              <a:off x="3001557" y="2762268"/>
              <a:ext cx="77146" cy="76807"/>
            </a:xfrm>
            <a:custGeom>
              <a:rect b="b" l="l" r="r" t="t"/>
              <a:pathLst>
                <a:path extrusionOk="0" h="5889" w="5915">
                  <a:moveTo>
                    <a:pt x="2962" y="1"/>
                  </a:moveTo>
                  <a:cubicBezTo>
                    <a:pt x="2018" y="1"/>
                    <a:pt x="1247" y="771"/>
                    <a:pt x="1247" y="1716"/>
                  </a:cubicBezTo>
                  <a:lnTo>
                    <a:pt x="1247" y="4174"/>
                  </a:lnTo>
                  <a:cubicBezTo>
                    <a:pt x="1247" y="4603"/>
                    <a:pt x="897" y="4951"/>
                    <a:pt x="469" y="4951"/>
                  </a:cubicBezTo>
                  <a:cubicBezTo>
                    <a:pt x="211" y="4951"/>
                    <a:pt x="0" y="5162"/>
                    <a:pt x="0" y="5421"/>
                  </a:cubicBezTo>
                  <a:cubicBezTo>
                    <a:pt x="0" y="5679"/>
                    <a:pt x="211" y="5888"/>
                    <a:pt x="469" y="5888"/>
                  </a:cubicBezTo>
                  <a:cubicBezTo>
                    <a:pt x="1413" y="5888"/>
                    <a:pt x="2184" y="5119"/>
                    <a:pt x="2184" y="4174"/>
                  </a:cubicBezTo>
                  <a:lnTo>
                    <a:pt x="2184" y="1716"/>
                  </a:lnTo>
                  <a:cubicBezTo>
                    <a:pt x="2184" y="1288"/>
                    <a:pt x="2534" y="938"/>
                    <a:pt x="2962" y="938"/>
                  </a:cubicBezTo>
                  <a:lnTo>
                    <a:pt x="5446" y="938"/>
                  </a:lnTo>
                  <a:cubicBezTo>
                    <a:pt x="5705" y="938"/>
                    <a:pt x="5915" y="728"/>
                    <a:pt x="5915" y="470"/>
                  </a:cubicBezTo>
                  <a:cubicBezTo>
                    <a:pt x="5915" y="212"/>
                    <a:pt x="5705"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0"/>
            <p:cNvSpPr/>
            <p:nvPr/>
          </p:nvSpPr>
          <p:spPr>
            <a:xfrm>
              <a:off x="2960877" y="2868489"/>
              <a:ext cx="93619" cy="22968"/>
            </a:xfrm>
            <a:custGeom>
              <a:rect b="b" l="l" r="r" t="t"/>
              <a:pathLst>
                <a:path extrusionOk="0" h="1761" w="7178">
                  <a:moveTo>
                    <a:pt x="3589" y="0"/>
                  </a:moveTo>
                  <a:cubicBezTo>
                    <a:pt x="2602" y="0"/>
                    <a:pt x="1617" y="226"/>
                    <a:pt x="718" y="677"/>
                  </a:cubicBezTo>
                  <a:lnTo>
                    <a:pt x="325" y="874"/>
                  </a:lnTo>
                  <a:cubicBezTo>
                    <a:pt x="94" y="990"/>
                    <a:pt x="1" y="1273"/>
                    <a:pt x="117" y="1502"/>
                  </a:cubicBezTo>
                  <a:cubicBezTo>
                    <a:pt x="198" y="1665"/>
                    <a:pt x="363" y="1760"/>
                    <a:pt x="534" y="1760"/>
                  </a:cubicBezTo>
                  <a:cubicBezTo>
                    <a:pt x="604" y="1760"/>
                    <a:pt x="676" y="1744"/>
                    <a:pt x="743" y="1711"/>
                  </a:cubicBezTo>
                  <a:lnTo>
                    <a:pt x="1136" y="1512"/>
                  </a:lnTo>
                  <a:cubicBezTo>
                    <a:pt x="1904" y="1128"/>
                    <a:pt x="2746" y="936"/>
                    <a:pt x="3588" y="936"/>
                  </a:cubicBezTo>
                  <a:cubicBezTo>
                    <a:pt x="4430" y="936"/>
                    <a:pt x="5272" y="1128"/>
                    <a:pt x="6039" y="1512"/>
                  </a:cubicBezTo>
                  <a:lnTo>
                    <a:pt x="6432" y="1711"/>
                  </a:lnTo>
                  <a:cubicBezTo>
                    <a:pt x="6500" y="1744"/>
                    <a:pt x="6572" y="1761"/>
                    <a:pt x="6642" y="1761"/>
                  </a:cubicBezTo>
                  <a:cubicBezTo>
                    <a:pt x="6814" y="1761"/>
                    <a:pt x="6980" y="1666"/>
                    <a:pt x="7061" y="1502"/>
                  </a:cubicBezTo>
                  <a:cubicBezTo>
                    <a:pt x="7177" y="1270"/>
                    <a:pt x="7084" y="989"/>
                    <a:pt x="6853" y="874"/>
                  </a:cubicBezTo>
                  <a:lnTo>
                    <a:pt x="6461" y="677"/>
                  </a:lnTo>
                  <a:cubicBezTo>
                    <a:pt x="5561" y="226"/>
                    <a:pt x="4575" y="0"/>
                    <a:pt x="358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3" name="Google Shape;6533;p70"/>
          <p:cNvGrpSpPr/>
          <p:nvPr/>
        </p:nvGrpSpPr>
        <p:grpSpPr>
          <a:xfrm>
            <a:off x="1730588" y="4186575"/>
            <a:ext cx="331553" cy="416930"/>
            <a:chOff x="1730588" y="4186575"/>
            <a:chExt cx="331553" cy="416930"/>
          </a:xfrm>
        </p:grpSpPr>
        <p:sp>
          <p:nvSpPr>
            <p:cNvPr id="6534" name="Google Shape;6534;p70"/>
            <p:cNvSpPr/>
            <p:nvPr/>
          </p:nvSpPr>
          <p:spPr>
            <a:xfrm>
              <a:off x="2005834" y="4368777"/>
              <a:ext cx="50135" cy="74225"/>
            </a:xfrm>
            <a:custGeom>
              <a:rect b="b" l="l" r="r" t="t"/>
              <a:pathLst>
                <a:path extrusionOk="0" h="5691" w="3844">
                  <a:moveTo>
                    <a:pt x="421" y="1"/>
                  </a:moveTo>
                  <a:lnTo>
                    <a:pt x="0" y="5690"/>
                  </a:lnTo>
                  <a:lnTo>
                    <a:pt x="279" y="5690"/>
                  </a:lnTo>
                  <a:cubicBezTo>
                    <a:pt x="2248" y="5690"/>
                    <a:pt x="3843" y="4093"/>
                    <a:pt x="3842" y="2128"/>
                  </a:cubicBezTo>
                  <a:lnTo>
                    <a:pt x="3842" y="1918"/>
                  </a:lnTo>
                  <a:cubicBezTo>
                    <a:pt x="3842" y="858"/>
                    <a:pt x="2984" y="1"/>
                    <a:pt x="1925" y="1"/>
                  </a:cubicBez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0"/>
            <p:cNvSpPr/>
            <p:nvPr/>
          </p:nvSpPr>
          <p:spPr>
            <a:xfrm>
              <a:off x="1736691" y="4368777"/>
              <a:ext cx="50109" cy="74225"/>
            </a:xfrm>
            <a:custGeom>
              <a:rect b="b" l="l" r="r" t="t"/>
              <a:pathLst>
                <a:path extrusionOk="0" h="5691" w="3842">
                  <a:moveTo>
                    <a:pt x="1918" y="1"/>
                  </a:moveTo>
                  <a:cubicBezTo>
                    <a:pt x="860" y="1"/>
                    <a:pt x="1" y="858"/>
                    <a:pt x="1" y="1918"/>
                  </a:cubicBezTo>
                  <a:lnTo>
                    <a:pt x="1" y="2128"/>
                  </a:lnTo>
                  <a:cubicBezTo>
                    <a:pt x="1" y="4093"/>
                    <a:pt x="1596" y="5690"/>
                    <a:pt x="3565" y="5690"/>
                  </a:cubicBezTo>
                  <a:lnTo>
                    <a:pt x="3842" y="5690"/>
                  </a:lnTo>
                  <a:lnTo>
                    <a:pt x="3423" y="1"/>
                  </a:ln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0"/>
            <p:cNvSpPr/>
            <p:nvPr/>
          </p:nvSpPr>
          <p:spPr>
            <a:xfrm>
              <a:off x="1790987" y="4529941"/>
              <a:ext cx="210662" cy="67482"/>
            </a:xfrm>
            <a:custGeom>
              <a:rect b="b" l="l" r="r" t="t"/>
              <a:pathLst>
                <a:path extrusionOk="0" h="5174" w="16152">
                  <a:moveTo>
                    <a:pt x="3516" y="0"/>
                  </a:moveTo>
                  <a:lnTo>
                    <a:pt x="3516" y="1630"/>
                  </a:lnTo>
                  <a:cubicBezTo>
                    <a:pt x="3516" y="2540"/>
                    <a:pt x="2994" y="3368"/>
                    <a:pt x="2174" y="3761"/>
                  </a:cubicBezTo>
                  <a:lnTo>
                    <a:pt x="246" y="4687"/>
                  </a:lnTo>
                  <a:cubicBezTo>
                    <a:pt x="0" y="4806"/>
                    <a:pt x="85" y="5173"/>
                    <a:pt x="358" y="5173"/>
                  </a:cubicBezTo>
                  <a:lnTo>
                    <a:pt x="15798" y="5173"/>
                  </a:lnTo>
                  <a:cubicBezTo>
                    <a:pt x="16070" y="5173"/>
                    <a:pt x="16152" y="4806"/>
                    <a:pt x="15908" y="4687"/>
                  </a:cubicBezTo>
                  <a:lnTo>
                    <a:pt x="13980" y="3761"/>
                  </a:lnTo>
                  <a:cubicBezTo>
                    <a:pt x="13160" y="3369"/>
                    <a:pt x="12639" y="2540"/>
                    <a:pt x="12639" y="1630"/>
                  </a:cubicBezTo>
                  <a:lnTo>
                    <a:pt x="12639" y="0"/>
                  </a:lnTo>
                  <a:cubicBezTo>
                    <a:pt x="11039" y="1095"/>
                    <a:pt x="9274" y="1721"/>
                    <a:pt x="8078" y="1721"/>
                  </a:cubicBezTo>
                  <a:cubicBezTo>
                    <a:pt x="6881" y="1721"/>
                    <a:pt x="5114" y="1095"/>
                    <a:pt x="3516" y="0"/>
                  </a:cubicBez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0"/>
            <p:cNvSpPr/>
            <p:nvPr/>
          </p:nvSpPr>
          <p:spPr>
            <a:xfrm>
              <a:off x="1774814" y="4222820"/>
              <a:ext cx="243008" cy="329571"/>
            </a:xfrm>
            <a:custGeom>
              <a:rect b="b" l="l" r="r" t="t"/>
              <a:pathLst>
                <a:path extrusionOk="0" h="25269" w="18632">
                  <a:moveTo>
                    <a:pt x="9318" y="1"/>
                  </a:moveTo>
                  <a:cubicBezTo>
                    <a:pt x="4112" y="1"/>
                    <a:pt x="1" y="4425"/>
                    <a:pt x="385" y="9616"/>
                  </a:cubicBezTo>
                  <a:lnTo>
                    <a:pt x="995" y="17887"/>
                  </a:lnTo>
                  <a:cubicBezTo>
                    <a:pt x="1316" y="22248"/>
                    <a:pt x="6692" y="25269"/>
                    <a:pt x="9319" y="25269"/>
                  </a:cubicBezTo>
                  <a:cubicBezTo>
                    <a:pt x="11946" y="25269"/>
                    <a:pt x="17323" y="22247"/>
                    <a:pt x="17643" y="17887"/>
                  </a:cubicBezTo>
                  <a:cubicBezTo>
                    <a:pt x="17642" y="17886"/>
                    <a:pt x="18250" y="9616"/>
                    <a:pt x="18250" y="9616"/>
                  </a:cubicBezTo>
                  <a:cubicBezTo>
                    <a:pt x="18632" y="4425"/>
                    <a:pt x="14522" y="1"/>
                    <a:pt x="9318" y="1"/>
                  </a:cubicBez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0"/>
            <p:cNvSpPr/>
            <p:nvPr/>
          </p:nvSpPr>
          <p:spPr>
            <a:xfrm>
              <a:off x="1838696" y="4228232"/>
              <a:ext cx="178252" cy="324145"/>
            </a:xfrm>
            <a:custGeom>
              <a:rect b="b" l="l" r="r" t="t"/>
              <a:pathLst>
                <a:path extrusionOk="0" h="24853" w="13667">
                  <a:moveTo>
                    <a:pt x="7123" y="1"/>
                  </a:moveTo>
                  <a:lnTo>
                    <a:pt x="7123" y="1"/>
                  </a:lnTo>
                  <a:cubicBezTo>
                    <a:pt x="9572" y="1751"/>
                    <a:pt x="11094" y="4701"/>
                    <a:pt x="10855" y="7952"/>
                  </a:cubicBezTo>
                  <a:lnTo>
                    <a:pt x="10245" y="16223"/>
                  </a:lnTo>
                  <a:cubicBezTo>
                    <a:pt x="9924" y="20583"/>
                    <a:pt x="4549" y="23604"/>
                    <a:pt x="1921" y="23604"/>
                  </a:cubicBezTo>
                  <a:cubicBezTo>
                    <a:pt x="1376" y="23604"/>
                    <a:pt x="712" y="23472"/>
                    <a:pt x="0" y="23228"/>
                  </a:cubicBezTo>
                  <a:lnTo>
                    <a:pt x="0" y="23228"/>
                  </a:lnTo>
                  <a:cubicBezTo>
                    <a:pt x="1560" y="24264"/>
                    <a:pt x="3257" y="24852"/>
                    <a:pt x="4420" y="24852"/>
                  </a:cubicBezTo>
                  <a:cubicBezTo>
                    <a:pt x="7047" y="24852"/>
                    <a:pt x="12422" y="21829"/>
                    <a:pt x="12744" y="17471"/>
                  </a:cubicBezTo>
                  <a:lnTo>
                    <a:pt x="13354" y="9200"/>
                  </a:lnTo>
                  <a:cubicBezTo>
                    <a:pt x="13666" y="4951"/>
                    <a:pt x="10969" y="1215"/>
                    <a:pt x="7123"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0"/>
            <p:cNvSpPr/>
            <p:nvPr/>
          </p:nvSpPr>
          <p:spPr>
            <a:xfrm>
              <a:off x="1803612" y="4283297"/>
              <a:ext cx="185386" cy="63152"/>
            </a:xfrm>
            <a:custGeom>
              <a:rect b="b" l="l" r="r" t="t"/>
              <a:pathLst>
                <a:path extrusionOk="0" h="4842" w="14214">
                  <a:moveTo>
                    <a:pt x="1492" y="0"/>
                  </a:moveTo>
                  <a:cubicBezTo>
                    <a:pt x="631" y="1115"/>
                    <a:pt x="130" y="2432"/>
                    <a:pt x="37" y="3827"/>
                  </a:cubicBezTo>
                  <a:cubicBezTo>
                    <a:pt x="1" y="4375"/>
                    <a:pt x="437" y="4842"/>
                    <a:pt x="988" y="4842"/>
                  </a:cubicBezTo>
                  <a:lnTo>
                    <a:pt x="13227" y="4842"/>
                  </a:lnTo>
                  <a:cubicBezTo>
                    <a:pt x="13778" y="4842"/>
                    <a:pt x="14214" y="4375"/>
                    <a:pt x="14178" y="3827"/>
                  </a:cubicBezTo>
                  <a:cubicBezTo>
                    <a:pt x="14085" y="2432"/>
                    <a:pt x="13587" y="1115"/>
                    <a:pt x="12723" y="0"/>
                  </a:cubicBezTo>
                  <a:lnTo>
                    <a:pt x="12723" y="0"/>
                  </a:lnTo>
                  <a:lnTo>
                    <a:pt x="12828" y="3038"/>
                  </a:lnTo>
                  <a:cubicBezTo>
                    <a:pt x="12831" y="3146"/>
                    <a:pt x="12776" y="3247"/>
                    <a:pt x="12683" y="3301"/>
                  </a:cubicBezTo>
                  <a:cubicBezTo>
                    <a:pt x="12225" y="3562"/>
                    <a:pt x="11755" y="3786"/>
                    <a:pt x="11272" y="3978"/>
                  </a:cubicBezTo>
                  <a:lnTo>
                    <a:pt x="11272" y="3125"/>
                  </a:lnTo>
                  <a:cubicBezTo>
                    <a:pt x="11272" y="2695"/>
                    <a:pt x="10922" y="2345"/>
                    <a:pt x="10492" y="2345"/>
                  </a:cubicBezTo>
                  <a:cubicBezTo>
                    <a:pt x="10061" y="2345"/>
                    <a:pt x="9711" y="2695"/>
                    <a:pt x="9711" y="3125"/>
                  </a:cubicBezTo>
                  <a:lnTo>
                    <a:pt x="9711" y="4469"/>
                  </a:lnTo>
                  <a:cubicBezTo>
                    <a:pt x="8855" y="4672"/>
                    <a:pt x="7981" y="4773"/>
                    <a:pt x="7107" y="4773"/>
                  </a:cubicBezTo>
                  <a:cubicBezTo>
                    <a:pt x="5184" y="4773"/>
                    <a:pt x="3261" y="4282"/>
                    <a:pt x="1532" y="3301"/>
                  </a:cubicBezTo>
                  <a:cubicBezTo>
                    <a:pt x="1439" y="3247"/>
                    <a:pt x="1384" y="3147"/>
                    <a:pt x="1387" y="3039"/>
                  </a:cubicBezTo>
                  <a:lnTo>
                    <a:pt x="14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0"/>
            <p:cNvSpPr/>
            <p:nvPr/>
          </p:nvSpPr>
          <p:spPr>
            <a:xfrm>
              <a:off x="1803612" y="4283297"/>
              <a:ext cx="185386" cy="63178"/>
            </a:xfrm>
            <a:custGeom>
              <a:rect b="b" l="l" r="r" t="t"/>
              <a:pathLst>
                <a:path extrusionOk="0" h="4844" w="14214">
                  <a:moveTo>
                    <a:pt x="12723" y="0"/>
                  </a:moveTo>
                  <a:lnTo>
                    <a:pt x="12828" y="3038"/>
                  </a:lnTo>
                  <a:cubicBezTo>
                    <a:pt x="12831" y="3146"/>
                    <a:pt x="12776" y="3247"/>
                    <a:pt x="12683" y="3301"/>
                  </a:cubicBezTo>
                  <a:cubicBezTo>
                    <a:pt x="12225" y="3562"/>
                    <a:pt x="11755" y="3786"/>
                    <a:pt x="11272" y="3978"/>
                  </a:cubicBezTo>
                  <a:lnTo>
                    <a:pt x="11272" y="3422"/>
                  </a:lnTo>
                  <a:cubicBezTo>
                    <a:pt x="11117" y="3530"/>
                    <a:pt x="10931" y="3593"/>
                    <a:pt x="10729" y="3593"/>
                  </a:cubicBezTo>
                  <a:lnTo>
                    <a:pt x="9711" y="3593"/>
                  </a:lnTo>
                  <a:lnTo>
                    <a:pt x="9711" y="4469"/>
                  </a:lnTo>
                  <a:cubicBezTo>
                    <a:pt x="8855" y="4671"/>
                    <a:pt x="7981" y="4773"/>
                    <a:pt x="7107" y="4773"/>
                  </a:cubicBezTo>
                  <a:cubicBezTo>
                    <a:pt x="5385" y="4773"/>
                    <a:pt x="3663" y="4379"/>
                    <a:pt x="2082" y="3593"/>
                  </a:cubicBezTo>
                  <a:lnTo>
                    <a:pt x="57" y="3593"/>
                  </a:lnTo>
                  <a:cubicBezTo>
                    <a:pt x="50" y="3671"/>
                    <a:pt x="43" y="3750"/>
                    <a:pt x="37" y="3829"/>
                  </a:cubicBezTo>
                  <a:cubicBezTo>
                    <a:pt x="1" y="4377"/>
                    <a:pt x="437" y="4843"/>
                    <a:pt x="987" y="4843"/>
                  </a:cubicBezTo>
                  <a:lnTo>
                    <a:pt x="13227" y="4843"/>
                  </a:lnTo>
                  <a:cubicBezTo>
                    <a:pt x="13778" y="4842"/>
                    <a:pt x="14214" y="4375"/>
                    <a:pt x="14178" y="3827"/>
                  </a:cubicBezTo>
                  <a:cubicBezTo>
                    <a:pt x="14085" y="2431"/>
                    <a:pt x="13587" y="1112"/>
                    <a:pt x="12723"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0"/>
            <p:cNvSpPr/>
            <p:nvPr/>
          </p:nvSpPr>
          <p:spPr>
            <a:xfrm>
              <a:off x="1930305" y="4313868"/>
              <a:ext cx="20346" cy="32580"/>
            </a:xfrm>
            <a:custGeom>
              <a:rect b="b" l="l" r="r" t="t"/>
              <a:pathLst>
                <a:path extrusionOk="0" h="2498" w="1560">
                  <a:moveTo>
                    <a:pt x="781" y="1"/>
                  </a:moveTo>
                  <a:cubicBezTo>
                    <a:pt x="350" y="1"/>
                    <a:pt x="0" y="351"/>
                    <a:pt x="0" y="781"/>
                  </a:cubicBezTo>
                  <a:lnTo>
                    <a:pt x="0" y="2498"/>
                  </a:lnTo>
                  <a:lnTo>
                    <a:pt x="1560" y="2498"/>
                  </a:lnTo>
                  <a:lnTo>
                    <a:pt x="1560" y="781"/>
                  </a:lnTo>
                  <a:cubicBezTo>
                    <a:pt x="1560" y="351"/>
                    <a:pt x="1211" y="1"/>
                    <a:pt x="78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0"/>
            <p:cNvSpPr/>
            <p:nvPr/>
          </p:nvSpPr>
          <p:spPr>
            <a:xfrm>
              <a:off x="1788052" y="4192692"/>
              <a:ext cx="216584" cy="108618"/>
            </a:xfrm>
            <a:custGeom>
              <a:rect b="b" l="l" r="r" t="t"/>
              <a:pathLst>
                <a:path extrusionOk="0" h="8328" w="16606">
                  <a:moveTo>
                    <a:pt x="3280" y="1"/>
                  </a:moveTo>
                  <a:cubicBezTo>
                    <a:pt x="3176" y="1"/>
                    <a:pt x="3079" y="54"/>
                    <a:pt x="3025" y="143"/>
                  </a:cubicBezTo>
                  <a:lnTo>
                    <a:pt x="101" y="4849"/>
                  </a:lnTo>
                  <a:cubicBezTo>
                    <a:pt x="0" y="5009"/>
                    <a:pt x="72" y="5221"/>
                    <a:pt x="248" y="5288"/>
                  </a:cubicBezTo>
                  <a:lnTo>
                    <a:pt x="8196" y="8307"/>
                  </a:lnTo>
                  <a:cubicBezTo>
                    <a:pt x="8231" y="8321"/>
                    <a:pt x="8267" y="8328"/>
                    <a:pt x="8303" y="8328"/>
                  </a:cubicBezTo>
                  <a:cubicBezTo>
                    <a:pt x="8340" y="8328"/>
                    <a:pt x="8376" y="8321"/>
                    <a:pt x="8410" y="8307"/>
                  </a:cubicBezTo>
                  <a:lnTo>
                    <a:pt x="16358" y="5288"/>
                  </a:lnTo>
                  <a:cubicBezTo>
                    <a:pt x="16533" y="5222"/>
                    <a:pt x="16605" y="5010"/>
                    <a:pt x="16506" y="4849"/>
                  </a:cubicBezTo>
                  <a:lnTo>
                    <a:pt x="13582" y="143"/>
                  </a:lnTo>
                  <a:cubicBezTo>
                    <a:pt x="13526" y="54"/>
                    <a:pt x="13431" y="1"/>
                    <a:pt x="133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0"/>
            <p:cNvSpPr/>
            <p:nvPr/>
          </p:nvSpPr>
          <p:spPr>
            <a:xfrm>
              <a:off x="1788326" y="4192692"/>
              <a:ext cx="216284" cy="108644"/>
            </a:xfrm>
            <a:custGeom>
              <a:rect b="b" l="l" r="r" t="t"/>
              <a:pathLst>
                <a:path extrusionOk="0" h="8330" w="16583">
                  <a:moveTo>
                    <a:pt x="11748" y="1"/>
                  </a:moveTo>
                  <a:lnTo>
                    <a:pt x="13506" y="2829"/>
                  </a:lnTo>
                  <a:cubicBezTo>
                    <a:pt x="13671" y="3094"/>
                    <a:pt x="13709" y="3422"/>
                    <a:pt x="13608" y="3719"/>
                  </a:cubicBezTo>
                  <a:cubicBezTo>
                    <a:pt x="13508" y="4014"/>
                    <a:pt x="13281" y="4251"/>
                    <a:pt x="12988" y="4363"/>
                  </a:cubicBezTo>
                  <a:lnTo>
                    <a:pt x="6861" y="6689"/>
                  </a:lnTo>
                  <a:cubicBezTo>
                    <a:pt x="6514" y="6821"/>
                    <a:pt x="6148" y="6887"/>
                    <a:pt x="5783" y="6887"/>
                  </a:cubicBezTo>
                  <a:cubicBezTo>
                    <a:pt x="5417" y="6887"/>
                    <a:pt x="5052" y="6821"/>
                    <a:pt x="4704" y="6689"/>
                  </a:cubicBezTo>
                  <a:lnTo>
                    <a:pt x="45" y="4921"/>
                  </a:lnTo>
                  <a:lnTo>
                    <a:pt x="45" y="4921"/>
                  </a:lnTo>
                  <a:cubicBezTo>
                    <a:pt x="1" y="5067"/>
                    <a:pt x="74" y="5232"/>
                    <a:pt x="226" y="5290"/>
                  </a:cubicBezTo>
                  <a:lnTo>
                    <a:pt x="8174" y="8309"/>
                  </a:lnTo>
                  <a:cubicBezTo>
                    <a:pt x="8208" y="8323"/>
                    <a:pt x="8244" y="8329"/>
                    <a:pt x="8280" y="8329"/>
                  </a:cubicBezTo>
                  <a:cubicBezTo>
                    <a:pt x="8316" y="8329"/>
                    <a:pt x="8353" y="8323"/>
                    <a:pt x="8386" y="8309"/>
                  </a:cubicBezTo>
                  <a:lnTo>
                    <a:pt x="16334" y="5288"/>
                  </a:lnTo>
                  <a:cubicBezTo>
                    <a:pt x="16511" y="5222"/>
                    <a:pt x="16583" y="5010"/>
                    <a:pt x="16484" y="4849"/>
                  </a:cubicBezTo>
                  <a:lnTo>
                    <a:pt x="13558" y="143"/>
                  </a:lnTo>
                  <a:cubicBezTo>
                    <a:pt x="13502" y="54"/>
                    <a:pt x="13407" y="1"/>
                    <a:pt x="13304"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0"/>
            <p:cNvSpPr/>
            <p:nvPr/>
          </p:nvSpPr>
          <p:spPr>
            <a:xfrm>
              <a:off x="1821701" y="4273841"/>
              <a:ext cx="149324" cy="71695"/>
            </a:xfrm>
            <a:custGeom>
              <a:rect b="b" l="l" r="r" t="t"/>
              <a:pathLst>
                <a:path extrusionOk="0" h="5497" w="11449">
                  <a:moveTo>
                    <a:pt x="134" y="1"/>
                  </a:moveTo>
                  <a:lnTo>
                    <a:pt x="4" y="3763"/>
                  </a:lnTo>
                  <a:cubicBezTo>
                    <a:pt x="0" y="3871"/>
                    <a:pt x="56" y="3972"/>
                    <a:pt x="149" y="4024"/>
                  </a:cubicBezTo>
                  <a:cubicBezTo>
                    <a:pt x="1879" y="5006"/>
                    <a:pt x="3801" y="5496"/>
                    <a:pt x="5724" y="5496"/>
                  </a:cubicBezTo>
                  <a:cubicBezTo>
                    <a:pt x="6598" y="5496"/>
                    <a:pt x="7472" y="5395"/>
                    <a:pt x="8328" y="5192"/>
                  </a:cubicBezTo>
                  <a:lnTo>
                    <a:pt x="8328" y="3848"/>
                  </a:lnTo>
                  <a:cubicBezTo>
                    <a:pt x="8328" y="3417"/>
                    <a:pt x="8679" y="3068"/>
                    <a:pt x="9109" y="3068"/>
                  </a:cubicBezTo>
                  <a:cubicBezTo>
                    <a:pt x="9540" y="3068"/>
                    <a:pt x="9890" y="3417"/>
                    <a:pt x="9890" y="3848"/>
                  </a:cubicBezTo>
                  <a:lnTo>
                    <a:pt x="9890" y="4700"/>
                  </a:lnTo>
                  <a:cubicBezTo>
                    <a:pt x="10370" y="4511"/>
                    <a:pt x="10841" y="4284"/>
                    <a:pt x="11299" y="4024"/>
                  </a:cubicBezTo>
                  <a:cubicBezTo>
                    <a:pt x="11392" y="3970"/>
                    <a:pt x="11448" y="3871"/>
                    <a:pt x="11444" y="3760"/>
                  </a:cubicBezTo>
                  <a:lnTo>
                    <a:pt x="11313" y="1"/>
                  </a:lnTo>
                  <a:lnTo>
                    <a:pt x="5830" y="2084"/>
                  </a:lnTo>
                  <a:cubicBezTo>
                    <a:pt x="5796" y="2097"/>
                    <a:pt x="5760" y="2103"/>
                    <a:pt x="5723" y="2103"/>
                  </a:cubicBezTo>
                  <a:cubicBezTo>
                    <a:pt x="5687" y="2103"/>
                    <a:pt x="5651" y="2097"/>
                    <a:pt x="5616" y="2084"/>
                  </a:cubicBezTo>
                  <a:lnTo>
                    <a:pt x="1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0"/>
            <p:cNvSpPr/>
            <p:nvPr/>
          </p:nvSpPr>
          <p:spPr>
            <a:xfrm>
              <a:off x="1821728" y="4273841"/>
              <a:ext cx="149271" cy="71669"/>
            </a:xfrm>
            <a:custGeom>
              <a:rect b="b" l="l" r="r" t="t"/>
              <a:pathLst>
                <a:path extrusionOk="0" h="5495" w="11445">
                  <a:moveTo>
                    <a:pt x="11311" y="1"/>
                  </a:moveTo>
                  <a:lnTo>
                    <a:pt x="8888" y="922"/>
                  </a:lnTo>
                  <a:lnTo>
                    <a:pt x="8943" y="2515"/>
                  </a:lnTo>
                  <a:cubicBezTo>
                    <a:pt x="8946" y="2622"/>
                    <a:pt x="8892" y="2722"/>
                    <a:pt x="8801" y="2775"/>
                  </a:cubicBezTo>
                  <a:lnTo>
                    <a:pt x="8801" y="2775"/>
                  </a:lnTo>
                  <a:cubicBezTo>
                    <a:pt x="8801" y="2775"/>
                    <a:pt x="8801" y="2775"/>
                    <a:pt x="8801" y="2774"/>
                  </a:cubicBezTo>
                  <a:lnTo>
                    <a:pt x="8801" y="2774"/>
                  </a:lnTo>
                  <a:lnTo>
                    <a:pt x="8800" y="2775"/>
                  </a:lnTo>
                  <a:lnTo>
                    <a:pt x="8800" y="2775"/>
                  </a:lnTo>
                  <a:cubicBezTo>
                    <a:pt x="8800" y="2775"/>
                    <a:pt x="8800" y="2775"/>
                    <a:pt x="8800" y="2774"/>
                  </a:cubicBezTo>
                  <a:lnTo>
                    <a:pt x="8800" y="2774"/>
                  </a:lnTo>
                  <a:cubicBezTo>
                    <a:pt x="7071" y="3756"/>
                    <a:pt x="5147" y="4247"/>
                    <a:pt x="3224" y="4247"/>
                  </a:cubicBezTo>
                  <a:cubicBezTo>
                    <a:pt x="2138" y="4247"/>
                    <a:pt x="1052" y="4090"/>
                    <a:pt x="1" y="3777"/>
                  </a:cubicBezTo>
                  <a:lnTo>
                    <a:pt x="1" y="3777"/>
                  </a:lnTo>
                  <a:cubicBezTo>
                    <a:pt x="2" y="3879"/>
                    <a:pt x="58" y="3972"/>
                    <a:pt x="146" y="4023"/>
                  </a:cubicBezTo>
                  <a:cubicBezTo>
                    <a:pt x="1874" y="5004"/>
                    <a:pt x="3797" y="5495"/>
                    <a:pt x="5720" y="5495"/>
                  </a:cubicBezTo>
                  <a:cubicBezTo>
                    <a:pt x="6595" y="5495"/>
                    <a:pt x="7469" y="5393"/>
                    <a:pt x="8325" y="5191"/>
                  </a:cubicBezTo>
                  <a:lnTo>
                    <a:pt x="8325" y="3846"/>
                  </a:lnTo>
                  <a:cubicBezTo>
                    <a:pt x="8325" y="3416"/>
                    <a:pt x="8675" y="3067"/>
                    <a:pt x="9106" y="3067"/>
                  </a:cubicBezTo>
                  <a:cubicBezTo>
                    <a:pt x="9536" y="3067"/>
                    <a:pt x="9885" y="3416"/>
                    <a:pt x="9885" y="3846"/>
                  </a:cubicBezTo>
                  <a:lnTo>
                    <a:pt x="9885" y="4699"/>
                  </a:lnTo>
                  <a:cubicBezTo>
                    <a:pt x="10366" y="4509"/>
                    <a:pt x="10838" y="4282"/>
                    <a:pt x="11295" y="4023"/>
                  </a:cubicBezTo>
                  <a:cubicBezTo>
                    <a:pt x="11389" y="3972"/>
                    <a:pt x="11445" y="3871"/>
                    <a:pt x="11440" y="3763"/>
                  </a:cubicBezTo>
                  <a:lnTo>
                    <a:pt x="11311" y="1"/>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0"/>
            <p:cNvSpPr/>
            <p:nvPr/>
          </p:nvSpPr>
          <p:spPr>
            <a:xfrm>
              <a:off x="1730588" y="4186575"/>
              <a:ext cx="331553" cy="416930"/>
            </a:xfrm>
            <a:custGeom>
              <a:rect b="b" l="l" r="r" t="t"/>
              <a:pathLst>
                <a:path extrusionOk="0" h="31967" w="25421">
                  <a:moveTo>
                    <a:pt x="17853" y="7362"/>
                  </a:moveTo>
                  <a:cubicBezTo>
                    <a:pt x="17854" y="7426"/>
                    <a:pt x="17953" y="10267"/>
                    <a:pt x="17956" y="10362"/>
                  </a:cubicBezTo>
                  <a:cubicBezTo>
                    <a:pt x="17755" y="10475"/>
                    <a:pt x="17549" y="10579"/>
                    <a:pt x="17342" y="10678"/>
                  </a:cubicBezTo>
                  <a:lnTo>
                    <a:pt x="17342" y="10540"/>
                  </a:lnTo>
                  <a:cubicBezTo>
                    <a:pt x="17342" y="10016"/>
                    <a:pt x="17019" y="9567"/>
                    <a:pt x="16561" y="9382"/>
                  </a:cubicBezTo>
                  <a:lnTo>
                    <a:pt x="16561" y="7852"/>
                  </a:lnTo>
                  <a:lnTo>
                    <a:pt x="17853" y="7362"/>
                  </a:lnTo>
                  <a:close/>
                  <a:moveTo>
                    <a:pt x="7564" y="7360"/>
                  </a:moveTo>
                  <a:lnTo>
                    <a:pt x="12436" y="9210"/>
                  </a:lnTo>
                  <a:cubicBezTo>
                    <a:pt x="12523" y="9245"/>
                    <a:pt x="12616" y="9263"/>
                    <a:pt x="12711" y="9263"/>
                  </a:cubicBezTo>
                  <a:cubicBezTo>
                    <a:pt x="12801" y="9263"/>
                    <a:pt x="12893" y="9246"/>
                    <a:pt x="12981" y="9213"/>
                  </a:cubicBezTo>
                  <a:lnTo>
                    <a:pt x="15624" y="8208"/>
                  </a:lnTo>
                  <a:lnTo>
                    <a:pt x="15624" y="9382"/>
                  </a:lnTo>
                  <a:cubicBezTo>
                    <a:pt x="15167" y="9567"/>
                    <a:pt x="14844" y="10018"/>
                    <a:pt x="14844" y="10540"/>
                  </a:cubicBezTo>
                  <a:lnTo>
                    <a:pt x="14844" y="11506"/>
                  </a:lnTo>
                  <a:cubicBezTo>
                    <a:pt x="14132" y="11649"/>
                    <a:pt x="13413" y="11721"/>
                    <a:pt x="12698" y="11721"/>
                  </a:cubicBezTo>
                  <a:cubicBezTo>
                    <a:pt x="10879" y="11721"/>
                    <a:pt x="9080" y="11260"/>
                    <a:pt x="7460" y="10362"/>
                  </a:cubicBezTo>
                  <a:cubicBezTo>
                    <a:pt x="7471" y="10071"/>
                    <a:pt x="7556" y="7620"/>
                    <a:pt x="7564" y="7360"/>
                  </a:cubicBezTo>
                  <a:close/>
                  <a:moveTo>
                    <a:pt x="16094" y="10229"/>
                  </a:moveTo>
                  <a:cubicBezTo>
                    <a:pt x="16266" y="10229"/>
                    <a:pt x="16405" y="10369"/>
                    <a:pt x="16405" y="10541"/>
                  </a:cubicBezTo>
                  <a:lnTo>
                    <a:pt x="16405" y="11790"/>
                  </a:lnTo>
                  <a:lnTo>
                    <a:pt x="15781" y="11790"/>
                  </a:lnTo>
                  <a:lnTo>
                    <a:pt x="15781" y="10541"/>
                  </a:lnTo>
                  <a:cubicBezTo>
                    <a:pt x="15781" y="10369"/>
                    <a:pt x="15921" y="10229"/>
                    <a:pt x="16094" y="10229"/>
                  </a:cubicBezTo>
                  <a:close/>
                  <a:moveTo>
                    <a:pt x="6560" y="9279"/>
                  </a:moveTo>
                  <a:lnTo>
                    <a:pt x="6520" y="10438"/>
                  </a:lnTo>
                  <a:cubicBezTo>
                    <a:pt x="6511" y="10722"/>
                    <a:pt x="6656" y="10986"/>
                    <a:pt x="6903" y="11125"/>
                  </a:cubicBezTo>
                  <a:cubicBezTo>
                    <a:pt x="7348" y="11378"/>
                    <a:pt x="7804" y="11599"/>
                    <a:pt x="8273" y="11791"/>
                  </a:cubicBezTo>
                  <a:lnTo>
                    <a:pt x="6589" y="11791"/>
                  </a:lnTo>
                  <a:cubicBezTo>
                    <a:pt x="6309" y="11790"/>
                    <a:pt x="6088" y="11553"/>
                    <a:pt x="6106" y="11275"/>
                  </a:cubicBezTo>
                  <a:cubicBezTo>
                    <a:pt x="6152" y="10585"/>
                    <a:pt x="6305" y="9912"/>
                    <a:pt x="6560" y="9279"/>
                  </a:cubicBezTo>
                  <a:close/>
                  <a:moveTo>
                    <a:pt x="3455" y="14439"/>
                  </a:moveTo>
                  <a:lnTo>
                    <a:pt x="3805" y="19183"/>
                  </a:lnTo>
                  <a:cubicBezTo>
                    <a:pt x="2203" y="19066"/>
                    <a:pt x="936" y="17726"/>
                    <a:pt x="936" y="16096"/>
                  </a:cubicBezTo>
                  <a:lnTo>
                    <a:pt x="936" y="15887"/>
                  </a:lnTo>
                  <a:cubicBezTo>
                    <a:pt x="936" y="15089"/>
                    <a:pt x="1585" y="14439"/>
                    <a:pt x="2384" y="14439"/>
                  </a:cubicBezTo>
                  <a:close/>
                  <a:moveTo>
                    <a:pt x="23032" y="14439"/>
                  </a:moveTo>
                  <a:cubicBezTo>
                    <a:pt x="23829" y="14439"/>
                    <a:pt x="24478" y="15089"/>
                    <a:pt x="24478" y="15887"/>
                  </a:cubicBezTo>
                  <a:lnTo>
                    <a:pt x="24478" y="16096"/>
                  </a:lnTo>
                  <a:cubicBezTo>
                    <a:pt x="24478" y="17726"/>
                    <a:pt x="23212" y="19066"/>
                    <a:pt x="21611" y="19183"/>
                  </a:cubicBezTo>
                  <a:lnTo>
                    <a:pt x="21960" y="14439"/>
                  </a:lnTo>
                  <a:close/>
                  <a:moveTo>
                    <a:pt x="16801" y="27178"/>
                  </a:moveTo>
                  <a:lnTo>
                    <a:pt x="16801" y="27960"/>
                  </a:lnTo>
                  <a:cubicBezTo>
                    <a:pt x="16801" y="29041"/>
                    <a:pt x="17431" y="30042"/>
                    <a:pt x="18408" y="30510"/>
                  </a:cubicBezTo>
                  <a:lnTo>
                    <a:pt x="19494" y="31031"/>
                  </a:lnTo>
                  <a:lnTo>
                    <a:pt x="5923" y="31031"/>
                  </a:lnTo>
                  <a:lnTo>
                    <a:pt x="7008" y="30510"/>
                  </a:lnTo>
                  <a:cubicBezTo>
                    <a:pt x="7983" y="30042"/>
                    <a:pt x="8615" y="29039"/>
                    <a:pt x="8615" y="27957"/>
                  </a:cubicBezTo>
                  <a:lnTo>
                    <a:pt x="8615" y="27178"/>
                  </a:lnTo>
                  <a:cubicBezTo>
                    <a:pt x="10076" y="28035"/>
                    <a:pt x="11592" y="28515"/>
                    <a:pt x="12709" y="28515"/>
                  </a:cubicBezTo>
                  <a:cubicBezTo>
                    <a:pt x="13824" y="28515"/>
                    <a:pt x="15342" y="28033"/>
                    <a:pt x="16801" y="27178"/>
                  </a:cubicBezTo>
                  <a:close/>
                  <a:moveTo>
                    <a:pt x="7688" y="0"/>
                  </a:moveTo>
                  <a:cubicBezTo>
                    <a:pt x="7421" y="0"/>
                    <a:pt x="7177" y="137"/>
                    <a:pt x="7035" y="362"/>
                  </a:cubicBezTo>
                  <a:lnTo>
                    <a:pt x="6790" y="758"/>
                  </a:lnTo>
                  <a:cubicBezTo>
                    <a:pt x="6653" y="978"/>
                    <a:pt x="6719" y="1266"/>
                    <a:pt x="6940" y="1404"/>
                  </a:cubicBezTo>
                  <a:cubicBezTo>
                    <a:pt x="7017" y="1452"/>
                    <a:pt x="7102" y="1475"/>
                    <a:pt x="7187" y="1475"/>
                  </a:cubicBezTo>
                  <a:cubicBezTo>
                    <a:pt x="7343" y="1475"/>
                    <a:pt x="7497" y="1396"/>
                    <a:pt x="7586" y="1253"/>
                  </a:cubicBezTo>
                  <a:lnTo>
                    <a:pt x="7782" y="937"/>
                  </a:lnTo>
                  <a:lnTo>
                    <a:pt x="17640" y="937"/>
                  </a:lnTo>
                  <a:lnTo>
                    <a:pt x="20410" y="5391"/>
                  </a:lnTo>
                  <a:cubicBezTo>
                    <a:pt x="17354" y="6552"/>
                    <a:pt x="19337" y="5799"/>
                    <a:pt x="16227" y="6981"/>
                  </a:cubicBezTo>
                  <a:lnTo>
                    <a:pt x="13056" y="3549"/>
                  </a:lnTo>
                  <a:cubicBezTo>
                    <a:pt x="12964" y="3449"/>
                    <a:pt x="12838" y="3399"/>
                    <a:pt x="12711" y="3399"/>
                  </a:cubicBezTo>
                  <a:cubicBezTo>
                    <a:pt x="12598" y="3399"/>
                    <a:pt x="12484" y="3440"/>
                    <a:pt x="12394" y="3522"/>
                  </a:cubicBezTo>
                  <a:cubicBezTo>
                    <a:pt x="12204" y="3698"/>
                    <a:pt x="12193" y="3994"/>
                    <a:pt x="12367" y="4185"/>
                  </a:cubicBezTo>
                  <a:lnTo>
                    <a:pt x="15283" y="7337"/>
                  </a:lnTo>
                  <a:lnTo>
                    <a:pt x="12711" y="8313"/>
                  </a:lnTo>
                  <a:cubicBezTo>
                    <a:pt x="12036" y="8058"/>
                    <a:pt x="6381" y="5909"/>
                    <a:pt x="5013" y="5390"/>
                  </a:cubicBezTo>
                  <a:lnTo>
                    <a:pt x="6109" y="3628"/>
                  </a:lnTo>
                  <a:cubicBezTo>
                    <a:pt x="6246" y="3410"/>
                    <a:pt x="6180" y="3121"/>
                    <a:pt x="5959" y="2982"/>
                  </a:cubicBezTo>
                  <a:cubicBezTo>
                    <a:pt x="5882" y="2935"/>
                    <a:pt x="5797" y="2912"/>
                    <a:pt x="5713" y="2912"/>
                  </a:cubicBezTo>
                  <a:cubicBezTo>
                    <a:pt x="5556" y="2912"/>
                    <a:pt x="5403" y="2990"/>
                    <a:pt x="5313" y="3133"/>
                  </a:cubicBezTo>
                  <a:lnTo>
                    <a:pt x="4109" y="5069"/>
                  </a:lnTo>
                  <a:cubicBezTo>
                    <a:pt x="3855" y="5479"/>
                    <a:pt x="4037" y="6021"/>
                    <a:pt x="4489" y="6194"/>
                  </a:cubicBezTo>
                  <a:lnTo>
                    <a:pt x="4960" y="6372"/>
                  </a:lnTo>
                  <a:cubicBezTo>
                    <a:pt x="4716" y="6723"/>
                    <a:pt x="4496" y="7089"/>
                    <a:pt x="4303" y="7469"/>
                  </a:cubicBezTo>
                  <a:cubicBezTo>
                    <a:pt x="4187" y="7699"/>
                    <a:pt x="4278" y="7982"/>
                    <a:pt x="4508" y="8098"/>
                  </a:cubicBezTo>
                  <a:cubicBezTo>
                    <a:pt x="4576" y="8133"/>
                    <a:pt x="4649" y="8150"/>
                    <a:pt x="4721" y="8150"/>
                  </a:cubicBezTo>
                  <a:cubicBezTo>
                    <a:pt x="4891" y="8150"/>
                    <a:pt x="5055" y="8056"/>
                    <a:pt x="5136" y="7894"/>
                  </a:cubicBezTo>
                  <a:cubicBezTo>
                    <a:pt x="5345" y="7484"/>
                    <a:pt x="5588" y="7089"/>
                    <a:pt x="5864" y="6716"/>
                  </a:cubicBezTo>
                  <a:lnTo>
                    <a:pt x="6640" y="7010"/>
                  </a:lnTo>
                  <a:lnTo>
                    <a:pt x="6632" y="7250"/>
                  </a:lnTo>
                  <a:cubicBezTo>
                    <a:pt x="5772" y="8406"/>
                    <a:pt x="5268" y="9774"/>
                    <a:pt x="5172" y="11210"/>
                  </a:cubicBezTo>
                  <a:cubicBezTo>
                    <a:pt x="5119" y="12028"/>
                    <a:pt x="5771" y="12724"/>
                    <a:pt x="6590" y="12724"/>
                  </a:cubicBezTo>
                  <a:lnTo>
                    <a:pt x="18830" y="12724"/>
                  </a:lnTo>
                  <a:cubicBezTo>
                    <a:pt x="19649" y="12724"/>
                    <a:pt x="20301" y="12028"/>
                    <a:pt x="20246" y="11210"/>
                  </a:cubicBezTo>
                  <a:cubicBezTo>
                    <a:pt x="20243" y="11144"/>
                    <a:pt x="20238" y="11080"/>
                    <a:pt x="20231" y="11015"/>
                  </a:cubicBezTo>
                  <a:cubicBezTo>
                    <a:pt x="20209" y="10772"/>
                    <a:pt x="20006" y="10589"/>
                    <a:pt x="19768" y="10589"/>
                  </a:cubicBezTo>
                  <a:cubicBezTo>
                    <a:pt x="19752" y="10589"/>
                    <a:pt x="19737" y="10590"/>
                    <a:pt x="19721" y="10592"/>
                  </a:cubicBezTo>
                  <a:cubicBezTo>
                    <a:pt x="19463" y="10615"/>
                    <a:pt x="19275" y="10843"/>
                    <a:pt x="19298" y="11101"/>
                  </a:cubicBezTo>
                  <a:cubicBezTo>
                    <a:pt x="19304" y="11158"/>
                    <a:pt x="19309" y="11216"/>
                    <a:pt x="19312" y="11273"/>
                  </a:cubicBezTo>
                  <a:cubicBezTo>
                    <a:pt x="19331" y="11553"/>
                    <a:pt x="19110" y="11788"/>
                    <a:pt x="18830" y="11788"/>
                  </a:cubicBezTo>
                  <a:lnTo>
                    <a:pt x="17345" y="11788"/>
                  </a:lnTo>
                  <a:lnTo>
                    <a:pt x="17345" y="11704"/>
                  </a:lnTo>
                  <a:cubicBezTo>
                    <a:pt x="17745" y="11532"/>
                    <a:pt x="18138" y="11338"/>
                    <a:pt x="18516" y="11123"/>
                  </a:cubicBezTo>
                  <a:cubicBezTo>
                    <a:pt x="18763" y="10982"/>
                    <a:pt x="18909" y="10721"/>
                    <a:pt x="18899" y="10435"/>
                  </a:cubicBezTo>
                  <a:lnTo>
                    <a:pt x="18856" y="9208"/>
                  </a:lnTo>
                  <a:lnTo>
                    <a:pt x="18856" y="9208"/>
                  </a:lnTo>
                  <a:cubicBezTo>
                    <a:pt x="18946" y="9312"/>
                    <a:pt x="19076" y="9370"/>
                    <a:pt x="19210" y="9370"/>
                  </a:cubicBezTo>
                  <a:cubicBezTo>
                    <a:pt x="19273" y="9370"/>
                    <a:pt x="19336" y="9357"/>
                    <a:pt x="19397" y="9330"/>
                  </a:cubicBezTo>
                  <a:cubicBezTo>
                    <a:pt x="19634" y="9227"/>
                    <a:pt x="19741" y="8950"/>
                    <a:pt x="19638" y="8713"/>
                  </a:cubicBezTo>
                  <a:cubicBezTo>
                    <a:pt x="19411" y="8198"/>
                    <a:pt x="19126" y="7706"/>
                    <a:pt x="18787" y="7250"/>
                  </a:cubicBezTo>
                  <a:lnTo>
                    <a:pt x="18778" y="7010"/>
                  </a:lnTo>
                  <a:lnTo>
                    <a:pt x="19555" y="6716"/>
                  </a:lnTo>
                  <a:cubicBezTo>
                    <a:pt x="20751" y="8342"/>
                    <a:pt x="21324" y="10333"/>
                    <a:pt x="21175" y="12360"/>
                  </a:cubicBezTo>
                  <a:lnTo>
                    <a:pt x="20565" y="20630"/>
                  </a:lnTo>
                  <a:cubicBezTo>
                    <a:pt x="20276" y="24562"/>
                    <a:pt x="15314" y="27580"/>
                    <a:pt x="12707" y="27580"/>
                  </a:cubicBezTo>
                  <a:cubicBezTo>
                    <a:pt x="10063" y="27580"/>
                    <a:pt x="5138" y="24538"/>
                    <a:pt x="4848" y="20630"/>
                  </a:cubicBezTo>
                  <a:cubicBezTo>
                    <a:pt x="4829" y="20371"/>
                    <a:pt x="4812" y="20144"/>
                    <a:pt x="4798" y="19946"/>
                  </a:cubicBezTo>
                  <a:lnTo>
                    <a:pt x="4798" y="19946"/>
                  </a:lnTo>
                  <a:cubicBezTo>
                    <a:pt x="4826" y="20324"/>
                    <a:pt x="4836" y="20470"/>
                    <a:pt x="4837" y="20470"/>
                  </a:cubicBezTo>
                  <a:cubicBezTo>
                    <a:pt x="4837" y="20470"/>
                    <a:pt x="4711" y="18755"/>
                    <a:pt x="4710" y="18755"/>
                  </a:cubicBezTo>
                  <a:lnTo>
                    <a:pt x="4710" y="18755"/>
                  </a:lnTo>
                  <a:cubicBezTo>
                    <a:pt x="4710" y="18755"/>
                    <a:pt x="4733" y="19064"/>
                    <a:pt x="4798" y="19946"/>
                  </a:cubicBezTo>
                  <a:lnTo>
                    <a:pt x="4798" y="19946"/>
                  </a:lnTo>
                  <a:cubicBezTo>
                    <a:pt x="4732" y="19060"/>
                    <a:pt x="4573" y="16899"/>
                    <a:pt x="4238" y="12360"/>
                  </a:cubicBezTo>
                  <a:cubicBezTo>
                    <a:pt x="4178" y="11524"/>
                    <a:pt x="4237" y="10688"/>
                    <a:pt x="4418" y="9880"/>
                  </a:cubicBezTo>
                  <a:cubicBezTo>
                    <a:pt x="4474" y="9626"/>
                    <a:pt x="4316" y="9378"/>
                    <a:pt x="4063" y="9320"/>
                  </a:cubicBezTo>
                  <a:cubicBezTo>
                    <a:pt x="4029" y="9313"/>
                    <a:pt x="3994" y="9309"/>
                    <a:pt x="3961" y="9309"/>
                  </a:cubicBezTo>
                  <a:cubicBezTo>
                    <a:pt x="3746" y="9309"/>
                    <a:pt x="3553" y="9457"/>
                    <a:pt x="3504" y="9675"/>
                  </a:cubicBezTo>
                  <a:cubicBezTo>
                    <a:pt x="3303" y="10573"/>
                    <a:pt x="3237" y="11499"/>
                    <a:pt x="3304" y="12428"/>
                  </a:cubicBezTo>
                  <a:lnTo>
                    <a:pt x="3383" y="13500"/>
                  </a:lnTo>
                  <a:lnTo>
                    <a:pt x="2386" y="13500"/>
                  </a:lnTo>
                  <a:cubicBezTo>
                    <a:pt x="1071" y="13500"/>
                    <a:pt x="1" y="14569"/>
                    <a:pt x="1" y="15887"/>
                  </a:cubicBezTo>
                  <a:lnTo>
                    <a:pt x="1" y="16096"/>
                  </a:lnTo>
                  <a:cubicBezTo>
                    <a:pt x="1" y="18267"/>
                    <a:pt x="1724" y="20042"/>
                    <a:pt x="3875" y="20125"/>
                  </a:cubicBezTo>
                  <a:lnTo>
                    <a:pt x="3918" y="20699"/>
                  </a:lnTo>
                  <a:cubicBezTo>
                    <a:pt x="4098" y="23132"/>
                    <a:pt x="5742" y="25178"/>
                    <a:pt x="7679" y="26568"/>
                  </a:cubicBezTo>
                  <a:lnTo>
                    <a:pt x="7679" y="27957"/>
                  </a:lnTo>
                  <a:cubicBezTo>
                    <a:pt x="7679" y="28682"/>
                    <a:pt x="7257" y="29353"/>
                    <a:pt x="6604" y="29665"/>
                  </a:cubicBezTo>
                  <a:lnTo>
                    <a:pt x="4676" y="30590"/>
                  </a:lnTo>
                  <a:cubicBezTo>
                    <a:pt x="4370" y="30738"/>
                    <a:pt x="4208" y="31072"/>
                    <a:pt x="4284" y="31404"/>
                  </a:cubicBezTo>
                  <a:cubicBezTo>
                    <a:pt x="4359" y="31735"/>
                    <a:pt x="4650" y="31966"/>
                    <a:pt x="4990" y="31966"/>
                  </a:cubicBezTo>
                  <a:lnTo>
                    <a:pt x="20430" y="31966"/>
                  </a:lnTo>
                  <a:cubicBezTo>
                    <a:pt x="20772" y="31966"/>
                    <a:pt x="21060" y="31735"/>
                    <a:pt x="21136" y="31404"/>
                  </a:cubicBezTo>
                  <a:cubicBezTo>
                    <a:pt x="21212" y="31071"/>
                    <a:pt x="21050" y="30738"/>
                    <a:pt x="20744" y="30590"/>
                  </a:cubicBezTo>
                  <a:lnTo>
                    <a:pt x="18816" y="29665"/>
                  </a:lnTo>
                  <a:cubicBezTo>
                    <a:pt x="18163" y="29351"/>
                    <a:pt x="17741" y="28680"/>
                    <a:pt x="17741" y="27957"/>
                  </a:cubicBezTo>
                  <a:lnTo>
                    <a:pt x="17741" y="26568"/>
                  </a:lnTo>
                  <a:cubicBezTo>
                    <a:pt x="19678" y="25179"/>
                    <a:pt x="21324" y="23132"/>
                    <a:pt x="21503" y="20699"/>
                  </a:cubicBezTo>
                  <a:lnTo>
                    <a:pt x="21546" y="20125"/>
                  </a:lnTo>
                  <a:cubicBezTo>
                    <a:pt x="23696" y="20042"/>
                    <a:pt x="25421" y="18267"/>
                    <a:pt x="25421" y="16096"/>
                  </a:cubicBezTo>
                  <a:lnTo>
                    <a:pt x="25421" y="15887"/>
                  </a:lnTo>
                  <a:cubicBezTo>
                    <a:pt x="25415" y="14572"/>
                    <a:pt x="24346" y="13500"/>
                    <a:pt x="23032" y="13500"/>
                  </a:cubicBezTo>
                  <a:lnTo>
                    <a:pt x="22030" y="13500"/>
                  </a:lnTo>
                  <a:lnTo>
                    <a:pt x="22109" y="12428"/>
                  </a:lnTo>
                  <a:cubicBezTo>
                    <a:pt x="22268" y="10265"/>
                    <a:pt x="21686" y="8138"/>
                    <a:pt x="20460" y="6372"/>
                  </a:cubicBezTo>
                  <a:lnTo>
                    <a:pt x="20931" y="6194"/>
                  </a:lnTo>
                  <a:cubicBezTo>
                    <a:pt x="21383" y="6021"/>
                    <a:pt x="21565" y="5479"/>
                    <a:pt x="21311" y="5069"/>
                  </a:cubicBezTo>
                  <a:lnTo>
                    <a:pt x="18385" y="362"/>
                  </a:lnTo>
                  <a:cubicBezTo>
                    <a:pt x="18243" y="134"/>
                    <a:pt x="17999" y="0"/>
                    <a:pt x="1773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0"/>
            <p:cNvSpPr/>
            <p:nvPr/>
          </p:nvSpPr>
          <p:spPr>
            <a:xfrm>
              <a:off x="1825288" y="4380606"/>
              <a:ext cx="60895" cy="12234"/>
            </a:xfrm>
            <a:custGeom>
              <a:rect b="b" l="l" r="r" t="t"/>
              <a:pathLst>
                <a:path extrusionOk="0" h="938" w="4669">
                  <a:moveTo>
                    <a:pt x="468" y="1"/>
                  </a:moveTo>
                  <a:cubicBezTo>
                    <a:pt x="210" y="1"/>
                    <a:pt x="1" y="212"/>
                    <a:pt x="1" y="470"/>
                  </a:cubicBezTo>
                  <a:cubicBezTo>
                    <a:pt x="1" y="728"/>
                    <a:pt x="210" y="938"/>
                    <a:pt x="468" y="938"/>
                  </a:cubicBezTo>
                  <a:lnTo>
                    <a:pt x="4199" y="938"/>
                  </a:lnTo>
                  <a:cubicBezTo>
                    <a:pt x="4458" y="938"/>
                    <a:pt x="4667" y="728"/>
                    <a:pt x="4667" y="470"/>
                  </a:cubicBezTo>
                  <a:cubicBezTo>
                    <a:pt x="4668" y="212"/>
                    <a:pt x="4459"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0"/>
            <p:cNvSpPr/>
            <p:nvPr/>
          </p:nvSpPr>
          <p:spPr>
            <a:xfrm>
              <a:off x="1890226" y="4380606"/>
              <a:ext cx="77146" cy="76807"/>
            </a:xfrm>
            <a:custGeom>
              <a:rect b="b" l="l" r="r" t="t"/>
              <a:pathLst>
                <a:path extrusionOk="0" h="5889" w="5915">
                  <a:moveTo>
                    <a:pt x="2961" y="1"/>
                  </a:moveTo>
                  <a:cubicBezTo>
                    <a:pt x="2017" y="1"/>
                    <a:pt x="1246" y="771"/>
                    <a:pt x="1246" y="1716"/>
                  </a:cubicBezTo>
                  <a:lnTo>
                    <a:pt x="1246" y="4174"/>
                  </a:lnTo>
                  <a:cubicBezTo>
                    <a:pt x="1246" y="4603"/>
                    <a:pt x="898" y="4951"/>
                    <a:pt x="469" y="4951"/>
                  </a:cubicBezTo>
                  <a:cubicBezTo>
                    <a:pt x="210" y="4951"/>
                    <a:pt x="1" y="5162"/>
                    <a:pt x="1" y="5421"/>
                  </a:cubicBezTo>
                  <a:cubicBezTo>
                    <a:pt x="1" y="5679"/>
                    <a:pt x="210" y="5888"/>
                    <a:pt x="469" y="5888"/>
                  </a:cubicBezTo>
                  <a:cubicBezTo>
                    <a:pt x="470" y="5888"/>
                    <a:pt x="470" y="5888"/>
                    <a:pt x="471" y="5888"/>
                  </a:cubicBezTo>
                  <a:cubicBezTo>
                    <a:pt x="1416" y="5888"/>
                    <a:pt x="2183" y="5120"/>
                    <a:pt x="2183" y="4174"/>
                  </a:cubicBezTo>
                  <a:lnTo>
                    <a:pt x="2183" y="1716"/>
                  </a:lnTo>
                  <a:cubicBezTo>
                    <a:pt x="2183" y="1288"/>
                    <a:pt x="2534" y="938"/>
                    <a:pt x="2961" y="938"/>
                  </a:cubicBezTo>
                  <a:lnTo>
                    <a:pt x="5446" y="938"/>
                  </a:lnTo>
                  <a:cubicBezTo>
                    <a:pt x="5703" y="938"/>
                    <a:pt x="5914" y="728"/>
                    <a:pt x="5914" y="470"/>
                  </a:cubicBezTo>
                  <a:cubicBezTo>
                    <a:pt x="5914" y="212"/>
                    <a:pt x="5705"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0"/>
            <p:cNvSpPr/>
            <p:nvPr/>
          </p:nvSpPr>
          <p:spPr>
            <a:xfrm>
              <a:off x="1857764" y="4490371"/>
              <a:ext cx="77159" cy="12234"/>
            </a:xfrm>
            <a:custGeom>
              <a:rect b="b" l="l" r="r" t="t"/>
              <a:pathLst>
                <a:path extrusionOk="0" h="938" w="5916">
                  <a:moveTo>
                    <a:pt x="468" y="1"/>
                  </a:moveTo>
                  <a:cubicBezTo>
                    <a:pt x="210" y="1"/>
                    <a:pt x="0" y="212"/>
                    <a:pt x="0" y="470"/>
                  </a:cubicBezTo>
                  <a:cubicBezTo>
                    <a:pt x="0" y="728"/>
                    <a:pt x="210" y="938"/>
                    <a:pt x="468" y="938"/>
                  </a:cubicBezTo>
                  <a:lnTo>
                    <a:pt x="5447" y="938"/>
                  </a:lnTo>
                  <a:cubicBezTo>
                    <a:pt x="5706" y="938"/>
                    <a:pt x="5915" y="728"/>
                    <a:pt x="5915" y="470"/>
                  </a:cubicBezTo>
                  <a:cubicBezTo>
                    <a:pt x="5915" y="212"/>
                    <a:pt x="5706" y="1"/>
                    <a:pt x="54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0" name="Google Shape;6550;p70"/>
          <p:cNvGrpSpPr/>
          <p:nvPr/>
        </p:nvGrpSpPr>
        <p:grpSpPr>
          <a:xfrm>
            <a:off x="725663" y="1790918"/>
            <a:ext cx="331080" cy="417688"/>
            <a:chOff x="725663" y="1790918"/>
            <a:chExt cx="331080" cy="417688"/>
          </a:xfrm>
        </p:grpSpPr>
        <p:sp>
          <p:nvSpPr>
            <p:cNvPr id="6551" name="Google Shape;6551;p70"/>
            <p:cNvSpPr/>
            <p:nvPr/>
          </p:nvSpPr>
          <p:spPr>
            <a:xfrm>
              <a:off x="1000606" y="1974153"/>
              <a:ext cx="50039" cy="74131"/>
            </a:xfrm>
            <a:custGeom>
              <a:rect b="b" l="l" r="r" t="t"/>
              <a:pathLst>
                <a:path extrusionOk="0" h="5674" w="3830">
                  <a:moveTo>
                    <a:pt x="418" y="0"/>
                  </a:moveTo>
                  <a:lnTo>
                    <a:pt x="1" y="5674"/>
                  </a:lnTo>
                  <a:lnTo>
                    <a:pt x="276" y="5674"/>
                  </a:lnTo>
                  <a:cubicBezTo>
                    <a:pt x="2239" y="5674"/>
                    <a:pt x="3829" y="4082"/>
                    <a:pt x="3829" y="2121"/>
                  </a:cubicBezTo>
                  <a:lnTo>
                    <a:pt x="3829" y="1910"/>
                  </a:lnTo>
                  <a:cubicBezTo>
                    <a:pt x="3829" y="855"/>
                    <a:pt x="2974" y="0"/>
                    <a:pt x="1919" y="0"/>
                  </a:cubicBez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0"/>
            <p:cNvSpPr/>
            <p:nvPr/>
          </p:nvSpPr>
          <p:spPr>
            <a:xfrm>
              <a:off x="731777" y="1974153"/>
              <a:ext cx="50052" cy="74131"/>
            </a:xfrm>
            <a:custGeom>
              <a:rect b="b" l="l" r="r" t="t"/>
              <a:pathLst>
                <a:path extrusionOk="0" h="5674" w="3831">
                  <a:moveTo>
                    <a:pt x="1910" y="0"/>
                  </a:moveTo>
                  <a:cubicBezTo>
                    <a:pt x="856" y="0"/>
                    <a:pt x="0" y="855"/>
                    <a:pt x="0" y="1910"/>
                  </a:cubicBezTo>
                  <a:lnTo>
                    <a:pt x="0" y="2121"/>
                  </a:lnTo>
                  <a:cubicBezTo>
                    <a:pt x="2" y="4082"/>
                    <a:pt x="1592" y="5674"/>
                    <a:pt x="3553" y="5674"/>
                  </a:cubicBezTo>
                  <a:lnTo>
                    <a:pt x="3830" y="5674"/>
                  </a:lnTo>
                  <a:lnTo>
                    <a:pt x="3411" y="0"/>
                  </a:ln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0"/>
            <p:cNvSpPr/>
            <p:nvPr/>
          </p:nvSpPr>
          <p:spPr>
            <a:xfrm>
              <a:off x="786053" y="2133830"/>
              <a:ext cx="210373" cy="67376"/>
            </a:xfrm>
            <a:custGeom>
              <a:rect b="b" l="l" r="r" t="t"/>
              <a:pathLst>
                <a:path extrusionOk="0" h="5157" w="16102">
                  <a:moveTo>
                    <a:pt x="3503" y="0"/>
                  </a:moveTo>
                  <a:lnTo>
                    <a:pt x="3503" y="1626"/>
                  </a:lnTo>
                  <a:cubicBezTo>
                    <a:pt x="3503" y="2533"/>
                    <a:pt x="2984" y="3360"/>
                    <a:pt x="2167" y="3750"/>
                  </a:cubicBezTo>
                  <a:lnTo>
                    <a:pt x="244" y="4673"/>
                  </a:lnTo>
                  <a:cubicBezTo>
                    <a:pt x="0" y="4789"/>
                    <a:pt x="82" y="5156"/>
                    <a:pt x="353" y="5156"/>
                  </a:cubicBezTo>
                  <a:lnTo>
                    <a:pt x="15747" y="5156"/>
                  </a:lnTo>
                  <a:cubicBezTo>
                    <a:pt x="16017" y="5156"/>
                    <a:pt x="16102" y="4789"/>
                    <a:pt x="15857" y="4673"/>
                  </a:cubicBezTo>
                  <a:lnTo>
                    <a:pt x="13934" y="3750"/>
                  </a:lnTo>
                  <a:cubicBezTo>
                    <a:pt x="13117" y="3360"/>
                    <a:pt x="12598" y="2534"/>
                    <a:pt x="12598" y="1626"/>
                  </a:cubicBezTo>
                  <a:lnTo>
                    <a:pt x="12598" y="0"/>
                  </a:lnTo>
                  <a:cubicBezTo>
                    <a:pt x="11002" y="1091"/>
                    <a:pt x="9243" y="1715"/>
                    <a:pt x="8050" y="1715"/>
                  </a:cubicBezTo>
                  <a:cubicBezTo>
                    <a:pt x="6858" y="1715"/>
                    <a:pt x="5096" y="1091"/>
                    <a:pt x="3503" y="0"/>
                  </a:cubicBez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0"/>
            <p:cNvSpPr/>
            <p:nvPr/>
          </p:nvSpPr>
          <p:spPr>
            <a:xfrm>
              <a:off x="769877" y="1828417"/>
              <a:ext cx="242695" cy="329120"/>
            </a:xfrm>
            <a:custGeom>
              <a:rect b="b" l="l" r="r" t="t"/>
              <a:pathLst>
                <a:path extrusionOk="0" h="25191" w="18576">
                  <a:moveTo>
                    <a:pt x="9288" y="0"/>
                  </a:moveTo>
                  <a:cubicBezTo>
                    <a:pt x="4100" y="0"/>
                    <a:pt x="0" y="4408"/>
                    <a:pt x="383" y="9586"/>
                  </a:cubicBezTo>
                  <a:lnTo>
                    <a:pt x="990" y="17831"/>
                  </a:lnTo>
                  <a:cubicBezTo>
                    <a:pt x="1310" y="22177"/>
                    <a:pt x="6670" y="25191"/>
                    <a:pt x="9290" y="25191"/>
                  </a:cubicBezTo>
                  <a:cubicBezTo>
                    <a:pt x="11910" y="25191"/>
                    <a:pt x="17268" y="22179"/>
                    <a:pt x="17590" y="17831"/>
                  </a:cubicBezTo>
                  <a:cubicBezTo>
                    <a:pt x="17585" y="17831"/>
                    <a:pt x="18194" y="9586"/>
                    <a:pt x="18194" y="9586"/>
                  </a:cubicBezTo>
                  <a:cubicBezTo>
                    <a:pt x="18575" y="4408"/>
                    <a:pt x="14477" y="0"/>
                    <a:pt x="9288" y="0"/>
                  </a:cubicBezTo>
                  <a:close/>
                </a:path>
              </a:pathLst>
            </a:custGeom>
            <a:solidFill>
              <a:srgbClr val="944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0"/>
            <p:cNvSpPr/>
            <p:nvPr/>
          </p:nvSpPr>
          <p:spPr>
            <a:xfrm>
              <a:off x="833612" y="1833800"/>
              <a:ext cx="178063" cy="323738"/>
            </a:xfrm>
            <a:custGeom>
              <a:rect b="b" l="l" r="r" t="t"/>
              <a:pathLst>
                <a:path extrusionOk="0" h="24779" w="13629">
                  <a:moveTo>
                    <a:pt x="7104" y="0"/>
                  </a:moveTo>
                  <a:lnTo>
                    <a:pt x="7104" y="0"/>
                  </a:lnTo>
                  <a:cubicBezTo>
                    <a:pt x="9548" y="1745"/>
                    <a:pt x="11063" y="4687"/>
                    <a:pt x="10825" y="7928"/>
                  </a:cubicBezTo>
                  <a:lnTo>
                    <a:pt x="10216" y="16173"/>
                  </a:lnTo>
                  <a:cubicBezTo>
                    <a:pt x="9898" y="20520"/>
                    <a:pt x="4538" y="23533"/>
                    <a:pt x="1917" y="23533"/>
                  </a:cubicBezTo>
                  <a:cubicBezTo>
                    <a:pt x="1374" y="23533"/>
                    <a:pt x="711" y="23404"/>
                    <a:pt x="1" y="23159"/>
                  </a:cubicBezTo>
                  <a:lnTo>
                    <a:pt x="1" y="23159"/>
                  </a:lnTo>
                  <a:cubicBezTo>
                    <a:pt x="1556" y="24190"/>
                    <a:pt x="3250" y="24779"/>
                    <a:pt x="4406" y="24779"/>
                  </a:cubicBezTo>
                  <a:cubicBezTo>
                    <a:pt x="7028" y="24779"/>
                    <a:pt x="12384" y="21767"/>
                    <a:pt x="12706" y="17419"/>
                  </a:cubicBezTo>
                  <a:lnTo>
                    <a:pt x="13314" y="9174"/>
                  </a:lnTo>
                  <a:cubicBezTo>
                    <a:pt x="13628" y="4936"/>
                    <a:pt x="10938" y="1211"/>
                    <a:pt x="7104"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0"/>
            <p:cNvSpPr/>
            <p:nvPr/>
          </p:nvSpPr>
          <p:spPr>
            <a:xfrm>
              <a:off x="807833" y="1797033"/>
              <a:ext cx="166736" cy="154846"/>
            </a:xfrm>
            <a:custGeom>
              <a:rect b="b" l="l" r="r" t="t"/>
              <a:pathLst>
                <a:path extrusionOk="0" h="11852" w="12762">
                  <a:moveTo>
                    <a:pt x="6382" y="0"/>
                  </a:moveTo>
                  <a:cubicBezTo>
                    <a:pt x="2856" y="0"/>
                    <a:pt x="1" y="2856"/>
                    <a:pt x="1" y="6380"/>
                  </a:cubicBezTo>
                  <a:cubicBezTo>
                    <a:pt x="1" y="8703"/>
                    <a:pt x="1242" y="10735"/>
                    <a:pt x="3097" y="11851"/>
                  </a:cubicBezTo>
                  <a:lnTo>
                    <a:pt x="9664" y="11851"/>
                  </a:lnTo>
                  <a:cubicBezTo>
                    <a:pt x="11521" y="10735"/>
                    <a:pt x="12762" y="8702"/>
                    <a:pt x="12762" y="6380"/>
                  </a:cubicBezTo>
                  <a:cubicBezTo>
                    <a:pt x="12762" y="2857"/>
                    <a:pt x="9906" y="0"/>
                    <a:pt x="6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0"/>
            <p:cNvSpPr/>
            <p:nvPr/>
          </p:nvSpPr>
          <p:spPr>
            <a:xfrm>
              <a:off x="838590" y="1799463"/>
              <a:ext cx="135981" cy="152416"/>
            </a:xfrm>
            <a:custGeom>
              <a:rect b="b" l="l" r="r" t="t"/>
              <a:pathLst>
                <a:path extrusionOk="0" h="11666" w="10408">
                  <a:moveTo>
                    <a:pt x="5565" y="1"/>
                  </a:moveTo>
                  <a:lnTo>
                    <a:pt x="5565" y="1"/>
                  </a:lnTo>
                  <a:cubicBezTo>
                    <a:pt x="7000" y="1170"/>
                    <a:pt x="7918" y="2952"/>
                    <a:pt x="7918" y="4950"/>
                  </a:cubicBezTo>
                  <a:cubicBezTo>
                    <a:pt x="7918" y="8473"/>
                    <a:pt x="5063" y="11330"/>
                    <a:pt x="1538" y="11330"/>
                  </a:cubicBezTo>
                  <a:cubicBezTo>
                    <a:pt x="1009" y="11330"/>
                    <a:pt x="494" y="11265"/>
                    <a:pt x="0" y="11143"/>
                  </a:cubicBezTo>
                  <a:lnTo>
                    <a:pt x="0" y="11143"/>
                  </a:lnTo>
                  <a:cubicBezTo>
                    <a:pt x="235" y="11334"/>
                    <a:pt x="484" y="11509"/>
                    <a:pt x="743" y="11665"/>
                  </a:cubicBezTo>
                  <a:lnTo>
                    <a:pt x="7310" y="11665"/>
                  </a:lnTo>
                  <a:cubicBezTo>
                    <a:pt x="9167" y="10549"/>
                    <a:pt x="10408" y="8516"/>
                    <a:pt x="10408" y="6194"/>
                  </a:cubicBezTo>
                  <a:cubicBezTo>
                    <a:pt x="10408" y="3201"/>
                    <a:pt x="8347" y="690"/>
                    <a:pt x="5565"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0"/>
            <p:cNvSpPr/>
            <p:nvPr/>
          </p:nvSpPr>
          <p:spPr>
            <a:xfrm>
              <a:off x="798648" y="1900148"/>
              <a:ext cx="51894" cy="51698"/>
            </a:xfrm>
            <a:custGeom>
              <a:rect b="b" l="l" r="r" t="t"/>
              <a:pathLst>
                <a:path extrusionOk="0" h="3957" w="3972">
                  <a:moveTo>
                    <a:pt x="911" y="0"/>
                  </a:moveTo>
                  <a:cubicBezTo>
                    <a:pt x="405" y="903"/>
                    <a:pt x="107" y="1903"/>
                    <a:pt x="37" y="2945"/>
                  </a:cubicBezTo>
                  <a:cubicBezTo>
                    <a:pt x="1" y="3493"/>
                    <a:pt x="436" y="3956"/>
                    <a:pt x="984" y="3956"/>
                  </a:cubicBezTo>
                  <a:lnTo>
                    <a:pt x="3971" y="3956"/>
                  </a:lnTo>
                  <a:cubicBezTo>
                    <a:pt x="2475" y="3120"/>
                    <a:pt x="1352" y="1699"/>
                    <a:pt x="9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0"/>
            <p:cNvSpPr/>
            <p:nvPr/>
          </p:nvSpPr>
          <p:spPr>
            <a:xfrm>
              <a:off x="798648" y="1935596"/>
              <a:ext cx="51894" cy="16292"/>
            </a:xfrm>
            <a:custGeom>
              <a:rect b="b" l="l" r="r" t="t"/>
              <a:pathLst>
                <a:path extrusionOk="0" h="1247" w="3972">
                  <a:moveTo>
                    <a:pt x="57" y="1"/>
                  </a:moveTo>
                  <a:cubicBezTo>
                    <a:pt x="50" y="78"/>
                    <a:pt x="42" y="157"/>
                    <a:pt x="37" y="235"/>
                  </a:cubicBezTo>
                  <a:cubicBezTo>
                    <a:pt x="1" y="781"/>
                    <a:pt x="436" y="1246"/>
                    <a:pt x="984" y="1246"/>
                  </a:cubicBezTo>
                  <a:lnTo>
                    <a:pt x="3971" y="1246"/>
                  </a:lnTo>
                  <a:cubicBezTo>
                    <a:pt x="3380" y="913"/>
                    <a:pt x="2849" y="494"/>
                    <a:pt x="2394" y="1"/>
                  </a:cubicBezTo>
                  <a:close/>
                </a:path>
              </a:pathLst>
            </a:custGeom>
            <a:solidFill>
              <a:srgbClr val="DF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0"/>
            <p:cNvSpPr/>
            <p:nvPr/>
          </p:nvSpPr>
          <p:spPr>
            <a:xfrm>
              <a:off x="931919" y="1900161"/>
              <a:ext cx="51868" cy="51724"/>
            </a:xfrm>
            <a:custGeom>
              <a:rect b="b" l="l" r="r" t="t"/>
              <a:pathLst>
                <a:path extrusionOk="0" h="3959" w="3970">
                  <a:moveTo>
                    <a:pt x="3060" y="1"/>
                  </a:moveTo>
                  <a:cubicBezTo>
                    <a:pt x="2619" y="1698"/>
                    <a:pt x="1495" y="3120"/>
                    <a:pt x="0" y="3958"/>
                  </a:cubicBezTo>
                  <a:lnTo>
                    <a:pt x="2986" y="3958"/>
                  </a:lnTo>
                  <a:cubicBezTo>
                    <a:pt x="3536" y="3958"/>
                    <a:pt x="3969" y="3493"/>
                    <a:pt x="3933" y="2947"/>
                  </a:cubicBezTo>
                  <a:cubicBezTo>
                    <a:pt x="3863" y="1902"/>
                    <a:pt x="3566" y="903"/>
                    <a:pt x="30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0"/>
            <p:cNvSpPr/>
            <p:nvPr/>
          </p:nvSpPr>
          <p:spPr>
            <a:xfrm>
              <a:off x="725663" y="1790918"/>
              <a:ext cx="331080" cy="417688"/>
            </a:xfrm>
            <a:custGeom>
              <a:rect b="b" l="l" r="r" t="t"/>
              <a:pathLst>
                <a:path extrusionOk="0" h="31970" w="25341">
                  <a:moveTo>
                    <a:pt x="10434" y="1375"/>
                  </a:moveTo>
                  <a:lnTo>
                    <a:pt x="10434" y="1375"/>
                  </a:lnTo>
                  <a:cubicBezTo>
                    <a:pt x="10064" y="1896"/>
                    <a:pt x="9751" y="2543"/>
                    <a:pt x="9511" y="3288"/>
                  </a:cubicBezTo>
                  <a:cubicBezTo>
                    <a:pt x="9074" y="3162"/>
                    <a:pt x="8676" y="3009"/>
                    <a:pt x="8329" y="2834"/>
                  </a:cubicBezTo>
                  <a:cubicBezTo>
                    <a:pt x="8920" y="2196"/>
                    <a:pt x="9639" y="1701"/>
                    <a:pt x="10434" y="1375"/>
                  </a:cubicBezTo>
                  <a:close/>
                  <a:moveTo>
                    <a:pt x="14910" y="1374"/>
                  </a:moveTo>
                  <a:lnTo>
                    <a:pt x="14910" y="1374"/>
                  </a:lnTo>
                  <a:cubicBezTo>
                    <a:pt x="15713" y="1704"/>
                    <a:pt x="16428" y="2206"/>
                    <a:pt x="17012" y="2836"/>
                  </a:cubicBezTo>
                  <a:cubicBezTo>
                    <a:pt x="16664" y="3011"/>
                    <a:pt x="16268" y="3162"/>
                    <a:pt x="15832" y="3288"/>
                  </a:cubicBezTo>
                  <a:cubicBezTo>
                    <a:pt x="15594" y="2543"/>
                    <a:pt x="15280" y="1895"/>
                    <a:pt x="14910" y="1374"/>
                  </a:cubicBezTo>
                  <a:close/>
                  <a:moveTo>
                    <a:pt x="12203" y="1031"/>
                  </a:moveTo>
                  <a:lnTo>
                    <a:pt x="12203" y="3690"/>
                  </a:lnTo>
                  <a:cubicBezTo>
                    <a:pt x="11579" y="3668"/>
                    <a:pt x="10976" y="3604"/>
                    <a:pt x="10418" y="3499"/>
                  </a:cubicBezTo>
                  <a:cubicBezTo>
                    <a:pt x="10850" y="2189"/>
                    <a:pt x="11516" y="1309"/>
                    <a:pt x="12203" y="1031"/>
                  </a:cubicBezTo>
                  <a:close/>
                  <a:moveTo>
                    <a:pt x="13139" y="1031"/>
                  </a:moveTo>
                  <a:cubicBezTo>
                    <a:pt x="13826" y="1309"/>
                    <a:pt x="14493" y="2189"/>
                    <a:pt x="14925" y="3499"/>
                  </a:cubicBezTo>
                  <a:cubicBezTo>
                    <a:pt x="14364" y="3604"/>
                    <a:pt x="13763" y="3668"/>
                    <a:pt x="13139" y="3690"/>
                  </a:cubicBezTo>
                  <a:lnTo>
                    <a:pt x="13139" y="1031"/>
                  </a:lnTo>
                  <a:close/>
                  <a:moveTo>
                    <a:pt x="10174" y="4400"/>
                  </a:moveTo>
                  <a:cubicBezTo>
                    <a:pt x="10813" y="4523"/>
                    <a:pt x="11497" y="4599"/>
                    <a:pt x="12203" y="4622"/>
                  </a:cubicBezTo>
                  <a:lnTo>
                    <a:pt x="12203" y="6380"/>
                  </a:lnTo>
                  <a:lnTo>
                    <a:pt x="9932" y="6380"/>
                  </a:lnTo>
                  <a:cubicBezTo>
                    <a:pt x="9959" y="5664"/>
                    <a:pt x="10042" y="5001"/>
                    <a:pt x="10174" y="4400"/>
                  </a:cubicBezTo>
                  <a:close/>
                  <a:moveTo>
                    <a:pt x="17597" y="3581"/>
                  </a:moveTo>
                  <a:cubicBezTo>
                    <a:pt x="18140" y="4394"/>
                    <a:pt x="18485" y="5353"/>
                    <a:pt x="18566" y="6380"/>
                  </a:cubicBezTo>
                  <a:lnTo>
                    <a:pt x="16344" y="6380"/>
                  </a:lnTo>
                  <a:cubicBezTo>
                    <a:pt x="16317" y="5602"/>
                    <a:pt x="16224" y="4865"/>
                    <a:pt x="16073" y="4185"/>
                  </a:cubicBezTo>
                  <a:cubicBezTo>
                    <a:pt x="16641" y="4021"/>
                    <a:pt x="17158" y="3819"/>
                    <a:pt x="17597" y="3581"/>
                  </a:cubicBezTo>
                  <a:close/>
                  <a:moveTo>
                    <a:pt x="15169" y="4400"/>
                  </a:moveTo>
                  <a:cubicBezTo>
                    <a:pt x="15300" y="4998"/>
                    <a:pt x="15384" y="5663"/>
                    <a:pt x="15409" y="6380"/>
                  </a:cubicBezTo>
                  <a:lnTo>
                    <a:pt x="15377" y="6380"/>
                  </a:lnTo>
                  <a:cubicBezTo>
                    <a:pt x="15119" y="6380"/>
                    <a:pt x="14911" y="6590"/>
                    <a:pt x="14911" y="6847"/>
                  </a:cubicBezTo>
                  <a:cubicBezTo>
                    <a:pt x="14911" y="7105"/>
                    <a:pt x="15120" y="7313"/>
                    <a:pt x="15377" y="7313"/>
                  </a:cubicBezTo>
                  <a:lnTo>
                    <a:pt x="15409" y="7313"/>
                  </a:lnTo>
                  <a:cubicBezTo>
                    <a:pt x="15382" y="8003"/>
                    <a:pt x="15298" y="8672"/>
                    <a:pt x="15162" y="9292"/>
                  </a:cubicBezTo>
                  <a:cubicBezTo>
                    <a:pt x="14525" y="9170"/>
                    <a:pt x="13842" y="9092"/>
                    <a:pt x="13139" y="9069"/>
                  </a:cubicBezTo>
                  <a:lnTo>
                    <a:pt x="13139" y="7311"/>
                  </a:lnTo>
                  <a:lnTo>
                    <a:pt x="13199" y="7311"/>
                  </a:lnTo>
                  <a:cubicBezTo>
                    <a:pt x="13457" y="7311"/>
                    <a:pt x="13665" y="7100"/>
                    <a:pt x="13665" y="6845"/>
                  </a:cubicBezTo>
                  <a:cubicBezTo>
                    <a:pt x="13665" y="6590"/>
                    <a:pt x="13457" y="6380"/>
                    <a:pt x="13199" y="6380"/>
                  </a:cubicBezTo>
                  <a:lnTo>
                    <a:pt x="13139" y="6380"/>
                  </a:lnTo>
                  <a:lnTo>
                    <a:pt x="13139" y="4622"/>
                  </a:lnTo>
                  <a:cubicBezTo>
                    <a:pt x="13845" y="4598"/>
                    <a:pt x="14531" y="4522"/>
                    <a:pt x="15169" y="4400"/>
                  </a:cubicBezTo>
                  <a:close/>
                  <a:moveTo>
                    <a:pt x="12203" y="7316"/>
                  </a:moveTo>
                  <a:lnTo>
                    <a:pt x="12203" y="9072"/>
                  </a:lnTo>
                  <a:cubicBezTo>
                    <a:pt x="11502" y="9095"/>
                    <a:pt x="10817" y="9171"/>
                    <a:pt x="10180" y="9295"/>
                  </a:cubicBezTo>
                  <a:cubicBezTo>
                    <a:pt x="10044" y="8675"/>
                    <a:pt x="9960" y="8004"/>
                    <a:pt x="9933" y="7316"/>
                  </a:cubicBezTo>
                  <a:close/>
                  <a:moveTo>
                    <a:pt x="8999" y="7314"/>
                  </a:moveTo>
                  <a:cubicBezTo>
                    <a:pt x="9026" y="8082"/>
                    <a:pt x="9118" y="8821"/>
                    <a:pt x="9270" y="9508"/>
                  </a:cubicBezTo>
                  <a:cubicBezTo>
                    <a:pt x="8698" y="9672"/>
                    <a:pt x="8178" y="9876"/>
                    <a:pt x="7738" y="10118"/>
                  </a:cubicBezTo>
                  <a:cubicBezTo>
                    <a:pt x="7190" y="9293"/>
                    <a:pt x="6855" y="8333"/>
                    <a:pt x="6776" y="7314"/>
                  </a:cubicBezTo>
                  <a:close/>
                  <a:moveTo>
                    <a:pt x="18566" y="7314"/>
                  </a:moveTo>
                  <a:cubicBezTo>
                    <a:pt x="18487" y="8333"/>
                    <a:pt x="18154" y="9293"/>
                    <a:pt x="17604" y="10118"/>
                  </a:cubicBezTo>
                  <a:cubicBezTo>
                    <a:pt x="17164" y="9876"/>
                    <a:pt x="16646" y="9672"/>
                    <a:pt x="16073" y="9508"/>
                  </a:cubicBezTo>
                  <a:cubicBezTo>
                    <a:pt x="16224" y="8821"/>
                    <a:pt x="16317" y="8081"/>
                    <a:pt x="16344" y="7314"/>
                  </a:cubicBezTo>
                  <a:close/>
                  <a:moveTo>
                    <a:pt x="6426" y="9655"/>
                  </a:moveTo>
                  <a:cubicBezTo>
                    <a:pt x="6519" y="9864"/>
                    <a:pt x="6626" y="10069"/>
                    <a:pt x="6740" y="10269"/>
                  </a:cubicBezTo>
                  <a:cubicBezTo>
                    <a:pt x="7079" y="10854"/>
                    <a:pt x="7507" y="11390"/>
                    <a:pt x="8000" y="11850"/>
                  </a:cubicBezTo>
                  <a:lnTo>
                    <a:pt x="6573" y="11850"/>
                  </a:lnTo>
                  <a:cubicBezTo>
                    <a:pt x="6436" y="11850"/>
                    <a:pt x="6310" y="11797"/>
                    <a:pt x="6218" y="11698"/>
                  </a:cubicBezTo>
                  <a:cubicBezTo>
                    <a:pt x="6128" y="11599"/>
                    <a:pt x="6080" y="11473"/>
                    <a:pt x="6089" y="11338"/>
                  </a:cubicBezTo>
                  <a:cubicBezTo>
                    <a:pt x="6129" y="10757"/>
                    <a:pt x="6240" y="10196"/>
                    <a:pt x="6426" y="9655"/>
                  </a:cubicBezTo>
                  <a:close/>
                  <a:moveTo>
                    <a:pt x="9510" y="10407"/>
                  </a:moveTo>
                  <a:cubicBezTo>
                    <a:pt x="9681" y="10937"/>
                    <a:pt x="9889" y="11424"/>
                    <a:pt x="10131" y="11850"/>
                  </a:cubicBezTo>
                  <a:lnTo>
                    <a:pt x="9518" y="11850"/>
                  </a:lnTo>
                  <a:cubicBezTo>
                    <a:pt x="9072" y="11569"/>
                    <a:pt x="8672" y="11237"/>
                    <a:pt x="8325" y="10863"/>
                  </a:cubicBezTo>
                  <a:cubicBezTo>
                    <a:pt x="8670" y="10685"/>
                    <a:pt x="9071" y="10533"/>
                    <a:pt x="9510" y="10407"/>
                  </a:cubicBezTo>
                  <a:close/>
                  <a:moveTo>
                    <a:pt x="12203" y="10005"/>
                  </a:moveTo>
                  <a:lnTo>
                    <a:pt x="12203" y="11850"/>
                  </a:lnTo>
                  <a:lnTo>
                    <a:pt x="11243" y="11850"/>
                  </a:lnTo>
                  <a:cubicBezTo>
                    <a:pt x="10916" y="11411"/>
                    <a:pt x="10638" y="10844"/>
                    <a:pt x="10425" y="10193"/>
                  </a:cubicBezTo>
                  <a:cubicBezTo>
                    <a:pt x="10982" y="10091"/>
                    <a:pt x="11583" y="10026"/>
                    <a:pt x="12203" y="10005"/>
                  </a:cubicBezTo>
                  <a:close/>
                  <a:moveTo>
                    <a:pt x="13139" y="10005"/>
                  </a:moveTo>
                  <a:cubicBezTo>
                    <a:pt x="13759" y="10026"/>
                    <a:pt x="14359" y="10091"/>
                    <a:pt x="14918" y="10193"/>
                  </a:cubicBezTo>
                  <a:cubicBezTo>
                    <a:pt x="14704" y="10844"/>
                    <a:pt x="14426" y="11410"/>
                    <a:pt x="14100" y="11850"/>
                  </a:cubicBezTo>
                  <a:lnTo>
                    <a:pt x="13139" y="11850"/>
                  </a:lnTo>
                  <a:lnTo>
                    <a:pt x="13139" y="10005"/>
                  </a:lnTo>
                  <a:close/>
                  <a:moveTo>
                    <a:pt x="15831" y="10407"/>
                  </a:moveTo>
                  <a:cubicBezTo>
                    <a:pt x="16270" y="10533"/>
                    <a:pt x="16669" y="10685"/>
                    <a:pt x="17016" y="10863"/>
                  </a:cubicBezTo>
                  <a:cubicBezTo>
                    <a:pt x="16670" y="11237"/>
                    <a:pt x="16268" y="11569"/>
                    <a:pt x="15822" y="11850"/>
                  </a:cubicBezTo>
                  <a:lnTo>
                    <a:pt x="15211" y="11850"/>
                  </a:lnTo>
                  <a:cubicBezTo>
                    <a:pt x="15453" y="11424"/>
                    <a:pt x="15661" y="10937"/>
                    <a:pt x="15831" y="10407"/>
                  </a:cubicBezTo>
                  <a:close/>
                  <a:moveTo>
                    <a:pt x="18917" y="9655"/>
                  </a:moveTo>
                  <a:cubicBezTo>
                    <a:pt x="19102" y="10196"/>
                    <a:pt x="19214" y="10757"/>
                    <a:pt x="19253" y="11338"/>
                  </a:cubicBezTo>
                  <a:cubicBezTo>
                    <a:pt x="19262" y="11473"/>
                    <a:pt x="19216" y="11599"/>
                    <a:pt x="19124" y="11698"/>
                  </a:cubicBezTo>
                  <a:cubicBezTo>
                    <a:pt x="19032" y="11797"/>
                    <a:pt x="18907" y="11850"/>
                    <a:pt x="18772" y="11850"/>
                  </a:cubicBezTo>
                  <a:lnTo>
                    <a:pt x="17345" y="11850"/>
                  </a:lnTo>
                  <a:cubicBezTo>
                    <a:pt x="17838" y="11390"/>
                    <a:pt x="18264" y="10856"/>
                    <a:pt x="18604" y="10269"/>
                  </a:cubicBezTo>
                  <a:cubicBezTo>
                    <a:pt x="18719" y="10069"/>
                    <a:pt x="18824" y="9866"/>
                    <a:pt x="18917" y="9655"/>
                  </a:cubicBezTo>
                  <a:close/>
                  <a:moveTo>
                    <a:pt x="3447" y="14490"/>
                  </a:moveTo>
                  <a:lnTo>
                    <a:pt x="3796" y="19221"/>
                  </a:lnTo>
                  <a:cubicBezTo>
                    <a:pt x="2199" y="19107"/>
                    <a:pt x="936" y="17769"/>
                    <a:pt x="936" y="16145"/>
                  </a:cubicBezTo>
                  <a:lnTo>
                    <a:pt x="936" y="15935"/>
                  </a:lnTo>
                  <a:cubicBezTo>
                    <a:pt x="936" y="15139"/>
                    <a:pt x="1583" y="14490"/>
                    <a:pt x="2380" y="14490"/>
                  </a:cubicBezTo>
                  <a:close/>
                  <a:moveTo>
                    <a:pt x="22962" y="14493"/>
                  </a:moveTo>
                  <a:cubicBezTo>
                    <a:pt x="23759" y="14493"/>
                    <a:pt x="24406" y="15140"/>
                    <a:pt x="24406" y="15937"/>
                  </a:cubicBezTo>
                  <a:lnTo>
                    <a:pt x="24406" y="16145"/>
                  </a:lnTo>
                  <a:cubicBezTo>
                    <a:pt x="24406" y="17769"/>
                    <a:pt x="23143" y="19107"/>
                    <a:pt x="21548" y="19223"/>
                  </a:cubicBezTo>
                  <a:lnTo>
                    <a:pt x="21895" y="14493"/>
                  </a:lnTo>
                  <a:close/>
                  <a:moveTo>
                    <a:pt x="16753" y="27188"/>
                  </a:moveTo>
                  <a:lnTo>
                    <a:pt x="16753" y="27970"/>
                  </a:lnTo>
                  <a:cubicBezTo>
                    <a:pt x="16753" y="29051"/>
                    <a:pt x="17380" y="30049"/>
                    <a:pt x="18355" y="30516"/>
                  </a:cubicBezTo>
                  <a:lnTo>
                    <a:pt x="19437" y="31035"/>
                  </a:lnTo>
                  <a:lnTo>
                    <a:pt x="5907" y="31035"/>
                  </a:lnTo>
                  <a:lnTo>
                    <a:pt x="6989" y="30516"/>
                  </a:lnTo>
                  <a:cubicBezTo>
                    <a:pt x="7960" y="30049"/>
                    <a:pt x="8590" y="29051"/>
                    <a:pt x="8590" y="27970"/>
                  </a:cubicBezTo>
                  <a:lnTo>
                    <a:pt x="8590" y="27192"/>
                  </a:lnTo>
                  <a:cubicBezTo>
                    <a:pt x="10047" y="28046"/>
                    <a:pt x="11559" y="28527"/>
                    <a:pt x="12671" y="28527"/>
                  </a:cubicBezTo>
                  <a:cubicBezTo>
                    <a:pt x="13828" y="28527"/>
                    <a:pt x="15343" y="28013"/>
                    <a:pt x="16753" y="27188"/>
                  </a:cubicBezTo>
                  <a:close/>
                  <a:moveTo>
                    <a:pt x="12671" y="0"/>
                  </a:moveTo>
                  <a:cubicBezTo>
                    <a:pt x="10425" y="0"/>
                    <a:pt x="8319" y="1105"/>
                    <a:pt x="7039" y="2954"/>
                  </a:cubicBezTo>
                  <a:cubicBezTo>
                    <a:pt x="6891" y="3166"/>
                    <a:pt x="6946" y="3456"/>
                    <a:pt x="7157" y="3604"/>
                  </a:cubicBezTo>
                  <a:cubicBezTo>
                    <a:pt x="7238" y="3659"/>
                    <a:pt x="7331" y="3686"/>
                    <a:pt x="7422" y="3686"/>
                  </a:cubicBezTo>
                  <a:cubicBezTo>
                    <a:pt x="7534" y="3686"/>
                    <a:pt x="7643" y="3647"/>
                    <a:pt x="7729" y="3571"/>
                  </a:cubicBezTo>
                  <a:cubicBezTo>
                    <a:pt x="8173" y="3814"/>
                    <a:pt x="8692" y="4021"/>
                    <a:pt x="9267" y="4185"/>
                  </a:cubicBezTo>
                  <a:cubicBezTo>
                    <a:pt x="9117" y="4865"/>
                    <a:pt x="9023" y="5601"/>
                    <a:pt x="8998" y="6380"/>
                  </a:cubicBezTo>
                  <a:lnTo>
                    <a:pt x="6775" y="6380"/>
                  </a:lnTo>
                  <a:cubicBezTo>
                    <a:pt x="6804" y="6013"/>
                    <a:pt x="6867" y="5650"/>
                    <a:pt x="6961" y="5295"/>
                  </a:cubicBezTo>
                  <a:cubicBezTo>
                    <a:pt x="7029" y="5046"/>
                    <a:pt x="6882" y="4789"/>
                    <a:pt x="6633" y="4723"/>
                  </a:cubicBezTo>
                  <a:cubicBezTo>
                    <a:pt x="6591" y="4711"/>
                    <a:pt x="6550" y="4706"/>
                    <a:pt x="6509" y="4706"/>
                  </a:cubicBezTo>
                  <a:cubicBezTo>
                    <a:pt x="6303" y="4706"/>
                    <a:pt x="6117" y="4843"/>
                    <a:pt x="6060" y="5051"/>
                  </a:cubicBezTo>
                  <a:cubicBezTo>
                    <a:pt x="6052" y="5082"/>
                    <a:pt x="6044" y="5112"/>
                    <a:pt x="6037" y="5142"/>
                  </a:cubicBezTo>
                  <a:cubicBezTo>
                    <a:pt x="4094" y="7079"/>
                    <a:pt x="3096" y="9752"/>
                    <a:pt x="3298" y="12489"/>
                  </a:cubicBezTo>
                  <a:lnTo>
                    <a:pt x="3377" y="13558"/>
                  </a:lnTo>
                  <a:lnTo>
                    <a:pt x="2378" y="13558"/>
                  </a:lnTo>
                  <a:cubicBezTo>
                    <a:pt x="1067" y="13558"/>
                    <a:pt x="1" y="14625"/>
                    <a:pt x="1" y="15937"/>
                  </a:cubicBezTo>
                  <a:lnTo>
                    <a:pt x="1" y="16146"/>
                  </a:lnTo>
                  <a:cubicBezTo>
                    <a:pt x="1" y="18309"/>
                    <a:pt x="1718" y="20079"/>
                    <a:pt x="3862" y="20163"/>
                  </a:cubicBezTo>
                  <a:lnTo>
                    <a:pt x="3905" y="20737"/>
                  </a:lnTo>
                  <a:cubicBezTo>
                    <a:pt x="4084" y="23162"/>
                    <a:pt x="5723" y="25202"/>
                    <a:pt x="7656" y="26587"/>
                  </a:cubicBezTo>
                  <a:lnTo>
                    <a:pt x="7656" y="27972"/>
                  </a:lnTo>
                  <a:cubicBezTo>
                    <a:pt x="7656" y="28695"/>
                    <a:pt x="7234" y="29362"/>
                    <a:pt x="6583" y="29676"/>
                  </a:cubicBezTo>
                  <a:lnTo>
                    <a:pt x="4660" y="30598"/>
                  </a:lnTo>
                  <a:cubicBezTo>
                    <a:pt x="4356" y="30745"/>
                    <a:pt x="4193" y="31078"/>
                    <a:pt x="4269" y="31408"/>
                  </a:cubicBezTo>
                  <a:cubicBezTo>
                    <a:pt x="4344" y="31738"/>
                    <a:pt x="4633" y="31969"/>
                    <a:pt x="4973" y="31969"/>
                  </a:cubicBezTo>
                  <a:lnTo>
                    <a:pt x="20365" y="31969"/>
                  </a:lnTo>
                  <a:cubicBezTo>
                    <a:pt x="20704" y="31969"/>
                    <a:pt x="20994" y="31738"/>
                    <a:pt x="21068" y="31408"/>
                  </a:cubicBezTo>
                  <a:cubicBezTo>
                    <a:pt x="21143" y="31078"/>
                    <a:pt x="20982" y="30745"/>
                    <a:pt x="20677" y="30598"/>
                  </a:cubicBezTo>
                  <a:lnTo>
                    <a:pt x="18754" y="29676"/>
                  </a:lnTo>
                  <a:cubicBezTo>
                    <a:pt x="18104" y="29363"/>
                    <a:pt x="17682" y="28695"/>
                    <a:pt x="17682" y="27972"/>
                  </a:cubicBezTo>
                  <a:lnTo>
                    <a:pt x="17682" y="26587"/>
                  </a:lnTo>
                  <a:cubicBezTo>
                    <a:pt x="17957" y="26390"/>
                    <a:pt x="18227" y="26182"/>
                    <a:pt x="18481" y="25963"/>
                  </a:cubicBezTo>
                  <a:cubicBezTo>
                    <a:pt x="18678" y="25796"/>
                    <a:pt x="18701" y="25501"/>
                    <a:pt x="18534" y="25304"/>
                  </a:cubicBezTo>
                  <a:cubicBezTo>
                    <a:pt x="18442" y="25196"/>
                    <a:pt x="18310" y="25141"/>
                    <a:pt x="18178" y="25141"/>
                  </a:cubicBezTo>
                  <a:cubicBezTo>
                    <a:pt x="18071" y="25141"/>
                    <a:pt x="17963" y="25178"/>
                    <a:pt x="17876" y="25252"/>
                  </a:cubicBezTo>
                  <a:cubicBezTo>
                    <a:pt x="16079" y="26788"/>
                    <a:pt x="13895" y="27593"/>
                    <a:pt x="12668" y="27593"/>
                  </a:cubicBezTo>
                  <a:cubicBezTo>
                    <a:pt x="10161" y="27593"/>
                    <a:pt x="5129" y="24668"/>
                    <a:pt x="4835" y="20666"/>
                  </a:cubicBezTo>
                  <a:lnTo>
                    <a:pt x="4762" y="19663"/>
                  </a:lnTo>
                  <a:lnTo>
                    <a:pt x="4762" y="19660"/>
                  </a:lnTo>
                  <a:lnTo>
                    <a:pt x="4344" y="13990"/>
                  </a:lnTo>
                  <a:lnTo>
                    <a:pt x="4344" y="13988"/>
                  </a:lnTo>
                  <a:lnTo>
                    <a:pt x="4229" y="12421"/>
                  </a:lnTo>
                  <a:cubicBezTo>
                    <a:pt x="4080" y="10407"/>
                    <a:pt x="4654" y="8429"/>
                    <a:pt x="5824" y="6822"/>
                  </a:cubicBezTo>
                  <a:lnTo>
                    <a:pt x="5824" y="6848"/>
                  </a:lnTo>
                  <a:cubicBezTo>
                    <a:pt x="5824" y="7347"/>
                    <a:pt x="5878" y="7842"/>
                    <a:pt x="5986" y="8324"/>
                  </a:cubicBezTo>
                  <a:cubicBezTo>
                    <a:pt x="5505" y="9241"/>
                    <a:pt x="5227" y="10233"/>
                    <a:pt x="5156" y="11276"/>
                  </a:cubicBezTo>
                  <a:cubicBezTo>
                    <a:pt x="5132" y="11665"/>
                    <a:pt x="5270" y="12051"/>
                    <a:pt x="5535" y="12337"/>
                  </a:cubicBezTo>
                  <a:cubicBezTo>
                    <a:pt x="5802" y="12622"/>
                    <a:pt x="6179" y="12786"/>
                    <a:pt x="6568" y="12786"/>
                  </a:cubicBezTo>
                  <a:lnTo>
                    <a:pt x="18771" y="12786"/>
                  </a:lnTo>
                  <a:cubicBezTo>
                    <a:pt x="19161" y="12786"/>
                    <a:pt x="19539" y="12622"/>
                    <a:pt x="19804" y="12337"/>
                  </a:cubicBezTo>
                  <a:cubicBezTo>
                    <a:pt x="20071" y="12051"/>
                    <a:pt x="20209" y="11665"/>
                    <a:pt x="20181" y="11276"/>
                  </a:cubicBezTo>
                  <a:cubicBezTo>
                    <a:pt x="20113" y="10234"/>
                    <a:pt x="19834" y="9243"/>
                    <a:pt x="19354" y="8326"/>
                  </a:cubicBezTo>
                  <a:cubicBezTo>
                    <a:pt x="19460" y="7844"/>
                    <a:pt x="19513" y="7350"/>
                    <a:pt x="19514" y="6854"/>
                  </a:cubicBezTo>
                  <a:lnTo>
                    <a:pt x="19514" y="6849"/>
                  </a:lnTo>
                  <a:lnTo>
                    <a:pt x="19514" y="6847"/>
                  </a:lnTo>
                  <a:lnTo>
                    <a:pt x="19514" y="6825"/>
                  </a:lnTo>
                  <a:cubicBezTo>
                    <a:pt x="20684" y="8432"/>
                    <a:pt x="21258" y="10407"/>
                    <a:pt x="21110" y="12423"/>
                  </a:cubicBezTo>
                  <a:lnTo>
                    <a:pt x="20576" y="19662"/>
                  </a:lnTo>
                  <a:lnTo>
                    <a:pt x="20576" y="19666"/>
                  </a:lnTo>
                  <a:lnTo>
                    <a:pt x="20503" y="20668"/>
                  </a:lnTo>
                  <a:cubicBezTo>
                    <a:pt x="20428" y="21701"/>
                    <a:pt x="20037" y="22717"/>
                    <a:pt x="19341" y="23684"/>
                  </a:cubicBezTo>
                  <a:cubicBezTo>
                    <a:pt x="19190" y="23894"/>
                    <a:pt x="19239" y="24183"/>
                    <a:pt x="19447" y="24334"/>
                  </a:cubicBezTo>
                  <a:cubicBezTo>
                    <a:pt x="19529" y="24394"/>
                    <a:pt x="19625" y="24423"/>
                    <a:pt x="19719" y="24423"/>
                  </a:cubicBezTo>
                  <a:cubicBezTo>
                    <a:pt x="19864" y="24423"/>
                    <a:pt x="20008" y="24354"/>
                    <a:pt x="20100" y="24229"/>
                  </a:cubicBezTo>
                  <a:cubicBezTo>
                    <a:pt x="20896" y="23120"/>
                    <a:pt x="21347" y="21945"/>
                    <a:pt x="21436" y="20737"/>
                  </a:cubicBezTo>
                  <a:lnTo>
                    <a:pt x="21479" y="20163"/>
                  </a:lnTo>
                  <a:cubicBezTo>
                    <a:pt x="23622" y="20079"/>
                    <a:pt x="25340" y="18310"/>
                    <a:pt x="25340" y="16146"/>
                  </a:cubicBezTo>
                  <a:lnTo>
                    <a:pt x="25340" y="15937"/>
                  </a:lnTo>
                  <a:cubicBezTo>
                    <a:pt x="25339" y="14625"/>
                    <a:pt x="24274" y="13558"/>
                    <a:pt x="22962" y="13558"/>
                  </a:cubicBezTo>
                  <a:lnTo>
                    <a:pt x="21964" y="13558"/>
                  </a:lnTo>
                  <a:lnTo>
                    <a:pt x="22043" y="12489"/>
                  </a:lnTo>
                  <a:cubicBezTo>
                    <a:pt x="22243" y="9751"/>
                    <a:pt x="21246" y="7078"/>
                    <a:pt x="19302" y="5140"/>
                  </a:cubicBezTo>
                  <a:cubicBezTo>
                    <a:pt x="18541" y="2189"/>
                    <a:pt x="15857" y="0"/>
                    <a:pt x="1267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0"/>
            <p:cNvSpPr/>
            <p:nvPr/>
          </p:nvSpPr>
          <p:spPr>
            <a:xfrm>
              <a:off x="820285" y="1986017"/>
              <a:ext cx="60818" cy="12203"/>
            </a:xfrm>
            <a:custGeom>
              <a:rect b="b" l="l" r="r" t="t"/>
              <a:pathLst>
                <a:path extrusionOk="0" h="934" w="4655">
                  <a:moveTo>
                    <a:pt x="467" y="0"/>
                  </a:moveTo>
                  <a:cubicBezTo>
                    <a:pt x="209" y="0"/>
                    <a:pt x="1" y="210"/>
                    <a:pt x="1" y="467"/>
                  </a:cubicBezTo>
                  <a:cubicBezTo>
                    <a:pt x="1" y="725"/>
                    <a:pt x="210" y="933"/>
                    <a:pt x="467" y="933"/>
                  </a:cubicBezTo>
                  <a:lnTo>
                    <a:pt x="4188" y="933"/>
                  </a:lnTo>
                  <a:cubicBezTo>
                    <a:pt x="4443" y="933"/>
                    <a:pt x="4654" y="724"/>
                    <a:pt x="4654" y="467"/>
                  </a:cubicBezTo>
                  <a:cubicBezTo>
                    <a:pt x="4654" y="208"/>
                    <a:pt x="4443" y="0"/>
                    <a:pt x="418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0"/>
            <p:cNvSpPr/>
            <p:nvPr/>
          </p:nvSpPr>
          <p:spPr>
            <a:xfrm>
              <a:off x="885143" y="1986017"/>
              <a:ext cx="77044" cy="76692"/>
            </a:xfrm>
            <a:custGeom>
              <a:rect b="b" l="l" r="r" t="t"/>
              <a:pathLst>
                <a:path extrusionOk="0" h="5870" w="5897">
                  <a:moveTo>
                    <a:pt x="2952" y="0"/>
                  </a:moveTo>
                  <a:cubicBezTo>
                    <a:pt x="2009" y="0"/>
                    <a:pt x="1243" y="768"/>
                    <a:pt x="1243" y="1709"/>
                  </a:cubicBezTo>
                  <a:lnTo>
                    <a:pt x="1243" y="4160"/>
                  </a:lnTo>
                  <a:cubicBezTo>
                    <a:pt x="1243" y="4588"/>
                    <a:pt x="894" y="4937"/>
                    <a:pt x="466" y="4937"/>
                  </a:cubicBezTo>
                  <a:cubicBezTo>
                    <a:pt x="208" y="4937"/>
                    <a:pt x="0" y="5146"/>
                    <a:pt x="0" y="5403"/>
                  </a:cubicBezTo>
                  <a:cubicBezTo>
                    <a:pt x="0" y="5661"/>
                    <a:pt x="210" y="5869"/>
                    <a:pt x="466" y="5869"/>
                  </a:cubicBezTo>
                  <a:cubicBezTo>
                    <a:pt x="1409" y="5869"/>
                    <a:pt x="2175" y="5102"/>
                    <a:pt x="2175" y="4160"/>
                  </a:cubicBezTo>
                  <a:lnTo>
                    <a:pt x="2175" y="1709"/>
                  </a:lnTo>
                  <a:cubicBezTo>
                    <a:pt x="2175" y="1280"/>
                    <a:pt x="2524" y="933"/>
                    <a:pt x="2952" y="933"/>
                  </a:cubicBezTo>
                  <a:lnTo>
                    <a:pt x="5430" y="933"/>
                  </a:lnTo>
                  <a:cubicBezTo>
                    <a:pt x="5685" y="933"/>
                    <a:pt x="5896" y="724"/>
                    <a:pt x="5896" y="467"/>
                  </a:cubicBezTo>
                  <a:cubicBezTo>
                    <a:pt x="5896" y="208"/>
                    <a:pt x="5685" y="0"/>
                    <a:pt x="543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0"/>
            <p:cNvSpPr/>
            <p:nvPr/>
          </p:nvSpPr>
          <p:spPr>
            <a:xfrm>
              <a:off x="852701" y="2095613"/>
              <a:ext cx="77044" cy="12203"/>
            </a:xfrm>
            <a:custGeom>
              <a:rect b="b" l="l" r="r" t="t"/>
              <a:pathLst>
                <a:path extrusionOk="0" h="934" w="5897">
                  <a:moveTo>
                    <a:pt x="467" y="1"/>
                  </a:moveTo>
                  <a:cubicBezTo>
                    <a:pt x="209" y="1"/>
                    <a:pt x="1" y="210"/>
                    <a:pt x="1" y="467"/>
                  </a:cubicBezTo>
                  <a:cubicBezTo>
                    <a:pt x="1" y="726"/>
                    <a:pt x="209" y="934"/>
                    <a:pt x="467" y="934"/>
                  </a:cubicBezTo>
                  <a:lnTo>
                    <a:pt x="5430" y="934"/>
                  </a:lnTo>
                  <a:cubicBezTo>
                    <a:pt x="5689" y="934"/>
                    <a:pt x="5897" y="724"/>
                    <a:pt x="5897" y="467"/>
                  </a:cubicBezTo>
                  <a:cubicBezTo>
                    <a:pt x="5897" y="209"/>
                    <a:pt x="5686" y="1"/>
                    <a:pt x="54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5" name="Google Shape;6565;p70"/>
          <p:cNvGrpSpPr/>
          <p:nvPr/>
        </p:nvGrpSpPr>
        <p:grpSpPr>
          <a:xfrm>
            <a:off x="8092588" y="3387004"/>
            <a:ext cx="331348" cy="416809"/>
            <a:chOff x="8092588" y="3387004"/>
            <a:chExt cx="331348" cy="416809"/>
          </a:xfrm>
        </p:grpSpPr>
        <p:sp>
          <p:nvSpPr>
            <p:cNvPr id="6566" name="Google Shape;6566;p70"/>
            <p:cNvSpPr/>
            <p:nvPr/>
          </p:nvSpPr>
          <p:spPr>
            <a:xfrm>
              <a:off x="8367753" y="3569139"/>
              <a:ext cx="50103" cy="74196"/>
            </a:xfrm>
            <a:custGeom>
              <a:rect b="b" l="l" r="r" t="t"/>
              <a:pathLst>
                <a:path extrusionOk="0" h="5691" w="3843">
                  <a:moveTo>
                    <a:pt x="421" y="1"/>
                  </a:moveTo>
                  <a:lnTo>
                    <a:pt x="0" y="5690"/>
                  </a:lnTo>
                  <a:lnTo>
                    <a:pt x="278" y="5690"/>
                  </a:lnTo>
                  <a:cubicBezTo>
                    <a:pt x="2246" y="5690"/>
                    <a:pt x="3843" y="4093"/>
                    <a:pt x="3843" y="2127"/>
                  </a:cubicBezTo>
                  <a:lnTo>
                    <a:pt x="3843" y="1918"/>
                  </a:lnTo>
                  <a:cubicBezTo>
                    <a:pt x="3843" y="858"/>
                    <a:pt x="2983" y="1"/>
                    <a:pt x="1926" y="1"/>
                  </a:cubicBezTo>
                  <a:close/>
                </a:path>
              </a:pathLst>
            </a:custGeom>
            <a:solidFill>
              <a:srgbClr val="CE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0"/>
            <p:cNvSpPr/>
            <p:nvPr/>
          </p:nvSpPr>
          <p:spPr>
            <a:xfrm>
              <a:off x="8098663" y="3569139"/>
              <a:ext cx="50103" cy="74196"/>
            </a:xfrm>
            <a:custGeom>
              <a:rect b="b" l="l" r="r" t="t"/>
              <a:pathLst>
                <a:path extrusionOk="0" h="5691" w="3843">
                  <a:moveTo>
                    <a:pt x="1918" y="1"/>
                  </a:moveTo>
                  <a:cubicBezTo>
                    <a:pt x="860" y="1"/>
                    <a:pt x="1" y="858"/>
                    <a:pt x="1" y="1918"/>
                  </a:cubicBezTo>
                  <a:lnTo>
                    <a:pt x="1" y="2127"/>
                  </a:lnTo>
                  <a:cubicBezTo>
                    <a:pt x="1" y="4093"/>
                    <a:pt x="1596" y="5690"/>
                    <a:pt x="3565" y="5690"/>
                  </a:cubicBezTo>
                  <a:lnTo>
                    <a:pt x="3842" y="5690"/>
                  </a:lnTo>
                  <a:lnTo>
                    <a:pt x="3423" y="1"/>
                  </a:lnTo>
                  <a:close/>
                </a:path>
              </a:pathLst>
            </a:custGeom>
            <a:solidFill>
              <a:srgbClr val="CE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0"/>
            <p:cNvSpPr/>
            <p:nvPr/>
          </p:nvSpPr>
          <p:spPr>
            <a:xfrm>
              <a:off x="8152943" y="3730257"/>
              <a:ext cx="210595" cy="67443"/>
            </a:xfrm>
            <a:custGeom>
              <a:rect b="b" l="l" r="r" t="t"/>
              <a:pathLst>
                <a:path extrusionOk="0" h="5173" w="16153">
                  <a:moveTo>
                    <a:pt x="3516" y="0"/>
                  </a:moveTo>
                  <a:lnTo>
                    <a:pt x="3516" y="1630"/>
                  </a:lnTo>
                  <a:cubicBezTo>
                    <a:pt x="3516" y="2540"/>
                    <a:pt x="2994" y="3369"/>
                    <a:pt x="2175" y="3761"/>
                  </a:cubicBezTo>
                  <a:lnTo>
                    <a:pt x="246" y="4687"/>
                  </a:lnTo>
                  <a:cubicBezTo>
                    <a:pt x="1" y="4806"/>
                    <a:pt x="85" y="5173"/>
                    <a:pt x="358" y="5173"/>
                  </a:cubicBezTo>
                  <a:lnTo>
                    <a:pt x="15798" y="5173"/>
                  </a:lnTo>
                  <a:cubicBezTo>
                    <a:pt x="16070" y="5173"/>
                    <a:pt x="16152" y="4806"/>
                    <a:pt x="15908" y="4687"/>
                  </a:cubicBezTo>
                  <a:lnTo>
                    <a:pt x="13981" y="3761"/>
                  </a:lnTo>
                  <a:cubicBezTo>
                    <a:pt x="13160" y="3369"/>
                    <a:pt x="12639" y="2540"/>
                    <a:pt x="12639" y="1630"/>
                  </a:cubicBezTo>
                  <a:lnTo>
                    <a:pt x="12639" y="0"/>
                  </a:lnTo>
                  <a:cubicBezTo>
                    <a:pt x="11040" y="1095"/>
                    <a:pt x="9275" y="1721"/>
                    <a:pt x="8078" y="1721"/>
                  </a:cubicBezTo>
                  <a:cubicBezTo>
                    <a:pt x="6881" y="1721"/>
                    <a:pt x="5115" y="1095"/>
                    <a:pt x="3516" y="0"/>
                  </a:cubicBezTo>
                  <a:close/>
                </a:path>
              </a:pathLst>
            </a:custGeom>
            <a:solidFill>
              <a:srgbClr val="CE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0"/>
            <p:cNvSpPr/>
            <p:nvPr/>
          </p:nvSpPr>
          <p:spPr>
            <a:xfrm>
              <a:off x="8136814" y="3423225"/>
              <a:ext cx="242902" cy="329445"/>
            </a:xfrm>
            <a:custGeom>
              <a:rect b="b" l="l" r="r" t="t"/>
              <a:pathLst>
                <a:path extrusionOk="0" h="25269" w="18631">
                  <a:moveTo>
                    <a:pt x="9316" y="1"/>
                  </a:moveTo>
                  <a:cubicBezTo>
                    <a:pt x="4112" y="1"/>
                    <a:pt x="1" y="4425"/>
                    <a:pt x="384" y="9616"/>
                  </a:cubicBezTo>
                  <a:lnTo>
                    <a:pt x="994" y="17887"/>
                  </a:lnTo>
                  <a:cubicBezTo>
                    <a:pt x="1315" y="22248"/>
                    <a:pt x="6690" y="25269"/>
                    <a:pt x="9318" y="25269"/>
                  </a:cubicBezTo>
                  <a:cubicBezTo>
                    <a:pt x="11947" y="25269"/>
                    <a:pt x="17322" y="22247"/>
                    <a:pt x="17643" y="17887"/>
                  </a:cubicBezTo>
                  <a:cubicBezTo>
                    <a:pt x="17639" y="17887"/>
                    <a:pt x="18249" y="9616"/>
                    <a:pt x="18249" y="9616"/>
                  </a:cubicBezTo>
                  <a:cubicBezTo>
                    <a:pt x="18630" y="4425"/>
                    <a:pt x="14522" y="1"/>
                    <a:pt x="9316" y="1"/>
                  </a:cubicBezTo>
                  <a:close/>
                </a:path>
              </a:pathLst>
            </a:custGeom>
            <a:solidFill>
              <a:srgbClr val="CE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0"/>
            <p:cNvSpPr/>
            <p:nvPr/>
          </p:nvSpPr>
          <p:spPr>
            <a:xfrm>
              <a:off x="8200638" y="3428636"/>
              <a:ext cx="178184" cy="323995"/>
            </a:xfrm>
            <a:custGeom>
              <a:rect b="b" l="l" r="r" t="t"/>
              <a:pathLst>
                <a:path extrusionOk="0" h="24851" w="13667">
                  <a:moveTo>
                    <a:pt x="7123" y="1"/>
                  </a:moveTo>
                  <a:lnTo>
                    <a:pt x="7123" y="1"/>
                  </a:lnTo>
                  <a:cubicBezTo>
                    <a:pt x="9573" y="1751"/>
                    <a:pt x="11094" y="4701"/>
                    <a:pt x="10856" y="7951"/>
                  </a:cubicBezTo>
                  <a:lnTo>
                    <a:pt x="10246" y="16222"/>
                  </a:lnTo>
                  <a:cubicBezTo>
                    <a:pt x="9924" y="20582"/>
                    <a:pt x="4549" y="23602"/>
                    <a:pt x="1922" y="23602"/>
                  </a:cubicBezTo>
                  <a:cubicBezTo>
                    <a:pt x="1376" y="23602"/>
                    <a:pt x="712" y="23472"/>
                    <a:pt x="0" y="23228"/>
                  </a:cubicBezTo>
                  <a:lnTo>
                    <a:pt x="0" y="23228"/>
                  </a:lnTo>
                  <a:cubicBezTo>
                    <a:pt x="1560" y="24262"/>
                    <a:pt x="3258" y="24851"/>
                    <a:pt x="4420" y="24851"/>
                  </a:cubicBezTo>
                  <a:cubicBezTo>
                    <a:pt x="7047" y="24851"/>
                    <a:pt x="12422" y="21829"/>
                    <a:pt x="12744" y="17471"/>
                  </a:cubicBezTo>
                  <a:lnTo>
                    <a:pt x="13354" y="9200"/>
                  </a:lnTo>
                  <a:cubicBezTo>
                    <a:pt x="13667" y="4951"/>
                    <a:pt x="10969" y="1214"/>
                    <a:pt x="7123"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0"/>
            <p:cNvSpPr/>
            <p:nvPr/>
          </p:nvSpPr>
          <p:spPr>
            <a:xfrm>
              <a:off x="8161835" y="3393106"/>
              <a:ext cx="192890" cy="153686"/>
            </a:xfrm>
            <a:custGeom>
              <a:rect b="b" l="l" r="r" t="t"/>
              <a:pathLst>
                <a:path extrusionOk="0" h="11788" w="14795">
                  <a:moveTo>
                    <a:pt x="8334" y="4325"/>
                  </a:moveTo>
                  <a:cubicBezTo>
                    <a:pt x="9353" y="4635"/>
                    <a:pt x="10158" y="5440"/>
                    <a:pt x="10468" y="6459"/>
                  </a:cubicBezTo>
                  <a:lnTo>
                    <a:pt x="9200" y="6637"/>
                  </a:lnTo>
                  <a:cubicBezTo>
                    <a:pt x="9167" y="6643"/>
                    <a:pt x="9141" y="6672"/>
                    <a:pt x="9141" y="6706"/>
                  </a:cubicBezTo>
                  <a:lnTo>
                    <a:pt x="9141" y="8092"/>
                  </a:lnTo>
                  <a:cubicBezTo>
                    <a:pt x="9141" y="8127"/>
                    <a:pt x="9167" y="8155"/>
                    <a:pt x="9200" y="8160"/>
                  </a:cubicBezTo>
                  <a:lnTo>
                    <a:pt x="10468" y="8338"/>
                  </a:lnTo>
                  <a:cubicBezTo>
                    <a:pt x="10158" y="9356"/>
                    <a:pt x="9353" y="10161"/>
                    <a:pt x="8334" y="10473"/>
                  </a:cubicBezTo>
                  <a:lnTo>
                    <a:pt x="8156" y="9204"/>
                  </a:lnTo>
                  <a:cubicBezTo>
                    <a:pt x="8151" y="9170"/>
                    <a:pt x="8122" y="9145"/>
                    <a:pt x="8087" y="9145"/>
                  </a:cubicBezTo>
                  <a:lnTo>
                    <a:pt x="6701" y="9145"/>
                  </a:lnTo>
                  <a:cubicBezTo>
                    <a:pt x="6667" y="9145"/>
                    <a:pt x="6637" y="9170"/>
                    <a:pt x="6634" y="9204"/>
                  </a:cubicBezTo>
                  <a:lnTo>
                    <a:pt x="6456" y="10473"/>
                  </a:lnTo>
                  <a:cubicBezTo>
                    <a:pt x="5437" y="10161"/>
                    <a:pt x="4632" y="9356"/>
                    <a:pt x="4321" y="8338"/>
                  </a:cubicBezTo>
                  <a:lnTo>
                    <a:pt x="5589" y="8160"/>
                  </a:lnTo>
                  <a:cubicBezTo>
                    <a:pt x="5624" y="8155"/>
                    <a:pt x="5648" y="8127"/>
                    <a:pt x="5648" y="8092"/>
                  </a:cubicBezTo>
                  <a:lnTo>
                    <a:pt x="5648" y="6706"/>
                  </a:lnTo>
                  <a:cubicBezTo>
                    <a:pt x="5648" y="6672"/>
                    <a:pt x="5624" y="6641"/>
                    <a:pt x="5589" y="6637"/>
                  </a:cubicBezTo>
                  <a:lnTo>
                    <a:pt x="4321" y="6459"/>
                  </a:lnTo>
                  <a:cubicBezTo>
                    <a:pt x="4632" y="5440"/>
                    <a:pt x="5437" y="4635"/>
                    <a:pt x="6456" y="4325"/>
                  </a:cubicBezTo>
                  <a:lnTo>
                    <a:pt x="6634" y="5594"/>
                  </a:lnTo>
                  <a:cubicBezTo>
                    <a:pt x="6638" y="5627"/>
                    <a:pt x="6667" y="5653"/>
                    <a:pt x="6701" y="5653"/>
                  </a:cubicBezTo>
                  <a:lnTo>
                    <a:pt x="8087" y="5653"/>
                  </a:lnTo>
                  <a:cubicBezTo>
                    <a:pt x="8122" y="5653"/>
                    <a:pt x="8152" y="5627"/>
                    <a:pt x="8156" y="5594"/>
                  </a:cubicBezTo>
                  <a:lnTo>
                    <a:pt x="8334" y="4325"/>
                  </a:lnTo>
                  <a:close/>
                  <a:moveTo>
                    <a:pt x="5934" y="1"/>
                  </a:moveTo>
                  <a:cubicBezTo>
                    <a:pt x="5891" y="1"/>
                    <a:pt x="5859" y="38"/>
                    <a:pt x="5866" y="79"/>
                  </a:cubicBezTo>
                  <a:lnTo>
                    <a:pt x="6189" y="2390"/>
                  </a:lnTo>
                  <a:cubicBezTo>
                    <a:pt x="4316" y="2840"/>
                    <a:pt x="2841" y="4314"/>
                    <a:pt x="2389" y="6188"/>
                  </a:cubicBezTo>
                  <a:lnTo>
                    <a:pt x="79" y="5865"/>
                  </a:lnTo>
                  <a:cubicBezTo>
                    <a:pt x="77" y="5865"/>
                    <a:pt x="74" y="5865"/>
                    <a:pt x="72" y="5865"/>
                  </a:cubicBezTo>
                  <a:cubicBezTo>
                    <a:pt x="33" y="5865"/>
                    <a:pt x="0" y="5895"/>
                    <a:pt x="0" y="5934"/>
                  </a:cubicBezTo>
                  <a:lnTo>
                    <a:pt x="0" y="8860"/>
                  </a:lnTo>
                  <a:cubicBezTo>
                    <a:pt x="0" y="8899"/>
                    <a:pt x="31" y="8928"/>
                    <a:pt x="67" y="8928"/>
                  </a:cubicBezTo>
                  <a:cubicBezTo>
                    <a:pt x="71" y="8928"/>
                    <a:pt x="75" y="8928"/>
                    <a:pt x="79" y="8927"/>
                  </a:cubicBezTo>
                  <a:lnTo>
                    <a:pt x="2389" y="8604"/>
                  </a:lnTo>
                  <a:cubicBezTo>
                    <a:pt x="2712" y="9946"/>
                    <a:pt x="3560" y="11084"/>
                    <a:pt x="4705" y="11787"/>
                  </a:cubicBezTo>
                  <a:lnTo>
                    <a:pt x="10089" y="11787"/>
                  </a:lnTo>
                  <a:cubicBezTo>
                    <a:pt x="11234" y="11084"/>
                    <a:pt x="12082" y="9946"/>
                    <a:pt x="12405" y="8604"/>
                  </a:cubicBezTo>
                  <a:lnTo>
                    <a:pt x="14715" y="8927"/>
                  </a:lnTo>
                  <a:cubicBezTo>
                    <a:pt x="14719" y="8928"/>
                    <a:pt x="14722" y="8928"/>
                    <a:pt x="14725" y="8928"/>
                  </a:cubicBezTo>
                  <a:cubicBezTo>
                    <a:pt x="14763" y="8928"/>
                    <a:pt x="14794" y="8897"/>
                    <a:pt x="14794" y="8860"/>
                  </a:cubicBezTo>
                  <a:lnTo>
                    <a:pt x="14794" y="5934"/>
                  </a:lnTo>
                  <a:cubicBezTo>
                    <a:pt x="14793" y="5896"/>
                    <a:pt x="14762" y="5866"/>
                    <a:pt x="14725" y="5866"/>
                  </a:cubicBezTo>
                  <a:cubicBezTo>
                    <a:pt x="14722" y="5866"/>
                    <a:pt x="14718" y="5866"/>
                    <a:pt x="14714" y="5867"/>
                  </a:cubicBezTo>
                  <a:lnTo>
                    <a:pt x="12404" y="6189"/>
                  </a:lnTo>
                  <a:cubicBezTo>
                    <a:pt x="11953" y="4317"/>
                    <a:pt x="10480" y="2842"/>
                    <a:pt x="8604" y="2390"/>
                  </a:cubicBezTo>
                  <a:lnTo>
                    <a:pt x="8927" y="79"/>
                  </a:lnTo>
                  <a:cubicBezTo>
                    <a:pt x="8933" y="38"/>
                    <a:pt x="8901" y="1"/>
                    <a:pt x="885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0"/>
            <p:cNvSpPr/>
            <p:nvPr/>
          </p:nvSpPr>
          <p:spPr>
            <a:xfrm>
              <a:off x="8205045" y="3530532"/>
              <a:ext cx="106425" cy="16284"/>
            </a:xfrm>
            <a:custGeom>
              <a:rect b="b" l="l" r="r" t="t"/>
              <a:pathLst>
                <a:path extrusionOk="0" h="1249" w="8163">
                  <a:moveTo>
                    <a:pt x="1" y="0"/>
                  </a:moveTo>
                  <a:cubicBezTo>
                    <a:pt x="383" y="495"/>
                    <a:pt x="855" y="920"/>
                    <a:pt x="1390" y="1249"/>
                  </a:cubicBezTo>
                  <a:lnTo>
                    <a:pt x="6774" y="1249"/>
                  </a:lnTo>
                  <a:cubicBezTo>
                    <a:pt x="7309" y="920"/>
                    <a:pt x="7780" y="495"/>
                    <a:pt x="8163"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0"/>
            <p:cNvSpPr/>
            <p:nvPr/>
          </p:nvSpPr>
          <p:spPr>
            <a:xfrm>
              <a:off x="8218162" y="3449484"/>
              <a:ext cx="80168" cy="80128"/>
            </a:xfrm>
            <a:custGeom>
              <a:rect b="b" l="l" r="r" t="t"/>
              <a:pathLst>
                <a:path extrusionOk="0" h="6146" w="6149">
                  <a:moveTo>
                    <a:pt x="2136" y="0"/>
                  </a:moveTo>
                  <a:cubicBezTo>
                    <a:pt x="1117" y="310"/>
                    <a:pt x="312" y="1115"/>
                    <a:pt x="1" y="2134"/>
                  </a:cubicBezTo>
                  <a:lnTo>
                    <a:pt x="1269" y="2312"/>
                  </a:lnTo>
                  <a:cubicBezTo>
                    <a:pt x="1304" y="2316"/>
                    <a:pt x="1328" y="2346"/>
                    <a:pt x="1328" y="2379"/>
                  </a:cubicBezTo>
                  <a:lnTo>
                    <a:pt x="1328" y="3765"/>
                  </a:lnTo>
                  <a:cubicBezTo>
                    <a:pt x="1328" y="3800"/>
                    <a:pt x="1304" y="3830"/>
                    <a:pt x="1269" y="3834"/>
                  </a:cubicBezTo>
                  <a:lnTo>
                    <a:pt x="1" y="4012"/>
                  </a:lnTo>
                  <a:cubicBezTo>
                    <a:pt x="312" y="5031"/>
                    <a:pt x="1117" y="5836"/>
                    <a:pt x="2136" y="6146"/>
                  </a:cubicBezTo>
                  <a:lnTo>
                    <a:pt x="2314" y="4877"/>
                  </a:lnTo>
                  <a:cubicBezTo>
                    <a:pt x="2318" y="4844"/>
                    <a:pt x="2347" y="4819"/>
                    <a:pt x="2381" y="4819"/>
                  </a:cubicBezTo>
                  <a:lnTo>
                    <a:pt x="3767" y="4819"/>
                  </a:lnTo>
                  <a:cubicBezTo>
                    <a:pt x="3802" y="4819"/>
                    <a:pt x="3832" y="4844"/>
                    <a:pt x="3836" y="4877"/>
                  </a:cubicBezTo>
                  <a:lnTo>
                    <a:pt x="4014" y="6146"/>
                  </a:lnTo>
                  <a:cubicBezTo>
                    <a:pt x="5033" y="5836"/>
                    <a:pt x="5838" y="5031"/>
                    <a:pt x="6148" y="4012"/>
                  </a:cubicBezTo>
                  <a:lnTo>
                    <a:pt x="4880" y="3834"/>
                  </a:lnTo>
                  <a:cubicBezTo>
                    <a:pt x="4847" y="3828"/>
                    <a:pt x="4821" y="3800"/>
                    <a:pt x="4821" y="3767"/>
                  </a:cubicBezTo>
                  <a:lnTo>
                    <a:pt x="4821" y="2379"/>
                  </a:lnTo>
                  <a:cubicBezTo>
                    <a:pt x="4821" y="2346"/>
                    <a:pt x="4847" y="2315"/>
                    <a:pt x="4880" y="2312"/>
                  </a:cubicBezTo>
                  <a:lnTo>
                    <a:pt x="6148" y="2134"/>
                  </a:lnTo>
                  <a:cubicBezTo>
                    <a:pt x="5838" y="1115"/>
                    <a:pt x="5033" y="310"/>
                    <a:pt x="4014" y="0"/>
                  </a:cubicBezTo>
                  <a:lnTo>
                    <a:pt x="3836" y="1267"/>
                  </a:lnTo>
                  <a:cubicBezTo>
                    <a:pt x="3831" y="1302"/>
                    <a:pt x="3802" y="1327"/>
                    <a:pt x="3767" y="1327"/>
                  </a:cubicBezTo>
                  <a:lnTo>
                    <a:pt x="2381" y="1327"/>
                  </a:lnTo>
                  <a:cubicBezTo>
                    <a:pt x="2347" y="1327"/>
                    <a:pt x="2317" y="1302"/>
                    <a:pt x="2314" y="1267"/>
                  </a:cubicBezTo>
                  <a:lnTo>
                    <a:pt x="21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0"/>
            <p:cNvSpPr/>
            <p:nvPr/>
          </p:nvSpPr>
          <p:spPr>
            <a:xfrm>
              <a:off x="8293355" y="3505302"/>
              <a:ext cx="57561" cy="41511"/>
            </a:xfrm>
            <a:custGeom>
              <a:rect b="b" l="l" r="r" t="t"/>
              <a:pathLst>
                <a:path extrusionOk="0" h="3184" w="4415">
                  <a:moveTo>
                    <a:pt x="2317" y="1"/>
                  </a:moveTo>
                  <a:cubicBezTo>
                    <a:pt x="1994" y="1343"/>
                    <a:pt x="1146" y="2480"/>
                    <a:pt x="1" y="3184"/>
                  </a:cubicBezTo>
                  <a:lnTo>
                    <a:pt x="3429" y="3184"/>
                  </a:lnTo>
                  <a:cubicBezTo>
                    <a:pt x="3980" y="3184"/>
                    <a:pt x="4415" y="2717"/>
                    <a:pt x="4379" y="2169"/>
                  </a:cubicBezTo>
                  <a:cubicBezTo>
                    <a:pt x="4334" y="1502"/>
                    <a:pt x="4197" y="852"/>
                    <a:pt x="3970" y="233"/>
                  </a:cubicBezTo>
                  <a:lnTo>
                    <a:pt x="2317" y="1"/>
                  </a:lnTo>
                  <a:close/>
                </a:path>
              </a:pathLst>
            </a:custGeom>
            <a:solidFill>
              <a:srgbClr val="756E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0"/>
            <p:cNvSpPr/>
            <p:nvPr/>
          </p:nvSpPr>
          <p:spPr>
            <a:xfrm>
              <a:off x="8165630" y="3505329"/>
              <a:ext cx="57561" cy="41498"/>
            </a:xfrm>
            <a:custGeom>
              <a:rect b="b" l="l" r="r" t="t"/>
              <a:pathLst>
                <a:path extrusionOk="0" h="3183" w="4415">
                  <a:moveTo>
                    <a:pt x="2097" y="0"/>
                  </a:moveTo>
                  <a:lnTo>
                    <a:pt x="442" y="231"/>
                  </a:lnTo>
                  <a:cubicBezTo>
                    <a:pt x="217" y="850"/>
                    <a:pt x="79" y="1500"/>
                    <a:pt x="36" y="2168"/>
                  </a:cubicBezTo>
                  <a:cubicBezTo>
                    <a:pt x="0" y="2717"/>
                    <a:pt x="435" y="3183"/>
                    <a:pt x="986" y="3183"/>
                  </a:cubicBezTo>
                  <a:lnTo>
                    <a:pt x="4414" y="3183"/>
                  </a:lnTo>
                  <a:cubicBezTo>
                    <a:pt x="3268" y="2478"/>
                    <a:pt x="2420" y="1342"/>
                    <a:pt x="20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0"/>
            <p:cNvSpPr/>
            <p:nvPr/>
          </p:nvSpPr>
          <p:spPr>
            <a:xfrm>
              <a:off x="8293355" y="3505302"/>
              <a:ext cx="57561" cy="41511"/>
            </a:xfrm>
            <a:custGeom>
              <a:rect b="b" l="l" r="r" t="t"/>
              <a:pathLst>
                <a:path extrusionOk="0" h="3184" w="4415">
                  <a:moveTo>
                    <a:pt x="2317" y="1"/>
                  </a:moveTo>
                  <a:cubicBezTo>
                    <a:pt x="1994" y="1343"/>
                    <a:pt x="1146" y="2480"/>
                    <a:pt x="1" y="3184"/>
                  </a:cubicBezTo>
                  <a:lnTo>
                    <a:pt x="3429" y="3184"/>
                  </a:lnTo>
                  <a:cubicBezTo>
                    <a:pt x="3980" y="3184"/>
                    <a:pt x="4415" y="2717"/>
                    <a:pt x="4379" y="2169"/>
                  </a:cubicBezTo>
                  <a:cubicBezTo>
                    <a:pt x="4334" y="1502"/>
                    <a:pt x="4197" y="852"/>
                    <a:pt x="3970" y="233"/>
                  </a:cubicBezTo>
                  <a:lnTo>
                    <a:pt x="231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0"/>
            <p:cNvSpPr/>
            <p:nvPr/>
          </p:nvSpPr>
          <p:spPr>
            <a:xfrm>
              <a:off x="8165630" y="3530532"/>
              <a:ext cx="57561" cy="16297"/>
            </a:xfrm>
            <a:custGeom>
              <a:rect b="b" l="l" r="r" t="t"/>
              <a:pathLst>
                <a:path extrusionOk="0" h="1250" w="4415">
                  <a:moveTo>
                    <a:pt x="55" y="0"/>
                  </a:moveTo>
                  <a:cubicBezTo>
                    <a:pt x="48" y="78"/>
                    <a:pt x="41" y="157"/>
                    <a:pt x="36" y="235"/>
                  </a:cubicBezTo>
                  <a:cubicBezTo>
                    <a:pt x="0" y="784"/>
                    <a:pt x="435" y="1250"/>
                    <a:pt x="986" y="1250"/>
                  </a:cubicBezTo>
                  <a:lnTo>
                    <a:pt x="4414" y="1250"/>
                  </a:lnTo>
                  <a:cubicBezTo>
                    <a:pt x="3876" y="920"/>
                    <a:pt x="3406" y="495"/>
                    <a:pt x="3024"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0"/>
            <p:cNvSpPr/>
            <p:nvPr/>
          </p:nvSpPr>
          <p:spPr>
            <a:xfrm>
              <a:off x="8092588" y="3387004"/>
              <a:ext cx="331348" cy="416809"/>
            </a:xfrm>
            <a:custGeom>
              <a:rect b="b" l="l" r="r" t="t"/>
              <a:pathLst>
                <a:path extrusionOk="0" h="31970" w="25415">
                  <a:moveTo>
                    <a:pt x="8175" y="4550"/>
                  </a:moveTo>
                  <a:lnTo>
                    <a:pt x="8175" y="4550"/>
                  </a:lnTo>
                  <a:cubicBezTo>
                    <a:pt x="7824" y="5029"/>
                    <a:pt x="7547" y="5563"/>
                    <a:pt x="7360" y="6135"/>
                  </a:cubicBezTo>
                  <a:lnTo>
                    <a:pt x="6442" y="6006"/>
                  </a:lnTo>
                  <a:cubicBezTo>
                    <a:pt x="6958" y="5441"/>
                    <a:pt x="7541" y="4951"/>
                    <a:pt x="8175" y="4550"/>
                  </a:cubicBezTo>
                  <a:close/>
                  <a:moveTo>
                    <a:pt x="17237" y="4550"/>
                  </a:moveTo>
                  <a:lnTo>
                    <a:pt x="17237" y="4550"/>
                  </a:lnTo>
                  <a:cubicBezTo>
                    <a:pt x="17873" y="4951"/>
                    <a:pt x="18455" y="5441"/>
                    <a:pt x="18972" y="6007"/>
                  </a:cubicBezTo>
                  <a:lnTo>
                    <a:pt x="18053" y="6135"/>
                  </a:lnTo>
                  <a:cubicBezTo>
                    <a:pt x="17867" y="5563"/>
                    <a:pt x="17588" y="5029"/>
                    <a:pt x="17237" y="4550"/>
                  </a:cubicBezTo>
                  <a:close/>
                  <a:moveTo>
                    <a:pt x="13711" y="936"/>
                  </a:moveTo>
                  <a:lnTo>
                    <a:pt x="13453" y="2793"/>
                  </a:lnTo>
                  <a:cubicBezTo>
                    <a:pt x="13419" y="3031"/>
                    <a:pt x="13574" y="3258"/>
                    <a:pt x="13806" y="3313"/>
                  </a:cubicBezTo>
                  <a:cubicBezTo>
                    <a:pt x="15498" y="3720"/>
                    <a:pt x="16852" y="5075"/>
                    <a:pt x="17258" y="6766"/>
                  </a:cubicBezTo>
                  <a:cubicBezTo>
                    <a:pt x="17309" y="6978"/>
                    <a:pt x="17500" y="7124"/>
                    <a:pt x="17712" y="7124"/>
                  </a:cubicBezTo>
                  <a:cubicBezTo>
                    <a:pt x="17735" y="7124"/>
                    <a:pt x="17757" y="7123"/>
                    <a:pt x="17779" y="7119"/>
                  </a:cubicBezTo>
                  <a:lnTo>
                    <a:pt x="19636" y="6861"/>
                  </a:lnTo>
                  <a:lnTo>
                    <a:pt x="19636" y="8870"/>
                  </a:lnTo>
                  <a:cubicBezTo>
                    <a:pt x="19028" y="8785"/>
                    <a:pt x="18571" y="8721"/>
                    <a:pt x="17779" y="8612"/>
                  </a:cubicBezTo>
                  <a:cubicBezTo>
                    <a:pt x="17757" y="8609"/>
                    <a:pt x="17735" y="8607"/>
                    <a:pt x="17713" y="8607"/>
                  </a:cubicBezTo>
                  <a:cubicBezTo>
                    <a:pt x="17500" y="8607"/>
                    <a:pt x="17310" y="8754"/>
                    <a:pt x="17258" y="8965"/>
                  </a:cubicBezTo>
                  <a:cubicBezTo>
                    <a:pt x="17208" y="9171"/>
                    <a:pt x="17147" y="9377"/>
                    <a:pt x="17068" y="9573"/>
                  </a:cubicBezTo>
                  <a:cubicBezTo>
                    <a:pt x="16971" y="9814"/>
                    <a:pt x="17092" y="10085"/>
                    <a:pt x="17333" y="10180"/>
                  </a:cubicBezTo>
                  <a:cubicBezTo>
                    <a:pt x="17389" y="10202"/>
                    <a:pt x="17446" y="10213"/>
                    <a:pt x="17503" y="10213"/>
                  </a:cubicBezTo>
                  <a:cubicBezTo>
                    <a:pt x="17690" y="10213"/>
                    <a:pt x="17867" y="10099"/>
                    <a:pt x="17939" y="9915"/>
                  </a:cubicBezTo>
                  <a:cubicBezTo>
                    <a:pt x="17980" y="9809"/>
                    <a:pt x="18018" y="9702"/>
                    <a:pt x="18053" y="9595"/>
                  </a:cubicBezTo>
                  <a:lnTo>
                    <a:pt x="19016" y="9730"/>
                  </a:lnTo>
                  <a:cubicBezTo>
                    <a:pt x="19174" y="10228"/>
                    <a:pt x="19273" y="10747"/>
                    <a:pt x="19308" y="11274"/>
                  </a:cubicBezTo>
                  <a:cubicBezTo>
                    <a:pt x="19328" y="11552"/>
                    <a:pt x="19107" y="11789"/>
                    <a:pt x="18827" y="11789"/>
                  </a:cubicBezTo>
                  <a:lnTo>
                    <a:pt x="16716" y="11789"/>
                  </a:lnTo>
                  <a:cubicBezTo>
                    <a:pt x="16832" y="11608"/>
                    <a:pt x="16812" y="11365"/>
                    <a:pt x="16656" y="11206"/>
                  </a:cubicBezTo>
                  <a:cubicBezTo>
                    <a:pt x="16564" y="11113"/>
                    <a:pt x="16443" y="11066"/>
                    <a:pt x="16322" y="11066"/>
                  </a:cubicBezTo>
                  <a:cubicBezTo>
                    <a:pt x="16203" y="11066"/>
                    <a:pt x="16085" y="11110"/>
                    <a:pt x="15994" y="11200"/>
                  </a:cubicBezTo>
                  <a:cubicBezTo>
                    <a:pt x="15772" y="11419"/>
                    <a:pt x="15526" y="11617"/>
                    <a:pt x="15264" y="11789"/>
                  </a:cubicBezTo>
                  <a:lnTo>
                    <a:pt x="10151" y="11789"/>
                  </a:lnTo>
                  <a:cubicBezTo>
                    <a:pt x="9155" y="11137"/>
                    <a:pt x="8432" y="10117"/>
                    <a:pt x="8154" y="8965"/>
                  </a:cubicBezTo>
                  <a:cubicBezTo>
                    <a:pt x="8104" y="8752"/>
                    <a:pt x="7914" y="8607"/>
                    <a:pt x="7702" y="8607"/>
                  </a:cubicBezTo>
                  <a:cubicBezTo>
                    <a:pt x="7679" y="8607"/>
                    <a:pt x="7657" y="8609"/>
                    <a:pt x="7634" y="8612"/>
                  </a:cubicBezTo>
                  <a:cubicBezTo>
                    <a:pt x="7344" y="8652"/>
                    <a:pt x="7246" y="8666"/>
                    <a:pt x="7246" y="8666"/>
                  </a:cubicBezTo>
                  <a:cubicBezTo>
                    <a:pt x="7246" y="8666"/>
                    <a:pt x="7631" y="8612"/>
                    <a:pt x="7630" y="8612"/>
                  </a:cubicBezTo>
                  <a:lnTo>
                    <a:pt x="7630" y="8612"/>
                  </a:lnTo>
                  <a:cubicBezTo>
                    <a:pt x="7629" y="8612"/>
                    <a:pt x="7256" y="8664"/>
                    <a:pt x="5778" y="8870"/>
                  </a:cubicBezTo>
                  <a:lnTo>
                    <a:pt x="5778" y="6861"/>
                  </a:lnTo>
                  <a:lnTo>
                    <a:pt x="7634" y="7119"/>
                  </a:lnTo>
                  <a:cubicBezTo>
                    <a:pt x="7655" y="7122"/>
                    <a:pt x="7676" y="7124"/>
                    <a:pt x="7697" y="7124"/>
                  </a:cubicBezTo>
                  <a:cubicBezTo>
                    <a:pt x="7911" y="7124"/>
                    <a:pt x="8101" y="6978"/>
                    <a:pt x="8154" y="6766"/>
                  </a:cubicBezTo>
                  <a:cubicBezTo>
                    <a:pt x="8561" y="5073"/>
                    <a:pt x="9919" y="3719"/>
                    <a:pt x="11608" y="3313"/>
                  </a:cubicBezTo>
                  <a:cubicBezTo>
                    <a:pt x="11842" y="3258"/>
                    <a:pt x="11995" y="3031"/>
                    <a:pt x="11961" y="2793"/>
                  </a:cubicBezTo>
                  <a:lnTo>
                    <a:pt x="11702" y="936"/>
                  </a:lnTo>
                  <a:close/>
                  <a:moveTo>
                    <a:pt x="3453" y="14438"/>
                  </a:moveTo>
                  <a:lnTo>
                    <a:pt x="3803" y="19182"/>
                  </a:lnTo>
                  <a:cubicBezTo>
                    <a:pt x="2203" y="19065"/>
                    <a:pt x="935" y="17725"/>
                    <a:pt x="935" y="16095"/>
                  </a:cubicBezTo>
                  <a:lnTo>
                    <a:pt x="935" y="15885"/>
                  </a:lnTo>
                  <a:cubicBezTo>
                    <a:pt x="935" y="15088"/>
                    <a:pt x="1585" y="14438"/>
                    <a:pt x="2382" y="14438"/>
                  </a:cubicBezTo>
                  <a:close/>
                  <a:moveTo>
                    <a:pt x="23031" y="14438"/>
                  </a:moveTo>
                  <a:cubicBezTo>
                    <a:pt x="23829" y="14438"/>
                    <a:pt x="24479" y="15088"/>
                    <a:pt x="24479" y="15885"/>
                  </a:cubicBezTo>
                  <a:lnTo>
                    <a:pt x="24479" y="16095"/>
                  </a:lnTo>
                  <a:cubicBezTo>
                    <a:pt x="24479" y="17725"/>
                    <a:pt x="23212" y="19065"/>
                    <a:pt x="21611" y="19182"/>
                  </a:cubicBezTo>
                  <a:lnTo>
                    <a:pt x="21961" y="14438"/>
                  </a:lnTo>
                  <a:close/>
                  <a:moveTo>
                    <a:pt x="8613" y="27177"/>
                  </a:moveTo>
                  <a:cubicBezTo>
                    <a:pt x="10074" y="28034"/>
                    <a:pt x="11590" y="28514"/>
                    <a:pt x="12707" y="28514"/>
                  </a:cubicBezTo>
                  <a:cubicBezTo>
                    <a:pt x="13764" y="28514"/>
                    <a:pt x="15297" y="28055"/>
                    <a:pt x="16799" y="27178"/>
                  </a:cubicBezTo>
                  <a:lnTo>
                    <a:pt x="16799" y="27956"/>
                  </a:lnTo>
                  <a:cubicBezTo>
                    <a:pt x="16799" y="29040"/>
                    <a:pt x="17431" y="30041"/>
                    <a:pt x="18406" y="30509"/>
                  </a:cubicBezTo>
                  <a:lnTo>
                    <a:pt x="19493" y="31030"/>
                  </a:lnTo>
                  <a:lnTo>
                    <a:pt x="5921" y="31030"/>
                  </a:lnTo>
                  <a:lnTo>
                    <a:pt x="7006" y="30509"/>
                  </a:lnTo>
                  <a:cubicBezTo>
                    <a:pt x="7982" y="30041"/>
                    <a:pt x="8613" y="29038"/>
                    <a:pt x="8613" y="27956"/>
                  </a:cubicBezTo>
                  <a:lnTo>
                    <a:pt x="8613" y="27177"/>
                  </a:lnTo>
                  <a:close/>
                  <a:moveTo>
                    <a:pt x="11245" y="1"/>
                  </a:moveTo>
                  <a:cubicBezTo>
                    <a:pt x="10917" y="1"/>
                    <a:pt x="10666" y="289"/>
                    <a:pt x="10712" y="612"/>
                  </a:cubicBezTo>
                  <a:lnTo>
                    <a:pt x="10972" y="2470"/>
                  </a:lnTo>
                  <a:cubicBezTo>
                    <a:pt x="8739" y="2884"/>
                    <a:pt x="6759" y="4076"/>
                    <a:pt x="5333" y="5868"/>
                  </a:cubicBezTo>
                  <a:cubicBezTo>
                    <a:pt x="5057" y="5893"/>
                    <a:pt x="4843" y="6124"/>
                    <a:pt x="4843" y="6403"/>
                  </a:cubicBezTo>
                  <a:lnTo>
                    <a:pt x="4843" y="6543"/>
                  </a:lnTo>
                  <a:cubicBezTo>
                    <a:pt x="3683" y="8293"/>
                    <a:pt x="3153" y="10325"/>
                    <a:pt x="3308" y="12430"/>
                  </a:cubicBezTo>
                  <a:lnTo>
                    <a:pt x="3387" y="13504"/>
                  </a:lnTo>
                  <a:lnTo>
                    <a:pt x="2385" y="13504"/>
                  </a:lnTo>
                  <a:cubicBezTo>
                    <a:pt x="1071" y="13504"/>
                    <a:pt x="0" y="14573"/>
                    <a:pt x="0" y="15888"/>
                  </a:cubicBezTo>
                  <a:lnTo>
                    <a:pt x="0" y="16099"/>
                  </a:lnTo>
                  <a:cubicBezTo>
                    <a:pt x="0" y="18269"/>
                    <a:pt x="1724" y="20045"/>
                    <a:pt x="3875" y="20127"/>
                  </a:cubicBezTo>
                  <a:lnTo>
                    <a:pt x="3918" y="20701"/>
                  </a:lnTo>
                  <a:cubicBezTo>
                    <a:pt x="4097" y="23133"/>
                    <a:pt x="5742" y="25180"/>
                    <a:pt x="7679" y="26570"/>
                  </a:cubicBezTo>
                  <a:lnTo>
                    <a:pt x="7679" y="27960"/>
                  </a:lnTo>
                  <a:cubicBezTo>
                    <a:pt x="7679" y="28685"/>
                    <a:pt x="7257" y="29355"/>
                    <a:pt x="6604" y="29668"/>
                  </a:cubicBezTo>
                  <a:lnTo>
                    <a:pt x="4677" y="30594"/>
                  </a:lnTo>
                  <a:cubicBezTo>
                    <a:pt x="4370" y="30740"/>
                    <a:pt x="4208" y="31074"/>
                    <a:pt x="4284" y="31406"/>
                  </a:cubicBezTo>
                  <a:cubicBezTo>
                    <a:pt x="4358" y="31737"/>
                    <a:pt x="4650" y="31970"/>
                    <a:pt x="4990" y="31970"/>
                  </a:cubicBezTo>
                  <a:lnTo>
                    <a:pt x="20430" y="31970"/>
                  </a:lnTo>
                  <a:cubicBezTo>
                    <a:pt x="20771" y="31970"/>
                    <a:pt x="21060" y="31737"/>
                    <a:pt x="21137" y="31406"/>
                  </a:cubicBezTo>
                  <a:cubicBezTo>
                    <a:pt x="21212" y="31074"/>
                    <a:pt x="21051" y="30740"/>
                    <a:pt x="20744" y="30594"/>
                  </a:cubicBezTo>
                  <a:lnTo>
                    <a:pt x="18815" y="29668"/>
                  </a:lnTo>
                  <a:cubicBezTo>
                    <a:pt x="18162" y="29354"/>
                    <a:pt x="17742" y="28684"/>
                    <a:pt x="17742" y="27960"/>
                  </a:cubicBezTo>
                  <a:lnTo>
                    <a:pt x="17742" y="26576"/>
                  </a:lnTo>
                  <a:cubicBezTo>
                    <a:pt x="18317" y="26165"/>
                    <a:pt x="18871" y="25692"/>
                    <a:pt x="19374" y="25157"/>
                  </a:cubicBezTo>
                  <a:cubicBezTo>
                    <a:pt x="19551" y="24969"/>
                    <a:pt x="19543" y="24673"/>
                    <a:pt x="19353" y="24495"/>
                  </a:cubicBezTo>
                  <a:cubicBezTo>
                    <a:pt x="19263" y="24410"/>
                    <a:pt x="19148" y="24367"/>
                    <a:pt x="19033" y="24367"/>
                  </a:cubicBezTo>
                  <a:cubicBezTo>
                    <a:pt x="18909" y="24367"/>
                    <a:pt x="18784" y="24417"/>
                    <a:pt x="18692" y="24515"/>
                  </a:cubicBezTo>
                  <a:cubicBezTo>
                    <a:pt x="16941" y="26369"/>
                    <a:pt x="14302" y="27582"/>
                    <a:pt x="12710" y="27582"/>
                  </a:cubicBezTo>
                  <a:cubicBezTo>
                    <a:pt x="10038" y="27582"/>
                    <a:pt x="5138" y="24508"/>
                    <a:pt x="4852" y="20634"/>
                  </a:cubicBezTo>
                  <a:cubicBezTo>
                    <a:pt x="4666" y="18109"/>
                    <a:pt x="4611" y="17367"/>
                    <a:pt x="4611" y="17367"/>
                  </a:cubicBezTo>
                  <a:lnTo>
                    <a:pt x="4611" y="17367"/>
                  </a:lnTo>
                  <a:cubicBezTo>
                    <a:pt x="4611" y="17367"/>
                    <a:pt x="4723" y="18877"/>
                    <a:pt x="4723" y="18877"/>
                  </a:cubicBezTo>
                  <a:cubicBezTo>
                    <a:pt x="4723" y="18877"/>
                    <a:pt x="4624" y="17542"/>
                    <a:pt x="4242" y="12363"/>
                  </a:cubicBezTo>
                  <a:cubicBezTo>
                    <a:pt x="4143" y="11031"/>
                    <a:pt x="4350" y="9731"/>
                    <a:pt x="4843" y="8530"/>
                  </a:cubicBezTo>
                  <a:lnTo>
                    <a:pt x="4843" y="9329"/>
                  </a:lnTo>
                  <a:cubicBezTo>
                    <a:pt x="4843" y="9628"/>
                    <a:pt x="5086" y="9867"/>
                    <a:pt x="5382" y="9867"/>
                  </a:cubicBezTo>
                  <a:cubicBezTo>
                    <a:pt x="5383" y="9867"/>
                    <a:pt x="5383" y="9867"/>
                    <a:pt x="5384" y="9867"/>
                  </a:cubicBezTo>
                  <a:lnTo>
                    <a:pt x="5384" y="9867"/>
                  </a:lnTo>
                  <a:cubicBezTo>
                    <a:pt x="5274" y="10306"/>
                    <a:pt x="5202" y="10757"/>
                    <a:pt x="5172" y="11212"/>
                  </a:cubicBezTo>
                  <a:cubicBezTo>
                    <a:pt x="5117" y="12030"/>
                    <a:pt x="5769" y="12727"/>
                    <a:pt x="6588" y="12727"/>
                  </a:cubicBezTo>
                  <a:cubicBezTo>
                    <a:pt x="6847" y="12727"/>
                    <a:pt x="7056" y="12516"/>
                    <a:pt x="7056" y="12258"/>
                  </a:cubicBezTo>
                  <a:cubicBezTo>
                    <a:pt x="7056" y="12000"/>
                    <a:pt x="6847" y="11790"/>
                    <a:pt x="6588" y="11790"/>
                  </a:cubicBezTo>
                  <a:cubicBezTo>
                    <a:pt x="6308" y="11790"/>
                    <a:pt x="6087" y="11553"/>
                    <a:pt x="6106" y="11275"/>
                  </a:cubicBezTo>
                  <a:cubicBezTo>
                    <a:pt x="6142" y="10748"/>
                    <a:pt x="6238" y="10230"/>
                    <a:pt x="6396" y="9731"/>
                  </a:cubicBezTo>
                  <a:lnTo>
                    <a:pt x="7362" y="9596"/>
                  </a:lnTo>
                  <a:cubicBezTo>
                    <a:pt x="7629" y="10421"/>
                    <a:pt x="8089" y="11177"/>
                    <a:pt x="8696" y="11797"/>
                  </a:cubicBezTo>
                  <a:cubicBezTo>
                    <a:pt x="8475" y="11835"/>
                    <a:pt x="8307" y="12027"/>
                    <a:pt x="8307" y="12258"/>
                  </a:cubicBezTo>
                  <a:cubicBezTo>
                    <a:pt x="8307" y="12516"/>
                    <a:pt x="8517" y="12727"/>
                    <a:pt x="8775" y="12727"/>
                  </a:cubicBezTo>
                  <a:lnTo>
                    <a:pt x="18828" y="12727"/>
                  </a:lnTo>
                  <a:cubicBezTo>
                    <a:pt x="19648" y="12727"/>
                    <a:pt x="20299" y="12031"/>
                    <a:pt x="20246" y="11213"/>
                  </a:cubicBezTo>
                  <a:cubicBezTo>
                    <a:pt x="20214" y="10757"/>
                    <a:pt x="20143" y="10306"/>
                    <a:pt x="20032" y="9867"/>
                  </a:cubicBezTo>
                  <a:lnTo>
                    <a:pt x="20032" y="9867"/>
                  </a:lnTo>
                  <a:cubicBezTo>
                    <a:pt x="20033" y="9867"/>
                    <a:pt x="20034" y="9867"/>
                    <a:pt x="20035" y="9867"/>
                  </a:cubicBezTo>
                  <a:cubicBezTo>
                    <a:pt x="20331" y="9867"/>
                    <a:pt x="20573" y="9628"/>
                    <a:pt x="20573" y="9329"/>
                  </a:cubicBezTo>
                  <a:lnTo>
                    <a:pt x="20573" y="8530"/>
                  </a:lnTo>
                  <a:cubicBezTo>
                    <a:pt x="21067" y="9731"/>
                    <a:pt x="21273" y="11030"/>
                    <a:pt x="21174" y="12363"/>
                  </a:cubicBezTo>
                  <a:cubicBezTo>
                    <a:pt x="20994" y="14822"/>
                    <a:pt x="20760" y="17995"/>
                    <a:pt x="20565" y="20634"/>
                  </a:cubicBezTo>
                  <a:cubicBezTo>
                    <a:pt x="20511" y="21363"/>
                    <a:pt x="20298" y="22090"/>
                    <a:pt x="19932" y="22795"/>
                  </a:cubicBezTo>
                  <a:cubicBezTo>
                    <a:pt x="19813" y="23024"/>
                    <a:pt x="19902" y="23307"/>
                    <a:pt x="20131" y="23426"/>
                  </a:cubicBezTo>
                  <a:cubicBezTo>
                    <a:pt x="20200" y="23462"/>
                    <a:pt x="20274" y="23479"/>
                    <a:pt x="20346" y="23479"/>
                  </a:cubicBezTo>
                  <a:cubicBezTo>
                    <a:pt x="20516" y="23479"/>
                    <a:pt x="20679" y="23386"/>
                    <a:pt x="20763" y="23227"/>
                  </a:cubicBezTo>
                  <a:cubicBezTo>
                    <a:pt x="21187" y="22409"/>
                    <a:pt x="21434" y="21561"/>
                    <a:pt x="21497" y="20703"/>
                  </a:cubicBezTo>
                  <a:lnTo>
                    <a:pt x="21540" y="20129"/>
                  </a:lnTo>
                  <a:cubicBezTo>
                    <a:pt x="23691" y="20047"/>
                    <a:pt x="25415" y="18270"/>
                    <a:pt x="25415" y="16101"/>
                  </a:cubicBezTo>
                  <a:lnTo>
                    <a:pt x="25415" y="15891"/>
                  </a:lnTo>
                  <a:cubicBezTo>
                    <a:pt x="25415" y="14571"/>
                    <a:pt x="24344" y="13502"/>
                    <a:pt x="23030" y="13502"/>
                  </a:cubicBezTo>
                  <a:lnTo>
                    <a:pt x="22028" y="13502"/>
                  </a:lnTo>
                  <a:lnTo>
                    <a:pt x="22107" y="12429"/>
                  </a:lnTo>
                  <a:cubicBezTo>
                    <a:pt x="22262" y="10324"/>
                    <a:pt x="21733" y="8290"/>
                    <a:pt x="20572" y="6540"/>
                  </a:cubicBezTo>
                  <a:lnTo>
                    <a:pt x="20572" y="6402"/>
                  </a:lnTo>
                  <a:cubicBezTo>
                    <a:pt x="20572" y="6122"/>
                    <a:pt x="20358" y="5891"/>
                    <a:pt x="20082" y="5865"/>
                  </a:cubicBezTo>
                  <a:cubicBezTo>
                    <a:pt x="18656" y="4075"/>
                    <a:pt x="16676" y="2884"/>
                    <a:pt x="14443" y="2469"/>
                  </a:cubicBezTo>
                  <a:lnTo>
                    <a:pt x="14703" y="612"/>
                  </a:lnTo>
                  <a:cubicBezTo>
                    <a:pt x="14747" y="289"/>
                    <a:pt x="14496" y="1"/>
                    <a:pt x="1417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0"/>
            <p:cNvSpPr/>
            <p:nvPr/>
          </p:nvSpPr>
          <p:spPr>
            <a:xfrm>
              <a:off x="8187260" y="3580965"/>
              <a:ext cx="60846" cy="12229"/>
            </a:xfrm>
            <a:custGeom>
              <a:rect b="b" l="l" r="r" t="t"/>
              <a:pathLst>
                <a:path extrusionOk="0" h="938" w="4667">
                  <a:moveTo>
                    <a:pt x="468" y="1"/>
                  </a:moveTo>
                  <a:cubicBezTo>
                    <a:pt x="210" y="1"/>
                    <a:pt x="0" y="212"/>
                    <a:pt x="0" y="470"/>
                  </a:cubicBezTo>
                  <a:cubicBezTo>
                    <a:pt x="0" y="728"/>
                    <a:pt x="210" y="938"/>
                    <a:pt x="468" y="938"/>
                  </a:cubicBezTo>
                  <a:lnTo>
                    <a:pt x="4199" y="938"/>
                  </a:lnTo>
                  <a:cubicBezTo>
                    <a:pt x="4200" y="938"/>
                    <a:pt x="4201" y="938"/>
                    <a:pt x="4202" y="938"/>
                  </a:cubicBezTo>
                  <a:cubicBezTo>
                    <a:pt x="4459" y="938"/>
                    <a:pt x="4667" y="729"/>
                    <a:pt x="4667" y="470"/>
                  </a:cubicBezTo>
                  <a:cubicBezTo>
                    <a:pt x="4667" y="212"/>
                    <a:pt x="4457"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0"/>
            <p:cNvSpPr/>
            <p:nvPr/>
          </p:nvSpPr>
          <p:spPr>
            <a:xfrm>
              <a:off x="8252179" y="3580965"/>
              <a:ext cx="77104" cy="76778"/>
            </a:xfrm>
            <a:custGeom>
              <a:rect b="b" l="l" r="r" t="t"/>
              <a:pathLst>
                <a:path extrusionOk="0" h="5889" w="5914">
                  <a:moveTo>
                    <a:pt x="2962" y="1"/>
                  </a:moveTo>
                  <a:cubicBezTo>
                    <a:pt x="2017" y="1"/>
                    <a:pt x="1247" y="771"/>
                    <a:pt x="1247" y="1715"/>
                  </a:cubicBezTo>
                  <a:lnTo>
                    <a:pt x="1247" y="4174"/>
                  </a:lnTo>
                  <a:cubicBezTo>
                    <a:pt x="1247" y="4603"/>
                    <a:pt x="897" y="4951"/>
                    <a:pt x="468" y="4951"/>
                  </a:cubicBezTo>
                  <a:cubicBezTo>
                    <a:pt x="210" y="4951"/>
                    <a:pt x="0" y="5162"/>
                    <a:pt x="0" y="5420"/>
                  </a:cubicBezTo>
                  <a:cubicBezTo>
                    <a:pt x="0" y="5679"/>
                    <a:pt x="210" y="5888"/>
                    <a:pt x="468" y="5888"/>
                  </a:cubicBezTo>
                  <a:cubicBezTo>
                    <a:pt x="1414" y="5888"/>
                    <a:pt x="2183" y="5118"/>
                    <a:pt x="2183" y="4174"/>
                  </a:cubicBezTo>
                  <a:lnTo>
                    <a:pt x="2183" y="1715"/>
                  </a:lnTo>
                  <a:cubicBezTo>
                    <a:pt x="2183" y="1288"/>
                    <a:pt x="2533" y="938"/>
                    <a:pt x="2962" y="938"/>
                  </a:cubicBezTo>
                  <a:lnTo>
                    <a:pt x="5446" y="938"/>
                  </a:lnTo>
                  <a:cubicBezTo>
                    <a:pt x="5447" y="938"/>
                    <a:pt x="5448" y="938"/>
                    <a:pt x="5449" y="938"/>
                  </a:cubicBezTo>
                  <a:cubicBezTo>
                    <a:pt x="5706" y="938"/>
                    <a:pt x="5914" y="729"/>
                    <a:pt x="5914" y="470"/>
                  </a:cubicBezTo>
                  <a:cubicBezTo>
                    <a:pt x="5914" y="212"/>
                    <a:pt x="5704"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0"/>
            <p:cNvSpPr/>
            <p:nvPr/>
          </p:nvSpPr>
          <p:spPr>
            <a:xfrm>
              <a:off x="8219700" y="3690698"/>
              <a:ext cx="77130" cy="12229"/>
            </a:xfrm>
            <a:custGeom>
              <a:rect b="b" l="l" r="r" t="t"/>
              <a:pathLst>
                <a:path extrusionOk="0" h="938" w="5916">
                  <a:moveTo>
                    <a:pt x="468" y="1"/>
                  </a:moveTo>
                  <a:cubicBezTo>
                    <a:pt x="210" y="1"/>
                    <a:pt x="0" y="212"/>
                    <a:pt x="0" y="470"/>
                  </a:cubicBezTo>
                  <a:cubicBezTo>
                    <a:pt x="0" y="728"/>
                    <a:pt x="210" y="938"/>
                    <a:pt x="468" y="938"/>
                  </a:cubicBezTo>
                  <a:lnTo>
                    <a:pt x="5447" y="938"/>
                  </a:lnTo>
                  <a:cubicBezTo>
                    <a:pt x="5706" y="938"/>
                    <a:pt x="5915" y="728"/>
                    <a:pt x="5915" y="470"/>
                  </a:cubicBezTo>
                  <a:cubicBezTo>
                    <a:pt x="5915" y="212"/>
                    <a:pt x="5706" y="1"/>
                    <a:pt x="54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0"/>
            <p:cNvSpPr/>
            <p:nvPr/>
          </p:nvSpPr>
          <p:spPr>
            <a:xfrm>
              <a:off x="8211225" y="3443382"/>
              <a:ext cx="94079" cy="92358"/>
            </a:xfrm>
            <a:custGeom>
              <a:rect b="b" l="l" r="r" t="t"/>
              <a:pathLst>
                <a:path extrusionOk="0" h="7084" w="7216">
                  <a:moveTo>
                    <a:pt x="4928" y="1132"/>
                  </a:moveTo>
                  <a:cubicBezTo>
                    <a:pt x="5387" y="1384"/>
                    <a:pt x="5765" y="1762"/>
                    <a:pt x="6016" y="2222"/>
                  </a:cubicBezTo>
                  <a:lnTo>
                    <a:pt x="5347" y="2315"/>
                  </a:lnTo>
                  <a:cubicBezTo>
                    <a:pt x="5083" y="2352"/>
                    <a:pt x="4885" y="2580"/>
                    <a:pt x="4885" y="2847"/>
                  </a:cubicBezTo>
                  <a:lnTo>
                    <a:pt x="4885" y="4235"/>
                  </a:lnTo>
                  <a:cubicBezTo>
                    <a:pt x="4885" y="4502"/>
                    <a:pt x="5084" y="4730"/>
                    <a:pt x="5347" y="4767"/>
                  </a:cubicBezTo>
                  <a:cubicBezTo>
                    <a:pt x="5348" y="4767"/>
                    <a:pt x="5347" y="4767"/>
                    <a:pt x="5348" y="4767"/>
                  </a:cubicBezTo>
                  <a:lnTo>
                    <a:pt x="5348" y="4767"/>
                  </a:lnTo>
                  <a:cubicBezTo>
                    <a:pt x="5352" y="4767"/>
                    <a:pt x="5404" y="4774"/>
                    <a:pt x="6016" y="4860"/>
                  </a:cubicBezTo>
                  <a:cubicBezTo>
                    <a:pt x="5765" y="5320"/>
                    <a:pt x="5387" y="5698"/>
                    <a:pt x="4928" y="5949"/>
                  </a:cubicBezTo>
                  <a:lnTo>
                    <a:pt x="4835" y="5279"/>
                  </a:lnTo>
                  <a:cubicBezTo>
                    <a:pt x="4796" y="5017"/>
                    <a:pt x="4569" y="4817"/>
                    <a:pt x="4301" y="4817"/>
                  </a:cubicBezTo>
                  <a:lnTo>
                    <a:pt x="2915" y="4817"/>
                  </a:lnTo>
                  <a:cubicBezTo>
                    <a:pt x="2648" y="4817"/>
                    <a:pt x="2420" y="5017"/>
                    <a:pt x="2382" y="5279"/>
                  </a:cubicBezTo>
                  <a:lnTo>
                    <a:pt x="2289" y="5949"/>
                  </a:lnTo>
                  <a:cubicBezTo>
                    <a:pt x="1830" y="5698"/>
                    <a:pt x="1451" y="5320"/>
                    <a:pt x="1200" y="4860"/>
                  </a:cubicBezTo>
                  <a:lnTo>
                    <a:pt x="1869" y="4767"/>
                  </a:lnTo>
                  <a:cubicBezTo>
                    <a:pt x="2133" y="4730"/>
                    <a:pt x="2332" y="4502"/>
                    <a:pt x="2332" y="4233"/>
                  </a:cubicBezTo>
                  <a:lnTo>
                    <a:pt x="2332" y="2847"/>
                  </a:lnTo>
                  <a:cubicBezTo>
                    <a:pt x="2332" y="2580"/>
                    <a:pt x="2133" y="2352"/>
                    <a:pt x="1869" y="2315"/>
                  </a:cubicBezTo>
                  <a:lnTo>
                    <a:pt x="1200" y="2222"/>
                  </a:lnTo>
                  <a:cubicBezTo>
                    <a:pt x="1451" y="1762"/>
                    <a:pt x="1830" y="1384"/>
                    <a:pt x="2289" y="1132"/>
                  </a:cubicBezTo>
                  <a:lnTo>
                    <a:pt x="2382" y="1801"/>
                  </a:lnTo>
                  <a:cubicBezTo>
                    <a:pt x="2420" y="2065"/>
                    <a:pt x="2648" y="2265"/>
                    <a:pt x="2915" y="2265"/>
                  </a:cubicBezTo>
                  <a:lnTo>
                    <a:pt x="4301" y="2265"/>
                  </a:lnTo>
                  <a:cubicBezTo>
                    <a:pt x="4569" y="2265"/>
                    <a:pt x="4796" y="2065"/>
                    <a:pt x="4835" y="1801"/>
                  </a:cubicBezTo>
                  <a:lnTo>
                    <a:pt x="4928" y="1132"/>
                  </a:lnTo>
                  <a:close/>
                  <a:moveTo>
                    <a:pt x="2668" y="0"/>
                  </a:moveTo>
                  <a:cubicBezTo>
                    <a:pt x="2623" y="0"/>
                    <a:pt x="2577" y="7"/>
                    <a:pt x="2532" y="20"/>
                  </a:cubicBezTo>
                  <a:cubicBezTo>
                    <a:pt x="1358" y="379"/>
                    <a:pt x="444" y="1293"/>
                    <a:pt x="85" y="2465"/>
                  </a:cubicBezTo>
                  <a:cubicBezTo>
                    <a:pt x="0" y="2740"/>
                    <a:pt x="183" y="3027"/>
                    <a:pt x="468" y="3067"/>
                  </a:cubicBezTo>
                  <a:lnTo>
                    <a:pt x="1394" y="3196"/>
                  </a:lnTo>
                  <a:lnTo>
                    <a:pt x="1394" y="3887"/>
                  </a:lnTo>
                  <a:lnTo>
                    <a:pt x="468" y="4017"/>
                  </a:lnTo>
                  <a:cubicBezTo>
                    <a:pt x="183" y="4057"/>
                    <a:pt x="2" y="4342"/>
                    <a:pt x="85" y="4618"/>
                  </a:cubicBezTo>
                  <a:cubicBezTo>
                    <a:pt x="444" y="5792"/>
                    <a:pt x="1356" y="6706"/>
                    <a:pt x="2532" y="7063"/>
                  </a:cubicBezTo>
                  <a:cubicBezTo>
                    <a:pt x="2577" y="7077"/>
                    <a:pt x="2624" y="7084"/>
                    <a:pt x="2669" y="7084"/>
                  </a:cubicBezTo>
                  <a:cubicBezTo>
                    <a:pt x="2895" y="7084"/>
                    <a:pt x="3099" y="6916"/>
                    <a:pt x="3131" y="6678"/>
                  </a:cubicBezTo>
                  <a:lnTo>
                    <a:pt x="3261" y="5753"/>
                  </a:lnTo>
                  <a:lnTo>
                    <a:pt x="3954" y="5753"/>
                  </a:lnTo>
                  <a:lnTo>
                    <a:pt x="4083" y="6678"/>
                  </a:lnTo>
                  <a:cubicBezTo>
                    <a:pt x="4116" y="6917"/>
                    <a:pt x="4323" y="7083"/>
                    <a:pt x="4549" y="7083"/>
                  </a:cubicBezTo>
                  <a:cubicBezTo>
                    <a:pt x="4594" y="7083"/>
                    <a:pt x="4639" y="7076"/>
                    <a:pt x="4684" y="7063"/>
                  </a:cubicBezTo>
                  <a:cubicBezTo>
                    <a:pt x="5856" y="6704"/>
                    <a:pt x="6772" y="5792"/>
                    <a:pt x="7131" y="4618"/>
                  </a:cubicBezTo>
                  <a:cubicBezTo>
                    <a:pt x="7215" y="4344"/>
                    <a:pt x="7032" y="4057"/>
                    <a:pt x="6746" y="4017"/>
                  </a:cubicBezTo>
                  <a:lnTo>
                    <a:pt x="5821" y="3887"/>
                  </a:lnTo>
                  <a:lnTo>
                    <a:pt x="5821" y="3196"/>
                  </a:lnTo>
                  <a:lnTo>
                    <a:pt x="6746" y="3067"/>
                  </a:lnTo>
                  <a:cubicBezTo>
                    <a:pt x="7032" y="3027"/>
                    <a:pt x="7212" y="2742"/>
                    <a:pt x="7131" y="2465"/>
                  </a:cubicBezTo>
                  <a:cubicBezTo>
                    <a:pt x="6772" y="1293"/>
                    <a:pt x="5859" y="378"/>
                    <a:pt x="4684" y="20"/>
                  </a:cubicBezTo>
                  <a:cubicBezTo>
                    <a:pt x="4639" y="7"/>
                    <a:pt x="4593" y="0"/>
                    <a:pt x="4548" y="0"/>
                  </a:cubicBezTo>
                  <a:cubicBezTo>
                    <a:pt x="4322" y="0"/>
                    <a:pt x="4116" y="166"/>
                    <a:pt x="4083" y="405"/>
                  </a:cubicBezTo>
                  <a:lnTo>
                    <a:pt x="3954" y="1330"/>
                  </a:lnTo>
                  <a:lnTo>
                    <a:pt x="3261" y="1330"/>
                  </a:lnTo>
                  <a:lnTo>
                    <a:pt x="3131" y="405"/>
                  </a:lnTo>
                  <a:cubicBezTo>
                    <a:pt x="3099" y="166"/>
                    <a:pt x="2895" y="0"/>
                    <a:pt x="26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0"/>
            <p:cNvSpPr/>
            <p:nvPr/>
          </p:nvSpPr>
          <p:spPr>
            <a:xfrm>
              <a:off x="8251488" y="3483424"/>
              <a:ext cx="13650" cy="12229"/>
            </a:xfrm>
            <a:custGeom>
              <a:rect b="b" l="l" r="r" t="t"/>
              <a:pathLst>
                <a:path extrusionOk="0" h="938" w="1047">
                  <a:moveTo>
                    <a:pt x="522" y="1"/>
                  </a:moveTo>
                  <a:cubicBezTo>
                    <a:pt x="322" y="1"/>
                    <a:pt x="136" y="132"/>
                    <a:pt x="75" y="333"/>
                  </a:cubicBezTo>
                  <a:cubicBezTo>
                    <a:pt x="0" y="581"/>
                    <a:pt x="141" y="842"/>
                    <a:pt x="388" y="917"/>
                  </a:cubicBezTo>
                  <a:cubicBezTo>
                    <a:pt x="433" y="931"/>
                    <a:pt x="479" y="937"/>
                    <a:pt x="523" y="937"/>
                  </a:cubicBezTo>
                  <a:cubicBezTo>
                    <a:pt x="724" y="937"/>
                    <a:pt x="911" y="807"/>
                    <a:pt x="972" y="604"/>
                  </a:cubicBezTo>
                  <a:cubicBezTo>
                    <a:pt x="1046" y="357"/>
                    <a:pt x="907" y="96"/>
                    <a:pt x="659" y="22"/>
                  </a:cubicBezTo>
                  <a:cubicBezTo>
                    <a:pt x="614" y="8"/>
                    <a:pt x="568" y="1"/>
                    <a:pt x="52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4" name="Google Shape;6584;p70"/>
          <p:cNvGrpSpPr/>
          <p:nvPr/>
        </p:nvGrpSpPr>
        <p:grpSpPr>
          <a:xfrm>
            <a:off x="7125975" y="3386991"/>
            <a:ext cx="331504" cy="418822"/>
            <a:chOff x="7125975" y="3386991"/>
            <a:chExt cx="331504" cy="418822"/>
          </a:xfrm>
        </p:grpSpPr>
        <p:sp>
          <p:nvSpPr>
            <p:cNvPr id="6585" name="Google Shape;6585;p70"/>
            <p:cNvSpPr/>
            <p:nvPr/>
          </p:nvSpPr>
          <p:spPr>
            <a:xfrm>
              <a:off x="7401255" y="3571167"/>
              <a:ext cx="50127" cy="74214"/>
            </a:xfrm>
            <a:custGeom>
              <a:rect b="b" l="l" r="r" t="t"/>
              <a:pathLst>
                <a:path extrusionOk="0" h="5663" w="3825">
                  <a:moveTo>
                    <a:pt x="418" y="1"/>
                  </a:moveTo>
                  <a:lnTo>
                    <a:pt x="1" y="5663"/>
                  </a:lnTo>
                  <a:lnTo>
                    <a:pt x="276" y="5663"/>
                  </a:lnTo>
                  <a:cubicBezTo>
                    <a:pt x="2235" y="5663"/>
                    <a:pt x="3823" y="4076"/>
                    <a:pt x="3825" y="2117"/>
                  </a:cubicBezTo>
                  <a:lnTo>
                    <a:pt x="3825" y="1909"/>
                  </a:lnTo>
                  <a:cubicBezTo>
                    <a:pt x="3825" y="854"/>
                    <a:pt x="2970" y="1"/>
                    <a:pt x="1916" y="1"/>
                  </a:cubicBezTo>
                  <a:close/>
                </a:path>
              </a:pathLst>
            </a:custGeom>
            <a:solidFill>
              <a:srgbClr val="CE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0"/>
            <p:cNvSpPr/>
            <p:nvPr/>
          </p:nvSpPr>
          <p:spPr>
            <a:xfrm>
              <a:off x="7132056" y="3571167"/>
              <a:ext cx="50127" cy="74214"/>
            </a:xfrm>
            <a:custGeom>
              <a:rect b="b" l="l" r="r" t="t"/>
              <a:pathLst>
                <a:path extrusionOk="0" h="5663" w="3825">
                  <a:moveTo>
                    <a:pt x="1909" y="1"/>
                  </a:moveTo>
                  <a:cubicBezTo>
                    <a:pt x="856" y="1"/>
                    <a:pt x="0" y="854"/>
                    <a:pt x="0" y="1909"/>
                  </a:cubicBezTo>
                  <a:lnTo>
                    <a:pt x="0" y="2117"/>
                  </a:lnTo>
                  <a:cubicBezTo>
                    <a:pt x="2" y="4076"/>
                    <a:pt x="1589" y="5663"/>
                    <a:pt x="3547" y="5663"/>
                  </a:cubicBezTo>
                  <a:lnTo>
                    <a:pt x="3824" y="5663"/>
                  </a:lnTo>
                  <a:lnTo>
                    <a:pt x="3405" y="1"/>
                  </a:lnTo>
                  <a:close/>
                </a:path>
              </a:pathLst>
            </a:custGeom>
            <a:solidFill>
              <a:srgbClr val="CE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0"/>
            <p:cNvSpPr/>
            <p:nvPr/>
          </p:nvSpPr>
          <p:spPr>
            <a:xfrm>
              <a:off x="7186401" y="3732343"/>
              <a:ext cx="210676" cy="67465"/>
            </a:xfrm>
            <a:custGeom>
              <a:rect b="b" l="l" r="r" t="t"/>
              <a:pathLst>
                <a:path extrusionOk="0" h="5148" w="16076">
                  <a:moveTo>
                    <a:pt x="3497" y="0"/>
                  </a:moveTo>
                  <a:lnTo>
                    <a:pt x="3497" y="1623"/>
                  </a:lnTo>
                  <a:cubicBezTo>
                    <a:pt x="3497" y="2527"/>
                    <a:pt x="2979" y="3352"/>
                    <a:pt x="2163" y="3743"/>
                  </a:cubicBezTo>
                  <a:lnTo>
                    <a:pt x="244" y="4664"/>
                  </a:lnTo>
                  <a:cubicBezTo>
                    <a:pt x="0" y="4780"/>
                    <a:pt x="82" y="5147"/>
                    <a:pt x="353" y="5147"/>
                  </a:cubicBezTo>
                  <a:lnTo>
                    <a:pt x="15721" y="5147"/>
                  </a:lnTo>
                  <a:cubicBezTo>
                    <a:pt x="15993" y="5147"/>
                    <a:pt x="16076" y="4780"/>
                    <a:pt x="15830" y="4664"/>
                  </a:cubicBezTo>
                  <a:lnTo>
                    <a:pt x="13912" y="3743"/>
                  </a:lnTo>
                  <a:cubicBezTo>
                    <a:pt x="13095" y="3352"/>
                    <a:pt x="12577" y="2527"/>
                    <a:pt x="12577" y="1623"/>
                  </a:cubicBezTo>
                  <a:lnTo>
                    <a:pt x="12577" y="0"/>
                  </a:lnTo>
                  <a:cubicBezTo>
                    <a:pt x="10986" y="1088"/>
                    <a:pt x="9228" y="1714"/>
                    <a:pt x="8037" y="1714"/>
                  </a:cubicBezTo>
                  <a:cubicBezTo>
                    <a:pt x="6846" y="1714"/>
                    <a:pt x="5089" y="1088"/>
                    <a:pt x="3497" y="0"/>
                  </a:cubicBezTo>
                  <a:close/>
                </a:path>
              </a:pathLst>
            </a:custGeom>
            <a:solidFill>
              <a:srgbClr val="CE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0"/>
            <p:cNvSpPr/>
            <p:nvPr/>
          </p:nvSpPr>
          <p:spPr>
            <a:xfrm>
              <a:off x="7170230" y="3425192"/>
              <a:ext cx="243006" cy="329578"/>
            </a:xfrm>
            <a:custGeom>
              <a:rect b="b" l="l" r="r" t="t"/>
              <a:pathLst>
                <a:path extrusionOk="0" h="25149" w="18543">
                  <a:moveTo>
                    <a:pt x="9271" y="0"/>
                  </a:moveTo>
                  <a:cubicBezTo>
                    <a:pt x="4090" y="0"/>
                    <a:pt x="0" y="4404"/>
                    <a:pt x="379" y="9571"/>
                  </a:cubicBezTo>
                  <a:lnTo>
                    <a:pt x="986" y="17802"/>
                  </a:lnTo>
                  <a:cubicBezTo>
                    <a:pt x="1305" y="22141"/>
                    <a:pt x="6655" y="25149"/>
                    <a:pt x="9271" y="25149"/>
                  </a:cubicBezTo>
                  <a:cubicBezTo>
                    <a:pt x="11886" y="25149"/>
                    <a:pt x="17237" y="22141"/>
                    <a:pt x="17555" y="17802"/>
                  </a:cubicBezTo>
                  <a:lnTo>
                    <a:pt x="18162" y="9571"/>
                  </a:lnTo>
                  <a:cubicBezTo>
                    <a:pt x="18542" y="4404"/>
                    <a:pt x="14453" y="0"/>
                    <a:pt x="9271" y="0"/>
                  </a:cubicBezTo>
                  <a:close/>
                </a:path>
              </a:pathLst>
            </a:custGeom>
            <a:solidFill>
              <a:srgbClr val="CE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0"/>
            <p:cNvSpPr/>
            <p:nvPr/>
          </p:nvSpPr>
          <p:spPr>
            <a:xfrm>
              <a:off x="7234090" y="3430604"/>
              <a:ext cx="178228" cy="324165"/>
            </a:xfrm>
            <a:custGeom>
              <a:rect b="b" l="l" r="r" t="t"/>
              <a:pathLst>
                <a:path extrusionOk="0" h="24736" w="13600">
                  <a:moveTo>
                    <a:pt x="7089" y="0"/>
                  </a:moveTo>
                  <a:lnTo>
                    <a:pt x="7089" y="0"/>
                  </a:lnTo>
                  <a:cubicBezTo>
                    <a:pt x="9527" y="1744"/>
                    <a:pt x="11042" y="4677"/>
                    <a:pt x="10804" y="7915"/>
                  </a:cubicBezTo>
                  <a:lnTo>
                    <a:pt x="10197" y="16146"/>
                  </a:lnTo>
                  <a:cubicBezTo>
                    <a:pt x="9878" y="20485"/>
                    <a:pt x="4527" y="23493"/>
                    <a:pt x="1912" y="23493"/>
                  </a:cubicBezTo>
                  <a:cubicBezTo>
                    <a:pt x="1369" y="23493"/>
                    <a:pt x="709" y="23364"/>
                    <a:pt x="0" y="23120"/>
                  </a:cubicBezTo>
                  <a:lnTo>
                    <a:pt x="0" y="23120"/>
                  </a:lnTo>
                  <a:cubicBezTo>
                    <a:pt x="1553" y="24149"/>
                    <a:pt x="3243" y="24736"/>
                    <a:pt x="4398" y="24736"/>
                  </a:cubicBezTo>
                  <a:cubicBezTo>
                    <a:pt x="7013" y="24736"/>
                    <a:pt x="12364" y="21728"/>
                    <a:pt x="12684" y="17389"/>
                  </a:cubicBezTo>
                  <a:lnTo>
                    <a:pt x="13289" y="9158"/>
                  </a:lnTo>
                  <a:cubicBezTo>
                    <a:pt x="13599" y="4927"/>
                    <a:pt x="10916" y="1209"/>
                    <a:pt x="7089"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0"/>
            <p:cNvSpPr/>
            <p:nvPr/>
          </p:nvSpPr>
          <p:spPr>
            <a:xfrm>
              <a:off x="7199021" y="3449632"/>
              <a:ext cx="185370" cy="99205"/>
            </a:xfrm>
            <a:custGeom>
              <a:rect b="b" l="l" r="r" t="t"/>
              <a:pathLst>
                <a:path extrusionOk="0" h="7570" w="14145">
                  <a:moveTo>
                    <a:pt x="7073" y="1"/>
                  </a:moveTo>
                  <a:cubicBezTo>
                    <a:pt x="5090" y="1"/>
                    <a:pt x="3256" y="801"/>
                    <a:pt x="1907" y="2252"/>
                  </a:cubicBezTo>
                  <a:cubicBezTo>
                    <a:pt x="789" y="3453"/>
                    <a:pt x="144" y="4957"/>
                    <a:pt x="36" y="6560"/>
                  </a:cubicBezTo>
                  <a:cubicBezTo>
                    <a:pt x="0" y="7108"/>
                    <a:pt x="433" y="7570"/>
                    <a:pt x="982" y="7570"/>
                  </a:cubicBezTo>
                  <a:lnTo>
                    <a:pt x="13164" y="7570"/>
                  </a:lnTo>
                  <a:cubicBezTo>
                    <a:pt x="13711" y="7570"/>
                    <a:pt x="14144" y="7108"/>
                    <a:pt x="14108" y="6560"/>
                  </a:cubicBezTo>
                  <a:cubicBezTo>
                    <a:pt x="14002" y="4957"/>
                    <a:pt x="13355" y="3453"/>
                    <a:pt x="12240" y="2252"/>
                  </a:cubicBezTo>
                  <a:cubicBezTo>
                    <a:pt x="11751" y="1724"/>
                    <a:pt x="11195" y="1283"/>
                    <a:pt x="10593" y="935"/>
                  </a:cubicBezTo>
                  <a:lnTo>
                    <a:pt x="8770" y="935"/>
                  </a:lnTo>
                  <a:cubicBezTo>
                    <a:pt x="8733" y="935"/>
                    <a:pt x="8703" y="905"/>
                    <a:pt x="8703" y="867"/>
                  </a:cubicBezTo>
                  <a:lnTo>
                    <a:pt x="8703" y="187"/>
                  </a:lnTo>
                  <a:cubicBezTo>
                    <a:pt x="8175" y="64"/>
                    <a:pt x="7630" y="1"/>
                    <a:pt x="7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0"/>
            <p:cNvSpPr/>
            <p:nvPr/>
          </p:nvSpPr>
          <p:spPr>
            <a:xfrm>
              <a:off x="7199034" y="3461872"/>
              <a:ext cx="185370" cy="86965"/>
            </a:xfrm>
            <a:custGeom>
              <a:rect b="b" l="l" r="r" t="t"/>
              <a:pathLst>
                <a:path extrusionOk="0" h="6636" w="14145">
                  <a:moveTo>
                    <a:pt x="9683" y="1"/>
                  </a:moveTo>
                  <a:cubicBezTo>
                    <a:pt x="9706" y="27"/>
                    <a:pt x="9729" y="51"/>
                    <a:pt x="9752" y="75"/>
                  </a:cubicBezTo>
                  <a:cubicBezTo>
                    <a:pt x="10870" y="1276"/>
                    <a:pt x="11516" y="2780"/>
                    <a:pt x="11624" y="4383"/>
                  </a:cubicBezTo>
                  <a:cubicBezTo>
                    <a:pt x="11659" y="4930"/>
                    <a:pt x="11225" y="5393"/>
                    <a:pt x="10678" y="5393"/>
                  </a:cubicBezTo>
                  <a:lnTo>
                    <a:pt x="56" y="5393"/>
                  </a:lnTo>
                  <a:cubicBezTo>
                    <a:pt x="49" y="5471"/>
                    <a:pt x="42" y="5547"/>
                    <a:pt x="36" y="5626"/>
                  </a:cubicBezTo>
                  <a:cubicBezTo>
                    <a:pt x="1" y="6174"/>
                    <a:pt x="434" y="6636"/>
                    <a:pt x="982" y="6636"/>
                  </a:cubicBezTo>
                  <a:lnTo>
                    <a:pt x="13165" y="6636"/>
                  </a:lnTo>
                  <a:cubicBezTo>
                    <a:pt x="13711" y="6636"/>
                    <a:pt x="14145" y="6171"/>
                    <a:pt x="14107" y="5626"/>
                  </a:cubicBezTo>
                  <a:cubicBezTo>
                    <a:pt x="14003" y="4023"/>
                    <a:pt x="13354" y="2522"/>
                    <a:pt x="12238" y="1318"/>
                  </a:cubicBezTo>
                  <a:cubicBezTo>
                    <a:pt x="11747" y="790"/>
                    <a:pt x="11193" y="349"/>
                    <a:pt x="10590"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0"/>
            <p:cNvSpPr/>
            <p:nvPr/>
          </p:nvSpPr>
          <p:spPr>
            <a:xfrm>
              <a:off x="7313060" y="3438991"/>
              <a:ext cx="71933" cy="22894"/>
            </a:xfrm>
            <a:custGeom>
              <a:rect b="b" l="l" r="r" t="t"/>
              <a:pathLst>
                <a:path extrusionOk="0" h="1747" w="5489">
                  <a:moveTo>
                    <a:pt x="68" y="0"/>
                  </a:moveTo>
                  <a:cubicBezTo>
                    <a:pt x="31" y="0"/>
                    <a:pt x="1" y="31"/>
                    <a:pt x="1" y="68"/>
                  </a:cubicBezTo>
                  <a:lnTo>
                    <a:pt x="1" y="1679"/>
                  </a:lnTo>
                  <a:cubicBezTo>
                    <a:pt x="1" y="1717"/>
                    <a:pt x="31" y="1747"/>
                    <a:pt x="68" y="1747"/>
                  </a:cubicBezTo>
                  <a:lnTo>
                    <a:pt x="5419" y="1747"/>
                  </a:lnTo>
                  <a:cubicBezTo>
                    <a:pt x="5457" y="1747"/>
                    <a:pt x="5487" y="1717"/>
                    <a:pt x="5487" y="1679"/>
                  </a:cubicBezTo>
                  <a:lnTo>
                    <a:pt x="5487" y="68"/>
                  </a:lnTo>
                  <a:cubicBezTo>
                    <a:pt x="5488" y="31"/>
                    <a:pt x="5457" y="0"/>
                    <a:pt x="54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0"/>
            <p:cNvSpPr/>
            <p:nvPr/>
          </p:nvSpPr>
          <p:spPr>
            <a:xfrm>
              <a:off x="7192901" y="3393111"/>
              <a:ext cx="63861" cy="20811"/>
            </a:xfrm>
            <a:custGeom>
              <a:rect b="b" l="l" r="r" t="t"/>
              <a:pathLst>
                <a:path extrusionOk="0" h="1588" w="4873">
                  <a:moveTo>
                    <a:pt x="48" y="0"/>
                  </a:moveTo>
                  <a:cubicBezTo>
                    <a:pt x="22" y="0"/>
                    <a:pt x="1" y="30"/>
                    <a:pt x="1" y="66"/>
                  </a:cubicBezTo>
                  <a:lnTo>
                    <a:pt x="1" y="1521"/>
                  </a:lnTo>
                  <a:cubicBezTo>
                    <a:pt x="1" y="1557"/>
                    <a:pt x="22" y="1587"/>
                    <a:pt x="48" y="1587"/>
                  </a:cubicBezTo>
                  <a:lnTo>
                    <a:pt x="4824" y="1587"/>
                  </a:lnTo>
                  <a:cubicBezTo>
                    <a:pt x="4851" y="1587"/>
                    <a:pt x="4872" y="1557"/>
                    <a:pt x="4872" y="1521"/>
                  </a:cubicBezTo>
                  <a:lnTo>
                    <a:pt x="4872" y="66"/>
                  </a:lnTo>
                  <a:cubicBezTo>
                    <a:pt x="4872" y="29"/>
                    <a:pt x="4851" y="0"/>
                    <a:pt x="48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0"/>
            <p:cNvSpPr/>
            <p:nvPr/>
          </p:nvSpPr>
          <p:spPr>
            <a:xfrm>
              <a:off x="7233789" y="3500571"/>
              <a:ext cx="115861" cy="27887"/>
            </a:xfrm>
            <a:custGeom>
              <a:rect b="b" l="l" r="r" t="t"/>
              <a:pathLst>
                <a:path extrusionOk="0" h="2128" w="8841">
                  <a:moveTo>
                    <a:pt x="105" y="1"/>
                  </a:moveTo>
                  <a:cubicBezTo>
                    <a:pt x="46" y="1"/>
                    <a:pt x="0" y="50"/>
                    <a:pt x="0" y="107"/>
                  </a:cubicBezTo>
                  <a:lnTo>
                    <a:pt x="0" y="2023"/>
                  </a:lnTo>
                  <a:cubicBezTo>
                    <a:pt x="0" y="2081"/>
                    <a:pt x="48" y="2127"/>
                    <a:pt x="105" y="2127"/>
                  </a:cubicBezTo>
                  <a:lnTo>
                    <a:pt x="8735" y="2127"/>
                  </a:lnTo>
                  <a:cubicBezTo>
                    <a:pt x="8794" y="2127"/>
                    <a:pt x="8841" y="2081"/>
                    <a:pt x="8841" y="2023"/>
                  </a:cubicBezTo>
                  <a:lnTo>
                    <a:pt x="8841" y="107"/>
                  </a:lnTo>
                  <a:cubicBezTo>
                    <a:pt x="8841" y="47"/>
                    <a:pt x="8792" y="1"/>
                    <a:pt x="8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0"/>
            <p:cNvSpPr/>
            <p:nvPr/>
          </p:nvSpPr>
          <p:spPr>
            <a:xfrm>
              <a:off x="7125975" y="3419046"/>
              <a:ext cx="331504" cy="386768"/>
            </a:xfrm>
            <a:custGeom>
              <a:rect b="b" l="l" r="r" t="t"/>
              <a:pathLst>
                <a:path extrusionOk="0" h="29513" w="25296">
                  <a:moveTo>
                    <a:pt x="19296" y="1989"/>
                  </a:moveTo>
                  <a:lnTo>
                    <a:pt x="19296" y="2802"/>
                  </a:lnTo>
                  <a:lnTo>
                    <a:pt x="14743" y="2802"/>
                  </a:lnTo>
                  <a:lnTo>
                    <a:pt x="14743" y="1989"/>
                  </a:lnTo>
                  <a:close/>
                  <a:moveTo>
                    <a:pt x="3439" y="12072"/>
                  </a:moveTo>
                  <a:lnTo>
                    <a:pt x="3788" y="16796"/>
                  </a:lnTo>
                  <a:cubicBezTo>
                    <a:pt x="2193" y="16681"/>
                    <a:pt x="932" y="15347"/>
                    <a:pt x="932" y="13722"/>
                  </a:cubicBezTo>
                  <a:lnTo>
                    <a:pt x="932" y="13514"/>
                  </a:lnTo>
                  <a:cubicBezTo>
                    <a:pt x="932" y="12721"/>
                    <a:pt x="1579" y="12072"/>
                    <a:pt x="2374" y="12072"/>
                  </a:cubicBezTo>
                  <a:close/>
                  <a:moveTo>
                    <a:pt x="22920" y="12072"/>
                  </a:moveTo>
                  <a:cubicBezTo>
                    <a:pt x="23715" y="12072"/>
                    <a:pt x="24362" y="12721"/>
                    <a:pt x="24362" y="13514"/>
                  </a:cubicBezTo>
                  <a:lnTo>
                    <a:pt x="24363" y="13722"/>
                  </a:lnTo>
                  <a:cubicBezTo>
                    <a:pt x="24363" y="15347"/>
                    <a:pt x="23102" y="16678"/>
                    <a:pt x="21508" y="16796"/>
                  </a:cubicBezTo>
                  <a:lnTo>
                    <a:pt x="21855" y="12072"/>
                  </a:lnTo>
                  <a:close/>
                  <a:moveTo>
                    <a:pt x="20506" y="17691"/>
                  </a:moveTo>
                  <a:lnTo>
                    <a:pt x="20506" y="17691"/>
                  </a:lnTo>
                  <a:cubicBezTo>
                    <a:pt x="20499" y="17788"/>
                    <a:pt x="20494" y="17850"/>
                    <a:pt x="20494" y="17850"/>
                  </a:cubicBezTo>
                  <a:lnTo>
                    <a:pt x="20494" y="17850"/>
                  </a:lnTo>
                  <a:cubicBezTo>
                    <a:pt x="20494" y="17850"/>
                    <a:pt x="20498" y="17803"/>
                    <a:pt x="20506" y="17691"/>
                  </a:cubicBezTo>
                  <a:close/>
                  <a:moveTo>
                    <a:pt x="16724" y="24750"/>
                  </a:moveTo>
                  <a:lnTo>
                    <a:pt x="16724" y="25527"/>
                  </a:lnTo>
                  <a:cubicBezTo>
                    <a:pt x="16722" y="26606"/>
                    <a:pt x="17349" y="27604"/>
                    <a:pt x="18321" y="28070"/>
                  </a:cubicBezTo>
                  <a:lnTo>
                    <a:pt x="19401" y="28588"/>
                  </a:lnTo>
                  <a:lnTo>
                    <a:pt x="5893" y="28588"/>
                  </a:lnTo>
                  <a:lnTo>
                    <a:pt x="6975" y="28070"/>
                  </a:lnTo>
                  <a:cubicBezTo>
                    <a:pt x="7947" y="27604"/>
                    <a:pt x="8573" y="26606"/>
                    <a:pt x="8573" y="25529"/>
                  </a:cubicBezTo>
                  <a:lnTo>
                    <a:pt x="8573" y="24750"/>
                  </a:lnTo>
                  <a:cubicBezTo>
                    <a:pt x="9982" y="25575"/>
                    <a:pt x="11493" y="26083"/>
                    <a:pt x="12648" y="26083"/>
                  </a:cubicBezTo>
                  <a:cubicBezTo>
                    <a:pt x="13759" y="26083"/>
                    <a:pt x="15269" y="25603"/>
                    <a:pt x="16724" y="24750"/>
                  </a:cubicBezTo>
                  <a:close/>
                  <a:moveTo>
                    <a:pt x="12631" y="0"/>
                  </a:moveTo>
                  <a:cubicBezTo>
                    <a:pt x="10164" y="0"/>
                    <a:pt x="7663" y="963"/>
                    <a:pt x="5775" y="2996"/>
                  </a:cubicBezTo>
                  <a:cubicBezTo>
                    <a:pt x="3978" y="4929"/>
                    <a:pt x="3099" y="7441"/>
                    <a:pt x="3293" y="10070"/>
                  </a:cubicBezTo>
                  <a:lnTo>
                    <a:pt x="3371" y="11138"/>
                  </a:lnTo>
                  <a:lnTo>
                    <a:pt x="2374" y="11138"/>
                  </a:lnTo>
                  <a:cubicBezTo>
                    <a:pt x="1064" y="11138"/>
                    <a:pt x="1" y="12204"/>
                    <a:pt x="1" y="13511"/>
                  </a:cubicBezTo>
                  <a:lnTo>
                    <a:pt x="1" y="13719"/>
                  </a:lnTo>
                  <a:cubicBezTo>
                    <a:pt x="1" y="15879"/>
                    <a:pt x="1717" y="17645"/>
                    <a:pt x="3858" y="17730"/>
                  </a:cubicBezTo>
                  <a:lnTo>
                    <a:pt x="3898" y="18301"/>
                  </a:lnTo>
                  <a:cubicBezTo>
                    <a:pt x="3996" y="19605"/>
                    <a:pt x="4508" y="20867"/>
                    <a:pt x="5426" y="22046"/>
                  </a:cubicBezTo>
                  <a:cubicBezTo>
                    <a:pt x="5518" y="22165"/>
                    <a:pt x="5656" y="22226"/>
                    <a:pt x="5795" y="22226"/>
                  </a:cubicBezTo>
                  <a:cubicBezTo>
                    <a:pt x="6177" y="22226"/>
                    <a:pt x="6402" y="21784"/>
                    <a:pt x="6162" y="21475"/>
                  </a:cubicBezTo>
                  <a:cubicBezTo>
                    <a:pt x="5359" y="20442"/>
                    <a:pt x="4910" y="19351"/>
                    <a:pt x="4828" y="18232"/>
                  </a:cubicBezTo>
                  <a:cubicBezTo>
                    <a:pt x="4600" y="15127"/>
                    <a:pt x="4538" y="14283"/>
                    <a:pt x="4537" y="14283"/>
                  </a:cubicBezTo>
                  <a:lnTo>
                    <a:pt x="4537" y="14283"/>
                  </a:lnTo>
                  <a:cubicBezTo>
                    <a:pt x="4537" y="14283"/>
                    <a:pt x="4625" y="15477"/>
                    <a:pt x="4624" y="15477"/>
                  </a:cubicBezTo>
                  <a:cubicBezTo>
                    <a:pt x="4624" y="15477"/>
                    <a:pt x="4542" y="14366"/>
                    <a:pt x="4221" y="10000"/>
                  </a:cubicBezTo>
                  <a:cubicBezTo>
                    <a:pt x="3854" y="5015"/>
                    <a:pt x="7829" y="928"/>
                    <a:pt x="12624" y="928"/>
                  </a:cubicBezTo>
                  <a:cubicBezTo>
                    <a:pt x="13139" y="928"/>
                    <a:pt x="13664" y="975"/>
                    <a:pt x="14194" y="1073"/>
                  </a:cubicBezTo>
                  <a:cubicBezTo>
                    <a:pt x="13974" y="1138"/>
                    <a:pt x="13811" y="1344"/>
                    <a:pt x="13811" y="1584"/>
                  </a:cubicBezTo>
                  <a:lnTo>
                    <a:pt x="13811" y="1950"/>
                  </a:lnTo>
                  <a:cubicBezTo>
                    <a:pt x="13428" y="1892"/>
                    <a:pt x="13040" y="1862"/>
                    <a:pt x="12651" y="1862"/>
                  </a:cubicBezTo>
                  <a:cubicBezTo>
                    <a:pt x="12008" y="1862"/>
                    <a:pt x="11364" y="1943"/>
                    <a:pt x="10741" y="2104"/>
                  </a:cubicBezTo>
                  <a:cubicBezTo>
                    <a:pt x="10492" y="2168"/>
                    <a:pt x="10344" y="2422"/>
                    <a:pt x="10408" y="2672"/>
                  </a:cubicBezTo>
                  <a:cubicBezTo>
                    <a:pt x="10463" y="2883"/>
                    <a:pt x="10651" y="3020"/>
                    <a:pt x="10858" y="3020"/>
                  </a:cubicBezTo>
                  <a:cubicBezTo>
                    <a:pt x="10897" y="3020"/>
                    <a:pt x="10937" y="3015"/>
                    <a:pt x="10977" y="3005"/>
                  </a:cubicBezTo>
                  <a:cubicBezTo>
                    <a:pt x="11521" y="2864"/>
                    <a:pt x="12085" y="2795"/>
                    <a:pt x="12647" y="2795"/>
                  </a:cubicBezTo>
                  <a:cubicBezTo>
                    <a:pt x="13039" y="2795"/>
                    <a:pt x="13430" y="2828"/>
                    <a:pt x="13812" y="2896"/>
                  </a:cubicBezTo>
                  <a:lnTo>
                    <a:pt x="13812" y="3196"/>
                  </a:lnTo>
                  <a:cubicBezTo>
                    <a:pt x="13812" y="3490"/>
                    <a:pt x="14053" y="3729"/>
                    <a:pt x="14347" y="3729"/>
                  </a:cubicBezTo>
                  <a:lnTo>
                    <a:pt x="16042" y="3729"/>
                  </a:lnTo>
                  <a:cubicBezTo>
                    <a:pt x="17787" y="4784"/>
                    <a:pt x="19071" y="6671"/>
                    <a:pt x="19220" y="8919"/>
                  </a:cubicBezTo>
                  <a:cubicBezTo>
                    <a:pt x="19238" y="9196"/>
                    <a:pt x="19019" y="9432"/>
                    <a:pt x="18740" y="9432"/>
                  </a:cubicBezTo>
                  <a:lnTo>
                    <a:pt x="6557" y="9432"/>
                  </a:lnTo>
                  <a:cubicBezTo>
                    <a:pt x="6279" y="9432"/>
                    <a:pt x="6058" y="9196"/>
                    <a:pt x="6076" y="8919"/>
                  </a:cubicBezTo>
                  <a:cubicBezTo>
                    <a:pt x="6221" y="6733"/>
                    <a:pt x="7440" y="4890"/>
                    <a:pt x="9111" y="3818"/>
                  </a:cubicBezTo>
                  <a:cubicBezTo>
                    <a:pt x="9328" y="3679"/>
                    <a:pt x="9391" y="3391"/>
                    <a:pt x="9253" y="3174"/>
                  </a:cubicBezTo>
                  <a:cubicBezTo>
                    <a:pt x="9164" y="3035"/>
                    <a:pt x="9013" y="2959"/>
                    <a:pt x="8859" y="2959"/>
                  </a:cubicBezTo>
                  <a:cubicBezTo>
                    <a:pt x="8773" y="2959"/>
                    <a:pt x="8687" y="2983"/>
                    <a:pt x="8609" y="3032"/>
                  </a:cubicBezTo>
                  <a:cubicBezTo>
                    <a:pt x="6689" y="4262"/>
                    <a:pt x="5310" y="6368"/>
                    <a:pt x="5145" y="8856"/>
                  </a:cubicBezTo>
                  <a:cubicBezTo>
                    <a:pt x="5092" y="9671"/>
                    <a:pt x="5739" y="10363"/>
                    <a:pt x="6556" y="10363"/>
                  </a:cubicBezTo>
                  <a:lnTo>
                    <a:pt x="18738" y="10363"/>
                  </a:lnTo>
                  <a:cubicBezTo>
                    <a:pt x="19553" y="10363"/>
                    <a:pt x="20203" y="9671"/>
                    <a:pt x="20147" y="8856"/>
                  </a:cubicBezTo>
                  <a:cubicBezTo>
                    <a:pt x="20012" y="6839"/>
                    <a:pt x="19090" y="5038"/>
                    <a:pt x="17606" y="3728"/>
                  </a:cubicBezTo>
                  <a:lnTo>
                    <a:pt x="18928" y="3728"/>
                  </a:lnTo>
                  <a:cubicBezTo>
                    <a:pt x="20462" y="5434"/>
                    <a:pt x="21242" y="7708"/>
                    <a:pt x="21073" y="9999"/>
                  </a:cubicBezTo>
                  <a:cubicBezTo>
                    <a:pt x="20688" y="15218"/>
                    <a:pt x="20545" y="17166"/>
                    <a:pt x="20506" y="17690"/>
                  </a:cubicBezTo>
                  <a:lnTo>
                    <a:pt x="20506" y="17690"/>
                  </a:lnTo>
                  <a:cubicBezTo>
                    <a:pt x="20531" y="17350"/>
                    <a:pt x="20588" y="16583"/>
                    <a:pt x="20588" y="16583"/>
                  </a:cubicBezTo>
                  <a:lnTo>
                    <a:pt x="20588" y="16583"/>
                  </a:lnTo>
                  <a:cubicBezTo>
                    <a:pt x="20588" y="16583"/>
                    <a:pt x="20559" y="16982"/>
                    <a:pt x="20467" y="18231"/>
                  </a:cubicBezTo>
                  <a:cubicBezTo>
                    <a:pt x="20176" y="22167"/>
                    <a:pt x="15224" y="25144"/>
                    <a:pt x="12647" y="25144"/>
                  </a:cubicBezTo>
                  <a:cubicBezTo>
                    <a:pt x="11294" y="25144"/>
                    <a:pt x="9260" y="24269"/>
                    <a:pt x="7698" y="23016"/>
                  </a:cubicBezTo>
                  <a:cubicBezTo>
                    <a:pt x="7612" y="22947"/>
                    <a:pt x="7509" y="22913"/>
                    <a:pt x="7406" y="22913"/>
                  </a:cubicBezTo>
                  <a:cubicBezTo>
                    <a:pt x="7270" y="22913"/>
                    <a:pt x="7135" y="22973"/>
                    <a:pt x="7043" y="23088"/>
                  </a:cubicBezTo>
                  <a:cubicBezTo>
                    <a:pt x="6881" y="23289"/>
                    <a:pt x="6914" y="23580"/>
                    <a:pt x="7115" y="23742"/>
                  </a:cubicBezTo>
                  <a:cubicBezTo>
                    <a:pt x="7285" y="23880"/>
                    <a:pt x="7461" y="24011"/>
                    <a:pt x="7640" y="24140"/>
                  </a:cubicBezTo>
                  <a:lnTo>
                    <a:pt x="7640" y="25522"/>
                  </a:lnTo>
                  <a:cubicBezTo>
                    <a:pt x="7640" y="26242"/>
                    <a:pt x="7220" y="26909"/>
                    <a:pt x="6570" y="27222"/>
                  </a:cubicBezTo>
                  <a:lnTo>
                    <a:pt x="4650" y="28142"/>
                  </a:lnTo>
                  <a:cubicBezTo>
                    <a:pt x="4346" y="28290"/>
                    <a:pt x="4184" y="28621"/>
                    <a:pt x="4260" y="28951"/>
                  </a:cubicBezTo>
                  <a:cubicBezTo>
                    <a:pt x="4334" y="29281"/>
                    <a:pt x="4623" y="29512"/>
                    <a:pt x="4963" y="29512"/>
                  </a:cubicBezTo>
                  <a:lnTo>
                    <a:pt x="20331" y="29512"/>
                  </a:lnTo>
                  <a:cubicBezTo>
                    <a:pt x="20670" y="29512"/>
                    <a:pt x="20958" y="29281"/>
                    <a:pt x="21034" y="28951"/>
                  </a:cubicBezTo>
                  <a:cubicBezTo>
                    <a:pt x="21109" y="28621"/>
                    <a:pt x="20948" y="28287"/>
                    <a:pt x="20642" y="28142"/>
                  </a:cubicBezTo>
                  <a:lnTo>
                    <a:pt x="18724" y="27222"/>
                  </a:lnTo>
                  <a:cubicBezTo>
                    <a:pt x="18074" y="26909"/>
                    <a:pt x="17652" y="26242"/>
                    <a:pt x="17652" y="25522"/>
                  </a:cubicBezTo>
                  <a:lnTo>
                    <a:pt x="17652" y="24138"/>
                  </a:lnTo>
                  <a:cubicBezTo>
                    <a:pt x="19580" y="22755"/>
                    <a:pt x="21218" y="20717"/>
                    <a:pt x="21396" y="18298"/>
                  </a:cubicBezTo>
                  <a:lnTo>
                    <a:pt x="21439" y="17726"/>
                  </a:lnTo>
                  <a:cubicBezTo>
                    <a:pt x="23578" y="17644"/>
                    <a:pt x="25296" y="15877"/>
                    <a:pt x="25296" y="13715"/>
                  </a:cubicBezTo>
                  <a:lnTo>
                    <a:pt x="25296" y="13507"/>
                  </a:lnTo>
                  <a:cubicBezTo>
                    <a:pt x="25296" y="12205"/>
                    <a:pt x="24230" y="11142"/>
                    <a:pt x="22922" y="11142"/>
                  </a:cubicBezTo>
                  <a:lnTo>
                    <a:pt x="21925" y="11142"/>
                  </a:lnTo>
                  <a:lnTo>
                    <a:pt x="22004" y="10075"/>
                  </a:lnTo>
                  <a:cubicBezTo>
                    <a:pt x="22176" y="7746"/>
                    <a:pt x="21466" y="5435"/>
                    <a:pt x="20040" y="3609"/>
                  </a:cubicBezTo>
                  <a:cubicBezTo>
                    <a:pt x="20156" y="3510"/>
                    <a:pt x="20229" y="3365"/>
                    <a:pt x="20229" y="3200"/>
                  </a:cubicBezTo>
                  <a:lnTo>
                    <a:pt x="20229" y="1588"/>
                  </a:lnTo>
                  <a:cubicBezTo>
                    <a:pt x="20229" y="1294"/>
                    <a:pt x="19991" y="1055"/>
                    <a:pt x="19695" y="1055"/>
                  </a:cubicBezTo>
                  <a:lnTo>
                    <a:pt x="16970" y="1055"/>
                  </a:lnTo>
                  <a:cubicBezTo>
                    <a:pt x="15634" y="360"/>
                    <a:pt x="14139" y="0"/>
                    <a:pt x="1263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0"/>
            <p:cNvSpPr/>
            <p:nvPr/>
          </p:nvSpPr>
          <p:spPr>
            <a:xfrm>
              <a:off x="7220657" y="3583013"/>
              <a:ext cx="60925" cy="12240"/>
            </a:xfrm>
            <a:custGeom>
              <a:rect b="b" l="l" r="r" t="t"/>
              <a:pathLst>
                <a:path extrusionOk="0" h="934" w="4649">
                  <a:moveTo>
                    <a:pt x="467" y="1"/>
                  </a:moveTo>
                  <a:cubicBezTo>
                    <a:pt x="209" y="1"/>
                    <a:pt x="1" y="209"/>
                    <a:pt x="1" y="467"/>
                  </a:cubicBezTo>
                  <a:cubicBezTo>
                    <a:pt x="1" y="725"/>
                    <a:pt x="209" y="933"/>
                    <a:pt x="467" y="933"/>
                  </a:cubicBezTo>
                  <a:lnTo>
                    <a:pt x="4182" y="933"/>
                  </a:lnTo>
                  <a:cubicBezTo>
                    <a:pt x="4440" y="933"/>
                    <a:pt x="4648" y="725"/>
                    <a:pt x="4648" y="467"/>
                  </a:cubicBezTo>
                  <a:cubicBezTo>
                    <a:pt x="4647" y="209"/>
                    <a:pt x="4439" y="1"/>
                    <a:pt x="418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0"/>
            <p:cNvSpPr/>
            <p:nvPr/>
          </p:nvSpPr>
          <p:spPr>
            <a:xfrm>
              <a:off x="7285592" y="3583013"/>
              <a:ext cx="77175" cy="76795"/>
            </a:xfrm>
            <a:custGeom>
              <a:rect b="b" l="l" r="r" t="t"/>
              <a:pathLst>
                <a:path extrusionOk="0" h="5860" w="5889">
                  <a:moveTo>
                    <a:pt x="2949" y="1"/>
                  </a:moveTo>
                  <a:cubicBezTo>
                    <a:pt x="2007" y="1"/>
                    <a:pt x="1242" y="765"/>
                    <a:pt x="1242" y="1708"/>
                  </a:cubicBezTo>
                  <a:lnTo>
                    <a:pt x="1242" y="4152"/>
                  </a:lnTo>
                  <a:cubicBezTo>
                    <a:pt x="1242" y="4579"/>
                    <a:pt x="893" y="4927"/>
                    <a:pt x="467" y="4927"/>
                  </a:cubicBezTo>
                  <a:cubicBezTo>
                    <a:pt x="209" y="4927"/>
                    <a:pt x="1" y="5135"/>
                    <a:pt x="1" y="5393"/>
                  </a:cubicBezTo>
                  <a:cubicBezTo>
                    <a:pt x="1" y="5651"/>
                    <a:pt x="209" y="5859"/>
                    <a:pt x="467" y="5859"/>
                  </a:cubicBezTo>
                  <a:cubicBezTo>
                    <a:pt x="1408" y="5859"/>
                    <a:pt x="2174" y="5095"/>
                    <a:pt x="2174" y="4152"/>
                  </a:cubicBezTo>
                  <a:lnTo>
                    <a:pt x="2174" y="1708"/>
                  </a:lnTo>
                  <a:cubicBezTo>
                    <a:pt x="2174" y="1280"/>
                    <a:pt x="2522" y="933"/>
                    <a:pt x="2949" y="933"/>
                  </a:cubicBezTo>
                  <a:lnTo>
                    <a:pt x="5422" y="933"/>
                  </a:lnTo>
                  <a:cubicBezTo>
                    <a:pt x="5680" y="933"/>
                    <a:pt x="5888" y="725"/>
                    <a:pt x="5888" y="467"/>
                  </a:cubicBezTo>
                  <a:cubicBezTo>
                    <a:pt x="5888" y="209"/>
                    <a:pt x="5680" y="1"/>
                    <a:pt x="542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0"/>
            <p:cNvSpPr/>
            <p:nvPr/>
          </p:nvSpPr>
          <p:spPr>
            <a:xfrm>
              <a:off x="7186795" y="3386991"/>
              <a:ext cx="76075" cy="33038"/>
            </a:xfrm>
            <a:custGeom>
              <a:rect b="b" l="l" r="r" t="t"/>
              <a:pathLst>
                <a:path extrusionOk="0" h="2521" w="5805">
                  <a:moveTo>
                    <a:pt x="4872" y="932"/>
                  </a:moveTo>
                  <a:lnTo>
                    <a:pt x="4872" y="1588"/>
                  </a:lnTo>
                  <a:lnTo>
                    <a:pt x="932" y="1588"/>
                  </a:lnTo>
                  <a:lnTo>
                    <a:pt x="932" y="932"/>
                  </a:lnTo>
                  <a:close/>
                  <a:moveTo>
                    <a:pt x="514" y="1"/>
                  </a:moveTo>
                  <a:cubicBezTo>
                    <a:pt x="231" y="1"/>
                    <a:pt x="0" y="239"/>
                    <a:pt x="0" y="533"/>
                  </a:cubicBezTo>
                  <a:lnTo>
                    <a:pt x="0" y="1988"/>
                  </a:lnTo>
                  <a:cubicBezTo>
                    <a:pt x="0" y="2282"/>
                    <a:pt x="231" y="2521"/>
                    <a:pt x="514" y="2521"/>
                  </a:cubicBezTo>
                  <a:lnTo>
                    <a:pt x="5290" y="2521"/>
                  </a:lnTo>
                  <a:cubicBezTo>
                    <a:pt x="5572" y="2521"/>
                    <a:pt x="5805" y="2282"/>
                    <a:pt x="5805" y="1988"/>
                  </a:cubicBezTo>
                  <a:lnTo>
                    <a:pt x="5805" y="533"/>
                  </a:lnTo>
                  <a:cubicBezTo>
                    <a:pt x="5805" y="239"/>
                    <a:pt x="5574" y="1"/>
                    <a:pt x="52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0"/>
            <p:cNvSpPr/>
            <p:nvPr/>
          </p:nvSpPr>
          <p:spPr>
            <a:xfrm>
              <a:off x="7227669" y="3494464"/>
              <a:ext cx="128101" cy="40101"/>
            </a:xfrm>
            <a:custGeom>
              <a:rect b="b" l="l" r="r" t="t"/>
              <a:pathLst>
                <a:path extrusionOk="0" h="3060" w="9775">
                  <a:moveTo>
                    <a:pt x="572" y="0"/>
                  </a:moveTo>
                  <a:cubicBezTo>
                    <a:pt x="256" y="0"/>
                    <a:pt x="1" y="256"/>
                    <a:pt x="1" y="572"/>
                  </a:cubicBezTo>
                  <a:lnTo>
                    <a:pt x="1" y="2487"/>
                  </a:lnTo>
                  <a:cubicBezTo>
                    <a:pt x="1" y="2803"/>
                    <a:pt x="256" y="3060"/>
                    <a:pt x="572" y="3060"/>
                  </a:cubicBezTo>
                  <a:lnTo>
                    <a:pt x="5901" y="3060"/>
                  </a:lnTo>
                  <a:cubicBezTo>
                    <a:pt x="6160" y="3060"/>
                    <a:pt x="6368" y="2852"/>
                    <a:pt x="6368" y="2593"/>
                  </a:cubicBezTo>
                  <a:cubicBezTo>
                    <a:pt x="6368" y="2335"/>
                    <a:pt x="6160" y="2127"/>
                    <a:pt x="5901" y="2127"/>
                  </a:cubicBezTo>
                  <a:lnTo>
                    <a:pt x="934" y="2127"/>
                  </a:lnTo>
                  <a:lnTo>
                    <a:pt x="934" y="930"/>
                  </a:lnTo>
                  <a:lnTo>
                    <a:pt x="8843" y="930"/>
                  </a:lnTo>
                  <a:lnTo>
                    <a:pt x="8843" y="2127"/>
                  </a:lnTo>
                  <a:lnTo>
                    <a:pt x="8077" y="2127"/>
                  </a:lnTo>
                  <a:cubicBezTo>
                    <a:pt x="7818" y="2127"/>
                    <a:pt x="7610" y="2335"/>
                    <a:pt x="7610" y="2593"/>
                  </a:cubicBezTo>
                  <a:cubicBezTo>
                    <a:pt x="7610" y="2852"/>
                    <a:pt x="7818" y="3060"/>
                    <a:pt x="8077" y="3060"/>
                  </a:cubicBezTo>
                  <a:lnTo>
                    <a:pt x="9202" y="3060"/>
                  </a:lnTo>
                  <a:cubicBezTo>
                    <a:pt x="9517" y="3060"/>
                    <a:pt x="9774" y="2804"/>
                    <a:pt x="9774" y="2487"/>
                  </a:cubicBezTo>
                  <a:lnTo>
                    <a:pt x="9774" y="572"/>
                  </a:lnTo>
                  <a:cubicBezTo>
                    <a:pt x="9774" y="256"/>
                    <a:pt x="9517" y="0"/>
                    <a:pt x="92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0"/>
            <p:cNvSpPr/>
            <p:nvPr/>
          </p:nvSpPr>
          <p:spPr>
            <a:xfrm>
              <a:off x="7244915" y="3689189"/>
              <a:ext cx="93609" cy="22986"/>
            </a:xfrm>
            <a:custGeom>
              <a:rect b="b" l="l" r="r" t="t"/>
              <a:pathLst>
                <a:path extrusionOk="0" h="1754" w="7143">
                  <a:moveTo>
                    <a:pt x="3573" y="1"/>
                  </a:moveTo>
                  <a:cubicBezTo>
                    <a:pt x="2591" y="1"/>
                    <a:pt x="1609" y="225"/>
                    <a:pt x="714" y="675"/>
                  </a:cubicBezTo>
                  <a:lnTo>
                    <a:pt x="324" y="870"/>
                  </a:lnTo>
                  <a:cubicBezTo>
                    <a:pt x="94" y="985"/>
                    <a:pt x="1" y="1264"/>
                    <a:pt x="116" y="1495"/>
                  </a:cubicBezTo>
                  <a:cubicBezTo>
                    <a:pt x="197" y="1658"/>
                    <a:pt x="362" y="1753"/>
                    <a:pt x="533" y="1753"/>
                  </a:cubicBezTo>
                  <a:cubicBezTo>
                    <a:pt x="603" y="1753"/>
                    <a:pt x="674" y="1737"/>
                    <a:pt x="741" y="1703"/>
                  </a:cubicBezTo>
                  <a:lnTo>
                    <a:pt x="1133" y="1508"/>
                  </a:lnTo>
                  <a:cubicBezTo>
                    <a:pt x="1897" y="1125"/>
                    <a:pt x="2735" y="934"/>
                    <a:pt x="3573" y="934"/>
                  </a:cubicBezTo>
                  <a:cubicBezTo>
                    <a:pt x="4411" y="934"/>
                    <a:pt x="5249" y="1125"/>
                    <a:pt x="6013" y="1508"/>
                  </a:cubicBezTo>
                  <a:lnTo>
                    <a:pt x="6402" y="1703"/>
                  </a:lnTo>
                  <a:cubicBezTo>
                    <a:pt x="6469" y="1737"/>
                    <a:pt x="6541" y="1753"/>
                    <a:pt x="6611" y="1753"/>
                  </a:cubicBezTo>
                  <a:cubicBezTo>
                    <a:pt x="6781" y="1753"/>
                    <a:pt x="6945" y="1660"/>
                    <a:pt x="7028" y="1495"/>
                  </a:cubicBezTo>
                  <a:cubicBezTo>
                    <a:pt x="7142" y="1266"/>
                    <a:pt x="7052" y="986"/>
                    <a:pt x="6820" y="870"/>
                  </a:cubicBezTo>
                  <a:lnTo>
                    <a:pt x="6431" y="675"/>
                  </a:lnTo>
                  <a:cubicBezTo>
                    <a:pt x="5536" y="225"/>
                    <a:pt x="4555" y="1"/>
                    <a:pt x="357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1" name="Google Shape;6601;p70"/>
          <p:cNvGrpSpPr/>
          <p:nvPr/>
        </p:nvGrpSpPr>
        <p:grpSpPr>
          <a:xfrm>
            <a:off x="6101238" y="4186657"/>
            <a:ext cx="331490" cy="416824"/>
            <a:chOff x="6101238" y="4186657"/>
            <a:chExt cx="331490" cy="416824"/>
          </a:xfrm>
        </p:grpSpPr>
        <p:sp>
          <p:nvSpPr>
            <p:cNvPr id="6602" name="Google Shape;6602;p70"/>
            <p:cNvSpPr/>
            <p:nvPr/>
          </p:nvSpPr>
          <p:spPr>
            <a:xfrm>
              <a:off x="6376481" y="4368792"/>
              <a:ext cx="50126" cy="74211"/>
            </a:xfrm>
            <a:custGeom>
              <a:rect b="b" l="l" r="r" t="t"/>
              <a:pathLst>
                <a:path extrusionOk="0" h="5691" w="3844">
                  <a:moveTo>
                    <a:pt x="421" y="1"/>
                  </a:moveTo>
                  <a:lnTo>
                    <a:pt x="0" y="5690"/>
                  </a:lnTo>
                  <a:lnTo>
                    <a:pt x="279" y="5690"/>
                  </a:lnTo>
                  <a:cubicBezTo>
                    <a:pt x="2246" y="5690"/>
                    <a:pt x="3843" y="4096"/>
                    <a:pt x="3842" y="2127"/>
                  </a:cubicBezTo>
                  <a:lnTo>
                    <a:pt x="3842" y="1918"/>
                  </a:lnTo>
                  <a:cubicBezTo>
                    <a:pt x="3842" y="858"/>
                    <a:pt x="2984" y="1"/>
                    <a:pt x="1925" y="1"/>
                  </a:cubicBezTo>
                  <a:close/>
                </a:path>
              </a:pathLst>
            </a:custGeom>
            <a:solidFill>
              <a:srgbClr val="CE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0"/>
            <p:cNvSpPr/>
            <p:nvPr/>
          </p:nvSpPr>
          <p:spPr>
            <a:xfrm>
              <a:off x="6107380" y="4368792"/>
              <a:ext cx="50100" cy="74211"/>
            </a:xfrm>
            <a:custGeom>
              <a:rect b="b" l="l" r="r" t="t"/>
              <a:pathLst>
                <a:path extrusionOk="0" h="5691" w="3842">
                  <a:moveTo>
                    <a:pt x="1918" y="1"/>
                  </a:moveTo>
                  <a:cubicBezTo>
                    <a:pt x="860" y="1"/>
                    <a:pt x="1" y="858"/>
                    <a:pt x="1" y="1918"/>
                  </a:cubicBezTo>
                  <a:lnTo>
                    <a:pt x="1" y="2127"/>
                  </a:lnTo>
                  <a:cubicBezTo>
                    <a:pt x="1" y="4096"/>
                    <a:pt x="1595" y="5690"/>
                    <a:pt x="3565" y="5690"/>
                  </a:cubicBezTo>
                  <a:lnTo>
                    <a:pt x="3842" y="5690"/>
                  </a:lnTo>
                  <a:lnTo>
                    <a:pt x="3423" y="1"/>
                  </a:lnTo>
                  <a:close/>
                </a:path>
              </a:pathLst>
            </a:custGeom>
            <a:solidFill>
              <a:srgbClr val="CE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0"/>
            <p:cNvSpPr/>
            <p:nvPr/>
          </p:nvSpPr>
          <p:spPr>
            <a:xfrm>
              <a:off x="6161667" y="4529932"/>
              <a:ext cx="210622" cy="67456"/>
            </a:xfrm>
            <a:custGeom>
              <a:rect b="b" l="l" r="r" t="t"/>
              <a:pathLst>
                <a:path extrusionOk="0" h="5173" w="16152">
                  <a:moveTo>
                    <a:pt x="3516" y="0"/>
                  </a:moveTo>
                  <a:lnTo>
                    <a:pt x="3516" y="1630"/>
                  </a:lnTo>
                  <a:cubicBezTo>
                    <a:pt x="3516" y="2540"/>
                    <a:pt x="2994" y="3369"/>
                    <a:pt x="2174" y="3761"/>
                  </a:cubicBezTo>
                  <a:lnTo>
                    <a:pt x="246" y="4687"/>
                  </a:lnTo>
                  <a:cubicBezTo>
                    <a:pt x="0" y="4806"/>
                    <a:pt x="85" y="5173"/>
                    <a:pt x="358" y="5173"/>
                  </a:cubicBezTo>
                  <a:lnTo>
                    <a:pt x="15798" y="5173"/>
                  </a:lnTo>
                  <a:cubicBezTo>
                    <a:pt x="16070" y="5173"/>
                    <a:pt x="16152" y="4806"/>
                    <a:pt x="15908" y="4687"/>
                  </a:cubicBezTo>
                  <a:lnTo>
                    <a:pt x="13981" y="3761"/>
                  </a:lnTo>
                  <a:cubicBezTo>
                    <a:pt x="13159" y="3369"/>
                    <a:pt x="12639" y="2540"/>
                    <a:pt x="12639" y="1630"/>
                  </a:cubicBezTo>
                  <a:lnTo>
                    <a:pt x="12639" y="0"/>
                  </a:lnTo>
                  <a:cubicBezTo>
                    <a:pt x="11039" y="1095"/>
                    <a:pt x="9274" y="1721"/>
                    <a:pt x="8078" y="1721"/>
                  </a:cubicBezTo>
                  <a:cubicBezTo>
                    <a:pt x="6881" y="1721"/>
                    <a:pt x="5114" y="1095"/>
                    <a:pt x="3516" y="0"/>
                  </a:cubicBezTo>
                  <a:close/>
                </a:path>
              </a:pathLst>
            </a:custGeom>
            <a:solidFill>
              <a:srgbClr val="CE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0"/>
            <p:cNvSpPr/>
            <p:nvPr/>
          </p:nvSpPr>
          <p:spPr>
            <a:xfrm>
              <a:off x="6145497" y="4222857"/>
              <a:ext cx="242961" cy="329508"/>
            </a:xfrm>
            <a:custGeom>
              <a:rect b="b" l="l" r="r" t="t"/>
              <a:pathLst>
                <a:path extrusionOk="0" h="25269" w="18632">
                  <a:moveTo>
                    <a:pt x="9318" y="1"/>
                  </a:moveTo>
                  <a:cubicBezTo>
                    <a:pt x="4112" y="1"/>
                    <a:pt x="1" y="4425"/>
                    <a:pt x="385" y="9616"/>
                  </a:cubicBezTo>
                  <a:lnTo>
                    <a:pt x="995" y="17887"/>
                  </a:lnTo>
                  <a:cubicBezTo>
                    <a:pt x="1315" y="22248"/>
                    <a:pt x="6692" y="25269"/>
                    <a:pt x="9319" y="25269"/>
                  </a:cubicBezTo>
                  <a:cubicBezTo>
                    <a:pt x="11946" y="25269"/>
                    <a:pt x="17323" y="22247"/>
                    <a:pt x="17643" y="17887"/>
                  </a:cubicBezTo>
                  <a:cubicBezTo>
                    <a:pt x="17640" y="17887"/>
                    <a:pt x="18250" y="9616"/>
                    <a:pt x="18250" y="9616"/>
                  </a:cubicBezTo>
                  <a:cubicBezTo>
                    <a:pt x="18632" y="4425"/>
                    <a:pt x="14522" y="1"/>
                    <a:pt x="9318" y="1"/>
                  </a:cubicBezTo>
                  <a:close/>
                </a:path>
              </a:pathLst>
            </a:custGeom>
            <a:solidFill>
              <a:srgbClr val="CE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0"/>
            <p:cNvSpPr/>
            <p:nvPr/>
          </p:nvSpPr>
          <p:spPr>
            <a:xfrm>
              <a:off x="6209355" y="4228282"/>
              <a:ext cx="178192" cy="324083"/>
            </a:xfrm>
            <a:custGeom>
              <a:rect b="b" l="l" r="r" t="t"/>
              <a:pathLst>
                <a:path extrusionOk="0" h="24853" w="13665">
                  <a:moveTo>
                    <a:pt x="7124" y="1"/>
                  </a:moveTo>
                  <a:cubicBezTo>
                    <a:pt x="9573" y="1752"/>
                    <a:pt x="11094" y="4702"/>
                    <a:pt x="10856" y="7952"/>
                  </a:cubicBezTo>
                  <a:lnTo>
                    <a:pt x="10246" y="16223"/>
                  </a:lnTo>
                  <a:cubicBezTo>
                    <a:pt x="9925" y="20584"/>
                    <a:pt x="4550" y="23604"/>
                    <a:pt x="1922" y="23604"/>
                  </a:cubicBezTo>
                  <a:cubicBezTo>
                    <a:pt x="1377" y="23604"/>
                    <a:pt x="713" y="23474"/>
                    <a:pt x="1" y="23230"/>
                  </a:cubicBezTo>
                  <a:lnTo>
                    <a:pt x="1" y="23230"/>
                  </a:lnTo>
                  <a:cubicBezTo>
                    <a:pt x="1561" y="24264"/>
                    <a:pt x="3258" y="24853"/>
                    <a:pt x="4421" y="24853"/>
                  </a:cubicBezTo>
                  <a:cubicBezTo>
                    <a:pt x="7048" y="24853"/>
                    <a:pt x="12423" y="21831"/>
                    <a:pt x="12745" y="17471"/>
                  </a:cubicBezTo>
                  <a:lnTo>
                    <a:pt x="13354" y="9200"/>
                  </a:lnTo>
                  <a:cubicBezTo>
                    <a:pt x="13664" y="4950"/>
                    <a:pt x="10967" y="1215"/>
                    <a:pt x="7124"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0"/>
            <p:cNvSpPr/>
            <p:nvPr/>
          </p:nvSpPr>
          <p:spPr>
            <a:xfrm>
              <a:off x="6166439" y="4192747"/>
              <a:ext cx="201181" cy="78070"/>
            </a:xfrm>
            <a:custGeom>
              <a:rect b="b" l="l" r="r" t="t"/>
              <a:pathLst>
                <a:path extrusionOk="0" h="5987" w="15428">
                  <a:moveTo>
                    <a:pt x="11454" y="0"/>
                  </a:moveTo>
                  <a:cubicBezTo>
                    <a:pt x="11414" y="0"/>
                    <a:pt x="11375" y="32"/>
                    <a:pt x="11375" y="77"/>
                  </a:cubicBezTo>
                  <a:lnTo>
                    <a:pt x="11375" y="1683"/>
                  </a:lnTo>
                  <a:cubicBezTo>
                    <a:pt x="11375" y="1749"/>
                    <a:pt x="11322" y="1803"/>
                    <a:pt x="11254" y="1803"/>
                  </a:cubicBezTo>
                  <a:lnTo>
                    <a:pt x="93" y="1803"/>
                  </a:lnTo>
                  <a:cubicBezTo>
                    <a:pt x="42" y="1803"/>
                    <a:pt x="0" y="1845"/>
                    <a:pt x="0" y="1898"/>
                  </a:cubicBezTo>
                  <a:lnTo>
                    <a:pt x="0" y="4089"/>
                  </a:lnTo>
                  <a:cubicBezTo>
                    <a:pt x="0" y="4141"/>
                    <a:pt x="42" y="4182"/>
                    <a:pt x="93" y="4182"/>
                  </a:cubicBezTo>
                  <a:lnTo>
                    <a:pt x="11254" y="4182"/>
                  </a:lnTo>
                  <a:cubicBezTo>
                    <a:pt x="11320" y="4182"/>
                    <a:pt x="11375" y="4237"/>
                    <a:pt x="11375" y="4304"/>
                  </a:cubicBezTo>
                  <a:lnTo>
                    <a:pt x="11375" y="5910"/>
                  </a:lnTo>
                  <a:cubicBezTo>
                    <a:pt x="11375" y="5955"/>
                    <a:pt x="11412" y="5986"/>
                    <a:pt x="11452" y="5986"/>
                  </a:cubicBezTo>
                  <a:cubicBezTo>
                    <a:pt x="11468" y="5986"/>
                    <a:pt x="11485" y="5981"/>
                    <a:pt x="11500" y="5970"/>
                  </a:cubicBezTo>
                  <a:lnTo>
                    <a:pt x="15386" y="3055"/>
                  </a:lnTo>
                  <a:cubicBezTo>
                    <a:pt x="15427" y="3024"/>
                    <a:pt x="15427" y="2963"/>
                    <a:pt x="15386" y="2933"/>
                  </a:cubicBezTo>
                  <a:lnTo>
                    <a:pt x="11500" y="15"/>
                  </a:lnTo>
                  <a:cubicBezTo>
                    <a:pt x="11486" y="5"/>
                    <a:pt x="11470" y="0"/>
                    <a:pt x="114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0"/>
            <p:cNvSpPr/>
            <p:nvPr/>
          </p:nvSpPr>
          <p:spPr>
            <a:xfrm>
              <a:off x="6166309" y="4271641"/>
              <a:ext cx="201181" cy="74837"/>
            </a:xfrm>
            <a:custGeom>
              <a:rect b="b" l="l" r="r" t="t"/>
              <a:pathLst>
                <a:path extrusionOk="0" h="5739" w="15428">
                  <a:moveTo>
                    <a:pt x="3975" y="0"/>
                  </a:moveTo>
                  <a:cubicBezTo>
                    <a:pt x="3959" y="0"/>
                    <a:pt x="3942" y="5"/>
                    <a:pt x="3928" y="16"/>
                  </a:cubicBezTo>
                  <a:lnTo>
                    <a:pt x="40" y="2932"/>
                  </a:lnTo>
                  <a:cubicBezTo>
                    <a:pt x="0" y="2962"/>
                    <a:pt x="0" y="3024"/>
                    <a:pt x="40" y="3056"/>
                  </a:cubicBezTo>
                  <a:lnTo>
                    <a:pt x="3616" y="5739"/>
                  </a:lnTo>
                  <a:lnTo>
                    <a:pt x="4050" y="5739"/>
                  </a:lnTo>
                  <a:lnTo>
                    <a:pt x="4050" y="4307"/>
                  </a:lnTo>
                  <a:cubicBezTo>
                    <a:pt x="4050" y="4239"/>
                    <a:pt x="4104" y="4185"/>
                    <a:pt x="4172" y="4185"/>
                  </a:cubicBezTo>
                  <a:lnTo>
                    <a:pt x="15332" y="4185"/>
                  </a:lnTo>
                  <a:cubicBezTo>
                    <a:pt x="15384" y="4185"/>
                    <a:pt x="15426" y="4143"/>
                    <a:pt x="15426" y="4092"/>
                  </a:cubicBezTo>
                  <a:lnTo>
                    <a:pt x="15426" y="1899"/>
                  </a:lnTo>
                  <a:cubicBezTo>
                    <a:pt x="15427" y="1846"/>
                    <a:pt x="15386" y="1804"/>
                    <a:pt x="15334" y="1804"/>
                  </a:cubicBezTo>
                  <a:lnTo>
                    <a:pt x="4173" y="1804"/>
                  </a:lnTo>
                  <a:cubicBezTo>
                    <a:pt x="4107" y="1804"/>
                    <a:pt x="4051" y="1750"/>
                    <a:pt x="4051" y="1682"/>
                  </a:cubicBezTo>
                  <a:lnTo>
                    <a:pt x="4051" y="77"/>
                  </a:lnTo>
                  <a:cubicBezTo>
                    <a:pt x="4051" y="32"/>
                    <a:pt x="4014" y="0"/>
                    <a:pt x="39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0"/>
            <p:cNvSpPr/>
            <p:nvPr/>
          </p:nvSpPr>
          <p:spPr>
            <a:xfrm>
              <a:off x="6185596" y="4247295"/>
              <a:ext cx="162426" cy="48535"/>
            </a:xfrm>
            <a:custGeom>
              <a:rect b="b" l="l" r="r" t="t"/>
              <a:pathLst>
                <a:path extrusionOk="0" h="3722" w="12456">
                  <a:moveTo>
                    <a:pt x="6241" y="1"/>
                  </a:moveTo>
                  <a:cubicBezTo>
                    <a:pt x="4249" y="1"/>
                    <a:pt x="2406" y="804"/>
                    <a:pt x="1050" y="2264"/>
                  </a:cubicBezTo>
                  <a:cubicBezTo>
                    <a:pt x="633" y="2711"/>
                    <a:pt x="282" y="3201"/>
                    <a:pt x="1" y="3722"/>
                  </a:cubicBezTo>
                  <a:lnTo>
                    <a:pt x="2450" y="1882"/>
                  </a:lnTo>
                  <a:cubicBezTo>
                    <a:pt x="2464" y="1872"/>
                    <a:pt x="2480" y="1867"/>
                    <a:pt x="2496" y="1867"/>
                  </a:cubicBezTo>
                  <a:cubicBezTo>
                    <a:pt x="2536" y="1867"/>
                    <a:pt x="2575" y="1898"/>
                    <a:pt x="2575" y="1944"/>
                  </a:cubicBezTo>
                  <a:lnTo>
                    <a:pt x="2575" y="3549"/>
                  </a:lnTo>
                  <a:cubicBezTo>
                    <a:pt x="2575" y="3617"/>
                    <a:pt x="2628" y="3671"/>
                    <a:pt x="2697" y="3671"/>
                  </a:cubicBezTo>
                  <a:lnTo>
                    <a:pt x="12456" y="3671"/>
                  </a:lnTo>
                  <a:cubicBezTo>
                    <a:pt x="12177" y="3169"/>
                    <a:pt x="11834" y="2697"/>
                    <a:pt x="11433" y="2264"/>
                  </a:cubicBezTo>
                  <a:cubicBezTo>
                    <a:pt x="11149" y="1954"/>
                    <a:pt x="10839" y="1677"/>
                    <a:pt x="10513" y="1429"/>
                  </a:cubicBezTo>
                  <a:lnTo>
                    <a:pt x="10032" y="1790"/>
                  </a:lnTo>
                  <a:cubicBezTo>
                    <a:pt x="10018" y="1801"/>
                    <a:pt x="10002" y="1805"/>
                    <a:pt x="9987" y="1805"/>
                  </a:cubicBezTo>
                  <a:cubicBezTo>
                    <a:pt x="9947" y="1805"/>
                    <a:pt x="9909" y="1774"/>
                    <a:pt x="9909" y="1729"/>
                  </a:cubicBezTo>
                  <a:lnTo>
                    <a:pt x="9909" y="1018"/>
                  </a:lnTo>
                  <a:cubicBezTo>
                    <a:pt x="8818" y="355"/>
                    <a:pt x="7563" y="1"/>
                    <a:pt x="6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0"/>
            <p:cNvSpPr/>
            <p:nvPr/>
          </p:nvSpPr>
          <p:spPr>
            <a:xfrm>
              <a:off x="6174316" y="4318991"/>
              <a:ext cx="39198" cy="27488"/>
            </a:xfrm>
            <a:custGeom>
              <a:rect b="b" l="l" r="r" t="t"/>
              <a:pathLst>
                <a:path extrusionOk="0" h="2108" w="3006">
                  <a:moveTo>
                    <a:pt x="197" y="0"/>
                  </a:moveTo>
                  <a:cubicBezTo>
                    <a:pt x="115" y="356"/>
                    <a:pt x="62" y="722"/>
                    <a:pt x="36" y="1093"/>
                  </a:cubicBezTo>
                  <a:cubicBezTo>
                    <a:pt x="0" y="1642"/>
                    <a:pt x="437" y="2108"/>
                    <a:pt x="988" y="2108"/>
                  </a:cubicBezTo>
                  <a:lnTo>
                    <a:pt x="3005" y="2108"/>
                  </a:lnTo>
                  <a:lnTo>
                    <a:pt x="197"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0"/>
            <p:cNvSpPr/>
            <p:nvPr/>
          </p:nvSpPr>
          <p:spPr>
            <a:xfrm>
              <a:off x="6174316" y="4330179"/>
              <a:ext cx="39198" cy="16300"/>
            </a:xfrm>
            <a:custGeom>
              <a:rect b="b" l="l" r="r" t="t"/>
              <a:pathLst>
                <a:path extrusionOk="0" h="1250" w="3006">
                  <a:moveTo>
                    <a:pt x="56" y="0"/>
                  </a:moveTo>
                  <a:cubicBezTo>
                    <a:pt x="49" y="78"/>
                    <a:pt x="42" y="157"/>
                    <a:pt x="36" y="235"/>
                  </a:cubicBezTo>
                  <a:cubicBezTo>
                    <a:pt x="0" y="784"/>
                    <a:pt x="437" y="1250"/>
                    <a:pt x="988" y="1250"/>
                  </a:cubicBezTo>
                  <a:lnTo>
                    <a:pt x="3005" y="1250"/>
                  </a:lnTo>
                  <a:lnTo>
                    <a:pt x="1341" y="2"/>
                  </a:lnTo>
                  <a:lnTo>
                    <a:pt x="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0"/>
            <p:cNvSpPr/>
            <p:nvPr/>
          </p:nvSpPr>
          <p:spPr>
            <a:xfrm>
              <a:off x="6219149" y="4326176"/>
              <a:ext cx="140493" cy="20290"/>
            </a:xfrm>
            <a:custGeom>
              <a:rect b="b" l="l" r="r" t="t"/>
              <a:pathLst>
                <a:path extrusionOk="0" h="1556" w="10774">
                  <a:moveTo>
                    <a:pt x="122" y="0"/>
                  </a:moveTo>
                  <a:cubicBezTo>
                    <a:pt x="56" y="0"/>
                    <a:pt x="0" y="55"/>
                    <a:pt x="0" y="122"/>
                  </a:cubicBezTo>
                  <a:lnTo>
                    <a:pt x="0" y="1556"/>
                  </a:lnTo>
                  <a:lnTo>
                    <a:pt x="9788" y="1556"/>
                  </a:lnTo>
                  <a:cubicBezTo>
                    <a:pt x="10338" y="1556"/>
                    <a:pt x="10774" y="1089"/>
                    <a:pt x="10738" y="541"/>
                  </a:cubicBezTo>
                  <a:cubicBezTo>
                    <a:pt x="10725" y="359"/>
                    <a:pt x="10706" y="179"/>
                    <a:pt x="10681"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0"/>
            <p:cNvSpPr/>
            <p:nvPr/>
          </p:nvSpPr>
          <p:spPr>
            <a:xfrm>
              <a:off x="6291158" y="4250437"/>
              <a:ext cx="56867" cy="44714"/>
            </a:xfrm>
            <a:custGeom>
              <a:rect b="b" l="l" r="r" t="t"/>
              <a:pathLst>
                <a:path extrusionOk="0" h="3429" w="4361">
                  <a:moveTo>
                    <a:pt x="0" y="1"/>
                  </a:moveTo>
                  <a:lnTo>
                    <a:pt x="0" y="1"/>
                  </a:lnTo>
                  <a:cubicBezTo>
                    <a:pt x="296" y="232"/>
                    <a:pt x="578" y="490"/>
                    <a:pt x="839" y="771"/>
                  </a:cubicBezTo>
                  <a:cubicBezTo>
                    <a:pt x="1563" y="1551"/>
                    <a:pt x="2089" y="2455"/>
                    <a:pt x="2402" y="3429"/>
                  </a:cubicBezTo>
                  <a:lnTo>
                    <a:pt x="4361" y="3429"/>
                  </a:lnTo>
                  <a:cubicBezTo>
                    <a:pt x="4082" y="2927"/>
                    <a:pt x="3739" y="2455"/>
                    <a:pt x="3338" y="2020"/>
                  </a:cubicBezTo>
                  <a:cubicBezTo>
                    <a:pt x="3054" y="1711"/>
                    <a:pt x="2745" y="1434"/>
                    <a:pt x="2418" y="1186"/>
                  </a:cubicBezTo>
                  <a:lnTo>
                    <a:pt x="1937" y="1546"/>
                  </a:lnTo>
                  <a:cubicBezTo>
                    <a:pt x="1923" y="1557"/>
                    <a:pt x="1907" y="1562"/>
                    <a:pt x="1891" y="1562"/>
                  </a:cubicBezTo>
                  <a:cubicBezTo>
                    <a:pt x="1851" y="1562"/>
                    <a:pt x="1814" y="1531"/>
                    <a:pt x="1814" y="1486"/>
                  </a:cubicBezTo>
                  <a:lnTo>
                    <a:pt x="1814" y="776"/>
                  </a:lnTo>
                  <a:cubicBezTo>
                    <a:pt x="1248" y="433"/>
                    <a:pt x="639" y="173"/>
                    <a:pt x="0"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0"/>
            <p:cNvSpPr/>
            <p:nvPr/>
          </p:nvSpPr>
          <p:spPr>
            <a:xfrm>
              <a:off x="6219162" y="4326176"/>
              <a:ext cx="140480" cy="20290"/>
            </a:xfrm>
            <a:custGeom>
              <a:rect b="b" l="l" r="r" t="t"/>
              <a:pathLst>
                <a:path extrusionOk="0" h="1556" w="10773">
                  <a:moveTo>
                    <a:pt x="7989" y="0"/>
                  </a:moveTo>
                  <a:cubicBezTo>
                    <a:pt x="7816" y="188"/>
                    <a:pt x="7567" y="307"/>
                    <a:pt x="7289" y="307"/>
                  </a:cubicBezTo>
                  <a:lnTo>
                    <a:pt x="1" y="307"/>
                  </a:lnTo>
                  <a:lnTo>
                    <a:pt x="1" y="1556"/>
                  </a:lnTo>
                  <a:lnTo>
                    <a:pt x="9787" y="1556"/>
                  </a:lnTo>
                  <a:cubicBezTo>
                    <a:pt x="10337" y="1556"/>
                    <a:pt x="10773" y="1091"/>
                    <a:pt x="10737" y="542"/>
                  </a:cubicBezTo>
                  <a:cubicBezTo>
                    <a:pt x="10724" y="362"/>
                    <a:pt x="10707" y="179"/>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0"/>
            <p:cNvSpPr/>
            <p:nvPr/>
          </p:nvSpPr>
          <p:spPr>
            <a:xfrm>
              <a:off x="6101238" y="4186657"/>
              <a:ext cx="331490" cy="416824"/>
            </a:xfrm>
            <a:custGeom>
              <a:rect b="b" l="l" r="r" t="t"/>
              <a:pathLst>
                <a:path extrusionOk="0" h="31965" w="25421">
                  <a:moveTo>
                    <a:pt x="9055" y="5116"/>
                  </a:moveTo>
                  <a:lnTo>
                    <a:pt x="9055" y="5117"/>
                  </a:lnTo>
                  <a:cubicBezTo>
                    <a:pt x="7817" y="5805"/>
                    <a:pt x="6787" y="6846"/>
                    <a:pt x="6109" y="8056"/>
                  </a:cubicBezTo>
                  <a:lnTo>
                    <a:pt x="4753" y="9073"/>
                  </a:lnTo>
                  <a:cubicBezTo>
                    <a:pt x="4670" y="9134"/>
                    <a:pt x="4610" y="9217"/>
                    <a:pt x="4574" y="9310"/>
                  </a:cubicBezTo>
                  <a:cubicBezTo>
                    <a:pt x="5058" y="7681"/>
                    <a:pt x="6028" y="6213"/>
                    <a:pt x="7391" y="5116"/>
                  </a:cubicBezTo>
                  <a:close/>
                  <a:moveTo>
                    <a:pt x="12705" y="5118"/>
                  </a:moveTo>
                  <a:cubicBezTo>
                    <a:pt x="13827" y="5118"/>
                    <a:pt x="14936" y="5398"/>
                    <a:pt x="15907" y="5935"/>
                  </a:cubicBezTo>
                  <a:lnTo>
                    <a:pt x="15907" y="6377"/>
                  </a:lnTo>
                  <a:cubicBezTo>
                    <a:pt x="15907" y="6699"/>
                    <a:pt x="16173" y="6923"/>
                    <a:pt x="16456" y="6923"/>
                  </a:cubicBezTo>
                  <a:cubicBezTo>
                    <a:pt x="16566" y="6923"/>
                    <a:pt x="16679" y="6889"/>
                    <a:pt x="16780" y="6813"/>
                  </a:cubicBezTo>
                  <a:lnTo>
                    <a:pt x="16969" y="6671"/>
                  </a:lnTo>
                  <a:cubicBezTo>
                    <a:pt x="17382" y="7018"/>
                    <a:pt x="17751" y="7417"/>
                    <a:pt x="18070" y="7854"/>
                  </a:cubicBezTo>
                  <a:lnTo>
                    <a:pt x="15200" y="7854"/>
                  </a:lnTo>
                  <a:cubicBezTo>
                    <a:pt x="14941" y="7854"/>
                    <a:pt x="14731" y="8063"/>
                    <a:pt x="14731" y="8321"/>
                  </a:cubicBezTo>
                  <a:cubicBezTo>
                    <a:pt x="14731" y="8580"/>
                    <a:pt x="14941" y="8789"/>
                    <a:pt x="15200" y="8789"/>
                  </a:cubicBezTo>
                  <a:lnTo>
                    <a:pt x="19949" y="8789"/>
                  </a:lnTo>
                  <a:lnTo>
                    <a:pt x="19949" y="10231"/>
                  </a:lnTo>
                  <a:lnTo>
                    <a:pt x="9163" y="10231"/>
                  </a:lnTo>
                  <a:cubicBezTo>
                    <a:pt x="8839" y="10231"/>
                    <a:pt x="8573" y="10497"/>
                    <a:pt x="8573" y="10821"/>
                  </a:cubicBezTo>
                  <a:lnTo>
                    <a:pt x="8573" y="11643"/>
                  </a:lnTo>
                  <a:cubicBezTo>
                    <a:pt x="8012" y="11222"/>
                    <a:pt x="7825" y="11082"/>
                    <a:pt x="7825" y="11082"/>
                  </a:cubicBezTo>
                  <a:lnTo>
                    <a:pt x="7825" y="11082"/>
                  </a:lnTo>
                  <a:cubicBezTo>
                    <a:pt x="7824" y="11082"/>
                    <a:pt x="8573" y="11644"/>
                    <a:pt x="8573" y="11644"/>
                  </a:cubicBezTo>
                  <a:cubicBezTo>
                    <a:pt x="8573" y="11644"/>
                    <a:pt x="7978" y="11198"/>
                    <a:pt x="5731" y="9511"/>
                  </a:cubicBezTo>
                  <a:cubicBezTo>
                    <a:pt x="5739" y="9504"/>
                    <a:pt x="8319" y="7568"/>
                    <a:pt x="8573" y="7377"/>
                  </a:cubicBezTo>
                  <a:lnTo>
                    <a:pt x="8573" y="8201"/>
                  </a:lnTo>
                  <a:cubicBezTo>
                    <a:pt x="8573" y="8525"/>
                    <a:pt x="8837" y="8791"/>
                    <a:pt x="9163" y="8791"/>
                  </a:cubicBezTo>
                  <a:lnTo>
                    <a:pt x="13013" y="8791"/>
                  </a:lnTo>
                  <a:cubicBezTo>
                    <a:pt x="13271" y="8791"/>
                    <a:pt x="13481" y="8581"/>
                    <a:pt x="13481" y="8323"/>
                  </a:cubicBezTo>
                  <a:cubicBezTo>
                    <a:pt x="13481" y="8065"/>
                    <a:pt x="13271" y="7855"/>
                    <a:pt x="13013" y="7855"/>
                  </a:cubicBezTo>
                  <a:lnTo>
                    <a:pt x="9509" y="7855"/>
                  </a:lnTo>
                  <a:lnTo>
                    <a:pt x="9509" y="6594"/>
                  </a:lnTo>
                  <a:cubicBezTo>
                    <a:pt x="9509" y="6390"/>
                    <a:pt x="9397" y="6205"/>
                    <a:pt x="9215" y="6110"/>
                  </a:cubicBezTo>
                  <a:cubicBezTo>
                    <a:pt x="10289" y="5439"/>
                    <a:pt x="11504" y="5118"/>
                    <a:pt x="12705" y="5118"/>
                  </a:cubicBezTo>
                  <a:close/>
                  <a:moveTo>
                    <a:pt x="6134" y="10983"/>
                  </a:moveTo>
                  <a:lnTo>
                    <a:pt x="7204" y="11787"/>
                  </a:lnTo>
                  <a:lnTo>
                    <a:pt x="6590" y="11787"/>
                  </a:lnTo>
                  <a:cubicBezTo>
                    <a:pt x="6312" y="11787"/>
                    <a:pt x="6089" y="11551"/>
                    <a:pt x="6109" y="11272"/>
                  </a:cubicBezTo>
                  <a:cubicBezTo>
                    <a:pt x="6117" y="11174"/>
                    <a:pt x="6124" y="11079"/>
                    <a:pt x="6134" y="10983"/>
                  </a:cubicBezTo>
                  <a:close/>
                  <a:moveTo>
                    <a:pt x="19305" y="11168"/>
                  </a:moveTo>
                  <a:cubicBezTo>
                    <a:pt x="19307" y="11204"/>
                    <a:pt x="19309" y="11237"/>
                    <a:pt x="19312" y="11272"/>
                  </a:cubicBezTo>
                  <a:cubicBezTo>
                    <a:pt x="19329" y="11551"/>
                    <a:pt x="19110" y="11787"/>
                    <a:pt x="18830" y="11787"/>
                  </a:cubicBezTo>
                  <a:lnTo>
                    <a:pt x="9512" y="11787"/>
                  </a:lnTo>
                  <a:lnTo>
                    <a:pt x="9512" y="11168"/>
                  </a:lnTo>
                  <a:close/>
                  <a:moveTo>
                    <a:pt x="3458" y="14436"/>
                  </a:moveTo>
                  <a:lnTo>
                    <a:pt x="3808" y="19180"/>
                  </a:lnTo>
                  <a:cubicBezTo>
                    <a:pt x="2206" y="19063"/>
                    <a:pt x="939" y="17723"/>
                    <a:pt x="939" y="16093"/>
                  </a:cubicBezTo>
                  <a:lnTo>
                    <a:pt x="939" y="15883"/>
                  </a:lnTo>
                  <a:cubicBezTo>
                    <a:pt x="939" y="15086"/>
                    <a:pt x="1589" y="14436"/>
                    <a:pt x="2387" y="14436"/>
                  </a:cubicBezTo>
                  <a:close/>
                  <a:moveTo>
                    <a:pt x="23034" y="14436"/>
                  </a:moveTo>
                  <a:cubicBezTo>
                    <a:pt x="23832" y="14436"/>
                    <a:pt x="24481" y="15086"/>
                    <a:pt x="24481" y="15883"/>
                  </a:cubicBezTo>
                  <a:lnTo>
                    <a:pt x="24481" y="16093"/>
                  </a:lnTo>
                  <a:cubicBezTo>
                    <a:pt x="24481" y="17723"/>
                    <a:pt x="23215" y="19063"/>
                    <a:pt x="21614" y="19180"/>
                  </a:cubicBezTo>
                  <a:lnTo>
                    <a:pt x="21963" y="14436"/>
                  </a:lnTo>
                  <a:close/>
                  <a:moveTo>
                    <a:pt x="4545" y="9406"/>
                  </a:moveTo>
                  <a:cubicBezTo>
                    <a:pt x="4504" y="9616"/>
                    <a:pt x="4591" y="9824"/>
                    <a:pt x="4753" y="9946"/>
                  </a:cubicBezTo>
                  <a:lnTo>
                    <a:pt x="5281" y="10343"/>
                  </a:lnTo>
                  <a:cubicBezTo>
                    <a:pt x="5230" y="10627"/>
                    <a:pt x="5192" y="10919"/>
                    <a:pt x="5174" y="11208"/>
                  </a:cubicBezTo>
                  <a:cubicBezTo>
                    <a:pt x="5121" y="12026"/>
                    <a:pt x="5772" y="12722"/>
                    <a:pt x="6592" y="12722"/>
                  </a:cubicBezTo>
                  <a:lnTo>
                    <a:pt x="18830" y="12722"/>
                  </a:lnTo>
                  <a:cubicBezTo>
                    <a:pt x="19616" y="12722"/>
                    <a:pt x="20310" y="12072"/>
                    <a:pt x="20242" y="11168"/>
                  </a:cubicBezTo>
                  <a:lnTo>
                    <a:pt x="20324" y="11168"/>
                  </a:lnTo>
                  <a:cubicBezTo>
                    <a:pt x="20634" y="11168"/>
                    <a:pt x="20885" y="10917"/>
                    <a:pt x="20885" y="10606"/>
                  </a:cubicBezTo>
                  <a:lnTo>
                    <a:pt x="20885" y="9441"/>
                  </a:lnTo>
                  <a:cubicBezTo>
                    <a:pt x="21149" y="10382"/>
                    <a:pt x="21249" y="11371"/>
                    <a:pt x="21175" y="12356"/>
                  </a:cubicBezTo>
                  <a:lnTo>
                    <a:pt x="20565" y="20627"/>
                  </a:lnTo>
                  <a:cubicBezTo>
                    <a:pt x="20275" y="24585"/>
                    <a:pt x="15302" y="27577"/>
                    <a:pt x="12709" y="27577"/>
                  </a:cubicBezTo>
                  <a:cubicBezTo>
                    <a:pt x="10066" y="27577"/>
                    <a:pt x="5139" y="24535"/>
                    <a:pt x="4852" y="20627"/>
                  </a:cubicBezTo>
                  <a:cubicBezTo>
                    <a:pt x="4794" y="19831"/>
                    <a:pt x="4313" y="13289"/>
                    <a:pt x="4243" y="12356"/>
                  </a:cubicBezTo>
                  <a:cubicBezTo>
                    <a:pt x="4169" y="11348"/>
                    <a:pt x="4276" y="10350"/>
                    <a:pt x="4545" y="9406"/>
                  </a:cubicBezTo>
                  <a:close/>
                  <a:moveTo>
                    <a:pt x="16803" y="27174"/>
                  </a:moveTo>
                  <a:lnTo>
                    <a:pt x="16803" y="27954"/>
                  </a:lnTo>
                  <a:cubicBezTo>
                    <a:pt x="16804" y="29038"/>
                    <a:pt x="17434" y="30039"/>
                    <a:pt x="18410" y="30507"/>
                  </a:cubicBezTo>
                  <a:lnTo>
                    <a:pt x="19494" y="31026"/>
                  </a:lnTo>
                  <a:lnTo>
                    <a:pt x="5924" y="31026"/>
                  </a:lnTo>
                  <a:lnTo>
                    <a:pt x="7009" y="30507"/>
                  </a:lnTo>
                  <a:cubicBezTo>
                    <a:pt x="7985" y="30039"/>
                    <a:pt x="8616" y="29036"/>
                    <a:pt x="8616" y="27954"/>
                  </a:cubicBezTo>
                  <a:lnTo>
                    <a:pt x="8616" y="27174"/>
                  </a:lnTo>
                  <a:cubicBezTo>
                    <a:pt x="10077" y="28032"/>
                    <a:pt x="11594" y="28512"/>
                    <a:pt x="12710" y="28512"/>
                  </a:cubicBezTo>
                  <a:cubicBezTo>
                    <a:pt x="13825" y="28512"/>
                    <a:pt x="15343" y="28030"/>
                    <a:pt x="16803" y="27174"/>
                  </a:cubicBezTo>
                  <a:close/>
                  <a:moveTo>
                    <a:pt x="16457" y="0"/>
                  </a:moveTo>
                  <a:cubicBezTo>
                    <a:pt x="16175" y="0"/>
                    <a:pt x="15909" y="223"/>
                    <a:pt x="15909" y="545"/>
                  </a:cubicBezTo>
                  <a:lnTo>
                    <a:pt x="15909" y="1805"/>
                  </a:lnTo>
                  <a:lnTo>
                    <a:pt x="8322" y="1805"/>
                  </a:lnTo>
                  <a:cubicBezTo>
                    <a:pt x="8064" y="1805"/>
                    <a:pt x="7854" y="2015"/>
                    <a:pt x="7854" y="2273"/>
                  </a:cubicBezTo>
                  <a:cubicBezTo>
                    <a:pt x="7854" y="2531"/>
                    <a:pt x="8064" y="2741"/>
                    <a:pt x="8322" y="2741"/>
                  </a:cubicBezTo>
                  <a:lnTo>
                    <a:pt x="16256" y="2741"/>
                  </a:lnTo>
                  <a:cubicBezTo>
                    <a:pt x="16580" y="2741"/>
                    <a:pt x="16846" y="2477"/>
                    <a:pt x="16846" y="2151"/>
                  </a:cubicBezTo>
                  <a:lnTo>
                    <a:pt x="16846" y="1328"/>
                  </a:lnTo>
                  <a:lnTo>
                    <a:pt x="19688" y="3460"/>
                  </a:lnTo>
                  <a:cubicBezTo>
                    <a:pt x="19682" y="3466"/>
                    <a:pt x="17412" y="5167"/>
                    <a:pt x="16846" y="5594"/>
                  </a:cubicBezTo>
                  <a:lnTo>
                    <a:pt x="16846" y="4771"/>
                  </a:lnTo>
                  <a:cubicBezTo>
                    <a:pt x="16846" y="4447"/>
                    <a:pt x="16580" y="4182"/>
                    <a:pt x="16256" y="4182"/>
                  </a:cubicBezTo>
                  <a:lnTo>
                    <a:pt x="5469" y="4182"/>
                  </a:lnTo>
                  <a:lnTo>
                    <a:pt x="5469" y="2740"/>
                  </a:lnTo>
                  <a:lnTo>
                    <a:pt x="6135" y="2740"/>
                  </a:lnTo>
                  <a:cubicBezTo>
                    <a:pt x="6394" y="2740"/>
                    <a:pt x="6603" y="2530"/>
                    <a:pt x="6603" y="2272"/>
                  </a:cubicBezTo>
                  <a:cubicBezTo>
                    <a:pt x="6603" y="2013"/>
                    <a:pt x="6394" y="1803"/>
                    <a:pt x="6135" y="1803"/>
                  </a:cubicBezTo>
                  <a:lnTo>
                    <a:pt x="5095" y="1803"/>
                  </a:lnTo>
                  <a:cubicBezTo>
                    <a:pt x="4785" y="1803"/>
                    <a:pt x="4534" y="2054"/>
                    <a:pt x="4534" y="2365"/>
                  </a:cubicBezTo>
                  <a:lnTo>
                    <a:pt x="4534" y="4556"/>
                  </a:lnTo>
                  <a:cubicBezTo>
                    <a:pt x="4534" y="4866"/>
                    <a:pt x="4785" y="5117"/>
                    <a:pt x="5095" y="5117"/>
                  </a:cubicBezTo>
                  <a:lnTo>
                    <a:pt x="5996" y="5117"/>
                  </a:lnTo>
                  <a:cubicBezTo>
                    <a:pt x="4099" y="7040"/>
                    <a:pt x="3108" y="9692"/>
                    <a:pt x="3308" y="12427"/>
                  </a:cubicBezTo>
                  <a:lnTo>
                    <a:pt x="3387" y="13500"/>
                  </a:lnTo>
                  <a:lnTo>
                    <a:pt x="2387" y="13500"/>
                  </a:lnTo>
                  <a:cubicBezTo>
                    <a:pt x="1071" y="13500"/>
                    <a:pt x="1" y="14569"/>
                    <a:pt x="1" y="15885"/>
                  </a:cubicBezTo>
                  <a:lnTo>
                    <a:pt x="1" y="16094"/>
                  </a:lnTo>
                  <a:cubicBezTo>
                    <a:pt x="1" y="18265"/>
                    <a:pt x="1724" y="20040"/>
                    <a:pt x="3875" y="20124"/>
                  </a:cubicBezTo>
                  <a:lnTo>
                    <a:pt x="3918" y="20698"/>
                  </a:lnTo>
                  <a:cubicBezTo>
                    <a:pt x="4098" y="23130"/>
                    <a:pt x="5742" y="25176"/>
                    <a:pt x="7679" y="26567"/>
                  </a:cubicBezTo>
                  <a:lnTo>
                    <a:pt x="7679" y="27957"/>
                  </a:lnTo>
                  <a:cubicBezTo>
                    <a:pt x="7679" y="28682"/>
                    <a:pt x="7259" y="29352"/>
                    <a:pt x="6606" y="29663"/>
                  </a:cubicBezTo>
                  <a:lnTo>
                    <a:pt x="4677" y="30589"/>
                  </a:lnTo>
                  <a:cubicBezTo>
                    <a:pt x="4370" y="30736"/>
                    <a:pt x="4210" y="31072"/>
                    <a:pt x="4284" y="31402"/>
                  </a:cubicBezTo>
                  <a:cubicBezTo>
                    <a:pt x="4360" y="31734"/>
                    <a:pt x="4650" y="31965"/>
                    <a:pt x="4992" y="31965"/>
                  </a:cubicBezTo>
                  <a:lnTo>
                    <a:pt x="20432" y="31965"/>
                  </a:lnTo>
                  <a:cubicBezTo>
                    <a:pt x="20772" y="31965"/>
                    <a:pt x="21063" y="31734"/>
                    <a:pt x="21137" y="31402"/>
                  </a:cubicBezTo>
                  <a:cubicBezTo>
                    <a:pt x="21214" y="31071"/>
                    <a:pt x="21051" y="30736"/>
                    <a:pt x="20744" y="30589"/>
                  </a:cubicBezTo>
                  <a:lnTo>
                    <a:pt x="18817" y="29663"/>
                  </a:lnTo>
                  <a:cubicBezTo>
                    <a:pt x="18164" y="29350"/>
                    <a:pt x="17742" y="28679"/>
                    <a:pt x="17742" y="27957"/>
                  </a:cubicBezTo>
                  <a:lnTo>
                    <a:pt x="17742" y="26567"/>
                  </a:lnTo>
                  <a:cubicBezTo>
                    <a:pt x="19680" y="25178"/>
                    <a:pt x="21324" y="23130"/>
                    <a:pt x="21503" y="20698"/>
                  </a:cubicBezTo>
                  <a:lnTo>
                    <a:pt x="21546" y="20124"/>
                  </a:lnTo>
                  <a:cubicBezTo>
                    <a:pt x="23697" y="20040"/>
                    <a:pt x="25421" y="18265"/>
                    <a:pt x="25421" y="16094"/>
                  </a:cubicBezTo>
                  <a:lnTo>
                    <a:pt x="25421" y="15885"/>
                  </a:lnTo>
                  <a:cubicBezTo>
                    <a:pt x="25418" y="14569"/>
                    <a:pt x="24347" y="13500"/>
                    <a:pt x="23032" y="13500"/>
                  </a:cubicBezTo>
                  <a:lnTo>
                    <a:pt x="22031" y="13500"/>
                  </a:lnTo>
                  <a:lnTo>
                    <a:pt x="22110" y="12427"/>
                  </a:lnTo>
                  <a:cubicBezTo>
                    <a:pt x="22232" y="10764"/>
                    <a:pt x="21915" y="9099"/>
                    <a:pt x="21188" y="7611"/>
                  </a:cubicBezTo>
                  <a:cubicBezTo>
                    <a:pt x="21108" y="7444"/>
                    <a:pt x="20941" y="7348"/>
                    <a:pt x="20768" y="7348"/>
                  </a:cubicBezTo>
                  <a:cubicBezTo>
                    <a:pt x="20698" y="7348"/>
                    <a:pt x="20628" y="7363"/>
                    <a:pt x="20562" y="7396"/>
                  </a:cubicBezTo>
                  <a:cubicBezTo>
                    <a:pt x="20384" y="7482"/>
                    <a:pt x="20287" y="7667"/>
                    <a:pt x="20301" y="7854"/>
                  </a:cubicBezTo>
                  <a:lnTo>
                    <a:pt x="19192" y="7854"/>
                  </a:lnTo>
                  <a:cubicBezTo>
                    <a:pt x="18799" y="7202"/>
                    <a:pt x="18303" y="6607"/>
                    <a:pt x="17735" y="6097"/>
                  </a:cubicBezTo>
                  <a:lnTo>
                    <a:pt x="18497" y="5525"/>
                  </a:lnTo>
                  <a:cubicBezTo>
                    <a:pt x="18735" y="5747"/>
                    <a:pt x="18964" y="5985"/>
                    <a:pt x="19176" y="6234"/>
                  </a:cubicBezTo>
                  <a:cubicBezTo>
                    <a:pt x="19269" y="6342"/>
                    <a:pt x="19401" y="6398"/>
                    <a:pt x="19533" y="6398"/>
                  </a:cubicBezTo>
                  <a:cubicBezTo>
                    <a:pt x="19640" y="6398"/>
                    <a:pt x="19748" y="6362"/>
                    <a:pt x="19836" y="6287"/>
                  </a:cubicBezTo>
                  <a:cubicBezTo>
                    <a:pt x="20033" y="6120"/>
                    <a:pt x="20056" y="5825"/>
                    <a:pt x="19889" y="5627"/>
                  </a:cubicBezTo>
                  <a:cubicBezTo>
                    <a:pt x="19690" y="5394"/>
                    <a:pt x="19480" y="5170"/>
                    <a:pt x="19258" y="4956"/>
                  </a:cubicBezTo>
                  <a:lnTo>
                    <a:pt x="20668" y="3898"/>
                  </a:lnTo>
                  <a:cubicBezTo>
                    <a:pt x="20958" y="3681"/>
                    <a:pt x="20958" y="3245"/>
                    <a:pt x="20668" y="3026"/>
                  </a:cubicBezTo>
                  <a:lnTo>
                    <a:pt x="16781" y="109"/>
                  </a:lnTo>
                  <a:cubicBezTo>
                    <a:pt x="16680" y="34"/>
                    <a:pt x="16568" y="0"/>
                    <a:pt x="1645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0"/>
            <p:cNvSpPr/>
            <p:nvPr/>
          </p:nvSpPr>
          <p:spPr>
            <a:xfrm>
              <a:off x="6195950" y="4380659"/>
              <a:ext cx="60871" cy="12218"/>
            </a:xfrm>
            <a:custGeom>
              <a:rect b="b" l="l" r="r" t="t"/>
              <a:pathLst>
                <a:path extrusionOk="0" h="937" w="4668">
                  <a:moveTo>
                    <a:pt x="469" y="1"/>
                  </a:moveTo>
                  <a:cubicBezTo>
                    <a:pt x="211" y="1"/>
                    <a:pt x="0" y="210"/>
                    <a:pt x="0" y="468"/>
                  </a:cubicBezTo>
                  <a:cubicBezTo>
                    <a:pt x="0" y="727"/>
                    <a:pt x="211" y="936"/>
                    <a:pt x="469" y="936"/>
                  </a:cubicBezTo>
                  <a:lnTo>
                    <a:pt x="4200" y="936"/>
                  </a:lnTo>
                  <a:cubicBezTo>
                    <a:pt x="4458" y="936"/>
                    <a:pt x="4668" y="727"/>
                    <a:pt x="4668" y="468"/>
                  </a:cubicBezTo>
                  <a:cubicBezTo>
                    <a:pt x="4668" y="210"/>
                    <a:pt x="4458" y="1"/>
                    <a:pt x="420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0"/>
            <p:cNvSpPr/>
            <p:nvPr/>
          </p:nvSpPr>
          <p:spPr>
            <a:xfrm>
              <a:off x="6260878" y="4380659"/>
              <a:ext cx="77145" cy="76766"/>
            </a:xfrm>
            <a:custGeom>
              <a:rect b="b" l="l" r="r" t="t"/>
              <a:pathLst>
                <a:path extrusionOk="0" h="5887" w="5916">
                  <a:moveTo>
                    <a:pt x="2962" y="1"/>
                  </a:moveTo>
                  <a:cubicBezTo>
                    <a:pt x="2016" y="1"/>
                    <a:pt x="1247" y="770"/>
                    <a:pt x="1247" y="1715"/>
                  </a:cubicBezTo>
                  <a:lnTo>
                    <a:pt x="1247" y="4172"/>
                  </a:lnTo>
                  <a:cubicBezTo>
                    <a:pt x="1247" y="4601"/>
                    <a:pt x="897" y="4951"/>
                    <a:pt x="470" y="4951"/>
                  </a:cubicBezTo>
                  <a:cubicBezTo>
                    <a:pt x="211" y="4951"/>
                    <a:pt x="0" y="5161"/>
                    <a:pt x="0" y="5419"/>
                  </a:cubicBezTo>
                  <a:cubicBezTo>
                    <a:pt x="0" y="5677"/>
                    <a:pt x="211" y="5887"/>
                    <a:pt x="470" y="5887"/>
                  </a:cubicBezTo>
                  <a:cubicBezTo>
                    <a:pt x="1415" y="5887"/>
                    <a:pt x="2184" y="5118"/>
                    <a:pt x="2184" y="4172"/>
                  </a:cubicBezTo>
                  <a:lnTo>
                    <a:pt x="2184" y="1715"/>
                  </a:lnTo>
                  <a:cubicBezTo>
                    <a:pt x="2184" y="1286"/>
                    <a:pt x="2534" y="936"/>
                    <a:pt x="2962" y="936"/>
                  </a:cubicBezTo>
                  <a:lnTo>
                    <a:pt x="5447" y="936"/>
                  </a:lnTo>
                  <a:cubicBezTo>
                    <a:pt x="5704" y="936"/>
                    <a:pt x="5915" y="727"/>
                    <a:pt x="5915" y="468"/>
                  </a:cubicBezTo>
                  <a:cubicBezTo>
                    <a:pt x="5915" y="209"/>
                    <a:pt x="5704" y="1"/>
                    <a:pt x="54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0"/>
            <p:cNvSpPr/>
            <p:nvPr/>
          </p:nvSpPr>
          <p:spPr>
            <a:xfrm>
              <a:off x="6220218" y="4486795"/>
              <a:ext cx="93562" cy="22963"/>
            </a:xfrm>
            <a:custGeom>
              <a:rect b="b" l="l" r="r" t="t"/>
              <a:pathLst>
                <a:path extrusionOk="0" h="1761" w="7175">
                  <a:moveTo>
                    <a:pt x="3588" y="1"/>
                  </a:moveTo>
                  <a:cubicBezTo>
                    <a:pt x="2601" y="1"/>
                    <a:pt x="1615" y="226"/>
                    <a:pt x="716" y="676"/>
                  </a:cubicBezTo>
                  <a:lnTo>
                    <a:pt x="325" y="874"/>
                  </a:lnTo>
                  <a:cubicBezTo>
                    <a:pt x="93" y="991"/>
                    <a:pt x="0" y="1272"/>
                    <a:pt x="116" y="1501"/>
                  </a:cubicBezTo>
                  <a:cubicBezTo>
                    <a:pt x="199" y="1666"/>
                    <a:pt x="364" y="1760"/>
                    <a:pt x="535" y="1760"/>
                  </a:cubicBezTo>
                  <a:cubicBezTo>
                    <a:pt x="606" y="1760"/>
                    <a:pt x="678" y="1744"/>
                    <a:pt x="745" y="1710"/>
                  </a:cubicBezTo>
                  <a:lnTo>
                    <a:pt x="1137" y="1513"/>
                  </a:lnTo>
                  <a:cubicBezTo>
                    <a:pt x="1904" y="1128"/>
                    <a:pt x="2747" y="935"/>
                    <a:pt x="3589" y="935"/>
                  </a:cubicBezTo>
                  <a:cubicBezTo>
                    <a:pt x="4431" y="935"/>
                    <a:pt x="5274" y="1128"/>
                    <a:pt x="6041" y="1513"/>
                  </a:cubicBezTo>
                  <a:lnTo>
                    <a:pt x="6432" y="1710"/>
                  </a:lnTo>
                  <a:cubicBezTo>
                    <a:pt x="6499" y="1744"/>
                    <a:pt x="6571" y="1760"/>
                    <a:pt x="6642" y="1760"/>
                  </a:cubicBezTo>
                  <a:cubicBezTo>
                    <a:pt x="6814" y="1760"/>
                    <a:pt x="6979" y="1665"/>
                    <a:pt x="7060" y="1501"/>
                  </a:cubicBezTo>
                  <a:cubicBezTo>
                    <a:pt x="7175" y="1272"/>
                    <a:pt x="7082" y="991"/>
                    <a:pt x="6849" y="874"/>
                  </a:cubicBezTo>
                  <a:lnTo>
                    <a:pt x="6459" y="676"/>
                  </a:lnTo>
                  <a:cubicBezTo>
                    <a:pt x="5560" y="226"/>
                    <a:pt x="4574" y="1"/>
                    <a:pt x="358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9" name="Google Shape;6619;p70"/>
          <p:cNvGrpSpPr/>
          <p:nvPr/>
        </p:nvGrpSpPr>
        <p:grpSpPr>
          <a:xfrm>
            <a:off x="5021900" y="4186614"/>
            <a:ext cx="331553" cy="416904"/>
            <a:chOff x="5021900" y="4186614"/>
            <a:chExt cx="331553" cy="416904"/>
          </a:xfrm>
        </p:grpSpPr>
        <p:sp>
          <p:nvSpPr>
            <p:cNvPr id="6620" name="Google Shape;6620;p70"/>
            <p:cNvSpPr/>
            <p:nvPr/>
          </p:nvSpPr>
          <p:spPr>
            <a:xfrm>
              <a:off x="5297057" y="4368808"/>
              <a:ext cx="50135" cy="74225"/>
            </a:xfrm>
            <a:custGeom>
              <a:rect b="b" l="l" r="r" t="t"/>
              <a:pathLst>
                <a:path extrusionOk="0" h="5691" w="3844">
                  <a:moveTo>
                    <a:pt x="421" y="1"/>
                  </a:moveTo>
                  <a:lnTo>
                    <a:pt x="1" y="5690"/>
                  </a:lnTo>
                  <a:lnTo>
                    <a:pt x="279" y="5690"/>
                  </a:lnTo>
                  <a:cubicBezTo>
                    <a:pt x="2248" y="5690"/>
                    <a:pt x="3843" y="4093"/>
                    <a:pt x="3843" y="2127"/>
                  </a:cubicBezTo>
                  <a:lnTo>
                    <a:pt x="3843" y="1918"/>
                  </a:lnTo>
                  <a:cubicBezTo>
                    <a:pt x="3843" y="858"/>
                    <a:pt x="2984" y="1"/>
                    <a:pt x="1926" y="1"/>
                  </a:cubicBezTo>
                  <a:close/>
                </a:path>
              </a:pathLst>
            </a:custGeom>
            <a:solidFill>
              <a:srgbClr val="CE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0"/>
            <p:cNvSpPr/>
            <p:nvPr/>
          </p:nvSpPr>
          <p:spPr>
            <a:xfrm>
              <a:off x="5027925" y="4368808"/>
              <a:ext cx="50135" cy="74225"/>
            </a:xfrm>
            <a:custGeom>
              <a:rect b="b" l="l" r="r" t="t"/>
              <a:pathLst>
                <a:path extrusionOk="0" h="5691" w="3844">
                  <a:moveTo>
                    <a:pt x="1919" y="1"/>
                  </a:moveTo>
                  <a:cubicBezTo>
                    <a:pt x="860" y="1"/>
                    <a:pt x="1" y="858"/>
                    <a:pt x="1" y="1918"/>
                  </a:cubicBezTo>
                  <a:lnTo>
                    <a:pt x="1" y="2127"/>
                  </a:lnTo>
                  <a:cubicBezTo>
                    <a:pt x="1" y="4093"/>
                    <a:pt x="1596" y="5690"/>
                    <a:pt x="3565" y="5690"/>
                  </a:cubicBezTo>
                  <a:lnTo>
                    <a:pt x="3844" y="5690"/>
                  </a:lnTo>
                  <a:lnTo>
                    <a:pt x="3423" y="1"/>
                  </a:lnTo>
                  <a:close/>
                </a:path>
              </a:pathLst>
            </a:custGeom>
            <a:solidFill>
              <a:srgbClr val="CE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0"/>
            <p:cNvSpPr/>
            <p:nvPr/>
          </p:nvSpPr>
          <p:spPr>
            <a:xfrm>
              <a:off x="5082232" y="4529965"/>
              <a:ext cx="210676" cy="67469"/>
            </a:xfrm>
            <a:custGeom>
              <a:rect b="b" l="l" r="r" t="t"/>
              <a:pathLst>
                <a:path extrusionOk="0" h="5173" w="16153">
                  <a:moveTo>
                    <a:pt x="3517" y="0"/>
                  </a:moveTo>
                  <a:lnTo>
                    <a:pt x="3517" y="1630"/>
                  </a:lnTo>
                  <a:cubicBezTo>
                    <a:pt x="3517" y="2540"/>
                    <a:pt x="2994" y="3369"/>
                    <a:pt x="2175" y="3761"/>
                  </a:cubicBezTo>
                  <a:lnTo>
                    <a:pt x="246" y="4687"/>
                  </a:lnTo>
                  <a:cubicBezTo>
                    <a:pt x="1" y="4806"/>
                    <a:pt x="84" y="5173"/>
                    <a:pt x="357" y="5173"/>
                  </a:cubicBezTo>
                  <a:lnTo>
                    <a:pt x="15797" y="5173"/>
                  </a:lnTo>
                  <a:cubicBezTo>
                    <a:pt x="16069" y="5173"/>
                    <a:pt x="16153" y="4806"/>
                    <a:pt x="15909" y="4687"/>
                  </a:cubicBezTo>
                  <a:lnTo>
                    <a:pt x="13980" y="3761"/>
                  </a:lnTo>
                  <a:cubicBezTo>
                    <a:pt x="13159" y="3369"/>
                    <a:pt x="12638" y="2540"/>
                    <a:pt x="12638" y="1630"/>
                  </a:cubicBezTo>
                  <a:lnTo>
                    <a:pt x="12638" y="0"/>
                  </a:lnTo>
                  <a:cubicBezTo>
                    <a:pt x="11038" y="1095"/>
                    <a:pt x="9273" y="1721"/>
                    <a:pt x="8077" y="1721"/>
                  </a:cubicBezTo>
                  <a:cubicBezTo>
                    <a:pt x="6881" y="1721"/>
                    <a:pt x="5114" y="1095"/>
                    <a:pt x="3517" y="0"/>
                  </a:cubicBezTo>
                  <a:close/>
                </a:path>
              </a:pathLst>
            </a:custGeom>
            <a:solidFill>
              <a:srgbClr val="CE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0"/>
            <p:cNvSpPr/>
            <p:nvPr/>
          </p:nvSpPr>
          <p:spPr>
            <a:xfrm>
              <a:off x="5066073" y="4222857"/>
              <a:ext cx="243008" cy="329571"/>
            </a:xfrm>
            <a:custGeom>
              <a:rect b="b" l="l" r="r" t="t"/>
              <a:pathLst>
                <a:path extrusionOk="0" h="25269" w="18632">
                  <a:moveTo>
                    <a:pt x="9316" y="1"/>
                  </a:moveTo>
                  <a:cubicBezTo>
                    <a:pt x="4111" y="1"/>
                    <a:pt x="0" y="4425"/>
                    <a:pt x="383" y="9616"/>
                  </a:cubicBezTo>
                  <a:lnTo>
                    <a:pt x="993" y="17887"/>
                  </a:lnTo>
                  <a:cubicBezTo>
                    <a:pt x="1315" y="22248"/>
                    <a:pt x="6690" y="25269"/>
                    <a:pt x="9319" y="25269"/>
                  </a:cubicBezTo>
                  <a:cubicBezTo>
                    <a:pt x="11946" y="25269"/>
                    <a:pt x="17321" y="22247"/>
                    <a:pt x="17643" y="17887"/>
                  </a:cubicBezTo>
                  <a:cubicBezTo>
                    <a:pt x="17638" y="17887"/>
                    <a:pt x="18248" y="9616"/>
                    <a:pt x="18248" y="9616"/>
                  </a:cubicBezTo>
                  <a:cubicBezTo>
                    <a:pt x="18631" y="4425"/>
                    <a:pt x="14522" y="1"/>
                    <a:pt x="9316" y="1"/>
                  </a:cubicBezTo>
                  <a:close/>
                </a:path>
              </a:pathLst>
            </a:custGeom>
            <a:solidFill>
              <a:srgbClr val="CE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0"/>
            <p:cNvSpPr/>
            <p:nvPr/>
          </p:nvSpPr>
          <p:spPr>
            <a:xfrm>
              <a:off x="5129926" y="4228269"/>
              <a:ext cx="178239" cy="324119"/>
            </a:xfrm>
            <a:custGeom>
              <a:rect b="b" l="l" r="r" t="t"/>
              <a:pathLst>
                <a:path extrusionOk="0" h="24851" w="13666">
                  <a:moveTo>
                    <a:pt x="7123" y="1"/>
                  </a:moveTo>
                  <a:lnTo>
                    <a:pt x="7123" y="1"/>
                  </a:lnTo>
                  <a:cubicBezTo>
                    <a:pt x="9574" y="1751"/>
                    <a:pt x="11094" y="4701"/>
                    <a:pt x="10855" y="7951"/>
                  </a:cubicBezTo>
                  <a:lnTo>
                    <a:pt x="10246" y="16222"/>
                  </a:lnTo>
                  <a:cubicBezTo>
                    <a:pt x="9926" y="20582"/>
                    <a:pt x="4549" y="23602"/>
                    <a:pt x="1922" y="23602"/>
                  </a:cubicBezTo>
                  <a:cubicBezTo>
                    <a:pt x="1376" y="23602"/>
                    <a:pt x="713" y="23472"/>
                    <a:pt x="0" y="23228"/>
                  </a:cubicBezTo>
                  <a:lnTo>
                    <a:pt x="0" y="23228"/>
                  </a:lnTo>
                  <a:cubicBezTo>
                    <a:pt x="1561" y="24262"/>
                    <a:pt x="3257" y="24851"/>
                    <a:pt x="4420" y="24851"/>
                  </a:cubicBezTo>
                  <a:cubicBezTo>
                    <a:pt x="7049" y="24851"/>
                    <a:pt x="12424" y="21829"/>
                    <a:pt x="12745" y="17471"/>
                  </a:cubicBezTo>
                  <a:lnTo>
                    <a:pt x="13355" y="9200"/>
                  </a:lnTo>
                  <a:cubicBezTo>
                    <a:pt x="13665" y="4951"/>
                    <a:pt x="10967" y="1216"/>
                    <a:pt x="7123"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0"/>
            <p:cNvSpPr/>
            <p:nvPr/>
          </p:nvSpPr>
          <p:spPr>
            <a:xfrm>
              <a:off x="5125805" y="4192731"/>
              <a:ext cx="123069" cy="153758"/>
            </a:xfrm>
            <a:custGeom>
              <a:rect b="b" l="l" r="r" t="t"/>
              <a:pathLst>
                <a:path extrusionOk="0" h="11789" w="9436">
                  <a:moveTo>
                    <a:pt x="6849" y="1"/>
                  </a:moveTo>
                  <a:cubicBezTo>
                    <a:pt x="6792" y="1"/>
                    <a:pt x="6740" y="47"/>
                    <a:pt x="6740" y="110"/>
                  </a:cubicBezTo>
                  <a:lnTo>
                    <a:pt x="6740" y="4770"/>
                  </a:lnTo>
                  <a:cubicBezTo>
                    <a:pt x="6740" y="4809"/>
                    <a:pt x="6719" y="4845"/>
                    <a:pt x="6686" y="4864"/>
                  </a:cubicBezTo>
                  <a:lnTo>
                    <a:pt x="4790" y="5957"/>
                  </a:lnTo>
                  <a:cubicBezTo>
                    <a:pt x="4773" y="5967"/>
                    <a:pt x="4754" y="5972"/>
                    <a:pt x="4735" y="5972"/>
                  </a:cubicBezTo>
                  <a:cubicBezTo>
                    <a:pt x="4716" y="5972"/>
                    <a:pt x="4698" y="5967"/>
                    <a:pt x="4681" y="5957"/>
                  </a:cubicBezTo>
                  <a:lnTo>
                    <a:pt x="2784" y="4864"/>
                  </a:lnTo>
                  <a:cubicBezTo>
                    <a:pt x="2751" y="4843"/>
                    <a:pt x="2731" y="4808"/>
                    <a:pt x="2731" y="4770"/>
                  </a:cubicBezTo>
                  <a:lnTo>
                    <a:pt x="2731" y="110"/>
                  </a:lnTo>
                  <a:cubicBezTo>
                    <a:pt x="2731" y="46"/>
                    <a:pt x="2680" y="1"/>
                    <a:pt x="2622" y="1"/>
                  </a:cubicBezTo>
                  <a:cubicBezTo>
                    <a:pt x="2606" y="1"/>
                    <a:pt x="2588" y="5"/>
                    <a:pt x="2572" y="13"/>
                  </a:cubicBezTo>
                  <a:cubicBezTo>
                    <a:pt x="1039" y="810"/>
                    <a:pt x="0" y="2424"/>
                    <a:pt x="36" y="4277"/>
                  </a:cubicBezTo>
                  <a:cubicBezTo>
                    <a:pt x="65" y="5799"/>
                    <a:pt x="831" y="7154"/>
                    <a:pt x="1991" y="7995"/>
                  </a:cubicBezTo>
                  <a:cubicBezTo>
                    <a:pt x="2187" y="8138"/>
                    <a:pt x="2306" y="8366"/>
                    <a:pt x="2306" y="8609"/>
                  </a:cubicBezTo>
                  <a:lnTo>
                    <a:pt x="2306" y="11789"/>
                  </a:lnTo>
                  <a:lnTo>
                    <a:pt x="7167" y="11789"/>
                  </a:lnTo>
                  <a:lnTo>
                    <a:pt x="7167" y="8616"/>
                  </a:lnTo>
                  <a:cubicBezTo>
                    <a:pt x="7167" y="8369"/>
                    <a:pt x="7289" y="8142"/>
                    <a:pt x="7488" y="7996"/>
                  </a:cubicBezTo>
                  <a:cubicBezTo>
                    <a:pt x="8666" y="7145"/>
                    <a:pt x="9435" y="5755"/>
                    <a:pt x="9435" y="4188"/>
                  </a:cubicBezTo>
                  <a:cubicBezTo>
                    <a:pt x="9435" y="2371"/>
                    <a:pt x="8406" y="797"/>
                    <a:pt x="6900" y="13"/>
                  </a:cubicBezTo>
                  <a:cubicBezTo>
                    <a:pt x="6883" y="5"/>
                    <a:pt x="6866" y="1"/>
                    <a:pt x="68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0"/>
            <p:cNvSpPr/>
            <p:nvPr/>
          </p:nvSpPr>
          <p:spPr>
            <a:xfrm>
              <a:off x="5155840" y="4330191"/>
              <a:ext cx="63426" cy="16290"/>
            </a:xfrm>
            <a:custGeom>
              <a:rect b="b" l="l" r="r" t="t"/>
              <a:pathLst>
                <a:path extrusionOk="0" h="1249" w="4863">
                  <a:moveTo>
                    <a:pt x="1" y="0"/>
                  </a:moveTo>
                  <a:lnTo>
                    <a:pt x="1" y="1249"/>
                  </a:lnTo>
                  <a:lnTo>
                    <a:pt x="4862" y="1249"/>
                  </a:lnTo>
                  <a:lnTo>
                    <a:pt x="4862" y="0"/>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0"/>
            <p:cNvSpPr/>
            <p:nvPr/>
          </p:nvSpPr>
          <p:spPr>
            <a:xfrm>
              <a:off x="5161383" y="4247297"/>
              <a:ext cx="52313" cy="23333"/>
            </a:xfrm>
            <a:custGeom>
              <a:rect b="b" l="l" r="r" t="t"/>
              <a:pathLst>
                <a:path extrusionOk="0" h="1789" w="4011">
                  <a:moveTo>
                    <a:pt x="2006" y="1"/>
                  </a:moveTo>
                  <a:cubicBezTo>
                    <a:pt x="1313" y="1"/>
                    <a:pt x="643" y="98"/>
                    <a:pt x="0" y="285"/>
                  </a:cubicBezTo>
                  <a:lnTo>
                    <a:pt x="0" y="586"/>
                  </a:lnTo>
                  <a:lnTo>
                    <a:pt x="3" y="586"/>
                  </a:lnTo>
                  <a:cubicBezTo>
                    <a:pt x="3" y="625"/>
                    <a:pt x="25" y="661"/>
                    <a:pt x="56" y="680"/>
                  </a:cubicBezTo>
                  <a:lnTo>
                    <a:pt x="1953" y="1773"/>
                  </a:lnTo>
                  <a:cubicBezTo>
                    <a:pt x="1970" y="1783"/>
                    <a:pt x="1988" y="1788"/>
                    <a:pt x="2007" y="1788"/>
                  </a:cubicBezTo>
                  <a:cubicBezTo>
                    <a:pt x="2026" y="1788"/>
                    <a:pt x="2045" y="1783"/>
                    <a:pt x="2062" y="1773"/>
                  </a:cubicBezTo>
                  <a:lnTo>
                    <a:pt x="3958" y="680"/>
                  </a:lnTo>
                  <a:cubicBezTo>
                    <a:pt x="3992" y="659"/>
                    <a:pt x="4011" y="624"/>
                    <a:pt x="4011" y="586"/>
                  </a:cubicBezTo>
                  <a:lnTo>
                    <a:pt x="4011" y="285"/>
                  </a:lnTo>
                  <a:cubicBezTo>
                    <a:pt x="3371" y="98"/>
                    <a:pt x="2699" y="1"/>
                    <a:pt x="2006" y="1"/>
                  </a:cubicBezTo>
                  <a:close/>
                </a:path>
              </a:pathLst>
            </a:custGeom>
            <a:solidFill>
              <a:srgbClr val="86F1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0"/>
            <p:cNvSpPr/>
            <p:nvPr/>
          </p:nvSpPr>
          <p:spPr>
            <a:xfrm>
              <a:off x="5219263" y="4267603"/>
              <a:ext cx="60974" cy="78881"/>
            </a:xfrm>
            <a:custGeom>
              <a:rect b="b" l="l" r="r" t="t"/>
              <a:pathLst>
                <a:path extrusionOk="0" h="6048" w="4675">
                  <a:moveTo>
                    <a:pt x="2005" y="1"/>
                  </a:moveTo>
                  <a:cubicBezTo>
                    <a:pt x="1685" y="915"/>
                    <a:pt x="1091" y="1700"/>
                    <a:pt x="322" y="2256"/>
                  </a:cubicBezTo>
                  <a:cubicBezTo>
                    <a:pt x="123" y="2400"/>
                    <a:pt x="1" y="2630"/>
                    <a:pt x="1" y="2875"/>
                  </a:cubicBezTo>
                  <a:lnTo>
                    <a:pt x="1" y="6048"/>
                  </a:lnTo>
                  <a:lnTo>
                    <a:pt x="3690" y="6048"/>
                  </a:lnTo>
                  <a:cubicBezTo>
                    <a:pt x="4239" y="6048"/>
                    <a:pt x="4674" y="5583"/>
                    <a:pt x="4638" y="5034"/>
                  </a:cubicBezTo>
                  <a:cubicBezTo>
                    <a:pt x="4531" y="3423"/>
                    <a:pt x="3882" y="1915"/>
                    <a:pt x="2758" y="707"/>
                  </a:cubicBezTo>
                  <a:cubicBezTo>
                    <a:pt x="2522" y="451"/>
                    <a:pt x="2269" y="216"/>
                    <a:pt x="2005" y="1"/>
                  </a:cubicBezTo>
                  <a:close/>
                </a:path>
              </a:pathLst>
            </a:custGeom>
            <a:solidFill>
              <a:srgbClr val="86F1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0"/>
            <p:cNvSpPr/>
            <p:nvPr/>
          </p:nvSpPr>
          <p:spPr>
            <a:xfrm>
              <a:off x="5094908" y="4267590"/>
              <a:ext cx="61000" cy="78907"/>
            </a:xfrm>
            <a:custGeom>
              <a:rect b="b" l="l" r="r" t="t"/>
              <a:pathLst>
                <a:path extrusionOk="0" h="6050" w="4677">
                  <a:moveTo>
                    <a:pt x="2671" y="0"/>
                  </a:moveTo>
                  <a:cubicBezTo>
                    <a:pt x="2405" y="216"/>
                    <a:pt x="2153" y="451"/>
                    <a:pt x="1916" y="708"/>
                  </a:cubicBezTo>
                  <a:cubicBezTo>
                    <a:pt x="794" y="1916"/>
                    <a:pt x="144" y="3424"/>
                    <a:pt x="36" y="5035"/>
                  </a:cubicBezTo>
                  <a:cubicBezTo>
                    <a:pt x="0" y="5584"/>
                    <a:pt x="437" y="6050"/>
                    <a:pt x="988" y="6050"/>
                  </a:cubicBezTo>
                  <a:lnTo>
                    <a:pt x="4677" y="6050"/>
                  </a:lnTo>
                  <a:lnTo>
                    <a:pt x="4677" y="2870"/>
                  </a:lnTo>
                  <a:cubicBezTo>
                    <a:pt x="4673" y="2625"/>
                    <a:pt x="4556" y="2398"/>
                    <a:pt x="4360" y="2255"/>
                  </a:cubicBezTo>
                  <a:cubicBezTo>
                    <a:pt x="3589" y="1698"/>
                    <a:pt x="2992" y="911"/>
                    <a:pt x="2671" y="0"/>
                  </a:cubicBezTo>
                  <a:close/>
                </a:path>
              </a:pathLst>
            </a:custGeom>
            <a:solidFill>
              <a:srgbClr val="86F1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0"/>
            <p:cNvSpPr/>
            <p:nvPr/>
          </p:nvSpPr>
          <p:spPr>
            <a:xfrm>
              <a:off x="5094882" y="4330191"/>
              <a:ext cx="61013" cy="16303"/>
            </a:xfrm>
            <a:custGeom>
              <a:rect b="b" l="l" r="r" t="t"/>
              <a:pathLst>
                <a:path extrusionOk="0" h="1250" w="4678">
                  <a:moveTo>
                    <a:pt x="57" y="0"/>
                  </a:moveTo>
                  <a:cubicBezTo>
                    <a:pt x="50" y="78"/>
                    <a:pt x="41" y="157"/>
                    <a:pt x="37" y="235"/>
                  </a:cubicBezTo>
                  <a:cubicBezTo>
                    <a:pt x="1" y="784"/>
                    <a:pt x="437" y="1250"/>
                    <a:pt x="987" y="1250"/>
                  </a:cubicBezTo>
                  <a:lnTo>
                    <a:pt x="4677" y="1250"/>
                  </a:lnTo>
                  <a:lnTo>
                    <a:pt x="4677" y="0"/>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0"/>
            <p:cNvSpPr/>
            <p:nvPr/>
          </p:nvSpPr>
          <p:spPr>
            <a:xfrm>
              <a:off x="5219263" y="4267603"/>
              <a:ext cx="60974" cy="78881"/>
            </a:xfrm>
            <a:custGeom>
              <a:rect b="b" l="l" r="r" t="t"/>
              <a:pathLst>
                <a:path extrusionOk="0" h="6048" w="4675">
                  <a:moveTo>
                    <a:pt x="2005" y="1"/>
                  </a:moveTo>
                  <a:cubicBezTo>
                    <a:pt x="1865" y="407"/>
                    <a:pt x="1666" y="787"/>
                    <a:pt x="1427" y="1133"/>
                  </a:cubicBezTo>
                  <a:cubicBezTo>
                    <a:pt x="1837" y="1958"/>
                    <a:pt x="2080" y="2853"/>
                    <a:pt x="2141" y="3785"/>
                  </a:cubicBezTo>
                  <a:cubicBezTo>
                    <a:pt x="2177" y="4333"/>
                    <a:pt x="1743" y="4799"/>
                    <a:pt x="1192" y="4799"/>
                  </a:cubicBezTo>
                  <a:lnTo>
                    <a:pt x="1" y="4799"/>
                  </a:lnTo>
                  <a:lnTo>
                    <a:pt x="1" y="6048"/>
                  </a:lnTo>
                  <a:lnTo>
                    <a:pt x="3690" y="6048"/>
                  </a:lnTo>
                  <a:cubicBezTo>
                    <a:pt x="4239" y="6048"/>
                    <a:pt x="4674" y="5583"/>
                    <a:pt x="4638" y="5034"/>
                  </a:cubicBezTo>
                  <a:cubicBezTo>
                    <a:pt x="4531" y="3423"/>
                    <a:pt x="3882" y="1915"/>
                    <a:pt x="2758" y="707"/>
                  </a:cubicBezTo>
                  <a:cubicBezTo>
                    <a:pt x="2522" y="451"/>
                    <a:pt x="2269" y="216"/>
                    <a:pt x="2005"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0"/>
            <p:cNvSpPr/>
            <p:nvPr/>
          </p:nvSpPr>
          <p:spPr>
            <a:xfrm>
              <a:off x="5176994" y="4306246"/>
              <a:ext cx="21116" cy="40249"/>
            </a:xfrm>
            <a:custGeom>
              <a:rect b="b" l="l" r="r" t="t"/>
              <a:pathLst>
                <a:path extrusionOk="0" h="3086" w="1619">
                  <a:moveTo>
                    <a:pt x="809" y="1"/>
                  </a:moveTo>
                  <a:cubicBezTo>
                    <a:pt x="363" y="1"/>
                    <a:pt x="0" y="364"/>
                    <a:pt x="0" y="810"/>
                  </a:cubicBezTo>
                  <a:lnTo>
                    <a:pt x="0" y="3086"/>
                  </a:lnTo>
                  <a:lnTo>
                    <a:pt x="1617" y="3086"/>
                  </a:lnTo>
                  <a:lnTo>
                    <a:pt x="1617" y="810"/>
                  </a:lnTo>
                  <a:cubicBezTo>
                    <a:pt x="1619" y="362"/>
                    <a:pt x="1256" y="1"/>
                    <a:pt x="8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0"/>
            <p:cNvSpPr/>
            <p:nvPr/>
          </p:nvSpPr>
          <p:spPr>
            <a:xfrm>
              <a:off x="5177020" y="4330191"/>
              <a:ext cx="21090" cy="16290"/>
            </a:xfrm>
            <a:custGeom>
              <a:rect b="b" l="l" r="r" t="t"/>
              <a:pathLst>
                <a:path extrusionOk="0" h="1249" w="1617">
                  <a:moveTo>
                    <a:pt x="1" y="0"/>
                  </a:moveTo>
                  <a:lnTo>
                    <a:pt x="1" y="1249"/>
                  </a:lnTo>
                  <a:lnTo>
                    <a:pt x="1617" y="1249"/>
                  </a:lnTo>
                  <a:lnTo>
                    <a:pt x="1617" y="0"/>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0"/>
            <p:cNvSpPr/>
            <p:nvPr/>
          </p:nvSpPr>
          <p:spPr>
            <a:xfrm>
              <a:off x="5021900" y="4186614"/>
              <a:ext cx="331553" cy="416904"/>
            </a:xfrm>
            <a:custGeom>
              <a:rect b="b" l="l" r="r" t="t"/>
              <a:pathLst>
                <a:path extrusionOk="0" h="31965" w="25421">
                  <a:moveTo>
                    <a:pt x="12702" y="3249"/>
                  </a:moveTo>
                  <a:cubicBezTo>
                    <a:pt x="13218" y="3249"/>
                    <a:pt x="13734" y="3296"/>
                    <a:pt x="14238" y="3388"/>
                  </a:cubicBezTo>
                  <a:lnTo>
                    <a:pt x="14238" y="4341"/>
                  </a:lnTo>
                  <a:cubicBezTo>
                    <a:pt x="13735" y="4238"/>
                    <a:pt x="13219" y="4186"/>
                    <a:pt x="12703" y="4186"/>
                  </a:cubicBezTo>
                  <a:cubicBezTo>
                    <a:pt x="12187" y="4186"/>
                    <a:pt x="11670" y="4238"/>
                    <a:pt x="11166" y="4341"/>
                  </a:cubicBezTo>
                  <a:lnTo>
                    <a:pt x="11166" y="3388"/>
                  </a:lnTo>
                  <a:cubicBezTo>
                    <a:pt x="11670" y="3296"/>
                    <a:pt x="12186" y="3249"/>
                    <a:pt x="12702" y="3249"/>
                  </a:cubicBezTo>
                  <a:close/>
                  <a:moveTo>
                    <a:pt x="12702" y="5122"/>
                  </a:moveTo>
                  <a:cubicBezTo>
                    <a:pt x="13098" y="5122"/>
                    <a:pt x="13499" y="5156"/>
                    <a:pt x="13898" y="5228"/>
                  </a:cubicBezTo>
                  <a:lnTo>
                    <a:pt x="12703" y="5919"/>
                  </a:lnTo>
                  <a:lnTo>
                    <a:pt x="11509" y="5228"/>
                  </a:lnTo>
                  <a:cubicBezTo>
                    <a:pt x="11895" y="5158"/>
                    <a:pt x="12295" y="5122"/>
                    <a:pt x="12702" y="5122"/>
                  </a:cubicBezTo>
                  <a:close/>
                  <a:moveTo>
                    <a:pt x="12703" y="9640"/>
                  </a:moveTo>
                  <a:cubicBezTo>
                    <a:pt x="12892" y="9640"/>
                    <a:pt x="13044" y="9794"/>
                    <a:pt x="13044" y="9982"/>
                  </a:cubicBezTo>
                  <a:lnTo>
                    <a:pt x="13044" y="11790"/>
                  </a:lnTo>
                  <a:lnTo>
                    <a:pt x="12363" y="11790"/>
                  </a:lnTo>
                  <a:lnTo>
                    <a:pt x="12363" y="9982"/>
                  </a:lnTo>
                  <a:cubicBezTo>
                    <a:pt x="12363" y="9794"/>
                    <a:pt x="12515" y="9640"/>
                    <a:pt x="12703" y="9640"/>
                  </a:cubicBezTo>
                  <a:close/>
                  <a:moveTo>
                    <a:pt x="15177" y="1221"/>
                  </a:moveTo>
                  <a:cubicBezTo>
                    <a:pt x="17530" y="2913"/>
                    <a:pt x="17507" y="6403"/>
                    <a:pt x="15178" y="8088"/>
                  </a:cubicBezTo>
                  <a:cubicBezTo>
                    <a:pt x="14855" y="8320"/>
                    <a:pt x="14664" y="8693"/>
                    <a:pt x="14664" y="9085"/>
                  </a:cubicBezTo>
                  <a:lnTo>
                    <a:pt x="14664" y="11790"/>
                  </a:lnTo>
                  <a:lnTo>
                    <a:pt x="13978" y="11790"/>
                  </a:lnTo>
                  <a:lnTo>
                    <a:pt x="13978" y="9982"/>
                  </a:lnTo>
                  <a:cubicBezTo>
                    <a:pt x="13978" y="9279"/>
                    <a:pt x="13406" y="8705"/>
                    <a:pt x="12701" y="8705"/>
                  </a:cubicBezTo>
                  <a:cubicBezTo>
                    <a:pt x="11998" y="8705"/>
                    <a:pt x="11424" y="9277"/>
                    <a:pt x="11424" y="9982"/>
                  </a:cubicBezTo>
                  <a:lnTo>
                    <a:pt x="11424" y="11790"/>
                  </a:lnTo>
                  <a:lnTo>
                    <a:pt x="10740" y="11790"/>
                  </a:lnTo>
                  <a:lnTo>
                    <a:pt x="10740" y="11430"/>
                  </a:lnTo>
                  <a:cubicBezTo>
                    <a:pt x="10740" y="11171"/>
                    <a:pt x="10529" y="10960"/>
                    <a:pt x="10271" y="10960"/>
                  </a:cubicBezTo>
                  <a:cubicBezTo>
                    <a:pt x="10012" y="10960"/>
                    <a:pt x="9803" y="11171"/>
                    <a:pt x="9803" y="11430"/>
                  </a:cubicBezTo>
                  <a:lnTo>
                    <a:pt x="9803" y="11790"/>
                  </a:lnTo>
                  <a:lnTo>
                    <a:pt x="6581" y="11790"/>
                  </a:lnTo>
                  <a:cubicBezTo>
                    <a:pt x="6302" y="11790"/>
                    <a:pt x="6081" y="11553"/>
                    <a:pt x="6099" y="11275"/>
                  </a:cubicBezTo>
                  <a:cubicBezTo>
                    <a:pt x="6208" y="9640"/>
                    <a:pt x="6906" y="8145"/>
                    <a:pt x="8095" y="6988"/>
                  </a:cubicBezTo>
                  <a:cubicBezTo>
                    <a:pt x="8465" y="7715"/>
                    <a:pt x="9005" y="8355"/>
                    <a:pt x="9681" y="8844"/>
                  </a:cubicBezTo>
                  <a:cubicBezTo>
                    <a:pt x="9757" y="8900"/>
                    <a:pt x="9803" y="8987"/>
                    <a:pt x="9803" y="9079"/>
                  </a:cubicBezTo>
                  <a:lnTo>
                    <a:pt x="9803" y="9246"/>
                  </a:lnTo>
                  <a:cubicBezTo>
                    <a:pt x="9803" y="9504"/>
                    <a:pt x="10012" y="9713"/>
                    <a:pt x="10271" y="9713"/>
                  </a:cubicBezTo>
                  <a:cubicBezTo>
                    <a:pt x="10529" y="9713"/>
                    <a:pt x="10740" y="9504"/>
                    <a:pt x="10740" y="9246"/>
                  </a:cubicBezTo>
                  <a:lnTo>
                    <a:pt x="10740" y="9079"/>
                  </a:lnTo>
                  <a:cubicBezTo>
                    <a:pt x="10740" y="8687"/>
                    <a:pt x="10549" y="8317"/>
                    <a:pt x="10232" y="8085"/>
                  </a:cubicBezTo>
                  <a:cubicBezTo>
                    <a:pt x="7891" y="6389"/>
                    <a:pt x="7880" y="2905"/>
                    <a:pt x="10230" y="1221"/>
                  </a:cubicBezTo>
                  <a:lnTo>
                    <a:pt x="10230" y="1221"/>
                  </a:lnTo>
                  <a:lnTo>
                    <a:pt x="10230" y="5239"/>
                  </a:lnTo>
                  <a:cubicBezTo>
                    <a:pt x="10230" y="5446"/>
                    <a:pt x="10341" y="5635"/>
                    <a:pt x="10519" y="5740"/>
                  </a:cubicBezTo>
                  <a:lnTo>
                    <a:pt x="12414" y="6834"/>
                  </a:lnTo>
                  <a:cubicBezTo>
                    <a:pt x="12503" y="6884"/>
                    <a:pt x="12603" y="6910"/>
                    <a:pt x="12703" y="6910"/>
                  </a:cubicBezTo>
                  <a:cubicBezTo>
                    <a:pt x="12803" y="6910"/>
                    <a:pt x="12903" y="6884"/>
                    <a:pt x="12993" y="6834"/>
                  </a:cubicBezTo>
                  <a:lnTo>
                    <a:pt x="14888" y="5740"/>
                  </a:lnTo>
                  <a:cubicBezTo>
                    <a:pt x="15066" y="5637"/>
                    <a:pt x="15177" y="5446"/>
                    <a:pt x="15177" y="5239"/>
                  </a:cubicBezTo>
                  <a:lnTo>
                    <a:pt x="15177" y="1221"/>
                  </a:lnTo>
                  <a:close/>
                  <a:moveTo>
                    <a:pt x="3449" y="14439"/>
                  </a:moveTo>
                  <a:lnTo>
                    <a:pt x="3799" y="19183"/>
                  </a:lnTo>
                  <a:cubicBezTo>
                    <a:pt x="2198" y="19066"/>
                    <a:pt x="932" y="17726"/>
                    <a:pt x="932" y="16096"/>
                  </a:cubicBezTo>
                  <a:lnTo>
                    <a:pt x="932" y="15886"/>
                  </a:lnTo>
                  <a:cubicBezTo>
                    <a:pt x="932" y="15089"/>
                    <a:pt x="1581" y="14439"/>
                    <a:pt x="2378" y="14439"/>
                  </a:cubicBezTo>
                  <a:close/>
                  <a:moveTo>
                    <a:pt x="23026" y="14439"/>
                  </a:moveTo>
                  <a:cubicBezTo>
                    <a:pt x="23823" y="14439"/>
                    <a:pt x="24474" y="15089"/>
                    <a:pt x="24474" y="15886"/>
                  </a:cubicBezTo>
                  <a:lnTo>
                    <a:pt x="24474" y="16096"/>
                  </a:lnTo>
                  <a:cubicBezTo>
                    <a:pt x="24474" y="17726"/>
                    <a:pt x="23206" y="19066"/>
                    <a:pt x="21605" y="19183"/>
                  </a:cubicBezTo>
                  <a:lnTo>
                    <a:pt x="21955" y="14439"/>
                  </a:lnTo>
                  <a:close/>
                  <a:moveTo>
                    <a:pt x="16794" y="27175"/>
                  </a:moveTo>
                  <a:lnTo>
                    <a:pt x="16794" y="27957"/>
                  </a:lnTo>
                  <a:cubicBezTo>
                    <a:pt x="16797" y="29041"/>
                    <a:pt x="17427" y="30042"/>
                    <a:pt x="18402" y="30510"/>
                  </a:cubicBezTo>
                  <a:lnTo>
                    <a:pt x="19487" y="31029"/>
                  </a:lnTo>
                  <a:lnTo>
                    <a:pt x="5916" y="31029"/>
                  </a:lnTo>
                  <a:lnTo>
                    <a:pt x="7002" y="30510"/>
                  </a:lnTo>
                  <a:cubicBezTo>
                    <a:pt x="7978" y="30042"/>
                    <a:pt x="8609" y="29039"/>
                    <a:pt x="8609" y="27957"/>
                  </a:cubicBezTo>
                  <a:lnTo>
                    <a:pt x="8609" y="27175"/>
                  </a:lnTo>
                  <a:cubicBezTo>
                    <a:pt x="10068" y="28033"/>
                    <a:pt x="11586" y="28514"/>
                    <a:pt x="12701" y="28514"/>
                  </a:cubicBezTo>
                  <a:cubicBezTo>
                    <a:pt x="13816" y="28514"/>
                    <a:pt x="15334" y="28030"/>
                    <a:pt x="16794" y="27175"/>
                  </a:cubicBezTo>
                  <a:close/>
                  <a:moveTo>
                    <a:pt x="14816" y="1"/>
                  </a:moveTo>
                  <a:cubicBezTo>
                    <a:pt x="14513" y="1"/>
                    <a:pt x="14238" y="243"/>
                    <a:pt x="14238" y="579"/>
                  </a:cubicBezTo>
                  <a:lnTo>
                    <a:pt x="14238" y="2437"/>
                  </a:lnTo>
                  <a:cubicBezTo>
                    <a:pt x="13732" y="2354"/>
                    <a:pt x="13217" y="2313"/>
                    <a:pt x="12702" y="2313"/>
                  </a:cubicBezTo>
                  <a:cubicBezTo>
                    <a:pt x="12187" y="2313"/>
                    <a:pt x="11672" y="2354"/>
                    <a:pt x="11166" y="2437"/>
                  </a:cubicBezTo>
                  <a:lnTo>
                    <a:pt x="11166" y="579"/>
                  </a:lnTo>
                  <a:cubicBezTo>
                    <a:pt x="11166" y="245"/>
                    <a:pt x="10891" y="1"/>
                    <a:pt x="10589" y="1"/>
                  </a:cubicBezTo>
                  <a:cubicBezTo>
                    <a:pt x="10500" y="1"/>
                    <a:pt x="10409" y="22"/>
                    <a:pt x="10322" y="68"/>
                  </a:cubicBezTo>
                  <a:cubicBezTo>
                    <a:pt x="8851" y="833"/>
                    <a:pt x="7864" y="2217"/>
                    <a:pt x="7603" y="3810"/>
                  </a:cubicBezTo>
                  <a:cubicBezTo>
                    <a:pt x="7137" y="4111"/>
                    <a:pt x="6696" y="4453"/>
                    <a:pt x="6289" y="4832"/>
                  </a:cubicBezTo>
                  <a:cubicBezTo>
                    <a:pt x="6099" y="5008"/>
                    <a:pt x="6088" y="5304"/>
                    <a:pt x="6266" y="5493"/>
                  </a:cubicBezTo>
                  <a:cubicBezTo>
                    <a:pt x="6357" y="5593"/>
                    <a:pt x="6482" y="5644"/>
                    <a:pt x="6608" y="5644"/>
                  </a:cubicBezTo>
                  <a:cubicBezTo>
                    <a:pt x="6722" y="5644"/>
                    <a:pt x="6837" y="5602"/>
                    <a:pt x="6927" y="5518"/>
                  </a:cubicBezTo>
                  <a:cubicBezTo>
                    <a:pt x="7125" y="5333"/>
                    <a:pt x="7333" y="5159"/>
                    <a:pt x="7546" y="4992"/>
                  </a:cubicBezTo>
                  <a:cubicBezTo>
                    <a:pt x="7570" y="5354"/>
                    <a:pt x="7632" y="5707"/>
                    <a:pt x="7731" y="6051"/>
                  </a:cubicBezTo>
                  <a:cubicBezTo>
                    <a:pt x="6250" y="7356"/>
                    <a:pt x="5304" y="9162"/>
                    <a:pt x="5168" y="11211"/>
                  </a:cubicBezTo>
                  <a:cubicBezTo>
                    <a:pt x="5113" y="12029"/>
                    <a:pt x="5765" y="12725"/>
                    <a:pt x="6584" y="12725"/>
                  </a:cubicBezTo>
                  <a:lnTo>
                    <a:pt x="18823" y="12725"/>
                  </a:lnTo>
                  <a:cubicBezTo>
                    <a:pt x="19642" y="12725"/>
                    <a:pt x="20294" y="12029"/>
                    <a:pt x="20240" y="11211"/>
                  </a:cubicBezTo>
                  <a:cubicBezTo>
                    <a:pt x="20193" y="10508"/>
                    <a:pt x="20050" y="9820"/>
                    <a:pt x="19811" y="9165"/>
                  </a:cubicBezTo>
                  <a:cubicBezTo>
                    <a:pt x="19743" y="8974"/>
                    <a:pt x="19562" y="8856"/>
                    <a:pt x="19371" y="8856"/>
                  </a:cubicBezTo>
                  <a:cubicBezTo>
                    <a:pt x="19319" y="8856"/>
                    <a:pt x="19265" y="8865"/>
                    <a:pt x="19213" y="8884"/>
                  </a:cubicBezTo>
                  <a:cubicBezTo>
                    <a:pt x="18968" y="8972"/>
                    <a:pt x="18843" y="9241"/>
                    <a:pt x="18930" y="9482"/>
                  </a:cubicBezTo>
                  <a:cubicBezTo>
                    <a:pt x="19138" y="10056"/>
                    <a:pt x="19265" y="10658"/>
                    <a:pt x="19305" y="11273"/>
                  </a:cubicBezTo>
                  <a:cubicBezTo>
                    <a:pt x="19324" y="11553"/>
                    <a:pt x="19103" y="11788"/>
                    <a:pt x="18823" y="11788"/>
                  </a:cubicBezTo>
                  <a:lnTo>
                    <a:pt x="15604" y="11788"/>
                  </a:lnTo>
                  <a:lnTo>
                    <a:pt x="15604" y="9083"/>
                  </a:lnTo>
                  <a:cubicBezTo>
                    <a:pt x="15604" y="8992"/>
                    <a:pt x="15650" y="8901"/>
                    <a:pt x="15730" y="8844"/>
                  </a:cubicBezTo>
                  <a:cubicBezTo>
                    <a:pt x="16408" y="8355"/>
                    <a:pt x="16946" y="7715"/>
                    <a:pt x="17315" y="6988"/>
                  </a:cubicBezTo>
                  <a:cubicBezTo>
                    <a:pt x="17527" y="7194"/>
                    <a:pt x="17732" y="7422"/>
                    <a:pt x="17927" y="7672"/>
                  </a:cubicBezTo>
                  <a:cubicBezTo>
                    <a:pt x="18019" y="7789"/>
                    <a:pt x="18157" y="7851"/>
                    <a:pt x="18298" y="7851"/>
                  </a:cubicBezTo>
                  <a:cubicBezTo>
                    <a:pt x="18684" y="7851"/>
                    <a:pt x="18907" y="7405"/>
                    <a:pt x="18665" y="7093"/>
                  </a:cubicBezTo>
                  <a:cubicBezTo>
                    <a:pt x="18376" y="6726"/>
                    <a:pt x="18046" y="6374"/>
                    <a:pt x="17681" y="6050"/>
                  </a:cubicBezTo>
                  <a:cubicBezTo>
                    <a:pt x="17778" y="5706"/>
                    <a:pt x="17840" y="5350"/>
                    <a:pt x="17864" y="4990"/>
                  </a:cubicBezTo>
                  <a:cubicBezTo>
                    <a:pt x="20133" y="6723"/>
                    <a:pt x="21384" y="9471"/>
                    <a:pt x="21173" y="12358"/>
                  </a:cubicBezTo>
                  <a:cubicBezTo>
                    <a:pt x="21088" y="13510"/>
                    <a:pt x="21060" y="13895"/>
                    <a:pt x="21060" y="13895"/>
                  </a:cubicBezTo>
                  <a:lnTo>
                    <a:pt x="21060" y="13895"/>
                  </a:lnTo>
                  <a:cubicBezTo>
                    <a:pt x="21060" y="13895"/>
                    <a:pt x="21175" y="12332"/>
                    <a:pt x="21175" y="12331"/>
                  </a:cubicBezTo>
                  <a:lnTo>
                    <a:pt x="21175" y="12331"/>
                  </a:lnTo>
                  <a:cubicBezTo>
                    <a:pt x="21175" y="12332"/>
                    <a:pt x="21053" y="13974"/>
                    <a:pt x="20563" y="20629"/>
                  </a:cubicBezTo>
                  <a:cubicBezTo>
                    <a:pt x="20272" y="24585"/>
                    <a:pt x="15297" y="27577"/>
                    <a:pt x="12707" y="27577"/>
                  </a:cubicBezTo>
                  <a:cubicBezTo>
                    <a:pt x="10034" y="27577"/>
                    <a:pt x="5136" y="24503"/>
                    <a:pt x="4851" y="20629"/>
                  </a:cubicBezTo>
                  <a:cubicBezTo>
                    <a:pt x="4621" y="17509"/>
                    <a:pt x="4559" y="16662"/>
                    <a:pt x="4559" y="16662"/>
                  </a:cubicBezTo>
                  <a:lnTo>
                    <a:pt x="4559" y="16662"/>
                  </a:lnTo>
                  <a:cubicBezTo>
                    <a:pt x="4559" y="16662"/>
                    <a:pt x="4647" y="17860"/>
                    <a:pt x="4647" y="17860"/>
                  </a:cubicBezTo>
                  <a:cubicBezTo>
                    <a:pt x="4647" y="17860"/>
                    <a:pt x="4564" y="16744"/>
                    <a:pt x="4241" y="12358"/>
                  </a:cubicBezTo>
                  <a:cubicBezTo>
                    <a:pt x="4103" y="10494"/>
                    <a:pt x="4567" y="8683"/>
                    <a:pt x="5581" y="7120"/>
                  </a:cubicBezTo>
                  <a:cubicBezTo>
                    <a:pt x="5720" y="6904"/>
                    <a:pt x="5660" y="6613"/>
                    <a:pt x="5442" y="6473"/>
                  </a:cubicBezTo>
                  <a:cubicBezTo>
                    <a:pt x="5363" y="6422"/>
                    <a:pt x="5275" y="6398"/>
                    <a:pt x="5188" y="6398"/>
                  </a:cubicBezTo>
                  <a:cubicBezTo>
                    <a:pt x="5035" y="6398"/>
                    <a:pt x="4884" y="6473"/>
                    <a:pt x="4795" y="6611"/>
                  </a:cubicBezTo>
                  <a:cubicBezTo>
                    <a:pt x="3668" y="8346"/>
                    <a:pt x="3156" y="10356"/>
                    <a:pt x="3308" y="12427"/>
                  </a:cubicBezTo>
                  <a:lnTo>
                    <a:pt x="3387" y="13499"/>
                  </a:lnTo>
                  <a:lnTo>
                    <a:pt x="2386" y="13499"/>
                  </a:lnTo>
                  <a:cubicBezTo>
                    <a:pt x="1071" y="13499"/>
                    <a:pt x="1" y="14568"/>
                    <a:pt x="1" y="15885"/>
                  </a:cubicBezTo>
                  <a:lnTo>
                    <a:pt x="1" y="16095"/>
                  </a:lnTo>
                  <a:cubicBezTo>
                    <a:pt x="1" y="18264"/>
                    <a:pt x="1724" y="20041"/>
                    <a:pt x="3875" y="20122"/>
                  </a:cubicBezTo>
                  <a:lnTo>
                    <a:pt x="3918" y="20696"/>
                  </a:lnTo>
                  <a:cubicBezTo>
                    <a:pt x="4097" y="23129"/>
                    <a:pt x="5742" y="25176"/>
                    <a:pt x="7679" y="26565"/>
                  </a:cubicBezTo>
                  <a:lnTo>
                    <a:pt x="7679" y="27956"/>
                  </a:lnTo>
                  <a:cubicBezTo>
                    <a:pt x="7679" y="28680"/>
                    <a:pt x="7257" y="29352"/>
                    <a:pt x="6604" y="29663"/>
                  </a:cubicBezTo>
                  <a:lnTo>
                    <a:pt x="4677" y="30589"/>
                  </a:lnTo>
                  <a:cubicBezTo>
                    <a:pt x="4370" y="30735"/>
                    <a:pt x="4208" y="31071"/>
                    <a:pt x="4284" y="31401"/>
                  </a:cubicBezTo>
                  <a:cubicBezTo>
                    <a:pt x="4359" y="31734"/>
                    <a:pt x="4650" y="31965"/>
                    <a:pt x="4990" y="31965"/>
                  </a:cubicBezTo>
                  <a:lnTo>
                    <a:pt x="20430" y="31965"/>
                  </a:lnTo>
                  <a:cubicBezTo>
                    <a:pt x="20771" y="31965"/>
                    <a:pt x="21060" y="31734"/>
                    <a:pt x="21137" y="31401"/>
                  </a:cubicBezTo>
                  <a:cubicBezTo>
                    <a:pt x="21213" y="31070"/>
                    <a:pt x="21051" y="30737"/>
                    <a:pt x="20744" y="30589"/>
                  </a:cubicBezTo>
                  <a:lnTo>
                    <a:pt x="18816" y="29663"/>
                  </a:lnTo>
                  <a:cubicBezTo>
                    <a:pt x="18163" y="29349"/>
                    <a:pt x="17742" y="28679"/>
                    <a:pt x="17742" y="27956"/>
                  </a:cubicBezTo>
                  <a:lnTo>
                    <a:pt x="17742" y="26565"/>
                  </a:lnTo>
                  <a:cubicBezTo>
                    <a:pt x="19679" y="25178"/>
                    <a:pt x="21324" y="23129"/>
                    <a:pt x="21503" y="20696"/>
                  </a:cubicBezTo>
                  <a:lnTo>
                    <a:pt x="21546" y="20122"/>
                  </a:lnTo>
                  <a:cubicBezTo>
                    <a:pt x="23696" y="20041"/>
                    <a:pt x="25421" y="18264"/>
                    <a:pt x="25421" y="16095"/>
                  </a:cubicBezTo>
                  <a:lnTo>
                    <a:pt x="25421" y="15885"/>
                  </a:lnTo>
                  <a:cubicBezTo>
                    <a:pt x="25409" y="14572"/>
                    <a:pt x="24340" y="13503"/>
                    <a:pt x="23024" y="13503"/>
                  </a:cubicBezTo>
                  <a:lnTo>
                    <a:pt x="22023" y="13503"/>
                  </a:lnTo>
                  <a:lnTo>
                    <a:pt x="22102" y="12430"/>
                  </a:lnTo>
                  <a:cubicBezTo>
                    <a:pt x="22357" y="8966"/>
                    <a:pt x="20714" y="5684"/>
                    <a:pt x="17801" y="3807"/>
                  </a:cubicBezTo>
                  <a:cubicBezTo>
                    <a:pt x="17538" y="2217"/>
                    <a:pt x="16547" y="827"/>
                    <a:pt x="15082" y="66"/>
                  </a:cubicBezTo>
                  <a:cubicBezTo>
                    <a:pt x="14995" y="21"/>
                    <a:pt x="14904" y="1"/>
                    <a:pt x="148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0"/>
            <p:cNvSpPr/>
            <p:nvPr/>
          </p:nvSpPr>
          <p:spPr>
            <a:xfrm>
              <a:off x="5116519" y="4380676"/>
              <a:ext cx="60895" cy="12221"/>
            </a:xfrm>
            <a:custGeom>
              <a:rect b="b" l="l" r="r" t="t"/>
              <a:pathLst>
                <a:path extrusionOk="0" h="937" w="4669">
                  <a:moveTo>
                    <a:pt x="469" y="1"/>
                  </a:moveTo>
                  <a:cubicBezTo>
                    <a:pt x="210" y="1"/>
                    <a:pt x="1" y="210"/>
                    <a:pt x="1" y="468"/>
                  </a:cubicBezTo>
                  <a:cubicBezTo>
                    <a:pt x="1" y="727"/>
                    <a:pt x="210" y="936"/>
                    <a:pt x="469" y="936"/>
                  </a:cubicBezTo>
                  <a:lnTo>
                    <a:pt x="4199" y="936"/>
                  </a:lnTo>
                  <a:cubicBezTo>
                    <a:pt x="4458" y="936"/>
                    <a:pt x="4669" y="727"/>
                    <a:pt x="4669" y="468"/>
                  </a:cubicBezTo>
                  <a:cubicBezTo>
                    <a:pt x="4669" y="209"/>
                    <a:pt x="4458"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0"/>
            <p:cNvSpPr/>
            <p:nvPr/>
          </p:nvSpPr>
          <p:spPr>
            <a:xfrm>
              <a:off x="5181454" y="4380637"/>
              <a:ext cx="77146" cy="76807"/>
            </a:xfrm>
            <a:custGeom>
              <a:rect b="b" l="l" r="r" t="t"/>
              <a:pathLst>
                <a:path extrusionOk="0" h="5889" w="5915">
                  <a:moveTo>
                    <a:pt x="2963" y="1"/>
                  </a:moveTo>
                  <a:cubicBezTo>
                    <a:pt x="2017" y="1"/>
                    <a:pt x="1248" y="771"/>
                    <a:pt x="1248" y="1715"/>
                  </a:cubicBezTo>
                  <a:lnTo>
                    <a:pt x="1248" y="4174"/>
                  </a:lnTo>
                  <a:cubicBezTo>
                    <a:pt x="1248" y="4603"/>
                    <a:pt x="898" y="4951"/>
                    <a:pt x="469" y="4951"/>
                  </a:cubicBezTo>
                  <a:cubicBezTo>
                    <a:pt x="210" y="4951"/>
                    <a:pt x="1" y="5162"/>
                    <a:pt x="1" y="5420"/>
                  </a:cubicBezTo>
                  <a:cubicBezTo>
                    <a:pt x="1" y="5677"/>
                    <a:pt x="210" y="5888"/>
                    <a:pt x="469" y="5888"/>
                  </a:cubicBezTo>
                  <a:cubicBezTo>
                    <a:pt x="470" y="5888"/>
                    <a:pt x="471" y="5888"/>
                    <a:pt x="471" y="5888"/>
                  </a:cubicBezTo>
                  <a:cubicBezTo>
                    <a:pt x="1416" y="5888"/>
                    <a:pt x="2184" y="5120"/>
                    <a:pt x="2184" y="4174"/>
                  </a:cubicBezTo>
                  <a:lnTo>
                    <a:pt x="2184" y="1715"/>
                  </a:lnTo>
                  <a:cubicBezTo>
                    <a:pt x="2184" y="1288"/>
                    <a:pt x="2534" y="938"/>
                    <a:pt x="2963" y="938"/>
                  </a:cubicBezTo>
                  <a:lnTo>
                    <a:pt x="5447" y="938"/>
                  </a:lnTo>
                  <a:cubicBezTo>
                    <a:pt x="5705" y="938"/>
                    <a:pt x="5914" y="727"/>
                    <a:pt x="5914" y="470"/>
                  </a:cubicBezTo>
                  <a:cubicBezTo>
                    <a:pt x="5914" y="212"/>
                    <a:pt x="5705" y="1"/>
                    <a:pt x="54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0"/>
            <p:cNvSpPr/>
            <p:nvPr/>
          </p:nvSpPr>
          <p:spPr>
            <a:xfrm>
              <a:off x="5148993" y="4490396"/>
              <a:ext cx="77133" cy="12234"/>
            </a:xfrm>
            <a:custGeom>
              <a:rect b="b" l="l" r="r" t="t"/>
              <a:pathLst>
                <a:path extrusionOk="0" h="938" w="5914">
                  <a:moveTo>
                    <a:pt x="468" y="1"/>
                  </a:moveTo>
                  <a:cubicBezTo>
                    <a:pt x="208" y="1"/>
                    <a:pt x="0" y="212"/>
                    <a:pt x="0" y="470"/>
                  </a:cubicBezTo>
                  <a:cubicBezTo>
                    <a:pt x="0" y="728"/>
                    <a:pt x="210" y="938"/>
                    <a:pt x="468" y="938"/>
                  </a:cubicBezTo>
                  <a:lnTo>
                    <a:pt x="5446" y="938"/>
                  </a:lnTo>
                  <a:cubicBezTo>
                    <a:pt x="5704" y="938"/>
                    <a:pt x="5914" y="728"/>
                    <a:pt x="5914" y="470"/>
                  </a:cubicBezTo>
                  <a:cubicBezTo>
                    <a:pt x="5914" y="212"/>
                    <a:pt x="5704"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8" name="Google Shape;6638;p70"/>
          <p:cNvGrpSpPr/>
          <p:nvPr/>
        </p:nvGrpSpPr>
        <p:grpSpPr>
          <a:xfrm>
            <a:off x="5021813" y="1790551"/>
            <a:ext cx="331539" cy="417010"/>
            <a:chOff x="5021813" y="1790551"/>
            <a:chExt cx="331539" cy="417010"/>
          </a:xfrm>
        </p:grpSpPr>
        <p:sp>
          <p:nvSpPr>
            <p:cNvPr id="6639" name="Google Shape;6639;p70"/>
            <p:cNvSpPr/>
            <p:nvPr/>
          </p:nvSpPr>
          <p:spPr>
            <a:xfrm>
              <a:off x="5297097" y="1972782"/>
              <a:ext cx="50145" cy="74239"/>
            </a:xfrm>
            <a:custGeom>
              <a:rect b="b" l="l" r="r" t="t"/>
              <a:pathLst>
                <a:path extrusionOk="0" h="5691" w="3844">
                  <a:moveTo>
                    <a:pt x="421" y="1"/>
                  </a:moveTo>
                  <a:lnTo>
                    <a:pt x="1" y="5690"/>
                  </a:lnTo>
                  <a:lnTo>
                    <a:pt x="279" y="5690"/>
                  </a:lnTo>
                  <a:cubicBezTo>
                    <a:pt x="2246" y="5690"/>
                    <a:pt x="3841" y="4093"/>
                    <a:pt x="3843" y="2127"/>
                  </a:cubicBezTo>
                  <a:lnTo>
                    <a:pt x="3843" y="1918"/>
                  </a:lnTo>
                  <a:cubicBezTo>
                    <a:pt x="3843" y="858"/>
                    <a:pt x="2984" y="1"/>
                    <a:pt x="1925" y="1"/>
                  </a:cubicBezTo>
                  <a:close/>
                </a:path>
              </a:pathLst>
            </a:custGeom>
            <a:solidFill>
              <a:srgbClr val="CE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0"/>
            <p:cNvSpPr/>
            <p:nvPr/>
          </p:nvSpPr>
          <p:spPr>
            <a:xfrm>
              <a:off x="5027853" y="1972782"/>
              <a:ext cx="50145" cy="74239"/>
            </a:xfrm>
            <a:custGeom>
              <a:rect b="b" l="l" r="r" t="t"/>
              <a:pathLst>
                <a:path extrusionOk="0" h="5691" w="3844">
                  <a:moveTo>
                    <a:pt x="1920" y="1"/>
                  </a:moveTo>
                  <a:cubicBezTo>
                    <a:pt x="861" y="1"/>
                    <a:pt x="1" y="858"/>
                    <a:pt x="1" y="1918"/>
                  </a:cubicBezTo>
                  <a:lnTo>
                    <a:pt x="1" y="2127"/>
                  </a:lnTo>
                  <a:cubicBezTo>
                    <a:pt x="2" y="4093"/>
                    <a:pt x="1598" y="5690"/>
                    <a:pt x="3565" y="5690"/>
                  </a:cubicBezTo>
                  <a:lnTo>
                    <a:pt x="3844" y="5690"/>
                  </a:lnTo>
                  <a:lnTo>
                    <a:pt x="3425" y="1"/>
                  </a:lnTo>
                  <a:close/>
                </a:path>
              </a:pathLst>
            </a:custGeom>
            <a:solidFill>
              <a:srgbClr val="CE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0"/>
            <p:cNvSpPr/>
            <p:nvPr/>
          </p:nvSpPr>
          <p:spPr>
            <a:xfrm>
              <a:off x="5082187" y="2133985"/>
              <a:ext cx="210703" cy="67482"/>
            </a:xfrm>
            <a:custGeom>
              <a:rect b="b" l="l" r="r" t="t"/>
              <a:pathLst>
                <a:path extrusionOk="0" h="5173" w="16152">
                  <a:moveTo>
                    <a:pt x="3516" y="0"/>
                  </a:moveTo>
                  <a:lnTo>
                    <a:pt x="3516" y="1630"/>
                  </a:lnTo>
                  <a:cubicBezTo>
                    <a:pt x="3516" y="2540"/>
                    <a:pt x="2993" y="3369"/>
                    <a:pt x="2174" y="3761"/>
                  </a:cubicBezTo>
                  <a:lnTo>
                    <a:pt x="246" y="4687"/>
                  </a:lnTo>
                  <a:cubicBezTo>
                    <a:pt x="0" y="4806"/>
                    <a:pt x="83" y="5173"/>
                    <a:pt x="356" y="5173"/>
                  </a:cubicBezTo>
                  <a:lnTo>
                    <a:pt x="15796" y="5173"/>
                  </a:lnTo>
                  <a:cubicBezTo>
                    <a:pt x="16069" y="5173"/>
                    <a:pt x="16152" y="4806"/>
                    <a:pt x="15908" y="4687"/>
                  </a:cubicBezTo>
                  <a:lnTo>
                    <a:pt x="13979" y="3761"/>
                  </a:lnTo>
                  <a:cubicBezTo>
                    <a:pt x="13160" y="3369"/>
                    <a:pt x="12638" y="2540"/>
                    <a:pt x="12638" y="1630"/>
                  </a:cubicBezTo>
                  <a:lnTo>
                    <a:pt x="12638" y="0"/>
                  </a:lnTo>
                  <a:cubicBezTo>
                    <a:pt x="11038" y="1095"/>
                    <a:pt x="9273" y="1721"/>
                    <a:pt x="8077" y="1721"/>
                  </a:cubicBezTo>
                  <a:cubicBezTo>
                    <a:pt x="6881" y="1721"/>
                    <a:pt x="5114" y="1095"/>
                    <a:pt x="3516" y="0"/>
                  </a:cubicBezTo>
                  <a:close/>
                </a:path>
              </a:pathLst>
            </a:custGeom>
            <a:solidFill>
              <a:srgbClr val="CE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0"/>
            <p:cNvSpPr/>
            <p:nvPr/>
          </p:nvSpPr>
          <p:spPr>
            <a:xfrm>
              <a:off x="5065984" y="1826791"/>
              <a:ext cx="243081" cy="329634"/>
            </a:xfrm>
            <a:custGeom>
              <a:rect b="b" l="l" r="r" t="t"/>
              <a:pathLst>
                <a:path extrusionOk="0" h="25269" w="18634">
                  <a:moveTo>
                    <a:pt x="9317" y="1"/>
                  </a:moveTo>
                  <a:cubicBezTo>
                    <a:pt x="4111" y="1"/>
                    <a:pt x="1" y="4425"/>
                    <a:pt x="383" y="9616"/>
                  </a:cubicBezTo>
                  <a:lnTo>
                    <a:pt x="993" y="17887"/>
                  </a:lnTo>
                  <a:cubicBezTo>
                    <a:pt x="1314" y="22248"/>
                    <a:pt x="6689" y="25269"/>
                    <a:pt x="9317" y="25269"/>
                  </a:cubicBezTo>
                  <a:cubicBezTo>
                    <a:pt x="11945" y="25269"/>
                    <a:pt x="17321" y="22247"/>
                    <a:pt x="17642" y="17887"/>
                  </a:cubicBezTo>
                  <a:cubicBezTo>
                    <a:pt x="17643" y="17887"/>
                    <a:pt x="18252" y="9616"/>
                    <a:pt x="18252" y="9616"/>
                  </a:cubicBezTo>
                  <a:cubicBezTo>
                    <a:pt x="18634" y="4425"/>
                    <a:pt x="14524" y="1"/>
                    <a:pt x="9317" y="1"/>
                  </a:cubicBezTo>
                  <a:close/>
                </a:path>
              </a:pathLst>
            </a:custGeom>
            <a:solidFill>
              <a:srgbClr val="CE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0"/>
            <p:cNvSpPr/>
            <p:nvPr/>
          </p:nvSpPr>
          <p:spPr>
            <a:xfrm>
              <a:off x="5129894" y="1832205"/>
              <a:ext cx="178273" cy="324181"/>
            </a:xfrm>
            <a:custGeom>
              <a:rect b="b" l="l" r="r" t="t"/>
              <a:pathLst>
                <a:path extrusionOk="0" h="24851" w="13666">
                  <a:moveTo>
                    <a:pt x="7122" y="1"/>
                  </a:moveTo>
                  <a:lnTo>
                    <a:pt x="7122" y="1"/>
                  </a:lnTo>
                  <a:cubicBezTo>
                    <a:pt x="9573" y="1751"/>
                    <a:pt x="11094" y="4701"/>
                    <a:pt x="10856" y="7951"/>
                  </a:cubicBezTo>
                  <a:lnTo>
                    <a:pt x="10246" y="16222"/>
                  </a:lnTo>
                  <a:cubicBezTo>
                    <a:pt x="9925" y="20582"/>
                    <a:pt x="4548" y="23602"/>
                    <a:pt x="1921" y="23602"/>
                  </a:cubicBezTo>
                  <a:cubicBezTo>
                    <a:pt x="1375" y="23602"/>
                    <a:pt x="713" y="23472"/>
                    <a:pt x="1" y="23228"/>
                  </a:cubicBezTo>
                  <a:lnTo>
                    <a:pt x="1" y="23228"/>
                  </a:lnTo>
                  <a:cubicBezTo>
                    <a:pt x="1561" y="24262"/>
                    <a:pt x="3257" y="24851"/>
                    <a:pt x="4420" y="24851"/>
                  </a:cubicBezTo>
                  <a:cubicBezTo>
                    <a:pt x="7048" y="24851"/>
                    <a:pt x="12423" y="21829"/>
                    <a:pt x="12744" y="17471"/>
                  </a:cubicBezTo>
                  <a:lnTo>
                    <a:pt x="13354" y="9200"/>
                  </a:lnTo>
                  <a:cubicBezTo>
                    <a:pt x="13666" y="4951"/>
                    <a:pt x="10968" y="1214"/>
                    <a:pt x="7122"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0"/>
            <p:cNvSpPr/>
            <p:nvPr/>
          </p:nvSpPr>
          <p:spPr>
            <a:xfrm>
              <a:off x="5118871" y="1796656"/>
              <a:ext cx="137351" cy="20363"/>
            </a:xfrm>
            <a:custGeom>
              <a:rect b="b" l="l" r="r" t="t"/>
              <a:pathLst>
                <a:path extrusionOk="0" h="1561" w="10529">
                  <a:moveTo>
                    <a:pt x="104" y="1"/>
                  </a:moveTo>
                  <a:cubicBezTo>
                    <a:pt x="47" y="1"/>
                    <a:pt x="1" y="48"/>
                    <a:pt x="1" y="104"/>
                  </a:cubicBezTo>
                  <a:lnTo>
                    <a:pt x="1" y="1457"/>
                  </a:lnTo>
                  <a:cubicBezTo>
                    <a:pt x="1" y="1514"/>
                    <a:pt x="47" y="1560"/>
                    <a:pt x="104" y="1560"/>
                  </a:cubicBezTo>
                  <a:lnTo>
                    <a:pt x="10425" y="1560"/>
                  </a:lnTo>
                  <a:cubicBezTo>
                    <a:pt x="10483" y="1560"/>
                    <a:pt x="10529" y="1514"/>
                    <a:pt x="10529" y="1457"/>
                  </a:cubicBezTo>
                  <a:lnTo>
                    <a:pt x="10529" y="104"/>
                  </a:lnTo>
                  <a:cubicBezTo>
                    <a:pt x="10529" y="48"/>
                    <a:pt x="10483" y="1"/>
                    <a:pt x="104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0"/>
            <p:cNvSpPr/>
            <p:nvPr/>
          </p:nvSpPr>
          <p:spPr>
            <a:xfrm>
              <a:off x="5125980" y="1817020"/>
              <a:ext cx="123119" cy="133411"/>
            </a:xfrm>
            <a:custGeom>
              <a:rect b="b" l="l" r="r" t="t"/>
              <a:pathLst>
                <a:path extrusionOk="0" h="10227" w="9438">
                  <a:moveTo>
                    <a:pt x="1" y="1"/>
                  </a:moveTo>
                  <a:lnTo>
                    <a:pt x="1" y="2021"/>
                  </a:lnTo>
                  <a:cubicBezTo>
                    <a:pt x="1" y="3750"/>
                    <a:pt x="932" y="5263"/>
                    <a:pt x="2318" y="6085"/>
                  </a:cubicBezTo>
                  <a:cubicBezTo>
                    <a:pt x="2505" y="6195"/>
                    <a:pt x="2505" y="6468"/>
                    <a:pt x="2318" y="6580"/>
                  </a:cubicBezTo>
                  <a:cubicBezTo>
                    <a:pt x="1043" y="7335"/>
                    <a:pt x="153" y="8672"/>
                    <a:pt x="18" y="10226"/>
                  </a:cubicBezTo>
                  <a:lnTo>
                    <a:pt x="9420" y="10226"/>
                  </a:lnTo>
                  <a:cubicBezTo>
                    <a:pt x="9284" y="8675"/>
                    <a:pt x="8395" y="7336"/>
                    <a:pt x="7120" y="6581"/>
                  </a:cubicBezTo>
                  <a:cubicBezTo>
                    <a:pt x="6933" y="6469"/>
                    <a:pt x="6933" y="6197"/>
                    <a:pt x="7120" y="6086"/>
                  </a:cubicBezTo>
                  <a:cubicBezTo>
                    <a:pt x="8509" y="5264"/>
                    <a:pt x="9437" y="3752"/>
                    <a:pt x="9437" y="2024"/>
                  </a:cubicBezTo>
                  <a:lnTo>
                    <a:pt x="9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0"/>
            <p:cNvSpPr/>
            <p:nvPr/>
          </p:nvSpPr>
          <p:spPr>
            <a:xfrm>
              <a:off x="5126254" y="1934155"/>
              <a:ext cx="122610" cy="16293"/>
            </a:xfrm>
            <a:custGeom>
              <a:rect b="b" l="l" r="r" t="t"/>
              <a:pathLst>
                <a:path extrusionOk="0" h="1249" w="9399">
                  <a:moveTo>
                    <a:pt x="283" y="0"/>
                  </a:moveTo>
                  <a:cubicBezTo>
                    <a:pt x="133" y="395"/>
                    <a:pt x="37" y="812"/>
                    <a:pt x="0" y="1249"/>
                  </a:cubicBezTo>
                  <a:lnTo>
                    <a:pt x="9399" y="1249"/>
                  </a:lnTo>
                  <a:cubicBezTo>
                    <a:pt x="9360" y="812"/>
                    <a:pt x="9264" y="393"/>
                    <a:pt x="9115" y="0"/>
                  </a:cubicBezTo>
                  <a:close/>
                </a:path>
              </a:pathLst>
            </a:custGeom>
            <a:solidFill>
              <a:srgbClr val="C3D5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0"/>
            <p:cNvSpPr/>
            <p:nvPr/>
          </p:nvSpPr>
          <p:spPr>
            <a:xfrm>
              <a:off x="5146684" y="1864257"/>
              <a:ext cx="81675" cy="86188"/>
            </a:xfrm>
            <a:custGeom>
              <a:rect b="b" l="l" r="r" t="t"/>
              <a:pathLst>
                <a:path extrusionOk="0" h="6607" w="6261">
                  <a:moveTo>
                    <a:pt x="543" y="0"/>
                  </a:moveTo>
                  <a:cubicBezTo>
                    <a:pt x="483" y="0"/>
                    <a:pt x="450" y="65"/>
                    <a:pt x="482" y="113"/>
                  </a:cubicBezTo>
                  <a:cubicBezTo>
                    <a:pt x="850" y="685"/>
                    <a:pt x="1400" y="1129"/>
                    <a:pt x="2047" y="1368"/>
                  </a:cubicBezTo>
                  <a:cubicBezTo>
                    <a:pt x="2227" y="1434"/>
                    <a:pt x="2351" y="1600"/>
                    <a:pt x="2351" y="1792"/>
                  </a:cubicBezTo>
                  <a:lnTo>
                    <a:pt x="2351" y="4863"/>
                  </a:lnTo>
                  <a:cubicBezTo>
                    <a:pt x="2351" y="4965"/>
                    <a:pt x="2268" y="5048"/>
                    <a:pt x="2166" y="5048"/>
                  </a:cubicBezTo>
                  <a:lnTo>
                    <a:pt x="731" y="5048"/>
                  </a:lnTo>
                  <a:lnTo>
                    <a:pt x="731" y="5045"/>
                  </a:lnTo>
                  <a:cubicBezTo>
                    <a:pt x="694" y="5045"/>
                    <a:pt x="658" y="5064"/>
                    <a:pt x="634" y="5093"/>
                  </a:cubicBezTo>
                  <a:cubicBezTo>
                    <a:pt x="301" y="5523"/>
                    <a:pt x="77" y="6041"/>
                    <a:pt x="1" y="6607"/>
                  </a:cubicBezTo>
                  <a:lnTo>
                    <a:pt x="6260" y="6607"/>
                  </a:lnTo>
                  <a:cubicBezTo>
                    <a:pt x="6186" y="6041"/>
                    <a:pt x="5962" y="5523"/>
                    <a:pt x="5627" y="5093"/>
                  </a:cubicBezTo>
                  <a:cubicBezTo>
                    <a:pt x="5604" y="5063"/>
                    <a:pt x="5569" y="5045"/>
                    <a:pt x="5531" y="5045"/>
                  </a:cubicBezTo>
                  <a:lnTo>
                    <a:pt x="4102" y="5045"/>
                  </a:lnTo>
                  <a:cubicBezTo>
                    <a:pt x="3999" y="5045"/>
                    <a:pt x="3917" y="4964"/>
                    <a:pt x="3917" y="4862"/>
                  </a:cubicBezTo>
                  <a:lnTo>
                    <a:pt x="3917" y="1792"/>
                  </a:lnTo>
                  <a:cubicBezTo>
                    <a:pt x="3917" y="1600"/>
                    <a:pt x="4039" y="1434"/>
                    <a:pt x="4220" y="1368"/>
                  </a:cubicBezTo>
                  <a:cubicBezTo>
                    <a:pt x="4867" y="1129"/>
                    <a:pt x="5416" y="685"/>
                    <a:pt x="5785" y="113"/>
                  </a:cubicBezTo>
                  <a:cubicBezTo>
                    <a:pt x="5818" y="65"/>
                    <a:pt x="5782" y="0"/>
                    <a:pt x="572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0"/>
            <p:cNvSpPr/>
            <p:nvPr/>
          </p:nvSpPr>
          <p:spPr>
            <a:xfrm>
              <a:off x="5146710" y="1934155"/>
              <a:ext cx="81688" cy="16293"/>
            </a:xfrm>
            <a:custGeom>
              <a:rect b="b" l="l" r="r" t="t"/>
              <a:pathLst>
                <a:path extrusionOk="0" h="1249" w="6262">
                  <a:moveTo>
                    <a:pt x="450" y="0"/>
                  </a:moveTo>
                  <a:cubicBezTo>
                    <a:pt x="219" y="372"/>
                    <a:pt x="62" y="795"/>
                    <a:pt x="0" y="1249"/>
                  </a:cubicBezTo>
                  <a:lnTo>
                    <a:pt x="6261" y="1249"/>
                  </a:lnTo>
                  <a:cubicBezTo>
                    <a:pt x="6201" y="795"/>
                    <a:pt x="6044" y="372"/>
                    <a:pt x="5812"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0"/>
            <p:cNvSpPr/>
            <p:nvPr/>
          </p:nvSpPr>
          <p:spPr>
            <a:xfrm>
              <a:off x="5094841" y="1869789"/>
              <a:ext cx="63842" cy="80670"/>
            </a:xfrm>
            <a:custGeom>
              <a:rect b="b" l="l" r="r" t="t"/>
              <a:pathLst>
                <a:path extrusionOk="0" h="6184" w="4894">
                  <a:moveTo>
                    <a:pt x="2843" y="1"/>
                  </a:moveTo>
                  <a:cubicBezTo>
                    <a:pt x="2514" y="251"/>
                    <a:pt x="2204" y="530"/>
                    <a:pt x="1916" y="840"/>
                  </a:cubicBezTo>
                  <a:cubicBezTo>
                    <a:pt x="794" y="2050"/>
                    <a:pt x="144" y="3558"/>
                    <a:pt x="36" y="5169"/>
                  </a:cubicBezTo>
                  <a:cubicBezTo>
                    <a:pt x="0" y="5718"/>
                    <a:pt x="436" y="6184"/>
                    <a:pt x="987" y="6184"/>
                  </a:cubicBezTo>
                  <a:lnTo>
                    <a:pt x="2405" y="6184"/>
                  </a:lnTo>
                  <a:cubicBezTo>
                    <a:pt x="2541" y="4630"/>
                    <a:pt x="3431" y="3291"/>
                    <a:pt x="4707" y="2536"/>
                  </a:cubicBezTo>
                  <a:cubicBezTo>
                    <a:pt x="4893" y="2424"/>
                    <a:pt x="4893" y="2152"/>
                    <a:pt x="4707" y="2041"/>
                  </a:cubicBezTo>
                  <a:cubicBezTo>
                    <a:pt x="3899" y="1564"/>
                    <a:pt x="3249" y="852"/>
                    <a:pt x="28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0"/>
            <p:cNvSpPr/>
            <p:nvPr/>
          </p:nvSpPr>
          <p:spPr>
            <a:xfrm>
              <a:off x="5216398" y="1869776"/>
              <a:ext cx="63842" cy="80657"/>
            </a:xfrm>
            <a:custGeom>
              <a:rect b="b" l="l" r="r" t="t"/>
              <a:pathLst>
                <a:path extrusionOk="0" h="6183" w="4894">
                  <a:moveTo>
                    <a:pt x="2051" y="0"/>
                  </a:moveTo>
                  <a:cubicBezTo>
                    <a:pt x="1645" y="853"/>
                    <a:pt x="994" y="1563"/>
                    <a:pt x="187" y="2041"/>
                  </a:cubicBezTo>
                  <a:cubicBezTo>
                    <a:pt x="1" y="2151"/>
                    <a:pt x="1" y="2424"/>
                    <a:pt x="187" y="2536"/>
                  </a:cubicBezTo>
                  <a:cubicBezTo>
                    <a:pt x="1463" y="3291"/>
                    <a:pt x="2351" y="4628"/>
                    <a:pt x="2486" y="6182"/>
                  </a:cubicBezTo>
                  <a:lnTo>
                    <a:pt x="3905" y="6182"/>
                  </a:lnTo>
                  <a:cubicBezTo>
                    <a:pt x="3906" y="6182"/>
                    <a:pt x="3907" y="6182"/>
                    <a:pt x="3908" y="6182"/>
                  </a:cubicBezTo>
                  <a:cubicBezTo>
                    <a:pt x="4459" y="6182"/>
                    <a:pt x="4894" y="5718"/>
                    <a:pt x="4858" y="5169"/>
                  </a:cubicBezTo>
                  <a:cubicBezTo>
                    <a:pt x="4750" y="3558"/>
                    <a:pt x="4100" y="2050"/>
                    <a:pt x="2978" y="840"/>
                  </a:cubicBezTo>
                  <a:cubicBezTo>
                    <a:pt x="2690" y="530"/>
                    <a:pt x="2380" y="250"/>
                    <a:pt x="20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0"/>
            <p:cNvSpPr/>
            <p:nvPr/>
          </p:nvSpPr>
          <p:spPr>
            <a:xfrm>
              <a:off x="5094841" y="1934155"/>
              <a:ext cx="35091" cy="16306"/>
            </a:xfrm>
            <a:custGeom>
              <a:rect b="b" l="l" r="r" t="t"/>
              <a:pathLst>
                <a:path extrusionOk="0" h="1250" w="2690">
                  <a:moveTo>
                    <a:pt x="56" y="0"/>
                  </a:moveTo>
                  <a:cubicBezTo>
                    <a:pt x="49" y="78"/>
                    <a:pt x="42" y="157"/>
                    <a:pt x="36" y="235"/>
                  </a:cubicBezTo>
                  <a:cubicBezTo>
                    <a:pt x="0" y="784"/>
                    <a:pt x="436" y="1250"/>
                    <a:pt x="987" y="1250"/>
                  </a:cubicBezTo>
                  <a:lnTo>
                    <a:pt x="2405" y="1250"/>
                  </a:lnTo>
                  <a:cubicBezTo>
                    <a:pt x="2444" y="814"/>
                    <a:pt x="2540" y="395"/>
                    <a:pt x="2689" y="2"/>
                  </a:cubicBezTo>
                  <a:lnTo>
                    <a:pt x="56" y="0"/>
                  </a:ln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0"/>
            <p:cNvSpPr/>
            <p:nvPr/>
          </p:nvSpPr>
          <p:spPr>
            <a:xfrm>
              <a:off x="5235510" y="1869776"/>
              <a:ext cx="44731" cy="80670"/>
            </a:xfrm>
            <a:custGeom>
              <a:rect b="b" l="l" r="r" t="t"/>
              <a:pathLst>
                <a:path extrusionOk="0" h="6184" w="3429">
                  <a:moveTo>
                    <a:pt x="586" y="0"/>
                  </a:moveTo>
                  <a:cubicBezTo>
                    <a:pt x="425" y="335"/>
                    <a:pt x="230" y="649"/>
                    <a:pt x="1" y="933"/>
                  </a:cubicBezTo>
                  <a:cubicBezTo>
                    <a:pt x="519" y="1849"/>
                    <a:pt x="824" y="2862"/>
                    <a:pt x="895" y="3921"/>
                  </a:cubicBezTo>
                  <a:cubicBezTo>
                    <a:pt x="913" y="4203"/>
                    <a:pt x="806" y="4466"/>
                    <a:pt x="622" y="4652"/>
                  </a:cubicBezTo>
                  <a:cubicBezTo>
                    <a:pt x="837" y="5126"/>
                    <a:pt x="975" y="5643"/>
                    <a:pt x="1024" y="6184"/>
                  </a:cubicBezTo>
                  <a:lnTo>
                    <a:pt x="2442" y="6184"/>
                  </a:lnTo>
                  <a:cubicBezTo>
                    <a:pt x="2993" y="6184"/>
                    <a:pt x="3429" y="5719"/>
                    <a:pt x="3393" y="5169"/>
                  </a:cubicBezTo>
                  <a:cubicBezTo>
                    <a:pt x="3285" y="3558"/>
                    <a:pt x="2635" y="2050"/>
                    <a:pt x="1513" y="840"/>
                  </a:cubicBezTo>
                  <a:cubicBezTo>
                    <a:pt x="1225" y="530"/>
                    <a:pt x="915" y="250"/>
                    <a:pt x="586"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0"/>
            <p:cNvSpPr/>
            <p:nvPr/>
          </p:nvSpPr>
          <p:spPr>
            <a:xfrm>
              <a:off x="5021813" y="1790551"/>
              <a:ext cx="331539" cy="417010"/>
            </a:xfrm>
            <a:custGeom>
              <a:rect b="b" l="l" r="r" t="t"/>
              <a:pathLst>
                <a:path extrusionOk="0" h="31967" w="25415">
                  <a:moveTo>
                    <a:pt x="8307" y="6794"/>
                  </a:moveTo>
                  <a:cubicBezTo>
                    <a:pt x="8690" y="7411"/>
                    <a:pt x="9204" y="7949"/>
                    <a:pt x="9821" y="8362"/>
                  </a:cubicBezTo>
                  <a:cubicBezTo>
                    <a:pt x="8640" y="9153"/>
                    <a:pt x="7835" y="10397"/>
                    <a:pt x="7594" y="11789"/>
                  </a:cubicBezTo>
                  <a:lnTo>
                    <a:pt x="6587" y="11789"/>
                  </a:lnTo>
                  <a:cubicBezTo>
                    <a:pt x="6304" y="11789"/>
                    <a:pt x="6085" y="11553"/>
                    <a:pt x="6102" y="11274"/>
                  </a:cubicBezTo>
                  <a:cubicBezTo>
                    <a:pt x="6221" y="9486"/>
                    <a:pt x="7042" y="7924"/>
                    <a:pt x="8307" y="6794"/>
                  </a:cubicBezTo>
                  <a:close/>
                  <a:moveTo>
                    <a:pt x="17502" y="936"/>
                  </a:moveTo>
                  <a:lnTo>
                    <a:pt x="17502" y="1561"/>
                  </a:lnTo>
                  <a:lnTo>
                    <a:pt x="16382" y="1561"/>
                  </a:lnTo>
                  <a:cubicBezTo>
                    <a:pt x="16123" y="1561"/>
                    <a:pt x="15914" y="1771"/>
                    <a:pt x="15914" y="2030"/>
                  </a:cubicBezTo>
                  <a:cubicBezTo>
                    <a:pt x="15914" y="2288"/>
                    <a:pt x="16123" y="2498"/>
                    <a:pt x="16382" y="2498"/>
                  </a:cubicBezTo>
                  <a:lnTo>
                    <a:pt x="16954" y="2498"/>
                  </a:lnTo>
                  <a:cubicBezTo>
                    <a:pt x="16954" y="3946"/>
                    <a:pt x="16954" y="4121"/>
                    <a:pt x="16954" y="4121"/>
                  </a:cubicBezTo>
                  <a:cubicBezTo>
                    <a:pt x="16954" y="4121"/>
                    <a:pt x="16954" y="4103"/>
                    <a:pt x="16954" y="4103"/>
                  </a:cubicBezTo>
                  <a:cubicBezTo>
                    <a:pt x="16954" y="4103"/>
                    <a:pt x="16954" y="4107"/>
                    <a:pt x="16954" y="4120"/>
                  </a:cubicBezTo>
                  <a:cubicBezTo>
                    <a:pt x="16928" y="5590"/>
                    <a:pt x="16135" y="6960"/>
                    <a:pt x="14866" y="7712"/>
                  </a:cubicBezTo>
                  <a:cubicBezTo>
                    <a:pt x="14373" y="8003"/>
                    <a:pt x="14373" y="8721"/>
                    <a:pt x="14866" y="9012"/>
                  </a:cubicBezTo>
                  <a:cubicBezTo>
                    <a:pt x="15895" y="9622"/>
                    <a:pt x="16617" y="10635"/>
                    <a:pt x="16862" y="11789"/>
                  </a:cubicBezTo>
                  <a:lnTo>
                    <a:pt x="16221" y="11789"/>
                  </a:lnTo>
                  <a:cubicBezTo>
                    <a:pt x="16098" y="11305"/>
                    <a:pt x="15878" y="10852"/>
                    <a:pt x="15571" y="10456"/>
                  </a:cubicBezTo>
                  <a:cubicBezTo>
                    <a:pt x="15461" y="10312"/>
                    <a:pt x="15285" y="10228"/>
                    <a:pt x="15105" y="10228"/>
                  </a:cubicBezTo>
                  <a:lnTo>
                    <a:pt x="13957" y="10228"/>
                  </a:lnTo>
                  <a:lnTo>
                    <a:pt x="13957" y="7454"/>
                  </a:lnTo>
                  <a:cubicBezTo>
                    <a:pt x="14689" y="7183"/>
                    <a:pt x="15326" y="6673"/>
                    <a:pt x="15750" y="6015"/>
                  </a:cubicBezTo>
                  <a:cubicBezTo>
                    <a:pt x="15984" y="5654"/>
                    <a:pt x="15726" y="5178"/>
                    <a:pt x="15297" y="5178"/>
                  </a:cubicBezTo>
                  <a:lnTo>
                    <a:pt x="10115" y="5178"/>
                  </a:lnTo>
                  <a:cubicBezTo>
                    <a:pt x="9686" y="5178"/>
                    <a:pt x="9428" y="5656"/>
                    <a:pt x="9659" y="6015"/>
                  </a:cubicBezTo>
                  <a:cubicBezTo>
                    <a:pt x="10084" y="6672"/>
                    <a:pt x="10721" y="7183"/>
                    <a:pt x="11453" y="7454"/>
                  </a:cubicBezTo>
                  <a:lnTo>
                    <a:pt x="11453" y="7817"/>
                  </a:lnTo>
                  <a:cubicBezTo>
                    <a:pt x="11453" y="8075"/>
                    <a:pt x="11662" y="8286"/>
                    <a:pt x="11921" y="8286"/>
                  </a:cubicBezTo>
                  <a:cubicBezTo>
                    <a:pt x="12179" y="8286"/>
                    <a:pt x="12388" y="8075"/>
                    <a:pt x="12388" y="7817"/>
                  </a:cubicBezTo>
                  <a:lnTo>
                    <a:pt x="12388" y="7441"/>
                  </a:lnTo>
                  <a:cubicBezTo>
                    <a:pt x="12388" y="7056"/>
                    <a:pt x="12144" y="6709"/>
                    <a:pt x="11778" y="6576"/>
                  </a:cubicBezTo>
                  <a:cubicBezTo>
                    <a:pt x="11490" y="6469"/>
                    <a:pt x="11222" y="6312"/>
                    <a:pt x="10985" y="6115"/>
                  </a:cubicBezTo>
                  <a:lnTo>
                    <a:pt x="14423" y="6115"/>
                  </a:lnTo>
                  <a:cubicBezTo>
                    <a:pt x="14186" y="6312"/>
                    <a:pt x="13917" y="6468"/>
                    <a:pt x="13628" y="6576"/>
                  </a:cubicBezTo>
                  <a:cubicBezTo>
                    <a:pt x="13264" y="6711"/>
                    <a:pt x="13018" y="7058"/>
                    <a:pt x="13018" y="7441"/>
                  </a:cubicBezTo>
                  <a:lnTo>
                    <a:pt x="13018" y="10512"/>
                  </a:lnTo>
                  <a:cubicBezTo>
                    <a:pt x="13018" y="10872"/>
                    <a:pt x="13311" y="11165"/>
                    <a:pt x="13671" y="11165"/>
                  </a:cubicBezTo>
                  <a:lnTo>
                    <a:pt x="14928" y="11165"/>
                  </a:lnTo>
                  <a:cubicBezTo>
                    <a:pt x="15062" y="11358"/>
                    <a:pt x="15168" y="11568"/>
                    <a:pt x="15242" y="11789"/>
                  </a:cubicBezTo>
                  <a:lnTo>
                    <a:pt x="10163" y="11789"/>
                  </a:lnTo>
                  <a:cubicBezTo>
                    <a:pt x="10240" y="11568"/>
                    <a:pt x="10346" y="11358"/>
                    <a:pt x="10477" y="11165"/>
                  </a:cubicBezTo>
                  <a:lnTo>
                    <a:pt x="11734" y="11165"/>
                  </a:lnTo>
                  <a:cubicBezTo>
                    <a:pt x="12094" y="11165"/>
                    <a:pt x="12387" y="10872"/>
                    <a:pt x="12387" y="10512"/>
                  </a:cubicBezTo>
                  <a:lnTo>
                    <a:pt x="12387" y="10004"/>
                  </a:lnTo>
                  <a:cubicBezTo>
                    <a:pt x="12387" y="9745"/>
                    <a:pt x="12177" y="9536"/>
                    <a:pt x="11919" y="9536"/>
                  </a:cubicBezTo>
                  <a:cubicBezTo>
                    <a:pt x="11661" y="9536"/>
                    <a:pt x="11451" y="9745"/>
                    <a:pt x="11451" y="10004"/>
                  </a:cubicBezTo>
                  <a:lnTo>
                    <a:pt x="11451" y="10228"/>
                  </a:lnTo>
                  <a:lnTo>
                    <a:pt x="10303" y="10228"/>
                  </a:lnTo>
                  <a:cubicBezTo>
                    <a:pt x="10121" y="10228"/>
                    <a:pt x="9946" y="10314"/>
                    <a:pt x="9837" y="10456"/>
                  </a:cubicBezTo>
                  <a:cubicBezTo>
                    <a:pt x="9530" y="10852"/>
                    <a:pt x="9309" y="11307"/>
                    <a:pt x="9187" y="11789"/>
                  </a:cubicBezTo>
                  <a:lnTo>
                    <a:pt x="8547" y="11789"/>
                  </a:lnTo>
                  <a:cubicBezTo>
                    <a:pt x="8792" y="10635"/>
                    <a:pt x="9514" y="9622"/>
                    <a:pt x="10543" y="9012"/>
                  </a:cubicBezTo>
                  <a:cubicBezTo>
                    <a:pt x="11037" y="8719"/>
                    <a:pt x="11037" y="8002"/>
                    <a:pt x="10543" y="7712"/>
                  </a:cubicBezTo>
                  <a:cubicBezTo>
                    <a:pt x="9273" y="6960"/>
                    <a:pt x="8480" y="5588"/>
                    <a:pt x="8455" y="4118"/>
                  </a:cubicBezTo>
                  <a:lnTo>
                    <a:pt x="8455" y="2498"/>
                  </a:lnTo>
                  <a:lnTo>
                    <a:pt x="14199" y="2498"/>
                  </a:lnTo>
                  <a:cubicBezTo>
                    <a:pt x="14457" y="2498"/>
                    <a:pt x="14667" y="2288"/>
                    <a:pt x="14667" y="2030"/>
                  </a:cubicBezTo>
                  <a:cubicBezTo>
                    <a:pt x="14667" y="1771"/>
                    <a:pt x="14457" y="1561"/>
                    <a:pt x="14199" y="1561"/>
                  </a:cubicBezTo>
                  <a:lnTo>
                    <a:pt x="7908" y="1561"/>
                  </a:lnTo>
                  <a:lnTo>
                    <a:pt x="7908" y="936"/>
                  </a:lnTo>
                  <a:close/>
                  <a:moveTo>
                    <a:pt x="17105" y="6794"/>
                  </a:moveTo>
                  <a:cubicBezTo>
                    <a:pt x="18366" y="7923"/>
                    <a:pt x="19187" y="9484"/>
                    <a:pt x="19308" y="11274"/>
                  </a:cubicBezTo>
                  <a:cubicBezTo>
                    <a:pt x="19325" y="11552"/>
                    <a:pt x="19105" y="11789"/>
                    <a:pt x="18825" y="11789"/>
                  </a:cubicBezTo>
                  <a:lnTo>
                    <a:pt x="17817" y="11789"/>
                  </a:lnTo>
                  <a:cubicBezTo>
                    <a:pt x="17577" y="10397"/>
                    <a:pt x="16771" y="9153"/>
                    <a:pt x="15591" y="8362"/>
                  </a:cubicBezTo>
                  <a:cubicBezTo>
                    <a:pt x="16208" y="7949"/>
                    <a:pt x="16720" y="7411"/>
                    <a:pt x="17105" y="6794"/>
                  </a:cubicBezTo>
                  <a:close/>
                  <a:moveTo>
                    <a:pt x="3452" y="14438"/>
                  </a:moveTo>
                  <a:lnTo>
                    <a:pt x="3802" y="19182"/>
                  </a:lnTo>
                  <a:cubicBezTo>
                    <a:pt x="2202" y="19065"/>
                    <a:pt x="933" y="17725"/>
                    <a:pt x="933" y="16095"/>
                  </a:cubicBezTo>
                  <a:lnTo>
                    <a:pt x="933" y="15885"/>
                  </a:lnTo>
                  <a:cubicBezTo>
                    <a:pt x="933" y="15088"/>
                    <a:pt x="1582" y="14438"/>
                    <a:pt x="2381" y="14438"/>
                  </a:cubicBezTo>
                  <a:close/>
                  <a:moveTo>
                    <a:pt x="23027" y="14438"/>
                  </a:moveTo>
                  <a:cubicBezTo>
                    <a:pt x="23825" y="14438"/>
                    <a:pt x="24475" y="15088"/>
                    <a:pt x="24475" y="15885"/>
                  </a:cubicBezTo>
                  <a:lnTo>
                    <a:pt x="24475" y="16095"/>
                  </a:lnTo>
                  <a:cubicBezTo>
                    <a:pt x="24475" y="17725"/>
                    <a:pt x="23209" y="19065"/>
                    <a:pt x="21606" y="19182"/>
                  </a:cubicBezTo>
                  <a:lnTo>
                    <a:pt x="21956" y="14438"/>
                  </a:lnTo>
                  <a:close/>
                  <a:moveTo>
                    <a:pt x="8612" y="27174"/>
                  </a:moveTo>
                  <a:cubicBezTo>
                    <a:pt x="10071" y="28032"/>
                    <a:pt x="11589" y="28513"/>
                    <a:pt x="12704" y="28513"/>
                  </a:cubicBezTo>
                  <a:cubicBezTo>
                    <a:pt x="12705" y="28513"/>
                    <a:pt x="12707" y="28513"/>
                    <a:pt x="12708" y="28513"/>
                  </a:cubicBezTo>
                  <a:cubicBezTo>
                    <a:pt x="14043" y="28513"/>
                    <a:pt x="15628" y="27861"/>
                    <a:pt x="16798" y="27177"/>
                  </a:cubicBezTo>
                  <a:lnTo>
                    <a:pt x="16798" y="27956"/>
                  </a:lnTo>
                  <a:cubicBezTo>
                    <a:pt x="16798" y="29038"/>
                    <a:pt x="17429" y="30041"/>
                    <a:pt x="18405" y="30509"/>
                  </a:cubicBezTo>
                  <a:lnTo>
                    <a:pt x="19490" y="31030"/>
                  </a:lnTo>
                  <a:lnTo>
                    <a:pt x="5920" y="31030"/>
                  </a:lnTo>
                  <a:lnTo>
                    <a:pt x="7004" y="30509"/>
                  </a:lnTo>
                  <a:cubicBezTo>
                    <a:pt x="7980" y="30041"/>
                    <a:pt x="8612" y="29038"/>
                    <a:pt x="8612" y="27956"/>
                  </a:cubicBezTo>
                  <a:lnTo>
                    <a:pt x="8612" y="27174"/>
                  </a:lnTo>
                  <a:close/>
                  <a:moveTo>
                    <a:pt x="7545" y="1"/>
                  </a:moveTo>
                  <a:cubicBezTo>
                    <a:pt x="7230" y="1"/>
                    <a:pt x="6974" y="258"/>
                    <a:pt x="6974" y="573"/>
                  </a:cubicBezTo>
                  <a:lnTo>
                    <a:pt x="6974" y="1925"/>
                  </a:lnTo>
                  <a:cubicBezTo>
                    <a:pt x="6974" y="2232"/>
                    <a:pt x="7218" y="2483"/>
                    <a:pt x="7521" y="2498"/>
                  </a:cubicBezTo>
                  <a:lnTo>
                    <a:pt x="7521" y="3864"/>
                  </a:lnTo>
                  <a:cubicBezTo>
                    <a:pt x="4664" y="5749"/>
                    <a:pt x="3054" y="9006"/>
                    <a:pt x="3308" y="12429"/>
                  </a:cubicBezTo>
                  <a:lnTo>
                    <a:pt x="3387" y="13502"/>
                  </a:lnTo>
                  <a:lnTo>
                    <a:pt x="2385" y="13502"/>
                  </a:lnTo>
                  <a:cubicBezTo>
                    <a:pt x="1071" y="13502"/>
                    <a:pt x="1" y="14571"/>
                    <a:pt x="1" y="15887"/>
                  </a:cubicBezTo>
                  <a:lnTo>
                    <a:pt x="1" y="16096"/>
                  </a:lnTo>
                  <a:cubicBezTo>
                    <a:pt x="1" y="18267"/>
                    <a:pt x="1724" y="20042"/>
                    <a:pt x="3875" y="20126"/>
                  </a:cubicBezTo>
                  <a:lnTo>
                    <a:pt x="3918" y="20700"/>
                  </a:lnTo>
                  <a:cubicBezTo>
                    <a:pt x="4097" y="23132"/>
                    <a:pt x="5742" y="25178"/>
                    <a:pt x="7679" y="26569"/>
                  </a:cubicBezTo>
                  <a:lnTo>
                    <a:pt x="7679" y="27959"/>
                  </a:lnTo>
                  <a:cubicBezTo>
                    <a:pt x="7679" y="28684"/>
                    <a:pt x="7257" y="29354"/>
                    <a:pt x="6604" y="29665"/>
                  </a:cubicBezTo>
                  <a:lnTo>
                    <a:pt x="4676" y="30591"/>
                  </a:lnTo>
                  <a:cubicBezTo>
                    <a:pt x="4370" y="30738"/>
                    <a:pt x="4208" y="31074"/>
                    <a:pt x="4284" y="31404"/>
                  </a:cubicBezTo>
                  <a:cubicBezTo>
                    <a:pt x="4358" y="31736"/>
                    <a:pt x="4650" y="31967"/>
                    <a:pt x="4990" y="31967"/>
                  </a:cubicBezTo>
                  <a:lnTo>
                    <a:pt x="20430" y="31967"/>
                  </a:lnTo>
                  <a:cubicBezTo>
                    <a:pt x="20771" y="31967"/>
                    <a:pt x="21060" y="31736"/>
                    <a:pt x="21137" y="31404"/>
                  </a:cubicBezTo>
                  <a:cubicBezTo>
                    <a:pt x="21215" y="31073"/>
                    <a:pt x="21051" y="30738"/>
                    <a:pt x="20744" y="30591"/>
                  </a:cubicBezTo>
                  <a:lnTo>
                    <a:pt x="18815" y="29665"/>
                  </a:lnTo>
                  <a:cubicBezTo>
                    <a:pt x="18162" y="29352"/>
                    <a:pt x="17742" y="28681"/>
                    <a:pt x="17742" y="27959"/>
                  </a:cubicBezTo>
                  <a:lnTo>
                    <a:pt x="17742" y="26570"/>
                  </a:lnTo>
                  <a:cubicBezTo>
                    <a:pt x="18706" y="25880"/>
                    <a:pt x="19543" y="25065"/>
                    <a:pt x="20163" y="24201"/>
                  </a:cubicBezTo>
                  <a:cubicBezTo>
                    <a:pt x="20313" y="23991"/>
                    <a:pt x="20265" y="23699"/>
                    <a:pt x="20055" y="23548"/>
                  </a:cubicBezTo>
                  <a:cubicBezTo>
                    <a:pt x="19972" y="23488"/>
                    <a:pt x="19877" y="23460"/>
                    <a:pt x="19782" y="23460"/>
                  </a:cubicBezTo>
                  <a:cubicBezTo>
                    <a:pt x="19636" y="23460"/>
                    <a:pt x="19493" y="23527"/>
                    <a:pt x="19402" y="23656"/>
                  </a:cubicBezTo>
                  <a:cubicBezTo>
                    <a:pt x="17739" y="25967"/>
                    <a:pt x="14541" y="27580"/>
                    <a:pt x="12710" y="27580"/>
                  </a:cubicBezTo>
                  <a:cubicBezTo>
                    <a:pt x="10038" y="27580"/>
                    <a:pt x="5138" y="24505"/>
                    <a:pt x="4852" y="20631"/>
                  </a:cubicBezTo>
                  <a:cubicBezTo>
                    <a:pt x="4837" y="20433"/>
                    <a:pt x="4825" y="20258"/>
                    <a:pt x="4813" y="20103"/>
                  </a:cubicBezTo>
                  <a:lnTo>
                    <a:pt x="4813" y="20103"/>
                  </a:lnTo>
                  <a:cubicBezTo>
                    <a:pt x="4828" y="20299"/>
                    <a:pt x="4833" y="20378"/>
                    <a:pt x="4833" y="20378"/>
                  </a:cubicBezTo>
                  <a:cubicBezTo>
                    <a:pt x="4834" y="20378"/>
                    <a:pt x="4736" y="19052"/>
                    <a:pt x="4736" y="19052"/>
                  </a:cubicBezTo>
                  <a:lnTo>
                    <a:pt x="4736" y="19052"/>
                  </a:lnTo>
                  <a:cubicBezTo>
                    <a:pt x="4736" y="19052"/>
                    <a:pt x="4756" y="19321"/>
                    <a:pt x="4813" y="20103"/>
                  </a:cubicBezTo>
                  <a:lnTo>
                    <a:pt x="4813" y="20103"/>
                  </a:lnTo>
                  <a:cubicBezTo>
                    <a:pt x="4763" y="19428"/>
                    <a:pt x="4611" y="17368"/>
                    <a:pt x="4242" y="12361"/>
                  </a:cubicBezTo>
                  <a:cubicBezTo>
                    <a:pt x="4028" y="9457"/>
                    <a:pt x="5303" y="6683"/>
                    <a:pt x="7601" y="4953"/>
                  </a:cubicBezTo>
                  <a:cubicBezTo>
                    <a:pt x="7662" y="5289"/>
                    <a:pt x="7755" y="5614"/>
                    <a:pt x="7877" y="5928"/>
                  </a:cubicBezTo>
                  <a:cubicBezTo>
                    <a:pt x="6344" y="7211"/>
                    <a:pt x="5316" y="9061"/>
                    <a:pt x="5172" y="11210"/>
                  </a:cubicBezTo>
                  <a:cubicBezTo>
                    <a:pt x="5117" y="12028"/>
                    <a:pt x="5769" y="12724"/>
                    <a:pt x="6588" y="12724"/>
                  </a:cubicBezTo>
                  <a:lnTo>
                    <a:pt x="18828" y="12724"/>
                  </a:lnTo>
                  <a:cubicBezTo>
                    <a:pt x="19648" y="12724"/>
                    <a:pt x="20299" y="12028"/>
                    <a:pt x="20246" y="11210"/>
                  </a:cubicBezTo>
                  <a:cubicBezTo>
                    <a:pt x="20104" y="9068"/>
                    <a:pt x="19078" y="7214"/>
                    <a:pt x="17541" y="5928"/>
                  </a:cubicBezTo>
                  <a:cubicBezTo>
                    <a:pt x="17663" y="5614"/>
                    <a:pt x="17756" y="5289"/>
                    <a:pt x="17815" y="4953"/>
                  </a:cubicBezTo>
                  <a:cubicBezTo>
                    <a:pt x="20114" y="6683"/>
                    <a:pt x="21388" y="9456"/>
                    <a:pt x="21174" y="12361"/>
                  </a:cubicBezTo>
                  <a:cubicBezTo>
                    <a:pt x="20886" y="16275"/>
                    <a:pt x="20805" y="17374"/>
                    <a:pt x="20805" y="17374"/>
                  </a:cubicBezTo>
                  <a:cubicBezTo>
                    <a:pt x="20805" y="17374"/>
                    <a:pt x="20938" y="15570"/>
                    <a:pt x="20938" y="15570"/>
                  </a:cubicBezTo>
                  <a:lnTo>
                    <a:pt x="20938" y="15570"/>
                  </a:lnTo>
                  <a:cubicBezTo>
                    <a:pt x="20937" y="15570"/>
                    <a:pt x="20856" y="16678"/>
                    <a:pt x="20565" y="20631"/>
                  </a:cubicBezTo>
                  <a:cubicBezTo>
                    <a:pt x="20534" y="21051"/>
                    <a:pt x="20450" y="21473"/>
                    <a:pt x="20315" y="21885"/>
                  </a:cubicBezTo>
                  <a:cubicBezTo>
                    <a:pt x="20217" y="22188"/>
                    <a:pt x="20443" y="22499"/>
                    <a:pt x="20760" y="22499"/>
                  </a:cubicBezTo>
                  <a:cubicBezTo>
                    <a:pt x="20958" y="22499"/>
                    <a:pt x="21140" y="22373"/>
                    <a:pt x="21205" y="22176"/>
                  </a:cubicBezTo>
                  <a:cubicBezTo>
                    <a:pt x="21477" y="21341"/>
                    <a:pt x="21492" y="20781"/>
                    <a:pt x="21540" y="20126"/>
                  </a:cubicBezTo>
                  <a:cubicBezTo>
                    <a:pt x="23691" y="20042"/>
                    <a:pt x="25415" y="18267"/>
                    <a:pt x="25415" y="16096"/>
                  </a:cubicBezTo>
                  <a:lnTo>
                    <a:pt x="25415" y="15887"/>
                  </a:lnTo>
                  <a:cubicBezTo>
                    <a:pt x="25412" y="14571"/>
                    <a:pt x="24343" y="13502"/>
                    <a:pt x="23027" y="13502"/>
                  </a:cubicBezTo>
                  <a:lnTo>
                    <a:pt x="22027" y="13502"/>
                  </a:lnTo>
                  <a:lnTo>
                    <a:pt x="22106" y="12429"/>
                  </a:lnTo>
                  <a:cubicBezTo>
                    <a:pt x="22358" y="9005"/>
                    <a:pt x="20748" y="5748"/>
                    <a:pt x="17893" y="3864"/>
                  </a:cubicBezTo>
                  <a:lnTo>
                    <a:pt x="17893" y="2498"/>
                  </a:lnTo>
                  <a:cubicBezTo>
                    <a:pt x="18195" y="2483"/>
                    <a:pt x="18439" y="2232"/>
                    <a:pt x="18439" y="1925"/>
                  </a:cubicBezTo>
                  <a:lnTo>
                    <a:pt x="18439" y="573"/>
                  </a:lnTo>
                  <a:cubicBezTo>
                    <a:pt x="18439" y="258"/>
                    <a:pt x="18183" y="1"/>
                    <a:pt x="178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0"/>
            <p:cNvSpPr/>
            <p:nvPr/>
          </p:nvSpPr>
          <p:spPr>
            <a:xfrm>
              <a:off x="5116509" y="1984615"/>
              <a:ext cx="60894" cy="12236"/>
            </a:xfrm>
            <a:custGeom>
              <a:rect b="b" l="l" r="r" t="t"/>
              <a:pathLst>
                <a:path extrusionOk="0" h="938" w="4668">
                  <a:moveTo>
                    <a:pt x="469" y="1"/>
                  </a:moveTo>
                  <a:cubicBezTo>
                    <a:pt x="210" y="1"/>
                    <a:pt x="1" y="212"/>
                    <a:pt x="1" y="470"/>
                  </a:cubicBezTo>
                  <a:cubicBezTo>
                    <a:pt x="1" y="728"/>
                    <a:pt x="210" y="938"/>
                    <a:pt x="469" y="938"/>
                  </a:cubicBezTo>
                  <a:lnTo>
                    <a:pt x="4199" y="938"/>
                  </a:lnTo>
                  <a:cubicBezTo>
                    <a:pt x="4458" y="938"/>
                    <a:pt x="4667" y="730"/>
                    <a:pt x="4667" y="470"/>
                  </a:cubicBezTo>
                  <a:cubicBezTo>
                    <a:pt x="4667" y="212"/>
                    <a:pt x="4458"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0"/>
            <p:cNvSpPr/>
            <p:nvPr/>
          </p:nvSpPr>
          <p:spPr>
            <a:xfrm>
              <a:off x="5181437" y="1984615"/>
              <a:ext cx="77161" cy="76822"/>
            </a:xfrm>
            <a:custGeom>
              <a:rect b="b" l="l" r="r" t="t"/>
              <a:pathLst>
                <a:path extrusionOk="0" h="5889" w="5915">
                  <a:moveTo>
                    <a:pt x="2962" y="1"/>
                  </a:moveTo>
                  <a:cubicBezTo>
                    <a:pt x="2016" y="1"/>
                    <a:pt x="1247" y="771"/>
                    <a:pt x="1247" y="1715"/>
                  </a:cubicBezTo>
                  <a:lnTo>
                    <a:pt x="1247" y="4174"/>
                  </a:lnTo>
                  <a:cubicBezTo>
                    <a:pt x="1247" y="4603"/>
                    <a:pt x="897" y="4951"/>
                    <a:pt x="469" y="4951"/>
                  </a:cubicBezTo>
                  <a:cubicBezTo>
                    <a:pt x="211" y="4951"/>
                    <a:pt x="0" y="5162"/>
                    <a:pt x="0" y="5420"/>
                  </a:cubicBezTo>
                  <a:cubicBezTo>
                    <a:pt x="0" y="5679"/>
                    <a:pt x="211" y="5888"/>
                    <a:pt x="469" y="5888"/>
                  </a:cubicBezTo>
                  <a:cubicBezTo>
                    <a:pt x="1414" y="5888"/>
                    <a:pt x="2184" y="5118"/>
                    <a:pt x="2184" y="4174"/>
                  </a:cubicBezTo>
                  <a:lnTo>
                    <a:pt x="2184" y="1715"/>
                  </a:lnTo>
                  <a:cubicBezTo>
                    <a:pt x="2184" y="1288"/>
                    <a:pt x="2533" y="938"/>
                    <a:pt x="2962" y="938"/>
                  </a:cubicBezTo>
                  <a:lnTo>
                    <a:pt x="5446" y="938"/>
                  </a:lnTo>
                  <a:cubicBezTo>
                    <a:pt x="5707" y="938"/>
                    <a:pt x="5915" y="730"/>
                    <a:pt x="5915" y="470"/>
                  </a:cubicBezTo>
                  <a:cubicBezTo>
                    <a:pt x="5915" y="212"/>
                    <a:pt x="5704"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0"/>
            <p:cNvSpPr/>
            <p:nvPr/>
          </p:nvSpPr>
          <p:spPr>
            <a:xfrm>
              <a:off x="5148953" y="2094405"/>
              <a:ext cx="77187" cy="12236"/>
            </a:xfrm>
            <a:custGeom>
              <a:rect b="b" l="l" r="r" t="t"/>
              <a:pathLst>
                <a:path extrusionOk="0" h="938" w="5917">
                  <a:moveTo>
                    <a:pt x="468" y="1"/>
                  </a:moveTo>
                  <a:cubicBezTo>
                    <a:pt x="210" y="1"/>
                    <a:pt x="1" y="212"/>
                    <a:pt x="1" y="470"/>
                  </a:cubicBezTo>
                  <a:cubicBezTo>
                    <a:pt x="1" y="728"/>
                    <a:pt x="212" y="938"/>
                    <a:pt x="468" y="938"/>
                  </a:cubicBezTo>
                  <a:lnTo>
                    <a:pt x="5448" y="938"/>
                  </a:lnTo>
                  <a:cubicBezTo>
                    <a:pt x="5706" y="938"/>
                    <a:pt x="5917" y="728"/>
                    <a:pt x="5917" y="470"/>
                  </a:cubicBezTo>
                  <a:cubicBezTo>
                    <a:pt x="5917" y="212"/>
                    <a:pt x="5706" y="1"/>
                    <a:pt x="54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0"/>
            <p:cNvSpPr/>
            <p:nvPr/>
          </p:nvSpPr>
          <p:spPr>
            <a:xfrm>
              <a:off x="5140252" y="1831265"/>
              <a:ext cx="50119" cy="12223"/>
            </a:xfrm>
            <a:custGeom>
              <a:rect b="b" l="l" r="r" t="t"/>
              <a:pathLst>
                <a:path extrusionOk="0" h="937" w="3842">
                  <a:moveTo>
                    <a:pt x="470" y="1"/>
                  </a:moveTo>
                  <a:cubicBezTo>
                    <a:pt x="211" y="1"/>
                    <a:pt x="0" y="210"/>
                    <a:pt x="0" y="469"/>
                  </a:cubicBezTo>
                  <a:cubicBezTo>
                    <a:pt x="0" y="727"/>
                    <a:pt x="211" y="936"/>
                    <a:pt x="470" y="936"/>
                  </a:cubicBezTo>
                  <a:lnTo>
                    <a:pt x="3372" y="936"/>
                  </a:lnTo>
                  <a:cubicBezTo>
                    <a:pt x="3631" y="936"/>
                    <a:pt x="3842" y="727"/>
                    <a:pt x="3842" y="469"/>
                  </a:cubicBezTo>
                  <a:cubicBezTo>
                    <a:pt x="3839" y="210"/>
                    <a:pt x="3629" y="1"/>
                    <a:pt x="337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8" name="Google Shape;6658;p70"/>
          <p:cNvGrpSpPr/>
          <p:nvPr/>
        </p:nvGrpSpPr>
        <p:grpSpPr>
          <a:xfrm>
            <a:off x="8092524" y="4186663"/>
            <a:ext cx="331464" cy="416837"/>
            <a:chOff x="8092524" y="4186663"/>
            <a:chExt cx="331464" cy="416837"/>
          </a:xfrm>
        </p:grpSpPr>
        <p:sp>
          <p:nvSpPr>
            <p:cNvPr id="6659" name="Google Shape;6659;p70"/>
            <p:cNvSpPr/>
            <p:nvPr/>
          </p:nvSpPr>
          <p:spPr>
            <a:xfrm>
              <a:off x="8367766" y="4368835"/>
              <a:ext cx="50100" cy="74211"/>
            </a:xfrm>
            <a:custGeom>
              <a:rect b="b" l="l" r="r" t="t"/>
              <a:pathLst>
                <a:path extrusionOk="0" h="5691" w="3842">
                  <a:moveTo>
                    <a:pt x="420" y="1"/>
                  </a:moveTo>
                  <a:lnTo>
                    <a:pt x="1" y="5690"/>
                  </a:lnTo>
                  <a:lnTo>
                    <a:pt x="277" y="5690"/>
                  </a:lnTo>
                  <a:cubicBezTo>
                    <a:pt x="2248" y="5690"/>
                    <a:pt x="3842" y="4093"/>
                    <a:pt x="3842" y="2127"/>
                  </a:cubicBezTo>
                  <a:lnTo>
                    <a:pt x="3842" y="1918"/>
                  </a:lnTo>
                  <a:cubicBezTo>
                    <a:pt x="3842" y="858"/>
                    <a:pt x="2982" y="1"/>
                    <a:pt x="1925" y="1"/>
                  </a:cubicBez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0"/>
            <p:cNvSpPr/>
            <p:nvPr/>
          </p:nvSpPr>
          <p:spPr>
            <a:xfrm>
              <a:off x="8098628" y="4368835"/>
              <a:ext cx="50126" cy="74211"/>
            </a:xfrm>
            <a:custGeom>
              <a:rect b="b" l="l" r="r" t="t"/>
              <a:pathLst>
                <a:path extrusionOk="0" h="5691" w="3844">
                  <a:moveTo>
                    <a:pt x="1917" y="1"/>
                  </a:moveTo>
                  <a:cubicBezTo>
                    <a:pt x="860" y="1"/>
                    <a:pt x="0" y="858"/>
                    <a:pt x="0" y="1918"/>
                  </a:cubicBezTo>
                  <a:lnTo>
                    <a:pt x="0" y="2127"/>
                  </a:lnTo>
                  <a:cubicBezTo>
                    <a:pt x="0" y="4093"/>
                    <a:pt x="1595" y="5690"/>
                    <a:pt x="3565" y="5690"/>
                  </a:cubicBezTo>
                  <a:lnTo>
                    <a:pt x="3843" y="5690"/>
                  </a:lnTo>
                  <a:lnTo>
                    <a:pt x="3423" y="1"/>
                  </a:ln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0"/>
            <p:cNvSpPr/>
            <p:nvPr/>
          </p:nvSpPr>
          <p:spPr>
            <a:xfrm>
              <a:off x="8152893" y="4529984"/>
              <a:ext cx="210648" cy="67456"/>
            </a:xfrm>
            <a:custGeom>
              <a:rect b="b" l="l" r="r" t="t"/>
              <a:pathLst>
                <a:path extrusionOk="0" h="5173" w="16154">
                  <a:moveTo>
                    <a:pt x="3516" y="0"/>
                  </a:moveTo>
                  <a:lnTo>
                    <a:pt x="3516" y="1630"/>
                  </a:lnTo>
                  <a:cubicBezTo>
                    <a:pt x="3516" y="2540"/>
                    <a:pt x="2995" y="3369"/>
                    <a:pt x="2175" y="3761"/>
                  </a:cubicBezTo>
                  <a:lnTo>
                    <a:pt x="247" y="4687"/>
                  </a:lnTo>
                  <a:cubicBezTo>
                    <a:pt x="1" y="4806"/>
                    <a:pt x="85" y="5173"/>
                    <a:pt x="358" y="5173"/>
                  </a:cubicBezTo>
                  <a:lnTo>
                    <a:pt x="15798" y="5173"/>
                  </a:lnTo>
                  <a:cubicBezTo>
                    <a:pt x="16070" y="5173"/>
                    <a:pt x="16154" y="4806"/>
                    <a:pt x="15910" y="4687"/>
                  </a:cubicBezTo>
                  <a:lnTo>
                    <a:pt x="13981" y="3761"/>
                  </a:lnTo>
                  <a:cubicBezTo>
                    <a:pt x="13163" y="3369"/>
                    <a:pt x="12641" y="2540"/>
                    <a:pt x="12641" y="1630"/>
                  </a:cubicBezTo>
                  <a:lnTo>
                    <a:pt x="12641" y="0"/>
                  </a:lnTo>
                  <a:cubicBezTo>
                    <a:pt x="11041" y="1095"/>
                    <a:pt x="9276" y="1721"/>
                    <a:pt x="8079" y="1721"/>
                  </a:cubicBezTo>
                  <a:cubicBezTo>
                    <a:pt x="6884" y="1721"/>
                    <a:pt x="5116" y="1095"/>
                    <a:pt x="3516" y="0"/>
                  </a:cubicBez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0"/>
            <p:cNvSpPr/>
            <p:nvPr/>
          </p:nvSpPr>
          <p:spPr>
            <a:xfrm>
              <a:off x="8136761" y="4222891"/>
              <a:ext cx="242961" cy="329508"/>
            </a:xfrm>
            <a:custGeom>
              <a:rect b="b" l="l" r="r" t="t"/>
              <a:pathLst>
                <a:path extrusionOk="0" h="25269" w="18632">
                  <a:moveTo>
                    <a:pt x="9316" y="1"/>
                  </a:moveTo>
                  <a:cubicBezTo>
                    <a:pt x="4112" y="1"/>
                    <a:pt x="1" y="4425"/>
                    <a:pt x="384" y="9616"/>
                  </a:cubicBezTo>
                  <a:lnTo>
                    <a:pt x="994" y="17887"/>
                  </a:lnTo>
                  <a:cubicBezTo>
                    <a:pt x="1315" y="22248"/>
                    <a:pt x="6690" y="25269"/>
                    <a:pt x="9319" y="25269"/>
                  </a:cubicBezTo>
                  <a:cubicBezTo>
                    <a:pt x="11947" y="25269"/>
                    <a:pt x="17322" y="22247"/>
                    <a:pt x="17643" y="17887"/>
                  </a:cubicBezTo>
                  <a:lnTo>
                    <a:pt x="18249" y="9616"/>
                  </a:lnTo>
                  <a:cubicBezTo>
                    <a:pt x="18632" y="4425"/>
                    <a:pt x="14522" y="1"/>
                    <a:pt x="9316" y="1"/>
                  </a:cubicBezTo>
                  <a:close/>
                </a:path>
              </a:pathLst>
            </a:custGeom>
            <a:solidFill>
              <a:srgbClr val="E5B5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0"/>
            <p:cNvSpPr/>
            <p:nvPr/>
          </p:nvSpPr>
          <p:spPr>
            <a:xfrm>
              <a:off x="8200612" y="4228303"/>
              <a:ext cx="178231" cy="324057"/>
            </a:xfrm>
            <a:custGeom>
              <a:rect b="b" l="l" r="r" t="t"/>
              <a:pathLst>
                <a:path extrusionOk="0" h="24851" w="13668">
                  <a:moveTo>
                    <a:pt x="7124" y="1"/>
                  </a:moveTo>
                  <a:lnTo>
                    <a:pt x="7124" y="1"/>
                  </a:lnTo>
                  <a:cubicBezTo>
                    <a:pt x="9573" y="1751"/>
                    <a:pt x="11096" y="4701"/>
                    <a:pt x="10856" y="7951"/>
                  </a:cubicBezTo>
                  <a:lnTo>
                    <a:pt x="10246" y="16222"/>
                  </a:lnTo>
                  <a:cubicBezTo>
                    <a:pt x="9925" y="20582"/>
                    <a:pt x="4549" y="23602"/>
                    <a:pt x="1922" y="23602"/>
                  </a:cubicBezTo>
                  <a:cubicBezTo>
                    <a:pt x="1377" y="23602"/>
                    <a:pt x="712" y="23472"/>
                    <a:pt x="1" y="23228"/>
                  </a:cubicBezTo>
                  <a:lnTo>
                    <a:pt x="1" y="23228"/>
                  </a:lnTo>
                  <a:cubicBezTo>
                    <a:pt x="1562" y="24262"/>
                    <a:pt x="3258" y="24851"/>
                    <a:pt x="4420" y="24851"/>
                  </a:cubicBezTo>
                  <a:cubicBezTo>
                    <a:pt x="7048" y="24851"/>
                    <a:pt x="12424" y="21829"/>
                    <a:pt x="12744" y="17471"/>
                  </a:cubicBezTo>
                  <a:lnTo>
                    <a:pt x="13354" y="9200"/>
                  </a:lnTo>
                  <a:cubicBezTo>
                    <a:pt x="13667" y="4951"/>
                    <a:pt x="10969" y="1214"/>
                    <a:pt x="7124"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0"/>
            <p:cNvSpPr/>
            <p:nvPr/>
          </p:nvSpPr>
          <p:spPr>
            <a:xfrm>
              <a:off x="8165661" y="4267140"/>
              <a:ext cx="185259" cy="79374"/>
            </a:xfrm>
            <a:custGeom>
              <a:rect b="b" l="l" r="r" t="t"/>
              <a:pathLst>
                <a:path extrusionOk="0" h="6087" w="14207">
                  <a:moveTo>
                    <a:pt x="11490" y="0"/>
                  </a:moveTo>
                  <a:cubicBezTo>
                    <a:pt x="11178" y="1180"/>
                    <a:pt x="10401" y="2174"/>
                    <a:pt x="9368" y="2771"/>
                  </a:cubicBezTo>
                  <a:cubicBezTo>
                    <a:pt x="9207" y="2864"/>
                    <a:pt x="9093" y="3023"/>
                    <a:pt x="9052" y="3207"/>
                  </a:cubicBezTo>
                  <a:lnTo>
                    <a:pt x="8920" y="3795"/>
                  </a:lnTo>
                  <a:cubicBezTo>
                    <a:pt x="8851" y="4092"/>
                    <a:pt x="8588" y="4303"/>
                    <a:pt x="8284" y="4303"/>
                  </a:cubicBezTo>
                  <a:lnTo>
                    <a:pt x="5919" y="4303"/>
                  </a:lnTo>
                  <a:cubicBezTo>
                    <a:pt x="5614" y="4303"/>
                    <a:pt x="5350" y="4092"/>
                    <a:pt x="5284" y="3795"/>
                  </a:cubicBezTo>
                  <a:lnTo>
                    <a:pt x="5152" y="3213"/>
                  </a:lnTo>
                  <a:cubicBezTo>
                    <a:pt x="5110" y="3028"/>
                    <a:pt x="4995" y="2864"/>
                    <a:pt x="4830" y="2769"/>
                  </a:cubicBezTo>
                  <a:cubicBezTo>
                    <a:pt x="3799" y="2172"/>
                    <a:pt x="3024" y="1180"/>
                    <a:pt x="2712" y="1"/>
                  </a:cubicBezTo>
                  <a:cubicBezTo>
                    <a:pt x="2430" y="225"/>
                    <a:pt x="2161" y="474"/>
                    <a:pt x="1912" y="745"/>
                  </a:cubicBezTo>
                  <a:cubicBezTo>
                    <a:pt x="1705" y="967"/>
                    <a:pt x="1514" y="1200"/>
                    <a:pt x="1339" y="1442"/>
                  </a:cubicBezTo>
                  <a:cubicBezTo>
                    <a:pt x="1346" y="1455"/>
                    <a:pt x="1353" y="1469"/>
                    <a:pt x="1361" y="1484"/>
                  </a:cubicBezTo>
                  <a:cubicBezTo>
                    <a:pt x="1544" y="1874"/>
                    <a:pt x="1373" y="2339"/>
                    <a:pt x="985" y="2520"/>
                  </a:cubicBezTo>
                  <a:lnTo>
                    <a:pt x="624" y="2689"/>
                  </a:lnTo>
                  <a:cubicBezTo>
                    <a:pt x="290" y="3438"/>
                    <a:pt x="89" y="4242"/>
                    <a:pt x="36" y="5072"/>
                  </a:cubicBezTo>
                  <a:cubicBezTo>
                    <a:pt x="0" y="5621"/>
                    <a:pt x="435" y="6087"/>
                    <a:pt x="986" y="6087"/>
                  </a:cubicBezTo>
                  <a:lnTo>
                    <a:pt x="13219" y="6087"/>
                  </a:lnTo>
                  <a:cubicBezTo>
                    <a:pt x="13770" y="6087"/>
                    <a:pt x="14206" y="5621"/>
                    <a:pt x="14170" y="5072"/>
                  </a:cubicBezTo>
                  <a:cubicBezTo>
                    <a:pt x="14116" y="4272"/>
                    <a:pt x="13929" y="3497"/>
                    <a:pt x="13618" y="2772"/>
                  </a:cubicBezTo>
                  <a:lnTo>
                    <a:pt x="13073" y="2518"/>
                  </a:lnTo>
                  <a:cubicBezTo>
                    <a:pt x="12681" y="2335"/>
                    <a:pt x="12511" y="1873"/>
                    <a:pt x="12695" y="1481"/>
                  </a:cubicBezTo>
                  <a:cubicBezTo>
                    <a:pt x="12721" y="1428"/>
                    <a:pt x="12751" y="1379"/>
                    <a:pt x="12786" y="1334"/>
                  </a:cubicBezTo>
                  <a:cubicBezTo>
                    <a:pt x="12632" y="1129"/>
                    <a:pt x="12467" y="933"/>
                    <a:pt x="12290" y="742"/>
                  </a:cubicBezTo>
                  <a:cubicBezTo>
                    <a:pt x="12039" y="472"/>
                    <a:pt x="11771" y="224"/>
                    <a:pt x="114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0"/>
            <p:cNvSpPr/>
            <p:nvPr/>
          </p:nvSpPr>
          <p:spPr>
            <a:xfrm>
              <a:off x="8165583" y="4267140"/>
              <a:ext cx="185338" cy="79374"/>
            </a:xfrm>
            <a:custGeom>
              <a:rect b="b" l="l" r="r" t="t"/>
              <a:pathLst>
                <a:path extrusionOk="0" h="6087" w="14213">
                  <a:moveTo>
                    <a:pt x="11496" y="0"/>
                  </a:moveTo>
                  <a:cubicBezTo>
                    <a:pt x="11382" y="430"/>
                    <a:pt x="11207" y="834"/>
                    <a:pt x="10981" y="1205"/>
                  </a:cubicBezTo>
                  <a:cubicBezTo>
                    <a:pt x="11381" y="2019"/>
                    <a:pt x="11618" y="2904"/>
                    <a:pt x="11679" y="3823"/>
                  </a:cubicBezTo>
                  <a:cubicBezTo>
                    <a:pt x="11715" y="4371"/>
                    <a:pt x="11279" y="4837"/>
                    <a:pt x="10728" y="4837"/>
                  </a:cubicBezTo>
                  <a:lnTo>
                    <a:pt x="56" y="4837"/>
                  </a:lnTo>
                  <a:cubicBezTo>
                    <a:pt x="49" y="4915"/>
                    <a:pt x="42" y="4994"/>
                    <a:pt x="36" y="5072"/>
                  </a:cubicBezTo>
                  <a:cubicBezTo>
                    <a:pt x="1" y="5621"/>
                    <a:pt x="437" y="6087"/>
                    <a:pt x="986" y="6087"/>
                  </a:cubicBezTo>
                  <a:lnTo>
                    <a:pt x="13225" y="6087"/>
                  </a:lnTo>
                  <a:cubicBezTo>
                    <a:pt x="13776" y="6086"/>
                    <a:pt x="14212" y="5621"/>
                    <a:pt x="14176" y="5071"/>
                  </a:cubicBezTo>
                  <a:cubicBezTo>
                    <a:pt x="14122" y="4270"/>
                    <a:pt x="13935" y="3497"/>
                    <a:pt x="13624" y="2772"/>
                  </a:cubicBezTo>
                  <a:lnTo>
                    <a:pt x="13079" y="2518"/>
                  </a:lnTo>
                  <a:cubicBezTo>
                    <a:pt x="12687" y="2335"/>
                    <a:pt x="12517" y="1873"/>
                    <a:pt x="12701" y="1481"/>
                  </a:cubicBezTo>
                  <a:cubicBezTo>
                    <a:pt x="12727" y="1428"/>
                    <a:pt x="12757" y="1379"/>
                    <a:pt x="12792" y="1334"/>
                  </a:cubicBezTo>
                  <a:cubicBezTo>
                    <a:pt x="12638" y="1129"/>
                    <a:pt x="12473" y="933"/>
                    <a:pt x="12296" y="742"/>
                  </a:cubicBezTo>
                  <a:cubicBezTo>
                    <a:pt x="12045" y="472"/>
                    <a:pt x="11777" y="224"/>
                    <a:pt x="11496" y="0"/>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0"/>
            <p:cNvSpPr/>
            <p:nvPr/>
          </p:nvSpPr>
          <p:spPr>
            <a:xfrm>
              <a:off x="8239033" y="4323256"/>
              <a:ext cx="38468" cy="23250"/>
            </a:xfrm>
            <a:custGeom>
              <a:rect b="b" l="l" r="r" t="t"/>
              <a:pathLst>
                <a:path extrusionOk="0" h="1783" w="2950">
                  <a:moveTo>
                    <a:pt x="65" y="0"/>
                  </a:moveTo>
                  <a:cubicBezTo>
                    <a:pt x="29" y="0"/>
                    <a:pt x="1" y="29"/>
                    <a:pt x="1" y="65"/>
                  </a:cubicBezTo>
                  <a:lnTo>
                    <a:pt x="1" y="1783"/>
                  </a:lnTo>
                  <a:lnTo>
                    <a:pt x="2949" y="1783"/>
                  </a:lnTo>
                  <a:lnTo>
                    <a:pt x="2949" y="65"/>
                  </a:lnTo>
                  <a:cubicBezTo>
                    <a:pt x="2949" y="29"/>
                    <a:pt x="2921"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0"/>
            <p:cNvSpPr/>
            <p:nvPr/>
          </p:nvSpPr>
          <p:spPr>
            <a:xfrm>
              <a:off x="8198500" y="4192766"/>
              <a:ext cx="118964" cy="130491"/>
            </a:xfrm>
            <a:custGeom>
              <a:rect b="b" l="l" r="r" t="t"/>
              <a:pathLst>
                <a:path extrusionOk="0" h="10007" w="9123">
                  <a:moveTo>
                    <a:pt x="4583" y="1"/>
                  </a:moveTo>
                  <a:cubicBezTo>
                    <a:pt x="4546" y="1"/>
                    <a:pt x="4510" y="1"/>
                    <a:pt x="4473" y="2"/>
                  </a:cubicBezTo>
                  <a:cubicBezTo>
                    <a:pt x="2070" y="59"/>
                    <a:pt x="108" y="2017"/>
                    <a:pt x="45" y="4419"/>
                  </a:cubicBezTo>
                  <a:cubicBezTo>
                    <a:pt x="1" y="6149"/>
                    <a:pt x="923" y="7669"/>
                    <a:pt x="2314" y="8472"/>
                  </a:cubicBezTo>
                  <a:cubicBezTo>
                    <a:pt x="2479" y="8567"/>
                    <a:pt x="2592" y="8731"/>
                    <a:pt x="2635" y="8916"/>
                  </a:cubicBezTo>
                  <a:lnTo>
                    <a:pt x="2767" y="9498"/>
                  </a:lnTo>
                  <a:cubicBezTo>
                    <a:pt x="2836" y="9794"/>
                    <a:pt x="3100" y="10006"/>
                    <a:pt x="3403" y="10006"/>
                  </a:cubicBezTo>
                  <a:lnTo>
                    <a:pt x="5765" y="10006"/>
                  </a:lnTo>
                  <a:cubicBezTo>
                    <a:pt x="6070" y="10006"/>
                    <a:pt x="6333" y="9795"/>
                    <a:pt x="6400" y="9498"/>
                  </a:cubicBezTo>
                  <a:lnTo>
                    <a:pt x="6532" y="8910"/>
                  </a:lnTo>
                  <a:cubicBezTo>
                    <a:pt x="6574" y="8726"/>
                    <a:pt x="6687" y="8567"/>
                    <a:pt x="6848" y="8474"/>
                  </a:cubicBezTo>
                  <a:cubicBezTo>
                    <a:pt x="8208" y="7690"/>
                    <a:pt x="9122" y="6222"/>
                    <a:pt x="9122" y="4541"/>
                  </a:cubicBezTo>
                  <a:cubicBezTo>
                    <a:pt x="9122" y="2033"/>
                    <a:pt x="7088" y="1"/>
                    <a:pt x="45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0"/>
            <p:cNvSpPr/>
            <p:nvPr/>
          </p:nvSpPr>
          <p:spPr>
            <a:xfrm>
              <a:off x="8232095" y="4193418"/>
              <a:ext cx="85373" cy="129813"/>
            </a:xfrm>
            <a:custGeom>
              <a:rect b="b" l="l" r="r" t="t"/>
              <a:pathLst>
                <a:path extrusionOk="0" h="9955" w="6547">
                  <a:moveTo>
                    <a:pt x="2688" y="1"/>
                  </a:moveTo>
                  <a:lnTo>
                    <a:pt x="2688" y="1"/>
                  </a:lnTo>
                  <a:cubicBezTo>
                    <a:pt x="3527" y="824"/>
                    <a:pt x="4048" y="1972"/>
                    <a:pt x="4048" y="3242"/>
                  </a:cubicBezTo>
                  <a:cubicBezTo>
                    <a:pt x="4048" y="4924"/>
                    <a:pt x="3133" y="6392"/>
                    <a:pt x="1775" y="7175"/>
                  </a:cubicBezTo>
                  <a:cubicBezTo>
                    <a:pt x="1613" y="7269"/>
                    <a:pt x="1501" y="7428"/>
                    <a:pt x="1460" y="7612"/>
                  </a:cubicBezTo>
                  <a:lnTo>
                    <a:pt x="1326" y="8200"/>
                  </a:lnTo>
                  <a:cubicBezTo>
                    <a:pt x="1259" y="8497"/>
                    <a:pt x="995" y="8707"/>
                    <a:pt x="692" y="8707"/>
                  </a:cubicBezTo>
                  <a:lnTo>
                    <a:pt x="0" y="8707"/>
                  </a:lnTo>
                  <a:cubicBezTo>
                    <a:pt x="25" y="8757"/>
                    <a:pt x="45" y="8811"/>
                    <a:pt x="58" y="8864"/>
                  </a:cubicBezTo>
                  <a:lnTo>
                    <a:pt x="190" y="9448"/>
                  </a:lnTo>
                  <a:cubicBezTo>
                    <a:pt x="259" y="9745"/>
                    <a:pt x="521" y="9955"/>
                    <a:pt x="825" y="9955"/>
                  </a:cubicBezTo>
                  <a:lnTo>
                    <a:pt x="3187" y="9955"/>
                  </a:lnTo>
                  <a:cubicBezTo>
                    <a:pt x="3491" y="9955"/>
                    <a:pt x="3755" y="9745"/>
                    <a:pt x="3821" y="9448"/>
                  </a:cubicBezTo>
                  <a:lnTo>
                    <a:pt x="3955" y="8860"/>
                  </a:lnTo>
                  <a:cubicBezTo>
                    <a:pt x="3997" y="8676"/>
                    <a:pt x="4108" y="8517"/>
                    <a:pt x="4271" y="8424"/>
                  </a:cubicBezTo>
                  <a:cubicBezTo>
                    <a:pt x="5632" y="7640"/>
                    <a:pt x="6546" y="6172"/>
                    <a:pt x="6546" y="4491"/>
                  </a:cubicBezTo>
                  <a:cubicBezTo>
                    <a:pt x="6546" y="2215"/>
                    <a:pt x="4870" y="331"/>
                    <a:pt x="2688" y="1"/>
                  </a:cubicBezTo>
                  <a:close/>
                </a:path>
              </a:pathLst>
            </a:custGeom>
            <a:solidFill>
              <a:srgbClr val="000000">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0"/>
            <p:cNvSpPr/>
            <p:nvPr/>
          </p:nvSpPr>
          <p:spPr>
            <a:xfrm>
              <a:off x="8338879" y="4240745"/>
              <a:ext cx="35730" cy="20355"/>
            </a:xfrm>
            <a:custGeom>
              <a:rect b="b" l="l" r="r" t="t"/>
              <a:pathLst>
                <a:path extrusionOk="0" h="1561" w="2740">
                  <a:moveTo>
                    <a:pt x="781" y="1"/>
                  </a:moveTo>
                  <a:cubicBezTo>
                    <a:pt x="350" y="1"/>
                    <a:pt x="0" y="351"/>
                    <a:pt x="0" y="781"/>
                  </a:cubicBezTo>
                  <a:cubicBezTo>
                    <a:pt x="0" y="1212"/>
                    <a:pt x="350" y="1561"/>
                    <a:pt x="781" y="1561"/>
                  </a:cubicBezTo>
                  <a:lnTo>
                    <a:pt x="1959" y="1561"/>
                  </a:lnTo>
                  <a:cubicBezTo>
                    <a:pt x="2389" y="1561"/>
                    <a:pt x="2739" y="1212"/>
                    <a:pt x="2739" y="781"/>
                  </a:cubicBezTo>
                  <a:cubicBezTo>
                    <a:pt x="2739" y="351"/>
                    <a:pt x="2389" y="1"/>
                    <a:pt x="195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0"/>
            <p:cNvSpPr/>
            <p:nvPr/>
          </p:nvSpPr>
          <p:spPr>
            <a:xfrm>
              <a:off x="8328837" y="4194410"/>
              <a:ext cx="37164" cy="26862"/>
            </a:xfrm>
            <a:custGeom>
              <a:rect b="b" l="l" r="r" t="t"/>
              <a:pathLst>
                <a:path extrusionOk="0" h="2060" w="2850">
                  <a:moveTo>
                    <a:pt x="1959" y="0"/>
                  </a:moveTo>
                  <a:cubicBezTo>
                    <a:pt x="1849" y="0"/>
                    <a:pt x="1736" y="24"/>
                    <a:pt x="1630" y="74"/>
                  </a:cubicBezTo>
                  <a:lnTo>
                    <a:pt x="561" y="572"/>
                  </a:lnTo>
                  <a:cubicBezTo>
                    <a:pt x="170" y="753"/>
                    <a:pt x="1" y="1218"/>
                    <a:pt x="183" y="1609"/>
                  </a:cubicBezTo>
                  <a:cubicBezTo>
                    <a:pt x="314" y="1892"/>
                    <a:pt x="596" y="2059"/>
                    <a:pt x="890" y="2059"/>
                  </a:cubicBezTo>
                  <a:cubicBezTo>
                    <a:pt x="1001" y="2059"/>
                    <a:pt x="1113" y="2036"/>
                    <a:pt x="1221" y="1985"/>
                  </a:cubicBezTo>
                  <a:lnTo>
                    <a:pt x="2290" y="1487"/>
                  </a:lnTo>
                  <a:cubicBezTo>
                    <a:pt x="2680" y="1304"/>
                    <a:pt x="2849" y="842"/>
                    <a:pt x="2666" y="450"/>
                  </a:cubicBezTo>
                  <a:cubicBezTo>
                    <a:pt x="2534" y="167"/>
                    <a:pt x="2253" y="0"/>
                    <a:pt x="195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0"/>
            <p:cNvSpPr/>
            <p:nvPr/>
          </p:nvSpPr>
          <p:spPr>
            <a:xfrm>
              <a:off x="8328837" y="4280572"/>
              <a:ext cx="37164" cy="26875"/>
            </a:xfrm>
            <a:custGeom>
              <a:rect b="b" l="l" r="r" t="t"/>
              <a:pathLst>
                <a:path extrusionOk="0" h="2061" w="2850">
                  <a:moveTo>
                    <a:pt x="890" y="1"/>
                  </a:moveTo>
                  <a:cubicBezTo>
                    <a:pt x="596" y="1"/>
                    <a:pt x="314" y="168"/>
                    <a:pt x="183" y="451"/>
                  </a:cubicBezTo>
                  <a:cubicBezTo>
                    <a:pt x="1" y="843"/>
                    <a:pt x="170" y="1308"/>
                    <a:pt x="561" y="1488"/>
                  </a:cubicBezTo>
                  <a:lnTo>
                    <a:pt x="1630" y="1986"/>
                  </a:lnTo>
                  <a:cubicBezTo>
                    <a:pt x="1736" y="2036"/>
                    <a:pt x="1849" y="2060"/>
                    <a:pt x="1959" y="2060"/>
                  </a:cubicBezTo>
                  <a:cubicBezTo>
                    <a:pt x="2253" y="2060"/>
                    <a:pt x="2534" y="1893"/>
                    <a:pt x="2666" y="1610"/>
                  </a:cubicBezTo>
                  <a:cubicBezTo>
                    <a:pt x="2849" y="1219"/>
                    <a:pt x="2680" y="755"/>
                    <a:pt x="2290" y="573"/>
                  </a:cubicBezTo>
                  <a:lnTo>
                    <a:pt x="1221" y="75"/>
                  </a:lnTo>
                  <a:cubicBezTo>
                    <a:pt x="1113" y="25"/>
                    <a:pt x="1001" y="1"/>
                    <a:pt x="8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0"/>
            <p:cNvSpPr/>
            <p:nvPr/>
          </p:nvSpPr>
          <p:spPr>
            <a:xfrm>
              <a:off x="8139982" y="4240745"/>
              <a:ext cx="35756" cy="20355"/>
            </a:xfrm>
            <a:custGeom>
              <a:rect b="b" l="l" r="r" t="t"/>
              <a:pathLst>
                <a:path extrusionOk="0" h="1561" w="2742">
                  <a:moveTo>
                    <a:pt x="783" y="1"/>
                  </a:moveTo>
                  <a:cubicBezTo>
                    <a:pt x="352" y="1"/>
                    <a:pt x="2" y="351"/>
                    <a:pt x="2" y="781"/>
                  </a:cubicBezTo>
                  <a:cubicBezTo>
                    <a:pt x="1" y="1212"/>
                    <a:pt x="351" y="1561"/>
                    <a:pt x="783" y="1561"/>
                  </a:cubicBezTo>
                  <a:lnTo>
                    <a:pt x="1962" y="1561"/>
                  </a:lnTo>
                  <a:cubicBezTo>
                    <a:pt x="2391" y="1561"/>
                    <a:pt x="2741" y="1212"/>
                    <a:pt x="2741" y="781"/>
                  </a:cubicBezTo>
                  <a:cubicBezTo>
                    <a:pt x="2741" y="351"/>
                    <a:pt x="2391" y="1"/>
                    <a:pt x="196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0"/>
            <p:cNvSpPr/>
            <p:nvPr/>
          </p:nvSpPr>
          <p:spPr>
            <a:xfrm>
              <a:off x="8148629" y="4194410"/>
              <a:ext cx="37151" cy="26862"/>
            </a:xfrm>
            <a:custGeom>
              <a:rect b="b" l="l" r="r" t="t"/>
              <a:pathLst>
                <a:path extrusionOk="0" h="2060" w="2849">
                  <a:moveTo>
                    <a:pt x="889" y="0"/>
                  </a:moveTo>
                  <a:cubicBezTo>
                    <a:pt x="595" y="0"/>
                    <a:pt x="314" y="167"/>
                    <a:pt x="183" y="450"/>
                  </a:cubicBezTo>
                  <a:cubicBezTo>
                    <a:pt x="0" y="842"/>
                    <a:pt x="168" y="1304"/>
                    <a:pt x="560" y="1487"/>
                  </a:cubicBezTo>
                  <a:lnTo>
                    <a:pt x="1629" y="1985"/>
                  </a:lnTo>
                  <a:cubicBezTo>
                    <a:pt x="1736" y="2036"/>
                    <a:pt x="1848" y="2059"/>
                    <a:pt x="1959" y="2059"/>
                  </a:cubicBezTo>
                  <a:cubicBezTo>
                    <a:pt x="2252" y="2059"/>
                    <a:pt x="2534" y="1892"/>
                    <a:pt x="2665" y="1609"/>
                  </a:cubicBezTo>
                  <a:cubicBezTo>
                    <a:pt x="2849" y="1218"/>
                    <a:pt x="2678" y="753"/>
                    <a:pt x="2288" y="572"/>
                  </a:cubicBezTo>
                  <a:lnTo>
                    <a:pt x="1219" y="74"/>
                  </a:lnTo>
                  <a:cubicBezTo>
                    <a:pt x="1112" y="24"/>
                    <a:pt x="1000" y="0"/>
                    <a:pt x="88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0"/>
            <p:cNvSpPr/>
            <p:nvPr/>
          </p:nvSpPr>
          <p:spPr>
            <a:xfrm>
              <a:off x="8148629" y="4280572"/>
              <a:ext cx="37151" cy="26875"/>
            </a:xfrm>
            <a:custGeom>
              <a:rect b="b" l="l" r="r" t="t"/>
              <a:pathLst>
                <a:path extrusionOk="0" h="2061" w="2849">
                  <a:moveTo>
                    <a:pt x="1959" y="1"/>
                  </a:moveTo>
                  <a:cubicBezTo>
                    <a:pt x="1848" y="1"/>
                    <a:pt x="1736" y="25"/>
                    <a:pt x="1629" y="75"/>
                  </a:cubicBezTo>
                  <a:lnTo>
                    <a:pt x="560" y="573"/>
                  </a:lnTo>
                  <a:cubicBezTo>
                    <a:pt x="168" y="755"/>
                    <a:pt x="0" y="1219"/>
                    <a:pt x="183" y="1610"/>
                  </a:cubicBezTo>
                  <a:cubicBezTo>
                    <a:pt x="314" y="1893"/>
                    <a:pt x="595" y="2060"/>
                    <a:pt x="889" y="2060"/>
                  </a:cubicBezTo>
                  <a:cubicBezTo>
                    <a:pt x="1000" y="2060"/>
                    <a:pt x="1112" y="2036"/>
                    <a:pt x="1219" y="1986"/>
                  </a:cubicBezTo>
                  <a:lnTo>
                    <a:pt x="2288" y="1488"/>
                  </a:lnTo>
                  <a:cubicBezTo>
                    <a:pt x="2678" y="1308"/>
                    <a:pt x="2849" y="843"/>
                    <a:pt x="2665" y="451"/>
                  </a:cubicBezTo>
                  <a:cubicBezTo>
                    <a:pt x="2534" y="168"/>
                    <a:pt x="2252" y="1"/>
                    <a:pt x="195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0"/>
            <p:cNvSpPr/>
            <p:nvPr/>
          </p:nvSpPr>
          <p:spPr>
            <a:xfrm>
              <a:off x="8092524" y="4186663"/>
              <a:ext cx="331464" cy="416837"/>
            </a:xfrm>
            <a:custGeom>
              <a:rect b="b" l="l" r="r" t="t"/>
              <a:pathLst>
                <a:path extrusionOk="0" h="31966" w="25419">
                  <a:moveTo>
                    <a:pt x="5601" y="4616"/>
                  </a:moveTo>
                  <a:cubicBezTo>
                    <a:pt x="5773" y="4616"/>
                    <a:pt x="5912" y="4756"/>
                    <a:pt x="5912" y="4928"/>
                  </a:cubicBezTo>
                  <a:cubicBezTo>
                    <a:pt x="5912" y="5101"/>
                    <a:pt x="5773" y="5240"/>
                    <a:pt x="5601" y="5240"/>
                  </a:cubicBezTo>
                  <a:lnTo>
                    <a:pt x="4422" y="5240"/>
                  </a:lnTo>
                  <a:cubicBezTo>
                    <a:pt x="4249" y="5240"/>
                    <a:pt x="4110" y="5101"/>
                    <a:pt x="4110" y="4928"/>
                  </a:cubicBezTo>
                  <a:cubicBezTo>
                    <a:pt x="4110" y="4756"/>
                    <a:pt x="4249" y="4616"/>
                    <a:pt x="4422" y="4616"/>
                  </a:cubicBezTo>
                  <a:close/>
                  <a:moveTo>
                    <a:pt x="20849" y="4616"/>
                  </a:moveTo>
                  <a:cubicBezTo>
                    <a:pt x="21021" y="4616"/>
                    <a:pt x="21160" y="4756"/>
                    <a:pt x="21160" y="4928"/>
                  </a:cubicBezTo>
                  <a:cubicBezTo>
                    <a:pt x="21160" y="5101"/>
                    <a:pt x="21021" y="5240"/>
                    <a:pt x="20849" y="5240"/>
                  </a:cubicBezTo>
                  <a:lnTo>
                    <a:pt x="19671" y="5240"/>
                  </a:lnTo>
                  <a:cubicBezTo>
                    <a:pt x="19590" y="5240"/>
                    <a:pt x="19517" y="5210"/>
                    <a:pt x="19463" y="5161"/>
                  </a:cubicBezTo>
                  <a:lnTo>
                    <a:pt x="19431" y="5131"/>
                  </a:lnTo>
                  <a:cubicBezTo>
                    <a:pt x="19259" y="4928"/>
                    <a:pt x="19405" y="4616"/>
                    <a:pt x="19671" y="4616"/>
                  </a:cubicBezTo>
                  <a:close/>
                  <a:moveTo>
                    <a:pt x="7702" y="4881"/>
                  </a:moveTo>
                  <a:cubicBezTo>
                    <a:pt x="7693" y="5260"/>
                    <a:pt x="7726" y="5634"/>
                    <a:pt x="7799" y="5997"/>
                  </a:cubicBezTo>
                  <a:cubicBezTo>
                    <a:pt x="7477" y="6273"/>
                    <a:pt x="7175" y="6579"/>
                    <a:pt x="6900" y="6910"/>
                  </a:cubicBezTo>
                  <a:cubicBezTo>
                    <a:pt x="6706" y="6795"/>
                    <a:pt x="6485" y="6734"/>
                    <a:pt x="6259" y="6734"/>
                  </a:cubicBezTo>
                  <a:cubicBezTo>
                    <a:pt x="6103" y="6734"/>
                    <a:pt x="5944" y="6763"/>
                    <a:pt x="5792" y="6825"/>
                  </a:cubicBezTo>
                  <a:cubicBezTo>
                    <a:pt x="6316" y="6086"/>
                    <a:pt x="6959" y="5426"/>
                    <a:pt x="7702" y="4881"/>
                  </a:cubicBezTo>
                  <a:close/>
                  <a:moveTo>
                    <a:pt x="17715" y="4880"/>
                  </a:moveTo>
                  <a:lnTo>
                    <a:pt x="17715" y="4880"/>
                  </a:lnTo>
                  <a:cubicBezTo>
                    <a:pt x="18491" y="5449"/>
                    <a:pt x="19157" y="6142"/>
                    <a:pt x="19694" y="6923"/>
                  </a:cubicBezTo>
                  <a:lnTo>
                    <a:pt x="19539" y="6851"/>
                  </a:lnTo>
                  <a:cubicBezTo>
                    <a:pt x="19368" y="6771"/>
                    <a:pt x="19188" y="6733"/>
                    <a:pt x="19011" y="6733"/>
                  </a:cubicBezTo>
                  <a:cubicBezTo>
                    <a:pt x="18825" y="6733"/>
                    <a:pt x="18642" y="6775"/>
                    <a:pt x="18474" y="6855"/>
                  </a:cubicBezTo>
                  <a:cubicBezTo>
                    <a:pt x="18211" y="6547"/>
                    <a:pt x="17924" y="6259"/>
                    <a:pt x="17617" y="5995"/>
                  </a:cubicBezTo>
                  <a:cubicBezTo>
                    <a:pt x="17692" y="5627"/>
                    <a:pt x="17723" y="5256"/>
                    <a:pt x="17715" y="4880"/>
                  </a:cubicBezTo>
                  <a:close/>
                  <a:moveTo>
                    <a:pt x="18874" y="8261"/>
                  </a:moveTo>
                  <a:cubicBezTo>
                    <a:pt x="18874" y="8261"/>
                    <a:pt x="19008" y="8324"/>
                    <a:pt x="19395" y="8504"/>
                  </a:cubicBezTo>
                  <a:lnTo>
                    <a:pt x="19395" y="8504"/>
                  </a:lnTo>
                  <a:cubicBezTo>
                    <a:pt x="19185" y="8406"/>
                    <a:pt x="18874" y="8261"/>
                    <a:pt x="18874" y="8261"/>
                  </a:cubicBezTo>
                  <a:close/>
                  <a:moveTo>
                    <a:pt x="6261" y="7670"/>
                  </a:moveTo>
                  <a:cubicBezTo>
                    <a:pt x="6378" y="7670"/>
                    <a:pt x="6490" y="7736"/>
                    <a:pt x="6542" y="7850"/>
                  </a:cubicBezTo>
                  <a:cubicBezTo>
                    <a:pt x="6616" y="8006"/>
                    <a:pt x="6548" y="8193"/>
                    <a:pt x="6392" y="8265"/>
                  </a:cubicBezTo>
                  <a:cubicBezTo>
                    <a:pt x="5866" y="8510"/>
                    <a:pt x="5690" y="8592"/>
                    <a:pt x="5690" y="8592"/>
                  </a:cubicBezTo>
                  <a:cubicBezTo>
                    <a:pt x="5690" y="8592"/>
                    <a:pt x="6399" y="8261"/>
                    <a:pt x="6398" y="8261"/>
                  </a:cubicBezTo>
                  <a:lnTo>
                    <a:pt x="6398" y="8261"/>
                  </a:lnTo>
                  <a:cubicBezTo>
                    <a:pt x="6398" y="8261"/>
                    <a:pt x="6142" y="8380"/>
                    <a:pt x="5323" y="8762"/>
                  </a:cubicBezTo>
                  <a:cubicBezTo>
                    <a:pt x="5280" y="8783"/>
                    <a:pt x="5235" y="8792"/>
                    <a:pt x="5190" y="8792"/>
                  </a:cubicBezTo>
                  <a:cubicBezTo>
                    <a:pt x="5073" y="8792"/>
                    <a:pt x="4960" y="8725"/>
                    <a:pt x="4908" y="8612"/>
                  </a:cubicBezTo>
                  <a:cubicBezTo>
                    <a:pt x="4835" y="8455"/>
                    <a:pt x="4902" y="8272"/>
                    <a:pt x="5059" y="8197"/>
                  </a:cubicBezTo>
                  <a:lnTo>
                    <a:pt x="6128" y="7699"/>
                  </a:lnTo>
                  <a:cubicBezTo>
                    <a:pt x="6171" y="7679"/>
                    <a:pt x="6216" y="7670"/>
                    <a:pt x="6261" y="7670"/>
                  </a:cubicBezTo>
                  <a:close/>
                  <a:moveTo>
                    <a:pt x="19010" y="7670"/>
                  </a:moveTo>
                  <a:cubicBezTo>
                    <a:pt x="19055" y="7670"/>
                    <a:pt x="19100" y="7679"/>
                    <a:pt x="19143" y="7699"/>
                  </a:cubicBezTo>
                  <a:lnTo>
                    <a:pt x="20212" y="8197"/>
                  </a:lnTo>
                  <a:cubicBezTo>
                    <a:pt x="20368" y="8272"/>
                    <a:pt x="20434" y="8455"/>
                    <a:pt x="20362" y="8612"/>
                  </a:cubicBezTo>
                  <a:cubicBezTo>
                    <a:pt x="20309" y="8725"/>
                    <a:pt x="20197" y="8792"/>
                    <a:pt x="20080" y="8792"/>
                  </a:cubicBezTo>
                  <a:cubicBezTo>
                    <a:pt x="20035" y="8792"/>
                    <a:pt x="19990" y="8783"/>
                    <a:pt x="19948" y="8762"/>
                  </a:cubicBezTo>
                  <a:cubicBezTo>
                    <a:pt x="19723" y="8658"/>
                    <a:pt x="19541" y="8573"/>
                    <a:pt x="19395" y="8504"/>
                  </a:cubicBezTo>
                  <a:lnTo>
                    <a:pt x="19395" y="8504"/>
                  </a:lnTo>
                  <a:cubicBezTo>
                    <a:pt x="19501" y="8554"/>
                    <a:pt x="19582" y="8592"/>
                    <a:pt x="19582" y="8592"/>
                  </a:cubicBezTo>
                  <a:cubicBezTo>
                    <a:pt x="19581" y="8592"/>
                    <a:pt x="19405" y="8510"/>
                    <a:pt x="18879" y="8265"/>
                  </a:cubicBezTo>
                  <a:cubicBezTo>
                    <a:pt x="18724" y="8190"/>
                    <a:pt x="18655" y="8006"/>
                    <a:pt x="18728" y="7850"/>
                  </a:cubicBezTo>
                  <a:cubicBezTo>
                    <a:pt x="18781" y="7736"/>
                    <a:pt x="18893" y="7670"/>
                    <a:pt x="19010" y="7670"/>
                  </a:cubicBezTo>
                  <a:close/>
                  <a:moveTo>
                    <a:pt x="8106" y="6982"/>
                  </a:moveTo>
                  <a:cubicBezTo>
                    <a:pt x="8524" y="7957"/>
                    <a:pt x="9250" y="8793"/>
                    <a:pt x="10203" y="9345"/>
                  </a:cubicBezTo>
                  <a:cubicBezTo>
                    <a:pt x="10252" y="9374"/>
                    <a:pt x="10288" y="9424"/>
                    <a:pt x="10302" y="9487"/>
                  </a:cubicBezTo>
                  <a:lnTo>
                    <a:pt x="10434" y="10070"/>
                  </a:lnTo>
                  <a:cubicBezTo>
                    <a:pt x="10486" y="10299"/>
                    <a:pt x="10605" y="10497"/>
                    <a:pt x="10765" y="10647"/>
                  </a:cubicBezTo>
                  <a:lnTo>
                    <a:pt x="10765" y="11789"/>
                  </a:lnTo>
                  <a:lnTo>
                    <a:pt x="6588" y="11789"/>
                  </a:lnTo>
                  <a:cubicBezTo>
                    <a:pt x="6308" y="11789"/>
                    <a:pt x="6086" y="11552"/>
                    <a:pt x="6106" y="11274"/>
                  </a:cubicBezTo>
                  <a:cubicBezTo>
                    <a:pt x="6155" y="10558"/>
                    <a:pt x="6316" y="9865"/>
                    <a:pt x="6587" y="9207"/>
                  </a:cubicBezTo>
                  <a:lnTo>
                    <a:pt x="6786" y="9114"/>
                  </a:lnTo>
                  <a:cubicBezTo>
                    <a:pt x="7347" y="8853"/>
                    <a:pt x="7607" y="8239"/>
                    <a:pt x="7472" y="7688"/>
                  </a:cubicBezTo>
                  <a:cubicBezTo>
                    <a:pt x="7659" y="7448"/>
                    <a:pt x="7870" y="7211"/>
                    <a:pt x="8106" y="6982"/>
                  </a:cubicBezTo>
                  <a:close/>
                  <a:moveTo>
                    <a:pt x="13713" y="10942"/>
                  </a:moveTo>
                  <a:lnTo>
                    <a:pt x="13713" y="11789"/>
                  </a:lnTo>
                  <a:lnTo>
                    <a:pt x="11702" y="11789"/>
                  </a:lnTo>
                  <a:lnTo>
                    <a:pt x="11702" y="10942"/>
                  </a:lnTo>
                  <a:close/>
                  <a:moveTo>
                    <a:pt x="3456" y="14438"/>
                  </a:moveTo>
                  <a:lnTo>
                    <a:pt x="3805" y="19182"/>
                  </a:lnTo>
                  <a:cubicBezTo>
                    <a:pt x="2203" y="19065"/>
                    <a:pt x="938" y="17725"/>
                    <a:pt x="938" y="16095"/>
                  </a:cubicBezTo>
                  <a:lnTo>
                    <a:pt x="938" y="15885"/>
                  </a:lnTo>
                  <a:cubicBezTo>
                    <a:pt x="938" y="15088"/>
                    <a:pt x="1586" y="14438"/>
                    <a:pt x="2384" y="14438"/>
                  </a:cubicBezTo>
                  <a:close/>
                  <a:moveTo>
                    <a:pt x="23031" y="14438"/>
                  </a:moveTo>
                  <a:cubicBezTo>
                    <a:pt x="23829" y="14438"/>
                    <a:pt x="24479" y="15088"/>
                    <a:pt x="24479" y="15885"/>
                  </a:cubicBezTo>
                  <a:lnTo>
                    <a:pt x="24479" y="16095"/>
                  </a:lnTo>
                  <a:cubicBezTo>
                    <a:pt x="24479" y="17725"/>
                    <a:pt x="23212" y="19065"/>
                    <a:pt x="21611" y="19182"/>
                  </a:cubicBezTo>
                  <a:lnTo>
                    <a:pt x="21961" y="14438"/>
                  </a:lnTo>
                  <a:close/>
                  <a:moveTo>
                    <a:pt x="16801" y="27177"/>
                  </a:moveTo>
                  <a:lnTo>
                    <a:pt x="16801" y="27959"/>
                  </a:lnTo>
                  <a:cubicBezTo>
                    <a:pt x="16802" y="29040"/>
                    <a:pt x="17432" y="30041"/>
                    <a:pt x="18406" y="30509"/>
                  </a:cubicBezTo>
                  <a:lnTo>
                    <a:pt x="19493" y="31028"/>
                  </a:lnTo>
                  <a:lnTo>
                    <a:pt x="5921" y="31028"/>
                  </a:lnTo>
                  <a:lnTo>
                    <a:pt x="7007" y="30509"/>
                  </a:lnTo>
                  <a:cubicBezTo>
                    <a:pt x="7983" y="30041"/>
                    <a:pt x="8614" y="29038"/>
                    <a:pt x="8614" y="27956"/>
                  </a:cubicBezTo>
                  <a:lnTo>
                    <a:pt x="8614" y="27181"/>
                  </a:lnTo>
                  <a:cubicBezTo>
                    <a:pt x="10111" y="28057"/>
                    <a:pt x="11639" y="28514"/>
                    <a:pt x="12707" y="28514"/>
                  </a:cubicBezTo>
                  <a:cubicBezTo>
                    <a:pt x="13823" y="28514"/>
                    <a:pt x="15340" y="28032"/>
                    <a:pt x="16801" y="27177"/>
                  </a:cubicBezTo>
                  <a:close/>
                  <a:moveTo>
                    <a:pt x="12708" y="1"/>
                  </a:moveTo>
                  <a:cubicBezTo>
                    <a:pt x="12668" y="1"/>
                    <a:pt x="12627" y="1"/>
                    <a:pt x="12586" y="2"/>
                  </a:cubicBezTo>
                  <a:cubicBezTo>
                    <a:pt x="11804" y="21"/>
                    <a:pt x="11058" y="217"/>
                    <a:pt x="10368" y="585"/>
                  </a:cubicBezTo>
                  <a:cubicBezTo>
                    <a:pt x="10140" y="707"/>
                    <a:pt x="10054" y="991"/>
                    <a:pt x="10174" y="1218"/>
                  </a:cubicBezTo>
                  <a:cubicBezTo>
                    <a:pt x="10258" y="1376"/>
                    <a:pt x="10421" y="1466"/>
                    <a:pt x="10589" y="1466"/>
                  </a:cubicBezTo>
                  <a:cubicBezTo>
                    <a:pt x="10663" y="1466"/>
                    <a:pt x="10738" y="1448"/>
                    <a:pt x="10807" y="1411"/>
                  </a:cubicBezTo>
                  <a:cubicBezTo>
                    <a:pt x="11370" y="1113"/>
                    <a:pt x="11974" y="955"/>
                    <a:pt x="12608" y="938"/>
                  </a:cubicBezTo>
                  <a:cubicBezTo>
                    <a:pt x="12641" y="937"/>
                    <a:pt x="12674" y="937"/>
                    <a:pt x="12707" y="937"/>
                  </a:cubicBezTo>
                  <a:cubicBezTo>
                    <a:pt x="14960" y="937"/>
                    <a:pt x="16779" y="2762"/>
                    <a:pt x="16779" y="5009"/>
                  </a:cubicBezTo>
                  <a:cubicBezTo>
                    <a:pt x="16779" y="6459"/>
                    <a:pt x="15997" y="7813"/>
                    <a:pt x="14739" y="8536"/>
                  </a:cubicBezTo>
                  <a:cubicBezTo>
                    <a:pt x="14468" y="8692"/>
                    <a:pt x="14271" y="8962"/>
                    <a:pt x="14201" y="9273"/>
                  </a:cubicBezTo>
                  <a:lnTo>
                    <a:pt x="14069" y="9862"/>
                  </a:lnTo>
                  <a:cubicBezTo>
                    <a:pt x="14049" y="9946"/>
                    <a:pt x="13975" y="10005"/>
                    <a:pt x="13889" y="10005"/>
                  </a:cubicBezTo>
                  <a:lnTo>
                    <a:pt x="13103" y="10005"/>
                  </a:lnTo>
                  <a:lnTo>
                    <a:pt x="13103" y="8273"/>
                  </a:lnTo>
                  <a:cubicBezTo>
                    <a:pt x="13828" y="8068"/>
                    <a:pt x="14358" y="7401"/>
                    <a:pt x="14358" y="6613"/>
                  </a:cubicBezTo>
                  <a:cubicBezTo>
                    <a:pt x="14358" y="6355"/>
                    <a:pt x="14149" y="6145"/>
                    <a:pt x="13891" y="6145"/>
                  </a:cubicBezTo>
                  <a:cubicBezTo>
                    <a:pt x="13632" y="6145"/>
                    <a:pt x="13423" y="6355"/>
                    <a:pt x="13423" y="6613"/>
                  </a:cubicBezTo>
                  <a:cubicBezTo>
                    <a:pt x="13423" y="7048"/>
                    <a:pt x="13068" y="7401"/>
                    <a:pt x="12635" y="7401"/>
                  </a:cubicBezTo>
                  <a:cubicBezTo>
                    <a:pt x="12202" y="7401"/>
                    <a:pt x="11847" y="7048"/>
                    <a:pt x="11847" y="6613"/>
                  </a:cubicBezTo>
                  <a:cubicBezTo>
                    <a:pt x="11847" y="6355"/>
                    <a:pt x="11638" y="6145"/>
                    <a:pt x="11380" y="6145"/>
                  </a:cubicBezTo>
                  <a:cubicBezTo>
                    <a:pt x="11121" y="6145"/>
                    <a:pt x="10912" y="6355"/>
                    <a:pt x="10912" y="6613"/>
                  </a:cubicBezTo>
                  <a:cubicBezTo>
                    <a:pt x="10912" y="7402"/>
                    <a:pt x="11444" y="8068"/>
                    <a:pt x="12167" y="8273"/>
                  </a:cubicBezTo>
                  <a:lnTo>
                    <a:pt x="12167" y="10005"/>
                  </a:lnTo>
                  <a:lnTo>
                    <a:pt x="11527" y="10005"/>
                  </a:lnTo>
                  <a:cubicBezTo>
                    <a:pt x="11441" y="10005"/>
                    <a:pt x="11367" y="9946"/>
                    <a:pt x="11348" y="9862"/>
                  </a:cubicBezTo>
                  <a:lnTo>
                    <a:pt x="11215" y="9279"/>
                  </a:lnTo>
                  <a:cubicBezTo>
                    <a:pt x="11143" y="8963"/>
                    <a:pt x="10946" y="8692"/>
                    <a:pt x="10671" y="8534"/>
                  </a:cubicBezTo>
                  <a:cubicBezTo>
                    <a:pt x="8602" y="7336"/>
                    <a:pt x="8006" y="4633"/>
                    <a:pt x="9368" y="2687"/>
                  </a:cubicBezTo>
                  <a:cubicBezTo>
                    <a:pt x="9516" y="2476"/>
                    <a:pt x="9464" y="2183"/>
                    <a:pt x="9253" y="2034"/>
                  </a:cubicBezTo>
                  <a:cubicBezTo>
                    <a:pt x="9171" y="1977"/>
                    <a:pt x="9078" y="1949"/>
                    <a:pt x="8985" y="1949"/>
                  </a:cubicBezTo>
                  <a:cubicBezTo>
                    <a:pt x="8837" y="1949"/>
                    <a:pt x="8691" y="2019"/>
                    <a:pt x="8600" y="2149"/>
                  </a:cubicBezTo>
                  <a:cubicBezTo>
                    <a:pt x="8282" y="2605"/>
                    <a:pt x="8043" y="3103"/>
                    <a:pt x="7893" y="3627"/>
                  </a:cubicBezTo>
                  <a:cubicBezTo>
                    <a:pt x="7489" y="3868"/>
                    <a:pt x="7108" y="4135"/>
                    <a:pt x="6746" y="4430"/>
                  </a:cubicBezTo>
                  <a:cubicBezTo>
                    <a:pt x="6555" y="3987"/>
                    <a:pt x="6113" y="3676"/>
                    <a:pt x="5601" y="3676"/>
                  </a:cubicBezTo>
                  <a:lnTo>
                    <a:pt x="4422" y="3676"/>
                  </a:lnTo>
                  <a:cubicBezTo>
                    <a:pt x="3733" y="3676"/>
                    <a:pt x="3173" y="4235"/>
                    <a:pt x="3173" y="4924"/>
                  </a:cubicBezTo>
                  <a:cubicBezTo>
                    <a:pt x="3173" y="5613"/>
                    <a:pt x="3733" y="6172"/>
                    <a:pt x="4422" y="6172"/>
                  </a:cubicBezTo>
                  <a:lnTo>
                    <a:pt x="5096" y="6172"/>
                  </a:lnTo>
                  <a:cubicBezTo>
                    <a:pt x="4721" y="6685"/>
                    <a:pt x="4399" y="7236"/>
                    <a:pt x="4135" y="7810"/>
                  </a:cubicBezTo>
                  <a:cubicBezTo>
                    <a:pt x="4070" y="7914"/>
                    <a:pt x="4018" y="8031"/>
                    <a:pt x="3984" y="8158"/>
                  </a:cubicBezTo>
                  <a:cubicBezTo>
                    <a:pt x="3434" y="9501"/>
                    <a:pt x="3200" y="10958"/>
                    <a:pt x="3308" y="12424"/>
                  </a:cubicBezTo>
                  <a:lnTo>
                    <a:pt x="3387" y="13498"/>
                  </a:lnTo>
                  <a:lnTo>
                    <a:pt x="2387" y="13498"/>
                  </a:lnTo>
                  <a:cubicBezTo>
                    <a:pt x="1071" y="13498"/>
                    <a:pt x="1" y="14567"/>
                    <a:pt x="1" y="15883"/>
                  </a:cubicBezTo>
                  <a:lnTo>
                    <a:pt x="1" y="16094"/>
                  </a:lnTo>
                  <a:cubicBezTo>
                    <a:pt x="1" y="18263"/>
                    <a:pt x="1724" y="20040"/>
                    <a:pt x="3875" y="20121"/>
                  </a:cubicBezTo>
                  <a:lnTo>
                    <a:pt x="3918" y="20695"/>
                  </a:lnTo>
                  <a:cubicBezTo>
                    <a:pt x="3977" y="21510"/>
                    <a:pt x="4205" y="22318"/>
                    <a:pt x="4592" y="23099"/>
                  </a:cubicBezTo>
                  <a:cubicBezTo>
                    <a:pt x="4674" y="23264"/>
                    <a:pt x="4841" y="23360"/>
                    <a:pt x="5014" y="23360"/>
                  </a:cubicBezTo>
                  <a:cubicBezTo>
                    <a:pt x="5083" y="23360"/>
                    <a:pt x="5154" y="23344"/>
                    <a:pt x="5221" y="23311"/>
                  </a:cubicBezTo>
                  <a:cubicBezTo>
                    <a:pt x="5452" y="23196"/>
                    <a:pt x="5547" y="22914"/>
                    <a:pt x="5432" y="22683"/>
                  </a:cubicBezTo>
                  <a:cubicBezTo>
                    <a:pt x="5099" y="22013"/>
                    <a:pt x="4905" y="21321"/>
                    <a:pt x="4852" y="20628"/>
                  </a:cubicBezTo>
                  <a:cubicBezTo>
                    <a:pt x="4648" y="17859"/>
                    <a:pt x="4476" y="15521"/>
                    <a:pt x="4242" y="12357"/>
                  </a:cubicBezTo>
                  <a:cubicBezTo>
                    <a:pt x="4170" y="11391"/>
                    <a:pt x="4269" y="10436"/>
                    <a:pt x="4515" y="9529"/>
                  </a:cubicBezTo>
                  <a:cubicBezTo>
                    <a:pt x="4714" y="9656"/>
                    <a:pt x="4950" y="9727"/>
                    <a:pt x="5193" y="9727"/>
                  </a:cubicBezTo>
                  <a:cubicBezTo>
                    <a:pt x="5270" y="9727"/>
                    <a:pt x="5348" y="9720"/>
                    <a:pt x="5426" y="9705"/>
                  </a:cubicBezTo>
                  <a:lnTo>
                    <a:pt x="5426" y="9705"/>
                  </a:lnTo>
                  <a:cubicBezTo>
                    <a:pt x="5290" y="10193"/>
                    <a:pt x="5206" y="10698"/>
                    <a:pt x="5172" y="11209"/>
                  </a:cubicBezTo>
                  <a:cubicBezTo>
                    <a:pt x="5118" y="12027"/>
                    <a:pt x="5769" y="12723"/>
                    <a:pt x="6588" y="12723"/>
                  </a:cubicBezTo>
                  <a:lnTo>
                    <a:pt x="15762" y="12723"/>
                  </a:lnTo>
                  <a:cubicBezTo>
                    <a:pt x="16020" y="12723"/>
                    <a:pt x="16230" y="12513"/>
                    <a:pt x="16230" y="12255"/>
                  </a:cubicBezTo>
                  <a:cubicBezTo>
                    <a:pt x="16230" y="11997"/>
                    <a:pt x="16020" y="11786"/>
                    <a:pt x="15762" y="11786"/>
                  </a:cubicBezTo>
                  <a:lnTo>
                    <a:pt x="14651" y="11786"/>
                  </a:lnTo>
                  <a:lnTo>
                    <a:pt x="14651" y="10644"/>
                  </a:lnTo>
                  <a:cubicBezTo>
                    <a:pt x="14813" y="10494"/>
                    <a:pt x="14931" y="10296"/>
                    <a:pt x="14983" y="10068"/>
                  </a:cubicBezTo>
                  <a:lnTo>
                    <a:pt x="15116" y="9480"/>
                  </a:lnTo>
                  <a:cubicBezTo>
                    <a:pt x="15129" y="9423"/>
                    <a:pt x="15162" y="9372"/>
                    <a:pt x="15209" y="9347"/>
                  </a:cubicBezTo>
                  <a:cubicBezTo>
                    <a:pt x="16159" y="8798"/>
                    <a:pt x="16888" y="7959"/>
                    <a:pt x="17310" y="6979"/>
                  </a:cubicBezTo>
                  <a:cubicBezTo>
                    <a:pt x="17497" y="7161"/>
                    <a:pt x="17672" y="7352"/>
                    <a:pt x="17837" y="7553"/>
                  </a:cubicBezTo>
                  <a:cubicBezTo>
                    <a:pt x="17619" y="8154"/>
                    <a:pt x="17888" y="8836"/>
                    <a:pt x="18482" y="9113"/>
                  </a:cubicBezTo>
                  <a:lnTo>
                    <a:pt x="18863" y="9289"/>
                  </a:lnTo>
                  <a:cubicBezTo>
                    <a:pt x="19114" y="9920"/>
                    <a:pt x="19265" y="10586"/>
                    <a:pt x="19309" y="11272"/>
                  </a:cubicBezTo>
                  <a:cubicBezTo>
                    <a:pt x="19328" y="11552"/>
                    <a:pt x="19107" y="11786"/>
                    <a:pt x="18827" y="11786"/>
                  </a:cubicBezTo>
                  <a:lnTo>
                    <a:pt x="17946" y="11786"/>
                  </a:lnTo>
                  <a:cubicBezTo>
                    <a:pt x="17688" y="11786"/>
                    <a:pt x="17478" y="11997"/>
                    <a:pt x="17478" y="12255"/>
                  </a:cubicBezTo>
                  <a:cubicBezTo>
                    <a:pt x="17478" y="12513"/>
                    <a:pt x="17688" y="12723"/>
                    <a:pt x="17946" y="12723"/>
                  </a:cubicBezTo>
                  <a:lnTo>
                    <a:pt x="18827" y="12723"/>
                  </a:lnTo>
                  <a:cubicBezTo>
                    <a:pt x="19646" y="12723"/>
                    <a:pt x="20298" y="12027"/>
                    <a:pt x="20245" y="11209"/>
                  </a:cubicBezTo>
                  <a:cubicBezTo>
                    <a:pt x="20210" y="10703"/>
                    <a:pt x="20127" y="10207"/>
                    <a:pt x="19995" y="9724"/>
                  </a:cubicBezTo>
                  <a:lnTo>
                    <a:pt x="19995" y="9724"/>
                  </a:lnTo>
                  <a:cubicBezTo>
                    <a:pt x="20023" y="9726"/>
                    <a:pt x="20051" y="9727"/>
                    <a:pt x="20078" y="9727"/>
                  </a:cubicBezTo>
                  <a:cubicBezTo>
                    <a:pt x="20367" y="9727"/>
                    <a:pt x="20651" y="9626"/>
                    <a:pt x="20876" y="9438"/>
                  </a:cubicBezTo>
                  <a:cubicBezTo>
                    <a:pt x="21141" y="10372"/>
                    <a:pt x="21246" y="11360"/>
                    <a:pt x="21173" y="12357"/>
                  </a:cubicBezTo>
                  <a:cubicBezTo>
                    <a:pt x="20969" y="15122"/>
                    <a:pt x="20765" y="17880"/>
                    <a:pt x="20563" y="20628"/>
                  </a:cubicBezTo>
                  <a:cubicBezTo>
                    <a:pt x="20291" y="24327"/>
                    <a:pt x="15561" y="27576"/>
                    <a:pt x="12705" y="27576"/>
                  </a:cubicBezTo>
                  <a:cubicBezTo>
                    <a:pt x="11108" y="27576"/>
                    <a:pt x="8421" y="26362"/>
                    <a:pt x="6636" y="24415"/>
                  </a:cubicBezTo>
                  <a:cubicBezTo>
                    <a:pt x="6544" y="24314"/>
                    <a:pt x="6417" y="24263"/>
                    <a:pt x="6290" y="24263"/>
                  </a:cubicBezTo>
                  <a:cubicBezTo>
                    <a:pt x="6177" y="24263"/>
                    <a:pt x="6063" y="24303"/>
                    <a:pt x="5974" y="24386"/>
                  </a:cubicBezTo>
                  <a:cubicBezTo>
                    <a:pt x="5783" y="24560"/>
                    <a:pt x="5770" y="24857"/>
                    <a:pt x="5945" y="25048"/>
                  </a:cubicBezTo>
                  <a:cubicBezTo>
                    <a:pt x="6474" y="25624"/>
                    <a:pt x="7065" y="26134"/>
                    <a:pt x="7676" y="26574"/>
                  </a:cubicBezTo>
                  <a:lnTo>
                    <a:pt x="7676" y="27956"/>
                  </a:lnTo>
                  <a:cubicBezTo>
                    <a:pt x="7676" y="28681"/>
                    <a:pt x="7254" y="29352"/>
                    <a:pt x="6601" y="29664"/>
                  </a:cubicBezTo>
                  <a:lnTo>
                    <a:pt x="4676" y="30589"/>
                  </a:lnTo>
                  <a:cubicBezTo>
                    <a:pt x="4368" y="30737"/>
                    <a:pt x="4206" y="31073"/>
                    <a:pt x="4282" y="31403"/>
                  </a:cubicBezTo>
                  <a:cubicBezTo>
                    <a:pt x="4357" y="31734"/>
                    <a:pt x="4648" y="31965"/>
                    <a:pt x="4988" y="31965"/>
                  </a:cubicBezTo>
                  <a:lnTo>
                    <a:pt x="20428" y="31965"/>
                  </a:lnTo>
                  <a:cubicBezTo>
                    <a:pt x="20770" y="31965"/>
                    <a:pt x="21060" y="31734"/>
                    <a:pt x="21136" y="31403"/>
                  </a:cubicBezTo>
                  <a:cubicBezTo>
                    <a:pt x="21210" y="31070"/>
                    <a:pt x="21050" y="30737"/>
                    <a:pt x="20743" y="30589"/>
                  </a:cubicBezTo>
                  <a:lnTo>
                    <a:pt x="18814" y="29664"/>
                  </a:lnTo>
                  <a:cubicBezTo>
                    <a:pt x="18161" y="29351"/>
                    <a:pt x="17739" y="28679"/>
                    <a:pt x="17739" y="27956"/>
                  </a:cubicBezTo>
                  <a:lnTo>
                    <a:pt x="17739" y="26567"/>
                  </a:lnTo>
                  <a:cubicBezTo>
                    <a:pt x="19676" y="25178"/>
                    <a:pt x="21322" y="23130"/>
                    <a:pt x="21502" y="20698"/>
                  </a:cubicBezTo>
                  <a:lnTo>
                    <a:pt x="21545" y="20124"/>
                  </a:lnTo>
                  <a:cubicBezTo>
                    <a:pt x="23696" y="20041"/>
                    <a:pt x="25419" y="18266"/>
                    <a:pt x="25419" y="16095"/>
                  </a:cubicBezTo>
                  <a:lnTo>
                    <a:pt x="25419" y="15885"/>
                  </a:lnTo>
                  <a:cubicBezTo>
                    <a:pt x="25415" y="14571"/>
                    <a:pt x="24346" y="13502"/>
                    <a:pt x="23031" y="13502"/>
                  </a:cubicBezTo>
                  <a:lnTo>
                    <a:pt x="22031" y="13502"/>
                  </a:lnTo>
                  <a:lnTo>
                    <a:pt x="22110" y="12429"/>
                  </a:lnTo>
                  <a:cubicBezTo>
                    <a:pt x="22269" y="10252"/>
                    <a:pt x="21682" y="8038"/>
                    <a:pt x="20321" y="6177"/>
                  </a:cubicBezTo>
                  <a:lnTo>
                    <a:pt x="20850" y="6177"/>
                  </a:lnTo>
                  <a:cubicBezTo>
                    <a:pt x="21539" y="6177"/>
                    <a:pt x="22099" y="5617"/>
                    <a:pt x="22099" y="4928"/>
                  </a:cubicBezTo>
                  <a:cubicBezTo>
                    <a:pt x="22099" y="4240"/>
                    <a:pt x="21539" y="3680"/>
                    <a:pt x="20850" y="3680"/>
                  </a:cubicBezTo>
                  <a:lnTo>
                    <a:pt x="19671" y="3680"/>
                  </a:lnTo>
                  <a:cubicBezTo>
                    <a:pt x="19191" y="3680"/>
                    <a:pt x="18774" y="3953"/>
                    <a:pt x="18563" y="4349"/>
                  </a:cubicBezTo>
                  <a:cubicBezTo>
                    <a:pt x="18236" y="4089"/>
                    <a:pt x="17888" y="3848"/>
                    <a:pt x="17527" y="3633"/>
                  </a:cubicBezTo>
                  <a:cubicBezTo>
                    <a:pt x="16943" y="1573"/>
                    <a:pt x="15038" y="1"/>
                    <a:pt x="1270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0"/>
            <p:cNvSpPr/>
            <p:nvPr/>
          </p:nvSpPr>
          <p:spPr>
            <a:xfrm>
              <a:off x="8187219" y="4380663"/>
              <a:ext cx="60884" cy="12232"/>
            </a:xfrm>
            <a:custGeom>
              <a:rect b="b" l="l" r="r" t="t"/>
              <a:pathLst>
                <a:path extrusionOk="0" h="938" w="4669">
                  <a:moveTo>
                    <a:pt x="468" y="1"/>
                  </a:moveTo>
                  <a:cubicBezTo>
                    <a:pt x="210" y="1"/>
                    <a:pt x="0" y="212"/>
                    <a:pt x="0" y="470"/>
                  </a:cubicBezTo>
                  <a:cubicBezTo>
                    <a:pt x="0" y="727"/>
                    <a:pt x="210" y="938"/>
                    <a:pt x="468" y="938"/>
                  </a:cubicBezTo>
                  <a:lnTo>
                    <a:pt x="4199" y="938"/>
                  </a:lnTo>
                  <a:cubicBezTo>
                    <a:pt x="4457" y="938"/>
                    <a:pt x="4668" y="727"/>
                    <a:pt x="4668" y="470"/>
                  </a:cubicBezTo>
                  <a:cubicBezTo>
                    <a:pt x="4668" y="212"/>
                    <a:pt x="4460" y="1"/>
                    <a:pt x="4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0"/>
            <p:cNvSpPr/>
            <p:nvPr/>
          </p:nvSpPr>
          <p:spPr>
            <a:xfrm>
              <a:off x="8252152" y="4380663"/>
              <a:ext cx="77119" cy="76793"/>
            </a:xfrm>
            <a:custGeom>
              <a:rect b="b" l="l" r="r" t="t"/>
              <a:pathLst>
                <a:path extrusionOk="0" h="5889" w="5914">
                  <a:moveTo>
                    <a:pt x="2962" y="1"/>
                  </a:moveTo>
                  <a:cubicBezTo>
                    <a:pt x="2017" y="1"/>
                    <a:pt x="1247" y="771"/>
                    <a:pt x="1247" y="1715"/>
                  </a:cubicBezTo>
                  <a:lnTo>
                    <a:pt x="1247" y="4174"/>
                  </a:lnTo>
                  <a:cubicBezTo>
                    <a:pt x="1247" y="4603"/>
                    <a:pt x="897" y="4951"/>
                    <a:pt x="468" y="4951"/>
                  </a:cubicBezTo>
                  <a:cubicBezTo>
                    <a:pt x="210" y="4951"/>
                    <a:pt x="1" y="5162"/>
                    <a:pt x="1" y="5420"/>
                  </a:cubicBezTo>
                  <a:cubicBezTo>
                    <a:pt x="1" y="5677"/>
                    <a:pt x="210" y="5888"/>
                    <a:pt x="468" y="5888"/>
                  </a:cubicBezTo>
                  <a:cubicBezTo>
                    <a:pt x="469" y="5888"/>
                    <a:pt x="470" y="5888"/>
                    <a:pt x="471" y="5888"/>
                  </a:cubicBezTo>
                  <a:cubicBezTo>
                    <a:pt x="1415" y="5888"/>
                    <a:pt x="2183" y="5120"/>
                    <a:pt x="2183" y="4174"/>
                  </a:cubicBezTo>
                  <a:lnTo>
                    <a:pt x="2183" y="1715"/>
                  </a:lnTo>
                  <a:cubicBezTo>
                    <a:pt x="2183" y="1288"/>
                    <a:pt x="2533" y="938"/>
                    <a:pt x="2962" y="938"/>
                  </a:cubicBezTo>
                  <a:lnTo>
                    <a:pt x="5446" y="938"/>
                  </a:lnTo>
                  <a:cubicBezTo>
                    <a:pt x="5704" y="938"/>
                    <a:pt x="5914" y="727"/>
                    <a:pt x="5914" y="470"/>
                  </a:cubicBezTo>
                  <a:cubicBezTo>
                    <a:pt x="5914" y="212"/>
                    <a:pt x="5704" y="1"/>
                    <a:pt x="5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0"/>
            <p:cNvSpPr/>
            <p:nvPr/>
          </p:nvSpPr>
          <p:spPr>
            <a:xfrm>
              <a:off x="8211450" y="4486792"/>
              <a:ext cx="93575" cy="22963"/>
            </a:xfrm>
            <a:custGeom>
              <a:rect b="b" l="l" r="r" t="t"/>
              <a:pathLst>
                <a:path extrusionOk="0" h="1761" w="7176">
                  <a:moveTo>
                    <a:pt x="534" y="1"/>
                  </a:moveTo>
                  <a:cubicBezTo>
                    <a:pt x="363" y="1"/>
                    <a:pt x="198" y="96"/>
                    <a:pt x="117" y="260"/>
                  </a:cubicBezTo>
                  <a:cubicBezTo>
                    <a:pt x="1" y="491"/>
                    <a:pt x="94" y="772"/>
                    <a:pt x="325" y="887"/>
                  </a:cubicBezTo>
                  <a:lnTo>
                    <a:pt x="717" y="1085"/>
                  </a:lnTo>
                  <a:cubicBezTo>
                    <a:pt x="1615" y="1536"/>
                    <a:pt x="2601" y="1761"/>
                    <a:pt x="3587" y="1761"/>
                  </a:cubicBezTo>
                  <a:cubicBezTo>
                    <a:pt x="4573" y="1761"/>
                    <a:pt x="5559" y="1536"/>
                    <a:pt x="6459" y="1085"/>
                  </a:cubicBezTo>
                  <a:lnTo>
                    <a:pt x="6851" y="887"/>
                  </a:lnTo>
                  <a:cubicBezTo>
                    <a:pt x="7082" y="771"/>
                    <a:pt x="7175" y="490"/>
                    <a:pt x="7059" y="260"/>
                  </a:cubicBezTo>
                  <a:cubicBezTo>
                    <a:pt x="6976" y="96"/>
                    <a:pt x="6811" y="1"/>
                    <a:pt x="6641" y="1"/>
                  </a:cubicBezTo>
                  <a:cubicBezTo>
                    <a:pt x="6570" y="1"/>
                    <a:pt x="6498" y="17"/>
                    <a:pt x="6430" y="52"/>
                  </a:cubicBezTo>
                  <a:lnTo>
                    <a:pt x="6037" y="248"/>
                  </a:lnTo>
                  <a:cubicBezTo>
                    <a:pt x="5270" y="633"/>
                    <a:pt x="4428" y="825"/>
                    <a:pt x="3586" y="825"/>
                  </a:cubicBezTo>
                  <a:cubicBezTo>
                    <a:pt x="2744" y="825"/>
                    <a:pt x="1902" y="633"/>
                    <a:pt x="1134" y="248"/>
                  </a:cubicBezTo>
                  <a:lnTo>
                    <a:pt x="745" y="52"/>
                  </a:lnTo>
                  <a:cubicBezTo>
                    <a:pt x="677" y="17"/>
                    <a:pt x="605" y="1"/>
                    <a:pt x="5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0"/>
            <p:cNvSpPr/>
            <p:nvPr/>
          </p:nvSpPr>
          <p:spPr>
            <a:xfrm>
              <a:off x="8213224" y="4207046"/>
              <a:ext cx="50256" cy="49995"/>
            </a:xfrm>
            <a:custGeom>
              <a:rect b="b" l="l" r="r" t="t"/>
              <a:pathLst>
                <a:path extrusionOk="0" h="3834" w="3854">
                  <a:moveTo>
                    <a:pt x="3381" y="0"/>
                  </a:moveTo>
                  <a:cubicBezTo>
                    <a:pt x="3377" y="0"/>
                    <a:pt x="3374" y="0"/>
                    <a:pt x="3370" y="0"/>
                  </a:cubicBezTo>
                  <a:cubicBezTo>
                    <a:pt x="1563" y="42"/>
                    <a:pt x="54" y="1546"/>
                    <a:pt x="8" y="3352"/>
                  </a:cubicBezTo>
                  <a:cubicBezTo>
                    <a:pt x="1" y="3611"/>
                    <a:pt x="203" y="3826"/>
                    <a:pt x="461" y="3833"/>
                  </a:cubicBezTo>
                  <a:cubicBezTo>
                    <a:pt x="465" y="3833"/>
                    <a:pt x="469" y="3833"/>
                    <a:pt x="472" y="3833"/>
                  </a:cubicBezTo>
                  <a:cubicBezTo>
                    <a:pt x="733" y="3833"/>
                    <a:pt x="935" y="3627"/>
                    <a:pt x="942" y="3377"/>
                  </a:cubicBezTo>
                  <a:cubicBezTo>
                    <a:pt x="977" y="2062"/>
                    <a:pt x="2074" y="966"/>
                    <a:pt x="3392" y="936"/>
                  </a:cubicBezTo>
                  <a:cubicBezTo>
                    <a:pt x="3650" y="930"/>
                    <a:pt x="3854" y="715"/>
                    <a:pt x="3848" y="457"/>
                  </a:cubicBezTo>
                  <a:cubicBezTo>
                    <a:pt x="3844" y="202"/>
                    <a:pt x="3631" y="0"/>
                    <a:pt x="338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0"/>
            <p:cNvSpPr/>
            <p:nvPr/>
          </p:nvSpPr>
          <p:spPr>
            <a:xfrm>
              <a:off x="8322068" y="4188306"/>
              <a:ext cx="50869" cy="39068"/>
            </a:xfrm>
            <a:custGeom>
              <a:rect b="b" l="l" r="r" t="t"/>
              <a:pathLst>
                <a:path extrusionOk="0" h="2996" w="3901">
                  <a:moveTo>
                    <a:pt x="2479" y="936"/>
                  </a:moveTo>
                  <a:cubicBezTo>
                    <a:pt x="2597" y="936"/>
                    <a:pt x="2709" y="1003"/>
                    <a:pt x="2761" y="1116"/>
                  </a:cubicBezTo>
                  <a:cubicBezTo>
                    <a:pt x="2834" y="1272"/>
                    <a:pt x="2767" y="1459"/>
                    <a:pt x="2611" y="1531"/>
                  </a:cubicBezTo>
                  <a:lnTo>
                    <a:pt x="1542" y="2029"/>
                  </a:lnTo>
                  <a:cubicBezTo>
                    <a:pt x="1497" y="2049"/>
                    <a:pt x="1453" y="2058"/>
                    <a:pt x="1410" y="2058"/>
                  </a:cubicBezTo>
                  <a:cubicBezTo>
                    <a:pt x="1207" y="2058"/>
                    <a:pt x="1038" y="1854"/>
                    <a:pt x="1117" y="1640"/>
                  </a:cubicBezTo>
                  <a:cubicBezTo>
                    <a:pt x="1146" y="1561"/>
                    <a:pt x="1203" y="1498"/>
                    <a:pt x="1278" y="1463"/>
                  </a:cubicBezTo>
                  <a:lnTo>
                    <a:pt x="2347" y="965"/>
                  </a:lnTo>
                  <a:cubicBezTo>
                    <a:pt x="2390" y="945"/>
                    <a:pt x="2434" y="936"/>
                    <a:pt x="2479" y="936"/>
                  </a:cubicBezTo>
                  <a:close/>
                  <a:moveTo>
                    <a:pt x="2477" y="0"/>
                  </a:moveTo>
                  <a:cubicBezTo>
                    <a:pt x="2300" y="0"/>
                    <a:pt x="2121" y="38"/>
                    <a:pt x="1951" y="117"/>
                  </a:cubicBezTo>
                  <a:lnTo>
                    <a:pt x="881" y="615"/>
                  </a:lnTo>
                  <a:cubicBezTo>
                    <a:pt x="579" y="757"/>
                    <a:pt x="351" y="1007"/>
                    <a:pt x="236" y="1320"/>
                  </a:cubicBezTo>
                  <a:cubicBezTo>
                    <a:pt x="0" y="1968"/>
                    <a:pt x="335" y="2683"/>
                    <a:pt x="982" y="2920"/>
                  </a:cubicBezTo>
                  <a:cubicBezTo>
                    <a:pt x="1121" y="2970"/>
                    <a:pt x="1266" y="2996"/>
                    <a:pt x="1410" y="2996"/>
                  </a:cubicBezTo>
                  <a:cubicBezTo>
                    <a:pt x="1589" y="2996"/>
                    <a:pt x="1768" y="2957"/>
                    <a:pt x="1936" y="2880"/>
                  </a:cubicBezTo>
                  <a:lnTo>
                    <a:pt x="3005" y="2380"/>
                  </a:lnTo>
                  <a:cubicBezTo>
                    <a:pt x="3631" y="2087"/>
                    <a:pt x="3901" y="1347"/>
                    <a:pt x="3609" y="721"/>
                  </a:cubicBezTo>
                  <a:cubicBezTo>
                    <a:pt x="3399" y="267"/>
                    <a:pt x="2947" y="0"/>
                    <a:pt x="24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0"/>
            <p:cNvSpPr/>
            <p:nvPr/>
          </p:nvSpPr>
          <p:spPr>
            <a:xfrm>
              <a:off x="8141652" y="4188293"/>
              <a:ext cx="51078" cy="39094"/>
            </a:xfrm>
            <a:custGeom>
              <a:rect b="b" l="l" r="r" t="t"/>
              <a:pathLst>
                <a:path extrusionOk="0" h="2998" w="3917">
                  <a:moveTo>
                    <a:pt x="1423" y="937"/>
                  </a:moveTo>
                  <a:cubicBezTo>
                    <a:pt x="1468" y="937"/>
                    <a:pt x="1513" y="946"/>
                    <a:pt x="1556" y="966"/>
                  </a:cubicBezTo>
                  <a:lnTo>
                    <a:pt x="2625" y="1464"/>
                  </a:lnTo>
                  <a:cubicBezTo>
                    <a:pt x="2874" y="1582"/>
                    <a:pt x="2861" y="1945"/>
                    <a:pt x="2599" y="2041"/>
                  </a:cubicBezTo>
                  <a:cubicBezTo>
                    <a:pt x="2564" y="2054"/>
                    <a:pt x="2529" y="2060"/>
                    <a:pt x="2493" y="2060"/>
                  </a:cubicBezTo>
                  <a:cubicBezTo>
                    <a:pt x="2448" y="2060"/>
                    <a:pt x="2403" y="2050"/>
                    <a:pt x="2361" y="2030"/>
                  </a:cubicBezTo>
                  <a:lnTo>
                    <a:pt x="1292" y="1532"/>
                  </a:lnTo>
                  <a:cubicBezTo>
                    <a:pt x="1135" y="1460"/>
                    <a:pt x="1068" y="1273"/>
                    <a:pt x="1141" y="1117"/>
                  </a:cubicBezTo>
                  <a:cubicBezTo>
                    <a:pt x="1193" y="1003"/>
                    <a:pt x="1306" y="937"/>
                    <a:pt x="1423" y="937"/>
                  </a:cubicBezTo>
                  <a:close/>
                  <a:moveTo>
                    <a:pt x="1426" y="1"/>
                  </a:moveTo>
                  <a:cubicBezTo>
                    <a:pt x="955" y="1"/>
                    <a:pt x="503" y="268"/>
                    <a:pt x="292" y="722"/>
                  </a:cubicBezTo>
                  <a:cubicBezTo>
                    <a:pt x="0" y="1347"/>
                    <a:pt x="271" y="2088"/>
                    <a:pt x="896" y="2381"/>
                  </a:cubicBezTo>
                  <a:lnTo>
                    <a:pt x="1965" y="2881"/>
                  </a:lnTo>
                  <a:cubicBezTo>
                    <a:pt x="2136" y="2960"/>
                    <a:pt x="2315" y="2998"/>
                    <a:pt x="2491" y="2998"/>
                  </a:cubicBezTo>
                  <a:cubicBezTo>
                    <a:pt x="2964" y="2998"/>
                    <a:pt x="3413" y="2726"/>
                    <a:pt x="3623" y="2275"/>
                  </a:cubicBezTo>
                  <a:cubicBezTo>
                    <a:pt x="3916" y="1649"/>
                    <a:pt x="3645" y="906"/>
                    <a:pt x="3019" y="616"/>
                  </a:cubicBezTo>
                  <a:lnTo>
                    <a:pt x="1950" y="117"/>
                  </a:lnTo>
                  <a:cubicBezTo>
                    <a:pt x="1781" y="38"/>
                    <a:pt x="1602" y="1"/>
                    <a:pt x="142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82" name="Google Shape;6682;p70"/>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accent4"/>
                </a:solidFill>
              </a:rPr>
              <a:t>AlTernative</a:t>
            </a:r>
            <a:r>
              <a:rPr lang="en">
                <a:solidFill>
                  <a:schemeClr val="hlink"/>
                </a:solidFill>
              </a:rPr>
              <a:t> progress icons</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6" name="Shape 6686"/>
        <p:cNvGrpSpPr/>
        <p:nvPr/>
      </p:nvGrpSpPr>
      <p:grpSpPr>
        <a:xfrm>
          <a:off x="0" y="0"/>
          <a:ext cx="0" cy="0"/>
          <a:chOff x="0" y="0"/>
          <a:chExt cx="0" cy="0"/>
        </a:xfrm>
      </p:grpSpPr>
      <p:sp>
        <p:nvSpPr>
          <p:cNvPr id="6687" name="Google Shape;6687;p71"/>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accent4"/>
                </a:solidFill>
              </a:rPr>
              <a:t>AlTernative</a:t>
            </a:r>
            <a:r>
              <a:rPr lang="en"/>
              <a:t> math problems</a:t>
            </a:r>
            <a:endParaRPr/>
          </a:p>
        </p:txBody>
      </p:sp>
      <p:sp>
        <p:nvSpPr>
          <p:cNvPr id="6688" name="Google Shape;6688;p71"/>
          <p:cNvSpPr/>
          <p:nvPr/>
        </p:nvSpPr>
        <p:spPr>
          <a:xfrm>
            <a:off x="2872500" y="2203475"/>
            <a:ext cx="28375" cy="1468150"/>
          </a:xfrm>
          <a:custGeom>
            <a:rect b="b" l="l" r="r" t="t"/>
            <a:pathLst>
              <a:path extrusionOk="0" h="58726" w="1135">
                <a:moveTo>
                  <a:pt x="571" y="0"/>
                </a:moveTo>
                <a:cubicBezTo>
                  <a:pt x="374" y="0"/>
                  <a:pt x="176" y="127"/>
                  <a:pt x="174" y="380"/>
                </a:cubicBezTo>
                <a:cubicBezTo>
                  <a:pt x="1" y="19703"/>
                  <a:pt x="347" y="39025"/>
                  <a:pt x="174" y="58345"/>
                </a:cubicBezTo>
                <a:cubicBezTo>
                  <a:pt x="171" y="58598"/>
                  <a:pt x="367" y="58725"/>
                  <a:pt x="565" y="58725"/>
                </a:cubicBezTo>
                <a:cubicBezTo>
                  <a:pt x="762" y="58725"/>
                  <a:pt x="960" y="58598"/>
                  <a:pt x="961" y="58345"/>
                </a:cubicBezTo>
                <a:cubicBezTo>
                  <a:pt x="1134" y="39023"/>
                  <a:pt x="788" y="19700"/>
                  <a:pt x="961" y="380"/>
                </a:cubicBezTo>
                <a:cubicBezTo>
                  <a:pt x="963" y="127"/>
                  <a:pt x="768" y="0"/>
                  <a:pt x="57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1"/>
          <p:cNvSpPr/>
          <p:nvPr/>
        </p:nvSpPr>
        <p:spPr>
          <a:xfrm>
            <a:off x="2828050" y="2215650"/>
            <a:ext cx="109150" cy="142325"/>
          </a:xfrm>
          <a:custGeom>
            <a:rect b="b" l="l" r="r" t="t"/>
            <a:pathLst>
              <a:path extrusionOk="0" h="5693" w="4366">
                <a:moveTo>
                  <a:pt x="2151" y="1287"/>
                </a:moveTo>
                <a:cubicBezTo>
                  <a:pt x="2450" y="2468"/>
                  <a:pt x="2851" y="3609"/>
                  <a:pt x="3352" y="4721"/>
                </a:cubicBezTo>
                <a:lnTo>
                  <a:pt x="3352" y="4721"/>
                </a:lnTo>
                <a:cubicBezTo>
                  <a:pt x="2554" y="4826"/>
                  <a:pt x="1753" y="4884"/>
                  <a:pt x="949" y="4901"/>
                </a:cubicBezTo>
                <a:lnTo>
                  <a:pt x="949" y="4901"/>
                </a:lnTo>
                <a:cubicBezTo>
                  <a:pt x="1269" y="3669"/>
                  <a:pt x="1668" y="2464"/>
                  <a:pt x="2151" y="1287"/>
                </a:cubicBezTo>
                <a:close/>
                <a:moveTo>
                  <a:pt x="2052" y="1"/>
                </a:moveTo>
                <a:cubicBezTo>
                  <a:pt x="1936" y="1"/>
                  <a:pt x="1825" y="61"/>
                  <a:pt x="1760" y="207"/>
                </a:cubicBezTo>
                <a:cubicBezTo>
                  <a:pt x="1044" y="1820"/>
                  <a:pt x="476" y="3477"/>
                  <a:pt x="61" y="5194"/>
                </a:cubicBezTo>
                <a:cubicBezTo>
                  <a:pt x="1" y="5441"/>
                  <a:pt x="178" y="5693"/>
                  <a:pt x="440" y="5693"/>
                </a:cubicBezTo>
                <a:cubicBezTo>
                  <a:pt x="1647" y="5691"/>
                  <a:pt x="2841" y="5595"/>
                  <a:pt x="4033" y="5411"/>
                </a:cubicBezTo>
                <a:cubicBezTo>
                  <a:pt x="4305" y="5369"/>
                  <a:pt x="4365" y="5034"/>
                  <a:pt x="4269" y="4832"/>
                </a:cubicBezTo>
                <a:cubicBezTo>
                  <a:pt x="3585" y="3416"/>
                  <a:pt x="3086" y="1946"/>
                  <a:pt x="2753" y="412"/>
                </a:cubicBezTo>
                <a:cubicBezTo>
                  <a:pt x="2711" y="214"/>
                  <a:pt x="2564" y="129"/>
                  <a:pt x="2410" y="129"/>
                </a:cubicBezTo>
                <a:cubicBezTo>
                  <a:pt x="2390" y="129"/>
                  <a:pt x="2369" y="130"/>
                  <a:pt x="2349" y="133"/>
                </a:cubicBezTo>
                <a:lnTo>
                  <a:pt x="2349" y="133"/>
                </a:lnTo>
                <a:cubicBezTo>
                  <a:pt x="2267" y="51"/>
                  <a:pt x="2158" y="1"/>
                  <a:pt x="205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1"/>
          <p:cNvSpPr/>
          <p:nvPr/>
        </p:nvSpPr>
        <p:spPr>
          <a:xfrm>
            <a:off x="2858275" y="2238600"/>
            <a:ext cx="42350" cy="100700"/>
          </a:xfrm>
          <a:custGeom>
            <a:rect b="b" l="l" r="r" t="t"/>
            <a:pathLst>
              <a:path extrusionOk="0" h="4028" w="1694">
                <a:moveTo>
                  <a:pt x="758" y="0"/>
                </a:moveTo>
                <a:cubicBezTo>
                  <a:pt x="605" y="0"/>
                  <a:pt x="461" y="86"/>
                  <a:pt x="422" y="284"/>
                </a:cubicBezTo>
                <a:cubicBezTo>
                  <a:pt x="206" y="1393"/>
                  <a:pt x="69" y="2511"/>
                  <a:pt x="13" y="3641"/>
                </a:cubicBezTo>
                <a:cubicBezTo>
                  <a:pt x="1" y="3877"/>
                  <a:pt x="204" y="4028"/>
                  <a:pt x="413" y="4028"/>
                </a:cubicBezTo>
                <a:cubicBezTo>
                  <a:pt x="479" y="4028"/>
                  <a:pt x="545" y="4012"/>
                  <a:pt x="605" y="3980"/>
                </a:cubicBezTo>
                <a:cubicBezTo>
                  <a:pt x="742" y="3907"/>
                  <a:pt x="851" y="3823"/>
                  <a:pt x="936" y="3722"/>
                </a:cubicBezTo>
                <a:lnTo>
                  <a:pt x="936" y="3722"/>
                </a:lnTo>
                <a:cubicBezTo>
                  <a:pt x="1003" y="3762"/>
                  <a:pt x="1069" y="3779"/>
                  <a:pt x="1131" y="3779"/>
                </a:cubicBezTo>
                <a:cubicBezTo>
                  <a:pt x="1471" y="3779"/>
                  <a:pt x="1694" y="3261"/>
                  <a:pt x="1330" y="3039"/>
                </a:cubicBezTo>
                <a:cubicBezTo>
                  <a:pt x="1210" y="2965"/>
                  <a:pt x="1088" y="2892"/>
                  <a:pt x="968" y="2819"/>
                </a:cubicBezTo>
                <a:cubicBezTo>
                  <a:pt x="934" y="2799"/>
                  <a:pt x="898" y="2785"/>
                  <a:pt x="861" y="2777"/>
                </a:cubicBezTo>
                <a:lnTo>
                  <a:pt x="861" y="2777"/>
                </a:lnTo>
                <a:cubicBezTo>
                  <a:pt x="928" y="2012"/>
                  <a:pt x="1036" y="1252"/>
                  <a:pt x="1185" y="494"/>
                </a:cubicBezTo>
                <a:cubicBezTo>
                  <a:pt x="1242" y="196"/>
                  <a:pt x="989" y="0"/>
                  <a:pt x="75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1"/>
          <p:cNvSpPr/>
          <p:nvPr/>
        </p:nvSpPr>
        <p:spPr>
          <a:xfrm>
            <a:off x="2645125" y="3404500"/>
            <a:ext cx="1537900" cy="25050"/>
          </a:xfrm>
          <a:custGeom>
            <a:rect b="b" l="l" r="r" t="t"/>
            <a:pathLst>
              <a:path extrusionOk="0" h="1002" w="61516">
                <a:moveTo>
                  <a:pt x="506" y="1"/>
                </a:moveTo>
                <a:cubicBezTo>
                  <a:pt x="1" y="1"/>
                  <a:pt x="0" y="788"/>
                  <a:pt x="508" y="788"/>
                </a:cubicBezTo>
                <a:cubicBezTo>
                  <a:pt x="12660" y="818"/>
                  <a:pt x="24812" y="888"/>
                  <a:pt x="36966" y="927"/>
                </a:cubicBezTo>
                <a:cubicBezTo>
                  <a:pt x="41473" y="942"/>
                  <a:pt x="45988" y="1001"/>
                  <a:pt x="50502" y="1001"/>
                </a:cubicBezTo>
                <a:cubicBezTo>
                  <a:pt x="54006" y="1001"/>
                  <a:pt x="57509" y="966"/>
                  <a:pt x="61007" y="847"/>
                </a:cubicBezTo>
                <a:cubicBezTo>
                  <a:pt x="61507" y="828"/>
                  <a:pt x="61515" y="59"/>
                  <a:pt x="61025" y="59"/>
                </a:cubicBezTo>
                <a:cubicBezTo>
                  <a:pt x="61019" y="59"/>
                  <a:pt x="61013" y="59"/>
                  <a:pt x="61007" y="59"/>
                </a:cubicBezTo>
                <a:cubicBezTo>
                  <a:pt x="57509" y="178"/>
                  <a:pt x="54006" y="214"/>
                  <a:pt x="50502" y="214"/>
                </a:cubicBezTo>
                <a:cubicBezTo>
                  <a:pt x="45988" y="214"/>
                  <a:pt x="41473" y="155"/>
                  <a:pt x="36965" y="140"/>
                </a:cubicBezTo>
                <a:cubicBezTo>
                  <a:pt x="24814" y="98"/>
                  <a:pt x="12662" y="29"/>
                  <a:pt x="508" y="1"/>
                </a:cubicBezTo>
                <a:cubicBezTo>
                  <a:pt x="507" y="1"/>
                  <a:pt x="507" y="1"/>
                  <a:pt x="50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1"/>
          <p:cNvSpPr/>
          <p:nvPr/>
        </p:nvSpPr>
        <p:spPr>
          <a:xfrm>
            <a:off x="4026575" y="3366800"/>
            <a:ext cx="152225" cy="101500"/>
          </a:xfrm>
          <a:custGeom>
            <a:rect b="b" l="l" r="r" t="t"/>
            <a:pathLst>
              <a:path extrusionOk="0" h="4060" w="6089">
                <a:moveTo>
                  <a:pt x="816" y="854"/>
                </a:moveTo>
                <a:lnTo>
                  <a:pt x="816" y="854"/>
                </a:lnTo>
                <a:cubicBezTo>
                  <a:pt x="2072" y="1113"/>
                  <a:pt x="3300" y="1456"/>
                  <a:pt x="4503" y="1884"/>
                </a:cubicBezTo>
                <a:lnTo>
                  <a:pt x="4503" y="1884"/>
                </a:lnTo>
                <a:cubicBezTo>
                  <a:pt x="3342" y="2372"/>
                  <a:pt x="2159" y="2795"/>
                  <a:pt x="951" y="3160"/>
                </a:cubicBezTo>
                <a:lnTo>
                  <a:pt x="951" y="3160"/>
                </a:lnTo>
                <a:cubicBezTo>
                  <a:pt x="853" y="2393"/>
                  <a:pt x="810" y="1627"/>
                  <a:pt x="816" y="854"/>
                </a:cubicBezTo>
                <a:close/>
                <a:moveTo>
                  <a:pt x="445" y="1"/>
                </a:moveTo>
                <a:cubicBezTo>
                  <a:pt x="248" y="1"/>
                  <a:pt x="47" y="128"/>
                  <a:pt x="39" y="381"/>
                </a:cubicBezTo>
                <a:cubicBezTo>
                  <a:pt x="0" y="1523"/>
                  <a:pt x="76" y="2644"/>
                  <a:pt x="249" y="3772"/>
                </a:cubicBezTo>
                <a:cubicBezTo>
                  <a:pt x="277" y="3947"/>
                  <a:pt x="468" y="4060"/>
                  <a:pt x="639" y="4060"/>
                </a:cubicBezTo>
                <a:cubicBezTo>
                  <a:pt x="672" y="4060"/>
                  <a:pt x="704" y="4056"/>
                  <a:pt x="735" y="4047"/>
                </a:cubicBezTo>
                <a:cubicBezTo>
                  <a:pt x="2451" y="3550"/>
                  <a:pt x="4115" y="2933"/>
                  <a:pt x="5744" y="2197"/>
                </a:cubicBezTo>
                <a:cubicBezTo>
                  <a:pt x="6089" y="2041"/>
                  <a:pt x="5925" y="1588"/>
                  <a:pt x="5648" y="1477"/>
                </a:cubicBezTo>
                <a:cubicBezTo>
                  <a:pt x="4135" y="876"/>
                  <a:pt x="2584" y="415"/>
                  <a:pt x="988" y="87"/>
                </a:cubicBezTo>
                <a:cubicBezTo>
                  <a:pt x="957" y="81"/>
                  <a:pt x="927" y="78"/>
                  <a:pt x="899" y="78"/>
                </a:cubicBezTo>
                <a:cubicBezTo>
                  <a:pt x="838" y="78"/>
                  <a:pt x="782" y="92"/>
                  <a:pt x="733" y="115"/>
                </a:cubicBezTo>
                <a:lnTo>
                  <a:pt x="733" y="115"/>
                </a:lnTo>
                <a:cubicBezTo>
                  <a:pt x="660" y="39"/>
                  <a:pt x="553" y="1"/>
                  <a:pt x="44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1"/>
          <p:cNvSpPr/>
          <p:nvPr/>
        </p:nvSpPr>
        <p:spPr>
          <a:xfrm>
            <a:off x="4046775" y="3386275"/>
            <a:ext cx="52775" cy="57825"/>
          </a:xfrm>
          <a:custGeom>
            <a:rect b="b" l="l" r="r" t="t"/>
            <a:pathLst>
              <a:path extrusionOk="0" h="2313" w="2111">
                <a:moveTo>
                  <a:pt x="533" y="1"/>
                </a:moveTo>
                <a:cubicBezTo>
                  <a:pt x="379" y="1"/>
                  <a:pt x="231" y="85"/>
                  <a:pt x="186" y="282"/>
                </a:cubicBezTo>
                <a:cubicBezTo>
                  <a:pt x="73" y="767"/>
                  <a:pt x="13" y="1259"/>
                  <a:pt x="4" y="1755"/>
                </a:cubicBezTo>
                <a:cubicBezTo>
                  <a:pt x="0" y="1993"/>
                  <a:pt x="209" y="2144"/>
                  <a:pt x="413" y="2144"/>
                </a:cubicBezTo>
                <a:cubicBezTo>
                  <a:pt x="540" y="2144"/>
                  <a:pt x="665" y="2085"/>
                  <a:pt x="737" y="1954"/>
                </a:cubicBezTo>
                <a:cubicBezTo>
                  <a:pt x="748" y="1933"/>
                  <a:pt x="760" y="1913"/>
                  <a:pt x="772" y="1893"/>
                </a:cubicBezTo>
                <a:lnTo>
                  <a:pt x="772" y="1893"/>
                </a:lnTo>
                <a:cubicBezTo>
                  <a:pt x="799" y="1970"/>
                  <a:pt x="831" y="2047"/>
                  <a:pt x="870" y="2121"/>
                </a:cubicBezTo>
                <a:cubicBezTo>
                  <a:pt x="939" y="2255"/>
                  <a:pt x="1059" y="2313"/>
                  <a:pt x="1183" y="2313"/>
                </a:cubicBezTo>
                <a:cubicBezTo>
                  <a:pt x="1321" y="2313"/>
                  <a:pt x="1465" y="2241"/>
                  <a:pt x="1550" y="2121"/>
                </a:cubicBezTo>
                <a:cubicBezTo>
                  <a:pt x="1693" y="1918"/>
                  <a:pt x="1836" y="1715"/>
                  <a:pt x="1980" y="1511"/>
                </a:cubicBezTo>
                <a:cubicBezTo>
                  <a:pt x="2110" y="1324"/>
                  <a:pt x="2044" y="1142"/>
                  <a:pt x="1905" y="1035"/>
                </a:cubicBezTo>
                <a:lnTo>
                  <a:pt x="1905" y="1035"/>
                </a:lnTo>
                <a:cubicBezTo>
                  <a:pt x="1987" y="857"/>
                  <a:pt x="1952" y="621"/>
                  <a:pt x="1755" y="529"/>
                </a:cubicBezTo>
                <a:cubicBezTo>
                  <a:pt x="1660" y="484"/>
                  <a:pt x="1564" y="439"/>
                  <a:pt x="1468" y="395"/>
                </a:cubicBezTo>
                <a:cubicBezTo>
                  <a:pt x="1401" y="363"/>
                  <a:pt x="1332" y="348"/>
                  <a:pt x="1266" y="348"/>
                </a:cubicBezTo>
                <a:cubicBezTo>
                  <a:pt x="1139" y="348"/>
                  <a:pt x="1021" y="405"/>
                  <a:pt x="938" y="525"/>
                </a:cubicBezTo>
                <a:lnTo>
                  <a:pt x="938" y="525"/>
                </a:lnTo>
                <a:cubicBezTo>
                  <a:pt x="941" y="513"/>
                  <a:pt x="943" y="502"/>
                  <a:pt x="946" y="491"/>
                </a:cubicBezTo>
                <a:cubicBezTo>
                  <a:pt x="1014" y="195"/>
                  <a:pt x="766" y="1"/>
                  <a:pt x="53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1"/>
          <p:cNvSpPr/>
          <p:nvPr/>
        </p:nvSpPr>
        <p:spPr>
          <a:xfrm>
            <a:off x="2743900" y="2498325"/>
            <a:ext cx="1324100" cy="1304250"/>
          </a:xfrm>
          <a:custGeom>
            <a:rect b="b" l="l" r="r" t="t"/>
            <a:pathLst>
              <a:path extrusionOk="0" h="52170" w="52964">
                <a:moveTo>
                  <a:pt x="484" y="1"/>
                </a:moveTo>
                <a:cubicBezTo>
                  <a:pt x="257" y="1"/>
                  <a:pt x="0" y="196"/>
                  <a:pt x="44" y="495"/>
                </a:cubicBezTo>
                <a:cubicBezTo>
                  <a:pt x="1261" y="8725"/>
                  <a:pt x="3023" y="16873"/>
                  <a:pt x="5309" y="24873"/>
                </a:cubicBezTo>
                <a:cubicBezTo>
                  <a:pt x="6450" y="28868"/>
                  <a:pt x="7724" y="32829"/>
                  <a:pt x="9174" y="36726"/>
                </a:cubicBezTo>
                <a:cubicBezTo>
                  <a:pt x="10373" y="39948"/>
                  <a:pt x="11602" y="43241"/>
                  <a:pt x="13515" y="46121"/>
                </a:cubicBezTo>
                <a:cubicBezTo>
                  <a:pt x="15095" y="48502"/>
                  <a:pt x="17185" y="50636"/>
                  <a:pt x="19905" y="51660"/>
                </a:cubicBezTo>
                <a:cubicBezTo>
                  <a:pt x="20822" y="52005"/>
                  <a:pt x="21690" y="52169"/>
                  <a:pt x="22513" y="52169"/>
                </a:cubicBezTo>
                <a:cubicBezTo>
                  <a:pt x="24558" y="52169"/>
                  <a:pt x="26322" y="51152"/>
                  <a:pt x="27857" y="49359"/>
                </a:cubicBezTo>
                <a:cubicBezTo>
                  <a:pt x="33247" y="43065"/>
                  <a:pt x="36846" y="35197"/>
                  <a:pt x="40498" y="27832"/>
                </a:cubicBezTo>
                <a:cubicBezTo>
                  <a:pt x="44941" y="18870"/>
                  <a:pt x="49051" y="9750"/>
                  <a:pt x="52848" y="497"/>
                </a:cubicBezTo>
                <a:cubicBezTo>
                  <a:pt x="52964" y="213"/>
                  <a:pt x="52730" y="26"/>
                  <a:pt x="52486" y="26"/>
                </a:cubicBezTo>
                <a:cubicBezTo>
                  <a:pt x="52328" y="26"/>
                  <a:pt x="52165" y="105"/>
                  <a:pt x="52090" y="288"/>
                </a:cubicBezTo>
                <a:cubicBezTo>
                  <a:pt x="48981" y="7863"/>
                  <a:pt x="45660" y="15350"/>
                  <a:pt x="42114" y="22733"/>
                </a:cubicBezTo>
                <a:cubicBezTo>
                  <a:pt x="38724" y="29786"/>
                  <a:pt x="35330" y="36978"/>
                  <a:pt x="31093" y="43570"/>
                </a:cubicBezTo>
                <a:cubicBezTo>
                  <a:pt x="29176" y="46553"/>
                  <a:pt x="26550" y="51395"/>
                  <a:pt x="22557" y="51395"/>
                </a:cubicBezTo>
                <a:cubicBezTo>
                  <a:pt x="22315" y="51395"/>
                  <a:pt x="22067" y="51378"/>
                  <a:pt x="21815" y="51340"/>
                </a:cubicBezTo>
                <a:cubicBezTo>
                  <a:pt x="18227" y="50814"/>
                  <a:pt x="15540" y="47953"/>
                  <a:pt x="13737" y="45000"/>
                </a:cubicBezTo>
                <a:cubicBezTo>
                  <a:pt x="10083" y="39018"/>
                  <a:pt x="8089" y="31691"/>
                  <a:pt x="6164" y="25003"/>
                </a:cubicBezTo>
                <a:cubicBezTo>
                  <a:pt x="3830" y="16895"/>
                  <a:pt x="2037" y="8632"/>
                  <a:pt x="803" y="286"/>
                </a:cubicBezTo>
                <a:cubicBezTo>
                  <a:pt x="774" y="87"/>
                  <a:pt x="635" y="1"/>
                  <a:pt x="48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1"/>
          <p:cNvSpPr/>
          <p:nvPr/>
        </p:nvSpPr>
        <p:spPr>
          <a:xfrm>
            <a:off x="3220325" y="3730725"/>
            <a:ext cx="131475" cy="116575"/>
          </a:xfrm>
          <a:custGeom>
            <a:rect b="b" l="l" r="r" t="t"/>
            <a:pathLst>
              <a:path extrusionOk="0" h="4663" w="5259">
                <a:moveTo>
                  <a:pt x="2278" y="790"/>
                </a:moveTo>
                <a:cubicBezTo>
                  <a:pt x="3004" y="790"/>
                  <a:pt x="3686" y="1198"/>
                  <a:pt x="4111" y="1780"/>
                </a:cubicBezTo>
                <a:lnTo>
                  <a:pt x="4111" y="1780"/>
                </a:lnTo>
                <a:cubicBezTo>
                  <a:pt x="4098" y="1833"/>
                  <a:pt x="4095" y="1892"/>
                  <a:pt x="4106" y="1956"/>
                </a:cubicBezTo>
                <a:cubicBezTo>
                  <a:pt x="4261" y="2815"/>
                  <a:pt x="3595" y="3682"/>
                  <a:pt x="2751" y="3851"/>
                </a:cubicBezTo>
                <a:cubicBezTo>
                  <a:pt x="2661" y="3869"/>
                  <a:pt x="2574" y="3877"/>
                  <a:pt x="2489" y="3877"/>
                </a:cubicBezTo>
                <a:cubicBezTo>
                  <a:pt x="1773" y="3877"/>
                  <a:pt x="1224" y="3278"/>
                  <a:pt x="1059" y="2591"/>
                </a:cubicBezTo>
                <a:cubicBezTo>
                  <a:pt x="873" y="1821"/>
                  <a:pt x="1223" y="876"/>
                  <a:pt x="2108" y="798"/>
                </a:cubicBezTo>
                <a:cubicBezTo>
                  <a:pt x="2165" y="793"/>
                  <a:pt x="2221" y="790"/>
                  <a:pt x="2278" y="790"/>
                </a:cubicBezTo>
                <a:close/>
                <a:moveTo>
                  <a:pt x="2284" y="1"/>
                </a:moveTo>
                <a:cubicBezTo>
                  <a:pt x="2173" y="1"/>
                  <a:pt x="2062" y="8"/>
                  <a:pt x="1949" y="22"/>
                </a:cubicBezTo>
                <a:cubicBezTo>
                  <a:pt x="625" y="183"/>
                  <a:pt x="1" y="1604"/>
                  <a:pt x="298" y="2800"/>
                </a:cubicBezTo>
                <a:cubicBezTo>
                  <a:pt x="557" y="3830"/>
                  <a:pt x="1424" y="4663"/>
                  <a:pt x="2481" y="4663"/>
                </a:cubicBezTo>
                <a:cubicBezTo>
                  <a:pt x="2605" y="4663"/>
                  <a:pt x="2732" y="4651"/>
                  <a:pt x="2861" y="4627"/>
                </a:cubicBezTo>
                <a:cubicBezTo>
                  <a:pt x="3927" y="4427"/>
                  <a:pt x="4716" y="3560"/>
                  <a:pt x="4874" y="2545"/>
                </a:cubicBezTo>
                <a:lnTo>
                  <a:pt x="4874" y="2545"/>
                </a:lnTo>
                <a:cubicBezTo>
                  <a:pt x="5085" y="2510"/>
                  <a:pt x="5258" y="2334"/>
                  <a:pt x="5154" y="2080"/>
                </a:cubicBezTo>
                <a:cubicBezTo>
                  <a:pt x="4677" y="915"/>
                  <a:pt x="3568" y="1"/>
                  <a:pt x="228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1"/>
          <p:cNvSpPr/>
          <p:nvPr/>
        </p:nvSpPr>
        <p:spPr>
          <a:xfrm>
            <a:off x="3232250" y="3740775"/>
            <a:ext cx="110050" cy="87825"/>
          </a:xfrm>
          <a:custGeom>
            <a:rect b="b" l="l" r="r" t="t"/>
            <a:pathLst>
              <a:path extrusionOk="0" h="3513" w="4402">
                <a:moveTo>
                  <a:pt x="2574" y="774"/>
                </a:moveTo>
                <a:cubicBezTo>
                  <a:pt x="2989" y="774"/>
                  <a:pt x="3168" y="1564"/>
                  <a:pt x="3060" y="1983"/>
                </a:cubicBezTo>
                <a:cubicBezTo>
                  <a:pt x="2947" y="2410"/>
                  <a:pt x="2556" y="2732"/>
                  <a:pt x="2125" y="2732"/>
                </a:cubicBezTo>
                <a:cubicBezTo>
                  <a:pt x="2020" y="2732"/>
                  <a:pt x="1913" y="2713"/>
                  <a:pt x="1807" y="2672"/>
                </a:cubicBezTo>
                <a:cubicBezTo>
                  <a:pt x="1701" y="2630"/>
                  <a:pt x="1612" y="2565"/>
                  <a:pt x="1542" y="2486"/>
                </a:cubicBezTo>
                <a:lnTo>
                  <a:pt x="1542" y="2486"/>
                </a:lnTo>
                <a:cubicBezTo>
                  <a:pt x="1658" y="2543"/>
                  <a:pt x="1785" y="2570"/>
                  <a:pt x="1913" y="2570"/>
                </a:cubicBezTo>
                <a:cubicBezTo>
                  <a:pt x="2208" y="2570"/>
                  <a:pt x="2506" y="2425"/>
                  <a:pt x="2687" y="2155"/>
                </a:cubicBezTo>
                <a:cubicBezTo>
                  <a:pt x="2724" y="2101"/>
                  <a:pt x="2753" y="2044"/>
                  <a:pt x="2775" y="1987"/>
                </a:cubicBezTo>
                <a:lnTo>
                  <a:pt x="2775" y="1987"/>
                </a:lnTo>
                <a:cubicBezTo>
                  <a:pt x="2897" y="1846"/>
                  <a:pt x="2982" y="1679"/>
                  <a:pt x="3005" y="1502"/>
                </a:cubicBezTo>
                <a:cubicBezTo>
                  <a:pt x="3045" y="1204"/>
                  <a:pt x="2786" y="1008"/>
                  <a:pt x="2559" y="1008"/>
                </a:cubicBezTo>
                <a:cubicBezTo>
                  <a:pt x="2522" y="1008"/>
                  <a:pt x="2486" y="1013"/>
                  <a:pt x="2453" y="1023"/>
                </a:cubicBezTo>
                <a:lnTo>
                  <a:pt x="2453" y="1023"/>
                </a:lnTo>
                <a:cubicBezTo>
                  <a:pt x="2382" y="985"/>
                  <a:pt x="2301" y="958"/>
                  <a:pt x="2213" y="946"/>
                </a:cubicBezTo>
                <a:lnTo>
                  <a:pt x="2213" y="946"/>
                </a:lnTo>
                <a:cubicBezTo>
                  <a:pt x="2348" y="825"/>
                  <a:pt x="2469" y="774"/>
                  <a:pt x="2574" y="774"/>
                </a:cubicBezTo>
                <a:close/>
                <a:moveTo>
                  <a:pt x="2612" y="0"/>
                </a:moveTo>
                <a:cubicBezTo>
                  <a:pt x="2140" y="0"/>
                  <a:pt x="1657" y="292"/>
                  <a:pt x="1352" y="700"/>
                </a:cubicBezTo>
                <a:lnTo>
                  <a:pt x="1352" y="700"/>
                </a:lnTo>
                <a:cubicBezTo>
                  <a:pt x="1323" y="710"/>
                  <a:pt x="1294" y="725"/>
                  <a:pt x="1264" y="743"/>
                </a:cubicBezTo>
                <a:cubicBezTo>
                  <a:pt x="0" y="1547"/>
                  <a:pt x="613" y="3483"/>
                  <a:pt x="2083" y="3512"/>
                </a:cubicBezTo>
                <a:cubicBezTo>
                  <a:pt x="2095" y="3512"/>
                  <a:pt x="2107" y="3512"/>
                  <a:pt x="2119" y="3512"/>
                </a:cubicBezTo>
                <a:cubicBezTo>
                  <a:pt x="3644" y="3512"/>
                  <a:pt x="4401" y="1616"/>
                  <a:pt x="3496" y="456"/>
                </a:cubicBezTo>
                <a:cubicBezTo>
                  <a:pt x="3246" y="134"/>
                  <a:pt x="2931" y="0"/>
                  <a:pt x="261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1"/>
          <p:cNvSpPr/>
          <p:nvPr/>
        </p:nvSpPr>
        <p:spPr>
          <a:xfrm>
            <a:off x="2818925" y="3027100"/>
            <a:ext cx="132075" cy="133575"/>
          </a:xfrm>
          <a:custGeom>
            <a:rect b="b" l="l" r="r" t="t"/>
            <a:pathLst>
              <a:path extrusionOk="0" h="5343" w="5283">
                <a:moveTo>
                  <a:pt x="2912" y="0"/>
                </a:moveTo>
                <a:cubicBezTo>
                  <a:pt x="2870" y="0"/>
                  <a:pt x="2825" y="8"/>
                  <a:pt x="2776" y="26"/>
                </a:cubicBezTo>
                <a:cubicBezTo>
                  <a:pt x="1610" y="448"/>
                  <a:pt x="373" y="1221"/>
                  <a:pt x="177" y="2557"/>
                </a:cubicBezTo>
                <a:cubicBezTo>
                  <a:pt x="1" y="3752"/>
                  <a:pt x="815" y="4997"/>
                  <a:pt x="1995" y="5281"/>
                </a:cubicBezTo>
                <a:cubicBezTo>
                  <a:pt x="2167" y="5322"/>
                  <a:pt x="2342" y="5342"/>
                  <a:pt x="2517" y="5342"/>
                </a:cubicBezTo>
                <a:cubicBezTo>
                  <a:pt x="3493" y="5342"/>
                  <a:pt x="4465" y="4725"/>
                  <a:pt x="4818" y="3803"/>
                </a:cubicBezTo>
                <a:cubicBezTo>
                  <a:pt x="5283" y="2594"/>
                  <a:pt x="4645" y="1234"/>
                  <a:pt x="3498" y="698"/>
                </a:cubicBezTo>
                <a:cubicBezTo>
                  <a:pt x="3437" y="670"/>
                  <a:pt x="3377" y="657"/>
                  <a:pt x="3320" y="657"/>
                </a:cubicBezTo>
                <a:cubicBezTo>
                  <a:pt x="2950" y="657"/>
                  <a:pt x="2701" y="1192"/>
                  <a:pt x="3100" y="1378"/>
                </a:cubicBezTo>
                <a:cubicBezTo>
                  <a:pt x="3879" y="1742"/>
                  <a:pt x="4423" y="2614"/>
                  <a:pt x="4106" y="3483"/>
                </a:cubicBezTo>
                <a:cubicBezTo>
                  <a:pt x="3871" y="4131"/>
                  <a:pt x="3202" y="4546"/>
                  <a:pt x="2536" y="4546"/>
                </a:cubicBezTo>
                <a:cubicBezTo>
                  <a:pt x="2326" y="4546"/>
                  <a:pt x="2117" y="4505"/>
                  <a:pt x="1922" y="4418"/>
                </a:cubicBezTo>
                <a:cubicBezTo>
                  <a:pt x="1086" y="4044"/>
                  <a:pt x="705" y="3000"/>
                  <a:pt x="1113" y="2177"/>
                </a:cubicBezTo>
                <a:cubicBezTo>
                  <a:pt x="1472" y="1453"/>
                  <a:pt x="2261" y="1046"/>
                  <a:pt x="2985" y="783"/>
                </a:cubicBezTo>
                <a:cubicBezTo>
                  <a:pt x="3410" y="632"/>
                  <a:pt x="3289" y="0"/>
                  <a:pt x="291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1"/>
          <p:cNvSpPr/>
          <p:nvPr/>
        </p:nvSpPr>
        <p:spPr>
          <a:xfrm>
            <a:off x="2839325" y="3060300"/>
            <a:ext cx="86400" cy="76200"/>
          </a:xfrm>
          <a:custGeom>
            <a:rect b="b" l="l" r="r" t="t"/>
            <a:pathLst>
              <a:path extrusionOk="0" h="3048" w="3456">
                <a:moveTo>
                  <a:pt x="1169" y="814"/>
                </a:moveTo>
                <a:cubicBezTo>
                  <a:pt x="1230" y="814"/>
                  <a:pt x="1275" y="854"/>
                  <a:pt x="1309" y="917"/>
                </a:cubicBezTo>
                <a:lnTo>
                  <a:pt x="1309" y="917"/>
                </a:lnTo>
                <a:cubicBezTo>
                  <a:pt x="1249" y="972"/>
                  <a:pt x="1195" y="1035"/>
                  <a:pt x="1148" y="1102"/>
                </a:cubicBezTo>
                <a:lnTo>
                  <a:pt x="1148" y="1102"/>
                </a:lnTo>
                <a:cubicBezTo>
                  <a:pt x="1074" y="1055"/>
                  <a:pt x="995" y="1013"/>
                  <a:pt x="913" y="977"/>
                </a:cubicBezTo>
                <a:lnTo>
                  <a:pt x="913" y="977"/>
                </a:lnTo>
                <a:cubicBezTo>
                  <a:pt x="931" y="952"/>
                  <a:pt x="952" y="928"/>
                  <a:pt x="978" y="906"/>
                </a:cubicBezTo>
                <a:cubicBezTo>
                  <a:pt x="1055" y="842"/>
                  <a:pt x="1118" y="814"/>
                  <a:pt x="1169" y="814"/>
                </a:cubicBezTo>
                <a:close/>
                <a:moveTo>
                  <a:pt x="1200" y="1"/>
                </a:moveTo>
                <a:cubicBezTo>
                  <a:pt x="1074" y="1"/>
                  <a:pt x="945" y="27"/>
                  <a:pt x="821" y="79"/>
                </a:cubicBezTo>
                <a:cubicBezTo>
                  <a:pt x="41" y="407"/>
                  <a:pt x="1" y="1108"/>
                  <a:pt x="218" y="1764"/>
                </a:cubicBezTo>
                <a:lnTo>
                  <a:pt x="218" y="1764"/>
                </a:lnTo>
                <a:cubicBezTo>
                  <a:pt x="251" y="2111"/>
                  <a:pt x="414" y="2435"/>
                  <a:pt x="695" y="2679"/>
                </a:cubicBezTo>
                <a:cubicBezTo>
                  <a:pt x="773" y="2747"/>
                  <a:pt x="867" y="2776"/>
                  <a:pt x="959" y="2776"/>
                </a:cubicBezTo>
                <a:cubicBezTo>
                  <a:pt x="1025" y="2776"/>
                  <a:pt x="1091" y="2761"/>
                  <a:pt x="1150" y="2734"/>
                </a:cubicBezTo>
                <a:lnTo>
                  <a:pt x="1150" y="2734"/>
                </a:lnTo>
                <a:cubicBezTo>
                  <a:pt x="1155" y="2746"/>
                  <a:pt x="1160" y="2758"/>
                  <a:pt x="1164" y="2770"/>
                </a:cubicBezTo>
                <a:cubicBezTo>
                  <a:pt x="1239" y="2958"/>
                  <a:pt x="1396" y="3048"/>
                  <a:pt x="1550" y="3048"/>
                </a:cubicBezTo>
                <a:cubicBezTo>
                  <a:pt x="1736" y="3048"/>
                  <a:pt x="1916" y="2916"/>
                  <a:pt x="1937" y="2664"/>
                </a:cubicBezTo>
                <a:cubicBezTo>
                  <a:pt x="1945" y="2576"/>
                  <a:pt x="1946" y="2488"/>
                  <a:pt x="1941" y="2403"/>
                </a:cubicBezTo>
                <a:lnTo>
                  <a:pt x="1941" y="2403"/>
                </a:lnTo>
                <a:cubicBezTo>
                  <a:pt x="2056" y="2480"/>
                  <a:pt x="2188" y="2529"/>
                  <a:pt x="2333" y="2539"/>
                </a:cubicBezTo>
                <a:lnTo>
                  <a:pt x="2333" y="2539"/>
                </a:lnTo>
                <a:cubicBezTo>
                  <a:pt x="2413" y="2649"/>
                  <a:pt x="2550" y="2710"/>
                  <a:pt x="2683" y="2710"/>
                </a:cubicBezTo>
                <a:cubicBezTo>
                  <a:pt x="2841" y="2710"/>
                  <a:pt x="2993" y="2623"/>
                  <a:pt x="3035" y="2428"/>
                </a:cubicBezTo>
                <a:lnTo>
                  <a:pt x="3390" y="818"/>
                </a:lnTo>
                <a:cubicBezTo>
                  <a:pt x="3455" y="521"/>
                  <a:pt x="3206" y="326"/>
                  <a:pt x="2973" y="326"/>
                </a:cubicBezTo>
                <a:cubicBezTo>
                  <a:pt x="2820" y="326"/>
                  <a:pt x="2674" y="412"/>
                  <a:pt x="2630" y="609"/>
                </a:cubicBezTo>
                <a:lnTo>
                  <a:pt x="2569" y="889"/>
                </a:lnTo>
                <a:lnTo>
                  <a:pt x="2569" y="889"/>
                </a:lnTo>
                <a:cubicBezTo>
                  <a:pt x="2437" y="764"/>
                  <a:pt x="2273" y="679"/>
                  <a:pt x="2070" y="656"/>
                </a:cubicBezTo>
                <a:lnTo>
                  <a:pt x="2070" y="656"/>
                </a:lnTo>
                <a:cubicBezTo>
                  <a:pt x="2034" y="554"/>
                  <a:pt x="1986" y="456"/>
                  <a:pt x="1919" y="365"/>
                </a:cubicBezTo>
                <a:cubicBezTo>
                  <a:pt x="1740" y="125"/>
                  <a:pt x="1476" y="1"/>
                  <a:pt x="120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1"/>
          <p:cNvSpPr/>
          <p:nvPr/>
        </p:nvSpPr>
        <p:spPr>
          <a:xfrm>
            <a:off x="3022100" y="3412275"/>
            <a:ext cx="125550" cy="121025"/>
          </a:xfrm>
          <a:custGeom>
            <a:rect b="b" l="l" r="r" t="t"/>
            <a:pathLst>
              <a:path extrusionOk="0" h="4841" w="5022">
                <a:moveTo>
                  <a:pt x="4483" y="1"/>
                </a:moveTo>
                <a:cubicBezTo>
                  <a:pt x="4395" y="1"/>
                  <a:pt x="4305" y="41"/>
                  <a:pt x="4229" y="136"/>
                </a:cubicBezTo>
                <a:cubicBezTo>
                  <a:pt x="3057" y="1617"/>
                  <a:pt x="1748" y="2967"/>
                  <a:pt x="307" y="4185"/>
                </a:cubicBezTo>
                <a:cubicBezTo>
                  <a:pt x="0" y="4442"/>
                  <a:pt x="282" y="4840"/>
                  <a:pt x="604" y="4840"/>
                </a:cubicBezTo>
                <a:cubicBezTo>
                  <a:pt x="691" y="4840"/>
                  <a:pt x="780" y="4811"/>
                  <a:pt x="862" y="4742"/>
                </a:cubicBezTo>
                <a:cubicBezTo>
                  <a:pt x="2305" y="3522"/>
                  <a:pt x="3614" y="2174"/>
                  <a:pt x="4785" y="693"/>
                </a:cubicBezTo>
                <a:cubicBezTo>
                  <a:pt x="5021" y="395"/>
                  <a:pt x="4761" y="1"/>
                  <a:pt x="448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1"/>
          <p:cNvSpPr/>
          <p:nvPr/>
        </p:nvSpPr>
        <p:spPr>
          <a:xfrm>
            <a:off x="3067250" y="3424100"/>
            <a:ext cx="202575" cy="206325"/>
          </a:xfrm>
          <a:custGeom>
            <a:rect b="b" l="l" r="r" t="t"/>
            <a:pathLst>
              <a:path extrusionOk="0" h="8253" w="8103">
                <a:moveTo>
                  <a:pt x="7564" y="0"/>
                </a:moveTo>
                <a:cubicBezTo>
                  <a:pt x="7475" y="0"/>
                  <a:pt x="7385" y="40"/>
                  <a:pt x="7309" y="136"/>
                </a:cubicBezTo>
                <a:cubicBezTo>
                  <a:pt x="5186" y="2821"/>
                  <a:pt x="2847" y="5305"/>
                  <a:pt x="297" y="7591"/>
                </a:cubicBezTo>
                <a:cubicBezTo>
                  <a:pt x="1" y="7855"/>
                  <a:pt x="277" y="8252"/>
                  <a:pt x="592" y="8252"/>
                </a:cubicBezTo>
                <a:cubicBezTo>
                  <a:pt x="680" y="8252"/>
                  <a:pt x="771" y="8222"/>
                  <a:pt x="853" y="8148"/>
                </a:cubicBezTo>
                <a:cubicBezTo>
                  <a:pt x="3404" y="5862"/>
                  <a:pt x="5741" y="3378"/>
                  <a:pt x="7866" y="693"/>
                </a:cubicBezTo>
                <a:cubicBezTo>
                  <a:pt x="8103" y="394"/>
                  <a:pt x="7841" y="0"/>
                  <a:pt x="756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1"/>
          <p:cNvSpPr/>
          <p:nvPr/>
        </p:nvSpPr>
        <p:spPr>
          <a:xfrm>
            <a:off x="3148925" y="3428350"/>
            <a:ext cx="287775" cy="299225"/>
          </a:xfrm>
          <a:custGeom>
            <a:rect b="b" l="l" r="r" t="t"/>
            <a:pathLst>
              <a:path extrusionOk="0" h="11969" w="11511">
                <a:moveTo>
                  <a:pt x="10950" y="1"/>
                </a:moveTo>
                <a:cubicBezTo>
                  <a:pt x="10861" y="1"/>
                  <a:pt x="10769" y="37"/>
                  <a:pt x="10689" y="123"/>
                </a:cubicBezTo>
                <a:cubicBezTo>
                  <a:pt x="7216" y="3845"/>
                  <a:pt x="3740" y="7567"/>
                  <a:pt x="267" y="11289"/>
                </a:cubicBezTo>
                <a:cubicBezTo>
                  <a:pt x="0" y="11574"/>
                  <a:pt x="266" y="11969"/>
                  <a:pt x="561" y="11969"/>
                </a:cubicBezTo>
                <a:cubicBezTo>
                  <a:pt x="651" y="11969"/>
                  <a:pt x="743" y="11933"/>
                  <a:pt x="824" y="11846"/>
                </a:cubicBezTo>
                <a:cubicBezTo>
                  <a:pt x="4297" y="8124"/>
                  <a:pt x="7771" y="4402"/>
                  <a:pt x="11245" y="680"/>
                </a:cubicBezTo>
                <a:cubicBezTo>
                  <a:pt x="11510" y="396"/>
                  <a:pt x="11245" y="1"/>
                  <a:pt x="1095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1"/>
          <p:cNvSpPr/>
          <p:nvPr/>
        </p:nvSpPr>
        <p:spPr>
          <a:xfrm>
            <a:off x="3285600" y="3422100"/>
            <a:ext cx="285775" cy="321475"/>
          </a:xfrm>
          <a:custGeom>
            <a:rect b="b" l="l" r="r" t="t"/>
            <a:pathLst>
              <a:path extrusionOk="0" h="12859" w="11431">
                <a:moveTo>
                  <a:pt x="10888" y="1"/>
                </a:moveTo>
                <a:cubicBezTo>
                  <a:pt x="10799" y="1"/>
                  <a:pt x="10709" y="40"/>
                  <a:pt x="10631" y="134"/>
                </a:cubicBezTo>
                <a:cubicBezTo>
                  <a:pt x="7263" y="4224"/>
                  <a:pt x="3804" y="8240"/>
                  <a:pt x="260" y="12176"/>
                </a:cubicBezTo>
                <a:cubicBezTo>
                  <a:pt x="0" y="12464"/>
                  <a:pt x="265" y="12859"/>
                  <a:pt x="555" y="12859"/>
                </a:cubicBezTo>
                <a:cubicBezTo>
                  <a:pt x="644" y="12859"/>
                  <a:pt x="736" y="12822"/>
                  <a:pt x="815" y="12733"/>
                </a:cubicBezTo>
                <a:cubicBezTo>
                  <a:pt x="4363" y="8795"/>
                  <a:pt x="7820" y="4781"/>
                  <a:pt x="11187" y="691"/>
                </a:cubicBezTo>
                <a:cubicBezTo>
                  <a:pt x="11431" y="395"/>
                  <a:pt x="11169" y="1"/>
                  <a:pt x="1088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1"/>
          <p:cNvSpPr/>
          <p:nvPr/>
        </p:nvSpPr>
        <p:spPr>
          <a:xfrm>
            <a:off x="4404425" y="2197500"/>
            <a:ext cx="52575" cy="533500"/>
          </a:xfrm>
          <a:custGeom>
            <a:rect b="b" l="l" r="r" t="t"/>
            <a:pathLst>
              <a:path extrusionOk="0" h="21340" w="2103">
                <a:moveTo>
                  <a:pt x="1191" y="0"/>
                </a:moveTo>
                <a:cubicBezTo>
                  <a:pt x="1146" y="0"/>
                  <a:pt x="1100" y="18"/>
                  <a:pt x="1060" y="61"/>
                </a:cubicBezTo>
                <a:cubicBezTo>
                  <a:pt x="66" y="1115"/>
                  <a:pt x="0" y="2535"/>
                  <a:pt x="68" y="3913"/>
                </a:cubicBezTo>
                <a:cubicBezTo>
                  <a:pt x="179" y="6151"/>
                  <a:pt x="295" y="8383"/>
                  <a:pt x="297" y="10623"/>
                </a:cubicBezTo>
                <a:cubicBezTo>
                  <a:pt x="300" y="12845"/>
                  <a:pt x="159" y="15054"/>
                  <a:pt x="82" y="17272"/>
                </a:cubicBezTo>
                <a:cubicBezTo>
                  <a:pt x="29" y="18826"/>
                  <a:pt x="271" y="20458"/>
                  <a:pt x="1720" y="21311"/>
                </a:cubicBezTo>
                <a:cubicBezTo>
                  <a:pt x="1754" y="21331"/>
                  <a:pt x="1787" y="21339"/>
                  <a:pt x="1818" y="21339"/>
                </a:cubicBezTo>
                <a:cubicBezTo>
                  <a:pt x="1990" y="21339"/>
                  <a:pt x="2103" y="21079"/>
                  <a:pt x="1919" y="20970"/>
                </a:cubicBezTo>
                <a:cubicBezTo>
                  <a:pt x="99" y="19896"/>
                  <a:pt x="467" y="17554"/>
                  <a:pt x="559" y="15772"/>
                </a:cubicBezTo>
                <a:cubicBezTo>
                  <a:pt x="653" y="13930"/>
                  <a:pt x="696" y="12085"/>
                  <a:pt x="689" y="10239"/>
                </a:cubicBezTo>
                <a:cubicBezTo>
                  <a:pt x="682" y="8457"/>
                  <a:pt x="625" y="6676"/>
                  <a:pt x="522" y="4898"/>
                </a:cubicBezTo>
                <a:cubicBezTo>
                  <a:pt x="430" y="3359"/>
                  <a:pt x="185" y="1563"/>
                  <a:pt x="1339" y="339"/>
                </a:cubicBezTo>
                <a:cubicBezTo>
                  <a:pt x="1472" y="198"/>
                  <a:pt x="1339" y="0"/>
                  <a:pt x="119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1"/>
          <p:cNvSpPr/>
          <p:nvPr/>
        </p:nvSpPr>
        <p:spPr>
          <a:xfrm>
            <a:off x="4507450" y="2323475"/>
            <a:ext cx="64125" cy="86425"/>
          </a:xfrm>
          <a:custGeom>
            <a:rect b="b" l="l" r="r" t="t"/>
            <a:pathLst>
              <a:path extrusionOk="0" h="3457" w="2565">
                <a:moveTo>
                  <a:pt x="1958" y="0"/>
                </a:moveTo>
                <a:cubicBezTo>
                  <a:pt x="951" y="0"/>
                  <a:pt x="0" y="899"/>
                  <a:pt x="148" y="1952"/>
                </a:cubicBezTo>
                <a:cubicBezTo>
                  <a:pt x="274" y="2852"/>
                  <a:pt x="1108" y="3456"/>
                  <a:pt x="1969" y="3456"/>
                </a:cubicBezTo>
                <a:cubicBezTo>
                  <a:pt x="2090" y="3456"/>
                  <a:pt x="2211" y="3444"/>
                  <a:pt x="2331" y="3419"/>
                </a:cubicBezTo>
                <a:cubicBezTo>
                  <a:pt x="2565" y="3371"/>
                  <a:pt x="2487" y="3035"/>
                  <a:pt x="2272" y="3035"/>
                </a:cubicBezTo>
                <a:cubicBezTo>
                  <a:pt x="2258" y="3035"/>
                  <a:pt x="2243" y="3037"/>
                  <a:pt x="2227" y="3040"/>
                </a:cubicBezTo>
                <a:cubicBezTo>
                  <a:pt x="2139" y="3058"/>
                  <a:pt x="2049" y="3067"/>
                  <a:pt x="1960" y="3067"/>
                </a:cubicBezTo>
                <a:cubicBezTo>
                  <a:pt x="1263" y="3067"/>
                  <a:pt x="564" y="2535"/>
                  <a:pt x="526" y="1802"/>
                </a:cubicBezTo>
                <a:cubicBezTo>
                  <a:pt x="485" y="991"/>
                  <a:pt x="1238" y="397"/>
                  <a:pt x="1991" y="397"/>
                </a:cubicBezTo>
                <a:cubicBezTo>
                  <a:pt x="2044" y="397"/>
                  <a:pt x="2096" y="400"/>
                  <a:pt x="2148" y="406"/>
                </a:cubicBezTo>
                <a:cubicBezTo>
                  <a:pt x="2156" y="407"/>
                  <a:pt x="2165" y="407"/>
                  <a:pt x="2172" y="407"/>
                </a:cubicBezTo>
                <a:cubicBezTo>
                  <a:pt x="2398" y="407"/>
                  <a:pt x="2388" y="39"/>
                  <a:pt x="2148" y="11"/>
                </a:cubicBezTo>
                <a:cubicBezTo>
                  <a:pt x="2085" y="4"/>
                  <a:pt x="2021" y="0"/>
                  <a:pt x="195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1"/>
          <p:cNvSpPr/>
          <p:nvPr/>
        </p:nvSpPr>
        <p:spPr>
          <a:xfrm>
            <a:off x="4615900" y="2356075"/>
            <a:ext cx="55125" cy="14750"/>
          </a:xfrm>
          <a:custGeom>
            <a:rect b="b" l="l" r="r" t="t"/>
            <a:pathLst>
              <a:path extrusionOk="0" h="590" w="2205">
                <a:moveTo>
                  <a:pt x="1964" y="0"/>
                </a:moveTo>
                <a:cubicBezTo>
                  <a:pt x="1941" y="0"/>
                  <a:pt x="1917" y="5"/>
                  <a:pt x="1891" y="15"/>
                </a:cubicBezTo>
                <a:cubicBezTo>
                  <a:pt x="1592" y="134"/>
                  <a:pt x="1288" y="195"/>
                  <a:pt x="981" y="195"/>
                </a:cubicBezTo>
                <a:cubicBezTo>
                  <a:pt x="766" y="195"/>
                  <a:pt x="549" y="165"/>
                  <a:pt x="330" y="104"/>
                </a:cubicBezTo>
                <a:cubicBezTo>
                  <a:pt x="310" y="99"/>
                  <a:pt x="291" y="96"/>
                  <a:pt x="273" y="96"/>
                </a:cubicBezTo>
                <a:cubicBezTo>
                  <a:pt x="71" y="96"/>
                  <a:pt x="0" y="422"/>
                  <a:pt x="225" y="484"/>
                </a:cubicBezTo>
                <a:cubicBezTo>
                  <a:pt x="477" y="554"/>
                  <a:pt x="733" y="589"/>
                  <a:pt x="987" y="589"/>
                </a:cubicBezTo>
                <a:cubicBezTo>
                  <a:pt x="1329" y="589"/>
                  <a:pt x="1669" y="525"/>
                  <a:pt x="1997" y="395"/>
                </a:cubicBezTo>
                <a:cubicBezTo>
                  <a:pt x="2204" y="312"/>
                  <a:pt x="2146" y="0"/>
                  <a:pt x="196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1"/>
          <p:cNvSpPr/>
          <p:nvPr/>
        </p:nvSpPr>
        <p:spPr>
          <a:xfrm>
            <a:off x="4724875" y="2328100"/>
            <a:ext cx="15725" cy="67650"/>
          </a:xfrm>
          <a:custGeom>
            <a:rect b="b" l="l" r="r" t="t"/>
            <a:pathLst>
              <a:path extrusionOk="0" h="2706" w="629">
                <a:moveTo>
                  <a:pt x="269" y="0"/>
                </a:moveTo>
                <a:cubicBezTo>
                  <a:pt x="171" y="0"/>
                  <a:pt x="68" y="63"/>
                  <a:pt x="59" y="190"/>
                </a:cubicBezTo>
                <a:cubicBezTo>
                  <a:pt x="0" y="991"/>
                  <a:pt x="55" y="1779"/>
                  <a:pt x="218" y="2564"/>
                </a:cubicBezTo>
                <a:cubicBezTo>
                  <a:pt x="239" y="2663"/>
                  <a:pt x="311" y="2706"/>
                  <a:pt x="388" y="2706"/>
                </a:cubicBezTo>
                <a:cubicBezTo>
                  <a:pt x="503" y="2706"/>
                  <a:pt x="628" y="2608"/>
                  <a:pt x="597" y="2459"/>
                </a:cubicBezTo>
                <a:cubicBezTo>
                  <a:pt x="441" y="1706"/>
                  <a:pt x="396" y="954"/>
                  <a:pt x="453" y="188"/>
                </a:cubicBezTo>
                <a:cubicBezTo>
                  <a:pt x="461" y="63"/>
                  <a:pt x="368" y="0"/>
                  <a:pt x="26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1"/>
          <p:cNvSpPr/>
          <p:nvPr/>
        </p:nvSpPr>
        <p:spPr>
          <a:xfrm>
            <a:off x="4728550" y="2326975"/>
            <a:ext cx="57125" cy="82675"/>
          </a:xfrm>
          <a:custGeom>
            <a:rect b="b" l="l" r="r" t="t"/>
            <a:pathLst>
              <a:path extrusionOk="0" h="3307" w="2285">
                <a:moveTo>
                  <a:pt x="664" y="0"/>
                </a:moveTo>
                <a:cubicBezTo>
                  <a:pt x="505" y="0"/>
                  <a:pt x="343" y="36"/>
                  <a:pt x="197" y="109"/>
                </a:cubicBezTo>
                <a:cubicBezTo>
                  <a:pt x="1" y="207"/>
                  <a:pt x="123" y="473"/>
                  <a:pt x="306" y="473"/>
                </a:cubicBezTo>
                <a:cubicBezTo>
                  <a:pt x="335" y="473"/>
                  <a:pt x="366" y="466"/>
                  <a:pt x="397" y="451"/>
                </a:cubicBezTo>
                <a:cubicBezTo>
                  <a:pt x="483" y="409"/>
                  <a:pt x="574" y="387"/>
                  <a:pt x="662" y="387"/>
                </a:cubicBezTo>
                <a:cubicBezTo>
                  <a:pt x="820" y="387"/>
                  <a:pt x="971" y="457"/>
                  <a:pt x="1067" y="608"/>
                </a:cubicBezTo>
                <a:cubicBezTo>
                  <a:pt x="1263" y="916"/>
                  <a:pt x="1077" y="1365"/>
                  <a:pt x="644" y="1396"/>
                </a:cubicBezTo>
                <a:cubicBezTo>
                  <a:pt x="450" y="1410"/>
                  <a:pt x="373" y="1653"/>
                  <a:pt x="543" y="1762"/>
                </a:cubicBezTo>
                <a:cubicBezTo>
                  <a:pt x="858" y="1962"/>
                  <a:pt x="1129" y="1845"/>
                  <a:pt x="1460" y="1930"/>
                </a:cubicBezTo>
                <a:cubicBezTo>
                  <a:pt x="2208" y="2123"/>
                  <a:pt x="1783" y="2734"/>
                  <a:pt x="1349" y="2869"/>
                </a:cubicBezTo>
                <a:cubicBezTo>
                  <a:pt x="1211" y="2911"/>
                  <a:pt x="1064" y="2924"/>
                  <a:pt x="916" y="2924"/>
                </a:cubicBezTo>
                <a:cubicBezTo>
                  <a:pt x="773" y="2924"/>
                  <a:pt x="628" y="2912"/>
                  <a:pt x="490" y="2904"/>
                </a:cubicBezTo>
                <a:cubicBezTo>
                  <a:pt x="486" y="2904"/>
                  <a:pt x="481" y="2904"/>
                  <a:pt x="477" y="2904"/>
                </a:cubicBezTo>
                <a:cubicBezTo>
                  <a:pt x="237" y="2904"/>
                  <a:pt x="242" y="3284"/>
                  <a:pt x="490" y="3298"/>
                </a:cubicBezTo>
                <a:cubicBezTo>
                  <a:pt x="577" y="3303"/>
                  <a:pt x="668" y="3306"/>
                  <a:pt x="760" y="3306"/>
                </a:cubicBezTo>
                <a:cubicBezTo>
                  <a:pt x="1414" y="3306"/>
                  <a:pt x="2164" y="3146"/>
                  <a:pt x="2254" y="2378"/>
                </a:cubicBezTo>
                <a:cubicBezTo>
                  <a:pt x="2284" y="2113"/>
                  <a:pt x="2198" y="1846"/>
                  <a:pt x="1979" y="1686"/>
                </a:cubicBezTo>
                <a:cubicBezTo>
                  <a:pt x="1763" y="1528"/>
                  <a:pt x="1505" y="1545"/>
                  <a:pt x="1253" y="1539"/>
                </a:cubicBezTo>
                <a:lnTo>
                  <a:pt x="1253" y="1539"/>
                </a:lnTo>
                <a:cubicBezTo>
                  <a:pt x="1522" y="1313"/>
                  <a:pt x="1668" y="960"/>
                  <a:pt x="1535" y="584"/>
                </a:cubicBezTo>
                <a:cubicBezTo>
                  <a:pt x="1398" y="196"/>
                  <a:pt x="1036" y="0"/>
                  <a:pt x="66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1"/>
          <p:cNvSpPr/>
          <p:nvPr/>
        </p:nvSpPr>
        <p:spPr>
          <a:xfrm>
            <a:off x="4492600" y="2466800"/>
            <a:ext cx="315225" cy="17950"/>
          </a:xfrm>
          <a:custGeom>
            <a:rect b="b" l="l" r="r" t="t"/>
            <a:pathLst>
              <a:path extrusionOk="0" h="718" w="12609">
                <a:moveTo>
                  <a:pt x="12371" y="1"/>
                </a:moveTo>
                <a:cubicBezTo>
                  <a:pt x="12366" y="1"/>
                  <a:pt x="12360" y="1"/>
                  <a:pt x="12355" y="1"/>
                </a:cubicBezTo>
                <a:cubicBezTo>
                  <a:pt x="8839" y="216"/>
                  <a:pt x="5318" y="323"/>
                  <a:pt x="1796" y="323"/>
                </a:cubicBezTo>
                <a:cubicBezTo>
                  <a:pt x="1282" y="323"/>
                  <a:pt x="767" y="321"/>
                  <a:pt x="253" y="316"/>
                </a:cubicBezTo>
                <a:cubicBezTo>
                  <a:pt x="252" y="316"/>
                  <a:pt x="251" y="316"/>
                  <a:pt x="250" y="316"/>
                </a:cubicBezTo>
                <a:cubicBezTo>
                  <a:pt x="1" y="316"/>
                  <a:pt x="2" y="707"/>
                  <a:pt x="253" y="710"/>
                </a:cubicBezTo>
                <a:cubicBezTo>
                  <a:pt x="778" y="715"/>
                  <a:pt x="1304" y="717"/>
                  <a:pt x="1829" y="717"/>
                </a:cubicBezTo>
                <a:cubicBezTo>
                  <a:pt x="5340" y="717"/>
                  <a:pt x="8850" y="609"/>
                  <a:pt x="12355" y="395"/>
                </a:cubicBezTo>
                <a:cubicBezTo>
                  <a:pt x="12601" y="378"/>
                  <a:pt x="12608" y="1"/>
                  <a:pt x="1237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1"/>
          <p:cNvSpPr/>
          <p:nvPr/>
        </p:nvSpPr>
        <p:spPr>
          <a:xfrm>
            <a:off x="4517675" y="2539900"/>
            <a:ext cx="56825" cy="97575"/>
          </a:xfrm>
          <a:custGeom>
            <a:rect b="b" l="l" r="r" t="t"/>
            <a:pathLst>
              <a:path extrusionOk="0" h="3903" w="2273">
                <a:moveTo>
                  <a:pt x="933" y="0"/>
                </a:moveTo>
                <a:cubicBezTo>
                  <a:pt x="683" y="0"/>
                  <a:pt x="430" y="72"/>
                  <a:pt x="186" y="221"/>
                </a:cubicBezTo>
                <a:cubicBezTo>
                  <a:pt x="0" y="331"/>
                  <a:pt x="112" y="590"/>
                  <a:pt x="281" y="590"/>
                </a:cubicBezTo>
                <a:cubicBezTo>
                  <a:pt x="313" y="590"/>
                  <a:pt x="347" y="581"/>
                  <a:pt x="381" y="560"/>
                </a:cubicBezTo>
                <a:cubicBezTo>
                  <a:pt x="518" y="476"/>
                  <a:pt x="777" y="376"/>
                  <a:pt x="996" y="376"/>
                </a:cubicBezTo>
                <a:cubicBezTo>
                  <a:pt x="1207" y="376"/>
                  <a:pt x="1382" y="469"/>
                  <a:pt x="1378" y="761"/>
                </a:cubicBezTo>
                <a:cubicBezTo>
                  <a:pt x="1376" y="1015"/>
                  <a:pt x="963" y="1383"/>
                  <a:pt x="810" y="1545"/>
                </a:cubicBezTo>
                <a:cubicBezTo>
                  <a:pt x="703" y="1655"/>
                  <a:pt x="759" y="1826"/>
                  <a:pt x="897" y="1874"/>
                </a:cubicBezTo>
                <a:cubicBezTo>
                  <a:pt x="1350" y="2033"/>
                  <a:pt x="1814" y="2484"/>
                  <a:pt x="1633" y="3008"/>
                </a:cubicBezTo>
                <a:cubicBezTo>
                  <a:pt x="1529" y="3308"/>
                  <a:pt x="1261" y="3507"/>
                  <a:pt x="972" y="3507"/>
                </a:cubicBezTo>
                <a:cubicBezTo>
                  <a:pt x="847" y="3507"/>
                  <a:pt x="718" y="3470"/>
                  <a:pt x="597" y="3387"/>
                </a:cubicBezTo>
                <a:cubicBezTo>
                  <a:pt x="562" y="3363"/>
                  <a:pt x="527" y="3353"/>
                  <a:pt x="495" y="3353"/>
                </a:cubicBezTo>
                <a:cubicBezTo>
                  <a:pt x="333" y="3353"/>
                  <a:pt x="224" y="3610"/>
                  <a:pt x="398" y="3728"/>
                </a:cubicBezTo>
                <a:cubicBezTo>
                  <a:pt x="572" y="3847"/>
                  <a:pt x="772" y="3902"/>
                  <a:pt x="972" y="3902"/>
                </a:cubicBezTo>
                <a:cubicBezTo>
                  <a:pt x="1400" y="3902"/>
                  <a:pt x="1827" y="3648"/>
                  <a:pt x="2000" y="3227"/>
                </a:cubicBezTo>
                <a:cubicBezTo>
                  <a:pt x="2272" y="2566"/>
                  <a:pt x="1841" y="1933"/>
                  <a:pt x="1276" y="1618"/>
                </a:cubicBezTo>
                <a:lnTo>
                  <a:pt x="1276" y="1618"/>
                </a:lnTo>
                <a:cubicBezTo>
                  <a:pt x="1546" y="1294"/>
                  <a:pt x="1747" y="939"/>
                  <a:pt x="1897" y="533"/>
                </a:cubicBezTo>
                <a:cubicBezTo>
                  <a:pt x="1918" y="474"/>
                  <a:pt x="1897" y="381"/>
                  <a:pt x="1846" y="343"/>
                </a:cubicBezTo>
                <a:cubicBezTo>
                  <a:pt x="1565" y="118"/>
                  <a:pt x="1252" y="0"/>
                  <a:pt x="9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1"/>
          <p:cNvSpPr/>
          <p:nvPr/>
        </p:nvSpPr>
        <p:spPr>
          <a:xfrm>
            <a:off x="4633550" y="2576625"/>
            <a:ext cx="54200" cy="9850"/>
          </a:xfrm>
          <a:custGeom>
            <a:rect b="b" l="l" r="r" t="t"/>
            <a:pathLst>
              <a:path extrusionOk="0" h="394" w="2168">
                <a:moveTo>
                  <a:pt x="255" y="0"/>
                </a:moveTo>
                <a:cubicBezTo>
                  <a:pt x="0" y="0"/>
                  <a:pt x="0" y="394"/>
                  <a:pt x="255" y="394"/>
                </a:cubicBezTo>
                <a:lnTo>
                  <a:pt x="1914" y="394"/>
                </a:lnTo>
                <a:cubicBezTo>
                  <a:pt x="2167" y="394"/>
                  <a:pt x="2167" y="0"/>
                  <a:pt x="191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1"/>
          <p:cNvSpPr/>
          <p:nvPr/>
        </p:nvSpPr>
        <p:spPr>
          <a:xfrm>
            <a:off x="4737175" y="2542700"/>
            <a:ext cx="60450" cy="84800"/>
          </a:xfrm>
          <a:custGeom>
            <a:rect b="b" l="l" r="r" t="t"/>
            <a:pathLst>
              <a:path extrusionOk="0" h="3392" w="2418">
                <a:moveTo>
                  <a:pt x="975" y="1"/>
                </a:moveTo>
                <a:cubicBezTo>
                  <a:pt x="893" y="1"/>
                  <a:pt x="810" y="9"/>
                  <a:pt x="727" y="24"/>
                </a:cubicBezTo>
                <a:cubicBezTo>
                  <a:pt x="492" y="69"/>
                  <a:pt x="572" y="408"/>
                  <a:pt x="788" y="408"/>
                </a:cubicBezTo>
                <a:cubicBezTo>
                  <a:pt x="802" y="408"/>
                  <a:pt x="816" y="407"/>
                  <a:pt x="831" y="404"/>
                </a:cubicBezTo>
                <a:cubicBezTo>
                  <a:pt x="893" y="392"/>
                  <a:pt x="953" y="386"/>
                  <a:pt x="1011" y="386"/>
                </a:cubicBezTo>
                <a:cubicBezTo>
                  <a:pt x="1748" y="386"/>
                  <a:pt x="2178" y="1284"/>
                  <a:pt x="1915" y="1933"/>
                </a:cubicBezTo>
                <a:cubicBezTo>
                  <a:pt x="1691" y="2477"/>
                  <a:pt x="1170" y="2797"/>
                  <a:pt x="621" y="2950"/>
                </a:cubicBezTo>
                <a:lnTo>
                  <a:pt x="621" y="2950"/>
                </a:lnTo>
                <a:cubicBezTo>
                  <a:pt x="549" y="2043"/>
                  <a:pt x="477" y="1135"/>
                  <a:pt x="405" y="229"/>
                </a:cubicBezTo>
                <a:cubicBezTo>
                  <a:pt x="395" y="105"/>
                  <a:pt x="291" y="42"/>
                  <a:pt x="193" y="42"/>
                </a:cubicBezTo>
                <a:cubicBezTo>
                  <a:pt x="95" y="42"/>
                  <a:pt x="1" y="105"/>
                  <a:pt x="11" y="232"/>
                </a:cubicBezTo>
                <a:cubicBezTo>
                  <a:pt x="90" y="1220"/>
                  <a:pt x="168" y="2209"/>
                  <a:pt x="247" y="3197"/>
                </a:cubicBezTo>
                <a:cubicBezTo>
                  <a:pt x="256" y="3315"/>
                  <a:pt x="339" y="3391"/>
                  <a:pt x="450" y="3391"/>
                </a:cubicBezTo>
                <a:cubicBezTo>
                  <a:pt x="465" y="3391"/>
                  <a:pt x="480" y="3390"/>
                  <a:pt x="496" y="3387"/>
                </a:cubicBezTo>
                <a:cubicBezTo>
                  <a:pt x="1420" y="3208"/>
                  <a:pt x="2417" y="2520"/>
                  <a:pt x="2404" y="1477"/>
                </a:cubicBezTo>
                <a:cubicBezTo>
                  <a:pt x="2395" y="681"/>
                  <a:pt x="1746" y="1"/>
                  <a:pt x="97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1"/>
          <p:cNvSpPr/>
          <p:nvPr/>
        </p:nvSpPr>
        <p:spPr>
          <a:xfrm>
            <a:off x="4823750" y="2178875"/>
            <a:ext cx="72400" cy="544225"/>
          </a:xfrm>
          <a:custGeom>
            <a:rect b="b" l="l" r="r" t="t"/>
            <a:pathLst>
              <a:path extrusionOk="0" h="21769" w="2896">
                <a:moveTo>
                  <a:pt x="431" y="0"/>
                </a:moveTo>
                <a:cubicBezTo>
                  <a:pt x="257" y="0"/>
                  <a:pt x="141" y="261"/>
                  <a:pt x="329" y="368"/>
                </a:cubicBezTo>
                <a:cubicBezTo>
                  <a:pt x="1850" y="1237"/>
                  <a:pt x="2145" y="3069"/>
                  <a:pt x="2238" y="4676"/>
                </a:cubicBezTo>
                <a:cubicBezTo>
                  <a:pt x="2344" y="6515"/>
                  <a:pt x="2341" y="8366"/>
                  <a:pt x="2363" y="10210"/>
                </a:cubicBezTo>
                <a:cubicBezTo>
                  <a:pt x="2384" y="12137"/>
                  <a:pt x="2384" y="14066"/>
                  <a:pt x="2363" y="15993"/>
                </a:cubicBezTo>
                <a:cubicBezTo>
                  <a:pt x="2341" y="17864"/>
                  <a:pt x="2570" y="20813"/>
                  <a:pt x="228" y="21383"/>
                </a:cubicBezTo>
                <a:cubicBezTo>
                  <a:pt x="0" y="21437"/>
                  <a:pt x="73" y="21769"/>
                  <a:pt x="283" y="21769"/>
                </a:cubicBezTo>
                <a:cubicBezTo>
                  <a:pt x="299" y="21769"/>
                  <a:pt x="316" y="21767"/>
                  <a:pt x="334" y="21762"/>
                </a:cubicBezTo>
                <a:cubicBezTo>
                  <a:pt x="1996" y="21357"/>
                  <a:pt x="2590" y="19717"/>
                  <a:pt x="2706" y="18168"/>
                </a:cubicBezTo>
                <a:cubicBezTo>
                  <a:pt x="2895" y="15664"/>
                  <a:pt x="2785" y="13103"/>
                  <a:pt x="2762" y="10595"/>
                </a:cubicBezTo>
                <a:cubicBezTo>
                  <a:pt x="2741" y="8329"/>
                  <a:pt x="2832" y="5993"/>
                  <a:pt x="2552" y="3741"/>
                </a:cubicBezTo>
                <a:cubicBezTo>
                  <a:pt x="2367" y="2266"/>
                  <a:pt x="1886" y="803"/>
                  <a:pt x="529" y="27"/>
                </a:cubicBezTo>
                <a:cubicBezTo>
                  <a:pt x="495" y="9"/>
                  <a:pt x="463" y="0"/>
                  <a:pt x="43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1"/>
          <p:cNvSpPr/>
          <p:nvPr/>
        </p:nvSpPr>
        <p:spPr>
          <a:xfrm>
            <a:off x="4981850" y="2423500"/>
            <a:ext cx="66600" cy="16800"/>
          </a:xfrm>
          <a:custGeom>
            <a:rect b="b" l="l" r="r" t="t"/>
            <a:pathLst>
              <a:path extrusionOk="0" h="672" w="2664">
                <a:moveTo>
                  <a:pt x="221" y="1"/>
                </a:moveTo>
                <a:cubicBezTo>
                  <a:pt x="0" y="1"/>
                  <a:pt x="11" y="365"/>
                  <a:pt x="250" y="396"/>
                </a:cubicBezTo>
                <a:lnTo>
                  <a:pt x="2413" y="670"/>
                </a:lnTo>
                <a:cubicBezTo>
                  <a:pt x="2423" y="671"/>
                  <a:pt x="2433" y="672"/>
                  <a:pt x="2442" y="672"/>
                </a:cubicBezTo>
                <a:cubicBezTo>
                  <a:pt x="2663" y="672"/>
                  <a:pt x="2652" y="308"/>
                  <a:pt x="2413" y="276"/>
                </a:cubicBezTo>
                <a:lnTo>
                  <a:pt x="250" y="3"/>
                </a:lnTo>
                <a:cubicBezTo>
                  <a:pt x="240" y="1"/>
                  <a:pt x="231" y="1"/>
                  <a:pt x="22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1"/>
          <p:cNvSpPr/>
          <p:nvPr/>
        </p:nvSpPr>
        <p:spPr>
          <a:xfrm>
            <a:off x="4985200" y="2465450"/>
            <a:ext cx="51575" cy="13950"/>
          </a:xfrm>
          <a:custGeom>
            <a:rect b="b" l="l" r="r" t="t"/>
            <a:pathLst>
              <a:path extrusionOk="0" h="558" w="2063">
                <a:moveTo>
                  <a:pt x="259" y="1"/>
                </a:moveTo>
                <a:cubicBezTo>
                  <a:pt x="65" y="1"/>
                  <a:pt x="1" y="320"/>
                  <a:pt x="219" y="392"/>
                </a:cubicBezTo>
                <a:cubicBezTo>
                  <a:pt x="561" y="504"/>
                  <a:pt x="905" y="558"/>
                  <a:pt x="1253" y="558"/>
                </a:cubicBezTo>
                <a:cubicBezTo>
                  <a:pt x="1443" y="558"/>
                  <a:pt x="1634" y="542"/>
                  <a:pt x="1827" y="510"/>
                </a:cubicBezTo>
                <a:cubicBezTo>
                  <a:pt x="2063" y="474"/>
                  <a:pt x="1979" y="128"/>
                  <a:pt x="1756" y="128"/>
                </a:cubicBezTo>
                <a:cubicBezTo>
                  <a:pt x="1745" y="128"/>
                  <a:pt x="1733" y="129"/>
                  <a:pt x="1721" y="131"/>
                </a:cubicBezTo>
                <a:cubicBezTo>
                  <a:pt x="1569" y="156"/>
                  <a:pt x="1417" y="167"/>
                  <a:pt x="1266" y="167"/>
                </a:cubicBezTo>
                <a:cubicBezTo>
                  <a:pt x="947" y="167"/>
                  <a:pt x="633" y="114"/>
                  <a:pt x="324" y="12"/>
                </a:cubicBezTo>
                <a:cubicBezTo>
                  <a:pt x="301" y="4"/>
                  <a:pt x="279" y="1"/>
                  <a:pt x="25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1"/>
          <p:cNvSpPr/>
          <p:nvPr/>
        </p:nvSpPr>
        <p:spPr>
          <a:xfrm>
            <a:off x="5143775" y="2169100"/>
            <a:ext cx="82950" cy="555900"/>
          </a:xfrm>
          <a:custGeom>
            <a:rect b="b" l="l" r="r" t="t"/>
            <a:pathLst>
              <a:path extrusionOk="0" h="22236" w="3318">
                <a:moveTo>
                  <a:pt x="3039" y="0"/>
                </a:moveTo>
                <a:cubicBezTo>
                  <a:pt x="3007" y="0"/>
                  <a:pt x="2973" y="10"/>
                  <a:pt x="2938" y="32"/>
                </a:cubicBezTo>
                <a:cubicBezTo>
                  <a:pt x="1486" y="951"/>
                  <a:pt x="791" y="2504"/>
                  <a:pt x="552" y="4160"/>
                </a:cubicBezTo>
                <a:cubicBezTo>
                  <a:pt x="210" y="6522"/>
                  <a:pt x="347" y="8997"/>
                  <a:pt x="301" y="11381"/>
                </a:cubicBezTo>
                <a:cubicBezTo>
                  <a:pt x="254" y="13770"/>
                  <a:pt x="189" y="16158"/>
                  <a:pt x="159" y="18547"/>
                </a:cubicBezTo>
                <a:cubicBezTo>
                  <a:pt x="141" y="20027"/>
                  <a:pt x="370" y="21761"/>
                  <a:pt x="2023" y="22228"/>
                </a:cubicBezTo>
                <a:cubicBezTo>
                  <a:pt x="2044" y="22233"/>
                  <a:pt x="2063" y="22236"/>
                  <a:pt x="2081" y="22236"/>
                </a:cubicBezTo>
                <a:cubicBezTo>
                  <a:pt x="2284" y="22236"/>
                  <a:pt x="2353" y="21911"/>
                  <a:pt x="2129" y="21848"/>
                </a:cubicBezTo>
                <a:cubicBezTo>
                  <a:pt x="1" y="21250"/>
                  <a:pt x="562" y="18096"/>
                  <a:pt x="596" y="16443"/>
                </a:cubicBezTo>
                <a:cubicBezTo>
                  <a:pt x="632" y="14625"/>
                  <a:pt x="668" y="12808"/>
                  <a:pt x="703" y="10990"/>
                </a:cubicBezTo>
                <a:cubicBezTo>
                  <a:pt x="739" y="9199"/>
                  <a:pt x="735" y="7403"/>
                  <a:pt x="818" y="5612"/>
                </a:cubicBezTo>
                <a:cubicBezTo>
                  <a:pt x="911" y="3622"/>
                  <a:pt x="1329" y="1516"/>
                  <a:pt x="3137" y="373"/>
                </a:cubicBezTo>
                <a:cubicBezTo>
                  <a:pt x="3317" y="260"/>
                  <a:pt x="3207" y="0"/>
                  <a:pt x="303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1"/>
          <p:cNvSpPr/>
          <p:nvPr/>
        </p:nvSpPr>
        <p:spPr>
          <a:xfrm>
            <a:off x="5242400" y="2298300"/>
            <a:ext cx="45175" cy="80650"/>
          </a:xfrm>
          <a:custGeom>
            <a:rect b="b" l="l" r="r" t="t"/>
            <a:pathLst>
              <a:path extrusionOk="0" h="3226" w="1807">
                <a:moveTo>
                  <a:pt x="1540" y="1"/>
                </a:moveTo>
                <a:cubicBezTo>
                  <a:pt x="1482" y="1"/>
                  <a:pt x="1426" y="30"/>
                  <a:pt x="1392" y="102"/>
                </a:cubicBezTo>
                <a:cubicBezTo>
                  <a:pt x="953" y="1044"/>
                  <a:pt x="515" y="1984"/>
                  <a:pt x="74" y="2926"/>
                </a:cubicBezTo>
                <a:cubicBezTo>
                  <a:pt x="0" y="3083"/>
                  <a:pt x="137" y="3226"/>
                  <a:pt x="265" y="3226"/>
                </a:cubicBezTo>
                <a:cubicBezTo>
                  <a:pt x="324" y="3226"/>
                  <a:pt x="381" y="3196"/>
                  <a:pt x="415" y="3124"/>
                </a:cubicBezTo>
                <a:cubicBezTo>
                  <a:pt x="854" y="2183"/>
                  <a:pt x="1292" y="1241"/>
                  <a:pt x="1733" y="301"/>
                </a:cubicBezTo>
                <a:cubicBezTo>
                  <a:pt x="1807" y="144"/>
                  <a:pt x="1669" y="1"/>
                  <a:pt x="154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1"/>
          <p:cNvSpPr/>
          <p:nvPr/>
        </p:nvSpPr>
        <p:spPr>
          <a:xfrm>
            <a:off x="5280025" y="2303125"/>
            <a:ext cx="41475" cy="88350"/>
          </a:xfrm>
          <a:custGeom>
            <a:rect b="b" l="l" r="r" t="t"/>
            <a:pathLst>
              <a:path extrusionOk="0" h="3534" w="1659">
                <a:moveTo>
                  <a:pt x="267" y="0"/>
                </a:moveTo>
                <a:cubicBezTo>
                  <a:pt x="138" y="0"/>
                  <a:pt x="0" y="144"/>
                  <a:pt x="76" y="301"/>
                </a:cubicBezTo>
                <a:cubicBezTo>
                  <a:pt x="553" y="1299"/>
                  <a:pt x="938" y="2330"/>
                  <a:pt x="1237" y="3395"/>
                </a:cubicBezTo>
                <a:cubicBezTo>
                  <a:pt x="1264" y="3491"/>
                  <a:pt x="1341" y="3533"/>
                  <a:pt x="1419" y="3533"/>
                </a:cubicBezTo>
                <a:cubicBezTo>
                  <a:pt x="1537" y="3533"/>
                  <a:pt x="1659" y="3437"/>
                  <a:pt x="1617" y="3289"/>
                </a:cubicBezTo>
                <a:cubicBezTo>
                  <a:pt x="1309" y="2191"/>
                  <a:pt x="908" y="1130"/>
                  <a:pt x="416" y="101"/>
                </a:cubicBezTo>
                <a:cubicBezTo>
                  <a:pt x="382" y="30"/>
                  <a:pt x="325" y="0"/>
                  <a:pt x="2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1"/>
          <p:cNvSpPr/>
          <p:nvPr/>
        </p:nvSpPr>
        <p:spPr>
          <a:xfrm>
            <a:off x="5250275" y="2360300"/>
            <a:ext cx="59150" cy="13650"/>
          </a:xfrm>
          <a:custGeom>
            <a:rect b="b" l="l" r="r" t="t"/>
            <a:pathLst>
              <a:path extrusionOk="0" h="546" w="2366">
                <a:moveTo>
                  <a:pt x="1471" y="0"/>
                </a:moveTo>
                <a:cubicBezTo>
                  <a:pt x="1054" y="0"/>
                  <a:pt x="641" y="54"/>
                  <a:pt x="230" y="160"/>
                </a:cubicBezTo>
                <a:cubicBezTo>
                  <a:pt x="1" y="216"/>
                  <a:pt x="73" y="546"/>
                  <a:pt x="280" y="546"/>
                </a:cubicBezTo>
                <a:cubicBezTo>
                  <a:pt x="297" y="546"/>
                  <a:pt x="315" y="544"/>
                  <a:pt x="333" y="539"/>
                </a:cubicBezTo>
                <a:cubicBezTo>
                  <a:pt x="716" y="442"/>
                  <a:pt x="1098" y="394"/>
                  <a:pt x="1483" y="394"/>
                </a:cubicBezTo>
                <a:cubicBezTo>
                  <a:pt x="1692" y="394"/>
                  <a:pt x="1903" y="408"/>
                  <a:pt x="2115" y="436"/>
                </a:cubicBezTo>
                <a:cubicBezTo>
                  <a:pt x="2125" y="438"/>
                  <a:pt x="2135" y="438"/>
                  <a:pt x="2144" y="438"/>
                </a:cubicBezTo>
                <a:cubicBezTo>
                  <a:pt x="2365" y="438"/>
                  <a:pt x="2354" y="74"/>
                  <a:pt x="2115" y="43"/>
                </a:cubicBezTo>
                <a:cubicBezTo>
                  <a:pt x="1899" y="14"/>
                  <a:pt x="1685" y="0"/>
                  <a:pt x="147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1"/>
          <p:cNvSpPr/>
          <p:nvPr/>
        </p:nvSpPr>
        <p:spPr>
          <a:xfrm>
            <a:off x="5226375" y="2443225"/>
            <a:ext cx="128750" cy="15400"/>
          </a:xfrm>
          <a:custGeom>
            <a:rect b="b" l="l" r="r" t="t"/>
            <a:pathLst>
              <a:path extrusionOk="0" h="616" w="5150">
                <a:moveTo>
                  <a:pt x="4907" y="1"/>
                </a:moveTo>
                <a:cubicBezTo>
                  <a:pt x="4903" y="1"/>
                  <a:pt x="4899" y="1"/>
                  <a:pt x="4895" y="1"/>
                </a:cubicBezTo>
                <a:cubicBezTo>
                  <a:pt x="3349" y="74"/>
                  <a:pt x="1801" y="147"/>
                  <a:pt x="255" y="221"/>
                </a:cubicBezTo>
                <a:cubicBezTo>
                  <a:pt x="7" y="233"/>
                  <a:pt x="1" y="615"/>
                  <a:pt x="245" y="615"/>
                </a:cubicBezTo>
                <a:cubicBezTo>
                  <a:pt x="248" y="615"/>
                  <a:pt x="252" y="615"/>
                  <a:pt x="255" y="615"/>
                </a:cubicBezTo>
                <a:cubicBezTo>
                  <a:pt x="1801" y="541"/>
                  <a:pt x="3349" y="468"/>
                  <a:pt x="4895" y="395"/>
                </a:cubicBezTo>
                <a:cubicBezTo>
                  <a:pt x="5143" y="382"/>
                  <a:pt x="5150" y="1"/>
                  <a:pt x="490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1"/>
          <p:cNvSpPr/>
          <p:nvPr/>
        </p:nvSpPr>
        <p:spPr>
          <a:xfrm>
            <a:off x="5242475" y="2510850"/>
            <a:ext cx="62025" cy="105675"/>
          </a:xfrm>
          <a:custGeom>
            <a:rect b="b" l="l" r="r" t="t"/>
            <a:pathLst>
              <a:path extrusionOk="0" h="4227" w="2481">
                <a:moveTo>
                  <a:pt x="519" y="1"/>
                </a:moveTo>
                <a:cubicBezTo>
                  <a:pt x="430" y="1"/>
                  <a:pt x="341" y="15"/>
                  <a:pt x="254" y="46"/>
                </a:cubicBezTo>
                <a:cubicBezTo>
                  <a:pt x="42" y="121"/>
                  <a:pt x="103" y="436"/>
                  <a:pt x="291" y="436"/>
                </a:cubicBezTo>
                <a:cubicBezTo>
                  <a:pt x="312" y="436"/>
                  <a:pt x="335" y="432"/>
                  <a:pt x="359" y="424"/>
                </a:cubicBezTo>
                <a:cubicBezTo>
                  <a:pt x="817" y="674"/>
                  <a:pt x="938" y="913"/>
                  <a:pt x="724" y="1147"/>
                </a:cubicBezTo>
                <a:cubicBezTo>
                  <a:pt x="685" y="1184"/>
                  <a:pt x="658" y="1228"/>
                  <a:pt x="641" y="1278"/>
                </a:cubicBezTo>
                <a:cubicBezTo>
                  <a:pt x="622" y="1361"/>
                  <a:pt x="570" y="1436"/>
                  <a:pt x="569" y="1522"/>
                </a:cubicBezTo>
                <a:cubicBezTo>
                  <a:pt x="565" y="1708"/>
                  <a:pt x="658" y="1848"/>
                  <a:pt x="781" y="1973"/>
                </a:cubicBezTo>
                <a:cubicBezTo>
                  <a:pt x="1017" y="2213"/>
                  <a:pt x="1322" y="2272"/>
                  <a:pt x="1508" y="2577"/>
                </a:cubicBezTo>
                <a:cubicBezTo>
                  <a:pt x="1883" y="3188"/>
                  <a:pt x="1421" y="3850"/>
                  <a:pt x="794" y="3850"/>
                </a:cubicBezTo>
                <a:cubicBezTo>
                  <a:pt x="668" y="3850"/>
                  <a:pt x="534" y="3823"/>
                  <a:pt x="400" y="3764"/>
                </a:cubicBezTo>
                <a:cubicBezTo>
                  <a:pt x="371" y="3750"/>
                  <a:pt x="342" y="3745"/>
                  <a:pt x="314" y="3745"/>
                </a:cubicBezTo>
                <a:cubicBezTo>
                  <a:pt x="127" y="3745"/>
                  <a:pt x="0" y="4013"/>
                  <a:pt x="201" y="4104"/>
                </a:cubicBezTo>
                <a:cubicBezTo>
                  <a:pt x="389" y="4188"/>
                  <a:pt x="580" y="4226"/>
                  <a:pt x="765" y="4226"/>
                </a:cubicBezTo>
                <a:cubicBezTo>
                  <a:pt x="1707" y="4226"/>
                  <a:pt x="2480" y="3234"/>
                  <a:pt x="1823" y="2290"/>
                </a:cubicBezTo>
                <a:cubicBezTo>
                  <a:pt x="1664" y="2060"/>
                  <a:pt x="1375" y="1998"/>
                  <a:pt x="1215" y="1805"/>
                </a:cubicBezTo>
                <a:cubicBezTo>
                  <a:pt x="877" y="1399"/>
                  <a:pt x="1392" y="1062"/>
                  <a:pt x="1313" y="641"/>
                </a:cubicBezTo>
                <a:cubicBezTo>
                  <a:pt x="1240" y="249"/>
                  <a:pt x="886" y="1"/>
                  <a:pt x="5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1"/>
          <p:cNvSpPr/>
          <p:nvPr/>
        </p:nvSpPr>
        <p:spPr>
          <a:xfrm>
            <a:off x="5323150" y="2493900"/>
            <a:ext cx="9875" cy="67550"/>
          </a:xfrm>
          <a:custGeom>
            <a:rect b="b" l="l" r="r" t="t"/>
            <a:pathLst>
              <a:path extrusionOk="0" h="2702" w="395">
                <a:moveTo>
                  <a:pt x="197" y="0"/>
                </a:moveTo>
                <a:cubicBezTo>
                  <a:pt x="99" y="0"/>
                  <a:pt x="0" y="64"/>
                  <a:pt x="0" y="191"/>
                </a:cubicBezTo>
                <a:lnTo>
                  <a:pt x="0" y="2512"/>
                </a:lnTo>
                <a:cubicBezTo>
                  <a:pt x="0" y="2639"/>
                  <a:pt x="99" y="2702"/>
                  <a:pt x="197" y="2702"/>
                </a:cubicBezTo>
                <a:cubicBezTo>
                  <a:pt x="296" y="2702"/>
                  <a:pt x="394" y="2639"/>
                  <a:pt x="394" y="2512"/>
                </a:cubicBezTo>
                <a:lnTo>
                  <a:pt x="394" y="191"/>
                </a:lnTo>
                <a:cubicBezTo>
                  <a:pt x="394" y="64"/>
                  <a:pt x="296" y="0"/>
                  <a:pt x="1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1"/>
          <p:cNvSpPr/>
          <p:nvPr/>
        </p:nvSpPr>
        <p:spPr>
          <a:xfrm>
            <a:off x="5324025" y="2483625"/>
            <a:ext cx="68275" cy="90525"/>
          </a:xfrm>
          <a:custGeom>
            <a:rect b="b" l="l" r="r" t="t"/>
            <a:pathLst>
              <a:path extrusionOk="0" h="3621" w="2731">
                <a:moveTo>
                  <a:pt x="905" y="0"/>
                </a:moveTo>
                <a:cubicBezTo>
                  <a:pt x="637" y="0"/>
                  <a:pt x="366" y="88"/>
                  <a:pt x="151" y="263"/>
                </a:cubicBezTo>
                <a:cubicBezTo>
                  <a:pt x="0" y="390"/>
                  <a:pt x="143" y="590"/>
                  <a:pt x="305" y="590"/>
                </a:cubicBezTo>
                <a:cubicBezTo>
                  <a:pt x="349" y="590"/>
                  <a:pt x="394" y="575"/>
                  <a:pt x="435" y="541"/>
                </a:cubicBezTo>
                <a:cubicBezTo>
                  <a:pt x="563" y="437"/>
                  <a:pt x="728" y="385"/>
                  <a:pt x="892" y="385"/>
                </a:cubicBezTo>
                <a:cubicBezTo>
                  <a:pt x="1137" y="385"/>
                  <a:pt x="1381" y="499"/>
                  <a:pt x="1499" y="725"/>
                </a:cubicBezTo>
                <a:cubicBezTo>
                  <a:pt x="1671" y="1053"/>
                  <a:pt x="1529" y="1376"/>
                  <a:pt x="1268" y="1555"/>
                </a:cubicBezTo>
                <a:lnTo>
                  <a:pt x="1268" y="1555"/>
                </a:lnTo>
                <a:cubicBezTo>
                  <a:pt x="1046" y="1587"/>
                  <a:pt x="834" y="1641"/>
                  <a:pt x="661" y="1702"/>
                </a:cubicBezTo>
                <a:cubicBezTo>
                  <a:pt x="443" y="1779"/>
                  <a:pt x="495" y="2064"/>
                  <a:pt x="714" y="2088"/>
                </a:cubicBezTo>
                <a:cubicBezTo>
                  <a:pt x="754" y="2093"/>
                  <a:pt x="795" y="2095"/>
                  <a:pt x="835" y="2095"/>
                </a:cubicBezTo>
                <a:cubicBezTo>
                  <a:pt x="1054" y="2095"/>
                  <a:pt x="1268" y="2025"/>
                  <a:pt x="1451" y="1907"/>
                </a:cubicBezTo>
                <a:lnTo>
                  <a:pt x="1451" y="1907"/>
                </a:lnTo>
                <a:cubicBezTo>
                  <a:pt x="1522" y="1898"/>
                  <a:pt x="1594" y="1892"/>
                  <a:pt x="1663" y="1892"/>
                </a:cubicBezTo>
                <a:cubicBezTo>
                  <a:pt x="1982" y="1892"/>
                  <a:pt x="2254" y="2008"/>
                  <a:pt x="2289" y="2389"/>
                </a:cubicBezTo>
                <a:cubicBezTo>
                  <a:pt x="2352" y="3079"/>
                  <a:pt x="1736" y="3241"/>
                  <a:pt x="1138" y="3241"/>
                </a:cubicBezTo>
                <a:cubicBezTo>
                  <a:pt x="865" y="3241"/>
                  <a:pt x="595" y="3208"/>
                  <a:pt x="396" y="3175"/>
                </a:cubicBezTo>
                <a:cubicBezTo>
                  <a:pt x="383" y="3173"/>
                  <a:pt x="371" y="3172"/>
                  <a:pt x="359" y="3172"/>
                </a:cubicBezTo>
                <a:cubicBezTo>
                  <a:pt x="139" y="3172"/>
                  <a:pt x="56" y="3515"/>
                  <a:pt x="292" y="3554"/>
                </a:cubicBezTo>
                <a:cubicBezTo>
                  <a:pt x="520" y="3592"/>
                  <a:pt x="791" y="3621"/>
                  <a:pt x="1068" y="3621"/>
                </a:cubicBezTo>
                <a:cubicBezTo>
                  <a:pt x="1866" y="3621"/>
                  <a:pt x="2712" y="3381"/>
                  <a:pt x="2723" y="2433"/>
                </a:cubicBezTo>
                <a:cubicBezTo>
                  <a:pt x="2730" y="1812"/>
                  <a:pt x="2314" y="1578"/>
                  <a:pt x="1820" y="1536"/>
                </a:cubicBezTo>
                <a:lnTo>
                  <a:pt x="1820" y="1536"/>
                </a:lnTo>
                <a:cubicBezTo>
                  <a:pt x="1992" y="1263"/>
                  <a:pt x="2045" y="925"/>
                  <a:pt x="1891" y="597"/>
                </a:cubicBezTo>
                <a:cubicBezTo>
                  <a:pt x="1702" y="197"/>
                  <a:pt x="1307" y="0"/>
                  <a:pt x="90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1"/>
          <p:cNvSpPr/>
          <p:nvPr/>
        </p:nvSpPr>
        <p:spPr>
          <a:xfrm>
            <a:off x="5391975" y="2171950"/>
            <a:ext cx="98300" cy="545475"/>
          </a:xfrm>
          <a:custGeom>
            <a:rect b="b" l="l" r="r" t="t"/>
            <a:pathLst>
              <a:path extrusionOk="0" h="21819" w="3932">
                <a:moveTo>
                  <a:pt x="252" y="1"/>
                </a:moveTo>
                <a:cubicBezTo>
                  <a:pt x="0" y="1"/>
                  <a:pt x="1" y="393"/>
                  <a:pt x="252" y="395"/>
                </a:cubicBezTo>
                <a:cubicBezTo>
                  <a:pt x="2607" y="403"/>
                  <a:pt x="3187" y="3001"/>
                  <a:pt x="3245" y="4874"/>
                </a:cubicBezTo>
                <a:cubicBezTo>
                  <a:pt x="3308" y="6844"/>
                  <a:pt x="3286" y="8821"/>
                  <a:pt x="3303" y="10793"/>
                </a:cubicBezTo>
                <a:cubicBezTo>
                  <a:pt x="3321" y="12721"/>
                  <a:pt x="3337" y="14653"/>
                  <a:pt x="3354" y="16581"/>
                </a:cubicBezTo>
                <a:cubicBezTo>
                  <a:pt x="3370" y="18327"/>
                  <a:pt x="3433" y="21422"/>
                  <a:pt x="949" y="21425"/>
                </a:cubicBezTo>
                <a:cubicBezTo>
                  <a:pt x="696" y="21425"/>
                  <a:pt x="696" y="21819"/>
                  <a:pt x="949" y="21819"/>
                </a:cubicBezTo>
                <a:cubicBezTo>
                  <a:pt x="2627" y="21817"/>
                  <a:pt x="3516" y="20291"/>
                  <a:pt x="3696" y="18790"/>
                </a:cubicBezTo>
                <a:cubicBezTo>
                  <a:pt x="3854" y="17494"/>
                  <a:pt x="3745" y="16147"/>
                  <a:pt x="3732" y="14844"/>
                </a:cubicBezTo>
                <a:cubicBezTo>
                  <a:pt x="3719" y="13493"/>
                  <a:pt x="3709" y="12142"/>
                  <a:pt x="3696" y="10790"/>
                </a:cubicBezTo>
                <a:cubicBezTo>
                  <a:pt x="3675" y="8327"/>
                  <a:pt x="3931" y="5668"/>
                  <a:pt x="3489" y="3238"/>
                </a:cubicBezTo>
                <a:cubicBezTo>
                  <a:pt x="3188" y="1590"/>
                  <a:pt x="2066" y="8"/>
                  <a:pt x="254" y="1"/>
                </a:cubicBezTo>
                <a:cubicBezTo>
                  <a:pt x="253" y="1"/>
                  <a:pt x="253" y="1"/>
                  <a:pt x="25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1"/>
          <p:cNvSpPr/>
          <p:nvPr/>
        </p:nvSpPr>
        <p:spPr>
          <a:xfrm>
            <a:off x="5562250" y="2415000"/>
            <a:ext cx="49950" cy="11700"/>
          </a:xfrm>
          <a:custGeom>
            <a:rect b="b" l="l" r="r" t="t"/>
            <a:pathLst>
              <a:path extrusionOk="0" h="468" w="1998">
                <a:moveTo>
                  <a:pt x="1756" y="0"/>
                </a:moveTo>
                <a:cubicBezTo>
                  <a:pt x="1752" y="0"/>
                  <a:pt x="1748" y="0"/>
                  <a:pt x="1744" y="0"/>
                </a:cubicBezTo>
                <a:cubicBezTo>
                  <a:pt x="1249" y="25"/>
                  <a:pt x="751" y="50"/>
                  <a:pt x="255" y="73"/>
                </a:cubicBezTo>
                <a:cubicBezTo>
                  <a:pt x="7" y="86"/>
                  <a:pt x="1" y="467"/>
                  <a:pt x="243" y="467"/>
                </a:cubicBezTo>
                <a:cubicBezTo>
                  <a:pt x="247" y="467"/>
                  <a:pt x="251" y="467"/>
                  <a:pt x="255" y="467"/>
                </a:cubicBezTo>
                <a:cubicBezTo>
                  <a:pt x="751" y="443"/>
                  <a:pt x="1249" y="417"/>
                  <a:pt x="1744" y="394"/>
                </a:cubicBezTo>
                <a:cubicBezTo>
                  <a:pt x="1992" y="381"/>
                  <a:pt x="1997" y="0"/>
                  <a:pt x="175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1"/>
          <p:cNvSpPr/>
          <p:nvPr/>
        </p:nvSpPr>
        <p:spPr>
          <a:xfrm>
            <a:off x="5565775" y="2452225"/>
            <a:ext cx="51300" cy="18875"/>
          </a:xfrm>
          <a:custGeom>
            <a:rect b="b" l="l" r="r" t="t"/>
            <a:pathLst>
              <a:path extrusionOk="0" h="755" w="2052">
                <a:moveTo>
                  <a:pt x="266" y="0"/>
                </a:moveTo>
                <a:cubicBezTo>
                  <a:pt x="107" y="0"/>
                  <a:pt x="0" y="256"/>
                  <a:pt x="170" y="377"/>
                </a:cubicBezTo>
                <a:cubicBezTo>
                  <a:pt x="527" y="630"/>
                  <a:pt x="938" y="755"/>
                  <a:pt x="1362" y="755"/>
                </a:cubicBezTo>
                <a:cubicBezTo>
                  <a:pt x="1513" y="755"/>
                  <a:pt x="1665" y="739"/>
                  <a:pt x="1818" y="707"/>
                </a:cubicBezTo>
                <a:cubicBezTo>
                  <a:pt x="2051" y="659"/>
                  <a:pt x="1973" y="323"/>
                  <a:pt x="1757" y="323"/>
                </a:cubicBezTo>
                <a:cubicBezTo>
                  <a:pt x="1743" y="323"/>
                  <a:pt x="1728" y="325"/>
                  <a:pt x="1712" y="328"/>
                </a:cubicBezTo>
                <a:cubicBezTo>
                  <a:pt x="1594" y="353"/>
                  <a:pt x="1478" y="365"/>
                  <a:pt x="1363" y="365"/>
                </a:cubicBezTo>
                <a:cubicBezTo>
                  <a:pt x="1008" y="365"/>
                  <a:pt x="669" y="250"/>
                  <a:pt x="368" y="36"/>
                </a:cubicBezTo>
                <a:cubicBezTo>
                  <a:pt x="333" y="11"/>
                  <a:pt x="298" y="0"/>
                  <a:pt x="2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1"/>
          <p:cNvSpPr/>
          <p:nvPr/>
        </p:nvSpPr>
        <p:spPr>
          <a:xfrm>
            <a:off x="5736000" y="2269700"/>
            <a:ext cx="69175" cy="103675"/>
          </a:xfrm>
          <a:custGeom>
            <a:rect b="b" l="l" r="r" t="t"/>
            <a:pathLst>
              <a:path extrusionOk="0" h="4147" w="2767">
                <a:moveTo>
                  <a:pt x="1084" y="0"/>
                </a:moveTo>
                <a:cubicBezTo>
                  <a:pt x="777" y="0"/>
                  <a:pt x="465" y="111"/>
                  <a:pt x="234" y="322"/>
                </a:cubicBezTo>
                <a:cubicBezTo>
                  <a:pt x="89" y="460"/>
                  <a:pt x="227" y="660"/>
                  <a:pt x="382" y="660"/>
                </a:cubicBezTo>
                <a:cubicBezTo>
                  <a:pt x="427" y="660"/>
                  <a:pt x="472" y="644"/>
                  <a:pt x="513" y="606"/>
                </a:cubicBezTo>
                <a:cubicBezTo>
                  <a:pt x="666" y="465"/>
                  <a:pt x="873" y="386"/>
                  <a:pt x="1079" y="386"/>
                </a:cubicBezTo>
                <a:cubicBezTo>
                  <a:pt x="1266" y="386"/>
                  <a:pt x="1451" y="450"/>
                  <a:pt x="1594" y="592"/>
                </a:cubicBezTo>
                <a:cubicBezTo>
                  <a:pt x="2045" y="1038"/>
                  <a:pt x="1631" y="1740"/>
                  <a:pt x="1089" y="1811"/>
                </a:cubicBezTo>
                <a:cubicBezTo>
                  <a:pt x="921" y="1833"/>
                  <a:pt x="789" y="2083"/>
                  <a:pt x="988" y="2178"/>
                </a:cubicBezTo>
                <a:cubicBezTo>
                  <a:pt x="1310" y="2329"/>
                  <a:pt x="2364" y="2833"/>
                  <a:pt x="2055" y="3347"/>
                </a:cubicBezTo>
                <a:cubicBezTo>
                  <a:pt x="1960" y="3505"/>
                  <a:pt x="1343" y="3614"/>
                  <a:pt x="1176" y="3651"/>
                </a:cubicBezTo>
                <a:cubicBezTo>
                  <a:pt x="872" y="3719"/>
                  <a:pt x="565" y="3744"/>
                  <a:pt x="255" y="3752"/>
                </a:cubicBezTo>
                <a:cubicBezTo>
                  <a:pt x="4" y="3759"/>
                  <a:pt x="1" y="4146"/>
                  <a:pt x="249" y="4146"/>
                </a:cubicBezTo>
                <a:cubicBezTo>
                  <a:pt x="251" y="4146"/>
                  <a:pt x="253" y="4146"/>
                  <a:pt x="255" y="4146"/>
                </a:cubicBezTo>
                <a:cubicBezTo>
                  <a:pt x="821" y="4132"/>
                  <a:pt x="2350" y="4043"/>
                  <a:pt x="2589" y="3362"/>
                </a:cubicBezTo>
                <a:cubicBezTo>
                  <a:pt x="2767" y="2852"/>
                  <a:pt x="2081" y="2336"/>
                  <a:pt x="1565" y="2037"/>
                </a:cubicBezTo>
                <a:lnTo>
                  <a:pt x="1565" y="2037"/>
                </a:lnTo>
                <a:cubicBezTo>
                  <a:pt x="2052" y="1750"/>
                  <a:pt x="2352" y="1161"/>
                  <a:pt x="2076" y="592"/>
                </a:cubicBezTo>
                <a:cubicBezTo>
                  <a:pt x="1882" y="190"/>
                  <a:pt x="1487" y="0"/>
                  <a:pt x="108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1"/>
          <p:cNvSpPr/>
          <p:nvPr/>
        </p:nvSpPr>
        <p:spPr>
          <a:xfrm>
            <a:off x="5834175" y="2276625"/>
            <a:ext cx="68200" cy="102975"/>
          </a:xfrm>
          <a:custGeom>
            <a:rect b="b" l="l" r="r" t="t"/>
            <a:pathLst>
              <a:path extrusionOk="0" h="4119" w="2728">
                <a:moveTo>
                  <a:pt x="1958" y="0"/>
                </a:moveTo>
                <a:cubicBezTo>
                  <a:pt x="1945" y="0"/>
                  <a:pt x="1931" y="1"/>
                  <a:pt x="1917" y="4"/>
                </a:cubicBezTo>
                <a:cubicBezTo>
                  <a:pt x="845" y="204"/>
                  <a:pt x="0" y="1221"/>
                  <a:pt x="146" y="2336"/>
                </a:cubicBezTo>
                <a:cubicBezTo>
                  <a:pt x="287" y="3389"/>
                  <a:pt x="1275" y="4119"/>
                  <a:pt x="2294" y="4119"/>
                </a:cubicBezTo>
                <a:cubicBezTo>
                  <a:pt x="2355" y="4119"/>
                  <a:pt x="2415" y="4116"/>
                  <a:pt x="2475" y="4111"/>
                </a:cubicBezTo>
                <a:cubicBezTo>
                  <a:pt x="2719" y="4090"/>
                  <a:pt x="2727" y="3716"/>
                  <a:pt x="2495" y="3716"/>
                </a:cubicBezTo>
                <a:cubicBezTo>
                  <a:pt x="2489" y="3716"/>
                  <a:pt x="2482" y="3717"/>
                  <a:pt x="2475" y="3717"/>
                </a:cubicBezTo>
                <a:cubicBezTo>
                  <a:pt x="2422" y="3722"/>
                  <a:pt x="2369" y="3724"/>
                  <a:pt x="2315" y="3724"/>
                </a:cubicBezTo>
                <a:cubicBezTo>
                  <a:pt x="1477" y="3724"/>
                  <a:pt x="653" y="3162"/>
                  <a:pt x="546" y="2283"/>
                </a:cubicBezTo>
                <a:cubicBezTo>
                  <a:pt x="431" y="1348"/>
                  <a:pt x="1125" y="551"/>
                  <a:pt x="2020" y="383"/>
                </a:cubicBezTo>
                <a:cubicBezTo>
                  <a:pt x="2255" y="341"/>
                  <a:pt x="2175" y="0"/>
                  <a:pt x="195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1"/>
          <p:cNvSpPr/>
          <p:nvPr/>
        </p:nvSpPr>
        <p:spPr>
          <a:xfrm>
            <a:off x="5961350" y="2232325"/>
            <a:ext cx="53475" cy="133975"/>
          </a:xfrm>
          <a:custGeom>
            <a:rect b="b" l="l" r="r" t="t"/>
            <a:pathLst>
              <a:path extrusionOk="0" h="5359" w="2139">
                <a:moveTo>
                  <a:pt x="1847" y="1"/>
                </a:moveTo>
                <a:cubicBezTo>
                  <a:pt x="1802" y="1"/>
                  <a:pt x="1757" y="17"/>
                  <a:pt x="1716" y="55"/>
                </a:cubicBezTo>
                <a:cubicBezTo>
                  <a:pt x="281" y="1408"/>
                  <a:pt x="1" y="3594"/>
                  <a:pt x="1052" y="5266"/>
                </a:cubicBezTo>
                <a:cubicBezTo>
                  <a:pt x="1093" y="5331"/>
                  <a:pt x="1153" y="5358"/>
                  <a:pt x="1213" y="5358"/>
                </a:cubicBezTo>
                <a:cubicBezTo>
                  <a:pt x="1350" y="5358"/>
                  <a:pt x="1487" y="5216"/>
                  <a:pt x="1392" y="5067"/>
                </a:cubicBezTo>
                <a:cubicBezTo>
                  <a:pt x="432" y="3540"/>
                  <a:pt x="681" y="1573"/>
                  <a:pt x="1995" y="334"/>
                </a:cubicBezTo>
                <a:cubicBezTo>
                  <a:pt x="2139" y="200"/>
                  <a:pt x="2002" y="1"/>
                  <a:pt x="18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1"/>
          <p:cNvSpPr/>
          <p:nvPr/>
        </p:nvSpPr>
        <p:spPr>
          <a:xfrm>
            <a:off x="6041725" y="2263900"/>
            <a:ext cx="74650" cy="98875"/>
          </a:xfrm>
          <a:custGeom>
            <a:rect b="b" l="l" r="r" t="t"/>
            <a:pathLst>
              <a:path extrusionOk="0" h="3955" w="2986">
                <a:moveTo>
                  <a:pt x="1237" y="1"/>
                </a:moveTo>
                <a:cubicBezTo>
                  <a:pt x="713" y="1"/>
                  <a:pt x="181" y="356"/>
                  <a:pt x="38" y="892"/>
                </a:cubicBezTo>
                <a:cubicBezTo>
                  <a:pt x="0" y="1038"/>
                  <a:pt x="123" y="1135"/>
                  <a:pt x="241" y="1135"/>
                </a:cubicBezTo>
                <a:cubicBezTo>
                  <a:pt x="318" y="1135"/>
                  <a:pt x="394" y="1093"/>
                  <a:pt x="419" y="995"/>
                </a:cubicBezTo>
                <a:cubicBezTo>
                  <a:pt x="512" y="651"/>
                  <a:pt x="833" y="392"/>
                  <a:pt x="1196" y="392"/>
                </a:cubicBezTo>
                <a:cubicBezTo>
                  <a:pt x="1215" y="392"/>
                  <a:pt x="1233" y="393"/>
                  <a:pt x="1252" y="394"/>
                </a:cubicBezTo>
                <a:cubicBezTo>
                  <a:pt x="1975" y="447"/>
                  <a:pt x="2015" y="1263"/>
                  <a:pt x="1812" y="1791"/>
                </a:cubicBezTo>
                <a:cubicBezTo>
                  <a:pt x="1541" y="2491"/>
                  <a:pt x="910" y="2995"/>
                  <a:pt x="539" y="3645"/>
                </a:cubicBezTo>
                <a:cubicBezTo>
                  <a:pt x="466" y="3775"/>
                  <a:pt x="559" y="3940"/>
                  <a:pt x="710" y="3941"/>
                </a:cubicBezTo>
                <a:cubicBezTo>
                  <a:pt x="1348" y="3946"/>
                  <a:pt x="1987" y="3951"/>
                  <a:pt x="2625" y="3954"/>
                </a:cubicBezTo>
                <a:cubicBezTo>
                  <a:pt x="2626" y="3954"/>
                  <a:pt x="2626" y="3954"/>
                  <a:pt x="2627" y="3954"/>
                </a:cubicBezTo>
                <a:cubicBezTo>
                  <a:pt x="2880" y="3954"/>
                  <a:pt x="2879" y="3562"/>
                  <a:pt x="2625" y="3561"/>
                </a:cubicBezTo>
                <a:cubicBezTo>
                  <a:pt x="2107" y="3558"/>
                  <a:pt x="1589" y="3554"/>
                  <a:pt x="1071" y="3550"/>
                </a:cubicBezTo>
                <a:lnTo>
                  <a:pt x="1071" y="3550"/>
                </a:lnTo>
                <a:cubicBezTo>
                  <a:pt x="1721" y="2637"/>
                  <a:pt x="2985" y="1383"/>
                  <a:pt x="2015" y="337"/>
                </a:cubicBezTo>
                <a:cubicBezTo>
                  <a:pt x="1800" y="104"/>
                  <a:pt x="1520" y="1"/>
                  <a:pt x="123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1"/>
          <p:cNvSpPr/>
          <p:nvPr/>
        </p:nvSpPr>
        <p:spPr>
          <a:xfrm>
            <a:off x="6142625" y="2227175"/>
            <a:ext cx="61450" cy="153450"/>
          </a:xfrm>
          <a:custGeom>
            <a:rect b="b" l="l" r="r" t="t"/>
            <a:pathLst>
              <a:path extrusionOk="0" h="6138" w="2458">
                <a:moveTo>
                  <a:pt x="306" y="0"/>
                </a:moveTo>
                <a:cubicBezTo>
                  <a:pt x="143" y="0"/>
                  <a:pt x="0" y="200"/>
                  <a:pt x="155" y="326"/>
                </a:cubicBezTo>
                <a:cubicBezTo>
                  <a:pt x="1930" y="1759"/>
                  <a:pt x="2031" y="4248"/>
                  <a:pt x="354" y="5804"/>
                </a:cubicBezTo>
                <a:cubicBezTo>
                  <a:pt x="209" y="5940"/>
                  <a:pt x="346" y="6137"/>
                  <a:pt x="502" y="6137"/>
                </a:cubicBezTo>
                <a:cubicBezTo>
                  <a:pt x="546" y="6137"/>
                  <a:pt x="592" y="6121"/>
                  <a:pt x="633" y="6083"/>
                </a:cubicBezTo>
                <a:cubicBezTo>
                  <a:pt x="2457" y="4391"/>
                  <a:pt x="2378" y="1615"/>
                  <a:pt x="434" y="48"/>
                </a:cubicBezTo>
                <a:cubicBezTo>
                  <a:pt x="394" y="15"/>
                  <a:pt x="349" y="0"/>
                  <a:pt x="30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1"/>
          <p:cNvSpPr/>
          <p:nvPr/>
        </p:nvSpPr>
        <p:spPr>
          <a:xfrm>
            <a:off x="6233950" y="2191300"/>
            <a:ext cx="62150" cy="71100"/>
          </a:xfrm>
          <a:custGeom>
            <a:rect b="b" l="l" r="r" t="t"/>
            <a:pathLst>
              <a:path extrusionOk="0" h="2844" w="2486">
                <a:moveTo>
                  <a:pt x="1566" y="1"/>
                </a:moveTo>
                <a:cubicBezTo>
                  <a:pt x="1506" y="1"/>
                  <a:pt x="1445" y="27"/>
                  <a:pt x="1402" y="91"/>
                </a:cubicBezTo>
                <a:cubicBezTo>
                  <a:pt x="1087" y="562"/>
                  <a:pt x="774" y="1033"/>
                  <a:pt x="459" y="1506"/>
                </a:cubicBezTo>
                <a:cubicBezTo>
                  <a:pt x="281" y="1771"/>
                  <a:pt x="1" y="2106"/>
                  <a:pt x="71" y="2454"/>
                </a:cubicBezTo>
                <a:cubicBezTo>
                  <a:pt x="123" y="2713"/>
                  <a:pt x="334" y="2807"/>
                  <a:pt x="575" y="2829"/>
                </a:cubicBezTo>
                <a:cubicBezTo>
                  <a:pt x="693" y="2839"/>
                  <a:pt x="814" y="2843"/>
                  <a:pt x="935" y="2843"/>
                </a:cubicBezTo>
                <a:cubicBezTo>
                  <a:pt x="1366" y="2843"/>
                  <a:pt x="1810" y="2790"/>
                  <a:pt x="2233" y="2777"/>
                </a:cubicBezTo>
                <a:cubicBezTo>
                  <a:pt x="2482" y="2769"/>
                  <a:pt x="2486" y="2383"/>
                  <a:pt x="2241" y="2383"/>
                </a:cubicBezTo>
                <a:cubicBezTo>
                  <a:pt x="2238" y="2383"/>
                  <a:pt x="2235" y="2383"/>
                  <a:pt x="2233" y="2383"/>
                </a:cubicBezTo>
                <a:cubicBezTo>
                  <a:pt x="1909" y="2393"/>
                  <a:pt x="1587" y="2405"/>
                  <a:pt x="1262" y="2415"/>
                </a:cubicBezTo>
                <a:cubicBezTo>
                  <a:pt x="1167" y="2418"/>
                  <a:pt x="1046" y="2441"/>
                  <a:pt x="937" y="2441"/>
                </a:cubicBezTo>
                <a:cubicBezTo>
                  <a:pt x="896" y="2441"/>
                  <a:pt x="858" y="2438"/>
                  <a:pt x="823" y="2429"/>
                </a:cubicBezTo>
                <a:cubicBezTo>
                  <a:pt x="781" y="2446"/>
                  <a:pt x="745" y="2455"/>
                  <a:pt x="714" y="2455"/>
                </a:cubicBezTo>
                <a:cubicBezTo>
                  <a:pt x="634" y="2455"/>
                  <a:pt x="591" y="2397"/>
                  <a:pt x="585" y="2283"/>
                </a:cubicBezTo>
                <a:cubicBezTo>
                  <a:pt x="499" y="2189"/>
                  <a:pt x="501" y="2100"/>
                  <a:pt x="588" y="2018"/>
                </a:cubicBezTo>
                <a:cubicBezTo>
                  <a:pt x="664" y="1761"/>
                  <a:pt x="961" y="1456"/>
                  <a:pt x="1112" y="1232"/>
                </a:cubicBezTo>
                <a:cubicBezTo>
                  <a:pt x="1322" y="917"/>
                  <a:pt x="1531" y="604"/>
                  <a:pt x="1740" y="289"/>
                </a:cubicBezTo>
                <a:cubicBezTo>
                  <a:pt x="1840" y="142"/>
                  <a:pt x="1705" y="1"/>
                  <a:pt x="15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1"/>
          <p:cNvSpPr/>
          <p:nvPr/>
        </p:nvSpPr>
        <p:spPr>
          <a:xfrm>
            <a:off x="6287150" y="2216375"/>
            <a:ext cx="17700" cy="80000"/>
          </a:xfrm>
          <a:custGeom>
            <a:rect b="b" l="l" r="r" t="t"/>
            <a:pathLst>
              <a:path extrusionOk="0" h="3200" w="708">
                <a:moveTo>
                  <a:pt x="469" y="0"/>
                </a:moveTo>
                <a:cubicBezTo>
                  <a:pt x="391" y="0"/>
                  <a:pt x="314" y="42"/>
                  <a:pt x="286" y="141"/>
                </a:cubicBezTo>
                <a:cubicBezTo>
                  <a:pt x="19" y="1107"/>
                  <a:pt x="0" y="2082"/>
                  <a:pt x="229" y="3058"/>
                </a:cubicBezTo>
                <a:cubicBezTo>
                  <a:pt x="252" y="3157"/>
                  <a:pt x="326" y="3199"/>
                  <a:pt x="404" y="3199"/>
                </a:cubicBezTo>
                <a:cubicBezTo>
                  <a:pt x="521" y="3199"/>
                  <a:pt x="645" y="3102"/>
                  <a:pt x="609" y="2954"/>
                </a:cubicBezTo>
                <a:cubicBezTo>
                  <a:pt x="397" y="2042"/>
                  <a:pt x="415" y="1146"/>
                  <a:pt x="666" y="244"/>
                </a:cubicBezTo>
                <a:cubicBezTo>
                  <a:pt x="707" y="97"/>
                  <a:pt x="586" y="0"/>
                  <a:pt x="46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1"/>
          <p:cNvSpPr/>
          <p:nvPr/>
        </p:nvSpPr>
        <p:spPr>
          <a:xfrm>
            <a:off x="5719050" y="2437000"/>
            <a:ext cx="635000" cy="22075"/>
          </a:xfrm>
          <a:custGeom>
            <a:rect b="b" l="l" r="r" t="t"/>
            <a:pathLst>
              <a:path extrusionOk="0" h="883" w="25400">
                <a:moveTo>
                  <a:pt x="3697" y="0"/>
                </a:moveTo>
                <a:cubicBezTo>
                  <a:pt x="2545" y="0"/>
                  <a:pt x="1394" y="58"/>
                  <a:pt x="242" y="213"/>
                </a:cubicBezTo>
                <a:cubicBezTo>
                  <a:pt x="1" y="247"/>
                  <a:pt x="89" y="596"/>
                  <a:pt x="315" y="596"/>
                </a:cubicBezTo>
                <a:cubicBezTo>
                  <a:pt x="325" y="596"/>
                  <a:pt x="336" y="595"/>
                  <a:pt x="346" y="593"/>
                </a:cubicBezTo>
                <a:cubicBezTo>
                  <a:pt x="1481" y="440"/>
                  <a:pt x="2617" y="383"/>
                  <a:pt x="3755" y="383"/>
                </a:cubicBezTo>
                <a:cubicBezTo>
                  <a:pt x="6805" y="383"/>
                  <a:pt x="9862" y="794"/>
                  <a:pt x="12910" y="864"/>
                </a:cubicBezTo>
                <a:cubicBezTo>
                  <a:pt x="13459" y="877"/>
                  <a:pt x="14008" y="882"/>
                  <a:pt x="14558" y="882"/>
                </a:cubicBezTo>
                <a:cubicBezTo>
                  <a:pt x="18091" y="882"/>
                  <a:pt x="21622" y="642"/>
                  <a:pt x="25146" y="402"/>
                </a:cubicBezTo>
                <a:cubicBezTo>
                  <a:pt x="25393" y="385"/>
                  <a:pt x="25400" y="7"/>
                  <a:pt x="25162" y="7"/>
                </a:cubicBezTo>
                <a:cubicBezTo>
                  <a:pt x="25157" y="7"/>
                  <a:pt x="25152" y="8"/>
                  <a:pt x="25146" y="8"/>
                </a:cubicBezTo>
                <a:cubicBezTo>
                  <a:pt x="21623" y="247"/>
                  <a:pt x="18093" y="487"/>
                  <a:pt x="14561" y="487"/>
                </a:cubicBezTo>
                <a:cubicBezTo>
                  <a:pt x="13883" y="487"/>
                  <a:pt x="13206" y="478"/>
                  <a:pt x="12529" y="459"/>
                </a:cubicBezTo>
                <a:cubicBezTo>
                  <a:pt x="9583" y="376"/>
                  <a:pt x="6640" y="0"/>
                  <a:pt x="36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1"/>
          <p:cNvSpPr/>
          <p:nvPr/>
        </p:nvSpPr>
        <p:spPr>
          <a:xfrm>
            <a:off x="5769150" y="2513925"/>
            <a:ext cx="86150" cy="83125"/>
          </a:xfrm>
          <a:custGeom>
            <a:rect b="b" l="l" r="r" t="t"/>
            <a:pathLst>
              <a:path extrusionOk="0" h="3325" w="3446">
                <a:moveTo>
                  <a:pt x="299" y="1"/>
                </a:moveTo>
                <a:cubicBezTo>
                  <a:pt x="140" y="1"/>
                  <a:pt x="1" y="200"/>
                  <a:pt x="149" y="331"/>
                </a:cubicBezTo>
                <a:cubicBezTo>
                  <a:pt x="1178" y="1244"/>
                  <a:pt x="2142" y="2220"/>
                  <a:pt x="3041" y="3260"/>
                </a:cubicBezTo>
                <a:cubicBezTo>
                  <a:pt x="3080" y="3305"/>
                  <a:pt x="3126" y="3324"/>
                  <a:pt x="3171" y="3324"/>
                </a:cubicBezTo>
                <a:cubicBezTo>
                  <a:pt x="3314" y="3324"/>
                  <a:pt x="3445" y="3127"/>
                  <a:pt x="3320" y="2981"/>
                </a:cubicBezTo>
                <a:cubicBezTo>
                  <a:pt x="2422" y="1940"/>
                  <a:pt x="1457" y="965"/>
                  <a:pt x="428" y="52"/>
                </a:cubicBezTo>
                <a:cubicBezTo>
                  <a:pt x="387" y="16"/>
                  <a:pt x="342" y="1"/>
                  <a:pt x="2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1"/>
          <p:cNvSpPr/>
          <p:nvPr/>
        </p:nvSpPr>
        <p:spPr>
          <a:xfrm>
            <a:off x="5770125" y="2524925"/>
            <a:ext cx="80975" cy="71200"/>
          </a:xfrm>
          <a:custGeom>
            <a:rect b="b" l="l" r="r" t="t"/>
            <a:pathLst>
              <a:path extrusionOk="0" h="2848" w="3239">
                <a:moveTo>
                  <a:pt x="2934" y="1"/>
                </a:moveTo>
                <a:cubicBezTo>
                  <a:pt x="2891" y="1"/>
                  <a:pt x="2846" y="15"/>
                  <a:pt x="2806" y="48"/>
                </a:cubicBezTo>
                <a:cubicBezTo>
                  <a:pt x="1868" y="816"/>
                  <a:pt x="976" y="1637"/>
                  <a:pt x="136" y="2509"/>
                </a:cubicBezTo>
                <a:cubicBezTo>
                  <a:pt x="0" y="2649"/>
                  <a:pt x="134" y="2847"/>
                  <a:pt x="284" y="2847"/>
                </a:cubicBezTo>
                <a:cubicBezTo>
                  <a:pt x="328" y="2847"/>
                  <a:pt x="374" y="2830"/>
                  <a:pt x="415" y="2788"/>
                </a:cubicBezTo>
                <a:cubicBezTo>
                  <a:pt x="1255" y="1915"/>
                  <a:pt x="2147" y="1095"/>
                  <a:pt x="3085" y="327"/>
                </a:cubicBezTo>
                <a:cubicBezTo>
                  <a:pt x="3239" y="201"/>
                  <a:pt x="3097" y="1"/>
                  <a:pt x="29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1"/>
          <p:cNvSpPr/>
          <p:nvPr/>
        </p:nvSpPr>
        <p:spPr>
          <a:xfrm>
            <a:off x="5939250" y="2514850"/>
            <a:ext cx="20575" cy="83725"/>
          </a:xfrm>
          <a:custGeom>
            <a:rect b="b" l="l" r="r" t="t"/>
            <a:pathLst>
              <a:path extrusionOk="0" h="3349" w="823">
                <a:moveTo>
                  <a:pt x="188" y="0"/>
                </a:moveTo>
                <a:cubicBezTo>
                  <a:pt x="90" y="0"/>
                  <a:pt x="0" y="62"/>
                  <a:pt x="16" y="186"/>
                </a:cubicBezTo>
                <a:cubicBezTo>
                  <a:pt x="149" y="1179"/>
                  <a:pt x="281" y="2171"/>
                  <a:pt x="413" y="3163"/>
                </a:cubicBezTo>
                <a:cubicBezTo>
                  <a:pt x="428" y="3286"/>
                  <a:pt x="536" y="3349"/>
                  <a:pt x="635" y="3349"/>
                </a:cubicBezTo>
                <a:cubicBezTo>
                  <a:pt x="733" y="3349"/>
                  <a:pt x="823" y="3287"/>
                  <a:pt x="806" y="3163"/>
                </a:cubicBezTo>
                <a:cubicBezTo>
                  <a:pt x="673" y="2171"/>
                  <a:pt x="541" y="1179"/>
                  <a:pt x="410" y="186"/>
                </a:cubicBezTo>
                <a:cubicBezTo>
                  <a:pt x="394" y="63"/>
                  <a:pt x="287" y="0"/>
                  <a:pt x="18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1"/>
          <p:cNvSpPr/>
          <p:nvPr/>
        </p:nvSpPr>
        <p:spPr>
          <a:xfrm>
            <a:off x="5914550" y="2547600"/>
            <a:ext cx="70750" cy="9850"/>
          </a:xfrm>
          <a:custGeom>
            <a:rect b="b" l="l" r="r" t="t"/>
            <a:pathLst>
              <a:path extrusionOk="0" h="394" w="2830">
                <a:moveTo>
                  <a:pt x="255" y="0"/>
                </a:moveTo>
                <a:cubicBezTo>
                  <a:pt x="0" y="0"/>
                  <a:pt x="0" y="394"/>
                  <a:pt x="255" y="394"/>
                </a:cubicBezTo>
                <a:lnTo>
                  <a:pt x="2576" y="394"/>
                </a:lnTo>
                <a:cubicBezTo>
                  <a:pt x="2829" y="394"/>
                  <a:pt x="2829" y="0"/>
                  <a:pt x="25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1"/>
          <p:cNvSpPr/>
          <p:nvPr/>
        </p:nvSpPr>
        <p:spPr>
          <a:xfrm>
            <a:off x="6038275" y="2501975"/>
            <a:ext cx="100925" cy="50375"/>
          </a:xfrm>
          <a:custGeom>
            <a:rect b="b" l="l" r="r" t="t"/>
            <a:pathLst>
              <a:path extrusionOk="0" h="2015" w="4037">
                <a:moveTo>
                  <a:pt x="3750" y="0"/>
                </a:moveTo>
                <a:cubicBezTo>
                  <a:pt x="3706" y="0"/>
                  <a:pt x="3660" y="18"/>
                  <a:pt x="3619" y="59"/>
                </a:cubicBezTo>
                <a:cubicBezTo>
                  <a:pt x="3221" y="462"/>
                  <a:pt x="2787" y="1094"/>
                  <a:pt x="2308" y="1387"/>
                </a:cubicBezTo>
                <a:cubicBezTo>
                  <a:pt x="2224" y="1438"/>
                  <a:pt x="2135" y="1461"/>
                  <a:pt x="2041" y="1461"/>
                </a:cubicBezTo>
                <a:cubicBezTo>
                  <a:pt x="1489" y="1461"/>
                  <a:pt x="798" y="681"/>
                  <a:pt x="431" y="378"/>
                </a:cubicBezTo>
                <a:cubicBezTo>
                  <a:pt x="390" y="344"/>
                  <a:pt x="345" y="329"/>
                  <a:pt x="302" y="329"/>
                </a:cubicBezTo>
                <a:cubicBezTo>
                  <a:pt x="141" y="329"/>
                  <a:pt x="0" y="528"/>
                  <a:pt x="153" y="656"/>
                </a:cubicBezTo>
                <a:cubicBezTo>
                  <a:pt x="539" y="975"/>
                  <a:pt x="922" y="1296"/>
                  <a:pt x="1307" y="1615"/>
                </a:cubicBezTo>
                <a:cubicBezTo>
                  <a:pt x="1505" y="1778"/>
                  <a:pt x="1732" y="2014"/>
                  <a:pt x="2012" y="2014"/>
                </a:cubicBezTo>
                <a:cubicBezTo>
                  <a:pt x="2030" y="2014"/>
                  <a:pt x="2048" y="2013"/>
                  <a:pt x="2066" y="2011"/>
                </a:cubicBezTo>
                <a:cubicBezTo>
                  <a:pt x="2359" y="1980"/>
                  <a:pt x="2578" y="1675"/>
                  <a:pt x="2762" y="1489"/>
                </a:cubicBezTo>
                <a:cubicBezTo>
                  <a:pt x="3141" y="1107"/>
                  <a:pt x="3519" y="721"/>
                  <a:pt x="3898" y="338"/>
                </a:cubicBezTo>
                <a:cubicBezTo>
                  <a:pt x="4037" y="199"/>
                  <a:pt x="3902" y="0"/>
                  <a:pt x="375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1"/>
          <p:cNvSpPr/>
          <p:nvPr/>
        </p:nvSpPr>
        <p:spPr>
          <a:xfrm>
            <a:off x="6081800" y="2543650"/>
            <a:ext cx="9850" cy="59275"/>
          </a:xfrm>
          <a:custGeom>
            <a:rect b="b" l="l" r="r" t="t"/>
            <a:pathLst>
              <a:path extrusionOk="0" h="2371" w="394">
                <a:moveTo>
                  <a:pt x="197" y="0"/>
                </a:moveTo>
                <a:cubicBezTo>
                  <a:pt x="98" y="0"/>
                  <a:pt x="0" y="64"/>
                  <a:pt x="0" y="191"/>
                </a:cubicBezTo>
                <a:lnTo>
                  <a:pt x="0" y="2181"/>
                </a:lnTo>
                <a:cubicBezTo>
                  <a:pt x="0" y="2308"/>
                  <a:pt x="98" y="2371"/>
                  <a:pt x="197" y="2371"/>
                </a:cubicBezTo>
                <a:cubicBezTo>
                  <a:pt x="295" y="2371"/>
                  <a:pt x="394" y="2308"/>
                  <a:pt x="394" y="2181"/>
                </a:cubicBezTo>
                <a:lnTo>
                  <a:pt x="394" y="191"/>
                </a:lnTo>
                <a:cubicBezTo>
                  <a:pt x="394" y="64"/>
                  <a:pt x="295" y="0"/>
                  <a:pt x="1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1"/>
          <p:cNvSpPr/>
          <p:nvPr/>
        </p:nvSpPr>
        <p:spPr>
          <a:xfrm>
            <a:off x="6199900" y="2518375"/>
            <a:ext cx="16350" cy="84700"/>
          </a:xfrm>
          <a:custGeom>
            <a:rect b="b" l="l" r="r" t="t"/>
            <a:pathLst>
              <a:path extrusionOk="0" h="3388" w="654">
                <a:moveTo>
                  <a:pt x="377" y="1"/>
                </a:moveTo>
                <a:cubicBezTo>
                  <a:pt x="300" y="1"/>
                  <a:pt x="228" y="43"/>
                  <a:pt x="208" y="143"/>
                </a:cubicBezTo>
                <a:cubicBezTo>
                  <a:pt x="0" y="1181"/>
                  <a:pt x="9" y="2214"/>
                  <a:pt x="241" y="3246"/>
                </a:cubicBezTo>
                <a:cubicBezTo>
                  <a:pt x="263" y="3345"/>
                  <a:pt x="337" y="3388"/>
                  <a:pt x="414" y="3388"/>
                </a:cubicBezTo>
                <a:cubicBezTo>
                  <a:pt x="530" y="3388"/>
                  <a:pt x="654" y="3291"/>
                  <a:pt x="620" y="3142"/>
                </a:cubicBezTo>
                <a:cubicBezTo>
                  <a:pt x="404" y="2176"/>
                  <a:pt x="394" y="1216"/>
                  <a:pt x="587" y="246"/>
                </a:cubicBezTo>
                <a:cubicBezTo>
                  <a:pt x="617" y="98"/>
                  <a:pt x="492" y="1"/>
                  <a:pt x="3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1"/>
          <p:cNvSpPr/>
          <p:nvPr/>
        </p:nvSpPr>
        <p:spPr>
          <a:xfrm>
            <a:off x="6175750" y="2550925"/>
            <a:ext cx="58150" cy="14650"/>
          </a:xfrm>
          <a:custGeom>
            <a:rect b="b" l="l" r="r" t="t"/>
            <a:pathLst>
              <a:path extrusionOk="0" h="586" w="2326">
                <a:moveTo>
                  <a:pt x="2097" y="0"/>
                </a:moveTo>
                <a:cubicBezTo>
                  <a:pt x="2089" y="0"/>
                  <a:pt x="2081" y="1"/>
                  <a:pt x="2073" y="2"/>
                </a:cubicBezTo>
                <a:cubicBezTo>
                  <a:pt x="1467" y="63"/>
                  <a:pt x="859" y="126"/>
                  <a:pt x="252" y="191"/>
                </a:cubicBezTo>
                <a:cubicBezTo>
                  <a:pt x="11" y="216"/>
                  <a:pt x="0" y="586"/>
                  <a:pt x="227" y="586"/>
                </a:cubicBezTo>
                <a:cubicBezTo>
                  <a:pt x="235" y="586"/>
                  <a:pt x="243" y="585"/>
                  <a:pt x="252" y="584"/>
                </a:cubicBezTo>
                <a:cubicBezTo>
                  <a:pt x="859" y="523"/>
                  <a:pt x="1467" y="460"/>
                  <a:pt x="2073" y="395"/>
                </a:cubicBezTo>
                <a:cubicBezTo>
                  <a:pt x="2313" y="371"/>
                  <a:pt x="2325" y="0"/>
                  <a:pt x="20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1"/>
          <p:cNvSpPr/>
          <p:nvPr/>
        </p:nvSpPr>
        <p:spPr>
          <a:xfrm>
            <a:off x="6286650" y="2502275"/>
            <a:ext cx="55100" cy="87575"/>
          </a:xfrm>
          <a:custGeom>
            <a:rect b="b" l="l" r="r" t="t"/>
            <a:pathLst>
              <a:path extrusionOk="0" h="3503" w="2204">
                <a:moveTo>
                  <a:pt x="1800" y="0"/>
                </a:moveTo>
                <a:cubicBezTo>
                  <a:pt x="1795" y="0"/>
                  <a:pt x="1790" y="1"/>
                  <a:pt x="1785" y="1"/>
                </a:cubicBezTo>
                <a:cubicBezTo>
                  <a:pt x="839" y="65"/>
                  <a:pt x="0" y="848"/>
                  <a:pt x="42" y="1836"/>
                </a:cubicBezTo>
                <a:cubicBezTo>
                  <a:pt x="82" y="2793"/>
                  <a:pt x="963" y="3502"/>
                  <a:pt x="1882" y="3502"/>
                </a:cubicBezTo>
                <a:cubicBezTo>
                  <a:pt x="1905" y="3502"/>
                  <a:pt x="1927" y="3502"/>
                  <a:pt x="1950" y="3501"/>
                </a:cubicBezTo>
                <a:cubicBezTo>
                  <a:pt x="2199" y="3492"/>
                  <a:pt x="2203" y="3107"/>
                  <a:pt x="1958" y="3107"/>
                </a:cubicBezTo>
                <a:cubicBezTo>
                  <a:pt x="1955" y="3107"/>
                  <a:pt x="1953" y="3107"/>
                  <a:pt x="1950" y="3107"/>
                </a:cubicBezTo>
                <a:cubicBezTo>
                  <a:pt x="1932" y="3108"/>
                  <a:pt x="1914" y="3108"/>
                  <a:pt x="1896" y="3108"/>
                </a:cubicBezTo>
                <a:cubicBezTo>
                  <a:pt x="1192" y="3108"/>
                  <a:pt x="474" y="2587"/>
                  <a:pt x="435" y="1836"/>
                </a:cubicBezTo>
                <a:cubicBezTo>
                  <a:pt x="397" y="1075"/>
                  <a:pt x="1051" y="445"/>
                  <a:pt x="1785" y="395"/>
                </a:cubicBezTo>
                <a:cubicBezTo>
                  <a:pt x="2032" y="379"/>
                  <a:pt x="2038" y="0"/>
                  <a:pt x="180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1"/>
          <p:cNvSpPr/>
          <p:nvPr/>
        </p:nvSpPr>
        <p:spPr>
          <a:xfrm>
            <a:off x="4399225" y="2876725"/>
            <a:ext cx="16275" cy="68550"/>
          </a:xfrm>
          <a:custGeom>
            <a:rect b="b" l="l" r="r" t="t"/>
            <a:pathLst>
              <a:path extrusionOk="0" h="2742" w="651">
                <a:moveTo>
                  <a:pt x="190" y="0"/>
                </a:moveTo>
                <a:cubicBezTo>
                  <a:pt x="92" y="0"/>
                  <a:pt x="1" y="62"/>
                  <a:pt x="14" y="189"/>
                </a:cubicBezTo>
                <a:cubicBezTo>
                  <a:pt x="90" y="977"/>
                  <a:pt x="167" y="1765"/>
                  <a:pt x="244" y="2553"/>
                </a:cubicBezTo>
                <a:cubicBezTo>
                  <a:pt x="256" y="2679"/>
                  <a:pt x="361" y="2742"/>
                  <a:pt x="460" y="2742"/>
                </a:cubicBezTo>
                <a:cubicBezTo>
                  <a:pt x="558" y="2742"/>
                  <a:pt x="650" y="2679"/>
                  <a:pt x="638" y="2553"/>
                </a:cubicBezTo>
                <a:cubicBezTo>
                  <a:pt x="561" y="1765"/>
                  <a:pt x="483" y="977"/>
                  <a:pt x="407" y="189"/>
                </a:cubicBezTo>
                <a:cubicBezTo>
                  <a:pt x="394" y="63"/>
                  <a:pt x="289" y="0"/>
                  <a:pt x="1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1"/>
          <p:cNvSpPr/>
          <p:nvPr/>
        </p:nvSpPr>
        <p:spPr>
          <a:xfrm>
            <a:off x="4399600" y="2876075"/>
            <a:ext cx="56725" cy="85075"/>
          </a:xfrm>
          <a:custGeom>
            <a:rect b="b" l="l" r="r" t="t"/>
            <a:pathLst>
              <a:path extrusionOk="0" h="3403" w="2269">
                <a:moveTo>
                  <a:pt x="265" y="1"/>
                </a:moveTo>
                <a:cubicBezTo>
                  <a:pt x="136" y="1"/>
                  <a:pt x="0" y="143"/>
                  <a:pt x="79" y="298"/>
                </a:cubicBezTo>
                <a:cubicBezTo>
                  <a:pt x="228" y="590"/>
                  <a:pt x="494" y="638"/>
                  <a:pt x="800" y="647"/>
                </a:cubicBezTo>
                <a:cubicBezTo>
                  <a:pt x="804" y="647"/>
                  <a:pt x="807" y="647"/>
                  <a:pt x="810" y="647"/>
                </a:cubicBezTo>
                <a:cubicBezTo>
                  <a:pt x="884" y="647"/>
                  <a:pt x="962" y="635"/>
                  <a:pt x="1037" y="635"/>
                </a:cubicBezTo>
                <a:cubicBezTo>
                  <a:pt x="1058" y="635"/>
                  <a:pt x="1078" y="636"/>
                  <a:pt x="1098" y="638"/>
                </a:cubicBezTo>
                <a:cubicBezTo>
                  <a:pt x="1125" y="641"/>
                  <a:pt x="1149" y="642"/>
                  <a:pt x="1170" y="642"/>
                </a:cubicBezTo>
                <a:cubicBezTo>
                  <a:pt x="1222" y="642"/>
                  <a:pt x="1257" y="636"/>
                  <a:pt x="1281" y="636"/>
                </a:cubicBezTo>
                <a:cubicBezTo>
                  <a:pt x="1339" y="636"/>
                  <a:pt x="1335" y="671"/>
                  <a:pt x="1340" y="909"/>
                </a:cubicBezTo>
                <a:cubicBezTo>
                  <a:pt x="1349" y="1264"/>
                  <a:pt x="1352" y="1171"/>
                  <a:pt x="1041" y="1313"/>
                </a:cubicBezTo>
                <a:cubicBezTo>
                  <a:pt x="888" y="1384"/>
                  <a:pt x="746" y="1449"/>
                  <a:pt x="607" y="1550"/>
                </a:cubicBezTo>
                <a:cubicBezTo>
                  <a:pt x="497" y="1629"/>
                  <a:pt x="461" y="1821"/>
                  <a:pt x="607" y="1891"/>
                </a:cubicBezTo>
                <a:cubicBezTo>
                  <a:pt x="832" y="1998"/>
                  <a:pt x="1038" y="1964"/>
                  <a:pt x="1260" y="2040"/>
                </a:cubicBezTo>
                <a:cubicBezTo>
                  <a:pt x="1271" y="2039"/>
                  <a:pt x="1282" y="2038"/>
                  <a:pt x="1293" y="2038"/>
                </a:cubicBezTo>
                <a:cubicBezTo>
                  <a:pt x="1431" y="2038"/>
                  <a:pt x="1507" y="2141"/>
                  <a:pt x="1525" y="2348"/>
                </a:cubicBezTo>
                <a:cubicBezTo>
                  <a:pt x="1827" y="2628"/>
                  <a:pt x="1748" y="2827"/>
                  <a:pt x="1284" y="2939"/>
                </a:cubicBezTo>
                <a:cubicBezTo>
                  <a:pt x="1109" y="3004"/>
                  <a:pt x="899" y="3009"/>
                  <a:pt x="705" y="3009"/>
                </a:cubicBezTo>
                <a:cubicBezTo>
                  <a:pt x="673" y="3009"/>
                  <a:pt x="643" y="3009"/>
                  <a:pt x="612" y="3009"/>
                </a:cubicBezTo>
                <a:cubicBezTo>
                  <a:pt x="597" y="3009"/>
                  <a:pt x="581" y="3009"/>
                  <a:pt x="566" y="3009"/>
                </a:cubicBezTo>
                <a:cubicBezTo>
                  <a:pt x="315" y="3013"/>
                  <a:pt x="311" y="3403"/>
                  <a:pt x="562" y="3403"/>
                </a:cubicBezTo>
                <a:cubicBezTo>
                  <a:pt x="563" y="3403"/>
                  <a:pt x="564" y="3403"/>
                  <a:pt x="566" y="3403"/>
                </a:cubicBezTo>
                <a:cubicBezTo>
                  <a:pt x="1204" y="3394"/>
                  <a:pt x="2056" y="3285"/>
                  <a:pt x="2165" y="2501"/>
                </a:cubicBezTo>
                <a:cubicBezTo>
                  <a:pt x="2268" y="1768"/>
                  <a:pt x="1712" y="1755"/>
                  <a:pt x="1208" y="1666"/>
                </a:cubicBezTo>
                <a:lnTo>
                  <a:pt x="1208" y="1666"/>
                </a:lnTo>
                <a:cubicBezTo>
                  <a:pt x="1674" y="1428"/>
                  <a:pt x="2236" y="1119"/>
                  <a:pt x="1933" y="567"/>
                </a:cubicBezTo>
                <a:cubicBezTo>
                  <a:pt x="1801" y="325"/>
                  <a:pt x="1554" y="283"/>
                  <a:pt x="1296" y="283"/>
                </a:cubicBezTo>
                <a:cubicBezTo>
                  <a:pt x="1158" y="283"/>
                  <a:pt x="1016" y="295"/>
                  <a:pt x="886" y="295"/>
                </a:cubicBezTo>
                <a:cubicBezTo>
                  <a:pt x="677" y="295"/>
                  <a:pt x="499" y="264"/>
                  <a:pt x="417" y="101"/>
                </a:cubicBezTo>
                <a:cubicBezTo>
                  <a:pt x="381" y="30"/>
                  <a:pt x="324" y="1"/>
                  <a:pt x="26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1"/>
          <p:cNvSpPr/>
          <p:nvPr/>
        </p:nvSpPr>
        <p:spPr>
          <a:xfrm>
            <a:off x="4504850" y="2904225"/>
            <a:ext cx="37875" cy="13250"/>
          </a:xfrm>
          <a:custGeom>
            <a:rect b="b" l="l" r="r" t="t"/>
            <a:pathLst>
              <a:path extrusionOk="0" h="530" w="1515">
                <a:moveTo>
                  <a:pt x="503" y="0"/>
                </a:moveTo>
                <a:cubicBezTo>
                  <a:pt x="420" y="0"/>
                  <a:pt x="337" y="5"/>
                  <a:pt x="254" y="13"/>
                </a:cubicBezTo>
                <a:cubicBezTo>
                  <a:pt x="9" y="36"/>
                  <a:pt x="1" y="407"/>
                  <a:pt x="230" y="407"/>
                </a:cubicBezTo>
                <a:cubicBezTo>
                  <a:pt x="237" y="407"/>
                  <a:pt x="245" y="406"/>
                  <a:pt x="252" y="406"/>
                </a:cubicBezTo>
                <a:cubicBezTo>
                  <a:pt x="330" y="398"/>
                  <a:pt x="406" y="394"/>
                  <a:pt x="482" y="394"/>
                </a:cubicBezTo>
                <a:cubicBezTo>
                  <a:pt x="725" y="394"/>
                  <a:pt x="960" y="434"/>
                  <a:pt x="1196" y="517"/>
                </a:cubicBezTo>
                <a:cubicBezTo>
                  <a:pt x="1219" y="526"/>
                  <a:pt x="1242" y="529"/>
                  <a:pt x="1263" y="529"/>
                </a:cubicBezTo>
                <a:cubicBezTo>
                  <a:pt x="1452" y="529"/>
                  <a:pt x="1514" y="214"/>
                  <a:pt x="1302" y="138"/>
                </a:cubicBezTo>
                <a:cubicBezTo>
                  <a:pt x="1043" y="47"/>
                  <a:pt x="775" y="0"/>
                  <a:pt x="5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1"/>
          <p:cNvSpPr/>
          <p:nvPr/>
        </p:nvSpPr>
        <p:spPr>
          <a:xfrm>
            <a:off x="4507375" y="2926875"/>
            <a:ext cx="35775" cy="12800"/>
          </a:xfrm>
          <a:custGeom>
            <a:rect b="b" l="l" r="r" t="t"/>
            <a:pathLst>
              <a:path extrusionOk="0" h="512" w="1431">
                <a:moveTo>
                  <a:pt x="242" y="0"/>
                </a:moveTo>
                <a:cubicBezTo>
                  <a:pt x="59" y="0"/>
                  <a:pt x="0" y="311"/>
                  <a:pt x="209" y="394"/>
                </a:cubicBezTo>
                <a:cubicBezTo>
                  <a:pt x="411" y="474"/>
                  <a:pt x="618" y="511"/>
                  <a:pt x="828" y="511"/>
                </a:cubicBezTo>
                <a:cubicBezTo>
                  <a:pt x="950" y="511"/>
                  <a:pt x="1073" y="499"/>
                  <a:pt x="1196" y="474"/>
                </a:cubicBezTo>
                <a:cubicBezTo>
                  <a:pt x="1430" y="429"/>
                  <a:pt x="1351" y="91"/>
                  <a:pt x="1135" y="91"/>
                </a:cubicBezTo>
                <a:cubicBezTo>
                  <a:pt x="1121" y="91"/>
                  <a:pt x="1107" y="92"/>
                  <a:pt x="1092" y="95"/>
                </a:cubicBezTo>
                <a:cubicBezTo>
                  <a:pt x="1006" y="112"/>
                  <a:pt x="921" y="120"/>
                  <a:pt x="837" y="120"/>
                </a:cubicBezTo>
                <a:cubicBezTo>
                  <a:pt x="659" y="120"/>
                  <a:pt x="485" y="83"/>
                  <a:pt x="313" y="15"/>
                </a:cubicBezTo>
                <a:cubicBezTo>
                  <a:pt x="288" y="5"/>
                  <a:pt x="264" y="0"/>
                  <a:pt x="24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1"/>
          <p:cNvSpPr/>
          <p:nvPr/>
        </p:nvSpPr>
        <p:spPr>
          <a:xfrm>
            <a:off x="4633875" y="2882575"/>
            <a:ext cx="54625" cy="76975"/>
          </a:xfrm>
          <a:custGeom>
            <a:rect b="b" l="l" r="r" t="t"/>
            <a:pathLst>
              <a:path extrusionOk="0" h="3079" w="2185">
                <a:moveTo>
                  <a:pt x="1933" y="0"/>
                </a:moveTo>
                <a:cubicBezTo>
                  <a:pt x="1932" y="0"/>
                  <a:pt x="1932" y="0"/>
                  <a:pt x="1931" y="0"/>
                </a:cubicBezTo>
                <a:lnTo>
                  <a:pt x="202" y="12"/>
                </a:lnTo>
                <a:cubicBezTo>
                  <a:pt x="94" y="12"/>
                  <a:pt x="6" y="101"/>
                  <a:pt x="6" y="208"/>
                </a:cubicBezTo>
                <a:cubicBezTo>
                  <a:pt x="3" y="614"/>
                  <a:pt x="1" y="1022"/>
                  <a:pt x="0" y="1429"/>
                </a:cubicBezTo>
                <a:cubicBezTo>
                  <a:pt x="0" y="1541"/>
                  <a:pt x="92" y="1625"/>
                  <a:pt x="198" y="1625"/>
                </a:cubicBezTo>
                <a:cubicBezTo>
                  <a:pt x="215" y="1625"/>
                  <a:pt x="232" y="1623"/>
                  <a:pt x="249" y="1618"/>
                </a:cubicBezTo>
                <a:cubicBezTo>
                  <a:pt x="452" y="1567"/>
                  <a:pt x="673" y="1508"/>
                  <a:pt x="890" y="1508"/>
                </a:cubicBezTo>
                <a:cubicBezTo>
                  <a:pt x="989" y="1508"/>
                  <a:pt x="1088" y="1521"/>
                  <a:pt x="1184" y="1552"/>
                </a:cubicBezTo>
                <a:cubicBezTo>
                  <a:pt x="1519" y="1662"/>
                  <a:pt x="1817" y="2076"/>
                  <a:pt x="1517" y="2385"/>
                </a:cubicBezTo>
                <a:cubicBezTo>
                  <a:pt x="1265" y="2647"/>
                  <a:pt x="783" y="2674"/>
                  <a:pt x="451" y="2684"/>
                </a:cubicBezTo>
                <a:cubicBezTo>
                  <a:pt x="202" y="2693"/>
                  <a:pt x="196" y="3078"/>
                  <a:pt x="443" y="3078"/>
                </a:cubicBezTo>
                <a:cubicBezTo>
                  <a:pt x="445" y="3078"/>
                  <a:pt x="448" y="3078"/>
                  <a:pt x="451" y="3078"/>
                </a:cubicBezTo>
                <a:cubicBezTo>
                  <a:pt x="1061" y="3058"/>
                  <a:pt x="2006" y="2893"/>
                  <a:pt x="2049" y="2119"/>
                </a:cubicBezTo>
                <a:cubicBezTo>
                  <a:pt x="2089" y="1376"/>
                  <a:pt x="1441" y="1156"/>
                  <a:pt x="819" y="1156"/>
                </a:cubicBezTo>
                <a:cubicBezTo>
                  <a:pt x="673" y="1156"/>
                  <a:pt x="528" y="1168"/>
                  <a:pt x="395" y="1189"/>
                </a:cubicBezTo>
                <a:lnTo>
                  <a:pt x="395" y="1189"/>
                </a:lnTo>
                <a:cubicBezTo>
                  <a:pt x="395" y="927"/>
                  <a:pt x="397" y="665"/>
                  <a:pt x="398" y="404"/>
                </a:cubicBezTo>
                <a:lnTo>
                  <a:pt x="398" y="404"/>
                </a:lnTo>
                <a:lnTo>
                  <a:pt x="1931" y="394"/>
                </a:lnTo>
                <a:cubicBezTo>
                  <a:pt x="2184" y="393"/>
                  <a:pt x="2185" y="0"/>
                  <a:pt x="19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1"/>
          <p:cNvSpPr/>
          <p:nvPr/>
        </p:nvSpPr>
        <p:spPr>
          <a:xfrm>
            <a:off x="4751825" y="2873475"/>
            <a:ext cx="9875" cy="71725"/>
          </a:xfrm>
          <a:custGeom>
            <a:rect b="b" l="l" r="r" t="t"/>
            <a:pathLst>
              <a:path extrusionOk="0" h="2869" w="395">
                <a:moveTo>
                  <a:pt x="197" y="0"/>
                </a:moveTo>
                <a:cubicBezTo>
                  <a:pt x="99" y="0"/>
                  <a:pt x="0" y="64"/>
                  <a:pt x="0" y="191"/>
                </a:cubicBezTo>
                <a:lnTo>
                  <a:pt x="0" y="2678"/>
                </a:lnTo>
                <a:cubicBezTo>
                  <a:pt x="0" y="2805"/>
                  <a:pt x="99" y="2869"/>
                  <a:pt x="197" y="2869"/>
                </a:cubicBezTo>
                <a:cubicBezTo>
                  <a:pt x="296" y="2869"/>
                  <a:pt x="394" y="2805"/>
                  <a:pt x="394" y="2678"/>
                </a:cubicBezTo>
                <a:lnTo>
                  <a:pt x="394" y="191"/>
                </a:lnTo>
                <a:cubicBezTo>
                  <a:pt x="394" y="64"/>
                  <a:pt x="296" y="0"/>
                  <a:pt x="1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1"/>
          <p:cNvSpPr/>
          <p:nvPr/>
        </p:nvSpPr>
        <p:spPr>
          <a:xfrm>
            <a:off x="4730925" y="2900800"/>
            <a:ext cx="63300" cy="13675"/>
          </a:xfrm>
          <a:custGeom>
            <a:rect b="b" l="l" r="r" t="t"/>
            <a:pathLst>
              <a:path extrusionOk="0" h="547" w="2532">
                <a:moveTo>
                  <a:pt x="309" y="0"/>
                </a:moveTo>
                <a:cubicBezTo>
                  <a:pt x="87" y="0"/>
                  <a:pt x="1" y="347"/>
                  <a:pt x="239" y="382"/>
                </a:cubicBezTo>
                <a:cubicBezTo>
                  <a:pt x="915" y="482"/>
                  <a:pt x="1594" y="540"/>
                  <a:pt x="2278" y="547"/>
                </a:cubicBezTo>
                <a:cubicBezTo>
                  <a:pt x="2279" y="547"/>
                  <a:pt x="2280" y="547"/>
                  <a:pt x="2281" y="547"/>
                </a:cubicBezTo>
                <a:cubicBezTo>
                  <a:pt x="2531" y="547"/>
                  <a:pt x="2530" y="156"/>
                  <a:pt x="2278" y="153"/>
                </a:cubicBezTo>
                <a:cubicBezTo>
                  <a:pt x="1629" y="146"/>
                  <a:pt x="985" y="100"/>
                  <a:pt x="342" y="3"/>
                </a:cubicBezTo>
                <a:cubicBezTo>
                  <a:pt x="331" y="1"/>
                  <a:pt x="320" y="0"/>
                  <a:pt x="30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1"/>
          <p:cNvSpPr/>
          <p:nvPr/>
        </p:nvSpPr>
        <p:spPr>
          <a:xfrm>
            <a:off x="4833025" y="2874525"/>
            <a:ext cx="56025" cy="72350"/>
          </a:xfrm>
          <a:custGeom>
            <a:rect b="b" l="l" r="r" t="t"/>
            <a:pathLst>
              <a:path extrusionOk="0" h="2894" w="2241">
                <a:moveTo>
                  <a:pt x="451" y="1448"/>
                </a:moveTo>
                <a:cubicBezTo>
                  <a:pt x="484" y="1476"/>
                  <a:pt x="526" y="1493"/>
                  <a:pt x="576" y="1493"/>
                </a:cubicBezTo>
                <a:cubicBezTo>
                  <a:pt x="589" y="1493"/>
                  <a:pt x="603" y="1492"/>
                  <a:pt x="617" y="1489"/>
                </a:cubicBezTo>
                <a:cubicBezTo>
                  <a:pt x="694" y="1475"/>
                  <a:pt x="784" y="1466"/>
                  <a:pt x="879" y="1466"/>
                </a:cubicBezTo>
                <a:cubicBezTo>
                  <a:pt x="1202" y="1466"/>
                  <a:pt x="1579" y="1566"/>
                  <a:pt x="1674" y="1884"/>
                </a:cubicBezTo>
                <a:cubicBezTo>
                  <a:pt x="1785" y="2258"/>
                  <a:pt x="1441" y="2473"/>
                  <a:pt x="1110" y="2473"/>
                </a:cubicBezTo>
                <a:cubicBezTo>
                  <a:pt x="968" y="2473"/>
                  <a:pt x="829" y="2433"/>
                  <a:pt x="729" y="2349"/>
                </a:cubicBezTo>
                <a:cubicBezTo>
                  <a:pt x="409" y="2082"/>
                  <a:pt x="358" y="1760"/>
                  <a:pt x="451" y="1448"/>
                </a:cubicBezTo>
                <a:close/>
                <a:moveTo>
                  <a:pt x="1254" y="0"/>
                </a:moveTo>
                <a:cubicBezTo>
                  <a:pt x="1222" y="0"/>
                  <a:pt x="1189" y="10"/>
                  <a:pt x="1154" y="30"/>
                </a:cubicBezTo>
                <a:cubicBezTo>
                  <a:pt x="559" y="395"/>
                  <a:pt x="0" y="974"/>
                  <a:pt x="38" y="1724"/>
                </a:cubicBezTo>
                <a:cubicBezTo>
                  <a:pt x="68" y="2305"/>
                  <a:pt x="487" y="2893"/>
                  <a:pt x="1099" y="2893"/>
                </a:cubicBezTo>
                <a:cubicBezTo>
                  <a:pt x="1128" y="2893"/>
                  <a:pt x="1157" y="2892"/>
                  <a:pt x="1187" y="2889"/>
                </a:cubicBezTo>
                <a:cubicBezTo>
                  <a:pt x="1748" y="2836"/>
                  <a:pt x="2241" y="2298"/>
                  <a:pt x="2032" y="1730"/>
                </a:cubicBezTo>
                <a:cubicBezTo>
                  <a:pt x="1856" y="1251"/>
                  <a:pt x="1348" y="1077"/>
                  <a:pt x="870" y="1077"/>
                </a:cubicBezTo>
                <a:cubicBezTo>
                  <a:pt x="784" y="1077"/>
                  <a:pt x="699" y="1083"/>
                  <a:pt x="617" y="1093"/>
                </a:cubicBezTo>
                <a:lnTo>
                  <a:pt x="617" y="1093"/>
                </a:lnTo>
                <a:cubicBezTo>
                  <a:pt x="807" y="792"/>
                  <a:pt x="1098" y="528"/>
                  <a:pt x="1355" y="371"/>
                </a:cubicBezTo>
                <a:cubicBezTo>
                  <a:pt x="1534" y="259"/>
                  <a:pt x="1424" y="0"/>
                  <a:pt x="125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1"/>
          <p:cNvSpPr/>
          <p:nvPr/>
        </p:nvSpPr>
        <p:spPr>
          <a:xfrm>
            <a:off x="4929975" y="2907000"/>
            <a:ext cx="38775" cy="13225"/>
          </a:xfrm>
          <a:custGeom>
            <a:rect b="b" l="l" r="r" t="t"/>
            <a:pathLst>
              <a:path extrusionOk="0" h="529" w="1551">
                <a:moveTo>
                  <a:pt x="634" y="1"/>
                </a:moveTo>
                <a:cubicBezTo>
                  <a:pt x="502" y="1"/>
                  <a:pt x="369" y="13"/>
                  <a:pt x="237" y="38"/>
                </a:cubicBezTo>
                <a:cubicBezTo>
                  <a:pt x="0" y="80"/>
                  <a:pt x="81" y="421"/>
                  <a:pt x="299" y="421"/>
                </a:cubicBezTo>
                <a:cubicBezTo>
                  <a:pt x="312" y="421"/>
                  <a:pt x="326" y="420"/>
                  <a:pt x="340" y="418"/>
                </a:cubicBezTo>
                <a:cubicBezTo>
                  <a:pt x="435" y="400"/>
                  <a:pt x="529" y="391"/>
                  <a:pt x="622" y="391"/>
                </a:cubicBezTo>
                <a:cubicBezTo>
                  <a:pt x="831" y="391"/>
                  <a:pt x="1036" y="434"/>
                  <a:pt x="1237" y="514"/>
                </a:cubicBezTo>
                <a:cubicBezTo>
                  <a:pt x="1263" y="524"/>
                  <a:pt x="1287" y="528"/>
                  <a:pt x="1309" y="528"/>
                </a:cubicBezTo>
                <a:cubicBezTo>
                  <a:pt x="1492" y="528"/>
                  <a:pt x="1550" y="216"/>
                  <a:pt x="1342" y="134"/>
                </a:cubicBezTo>
                <a:cubicBezTo>
                  <a:pt x="1112" y="44"/>
                  <a:pt x="874" y="1"/>
                  <a:pt x="6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1"/>
          <p:cNvSpPr/>
          <p:nvPr/>
        </p:nvSpPr>
        <p:spPr>
          <a:xfrm>
            <a:off x="5021400" y="2874925"/>
            <a:ext cx="43425" cy="71725"/>
          </a:xfrm>
          <a:custGeom>
            <a:rect b="b" l="l" r="r" t="t"/>
            <a:pathLst>
              <a:path extrusionOk="0" h="2869" w="1737">
                <a:moveTo>
                  <a:pt x="650" y="0"/>
                </a:moveTo>
                <a:cubicBezTo>
                  <a:pt x="486" y="0"/>
                  <a:pt x="320" y="45"/>
                  <a:pt x="180" y="135"/>
                </a:cubicBezTo>
                <a:cubicBezTo>
                  <a:pt x="0" y="253"/>
                  <a:pt x="108" y="510"/>
                  <a:pt x="274" y="510"/>
                </a:cubicBezTo>
                <a:cubicBezTo>
                  <a:pt x="307" y="510"/>
                  <a:pt x="341" y="501"/>
                  <a:pt x="376" y="478"/>
                </a:cubicBezTo>
                <a:cubicBezTo>
                  <a:pt x="460" y="425"/>
                  <a:pt x="541" y="402"/>
                  <a:pt x="617" y="402"/>
                </a:cubicBezTo>
                <a:cubicBezTo>
                  <a:pt x="1004" y="402"/>
                  <a:pt x="1234" y="994"/>
                  <a:pt x="705" y="1160"/>
                </a:cubicBezTo>
                <a:cubicBezTo>
                  <a:pt x="538" y="1214"/>
                  <a:pt x="519" y="1424"/>
                  <a:pt x="660" y="1520"/>
                </a:cubicBezTo>
                <a:cubicBezTo>
                  <a:pt x="879" y="1671"/>
                  <a:pt x="1062" y="1844"/>
                  <a:pt x="1220" y="2050"/>
                </a:cubicBezTo>
                <a:lnTo>
                  <a:pt x="1220" y="2050"/>
                </a:lnTo>
                <a:cubicBezTo>
                  <a:pt x="933" y="2212"/>
                  <a:pt x="638" y="2353"/>
                  <a:pt x="329" y="2475"/>
                </a:cubicBezTo>
                <a:cubicBezTo>
                  <a:pt x="121" y="2557"/>
                  <a:pt x="178" y="2869"/>
                  <a:pt x="362" y="2869"/>
                </a:cubicBezTo>
                <a:cubicBezTo>
                  <a:pt x="384" y="2869"/>
                  <a:pt x="408" y="2864"/>
                  <a:pt x="433" y="2854"/>
                </a:cubicBezTo>
                <a:cubicBezTo>
                  <a:pt x="841" y="2696"/>
                  <a:pt x="1229" y="2508"/>
                  <a:pt x="1606" y="2282"/>
                </a:cubicBezTo>
                <a:cubicBezTo>
                  <a:pt x="1693" y="2230"/>
                  <a:pt x="1736" y="2103"/>
                  <a:pt x="1676" y="2011"/>
                </a:cubicBezTo>
                <a:cubicBezTo>
                  <a:pt x="1515" y="1766"/>
                  <a:pt x="1330" y="1558"/>
                  <a:pt x="1114" y="1374"/>
                </a:cubicBezTo>
                <a:lnTo>
                  <a:pt x="1114" y="1374"/>
                </a:lnTo>
                <a:cubicBezTo>
                  <a:pt x="1390" y="1150"/>
                  <a:pt x="1529" y="773"/>
                  <a:pt x="1357" y="419"/>
                </a:cubicBezTo>
                <a:cubicBezTo>
                  <a:pt x="1221" y="139"/>
                  <a:pt x="938" y="0"/>
                  <a:pt x="65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1"/>
          <p:cNvSpPr/>
          <p:nvPr/>
        </p:nvSpPr>
        <p:spPr>
          <a:xfrm>
            <a:off x="5095400" y="2877800"/>
            <a:ext cx="50825" cy="64925"/>
          </a:xfrm>
          <a:custGeom>
            <a:rect b="b" l="l" r="r" t="t"/>
            <a:pathLst>
              <a:path extrusionOk="0" h="2597" w="2033">
                <a:moveTo>
                  <a:pt x="1403" y="1"/>
                </a:moveTo>
                <a:cubicBezTo>
                  <a:pt x="1394" y="1"/>
                  <a:pt x="1386" y="1"/>
                  <a:pt x="1377" y="2"/>
                </a:cubicBezTo>
                <a:cubicBezTo>
                  <a:pt x="634" y="85"/>
                  <a:pt x="0" y="770"/>
                  <a:pt x="149" y="1548"/>
                </a:cubicBezTo>
                <a:cubicBezTo>
                  <a:pt x="271" y="2187"/>
                  <a:pt x="873" y="2597"/>
                  <a:pt x="1489" y="2597"/>
                </a:cubicBezTo>
                <a:cubicBezTo>
                  <a:pt x="1594" y="2597"/>
                  <a:pt x="1699" y="2585"/>
                  <a:pt x="1802" y="2561"/>
                </a:cubicBezTo>
                <a:cubicBezTo>
                  <a:pt x="2032" y="2506"/>
                  <a:pt x="1957" y="2175"/>
                  <a:pt x="1747" y="2175"/>
                </a:cubicBezTo>
                <a:cubicBezTo>
                  <a:pt x="1731" y="2175"/>
                  <a:pt x="1714" y="2177"/>
                  <a:pt x="1696" y="2181"/>
                </a:cubicBezTo>
                <a:cubicBezTo>
                  <a:pt x="1625" y="2198"/>
                  <a:pt x="1552" y="2207"/>
                  <a:pt x="1478" y="2207"/>
                </a:cubicBezTo>
                <a:cubicBezTo>
                  <a:pt x="1074" y="2207"/>
                  <a:pt x="672" y="1955"/>
                  <a:pt x="554" y="1550"/>
                </a:cubicBezTo>
                <a:cubicBezTo>
                  <a:pt x="397" y="1012"/>
                  <a:pt x="845" y="456"/>
                  <a:pt x="1377" y="396"/>
                </a:cubicBezTo>
                <a:cubicBezTo>
                  <a:pt x="1616" y="368"/>
                  <a:pt x="1627" y="1"/>
                  <a:pt x="140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1"/>
          <p:cNvSpPr/>
          <p:nvPr/>
        </p:nvSpPr>
        <p:spPr>
          <a:xfrm>
            <a:off x="5140100" y="2883950"/>
            <a:ext cx="51150" cy="48600"/>
          </a:xfrm>
          <a:custGeom>
            <a:rect b="b" l="l" r="r" t="t"/>
            <a:pathLst>
              <a:path extrusionOk="0" h="1944" w="2046">
                <a:moveTo>
                  <a:pt x="975" y="388"/>
                </a:moveTo>
                <a:cubicBezTo>
                  <a:pt x="1299" y="388"/>
                  <a:pt x="1605" y="701"/>
                  <a:pt x="1603" y="1026"/>
                </a:cubicBezTo>
                <a:cubicBezTo>
                  <a:pt x="1602" y="1354"/>
                  <a:pt x="1280" y="1550"/>
                  <a:pt x="981" y="1553"/>
                </a:cubicBezTo>
                <a:cubicBezTo>
                  <a:pt x="980" y="1553"/>
                  <a:pt x="980" y="1553"/>
                  <a:pt x="979" y="1553"/>
                </a:cubicBezTo>
                <a:cubicBezTo>
                  <a:pt x="276" y="1553"/>
                  <a:pt x="287" y="551"/>
                  <a:pt x="901" y="393"/>
                </a:cubicBezTo>
                <a:cubicBezTo>
                  <a:pt x="925" y="390"/>
                  <a:pt x="950" y="388"/>
                  <a:pt x="975" y="388"/>
                </a:cubicBezTo>
                <a:close/>
                <a:moveTo>
                  <a:pt x="942" y="1"/>
                </a:moveTo>
                <a:cubicBezTo>
                  <a:pt x="893" y="1"/>
                  <a:pt x="844" y="4"/>
                  <a:pt x="795" y="11"/>
                </a:cubicBezTo>
                <a:cubicBezTo>
                  <a:pt x="768" y="15"/>
                  <a:pt x="746" y="23"/>
                  <a:pt x="727" y="34"/>
                </a:cubicBezTo>
                <a:lnTo>
                  <a:pt x="727" y="34"/>
                </a:lnTo>
                <a:cubicBezTo>
                  <a:pt x="277" y="186"/>
                  <a:pt x="1" y="664"/>
                  <a:pt x="49" y="1135"/>
                </a:cubicBezTo>
                <a:cubicBezTo>
                  <a:pt x="98" y="1628"/>
                  <a:pt x="511" y="1943"/>
                  <a:pt x="980" y="1943"/>
                </a:cubicBezTo>
                <a:cubicBezTo>
                  <a:pt x="1018" y="1943"/>
                  <a:pt x="1057" y="1941"/>
                  <a:pt x="1097" y="1937"/>
                </a:cubicBezTo>
                <a:cubicBezTo>
                  <a:pt x="1609" y="1879"/>
                  <a:pt x="2046" y="1468"/>
                  <a:pt x="1988" y="930"/>
                </a:cubicBezTo>
                <a:cubicBezTo>
                  <a:pt x="1932" y="391"/>
                  <a:pt x="1459" y="1"/>
                  <a:pt x="94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1"/>
          <p:cNvSpPr/>
          <p:nvPr/>
        </p:nvSpPr>
        <p:spPr>
          <a:xfrm>
            <a:off x="5185900" y="2874600"/>
            <a:ext cx="49625" cy="65550"/>
          </a:xfrm>
          <a:custGeom>
            <a:rect b="b" l="l" r="r" t="t"/>
            <a:pathLst>
              <a:path extrusionOk="0" h="2622" w="1985">
                <a:moveTo>
                  <a:pt x="1273" y="1"/>
                </a:moveTo>
                <a:cubicBezTo>
                  <a:pt x="857" y="1"/>
                  <a:pt x="567" y="422"/>
                  <a:pt x="586" y="828"/>
                </a:cubicBezTo>
                <a:cubicBezTo>
                  <a:pt x="609" y="1314"/>
                  <a:pt x="1025" y="1608"/>
                  <a:pt x="1432" y="1813"/>
                </a:cubicBezTo>
                <a:lnTo>
                  <a:pt x="1432" y="1813"/>
                </a:lnTo>
                <a:cubicBezTo>
                  <a:pt x="1137" y="2085"/>
                  <a:pt x="774" y="2228"/>
                  <a:pt x="361" y="2228"/>
                </a:cubicBezTo>
                <a:cubicBezTo>
                  <a:pt x="326" y="2228"/>
                  <a:pt x="291" y="2227"/>
                  <a:pt x="255" y="2225"/>
                </a:cubicBezTo>
                <a:cubicBezTo>
                  <a:pt x="251" y="2224"/>
                  <a:pt x="246" y="2224"/>
                  <a:pt x="242" y="2224"/>
                </a:cubicBezTo>
                <a:cubicBezTo>
                  <a:pt x="1" y="2224"/>
                  <a:pt x="6" y="2604"/>
                  <a:pt x="255" y="2618"/>
                </a:cubicBezTo>
                <a:cubicBezTo>
                  <a:pt x="294" y="2621"/>
                  <a:pt x="333" y="2622"/>
                  <a:pt x="372" y="2622"/>
                </a:cubicBezTo>
                <a:cubicBezTo>
                  <a:pt x="971" y="2622"/>
                  <a:pt x="1518" y="2363"/>
                  <a:pt x="1897" y="1888"/>
                </a:cubicBezTo>
                <a:cubicBezTo>
                  <a:pt x="1967" y="1801"/>
                  <a:pt x="1985" y="1636"/>
                  <a:pt x="1859" y="1579"/>
                </a:cubicBezTo>
                <a:cubicBezTo>
                  <a:pt x="1618" y="1472"/>
                  <a:pt x="1358" y="1364"/>
                  <a:pt x="1169" y="1173"/>
                </a:cubicBezTo>
                <a:cubicBezTo>
                  <a:pt x="962" y="962"/>
                  <a:pt x="886" y="396"/>
                  <a:pt x="1289" y="396"/>
                </a:cubicBezTo>
                <a:cubicBezTo>
                  <a:pt x="1309" y="396"/>
                  <a:pt x="1329" y="397"/>
                  <a:pt x="1350" y="400"/>
                </a:cubicBezTo>
                <a:cubicBezTo>
                  <a:pt x="1360" y="401"/>
                  <a:pt x="1370" y="401"/>
                  <a:pt x="1379" y="401"/>
                </a:cubicBezTo>
                <a:cubicBezTo>
                  <a:pt x="1602" y="401"/>
                  <a:pt x="1591" y="36"/>
                  <a:pt x="1352" y="6"/>
                </a:cubicBezTo>
                <a:cubicBezTo>
                  <a:pt x="1325" y="2"/>
                  <a:pt x="1299" y="1"/>
                  <a:pt x="127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1"/>
          <p:cNvSpPr/>
          <p:nvPr/>
        </p:nvSpPr>
        <p:spPr>
          <a:xfrm>
            <a:off x="5248950" y="2847775"/>
            <a:ext cx="49000" cy="44525"/>
          </a:xfrm>
          <a:custGeom>
            <a:rect b="b" l="l" r="r" t="t"/>
            <a:pathLst>
              <a:path extrusionOk="0" h="1781" w="1960">
                <a:moveTo>
                  <a:pt x="510" y="0"/>
                </a:moveTo>
                <a:cubicBezTo>
                  <a:pt x="380" y="0"/>
                  <a:pt x="252" y="45"/>
                  <a:pt x="145" y="145"/>
                </a:cubicBezTo>
                <a:cubicBezTo>
                  <a:pt x="1" y="281"/>
                  <a:pt x="137" y="479"/>
                  <a:pt x="291" y="479"/>
                </a:cubicBezTo>
                <a:cubicBezTo>
                  <a:pt x="335" y="479"/>
                  <a:pt x="381" y="463"/>
                  <a:pt x="422" y="425"/>
                </a:cubicBezTo>
                <a:cubicBezTo>
                  <a:pt x="452" y="396"/>
                  <a:pt x="484" y="384"/>
                  <a:pt x="516" y="384"/>
                </a:cubicBezTo>
                <a:cubicBezTo>
                  <a:pt x="629" y="384"/>
                  <a:pt x="735" y="537"/>
                  <a:pt x="737" y="638"/>
                </a:cubicBezTo>
                <a:cubicBezTo>
                  <a:pt x="741" y="867"/>
                  <a:pt x="512" y="1027"/>
                  <a:pt x="334" y="1125"/>
                </a:cubicBezTo>
                <a:cubicBezTo>
                  <a:pt x="211" y="1192"/>
                  <a:pt x="203" y="1398"/>
                  <a:pt x="334" y="1464"/>
                </a:cubicBezTo>
                <a:cubicBezTo>
                  <a:pt x="757" y="1673"/>
                  <a:pt x="1198" y="1781"/>
                  <a:pt x="1669" y="1781"/>
                </a:cubicBezTo>
                <a:cubicBezTo>
                  <a:pt x="1681" y="1781"/>
                  <a:pt x="1693" y="1780"/>
                  <a:pt x="1706" y="1780"/>
                </a:cubicBezTo>
                <a:cubicBezTo>
                  <a:pt x="1958" y="1777"/>
                  <a:pt x="1959" y="1387"/>
                  <a:pt x="1708" y="1387"/>
                </a:cubicBezTo>
                <a:cubicBezTo>
                  <a:pt x="1708" y="1387"/>
                  <a:pt x="1707" y="1387"/>
                  <a:pt x="1706" y="1387"/>
                </a:cubicBezTo>
                <a:cubicBezTo>
                  <a:pt x="1693" y="1387"/>
                  <a:pt x="1680" y="1387"/>
                  <a:pt x="1666" y="1387"/>
                </a:cubicBezTo>
                <a:cubicBezTo>
                  <a:pt x="1375" y="1387"/>
                  <a:pt x="1097" y="1342"/>
                  <a:pt x="828" y="1248"/>
                </a:cubicBezTo>
                <a:lnTo>
                  <a:pt x="828" y="1248"/>
                </a:lnTo>
                <a:cubicBezTo>
                  <a:pt x="1078" y="1011"/>
                  <a:pt x="1244" y="674"/>
                  <a:pt x="1066" y="342"/>
                </a:cubicBezTo>
                <a:cubicBezTo>
                  <a:pt x="952" y="131"/>
                  <a:pt x="730" y="0"/>
                  <a:pt x="5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1"/>
          <p:cNvSpPr/>
          <p:nvPr/>
        </p:nvSpPr>
        <p:spPr>
          <a:xfrm>
            <a:off x="4505025" y="3034625"/>
            <a:ext cx="41725" cy="10425"/>
          </a:xfrm>
          <a:custGeom>
            <a:rect b="b" l="l" r="r" t="t"/>
            <a:pathLst>
              <a:path extrusionOk="0" h="417" w="1669">
                <a:moveTo>
                  <a:pt x="251" y="1"/>
                </a:moveTo>
                <a:cubicBezTo>
                  <a:pt x="0" y="1"/>
                  <a:pt x="2" y="390"/>
                  <a:pt x="255" y="395"/>
                </a:cubicBezTo>
                <a:lnTo>
                  <a:pt x="1415" y="416"/>
                </a:lnTo>
                <a:cubicBezTo>
                  <a:pt x="1417" y="416"/>
                  <a:pt x="1418" y="416"/>
                  <a:pt x="1420" y="416"/>
                </a:cubicBezTo>
                <a:cubicBezTo>
                  <a:pt x="1668" y="416"/>
                  <a:pt x="1666" y="28"/>
                  <a:pt x="1415" y="22"/>
                </a:cubicBezTo>
                <a:lnTo>
                  <a:pt x="255" y="1"/>
                </a:lnTo>
                <a:cubicBezTo>
                  <a:pt x="254" y="1"/>
                  <a:pt x="253" y="1"/>
                  <a:pt x="2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1"/>
          <p:cNvSpPr/>
          <p:nvPr/>
        </p:nvSpPr>
        <p:spPr>
          <a:xfrm>
            <a:off x="4506050" y="3056450"/>
            <a:ext cx="38575" cy="11250"/>
          </a:xfrm>
          <a:custGeom>
            <a:rect b="b" l="l" r="r" t="t"/>
            <a:pathLst>
              <a:path extrusionOk="0" h="450" w="1543">
                <a:moveTo>
                  <a:pt x="302" y="0"/>
                </a:moveTo>
                <a:cubicBezTo>
                  <a:pt x="83" y="0"/>
                  <a:pt x="1" y="340"/>
                  <a:pt x="237" y="383"/>
                </a:cubicBezTo>
                <a:cubicBezTo>
                  <a:pt x="472" y="426"/>
                  <a:pt x="705" y="450"/>
                  <a:pt x="940" y="450"/>
                </a:cubicBezTo>
                <a:cubicBezTo>
                  <a:pt x="1057" y="450"/>
                  <a:pt x="1173" y="444"/>
                  <a:pt x="1291" y="432"/>
                </a:cubicBezTo>
                <a:cubicBezTo>
                  <a:pt x="1533" y="409"/>
                  <a:pt x="1542" y="37"/>
                  <a:pt x="1315" y="37"/>
                </a:cubicBezTo>
                <a:cubicBezTo>
                  <a:pt x="1307" y="37"/>
                  <a:pt x="1299" y="37"/>
                  <a:pt x="1291" y="38"/>
                </a:cubicBezTo>
                <a:cubicBezTo>
                  <a:pt x="1170" y="51"/>
                  <a:pt x="1049" y="57"/>
                  <a:pt x="928" y="57"/>
                </a:cubicBezTo>
                <a:cubicBezTo>
                  <a:pt x="733" y="57"/>
                  <a:pt x="538" y="40"/>
                  <a:pt x="343" y="4"/>
                </a:cubicBezTo>
                <a:cubicBezTo>
                  <a:pt x="329" y="1"/>
                  <a:pt x="315" y="0"/>
                  <a:pt x="3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1"/>
          <p:cNvSpPr/>
          <p:nvPr/>
        </p:nvSpPr>
        <p:spPr>
          <a:xfrm>
            <a:off x="4695850" y="2856400"/>
            <a:ext cx="29975" cy="34975"/>
          </a:xfrm>
          <a:custGeom>
            <a:rect b="b" l="l" r="r" t="t"/>
            <a:pathLst>
              <a:path extrusionOk="0" h="1399" w="1199">
                <a:moveTo>
                  <a:pt x="380" y="1"/>
                </a:moveTo>
                <a:cubicBezTo>
                  <a:pt x="233" y="1"/>
                  <a:pt x="90" y="83"/>
                  <a:pt x="42" y="244"/>
                </a:cubicBezTo>
                <a:cubicBezTo>
                  <a:pt x="1" y="388"/>
                  <a:pt x="122" y="483"/>
                  <a:pt x="241" y="483"/>
                </a:cubicBezTo>
                <a:cubicBezTo>
                  <a:pt x="289" y="483"/>
                  <a:pt x="337" y="468"/>
                  <a:pt x="373" y="434"/>
                </a:cubicBezTo>
                <a:lnTo>
                  <a:pt x="373" y="434"/>
                </a:lnTo>
                <a:cubicBezTo>
                  <a:pt x="369" y="449"/>
                  <a:pt x="366" y="465"/>
                  <a:pt x="363" y="480"/>
                </a:cubicBezTo>
                <a:cubicBezTo>
                  <a:pt x="334" y="562"/>
                  <a:pt x="281" y="634"/>
                  <a:pt x="241" y="712"/>
                </a:cubicBezTo>
                <a:cubicBezTo>
                  <a:pt x="178" y="838"/>
                  <a:pt x="118" y="987"/>
                  <a:pt x="152" y="1130"/>
                </a:cubicBezTo>
                <a:cubicBezTo>
                  <a:pt x="201" y="1342"/>
                  <a:pt x="476" y="1399"/>
                  <a:pt x="713" y="1399"/>
                </a:cubicBezTo>
                <a:cubicBezTo>
                  <a:pt x="808" y="1399"/>
                  <a:pt x="897" y="1390"/>
                  <a:pt x="962" y="1378"/>
                </a:cubicBezTo>
                <a:cubicBezTo>
                  <a:pt x="1198" y="1337"/>
                  <a:pt x="1116" y="995"/>
                  <a:pt x="895" y="995"/>
                </a:cubicBezTo>
                <a:cubicBezTo>
                  <a:pt x="883" y="995"/>
                  <a:pt x="870" y="996"/>
                  <a:pt x="856" y="999"/>
                </a:cubicBezTo>
                <a:cubicBezTo>
                  <a:pt x="818" y="1006"/>
                  <a:pt x="780" y="1009"/>
                  <a:pt x="742" y="1009"/>
                </a:cubicBezTo>
                <a:cubicBezTo>
                  <a:pt x="678" y="1009"/>
                  <a:pt x="616" y="999"/>
                  <a:pt x="555" y="980"/>
                </a:cubicBezTo>
                <a:lnTo>
                  <a:pt x="555" y="980"/>
                </a:lnTo>
                <a:cubicBezTo>
                  <a:pt x="595" y="844"/>
                  <a:pt x="702" y="723"/>
                  <a:pt x="742" y="588"/>
                </a:cubicBezTo>
                <a:cubicBezTo>
                  <a:pt x="786" y="436"/>
                  <a:pt x="783" y="251"/>
                  <a:pt x="670" y="128"/>
                </a:cubicBezTo>
                <a:cubicBezTo>
                  <a:pt x="593" y="43"/>
                  <a:pt x="485" y="1"/>
                  <a:pt x="38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1"/>
          <p:cNvSpPr/>
          <p:nvPr/>
        </p:nvSpPr>
        <p:spPr>
          <a:xfrm>
            <a:off x="4884150" y="2852425"/>
            <a:ext cx="36600" cy="28550"/>
          </a:xfrm>
          <a:custGeom>
            <a:rect b="b" l="l" r="r" t="t"/>
            <a:pathLst>
              <a:path extrusionOk="0" h="1142" w="1464">
                <a:moveTo>
                  <a:pt x="901" y="1"/>
                </a:moveTo>
                <a:cubicBezTo>
                  <a:pt x="900" y="1"/>
                  <a:pt x="899" y="1"/>
                  <a:pt x="897" y="1"/>
                </a:cubicBezTo>
                <a:cubicBezTo>
                  <a:pt x="665" y="4"/>
                  <a:pt x="439" y="40"/>
                  <a:pt x="219" y="111"/>
                </a:cubicBezTo>
                <a:cubicBezTo>
                  <a:pt x="1" y="183"/>
                  <a:pt x="65" y="501"/>
                  <a:pt x="259" y="501"/>
                </a:cubicBezTo>
                <a:cubicBezTo>
                  <a:pt x="279" y="501"/>
                  <a:pt x="301" y="498"/>
                  <a:pt x="323" y="491"/>
                </a:cubicBezTo>
                <a:cubicBezTo>
                  <a:pt x="396" y="467"/>
                  <a:pt x="468" y="448"/>
                  <a:pt x="541" y="433"/>
                </a:cubicBezTo>
                <a:lnTo>
                  <a:pt x="541" y="433"/>
                </a:lnTo>
                <a:cubicBezTo>
                  <a:pt x="478" y="547"/>
                  <a:pt x="415" y="660"/>
                  <a:pt x="353" y="774"/>
                </a:cubicBezTo>
                <a:cubicBezTo>
                  <a:pt x="289" y="890"/>
                  <a:pt x="350" y="1020"/>
                  <a:pt x="472" y="1063"/>
                </a:cubicBezTo>
                <a:cubicBezTo>
                  <a:pt x="630" y="1117"/>
                  <a:pt x="789" y="1142"/>
                  <a:pt x="950" y="1142"/>
                </a:cubicBezTo>
                <a:cubicBezTo>
                  <a:pt x="1040" y="1142"/>
                  <a:pt x="1132" y="1134"/>
                  <a:pt x="1225" y="1119"/>
                </a:cubicBezTo>
                <a:cubicBezTo>
                  <a:pt x="1463" y="1081"/>
                  <a:pt x="1378" y="737"/>
                  <a:pt x="1155" y="737"/>
                </a:cubicBezTo>
                <a:cubicBezTo>
                  <a:pt x="1144" y="737"/>
                  <a:pt x="1132" y="738"/>
                  <a:pt x="1119" y="740"/>
                </a:cubicBezTo>
                <a:cubicBezTo>
                  <a:pt x="1065" y="748"/>
                  <a:pt x="1011" y="753"/>
                  <a:pt x="958" y="753"/>
                </a:cubicBezTo>
                <a:cubicBezTo>
                  <a:pt x="912" y="753"/>
                  <a:pt x="867" y="749"/>
                  <a:pt x="822" y="743"/>
                </a:cubicBezTo>
                <a:lnTo>
                  <a:pt x="822" y="743"/>
                </a:lnTo>
                <a:cubicBezTo>
                  <a:pt x="904" y="595"/>
                  <a:pt x="987" y="446"/>
                  <a:pt x="1068" y="297"/>
                </a:cubicBezTo>
                <a:cubicBezTo>
                  <a:pt x="1139" y="170"/>
                  <a:pt x="1051" y="1"/>
                  <a:pt x="9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1"/>
          <p:cNvSpPr/>
          <p:nvPr/>
        </p:nvSpPr>
        <p:spPr>
          <a:xfrm>
            <a:off x="4628175" y="3026625"/>
            <a:ext cx="53300" cy="55625"/>
          </a:xfrm>
          <a:custGeom>
            <a:rect b="b" l="l" r="r" t="t"/>
            <a:pathLst>
              <a:path extrusionOk="0" h="2225" w="2132">
                <a:moveTo>
                  <a:pt x="757" y="0"/>
                </a:moveTo>
                <a:cubicBezTo>
                  <a:pt x="559" y="0"/>
                  <a:pt x="343" y="116"/>
                  <a:pt x="185" y="297"/>
                </a:cubicBezTo>
                <a:cubicBezTo>
                  <a:pt x="59" y="443"/>
                  <a:pt x="192" y="643"/>
                  <a:pt x="336" y="643"/>
                </a:cubicBezTo>
                <a:cubicBezTo>
                  <a:pt x="380" y="643"/>
                  <a:pt x="425" y="624"/>
                  <a:pt x="464" y="579"/>
                </a:cubicBezTo>
                <a:cubicBezTo>
                  <a:pt x="540" y="493"/>
                  <a:pt x="573" y="428"/>
                  <a:pt x="692" y="421"/>
                </a:cubicBezTo>
                <a:cubicBezTo>
                  <a:pt x="698" y="421"/>
                  <a:pt x="703" y="421"/>
                  <a:pt x="709" y="421"/>
                </a:cubicBezTo>
                <a:cubicBezTo>
                  <a:pt x="885" y="421"/>
                  <a:pt x="875" y="619"/>
                  <a:pt x="812" y="755"/>
                </a:cubicBezTo>
                <a:cubicBezTo>
                  <a:pt x="728" y="938"/>
                  <a:pt x="530" y="1067"/>
                  <a:pt x="393" y="1206"/>
                </a:cubicBezTo>
                <a:cubicBezTo>
                  <a:pt x="169" y="1433"/>
                  <a:pt x="0" y="1698"/>
                  <a:pt x="40" y="2027"/>
                </a:cubicBezTo>
                <a:cubicBezTo>
                  <a:pt x="53" y="2127"/>
                  <a:pt x="118" y="2225"/>
                  <a:pt x="229" y="2225"/>
                </a:cubicBezTo>
                <a:cubicBezTo>
                  <a:pt x="232" y="2225"/>
                  <a:pt x="234" y="2225"/>
                  <a:pt x="237" y="2225"/>
                </a:cubicBezTo>
                <a:cubicBezTo>
                  <a:pt x="785" y="2196"/>
                  <a:pt x="1330" y="2168"/>
                  <a:pt x="1879" y="2139"/>
                </a:cubicBezTo>
                <a:cubicBezTo>
                  <a:pt x="2126" y="2126"/>
                  <a:pt x="2132" y="1745"/>
                  <a:pt x="1892" y="1745"/>
                </a:cubicBezTo>
                <a:cubicBezTo>
                  <a:pt x="1888" y="1745"/>
                  <a:pt x="1883" y="1745"/>
                  <a:pt x="1879" y="1745"/>
                </a:cubicBezTo>
                <a:cubicBezTo>
                  <a:pt x="1401" y="1770"/>
                  <a:pt x="925" y="1795"/>
                  <a:pt x="448" y="1820"/>
                </a:cubicBezTo>
                <a:lnTo>
                  <a:pt x="448" y="1820"/>
                </a:lnTo>
                <a:cubicBezTo>
                  <a:pt x="582" y="1310"/>
                  <a:pt x="1413" y="1064"/>
                  <a:pt x="1217" y="397"/>
                </a:cubicBezTo>
                <a:cubicBezTo>
                  <a:pt x="1134" y="116"/>
                  <a:pt x="955" y="0"/>
                  <a:pt x="75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1"/>
          <p:cNvSpPr/>
          <p:nvPr/>
        </p:nvSpPr>
        <p:spPr>
          <a:xfrm>
            <a:off x="4671050" y="3027200"/>
            <a:ext cx="44150" cy="60475"/>
          </a:xfrm>
          <a:custGeom>
            <a:rect b="b" l="l" r="r" t="t"/>
            <a:pathLst>
              <a:path extrusionOk="0" h="2419" w="1766">
                <a:moveTo>
                  <a:pt x="354" y="0"/>
                </a:moveTo>
                <a:cubicBezTo>
                  <a:pt x="265" y="0"/>
                  <a:pt x="184" y="48"/>
                  <a:pt x="158" y="142"/>
                </a:cubicBezTo>
                <a:cubicBezTo>
                  <a:pt x="60" y="478"/>
                  <a:pt x="0" y="952"/>
                  <a:pt x="330" y="1188"/>
                </a:cubicBezTo>
                <a:cubicBezTo>
                  <a:pt x="433" y="1262"/>
                  <a:pt x="531" y="1275"/>
                  <a:pt x="630" y="1275"/>
                </a:cubicBezTo>
                <a:cubicBezTo>
                  <a:pt x="688" y="1275"/>
                  <a:pt x="747" y="1271"/>
                  <a:pt x="807" y="1271"/>
                </a:cubicBezTo>
                <a:cubicBezTo>
                  <a:pt x="858" y="1271"/>
                  <a:pt x="910" y="1274"/>
                  <a:pt x="965" y="1286"/>
                </a:cubicBezTo>
                <a:cubicBezTo>
                  <a:pt x="1244" y="1347"/>
                  <a:pt x="1303" y="1598"/>
                  <a:pt x="1103" y="1801"/>
                </a:cubicBezTo>
                <a:cubicBezTo>
                  <a:pt x="952" y="1951"/>
                  <a:pt x="719" y="1994"/>
                  <a:pt x="521" y="2036"/>
                </a:cubicBezTo>
                <a:cubicBezTo>
                  <a:pt x="289" y="2084"/>
                  <a:pt x="366" y="2419"/>
                  <a:pt x="580" y="2419"/>
                </a:cubicBezTo>
                <a:cubicBezTo>
                  <a:pt x="594" y="2419"/>
                  <a:pt x="610" y="2417"/>
                  <a:pt x="626" y="2414"/>
                </a:cubicBezTo>
                <a:cubicBezTo>
                  <a:pt x="1140" y="2306"/>
                  <a:pt x="1765" y="1969"/>
                  <a:pt x="1602" y="1339"/>
                </a:cubicBezTo>
                <a:cubicBezTo>
                  <a:pt x="1546" y="1130"/>
                  <a:pt x="1398" y="971"/>
                  <a:pt x="1189" y="915"/>
                </a:cubicBezTo>
                <a:cubicBezTo>
                  <a:pt x="1149" y="905"/>
                  <a:pt x="1109" y="901"/>
                  <a:pt x="1069" y="901"/>
                </a:cubicBezTo>
                <a:cubicBezTo>
                  <a:pt x="988" y="901"/>
                  <a:pt x="907" y="915"/>
                  <a:pt x="827" y="915"/>
                </a:cubicBezTo>
                <a:cubicBezTo>
                  <a:pt x="795" y="915"/>
                  <a:pt x="763" y="913"/>
                  <a:pt x="732" y="906"/>
                </a:cubicBezTo>
                <a:cubicBezTo>
                  <a:pt x="464" y="847"/>
                  <a:pt x="455" y="623"/>
                  <a:pt x="497" y="413"/>
                </a:cubicBezTo>
                <a:lnTo>
                  <a:pt x="497" y="413"/>
                </a:lnTo>
                <a:cubicBezTo>
                  <a:pt x="694" y="438"/>
                  <a:pt x="890" y="451"/>
                  <a:pt x="1088" y="451"/>
                </a:cubicBezTo>
                <a:cubicBezTo>
                  <a:pt x="1195" y="451"/>
                  <a:pt x="1302" y="447"/>
                  <a:pt x="1410" y="440"/>
                </a:cubicBezTo>
                <a:cubicBezTo>
                  <a:pt x="1651" y="420"/>
                  <a:pt x="1659" y="45"/>
                  <a:pt x="1425" y="45"/>
                </a:cubicBezTo>
                <a:cubicBezTo>
                  <a:pt x="1419" y="45"/>
                  <a:pt x="1412" y="45"/>
                  <a:pt x="1406" y="46"/>
                </a:cubicBezTo>
                <a:cubicBezTo>
                  <a:pt x="1290" y="55"/>
                  <a:pt x="1175" y="59"/>
                  <a:pt x="1061" y="59"/>
                </a:cubicBezTo>
                <a:cubicBezTo>
                  <a:pt x="840" y="59"/>
                  <a:pt x="622" y="42"/>
                  <a:pt x="400" y="4"/>
                </a:cubicBezTo>
                <a:cubicBezTo>
                  <a:pt x="384" y="2"/>
                  <a:pt x="369" y="0"/>
                  <a:pt x="35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1"/>
          <p:cNvSpPr/>
          <p:nvPr/>
        </p:nvSpPr>
        <p:spPr>
          <a:xfrm>
            <a:off x="4759325" y="3036950"/>
            <a:ext cx="9875" cy="48900"/>
          </a:xfrm>
          <a:custGeom>
            <a:rect b="b" l="l" r="r" t="t"/>
            <a:pathLst>
              <a:path extrusionOk="0" h="1956" w="395">
                <a:moveTo>
                  <a:pt x="197" y="0"/>
                </a:moveTo>
                <a:cubicBezTo>
                  <a:pt x="99" y="0"/>
                  <a:pt x="1" y="63"/>
                  <a:pt x="1" y="190"/>
                </a:cubicBezTo>
                <a:lnTo>
                  <a:pt x="1" y="1765"/>
                </a:lnTo>
                <a:cubicBezTo>
                  <a:pt x="1" y="1892"/>
                  <a:pt x="99" y="1956"/>
                  <a:pt x="198" y="1956"/>
                </a:cubicBezTo>
                <a:cubicBezTo>
                  <a:pt x="296" y="1956"/>
                  <a:pt x="395" y="1892"/>
                  <a:pt x="395" y="1765"/>
                </a:cubicBezTo>
                <a:lnTo>
                  <a:pt x="395" y="190"/>
                </a:lnTo>
                <a:cubicBezTo>
                  <a:pt x="395" y="64"/>
                  <a:pt x="296" y="0"/>
                  <a:pt x="1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1"/>
          <p:cNvSpPr/>
          <p:nvPr/>
        </p:nvSpPr>
        <p:spPr>
          <a:xfrm>
            <a:off x="4739225" y="3050625"/>
            <a:ext cx="46325" cy="13925"/>
          </a:xfrm>
          <a:custGeom>
            <a:rect b="b" l="l" r="r" t="t"/>
            <a:pathLst>
              <a:path extrusionOk="0" h="557" w="1853">
                <a:moveTo>
                  <a:pt x="1575" y="1"/>
                </a:moveTo>
                <a:cubicBezTo>
                  <a:pt x="1558" y="1"/>
                  <a:pt x="1540" y="3"/>
                  <a:pt x="1521" y="8"/>
                </a:cubicBezTo>
                <a:cubicBezTo>
                  <a:pt x="1115" y="112"/>
                  <a:pt x="706" y="163"/>
                  <a:pt x="287" y="163"/>
                </a:cubicBezTo>
                <a:cubicBezTo>
                  <a:pt x="276" y="163"/>
                  <a:pt x="264" y="163"/>
                  <a:pt x="252" y="163"/>
                </a:cubicBezTo>
                <a:cubicBezTo>
                  <a:pt x="252" y="163"/>
                  <a:pt x="251" y="163"/>
                  <a:pt x="251" y="163"/>
                </a:cubicBezTo>
                <a:cubicBezTo>
                  <a:pt x="0" y="163"/>
                  <a:pt x="1" y="555"/>
                  <a:pt x="254" y="556"/>
                </a:cubicBezTo>
                <a:cubicBezTo>
                  <a:pt x="275" y="557"/>
                  <a:pt x="296" y="557"/>
                  <a:pt x="317" y="557"/>
                </a:cubicBezTo>
                <a:cubicBezTo>
                  <a:pt x="761" y="557"/>
                  <a:pt x="1198" y="499"/>
                  <a:pt x="1627" y="387"/>
                </a:cubicBezTo>
                <a:cubicBezTo>
                  <a:pt x="1853" y="331"/>
                  <a:pt x="1782" y="1"/>
                  <a:pt x="157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1"/>
          <p:cNvSpPr/>
          <p:nvPr/>
        </p:nvSpPr>
        <p:spPr>
          <a:xfrm>
            <a:off x="4837575" y="3018100"/>
            <a:ext cx="38925" cy="63075"/>
          </a:xfrm>
          <a:custGeom>
            <a:rect b="b" l="l" r="r" t="t"/>
            <a:pathLst>
              <a:path extrusionOk="0" h="2523" w="1557">
                <a:moveTo>
                  <a:pt x="542" y="0"/>
                </a:moveTo>
                <a:cubicBezTo>
                  <a:pt x="393" y="0"/>
                  <a:pt x="245" y="55"/>
                  <a:pt x="131" y="178"/>
                </a:cubicBezTo>
                <a:cubicBezTo>
                  <a:pt x="0" y="323"/>
                  <a:pt x="133" y="520"/>
                  <a:pt x="280" y="520"/>
                </a:cubicBezTo>
                <a:cubicBezTo>
                  <a:pt x="325" y="520"/>
                  <a:pt x="371" y="502"/>
                  <a:pt x="411" y="457"/>
                </a:cubicBezTo>
                <a:cubicBezTo>
                  <a:pt x="462" y="413"/>
                  <a:pt x="513" y="391"/>
                  <a:pt x="563" y="391"/>
                </a:cubicBezTo>
                <a:cubicBezTo>
                  <a:pt x="604" y="391"/>
                  <a:pt x="645" y="406"/>
                  <a:pt x="686" y="436"/>
                </a:cubicBezTo>
                <a:cubicBezTo>
                  <a:pt x="798" y="493"/>
                  <a:pt x="829" y="577"/>
                  <a:pt x="785" y="692"/>
                </a:cubicBezTo>
                <a:cubicBezTo>
                  <a:pt x="785" y="944"/>
                  <a:pt x="574" y="1090"/>
                  <a:pt x="360" y="1180"/>
                </a:cubicBezTo>
                <a:cubicBezTo>
                  <a:pt x="183" y="1255"/>
                  <a:pt x="169" y="1568"/>
                  <a:pt x="385" y="1568"/>
                </a:cubicBezTo>
                <a:cubicBezTo>
                  <a:pt x="394" y="1568"/>
                  <a:pt x="402" y="1568"/>
                  <a:pt x="411" y="1567"/>
                </a:cubicBezTo>
                <a:cubicBezTo>
                  <a:pt x="497" y="1558"/>
                  <a:pt x="583" y="1548"/>
                  <a:pt x="669" y="1548"/>
                </a:cubicBezTo>
                <a:cubicBezTo>
                  <a:pt x="881" y="1548"/>
                  <a:pt x="1221" y="1784"/>
                  <a:pt x="951" y="1995"/>
                </a:cubicBezTo>
                <a:cubicBezTo>
                  <a:pt x="814" y="2102"/>
                  <a:pt x="619" y="2131"/>
                  <a:pt x="437" y="2131"/>
                </a:cubicBezTo>
                <a:cubicBezTo>
                  <a:pt x="377" y="2131"/>
                  <a:pt x="318" y="2128"/>
                  <a:pt x="264" y="2124"/>
                </a:cubicBezTo>
                <a:cubicBezTo>
                  <a:pt x="257" y="2123"/>
                  <a:pt x="251" y="2123"/>
                  <a:pt x="244" y="2123"/>
                </a:cubicBezTo>
                <a:cubicBezTo>
                  <a:pt x="12" y="2123"/>
                  <a:pt x="20" y="2496"/>
                  <a:pt x="264" y="2517"/>
                </a:cubicBezTo>
                <a:cubicBezTo>
                  <a:pt x="304" y="2521"/>
                  <a:pt x="347" y="2522"/>
                  <a:pt x="392" y="2522"/>
                </a:cubicBezTo>
                <a:cubicBezTo>
                  <a:pt x="833" y="2522"/>
                  <a:pt x="1470" y="2349"/>
                  <a:pt x="1519" y="1856"/>
                </a:cubicBezTo>
                <a:cubicBezTo>
                  <a:pt x="1557" y="1471"/>
                  <a:pt x="1292" y="1283"/>
                  <a:pt x="979" y="1207"/>
                </a:cubicBezTo>
                <a:lnTo>
                  <a:pt x="979" y="1207"/>
                </a:lnTo>
                <a:cubicBezTo>
                  <a:pt x="1186" y="986"/>
                  <a:pt x="1298" y="698"/>
                  <a:pt x="1151" y="388"/>
                </a:cubicBezTo>
                <a:cubicBezTo>
                  <a:pt x="1039" y="149"/>
                  <a:pt x="788" y="0"/>
                  <a:pt x="54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1"/>
          <p:cNvSpPr/>
          <p:nvPr/>
        </p:nvSpPr>
        <p:spPr>
          <a:xfrm>
            <a:off x="4879350" y="3016625"/>
            <a:ext cx="41875" cy="55825"/>
          </a:xfrm>
          <a:custGeom>
            <a:rect b="b" l="l" r="r" t="t"/>
            <a:pathLst>
              <a:path extrusionOk="0" h="2233" w="1675">
                <a:moveTo>
                  <a:pt x="599" y="1448"/>
                </a:moveTo>
                <a:cubicBezTo>
                  <a:pt x="694" y="1448"/>
                  <a:pt x="789" y="1463"/>
                  <a:pt x="883" y="1495"/>
                </a:cubicBezTo>
                <a:cubicBezTo>
                  <a:pt x="1019" y="1504"/>
                  <a:pt x="1069" y="1568"/>
                  <a:pt x="1032" y="1689"/>
                </a:cubicBezTo>
                <a:cubicBezTo>
                  <a:pt x="1067" y="1794"/>
                  <a:pt x="1038" y="1846"/>
                  <a:pt x="947" y="1846"/>
                </a:cubicBezTo>
                <a:cubicBezTo>
                  <a:pt x="929" y="1846"/>
                  <a:pt x="909" y="1844"/>
                  <a:pt x="886" y="1840"/>
                </a:cubicBezTo>
                <a:cubicBezTo>
                  <a:pt x="780" y="1836"/>
                  <a:pt x="673" y="1765"/>
                  <a:pt x="600" y="1694"/>
                </a:cubicBezTo>
                <a:cubicBezTo>
                  <a:pt x="526" y="1623"/>
                  <a:pt x="476" y="1544"/>
                  <a:pt x="446" y="1460"/>
                </a:cubicBezTo>
                <a:lnTo>
                  <a:pt x="446" y="1460"/>
                </a:lnTo>
                <a:cubicBezTo>
                  <a:pt x="497" y="1452"/>
                  <a:pt x="548" y="1448"/>
                  <a:pt x="599" y="1448"/>
                </a:cubicBezTo>
                <a:close/>
                <a:moveTo>
                  <a:pt x="538" y="1"/>
                </a:moveTo>
                <a:cubicBezTo>
                  <a:pt x="479" y="1"/>
                  <a:pt x="421" y="30"/>
                  <a:pt x="385" y="100"/>
                </a:cubicBezTo>
                <a:cubicBezTo>
                  <a:pt x="203" y="452"/>
                  <a:pt x="0" y="865"/>
                  <a:pt x="13" y="1271"/>
                </a:cubicBezTo>
                <a:lnTo>
                  <a:pt x="13" y="1271"/>
                </a:lnTo>
                <a:cubicBezTo>
                  <a:pt x="4" y="1315"/>
                  <a:pt x="9" y="1363"/>
                  <a:pt x="26" y="1405"/>
                </a:cubicBezTo>
                <a:lnTo>
                  <a:pt x="26" y="1405"/>
                </a:lnTo>
                <a:cubicBezTo>
                  <a:pt x="40" y="1494"/>
                  <a:pt x="66" y="1582"/>
                  <a:pt x="106" y="1669"/>
                </a:cubicBezTo>
                <a:cubicBezTo>
                  <a:pt x="246" y="1977"/>
                  <a:pt x="563" y="2233"/>
                  <a:pt x="908" y="2233"/>
                </a:cubicBezTo>
                <a:cubicBezTo>
                  <a:pt x="945" y="2233"/>
                  <a:pt x="982" y="2230"/>
                  <a:pt x="1019" y="2224"/>
                </a:cubicBezTo>
                <a:cubicBezTo>
                  <a:pt x="1390" y="2162"/>
                  <a:pt x="1675" y="1744"/>
                  <a:pt x="1440" y="1407"/>
                </a:cubicBezTo>
                <a:cubicBezTo>
                  <a:pt x="1265" y="1153"/>
                  <a:pt x="938" y="1056"/>
                  <a:pt x="620" y="1056"/>
                </a:cubicBezTo>
                <a:cubicBezTo>
                  <a:pt x="553" y="1056"/>
                  <a:pt x="487" y="1061"/>
                  <a:pt x="423" y="1068"/>
                </a:cubicBezTo>
                <a:lnTo>
                  <a:pt x="423" y="1068"/>
                </a:lnTo>
                <a:cubicBezTo>
                  <a:pt x="468" y="796"/>
                  <a:pt x="614" y="516"/>
                  <a:pt x="726" y="299"/>
                </a:cubicBezTo>
                <a:cubicBezTo>
                  <a:pt x="805" y="143"/>
                  <a:pt x="668" y="1"/>
                  <a:pt x="5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1"/>
          <p:cNvSpPr/>
          <p:nvPr/>
        </p:nvSpPr>
        <p:spPr>
          <a:xfrm>
            <a:off x="4950700" y="3038900"/>
            <a:ext cx="45875" cy="9850"/>
          </a:xfrm>
          <a:custGeom>
            <a:rect b="b" l="l" r="r" t="t"/>
            <a:pathLst>
              <a:path extrusionOk="0" h="394" w="1835">
                <a:moveTo>
                  <a:pt x="254" y="0"/>
                </a:moveTo>
                <a:cubicBezTo>
                  <a:pt x="0" y="0"/>
                  <a:pt x="0" y="394"/>
                  <a:pt x="254" y="394"/>
                </a:cubicBezTo>
                <a:lnTo>
                  <a:pt x="1579" y="394"/>
                </a:lnTo>
                <a:cubicBezTo>
                  <a:pt x="1834" y="394"/>
                  <a:pt x="1834" y="0"/>
                  <a:pt x="157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1"/>
          <p:cNvSpPr/>
          <p:nvPr/>
        </p:nvSpPr>
        <p:spPr>
          <a:xfrm>
            <a:off x="5027725" y="3005500"/>
            <a:ext cx="62425" cy="66225"/>
          </a:xfrm>
          <a:custGeom>
            <a:rect b="b" l="l" r="r" t="t"/>
            <a:pathLst>
              <a:path extrusionOk="0" h="2649" w="2497">
                <a:moveTo>
                  <a:pt x="1608" y="1507"/>
                </a:moveTo>
                <a:cubicBezTo>
                  <a:pt x="1828" y="1507"/>
                  <a:pt x="2024" y="1578"/>
                  <a:pt x="2040" y="1833"/>
                </a:cubicBezTo>
                <a:cubicBezTo>
                  <a:pt x="2058" y="2116"/>
                  <a:pt x="1877" y="2230"/>
                  <a:pt x="1664" y="2230"/>
                </a:cubicBezTo>
                <a:cubicBezTo>
                  <a:pt x="1446" y="2230"/>
                  <a:pt x="1194" y="2111"/>
                  <a:pt x="1087" y="1933"/>
                </a:cubicBezTo>
                <a:cubicBezTo>
                  <a:pt x="1024" y="1829"/>
                  <a:pt x="987" y="1715"/>
                  <a:pt x="972" y="1597"/>
                </a:cubicBezTo>
                <a:lnTo>
                  <a:pt x="972" y="1597"/>
                </a:lnTo>
                <a:cubicBezTo>
                  <a:pt x="987" y="1601"/>
                  <a:pt x="1003" y="1603"/>
                  <a:pt x="1019" y="1603"/>
                </a:cubicBezTo>
                <a:cubicBezTo>
                  <a:pt x="1036" y="1603"/>
                  <a:pt x="1055" y="1600"/>
                  <a:pt x="1074" y="1595"/>
                </a:cubicBezTo>
                <a:cubicBezTo>
                  <a:pt x="1195" y="1564"/>
                  <a:pt x="1411" y="1507"/>
                  <a:pt x="1608" y="1507"/>
                </a:cubicBezTo>
                <a:close/>
                <a:moveTo>
                  <a:pt x="1869" y="0"/>
                </a:moveTo>
                <a:cubicBezTo>
                  <a:pt x="550" y="0"/>
                  <a:pt x="1" y="2336"/>
                  <a:pt x="1436" y="2632"/>
                </a:cubicBezTo>
                <a:cubicBezTo>
                  <a:pt x="1492" y="2643"/>
                  <a:pt x="1547" y="2649"/>
                  <a:pt x="1602" y="2649"/>
                </a:cubicBezTo>
                <a:cubicBezTo>
                  <a:pt x="2078" y="2649"/>
                  <a:pt x="2497" y="2237"/>
                  <a:pt x="2422" y="1731"/>
                </a:cubicBezTo>
                <a:cubicBezTo>
                  <a:pt x="2355" y="1267"/>
                  <a:pt x="1973" y="1132"/>
                  <a:pt x="1572" y="1132"/>
                </a:cubicBezTo>
                <a:cubicBezTo>
                  <a:pt x="1373" y="1132"/>
                  <a:pt x="1169" y="1166"/>
                  <a:pt x="998" y="1208"/>
                </a:cubicBezTo>
                <a:lnTo>
                  <a:pt x="998" y="1208"/>
                </a:lnTo>
                <a:cubicBezTo>
                  <a:pt x="1104" y="776"/>
                  <a:pt x="1460" y="394"/>
                  <a:pt x="1904" y="394"/>
                </a:cubicBezTo>
                <a:cubicBezTo>
                  <a:pt x="1931" y="394"/>
                  <a:pt x="1958" y="396"/>
                  <a:pt x="1986" y="399"/>
                </a:cubicBezTo>
                <a:cubicBezTo>
                  <a:pt x="1994" y="400"/>
                  <a:pt x="2003" y="400"/>
                  <a:pt x="2011" y="400"/>
                </a:cubicBezTo>
                <a:cubicBezTo>
                  <a:pt x="2237" y="400"/>
                  <a:pt x="2226" y="33"/>
                  <a:pt x="1987" y="6"/>
                </a:cubicBezTo>
                <a:cubicBezTo>
                  <a:pt x="1947" y="2"/>
                  <a:pt x="1908" y="0"/>
                  <a:pt x="186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1"/>
          <p:cNvSpPr/>
          <p:nvPr/>
        </p:nvSpPr>
        <p:spPr>
          <a:xfrm>
            <a:off x="5089225" y="3003425"/>
            <a:ext cx="68275" cy="62600"/>
          </a:xfrm>
          <a:custGeom>
            <a:rect b="b" l="l" r="r" t="t"/>
            <a:pathLst>
              <a:path extrusionOk="0" h="2504" w="2731">
                <a:moveTo>
                  <a:pt x="1433" y="397"/>
                </a:moveTo>
                <a:cubicBezTo>
                  <a:pt x="1458" y="412"/>
                  <a:pt x="1486" y="422"/>
                  <a:pt x="1520" y="426"/>
                </a:cubicBezTo>
                <a:cubicBezTo>
                  <a:pt x="2419" y="533"/>
                  <a:pt x="2572" y="1767"/>
                  <a:pt x="1710" y="2063"/>
                </a:cubicBezTo>
                <a:cubicBezTo>
                  <a:pt x="1603" y="2100"/>
                  <a:pt x="1507" y="2117"/>
                  <a:pt x="1422" y="2117"/>
                </a:cubicBezTo>
                <a:cubicBezTo>
                  <a:pt x="584" y="2117"/>
                  <a:pt x="736" y="523"/>
                  <a:pt x="1433" y="397"/>
                </a:cubicBezTo>
                <a:close/>
                <a:moveTo>
                  <a:pt x="1534" y="0"/>
                </a:moveTo>
                <a:cubicBezTo>
                  <a:pt x="252" y="0"/>
                  <a:pt x="0" y="2504"/>
                  <a:pt x="1425" y="2504"/>
                </a:cubicBezTo>
                <a:cubicBezTo>
                  <a:pt x="1467" y="2504"/>
                  <a:pt x="1510" y="2502"/>
                  <a:pt x="1556" y="2497"/>
                </a:cubicBezTo>
                <a:cubicBezTo>
                  <a:pt x="2140" y="2439"/>
                  <a:pt x="2662" y="1949"/>
                  <a:pt x="2698" y="1355"/>
                </a:cubicBezTo>
                <a:cubicBezTo>
                  <a:pt x="2731" y="784"/>
                  <a:pt x="2360" y="311"/>
                  <a:pt x="1860" y="117"/>
                </a:cubicBezTo>
                <a:lnTo>
                  <a:pt x="1860" y="117"/>
                </a:lnTo>
                <a:cubicBezTo>
                  <a:pt x="1841" y="70"/>
                  <a:pt x="1799" y="32"/>
                  <a:pt x="1732" y="19"/>
                </a:cubicBezTo>
                <a:cubicBezTo>
                  <a:pt x="1663" y="6"/>
                  <a:pt x="1597" y="0"/>
                  <a:pt x="15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1"/>
          <p:cNvSpPr/>
          <p:nvPr/>
        </p:nvSpPr>
        <p:spPr>
          <a:xfrm>
            <a:off x="5219300" y="2985175"/>
            <a:ext cx="46725" cy="92075"/>
          </a:xfrm>
          <a:custGeom>
            <a:rect b="b" l="l" r="r" t="t"/>
            <a:pathLst>
              <a:path extrusionOk="0" h="3683" w="1869">
                <a:moveTo>
                  <a:pt x="1330" y="1"/>
                </a:moveTo>
                <a:cubicBezTo>
                  <a:pt x="1298" y="1"/>
                  <a:pt x="1263" y="11"/>
                  <a:pt x="1228" y="33"/>
                </a:cubicBezTo>
                <a:cubicBezTo>
                  <a:pt x="494" y="513"/>
                  <a:pt x="0" y="1362"/>
                  <a:pt x="132" y="2259"/>
                </a:cubicBezTo>
                <a:cubicBezTo>
                  <a:pt x="245" y="3024"/>
                  <a:pt x="820" y="3670"/>
                  <a:pt x="1613" y="3682"/>
                </a:cubicBezTo>
                <a:cubicBezTo>
                  <a:pt x="1614" y="3682"/>
                  <a:pt x="1615" y="3682"/>
                  <a:pt x="1616" y="3682"/>
                </a:cubicBezTo>
                <a:cubicBezTo>
                  <a:pt x="1868" y="3682"/>
                  <a:pt x="1867" y="3292"/>
                  <a:pt x="1613" y="3289"/>
                </a:cubicBezTo>
                <a:cubicBezTo>
                  <a:pt x="888" y="3277"/>
                  <a:pt x="474" y="2554"/>
                  <a:pt x="505" y="1894"/>
                </a:cubicBezTo>
                <a:cubicBezTo>
                  <a:pt x="537" y="1262"/>
                  <a:pt x="906" y="713"/>
                  <a:pt x="1427" y="374"/>
                </a:cubicBezTo>
                <a:cubicBezTo>
                  <a:pt x="1604" y="258"/>
                  <a:pt x="1495" y="1"/>
                  <a:pt x="13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1"/>
          <p:cNvSpPr/>
          <p:nvPr/>
        </p:nvSpPr>
        <p:spPr>
          <a:xfrm>
            <a:off x="5271175" y="2998425"/>
            <a:ext cx="68375" cy="63175"/>
          </a:xfrm>
          <a:custGeom>
            <a:rect b="b" l="l" r="r" t="t"/>
            <a:pathLst>
              <a:path extrusionOk="0" h="2527" w="2735">
                <a:moveTo>
                  <a:pt x="1300" y="436"/>
                </a:moveTo>
                <a:cubicBezTo>
                  <a:pt x="1332" y="479"/>
                  <a:pt x="1379" y="512"/>
                  <a:pt x="1444" y="520"/>
                </a:cubicBezTo>
                <a:cubicBezTo>
                  <a:pt x="2261" y="625"/>
                  <a:pt x="1939" y="2141"/>
                  <a:pt x="1200" y="2141"/>
                </a:cubicBezTo>
                <a:cubicBezTo>
                  <a:pt x="1106" y="2141"/>
                  <a:pt x="1005" y="2116"/>
                  <a:pt x="898" y="2060"/>
                </a:cubicBezTo>
                <a:cubicBezTo>
                  <a:pt x="573" y="1891"/>
                  <a:pt x="409" y="1465"/>
                  <a:pt x="519" y="1120"/>
                </a:cubicBezTo>
                <a:cubicBezTo>
                  <a:pt x="635" y="764"/>
                  <a:pt x="953" y="533"/>
                  <a:pt x="1300" y="436"/>
                </a:cubicBezTo>
                <a:close/>
                <a:moveTo>
                  <a:pt x="1551" y="0"/>
                </a:moveTo>
                <a:cubicBezTo>
                  <a:pt x="1543" y="0"/>
                  <a:pt x="1535" y="1"/>
                  <a:pt x="1527" y="2"/>
                </a:cubicBezTo>
                <a:cubicBezTo>
                  <a:pt x="877" y="70"/>
                  <a:pt x="231" y="474"/>
                  <a:pt x="108" y="1158"/>
                </a:cubicBezTo>
                <a:cubicBezTo>
                  <a:pt x="1" y="1760"/>
                  <a:pt x="433" y="2440"/>
                  <a:pt x="1056" y="2518"/>
                </a:cubicBezTo>
                <a:cubicBezTo>
                  <a:pt x="1102" y="2524"/>
                  <a:pt x="1148" y="2527"/>
                  <a:pt x="1192" y="2527"/>
                </a:cubicBezTo>
                <a:cubicBezTo>
                  <a:pt x="2344" y="2527"/>
                  <a:pt x="2734" y="615"/>
                  <a:pt x="1714" y="196"/>
                </a:cubicBezTo>
                <a:lnTo>
                  <a:pt x="1714" y="196"/>
                </a:lnTo>
                <a:cubicBezTo>
                  <a:pt x="1722" y="98"/>
                  <a:pt x="1668" y="0"/>
                  <a:pt x="155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1"/>
          <p:cNvSpPr/>
          <p:nvPr/>
        </p:nvSpPr>
        <p:spPr>
          <a:xfrm>
            <a:off x="5338575" y="3041075"/>
            <a:ext cx="16000" cy="21900"/>
          </a:xfrm>
          <a:custGeom>
            <a:rect b="b" l="l" r="r" t="t"/>
            <a:pathLst>
              <a:path extrusionOk="0" h="876" w="640">
                <a:moveTo>
                  <a:pt x="400" y="0"/>
                </a:moveTo>
                <a:cubicBezTo>
                  <a:pt x="322" y="0"/>
                  <a:pt x="243" y="41"/>
                  <a:pt x="212" y="137"/>
                </a:cubicBezTo>
                <a:cubicBezTo>
                  <a:pt x="156" y="303"/>
                  <a:pt x="103" y="469"/>
                  <a:pt x="48" y="633"/>
                </a:cubicBezTo>
                <a:cubicBezTo>
                  <a:pt x="0" y="780"/>
                  <a:pt x="120" y="876"/>
                  <a:pt x="239" y="876"/>
                </a:cubicBezTo>
                <a:cubicBezTo>
                  <a:pt x="318" y="876"/>
                  <a:pt x="396" y="834"/>
                  <a:pt x="427" y="739"/>
                </a:cubicBezTo>
                <a:cubicBezTo>
                  <a:pt x="483" y="573"/>
                  <a:pt x="536" y="407"/>
                  <a:pt x="592" y="243"/>
                </a:cubicBezTo>
                <a:cubicBezTo>
                  <a:pt x="639" y="96"/>
                  <a:pt x="519" y="0"/>
                  <a:pt x="40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1"/>
          <p:cNvSpPr/>
          <p:nvPr/>
        </p:nvSpPr>
        <p:spPr>
          <a:xfrm>
            <a:off x="5362700" y="3001500"/>
            <a:ext cx="47250" cy="58900"/>
          </a:xfrm>
          <a:custGeom>
            <a:rect b="b" l="l" r="r" t="t"/>
            <a:pathLst>
              <a:path extrusionOk="0" h="2356" w="1890">
                <a:moveTo>
                  <a:pt x="1437" y="0"/>
                </a:moveTo>
                <a:cubicBezTo>
                  <a:pt x="1436" y="0"/>
                  <a:pt x="1435" y="0"/>
                  <a:pt x="1433" y="0"/>
                </a:cubicBezTo>
                <a:cubicBezTo>
                  <a:pt x="1022" y="5"/>
                  <a:pt x="610" y="9"/>
                  <a:pt x="198" y="15"/>
                </a:cubicBezTo>
                <a:cubicBezTo>
                  <a:pt x="92" y="16"/>
                  <a:pt x="0" y="103"/>
                  <a:pt x="0" y="211"/>
                </a:cubicBezTo>
                <a:cubicBezTo>
                  <a:pt x="2" y="497"/>
                  <a:pt x="5" y="785"/>
                  <a:pt x="5" y="1071"/>
                </a:cubicBezTo>
                <a:cubicBezTo>
                  <a:pt x="5" y="1190"/>
                  <a:pt x="101" y="1266"/>
                  <a:pt x="208" y="1266"/>
                </a:cubicBezTo>
                <a:cubicBezTo>
                  <a:pt x="223" y="1266"/>
                  <a:pt x="237" y="1264"/>
                  <a:pt x="252" y="1261"/>
                </a:cubicBezTo>
                <a:cubicBezTo>
                  <a:pt x="396" y="1232"/>
                  <a:pt x="583" y="1191"/>
                  <a:pt x="762" y="1191"/>
                </a:cubicBezTo>
                <a:cubicBezTo>
                  <a:pt x="958" y="1191"/>
                  <a:pt x="1143" y="1240"/>
                  <a:pt x="1249" y="1406"/>
                </a:cubicBezTo>
                <a:cubicBezTo>
                  <a:pt x="1506" y="1813"/>
                  <a:pt x="982" y="1921"/>
                  <a:pt x="715" y="1972"/>
                </a:cubicBezTo>
                <a:cubicBezTo>
                  <a:pt x="480" y="2017"/>
                  <a:pt x="560" y="2355"/>
                  <a:pt x="776" y="2355"/>
                </a:cubicBezTo>
                <a:cubicBezTo>
                  <a:pt x="790" y="2355"/>
                  <a:pt x="804" y="2354"/>
                  <a:pt x="819" y="2351"/>
                </a:cubicBezTo>
                <a:cubicBezTo>
                  <a:pt x="1294" y="2259"/>
                  <a:pt x="1890" y="1969"/>
                  <a:pt x="1682" y="1379"/>
                </a:cubicBezTo>
                <a:cubicBezTo>
                  <a:pt x="1528" y="939"/>
                  <a:pt x="1139" y="816"/>
                  <a:pt x="732" y="816"/>
                </a:cubicBezTo>
                <a:cubicBezTo>
                  <a:pt x="619" y="816"/>
                  <a:pt x="505" y="825"/>
                  <a:pt x="394" y="840"/>
                </a:cubicBezTo>
                <a:lnTo>
                  <a:pt x="394" y="840"/>
                </a:lnTo>
                <a:cubicBezTo>
                  <a:pt x="394" y="695"/>
                  <a:pt x="393" y="550"/>
                  <a:pt x="393" y="406"/>
                </a:cubicBezTo>
                <a:lnTo>
                  <a:pt x="393" y="406"/>
                </a:lnTo>
                <a:cubicBezTo>
                  <a:pt x="739" y="401"/>
                  <a:pt x="1084" y="398"/>
                  <a:pt x="1432" y="394"/>
                </a:cubicBezTo>
                <a:cubicBezTo>
                  <a:pt x="1687" y="390"/>
                  <a:pt x="1688" y="0"/>
                  <a:pt x="143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1"/>
          <p:cNvSpPr/>
          <p:nvPr/>
        </p:nvSpPr>
        <p:spPr>
          <a:xfrm>
            <a:off x="5404475" y="2972925"/>
            <a:ext cx="54875" cy="103950"/>
          </a:xfrm>
          <a:custGeom>
            <a:rect b="b" l="l" r="r" t="t"/>
            <a:pathLst>
              <a:path extrusionOk="0" h="4158" w="2195">
                <a:moveTo>
                  <a:pt x="244" y="1"/>
                </a:moveTo>
                <a:cubicBezTo>
                  <a:pt x="59" y="1"/>
                  <a:pt x="1" y="312"/>
                  <a:pt x="210" y="395"/>
                </a:cubicBezTo>
                <a:cubicBezTo>
                  <a:pt x="1826" y="1036"/>
                  <a:pt x="1185" y="2937"/>
                  <a:pt x="230" y="3825"/>
                </a:cubicBezTo>
                <a:cubicBezTo>
                  <a:pt x="85" y="3960"/>
                  <a:pt x="222" y="4158"/>
                  <a:pt x="378" y="4158"/>
                </a:cubicBezTo>
                <a:cubicBezTo>
                  <a:pt x="422" y="4158"/>
                  <a:pt x="468" y="4142"/>
                  <a:pt x="509" y="4104"/>
                </a:cubicBezTo>
                <a:cubicBezTo>
                  <a:pt x="1721" y="2979"/>
                  <a:pt x="2194" y="760"/>
                  <a:pt x="316" y="15"/>
                </a:cubicBezTo>
                <a:cubicBezTo>
                  <a:pt x="290" y="5"/>
                  <a:pt x="266" y="1"/>
                  <a:pt x="24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1"/>
          <p:cNvSpPr/>
          <p:nvPr/>
        </p:nvSpPr>
        <p:spPr>
          <a:xfrm>
            <a:off x="5460625" y="2980475"/>
            <a:ext cx="41575" cy="39775"/>
          </a:xfrm>
          <a:custGeom>
            <a:rect b="b" l="l" r="r" t="t"/>
            <a:pathLst>
              <a:path extrusionOk="0" h="1591" w="1663">
                <a:moveTo>
                  <a:pt x="712" y="0"/>
                </a:moveTo>
                <a:cubicBezTo>
                  <a:pt x="558" y="0"/>
                  <a:pt x="424" y="97"/>
                  <a:pt x="271" y="97"/>
                </a:cubicBezTo>
                <a:cubicBezTo>
                  <a:pt x="266" y="97"/>
                  <a:pt x="260" y="97"/>
                  <a:pt x="255" y="97"/>
                </a:cubicBezTo>
                <a:cubicBezTo>
                  <a:pt x="251" y="97"/>
                  <a:pt x="247" y="97"/>
                  <a:pt x="243" y="97"/>
                </a:cubicBezTo>
                <a:cubicBezTo>
                  <a:pt x="0" y="97"/>
                  <a:pt x="7" y="478"/>
                  <a:pt x="255" y="491"/>
                </a:cubicBezTo>
                <a:cubicBezTo>
                  <a:pt x="263" y="491"/>
                  <a:pt x="270" y="491"/>
                  <a:pt x="278" y="491"/>
                </a:cubicBezTo>
                <a:cubicBezTo>
                  <a:pt x="398" y="491"/>
                  <a:pt x="487" y="440"/>
                  <a:pt x="605" y="416"/>
                </a:cubicBezTo>
                <a:cubicBezTo>
                  <a:pt x="622" y="413"/>
                  <a:pt x="636" y="411"/>
                  <a:pt x="648" y="411"/>
                </a:cubicBezTo>
                <a:cubicBezTo>
                  <a:pt x="766" y="411"/>
                  <a:pt x="677" y="561"/>
                  <a:pt x="621" y="644"/>
                </a:cubicBezTo>
                <a:cubicBezTo>
                  <a:pt x="468" y="874"/>
                  <a:pt x="312" y="1046"/>
                  <a:pt x="376" y="1339"/>
                </a:cubicBezTo>
                <a:cubicBezTo>
                  <a:pt x="396" y="1433"/>
                  <a:pt x="482" y="1474"/>
                  <a:pt x="565" y="1486"/>
                </a:cubicBezTo>
                <a:cubicBezTo>
                  <a:pt x="849" y="1518"/>
                  <a:pt x="1129" y="1554"/>
                  <a:pt x="1413" y="1589"/>
                </a:cubicBezTo>
                <a:cubicBezTo>
                  <a:pt x="1422" y="1590"/>
                  <a:pt x="1431" y="1590"/>
                  <a:pt x="1439" y="1590"/>
                </a:cubicBezTo>
                <a:cubicBezTo>
                  <a:pt x="1663" y="1590"/>
                  <a:pt x="1651" y="1224"/>
                  <a:pt x="1413" y="1195"/>
                </a:cubicBezTo>
                <a:cubicBezTo>
                  <a:pt x="1197" y="1169"/>
                  <a:pt x="982" y="1142"/>
                  <a:pt x="767" y="1116"/>
                </a:cubicBezTo>
                <a:lnTo>
                  <a:pt x="767" y="1116"/>
                </a:lnTo>
                <a:cubicBezTo>
                  <a:pt x="817" y="976"/>
                  <a:pt x="977" y="837"/>
                  <a:pt x="1031" y="721"/>
                </a:cubicBezTo>
                <a:cubicBezTo>
                  <a:pt x="1095" y="581"/>
                  <a:pt x="1128" y="415"/>
                  <a:pt x="1076" y="264"/>
                </a:cubicBezTo>
                <a:cubicBezTo>
                  <a:pt x="1031" y="133"/>
                  <a:pt x="915" y="34"/>
                  <a:pt x="779" y="7"/>
                </a:cubicBezTo>
                <a:cubicBezTo>
                  <a:pt x="756" y="2"/>
                  <a:pt x="734" y="0"/>
                  <a:pt x="71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1"/>
          <p:cNvSpPr/>
          <p:nvPr/>
        </p:nvSpPr>
        <p:spPr>
          <a:xfrm>
            <a:off x="4510300" y="3168925"/>
            <a:ext cx="42525" cy="15875"/>
          </a:xfrm>
          <a:custGeom>
            <a:rect b="b" l="l" r="r" t="t"/>
            <a:pathLst>
              <a:path extrusionOk="0" h="635" w="1701">
                <a:moveTo>
                  <a:pt x="256" y="0"/>
                </a:moveTo>
                <a:cubicBezTo>
                  <a:pt x="65" y="0"/>
                  <a:pt x="0" y="318"/>
                  <a:pt x="218" y="391"/>
                </a:cubicBezTo>
                <a:cubicBezTo>
                  <a:pt x="618" y="523"/>
                  <a:pt x="1028" y="601"/>
                  <a:pt x="1449" y="634"/>
                </a:cubicBezTo>
                <a:cubicBezTo>
                  <a:pt x="1455" y="635"/>
                  <a:pt x="1461" y="635"/>
                  <a:pt x="1467" y="635"/>
                </a:cubicBezTo>
                <a:cubicBezTo>
                  <a:pt x="1700" y="635"/>
                  <a:pt x="1694" y="260"/>
                  <a:pt x="1449" y="241"/>
                </a:cubicBezTo>
                <a:cubicBezTo>
                  <a:pt x="1062" y="212"/>
                  <a:pt x="688" y="133"/>
                  <a:pt x="321" y="11"/>
                </a:cubicBezTo>
                <a:cubicBezTo>
                  <a:pt x="298" y="4"/>
                  <a:pt x="276" y="0"/>
                  <a:pt x="25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1"/>
          <p:cNvSpPr/>
          <p:nvPr/>
        </p:nvSpPr>
        <p:spPr>
          <a:xfrm>
            <a:off x="4518650" y="3195000"/>
            <a:ext cx="38425" cy="11625"/>
          </a:xfrm>
          <a:custGeom>
            <a:rect b="b" l="l" r="r" t="t"/>
            <a:pathLst>
              <a:path extrusionOk="0" h="465" w="1537">
                <a:moveTo>
                  <a:pt x="289" y="1"/>
                </a:moveTo>
                <a:cubicBezTo>
                  <a:pt x="77" y="1"/>
                  <a:pt x="1" y="334"/>
                  <a:pt x="233" y="386"/>
                </a:cubicBezTo>
                <a:cubicBezTo>
                  <a:pt x="465" y="436"/>
                  <a:pt x="698" y="464"/>
                  <a:pt x="933" y="464"/>
                </a:cubicBezTo>
                <a:cubicBezTo>
                  <a:pt x="1050" y="464"/>
                  <a:pt x="1167" y="457"/>
                  <a:pt x="1285" y="443"/>
                </a:cubicBezTo>
                <a:cubicBezTo>
                  <a:pt x="1524" y="415"/>
                  <a:pt x="1536" y="48"/>
                  <a:pt x="1312" y="48"/>
                </a:cubicBezTo>
                <a:cubicBezTo>
                  <a:pt x="1303" y="48"/>
                  <a:pt x="1294" y="48"/>
                  <a:pt x="1285" y="49"/>
                </a:cubicBezTo>
                <a:cubicBezTo>
                  <a:pt x="1165" y="63"/>
                  <a:pt x="1046" y="71"/>
                  <a:pt x="928" y="71"/>
                </a:cubicBezTo>
                <a:cubicBezTo>
                  <a:pt x="730" y="71"/>
                  <a:pt x="533" y="50"/>
                  <a:pt x="337" y="6"/>
                </a:cubicBezTo>
                <a:cubicBezTo>
                  <a:pt x="320" y="3"/>
                  <a:pt x="304" y="1"/>
                  <a:pt x="28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1"/>
          <p:cNvSpPr/>
          <p:nvPr/>
        </p:nvSpPr>
        <p:spPr>
          <a:xfrm>
            <a:off x="4638475" y="3137075"/>
            <a:ext cx="56425" cy="77400"/>
          </a:xfrm>
          <a:custGeom>
            <a:rect b="b" l="l" r="r" t="t"/>
            <a:pathLst>
              <a:path extrusionOk="0" h="3096" w="2257">
                <a:moveTo>
                  <a:pt x="455" y="1421"/>
                </a:moveTo>
                <a:cubicBezTo>
                  <a:pt x="453" y="1524"/>
                  <a:pt x="523" y="1630"/>
                  <a:pt x="637" y="1630"/>
                </a:cubicBezTo>
                <a:cubicBezTo>
                  <a:pt x="656" y="1630"/>
                  <a:pt x="677" y="1627"/>
                  <a:pt x="698" y="1620"/>
                </a:cubicBezTo>
                <a:cubicBezTo>
                  <a:pt x="782" y="1595"/>
                  <a:pt x="881" y="1582"/>
                  <a:pt x="984" y="1582"/>
                </a:cubicBezTo>
                <a:cubicBezTo>
                  <a:pt x="1419" y="1582"/>
                  <a:pt x="1928" y="1815"/>
                  <a:pt x="1769" y="2322"/>
                </a:cubicBezTo>
                <a:cubicBezTo>
                  <a:pt x="1685" y="2587"/>
                  <a:pt x="1484" y="2693"/>
                  <a:pt x="1267" y="2693"/>
                </a:cubicBezTo>
                <a:cubicBezTo>
                  <a:pt x="1008" y="2693"/>
                  <a:pt x="727" y="2544"/>
                  <a:pt x="590" y="2336"/>
                </a:cubicBezTo>
                <a:cubicBezTo>
                  <a:pt x="406" y="2054"/>
                  <a:pt x="378" y="1729"/>
                  <a:pt x="455" y="1421"/>
                </a:cubicBezTo>
                <a:close/>
                <a:moveTo>
                  <a:pt x="1193" y="1"/>
                </a:moveTo>
                <a:cubicBezTo>
                  <a:pt x="1163" y="1"/>
                  <a:pt x="1133" y="7"/>
                  <a:pt x="1102" y="23"/>
                </a:cubicBezTo>
                <a:cubicBezTo>
                  <a:pt x="453" y="345"/>
                  <a:pt x="1" y="1075"/>
                  <a:pt x="25" y="1807"/>
                </a:cubicBezTo>
                <a:cubicBezTo>
                  <a:pt x="46" y="2441"/>
                  <a:pt x="511" y="3095"/>
                  <a:pt x="1193" y="3095"/>
                </a:cubicBezTo>
                <a:cubicBezTo>
                  <a:pt x="1197" y="3095"/>
                  <a:pt x="1202" y="3095"/>
                  <a:pt x="1206" y="3095"/>
                </a:cubicBezTo>
                <a:cubicBezTo>
                  <a:pt x="1764" y="3088"/>
                  <a:pt x="2257" y="2618"/>
                  <a:pt x="2169" y="2043"/>
                </a:cubicBezTo>
                <a:cubicBezTo>
                  <a:pt x="2079" y="1450"/>
                  <a:pt x="1570" y="1175"/>
                  <a:pt x="1041" y="1175"/>
                </a:cubicBezTo>
                <a:cubicBezTo>
                  <a:pt x="890" y="1175"/>
                  <a:pt x="738" y="1198"/>
                  <a:pt x="593" y="1241"/>
                </a:cubicBezTo>
                <a:cubicBezTo>
                  <a:pt x="542" y="1257"/>
                  <a:pt x="506" y="1286"/>
                  <a:pt x="484" y="1322"/>
                </a:cubicBezTo>
                <a:lnTo>
                  <a:pt x="484" y="1322"/>
                </a:lnTo>
                <a:cubicBezTo>
                  <a:pt x="617" y="913"/>
                  <a:pt x="930" y="546"/>
                  <a:pt x="1299" y="364"/>
                </a:cubicBezTo>
                <a:cubicBezTo>
                  <a:pt x="1495" y="266"/>
                  <a:pt x="1375" y="1"/>
                  <a:pt x="119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1"/>
          <p:cNvSpPr/>
          <p:nvPr/>
        </p:nvSpPr>
        <p:spPr>
          <a:xfrm>
            <a:off x="4704400" y="3140625"/>
            <a:ext cx="16650" cy="69475"/>
          </a:xfrm>
          <a:custGeom>
            <a:rect b="b" l="l" r="r" t="t"/>
            <a:pathLst>
              <a:path extrusionOk="0" h="2779" w="666">
                <a:moveTo>
                  <a:pt x="250" y="0"/>
                </a:moveTo>
                <a:cubicBezTo>
                  <a:pt x="151" y="0"/>
                  <a:pt x="49" y="63"/>
                  <a:pt x="42" y="190"/>
                </a:cubicBezTo>
                <a:cubicBezTo>
                  <a:pt x="1" y="1016"/>
                  <a:pt x="72" y="1829"/>
                  <a:pt x="254" y="2637"/>
                </a:cubicBezTo>
                <a:cubicBezTo>
                  <a:pt x="276" y="2735"/>
                  <a:pt x="349" y="2778"/>
                  <a:pt x="426" y="2778"/>
                </a:cubicBezTo>
                <a:cubicBezTo>
                  <a:pt x="542" y="2778"/>
                  <a:pt x="666" y="2681"/>
                  <a:pt x="633" y="2532"/>
                </a:cubicBezTo>
                <a:cubicBezTo>
                  <a:pt x="459" y="1759"/>
                  <a:pt x="394" y="980"/>
                  <a:pt x="436" y="190"/>
                </a:cubicBezTo>
                <a:cubicBezTo>
                  <a:pt x="443" y="63"/>
                  <a:pt x="348" y="0"/>
                  <a:pt x="25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1"/>
          <p:cNvSpPr/>
          <p:nvPr/>
        </p:nvSpPr>
        <p:spPr>
          <a:xfrm>
            <a:off x="4761475" y="3159950"/>
            <a:ext cx="36700" cy="13025"/>
          </a:xfrm>
          <a:custGeom>
            <a:rect b="b" l="l" r="r" t="t"/>
            <a:pathLst>
              <a:path extrusionOk="0" h="521" w="1468">
                <a:moveTo>
                  <a:pt x="240" y="1"/>
                </a:moveTo>
                <a:cubicBezTo>
                  <a:pt x="59" y="1"/>
                  <a:pt x="0" y="312"/>
                  <a:pt x="207" y="395"/>
                </a:cubicBezTo>
                <a:cubicBezTo>
                  <a:pt x="420" y="481"/>
                  <a:pt x="640" y="521"/>
                  <a:pt x="863" y="521"/>
                </a:cubicBezTo>
                <a:cubicBezTo>
                  <a:pt x="987" y="521"/>
                  <a:pt x="1111" y="508"/>
                  <a:pt x="1235" y="485"/>
                </a:cubicBezTo>
                <a:cubicBezTo>
                  <a:pt x="1468" y="441"/>
                  <a:pt x="1389" y="101"/>
                  <a:pt x="1172" y="101"/>
                </a:cubicBezTo>
                <a:cubicBezTo>
                  <a:pt x="1158" y="101"/>
                  <a:pt x="1144" y="103"/>
                  <a:pt x="1129" y="106"/>
                </a:cubicBezTo>
                <a:cubicBezTo>
                  <a:pt x="1043" y="122"/>
                  <a:pt x="959" y="130"/>
                  <a:pt x="875" y="130"/>
                </a:cubicBezTo>
                <a:cubicBezTo>
                  <a:pt x="683" y="130"/>
                  <a:pt x="496" y="89"/>
                  <a:pt x="312" y="15"/>
                </a:cubicBezTo>
                <a:cubicBezTo>
                  <a:pt x="286" y="5"/>
                  <a:pt x="262" y="1"/>
                  <a:pt x="24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1"/>
          <p:cNvSpPr/>
          <p:nvPr/>
        </p:nvSpPr>
        <p:spPr>
          <a:xfrm>
            <a:off x="4833025" y="3139825"/>
            <a:ext cx="39325" cy="59700"/>
          </a:xfrm>
          <a:custGeom>
            <a:rect b="b" l="l" r="r" t="t"/>
            <a:pathLst>
              <a:path extrusionOk="0" h="2388" w="1573">
                <a:moveTo>
                  <a:pt x="693" y="0"/>
                </a:moveTo>
                <a:cubicBezTo>
                  <a:pt x="554" y="0"/>
                  <a:pt x="411" y="27"/>
                  <a:pt x="285" y="62"/>
                </a:cubicBezTo>
                <a:cubicBezTo>
                  <a:pt x="60" y="128"/>
                  <a:pt x="129" y="453"/>
                  <a:pt x="331" y="453"/>
                </a:cubicBezTo>
                <a:cubicBezTo>
                  <a:pt x="349" y="453"/>
                  <a:pt x="367" y="451"/>
                  <a:pt x="387" y="445"/>
                </a:cubicBezTo>
                <a:cubicBezTo>
                  <a:pt x="438" y="431"/>
                  <a:pt x="567" y="389"/>
                  <a:pt x="673" y="389"/>
                </a:cubicBezTo>
                <a:cubicBezTo>
                  <a:pt x="785" y="389"/>
                  <a:pt x="873" y="436"/>
                  <a:pt x="818" y="616"/>
                </a:cubicBezTo>
                <a:cubicBezTo>
                  <a:pt x="802" y="667"/>
                  <a:pt x="686" y="726"/>
                  <a:pt x="649" y="762"/>
                </a:cubicBezTo>
                <a:cubicBezTo>
                  <a:pt x="550" y="859"/>
                  <a:pt x="486" y="954"/>
                  <a:pt x="466" y="1091"/>
                </a:cubicBezTo>
                <a:cubicBezTo>
                  <a:pt x="450" y="1204"/>
                  <a:pt x="493" y="1291"/>
                  <a:pt x="603" y="1333"/>
                </a:cubicBezTo>
                <a:cubicBezTo>
                  <a:pt x="835" y="1419"/>
                  <a:pt x="1322" y="1399"/>
                  <a:pt x="1107" y="1765"/>
                </a:cubicBezTo>
                <a:cubicBezTo>
                  <a:pt x="990" y="1968"/>
                  <a:pt x="717" y="1998"/>
                  <a:pt x="477" y="1998"/>
                </a:cubicBezTo>
                <a:cubicBezTo>
                  <a:pt x="397" y="1998"/>
                  <a:pt x="321" y="1994"/>
                  <a:pt x="255" y="1993"/>
                </a:cubicBezTo>
                <a:cubicBezTo>
                  <a:pt x="253" y="1993"/>
                  <a:pt x="252" y="1993"/>
                  <a:pt x="250" y="1993"/>
                </a:cubicBezTo>
                <a:cubicBezTo>
                  <a:pt x="1" y="1993"/>
                  <a:pt x="2" y="2381"/>
                  <a:pt x="255" y="2387"/>
                </a:cubicBezTo>
                <a:cubicBezTo>
                  <a:pt x="287" y="2387"/>
                  <a:pt x="319" y="2388"/>
                  <a:pt x="351" y="2388"/>
                </a:cubicBezTo>
                <a:cubicBezTo>
                  <a:pt x="830" y="2388"/>
                  <a:pt x="1405" y="2297"/>
                  <a:pt x="1529" y="1754"/>
                </a:cubicBezTo>
                <a:cubicBezTo>
                  <a:pt x="1572" y="1569"/>
                  <a:pt x="1545" y="1362"/>
                  <a:pt x="1431" y="1207"/>
                </a:cubicBezTo>
                <a:cubicBezTo>
                  <a:pt x="1303" y="1037"/>
                  <a:pt x="1133" y="1026"/>
                  <a:pt x="955" y="1004"/>
                </a:cubicBezTo>
                <a:lnTo>
                  <a:pt x="955" y="1004"/>
                </a:lnTo>
                <a:cubicBezTo>
                  <a:pt x="1041" y="920"/>
                  <a:pt x="1154" y="849"/>
                  <a:pt x="1214" y="753"/>
                </a:cubicBezTo>
                <a:cubicBezTo>
                  <a:pt x="1293" y="624"/>
                  <a:pt x="1310" y="488"/>
                  <a:pt x="1259" y="347"/>
                </a:cubicBezTo>
                <a:cubicBezTo>
                  <a:pt x="1162" y="82"/>
                  <a:pt x="935" y="0"/>
                  <a:pt x="6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1"/>
          <p:cNvSpPr/>
          <p:nvPr/>
        </p:nvSpPr>
        <p:spPr>
          <a:xfrm>
            <a:off x="4873525" y="3136950"/>
            <a:ext cx="57525" cy="58150"/>
          </a:xfrm>
          <a:custGeom>
            <a:rect b="b" l="l" r="r" t="t"/>
            <a:pathLst>
              <a:path extrusionOk="0" h="2326" w="2301">
                <a:moveTo>
                  <a:pt x="1182" y="394"/>
                </a:moveTo>
                <a:cubicBezTo>
                  <a:pt x="2010" y="394"/>
                  <a:pt x="2053" y="1556"/>
                  <a:pt x="1358" y="1872"/>
                </a:cubicBezTo>
                <a:cubicBezTo>
                  <a:pt x="1279" y="1908"/>
                  <a:pt x="1200" y="1924"/>
                  <a:pt x="1124" y="1924"/>
                </a:cubicBezTo>
                <a:cubicBezTo>
                  <a:pt x="807" y="1924"/>
                  <a:pt x="538" y="1642"/>
                  <a:pt x="513" y="1308"/>
                </a:cubicBezTo>
                <a:cubicBezTo>
                  <a:pt x="485" y="925"/>
                  <a:pt x="754" y="601"/>
                  <a:pt x="1051" y="395"/>
                </a:cubicBezTo>
                <a:lnTo>
                  <a:pt x="1051" y="395"/>
                </a:lnTo>
                <a:cubicBezTo>
                  <a:pt x="1062" y="397"/>
                  <a:pt x="1074" y="398"/>
                  <a:pt x="1087" y="398"/>
                </a:cubicBezTo>
                <a:cubicBezTo>
                  <a:pt x="1093" y="398"/>
                  <a:pt x="1099" y="398"/>
                  <a:pt x="1106" y="397"/>
                </a:cubicBezTo>
                <a:cubicBezTo>
                  <a:pt x="1132" y="395"/>
                  <a:pt x="1157" y="394"/>
                  <a:pt x="1182" y="394"/>
                </a:cubicBezTo>
                <a:close/>
                <a:moveTo>
                  <a:pt x="991" y="0"/>
                </a:moveTo>
                <a:cubicBezTo>
                  <a:pt x="959" y="0"/>
                  <a:pt x="925" y="10"/>
                  <a:pt x="890" y="32"/>
                </a:cubicBezTo>
                <a:cubicBezTo>
                  <a:pt x="400" y="349"/>
                  <a:pt x="1" y="907"/>
                  <a:pt x="150" y="1515"/>
                </a:cubicBezTo>
                <a:cubicBezTo>
                  <a:pt x="261" y="1967"/>
                  <a:pt x="670" y="2326"/>
                  <a:pt x="1125" y="2326"/>
                </a:cubicBezTo>
                <a:cubicBezTo>
                  <a:pt x="1211" y="2326"/>
                  <a:pt x="1299" y="2313"/>
                  <a:pt x="1387" y="2285"/>
                </a:cubicBezTo>
                <a:cubicBezTo>
                  <a:pt x="1924" y="2115"/>
                  <a:pt x="2300" y="1534"/>
                  <a:pt x="2254" y="977"/>
                </a:cubicBezTo>
                <a:cubicBezTo>
                  <a:pt x="2211" y="427"/>
                  <a:pt x="1730" y="0"/>
                  <a:pt x="1190" y="0"/>
                </a:cubicBezTo>
                <a:cubicBezTo>
                  <a:pt x="1162" y="0"/>
                  <a:pt x="1134" y="1"/>
                  <a:pt x="1106" y="4"/>
                </a:cubicBezTo>
                <a:cubicBezTo>
                  <a:pt x="1088" y="5"/>
                  <a:pt x="1071" y="9"/>
                  <a:pt x="1056" y="14"/>
                </a:cubicBezTo>
                <a:lnTo>
                  <a:pt x="1056" y="14"/>
                </a:lnTo>
                <a:cubicBezTo>
                  <a:pt x="1035" y="5"/>
                  <a:pt x="1014" y="0"/>
                  <a:pt x="99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1"/>
          <p:cNvSpPr/>
          <p:nvPr/>
        </p:nvSpPr>
        <p:spPr>
          <a:xfrm>
            <a:off x="4509300" y="3283175"/>
            <a:ext cx="40675" cy="14075"/>
          </a:xfrm>
          <a:custGeom>
            <a:rect b="b" l="l" r="r" t="t"/>
            <a:pathLst>
              <a:path extrusionOk="0" h="563" w="1627">
                <a:moveTo>
                  <a:pt x="518" y="1"/>
                </a:moveTo>
                <a:cubicBezTo>
                  <a:pt x="429" y="1"/>
                  <a:pt x="340" y="6"/>
                  <a:pt x="250" y="18"/>
                </a:cubicBezTo>
                <a:cubicBezTo>
                  <a:pt x="13" y="50"/>
                  <a:pt x="1" y="414"/>
                  <a:pt x="220" y="414"/>
                </a:cubicBezTo>
                <a:cubicBezTo>
                  <a:pt x="230" y="414"/>
                  <a:pt x="240" y="413"/>
                  <a:pt x="250" y="412"/>
                </a:cubicBezTo>
                <a:cubicBezTo>
                  <a:pt x="340" y="400"/>
                  <a:pt x="429" y="394"/>
                  <a:pt x="517" y="394"/>
                </a:cubicBezTo>
                <a:cubicBezTo>
                  <a:pt x="761" y="394"/>
                  <a:pt x="1000" y="440"/>
                  <a:pt x="1227" y="543"/>
                </a:cubicBezTo>
                <a:cubicBezTo>
                  <a:pt x="1256" y="557"/>
                  <a:pt x="1285" y="563"/>
                  <a:pt x="1313" y="563"/>
                </a:cubicBezTo>
                <a:cubicBezTo>
                  <a:pt x="1500" y="563"/>
                  <a:pt x="1626" y="293"/>
                  <a:pt x="1426" y="203"/>
                </a:cubicBezTo>
                <a:cubicBezTo>
                  <a:pt x="1134" y="72"/>
                  <a:pt x="831" y="1"/>
                  <a:pt x="5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1"/>
          <p:cNvSpPr/>
          <p:nvPr/>
        </p:nvSpPr>
        <p:spPr>
          <a:xfrm>
            <a:off x="4506150" y="3304675"/>
            <a:ext cx="35425" cy="12775"/>
          </a:xfrm>
          <a:custGeom>
            <a:rect b="b" l="l" r="r" t="t"/>
            <a:pathLst>
              <a:path extrusionOk="0" h="511" w="1417">
                <a:moveTo>
                  <a:pt x="309" y="0"/>
                </a:moveTo>
                <a:cubicBezTo>
                  <a:pt x="84" y="0"/>
                  <a:pt x="0" y="347"/>
                  <a:pt x="239" y="382"/>
                </a:cubicBezTo>
                <a:cubicBezTo>
                  <a:pt x="518" y="424"/>
                  <a:pt x="794" y="467"/>
                  <a:pt x="1074" y="508"/>
                </a:cubicBezTo>
                <a:cubicBezTo>
                  <a:pt x="1085" y="510"/>
                  <a:pt x="1096" y="511"/>
                  <a:pt x="1107" y="511"/>
                </a:cubicBezTo>
                <a:cubicBezTo>
                  <a:pt x="1332" y="511"/>
                  <a:pt x="1417" y="164"/>
                  <a:pt x="1179" y="129"/>
                </a:cubicBezTo>
                <a:cubicBezTo>
                  <a:pt x="900" y="87"/>
                  <a:pt x="623" y="44"/>
                  <a:pt x="343" y="3"/>
                </a:cubicBezTo>
                <a:cubicBezTo>
                  <a:pt x="332" y="1"/>
                  <a:pt x="320" y="0"/>
                  <a:pt x="30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1"/>
          <p:cNvSpPr/>
          <p:nvPr/>
        </p:nvSpPr>
        <p:spPr>
          <a:xfrm>
            <a:off x="4635800" y="3269475"/>
            <a:ext cx="39600" cy="66900"/>
          </a:xfrm>
          <a:custGeom>
            <a:rect b="b" l="l" r="r" t="t"/>
            <a:pathLst>
              <a:path extrusionOk="0" h="2676" w="1584">
                <a:moveTo>
                  <a:pt x="536" y="0"/>
                </a:moveTo>
                <a:cubicBezTo>
                  <a:pt x="413" y="0"/>
                  <a:pt x="289" y="34"/>
                  <a:pt x="182" y="101"/>
                </a:cubicBezTo>
                <a:cubicBezTo>
                  <a:pt x="1" y="211"/>
                  <a:pt x="111" y="468"/>
                  <a:pt x="279" y="468"/>
                </a:cubicBezTo>
                <a:cubicBezTo>
                  <a:pt x="311" y="468"/>
                  <a:pt x="345" y="459"/>
                  <a:pt x="380" y="437"/>
                </a:cubicBezTo>
                <a:cubicBezTo>
                  <a:pt x="435" y="403"/>
                  <a:pt x="482" y="388"/>
                  <a:pt x="522" y="388"/>
                </a:cubicBezTo>
                <a:cubicBezTo>
                  <a:pt x="684" y="388"/>
                  <a:pt x="715" y="637"/>
                  <a:pt x="623" y="802"/>
                </a:cubicBezTo>
                <a:cubicBezTo>
                  <a:pt x="566" y="907"/>
                  <a:pt x="451" y="990"/>
                  <a:pt x="364" y="1066"/>
                </a:cubicBezTo>
                <a:cubicBezTo>
                  <a:pt x="224" y="1186"/>
                  <a:pt x="345" y="1392"/>
                  <a:pt x="503" y="1402"/>
                </a:cubicBezTo>
                <a:cubicBezTo>
                  <a:pt x="773" y="1418"/>
                  <a:pt x="1423" y="1509"/>
                  <a:pt x="1087" y="1979"/>
                </a:cubicBezTo>
                <a:cubicBezTo>
                  <a:pt x="915" y="2218"/>
                  <a:pt x="557" y="2254"/>
                  <a:pt x="287" y="2294"/>
                </a:cubicBezTo>
                <a:cubicBezTo>
                  <a:pt x="48" y="2329"/>
                  <a:pt x="134" y="2676"/>
                  <a:pt x="359" y="2676"/>
                </a:cubicBezTo>
                <a:cubicBezTo>
                  <a:pt x="370" y="2676"/>
                  <a:pt x="381" y="2675"/>
                  <a:pt x="393" y="2673"/>
                </a:cubicBezTo>
                <a:cubicBezTo>
                  <a:pt x="904" y="2597"/>
                  <a:pt x="1584" y="2383"/>
                  <a:pt x="1574" y="1744"/>
                </a:cubicBezTo>
                <a:cubicBezTo>
                  <a:pt x="1566" y="1338"/>
                  <a:pt x="1258" y="1152"/>
                  <a:pt x="916" y="1068"/>
                </a:cubicBezTo>
                <a:lnTo>
                  <a:pt x="916" y="1068"/>
                </a:lnTo>
                <a:cubicBezTo>
                  <a:pt x="1099" y="839"/>
                  <a:pt x="1213" y="559"/>
                  <a:pt x="1047" y="280"/>
                </a:cubicBezTo>
                <a:cubicBezTo>
                  <a:pt x="935" y="91"/>
                  <a:pt x="737" y="0"/>
                  <a:pt x="5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1"/>
          <p:cNvSpPr/>
          <p:nvPr/>
        </p:nvSpPr>
        <p:spPr>
          <a:xfrm>
            <a:off x="4684725" y="3269125"/>
            <a:ext cx="12800" cy="63375"/>
          </a:xfrm>
          <a:custGeom>
            <a:rect b="b" l="l" r="r" t="t"/>
            <a:pathLst>
              <a:path extrusionOk="0" h="2535" w="512">
                <a:moveTo>
                  <a:pt x="189" y="1"/>
                </a:moveTo>
                <a:cubicBezTo>
                  <a:pt x="91" y="1"/>
                  <a:pt x="0" y="63"/>
                  <a:pt x="15" y="189"/>
                </a:cubicBezTo>
                <a:cubicBezTo>
                  <a:pt x="96" y="906"/>
                  <a:pt x="118" y="1624"/>
                  <a:pt x="76" y="2345"/>
                </a:cubicBezTo>
                <a:cubicBezTo>
                  <a:pt x="69" y="2472"/>
                  <a:pt x="164" y="2535"/>
                  <a:pt x="262" y="2535"/>
                </a:cubicBezTo>
                <a:cubicBezTo>
                  <a:pt x="360" y="2535"/>
                  <a:pt x="463" y="2471"/>
                  <a:pt x="470" y="2345"/>
                </a:cubicBezTo>
                <a:cubicBezTo>
                  <a:pt x="511" y="1624"/>
                  <a:pt x="491" y="906"/>
                  <a:pt x="408" y="189"/>
                </a:cubicBezTo>
                <a:cubicBezTo>
                  <a:pt x="394" y="64"/>
                  <a:pt x="287" y="1"/>
                  <a:pt x="18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1"/>
          <p:cNvSpPr/>
          <p:nvPr/>
        </p:nvSpPr>
        <p:spPr>
          <a:xfrm>
            <a:off x="4512525" y="3385300"/>
            <a:ext cx="40400" cy="12000"/>
          </a:xfrm>
          <a:custGeom>
            <a:rect b="b" l="l" r="r" t="t"/>
            <a:pathLst>
              <a:path extrusionOk="0" h="480" w="1616">
                <a:moveTo>
                  <a:pt x="288" y="0"/>
                </a:moveTo>
                <a:cubicBezTo>
                  <a:pt x="76" y="0"/>
                  <a:pt x="0" y="333"/>
                  <a:pt x="230" y="388"/>
                </a:cubicBezTo>
                <a:cubicBezTo>
                  <a:pt x="487" y="448"/>
                  <a:pt x="745" y="480"/>
                  <a:pt x="1005" y="480"/>
                </a:cubicBezTo>
                <a:cubicBezTo>
                  <a:pt x="1124" y="480"/>
                  <a:pt x="1243" y="473"/>
                  <a:pt x="1362" y="460"/>
                </a:cubicBezTo>
                <a:cubicBezTo>
                  <a:pt x="1603" y="433"/>
                  <a:pt x="1615" y="65"/>
                  <a:pt x="1387" y="65"/>
                </a:cubicBezTo>
                <a:cubicBezTo>
                  <a:pt x="1379" y="65"/>
                  <a:pt x="1371" y="65"/>
                  <a:pt x="1362" y="66"/>
                </a:cubicBezTo>
                <a:cubicBezTo>
                  <a:pt x="1246" y="78"/>
                  <a:pt x="1129" y="85"/>
                  <a:pt x="1014" y="85"/>
                </a:cubicBezTo>
                <a:cubicBezTo>
                  <a:pt x="786" y="85"/>
                  <a:pt x="561" y="60"/>
                  <a:pt x="336" y="6"/>
                </a:cubicBezTo>
                <a:cubicBezTo>
                  <a:pt x="320" y="2"/>
                  <a:pt x="304" y="0"/>
                  <a:pt x="28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1"/>
          <p:cNvSpPr/>
          <p:nvPr/>
        </p:nvSpPr>
        <p:spPr>
          <a:xfrm>
            <a:off x="4517475" y="3409900"/>
            <a:ext cx="31375" cy="9875"/>
          </a:xfrm>
          <a:custGeom>
            <a:rect b="b" l="l" r="r" t="t"/>
            <a:pathLst>
              <a:path extrusionOk="0" h="395" w="1255">
                <a:moveTo>
                  <a:pt x="254" y="1"/>
                </a:moveTo>
                <a:cubicBezTo>
                  <a:pt x="1" y="1"/>
                  <a:pt x="1" y="395"/>
                  <a:pt x="254" y="395"/>
                </a:cubicBezTo>
                <a:lnTo>
                  <a:pt x="1000" y="395"/>
                </a:lnTo>
                <a:cubicBezTo>
                  <a:pt x="1255" y="395"/>
                  <a:pt x="1255" y="1"/>
                  <a:pt x="100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1"/>
          <p:cNvSpPr/>
          <p:nvPr/>
        </p:nvSpPr>
        <p:spPr>
          <a:xfrm>
            <a:off x="4641225" y="3368400"/>
            <a:ext cx="53550" cy="64375"/>
          </a:xfrm>
          <a:custGeom>
            <a:rect b="b" l="l" r="r" t="t"/>
            <a:pathLst>
              <a:path extrusionOk="0" h="2575" w="2142">
                <a:moveTo>
                  <a:pt x="1836" y="0"/>
                </a:moveTo>
                <a:cubicBezTo>
                  <a:pt x="1825" y="0"/>
                  <a:pt x="1813" y="1"/>
                  <a:pt x="1800" y="3"/>
                </a:cubicBezTo>
                <a:cubicBezTo>
                  <a:pt x="1415" y="67"/>
                  <a:pt x="1031" y="97"/>
                  <a:pt x="645" y="97"/>
                </a:cubicBezTo>
                <a:cubicBezTo>
                  <a:pt x="554" y="97"/>
                  <a:pt x="463" y="95"/>
                  <a:pt x="372" y="92"/>
                </a:cubicBezTo>
                <a:cubicBezTo>
                  <a:pt x="370" y="92"/>
                  <a:pt x="368" y="92"/>
                  <a:pt x="366" y="92"/>
                </a:cubicBezTo>
                <a:cubicBezTo>
                  <a:pt x="271" y="92"/>
                  <a:pt x="163" y="187"/>
                  <a:pt x="176" y="288"/>
                </a:cubicBezTo>
                <a:cubicBezTo>
                  <a:pt x="213" y="602"/>
                  <a:pt x="1" y="1167"/>
                  <a:pt x="458" y="1302"/>
                </a:cubicBezTo>
                <a:cubicBezTo>
                  <a:pt x="487" y="1310"/>
                  <a:pt x="519" y="1314"/>
                  <a:pt x="552" y="1314"/>
                </a:cubicBezTo>
                <a:cubicBezTo>
                  <a:pt x="686" y="1314"/>
                  <a:pt x="838" y="1255"/>
                  <a:pt x="963" y="1255"/>
                </a:cubicBezTo>
                <a:cubicBezTo>
                  <a:pt x="1067" y="1255"/>
                  <a:pt x="1151" y="1296"/>
                  <a:pt x="1189" y="1448"/>
                </a:cubicBezTo>
                <a:cubicBezTo>
                  <a:pt x="1301" y="1889"/>
                  <a:pt x="704" y="2088"/>
                  <a:pt x="399" y="2185"/>
                </a:cubicBezTo>
                <a:cubicBezTo>
                  <a:pt x="181" y="2255"/>
                  <a:pt x="245" y="2575"/>
                  <a:pt x="441" y="2575"/>
                </a:cubicBezTo>
                <a:cubicBezTo>
                  <a:pt x="461" y="2575"/>
                  <a:pt x="482" y="2572"/>
                  <a:pt x="505" y="2564"/>
                </a:cubicBezTo>
                <a:cubicBezTo>
                  <a:pt x="1044" y="2391"/>
                  <a:pt x="1747" y="2032"/>
                  <a:pt x="1571" y="1345"/>
                </a:cubicBezTo>
                <a:cubicBezTo>
                  <a:pt x="1515" y="1131"/>
                  <a:pt x="1361" y="917"/>
                  <a:pt x="1145" y="846"/>
                </a:cubicBezTo>
                <a:cubicBezTo>
                  <a:pt x="1100" y="832"/>
                  <a:pt x="1060" y="826"/>
                  <a:pt x="1023" y="826"/>
                </a:cubicBezTo>
                <a:cubicBezTo>
                  <a:pt x="923" y="826"/>
                  <a:pt x="842" y="867"/>
                  <a:pt x="722" y="878"/>
                </a:cubicBezTo>
                <a:cubicBezTo>
                  <a:pt x="703" y="880"/>
                  <a:pt x="685" y="881"/>
                  <a:pt x="669" y="881"/>
                </a:cubicBezTo>
                <a:cubicBezTo>
                  <a:pt x="515" y="881"/>
                  <a:pt x="544" y="798"/>
                  <a:pt x="561" y="636"/>
                </a:cubicBezTo>
                <a:cubicBezTo>
                  <a:pt x="566" y="583"/>
                  <a:pt x="571" y="536"/>
                  <a:pt x="574" y="490"/>
                </a:cubicBezTo>
                <a:lnTo>
                  <a:pt x="574" y="490"/>
                </a:lnTo>
                <a:cubicBezTo>
                  <a:pt x="592" y="490"/>
                  <a:pt x="609" y="490"/>
                  <a:pt x="626" y="490"/>
                </a:cubicBezTo>
                <a:cubicBezTo>
                  <a:pt x="1056" y="490"/>
                  <a:pt x="1480" y="453"/>
                  <a:pt x="1906" y="384"/>
                </a:cubicBezTo>
                <a:cubicBezTo>
                  <a:pt x="2142" y="345"/>
                  <a:pt x="2058" y="0"/>
                  <a:pt x="18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1"/>
          <p:cNvSpPr/>
          <p:nvPr/>
        </p:nvSpPr>
        <p:spPr>
          <a:xfrm>
            <a:off x="4687925" y="3410025"/>
            <a:ext cx="17750" cy="26150"/>
          </a:xfrm>
          <a:custGeom>
            <a:rect b="b" l="l" r="r" t="t"/>
            <a:pathLst>
              <a:path extrusionOk="0" h="1046" w="710">
                <a:moveTo>
                  <a:pt x="471" y="0"/>
                </a:moveTo>
                <a:cubicBezTo>
                  <a:pt x="393" y="0"/>
                  <a:pt x="313" y="41"/>
                  <a:pt x="280" y="136"/>
                </a:cubicBezTo>
                <a:cubicBezTo>
                  <a:pt x="204" y="360"/>
                  <a:pt x="127" y="583"/>
                  <a:pt x="50" y="805"/>
                </a:cubicBezTo>
                <a:cubicBezTo>
                  <a:pt x="0" y="950"/>
                  <a:pt x="120" y="1045"/>
                  <a:pt x="240" y="1045"/>
                </a:cubicBezTo>
                <a:cubicBezTo>
                  <a:pt x="318" y="1045"/>
                  <a:pt x="397" y="1005"/>
                  <a:pt x="429" y="911"/>
                </a:cubicBezTo>
                <a:cubicBezTo>
                  <a:pt x="506" y="687"/>
                  <a:pt x="584" y="463"/>
                  <a:pt x="660" y="241"/>
                </a:cubicBezTo>
                <a:cubicBezTo>
                  <a:pt x="710" y="96"/>
                  <a:pt x="591" y="0"/>
                  <a:pt x="47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1"/>
          <p:cNvSpPr/>
          <p:nvPr/>
        </p:nvSpPr>
        <p:spPr>
          <a:xfrm>
            <a:off x="4716525" y="3369150"/>
            <a:ext cx="40250" cy="63125"/>
          </a:xfrm>
          <a:custGeom>
            <a:rect b="b" l="l" r="r" t="t"/>
            <a:pathLst>
              <a:path extrusionOk="0" h="2525" w="1610">
                <a:moveTo>
                  <a:pt x="779" y="0"/>
                </a:moveTo>
                <a:cubicBezTo>
                  <a:pt x="672" y="0"/>
                  <a:pt x="566" y="43"/>
                  <a:pt x="486" y="139"/>
                </a:cubicBezTo>
                <a:cubicBezTo>
                  <a:pt x="365" y="287"/>
                  <a:pt x="495" y="484"/>
                  <a:pt x="637" y="484"/>
                </a:cubicBezTo>
                <a:cubicBezTo>
                  <a:pt x="681" y="484"/>
                  <a:pt x="726" y="465"/>
                  <a:pt x="765" y="418"/>
                </a:cubicBezTo>
                <a:lnTo>
                  <a:pt x="765" y="418"/>
                </a:lnTo>
                <a:cubicBezTo>
                  <a:pt x="833" y="534"/>
                  <a:pt x="825" y="620"/>
                  <a:pt x="744" y="679"/>
                </a:cubicBezTo>
                <a:cubicBezTo>
                  <a:pt x="687" y="736"/>
                  <a:pt x="624" y="785"/>
                  <a:pt x="553" y="826"/>
                </a:cubicBezTo>
                <a:cubicBezTo>
                  <a:pt x="472" y="884"/>
                  <a:pt x="417" y="1003"/>
                  <a:pt x="485" y="1096"/>
                </a:cubicBezTo>
                <a:cubicBezTo>
                  <a:pt x="651" y="1335"/>
                  <a:pt x="914" y="1273"/>
                  <a:pt x="1097" y="1456"/>
                </a:cubicBezTo>
                <a:cubicBezTo>
                  <a:pt x="1289" y="1645"/>
                  <a:pt x="1148" y="1876"/>
                  <a:pt x="947" y="1996"/>
                </a:cubicBezTo>
                <a:cubicBezTo>
                  <a:pt x="737" y="2122"/>
                  <a:pt x="495" y="2129"/>
                  <a:pt x="256" y="2131"/>
                </a:cubicBezTo>
                <a:cubicBezTo>
                  <a:pt x="2" y="2133"/>
                  <a:pt x="1" y="2524"/>
                  <a:pt x="253" y="2524"/>
                </a:cubicBezTo>
                <a:cubicBezTo>
                  <a:pt x="254" y="2524"/>
                  <a:pt x="255" y="2524"/>
                  <a:pt x="256" y="2524"/>
                </a:cubicBezTo>
                <a:cubicBezTo>
                  <a:pt x="778" y="2517"/>
                  <a:pt x="1437" y="2403"/>
                  <a:pt x="1567" y="1801"/>
                </a:cubicBezTo>
                <a:cubicBezTo>
                  <a:pt x="1610" y="1609"/>
                  <a:pt x="1583" y="1389"/>
                  <a:pt x="1467" y="1227"/>
                </a:cubicBezTo>
                <a:cubicBezTo>
                  <a:pt x="1408" y="1144"/>
                  <a:pt x="1329" y="1084"/>
                  <a:pt x="1236" y="1041"/>
                </a:cubicBezTo>
                <a:cubicBezTo>
                  <a:pt x="1176" y="1013"/>
                  <a:pt x="1076" y="1003"/>
                  <a:pt x="986" y="981"/>
                </a:cubicBezTo>
                <a:lnTo>
                  <a:pt x="986" y="981"/>
                </a:lnTo>
                <a:cubicBezTo>
                  <a:pt x="1191" y="792"/>
                  <a:pt x="1350" y="545"/>
                  <a:pt x="1205" y="268"/>
                </a:cubicBezTo>
                <a:cubicBezTo>
                  <a:pt x="1120" y="105"/>
                  <a:pt x="948" y="0"/>
                  <a:pt x="77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1"/>
          <p:cNvSpPr/>
          <p:nvPr/>
        </p:nvSpPr>
        <p:spPr>
          <a:xfrm>
            <a:off x="4963575" y="3369900"/>
            <a:ext cx="77125" cy="151925"/>
          </a:xfrm>
          <a:custGeom>
            <a:rect b="b" l="l" r="r" t="t"/>
            <a:pathLst>
              <a:path extrusionOk="0" h="6077" w="3085">
                <a:moveTo>
                  <a:pt x="2769" y="1"/>
                </a:moveTo>
                <a:cubicBezTo>
                  <a:pt x="2758" y="1"/>
                  <a:pt x="2747" y="2"/>
                  <a:pt x="2735" y="3"/>
                </a:cubicBezTo>
                <a:cubicBezTo>
                  <a:pt x="1262" y="225"/>
                  <a:pt x="1" y="1505"/>
                  <a:pt x="9" y="3044"/>
                </a:cubicBezTo>
                <a:cubicBezTo>
                  <a:pt x="18" y="4584"/>
                  <a:pt x="1258" y="5857"/>
                  <a:pt x="2742" y="6074"/>
                </a:cubicBezTo>
                <a:cubicBezTo>
                  <a:pt x="2753" y="6076"/>
                  <a:pt x="2764" y="6077"/>
                  <a:pt x="2775" y="6077"/>
                </a:cubicBezTo>
                <a:cubicBezTo>
                  <a:pt x="2999" y="6077"/>
                  <a:pt x="3085" y="5729"/>
                  <a:pt x="2847" y="5695"/>
                </a:cubicBezTo>
                <a:cubicBezTo>
                  <a:pt x="1538" y="5502"/>
                  <a:pt x="404" y="4423"/>
                  <a:pt x="403" y="3043"/>
                </a:cubicBezTo>
                <a:cubicBezTo>
                  <a:pt x="400" y="1667"/>
                  <a:pt x="1535" y="579"/>
                  <a:pt x="2838" y="384"/>
                </a:cubicBezTo>
                <a:cubicBezTo>
                  <a:pt x="3077" y="347"/>
                  <a:pt x="2992" y="1"/>
                  <a:pt x="276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1"/>
          <p:cNvSpPr/>
          <p:nvPr/>
        </p:nvSpPr>
        <p:spPr>
          <a:xfrm>
            <a:off x="5025300" y="3380100"/>
            <a:ext cx="156425" cy="143125"/>
          </a:xfrm>
          <a:custGeom>
            <a:rect b="b" l="l" r="r" t="t"/>
            <a:pathLst>
              <a:path extrusionOk="0" h="5725" w="6257">
                <a:moveTo>
                  <a:pt x="3575" y="381"/>
                </a:moveTo>
                <a:cubicBezTo>
                  <a:pt x="3581" y="384"/>
                  <a:pt x="3588" y="386"/>
                  <a:pt x="3596" y="388"/>
                </a:cubicBezTo>
                <a:cubicBezTo>
                  <a:pt x="5938" y="1037"/>
                  <a:pt x="6257" y="4347"/>
                  <a:pt x="3853" y="5178"/>
                </a:cubicBezTo>
                <a:cubicBezTo>
                  <a:pt x="3591" y="5269"/>
                  <a:pt x="3319" y="5323"/>
                  <a:pt x="3054" y="5323"/>
                </a:cubicBezTo>
                <a:cubicBezTo>
                  <a:pt x="2655" y="5323"/>
                  <a:pt x="2272" y="5201"/>
                  <a:pt x="1959" y="4898"/>
                </a:cubicBezTo>
                <a:cubicBezTo>
                  <a:pt x="1511" y="4458"/>
                  <a:pt x="1444" y="3836"/>
                  <a:pt x="1470" y="3227"/>
                </a:cubicBezTo>
                <a:cubicBezTo>
                  <a:pt x="1520" y="1987"/>
                  <a:pt x="2044" y="590"/>
                  <a:pt x="3455" y="434"/>
                </a:cubicBezTo>
                <a:cubicBezTo>
                  <a:pt x="3505" y="429"/>
                  <a:pt x="3545" y="409"/>
                  <a:pt x="3575" y="381"/>
                </a:cubicBezTo>
                <a:close/>
                <a:moveTo>
                  <a:pt x="3644" y="1"/>
                </a:moveTo>
                <a:cubicBezTo>
                  <a:pt x="3597" y="1"/>
                  <a:pt x="3558" y="18"/>
                  <a:pt x="3528" y="45"/>
                </a:cubicBezTo>
                <a:lnTo>
                  <a:pt x="3528" y="45"/>
                </a:lnTo>
                <a:cubicBezTo>
                  <a:pt x="3514" y="41"/>
                  <a:pt x="3499" y="39"/>
                  <a:pt x="3483" y="39"/>
                </a:cubicBezTo>
                <a:cubicBezTo>
                  <a:pt x="3475" y="39"/>
                  <a:pt x="3467" y="40"/>
                  <a:pt x="3458" y="41"/>
                </a:cubicBezTo>
                <a:cubicBezTo>
                  <a:pt x="659" y="349"/>
                  <a:pt x="0" y="5724"/>
                  <a:pt x="3044" y="5724"/>
                </a:cubicBezTo>
                <a:cubicBezTo>
                  <a:pt x="3121" y="5724"/>
                  <a:pt x="3201" y="5721"/>
                  <a:pt x="3284" y="5714"/>
                </a:cubicBezTo>
                <a:cubicBezTo>
                  <a:pt x="4592" y="5599"/>
                  <a:pt x="5764" y="4528"/>
                  <a:pt x="5943" y="3219"/>
                </a:cubicBezTo>
                <a:cubicBezTo>
                  <a:pt x="6144" y="1741"/>
                  <a:pt x="5086" y="393"/>
                  <a:pt x="3702" y="9"/>
                </a:cubicBezTo>
                <a:cubicBezTo>
                  <a:pt x="3681" y="3"/>
                  <a:pt x="3662" y="1"/>
                  <a:pt x="364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1"/>
          <p:cNvSpPr/>
          <p:nvPr/>
        </p:nvSpPr>
        <p:spPr>
          <a:xfrm>
            <a:off x="5196850" y="3371425"/>
            <a:ext cx="70950" cy="152725"/>
          </a:xfrm>
          <a:custGeom>
            <a:rect b="b" l="l" r="r" t="t"/>
            <a:pathLst>
              <a:path extrusionOk="0" h="6109" w="2838">
                <a:moveTo>
                  <a:pt x="1963" y="0"/>
                </a:moveTo>
                <a:cubicBezTo>
                  <a:pt x="1956" y="0"/>
                  <a:pt x="1950" y="0"/>
                  <a:pt x="1943" y="1"/>
                </a:cubicBezTo>
                <a:cubicBezTo>
                  <a:pt x="1017" y="84"/>
                  <a:pt x="268" y="954"/>
                  <a:pt x="457" y="1911"/>
                </a:cubicBezTo>
                <a:cubicBezTo>
                  <a:pt x="537" y="2314"/>
                  <a:pt x="784" y="2598"/>
                  <a:pt x="1098" y="2856"/>
                </a:cubicBezTo>
                <a:cubicBezTo>
                  <a:pt x="1589" y="3256"/>
                  <a:pt x="2145" y="3480"/>
                  <a:pt x="2298" y="4147"/>
                </a:cubicBezTo>
                <a:cubicBezTo>
                  <a:pt x="2502" y="5032"/>
                  <a:pt x="1828" y="5714"/>
                  <a:pt x="1036" y="5714"/>
                </a:cubicBezTo>
                <a:cubicBezTo>
                  <a:pt x="826" y="5714"/>
                  <a:pt x="607" y="5666"/>
                  <a:pt x="394" y="5561"/>
                </a:cubicBezTo>
                <a:cubicBezTo>
                  <a:pt x="363" y="5545"/>
                  <a:pt x="332" y="5538"/>
                  <a:pt x="302" y="5538"/>
                </a:cubicBezTo>
                <a:cubicBezTo>
                  <a:pt x="121" y="5538"/>
                  <a:pt x="1" y="5804"/>
                  <a:pt x="197" y="5900"/>
                </a:cubicBezTo>
                <a:cubicBezTo>
                  <a:pt x="479" y="6040"/>
                  <a:pt x="784" y="6108"/>
                  <a:pt x="1083" y="6108"/>
                </a:cubicBezTo>
                <a:cubicBezTo>
                  <a:pt x="1869" y="6108"/>
                  <a:pt x="2606" y="5633"/>
                  <a:pt x="2745" y="4739"/>
                </a:cubicBezTo>
                <a:cubicBezTo>
                  <a:pt x="2838" y="4145"/>
                  <a:pt x="2633" y="3581"/>
                  <a:pt x="2201" y="3172"/>
                </a:cubicBezTo>
                <a:cubicBezTo>
                  <a:pt x="1883" y="2871"/>
                  <a:pt x="1421" y="2707"/>
                  <a:pt x="1139" y="2372"/>
                </a:cubicBezTo>
                <a:cubicBezTo>
                  <a:pt x="522" y="1634"/>
                  <a:pt x="967" y="481"/>
                  <a:pt x="1943" y="395"/>
                </a:cubicBezTo>
                <a:cubicBezTo>
                  <a:pt x="2187" y="374"/>
                  <a:pt x="2196" y="0"/>
                  <a:pt x="196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1"/>
          <p:cNvSpPr/>
          <p:nvPr/>
        </p:nvSpPr>
        <p:spPr>
          <a:xfrm>
            <a:off x="5337825" y="3418950"/>
            <a:ext cx="46100" cy="14550"/>
          </a:xfrm>
          <a:custGeom>
            <a:rect b="b" l="l" r="r" t="t"/>
            <a:pathLst>
              <a:path extrusionOk="0" h="582" w="1844">
                <a:moveTo>
                  <a:pt x="1591" y="0"/>
                </a:moveTo>
                <a:cubicBezTo>
                  <a:pt x="1570" y="0"/>
                  <a:pt x="1547" y="4"/>
                  <a:pt x="1523" y="13"/>
                </a:cubicBezTo>
                <a:cubicBezTo>
                  <a:pt x="1196" y="129"/>
                  <a:pt x="865" y="187"/>
                  <a:pt x="525" y="187"/>
                </a:cubicBezTo>
                <a:cubicBezTo>
                  <a:pt x="434" y="187"/>
                  <a:pt x="343" y="182"/>
                  <a:pt x="251" y="174"/>
                </a:cubicBezTo>
                <a:cubicBezTo>
                  <a:pt x="244" y="174"/>
                  <a:pt x="238" y="174"/>
                  <a:pt x="231" y="174"/>
                </a:cubicBezTo>
                <a:cubicBezTo>
                  <a:pt x="1" y="174"/>
                  <a:pt x="8" y="547"/>
                  <a:pt x="252" y="568"/>
                </a:cubicBezTo>
                <a:cubicBezTo>
                  <a:pt x="352" y="577"/>
                  <a:pt x="451" y="582"/>
                  <a:pt x="550" y="582"/>
                </a:cubicBezTo>
                <a:cubicBezTo>
                  <a:pt x="918" y="582"/>
                  <a:pt x="1279" y="518"/>
                  <a:pt x="1629" y="392"/>
                </a:cubicBezTo>
                <a:cubicBezTo>
                  <a:pt x="1843" y="316"/>
                  <a:pt x="1780" y="0"/>
                  <a:pt x="159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1"/>
          <p:cNvSpPr/>
          <p:nvPr/>
        </p:nvSpPr>
        <p:spPr>
          <a:xfrm>
            <a:off x="5341925" y="3444100"/>
            <a:ext cx="41725" cy="9850"/>
          </a:xfrm>
          <a:custGeom>
            <a:rect b="b" l="l" r="r" t="t"/>
            <a:pathLst>
              <a:path extrusionOk="0" h="394" w="1669">
                <a:moveTo>
                  <a:pt x="253" y="0"/>
                </a:moveTo>
                <a:cubicBezTo>
                  <a:pt x="1" y="0"/>
                  <a:pt x="1" y="394"/>
                  <a:pt x="253" y="394"/>
                </a:cubicBezTo>
                <a:lnTo>
                  <a:pt x="1414" y="394"/>
                </a:lnTo>
                <a:cubicBezTo>
                  <a:pt x="1669" y="394"/>
                  <a:pt x="1669" y="0"/>
                  <a:pt x="141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1"/>
          <p:cNvSpPr/>
          <p:nvPr/>
        </p:nvSpPr>
        <p:spPr>
          <a:xfrm>
            <a:off x="5458875" y="3374475"/>
            <a:ext cx="169175" cy="126200"/>
          </a:xfrm>
          <a:custGeom>
            <a:rect b="b" l="l" r="r" t="t"/>
            <a:pathLst>
              <a:path extrusionOk="0" h="5048" w="6767">
                <a:moveTo>
                  <a:pt x="4111" y="1"/>
                </a:moveTo>
                <a:cubicBezTo>
                  <a:pt x="4063" y="1"/>
                  <a:pt x="4016" y="18"/>
                  <a:pt x="3982" y="59"/>
                </a:cubicBezTo>
                <a:lnTo>
                  <a:pt x="123" y="4703"/>
                </a:lnTo>
                <a:cubicBezTo>
                  <a:pt x="1" y="4850"/>
                  <a:pt x="132" y="5047"/>
                  <a:pt x="274" y="5047"/>
                </a:cubicBezTo>
                <a:cubicBezTo>
                  <a:pt x="318" y="5047"/>
                  <a:pt x="363" y="5028"/>
                  <a:pt x="402" y="4981"/>
                </a:cubicBezTo>
                <a:lnTo>
                  <a:pt x="4097" y="535"/>
                </a:lnTo>
                <a:lnTo>
                  <a:pt x="4097" y="535"/>
                </a:lnTo>
                <a:cubicBezTo>
                  <a:pt x="4946" y="1947"/>
                  <a:pt x="5700" y="3403"/>
                  <a:pt x="6359" y="4914"/>
                </a:cubicBezTo>
                <a:cubicBezTo>
                  <a:pt x="6390" y="4987"/>
                  <a:pt x="6446" y="5018"/>
                  <a:pt x="6503" y="5018"/>
                </a:cubicBezTo>
                <a:cubicBezTo>
                  <a:pt x="6629" y="5018"/>
                  <a:pt x="6767" y="4874"/>
                  <a:pt x="6698" y="4716"/>
                </a:cubicBezTo>
                <a:cubicBezTo>
                  <a:pt x="6002" y="3120"/>
                  <a:pt x="5201" y="1583"/>
                  <a:pt x="4291" y="100"/>
                </a:cubicBezTo>
                <a:cubicBezTo>
                  <a:pt x="4256" y="40"/>
                  <a:pt x="4182" y="1"/>
                  <a:pt x="411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1"/>
          <p:cNvSpPr/>
          <p:nvPr/>
        </p:nvSpPr>
        <p:spPr>
          <a:xfrm>
            <a:off x="5503200" y="3440750"/>
            <a:ext cx="104900" cy="17650"/>
          </a:xfrm>
          <a:custGeom>
            <a:rect b="b" l="l" r="r" t="t"/>
            <a:pathLst>
              <a:path extrusionOk="0" h="706" w="4196">
                <a:moveTo>
                  <a:pt x="2351" y="1"/>
                </a:moveTo>
                <a:cubicBezTo>
                  <a:pt x="1638" y="1"/>
                  <a:pt x="928" y="106"/>
                  <a:pt x="222" y="317"/>
                </a:cubicBezTo>
                <a:cubicBezTo>
                  <a:pt x="0" y="383"/>
                  <a:pt x="67" y="706"/>
                  <a:pt x="266" y="706"/>
                </a:cubicBezTo>
                <a:cubicBezTo>
                  <a:pt x="285" y="706"/>
                  <a:pt x="306" y="703"/>
                  <a:pt x="327" y="697"/>
                </a:cubicBezTo>
                <a:cubicBezTo>
                  <a:pt x="1001" y="495"/>
                  <a:pt x="1678" y="393"/>
                  <a:pt x="2359" y="393"/>
                </a:cubicBezTo>
                <a:cubicBezTo>
                  <a:pt x="2857" y="393"/>
                  <a:pt x="3356" y="447"/>
                  <a:pt x="3858" y="556"/>
                </a:cubicBezTo>
                <a:cubicBezTo>
                  <a:pt x="3875" y="560"/>
                  <a:pt x="3891" y="562"/>
                  <a:pt x="3906" y="562"/>
                </a:cubicBezTo>
                <a:cubicBezTo>
                  <a:pt x="4119" y="562"/>
                  <a:pt x="4195" y="228"/>
                  <a:pt x="3964" y="177"/>
                </a:cubicBezTo>
                <a:cubicBezTo>
                  <a:pt x="3425" y="60"/>
                  <a:pt x="2887" y="1"/>
                  <a:pt x="23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1"/>
          <p:cNvSpPr/>
          <p:nvPr/>
        </p:nvSpPr>
        <p:spPr>
          <a:xfrm>
            <a:off x="5645225" y="3347025"/>
            <a:ext cx="53975" cy="53250"/>
          </a:xfrm>
          <a:custGeom>
            <a:rect b="b" l="l" r="r" t="t"/>
            <a:pathLst>
              <a:path extrusionOk="0" h="2130" w="2159">
                <a:moveTo>
                  <a:pt x="990" y="0"/>
                </a:moveTo>
                <a:cubicBezTo>
                  <a:pt x="713" y="0"/>
                  <a:pt x="406" y="128"/>
                  <a:pt x="184" y="260"/>
                </a:cubicBezTo>
                <a:cubicBezTo>
                  <a:pt x="1" y="369"/>
                  <a:pt x="113" y="627"/>
                  <a:pt x="283" y="627"/>
                </a:cubicBezTo>
                <a:cubicBezTo>
                  <a:pt x="314" y="627"/>
                  <a:pt x="348" y="618"/>
                  <a:pt x="382" y="598"/>
                </a:cubicBezTo>
                <a:cubicBezTo>
                  <a:pt x="517" y="518"/>
                  <a:pt x="660" y="423"/>
                  <a:pt x="814" y="392"/>
                </a:cubicBezTo>
                <a:cubicBezTo>
                  <a:pt x="843" y="386"/>
                  <a:pt x="879" y="382"/>
                  <a:pt x="918" y="382"/>
                </a:cubicBezTo>
                <a:cubicBezTo>
                  <a:pt x="1012" y="382"/>
                  <a:pt x="1119" y="404"/>
                  <a:pt x="1162" y="473"/>
                </a:cubicBezTo>
                <a:cubicBezTo>
                  <a:pt x="1251" y="609"/>
                  <a:pt x="1095" y="795"/>
                  <a:pt x="1025" y="885"/>
                </a:cubicBezTo>
                <a:cubicBezTo>
                  <a:pt x="811" y="1162"/>
                  <a:pt x="597" y="1437"/>
                  <a:pt x="382" y="1713"/>
                </a:cubicBezTo>
                <a:cubicBezTo>
                  <a:pt x="295" y="1826"/>
                  <a:pt x="313" y="1999"/>
                  <a:pt x="471" y="2042"/>
                </a:cubicBezTo>
                <a:cubicBezTo>
                  <a:pt x="684" y="2100"/>
                  <a:pt x="898" y="2129"/>
                  <a:pt x="1111" y="2129"/>
                </a:cubicBezTo>
                <a:cubicBezTo>
                  <a:pt x="1393" y="2129"/>
                  <a:pt x="1673" y="2078"/>
                  <a:pt x="1948" y="1973"/>
                </a:cubicBezTo>
                <a:cubicBezTo>
                  <a:pt x="2158" y="1894"/>
                  <a:pt x="2099" y="1580"/>
                  <a:pt x="1912" y="1580"/>
                </a:cubicBezTo>
                <a:cubicBezTo>
                  <a:pt x="1891" y="1580"/>
                  <a:pt x="1867" y="1585"/>
                  <a:pt x="1842" y="1594"/>
                </a:cubicBezTo>
                <a:cubicBezTo>
                  <a:pt x="1598" y="1688"/>
                  <a:pt x="1355" y="1735"/>
                  <a:pt x="1108" y="1735"/>
                </a:cubicBezTo>
                <a:cubicBezTo>
                  <a:pt x="1030" y="1735"/>
                  <a:pt x="952" y="1730"/>
                  <a:pt x="874" y="1721"/>
                </a:cubicBezTo>
                <a:lnTo>
                  <a:pt x="874" y="1721"/>
                </a:lnTo>
                <a:cubicBezTo>
                  <a:pt x="1056" y="1488"/>
                  <a:pt x="1238" y="1255"/>
                  <a:pt x="1417" y="1020"/>
                </a:cubicBezTo>
                <a:cubicBezTo>
                  <a:pt x="1556" y="838"/>
                  <a:pt x="1663" y="642"/>
                  <a:pt x="1577" y="409"/>
                </a:cubicBezTo>
                <a:cubicBezTo>
                  <a:pt x="1466" y="106"/>
                  <a:pt x="1241" y="0"/>
                  <a:pt x="9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1"/>
          <p:cNvSpPr/>
          <p:nvPr/>
        </p:nvSpPr>
        <p:spPr>
          <a:xfrm>
            <a:off x="5778650" y="3411100"/>
            <a:ext cx="9875" cy="59300"/>
          </a:xfrm>
          <a:custGeom>
            <a:rect b="b" l="l" r="r" t="t"/>
            <a:pathLst>
              <a:path extrusionOk="0" h="2372" w="395">
                <a:moveTo>
                  <a:pt x="198" y="1"/>
                </a:moveTo>
                <a:cubicBezTo>
                  <a:pt x="99" y="1"/>
                  <a:pt x="1" y="64"/>
                  <a:pt x="1" y="191"/>
                </a:cubicBezTo>
                <a:lnTo>
                  <a:pt x="1" y="2180"/>
                </a:lnTo>
                <a:cubicBezTo>
                  <a:pt x="1" y="2308"/>
                  <a:pt x="99" y="2372"/>
                  <a:pt x="198" y="2372"/>
                </a:cubicBezTo>
                <a:cubicBezTo>
                  <a:pt x="296" y="2372"/>
                  <a:pt x="395" y="2308"/>
                  <a:pt x="395" y="2180"/>
                </a:cubicBezTo>
                <a:lnTo>
                  <a:pt x="395" y="191"/>
                </a:lnTo>
                <a:cubicBezTo>
                  <a:pt x="395" y="64"/>
                  <a:pt x="296" y="1"/>
                  <a:pt x="1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1"/>
          <p:cNvSpPr/>
          <p:nvPr/>
        </p:nvSpPr>
        <p:spPr>
          <a:xfrm>
            <a:off x="5755475" y="3437000"/>
            <a:ext cx="64425" cy="13625"/>
          </a:xfrm>
          <a:custGeom>
            <a:rect b="b" l="l" r="r" t="t"/>
            <a:pathLst>
              <a:path extrusionOk="0" h="545" w="2577">
                <a:moveTo>
                  <a:pt x="2307" y="0"/>
                </a:moveTo>
                <a:cubicBezTo>
                  <a:pt x="2289" y="0"/>
                  <a:pt x="2269" y="3"/>
                  <a:pt x="2248" y="9"/>
                </a:cubicBezTo>
                <a:cubicBezTo>
                  <a:pt x="1922" y="103"/>
                  <a:pt x="1598" y="150"/>
                  <a:pt x="1273" y="150"/>
                </a:cubicBezTo>
                <a:cubicBezTo>
                  <a:pt x="959" y="150"/>
                  <a:pt x="645" y="106"/>
                  <a:pt x="330" y="18"/>
                </a:cubicBezTo>
                <a:cubicBezTo>
                  <a:pt x="309" y="12"/>
                  <a:pt x="290" y="9"/>
                  <a:pt x="271" y="9"/>
                </a:cubicBezTo>
                <a:cubicBezTo>
                  <a:pt x="70" y="9"/>
                  <a:pt x="1" y="334"/>
                  <a:pt x="225" y="397"/>
                </a:cubicBezTo>
                <a:cubicBezTo>
                  <a:pt x="574" y="495"/>
                  <a:pt x="924" y="544"/>
                  <a:pt x="1275" y="544"/>
                </a:cubicBezTo>
                <a:cubicBezTo>
                  <a:pt x="1635" y="544"/>
                  <a:pt x="1996" y="492"/>
                  <a:pt x="2354" y="389"/>
                </a:cubicBezTo>
                <a:cubicBezTo>
                  <a:pt x="2576" y="324"/>
                  <a:pt x="2508" y="0"/>
                  <a:pt x="23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1"/>
          <p:cNvSpPr/>
          <p:nvPr/>
        </p:nvSpPr>
        <p:spPr>
          <a:xfrm>
            <a:off x="5884125" y="3369050"/>
            <a:ext cx="100850" cy="122125"/>
          </a:xfrm>
          <a:custGeom>
            <a:rect b="b" l="l" r="r" t="t"/>
            <a:pathLst>
              <a:path extrusionOk="0" h="4885" w="4034">
                <a:moveTo>
                  <a:pt x="1307" y="384"/>
                </a:moveTo>
                <a:cubicBezTo>
                  <a:pt x="1708" y="384"/>
                  <a:pt x="2111" y="463"/>
                  <a:pt x="2205" y="767"/>
                </a:cubicBezTo>
                <a:cubicBezTo>
                  <a:pt x="2141" y="1064"/>
                  <a:pt x="2078" y="1360"/>
                  <a:pt x="2013" y="1656"/>
                </a:cubicBezTo>
                <a:lnTo>
                  <a:pt x="1424" y="1990"/>
                </a:lnTo>
                <a:cubicBezTo>
                  <a:pt x="1198" y="2071"/>
                  <a:pt x="940" y="2103"/>
                  <a:pt x="703" y="2140"/>
                </a:cubicBezTo>
                <a:lnTo>
                  <a:pt x="703" y="2140"/>
                </a:lnTo>
                <a:cubicBezTo>
                  <a:pt x="703" y="2140"/>
                  <a:pt x="702" y="2140"/>
                  <a:pt x="702" y="2140"/>
                </a:cubicBezTo>
                <a:lnTo>
                  <a:pt x="702" y="2140"/>
                </a:lnTo>
                <a:cubicBezTo>
                  <a:pt x="702" y="2140"/>
                  <a:pt x="702" y="2140"/>
                  <a:pt x="702" y="2141"/>
                </a:cubicBezTo>
                <a:lnTo>
                  <a:pt x="702" y="2141"/>
                </a:lnTo>
                <a:cubicBezTo>
                  <a:pt x="685" y="2143"/>
                  <a:pt x="668" y="2146"/>
                  <a:pt x="651" y="2149"/>
                </a:cubicBezTo>
                <a:cubicBezTo>
                  <a:pt x="624" y="2153"/>
                  <a:pt x="602" y="2161"/>
                  <a:pt x="583" y="2172"/>
                </a:cubicBezTo>
                <a:lnTo>
                  <a:pt x="583" y="2172"/>
                </a:lnTo>
                <a:cubicBezTo>
                  <a:pt x="591" y="1597"/>
                  <a:pt x="600" y="1022"/>
                  <a:pt x="608" y="446"/>
                </a:cubicBezTo>
                <a:lnTo>
                  <a:pt x="608" y="446"/>
                </a:lnTo>
                <a:cubicBezTo>
                  <a:pt x="781" y="418"/>
                  <a:pt x="1044" y="384"/>
                  <a:pt x="1307" y="384"/>
                </a:cubicBezTo>
                <a:close/>
                <a:moveTo>
                  <a:pt x="579" y="2476"/>
                </a:moveTo>
                <a:cubicBezTo>
                  <a:pt x="611" y="2508"/>
                  <a:pt x="653" y="2531"/>
                  <a:pt x="702" y="2535"/>
                </a:cubicBezTo>
                <a:cubicBezTo>
                  <a:pt x="791" y="2544"/>
                  <a:pt x="891" y="2547"/>
                  <a:pt x="999" y="2547"/>
                </a:cubicBezTo>
                <a:cubicBezTo>
                  <a:pt x="1210" y="2547"/>
                  <a:pt x="1451" y="2536"/>
                  <a:pt x="1696" y="2536"/>
                </a:cubicBezTo>
                <a:cubicBezTo>
                  <a:pt x="2260" y="2536"/>
                  <a:pt x="2843" y="2592"/>
                  <a:pt x="3120" y="2965"/>
                </a:cubicBezTo>
                <a:cubicBezTo>
                  <a:pt x="3900" y="4017"/>
                  <a:pt x="2877" y="4133"/>
                  <a:pt x="2429" y="4216"/>
                </a:cubicBezTo>
                <a:cubicBezTo>
                  <a:pt x="2033" y="4289"/>
                  <a:pt x="1613" y="4376"/>
                  <a:pt x="1212" y="4404"/>
                </a:cubicBezTo>
                <a:cubicBezTo>
                  <a:pt x="1116" y="4410"/>
                  <a:pt x="1034" y="4414"/>
                  <a:pt x="964" y="4414"/>
                </a:cubicBezTo>
                <a:cubicBezTo>
                  <a:pt x="488" y="4414"/>
                  <a:pt x="554" y="4248"/>
                  <a:pt x="562" y="3681"/>
                </a:cubicBezTo>
                <a:cubicBezTo>
                  <a:pt x="568" y="3336"/>
                  <a:pt x="572" y="2988"/>
                  <a:pt x="576" y="2643"/>
                </a:cubicBezTo>
                <a:cubicBezTo>
                  <a:pt x="577" y="2587"/>
                  <a:pt x="578" y="2531"/>
                  <a:pt x="579" y="2476"/>
                </a:cubicBezTo>
                <a:close/>
                <a:moveTo>
                  <a:pt x="1235" y="1"/>
                </a:moveTo>
                <a:cubicBezTo>
                  <a:pt x="990" y="1"/>
                  <a:pt x="747" y="28"/>
                  <a:pt x="532" y="62"/>
                </a:cubicBezTo>
                <a:lnTo>
                  <a:pt x="532" y="62"/>
                </a:lnTo>
                <a:cubicBezTo>
                  <a:pt x="499" y="40"/>
                  <a:pt x="459" y="29"/>
                  <a:pt x="418" y="29"/>
                </a:cubicBezTo>
                <a:cubicBezTo>
                  <a:pt x="320" y="29"/>
                  <a:pt x="221" y="92"/>
                  <a:pt x="220" y="218"/>
                </a:cubicBezTo>
                <a:cubicBezTo>
                  <a:pt x="207" y="1141"/>
                  <a:pt x="192" y="2063"/>
                  <a:pt x="180" y="2986"/>
                </a:cubicBezTo>
                <a:cubicBezTo>
                  <a:pt x="174" y="3411"/>
                  <a:pt x="1" y="4196"/>
                  <a:pt x="194" y="4598"/>
                </a:cubicBezTo>
                <a:cubicBezTo>
                  <a:pt x="331" y="4885"/>
                  <a:pt x="515" y="4853"/>
                  <a:pt x="795" y="4862"/>
                </a:cubicBezTo>
                <a:cubicBezTo>
                  <a:pt x="831" y="4863"/>
                  <a:pt x="867" y="4863"/>
                  <a:pt x="904" y="4863"/>
                </a:cubicBezTo>
                <a:cubicBezTo>
                  <a:pt x="1541" y="4863"/>
                  <a:pt x="2392" y="4693"/>
                  <a:pt x="2974" y="4504"/>
                </a:cubicBezTo>
                <a:cubicBezTo>
                  <a:pt x="3708" y="4263"/>
                  <a:pt x="4033" y="3576"/>
                  <a:pt x="3574" y="2900"/>
                </a:cubicBezTo>
                <a:cubicBezTo>
                  <a:pt x="3177" y="2315"/>
                  <a:pt x="2553" y="2197"/>
                  <a:pt x="1904" y="2172"/>
                </a:cubicBezTo>
                <a:lnTo>
                  <a:pt x="1904" y="2172"/>
                </a:lnTo>
                <a:cubicBezTo>
                  <a:pt x="2444" y="1896"/>
                  <a:pt x="2850" y="1454"/>
                  <a:pt x="2633" y="773"/>
                </a:cubicBezTo>
                <a:cubicBezTo>
                  <a:pt x="2438" y="162"/>
                  <a:pt x="1833" y="1"/>
                  <a:pt x="123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1"/>
          <p:cNvSpPr/>
          <p:nvPr/>
        </p:nvSpPr>
        <p:spPr>
          <a:xfrm>
            <a:off x="5994100" y="3333925"/>
            <a:ext cx="49350" cy="58225"/>
          </a:xfrm>
          <a:custGeom>
            <a:rect b="b" l="l" r="r" t="t"/>
            <a:pathLst>
              <a:path extrusionOk="0" h="2329" w="1974">
                <a:moveTo>
                  <a:pt x="684" y="1"/>
                </a:moveTo>
                <a:cubicBezTo>
                  <a:pt x="429" y="1"/>
                  <a:pt x="180" y="140"/>
                  <a:pt x="98" y="427"/>
                </a:cubicBezTo>
                <a:cubicBezTo>
                  <a:pt x="58" y="574"/>
                  <a:pt x="179" y="670"/>
                  <a:pt x="298" y="670"/>
                </a:cubicBezTo>
                <a:cubicBezTo>
                  <a:pt x="376" y="670"/>
                  <a:pt x="452" y="628"/>
                  <a:pt x="480" y="532"/>
                </a:cubicBezTo>
                <a:cubicBezTo>
                  <a:pt x="508" y="436"/>
                  <a:pt x="604" y="385"/>
                  <a:pt x="701" y="385"/>
                </a:cubicBezTo>
                <a:cubicBezTo>
                  <a:pt x="736" y="385"/>
                  <a:pt x="772" y="392"/>
                  <a:pt x="804" y="406"/>
                </a:cubicBezTo>
                <a:cubicBezTo>
                  <a:pt x="1017" y="498"/>
                  <a:pt x="991" y="798"/>
                  <a:pt x="914" y="966"/>
                </a:cubicBezTo>
                <a:cubicBezTo>
                  <a:pt x="771" y="1281"/>
                  <a:pt x="435" y="1444"/>
                  <a:pt x="144" y="1597"/>
                </a:cubicBezTo>
                <a:cubicBezTo>
                  <a:pt x="1" y="1673"/>
                  <a:pt x="32" y="1855"/>
                  <a:pt x="144" y="1938"/>
                </a:cubicBezTo>
                <a:cubicBezTo>
                  <a:pt x="494" y="2201"/>
                  <a:pt x="898" y="2329"/>
                  <a:pt x="1319" y="2329"/>
                </a:cubicBezTo>
                <a:cubicBezTo>
                  <a:pt x="1458" y="2329"/>
                  <a:pt x="1600" y="2315"/>
                  <a:pt x="1742" y="2287"/>
                </a:cubicBezTo>
                <a:cubicBezTo>
                  <a:pt x="1974" y="2241"/>
                  <a:pt x="1896" y="1903"/>
                  <a:pt x="1680" y="1903"/>
                </a:cubicBezTo>
                <a:cubicBezTo>
                  <a:pt x="1666" y="1903"/>
                  <a:pt x="1651" y="1905"/>
                  <a:pt x="1636" y="1908"/>
                </a:cubicBezTo>
                <a:cubicBezTo>
                  <a:pt x="1529" y="1929"/>
                  <a:pt x="1424" y="1939"/>
                  <a:pt x="1321" y="1939"/>
                </a:cubicBezTo>
                <a:cubicBezTo>
                  <a:pt x="1077" y="1939"/>
                  <a:pt x="843" y="1881"/>
                  <a:pt x="624" y="1772"/>
                </a:cubicBezTo>
                <a:lnTo>
                  <a:pt x="624" y="1772"/>
                </a:lnTo>
                <a:cubicBezTo>
                  <a:pt x="1113" y="1455"/>
                  <a:pt x="1594" y="955"/>
                  <a:pt x="1279" y="350"/>
                </a:cubicBezTo>
                <a:cubicBezTo>
                  <a:pt x="1159" y="119"/>
                  <a:pt x="919" y="1"/>
                  <a:pt x="68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1"/>
          <p:cNvSpPr/>
          <p:nvPr/>
        </p:nvSpPr>
        <p:spPr>
          <a:xfrm>
            <a:off x="6099100" y="3390400"/>
            <a:ext cx="13375" cy="96425"/>
          </a:xfrm>
          <a:custGeom>
            <a:rect b="b" l="l" r="r" t="t"/>
            <a:pathLst>
              <a:path extrusionOk="0" h="3857" w="535">
                <a:moveTo>
                  <a:pt x="340" y="0"/>
                </a:moveTo>
                <a:cubicBezTo>
                  <a:pt x="241" y="0"/>
                  <a:pt x="140" y="64"/>
                  <a:pt x="135" y="191"/>
                </a:cubicBezTo>
                <a:cubicBezTo>
                  <a:pt x="93" y="1349"/>
                  <a:pt x="48" y="2510"/>
                  <a:pt x="5" y="3667"/>
                </a:cubicBezTo>
                <a:cubicBezTo>
                  <a:pt x="1" y="3794"/>
                  <a:pt x="97" y="3857"/>
                  <a:pt x="195" y="3857"/>
                </a:cubicBezTo>
                <a:cubicBezTo>
                  <a:pt x="293" y="3857"/>
                  <a:pt x="395" y="3793"/>
                  <a:pt x="399" y="3667"/>
                </a:cubicBezTo>
                <a:cubicBezTo>
                  <a:pt x="442" y="2507"/>
                  <a:pt x="486" y="1348"/>
                  <a:pt x="529" y="191"/>
                </a:cubicBezTo>
                <a:cubicBezTo>
                  <a:pt x="534" y="64"/>
                  <a:pt x="438" y="0"/>
                  <a:pt x="34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1"/>
          <p:cNvSpPr/>
          <p:nvPr/>
        </p:nvSpPr>
        <p:spPr>
          <a:xfrm>
            <a:off x="6075750" y="3422700"/>
            <a:ext cx="70650" cy="14925"/>
          </a:xfrm>
          <a:custGeom>
            <a:rect b="b" l="l" r="r" t="t"/>
            <a:pathLst>
              <a:path extrusionOk="0" h="597" w="2826">
                <a:moveTo>
                  <a:pt x="2593" y="0"/>
                </a:moveTo>
                <a:cubicBezTo>
                  <a:pt x="2587" y="0"/>
                  <a:pt x="2580" y="1"/>
                  <a:pt x="2573" y="1"/>
                </a:cubicBezTo>
                <a:cubicBezTo>
                  <a:pt x="1800" y="67"/>
                  <a:pt x="1027" y="135"/>
                  <a:pt x="253" y="202"/>
                </a:cubicBezTo>
                <a:cubicBezTo>
                  <a:pt x="8" y="223"/>
                  <a:pt x="0" y="596"/>
                  <a:pt x="234" y="596"/>
                </a:cubicBezTo>
                <a:cubicBezTo>
                  <a:pt x="240" y="596"/>
                  <a:pt x="247" y="596"/>
                  <a:pt x="253" y="596"/>
                </a:cubicBezTo>
                <a:cubicBezTo>
                  <a:pt x="1027" y="528"/>
                  <a:pt x="1800" y="461"/>
                  <a:pt x="2573" y="395"/>
                </a:cubicBezTo>
                <a:cubicBezTo>
                  <a:pt x="2816" y="373"/>
                  <a:pt x="2826" y="0"/>
                  <a:pt x="25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1"/>
          <p:cNvSpPr/>
          <p:nvPr/>
        </p:nvSpPr>
        <p:spPr>
          <a:xfrm>
            <a:off x="6195925" y="3359275"/>
            <a:ext cx="94800" cy="105475"/>
          </a:xfrm>
          <a:custGeom>
            <a:rect b="b" l="l" r="r" t="t"/>
            <a:pathLst>
              <a:path extrusionOk="0" h="4219" w="3792">
                <a:moveTo>
                  <a:pt x="2578" y="0"/>
                </a:moveTo>
                <a:cubicBezTo>
                  <a:pt x="2576" y="0"/>
                  <a:pt x="2574" y="0"/>
                  <a:pt x="2573" y="0"/>
                </a:cubicBezTo>
                <a:cubicBezTo>
                  <a:pt x="1194" y="36"/>
                  <a:pt x="0" y="1462"/>
                  <a:pt x="491" y="2833"/>
                </a:cubicBezTo>
                <a:cubicBezTo>
                  <a:pt x="807" y="3715"/>
                  <a:pt x="1691" y="4218"/>
                  <a:pt x="2578" y="4218"/>
                </a:cubicBezTo>
                <a:cubicBezTo>
                  <a:pt x="2930" y="4218"/>
                  <a:pt x="3282" y="4139"/>
                  <a:pt x="3599" y="3973"/>
                </a:cubicBezTo>
                <a:cubicBezTo>
                  <a:pt x="3791" y="3872"/>
                  <a:pt x="3674" y="3609"/>
                  <a:pt x="3496" y="3609"/>
                </a:cubicBezTo>
                <a:cubicBezTo>
                  <a:pt x="3466" y="3609"/>
                  <a:pt x="3434" y="3616"/>
                  <a:pt x="3402" y="3634"/>
                </a:cubicBezTo>
                <a:cubicBezTo>
                  <a:pt x="3147" y="3767"/>
                  <a:pt x="2862" y="3830"/>
                  <a:pt x="2575" y="3830"/>
                </a:cubicBezTo>
                <a:cubicBezTo>
                  <a:pt x="1897" y="3830"/>
                  <a:pt x="1213" y="3474"/>
                  <a:pt x="919" y="2836"/>
                </a:cubicBezTo>
                <a:cubicBezTo>
                  <a:pt x="395" y="1701"/>
                  <a:pt x="1402" y="424"/>
                  <a:pt x="2573" y="394"/>
                </a:cubicBezTo>
                <a:cubicBezTo>
                  <a:pt x="2824" y="388"/>
                  <a:pt x="2826" y="0"/>
                  <a:pt x="25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1"/>
          <p:cNvSpPr/>
          <p:nvPr/>
        </p:nvSpPr>
        <p:spPr>
          <a:xfrm>
            <a:off x="6304300" y="3324075"/>
            <a:ext cx="44150" cy="55100"/>
          </a:xfrm>
          <a:custGeom>
            <a:rect b="b" l="l" r="r" t="t"/>
            <a:pathLst>
              <a:path extrusionOk="0" h="2204" w="1766">
                <a:moveTo>
                  <a:pt x="330" y="0"/>
                </a:moveTo>
                <a:cubicBezTo>
                  <a:pt x="305" y="0"/>
                  <a:pt x="279" y="1"/>
                  <a:pt x="255" y="3"/>
                </a:cubicBezTo>
                <a:cubicBezTo>
                  <a:pt x="7" y="17"/>
                  <a:pt x="0" y="394"/>
                  <a:pt x="239" y="394"/>
                </a:cubicBezTo>
                <a:cubicBezTo>
                  <a:pt x="244" y="394"/>
                  <a:pt x="249" y="394"/>
                  <a:pt x="255" y="393"/>
                </a:cubicBezTo>
                <a:cubicBezTo>
                  <a:pt x="298" y="391"/>
                  <a:pt x="348" y="388"/>
                  <a:pt x="398" y="388"/>
                </a:cubicBezTo>
                <a:cubicBezTo>
                  <a:pt x="565" y="388"/>
                  <a:pt x="734" y="423"/>
                  <a:pt x="658" y="647"/>
                </a:cubicBezTo>
                <a:cubicBezTo>
                  <a:pt x="613" y="784"/>
                  <a:pt x="445" y="904"/>
                  <a:pt x="379" y="1040"/>
                </a:cubicBezTo>
                <a:cubicBezTo>
                  <a:pt x="278" y="1248"/>
                  <a:pt x="290" y="1486"/>
                  <a:pt x="395" y="1692"/>
                </a:cubicBezTo>
                <a:cubicBezTo>
                  <a:pt x="551" y="1994"/>
                  <a:pt x="870" y="2203"/>
                  <a:pt x="1195" y="2203"/>
                </a:cubicBezTo>
                <a:cubicBezTo>
                  <a:pt x="1328" y="2203"/>
                  <a:pt x="1463" y="2168"/>
                  <a:pt x="1587" y="2088"/>
                </a:cubicBezTo>
                <a:cubicBezTo>
                  <a:pt x="1766" y="1975"/>
                  <a:pt x="1657" y="1717"/>
                  <a:pt x="1491" y="1717"/>
                </a:cubicBezTo>
                <a:cubicBezTo>
                  <a:pt x="1458" y="1717"/>
                  <a:pt x="1424" y="1726"/>
                  <a:pt x="1388" y="1749"/>
                </a:cubicBezTo>
                <a:cubicBezTo>
                  <a:pt x="1326" y="1789"/>
                  <a:pt x="1257" y="1807"/>
                  <a:pt x="1189" y="1807"/>
                </a:cubicBezTo>
                <a:cubicBezTo>
                  <a:pt x="985" y="1807"/>
                  <a:pt x="780" y="1650"/>
                  <a:pt x="721" y="1448"/>
                </a:cubicBezTo>
                <a:cubicBezTo>
                  <a:pt x="637" y="1159"/>
                  <a:pt x="965" y="972"/>
                  <a:pt x="1059" y="727"/>
                </a:cubicBezTo>
                <a:cubicBezTo>
                  <a:pt x="1259" y="213"/>
                  <a:pt x="749" y="0"/>
                  <a:pt x="33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1"/>
          <p:cNvSpPr/>
          <p:nvPr/>
        </p:nvSpPr>
        <p:spPr>
          <a:xfrm>
            <a:off x="5428825" y="3509175"/>
            <a:ext cx="916675" cy="29000"/>
          </a:xfrm>
          <a:custGeom>
            <a:rect b="b" l="l" r="r" t="t"/>
            <a:pathLst>
              <a:path extrusionOk="0" h="1160" w="36667">
                <a:moveTo>
                  <a:pt x="36419" y="1"/>
                </a:moveTo>
                <a:cubicBezTo>
                  <a:pt x="36417" y="1"/>
                  <a:pt x="36415" y="1"/>
                  <a:pt x="36413" y="1"/>
                </a:cubicBezTo>
                <a:cubicBezTo>
                  <a:pt x="24360" y="254"/>
                  <a:pt x="12308" y="511"/>
                  <a:pt x="254" y="765"/>
                </a:cubicBezTo>
                <a:cubicBezTo>
                  <a:pt x="3" y="770"/>
                  <a:pt x="1" y="1159"/>
                  <a:pt x="250" y="1159"/>
                </a:cubicBezTo>
                <a:cubicBezTo>
                  <a:pt x="251" y="1159"/>
                  <a:pt x="253" y="1159"/>
                  <a:pt x="254" y="1159"/>
                </a:cubicBezTo>
                <a:cubicBezTo>
                  <a:pt x="12308" y="904"/>
                  <a:pt x="24360" y="648"/>
                  <a:pt x="36413" y="395"/>
                </a:cubicBezTo>
                <a:cubicBezTo>
                  <a:pt x="36663" y="389"/>
                  <a:pt x="36667" y="1"/>
                  <a:pt x="364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1"/>
          <p:cNvSpPr/>
          <p:nvPr/>
        </p:nvSpPr>
        <p:spPr>
          <a:xfrm>
            <a:off x="5825175" y="3578600"/>
            <a:ext cx="114000" cy="143650"/>
          </a:xfrm>
          <a:custGeom>
            <a:rect b="b" l="l" r="r" t="t"/>
            <a:pathLst>
              <a:path extrusionOk="0" h="5746" w="4560">
                <a:moveTo>
                  <a:pt x="1100" y="385"/>
                </a:moveTo>
                <a:cubicBezTo>
                  <a:pt x="3160" y="385"/>
                  <a:pt x="4095" y="3077"/>
                  <a:pt x="2529" y="4548"/>
                </a:cubicBezTo>
                <a:cubicBezTo>
                  <a:pt x="2288" y="4774"/>
                  <a:pt x="1669" y="5260"/>
                  <a:pt x="1271" y="5260"/>
                </a:cubicBezTo>
                <a:cubicBezTo>
                  <a:pt x="1244" y="5260"/>
                  <a:pt x="1218" y="5258"/>
                  <a:pt x="1193" y="5253"/>
                </a:cubicBezTo>
                <a:cubicBezTo>
                  <a:pt x="386" y="5097"/>
                  <a:pt x="545" y="3944"/>
                  <a:pt x="526" y="3397"/>
                </a:cubicBezTo>
                <a:cubicBezTo>
                  <a:pt x="496" y="2413"/>
                  <a:pt x="501" y="1429"/>
                  <a:pt x="530" y="444"/>
                </a:cubicBezTo>
                <a:lnTo>
                  <a:pt x="530" y="444"/>
                </a:lnTo>
                <a:cubicBezTo>
                  <a:pt x="532" y="444"/>
                  <a:pt x="534" y="444"/>
                  <a:pt x="537" y="444"/>
                </a:cubicBezTo>
                <a:cubicBezTo>
                  <a:pt x="551" y="444"/>
                  <a:pt x="566" y="443"/>
                  <a:pt x="582" y="439"/>
                </a:cubicBezTo>
                <a:cubicBezTo>
                  <a:pt x="762" y="402"/>
                  <a:pt x="935" y="385"/>
                  <a:pt x="1100" y="385"/>
                </a:cubicBezTo>
                <a:close/>
                <a:moveTo>
                  <a:pt x="1052" y="0"/>
                </a:moveTo>
                <a:cubicBezTo>
                  <a:pt x="866" y="0"/>
                  <a:pt x="673" y="19"/>
                  <a:pt x="476" y="60"/>
                </a:cubicBezTo>
                <a:cubicBezTo>
                  <a:pt x="438" y="68"/>
                  <a:pt x="408" y="83"/>
                  <a:pt x="386" y="104"/>
                </a:cubicBezTo>
                <a:lnTo>
                  <a:pt x="386" y="104"/>
                </a:lnTo>
                <a:cubicBezTo>
                  <a:pt x="373" y="102"/>
                  <a:pt x="359" y="100"/>
                  <a:pt x="346" y="100"/>
                </a:cubicBezTo>
                <a:cubicBezTo>
                  <a:pt x="247" y="100"/>
                  <a:pt x="146" y="164"/>
                  <a:pt x="141" y="290"/>
                </a:cubicBezTo>
                <a:cubicBezTo>
                  <a:pt x="105" y="1391"/>
                  <a:pt x="103" y="2492"/>
                  <a:pt x="140" y="3593"/>
                </a:cubicBezTo>
                <a:cubicBezTo>
                  <a:pt x="156" y="4068"/>
                  <a:pt x="1" y="5183"/>
                  <a:pt x="430" y="5554"/>
                </a:cubicBezTo>
                <a:cubicBezTo>
                  <a:pt x="587" y="5689"/>
                  <a:pt x="776" y="5746"/>
                  <a:pt x="981" y="5746"/>
                </a:cubicBezTo>
                <a:cubicBezTo>
                  <a:pt x="1778" y="5746"/>
                  <a:pt x="2818" y="4885"/>
                  <a:pt x="3167" y="4423"/>
                </a:cubicBezTo>
                <a:cubicBezTo>
                  <a:pt x="4559" y="2591"/>
                  <a:pt x="3216" y="0"/>
                  <a:pt x="105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1"/>
          <p:cNvSpPr/>
          <p:nvPr/>
        </p:nvSpPr>
        <p:spPr>
          <a:xfrm>
            <a:off x="5951025" y="3570850"/>
            <a:ext cx="62725" cy="57425"/>
          </a:xfrm>
          <a:custGeom>
            <a:rect b="b" l="l" r="r" t="t"/>
            <a:pathLst>
              <a:path extrusionOk="0" h="2297" w="2509">
                <a:moveTo>
                  <a:pt x="947" y="0"/>
                </a:moveTo>
                <a:cubicBezTo>
                  <a:pt x="661" y="0"/>
                  <a:pt x="386" y="106"/>
                  <a:pt x="149" y="318"/>
                </a:cubicBezTo>
                <a:cubicBezTo>
                  <a:pt x="0" y="448"/>
                  <a:pt x="139" y="648"/>
                  <a:pt x="296" y="648"/>
                </a:cubicBezTo>
                <a:cubicBezTo>
                  <a:pt x="340" y="648"/>
                  <a:pt x="385" y="632"/>
                  <a:pt x="425" y="596"/>
                </a:cubicBezTo>
                <a:cubicBezTo>
                  <a:pt x="579" y="460"/>
                  <a:pt x="763" y="387"/>
                  <a:pt x="953" y="387"/>
                </a:cubicBezTo>
                <a:cubicBezTo>
                  <a:pt x="995" y="387"/>
                  <a:pt x="1036" y="391"/>
                  <a:pt x="1077" y="398"/>
                </a:cubicBezTo>
                <a:lnTo>
                  <a:pt x="1077" y="398"/>
                </a:lnTo>
                <a:cubicBezTo>
                  <a:pt x="764" y="924"/>
                  <a:pt x="452" y="1448"/>
                  <a:pt x="139" y="1973"/>
                </a:cubicBezTo>
                <a:cubicBezTo>
                  <a:pt x="63" y="2103"/>
                  <a:pt x="161" y="2267"/>
                  <a:pt x="309" y="2270"/>
                </a:cubicBezTo>
                <a:cubicBezTo>
                  <a:pt x="958" y="2280"/>
                  <a:pt x="1606" y="2288"/>
                  <a:pt x="2255" y="2297"/>
                </a:cubicBezTo>
                <a:cubicBezTo>
                  <a:pt x="2256" y="2297"/>
                  <a:pt x="2258" y="2297"/>
                  <a:pt x="2259" y="2297"/>
                </a:cubicBezTo>
                <a:cubicBezTo>
                  <a:pt x="2508" y="2297"/>
                  <a:pt x="2507" y="1907"/>
                  <a:pt x="2255" y="1903"/>
                </a:cubicBezTo>
                <a:cubicBezTo>
                  <a:pt x="1721" y="1896"/>
                  <a:pt x="1187" y="1889"/>
                  <a:pt x="654" y="1881"/>
                </a:cubicBezTo>
                <a:lnTo>
                  <a:pt x="654" y="1881"/>
                </a:lnTo>
                <a:cubicBezTo>
                  <a:pt x="950" y="1383"/>
                  <a:pt x="1246" y="886"/>
                  <a:pt x="1542" y="387"/>
                </a:cubicBezTo>
                <a:cubicBezTo>
                  <a:pt x="1592" y="304"/>
                  <a:pt x="1569" y="162"/>
                  <a:pt x="1473" y="118"/>
                </a:cubicBezTo>
                <a:cubicBezTo>
                  <a:pt x="1298" y="39"/>
                  <a:pt x="1120" y="0"/>
                  <a:pt x="94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1"/>
          <p:cNvSpPr/>
          <p:nvPr/>
        </p:nvSpPr>
        <p:spPr>
          <a:xfrm>
            <a:off x="5754625" y="2725825"/>
            <a:ext cx="877425" cy="482700"/>
          </a:xfrm>
          <a:custGeom>
            <a:rect b="b" l="l" r="r" t="t"/>
            <a:pathLst>
              <a:path extrusionOk="0" h="19308" w="35097">
                <a:moveTo>
                  <a:pt x="198" y="0"/>
                </a:moveTo>
                <a:cubicBezTo>
                  <a:pt x="99" y="0"/>
                  <a:pt x="1" y="64"/>
                  <a:pt x="3" y="192"/>
                </a:cubicBezTo>
                <a:cubicBezTo>
                  <a:pt x="69" y="6472"/>
                  <a:pt x="135" y="12751"/>
                  <a:pt x="200" y="19032"/>
                </a:cubicBezTo>
                <a:cubicBezTo>
                  <a:pt x="203" y="19140"/>
                  <a:pt x="291" y="19227"/>
                  <a:pt x="398" y="19229"/>
                </a:cubicBezTo>
                <a:cubicBezTo>
                  <a:pt x="4937" y="19281"/>
                  <a:pt x="9477" y="19307"/>
                  <a:pt x="14017" y="19307"/>
                </a:cubicBezTo>
                <a:cubicBezTo>
                  <a:pt x="20959" y="19307"/>
                  <a:pt x="27901" y="19246"/>
                  <a:pt x="34842" y="19124"/>
                </a:cubicBezTo>
                <a:cubicBezTo>
                  <a:pt x="35092" y="19120"/>
                  <a:pt x="35097" y="18730"/>
                  <a:pt x="34848" y="18730"/>
                </a:cubicBezTo>
                <a:cubicBezTo>
                  <a:pt x="34846" y="18730"/>
                  <a:pt x="34844" y="18730"/>
                  <a:pt x="34842" y="18730"/>
                </a:cubicBezTo>
                <a:cubicBezTo>
                  <a:pt x="27994" y="18852"/>
                  <a:pt x="21144" y="18914"/>
                  <a:pt x="14294" y="18914"/>
                </a:cubicBezTo>
                <a:cubicBezTo>
                  <a:pt x="10837" y="18914"/>
                  <a:pt x="7380" y="18901"/>
                  <a:pt x="3921" y="18869"/>
                </a:cubicBezTo>
                <a:cubicBezTo>
                  <a:pt x="3139" y="18862"/>
                  <a:pt x="2355" y="18855"/>
                  <a:pt x="1573" y="18846"/>
                </a:cubicBezTo>
                <a:cubicBezTo>
                  <a:pt x="1562" y="18846"/>
                  <a:pt x="1550" y="18846"/>
                  <a:pt x="1539" y="18846"/>
                </a:cubicBezTo>
                <a:cubicBezTo>
                  <a:pt x="1401" y="18846"/>
                  <a:pt x="1273" y="18855"/>
                  <a:pt x="1159" y="18855"/>
                </a:cubicBezTo>
                <a:cubicBezTo>
                  <a:pt x="884" y="18855"/>
                  <a:pt x="684" y="18802"/>
                  <a:pt x="588" y="18441"/>
                </a:cubicBezTo>
                <a:cubicBezTo>
                  <a:pt x="485" y="18043"/>
                  <a:pt x="578" y="17482"/>
                  <a:pt x="575" y="17068"/>
                </a:cubicBezTo>
                <a:cubicBezTo>
                  <a:pt x="557" y="15366"/>
                  <a:pt x="540" y="13666"/>
                  <a:pt x="521" y="11965"/>
                </a:cubicBezTo>
                <a:cubicBezTo>
                  <a:pt x="480" y="8038"/>
                  <a:pt x="438" y="4114"/>
                  <a:pt x="398" y="188"/>
                </a:cubicBezTo>
                <a:cubicBezTo>
                  <a:pt x="396" y="63"/>
                  <a:pt x="297" y="0"/>
                  <a:pt x="19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1"/>
          <p:cNvSpPr/>
          <p:nvPr/>
        </p:nvSpPr>
        <p:spPr>
          <a:xfrm>
            <a:off x="5680450" y="2729950"/>
            <a:ext cx="850325" cy="475475"/>
          </a:xfrm>
          <a:custGeom>
            <a:rect b="b" l="l" r="r" t="t"/>
            <a:pathLst>
              <a:path extrusionOk="0" h="19019" w="34013">
                <a:moveTo>
                  <a:pt x="268" y="1"/>
                </a:moveTo>
                <a:cubicBezTo>
                  <a:pt x="170" y="1"/>
                  <a:pt x="70" y="64"/>
                  <a:pt x="68" y="192"/>
                </a:cubicBezTo>
                <a:cubicBezTo>
                  <a:pt x="1" y="6095"/>
                  <a:pt x="6251" y="8516"/>
                  <a:pt x="11134" y="9192"/>
                </a:cubicBezTo>
                <a:cubicBezTo>
                  <a:pt x="14319" y="9633"/>
                  <a:pt x="17539" y="9660"/>
                  <a:pt x="20741" y="9870"/>
                </a:cubicBezTo>
                <a:cubicBezTo>
                  <a:pt x="23896" y="10076"/>
                  <a:pt x="27602" y="10278"/>
                  <a:pt x="30375" y="11973"/>
                </a:cubicBezTo>
                <a:cubicBezTo>
                  <a:pt x="32830" y="13472"/>
                  <a:pt x="33593" y="16073"/>
                  <a:pt x="33618" y="18829"/>
                </a:cubicBezTo>
                <a:cubicBezTo>
                  <a:pt x="33619" y="18955"/>
                  <a:pt x="33718" y="19019"/>
                  <a:pt x="33817" y="19019"/>
                </a:cubicBezTo>
                <a:cubicBezTo>
                  <a:pt x="33915" y="19019"/>
                  <a:pt x="34013" y="18955"/>
                  <a:pt x="34011" y="18829"/>
                </a:cubicBezTo>
                <a:cubicBezTo>
                  <a:pt x="33993" y="16793"/>
                  <a:pt x="33646" y="14686"/>
                  <a:pt x="32296" y="13084"/>
                </a:cubicBezTo>
                <a:cubicBezTo>
                  <a:pt x="30773" y="11280"/>
                  <a:pt x="28424" y="10557"/>
                  <a:pt x="26186" y="10122"/>
                </a:cubicBezTo>
                <a:cubicBezTo>
                  <a:pt x="19862" y="8897"/>
                  <a:pt x="13101" y="9958"/>
                  <a:pt x="6944" y="7853"/>
                </a:cubicBezTo>
                <a:cubicBezTo>
                  <a:pt x="3578" y="6704"/>
                  <a:pt x="419" y="4024"/>
                  <a:pt x="462" y="192"/>
                </a:cubicBezTo>
                <a:cubicBezTo>
                  <a:pt x="464" y="64"/>
                  <a:pt x="367" y="1"/>
                  <a:pt x="26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1"/>
          <p:cNvSpPr/>
          <p:nvPr/>
        </p:nvSpPr>
        <p:spPr>
          <a:xfrm>
            <a:off x="5698900" y="3085950"/>
            <a:ext cx="933150" cy="14575"/>
          </a:xfrm>
          <a:custGeom>
            <a:rect b="b" l="l" r="r" t="t"/>
            <a:pathLst>
              <a:path extrusionOk="0" h="583" w="37326">
                <a:moveTo>
                  <a:pt x="248" y="1"/>
                </a:moveTo>
                <a:cubicBezTo>
                  <a:pt x="0" y="1"/>
                  <a:pt x="2" y="389"/>
                  <a:pt x="253" y="396"/>
                </a:cubicBezTo>
                <a:cubicBezTo>
                  <a:pt x="5803" y="542"/>
                  <a:pt x="11360" y="582"/>
                  <a:pt x="16916" y="582"/>
                </a:cubicBezTo>
                <a:cubicBezTo>
                  <a:pt x="21570" y="582"/>
                  <a:pt x="26223" y="554"/>
                  <a:pt x="30873" y="535"/>
                </a:cubicBezTo>
                <a:cubicBezTo>
                  <a:pt x="32940" y="526"/>
                  <a:pt x="35007" y="523"/>
                  <a:pt x="37071" y="477"/>
                </a:cubicBezTo>
                <a:cubicBezTo>
                  <a:pt x="37322" y="473"/>
                  <a:pt x="37326" y="84"/>
                  <a:pt x="37075" y="84"/>
                </a:cubicBezTo>
                <a:cubicBezTo>
                  <a:pt x="37074" y="84"/>
                  <a:pt x="37072" y="84"/>
                  <a:pt x="37071" y="84"/>
                </a:cubicBezTo>
                <a:cubicBezTo>
                  <a:pt x="32932" y="174"/>
                  <a:pt x="28790" y="205"/>
                  <a:pt x="24647" y="205"/>
                </a:cubicBezTo>
                <a:cubicBezTo>
                  <a:pt x="18581" y="205"/>
                  <a:pt x="12513" y="138"/>
                  <a:pt x="6452" y="87"/>
                </a:cubicBezTo>
                <a:cubicBezTo>
                  <a:pt x="4385" y="68"/>
                  <a:pt x="2319" y="55"/>
                  <a:pt x="253" y="1"/>
                </a:cubicBezTo>
                <a:cubicBezTo>
                  <a:pt x="252" y="1"/>
                  <a:pt x="250" y="1"/>
                  <a:pt x="2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1"/>
          <p:cNvSpPr/>
          <p:nvPr/>
        </p:nvSpPr>
        <p:spPr>
          <a:xfrm>
            <a:off x="5759000" y="2913525"/>
            <a:ext cx="66900" cy="41000"/>
          </a:xfrm>
          <a:custGeom>
            <a:rect b="b" l="l" r="r" t="t"/>
            <a:pathLst>
              <a:path extrusionOk="0" h="1640" w="2676">
                <a:moveTo>
                  <a:pt x="2391" y="1"/>
                </a:moveTo>
                <a:cubicBezTo>
                  <a:pt x="2360" y="1"/>
                  <a:pt x="2327" y="9"/>
                  <a:pt x="2293" y="29"/>
                </a:cubicBezTo>
                <a:cubicBezTo>
                  <a:pt x="1590" y="443"/>
                  <a:pt x="889" y="858"/>
                  <a:pt x="186" y="1272"/>
                </a:cubicBezTo>
                <a:cubicBezTo>
                  <a:pt x="1" y="1381"/>
                  <a:pt x="113" y="1640"/>
                  <a:pt x="284" y="1640"/>
                </a:cubicBezTo>
                <a:cubicBezTo>
                  <a:pt x="316" y="1640"/>
                  <a:pt x="349" y="1631"/>
                  <a:pt x="383" y="1611"/>
                </a:cubicBezTo>
                <a:cubicBezTo>
                  <a:pt x="1086" y="1197"/>
                  <a:pt x="1789" y="782"/>
                  <a:pt x="2492" y="370"/>
                </a:cubicBezTo>
                <a:cubicBezTo>
                  <a:pt x="2676" y="261"/>
                  <a:pt x="2563" y="1"/>
                  <a:pt x="239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1"/>
          <p:cNvSpPr/>
          <p:nvPr/>
        </p:nvSpPr>
        <p:spPr>
          <a:xfrm>
            <a:off x="5756525" y="2928775"/>
            <a:ext cx="111050" cy="72775"/>
          </a:xfrm>
          <a:custGeom>
            <a:rect b="b" l="l" r="r" t="t"/>
            <a:pathLst>
              <a:path extrusionOk="0" h="2911" w="4442">
                <a:moveTo>
                  <a:pt x="4173" y="0"/>
                </a:moveTo>
                <a:cubicBezTo>
                  <a:pt x="4141" y="0"/>
                  <a:pt x="4106" y="11"/>
                  <a:pt x="4071" y="35"/>
                </a:cubicBezTo>
                <a:cubicBezTo>
                  <a:pt x="2800" y="908"/>
                  <a:pt x="1504" y="1743"/>
                  <a:pt x="183" y="2540"/>
                </a:cubicBezTo>
                <a:cubicBezTo>
                  <a:pt x="1" y="2650"/>
                  <a:pt x="114" y="2910"/>
                  <a:pt x="283" y="2910"/>
                </a:cubicBezTo>
                <a:cubicBezTo>
                  <a:pt x="315" y="2910"/>
                  <a:pt x="348" y="2901"/>
                  <a:pt x="382" y="2881"/>
                </a:cubicBezTo>
                <a:cubicBezTo>
                  <a:pt x="1703" y="2083"/>
                  <a:pt x="2999" y="1249"/>
                  <a:pt x="4269" y="376"/>
                </a:cubicBezTo>
                <a:cubicBezTo>
                  <a:pt x="4441" y="256"/>
                  <a:pt x="4335" y="0"/>
                  <a:pt x="417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1"/>
          <p:cNvSpPr/>
          <p:nvPr/>
        </p:nvSpPr>
        <p:spPr>
          <a:xfrm>
            <a:off x="5758625" y="2948700"/>
            <a:ext cx="166575" cy="114625"/>
          </a:xfrm>
          <a:custGeom>
            <a:rect b="b" l="l" r="r" t="t"/>
            <a:pathLst>
              <a:path extrusionOk="0" h="4585" w="6663">
                <a:moveTo>
                  <a:pt x="6387" y="1"/>
                </a:moveTo>
                <a:cubicBezTo>
                  <a:pt x="6355" y="1"/>
                  <a:pt x="6321" y="10"/>
                  <a:pt x="6286" y="32"/>
                </a:cubicBezTo>
                <a:cubicBezTo>
                  <a:pt x="4196" y="1351"/>
                  <a:pt x="2158" y="2742"/>
                  <a:pt x="168" y="4207"/>
                </a:cubicBezTo>
                <a:cubicBezTo>
                  <a:pt x="1" y="4330"/>
                  <a:pt x="106" y="4585"/>
                  <a:pt x="263" y="4585"/>
                </a:cubicBezTo>
                <a:cubicBezTo>
                  <a:pt x="296" y="4585"/>
                  <a:pt x="331" y="4573"/>
                  <a:pt x="367" y="4547"/>
                </a:cubicBezTo>
                <a:cubicBezTo>
                  <a:pt x="2357" y="3081"/>
                  <a:pt x="4395" y="1691"/>
                  <a:pt x="6485" y="373"/>
                </a:cubicBezTo>
                <a:cubicBezTo>
                  <a:pt x="6663" y="260"/>
                  <a:pt x="6553" y="1"/>
                  <a:pt x="638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1"/>
          <p:cNvSpPr/>
          <p:nvPr/>
        </p:nvSpPr>
        <p:spPr>
          <a:xfrm>
            <a:off x="5809100" y="2957600"/>
            <a:ext cx="205475" cy="142225"/>
          </a:xfrm>
          <a:custGeom>
            <a:rect b="b" l="l" r="r" t="t"/>
            <a:pathLst>
              <a:path extrusionOk="0" h="5689" w="8219">
                <a:moveTo>
                  <a:pt x="7952" y="0"/>
                </a:moveTo>
                <a:cubicBezTo>
                  <a:pt x="7919" y="0"/>
                  <a:pt x="7884" y="11"/>
                  <a:pt x="7849" y="36"/>
                </a:cubicBezTo>
                <a:cubicBezTo>
                  <a:pt x="5316" y="1835"/>
                  <a:pt x="2760" y="3593"/>
                  <a:pt x="176" y="5315"/>
                </a:cubicBezTo>
                <a:cubicBezTo>
                  <a:pt x="0" y="5431"/>
                  <a:pt x="108" y="5688"/>
                  <a:pt x="272" y="5688"/>
                </a:cubicBezTo>
                <a:cubicBezTo>
                  <a:pt x="304" y="5688"/>
                  <a:pt x="339" y="5678"/>
                  <a:pt x="375" y="5654"/>
                </a:cubicBezTo>
                <a:cubicBezTo>
                  <a:pt x="2959" y="3934"/>
                  <a:pt x="5515" y="2173"/>
                  <a:pt x="8048" y="376"/>
                </a:cubicBezTo>
                <a:cubicBezTo>
                  <a:pt x="8219" y="256"/>
                  <a:pt x="8112" y="0"/>
                  <a:pt x="795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1"/>
          <p:cNvSpPr/>
          <p:nvPr/>
        </p:nvSpPr>
        <p:spPr>
          <a:xfrm>
            <a:off x="5910450" y="2965025"/>
            <a:ext cx="197025" cy="134250"/>
          </a:xfrm>
          <a:custGeom>
            <a:rect b="b" l="l" r="r" t="t"/>
            <a:pathLst>
              <a:path extrusionOk="0" h="5370" w="7881">
                <a:moveTo>
                  <a:pt x="7603" y="1"/>
                </a:moveTo>
                <a:cubicBezTo>
                  <a:pt x="7571" y="1"/>
                  <a:pt x="7537" y="10"/>
                  <a:pt x="7503" y="32"/>
                </a:cubicBezTo>
                <a:cubicBezTo>
                  <a:pt x="5012" y="1618"/>
                  <a:pt x="2568" y="3272"/>
                  <a:pt x="170" y="4992"/>
                </a:cubicBezTo>
                <a:cubicBezTo>
                  <a:pt x="1" y="5114"/>
                  <a:pt x="106" y="5370"/>
                  <a:pt x="265" y="5370"/>
                </a:cubicBezTo>
                <a:cubicBezTo>
                  <a:pt x="298" y="5370"/>
                  <a:pt x="333" y="5359"/>
                  <a:pt x="369" y="5333"/>
                </a:cubicBezTo>
                <a:cubicBezTo>
                  <a:pt x="2767" y="3611"/>
                  <a:pt x="5211" y="1956"/>
                  <a:pt x="7701" y="373"/>
                </a:cubicBezTo>
                <a:cubicBezTo>
                  <a:pt x="7880" y="259"/>
                  <a:pt x="7770" y="1"/>
                  <a:pt x="760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1"/>
          <p:cNvSpPr/>
          <p:nvPr/>
        </p:nvSpPr>
        <p:spPr>
          <a:xfrm>
            <a:off x="6025425" y="2969475"/>
            <a:ext cx="181475" cy="132450"/>
          </a:xfrm>
          <a:custGeom>
            <a:rect b="b" l="l" r="r" t="t"/>
            <a:pathLst>
              <a:path extrusionOk="0" h="5298" w="7259">
                <a:moveTo>
                  <a:pt x="6996" y="1"/>
                </a:moveTo>
                <a:cubicBezTo>
                  <a:pt x="6964" y="1"/>
                  <a:pt x="6928" y="12"/>
                  <a:pt x="6893" y="37"/>
                </a:cubicBezTo>
                <a:cubicBezTo>
                  <a:pt x="4653" y="1665"/>
                  <a:pt x="2410" y="3293"/>
                  <a:pt x="169" y="4920"/>
                </a:cubicBezTo>
                <a:cubicBezTo>
                  <a:pt x="1" y="5042"/>
                  <a:pt x="107" y="5297"/>
                  <a:pt x="265" y="5297"/>
                </a:cubicBezTo>
                <a:cubicBezTo>
                  <a:pt x="298" y="5297"/>
                  <a:pt x="333" y="5286"/>
                  <a:pt x="368" y="5261"/>
                </a:cubicBezTo>
                <a:cubicBezTo>
                  <a:pt x="2609" y="3632"/>
                  <a:pt x="4849" y="2006"/>
                  <a:pt x="7091" y="377"/>
                </a:cubicBezTo>
                <a:cubicBezTo>
                  <a:pt x="7259" y="256"/>
                  <a:pt x="7154" y="1"/>
                  <a:pt x="69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1"/>
          <p:cNvSpPr/>
          <p:nvPr/>
        </p:nvSpPr>
        <p:spPr>
          <a:xfrm>
            <a:off x="6148550" y="2979600"/>
            <a:ext cx="153525" cy="121825"/>
          </a:xfrm>
          <a:custGeom>
            <a:rect b="b" l="l" r="r" t="t"/>
            <a:pathLst>
              <a:path extrusionOk="0" h="4873" w="6141">
                <a:moveTo>
                  <a:pt x="5834" y="1"/>
                </a:moveTo>
                <a:cubicBezTo>
                  <a:pt x="5791" y="1"/>
                  <a:pt x="5747" y="15"/>
                  <a:pt x="5706" y="47"/>
                </a:cubicBezTo>
                <a:lnTo>
                  <a:pt x="154" y="4545"/>
                </a:lnTo>
                <a:cubicBezTo>
                  <a:pt x="1" y="4673"/>
                  <a:pt x="142" y="4873"/>
                  <a:pt x="304" y="4873"/>
                </a:cubicBezTo>
                <a:cubicBezTo>
                  <a:pt x="348" y="4873"/>
                  <a:pt x="392" y="4858"/>
                  <a:pt x="434" y="4824"/>
                </a:cubicBezTo>
                <a:lnTo>
                  <a:pt x="5985" y="327"/>
                </a:lnTo>
                <a:cubicBezTo>
                  <a:pt x="6140" y="201"/>
                  <a:pt x="5998" y="1"/>
                  <a:pt x="58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1"/>
          <p:cNvSpPr/>
          <p:nvPr/>
        </p:nvSpPr>
        <p:spPr>
          <a:xfrm>
            <a:off x="6249950" y="2993125"/>
            <a:ext cx="127625" cy="107850"/>
          </a:xfrm>
          <a:custGeom>
            <a:rect b="b" l="l" r="r" t="t"/>
            <a:pathLst>
              <a:path extrusionOk="0" h="4314" w="5105">
                <a:moveTo>
                  <a:pt x="4814" y="1"/>
                </a:moveTo>
                <a:cubicBezTo>
                  <a:pt x="4769" y="1"/>
                  <a:pt x="4723" y="17"/>
                  <a:pt x="4682" y="56"/>
                </a:cubicBezTo>
                <a:cubicBezTo>
                  <a:pt x="3232" y="1433"/>
                  <a:pt x="1719" y="2740"/>
                  <a:pt x="155" y="3987"/>
                </a:cubicBezTo>
                <a:cubicBezTo>
                  <a:pt x="0" y="4113"/>
                  <a:pt x="144" y="4313"/>
                  <a:pt x="307" y="4313"/>
                </a:cubicBezTo>
                <a:cubicBezTo>
                  <a:pt x="350" y="4313"/>
                  <a:pt x="394" y="4299"/>
                  <a:pt x="435" y="4266"/>
                </a:cubicBezTo>
                <a:cubicBezTo>
                  <a:pt x="1998" y="3017"/>
                  <a:pt x="3511" y="1712"/>
                  <a:pt x="4961" y="335"/>
                </a:cubicBezTo>
                <a:cubicBezTo>
                  <a:pt x="5104" y="199"/>
                  <a:pt x="4968" y="1"/>
                  <a:pt x="481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1"/>
          <p:cNvSpPr/>
          <p:nvPr/>
        </p:nvSpPr>
        <p:spPr>
          <a:xfrm>
            <a:off x="6343675" y="3015450"/>
            <a:ext cx="91625" cy="81700"/>
          </a:xfrm>
          <a:custGeom>
            <a:rect b="b" l="l" r="r" t="t"/>
            <a:pathLst>
              <a:path extrusionOk="0" h="3268" w="3665">
                <a:moveTo>
                  <a:pt x="3367" y="1"/>
                </a:moveTo>
                <a:cubicBezTo>
                  <a:pt x="3323" y="1"/>
                  <a:pt x="3278" y="16"/>
                  <a:pt x="3236" y="52"/>
                </a:cubicBezTo>
                <a:cubicBezTo>
                  <a:pt x="2183" y="986"/>
                  <a:pt x="1151" y="1947"/>
                  <a:pt x="141" y="2931"/>
                </a:cubicBezTo>
                <a:cubicBezTo>
                  <a:pt x="1" y="3069"/>
                  <a:pt x="137" y="3267"/>
                  <a:pt x="289" y="3267"/>
                </a:cubicBezTo>
                <a:cubicBezTo>
                  <a:pt x="334" y="3267"/>
                  <a:pt x="380" y="3250"/>
                  <a:pt x="420" y="3210"/>
                </a:cubicBezTo>
                <a:cubicBezTo>
                  <a:pt x="1430" y="2227"/>
                  <a:pt x="2460" y="1268"/>
                  <a:pt x="3515" y="331"/>
                </a:cubicBezTo>
                <a:cubicBezTo>
                  <a:pt x="3665" y="199"/>
                  <a:pt x="3526" y="1"/>
                  <a:pt x="33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1"/>
          <p:cNvSpPr/>
          <p:nvPr/>
        </p:nvSpPr>
        <p:spPr>
          <a:xfrm>
            <a:off x="6441850" y="3050850"/>
            <a:ext cx="38700" cy="42425"/>
          </a:xfrm>
          <a:custGeom>
            <a:rect b="b" l="l" r="r" t="t"/>
            <a:pathLst>
              <a:path extrusionOk="0" h="1697" w="1548">
                <a:moveTo>
                  <a:pt x="1276" y="0"/>
                </a:moveTo>
                <a:cubicBezTo>
                  <a:pt x="1232" y="0"/>
                  <a:pt x="1187" y="20"/>
                  <a:pt x="1149" y="68"/>
                </a:cubicBezTo>
                <a:cubicBezTo>
                  <a:pt x="805" y="496"/>
                  <a:pt x="465" y="922"/>
                  <a:pt x="120" y="1350"/>
                </a:cubicBezTo>
                <a:cubicBezTo>
                  <a:pt x="1" y="1498"/>
                  <a:pt x="132" y="1697"/>
                  <a:pt x="272" y="1697"/>
                </a:cubicBezTo>
                <a:cubicBezTo>
                  <a:pt x="316" y="1697"/>
                  <a:pt x="361" y="1677"/>
                  <a:pt x="399" y="1629"/>
                </a:cubicBezTo>
                <a:cubicBezTo>
                  <a:pt x="744" y="1201"/>
                  <a:pt x="1084" y="775"/>
                  <a:pt x="1428" y="347"/>
                </a:cubicBezTo>
                <a:cubicBezTo>
                  <a:pt x="1548" y="199"/>
                  <a:pt x="1416" y="0"/>
                  <a:pt x="12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1"/>
          <p:cNvSpPr/>
          <p:nvPr/>
        </p:nvSpPr>
        <p:spPr>
          <a:xfrm>
            <a:off x="6513550" y="2918350"/>
            <a:ext cx="41300" cy="78250"/>
          </a:xfrm>
          <a:custGeom>
            <a:rect b="b" l="l" r="r" t="t"/>
            <a:pathLst>
              <a:path extrusionOk="0" h="3130" w="1652">
                <a:moveTo>
                  <a:pt x="1380" y="0"/>
                </a:moveTo>
                <a:cubicBezTo>
                  <a:pt x="1321" y="0"/>
                  <a:pt x="1261" y="28"/>
                  <a:pt x="1223" y="95"/>
                </a:cubicBezTo>
                <a:cubicBezTo>
                  <a:pt x="714" y="979"/>
                  <a:pt x="321" y="1906"/>
                  <a:pt x="42" y="2885"/>
                </a:cubicBezTo>
                <a:cubicBezTo>
                  <a:pt x="0" y="3032"/>
                  <a:pt x="122" y="3129"/>
                  <a:pt x="240" y="3129"/>
                </a:cubicBezTo>
                <a:cubicBezTo>
                  <a:pt x="318" y="3129"/>
                  <a:pt x="394" y="3088"/>
                  <a:pt x="421" y="2991"/>
                </a:cubicBezTo>
                <a:cubicBezTo>
                  <a:pt x="691" y="2044"/>
                  <a:pt x="1071" y="1148"/>
                  <a:pt x="1563" y="294"/>
                </a:cubicBezTo>
                <a:cubicBezTo>
                  <a:pt x="1652" y="142"/>
                  <a:pt x="1515" y="0"/>
                  <a:pt x="138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1"/>
          <p:cNvSpPr/>
          <p:nvPr/>
        </p:nvSpPr>
        <p:spPr>
          <a:xfrm>
            <a:off x="6545950" y="2918550"/>
            <a:ext cx="32150" cy="78100"/>
          </a:xfrm>
          <a:custGeom>
            <a:rect b="b" l="l" r="r" t="t"/>
            <a:pathLst>
              <a:path extrusionOk="0" h="3124" w="1286">
                <a:moveTo>
                  <a:pt x="240" y="1"/>
                </a:moveTo>
                <a:cubicBezTo>
                  <a:pt x="119" y="1"/>
                  <a:pt x="0" y="96"/>
                  <a:pt x="51" y="242"/>
                </a:cubicBezTo>
                <a:cubicBezTo>
                  <a:pt x="360" y="1145"/>
                  <a:pt x="632" y="2059"/>
                  <a:pt x="869" y="2983"/>
                </a:cubicBezTo>
                <a:cubicBezTo>
                  <a:pt x="894" y="3081"/>
                  <a:pt x="969" y="3123"/>
                  <a:pt x="1046" y="3123"/>
                </a:cubicBezTo>
                <a:cubicBezTo>
                  <a:pt x="1163" y="3123"/>
                  <a:pt x="1286" y="3026"/>
                  <a:pt x="1248" y="2877"/>
                </a:cubicBezTo>
                <a:cubicBezTo>
                  <a:pt x="1012" y="1953"/>
                  <a:pt x="740" y="1038"/>
                  <a:pt x="430" y="135"/>
                </a:cubicBezTo>
                <a:cubicBezTo>
                  <a:pt x="398" y="41"/>
                  <a:pt x="318" y="1"/>
                  <a:pt x="24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1"/>
          <p:cNvSpPr/>
          <p:nvPr/>
        </p:nvSpPr>
        <p:spPr>
          <a:xfrm>
            <a:off x="6524025" y="2956600"/>
            <a:ext cx="49225" cy="13550"/>
          </a:xfrm>
          <a:custGeom>
            <a:rect b="b" l="l" r="r" t="t"/>
            <a:pathLst>
              <a:path extrusionOk="0" h="542" w="1969">
                <a:moveTo>
                  <a:pt x="1410" y="1"/>
                </a:moveTo>
                <a:cubicBezTo>
                  <a:pt x="1027" y="1"/>
                  <a:pt x="635" y="59"/>
                  <a:pt x="255" y="83"/>
                </a:cubicBezTo>
                <a:cubicBezTo>
                  <a:pt x="7" y="97"/>
                  <a:pt x="1" y="475"/>
                  <a:pt x="241" y="475"/>
                </a:cubicBezTo>
                <a:cubicBezTo>
                  <a:pt x="245" y="475"/>
                  <a:pt x="250" y="475"/>
                  <a:pt x="255" y="475"/>
                </a:cubicBezTo>
                <a:cubicBezTo>
                  <a:pt x="499" y="459"/>
                  <a:pt x="739" y="444"/>
                  <a:pt x="983" y="429"/>
                </a:cubicBezTo>
                <a:cubicBezTo>
                  <a:pt x="1096" y="422"/>
                  <a:pt x="1207" y="415"/>
                  <a:pt x="1319" y="408"/>
                </a:cubicBezTo>
                <a:cubicBezTo>
                  <a:pt x="1325" y="407"/>
                  <a:pt x="1332" y="407"/>
                  <a:pt x="1340" y="407"/>
                </a:cubicBezTo>
                <a:cubicBezTo>
                  <a:pt x="1369" y="407"/>
                  <a:pt x="1409" y="410"/>
                  <a:pt x="1446" y="410"/>
                </a:cubicBezTo>
                <a:cubicBezTo>
                  <a:pt x="1509" y="410"/>
                  <a:pt x="1567" y="401"/>
                  <a:pt x="1562" y="355"/>
                </a:cubicBezTo>
                <a:lnTo>
                  <a:pt x="1562" y="355"/>
                </a:lnTo>
                <a:cubicBezTo>
                  <a:pt x="1576" y="479"/>
                  <a:pt x="1681" y="542"/>
                  <a:pt x="1779" y="542"/>
                </a:cubicBezTo>
                <a:cubicBezTo>
                  <a:pt x="1877" y="542"/>
                  <a:pt x="1969" y="479"/>
                  <a:pt x="1956" y="353"/>
                </a:cubicBezTo>
                <a:cubicBezTo>
                  <a:pt x="1933" y="111"/>
                  <a:pt x="1751" y="10"/>
                  <a:pt x="1518" y="3"/>
                </a:cubicBezTo>
                <a:cubicBezTo>
                  <a:pt x="1482" y="2"/>
                  <a:pt x="1446" y="1"/>
                  <a:pt x="14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1"/>
          <p:cNvSpPr/>
          <p:nvPr/>
        </p:nvSpPr>
        <p:spPr>
          <a:xfrm>
            <a:off x="6159725" y="3116775"/>
            <a:ext cx="39725" cy="52950"/>
          </a:xfrm>
          <a:custGeom>
            <a:rect b="b" l="l" r="r" t="t"/>
            <a:pathLst>
              <a:path extrusionOk="0" h="2118" w="1589">
                <a:moveTo>
                  <a:pt x="1151" y="0"/>
                </a:moveTo>
                <a:cubicBezTo>
                  <a:pt x="1149" y="0"/>
                  <a:pt x="1146" y="0"/>
                  <a:pt x="1143" y="0"/>
                </a:cubicBezTo>
                <a:cubicBezTo>
                  <a:pt x="541" y="22"/>
                  <a:pt x="1" y="543"/>
                  <a:pt x="64" y="1168"/>
                </a:cubicBezTo>
                <a:cubicBezTo>
                  <a:pt x="121" y="1746"/>
                  <a:pt x="641" y="2118"/>
                  <a:pt x="1185" y="2118"/>
                </a:cubicBezTo>
                <a:cubicBezTo>
                  <a:pt x="1240" y="2118"/>
                  <a:pt x="1295" y="2114"/>
                  <a:pt x="1349" y="2106"/>
                </a:cubicBezTo>
                <a:cubicBezTo>
                  <a:pt x="1589" y="2072"/>
                  <a:pt x="1501" y="1724"/>
                  <a:pt x="1276" y="1724"/>
                </a:cubicBezTo>
                <a:cubicBezTo>
                  <a:pt x="1266" y="1724"/>
                  <a:pt x="1255" y="1725"/>
                  <a:pt x="1243" y="1727"/>
                </a:cubicBezTo>
                <a:cubicBezTo>
                  <a:pt x="1214" y="1731"/>
                  <a:pt x="1185" y="1733"/>
                  <a:pt x="1156" y="1733"/>
                </a:cubicBezTo>
                <a:cubicBezTo>
                  <a:pt x="816" y="1733"/>
                  <a:pt x="479" y="1466"/>
                  <a:pt x="456" y="1117"/>
                </a:cubicBezTo>
                <a:cubicBezTo>
                  <a:pt x="429" y="730"/>
                  <a:pt x="771" y="408"/>
                  <a:pt x="1143" y="395"/>
                </a:cubicBezTo>
                <a:cubicBezTo>
                  <a:pt x="1394" y="385"/>
                  <a:pt x="1397" y="0"/>
                  <a:pt x="115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1"/>
          <p:cNvSpPr/>
          <p:nvPr/>
        </p:nvSpPr>
        <p:spPr>
          <a:xfrm>
            <a:off x="5801925" y="2792150"/>
            <a:ext cx="36425" cy="66350"/>
          </a:xfrm>
          <a:custGeom>
            <a:rect b="b" l="l" r="r" t="t"/>
            <a:pathLst>
              <a:path extrusionOk="0" h="2654" w="1457">
                <a:moveTo>
                  <a:pt x="607" y="388"/>
                </a:moveTo>
                <a:cubicBezTo>
                  <a:pt x="684" y="388"/>
                  <a:pt x="765" y="423"/>
                  <a:pt x="816" y="488"/>
                </a:cubicBezTo>
                <a:cubicBezTo>
                  <a:pt x="825" y="588"/>
                  <a:pt x="835" y="688"/>
                  <a:pt x="845" y="789"/>
                </a:cubicBezTo>
                <a:cubicBezTo>
                  <a:pt x="796" y="880"/>
                  <a:pt x="729" y="938"/>
                  <a:pt x="643" y="960"/>
                </a:cubicBezTo>
                <a:lnTo>
                  <a:pt x="643" y="960"/>
                </a:lnTo>
                <a:cubicBezTo>
                  <a:pt x="603" y="960"/>
                  <a:pt x="562" y="964"/>
                  <a:pt x="521" y="971"/>
                </a:cubicBezTo>
                <a:lnTo>
                  <a:pt x="521" y="971"/>
                </a:lnTo>
                <a:cubicBezTo>
                  <a:pt x="520" y="971"/>
                  <a:pt x="518" y="971"/>
                  <a:pt x="517" y="970"/>
                </a:cubicBezTo>
                <a:lnTo>
                  <a:pt x="517" y="970"/>
                </a:lnTo>
                <a:cubicBezTo>
                  <a:pt x="517" y="971"/>
                  <a:pt x="517" y="971"/>
                  <a:pt x="517" y="971"/>
                </a:cubicBezTo>
                <a:lnTo>
                  <a:pt x="517" y="971"/>
                </a:lnTo>
                <a:cubicBezTo>
                  <a:pt x="501" y="974"/>
                  <a:pt x="484" y="978"/>
                  <a:pt x="467" y="982"/>
                </a:cubicBezTo>
                <a:cubicBezTo>
                  <a:pt x="463" y="983"/>
                  <a:pt x="458" y="984"/>
                  <a:pt x="454" y="986"/>
                </a:cubicBezTo>
                <a:lnTo>
                  <a:pt x="454" y="986"/>
                </a:lnTo>
                <a:cubicBezTo>
                  <a:pt x="454" y="980"/>
                  <a:pt x="453" y="975"/>
                  <a:pt x="453" y="970"/>
                </a:cubicBezTo>
                <a:cubicBezTo>
                  <a:pt x="447" y="892"/>
                  <a:pt x="386" y="572"/>
                  <a:pt x="418" y="501"/>
                </a:cubicBezTo>
                <a:cubicBezTo>
                  <a:pt x="454" y="424"/>
                  <a:pt x="529" y="388"/>
                  <a:pt x="607" y="388"/>
                </a:cubicBezTo>
                <a:close/>
                <a:moveTo>
                  <a:pt x="708" y="1345"/>
                </a:moveTo>
                <a:cubicBezTo>
                  <a:pt x="1034" y="1378"/>
                  <a:pt x="1105" y="1865"/>
                  <a:pt x="867" y="2083"/>
                </a:cubicBezTo>
                <a:cubicBezTo>
                  <a:pt x="734" y="2203"/>
                  <a:pt x="568" y="2251"/>
                  <a:pt x="396" y="2257"/>
                </a:cubicBezTo>
                <a:lnTo>
                  <a:pt x="396" y="2257"/>
                </a:lnTo>
                <a:lnTo>
                  <a:pt x="394" y="1611"/>
                </a:lnTo>
                <a:lnTo>
                  <a:pt x="394" y="1611"/>
                </a:lnTo>
                <a:cubicBezTo>
                  <a:pt x="451" y="1584"/>
                  <a:pt x="492" y="1527"/>
                  <a:pt x="486" y="1441"/>
                </a:cubicBezTo>
                <a:cubicBezTo>
                  <a:pt x="484" y="1416"/>
                  <a:pt x="482" y="1390"/>
                  <a:pt x="481" y="1364"/>
                </a:cubicBezTo>
                <a:lnTo>
                  <a:pt x="481" y="1364"/>
                </a:lnTo>
                <a:cubicBezTo>
                  <a:pt x="493" y="1367"/>
                  <a:pt x="505" y="1368"/>
                  <a:pt x="519" y="1368"/>
                </a:cubicBezTo>
                <a:cubicBezTo>
                  <a:pt x="522" y="1368"/>
                  <a:pt x="525" y="1368"/>
                  <a:pt x="528" y="1368"/>
                </a:cubicBezTo>
                <a:cubicBezTo>
                  <a:pt x="591" y="1368"/>
                  <a:pt x="651" y="1360"/>
                  <a:pt x="708" y="1345"/>
                </a:cubicBezTo>
                <a:close/>
                <a:moveTo>
                  <a:pt x="568" y="0"/>
                </a:moveTo>
                <a:cubicBezTo>
                  <a:pt x="430" y="0"/>
                  <a:pt x="293" y="37"/>
                  <a:pt x="181" y="114"/>
                </a:cubicBezTo>
                <a:cubicBezTo>
                  <a:pt x="18" y="226"/>
                  <a:pt x="16" y="312"/>
                  <a:pt x="26" y="502"/>
                </a:cubicBezTo>
                <a:cubicBezTo>
                  <a:pt x="28" y="531"/>
                  <a:pt x="29" y="560"/>
                  <a:pt x="31" y="589"/>
                </a:cubicBezTo>
                <a:lnTo>
                  <a:pt x="31" y="589"/>
                </a:lnTo>
                <a:cubicBezTo>
                  <a:pt x="12" y="618"/>
                  <a:pt x="0" y="654"/>
                  <a:pt x="0" y="697"/>
                </a:cubicBezTo>
                <a:lnTo>
                  <a:pt x="5" y="2448"/>
                </a:lnTo>
                <a:cubicBezTo>
                  <a:pt x="5" y="2564"/>
                  <a:pt x="96" y="2631"/>
                  <a:pt x="202" y="2644"/>
                </a:cubicBezTo>
                <a:cubicBezTo>
                  <a:pt x="251" y="2650"/>
                  <a:pt x="301" y="2653"/>
                  <a:pt x="352" y="2653"/>
                </a:cubicBezTo>
                <a:cubicBezTo>
                  <a:pt x="842" y="2653"/>
                  <a:pt x="1376" y="2366"/>
                  <a:pt x="1428" y="1835"/>
                </a:cubicBezTo>
                <a:cubicBezTo>
                  <a:pt x="1457" y="1536"/>
                  <a:pt x="1311" y="1264"/>
                  <a:pt x="1087" y="1105"/>
                </a:cubicBezTo>
                <a:lnTo>
                  <a:pt x="1087" y="1105"/>
                </a:lnTo>
                <a:cubicBezTo>
                  <a:pt x="1331" y="822"/>
                  <a:pt x="1366" y="379"/>
                  <a:pt x="985" y="123"/>
                </a:cubicBezTo>
                <a:cubicBezTo>
                  <a:pt x="866" y="43"/>
                  <a:pt x="717" y="0"/>
                  <a:pt x="5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1"/>
          <p:cNvSpPr/>
          <p:nvPr/>
        </p:nvSpPr>
        <p:spPr>
          <a:xfrm>
            <a:off x="6524625" y="2121950"/>
            <a:ext cx="75575" cy="90600"/>
          </a:xfrm>
          <a:custGeom>
            <a:rect b="b" l="l" r="r" t="t"/>
            <a:pathLst>
              <a:path extrusionOk="0" h="3624" w="3023">
                <a:moveTo>
                  <a:pt x="270" y="0"/>
                </a:moveTo>
                <a:cubicBezTo>
                  <a:pt x="132" y="0"/>
                  <a:pt x="1" y="198"/>
                  <a:pt x="118" y="347"/>
                </a:cubicBezTo>
                <a:cubicBezTo>
                  <a:pt x="954" y="1417"/>
                  <a:pt x="1792" y="2486"/>
                  <a:pt x="2626" y="3555"/>
                </a:cubicBezTo>
                <a:cubicBezTo>
                  <a:pt x="2664" y="3604"/>
                  <a:pt x="2709" y="3624"/>
                  <a:pt x="2753" y="3624"/>
                </a:cubicBezTo>
                <a:cubicBezTo>
                  <a:pt x="2892" y="3624"/>
                  <a:pt x="3023" y="3427"/>
                  <a:pt x="2905" y="3276"/>
                </a:cubicBezTo>
                <a:cubicBezTo>
                  <a:pt x="2071" y="2207"/>
                  <a:pt x="1233" y="1138"/>
                  <a:pt x="397" y="68"/>
                </a:cubicBezTo>
                <a:cubicBezTo>
                  <a:pt x="359" y="20"/>
                  <a:pt x="314" y="0"/>
                  <a:pt x="27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1"/>
          <p:cNvSpPr/>
          <p:nvPr/>
        </p:nvSpPr>
        <p:spPr>
          <a:xfrm>
            <a:off x="6530775" y="2119325"/>
            <a:ext cx="74200" cy="99925"/>
          </a:xfrm>
          <a:custGeom>
            <a:rect b="b" l="l" r="r" t="t"/>
            <a:pathLst>
              <a:path extrusionOk="0" h="3997" w="2968">
                <a:moveTo>
                  <a:pt x="2690" y="1"/>
                </a:moveTo>
                <a:cubicBezTo>
                  <a:pt x="2645" y="1"/>
                  <a:pt x="2599" y="20"/>
                  <a:pt x="2559" y="64"/>
                </a:cubicBezTo>
                <a:cubicBezTo>
                  <a:pt x="1576" y="1168"/>
                  <a:pt x="747" y="2379"/>
                  <a:pt x="80" y="3698"/>
                </a:cubicBezTo>
                <a:cubicBezTo>
                  <a:pt x="1" y="3853"/>
                  <a:pt x="137" y="3997"/>
                  <a:pt x="267" y="3997"/>
                </a:cubicBezTo>
                <a:cubicBezTo>
                  <a:pt x="326" y="3997"/>
                  <a:pt x="383" y="3968"/>
                  <a:pt x="419" y="3897"/>
                </a:cubicBezTo>
                <a:cubicBezTo>
                  <a:pt x="1073" y="2607"/>
                  <a:pt x="1876" y="1422"/>
                  <a:pt x="2838" y="344"/>
                </a:cubicBezTo>
                <a:cubicBezTo>
                  <a:pt x="2967" y="198"/>
                  <a:pt x="2835" y="1"/>
                  <a:pt x="26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1"/>
          <p:cNvSpPr/>
          <p:nvPr/>
        </p:nvSpPr>
        <p:spPr>
          <a:xfrm>
            <a:off x="6640100" y="2152375"/>
            <a:ext cx="43475" cy="12300"/>
          </a:xfrm>
          <a:custGeom>
            <a:rect b="b" l="l" r="r" t="t"/>
            <a:pathLst>
              <a:path extrusionOk="0" h="492" w="1739">
                <a:moveTo>
                  <a:pt x="284" y="0"/>
                </a:moveTo>
                <a:cubicBezTo>
                  <a:pt x="75" y="0"/>
                  <a:pt x="1" y="330"/>
                  <a:pt x="230" y="386"/>
                </a:cubicBezTo>
                <a:cubicBezTo>
                  <a:pt x="518" y="455"/>
                  <a:pt x="807" y="492"/>
                  <a:pt x="1099" y="492"/>
                </a:cubicBezTo>
                <a:cubicBezTo>
                  <a:pt x="1227" y="492"/>
                  <a:pt x="1356" y="485"/>
                  <a:pt x="1486" y="470"/>
                </a:cubicBezTo>
                <a:cubicBezTo>
                  <a:pt x="1726" y="444"/>
                  <a:pt x="1739" y="75"/>
                  <a:pt x="1512" y="75"/>
                </a:cubicBezTo>
                <a:cubicBezTo>
                  <a:pt x="1503" y="75"/>
                  <a:pt x="1495" y="76"/>
                  <a:pt x="1486" y="77"/>
                </a:cubicBezTo>
                <a:cubicBezTo>
                  <a:pt x="1357" y="91"/>
                  <a:pt x="1228" y="98"/>
                  <a:pt x="1101" y="98"/>
                </a:cubicBezTo>
                <a:cubicBezTo>
                  <a:pt x="844" y="98"/>
                  <a:pt x="591" y="69"/>
                  <a:pt x="336" y="7"/>
                </a:cubicBezTo>
                <a:cubicBezTo>
                  <a:pt x="318" y="2"/>
                  <a:pt x="301" y="0"/>
                  <a:pt x="28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1"/>
          <p:cNvSpPr/>
          <p:nvPr/>
        </p:nvSpPr>
        <p:spPr>
          <a:xfrm>
            <a:off x="6646925" y="2176075"/>
            <a:ext cx="41175" cy="13700"/>
          </a:xfrm>
          <a:custGeom>
            <a:rect b="b" l="l" r="r" t="t"/>
            <a:pathLst>
              <a:path extrusionOk="0" h="548" w="1647">
                <a:moveTo>
                  <a:pt x="313" y="1"/>
                </a:moveTo>
                <a:cubicBezTo>
                  <a:pt x="126" y="1"/>
                  <a:pt x="0" y="270"/>
                  <a:pt x="201" y="360"/>
                </a:cubicBezTo>
                <a:cubicBezTo>
                  <a:pt x="478" y="485"/>
                  <a:pt x="760" y="548"/>
                  <a:pt x="1052" y="548"/>
                </a:cubicBezTo>
                <a:cubicBezTo>
                  <a:pt x="1170" y="548"/>
                  <a:pt x="1289" y="537"/>
                  <a:pt x="1410" y="517"/>
                </a:cubicBezTo>
                <a:cubicBezTo>
                  <a:pt x="1647" y="478"/>
                  <a:pt x="1564" y="135"/>
                  <a:pt x="1342" y="135"/>
                </a:cubicBezTo>
                <a:cubicBezTo>
                  <a:pt x="1330" y="135"/>
                  <a:pt x="1317" y="136"/>
                  <a:pt x="1305" y="138"/>
                </a:cubicBezTo>
                <a:cubicBezTo>
                  <a:pt x="1218" y="152"/>
                  <a:pt x="1131" y="159"/>
                  <a:pt x="1044" y="159"/>
                </a:cubicBezTo>
                <a:cubicBezTo>
                  <a:pt x="823" y="159"/>
                  <a:pt x="603" y="113"/>
                  <a:pt x="400" y="21"/>
                </a:cubicBezTo>
                <a:cubicBezTo>
                  <a:pt x="370" y="7"/>
                  <a:pt x="341" y="1"/>
                  <a:pt x="31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1"/>
          <p:cNvSpPr/>
          <p:nvPr/>
        </p:nvSpPr>
        <p:spPr>
          <a:xfrm>
            <a:off x="6656400" y="2083000"/>
            <a:ext cx="543200" cy="230325"/>
          </a:xfrm>
          <a:custGeom>
            <a:rect b="b" l="l" r="r" t="t"/>
            <a:pathLst>
              <a:path extrusionOk="0" h="9213" w="21728">
                <a:moveTo>
                  <a:pt x="21478" y="0"/>
                </a:moveTo>
                <a:cubicBezTo>
                  <a:pt x="21477" y="0"/>
                  <a:pt x="21475" y="0"/>
                  <a:pt x="21474" y="0"/>
                </a:cubicBezTo>
                <a:lnTo>
                  <a:pt x="7038" y="172"/>
                </a:lnTo>
                <a:cubicBezTo>
                  <a:pt x="7017" y="172"/>
                  <a:pt x="6995" y="172"/>
                  <a:pt x="6974" y="172"/>
                </a:cubicBezTo>
                <a:cubicBezTo>
                  <a:pt x="6514" y="172"/>
                  <a:pt x="5978" y="117"/>
                  <a:pt x="5459" y="117"/>
                </a:cubicBezTo>
                <a:cubicBezTo>
                  <a:pt x="5040" y="117"/>
                  <a:pt x="4631" y="153"/>
                  <a:pt x="4282" y="282"/>
                </a:cubicBezTo>
                <a:cubicBezTo>
                  <a:pt x="3683" y="504"/>
                  <a:pt x="3643" y="1054"/>
                  <a:pt x="3550" y="1626"/>
                </a:cubicBezTo>
                <a:cubicBezTo>
                  <a:pt x="3169" y="3953"/>
                  <a:pt x="2812" y="6286"/>
                  <a:pt x="2443" y="8614"/>
                </a:cubicBezTo>
                <a:lnTo>
                  <a:pt x="2443" y="8614"/>
                </a:lnTo>
                <a:cubicBezTo>
                  <a:pt x="1636" y="7809"/>
                  <a:pt x="967" y="6911"/>
                  <a:pt x="423" y="5901"/>
                </a:cubicBezTo>
                <a:cubicBezTo>
                  <a:pt x="386" y="5833"/>
                  <a:pt x="328" y="5805"/>
                  <a:pt x="270" y="5805"/>
                </a:cubicBezTo>
                <a:cubicBezTo>
                  <a:pt x="137" y="5805"/>
                  <a:pt x="0" y="5948"/>
                  <a:pt x="82" y="6101"/>
                </a:cubicBezTo>
                <a:cubicBezTo>
                  <a:pt x="704" y="7254"/>
                  <a:pt x="1484" y="8264"/>
                  <a:pt x="2440" y="9159"/>
                </a:cubicBezTo>
                <a:cubicBezTo>
                  <a:pt x="2478" y="9195"/>
                  <a:pt x="2532" y="9213"/>
                  <a:pt x="2586" y="9213"/>
                </a:cubicBezTo>
                <a:cubicBezTo>
                  <a:pt x="2670" y="9213"/>
                  <a:pt x="2754" y="9167"/>
                  <a:pt x="2769" y="9072"/>
                </a:cubicBezTo>
                <a:cubicBezTo>
                  <a:pt x="3106" y="6947"/>
                  <a:pt x="3442" y="4821"/>
                  <a:pt x="3776" y="2698"/>
                </a:cubicBezTo>
                <a:cubicBezTo>
                  <a:pt x="3847" y="2250"/>
                  <a:pt x="3837" y="1646"/>
                  <a:pt x="4012" y="1228"/>
                </a:cubicBezTo>
                <a:cubicBezTo>
                  <a:pt x="4304" y="531"/>
                  <a:pt x="4848" y="591"/>
                  <a:pt x="5499" y="583"/>
                </a:cubicBezTo>
                <a:cubicBezTo>
                  <a:pt x="6589" y="570"/>
                  <a:pt x="7681" y="558"/>
                  <a:pt x="8770" y="544"/>
                </a:cubicBezTo>
                <a:cubicBezTo>
                  <a:pt x="13005" y="493"/>
                  <a:pt x="17238" y="442"/>
                  <a:pt x="21474" y="394"/>
                </a:cubicBezTo>
                <a:cubicBezTo>
                  <a:pt x="21726" y="389"/>
                  <a:pt x="21727" y="0"/>
                  <a:pt x="214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1"/>
          <p:cNvSpPr/>
          <p:nvPr/>
        </p:nvSpPr>
        <p:spPr>
          <a:xfrm>
            <a:off x="6796325" y="2161350"/>
            <a:ext cx="44400" cy="89650"/>
          </a:xfrm>
          <a:custGeom>
            <a:rect b="b" l="l" r="r" t="t"/>
            <a:pathLst>
              <a:path extrusionOk="0" h="3586" w="1776">
                <a:moveTo>
                  <a:pt x="691" y="0"/>
                </a:moveTo>
                <a:cubicBezTo>
                  <a:pt x="390" y="0"/>
                  <a:pt x="94" y="229"/>
                  <a:pt x="133" y="582"/>
                </a:cubicBezTo>
                <a:cubicBezTo>
                  <a:pt x="147" y="707"/>
                  <a:pt x="253" y="770"/>
                  <a:pt x="352" y="770"/>
                </a:cubicBezTo>
                <a:cubicBezTo>
                  <a:pt x="451" y="770"/>
                  <a:pt x="542" y="708"/>
                  <a:pt x="529" y="582"/>
                </a:cubicBezTo>
                <a:lnTo>
                  <a:pt x="529" y="582"/>
                </a:lnTo>
                <a:cubicBezTo>
                  <a:pt x="813" y="861"/>
                  <a:pt x="797" y="1065"/>
                  <a:pt x="483" y="1194"/>
                </a:cubicBezTo>
                <a:cubicBezTo>
                  <a:pt x="386" y="1255"/>
                  <a:pt x="283" y="1311"/>
                  <a:pt x="179" y="1362"/>
                </a:cubicBezTo>
                <a:cubicBezTo>
                  <a:pt x="12" y="1448"/>
                  <a:pt x="80" y="1665"/>
                  <a:pt x="224" y="1722"/>
                </a:cubicBezTo>
                <a:cubicBezTo>
                  <a:pt x="518" y="1836"/>
                  <a:pt x="876" y="1975"/>
                  <a:pt x="1090" y="2223"/>
                </a:cubicBezTo>
                <a:cubicBezTo>
                  <a:pt x="1442" y="2629"/>
                  <a:pt x="1133" y="3205"/>
                  <a:pt x="677" y="3205"/>
                </a:cubicBezTo>
                <a:cubicBezTo>
                  <a:pt x="586" y="3205"/>
                  <a:pt x="489" y="3182"/>
                  <a:pt x="390" y="3130"/>
                </a:cubicBezTo>
                <a:cubicBezTo>
                  <a:pt x="358" y="3113"/>
                  <a:pt x="326" y="3106"/>
                  <a:pt x="296" y="3106"/>
                </a:cubicBezTo>
                <a:cubicBezTo>
                  <a:pt x="118" y="3106"/>
                  <a:pt x="0" y="3369"/>
                  <a:pt x="191" y="3470"/>
                </a:cubicBezTo>
                <a:cubicBezTo>
                  <a:pt x="341" y="3548"/>
                  <a:pt x="505" y="3586"/>
                  <a:pt x="669" y="3586"/>
                </a:cubicBezTo>
                <a:cubicBezTo>
                  <a:pt x="1127" y="3586"/>
                  <a:pt x="1579" y="3293"/>
                  <a:pt x="1664" y="2797"/>
                </a:cubicBezTo>
                <a:cubicBezTo>
                  <a:pt x="1775" y="2157"/>
                  <a:pt x="1228" y="1754"/>
                  <a:pt x="699" y="1500"/>
                </a:cubicBezTo>
                <a:lnTo>
                  <a:pt x="699" y="1500"/>
                </a:lnTo>
                <a:cubicBezTo>
                  <a:pt x="1125" y="1188"/>
                  <a:pt x="1520" y="693"/>
                  <a:pt x="1119" y="202"/>
                </a:cubicBezTo>
                <a:cubicBezTo>
                  <a:pt x="1006" y="62"/>
                  <a:pt x="848" y="0"/>
                  <a:pt x="69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1"/>
          <p:cNvSpPr/>
          <p:nvPr/>
        </p:nvSpPr>
        <p:spPr>
          <a:xfrm>
            <a:off x="6868150" y="2239975"/>
            <a:ext cx="9875" cy="13300"/>
          </a:xfrm>
          <a:custGeom>
            <a:rect b="b" l="l" r="r" t="t"/>
            <a:pathLst>
              <a:path extrusionOk="0" h="532" w="395">
                <a:moveTo>
                  <a:pt x="198" y="0"/>
                </a:moveTo>
                <a:cubicBezTo>
                  <a:pt x="100" y="0"/>
                  <a:pt x="1" y="64"/>
                  <a:pt x="1" y="192"/>
                </a:cubicBezTo>
                <a:lnTo>
                  <a:pt x="1" y="342"/>
                </a:lnTo>
                <a:cubicBezTo>
                  <a:pt x="0" y="469"/>
                  <a:pt x="99" y="532"/>
                  <a:pt x="197" y="532"/>
                </a:cubicBezTo>
                <a:cubicBezTo>
                  <a:pt x="296" y="532"/>
                  <a:pt x="395" y="469"/>
                  <a:pt x="395" y="342"/>
                </a:cubicBezTo>
                <a:lnTo>
                  <a:pt x="395" y="192"/>
                </a:lnTo>
                <a:cubicBezTo>
                  <a:pt x="395" y="64"/>
                  <a:pt x="296" y="0"/>
                  <a:pt x="19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1"/>
          <p:cNvSpPr/>
          <p:nvPr/>
        </p:nvSpPr>
        <p:spPr>
          <a:xfrm>
            <a:off x="6908725" y="2160825"/>
            <a:ext cx="15100" cy="88800"/>
          </a:xfrm>
          <a:custGeom>
            <a:rect b="b" l="l" r="r" t="t"/>
            <a:pathLst>
              <a:path extrusionOk="0" h="3552" w="604">
                <a:moveTo>
                  <a:pt x="240" y="1"/>
                </a:moveTo>
                <a:cubicBezTo>
                  <a:pt x="141" y="1"/>
                  <a:pt x="41" y="64"/>
                  <a:pt x="37" y="191"/>
                </a:cubicBezTo>
                <a:cubicBezTo>
                  <a:pt x="0" y="1270"/>
                  <a:pt x="59" y="2338"/>
                  <a:pt x="203" y="3409"/>
                </a:cubicBezTo>
                <a:cubicBezTo>
                  <a:pt x="217" y="3509"/>
                  <a:pt x="285" y="3552"/>
                  <a:pt x="360" y="3552"/>
                </a:cubicBezTo>
                <a:cubicBezTo>
                  <a:pt x="474" y="3552"/>
                  <a:pt x="603" y="3453"/>
                  <a:pt x="583" y="3303"/>
                </a:cubicBezTo>
                <a:cubicBezTo>
                  <a:pt x="444" y="2270"/>
                  <a:pt x="395" y="1233"/>
                  <a:pt x="431" y="191"/>
                </a:cubicBezTo>
                <a:cubicBezTo>
                  <a:pt x="435" y="64"/>
                  <a:pt x="339" y="1"/>
                  <a:pt x="24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1"/>
          <p:cNvSpPr/>
          <p:nvPr/>
        </p:nvSpPr>
        <p:spPr>
          <a:xfrm>
            <a:off x="6939625" y="2162450"/>
            <a:ext cx="60275" cy="86650"/>
          </a:xfrm>
          <a:custGeom>
            <a:rect b="b" l="l" r="r" t="t"/>
            <a:pathLst>
              <a:path extrusionOk="0" h="3466" w="2411">
                <a:moveTo>
                  <a:pt x="1464" y="0"/>
                </a:moveTo>
                <a:cubicBezTo>
                  <a:pt x="1046" y="0"/>
                  <a:pt x="628" y="19"/>
                  <a:pt x="210" y="59"/>
                </a:cubicBezTo>
                <a:cubicBezTo>
                  <a:pt x="70" y="72"/>
                  <a:pt x="1" y="173"/>
                  <a:pt x="20" y="308"/>
                </a:cubicBezTo>
                <a:cubicBezTo>
                  <a:pt x="87" y="762"/>
                  <a:pt x="150" y="1217"/>
                  <a:pt x="217" y="1671"/>
                </a:cubicBezTo>
                <a:cubicBezTo>
                  <a:pt x="230" y="1761"/>
                  <a:pt x="327" y="1807"/>
                  <a:pt x="406" y="1815"/>
                </a:cubicBezTo>
                <a:cubicBezTo>
                  <a:pt x="432" y="1818"/>
                  <a:pt x="461" y="1819"/>
                  <a:pt x="493" y="1819"/>
                </a:cubicBezTo>
                <a:cubicBezTo>
                  <a:pt x="691" y="1819"/>
                  <a:pt x="977" y="1773"/>
                  <a:pt x="1235" y="1773"/>
                </a:cubicBezTo>
                <a:cubicBezTo>
                  <a:pt x="1602" y="1773"/>
                  <a:pt x="1911" y="1867"/>
                  <a:pt x="1820" y="2321"/>
                </a:cubicBezTo>
                <a:cubicBezTo>
                  <a:pt x="1697" y="2942"/>
                  <a:pt x="911" y="3022"/>
                  <a:pt x="406" y="3071"/>
                </a:cubicBezTo>
                <a:cubicBezTo>
                  <a:pt x="163" y="3093"/>
                  <a:pt x="154" y="3465"/>
                  <a:pt x="384" y="3465"/>
                </a:cubicBezTo>
                <a:cubicBezTo>
                  <a:pt x="391" y="3465"/>
                  <a:pt x="399" y="3465"/>
                  <a:pt x="406" y="3464"/>
                </a:cubicBezTo>
                <a:cubicBezTo>
                  <a:pt x="1170" y="3390"/>
                  <a:pt x="2181" y="3182"/>
                  <a:pt x="2228" y="2233"/>
                </a:cubicBezTo>
                <a:cubicBezTo>
                  <a:pt x="2262" y="1518"/>
                  <a:pt x="1797" y="1407"/>
                  <a:pt x="1280" y="1407"/>
                </a:cubicBezTo>
                <a:cubicBezTo>
                  <a:pt x="1049" y="1407"/>
                  <a:pt x="808" y="1429"/>
                  <a:pt x="596" y="1429"/>
                </a:cubicBezTo>
                <a:cubicBezTo>
                  <a:pt x="590" y="1429"/>
                  <a:pt x="584" y="1429"/>
                  <a:pt x="578" y="1429"/>
                </a:cubicBezTo>
                <a:lnTo>
                  <a:pt x="578" y="1429"/>
                </a:lnTo>
                <a:cubicBezTo>
                  <a:pt x="531" y="1097"/>
                  <a:pt x="483" y="766"/>
                  <a:pt x="434" y="434"/>
                </a:cubicBezTo>
                <a:lnTo>
                  <a:pt x="434" y="434"/>
                </a:lnTo>
                <a:cubicBezTo>
                  <a:pt x="782" y="407"/>
                  <a:pt x="1129" y="394"/>
                  <a:pt x="1476" y="394"/>
                </a:cubicBezTo>
                <a:cubicBezTo>
                  <a:pt x="1704" y="394"/>
                  <a:pt x="1931" y="399"/>
                  <a:pt x="2160" y="411"/>
                </a:cubicBezTo>
                <a:cubicBezTo>
                  <a:pt x="2164" y="411"/>
                  <a:pt x="2168" y="411"/>
                  <a:pt x="2172" y="411"/>
                </a:cubicBezTo>
                <a:cubicBezTo>
                  <a:pt x="2410" y="411"/>
                  <a:pt x="2406" y="30"/>
                  <a:pt x="2158" y="17"/>
                </a:cubicBezTo>
                <a:cubicBezTo>
                  <a:pt x="1926" y="6"/>
                  <a:pt x="1695" y="0"/>
                  <a:pt x="146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1"/>
          <p:cNvSpPr/>
          <p:nvPr/>
        </p:nvSpPr>
        <p:spPr>
          <a:xfrm>
            <a:off x="7026950" y="2146650"/>
            <a:ext cx="53625" cy="98275"/>
          </a:xfrm>
          <a:custGeom>
            <a:rect b="b" l="l" r="r" t="t"/>
            <a:pathLst>
              <a:path extrusionOk="0" h="3931" w="2145">
                <a:moveTo>
                  <a:pt x="1403" y="0"/>
                </a:moveTo>
                <a:cubicBezTo>
                  <a:pt x="1359" y="0"/>
                  <a:pt x="1313" y="16"/>
                  <a:pt x="1272" y="52"/>
                </a:cubicBezTo>
                <a:cubicBezTo>
                  <a:pt x="1" y="1176"/>
                  <a:pt x="238" y="3134"/>
                  <a:pt x="1752" y="3907"/>
                </a:cubicBezTo>
                <a:cubicBezTo>
                  <a:pt x="1784" y="3924"/>
                  <a:pt x="1815" y="3931"/>
                  <a:pt x="1845" y="3931"/>
                </a:cubicBezTo>
                <a:cubicBezTo>
                  <a:pt x="2025" y="3931"/>
                  <a:pt x="2145" y="3666"/>
                  <a:pt x="1951" y="3568"/>
                </a:cubicBezTo>
                <a:cubicBezTo>
                  <a:pt x="659" y="2908"/>
                  <a:pt x="460" y="1293"/>
                  <a:pt x="1551" y="331"/>
                </a:cubicBezTo>
                <a:cubicBezTo>
                  <a:pt x="1701" y="199"/>
                  <a:pt x="1562" y="0"/>
                  <a:pt x="14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1"/>
          <p:cNvSpPr/>
          <p:nvPr/>
        </p:nvSpPr>
        <p:spPr>
          <a:xfrm>
            <a:off x="7081650" y="2172800"/>
            <a:ext cx="47075" cy="68850"/>
          </a:xfrm>
          <a:custGeom>
            <a:rect b="b" l="l" r="r" t="t"/>
            <a:pathLst>
              <a:path extrusionOk="0" h="2754" w="1883">
                <a:moveTo>
                  <a:pt x="1673" y="1"/>
                </a:moveTo>
                <a:cubicBezTo>
                  <a:pt x="1656" y="1"/>
                  <a:pt x="1637" y="3"/>
                  <a:pt x="1618" y="8"/>
                </a:cubicBezTo>
                <a:cubicBezTo>
                  <a:pt x="1297" y="92"/>
                  <a:pt x="986" y="131"/>
                  <a:pt x="668" y="131"/>
                </a:cubicBezTo>
                <a:cubicBezTo>
                  <a:pt x="532" y="131"/>
                  <a:pt x="395" y="124"/>
                  <a:pt x="255" y="110"/>
                </a:cubicBezTo>
                <a:cubicBezTo>
                  <a:pt x="246" y="109"/>
                  <a:pt x="238" y="109"/>
                  <a:pt x="229" y="109"/>
                </a:cubicBezTo>
                <a:cubicBezTo>
                  <a:pt x="1" y="109"/>
                  <a:pt x="12" y="477"/>
                  <a:pt x="254" y="502"/>
                </a:cubicBezTo>
                <a:cubicBezTo>
                  <a:pt x="393" y="516"/>
                  <a:pt x="532" y="523"/>
                  <a:pt x="669" y="523"/>
                </a:cubicBezTo>
                <a:cubicBezTo>
                  <a:pt x="923" y="523"/>
                  <a:pt x="1174" y="499"/>
                  <a:pt x="1425" y="452"/>
                </a:cubicBezTo>
                <a:lnTo>
                  <a:pt x="1425" y="452"/>
                </a:lnTo>
                <a:cubicBezTo>
                  <a:pt x="1286" y="1161"/>
                  <a:pt x="1080" y="1847"/>
                  <a:pt x="800" y="2518"/>
                </a:cubicBezTo>
                <a:cubicBezTo>
                  <a:pt x="742" y="2660"/>
                  <a:pt x="860" y="2754"/>
                  <a:pt x="982" y="2754"/>
                </a:cubicBezTo>
                <a:cubicBezTo>
                  <a:pt x="1061" y="2754"/>
                  <a:pt x="1143" y="2714"/>
                  <a:pt x="1180" y="2624"/>
                </a:cubicBezTo>
                <a:cubicBezTo>
                  <a:pt x="1496" y="1856"/>
                  <a:pt x="1722" y="1069"/>
                  <a:pt x="1860" y="249"/>
                </a:cubicBezTo>
                <a:cubicBezTo>
                  <a:pt x="1882" y="122"/>
                  <a:pt x="1799" y="1"/>
                  <a:pt x="167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1"/>
          <p:cNvSpPr/>
          <p:nvPr/>
        </p:nvSpPr>
        <p:spPr>
          <a:xfrm>
            <a:off x="7140675" y="2164075"/>
            <a:ext cx="52850" cy="74075"/>
          </a:xfrm>
          <a:custGeom>
            <a:rect b="b" l="l" r="r" t="t"/>
            <a:pathLst>
              <a:path extrusionOk="0" h="2963" w="2114">
                <a:moveTo>
                  <a:pt x="1300" y="393"/>
                </a:moveTo>
                <a:cubicBezTo>
                  <a:pt x="1536" y="393"/>
                  <a:pt x="1710" y="672"/>
                  <a:pt x="1582" y="923"/>
                </a:cubicBezTo>
                <a:cubicBezTo>
                  <a:pt x="1483" y="1116"/>
                  <a:pt x="1291" y="1177"/>
                  <a:pt x="1094" y="1177"/>
                </a:cubicBezTo>
                <a:cubicBezTo>
                  <a:pt x="1088" y="1177"/>
                  <a:pt x="1081" y="1177"/>
                  <a:pt x="1075" y="1177"/>
                </a:cubicBezTo>
                <a:lnTo>
                  <a:pt x="1075" y="1177"/>
                </a:lnTo>
                <a:cubicBezTo>
                  <a:pt x="1036" y="1172"/>
                  <a:pt x="997" y="1168"/>
                  <a:pt x="956" y="1168"/>
                </a:cubicBezTo>
                <a:cubicBezTo>
                  <a:pt x="954" y="1168"/>
                  <a:pt x="952" y="1168"/>
                  <a:pt x="950" y="1168"/>
                </a:cubicBezTo>
                <a:cubicBezTo>
                  <a:pt x="915" y="1168"/>
                  <a:pt x="885" y="1174"/>
                  <a:pt x="861" y="1186"/>
                </a:cubicBezTo>
                <a:lnTo>
                  <a:pt x="861" y="1186"/>
                </a:lnTo>
                <a:cubicBezTo>
                  <a:pt x="888" y="958"/>
                  <a:pt x="923" y="732"/>
                  <a:pt x="964" y="505"/>
                </a:cubicBezTo>
                <a:lnTo>
                  <a:pt x="964" y="505"/>
                </a:lnTo>
                <a:cubicBezTo>
                  <a:pt x="971" y="506"/>
                  <a:pt x="978" y="506"/>
                  <a:pt x="986" y="506"/>
                </a:cubicBezTo>
                <a:cubicBezTo>
                  <a:pt x="1019" y="506"/>
                  <a:pt x="1054" y="495"/>
                  <a:pt x="1089" y="469"/>
                </a:cubicBezTo>
                <a:cubicBezTo>
                  <a:pt x="1161" y="416"/>
                  <a:pt x="1233" y="393"/>
                  <a:pt x="1300" y="393"/>
                </a:cubicBezTo>
                <a:close/>
                <a:moveTo>
                  <a:pt x="828" y="1498"/>
                </a:moveTo>
                <a:cubicBezTo>
                  <a:pt x="859" y="1530"/>
                  <a:pt x="901" y="1553"/>
                  <a:pt x="953" y="1561"/>
                </a:cubicBezTo>
                <a:lnTo>
                  <a:pt x="953" y="1561"/>
                </a:lnTo>
                <a:lnTo>
                  <a:pt x="953" y="1561"/>
                </a:lnTo>
                <a:cubicBezTo>
                  <a:pt x="954" y="1561"/>
                  <a:pt x="956" y="1561"/>
                  <a:pt x="957" y="1561"/>
                </a:cubicBezTo>
                <a:lnTo>
                  <a:pt x="957" y="1561"/>
                </a:lnTo>
                <a:cubicBezTo>
                  <a:pt x="978" y="1564"/>
                  <a:pt x="1000" y="1566"/>
                  <a:pt x="1022" y="1568"/>
                </a:cubicBezTo>
                <a:lnTo>
                  <a:pt x="1022" y="1568"/>
                </a:lnTo>
                <a:cubicBezTo>
                  <a:pt x="1460" y="1640"/>
                  <a:pt x="1770" y="2311"/>
                  <a:pt x="1238" y="2500"/>
                </a:cubicBezTo>
                <a:cubicBezTo>
                  <a:pt x="1160" y="2528"/>
                  <a:pt x="1095" y="2541"/>
                  <a:pt x="1042" y="2541"/>
                </a:cubicBezTo>
                <a:cubicBezTo>
                  <a:pt x="716" y="2541"/>
                  <a:pt x="793" y="2087"/>
                  <a:pt x="801" y="1899"/>
                </a:cubicBezTo>
                <a:cubicBezTo>
                  <a:pt x="807" y="1765"/>
                  <a:pt x="816" y="1631"/>
                  <a:pt x="828" y="1498"/>
                </a:cubicBezTo>
                <a:close/>
                <a:moveTo>
                  <a:pt x="1289" y="0"/>
                </a:moveTo>
                <a:cubicBezTo>
                  <a:pt x="1150" y="0"/>
                  <a:pt x="1012" y="41"/>
                  <a:pt x="892" y="130"/>
                </a:cubicBezTo>
                <a:cubicBezTo>
                  <a:pt x="869" y="146"/>
                  <a:pt x="852" y="165"/>
                  <a:pt x="839" y="185"/>
                </a:cubicBezTo>
                <a:lnTo>
                  <a:pt x="839" y="185"/>
                </a:lnTo>
                <a:cubicBezTo>
                  <a:pt x="816" y="178"/>
                  <a:pt x="792" y="174"/>
                  <a:pt x="769" y="174"/>
                </a:cubicBezTo>
                <a:cubicBezTo>
                  <a:pt x="693" y="174"/>
                  <a:pt x="621" y="216"/>
                  <a:pt x="603" y="316"/>
                </a:cubicBezTo>
                <a:cubicBezTo>
                  <a:pt x="496" y="877"/>
                  <a:pt x="0" y="2962"/>
                  <a:pt x="986" y="2962"/>
                </a:cubicBezTo>
                <a:cubicBezTo>
                  <a:pt x="1069" y="2962"/>
                  <a:pt x="1163" y="2947"/>
                  <a:pt x="1268" y="2916"/>
                </a:cubicBezTo>
                <a:cubicBezTo>
                  <a:pt x="2026" y="2688"/>
                  <a:pt x="2040" y="1867"/>
                  <a:pt x="1602" y="1436"/>
                </a:cubicBezTo>
                <a:lnTo>
                  <a:pt x="1602" y="1436"/>
                </a:lnTo>
                <a:cubicBezTo>
                  <a:pt x="1901" y="1275"/>
                  <a:pt x="2114" y="979"/>
                  <a:pt x="2044" y="608"/>
                </a:cubicBezTo>
                <a:cubicBezTo>
                  <a:pt x="1976" y="246"/>
                  <a:pt x="1632" y="0"/>
                  <a:pt x="128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1"/>
          <p:cNvSpPr/>
          <p:nvPr/>
        </p:nvSpPr>
        <p:spPr>
          <a:xfrm>
            <a:off x="7200225" y="2141700"/>
            <a:ext cx="50475" cy="102700"/>
          </a:xfrm>
          <a:custGeom>
            <a:rect b="b" l="l" r="r" t="t"/>
            <a:pathLst>
              <a:path extrusionOk="0" h="4108" w="2019">
                <a:moveTo>
                  <a:pt x="473" y="0"/>
                </a:moveTo>
                <a:cubicBezTo>
                  <a:pt x="340" y="0"/>
                  <a:pt x="203" y="143"/>
                  <a:pt x="288" y="298"/>
                </a:cubicBezTo>
                <a:cubicBezTo>
                  <a:pt x="845" y="1318"/>
                  <a:pt x="1608" y="3032"/>
                  <a:pt x="195" y="3745"/>
                </a:cubicBezTo>
                <a:cubicBezTo>
                  <a:pt x="0" y="3843"/>
                  <a:pt x="120" y="4107"/>
                  <a:pt x="301" y="4107"/>
                </a:cubicBezTo>
                <a:cubicBezTo>
                  <a:pt x="330" y="4107"/>
                  <a:pt x="362" y="4100"/>
                  <a:pt x="394" y="4084"/>
                </a:cubicBezTo>
                <a:cubicBezTo>
                  <a:pt x="2018" y="3265"/>
                  <a:pt x="1288" y="1310"/>
                  <a:pt x="628" y="97"/>
                </a:cubicBezTo>
                <a:cubicBezTo>
                  <a:pt x="591" y="29"/>
                  <a:pt x="532" y="0"/>
                  <a:pt x="47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1"/>
          <p:cNvSpPr/>
          <p:nvPr/>
        </p:nvSpPr>
        <p:spPr>
          <a:xfrm>
            <a:off x="6648250" y="2430450"/>
            <a:ext cx="50125" cy="14350"/>
          </a:xfrm>
          <a:custGeom>
            <a:rect b="b" l="l" r="r" t="t"/>
            <a:pathLst>
              <a:path extrusionOk="0" h="574" w="2005">
                <a:moveTo>
                  <a:pt x="226" y="0"/>
                </a:moveTo>
                <a:cubicBezTo>
                  <a:pt x="1" y="0"/>
                  <a:pt x="13" y="366"/>
                  <a:pt x="254" y="396"/>
                </a:cubicBezTo>
                <a:cubicBezTo>
                  <a:pt x="755" y="455"/>
                  <a:pt x="1253" y="513"/>
                  <a:pt x="1754" y="572"/>
                </a:cubicBezTo>
                <a:cubicBezTo>
                  <a:pt x="1763" y="573"/>
                  <a:pt x="1771" y="573"/>
                  <a:pt x="1779" y="573"/>
                </a:cubicBezTo>
                <a:cubicBezTo>
                  <a:pt x="2004" y="573"/>
                  <a:pt x="1994" y="206"/>
                  <a:pt x="1754" y="178"/>
                </a:cubicBezTo>
                <a:cubicBezTo>
                  <a:pt x="1253" y="120"/>
                  <a:pt x="755" y="61"/>
                  <a:pt x="254" y="2"/>
                </a:cubicBezTo>
                <a:cubicBezTo>
                  <a:pt x="244" y="1"/>
                  <a:pt x="235" y="0"/>
                  <a:pt x="22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1"/>
          <p:cNvSpPr/>
          <p:nvPr/>
        </p:nvSpPr>
        <p:spPr>
          <a:xfrm>
            <a:off x="6651425" y="2463450"/>
            <a:ext cx="47550" cy="13750"/>
          </a:xfrm>
          <a:custGeom>
            <a:rect b="b" l="l" r="r" t="t"/>
            <a:pathLst>
              <a:path extrusionOk="0" h="550" w="1902">
                <a:moveTo>
                  <a:pt x="251" y="1"/>
                </a:moveTo>
                <a:cubicBezTo>
                  <a:pt x="1" y="1"/>
                  <a:pt x="2" y="390"/>
                  <a:pt x="256" y="394"/>
                </a:cubicBezTo>
                <a:cubicBezTo>
                  <a:pt x="696" y="402"/>
                  <a:pt x="1132" y="450"/>
                  <a:pt x="1565" y="545"/>
                </a:cubicBezTo>
                <a:cubicBezTo>
                  <a:pt x="1581" y="548"/>
                  <a:pt x="1597" y="550"/>
                  <a:pt x="1612" y="550"/>
                </a:cubicBezTo>
                <a:cubicBezTo>
                  <a:pt x="1824" y="550"/>
                  <a:pt x="1901" y="215"/>
                  <a:pt x="1670" y="165"/>
                </a:cubicBezTo>
                <a:cubicBezTo>
                  <a:pt x="1203" y="65"/>
                  <a:pt x="732" y="9"/>
                  <a:pt x="256" y="1"/>
                </a:cubicBezTo>
                <a:cubicBezTo>
                  <a:pt x="254" y="1"/>
                  <a:pt x="253" y="1"/>
                  <a:pt x="2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1"/>
          <p:cNvSpPr/>
          <p:nvPr/>
        </p:nvSpPr>
        <p:spPr>
          <a:xfrm>
            <a:off x="6676450" y="2366625"/>
            <a:ext cx="531800" cy="215600"/>
          </a:xfrm>
          <a:custGeom>
            <a:rect b="b" l="l" r="r" t="t"/>
            <a:pathLst>
              <a:path extrusionOk="0" h="8624" w="21272">
                <a:moveTo>
                  <a:pt x="14284" y="0"/>
                </a:moveTo>
                <a:cubicBezTo>
                  <a:pt x="10635" y="0"/>
                  <a:pt x="6985" y="88"/>
                  <a:pt x="3339" y="265"/>
                </a:cubicBezTo>
                <a:cubicBezTo>
                  <a:pt x="3229" y="269"/>
                  <a:pt x="3148" y="351"/>
                  <a:pt x="3143" y="461"/>
                </a:cubicBezTo>
                <a:cubicBezTo>
                  <a:pt x="3006" y="3015"/>
                  <a:pt x="2605" y="5529"/>
                  <a:pt x="1947" y="7997"/>
                </a:cubicBezTo>
                <a:lnTo>
                  <a:pt x="1947" y="7997"/>
                </a:lnTo>
                <a:cubicBezTo>
                  <a:pt x="1431" y="7346"/>
                  <a:pt x="914" y="6697"/>
                  <a:pt x="397" y="6045"/>
                </a:cubicBezTo>
                <a:cubicBezTo>
                  <a:pt x="359" y="5999"/>
                  <a:pt x="315" y="5979"/>
                  <a:pt x="271" y="5979"/>
                </a:cubicBezTo>
                <a:cubicBezTo>
                  <a:pt x="132" y="5979"/>
                  <a:pt x="1" y="6177"/>
                  <a:pt x="121" y="6327"/>
                </a:cubicBezTo>
                <a:cubicBezTo>
                  <a:pt x="712" y="7073"/>
                  <a:pt x="1305" y="7818"/>
                  <a:pt x="1897" y="8563"/>
                </a:cubicBezTo>
                <a:cubicBezTo>
                  <a:pt x="1930" y="8605"/>
                  <a:pt x="1976" y="8623"/>
                  <a:pt x="2023" y="8623"/>
                </a:cubicBezTo>
                <a:cubicBezTo>
                  <a:pt x="2111" y="8623"/>
                  <a:pt x="2203" y="8561"/>
                  <a:pt x="2226" y="8476"/>
                </a:cubicBezTo>
                <a:cubicBezTo>
                  <a:pt x="2740" y="6628"/>
                  <a:pt x="3120" y="4748"/>
                  <a:pt x="3340" y="2843"/>
                </a:cubicBezTo>
                <a:cubicBezTo>
                  <a:pt x="3403" y="2305"/>
                  <a:pt x="3389" y="1726"/>
                  <a:pt x="3495" y="1197"/>
                </a:cubicBezTo>
                <a:cubicBezTo>
                  <a:pt x="3624" y="548"/>
                  <a:pt x="3877" y="633"/>
                  <a:pt x="4518" y="604"/>
                </a:cubicBezTo>
                <a:cubicBezTo>
                  <a:pt x="5632" y="555"/>
                  <a:pt x="6743" y="515"/>
                  <a:pt x="7855" y="482"/>
                </a:cubicBezTo>
                <a:cubicBezTo>
                  <a:pt x="9968" y="422"/>
                  <a:pt x="12081" y="393"/>
                  <a:pt x="14194" y="393"/>
                </a:cubicBezTo>
                <a:cubicBezTo>
                  <a:pt x="16469" y="393"/>
                  <a:pt x="18743" y="427"/>
                  <a:pt x="21017" y="494"/>
                </a:cubicBezTo>
                <a:cubicBezTo>
                  <a:pt x="21019" y="494"/>
                  <a:pt x="21021" y="494"/>
                  <a:pt x="21024" y="494"/>
                </a:cubicBezTo>
                <a:cubicBezTo>
                  <a:pt x="21272" y="494"/>
                  <a:pt x="21269" y="107"/>
                  <a:pt x="21017" y="100"/>
                </a:cubicBezTo>
                <a:cubicBezTo>
                  <a:pt x="18773" y="34"/>
                  <a:pt x="16529" y="0"/>
                  <a:pt x="1428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1"/>
          <p:cNvSpPr/>
          <p:nvPr/>
        </p:nvSpPr>
        <p:spPr>
          <a:xfrm>
            <a:off x="6804350" y="2441950"/>
            <a:ext cx="12300" cy="81175"/>
          </a:xfrm>
          <a:custGeom>
            <a:rect b="b" l="l" r="r" t="t"/>
            <a:pathLst>
              <a:path extrusionOk="0" h="3247" w="492">
                <a:moveTo>
                  <a:pt x="300" y="0"/>
                </a:moveTo>
                <a:cubicBezTo>
                  <a:pt x="201" y="0"/>
                  <a:pt x="98" y="63"/>
                  <a:pt x="88" y="189"/>
                </a:cubicBezTo>
                <a:cubicBezTo>
                  <a:pt x="15" y="1146"/>
                  <a:pt x="1" y="2099"/>
                  <a:pt x="45" y="3057"/>
                </a:cubicBezTo>
                <a:cubicBezTo>
                  <a:pt x="52" y="3183"/>
                  <a:pt x="153" y="3246"/>
                  <a:pt x="252" y="3246"/>
                </a:cubicBezTo>
                <a:cubicBezTo>
                  <a:pt x="350" y="3246"/>
                  <a:pt x="445" y="3183"/>
                  <a:pt x="439" y="3057"/>
                </a:cubicBezTo>
                <a:cubicBezTo>
                  <a:pt x="394" y="2099"/>
                  <a:pt x="409" y="1146"/>
                  <a:pt x="482" y="189"/>
                </a:cubicBezTo>
                <a:cubicBezTo>
                  <a:pt x="492" y="63"/>
                  <a:pt x="398" y="0"/>
                  <a:pt x="30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1"/>
          <p:cNvSpPr/>
          <p:nvPr/>
        </p:nvSpPr>
        <p:spPr>
          <a:xfrm>
            <a:off x="6835900" y="2441875"/>
            <a:ext cx="60625" cy="75075"/>
          </a:xfrm>
          <a:custGeom>
            <a:rect b="b" l="l" r="r" t="t"/>
            <a:pathLst>
              <a:path extrusionOk="0" h="3003" w="2425">
                <a:moveTo>
                  <a:pt x="1706" y="0"/>
                </a:moveTo>
                <a:cubicBezTo>
                  <a:pt x="1706" y="0"/>
                  <a:pt x="1705" y="0"/>
                  <a:pt x="1705" y="0"/>
                </a:cubicBezTo>
                <a:cubicBezTo>
                  <a:pt x="1340" y="3"/>
                  <a:pt x="976" y="6"/>
                  <a:pt x="611" y="8"/>
                </a:cubicBezTo>
                <a:cubicBezTo>
                  <a:pt x="531" y="8"/>
                  <a:pt x="438" y="69"/>
                  <a:pt x="422" y="154"/>
                </a:cubicBezTo>
                <a:cubicBezTo>
                  <a:pt x="337" y="612"/>
                  <a:pt x="1" y="1581"/>
                  <a:pt x="769" y="1581"/>
                </a:cubicBezTo>
                <a:cubicBezTo>
                  <a:pt x="786" y="1581"/>
                  <a:pt x="804" y="1580"/>
                  <a:pt x="822" y="1579"/>
                </a:cubicBezTo>
                <a:cubicBezTo>
                  <a:pt x="939" y="1572"/>
                  <a:pt x="1046" y="1525"/>
                  <a:pt x="1155" y="1485"/>
                </a:cubicBezTo>
                <a:cubicBezTo>
                  <a:pt x="1252" y="1448"/>
                  <a:pt x="1351" y="1426"/>
                  <a:pt x="1443" y="1426"/>
                </a:cubicBezTo>
                <a:cubicBezTo>
                  <a:pt x="1658" y="1426"/>
                  <a:pt x="1834" y="1541"/>
                  <a:pt x="1847" y="1833"/>
                </a:cubicBezTo>
                <a:cubicBezTo>
                  <a:pt x="1874" y="2476"/>
                  <a:pt x="1068" y="2600"/>
                  <a:pt x="588" y="2609"/>
                </a:cubicBezTo>
                <a:cubicBezTo>
                  <a:pt x="336" y="2612"/>
                  <a:pt x="335" y="3002"/>
                  <a:pt x="586" y="3002"/>
                </a:cubicBezTo>
                <a:cubicBezTo>
                  <a:pt x="586" y="3002"/>
                  <a:pt x="587" y="3002"/>
                  <a:pt x="588" y="3002"/>
                </a:cubicBezTo>
                <a:cubicBezTo>
                  <a:pt x="1347" y="2991"/>
                  <a:pt x="2425" y="2633"/>
                  <a:pt x="2219" y="1665"/>
                </a:cubicBezTo>
                <a:cubicBezTo>
                  <a:pt x="2153" y="1353"/>
                  <a:pt x="1931" y="1048"/>
                  <a:pt x="1602" y="993"/>
                </a:cubicBezTo>
                <a:cubicBezTo>
                  <a:pt x="1567" y="986"/>
                  <a:pt x="1533" y="984"/>
                  <a:pt x="1500" y="984"/>
                </a:cubicBezTo>
                <a:cubicBezTo>
                  <a:pt x="1355" y="984"/>
                  <a:pt x="1221" y="1037"/>
                  <a:pt x="1082" y="1091"/>
                </a:cubicBezTo>
                <a:cubicBezTo>
                  <a:pt x="1015" y="1120"/>
                  <a:pt x="946" y="1146"/>
                  <a:pt x="879" y="1174"/>
                </a:cubicBezTo>
                <a:cubicBezTo>
                  <a:pt x="661" y="1129"/>
                  <a:pt x="601" y="1014"/>
                  <a:pt x="696" y="836"/>
                </a:cubicBezTo>
                <a:cubicBezTo>
                  <a:pt x="684" y="710"/>
                  <a:pt x="732" y="548"/>
                  <a:pt x="769" y="405"/>
                </a:cubicBezTo>
                <a:lnTo>
                  <a:pt x="769" y="405"/>
                </a:lnTo>
                <a:cubicBezTo>
                  <a:pt x="1082" y="403"/>
                  <a:pt x="1393" y="400"/>
                  <a:pt x="1706" y="398"/>
                </a:cubicBezTo>
                <a:cubicBezTo>
                  <a:pt x="1959" y="393"/>
                  <a:pt x="1960" y="0"/>
                  <a:pt x="170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1"/>
          <p:cNvSpPr/>
          <p:nvPr/>
        </p:nvSpPr>
        <p:spPr>
          <a:xfrm>
            <a:off x="6918800" y="2504075"/>
            <a:ext cx="12725" cy="9875"/>
          </a:xfrm>
          <a:custGeom>
            <a:rect b="b" l="l" r="r" t="t"/>
            <a:pathLst>
              <a:path extrusionOk="0" h="395" w="509">
                <a:moveTo>
                  <a:pt x="256" y="0"/>
                </a:moveTo>
                <a:cubicBezTo>
                  <a:pt x="1" y="0"/>
                  <a:pt x="1" y="394"/>
                  <a:pt x="256" y="394"/>
                </a:cubicBezTo>
                <a:cubicBezTo>
                  <a:pt x="509" y="394"/>
                  <a:pt x="509" y="0"/>
                  <a:pt x="25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1"/>
          <p:cNvSpPr/>
          <p:nvPr/>
        </p:nvSpPr>
        <p:spPr>
          <a:xfrm>
            <a:off x="6969725" y="2438975"/>
            <a:ext cx="14000" cy="68575"/>
          </a:xfrm>
          <a:custGeom>
            <a:rect b="b" l="l" r="r" t="t"/>
            <a:pathLst>
              <a:path extrusionOk="0" h="2743" w="560">
                <a:moveTo>
                  <a:pt x="193" y="0"/>
                </a:moveTo>
                <a:cubicBezTo>
                  <a:pt x="94" y="0"/>
                  <a:pt x="0" y="64"/>
                  <a:pt x="8" y="191"/>
                </a:cubicBezTo>
                <a:lnTo>
                  <a:pt x="158" y="2553"/>
                </a:lnTo>
                <a:cubicBezTo>
                  <a:pt x="166" y="2679"/>
                  <a:pt x="269" y="2742"/>
                  <a:pt x="367" y="2742"/>
                </a:cubicBezTo>
                <a:cubicBezTo>
                  <a:pt x="466" y="2742"/>
                  <a:pt x="560" y="2679"/>
                  <a:pt x="552" y="2553"/>
                </a:cubicBezTo>
                <a:lnTo>
                  <a:pt x="402" y="191"/>
                </a:lnTo>
                <a:cubicBezTo>
                  <a:pt x="394" y="64"/>
                  <a:pt x="291" y="0"/>
                  <a:pt x="1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1"/>
          <p:cNvSpPr/>
          <p:nvPr/>
        </p:nvSpPr>
        <p:spPr>
          <a:xfrm>
            <a:off x="7018075" y="2419275"/>
            <a:ext cx="50300" cy="108225"/>
          </a:xfrm>
          <a:custGeom>
            <a:rect b="b" l="l" r="r" t="t"/>
            <a:pathLst>
              <a:path extrusionOk="0" h="4329" w="2012">
                <a:moveTo>
                  <a:pt x="1743" y="0"/>
                </a:moveTo>
                <a:cubicBezTo>
                  <a:pt x="1710" y="0"/>
                  <a:pt x="1675" y="11"/>
                  <a:pt x="1640" y="36"/>
                </a:cubicBezTo>
                <a:cubicBezTo>
                  <a:pt x="170" y="1058"/>
                  <a:pt x="1" y="3047"/>
                  <a:pt x="1329" y="4274"/>
                </a:cubicBezTo>
                <a:cubicBezTo>
                  <a:pt x="1370" y="4312"/>
                  <a:pt x="1416" y="4328"/>
                  <a:pt x="1460" y="4328"/>
                </a:cubicBezTo>
                <a:cubicBezTo>
                  <a:pt x="1616" y="4328"/>
                  <a:pt x="1753" y="4130"/>
                  <a:pt x="1608" y="3995"/>
                </a:cubicBezTo>
                <a:cubicBezTo>
                  <a:pt x="480" y="2953"/>
                  <a:pt x="566" y="1259"/>
                  <a:pt x="1840" y="375"/>
                </a:cubicBezTo>
                <a:cubicBezTo>
                  <a:pt x="2012" y="256"/>
                  <a:pt x="1904" y="0"/>
                  <a:pt x="174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1"/>
          <p:cNvSpPr/>
          <p:nvPr/>
        </p:nvSpPr>
        <p:spPr>
          <a:xfrm>
            <a:off x="7073225" y="2445100"/>
            <a:ext cx="39875" cy="65250"/>
          </a:xfrm>
          <a:custGeom>
            <a:rect b="b" l="l" r="r" t="t"/>
            <a:pathLst>
              <a:path extrusionOk="0" h="2610" w="1595">
                <a:moveTo>
                  <a:pt x="530" y="0"/>
                </a:moveTo>
                <a:cubicBezTo>
                  <a:pt x="355" y="0"/>
                  <a:pt x="186" y="80"/>
                  <a:pt x="87" y="254"/>
                </a:cubicBezTo>
                <a:cubicBezTo>
                  <a:pt x="0" y="407"/>
                  <a:pt x="137" y="549"/>
                  <a:pt x="271" y="549"/>
                </a:cubicBezTo>
                <a:cubicBezTo>
                  <a:pt x="331" y="549"/>
                  <a:pt x="390" y="521"/>
                  <a:pt x="429" y="454"/>
                </a:cubicBezTo>
                <a:cubicBezTo>
                  <a:pt x="485" y="437"/>
                  <a:pt x="542" y="421"/>
                  <a:pt x="598" y="407"/>
                </a:cubicBezTo>
                <a:cubicBezTo>
                  <a:pt x="754" y="501"/>
                  <a:pt x="794" y="616"/>
                  <a:pt x="715" y="752"/>
                </a:cubicBezTo>
                <a:cubicBezTo>
                  <a:pt x="685" y="919"/>
                  <a:pt x="573" y="1042"/>
                  <a:pt x="463" y="1163"/>
                </a:cubicBezTo>
                <a:cubicBezTo>
                  <a:pt x="399" y="1231"/>
                  <a:pt x="394" y="1317"/>
                  <a:pt x="432" y="1400"/>
                </a:cubicBezTo>
                <a:cubicBezTo>
                  <a:pt x="532" y="1621"/>
                  <a:pt x="705" y="1624"/>
                  <a:pt x="907" y="1704"/>
                </a:cubicBezTo>
                <a:cubicBezTo>
                  <a:pt x="1158" y="1803"/>
                  <a:pt x="1238" y="2045"/>
                  <a:pt x="946" y="2179"/>
                </a:cubicBezTo>
                <a:cubicBezTo>
                  <a:pt x="862" y="2217"/>
                  <a:pt x="767" y="2230"/>
                  <a:pt x="671" y="2230"/>
                </a:cubicBezTo>
                <a:cubicBezTo>
                  <a:pt x="549" y="2230"/>
                  <a:pt x="424" y="2210"/>
                  <a:pt x="313" y="2196"/>
                </a:cubicBezTo>
                <a:cubicBezTo>
                  <a:pt x="304" y="2195"/>
                  <a:pt x="295" y="2195"/>
                  <a:pt x="286" y="2195"/>
                </a:cubicBezTo>
                <a:cubicBezTo>
                  <a:pt x="63" y="2195"/>
                  <a:pt x="73" y="2562"/>
                  <a:pt x="313" y="2590"/>
                </a:cubicBezTo>
                <a:cubicBezTo>
                  <a:pt x="412" y="2602"/>
                  <a:pt x="517" y="2609"/>
                  <a:pt x="622" y="2609"/>
                </a:cubicBezTo>
                <a:cubicBezTo>
                  <a:pt x="1034" y="2609"/>
                  <a:pt x="1451" y="2491"/>
                  <a:pt x="1553" y="2026"/>
                </a:cubicBezTo>
                <a:cubicBezTo>
                  <a:pt x="1594" y="1840"/>
                  <a:pt x="1557" y="1647"/>
                  <a:pt x="1418" y="1509"/>
                </a:cubicBezTo>
                <a:cubicBezTo>
                  <a:pt x="1300" y="1391"/>
                  <a:pt x="1019" y="1377"/>
                  <a:pt x="865" y="1291"/>
                </a:cubicBezTo>
                <a:lnTo>
                  <a:pt x="865" y="1291"/>
                </a:lnTo>
                <a:cubicBezTo>
                  <a:pt x="1114" y="964"/>
                  <a:pt x="1307" y="506"/>
                  <a:pt x="966" y="179"/>
                </a:cubicBezTo>
                <a:cubicBezTo>
                  <a:pt x="844" y="63"/>
                  <a:pt x="684" y="0"/>
                  <a:pt x="53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1"/>
          <p:cNvSpPr/>
          <p:nvPr/>
        </p:nvSpPr>
        <p:spPr>
          <a:xfrm>
            <a:off x="7120950" y="2497850"/>
            <a:ext cx="12725" cy="9875"/>
          </a:xfrm>
          <a:custGeom>
            <a:rect b="b" l="l" r="r" t="t"/>
            <a:pathLst>
              <a:path extrusionOk="0" h="395" w="509">
                <a:moveTo>
                  <a:pt x="253" y="0"/>
                </a:moveTo>
                <a:cubicBezTo>
                  <a:pt x="0" y="0"/>
                  <a:pt x="0" y="394"/>
                  <a:pt x="253" y="394"/>
                </a:cubicBezTo>
                <a:cubicBezTo>
                  <a:pt x="508" y="394"/>
                  <a:pt x="508" y="0"/>
                  <a:pt x="25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1"/>
          <p:cNvSpPr/>
          <p:nvPr/>
        </p:nvSpPr>
        <p:spPr>
          <a:xfrm>
            <a:off x="7154425" y="2439075"/>
            <a:ext cx="18750" cy="68625"/>
          </a:xfrm>
          <a:custGeom>
            <a:rect b="b" l="l" r="r" t="t"/>
            <a:pathLst>
              <a:path extrusionOk="0" h="2745" w="750">
                <a:moveTo>
                  <a:pt x="321" y="1"/>
                </a:moveTo>
                <a:cubicBezTo>
                  <a:pt x="223" y="1"/>
                  <a:pt x="116" y="63"/>
                  <a:pt x="101" y="188"/>
                </a:cubicBezTo>
                <a:cubicBezTo>
                  <a:pt x="1" y="1011"/>
                  <a:pt x="77" y="1816"/>
                  <a:pt x="323" y="2608"/>
                </a:cubicBezTo>
                <a:cubicBezTo>
                  <a:pt x="353" y="2703"/>
                  <a:pt x="431" y="2745"/>
                  <a:pt x="509" y="2745"/>
                </a:cubicBezTo>
                <a:cubicBezTo>
                  <a:pt x="629" y="2745"/>
                  <a:pt x="749" y="2649"/>
                  <a:pt x="702" y="2502"/>
                </a:cubicBezTo>
                <a:cubicBezTo>
                  <a:pt x="466" y="1743"/>
                  <a:pt x="399" y="976"/>
                  <a:pt x="495" y="187"/>
                </a:cubicBezTo>
                <a:cubicBezTo>
                  <a:pt x="510" y="63"/>
                  <a:pt x="420" y="1"/>
                  <a:pt x="32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1"/>
          <p:cNvSpPr/>
          <p:nvPr/>
        </p:nvSpPr>
        <p:spPr>
          <a:xfrm>
            <a:off x="7172525" y="2413625"/>
            <a:ext cx="51950" cy="117850"/>
          </a:xfrm>
          <a:custGeom>
            <a:rect b="b" l="l" r="r" t="t"/>
            <a:pathLst>
              <a:path extrusionOk="0" h="4714" w="2078">
                <a:moveTo>
                  <a:pt x="450" y="1"/>
                </a:moveTo>
                <a:cubicBezTo>
                  <a:pt x="292" y="1"/>
                  <a:pt x="154" y="199"/>
                  <a:pt x="305" y="329"/>
                </a:cubicBezTo>
                <a:cubicBezTo>
                  <a:pt x="1593" y="1441"/>
                  <a:pt x="1557" y="3321"/>
                  <a:pt x="169" y="4336"/>
                </a:cubicBezTo>
                <a:cubicBezTo>
                  <a:pt x="1" y="4459"/>
                  <a:pt x="106" y="4713"/>
                  <a:pt x="263" y="4713"/>
                </a:cubicBezTo>
                <a:cubicBezTo>
                  <a:pt x="296" y="4713"/>
                  <a:pt x="331" y="4702"/>
                  <a:pt x="366" y="4676"/>
                </a:cubicBezTo>
                <a:cubicBezTo>
                  <a:pt x="1945" y="3524"/>
                  <a:pt x="2077" y="1342"/>
                  <a:pt x="581" y="53"/>
                </a:cubicBezTo>
                <a:cubicBezTo>
                  <a:pt x="540" y="16"/>
                  <a:pt x="494" y="1"/>
                  <a:pt x="45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1"/>
          <p:cNvSpPr/>
          <p:nvPr/>
        </p:nvSpPr>
        <p:spPr>
          <a:xfrm>
            <a:off x="6656825" y="2680900"/>
            <a:ext cx="60125" cy="13050"/>
          </a:xfrm>
          <a:custGeom>
            <a:rect b="b" l="l" r="r" t="t"/>
            <a:pathLst>
              <a:path extrusionOk="0" h="522" w="2405">
                <a:moveTo>
                  <a:pt x="1572" y="1"/>
                </a:moveTo>
                <a:cubicBezTo>
                  <a:pt x="1123" y="1"/>
                  <a:pt x="677" y="47"/>
                  <a:pt x="233" y="138"/>
                </a:cubicBezTo>
                <a:cubicBezTo>
                  <a:pt x="0" y="185"/>
                  <a:pt x="78" y="522"/>
                  <a:pt x="293" y="522"/>
                </a:cubicBezTo>
                <a:cubicBezTo>
                  <a:pt x="307" y="522"/>
                  <a:pt x="322" y="521"/>
                  <a:pt x="337" y="517"/>
                </a:cubicBezTo>
                <a:cubicBezTo>
                  <a:pt x="748" y="434"/>
                  <a:pt x="1156" y="394"/>
                  <a:pt x="1567" y="394"/>
                </a:cubicBezTo>
                <a:cubicBezTo>
                  <a:pt x="1761" y="394"/>
                  <a:pt x="1956" y="403"/>
                  <a:pt x="2153" y="420"/>
                </a:cubicBezTo>
                <a:cubicBezTo>
                  <a:pt x="2159" y="421"/>
                  <a:pt x="2166" y="421"/>
                  <a:pt x="2172" y="421"/>
                </a:cubicBezTo>
                <a:cubicBezTo>
                  <a:pt x="2404" y="421"/>
                  <a:pt x="2396" y="47"/>
                  <a:pt x="2153" y="26"/>
                </a:cubicBezTo>
                <a:cubicBezTo>
                  <a:pt x="1958" y="9"/>
                  <a:pt x="1765" y="1"/>
                  <a:pt x="157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1"/>
          <p:cNvSpPr/>
          <p:nvPr/>
        </p:nvSpPr>
        <p:spPr>
          <a:xfrm>
            <a:off x="6656950" y="2714975"/>
            <a:ext cx="53850" cy="13650"/>
          </a:xfrm>
          <a:custGeom>
            <a:rect b="b" l="l" r="r" t="t"/>
            <a:pathLst>
              <a:path extrusionOk="0" h="546" w="2154">
                <a:moveTo>
                  <a:pt x="295" y="0"/>
                </a:moveTo>
                <a:cubicBezTo>
                  <a:pt x="80" y="0"/>
                  <a:pt x="1" y="338"/>
                  <a:pt x="235" y="384"/>
                </a:cubicBezTo>
                <a:cubicBezTo>
                  <a:pt x="776" y="490"/>
                  <a:pt x="1325" y="546"/>
                  <a:pt x="1877" y="546"/>
                </a:cubicBezTo>
                <a:cubicBezTo>
                  <a:pt x="1884" y="546"/>
                  <a:pt x="1891" y="546"/>
                  <a:pt x="1898" y="546"/>
                </a:cubicBezTo>
                <a:cubicBezTo>
                  <a:pt x="2152" y="546"/>
                  <a:pt x="2153" y="152"/>
                  <a:pt x="1901" y="152"/>
                </a:cubicBezTo>
                <a:cubicBezTo>
                  <a:pt x="1900" y="152"/>
                  <a:pt x="1899" y="152"/>
                  <a:pt x="1898" y="152"/>
                </a:cubicBezTo>
                <a:cubicBezTo>
                  <a:pt x="1891" y="152"/>
                  <a:pt x="1883" y="152"/>
                  <a:pt x="1875" y="152"/>
                </a:cubicBezTo>
                <a:cubicBezTo>
                  <a:pt x="1358" y="152"/>
                  <a:pt x="847" y="105"/>
                  <a:pt x="338" y="5"/>
                </a:cubicBezTo>
                <a:cubicBezTo>
                  <a:pt x="323" y="2"/>
                  <a:pt x="309" y="0"/>
                  <a:pt x="29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1"/>
          <p:cNvSpPr/>
          <p:nvPr/>
        </p:nvSpPr>
        <p:spPr>
          <a:xfrm>
            <a:off x="6788675" y="2662850"/>
            <a:ext cx="12625" cy="90425"/>
          </a:xfrm>
          <a:custGeom>
            <a:rect b="b" l="l" r="r" t="t"/>
            <a:pathLst>
              <a:path extrusionOk="0" h="3617" w="505">
                <a:moveTo>
                  <a:pt x="257" y="0"/>
                </a:moveTo>
                <a:cubicBezTo>
                  <a:pt x="159" y="0"/>
                  <a:pt x="57" y="63"/>
                  <a:pt x="51" y="190"/>
                </a:cubicBezTo>
                <a:cubicBezTo>
                  <a:pt x="1" y="1271"/>
                  <a:pt x="16" y="2349"/>
                  <a:pt x="101" y="3428"/>
                </a:cubicBezTo>
                <a:cubicBezTo>
                  <a:pt x="111" y="3554"/>
                  <a:pt x="215" y="3617"/>
                  <a:pt x="313" y="3617"/>
                </a:cubicBezTo>
                <a:cubicBezTo>
                  <a:pt x="411" y="3617"/>
                  <a:pt x="505" y="3554"/>
                  <a:pt x="495" y="3428"/>
                </a:cubicBezTo>
                <a:cubicBezTo>
                  <a:pt x="413" y="2349"/>
                  <a:pt x="396" y="1272"/>
                  <a:pt x="444" y="190"/>
                </a:cubicBezTo>
                <a:cubicBezTo>
                  <a:pt x="451" y="63"/>
                  <a:pt x="356" y="0"/>
                  <a:pt x="25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1"/>
          <p:cNvSpPr/>
          <p:nvPr/>
        </p:nvSpPr>
        <p:spPr>
          <a:xfrm>
            <a:off x="6788525" y="2664900"/>
            <a:ext cx="55125" cy="94400"/>
          </a:xfrm>
          <a:custGeom>
            <a:rect b="b" l="l" r="r" t="t"/>
            <a:pathLst>
              <a:path extrusionOk="0" h="3776" w="2205">
                <a:moveTo>
                  <a:pt x="674" y="1"/>
                </a:moveTo>
                <a:cubicBezTo>
                  <a:pt x="555" y="1"/>
                  <a:pt x="436" y="18"/>
                  <a:pt x="322" y="54"/>
                </a:cubicBezTo>
                <a:cubicBezTo>
                  <a:pt x="101" y="124"/>
                  <a:pt x="167" y="444"/>
                  <a:pt x="364" y="444"/>
                </a:cubicBezTo>
                <a:cubicBezTo>
                  <a:pt x="383" y="444"/>
                  <a:pt x="404" y="441"/>
                  <a:pt x="426" y="435"/>
                </a:cubicBezTo>
                <a:cubicBezTo>
                  <a:pt x="512" y="408"/>
                  <a:pt x="593" y="395"/>
                  <a:pt x="669" y="395"/>
                </a:cubicBezTo>
                <a:cubicBezTo>
                  <a:pt x="1444" y="395"/>
                  <a:pt x="1680" y="1667"/>
                  <a:pt x="671" y="1726"/>
                </a:cubicBezTo>
                <a:cubicBezTo>
                  <a:pt x="423" y="1740"/>
                  <a:pt x="415" y="2120"/>
                  <a:pt x="663" y="2120"/>
                </a:cubicBezTo>
                <a:cubicBezTo>
                  <a:pt x="665" y="2120"/>
                  <a:pt x="668" y="2120"/>
                  <a:pt x="671" y="2119"/>
                </a:cubicBezTo>
                <a:cubicBezTo>
                  <a:pt x="748" y="2117"/>
                  <a:pt x="827" y="2113"/>
                  <a:pt x="905" y="2113"/>
                </a:cubicBezTo>
                <a:cubicBezTo>
                  <a:pt x="946" y="2113"/>
                  <a:pt x="987" y="2114"/>
                  <a:pt x="1027" y="2117"/>
                </a:cubicBezTo>
                <a:cubicBezTo>
                  <a:pt x="1500" y="2149"/>
                  <a:pt x="1911" y="2661"/>
                  <a:pt x="1537" y="3061"/>
                </a:cubicBezTo>
                <a:cubicBezTo>
                  <a:pt x="1268" y="3350"/>
                  <a:pt x="868" y="3384"/>
                  <a:pt x="486" y="3384"/>
                </a:cubicBezTo>
                <a:cubicBezTo>
                  <a:pt x="408" y="3384"/>
                  <a:pt x="331" y="3383"/>
                  <a:pt x="256" y="3382"/>
                </a:cubicBezTo>
                <a:cubicBezTo>
                  <a:pt x="255" y="3382"/>
                  <a:pt x="255" y="3382"/>
                  <a:pt x="254" y="3382"/>
                </a:cubicBezTo>
                <a:cubicBezTo>
                  <a:pt x="1" y="3382"/>
                  <a:pt x="1" y="3774"/>
                  <a:pt x="256" y="3776"/>
                </a:cubicBezTo>
                <a:cubicBezTo>
                  <a:pt x="274" y="3776"/>
                  <a:pt x="292" y="3776"/>
                  <a:pt x="311" y="3776"/>
                </a:cubicBezTo>
                <a:cubicBezTo>
                  <a:pt x="1052" y="3776"/>
                  <a:pt x="2089" y="3629"/>
                  <a:pt x="2163" y="2699"/>
                </a:cubicBezTo>
                <a:cubicBezTo>
                  <a:pt x="2205" y="2171"/>
                  <a:pt x="1859" y="1915"/>
                  <a:pt x="1438" y="1802"/>
                </a:cubicBezTo>
                <a:lnTo>
                  <a:pt x="1438" y="1802"/>
                </a:lnTo>
                <a:cubicBezTo>
                  <a:pt x="1697" y="1570"/>
                  <a:pt x="1847" y="1229"/>
                  <a:pt x="1775" y="843"/>
                </a:cubicBezTo>
                <a:cubicBezTo>
                  <a:pt x="1674" y="310"/>
                  <a:pt x="1177" y="1"/>
                  <a:pt x="67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1"/>
          <p:cNvSpPr/>
          <p:nvPr/>
        </p:nvSpPr>
        <p:spPr>
          <a:xfrm>
            <a:off x="6894250" y="2669050"/>
            <a:ext cx="13300" cy="81100"/>
          </a:xfrm>
          <a:custGeom>
            <a:rect b="b" l="l" r="r" t="t"/>
            <a:pathLst>
              <a:path extrusionOk="0" h="3244" w="532">
                <a:moveTo>
                  <a:pt x="266" y="1"/>
                </a:moveTo>
                <a:cubicBezTo>
                  <a:pt x="167" y="1"/>
                  <a:pt x="65" y="64"/>
                  <a:pt x="58" y="190"/>
                </a:cubicBezTo>
                <a:cubicBezTo>
                  <a:pt x="1" y="1147"/>
                  <a:pt x="24" y="2101"/>
                  <a:pt x="124" y="3056"/>
                </a:cubicBezTo>
                <a:cubicBezTo>
                  <a:pt x="137" y="3180"/>
                  <a:pt x="244" y="3243"/>
                  <a:pt x="342" y="3243"/>
                </a:cubicBezTo>
                <a:cubicBezTo>
                  <a:pt x="440" y="3243"/>
                  <a:pt x="531" y="3181"/>
                  <a:pt x="518" y="3056"/>
                </a:cubicBezTo>
                <a:cubicBezTo>
                  <a:pt x="417" y="2101"/>
                  <a:pt x="394" y="1147"/>
                  <a:pt x="452" y="190"/>
                </a:cubicBezTo>
                <a:cubicBezTo>
                  <a:pt x="459" y="64"/>
                  <a:pt x="364" y="1"/>
                  <a:pt x="2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1"/>
          <p:cNvSpPr/>
          <p:nvPr/>
        </p:nvSpPr>
        <p:spPr>
          <a:xfrm>
            <a:off x="6919600" y="2670450"/>
            <a:ext cx="49275" cy="85800"/>
          </a:xfrm>
          <a:custGeom>
            <a:rect b="b" l="l" r="r" t="t"/>
            <a:pathLst>
              <a:path extrusionOk="0" h="3432" w="1971">
                <a:moveTo>
                  <a:pt x="1603" y="0"/>
                </a:moveTo>
                <a:cubicBezTo>
                  <a:pt x="1598" y="0"/>
                  <a:pt x="1594" y="0"/>
                  <a:pt x="1589" y="1"/>
                </a:cubicBezTo>
                <a:cubicBezTo>
                  <a:pt x="1141" y="29"/>
                  <a:pt x="695" y="55"/>
                  <a:pt x="246" y="84"/>
                </a:cubicBezTo>
                <a:cubicBezTo>
                  <a:pt x="169" y="89"/>
                  <a:pt x="69" y="141"/>
                  <a:pt x="58" y="230"/>
                </a:cubicBezTo>
                <a:cubicBezTo>
                  <a:pt x="0" y="628"/>
                  <a:pt x="16" y="971"/>
                  <a:pt x="119" y="1362"/>
                </a:cubicBezTo>
                <a:cubicBezTo>
                  <a:pt x="142" y="1445"/>
                  <a:pt x="229" y="1509"/>
                  <a:pt x="316" y="1509"/>
                </a:cubicBezTo>
                <a:cubicBezTo>
                  <a:pt x="348" y="1509"/>
                  <a:pt x="381" y="1500"/>
                  <a:pt x="410" y="1479"/>
                </a:cubicBezTo>
                <a:cubicBezTo>
                  <a:pt x="518" y="1404"/>
                  <a:pt x="628" y="1372"/>
                  <a:pt x="732" y="1372"/>
                </a:cubicBezTo>
                <a:cubicBezTo>
                  <a:pt x="1121" y="1372"/>
                  <a:pt x="1441" y="1822"/>
                  <a:pt x="1332" y="2231"/>
                </a:cubicBezTo>
                <a:cubicBezTo>
                  <a:pt x="1203" y="2713"/>
                  <a:pt x="752" y="2950"/>
                  <a:pt x="294" y="3047"/>
                </a:cubicBezTo>
                <a:cubicBezTo>
                  <a:pt x="62" y="3096"/>
                  <a:pt x="138" y="3432"/>
                  <a:pt x="351" y="3432"/>
                </a:cubicBezTo>
                <a:cubicBezTo>
                  <a:pt x="366" y="3432"/>
                  <a:pt x="382" y="3430"/>
                  <a:pt x="398" y="3426"/>
                </a:cubicBezTo>
                <a:cubicBezTo>
                  <a:pt x="1127" y="3273"/>
                  <a:pt x="1970" y="2632"/>
                  <a:pt x="1744" y="1784"/>
                </a:cubicBezTo>
                <a:cubicBezTo>
                  <a:pt x="1620" y="1318"/>
                  <a:pt x="1171" y="981"/>
                  <a:pt x="717" y="981"/>
                </a:cubicBezTo>
                <a:cubicBezTo>
                  <a:pt x="627" y="981"/>
                  <a:pt x="536" y="994"/>
                  <a:pt x="448" y="1022"/>
                </a:cubicBezTo>
                <a:lnTo>
                  <a:pt x="448" y="1022"/>
                </a:lnTo>
                <a:cubicBezTo>
                  <a:pt x="416" y="839"/>
                  <a:pt x="406" y="660"/>
                  <a:pt x="423" y="469"/>
                </a:cubicBezTo>
                <a:lnTo>
                  <a:pt x="423" y="469"/>
                </a:lnTo>
                <a:cubicBezTo>
                  <a:pt x="812" y="444"/>
                  <a:pt x="1201" y="421"/>
                  <a:pt x="1591" y="396"/>
                </a:cubicBezTo>
                <a:cubicBezTo>
                  <a:pt x="1835" y="380"/>
                  <a:pt x="1841" y="0"/>
                  <a:pt x="16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1"/>
          <p:cNvSpPr/>
          <p:nvPr/>
        </p:nvSpPr>
        <p:spPr>
          <a:xfrm>
            <a:off x="6971700" y="2737275"/>
            <a:ext cx="12725" cy="9850"/>
          </a:xfrm>
          <a:custGeom>
            <a:rect b="b" l="l" r="r" t="t"/>
            <a:pathLst>
              <a:path extrusionOk="0" h="394" w="509">
                <a:moveTo>
                  <a:pt x="254" y="0"/>
                </a:moveTo>
                <a:cubicBezTo>
                  <a:pt x="1" y="0"/>
                  <a:pt x="1" y="394"/>
                  <a:pt x="254" y="394"/>
                </a:cubicBezTo>
                <a:cubicBezTo>
                  <a:pt x="509" y="394"/>
                  <a:pt x="509" y="0"/>
                  <a:pt x="25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1"/>
          <p:cNvSpPr/>
          <p:nvPr/>
        </p:nvSpPr>
        <p:spPr>
          <a:xfrm>
            <a:off x="6996725" y="2671175"/>
            <a:ext cx="48300" cy="81850"/>
          </a:xfrm>
          <a:custGeom>
            <a:rect b="b" l="l" r="r" t="t"/>
            <a:pathLst>
              <a:path extrusionOk="0" h="3274" w="1932">
                <a:moveTo>
                  <a:pt x="687" y="1"/>
                </a:moveTo>
                <a:cubicBezTo>
                  <a:pt x="517" y="1"/>
                  <a:pt x="344" y="42"/>
                  <a:pt x="191" y="125"/>
                </a:cubicBezTo>
                <a:cubicBezTo>
                  <a:pt x="0" y="226"/>
                  <a:pt x="117" y="488"/>
                  <a:pt x="294" y="488"/>
                </a:cubicBezTo>
                <a:cubicBezTo>
                  <a:pt x="325" y="488"/>
                  <a:pt x="357" y="480"/>
                  <a:pt x="390" y="463"/>
                </a:cubicBezTo>
                <a:cubicBezTo>
                  <a:pt x="494" y="407"/>
                  <a:pt x="592" y="382"/>
                  <a:pt x="681" y="382"/>
                </a:cubicBezTo>
                <a:cubicBezTo>
                  <a:pt x="1218" y="382"/>
                  <a:pt x="1431" y="1264"/>
                  <a:pt x="719" y="1415"/>
                </a:cubicBezTo>
                <a:cubicBezTo>
                  <a:pt x="656" y="1428"/>
                  <a:pt x="596" y="1491"/>
                  <a:pt x="581" y="1552"/>
                </a:cubicBezTo>
                <a:cubicBezTo>
                  <a:pt x="531" y="1787"/>
                  <a:pt x="640" y="1992"/>
                  <a:pt x="898" y="2029"/>
                </a:cubicBezTo>
                <a:cubicBezTo>
                  <a:pt x="926" y="2033"/>
                  <a:pt x="956" y="2035"/>
                  <a:pt x="989" y="2035"/>
                </a:cubicBezTo>
                <a:cubicBezTo>
                  <a:pt x="1062" y="2035"/>
                  <a:pt x="1142" y="2027"/>
                  <a:pt x="1218" y="2027"/>
                </a:cubicBezTo>
                <a:cubicBezTo>
                  <a:pt x="1386" y="2027"/>
                  <a:pt x="1529" y="2065"/>
                  <a:pt x="1499" y="2312"/>
                </a:cubicBezTo>
                <a:cubicBezTo>
                  <a:pt x="1449" y="2752"/>
                  <a:pt x="846" y="2832"/>
                  <a:pt x="513" y="2878"/>
                </a:cubicBezTo>
                <a:cubicBezTo>
                  <a:pt x="276" y="2908"/>
                  <a:pt x="263" y="3273"/>
                  <a:pt x="484" y="3273"/>
                </a:cubicBezTo>
                <a:cubicBezTo>
                  <a:pt x="493" y="3273"/>
                  <a:pt x="503" y="3273"/>
                  <a:pt x="513" y="3271"/>
                </a:cubicBezTo>
                <a:cubicBezTo>
                  <a:pt x="1041" y="3201"/>
                  <a:pt x="1771" y="3064"/>
                  <a:pt x="1878" y="2431"/>
                </a:cubicBezTo>
                <a:cubicBezTo>
                  <a:pt x="1931" y="2118"/>
                  <a:pt x="1650" y="1569"/>
                  <a:pt x="1323" y="1534"/>
                </a:cubicBezTo>
                <a:lnTo>
                  <a:pt x="1323" y="1534"/>
                </a:lnTo>
                <a:cubicBezTo>
                  <a:pt x="1389" y="1466"/>
                  <a:pt x="1445" y="1387"/>
                  <a:pt x="1490" y="1303"/>
                </a:cubicBezTo>
                <a:cubicBezTo>
                  <a:pt x="1611" y="1078"/>
                  <a:pt x="1644" y="806"/>
                  <a:pt x="1553" y="566"/>
                </a:cubicBezTo>
                <a:cubicBezTo>
                  <a:pt x="1410" y="191"/>
                  <a:pt x="1053" y="1"/>
                  <a:pt x="68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1"/>
          <p:cNvSpPr/>
          <p:nvPr/>
        </p:nvSpPr>
        <p:spPr>
          <a:xfrm>
            <a:off x="7052550" y="2749725"/>
            <a:ext cx="12725" cy="9875"/>
          </a:xfrm>
          <a:custGeom>
            <a:rect b="b" l="l" r="r" t="t"/>
            <a:pathLst>
              <a:path extrusionOk="0" h="395" w="509">
                <a:moveTo>
                  <a:pt x="254" y="0"/>
                </a:moveTo>
                <a:cubicBezTo>
                  <a:pt x="0" y="0"/>
                  <a:pt x="0" y="394"/>
                  <a:pt x="254" y="394"/>
                </a:cubicBezTo>
                <a:cubicBezTo>
                  <a:pt x="509" y="394"/>
                  <a:pt x="509" y="0"/>
                  <a:pt x="25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1"/>
          <p:cNvSpPr/>
          <p:nvPr/>
        </p:nvSpPr>
        <p:spPr>
          <a:xfrm>
            <a:off x="7063475" y="2644450"/>
            <a:ext cx="40025" cy="43800"/>
          </a:xfrm>
          <a:custGeom>
            <a:rect b="b" l="l" r="r" t="t"/>
            <a:pathLst>
              <a:path extrusionOk="0" h="1752" w="1601">
                <a:moveTo>
                  <a:pt x="1184" y="0"/>
                </a:moveTo>
                <a:cubicBezTo>
                  <a:pt x="1124" y="0"/>
                  <a:pt x="1063" y="25"/>
                  <a:pt x="1018" y="83"/>
                </a:cubicBezTo>
                <a:cubicBezTo>
                  <a:pt x="703" y="492"/>
                  <a:pt x="387" y="900"/>
                  <a:pt x="72" y="1310"/>
                </a:cubicBezTo>
                <a:cubicBezTo>
                  <a:pt x="0" y="1403"/>
                  <a:pt x="72" y="1585"/>
                  <a:pt x="189" y="1600"/>
                </a:cubicBezTo>
                <a:cubicBezTo>
                  <a:pt x="545" y="1650"/>
                  <a:pt x="899" y="1699"/>
                  <a:pt x="1255" y="1749"/>
                </a:cubicBezTo>
                <a:cubicBezTo>
                  <a:pt x="1266" y="1751"/>
                  <a:pt x="1276" y="1751"/>
                  <a:pt x="1286" y="1751"/>
                </a:cubicBezTo>
                <a:cubicBezTo>
                  <a:pt x="1513" y="1751"/>
                  <a:pt x="1600" y="1401"/>
                  <a:pt x="1361" y="1370"/>
                </a:cubicBezTo>
                <a:cubicBezTo>
                  <a:pt x="1108" y="1334"/>
                  <a:pt x="855" y="1299"/>
                  <a:pt x="602" y="1264"/>
                </a:cubicBezTo>
                <a:lnTo>
                  <a:pt x="602" y="1264"/>
                </a:lnTo>
                <a:cubicBezTo>
                  <a:pt x="855" y="937"/>
                  <a:pt x="1108" y="611"/>
                  <a:pt x="1360" y="283"/>
                </a:cubicBezTo>
                <a:cubicBezTo>
                  <a:pt x="1468" y="141"/>
                  <a:pt x="1329" y="0"/>
                  <a:pt x="118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1"/>
          <p:cNvSpPr/>
          <p:nvPr/>
        </p:nvSpPr>
        <p:spPr>
          <a:xfrm>
            <a:off x="7090025" y="2646875"/>
            <a:ext cx="15500" cy="50250"/>
          </a:xfrm>
          <a:custGeom>
            <a:rect b="b" l="l" r="r" t="t"/>
            <a:pathLst>
              <a:path extrusionOk="0" h="2010" w="620">
                <a:moveTo>
                  <a:pt x="303" y="1"/>
                </a:moveTo>
                <a:cubicBezTo>
                  <a:pt x="226" y="1"/>
                  <a:pt x="153" y="43"/>
                  <a:pt x="130" y="142"/>
                </a:cubicBezTo>
                <a:cubicBezTo>
                  <a:pt x="0" y="723"/>
                  <a:pt x="19" y="1303"/>
                  <a:pt x="195" y="1871"/>
                </a:cubicBezTo>
                <a:cubicBezTo>
                  <a:pt x="225" y="1967"/>
                  <a:pt x="303" y="2009"/>
                  <a:pt x="382" y="2009"/>
                </a:cubicBezTo>
                <a:cubicBezTo>
                  <a:pt x="500" y="2009"/>
                  <a:pt x="620" y="1913"/>
                  <a:pt x="574" y="1767"/>
                </a:cubicBezTo>
                <a:cubicBezTo>
                  <a:pt x="420" y="1263"/>
                  <a:pt x="394" y="759"/>
                  <a:pt x="510" y="245"/>
                </a:cubicBezTo>
                <a:cubicBezTo>
                  <a:pt x="543" y="98"/>
                  <a:pt x="420" y="1"/>
                  <a:pt x="30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1"/>
          <p:cNvSpPr/>
          <p:nvPr/>
        </p:nvSpPr>
        <p:spPr>
          <a:xfrm>
            <a:off x="6676425" y="2855275"/>
            <a:ext cx="52975" cy="13675"/>
          </a:xfrm>
          <a:custGeom>
            <a:rect b="b" l="l" r="r" t="t"/>
            <a:pathLst>
              <a:path extrusionOk="0" h="547" w="2119">
                <a:moveTo>
                  <a:pt x="1887" y="0"/>
                </a:moveTo>
                <a:cubicBezTo>
                  <a:pt x="1880" y="0"/>
                  <a:pt x="1873" y="1"/>
                  <a:pt x="1865" y="2"/>
                </a:cubicBezTo>
                <a:cubicBezTo>
                  <a:pt x="1327" y="52"/>
                  <a:pt x="790" y="102"/>
                  <a:pt x="252" y="152"/>
                </a:cubicBezTo>
                <a:cubicBezTo>
                  <a:pt x="8" y="174"/>
                  <a:pt x="0" y="546"/>
                  <a:pt x="231" y="546"/>
                </a:cubicBezTo>
                <a:cubicBezTo>
                  <a:pt x="238" y="546"/>
                  <a:pt x="245" y="546"/>
                  <a:pt x="252" y="545"/>
                </a:cubicBezTo>
                <a:cubicBezTo>
                  <a:pt x="790" y="495"/>
                  <a:pt x="1327" y="445"/>
                  <a:pt x="1865" y="395"/>
                </a:cubicBezTo>
                <a:cubicBezTo>
                  <a:pt x="2108" y="372"/>
                  <a:pt x="2118" y="0"/>
                  <a:pt x="18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1"/>
          <p:cNvSpPr/>
          <p:nvPr/>
        </p:nvSpPr>
        <p:spPr>
          <a:xfrm>
            <a:off x="6685625" y="2883425"/>
            <a:ext cx="40725" cy="9875"/>
          </a:xfrm>
          <a:custGeom>
            <a:rect b="b" l="l" r="r" t="t"/>
            <a:pathLst>
              <a:path extrusionOk="0" h="395" w="1629">
                <a:moveTo>
                  <a:pt x="253" y="1"/>
                </a:moveTo>
                <a:cubicBezTo>
                  <a:pt x="1" y="1"/>
                  <a:pt x="0" y="394"/>
                  <a:pt x="255" y="394"/>
                </a:cubicBezTo>
                <a:lnTo>
                  <a:pt x="1374" y="394"/>
                </a:lnTo>
                <a:cubicBezTo>
                  <a:pt x="1629" y="394"/>
                  <a:pt x="1629" y="1"/>
                  <a:pt x="1374" y="1"/>
                </a:cubicBezTo>
                <a:lnTo>
                  <a:pt x="255" y="1"/>
                </a:lnTo>
                <a:cubicBezTo>
                  <a:pt x="254" y="1"/>
                  <a:pt x="254" y="1"/>
                  <a:pt x="25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1"/>
          <p:cNvSpPr/>
          <p:nvPr/>
        </p:nvSpPr>
        <p:spPr>
          <a:xfrm>
            <a:off x="6793200" y="2841725"/>
            <a:ext cx="56700" cy="83350"/>
          </a:xfrm>
          <a:custGeom>
            <a:rect b="b" l="l" r="r" t="t"/>
            <a:pathLst>
              <a:path extrusionOk="0" h="3334" w="2268">
                <a:moveTo>
                  <a:pt x="312" y="0"/>
                </a:moveTo>
                <a:cubicBezTo>
                  <a:pt x="89" y="0"/>
                  <a:pt x="1" y="349"/>
                  <a:pt x="241" y="383"/>
                </a:cubicBezTo>
                <a:cubicBezTo>
                  <a:pt x="750" y="455"/>
                  <a:pt x="1260" y="526"/>
                  <a:pt x="1770" y="599"/>
                </a:cubicBezTo>
                <a:lnTo>
                  <a:pt x="1770" y="599"/>
                </a:lnTo>
                <a:lnTo>
                  <a:pt x="697" y="3032"/>
                </a:lnTo>
                <a:cubicBezTo>
                  <a:pt x="626" y="3189"/>
                  <a:pt x="765" y="3334"/>
                  <a:pt x="891" y="3334"/>
                </a:cubicBezTo>
                <a:cubicBezTo>
                  <a:pt x="949" y="3334"/>
                  <a:pt x="1005" y="3304"/>
                  <a:pt x="1037" y="3230"/>
                </a:cubicBezTo>
                <a:lnTo>
                  <a:pt x="2223" y="541"/>
                </a:lnTo>
                <a:cubicBezTo>
                  <a:pt x="2268" y="440"/>
                  <a:pt x="2245" y="272"/>
                  <a:pt x="2104" y="251"/>
                </a:cubicBezTo>
                <a:cubicBezTo>
                  <a:pt x="1517" y="168"/>
                  <a:pt x="931" y="87"/>
                  <a:pt x="344" y="2"/>
                </a:cubicBezTo>
                <a:cubicBezTo>
                  <a:pt x="333" y="1"/>
                  <a:pt x="323" y="0"/>
                  <a:pt x="31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1"/>
          <p:cNvSpPr/>
          <p:nvPr/>
        </p:nvSpPr>
        <p:spPr>
          <a:xfrm>
            <a:off x="6844725" y="2911525"/>
            <a:ext cx="15575" cy="25175"/>
          </a:xfrm>
          <a:custGeom>
            <a:rect b="b" l="l" r="r" t="t"/>
            <a:pathLst>
              <a:path extrusionOk="0" h="1007" w="623">
                <a:moveTo>
                  <a:pt x="350" y="1"/>
                </a:moveTo>
                <a:cubicBezTo>
                  <a:pt x="290" y="1"/>
                  <a:pt x="230" y="28"/>
                  <a:pt x="189" y="93"/>
                </a:cubicBezTo>
                <a:cubicBezTo>
                  <a:pt x="41" y="331"/>
                  <a:pt x="0" y="590"/>
                  <a:pt x="49" y="865"/>
                </a:cubicBezTo>
                <a:cubicBezTo>
                  <a:pt x="67" y="964"/>
                  <a:pt x="138" y="1007"/>
                  <a:pt x="214" y="1007"/>
                </a:cubicBezTo>
                <a:cubicBezTo>
                  <a:pt x="329" y="1007"/>
                  <a:pt x="455" y="909"/>
                  <a:pt x="429" y="759"/>
                </a:cubicBezTo>
                <a:cubicBezTo>
                  <a:pt x="398" y="587"/>
                  <a:pt x="437" y="437"/>
                  <a:pt x="529" y="290"/>
                </a:cubicBezTo>
                <a:cubicBezTo>
                  <a:pt x="622" y="141"/>
                  <a:pt x="487" y="1"/>
                  <a:pt x="35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1"/>
          <p:cNvSpPr/>
          <p:nvPr/>
        </p:nvSpPr>
        <p:spPr>
          <a:xfrm>
            <a:off x="6883375" y="2847275"/>
            <a:ext cx="36225" cy="75450"/>
          </a:xfrm>
          <a:custGeom>
            <a:rect b="b" l="l" r="r" t="t"/>
            <a:pathLst>
              <a:path extrusionOk="0" h="3018" w="1449">
                <a:moveTo>
                  <a:pt x="568" y="1"/>
                </a:moveTo>
                <a:cubicBezTo>
                  <a:pt x="408" y="1"/>
                  <a:pt x="251" y="60"/>
                  <a:pt x="129" y="196"/>
                </a:cubicBezTo>
                <a:cubicBezTo>
                  <a:pt x="0" y="341"/>
                  <a:pt x="131" y="538"/>
                  <a:pt x="276" y="538"/>
                </a:cubicBezTo>
                <a:cubicBezTo>
                  <a:pt x="321" y="538"/>
                  <a:pt x="367" y="520"/>
                  <a:pt x="407" y="475"/>
                </a:cubicBezTo>
                <a:cubicBezTo>
                  <a:pt x="474" y="400"/>
                  <a:pt x="538" y="369"/>
                  <a:pt x="596" y="369"/>
                </a:cubicBezTo>
                <a:cubicBezTo>
                  <a:pt x="807" y="369"/>
                  <a:pt x="942" y="772"/>
                  <a:pt x="835" y="974"/>
                </a:cubicBezTo>
                <a:cubicBezTo>
                  <a:pt x="721" y="1189"/>
                  <a:pt x="492" y="1312"/>
                  <a:pt x="283" y="1411"/>
                </a:cubicBezTo>
                <a:cubicBezTo>
                  <a:pt x="87" y="1502"/>
                  <a:pt x="206" y="1775"/>
                  <a:pt x="392" y="1775"/>
                </a:cubicBezTo>
                <a:cubicBezTo>
                  <a:pt x="406" y="1775"/>
                  <a:pt x="420" y="1773"/>
                  <a:pt x="434" y="1770"/>
                </a:cubicBezTo>
                <a:cubicBezTo>
                  <a:pt x="468" y="1763"/>
                  <a:pt x="502" y="1759"/>
                  <a:pt x="537" y="1759"/>
                </a:cubicBezTo>
                <a:cubicBezTo>
                  <a:pt x="805" y="1759"/>
                  <a:pt x="1104" y="1964"/>
                  <a:pt x="1036" y="2284"/>
                </a:cubicBezTo>
                <a:cubicBezTo>
                  <a:pt x="989" y="2507"/>
                  <a:pt x="753" y="2623"/>
                  <a:pt x="541" y="2623"/>
                </a:cubicBezTo>
                <a:cubicBezTo>
                  <a:pt x="491" y="2623"/>
                  <a:pt x="442" y="2617"/>
                  <a:pt x="397" y="2603"/>
                </a:cubicBezTo>
                <a:cubicBezTo>
                  <a:pt x="377" y="2598"/>
                  <a:pt x="358" y="2595"/>
                  <a:pt x="340" y="2595"/>
                </a:cubicBezTo>
                <a:cubicBezTo>
                  <a:pt x="139" y="2595"/>
                  <a:pt x="68" y="2920"/>
                  <a:pt x="291" y="2983"/>
                </a:cubicBezTo>
                <a:cubicBezTo>
                  <a:pt x="373" y="3006"/>
                  <a:pt x="458" y="3018"/>
                  <a:pt x="542" y="3018"/>
                </a:cubicBezTo>
                <a:cubicBezTo>
                  <a:pt x="988" y="3018"/>
                  <a:pt x="1427" y="2700"/>
                  <a:pt x="1439" y="2214"/>
                </a:cubicBezTo>
                <a:cubicBezTo>
                  <a:pt x="1448" y="1854"/>
                  <a:pt x="1223" y="1581"/>
                  <a:pt x="926" y="1451"/>
                </a:cubicBezTo>
                <a:lnTo>
                  <a:pt x="926" y="1451"/>
                </a:lnTo>
                <a:cubicBezTo>
                  <a:pt x="1226" y="1180"/>
                  <a:pt x="1430" y="802"/>
                  <a:pt x="1227" y="409"/>
                </a:cubicBezTo>
                <a:cubicBezTo>
                  <a:pt x="1099" y="160"/>
                  <a:pt x="830" y="1"/>
                  <a:pt x="56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1"/>
          <p:cNvSpPr/>
          <p:nvPr/>
        </p:nvSpPr>
        <p:spPr>
          <a:xfrm>
            <a:off x="4321500" y="3680050"/>
            <a:ext cx="84675" cy="87975"/>
          </a:xfrm>
          <a:custGeom>
            <a:rect b="b" l="l" r="r" t="t"/>
            <a:pathLst>
              <a:path extrusionOk="0" h="3519" w="3387">
                <a:moveTo>
                  <a:pt x="274" y="0"/>
                </a:moveTo>
                <a:cubicBezTo>
                  <a:pt x="137" y="0"/>
                  <a:pt x="1" y="141"/>
                  <a:pt x="96" y="289"/>
                </a:cubicBezTo>
                <a:cubicBezTo>
                  <a:pt x="882" y="1495"/>
                  <a:pt x="1836" y="2563"/>
                  <a:pt x="2952" y="3470"/>
                </a:cubicBezTo>
                <a:cubicBezTo>
                  <a:pt x="2994" y="3504"/>
                  <a:pt x="3038" y="3518"/>
                  <a:pt x="3082" y="3518"/>
                </a:cubicBezTo>
                <a:cubicBezTo>
                  <a:pt x="3244" y="3518"/>
                  <a:pt x="3386" y="3319"/>
                  <a:pt x="3232" y="3191"/>
                </a:cubicBezTo>
                <a:cubicBezTo>
                  <a:pt x="2139" y="2303"/>
                  <a:pt x="1204" y="1271"/>
                  <a:pt x="436" y="90"/>
                </a:cubicBezTo>
                <a:cubicBezTo>
                  <a:pt x="394" y="27"/>
                  <a:pt x="334" y="0"/>
                  <a:pt x="27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1"/>
          <p:cNvSpPr/>
          <p:nvPr/>
        </p:nvSpPr>
        <p:spPr>
          <a:xfrm>
            <a:off x="4320775" y="3679000"/>
            <a:ext cx="76300" cy="96125"/>
          </a:xfrm>
          <a:custGeom>
            <a:rect b="b" l="l" r="r" t="t"/>
            <a:pathLst>
              <a:path extrusionOk="0" h="3845" w="3052">
                <a:moveTo>
                  <a:pt x="2772" y="0"/>
                </a:moveTo>
                <a:cubicBezTo>
                  <a:pt x="2712" y="0"/>
                  <a:pt x="2651" y="26"/>
                  <a:pt x="2608" y="87"/>
                </a:cubicBezTo>
                <a:lnTo>
                  <a:pt x="105" y="3559"/>
                </a:lnTo>
                <a:cubicBezTo>
                  <a:pt x="1" y="3704"/>
                  <a:pt x="139" y="3844"/>
                  <a:pt x="281" y="3844"/>
                </a:cubicBezTo>
                <a:cubicBezTo>
                  <a:pt x="341" y="3844"/>
                  <a:pt x="402" y="3819"/>
                  <a:pt x="446" y="3758"/>
                </a:cubicBezTo>
                <a:lnTo>
                  <a:pt x="2947" y="286"/>
                </a:lnTo>
                <a:cubicBezTo>
                  <a:pt x="3052" y="141"/>
                  <a:pt x="2914" y="0"/>
                  <a:pt x="277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1"/>
          <p:cNvSpPr/>
          <p:nvPr/>
        </p:nvSpPr>
        <p:spPr>
          <a:xfrm>
            <a:off x="4429725" y="3654650"/>
            <a:ext cx="9875" cy="46850"/>
          </a:xfrm>
          <a:custGeom>
            <a:rect b="b" l="l" r="r" t="t"/>
            <a:pathLst>
              <a:path extrusionOk="0" h="1874" w="395">
                <a:moveTo>
                  <a:pt x="197" y="1"/>
                </a:moveTo>
                <a:cubicBezTo>
                  <a:pt x="99" y="1"/>
                  <a:pt x="1" y="64"/>
                  <a:pt x="1" y="190"/>
                </a:cubicBezTo>
                <a:lnTo>
                  <a:pt x="1" y="1683"/>
                </a:lnTo>
                <a:cubicBezTo>
                  <a:pt x="1" y="1810"/>
                  <a:pt x="99" y="1873"/>
                  <a:pt x="197" y="1873"/>
                </a:cubicBezTo>
                <a:cubicBezTo>
                  <a:pt x="296" y="1873"/>
                  <a:pt x="394" y="1810"/>
                  <a:pt x="394" y="1683"/>
                </a:cubicBezTo>
                <a:lnTo>
                  <a:pt x="394" y="190"/>
                </a:lnTo>
                <a:cubicBezTo>
                  <a:pt x="394" y="64"/>
                  <a:pt x="296" y="1"/>
                  <a:pt x="1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1"/>
          <p:cNvSpPr/>
          <p:nvPr/>
        </p:nvSpPr>
        <p:spPr>
          <a:xfrm>
            <a:off x="4481200" y="3713575"/>
            <a:ext cx="46925" cy="9875"/>
          </a:xfrm>
          <a:custGeom>
            <a:rect b="b" l="l" r="r" t="t"/>
            <a:pathLst>
              <a:path extrusionOk="0" h="395" w="1877">
                <a:moveTo>
                  <a:pt x="253" y="1"/>
                </a:moveTo>
                <a:cubicBezTo>
                  <a:pt x="0" y="1"/>
                  <a:pt x="0" y="394"/>
                  <a:pt x="253" y="394"/>
                </a:cubicBezTo>
                <a:lnTo>
                  <a:pt x="1623" y="394"/>
                </a:lnTo>
                <a:cubicBezTo>
                  <a:pt x="1877" y="394"/>
                  <a:pt x="1877" y="1"/>
                  <a:pt x="162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1"/>
          <p:cNvSpPr/>
          <p:nvPr/>
        </p:nvSpPr>
        <p:spPr>
          <a:xfrm>
            <a:off x="4478100" y="3735300"/>
            <a:ext cx="46925" cy="9875"/>
          </a:xfrm>
          <a:custGeom>
            <a:rect b="b" l="l" r="r" t="t"/>
            <a:pathLst>
              <a:path extrusionOk="0" h="395" w="1877">
                <a:moveTo>
                  <a:pt x="253" y="0"/>
                </a:moveTo>
                <a:cubicBezTo>
                  <a:pt x="1" y="0"/>
                  <a:pt x="1" y="394"/>
                  <a:pt x="253" y="394"/>
                </a:cubicBezTo>
                <a:lnTo>
                  <a:pt x="1621" y="394"/>
                </a:lnTo>
                <a:cubicBezTo>
                  <a:pt x="1876" y="394"/>
                  <a:pt x="1876" y="0"/>
                  <a:pt x="162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1"/>
          <p:cNvSpPr/>
          <p:nvPr/>
        </p:nvSpPr>
        <p:spPr>
          <a:xfrm>
            <a:off x="4593225" y="3707175"/>
            <a:ext cx="50475" cy="13600"/>
          </a:xfrm>
          <a:custGeom>
            <a:rect b="b" l="l" r="r" t="t"/>
            <a:pathLst>
              <a:path extrusionOk="0" h="544" w="2019">
                <a:moveTo>
                  <a:pt x="1747" y="1"/>
                </a:moveTo>
                <a:cubicBezTo>
                  <a:pt x="1728" y="1"/>
                  <a:pt x="1709" y="3"/>
                  <a:pt x="1689" y="9"/>
                </a:cubicBezTo>
                <a:cubicBezTo>
                  <a:pt x="1358" y="103"/>
                  <a:pt x="1026" y="149"/>
                  <a:pt x="690" y="149"/>
                </a:cubicBezTo>
                <a:cubicBezTo>
                  <a:pt x="545" y="149"/>
                  <a:pt x="399" y="140"/>
                  <a:pt x="252" y="123"/>
                </a:cubicBezTo>
                <a:cubicBezTo>
                  <a:pt x="243" y="122"/>
                  <a:pt x="235" y="122"/>
                  <a:pt x="227" y="122"/>
                </a:cubicBezTo>
                <a:cubicBezTo>
                  <a:pt x="0" y="122"/>
                  <a:pt x="10" y="491"/>
                  <a:pt x="252" y="517"/>
                </a:cubicBezTo>
                <a:cubicBezTo>
                  <a:pt x="404" y="535"/>
                  <a:pt x="556" y="543"/>
                  <a:pt x="707" y="543"/>
                </a:cubicBezTo>
                <a:cubicBezTo>
                  <a:pt x="1073" y="543"/>
                  <a:pt x="1436" y="492"/>
                  <a:pt x="1795" y="388"/>
                </a:cubicBezTo>
                <a:cubicBezTo>
                  <a:pt x="2018" y="325"/>
                  <a:pt x="1949" y="1"/>
                  <a:pt x="17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1"/>
          <p:cNvSpPr/>
          <p:nvPr/>
        </p:nvSpPr>
        <p:spPr>
          <a:xfrm>
            <a:off x="4683075" y="3678950"/>
            <a:ext cx="47125" cy="72100"/>
          </a:xfrm>
          <a:custGeom>
            <a:rect b="b" l="l" r="r" t="t"/>
            <a:pathLst>
              <a:path extrusionOk="0" h="2884" w="1885">
                <a:moveTo>
                  <a:pt x="1367" y="1"/>
                </a:moveTo>
                <a:cubicBezTo>
                  <a:pt x="1355" y="1"/>
                  <a:pt x="1342" y="2"/>
                  <a:pt x="1329" y="4"/>
                </a:cubicBezTo>
                <a:cubicBezTo>
                  <a:pt x="587" y="134"/>
                  <a:pt x="0" y="821"/>
                  <a:pt x="79" y="1590"/>
                </a:cubicBezTo>
                <a:cubicBezTo>
                  <a:pt x="156" y="2349"/>
                  <a:pt x="859" y="2883"/>
                  <a:pt x="1591" y="2883"/>
                </a:cubicBezTo>
                <a:cubicBezTo>
                  <a:pt x="1604" y="2883"/>
                  <a:pt x="1617" y="2883"/>
                  <a:pt x="1631" y="2883"/>
                </a:cubicBezTo>
                <a:cubicBezTo>
                  <a:pt x="1881" y="2876"/>
                  <a:pt x="1884" y="2489"/>
                  <a:pt x="1638" y="2489"/>
                </a:cubicBezTo>
                <a:cubicBezTo>
                  <a:pt x="1635" y="2489"/>
                  <a:pt x="1633" y="2489"/>
                  <a:pt x="1631" y="2489"/>
                </a:cubicBezTo>
                <a:cubicBezTo>
                  <a:pt x="1621" y="2489"/>
                  <a:pt x="1611" y="2490"/>
                  <a:pt x="1601" y="2490"/>
                </a:cubicBezTo>
                <a:cubicBezTo>
                  <a:pt x="1058" y="2490"/>
                  <a:pt x="518" y="2111"/>
                  <a:pt x="474" y="1537"/>
                </a:cubicBezTo>
                <a:cubicBezTo>
                  <a:pt x="428" y="950"/>
                  <a:pt x="875" y="482"/>
                  <a:pt x="1433" y="385"/>
                </a:cubicBezTo>
                <a:cubicBezTo>
                  <a:pt x="1668" y="343"/>
                  <a:pt x="1585" y="1"/>
                  <a:pt x="13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1"/>
          <p:cNvSpPr/>
          <p:nvPr/>
        </p:nvSpPr>
        <p:spPr>
          <a:xfrm>
            <a:off x="4786350" y="3691950"/>
            <a:ext cx="14875" cy="59275"/>
          </a:xfrm>
          <a:custGeom>
            <a:rect b="b" l="l" r="r" t="t"/>
            <a:pathLst>
              <a:path extrusionOk="0" h="2371" w="595">
                <a:moveTo>
                  <a:pt x="242" y="0"/>
                </a:moveTo>
                <a:cubicBezTo>
                  <a:pt x="127" y="0"/>
                  <a:pt x="1" y="98"/>
                  <a:pt x="29" y="247"/>
                </a:cubicBezTo>
                <a:cubicBezTo>
                  <a:pt x="158" y="887"/>
                  <a:pt x="200" y="1528"/>
                  <a:pt x="161" y="2181"/>
                </a:cubicBezTo>
                <a:cubicBezTo>
                  <a:pt x="154" y="2307"/>
                  <a:pt x="249" y="2370"/>
                  <a:pt x="347" y="2370"/>
                </a:cubicBezTo>
                <a:cubicBezTo>
                  <a:pt x="446" y="2370"/>
                  <a:pt x="548" y="2307"/>
                  <a:pt x="555" y="2181"/>
                </a:cubicBezTo>
                <a:cubicBezTo>
                  <a:pt x="595" y="1494"/>
                  <a:pt x="543" y="817"/>
                  <a:pt x="409" y="143"/>
                </a:cubicBezTo>
                <a:cubicBezTo>
                  <a:pt x="390" y="43"/>
                  <a:pt x="318" y="0"/>
                  <a:pt x="24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1"/>
          <p:cNvSpPr/>
          <p:nvPr/>
        </p:nvSpPr>
        <p:spPr>
          <a:xfrm>
            <a:off x="4770400" y="3714075"/>
            <a:ext cx="57000" cy="12975"/>
          </a:xfrm>
          <a:custGeom>
            <a:rect b="b" l="l" r="r" t="t"/>
            <a:pathLst>
              <a:path extrusionOk="0" h="519" w="2280">
                <a:moveTo>
                  <a:pt x="1992" y="1"/>
                </a:moveTo>
                <a:cubicBezTo>
                  <a:pt x="1977" y="1"/>
                  <a:pt x="1961" y="3"/>
                  <a:pt x="1944" y="6"/>
                </a:cubicBezTo>
                <a:cubicBezTo>
                  <a:pt x="1572" y="87"/>
                  <a:pt x="1199" y="126"/>
                  <a:pt x="824" y="126"/>
                </a:cubicBezTo>
                <a:cubicBezTo>
                  <a:pt x="634" y="126"/>
                  <a:pt x="444" y="116"/>
                  <a:pt x="252" y="96"/>
                </a:cubicBezTo>
                <a:cubicBezTo>
                  <a:pt x="243" y="95"/>
                  <a:pt x="235" y="95"/>
                  <a:pt x="227" y="95"/>
                </a:cubicBezTo>
                <a:cubicBezTo>
                  <a:pt x="1" y="95"/>
                  <a:pt x="13" y="465"/>
                  <a:pt x="252" y="489"/>
                </a:cubicBezTo>
                <a:cubicBezTo>
                  <a:pt x="446" y="509"/>
                  <a:pt x="638" y="519"/>
                  <a:pt x="829" y="519"/>
                </a:cubicBezTo>
                <a:cubicBezTo>
                  <a:pt x="1239" y="519"/>
                  <a:pt x="1644" y="473"/>
                  <a:pt x="2049" y="386"/>
                </a:cubicBezTo>
                <a:cubicBezTo>
                  <a:pt x="2280" y="335"/>
                  <a:pt x="2204" y="1"/>
                  <a:pt x="199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1"/>
          <p:cNvSpPr/>
          <p:nvPr/>
        </p:nvSpPr>
        <p:spPr>
          <a:xfrm>
            <a:off x="4882050" y="3621350"/>
            <a:ext cx="668050" cy="126525"/>
          </a:xfrm>
          <a:custGeom>
            <a:rect b="b" l="l" r="r" t="t"/>
            <a:pathLst>
              <a:path extrusionOk="0" h="5061" w="26722">
                <a:moveTo>
                  <a:pt x="23527" y="0"/>
                </a:moveTo>
                <a:cubicBezTo>
                  <a:pt x="17885" y="0"/>
                  <a:pt x="12241" y="51"/>
                  <a:pt x="6600" y="138"/>
                </a:cubicBezTo>
                <a:cubicBezTo>
                  <a:pt x="5273" y="159"/>
                  <a:pt x="3945" y="174"/>
                  <a:pt x="2619" y="234"/>
                </a:cubicBezTo>
                <a:cubicBezTo>
                  <a:pt x="2536" y="238"/>
                  <a:pt x="2447" y="291"/>
                  <a:pt x="2429" y="380"/>
                </a:cubicBezTo>
                <a:cubicBezTo>
                  <a:pt x="2134" y="1754"/>
                  <a:pt x="1796" y="3117"/>
                  <a:pt x="1415" y="4470"/>
                </a:cubicBezTo>
                <a:lnTo>
                  <a:pt x="1415" y="4470"/>
                </a:lnTo>
                <a:cubicBezTo>
                  <a:pt x="943" y="3920"/>
                  <a:pt x="626" y="3321"/>
                  <a:pt x="422" y="2599"/>
                </a:cubicBezTo>
                <a:cubicBezTo>
                  <a:pt x="394" y="2502"/>
                  <a:pt x="317" y="2460"/>
                  <a:pt x="239" y="2460"/>
                </a:cubicBezTo>
                <a:cubicBezTo>
                  <a:pt x="121" y="2460"/>
                  <a:pt x="0" y="2556"/>
                  <a:pt x="42" y="2703"/>
                </a:cubicBezTo>
                <a:cubicBezTo>
                  <a:pt x="293" y="3594"/>
                  <a:pt x="724" y="4341"/>
                  <a:pt x="1368" y="5004"/>
                </a:cubicBezTo>
                <a:cubicBezTo>
                  <a:pt x="1406" y="5043"/>
                  <a:pt x="1454" y="5060"/>
                  <a:pt x="1502" y="5060"/>
                </a:cubicBezTo>
                <a:cubicBezTo>
                  <a:pt x="1586" y="5060"/>
                  <a:pt x="1671" y="5005"/>
                  <a:pt x="1697" y="4915"/>
                </a:cubicBezTo>
                <a:cubicBezTo>
                  <a:pt x="1925" y="4123"/>
                  <a:pt x="2141" y="3326"/>
                  <a:pt x="2340" y="2524"/>
                </a:cubicBezTo>
                <a:cubicBezTo>
                  <a:pt x="2441" y="2113"/>
                  <a:pt x="2572" y="748"/>
                  <a:pt x="2835" y="617"/>
                </a:cubicBezTo>
                <a:cubicBezTo>
                  <a:pt x="2988" y="542"/>
                  <a:pt x="3219" y="520"/>
                  <a:pt x="3469" y="520"/>
                </a:cubicBezTo>
                <a:cubicBezTo>
                  <a:pt x="3839" y="520"/>
                  <a:pt x="4251" y="569"/>
                  <a:pt x="4517" y="569"/>
                </a:cubicBezTo>
                <a:cubicBezTo>
                  <a:pt x="4530" y="569"/>
                  <a:pt x="4542" y="569"/>
                  <a:pt x="4554" y="569"/>
                </a:cubicBezTo>
                <a:cubicBezTo>
                  <a:pt x="6264" y="532"/>
                  <a:pt x="7974" y="510"/>
                  <a:pt x="9684" y="491"/>
                </a:cubicBezTo>
                <a:cubicBezTo>
                  <a:pt x="13791" y="447"/>
                  <a:pt x="17899" y="420"/>
                  <a:pt x="22005" y="406"/>
                </a:cubicBezTo>
                <a:cubicBezTo>
                  <a:pt x="23214" y="402"/>
                  <a:pt x="24423" y="398"/>
                  <a:pt x="25633" y="398"/>
                </a:cubicBezTo>
                <a:cubicBezTo>
                  <a:pt x="25911" y="398"/>
                  <a:pt x="26190" y="398"/>
                  <a:pt x="26468" y="398"/>
                </a:cubicBezTo>
                <a:cubicBezTo>
                  <a:pt x="26722" y="398"/>
                  <a:pt x="26722" y="5"/>
                  <a:pt x="26468" y="5"/>
                </a:cubicBezTo>
                <a:cubicBezTo>
                  <a:pt x="25488" y="2"/>
                  <a:pt x="24508" y="0"/>
                  <a:pt x="235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1"/>
          <p:cNvSpPr/>
          <p:nvPr/>
        </p:nvSpPr>
        <p:spPr>
          <a:xfrm>
            <a:off x="4986300" y="3677200"/>
            <a:ext cx="45725" cy="54600"/>
          </a:xfrm>
          <a:custGeom>
            <a:rect b="b" l="l" r="r" t="t"/>
            <a:pathLst>
              <a:path extrusionOk="0" h="2184" w="1829">
                <a:moveTo>
                  <a:pt x="1245" y="1"/>
                </a:moveTo>
                <a:cubicBezTo>
                  <a:pt x="1242" y="1"/>
                  <a:pt x="1238" y="1"/>
                  <a:pt x="1235" y="1"/>
                </a:cubicBezTo>
                <a:cubicBezTo>
                  <a:pt x="581" y="30"/>
                  <a:pt x="1" y="645"/>
                  <a:pt x="141" y="1320"/>
                </a:cubicBezTo>
                <a:cubicBezTo>
                  <a:pt x="251" y="1841"/>
                  <a:pt x="753" y="2184"/>
                  <a:pt x="1261" y="2184"/>
                </a:cubicBezTo>
                <a:cubicBezTo>
                  <a:pt x="1380" y="2184"/>
                  <a:pt x="1499" y="2165"/>
                  <a:pt x="1614" y="2125"/>
                </a:cubicBezTo>
                <a:cubicBezTo>
                  <a:pt x="1828" y="2051"/>
                  <a:pt x="1767" y="1734"/>
                  <a:pt x="1576" y="1734"/>
                </a:cubicBezTo>
                <a:cubicBezTo>
                  <a:pt x="1555" y="1734"/>
                  <a:pt x="1532" y="1738"/>
                  <a:pt x="1508" y="1746"/>
                </a:cubicBezTo>
                <a:cubicBezTo>
                  <a:pt x="1427" y="1774"/>
                  <a:pt x="1341" y="1788"/>
                  <a:pt x="1256" y="1788"/>
                </a:cubicBezTo>
                <a:cubicBezTo>
                  <a:pt x="948" y="1788"/>
                  <a:pt x="642" y="1612"/>
                  <a:pt x="540" y="1302"/>
                </a:cubicBezTo>
                <a:cubicBezTo>
                  <a:pt x="396" y="860"/>
                  <a:pt x="802" y="415"/>
                  <a:pt x="1232" y="395"/>
                </a:cubicBezTo>
                <a:cubicBezTo>
                  <a:pt x="1483" y="383"/>
                  <a:pt x="1487" y="1"/>
                  <a:pt x="124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1"/>
          <p:cNvSpPr/>
          <p:nvPr/>
        </p:nvSpPr>
        <p:spPr>
          <a:xfrm>
            <a:off x="5050650" y="3659925"/>
            <a:ext cx="33250" cy="44100"/>
          </a:xfrm>
          <a:custGeom>
            <a:rect b="b" l="l" r="r" t="t"/>
            <a:pathLst>
              <a:path extrusionOk="0" h="1764" w="1330">
                <a:moveTo>
                  <a:pt x="542" y="1"/>
                </a:moveTo>
                <a:cubicBezTo>
                  <a:pt x="427" y="1"/>
                  <a:pt x="307" y="29"/>
                  <a:pt x="207" y="69"/>
                </a:cubicBezTo>
                <a:cubicBezTo>
                  <a:pt x="0" y="153"/>
                  <a:pt x="58" y="464"/>
                  <a:pt x="239" y="464"/>
                </a:cubicBezTo>
                <a:cubicBezTo>
                  <a:pt x="261" y="464"/>
                  <a:pt x="285" y="459"/>
                  <a:pt x="311" y="449"/>
                </a:cubicBezTo>
                <a:cubicBezTo>
                  <a:pt x="330" y="441"/>
                  <a:pt x="432" y="390"/>
                  <a:pt x="497" y="390"/>
                </a:cubicBezTo>
                <a:cubicBezTo>
                  <a:pt x="523" y="390"/>
                  <a:pt x="543" y="398"/>
                  <a:pt x="549" y="420"/>
                </a:cubicBezTo>
                <a:cubicBezTo>
                  <a:pt x="555" y="436"/>
                  <a:pt x="473" y="537"/>
                  <a:pt x="463" y="572"/>
                </a:cubicBezTo>
                <a:cubicBezTo>
                  <a:pt x="429" y="675"/>
                  <a:pt x="440" y="779"/>
                  <a:pt x="483" y="880"/>
                </a:cubicBezTo>
                <a:cubicBezTo>
                  <a:pt x="544" y="1022"/>
                  <a:pt x="758" y="1157"/>
                  <a:pt x="824" y="1306"/>
                </a:cubicBezTo>
                <a:lnTo>
                  <a:pt x="824" y="1306"/>
                </a:lnTo>
                <a:cubicBezTo>
                  <a:pt x="733" y="1350"/>
                  <a:pt x="639" y="1373"/>
                  <a:pt x="539" y="1373"/>
                </a:cubicBezTo>
                <a:cubicBezTo>
                  <a:pt x="486" y="1373"/>
                  <a:pt x="432" y="1366"/>
                  <a:pt x="376" y="1353"/>
                </a:cubicBezTo>
                <a:cubicBezTo>
                  <a:pt x="359" y="1350"/>
                  <a:pt x="343" y="1348"/>
                  <a:pt x="327" y="1348"/>
                </a:cubicBezTo>
                <a:cubicBezTo>
                  <a:pt x="115" y="1348"/>
                  <a:pt x="39" y="1682"/>
                  <a:pt x="270" y="1733"/>
                </a:cubicBezTo>
                <a:cubicBezTo>
                  <a:pt x="351" y="1751"/>
                  <a:pt x="456" y="1764"/>
                  <a:pt x="568" y="1764"/>
                </a:cubicBezTo>
                <a:cubicBezTo>
                  <a:pt x="819" y="1764"/>
                  <a:pt x="1101" y="1701"/>
                  <a:pt x="1210" y="1504"/>
                </a:cubicBezTo>
                <a:cubicBezTo>
                  <a:pt x="1329" y="1293"/>
                  <a:pt x="1139" y="1056"/>
                  <a:pt x="1003" y="910"/>
                </a:cubicBezTo>
                <a:cubicBezTo>
                  <a:pt x="915" y="817"/>
                  <a:pt x="830" y="767"/>
                  <a:pt x="871" y="645"/>
                </a:cubicBezTo>
                <a:cubicBezTo>
                  <a:pt x="914" y="520"/>
                  <a:pt x="1000" y="444"/>
                  <a:pt x="964" y="297"/>
                </a:cubicBezTo>
                <a:cubicBezTo>
                  <a:pt x="910" y="76"/>
                  <a:pt x="732" y="1"/>
                  <a:pt x="54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1"/>
          <p:cNvSpPr/>
          <p:nvPr/>
        </p:nvSpPr>
        <p:spPr>
          <a:xfrm>
            <a:off x="5162750" y="3679550"/>
            <a:ext cx="13825" cy="47025"/>
          </a:xfrm>
          <a:custGeom>
            <a:rect b="b" l="l" r="r" t="t"/>
            <a:pathLst>
              <a:path extrusionOk="0" h="1881" w="553">
                <a:moveTo>
                  <a:pt x="312" y="1"/>
                </a:moveTo>
                <a:cubicBezTo>
                  <a:pt x="235" y="1"/>
                  <a:pt x="160" y="43"/>
                  <a:pt x="138" y="142"/>
                </a:cubicBezTo>
                <a:cubicBezTo>
                  <a:pt x="10" y="673"/>
                  <a:pt x="0" y="1203"/>
                  <a:pt x="96" y="1739"/>
                </a:cubicBezTo>
                <a:cubicBezTo>
                  <a:pt x="114" y="1838"/>
                  <a:pt x="185" y="1881"/>
                  <a:pt x="261" y="1881"/>
                </a:cubicBezTo>
                <a:cubicBezTo>
                  <a:pt x="376" y="1881"/>
                  <a:pt x="502" y="1783"/>
                  <a:pt x="475" y="1633"/>
                </a:cubicBezTo>
                <a:cubicBezTo>
                  <a:pt x="391" y="1168"/>
                  <a:pt x="407" y="704"/>
                  <a:pt x="517" y="245"/>
                </a:cubicBezTo>
                <a:cubicBezTo>
                  <a:pt x="552" y="98"/>
                  <a:pt x="429" y="1"/>
                  <a:pt x="31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1"/>
          <p:cNvSpPr/>
          <p:nvPr/>
        </p:nvSpPr>
        <p:spPr>
          <a:xfrm>
            <a:off x="5147600" y="3695600"/>
            <a:ext cx="49975" cy="12400"/>
          </a:xfrm>
          <a:custGeom>
            <a:rect b="b" l="l" r="r" t="t"/>
            <a:pathLst>
              <a:path extrusionOk="0" h="496" w="1999">
                <a:moveTo>
                  <a:pt x="1763" y="0"/>
                </a:moveTo>
                <a:cubicBezTo>
                  <a:pt x="1757" y="0"/>
                  <a:pt x="1752" y="0"/>
                  <a:pt x="1746" y="1"/>
                </a:cubicBezTo>
                <a:cubicBezTo>
                  <a:pt x="1248" y="34"/>
                  <a:pt x="751" y="67"/>
                  <a:pt x="256" y="101"/>
                </a:cubicBezTo>
                <a:cubicBezTo>
                  <a:pt x="7" y="117"/>
                  <a:pt x="1" y="495"/>
                  <a:pt x="241" y="495"/>
                </a:cubicBezTo>
                <a:cubicBezTo>
                  <a:pt x="246" y="495"/>
                  <a:pt x="251" y="495"/>
                  <a:pt x="256" y="495"/>
                </a:cubicBezTo>
                <a:cubicBezTo>
                  <a:pt x="752" y="460"/>
                  <a:pt x="1250" y="427"/>
                  <a:pt x="1746" y="395"/>
                </a:cubicBezTo>
                <a:cubicBezTo>
                  <a:pt x="1992" y="378"/>
                  <a:pt x="1999" y="0"/>
                  <a:pt x="176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1"/>
          <p:cNvSpPr/>
          <p:nvPr/>
        </p:nvSpPr>
        <p:spPr>
          <a:xfrm>
            <a:off x="5242850" y="3664675"/>
            <a:ext cx="43875" cy="60150"/>
          </a:xfrm>
          <a:custGeom>
            <a:rect b="b" l="l" r="r" t="t"/>
            <a:pathLst>
              <a:path extrusionOk="0" h="2406" w="1755">
                <a:moveTo>
                  <a:pt x="457" y="394"/>
                </a:moveTo>
                <a:cubicBezTo>
                  <a:pt x="470" y="397"/>
                  <a:pt x="485" y="398"/>
                  <a:pt x="500" y="398"/>
                </a:cubicBezTo>
                <a:cubicBezTo>
                  <a:pt x="506" y="398"/>
                  <a:pt x="513" y="398"/>
                  <a:pt x="520" y="398"/>
                </a:cubicBezTo>
                <a:cubicBezTo>
                  <a:pt x="539" y="396"/>
                  <a:pt x="557" y="395"/>
                  <a:pt x="576" y="395"/>
                </a:cubicBezTo>
                <a:cubicBezTo>
                  <a:pt x="1013" y="395"/>
                  <a:pt x="1402" y="804"/>
                  <a:pt x="1310" y="1259"/>
                </a:cubicBezTo>
                <a:cubicBezTo>
                  <a:pt x="1237" y="1631"/>
                  <a:pt x="910" y="1894"/>
                  <a:pt x="553" y="1984"/>
                </a:cubicBezTo>
                <a:lnTo>
                  <a:pt x="553" y="1984"/>
                </a:lnTo>
                <a:cubicBezTo>
                  <a:pt x="441" y="1457"/>
                  <a:pt x="411" y="930"/>
                  <a:pt x="457" y="394"/>
                </a:cubicBezTo>
                <a:close/>
                <a:moveTo>
                  <a:pt x="602" y="1"/>
                </a:moveTo>
                <a:cubicBezTo>
                  <a:pt x="575" y="1"/>
                  <a:pt x="547" y="2"/>
                  <a:pt x="520" y="4"/>
                </a:cubicBezTo>
                <a:cubicBezTo>
                  <a:pt x="474" y="8"/>
                  <a:pt x="436" y="24"/>
                  <a:pt x="407" y="49"/>
                </a:cubicBezTo>
                <a:lnTo>
                  <a:pt x="407" y="49"/>
                </a:lnTo>
                <a:cubicBezTo>
                  <a:pt x="376" y="30"/>
                  <a:pt x="339" y="20"/>
                  <a:pt x="300" y="20"/>
                </a:cubicBezTo>
                <a:cubicBezTo>
                  <a:pt x="202" y="20"/>
                  <a:pt x="96" y="83"/>
                  <a:pt x="82" y="207"/>
                </a:cubicBezTo>
                <a:cubicBezTo>
                  <a:pt x="0" y="899"/>
                  <a:pt x="47" y="1580"/>
                  <a:pt x="213" y="2259"/>
                </a:cubicBezTo>
                <a:cubicBezTo>
                  <a:pt x="232" y="2332"/>
                  <a:pt x="312" y="2405"/>
                  <a:pt x="391" y="2405"/>
                </a:cubicBezTo>
                <a:cubicBezTo>
                  <a:pt x="395" y="2405"/>
                  <a:pt x="399" y="2405"/>
                  <a:pt x="404" y="2405"/>
                </a:cubicBezTo>
                <a:cubicBezTo>
                  <a:pt x="1036" y="2336"/>
                  <a:pt x="1668" y="1889"/>
                  <a:pt x="1714" y="1205"/>
                </a:cubicBezTo>
                <a:cubicBezTo>
                  <a:pt x="1755" y="573"/>
                  <a:pt x="1227" y="1"/>
                  <a:pt x="6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1"/>
          <p:cNvSpPr/>
          <p:nvPr/>
        </p:nvSpPr>
        <p:spPr>
          <a:xfrm>
            <a:off x="5307800" y="3657025"/>
            <a:ext cx="36975" cy="28450"/>
          </a:xfrm>
          <a:custGeom>
            <a:rect b="b" l="l" r="r" t="t"/>
            <a:pathLst>
              <a:path extrusionOk="0" h="1138" w="1479">
                <a:moveTo>
                  <a:pt x="831" y="1"/>
                </a:moveTo>
                <a:cubicBezTo>
                  <a:pt x="799" y="1"/>
                  <a:pt x="764" y="11"/>
                  <a:pt x="729" y="35"/>
                </a:cubicBezTo>
                <a:cubicBezTo>
                  <a:pt x="430" y="237"/>
                  <a:pt x="198" y="503"/>
                  <a:pt x="56" y="837"/>
                </a:cubicBezTo>
                <a:cubicBezTo>
                  <a:pt x="0" y="968"/>
                  <a:pt x="63" y="1132"/>
                  <a:pt x="226" y="1133"/>
                </a:cubicBezTo>
                <a:cubicBezTo>
                  <a:pt x="559" y="1136"/>
                  <a:pt x="892" y="1137"/>
                  <a:pt x="1224" y="1137"/>
                </a:cubicBezTo>
                <a:cubicBezTo>
                  <a:pt x="1225" y="1137"/>
                  <a:pt x="1225" y="1137"/>
                  <a:pt x="1226" y="1137"/>
                </a:cubicBezTo>
                <a:cubicBezTo>
                  <a:pt x="1479" y="1137"/>
                  <a:pt x="1479" y="745"/>
                  <a:pt x="1224" y="744"/>
                </a:cubicBezTo>
                <a:cubicBezTo>
                  <a:pt x="1003" y="743"/>
                  <a:pt x="781" y="741"/>
                  <a:pt x="559" y="740"/>
                </a:cubicBezTo>
                <a:lnTo>
                  <a:pt x="559" y="740"/>
                </a:lnTo>
                <a:cubicBezTo>
                  <a:pt x="657" y="599"/>
                  <a:pt x="779" y="477"/>
                  <a:pt x="928" y="377"/>
                </a:cubicBezTo>
                <a:cubicBezTo>
                  <a:pt x="1101" y="257"/>
                  <a:pt x="993" y="1"/>
                  <a:pt x="83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1"/>
          <p:cNvSpPr/>
          <p:nvPr/>
        </p:nvSpPr>
        <p:spPr>
          <a:xfrm>
            <a:off x="5328675" y="3654575"/>
            <a:ext cx="17700" cy="36550"/>
          </a:xfrm>
          <a:custGeom>
            <a:rect b="b" l="l" r="r" t="t"/>
            <a:pathLst>
              <a:path extrusionOk="0" h="1462" w="708">
                <a:moveTo>
                  <a:pt x="241" y="1"/>
                </a:moveTo>
                <a:cubicBezTo>
                  <a:pt x="124" y="1"/>
                  <a:pt x="0" y="98"/>
                  <a:pt x="36" y="246"/>
                </a:cubicBezTo>
                <a:cubicBezTo>
                  <a:pt x="122" y="604"/>
                  <a:pt x="207" y="963"/>
                  <a:pt x="293" y="1321"/>
                </a:cubicBezTo>
                <a:cubicBezTo>
                  <a:pt x="317" y="1419"/>
                  <a:pt x="391" y="1462"/>
                  <a:pt x="468" y="1462"/>
                </a:cubicBezTo>
                <a:cubicBezTo>
                  <a:pt x="585" y="1462"/>
                  <a:pt x="708" y="1364"/>
                  <a:pt x="673" y="1215"/>
                </a:cubicBezTo>
                <a:cubicBezTo>
                  <a:pt x="587" y="857"/>
                  <a:pt x="501" y="498"/>
                  <a:pt x="415" y="140"/>
                </a:cubicBezTo>
                <a:cubicBezTo>
                  <a:pt x="392" y="43"/>
                  <a:pt x="318" y="1"/>
                  <a:pt x="24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1"/>
          <p:cNvSpPr/>
          <p:nvPr/>
        </p:nvSpPr>
        <p:spPr>
          <a:xfrm>
            <a:off x="5405275" y="3665050"/>
            <a:ext cx="12450" cy="59225"/>
          </a:xfrm>
          <a:custGeom>
            <a:rect b="b" l="l" r="r" t="t"/>
            <a:pathLst>
              <a:path extrusionOk="0" h="2369" w="498">
                <a:moveTo>
                  <a:pt x="248" y="0"/>
                </a:moveTo>
                <a:cubicBezTo>
                  <a:pt x="150" y="0"/>
                  <a:pt x="48" y="63"/>
                  <a:pt x="41" y="189"/>
                </a:cubicBezTo>
                <a:cubicBezTo>
                  <a:pt x="1" y="855"/>
                  <a:pt x="16" y="1519"/>
                  <a:pt x="91" y="2181"/>
                </a:cubicBezTo>
                <a:cubicBezTo>
                  <a:pt x="104" y="2306"/>
                  <a:pt x="210" y="2369"/>
                  <a:pt x="308" y="2369"/>
                </a:cubicBezTo>
                <a:cubicBezTo>
                  <a:pt x="406" y="2369"/>
                  <a:pt x="497" y="2307"/>
                  <a:pt x="485" y="2181"/>
                </a:cubicBezTo>
                <a:cubicBezTo>
                  <a:pt x="410" y="1518"/>
                  <a:pt x="394" y="855"/>
                  <a:pt x="434" y="189"/>
                </a:cubicBezTo>
                <a:cubicBezTo>
                  <a:pt x="442" y="63"/>
                  <a:pt x="347" y="0"/>
                  <a:pt x="24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1"/>
          <p:cNvSpPr/>
          <p:nvPr/>
        </p:nvSpPr>
        <p:spPr>
          <a:xfrm>
            <a:off x="5388075" y="3685925"/>
            <a:ext cx="52625" cy="15575"/>
          </a:xfrm>
          <a:custGeom>
            <a:rect b="b" l="l" r="r" t="t"/>
            <a:pathLst>
              <a:path extrusionOk="0" h="623" w="2105">
                <a:moveTo>
                  <a:pt x="1847" y="0"/>
                </a:moveTo>
                <a:cubicBezTo>
                  <a:pt x="1827" y="0"/>
                  <a:pt x="1805" y="4"/>
                  <a:pt x="1782" y="11"/>
                </a:cubicBezTo>
                <a:cubicBezTo>
                  <a:pt x="1341" y="157"/>
                  <a:pt x="897" y="228"/>
                  <a:pt x="437" y="228"/>
                </a:cubicBezTo>
                <a:cubicBezTo>
                  <a:pt x="376" y="228"/>
                  <a:pt x="315" y="227"/>
                  <a:pt x="254" y="225"/>
                </a:cubicBezTo>
                <a:cubicBezTo>
                  <a:pt x="250" y="225"/>
                  <a:pt x="246" y="224"/>
                  <a:pt x="243" y="224"/>
                </a:cubicBezTo>
                <a:cubicBezTo>
                  <a:pt x="0" y="224"/>
                  <a:pt x="4" y="607"/>
                  <a:pt x="254" y="618"/>
                </a:cubicBezTo>
                <a:cubicBezTo>
                  <a:pt x="319" y="621"/>
                  <a:pt x="384" y="622"/>
                  <a:pt x="450" y="622"/>
                </a:cubicBezTo>
                <a:cubicBezTo>
                  <a:pt x="939" y="622"/>
                  <a:pt x="1418" y="546"/>
                  <a:pt x="1888" y="391"/>
                </a:cubicBezTo>
                <a:cubicBezTo>
                  <a:pt x="2105" y="319"/>
                  <a:pt x="2042" y="0"/>
                  <a:pt x="184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1"/>
          <p:cNvSpPr/>
          <p:nvPr/>
        </p:nvSpPr>
        <p:spPr>
          <a:xfrm>
            <a:off x="5479400" y="3666625"/>
            <a:ext cx="37225" cy="49575"/>
          </a:xfrm>
          <a:custGeom>
            <a:rect b="b" l="l" r="r" t="t"/>
            <a:pathLst>
              <a:path extrusionOk="0" h="1983" w="1489">
                <a:moveTo>
                  <a:pt x="1206" y="1"/>
                </a:moveTo>
                <a:cubicBezTo>
                  <a:pt x="1147" y="1"/>
                  <a:pt x="1086" y="25"/>
                  <a:pt x="1041" y="83"/>
                </a:cubicBezTo>
                <a:cubicBezTo>
                  <a:pt x="659" y="582"/>
                  <a:pt x="337" y="1114"/>
                  <a:pt x="72" y="1681"/>
                </a:cubicBezTo>
                <a:cubicBezTo>
                  <a:pt x="0" y="1838"/>
                  <a:pt x="137" y="1982"/>
                  <a:pt x="265" y="1982"/>
                </a:cubicBezTo>
                <a:cubicBezTo>
                  <a:pt x="323" y="1982"/>
                  <a:pt x="379" y="1952"/>
                  <a:pt x="413" y="1880"/>
                </a:cubicBezTo>
                <a:cubicBezTo>
                  <a:pt x="678" y="1313"/>
                  <a:pt x="1000" y="779"/>
                  <a:pt x="1380" y="282"/>
                </a:cubicBezTo>
                <a:cubicBezTo>
                  <a:pt x="1489" y="141"/>
                  <a:pt x="1350" y="1"/>
                  <a:pt x="120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1"/>
          <p:cNvSpPr/>
          <p:nvPr/>
        </p:nvSpPr>
        <p:spPr>
          <a:xfrm>
            <a:off x="5503850" y="3667350"/>
            <a:ext cx="28050" cy="60775"/>
          </a:xfrm>
          <a:custGeom>
            <a:rect b="b" l="l" r="r" t="t"/>
            <a:pathLst>
              <a:path extrusionOk="0" h="2431" w="1122">
                <a:moveTo>
                  <a:pt x="239" y="0"/>
                </a:moveTo>
                <a:cubicBezTo>
                  <a:pt x="120" y="0"/>
                  <a:pt x="0" y="96"/>
                  <a:pt x="46" y="243"/>
                </a:cubicBezTo>
                <a:lnTo>
                  <a:pt x="696" y="2293"/>
                </a:lnTo>
                <a:cubicBezTo>
                  <a:pt x="727" y="2389"/>
                  <a:pt x="805" y="2431"/>
                  <a:pt x="883" y="2431"/>
                </a:cubicBezTo>
                <a:cubicBezTo>
                  <a:pt x="1002" y="2431"/>
                  <a:pt x="1122" y="2334"/>
                  <a:pt x="1075" y="2187"/>
                </a:cubicBezTo>
                <a:lnTo>
                  <a:pt x="425" y="137"/>
                </a:lnTo>
                <a:cubicBezTo>
                  <a:pt x="396" y="42"/>
                  <a:pt x="318" y="0"/>
                  <a:pt x="23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1"/>
          <p:cNvSpPr/>
          <p:nvPr/>
        </p:nvSpPr>
        <p:spPr>
          <a:xfrm>
            <a:off x="5487625" y="3697625"/>
            <a:ext cx="37425" cy="12375"/>
          </a:xfrm>
          <a:custGeom>
            <a:rect b="b" l="l" r="r" t="t"/>
            <a:pathLst>
              <a:path extrusionOk="0" h="495" w="1497">
                <a:moveTo>
                  <a:pt x="229" y="0"/>
                </a:moveTo>
                <a:cubicBezTo>
                  <a:pt x="1" y="0"/>
                  <a:pt x="8" y="372"/>
                  <a:pt x="251" y="395"/>
                </a:cubicBezTo>
                <a:cubicBezTo>
                  <a:pt x="583" y="428"/>
                  <a:pt x="914" y="460"/>
                  <a:pt x="1245" y="494"/>
                </a:cubicBezTo>
                <a:cubicBezTo>
                  <a:pt x="1252" y="495"/>
                  <a:pt x="1260" y="495"/>
                  <a:pt x="1267" y="495"/>
                </a:cubicBezTo>
                <a:cubicBezTo>
                  <a:pt x="1496" y="495"/>
                  <a:pt x="1488" y="124"/>
                  <a:pt x="1245" y="100"/>
                </a:cubicBezTo>
                <a:cubicBezTo>
                  <a:pt x="914" y="67"/>
                  <a:pt x="583" y="36"/>
                  <a:pt x="251" y="1"/>
                </a:cubicBezTo>
                <a:cubicBezTo>
                  <a:pt x="244" y="1"/>
                  <a:pt x="236" y="0"/>
                  <a:pt x="22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1"/>
          <p:cNvSpPr/>
          <p:nvPr/>
        </p:nvSpPr>
        <p:spPr>
          <a:xfrm>
            <a:off x="5585050" y="3604275"/>
            <a:ext cx="38550" cy="39725"/>
          </a:xfrm>
          <a:custGeom>
            <a:rect b="b" l="l" r="r" t="t"/>
            <a:pathLst>
              <a:path extrusionOk="0" h="1589" w="1542">
                <a:moveTo>
                  <a:pt x="509" y="0"/>
                </a:moveTo>
                <a:cubicBezTo>
                  <a:pt x="383" y="0"/>
                  <a:pt x="256" y="40"/>
                  <a:pt x="155" y="122"/>
                </a:cubicBezTo>
                <a:cubicBezTo>
                  <a:pt x="0" y="249"/>
                  <a:pt x="142" y="448"/>
                  <a:pt x="305" y="448"/>
                </a:cubicBezTo>
                <a:cubicBezTo>
                  <a:pt x="348" y="448"/>
                  <a:pt x="393" y="433"/>
                  <a:pt x="434" y="400"/>
                </a:cubicBezTo>
                <a:cubicBezTo>
                  <a:pt x="450" y="388"/>
                  <a:pt x="472" y="382"/>
                  <a:pt x="495" y="382"/>
                </a:cubicBezTo>
                <a:cubicBezTo>
                  <a:pt x="546" y="382"/>
                  <a:pt x="604" y="408"/>
                  <a:pt x="624" y="443"/>
                </a:cubicBezTo>
                <a:cubicBezTo>
                  <a:pt x="669" y="520"/>
                  <a:pt x="599" y="606"/>
                  <a:pt x="553" y="663"/>
                </a:cubicBezTo>
                <a:cubicBezTo>
                  <a:pt x="418" y="827"/>
                  <a:pt x="251" y="947"/>
                  <a:pt x="152" y="1139"/>
                </a:cubicBezTo>
                <a:cubicBezTo>
                  <a:pt x="102" y="1237"/>
                  <a:pt x="129" y="1349"/>
                  <a:pt x="222" y="1409"/>
                </a:cubicBezTo>
                <a:cubicBezTo>
                  <a:pt x="409" y="1530"/>
                  <a:pt x="616" y="1589"/>
                  <a:pt x="826" y="1589"/>
                </a:cubicBezTo>
                <a:cubicBezTo>
                  <a:pt x="1002" y="1589"/>
                  <a:pt x="1179" y="1547"/>
                  <a:pt x="1346" y="1465"/>
                </a:cubicBezTo>
                <a:cubicBezTo>
                  <a:pt x="1541" y="1369"/>
                  <a:pt x="1421" y="1103"/>
                  <a:pt x="1238" y="1103"/>
                </a:cubicBezTo>
                <a:cubicBezTo>
                  <a:pt x="1209" y="1103"/>
                  <a:pt x="1178" y="1109"/>
                  <a:pt x="1147" y="1124"/>
                </a:cubicBezTo>
                <a:cubicBezTo>
                  <a:pt x="1045" y="1174"/>
                  <a:pt x="940" y="1198"/>
                  <a:pt x="835" y="1198"/>
                </a:cubicBezTo>
                <a:cubicBezTo>
                  <a:pt x="760" y="1198"/>
                  <a:pt x="685" y="1186"/>
                  <a:pt x="613" y="1162"/>
                </a:cubicBezTo>
                <a:lnTo>
                  <a:pt x="613" y="1162"/>
                </a:lnTo>
                <a:cubicBezTo>
                  <a:pt x="818" y="924"/>
                  <a:pt x="1112" y="722"/>
                  <a:pt x="1014" y="364"/>
                </a:cubicBezTo>
                <a:cubicBezTo>
                  <a:pt x="948" y="125"/>
                  <a:pt x="730" y="0"/>
                  <a:pt x="50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1"/>
          <p:cNvSpPr/>
          <p:nvPr/>
        </p:nvSpPr>
        <p:spPr>
          <a:xfrm>
            <a:off x="4587975" y="3783000"/>
            <a:ext cx="1105400" cy="35650"/>
          </a:xfrm>
          <a:custGeom>
            <a:rect b="b" l="l" r="r" t="t"/>
            <a:pathLst>
              <a:path extrusionOk="0" h="1426" w="44216">
                <a:moveTo>
                  <a:pt x="43960" y="1"/>
                </a:moveTo>
                <a:cubicBezTo>
                  <a:pt x="32020" y="9"/>
                  <a:pt x="20061" y="436"/>
                  <a:pt x="8126" y="771"/>
                </a:cubicBezTo>
                <a:cubicBezTo>
                  <a:pt x="5502" y="844"/>
                  <a:pt x="2875" y="911"/>
                  <a:pt x="254" y="1033"/>
                </a:cubicBezTo>
                <a:cubicBezTo>
                  <a:pt x="6" y="1044"/>
                  <a:pt x="1" y="1425"/>
                  <a:pt x="242" y="1425"/>
                </a:cubicBezTo>
                <a:cubicBezTo>
                  <a:pt x="246" y="1425"/>
                  <a:pt x="250" y="1425"/>
                  <a:pt x="254" y="1425"/>
                </a:cubicBezTo>
                <a:cubicBezTo>
                  <a:pt x="12842" y="844"/>
                  <a:pt x="25463" y="714"/>
                  <a:pt x="38061" y="482"/>
                </a:cubicBezTo>
                <a:cubicBezTo>
                  <a:pt x="40028" y="446"/>
                  <a:pt x="41995" y="396"/>
                  <a:pt x="43960" y="394"/>
                </a:cubicBezTo>
                <a:cubicBezTo>
                  <a:pt x="44215" y="394"/>
                  <a:pt x="44215" y="1"/>
                  <a:pt x="4396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1"/>
          <p:cNvSpPr/>
          <p:nvPr/>
        </p:nvSpPr>
        <p:spPr>
          <a:xfrm>
            <a:off x="4921375" y="3834850"/>
            <a:ext cx="38275" cy="59925"/>
          </a:xfrm>
          <a:custGeom>
            <a:rect b="b" l="l" r="r" t="t"/>
            <a:pathLst>
              <a:path extrusionOk="0" h="2397" w="1531">
                <a:moveTo>
                  <a:pt x="773" y="1"/>
                </a:moveTo>
                <a:cubicBezTo>
                  <a:pt x="572" y="1"/>
                  <a:pt x="350" y="103"/>
                  <a:pt x="193" y="216"/>
                </a:cubicBezTo>
                <a:cubicBezTo>
                  <a:pt x="23" y="340"/>
                  <a:pt x="130" y="595"/>
                  <a:pt x="289" y="595"/>
                </a:cubicBezTo>
                <a:cubicBezTo>
                  <a:pt x="322" y="595"/>
                  <a:pt x="358" y="585"/>
                  <a:pt x="393" y="559"/>
                </a:cubicBezTo>
                <a:cubicBezTo>
                  <a:pt x="421" y="539"/>
                  <a:pt x="573" y="416"/>
                  <a:pt x="673" y="416"/>
                </a:cubicBezTo>
                <a:cubicBezTo>
                  <a:pt x="727" y="416"/>
                  <a:pt x="766" y="451"/>
                  <a:pt x="765" y="554"/>
                </a:cubicBezTo>
                <a:cubicBezTo>
                  <a:pt x="765" y="581"/>
                  <a:pt x="612" y="712"/>
                  <a:pt x="594" y="734"/>
                </a:cubicBezTo>
                <a:cubicBezTo>
                  <a:pt x="501" y="844"/>
                  <a:pt x="430" y="953"/>
                  <a:pt x="400" y="1096"/>
                </a:cubicBezTo>
                <a:cubicBezTo>
                  <a:pt x="372" y="1235"/>
                  <a:pt x="471" y="1340"/>
                  <a:pt x="593" y="1340"/>
                </a:cubicBezTo>
                <a:cubicBezTo>
                  <a:pt x="624" y="1340"/>
                  <a:pt x="657" y="1333"/>
                  <a:pt x="690" y="1318"/>
                </a:cubicBezTo>
                <a:cubicBezTo>
                  <a:pt x="746" y="1291"/>
                  <a:pt x="797" y="1279"/>
                  <a:pt x="842" y="1279"/>
                </a:cubicBezTo>
                <a:cubicBezTo>
                  <a:pt x="1105" y="1279"/>
                  <a:pt x="1153" y="1694"/>
                  <a:pt x="974" y="1875"/>
                </a:cubicBezTo>
                <a:cubicBezTo>
                  <a:pt x="873" y="1978"/>
                  <a:pt x="746" y="2015"/>
                  <a:pt x="616" y="2015"/>
                </a:cubicBezTo>
                <a:cubicBezTo>
                  <a:pt x="518" y="2015"/>
                  <a:pt x="419" y="1994"/>
                  <a:pt x="326" y="1965"/>
                </a:cubicBezTo>
                <a:cubicBezTo>
                  <a:pt x="305" y="1959"/>
                  <a:pt x="285" y="1956"/>
                  <a:pt x="266" y="1956"/>
                </a:cubicBezTo>
                <a:cubicBezTo>
                  <a:pt x="67" y="1956"/>
                  <a:pt x="1" y="2278"/>
                  <a:pt x="221" y="2344"/>
                </a:cubicBezTo>
                <a:cubicBezTo>
                  <a:pt x="334" y="2379"/>
                  <a:pt x="453" y="2396"/>
                  <a:pt x="571" y="2396"/>
                </a:cubicBezTo>
                <a:cubicBezTo>
                  <a:pt x="1009" y="2396"/>
                  <a:pt x="1433" y="2155"/>
                  <a:pt x="1488" y="1662"/>
                </a:cubicBezTo>
                <a:cubicBezTo>
                  <a:pt x="1530" y="1270"/>
                  <a:pt x="1269" y="981"/>
                  <a:pt x="942" y="917"/>
                </a:cubicBezTo>
                <a:lnTo>
                  <a:pt x="942" y="917"/>
                </a:lnTo>
                <a:cubicBezTo>
                  <a:pt x="1107" y="727"/>
                  <a:pt x="1317" y="557"/>
                  <a:pt x="1183" y="266"/>
                </a:cubicBezTo>
                <a:cubicBezTo>
                  <a:pt x="1095" y="72"/>
                  <a:pt x="941" y="1"/>
                  <a:pt x="77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1"/>
          <p:cNvSpPr/>
          <p:nvPr/>
        </p:nvSpPr>
        <p:spPr>
          <a:xfrm>
            <a:off x="4967225" y="3837050"/>
            <a:ext cx="46050" cy="59050"/>
          </a:xfrm>
          <a:custGeom>
            <a:rect b="b" l="l" r="r" t="t"/>
            <a:pathLst>
              <a:path extrusionOk="0" h="2362" w="1842">
                <a:moveTo>
                  <a:pt x="406" y="423"/>
                </a:moveTo>
                <a:lnTo>
                  <a:pt x="406" y="423"/>
                </a:lnTo>
                <a:cubicBezTo>
                  <a:pt x="862" y="519"/>
                  <a:pt x="1479" y="719"/>
                  <a:pt x="1382" y="1259"/>
                </a:cubicBezTo>
                <a:cubicBezTo>
                  <a:pt x="1321" y="1611"/>
                  <a:pt x="924" y="1795"/>
                  <a:pt x="589" y="1912"/>
                </a:cubicBezTo>
                <a:lnTo>
                  <a:pt x="589" y="1912"/>
                </a:lnTo>
                <a:cubicBezTo>
                  <a:pt x="473" y="1421"/>
                  <a:pt x="412" y="926"/>
                  <a:pt x="406" y="423"/>
                </a:cubicBezTo>
                <a:close/>
                <a:moveTo>
                  <a:pt x="273" y="1"/>
                </a:moveTo>
                <a:cubicBezTo>
                  <a:pt x="262" y="1"/>
                  <a:pt x="251" y="2"/>
                  <a:pt x="241" y="3"/>
                </a:cubicBezTo>
                <a:lnTo>
                  <a:pt x="241" y="3"/>
                </a:lnTo>
                <a:cubicBezTo>
                  <a:pt x="232" y="3"/>
                  <a:pt x="224" y="2"/>
                  <a:pt x="216" y="2"/>
                </a:cubicBezTo>
                <a:cubicBezTo>
                  <a:pt x="118" y="2"/>
                  <a:pt x="18" y="65"/>
                  <a:pt x="15" y="192"/>
                </a:cubicBezTo>
                <a:cubicBezTo>
                  <a:pt x="1" y="879"/>
                  <a:pt x="84" y="1552"/>
                  <a:pt x="263" y="2216"/>
                </a:cubicBezTo>
                <a:cubicBezTo>
                  <a:pt x="284" y="2300"/>
                  <a:pt x="367" y="2361"/>
                  <a:pt x="452" y="2361"/>
                </a:cubicBezTo>
                <a:cubicBezTo>
                  <a:pt x="469" y="2361"/>
                  <a:pt x="487" y="2359"/>
                  <a:pt x="503" y="2354"/>
                </a:cubicBezTo>
                <a:cubicBezTo>
                  <a:pt x="1039" y="2185"/>
                  <a:pt x="1740" y="1888"/>
                  <a:pt x="1784" y="1239"/>
                </a:cubicBezTo>
                <a:cubicBezTo>
                  <a:pt x="1842" y="420"/>
                  <a:pt x="958" y="122"/>
                  <a:pt x="314" y="5"/>
                </a:cubicBezTo>
                <a:cubicBezTo>
                  <a:pt x="300" y="2"/>
                  <a:pt x="287" y="1"/>
                  <a:pt x="27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1"/>
          <p:cNvSpPr/>
          <p:nvPr/>
        </p:nvSpPr>
        <p:spPr>
          <a:xfrm>
            <a:off x="5045925" y="3843425"/>
            <a:ext cx="12300" cy="46750"/>
          </a:xfrm>
          <a:custGeom>
            <a:rect b="b" l="l" r="r" t="t"/>
            <a:pathLst>
              <a:path extrusionOk="0" h="1870" w="492">
                <a:moveTo>
                  <a:pt x="304" y="1"/>
                </a:moveTo>
                <a:cubicBezTo>
                  <a:pt x="206" y="1"/>
                  <a:pt x="98" y="63"/>
                  <a:pt x="81" y="188"/>
                </a:cubicBezTo>
                <a:cubicBezTo>
                  <a:pt x="16" y="683"/>
                  <a:pt x="1" y="1178"/>
                  <a:pt x="35" y="1679"/>
                </a:cubicBezTo>
                <a:cubicBezTo>
                  <a:pt x="43" y="1806"/>
                  <a:pt x="146" y="1870"/>
                  <a:pt x="245" y="1870"/>
                </a:cubicBezTo>
                <a:cubicBezTo>
                  <a:pt x="343" y="1870"/>
                  <a:pt x="437" y="1807"/>
                  <a:pt x="429" y="1679"/>
                </a:cubicBezTo>
                <a:cubicBezTo>
                  <a:pt x="394" y="1181"/>
                  <a:pt x="410" y="684"/>
                  <a:pt x="475" y="188"/>
                </a:cubicBezTo>
                <a:cubicBezTo>
                  <a:pt x="492" y="63"/>
                  <a:pt x="402" y="1"/>
                  <a:pt x="30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1"/>
          <p:cNvSpPr/>
          <p:nvPr/>
        </p:nvSpPr>
        <p:spPr>
          <a:xfrm>
            <a:off x="5030700" y="3857450"/>
            <a:ext cx="45425" cy="14700"/>
          </a:xfrm>
          <a:custGeom>
            <a:rect b="b" l="l" r="r" t="t"/>
            <a:pathLst>
              <a:path extrusionOk="0" h="588" w="1817">
                <a:moveTo>
                  <a:pt x="1512" y="0"/>
                </a:moveTo>
                <a:cubicBezTo>
                  <a:pt x="1500" y="0"/>
                  <a:pt x="1488" y="1"/>
                  <a:pt x="1476" y="3"/>
                </a:cubicBezTo>
                <a:cubicBezTo>
                  <a:pt x="1062" y="70"/>
                  <a:pt x="651" y="138"/>
                  <a:pt x="238" y="204"/>
                </a:cubicBezTo>
                <a:cubicBezTo>
                  <a:pt x="1" y="243"/>
                  <a:pt x="85" y="587"/>
                  <a:pt x="307" y="587"/>
                </a:cubicBezTo>
                <a:cubicBezTo>
                  <a:pt x="319" y="587"/>
                  <a:pt x="331" y="586"/>
                  <a:pt x="343" y="584"/>
                </a:cubicBezTo>
                <a:cubicBezTo>
                  <a:pt x="756" y="517"/>
                  <a:pt x="1168" y="450"/>
                  <a:pt x="1582" y="382"/>
                </a:cubicBezTo>
                <a:cubicBezTo>
                  <a:pt x="1817" y="344"/>
                  <a:pt x="1734" y="0"/>
                  <a:pt x="151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1"/>
          <p:cNvSpPr/>
          <p:nvPr/>
        </p:nvSpPr>
        <p:spPr>
          <a:xfrm>
            <a:off x="5099650" y="3832750"/>
            <a:ext cx="44100" cy="37750"/>
          </a:xfrm>
          <a:custGeom>
            <a:rect b="b" l="l" r="r" t="t"/>
            <a:pathLst>
              <a:path extrusionOk="0" h="1510" w="1764">
                <a:moveTo>
                  <a:pt x="1073" y="0"/>
                </a:moveTo>
                <a:cubicBezTo>
                  <a:pt x="1013" y="0"/>
                  <a:pt x="952" y="25"/>
                  <a:pt x="908" y="85"/>
                </a:cubicBezTo>
                <a:cubicBezTo>
                  <a:pt x="635" y="460"/>
                  <a:pt x="358" y="837"/>
                  <a:pt x="85" y="1212"/>
                </a:cubicBezTo>
                <a:cubicBezTo>
                  <a:pt x="1" y="1328"/>
                  <a:pt x="109" y="1510"/>
                  <a:pt x="246" y="1510"/>
                </a:cubicBezTo>
                <a:cubicBezTo>
                  <a:pt x="249" y="1510"/>
                  <a:pt x="252" y="1510"/>
                  <a:pt x="255" y="1509"/>
                </a:cubicBezTo>
                <a:lnTo>
                  <a:pt x="1511" y="1429"/>
                </a:lnTo>
                <a:cubicBezTo>
                  <a:pt x="1757" y="1412"/>
                  <a:pt x="1764" y="1035"/>
                  <a:pt x="1527" y="1035"/>
                </a:cubicBezTo>
                <a:cubicBezTo>
                  <a:pt x="1521" y="1035"/>
                  <a:pt x="1516" y="1035"/>
                  <a:pt x="1511" y="1036"/>
                </a:cubicBezTo>
                <a:lnTo>
                  <a:pt x="660" y="1090"/>
                </a:lnTo>
                <a:lnTo>
                  <a:pt x="660" y="1090"/>
                </a:lnTo>
                <a:cubicBezTo>
                  <a:pt x="856" y="822"/>
                  <a:pt x="1052" y="553"/>
                  <a:pt x="1247" y="285"/>
                </a:cubicBezTo>
                <a:cubicBezTo>
                  <a:pt x="1353" y="140"/>
                  <a:pt x="1216" y="0"/>
                  <a:pt x="107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1"/>
          <p:cNvSpPr/>
          <p:nvPr/>
        </p:nvSpPr>
        <p:spPr>
          <a:xfrm>
            <a:off x="5127100" y="3834925"/>
            <a:ext cx="14525" cy="57325"/>
          </a:xfrm>
          <a:custGeom>
            <a:rect b="b" l="l" r="r" t="t"/>
            <a:pathLst>
              <a:path extrusionOk="0" h="2293" w="581">
                <a:moveTo>
                  <a:pt x="191" y="1"/>
                </a:moveTo>
                <a:cubicBezTo>
                  <a:pt x="93" y="1"/>
                  <a:pt x="0" y="63"/>
                  <a:pt x="12" y="190"/>
                </a:cubicBezTo>
                <a:cubicBezTo>
                  <a:pt x="68" y="828"/>
                  <a:pt x="121" y="1465"/>
                  <a:pt x="176" y="2104"/>
                </a:cubicBezTo>
                <a:cubicBezTo>
                  <a:pt x="187" y="2229"/>
                  <a:pt x="291" y="2292"/>
                  <a:pt x="390" y="2292"/>
                </a:cubicBezTo>
                <a:cubicBezTo>
                  <a:pt x="488" y="2292"/>
                  <a:pt x="581" y="2230"/>
                  <a:pt x="570" y="2104"/>
                </a:cubicBezTo>
                <a:cubicBezTo>
                  <a:pt x="514" y="1465"/>
                  <a:pt x="461" y="828"/>
                  <a:pt x="406" y="190"/>
                </a:cubicBezTo>
                <a:cubicBezTo>
                  <a:pt x="395" y="64"/>
                  <a:pt x="290" y="1"/>
                  <a:pt x="19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1"/>
          <p:cNvSpPr/>
          <p:nvPr/>
        </p:nvSpPr>
        <p:spPr>
          <a:xfrm>
            <a:off x="5154675" y="3837525"/>
            <a:ext cx="51525" cy="46875"/>
          </a:xfrm>
          <a:custGeom>
            <a:rect b="b" l="l" r="r" t="t"/>
            <a:pathLst>
              <a:path extrusionOk="0" h="1875" w="2061">
                <a:moveTo>
                  <a:pt x="288" y="0"/>
                </a:moveTo>
                <a:cubicBezTo>
                  <a:pt x="136" y="0"/>
                  <a:pt x="0" y="198"/>
                  <a:pt x="140" y="336"/>
                </a:cubicBezTo>
                <a:cubicBezTo>
                  <a:pt x="641" y="830"/>
                  <a:pt x="1142" y="1324"/>
                  <a:pt x="1642" y="1817"/>
                </a:cubicBezTo>
                <a:cubicBezTo>
                  <a:pt x="1683" y="1857"/>
                  <a:pt x="1728" y="1874"/>
                  <a:pt x="1773" y="1874"/>
                </a:cubicBezTo>
                <a:cubicBezTo>
                  <a:pt x="1925" y="1874"/>
                  <a:pt x="2060" y="1676"/>
                  <a:pt x="1921" y="1537"/>
                </a:cubicBezTo>
                <a:cubicBezTo>
                  <a:pt x="1420" y="1043"/>
                  <a:pt x="919" y="550"/>
                  <a:pt x="419" y="57"/>
                </a:cubicBezTo>
                <a:cubicBezTo>
                  <a:pt x="378" y="17"/>
                  <a:pt x="333" y="0"/>
                  <a:pt x="28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1"/>
          <p:cNvSpPr/>
          <p:nvPr/>
        </p:nvSpPr>
        <p:spPr>
          <a:xfrm>
            <a:off x="5151000" y="3841075"/>
            <a:ext cx="49400" cy="42950"/>
          </a:xfrm>
          <a:custGeom>
            <a:rect b="b" l="l" r="r" t="t"/>
            <a:pathLst>
              <a:path extrusionOk="0" h="1718" w="1976">
                <a:moveTo>
                  <a:pt x="1684" y="1"/>
                </a:moveTo>
                <a:cubicBezTo>
                  <a:pt x="1639" y="1"/>
                  <a:pt x="1594" y="17"/>
                  <a:pt x="1552" y="55"/>
                </a:cubicBezTo>
                <a:cubicBezTo>
                  <a:pt x="1083" y="498"/>
                  <a:pt x="613" y="940"/>
                  <a:pt x="144" y="1384"/>
                </a:cubicBezTo>
                <a:cubicBezTo>
                  <a:pt x="0" y="1519"/>
                  <a:pt x="137" y="1718"/>
                  <a:pt x="292" y="1718"/>
                </a:cubicBezTo>
                <a:cubicBezTo>
                  <a:pt x="336" y="1718"/>
                  <a:pt x="382" y="1701"/>
                  <a:pt x="423" y="1663"/>
                </a:cubicBezTo>
                <a:cubicBezTo>
                  <a:pt x="893" y="1221"/>
                  <a:pt x="1362" y="778"/>
                  <a:pt x="1832" y="335"/>
                </a:cubicBezTo>
                <a:cubicBezTo>
                  <a:pt x="1975" y="199"/>
                  <a:pt x="1838" y="1"/>
                  <a:pt x="168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1"/>
          <p:cNvSpPr/>
          <p:nvPr/>
        </p:nvSpPr>
        <p:spPr>
          <a:xfrm>
            <a:off x="5235975" y="3835000"/>
            <a:ext cx="14050" cy="53250"/>
          </a:xfrm>
          <a:custGeom>
            <a:rect b="b" l="l" r="r" t="t"/>
            <a:pathLst>
              <a:path extrusionOk="0" h="2130" w="562">
                <a:moveTo>
                  <a:pt x="202" y="1"/>
                </a:moveTo>
                <a:cubicBezTo>
                  <a:pt x="104" y="1"/>
                  <a:pt x="4" y="64"/>
                  <a:pt x="3" y="190"/>
                </a:cubicBezTo>
                <a:cubicBezTo>
                  <a:pt x="0" y="795"/>
                  <a:pt x="52" y="1392"/>
                  <a:pt x="156" y="1988"/>
                </a:cubicBezTo>
                <a:cubicBezTo>
                  <a:pt x="173" y="2087"/>
                  <a:pt x="244" y="2130"/>
                  <a:pt x="320" y="2130"/>
                </a:cubicBezTo>
                <a:cubicBezTo>
                  <a:pt x="434" y="2130"/>
                  <a:pt x="561" y="2032"/>
                  <a:pt x="536" y="1883"/>
                </a:cubicBezTo>
                <a:cubicBezTo>
                  <a:pt x="438" y="1321"/>
                  <a:pt x="394" y="759"/>
                  <a:pt x="397" y="190"/>
                </a:cubicBezTo>
                <a:cubicBezTo>
                  <a:pt x="398" y="64"/>
                  <a:pt x="300" y="1"/>
                  <a:pt x="2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1"/>
          <p:cNvSpPr/>
          <p:nvPr/>
        </p:nvSpPr>
        <p:spPr>
          <a:xfrm>
            <a:off x="5223475" y="3855375"/>
            <a:ext cx="46700" cy="12075"/>
          </a:xfrm>
          <a:custGeom>
            <a:rect b="b" l="l" r="r" t="t"/>
            <a:pathLst>
              <a:path extrusionOk="0" h="483" w="1868">
                <a:moveTo>
                  <a:pt x="1288" y="1"/>
                </a:moveTo>
                <a:cubicBezTo>
                  <a:pt x="935" y="1"/>
                  <a:pt x="585" y="34"/>
                  <a:pt x="235" y="99"/>
                </a:cubicBezTo>
                <a:cubicBezTo>
                  <a:pt x="0" y="142"/>
                  <a:pt x="81" y="482"/>
                  <a:pt x="298" y="482"/>
                </a:cubicBezTo>
                <a:cubicBezTo>
                  <a:pt x="311" y="482"/>
                  <a:pt x="324" y="481"/>
                  <a:pt x="338" y="478"/>
                </a:cubicBezTo>
                <a:cubicBezTo>
                  <a:pt x="652" y="422"/>
                  <a:pt x="967" y="394"/>
                  <a:pt x="1284" y="394"/>
                </a:cubicBezTo>
                <a:cubicBezTo>
                  <a:pt x="1393" y="394"/>
                  <a:pt x="1502" y="397"/>
                  <a:pt x="1612" y="404"/>
                </a:cubicBezTo>
                <a:cubicBezTo>
                  <a:pt x="1617" y="404"/>
                  <a:pt x="1621" y="404"/>
                  <a:pt x="1626" y="404"/>
                </a:cubicBezTo>
                <a:cubicBezTo>
                  <a:pt x="1867" y="404"/>
                  <a:pt x="1861" y="24"/>
                  <a:pt x="1612" y="10"/>
                </a:cubicBezTo>
                <a:cubicBezTo>
                  <a:pt x="1504" y="4"/>
                  <a:pt x="1396" y="1"/>
                  <a:pt x="128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1"/>
          <p:cNvSpPr/>
          <p:nvPr/>
        </p:nvSpPr>
        <p:spPr>
          <a:xfrm>
            <a:off x="5293450" y="3830825"/>
            <a:ext cx="32950" cy="53150"/>
          </a:xfrm>
          <a:custGeom>
            <a:rect b="b" l="l" r="r" t="t"/>
            <a:pathLst>
              <a:path extrusionOk="0" h="2126" w="1318">
                <a:moveTo>
                  <a:pt x="1046" y="0"/>
                </a:moveTo>
                <a:cubicBezTo>
                  <a:pt x="986" y="0"/>
                  <a:pt x="926" y="27"/>
                  <a:pt x="886" y="93"/>
                </a:cubicBezTo>
                <a:cubicBezTo>
                  <a:pt x="544" y="662"/>
                  <a:pt x="266" y="1259"/>
                  <a:pt x="50" y="1886"/>
                </a:cubicBezTo>
                <a:cubicBezTo>
                  <a:pt x="1" y="2030"/>
                  <a:pt x="120" y="2125"/>
                  <a:pt x="240" y="2125"/>
                </a:cubicBezTo>
                <a:cubicBezTo>
                  <a:pt x="319" y="2125"/>
                  <a:pt x="397" y="2085"/>
                  <a:pt x="430" y="1990"/>
                </a:cubicBezTo>
                <a:cubicBezTo>
                  <a:pt x="633" y="1395"/>
                  <a:pt x="901" y="830"/>
                  <a:pt x="1224" y="292"/>
                </a:cubicBezTo>
                <a:cubicBezTo>
                  <a:pt x="1318" y="142"/>
                  <a:pt x="1182" y="0"/>
                  <a:pt x="104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1"/>
          <p:cNvSpPr/>
          <p:nvPr/>
        </p:nvSpPr>
        <p:spPr>
          <a:xfrm>
            <a:off x="5315125" y="3830475"/>
            <a:ext cx="29800" cy="53425"/>
          </a:xfrm>
          <a:custGeom>
            <a:rect b="b" l="l" r="r" t="t"/>
            <a:pathLst>
              <a:path extrusionOk="0" h="2137" w="1192">
                <a:moveTo>
                  <a:pt x="284" y="0"/>
                </a:moveTo>
                <a:cubicBezTo>
                  <a:pt x="134" y="0"/>
                  <a:pt x="0" y="198"/>
                  <a:pt x="135" y="339"/>
                </a:cubicBezTo>
                <a:cubicBezTo>
                  <a:pt x="562" y="779"/>
                  <a:pt x="788" y="1334"/>
                  <a:pt x="795" y="1945"/>
                </a:cubicBezTo>
                <a:cubicBezTo>
                  <a:pt x="797" y="2073"/>
                  <a:pt x="897" y="2136"/>
                  <a:pt x="995" y="2136"/>
                </a:cubicBezTo>
                <a:cubicBezTo>
                  <a:pt x="1094" y="2136"/>
                  <a:pt x="1191" y="2073"/>
                  <a:pt x="1189" y="1945"/>
                </a:cubicBezTo>
                <a:cubicBezTo>
                  <a:pt x="1180" y="1231"/>
                  <a:pt x="910" y="573"/>
                  <a:pt x="414" y="59"/>
                </a:cubicBezTo>
                <a:cubicBezTo>
                  <a:pt x="374" y="17"/>
                  <a:pt x="328" y="0"/>
                  <a:pt x="28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1"/>
          <p:cNvSpPr/>
          <p:nvPr/>
        </p:nvSpPr>
        <p:spPr>
          <a:xfrm>
            <a:off x="5303075" y="3859675"/>
            <a:ext cx="35525" cy="9850"/>
          </a:xfrm>
          <a:custGeom>
            <a:rect b="b" l="l" r="r" t="t"/>
            <a:pathLst>
              <a:path extrusionOk="0" h="394" w="1421">
                <a:moveTo>
                  <a:pt x="254" y="0"/>
                </a:moveTo>
                <a:cubicBezTo>
                  <a:pt x="0" y="0"/>
                  <a:pt x="0" y="394"/>
                  <a:pt x="254" y="394"/>
                </a:cubicBezTo>
                <a:lnTo>
                  <a:pt x="1167" y="394"/>
                </a:lnTo>
                <a:cubicBezTo>
                  <a:pt x="1420" y="394"/>
                  <a:pt x="1420" y="0"/>
                  <a:pt x="1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1"/>
          <p:cNvSpPr/>
          <p:nvPr/>
        </p:nvSpPr>
        <p:spPr>
          <a:xfrm>
            <a:off x="5361575" y="3817950"/>
            <a:ext cx="35000" cy="48475"/>
          </a:xfrm>
          <a:custGeom>
            <a:rect b="b" l="l" r="r" t="t"/>
            <a:pathLst>
              <a:path extrusionOk="0" h="1939" w="1400">
                <a:moveTo>
                  <a:pt x="759" y="0"/>
                </a:moveTo>
                <a:cubicBezTo>
                  <a:pt x="542" y="0"/>
                  <a:pt x="306" y="29"/>
                  <a:pt x="161" y="134"/>
                </a:cubicBezTo>
                <a:cubicBezTo>
                  <a:pt x="1" y="253"/>
                  <a:pt x="11" y="565"/>
                  <a:pt x="37" y="743"/>
                </a:cubicBezTo>
                <a:cubicBezTo>
                  <a:pt x="64" y="926"/>
                  <a:pt x="147" y="1102"/>
                  <a:pt x="323" y="1184"/>
                </a:cubicBezTo>
                <a:cubicBezTo>
                  <a:pt x="379" y="1209"/>
                  <a:pt x="434" y="1215"/>
                  <a:pt x="488" y="1215"/>
                </a:cubicBezTo>
                <a:cubicBezTo>
                  <a:pt x="540" y="1215"/>
                  <a:pt x="592" y="1209"/>
                  <a:pt x="646" y="1209"/>
                </a:cubicBezTo>
                <a:cubicBezTo>
                  <a:pt x="673" y="1209"/>
                  <a:pt x="701" y="1211"/>
                  <a:pt x="729" y="1215"/>
                </a:cubicBezTo>
                <a:cubicBezTo>
                  <a:pt x="998" y="1259"/>
                  <a:pt x="937" y="1543"/>
                  <a:pt x="732" y="1543"/>
                </a:cubicBezTo>
                <a:cubicBezTo>
                  <a:pt x="707" y="1543"/>
                  <a:pt x="680" y="1538"/>
                  <a:pt x="651" y="1529"/>
                </a:cubicBezTo>
                <a:cubicBezTo>
                  <a:pt x="628" y="1521"/>
                  <a:pt x="606" y="1518"/>
                  <a:pt x="586" y="1518"/>
                </a:cubicBezTo>
                <a:cubicBezTo>
                  <a:pt x="393" y="1518"/>
                  <a:pt x="330" y="1836"/>
                  <a:pt x="545" y="1908"/>
                </a:cubicBezTo>
                <a:cubicBezTo>
                  <a:pt x="607" y="1929"/>
                  <a:pt x="669" y="1938"/>
                  <a:pt x="731" y="1938"/>
                </a:cubicBezTo>
                <a:cubicBezTo>
                  <a:pt x="1083" y="1938"/>
                  <a:pt x="1400" y="1623"/>
                  <a:pt x="1295" y="1242"/>
                </a:cubicBezTo>
                <a:cubicBezTo>
                  <a:pt x="1242" y="1052"/>
                  <a:pt x="1083" y="886"/>
                  <a:pt x="894" y="834"/>
                </a:cubicBezTo>
                <a:cubicBezTo>
                  <a:pt x="869" y="828"/>
                  <a:pt x="841" y="826"/>
                  <a:pt x="810" y="826"/>
                </a:cubicBezTo>
                <a:cubicBezTo>
                  <a:pt x="753" y="826"/>
                  <a:pt x="689" y="833"/>
                  <a:pt x="629" y="833"/>
                </a:cubicBezTo>
                <a:cubicBezTo>
                  <a:pt x="548" y="833"/>
                  <a:pt x="475" y="820"/>
                  <a:pt x="437" y="757"/>
                </a:cubicBezTo>
                <a:cubicBezTo>
                  <a:pt x="392" y="684"/>
                  <a:pt x="406" y="560"/>
                  <a:pt x="427" y="458"/>
                </a:cubicBezTo>
                <a:lnTo>
                  <a:pt x="427" y="458"/>
                </a:lnTo>
                <a:cubicBezTo>
                  <a:pt x="572" y="419"/>
                  <a:pt x="714" y="400"/>
                  <a:pt x="862" y="400"/>
                </a:cubicBezTo>
                <a:cubicBezTo>
                  <a:pt x="927" y="400"/>
                  <a:pt x="994" y="403"/>
                  <a:pt x="1063" y="411"/>
                </a:cubicBezTo>
                <a:cubicBezTo>
                  <a:pt x="1071" y="411"/>
                  <a:pt x="1078" y="412"/>
                  <a:pt x="1085" y="412"/>
                </a:cubicBezTo>
                <a:cubicBezTo>
                  <a:pt x="1316" y="412"/>
                  <a:pt x="1306" y="41"/>
                  <a:pt x="1063" y="17"/>
                </a:cubicBezTo>
                <a:cubicBezTo>
                  <a:pt x="977" y="8"/>
                  <a:pt x="871" y="0"/>
                  <a:pt x="7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1"/>
          <p:cNvSpPr/>
          <p:nvPr/>
        </p:nvSpPr>
        <p:spPr>
          <a:xfrm>
            <a:off x="1938350" y="2210100"/>
            <a:ext cx="47100" cy="122550"/>
          </a:xfrm>
          <a:custGeom>
            <a:rect b="b" l="l" r="r" t="t"/>
            <a:pathLst>
              <a:path extrusionOk="0" h="4902" w="1884">
                <a:moveTo>
                  <a:pt x="1618" y="1"/>
                </a:moveTo>
                <a:cubicBezTo>
                  <a:pt x="1559" y="1"/>
                  <a:pt x="1502" y="30"/>
                  <a:pt x="1467" y="101"/>
                </a:cubicBezTo>
                <a:cubicBezTo>
                  <a:pt x="751" y="1545"/>
                  <a:pt x="268" y="3059"/>
                  <a:pt x="24" y="4653"/>
                </a:cubicBezTo>
                <a:cubicBezTo>
                  <a:pt x="0" y="4803"/>
                  <a:pt x="129" y="4901"/>
                  <a:pt x="243" y="4901"/>
                </a:cubicBezTo>
                <a:cubicBezTo>
                  <a:pt x="318" y="4901"/>
                  <a:pt x="388" y="4858"/>
                  <a:pt x="403" y="4759"/>
                </a:cubicBezTo>
                <a:cubicBezTo>
                  <a:pt x="642" y="3196"/>
                  <a:pt x="1106" y="1719"/>
                  <a:pt x="1807" y="301"/>
                </a:cubicBezTo>
                <a:cubicBezTo>
                  <a:pt x="1883" y="144"/>
                  <a:pt x="1747" y="1"/>
                  <a:pt x="16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1"/>
          <p:cNvSpPr/>
          <p:nvPr/>
        </p:nvSpPr>
        <p:spPr>
          <a:xfrm>
            <a:off x="1979775" y="2211225"/>
            <a:ext cx="43125" cy="121400"/>
          </a:xfrm>
          <a:custGeom>
            <a:rect b="b" l="l" r="r" t="t"/>
            <a:pathLst>
              <a:path extrusionOk="0" h="4856" w="1725">
                <a:moveTo>
                  <a:pt x="240" y="0"/>
                </a:moveTo>
                <a:cubicBezTo>
                  <a:pt x="122" y="0"/>
                  <a:pt x="1" y="96"/>
                  <a:pt x="43" y="244"/>
                </a:cubicBezTo>
                <a:cubicBezTo>
                  <a:pt x="464" y="1735"/>
                  <a:pt x="882" y="3225"/>
                  <a:pt x="1303" y="4717"/>
                </a:cubicBezTo>
                <a:cubicBezTo>
                  <a:pt x="1329" y="4814"/>
                  <a:pt x="1406" y="4856"/>
                  <a:pt x="1484" y="4856"/>
                </a:cubicBezTo>
                <a:cubicBezTo>
                  <a:pt x="1603" y="4856"/>
                  <a:pt x="1724" y="4760"/>
                  <a:pt x="1682" y="4613"/>
                </a:cubicBezTo>
                <a:cubicBezTo>
                  <a:pt x="1261" y="3121"/>
                  <a:pt x="843" y="1631"/>
                  <a:pt x="422" y="139"/>
                </a:cubicBezTo>
                <a:cubicBezTo>
                  <a:pt x="395" y="42"/>
                  <a:pt x="318" y="0"/>
                  <a:pt x="24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1"/>
          <p:cNvSpPr/>
          <p:nvPr/>
        </p:nvSpPr>
        <p:spPr>
          <a:xfrm>
            <a:off x="1949425" y="2285175"/>
            <a:ext cx="80900" cy="13750"/>
          </a:xfrm>
          <a:custGeom>
            <a:rect b="b" l="l" r="r" t="t"/>
            <a:pathLst>
              <a:path extrusionOk="0" h="550" w="3236">
                <a:moveTo>
                  <a:pt x="2995" y="1"/>
                </a:moveTo>
                <a:cubicBezTo>
                  <a:pt x="2991" y="1"/>
                  <a:pt x="2986" y="1"/>
                  <a:pt x="2982" y="1"/>
                </a:cubicBezTo>
                <a:lnTo>
                  <a:pt x="255" y="156"/>
                </a:lnTo>
                <a:cubicBezTo>
                  <a:pt x="7" y="170"/>
                  <a:pt x="0" y="550"/>
                  <a:pt x="241" y="550"/>
                </a:cubicBezTo>
                <a:cubicBezTo>
                  <a:pt x="246" y="550"/>
                  <a:pt x="250" y="550"/>
                  <a:pt x="255" y="549"/>
                </a:cubicBezTo>
                <a:lnTo>
                  <a:pt x="2982" y="395"/>
                </a:lnTo>
                <a:cubicBezTo>
                  <a:pt x="3229" y="381"/>
                  <a:pt x="3235" y="1"/>
                  <a:pt x="299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1"/>
          <p:cNvSpPr/>
          <p:nvPr/>
        </p:nvSpPr>
        <p:spPr>
          <a:xfrm>
            <a:off x="2048225" y="2211000"/>
            <a:ext cx="18300" cy="120400"/>
          </a:xfrm>
          <a:custGeom>
            <a:rect b="b" l="l" r="r" t="t"/>
            <a:pathLst>
              <a:path extrusionOk="0" h="4816" w="732">
                <a:moveTo>
                  <a:pt x="310" y="0"/>
                </a:moveTo>
                <a:cubicBezTo>
                  <a:pt x="212" y="0"/>
                  <a:pt x="109" y="64"/>
                  <a:pt x="99" y="191"/>
                </a:cubicBezTo>
                <a:cubicBezTo>
                  <a:pt x="0" y="1677"/>
                  <a:pt x="58" y="3145"/>
                  <a:pt x="257" y="4621"/>
                </a:cubicBezTo>
                <a:lnTo>
                  <a:pt x="257" y="4621"/>
                </a:lnTo>
                <a:cubicBezTo>
                  <a:pt x="257" y="4621"/>
                  <a:pt x="257" y="4621"/>
                  <a:pt x="257" y="4622"/>
                </a:cubicBezTo>
                <a:cubicBezTo>
                  <a:pt x="257" y="4622"/>
                  <a:pt x="257" y="4622"/>
                  <a:pt x="257" y="4622"/>
                </a:cubicBezTo>
                <a:lnTo>
                  <a:pt x="257" y="4622"/>
                </a:lnTo>
                <a:cubicBezTo>
                  <a:pt x="259" y="4639"/>
                  <a:pt x="262" y="4656"/>
                  <a:pt x="264" y="4673"/>
                </a:cubicBezTo>
                <a:cubicBezTo>
                  <a:pt x="278" y="4773"/>
                  <a:pt x="346" y="4816"/>
                  <a:pt x="422" y="4816"/>
                </a:cubicBezTo>
                <a:cubicBezTo>
                  <a:pt x="524" y="4816"/>
                  <a:pt x="640" y="4738"/>
                  <a:pt x="650" y="4622"/>
                </a:cubicBezTo>
                <a:cubicBezTo>
                  <a:pt x="675" y="4387"/>
                  <a:pt x="696" y="4154"/>
                  <a:pt x="719" y="3920"/>
                </a:cubicBezTo>
                <a:cubicBezTo>
                  <a:pt x="731" y="3795"/>
                  <a:pt x="642" y="3733"/>
                  <a:pt x="545" y="3731"/>
                </a:cubicBezTo>
                <a:lnTo>
                  <a:pt x="545" y="3731"/>
                </a:lnTo>
                <a:cubicBezTo>
                  <a:pt x="431" y="2555"/>
                  <a:pt x="415" y="1377"/>
                  <a:pt x="493" y="191"/>
                </a:cubicBezTo>
                <a:cubicBezTo>
                  <a:pt x="502" y="64"/>
                  <a:pt x="409" y="0"/>
                  <a:pt x="3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1"/>
          <p:cNvSpPr/>
          <p:nvPr/>
        </p:nvSpPr>
        <p:spPr>
          <a:xfrm>
            <a:off x="2048800" y="2222650"/>
            <a:ext cx="74225" cy="117500"/>
          </a:xfrm>
          <a:custGeom>
            <a:rect b="b" l="l" r="r" t="t"/>
            <a:pathLst>
              <a:path extrusionOk="0" h="4700" w="2969">
                <a:moveTo>
                  <a:pt x="239" y="1"/>
                </a:moveTo>
                <a:cubicBezTo>
                  <a:pt x="0" y="1"/>
                  <a:pt x="5" y="381"/>
                  <a:pt x="252" y="394"/>
                </a:cubicBezTo>
                <a:cubicBezTo>
                  <a:pt x="754" y="420"/>
                  <a:pt x="1256" y="445"/>
                  <a:pt x="1758" y="471"/>
                </a:cubicBezTo>
                <a:lnTo>
                  <a:pt x="1758" y="471"/>
                </a:lnTo>
                <a:cubicBezTo>
                  <a:pt x="1610" y="1147"/>
                  <a:pt x="1265" y="1686"/>
                  <a:pt x="703" y="2127"/>
                </a:cubicBezTo>
                <a:cubicBezTo>
                  <a:pt x="561" y="2240"/>
                  <a:pt x="686" y="2464"/>
                  <a:pt x="844" y="2464"/>
                </a:cubicBezTo>
                <a:cubicBezTo>
                  <a:pt x="861" y="2464"/>
                  <a:pt x="878" y="2462"/>
                  <a:pt x="895" y="2456"/>
                </a:cubicBezTo>
                <a:cubicBezTo>
                  <a:pt x="992" y="2425"/>
                  <a:pt x="1094" y="2410"/>
                  <a:pt x="1197" y="2410"/>
                </a:cubicBezTo>
                <a:cubicBezTo>
                  <a:pt x="1891" y="2410"/>
                  <a:pt x="2621" y="3089"/>
                  <a:pt x="2226" y="3806"/>
                </a:cubicBezTo>
                <a:cubicBezTo>
                  <a:pt x="2042" y="4142"/>
                  <a:pt x="1669" y="4315"/>
                  <a:pt x="1298" y="4315"/>
                </a:cubicBezTo>
                <a:cubicBezTo>
                  <a:pt x="1052" y="4315"/>
                  <a:pt x="806" y="4238"/>
                  <a:pt x="619" y="4081"/>
                </a:cubicBezTo>
                <a:cubicBezTo>
                  <a:pt x="578" y="4047"/>
                  <a:pt x="533" y="4033"/>
                  <a:pt x="490" y="4033"/>
                </a:cubicBezTo>
                <a:cubicBezTo>
                  <a:pt x="329" y="4033"/>
                  <a:pt x="187" y="4232"/>
                  <a:pt x="340" y="4360"/>
                </a:cubicBezTo>
                <a:cubicBezTo>
                  <a:pt x="611" y="4587"/>
                  <a:pt x="962" y="4699"/>
                  <a:pt x="1310" y="4699"/>
                </a:cubicBezTo>
                <a:cubicBezTo>
                  <a:pt x="1883" y="4699"/>
                  <a:pt x="2452" y="4397"/>
                  <a:pt x="2657" y="3806"/>
                </a:cubicBezTo>
                <a:cubicBezTo>
                  <a:pt x="2968" y="2919"/>
                  <a:pt x="2224" y="2128"/>
                  <a:pt x="1395" y="2023"/>
                </a:cubicBezTo>
                <a:lnTo>
                  <a:pt x="1395" y="2023"/>
                </a:lnTo>
                <a:cubicBezTo>
                  <a:pt x="1820" y="1557"/>
                  <a:pt x="2084" y="991"/>
                  <a:pt x="2181" y="339"/>
                </a:cubicBezTo>
                <a:cubicBezTo>
                  <a:pt x="2201" y="209"/>
                  <a:pt x="2131" y="99"/>
                  <a:pt x="1992" y="92"/>
                </a:cubicBezTo>
                <a:cubicBezTo>
                  <a:pt x="1412" y="60"/>
                  <a:pt x="832" y="31"/>
                  <a:pt x="252" y="1"/>
                </a:cubicBezTo>
                <a:cubicBezTo>
                  <a:pt x="248" y="1"/>
                  <a:pt x="243" y="1"/>
                  <a:pt x="23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1"/>
          <p:cNvSpPr/>
          <p:nvPr/>
        </p:nvSpPr>
        <p:spPr>
          <a:xfrm>
            <a:off x="2167250" y="2229700"/>
            <a:ext cx="18150" cy="83925"/>
          </a:xfrm>
          <a:custGeom>
            <a:rect b="b" l="l" r="r" t="t"/>
            <a:pathLst>
              <a:path extrusionOk="0" h="3357" w="726">
                <a:moveTo>
                  <a:pt x="190" y="1"/>
                </a:moveTo>
                <a:cubicBezTo>
                  <a:pt x="92" y="1"/>
                  <a:pt x="0" y="63"/>
                  <a:pt x="12" y="189"/>
                </a:cubicBezTo>
                <a:lnTo>
                  <a:pt x="319" y="3168"/>
                </a:lnTo>
                <a:cubicBezTo>
                  <a:pt x="332" y="3293"/>
                  <a:pt x="437" y="3356"/>
                  <a:pt x="536" y="3356"/>
                </a:cubicBezTo>
                <a:cubicBezTo>
                  <a:pt x="634" y="3356"/>
                  <a:pt x="726" y="3294"/>
                  <a:pt x="712" y="3168"/>
                </a:cubicBezTo>
                <a:lnTo>
                  <a:pt x="406" y="189"/>
                </a:lnTo>
                <a:cubicBezTo>
                  <a:pt x="394" y="64"/>
                  <a:pt x="289" y="1"/>
                  <a:pt x="1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1"/>
          <p:cNvSpPr/>
          <p:nvPr/>
        </p:nvSpPr>
        <p:spPr>
          <a:xfrm>
            <a:off x="2153850" y="2256375"/>
            <a:ext cx="82875" cy="21525"/>
          </a:xfrm>
          <a:custGeom>
            <a:rect b="b" l="l" r="r" t="t"/>
            <a:pathLst>
              <a:path extrusionOk="0" h="861" w="3315">
                <a:moveTo>
                  <a:pt x="3012" y="0"/>
                </a:moveTo>
                <a:cubicBezTo>
                  <a:pt x="2999" y="0"/>
                  <a:pt x="2987" y="1"/>
                  <a:pt x="2973" y="4"/>
                </a:cubicBezTo>
                <a:cubicBezTo>
                  <a:pt x="2061" y="161"/>
                  <a:pt x="1147" y="320"/>
                  <a:pt x="233" y="478"/>
                </a:cubicBezTo>
                <a:cubicBezTo>
                  <a:pt x="0" y="518"/>
                  <a:pt x="83" y="860"/>
                  <a:pt x="301" y="860"/>
                </a:cubicBezTo>
                <a:cubicBezTo>
                  <a:pt x="313" y="860"/>
                  <a:pt x="326" y="859"/>
                  <a:pt x="339" y="857"/>
                </a:cubicBezTo>
                <a:cubicBezTo>
                  <a:pt x="1253" y="699"/>
                  <a:pt x="2166" y="541"/>
                  <a:pt x="3079" y="383"/>
                </a:cubicBezTo>
                <a:cubicBezTo>
                  <a:pt x="3315" y="342"/>
                  <a:pt x="3233" y="0"/>
                  <a:pt x="301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1"/>
          <p:cNvSpPr/>
          <p:nvPr/>
        </p:nvSpPr>
        <p:spPr>
          <a:xfrm>
            <a:off x="2253475" y="2190400"/>
            <a:ext cx="87750" cy="133700"/>
          </a:xfrm>
          <a:custGeom>
            <a:rect b="b" l="l" r="r" t="t"/>
            <a:pathLst>
              <a:path extrusionOk="0" h="5348" w="3510">
                <a:moveTo>
                  <a:pt x="3212" y="1"/>
                </a:moveTo>
                <a:cubicBezTo>
                  <a:pt x="960" y="1"/>
                  <a:pt x="1" y="5348"/>
                  <a:pt x="2586" y="5348"/>
                </a:cubicBezTo>
                <a:cubicBezTo>
                  <a:pt x="2638" y="5348"/>
                  <a:pt x="2692" y="5346"/>
                  <a:pt x="2747" y="5341"/>
                </a:cubicBezTo>
                <a:cubicBezTo>
                  <a:pt x="2991" y="5322"/>
                  <a:pt x="2999" y="4947"/>
                  <a:pt x="2767" y="4947"/>
                </a:cubicBezTo>
                <a:cubicBezTo>
                  <a:pt x="2761" y="4947"/>
                  <a:pt x="2754" y="4947"/>
                  <a:pt x="2747" y="4947"/>
                </a:cubicBezTo>
                <a:cubicBezTo>
                  <a:pt x="2704" y="4951"/>
                  <a:pt x="2662" y="4953"/>
                  <a:pt x="2621" y="4953"/>
                </a:cubicBezTo>
                <a:cubicBezTo>
                  <a:pt x="525" y="4953"/>
                  <a:pt x="1516" y="396"/>
                  <a:pt x="3227" y="396"/>
                </a:cubicBezTo>
                <a:cubicBezTo>
                  <a:pt x="3236" y="396"/>
                  <a:pt x="3246" y="396"/>
                  <a:pt x="3256" y="397"/>
                </a:cubicBezTo>
                <a:cubicBezTo>
                  <a:pt x="3258" y="397"/>
                  <a:pt x="3259" y="397"/>
                  <a:pt x="3261" y="397"/>
                </a:cubicBezTo>
                <a:cubicBezTo>
                  <a:pt x="3509" y="397"/>
                  <a:pt x="3507" y="9"/>
                  <a:pt x="3256" y="2"/>
                </a:cubicBezTo>
                <a:cubicBezTo>
                  <a:pt x="3241" y="1"/>
                  <a:pt x="3226" y="1"/>
                  <a:pt x="321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1"/>
          <p:cNvSpPr/>
          <p:nvPr/>
        </p:nvSpPr>
        <p:spPr>
          <a:xfrm>
            <a:off x="2353325" y="2233750"/>
            <a:ext cx="87450" cy="69850"/>
          </a:xfrm>
          <a:custGeom>
            <a:rect b="b" l="l" r="r" t="t"/>
            <a:pathLst>
              <a:path extrusionOk="0" h="2794" w="3498">
                <a:moveTo>
                  <a:pt x="650" y="0"/>
                </a:moveTo>
                <a:cubicBezTo>
                  <a:pt x="514" y="0"/>
                  <a:pt x="368" y="26"/>
                  <a:pt x="212" y="84"/>
                </a:cubicBezTo>
                <a:cubicBezTo>
                  <a:pt x="0" y="163"/>
                  <a:pt x="60" y="478"/>
                  <a:pt x="248" y="478"/>
                </a:cubicBezTo>
                <a:cubicBezTo>
                  <a:pt x="270" y="478"/>
                  <a:pt x="292" y="474"/>
                  <a:pt x="317" y="465"/>
                </a:cubicBezTo>
                <a:cubicBezTo>
                  <a:pt x="424" y="425"/>
                  <a:pt x="524" y="407"/>
                  <a:pt x="618" y="407"/>
                </a:cubicBezTo>
                <a:cubicBezTo>
                  <a:pt x="1343" y="407"/>
                  <a:pt x="1610" y="1488"/>
                  <a:pt x="756" y="1733"/>
                </a:cubicBezTo>
                <a:cubicBezTo>
                  <a:pt x="570" y="1788"/>
                  <a:pt x="569" y="2061"/>
                  <a:pt x="756" y="2113"/>
                </a:cubicBezTo>
                <a:cubicBezTo>
                  <a:pt x="1559" y="2336"/>
                  <a:pt x="2362" y="2562"/>
                  <a:pt x="3168" y="2785"/>
                </a:cubicBezTo>
                <a:cubicBezTo>
                  <a:pt x="3189" y="2791"/>
                  <a:pt x="3208" y="2794"/>
                  <a:pt x="3226" y="2794"/>
                </a:cubicBezTo>
                <a:cubicBezTo>
                  <a:pt x="3428" y="2794"/>
                  <a:pt x="3498" y="2469"/>
                  <a:pt x="3274" y="2406"/>
                </a:cubicBezTo>
                <a:cubicBezTo>
                  <a:pt x="2627" y="2226"/>
                  <a:pt x="1980" y="2046"/>
                  <a:pt x="1333" y="1865"/>
                </a:cubicBezTo>
                <a:lnTo>
                  <a:pt x="1333" y="1865"/>
                </a:lnTo>
                <a:cubicBezTo>
                  <a:pt x="2027" y="1258"/>
                  <a:pt x="1595" y="0"/>
                  <a:pt x="65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1"/>
          <p:cNvSpPr/>
          <p:nvPr/>
        </p:nvSpPr>
        <p:spPr>
          <a:xfrm>
            <a:off x="2448125" y="2223375"/>
            <a:ext cx="9875" cy="71750"/>
          </a:xfrm>
          <a:custGeom>
            <a:rect b="b" l="l" r="r" t="t"/>
            <a:pathLst>
              <a:path extrusionOk="0" h="2870" w="395">
                <a:moveTo>
                  <a:pt x="197" y="0"/>
                </a:moveTo>
                <a:cubicBezTo>
                  <a:pt x="99" y="0"/>
                  <a:pt x="0" y="64"/>
                  <a:pt x="0" y="191"/>
                </a:cubicBezTo>
                <a:lnTo>
                  <a:pt x="0" y="2678"/>
                </a:lnTo>
                <a:cubicBezTo>
                  <a:pt x="0" y="2805"/>
                  <a:pt x="99" y="2869"/>
                  <a:pt x="197" y="2869"/>
                </a:cubicBezTo>
                <a:cubicBezTo>
                  <a:pt x="296" y="2869"/>
                  <a:pt x="394" y="2805"/>
                  <a:pt x="394" y="2678"/>
                </a:cubicBezTo>
                <a:lnTo>
                  <a:pt x="394" y="191"/>
                </a:lnTo>
                <a:cubicBezTo>
                  <a:pt x="394" y="64"/>
                  <a:pt x="296" y="0"/>
                  <a:pt x="1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1"/>
          <p:cNvSpPr/>
          <p:nvPr/>
        </p:nvSpPr>
        <p:spPr>
          <a:xfrm>
            <a:off x="2442000" y="2225175"/>
            <a:ext cx="58750" cy="82725"/>
          </a:xfrm>
          <a:custGeom>
            <a:rect b="b" l="l" r="r" t="t"/>
            <a:pathLst>
              <a:path extrusionOk="0" h="3309" w="2350">
                <a:moveTo>
                  <a:pt x="1068" y="0"/>
                </a:moveTo>
                <a:cubicBezTo>
                  <a:pt x="740" y="0"/>
                  <a:pt x="397" y="130"/>
                  <a:pt x="154" y="334"/>
                </a:cubicBezTo>
                <a:cubicBezTo>
                  <a:pt x="1" y="464"/>
                  <a:pt x="141" y="663"/>
                  <a:pt x="301" y="663"/>
                </a:cubicBezTo>
                <a:cubicBezTo>
                  <a:pt x="345" y="663"/>
                  <a:pt x="390" y="648"/>
                  <a:pt x="432" y="613"/>
                </a:cubicBezTo>
                <a:cubicBezTo>
                  <a:pt x="594" y="477"/>
                  <a:pt x="813" y="388"/>
                  <a:pt x="1023" y="388"/>
                </a:cubicBezTo>
                <a:cubicBezTo>
                  <a:pt x="1198" y="388"/>
                  <a:pt x="1366" y="450"/>
                  <a:pt x="1488" y="600"/>
                </a:cubicBezTo>
                <a:cubicBezTo>
                  <a:pt x="1669" y="823"/>
                  <a:pt x="1626" y="1205"/>
                  <a:pt x="1375" y="1343"/>
                </a:cubicBezTo>
                <a:lnTo>
                  <a:pt x="1375" y="1343"/>
                </a:lnTo>
                <a:cubicBezTo>
                  <a:pt x="1276" y="1348"/>
                  <a:pt x="1174" y="1373"/>
                  <a:pt x="1073" y="1422"/>
                </a:cubicBezTo>
                <a:cubicBezTo>
                  <a:pt x="896" y="1507"/>
                  <a:pt x="981" y="1789"/>
                  <a:pt x="1167" y="1789"/>
                </a:cubicBezTo>
                <a:cubicBezTo>
                  <a:pt x="1169" y="1789"/>
                  <a:pt x="1171" y="1789"/>
                  <a:pt x="1173" y="1789"/>
                </a:cubicBezTo>
                <a:cubicBezTo>
                  <a:pt x="1277" y="1786"/>
                  <a:pt x="1376" y="1764"/>
                  <a:pt x="1465" y="1726"/>
                </a:cubicBezTo>
                <a:lnTo>
                  <a:pt x="1465" y="1726"/>
                </a:lnTo>
                <a:cubicBezTo>
                  <a:pt x="1684" y="1750"/>
                  <a:pt x="1859" y="1987"/>
                  <a:pt x="1899" y="2188"/>
                </a:cubicBezTo>
                <a:cubicBezTo>
                  <a:pt x="1949" y="2433"/>
                  <a:pt x="1813" y="2645"/>
                  <a:pt x="1611" y="2775"/>
                </a:cubicBezTo>
                <a:cubicBezTo>
                  <a:pt x="1439" y="2886"/>
                  <a:pt x="1240" y="2930"/>
                  <a:pt x="1038" y="2930"/>
                </a:cubicBezTo>
                <a:cubicBezTo>
                  <a:pt x="861" y="2930"/>
                  <a:pt x="682" y="2896"/>
                  <a:pt x="517" y="2845"/>
                </a:cubicBezTo>
                <a:cubicBezTo>
                  <a:pt x="496" y="2838"/>
                  <a:pt x="475" y="2835"/>
                  <a:pt x="455" y="2835"/>
                </a:cubicBezTo>
                <a:cubicBezTo>
                  <a:pt x="258" y="2835"/>
                  <a:pt x="193" y="3155"/>
                  <a:pt x="413" y="3224"/>
                </a:cubicBezTo>
                <a:cubicBezTo>
                  <a:pt x="588" y="3278"/>
                  <a:pt x="790" y="3308"/>
                  <a:pt x="996" y="3308"/>
                </a:cubicBezTo>
                <a:cubicBezTo>
                  <a:pt x="1588" y="3308"/>
                  <a:pt x="2211" y="3061"/>
                  <a:pt x="2297" y="2418"/>
                </a:cubicBezTo>
                <a:cubicBezTo>
                  <a:pt x="2350" y="2022"/>
                  <a:pt x="2133" y="1636"/>
                  <a:pt x="1815" y="1453"/>
                </a:cubicBezTo>
                <a:lnTo>
                  <a:pt x="1815" y="1453"/>
                </a:lnTo>
                <a:cubicBezTo>
                  <a:pt x="2017" y="1189"/>
                  <a:pt x="2081" y="813"/>
                  <a:pt x="1918" y="492"/>
                </a:cubicBezTo>
                <a:cubicBezTo>
                  <a:pt x="1739" y="143"/>
                  <a:pt x="1412" y="0"/>
                  <a:pt x="10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1"/>
          <p:cNvSpPr/>
          <p:nvPr/>
        </p:nvSpPr>
        <p:spPr>
          <a:xfrm>
            <a:off x="2526100" y="2185550"/>
            <a:ext cx="74250" cy="133550"/>
          </a:xfrm>
          <a:custGeom>
            <a:rect b="b" l="l" r="r" t="t"/>
            <a:pathLst>
              <a:path extrusionOk="0" h="5342" w="2970">
                <a:moveTo>
                  <a:pt x="1083" y="0"/>
                </a:moveTo>
                <a:cubicBezTo>
                  <a:pt x="925" y="0"/>
                  <a:pt x="787" y="198"/>
                  <a:pt x="936" y="332"/>
                </a:cubicBezTo>
                <a:cubicBezTo>
                  <a:pt x="2517" y="1747"/>
                  <a:pt x="2134" y="4119"/>
                  <a:pt x="201" y="4983"/>
                </a:cubicBezTo>
                <a:cubicBezTo>
                  <a:pt x="1" y="5072"/>
                  <a:pt x="127" y="5341"/>
                  <a:pt x="314" y="5341"/>
                </a:cubicBezTo>
                <a:cubicBezTo>
                  <a:pt x="341" y="5341"/>
                  <a:pt x="371" y="5335"/>
                  <a:pt x="400" y="5322"/>
                </a:cubicBezTo>
                <a:cubicBezTo>
                  <a:pt x="2556" y="4360"/>
                  <a:pt x="2970" y="1621"/>
                  <a:pt x="1213" y="52"/>
                </a:cubicBezTo>
                <a:cubicBezTo>
                  <a:pt x="1172" y="16"/>
                  <a:pt x="1127" y="0"/>
                  <a:pt x="10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1"/>
          <p:cNvSpPr/>
          <p:nvPr/>
        </p:nvSpPr>
        <p:spPr>
          <a:xfrm>
            <a:off x="1912450" y="2388900"/>
            <a:ext cx="672000" cy="31450"/>
          </a:xfrm>
          <a:custGeom>
            <a:rect b="b" l="l" r="r" t="t"/>
            <a:pathLst>
              <a:path extrusionOk="0" h="1258" w="26880">
                <a:moveTo>
                  <a:pt x="26570" y="1"/>
                </a:moveTo>
                <a:cubicBezTo>
                  <a:pt x="26559" y="1"/>
                  <a:pt x="26547" y="2"/>
                  <a:pt x="26535" y="4"/>
                </a:cubicBezTo>
                <a:cubicBezTo>
                  <a:pt x="22112" y="674"/>
                  <a:pt x="17634" y="695"/>
                  <a:pt x="13170" y="770"/>
                </a:cubicBezTo>
                <a:cubicBezTo>
                  <a:pt x="11200" y="802"/>
                  <a:pt x="9223" y="861"/>
                  <a:pt x="7248" y="861"/>
                </a:cubicBezTo>
                <a:cubicBezTo>
                  <a:pt x="4907" y="861"/>
                  <a:pt x="2569" y="778"/>
                  <a:pt x="248" y="472"/>
                </a:cubicBezTo>
                <a:cubicBezTo>
                  <a:pt x="238" y="471"/>
                  <a:pt x="229" y="470"/>
                  <a:pt x="220" y="470"/>
                </a:cubicBezTo>
                <a:cubicBezTo>
                  <a:pt x="1" y="470"/>
                  <a:pt x="11" y="835"/>
                  <a:pt x="251" y="865"/>
                </a:cubicBezTo>
                <a:cubicBezTo>
                  <a:pt x="2585" y="1174"/>
                  <a:pt x="4937" y="1258"/>
                  <a:pt x="7291" y="1258"/>
                </a:cubicBezTo>
                <a:cubicBezTo>
                  <a:pt x="9376" y="1258"/>
                  <a:pt x="11463" y="1192"/>
                  <a:pt x="13543" y="1157"/>
                </a:cubicBezTo>
                <a:cubicBezTo>
                  <a:pt x="17919" y="1086"/>
                  <a:pt x="22305" y="1042"/>
                  <a:pt x="26641" y="383"/>
                </a:cubicBezTo>
                <a:cubicBezTo>
                  <a:pt x="26880" y="346"/>
                  <a:pt x="26794" y="1"/>
                  <a:pt x="2657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1"/>
          <p:cNvSpPr/>
          <p:nvPr/>
        </p:nvSpPr>
        <p:spPr>
          <a:xfrm>
            <a:off x="1925100" y="2461650"/>
            <a:ext cx="608925" cy="187850"/>
          </a:xfrm>
          <a:custGeom>
            <a:rect b="b" l="l" r="r" t="t"/>
            <a:pathLst>
              <a:path extrusionOk="0" h="7514" w="24357">
                <a:moveTo>
                  <a:pt x="24125" y="0"/>
                </a:moveTo>
                <a:cubicBezTo>
                  <a:pt x="24118" y="0"/>
                  <a:pt x="24112" y="1"/>
                  <a:pt x="24105" y="1"/>
                </a:cubicBezTo>
                <a:cubicBezTo>
                  <a:pt x="19006" y="413"/>
                  <a:pt x="13897" y="733"/>
                  <a:pt x="8783" y="949"/>
                </a:cubicBezTo>
                <a:cubicBezTo>
                  <a:pt x="7555" y="1000"/>
                  <a:pt x="6326" y="1048"/>
                  <a:pt x="5094" y="1089"/>
                </a:cubicBezTo>
                <a:cubicBezTo>
                  <a:pt x="5065" y="1090"/>
                  <a:pt x="5034" y="1091"/>
                  <a:pt x="5002" y="1091"/>
                </a:cubicBezTo>
                <a:cubicBezTo>
                  <a:pt x="4718" y="1091"/>
                  <a:pt x="4339" y="1054"/>
                  <a:pt x="3964" y="1054"/>
                </a:cubicBezTo>
                <a:cubicBezTo>
                  <a:pt x="3488" y="1054"/>
                  <a:pt x="3017" y="1112"/>
                  <a:pt x="2747" y="1375"/>
                </a:cubicBezTo>
                <a:cubicBezTo>
                  <a:pt x="2261" y="1848"/>
                  <a:pt x="2356" y="3019"/>
                  <a:pt x="2284" y="3614"/>
                </a:cubicBezTo>
                <a:cubicBezTo>
                  <a:pt x="2169" y="4578"/>
                  <a:pt x="2052" y="5543"/>
                  <a:pt x="1936" y="6507"/>
                </a:cubicBezTo>
                <a:lnTo>
                  <a:pt x="1936" y="6507"/>
                </a:lnTo>
                <a:cubicBezTo>
                  <a:pt x="1436" y="5185"/>
                  <a:pt x="934" y="3864"/>
                  <a:pt x="435" y="2542"/>
                </a:cubicBezTo>
                <a:cubicBezTo>
                  <a:pt x="400" y="2448"/>
                  <a:pt x="318" y="2408"/>
                  <a:pt x="239" y="2408"/>
                </a:cubicBezTo>
                <a:cubicBezTo>
                  <a:pt x="117" y="2408"/>
                  <a:pt x="0" y="2502"/>
                  <a:pt x="55" y="2645"/>
                </a:cubicBezTo>
                <a:cubicBezTo>
                  <a:pt x="651" y="4223"/>
                  <a:pt x="1249" y="5797"/>
                  <a:pt x="1845" y="7373"/>
                </a:cubicBezTo>
                <a:cubicBezTo>
                  <a:pt x="1881" y="7469"/>
                  <a:pt x="1956" y="7513"/>
                  <a:pt x="2031" y="7513"/>
                </a:cubicBezTo>
                <a:cubicBezTo>
                  <a:pt x="2124" y="7513"/>
                  <a:pt x="2216" y="7445"/>
                  <a:pt x="2231" y="7322"/>
                </a:cubicBezTo>
                <a:cubicBezTo>
                  <a:pt x="2359" y="6271"/>
                  <a:pt x="2486" y="5220"/>
                  <a:pt x="2611" y="4170"/>
                </a:cubicBezTo>
                <a:cubicBezTo>
                  <a:pt x="2669" y="3676"/>
                  <a:pt x="2730" y="3181"/>
                  <a:pt x="2790" y="2687"/>
                </a:cubicBezTo>
                <a:cubicBezTo>
                  <a:pt x="2863" y="2104"/>
                  <a:pt x="2768" y="1748"/>
                  <a:pt x="3541" y="1531"/>
                </a:cubicBezTo>
                <a:cubicBezTo>
                  <a:pt x="3635" y="1505"/>
                  <a:pt x="3747" y="1498"/>
                  <a:pt x="3862" y="1498"/>
                </a:cubicBezTo>
                <a:cubicBezTo>
                  <a:pt x="3999" y="1498"/>
                  <a:pt x="4140" y="1508"/>
                  <a:pt x="4264" y="1508"/>
                </a:cubicBezTo>
                <a:cubicBezTo>
                  <a:pt x="4282" y="1508"/>
                  <a:pt x="4301" y="1508"/>
                  <a:pt x="4319" y="1507"/>
                </a:cubicBezTo>
                <a:cubicBezTo>
                  <a:pt x="6519" y="1440"/>
                  <a:pt x="8721" y="1352"/>
                  <a:pt x="10919" y="1247"/>
                </a:cubicBezTo>
                <a:cubicBezTo>
                  <a:pt x="15318" y="1035"/>
                  <a:pt x="19713" y="748"/>
                  <a:pt x="24105" y="395"/>
                </a:cubicBezTo>
                <a:cubicBezTo>
                  <a:pt x="24349" y="375"/>
                  <a:pt x="24357" y="0"/>
                  <a:pt x="241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1"/>
          <p:cNvSpPr/>
          <p:nvPr/>
        </p:nvSpPr>
        <p:spPr>
          <a:xfrm>
            <a:off x="2063300" y="2538550"/>
            <a:ext cx="84900" cy="105375"/>
          </a:xfrm>
          <a:custGeom>
            <a:rect b="b" l="l" r="r" t="t"/>
            <a:pathLst>
              <a:path extrusionOk="0" h="4215" w="3396">
                <a:moveTo>
                  <a:pt x="3173" y="1"/>
                </a:moveTo>
                <a:cubicBezTo>
                  <a:pt x="3164" y="1"/>
                  <a:pt x="3154" y="2"/>
                  <a:pt x="3144" y="3"/>
                </a:cubicBezTo>
                <a:lnTo>
                  <a:pt x="497" y="352"/>
                </a:lnTo>
                <a:cubicBezTo>
                  <a:pt x="410" y="362"/>
                  <a:pt x="331" y="405"/>
                  <a:pt x="308" y="497"/>
                </a:cubicBezTo>
                <a:cubicBezTo>
                  <a:pt x="139" y="1127"/>
                  <a:pt x="0" y="2021"/>
                  <a:pt x="710" y="2379"/>
                </a:cubicBezTo>
                <a:cubicBezTo>
                  <a:pt x="880" y="2465"/>
                  <a:pt x="1049" y="2488"/>
                  <a:pt x="1222" y="2488"/>
                </a:cubicBezTo>
                <a:cubicBezTo>
                  <a:pt x="1406" y="2488"/>
                  <a:pt x="1594" y="2462"/>
                  <a:pt x="1787" y="2459"/>
                </a:cubicBezTo>
                <a:cubicBezTo>
                  <a:pt x="1790" y="2459"/>
                  <a:pt x="1793" y="2459"/>
                  <a:pt x="1797" y="2459"/>
                </a:cubicBezTo>
                <a:cubicBezTo>
                  <a:pt x="2442" y="2459"/>
                  <a:pt x="3007" y="3158"/>
                  <a:pt x="2281" y="3635"/>
                </a:cubicBezTo>
                <a:cubicBezTo>
                  <a:pt x="2047" y="3789"/>
                  <a:pt x="1763" y="3825"/>
                  <a:pt x="1484" y="3825"/>
                </a:cubicBezTo>
                <a:cubicBezTo>
                  <a:pt x="1375" y="3825"/>
                  <a:pt x="1268" y="3820"/>
                  <a:pt x="1164" y="3814"/>
                </a:cubicBezTo>
                <a:cubicBezTo>
                  <a:pt x="1160" y="3813"/>
                  <a:pt x="1155" y="3813"/>
                  <a:pt x="1151" y="3813"/>
                </a:cubicBezTo>
                <a:cubicBezTo>
                  <a:pt x="911" y="3813"/>
                  <a:pt x="917" y="4193"/>
                  <a:pt x="1164" y="4207"/>
                </a:cubicBezTo>
                <a:cubicBezTo>
                  <a:pt x="1245" y="4212"/>
                  <a:pt x="1328" y="4215"/>
                  <a:pt x="1412" y="4215"/>
                </a:cubicBezTo>
                <a:cubicBezTo>
                  <a:pt x="1944" y="4215"/>
                  <a:pt x="2514" y="4103"/>
                  <a:pt x="2843" y="3649"/>
                </a:cubicBezTo>
                <a:cubicBezTo>
                  <a:pt x="3122" y="3268"/>
                  <a:pt x="3165" y="2688"/>
                  <a:pt x="2823" y="2332"/>
                </a:cubicBezTo>
                <a:cubicBezTo>
                  <a:pt x="2629" y="2130"/>
                  <a:pt x="2341" y="2091"/>
                  <a:pt x="2034" y="2091"/>
                </a:cubicBezTo>
                <a:cubicBezTo>
                  <a:pt x="1842" y="2091"/>
                  <a:pt x="1642" y="2107"/>
                  <a:pt x="1453" y="2107"/>
                </a:cubicBezTo>
                <a:cubicBezTo>
                  <a:pt x="1075" y="2107"/>
                  <a:pt x="741" y="2046"/>
                  <a:pt x="599" y="1679"/>
                </a:cubicBezTo>
                <a:cubicBezTo>
                  <a:pt x="544" y="1535"/>
                  <a:pt x="518" y="943"/>
                  <a:pt x="637" y="796"/>
                </a:cubicBezTo>
                <a:cubicBezTo>
                  <a:pt x="776" y="620"/>
                  <a:pt x="1191" y="656"/>
                  <a:pt x="1382" y="631"/>
                </a:cubicBezTo>
                <a:cubicBezTo>
                  <a:pt x="1970" y="554"/>
                  <a:pt x="2557" y="475"/>
                  <a:pt x="3145" y="398"/>
                </a:cubicBezTo>
                <a:cubicBezTo>
                  <a:pt x="3383" y="365"/>
                  <a:pt x="3395" y="1"/>
                  <a:pt x="317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1"/>
          <p:cNvSpPr/>
          <p:nvPr/>
        </p:nvSpPr>
        <p:spPr>
          <a:xfrm>
            <a:off x="2169500" y="2548400"/>
            <a:ext cx="59700" cy="96400"/>
          </a:xfrm>
          <a:custGeom>
            <a:rect b="b" l="l" r="r" t="t"/>
            <a:pathLst>
              <a:path extrusionOk="0" h="3856" w="2388">
                <a:moveTo>
                  <a:pt x="2099" y="1"/>
                </a:moveTo>
                <a:cubicBezTo>
                  <a:pt x="1094" y="1"/>
                  <a:pt x="128" y="753"/>
                  <a:pt x="65" y="1802"/>
                </a:cubicBezTo>
                <a:cubicBezTo>
                  <a:pt x="1" y="2874"/>
                  <a:pt x="873" y="3726"/>
                  <a:pt x="1888" y="3853"/>
                </a:cubicBezTo>
                <a:cubicBezTo>
                  <a:pt x="1897" y="3855"/>
                  <a:pt x="1907" y="3855"/>
                  <a:pt x="1915" y="3855"/>
                </a:cubicBezTo>
                <a:cubicBezTo>
                  <a:pt x="2138" y="3855"/>
                  <a:pt x="2126" y="3489"/>
                  <a:pt x="1888" y="3460"/>
                </a:cubicBezTo>
                <a:cubicBezTo>
                  <a:pt x="1037" y="3352"/>
                  <a:pt x="314" y="2549"/>
                  <a:pt x="479" y="1663"/>
                </a:cubicBezTo>
                <a:cubicBezTo>
                  <a:pt x="622" y="889"/>
                  <a:pt x="1354" y="395"/>
                  <a:pt x="2104" y="395"/>
                </a:cubicBezTo>
                <a:cubicBezTo>
                  <a:pt x="2113" y="395"/>
                  <a:pt x="2123" y="395"/>
                  <a:pt x="2133" y="395"/>
                </a:cubicBezTo>
                <a:cubicBezTo>
                  <a:pt x="2133" y="395"/>
                  <a:pt x="2134" y="395"/>
                  <a:pt x="2135" y="395"/>
                </a:cubicBezTo>
                <a:cubicBezTo>
                  <a:pt x="2387" y="395"/>
                  <a:pt x="2386" y="4"/>
                  <a:pt x="2133" y="1"/>
                </a:cubicBezTo>
                <a:cubicBezTo>
                  <a:pt x="2121" y="1"/>
                  <a:pt x="2110" y="1"/>
                  <a:pt x="20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1"/>
          <p:cNvSpPr/>
          <p:nvPr/>
        </p:nvSpPr>
        <p:spPr>
          <a:xfrm>
            <a:off x="2266400" y="2633625"/>
            <a:ext cx="12725" cy="9875"/>
          </a:xfrm>
          <a:custGeom>
            <a:rect b="b" l="l" r="r" t="t"/>
            <a:pathLst>
              <a:path extrusionOk="0" h="395" w="509">
                <a:moveTo>
                  <a:pt x="254" y="1"/>
                </a:moveTo>
                <a:cubicBezTo>
                  <a:pt x="0" y="1"/>
                  <a:pt x="0" y="394"/>
                  <a:pt x="254" y="394"/>
                </a:cubicBezTo>
                <a:cubicBezTo>
                  <a:pt x="508" y="394"/>
                  <a:pt x="508" y="1"/>
                  <a:pt x="25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1"/>
          <p:cNvSpPr/>
          <p:nvPr/>
        </p:nvSpPr>
        <p:spPr>
          <a:xfrm>
            <a:off x="2321325" y="2550625"/>
            <a:ext cx="88000" cy="100875"/>
          </a:xfrm>
          <a:custGeom>
            <a:rect b="b" l="l" r="r" t="t"/>
            <a:pathLst>
              <a:path extrusionOk="0" h="4035" w="3520">
                <a:moveTo>
                  <a:pt x="665" y="1"/>
                </a:moveTo>
                <a:cubicBezTo>
                  <a:pt x="511" y="1"/>
                  <a:pt x="352" y="37"/>
                  <a:pt x="195" y="117"/>
                </a:cubicBezTo>
                <a:cubicBezTo>
                  <a:pt x="1" y="215"/>
                  <a:pt x="122" y="481"/>
                  <a:pt x="303" y="481"/>
                </a:cubicBezTo>
                <a:cubicBezTo>
                  <a:pt x="333" y="481"/>
                  <a:pt x="364" y="474"/>
                  <a:pt x="396" y="458"/>
                </a:cubicBezTo>
                <a:cubicBezTo>
                  <a:pt x="492" y="408"/>
                  <a:pt x="586" y="386"/>
                  <a:pt x="676" y="386"/>
                </a:cubicBezTo>
                <a:cubicBezTo>
                  <a:pt x="957" y="386"/>
                  <a:pt x="1198" y="598"/>
                  <a:pt x="1336" y="837"/>
                </a:cubicBezTo>
                <a:cubicBezTo>
                  <a:pt x="1544" y="1196"/>
                  <a:pt x="1464" y="1587"/>
                  <a:pt x="1279" y="1933"/>
                </a:cubicBezTo>
                <a:cubicBezTo>
                  <a:pt x="1051" y="2363"/>
                  <a:pt x="660" y="2694"/>
                  <a:pt x="300" y="3009"/>
                </a:cubicBezTo>
                <a:cubicBezTo>
                  <a:pt x="225" y="3076"/>
                  <a:pt x="221" y="3222"/>
                  <a:pt x="300" y="3288"/>
                </a:cubicBezTo>
                <a:cubicBezTo>
                  <a:pt x="889" y="3776"/>
                  <a:pt x="1589" y="4035"/>
                  <a:pt x="2315" y="4035"/>
                </a:cubicBezTo>
                <a:cubicBezTo>
                  <a:pt x="2641" y="4035"/>
                  <a:pt x="2974" y="3982"/>
                  <a:pt x="3303" y="3875"/>
                </a:cubicBezTo>
                <a:cubicBezTo>
                  <a:pt x="3520" y="3803"/>
                  <a:pt x="3457" y="3485"/>
                  <a:pt x="3261" y="3485"/>
                </a:cubicBezTo>
                <a:cubicBezTo>
                  <a:pt x="3241" y="3485"/>
                  <a:pt x="3220" y="3488"/>
                  <a:pt x="3197" y="3495"/>
                </a:cubicBezTo>
                <a:cubicBezTo>
                  <a:pt x="2899" y="3593"/>
                  <a:pt x="2598" y="3641"/>
                  <a:pt x="2301" y="3641"/>
                </a:cubicBezTo>
                <a:cubicBezTo>
                  <a:pt x="1750" y="3641"/>
                  <a:pt x="1215" y="3474"/>
                  <a:pt x="746" y="3141"/>
                </a:cubicBezTo>
                <a:lnTo>
                  <a:pt x="746" y="3141"/>
                </a:lnTo>
                <a:cubicBezTo>
                  <a:pt x="1368" y="2579"/>
                  <a:pt x="2076" y="1806"/>
                  <a:pt x="1799" y="921"/>
                </a:cubicBezTo>
                <a:cubicBezTo>
                  <a:pt x="1634" y="395"/>
                  <a:pt x="1174" y="1"/>
                  <a:pt x="66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1"/>
          <p:cNvSpPr/>
          <p:nvPr/>
        </p:nvSpPr>
        <p:spPr>
          <a:xfrm>
            <a:off x="2421000" y="2558500"/>
            <a:ext cx="16350" cy="78500"/>
          </a:xfrm>
          <a:custGeom>
            <a:rect b="b" l="l" r="r" t="t"/>
            <a:pathLst>
              <a:path extrusionOk="0" h="3140" w="654">
                <a:moveTo>
                  <a:pt x="413" y="0"/>
                </a:moveTo>
                <a:cubicBezTo>
                  <a:pt x="337" y="0"/>
                  <a:pt x="264" y="43"/>
                  <a:pt x="244" y="143"/>
                </a:cubicBezTo>
                <a:cubicBezTo>
                  <a:pt x="46" y="1073"/>
                  <a:pt x="0" y="2005"/>
                  <a:pt x="111" y="2951"/>
                </a:cubicBezTo>
                <a:cubicBezTo>
                  <a:pt x="125" y="3076"/>
                  <a:pt x="232" y="3140"/>
                  <a:pt x="331" y="3140"/>
                </a:cubicBezTo>
                <a:cubicBezTo>
                  <a:pt x="429" y="3140"/>
                  <a:pt x="519" y="3077"/>
                  <a:pt x="504" y="2951"/>
                </a:cubicBezTo>
                <a:cubicBezTo>
                  <a:pt x="397" y="2041"/>
                  <a:pt x="433" y="1145"/>
                  <a:pt x="622" y="248"/>
                </a:cubicBezTo>
                <a:cubicBezTo>
                  <a:pt x="654" y="99"/>
                  <a:pt x="529" y="0"/>
                  <a:pt x="4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1"/>
          <p:cNvSpPr/>
          <p:nvPr/>
        </p:nvSpPr>
        <p:spPr>
          <a:xfrm>
            <a:off x="2405650" y="2557550"/>
            <a:ext cx="76150" cy="102225"/>
          </a:xfrm>
          <a:custGeom>
            <a:rect b="b" l="l" r="r" t="t"/>
            <a:pathLst>
              <a:path extrusionOk="0" h="4089" w="3046">
                <a:moveTo>
                  <a:pt x="1439" y="1"/>
                </a:moveTo>
                <a:cubicBezTo>
                  <a:pt x="1161" y="1"/>
                  <a:pt x="880" y="93"/>
                  <a:pt x="633" y="301"/>
                </a:cubicBezTo>
                <a:cubicBezTo>
                  <a:pt x="483" y="428"/>
                  <a:pt x="624" y="627"/>
                  <a:pt x="785" y="627"/>
                </a:cubicBezTo>
                <a:cubicBezTo>
                  <a:pt x="828" y="627"/>
                  <a:pt x="874" y="612"/>
                  <a:pt x="915" y="577"/>
                </a:cubicBezTo>
                <a:cubicBezTo>
                  <a:pt x="1070" y="447"/>
                  <a:pt x="1258" y="387"/>
                  <a:pt x="1448" y="387"/>
                </a:cubicBezTo>
                <a:cubicBezTo>
                  <a:pt x="1727" y="387"/>
                  <a:pt x="2010" y="515"/>
                  <a:pt x="2198" y="733"/>
                </a:cubicBezTo>
                <a:cubicBezTo>
                  <a:pt x="2593" y="1193"/>
                  <a:pt x="2450" y="1890"/>
                  <a:pt x="2165" y="2362"/>
                </a:cubicBezTo>
                <a:cubicBezTo>
                  <a:pt x="1742" y="3061"/>
                  <a:pt x="918" y="3416"/>
                  <a:pt x="202" y="3731"/>
                </a:cubicBezTo>
                <a:cubicBezTo>
                  <a:pt x="1" y="3819"/>
                  <a:pt x="127" y="4088"/>
                  <a:pt x="316" y="4088"/>
                </a:cubicBezTo>
                <a:cubicBezTo>
                  <a:pt x="343" y="4088"/>
                  <a:pt x="372" y="4083"/>
                  <a:pt x="401" y="4070"/>
                </a:cubicBezTo>
                <a:cubicBezTo>
                  <a:pt x="1552" y="3566"/>
                  <a:pt x="3045" y="2706"/>
                  <a:pt x="2816" y="1207"/>
                </a:cubicBezTo>
                <a:cubicBezTo>
                  <a:pt x="2708" y="499"/>
                  <a:pt x="2085" y="1"/>
                  <a:pt x="143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1"/>
          <p:cNvSpPr/>
          <p:nvPr/>
        </p:nvSpPr>
        <p:spPr>
          <a:xfrm>
            <a:off x="1947025" y="2796725"/>
            <a:ext cx="82325" cy="113250"/>
          </a:xfrm>
          <a:custGeom>
            <a:rect b="b" l="l" r="r" t="t"/>
            <a:pathLst>
              <a:path extrusionOk="0" h="4530" w="3293">
                <a:moveTo>
                  <a:pt x="2437" y="0"/>
                </a:moveTo>
                <a:cubicBezTo>
                  <a:pt x="2358" y="0"/>
                  <a:pt x="2280" y="42"/>
                  <a:pt x="2251" y="139"/>
                </a:cubicBezTo>
                <a:cubicBezTo>
                  <a:pt x="1827" y="1553"/>
                  <a:pt x="1111" y="2813"/>
                  <a:pt x="109" y="3901"/>
                </a:cubicBezTo>
                <a:cubicBezTo>
                  <a:pt x="0" y="4020"/>
                  <a:pt x="59" y="4176"/>
                  <a:pt x="196" y="4230"/>
                </a:cubicBezTo>
                <a:cubicBezTo>
                  <a:pt x="682" y="4430"/>
                  <a:pt x="1173" y="4529"/>
                  <a:pt x="1664" y="4529"/>
                </a:cubicBezTo>
                <a:cubicBezTo>
                  <a:pt x="2139" y="4529"/>
                  <a:pt x="2614" y="4436"/>
                  <a:pt x="3085" y="4250"/>
                </a:cubicBezTo>
                <a:cubicBezTo>
                  <a:pt x="3292" y="4169"/>
                  <a:pt x="3234" y="3856"/>
                  <a:pt x="3051" y="3856"/>
                </a:cubicBezTo>
                <a:cubicBezTo>
                  <a:pt x="3029" y="3856"/>
                  <a:pt x="3005" y="3861"/>
                  <a:pt x="2979" y="3871"/>
                </a:cubicBezTo>
                <a:cubicBezTo>
                  <a:pt x="2541" y="4044"/>
                  <a:pt x="2101" y="4130"/>
                  <a:pt x="1663" y="4130"/>
                </a:cubicBezTo>
                <a:cubicBezTo>
                  <a:pt x="1304" y="4130"/>
                  <a:pt x="945" y="4072"/>
                  <a:pt x="588" y="3957"/>
                </a:cubicBezTo>
                <a:lnTo>
                  <a:pt x="588" y="3957"/>
                </a:lnTo>
                <a:cubicBezTo>
                  <a:pt x="1531" y="2871"/>
                  <a:pt x="2219" y="1626"/>
                  <a:pt x="2633" y="243"/>
                </a:cubicBezTo>
                <a:cubicBezTo>
                  <a:pt x="2676" y="96"/>
                  <a:pt x="2556" y="0"/>
                  <a:pt x="243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1"/>
          <p:cNvSpPr/>
          <p:nvPr/>
        </p:nvSpPr>
        <p:spPr>
          <a:xfrm>
            <a:off x="2009950" y="2842175"/>
            <a:ext cx="19200" cy="108875"/>
          </a:xfrm>
          <a:custGeom>
            <a:rect b="b" l="l" r="r" t="t"/>
            <a:pathLst>
              <a:path extrusionOk="0" h="4355" w="768">
                <a:moveTo>
                  <a:pt x="577" y="0"/>
                </a:moveTo>
                <a:cubicBezTo>
                  <a:pt x="478" y="0"/>
                  <a:pt x="374" y="63"/>
                  <a:pt x="363" y="189"/>
                </a:cubicBezTo>
                <a:cubicBezTo>
                  <a:pt x="246" y="1515"/>
                  <a:pt x="129" y="2840"/>
                  <a:pt x="11" y="4166"/>
                </a:cubicBezTo>
                <a:cubicBezTo>
                  <a:pt x="1" y="4292"/>
                  <a:pt x="93" y="4355"/>
                  <a:pt x="191" y="4355"/>
                </a:cubicBezTo>
                <a:cubicBezTo>
                  <a:pt x="290" y="4355"/>
                  <a:pt x="394" y="4292"/>
                  <a:pt x="405" y="4166"/>
                </a:cubicBezTo>
                <a:cubicBezTo>
                  <a:pt x="524" y="2840"/>
                  <a:pt x="640" y="1515"/>
                  <a:pt x="757" y="189"/>
                </a:cubicBezTo>
                <a:cubicBezTo>
                  <a:pt x="768" y="63"/>
                  <a:pt x="675" y="0"/>
                  <a:pt x="5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1"/>
          <p:cNvSpPr/>
          <p:nvPr/>
        </p:nvSpPr>
        <p:spPr>
          <a:xfrm>
            <a:off x="2067950" y="2854600"/>
            <a:ext cx="15275" cy="71575"/>
          </a:xfrm>
          <a:custGeom>
            <a:rect b="b" l="l" r="r" t="t"/>
            <a:pathLst>
              <a:path extrusionOk="0" h="2863" w="611">
                <a:moveTo>
                  <a:pt x="419" y="0"/>
                </a:moveTo>
                <a:cubicBezTo>
                  <a:pt x="321" y="0"/>
                  <a:pt x="217" y="63"/>
                  <a:pt x="208" y="189"/>
                </a:cubicBezTo>
                <a:cubicBezTo>
                  <a:pt x="141" y="1018"/>
                  <a:pt x="76" y="1847"/>
                  <a:pt x="10" y="2674"/>
                </a:cubicBezTo>
                <a:cubicBezTo>
                  <a:pt x="0" y="2800"/>
                  <a:pt x="93" y="2863"/>
                  <a:pt x="191" y="2863"/>
                </a:cubicBezTo>
                <a:cubicBezTo>
                  <a:pt x="290" y="2863"/>
                  <a:pt x="394" y="2800"/>
                  <a:pt x="404" y="2674"/>
                </a:cubicBezTo>
                <a:cubicBezTo>
                  <a:pt x="470" y="1847"/>
                  <a:pt x="534" y="1018"/>
                  <a:pt x="600" y="189"/>
                </a:cubicBezTo>
                <a:cubicBezTo>
                  <a:pt x="610" y="63"/>
                  <a:pt x="517" y="0"/>
                  <a:pt x="4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1"/>
          <p:cNvSpPr/>
          <p:nvPr/>
        </p:nvSpPr>
        <p:spPr>
          <a:xfrm>
            <a:off x="2046275" y="2882950"/>
            <a:ext cx="58775" cy="14375"/>
          </a:xfrm>
          <a:custGeom>
            <a:rect b="b" l="l" r="r" t="t"/>
            <a:pathLst>
              <a:path extrusionOk="0" h="575" w="2351">
                <a:moveTo>
                  <a:pt x="2105" y="1"/>
                </a:moveTo>
                <a:cubicBezTo>
                  <a:pt x="2083" y="1"/>
                  <a:pt x="2060" y="5"/>
                  <a:pt x="2035" y="14"/>
                </a:cubicBezTo>
                <a:cubicBezTo>
                  <a:pt x="1743" y="124"/>
                  <a:pt x="1450" y="179"/>
                  <a:pt x="1156" y="179"/>
                </a:cubicBezTo>
                <a:cubicBezTo>
                  <a:pt x="877" y="179"/>
                  <a:pt x="598" y="129"/>
                  <a:pt x="319" y="30"/>
                </a:cubicBezTo>
                <a:cubicBezTo>
                  <a:pt x="296" y="22"/>
                  <a:pt x="274" y="18"/>
                  <a:pt x="253" y="18"/>
                </a:cubicBezTo>
                <a:cubicBezTo>
                  <a:pt x="64" y="18"/>
                  <a:pt x="0" y="334"/>
                  <a:pt x="216" y="409"/>
                </a:cubicBezTo>
                <a:cubicBezTo>
                  <a:pt x="524" y="520"/>
                  <a:pt x="841" y="575"/>
                  <a:pt x="1158" y="575"/>
                </a:cubicBezTo>
                <a:cubicBezTo>
                  <a:pt x="1489" y="575"/>
                  <a:pt x="1821" y="514"/>
                  <a:pt x="2141" y="393"/>
                </a:cubicBezTo>
                <a:cubicBezTo>
                  <a:pt x="2351" y="314"/>
                  <a:pt x="2291" y="1"/>
                  <a:pt x="210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1"/>
          <p:cNvSpPr/>
          <p:nvPr/>
        </p:nvSpPr>
        <p:spPr>
          <a:xfrm>
            <a:off x="2128975" y="2813600"/>
            <a:ext cx="63625" cy="124050"/>
          </a:xfrm>
          <a:custGeom>
            <a:rect b="b" l="l" r="r" t="t"/>
            <a:pathLst>
              <a:path extrusionOk="0" h="4962" w="2545">
                <a:moveTo>
                  <a:pt x="1070" y="2960"/>
                </a:moveTo>
                <a:cubicBezTo>
                  <a:pt x="1303" y="2960"/>
                  <a:pt x="1526" y="3060"/>
                  <a:pt x="1739" y="3260"/>
                </a:cubicBezTo>
                <a:cubicBezTo>
                  <a:pt x="2220" y="3854"/>
                  <a:pt x="2152" y="4151"/>
                  <a:pt x="1535" y="4151"/>
                </a:cubicBezTo>
                <a:cubicBezTo>
                  <a:pt x="1358" y="4151"/>
                  <a:pt x="1136" y="4127"/>
                  <a:pt x="869" y="4078"/>
                </a:cubicBezTo>
                <a:cubicBezTo>
                  <a:pt x="668" y="3858"/>
                  <a:pt x="583" y="3399"/>
                  <a:pt x="548" y="3045"/>
                </a:cubicBezTo>
                <a:lnTo>
                  <a:pt x="548" y="3045"/>
                </a:lnTo>
                <a:cubicBezTo>
                  <a:pt x="568" y="3054"/>
                  <a:pt x="591" y="3059"/>
                  <a:pt x="616" y="3059"/>
                </a:cubicBezTo>
                <a:cubicBezTo>
                  <a:pt x="636" y="3059"/>
                  <a:pt x="659" y="3055"/>
                  <a:pt x="683" y="3047"/>
                </a:cubicBezTo>
                <a:cubicBezTo>
                  <a:pt x="815" y="2989"/>
                  <a:pt x="944" y="2960"/>
                  <a:pt x="1070" y="2960"/>
                </a:cubicBezTo>
                <a:close/>
                <a:moveTo>
                  <a:pt x="1295" y="0"/>
                </a:moveTo>
                <a:cubicBezTo>
                  <a:pt x="1250" y="0"/>
                  <a:pt x="1204" y="19"/>
                  <a:pt x="1164" y="62"/>
                </a:cubicBezTo>
                <a:cubicBezTo>
                  <a:pt x="391" y="917"/>
                  <a:pt x="0" y="2028"/>
                  <a:pt x="172" y="3182"/>
                </a:cubicBezTo>
                <a:cubicBezTo>
                  <a:pt x="268" y="3839"/>
                  <a:pt x="616" y="4878"/>
                  <a:pt x="1417" y="4957"/>
                </a:cubicBezTo>
                <a:cubicBezTo>
                  <a:pt x="1447" y="4960"/>
                  <a:pt x="1477" y="4961"/>
                  <a:pt x="1506" y="4961"/>
                </a:cubicBezTo>
                <a:cubicBezTo>
                  <a:pt x="2159" y="4961"/>
                  <a:pt x="2545" y="4243"/>
                  <a:pt x="2409" y="3644"/>
                </a:cubicBezTo>
                <a:cubicBezTo>
                  <a:pt x="2262" y="2994"/>
                  <a:pt x="1652" y="2591"/>
                  <a:pt x="1032" y="2591"/>
                </a:cubicBezTo>
                <a:cubicBezTo>
                  <a:pt x="879" y="2591"/>
                  <a:pt x="725" y="2616"/>
                  <a:pt x="577" y="2668"/>
                </a:cubicBezTo>
                <a:cubicBezTo>
                  <a:pt x="558" y="2674"/>
                  <a:pt x="542" y="2683"/>
                  <a:pt x="527" y="2693"/>
                </a:cubicBezTo>
                <a:lnTo>
                  <a:pt x="527" y="2693"/>
                </a:lnTo>
                <a:cubicBezTo>
                  <a:pt x="512" y="1808"/>
                  <a:pt x="851" y="994"/>
                  <a:pt x="1443" y="341"/>
                </a:cubicBezTo>
                <a:cubicBezTo>
                  <a:pt x="1574" y="198"/>
                  <a:pt x="1441" y="0"/>
                  <a:pt x="129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1"/>
          <p:cNvSpPr/>
          <p:nvPr/>
        </p:nvSpPr>
        <p:spPr>
          <a:xfrm>
            <a:off x="2224625" y="2842225"/>
            <a:ext cx="14975" cy="71975"/>
          </a:xfrm>
          <a:custGeom>
            <a:rect b="b" l="l" r="r" t="t"/>
            <a:pathLst>
              <a:path extrusionOk="0" h="2879" w="599">
                <a:moveTo>
                  <a:pt x="301" y="0"/>
                </a:moveTo>
                <a:cubicBezTo>
                  <a:pt x="203" y="0"/>
                  <a:pt x="98" y="63"/>
                  <a:pt x="85" y="189"/>
                </a:cubicBezTo>
                <a:cubicBezTo>
                  <a:pt x="1" y="1045"/>
                  <a:pt x="41" y="1888"/>
                  <a:pt x="192" y="2737"/>
                </a:cubicBezTo>
                <a:cubicBezTo>
                  <a:pt x="210" y="2835"/>
                  <a:pt x="281" y="2878"/>
                  <a:pt x="357" y="2878"/>
                </a:cubicBezTo>
                <a:cubicBezTo>
                  <a:pt x="472" y="2878"/>
                  <a:pt x="598" y="2781"/>
                  <a:pt x="572" y="2631"/>
                </a:cubicBezTo>
                <a:cubicBezTo>
                  <a:pt x="426" y="1819"/>
                  <a:pt x="399" y="1009"/>
                  <a:pt x="477" y="189"/>
                </a:cubicBezTo>
                <a:cubicBezTo>
                  <a:pt x="491" y="63"/>
                  <a:pt x="399" y="0"/>
                  <a:pt x="3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1"/>
          <p:cNvSpPr/>
          <p:nvPr/>
        </p:nvSpPr>
        <p:spPr>
          <a:xfrm>
            <a:off x="2216650" y="2866300"/>
            <a:ext cx="67175" cy="14775"/>
          </a:xfrm>
          <a:custGeom>
            <a:rect b="b" l="l" r="r" t="t"/>
            <a:pathLst>
              <a:path extrusionOk="0" h="591" w="2687">
                <a:moveTo>
                  <a:pt x="2400" y="0"/>
                </a:moveTo>
                <a:cubicBezTo>
                  <a:pt x="2384" y="0"/>
                  <a:pt x="2368" y="2"/>
                  <a:pt x="2351" y="6"/>
                </a:cubicBezTo>
                <a:cubicBezTo>
                  <a:pt x="1768" y="134"/>
                  <a:pt x="1185" y="197"/>
                  <a:pt x="594" y="197"/>
                </a:cubicBezTo>
                <a:cubicBezTo>
                  <a:pt x="481" y="197"/>
                  <a:pt x="368" y="195"/>
                  <a:pt x="254" y="190"/>
                </a:cubicBezTo>
                <a:cubicBezTo>
                  <a:pt x="250" y="190"/>
                  <a:pt x="246" y="190"/>
                  <a:pt x="243" y="190"/>
                </a:cubicBezTo>
                <a:cubicBezTo>
                  <a:pt x="0" y="190"/>
                  <a:pt x="4" y="573"/>
                  <a:pt x="254" y="584"/>
                </a:cubicBezTo>
                <a:cubicBezTo>
                  <a:pt x="365" y="588"/>
                  <a:pt x="476" y="590"/>
                  <a:pt x="587" y="590"/>
                </a:cubicBezTo>
                <a:cubicBezTo>
                  <a:pt x="1217" y="590"/>
                  <a:pt x="1838" y="521"/>
                  <a:pt x="2457" y="385"/>
                </a:cubicBezTo>
                <a:cubicBezTo>
                  <a:pt x="2686" y="333"/>
                  <a:pt x="2612" y="0"/>
                  <a:pt x="240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1"/>
          <p:cNvSpPr/>
          <p:nvPr/>
        </p:nvSpPr>
        <p:spPr>
          <a:xfrm>
            <a:off x="2296700" y="2778525"/>
            <a:ext cx="85375" cy="155300"/>
          </a:xfrm>
          <a:custGeom>
            <a:rect b="b" l="l" r="r" t="t"/>
            <a:pathLst>
              <a:path extrusionOk="0" h="6212" w="3415">
                <a:moveTo>
                  <a:pt x="2823" y="0"/>
                </a:moveTo>
                <a:cubicBezTo>
                  <a:pt x="2794" y="0"/>
                  <a:pt x="2763" y="7"/>
                  <a:pt x="2732" y="22"/>
                </a:cubicBezTo>
                <a:cubicBezTo>
                  <a:pt x="1" y="1355"/>
                  <a:pt x="264" y="5180"/>
                  <a:pt x="3097" y="6199"/>
                </a:cubicBezTo>
                <a:cubicBezTo>
                  <a:pt x="3121" y="6208"/>
                  <a:pt x="3143" y="6212"/>
                  <a:pt x="3164" y="6212"/>
                </a:cubicBezTo>
                <a:cubicBezTo>
                  <a:pt x="3353" y="6212"/>
                  <a:pt x="3414" y="5895"/>
                  <a:pt x="3202" y="5820"/>
                </a:cubicBezTo>
                <a:cubicBezTo>
                  <a:pt x="665" y="4908"/>
                  <a:pt x="536" y="1533"/>
                  <a:pt x="2930" y="363"/>
                </a:cubicBezTo>
                <a:cubicBezTo>
                  <a:pt x="3127" y="267"/>
                  <a:pt x="3005" y="0"/>
                  <a:pt x="282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1"/>
          <p:cNvSpPr/>
          <p:nvPr/>
        </p:nvSpPr>
        <p:spPr>
          <a:xfrm>
            <a:off x="2388350" y="2823800"/>
            <a:ext cx="69600" cy="78675"/>
          </a:xfrm>
          <a:custGeom>
            <a:rect b="b" l="l" r="r" t="t"/>
            <a:pathLst>
              <a:path extrusionOk="0" h="3147" w="2784">
                <a:moveTo>
                  <a:pt x="659" y="1"/>
                </a:moveTo>
                <a:cubicBezTo>
                  <a:pt x="527" y="1"/>
                  <a:pt x="392" y="33"/>
                  <a:pt x="258" y="104"/>
                </a:cubicBezTo>
                <a:cubicBezTo>
                  <a:pt x="69" y="207"/>
                  <a:pt x="187" y="469"/>
                  <a:pt x="364" y="469"/>
                </a:cubicBezTo>
                <a:cubicBezTo>
                  <a:pt x="395" y="469"/>
                  <a:pt x="426" y="462"/>
                  <a:pt x="459" y="445"/>
                </a:cubicBezTo>
                <a:cubicBezTo>
                  <a:pt x="556" y="393"/>
                  <a:pt x="644" y="370"/>
                  <a:pt x="723" y="370"/>
                </a:cubicBezTo>
                <a:cubicBezTo>
                  <a:pt x="1200" y="370"/>
                  <a:pt x="1356" y="1202"/>
                  <a:pt x="1153" y="1571"/>
                </a:cubicBezTo>
                <a:cubicBezTo>
                  <a:pt x="931" y="1973"/>
                  <a:pt x="522" y="2245"/>
                  <a:pt x="150" y="2496"/>
                </a:cubicBezTo>
                <a:cubicBezTo>
                  <a:pt x="1" y="2596"/>
                  <a:pt x="37" y="2794"/>
                  <a:pt x="196" y="2857"/>
                </a:cubicBezTo>
                <a:cubicBezTo>
                  <a:pt x="695" y="3053"/>
                  <a:pt x="1201" y="3147"/>
                  <a:pt x="1716" y="3147"/>
                </a:cubicBezTo>
                <a:cubicBezTo>
                  <a:pt x="1991" y="3147"/>
                  <a:pt x="2269" y="3120"/>
                  <a:pt x="2549" y="3067"/>
                </a:cubicBezTo>
                <a:cubicBezTo>
                  <a:pt x="2784" y="3024"/>
                  <a:pt x="2703" y="2684"/>
                  <a:pt x="2484" y="2684"/>
                </a:cubicBezTo>
                <a:cubicBezTo>
                  <a:pt x="2471" y="2684"/>
                  <a:pt x="2457" y="2685"/>
                  <a:pt x="2443" y="2688"/>
                </a:cubicBezTo>
                <a:cubicBezTo>
                  <a:pt x="2203" y="2733"/>
                  <a:pt x="1966" y="2755"/>
                  <a:pt x="1730" y="2755"/>
                </a:cubicBezTo>
                <a:cubicBezTo>
                  <a:pt x="1374" y="2755"/>
                  <a:pt x="1023" y="2704"/>
                  <a:pt x="676" y="2605"/>
                </a:cubicBezTo>
                <a:lnTo>
                  <a:pt x="676" y="2605"/>
                </a:lnTo>
                <a:cubicBezTo>
                  <a:pt x="1218" y="2206"/>
                  <a:pt x="1770" y="1669"/>
                  <a:pt x="1669" y="964"/>
                </a:cubicBezTo>
                <a:cubicBezTo>
                  <a:pt x="1594" y="447"/>
                  <a:pt x="1152" y="1"/>
                  <a:pt x="65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1"/>
          <p:cNvSpPr/>
          <p:nvPr/>
        </p:nvSpPr>
        <p:spPr>
          <a:xfrm>
            <a:off x="2469300" y="2785575"/>
            <a:ext cx="112400" cy="126600"/>
          </a:xfrm>
          <a:custGeom>
            <a:rect b="b" l="l" r="r" t="t"/>
            <a:pathLst>
              <a:path extrusionOk="0" h="5064" w="4496">
                <a:moveTo>
                  <a:pt x="1751" y="0"/>
                </a:moveTo>
                <a:cubicBezTo>
                  <a:pt x="1677" y="0"/>
                  <a:pt x="1582" y="70"/>
                  <a:pt x="1571" y="145"/>
                </a:cubicBezTo>
                <a:cubicBezTo>
                  <a:pt x="1392" y="1449"/>
                  <a:pt x="1213" y="2752"/>
                  <a:pt x="1034" y="4054"/>
                </a:cubicBezTo>
                <a:lnTo>
                  <a:pt x="1034" y="4054"/>
                </a:lnTo>
                <a:cubicBezTo>
                  <a:pt x="739" y="3157"/>
                  <a:pt x="529" y="2243"/>
                  <a:pt x="410" y="1298"/>
                </a:cubicBezTo>
                <a:cubicBezTo>
                  <a:pt x="395" y="1172"/>
                  <a:pt x="288" y="1109"/>
                  <a:pt x="189" y="1109"/>
                </a:cubicBezTo>
                <a:cubicBezTo>
                  <a:pt x="91" y="1109"/>
                  <a:pt x="0" y="1172"/>
                  <a:pt x="17" y="1296"/>
                </a:cubicBezTo>
                <a:cubicBezTo>
                  <a:pt x="176" y="2548"/>
                  <a:pt x="473" y="3749"/>
                  <a:pt x="929" y="4924"/>
                </a:cubicBezTo>
                <a:cubicBezTo>
                  <a:pt x="962" y="5008"/>
                  <a:pt x="1061" y="5064"/>
                  <a:pt x="1150" y="5064"/>
                </a:cubicBezTo>
                <a:cubicBezTo>
                  <a:pt x="1226" y="5064"/>
                  <a:pt x="1295" y="5023"/>
                  <a:pt x="1308" y="4924"/>
                </a:cubicBezTo>
                <a:cubicBezTo>
                  <a:pt x="1464" y="3786"/>
                  <a:pt x="1621" y="2646"/>
                  <a:pt x="1777" y="1508"/>
                </a:cubicBezTo>
                <a:cubicBezTo>
                  <a:pt x="1808" y="1291"/>
                  <a:pt x="1798" y="993"/>
                  <a:pt x="1876" y="788"/>
                </a:cubicBezTo>
                <a:cubicBezTo>
                  <a:pt x="1996" y="485"/>
                  <a:pt x="2064" y="468"/>
                  <a:pt x="2264" y="468"/>
                </a:cubicBezTo>
                <a:cubicBezTo>
                  <a:pt x="2288" y="468"/>
                  <a:pt x="2315" y="469"/>
                  <a:pt x="2345" y="469"/>
                </a:cubicBezTo>
                <a:cubicBezTo>
                  <a:pt x="2382" y="469"/>
                  <a:pt x="2424" y="468"/>
                  <a:pt x="2470" y="466"/>
                </a:cubicBezTo>
                <a:cubicBezTo>
                  <a:pt x="2514" y="464"/>
                  <a:pt x="2558" y="463"/>
                  <a:pt x="2602" y="463"/>
                </a:cubicBezTo>
                <a:cubicBezTo>
                  <a:pt x="3139" y="463"/>
                  <a:pt x="3713" y="592"/>
                  <a:pt x="4243" y="647"/>
                </a:cubicBezTo>
                <a:cubicBezTo>
                  <a:pt x="4251" y="647"/>
                  <a:pt x="4258" y="648"/>
                  <a:pt x="4266" y="648"/>
                </a:cubicBezTo>
                <a:cubicBezTo>
                  <a:pt x="4496" y="648"/>
                  <a:pt x="4485" y="278"/>
                  <a:pt x="4243" y="253"/>
                </a:cubicBezTo>
                <a:cubicBezTo>
                  <a:pt x="3417" y="170"/>
                  <a:pt x="2588" y="85"/>
                  <a:pt x="1762" y="1"/>
                </a:cubicBezTo>
                <a:cubicBezTo>
                  <a:pt x="1758" y="1"/>
                  <a:pt x="1755" y="0"/>
                  <a:pt x="175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1"/>
          <p:cNvSpPr/>
          <p:nvPr/>
        </p:nvSpPr>
        <p:spPr>
          <a:xfrm>
            <a:off x="2522950" y="2829575"/>
            <a:ext cx="50000" cy="67375"/>
          </a:xfrm>
          <a:custGeom>
            <a:rect b="b" l="l" r="r" t="t"/>
            <a:pathLst>
              <a:path extrusionOk="0" h="2695" w="2000">
                <a:moveTo>
                  <a:pt x="1293" y="1"/>
                </a:moveTo>
                <a:cubicBezTo>
                  <a:pt x="1099" y="1"/>
                  <a:pt x="907" y="174"/>
                  <a:pt x="738" y="174"/>
                </a:cubicBezTo>
                <a:cubicBezTo>
                  <a:pt x="711" y="174"/>
                  <a:pt x="684" y="170"/>
                  <a:pt x="658" y="159"/>
                </a:cubicBezTo>
                <a:cubicBezTo>
                  <a:pt x="633" y="149"/>
                  <a:pt x="609" y="145"/>
                  <a:pt x="587" y="145"/>
                </a:cubicBezTo>
                <a:cubicBezTo>
                  <a:pt x="404" y="145"/>
                  <a:pt x="345" y="457"/>
                  <a:pt x="553" y="540"/>
                </a:cubicBezTo>
                <a:cubicBezTo>
                  <a:pt x="604" y="560"/>
                  <a:pt x="647" y="568"/>
                  <a:pt x="685" y="568"/>
                </a:cubicBezTo>
                <a:cubicBezTo>
                  <a:pt x="772" y="568"/>
                  <a:pt x="840" y="530"/>
                  <a:pt x="948" y="523"/>
                </a:cubicBezTo>
                <a:cubicBezTo>
                  <a:pt x="986" y="508"/>
                  <a:pt x="1020" y="493"/>
                  <a:pt x="1054" y="471"/>
                </a:cubicBezTo>
                <a:cubicBezTo>
                  <a:pt x="1089" y="447"/>
                  <a:pt x="1120" y="435"/>
                  <a:pt x="1146" y="435"/>
                </a:cubicBezTo>
                <a:cubicBezTo>
                  <a:pt x="1233" y="435"/>
                  <a:pt x="1277" y="564"/>
                  <a:pt x="1276" y="819"/>
                </a:cubicBezTo>
                <a:cubicBezTo>
                  <a:pt x="1222" y="932"/>
                  <a:pt x="999" y="1031"/>
                  <a:pt x="898" y="1090"/>
                </a:cubicBezTo>
                <a:cubicBezTo>
                  <a:pt x="782" y="1158"/>
                  <a:pt x="758" y="1369"/>
                  <a:pt x="898" y="1430"/>
                </a:cubicBezTo>
                <a:cubicBezTo>
                  <a:pt x="1119" y="1527"/>
                  <a:pt x="1298" y="1651"/>
                  <a:pt x="1446" y="1823"/>
                </a:cubicBezTo>
                <a:lnTo>
                  <a:pt x="1446" y="1823"/>
                </a:lnTo>
                <a:cubicBezTo>
                  <a:pt x="1035" y="1983"/>
                  <a:pt x="622" y="2141"/>
                  <a:pt x="210" y="2301"/>
                </a:cubicBezTo>
                <a:cubicBezTo>
                  <a:pt x="0" y="2383"/>
                  <a:pt x="59" y="2694"/>
                  <a:pt x="243" y="2694"/>
                </a:cubicBezTo>
                <a:cubicBezTo>
                  <a:pt x="265" y="2694"/>
                  <a:pt x="289" y="2690"/>
                  <a:pt x="314" y="2680"/>
                </a:cubicBezTo>
                <a:cubicBezTo>
                  <a:pt x="812" y="2487"/>
                  <a:pt x="1309" y="2296"/>
                  <a:pt x="1809" y="2103"/>
                </a:cubicBezTo>
                <a:cubicBezTo>
                  <a:pt x="1923" y="2057"/>
                  <a:pt x="1999" y="1931"/>
                  <a:pt x="1928" y="1813"/>
                </a:cubicBezTo>
                <a:cubicBezTo>
                  <a:pt x="1781" y="1576"/>
                  <a:pt x="1602" y="1385"/>
                  <a:pt x="1381" y="1240"/>
                </a:cubicBezTo>
                <a:lnTo>
                  <a:pt x="1381" y="1240"/>
                </a:lnTo>
                <a:cubicBezTo>
                  <a:pt x="1661" y="1021"/>
                  <a:pt x="1880" y="725"/>
                  <a:pt x="1727" y="345"/>
                </a:cubicBezTo>
                <a:cubicBezTo>
                  <a:pt x="1660" y="182"/>
                  <a:pt x="1535" y="50"/>
                  <a:pt x="1362" y="9"/>
                </a:cubicBezTo>
                <a:cubicBezTo>
                  <a:pt x="1339" y="3"/>
                  <a:pt x="1316" y="1"/>
                  <a:pt x="129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1"/>
          <p:cNvSpPr/>
          <p:nvPr/>
        </p:nvSpPr>
        <p:spPr>
          <a:xfrm>
            <a:off x="2558900" y="2764800"/>
            <a:ext cx="81850" cy="163875"/>
          </a:xfrm>
          <a:custGeom>
            <a:rect b="b" l="l" r="r" t="t"/>
            <a:pathLst>
              <a:path extrusionOk="0" h="6555" w="3274">
                <a:moveTo>
                  <a:pt x="1417" y="0"/>
                </a:moveTo>
                <a:cubicBezTo>
                  <a:pt x="1277" y="0"/>
                  <a:pt x="1145" y="198"/>
                  <a:pt x="1266" y="345"/>
                </a:cubicBezTo>
                <a:cubicBezTo>
                  <a:pt x="2839" y="2251"/>
                  <a:pt x="2322" y="4970"/>
                  <a:pt x="186" y="6187"/>
                </a:cubicBezTo>
                <a:cubicBezTo>
                  <a:pt x="0" y="6294"/>
                  <a:pt x="115" y="6555"/>
                  <a:pt x="288" y="6555"/>
                </a:cubicBezTo>
                <a:cubicBezTo>
                  <a:pt x="319" y="6555"/>
                  <a:pt x="352" y="6547"/>
                  <a:pt x="385" y="6528"/>
                </a:cubicBezTo>
                <a:cubicBezTo>
                  <a:pt x="2760" y="5174"/>
                  <a:pt x="3274" y="2163"/>
                  <a:pt x="1543" y="66"/>
                </a:cubicBezTo>
                <a:cubicBezTo>
                  <a:pt x="1505" y="20"/>
                  <a:pt x="1461" y="0"/>
                  <a:pt x="141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1"/>
          <p:cNvSpPr/>
          <p:nvPr/>
        </p:nvSpPr>
        <p:spPr>
          <a:xfrm>
            <a:off x="1897475" y="2999775"/>
            <a:ext cx="675725" cy="23150"/>
          </a:xfrm>
          <a:custGeom>
            <a:rect b="b" l="l" r="r" t="t"/>
            <a:pathLst>
              <a:path extrusionOk="0" h="926" w="27029">
                <a:moveTo>
                  <a:pt x="26788" y="0"/>
                </a:moveTo>
                <a:cubicBezTo>
                  <a:pt x="26784" y="0"/>
                  <a:pt x="26779" y="0"/>
                  <a:pt x="26775" y="1"/>
                </a:cubicBezTo>
                <a:cubicBezTo>
                  <a:pt x="20783" y="355"/>
                  <a:pt x="14784" y="532"/>
                  <a:pt x="8784" y="532"/>
                </a:cubicBezTo>
                <a:cubicBezTo>
                  <a:pt x="5940" y="532"/>
                  <a:pt x="3096" y="493"/>
                  <a:pt x="253" y="413"/>
                </a:cubicBezTo>
                <a:cubicBezTo>
                  <a:pt x="251" y="413"/>
                  <a:pt x="248" y="413"/>
                  <a:pt x="246" y="413"/>
                </a:cubicBezTo>
                <a:cubicBezTo>
                  <a:pt x="1" y="413"/>
                  <a:pt x="3" y="799"/>
                  <a:pt x="253" y="807"/>
                </a:cubicBezTo>
                <a:cubicBezTo>
                  <a:pt x="3096" y="886"/>
                  <a:pt x="5940" y="926"/>
                  <a:pt x="8784" y="926"/>
                </a:cubicBezTo>
                <a:cubicBezTo>
                  <a:pt x="14784" y="926"/>
                  <a:pt x="20783" y="749"/>
                  <a:pt x="26775" y="394"/>
                </a:cubicBezTo>
                <a:cubicBezTo>
                  <a:pt x="27022" y="380"/>
                  <a:pt x="27028" y="0"/>
                  <a:pt x="2678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1"/>
          <p:cNvSpPr/>
          <p:nvPr/>
        </p:nvSpPr>
        <p:spPr>
          <a:xfrm>
            <a:off x="1957850" y="3058500"/>
            <a:ext cx="565800" cy="181475"/>
          </a:xfrm>
          <a:custGeom>
            <a:rect b="b" l="l" r="r" t="t"/>
            <a:pathLst>
              <a:path extrusionOk="0" h="7259" w="22632">
                <a:moveTo>
                  <a:pt x="22385" y="1"/>
                </a:moveTo>
                <a:cubicBezTo>
                  <a:pt x="22383" y="1"/>
                  <a:pt x="22381" y="1"/>
                  <a:pt x="22379" y="1"/>
                </a:cubicBezTo>
                <a:lnTo>
                  <a:pt x="4088" y="506"/>
                </a:lnTo>
                <a:cubicBezTo>
                  <a:pt x="4009" y="508"/>
                  <a:pt x="3912" y="565"/>
                  <a:pt x="3899" y="651"/>
                </a:cubicBezTo>
                <a:cubicBezTo>
                  <a:pt x="3609" y="2608"/>
                  <a:pt x="3318" y="4562"/>
                  <a:pt x="3028" y="6518"/>
                </a:cubicBezTo>
                <a:lnTo>
                  <a:pt x="3028" y="6518"/>
                </a:lnTo>
                <a:cubicBezTo>
                  <a:pt x="2164" y="5151"/>
                  <a:pt x="1299" y="3785"/>
                  <a:pt x="435" y="2419"/>
                </a:cubicBezTo>
                <a:cubicBezTo>
                  <a:pt x="394" y="2353"/>
                  <a:pt x="333" y="2326"/>
                  <a:pt x="273" y="2326"/>
                </a:cubicBezTo>
                <a:cubicBezTo>
                  <a:pt x="137" y="2326"/>
                  <a:pt x="1" y="2467"/>
                  <a:pt x="95" y="2616"/>
                </a:cubicBezTo>
                <a:cubicBezTo>
                  <a:pt x="1054" y="4132"/>
                  <a:pt x="2015" y="5648"/>
                  <a:pt x="2974" y="7166"/>
                </a:cubicBezTo>
                <a:cubicBezTo>
                  <a:pt x="3012" y="7226"/>
                  <a:pt x="3086" y="7259"/>
                  <a:pt x="3158" y="7259"/>
                </a:cubicBezTo>
                <a:cubicBezTo>
                  <a:pt x="3240" y="7259"/>
                  <a:pt x="3319" y="7215"/>
                  <a:pt x="3334" y="7120"/>
                </a:cubicBezTo>
                <a:lnTo>
                  <a:pt x="3779" y="4124"/>
                </a:lnTo>
                <a:cubicBezTo>
                  <a:pt x="3853" y="3625"/>
                  <a:pt x="3928" y="3126"/>
                  <a:pt x="4001" y="2626"/>
                </a:cubicBezTo>
                <a:cubicBezTo>
                  <a:pt x="4051" y="2293"/>
                  <a:pt x="4022" y="1388"/>
                  <a:pt x="4222" y="1129"/>
                </a:cubicBezTo>
                <a:cubicBezTo>
                  <a:pt x="4452" y="833"/>
                  <a:pt x="5066" y="765"/>
                  <a:pt x="5698" y="765"/>
                </a:cubicBezTo>
                <a:cubicBezTo>
                  <a:pt x="6237" y="765"/>
                  <a:pt x="6790" y="815"/>
                  <a:pt x="7131" y="815"/>
                </a:cubicBezTo>
                <a:cubicBezTo>
                  <a:pt x="7156" y="815"/>
                  <a:pt x="7179" y="814"/>
                  <a:pt x="7202" y="814"/>
                </a:cubicBezTo>
                <a:cubicBezTo>
                  <a:pt x="8175" y="787"/>
                  <a:pt x="9147" y="759"/>
                  <a:pt x="10120" y="732"/>
                </a:cubicBezTo>
                <a:cubicBezTo>
                  <a:pt x="14206" y="621"/>
                  <a:pt x="18293" y="508"/>
                  <a:pt x="22379" y="394"/>
                </a:cubicBezTo>
                <a:cubicBezTo>
                  <a:pt x="22628" y="387"/>
                  <a:pt x="22632" y="1"/>
                  <a:pt x="2238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1"/>
          <p:cNvSpPr/>
          <p:nvPr/>
        </p:nvSpPr>
        <p:spPr>
          <a:xfrm>
            <a:off x="2186775" y="3126675"/>
            <a:ext cx="88300" cy="76000"/>
          </a:xfrm>
          <a:custGeom>
            <a:rect b="b" l="l" r="r" t="t"/>
            <a:pathLst>
              <a:path extrusionOk="0" h="3040" w="3532">
                <a:moveTo>
                  <a:pt x="1347" y="0"/>
                </a:moveTo>
                <a:cubicBezTo>
                  <a:pt x="921" y="0"/>
                  <a:pt x="430" y="328"/>
                  <a:pt x="147" y="586"/>
                </a:cubicBezTo>
                <a:cubicBezTo>
                  <a:pt x="0" y="719"/>
                  <a:pt x="137" y="917"/>
                  <a:pt x="293" y="917"/>
                </a:cubicBezTo>
                <a:cubicBezTo>
                  <a:pt x="337" y="917"/>
                  <a:pt x="383" y="902"/>
                  <a:pt x="424" y="864"/>
                </a:cubicBezTo>
                <a:cubicBezTo>
                  <a:pt x="591" y="709"/>
                  <a:pt x="869" y="423"/>
                  <a:pt x="1109" y="409"/>
                </a:cubicBezTo>
                <a:cubicBezTo>
                  <a:pt x="1147" y="406"/>
                  <a:pt x="1182" y="405"/>
                  <a:pt x="1215" y="405"/>
                </a:cubicBezTo>
                <a:cubicBezTo>
                  <a:pt x="2135" y="405"/>
                  <a:pt x="1351" y="1280"/>
                  <a:pt x="1228" y="1431"/>
                </a:cubicBezTo>
                <a:cubicBezTo>
                  <a:pt x="961" y="1760"/>
                  <a:pt x="680" y="2079"/>
                  <a:pt x="405" y="2403"/>
                </a:cubicBezTo>
                <a:cubicBezTo>
                  <a:pt x="289" y="2540"/>
                  <a:pt x="372" y="2719"/>
                  <a:pt x="545" y="2739"/>
                </a:cubicBezTo>
                <a:cubicBezTo>
                  <a:pt x="1456" y="2840"/>
                  <a:pt x="2369" y="2938"/>
                  <a:pt x="3280" y="3039"/>
                </a:cubicBezTo>
                <a:cubicBezTo>
                  <a:pt x="3288" y="3039"/>
                  <a:pt x="3295" y="3040"/>
                  <a:pt x="3303" y="3040"/>
                </a:cubicBezTo>
                <a:cubicBezTo>
                  <a:pt x="3531" y="3040"/>
                  <a:pt x="3522" y="2670"/>
                  <a:pt x="3280" y="2645"/>
                </a:cubicBezTo>
                <a:cubicBezTo>
                  <a:pt x="2500" y="2559"/>
                  <a:pt x="1719" y="2474"/>
                  <a:pt x="939" y="2389"/>
                </a:cubicBezTo>
                <a:lnTo>
                  <a:pt x="939" y="2389"/>
                </a:lnTo>
                <a:cubicBezTo>
                  <a:pt x="1231" y="2059"/>
                  <a:pt x="1532" y="1730"/>
                  <a:pt x="1784" y="1375"/>
                </a:cubicBezTo>
                <a:cubicBezTo>
                  <a:pt x="1988" y="1083"/>
                  <a:pt x="2146" y="739"/>
                  <a:pt x="1967" y="399"/>
                </a:cubicBezTo>
                <a:cubicBezTo>
                  <a:pt x="1816" y="108"/>
                  <a:pt x="1592" y="0"/>
                  <a:pt x="134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1"/>
          <p:cNvSpPr/>
          <p:nvPr/>
        </p:nvSpPr>
        <p:spPr>
          <a:xfrm>
            <a:off x="2258100" y="3127850"/>
            <a:ext cx="59075" cy="83425"/>
          </a:xfrm>
          <a:custGeom>
            <a:rect b="b" l="l" r="r" t="t"/>
            <a:pathLst>
              <a:path extrusionOk="0" h="3337" w="2363">
                <a:moveTo>
                  <a:pt x="249" y="1"/>
                </a:moveTo>
                <a:cubicBezTo>
                  <a:pt x="0" y="1"/>
                  <a:pt x="2" y="389"/>
                  <a:pt x="255" y="392"/>
                </a:cubicBezTo>
                <a:cubicBezTo>
                  <a:pt x="788" y="402"/>
                  <a:pt x="1323" y="411"/>
                  <a:pt x="1857" y="420"/>
                </a:cubicBezTo>
                <a:lnTo>
                  <a:pt x="1857" y="420"/>
                </a:lnTo>
                <a:lnTo>
                  <a:pt x="948" y="3096"/>
                </a:lnTo>
                <a:cubicBezTo>
                  <a:pt x="898" y="3241"/>
                  <a:pt x="1017" y="3337"/>
                  <a:pt x="1137" y="3337"/>
                </a:cubicBezTo>
                <a:cubicBezTo>
                  <a:pt x="1216" y="3337"/>
                  <a:pt x="1295" y="3296"/>
                  <a:pt x="1327" y="3202"/>
                </a:cubicBezTo>
                <a:lnTo>
                  <a:pt x="2319" y="282"/>
                </a:lnTo>
                <a:cubicBezTo>
                  <a:pt x="2362" y="159"/>
                  <a:pt x="2252" y="34"/>
                  <a:pt x="2130" y="33"/>
                </a:cubicBezTo>
                <a:cubicBezTo>
                  <a:pt x="1506" y="23"/>
                  <a:pt x="879" y="11"/>
                  <a:pt x="255" y="1"/>
                </a:cubicBezTo>
                <a:cubicBezTo>
                  <a:pt x="253" y="1"/>
                  <a:pt x="251" y="1"/>
                  <a:pt x="24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1"/>
          <p:cNvSpPr/>
          <p:nvPr/>
        </p:nvSpPr>
        <p:spPr>
          <a:xfrm>
            <a:off x="2322400" y="3123525"/>
            <a:ext cx="53650" cy="87175"/>
          </a:xfrm>
          <a:custGeom>
            <a:rect b="b" l="l" r="r" t="t"/>
            <a:pathLst>
              <a:path extrusionOk="0" h="3487" w="2146">
                <a:moveTo>
                  <a:pt x="1073" y="2238"/>
                </a:moveTo>
                <a:cubicBezTo>
                  <a:pt x="1139" y="2238"/>
                  <a:pt x="1194" y="2251"/>
                  <a:pt x="1233" y="2281"/>
                </a:cubicBezTo>
                <a:cubicBezTo>
                  <a:pt x="1296" y="2527"/>
                  <a:pt x="1360" y="2772"/>
                  <a:pt x="1422" y="3017"/>
                </a:cubicBezTo>
                <a:cubicBezTo>
                  <a:pt x="1245" y="3021"/>
                  <a:pt x="1066" y="3023"/>
                  <a:pt x="889" y="3026"/>
                </a:cubicBezTo>
                <a:cubicBezTo>
                  <a:pt x="671" y="2948"/>
                  <a:pt x="545" y="2606"/>
                  <a:pt x="508" y="2385"/>
                </a:cubicBezTo>
                <a:lnTo>
                  <a:pt x="508" y="2385"/>
                </a:lnTo>
                <a:cubicBezTo>
                  <a:pt x="687" y="2315"/>
                  <a:pt x="911" y="2238"/>
                  <a:pt x="1073" y="2238"/>
                </a:cubicBezTo>
                <a:close/>
                <a:moveTo>
                  <a:pt x="1486" y="1"/>
                </a:moveTo>
                <a:cubicBezTo>
                  <a:pt x="705" y="1"/>
                  <a:pt x="338" y="1010"/>
                  <a:pt x="169" y="1649"/>
                </a:cubicBezTo>
                <a:cubicBezTo>
                  <a:pt x="129" y="1801"/>
                  <a:pt x="106" y="1969"/>
                  <a:pt x="105" y="2141"/>
                </a:cubicBezTo>
                <a:lnTo>
                  <a:pt x="105" y="2141"/>
                </a:lnTo>
                <a:cubicBezTo>
                  <a:pt x="1" y="2236"/>
                  <a:pt x="27" y="2417"/>
                  <a:pt x="130" y="2476"/>
                </a:cubicBezTo>
                <a:lnTo>
                  <a:pt x="130" y="2476"/>
                </a:lnTo>
                <a:cubicBezTo>
                  <a:pt x="206" y="2941"/>
                  <a:pt x="459" y="3363"/>
                  <a:pt x="962" y="3469"/>
                </a:cubicBezTo>
                <a:cubicBezTo>
                  <a:pt x="1017" y="3481"/>
                  <a:pt x="1074" y="3487"/>
                  <a:pt x="1130" y="3487"/>
                </a:cubicBezTo>
                <a:cubicBezTo>
                  <a:pt x="1623" y="3487"/>
                  <a:pt x="2145" y="3063"/>
                  <a:pt x="2023" y="2532"/>
                </a:cubicBezTo>
                <a:cubicBezTo>
                  <a:pt x="1914" y="2051"/>
                  <a:pt x="1536" y="1899"/>
                  <a:pt x="1120" y="1899"/>
                </a:cubicBezTo>
                <a:cubicBezTo>
                  <a:pt x="917" y="1899"/>
                  <a:pt x="705" y="1936"/>
                  <a:pt x="511" y="1988"/>
                </a:cubicBezTo>
                <a:lnTo>
                  <a:pt x="511" y="1988"/>
                </a:lnTo>
                <a:cubicBezTo>
                  <a:pt x="590" y="1372"/>
                  <a:pt x="942" y="393"/>
                  <a:pt x="1496" y="393"/>
                </a:cubicBezTo>
                <a:cubicBezTo>
                  <a:pt x="1497" y="393"/>
                  <a:pt x="1498" y="393"/>
                  <a:pt x="1499" y="393"/>
                </a:cubicBezTo>
                <a:cubicBezTo>
                  <a:pt x="1501" y="393"/>
                  <a:pt x="1502" y="393"/>
                  <a:pt x="1503" y="393"/>
                </a:cubicBezTo>
                <a:cubicBezTo>
                  <a:pt x="1750" y="393"/>
                  <a:pt x="1748" y="4"/>
                  <a:pt x="1498" y="1"/>
                </a:cubicBezTo>
                <a:cubicBezTo>
                  <a:pt x="1494" y="1"/>
                  <a:pt x="1490" y="1"/>
                  <a:pt x="14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1"/>
          <p:cNvSpPr/>
          <p:nvPr/>
        </p:nvSpPr>
        <p:spPr>
          <a:xfrm>
            <a:off x="2022025" y="3397650"/>
            <a:ext cx="13150" cy="113300"/>
          </a:xfrm>
          <a:custGeom>
            <a:rect b="b" l="l" r="r" t="t"/>
            <a:pathLst>
              <a:path extrusionOk="0" h="4532" w="526">
                <a:moveTo>
                  <a:pt x="268" y="1"/>
                </a:moveTo>
                <a:cubicBezTo>
                  <a:pt x="170" y="1"/>
                  <a:pt x="69" y="64"/>
                  <a:pt x="64" y="190"/>
                </a:cubicBezTo>
                <a:cubicBezTo>
                  <a:pt x="1" y="1577"/>
                  <a:pt x="21" y="2959"/>
                  <a:pt x="122" y="4342"/>
                </a:cubicBezTo>
                <a:cubicBezTo>
                  <a:pt x="132" y="4468"/>
                  <a:pt x="236" y="4531"/>
                  <a:pt x="335" y="4531"/>
                </a:cubicBezTo>
                <a:cubicBezTo>
                  <a:pt x="433" y="4531"/>
                  <a:pt x="526" y="4469"/>
                  <a:pt x="516" y="4342"/>
                </a:cubicBezTo>
                <a:cubicBezTo>
                  <a:pt x="414" y="2959"/>
                  <a:pt x="394" y="1576"/>
                  <a:pt x="457" y="190"/>
                </a:cubicBezTo>
                <a:cubicBezTo>
                  <a:pt x="462" y="64"/>
                  <a:pt x="367" y="1"/>
                  <a:pt x="26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1"/>
          <p:cNvSpPr/>
          <p:nvPr/>
        </p:nvSpPr>
        <p:spPr>
          <a:xfrm>
            <a:off x="2056325" y="3403650"/>
            <a:ext cx="80075" cy="86675"/>
          </a:xfrm>
          <a:custGeom>
            <a:rect b="b" l="l" r="r" t="t"/>
            <a:pathLst>
              <a:path extrusionOk="0" h="3467" w="3203">
                <a:moveTo>
                  <a:pt x="1213" y="0"/>
                </a:moveTo>
                <a:cubicBezTo>
                  <a:pt x="1035" y="0"/>
                  <a:pt x="900" y="122"/>
                  <a:pt x="859" y="449"/>
                </a:cubicBezTo>
                <a:cubicBezTo>
                  <a:pt x="843" y="573"/>
                  <a:pt x="933" y="635"/>
                  <a:pt x="1031" y="635"/>
                </a:cubicBezTo>
                <a:cubicBezTo>
                  <a:pt x="1130" y="635"/>
                  <a:pt x="1237" y="573"/>
                  <a:pt x="1253" y="449"/>
                </a:cubicBezTo>
                <a:cubicBezTo>
                  <a:pt x="1254" y="441"/>
                  <a:pt x="1258" y="438"/>
                  <a:pt x="1267" y="438"/>
                </a:cubicBezTo>
                <a:cubicBezTo>
                  <a:pt x="1354" y="438"/>
                  <a:pt x="1817" y="799"/>
                  <a:pt x="1862" y="842"/>
                </a:cubicBezTo>
                <a:cubicBezTo>
                  <a:pt x="2066" y="1025"/>
                  <a:pt x="2259" y="1230"/>
                  <a:pt x="2388" y="1476"/>
                </a:cubicBezTo>
                <a:cubicBezTo>
                  <a:pt x="2674" y="2025"/>
                  <a:pt x="2630" y="2783"/>
                  <a:pt x="1966" y="3015"/>
                </a:cubicBezTo>
                <a:cubicBezTo>
                  <a:pt x="1826" y="3064"/>
                  <a:pt x="1695" y="3086"/>
                  <a:pt x="1574" y="3086"/>
                </a:cubicBezTo>
                <a:cubicBezTo>
                  <a:pt x="673" y="3086"/>
                  <a:pt x="301" y="1853"/>
                  <a:pt x="870" y="1121"/>
                </a:cubicBezTo>
                <a:cubicBezTo>
                  <a:pt x="987" y="972"/>
                  <a:pt x="857" y="775"/>
                  <a:pt x="719" y="775"/>
                </a:cubicBezTo>
                <a:cubicBezTo>
                  <a:pt x="674" y="775"/>
                  <a:pt x="629" y="795"/>
                  <a:pt x="591" y="844"/>
                </a:cubicBezTo>
                <a:cubicBezTo>
                  <a:pt x="117" y="1453"/>
                  <a:pt x="0" y="2355"/>
                  <a:pt x="525" y="2982"/>
                </a:cubicBezTo>
                <a:cubicBezTo>
                  <a:pt x="794" y="3301"/>
                  <a:pt x="1206" y="3467"/>
                  <a:pt x="1617" y="3467"/>
                </a:cubicBezTo>
                <a:cubicBezTo>
                  <a:pt x="1928" y="3467"/>
                  <a:pt x="2239" y="3372"/>
                  <a:pt x="2487" y="3177"/>
                </a:cubicBezTo>
                <a:cubicBezTo>
                  <a:pt x="3202" y="2617"/>
                  <a:pt x="3008" y="1574"/>
                  <a:pt x="2502" y="944"/>
                </a:cubicBezTo>
                <a:cubicBezTo>
                  <a:pt x="2293" y="682"/>
                  <a:pt x="1634" y="0"/>
                  <a:pt x="12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1"/>
          <p:cNvSpPr/>
          <p:nvPr/>
        </p:nvSpPr>
        <p:spPr>
          <a:xfrm>
            <a:off x="2164150" y="3405900"/>
            <a:ext cx="9850" cy="92450"/>
          </a:xfrm>
          <a:custGeom>
            <a:rect b="b" l="l" r="r" t="t"/>
            <a:pathLst>
              <a:path extrusionOk="0" h="3698" w="394">
                <a:moveTo>
                  <a:pt x="197" y="1"/>
                </a:moveTo>
                <a:cubicBezTo>
                  <a:pt x="99" y="1"/>
                  <a:pt x="0" y="64"/>
                  <a:pt x="0" y="191"/>
                </a:cubicBezTo>
                <a:lnTo>
                  <a:pt x="0" y="3508"/>
                </a:lnTo>
                <a:cubicBezTo>
                  <a:pt x="0" y="3635"/>
                  <a:pt x="99" y="3698"/>
                  <a:pt x="197" y="3698"/>
                </a:cubicBezTo>
                <a:cubicBezTo>
                  <a:pt x="296" y="3698"/>
                  <a:pt x="394" y="3635"/>
                  <a:pt x="394" y="3508"/>
                </a:cubicBezTo>
                <a:lnTo>
                  <a:pt x="394" y="191"/>
                </a:lnTo>
                <a:cubicBezTo>
                  <a:pt x="394" y="64"/>
                  <a:pt x="296" y="1"/>
                  <a:pt x="1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1"/>
          <p:cNvSpPr/>
          <p:nvPr/>
        </p:nvSpPr>
        <p:spPr>
          <a:xfrm>
            <a:off x="2145050" y="3432025"/>
            <a:ext cx="67600" cy="13275"/>
          </a:xfrm>
          <a:custGeom>
            <a:rect b="b" l="l" r="r" t="t"/>
            <a:pathLst>
              <a:path extrusionOk="0" h="531" w="2704">
                <a:moveTo>
                  <a:pt x="295" y="0"/>
                </a:moveTo>
                <a:cubicBezTo>
                  <a:pt x="80" y="0"/>
                  <a:pt x="1" y="337"/>
                  <a:pt x="235" y="384"/>
                </a:cubicBezTo>
                <a:cubicBezTo>
                  <a:pt x="718" y="481"/>
                  <a:pt x="1202" y="531"/>
                  <a:pt x="1689" y="531"/>
                </a:cubicBezTo>
                <a:cubicBezTo>
                  <a:pt x="1942" y="531"/>
                  <a:pt x="2197" y="517"/>
                  <a:pt x="2452" y="490"/>
                </a:cubicBezTo>
                <a:cubicBezTo>
                  <a:pt x="2693" y="464"/>
                  <a:pt x="2704" y="95"/>
                  <a:pt x="2476" y="95"/>
                </a:cubicBezTo>
                <a:cubicBezTo>
                  <a:pt x="2469" y="95"/>
                  <a:pt x="2460" y="96"/>
                  <a:pt x="2452" y="97"/>
                </a:cubicBezTo>
                <a:cubicBezTo>
                  <a:pt x="2194" y="125"/>
                  <a:pt x="1937" y="139"/>
                  <a:pt x="1681" y="139"/>
                </a:cubicBezTo>
                <a:cubicBezTo>
                  <a:pt x="1233" y="139"/>
                  <a:pt x="786" y="95"/>
                  <a:pt x="339" y="5"/>
                </a:cubicBezTo>
                <a:cubicBezTo>
                  <a:pt x="324" y="2"/>
                  <a:pt x="309" y="0"/>
                  <a:pt x="29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1"/>
          <p:cNvSpPr/>
          <p:nvPr/>
        </p:nvSpPr>
        <p:spPr>
          <a:xfrm>
            <a:off x="2249500" y="3405975"/>
            <a:ext cx="15675" cy="80175"/>
          </a:xfrm>
          <a:custGeom>
            <a:rect b="b" l="l" r="r" t="t"/>
            <a:pathLst>
              <a:path extrusionOk="0" h="3207" w="627">
                <a:moveTo>
                  <a:pt x="296" y="0"/>
                </a:moveTo>
                <a:cubicBezTo>
                  <a:pt x="197" y="0"/>
                  <a:pt x="93" y="64"/>
                  <a:pt x="82" y="191"/>
                </a:cubicBezTo>
                <a:cubicBezTo>
                  <a:pt x="0" y="1157"/>
                  <a:pt x="49" y="2111"/>
                  <a:pt x="221" y="3064"/>
                </a:cubicBezTo>
                <a:cubicBezTo>
                  <a:pt x="239" y="3163"/>
                  <a:pt x="309" y="3206"/>
                  <a:pt x="385" y="3206"/>
                </a:cubicBezTo>
                <a:cubicBezTo>
                  <a:pt x="500" y="3206"/>
                  <a:pt x="627" y="3108"/>
                  <a:pt x="600" y="2958"/>
                </a:cubicBezTo>
                <a:cubicBezTo>
                  <a:pt x="436" y="2039"/>
                  <a:pt x="397" y="1121"/>
                  <a:pt x="476" y="188"/>
                </a:cubicBezTo>
                <a:cubicBezTo>
                  <a:pt x="486" y="63"/>
                  <a:pt x="394" y="0"/>
                  <a:pt x="2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1"/>
          <p:cNvSpPr/>
          <p:nvPr/>
        </p:nvSpPr>
        <p:spPr>
          <a:xfrm>
            <a:off x="2291300" y="3397000"/>
            <a:ext cx="81975" cy="109250"/>
          </a:xfrm>
          <a:custGeom>
            <a:rect b="b" l="l" r="r" t="t"/>
            <a:pathLst>
              <a:path extrusionOk="0" h="4370" w="3279">
                <a:moveTo>
                  <a:pt x="1123" y="1"/>
                </a:moveTo>
                <a:cubicBezTo>
                  <a:pt x="834" y="1"/>
                  <a:pt x="543" y="13"/>
                  <a:pt x="251" y="36"/>
                </a:cubicBezTo>
                <a:cubicBezTo>
                  <a:pt x="8" y="56"/>
                  <a:pt x="1" y="430"/>
                  <a:pt x="235" y="430"/>
                </a:cubicBezTo>
                <a:cubicBezTo>
                  <a:pt x="241" y="430"/>
                  <a:pt x="248" y="430"/>
                  <a:pt x="254" y="430"/>
                </a:cubicBezTo>
                <a:cubicBezTo>
                  <a:pt x="551" y="405"/>
                  <a:pt x="847" y="393"/>
                  <a:pt x="1141" y="393"/>
                </a:cubicBezTo>
                <a:cubicBezTo>
                  <a:pt x="1686" y="393"/>
                  <a:pt x="2228" y="435"/>
                  <a:pt x="2771" y="521"/>
                </a:cubicBezTo>
                <a:lnTo>
                  <a:pt x="2771" y="521"/>
                </a:lnTo>
                <a:cubicBezTo>
                  <a:pt x="2224" y="1682"/>
                  <a:pt x="1794" y="2879"/>
                  <a:pt x="1478" y="4124"/>
                </a:cubicBezTo>
                <a:cubicBezTo>
                  <a:pt x="1441" y="4272"/>
                  <a:pt x="1565" y="4369"/>
                  <a:pt x="1682" y="4369"/>
                </a:cubicBezTo>
                <a:cubicBezTo>
                  <a:pt x="1759" y="4369"/>
                  <a:pt x="1833" y="4327"/>
                  <a:pt x="1857" y="4230"/>
                </a:cubicBezTo>
                <a:cubicBezTo>
                  <a:pt x="2185" y="2928"/>
                  <a:pt x="2640" y="1678"/>
                  <a:pt x="3229" y="473"/>
                </a:cubicBezTo>
                <a:cubicBezTo>
                  <a:pt x="3279" y="368"/>
                  <a:pt x="3244" y="208"/>
                  <a:pt x="3110" y="182"/>
                </a:cubicBezTo>
                <a:cubicBezTo>
                  <a:pt x="2448" y="62"/>
                  <a:pt x="1789" y="1"/>
                  <a:pt x="112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1"/>
          <p:cNvSpPr/>
          <p:nvPr/>
        </p:nvSpPr>
        <p:spPr>
          <a:xfrm>
            <a:off x="1922975" y="3539225"/>
            <a:ext cx="554825" cy="38350"/>
          </a:xfrm>
          <a:custGeom>
            <a:rect b="b" l="l" r="r" t="t"/>
            <a:pathLst>
              <a:path extrusionOk="0" h="1534" w="22193">
                <a:moveTo>
                  <a:pt x="21961" y="1"/>
                </a:moveTo>
                <a:cubicBezTo>
                  <a:pt x="21954" y="1"/>
                  <a:pt x="21948" y="1"/>
                  <a:pt x="21941" y="2"/>
                </a:cubicBezTo>
                <a:cubicBezTo>
                  <a:pt x="16744" y="454"/>
                  <a:pt x="11462" y="1141"/>
                  <a:pt x="6212" y="1141"/>
                </a:cubicBezTo>
                <a:cubicBezTo>
                  <a:pt x="4218" y="1141"/>
                  <a:pt x="2230" y="1042"/>
                  <a:pt x="252" y="793"/>
                </a:cubicBezTo>
                <a:cubicBezTo>
                  <a:pt x="242" y="792"/>
                  <a:pt x="233" y="791"/>
                  <a:pt x="224" y="791"/>
                </a:cubicBezTo>
                <a:cubicBezTo>
                  <a:pt x="1" y="791"/>
                  <a:pt x="13" y="1158"/>
                  <a:pt x="252" y="1187"/>
                </a:cubicBezTo>
                <a:cubicBezTo>
                  <a:pt x="2229" y="1435"/>
                  <a:pt x="4218" y="1534"/>
                  <a:pt x="6211" y="1534"/>
                </a:cubicBezTo>
                <a:cubicBezTo>
                  <a:pt x="11461" y="1534"/>
                  <a:pt x="16745" y="848"/>
                  <a:pt x="21941" y="395"/>
                </a:cubicBezTo>
                <a:cubicBezTo>
                  <a:pt x="22185" y="374"/>
                  <a:pt x="22193" y="1"/>
                  <a:pt x="2196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1"/>
          <p:cNvSpPr/>
          <p:nvPr/>
        </p:nvSpPr>
        <p:spPr>
          <a:xfrm>
            <a:off x="2053225" y="3615425"/>
            <a:ext cx="61600" cy="99075"/>
          </a:xfrm>
          <a:custGeom>
            <a:rect b="b" l="l" r="r" t="t"/>
            <a:pathLst>
              <a:path extrusionOk="0" h="3963" w="2464">
                <a:moveTo>
                  <a:pt x="745" y="0"/>
                </a:moveTo>
                <a:cubicBezTo>
                  <a:pt x="531" y="0"/>
                  <a:pt x="318" y="75"/>
                  <a:pt x="146" y="235"/>
                </a:cubicBezTo>
                <a:cubicBezTo>
                  <a:pt x="1" y="368"/>
                  <a:pt x="138" y="566"/>
                  <a:pt x="293" y="566"/>
                </a:cubicBezTo>
                <a:cubicBezTo>
                  <a:pt x="338" y="566"/>
                  <a:pt x="383" y="550"/>
                  <a:pt x="425" y="512"/>
                </a:cubicBezTo>
                <a:cubicBezTo>
                  <a:pt x="530" y="415"/>
                  <a:pt x="638" y="374"/>
                  <a:pt x="739" y="374"/>
                </a:cubicBezTo>
                <a:cubicBezTo>
                  <a:pt x="1067" y="374"/>
                  <a:pt x="1332" y="798"/>
                  <a:pt x="1278" y="1115"/>
                </a:cubicBezTo>
                <a:cubicBezTo>
                  <a:pt x="1222" y="1450"/>
                  <a:pt x="854" y="1702"/>
                  <a:pt x="579" y="1834"/>
                </a:cubicBezTo>
                <a:cubicBezTo>
                  <a:pt x="469" y="1885"/>
                  <a:pt x="449" y="2064"/>
                  <a:pt x="541" y="2143"/>
                </a:cubicBezTo>
                <a:cubicBezTo>
                  <a:pt x="794" y="2360"/>
                  <a:pt x="1020" y="2400"/>
                  <a:pt x="1342" y="2446"/>
                </a:cubicBezTo>
                <a:cubicBezTo>
                  <a:pt x="1383" y="2438"/>
                  <a:pt x="1420" y="2434"/>
                  <a:pt x="1455" y="2434"/>
                </a:cubicBezTo>
                <a:cubicBezTo>
                  <a:pt x="1621" y="2434"/>
                  <a:pt x="1715" y="2532"/>
                  <a:pt x="1736" y="2724"/>
                </a:cubicBezTo>
                <a:cubicBezTo>
                  <a:pt x="1896" y="2886"/>
                  <a:pt x="1882" y="3012"/>
                  <a:pt x="1692" y="3108"/>
                </a:cubicBezTo>
                <a:cubicBezTo>
                  <a:pt x="1438" y="3433"/>
                  <a:pt x="868" y="3543"/>
                  <a:pt x="485" y="3569"/>
                </a:cubicBezTo>
                <a:cubicBezTo>
                  <a:pt x="238" y="3584"/>
                  <a:pt x="232" y="3963"/>
                  <a:pt x="470" y="3963"/>
                </a:cubicBezTo>
                <a:cubicBezTo>
                  <a:pt x="475" y="3963"/>
                  <a:pt x="480" y="3963"/>
                  <a:pt x="485" y="3962"/>
                </a:cubicBezTo>
                <a:cubicBezTo>
                  <a:pt x="1092" y="3922"/>
                  <a:pt x="2214" y="3590"/>
                  <a:pt x="2340" y="2851"/>
                </a:cubicBezTo>
                <a:cubicBezTo>
                  <a:pt x="2464" y="2129"/>
                  <a:pt x="1593" y="2153"/>
                  <a:pt x="1078" y="1993"/>
                </a:cubicBezTo>
                <a:lnTo>
                  <a:pt x="1078" y="1993"/>
                </a:lnTo>
                <a:cubicBezTo>
                  <a:pt x="1565" y="1630"/>
                  <a:pt x="1924" y="999"/>
                  <a:pt x="1538" y="429"/>
                </a:cubicBezTo>
                <a:cubicBezTo>
                  <a:pt x="1350" y="151"/>
                  <a:pt x="1047" y="0"/>
                  <a:pt x="7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1"/>
          <p:cNvSpPr/>
          <p:nvPr/>
        </p:nvSpPr>
        <p:spPr>
          <a:xfrm>
            <a:off x="2137850" y="3683525"/>
            <a:ext cx="12725" cy="9850"/>
          </a:xfrm>
          <a:custGeom>
            <a:rect b="b" l="l" r="r" t="t"/>
            <a:pathLst>
              <a:path extrusionOk="0" h="394" w="509">
                <a:moveTo>
                  <a:pt x="255" y="0"/>
                </a:moveTo>
                <a:cubicBezTo>
                  <a:pt x="0" y="0"/>
                  <a:pt x="0" y="394"/>
                  <a:pt x="255" y="394"/>
                </a:cubicBezTo>
                <a:cubicBezTo>
                  <a:pt x="508" y="394"/>
                  <a:pt x="508" y="0"/>
                  <a:pt x="25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1"/>
          <p:cNvSpPr/>
          <p:nvPr/>
        </p:nvSpPr>
        <p:spPr>
          <a:xfrm>
            <a:off x="2167325" y="3604875"/>
            <a:ext cx="70450" cy="75975"/>
          </a:xfrm>
          <a:custGeom>
            <a:rect b="b" l="l" r="r" t="t"/>
            <a:pathLst>
              <a:path extrusionOk="0" h="3039" w="2818">
                <a:moveTo>
                  <a:pt x="1390" y="0"/>
                </a:moveTo>
                <a:cubicBezTo>
                  <a:pt x="1330" y="0"/>
                  <a:pt x="1270" y="28"/>
                  <a:pt x="1230" y="95"/>
                </a:cubicBezTo>
                <a:cubicBezTo>
                  <a:pt x="728" y="939"/>
                  <a:pt x="331" y="1826"/>
                  <a:pt x="42" y="2764"/>
                </a:cubicBezTo>
                <a:cubicBezTo>
                  <a:pt x="1" y="2894"/>
                  <a:pt x="109" y="3001"/>
                  <a:pt x="231" y="3011"/>
                </a:cubicBezTo>
                <a:cubicBezTo>
                  <a:pt x="436" y="3029"/>
                  <a:pt x="640" y="3038"/>
                  <a:pt x="842" y="3038"/>
                </a:cubicBezTo>
                <a:cubicBezTo>
                  <a:pt x="1433" y="3038"/>
                  <a:pt x="2014" y="2962"/>
                  <a:pt x="2592" y="2811"/>
                </a:cubicBezTo>
                <a:cubicBezTo>
                  <a:pt x="2817" y="2752"/>
                  <a:pt x="2747" y="2424"/>
                  <a:pt x="2541" y="2424"/>
                </a:cubicBezTo>
                <a:cubicBezTo>
                  <a:pt x="2523" y="2424"/>
                  <a:pt x="2505" y="2427"/>
                  <a:pt x="2486" y="2432"/>
                </a:cubicBezTo>
                <a:cubicBezTo>
                  <a:pt x="1938" y="2575"/>
                  <a:pt x="1391" y="2645"/>
                  <a:pt x="835" y="2645"/>
                </a:cubicBezTo>
                <a:cubicBezTo>
                  <a:pt x="722" y="2645"/>
                  <a:pt x="608" y="2642"/>
                  <a:pt x="494" y="2636"/>
                </a:cubicBezTo>
                <a:lnTo>
                  <a:pt x="494" y="2636"/>
                </a:lnTo>
                <a:cubicBezTo>
                  <a:pt x="765" y="1815"/>
                  <a:pt x="1123" y="1037"/>
                  <a:pt x="1568" y="292"/>
                </a:cubicBezTo>
                <a:cubicBezTo>
                  <a:pt x="1660" y="142"/>
                  <a:pt x="1525" y="0"/>
                  <a:pt x="13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1"/>
          <p:cNvSpPr/>
          <p:nvPr/>
        </p:nvSpPr>
        <p:spPr>
          <a:xfrm>
            <a:off x="2217000" y="3629475"/>
            <a:ext cx="19100" cy="84450"/>
          </a:xfrm>
          <a:custGeom>
            <a:rect b="b" l="l" r="r" t="t"/>
            <a:pathLst>
              <a:path extrusionOk="0" h="3378" w="764">
                <a:moveTo>
                  <a:pt x="524" y="1"/>
                </a:moveTo>
                <a:cubicBezTo>
                  <a:pt x="447" y="1"/>
                  <a:pt x="372" y="43"/>
                  <a:pt x="347" y="142"/>
                </a:cubicBezTo>
                <a:cubicBezTo>
                  <a:pt x="101" y="1144"/>
                  <a:pt x="1" y="2155"/>
                  <a:pt x="45" y="3187"/>
                </a:cubicBezTo>
                <a:cubicBezTo>
                  <a:pt x="50" y="3314"/>
                  <a:pt x="151" y="3378"/>
                  <a:pt x="250" y="3378"/>
                </a:cubicBezTo>
                <a:cubicBezTo>
                  <a:pt x="348" y="3378"/>
                  <a:pt x="444" y="3314"/>
                  <a:pt x="439" y="3187"/>
                </a:cubicBezTo>
                <a:cubicBezTo>
                  <a:pt x="394" y="2191"/>
                  <a:pt x="489" y="1216"/>
                  <a:pt x="726" y="245"/>
                </a:cubicBezTo>
                <a:cubicBezTo>
                  <a:pt x="763" y="98"/>
                  <a:pt x="641" y="1"/>
                  <a:pt x="52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1"/>
          <p:cNvSpPr/>
          <p:nvPr/>
        </p:nvSpPr>
        <p:spPr>
          <a:xfrm>
            <a:off x="2251425" y="3609100"/>
            <a:ext cx="60900" cy="99550"/>
          </a:xfrm>
          <a:custGeom>
            <a:rect b="b" l="l" r="r" t="t"/>
            <a:pathLst>
              <a:path extrusionOk="0" h="3982" w="2436">
                <a:moveTo>
                  <a:pt x="545" y="0"/>
                </a:moveTo>
                <a:cubicBezTo>
                  <a:pt x="431" y="0"/>
                  <a:pt x="317" y="5"/>
                  <a:pt x="200" y="14"/>
                </a:cubicBezTo>
                <a:cubicBezTo>
                  <a:pt x="94" y="22"/>
                  <a:pt x="1" y="98"/>
                  <a:pt x="2" y="211"/>
                </a:cubicBezTo>
                <a:cubicBezTo>
                  <a:pt x="6" y="795"/>
                  <a:pt x="12" y="1382"/>
                  <a:pt x="15" y="1968"/>
                </a:cubicBezTo>
                <a:cubicBezTo>
                  <a:pt x="15" y="2075"/>
                  <a:pt x="107" y="2166"/>
                  <a:pt x="211" y="2166"/>
                </a:cubicBezTo>
                <a:cubicBezTo>
                  <a:pt x="228" y="2166"/>
                  <a:pt x="246" y="2164"/>
                  <a:pt x="264" y="2158"/>
                </a:cubicBezTo>
                <a:cubicBezTo>
                  <a:pt x="543" y="2069"/>
                  <a:pt x="778" y="2018"/>
                  <a:pt x="1076" y="2012"/>
                </a:cubicBezTo>
                <a:cubicBezTo>
                  <a:pt x="1147" y="1989"/>
                  <a:pt x="1210" y="1978"/>
                  <a:pt x="1265" y="1978"/>
                </a:cubicBezTo>
                <a:cubicBezTo>
                  <a:pt x="1470" y="1978"/>
                  <a:pt x="1564" y="2135"/>
                  <a:pt x="1547" y="2449"/>
                </a:cubicBezTo>
                <a:cubicBezTo>
                  <a:pt x="1806" y="2757"/>
                  <a:pt x="1767" y="2973"/>
                  <a:pt x="1427" y="3100"/>
                </a:cubicBezTo>
                <a:cubicBezTo>
                  <a:pt x="1125" y="3313"/>
                  <a:pt x="797" y="3478"/>
                  <a:pt x="459" y="3623"/>
                </a:cubicBezTo>
                <a:cubicBezTo>
                  <a:pt x="255" y="3709"/>
                  <a:pt x="384" y="3981"/>
                  <a:pt x="574" y="3981"/>
                </a:cubicBezTo>
                <a:cubicBezTo>
                  <a:pt x="601" y="3981"/>
                  <a:pt x="629" y="3976"/>
                  <a:pt x="658" y="3963"/>
                </a:cubicBezTo>
                <a:cubicBezTo>
                  <a:pt x="1246" y="3713"/>
                  <a:pt x="2436" y="3207"/>
                  <a:pt x="2254" y="2374"/>
                </a:cubicBezTo>
                <a:cubicBezTo>
                  <a:pt x="2125" y="1787"/>
                  <a:pt x="1651" y="1612"/>
                  <a:pt x="1141" y="1612"/>
                </a:cubicBezTo>
                <a:cubicBezTo>
                  <a:pt x="893" y="1612"/>
                  <a:pt x="635" y="1654"/>
                  <a:pt x="405" y="1710"/>
                </a:cubicBezTo>
                <a:lnTo>
                  <a:pt x="405" y="1710"/>
                </a:lnTo>
                <a:cubicBezTo>
                  <a:pt x="402" y="1272"/>
                  <a:pt x="398" y="834"/>
                  <a:pt x="395" y="396"/>
                </a:cubicBezTo>
                <a:lnTo>
                  <a:pt x="395" y="396"/>
                </a:lnTo>
                <a:cubicBezTo>
                  <a:pt x="438" y="395"/>
                  <a:pt x="481" y="394"/>
                  <a:pt x="523" y="394"/>
                </a:cubicBezTo>
                <a:cubicBezTo>
                  <a:pt x="948" y="394"/>
                  <a:pt x="1355" y="462"/>
                  <a:pt x="1772" y="601"/>
                </a:cubicBezTo>
                <a:cubicBezTo>
                  <a:pt x="1795" y="608"/>
                  <a:pt x="1817" y="612"/>
                  <a:pt x="1837" y="612"/>
                </a:cubicBezTo>
                <a:cubicBezTo>
                  <a:pt x="2030" y="612"/>
                  <a:pt x="2095" y="294"/>
                  <a:pt x="1878" y="221"/>
                </a:cubicBezTo>
                <a:cubicBezTo>
                  <a:pt x="1434" y="72"/>
                  <a:pt x="1001" y="0"/>
                  <a:pt x="5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1"/>
          <p:cNvSpPr/>
          <p:nvPr/>
        </p:nvSpPr>
        <p:spPr>
          <a:xfrm>
            <a:off x="1893300" y="3861775"/>
            <a:ext cx="62400" cy="9875"/>
          </a:xfrm>
          <a:custGeom>
            <a:rect b="b" l="l" r="r" t="t"/>
            <a:pathLst>
              <a:path extrusionOk="0" h="395" w="2496">
                <a:moveTo>
                  <a:pt x="252" y="0"/>
                </a:moveTo>
                <a:cubicBezTo>
                  <a:pt x="0" y="0"/>
                  <a:pt x="0" y="394"/>
                  <a:pt x="252" y="394"/>
                </a:cubicBezTo>
                <a:lnTo>
                  <a:pt x="2242" y="394"/>
                </a:lnTo>
                <a:cubicBezTo>
                  <a:pt x="2496" y="394"/>
                  <a:pt x="2496" y="0"/>
                  <a:pt x="224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1"/>
          <p:cNvSpPr/>
          <p:nvPr/>
        </p:nvSpPr>
        <p:spPr>
          <a:xfrm>
            <a:off x="1901575" y="3882250"/>
            <a:ext cx="62925" cy="14900"/>
          </a:xfrm>
          <a:custGeom>
            <a:rect b="b" l="l" r="r" t="t"/>
            <a:pathLst>
              <a:path extrusionOk="0" h="596" w="2517">
                <a:moveTo>
                  <a:pt x="678" y="1"/>
                </a:moveTo>
                <a:cubicBezTo>
                  <a:pt x="537" y="1"/>
                  <a:pt x="396" y="5"/>
                  <a:pt x="253" y="15"/>
                </a:cubicBezTo>
                <a:cubicBezTo>
                  <a:pt x="6" y="27"/>
                  <a:pt x="0" y="406"/>
                  <a:pt x="239" y="406"/>
                </a:cubicBezTo>
                <a:cubicBezTo>
                  <a:pt x="244" y="406"/>
                  <a:pt x="249" y="406"/>
                  <a:pt x="253" y="405"/>
                </a:cubicBezTo>
                <a:cubicBezTo>
                  <a:pt x="391" y="396"/>
                  <a:pt x="528" y="392"/>
                  <a:pt x="664" y="392"/>
                </a:cubicBezTo>
                <a:cubicBezTo>
                  <a:pt x="1177" y="392"/>
                  <a:pt x="1682" y="456"/>
                  <a:pt x="2185" y="589"/>
                </a:cubicBezTo>
                <a:cubicBezTo>
                  <a:pt x="2204" y="594"/>
                  <a:pt x="2222" y="596"/>
                  <a:pt x="2239" y="596"/>
                </a:cubicBezTo>
                <a:cubicBezTo>
                  <a:pt x="2444" y="596"/>
                  <a:pt x="2516" y="267"/>
                  <a:pt x="2291" y="209"/>
                </a:cubicBezTo>
                <a:cubicBezTo>
                  <a:pt x="1758" y="71"/>
                  <a:pt x="1223" y="1"/>
                  <a:pt x="6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1"/>
          <p:cNvSpPr/>
          <p:nvPr/>
        </p:nvSpPr>
        <p:spPr>
          <a:xfrm>
            <a:off x="2079825" y="3805725"/>
            <a:ext cx="74275" cy="108600"/>
          </a:xfrm>
          <a:custGeom>
            <a:rect b="b" l="l" r="r" t="t"/>
            <a:pathLst>
              <a:path extrusionOk="0" h="4344" w="2971">
                <a:moveTo>
                  <a:pt x="2667" y="1"/>
                </a:moveTo>
                <a:cubicBezTo>
                  <a:pt x="2569" y="1"/>
                  <a:pt x="2476" y="63"/>
                  <a:pt x="2481" y="190"/>
                </a:cubicBezTo>
                <a:cubicBezTo>
                  <a:pt x="2481" y="190"/>
                  <a:pt x="2481" y="190"/>
                  <a:pt x="2481" y="190"/>
                </a:cubicBezTo>
                <a:lnTo>
                  <a:pt x="2481" y="190"/>
                </a:lnTo>
                <a:cubicBezTo>
                  <a:pt x="2499" y="659"/>
                  <a:pt x="2421" y="1112"/>
                  <a:pt x="2155" y="1510"/>
                </a:cubicBezTo>
                <a:cubicBezTo>
                  <a:pt x="1959" y="1803"/>
                  <a:pt x="1542" y="2168"/>
                  <a:pt x="1137" y="2168"/>
                </a:cubicBezTo>
                <a:cubicBezTo>
                  <a:pt x="978" y="2168"/>
                  <a:pt x="822" y="2112"/>
                  <a:pt x="681" y="1973"/>
                </a:cubicBezTo>
                <a:cubicBezTo>
                  <a:pt x="265" y="1565"/>
                  <a:pt x="567" y="877"/>
                  <a:pt x="964" y="629"/>
                </a:cubicBezTo>
                <a:cubicBezTo>
                  <a:pt x="1215" y="470"/>
                  <a:pt x="1499" y="424"/>
                  <a:pt x="1785" y="424"/>
                </a:cubicBezTo>
                <a:cubicBezTo>
                  <a:pt x="1893" y="424"/>
                  <a:pt x="2002" y="430"/>
                  <a:pt x="2109" y="440"/>
                </a:cubicBezTo>
                <a:cubicBezTo>
                  <a:pt x="2116" y="441"/>
                  <a:pt x="2123" y="441"/>
                  <a:pt x="2130" y="441"/>
                </a:cubicBezTo>
                <a:cubicBezTo>
                  <a:pt x="2359" y="441"/>
                  <a:pt x="2350" y="69"/>
                  <a:pt x="2106" y="45"/>
                </a:cubicBezTo>
                <a:cubicBezTo>
                  <a:pt x="2013" y="36"/>
                  <a:pt x="1918" y="32"/>
                  <a:pt x="1823" y="32"/>
                </a:cubicBezTo>
                <a:cubicBezTo>
                  <a:pt x="1246" y="32"/>
                  <a:pt x="655" y="204"/>
                  <a:pt x="317" y="706"/>
                </a:cubicBezTo>
                <a:cubicBezTo>
                  <a:pt x="12" y="1159"/>
                  <a:pt x="1" y="1845"/>
                  <a:pt x="401" y="2250"/>
                </a:cubicBezTo>
                <a:cubicBezTo>
                  <a:pt x="601" y="2452"/>
                  <a:pt x="856" y="2536"/>
                  <a:pt x="1119" y="2536"/>
                </a:cubicBezTo>
                <a:cubicBezTo>
                  <a:pt x="1413" y="2536"/>
                  <a:pt x="1717" y="2430"/>
                  <a:pt x="1959" y="2264"/>
                </a:cubicBezTo>
                <a:cubicBezTo>
                  <a:pt x="2183" y="2111"/>
                  <a:pt x="2363" y="1917"/>
                  <a:pt x="2502" y="1698"/>
                </a:cubicBezTo>
                <a:lnTo>
                  <a:pt x="2502" y="1698"/>
                </a:lnTo>
                <a:cubicBezTo>
                  <a:pt x="2435" y="2593"/>
                  <a:pt x="2163" y="3440"/>
                  <a:pt x="1340" y="3972"/>
                </a:cubicBezTo>
                <a:cubicBezTo>
                  <a:pt x="1163" y="4087"/>
                  <a:pt x="1273" y="4343"/>
                  <a:pt x="1438" y="4343"/>
                </a:cubicBezTo>
                <a:cubicBezTo>
                  <a:pt x="1470" y="4343"/>
                  <a:pt x="1505" y="4333"/>
                  <a:pt x="1539" y="4311"/>
                </a:cubicBezTo>
                <a:cubicBezTo>
                  <a:pt x="2954" y="3399"/>
                  <a:pt x="2971" y="1703"/>
                  <a:pt x="2875" y="190"/>
                </a:cubicBezTo>
                <a:cubicBezTo>
                  <a:pt x="2866" y="64"/>
                  <a:pt x="2765" y="1"/>
                  <a:pt x="26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1"/>
          <p:cNvSpPr/>
          <p:nvPr/>
        </p:nvSpPr>
        <p:spPr>
          <a:xfrm>
            <a:off x="2166900" y="3812000"/>
            <a:ext cx="66400" cy="100900"/>
          </a:xfrm>
          <a:custGeom>
            <a:rect b="b" l="l" r="r" t="t"/>
            <a:pathLst>
              <a:path extrusionOk="0" h="4036" w="2656">
                <a:moveTo>
                  <a:pt x="252" y="0"/>
                </a:moveTo>
                <a:cubicBezTo>
                  <a:pt x="0" y="0"/>
                  <a:pt x="1" y="392"/>
                  <a:pt x="254" y="395"/>
                </a:cubicBezTo>
                <a:cubicBezTo>
                  <a:pt x="879" y="402"/>
                  <a:pt x="1506" y="407"/>
                  <a:pt x="2132" y="413"/>
                </a:cubicBezTo>
                <a:lnTo>
                  <a:pt x="2132" y="413"/>
                </a:lnTo>
                <a:cubicBezTo>
                  <a:pt x="1659" y="1520"/>
                  <a:pt x="1187" y="2626"/>
                  <a:pt x="713" y="3732"/>
                </a:cubicBezTo>
                <a:cubicBezTo>
                  <a:pt x="647" y="3891"/>
                  <a:pt x="785" y="4035"/>
                  <a:pt x="910" y="4035"/>
                </a:cubicBezTo>
                <a:cubicBezTo>
                  <a:pt x="968" y="4035"/>
                  <a:pt x="1023" y="4005"/>
                  <a:pt x="1054" y="3931"/>
                </a:cubicBezTo>
                <a:cubicBezTo>
                  <a:pt x="1569" y="2727"/>
                  <a:pt x="2083" y="1521"/>
                  <a:pt x="2599" y="317"/>
                </a:cubicBezTo>
                <a:cubicBezTo>
                  <a:pt x="2656" y="185"/>
                  <a:pt x="2592" y="22"/>
                  <a:pt x="2428" y="20"/>
                </a:cubicBezTo>
                <a:cubicBezTo>
                  <a:pt x="1704" y="13"/>
                  <a:pt x="978" y="7"/>
                  <a:pt x="254" y="0"/>
                </a:cubicBezTo>
                <a:cubicBezTo>
                  <a:pt x="253" y="0"/>
                  <a:pt x="253" y="0"/>
                  <a:pt x="25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1"/>
          <p:cNvSpPr/>
          <p:nvPr/>
        </p:nvSpPr>
        <p:spPr>
          <a:xfrm>
            <a:off x="2237325" y="3886650"/>
            <a:ext cx="16925" cy="9875"/>
          </a:xfrm>
          <a:custGeom>
            <a:rect b="b" l="l" r="r" t="t"/>
            <a:pathLst>
              <a:path extrusionOk="0" h="395" w="677">
                <a:moveTo>
                  <a:pt x="256" y="0"/>
                </a:moveTo>
                <a:cubicBezTo>
                  <a:pt x="1" y="0"/>
                  <a:pt x="1" y="394"/>
                  <a:pt x="256" y="394"/>
                </a:cubicBezTo>
                <a:lnTo>
                  <a:pt x="422" y="394"/>
                </a:lnTo>
                <a:cubicBezTo>
                  <a:pt x="674" y="394"/>
                  <a:pt x="676" y="0"/>
                  <a:pt x="42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1"/>
          <p:cNvSpPr/>
          <p:nvPr/>
        </p:nvSpPr>
        <p:spPr>
          <a:xfrm>
            <a:off x="2278350" y="3808450"/>
            <a:ext cx="56500" cy="89125"/>
          </a:xfrm>
          <a:custGeom>
            <a:rect b="b" l="l" r="r" t="t"/>
            <a:pathLst>
              <a:path extrusionOk="0" h="3565" w="2260">
                <a:moveTo>
                  <a:pt x="760" y="0"/>
                </a:moveTo>
                <a:cubicBezTo>
                  <a:pt x="561" y="0"/>
                  <a:pt x="358" y="57"/>
                  <a:pt x="176" y="177"/>
                </a:cubicBezTo>
                <a:cubicBezTo>
                  <a:pt x="0" y="290"/>
                  <a:pt x="109" y="547"/>
                  <a:pt x="274" y="547"/>
                </a:cubicBezTo>
                <a:cubicBezTo>
                  <a:pt x="306" y="547"/>
                  <a:pt x="340" y="537"/>
                  <a:pt x="375" y="514"/>
                </a:cubicBezTo>
                <a:cubicBezTo>
                  <a:pt x="476" y="449"/>
                  <a:pt x="649" y="407"/>
                  <a:pt x="817" y="407"/>
                </a:cubicBezTo>
                <a:cubicBezTo>
                  <a:pt x="1065" y="407"/>
                  <a:pt x="1300" y="499"/>
                  <a:pt x="1266" y="742"/>
                </a:cubicBezTo>
                <a:cubicBezTo>
                  <a:pt x="1234" y="967"/>
                  <a:pt x="788" y="1395"/>
                  <a:pt x="654" y="1578"/>
                </a:cubicBezTo>
                <a:cubicBezTo>
                  <a:pt x="584" y="1673"/>
                  <a:pt x="652" y="1850"/>
                  <a:pt x="772" y="1867"/>
                </a:cubicBezTo>
                <a:cubicBezTo>
                  <a:pt x="1034" y="1907"/>
                  <a:pt x="1482" y="1952"/>
                  <a:pt x="1661" y="2168"/>
                </a:cubicBezTo>
                <a:cubicBezTo>
                  <a:pt x="1817" y="2248"/>
                  <a:pt x="1831" y="2388"/>
                  <a:pt x="1707" y="2584"/>
                </a:cubicBezTo>
                <a:cubicBezTo>
                  <a:pt x="1765" y="2918"/>
                  <a:pt x="1614" y="3103"/>
                  <a:pt x="1250" y="3138"/>
                </a:cubicBezTo>
                <a:cubicBezTo>
                  <a:pt x="1125" y="3172"/>
                  <a:pt x="990" y="3182"/>
                  <a:pt x="854" y="3182"/>
                </a:cubicBezTo>
                <a:cubicBezTo>
                  <a:pt x="719" y="3182"/>
                  <a:pt x="582" y="3172"/>
                  <a:pt x="456" y="3167"/>
                </a:cubicBezTo>
                <a:cubicBezTo>
                  <a:pt x="452" y="3167"/>
                  <a:pt x="448" y="3167"/>
                  <a:pt x="445" y="3167"/>
                </a:cubicBezTo>
                <a:cubicBezTo>
                  <a:pt x="201" y="3167"/>
                  <a:pt x="207" y="3549"/>
                  <a:pt x="456" y="3561"/>
                </a:cubicBezTo>
                <a:cubicBezTo>
                  <a:pt x="514" y="3563"/>
                  <a:pt x="575" y="3565"/>
                  <a:pt x="638" y="3565"/>
                </a:cubicBezTo>
                <a:cubicBezTo>
                  <a:pt x="1328" y="3565"/>
                  <a:pt x="2246" y="3391"/>
                  <a:pt x="2254" y="2537"/>
                </a:cubicBezTo>
                <a:cubicBezTo>
                  <a:pt x="2260" y="1931"/>
                  <a:pt x="1691" y="1663"/>
                  <a:pt x="1167" y="1541"/>
                </a:cubicBezTo>
                <a:lnTo>
                  <a:pt x="1167" y="1541"/>
                </a:lnTo>
                <a:cubicBezTo>
                  <a:pt x="1347" y="1297"/>
                  <a:pt x="1525" y="1052"/>
                  <a:pt x="1707" y="808"/>
                </a:cubicBezTo>
                <a:cubicBezTo>
                  <a:pt x="1750" y="749"/>
                  <a:pt x="1734" y="670"/>
                  <a:pt x="1707" y="609"/>
                </a:cubicBezTo>
                <a:cubicBezTo>
                  <a:pt x="1528" y="219"/>
                  <a:pt x="1151" y="0"/>
                  <a:pt x="7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1"/>
          <p:cNvSpPr/>
          <p:nvPr/>
        </p:nvSpPr>
        <p:spPr>
          <a:xfrm>
            <a:off x="2340275" y="3811200"/>
            <a:ext cx="76975" cy="85550"/>
          </a:xfrm>
          <a:custGeom>
            <a:rect b="b" l="l" r="r" t="t"/>
            <a:pathLst>
              <a:path extrusionOk="0" h="3422" w="3079">
                <a:moveTo>
                  <a:pt x="1679" y="1"/>
                </a:moveTo>
                <a:cubicBezTo>
                  <a:pt x="1217" y="1"/>
                  <a:pt x="663" y="183"/>
                  <a:pt x="239" y="248"/>
                </a:cubicBezTo>
                <a:cubicBezTo>
                  <a:pt x="1" y="285"/>
                  <a:pt x="85" y="629"/>
                  <a:pt x="306" y="629"/>
                </a:cubicBezTo>
                <a:cubicBezTo>
                  <a:pt x="318" y="629"/>
                  <a:pt x="330" y="628"/>
                  <a:pt x="342" y="626"/>
                </a:cubicBezTo>
                <a:cubicBezTo>
                  <a:pt x="611" y="584"/>
                  <a:pt x="975" y="455"/>
                  <a:pt x="1265" y="455"/>
                </a:cubicBezTo>
                <a:cubicBezTo>
                  <a:pt x="1306" y="455"/>
                  <a:pt x="1346" y="457"/>
                  <a:pt x="1384" y="463"/>
                </a:cubicBezTo>
                <a:cubicBezTo>
                  <a:pt x="1606" y="499"/>
                  <a:pt x="1786" y="661"/>
                  <a:pt x="1756" y="878"/>
                </a:cubicBezTo>
                <a:cubicBezTo>
                  <a:pt x="1739" y="1004"/>
                  <a:pt x="1536" y="1256"/>
                  <a:pt x="1479" y="1355"/>
                </a:cubicBezTo>
                <a:cubicBezTo>
                  <a:pt x="1146" y="1928"/>
                  <a:pt x="812" y="2499"/>
                  <a:pt x="478" y="3071"/>
                </a:cubicBezTo>
                <a:cubicBezTo>
                  <a:pt x="419" y="3172"/>
                  <a:pt x="468" y="3338"/>
                  <a:pt x="597" y="3361"/>
                </a:cubicBezTo>
                <a:cubicBezTo>
                  <a:pt x="831" y="3401"/>
                  <a:pt x="1061" y="3421"/>
                  <a:pt x="1287" y="3421"/>
                </a:cubicBezTo>
                <a:cubicBezTo>
                  <a:pt x="1831" y="3421"/>
                  <a:pt x="2355" y="3304"/>
                  <a:pt x="2877" y="3067"/>
                </a:cubicBezTo>
                <a:cubicBezTo>
                  <a:pt x="3079" y="2977"/>
                  <a:pt x="2954" y="2708"/>
                  <a:pt x="2767" y="2708"/>
                </a:cubicBezTo>
                <a:cubicBezTo>
                  <a:pt x="2739" y="2708"/>
                  <a:pt x="2710" y="2714"/>
                  <a:pt x="2680" y="2728"/>
                </a:cubicBezTo>
                <a:cubicBezTo>
                  <a:pt x="2230" y="2931"/>
                  <a:pt x="1767" y="3032"/>
                  <a:pt x="1291" y="3032"/>
                </a:cubicBezTo>
                <a:cubicBezTo>
                  <a:pt x="1184" y="3032"/>
                  <a:pt x="1076" y="3027"/>
                  <a:pt x="967" y="3016"/>
                </a:cubicBezTo>
                <a:lnTo>
                  <a:pt x="967" y="3016"/>
                </a:lnTo>
                <a:cubicBezTo>
                  <a:pt x="1233" y="2561"/>
                  <a:pt x="1498" y="2106"/>
                  <a:pt x="1763" y="1651"/>
                </a:cubicBezTo>
                <a:cubicBezTo>
                  <a:pt x="1957" y="1322"/>
                  <a:pt x="2333" y="881"/>
                  <a:pt x="2310" y="467"/>
                </a:cubicBezTo>
                <a:cubicBezTo>
                  <a:pt x="2296" y="218"/>
                  <a:pt x="2139" y="55"/>
                  <a:pt x="1897" y="16"/>
                </a:cubicBezTo>
                <a:cubicBezTo>
                  <a:pt x="1827" y="5"/>
                  <a:pt x="1754" y="1"/>
                  <a:pt x="16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1"/>
          <p:cNvSpPr/>
          <p:nvPr/>
        </p:nvSpPr>
        <p:spPr>
          <a:xfrm>
            <a:off x="2457075" y="3899100"/>
            <a:ext cx="12725" cy="9875"/>
          </a:xfrm>
          <a:custGeom>
            <a:rect b="b" l="l" r="r" t="t"/>
            <a:pathLst>
              <a:path extrusionOk="0" h="395" w="509">
                <a:moveTo>
                  <a:pt x="255" y="1"/>
                </a:moveTo>
                <a:cubicBezTo>
                  <a:pt x="0" y="1"/>
                  <a:pt x="0" y="394"/>
                  <a:pt x="255" y="394"/>
                </a:cubicBezTo>
                <a:cubicBezTo>
                  <a:pt x="509" y="394"/>
                  <a:pt x="509" y="1"/>
                  <a:pt x="25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1"/>
          <p:cNvSpPr/>
          <p:nvPr/>
        </p:nvSpPr>
        <p:spPr>
          <a:xfrm>
            <a:off x="2010400" y="3745350"/>
            <a:ext cx="499200" cy="254300"/>
          </a:xfrm>
          <a:custGeom>
            <a:rect b="b" l="l" r="r" t="t"/>
            <a:pathLst>
              <a:path extrusionOk="0" h="10172" w="19968">
                <a:moveTo>
                  <a:pt x="13576" y="385"/>
                </a:moveTo>
                <a:cubicBezTo>
                  <a:pt x="14957" y="385"/>
                  <a:pt x="16328" y="513"/>
                  <a:pt x="17665" y="826"/>
                </a:cubicBezTo>
                <a:lnTo>
                  <a:pt x="17665" y="826"/>
                </a:lnTo>
                <a:cubicBezTo>
                  <a:pt x="19003" y="1551"/>
                  <a:pt x="19599" y="3344"/>
                  <a:pt x="19133" y="4818"/>
                </a:cubicBezTo>
                <a:cubicBezTo>
                  <a:pt x="18546" y="6679"/>
                  <a:pt x="16771" y="7871"/>
                  <a:pt x="15007" y="8471"/>
                </a:cubicBezTo>
                <a:cubicBezTo>
                  <a:pt x="13262" y="9064"/>
                  <a:pt x="11380" y="9258"/>
                  <a:pt x="9567" y="9536"/>
                </a:cubicBezTo>
                <a:cubicBezTo>
                  <a:pt x="8616" y="9681"/>
                  <a:pt x="7615" y="9819"/>
                  <a:pt x="6627" y="9819"/>
                </a:cubicBezTo>
                <a:cubicBezTo>
                  <a:pt x="5482" y="9819"/>
                  <a:pt x="4355" y="9635"/>
                  <a:pt x="3340" y="9067"/>
                </a:cubicBezTo>
                <a:cubicBezTo>
                  <a:pt x="1612" y="8100"/>
                  <a:pt x="437" y="6115"/>
                  <a:pt x="1422" y="4195"/>
                </a:cubicBezTo>
                <a:cubicBezTo>
                  <a:pt x="2319" y="2441"/>
                  <a:pt x="4268" y="1719"/>
                  <a:pt x="6077" y="1332"/>
                </a:cubicBezTo>
                <a:cubicBezTo>
                  <a:pt x="8500" y="814"/>
                  <a:pt x="11053" y="385"/>
                  <a:pt x="13576" y="385"/>
                </a:cubicBezTo>
                <a:close/>
                <a:moveTo>
                  <a:pt x="13672" y="0"/>
                </a:moveTo>
                <a:cubicBezTo>
                  <a:pt x="11198" y="0"/>
                  <a:pt x="8705" y="411"/>
                  <a:pt x="6301" y="884"/>
                </a:cubicBezTo>
                <a:cubicBezTo>
                  <a:pt x="3667" y="1404"/>
                  <a:pt x="0" y="3103"/>
                  <a:pt x="745" y="6440"/>
                </a:cubicBezTo>
                <a:cubicBezTo>
                  <a:pt x="1388" y="9322"/>
                  <a:pt x="4340" y="10171"/>
                  <a:pt x="6981" y="10171"/>
                </a:cubicBezTo>
                <a:cubicBezTo>
                  <a:pt x="7518" y="10171"/>
                  <a:pt x="8042" y="10136"/>
                  <a:pt x="8531" y="10076"/>
                </a:cubicBezTo>
                <a:cubicBezTo>
                  <a:pt x="11833" y="9671"/>
                  <a:pt x="16134" y="9424"/>
                  <a:pt x="18479" y="6722"/>
                </a:cubicBezTo>
                <a:cubicBezTo>
                  <a:pt x="19433" y="5619"/>
                  <a:pt x="19967" y="4148"/>
                  <a:pt x="19554" y="2706"/>
                </a:cubicBezTo>
                <a:cubicBezTo>
                  <a:pt x="19328" y="1919"/>
                  <a:pt x="18884" y="1237"/>
                  <a:pt x="18274" y="768"/>
                </a:cubicBezTo>
                <a:lnTo>
                  <a:pt x="18274" y="768"/>
                </a:lnTo>
                <a:cubicBezTo>
                  <a:pt x="18299" y="674"/>
                  <a:pt x="18263" y="566"/>
                  <a:pt x="18142" y="535"/>
                </a:cubicBezTo>
                <a:cubicBezTo>
                  <a:pt x="18010" y="500"/>
                  <a:pt x="17877" y="467"/>
                  <a:pt x="17744" y="437"/>
                </a:cubicBezTo>
                <a:lnTo>
                  <a:pt x="17744" y="437"/>
                </a:lnTo>
                <a:cubicBezTo>
                  <a:pt x="17424" y="278"/>
                  <a:pt x="17072" y="171"/>
                  <a:pt x="16694" y="125"/>
                </a:cubicBezTo>
                <a:cubicBezTo>
                  <a:pt x="16684" y="124"/>
                  <a:pt x="16675" y="124"/>
                  <a:pt x="16667" y="124"/>
                </a:cubicBezTo>
                <a:cubicBezTo>
                  <a:pt x="16599" y="124"/>
                  <a:pt x="16553" y="157"/>
                  <a:pt x="16528" y="205"/>
                </a:cubicBezTo>
                <a:lnTo>
                  <a:pt x="16528" y="205"/>
                </a:lnTo>
                <a:cubicBezTo>
                  <a:pt x="15583" y="62"/>
                  <a:pt x="14629" y="0"/>
                  <a:pt x="1367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1"/>
          <p:cNvSpPr/>
          <p:nvPr/>
        </p:nvSpPr>
        <p:spPr>
          <a:xfrm>
            <a:off x="2973225" y="3003150"/>
            <a:ext cx="61500" cy="136900"/>
          </a:xfrm>
          <a:custGeom>
            <a:rect b="b" l="l" r="r" t="t"/>
            <a:pathLst>
              <a:path extrusionOk="0" h="5476" w="2460">
                <a:moveTo>
                  <a:pt x="1980" y="0"/>
                </a:moveTo>
                <a:cubicBezTo>
                  <a:pt x="1823" y="0"/>
                  <a:pt x="1667" y="83"/>
                  <a:pt x="1606" y="274"/>
                </a:cubicBezTo>
                <a:cubicBezTo>
                  <a:pt x="1102" y="1847"/>
                  <a:pt x="597" y="3420"/>
                  <a:pt x="94" y="4992"/>
                </a:cubicBezTo>
                <a:cubicBezTo>
                  <a:pt x="0" y="5284"/>
                  <a:pt x="240" y="5475"/>
                  <a:pt x="478" y="5475"/>
                </a:cubicBezTo>
                <a:cubicBezTo>
                  <a:pt x="635" y="5475"/>
                  <a:pt x="792" y="5392"/>
                  <a:pt x="853" y="5201"/>
                </a:cubicBezTo>
                <a:cubicBezTo>
                  <a:pt x="1357" y="3629"/>
                  <a:pt x="1862" y="2056"/>
                  <a:pt x="2365" y="483"/>
                </a:cubicBezTo>
                <a:cubicBezTo>
                  <a:pt x="2459" y="191"/>
                  <a:pt x="2219" y="0"/>
                  <a:pt x="198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1"/>
          <p:cNvSpPr/>
          <p:nvPr/>
        </p:nvSpPr>
        <p:spPr>
          <a:xfrm>
            <a:off x="3009125" y="3004150"/>
            <a:ext cx="57275" cy="142450"/>
          </a:xfrm>
          <a:custGeom>
            <a:rect b="b" l="l" r="r" t="t"/>
            <a:pathLst>
              <a:path extrusionOk="0" h="5698" w="2291">
                <a:moveTo>
                  <a:pt x="479" y="1"/>
                </a:moveTo>
                <a:cubicBezTo>
                  <a:pt x="236" y="1"/>
                  <a:pt x="0" y="188"/>
                  <a:pt x="113" y="474"/>
                </a:cubicBezTo>
                <a:cubicBezTo>
                  <a:pt x="744" y="2073"/>
                  <a:pt x="1199" y="3714"/>
                  <a:pt x="1481" y="5411"/>
                </a:cubicBezTo>
                <a:cubicBezTo>
                  <a:pt x="1515" y="5611"/>
                  <a:pt x="1656" y="5697"/>
                  <a:pt x="1808" y="5697"/>
                </a:cubicBezTo>
                <a:cubicBezTo>
                  <a:pt x="2037" y="5697"/>
                  <a:pt x="2291" y="5502"/>
                  <a:pt x="2240" y="5202"/>
                </a:cubicBezTo>
                <a:cubicBezTo>
                  <a:pt x="1958" y="3505"/>
                  <a:pt x="1503" y="1864"/>
                  <a:pt x="872" y="264"/>
                </a:cubicBezTo>
                <a:cubicBezTo>
                  <a:pt x="800" y="80"/>
                  <a:pt x="638" y="1"/>
                  <a:pt x="4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1"/>
          <p:cNvSpPr/>
          <p:nvPr/>
        </p:nvSpPr>
        <p:spPr>
          <a:xfrm>
            <a:off x="2983825" y="3082750"/>
            <a:ext cx="84650" cy="25100"/>
          </a:xfrm>
          <a:custGeom>
            <a:rect b="b" l="l" r="r" t="t"/>
            <a:pathLst>
              <a:path extrusionOk="0" h="1004" w="3386">
                <a:moveTo>
                  <a:pt x="1413" y="1"/>
                </a:moveTo>
                <a:cubicBezTo>
                  <a:pt x="1102" y="1"/>
                  <a:pt x="790" y="27"/>
                  <a:pt x="475" y="79"/>
                </a:cubicBezTo>
                <a:cubicBezTo>
                  <a:pt x="0" y="155"/>
                  <a:pt x="168" y="843"/>
                  <a:pt x="613" y="843"/>
                </a:cubicBezTo>
                <a:cubicBezTo>
                  <a:pt x="636" y="843"/>
                  <a:pt x="660" y="841"/>
                  <a:pt x="685" y="837"/>
                </a:cubicBezTo>
                <a:cubicBezTo>
                  <a:pt x="922" y="799"/>
                  <a:pt x="1156" y="780"/>
                  <a:pt x="1390" y="780"/>
                </a:cubicBezTo>
                <a:cubicBezTo>
                  <a:pt x="1843" y="780"/>
                  <a:pt x="2291" y="851"/>
                  <a:pt x="2734" y="985"/>
                </a:cubicBezTo>
                <a:cubicBezTo>
                  <a:pt x="2777" y="998"/>
                  <a:pt x="2817" y="1004"/>
                  <a:pt x="2855" y="1004"/>
                </a:cubicBezTo>
                <a:cubicBezTo>
                  <a:pt x="3252" y="1004"/>
                  <a:pt x="3386" y="359"/>
                  <a:pt x="2943" y="226"/>
                </a:cubicBezTo>
                <a:cubicBezTo>
                  <a:pt x="2437" y="73"/>
                  <a:pt x="1928" y="1"/>
                  <a:pt x="141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1"/>
          <p:cNvSpPr/>
          <p:nvPr/>
        </p:nvSpPr>
        <p:spPr>
          <a:xfrm>
            <a:off x="3385925" y="3828000"/>
            <a:ext cx="104550" cy="146500"/>
          </a:xfrm>
          <a:custGeom>
            <a:rect b="b" l="l" r="r" t="t"/>
            <a:pathLst>
              <a:path extrusionOk="0" h="5860" w="4182">
                <a:moveTo>
                  <a:pt x="1745" y="734"/>
                </a:moveTo>
                <a:cubicBezTo>
                  <a:pt x="1920" y="743"/>
                  <a:pt x="2096" y="752"/>
                  <a:pt x="2272" y="762"/>
                </a:cubicBezTo>
                <a:cubicBezTo>
                  <a:pt x="2769" y="820"/>
                  <a:pt x="2969" y="1077"/>
                  <a:pt x="2871" y="1532"/>
                </a:cubicBezTo>
                <a:cubicBezTo>
                  <a:pt x="2921" y="2116"/>
                  <a:pt x="2841" y="2153"/>
                  <a:pt x="2299" y="2344"/>
                </a:cubicBezTo>
                <a:cubicBezTo>
                  <a:pt x="2033" y="2437"/>
                  <a:pt x="1740" y="2472"/>
                  <a:pt x="1462" y="2501"/>
                </a:cubicBezTo>
                <a:cubicBezTo>
                  <a:pt x="974" y="2552"/>
                  <a:pt x="946" y="3289"/>
                  <a:pt x="1448" y="3289"/>
                </a:cubicBezTo>
                <a:cubicBezTo>
                  <a:pt x="1452" y="3289"/>
                  <a:pt x="1457" y="3288"/>
                  <a:pt x="1462" y="3288"/>
                </a:cubicBezTo>
                <a:cubicBezTo>
                  <a:pt x="1472" y="3288"/>
                  <a:pt x="1483" y="3288"/>
                  <a:pt x="1494" y="3288"/>
                </a:cubicBezTo>
                <a:cubicBezTo>
                  <a:pt x="2110" y="3288"/>
                  <a:pt x="3502" y="3763"/>
                  <a:pt x="2886" y="4535"/>
                </a:cubicBezTo>
                <a:cubicBezTo>
                  <a:pt x="2592" y="4905"/>
                  <a:pt x="2135" y="5084"/>
                  <a:pt x="1678" y="5084"/>
                </a:cubicBezTo>
                <a:cubicBezTo>
                  <a:pt x="1481" y="5084"/>
                  <a:pt x="1283" y="5051"/>
                  <a:pt x="1098" y="4984"/>
                </a:cubicBezTo>
                <a:lnTo>
                  <a:pt x="1098" y="4984"/>
                </a:lnTo>
                <a:cubicBezTo>
                  <a:pt x="1077" y="3728"/>
                  <a:pt x="1054" y="2474"/>
                  <a:pt x="1033" y="1217"/>
                </a:cubicBezTo>
                <a:cubicBezTo>
                  <a:pt x="1030" y="1075"/>
                  <a:pt x="966" y="972"/>
                  <a:pt x="875" y="910"/>
                </a:cubicBezTo>
                <a:lnTo>
                  <a:pt x="875" y="910"/>
                </a:lnTo>
                <a:cubicBezTo>
                  <a:pt x="1161" y="827"/>
                  <a:pt x="1455" y="751"/>
                  <a:pt x="1745" y="734"/>
                </a:cubicBezTo>
                <a:close/>
                <a:moveTo>
                  <a:pt x="1913" y="0"/>
                </a:moveTo>
                <a:cubicBezTo>
                  <a:pt x="1374" y="0"/>
                  <a:pt x="818" y="108"/>
                  <a:pt x="381" y="235"/>
                </a:cubicBezTo>
                <a:cubicBezTo>
                  <a:pt x="0" y="346"/>
                  <a:pt x="46" y="841"/>
                  <a:pt x="321" y="977"/>
                </a:cubicBezTo>
                <a:lnTo>
                  <a:pt x="321" y="977"/>
                </a:lnTo>
                <a:cubicBezTo>
                  <a:pt x="273" y="1038"/>
                  <a:pt x="244" y="1118"/>
                  <a:pt x="245" y="1218"/>
                </a:cubicBezTo>
                <a:cubicBezTo>
                  <a:pt x="270" y="2560"/>
                  <a:pt x="292" y="3900"/>
                  <a:pt x="315" y="5242"/>
                </a:cubicBezTo>
                <a:cubicBezTo>
                  <a:pt x="317" y="5377"/>
                  <a:pt x="387" y="5520"/>
                  <a:pt x="510" y="5582"/>
                </a:cubicBezTo>
                <a:cubicBezTo>
                  <a:pt x="873" y="5768"/>
                  <a:pt x="1271" y="5860"/>
                  <a:pt x="1666" y="5860"/>
                </a:cubicBezTo>
                <a:cubicBezTo>
                  <a:pt x="2490" y="5860"/>
                  <a:pt x="3299" y="5462"/>
                  <a:pt x="3742" y="4703"/>
                </a:cubicBezTo>
                <a:cubicBezTo>
                  <a:pt x="4182" y="3948"/>
                  <a:pt x="3655" y="3304"/>
                  <a:pt x="2942" y="2911"/>
                </a:cubicBezTo>
                <a:lnTo>
                  <a:pt x="2942" y="2911"/>
                </a:lnTo>
                <a:cubicBezTo>
                  <a:pt x="3530" y="2631"/>
                  <a:pt x="3971" y="2170"/>
                  <a:pt x="3873" y="1414"/>
                </a:cubicBezTo>
                <a:cubicBezTo>
                  <a:pt x="3731" y="321"/>
                  <a:pt x="2846" y="0"/>
                  <a:pt x="19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1"/>
          <p:cNvSpPr/>
          <p:nvPr/>
        </p:nvSpPr>
        <p:spPr>
          <a:xfrm>
            <a:off x="4088800" y="2424175"/>
            <a:ext cx="86475" cy="111175"/>
          </a:xfrm>
          <a:custGeom>
            <a:rect b="b" l="l" r="r" t="t"/>
            <a:pathLst>
              <a:path extrusionOk="0" h="4447" w="3459">
                <a:moveTo>
                  <a:pt x="2530" y="0"/>
                </a:moveTo>
                <a:cubicBezTo>
                  <a:pt x="1434" y="0"/>
                  <a:pt x="376" y="749"/>
                  <a:pt x="205" y="1895"/>
                </a:cubicBezTo>
                <a:cubicBezTo>
                  <a:pt x="1" y="3258"/>
                  <a:pt x="1197" y="4446"/>
                  <a:pt x="2519" y="4446"/>
                </a:cubicBezTo>
                <a:cubicBezTo>
                  <a:pt x="2557" y="4446"/>
                  <a:pt x="2594" y="4445"/>
                  <a:pt x="2632" y="4443"/>
                </a:cubicBezTo>
                <a:cubicBezTo>
                  <a:pt x="3127" y="4418"/>
                  <a:pt x="3140" y="3655"/>
                  <a:pt x="2657" y="3655"/>
                </a:cubicBezTo>
                <a:cubicBezTo>
                  <a:pt x="2649" y="3655"/>
                  <a:pt x="2641" y="3656"/>
                  <a:pt x="2632" y="3656"/>
                </a:cubicBezTo>
                <a:cubicBezTo>
                  <a:pt x="2606" y="3657"/>
                  <a:pt x="2580" y="3658"/>
                  <a:pt x="2554" y="3658"/>
                </a:cubicBezTo>
                <a:cubicBezTo>
                  <a:pt x="1721" y="3658"/>
                  <a:pt x="889" y="2979"/>
                  <a:pt x="968" y="2083"/>
                </a:cubicBezTo>
                <a:cubicBezTo>
                  <a:pt x="1036" y="1320"/>
                  <a:pt x="1781" y="779"/>
                  <a:pt x="2508" y="779"/>
                </a:cubicBezTo>
                <a:cubicBezTo>
                  <a:pt x="2600" y="779"/>
                  <a:pt x="2692" y="788"/>
                  <a:pt x="2782" y="806"/>
                </a:cubicBezTo>
                <a:cubicBezTo>
                  <a:pt x="2812" y="811"/>
                  <a:pt x="2840" y="814"/>
                  <a:pt x="2867" y="814"/>
                </a:cubicBezTo>
                <a:cubicBezTo>
                  <a:pt x="3300" y="814"/>
                  <a:pt x="3459" y="137"/>
                  <a:pt x="2991" y="46"/>
                </a:cubicBezTo>
                <a:cubicBezTo>
                  <a:pt x="2838" y="15"/>
                  <a:pt x="2684" y="0"/>
                  <a:pt x="253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1"/>
          <p:cNvSpPr/>
          <p:nvPr/>
        </p:nvSpPr>
        <p:spPr>
          <a:xfrm>
            <a:off x="3238575" y="2465725"/>
            <a:ext cx="53500" cy="125525"/>
          </a:xfrm>
          <a:custGeom>
            <a:rect b="b" l="l" r="r" t="t"/>
            <a:pathLst>
              <a:path extrusionOk="0" h="5021" w="2140">
                <a:moveTo>
                  <a:pt x="400" y="406"/>
                </a:moveTo>
                <a:lnTo>
                  <a:pt x="400" y="406"/>
                </a:lnTo>
                <a:cubicBezTo>
                  <a:pt x="1487" y="488"/>
                  <a:pt x="1515" y="1051"/>
                  <a:pt x="485" y="2094"/>
                </a:cubicBezTo>
                <a:cubicBezTo>
                  <a:pt x="456" y="2097"/>
                  <a:pt x="429" y="2106"/>
                  <a:pt x="406" y="2118"/>
                </a:cubicBezTo>
                <a:lnTo>
                  <a:pt x="406" y="2118"/>
                </a:lnTo>
                <a:cubicBezTo>
                  <a:pt x="406" y="1575"/>
                  <a:pt x="409" y="1032"/>
                  <a:pt x="416" y="489"/>
                </a:cubicBezTo>
                <a:cubicBezTo>
                  <a:pt x="416" y="458"/>
                  <a:pt x="410" y="430"/>
                  <a:pt x="400" y="406"/>
                </a:cubicBezTo>
                <a:close/>
                <a:moveTo>
                  <a:pt x="407" y="2472"/>
                </a:moveTo>
                <a:cubicBezTo>
                  <a:pt x="415" y="2475"/>
                  <a:pt x="424" y="2478"/>
                  <a:pt x="433" y="2481"/>
                </a:cubicBezTo>
                <a:cubicBezTo>
                  <a:pt x="589" y="2518"/>
                  <a:pt x="742" y="2565"/>
                  <a:pt x="895" y="2618"/>
                </a:cubicBezTo>
                <a:cubicBezTo>
                  <a:pt x="1490" y="2737"/>
                  <a:pt x="1607" y="3059"/>
                  <a:pt x="1251" y="3587"/>
                </a:cubicBezTo>
                <a:cubicBezTo>
                  <a:pt x="1076" y="4309"/>
                  <a:pt x="979" y="4377"/>
                  <a:pt x="435" y="4555"/>
                </a:cubicBezTo>
                <a:lnTo>
                  <a:pt x="435" y="4555"/>
                </a:lnTo>
                <a:cubicBezTo>
                  <a:pt x="419" y="3861"/>
                  <a:pt x="410" y="3167"/>
                  <a:pt x="407" y="2472"/>
                </a:cubicBezTo>
                <a:close/>
                <a:moveTo>
                  <a:pt x="448" y="0"/>
                </a:moveTo>
                <a:cubicBezTo>
                  <a:pt x="364" y="0"/>
                  <a:pt x="278" y="6"/>
                  <a:pt x="187" y="20"/>
                </a:cubicBezTo>
                <a:cubicBezTo>
                  <a:pt x="18" y="46"/>
                  <a:pt x="12" y="228"/>
                  <a:pt x="102" y="331"/>
                </a:cubicBezTo>
                <a:lnTo>
                  <a:pt x="102" y="331"/>
                </a:lnTo>
                <a:cubicBezTo>
                  <a:pt x="55" y="362"/>
                  <a:pt x="21" y="414"/>
                  <a:pt x="19" y="488"/>
                </a:cubicBezTo>
                <a:cubicBezTo>
                  <a:pt x="1" y="1934"/>
                  <a:pt x="9" y="3377"/>
                  <a:pt x="47" y="4821"/>
                </a:cubicBezTo>
                <a:cubicBezTo>
                  <a:pt x="50" y="4925"/>
                  <a:pt x="138" y="5020"/>
                  <a:pt x="242" y="5020"/>
                </a:cubicBezTo>
                <a:cubicBezTo>
                  <a:pt x="260" y="5020"/>
                  <a:pt x="278" y="5017"/>
                  <a:pt x="296" y="5012"/>
                </a:cubicBezTo>
                <a:cubicBezTo>
                  <a:pt x="1034" y="4768"/>
                  <a:pt x="1923" y="4410"/>
                  <a:pt x="2012" y="3517"/>
                </a:cubicBezTo>
                <a:cubicBezTo>
                  <a:pt x="2075" y="2874"/>
                  <a:pt x="1631" y="2514"/>
                  <a:pt x="1112" y="2294"/>
                </a:cubicBezTo>
                <a:lnTo>
                  <a:pt x="1112" y="2294"/>
                </a:lnTo>
                <a:cubicBezTo>
                  <a:pt x="2140" y="1696"/>
                  <a:pt x="1799" y="0"/>
                  <a:pt x="44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1"/>
          <p:cNvSpPr/>
          <p:nvPr/>
        </p:nvSpPr>
        <p:spPr>
          <a:xfrm>
            <a:off x="3314250" y="2500575"/>
            <a:ext cx="39425" cy="12950"/>
          </a:xfrm>
          <a:custGeom>
            <a:rect b="b" l="l" r="r" t="t"/>
            <a:pathLst>
              <a:path extrusionOk="0" h="518" w="1577">
                <a:moveTo>
                  <a:pt x="1264" y="1"/>
                </a:moveTo>
                <a:cubicBezTo>
                  <a:pt x="1254" y="1"/>
                  <a:pt x="1243" y="2"/>
                  <a:pt x="1233" y="3"/>
                </a:cubicBezTo>
                <a:lnTo>
                  <a:pt x="239" y="136"/>
                </a:lnTo>
                <a:cubicBezTo>
                  <a:pt x="1" y="168"/>
                  <a:pt x="87" y="518"/>
                  <a:pt x="314" y="518"/>
                </a:cubicBezTo>
                <a:cubicBezTo>
                  <a:pt x="324" y="518"/>
                  <a:pt x="334" y="517"/>
                  <a:pt x="345" y="516"/>
                </a:cubicBezTo>
                <a:lnTo>
                  <a:pt x="1337" y="382"/>
                </a:lnTo>
                <a:cubicBezTo>
                  <a:pt x="1577" y="350"/>
                  <a:pt x="1489" y="1"/>
                  <a:pt x="126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1"/>
          <p:cNvSpPr/>
          <p:nvPr/>
        </p:nvSpPr>
        <p:spPr>
          <a:xfrm>
            <a:off x="3314450" y="2522225"/>
            <a:ext cx="38775" cy="13225"/>
          </a:xfrm>
          <a:custGeom>
            <a:rect b="b" l="l" r="r" t="t"/>
            <a:pathLst>
              <a:path extrusionOk="0" h="529" w="1551">
                <a:moveTo>
                  <a:pt x="636" y="1"/>
                </a:moveTo>
                <a:cubicBezTo>
                  <a:pt x="504" y="1"/>
                  <a:pt x="370" y="14"/>
                  <a:pt x="237" y="39"/>
                </a:cubicBezTo>
                <a:cubicBezTo>
                  <a:pt x="0" y="81"/>
                  <a:pt x="80" y="422"/>
                  <a:pt x="300" y="422"/>
                </a:cubicBezTo>
                <a:cubicBezTo>
                  <a:pt x="313" y="422"/>
                  <a:pt x="326" y="421"/>
                  <a:pt x="340" y="418"/>
                </a:cubicBezTo>
                <a:cubicBezTo>
                  <a:pt x="435" y="401"/>
                  <a:pt x="529" y="392"/>
                  <a:pt x="622" y="392"/>
                </a:cubicBezTo>
                <a:cubicBezTo>
                  <a:pt x="831" y="392"/>
                  <a:pt x="1036" y="435"/>
                  <a:pt x="1236" y="514"/>
                </a:cubicBezTo>
                <a:cubicBezTo>
                  <a:pt x="1261" y="524"/>
                  <a:pt x="1285" y="529"/>
                  <a:pt x="1307" y="529"/>
                </a:cubicBezTo>
                <a:cubicBezTo>
                  <a:pt x="1491" y="529"/>
                  <a:pt x="1550" y="217"/>
                  <a:pt x="1342" y="135"/>
                </a:cubicBezTo>
                <a:cubicBezTo>
                  <a:pt x="1112" y="44"/>
                  <a:pt x="876" y="1"/>
                  <a:pt x="63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1"/>
          <p:cNvSpPr/>
          <p:nvPr/>
        </p:nvSpPr>
        <p:spPr>
          <a:xfrm>
            <a:off x="3404850" y="2464450"/>
            <a:ext cx="42500" cy="111025"/>
          </a:xfrm>
          <a:custGeom>
            <a:rect b="b" l="l" r="r" t="t"/>
            <a:pathLst>
              <a:path extrusionOk="0" h="4441" w="1700">
                <a:moveTo>
                  <a:pt x="1391" y="0"/>
                </a:moveTo>
                <a:cubicBezTo>
                  <a:pt x="1361" y="0"/>
                  <a:pt x="1330" y="7"/>
                  <a:pt x="1298" y="24"/>
                </a:cubicBezTo>
                <a:cubicBezTo>
                  <a:pt x="739" y="304"/>
                  <a:pt x="1" y="761"/>
                  <a:pt x="67" y="1485"/>
                </a:cubicBezTo>
                <a:cubicBezTo>
                  <a:pt x="92" y="1749"/>
                  <a:pt x="208" y="1939"/>
                  <a:pt x="380" y="2135"/>
                </a:cubicBezTo>
                <a:cubicBezTo>
                  <a:pt x="512" y="2285"/>
                  <a:pt x="681" y="2396"/>
                  <a:pt x="818" y="2539"/>
                </a:cubicBezTo>
                <a:cubicBezTo>
                  <a:pt x="948" y="2652"/>
                  <a:pt x="1056" y="2782"/>
                  <a:pt x="1142" y="2937"/>
                </a:cubicBezTo>
                <a:cubicBezTo>
                  <a:pt x="1318" y="3668"/>
                  <a:pt x="1185" y="4033"/>
                  <a:pt x="743" y="4033"/>
                </a:cubicBezTo>
                <a:cubicBezTo>
                  <a:pt x="656" y="4033"/>
                  <a:pt x="556" y="4019"/>
                  <a:pt x="444" y="3990"/>
                </a:cubicBezTo>
                <a:cubicBezTo>
                  <a:pt x="413" y="3975"/>
                  <a:pt x="382" y="3968"/>
                  <a:pt x="353" y="3968"/>
                </a:cubicBezTo>
                <a:cubicBezTo>
                  <a:pt x="171" y="3968"/>
                  <a:pt x="50" y="4234"/>
                  <a:pt x="245" y="4330"/>
                </a:cubicBezTo>
                <a:cubicBezTo>
                  <a:pt x="395" y="4405"/>
                  <a:pt x="549" y="4440"/>
                  <a:pt x="699" y="4440"/>
                </a:cubicBezTo>
                <a:cubicBezTo>
                  <a:pt x="1195" y="4440"/>
                  <a:pt x="1639" y="4057"/>
                  <a:pt x="1674" y="3491"/>
                </a:cubicBezTo>
                <a:cubicBezTo>
                  <a:pt x="1700" y="3048"/>
                  <a:pt x="1464" y="2636"/>
                  <a:pt x="1169" y="2326"/>
                </a:cubicBezTo>
                <a:cubicBezTo>
                  <a:pt x="867" y="2008"/>
                  <a:pt x="251" y="1729"/>
                  <a:pt x="533" y="1106"/>
                </a:cubicBezTo>
                <a:cubicBezTo>
                  <a:pt x="696" y="744"/>
                  <a:pt x="1160" y="532"/>
                  <a:pt x="1497" y="362"/>
                </a:cubicBezTo>
                <a:cubicBezTo>
                  <a:pt x="1692" y="264"/>
                  <a:pt x="1573" y="0"/>
                  <a:pt x="139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1"/>
          <p:cNvSpPr/>
          <p:nvPr/>
        </p:nvSpPr>
        <p:spPr>
          <a:xfrm>
            <a:off x="3465975" y="2473150"/>
            <a:ext cx="13525" cy="93450"/>
          </a:xfrm>
          <a:custGeom>
            <a:rect b="b" l="l" r="r" t="t"/>
            <a:pathLst>
              <a:path extrusionOk="0" h="3738" w="541">
                <a:moveTo>
                  <a:pt x="195" y="0"/>
                </a:moveTo>
                <a:cubicBezTo>
                  <a:pt x="97" y="0"/>
                  <a:pt x="1" y="64"/>
                  <a:pt x="5" y="191"/>
                </a:cubicBezTo>
                <a:cubicBezTo>
                  <a:pt x="49" y="1309"/>
                  <a:pt x="97" y="2428"/>
                  <a:pt x="141" y="3548"/>
                </a:cubicBezTo>
                <a:cubicBezTo>
                  <a:pt x="147" y="3674"/>
                  <a:pt x="248" y="3737"/>
                  <a:pt x="347" y="3737"/>
                </a:cubicBezTo>
                <a:cubicBezTo>
                  <a:pt x="445" y="3737"/>
                  <a:pt x="540" y="3674"/>
                  <a:pt x="535" y="3548"/>
                </a:cubicBezTo>
                <a:cubicBezTo>
                  <a:pt x="490" y="2428"/>
                  <a:pt x="443" y="1309"/>
                  <a:pt x="399" y="191"/>
                </a:cubicBezTo>
                <a:cubicBezTo>
                  <a:pt x="394" y="64"/>
                  <a:pt x="294" y="0"/>
                  <a:pt x="19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1"/>
          <p:cNvSpPr/>
          <p:nvPr/>
        </p:nvSpPr>
        <p:spPr>
          <a:xfrm>
            <a:off x="3493550" y="2473150"/>
            <a:ext cx="14100" cy="90300"/>
          </a:xfrm>
          <a:custGeom>
            <a:rect b="b" l="l" r="r" t="t"/>
            <a:pathLst>
              <a:path extrusionOk="0" h="3612" w="564">
                <a:moveTo>
                  <a:pt x="195" y="1"/>
                </a:moveTo>
                <a:cubicBezTo>
                  <a:pt x="96" y="1"/>
                  <a:pt x="0" y="64"/>
                  <a:pt x="6" y="191"/>
                </a:cubicBezTo>
                <a:cubicBezTo>
                  <a:pt x="59" y="1268"/>
                  <a:pt x="112" y="2345"/>
                  <a:pt x="163" y="3422"/>
                </a:cubicBezTo>
                <a:cubicBezTo>
                  <a:pt x="170" y="3548"/>
                  <a:pt x="272" y="3612"/>
                  <a:pt x="371" y="3612"/>
                </a:cubicBezTo>
                <a:cubicBezTo>
                  <a:pt x="469" y="3612"/>
                  <a:pt x="563" y="3549"/>
                  <a:pt x="557" y="3422"/>
                </a:cubicBezTo>
                <a:cubicBezTo>
                  <a:pt x="505" y="2345"/>
                  <a:pt x="452" y="1268"/>
                  <a:pt x="399" y="191"/>
                </a:cubicBezTo>
                <a:cubicBezTo>
                  <a:pt x="394" y="64"/>
                  <a:pt x="293" y="1"/>
                  <a:pt x="19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1"/>
          <p:cNvSpPr/>
          <p:nvPr/>
        </p:nvSpPr>
        <p:spPr>
          <a:xfrm>
            <a:off x="3494375" y="2469975"/>
            <a:ext cx="64400" cy="98525"/>
          </a:xfrm>
          <a:custGeom>
            <a:rect b="b" l="l" r="r" t="t"/>
            <a:pathLst>
              <a:path extrusionOk="0" h="3941" w="2576">
                <a:moveTo>
                  <a:pt x="2383" y="1"/>
                </a:moveTo>
                <a:cubicBezTo>
                  <a:pt x="2285" y="1"/>
                  <a:pt x="2182" y="64"/>
                  <a:pt x="2174" y="191"/>
                </a:cubicBezTo>
                <a:cubicBezTo>
                  <a:pt x="2117" y="1130"/>
                  <a:pt x="2058" y="2071"/>
                  <a:pt x="1999" y="3010"/>
                </a:cubicBezTo>
                <a:lnTo>
                  <a:pt x="1999" y="3010"/>
                </a:lnTo>
                <a:cubicBezTo>
                  <a:pt x="1524" y="2102"/>
                  <a:pt x="1005" y="1219"/>
                  <a:pt x="438" y="362"/>
                </a:cubicBezTo>
                <a:cubicBezTo>
                  <a:pt x="396" y="299"/>
                  <a:pt x="336" y="273"/>
                  <a:pt x="276" y="273"/>
                </a:cubicBezTo>
                <a:cubicBezTo>
                  <a:pt x="137" y="273"/>
                  <a:pt x="1" y="414"/>
                  <a:pt x="99" y="563"/>
                </a:cubicBezTo>
                <a:cubicBezTo>
                  <a:pt x="794" y="1618"/>
                  <a:pt x="1423" y="2710"/>
                  <a:pt x="1981" y="3842"/>
                </a:cubicBezTo>
                <a:cubicBezTo>
                  <a:pt x="2016" y="3912"/>
                  <a:pt x="2073" y="3941"/>
                  <a:pt x="2133" y="3941"/>
                </a:cubicBezTo>
                <a:cubicBezTo>
                  <a:pt x="2234" y="3941"/>
                  <a:pt x="2341" y="3856"/>
                  <a:pt x="2348" y="3742"/>
                </a:cubicBezTo>
                <a:cubicBezTo>
                  <a:pt x="2421" y="2558"/>
                  <a:pt x="2495" y="1373"/>
                  <a:pt x="2568" y="191"/>
                </a:cubicBezTo>
                <a:cubicBezTo>
                  <a:pt x="2576" y="64"/>
                  <a:pt x="2482" y="1"/>
                  <a:pt x="238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1"/>
          <p:cNvSpPr/>
          <p:nvPr/>
        </p:nvSpPr>
        <p:spPr>
          <a:xfrm>
            <a:off x="3592275" y="2442900"/>
            <a:ext cx="34975" cy="47075"/>
          </a:xfrm>
          <a:custGeom>
            <a:rect b="b" l="l" r="r" t="t"/>
            <a:pathLst>
              <a:path extrusionOk="0" h="1883" w="1399">
                <a:moveTo>
                  <a:pt x="586" y="1"/>
                </a:moveTo>
                <a:cubicBezTo>
                  <a:pt x="427" y="1"/>
                  <a:pt x="272" y="64"/>
                  <a:pt x="141" y="186"/>
                </a:cubicBezTo>
                <a:cubicBezTo>
                  <a:pt x="1" y="318"/>
                  <a:pt x="138" y="515"/>
                  <a:pt x="293" y="515"/>
                </a:cubicBezTo>
                <a:cubicBezTo>
                  <a:pt x="337" y="515"/>
                  <a:pt x="382" y="499"/>
                  <a:pt x="423" y="460"/>
                </a:cubicBezTo>
                <a:cubicBezTo>
                  <a:pt x="475" y="413"/>
                  <a:pt x="530" y="391"/>
                  <a:pt x="587" y="391"/>
                </a:cubicBezTo>
                <a:cubicBezTo>
                  <a:pt x="592" y="391"/>
                  <a:pt x="598" y="391"/>
                  <a:pt x="603" y="391"/>
                </a:cubicBezTo>
                <a:lnTo>
                  <a:pt x="603" y="391"/>
                </a:lnTo>
                <a:cubicBezTo>
                  <a:pt x="537" y="777"/>
                  <a:pt x="374" y="1129"/>
                  <a:pt x="135" y="1444"/>
                </a:cubicBezTo>
                <a:cubicBezTo>
                  <a:pt x="72" y="1526"/>
                  <a:pt x="121" y="1667"/>
                  <a:pt x="205" y="1713"/>
                </a:cubicBezTo>
                <a:cubicBezTo>
                  <a:pt x="420" y="1827"/>
                  <a:pt x="637" y="1882"/>
                  <a:pt x="864" y="1882"/>
                </a:cubicBezTo>
                <a:cubicBezTo>
                  <a:pt x="962" y="1882"/>
                  <a:pt x="1062" y="1872"/>
                  <a:pt x="1164" y="1852"/>
                </a:cubicBezTo>
                <a:cubicBezTo>
                  <a:pt x="1399" y="1806"/>
                  <a:pt x="1319" y="1468"/>
                  <a:pt x="1102" y="1468"/>
                </a:cubicBezTo>
                <a:cubicBezTo>
                  <a:pt x="1088" y="1468"/>
                  <a:pt x="1073" y="1470"/>
                  <a:pt x="1059" y="1473"/>
                </a:cubicBezTo>
                <a:cubicBezTo>
                  <a:pt x="992" y="1486"/>
                  <a:pt x="927" y="1492"/>
                  <a:pt x="863" y="1492"/>
                </a:cubicBezTo>
                <a:cubicBezTo>
                  <a:pt x="775" y="1492"/>
                  <a:pt x="689" y="1480"/>
                  <a:pt x="605" y="1456"/>
                </a:cubicBezTo>
                <a:lnTo>
                  <a:pt x="605" y="1456"/>
                </a:lnTo>
                <a:cubicBezTo>
                  <a:pt x="835" y="1094"/>
                  <a:pt x="967" y="692"/>
                  <a:pt x="1014" y="260"/>
                </a:cubicBezTo>
                <a:cubicBezTo>
                  <a:pt x="1021" y="194"/>
                  <a:pt x="971" y="121"/>
                  <a:pt x="915" y="91"/>
                </a:cubicBezTo>
                <a:cubicBezTo>
                  <a:pt x="807" y="30"/>
                  <a:pt x="696" y="1"/>
                  <a:pt x="5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1"/>
          <p:cNvSpPr/>
          <p:nvPr/>
        </p:nvSpPr>
        <p:spPr>
          <a:xfrm>
            <a:off x="3600300" y="2510275"/>
            <a:ext cx="39300" cy="13125"/>
          </a:xfrm>
          <a:custGeom>
            <a:rect b="b" l="l" r="r" t="t"/>
            <a:pathLst>
              <a:path extrusionOk="0" h="525" w="1572">
                <a:moveTo>
                  <a:pt x="780" y="1"/>
                </a:moveTo>
                <a:cubicBezTo>
                  <a:pt x="580" y="1"/>
                  <a:pt x="380" y="50"/>
                  <a:pt x="192" y="149"/>
                </a:cubicBezTo>
                <a:cubicBezTo>
                  <a:pt x="1" y="251"/>
                  <a:pt x="118" y="514"/>
                  <a:pt x="297" y="514"/>
                </a:cubicBezTo>
                <a:cubicBezTo>
                  <a:pt x="327" y="514"/>
                  <a:pt x="359" y="507"/>
                  <a:pt x="391" y="490"/>
                </a:cubicBezTo>
                <a:cubicBezTo>
                  <a:pt x="514" y="424"/>
                  <a:pt x="647" y="392"/>
                  <a:pt x="779" y="392"/>
                </a:cubicBezTo>
                <a:cubicBezTo>
                  <a:pt x="918" y="392"/>
                  <a:pt x="1057" y="428"/>
                  <a:pt x="1186" y="498"/>
                </a:cubicBezTo>
                <a:cubicBezTo>
                  <a:pt x="1219" y="517"/>
                  <a:pt x="1251" y="525"/>
                  <a:pt x="1282" y="525"/>
                </a:cubicBezTo>
                <a:cubicBezTo>
                  <a:pt x="1457" y="525"/>
                  <a:pt x="1572" y="264"/>
                  <a:pt x="1383" y="159"/>
                </a:cubicBezTo>
                <a:cubicBezTo>
                  <a:pt x="1192" y="54"/>
                  <a:pt x="986" y="1"/>
                  <a:pt x="78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1"/>
          <p:cNvSpPr/>
          <p:nvPr/>
        </p:nvSpPr>
        <p:spPr>
          <a:xfrm>
            <a:off x="3659475" y="2459700"/>
            <a:ext cx="63825" cy="104525"/>
          </a:xfrm>
          <a:custGeom>
            <a:rect b="b" l="l" r="r" t="t"/>
            <a:pathLst>
              <a:path extrusionOk="0" h="4181" w="2553">
                <a:moveTo>
                  <a:pt x="2185" y="1"/>
                </a:moveTo>
                <a:cubicBezTo>
                  <a:pt x="2179" y="1"/>
                  <a:pt x="2172" y="1"/>
                  <a:pt x="2166" y="2"/>
                </a:cubicBezTo>
                <a:cubicBezTo>
                  <a:pt x="58" y="184"/>
                  <a:pt x="1" y="4181"/>
                  <a:pt x="1788" y="4181"/>
                </a:cubicBezTo>
                <a:cubicBezTo>
                  <a:pt x="1957" y="4181"/>
                  <a:pt x="2142" y="4145"/>
                  <a:pt x="2343" y="4067"/>
                </a:cubicBezTo>
                <a:cubicBezTo>
                  <a:pt x="2553" y="3988"/>
                  <a:pt x="2493" y="3674"/>
                  <a:pt x="2308" y="3674"/>
                </a:cubicBezTo>
                <a:cubicBezTo>
                  <a:pt x="2286" y="3674"/>
                  <a:pt x="2262" y="3678"/>
                  <a:pt x="2237" y="3688"/>
                </a:cubicBezTo>
                <a:cubicBezTo>
                  <a:pt x="2091" y="3744"/>
                  <a:pt x="1957" y="3770"/>
                  <a:pt x="1835" y="3770"/>
                </a:cubicBezTo>
                <a:cubicBezTo>
                  <a:pt x="471" y="3770"/>
                  <a:pt x="599" y="531"/>
                  <a:pt x="2166" y="395"/>
                </a:cubicBezTo>
                <a:cubicBezTo>
                  <a:pt x="2409" y="375"/>
                  <a:pt x="2419" y="1"/>
                  <a:pt x="218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1"/>
          <p:cNvSpPr/>
          <p:nvPr/>
        </p:nvSpPr>
        <p:spPr>
          <a:xfrm>
            <a:off x="3715400" y="2463350"/>
            <a:ext cx="63600" cy="94975"/>
          </a:xfrm>
          <a:custGeom>
            <a:rect b="b" l="l" r="r" t="t"/>
            <a:pathLst>
              <a:path extrusionOk="0" h="3799" w="2544">
                <a:moveTo>
                  <a:pt x="1208" y="466"/>
                </a:moveTo>
                <a:cubicBezTo>
                  <a:pt x="1636" y="655"/>
                  <a:pt x="1926" y="1032"/>
                  <a:pt x="2040" y="1508"/>
                </a:cubicBezTo>
                <a:cubicBezTo>
                  <a:pt x="2122" y="1843"/>
                  <a:pt x="2103" y="2205"/>
                  <a:pt x="2037" y="2541"/>
                </a:cubicBezTo>
                <a:cubicBezTo>
                  <a:pt x="1960" y="2934"/>
                  <a:pt x="1893" y="3261"/>
                  <a:pt x="1450" y="3299"/>
                </a:cubicBezTo>
                <a:cubicBezTo>
                  <a:pt x="1425" y="3301"/>
                  <a:pt x="1401" y="3302"/>
                  <a:pt x="1377" y="3302"/>
                </a:cubicBezTo>
                <a:cubicBezTo>
                  <a:pt x="669" y="3302"/>
                  <a:pt x="530" y="2369"/>
                  <a:pt x="627" y="1801"/>
                </a:cubicBezTo>
                <a:cubicBezTo>
                  <a:pt x="710" y="1311"/>
                  <a:pt x="950" y="881"/>
                  <a:pt x="1208" y="466"/>
                </a:cubicBezTo>
                <a:close/>
                <a:moveTo>
                  <a:pt x="1034" y="0"/>
                </a:moveTo>
                <a:cubicBezTo>
                  <a:pt x="887" y="0"/>
                  <a:pt x="808" y="168"/>
                  <a:pt x="859" y="285"/>
                </a:cubicBezTo>
                <a:lnTo>
                  <a:pt x="859" y="285"/>
                </a:lnTo>
                <a:cubicBezTo>
                  <a:pt x="398" y="1042"/>
                  <a:pt x="0" y="1912"/>
                  <a:pt x="299" y="2805"/>
                </a:cubicBezTo>
                <a:cubicBezTo>
                  <a:pt x="458" y="3277"/>
                  <a:pt x="900" y="3798"/>
                  <a:pt x="1426" y="3798"/>
                </a:cubicBezTo>
                <a:cubicBezTo>
                  <a:pt x="1516" y="3798"/>
                  <a:pt x="1608" y="3783"/>
                  <a:pt x="1702" y="3750"/>
                </a:cubicBezTo>
                <a:cubicBezTo>
                  <a:pt x="2432" y="3490"/>
                  <a:pt x="2544" y="2317"/>
                  <a:pt x="2468" y="1680"/>
                </a:cubicBezTo>
                <a:cubicBezTo>
                  <a:pt x="2382" y="951"/>
                  <a:pt x="1960" y="334"/>
                  <a:pt x="1290" y="73"/>
                </a:cubicBezTo>
                <a:lnTo>
                  <a:pt x="1290" y="73"/>
                </a:lnTo>
                <a:cubicBezTo>
                  <a:pt x="1250" y="33"/>
                  <a:pt x="1193" y="8"/>
                  <a:pt x="1135" y="8"/>
                </a:cubicBezTo>
                <a:cubicBezTo>
                  <a:pt x="1124" y="8"/>
                  <a:pt x="1113" y="9"/>
                  <a:pt x="1102" y="11"/>
                </a:cubicBezTo>
                <a:lnTo>
                  <a:pt x="1102" y="11"/>
                </a:lnTo>
                <a:cubicBezTo>
                  <a:pt x="1097" y="10"/>
                  <a:pt x="1093" y="9"/>
                  <a:pt x="1088" y="8"/>
                </a:cubicBezTo>
                <a:cubicBezTo>
                  <a:pt x="1069" y="3"/>
                  <a:pt x="1051" y="0"/>
                  <a:pt x="10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1"/>
          <p:cNvSpPr/>
          <p:nvPr/>
        </p:nvSpPr>
        <p:spPr>
          <a:xfrm>
            <a:off x="3771700" y="2462050"/>
            <a:ext cx="48225" cy="97225"/>
          </a:xfrm>
          <a:custGeom>
            <a:rect b="b" l="l" r="r" t="t"/>
            <a:pathLst>
              <a:path extrusionOk="0" h="3889" w="1929">
                <a:moveTo>
                  <a:pt x="1298" y="0"/>
                </a:moveTo>
                <a:cubicBezTo>
                  <a:pt x="1279" y="0"/>
                  <a:pt x="1259" y="3"/>
                  <a:pt x="1238" y="9"/>
                </a:cubicBezTo>
                <a:cubicBezTo>
                  <a:pt x="691" y="173"/>
                  <a:pt x="520" y="722"/>
                  <a:pt x="707" y="1239"/>
                </a:cubicBezTo>
                <a:cubicBezTo>
                  <a:pt x="832" y="1584"/>
                  <a:pt x="1115" y="1837"/>
                  <a:pt x="1298" y="2148"/>
                </a:cubicBezTo>
                <a:cubicBezTo>
                  <a:pt x="1845" y="3071"/>
                  <a:pt x="930" y="3384"/>
                  <a:pt x="236" y="3505"/>
                </a:cubicBezTo>
                <a:cubicBezTo>
                  <a:pt x="1" y="3546"/>
                  <a:pt x="82" y="3888"/>
                  <a:pt x="302" y="3888"/>
                </a:cubicBezTo>
                <a:cubicBezTo>
                  <a:pt x="315" y="3888"/>
                  <a:pt x="328" y="3887"/>
                  <a:pt x="342" y="3885"/>
                </a:cubicBezTo>
                <a:cubicBezTo>
                  <a:pt x="916" y="3784"/>
                  <a:pt x="1652" y="3593"/>
                  <a:pt x="1842" y="2957"/>
                </a:cubicBezTo>
                <a:cubicBezTo>
                  <a:pt x="1928" y="2672"/>
                  <a:pt x="1864" y="2397"/>
                  <a:pt x="1742" y="2132"/>
                </a:cubicBezTo>
                <a:cubicBezTo>
                  <a:pt x="1556" y="1732"/>
                  <a:pt x="459" y="656"/>
                  <a:pt x="1343" y="389"/>
                </a:cubicBezTo>
                <a:cubicBezTo>
                  <a:pt x="1562" y="323"/>
                  <a:pt x="1497" y="0"/>
                  <a:pt x="129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1"/>
          <p:cNvSpPr/>
          <p:nvPr/>
        </p:nvSpPr>
        <p:spPr>
          <a:xfrm>
            <a:off x="3836875" y="2426200"/>
            <a:ext cx="41775" cy="50275"/>
          </a:xfrm>
          <a:custGeom>
            <a:rect b="b" l="l" r="r" t="t"/>
            <a:pathLst>
              <a:path extrusionOk="0" h="2011" w="1671">
                <a:moveTo>
                  <a:pt x="572" y="0"/>
                </a:moveTo>
                <a:cubicBezTo>
                  <a:pt x="456" y="0"/>
                  <a:pt x="339" y="15"/>
                  <a:pt x="236" y="36"/>
                </a:cubicBezTo>
                <a:cubicBezTo>
                  <a:pt x="1" y="83"/>
                  <a:pt x="80" y="420"/>
                  <a:pt x="294" y="420"/>
                </a:cubicBezTo>
                <a:cubicBezTo>
                  <a:pt x="308" y="420"/>
                  <a:pt x="322" y="419"/>
                  <a:pt x="338" y="416"/>
                </a:cubicBezTo>
                <a:cubicBezTo>
                  <a:pt x="398" y="404"/>
                  <a:pt x="504" y="381"/>
                  <a:pt x="603" y="381"/>
                </a:cubicBezTo>
                <a:cubicBezTo>
                  <a:pt x="715" y="381"/>
                  <a:pt x="819" y="410"/>
                  <a:pt x="837" y="516"/>
                </a:cubicBezTo>
                <a:cubicBezTo>
                  <a:pt x="856" y="623"/>
                  <a:pt x="697" y="778"/>
                  <a:pt x="644" y="849"/>
                </a:cubicBezTo>
                <a:cubicBezTo>
                  <a:pt x="495" y="1045"/>
                  <a:pt x="356" y="1234"/>
                  <a:pt x="372" y="1491"/>
                </a:cubicBezTo>
                <a:cubicBezTo>
                  <a:pt x="378" y="1585"/>
                  <a:pt x="431" y="1648"/>
                  <a:pt x="517" y="1680"/>
                </a:cubicBezTo>
                <a:lnTo>
                  <a:pt x="1354" y="1997"/>
                </a:lnTo>
                <a:cubicBezTo>
                  <a:pt x="1379" y="2007"/>
                  <a:pt x="1402" y="2011"/>
                  <a:pt x="1424" y="2011"/>
                </a:cubicBezTo>
                <a:cubicBezTo>
                  <a:pt x="1610" y="2011"/>
                  <a:pt x="1670" y="1698"/>
                  <a:pt x="1460" y="1618"/>
                </a:cubicBezTo>
                <a:lnTo>
                  <a:pt x="780" y="1360"/>
                </a:lnTo>
                <a:lnTo>
                  <a:pt x="780" y="1360"/>
                </a:lnTo>
                <a:cubicBezTo>
                  <a:pt x="863" y="1035"/>
                  <a:pt x="1295" y="827"/>
                  <a:pt x="1224" y="431"/>
                </a:cubicBezTo>
                <a:cubicBezTo>
                  <a:pt x="1163" y="96"/>
                  <a:pt x="869" y="0"/>
                  <a:pt x="57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1"/>
          <p:cNvSpPr/>
          <p:nvPr/>
        </p:nvSpPr>
        <p:spPr>
          <a:xfrm>
            <a:off x="3330775" y="2639925"/>
            <a:ext cx="37550" cy="10950"/>
          </a:xfrm>
          <a:custGeom>
            <a:rect b="b" l="l" r="r" t="t"/>
            <a:pathLst>
              <a:path extrusionOk="0" h="438" w="1502">
                <a:moveTo>
                  <a:pt x="1257" y="0"/>
                </a:moveTo>
                <a:cubicBezTo>
                  <a:pt x="1254" y="0"/>
                  <a:pt x="1250" y="0"/>
                  <a:pt x="1247" y="1"/>
                </a:cubicBezTo>
                <a:lnTo>
                  <a:pt x="254" y="44"/>
                </a:lnTo>
                <a:cubicBezTo>
                  <a:pt x="5" y="55"/>
                  <a:pt x="1" y="437"/>
                  <a:pt x="243" y="437"/>
                </a:cubicBezTo>
                <a:cubicBezTo>
                  <a:pt x="247" y="437"/>
                  <a:pt x="250" y="437"/>
                  <a:pt x="254" y="437"/>
                </a:cubicBezTo>
                <a:lnTo>
                  <a:pt x="1247" y="394"/>
                </a:lnTo>
                <a:cubicBezTo>
                  <a:pt x="1496" y="384"/>
                  <a:pt x="1502" y="0"/>
                  <a:pt x="125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1"/>
          <p:cNvSpPr/>
          <p:nvPr/>
        </p:nvSpPr>
        <p:spPr>
          <a:xfrm>
            <a:off x="3333875" y="2659550"/>
            <a:ext cx="31350" cy="9850"/>
          </a:xfrm>
          <a:custGeom>
            <a:rect b="b" l="l" r="r" t="t"/>
            <a:pathLst>
              <a:path extrusionOk="0" h="394" w="1254">
                <a:moveTo>
                  <a:pt x="254" y="0"/>
                </a:moveTo>
                <a:cubicBezTo>
                  <a:pt x="1" y="0"/>
                  <a:pt x="1" y="394"/>
                  <a:pt x="254" y="394"/>
                </a:cubicBezTo>
                <a:lnTo>
                  <a:pt x="1000" y="394"/>
                </a:lnTo>
                <a:cubicBezTo>
                  <a:pt x="1254" y="394"/>
                  <a:pt x="1254" y="0"/>
                  <a:pt x="100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1"/>
          <p:cNvSpPr/>
          <p:nvPr/>
        </p:nvSpPr>
        <p:spPr>
          <a:xfrm>
            <a:off x="3411600" y="2628825"/>
            <a:ext cx="44975" cy="75825"/>
          </a:xfrm>
          <a:custGeom>
            <a:rect b="b" l="l" r="r" t="t"/>
            <a:pathLst>
              <a:path extrusionOk="0" h="3033" w="1799">
                <a:moveTo>
                  <a:pt x="834" y="0"/>
                </a:moveTo>
                <a:cubicBezTo>
                  <a:pt x="588" y="0"/>
                  <a:pt x="323" y="133"/>
                  <a:pt x="139" y="316"/>
                </a:cubicBezTo>
                <a:cubicBezTo>
                  <a:pt x="0" y="454"/>
                  <a:pt x="136" y="652"/>
                  <a:pt x="287" y="652"/>
                </a:cubicBezTo>
                <a:cubicBezTo>
                  <a:pt x="332" y="652"/>
                  <a:pt x="377" y="635"/>
                  <a:pt x="418" y="595"/>
                </a:cubicBezTo>
                <a:cubicBezTo>
                  <a:pt x="526" y="487"/>
                  <a:pt x="642" y="440"/>
                  <a:pt x="741" y="440"/>
                </a:cubicBezTo>
                <a:cubicBezTo>
                  <a:pt x="973" y="440"/>
                  <a:pt x="1119" y="692"/>
                  <a:pt x="899" y="1007"/>
                </a:cubicBezTo>
                <a:cubicBezTo>
                  <a:pt x="771" y="1189"/>
                  <a:pt x="554" y="1291"/>
                  <a:pt x="363" y="1397"/>
                </a:cubicBezTo>
                <a:cubicBezTo>
                  <a:pt x="174" y="1502"/>
                  <a:pt x="291" y="1762"/>
                  <a:pt x="468" y="1762"/>
                </a:cubicBezTo>
                <a:cubicBezTo>
                  <a:pt x="498" y="1762"/>
                  <a:pt x="530" y="1754"/>
                  <a:pt x="562" y="1737"/>
                </a:cubicBezTo>
                <a:cubicBezTo>
                  <a:pt x="642" y="1695"/>
                  <a:pt x="732" y="1675"/>
                  <a:pt x="823" y="1675"/>
                </a:cubicBezTo>
                <a:cubicBezTo>
                  <a:pt x="1025" y="1675"/>
                  <a:pt x="1228" y="1778"/>
                  <a:pt x="1311" y="1973"/>
                </a:cubicBezTo>
                <a:cubicBezTo>
                  <a:pt x="1454" y="2312"/>
                  <a:pt x="1157" y="2657"/>
                  <a:pt x="813" y="2657"/>
                </a:cubicBezTo>
                <a:cubicBezTo>
                  <a:pt x="744" y="2657"/>
                  <a:pt x="674" y="2643"/>
                  <a:pt x="605" y="2613"/>
                </a:cubicBezTo>
                <a:cubicBezTo>
                  <a:pt x="577" y="2601"/>
                  <a:pt x="548" y="2595"/>
                  <a:pt x="521" y="2595"/>
                </a:cubicBezTo>
                <a:cubicBezTo>
                  <a:pt x="332" y="2595"/>
                  <a:pt x="203" y="2866"/>
                  <a:pt x="406" y="2954"/>
                </a:cubicBezTo>
                <a:cubicBezTo>
                  <a:pt x="531" y="3007"/>
                  <a:pt x="665" y="3033"/>
                  <a:pt x="798" y="3033"/>
                </a:cubicBezTo>
                <a:cubicBezTo>
                  <a:pt x="1300" y="3033"/>
                  <a:pt x="1799" y="2676"/>
                  <a:pt x="1763" y="2111"/>
                </a:cubicBezTo>
                <a:cubicBezTo>
                  <a:pt x="1739" y="1716"/>
                  <a:pt x="1459" y="1439"/>
                  <a:pt x="1119" y="1335"/>
                </a:cubicBezTo>
                <a:lnTo>
                  <a:pt x="1119" y="1335"/>
                </a:lnTo>
                <a:cubicBezTo>
                  <a:pt x="1383" y="1073"/>
                  <a:pt x="1541" y="742"/>
                  <a:pt x="1357" y="349"/>
                </a:cubicBezTo>
                <a:cubicBezTo>
                  <a:pt x="1240" y="99"/>
                  <a:pt x="1044" y="0"/>
                  <a:pt x="8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1"/>
          <p:cNvSpPr/>
          <p:nvPr/>
        </p:nvSpPr>
        <p:spPr>
          <a:xfrm>
            <a:off x="3486675" y="2632125"/>
            <a:ext cx="39725" cy="64750"/>
          </a:xfrm>
          <a:custGeom>
            <a:rect b="b" l="l" r="r" t="t"/>
            <a:pathLst>
              <a:path extrusionOk="0" h="2590" w="1589">
                <a:moveTo>
                  <a:pt x="1018" y="1"/>
                </a:moveTo>
                <a:cubicBezTo>
                  <a:pt x="578" y="1"/>
                  <a:pt x="171" y="391"/>
                  <a:pt x="338" y="862"/>
                </a:cubicBezTo>
                <a:cubicBezTo>
                  <a:pt x="415" y="1078"/>
                  <a:pt x="600" y="1219"/>
                  <a:pt x="780" y="1349"/>
                </a:cubicBezTo>
                <a:cubicBezTo>
                  <a:pt x="893" y="1429"/>
                  <a:pt x="1078" y="1515"/>
                  <a:pt x="1140" y="1644"/>
                </a:cubicBezTo>
                <a:cubicBezTo>
                  <a:pt x="1386" y="2141"/>
                  <a:pt x="659" y="2196"/>
                  <a:pt x="331" y="2196"/>
                </a:cubicBezTo>
                <a:cubicBezTo>
                  <a:pt x="302" y="2196"/>
                  <a:pt x="277" y="2196"/>
                  <a:pt x="255" y="2195"/>
                </a:cubicBezTo>
                <a:cubicBezTo>
                  <a:pt x="253" y="2195"/>
                  <a:pt x="250" y="2195"/>
                  <a:pt x="248" y="2195"/>
                </a:cubicBezTo>
                <a:cubicBezTo>
                  <a:pt x="0" y="2195"/>
                  <a:pt x="2" y="2582"/>
                  <a:pt x="255" y="2589"/>
                </a:cubicBezTo>
                <a:cubicBezTo>
                  <a:pt x="281" y="2589"/>
                  <a:pt x="307" y="2590"/>
                  <a:pt x="334" y="2590"/>
                </a:cubicBezTo>
                <a:cubicBezTo>
                  <a:pt x="866" y="2590"/>
                  <a:pt x="1589" y="2445"/>
                  <a:pt x="1576" y="1771"/>
                </a:cubicBezTo>
                <a:cubicBezTo>
                  <a:pt x="1573" y="1551"/>
                  <a:pt x="1453" y="1379"/>
                  <a:pt x="1294" y="1237"/>
                </a:cubicBezTo>
                <a:cubicBezTo>
                  <a:pt x="1210" y="1163"/>
                  <a:pt x="1111" y="1101"/>
                  <a:pt x="1018" y="1035"/>
                </a:cubicBezTo>
                <a:cubicBezTo>
                  <a:pt x="954" y="990"/>
                  <a:pt x="882" y="947"/>
                  <a:pt x="828" y="891"/>
                </a:cubicBezTo>
                <a:cubicBezTo>
                  <a:pt x="734" y="796"/>
                  <a:pt x="456" y="377"/>
                  <a:pt x="874" y="377"/>
                </a:cubicBezTo>
                <a:cubicBezTo>
                  <a:pt x="918" y="377"/>
                  <a:pt x="969" y="381"/>
                  <a:pt x="1029" y="391"/>
                </a:cubicBezTo>
                <a:cubicBezTo>
                  <a:pt x="1042" y="393"/>
                  <a:pt x="1054" y="394"/>
                  <a:pt x="1066" y="394"/>
                </a:cubicBezTo>
                <a:cubicBezTo>
                  <a:pt x="1290" y="394"/>
                  <a:pt x="1375" y="50"/>
                  <a:pt x="1137" y="11"/>
                </a:cubicBezTo>
                <a:cubicBezTo>
                  <a:pt x="1097" y="4"/>
                  <a:pt x="1058" y="1"/>
                  <a:pt x="10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1"/>
          <p:cNvSpPr/>
          <p:nvPr/>
        </p:nvSpPr>
        <p:spPr>
          <a:xfrm>
            <a:off x="3540200" y="2628650"/>
            <a:ext cx="14000" cy="71650"/>
          </a:xfrm>
          <a:custGeom>
            <a:rect b="b" l="l" r="r" t="t"/>
            <a:pathLst>
              <a:path extrusionOk="0" h="2866" w="560">
                <a:moveTo>
                  <a:pt x="366" y="1"/>
                </a:moveTo>
                <a:cubicBezTo>
                  <a:pt x="267" y="1"/>
                  <a:pt x="165" y="64"/>
                  <a:pt x="158" y="191"/>
                </a:cubicBezTo>
                <a:lnTo>
                  <a:pt x="8" y="2676"/>
                </a:lnTo>
                <a:cubicBezTo>
                  <a:pt x="0" y="2802"/>
                  <a:pt x="95" y="2865"/>
                  <a:pt x="193" y="2865"/>
                </a:cubicBezTo>
                <a:cubicBezTo>
                  <a:pt x="292" y="2865"/>
                  <a:pt x="394" y="2802"/>
                  <a:pt x="402" y="2676"/>
                </a:cubicBezTo>
                <a:lnTo>
                  <a:pt x="552" y="191"/>
                </a:lnTo>
                <a:cubicBezTo>
                  <a:pt x="559" y="64"/>
                  <a:pt x="464" y="1"/>
                  <a:pt x="3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1"/>
          <p:cNvSpPr/>
          <p:nvPr/>
        </p:nvSpPr>
        <p:spPr>
          <a:xfrm>
            <a:off x="3565400" y="2631725"/>
            <a:ext cx="9875" cy="59275"/>
          </a:xfrm>
          <a:custGeom>
            <a:rect b="b" l="l" r="r" t="t"/>
            <a:pathLst>
              <a:path extrusionOk="0" h="2371" w="395">
                <a:moveTo>
                  <a:pt x="197" y="0"/>
                </a:moveTo>
                <a:cubicBezTo>
                  <a:pt x="99" y="0"/>
                  <a:pt x="1" y="64"/>
                  <a:pt x="1" y="191"/>
                </a:cubicBezTo>
                <a:lnTo>
                  <a:pt x="1" y="2181"/>
                </a:lnTo>
                <a:cubicBezTo>
                  <a:pt x="1" y="2308"/>
                  <a:pt x="99" y="2371"/>
                  <a:pt x="197" y="2371"/>
                </a:cubicBezTo>
                <a:cubicBezTo>
                  <a:pt x="296" y="2371"/>
                  <a:pt x="394" y="2308"/>
                  <a:pt x="394" y="2181"/>
                </a:cubicBezTo>
                <a:lnTo>
                  <a:pt x="394" y="191"/>
                </a:lnTo>
                <a:cubicBezTo>
                  <a:pt x="394" y="64"/>
                  <a:pt x="296" y="0"/>
                  <a:pt x="1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1"/>
          <p:cNvSpPr/>
          <p:nvPr/>
        </p:nvSpPr>
        <p:spPr>
          <a:xfrm>
            <a:off x="3567125" y="2631650"/>
            <a:ext cx="50325" cy="67825"/>
          </a:xfrm>
          <a:custGeom>
            <a:rect b="b" l="l" r="r" t="t"/>
            <a:pathLst>
              <a:path extrusionOk="0" h="2713" w="2013">
                <a:moveTo>
                  <a:pt x="1819" y="0"/>
                </a:moveTo>
                <a:cubicBezTo>
                  <a:pt x="1721" y="0"/>
                  <a:pt x="1619" y="64"/>
                  <a:pt x="1612" y="190"/>
                </a:cubicBezTo>
                <a:cubicBezTo>
                  <a:pt x="1585" y="760"/>
                  <a:pt x="1558" y="1328"/>
                  <a:pt x="1531" y="1898"/>
                </a:cubicBezTo>
                <a:lnTo>
                  <a:pt x="1531" y="1898"/>
                </a:lnTo>
                <a:cubicBezTo>
                  <a:pt x="1166" y="1335"/>
                  <a:pt x="801" y="772"/>
                  <a:pt x="437" y="208"/>
                </a:cubicBezTo>
                <a:cubicBezTo>
                  <a:pt x="395" y="145"/>
                  <a:pt x="335" y="119"/>
                  <a:pt x="275" y="119"/>
                </a:cubicBezTo>
                <a:cubicBezTo>
                  <a:pt x="137" y="119"/>
                  <a:pt x="0" y="260"/>
                  <a:pt x="96" y="409"/>
                </a:cubicBezTo>
                <a:cubicBezTo>
                  <a:pt x="574" y="1146"/>
                  <a:pt x="1050" y="1882"/>
                  <a:pt x="1528" y="2619"/>
                </a:cubicBezTo>
                <a:cubicBezTo>
                  <a:pt x="1569" y="2683"/>
                  <a:pt x="1632" y="2713"/>
                  <a:pt x="1695" y="2713"/>
                </a:cubicBezTo>
                <a:cubicBezTo>
                  <a:pt x="1793" y="2713"/>
                  <a:pt x="1889" y="2640"/>
                  <a:pt x="1894" y="2519"/>
                </a:cubicBezTo>
                <a:cubicBezTo>
                  <a:pt x="1933" y="1742"/>
                  <a:pt x="1969" y="967"/>
                  <a:pt x="2006" y="190"/>
                </a:cubicBezTo>
                <a:cubicBezTo>
                  <a:pt x="2012" y="63"/>
                  <a:pt x="1917" y="0"/>
                  <a:pt x="18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1"/>
          <p:cNvSpPr/>
          <p:nvPr/>
        </p:nvSpPr>
        <p:spPr>
          <a:xfrm>
            <a:off x="3333875" y="2790175"/>
            <a:ext cx="46925" cy="9850"/>
          </a:xfrm>
          <a:custGeom>
            <a:rect b="b" l="l" r="r" t="t"/>
            <a:pathLst>
              <a:path extrusionOk="0" h="394" w="1877">
                <a:moveTo>
                  <a:pt x="252" y="0"/>
                </a:moveTo>
                <a:cubicBezTo>
                  <a:pt x="1" y="0"/>
                  <a:pt x="2" y="394"/>
                  <a:pt x="254" y="394"/>
                </a:cubicBezTo>
                <a:lnTo>
                  <a:pt x="1623" y="394"/>
                </a:lnTo>
                <a:cubicBezTo>
                  <a:pt x="1876" y="394"/>
                  <a:pt x="1876" y="0"/>
                  <a:pt x="1623" y="0"/>
                </a:cubicBezTo>
                <a:lnTo>
                  <a:pt x="254" y="0"/>
                </a:lnTo>
                <a:cubicBezTo>
                  <a:pt x="253" y="0"/>
                  <a:pt x="253" y="0"/>
                  <a:pt x="25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1"/>
          <p:cNvSpPr/>
          <p:nvPr/>
        </p:nvSpPr>
        <p:spPr>
          <a:xfrm>
            <a:off x="3345900" y="2805150"/>
            <a:ext cx="35600" cy="13000"/>
          </a:xfrm>
          <a:custGeom>
            <a:rect b="b" l="l" r="r" t="t"/>
            <a:pathLst>
              <a:path extrusionOk="0" h="520" w="1424">
                <a:moveTo>
                  <a:pt x="825" y="0"/>
                </a:moveTo>
                <a:cubicBezTo>
                  <a:pt x="614" y="0"/>
                  <a:pt x="407" y="40"/>
                  <a:pt x="206" y="124"/>
                </a:cubicBezTo>
                <a:cubicBezTo>
                  <a:pt x="1" y="209"/>
                  <a:pt x="58" y="519"/>
                  <a:pt x="237" y="519"/>
                </a:cubicBezTo>
                <a:cubicBezTo>
                  <a:pt x="260" y="519"/>
                  <a:pt x="284" y="514"/>
                  <a:pt x="310" y="503"/>
                </a:cubicBezTo>
                <a:cubicBezTo>
                  <a:pt x="482" y="431"/>
                  <a:pt x="657" y="391"/>
                  <a:pt x="835" y="391"/>
                </a:cubicBezTo>
                <a:cubicBezTo>
                  <a:pt x="918" y="391"/>
                  <a:pt x="1001" y="400"/>
                  <a:pt x="1086" y="418"/>
                </a:cubicBezTo>
                <a:cubicBezTo>
                  <a:pt x="1101" y="421"/>
                  <a:pt x="1116" y="422"/>
                  <a:pt x="1130" y="422"/>
                </a:cubicBezTo>
                <a:cubicBezTo>
                  <a:pt x="1345" y="422"/>
                  <a:pt x="1423" y="85"/>
                  <a:pt x="1192" y="38"/>
                </a:cubicBezTo>
                <a:cubicBezTo>
                  <a:pt x="1069" y="13"/>
                  <a:pt x="947" y="0"/>
                  <a:pt x="8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1"/>
          <p:cNvSpPr/>
          <p:nvPr/>
        </p:nvSpPr>
        <p:spPr>
          <a:xfrm>
            <a:off x="3432675" y="2770125"/>
            <a:ext cx="49500" cy="72000"/>
          </a:xfrm>
          <a:custGeom>
            <a:rect b="b" l="l" r="r" t="t"/>
            <a:pathLst>
              <a:path extrusionOk="0" h="2880" w="1980">
                <a:moveTo>
                  <a:pt x="612" y="0"/>
                </a:moveTo>
                <a:cubicBezTo>
                  <a:pt x="470" y="0"/>
                  <a:pt x="326" y="33"/>
                  <a:pt x="196" y="98"/>
                </a:cubicBezTo>
                <a:cubicBezTo>
                  <a:pt x="0" y="199"/>
                  <a:pt x="121" y="464"/>
                  <a:pt x="302" y="464"/>
                </a:cubicBezTo>
                <a:cubicBezTo>
                  <a:pt x="331" y="464"/>
                  <a:pt x="362" y="457"/>
                  <a:pt x="394" y="441"/>
                </a:cubicBezTo>
                <a:cubicBezTo>
                  <a:pt x="463" y="407"/>
                  <a:pt x="538" y="389"/>
                  <a:pt x="610" y="389"/>
                </a:cubicBezTo>
                <a:cubicBezTo>
                  <a:pt x="737" y="389"/>
                  <a:pt x="857" y="444"/>
                  <a:pt x="935" y="563"/>
                </a:cubicBezTo>
                <a:cubicBezTo>
                  <a:pt x="1090" y="802"/>
                  <a:pt x="960" y="1162"/>
                  <a:pt x="622" y="1203"/>
                </a:cubicBezTo>
                <a:lnTo>
                  <a:pt x="622" y="1203"/>
                </a:lnTo>
                <a:cubicBezTo>
                  <a:pt x="618" y="1203"/>
                  <a:pt x="613" y="1203"/>
                  <a:pt x="608" y="1203"/>
                </a:cubicBezTo>
                <a:lnTo>
                  <a:pt x="608" y="1204"/>
                </a:lnTo>
                <a:cubicBezTo>
                  <a:pt x="363" y="1227"/>
                  <a:pt x="351" y="1598"/>
                  <a:pt x="607" y="1598"/>
                </a:cubicBezTo>
                <a:cubicBezTo>
                  <a:pt x="607" y="1598"/>
                  <a:pt x="608" y="1598"/>
                  <a:pt x="608" y="1598"/>
                </a:cubicBezTo>
                <a:cubicBezTo>
                  <a:pt x="653" y="1598"/>
                  <a:pt x="714" y="1596"/>
                  <a:pt x="783" y="1596"/>
                </a:cubicBezTo>
                <a:cubicBezTo>
                  <a:pt x="978" y="1596"/>
                  <a:pt x="1232" y="1611"/>
                  <a:pt x="1328" y="1723"/>
                </a:cubicBezTo>
                <a:cubicBezTo>
                  <a:pt x="1510" y="1934"/>
                  <a:pt x="1437" y="2235"/>
                  <a:pt x="1215" y="2362"/>
                </a:cubicBezTo>
                <a:cubicBezTo>
                  <a:pt x="1024" y="2471"/>
                  <a:pt x="756" y="2474"/>
                  <a:pt x="541" y="2486"/>
                </a:cubicBezTo>
                <a:cubicBezTo>
                  <a:pt x="294" y="2500"/>
                  <a:pt x="286" y="2880"/>
                  <a:pt x="528" y="2880"/>
                </a:cubicBezTo>
                <a:cubicBezTo>
                  <a:pt x="532" y="2880"/>
                  <a:pt x="537" y="2880"/>
                  <a:pt x="541" y="2879"/>
                </a:cubicBezTo>
                <a:cubicBezTo>
                  <a:pt x="1108" y="2846"/>
                  <a:pt x="1980" y="2645"/>
                  <a:pt x="1878" y="1887"/>
                </a:cubicBezTo>
                <a:cubicBezTo>
                  <a:pt x="1830" y="1532"/>
                  <a:pt x="1556" y="1355"/>
                  <a:pt x="1240" y="1272"/>
                </a:cubicBezTo>
                <a:lnTo>
                  <a:pt x="1240" y="1272"/>
                </a:lnTo>
                <a:cubicBezTo>
                  <a:pt x="1412" y="1072"/>
                  <a:pt x="1489" y="801"/>
                  <a:pt x="1386" y="516"/>
                </a:cubicBezTo>
                <a:cubicBezTo>
                  <a:pt x="1262" y="174"/>
                  <a:pt x="942" y="0"/>
                  <a:pt x="61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1"/>
          <p:cNvSpPr/>
          <p:nvPr/>
        </p:nvSpPr>
        <p:spPr>
          <a:xfrm>
            <a:off x="3495575" y="2830525"/>
            <a:ext cx="12725" cy="9875"/>
          </a:xfrm>
          <a:custGeom>
            <a:rect b="b" l="l" r="r" t="t"/>
            <a:pathLst>
              <a:path extrusionOk="0" h="395" w="509">
                <a:moveTo>
                  <a:pt x="254" y="1"/>
                </a:moveTo>
                <a:cubicBezTo>
                  <a:pt x="1" y="1"/>
                  <a:pt x="1" y="395"/>
                  <a:pt x="254" y="395"/>
                </a:cubicBezTo>
                <a:cubicBezTo>
                  <a:pt x="509" y="395"/>
                  <a:pt x="509" y="1"/>
                  <a:pt x="25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1"/>
          <p:cNvSpPr/>
          <p:nvPr/>
        </p:nvSpPr>
        <p:spPr>
          <a:xfrm>
            <a:off x="3552000" y="2768450"/>
            <a:ext cx="49300" cy="52175"/>
          </a:xfrm>
          <a:custGeom>
            <a:rect b="b" l="l" r="r" t="t"/>
            <a:pathLst>
              <a:path extrusionOk="0" h="2087" w="1972">
                <a:moveTo>
                  <a:pt x="1494" y="0"/>
                </a:moveTo>
                <a:cubicBezTo>
                  <a:pt x="1461" y="0"/>
                  <a:pt x="1426" y="12"/>
                  <a:pt x="1390" y="39"/>
                </a:cubicBezTo>
                <a:cubicBezTo>
                  <a:pt x="809" y="475"/>
                  <a:pt x="356" y="1028"/>
                  <a:pt x="64" y="1697"/>
                </a:cubicBezTo>
                <a:cubicBezTo>
                  <a:pt x="1" y="1842"/>
                  <a:pt x="89" y="1992"/>
                  <a:pt x="238" y="1992"/>
                </a:cubicBezTo>
                <a:cubicBezTo>
                  <a:pt x="254" y="1992"/>
                  <a:pt x="270" y="1990"/>
                  <a:pt x="286" y="1987"/>
                </a:cubicBezTo>
                <a:cubicBezTo>
                  <a:pt x="459" y="1952"/>
                  <a:pt x="630" y="1935"/>
                  <a:pt x="800" y="1935"/>
                </a:cubicBezTo>
                <a:cubicBezTo>
                  <a:pt x="1086" y="1935"/>
                  <a:pt x="1367" y="1983"/>
                  <a:pt x="1647" y="2076"/>
                </a:cubicBezTo>
                <a:cubicBezTo>
                  <a:pt x="1670" y="2083"/>
                  <a:pt x="1691" y="2087"/>
                  <a:pt x="1711" y="2087"/>
                </a:cubicBezTo>
                <a:cubicBezTo>
                  <a:pt x="1906" y="2087"/>
                  <a:pt x="1971" y="1768"/>
                  <a:pt x="1753" y="1697"/>
                </a:cubicBezTo>
                <a:cubicBezTo>
                  <a:pt x="1441" y="1594"/>
                  <a:pt x="1126" y="1545"/>
                  <a:pt x="809" y="1545"/>
                </a:cubicBezTo>
                <a:cubicBezTo>
                  <a:pt x="731" y="1545"/>
                  <a:pt x="653" y="1548"/>
                  <a:pt x="574" y="1554"/>
                </a:cubicBezTo>
                <a:lnTo>
                  <a:pt x="574" y="1554"/>
                </a:lnTo>
                <a:cubicBezTo>
                  <a:pt x="827" y="1097"/>
                  <a:pt x="1166" y="698"/>
                  <a:pt x="1589" y="380"/>
                </a:cubicBezTo>
                <a:cubicBezTo>
                  <a:pt x="1754" y="255"/>
                  <a:pt x="1650" y="0"/>
                  <a:pt x="149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1"/>
          <p:cNvSpPr/>
          <p:nvPr/>
        </p:nvSpPr>
        <p:spPr>
          <a:xfrm>
            <a:off x="3587150" y="2774750"/>
            <a:ext cx="9875" cy="71725"/>
          </a:xfrm>
          <a:custGeom>
            <a:rect b="b" l="l" r="r" t="t"/>
            <a:pathLst>
              <a:path extrusionOk="0" h="2869" w="395">
                <a:moveTo>
                  <a:pt x="198" y="0"/>
                </a:moveTo>
                <a:cubicBezTo>
                  <a:pt x="99" y="0"/>
                  <a:pt x="1" y="64"/>
                  <a:pt x="1" y="191"/>
                </a:cubicBezTo>
                <a:lnTo>
                  <a:pt x="1" y="2679"/>
                </a:lnTo>
                <a:cubicBezTo>
                  <a:pt x="1" y="2805"/>
                  <a:pt x="99" y="2869"/>
                  <a:pt x="198" y="2869"/>
                </a:cubicBezTo>
                <a:cubicBezTo>
                  <a:pt x="296" y="2869"/>
                  <a:pt x="395" y="2805"/>
                  <a:pt x="395" y="2679"/>
                </a:cubicBezTo>
                <a:lnTo>
                  <a:pt x="395" y="191"/>
                </a:lnTo>
                <a:cubicBezTo>
                  <a:pt x="395" y="64"/>
                  <a:pt x="296" y="0"/>
                  <a:pt x="19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1"/>
          <p:cNvSpPr/>
          <p:nvPr/>
        </p:nvSpPr>
        <p:spPr>
          <a:xfrm>
            <a:off x="3606100" y="2768825"/>
            <a:ext cx="52700" cy="71250"/>
          </a:xfrm>
          <a:custGeom>
            <a:rect b="b" l="l" r="r" t="t"/>
            <a:pathLst>
              <a:path extrusionOk="0" h="2850" w="2108">
                <a:moveTo>
                  <a:pt x="1558" y="0"/>
                </a:moveTo>
                <a:cubicBezTo>
                  <a:pt x="1541" y="0"/>
                  <a:pt x="1524" y="2"/>
                  <a:pt x="1506" y="7"/>
                </a:cubicBezTo>
                <a:cubicBezTo>
                  <a:pt x="1220" y="79"/>
                  <a:pt x="944" y="113"/>
                  <a:pt x="662" y="113"/>
                </a:cubicBezTo>
                <a:cubicBezTo>
                  <a:pt x="523" y="113"/>
                  <a:pt x="382" y="105"/>
                  <a:pt x="238" y="88"/>
                </a:cubicBezTo>
                <a:cubicBezTo>
                  <a:pt x="231" y="87"/>
                  <a:pt x="224" y="87"/>
                  <a:pt x="218" y="87"/>
                </a:cubicBezTo>
                <a:cubicBezTo>
                  <a:pt x="77" y="87"/>
                  <a:pt x="0" y="272"/>
                  <a:pt x="67" y="385"/>
                </a:cubicBezTo>
                <a:cubicBezTo>
                  <a:pt x="261" y="707"/>
                  <a:pt x="285" y="1049"/>
                  <a:pt x="120" y="1388"/>
                </a:cubicBezTo>
                <a:cubicBezTo>
                  <a:pt x="47" y="1541"/>
                  <a:pt x="156" y="1679"/>
                  <a:pt x="297" y="1679"/>
                </a:cubicBezTo>
                <a:cubicBezTo>
                  <a:pt x="327" y="1679"/>
                  <a:pt x="359" y="1673"/>
                  <a:pt x="391" y="1659"/>
                </a:cubicBezTo>
                <a:cubicBezTo>
                  <a:pt x="547" y="1590"/>
                  <a:pt x="803" y="1483"/>
                  <a:pt x="1001" y="1483"/>
                </a:cubicBezTo>
                <a:cubicBezTo>
                  <a:pt x="1026" y="1483"/>
                  <a:pt x="1050" y="1485"/>
                  <a:pt x="1072" y="1488"/>
                </a:cubicBezTo>
                <a:cubicBezTo>
                  <a:pt x="1380" y="1543"/>
                  <a:pt x="1800" y="1842"/>
                  <a:pt x="1486" y="2178"/>
                </a:cubicBezTo>
                <a:cubicBezTo>
                  <a:pt x="1293" y="2386"/>
                  <a:pt x="951" y="2429"/>
                  <a:pt x="684" y="2455"/>
                </a:cubicBezTo>
                <a:cubicBezTo>
                  <a:pt x="442" y="2480"/>
                  <a:pt x="433" y="2849"/>
                  <a:pt x="661" y="2849"/>
                </a:cubicBezTo>
                <a:cubicBezTo>
                  <a:pt x="669" y="2849"/>
                  <a:pt x="677" y="2849"/>
                  <a:pt x="684" y="2848"/>
                </a:cubicBezTo>
                <a:cubicBezTo>
                  <a:pt x="1241" y="2791"/>
                  <a:pt x="2107" y="2566"/>
                  <a:pt x="1994" y="1828"/>
                </a:cubicBezTo>
                <a:cubicBezTo>
                  <a:pt x="1914" y="1299"/>
                  <a:pt x="1511" y="1127"/>
                  <a:pt x="1072" y="1127"/>
                </a:cubicBezTo>
                <a:cubicBezTo>
                  <a:pt x="915" y="1127"/>
                  <a:pt x="752" y="1149"/>
                  <a:pt x="598" y="1185"/>
                </a:cubicBezTo>
                <a:lnTo>
                  <a:pt x="598" y="1185"/>
                </a:lnTo>
                <a:cubicBezTo>
                  <a:pt x="642" y="958"/>
                  <a:pt x="628" y="730"/>
                  <a:pt x="556" y="508"/>
                </a:cubicBezTo>
                <a:lnTo>
                  <a:pt x="556" y="508"/>
                </a:lnTo>
                <a:cubicBezTo>
                  <a:pt x="596" y="510"/>
                  <a:pt x="636" y="510"/>
                  <a:pt x="676" y="510"/>
                </a:cubicBezTo>
                <a:cubicBezTo>
                  <a:pt x="989" y="510"/>
                  <a:pt x="1299" y="470"/>
                  <a:pt x="1611" y="392"/>
                </a:cubicBezTo>
                <a:cubicBezTo>
                  <a:pt x="1839" y="331"/>
                  <a:pt x="1766" y="0"/>
                  <a:pt x="155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1"/>
          <p:cNvSpPr/>
          <p:nvPr/>
        </p:nvSpPr>
        <p:spPr>
          <a:xfrm>
            <a:off x="3340125" y="2920725"/>
            <a:ext cx="34450" cy="9875"/>
          </a:xfrm>
          <a:custGeom>
            <a:rect b="b" l="l" r="r" t="t"/>
            <a:pathLst>
              <a:path extrusionOk="0" h="395" w="1378">
                <a:moveTo>
                  <a:pt x="252" y="0"/>
                </a:moveTo>
                <a:cubicBezTo>
                  <a:pt x="0" y="0"/>
                  <a:pt x="0" y="394"/>
                  <a:pt x="252" y="394"/>
                </a:cubicBezTo>
                <a:lnTo>
                  <a:pt x="1124" y="394"/>
                </a:lnTo>
                <a:cubicBezTo>
                  <a:pt x="1377" y="394"/>
                  <a:pt x="1377" y="0"/>
                  <a:pt x="112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1"/>
          <p:cNvSpPr/>
          <p:nvPr/>
        </p:nvSpPr>
        <p:spPr>
          <a:xfrm>
            <a:off x="3346350" y="2942475"/>
            <a:ext cx="22025" cy="9875"/>
          </a:xfrm>
          <a:custGeom>
            <a:rect b="b" l="l" r="r" t="t"/>
            <a:pathLst>
              <a:path extrusionOk="0" h="395" w="881">
                <a:moveTo>
                  <a:pt x="252" y="1"/>
                </a:moveTo>
                <a:cubicBezTo>
                  <a:pt x="0" y="1"/>
                  <a:pt x="0" y="394"/>
                  <a:pt x="252" y="394"/>
                </a:cubicBezTo>
                <a:lnTo>
                  <a:pt x="626" y="394"/>
                </a:lnTo>
                <a:cubicBezTo>
                  <a:pt x="881" y="394"/>
                  <a:pt x="881" y="1"/>
                  <a:pt x="62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1"/>
          <p:cNvSpPr/>
          <p:nvPr/>
        </p:nvSpPr>
        <p:spPr>
          <a:xfrm>
            <a:off x="3427125" y="2897250"/>
            <a:ext cx="51200" cy="77225"/>
          </a:xfrm>
          <a:custGeom>
            <a:rect b="b" l="l" r="r" t="t"/>
            <a:pathLst>
              <a:path extrusionOk="0" h="3089" w="2048">
                <a:moveTo>
                  <a:pt x="243" y="19"/>
                </a:moveTo>
                <a:cubicBezTo>
                  <a:pt x="0" y="19"/>
                  <a:pt x="4" y="400"/>
                  <a:pt x="255" y="413"/>
                </a:cubicBezTo>
                <a:cubicBezTo>
                  <a:pt x="547" y="427"/>
                  <a:pt x="836" y="441"/>
                  <a:pt x="1128" y="454"/>
                </a:cubicBezTo>
                <a:cubicBezTo>
                  <a:pt x="1148" y="455"/>
                  <a:pt x="1167" y="455"/>
                  <a:pt x="1185" y="455"/>
                </a:cubicBezTo>
                <a:cubicBezTo>
                  <a:pt x="1203" y="455"/>
                  <a:pt x="1221" y="455"/>
                  <a:pt x="1238" y="455"/>
                </a:cubicBezTo>
                <a:cubicBezTo>
                  <a:pt x="1334" y="455"/>
                  <a:pt x="1417" y="462"/>
                  <a:pt x="1482" y="556"/>
                </a:cubicBezTo>
                <a:cubicBezTo>
                  <a:pt x="1585" y="702"/>
                  <a:pt x="1443" y="874"/>
                  <a:pt x="1373" y="1031"/>
                </a:cubicBezTo>
                <a:cubicBezTo>
                  <a:pt x="1117" y="1616"/>
                  <a:pt x="859" y="2202"/>
                  <a:pt x="604" y="2786"/>
                </a:cubicBezTo>
                <a:cubicBezTo>
                  <a:pt x="535" y="2943"/>
                  <a:pt x="673" y="3088"/>
                  <a:pt x="799" y="3088"/>
                </a:cubicBezTo>
                <a:cubicBezTo>
                  <a:pt x="857" y="3088"/>
                  <a:pt x="912" y="3058"/>
                  <a:pt x="943" y="2985"/>
                </a:cubicBezTo>
                <a:cubicBezTo>
                  <a:pt x="1171" y="2464"/>
                  <a:pt x="1400" y="1946"/>
                  <a:pt x="1628" y="1425"/>
                </a:cubicBezTo>
                <a:cubicBezTo>
                  <a:pt x="1749" y="1147"/>
                  <a:pt x="2047" y="735"/>
                  <a:pt x="2023" y="420"/>
                </a:cubicBezTo>
                <a:cubicBezTo>
                  <a:pt x="2007" y="206"/>
                  <a:pt x="1854" y="131"/>
                  <a:pt x="1665" y="92"/>
                </a:cubicBezTo>
                <a:cubicBezTo>
                  <a:pt x="1220" y="0"/>
                  <a:pt x="709" y="42"/>
                  <a:pt x="255" y="19"/>
                </a:cubicBezTo>
                <a:cubicBezTo>
                  <a:pt x="251" y="19"/>
                  <a:pt x="247" y="19"/>
                  <a:pt x="243" y="19"/>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1"/>
          <p:cNvSpPr/>
          <p:nvPr/>
        </p:nvSpPr>
        <p:spPr>
          <a:xfrm>
            <a:off x="3486225" y="2951825"/>
            <a:ext cx="12750" cy="9875"/>
          </a:xfrm>
          <a:custGeom>
            <a:rect b="b" l="l" r="r" t="t"/>
            <a:pathLst>
              <a:path extrusionOk="0" h="395" w="510">
                <a:moveTo>
                  <a:pt x="254" y="0"/>
                </a:moveTo>
                <a:cubicBezTo>
                  <a:pt x="1" y="0"/>
                  <a:pt x="1" y="394"/>
                  <a:pt x="254" y="394"/>
                </a:cubicBezTo>
                <a:cubicBezTo>
                  <a:pt x="509" y="394"/>
                  <a:pt x="509" y="0"/>
                  <a:pt x="25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1"/>
          <p:cNvSpPr/>
          <p:nvPr/>
        </p:nvSpPr>
        <p:spPr>
          <a:xfrm>
            <a:off x="3755425" y="3693200"/>
            <a:ext cx="61700" cy="84300"/>
          </a:xfrm>
          <a:custGeom>
            <a:rect b="b" l="l" r="r" t="t"/>
            <a:pathLst>
              <a:path extrusionOk="0" h="3372" w="2468">
                <a:moveTo>
                  <a:pt x="1211" y="397"/>
                </a:moveTo>
                <a:cubicBezTo>
                  <a:pt x="1473" y="397"/>
                  <a:pt x="1756" y="461"/>
                  <a:pt x="1959" y="513"/>
                </a:cubicBezTo>
                <a:cubicBezTo>
                  <a:pt x="1963" y="514"/>
                  <a:pt x="1967" y="515"/>
                  <a:pt x="1970" y="516"/>
                </a:cubicBezTo>
                <a:lnTo>
                  <a:pt x="1970" y="516"/>
                </a:lnTo>
                <a:cubicBezTo>
                  <a:pt x="1970" y="519"/>
                  <a:pt x="1970" y="523"/>
                  <a:pt x="1969" y="526"/>
                </a:cubicBezTo>
                <a:cubicBezTo>
                  <a:pt x="1969" y="526"/>
                  <a:pt x="1969" y="526"/>
                  <a:pt x="1969" y="526"/>
                </a:cubicBezTo>
                <a:lnTo>
                  <a:pt x="1969" y="526"/>
                </a:lnTo>
                <a:cubicBezTo>
                  <a:pt x="1952" y="867"/>
                  <a:pt x="1810" y="1229"/>
                  <a:pt x="1510" y="1422"/>
                </a:cubicBezTo>
                <a:cubicBezTo>
                  <a:pt x="1404" y="1490"/>
                  <a:pt x="1281" y="1521"/>
                  <a:pt x="1160" y="1521"/>
                </a:cubicBezTo>
                <a:cubicBezTo>
                  <a:pt x="815" y="1521"/>
                  <a:pt x="476" y="1270"/>
                  <a:pt x="524" y="880"/>
                </a:cubicBezTo>
                <a:cubicBezTo>
                  <a:pt x="570" y="504"/>
                  <a:pt x="873" y="397"/>
                  <a:pt x="1211" y="397"/>
                </a:cubicBezTo>
                <a:close/>
                <a:moveTo>
                  <a:pt x="1204" y="1"/>
                </a:moveTo>
                <a:cubicBezTo>
                  <a:pt x="928" y="1"/>
                  <a:pt x="660" y="58"/>
                  <a:pt x="439" y="226"/>
                </a:cubicBezTo>
                <a:cubicBezTo>
                  <a:pt x="58" y="513"/>
                  <a:pt x="1" y="1007"/>
                  <a:pt x="243" y="1407"/>
                </a:cubicBezTo>
                <a:cubicBezTo>
                  <a:pt x="473" y="1784"/>
                  <a:pt x="768" y="1938"/>
                  <a:pt x="1064" y="1938"/>
                </a:cubicBezTo>
                <a:cubicBezTo>
                  <a:pt x="1407" y="1938"/>
                  <a:pt x="1752" y="1731"/>
                  <a:pt x="2001" y="1427"/>
                </a:cubicBezTo>
                <a:lnTo>
                  <a:pt x="2001" y="1427"/>
                </a:lnTo>
                <a:cubicBezTo>
                  <a:pt x="1967" y="2171"/>
                  <a:pt x="1737" y="2922"/>
                  <a:pt x="886" y="2977"/>
                </a:cubicBezTo>
                <a:cubicBezTo>
                  <a:pt x="637" y="2993"/>
                  <a:pt x="631" y="3371"/>
                  <a:pt x="871" y="3371"/>
                </a:cubicBezTo>
                <a:cubicBezTo>
                  <a:pt x="876" y="3371"/>
                  <a:pt x="881" y="3371"/>
                  <a:pt x="886" y="3371"/>
                </a:cubicBezTo>
                <a:cubicBezTo>
                  <a:pt x="2349" y="3278"/>
                  <a:pt x="2468" y="1654"/>
                  <a:pt x="2363" y="526"/>
                </a:cubicBezTo>
                <a:cubicBezTo>
                  <a:pt x="2353" y="419"/>
                  <a:pt x="2283" y="357"/>
                  <a:pt x="2204" y="341"/>
                </a:cubicBezTo>
                <a:lnTo>
                  <a:pt x="2204" y="341"/>
                </a:lnTo>
                <a:cubicBezTo>
                  <a:pt x="2215" y="254"/>
                  <a:pt x="2176" y="163"/>
                  <a:pt x="2067" y="134"/>
                </a:cubicBezTo>
                <a:cubicBezTo>
                  <a:pt x="1802" y="67"/>
                  <a:pt x="1499" y="1"/>
                  <a:pt x="120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1"/>
          <p:cNvSpPr/>
          <p:nvPr/>
        </p:nvSpPr>
        <p:spPr>
          <a:xfrm>
            <a:off x="3846750" y="3694000"/>
            <a:ext cx="39125" cy="79650"/>
          </a:xfrm>
          <a:custGeom>
            <a:rect b="b" l="l" r="r" t="t"/>
            <a:pathLst>
              <a:path extrusionOk="0" h="3186" w="1565">
                <a:moveTo>
                  <a:pt x="851" y="1"/>
                </a:moveTo>
                <a:cubicBezTo>
                  <a:pt x="551" y="1"/>
                  <a:pt x="243" y="239"/>
                  <a:pt x="176" y="554"/>
                </a:cubicBezTo>
                <a:cubicBezTo>
                  <a:pt x="113" y="849"/>
                  <a:pt x="250" y="1141"/>
                  <a:pt x="421" y="1373"/>
                </a:cubicBezTo>
                <a:cubicBezTo>
                  <a:pt x="548" y="1549"/>
                  <a:pt x="706" y="1694"/>
                  <a:pt x="842" y="1863"/>
                </a:cubicBezTo>
                <a:cubicBezTo>
                  <a:pt x="1022" y="2088"/>
                  <a:pt x="1165" y="2325"/>
                  <a:pt x="1015" y="2583"/>
                </a:cubicBezTo>
                <a:cubicBezTo>
                  <a:pt x="938" y="2715"/>
                  <a:pt x="819" y="2806"/>
                  <a:pt x="681" y="2806"/>
                </a:cubicBezTo>
                <a:cubicBezTo>
                  <a:pt x="603" y="2806"/>
                  <a:pt x="520" y="2777"/>
                  <a:pt x="435" y="2709"/>
                </a:cubicBezTo>
                <a:cubicBezTo>
                  <a:pt x="394" y="2676"/>
                  <a:pt x="350" y="2662"/>
                  <a:pt x="307" y="2662"/>
                </a:cubicBezTo>
                <a:cubicBezTo>
                  <a:pt x="144" y="2662"/>
                  <a:pt x="1" y="2862"/>
                  <a:pt x="156" y="2988"/>
                </a:cubicBezTo>
                <a:cubicBezTo>
                  <a:pt x="318" y="3118"/>
                  <a:pt x="522" y="3185"/>
                  <a:pt x="723" y="3185"/>
                </a:cubicBezTo>
                <a:cubicBezTo>
                  <a:pt x="1009" y="3185"/>
                  <a:pt x="1289" y="3048"/>
                  <a:pt x="1429" y="2758"/>
                </a:cubicBezTo>
                <a:cubicBezTo>
                  <a:pt x="1565" y="2476"/>
                  <a:pt x="1489" y="2146"/>
                  <a:pt x="1338" y="1887"/>
                </a:cubicBezTo>
                <a:cubicBezTo>
                  <a:pt x="1250" y="1731"/>
                  <a:pt x="1129" y="1598"/>
                  <a:pt x="1012" y="1463"/>
                </a:cubicBezTo>
                <a:cubicBezTo>
                  <a:pt x="910" y="1349"/>
                  <a:pt x="799" y="1243"/>
                  <a:pt x="720" y="1113"/>
                </a:cubicBezTo>
                <a:cubicBezTo>
                  <a:pt x="630" y="1021"/>
                  <a:pt x="597" y="911"/>
                  <a:pt x="615" y="778"/>
                </a:cubicBezTo>
                <a:cubicBezTo>
                  <a:pt x="528" y="561"/>
                  <a:pt x="594" y="451"/>
                  <a:pt x="816" y="451"/>
                </a:cubicBezTo>
                <a:cubicBezTo>
                  <a:pt x="860" y="451"/>
                  <a:pt x="911" y="455"/>
                  <a:pt x="968" y="464"/>
                </a:cubicBezTo>
                <a:cubicBezTo>
                  <a:pt x="1008" y="510"/>
                  <a:pt x="1054" y="529"/>
                  <a:pt x="1099" y="529"/>
                </a:cubicBezTo>
                <a:cubicBezTo>
                  <a:pt x="1243" y="529"/>
                  <a:pt x="1375" y="332"/>
                  <a:pt x="1250" y="185"/>
                </a:cubicBezTo>
                <a:cubicBezTo>
                  <a:pt x="1137" y="56"/>
                  <a:pt x="995" y="1"/>
                  <a:pt x="8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1"/>
          <p:cNvSpPr/>
          <p:nvPr/>
        </p:nvSpPr>
        <p:spPr>
          <a:xfrm>
            <a:off x="3897025" y="3696125"/>
            <a:ext cx="9850" cy="75875"/>
          </a:xfrm>
          <a:custGeom>
            <a:rect b="b" l="l" r="r" t="t"/>
            <a:pathLst>
              <a:path extrusionOk="0" h="3035" w="394">
                <a:moveTo>
                  <a:pt x="197" y="0"/>
                </a:moveTo>
                <a:cubicBezTo>
                  <a:pt x="99" y="0"/>
                  <a:pt x="0" y="64"/>
                  <a:pt x="0" y="190"/>
                </a:cubicBezTo>
                <a:lnTo>
                  <a:pt x="0" y="2844"/>
                </a:lnTo>
                <a:cubicBezTo>
                  <a:pt x="0" y="2971"/>
                  <a:pt x="99" y="3034"/>
                  <a:pt x="197" y="3034"/>
                </a:cubicBezTo>
                <a:cubicBezTo>
                  <a:pt x="295" y="3034"/>
                  <a:pt x="394" y="2971"/>
                  <a:pt x="394" y="2844"/>
                </a:cubicBezTo>
                <a:lnTo>
                  <a:pt x="394" y="190"/>
                </a:lnTo>
                <a:cubicBezTo>
                  <a:pt x="394" y="64"/>
                  <a:pt x="295" y="0"/>
                  <a:pt x="1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1"/>
          <p:cNvSpPr/>
          <p:nvPr/>
        </p:nvSpPr>
        <p:spPr>
          <a:xfrm>
            <a:off x="3921900" y="3696125"/>
            <a:ext cx="9850" cy="75875"/>
          </a:xfrm>
          <a:custGeom>
            <a:rect b="b" l="l" r="r" t="t"/>
            <a:pathLst>
              <a:path extrusionOk="0" h="3035" w="394">
                <a:moveTo>
                  <a:pt x="197" y="0"/>
                </a:moveTo>
                <a:cubicBezTo>
                  <a:pt x="98" y="0"/>
                  <a:pt x="0" y="64"/>
                  <a:pt x="0" y="190"/>
                </a:cubicBezTo>
                <a:lnTo>
                  <a:pt x="0" y="2844"/>
                </a:lnTo>
                <a:cubicBezTo>
                  <a:pt x="0" y="2971"/>
                  <a:pt x="98" y="3034"/>
                  <a:pt x="197" y="3034"/>
                </a:cubicBezTo>
                <a:cubicBezTo>
                  <a:pt x="295" y="3034"/>
                  <a:pt x="394" y="2971"/>
                  <a:pt x="394" y="2844"/>
                </a:cubicBezTo>
                <a:lnTo>
                  <a:pt x="394" y="190"/>
                </a:lnTo>
                <a:cubicBezTo>
                  <a:pt x="394" y="64"/>
                  <a:pt x="295" y="0"/>
                  <a:pt x="1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1"/>
          <p:cNvSpPr/>
          <p:nvPr/>
        </p:nvSpPr>
        <p:spPr>
          <a:xfrm>
            <a:off x="3916300" y="3696250"/>
            <a:ext cx="62200" cy="79075"/>
          </a:xfrm>
          <a:custGeom>
            <a:rect b="b" l="l" r="r" t="t"/>
            <a:pathLst>
              <a:path extrusionOk="0" h="3163" w="2488">
                <a:moveTo>
                  <a:pt x="2298" y="1"/>
                </a:moveTo>
                <a:cubicBezTo>
                  <a:pt x="2199" y="1"/>
                  <a:pt x="2094" y="64"/>
                  <a:pt x="2082" y="190"/>
                </a:cubicBezTo>
                <a:cubicBezTo>
                  <a:pt x="2009" y="926"/>
                  <a:pt x="1936" y="1662"/>
                  <a:pt x="1862" y="2398"/>
                </a:cubicBezTo>
                <a:lnTo>
                  <a:pt x="1862" y="2398"/>
                </a:lnTo>
                <a:lnTo>
                  <a:pt x="439" y="243"/>
                </a:lnTo>
                <a:cubicBezTo>
                  <a:pt x="397" y="180"/>
                  <a:pt x="337" y="153"/>
                  <a:pt x="277" y="153"/>
                </a:cubicBezTo>
                <a:cubicBezTo>
                  <a:pt x="138" y="153"/>
                  <a:pt x="1" y="294"/>
                  <a:pt x="100" y="443"/>
                </a:cubicBezTo>
                <a:lnTo>
                  <a:pt x="1833" y="3068"/>
                </a:lnTo>
                <a:cubicBezTo>
                  <a:pt x="1876" y="3134"/>
                  <a:pt x="1937" y="3163"/>
                  <a:pt x="1997" y="3163"/>
                </a:cubicBezTo>
                <a:cubicBezTo>
                  <a:pt x="2094" y="3163"/>
                  <a:pt x="2187" y="3087"/>
                  <a:pt x="2200" y="2968"/>
                </a:cubicBezTo>
                <a:cubicBezTo>
                  <a:pt x="2291" y="2041"/>
                  <a:pt x="2384" y="1116"/>
                  <a:pt x="2476" y="190"/>
                </a:cubicBezTo>
                <a:cubicBezTo>
                  <a:pt x="2488" y="63"/>
                  <a:pt x="2396" y="1"/>
                  <a:pt x="22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1"/>
          <p:cNvSpPr/>
          <p:nvPr/>
        </p:nvSpPr>
        <p:spPr>
          <a:xfrm>
            <a:off x="3990150" y="3650175"/>
            <a:ext cx="59050" cy="56200"/>
          </a:xfrm>
          <a:custGeom>
            <a:rect b="b" l="l" r="r" t="t"/>
            <a:pathLst>
              <a:path extrusionOk="0" h="2248" w="2362">
                <a:moveTo>
                  <a:pt x="1331" y="1"/>
                </a:moveTo>
                <a:cubicBezTo>
                  <a:pt x="1298" y="1"/>
                  <a:pt x="1263" y="9"/>
                  <a:pt x="1231" y="26"/>
                </a:cubicBezTo>
                <a:cubicBezTo>
                  <a:pt x="1016" y="133"/>
                  <a:pt x="796" y="189"/>
                  <a:pt x="566" y="189"/>
                </a:cubicBezTo>
                <a:cubicBezTo>
                  <a:pt x="493" y="189"/>
                  <a:pt x="419" y="183"/>
                  <a:pt x="344" y="172"/>
                </a:cubicBezTo>
                <a:cubicBezTo>
                  <a:pt x="331" y="169"/>
                  <a:pt x="318" y="168"/>
                  <a:pt x="306" y="168"/>
                </a:cubicBezTo>
                <a:cubicBezTo>
                  <a:pt x="84" y="168"/>
                  <a:pt x="0" y="511"/>
                  <a:pt x="238" y="548"/>
                </a:cubicBezTo>
                <a:cubicBezTo>
                  <a:pt x="351" y="566"/>
                  <a:pt x="462" y="575"/>
                  <a:pt x="571" y="575"/>
                </a:cubicBezTo>
                <a:cubicBezTo>
                  <a:pt x="800" y="575"/>
                  <a:pt x="1020" y="535"/>
                  <a:pt x="1237" y="450"/>
                </a:cubicBezTo>
                <a:lnTo>
                  <a:pt x="1237" y="450"/>
                </a:lnTo>
                <a:cubicBezTo>
                  <a:pt x="1440" y="963"/>
                  <a:pt x="1192" y="1565"/>
                  <a:pt x="673" y="1794"/>
                </a:cubicBezTo>
                <a:cubicBezTo>
                  <a:pt x="480" y="1879"/>
                  <a:pt x="597" y="2150"/>
                  <a:pt x="773" y="2161"/>
                </a:cubicBezTo>
                <a:lnTo>
                  <a:pt x="2109" y="2247"/>
                </a:lnTo>
                <a:cubicBezTo>
                  <a:pt x="2114" y="2248"/>
                  <a:pt x="2118" y="2248"/>
                  <a:pt x="2123" y="2248"/>
                </a:cubicBezTo>
                <a:cubicBezTo>
                  <a:pt x="2362" y="2248"/>
                  <a:pt x="2357" y="1869"/>
                  <a:pt x="2109" y="1854"/>
                </a:cubicBezTo>
                <a:lnTo>
                  <a:pt x="1328" y="1803"/>
                </a:lnTo>
                <a:lnTo>
                  <a:pt x="1328" y="1803"/>
                </a:lnTo>
                <a:cubicBezTo>
                  <a:pt x="1735" y="1350"/>
                  <a:pt x="1830" y="639"/>
                  <a:pt x="1500" y="96"/>
                </a:cubicBezTo>
                <a:cubicBezTo>
                  <a:pt x="1462" y="33"/>
                  <a:pt x="1398" y="1"/>
                  <a:pt x="133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1"/>
          <p:cNvSpPr/>
          <p:nvPr/>
        </p:nvSpPr>
        <p:spPr>
          <a:xfrm>
            <a:off x="4056550" y="3720425"/>
            <a:ext cx="43250" cy="14725"/>
          </a:xfrm>
          <a:custGeom>
            <a:rect b="b" l="l" r="r" t="t"/>
            <a:pathLst>
              <a:path extrusionOk="0" h="589" w="1730">
                <a:moveTo>
                  <a:pt x="301" y="1"/>
                </a:moveTo>
                <a:cubicBezTo>
                  <a:pt x="82" y="1"/>
                  <a:pt x="0" y="342"/>
                  <a:pt x="236" y="384"/>
                </a:cubicBezTo>
                <a:cubicBezTo>
                  <a:pt x="619" y="451"/>
                  <a:pt x="1004" y="518"/>
                  <a:pt x="1390" y="585"/>
                </a:cubicBezTo>
                <a:cubicBezTo>
                  <a:pt x="1403" y="588"/>
                  <a:pt x="1416" y="589"/>
                  <a:pt x="1428" y="589"/>
                </a:cubicBezTo>
                <a:cubicBezTo>
                  <a:pt x="1649" y="589"/>
                  <a:pt x="1730" y="247"/>
                  <a:pt x="1495" y="206"/>
                </a:cubicBezTo>
                <a:cubicBezTo>
                  <a:pt x="1110" y="137"/>
                  <a:pt x="725" y="72"/>
                  <a:pt x="340" y="4"/>
                </a:cubicBezTo>
                <a:cubicBezTo>
                  <a:pt x="327" y="2"/>
                  <a:pt x="313" y="1"/>
                  <a:pt x="3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1"/>
          <p:cNvSpPr/>
          <p:nvPr/>
        </p:nvSpPr>
        <p:spPr>
          <a:xfrm>
            <a:off x="4053150" y="3745425"/>
            <a:ext cx="46275" cy="14950"/>
          </a:xfrm>
          <a:custGeom>
            <a:rect b="b" l="l" r="r" t="t"/>
            <a:pathLst>
              <a:path extrusionOk="0" h="598" w="1851">
                <a:moveTo>
                  <a:pt x="252" y="1"/>
                </a:moveTo>
                <a:cubicBezTo>
                  <a:pt x="1" y="1"/>
                  <a:pt x="3" y="389"/>
                  <a:pt x="254" y="394"/>
                </a:cubicBezTo>
                <a:cubicBezTo>
                  <a:pt x="687" y="406"/>
                  <a:pt x="1106" y="472"/>
                  <a:pt x="1521" y="589"/>
                </a:cubicBezTo>
                <a:cubicBezTo>
                  <a:pt x="1542" y="595"/>
                  <a:pt x="1561" y="598"/>
                  <a:pt x="1580" y="598"/>
                </a:cubicBezTo>
                <a:cubicBezTo>
                  <a:pt x="1780" y="598"/>
                  <a:pt x="1850" y="274"/>
                  <a:pt x="1627" y="210"/>
                </a:cubicBezTo>
                <a:cubicBezTo>
                  <a:pt x="1181" y="81"/>
                  <a:pt x="722" y="13"/>
                  <a:pt x="257" y="1"/>
                </a:cubicBezTo>
                <a:cubicBezTo>
                  <a:pt x="255" y="1"/>
                  <a:pt x="253" y="1"/>
                  <a:pt x="25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1"/>
          <p:cNvSpPr/>
          <p:nvPr/>
        </p:nvSpPr>
        <p:spPr>
          <a:xfrm>
            <a:off x="4153575" y="3678650"/>
            <a:ext cx="57325" cy="57425"/>
          </a:xfrm>
          <a:custGeom>
            <a:rect b="b" l="l" r="r" t="t"/>
            <a:pathLst>
              <a:path extrusionOk="0" h="2297" w="2293">
                <a:moveTo>
                  <a:pt x="2000" y="0"/>
                </a:moveTo>
                <a:cubicBezTo>
                  <a:pt x="1956" y="0"/>
                  <a:pt x="1910" y="18"/>
                  <a:pt x="1869" y="60"/>
                </a:cubicBezTo>
                <a:cubicBezTo>
                  <a:pt x="1286" y="680"/>
                  <a:pt x="702" y="1300"/>
                  <a:pt x="120" y="1920"/>
                </a:cubicBezTo>
                <a:cubicBezTo>
                  <a:pt x="1" y="2046"/>
                  <a:pt x="85" y="2254"/>
                  <a:pt x="258" y="2256"/>
                </a:cubicBezTo>
                <a:cubicBezTo>
                  <a:pt x="853" y="2269"/>
                  <a:pt x="1445" y="2284"/>
                  <a:pt x="2039" y="2297"/>
                </a:cubicBezTo>
                <a:cubicBezTo>
                  <a:pt x="2041" y="2297"/>
                  <a:pt x="2042" y="2297"/>
                  <a:pt x="2043" y="2297"/>
                </a:cubicBezTo>
                <a:cubicBezTo>
                  <a:pt x="2293" y="2297"/>
                  <a:pt x="2291" y="1907"/>
                  <a:pt x="2039" y="1903"/>
                </a:cubicBezTo>
                <a:cubicBezTo>
                  <a:pt x="1594" y="1893"/>
                  <a:pt x="1150" y="1883"/>
                  <a:pt x="706" y="1873"/>
                </a:cubicBezTo>
                <a:lnTo>
                  <a:pt x="706" y="1873"/>
                </a:lnTo>
                <a:cubicBezTo>
                  <a:pt x="1186" y="1362"/>
                  <a:pt x="1668" y="851"/>
                  <a:pt x="2148" y="340"/>
                </a:cubicBezTo>
                <a:cubicBezTo>
                  <a:pt x="2281" y="198"/>
                  <a:pt x="2149" y="0"/>
                  <a:pt x="200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1"/>
          <p:cNvSpPr/>
          <p:nvPr/>
        </p:nvSpPr>
        <p:spPr>
          <a:xfrm>
            <a:off x="4194850" y="3675225"/>
            <a:ext cx="16800" cy="88350"/>
          </a:xfrm>
          <a:custGeom>
            <a:rect b="b" l="l" r="r" t="t"/>
            <a:pathLst>
              <a:path extrusionOk="0" h="3534" w="672">
                <a:moveTo>
                  <a:pt x="480" y="0"/>
                </a:moveTo>
                <a:cubicBezTo>
                  <a:pt x="382" y="0"/>
                  <a:pt x="278" y="63"/>
                  <a:pt x="268" y="189"/>
                </a:cubicBezTo>
                <a:lnTo>
                  <a:pt x="10" y="3345"/>
                </a:lnTo>
                <a:cubicBezTo>
                  <a:pt x="0" y="3471"/>
                  <a:pt x="94" y="3534"/>
                  <a:pt x="192" y="3534"/>
                </a:cubicBezTo>
                <a:cubicBezTo>
                  <a:pt x="290" y="3534"/>
                  <a:pt x="394" y="3471"/>
                  <a:pt x="404" y="3345"/>
                </a:cubicBezTo>
                <a:lnTo>
                  <a:pt x="662" y="189"/>
                </a:lnTo>
                <a:cubicBezTo>
                  <a:pt x="672" y="63"/>
                  <a:pt x="579" y="0"/>
                  <a:pt x="48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1"/>
          <p:cNvSpPr/>
          <p:nvPr/>
        </p:nvSpPr>
        <p:spPr>
          <a:xfrm>
            <a:off x="4223525" y="3641100"/>
            <a:ext cx="50000" cy="53125"/>
          </a:xfrm>
          <a:custGeom>
            <a:rect b="b" l="l" r="r" t="t"/>
            <a:pathLst>
              <a:path extrusionOk="0" h="2125" w="2000">
                <a:moveTo>
                  <a:pt x="543" y="0"/>
                </a:moveTo>
                <a:cubicBezTo>
                  <a:pt x="406" y="0"/>
                  <a:pt x="270" y="47"/>
                  <a:pt x="150" y="150"/>
                </a:cubicBezTo>
                <a:cubicBezTo>
                  <a:pt x="0" y="280"/>
                  <a:pt x="139" y="478"/>
                  <a:pt x="298" y="478"/>
                </a:cubicBezTo>
                <a:cubicBezTo>
                  <a:pt x="342" y="478"/>
                  <a:pt x="388" y="463"/>
                  <a:pt x="429" y="427"/>
                </a:cubicBezTo>
                <a:cubicBezTo>
                  <a:pt x="476" y="387"/>
                  <a:pt x="521" y="370"/>
                  <a:pt x="563" y="370"/>
                </a:cubicBezTo>
                <a:cubicBezTo>
                  <a:pt x="750" y="370"/>
                  <a:pt x="884" y="708"/>
                  <a:pt x="855" y="857"/>
                </a:cubicBezTo>
                <a:cubicBezTo>
                  <a:pt x="802" y="1124"/>
                  <a:pt x="594" y="1345"/>
                  <a:pt x="417" y="1540"/>
                </a:cubicBezTo>
                <a:cubicBezTo>
                  <a:pt x="328" y="1638"/>
                  <a:pt x="349" y="1776"/>
                  <a:pt x="457" y="1849"/>
                </a:cubicBezTo>
                <a:cubicBezTo>
                  <a:pt x="724" y="2032"/>
                  <a:pt x="1025" y="2124"/>
                  <a:pt x="1334" y="2124"/>
                </a:cubicBezTo>
                <a:cubicBezTo>
                  <a:pt x="1481" y="2124"/>
                  <a:pt x="1629" y="2104"/>
                  <a:pt x="1777" y="2062"/>
                </a:cubicBezTo>
                <a:cubicBezTo>
                  <a:pt x="2000" y="2000"/>
                  <a:pt x="1932" y="1674"/>
                  <a:pt x="1729" y="1674"/>
                </a:cubicBezTo>
                <a:cubicBezTo>
                  <a:pt x="1711" y="1674"/>
                  <a:pt x="1691" y="1677"/>
                  <a:pt x="1671" y="1683"/>
                </a:cubicBezTo>
                <a:cubicBezTo>
                  <a:pt x="1557" y="1715"/>
                  <a:pt x="1445" y="1731"/>
                  <a:pt x="1335" y="1731"/>
                </a:cubicBezTo>
                <a:cubicBezTo>
                  <a:pt x="1171" y="1731"/>
                  <a:pt x="1013" y="1695"/>
                  <a:pt x="861" y="1626"/>
                </a:cubicBezTo>
                <a:lnTo>
                  <a:pt x="861" y="1626"/>
                </a:lnTo>
                <a:cubicBezTo>
                  <a:pt x="1147" y="1277"/>
                  <a:pt x="1407" y="829"/>
                  <a:pt x="1172" y="397"/>
                </a:cubicBezTo>
                <a:cubicBezTo>
                  <a:pt x="1040" y="155"/>
                  <a:pt x="792" y="0"/>
                  <a:pt x="54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1"/>
          <p:cNvSpPr/>
          <p:nvPr/>
        </p:nvSpPr>
        <p:spPr>
          <a:xfrm>
            <a:off x="3736050" y="3817275"/>
            <a:ext cx="296550" cy="131125"/>
          </a:xfrm>
          <a:custGeom>
            <a:rect b="b" l="l" r="r" t="t"/>
            <a:pathLst>
              <a:path extrusionOk="0" h="5245" w="11862">
                <a:moveTo>
                  <a:pt x="9399" y="1"/>
                </a:moveTo>
                <a:cubicBezTo>
                  <a:pt x="7393" y="1"/>
                  <a:pt x="5389" y="110"/>
                  <a:pt x="3394" y="339"/>
                </a:cubicBezTo>
                <a:cubicBezTo>
                  <a:pt x="2806" y="406"/>
                  <a:pt x="2323" y="360"/>
                  <a:pt x="2236" y="1025"/>
                </a:cubicBezTo>
                <a:cubicBezTo>
                  <a:pt x="2086" y="2152"/>
                  <a:pt x="2244" y="3423"/>
                  <a:pt x="2300" y="4594"/>
                </a:cubicBezTo>
                <a:lnTo>
                  <a:pt x="2300" y="4594"/>
                </a:lnTo>
                <a:cubicBezTo>
                  <a:pt x="1754" y="3879"/>
                  <a:pt x="2184" y="2724"/>
                  <a:pt x="1543" y="2022"/>
                </a:cubicBezTo>
                <a:cubicBezTo>
                  <a:pt x="1306" y="1763"/>
                  <a:pt x="1021" y="1628"/>
                  <a:pt x="721" y="1628"/>
                </a:cubicBezTo>
                <a:cubicBezTo>
                  <a:pt x="548" y="1628"/>
                  <a:pt x="371" y="1673"/>
                  <a:pt x="196" y="1763"/>
                </a:cubicBezTo>
                <a:cubicBezTo>
                  <a:pt x="1" y="1858"/>
                  <a:pt x="121" y="2122"/>
                  <a:pt x="301" y="2122"/>
                </a:cubicBezTo>
                <a:cubicBezTo>
                  <a:pt x="330" y="2122"/>
                  <a:pt x="362" y="2115"/>
                  <a:pt x="394" y="2098"/>
                </a:cubicBezTo>
                <a:cubicBezTo>
                  <a:pt x="556" y="2014"/>
                  <a:pt x="695" y="1977"/>
                  <a:pt x="815" y="1977"/>
                </a:cubicBezTo>
                <a:cubicBezTo>
                  <a:pt x="1573" y="1977"/>
                  <a:pt x="1560" y="3447"/>
                  <a:pt x="1619" y="3798"/>
                </a:cubicBezTo>
                <a:cubicBezTo>
                  <a:pt x="1649" y="3984"/>
                  <a:pt x="1671" y="4167"/>
                  <a:pt x="1734" y="4347"/>
                </a:cubicBezTo>
                <a:cubicBezTo>
                  <a:pt x="1864" y="4732"/>
                  <a:pt x="2072" y="4997"/>
                  <a:pt x="2414" y="5216"/>
                </a:cubicBezTo>
                <a:cubicBezTo>
                  <a:pt x="2444" y="5236"/>
                  <a:pt x="2476" y="5245"/>
                  <a:pt x="2509" y="5245"/>
                </a:cubicBezTo>
                <a:cubicBezTo>
                  <a:pt x="2611" y="5245"/>
                  <a:pt x="2711" y="5157"/>
                  <a:pt x="2710" y="5047"/>
                </a:cubicBezTo>
                <a:cubicBezTo>
                  <a:pt x="2690" y="4071"/>
                  <a:pt x="2671" y="3095"/>
                  <a:pt x="2651" y="2120"/>
                </a:cubicBezTo>
                <a:cubicBezTo>
                  <a:pt x="2648" y="1934"/>
                  <a:pt x="2567" y="1557"/>
                  <a:pt x="2637" y="1387"/>
                </a:cubicBezTo>
                <a:cubicBezTo>
                  <a:pt x="2816" y="946"/>
                  <a:pt x="3195" y="806"/>
                  <a:pt x="3583" y="710"/>
                </a:cubicBezTo>
                <a:cubicBezTo>
                  <a:pt x="4114" y="575"/>
                  <a:pt x="4754" y="589"/>
                  <a:pt x="5298" y="548"/>
                </a:cubicBezTo>
                <a:cubicBezTo>
                  <a:pt x="6650" y="443"/>
                  <a:pt x="8005" y="393"/>
                  <a:pt x="9360" y="393"/>
                </a:cubicBezTo>
                <a:cubicBezTo>
                  <a:pt x="10109" y="393"/>
                  <a:pt x="10858" y="408"/>
                  <a:pt x="11607" y="438"/>
                </a:cubicBezTo>
                <a:cubicBezTo>
                  <a:pt x="11610" y="438"/>
                  <a:pt x="11613" y="438"/>
                  <a:pt x="11616" y="438"/>
                </a:cubicBezTo>
                <a:cubicBezTo>
                  <a:pt x="11862" y="438"/>
                  <a:pt x="11857" y="53"/>
                  <a:pt x="11607" y="44"/>
                </a:cubicBezTo>
                <a:cubicBezTo>
                  <a:pt x="10871" y="15"/>
                  <a:pt x="10135" y="1"/>
                  <a:pt x="93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1"/>
          <p:cNvSpPr/>
          <p:nvPr/>
        </p:nvSpPr>
        <p:spPr>
          <a:xfrm>
            <a:off x="4049300" y="3847250"/>
            <a:ext cx="55450" cy="13850"/>
          </a:xfrm>
          <a:custGeom>
            <a:rect b="b" l="l" r="r" t="t"/>
            <a:pathLst>
              <a:path extrusionOk="0" h="554" w="2218">
                <a:moveTo>
                  <a:pt x="1163" y="0"/>
                </a:moveTo>
                <a:cubicBezTo>
                  <a:pt x="844" y="0"/>
                  <a:pt x="526" y="54"/>
                  <a:pt x="216" y="162"/>
                </a:cubicBezTo>
                <a:cubicBezTo>
                  <a:pt x="1" y="236"/>
                  <a:pt x="65" y="553"/>
                  <a:pt x="255" y="553"/>
                </a:cubicBezTo>
                <a:cubicBezTo>
                  <a:pt x="276" y="553"/>
                  <a:pt x="298" y="549"/>
                  <a:pt x="321" y="541"/>
                </a:cubicBezTo>
                <a:cubicBezTo>
                  <a:pt x="603" y="444"/>
                  <a:pt x="886" y="395"/>
                  <a:pt x="1170" y="395"/>
                </a:cubicBezTo>
                <a:cubicBezTo>
                  <a:pt x="1410" y="395"/>
                  <a:pt x="1650" y="430"/>
                  <a:pt x="1890" y="501"/>
                </a:cubicBezTo>
                <a:cubicBezTo>
                  <a:pt x="1911" y="507"/>
                  <a:pt x="1931" y="510"/>
                  <a:pt x="1949" y="510"/>
                </a:cubicBezTo>
                <a:cubicBezTo>
                  <a:pt x="2149" y="510"/>
                  <a:pt x="2217" y="187"/>
                  <a:pt x="1996" y="122"/>
                </a:cubicBezTo>
                <a:cubicBezTo>
                  <a:pt x="1721" y="41"/>
                  <a:pt x="1442" y="0"/>
                  <a:pt x="116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1"/>
          <p:cNvSpPr/>
          <p:nvPr/>
        </p:nvSpPr>
        <p:spPr>
          <a:xfrm>
            <a:off x="4057275" y="3870075"/>
            <a:ext cx="45875" cy="9875"/>
          </a:xfrm>
          <a:custGeom>
            <a:rect b="b" l="l" r="r" t="t"/>
            <a:pathLst>
              <a:path extrusionOk="0" h="395" w="1835">
                <a:moveTo>
                  <a:pt x="254" y="1"/>
                </a:moveTo>
                <a:cubicBezTo>
                  <a:pt x="2" y="1"/>
                  <a:pt x="1" y="394"/>
                  <a:pt x="254" y="394"/>
                </a:cubicBezTo>
                <a:lnTo>
                  <a:pt x="1581" y="394"/>
                </a:lnTo>
                <a:cubicBezTo>
                  <a:pt x="1834" y="394"/>
                  <a:pt x="1834" y="1"/>
                  <a:pt x="15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1"/>
          <p:cNvSpPr/>
          <p:nvPr/>
        </p:nvSpPr>
        <p:spPr>
          <a:xfrm>
            <a:off x="4173625" y="3830650"/>
            <a:ext cx="59250" cy="67600"/>
          </a:xfrm>
          <a:custGeom>
            <a:rect b="b" l="l" r="r" t="t"/>
            <a:pathLst>
              <a:path extrusionOk="0" h="2704" w="2370">
                <a:moveTo>
                  <a:pt x="2039" y="1"/>
                </a:moveTo>
                <a:cubicBezTo>
                  <a:pt x="2026" y="1"/>
                  <a:pt x="2013" y="2"/>
                  <a:pt x="1999" y="4"/>
                </a:cubicBezTo>
                <a:cubicBezTo>
                  <a:pt x="1711" y="56"/>
                  <a:pt x="1424" y="81"/>
                  <a:pt x="1137" y="81"/>
                </a:cubicBezTo>
                <a:cubicBezTo>
                  <a:pt x="910" y="81"/>
                  <a:pt x="682" y="65"/>
                  <a:pt x="453" y="33"/>
                </a:cubicBezTo>
                <a:cubicBezTo>
                  <a:pt x="437" y="31"/>
                  <a:pt x="422" y="30"/>
                  <a:pt x="407" y="30"/>
                </a:cubicBezTo>
                <a:cubicBezTo>
                  <a:pt x="336" y="30"/>
                  <a:pt x="271" y="56"/>
                  <a:pt x="231" y="125"/>
                </a:cubicBezTo>
                <a:cubicBezTo>
                  <a:pt x="42" y="444"/>
                  <a:pt x="0" y="777"/>
                  <a:pt x="112" y="1134"/>
                </a:cubicBezTo>
                <a:cubicBezTo>
                  <a:pt x="131" y="1195"/>
                  <a:pt x="181" y="1257"/>
                  <a:pt x="250" y="1271"/>
                </a:cubicBezTo>
                <a:cubicBezTo>
                  <a:pt x="639" y="1356"/>
                  <a:pt x="1054" y="1296"/>
                  <a:pt x="1438" y="1394"/>
                </a:cubicBezTo>
                <a:cubicBezTo>
                  <a:pt x="1860" y="1502"/>
                  <a:pt x="1841" y="1951"/>
                  <a:pt x="1498" y="2166"/>
                </a:cubicBezTo>
                <a:cubicBezTo>
                  <a:pt x="1296" y="2291"/>
                  <a:pt x="1059" y="2313"/>
                  <a:pt x="824" y="2313"/>
                </a:cubicBezTo>
                <a:cubicBezTo>
                  <a:pt x="748" y="2313"/>
                  <a:pt x="672" y="2311"/>
                  <a:pt x="597" y="2309"/>
                </a:cubicBezTo>
                <a:cubicBezTo>
                  <a:pt x="596" y="2309"/>
                  <a:pt x="594" y="2309"/>
                  <a:pt x="592" y="2309"/>
                </a:cubicBezTo>
                <a:cubicBezTo>
                  <a:pt x="344" y="2309"/>
                  <a:pt x="346" y="2697"/>
                  <a:pt x="597" y="2703"/>
                </a:cubicBezTo>
                <a:cubicBezTo>
                  <a:pt x="615" y="2703"/>
                  <a:pt x="634" y="2703"/>
                  <a:pt x="653" y="2703"/>
                </a:cubicBezTo>
                <a:cubicBezTo>
                  <a:pt x="1306" y="2703"/>
                  <a:pt x="2369" y="2478"/>
                  <a:pt x="2164" y="1585"/>
                </a:cubicBezTo>
                <a:cubicBezTo>
                  <a:pt x="1994" y="841"/>
                  <a:pt x="1052" y="994"/>
                  <a:pt x="459" y="911"/>
                </a:cubicBezTo>
                <a:lnTo>
                  <a:pt x="459" y="911"/>
                </a:lnTo>
                <a:cubicBezTo>
                  <a:pt x="426" y="743"/>
                  <a:pt x="442" y="592"/>
                  <a:pt x="511" y="436"/>
                </a:cubicBezTo>
                <a:lnTo>
                  <a:pt x="511" y="436"/>
                </a:lnTo>
                <a:cubicBezTo>
                  <a:pt x="723" y="460"/>
                  <a:pt x="933" y="472"/>
                  <a:pt x="1143" y="472"/>
                </a:cubicBezTo>
                <a:cubicBezTo>
                  <a:pt x="1462" y="472"/>
                  <a:pt x="1780" y="444"/>
                  <a:pt x="2103" y="387"/>
                </a:cubicBezTo>
                <a:cubicBezTo>
                  <a:pt x="2339" y="341"/>
                  <a:pt x="2257" y="1"/>
                  <a:pt x="203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1"/>
          <p:cNvSpPr/>
          <p:nvPr/>
        </p:nvSpPr>
        <p:spPr>
          <a:xfrm>
            <a:off x="1968625" y="4094525"/>
            <a:ext cx="89600" cy="100025"/>
          </a:xfrm>
          <a:custGeom>
            <a:rect b="b" l="l" r="r" t="t"/>
            <a:pathLst>
              <a:path extrusionOk="0" h="4001" w="3584">
                <a:moveTo>
                  <a:pt x="2432" y="1"/>
                </a:moveTo>
                <a:cubicBezTo>
                  <a:pt x="1551" y="1"/>
                  <a:pt x="673" y="528"/>
                  <a:pt x="399" y="1420"/>
                </a:cubicBezTo>
                <a:cubicBezTo>
                  <a:pt x="1" y="2721"/>
                  <a:pt x="1184" y="4001"/>
                  <a:pt x="2458" y="4001"/>
                </a:cubicBezTo>
                <a:cubicBezTo>
                  <a:pt x="2518" y="4001"/>
                  <a:pt x="2578" y="3998"/>
                  <a:pt x="2638" y="3992"/>
                </a:cubicBezTo>
                <a:cubicBezTo>
                  <a:pt x="2880" y="3969"/>
                  <a:pt x="2889" y="3597"/>
                  <a:pt x="2661" y="3597"/>
                </a:cubicBezTo>
                <a:cubicBezTo>
                  <a:pt x="2653" y="3597"/>
                  <a:pt x="2646" y="3598"/>
                  <a:pt x="2638" y="3599"/>
                </a:cubicBezTo>
                <a:cubicBezTo>
                  <a:pt x="2588" y="3603"/>
                  <a:pt x="2539" y="3606"/>
                  <a:pt x="2489" y="3606"/>
                </a:cubicBezTo>
                <a:cubicBezTo>
                  <a:pt x="1458" y="3606"/>
                  <a:pt x="442" y="2605"/>
                  <a:pt x="781" y="1524"/>
                </a:cubicBezTo>
                <a:cubicBezTo>
                  <a:pt x="1001" y="814"/>
                  <a:pt x="1720" y="389"/>
                  <a:pt x="2430" y="389"/>
                </a:cubicBezTo>
                <a:cubicBezTo>
                  <a:pt x="2693" y="389"/>
                  <a:pt x="2955" y="448"/>
                  <a:pt x="3190" y="571"/>
                </a:cubicBezTo>
                <a:cubicBezTo>
                  <a:pt x="3222" y="587"/>
                  <a:pt x="3254" y="595"/>
                  <a:pt x="3284" y="595"/>
                </a:cubicBezTo>
                <a:cubicBezTo>
                  <a:pt x="3464" y="595"/>
                  <a:pt x="3583" y="330"/>
                  <a:pt x="3389" y="230"/>
                </a:cubicBezTo>
                <a:cubicBezTo>
                  <a:pt x="3091" y="74"/>
                  <a:pt x="2761" y="1"/>
                  <a:pt x="243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1"/>
          <p:cNvSpPr/>
          <p:nvPr/>
        </p:nvSpPr>
        <p:spPr>
          <a:xfrm>
            <a:off x="2077325" y="4083925"/>
            <a:ext cx="68925" cy="53800"/>
          </a:xfrm>
          <a:custGeom>
            <a:rect b="b" l="l" r="r" t="t"/>
            <a:pathLst>
              <a:path extrusionOk="0" h="2152" w="2757">
                <a:moveTo>
                  <a:pt x="2011" y="1"/>
                </a:moveTo>
                <a:cubicBezTo>
                  <a:pt x="1967" y="1"/>
                  <a:pt x="1921" y="16"/>
                  <a:pt x="1880" y="53"/>
                </a:cubicBezTo>
                <a:lnTo>
                  <a:pt x="113" y="1615"/>
                </a:lnTo>
                <a:cubicBezTo>
                  <a:pt x="0" y="1715"/>
                  <a:pt x="63" y="1908"/>
                  <a:pt x="201" y="1944"/>
                </a:cubicBezTo>
                <a:cubicBezTo>
                  <a:pt x="718" y="2082"/>
                  <a:pt x="1239" y="2151"/>
                  <a:pt x="1766" y="2151"/>
                </a:cubicBezTo>
                <a:cubicBezTo>
                  <a:pt x="2012" y="2151"/>
                  <a:pt x="2258" y="2136"/>
                  <a:pt x="2507" y="2106"/>
                </a:cubicBezTo>
                <a:cubicBezTo>
                  <a:pt x="2746" y="2076"/>
                  <a:pt x="2757" y="1710"/>
                  <a:pt x="2536" y="1710"/>
                </a:cubicBezTo>
                <a:cubicBezTo>
                  <a:pt x="2527" y="1710"/>
                  <a:pt x="2517" y="1711"/>
                  <a:pt x="2507" y="1712"/>
                </a:cubicBezTo>
                <a:cubicBezTo>
                  <a:pt x="2261" y="1743"/>
                  <a:pt x="2017" y="1758"/>
                  <a:pt x="1775" y="1758"/>
                </a:cubicBezTo>
                <a:cubicBezTo>
                  <a:pt x="1404" y="1758"/>
                  <a:pt x="1037" y="1722"/>
                  <a:pt x="671" y="1649"/>
                </a:cubicBezTo>
                <a:lnTo>
                  <a:pt x="671" y="1649"/>
                </a:lnTo>
                <a:lnTo>
                  <a:pt x="2161" y="332"/>
                </a:lnTo>
                <a:cubicBezTo>
                  <a:pt x="2307" y="199"/>
                  <a:pt x="2169" y="1"/>
                  <a:pt x="201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1"/>
          <p:cNvSpPr/>
          <p:nvPr/>
        </p:nvSpPr>
        <p:spPr>
          <a:xfrm>
            <a:off x="2135125" y="4083750"/>
            <a:ext cx="9850" cy="84175"/>
          </a:xfrm>
          <a:custGeom>
            <a:rect b="b" l="l" r="r" t="t"/>
            <a:pathLst>
              <a:path extrusionOk="0" h="3367" w="394">
                <a:moveTo>
                  <a:pt x="197" y="0"/>
                </a:moveTo>
                <a:cubicBezTo>
                  <a:pt x="99" y="0"/>
                  <a:pt x="0" y="64"/>
                  <a:pt x="0" y="190"/>
                </a:cubicBezTo>
                <a:lnTo>
                  <a:pt x="0" y="3175"/>
                </a:lnTo>
                <a:cubicBezTo>
                  <a:pt x="0" y="3302"/>
                  <a:pt x="99" y="3366"/>
                  <a:pt x="197" y="3366"/>
                </a:cubicBezTo>
                <a:cubicBezTo>
                  <a:pt x="296" y="3366"/>
                  <a:pt x="394" y="3302"/>
                  <a:pt x="394" y="3175"/>
                </a:cubicBezTo>
                <a:lnTo>
                  <a:pt x="394" y="190"/>
                </a:lnTo>
                <a:cubicBezTo>
                  <a:pt x="394" y="64"/>
                  <a:pt x="296" y="0"/>
                  <a:pt x="1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1"/>
          <p:cNvSpPr/>
          <p:nvPr/>
        </p:nvSpPr>
        <p:spPr>
          <a:xfrm>
            <a:off x="2214675" y="4114125"/>
            <a:ext cx="80800" cy="17650"/>
          </a:xfrm>
          <a:custGeom>
            <a:rect b="b" l="l" r="r" t="t"/>
            <a:pathLst>
              <a:path extrusionOk="0" h="706" w="3232">
                <a:moveTo>
                  <a:pt x="227" y="0"/>
                </a:moveTo>
                <a:cubicBezTo>
                  <a:pt x="1" y="0"/>
                  <a:pt x="11" y="368"/>
                  <a:pt x="253" y="395"/>
                </a:cubicBezTo>
                <a:cubicBezTo>
                  <a:pt x="1162" y="498"/>
                  <a:pt x="2072" y="603"/>
                  <a:pt x="2981" y="705"/>
                </a:cubicBezTo>
                <a:cubicBezTo>
                  <a:pt x="2990" y="706"/>
                  <a:pt x="2998" y="706"/>
                  <a:pt x="3006" y="706"/>
                </a:cubicBezTo>
                <a:cubicBezTo>
                  <a:pt x="3231" y="706"/>
                  <a:pt x="3221" y="338"/>
                  <a:pt x="2981" y="311"/>
                </a:cubicBezTo>
                <a:cubicBezTo>
                  <a:pt x="2072" y="206"/>
                  <a:pt x="1162" y="103"/>
                  <a:pt x="253" y="2"/>
                </a:cubicBezTo>
                <a:cubicBezTo>
                  <a:pt x="244" y="1"/>
                  <a:pt x="235" y="0"/>
                  <a:pt x="2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1"/>
          <p:cNvSpPr/>
          <p:nvPr/>
        </p:nvSpPr>
        <p:spPr>
          <a:xfrm>
            <a:off x="2249675" y="4076775"/>
            <a:ext cx="24850" cy="103400"/>
          </a:xfrm>
          <a:custGeom>
            <a:rect b="b" l="l" r="r" t="t"/>
            <a:pathLst>
              <a:path extrusionOk="0" h="4136" w="994">
                <a:moveTo>
                  <a:pt x="754" y="1"/>
                </a:moveTo>
                <a:cubicBezTo>
                  <a:pt x="675" y="1"/>
                  <a:pt x="596" y="42"/>
                  <a:pt x="563" y="137"/>
                </a:cubicBezTo>
                <a:cubicBezTo>
                  <a:pt x="134" y="1378"/>
                  <a:pt x="1" y="2644"/>
                  <a:pt x="164" y="3948"/>
                </a:cubicBezTo>
                <a:cubicBezTo>
                  <a:pt x="179" y="4073"/>
                  <a:pt x="286" y="4135"/>
                  <a:pt x="385" y="4135"/>
                </a:cubicBezTo>
                <a:cubicBezTo>
                  <a:pt x="483" y="4135"/>
                  <a:pt x="574" y="4073"/>
                  <a:pt x="557" y="3948"/>
                </a:cubicBezTo>
                <a:cubicBezTo>
                  <a:pt x="399" y="2681"/>
                  <a:pt x="526" y="1448"/>
                  <a:pt x="943" y="240"/>
                </a:cubicBezTo>
                <a:cubicBezTo>
                  <a:pt x="994" y="96"/>
                  <a:pt x="875" y="1"/>
                  <a:pt x="75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1"/>
          <p:cNvSpPr/>
          <p:nvPr/>
        </p:nvSpPr>
        <p:spPr>
          <a:xfrm>
            <a:off x="2356700" y="4093475"/>
            <a:ext cx="88975" cy="77400"/>
          </a:xfrm>
          <a:custGeom>
            <a:rect b="b" l="l" r="r" t="t"/>
            <a:pathLst>
              <a:path extrusionOk="0" h="3096" w="3559">
                <a:moveTo>
                  <a:pt x="878" y="0"/>
                </a:moveTo>
                <a:cubicBezTo>
                  <a:pt x="599" y="0"/>
                  <a:pt x="324" y="102"/>
                  <a:pt x="129" y="322"/>
                </a:cubicBezTo>
                <a:cubicBezTo>
                  <a:pt x="1" y="466"/>
                  <a:pt x="133" y="663"/>
                  <a:pt x="277" y="663"/>
                </a:cubicBezTo>
                <a:cubicBezTo>
                  <a:pt x="322" y="663"/>
                  <a:pt x="367" y="644"/>
                  <a:pt x="406" y="600"/>
                </a:cubicBezTo>
                <a:cubicBezTo>
                  <a:pt x="534" y="456"/>
                  <a:pt x="708" y="390"/>
                  <a:pt x="885" y="390"/>
                </a:cubicBezTo>
                <a:cubicBezTo>
                  <a:pt x="1068" y="390"/>
                  <a:pt x="1255" y="461"/>
                  <a:pt x="1399" y="591"/>
                </a:cubicBezTo>
                <a:cubicBezTo>
                  <a:pt x="1754" y="916"/>
                  <a:pt x="1539" y="1339"/>
                  <a:pt x="1251" y="1625"/>
                </a:cubicBezTo>
                <a:cubicBezTo>
                  <a:pt x="855" y="2019"/>
                  <a:pt x="365" y="2268"/>
                  <a:pt x="103" y="2783"/>
                </a:cubicBezTo>
                <a:cubicBezTo>
                  <a:pt x="33" y="2919"/>
                  <a:pt x="119" y="3072"/>
                  <a:pt x="272" y="3079"/>
                </a:cubicBezTo>
                <a:cubicBezTo>
                  <a:pt x="506" y="3090"/>
                  <a:pt x="739" y="3095"/>
                  <a:pt x="972" y="3095"/>
                </a:cubicBezTo>
                <a:cubicBezTo>
                  <a:pt x="1758" y="3095"/>
                  <a:pt x="2539" y="3036"/>
                  <a:pt x="3320" y="2925"/>
                </a:cubicBezTo>
                <a:cubicBezTo>
                  <a:pt x="3559" y="2891"/>
                  <a:pt x="3472" y="2542"/>
                  <a:pt x="3246" y="2542"/>
                </a:cubicBezTo>
                <a:cubicBezTo>
                  <a:pt x="3236" y="2542"/>
                  <a:pt x="3225" y="2542"/>
                  <a:pt x="3214" y="2544"/>
                </a:cubicBezTo>
                <a:cubicBezTo>
                  <a:pt x="2475" y="2650"/>
                  <a:pt x="1734" y="2701"/>
                  <a:pt x="990" y="2701"/>
                </a:cubicBezTo>
                <a:cubicBezTo>
                  <a:pt x="876" y="2701"/>
                  <a:pt x="762" y="2700"/>
                  <a:pt x="648" y="2698"/>
                </a:cubicBezTo>
                <a:lnTo>
                  <a:pt x="648" y="2698"/>
                </a:lnTo>
                <a:cubicBezTo>
                  <a:pt x="1194" y="2095"/>
                  <a:pt x="2294" y="1586"/>
                  <a:pt x="1932" y="676"/>
                </a:cubicBezTo>
                <a:cubicBezTo>
                  <a:pt x="1763" y="249"/>
                  <a:pt x="1315" y="0"/>
                  <a:pt x="8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1"/>
          <p:cNvSpPr/>
          <p:nvPr/>
        </p:nvSpPr>
        <p:spPr>
          <a:xfrm>
            <a:off x="2492650" y="4041225"/>
            <a:ext cx="214525" cy="147575"/>
          </a:xfrm>
          <a:custGeom>
            <a:rect b="b" l="l" r="r" t="t"/>
            <a:pathLst>
              <a:path extrusionOk="0" h="5903" w="8581">
                <a:moveTo>
                  <a:pt x="4045" y="1"/>
                </a:moveTo>
                <a:cubicBezTo>
                  <a:pt x="3522" y="1"/>
                  <a:pt x="3001" y="54"/>
                  <a:pt x="2643" y="269"/>
                </a:cubicBezTo>
                <a:cubicBezTo>
                  <a:pt x="2090" y="600"/>
                  <a:pt x="2098" y="1618"/>
                  <a:pt x="1983" y="2170"/>
                </a:cubicBezTo>
                <a:lnTo>
                  <a:pt x="1347" y="5210"/>
                </a:lnTo>
                <a:lnTo>
                  <a:pt x="1347" y="5210"/>
                </a:lnTo>
                <a:cubicBezTo>
                  <a:pt x="694" y="4128"/>
                  <a:pt x="413" y="2930"/>
                  <a:pt x="514" y="1644"/>
                </a:cubicBezTo>
                <a:cubicBezTo>
                  <a:pt x="525" y="1516"/>
                  <a:pt x="431" y="1453"/>
                  <a:pt x="333" y="1453"/>
                </a:cubicBezTo>
                <a:cubicBezTo>
                  <a:pt x="234" y="1453"/>
                  <a:pt x="131" y="1516"/>
                  <a:pt x="121" y="1641"/>
                </a:cubicBezTo>
                <a:cubicBezTo>
                  <a:pt x="0" y="3152"/>
                  <a:pt x="393" y="4574"/>
                  <a:pt x="1273" y="5811"/>
                </a:cubicBezTo>
                <a:cubicBezTo>
                  <a:pt x="1314" y="5870"/>
                  <a:pt x="1387" y="5903"/>
                  <a:pt x="1456" y="5903"/>
                </a:cubicBezTo>
                <a:cubicBezTo>
                  <a:pt x="1536" y="5903"/>
                  <a:pt x="1612" y="5859"/>
                  <a:pt x="1632" y="5764"/>
                </a:cubicBezTo>
                <a:cubicBezTo>
                  <a:pt x="1798" y="4968"/>
                  <a:pt x="1966" y="4173"/>
                  <a:pt x="2132" y="3377"/>
                </a:cubicBezTo>
                <a:cubicBezTo>
                  <a:pt x="2221" y="2949"/>
                  <a:pt x="2311" y="2520"/>
                  <a:pt x="2400" y="2092"/>
                </a:cubicBezTo>
                <a:cubicBezTo>
                  <a:pt x="2467" y="1780"/>
                  <a:pt x="2464" y="1244"/>
                  <a:pt x="2631" y="989"/>
                </a:cubicBezTo>
                <a:cubicBezTo>
                  <a:pt x="2949" y="504"/>
                  <a:pt x="3700" y="415"/>
                  <a:pt x="4386" y="415"/>
                </a:cubicBezTo>
                <a:cubicBezTo>
                  <a:pt x="4744" y="415"/>
                  <a:pt x="5083" y="439"/>
                  <a:pt x="5334" y="444"/>
                </a:cubicBezTo>
                <a:cubicBezTo>
                  <a:pt x="6312" y="464"/>
                  <a:pt x="7277" y="571"/>
                  <a:pt x="8239" y="739"/>
                </a:cubicBezTo>
                <a:cubicBezTo>
                  <a:pt x="8252" y="741"/>
                  <a:pt x="8265" y="742"/>
                  <a:pt x="8277" y="742"/>
                </a:cubicBezTo>
                <a:cubicBezTo>
                  <a:pt x="8498" y="742"/>
                  <a:pt x="8581" y="400"/>
                  <a:pt x="8345" y="359"/>
                </a:cubicBezTo>
                <a:cubicBezTo>
                  <a:pt x="7350" y="186"/>
                  <a:pt x="6348" y="72"/>
                  <a:pt x="5334" y="50"/>
                </a:cubicBezTo>
                <a:cubicBezTo>
                  <a:pt x="4977" y="43"/>
                  <a:pt x="4510" y="1"/>
                  <a:pt x="404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1"/>
          <p:cNvSpPr/>
          <p:nvPr/>
        </p:nvSpPr>
        <p:spPr>
          <a:xfrm>
            <a:off x="2593025" y="4087150"/>
            <a:ext cx="75175" cy="77000"/>
          </a:xfrm>
          <a:custGeom>
            <a:rect b="b" l="l" r="r" t="t"/>
            <a:pathLst>
              <a:path extrusionOk="0" h="3080" w="3007">
                <a:moveTo>
                  <a:pt x="1435" y="0"/>
                </a:moveTo>
                <a:cubicBezTo>
                  <a:pt x="924" y="0"/>
                  <a:pt x="438" y="241"/>
                  <a:pt x="108" y="688"/>
                </a:cubicBezTo>
                <a:cubicBezTo>
                  <a:pt x="0" y="833"/>
                  <a:pt x="137" y="973"/>
                  <a:pt x="280" y="973"/>
                </a:cubicBezTo>
                <a:cubicBezTo>
                  <a:pt x="340" y="973"/>
                  <a:pt x="400" y="948"/>
                  <a:pt x="445" y="889"/>
                </a:cubicBezTo>
                <a:cubicBezTo>
                  <a:pt x="683" y="566"/>
                  <a:pt x="1053" y="391"/>
                  <a:pt x="1432" y="391"/>
                </a:cubicBezTo>
                <a:cubicBezTo>
                  <a:pt x="1546" y="391"/>
                  <a:pt x="1661" y="407"/>
                  <a:pt x="1774" y="439"/>
                </a:cubicBezTo>
                <a:lnTo>
                  <a:pt x="1774" y="439"/>
                </a:lnTo>
                <a:cubicBezTo>
                  <a:pt x="1511" y="829"/>
                  <a:pt x="1182" y="1144"/>
                  <a:pt x="775" y="1394"/>
                </a:cubicBezTo>
                <a:cubicBezTo>
                  <a:pt x="596" y="1504"/>
                  <a:pt x="692" y="1760"/>
                  <a:pt x="880" y="1760"/>
                </a:cubicBezTo>
                <a:cubicBezTo>
                  <a:pt x="895" y="1760"/>
                  <a:pt x="911" y="1758"/>
                  <a:pt x="927" y="1755"/>
                </a:cubicBezTo>
                <a:cubicBezTo>
                  <a:pt x="1076" y="1723"/>
                  <a:pt x="1224" y="1707"/>
                  <a:pt x="1369" y="1707"/>
                </a:cubicBezTo>
                <a:cubicBezTo>
                  <a:pt x="1767" y="1707"/>
                  <a:pt x="2147" y="1825"/>
                  <a:pt x="2478" y="2057"/>
                </a:cubicBezTo>
                <a:lnTo>
                  <a:pt x="2478" y="2057"/>
                </a:lnTo>
                <a:cubicBezTo>
                  <a:pt x="1985" y="2438"/>
                  <a:pt x="1414" y="2648"/>
                  <a:pt x="782" y="2685"/>
                </a:cubicBezTo>
                <a:cubicBezTo>
                  <a:pt x="535" y="2699"/>
                  <a:pt x="529" y="3079"/>
                  <a:pt x="769" y="3079"/>
                </a:cubicBezTo>
                <a:cubicBezTo>
                  <a:pt x="773" y="3079"/>
                  <a:pt x="778" y="3079"/>
                  <a:pt x="782" y="3079"/>
                </a:cubicBezTo>
                <a:cubicBezTo>
                  <a:pt x="1595" y="3032"/>
                  <a:pt x="2321" y="2734"/>
                  <a:pt x="2930" y="2193"/>
                </a:cubicBezTo>
                <a:cubicBezTo>
                  <a:pt x="3006" y="2126"/>
                  <a:pt x="3007" y="1983"/>
                  <a:pt x="2930" y="1914"/>
                </a:cubicBezTo>
                <a:cubicBezTo>
                  <a:pt x="2519" y="1559"/>
                  <a:pt x="2040" y="1357"/>
                  <a:pt x="1530" y="1321"/>
                </a:cubicBezTo>
                <a:lnTo>
                  <a:pt x="1530" y="1321"/>
                </a:lnTo>
                <a:cubicBezTo>
                  <a:pt x="1808" y="1070"/>
                  <a:pt x="2045" y="778"/>
                  <a:pt x="2240" y="441"/>
                </a:cubicBezTo>
                <a:cubicBezTo>
                  <a:pt x="2290" y="355"/>
                  <a:pt x="2264" y="217"/>
                  <a:pt x="2170" y="170"/>
                </a:cubicBezTo>
                <a:cubicBezTo>
                  <a:pt x="1929" y="56"/>
                  <a:pt x="1679" y="0"/>
                  <a:pt x="14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1"/>
          <p:cNvSpPr/>
          <p:nvPr/>
        </p:nvSpPr>
        <p:spPr>
          <a:xfrm>
            <a:off x="2724475" y="4033850"/>
            <a:ext cx="69475" cy="65375"/>
          </a:xfrm>
          <a:custGeom>
            <a:rect b="b" l="l" r="r" t="t"/>
            <a:pathLst>
              <a:path extrusionOk="0" h="2615" w="2779">
                <a:moveTo>
                  <a:pt x="249" y="0"/>
                </a:moveTo>
                <a:cubicBezTo>
                  <a:pt x="1" y="0"/>
                  <a:pt x="3" y="387"/>
                  <a:pt x="254" y="394"/>
                </a:cubicBezTo>
                <a:cubicBezTo>
                  <a:pt x="643" y="404"/>
                  <a:pt x="1032" y="413"/>
                  <a:pt x="1421" y="423"/>
                </a:cubicBezTo>
                <a:lnTo>
                  <a:pt x="1421" y="423"/>
                </a:lnTo>
                <a:cubicBezTo>
                  <a:pt x="1167" y="920"/>
                  <a:pt x="915" y="1416"/>
                  <a:pt x="662" y="1914"/>
                </a:cubicBezTo>
                <a:cubicBezTo>
                  <a:pt x="606" y="2024"/>
                  <a:pt x="649" y="2172"/>
                  <a:pt x="781" y="2205"/>
                </a:cubicBezTo>
                <a:cubicBezTo>
                  <a:pt x="1335" y="2339"/>
                  <a:pt x="1890" y="2475"/>
                  <a:pt x="2446" y="2609"/>
                </a:cubicBezTo>
                <a:cubicBezTo>
                  <a:pt x="2464" y="2613"/>
                  <a:pt x="2481" y="2615"/>
                  <a:pt x="2498" y="2615"/>
                </a:cubicBezTo>
                <a:cubicBezTo>
                  <a:pt x="2707" y="2615"/>
                  <a:pt x="2779" y="2285"/>
                  <a:pt x="2552" y="2229"/>
                </a:cubicBezTo>
                <a:cubicBezTo>
                  <a:pt x="2076" y="2115"/>
                  <a:pt x="1600" y="1999"/>
                  <a:pt x="1122" y="1883"/>
                </a:cubicBezTo>
                <a:lnTo>
                  <a:pt x="1122" y="1883"/>
                </a:lnTo>
                <a:cubicBezTo>
                  <a:pt x="1385" y="1367"/>
                  <a:pt x="1646" y="852"/>
                  <a:pt x="1909" y="335"/>
                </a:cubicBezTo>
                <a:cubicBezTo>
                  <a:pt x="1978" y="201"/>
                  <a:pt x="1893" y="43"/>
                  <a:pt x="1740" y="38"/>
                </a:cubicBezTo>
                <a:cubicBezTo>
                  <a:pt x="1246" y="25"/>
                  <a:pt x="749" y="13"/>
                  <a:pt x="256" y="0"/>
                </a:cubicBezTo>
                <a:cubicBezTo>
                  <a:pt x="253" y="0"/>
                  <a:pt x="251" y="0"/>
                  <a:pt x="24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1"/>
          <p:cNvSpPr/>
          <p:nvPr/>
        </p:nvSpPr>
        <p:spPr>
          <a:xfrm>
            <a:off x="2848200" y="4083125"/>
            <a:ext cx="15525" cy="97150"/>
          </a:xfrm>
          <a:custGeom>
            <a:rect b="b" l="l" r="r" t="t"/>
            <a:pathLst>
              <a:path extrusionOk="0" h="3886" w="621">
                <a:moveTo>
                  <a:pt x="379" y="1"/>
                </a:moveTo>
                <a:cubicBezTo>
                  <a:pt x="303" y="1"/>
                  <a:pt x="234" y="44"/>
                  <a:pt x="220" y="144"/>
                </a:cubicBezTo>
                <a:cubicBezTo>
                  <a:pt x="44" y="1328"/>
                  <a:pt x="1" y="2504"/>
                  <a:pt x="102" y="3697"/>
                </a:cubicBezTo>
                <a:cubicBezTo>
                  <a:pt x="113" y="3822"/>
                  <a:pt x="217" y="3885"/>
                  <a:pt x="316" y="3885"/>
                </a:cubicBezTo>
                <a:cubicBezTo>
                  <a:pt x="414" y="3885"/>
                  <a:pt x="507" y="3823"/>
                  <a:pt x="496" y="3697"/>
                </a:cubicBezTo>
                <a:cubicBezTo>
                  <a:pt x="399" y="2541"/>
                  <a:pt x="429" y="1396"/>
                  <a:pt x="598" y="250"/>
                </a:cubicBezTo>
                <a:cubicBezTo>
                  <a:pt x="621" y="100"/>
                  <a:pt x="493" y="1"/>
                  <a:pt x="3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1"/>
          <p:cNvSpPr/>
          <p:nvPr/>
        </p:nvSpPr>
        <p:spPr>
          <a:xfrm>
            <a:off x="2811500" y="4132250"/>
            <a:ext cx="68575" cy="16350"/>
          </a:xfrm>
          <a:custGeom>
            <a:rect b="b" l="l" r="r" t="t"/>
            <a:pathLst>
              <a:path extrusionOk="0" h="654" w="2743">
                <a:moveTo>
                  <a:pt x="2516" y="1"/>
                </a:moveTo>
                <a:cubicBezTo>
                  <a:pt x="2508" y="1"/>
                  <a:pt x="2500" y="1"/>
                  <a:pt x="2491" y="2"/>
                </a:cubicBezTo>
                <a:cubicBezTo>
                  <a:pt x="1745" y="88"/>
                  <a:pt x="998" y="173"/>
                  <a:pt x="252" y="259"/>
                </a:cubicBezTo>
                <a:cubicBezTo>
                  <a:pt x="11" y="286"/>
                  <a:pt x="0" y="654"/>
                  <a:pt x="226" y="654"/>
                </a:cubicBezTo>
                <a:cubicBezTo>
                  <a:pt x="234" y="654"/>
                  <a:pt x="243" y="653"/>
                  <a:pt x="252" y="652"/>
                </a:cubicBezTo>
                <a:cubicBezTo>
                  <a:pt x="998" y="566"/>
                  <a:pt x="1745" y="482"/>
                  <a:pt x="2491" y="396"/>
                </a:cubicBezTo>
                <a:cubicBezTo>
                  <a:pt x="2731" y="368"/>
                  <a:pt x="2742" y="1"/>
                  <a:pt x="25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1"/>
          <p:cNvSpPr/>
          <p:nvPr/>
        </p:nvSpPr>
        <p:spPr>
          <a:xfrm>
            <a:off x="2968425" y="4052650"/>
            <a:ext cx="9850" cy="77950"/>
          </a:xfrm>
          <a:custGeom>
            <a:rect b="b" l="l" r="r" t="t"/>
            <a:pathLst>
              <a:path extrusionOk="0" h="3118" w="394">
                <a:moveTo>
                  <a:pt x="197" y="0"/>
                </a:moveTo>
                <a:cubicBezTo>
                  <a:pt x="99" y="0"/>
                  <a:pt x="0" y="64"/>
                  <a:pt x="0" y="190"/>
                </a:cubicBezTo>
                <a:lnTo>
                  <a:pt x="0" y="2927"/>
                </a:lnTo>
                <a:cubicBezTo>
                  <a:pt x="0" y="3054"/>
                  <a:pt x="99" y="3117"/>
                  <a:pt x="197" y="3117"/>
                </a:cubicBezTo>
                <a:cubicBezTo>
                  <a:pt x="295" y="3117"/>
                  <a:pt x="394" y="3054"/>
                  <a:pt x="394" y="2927"/>
                </a:cubicBezTo>
                <a:lnTo>
                  <a:pt x="394" y="190"/>
                </a:lnTo>
                <a:cubicBezTo>
                  <a:pt x="394" y="64"/>
                  <a:pt x="295" y="0"/>
                  <a:pt x="1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1"/>
          <p:cNvSpPr/>
          <p:nvPr/>
        </p:nvSpPr>
        <p:spPr>
          <a:xfrm>
            <a:off x="3001850" y="4053625"/>
            <a:ext cx="97875" cy="140425"/>
          </a:xfrm>
          <a:custGeom>
            <a:rect b="b" l="l" r="r" t="t"/>
            <a:pathLst>
              <a:path extrusionOk="0" h="5617" w="3915">
                <a:moveTo>
                  <a:pt x="3637" y="1"/>
                </a:moveTo>
                <a:cubicBezTo>
                  <a:pt x="3576" y="1"/>
                  <a:pt x="3515" y="26"/>
                  <a:pt x="3472" y="88"/>
                </a:cubicBezTo>
                <a:cubicBezTo>
                  <a:pt x="2886" y="927"/>
                  <a:pt x="2299" y="1765"/>
                  <a:pt x="1714" y="2603"/>
                </a:cubicBezTo>
                <a:cubicBezTo>
                  <a:pt x="1217" y="3316"/>
                  <a:pt x="455" y="4098"/>
                  <a:pt x="123" y="4898"/>
                </a:cubicBezTo>
                <a:cubicBezTo>
                  <a:pt x="1" y="5192"/>
                  <a:pt x="145" y="5616"/>
                  <a:pt x="387" y="5616"/>
                </a:cubicBezTo>
                <a:cubicBezTo>
                  <a:pt x="469" y="5616"/>
                  <a:pt x="563" y="5566"/>
                  <a:pt x="662" y="5445"/>
                </a:cubicBezTo>
                <a:cubicBezTo>
                  <a:pt x="782" y="5297"/>
                  <a:pt x="652" y="5099"/>
                  <a:pt x="511" y="5099"/>
                </a:cubicBezTo>
                <a:cubicBezTo>
                  <a:pt x="466" y="5099"/>
                  <a:pt x="421" y="5119"/>
                  <a:pt x="382" y="5166"/>
                </a:cubicBezTo>
                <a:cubicBezTo>
                  <a:pt x="1628" y="3636"/>
                  <a:pt x="2680" y="1903"/>
                  <a:pt x="3811" y="286"/>
                </a:cubicBezTo>
                <a:cubicBezTo>
                  <a:pt x="3914" y="140"/>
                  <a:pt x="3777" y="1"/>
                  <a:pt x="363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1"/>
          <p:cNvSpPr/>
          <p:nvPr/>
        </p:nvSpPr>
        <p:spPr>
          <a:xfrm>
            <a:off x="3103625" y="4093075"/>
            <a:ext cx="68875" cy="69125"/>
          </a:xfrm>
          <a:custGeom>
            <a:rect b="b" l="l" r="r" t="t"/>
            <a:pathLst>
              <a:path extrusionOk="0" h="2765" w="2755">
                <a:moveTo>
                  <a:pt x="1435" y="0"/>
                </a:moveTo>
                <a:cubicBezTo>
                  <a:pt x="991" y="0"/>
                  <a:pt x="483" y="398"/>
                  <a:pt x="217" y="709"/>
                </a:cubicBezTo>
                <a:cubicBezTo>
                  <a:pt x="89" y="854"/>
                  <a:pt x="220" y="1053"/>
                  <a:pt x="364" y="1053"/>
                </a:cubicBezTo>
                <a:cubicBezTo>
                  <a:pt x="408" y="1053"/>
                  <a:pt x="454" y="1034"/>
                  <a:pt x="493" y="988"/>
                </a:cubicBezTo>
                <a:cubicBezTo>
                  <a:pt x="650" y="805"/>
                  <a:pt x="819" y="589"/>
                  <a:pt x="1040" y="479"/>
                </a:cubicBezTo>
                <a:cubicBezTo>
                  <a:pt x="1127" y="451"/>
                  <a:pt x="1213" y="424"/>
                  <a:pt x="1300" y="397"/>
                </a:cubicBezTo>
                <a:cubicBezTo>
                  <a:pt x="1322" y="395"/>
                  <a:pt x="1342" y="394"/>
                  <a:pt x="1361" y="394"/>
                </a:cubicBezTo>
                <a:cubicBezTo>
                  <a:pt x="1555" y="394"/>
                  <a:pt x="1621" y="499"/>
                  <a:pt x="1562" y="708"/>
                </a:cubicBezTo>
                <a:cubicBezTo>
                  <a:pt x="1581" y="1011"/>
                  <a:pt x="1557" y="977"/>
                  <a:pt x="1358" y="1173"/>
                </a:cubicBezTo>
                <a:cubicBezTo>
                  <a:pt x="948" y="1571"/>
                  <a:pt x="536" y="1967"/>
                  <a:pt x="126" y="2364"/>
                </a:cubicBezTo>
                <a:cubicBezTo>
                  <a:pt x="0" y="2486"/>
                  <a:pt x="99" y="2695"/>
                  <a:pt x="267" y="2700"/>
                </a:cubicBezTo>
                <a:cubicBezTo>
                  <a:pt x="1011" y="2722"/>
                  <a:pt x="1754" y="2743"/>
                  <a:pt x="2501" y="2765"/>
                </a:cubicBezTo>
                <a:cubicBezTo>
                  <a:pt x="2504" y="2765"/>
                  <a:pt x="2506" y="2765"/>
                  <a:pt x="2508" y="2765"/>
                </a:cubicBezTo>
                <a:cubicBezTo>
                  <a:pt x="2755" y="2765"/>
                  <a:pt x="2752" y="2378"/>
                  <a:pt x="2501" y="2371"/>
                </a:cubicBezTo>
                <a:cubicBezTo>
                  <a:pt x="1915" y="2354"/>
                  <a:pt x="1329" y="2337"/>
                  <a:pt x="742" y="2320"/>
                </a:cubicBezTo>
                <a:lnTo>
                  <a:pt x="742" y="2320"/>
                </a:lnTo>
                <a:cubicBezTo>
                  <a:pt x="1084" y="1994"/>
                  <a:pt x="1429" y="1668"/>
                  <a:pt x="1760" y="1332"/>
                </a:cubicBezTo>
                <a:cubicBezTo>
                  <a:pt x="1999" y="1088"/>
                  <a:pt x="2224" y="781"/>
                  <a:pt x="2052" y="430"/>
                </a:cubicBezTo>
                <a:cubicBezTo>
                  <a:pt x="1898" y="118"/>
                  <a:pt x="1676" y="0"/>
                  <a:pt x="14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1"/>
          <p:cNvSpPr/>
          <p:nvPr/>
        </p:nvSpPr>
        <p:spPr>
          <a:xfrm>
            <a:off x="3276875" y="4083375"/>
            <a:ext cx="18025" cy="96900"/>
          </a:xfrm>
          <a:custGeom>
            <a:rect b="b" l="l" r="r" t="t"/>
            <a:pathLst>
              <a:path extrusionOk="0" h="3876" w="721">
                <a:moveTo>
                  <a:pt x="479" y="1"/>
                </a:moveTo>
                <a:cubicBezTo>
                  <a:pt x="403" y="1"/>
                  <a:pt x="330" y="44"/>
                  <a:pt x="310" y="142"/>
                </a:cubicBezTo>
                <a:cubicBezTo>
                  <a:pt x="66" y="1318"/>
                  <a:pt x="1" y="2491"/>
                  <a:pt x="118" y="3687"/>
                </a:cubicBezTo>
                <a:cubicBezTo>
                  <a:pt x="131" y="3812"/>
                  <a:pt x="236" y="3875"/>
                  <a:pt x="334" y="3875"/>
                </a:cubicBezTo>
                <a:cubicBezTo>
                  <a:pt x="433" y="3875"/>
                  <a:pt x="524" y="3813"/>
                  <a:pt x="512" y="3687"/>
                </a:cubicBezTo>
                <a:cubicBezTo>
                  <a:pt x="396" y="2529"/>
                  <a:pt x="453" y="1389"/>
                  <a:pt x="689" y="248"/>
                </a:cubicBezTo>
                <a:cubicBezTo>
                  <a:pt x="720" y="98"/>
                  <a:pt x="595" y="1"/>
                  <a:pt x="4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1"/>
          <p:cNvSpPr/>
          <p:nvPr/>
        </p:nvSpPr>
        <p:spPr>
          <a:xfrm>
            <a:off x="3240625" y="4108150"/>
            <a:ext cx="87525" cy="22625"/>
          </a:xfrm>
          <a:custGeom>
            <a:rect b="b" l="l" r="r" t="t"/>
            <a:pathLst>
              <a:path extrusionOk="0" h="905" w="3501">
                <a:moveTo>
                  <a:pt x="682" y="0"/>
                </a:moveTo>
                <a:cubicBezTo>
                  <a:pt x="541" y="0"/>
                  <a:pt x="398" y="5"/>
                  <a:pt x="255" y="13"/>
                </a:cubicBezTo>
                <a:cubicBezTo>
                  <a:pt x="5" y="27"/>
                  <a:pt x="0" y="407"/>
                  <a:pt x="239" y="407"/>
                </a:cubicBezTo>
                <a:cubicBezTo>
                  <a:pt x="243" y="407"/>
                  <a:pt x="248" y="407"/>
                  <a:pt x="252" y="407"/>
                </a:cubicBezTo>
                <a:cubicBezTo>
                  <a:pt x="389" y="399"/>
                  <a:pt x="525" y="395"/>
                  <a:pt x="659" y="395"/>
                </a:cubicBezTo>
                <a:cubicBezTo>
                  <a:pt x="1532" y="395"/>
                  <a:pt x="2372" y="559"/>
                  <a:pt x="3190" y="889"/>
                </a:cubicBezTo>
                <a:cubicBezTo>
                  <a:pt x="3215" y="899"/>
                  <a:pt x="3239" y="904"/>
                  <a:pt x="3261" y="904"/>
                </a:cubicBezTo>
                <a:cubicBezTo>
                  <a:pt x="3442" y="904"/>
                  <a:pt x="3501" y="593"/>
                  <a:pt x="3294" y="510"/>
                </a:cubicBezTo>
                <a:cubicBezTo>
                  <a:pt x="2451" y="170"/>
                  <a:pt x="1582" y="0"/>
                  <a:pt x="68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1"/>
          <p:cNvSpPr/>
          <p:nvPr/>
        </p:nvSpPr>
        <p:spPr>
          <a:xfrm>
            <a:off x="3395550" y="4071200"/>
            <a:ext cx="69100" cy="107250"/>
          </a:xfrm>
          <a:custGeom>
            <a:rect b="b" l="l" r="r" t="t"/>
            <a:pathLst>
              <a:path extrusionOk="0" h="4290" w="2764">
                <a:moveTo>
                  <a:pt x="1259" y="1"/>
                </a:moveTo>
                <a:cubicBezTo>
                  <a:pt x="891" y="1"/>
                  <a:pt x="540" y="98"/>
                  <a:pt x="188" y="296"/>
                </a:cubicBezTo>
                <a:cubicBezTo>
                  <a:pt x="1" y="399"/>
                  <a:pt x="116" y="660"/>
                  <a:pt x="292" y="660"/>
                </a:cubicBezTo>
                <a:cubicBezTo>
                  <a:pt x="323" y="660"/>
                  <a:pt x="355" y="652"/>
                  <a:pt x="388" y="634"/>
                </a:cubicBezTo>
                <a:cubicBezTo>
                  <a:pt x="680" y="469"/>
                  <a:pt x="954" y="390"/>
                  <a:pt x="1250" y="390"/>
                </a:cubicBezTo>
                <a:cubicBezTo>
                  <a:pt x="1351" y="390"/>
                  <a:pt x="1456" y="399"/>
                  <a:pt x="1564" y="418"/>
                </a:cubicBezTo>
                <a:lnTo>
                  <a:pt x="1564" y="418"/>
                </a:lnTo>
                <a:cubicBezTo>
                  <a:pt x="1449" y="1063"/>
                  <a:pt x="1174" y="1617"/>
                  <a:pt x="731" y="2111"/>
                </a:cubicBezTo>
                <a:cubicBezTo>
                  <a:pt x="623" y="2232"/>
                  <a:pt x="701" y="2451"/>
                  <a:pt x="858" y="2451"/>
                </a:cubicBezTo>
                <a:cubicBezTo>
                  <a:pt x="878" y="2451"/>
                  <a:pt x="899" y="2448"/>
                  <a:pt x="921" y="2440"/>
                </a:cubicBezTo>
                <a:cubicBezTo>
                  <a:pt x="1006" y="2411"/>
                  <a:pt x="1098" y="2398"/>
                  <a:pt x="1192" y="2398"/>
                </a:cubicBezTo>
                <a:cubicBezTo>
                  <a:pt x="1750" y="2398"/>
                  <a:pt x="2392" y="2876"/>
                  <a:pt x="2085" y="3491"/>
                </a:cubicBezTo>
                <a:cubicBezTo>
                  <a:pt x="1949" y="3762"/>
                  <a:pt x="1660" y="3898"/>
                  <a:pt x="1372" y="3898"/>
                </a:cubicBezTo>
                <a:cubicBezTo>
                  <a:pt x="1159" y="3898"/>
                  <a:pt x="947" y="3823"/>
                  <a:pt x="799" y="3673"/>
                </a:cubicBezTo>
                <a:cubicBezTo>
                  <a:pt x="759" y="3631"/>
                  <a:pt x="713" y="3613"/>
                  <a:pt x="668" y="3613"/>
                </a:cubicBezTo>
                <a:cubicBezTo>
                  <a:pt x="519" y="3613"/>
                  <a:pt x="385" y="3811"/>
                  <a:pt x="520" y="3952"/>
                </a:cubicBezTo>
                <a:cubicBezTo>
                  <a:pt x="744" y="4181"/>
                  <a:pt x="1051" y="4289"/>
                  <a:pt x="1359" y="4289"/>
                </a:cubicBezTo>
                <a:cubicBezTo>
                  <a:pt x="1847" y="4289"/>
                  <a:pt x="2337" y="4016"/>
                  <a:pt x="2501" y="3515"/>
                </a:cubicBezTo>
                <a:cubicBezTo>
                  <a:pt x="2763" y="2720"/>
                  <a:pt x="2050" y="2064"/>
                  <a:pt x="1315" y="2005"/>
                </a:cubicBezTo>
                <a:lnTo>
                  <a:pt x="1315" y="2005"/>
                </a:lnTo>
                <a:cubicBezTo>
                  <a:pt x="1677" y="1487"/>
                  <a:pt x="1892" y="916"/>
                  <a:pt x="1979" y="266"/>
                </a:cubicBezTo>
                <a:cubicBezTo>
                  <a:pt x="1990" y="183"/>
                  <a:pt x="1912" y="92"/>
                  <a:pt x="1834" y="75"/>
                </a:cubicBezTo>
                <a:cubicBezTo>
                  <a:pt x="1636" y="26"/>
                  <a:pt x="1445" y="1"/>
                  <a:pt x="125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1"/>
          <p:cNvSpPr/>
          <p:nvPr/>
        </p:nvSpPr>
        <p:spPr>
          <a:xfrm>
            <a:off x="3509275" y="4046225"/>
            <a:ext cx="297475" cy="126050"/>
          </a:xfrm>
          <a:custGeom>
            <a:rect b="b" l="l" r="r" t="t"/>
            <a:pathLst>
              <a:path extrusionOk="0" h="5042" w="11899">
                <a:moveTo>
                  <a:pt x="2875" y="0"/>
                </a:moveTo>
                <a:cubicBezTo>
                  <a:pt x="2095" y="0"/>
                  <a:pt x="1821" y="213"/>
                  <a:pt x="1673" y="1001"/>
                </a:cubicBezTo>
                <a:cubicBezTo>
                  <a:pt x="1477" y="2046"/>
                  <a:pt x="1354" y="3104"/>
                  <a:pt x="1272" y="4164"/>
                </a:cubicBezTo>
                <a:lnTo>
                  <a:pt x="1272" y="4164"/>
                </a:lnTo>
                <a:cubicBezTo>
                  <a:pt x="812" y="3248"/>
                  <a:pt x="534" y="2284"/>
                  <a:pt x="435" y="1246"/>
                </a:cubicBezTo>
                <a:cubicBezTo>
                  <a:pt x="423" y="1120"/>
                  <a:pt x="326" y="1056"/>
                  <a:pt x="232" y="1056"/>
                </a:cubicBezTo>
                <a:cubicBezTo>
                  <a:pt x="139" y="1056"/>
                  <a:pt x="47" y="1118"/>
                  <a:pt x="41" y="1246"/>
                </a:cubicBezTo>
                <a:cubicBezTo>
                  <a:pt x="31" y="1477"/>
                  <a:pt x="18" y="1707"/>
                  <a:pt x="7" y="1939"/>
                </a:cubicBezTo>
                <a:cubicBezTo>
                  <a:pt x="0" y="2054"/>
                  <a:pt x="78" y="2117"/>
                  <a:pt x="167" y="2127"/>
                </a:cubicBezTo>
                <a:lnTo>
                  <a:pt x="167" y="2127"/>
                </a:lnTo>
                <a:cubicBezTo>
                  <a:pt x="360" y="3124"/>
                  <a:pt x="716" y="4056"/>
                  <a:pt x="1251" y="4947"/>
                </a:cubicBezTo>
                <a:cubicBezTo>
                  <a:pt x="1290" y="5013"/>
                  <a:pt x="1351" y="5042"/>
                  <a:pt x="1412" y="5042"/>
                </a:cubicBezTo>
                <a:cubicBezTo>
                  <a:pt x="1511" y="5042"/>
                  <a:pt x="1610" y="4965"/>
                  <a:pt x="1617" y="4846"/>
                </a:cubicBezTo>
                <a:cubicBezTo>
                  <a:pt x="1687" y="3714"/>
                  <a:pt x="1806" y="2585"/>
                  <a:pt x="1992" y="1465"/>
                </a:cubicBezTo>
                <a:cubicBezTo>
                  <a:pt x="2028" y="1252"/>
                  <a:pt x="2006" y="900"/>
                  <a:pt x="2131" y="716"/>
                </a:cubicBezTo>
                <a:cubicBezTo>
                  <a:pt x="2343" y="410"/>
                  <a:pt x="2818" y="421"/>
                  <a:pt x="3132" y="401"/>
                </a:cubicBezTo>
                <a:cubicBezTo>
                  <a:pt x="3239" y="394"/>
                  <a:pt x="3348" y="391"/>
                  <a:pt x="3458" y="391"/>
                </a:cubicBezTo>
                <a:cubicBezTo>
                  <a:pt x="3927" y="391"/>
                  <a:pt x="4413" y="445"/>
                  <a:pt x="4872" y="460"/>
                </a:cubicBezTo>
                <a:cubicBezTo>
                  <a:pt x="7129" y="537"/>
                  <a:pt x="9387" y="613"/>
                  <a:pt x="11644" y="689"/>
                </a:cubicBezTo>
                <a:cubicBezTo>
                  <a:pt x="11646" y="689"/>
                  <a:pt x="11649" y="689"/>
                  <a:pt x="11652" y="689"/>
                </a:cubicBezTo>
                <a:cubicBezTo>
                  <a:pt x="11898" y="689"/>
                  <a:pt x="11893" y="304"/>
                  <a:pt x="11644" y="295"/>
                </a:cubicBezTo>
                <a:cubicBezTo>
                  <a:pt x="8745" y="197"/>
                  <a:pt x="5839" y="38"/>
                  <a:pt x="2938" y="1"/>
                </a:cubicBezTo>
                <a:cubicBezTo>
                  <a:pt x="2917" y="0"/>
                  <a:pt x="2896" y="0"/>
                  <a:pt x="287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1"/>
          <p:cNvSpPr/>
          <p:nvPr/>
        </p:nvSpPr>
        <p:spPr>
          <a:xfrm>
            <a:off x="3589425" y="4089575"/>
            <a:ext cx="80500" cy="73600"/>
          </a:xfrm>
          <a:custGeom>
            <a:rect b="b" l="l" r="r" t="t"/>
            <a:pathLst>
              <a:path extrusionOk="0" h="2944" w="3220">
                <a:moveTo>
                  <a:pt x="2970" y="0"/>
                </a:moveTo>
                <a:cubicBezTo>
                  <a:pt x="2970" y="0"/>
                  <a:pt x="2969" y="0"/>
                  <a:pt x="2968" y="0"/>
                </a:cubicBezTo>
                <a:cubicBezTo>
                  <a:pt x="2067" y="12"/>
                  <a:pt x="1170" y="25"/>
                  <a:pt x="269" y="35"/>
                </a:cubicBezTo>
                <a:cubicBezTo>
                  <a:pt x="191" y="36"/>
                  <a:pt x="93" y="93"/>
                  <a:pt x="79" y="179"/>
                </a:cubicBezTo>
                <a:cubicBezTo>
                  <a:pt x="0" y="656"/>
                  <a:pt x="26" y="1094"/>
                  <a:pt x="178" y="1552"/>
                </a:cubicBezTo>
                <a:cubicBezTo>
                  <a:pt x="204" y="1632"/>
                  <a:pt x="289" y="1701"/>
                  <a:pt x="375" y="1701"/>
                </a:cubicBezTo>
                <a:cubicBezTo>
                  <a:pt x="406" y="1701"/>
                  <a:pt x="438" y="1692"/>
                  <a:pt x="467" y="1671"/>
                </a:cubicBezTo>
                <a:cubicBezTo>
                  <a:pt x="719" y="1485"/>
                  <a:pt x="1047" y="1326"/>
                  <a:pt x="1364" y="1326"/>
                </a:cubicBezTo>
                <a:cubicBezTo>
                  <a:pt x="1564" y="1326"/>
                  <a:pt x="1759" y="1389"/>
                  <a:pt x="1927" y="1549"/>
                </a:cubicBezTo>
                <a:cubicBezTo>
                  <a:pt x="2113" y="1724"/>
                  <a:pt x="2261" y="2066"/>
                  <a:pt x="2106" y="2315"/>
                </a:cubicBezTo>
                <a:cubicBezTo>
                  <a:pt x="2009" y="2471"/>
                  <a:pt x="1845" y="2551"/>
                  <a:pt x="1682" y="2551"/>
                </a:cubicBezTo>
                <a:cubicBezTo>
                  <a:pt x="1551" y="2551"/>
                  <a:pt x="1420" y="2499"/>
                  <a:pt x="1324" y="2394"/>
                </a:cubicBezTo>
                <a:cubicBezTo>
                  <a:pt x="1285" y="2349"/>
                  <a:pt x="1239" y="2331"/>
                  <a:pt x="1194" y="2331"/>
                </a:cubicBezTo>
                <a:cubicBezTo>
                  <a:pt x="1049" y="2331"/>
                  <a:pt x="916" y="2528"/>
                  <a:pt x="1045" y="2673"/>
                </a:cubicBezTo>
                <a:cubicBezTo>
                  <a:pt x="1217" y="2862"/>
                  <a:pt x="1433" y="2944"/>
                  <a:pt x="1649" y="2944"/>
                </a:cubicBezTo>
                <a:cubicBezTo>
                  <a:pt x="2129" y="2944"/>
                  <a:pt x="2604" y="2534"/>
                  <a:pt x="2555" y="1981"/>
                </a:cubicBezTo>
                <a:cubicBezTo>
                  <a:pt x="2493" y="1264"/>
                  <a:pt x="1960" y="973"/>
                  <a:pt x="1380" y="973"/>
                </a:cubicBezTo>
                <a:cubicBezTo>
                  <a:pt x="1074" y="973"/>
                  <a:pt x="755" y="1054"/>
                  <a:pt x="485" y="1196"/>
                </a:cubicBezTo>
                <a:lnTo>
                  <a:pt x="485" y="1196"/>
                </a:lnTo>
                <a:cubicBezTo>
                  <a:pt x="427" y="943"/>
                  <a:pt x="410" y="693"/>
                  <a:pt x="439" y="430"/>
                </a:cubicBezTo>
                <a:lnTo>
                  <a:pt x="439" y="430"/>
                </a:lnTo>
                <a:cubicBezTo>
                  <a:pt x="1282" y="419"/>
                  <a:pt x="2124" y="408"/>
                  <a:pt x="2968" y="398"/>
                </a:cubicBezTo>
                <a:cubicBezTo>
                  <a:pt x="3219" y="391"/>
                  <a:pt x="3220" y="0"/>
                  <a:pt x="297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1"/>
          <p:cNvSpPr/>
          <p:nvPr/>
        </p:nvSpPr>
        <p:spPr>
          <a:xfrm>
            <a:off x="3696000" y="4096175"/>
            <a:ext cx="9850" cy="65525"/>
          </a:xfrm>
          <a:custGeom>
            <a:rect b="b" l="l" r="r" t="t"/>
            <a:pathLst>
              <a:path extrusionOk="0" h="2621" w="394">
                <a:moveTo>
                  <a:pt x="197" y="0"/>
                </a:moveTo>
                <a:cubicBezTo>
                  <a:pt x="99" y="0"/>
                  <a:pt x="0" y="64"/>
                  <a:pt x="0" y="191"/>
                </a:cubicBezTo>
                <a:lnTo>
                  <a:pt x="0" y="2430"/>
                </a:lnTo>
                <a:cubicBezTo>
                  <a:pt x="0" y="2557"/>
                  <a:pt x="99" y="2620"/>
                  <a:pt x="197" y="2620"/>
                </a:cubicBezTo>
                <a:cubicBezTo>
                  <a:pt x="295" y="2620"/>
                  <a:pt x="394" y="2557"/>
                  <a:pt x="394" y="2430"/>
                </a:cubicBezTo>
                <a:lnTo>
                  <a:pt x="394" y="191"/>
                </a:lnTo>
                <a:cubicBezTo>
                  <a:pt x="394" y="64"/>
                  <a:pt x="295" y="0"/>
                  <a:pt x="1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1"/>
          <p:cNvSpPr/>
          <p:nvPr/>
        </p:nvSpPr>
        <p:spPr>
          <a:xfrm>
            <a:off x="3674900" y="4126075"/>
            <a:ext cx="76750" cy="15650"/>
          </a:xfrm>
          <a:custGeom>
            <a:rect b="b" l="l" r="r" t="t"/>
            <a:pathLst>
              <a:path extrusionOk="0" h="626" w="3070">
                <a:moveTo>
                  <a:pt x="1904" y="1"/>
                </a:moveTo>
                <a:cubicBezTo>
                  <a:pt x="1340" y="1"/>
                  <a:pt x="781" y="78"/>
                  <a:pt x="224" y="238"/>
                </a:cubicBezTo>
                <a:cubicBezTo>
                  <a:pt x="0" y="302"/>
                  <a:pt x="69" y="626"/>
                  <a:pt x="270" y="626"/>
                </a:cubicBezTo>
                <a:cubicBezTo>
                  <a:pt x="289" y="626"/>
                  <a:pt x="308" y="623"/>
                  <a:pt x="329" y="617"/>
                </a:cubicBezTo>
                <a:cubicBezTo>
                  <a:pt x="853" y="467"/>
                  <a:pt x="1382" y="389"/>
                  <a:pt x="1916" y="389"/>
                </a:cubicBezTo>
                <a:cubicBezTo>
                  <a:pt x="2185" y="389"/>
                  <a:pt x="2455" y="409"/>
                  <a:pt x="2727" y="448"/>
                </a:cubicBezTo>
                <a:cubicBezTo>
                  <a:pt x="2738" y="450"/>
                  <a:pt x="2749" y="451"/>
                  <a:pt x="2759" y="451"/>
                </a:cubicBezTo>
                <a:cubicBezTo>
                  <a:pt x="2983" y="451"/>
                  <a:pt x="3069" y="103"/>
                  <a:pt x="2831" y="69"/>
                </a:cubicBezTo>
                <a:cubicBezTo>
                  <a:pt x="2520" y="24"/>
                  <a:pt x="2211" y="1"/>
                  <a:pt x="190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1"/>
          <p:cNvSpPr/>
          <p:nvPr/>
        </p:nvSpPr>
        <p:spPr>
          <a:xfrm>
            <a:off x="3752400" y="4090550"/>
            <a:ext cx="67900" cy="59125"/>
          </a:xfrm>
          <a:custGeom>
            <a:rect b="b" l="l" r="r" t="t"/>
            <a:pathLst>
              <a:path extrusionOk="0" h="2365" w="2716">
                <a:moveTo>
                  <a:pt x="2444" y="0"/>
                </a:moveTo>
                <a:cubicBezTo>
                  <a:pt x="2411" y="0"/>
                  <a:pt x="2377" y="10"/>
                  <a:pt x="2342" y="33"/>
                </a:cubicBezTo>
                <a:cubicBezTo>
                  <a:pt x="1515" y="584"/>
                  <a:pt x="768" y="1234"/>
                  <a:pt x="112" y="1984"/>
                </a:cubicBezTo>
                <a:cubicBezTo>
                  <a:pt x="0" y="2111"/>
                  <a:pt x="73" y="2316"/>
                  <a:pt x="251" y="2320"/>
                </a:cubicBezTo>
                <a:cubicBezTo>
                  <a:pt x="974" y="2335"/>
                  <a:pt x="1695" y="2349"/>
                  <a:pt x="2418" y="2365"/>
                </a:cubicBezTo>
                <a:cubicBezTo>
                  <a:pt x="2420" y="2365"/>
                  <a:pt x="2422" y="2365"/>
                  <a:pt x="2424" y="2365"/>
                </a:cubicBezTo>
                <a:cubicBezTo>
                  <a:pt x="2672" y="2365"/>
                  <a:pt x="2670" y="1977"/>
                  <a:pt x="2418" y="1971"/>
                </a:cubicBezTo>
                <a:cubicBezTo>
                  <a:pt x="1841" y="1960"/>
                  <a:pt x="1265" y="1948"/>
                  <a:pt x="688" y="1936"/>
                </a:cubicBezTo>
                <a:lnTo>
                  <a:pt x="688" y="1936"/>
                </a:lnTo>
                <a:cubicBezTo>
                  <a:pt x="1245" y="1346"/>
                  <a:pt x="1863" y="826"/>
                  <a:pt x="2541" y="375"/>
                </a:cubicBezTo>
                <a:cubicBezTo>
                  <a:pt x="2716" y="256"/>
                  <a:pt x="2608" y="0"/>
                  <a:pt x="24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1"/>
          <p:cNvSpPr/>
          <p:nvPr/>
        </p:nvSpPr>
        <p:spPr>
          <a:xfrm>
            <a:off x="3806500" y="4096250"/>
            <a:ext cx="18025" cy="77700"/>
          </a:xfrm>
          <a:custGeom>
            <a:rect b="b" l="l" r="r" t="t"/>
            <a:pathLst>
              <a:path extrusionOk="0" h="3108" w="721">
                <a:moveTo>
                  <a:pt x="531" y="1"/>
                </a:moveTo>
                <a:cubicBezTo>
                  <a:pt x="432" y="1"/>
                  <a:pt x="327" y="64"/>
                  <a:pt x="313" y="188"/>
                </a:cubicBezTo>
                <a:cubicBezTo>
                  <a:pt x="213" y="1099"/>
                  <a:pt x="112" y="2008"/>
                  <a:pt x="14" y="2918"/>
                </a:cubicBezTo>
                <a:cubicBezTo>
                  <a:pt x="1" y="3045"/>
                  <a:pt x="92" y="3107"/>
                  <a:pt x="190" y="3107"/>
                </a:cubicBezTo>
                <a:cubicBezTo>
                  <a:pt x="289" y="3107"/>
                  <a:pt x="394" y="3044"/>
                  <a:pt x="407" y="2918"/>
                </a:cubicBezTo>
                <a:cubicBezTo>
                  <a:pt x="508" y="2008"/>
                  <a:pt x="608" y="1099"/>
                  <a:pt x="707" y="188"/>
                </a:cubicBezTo>
                <a:cubicBezTo>
                  <a:pt x="720" y="63"/>
                  <a:pt x="629" y="1"/>
                  <a:pt x="53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1"/>
          <p:cNvSpPr/>
          <p:nvPr/>
        </p:nvSpPr>
        <p:spPr>
          <a:xfrm>
            <a:off x="3949425" y="4085750"/>
            <a:ext cx="62075" cy="17875"/>
          </a:xfrm>
          <a:custGeom>
            <a:rect b="b" l="l" r="r" t="t"/>
            <a:pathLst>
              <a:path extrusionOk="0" h="715" w="2483">
                <a:moveTo>
                  <a:pt x="1806" y="0"/>
                </a:moveTo>
                <a:cubicBezTo>
                  <a:pt x="1295" y="0"/>
                  <a:pt x="757" y="112"/>
                  <a:pt x="252" y="160"/>
                </a:cubicBezTo>
                <a:cubicBezTo>
                  <a:pt x="9" y="187"/>
                  <a:pt x="0" y="558"/>
                  <a:pt x="230" y="558"/>
                </a:cubicBezTo>
                <a:cubicBezTo>
                  <a:pt x="237" y="558"/>
                  <a:pt x="244" y="558"/>
                  <a:pt x="252" y="557"/>
                </a:cubicBezTo>
                <a:cubicBezTo>
                  <a:pt x="587" y="523"/>
                  <a:pt x="920" y="490"/>
                  <a:pt x="1254" y="457"/>
                </a:cubicBezTo>
                <a:cubicBezTo>
                  <a:pt x="1273" y="454"/>
                  <a:pt x="1576" y="422"/>
                  <a:pt x="1837" y="420"/>
                </a:cubicBezTo>
                <a:lnTo>
                  <a:pt x="1837" y="420"/>
                </a:lnTo>
                <a:cubicBezTo>
                  <a:pt x="1803" y="612"/>
                  <a:pt x="1966" y="714"/>
                  <a:pt x="2137" y="714"/>
                </a:cubicBezTo>
                <a:cubicBezTo>
                  <a:pt x="2304" y="714"/>
                  <a:pt x="2479" y="617"/>
                  <a:pt x="2481" y="409"/>
                </a:cubicBezTo>
                <a:cubicBezTo>
                  <a:pt x="2482" y="129"/>
                  <a:pt x="2173" y="14"/>
                  <a:pt x="1941" y="3"/>
                </a:cubicBezTo>
                <a:cubicBezTo>
                  <a:pt x="1896" y="1"/>
                  <a:pt x="1851" y="0"/>
                  <a:pt x="180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1"/>
          <p:cNvSpPr/>
          <p:nvPr/>
        </p:nvSpPr>
        <p:spPr>
          <a:xfrm>
            <a:off x="3948800" y="4107350"/>
            <a:ext cx="64075" cy="15700"/>
          </a:xfrm>
          <a:custGeom>
            <a:rect b="b" l="l" r="r" t="t"/>
            <a:pathLst>
              <a:path extrusionOk="0" h="628" w="2563">
                <a:moveTo>
                  <a:pt x="1013" y="1"/>
                </a:moveTo>
                <a:cubicBezTo>
                  <a:pt x="756" y="1"/>
                  <a:pt x="496" y="26"/>
                  <a:pt x="235" y="75"/>
                </a:cubicBezTo>
                <a:cubicBezTo>
                  <a:pt x="1" y="120"/>
                  <a:pt x="80" y="459"/>
                  <a:pt x="298" y="459"/>
                </a:cubicBezTo>
                <a:cubicBezTo>
                  <a:pt x="311" y="459"/>
                  <a:pt x="325" y="457"/>
                  <a:pt x="340" y="454"/>
                </a:cubicBezTo>
                <a:cubicBezTo>
                  <a:pt x="562" y="412"/>
                  <a:pt x="783" y="392"/>
                  <a:pt x="1002" y="392"/>
                </a:cubicBezTo>
                <a:cubicBezTo>
                  <a:pt x="1423" y="392"/>
                  <a:pt x="1837" y="468"/>
                  <a:pt x="2244" y="615"/>
                </a:cubicBezTo>
                <a:cubicBezTo>
                  <a:pt x="2268" y="623"/>
                  <a:pt x="2290" y="627"/>
                  <a:pt x="2311" y="627"/>
                </a:cubicBezTo>
                <a:cubicBezTo>
                  <a:pt x="2499" y="627"/>
                  <a:pt x="2562" y="314"/>
                  <a:pt x="2350" y="235"/>
                </a:cubicBezTo>
                <a:cubicBezTo>
                  <a:pt x="1910" y="78"/>
                  <a:pt x="1464" y="1"/>
                  <a:pt x="101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1"/>
          <p:cNvSpPr/>
          <p:nvPr/>
        </p:nvSpPr>
        <p:spPr>
          <a:xfrm>
            <a:off x="3113825" y="2138675"/>
            <a:ext cx="124600" cy="120650"/>
          </a:xfrm>
          <a:custGeom>
            <a:rect b="b" l="l" r="r" t="t"/>
            <a:pathLst>
              <a:path extrusionOk="0" h="4826" w="4984">
                <a:moveTo>
                  <a:pt x="2788" y="0"/>
                </a:moveTo>
                <a:cubicBezTo>
                  <a:pt x="2243" y="0"/>
                  <a:pt x="1709" y="110"/>
                  <a:pt x="1199" y="357"/>
                </a:cubicBezTo>
                <a:cubicBezTo>
                  <a:pt x="769" y="562"/>
                  <a:pt x="776" y="566"/>
                  <a:pt x="640" y="1001"/>
                </a:cubicBezTo>
                <a:cubicBezTo>
                  <a:pt x="438" y="1654"/>
                  <a:pt x="240" y="2308"/>
                  <a:pt x="41" y="2964"/>
                </a:cubicBezTo>
                <a:cubicBezTo>
                  <a:pt x="1" y="3094"/>
                  <a:pt x="115" y="3212"/>
                  <a:pt x="236" y="3212"/>
                </a:cubicBezTo>
                <a:cubicBezTo>
                  <a:pt x="268" y="3212"/>
                  <a:pt x="301" y="3204"/>
                  <a:pt x="331" y="3186"/>
                </a:cubicBezTo>
                <a:cubicBezTo>
                  <a:pt x="876" y="2858"/>
                  <a:pt x="1475" y="2674"/>
                  <a:pt x="2089" y="2674"/>
                </a:cubicBezTo>
                <a:cubicBezTo>
                  <a:pt x="2366" y="2674"/>
                  <a:pt x="2645" y="2711"/>
                  <a:pt x="2924" y="2789"/>
                </a:cubicBezTo>
                <a:cubicBezTo>
                  <a:pt x="3127" y="2839"/>
                  <a:pt x="3323" y="2915"/>
                  <a:pt x="3511" y="3017"/>
                </a:cubicBezTo>
                <a:cubicBezTo>
                  <a:pt x="3700" y="3773"/>
                  <a:pt x="3521" y="4163"/>
                  <a:pt x="2977" y="4195"/>
                </a:cubicBezTo>
                <a:cubicBezTo>
                  <a:pt x="2596" y="4324"/>
                  <a:pt x="2185" y="4295"/>
                  <a:pt x="1796" y="4434"/>
                </a:cubicBezTo>
                <a:cubicBezTo>
                  <a:pt x="1583" y="4510"/>
                  <a:pt x="1645" y="4826"/>
                  <a:pt x="1834" y="4826"/>
                </a:cubicBezTo>
                <a:cubicBezTo>
                  <a:pt x="1855" y="4826"/>
                  <a:pt x="1878" y="4822"/>
                  <a:pt x="1902" y="4813"/>
                </a:cubicBezTo>
                <a:cubicBezTo>
                  <a:pt x="2516" y="4593"/>
                  <a:pt x="4984" y="4407"/>
                  <a:pt x="4165" y="3060"/>
                </a:cubicBezTo>
                <a:cubicBezTo>
                  <a:pt x="3853" y="2544"/>
                  <a:pt x="2991" y="2358"/>
                  <a:pt x="2444" y="2301"/>
                </a:cubicBezTo>
                <a:cubicBezTo>
                  <a:pt x="2321" y="2288"/>
                  <a:pt x="2198" y="2282"/>
                  <a:pt x="2077" y="2282"/>
                </a:cubicBezTo>
                <a:cubicBezTo>
                  <a:pt x="1539" y="2282"/>
                  <a:pt x="1025" y="2406"/>
                  <a:pt x="540" y="2630"/>
                </a:cubicBezTo>
                <a:lnTo>
                  <a:pt x="540" y="2630"/>
                </a:lnTo>
                <a:cubicBezTo>
                  <a:pt x="682" y="2040"/>
                  <a:pt x="826" y="1339"/>
                  <a:pt x="1149" y="928"/>
                </a:cubicBezTo>
                <a:cubicBezTo>
                  <a:pt x="1475" y="513"/>
                  <a:pt x="2103" y="382"/>
                  <a:pt x="2699" y="382"/>
                </a:cubicBezTo>
                <a:cubicBezTo>
                  <a:pt x="3011" y="382"/>
                  <a:pt x="3314" y="418"/>
                  <a:pt x="3561" y="467"/>
                </a:cubicBezTo>
                <a:cubicBezTo>
                  <a:pt x="3576" y="470"/>
                  <a:pt x="3591" y="472"/>
                  <a:pt x="3605" y="472"/>
                </a:cubicBezTo>
                <a:cubicBezTo>
                  <a:pt x="3817" y="472"/>
                  <a:pt x="3896" y="135"/>
                  <a:pt x="3662" y="89"/>
                </a:cubicBezTo>
                <a:cubicBezTo>
                  <a:pt x="3369" y="31"/>
                  <a:pt x="3077" y="0"/>
                  <a:pt x="278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1"/>
          <p:cNvSpPr/>
          <p:nvPr/>
        </p:nvSpPr>
        <p:spPr>
          <a:xfrm>
            <a:off x="3282625" y="2129425"/>
            <a:ext cx="85125" cy="125500"/>
          </a:xfrm>
          <a:custGeom>
            <a:rect b="b" l="l" r="r" t="t"/>
            <a:pathLst>
              <a:path extrusionOk="0" h="5020" w="3405">
                <a:moveTo>
                  <a:pt x="1918" y="386"/>
                </a:moveTo>
                <a:cubicBezTo>
                  <a:pt x="2127" y="386"/>
                  <a:pt x="2218" y="552"/>
                  <a:pt x="2187" y="884"/>
                </a:cubicBezTo>
                <a:cubicBezTo>
                  <a:pt x="2372" y="1474"/>
                  <a:pt x="2304" y="1418"/>
                  <a:pt x="1789" y="1607"/>
                </a:cubicBezTo>
                <a:cubicBezTo>
                  <a:pt x="1637" y="1663"/>
                  <a:pt x="1486" y="1706"/>
                  <a:pt x="1334" y="1739"/>
                </a:cubicBezTo>
                <a:lnTo>
                  <a:pt x="1334" y="1739"/>
                </a:lnTo>
                <a:cubicBezTo>
                  <a:pt x="1282" y="1734"/>
                  <a:pt x="1228" y="1731"/>
                  <a:pt x="1175" y="1731"/>
                </a:cubicBezTo>
                <a:cubicBezTo>
                  <a:pt x="1039" y="1731"/>
                  <a:pt x="900" y="1747"/>
                  <a:pt x="758" y="1781"/>
                </a:cubicBezTo>
                <a:lnTo>
                  <a:pt x="758" y="1781"/>
                </a:lnTo>
                <a:cubicBezTo>
                  <a:pt x="788" y="1481"/>
                  <a:pt x="832" y="1182"/>
                  <a:pt x="887" y="884"/>
                </a:cubicBezTo>
                <a:cubicBezTo>
                  <a:pt x="905" y="783"/>
                  <a:pt x="853" y="706"/>
                  <a:pt x="782" y="666"/>
                </a:cubicBezTo>
                <a:lnTo>
                  <a:pt x="782" y="666"/>
                </a:lnTo>
                <a:cubicBezTo>
                  <a:pt x="911" y="607"/>
                  <a:pt x="1043" y="556"/>
                  <a:pt x="1181" y="519"/>
                </a:cubicBezTo>
                <a:cubicBezTo>
                  <a:pt x="1364" y="485"/>
                  <a:pt x="1548" y="452"/>
                  <a:pt x="1733" y="419"/>
                </a:cubicBezTo>
                <a:cubicBezTo>
                  <a:pt x="1803" y="397"/>
                  <a:pt x="1864" y="386"/>
                  <a:pt x="1918" y="386"/>
                </a:cubicBezTo>
                <a:close/>
                <a:moveTo>
                  <a:pt x="1313" y="2132"/>
                </a:moveTo>
                <a:lnTo>
                  <a:pt x="1313" y="2132"/>
                </a:lnTo>
                <a:cubicBezTo>
                  <a:pt x="1678" y="2163"/>
                  <a:pt x="2022" y="2330"/>
                  <a:pt x="2251" y="2642"/>
                </a:cubicBezTo>
                <a:cubicBezTo>
                  <a:pt x="2562" y="3065"/>
                  <a:pt x="2602" y="4286"/>
                  <a:pt x="1879" y="4460"/>
                </a:cubicBezTo>
                <a:cubicBezTo>
                  <a:pt x="1546" y="4366"/>
                  <a:pt x="1211" y="4270"/>
                  <a:pt x="876" y="4174"/>
                </a:cubicBezTo>
                <a:cubicBezTo>
                  <a:pt x="856" y="4062"/>
                  <a:pt x="837" y="3951"/>
                  <a:pt x="817" y="3838"/>
                </a:cubicBezTo>
                <a:cubicBezTo>
                  <a:pt x="711" y="3571"/>
                  <a:pt x="738" y="3162"/>
                  <a:pt x="725" y="2870"/>
                </a:cubicBezTo>
                <a:cubicBezTo>
                  <a:pt x="716" y="2650"/>
                  <a:pt x="717" y="2431"/>
                  <a:pt x="727" y="2212"/>
                </a:cubicBezTo>
                <a:lnTo>
                  <a:pt x="727" y="2212"/>
                </a:lnTo>
                <a:cubicBezTo>
                  <a:pt x="881" y="2201"/>
                  <a:pt x="1086" y="2175"/>
                  <a:pt x="1313" y="2132"/>
                </a:cubicBezTo>
                <a:close/>
                <a:moveTo>
                  <a:pt x="2032" y="1"/>
                </a:moveTo>
                <a:cubicBezTo>
                  <a:pt x="1364" y="1"/>
                  <a:pt x="589" y="303"/>
                  <a:pt x="187" y="534"/>
                </a:cubicBezTo>
                <a:cubicBezTo>
                  <a:pt x="0" y="639"/>
                  <a:pt x="115" y="900"/>
                  <a:pt x="289" y="900"/>
                </a:cubicBezTo>
                <a:cubicBezTo>
                  <a:pt x="320" y="900"/>
                  <a:pt x="353" y="892"/>
                  <a:pt x="386" y="873"/>
                </a:cubicBezTo>
                <a:cubicBezTo>
                  <a:pt x="425" y="851"/>
                  <a:pt x="463" y="829"/>
                  <a:pt x="502" y="808"/>
                </a:cubicBezTo>
                <a:lnTo>
                  <a:pt x="502" y="808"/>
                </a:lnTo>
                <a:cubicBezTo>
                  <a:pt x="378" y="1491"/>
                  <a:pt x="308" y="2176"/>
                  <a:pt x="332" y="2870"/>
                </a:cubicBezTo>
                <a:cubicBezTo>
                  <a:pt x="350" y="3354"/>
                  <a:pt x="339" y="4114"/>
                  <a:pt x="574" y="4545"/>
                </a:cubicBezTo>
                <a:cubicBezTo>
                  <a:pt x="756" y="4882"/>
                  <a:pt x="1046" y="5020"/>
                  <a:pt x="1355" y="5020"/>
                </a:cubicBezTo>
                <a:cubicBezTo>
                  <a:pt x="1715" y="5020"/>
                  <a:pt x="2101" y="4833"/>
                  <a:pt x="2373" y="4559"/>
                </a:cubicBezTo>
                <a:cubicBezTo>
                  <a:pt x="3265" y="3661"/>
                  <a:pt x="2880" y="2447"/>
                  <a:pt x="2013" y="1954"/>
                </a:cubicBezTo>
                <a:lnTo>
                  <a:pt x="2013" y="1954"/>
                </a:lnTo>
                <a:cubicBezTo>
                  <a:pt x="2745" y="1713"/>
                  <a:pt x="3404" y="1294"/>
                  <a:pt x="3142" y="635"/>
                </a:cubicBezTo>
                <a:cubicBezTo>
                  <a:pt x="2954" y="163"/>
                  <a:pt x="2521" y="1"/>
                  <a:pt x="203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1"/>
          <p:cNvSpPr/>
          <p:nvPr/>
        </p:nvSpPr>
        <p:spPr>
          <a:xfrm>
            <a:off x="3413075" y="2156025"/>
            <a:ext cx="13700" cy="90225"/>
          </a:xfrm>
          <a:custGeom>
            <a:rect b="b" l="l" r="r" t="t"/>
            <a:pathLst>
              <a:path extrusionOk="0" h="3609" w="548">
                <a:moveTo>
                  <a:pt x="335" y="1"/>
                </a:moveTo>
                <a:cubicBezTo>
                  <a:pt x="236" y="1"/>
                  <a:pt x="131" y="64"/>
                  <a:pt x="117" y="188"/>
                </a:cubicBezTo>
                <a:cubicBezTo>
                  <a:pt x="1" y="1269"/>
                  <a:pt x="8" y="2343"/>
                  <a:pt x="138" y="3421"/>
                </a:cubicBezTo>
                <a:cubicBezTo>
                  <a:pt x="153" y="3545"/>
                  <a:pt x="260" y="3608"/>
                  <a:pt x="359" y="3608"/>
                </a:cubicBezTo>
                <a:cubicBezTo>
                  <a:pt x="457" y="3608"/>
                  <a:pt x="547" y="3546"/>
                  <a:pt x="532" y="3421"/>
                </a:cubicBezTo>
                <a:cubicBezTo>
                  <a:pt x="402" y="2341"/>
                  <a:pt x="395" y="1268"/>
                  <a:pt x="511" y="188"/>
                </a:cubicBezTo>
                <a:cubicBezTo>
                  <a:pt x="524" y="63"/>
                  <a:pt x="433" y="1"/>
                  <a:pt x="33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1"/>
          <p:cNvSpPr/>
          <p:nvPr/>
        </p:nvSpPr>
        <p:spPr>
          <a:xfrm>
            <a:off x="3389850" y="2180125"/>
            <a:ext cx="105100" cy="25100"/>
          </a:xfrm>
          <a:custGeom>
            <a:rect b="b" l="l" r="r" t="t"/>
            <a:pathLst>
              <a:path extrusionOk="0" h="1004" w="4204">
                <a:moveTo>
                  <a:pt x="3678" y="1"/>
                </a:moveTo>
                <a:cubicBezTo>
                  <a:pt x="3510" y="1"/>
                  <a:pt x="3399" y="259"/>
                  <a:pt x="3580" y="371"/>
                </a:cubicBezTo>
                <a:cubicBezTo>
                  <a:pt x="3577" y="369"/>
                  <a:pt x="3572" y="369"/>
                  <a:pt x="3564" y="369"/>
                </a:cubicBezTo>
                <a:cubicBezTo>
                  <a:pt x="3461" y="369"/>
                  <a:pt x="2943" y="515"/>
                  <a:pt x="2771" y="527"/>
                </a:cubicBezTo>
                <a:cubicBezTo>
                  <a:pt x="2479" y="547"/>
                  <a:pt x="2184" y="547"/>
                  <a:pt x="1891" y="556"/>
                </a:cubicBezTo>
                <a:cubicBezTo>
                  <a:pt x="1345" y="574"/>
                  <a:pt x="801" y="591"/>
                  <a:pt x="256" y="610"/>
                </a:cubicBezTo>
                <a:cubicBezTo>
                  <a:pt x="4" y="619"/>
                  <a:pt x="1" y="1004"/>
                  <a:pt x="248" y="1004"/>
                </a:cubicBezTo>
                <a:cubicBezTo>
                  <a:pt x="250" y="1004"/>
                  <a:pt x="253" y="1004"/>
                  <a:pt x="256" y="1004"/>
                </a:cubicBezTo>
                <a:cubicBezTo>
                  <a:pt x="843" y="984"/>
                  <a:pt x="1430" y="964"/>
                  <a:pt x="2016" y="946"/>
                </a:cubicBezTo>
                <a:cubicBezTo>
                  <a:pt x="2053" y="945"/>
                  <a:pt x="2090" y="945"/>
                  <a:pt x="2127" y="945"/>
                </a:cubicBezTo>
                <a:cubicBezTo>
                  <a:pt x="2327" y="945"/>
                  <a:pt x="2548" y="958"/>
                  <a:pt x="2768" y="958"/>
                </a:cubicBezTo>
                <a:cubicBezTo>
                  <a:pt x="3023" y="958"/>
                  <a:pt x="3276" y="940"/>
                  <a:pt x="3487" y="861"/>
                </a:cubicBezTo>
                <a:cubicBezTo>
                  <a:pt x="3837" y="729"/>
                  <a:pt x="4204" y="297"/>
                  <a:pt x="3779" y="32"/>
                </a:cubicBezTo>
                <a:cubicBezTo>
                  <a:pt x="3744" y="10"/>
                  <a:pt x="3710" y="1"/>
                  <a:pt x="36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1"/>
          <p:cNvSpPr/>
          <p:nvPr/>
        </p:nvSpPr>
        <p:spPr>
          <a:xfrm>
            <a:off x="3485700" y="2115700"/>
            <a:ext cx="102625" cy="131650"/>
          </a:xfrm>
          <a:custGeom>
            <a:rect b="b" l="l" r="r" t="t"/>
            <a:pathLst>
              <a:path extrusionOk="0" h="5266" w="4105">
                <a:moveTo>
                  <a:pt x="3353" y="0"/>
                </a:moveTo>
                <a:cubicBezTo>
                  <a:pt x="3321" y="0"/>
                  <a:pt x="3287" y="9"/>
                  <a:pt x="3253" y="31"/>
                </a:cubicBezTo>
                <a:cubicBezTo>
                  <a:pt x="2134" y="708"/>
                  <a:pt x="741" y="2195"/>
                  <a:pt x="900" y="3639"/>
                </a:cubicBezTo>
                <a:cubicBezTo>
                  <a:pt x="1057" y="5067"/>
                  <a:pt x="3015" y="4342"/>
                  <a:pt x="3705" y="5198"/>
                </a:cubicBezTo>
                <a:cubicBezTo>
                  <a:pt x="3744" y="5245"/>
                  <a:pt x="3789" y="5265"/>
                  <a:pt x="3833" y="5265"/>
                </a:cubicBezTo>
                <a:cubicBezTo>
                  <a:pt x="3973" y="5265"/>
                  <a:pt x="4104" y="5068"/>
                  <a:pt x="3984" y="4919"/>
                </a:cubicBezTo>
                <a:cubicBezTo>
                  <a:pt x="3472" y="4282"/>
                  <a:pt x="2685" y="4415"/>
                  <a:pt x="1969" y="4215"/>
                </a:cubicBezTo>
                <a:cubicBezTo>
                  <a:pt x="1" y="3668"/>
                  <a:pt x="2696" y="826"/>
                  <a:pt x="3453" y="370"/>
                </a:cubicBezTo>
                <a:cubicBezTo>
                  <a:pt x="3634" y="260"/>
                  <a:pt x="3522" y="0"/>
                  <a:pt x="335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1"/>
          <p:cNvSpPr/>
          <p:nvPr/>
        </p:nvSpPr>
        <p:spPr>
          <a:xfrm>
            <a:off x="3631600" y="2149675"/>
            <a:ext cx="18850" cy="78025"/>
          </a:xfrm>
          <a:custGeom>
            <a:rect b="b" l="l" r="r" t="t"/>
            <a:pathLst>
              <a:path extrusionOk="0" h="3121" w="754">
                <a:moveTo>
                  <a:pt x="514" y="1"/>
                </a:moveTo>
                <a:cubicBezTo>
                  <a:pt x="436" y="1"/>
                  <a:pt x="361" y="43"/>
                  <a:pt x="334" y="140"/>
                </a:cubicBezTo>
                <a:cubicBezTo>
                  <a:pt x="81" y="1056"/>
                  <a:pt x="1" y="1983"/>
                  <a:pt x="94" y="2932"/>
                </a:cubicBezTo>
                <a:cubicBezTo>
                  <a:pt x="107" y="3057"/>
                  <a:pt x="212" y="3120"/>
                  <a:pt x="311" y="3120"/>
                </a:cubicBezTo>
                <a:cubicBezTo>
                  <a:pt x="409" y="3120"/>
                  <a:pt x="500" y="3058"/>
                  <a:pt x="488" y="2932"/>
                </a:cubicBezTo>
                <a:cubicBezTo>
                  <a:pt x="399" y="2018"/>
                  <a:pt x="472" y="1129"/>
                  <a:pt x="712" y="246"/>
                </a:cubicBezTo>
                <a:cubicBezTo>
                  <a:pt x="754" y="98"/>
                  <a:pt x="632" y="1"/>
                  <a:pt x="51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1"/>
          <p:cNvSpPr/>
          <p:nvPr/>
        </p:nvSpPr>
        <p:spPr>
          <a:xfrm>
            <a:off x="3601875" y="2179175"/>
            <a:ext cx="82125" cy="20275"/>
          </a:xfrm>
          <a:custGeom>
            <a:rect b="b" l="l" r="r" t="t"/>
            <a:pathLst>
              <a:path extrusionOk="0" h="811" w="3285">
                <a:moveTo>
                  <a:pt x="1930" y="0"/>
                </a:moveTo>
                <a:cubicBezTo>
                  <a:pt x="1332" y="0"/>
                  <a:pt x="742" y="150"/>
                  <a:pt x="192" y="445"/>
                </a:cubicBezTo>
                <a:cubicBezTo>
                  <a:pt x="0" y="547"/>
                  <a:pt x="117" y="811"/>
                  <a:pt x="294" y="811"/>
                </a:cubicBezTo>
                <a:cubicBezTo>
                  <a:pt x="325" y="811"/>
                  <a:pt x="357" y="803"/>
                  <a:pt x="390" y="785"/>
                </a:cubicBezTo>
                <a:cubicBezTo>
                  <a:pt x="878" y="524"/>
                  <a:pt x="1396" y="393"/>
                  <a:pt x="1922" y="393"/>
                </a:cubicBezTo>
                <a:cubicBezTo>
                  <a:pt x="2267" y="393"/>
                  <a:pt x="2616" y="450"/>
                  <a:pt x="2962" y="562"/>
                </a:cubicBezTo>
                <a:cubicBezTo>
                  <a:pt x="2984" y="569"/>
                  <a:pt x="3005" y="573"/>
                  <a:pt x="3025" y="573"/>
                </a:cubicBezTo>
                <a:cubicBezTo>
                  <a:pt x="3219" y="573"/>
                  <a:pt x="3285" y="252"/>
                  <a:pt x="3067" y="183"/>
                </a:cubicBezTo>
                <a:cubicBezTo>
                  <a:pt x="2690" y="61"/>
                  <a:pt x="2308" y="0"/>
                  <a:pt x="193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1"/>
          <p:cNvSpPr/>
          <p:nvPr/>
        </p:nvSpPr>
        <p:spPr>
          <a:xfrm>
            <a:off x="3739975" y="2115050"/>
            <a:ext cx="99175" cy="124750"/>
          </a:xfrm>
          <a:custGeom>
            <a:rect b="b" l="l" r="r" t="t"/>
            <a:pathLst>
              <a:path extrusionOk="0" h="4990" w="3967">
                <a:moveTo>
                  <a:pt x="992" y="391"/>
                </a:moveTo>
                <a:cubicBezTo>
                  <a:pt x="2690" y="391"/>
                  <a:pt x="3967" y="2407"/>
                  <a:pt x="2620" y="3869"/>
                </a:cubicBezTo>
                <a:cubicBezTo>
                  <a:pt x="2399" y="4109"/>
                  <a:pt x="1905" y="4546"/>
                  <a:pt x="1538" y="4546"/>
                </a:cubicBezTo>
                <a:cubicBezTo>
                  <a:pt x="1530" y="4546"/>
                  <a:pt x="1523" y="4546"/>
                  <a:pt x="1515" y="4546"/>
                </a:cubicBezTo>
                <a:cubicBezTo>
                  <a:pt x="1033" y="4520"/>
                  <a:pt x="990" y="3887"/>
                  <a:pt x="895" y="3504"/>
                </a:cubicBezTo>
                <a:cubicBezTo>
                  <a:pt x="642" y="2489"/>
                  <a:pt x="574" y="1460"/>
                  <a:pt x="637" y="420"/>
                </a:cubicBezTo>
                <a:lnTo>
                  <a:pt x="637" y="420"/>
                </a:lnTo>
                <a:cubicBezTo>
                  <a:pt x="757" y="400"/>
                  <a:pt x="875" y="391"/>
                  <a:pt x="992" y="391"/>
                </a:cubicBezTo>
                <a:close/>
                <a:moveTo>
                  <a:pt x="983" y="0"/>
                </a:moveTo>
                <a:cubicBezTo>
                  <a:pt x="723" y="0"/>
                  <a:pt x="462" y="38"/>
                  <a:pt x="211" y="118"/>
                </a:cubicBezTo>
                <a:cubicBezTo>
                  <a:pt x="1" y="186"/>
                  <a:pt x="54" y="487"/>
                  <a:pt x="235" y="507"/>
                </a:cubicBezTo>
                <a:lnTo>
                  <a:pt x="235" y="507"/>
                </a:lnTo>
                <a:cubicBezTo>
                  <a:pt x="157" y="2001"/>
                  <a:pt x="380" y="3438"/>
                  <a:pt x="907" y="4845"/>
                </a:cubicBezTo>
                <a:cubicBezTo>
                  <a:pt x="935" y="4919"/>
                  <a:pt x="1002" y="4990"/>
                  <a:pt x="1089" y="4990"/>
                </a:cubicBezTo>
                <a:cubicBezTo>
                  <a:pt x="1092" y="4990"/>
                  <a:pt x="1095" y="4990"/>
                  <a:pt x="1097" y="4990"/>
                </a:cubicBezTo>
                <a:cubicBezTo>
                  <a:pt x="2566" y="4897"/>
                  <a:pt x="3859" y="3518"/>
                  <a:pt x="3561" y="1998"/>
                </a:cubicBezTo>
                <a:cubicBezTo>
                  <a:pt x="3324" y="780"/>
                  <a:pt x="2160" y="0"/>
                  <a:pt x="9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1"/>
          <p:cNvSpPr/>
          <p:nvPr/>
        </p:nvSpPr>
        <p:spPr>
          <a:xfrm>
            <a:off x="3886525" y="2155425"/>
            <a:ext cx="64025" cy="17425"/>
          </a:xfrm>
          <a:custGeom>
            <a:rect b="b" l="l" r="r" t="t"/>
            <a:pathLst>
              <a:path extrusionOk="0" h="697" w="2561">
                <a:moveTo>
                  <a:pt x="307" y="0"/>
                </a:moveTo>
                <a:cubicBezTo>
                  <a:pt x="85" y="0"/>
                  <a:pt x="0" y="345"/>
                  <a:pt x="238" y="383"/>
                </a:cubicBezTo>
                <a:lnTo>
                  <a:pt x="2218" y="693"/>
                </a:lnTo>
                <a:cubicBezTo>
                  <a:pt x="2231" y="695"/>
                  <a:pt x="2243" y="696"/>
                  <a:pt x="2254" y="696"/>
                </a:cubicBezTo>
                <a:cubicBezTo>
                  <a:pt x="2477" y="696"/>
                  <a:pt x="2561" y="352"/>
                  <a:pt x="2324" y="314"/>
                </a:cubicBezTo>
                <a:lnTo>
                  <a:pt x="343" y="3"/>
                </a:lnTo>
                <a:cubicBezTo>
                  <a:pt x="330" y="1"/>
                  <a:pt x="318" y="0"/>
                  <a:pt x="3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1"/>
          <p:cNvSpPr/>
          <p:nvPr/>
        </p:nvSpPr>
        <p:spPr>
          <a:xfrm>
            <a:off x="3893550" y="2193150"/>
            <a:ext cx="56250" cy="9850"/>
          </a:xfrm>
          <a:custGeom>
            <a:rect b="b" l="l" r="r" t="t"/>
            <a:pathLst>
              <a:path extrusionOk="0" h="394" w="2250">
                <a:moveTo>
                  <a:pt x="254" y="0"/>
                </a:moveTo>
                <a:cubicBezTo>
                  <a:pt x="0" y="0"/>
                  <a:pt x="0" y="394"/>
                  <a:pt x="254" y="394"/>
                </a:cubicBezTo>
                <a:lnTo>
                  <a:pt x="1996" y="394"/>
                </a:lnTo>
                <a:cubicBezTo>
                  <a:pt x="2249" y="394"/>
                  <a:pt x="2249" y="0"/>
                  <a:pt x="19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1"/>
          <p:cNvSpPr/>
          <p:nvPr/>
        </p:nvSpPr>
        <p:spPr>
          <a:xfrm>
            <a:off x="4037050" y="2118525"/>
            <a:ext cx="73375" cy="105200"/>
          </a:xfrm>
          <a:custGeom>
            <a:rect b="b" l="l" r="r" t="t"/>
            <a:pathLst>
              <a:path extrusionOk="0" h="4208" w="2935">
                <a:moveTo>
                  <a:pt x="1509" y="1"/>
                </a:moveTo>
                <a:cubicBezTo>
                  <a:pt x="958" y="1"/>
                  <a:pt x="483" y="268"/>
                  <a:pt x="168" y="774"/>
                </a:cubicBezTo>
                <a:cubicBezTo>
                  <a:pt x="74" y="923"/>
                  <a:pt x="210" y="1065"/>
                  <a:pt x="347" y="1065"/>
                </a:cubicBezTo>
                <a:cubicBezTo>
                  <a:pt x="407" y="1065"/>
                  <a:pt x="467" y="1038"/>
                  <a:pt x="508" y="973"/>
                </a:cubicBezTo>
                <a:cubicBezTo>
                  <a:pt x="740" y="596"/>
                  <a:pt x="1089" y="390"/>
                  <a:pt x="1503" y="390"/>
                </a:cubicBezTo>
                <a:cubicBezTo>
                  <a:pt x="1537" y="390"/>
                  <a:pt x="1572" y="392"/>
                  <a:pt x="1607" y="394"/>
                </a:cubicBezTo>
                <a:lnTo>
                  <a:pt x="1607" y="394"/>
                </a:lnTo>
                <a:cubicBezTo>
                  <a:pt x="1496" y="930"/>
                  <a:pt x="1286" y="1410"/>
                  <a:pt x="941" y="1854"/>
                </a:cubicBezTo>
                <a:cubicBezTo>
                  <a:pt x="832" y="1996"/>
                  <a:pt x="914" y="2189"/>
                  <a:pt x="1085" y="2189"/>
                </a:cubicBezTo>
                <a:cubicBezTo>
                  <a:pt x="1100" y="2189"/>
                  <a:pt x="1116" y="2187"/>
                  <a:pt x="1133" y="2184"/>
                </a:cubicBezTo>
                <a:cubicBezTo>
                  <a:pt x="1294" y="2153"/>
                  <a:pt x="1510" y="2098"/>
                  <a:pt x="1699" y="2098"/>
                </a:cubicBezTo>
                <a:cubicBezTo>
                  <a:pt x="1756" y="2098"/>
                  <a:pt x="1810" y="2103"/>
                  <a:pt x="1860" y="2115"/>
                </a:cubicBezTo>
                <a:cubicBezTo>
                  <a:pt x="2494" y="2537"/>
                  <a:pt x="2602" y="2885"/>
                  <a:pt x="2180" y="3163"/>
                </a:cubicBezTo>
                <a:cubicBezTo>
                  <a:pt x="2036" y="3346"/>
                  <a:pt x="1847" y="3456"/>
                  <a:pt x="1611" y="3494"/>
                </a:cubicBezTo>
                <a:cubicBezTo>
                  <a:pt x="1149" y="3634"/>
                  <a:pt x="671" y="3651"/>
                  <a:pt x="213" y="3816"/>
                </a:cubicBezTo>
                <a:cubicBezTo>
                  <a:pt x="0" y="3893"/>
                  <a:pt x="62" y="4208"/>
                  <a:pt x="251" y="4208"/>
                </a:cubicBezTo>
                <a:cubicBezTo>
                  <a:pt x="272" y="4208"/>
                  <a:pt x="295" y="4204"/>
                  <a:pt x="319" y="4195"/>
                </a:cubicBezTo>
                <a:cubicBezTo>
                  <a:pt x="1153" y="3897"/>
                  <a:pt x="2797" y="3944"/>
                  <a:pt x="2882" y="2702"/>
                </a:cubicBezTo>
                <a:cubicBezTo>
                  <a:pt x="2935" y="1941"/>
                  <a:pt x="2292" y="1740"/>
                  <a:pt x="1668" y="1740"/>
                </a:cubicBezTo>
                <a:cubicBezTo>
                  <a:pt x="1609" y="1740"/>
                  <a:pt x="1549" y="1742"/>
                  <a:pt x="1490" y="1745"/>
                </a:cubicBezTo>
                <a:lnTo>
                  <a:pt x="1490" y="1745"/>
                </a:lnTo>
                <a:cubicBezTo>
                  <a:pt x="1766" y="1299"/>
                  <a:pt x="1943" y="826"/>
                  <a:pt x="2026" y="283"/>
                </a:cubicBezTo>
                <a:cubicBezTo>
                  <a:pt x="2041" y="182"/>
                  <a:pt x="2002" y="64"/>
                  <a:pt x="1888" y="41"/>
                </a:cubicBezTo>
                <a:cubicBezTo>
                  <a:pt x="1758" y="14"/>
                  <a:pt x="1632" y="1"/>
                  <a:pt x="150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1"/>
          <p:cNvSpPr/>
          <p:nvPr/>
        </p:nvSpPr>
        <p:spPr>
          <a:xfrm>
            <a:off x="4123475" y="2093175"/>
            <a:ext cx="56850" cy="60650"/>
          </a:xfrm>
          <a:custGeom>
            <a:rect b="b" l="l" r="r" t="t"/>
            <a:pathLst>
              <a:path extrusionOk="0" h="2426" w="2274">
                <a:moveTo>
                  <a:pt x="1391" y="1"/>
                </a:moveTo>
                <a:cubicBezTo>
                  <a:pt x="1389" y="1"/>
                  <a:pt x="1386" y="1"/>
                  <a:pt x="1384" y="1"/>
                </a:cubicBezTo>
                <a:cubicBezTo>
                  <a:pt x="890" y="18"/>
                  <a:pt x="462" y="210"/>
                  <a:pt x="130" y="578"/>
                </a:cubicBezTo>
                <a:cubicBezTo>
                  <a:pt x="0" y="723"/>
                  <a:pt x="133" y="920"/>
                  <a:pt x="278" y="920"/>
                </a:cubicBezTo>
                <a:cubicBezTo>
                  <a:pt x="323" y="920"/>
                  <a:pt x="369" y="901"/>
                  <a:pt x="409" y="857"/>
                </a:cubicBezTo>
                <a:cubicBezTo>
                  <a:pt x="632" y="609"/>
                  <a:pt x="901" y="458"/>
                  <a:pt x="1220" y="410"/>
                </a:cubicBezTo>
                <a:lnTo>
                  <a:pt x="1220" y="410"/>
                </a:lnTo>
                <a:cubicBezTo>
                  <a:pt x="1275" y="958"/>
                  <a:pt x="963" y="1465"/>
                  <a:pt x="452" y="1692"/>
                </a:cubicBezTo>
                <a:cubicBezTo>
                  <a:pt x="342" y="1740"/>
                  <a:pt x="319" y="1926"/>
                  <a:pt x="412" y="2001"/>
                </a:cubicBezTo>
                <a:cubicBezTo>
                  <a:pt x="760" y="2279"/>
                  <a:pt x="1159" y="2425"/>
                  <a:pt x="1582" y="2425"/>
                </a:cubicBezTo>
                <a:cubicBezTo>
                  <a:pt x="1734" y="2425"/>
                  <a:pt x="1889" y="2406"/>
                  <a:pt x="2045" y="2367"/>
                </a:cubicBezTo>
                <a:cubicBezTo>
                  <a:pt x="2273" y="2312"/>
                  <a:pt x="2200" y="1982"/>
                  <a:pt x="1992" y="1982"/>
                </a:cubicBezTo>
                <a:cubicBezTo>
                  <a:pt x="1976" y="1982"/>
                  <a:pt x="1959" y="1984"/>
                  <a:pt x="1941" y="1988"/>
                </a:cubicBezTo>
                <a:cubicBezTo>
                  <a:pt x="1817" y="2019"/>
                  <a:pt x="1694" y="2034"/>
                  <a:pt x="1572" y="2034"/>
                </a:cubicBezTo>
                <a:cubicBezTo>
                  <a:pt x="1347" y="2034"/>
                  <a:pt x="1128" y="1981"/>
                  <a:pt x="927" y="1877"/>
                </a:cubicBezTo>
                <a:lnTo>
                  <a:pt x="927" y="1877"/>
                </a:lnTo>
                <a:cubicBezTo>
                  <a:pt x="1467" y="1494"/>
                  <a:pt x="1725" y="807"/>
                  <a:pt x="1574" y="146"/>
                </a:cubicBezTo>
                <a:cubicBezTo>
                  <a:pt x="1556" y="68"/>
                  <a:pt x="1472" y="1"/>
                  <a:pt x="139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7" name="Shape 7057"/>
        <p:cNvGrpSpPr/>
        <p:nvPr/>
      </p:nvGrpSpPr>
      <p:grpSpPr>
        <a:xfrm>
          <a:off x="0" y="0"/>
          <a:ext cx="0" cy="0"/>
          <a:chOff x="0" y="0"/>
          <a:chExt cx="0" cy="0"/>
        </a:xfrm>
      </p:grpSpPr>
      <p:sp>
        <p:nvSpPr>
          <p:cNvPr id="7058" name="Google Shape;7058;p72"/>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accent4"/>
                </a:solidFill>
              </a:rPr>
              <a:t>AlTernative</a:t>
            </a:r>
            <a:r>
              <a:rPr lang="en">
                <a:solidFill>
                  <a:schemeClr val="hlink"/>
                </a:solidFill>
              </a:rPr>
              <a:t> characters</a:t>
            </a:r>
            <a:endParaRPr/>
          </a:p>
        </p:txBody>
      </p:sp>
      <p:grpSp>
        <p:nvGrpSpPr>
          <p:cNvPr id="7059" name="Google Shape;7059;p72"/>
          <p:cNvGrpSpPr/>
          <p:nvPr/>
        </p:nvGrpSpPr>
        <p:grpSpPr>
          <a:xfrm>
            <a:off x="720000" y="1495475"/>
            <a:ext cx="904875" cy="3108025"/>
            <a:chOff x="720000" y="1495475"/>
            <a:chExt cx="904875" cy="3108025"/>
          </a:xfrm>
        </p:grpSpPr>
        <p:sp>
          <p:nvSpPr>
            <p:cNvPr id="7060" name="Google Shape;7060;p72"/>
            <p:cNvSpPr/>
            <p:nvPr/>
          </p:nvSpPr>
          <p:spPr>
            <a:xfrm>
              <a:off x="1208975" y="3609975"/>
              <a:ext cx="190600" cy="857125"/>
            </a:xfrm>
            <a:custGeom>
              <a:rect b="b" l="l" r="r" t="t"/>
              <a:pathLst>
                <a:path extrusionOk="0" h="34285" w="7624">
                  <a:moveTo>
                    <a:pt x="1" y="1"/>
                  </a:moveTo>
                  <a:cubicBezTo>
                    <a:pt x="58" y="390"/>
                    <a:pt x="117" y="772"/>
                    <a:pt x="178" y="1151"/>
                  </a:cubicBezTo>
                  <a:cubicBezTo>
                    <a:pt x="272" y="1743"/>
                    <a:pt x="374" y="2322"/>
                    <a:pt x="481" y="2888"/>
                  </a:cubicBezTo>
                  <a:cubicBezTo>
                    <a:pt x="611" y="3596"/>
                    <a:pt x="752" y="4288"/>
                    <a:pt x="899" y="4962"/>
                  </a:cubicBezTo>
                  <a:cubicBezTo>
                    <a:pt x="272" y="6991"/>
                    <a:pt x="311" y="11106"/>
                    <a:pt x="630" y="15628"/>
                  </a:cubicBezTo>
                  <a:cubicBezTo>
                    <a:pt x="792" y="17957"/>
                    <a:pt x="1032" y="20394"/>
                    <a:pt x="1291" y="22709"/>
                  </a:cubicBezTo>
                  <a:cubicBezTo>
                    <a:pt x="1991" y="28937"/>
                    <a:pt x="2850" y="34285"/>
                    <a:pt x="2850" y="34285"/>
                  </a:cubicBezTo>
                  <a:lnTo>
                    <a:pt x="7340" y="33967"/>
                  </a:lnTo>
                  <a:lnTo>
                    <a:pt x="7405" y="21571"/>
                  </a:lnTo>
                  <a:lnTo>
                    <a:pt x="7440" y="14902"/>
                  </a:lnTo>
                  <a:lnTo>
                    <a:pt x="7476" y="8127"/>
                  </a:lnTo>
                  <a:lnTo>
                    <a:pt x="7581" y="2459"/>
                  </a:lnTo>
                  <a:lnTo>
                    <a:pt x="7624" y="46"/>
                  </a:lnTo>
                  <a:lnTo>
                    <a:pt x="7624"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2"/>
            <p:cNvSpPr/>
            <p:nvPr/>
          </p:nvSpPr>
          <p:spPr>
            <a:xfrm>
              <a:off x="1241225" y="4149250"/>
              <a:ext cx="152925" cy="317825"/>
            </a:xfrm>
            <a:custGeom>
              <a:rect b="b" l="l" r="r" t="t"/>
              <a:pathLst>
                <a:path extrusionOk="0" h="12713" w="6117">
                  <a:moveTo>
                    <a:pt x="6116" y="1"/>
                  </a:moveTo>
                  <a:lnTo>
                    <a:pt x="6116" y="1"/>
                  </a:lnTo>
                  <a:cubicBezTo>
                    <a:pt x="4441" y="191"/>
                    <a:pt x="1572" y="585"/>
                    <a:pt x="1" y="1139"/>
                  </a:cubicBezTo>
                  <a:cubicBezTo>
                    <a:pt x="46" y="1546"/>
                    <a:pt x="92" y="1947"/>
                    <a:pt x="141" y="2344"/>
                  </a:cubicBezTo>
                  <a:cubicBezTo>
                    <a:pt x="155" y="2458"/>
                    <a:pt x="168" y="2572"/>
                    <a:pt x="181" y="2685"/>
                  </a:cubicBezTo>
                  <a:cubicBezTo>
                    <a:pt x="839" y="8226"/>
                    <a:pt x="1562" y="12712"/>
                    <a:pt x="1562" y="12712"/>
                  </a:cubicBezTo>
                  <a:lnTo>
                    <a:pt x="6053" y="12396"/>
                  </a:lnTo>
                  <a:lnTo>
                    <a:pt x="6110" y="1447"/>
                  </a:lnTo>
                  <a:lnTo>
                    <a:pt x="6112" y="1104"/>
                  </a:lnTo>
                  <a:lnTo>
                    <a:pt x="61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2"/>
            <p:cNvSpPr/>
            <p:nvPr/>
          </p:nvSpPr>
          <p:spPr>
            <a:xfrm>
              <a:off x="1244700" y="4176800"/>
              <a:ext cx="149250" cy="39600"/>
            </a:xfrm>
            <a:custGeom>
              <a:rect b="b" l="l" r="r" t="t"/>
              <a:pathLst>
                <a:path extrusionOk="0" h="1584" w="5970">
                  <a:moveTo>
                    <a:pt x="5970" y="0"/>
                  </a:moveTo>
                  <a:cubicBezTo>
                    <a:pt x="4169" y="249"/>
                    <a:pt x="1741" y="658"/>
                    <a:pt x="0" y="1243"/>
                  </a:cubicBezTo>
                  <a:cubicBezTo>
                    <a:pt x="15" y="1357"/>
                    <a:pt x="26" y="1472"/>
                    <a:pt x="40" y="1583"/>
                  </a:cubicBezTo>
                  <a:cubicBezTo>
                    <a:pt x="1732" y="1008"/>
                    <a:pt x="4158" y="595"/>
                    <a:pt x="5969" y="343"/>
                  </a:cubicBezTo>
                  <a:lnTo>
                    <a:pt x="597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2"/>
            <p:cNvSpPr/>
            <p:nvPr/>
          </p:nvSpPr>
          <p:spPr>
            <a:xfrm>
              <a:off x="1213425" y="3611150"/>
              <a:ext cx="186125" cy="71075"/>
            </a:xfrm>
            <a:custGeom>
              <a:rect b="b" l="l" r="r" t="t"/>
              <a:pathLst>
                <a:path extrusionOk="0" h="2843" w="7445">
                  <a:moveTo>
                    <a:pt x="7444" y="1"/>
                  </a:moveTo>
                  <a:lnTo>
                    <a:pt x="0" y="1105"/>
                  </a:lnTo>
                  <a:cubicBezTo>
                    <a:pt x="94" y="1696"/>
                    <a:pt x="195" y="2275"/>
                    <a:pt x="302" y="2843"/>
                  </a:cubicBezTo>
                  <a:lnTo>
                    <a:pt x="7401" y="2414"/>
                  </a:lnTo>
                  <a:lnTo>
                    <a:pt x="744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2"/>
            <p:cNvSpPr/>
            <p:nvPr/>
          </p:nvSpPr>
          <p:spPr>
            <a:xfrm>
              <a:off x="1135475" y="3033175"/>
              <a:ext cx="282375" cy="576900"/>
            </a:xfrm>
            <a:custGeom>
              <a:rect b="b" l="l" r="r" t="t"/>
              <a:pathLst>
                <a:path extrusionOk="0" h="23076" w="11295">
                  <a:moveTo>
                    <a:pt x="9005" y="0"/>
                  </a:moveTo>
                  <a:cubicBezTo>
                    <a:pt x="3047" y="0"/>
                    <a:pt x="0" y="4090"/>
                    <a:pt x="0" y="4090"/>
                  </a:cubicBezTo>
                  <a:lnTo>
                    <a:pt x="1659" y="23076"/>
                  </a:lnTo>
                  <a:lnTo>
                    <a:pt x="10913" y="23076"/>
                  </a:lnTo>
                  <a:lnTo>
                    <a:pt x="11294" y="194"/>
                  </a:lnTo>
                  <a:cubicBezTo>
                    <a:pt x="10489" y="60"/>
                    <a:pt x="9726" y="0"/>
                    <a:pt x="90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2"/>
            <p:cNvSpPr/>
            <p:nvPr/>
          </p:nvSpPr>
          <p:spPr>
            <a:xfrm>
              <a:off x="1175800" y="3578700"/>
              <a:ext cx="254925" cy="82225"/>
            </a:xfrm>
            <a:custGeom>
              <a:rect b="b" l="l" r="r" t="t"/>
              <a:pathLst>
                <a:path extrusionOk="0" h="3289" w="10197">
                  <a:moveTo>
                    <a:pt x="9646" y="0"/>
                  </a:moveTo>
                  <a:lnTo>
                    <a:pt x="81" y="737"/>
                  </a:lnTo>
                  <a:cubicBezTo>
                    <a:pt x="0" y="1614"/>
                    <a:pt x="162" y="2464"/>
                    <a:pt x="598" y="3288"/>
                  </a:cubicBezTo>
                  <a:lnTo>
                    <a:pt x="9786" y="2638"/>
                  </a:lnTo>
                  <a:cubicBezTo>
                    <a:pt x="10103" y="1741"/>
                    <a:pt x="10196" y="857"/>
                    <a:pt x="9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2"/>
            <p:cNvSpPr/>
            <p:nvPr/>
          </p:nvSpPr>
          <p:spPr>
            <a:xfrm>
              <a:off x="1256700" y="4426775"/>
              <a:ext cx="368175" cy="176675"/>
            </a:xfrm>
            <a:custGeom>
              <a:rect b="b" l="l" r="r" t="t"/>
              <a:pathLst>
                <a:path extrusionOk="0" h="7067" w="14727">
                  <a:moveTo>
                    <a:pt x="5643" y="1"/>
                  </a:moveTo>
                  <a:cubicBezTo>
                    <a:pt x="5230" y="1"/>
                    <a:pt x="4977" y="509"/>
                    <a:pt x="4977" y="509"/>
                  </a:cubicBezTo>
                  <a:cubicBezTo>
                    <a:pt x="4977" y="509"/>
                    <a:pt x="4777" y="491"/>
                    <a:pt x="4461" y="491"/>
                  </a:cubicBezTo>
                  <a:cubicBezTo>
                    <a:pt x="3593" y="491"/>
                    <a:pt x="1847" y="623"/>
                    <a:pt x="939" y="1613"/>
                  </a:cubicBezTo>
                  <a:cubicBezTo>
                    <a:pt x="81" y="2550"/>
                    <a:pt x="1" y="4805"/>
                    <a:pt x="32" y="6104"/>
                  </a:cubicBezTo>
                  <a:cubicBezTo>
                    <a:pt x="47" y="6678"/>
                    <a:pt x="82" y="7066"/>
                    <a:pt x="82" y="7066"/>
                  </a:cubicBezTo>
                  <a:lnTo>
                    <a:pt x="14686" y="7066"/>
                  </a:lnTo>
                  <a:cubicBezTo>
                    <a:pt x="14726" y="6714"/>
                    <a:pt x="14702" y="6394"/>
                    <a:pt x="14620" y="6104"/>
                  </a:cubicBezTo>
                  <a:cubicBezTo>
                    <a:pt x="13818" y="3167"/>
                    <a:pt x="7518" y="3104"/>
                    <a:pt x="6987" y="1730"/>
                  </a:cubicBezTo>
                  <a:cubicBezTo>
                    <a:pt x="6462" y="368"/>
                    <a:pt x="5995" y="1"/>
                    <a:pt x="56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2"/>
            <p:cNvSpPr/>
            <p:nvPr/>
          </p:nvSpPr>
          <p:spPr>
            <a:xfrm>
              <a:off x="1467775" y="4495300"/>
              <a:ext cx="51075" cy="33225"/>
            </a:xfrm>
            <a:custGeom>
              <a:rect b="b" l="l" r="r" t="t"/>
              <a:pathLst>
                <a:path extrusionOk="0" h="1329" w="2043">
                  <a:moveTo>
                    <a:pt x="1272" y="0"/>
                  </a:moveTo>
                  <a:cubicBezTo>
                    <a:pt x="1114" y="0"/>
                    <a:pt x="941" y="27"/>
                    <a:pt x="771" y="105"/>
                  </a:cubicBezTo>
                  <a:cubicBezTo>
                    <a:pt x="415" y="268"/>
                    <a:pt x="163" y="607"/>
                    <a:pt x="26" y="1117"/>
                  </a:cubicBezTo>
                  <a:cubicBezTo>
                    <a:pt x="0" y="1206"/>
                    <a:pt x="55" y="1299"/>
                    <a:pt x="143" y="1325"/>
                  </a:cubicBezTo>
                  <a:cubicBezTo>
                    <a:pt x="161" y="1327"/>
                    <a:pt x="175" y="1329"/>
                    <a:pt x="189" y="1329"/>
                  </a:cubicBezTo>
                  <a:cubicBezTo>
                    <a:pt x="263" y="1329"/>
                    <a:pt x="332" y="1279"/>
                    <a:pt x="352" y="1204"/>
                  </a:cubicBezTo>
                  <a:cubicBezTo>
                    <a:pt x="461" y="798"/>
                    <a:pt x="648" y="532"/>
                    <a:pt x="908" y="412"/>
                  </a:cubicBezTo>
                  <a:cubicBezTo>
                    <a:pt x="1029" y="357"/>
                    <a:pt x="1154" y="338"/>
                    <a:pt x="1270" y="338"/>
                  </a:cubicBezTo>
                  <a:cubicBezTo>
                    <a:pt x="1546" y="338"/>
                    <a:pt x="1774" y="445"/>
                    <a:pt x="1778" y="446"/>
                  </a:cubicBezTo>
                  <a:cubicBezTo>
                    <a:pt x="1801" y="457"/>
                    <a:pt x="1825" y="462"/>
                    <a:pt x="1849" y="462"/>
                  </a:cubicBezTo>
                  <a:cubicBezTo>
                    <a:pt x="1913" y="462"/>
                    <a:pt x="1974" y="427"/>
                    <a:pt x="2003" y="368"/>
                  </a:cubicBezTo>
                  <a:cubicBezTo>
                    <a:pt x="2043" y="283"/>
                    <a:pt x="2008" y="183"/>
                    <a:pt x="1924" y="142"/>
                  </a:cubicBezTo>
                  <a:cubicBezTo>
                    <a:pt x="1907" y="134"/>
                    <a:pt x="1625" y="0"/>
                    <a:pt x="12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2"/>
            <p:cNvSpPr/>
            <p:nvPr/>
          </p:nvSpPr>
          <p:spPr>
            <a:xfrm>
              <a:off x="1445675" y="4485775"/>
              <a:ext cx="51125" cy="33250"/>
            </a:xfrm>
            <a:custGeom>
              <a:rect b="b" l="l" r="r" t="t"/>
              <a:pathLst>
                <a:path extrusionOk="0" h="1330" w="2045">
                  <a:moveTo>
                    <a:pt x="1273" y="0"/>
                  </a:moveTo>
                  <a:cubicBezTo>
                    <a:pt x="1114" y="0"/>
                    <a:pt x="941" y="27"/>
                    <a:pt x="771" y="105"/>
                  </a:cubicBezTo>
                  <a:cubicBezTo>
                    <a:pt x="415" y="268"/>
                    <a:pt x="164" y="607"/>
                    <a:pt x="25" y="1115"/>
                  </a:cubicBezTo>
                  <a:cubicBezTo>
                    <a:pt x="0" y="1205"/>
                    <a:pt x="53" y="1298"/>
                    <a:pt x="143" y="1322"/>
                  </a:cubicBezTo>
                  <a:cubicBezTo>
                    <a:pt x="159" y="1328"/>
                    <a:pt x="174" y="1329"/>
                    <a:pt x="188" y="1329"/>
                  </a:cubicBezTo>
                  <a:cubicBezTo>
                    <a:pt x="264" y="1329"/>
                    <a:pt x="331" y="1279"/>
                    <a:pt x="351" y="1205"/>
                  </a:cubicBezTo>
                  <a:cubicBezTo>
                    <a:pt x="461" y="797"/>
                    <a:pt x="648" y="530"/>
                    <a:pt x="910" y="413"/>
                  </a:cubicBezTo>
                  <a:cubicBezTo>
                    <a:pt x="1031" y="358"/>
                    <a:pt x="1157" y="338"/>
                    <a:pt x="1273" y="338"/>
                  </a:cubicBezTo>
                  <a:cubicBezTo>
                    <a:pt x="1548" y="338"/>
                    <a:pt x="1774" y="445"/>
                    <a:pt x="1777" y="447"/>
                  </a:cubicBezTo>
                  <a:cubicBezTo>
                    <a:pt x="1800" y="458"/>
                    <a:pt x="1825" y="463"/>
                    <a:pt x="1849" y="463"/>
                  </a:cubicBezTo>
                  <a:cubicBezTo>
                    <a:pt x="1912" y="463"/>
                    <a:pt x="1973" y="428"/>
                    <a:pt x="2003" y="368"/>
                  </a:cubicBezTo>
                  <a:cubicBezTo>
                    <a:pt x="2044" y="284"/>
                    <a:pt x="2008" y="184"/>
                    <a:pt x="1924" y="142"/>
                  </a:cubicBezTo>
                  <a:cubicBezTo>
                    <a:pt x="1906" y="133"/>
                    <a:pt x="1625" y="0"/>
                    <a:pt x="1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2"/>
            <p:cNvSpPr/>
            <p:nvPr/>
          </p:nvSpPr>
          <p:spPr>
            <a:xfrm>
              <a:off x="1422900" y="4479700"/>
              <a:ext cx="51125" cy="33250"/>
            </a:xfrm>
            <a:custGeom>
              <a:rect b="b" l="l" r="r" t="t"/>
              <a:pathLst>
                <a:path extrusionOk="0" h="1330" w="2045">
                  <a:moveTo>
                    <a:pt x="1274" y="0"/>
                  </a:moveTo>
                  <a:cubicBezTo>
                    <a:pt x="1115" y="0"/>
                    <a:pt x="942" y="27"/>
                    <a:pt x="771" y="105"/>
                  </a:cubicBezTo>
                  <a:cubicBezTo>
                    <a:pt x="415" y="268"/>
                    <a:pt x="163" y="607"/>
                    <a:pt x="26" y="1115"/>
                  </a:cubicBezTo>
                  <a:cubicBezTo>
                    <a:pt x="0" y="1203"/>
                    <a:pt x="55" y="1298"/>
                    <a:pt x="143" y="1322"/>
                  </a:cubicBezTo>
                  <a:cubicBezTo>
                    <a:pt x="161" y="1328"/>
                    <a:pt x="175" y="1329"/>
                    <a:pt x="189" y="1329"/>
                  </a:cubicBezTo>
                  <a:cubicBezTo>
                    <a:pt x="264" y="1329"/>
                    <a:pt x="332" y="1279"/>
                    <a:pt x="351" y="1203"/>
                  </a:cubicBezTo>
                  <a:cubicBezTo>
                    <a:pt x="462" y="797"/>
                    <a:pt x="650" y="530"/>
                    <a:pt x="911" y="413"/>
                  </a:cubicBezTo>
                  <a:cubicBezTo>
                    <a:pt x="1032" y="357"/>
                    <a:pt x="1157" y="338"/>
                    <a:pt x="1274" y="338"/>
                  </a:cubicBezTo>
                  <a:cubicBezTo>
                    <a:pt x="1548" y="338"/>
                    <a:pt x="1774" y="445"/>
                    <a:pt x="1778" y="447"/>
                  </a:cubicBezTo>
                  <a:cubicBezTo>
                    <a:pt x="1802" y="458"/>
                    <a:pt x="1826" y="463"/>
                    <a:pt x="1851" y="463"/>
                  </a:cubicBezTo>
                  <a:cubicBezTo>
                    <a:pt x="1914" y="463"/>
                    <a:pt x="1974" y="428"/>
                    <a:pt x="2004" y="368"/>
                  </a:cubicBezTo>
                  <a:cubicBezTo>
                    <a:pt x="2044" y="284"/>
                    <a:pt x="2008" y="184"/>
                    <a:pt x="1924" y="142"/>
                  </a:cubicBezTo>
                  <a:cubicBezTo>
                    <a:pt x="1907" y="133"/>
                    <a:pt x="1626" y="0"/>
                    <a:pt x="12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2"/>
            <p:cNvSpPr/>
            <p:nvPr/>
          </p:nvSpPr>
          <p:spPr>
            <a:xfrm>
              <a:off x="1257500" y="4579350"/>
              <a:ext cx="367375" cy="24100"/>
            </a:xfrm>
            <a:custGeom>
              <a:rect b="b" l="l" r="r" t="t"/>
              <a:pathLst>
                <a:path extrusionOk="0" h="964" w="14695">
                  <a:moveTo>
                    <a:pt x="0" y="1"/>
                  </a:moveTo>
                  <a:cubicBezTo>
                    <a:pt x="15" y="575"/>
                    <a:pt x="50" y="963"/>
                    <a:pt x="50" y="963"/>
                  </a:cubicBezTo>
                  <a:lnTo>
                    <a:pt x="14654" y="963"/>
                  </a:lnTo>
                  <a:cubicBezTo>
                    <a:pt x="14694" y="611"/>
                    <a:pt x="14670" y="291"/>
                    <a:pt x="145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2"/>
            <p:cNvSpPr/>
            <p:nvPr/>
          </p:nvSpPr>
          <p:spPr>
            <a:xfrm>
              <a:off x="839425" y="3609975"/>
              <a:ext cx="230625" cy="889000"/>
            </a:xfrm>
            <a:custGeom>
              <a:rect b="b" l="l" r="r" t="t"/>
              <a:pathLst>
                <a:path extrusionOk="0" h="35560" w="9225">
                  <a:moveTo>
                    <a:pt x="1159" y="1"/>
                  </a:moveTo>
                  <a:lnTo>
                    <a:pt x="1137" y="397"/>
                  </a:lnTo>
                  <a:lnTo>
                    <a:pt x="1053" y="1999"/>
                  </a:lnTo>
                  <a:lnTo>
                    <a:pt x="989" y="3229"/>
                  </a:lnTo>
                  <a:cubicBezTo>
                    <a:pt x="867" y="6391"/>
                    <a:pt x="718" y="10906"/>
                    <a:pt x="574" y="15544"/>
                  </a:cubicBezTo>
                  <a:cubicBezTo>
                    <a:pt x="505" y="17719"/>
                    <a:pt x="439" y="19922"/>
                    <a:pt x="376" y="22024"/>
                  </a:cubicBezTo>
                  <a:cubicBezTo>
                    <a:pt x="166" y="29062"/>
                    <a:pt x="0" y="34973"/>
                    <a:pt x="0" y="34973"/>
                  </a:cubicBezTo>
                  <a:lnTo>
                    <a:pt x="3938" y="35559"/>
                  </a:lnTo>
                  <a:lnTo>
                    <a:pt x="5838" y="23240"/>
                  </a:lnTo>
                  <a:lnTo>
                    <a:pt x="6910" y="16298"/>
                  </a:lnTo>
                  <a:lnTo>
                    <a:pt x="8531" y="5791"/>
                  </a:lnTo>
                  <a:lnTo>
                    <a:pt x="8822" y="3360"/>
                  </a:lnTo>
                  <a:lnTo>
                    <a:pt x="9172" y="427"/>
                  </a:lnTo>
                  <a:lnTo>
                    <a:pt x="9225"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2"/>
            <p:cNvSpPr/>
            <p:nvPr/>
          </p:nvSpPr>
          <p:spPr>
            <a:xfrm>
              <a:off x="839425" y="4157375"/>
              <a:ext cx="147875" cy="341625"/>
            </a:xfrm>
            <a:custGeom>
              <a:rect b="b" l="l" r="r" t="t"/>
              <a:pathLst>
                <a:path extrusionOk="0" h="13665" w="5915">
                  <a:moveTo>
                    <a:pt x="1583" y="0"/>
                  </a:moveTo>
                  <a:cubicBezTo>
                    <a:pt x="1167" y="0"/>
                    <a:pt x="760" y="38"/>
                    <a:pt x="376" y="128"/>
                  </a:cubicBezTo>
                  <a:cubicBezTo>
                    <a:pt x="366" y="500"/>
                    <a:pt x="354" y="872"/>
                    <a:pt x="344" y="1236"/>
                  </a:cubicBezTo>
                  <a:cubicBezTo>
                    <a:pt x="339" y="1349"/>
                    <a:pt x="336" y="1462"/>
                    <a:pt x="332" y="1572"/>
                  </a:cubicBezTo>
                  <a:cubicBezTo>
                    <a:pt x="143" y="7957"/>
                    <a:pt x="0" y="13077"/>
                    <a:pt x="0" y="13077"/>
                  </a:cubicBezTo>
                  <a:lnTo>
                    <a:pt x="3940" y="13665"/>
                  </a:lnTo>
                  <a:lnTo>
                    <a:pt x="5695" y="2280"/>
                  </a:lnTo>
                  <a:lnTo>
                    <a:pt x="5747" y="1946"/>
                  </a:lnTo>
                  <a:lnTo>
                    <a:pt x="5914" y="872"/>
                  </a:lnTo>
                  <a:cubicBezTo>
                    <a:pt x="5097" y="624"/>
                    <a:pt x="3275" y="0"/>
                    <a:pt x="15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2"/>
            <p:cNvSpPr/>
            <p:nvPr/>
          </p:nvSpPr>
          <p:spPr>
            <a:xfrm>
              <a:off x="847725" y="4188250"/>
              <a:ext cx="135375" cy="26150"/>
            </a:xfrm>
            <a:custGeom>
              <a:rect b="b" l="l" r="r" t="t"/>
              <a:pathLst>
                <a:path extrusionOk="0" h="1046" w="5415">
                  <a:moveTo>
                    <a:pt x="189" y="0"/>
                  </a:moveTo>
                  <a:cubicBezTo>
                    <a:pt x="130" y="0"/>
                    <a:pt x="71" y="1"/>
                    <a:pt x="12" y="1"/>
                  </a:cubicBezTo>
                  <a:cubicBezTo>
                    <a:pt x="7" y="114"/>
                    <a:pt x="4" y="227"/>
                    <a:pt x="0" y="337"/>
                  </a:cubicBezTo>
                  <a:cubicBezTo>
                    <a:pt x="62" y="337"/>
                    <a:pt x="124" y="336"/>
                    <a:pt x="186" y="336"/>
                  </a:cubicBezTo>
                  <a:cubicBezTo>
                    <a:pt x="2127" y="336"/>
                    <a:pt x="4012" y="700"/>
                    <a:pt x="5363" y="1045"/>
                  </a:cubicBezTo>
                  <a:lnTo>
                    <a:pt x="5415" y="711"/>
                  </a:lnTo>
                  <a:cubicBezTo>
                    <a:pt x="4046" y="364"/>
                    <a:pt x="2147" y="0"/>
                    <a:pt x="18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2"/>
            <p:cNvSpPr/>
            <p:nvPr/>
          </p:nvSpPr>
          <p:spPr>
            <a:xfrm>
              <a:off x="865775" y="3619925"/>
              <a:ext cx="202975" cy="74100"/>
            </a:xfrm>
            <a:custGeom>
              <a:rect b="b" l="l" r="r" t="t"/>
              <a:pathLst>
                <a:path extrusionOk="0" h="2964" w="8119">
                  <a:moveTo>
                    <a:pt x="85" y="0"/>
                  </a:moveTo>
                  <a:lnTo>
                    <a:pt x="0" y="1602"/>
                  </a:lnTo>
                  <a:lnTo>
                    <a:pt x="7768" y="2964"/>
                  </a:lnTo>
                  <a:lnTo>
                    <a:pt x="8118" y="30"/>
                  </a:lnTo>
                  <a:lnTo>
                    <a:pt x="85"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2"/>
            <p:cNvSpPr/>
            <p:nvPr/>
          </p:nvSpPr>
          <p:spPr>
            <a:xfrm>
              <a:off x="762800" y="4428175"/>
              <a:ext cx="234025" cy="175325"/>
            </a:xfrm>
            <a:custGeom>
              <a:rect b="b" l="l" r="r" t="t"/>
              <a:pathLst>
                <a:path extrusionOk="0" h="7013" w="9361">
                  <a:moveTo>
                    <a:pt x="4807" y="0"/>
                  </a:moveTo>
                  <a:cubicBezTo>
                    <a:pt x="4272" y="0"/>
                    <a:pt x="3737" y="215"/>
                    <a:pt x="3313" y="644"/>
                  </a:cubicBezTo>
                  <a:cubicBezTo>
                    <a:pt x="1983" y="1990"/>
                    <a:pt x="1635" y="3679"/>
                    <a:pt x="803" y="4364"/>
                  </a:cubicBezTo>
                  <a:cubicBezTo>
                    <a:pt x="251" y="4820"/>
                    <a:pt x="76" y="5494"/>
                    <a:pt x="36" y="6049"/>
                  </a:cubicBezTo>
                  <a:cubicBezTo>
                    <a:pt x="0" y="6587"/>
                    <a:pt x="92" y="7013"/>
                    <a:pt x="92" y="7013"/>
                  </a:cubicBezTo>
                  <a:lnTo>
                    <a:pt x="9251" y="7013"/>
                  </a:lnTo>
                  <a:cubicBezTo>
                    <a:pt x="9251" y="7013"/>
                    <a:pt x="9344" y="6617"/>
                    <a:pt x="9354" y="6049"/>
                  </a:cubicBezTo>
                  <a:cubicBezTo>
                    <a:pt x="9361" y="5711"/>
                    <a:pt x="9340" y="5308"/>
                    <a:pt x="9251" y="4893"/>
                  </a:cubicBezTo>
                  <a:cubicBezTo>
                    <a:pt x="9012" y="3782"/>
                    <a:pt x="8038" y="4058"/>
                    <a:pt x="7210" y="1768"/>
                  </a:cubicBezTo>
                  <a:cubicBezTo>
                    <a:pt x="7034" y="1281"/>
                    <a:pt x="6622" y="963"/>
                    <a:pt x="6309" y="649"/>
                  </a:cubicBezTo>
                  <a:cubicBezTo>
                    <a:pt x="5883" y="217"/>
                    <a:pt x="5345" y="0"/>
                    <a:pt x="48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2"/>
            <p:cNvSpPr/>
            <p:nvPr/>
          </p:nvSpPr>
          <p:spPr>
            <a:xfrm>
              <a:off x="831450" y="4486275"/>
              <a:ext cx="97350" cy="28500"/>
            </a:xfrm>
            <a:custGeom>
              <a:rect b="b" l="l" r="r" t="t"/>
              <a:pathLst>
                <a:path extrusionOk="0" h="1140" w="3894">
                  <a:moveTo>
                    <a:pt x="1947" y="1"/>
                  </a:moveTo>
                  <a:cubicBezTo>
                    <a:pt x="510" y="1"/>
                    <a:pt x="59" y="859"/>
                    <a:pt x="42" y="895"/>
                  </a:cubicBezTo>
                  <a:cubicBezTo>
                    <a:pt x="0" y="976"/>
                    <a:pt x="32" y="1079"/>
                    <a:pt x="116" y="1122"/>
                  </a:cubicBezTo>
                  <a:cubicBezTo>
                    <a:pt x="138" y="1135"/>
                    <a:pt x="165" y="1139"/>
                    <a:pt x="191" y="1139"/>
                  </a:cubicBezTo>
                  <a:cubicBezTo>
                    <a:pt x="251" y="1139"/>
                    <a:pt x="311" y="1106"/>
                    <a:pt x="341" y="1046"/>
                  </a:cubicBezTo>
                  <a:cubicBezTo>
                    <a:pt x="354" y="1018"/>
                    <a:pt x="727" y="337"/>
                    <a:pt x="1945" y="337"/>
                  </a:cubicBezTo>
                  <a:cubicBezTo>
                    <a:pt x="3177" y="337"/>
                    <a:pt x="3547" y="1039"/>
                    <a:pt x="3550" y="1046"/>
                  </a:cubicBezTo>
                  <a:cubicBezTo>
                    <a:pt x="3580" y="1105"/>
                    <a:pt x="3640" y="1139"/>
                    <a:pt x="3702" y="1139"/>
                  </a:cubicBezTo>
                  <a:cubicBezTo>
                    <a:pt x="3728" y="1139"/>
                    <a:pt x="3753" y="1134"/>
                    <a:pt x="3778" y="1122"/>
                  </a:cubicBezTo>
                  <a:cubicBezTo>
                    <a:pt x="3860" y="1081"/>
                    <a:pt x="3893" y="979"/>
                    <a:pt x="3853" y="895"/>
                  </a:cubicBezTo>
                  <a:cubicBezTo>
                    <a:pt x="3835" y="859"/>
                    <a:pt x="3384" y="1"/>
                    <a:pt x="19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2"/>
            <p:cNvSpPr/>
            <p:nvPr/>
          </p:nvSpPr>
          <p:spPr>
            <a:xfrm>
              <a:off x="831450" y="4466250"/>
              <a:ext cx="97350" cy="28500"/>
            </a:xfrm>
            <a:custGeom>
              <a:rect b="b" l="l" r="r" t="t"/>
              <a:pathLst>
                <a:path extrusionOk="0" h="1140" w="3894">
                  <a:moveTo>
                    <a:pt x="1947" y="1"/>
                  </a:moveTo>
                  <a:cubicBezTo>
                    <a:pt x="510" y="1"/>
                    <a:pt x="59" y="859"/>
                    <a:pt x="42" y="895"/>
                  </a:cubicBezTo>
                  <a:cubicBezTo>
                    <a:pt x="0" y="978"/>
                    <a:pt x="32" y="1079"/>
                    <a:pt x="116" y="1122"/>
                  </a:cubicBezTo>
                  <a:cubicBezTo>
                    <a:pt x="138" y="1134"/>
                    <a:pt x="165" y="1139"/>
                    <a:pt x="191" y="1139"/>
                  </a:cubicBezTo>
                  <a:cubicBezTo>
                    <a:pt x="251" y="1139"/>
                    <a:pt x="311" y="1106"/>
                    <a:pt x="341" y="1046"/>
                  </a:cubicBezTo>
                  <a:cubicBezTo>
                    <a:pt x="354" y="1018"/>
                    <a:pt x="727" y="337"/>
                    <a:pt x="1945" y="337"/>
                  </a:cubicBezTo>
                  <a:cubicBezTo>
                    <a:pt x="3177" y="337"/>
                    <a:pt x="3547" y="1039"/>
                    <a:pt x="3550" y="1046"/>
                  </a:cubicBezTo>
                  <a:cubicBezTo>
                    <a:pt x="3580" y="1105"/>
                    <a:pt x="3640" y="1140"/>
                    <a:pt x="3702" y="1140"/>
                  </a:cubicBezTo>
                  <a:cubicBezTo>
                    <a:pt x="3727" y="1140"/>
                    <a:pt x="3753" y="1134"/>
                    <a:pt x="3778" y="1122"/>
                  </a:cubicBezTo>
                  <a:cubicBezTo>
                    <a:pt x="3860" y="1081"/>
                    <a:pt x="3893" y="979"/>
                    <a:pt x="3853" y="895"/>
                  </a:cubicBezTo>
                  <a:cubicBezTo>
                    <a:pt x="3835" y="859"/>
                    <a:pt x="3384" y="1"/>
                    <a:pt x="19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2"/>
            <p:cNvSpPr/>
            <p:nvPr/>
          </p:nvSpPr>
          <p:spPr>
            <a:xfrm>
              <a:off x="831450" y="4447850"/>
              <a:ext cx="97350" cy="28475"/>
            </a:xfrm>
            <a:custGeom>
              <a:rect b="b" l="l" r="r" t="t"/>
              <a:pathLst>
                <a:path extrusionOk="0" h="1139" w="3894">
                  <a:moveTo>
                    <a:pt x="1947" y="0"/>
                  </a:moveTo>
                  <a:cubicBezTo>
                    <a:pt x="510" y="0"/>
                    <a:pt x="59" y="858"/>
                    <a:pt x="42" y="894"/>
                  </a:cubicBezTo>
                  <a:cubicBezTo>
                    <a:pt x="0" y="976"/>
                    <a:pt x="32" y="1079"/>
                    <a:pt x="116" y="1122"/>
                  </a:cubicBezTo>
                  <a:cubicBezTo>
                    <a:pt x="138" y="1132"/>
                    <a:pt x="165" y="1139"/>
                    <a:pt x="191" y="1139"/>
                  </a:cubicBezTo>
                  <a:cubicBezTo>
                    <a:pt x="251" y="1139"/>
                    <a:pt x="311" y="1106"/>
                    <a:pt x="341" y="1046"/>
                  </a:cubicBezTo>
                  <a:cubicBezTo>
                    <a:pt x="354" y="1017"/>
                    <a:pt x="727" y="336"/>
                    <a:pt x="1945" y="336"/>
                  </a:cubicBezTo>
                  <a:cubicBezTo>
                    <a:pt x="3177" y="336"/>
                    <a:pt x="3547" y="1039"/>
                    <a:pt x="3550" y="1046"/>
                  </a:cubicBezTo>
                  <a:cubicBezTo>
                    <a:pt x="3580" y="1105"/>
                    <a:pt x="3640" y="1139"/>
                    <a:pt x="3702" y="1139"/>
                  </a:cubicBezTo>
                  <a:cubicBezTo>
                    <a:pt x="3728" y="1139"/>
                    <a:pt x="3753" y="1133"/>
                    <a:pt x="3778" y="1122"/>
                  </a:cubicBezTo>
                  <a:cubicBezTo>
                    <a:pt x="3860" y="1080"/>
                    <a:pt x="3893" y="979"/>
                    <a:pt x="3853" y="894"/>
                  </a:cubicBezTo>
                  <a:cubicBezTo>
                    <a:pt x="3835" y="858"/>
                    <a:pt x="3384" y="0"/>
                    <a:pt x="19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2"/>
            <p:cNvSpPr/>
            <p:nvPr/>
          </p:nvSpPr>
          <p:spPr>
            <a:xfrm>
              <a:off x="762800" y="4579375"/>
              <a:ext cx="233850" cy="24125"/>
            </a:xfrm>
            <a:custGeom>
              <a:rect b="b" l="l" r="r" t="t"/>
              <a:pathLst>
                <a:path extrusionOk="0" h="965" w="9354">
                  <a:moveTo>
                    <a:pt x="36" y="1"/>
                  </a:moveTo>
                  <a:cubicBezTo>
                    <a:pt x="0" y="539"/>
                    <a:pt x="92" y="965"/>
                    <a:pt x="92" y="965"/>
                  </a:cubicBezTo>
                  <a:lnTo>
                    <a:pt x="9251" y="965"/>
                  </a:lnTo>
                  <a:cubicBezTo>
                    <a:pt x="9251" y="965"/>
                    <a:pt x="9344" y="569"/>
                    <a:pt x="93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2"/>
            <p:cNvSpPr/>
            <p:nvPr/>
          </p:nvSpPr>
          <p:spPr>
            <a:xfrm>
              <a:off x="872350" y="3047675"/>
              <a:ext cx="383375" cy="562400"/>
            </a:xfrm>
            <a:custGeom>
              <a:rect b="b" l="l" r="r" t="t"/>
              <a:pathLst>
                <a:path extrusionOk="0" h="22496" w="15335">
                  <a:moveTo>
                    <a:pt x="916" y="0"/>
                  </a:moveTo>
                  <a:lnTo>
                    <a:pt x="1" y="22496"/>
                  </a:lnTo>
                  <a:lnTo>
                    <a:pt x="9282" y="22496"/>
                  </a:lnTo>
                  <a:lnTo>
                    <a:pt x="10886" y="6797"/>
                  </a:lnTo>
                  <a:cubicBezTo>
                    <a:pt x="12901" y="5745"/>
                    <a:pt x="15335" y="1382"/>
                    <a:pt x="15335" y="1382"/>
                  </a:cubicBezTo>
                  <a:lnTo>
                    <a:pt x="9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2"/>
            <p:cNvSpPr/>
            <p:nvPr/>
          </p:nvSpPr>
          <p:spPr>
            <a:xfrm>
              <a:off x="848000" y="3578075"/>
              <a:ext cx="266800" cy="83475"/>
            </a:xfrm>
            <a:custGeom>
              <a:rect b="b" l="l" r="r" t="t"/>
              <a:pathLst>
                <a:path extrusionOk="0" h="3339" w="10672">
                  <a:moveTo>
                    <a:pt x="215" y="1"/>
                  </a:moveTo>
                  <a:cubicBezTo>
                    <a:pt x="1" y="853"/>
                    <a:pt x="41" y="1719"/>
                    <a:pt x="370" y="2600"/>
                  </a:cubicBezTo>
                  <a:lnTo>
                    <a:pt x="9980" y="3339"/>
                  </a:lnTo>
                  <a:cubicBezTo>
                    <a:pt x="10444" y="2500"/>
                    <a:pt x="10671" y="1640"/>
                    <a:pt x="10228" y="710"/>
                  </a:cubicBezTo>
                  <a:lnTo>
                    <a:pt x="2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2"/>
            <p:cNvSpPr/>
            <p:nvPr/>
          </p:nvSpPr>
          <p:spPr>
            <a:xfrm>
              <a:off x="861850" y="2058875"/>
              <a:ext cx="608875" cy="1043050"/>
            </a:xfrm>
            <a:custGeom>
              <a:rect b="b" l="l" r="r" t="t"/>
              <a:pathLst>
                <a:path extrusionOk="0" h="41722" w="24355">
                  <a:moveTo>
                    <a:pt x="15108" y="1"/>
                  </a:moveTo>
                  <a:lnTo>
                    <a:pt x="8218" y="28"/>
                  </a:lnTo>
                  <a:cubicBezTo>
                    <a:pt x="8218" y="28"/>
                    <a:pt x="2104" y="2698"/>
                    <a:pt x="980" y="4330"/>
                  </a:cubicBezTo>
                  <a:cubicBezTo>
                    <a:pt x="140" y="5550"/>
                    <a:pt x="0" y="19980"/>
                    <a:pt x="76" y="23257"/>
                  </a:cubicBezTo>
                  <a:cubicBezTo>
                    <a:pt x="150" y="26534"/>
                    <a:pt x="867" y="35378"/>
                    <a:pt x="486" y="39015"/>
                  </a:cubicBezTo>
                  <a:cubicBezTo>
                    <a:pt x="292" y="40869"/>
                    <a:pt x="6066" y="41721"/>
                    <a:pt x="11874" y="41721"/>
                  </a:cubicBezTo>
                  <a:cubicBezTo>
                    <a:pt x="17452" y="41721"/>
                    <a:pt x="23063" y="40935"/>
                    <a:pt x="23449" y="39495"/>
                  </a:cubicBezTo>
                  <a:cubicBezTo>
                    <a:pt x="24355" y="36127"/>
                    <a:pt x="22994" y="24460"/>
                    <a:pt x="22942" y="20910"/>
                  </a:cubicBezTo>
                  <a:cubicBezTo>
                    <a:pt x="22869" y="16020"/>
                    <a:pt x="22308" y="5174"/>
                    <a:pt x="21747" y="4343"/>
                  </a:cubicBezTo>
                  <a:cubicBezTo>
                    <a:pt x="19551" y="1082"/>
                    <a:pt x="15108" y="1"/>
                    <a:pt x="151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2"/>
            <p:cNvSpPr/>
            <p:nvPr/>
          </p:nvSpPr>
          <p:spPr>
            <a:xfrm>
              <a:off x="1050125" y="2097350"/>
              <a:ext cx="187900" cy="64225"/>
            </a:xfrm>
            <a:custGeom>
              <a:rect b="b" l="l" r="r" t="t"/>
              <a:pathLst>
                <a:path extrusionOk="0" h="2569" w="7516">
                  <a:moveTo>
                    <a:pt x="329" y="1"/>
                  </a:moveTo>
                  <a:cubicBezTo>
                    <a:pt x="240" y="1"/>
                    <a:pt x="151" y="42"/>
                    <a:pt x="93" y="120"/>
                  </a:cubicBezTo>
                  <a:cubicBezTo>
                    <a:pt x="0" y="248"/>
                    <a:pt x="29" y="428"/>
                    <a:pt x="158" y="523"/>
                  </a:cubicBezTo>
                  <a:cubicBezTo>
                    <a:pt x="211" y="560"/>
                    <a:pt x="1466" y="1460"/>
                    <a:pt x="3378" y="2059"/>
                  </a:cubicBezTo>
                  <a:cubicBezTo>
                    <a:pt x="4465" y="2398"/>
                    <a:pt x="5542" y="2568"/>
                    <a:pt x="6587" y="2568"/>
                  </a:cubicBezTo>
                  <a:cubicBezTo>
                    <a:pt x="6802" y="2568"/>
                    <a:pt x="7016" y="2561"/>
                    <a:pt x="7229" y="2547"/>
                  </a:cubicBezTo>
                  <a:cubicBezTo>
                    <a:pt x="7393" y="2537"/>
                    <a:pt x="7516" y="2391"/>
                    <a:pt x="7500" y="2226"/>
                  </a:cubicBezTo>
                  <a:cubicBezTo>
                    <a:pt x="7485" y="2079"/>
                    <a:pt x="7359" y="1967"/>
                    <a:pt x="7213" y="1967"/>
                  </a:cubicBezTo>
                  <a:cubicBezTo>
                    <a:pt x="7208" y="1967"/>
                    <a:pt x="7202" y="1967"/>
                    <a:pt x="7197" y="1967"/>
                  </a:cubicBezTo>
                  <a:cubicBezTo>
                    <a:pt x="7003" y="1980"/>
                    <a:pt x="6811" y="1986"/>
                    <a:pt x="6621" y="1986"/>
                  </a:cubicBezTo>
                  <a:cubicBezTo>
                    <a:pt x="3229" y="1986"/>
                    <a:pt x="533" y="82"/>
                    <a:pt x="498" y="55"/>
                  </a:cubicBezTo>
                  <a:cubicBezTo>
                    <a:pt x="447" y="18"/>
                    <a:pt x="388" y="1"/>
                    <a:pt x="32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2"/>
            <p:cNvSpPr/>
            <p:nvPr/>
          </p:nvSpPr>
          <p:spPr>
            <a:xfrm>
              <a:off x="945975" y="2703000"/>
              <a:ext cx="430550" cy="171975"/>
            </a:xfrm>
            <a:custGeom>
              <a:rect b="b" l="l" r="r" t="t"/>
              <a:pathLst>
                <a:path extrusionOk="0" h="6879" w="17222">
                  <a:moveTo>
                    <a:pt x="349" y="1"/>
                  </a:moveTo>
                  <a:cubicBezTo>
                    <a:pt x="265" y="1"/>
                    <a:pt x="182" y="34"/>
                    <a:pt x="119" y="99"/>
                  </a:cubicBezTo>
                  <a:cubicBezTo>
                    <a:pt x="0" y="224"/>
                    <a:pt x="3" y="424"/>
                    <a:pt x="130" y="545"/>
                  </a:cubicBezTo>
                  <a:cubicBezTo>
                    <a:pt x="205" y="617"/>
                    <a:pt x="2003" y="2317"/>
                    <a:pt x="4974" y="3955"/>
                  </a:cubicBezTo>
                  <a:cubicBezTo>
                    <a:pt x="7469" y="5329"/>
                    <a:pt x="11241" y="6878"/>
                    <a:pt x="15571" y="6878"/>
                  </a:cubicBezTo>
                  <a:cubicBezTo>
                    <a:pt x="16014" y="6878"/>
                    <a:pt x="16463" y="6861"/>
                    <a:pt x="16916" y="6825"/>
                  </a:cubicBezTo>
                  <a:cubicBezTo>
                    <a:pt x="17091" y="6814"/>
                    <a:pt x="17221" y="6661"/>
                    <a:pt x="17208" y="6486"/>
                  </a:cubicBezTo>
                  <a:cubicBezTo>
                    <a:pt x="17196" y="6322"/>
                    <a:pt x="17057" y="6194"/>
                    <a:pt x="16895" y="6194"/>
                  </a:cubicBezTo>
                  <a:cubicBezTo>
                    <a:pt x="16886" y="6194"/>
                    <a:pt x="16878" y="6194"/>
                    <a:pt x="16869" y="6195"/>
                  </a:cubicBezTo>
                  <a:cubicBezTo>
                    <a:pt x="16431" y="6228"/>
                    <a:pt x="15998" y="6243"/>
                    <a:pt x="15570" y="6243"/>
                  </a:cubicBezTo>
                  <a:cubicBezTo>
                    <a:pt x="11381" y="6243"/>
                    <a:pt x="7720" y="4741"/>
                    <a:pt x="5296" y="3410"/>
                  </a:cubicBezTo>
                  <a:cubicBezTo>
                    <a:pt x="2392" y="1811"/>
                    <a:pt x="587" y="103"/>
                    <a:pt x="568" y="88"/>
                  </a:cubicBezTo>
                  <a:cubicBezTo>
                    <a:pt x="506" y="30"/>
                    <a:pt x="428" y="1"/>
                    <a:pt x="34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2"/>
            <p:cNvSpPr/>
            <p:nvPr/>
          </p:nvSpPr>
          <p:spPr>
            <a:xfrm>
              <a:off x="1055025" y="2859125"/>
              <a:ext cx="265925" cy="65000"/>
            </a:xfrm>
            <a:custGeom>
              <a:rect b="b" l="l" r="r" t="t"/>
              <a:pathLst>
                <a:path extrusionOk="0" h="2600" w="10637">
                  <a:moveTo>
                    <a:pt x="361" y="0"/>
                  </a:moveTo>
                  <a:cubicBezTo>
                    <a:pt x="251" y="0"/>
                    <a:pt x="144" y="58"/>
                    <a:pt x="86" y="161"/>
                  </a:cubicBezTo>
                  <a:cubicBezTo>
                    <a:pt x="0" y="313"/>
                    <a:pt x="53" y="506"/>
                    <a:pt x="205" y="592"/>
                  </a:cubicBezTo>
                  <a:cubicBezTo>
                    <a:pt x="388" y="695"/>
                    <a:pt x="3800" y="2600"/>
                    <a:pt x="7406" y="2600"/>
                  </a:cubicBezTo>
                  <a:cubicBezTo>
                    <a:pt x="8410" y="2600"/>
                    <a:pt x="9428" y="2452"/>
                    <a:pt x="10393" y="2078"/>
                  </a:cubicBezTo>
                  <a:cubicBezTo>
                    <a:pt x="10556" y="2015"/>
                    <a:pt x="10637" y="1830"/>
                    <a:pt x="10574" y="1667"/>
                  </a:cubicBezTo>
                  <a:cubicBezTo>
                    <a:pt x="10526" y="1543"/>
                    <a:pt x="10406" y="1465"/>
                    <a:pt x="10279" y="1465"/>
                  </a:cubicBezTo>
                  <a:cubicBezTo>
                    <a:pt x="10241" y="1465"/>
                    <a:pt x="10202" y="1472"/>
                    <a:pt x="10165" y="1487"/>
                  </a:cubicBezTo>
                  <a:cubicBezTo>
                    <a:pt x="9291" y="1826"/>
                    <a:pt x="8360" y="1960"/>
                    <a:pt x="7436" y="1960"/>
                  </a:cubicBezTo>
                  <a:cubicBezTo>
                    <a:pt x="3958" y="1960"/>
                    <a:pt x="558" y="65"/>
                    <a:pt x="517" y="41"/>
                  </a:cubicBezTo>
                  <a:cubicBezTo>
                    <a:pt x="468" y="13"/>
                    <a:pt x="414" y="0"/>
                    <a:pt x="36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2"/>
            <p:cNvSpPr/>
            <p:nvPr/>
          </p:nvSpPr>
          <p:spPr>
            <a:xfrm>
              <a:off x="968500" y="2294325"/>
              <a:ext cx="382125" cy="382125"/>
            </a:xfrm>
            <a:custGeom>
              <a:rect b="b" l="l" r="r" t="t"/>
              <a:pathLst>
                <a:path extrusionOk="0" h="15285" w="15285">
                  <a:moveTo>
                    <a:pt x="7642" y="826"/>
                  </a:moveTo>
                  <a:cubicBezTo>
                    <a:pt x="11400" y="826"/>
                    <a:pt x="14457" y="3884"/>
                    <a:pt x="14459" y="7643"/>
                  </a:cubicBezTo>
                  <a:cubicBezTo>
                    <a:pt x="14459" y="11402"/>
                    <a:pt x="11402" y="14460"/>
                    <a:pt x="7642" y="14460"/>
                  </a:cubicBezTo>
                  <a:cubicBezTo>
                    <a:pt x="3883" y="14460"/>
                    <a:pt x="825" y="11401"/>
                    <a:pt x="825" y="7643"/>
                  </a:cubicBezTo>
                  <a:cubicBezTo>
                    <a:pt x="825" y="3884"/>
                    <a:pt x="3885" y="826"/>
                    <a:pt x="7642" y="826"/>
                  </a:cubicBezTo>
                  <a:close/>
                  <a:moveTo>
                    <a:pt x="7642" y="1"/>
                  </a:moveTo>
                  <a:cubicBezTo>
                    <a:pt x="3428" y="1"/>
                    <a:pt x="0" y="3429"/>
                    <a:pt x="0" y="7643"/>
                  </a:cubicBezTo>
                  <a:cubicBezTo>
                    <a:pt x="0" y="11857"/>
                    <a:pt x="3428" y="15285"/>
                    <a:pt x="7642" y="15285"/>
                  </a:cubicBezTo>
                  <a:cubicBezTo>
                    <a:pt x="11856" y="15285"/>
                    <a:pt x="15285" y="11857"/>
                    <a:pt x="15285" y="7643"/>
                  </a:cubicBezTo>
                  <a:cubicBezTo>
                    <a:pt x="15285" y="3429"/>
                    <a:pt x="11856" y="1"/>
                    <a:pt x="76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2"/>
            <p:cNvSpPr/>
            <p:nvPr/>
          </p:nvSpPr>
          <p:spPr>
            <a:xfrm>
              <a:off x="1084525" y="2405025"/>
              <a:ext cx="31375" cy="77325"/>
            </a:xfrm>
            <a:custGeom>
              <a:rect b="b" l="l" r="r" t="t"/>
              <a:pathLst>
                <a:path extrusionOk="0" h="3093" w="1255">
                  <a:moveTo>
                    <a:pt x="627" y="0"/>
                  </a:moveTo>
                  <a:cubicBezTo>
                    <a:pt x="281" y="0"/>
                    <a:pt x="0" y="693"/>
                    <a:pt x="0" y="1546"/>
                  </a:cubicBezTo>
                  <a:cubicBezTo>
                    <a:pt x="0" y="2402"/>
                    <a:pt x="281" y="3092"/>
                    <a:pt x="627" y="3092"/>
                  </a:cubicBezTo>
                  <a:cubicBezTo>
                    <a:pt x="974" y="3092"/>
                    <a:pt x="1254" y="2402"/>
                    <a:pt x="1254" y="1546"/>
                  </a:cubicBezTo>
                  <a:cubicBezTo>
                    <a:pt x="1254" y="694"/>
                    <a:pt x="974" y="0"/>
                    <a:pt x="6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2"/>
            <p:cNvSpPr/>
            <p:nvPr/>
          </p:nvSpPr>
          <p:spPr>
            <a:xfrm>
              <a:off x="1203225" y="2405025"/>
              <a:ext cx="31375" cy="77325"/>
            </a:xfrm>
            <a:custGeom>
              <a:rect b="b" l="l" r="r" t="t"/>
              <a:pathLst>
                <a:path extrusionOk="0" h="3093" w="1255">
                  <a:moveTo>
                    <a:pt x="627" y="0"/>
                  </a:moveTo>
                  <a:cubicBezTo>
                    <a:pt x="281" y="0"/>
                    <a:pt x="0" y="693"/>
                    <a:pt x="0" y="1546"/>
                  </a:cubicBezTo>
                  <a:cubicBezTo>
                    <a:pt x="0" y="2402"/>
                    <a:pt x="281" y="3092"/>
                    <a:pt x="627" y="3092"/>
                  </a:cubicBezTo>
                  <a:cubicBezTo>
                    <a:pt x="974" y="3092"/>
                    <a:pt x="1255" y="2402"/>
                    <a:pt x="1255" y="1546"/>
                  </a:cubicBezTo>
                  <a:cubicBezTo>
                    <a:pt x="1255" y="694"/>
                    <a:pt x="973" y="0"/>
                    <a:pt x="6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2"/>
            <p:cNvSpPr/>
            <p:nvPr/>
          </p:nvSpPr>
          <p:spPr>
            <a:xfrm>
              <a:off x="1066500" y="2514225"/>
              <a:ext cx="186125" cy="77825"/>
            </a:xfrm>
            <a:custGeom>
              <a:rect b="b" l="l" r="r" t="t"/>
              <a:pathLst>
                <a:path extrusionOk="0" h="3113" w="7445">
                  <a:moveTo>
                    <a:pt x="6937" y="1"/>
                  </a:moveTo>
                  <a:cubicBezTo>
                    <a:pt x="6736" y="1"/>
                    <a:pt x="6552" y="134"/>
                    <a:pt x="6493" y="336"/>
                  </a:cubicBezTo>
                  <a:cubicBezTo>
                    <a:pt x="6472" y="414"/>
                    <a:pt x="5941" y="2191"/>
                    <a:pt x="3707" y="2191"/>
                  </a:cubicBezTo>
                  <a:cubicBezTo>
                    <a:pt x="1484" y="2191"/>
                    <a:pt x="974" y="425"/>
                    <a:pt x="953" y="343"/>
                  </a:cubicBezTo>
                  <a:cubicBezTo>
                    <a:pt x="899" y="138"/>
                    <a:pt x="712" y="1"/>
                    <a:pt x="508" y="1"/>
                  </a:cubicBezTo>
                  <a:cubicBezTo>
                    <a:pt x="470" y="1"/>
                    <a:pt x="432" y="6"/>
                    <a:pt x="394" y="16"/>
                  </a:cubicBezTo>
                  <a:cubicBezTo>
                    <a:pt x="149" y="79"/>
                    <a:pt x="0" y="331"/>
                    <a:pt x="65" y="575"/>
                  </a:cubicBezTo>
                  <a:cubicBezTo>
                    <a:pt x="292" y="1453"/>
                    <a:pt x="1345" y="3112"/>
                    <a:pt x="3707" y="3112"/>
                  </a:cubicBezTo>
                  <a:cubicBezTo>
                    <a:pt x="6066" y="3112"/>
                    <a:pt x="7140" y="1458"/>
                    <a:pt x="7379" y="579"/>
                  </a:cubicBezTo>
                  <a:cubicBezTo>
                    <a:pt x="7444" y="336"/>
                    <a:pt x="7301" y="86"/>
                    <a:pt x="7058" y="17"/>
                  </a:cubicBezTo>
                  <a:cubicBezTo>
                    <a:pt x="7018" y="6"/>
                    <a:pt x="6977" y="1"/>
                    <a:pt x="69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2"/>
            <p:cNvSpPr/>
            <p:nvPr/>
          </p:nvSpPr>
          <p:spPr>
            <a:xfrm>
              <a:off x="1062875" y="1942575"/>
              <a:ext cx="177800" cy="152100"/>
            </a:xfrm>
            <a:custGeom>
              <a:rect b="b" l="l" r="r" t="t"/>
              <a:pathLst>
                <a:path extrusionOk="0" h="6084" w="7112">
                  <a:moveTo>
                    <a:pt x="7106" y="1"/>
                  </a:moveTo>
                  <a:lnTo>
                    <a:pt x="25" y="91"/>
                  </a:lnTo>
                  <a:lnTo>
                    <a:pt x="1" y="91"/>
                  </a:lnTo>
                  <a:lnTo>
                    <a:pt x="140" y="3703"/>
                  </a:lnTo>
                  <a:lnTo>
                    <a:pt x="163" y="4308"/>
                  </a:lnTo>
                  <a:lnTo>
                    <a:pt x="197" y="5185"/>
                  </a:lnTo>
                  <a:cubicBezTo>
                    <a:pt x="1384" y="5776"/>
                    <a:pt x="2557" y="6083"/>
                    <a:pt x="3715" y="6083"/>
                  </a:cubicBezTo>
                  <a:cubicBezTo>
                    <a:pt x="4845" y="6083"/>
                    <a:pt x="5961" y="5791"/>
                    <a:pt x="7062" y="5185"/>
                  </a:cubicBezTo>
                  <a:lnTo>
                    <a:pt x="7082" y="3196"/>
                  </a:lnTo>
                  <a:lnTo>
                    <a:pt x="7088" y="2649"/>
                  </a:lnTo>
                  <a:lnTo>
                    <a:pt x="7112"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2"/>
            <p:cNvSpPr/>
            <p:nvPr/>
          </p:nvSpPr>
          <p:spPr>
            <a:xfrm>
              <a:off x="1062850" y="1942550"/>
              <a:ext cx="177825" cy="101850"/>
            </a:xfrm>
            <a:custGeom>
              <a:rect b="b" l="l" r="r" t="t"/>
              <a:pathLst>
                <a:path extrusionOk="0" h="4074" w="7113">
                  <a:moveTo>
                    <a:pt x="7107" y="0"/>
                  </a:moveTo>
                  <a:lnTo>
                    <a:pt x="26" y="90"/>
                  </a:lnTo>
                  <a:lnTo>
                    <a:pt x="1" y="90"/>
                  </a:lnTo>
                  <a:lnTo>
                    <a:pt x="141" y="3703"/>
                  </a:lnTo>
                  <a:cubicBezTo>
                    <a:pt x="1176" y="3966"/>
                    <a:pt x="2081" y="4073"/>
                    <a:pt x="2870" y="4073"/>
                  </a:cubicBezTo>
                  <a:cubicBezTo>
                    <a:pt x="5091" y="4073"/>
                    <a:pt x="6392" y="3227"/>
                    <a:pt x="7089" y="2650"/>
                  </a:cubicBezTo>
                  <a:lnTo>
                    <a:pt x="7113" y="2"/>
                  </a:lnTo>
                  <a:lnTo>
                    <a:pt x="7113"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2"/>
            <p:cNvSpPr/>
            <p:nvPr/>
          </p:nvSpPr>
          <p:spPr>
            <a:xfrm>
              <a:off x="1273550" y="1762000"/>
              <a:ext cx="98300" cy="130925"/>
            </a:xfrm>
            <a:custGeom>
              <a:rect b="b" l="l" r="r" t="t"/>
              <a:pathLst>
                <a:path extrusionOk="0" h="5237" w="3932">
                  <a:moveTo>
                    <a:pt x="1996" y="1"/>
                  </a:moveTo>
                  <a:cubicBezTo>
                    <a:pt x="1614" y="1"/>
                    <a:pt x="1316" y="121"/>
                    <a:pt x="1316" y="121"/>
                  </a:cubicBezTo>
                  <a:cubicBezTo>
                    <a:pt x="415" y="1014"/>
                    <a:pt x="1" y="5098"/>
                    <a:pt x="2" y="5098"/>
                  </a:cubicBezTo>
                  <a:cubicBezTo>
                    <a:pt x="235" y="5193"/>
                    <a:pt x="476" y="5237"/>
                    <a:pt x="718" y="5237"/>
                  </a:cubicBezTo>
                  <a:cubicBezTo>
                    <a:pt x="2311" y="5237"/>
                    <a:pt x="3931" y="3327"/>
                    <a:pt x="3546" y="1500"/>
                  </a:cubicBezTo>
                  <a:cubicBezTo>
                    <a:pt x="3284" y="255"/>
                    <a:pt x="2551" y="1"/>
                    <a:pt x="1996"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2"/>
            <p:cNvSpPr/>
            <p:nvPr/>
          </p:nvSpPr>
          <p:spPr>
            <a:xfrm>
              <a:off x="1278700" y="1794650"/>
              <a:ext cx="52300" cy="75075"/>
            </a:xfrm>
            <a:custGeom>
              <a:rect b="b" l="l" r="r" t="t"/>
              <a:pathLst>
                <a:path extrusionOk="0" h="3003" w="2092">
                  <a:moveTo>
                    <a:pt x="1826" y="0"/>
                  </a:moveTo>
                  <a:cubicBezTo>
                    <a:pt x="1782" y="0"/>
                    <a:pt x="1737" y="13"/>
                    <a:pt x="1697" y="40"/>
                  </a:cubicBezTo>
                  <a:cubicBezTo>
                    <a:pt x="1641" y="78"/>
                    <a:pt x="335" y="968"/>
                    <a:pt x="23" y="2727"/>
                  </a:cubicBezTo>
                  <a:cubicBezTo>
                    <a:pt x="1" y="2854"/>
                    <a:pt x="86" y="2976"/>
                    <a:pt x="214" y="2999"/>
                  </a:cubicBezTo>
                  <a:cubicBezTo>
                    <a:pt x="228" y="3000"/>
                    <a:pt x="242" y="3003"/>
                    <a:pt x="258" y="3003"/>
                  </a:cubicBezTo>
                  <a:cubicBezTo>
                    <a:pt x="367" y="3000"/>
                    <a:pt x="464" y="2920"/>
                    <a:pt x="482" y="2810"/>
                  </a:cubicBezTo>
                  <a:cubicBezTo>
                    <a:pt x="760" y="1252"/>
                    <a:pt x="1946" y="437"/>
                    <a:pt x="1956" y="430"/>
                  </a:cubicBezTo>
                  <a:cubicBezTo>
                    <a:pt x="2063" y="359"/>
                    <a:pt x="2091" y="211"/>
                    <a:pt x="2020" y="104"/>
                  </a:cubicBezTo>
                  <a:cubicBezTo>
                    <a:pt x="1975" y="37"/>
                    <a:pt x="1901" y="0"/>
                    <a:pt x="182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2"/>
            <p:cNvSpPr/>
            <p:nvPr/>
          </p:nvSpPr>
          <p:spPr>
            <a:xfrm>
              <a:off x="1292275" y="1822300"/>
              <a:ext cx="44375" cy="18950"/>
            </a:xfrm>
            <a:custGeom>
              <a:rect b="b" l="l" r="r" t="t"/>
              <a:pathLst>
                <a:path extrusionOk="0" h="758" w="1775">
                  <a:moveTo>
                    <a:pt x="446" y="1"/>
                  </a:moveTo>
                  <a:cubicBezTo>
                    <a:pt x="367" y="1"/>
                    <a:pt x="288" y="7"/>
                    <a:pt x="211" y="21"/>
                  </a:cubicBezTo>
                  <a:cubicBezTo>
                    <a:pt x="85" y="45"/>
                    <a:pt x="1" y="166"/>
                    <a:pt x="24" y="292"/>
                  </a:cubicBezTo>
                  <a:cubicBezTo>
                    <a:pt x="44" y="406"/>
                    <a:pt x="143" y="485"/>
                    <a:pt x="254" y="485"/>
                  </a:cubicBezTo>
                  <a:cubicBezTo>
                    <a:pt x="268" y="485"/>
                    <a:pt x="282" y="484"/>
                    <a:pt x="296" y="481"/>
                  </a:cubicBezTo>
                  <a:cubicBezTo>
                    <a:pt x="345" y="472"/>
                    <a:pt x="398" y="468"/>
                    <a:pt x="452" y="468"/>
                  </a:cubicBezTo>
                  <a:cubicBezTo>
                    <a:pt x="812" y="468"/>
                    <a:pt x="1243" y="648"/>
                    <a:pt x="1398" y="728"/>
                  </a:cubicBezTo>
                  <a:cubicBezTo>
                    <a:pt x="1433" y="748"/>
                    <a:pt x="1467" y="758"/>
                    <a:pt x="1500" y="758"/>
                  </a:cubicBezTo>
                  <a:cubicBezTo>
                    <a:pt x="1504" y="758"/>
                    <a:pt x="1509" y="757"/>
                    <a:pt x="1513" y="757"/>
                  </a:cubicBezTo>
                  <a:cubicBezTo>
                    <a:pt x="1596" y="756"/>
                    <a:pt x="1674" y="710"/>
                    <a:pt x="1716" y="633"/>
                  </a:cubicBezTo>
                  <a:cubicBezTo>
                    <a:pt x="1774" y="518"/>
                    <a:pt x="1732" y="377"/>
                    <a:pt x="1617" y="317"/>
                  </a:cubicBezTo>
                  <a:cubicBezTo>
                    <a:pt x="1588" y="302"/>
                    <a:pt x="1004" y="1"/>
                    <a:pt x="4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2"/>
            <p:cNvSpPr/>
            <p:nvPr/>
          </p:nvSpPr>
          <p:spPr>
            <a:xfrm>
              <a:off x="915650" y="1762000"/>
              <a:ext cx="98275" cy="130925"/>
            </a:xfrm>
            <a:custGeom>
              <a:rect b="b" l="l" r="r" t="t"/>
              <a:pathLst>
                <a:path extrusionOk="0" h="5237" w="3931">
                  <a:moveTo>
                    <a:pt x="1935" y="1"/>
                  </a:moveTo>
                  <a:cubicBezTo>
                    <a:pt x="1381" y="1"/>
                    <a:pt x="648" y="255"/>
                    <a:pt x="385" y="1500"/>
                  </a:cubicBezTo>
                  <a:cubicBezTo>
                    <a:pt x="0" y="3327"/>
                    <a:pt x="1620" y="5237"/>
                    <a:pt x="3213" y="5237"/>
                  </a:cubicBezTo>
                  <a:cubicBezTo>
                    <a:pt x="3454" y="5237"/>
                    <a:pt x="3695" y="5193"/>
                    <a:pt x="3928" y="5098"/>
                  </a:cubicBezTo>
                  <a:cubicBezTo>
                    <a:pt x="3931" y="5098"/>
                    <a:pt x="3516" y="1014"/>
                    <a:pt x="2615" y="121"/>
                  </a:cubicBezTo>
                  <a:cubicBezTo>
                    <a:pt x="2615" y="121"/>
                    <a:pt x="2317" y="1"/>
                    <a:pt x="1935"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2"/>
            <p:cNvSpPr/>
            <p:nvPr/>
          </p:nvSpPr>
          <p:spPr>
            <a:xfrm>
              <a:off x="956450" y="1794650"/>
              <a:ext cx="52325" cy="75075"/>
            </a:xfrm>
            <a:custGeom>
              <a:rect b="b" l="l" r="r" t="t"/>
              <a:pathLst>
                <a:path extrusionOk="0" h="3003" w="2093">
                  <a:moveTo>
                    <a:pt x="267" y="0"/>
                  </a:moveTo>
                  <a:cubicBezTo>
                    <a:pt x="191" y="0"/>
                    <a:pt x="117" y="37"/>
                    <a:pt x="72" y="104"/>
                  </a:cubicBezTo>
                  <a:cubicBezTo>
                    <a:pt x="0" y="211"/>
                    <a:pt x="29" y="359"/>
                    <a:pt x="136" y="430"/>
                  </a:cubicBezTo>
                  <a:cubicBezTo>
                    <a:pt x="148" y="437"/>
                    <a:pt x="1333" y="1252"/>
                    <a:pt x="1609" y="2810"/>
                  </a:cubicBezTo>
                  <a:cubicBezTo>
                    <a:pt x="1629" y="2920"/>
                    <a:pt x="1727" y="3000"/>
                    <a:pt x="1835" y="3003"/>
                  </a:cubicBezTo>
                  <a:cubicBezTo>
                    <a:pt x="1851" y="3003"/>
                    <a:pt x="1865" y="3000"/>
                    <a:pt x="1880" y="2999"/>
                  </a:cubicBezTo>
                  <a:cubicBezTo>
                    <a:pt x="2007" y="2976"/>
                    <a:pt x="2093" y="2854"/>
                    <a:pt x="2068" y="2727"/>
                  </a:cubicBezTo>
                  <a:cubicBezTo>
                    <a:pt x="1758" y="968"/>
                    <a:pt x="451" y="78"/>
                    <a:pt x="396" y="40"/>
                  </a:cubicBezTo>
                  <a:cubicBezTo>
                    <a:pt x="357" y="13"/>
                    <a:pt x="311" y="0"/>
                    <a:pt x="2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2"/>
            <p:cNvSpPr/>
            <p:nvPr/>
          </p:nvSpPr>
          <p:spPr>
            <a:xfrm>
              <a:off x="950825" y="1822300"/>
              <a:ext cx="44375" cy="18950"/>
            </a:xfrm>
            <a:custGeom>
              <a:rect b="b" l="l" r="r" t="t"/>
              <a:pathLst>
                <a:path extrusionOk="0" h="758" w="1775">
                  <a:moveTo>
                    <a:pt x="1328" y="1"/>
                  </a:moveTo>
                  <a:cubicBezTo>
                    <a:pt x="770" y="1"/>
                    <a:pt x="186" y="302"/>
                    <a:pt x="158" y="317"/>
                  </a:cubicBezTo>
                  <a:cubicBezTo>
                    <a:pt x="44" y="377"/>
                    <a:pt x="1" y="518"/>
                    <a:pt x="59" y="633"/>
                  </a:cubicBezTo>
                  <a:cubicBezTo>
                    <a:pt x="101" y="710"/>
                    <a:pt x="180" y="756"/>
                    <a:pt x="261" y="757"/>
                  </a:cubicBezTo>
                  <a:cubicBezTo>
                    <a:pt x="265" y="757"/>
                    <a:pt x="270" y="758"/>
                    <a:pt x="274" y="758"/>
                  </a:cubicBezTo>
                  <a:cubicBezTo>
                    <a:pt x="308" y="758"/>
                    <a:pt x="342" y="748"/>
                    <a:pt x="375" y="728"/>
                  </a:cubicBezTo>
                  <a:cubicBezTo>
                    <a:pt x="531" y="648"/>
                    <a:pt x="963" y="468"/>
                    <a:pt x="1323" y="468"/>
                  </a:cubicBezTo>
                  <a:cubicBezTo>
                    <a:pt x="1377" y="468"/>
                    <a:pt x="1430" y="472"/>
                    <a:pt x="1480" y="481"/>
                  </a:cubicBezTo>
                  <a:cubicBezTo>
                    <a:pt x="1493" y="484"/>
                    <a:pt x="1507" y="485"/>
                    <a:pt x="1521" y="485"/>
                  </a:cubicBezTo>
                  <a:cubicBezTo>
                    <a:pt x="1631" y="485"/>
                    <a:pt x="1730" y="406"/>
                    <a:pt x="1751" y="292"/>
                  </a:cubicBezTo>
                  <a:cubicBezTo>
                    <a:pt x="1774" y="166"/>
                    <a:pt x="1690" y="45"/>
                    <a:pt x="1563" y="21"/>
                  </a:cubicBezTo>
                  <a:cubicBezTo>
                    <a:pt x="1486" y="7"/>
                    <a:pt x="1407" y="1"/>
                    <a:pt x="132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2"/>
            <p:cNvSpPr/>
            <p:nvPr/>
          </p:nvSpPr>
          <p:spPr>
            <a:xfrm>
              <a:off x="967000" y="1628475"/>
              <a:ext cx="348600" cy="390250"/>
            </a:xfrm>
            <a:custGeom>
              <a:rect b="b" l="l" r="r" t="t"/>
              <a:pathLst>
                <a:path extrusionOk="0" h="15610" w="13944">
                  <a:moveTo>
                    <a:pt x="7250" y="1"/>
                  </a:moveTo>
                  <a:cubicBezTo>
                    <a:pt x="5219" y="1"/>
                    <a:pt x="2997" y="526"/>
                    <a:pt x="1026" y="1921"/>
                  </a:cubicBezTo>
                  <a:cubicBezTo>
                    <a:pt x="356" y="2393"/>
                    <a:pt x="0" y="3196"/>
                    <a:pt x="89" y="4011"/>
                  </a:cubicBezTo>
                  <a:cubicBezTo>
                    <a:pt x="193" y="4998"/>
                    <a:pt x="396" y="6475"/>
                    <a:pt x="768" y="8065"/>
                  </a:cubicBezTo>
                  <a:cubicBezTo>
                    <a:pt x="936" y="8788"/>
                    <a:pt x="1142" y="9533"/>
                    <a:pt x="1386" y="10269"/>
                  </a:cubicBezTo>
                  <a:cubicBezTo>
                    <a:pt x="2337" y="13127"/>
                    <a:pt x="3829" y="15316"/>
                    <a:pt x="6478" y="15572"/>
                  </a:cubicBezTo>
                  <a:cubicBezTo>
                    <a:pt x="6740" y="15597"/>
                    <a:pt x="6991" y="15610"/>
                    <a:pt x="7232" y="15610"/>
                  </a:cubicBezTo>
                  <a:cubicBezTo>
                    <a:pt x="10350" y="15610"/>
                    <a:pt x="11721" y="13530"/>
                    <a:pt x="12742" y="10289"/>
                  </a:cubicBezTo>
                  <a:cubicBezTo>
                    <a:pt x="12975" y="9551"/>
                    <a:pt x="13168" y="8799"/>
                    <a:pt x="13322" y="8065"/>
                  </a:cubicBezTo>
                  <a:cubicBezTo>
                    <a:pt x="13826" y="5717"/>
                    <a:pt x="13943" y="3579"/>
                    <a:pt x="13759" y="2767"/>
                  </a:cubicBezTo>
                  <a:cubicBezTo>
                    <a:pt x="13461" y="1447"/>
                    <a:pt x="10619" y="1"/>
                    <a:pt x="7250"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2"/>
            <p:cNvSpPr/>
            <p:nvPr/>
          </p:nvSpPr>
          <p:spPr>
            <a:xfrm>
              <a:off x="1184100" y="1736325"/>
              <a:ext cx="75550" cy="35900"/>
            </a:xfrm>
            <a:custGeom>
              <a:rect b="b" l="l" r="r" t="t"/>
              <a:pathLst>
                <a:path extrusionOk="0" h="1436" w="3022">
                  <a:moveTo>
                    <a:pt x="1096" y="1"/>
                  </a:moveTo>
                  <a:cubicBezTo>
                    <a:pt x="1045" y="1"/>
                    <a:pt x="995" y="3"/>
                    <a:pt x="947" y="6"/>
                  </a:cubicBezTo>
                  <a:cubicBezTo>
                    <a:pt x="115" y="61"/>
                    <a:pt x="0" y="1120"/>
                    <a:pt x="0" y="1120"/>
                  </a:cubicBezTo>
                  <a:lnTo>
                    <a:pt x="2969" y="1436"/>
                  </a:lnTo>
                  <a:cubicBezTo>
                    <a:pt x="3022" y="421"/>
                    <a:pt x="1921" y="1"/>
                    <a:pt x="10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2"/>
            <p:cNvSpPr/>
            <p:nvPr/>
          </p:nvSpPr>
          <p:spPr>
            <a:xfrm>
              <a:off x="1035625" y="1736325"/>
              <a:ext cx="75550" cy="35900"/>
            </a:xfrm>
            <a:custGeom>
              <a:rect b="b" l="l" r="r" t="t"/>
              <a:pathLst>
                <a:path extrusionOk="0" h="1436" w="3022">
                  <a:moveTo>
                    <a:pt x="1925" y="1"/>
                  </a:moveTo>
                  <a:cubicBezTo>
                    <a:pt x="1101" y="1"/>
                    <a:pt x="0" y="421"/>
                    <a:pt x="51" y="1436"/>
                  </a:cubicBezTo>
                  <a:lnTo>
                    <a:pt x="3022" y="1120"/>
                  </a:lnTo>
                  <a:cubicBezTo>
                    <a:pt x="3022" y="1120"/>
                    <a:pt x="2906" y="61"/>
                    <a:pt x="2073" y="6"/>
                  </a:cubicBezTo>
                  <a:cubicBezTo>
                    <a:pt x="2025" y="3"/>
                    <a:pt x="1975" y="1"/>
                    <a:pt x="192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2"/>
            <p:cNvSpPr/>
            <p:nvPr/>
          </p:nvSpPr>
          <p:spPr>
            <a:xfrm>
              <a:off x="1094025" y="1900400"/>
              <a:ext cx="115525" cy="47125"/>
            </a:xfrm>
            <a:custGeom>
              <a:rect b="b" l="l" r="r" t="t"/>
              <a:pathLst>
                <a:path extrusionOk="0" h="1885" w="4621">
                  <a:moveTo>
                    <a:pt x="1" y="0"/>
                  </a:moveTo>
                  <a:cubicBezTo>
                    <a:pt x="1" y="0"/>
                    <a:pt x="719" y="1884"/>
                    <a:pt x="2252" y="1885"/>
                  </a:cubicBezTo>
                  <a:cubicBezTo>
                    <a:pt x="4051" y="1885"/>
                    <a:pt x="4620" y="0"/>
                    <a:pt x="4620" y="0"/>
                  </a:cubicBezTo>
                  <a:lnTo>
                    <a:pt x="4620" y="0"/>
                  </a:lnTo>
                  <a:cubicBezTo>
                    <a:pt x="4018" y="146"/>
                    <a:pt x="3303" y="195"/>
                    <a:pt x="2619" y="195"/>
                  </a:cubicBezTo>
                  <a:cubicBezTo>
                    <a:pt x="1250" y="195"/>
                    <a:pt x="1" y="0"/>
                    <a:pt x="1" y="0"/>
                  </a:cubicBezTo>
                  <a:close/>
                </a:path>
              </a:pathLst>
            </a:custGeom>
            <a:solidFill>
              <a:srgbClr val="F4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2"/>
            <p:cNvSpPr/>
            <p:nvPr/>
          </p:nvSpPr>
          <p:spPr>
            <a:xfrm>
              <a:off x="1017950" y="1818400"/>
              <a:ext cx="65725" cy="33400"/>
            </a:xfrm>
            <a:custGeom>
              <a:rect b="b" l="l" r="r" t="t"/>
              <a:pathLst>
                <a:path extrusionOk="0" h="1336" w="2629">
                  <a:moveTo>
                    <a:pt x="1347" y="0"/>
                  </a:moveTo>
                  <a:cubicBezTo>
                    <a:pt x="1333" y="0"/>
                    <a:pt x="1320" y="0"/>
                    <a:pt x="1306" y="1"/>
                  </a:cubicBezTo>
                  <a:cubicBezTo>
                    <a:pt x="584" y="9"/>
                    <a:pt x="0" y="317"/>
                    <a:pt x="6" y="684"/>
                  </a:cubicBezTo>
                  <a:cubicBezTo>
                    <a:pt x="12" y="1047"/>
                    <a:pt x="581" y="1335"/>
                    <a:pt x="1287" y="1335"/>
                  </a:cubicBezTo>
                  <a:cubicBezTo>
                    <a:pt x="1299" y="1335"/>
                    <a:pt x="1311" y="1335"/>
                    <a:pt x="1323" y="1335"/>
                  </a:cubicBezTo>
                  <a:cubicBezTo>
                    <a:pt x="2045" y="1326"/>
                    <a:pt x="2629" y="1019"/>
                    <a:pt x="2623" y="651"/>
                  </a:cubicBezTo>
                  <a:cubicBezTo>
                    <a:pt x="2618" y="288"/>
                    <a:pt x="2050" y="0"/>
                    <a:pt x="13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2"/>
            <p:cNvSpPr/>
            <p:nvPr/>
          </p:nvSpPr>
          <p:spPr>
            <a:xfrm>
              <a:off x="1222175" y="1818400"/>
              <a:ext cx="65700" cy="33400"/>
            </a:xfrm>
            <a:custGeom>
              <a:rect b="b" l="l" r="r" t="t"/>
              <a:pathLst>
                <a:path extrusionOk="0" h="1336" w="2628">
                  <a:moveTo>
                    <a:pt x="1346" y="0"/>
                  </a:moveTo>
                  <a:cubicBezTo>
                    <a:pt x="1332" y="0"/>
                    <a:pt x="1318" y="0"/>
                    <a:pt x="1305" y="1"/>
                  </a:cubicBezTo>
                  <a:cubicBezTo>
                    <a:pt x="582" y="9"/>
                    <a:pt x="0" y="317"/>
                    <a:pt x="5" y="684"/>
                  </a:cubicBezTo>
                  <a:cubicBezTo>
                    <a:pt x="10" y="1047"/>
                    <a:pt x="580" y="1335"/>
                    <a:pt x="1287" y="1335"/>
                  </a:cubicBezTo>
                  <a:cubicBezTo>
                    <a:pt x="1299" y="1335"/>
                    <a:pt x="1311" y="1335"/>
                    <a:pt x="1323" y="1335"/>
                  </a:cubicBezTo>
                  <a:cubicBezTo>
                    <a:pt x="2046" y="1326"/>
                    <a:pt x="2628" y="1019"/>
                    <a:pt x="2622" y="651"/>
                  </a:cubicBezTo>
                  <a:cubicBezTo>
                    <a:pt x="2618" y="288"/>
                    <a:pt x="2049" y="0"/>
                    <a:pt x="13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2"/>
            <p:cNvSpPr/>
            <p:nvPr/>
          </p:nvSpPr>
          <p:spPr>
            <a:xfrm>
              <a:off x="1077200" y="1790900"/>
              <a:ext cx="18650" cy="33075"/>
            </a:xfrm>
            <a:custGeom>
              <a:rect b="b" l="l" r="r" t="t"/>
              <a:pathLst>
                <a:path extrusionOk="0" h="1323" w="746">
                  <a:moveTo>
                    <a:pt x="365" y="1"/>
                  </a:moveTo>
                  <a:cubicBezTo>
                    <a:pt x="363" y="1"/>
                    <a:pt x="362" y="1"/>
                    <a:pt x="360" y="1"/>
                  </a:cubicBezTo>
                  <a:cubicBezTo>
                    <a:pt x="159" y="4"/>
                    <a:pt x="0" y="303"/>
                    <a:pt x="7" y="667"/>
                  </a:cubicBezTo>
                  <a:cubicBezTo>
                    <a:pt x="14" y="1030"/>
                    <a:pt x="180" y="1322"/>
                    <a:pt x="380" y="1322"/>
                  </a:cubicBezTo>
                  <a:cubicBezTo>
                    <a:pt x="381" y="1322"/>
                    <a:pt x="382" y="1322"/>
                    <a:pt x="383" y="1322"/>
                  </a:cubicBezTo>
                  <a:cubicBezTo>
                    <a:pt x="586" y="1318"/>
                    <a:pt x="745" y="1019"/>
                    <a:pt x="738" y="654"/>
                  </a:cubicBezTo>
                  <a:cubicBezTo>
                    <a:pt x="731" y="292"/>
                    <a:pt x="565" y="1"/>
                    <a:pt x="36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2"/>
            <p:cNvSpPr/>
            <p:nvPr/>
          </p:nvSpPr>
          <p:spPr>
            <a:xfrm>
              <a:off x="1203650" y="1790900"/>
              <a:ext cx="18650" cy="33075"/>
            </a:xfrm>
            <a:custGeom>
              <a:rect b="b" l="l" r="r" t="t"/>
              <a:pathLst>
                <a:path extrusionOk="0" h="1323" w="746">
                  <a:moveTo>
                    <a:pt x="381" y="1"/>
                  </a:moveTo>
                  <a:cubicBezTo>
                    <a:pt x="181" y="1"/>
                    <a:pt x="15" y="292"/>
                    <a:pt x="8" y="654"/>
                  </a:cubicBezTo>
                  <a:cubicBezTo>
                    <a:pt x="1" y="1019"/>
                    <a:pt x="159" y="1318"/>
                    <a:pt x="362" y="1322"/>
                  </a:cubicBezTo>
                  <a:cubicBezTo>
                    <a:pt x="363" y="1322"/>
                    <a:pt x="364" y="1322"/>
                    <a:pt x="365" y="1322"/>
                  </a:cubicBezTo>
                  <a:cubicBezTo>
                    <a:pt x="566" y="1322"/>
                    <a:pt x="731" y="1030"/>
                    <a:pt x="739" y="667"/>
                  </a:cubicBezTo>
                  <a:cubicBezTo>
                    <a:pt x="746" y="303"/>
                    <a:pt x="587" y="4"/>
                    <a:pt x="385" y="1"/>
                  </a:cubicBezTo>
                  <a:cubicBezTo>
                    <a:pt x="384" y="1"/>
                    <a:pt x="382" y="1"/>
                    <a:pt x="3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2"/>
            <p:cNvSpPr/>
            <p:nvPr/>
          </p:nvSpPr>
          <p:spPr>
            <a:xfrm>
              <a:off x="947400" y="1544050"/>
              <a:ext cx="386200" cy="291225"/>
            </a:xfrm>
            <a:custGeom>
              <a:rect b="b" l="l" r="r" t="t"/>
              <a:pathLst>
                <a:path extrusionOk="0" h="11649" w="15448">
                  <a:moveTo>
                    <a:pt x="8195" y="0"/>
                  </a:moveTo>
                  <a:cubicBezTo>
                    <a:pt x="7229" y="0"/>
                    <a:pt x="6198" y="156"/>
                    <a:pt x="5128" y="507"/>
                  </a:cubicBezTo>
                  <a:cubicBezTo>
                    <a:pt x="0" y="2189"/>
                    <a:pt x="341" y="6265"/>
                    <a:pt x="584" y="6943"/>
                  </a:cubicBezTo>
                  <a:cubicBezTo>
                    <a:pt x="827" y="7621"/>
                    <a:pt x="1366" y="11482"/>
                    <a:pt x="1717" y="11594"/>
                  </a:cubicBezTo>
                  <a:cubicBezTo>
                    <a:pt x="1719" y="11595"/>
                    <a:pt x="1721" y="11595"/>
                    <a:pt x="1724" y="11595"/>
                  </a:cubicBezTo>
                  <a:cubicBezTo>
                    <a:pt x="1899" y="11595"/>
                    <a:pt x="2015" y="9521"/>
                    <a:pt x="2067" y="9230"/>
                  </a:cubicBezTo>
                  <a:cubicBezTo>
                    <a:pt x="2117" y="8948"/>
                    <a:pt x="2385" y="7765"/>
                    <a:pt x="2340" y="7485"/>
                  </a:cubicBezTo>
                  <a:cubicBezTo>
                    <a:pt x="2272" y="7067"/>
                    <a:pt x="2287" y="6408"/>
                    <a:pt x="2835" y="5847"/>
                  </a:cubicBezTo>
                  <a:cubicBezTo>
                    <a:pt x="3606" y="5054"/>
                    <a:pt x="3248" y="5191"/>
                    <a:pt x="3952" y="4822"/>
                  </a:cubicBezTo>
                  <a:cubicBezTo>
                    <a:pt x="4632" y="4467"/>
                    <a:pt x="6320" y="4121"/>
                    <a:pt x="7848" y="4121"/>
                  </a:cubicBezTo>
                  <a:cubicBezTo>
                    <a:pt x="8441" y="4121"/>
                    <a:pt x="9010" y="4173"/>
                    <a:pt x="9487" y="4297"/>
                  </a:cubicBezTo>
                  <a:cubicBezTo>
                    <a:pt x="11193" y="4741"/>
                    <a:pt x="12047" y="4988"/>
                    <a:pt x="12826" y="5137"/>
                  </a:cubicBezTo>
                  <a:cubicBezTo>
                    <a:pt x="13604" y="5285"/>
                    <a:pt x="13524" y="6467"/>
                    <a:pt x="13682" y="6698"/>
                  </a:cubicBezTo>
                  <a:cubicBezTo>
                    <a:pt x="13839" y="6929"/>
                    <a:pt x="13696" y="11462"/>
                    <a:pt x="14069" y="11644"/>
                  </a:cubicBezTo>
                  <a:cubicBezTo>
                    <a:pt x="14075" y="11647"/>
                    <a:pt x="14082" y="11648"/>
                    <a:pt x="14088" y="11648"/>
                  </a:cubicBezTo>
                  <a:cubicBezTo>
                    <a:pt x="14475" y="11648"/>
                    <a:pt x="15448" y="6263"/>
                    <a:pt x="15090" y="4592"/>
                  </a:cubicBezTo>
                  <a:cubicBezTo>
                    <a:pt x="14588" y="2238"/>
                    <a:pt x="11854" y="0"/>
                    <a:pt x="81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2"/>
            <p:cNvSpPr/>
            <p:nvPr/>
          </p:nvSpPr>
          <p:spPr>
            <a:xfrm>
              <a:off x="944975" y="1507950"/>
              <a:ext cx="385950" cy="198775"/>
            </a:xfrm>
            <a:custGeom>
              <a:rect b="b" l="l" r="r" t="t"/>
              <a:pathLst>
                <a:path extrusionOk="0" h="7951" w="15438">
                  <a:moveTo>
                    <a:pt x="7814" y="0"/>
                  </a:moveTo>
                  <a:cubicBezTo>
                    <a:pt x="7752" y="0"/>
                    <a:pt x="7690" y="1"/>
                    <a:pt x="7627" y="2"/>
                  </a:cubicBezTo>
                  <a:cubicBezTo>
                    <a:pt x="6560" y="18"/>
                    <a:pt x="5657" y="175"/>
                    <a:pt x="4884" y="435"/>
                  </a:cubicBezTo>
                  <a:cubicBezTo>
                    <a:pt x="4591" y="531"/>
                    <a:pt x="4318" y="644"/>
                    <a:pt x="4062" y="771"/>
                  </a:cubicBezTo>
                  <a:cubicBezTo>
                    <a:pt x="0" y="2766"/>
                    <a:pt x="565" y="7951"/>
                    <a:pt x="565" y="7951"/>
                  </a:cubicBezTo>
                  <a:cubicBezTo>
                    <a:pt x="1046" y="7615"/>
                    <a:pt x="1542" y="7327"/>
                    <a:pt x="2043" y="7080"/>
                  </a:cubicBezTo>
                  <a:cubicBezTo>
                    <a:pt x="2088" y="7057"/>
                    <a:pt x="2137" y="7035"/>
                    <a:pt x="2183" y="7011"/>
                  </a:cubicBezTo>
                  <a:cubicBezTo>
                    <a:pt x="4075" y="6114"/>
                    <a:pt x="6071" y="5806"/>
                    <a:pt x="7918" y="5806"/>
                  </a:cubicBezTo>
                  <a:cubicBezTo>
                    <a:pt x="10141" y="5806"/>
                    <a:pt x="12148" y="6252"/>
                    <a:pt x="13500" y="6651"/>
                  </a:cubicBezTo>
                  <a:cubicBezTo>
                    <a:pt x="13634" y="6691"/>
                    <a:pt x="13759" y="6729"/>
                    <a:pt x="13879" y="6765"/>
                  </a:cubicBezTo>
                  <a:cubicBezTo>
                    <a:pt x="14750" y="7041"/>
                    <a:pt x="15265" y="7267"/>
                    <a:pt x="15265" y="7267"/>
                  </a:cubicBezTo>
                  <a:cubicBezTo>
                    <a:pt x="15265" y="7267"/>
                    <a:pt x="15438" y="2679"/>
                    <a:pt x="11636" y="794"/>
                  </a:cubicBezTo>
                  <a:lnTo>
                    <a:pt x="11635" y="794"/>
                  </a:lnTo>
                  <a:cubicBezTo>
                    <a:pt x="11379" y="665"/>
                    <a:pt x="11104" y="551"/>
                    <a:pt x="10811" y="451"/>
                  </a:cubicBezTo>
                  <a:cubicBezTo>
                    <a:pt x="9977" y="167"/>
                    <a:pt x="8986" y="0"/>
                    <a:pt x="78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2"/>
            <p:cNvSpPr/>
            <p:nvPr/>
          </p:nvSpPr>
          <p:spPr>
            <a:xfrm>
              <a:off x="1119375" y="1495475"/>
              <a:ext cx="42400" cy="14850"/>
            </a:xfrm>
            <a:custGeom>
              <a:rect b="b" l="l" r="r" t="t"/>
              <a:pathLst>
                <a:path extrusionOk="0" h="594" w="1696">
                  <a:moveTo>
                    <a:pt x="847" y="0"/>
                  </a:moveTo>
                  <a:cubicBezTo>
                    <a:pt x="187" y="0"/>
                    <a:pt x="1" y="532"/>
                    <a:pt x="1" y="532"/>
                  </a:cubicBezTo>
                  <a:cubicBezTo>
                    <a:pt x="372" y="578"/>
                    <a:pt x="683" y="593"/>
                    <a:pt x="935" y="593"/>
                  </a:cubicBezTo>
                  <a:cubicBezTo>
                    <a:pt x="1437" y="593"/>
                    <a:pt x="1695" y="532"/>
                    <a:pt x="1695" y="532"/>
                  </a:cubicBezTo>
                  <a:cubicBezTo>
                    <a:pt x="1695" y="532"/>
                    <a:pt x="1509" y="0"/>
                    <a:pt x="8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2"/>
            <p:cNvSpPr/>
            <p:nvPr/>
          </p:nvSpPr>
          <p:spPr>
            <a:xfrm>
              <a:off x="987725" y="1518825"/>
              <a:ext cx="79400" cy="166350"/>
            </a:xfrm>
            <a:custGeom>
              <a:rect b="b" l="l" r="r" t="t"/>
              <a:pathLst>
                <a:path extrusionOk="0" h="6654" w="3176">
                  <a:moveTo>
                    <a:pt x="3176" y="0"/>
                  </a:moveTo>
                  <a:lnTo>
                    <a:pt x="3176" y="0"/>
                  </a:lnTo>
                  <a:cubicBezTo>
                    <a:pt x="2883" y="96"/>
                    <a:pt x="2609" y="209"/>
                    <a:pt x="2353" y="336"/>
                  </a:cubicBezTo>
                  <a:cubicBezTo>
                    <a:pt x="1235" y="1646"/>
                    <a:pt x="1" y="3763"/>
                    <a:pt x="99" y="6653"/>
                  </a:cubicBezTo>
                  <a:lnTo>
                    <a:pt x="334" y="6645"/>
                  </a:lnTo>
                  <a:lnTo>
                    <a:pt x="476" y="6639"/>
                  </a:lnTo>
                  <a:cubicBezTo>
                    <a:pt x="473" y="6618"/>
                    <a:pt x="473" y="6599"/>
                    <a:pt x="473" y="6578"/>
                  </a:cubicBezTo>
                  <a:cubicBezTo>
                    <a:pt x="384" y="3357"/>
                    <a:pt x="2023" y="1150"/>
                    <a:pt x="31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2"/>
            <p:cNvSpPr/>
            <p:nvPr/>
          </p:nvSpPr>
          <p:spPr>
            <a:xfrm>
              <a:off x="1215225" y="1519200"/>
              <a:ext cx="76725" cy="157900"/>
            </a:xfrm>
            <a:custGeom>
              <a:rect b="b" l="l" r="r" t="t"/>
              <a:pathLst>
                <a:path extrusionOk="0" h="6316" w="3069">
                  <a:moveTo>
                    <a:pt x="1" y="1"/>
                  </a:moveTo>
                  <a:lnTo>
                    <a:pt x="1" y="1"/>
                  </a:lnTo>
                  <a:cubicBezTo>
                    <a:pt x="1108" y="1109"/>
                    <a:pt x="2653" y="3189"/>
                    <a:pt x="2688" y="6201"/>
                  </a:cubicBezTo>
                  <a:cubicBezTo>
                    <a:pt x="2821" y="6241"/>
                    <a:pt x="2947" y="6279"/>
                    <a:pt x="3067" y="6315"/>
                  </a:cubicBezTo>
                  <a:cubicBezTo>
                    <a:pt x="3069" y="3605"/>
                    <a:pt x="1899" y="1607"/>
                    <a:pt x="826" y="344"/>
                  </a:cubicBezTo>
                  <a:lnTo>
                    <a:pt x="825" y="344"/>
                  </a:lnTo>
                  <a:cubicBezTo>
                    <a:pt x="569" y="215"/>
                    <a:pt x="294" y="10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2"/>
            <p:cNvSpPr/>
            <p:nvPr/>
          </p:nvSpPr>
          <p:spPr>
            <a:xfrm>
              <a:off x="959100" y="1599425"/>
              <a:ext cx="367500" cy="107300"/>
            </a:xfrm>
            <a:custGeom>
              <a:rect b="b" l="l" r="r" t="t"/>
              <a:pathLst>
                <a:path extrusionOk="0" h="4292" w="14700">
                  <a:moveTo>
                    <a:pt x="7462" y="0"/>
                  </a:moveTo>
                  <a:cubicBezTo>
                    <a:pt x="7331" y="0"/>
                    <a:pt x="7198" y="3"/>
                    <a:pt x="7064" y="8"/>
                  </a:cubicBezTo>
                  <a:cubicBezTo>
                    <a:pt x="2024" y="217"/>
                    <a:pt x="0" y="4292"/>
                    <a:pt x="0" y="4292"/>
                  </a:cubicBezTo>
                  <a:cubicBezTo>
                    <a:pt x="2444" y="2721"/>
                    <a:pt x="5116" y="2230"/>
                    <a:pt x="7503" y="2230"/>
                  </a:cubicBezTo>
                  <a:cubicBezTo>
                    <a:pt x="11499" y="2230"/>
                    <a:pt x="14700" y="3607"/>
                    <a:pt x="14700" y="3607"/>
                  </a:cubicBezTo>
                  <a:cubicBezTo>
                    <a:pt x="14700" y="3607"/>
                    <a:pt x="12240" y="0"/>
                    <a:pt x="746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2"/>
            <p:cNvSpPr/>
            <p:nvPr/>
          </p:nvSpPr>
          <p:spPr>
            <a:xfrm>
              <a:off x="720000" y="2170000"/>
              <a:ext cx="253550" cy="932575"/>
            </a:xfrm>
            <a:custGeom>
              <a:rect b="b" l="l" r="r" t="t"/>
              <a:pathLst>
                <a:path extrusionOk="0" h="37303" w="10142">
                  <a:moveTo>
                    <a:pt x="6947" y="1"/>
                  </a:moveTo>
                  <a:cubicBezTo>
                    <a:pt x="6409" y="370"/>
                    <a:pt x="5972" y="948"/>
                    <a:pt x="5714" y="1620"/>
                  </a:cubicBezTo>
                  <a:lnTo>
                    <a:pt x="5072" y="2394"/>
                  </a:lnTo>
                  <a:lnTo>
                    <a:pt x="4673" y="3452"/>
                  </a:lnTo>
                  <a:cubicBezTo>
                    <a:pt x="4410" y="4158"/>
                    <a:pt x="4152" y="4864"/>
                    <a:pt x="3898" y="5573"/>
                  </a:cubicBezTo>
                  <a:cubicBezTo>
                    <a:pt x="3497" y="6686"/>
                    <a:pt x="3105" y="7804"/>
                    <a:pt x="2725" y="8928"/>
                  </a:cubicBezTo>
                  <a:cubicBezTo>
                    <a:pt x="2621" y="9236"/>
                    <a:pt x="2518" y="9543"/>
                    <a:pt x="2415" y="9851"/>
                  </a:cubicBezTo>
                  <a:cubicBezTo>
                    <a:pt x="2370" y="9982"/>
                    <a:pt x="2327" y="10115"/>
                    <a:pt x="2285" y="10247"/>
                  </a:cubicBezTo>
                  <a:cubicBezTo>
                    <a:pt x="2143" y="10679"/>
                    <a:pt x="2003" y="11109"/>
                    <a:pt x="1867" y="11544"/>
                  </a:cubicBezTo>
                  <a:cubicBezTo>
                    <a:pt x="1818" y="11703"/>
                    <a:pt x="1767" y="11860"/>
                    <a:pt x="1718" y="12019"/>
                  </a:cubicBezTo>
                  <a:cubicBezTo>
                    <a:pt x="1674" y="12159"/>
                    <a:pt x="1631" y="12298"/>
                    <a:pt x="1588" y="12439"/>
                  </a:cubicBezTo>
                  <a:lnTo>
                    <a:pt x="1584" y="12452"/>
                  </a:lnTo>
                  <a:cubicBezTo>
                    <a:pt x="1405" y="13036"/>
                    <a:pt x="1232" y="13623"/>
                    <a:pt x="1066" y="14220"/>
                  </a:cubicBezTo>
                  <a:cubicBezTo>
                    <a:pt x="854" y="14963"/>
                    <a:pt x="654" y="15710"/>
                    <a:pt x="475" y="16488"/>
                  </a:cubicBezTo>
                  <a:cubicBezTo>
                    <a:pt x="387" y="16876"/>
                    <a:pt x="302" y="17269"/>
                    <a:pt x="225" y="17676"/>
                  </a:cubicBezTo>
                  <a:lnTo>
                    <a:pt x="195" y="17828"/>
                  </a:lnTo>
                  <a:lnTo>
                    <a:pt x="169" y="17987"/>
                  </a:lnTo>
                  <a:lnTo>
                    <a:pt x="116" y="18301"/>
                  </a:lnTo>
                  <a:cubicBezTo>
                    <a:pt x="98" y="18403"/>
                    <a:pt x="83" y="18517"/>
                    <a:pt x="69" y="18626"/>
                  </a:cubicBezTo>
                  <a:lnTo>
                    <a:pt x="29" y="18959"/>
                  </a:lnTo>
                  <a:lnTo>
                    <a:pt x="18" y="19032"/>
                  </a:lnTo>
                  <a:cubicBezTo>
                    <a:pt x="1" y="19174"/>
                    <a:pt x="1" y="19318"/>
                    <a:pt x="18" y="19467"/>
                  </a:cubicBezTo>
                  <a:lnTo>
                    <a:pt x="29" y="19564"/>
                  </a:lnTo>
                  <a:lnTo>
                    <a:pt x="39" y="19643"/>
                  </a:lnTo>
                  <a:lnTo>
                    <a:pt x="61" y="19797"/>
                  </a:lnTo>
                  <a:lnTo>
                    <a:pt x="105" y="20089"/>
                  </a:lnTo>
                  <a:cubicBezTo>
                    <a:pt x="136" y="20284"/>
                    <a:pt x="172" y="20465"/>
                    <a:pt x="204" y="20655"/>
                  </a:cubicBezTo>
                  <a:cubicBezTo>
                    <a:pt x="274" y="21026"/>
                    <a:pt x="345" y="21395"/>
                    <a:pt x="424" y="21757"/>
                  </a:cubicBezTo>
                  <a:cubicBezTo>
                    <a:pt x="577" y="22485"/>
                    <a:pt x="751" y="23197"/>
                    <a:pt x="932" y="23909"/>
                  </a:cubicBezTo>
                  <a:cubicBezTo>
                    <a:pt x="1298" y="25331"/>
                    <a:pt x="1717" y="26725"/>
                    <a:pt x="2163" y="28105"/>
                  </a:cubicBezTo>
                  <a:lnTo>
                    <a:pt x="2505" y="29138"/>
                  </a:lnTo>
                  <a:cubicBezTo>
                    <a:pt x="2618" y="29483"/>
                    <a:pt x="2744" y="29821"/>
                    <a:pt x="2864" y="30162"/>
                  </a:cubicBezTo>
                  <a:cubicBezTo>
                    <a:pt x="3100" y="30847"/>
                    <a:pt x="3361" y="31521"/>
                    <a:pt x="3615" y="32197"/>
                  </a:cubicBezTo>
                  <a:cubicBezTo>
                    <a:pt x="3740" y="32535"/>
                    <a:pt x="3876" y="32869"/>
                    <a:pt x="4009" y="33204"/>
                  </a:cubicBezTo>
                  <a:lnTo>
                    <a:pt x="4413" y="34208"/>
                  </a:lnTo>
                  <a:cubicBezTo>
                    <a:pt x="4687" y="34873"/>
                    <a:pt x="4973" y="35535"/>
                    <a:pt x="5254" y="36197"/>
                  </a:cubicBezTo>
                  <a:cubicBezTo>
                    <a:pt x="5542" y="36880"/>
                    <a:pt x="6210" y="37302"/>
                    <a:pt x="6920" y="37302"/>
                  </a:cubicBezTo>
                  <a:cubicBezTo>
                    <a:pt x="7121" y="37302"/>
                    <a:pt x="7326" y="37268"/>
                    <a:pt x="7526" y="37197"/>
                  </a:cubicBezTo>
                  <a:cubicBezTo>
                    <a:pt x="8467" y="36861"/>
                    <a:pt x="8956" y="35828"/>
                    <a:pt x="8620" y="34887"/>
                  </a:cubicBezTo>
                  <a:lnTo>
                    <a:pt x="8606" y="34844"/>
                  </a:lnTo>
                  <a:cubicBezTo>
                    <a:pt x="8371" y="34191"/>
                    <a:pt x="8134" y="33541"/>
                    <a:pt x="7904" y="32886"/>
                  </a:cubicBezTo>
                  <a:lnTo>
                    <a:pt x="7573" y="31904"/>
                  </a:lnTo>
                  <a:cubicBezTo>
                    <a:pt x="7462" y="31575"/>
                    <a:pt x="7349" y="31247"/>
                    <a:pt x="7249" y="30918"/>
                  </a:cubicBezTo>
                  <a:cubicBezTo>
                    <a:pt x="7040" y="30258"/>
                    <a:pt x="6827" y="29600"/>
                    <a:pt x="6639" y="28936"/>
                  </a:cubicBezTo>
                  <a:cubicBezTo>
                    <a:pt x="6544" y="28603"/>
                    <a:pt x="6443" y="28274"/>
                    <a:pt x="6352" y="27942"/>
                  </a:cubicBezTo>
                  <a:lnTo>
                    <a:pt x="6082" y="26947"/>
                  </a:lnTo>
                  <a:cubicBezTo>
                    <a:pt x="5733" y="25617"/>
                    <a:pt x="5414" y="24281"/>
                    <a:pt x="5149" y="22945"/>
                  </a:cubicBezTo>
                  <a:cubicBezTo>
                    <a:pt x="5018" y="22279"/>
                    <a:pt x="4895" y="21609"/>
                    <a:pt x="4793" y="20949"/>
                  </a:cubicBezTo>
                  <a:cubicBezTo>
                    <a:pt x="4737" y="20618"/>
                    <a:pt x="4694" y="20289"/>
                    <a:pt x="4651" y="19962"/>
                  </a:cubicBezTo>
                  <a:cubicBezTo>
                    <a:pt x="4636" y="19822"/>
                    <a:pt x="4617" y="19682"/>
                    <a:pt x="4603" y="19543"/>
                  </a:cubicBezTo>
                  <a:cubicBezTo>
                    <a:pt x="4600" y="19521"/>
                    <a:pt x="4599" y="19500"/>
                    <a:pt x="4596" y="19478"/>
                  </a:cubicBezTo>
                  <a:lnTo>
                    <a:pt x="4586" y="19364"/>
                  </a:lnTo>
                  <a:lnTo>
                    <a:pt x="4591" y="19338"/>
                  </a:lnTo>
                  <a:cubicBezTo>
                    <a:pt x="4603" y="19274"/>
                    <a:pt x="4614" y="19212"/>
                    <a:pt x="4629" y="19147"/>
                  </a:cubicBezTo>
                  <a:cubicBezTo>
                    <a:pt x="4630" y="19135"/>
                    <a:pt x="4634" y="19125"/>
                    <a:pt x="4636" y="19114"/>
                  </a:cubicBezTo>
                  <a:lnTo>
                    <a:pt x="4689" y="18881"/>
                  </a:lnTo>
                  <a:lnTo>
                    <a:pt x="4714" y="18763"/>
                  </a:lnTo>
                  <a:lnTo>
                    <a:pt x="4746" y="18645"/>
                  </a:lnTo>
                  <a:cubicBezTo>
                    <a:pt x="4823" y="18324"/>
                    <a:pt x="4915" y="17995"/>
                    <a:pt x="5010" y="17665"/>
                  </a:cubicBezTo>
                  <a:cubicBezTo>
                    <a:pt x="5202" y="17001"/>
                    <a:pt x="5425" y="16325"/>
                    <a:pt x="5657" y="15648"/>
                  </a:cubicBezTo>
                  <a:cubicBezTo>
                    <a:pt x="5710" y="15488"/>
                    <a:pt x="5766" y="15328"/>
                    <a:pt x="5823" y="15166"/>
                  </a:cubicBezTo>
                  <a:cubicBezTo>
                    <a:pt x="5871" y="15033"/>
                    <a:pt x="5919" y="14898"/>
                    <a:pt x="5967" y="14762"/>
                  </a:cubicBezTo>
                  <a:cubicBezTo>
                    <a:pt x="6076" y="14457"/>
                    <a:pt x="6186" y="14154"/>
                    <a:pt x="6298" y="13849"/>
                  </a:cubicBezTo>
                  <a:cubicBezTo>
                    <a:pt x="6539" y="13197"/>
                    <a:pt x="6790" y="12545"/>
                    <a:pt x="7046" y="11890"/>
                  </a:cubicBezTo>
                  <a:cubicBezTo>
                    <a:pt x="7087" y="11784"/>
                    <a:pt x="7130" y="11680"/>
                    <a:pt x="7170" y="11574"/>
                  </a:cubicBezTo>
                  <a:cubicBezTo>
                    <a:pt x="7297" y="11248"/>
                    <a:pt x="7427" y="10923"/>
                    <a:pt x="7559" y="10597"/>
                  </a:cubicBezTo>
                  <a:cubicBezTo>
                    <a:pt x="7974" y="9566"/>
                    <a:pt x="8400" y="8536"/>
                    <a:pt x="8836" y="7508"/>
                  </a:cubicBezTo>
                  <a:cubicBezTo>
                    <a:pt x="9122" y="6833"/>
                    <a:pt x="9414" y="6159"/>
                    <a:pt x="9707" y="5487"/>
                  </a:cubicBezTo>
                  <a:lnTo>
                    <a:pt x="10142" y="4497"/>
                  </a:lnTo>
                  <a:cubicBezTo>
                    <a:pt x="9766" y="2804"/>
                    <a:pt x="8906" y="826"/>
                    <a:pt x="6947"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2"/>
            <p:cNvSpPr/>
            <p:nvPr/>
          </p:nvSpPr>
          <p:spPr>
            <a:xfrm>
              <a:off x="762775" y="2393225"/>
              <a:ext cx="146150" cy="145825"/>
            </a:xfrm>
            <a:custGeom>
              <a:rect b="b" l="l" r="r" t="t"/>
              <a:pathLst>
                <a:path extrusionOk="0" h="5833" w="5846">
                  <a:moveTo>
                    <a:pt x="1005" y="1"/>
                  </a:moveTo>
                  <a:cubicBezTo>
                    <a:pt x="902" y="308"/>
                    <a:pt x="799" y="615"/>
                    <a:pt x="697" y="923"/>
                  </a:cubicBezTo>
                  <a:cubicBezTo>
                    <a:pt x="652" y="1056"/>
                    <a:pt x="609" y="1188"/>
                    <a:pt x="566" y="1321"/>
                  </a:cubicBezTo>
                  <a:cubicBezTo>
                    <a:pt x="425" y="1751"/>
                    <a:pt x="285" y="2182"/>
                    <a:pt x="149" y="2616"/>
                  </a:cubicBezTo>
                  <a:cubicBezTo>
                    <a:pt x="100" y="2775"/>
                    <a:pt x="49" y="2932"/>
                    <a:pt x="0" y="3091"/>
                  </a:cubicBezTo>
                  <a:cubicBezTo>
                    <a:pt x="1017" y="4052"/>
                    <a:pt x="2494" y="5199"/>
                    <a:pt x="4255" y="5833"/>
                  </a:cubicBezTo>
                  <a:cubicBezTo>
                    <a:pt x="4364" y="5528"/>
                    <a:pt x="4472" y="5225"/>
                    <a:pt x="4585" y="4920"/>
                  </a:cubicBezTo>
                  <a:cubicBezTo>
                    <a:pt x="4827" y="4268"/>
                    <a:pt x="5077" y="3616"/>
                    <a:pt x="5333" y="2961"/>
                  </a:cubicBezTo>
                  <a:cubicBezTo>
                    <a:pt x="5373" y="2855"/>
                    <a:pt x="5416" y="2751"/>
                    <a:pt x="5458" y="2645"/>
                  </a:cubicBezTo>
                  <a:cubicBezTo>
                    <a:pt x="5585" y="2319"/>
                    <a:pt x="5715" y="1994"/>
                    <a:pt x="5845" y="1668"/>
                  </a:cubicBezTo>
                  <a:lnTo>
                    <a:pt x="1005"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2"/>
            <p:cNvSpPr/>
            <p:nvPr/>
          </p:nvSpPr>
          <p:spPr>
            <a:xfrm>
              <a:off x="834775" y="3042025"/>
              <a:ext cx="179200" cy="251825"/>
            </a:xfrm>
            <a:custGeom>
              <a:rect b="b" l="l" r="r" t="t"/>
              <a:pathLst>
                <a:path extrusionOk="0" h="10073" w="7168">
                  <a:moveTo>
                    <a:pt x="3756" y="0"/>
                  </a:moveTo>
                  <a:cubicBezTo>
                    <a:pt x="2671" y="866"/>
                    <a:pt x="741" y="963"/>
                    <a:pt x="741" y="963"/>
                  </a:cubicBezTo>
                  <a:cubicBezTo>
                    <a:pt x="741" y="963"/>
                    <a:pt x="0" y="2825"/>
                    <a:pt x="418" y="4663"/>
                  </a:cubicBezTo>
                  <a:cubicBezTo>
                    <a:pt x="803" y="6352"/>
                    <a:pt x="1870" y="8988"/>
                    <a:pt x="2150" y="8988"/>
                  </a:cubicBezTo>
                  <a:cubicBezTo>
                    <a:pt x="2174" y="8988"/>
                    <a:pt x="2193" y="8968"/>
                    <a:pt x="2204" y="8925"/>
                  </a:cubicBezTo>
                  <a:cubicBezTo>
                    <a:pt x="2343" y="8394"/>
                    <a:pt x="1842" y="7071"/>
                    <a:pt x="1740" y="6715"/>
                  </a:cubicBezTo>
                  <a:cubicBezTo>
                    <a:pt x="1678" y="6505"/>
                    <a:pt x="1735" y="6462"/>
                    <a:pt x="1792" y="6462"/>
                  </a:cubicBezTo>
                  <a:cubicBezTo>
                    <a:pt x="1831" y="6462"/>
                    <a:pt x="1870" y="6482"/>
                    <a:pt x="1870" y="6482"/>
                  </a:cubicBezTo>
                  <a:cubicBezTo>
                    <a:pt x="2386" y="8095"/>
                    <a:pt x="3134" y="9735"/>
                    <a:pt x="3405" y="9735"/>
                  </a:cubicBezTo>
                  <a:cubicBezTo>
                    <a:pt x="3442" y="9735"/>
                    <a:pt x="3470" y="9705"/>
                    <a:pt x="3487" y="9640"/>
                  </a:cubicBezTo>
                  <a:cubicBezTo>
                    <a:pt x="3629" y="9112"/>
                    <a:pt x="2575" y="5932"/>
                    <a:pt x="2771" y="5932"/>
                  </a:cubicBezTo>
                  <a:cubicBezTo>
                    <a:pt x="2777" y="5932"/>
                    <a:pt x="2784" y="5934"/>
                    <a:pt x="2792" y="5940"/>
                  </a:cubicBezTo>
                  <a:cubicBezTo>
                    <a:pt x="3051" y="6124"/>
                    <a:pt x="3791" y="10073"/>
                    <a:pt x="4342" y="10073"/>
                  </a:cubicBezTo>
                  <a:cubicBezTo>
                    <a:pt x="4385" y="10073"/>
                    <a:pt x="4427" y="10049"/>
                    <a:pt x="4467" y="9997"/>
                  </a:cubicBezTo>
                  <a:cubicBezTo>
                    <a:pt x="5027" y="9282"/>
                    <a:pt x="3872" y="5664"/>
                    <a:pt x="4019" y="5604"/>
                  </a:cubicBezTo>
                  <a:cubicBezTo>
                    <a:pt x="4027" y="5601"/>
                    <a:pt x="4034" y="5599"/>
                    <a:pt x="4042" y="5599"/>
                  </a:cubicBezTo>
                  <a:cubicBezTo>
                    <a:pt x="4168" y="5599"/>
                    <a:pt x="4210" y="6105"/>
                    <a:pt x="4421" y="6878"/>
                  </a:cubicBezTo>
                  <a:cubicBezTo>
                    <a:pt x="4623" y="7616"/>
                    <a:pt x="4846" y="9305"/>
                    <a:pt x="5258" y="9305"/>
                  </a:cubicBezTo>
                  <a:cubicBezTo>
                    <a:pt x="5302" y="9305"/>
                    <a:pt x="5348" y="9286"/>
                    <a:pt x="5396" y="9244"/>
                  </a:cubicBezTo>
                  <a:cubicBezTo>
                    <a:pt x="5901" y="8807"/>
                    <a:pt x="5431" y="7028"/>
                    <a:pt x="5324" y="6126"/>
                  </a:cubicBezTo>
                  <a:cubicBezTo>
                    <a:pt x="5216" y="5223"/>
                    <a:pt x="4556" y="3261"/>
                    <a:pt x="4963" y="3138"/>
                  </a:cubicBezTo>
                  <a:cubicBezTo>
                    <a:pt x="4986" y="3131"/>
                    <a:pt x="5008" y="3128"/>
                    <a:pt x="5031" y="3128"/>
                  </a:cubicBezTo>
                  <a:cubicBezTo>
                    <a:pt x="5214" y="3128"/>
                    <a:pt x="5414" y="3347"/>
                    <a:pt x="5707" y="3789"/>
                  </a:cubicBezTo>
                  <a:cubicBezTo>
                    <a:pt x="6037" y="4284"/>
                    <a:pt x="6405" y="4699"/>
                    <a:pt x="6516" y="4766"/>
                  </a:cubicBezTo>
                  <a:cubicBezTo>
                    <a:pt x="6616" y="4825"/>
                    <a:pt x="6692" y="4851"/>
                    <a:pt x="6748" y="4851"/>
                  </a:cubicBezTo>
                  <a:cubicBezTo>
                    <a:pt x="7167" y="4851"/>
                    <a:pt x="6426" y="3318"/>
                    <a:pt x="6072" y="2459"/>
                  </a:cubicBezTo>
                  <a:cubicBezTo>
                    <a:pt x="5671" y="1486"/>
                    <a:pt x="3756" y="0"/>
                    <a:pt x="3756"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2"/>
            <p:cNvSpPr/>
            <p:nvPr/>
          </p:nvSpPr>
          <p:spPr>
            <a:xfrm>
              <a:off x="828725" y="3005400"/>
              <a:ext cx="110325" cy="66325"/>
            </a:xfrm>
            <a:custGeom>
              <a:rect b="b" l="l" r="r" t="t"/>
              <a:pathLst>
                <a:path extrusionOk="0" h="2653" w="4413">
                  <a:moveTo>
                    <a:pt x="3442" y="0"/>
                  </a:moveTo>
                  <a:cubicBezTo>
                    <a:pt x="1980" y="0"/>
                    <a:pt x="200" y="1205"/>
                    <a:pt x="200" y="1205"/>
                  </a:cubicBezTo>
                  <a:cubicBezTo>
                    <a:pt x="1" y="2241"/>
                    <a:pt x="846" y="2652"/>
                    <a:pt x="847" y="2652"/>
                  </a:cubicBezTo>
                  <a:cubicBezTo>
                    <a:pt x="1527" y="2241"/>
                    <a:pt x="4254" y="1427"/>
                    <a:pt x="4254" y="1427"/>
                  </a:cubicBezTo>
                  <a:cubicBezTo>
                    <a:pt x="4413" y="892"/>
                    <a:pt x="4184" y="317"/>
                    <a:pt x="3748" y="20"/>
                  </a:cubicBezTo>
                  <a:cubicBezTo>
                    <a:pt x="3648" y="7"/>
                    <a:pt x="3546" y="0"/>
                    <a:pt x="3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2"/>
            <p:cNvSpPr/>
            <p:nvPr/>
          </p:nvSpPr>
          <p:spPr>
            <a:xfrm>
              <a:off x="841275" y="3007775"/>
              <a:ext cx="70250" cy="68275"/>
            </a:xfrm>
            <a:custGeom>
              <a:rect b="b" l="l" r="r" t="t"/>
              <a:pathLst>
                <a:path extrusionOk="0" h="2731" w="2810">
                  <a:moveTo>
                    <a:pt x="1216" y="1"/>
                  </a:moveTo>
                  <a:cubicBezTo>
                    <a:pt x="1051" y="1"/>
                    <a:pt x="888" y="39"/>
                    <a:pt x="739" y="119"/>
                  </a:cubicBezTo>
                  <a:cubicBezTo>
                    <a:pt x="167" y="425"/>
                    <a:pt x="1" y="1232"/>
                    <a:pt x="370" y="1920"/>
                  </a:cubicBezTo>
                  <a:cubicBezTo>
                    <a:pt x="641" y="2428"/>
                    <a:pt x="1128" y="2731"/>
                    <a:pt x="1595" y="2731"/>
                  </a:cubicBezTo>
                  <a:cubicBezTo>
                    <a:pt x="1760" y="2731"/>
                    <a:pt x="1922" y="2693"/>
                    <a:pt x="2072" y="2613"/>
                  </a:cubicBezTo>
                  <a:cubicBezTo>
                    <a:pt x="2644" y="2307"/>
                    <a:pt x="2810" y="1502"/>
                    <a:pt x="2441" y="813"/>
                  </a:cubicBezTo>
                  <a:cubicBezTo>
                    <a:pt x="2170" y="304"/>
                    <a:pt x="1683" y="1"/>
                    <a:pt x="12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2"/>
            <p:cNvSpPr/>
            <p:nvPr/>
          </p:nvSpPr>
          <p:spPr>
            <a:xfrm>
              <a:off x="849175" y="3017125"/>
              <a:ext cx="51300" cy="49925"/>
            </a:xfrm>
            <a:custGeom>
              <a:rect b="b" l="l" r="r" t="t"/>
              <a:pathLst>
                <a:path extrusionOk="0" h="1997" w="2052">
                  <a:moveTo>
                    <a:pt x="886" y="1"/>
                  </a:moveTo>
                  <a:cubicBezTo>
                    <a:pt x="766" y="1"/>
                    <a:pt x="648" y="28"/>
                    <a:pt x="540" y="85"/>
                  </a:cubicBezTo>
                  <a:cubicBezTo>
                    <a:pt x="121" y="309"/>
                    <a:pt x="1" y="899"/>
                    <a:pt x="270" y="1403"/>
                  </a:cubicBezTo>
                  <a:cubicBezTo>
                    <a:pt x="467" y="1775"/>
                    <a:pt x="823" y="1996"/>
                    <a:pt x="1165" y="1996"/>
                  </a:cubicBezTo>
                  <a:cubicBezTo>
                    <a:pt x="1285" y="1996"/>
                    <a:pt x="1404" y="1969"/>
                    <a:pt x="1514" y="1910"/>
                  </a:cubicBezTo>
                  <a:cubicBezTo>
                    <a:pt x="1932" y="1689"/>
                    <a:pt x="2052" y="1099"/>
                    <a:pt x="1784" y="595"/>
                  </a:cubicBezTo>
                  <a:cubicBezTo>
                    <a:pt x="1585" y="222"/>
                    <a:pt x="1228" y="1"/>
                    <a:pt x="8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2"/>
            <p:cNvSpPr/>
            <p:nvPr/>
          </p:nvSpPr>
          <p:spPr>
            <a:xfrm>
              <a:off x="787975" y="2648625"/>
              <a:ext cx="47650" cy="20825"/>
            </a:xfrm>
            <a:custGeom>
              <a:rect b="b" l="l" r="r" t="t"/>
              <a:pathLst>
                <a:path extrusionOk="0" h="833" w="1906">
                  <a:moveTo>
                    <a:pt x="1905" y="0"/>
                  </a:moveTo>
                  <a:cubicBezTo>
                    <a:pt x="1523" y="72"/>
                    <a:pt x="754" y="232"/>
                    <a:pt x="150" y="458"/>
                  </a:cubicBezTo>
                  <a:cubicBezTo>
                    <a:pt x="50" y="495"/>
                    <a:pt x="0" y="605"/>
                    <a:pt x="36" y="705"/>
                  </a:cubicBezTo>
                  <a:cubicBezTo>
                    <a:pt x="65" y="784"/>
                    <a:pt x="139" y="832"/>
                    <a:pt x="220" y="832"/>
                  </a:cubicBezTo>
                  <a:cubicBezTo>
                    <a:pt x="227" y="832"/>
                    <a:pt x="234" y="832"/>
                    <a:pt x="242" y="831"/>
                  </a:cubicBezTo>
                  <a:cubicBezTo>
                    <a:pt x="253" y="830"/>
                    <a:pt x="271" y="825"/>
                    <a:pt x="282" y="820"/>
                  </a:cubicBezTo>
                  <a:cubicBezTo>
                    <a:pt x="810" y="624"/>
                    <a:pt x="1489" y="475"/>
                    <a:pt x="1882" y="398"/>
                  </a:cubicBezTo>
                  <a:cubicBezTo>
                    <a:pt x="1880" y="376"/>
                    <a:pt x="1877" y="355"/>
                    <a:pt x="1875" y="333"/>
                  </a:cubicBezTo>
                  <a:lnTo>
                    <a:pt x="1862" y="219"/>
                  </a:lnTo>
                  <a:lnTo>
                    <a:pt x="1868" y="190"/>
                  </a:lnTo>
                  <a:cubicBezTo>
                    <a:pt x="1881" y="129"/>
                    <a:pt x="1891" y="67"/>
                    <a:pt x="190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2"/>
            <p:cNvSpPr/>
            <p:nvPr/>
          </p:nvSpPr>
          <p:spPr>
            <a:xfrm>
              <a:off x="729150" y="2167425"/>
              <a:ext cx="252850" cy="351850"/>
            </a:xfrm>
            <a:custGeom>
              <a:rect b="b" l="l" r="r" t="t"/>
              <a:pathLst>
                <a:path extrusionOk="0" h="14074" w="10114">
                  <a:moveTo>
                    <a:pt x="6316" y="1"/>
                  </a:moveTo>
                  <a:cubicBezTo>
                    <a:pt x="6316" y="1"/>
                    <a:pt x="2807" y="2903"/>
                    <a:pt x="347" y="9070"/>
                  </a:cubicBezTo>
                  <a:cubicBezTo>
                    <a:pt x="229" y="9367"/>
                    <a:pt x="114" y="9670"/>
                    <a:pt x="1" y="9982"/>
                  </a:cubicBezTo>
                  <a:cubicBezTo>
                    <a:pt x="1" y="9982"/>
                    <a:pt x="524" y="10764"/>
                    <a:pt x="1494" y="11647"/>
                  </a:cubicBezTo>
                  <a:cubicBezTo>
                    <a:pt x="2512" y="12571"/>
                    <a:pt x="4019" y="13602"/>
                    <a:pt x="5930" y="13951"/>
                  </a:cubicBezTo>
                  <a:cubicBezTo>
                    <a:pt x="6365" y="14030"/>
                    <a:pt x="6820" y="14074"/>
                    <a:pt x="7294" y="14074"/>
                  </a:cubicBezTo>
                  <a:cubicBezTo>
                    <a:pt x="7343" y="14074"/>
                    <a:pt x="7392" y="14073"/>
                    <a:pt x="7440" y="14072"/>
                  </a:cubicBezTo>
                  <a:lnTo>
                    <a:pt x="7761" y="13257"/>
                  </a:lnTo>
                  <a:lnTo>
                    <a:pt x="10051" y="7439"/>
                  </a:lnTo>
                  <a:cubicBezTo>
                    <a:pt x="10051" y="7439"/>
                    <a:pt x="10113" y="6136"/>
                    <a:pt x="9777" y="4600"/>
                  </a:cubicBezTo>
                  <a:cubicBezTo>
                    <a:pt x="9404" y="2906"/>
                    <a:pt x="8542" y="929"/>
                    <a:pt x="6574" y="101"/>
                  </a:cubicBezTo>
                  <a:cubicBezTo>
                    <a:pt x="6489" y="65"/>
                    <a:pt x="6404" y="31"/>
                    <a:pt x="63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2"/>
            <p:cNvSpPr/>
            <p:nvPr/>
          </p:nvSpPr>
          <p:spPr>
            <a:xfrm>
              <a:off x="1319100" y="2169975"/>
              <a:ext cx="253600" cy="932600"/>
            </a:xfrm>
            <a:custGeom>
              <a:rect b="b" l="l" r="r" t="t"/>
              <a:pathLst>
                <a:path extrusionOk="0" h="37304" w="10144">
                  <a:moveTo>
                    <a:pt x="3203" y="1"/>
                  </a:moveTo>
                  <a:cubicBezTo>
                    <a:pt x="1233" y="827"/>
                    <a:pt x="372" y="2807"/>
                    <a:pt x="1" y="4498"/>
                  </a:cubicBezTo>
                  <a:lnTo>
                    <a:pt x="435" y="5488"/>
                  </a:lnTo>
                  <a:cubicBezTo>
                    <a:pt x="729" y="6160"/>
                    <a:pt x="1017" y="6834"/>
                    <a:pt x="1305" y="7509"/>
                  </a:cubicBezTo>
                  <a:cubicBezTo>
                    <a:pt x="1770" y="8602"/>
                    <a:pt x="2225" y="9700"/>
                    <a:pt x="2664" y="10798"/>
                  </a:cubicBezTo>
                  <a:cubicBezTo>
                    <a:pt x="2767" y="11059"/>
                    <a:pt x="2870" y="11316"/>
                    <a:pt x="2971" y="11575"/>
                  </a:cubicBezTo>
                  <a:cubicBezTo>
                    <a:pt x="3013" y="11681"/>
                    <a:pt x="3055" y="11785"/>
                    <a:pt x="3097" y="11891"/>
                  </a:cubicBezTo>
                  <a:cubicBezTo>
                    <a:pt x="3353" y="12546"/>
                    <a:pt x="3603" y="13198"/>
                    <a:pt x="3844" y="13850"/>
                  </a:cubicBezTo>
                  <a:cubicBezTo>
                    <a:pt x="3934" y="14088"/>
                    <a:pt x="4019" y="14328"/>
                    <a:pt x="4105" y="14565"/>
                  </a:cubicBezTo>
                  <a:cubicBezTo>
                    <a:pt x="4178" y="14767"/>
                    <a:pt x="4248" y="14967"/>
                    <a:pt x="4320" y="15167"/>
                  </a:cubicBezTo>
                  <a:cubicBezTo>
                    <a:pt x="4377" y="15329"/>
                    <a:pt x="4430" y="15489"/>
                    <a:pt x="4486" y="15649"/>
                  </a:cubicBezTo>
                  <a:cubicBezTo>
                    <a:pt x="4719" y="16324"/>
                    <a:pt x="4940" y="17002"/>
                    <a:pt x="5131" y="17666"/>
                  </a:cubicBezTo>
                  <a:cubicBezTo>
                    <a:pt x="5228" y="17998"/>
                    <a:pt x="5319" y="18327"/>
                    <a:pt x="5398" y="18646"/>
                  </a:cubicBezTo>
                  <a:lnTo>
                    <a:pt x="5428" y="18764"/>
                  </a:lnTo>
                  <a:lnTo>
                    <a:pt x="5455" y="18882"/>
                  </a:lnTo>
                  <a:lnTo>
                    <a:pt x="5507" y="19115"/>
                  </a:lnTo>
                  <a:cubicBezTo>
                    <a:pt x="5508" y="19126"/>
                    <a:pt x="5514" y="19136"/>
                    <a:pt x="5515" y="19148"/>
                  </a:cubicBezTo>
                  <a:cubicBezTo>
                    <a:pt x="5531" y="19213"/>
                    <a:pt x="5541" y="19276"/>
                    <a:pt x="5553" y="19339"/>
                  </a:cubicBezTo>
                  <a:lnTo>
                    <a:pt x="5558" y="19365"/>
                  </a:lnTo>
                  <a:lnTo>
                    <a:pt x="5545" y="19479"/>
                  </a:lnTo>
                  <a:cubicBezTo>
                    <a:pt x="5544" y="19501"/>
                    <a:pt x="5543" y="19522"/>
                    <a:pt x="5538" y="19544"/>
                  </a:cubicBezTo>
                  <a:cubicBezTo>
                    <a:pt x="5524" y="19683"/>
                    <a:pt x="5507" y="19823"/>
                    <a:pt x="5491" y="19963"/>
                  </a:cubicBezTo>
                  <a:cubicBezTo>
                    <a:pt x="5445" y="20290"/>
                    <a:pt x="5402" y="20619"/>
                    <a:pt x="5350" y="20950"/>
                  </a:cubicBezTo>
                  <a:cubicBezTo>
                    <a:pt x="5249" y="21610"/>
                    <a:pt x="5125" y="22280"/>
                    <a:pt x="4995" y="22946"/>
                  </a:cubicBezTo>
                  <a:cubicBezTo>
                    <a:pt x="4729" y="24282"/>
                    <a:pt x="4408" y="25618"/>
                    <a:pt x="4061" y="26948"/>
                  </a:cubicBezTo>
                  <a:lnTo>
                    <a:pt x="3791" y="27943"/>
                  </a:lnTo>
                  <a:cubicBezTo>
                    <a:pt x="3699" y="28275"/>
                    <a:pt x="3598" y="28607"/>
                    <a:pt x="3503" y="28937"/>
                  </a:cubicBezTo>
                  <a:cubicBezTo>
                    <a:pt x="3314" y="29601"/>
                    <a:pt x="3103" y="30259"/>
                    <a:pt x="2895" y="30919"/>
                  </a:cubicBezTo>
                  <a:cubicBezTo>
                    <a:pt x="2795" y="31248"/>
                    <a:pt x="2681" y="31576"/>
                    <a:pt x="2571" y="31905"/>
                  </a:cubicBezTo>
                  <a:lnTo>
                    <a:pt x="2240" y="32887"/>
                  </a:lnTo>
                  <a:cubicBezTo>
                    <a:pt x="2011" y="33542"/>
                    <a:pt x="1773" y="34192"/>
                    <a:pt x="1538" y="34845"/>
                  </a:cubicBezTo>
                  <a:lnTo>
                    <a:pt x="1524" y="34888"/>
                  </a:lnTo>
                  <a:cubicBezTo>
                    <a:pt x="1188" y="35826"/>
                    <a:pt x="1675" y="36862"/>
                    <a:pt x="2618" y="37198"/>
                  </a:cubicBezTo>
                  <a:cubicBezTo>
                    <a:pt x="2817" y="37269"/>
                    <a:pt x="3022" y="37303"/>
                    <a:pt x="3223" y="37303"/>
                  </a:cubicBezTo>
                  <a:cubicBezTo>
                    <a:pt x="3932" y="37303"/>
                    <a:pt x="4602" y="36881"/>
                    <a:pt x="4890" y="36198"/>
                  </a:cubicBezTo>
                  <a:cubicBezTo>
                    <a:pt x="5171" y="35536"/>
                    <a:pt x="5455" y="34874"/>
                    <a:pt x="5731" y="34209"/>
                  </a:cubicBezTo>
                  <a:lnTo>
                    <a:pt x="6132" y="33205"/>
                  </a:lnTo>
                  <a:cubicBezTo>
                    <a:pt x="6266" y="32870"/>
                    <a:pt x="6401" y="32536"/>
                    <a:pt x="6528" y="32198"/>
                  </a:cubicBezTo>
                  <a:cubicBezTo>
                    <a:pt x="6781" y="31522"/>
                    <a:pt x="7040" y="30848"/>
                    <a:pt x="7279" y="30163"/>
                  </a:cubicBezTo>
                  <a:cubicBezTo>
                    <a:pt x="7398" y="29822"/>
                    <a:pt x="7523" y="29484"/>
                    <a:pt x="7638" y="29139"/>
                  </a:cubicBezTo>
                  <a:lnTo>
                    <a:pt x="7981" y="28106"/>
                  </a:lnTo>
                  <a:cubicBezTo>
                    <a:pt x="8427" y="26726"/>
                    <a:pt x="8845" y="25332"/>
                    <a:pt x="9211" y="23910"/>
                  </a:cubicBezTo>
                  <a:cubicBezTo>
                    <a:pt x="9391" y="23198"/>
                    <a:pt x="9564" y="22486"/>
                    <a:pt x="9719" y="21758"/>
                  </a:cubicBezTo>
                  <a:cubicBezTo>
                    <a:pt x="9797" y="21396"/>
                    <a:pt x="9869" y="21027"/>
                    <a:pt x="9939" y="20656"/>
                  </a:cubicBezTo>
                  <a:cubicBezTo>
                    <a:pt x="9972" y="20466"/>
                    <a:pt x="10008" y="20285"/>
                    <a:pt x="10039" y="20090"/>
                  </a:cubicBezTo>
                  <a:lnTo>
                    <a:pt x="10083" y="19798"/>
                  </a:lnTo>
                  <a:lnTo>
                    <a:pt x="10105" y="19644"/>
                  </a:lnTo>
                  <a:lnTo>
                    <a:pt x="10115" y="19565"/>
                  </a:lnTo>
                  <a:lnTo>
                    <a:pt x="10126" y="19468"/>
                  </a:lnTo>
                  <a:cubicBezTo>
                    <a:pt x="10143" y="19319"/>
                    <a:pt x="10143" y="19175"/>
                    <a:pt x="10128" y="19032"/>
                  </a:cubicBezTo>
                  <a:lnTo>
                    <a:pt x="10119" y="18957"/>
                  </a:lnTo>
                  <a:lnTo>
                    <a:pt x="10076" y="18626"/>
                  </a:lnTo>
                  <a:cubicBezTo>
                    <a:pt x="10062" y="18514"/>
                    <a:pt x="10049" y="18401"/>
                    <a:pt x="10032" y="18300"/>
                  </a:cubicBezTo>
                  <a:lnTo>
                    <a:pt x="9953" y="17828"/>
                  </a:lnTo>
                  <a:lnTo>
                    <a:pt x="9922" y="17676"/>
                  </a:lnTo>
                  <a:cubicBezTo>
                    <a:pt x="9846" y="17268"/>
                    <a:pt x="9762" y="16875"/>
                    <a:pt x="9672" y="16488"/>
                  </a:cubicBezTo>
                  <a:cubicBezTo>
                    <a:pt x="9493" y="15711"/>
                    <a:pt x="9293" y="14963"/>
                    <a:pt x="9084" y="14219"/>
                  </a:cubicBezTo>
                  <a:cubicBezTo>
                    <a:pt x="8916" y="13623"/>
                    <a:pt x="8742" y="13035"/>
                    <a:pt x="8563" y="12450"/>
                  </a:cubicBezTo>
                  <a:lnTo>
                    <a:pt x="8560" y="12439"/>
                  </a:lnTo>
                  <a:cubicBezTo>
                    <a:pt x="8490" y="12214"/>
                    <a:pt x="8423" y="11993"/>
                    <a:pt x="8353" y="11774"/>
                  </a:cubicBezTo>
                  <a:lnTo>
                    <a:pt x="7480" y="9099"/>
                  </a:lnTo>
                  <a:cubicBezTo>
                    <a:pt x="7081" y="7917"/>
                    <a:pt x="6672" y="6742"/>
                    <a:pt x="6251" y="5571"/>
                  </a:cubicBezTo>
                  <a:cubicBezTo>
                    <a:pt x="5995" y="4863"/>
                    <a:pt x="5737" y="4158"/>
                    <a:pt x="5474" y="3452"/>
                  </a:cubicBezTo>
                  <a:lnTo>
                    <a:pt x="5078" y="2393"/>
                  </a:lnTo>
                  <a:lnTo>
                    <a:pt x="4436" y="1619"/>
                  </a:lnTo>
                  <a:cubicBezTo>
                    <a:pt x="4180" y="949"/>
                    <a:pt x="3742" y="369"/>
                    <a:pt x="3203"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2"/>
            <p:cNvSpPr/>
            <p:nvPr/>
          </p:nvSpPr>
          <p:spPr>
            <a:xfrm>
              <a:off x="1278625" y="3042025"/>
              <a:ext cx="179275" cy="251825"/>
            </a:xfrm>
            <a:custGeom>
              <a:rect b="b" l="l" r="r" t="t"/>
              <a:pathLst>
                <a:path extrusionOk="0" h="10073" w="7171">
                  <a:moveTo>
                    <a:pt x="3413" y="0"/>
                  </a:moveTo>
                  <a:cubicBezTo>
                    <a:pt x="3413" y="0"/>
                    <a:pt x="1498" y="1486"/>
                    <a:pt x="1098" y="2459"/>
                  </a:cubicBezTo>
                  <a:cubicBezTo>
                    <a:pt x="743" y="3318"/>
                    <a:pt x="1" y="4851"/>
                    <a:pt x="420" y="4851"/>
                  </a:cubicBezTo>
                  <a:cubicBezTo>
                    <a:pt x="476" y="4851"/>
                    <a:pt x="552" y="4825"/>
                    <a:pt x="651" y="4766"/>
                  </a:cubicBezTo>
                  <a:cubicBezTo>
                    <a:pt x="763" y="4699"/>
                    <a:pt x="1131" y="4284"/>
                    <a:pt x="1462" y="3789"/>
                  </a:cubicBezTo>
                  <a:cubicBezTo>
                    <a:pt x="1755" y="3347"/>
                    <a:pt x="1954" y="3128"/>
                    <a:pt x="2138" y="3128"/>
                  </a:cubicBezTo>
                  <a:cubicBezTo>
                    <a:pt x="2161" y="3128"/>
                    <a:pt x="2183" y="3131"/>
                    <a:pt x="2206" y="3138"/>
                  </a:cubicBezTo>
                  <a:cubicBezTo>
                    <a:pt x="2614" y="3261"/>
                    <a:pt x="1951" y="5223"/>
                    <a:pt x="1844" y="6126"/>
                  </a:cubicBezTo>
                  <a:cubicBezTo>
                    <a:pt x="1737" y="7028"/>
                    <a:pt x="1266" y="8807"/>
                    <a:pt x="1771" y="9244"/>
                  </a:cubicBezTo>
                  <a:cubicBezTo>
                    <a:pt x="1820" y="9286"/>
                    <a:pt x="1866" y="9305"/>
                    <a:pt x="1910" y="9305"/>
                  </a:cubicBezTo>
                  <a:cubicBezTo>
                    <a:pt x="2321" y="9305"/>
                    <a:pt x="2545" y="7616"/>
                    <a:pt x="2747" y="6878"/>
                  </a:cubicBezTo>
                  <a:cubicBezTo>
                    <a:pt x="2959" y="6105"/>
                    <a:pt x="3000" y="5599"/>
                    <a:pt x="3129" y="5599"/>
                  </a:cubicBezTo>
                  <a:cubicBezTo>
                    <a:pt x="3136" y="5599"/>
                    <a:pt x="3143" y="5601"/>
                    <a:pt x="3151" y="5604"/>
                  </a:cubicBezTo>
                  <a:cubicBezTo>
                    <a:pt x="3297" y="5664"/>
                    <a:pt x="2143" y="9282"/>
                    <a:pt x="2702" y="9997"/>
                  </a:cubicBezTo>
                  <a:cubicBezTo>
                    <a:pt x="2743" y="10049"/>
                    <a:pt x="2784" y="10073"/>
                    <a:pt x="2827" y="10073"/>
                  </a:cubicBezTo>
                  <a:cubicBezTo>
                    <a:pt x="3378" y="10073"/>
                    <a:pt x="4118" y="6124"/>
                    <a:pt x="4377" y="5940"/>
                  </a:cubicBezTo>
                  <a:cubicBezTo>
                    <a:pt x="4385" y="5934"/>
                    <a:pt x="4392" y="5932"/>
                    <a:pt x="4398" y="5932"/>
                  </a:cubicBezTo>
                  <a:cubicBezTo>
                    <a:pt x="4596" y="5932"/>
                    <a:pt x="3542" y="9112"/>
                    <a:pt x="3682" y="9640"/>
                  </a:cubicBezTo>
                  <a:cubicBezTo>
                    <a:pt x="3699" y="9705"/>
                    <a:pt x="3727" y="9735"/>
                    <a:pt x="3764" y="9735"/>
                  </a:cubicBezTo>
                  <a:cubicBezTo>
                    <a:pt x="4035" y="9735"/>
                    <a:pt x="4783" y="8095"/>
                    <a:pt x="5299" y="6482"/>
                  </a:cubicBezTo>
                  <a:cubicBezTo>
                    <a:pt x="5299" y="6482"/>
                    <a:pt x="5338" y="6462"/>
                    <a:pt x="5377" y="6462"/>
                  </a:cubicBezTo>
                  <a:cubicBezTo>
                    <a:pt x="5434" y="6462"/>
                    <a:pt x="5492" y="6505"/>
                    <a:pt x="5431" y="6715"/>
                  </a:cubicBezTo>
                  <a:cubicBezTo>
                    <a:pt x="5327" y="7071"/>
                    <a:pt x="4826" y="8394"/>
                    <a:pt x="4966" y="8925"/>
                  </a:cubicBezTo>
                  <a:cubicBezTo>
                    <a:pt x="4978" y="8968"/>
                    <a:pt x="4996" y="8988"/>
                    <a:pt x="5020" y="8988"/>
                  </a:cubicBezTo>
                  <a:cubicBezTo>
                    <a:pt x="5299" y="8988"/>
                    <a:pt x="6367" y="6352"/>
                    <a:pt x="6751" y="4663"/>
                  </a:cubicBezTo>
                  <a:cubicBezTo>
                    <a:pt x="7170" y="2825"/>
                    <a:pt x="6428" y="963"/>
                    <a:pt x="6428" y="963"/>
                  </a:cubicBezTo>
                  <a:cubicBezTo>
                    <a:pt x="6428" y="963"/>
                    <a:pt x="4496" y="866"/>
                    <a:pt x="3413"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2"/>
            <p:cNvSpPr/>
            <p:nvPr/>
          </p:nvSpPr>
          <p:spPr>
            <a:xfrm>
              <a:off x="1456925" y="2648625"/>
              <a:ext cx="47650" cy="20825"/>
            </a:xfrm>
            <a:custGeom>
              <a:rect b="b" l="l" r="r" t="t"/>
              <a:pathLst>
                <a:path extrusionOk="0" h="833" w="1906">
                  <a:moveTo>
                    <a:pt x="1" y="0"/>
                  </a:moveTo>
                  <a:cubicBezTo>
                    <a:pt x="15" y="67"/>
                    <a:pt x="25" y="129"/>
                    <a:pt x="38" y="190"/>
                  </a:cubicBezTo>
                  <a:lnTo>
                    <a:pt x="44" y="219"/>
                  </a:lnTo>
                  <a:lnTo>
                    <a:pt x="31" y="333"/>
                  </a:lnTo>
                  <a:cubicBezTo>
                    <a:pt x="30" y="355"/>
                    <a:pt x="27" y="376"/>
                    <a:pt x="24" y="398"/>
                  </a:cubicBezTo>
                  <a:cubicBezTo>
                    <a:pt x="417" y="475"/>
                    <a:pt x="1096" y="624"/>
                    <a:pt x="1624" y="820"/>
                  </a:cubicBezTo>
                  <a:cubicBezTo>
                    <a:pt x="1636" y="825"/>
                    <a:pt x="1653" y="830"/>
                    <a:pt x="1666" y="831"/>
                  </a:cubicBezTo>
                  <a:cubicBezTo>
                    <a:pt x="1673" y="832"/>
                    <a:pt x="1680" y="832"/>
                    <a:pt x="1688" y="832"/>
                  </a:cubicBezTo>
                  <a:cubicBezTo>
                    <a:pt x="1767" y="832"/>
                    <a:pt x="1841" y="784"/>
                    <a:pt x="1870" y="705"/>
                  </a:cubicBezTo>
                  <a:cubicBezTo>
                    <a:pt x="1906" y="605"/>
                    <a:pt x="1856" y="495"/>
                    <a:pt x="1756" y="458"/>
                  </a:cubicBezTo>
                  <a:cubicBezTo>
                    <a:pt x="1152" y="232"/>
                    <a:pt x="383" y="72"/>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2"/>
            <p:cNvSpPr/>
            <p:nvPr/>
          </p:nvSpPr>
          <p:spPr>
            <a:xfrm>
              <a:off x="1385675" y="2397475"/>
              <a:ext cx="142250" cy="136650"/>
            </a:xfrm>
            <a:custGeom>
              <a:rect b="b" l="l" r="r" t="t"/>
              <a:pathLst>
                <a:path extrusionOk="0" h="5466" w="5690">
                  <a:moveTo>
                    <a:pt x="4819" y="1"/>
                  </a:moveTo>
                  <a:lnTo>
                    <a:pt x="1" y="1698"/>
                  </a:lnTo>
                  <a:cubicBezTo>
                    <a:pt x="104" y="1959"/>
                    <a:pt x="207" y="2216"/>
                    <a:pt x="308" y="2475"/>
                  </a:cubicBezTo>
                  <a:cubicBezTo>
                    <a:pt x="350" y="2581"/>
                    <a:pt x="392" y="2685"/>
                    <a:pt x="434" y="2791"/>
                  </a:cubicBezTo>
                  <a:cubicBezTo>
                    <a:pt x="690" y="3446"/>
                    <a:pt x="940" y="4098"/>
                    <a:pt x="1181" y="4750"/>
                  </a:cubicBezTo>
                  <a:cubicBezTo>
                    <a:pt x="1271" y="4988"/>
                    <a:pt x="1356" y="5228"/>
                    <a:pt x="1442" y="5465"/>
                  </a:cubicBezTo>
                  <a:cubicBezTo>
                    <a:pt x="3426" y="4986"/>
                    <a:pt x="4998" y="3801"/>
                    <a:pt x="5690" y="2675"/>
                  </a:cubicBezTo>
                  <a:lnTo>
                    <a:pt x="481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2"/>
            <p:cNvSpPr/>
            <p:nvPr/>
          </p:nvSpPr>
          <p:spPr>
            <a:xfrm>
              <a:off x="1312100" y="2153375"/>
              <a:ext cx="251300" cy="365900"/>
            </a:xfrm>
            <a:custGeom>
              <a:rect b="b" l="l" r="r" t="t"/>
              <a:pathLst>
                <a:path extrusionOk="0" h="14636" w="10052">
                  <a:moveTo>
                    <a:pt x="3320" y="1"/>
                  </a:moveTo>
                  <a:cubicBezTo>
                    <a:pt x="3233" y="32"/>
                    <a:pt x="2206" y="589"/>
                    <a:pt x="1882" y="879"/>
                  </a:cubicBezTo>
                  <a:cubicBezTo>
                    <a:pt x="291" y="2305"/>
                    <a:pt x="2" y="4366"/>
                    <a:pt x="0" y="5144"/>
                  </a:cubicBezTo>
                  <a:cubicBezTo>
                    <a:pt x="2" y="6717"/>
                    <a:pt x="2" y="8001"/>
                    <a:pt x="2" y="8001"/>
                  </a:cubicBezTo>
                  <a:lnTo>
                    <a:pt x="2291" y="13819"/>
                  </a:lnTo>
                  <a:lnTo>
                    <a:pt x="2612" y="14634"/>
                  </a:lnTo>
                  <a:cubicBezTo>
                    <a:pt x="2661" y="14635"/>
                    <a:pt x="2710" y="14636"/>
                    <a:pt x="2758" y="14636"/>
                  </a:cubicBezTo>
                  <a:cubicBezTo>
                    <a:pt x="3233" y="14636"/>
                    <a:pt x="3688" y="14592"/>
                    <a:pt x="4122" y="14513"/>
                  </a:cubicBezTo>
                  <a:cubicBezTo>
                    <a:pt x="6033" y="14164"/>
                    <a:pt x="7540" y="13133"/>
                    <a:pt x="8560" y="12209"/>
                  </a:cubicBezTo>
                  <a:cubicBezTo>
                    <a:pt x="9528" y="11326"/>
                    <a:pt x="10052" y="10544"/>
                    <a:pt x="10052" y="10544"/>
                  </a:cubicBezTo>
                  <a:cubicBezTo>
                    <a:pt x="9940" y="10232"/>
                    <a:pt x="9823" y="9929"/>
                    <a:pt x="9706" y="9632"/>
                  </a:cubicBezTo>
                  <a:cubicBezTo>
                    <a:pt x="7246" y="3465"/>
                    <a:pt x="3320" y="1"/>
                    <a:pt x="33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2"/>
            <p:cNvSpPr/>
            <p:nvPr/>
          </p:nvSpPr>
          <p:spPr>
            <a:xfrm>
              <a:off x="1133175" y="1786550"/>
              <a:ext cx="40275" cy="95651"/>
            </a:xfrm>
            <a:custGeom>
              <a:rect b="b" l="l" r="r" t="t"/>
              <a:pathLst>
                <a:path extrusionOk="0" h="2805" w="1181">
                  <a:moveTo>
                    <a:pt x="590" y="1"/>
                  </a:moveTo>
                  <a:cubicBezTo>
                    <a:pt x="265" y="1"/>
                    <a:pt x="1" y="1220"/>
                    <a:pt x="1" y="1993"/>
                  </a:cubicBezTo>
                  <a:cubicBezTo>
                    <a:pt x="1" y="2767"/>
                    <a:pt x="265" y="2804"/>
                    <a:pt x="590" y="2804"/>
                  </a:cubicBezTo>
                  <a:cubicBezTo>
                    <a:pt x="916" y="2804"/>
                    <a:pt x="1181" y="2767"/>
                    <a:pt x="1181" y="1993"/>
                  </a:cubicBezTo>
                  <a:cubicBezTo>
                    <a:pt x="1181" y="1220"/>
                    <a:pt x="916" y="1"/>
                    <a:pt x="590" y="1"/>
                  </a:cubicBezTo>
                  <a:close/>
                </a:path>
              </a:pathLst>
            </a:custGeom>
            <a:solidFill>
              <a:srgbClr val="F370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6" name="Google Shape;7126;p72"/>
          <p:cNvGrpSpPr/>
          <p:nvPr/>
        </p:nvGrpSpPr>
        <p:grpSpPr>
          <a:xfrm>
            <a:off x="1875325" y="1434500"/>
            <a:ext cx="1006710" cy="3168999"/>
            <a:chOff x="1875325" y="1434500"/>
            <a:chExt cx="1006710" cy="3168999"/>
          </a:xfrm>
        </p:grpSpPr>
        <p:sp>
          <p:nvSpPr>
            <p:cNvPr id="7127" name="Google Shape;7127;p72"/>
            <p:cNvSpPr/>
            <p:nvPr/>
          </p:nvSpPr>
          <p:spPr>
            <a:xfrm>
              <a:off x="2529561" y="4358388"/>
              <a:ext cx="93875" cy="117712"/>
            </a:xfrm>
            <a:custGeom>
              <a:rect b="b" l="l" r="r" t="t"/>
              <a:pathLst>
                <a:path extrusionOk="0" h="6400" w="5104">
                  <a:moveTo>
                    <a:pt x="5103" y="75"/>
                  </a:moveTo>
                  <a:lnTo>
                    <a:pt x="5103" y="75"/>
                  </a:lnTo>
                  <a:lnTo>
                    <a:pt x="5103" y="75"/>
                  </a:lnTo>
                  <a:cubicBezTo>
                    <a:pt x="5103" y="75"/>
                    <a:pt x="5103" y="75"/>
                    <a:pt x="5103" y="75"/>
                  </a:cubicBezTo>
                  <a:close/>
                  <a:moveTo>
                    <a:pt x="3398" y="0"/>
                  </a:moveTo>
                  <a:cubicBezTo>
                    <a:pt x="2121" y="0"/>
                    <a:pt x="511" y="139"/>
                    <a:pt x="0" y="790"/>
                  </a:cubicBezTo>
                  <a:lnTo>
                    <a:pt x="615" y="6257"/>
                  </a:lnTo>
                  <a:cubicBezTo>
                    <a:pt x="615" y="6257"/>
                    <a:pt x="1161" y="6399"/>
                    <a:pt x="1961" y="6399"/>
                  </a:cubicBezTo>
                  <a:cubicBezTo>
                    <a:pt x="2833" y="6399"/>
                    <a:pt x="4005" y="6230"/>
                    <a:pt x="5103" y="5524"/>
                  </a:cubicBezTo>
                  <a:lnTo>
                    <a:pt x="5103" y="75"/>
                  </a:lnTo>
                  <a:lnTo>
                    <a:pt x="5103" y="75"/>
                  </a:lnTo>
                  <a:cubicBezTo>
                    <a:pt x="5103" y="75"/>
                    <a:pt x="5103" y="75"/>
                    <a:pt x="5103" y="75"/>
                  </a:cubicBezTo>
                  <a:cubicBezTo>
                    <a:pt x="5098" y="75"/>
                    <a:pt x="4339" y="0"/>
                    <a:pt x="3398"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2"/>
            <p:cNvSpPr/>
            <p:nvPr/>
          </p:nvSpPr>
          <p:spPr>
            <a:xfrm>
              <a:off x="2386773" y="2818502"/>
              <a:ext cx="269450" cy="1553762"/>
            </a:xfrm>
            <a:custGeom>
              <a:rect b="b" l="l" r="r" t="t"/>
              <a:pathLst>
                <a:path extrusionOk="0" h="84478" w="14650">
                  <a:moveTo>
                    <a:pt x="14650" y="1"/>
                  </a:moveTo>
                  <a:lnTo>
                    <a:pt x="0" y="491"/>
                  </a:lnTo>
                  <a:cubicBezTo>
                    <a:pt x="672" y="19893"/>
                    <a:pt x="1460" y="37936"/>
                    <a:pt x="4813" y="50796"/>
                  </a:cubicBezTo>
                  <a:cubicBezTo>
                    <a:pt x="2489" y="58292"/>
                    <a:pt x="7030" y="84478"/>
                    <a:pt x="7030" y="84478"/>
                  </a:cubicBezTo>
                  <a:lnTo>
                    <a:pt x="13500" y="84099"/>
                  </a:lnTo>
                  <a:lnTo>
                    <a:pt x="13651" y="55114"/>
                  </a:lnTo>
                  <a:lnTo>
                    <a:pt x="1465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2"/>
            <p:cNvSpPr/>
            <p:nvPr/>
          </p:nvSpPr>
          <p:spPr>
            <a:xfrm>
              <a:off x="2422181" y="2971775"/>
              <a:ext cx="125584" cy="1398897"/>
            </a:xfrm>
            <a:custGeom>
              <a:rect b="b" l="l" r="r" t="t"/>
              <a:pathLst>
                <a:path extrusionOk="0" h="76058" w="6828">
                  <a:moveTo>
                    <a:pt x="334" y="0"/>
                  </a:moveTo>
                  <a:cubicBezTo>
                    <a:pt x="327" y="0"/>
                    <a:pt x="319" y="1"/>
                    <a:pt x="312" y="1"/>
                  </a:cubicBezTo>
                  <a:cubicBezTo>
                    <a:pt x="136" y="8"/>
                    <a:pt x="0" y="156"/>
                    <a:pt x="7" y="330"/>
                  </a:cubicBezTo>
                  <a:cubicBezTo>
                    <a:pt x="19" y="613"/>
                    <a:pt x="1144" y="28580"/>
                    <a:pt x="4198" y="42054"/>
                  </a:cubicBezTo>
                  <a:cubicBezTo>
                    <a:pt x="4109" y="42851"/>
                    <a:pt x="3105" y="52137"/>
                    <a:pt x="3993" y="58195"/>
                  </a:cubicBezTo>
                  <a:cubicBezTo>
                    <a:pt x="4907" y="64452"/>
                    <a:pt x="6167" y="75663"/>
                    <a:pt x="6179" y="75776"/>
                  </a:cubicBezTo>
                  <a:cubicBezTo>
                    <a:pt x="6197" y="75938"/>
                    <a:pt x="6334" y="76058"/>
                    <a:pt x="6493" y="76058"/>
                  </a:cubicBezTo>
                  <a:cubicBezTo>
                    <a:pt x="6506" y="76058"/>
                    <a:pt x="6518" y="76058"/>
                    <a:pt x="6529" y="76056"/>
                  </a:cubicBezTo>
                  <a:cubicBezTo>
                    <a:pt x="6703" y="76036"/>
                    <a:pt x="6828" y="75879"/>
                    <a:pt x="6808" y="75706"/>
                  </a:cubicBezTo>
                  <a:cubicBezTo>
                    <a:pt x="6796" y="75593"/>
                    <a:pt x="5536" y="64372"/>
                    <a:pt x="4618" y="58103"/>
                  </a:cubicBezTo>
                  <a:cubicBezTo>
                    <a:pt x="3707" y="51882"/>
                    <a:pt x="4821" y="42168"/>
                    <a:pt x="4833" y="42071"/>
                  </a:cubicBezTo>
                  <a:cubicBezTo>
                    <a:pt x="4839" y="42035"/>
                    <a:pt x="4834" y="42000"/>
                    <a:pt x="4827" y="41964"/>
                  </a:cubicBezTo>
                  <a:cubicBezTo>
                    <a:pt x="1779" y="28569"/>
                    <a:pt x="651" y="586"/>
                    <a:pt x="641" y="306"/>
                  </a:cubicBezTo>
                  <a:cubicBezTo>
                    <a:pt x="634" y="137"/>
                    <a:pt x="501" y="0"/>
                    <a:pt x="3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2"/>
            <p:cNvSpPr/>
            <p:nvPr/>
          </p:nvSpPr>
          <p:spPr>
            <a:xfrm>
              <a:off x="2499470" y="4331570"/>
              <a:ext cx="153651" cy="66691"/>
            </a:xfrm>
            <a:custGeom>
              <a:rect b="b" l="l" r="r" t="t"/>
              <a:pathLst>
                <a:path extrusionOk="0" h="3626" w="8354">
                  <a:moveTo>
                    <a:pt x="162" y="0"/>
                  </a:moveTo>
                  <a:lnTo>
                    <a:pt x="162" y="0"/>
                  </a:lnTo>
                  <a:cubicBezTo>
                    <a:pt x="0" y="1147"/>
                    <a:pt x="200" y="2349"/>
                    <a:pt x="479" y="3486"/>
                  </a:cubicBezTo>
                  <a:lnTo>
                    <a:pt x="7817" y="3626"/>
                  </a:lnTo>
                  <a:cubicBezTo>
                    <a:pt x="8182" y="2477"/>
                    <a:pt x="8354" y="1320"/>
                    <a:pt x="7982" y="127"/>
                  </a:cubicBezTo>
                  <a:lnTo>
                    <a:pt x="16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2"/>
            <p:cNvSpPr/>
            <p:nvPr/>
          </p:nvSpPr>
          <p:spPr>
            <a:xfrm>
              <a:off x="2502118" y="4437646"/>
              <a:ext cx="334762" cy="160622"/>
            </a:xfrm>
            <a:custGeom>
              <a:rect b="b" l="l" r="r" t="t"/>
              <a:pathLst>
                <a:path extrusionOk="0" h="8733" w="18201">
                  <a:moveTo>
                    <a:pt x="6976" y="0"/>
                  </a:moveTo>
                  <a:cubicBezTo>
                    <a:pt x="6465" y="0"/>
                    <a:pt x="6152" y="629"/>
                    <a:pt x="6152" y="629"/>
                  </a:cubicBezTo>
                  <a:cubicBezTo>
                    <a:pt x="6152" y="629"/>
                    <a:pt x="5277" y="446"/>
                    <a:pt x="4231" y="446"/>
                  </a:cubicBezTo>
                  <a:cubicBezTo>
                    <a:pt x="3012" y="446"/>
                    <a:pt x="1559" y="694"/>
                    <a:pt x="986" y="1769"/>
                  </a:cubicBezTo>
                  <a:cubicBezTo>
                    <a:pt x="414" y="2841"/>
                    <a:pt x="1" y="5936"/>
                    <a:pt x="41" y="7541"/>
                  </a:cubicBezTo>
                  <a:cubicBezTo>
                    <a:pt x="58" y="8253"/>
                    <a:pt x="102" y="8732"/>
                    <a:pt x="102" y="8732"/>
                  </a:cubicBezTo>
                  <a:lnTo>
                    <a:pt x="18151" y="8732"/>
                  </a:lnTo>
                  <a:cubicBezTo>
                    <a:pt x="18201" y="8296"/>
                    <a:pt x="18170" y="7901"/>
                    <a:pt x="18071" y="7541"/>
                  </a:cubicBezTo>
                  <a:cubicBezTo>
                    <a:pt x="17078" y="3914"/>
                    <a:pt x="9294" y="3837"/>
                    <a:pt x="8637" y="2138"/>
                  </a:cubicBezTo>
                  <a:cubicBezTo>
                    <a:pt x="7988" y="455"/>
                    <a:pt x="7410" y="0"/>
                    <a:pt x="69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2"/>
            <p:cNvSpPr/>
            <p:nvPr/>
          </p:nvSpPr>
          <p:spPr>
            <a:xfrm>
              <a:off x="2703508" y="4502943"/>
              <a:ext cx="47066" cy="30715"/>
            </a:xfrm>
            <a:custGeom>
              <a:rect b="b" l="l" r="r" t="t"/>
              <a:pathLst>
                <a:path extrusionOk="0" h="1670" w="2559">
                  <a:moveTo>
                    <a:pt x="1587" y="0"/>
                  </a:moveTo>
                  <a:cubicBezTo>
                    <a:pt x="1390" y="0"/>
                    <a:pt x="1175" y="33"/>
                    <a:pt x="963" y="130"/>
                  </a:cubicBezTo>
                  <a:cubicBezTo>
                    <a:pt x="519" y="333"/>
                    <a:pt x="205" y="756"/>
                    <a:pt x="34" y="1388"/>
                  </a:cubicBezTo>
                  <a:cubicBezTo>
                    <a:pt x="1" y="1507"/>
                    <a:pt x="71" y="1630"/>
                    <a:pt x="191" y="1663"/>
                  </a:cubicBezTo>
                  <a:cubicBezTo>
                    <a:pt x="210" y="1667"/>
                    <a:pt x="230" y="1670"/>
                    <a:pt x="250" y="1670"/>
                  </a:cubicBezTo>
                  <a:cubicBezTo>
                    <a:pt x="349" y="1670"/>
                    <a:pt x="440" y="1605"/>
                    <a:pt x="464" y="1507"/>
                  </a:cubicBezTo>
                  <a:cubicBezTo>
                    <a:pt x="599" y="1009"/>
                    <a:pt x="828" y="684"/>
                    <a:pt x="1144" y="537"/>
                  </a:cubicBezTo>
                  <a:cubicBezTo>
                    <a:pt x="1290" y="470"/>
                    <a:pt x="1443" y="446"/>
                    <a:pt x="1586" y="446"/>
                  </a:cubicBezTo>
                  <a:cubicBezTo>
                    <a:pt x="1922" y="446"/>
                    <a:pt x="2202" y="577"/>
                    <a:pt x="2205" y="579"/>
                  </a:cubicBezTo>
                  <a:cubicBezTo>
                    <a:pt x="2236" y="594"/>
                    <a:pt x="2270" y="601"/>
                    <a:pt x="2303" y="601"/>
                  </a:cubicBezTo>
                  <a:cubicBezTo>
                    <a:pt x="2386" y="601"/>
                    <a:pt x="2466" y="555"/>
                    <a:pt x="2504" y="476"/>
                  </a:cubicBezTo>
                  <a:cubicBezTo>
                    <a:pt x="2558" y="364"/>
                    <a:pt x="2511" y="230"/>
                    <a:pt x="2401" y="177"/>
                  </a:cubicBezTo>
                  <a:cubicBezTo>
                    <a:pt x="2380" y="167"/>
                    <a:pt x="2028" y="0"/>
                    <a:pt x="15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2"/>
            <p:cNvSpPr/>
            <p:nvPr/>
          </p:nvSpPr>
          <p:spPr>
            <a:xfrm>
              <a:off x="2683386" y="4494279"/>
              <a:ext cx="47030" cy="30734"/>
            </a:xfrm>
            <a:custGeom>
              <a:rect b="b" l="l" r="r" t="t"/>
              <a:pathLst>
                <a:path extrusionOk="0" h="1671" w="2557">
                  <a:moveTo>
                    <a:pt x="1587" y="1"/>
                  </a:moveTo>
                  <a:cubicBezTo>
                    <a:pt x="1389" y="1"/>
                    <a:pt x="1174" y="35"/>
                    <a:pt x="962" y="131"/>
                  </a:cubicBezTo>
                  <a:cubicBezTo>
                    <a:pt x="519" y="333"/>
                    <a:pt x="205" y="756"/>
                    <a:pt x="34" y="1390"/>
                  </a:cubicBezTo>
                  <a:cubicBezTo>
                    <a:pt x="1" y="1507"/>
                    <a:pt x="71" y="1630"/>
                    <a:pt x="191" y="1663"/>
                  </a:cubicBezTo>
                  <a:cubicBezTo>
                    <a:pt x="211" y="1669"/>
                    <a:pt x="230" y="1670"/>
                    <a:pt x="250" y="1670"/>
                  </a:cubicBezTo>
                  <a:cubicBezTo>
                    <a:pt x="348" y="1670"/>
                    <a:pt x="437" y="1604"/>
                    <a:pt x="463" y="1507"/>
                  </a:cubicBezTo>
                  <a:cubicBezTo>
                    <a:pt x="597" y="1011"/>
                    <a:pt x="825" y="685"/>
                    <a:pt x="1142" y="539"/>
                  </a:cubicBezTo>
                  <a:cubicBezTo>
                    <a:pt x="1289" y="471"/>
                    <a:pt x="1443" y="447"/>
                    <a:pt x="1586" y="447"/>
                  </a:cubicBezTo>
                  <a:cubicBezTo>
                    <a:pt x="1921" y="447"/>
                    <a:pt x="2200" y="577"/>
                    <a:pt x="2203" y="579"/>
                  </a:cubicBezTo>
                  <a:cubicBezTo>
                    <a:pt x="2235" y="594"/>
                    <a:pt x="2268" y="602"/>
                    <a:pt x="2301" y="602"/>
                  </a:cubicBezTo>
                  <a:cubicBezTo>
                    <a:pt x="2384" y="602"/>
                    <a:pt x="2464" y="555"/>
                    <a:pt x="2502" y="476"/>
                  </a:cubicBezTo>
                  <a:cubicBezTo>
                    <a:pt x="2557" y="365"/>
                    <a:pt x="2509" y="232"/>
                    <a:pt x="2399" y="177"/>
                  </a:cubicBezTo>
                  <a:cubicBezTo>
                    <a:pt x="2378" y="167"/>
                    <a:pt x="2027" y="1"/>
                    <a:pt x="158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2"/>
            <p:cNvSpPr/>
            <p:nvPr/>
          </p:nvSpPr>
          <p:spPr>
            <a:xfrm>
              <a:off x="2662712" y="4488761"/>
              <a:ext cx="47048" cy="30715"/>
            </a:xfrm>
            <a:custGeom>
              <a:rect b="b" l="l" r="r" t="t"/>
              <a:pathLst>
                <a:path extrusionOk="0" h="1670" w="2558">
                  <a:moveTo>
                    <a:pt x="1588" y="1"/>
                  </a:moveTo>
                  <a:cubicBezTo>
                    <a:pt x="1391" y="1"/>
                    <a:pt x="1175" y="34"/>
                    <a:pt x="963" y="131"/>
                  </a:cubicBezTo>
                  <a:cubicBezTo>
                    <a:pt x="517" y="333"/>
                    <a:pt x="205" y="756"/>
                    <a:pt x="34" y="1390"/>
                  </a:cubicBezTo>
                  <a:cubicBezTo>
                    <a:pt x="1" y="1507"/>
                    <a:pt x="71" y="1630"/>
                    <a:pt x="191" y="1663"/>
                  </a:cubicBezTo>
                  <a:cubicBezTo>
                    <a:pt x="210" y="1667"/>
                    <a:pt x="230" y="1670"/>
                    <a:pt x="250" y="1670"/>
                  </a:cubicBezTo>
                  <a:cubicBezTo>
                    <a:pt x="348" y="1670"/>
                    <a:pt x="438" y="1604"/>
                    <a:pt x="464" y="1507"/>
                  </a:cubicBezTo>
                  <a:cubicBezTo>
                    <a:pt x="599" y="1011"/>
                    <a:pt x="827" y="685"/>
                    <a:pt x="1143" y="539"/>
                  </a:cubicBezTo>
                  <a:cubicBezTo>
                    <a:pt x="1290" y="471"/>
                    <a:pt x="1444" y="447"/>
                    <a:pt x="1587" y="447"/>
                  </a:cubicBezTo>
                  <a:cubicBezTo>
                    <a:pt x="1921" y="447"/>
                    <a:pt x="2200" y="577"/>
                    <a:pt x="2205" y="579"/>
                  </a:cubicBezTo>
                  <a:cubicBezTo>
                    <a:pt x="2236" y="594"/>
                    <a:pt x="2270" y="601"/>
                    <a:pt x="2302" y="601"/>
                  </a:cubicBezTo>
                  <a:cubicBezTo>
                    <a:pt x="2386" y="601"/>
                    <a:pt x="2466" y="555"/>
                    <a:pt x="2504" y="476"/>
                  </a:cubicBezTo>
                  <a:cubicBezTo>
                    <a:pt x="2558" y="364"/>
                    <a:pt x="2511" y="231"/>
                    <a:pt x="2401" y="177"/>
                  </a:cubicBezTo>
                  <a:cubicBezTo>
                    <a:pt x="2379" y="167"/>
                    <a:pt x="2028" y="1"/>
                    <a:pt x="158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2"/>
            <p:cNvSpPr/>
            <p:nvPr/>
          </p:nvSpPr>
          <p:spPr>
            <a:xfrm>
              <a:off x="2502854" y="4576333"/>
              <a:ext cx="334026" cy="21942"/>
            </a:xfrm>
            <a:custGeom>
              <a:rect b="b" l="l" r="r" t="t"/>
              <a:pathLst>
                <a:path extrusionOk="0" h="1193" w="18161">
                  <a:moveTo>
                    <a:pt x="1" y="1"/>
                  </a:moveTo>
                  <a:cubicBezTo>
                    <a:pt x="18" y="713"/>
                    <a:pt x="62" y="1192"/>
                    <a:pt x="62" y="1192"/>
                  </a:cubicBezTo>
                  <a:lnTo>
                    <a:pt x="18111" y="1192"/>
                  </a:lnTo>
                  <a:cubicBezTo>
                    <a:pt x="18161" y="756"/>
                    <a:pt x="18130" y="361"/>
                    <a:pt x="1803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2"/>
            <p:cNvSpPr/>
            <p:nvPr/>
          </p:nvSpPr>
          <p:spPr>
            <a:xfrm>
              <a:off x="2041215" y="4358388"/>
              <a:ext cx="98657" cy="128784"/>
            </a:xfrm>
            <a:custGeom>
              <a:rect b="b" l="l" r="r" t="t"/>
              <a:pathLst>
                <a:path extrusionOk="0" h="7002" w="5364">
                  <a:moveTo>
                    <a:pt x="5364" y="75"/>
                  </a:moveTo>
                  <a:lnTo>
                    <a:pt x="5364" y="75"/>
                  </a:lnTo>
                  <a:lnTo>
                    <a:pt x="5364" y="75"/>
                  </a:lnTo>
                  <a:cubicBezTo>
                    <a:pt x="5364" y="75"/>
                    <a:pt x="5364" y="75"/>
                    <a:pt x="5364" y="75"/>
                  </a:cubicBezTo>
                  <a:close/>
                  <a:moveTo>
                    <a:pt x="3657" y="0"/>
                  </a:moveTo>
                  <a:cubicBezTo>
                    <a:pt x="2380" y="0"/>
                    <a:pt x="770" y="139"/>
                    <a:pt x="261" y="790"/>
                  </a:cubicBezTo>
                  <a:lnTo>
                    <a:pt x="0" y="6400"/>
                  </a:lnTo>
                  <a:cubicBezTo>
                    <a:pt x="0" y="6400"/>
                    <a:pt x="1309" y="7002"/>
                    <a:pt x="2805" y="7002"/>
                  </a:cubicBezTo>
                  <a:cubicBezTo>
                    <a:pt x="3554" y="7002"/>
                    <a:pt x="4349" y="6851"/>
                    <a:pt x="5050" y="6400"/>
                  </a:cubicBezTo>
                  <a:lnTo>
                    <a:pt x="5364" y="75"/>
                  </a:lnTo>
                  <a:lnTo>
                    <a:pt x="5364" y="75"/>
                  </a:lnTo>
                  <a:cubicBezTo>
                    <a:pt x="5364" y="75"/>
                    <a:pt x="5364" y="75"/>
                    <a:pt x="5363" y="75"/>
                  </a:cubicBezTo>
                  <a:cubicBezTo>
                    <a:pt x="5358" y="75"/>
                    <a:pt x="4598" y="0"/>
                    <a:pt x="3657"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2"/>
            <p:cNvSpPr/>
            <p:nvPr/>
          </p:nvSpPr>
          <p:spPr>
            <a:xfrm>
              <a:off x="2040002" y="2819918"/>
              <a:ext cx="496910" cy="1533659"/>
            </a:xfrm>
            <a:custGeom>
              <a:rect b="b" l="l" r="r" t="t"/>
              <a:pathLst>
                <a:path extrusionOk="0" h="83385" w="27017">
                  <a:moveTo>
                    <a:pt x="25860" y="1"/>
                  </a:moveTo>
                  <a:lnTo>
                    <a:pt x="5943" y="386"/>
                  </a:lnTo>
                  <a:lnTo>
                    <a:pt x="2878" y="48090"/>
                  </a:lnTo>
                  <a:cubicBezTo>
                    <a:pt x="1263" y="61411"/>
                    <a:pt x="1" y="83348"/>
                    <a:pt x="1" y="83348"/>
                  </a:cubicBezTo>
                  <a:lnTo>
                    <a:pt x="6326" y="83384"/>
                  </a:lnTo>
                  <a:lnTo>
                    <a:pt x="12189" y="52379"/>
                  </a:lnTo>
                  <a:lnTo>
                    <a:pt x="18468" y="13047"/>
                  </a:lnTo>
                  <a:cubicBezTo>
                    <a:pt x="27017" y="5667"/>
                    <a:pt x="25860" y="1"/>
                    <a:pt x="258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2"/>
            <p:cNvSpPr/>
            <p:nvPr/>
          </p:nvSpPr>
          <p:spPr>
            <a:xfrm>
              <a:off x="2137395" y="2925258"/>
              <a:ext cx="139617" cy="252253"/>
            </a:xfrm>
            <a:custGeom>
              <a:rect b="b" l="l" r="r" t="t"/>
              <a:pathLst>
                <a:path extrusionOk="0" h="13715" w="7591">
                  <a:moveTo>
                    <a:pt x="7447" y="0"/>
                  </a:moveTo>
                  <a:lnTo>
                    <a:pt x="6921" y="26"/>
                  </a:lnTo>
                  <a:cubicBezTo>
                    <a:pt x="7079" y="3487"/>
                    <a:pt x="6845" y="12593"/>
                    <a:pt x="3892" y="13164"/>
                  </a:cubicBezTo>
                  <a:cubicBezTo>
                    <a:pt x="3812" y="13179"/>
                    <a:pt x="3735" y="13186"/>
                    <a:pt x="3659" y="13186"/>
                  </a:cubicBezTo>
                  <a:cubicBezTo>
                    <a:pt x="3388" y="13186"/>
                    <a:pt x="3141" y="13088"/>
                    <a:pt x="2909" y="12889"/>
                  </a:cubicBezTo>
                  <a:cubicBezTo>
                    <a:pt x="535" y="10854"/>
                    <a:pt x="914" y="129"/>
                    <a:pt x="917" y="22"/>
                  </a:cubicBezTo>
                  <a:lnTo>
                    <a:pt x="391" y="3"/>
                  </a:lnTo>
                  <a:lnTo>
                    <a:pt x="391" y="3"/>
                  </a:lnTo>
                  <a:cubicBezTo>
                    <a:pt x="373" y="455"/>
                    <a:pt x="0" y="11090"/>
                    <a:pt x="2566" y="13289"/>
                  </a:cubicBezTo>
                  <a:cubicBezTo>
                    <a:pt x="2896" y="13571"/>
                    <a:pt x="3261" y="13714"/>
                    <a:pt x="3656" y="13714"/>
                  </a:cubicBezTo>
                  <a:cubicBezTo>
                    <a:pt x="3767" y="13714"/>
                    <a:pt x="3880" y="13701"/>
                    <a:pt x="3992" y="13680"/>
                  </a:cubicBezTo>
                  <a:cubicBezTo>
                    <a:pt x="5706" y="13349"/>
                    <a:pt x="6806" y="10922"/>
                    <a:pt x="7260" y="6467"/>
                  </a:cubicBezTo>
                  <a:cubicBezTo>
                    <a:pt x="7590" y="3225"/>
                    <a:pt x="7450" y="33"/>
                    <a:pt x="744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2"/>
            <p:cNvSpPr/>
            <p:nvPr/>
          </p:nvSpPr>
          <p:spPr>
            <a:xfrm>
              <a:off x="1964662" y="4432440"/>
              <a:ext cx="226007" cy="171050"/>
            </a:xfrm>
            <a:custGeom>
              <a:rect b="b" l="l" r="r" t="t"/>
              <a:pathLst>
                <a:path extrusionOk="0" h="9300" w="12288">
                  <a:moveTo>
                    <a:pt x="6311" y="0"/>
                  </a:moveTo>
                  <a:cubicBezTo>
                    <a:pt x="5608" y="0"/>
                    <a:pt x="4906" y="285"/>
                    <a:pt x="4348" y="855"/>
                  </a:cubicBezTo>
                  <a:cubicBezTo>
                    <a:pt x="2603" y="2640"/>
                    <a:pt x="2143" y="4881"/>
                    <a:pt x="1053" y="5789"/>
                  </a:cubicBezTo>
                  <a:cubicBezTo>
                    <a:pt x="327" y="6392"/>
                    <a:pt x="99" y="7288"/>
                    <a:pt x="46" y="8021"/>
                  </a:cubicBezTo>
                  <a:cubicBezTo>
                    <a:pt x="1" y="8734"/>
                    <a:pt x="121" y="9300"/>
                    <a:pt x="121" y="9300"/>
                  </a:cubicBezTo>
                  <a:lnTo>
                    <a:pt x="12143" y="9300"/>
                  </a:lnTo>
                  <a:cubicBezTo>
                    <a:pt x="12143" y="9300"/>
                    <a:pt x="12264" y="8775"/>
                    <a:pt x="12279" y="8021"/>
                  </a:cubicBezTo>
                  <a:cubicBezTo>
                    <a:pt x="12287" y="7572"/>
                    <a:pt x="12259" y="7042"/>
                    <a:pt x="12143" y="6488"/>
                  </a:cubicBezTo>
                  <a:cubicBezTo>
                    <a:pt x="11831" y="5014"/>
                    <a:pt x="10551" y="5383"/>
                    <a:pt x="9464" y="2345"/>
                  </a:cubicBezTo>
                  <a:cubicBezTo>
                    <a:pt x="9232" y="1697"/>
                    <a:pt x="8690" y="1277"/>
                    <a:pt x="8283" y="859"/>
                  </a:cubicBezTo>
                  <a:cubicBezTo>
                    <a:pt x="7724" y="287"/>
                    <a:pt x="7017" y="0"/>
                    <a:pt x="63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2"/>
            <p:cNvSpPr/>
            <p:nvPr/>
          </p:nvSpPr>
          <p:spPr>
            <a:xfrm>
              <a:off x="2030419" y="4484844"/>
              <a:ext cx="95034" cy="27809"/>
            </a:xfrm>
            <a:custGeom>
              <a:rect b="b" l="l" r="r" t="t"/>
              <a:pathLst>
                <a:path extrusionOk="0" h="1512" w="5167">
                  <a:moveTo>
                    <a:pt x="2584" y="1"/>
                  </a:moveTo>
                  <a:cubicBezTo>
                    <a:pt x="677" y="1"/>
                    <a:pt x="81" y="1138"/>
                    <a:pt x="55" y="1185"/>
                  </a:cubicBezTo>
                  <a:cubicBezTo>
                    <a:pt x="1" y="1297"/>
                    <a:pt x="44" y="1431"/>
                    <a:pt x="154" y="1485"/>
                  </a:cubicBezTo>
                  <a:cubicBezTo>
                    <a:pt x="187" y="1502"/>
                    <a:pt x="222" y="1510"/>
                    <a:pt x="256" y="1510"/>
                  </a:cubicBezTo>
                  <a:cubicBezTo>
                    <a:pt x="338" y="1510"/>
                    <a:pt x="415" y="1466"/>
                    <a:pt x="454" y="1388"/>
                  </a:cubicBezTo>
                  <a:cubicBezTo>
                    <a:pt x="460" y="1378"/>
                    <a:pt x="948" y="447"/>
                    <a:pt x="2584" y="447"/>
                  </a:cubicBezTo>
                  <a:cubicBezTo>
                    <a:pt x="4201" y="447"/>
                    <a:pt x="4693" y="1349"/>
                    <a:pt x="4713" y="1388"/>
                  </a:cubicBezTo>
                  <a:cubicBezTo>
                    <a:pt x="4752" y="1467"/>
                    <a:pt x="4831" y="1511"/>
                    <a:pt x="4914" y="1511"/>
                  </a:cubicBezTo>
                  <a:cubicBezTo>
                    <a:pt x="4948" y="1511"/>
                    <a:pt x="4981" y="1503"/>
                    <a:pt x="5014" y="1485"/>
                  </a:cubicBezTo>
                  <a:cubicBezTo>
                    <a:pt x="5122" y="1431"/>
                    <a:pt x="5167" y="1297"/>
                    <a:pt x="5111" y="1185"/>
                  </a:cubicBezTo>
                  <a:cubicBezTo>
                    <a:pt x="5087" y="1138"/>
                    <a:pt x="4489" y="1"/>
                    <a:pt x="258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2"/>
            <p:cNvSpPr/>
            <p:nvPr/>
          </p:nvSpPr>
          <p:spPr>
            <a:xfrm>
              <a:off x="2030419" y="4465273"/>
              <a:ext cx="95034" cy="27809"/>
            </a:xfrm>
            <a:custGeom>
              <a:rect b="b" l="l" r="r" t="t"/>
              <a:pathLst>
                <a:path extrusionOk="0" h="1512" w="5167">
                  <a:moveTo>
                    <a:pt x="2584" y="1"/>
                  </a:moveTo>
                  <a:cubicBezTo>
                    <a:pt x="677" y="1"/>
                    <a:pt x="81" y="1138"/>
                    <a:pt x="55" y="1186"/>
                  </a:cubicBezTo>
                  <a:cubicBezTo>
                    <a:pt x="1" y="1297"/>
                    <a:pt x="44" y="1431"/>
                    <a:pt x="154" y="1487"/>
                  </a:cubicBezTo>
                  <a:cubicBezTo>
                    <a:pt x="187" y="1503"/>
                    <a:pt x="221" y="1510"/>
                    <a:pt x="255" y="1510"/>
                  </a:cubicBezTo>
                  <a:cubicBezTo>
                    <a:pt x="337" y="1510"/>
                    <a:pt x="415" y="1466"/>
                    <a:pt x="454" y="1388"/>
                  </a:cubicBezTo>
                  <a:cubicBezTo>
                    <a:pt x="460" y="1379"/>
                    <a:pt x="948" y="447"/>
                    <a:pt x="2584" y="447"/>
                  </a:cubicBezTo>
                  <a:cubicBezTo>
                    <a:pt x="4201" y="447"/>
                    <a:pt x="4693" y="1351"/>
                    <a:pt x="4713" y="1388"/>
                  </a:cubicBezTo>
                  <a:cubicBezTo>
                    <a:pt x="4752" y="1467"/>
                    <a:pt x="4831" y="1511"/>
                    <a:pt x="4914" y="1511"/>
                  </a:cubicBezTo>
                  <a:cubicBezTo>
                    <a:pt x="4948" y="1511"/>
                    <a:pt x="4981" y="1504"/>
                    <a:pt x="5014" y="1487"/>
                  </a:cubicBezTo>
                  <a:cubicBezTo>
                    <a:pt x="5122" y="1431"/>
                    <a:pt x="5167" y="1297"/>
                    <a:pt x="5111" y="1186"/>
                  </a:cubicBezTo>
                  <a:cubicBezTo>
                    <a:pt x="5087" y="1138"/>
                    <a:pt x="4489" y="1"/>
                    <a:pt x="258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2"/>
            <p:cNvSpPr/>
            <p:nvPr/>
          </p:nvSpPr>
          <p:spPr>
            <a:xfrm>
              <a:off x="2030419" y="4447284"/>
              <a:ext cx="95034" cy="27791"/>
            </a:xfrm>
            <a:custGeom>
              <a:rect b="b" l="l" r="r" t="t"/>
              <a:pathLst>
                <a:path extrusionOk="0" h="1511" w="5167">
                  <a:moveTo>
                    <a:pt x="2584" y="1"/>
                  </a:moveTo>
                  <a:cubicBezTo>
                    <a:pt x="677" y="1"/>
                    <a:pt x="81" y="1138"/>
                    <a:pt x="55" y="1186"/>
                  </a:cubicBezTo>
                  <a:cubicBezTo>
                    <a:pt x="1" y="1296"/>
                    <a:pt x="44" y="1431"/>
                    <a:pt x="154" y="1486"/>
                  </a:cubicBezTo>
                  <a:cubicBezTo>
                    <a:pt x="187" y="1503"/>
                    <a:pt x="222" y="1511"/>
                    <a:pt x="256" y="1511"/>
                  </a:cubicBezTo>
                  <a:cubicBezTo>
                    <a:pt x="338" y="1511"/>
                    <a:pt x="415" y="1466"/>
                    <a:pt x="454" y="1388"/>
                  </a:cubicBezTo>
                  <a:cubicBezTo>
                    <a:pt x="460" y="1379"/>
                    <a:pt x="948" y="448"/>
                    <a:pt x="2584" y="448"/>
                  </a:cubicBezTo>
                  <a:cubicBezTo>
                    <a:pt x="4201" y="448"/>
                    <a:pt x="4693" y="1351"/>
                    <a:pt x="4713" y="1388"/>
                  </a:cubicBezTo>
                  <a:cubicBezTo>
                    <a:pt x="4752" y="1466"/>
                    <a:pt x="4831" y="1511"/>
                    <a:pt x="4914" y="1511"/>
                  </a:cubicBezTo>
                  <a:cubicBezTo>
                    <a:pt x="4948" y="1511"/>
                    <a:pt x="4981" y="1504"/>
                    <a:pt x="5014" y="1486"/>
                  </a:cubicBezTo>
                  <a:cubicBezTo>
                    <a:pt x="5122" y="1431"/>
                    <a:pt x="5167" y="1296"/>
                    <a:pt x="5111" y="1186"/>
                  </a:cubicBezTo>
                  <a:cubicBezTo>
                    <a:pt x="5087" y="1138"/>
                    <a:pt x="4489" y="1"/>
                    <a:pt x="258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2"/>
            <p:cNvSpPr/>
            <p:nvPr/>
          </p:nvSpPr>
          <p:spPr>
            <a:xfrm>
              <a:off x="1964662" y="4579975"/>
              <a:ext cx="225842" cy="23524"/>
            </a:xfrm>
            <a:custGeom>
              <a:rect b="b" l="l" r="r" t="t"/>
              <a:pathLst>
                <a:path extrusionOk="0" h="1279" w="12279">
                  <a:moveTo>
                    <a:pt x="46" y="0"/>
                  </a:moveTo>
                  <a:cubicBezTo>
                    <a:pt x="1" y="713"/>
                    <a:pt x="121" y="1279"/>
                    <a:pt x="121" y="1279"/>
                  </a:cubicBezTo>
                  <a:lnTo>
                    <a:pt x="12143" y="1279"/>
                  </a:lnTo>
                  <a:cubicBezTo>
                    <a:pt x="12143" y="1279"/>
                    <a:pt x="12264" y="754"/>
                    <a:pt x="1227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2"/>
            <p:cNvSpPr/>
            <p:nvPr/>
          </p:nvSpPr>
          <p:spPr>
            <a:xfrm>
              <a:off x="2014085" y="4336923"/>
              <a:ext cx="159500" cy="65790"/>
            </a:xfrm>
            <a:custGeom>
              <a:rect b="b" l="l" r="r" t="t"/>
              <a:pathLst>
                <a:path extrusionOk="0" h="3577" w="8672">
                  <a:moveTo>
                    <a:pt x="162" y="1"/>
                  </a:moveTo>
                  <a:lnTo>
                    <a:pt x="162" y="1"/>
                  </a:lnTo>
                  <a:cubicBezTo>
                    <a:pt x="1" y="1147"/>
                    <a:pt x="45" y="2289"/>
                    <a:pt x="324" y="3426"/>
                  </a:cubicBezTo>
                  <a:lnTo>
                    <a:pt x="8136" y="3576"/>
                  </a:lnTo>
                  <a:cubicBezTo>
                    <a:pt x="8500" y="2427"/>
                    <a:pt x="8672" y="1271"/>
                    <a:pt x="8300" y="78"/>
                  </a:cubicBezTo>
                  <a:lnTo>
                    <a:pt x="16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2"/>
            <p:cNvSpPr/>
            <p:nvPr/>
          </p:nvSpPr>
          <p:spPr>
            <a:xfrm>
              <a:off x="2161748" y="1772426"/>
              <a:ext cx="408497" cy="180559"/>
            </a:xfrm>
            <a:custGeom>
              <a:rect b="b" l="l" r="r" t="t"/>
              <a:pathLst>
                <a:path extrusionOk="0" h="9817" w="22210">
                  <a:moveTo>
                    <a:pt x="10943" y="1"/>
                  </a:moveTo>
                  <a:cubicBezTo>
                    <a:pt x="7016" y="1"/>
                    <a:pt x="3803" y="1906"/>
                    <a:pt x="1964" y="5133"/>
                  </a:cubicBezTo>
                  <a:cubicBezTo>
                    <a:pt x="0" y="8580"/>
                    <a:pt x="4105" y="9419"/>
                    <a:pt x="4105" y="9419"/>
                  </a:cubicBezTo>
                  <a:cubicBezTo>
                    <a:pt x="4105" y="9419"/>
                    <a:pt x="8519" y="9817"/>
                    <a:pt x="12715" y="9817"/>
                  </a:cubicBezTo>
                  <a:cubicBezTo>
                    <a:pt x="15758" y="9817"/>
                    <a:pt x="18686" y="9608"/>
                    <a:pt x="19730" y="8886"/>
                  </a:cubicBezTo>
                  <a:cubicBezTo>
                    <a:pt x="22210" y="7170"/>
                    <a:pt x="20276" y="582"/>
                    <a:pt x="11752" y="27"/>
                  </a:cubicBezTo>
                  <a:cubicBezTo>
                    <a:pt x="11479" y="10"/>
                    <a:pt x="11210" y="1"/>
                    <a:pt x="1094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2"/>
            <p:cNvSpPr/>
            <p:nvPr/>
          </p:nvSpPr>
          <p:spPr>
            <a:xfrm>
              <a:off x="2109216" y="1878041"/>
              <a:ext cx="554258" cy="1069322"/>
            </a:xfrm>
            <a:custGeom>
              <a:rect b="b" l="l" r="r" t="t"/>
              <a:pathLst>
                <a:path extrusionOk="0" h="58139" w="30135">
                  <a:moveTo>
                    <a:pt x="15923" y="0"/>
                  </a:moveTo>
                  <a:lnTo>
                    <a:pt x="10100" y="690"/>
                  </a:lnTo>
                  <a:cubicBezTo>
                    <a:pt x="10100" y="690"/>
                    <a:pt x="3214" y="1594"/>
                    <a:pt x="1245" y="5070"/>
                  </a:cubicBezTo>
                  <a:cubicBezTo>
                    <a:pt x="0" y="7264"/>
                    <a:pt x="1196" y="12550"/>
                    <a:pt x="2196" y="17806"/>
                  </a:cubicBezTo>
                  <a:cubicBezTo>
                    <a:pt x="2257" y="18134"/>
                    <a:pt x="2319" y="18460"/>
                    <a:pt x="2377" y="18784"/>
                  </a:cubicBezTo>
                  <a:cubicBezTo>
                    <a:pt x="2882" y="21523"/>
                    <a:pt x="3285" y="24202"/>
                    <a:pt x="3214" y="26370"/>
                  </a:cubicBezTo>
                  <a:cubicBezTo>
                    <a:pt x="2998" y="32943"/>
                    <a:pt x="1046" y="47408"/>
                    <a:pt x="1245" y="53382"/>
                  </a:cubicBezTo>
                  <a:cubicBezTo>
                    <a:pt x="1326" y="55804"/>
                    <a:pt x="2818" y="56727"/>
                    <a:pt x="3770" y="57084"/>
                  </a:cubicBezTo>
                  <a:cubicBezTo>
                    <a:pt x="5857" y="57869"/>
                    <a:pt x="7216" y="58139"/>
                    <a:pt x="9255" y="58139"/>
                  </a:cubicBezTo>
                  <a:cubicBezTo>
                    <a:pt x="10711" y="58139"/>
                    <a:pt x="12514" y="58001"/>
                    <a:pt x="15176" y="57814"/>
                  </a:cubicBezTo>
                  <a:cubicBezTo>
                    <a:pt x="23321" y="57240"/>
                    <a:pt x="26191" y="57004"/>
                    <a:pt x="28162" y="55365"/>
                  </a:cubicBezTo>
                  <a:cubicBezTo>
                    <a:pt x="30134" y="53726"/>
                    <a:pt x="27806" y="28651"/>
                    <a:pt x="26976" y="20134"/>
                  </a:cubicBezTo>
                  <a:cubicBezTo>
                    <a:pt x="26311" y="13328"/>
                    <a:pt x="28764" y="6584"/>
                    <a:pt x="26683" y="4248"/>
                  </a:cubicBezTo>
                  <a:cubicBezTo>
                    <a:pt x="24604" y="1915"/>
                    <a:pt x="15923" y="0"/>
                    <a:pt x="159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2"/>
            <p:cNvSpPr/>
            <p:nvPr/>
          </p:nvSpPr>
          <p:spPr>
            <a:xfrm>
              <a:off x="2237749" y="2508001"/>
              <a:ext cx="300570" cy="185948"/>
            </a:xfrm>
            <a:custGeom>
              <a:rect b="b" l="l" r="r" t="t"/>
              <a:pathLst>
                <a:path extrusionOk="0" h="10110" w="16342">
                  <a:moveTo>
                    <a:pt x="369" y="0"/>
                  </a:moveTo>
                  <a:cubicBezTo>
                    <a:pt x="295" y="0"/>
                    <a:pt x="220" y="25"/>
                    <a:pt x="159" y="76"/>
                  </a:cubicBezTo>
                  <a:cubicBezTo>
                    <a:pt x="20" y="190"/>
                    <a:pt x="0" y="397"/>
                    <a:pt x="116" y="538"/>
                  </a:cubicBezTo>
                  <a:cubicBezTo>
                    <a:pt x="138" y="563"/>
                    <a:pt x="2201" y="3045"/>
                    <a:pt x="5162" y="5443"/>
                  </a:cubicBezTo>
                  <a:cubicBezTo>
                    <a:pt x="8985" y="8541"/>
                    <a:pt x="12486" y="10109"/>
                    <a:pt x="15581" y="10109"/>
                  </a:cubicBezTo>
                  <a:cubicBezTo>
                    <a:pt x="15729" y="10109"/>
                    <a:pt x="15876" y="10105"/>
                    <a:pt x="16023" y="10098"/>
                  </a:cubicBezTo>
                  <a:cubicBezTo>
                    <a:pt x="16030" y="10098"/>
                    <a:pt x="16038" y="10097"/>
                    <a:pt x="16045" y="10097"/>
                  </a:cubicBezTo>
                  <a:cubicBezTo>
                    <a:pt x="16216" y="10077"/>
                    <a:pt x="16341" y="9928"/>
                    <a:pt x="16331" y="9754"/>
                  </a:cubicBezTo>
                  <a:cubicBezTo>
                    <a:pt x="16323" y="9579"/>
                    <a:pt x="16177" y="9441"/>
                    <a:pt x="16004" y="9441"/>
                  </a:cubicBezTo>
                  <a:cubicBezTo>
                    <a:pt x="15999" y="9441"/>
                    <a:pt x="15993" y="9442"/>
                    <a:pt x="15988" y="9442"/>
                  </a:cubicBezTo>
                  <a:cubicBezTo>
                    <a:pt x="15855" y="9448"/>
                    <a:pt x="15722" y="9452"/>
                    <a:pt x="15588" y="9452"/>
                  </a:cubicBezTo>
                  <a:cubicBezTo>
                    <a:pt x="8430" y="9452"/>
                    <a:pt x="700" y="214"/>
                    <a:pt x="621" y="119"/>
                  </a:cubicBezTo>
                  <a:cubicBezTo>
                    <a:pt x="557" y="41"/>
                    <a:pt x="463" y="0"/>
                    <a:pt x="36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2"/>
            <p:cNvSpPr/>
            <p:nvPr/>
          </p:nvSpPr>
          <p:spPr>
            <a:xfrm>
              <a:off x="2283641" y="2641372"/>
              <a:ext cx="187420" cy="80118"/>
            </a:xfrm>
            <a:custGeom>
              <a:rect b="b" l="l" r="r" t="t"/>
              <a:pathLst>
                <a:path extrusionOk="0" h="4356" w="10190">
                  <a:moveTo>
                    <a:pt x="371" y="0"/>
                  </a:moveTo>
                  <a:cubicBezTo>
                    <a:pt x="273" y="0"/>
                    <a:pt x="176" y="44"/>
                    <a:pt x="112" y="127"/>
                  </a:cubicBezTo>
                  <a:cubicBezTo>
                    <a:pt x="1" y="270"/>
                    <a:pt x="27" y="477"/>
                    <a:pt x="170" y="588"/>
                  </a:cubicBezTo>
                  <a:cubicBezTo>
                    <a:pt x="376" y="751"/>
                    <a:pt x="5043" y="4356"/>
                    <a:pt x="9086" y="4356"/>
                  </a:cubicBezTo>
                  <a:cubicBezTo>
                    <a:pt x="9322" y="4356"/>
                    <a:pt x="9556" y="4344"/>
                    <a:pt x="9788" y="4317"/>
                  </a:cubicBezTo>
                  <a:cubicBezTo>
                    <a:pt x="9818" y="4313"/>
                    <a:pt x="9848" y="4310"/>
                    <a:pt x="9882" y="4303"/>
                  </a:cubicBezTo>
                  <a:cubicBezTo>
                    <a:pt x="10062" y="4279"/>
                    <a:pt x="10189" y="4114"/>
                    <a:pt x="10167" y="3934"/>
                  </a:cubicBezTo>
                  <a:cubicBezTo>
                    <a:pt x="10145" y="3772"/>
                    <a:pt x="10009" y="3649"/>
                    <a:pt x="9848" y="3649"/>
                  </a:cubicBezTo>
                  <a:cubicBezTo>
                    <a:pt x="9831" y="3649"/>
                    <a:pt x="9815" y="3650"/>
                    <a:pt x="9798" y="3652"/>
                  </a:cubicBezTo>
                  <a:cubicBezTo>
                    <a:pt x="9769" y="3655"/>
                    <a:pt x="9742" y="3660"/>
                    <a:pt x="9716" y="3662"/>
                  </a:cubicBezTo>
                  <a:cubicBezTo>
                    <a:pt x="9510" y="3686"/>
                    <a:pt x="9301" y="3697"/>
                    <a:pt x="9089" y="3697"/>
                  </a:cubicBezTo>
                  <a:cubicBezTo>
                    <a:pt x="5269" y="3697"/>
                    <a:pt x="622" y="108"/>
                    <a:pt x="573" y="70"/>
                  </a:cubicBezTo>
                  <a:cubicBezTo>
                    <a:pt x="513" y="23"/>
                    <a:pt x="442" y="0"/>
                    <a:pt x="37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2"/>
            <p:cNvSpPr/>
            <p:nvPr/>
          </p:nvSpPr>
          <p:spPr>
            <a:xfrm>
              <a:off x="2271704" y="2000910"/>
              <a:ext cx="187420" cy="80118"/>
            </a:xfrm>
            <a:custGeom>
              <a:rect b="b" l="l" r="r" t="t"/>
              <a:pathLst>
                <a:path extrusionOk="0" h="4356" w="10190">
                  <a:moveTo>
                    <a:pt x="370" y="1"/>
                  </a:moveTo>
                  <a:cubicBezTo>
                    <a:pt x="273" y="1"/>
                    <a:pt x="176" y="44"/>
                    <a:pt x="112" y="127"/>
                  </a:cubicBezTo>
                  <a:cubicBezTo>
                    <a:pt x="1" y="270"/>
                    <a:pt x="26" y="477"/>
                    <a:pt x="169" y="589"/>
                  </a:cubicBezTo>
                  <a:cubicBezTo>
                    <a:pt x="377" y="752"/>
                    <a:pt x="5043" y="4355"/>
                    <a:pt x="9085" y="4355"/>
                  </a:cubicBezTo>
                  <a:cubicBezTo>
                    <a:pt x="9322" y="4355"/>
                    <a:pt x="9556" y="4343"/>
                    <a:pt x="9787" y="4317"/>
                  </a:cubicBezTo>
                  <a:cubicBezTo>
                    <a:pt x="9817" y="4314"/>
                    <a:pt x="9847" y="4310"/>
                    <a:pt x="9882" y="4303"/>
                  </a:cubicBezTo>
                  <a:cubicBezTo>
                    <a:pt x="10062" y="4280"/>
                    <a:pt x="10189" y="4115"/>
                    <a:pt x="10166" y="3935"/>
                  </a:cubicBezTo>
                  <a:cubicBezTo>
                    <a:pt x="10146" y="3773"/>
                    <a:pt x="10009" y="3648"/>
                    <a:pt x="9847" y="3648"/>
                  </a:cubicBezTo>
                  <a:cubicBezTo>
                    <a:pt x="9831" y="3648"/>
                    <a:pt x="9814" y="3649"/>
                    <a:pt x="9797" y="3652"/>
                  </a:cubicBezTo>
                  <a:cubicBezTo>
                    <a:pt x="9769" y="3656"/>
                    <a:pt x="9743" y="3659"/>
                    <a:pt x="9716" y="3663"/>
                  </a:cubicBezTo>
                  <a:cubicBezTo>
                    <a:pt x="9511" y="3687"/>
                    <a:pt x="9302" y="3698"/>
                    <a:pt x="9091" y="3698"/>
                  </a:cubicBezTo>
                  <a:cubicBezTo>
                    <a:pt x="5270" y="3698"/>
                    <a:pt x="623" y="109"/>
                    <a:pt x="573" y="69"/>
                  </a:cubicBezTo>
                  <a:cubicBezTo>
                    <a:pt x="513" y="23"/>
                    <a:pt x="441" y="1"/>
                    <a:pt x="37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2"/>
            <p:cNvSpPr/>
            <p:nvPr/>
          </p:nvSpPr>
          <p:spPr>
            <a:xfrm>
              <a:off x="2458692" y="1892590"/>
              <a:ext cx="278738" cy="1073552"/>
            </a:xfrm>
            <a:custGeom>
              <a:rect b="b" l="l" r="r" t="t"/>
              <a:pathLst>
                <a:path extrusionOk="0" h="58369" w="15155">
                  <a:moveTo>
                    <a:pt x="0" y="0"/>
                  </a:moveTo>
                  <a:cubicBezTo>
                    <a:pt x="0" y="0"/>
                    <a:pt x="1532" y="6661"/>
                    <a:pt x="1325" y="12388"/>
                  </a:cubicBezTo>
                  <a:cubicBezTo>
                    <a:pt x="1116" y="18119"/>
                    <a:pt x="1482" y="31912"/>
                    <a:pt x="2034" y="38513"/>
                  </a:cubicBezTo>
                  <a:cubicBezTo>
                    <a:pt x="2662" y="46028"/>
                    <a:pt x="3325" y="52832"/>
                    <a:pt x="2363" y="57347"/>
                  </a:cubicBezTo>
                  <a:cubicBezTo>
                    <a:pt x="2249" y="57884"/>
                    <a:pt x="2708" y="58171"/>
                    <a:pt x="3506" y="58294"/>
                  </a:cubicBezTo>
                  <a:cubicBezTo>
                    <a:pt x="3841" y="58346"/>
                    <a:pt x="4237" y="58369"/>
                    <a:pt x="4674" y="58369"/>
                  </a:cubicBezTo>
                  <a:cubicBezTo>
                    <a:pt x="7173" y="58369"/>
                    <a:pt x="11040" y="57626"/>
                    <a:pt x="12946" y="57347"/>
                  </a:cubicBezTo>
                  <a:cubicBezTo>
                    <a:pt x="15154" y="57021"/>
                    <a:pt x="12326" y="38855"/>
                    <a:pt x="11998" y="32501"/>
                  </a:cubicBezTo>
                  <a:cubicBezTo>
                    <a:pt x="11671" y="26150"/>
                    <a:pt x="12327" y="7141"/>
                    <a:pt x="10027" y="4106"/>
                  </a:cubicBezTo>
                  <a:cubicBezTo>
                    <a:pt x="8225" y="1727"/>
                    <a:pt x="3081" y="554"/>
                    <a:pt x="946" y="158"/>
                  </a:cubicBezTo>
                  <a:cubicBezTo>
                    <a:pt x="359" y="50"/>
                    <a:pt x="0" y="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2"/>
            <p:cNvSpPr/>
            <p:nvPr/>
          </p:nvSpPr>
          <p:spPr>
            <a:xfrm>
              <a:off x="2524356" y="1951854"/>
              <a:ext cx="357679" cy="797021"/>
            </a:xfrm>
            <a:custGeom>
              <a:rect b="b" l="l" r="r" t="t"/>
              <a:pathLst>
                <a:path extrusionOk="0" h="43334" w="19447">
                  <a:moveTo>
                    <a:pt x="4287" y="1"/>
                  </a:moveTo>
                  <a:cubicBezTo>
                    <a:pt x="3552" y="1"/>
                    <a:pt x="2809" y="215"/>
                    <a:pt x="2157" y="663"/>
                  </a:cubicBezTo>
                  <a:cubicBezTo>
                    <a:pt x="438" y="1841"/>
                    <a:pt x="0" y="4187"/>
                    <a:pt x="1178" y="5904"/>
                  </a:cubicBezTo>
                  <a:lnTo>
                    <a:pt x="1180" y="5909"/>
                  </a:lnTo>
                  <a:cubicBezTo>
                    <a:pt x="3500" y="8509"/>
                    <a:pt x="5519" y="11967"/>
                    <a:pt x="7358" y="15265"/>
                  </a:cubicBezTo>
                  <a:cubicBezTo>
                    <a:pt x="8268" y="16899"/>
                    <a:pt x="9296" y="18757"/>
                    <a:pt x="10067" y="20395"/>
                  </a:cubicBezTo>
                  <a:cubicBezTo>
                    <a:pt x="10648" y="21626"/>
                    <a:pt x="11167" y="22870"/>
                    <a:pt x="11613" y="24129"/>
                  </a:cubicBezTo>
                  <a:cubicBezTo>
                    <a:pt x="11653" y="24235"/>
                    <a:pt x="11689" y="24339"/>
                    <a:pt x="11726" y="24446"/>
                  </a:cubicBezTo>
                  <a:cubicBezTo>
                    <a:pt x="11706" y="24522"/>
                    <a:pt x="11686" y="24597"/>
                    <a:pt x="11667" y="24674"/>
                  </a:cubicBezTo>
                  <a:cubicBezTo>
                    <a:pt x="11617" y="24864"/>
                    <a:pt x="11563" y="25054"/>
                    <a:pt x="11506" y="25246"/>
                  </a:cubicBezTo>
                  <a:cubicBezTo>
                    <a:pt x="11307" y="25930"/>
                    <a:pt x="11078" y="26620"/>
                    <a:pt x="10832" y="27310"/>
                  </a:cubicBezTo>
                  <a:cubicBezTo>
                    <a:pt x="10339" y="28690"/>
                    <a:pt x="9764" y="30066"/>
                    <a:pt x="9136" y="31424"/>
                  </a:cubicBezTo>
                  <a:cubicBezTo>
                    <a:pt x="8821" y="32104"/>
                    <a:pt x="8487" y="32780"/>
                    <a:pt x="8145" y="33452"/>
                  </a:cubicBezTo>
                  <a:cubicBezTo>
                    <a:pt x="7796" y="34120"/>
                    <a:pt x="7443" y="34789"/>
                    <a:pt x="7071" y="35450"/>
                  </a:cubicBezTo>
                  <a:cubicBezTo>
                    <a:pt x="6329" y="36772"/>
                    <a:pt x="5538" y="38076"/>
                    <a:pt x="4702" y="39356"/>
                  </a:cubicBezTo>
                  <a:lnTo>
                    <a:pt x="4695" y="39367"/>
                  </a:lnTo>
                  <a:cubicBezTo>
                    <a:pt x="3997" y="40431"/>
                    <a:pt x="4185" y="41873"/>
                    <a:pt x="5179" y="42721"/>
                  </a:cubicBezTo>
                  <a:cubicBezTo>
                    <a:pt x="5662" y="43133"/>
                    <a:pt x="6253" y="43334"/>
                    <a:pt x="6841" y="43334"/>
                  </a:cubicBezTo>
                  <a:cubicBezTo>
                    <a:pt x="7566" y="43334"/>
                    <a:pt x="8287" y="43028"/>
                    <a:pt x="8794" y="42434"/>
                  </a:cubicBezTo>
                  <a:cubicBezTo>
                    <a:pt x="9858" y="41187"/>
                    <a:pt x="10882" y="39899"/>
                    <a:pt x="11868" y="38575"/>
                  </a:cubicBezTo>
                  <a:cubicBezTo>
                    <a:pt x="12363" y="37914"/>
                    <a:pt x="12840" y="37238"/>
                    <a:pt x="13312" y="36557"/>
                  </a:cubicBezTo>
                  <a:cubicBezTo>
                    <a:pt x="13778" y="35871"/>
                    <a:pt x="14242" y="35178"/>
                    <a:pt x="14685" y="34472"/>
                  </a:cubicBezTo>
                  <a:cubicBezTo>
                    <a:pt x="15575" y="33060"/>
                    <a:pt x="16414" y="31604"/>
                    <a:pt x="17188" y="30088"/>
                  </a:cubicBezTo>
                  <a:cubicBezTo>
                    <a:pt x="17574" y="29331"/>
                    <a:pt x="17944" y="28557"/>
                    <a:pt x="18293" y="27757"/>
                  </a:cubicBezTo>
                  <a:cubicBezTo>
                    <a:pt x="18469" y="27360"/>
                    <a:pt x="18637" y="26952"/>
                    <a:pt x="18801" y="26532"/>
                  </a:cubicBezTo>
                  <a:cubicBezTo>
                    <a:pt x="18884" y="26323"/>
                    <a:pt x="18964" y="26110"/>
                    <a:pt x="19044" y="25888"/>
                  </a:cubicBezTo>
                  <a:cubicBezTo>
                    <a:pt x="19084" y="25777"/>
                    <a:pt x="19123" y="25662"/>
                    <a:pt x="19163" y="25545"/>
                  </a:cubicBezTo>
                  <a:lnTo>
                    <a:pt x="19223" y="25360"/>
                  </a:lnTo>
                  <a:lnTo>
                    <a:pt x="19256" y="25260"/>
                  </a:lnTo>
                  <a:lnTo>
                    <a:pt x="19272" y="25203"/>
                  </a:lnTo>
                  <a:lnTo>
                    <a:pt x="19295" y="25122"/>
                  </a:lnTo>
                  <a:cubicBezTo>
                    <a:pt x="19446" y="24488"/>
                    <a:pt x="19436" y="23791"/>
                    <a:pt x="19229" y="23126"/>
                  </a:cubicBezTo>
                  <a:lnTo>
                    <a:pt x="19227" y="23119"/>
                  </a:lnTo>
                  <a:cubicBezTo>
                    <a:pt x="18584" y="21067"/>
                    <a:pt x="17786" y="19080"/>
                    <a:pt x="16889" y="17178"/>
                  </a:cubicBezTo>
                  <a:cubicBezTo>
                    <a:pt x="15991" y="15272"/>
                    <a:pt x="14995" y="13450"/>
                    <a:pt x="13956" y="11689"/>
                  </a:cubicBezTo>
                  <a:cubicBezTo>
                    <a:pt x="12915" y="9929"/>
                    <a:pt x="11828" y="8227"/>
                    <a:pt x="10726" y="6561"/>
                  </a:cubicBezTo>
                  <a:cubicBezTo>
                    <a:pt x="9625" y="4895"/>
                    <a:pt x="8510" y="3260"/>
                    <a:pt x="7397" y="1640"/>
                  </a:cubicBezTo>
                  <a:cubicBezTo>
                    <a:pt x="6667" y="573"/>
                    <a:pt x="5487" y="1"/>
                    <a:pt x="42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2"/>
            <p:cNvSpPr/>
            <p:nvPr/>
          </p:nvSpPr>
          <p:spPr>
            <a:xfrm>
              <a:off x="2737959" y="2380957"/>
              <a:ext cx="60456" cy="24720"/>
            </a:xfrm>
            <a:custGeom>
              <a:rect b="b" l="l" r="r" t="t"/>
              <a:pathLst>
                <a:path extrusionOk="0" h="1344" w="3287">
                  <a:moveTo>
                    <a:pt x="3009" y="0"/>
                  </a:moveTo>
                  <a:cubicBezTo>
                    <a:pt x="3007" y="0"/>
                    <a:pt x="3005" y="0"/>
                    <a:pt x="3003" y="0"/>
                  </a:cubicBezTo>
                  <a:cubicBezTo>
                    <a:pt x="1985" y="58"/>
                    <a:pt x="685" y="524"/>
                    <a:pt x="0" y="799"/>
                  </a:cubicBezTo>
                  <a:cubicBezTo>
                    <a:pt x="39" y="906"/>
                    <a:pt x="74" y="1010"/>
                    <a:pt x="113" y="1116"/>
                  </a:cubicBezTo>
                  <a:cubicBezTo>
                    <a:pt x="93" y="1193"/>
                    <a:pt x="73" y="1268"/>
                    <a:pt x="54" y="1343"/>
                  </a:cubicBezTo>
                  <a:cubicBezTo>
                    <a:pt x="657" y="1099"/>
                    <a:pt x="2024" y="584"/>
                    <a:pt x="3032" y="527"/>
                  </a:cubicBezTo>
                  <a:cubicBezTo>
                    <a:pt x="3177" y="517"/>
                    <a:pt x="3287" y="394"/>
                    <a:pt x="3279" y="249"/>
                  </a:cubicBezTo>
                  <a:cubicBezTo>
                    <a:pt x="3270" y="108"/>
                    <a:pt x="3148" y="0"/>
                    <a:pt x="300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2"/>
            <p:cNvSpPr/>
            <p:nvPr/>
          </p:nvSpPr>
          <p:spPr>
            <a:xfrm>
              <a:off x="2746236" y="2357836"/>
              <a:ext cx="38532" cy="42634"/>
            </a:xfrm>
            <a:custGeom>
              <a:rect b="b" l="l" r="r" t="t"/>
              <a:pathLst>
                <a:path extrusionOk="0" h="2318" w="2095">
                  <a:moveTo>
                    <a:pt x="1806" y="0"/>
                  </a:moveTo>
                  <a:cubicBezTo>
                    <a:pt x="1740" y="0"/>
                    <a:pt x="1673" y="26"/>
                    <a:pt x="1622" y="76"/>
                  </a:cubicBezTo>
                  <a:cubicBezTo>
                    <a:pt x="1574" y="123"/>
                    <a:pt x="437" y="1259"/>
                    <a:pt x="71" y="1930"/>
                  </a:cubicBezTo>
                  <a:cubicBezTo>
                    <a:pt x="1" y="2057"/>
                    <a:pt x="48" y="2216"/>
                    <a:pt x="174" y="2286"/>
                  </a:cubicBezTo>
                  <a:cubicBezTo>
                    <a:pt x="214" y="2307"/>
                    <a:pt x="257" y="2317"/>
                    <a:pt x="300" y="2317"/>
                  </a:cubicBezTo>
                  <a:cubicBezTo>
                    <a:pt x="392" y="2317"/>
                    <a:pt x="481" y="2267"/>
                    <a:pt x="528" y="2181"/>
                  </a:cubicBezTo>
                  <a:cubicBezTo>
                    <a:pt x="857" y="1578"/>
                    <a:pt x="1980" y="458"/>
                    <a:pt x="1990" y="448"/>
                  </a:cubicBezTo>
                  <a:cubicBezTo>
                    <a:pt x="2094" y="345"/>
                    <a:pt x="2094" y="179"/>
                    <a:pt x="1993" y="78"/>
                  </a:cubicBezTo>
                  <a:cubicBezTo>
                    <a:pt x="1941" y="26"/>
                    <a:pt x="1874" y="0"/>
                    <a:pt x="180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2"/>
            <p:cNvSpPr/>
            <p:nvPr/>
          </p:nvSpPr>
          <p:spPr>
            <a:xfrm>
              <a:off x="2567875" y="2668815"/>
              <a:ext cx="116866" cy="117786"/>
            </a:xfrm>
            <a:custGeom>
              <a:rect b="b" l="l" r="r" t="t"/>
              <a:pathLst>
                <a:path extrusionOk="0" h="6404" w="6354">
                  <a:moveTo>
                    <a:pt x="2665" y="1"/>
                  </a:moveTo>
                  <a:cubicBezTo>
                    <a:pt x="2665" y="1"/>
                    <a:pt x="1308" y="1056"/>
                    <a:pt x="514" y="1684"/>
                  </a:cubicBezTo>
                  <a:cubicBezTo>
                    <a:pt x="35" y="2062"/>
                    <a:pt x="1" y="2780"/>
                    <a:pt x="450" y="3193"/>
                  </a:cubicBezTo>
                  <a:cubicBezTo>
                    <a:pt x="459" y="3200"/>
                    <a:pt x="464" y="3206"/>
                    <a:pt x="472" y="3213"/>
                  </a:cubicBezTo>
                  <a:lnTo>
                    <a:pt x="4014" y="6404"/>
                  </a:lnTo>
                  <a:cubicBezTo>
                    <a:pt x="5573" y="5829"/>
                    <a:pt x="6354" y="2635"/>
                    <a:pt x="6354" y="2635"/>
                  </a:cubicBezTo>
                  <a:cubicBezTo>
                    <a:pt x="5579" y="1221"/>
                    <a:pt x="4465" y="204"/>
                    <a:pt x="2665"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2"/>
            <p:cNvSpPr/>
            <p:nvPr/>
          </p:nvSpPr>
          <p:spPr>
            <a:xfrm>
              <a:off x="2556287" y="2271589"/>
              <a:ext cx="92974" cy="211734"/>
            </a:xfrm>
            <a:custGeom>
              <a:rect b="b" l="l" r="r" t="t"/>
              <a:pathLst>
                <a:path extrusionOk="0" h="11512" w="5055">
                  <a:moveTo>
                    <a:pt x="413" y="1"/>
                  </a:moveTo>
                  <a:cubicBezTo>
                    <a:pt x="391" y="1"/>
                    <a:pt x="368" y="3"/>
                    <a:pt x="345" y="7"/>
                  </a:cubicBezTo>
                  <a:cubicBezTo>
                    <a:pt x="136" y="47"/>
                    <a:pt x="0" y="247"/>
                    <a:pt x="37" y="455"/>
                  </a:cubicBezTo>
                  <a:cubicBezTo>
                    <a:pt x="99" y="778"/>
                    <a:pt x="1536" y="8429"/>
                    <a:pt x="4351" y="11393"/>
                  </a:cubicBezTo>
                  <a:cubicBezTo>
                    <a:pt x="4427" y="11473"/>
                    <a:pt x="4527" y="11511"/>
                    <a:pt x="4628" y="11511"/>
                  </a:cubicBezTo>
                  <a:cubicBezTo>
                    <a:pt x="4723" y="11511"/>
                    <a:pt x="4819" y="11476"/>
                    <a:pt x="4893" y="11404"/>
                  </a:cubicBezTo>
                  <a:cubicBezTo>
                    <a:pt x="5047" y="11258"/>
                    <a:pt x="5055" y="11016"/>
                    <a:pt x="4907" y="10862"/>
                  </a:cubicBezTo>
                  <a:cubicBezTo>
                    <a:pt x="2247" y="8066"/>
                    <a:pt x="807" y="392"/>
                    <a:pt x="793" y="314"/>
                  </a:cubicBezTo>
                  <a:cubicBezTo>
                    <a:pt x="757" y="130"/>
                    <a:pt x="596" y="1"/>
                    <a:pt x="41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2"/>
            <p:cNvSpPr/>
            <p:nvPr/>
          </p:nvSpPr>
          <p:spPr>
            <a:xfrm>
              <a:off x="2458692" y="1892590"/>
              <a:ext cx="84826" cy="1072191"/>
            </a:xfrm>
            <a:custGeom>
              <a:rect b="b" l="l" r="r" t="t"/>
              <a:pathLst>
                <a:path extrusionOk="0" h="58295" w="4612">
                  <a:moveTo>
                    <a:pt x="0" y="0"/>
                  </a:moveTo>
                  <a:cubicBezTo>
                    <a:pt x="0" y="0"/>
                    <a:pt x="1532" y="6661"/>
                    <a:pt x="1325" y="12388"/>
                  </a:cubicBezTo>
                  <a:cubicBezTo>
                    <a:pt x="1116" y="18119"/>
                    <a:pt x="1482" y="31912"/>
                    <a:pt x="2034" y="38513"/>
                  </a:cubicBezTo>
                  <a:cubicBezTo>
                    <a:pt x="2662" y="46028"/>
                    <a:pt x="3325" y="52832"/>
                    <a:pt x="2363" y="57347"/>
                  </a:cubicBezTo>
                  <a:cubicBezTo>
                    <a:pt x="2249" y="57884"/>
                    <a:pt x="2708" y="58171"/>
                    <a:pt x="3506" y="58294"/>
                  </a:cubicBezTo>
                  <a:cubicBezTo>
                    <a:pt x="4611" y="53357"/>
                    <a:pt x="2997" y="37850"/>
                    <a:pt x="2713" y="34721"/>
                  </a:cubicBezTo>
                  <a:cubicBezTo>
                    <a:pt x="2404" y="31360"/>
                    <a:pt x="2201" y="20017"/>
                    <a:pt x="2291" y="12407"/>
                  </a:cubicBezTo>
                  <a:cubicBezTo>
                    <a:pt x="2363" y="6545"/>
                    <a:pt x="1395" y="1958"/>
                    <a:pt x="946" y="158"/>
                  </a:cubicBezTo>
                  <a:cubicBezTo>
                    <a:pt x="359" y="50"/>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2"/>
            <p:cNvSpPr/>
            <p:nvPr/>
          </p:nvSpPr>
          <p:spPr>
            <a:xfrm>
              <a:off x="2505172" y="1942235"/>
              <a:ext cx="26393" cy="587438"/>
            </a:xfrm>
            <a:custGeom>
              <a:rect b="b" l="l" r="r" t="t"/>
              <a:pathLst>
                <a:path extrusionOk="0" h="31939" w="1435">
                  <a:moveTo>
                    <a:pt x="219" y="0"/>
                  </a:moveTo>
                  <a:cubicBezTo>
                    <a:pt x="217" y="0"/>
                    <a:pt x="215" y="0"/>
                    <a:pt x="214" y="0"/>
                  </a:cubicBezTo>
                  <a:cubicBezTo>
                    <a:pt x="93" y="7"/>
                    <a:pt x="0" y="110"/>
                    <a:pt x="6" y="232"/>
                  </a:cubicBezTo>
                  <a:cubicBezTo>
                    <a:pt x="15" y="426"/>
                    <a:pt x="994" y="19768"/>
                    <a:pt x="913" y="31718"/>
                  </a:cubicBezTo>
                  <a:cubicBezTo>
                    <a:pt x="913" y="31839"/>
                    <a:pt x="1009" y="31939"/>
                    <a:pt x="1133" y="31939"/>
                  </a:cubicBezTo>
                  <a:cubicBezTo>
                    <a:pt x="1255" y="31939"/>
                    <a:pt x="1351" y="31841"/>
                    <a:pt x="1352" y="31720"/>
                  </a:cubicBezTo>
                  <a:cubicBezTo>
                    <a:pt x="1435" y="19756"/>
                    <a:pt x="455" y="403"/>
                    <a:pt x="444" y="207"/>
                  </a:cubicBezTo>
                  <a:cubicBezTo>
                    <a:pt x="437" y="91"/>
                    <a:pt x="337" y="0"/>
                    <a:pt x="2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2"/>
            <p:cNvSpPr/>
            <p:nvPr/>
          </p:nvSpPr>
          <p:spPr>
            <a:xfrm>
              <a:off x="2536128" y="2698778"/>
              <a:ext cx="130973" cy="119294"/>
            </a:xfrm>
            <a:custGeom>
              <a:rect b="b" l="l" r="r" t="t"/>
              <a:pathLst>
                <a:path extrusionOk="0" h="6486" w="7121">
                  <a:moveTo>
                    <a:pt x="427" y="1"/>
                  </a:moveTo>
                  <a:cubicBezTo>
                    <a:pt x="323" y="1"/>
                    <a:pt x="220" y="43"/>
                    <a:pt x="144" y="127"/>
                  </a:cubicBezTo>
                  <a:cubicBezTo>
                    <a:pt x="1" y="284"/>
                    <a:pt x="12" y="526"/>
                    <a:pt x="168" y="669"/>
                  </a:cubicBezTo>
                  <a:lnTo>
                    <a:pt x="6437" y="6385"/>
                  </a:lnTo>
                  <a:cubicBezTo>
                    <a:pt x="6509" y="6454"/>
                    <a:pt x="6601" y="6485"/>
                    <a:pt x="6694" y="6485"/>
                  </a:cubicBezTo>
                  <a:cubicBezTo>
                    <a:pt x="6797" y="6485"/>
                    <a:pt x="6900" y="6444"/>
                    <a:pt x="6977" y="6361"/>
                  </a:cubicBezTo>
                  <a:cubicBezTo>
                    <a:pt x="7120" y="6203"/>
                    <a:pt x="7109" y="5962"/>
                    <a:pt x="6953" y="5819"/>
                  </a:cubicBezTo>
                  <a:lnTo>
                    <a:pt x="684" y="101"/>
                  </a:lnTo>
                  <a:cubicBezTo>
                    <a:pt x="611" y="34"/>
                    <a:pt x="519" y="1"/>
                    <a:pt x="4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2"/>
            <p:cNvSpPr/>
            <p:nvPr/>
          </p:nvSpPr>
          <p:spPr>
            <a:xfrm>
              <a:off x="2060933" y="1895920"/>
              <a:ext cx="286114" cy="1077010"/>
            </a:xfrm>
            <a:custGeom>
              <a:rect b="b" l="l" r="r" t="t"/>
              <a:pathLst>
                <a:path extrusionOk="0" h="58557" w="15556">
                  <a:moveTo>
                    <a:pt x="11006" y="1"/>
                  </a:moveTo>
                  <a:cubicBezTo>
                    <a:pt x="11006" y="1"/>
                    <a:pt x="10606" y="68"/>
                    <a:pt x="9972" y="220"/>
                  </a:cubicBezTo>
                  <a:cubicBezTo>
                    <a:pt x="8225" y="642"/>
                    <a:pt x="4708" y="1731"/>
                    <a:pt x="3020" y="3958"/>
                  </a:cubicBezTo>
                  <a:cubicBezTo>
                    <a:pt x="722" y="6990"/>
                    <a:pt x="2767" y="26016"/>
                    <a:pt x="2438" y="32370"/>
                  </a:cubicBezTo>
                  <a:cubicBezTo>
                    <a:pt x="2109" y="38723"/>
                    <a:pt x="1" y="57590"/>
                    <a:pt x="3950" y="57993"/>
                  </a:cubicBezTo>
                  <a:cubicBezTo>
                    <a:pt x="6110" y="58215"/>
                    <a:pt x="7671" y="58557"/>
                    <a:pt x="9915" y="58557"/>
                  </a:cubicBezTo>
                  <a:cubicBezTo>
                    <a:pt x="10748" y="58557"/>
                    <a:pt x="11675" y="58510"/>
                    <a:pt x="12761" y="58392"/>
                  </a:cubicBezTo>
                  <a:cubicBezTo>
                    <a:pt x="12946" y="58372"/>
                    <a:pt x="13136" y="58349"/>
                    <a:pt x="13330" y="58326"/>
                  </a:cubicBezTo>
                  <a:cubicBezTo>
                    <a:pt x="15556" y="58049"/>
                    <a:pt x="12725" y="47350"/>
                    <a:pt x="12728" y="38085"/>
                  </a:cubicBezTo>
                  <a:cubicBezTo>
                    <a:pt x="12728" y="31460"/>
                    <a:pt x="12252" y="17840"/>
                    <a:pt x="12045" y="12110"/>
                  </a:cubicBezTo>
                  <a:cubicBezTo>
                    <a:pt x="11836" y="6382"/>
                    <a:pt x="11006" y="1"/>
                    <a:pt x="110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2"/>
            <p:cNvSpPr/>
            <p:nvPr/>
          </p:nvSpPr>
          <p:spPr>
            <a:xfrm>
              <a:off x="2244353" y="1895975"/>
              <a:ext cx="102704" cy="1073938"/>
            </a:xfrm>
            <a:custGeom>
              <a:rect b="b" l="l" r="r" t="t"/>
              <a:pathLst>
                <a:path extrusionOk="0" h="58390" w="5584">
                  <a:moveTo>
                    <a:pt x="1034" y="1"/>
                  </a:moveTo>
                  <a:cubicBezTo>
                    <a:pt x="1034" y="1"/>
                    <a:pt x="634" y="67"/>
                    <a:pt x="0" y="218"/>
                  </a:cubicBezTo>
                  <a:cubicBezTo>
                    <a:pt x="219" y="2844"/>
                    <a:pt x="1426" y="17864"/>
                    <a:pt x="1529" y="31001"/>
                  </a:cubicBezTo>
                  <a:cubicBezTo>
                    <a:pt x="1642" y="45455"/>
                    <a:pt x="2672" y="50394"/>
                    <a:pt x="2753" y="54387"/>
                  </a:cubicBezTo>
                  <a:cubicBezTo>
                    <a:pt x="2785" y="55851"/>
                    <a:pt x="2793" y="57229"/>
                    <a:pt x="2789" y="58389"/>
                  </a:cubicBezTo>
                  <a:cubicBezTo>
                    <a:pt x="2974" y="58369"/>
                    <a:pt x="3164" y="58346"/>
                    <a:pt x="3358" y="58323"/>
                  </a:cubicBezTo>
                  <a:cubicBezTo>
                    <a:pt x="5584" y="58046"/>
                    <a:pt x="2753" y="47347"/>
                    <a:pt x="2756" y="38083"/>
                  </a:cubicBezTo>
                  <a:cubicBezTo>
                    <a:pt x="2756" y="31459"/>
                    <a:pt x="2280" y="17838"/>
                    <a:pt x="2073" y="12109"/>
                  </a:cubicBezTo>
                  <a:cubicBezTo>
                    <a:pt x="1864" y="6381"/>
                    <a:pt x="1034" y="1"/>
                    <a:pt x="10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2"/>
            <p:cNvSpPr/>
            <p:nvPr/>
          </p:nvSpPr>
          <p:spPr>
            <a:xfrm>
              <a:off x="2231772" y="1947808"/>
              <a:ext cx="24039" cy="587438"/>
            </a:xfrm>
            <a:custGeom>
              <a:rect b="b" l="l" r="r" t="t"/>
              <a:pathLst>
                <a:path extrusionOk="0" h="31939" w="1307">
                  <a:moveTo>
                    <a:pt x="218" y="0"/>
                  </a:moveTo>
                  <a:cubicBezTo>
                    <a:pt x="96" y="0"/>
                    <a:pt x="1" y="99"/>
                    <a:pt x="1" y="221"/>
                  </a:cubicBezTo>
                  <a:cubicBezTo>
                    <a:pt x="2" y="415"/>
                    <a:pt x="109" y="19794"/>
                    <a:pt x="862" y="31734"/>
                  </a:cubicBezTo>
                  <a:cubicBezTo>
                    <a:pt x="869" y="31850"/>
                    <a:pt x="966" y="31939"/>
                    <a:pt x="1080" y="31939"/>
                  </a:cubicBezTo>
                  <a:lnTo>
                    <a:pt x="1095" y="31939"/>
                  </a:lnTo>
                  <a:cubicBezTo>
                    <a:pt x="1216" y="31932"/>
                    <a:pt x="1306" y="31829"/>
                    <a:pt x="1299" y="31707"/>
                  </a:cubicBezTo>
                  <a:cubicBezTo>
                    <a:pt x="547" y="19777"/>
                    <a:pt x="440" y="414"/>
                    <a:pt x="438" y="218"/>
                  </a:cubicBezTo>
                  <a:cubicBezTo>
                    <a:pt x="438" y="96"/>
                    <a:pt x="340" y="0"/>
                    <a:pt x="2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2"/>
            <p:cNvSpPr/>
            <p:nvPr/>
          </p:nvSpPr>
          <p:spPr>
            <a:xfrm>
              <a:off x="2114495" y="2698778"/>
              <a:ext cx="130991" cy="119294"/>
            </a:xfrm>
            <a:custGeom>
              <a:rect b="b" l="l" r="r" t="t"/>
              <a:pathLst>
                <a:path extrusionOk="0" h="6486" w="7122">
                  <a:moveTo>
                    <a:pt x="6694" y="1"/>
                  </a:moveTo>
                  <a:cubicBezTo>
                    <a:pt x="6602" y="1"/>
                    <a:pt x="6510" y="34"/>
                    <a:pt x="6437" y="101"/>
                  </a:cubicBezTo>
                  <a:lnTo>
                    <a:pt x="168" y="5819"/>
                  </a:lnTo>
                  <a:cubicBezTo>
                    <a:pt x="12" y="5962"/>
                    <a:pt x="1" y="6205"/>
                    <a:pt x="144" y="6361"/>
                  </a:cubicBezTo>
                  <a:cubicBezTo>
                    <a:pt x="218" y="6442"/>
                    <a:pt x="323" y="6485"/>
                    <a:pt x="427" y="6485"/>
                  </a:cubicBezTo>
                  <a:cubicBezTo>
                    <a:pt x="517" y="6485"/>
                    <a:pt x="610" y="6454"/>
                    <a:pt x="686" y="6385"/>
                  </a:cubicBezTo>
                  <a:lnTo>
                    <a:pt x="6953" y="669"/>
                  </a:lnTo>
                  <a:cubicBezTo>
                    <a:pt x="7110" y="526"/>
                    <a:pt x="7122" y="283"/>
                    <a:pt x="6979" y="127"/>
                  </a:cubicBezTo>
                  <a:cubicBezTo>
                    <a:pt x="6903" y="43"/>
                    <a:pt x="6799" y="1"/>
                    <a:pt x="669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2"/>
            <p:cNvSpPr/>
            <p:nvPr/>
          </p:nvSpPr>
          <p:spPr>
            <a:xfrm>
              <a:off x="1875325" y="1963240"/>
              <a:ext cx="346092" cy="798161"/>
            </a:xfrm>
            <a:custGeom>
              <a:rect b="b" l="l" r="r" t="t"/>
              <a:pathLst>
                <a:path extrusionOk="0" h="43396" w="18817">
                  <a:moveTo>
                    <a:pt x="14519" y="1"/>
                  </a:moveTo>
                  <a:cubicBezTo>
                    <a:pt x="13277" y="1"/>
                    <a:pt x="12062" y="614"/>
                    <a:pt x="11342" y="1737"/>
                  </a:cubicBezTo>
                  <a:cubicBezTo>
                    <a:pt x="10279" y="3392"/>
                    <a:pt x="9215" y="5061"/>
                    <a:pt x="8167" y="6760"/>
                  </a:cubicBezTo>
                  <a:cubicBezTo>
                    <a:pt x="7117" y="8460"/>
                    <a:pt x="6086" y="10195"/>
                    <a:pt x="5099" y="11986"/>
                  </a:cubicBezTo>
                  <a:cubicBezTo>
                    <a:pt x="4114" y="13779"/>
                    <a:pt x="3174" y="15631"/>
                    <a:pt x="2336" y="17563"/>
                  </a:cubicBezTo>
                  <a:cubicBezTo>
                    <a:pt x="1498" y="19494"/>
                    <a:pt x="761" y="21503"/>
                    <a:pt x="182" y="23574"/>
                  </a:cubicBezTo>
                  <a:lnTo>
                    <a:pt x="181" y="23581"/>
                  </a:lnTo>
                  <a:cubicBezTo>
                    <a:pt x="1" y="24252"/>
                    <a:pt x="12" y="24947"/>
                    <a:pt x="182" y="25575"/>
                  </a:cubicBezTo>
                  <a:lnTo>
                    <a:pt x="207" y="25657"/>
                  </a:lnTo>
                  <a:lnTo>
                    <a:pt x="225" y="25714"/>
                  </a:lnTo>
                  <a:lnTo>
                    <a:pt x="259" y="25814"/>
                  </a:lnTo>
                  <a:lnTo>
                    <a:pt x="325" y="25996"/>
                  </a:lnTo>
                  <a:cubicBezTo>
                    <a:pt x="368" y="26113"/>
                    <a:pt x="411" y="26227"/>
                    <a:pt x="454" y="26335"/>
                  </a:cubicBezTo>
                  <a:cubicBezTo>
                    <a:pt x="540" y="26553"/>
                    <a:pt x="627" y="26764"/>
                    <a:pt x="717" y="26971"/>
                  </a:cubicBezTo>
                  <a:cubicBezTo>
                    <a:pt x="893" y="27383"/>
                    <a:pt x="1076" y="27786"/>
                    <a:pt x="1262" y="28179"/>
                  </a:cubicBezTo>
                  <a:cubicBezTo>
                    <a:pt x="1635" y="28968"/>
                    <a:pt x="2030" y="29728"/>
                    <a:pt x="2441" y="30475"/>
                  </a:cubicBezTo>
                  <a:cubicBezTo>
                    <a:pt x="3259" y="31965"/>
                    <a:pt x="4144" y="33395"/>
                    <a:pt x="5079" y="34780"/>
                  </a:cubicBezTo>
                  <a:cubicBezTo>
                    <a:pt x="5544" y="35473"/>
                    <a:pt x="6026" y="36148"/>
                    <a:pt x="6514" y="36821"/>
                  </a:cubicBezTo>
                  <a:cubicBezTo>
                    <a:pt x="7007" y="37486"/>
                    <a:pt x="7506" y="38149"/>
                    <a:pt x="8021" y="38793"/>
                  </a:cubicBezTo>
                  <a:cubicBezTo>
                    <a:pt x="9048" y="40087"/>
                    <a:pt x="10111" y="41340"/>
                    <a:pt x="11212" y="42554"/>
                  </a:cubicBezTo>
                  <a:cubicBezTo>
                    <a:pt x="11718" y="43112"/>
                    <a:pt x="12413" y="43396"/>
                    <a:pt x="13111" y="43396"/>
                  </a:cubicBezTo>
                  <a:cubicBezTo>
                    <a:pt x="13726" y="43396"/>
                    <a:pt x="14343" y="43176"/>
                    <a:pt x="14834" y="42730"/>
                  </a:cubicBezTo>
                  <a:cubicBezTo>
                    <a:pt x="15800" y="41852"/>
                    <a:pt x="15943" y="40406"/>
                    <a:pt x="15213" y="39363"/>
                  </a:cubicBezTo>
                  <a:lnTo>
                    <a:pt x="15206" y="39352"/>
                  </a:lnTo>
                  <a:cubicBezTo>
                    <a:pt x="14330" y="38099"/>
                    <a:pt x="13502" y="36819"/>
                    <a:pt x="12718" y="35521"/>
                  </a:cubicBezTo>
                  <a:cubicBezTo>
                    <a:pt x="12324" y="34873"/>
                    <a:pt x="11950" y="34215"/>
                    <a:pt x="11581" y="33557"/>
                  </a:cubicBezTo>
                  <a:cubicBezTo>
                    <a:pt x="11219" y="32895"/>
                    <a:pt x="10864" y="32231"/>
                    <a:pt x="10528" y="31562"/>
                  </a:cubicBezTo>
                  <a:cubicBezTo>
                    <a:pt x="9856" y="30222"/>
                    <a:pt x="9241" y="28866"/>
                    <a:pt x="8705" y="27500"/>
                  </a:cubicBezTo>
                  <a:cubicBezTo>
                    <a:pt x="8436" y="26819"/>
                    <a:pt x="8188" y="26134"/>
                    <a:pt x="7968" y="25458"/>
                  </a:cubicBezTo>
                  <a:cubicBezTo>
                    <a:pt x="7905" y="25269"/>
                    <a:pt x="7847" y="25079"/>
                    <a:pt x="7789" y="24890"/>
                  </a:cubicBezTo>
                  <a:cubicBezTo>
                    <a:pt x="7768" y="24814"/>
                    <a:pt x="7745" y="24740"/>
                    <a:pt x="7724" y="24667"/>
                  </a:cubicBezTo>
                  <a:cubicBezTo>
                    <a:pt x="7756" y="24560"/>
                    <a:pt x="7789" y="24452"/>
                    <a:pt x="7825" y="24347"/>
                  </a:cubicBezTo>
                  <a:cubicBezTo>
                    <a:pt x="8233" y="23074"/>
                    <a:pt x="8713" y="21815"/>
                    <a:pt x="9255" y="20565"/>
                  </a:cubicBezTo>
                  <a:cubicBezTo>
                    <a:pt x="9976" y="18905"/>
                    <a:pt x="10944" y="17016"/>
                    <a:pt x="11804" y="15354"/>
                  </a:cubicBezTo>
                  <a:cubicBezTo>
                    <a:pt x="13540" y="12000"/>
                    <a:pt x="15449" y="8483"/>
                    <a:pt x="17689" y="5812"/>
                  </a:cubicBezTo>
                  <a:lnTo>
                    <a:pt x="17692" y="5807"/>
                  </a:lnTo>
                  <a:cubicBezTo>
                    <a:pt x="18816" y="4054"/>
                    <a:pt x="18304" y="1723"/>
                    <a:pt x="16551" y="599"/>
                  </a:cubicBezTo>
                  <a:cubicBezTo>
                    <a:pt x="15920" y="194"/>
                    <a:pt x="15215" y="1"/>
                    <a:pt x="145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2"/>
            <p:cNvSpPr/>
            <p:nvPr/>
          </p:nvSpPr>
          <p:spPr>
            <a:xfrm>
              <a:off x="1958721" y="2398081"/>
              <a:ext cx="60677" cy="22991"/>
            </a:xfrm>
            <a:custGeom>
              <a:rect b="b" l="l" r="r" t="t"/>
              <a:pathLst>
                <a:path extrusionOk="0" h="1250" w="3299">
                  <a:moveTo>
                    <a:pt x="269" y="1"/>
                  </a:moveTo>
                  <a:cubicBezTo>
                    <a:pt x="127" y="1"/>
                    <a:pt x="7" y="113"/>
                    <a:pt x="3" y="257"/>
                  </a:cubicBezTo>
                  <a:cubicBezTo>
                    <a:pt x="0" y="401"/>
                    <a:pt x="115" y="521"/>
                    <a:pt x="259" y="525"/>
                  </a:cubicBezTo>
                  <a:cubicBezTo>
                    <a:pt x="1269" y="550"/>
                    <a:pt x="2653" y="1023"/>
                    <a:pt x="3263" y="1249"/>
                  </a:cubicBezTo>
                  <a:cubicBezTo>
                    <a:pt x="3241" y="1173"/>
                    <a:pt x="3218" y="1099"/>
                    <a:pt x="3197" y="1026"/>
                  </a:cubicBezTo>
                  <a:cubicBezTo>
                    <a:pt x="3230" y="919"/>
                    <a:pt x="3263" y="811"/>
                    <a:pt x="3298" y="706"/>
                  </a:cubicBezTo>
                  <a:cubicBezTo>
                    <a:pt x="2606" y="454"/>
                    <a:pt x="1290" y="28"/>
                    <a:pt x="272" y="1"/>
                  </a:cubicBezTo>
                  <a:cubicBezTo>
                    <a:pt x="271" y="1"/>
                    <a:pt x="270" y="1"/>
                    <a:pt x="26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2"/>
            <p:cNvSpPr/>
            <p:nvPr/>
          </p:nvSpPr>
          <p:spPr>
            <a:xfrm>
              <a:off x="1971504" y="2374501"/>
              <a:ext cx="39581" cy="41751"/>
            </a:xfrm>
            <a:custGeom>
              <a:rect b="b" l="l" r="r" t="t"/>
              <a:pathLst>
                <a:path extrusionOk="0" h="2270" w="2152">
                  <a:moveTo>
                    <a:pt x="289" y="1"/>
                  </a:moveTo>
                  <a:cubicBezTo>
                    <a:pt x="219" y="1"/>
                    <a:pt x="150" y="28"/>
                    <a:pt x="99" y="83"/>
                  </a:cubicBezTo>
                  <a:cubicBezTo>
                    <a:pt x="0" y="188"/>
                    <a:pt x="6" y="354"/>
                    <a:pt x="110" y="453"/>
                  </a:cubicBezTo>
                  <a:cubicBezTo>
                    <a:pt x="122" y="464"/>
                    <a:pt x="1279" y="1547"/>
                    <a:pt x="1626" y="2141"/>
                  </a:cubicBezTo>
                  <a:cubicBezTo>
                    <a:pt x="1674" y="2223"/>
                    <a:pt x="1760" y="2270"/>
                    <a:pt x="1849" y="2270"/>
                  </a:cubicBezTo>
                  <a:cubicBezTo>
                    <a:pt x="1853" y="2270"/>
                    <a:pt x="1857" y="2270"/>
                    <a:pt x="1861" y="2269"/>
                  </a:cubicBezTo>
                  <a:cubicBezTo>
                    <a:pt x="1904" y="2268"/>
                    <a:pt x="1947" y="2258"/>
                    <a:pt x="1984" y="2234"/>
                  </a:cubicBezTo>
                  <a:cubicBezTo>
                    <a:pt x="2110" y="2161"/>
                    <a:pt x="2151" y="2000"/>
                    <a:pt x="2077" y="1876"/>
                  </a:cubicBezTo>
                  <a:cubicBezTo>
                    <a:pt x="1691" y="1218"/>
                    <a:pt x="518" y="117"/>
                    <a:pt x="468" y="71"/>
                  </a:cubicBezTo>
                  <a:cubicBezTo>
                    <a:pt x="418" y="24"/>
                    <a:pt x="354" y="1"/>
                    <a:pt x="28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2"/>
            <p:cNvSpPr/>
            <p:nvPr/>
          </p:nvSpPr>
          <p:spPr>
            <a:xfrm>
              <a:off x="2082490" y="2680293"/>
              <a:ext cx="116866" cy="118484"/>
            </a:xfrm>
            <a:custGeom>
              <a:rect b="b" l="l" r="r" t="t"/>
              <a:pathLst>
                <a:path extrusionOk="0" h="6442" w="6354">
                  <a:moveTo>
                    <a:pt x="3606" y="0"/>
                  </a:moveTo>
                  <a:cubicBezTo>
                    <a:pt x="1812" y="259"/>
                    <a:pt x="733" y="1310"/>
                    <a:pt x="0" y="2748"/>
                  </a:cubicBezTo>
                  <a:cubicBezTo>
                    <a:pt x="0" y="2748"/>
                    <a:pt x="880" y="5914"/>
                    <a:pt x="2456" y="6442"/>
                  </a:cubicBezTo>
                  <a:lnTo>
                    <a:pt x="5900" y="3143"/>
                  </a:lnTo>
                  <a:cubicBezTo>
                    <a:pt x="5904" y="3135"/>
                    <a:pt x="5911" y="3131"/>
                    <a:pt x="5917" y="3124"/>
                  </a:cubicBezTo>
                  <a:cubicBezTo>
                    <a:pt x="6353" y="2696"/>
                    <a:pt x="6296" y="1980"/>
                    <a:pt x="5807" y="1617"/>
                  </a:cubicBezTo>
                  <a:cubicBezTo>
                    <a:pt x="4994" y="1014"/>
                    <a:pt x="3606" y="0"/>
                    <a:pt x="3606"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2"/>
            <p:cNvSpPr/>
            <p:nvPr/>
          </p:nvSpPr>
          <p:spPr>
            <a:xfrm>
              <a:off x="2171276" y="1434500"/>
              <a:ext cx="341494" cy="173625"/>
            </a:xfrm>
            <a:custGeom>
              <a:rect b="b" l="l" r="r" t="t"/>
              <a:pathLst>
                <a:path extrusionOk="0" h="9440" w="18567">
                  <a:moveTo>
                    <a:pt x="6725" y="0"/>
                  </a:moveTo>
                  <a:cubicBezTo>
                    <a:pt x="6699" y="0"/>
                    <a:pt x="6673" y="1"/>
                    <a:pt x="6646" y="2"/>
                  </a:cubicBezTo>
                  <a:cubicBezTo>
                    <a:pt x="4987" y="72"/>
                    <a:pt x="6076" y="2608"/>
                    <a:pt x="6076" y="2608"/>
                  </a:cubicBezTo>
                  <a:cubicBezTo>
                    <a:pt x="6076" y="2608"/>
                    <a:pt x="4903" y="1117"/>
                    <a:pt x="3519" y="1117"/>
                  </a:cubicBezTo>
                  <a:cubicBezTo>
                    <a:pt x="3492" y="1117"/>
                    <a:pt x="3464" y="1118"/>
                    <a:pt x="3437" y="1119"/>
                  </a:cubicBezTo>
                  <a:cubicBezTo>
                    <a:pt x="2021" y="1179"/>
                    <a:pt x="3287" y="4508"/>
                    <a:pt x="3287" y="4508"/>
                  </a:cubicBezTo>
                  <a:cubicBezTo>
                    <a:pt x="3287" y="4508"/>
                    <a:pt x="2775" y="3825"/>
                    <a:pt x="2009" y="3825"/>
                  </a:cubicBezTo>
                  <a:cubicBezTo>
                    <a:pt x="1762" y="3825"/>
                    <a:pt x="1488" y="3896"/>
                    <a:pt x="1196" y="4085"/>
                  </a:cubicBezTo>
                  <a:cubicBezTo>
                    <a:pt x="0" y="4860"/>
                    <a:pt x="3440" y="8487"/>
                    <a:pt x="3440" y="8487"/>
                  </a:cubicBezTo>
                  <a:lnTo>
                    <a:pt x="17872" y="9439"/>
                  </a:lnTo>
                  <a:cubicBezTo>
                    <a:pt x="17872" y="9439"/>
                    <a:pt x="18567" y="8132"/>
                    <a:pt x="18285" y="6805"/>
                  </a:cubicBezTo>
                  <a:cubicBezTo>
                    <a:pt x="17946" y="5213"/>
                    <a:pt x="16852" y="4964"/>
                    <a:pt x="16852" y="4964"/>
                  </a:cubicBezTo>
                  <a:cubicBezTo>
                    <a:pt x="16852" y="4964"/>
                    <a:pt x="16400" y="2818"/>
                    <a:pt x="14023" y="2114"/>
                  </a:cubicBezTo>
                  <a:cubicBezTo>
                    <a:pt x="13173" y="1863"/>
                    <a:pt x="12277" y="1782"/>
                    <a:pt x="11476" y="1782"/>
                  </a:cubicBezTo>
                  <a:cubicBezTo>
                    <a:pt x="10032" y="1782"/>
                    <a:pt x="8897" y="2044"/>
                    <a:pt x="8897" y="2044"/>
                  </a:cubicBezTo>
                  <a:cubicBezTo>
                    <a:pt x="8897" y="2044"/>
                    <a:pt x="8324" y="0"/>
                    <a:pt x="67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2"/>
            <p:cNvSpPr/>
            <p:nvPr/>
          </p:nvSpPr>
          <p:spPr>
            <a:xfrm>
              <a:off x="2208706" y="1672494"/>
              <a:ext cx="70609" cy="94133"/>
            </a:xfrm>
            <a:custGeom>
              <a:rect b="b" l="l" r="r" t="t"/>
              <a:pathLst>
                <a:path extrusionOk="0" h="5118" w="3839">
                  <a:moveTo>
                    <a:pt x="3839" y="4981"/>
                  </a:moveTo>
                  <a:lnTo>
                    <a:pt x="3839" y="4981"/>
                  </a:lnTo>
                  <a:cubicBezTo>
                    <a:pt x="3839" y="4981"/>
                    <a:pt x="3839" y="4981"/>
                    <a:pt x="3839" y="4981"/>
                  </a:cubicBezTo>
                  <a:lnTo>
                    <a:pt x="3839" y="4981"/>
                  </a:lnTo>
                  <a:cubicBezTo>
                    <a:pt x="3839" y="4981"/>
                    <a:pt x="3839" y="4981"/>
                    <a:pt x="3839" y="4981"/>
                  </a:cubicBezTo>
                  <a:cubicBezTo>
                    <a:pt x="3839" y="4981"/>
                    <a:pt x="3839" y="4981"/>
                    <a:pt x="3839" y="4981"/>
                  </a:cubicBezTo>
                  <a:close/>
                  <a:moveTo>
                    <a:pt x="1889" y="1"/>
                  </a:moveTo>
                  <a:cubicBezTo>
                    <a:pt x="1347" y="1"/>
                    <a:pt x="632" y="249"/>
                    <a:pt x="376" y="1466"/>
                  </a:cubicBezTo>
                  <a:cubicBezTo>
                    <a:pt x="0" y="3250"/>
                    <a:pt x="1583" y="5117"/>
                    <a:pt x="3139" y="5117"/>
                  </a:cubicBezTo>
                  <a:cubicBezTo>
                    <a:pt x="3375" y="5117"/>
                    <a:pt x="3611" y="5074"/>
                    <a:pt x="3839" y="4981"/>
                  </a:cubicBezTo>
                  <a:lnTo>
                    <a:pt x="3839" y="4981"/>
                  </a:lnTo>
                  <a:cubicBezTo>
                    <a:pt x="3839" y="4980"/>
                    <a:pt x="3432" y="991"/>
                    <a:pt x="2553" y="119"/>
                  </a:cubicBezTo>
                  <a:cubicBezTo>
                    <a:pt x="2553" y="119"/>
                    <a:pt x="2262" y="1"/>
                    <a:pt x="1889"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2"/>
            <p:cNvSpPr/>
            <p:nvPr/>
          </p:nvSpPr>
          <p:spPr>
            <a:xfrm>
              <a:off x="2238007" y="1696037"/>
              <a:ext cx="37613" cy="53927"/>
            </a:xfrm>
            <a:custGeom>
              <a:rect b="b" l="l" r="r" t="t"/>
              <a:pathLst>
                <a:path extrusionOk="0" h="2932" w="2045">
                  <a:moveTo>
                    <a:pt x="260" y="0"/>
                  </a:moveTo>
                  <a:cubicBezTo>
                    <a:pt x="186" y="0"/>
                    <a:pt x="114" y="36"/>
                    <a:pt x="71" y="102"/>
                  </a:cubicBezTo>
                  <a:cubicBezTo>
                    <a:pt x="1" y="205"/>
                    <a:pt x="29" y="348"/>
                    <a:pt x="134" y="418"/>
                  </a:cubicBezTo>
                  <a:cubicBezTo>
                    <a:pt x="145" y="425"/>
                    <a:pt x="1303" y="1223"/>
                    <a:pt x="1574" y="2743"/>
                  </a:cubicBezTo>
                  <a:cubicBezTo>
                    <a:pt x="1594" y="2850"/>
                    <a:pt x="1687" y="2929"/>
                    <a:pt x="1794" y="2932"/>
                  </a:cubicBezTo>
                  <a:cubicBezTo>
                    <a:pt x="1808" y="2932"/>
                    <a:pt x="1824" y="2929"/>
                    <a:pt x="1837" y="2929"/>
                  </a:cubicBezTo>
                  <a:cubicBezTo>
                    <a:pt x="1961" y="2908"/>
                    <a:pt x="2044" y="2790"/>
                    <a:pt x="2023" y="2665"/>
                  </a:cubicBezTo>
                  <a:cubicBezTo>
                    <a:pt x="1717" y="945"/>
                    <a:pt x="440" y="74"/>
                    <a:pt x="387" y="39"/>
                  </a:cubicBezTo>
                  <a:cubicBezTo>
                    <a:pt x="348" y="13"/>
                    <a:pt x="304" y="0"/>
                    <a:pt x="2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2"/>
            <p:cNvSpPr/>
            <p:nvPr/>
          </p:nvSpPr>
          <p:spPr>
            <a:xfrm>
              <a:off x="2233924" y="1715866"/>
              <a:ext cx="31929" cy="13647"/>
            </a:xfrm>
            <a:custGeom>
              <a:rect b="b" l="l" r="r" t="t"/>
              <a:pathLst>
                <a:path extrusionOk="0" h="742" w="1736">
                  <a:moveTo>
                    <a:pt x="1298" y="1"/>
                  </a:moveTo>
                  <a:cubicBezTo>
                    <a:pt x="754" y="1"/>
                    <a:pt x="183" y="294"/>
                    <a:pt x="157" y="309"/>
                  </a:cubicBezTo>
                  <a:cubicBezTo>
                    <a:pt x="44" y="368"/>
                    <a:pt x="1" y="505"/>
                    <a:pt x="59" y="618"/>
                  </a:cubicBezTo>
                  <a:cubicBezTo>
                    <a:pt x="100" y="696"/>
                    <a:pt x="177" y="740"/>
                    <a:pt x="257" y="741"/>
                  </a:cubicBezTo>
                  <a:cubicBezTo>
                    <a:pt x="294" y="741"/>
                    <a:pt x="334" y="733"/>
                    <a:pt x="370" y="714"/>
                  </a:cubicBezTo>
                  <a:cubicBezTo>
                    <a:pt x="522" y="636"/>
                    <a:pt x="946" y="458"/>
                    <a:pt x="1297" y="458"/>
                  </a:cubicBezTo>
                  <a:cubicBezTo>
                    <a:pt x="1349" y="458"/>
                    <a:pt x="1399" y="462"/>
                    <a:pt x="1447" y="471"/>
                  </a:cubicBezTo>
                  <a:cubicBezTo>
                    <a:pt x="1460" y="473"/>
                    <a:pt x="1474" y="474"/>
                    <a:pt x="1487" y="474"/>
                  </a:cubicBezTo>
                  <a:cubicBezTo>
                    <a:pt x="1597" y="474"/>
                    <a:pt x="1692" y="398"/>
                    <a:pt x="1714" y="288"/>
                  </a:cubicBezTo>
                  <a:cubicBezTo>
                    <a:pt x="1736" y="163"/>
                    <a:pt x="1653" y="45"/>
                    <a:pt x="1530" y="20"/>
                  </a:cubicBezTo>
                  <a:cubicBezTo>
                    <a:pt x="1454" y="7"/>
                    <a:pt x="1376" y="1"/>
                    <a:pt x="1298" y="1"/>
                  </a:cubicBezTo>
                  <a:close/>
                </a:path>
              </a:pathLst>
            </a:custGeom>
            <a:solidFill>
              <a:srgbClr val="E06C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2"/>
            <p:cNvSpPr/>
            <p:nvPr/>
          </p:nvSpPr>
          <p:spPr>
            <a:xfrm>
              <a:off x="2458875" y="1672494"/>
              <a:ext cx="70627" cy="94133"/>
            </a:xfrm>
            <a:custGeom>
              <a:rect b="b" l="l" r="r" t="t"/>
              <a:pathLst>
                <a:path extrusionOk="0" h="5118" w="3840">
                  <a:moveTo>
                    <a:pt x="0" y="4981"/>
                  </a:moveTo>
                  <a:lnTo>
                    <a:pt x="0" y="4981"/>
                  </a:lnTo>
                  <a:cubicBezTo>
                    <a:pt x="0" y="4981"/>
                    <a:pt x="0" y="4981"/>
                    <a:pt x="0" y="4981"/>
                  </a:cubicBezTo>
                  <a:lnTo>
                    <a:pt x="0" y="4981"/>
                  </a:lnTo>
                  <a:cubicBezTo>
                    <a:pt x="0" y="4981"/>
                    <a:pt x="0" y="4981"/>
                    <a:pt x="0" y="4981"/>
                  </a:cubicBezTo>
                  <a:close/>
                  <a:moveTo>
                    <a:pt x="1950" y="1"/>
                  </a:moveTo>
                  <a:cubicBezTo>
                    <a:pt x="1577" y="1"/>
                    <a:pt x="1286" y="119"/>
                    <a:pt x="1286" y="119"/>
                  </a:cubicBezTo>
                  <a:cubicBezTo>
                    <a:pt x="408" y="991"/>
                    <a:pt x="3" y="4981"/>
                    <a:pt x="0" y="4981"/>
                  </a:cubicBezTo>
                  <a:cubicBezTo>
                    <a:pt x="0" y="4981"/>
                    <a:pt x="0" y="4981"/>
                    <a:pt x="0" y="4981"/>
                  </a:cubicBezTo>
                  <a:lnTo>
                    <a:pt x="0" y="4981"/>
                  </a:lnTo>
                  <a:cubicBezTo>
                    <a:pt x="228" y="5074"/>
                    <a:pt x="464" y="5117"/>
                    <a:pt x="701" y="5117"/>
                  </a:cubicBezTo>
                  <a:cubicBezTo>
                    <a:pt x="2257" y="5117"/>
                    <a:pt x="3839" y="3250"/>
                    <a:pt x="3464" y="1466"/>
                  </a:cubicBezTo>
                  <a:cubicBezTo>
                    <a:pt x="3208" y="249"/>
                    <a:pt x="2492" y="1"/>
                    <a:pt x="1950"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2"/>
            <p:cNvSpPr/>
            <p:nvPr/>
          </p:nvSpPr>
          <p:spPr>
            <a:xfrm>
              <a:off x="2462609" y="1696037"/>
              <a:ext cx="37576" cy="53927"/>
            </a:xfrm>
            <a:custGeom>
              <a:rect b="b" l="l" r="r" t="t"/>
              <a:pathLst>
                <a:path extrusionOk="0" h="2932" w="2043">
                  <a:moveTo>
                    <a:pt x="1783" y="0"/>
                  </a:moveTo>
                  <a:cubicBezTo>
                    <a:pt x="1739" y="0"/>
                    <a:pt x="1695" y="13"/>
                    <a:pt x="1657" y="39"/>
                  </a:cubicBezTo>
                  <a:cubicBezTo>
                    <a:pt x="1604" y="74"/>
                    <a:pt x="326" y="945"/>
                    <a:pt x="22" y="2665"/>
                  </a:cubicBezTo>
                  <a:cubicBezTo>
                    <a:pt x="0" y="2790"/>
                    <a:pt x="82" y="2908"/>
                    <a:pt x="208" y="2929"/>
                  </a:cubicBezTo>
                  <a:cubicBezTo>
                    <a:pt x="222" y="2929"/>
                    <a:pt x="236" y="2932"/>
                    <a:pt x="251" y="2932"/>
                  </a:cubicBezTo>
                  <a:cubicBezTo>
                    <a:pt x="358" y="2929"/>
                    <a:pt x="451" y="2850"/>
                    <a:pt x="469" y="2743"/>
                  </a:cubicBezTo>
                  <a:cubicBezTo>
                    <a:pt x="740" y="1223"/>
                    <a:pt x="1898" y="425"/>
                    <a:pt x="1911" y="418"/>
                  </a:cubicBezTo>
                  <a:cubicBezTo>
                    <a:pt x="2017" y="348"/>
                    <a:pt x="2043" y="205"/>
                    <a:pt x="1974" y="102"/>
                  </a:cubicBezTo>
                  <a:cubicBezTo>
                    <a:pt x="1930" y="36"/>
                    <a:pt x="1857" y="0"/>
                    <a:pt x="17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2"/>
            <p:cNvSpPr/>
            <p:nvPr/>
          </p:nvSpPr>
          <p:spPr>
            <a:xfrm>
              <a:off x="2472358" y="1715866"/>
              <a:ext cx="31911" cy="13647"/>
            </a:xfrm>
            <a:custGeom>
              <a:rect b="b" l="l" r="r" t="t"/>
              <a:pathLst>
                <a:path extrusionOk="0" h="742" w="1735">
                  <a:moveTo>
                    <a:pt x="438" y="1"/>
                  </a:moveTo>
                  <a:cubicBezTo>
                    <a:pt x="360" y="1"/>
                    <a:pt x="282" y="7"/>
                    <a:pt x="207" y="20"/>
                  </a:cubicBezTo>
                  <a:cubicBezTo>
                    <a:pt x="81" y="45"/>
                    <a:pt x="1" y="163"/>
                    <a:pt x="22" y="288"/>
                  </a:cubicBezTo>
                  <a:cubicBezTo>
                    <a:pt x="43" y="398"/>
                    <a:pt x="140" y="474"/>
                    <a:pt x="249" y="474"/>
                  </a:cubicBezTo>
                  <a:cubicBezTo>
                    <a:pt x="262" y="474"/>
                    <a:pt x="275" y="473"/>
                    <a:pt x="288" y="471"/>
                  </a:cubicBezTo>
                  <a:cubicBezTo>
                    <a:pt x="336" y="462"/>
                    <a:pt x="387" y="458"/>
                    <a:pt x="439" y="458"/>
                  </a:cubicBezTo>
                  <a:cubicBezTo>
                    <a:pt x="790" y="458"/>
                    <a:pt x="1214" y="636"/>
                    <a:pt x="1367" y="714"/>
                  </a:cubicBezTo>
                  <a:cubicBezTo>
                    <a:pt x="1404" y="733"/>
                    <a:pt x="1441" y="741"/>
                    <a:pt x="1480" y="741"/>
                  </a:cubicBezTo>
                  <a:cubicBezTo>
                    <a:pt x="1560" y="740"/>
                    <a:pt x="1637" y="696"/>
                    <a:pt x="1676" y="618"/>
                  </a:cubicBezTo>
                  <a:cubicBezTo>
                    <a:pt x="1734" y="505"/>
                    <a:pt x="1691" y="368"/>
                    <a:pt x="1580" y="309"/>
                  </a:cubicBezTo>
                  <a:cubicBezTo>
                    <a:pt x="1552" y="294"/>
                    <a:pt x="983" y="1"/>
                    <a:pt x="4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2"/>
            <p:cNvSpPr/>
            <p:nvPr/>
          </p:nvSpPr>
          <p:spPr>
            <a:xfrm>
              <a:off x="2305768" y="1790341"/>
              <a:ext cx="139047" cy="137447"/>
            </a:xfrm>
            <a:custGeom>
              <a:rect b="b" l="l" r="r" t="t"/>
              <a:pathLst>
                <a:path extrusionOk="0" h="7473" w="7560">
                  <a:moveTo>
                    <a:pt x="534" y="0"/>
                  </a:moveTo>
                  <a:lnTo>
                    <a:pt x="91" y="5095"/>
                  </a:lnTo>
                  <a:lnTo>
                    <a:pt x="1" y="6110"/>
                  </a:lnTo>
                  <a:cubicBezTo>
                    <a:pt x="1" y="6110"/>
                    <a:pt x="1438" y="7473"/>
                    <a:pt x="3781" y="7473"/>
                  </a:cubicBezTo>
                  <a:cubicBezTo>
                    <a:pt x="6122" y="7473"/>
                    <a:pt x="7559" y="6110"/>
                    <a:pt x="7559" y="6110"/>
                  </a:cubicBezTo>
                  <a:lnTo>
                    <a:pt x="7235" y="2949"/>
                  </a:lnTo>
                  <a:lnTo>
                    <a:pt x="6930" y="0"/>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2"/>
            <p:cNvSpPr/>
            <p:nvPr/>
          </p:nvSpPr>
          <p:spPr>
            <a:xfrm>
              <a:off x="2307424" y="1790286"/>
              <a:ext cx="131414" cy="95843"/>
            </a:xfrm>
            <a:custGeom>
              <a:rect b="b" l="l" r="r" t="t"/>
              <a:pathLst>
                <a:path extrusionOk="0" h="5211" w="7145">
                  <a:moveTo>
                    <a:pt x="444" y="0"/>
                  </a:moveTo>
                  <a:lnTo>
                    <a:pt x="1" y="5096"/>
                  </a:lnTo>
                  <a:cubicBezTo>
                    <a:pt x="585" y="5175"/>
                    <a:pt x="1129" y="5211"/>
                    <a:pt x="1633" y="5211"/>
                  </a:cubicBezTo>
                  <a:cubicBezTo>
                    <a:pt x="4884" y="5211"/>
                    <a:pt x="6512" y="3731"/>
                    <a:pt x="7145" y="2951"/>
                  </a:cubicBezTo>
                  <a:lnTo>
                    <a:pt x="6840" y="0"/>
                  </a:lnTo>
                  <a:close/>
                </a:path>
              </a:pathLst>
            </a:custGeom>
            <a:solidFill>
              <a:srgbClr val="1C32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2"/>
            <p:cNvSpPr/>
            <p:nvPr/>
          </p:nvSpPr>
          <p:spPr>
            <a:xfrm>
              <a:off x="2242458" y="1567338"/>
              <a:ext cx="249825" cy="295347"/>
            </a:xfrm>
            <a:custGeom>
              <a:rect b="b" l="l" r="r" t="t"/>
              <a:pathLst>
                <a:path extrusionOk="0" h="16058" w="13583">
                  <a:moveTo>
                    <a:pt x="7087" y="0"/>
                  </a:moveTo>
                  <a:cubicBezTo>
                    <a:pt x="5102" y="0"/>
                    <a:pt x="2930" y="514"/>
                    <a:pt x="1003" y="1877"/>
                  </a:cubicBezTo>
                  <a:cubicBezTo>
                    <a:pt x="346" y="2338"/>
                    <a:pt x="0" y="3123"/>
                    <a:pt x="86" y="3919"/>
                  </a:cubicBezTo>
                  <a:cubicBezTo>
                    <a:pt x="159" y="4604"/>
                    <a:pt x="279" y="5527"/>
                    <a:pt x="474" y="6561"/>
                  </a:cubicBezTo>
                  <a:cubicBezTo>
                    <a:pt x="554" y="6984"/>
                    <a:pt x="645" y="7428"/>
                    <a:pt x="751" y="7881"/>
                  </a:cubicBezTo>
                  <a:cubicBezTo>
                    <a:pt x="916" y="8586"/>
                    <a:pt x="1116" y="9317"/>
                    <a:pt x="1355" y="10036"/>
                  </a:cubicBezTo>
                  <a:cubicBezTo>
                    <a:pt x="2284" y="12826"/>
                    <a:pt x="3829" y="15467"/>
                    <a:pt x="6380" y="15980"/>
                  </a:cubicBezTo>
                  <a:cubicBezTo>
                    <a:pt x="6642" y="16033"/>
                    <a:pt x="6895" y="16058"/>
                    <a:pt x="7141" y="16058"/>
                  </a:cubicBezTo>
                  <a:cubicBezTo>
                    <a:pt x="9764" y="16058"/>
                    <a:pt x="11469" y="13176"/>
                    <a:pt x="12453" y="10053"/>
                  </a:cubicBezTo>
                  <a:cubicBezTo>
                    <a:pt x="12680" y="9333"/>
                    <a:pt x="12870" y="8596"/>
                    <a:pt x="13022" y="7881"/>
                  </a:cubicBezTo>
                  <a:cubicBezTo>
                    <a:pt x="13144" y="7315"/>
                    <a:pt x="13242" y="6758"/>
                    <a:pt x="13318" y="6233"/>
                  </a:cubicBezTo>
                  <a:cubicBezTo>
                    <a:pt x="13551" y="4632"/>
                    <a:pt x="13583" y="3300"/>
                    <a:pt x="13447" y="2702"/>
                  </a:cubicBezTo>
                  <a:cubicBezTo>
                    <a:pt x="13156" y="1413"/>
                    <a:pt x="10379" y="0"/>
                    <a:pt x="7087"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2"/>
            <p:cNvSpPr/>
            <p:nvPr/>
          </p:nvSpPr>
          <p:spPr>
            <a:xfrm>
              <a:off x="2401874" y="1644701"/>
              <a:ext cx="55582" cy="26412"/>
            </a:xfrm>
            <a:custGeom>
              <a:rect b="b" l="l" r="r" t="t"/>
              <a:pathLst>
                <a:path extrusionOk="0" h="1436" w="3022">
                  <a:moveTo>
                    <a:pt x="1099" y="0"/>
                  </a:moveTo>
                  <a:cubicBezTo>
                    <a:pt x="1047" y="0"/>
                    <a:pt x="996" y="2"/>
                    <a:pt x="947" y="5"/>
                  </a:cubicBezTo>
                  <a:cubicBezTo>
                    <a:pt x="115" y="61"/>
                    <a:pt x="0" y="1119"/>
                    <a:pt x="0" y="1119"/>
                  </a:cubicBezTo>
                  <a:lnTo>
                    <a:pt x="2969" y="1435"/>
                  </a:lnTo>
                  <a:cubicBezTo>
                    <a:pt x="3022" y="421"/>
                    <a:pt x="1924" y="0"/>
                    <a:pt x="1099" y="0"/>
                  </a:cubicBezTo>
                  <a:close/>
                </a:path>
              </a:pathLst>
            </a:custGeom>
            <a:solidFill>
              <a:srgbClr val="1C32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2"/>
            <p:cNvSpPr/>
            <p:nvPr/>
          </p:nvSpPr>
          <p:spPr>
            <a:xfrm>
              <a:off x="2292636" y="1644701"/>
              <a:ext cx="55582" cy="26412"/>
            </a:xfrm>
            <a:custGeom>
              <a:rect b="b" l="l" r="r" t="t"/>
              <a:pathLst>
                <a:path extrusionOk="0" h="1436" w="3022">
                  <a:moveTo>
                    <a:pt x="1921" y="0"/>
                  </a:moveTo>
                  <a:cubicBezTo>
                    <a:pt x="1098" y="0"/>
                    <a:pt x="0" y="421"/>
                    <a:pt x="52" y="1435"/>
                  </a:cubicBezTo>
                  <a:lnTo>
                    <a:pt x="3022" y="1119"/>
                  </a:lnTo>
                  <a:cubicBezTo>
                    <a:pt x="3022" y="1119"/>
                    <a:pt x="2907" y="61"/>
                    <a:pt x="2073" y="5"/>
                  </a:cubicBezTo>
                  <a:cubicBezTo>
                    <a:pt x="2024" y="2"/>
                    <a:pt x="1973" y="0"/>
                    <a:pt x="1921" y="0"/>
                  </a:cubicBezTo>
                  <a:close/>
                </a:path>
              </a:pathLst>
            </a:custGeom>
            <a:solidFill>
              <a:srgbClr val="1C32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2"/>
            <p:cNvSpPr/>
            <p:nvPr/>
          </p:nvSpPr>
          <p:spPr>
            <a:xfrm>
              <a:off x="2234218" y="1496560"/>
              <a:ext cx="265900" cy="221482"/>
            </a:xfrm>
            <a:custGeom>
              <a:rect b="b" l="l" r="r" t="t"/>
              <a:pathLst>
                <a:path extrusionOk="0" h="12042" w="14457">
                  <a:moveTo>
                    <a:pt x="7553" y="0"/>
                  </a:moveTo>
                  <a:cubicBezTo>
                    <a:pt x="6287" y="0"/>
                    <a:pt x="5032" y="257"/>
                    <a:pt x="3969" y="735"/>
                  </a:cubicBezTo>
                  <a:cubicBezTo>
                    <a:pt x="902" y="2117"/>
                    <a:pt x="138" y="4152"/>
                    <a:pt x="51" y="5614"/>
                  </a:cubicBezTo>
                  <a:cubicBezTo>
                    <a:pt x="1" y="6443"/>
                    <a:pt x="169" y="7091"/>
                    <a:pt x="255" y="7330"/>
                  </a:cubicBezTo>
                  <a:cubicBezTo>
                    <a:pt x="493" y="7992"/>
                    <a:pt x="1017" y="11768"/>
                    <a:pt x="1359" y="11878"/>
                  </a:cubicBezTo>
                  <a:cubicBezTo>
                    <a:pt x="1362" y="11878"/>
                    <a:pt x="1364" y="11879"/>
                    <a:pt x="1366" y="11879"/>
                  </a:cubicBezTo>
                  <a:cubicBezTo>
                    <a:pt x="1538" y="11879"/>
                    <a:pt x="1652" y="9852"/>
                    <a:pt x="1701" y="9567"/>
                  </a:cubicBezTo>
                  <a:cubicBezTo>
                    <a:pt x="1701" y="9567"/>
                    <a:pt x="2266" y="7064"/>
                    <a:pt x="2329" y="6420"/>
                  </a:cubicBezTo>
                  <a:lnTo>
                    <a:pt x="1920" y="5614"/>
                  </a:lnTo>
                  <a:cubicBezTo>
                    <a:pt x="1920" y="5614"/>
                    <a:pt x="3924" y="4391"/>
                    <a:pt x="7479" y="4199"/>
                  </a:cubicBezTo>
                  <a:cubicBezTo>
                    <a:pt x="7667" y="4189"/>
                    <a:pt x="7852" y="4184"/>
                    <a:pt x="8033" y="4184"/>
                  </a:cubicBezTo>
                  <a:cubicBezTo>
                    <a:pt x="11158" y="4184"/>
                    <a:pt x="13273" y="5594"/>
                    <a:pt x="13273" y="5594"/>
                  </a:cubicBezTo>
                  <a:lnTo>
                    <a:pt x="12884" y="6420"/>
                  </a:lnTo>
                  <a:lnTo>
                    <a:pt x="13141" y="8525"/>
                  </a:lnTo>
                  <a:cubicBezTo>
                    <a:pt x="13144" y="9301"/>
                    <a:pt x="12789" y="11858"/>
                    <a:pt x="13155" y="12036"/>
                  </a:cubicBezTo>
                  <a:cubicBezTo>
                    <a:pt x="13162" y="12040"/>
                    <a:pt x="13168" y="12041"/>
                    <a:pt x="13175" y="12041"/>
                  </a:cubicBezTo>
                  <a:cubicBezTo>
                    <a:pt x="13515" y="12041"/>
                    <a:pt x="14396" y="8102"/>
                    <a:pt x="14450" y="6065"/>
                  </a:cubicBezTo>
                  <a:cubicBezTo>
                    <a:pt x="14457" y="5814"/>
                    <a:pt x="14451" y="5591"/>
                    <a:pt x="14431" y="5408"/>
                  </a:cubicBezTo>
                  <a:cubicBezTo>
                    <a:pt x="13987" y="1619"/>
                    <a:pt x="10735" y="0"/>
                    <a:pt x="75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2"/>
            <p:cNvSpPr/>
            <p:nvPr/>
          </p:nvSpPr>
          <p:spPr>
            <a:xfrm>
              <a:off x="2231036" y="1488779"/>
              <a:ext cx="269082" cy="125878"/>
            </a:xfrm>
            <a:custGeom>
              <a:rect b="b" l="l" r="r" t="t"/>
              <a:pathLst>
                <a:path extrusionOk="0" h="6844" w="14630">
                  <a:moveTo>
                    <a:pt x="7527" y="1"/>
                  </a:moveTo>
                  <a:cubicBezTo>
                    <a:pt x="6237" y="1"/>
                    <a:pt x="4970" y="260"/>
                    <a:pt x="3921" y="732"/>
                  </a:cubicBezTo>
                  <a:cubicBezTo>
                    <a:pt x="853" y="2115"/>
                    <a:pt x="1" y="4689"/>
                    <a:pt x="222" y="6038"/>
                  </a:cubicBezTo>
                  <a:lnTo>
                    <a:pt x="2502" y="6843"/>
                  </a:lnTo>
                  <a:lnTo>
                    <a:pt x="2091" y="6037"/>
                  </a:lnTo>
                  <a:cubicBezTo>
                    <a:pt x="2091" y="6037"/>
                    <a:pt x="4097" y="4814"/>
                    <a:pt x="7652" y="4622"/>
                  </a:cubicBezTo>
                  <a:cubicBezTo>
                    <a:pt x="7841" y="4612"/>
                    <a:pt x="8027" y="4607"/>
                    <a:pt x="8210" y="4607"/>
                  </a:cubicBezTo>
                  <a:cubicBezTo>
                    <a:pt x="11333" y="4607"/>
                    <a:pt x="13446" y="6017"/>
                    <a:pt x="13446" y="6017"/>
                  </a:cubicBezTo>
                  <a:lnTo>
                    <a:pt x="13057" y="6843"/>
                  </a:lnTo>
                  <a:lnTo>
                    <a:pt x="14623" y="6488"/>
                  </a:lnTo>
                  <a:cubicBezTo>
                    <a:pt x="14630" y="6237"/>
                    <a:pt x="14617" y="6015"/>
                    <a:pt x="14603" y="5833"/>
                  </a:cubicBezTo>
                  <a:cubicBezTo>
                    <a:pt x="14276" y="1693"/>
                    <a:pt x="10827" y="1"/>
                    <a:pt x="75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2"/>
            <p:cNvSpPr/>
            <p:nvPr/>
          </p:nvSpPr>
          <p:spPr>
            <a:xfrm>
              <a:off x="2273709" y="1710660"/>
              <a:ext cx="47287" cy="24057"/>
            </a:xfrm>
            <a:custGeom>
              <a:rect b="b" l="l" r="r" t="t"/>
              <a:pathLst>
                <a:path extrusionOk="0" h="1308" w="2571">
                  <a:moveTo>
                    <a:pt x="1308" y="0"/>
                  </a:moveTo>
                  <a:cubicBezTo>
                    <a:pt x="1298" y="0"/>
                    <a:pt x="1288" y="0"/>
                    <a:pt x="1277" y="0"/>
                  </a:cubicBezTo>
                  <a:cubicBezTo>
                    <a:pt x="569" y="9"/>
                    <a:pt x="0" y="309"/>
                    <a:pt x="6" y="671"/>
                  </a:cubicBezTo>
                  <a:cubicBezTo>
                    <a:pt x="10" y="1026"/>
                    <a:pt x="571" y="1308"/>
                    <a:pt x="1262" y="1308"/>
                  </a:cubicBezTo>
                  <a:cubicBezTo>
                    <a:pt x="1272" y="1308"/>
                    <a:pt x="1283" y="1308"/>
                    <a:pt x="1293" y="1307"/>
                  </a:cubicBezTo>
                  <a:cubicBezTo>
                    <a:pt x="2000" y="1297"/>
                    <a:pt x="2570" y="997"/>
                    <a:pt x="2565" y="637"/>
                  </a:cubicBezTo>
                  <a:cubicBezTo>
                    <a:pt x="2562" y="283"/>
                    <a:pt x="2001" y="0"/>
                    <a:pt x="13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2"/>
            <p:cNvSpPr/>
            <p:nvPr/>
          </p:nvSpPr>
          <p:spPr>
            <a:xfrm>
              <a:off x="2420562" y="1710660"/>
              <a:ext cx="47269" cy="24057"/>
            </a:xfrm>
            <a:custGeom>
              <a:rect b="b" l="l" r="r" t="t"/>
              <a:pathLst>
                <a:path extrusionOk="0" h="1308" w="2570">
                  <a:moveTo>
                    <a:pt x="1309" y="0"/>
                  </a:moveTo>
                  <a:cubicBezTo>
                    <a:pt x="1299" y="0"/>
                    <a:pt x="1288" y="0"/>
                    <a:pt x="1278" y="0"/>
                  </a:cubicBezTo>
                  <a:cubicBezTo>
                    <a:pt x="572" y="9"/>
                    <a:pt x="1" y="309"/>
                    <a:pt x="7" y="671"/>
                  </a:cubicBezTo>
                  <a:cubicBezTo>
                    <a:pt x="10" y="1026"/>
                    <a:pt x="570" y="1308"/>
                    <a:pt x="1263" y="1308"/>
                  </a:cubicBezTo>
                  <a:cubicBezTo>
                    <a:pt x="1273" y="1308"/>
                    <a:pt x="1283" y="1308"/>
                    <a:pt x="1294" y="1307"/>
                  </a:cubicBezTo>
                  <a:cubicBezTo>
                    <a:pt x="2000" y="1297"/>
                    <a:pt x="2570" y="997"/>
                    <a:pt x="2565" y="637"/>
                  </a:cubicBezTo>
                  <a:cubicBezTo>
                    <a:pt x="2560" y="283"/>
                    <a:pt x="2000" y="0"/>
                    <a:pt x="13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2"/>
            <p:cNvSpPr/>
            <p:nvPr/>
          </p:nvSpPr>
          <p:spPr>
            <a:xfrm>
              <a:off x="2333782" y="1776454"/>
              <a:ext cx="83061" cy="33897"/>
            </a:xfrm>
            <a:custGeom>
              <a:rect b="b" l="l" r="r" t="t"/>
              <a:pathLst>
                <a:path extrusionOk="0" h="1843" w="4516">
                  <a:moveTo>
                    <a:pt x="1" y="0"/>
                  </a:moveTo>
                  <a:lnTo>
                    <a:pt x="1" y="0"/>
                  </a:lnTo>
                  <a:cubicBezTo>
                    <a:pt x="1" y="0"/>
                    <a:pt x="704" y="1842"/>
                    <a:pt x="2200" y="1842"/>
                  </a:cubicBezTo>
                  <a:cubicBezTo>
                    <a:pt x="3961" y="1842"/>
                    <a:pt x="4516" y="0"/>
                    <a:pt x="4516" y="0"/>
                  </a:cubicBezTo>
                  <a:lnTo>
                    <a:pt x="4516" y="0"/>
                  </a:lnTo>
                  <a:cubicBezTo>
                    <a:pt x="3928" y="143"/>
                    <a:pt x="3230" y="191"/>
                    <a:pt x="2561" y="191"/>
                  </a:cubicBezTo>
                  <a:cubicBezTo>
                    <a:pt x="1223" y="191"/>
                    <a:pt x="1" y="0"/>
                    <a:pt x="1" y="0"/>
                  </a:cubicBezTo>
                  <a:close/>
                </a:path>
              </a:pathLst>
            </a:custGeom>
            <a:solidFill>
              <a:srgbClr val="F4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2"/>
            <p:cNvSpPr/>
            <p:nvPr/>
          </p:nvSpPr>
          <p:spPr>
            <a:xfrm>
              <a:off x="2321679" y="1684118"/>
              <a:ext cx="13408" cy="23800"/>
            </a:xfrm>
            <a:custGeom>
              <a:rect b="b" l="l" r="r" t="t"/>
              <a:pathLst>
                <a:path extrusionOk="0" h="1294" w="729">
                  <a:moveTo>
                    <a:pt x="357" y="0"/>
                  </a:moveTo>
                  <a:cubicBezTo>
                    <a:pt x="356" y="0"/>
                    <a:pt x="355" y="0"/>
                    <a:pt x="354" y="0"/>
                  </a:cubicBezTo>
                  <a:cubicBezTo>
                    <a:pt x="157" y="5"/>
                    <a:pt x="1" y="295"/>
                    <a:pt x="8" y="652"/>
                  </a:cubicBezTo>
                  <a:cubicBezTo>
                    <a:pt x="15" y="1008"/>
                    <a:pt x="178" y="1293"/>
                    <a:pt x="374" y="1293"/>
                  </a:cubicBezTo>
                  <a:cubicBezTo>
                    <a:pt x="375" y="1293"/>
                    <a:pt x="376" y="1293"/>
                    <a:pt x="377" y="1293"/>
                  </a:cubicBezTo>
                  <a:cubicBezTo>
                    <a:pt x="573" y="1289"/>
                    <a:pt x="729" y="998"/>
                    <a:pt x="722" y="641"/>
                  </a:cubicBezTo>
                  <a:cubicBezTo>
                    <a:pt x="715" y="285"/>
                    <a:pt x="552" y="0"/>
                    <a:pt x="357" y="0"/>
                  </a:cubicBezTo>
                  <a:close/>
                </a:path>
              </a:pathLst>
            </a:custGeom>
            <a:solidFill>
              <a:srgbClr val="1C32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2"/>
            <p:cNvSpPr/>
            <p:nvPr/>
          </p:nvSpPr>
          <p:spPr>
            <a:xfrm>
              <a:off x="2412634" y="1684118"/>
              <a:ext cx="13371" cy="23800"/>
            </a:xfrm>
            <a:custGeom>
              <a:rect b="b" l="l" r="r" t="t"/>
              <a:pathLst>
                <a:path extrusionOk="0" h="1294" w="727">
                  <a:moveTo>
                    <a:pt x="372" y="0"/>
                  </a:moveTo>
                  <a:cubicBezTo>
                    <a:pt x="177" y="0"/>
                    <a:pt x="14" y="285"/>
                    <a:pt x="7" y="641"/>
                  </a:cubicBezTo>
                  <a:cubicBezTo>
                    <a:pt x="0" y="998"/>
                    <a:pt x="155" y="1289"/>
                    <a:pt x="352" y="1293"/>
                  </a:cubicBezTo>
                  <a:cubicBezTo>
                    <a:pt x="353" y="1293"/>
                    <a:pt x="354" y="1293"/>
                    <a:pt x="355" y="1293"/>
                  </a:cubicBezTo>
                  <a:cubicBezTo>
                    <a:pt x="549" y="1293"/>
                    <a:pt x="712" y="1008"/>
                    <a:pt x="719" y="652"/>
                  </a:cubicBezTo>
                  <a:cubicBezTo>
                    <a:pt x="727" y="295"/>
                    <a:pt x="572" y="5"/>
                    <a:pt x="375" y="0"/>
                  </a:cubicBezTo>
                  <a:cubicBezTo>
                    <a:pt x="374" y="0"/>
                    <a:pt x="373" y="0"/>
                    <a:pt x="372" y="0"/>
                  </a:cubicBezTo>
                  <a:close/>
                </a:path>
              </a:pathLst>
            </a:custGeom>
            <a:solidFill>
              <a:srgbClr val="1C32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2"/>
            <p:cNvSpPr/>
            <p:nvPr/>
          </p:nvSpPr>
          <p:spPr>
            <a:xfrm>
              <a:off x="2357215" y="1660150"/>
              <a:ext cx="35663" cy="84704"/>
            </a:xfrm>
            <a:custGeom>
              <a:rect b="b" l="l" r="r" t="t"/>
              <a:pathLst>
                <a:path extrusionOk="0" h="2805" w="1181">
                  <a:moveTo>
                    <a:pt x="590" y="1"/>
                  </a:moveTo>
                  <a:cubicBezTo>
                    <a:pt x="265" y="1"/>
                    <a:pt x="1" y="1220"/>
                    <a:pt x="1" y="1993"/>
                  </a:cubicBezTo>
                  <a:cubicBezTo>
                    <a:pt x="1" y="2767"/>
                    <a:pt x="265" y="2804"/>
                    <a:pt x="590" y="2804"/>
                  </a:cubicBezTo>
                  <a:cubicBezTo>
                    <a:pt x="916" y="2804"/>
                    <a:pt x="1181" y="2767"/>
                    <a:pt x="1181" y="1993"/>
                  </a:cubicBezTo>
                  <a:cubicBezTo>
                    <a:pt x="1181" y="1220"/>
                    <a:pt x="916" y="1"/>
                    <a:pt x="590" y="1"/>
                  </a:cubicBezTo>
                  <a:close/>
                </a:path>
              </a:pathLst>
            </a:custGeom>
            <a:solidFill>
              <a:srgbClr val="F370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7" name="Google Shape;7187;p72"/>
          <p:cNvGrpSpPr/>
          <p:nvPr/>
        </p:nvGrpSpPr>
        <p:grpSpPr>
          <a:xfrm>
            <a:off x="7423625" y="3255875"/>
            <a:ext cx="1000375" cy="1347625"/>
            <a:chOff x="7423625" y="3255875"/>
            <a:chExt cx="1000375" cy="1347625"/>
          </a:xfrm>
        </p:grpSpPr>
        <p:sp>
          <p:nvSpPr>
            <p:cNvPr id="7188" name="Google Shape;7188;p72"/>
            <p:cNvSpPr/>
            <p:nvPr/>
          </p:nvSpPr>
          <p:spPr>
            <a:xfrm>
              <a:off x="7582125" y="3471100"/>
              <a:ext cx="154925" cy="242450"/>
            </a:xfrm>
            <a:custGeom>
              <a:rect b="b" l="l" r="r" t="t"/>
              <a:pathLst>
                <a:path extrusionOk="0" h="9698" w="6197">
                  <a:moveTo>
                    <a:pt x="2245" y="0"/>
                  </a:moveTo>
                  <a:lnTo>
                    <a:pt x="2245" y="0"/>
                  </a:lnTo>
                  <a:cubicBezTo>
                    <a:pt x="2245" y="0"/>
                    <a:pt x="1" y="6964"/>
                    <a:pt x="3127" y="9351"/>
                  </a:cubicBezTo>
                  <a:cubicBezTo>
                    <a:pt x="3439" y="9590"/>
                    <a:pt x="3717" y="9697"/>
                    <a:pt x="3964" y="9697"/>
                  </a:cubicBezTo>
                  <a:cubicBezTo>
                    <a:pt x="6197" y="9697"/>
                    <a:pt x="5969" y="978"/>
                    <a:pt x="5969" y="978"/>
                  </a:cubicBezTo>
                  <a:lnTo>
                    <a:pt x="22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2"/>
            <p:cNvSpPr/>
            <p:nvPr/>
          </p:nvSpPr>
          <p:spPr>
            <a:xfrm>
              <a:off x="7423625" y="4120650"/>
              <a:ext cx="1000375" cy="482850"/>
            </a:xfrm>
            <a:custGeom>
              <a:rect b="b" l="l" r="r" t="t"/>
              <a:pathLst>
                <a:path extrusionOk="0" h="19314" w="40015">
                  <a:moveTo>
                    <a:pt x="20870" y="1"/>
                  </a:moveTo>
                  <a:cubicBezTo>
                    <a:pt x="3936" y="1"/>
                    <a:pt x="0" y="19314"/>
                    <a:pt x="0" y="19314"/>
                  </a:cubicBezTo>
                  <a:lnTo>
                    <a:pt x="40014" y="19314"/>
                  </a:lnTo>
                  <a:cubicBezTo>
                    <a:pt x="40014" y="19314"/>
                    <a:pt x="37804" y="1"/>
                    <a:pt x="208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2"/>
            <p:cNvSpPr/>
            <p:nvPr/>
          </p:nvSpPr>
          <p:spPr>
            <a:xfrm>
              <a:off x="7551925" y="3616350"/>
              <a:ext cx="172525" cy="157175"/>
            </a:xfrm>
            <a:custGeom>
              <a:rect b="b" l="l" r="r" t="t"/>
              <a:pathLst>
                <a:path extrusionOk="0" h="6287" w="6901">
                  <a:moveTo>
                    <a:pt x="3451" y="1"/>
                  </a:moveTo>
                  <a:cubicBezTo>
                    <a:pt x="2646" y="1"/>
                    <a:pt x="1842" y="308"/>
                    <a:pt x="1229" y="922"/>
                  </a:cubicBezTo>
                  <a:cubicBezTo>
                    <a:pt x="1" y="2149"/>
                    <a:pt x="1" y="4139"/>
                    <a:pt x="1229" y="5365"/>
                  </a:cubicBezTo>
                  <a:cubicBezTo>
                    <a:pt x="1842" y="5979"/>
                    <a:pt x="2646" y="6286"/>
                    <a:pt x="3451" y="6286"/>
                  </a:cubicBezTo>
                  <a:cubicBezTo>
                    <a:pt x="4255" y="6286"/>
                    <a:pt x="5059" y="5979"/>
                    <a:pt x="5672" y="5365"/>
                  </a:cubicBezTo>
                  <a:cubicBezTo>
                    <a:pt x="6900" y="4139"/>
                    <a:pt x="6900" y="2149"/>
                    <a:pt x="5672" y="922"/>
                  </a:cubicBezTo>
                  <a:cubicBezTo>
                    <a:pt x="5059" y="308"/>
                    <a:pt x="4255" y="1"/>
                    <a:pt x="3451" y="1"/>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2"/>
            <p:cNvSpPr/>
            <p:nvPr/>
          </p:nvSpPr>
          <p:spPr>
            <a:xfrm>
              <a:off x="8135175" y="3616375"/>
              <a:ext cx="172525" cy="157150"/>
            </a:xfrm>
            <a:custGeom>
              <a:rect b="b" l="l" r="r" t="t"/>
              <a:pathLst>
                <a:path extrusionOk="0" h="6286" w="6901">
                  <a:moveTo>
                    <a:pt x="3451" y="1"/>
                  </a:moveTo>
                  <a:cubicBezTo>
                    <a:pt x="2646" y="1"/>
                    <a:pt x="1842" y="307"/>
                    <a:pt x="1229" y="921"/>
                  </a:cubicBezTo>
                  <a:cubicBezTo>
                    <a:pt x="1" y="2148"/>
                    <a:pt x="1" y="4138"/>
                    <a:pt x="1229" y="5366"/>
                  </a:cubicBezTo>
                  <a:cubicBezTo>
                    <a:pt x="1842" y="5979"/>
                    <a:pt x="2646" y="6286"/>
                    <a:pt x="3451" y="6286"/>
                  </a:cubicBezTo>
                  <a:cubicBezTo>
                    <a:pt x="4255" y="6286"/>
                    <a:pt x="5059" y="5979"/>
                    <a:pt x="5673" y="5366"/>
                  </a:cubicBezTo>
                  <a:cubicBezTo>
                    <a:pt x="6900" y="4138"/>
                    <a:pt x="6900" y="2148"/>
                    <a:pt x="5673" y="921"/>
                  </a:cubicBezTo>
                  <a:cubicBezTo>
                    <a:pt x="5059" y="307"/>
                    <a:pt x="4255" y="1"/>
                    <a:pt x="3451" y="1"/>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2"/>
            <p:cNvSpPr/>
            <p:nvPr/>
          </p:nvSpPr>
          <p:spPr>
            <a:xfrm>
              <a:off x="7859500" y="3805600"/>
              <a:ext cx="171825" cy="273800"/>
            </a:xfrm>
            <a:custGeom>
              <a:rect b="b" l="l" r="r" t="t"/>
              <a:pathLst>
                <a:path extrusionOk="0" h="10952" w="6873">
                  <a:moveTo>
                    <a:pt x="6340" y="0"/>
                  </a:moveTo>
                  <a:lnTo>
                    <a:pt x="891" y="749"/>
                  </a:lnTo>
                  <a:lnTo>
                    <a:pt x="1" y="10951"/>
                  </a:lnTo>
                  <a:cubicBezTo>
                    <a:pt x="1798" y="10735"/>
                    <a:pt x="4727" y="9910"/>
                    <a:pt x="6872" y="6980"/>
                  </a:cubicBezTo>
                  <a:lnTo>
                    <a:pt x="6340" y="0"/>
                  </a:ln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2"/>
            <p:cNvSpPr/>
            <p:nvPr/>
          </p:nvSpPr>
          <p:spPr>
            <a:xfrm>
              <a:off x="7657725" y="3290725"/>
              <a:ext cx="549075" cy="659025"/>
            </a:xfrm>
            <a:custGeom>
              <a:rect b="b" l="l" r="r" t="t"/>
              <a:pathLst>
                <a:path extrusionOk="0" h="26361" w="21963">
                  <a:moveTo>
                    <a:pt x="12196" y="0"/>
                  </a:moveTo>
                  <a:cubicBezTo>
                    <a:pt x="12181" y="0"/>
                    <a:pt x="12173" y="0"/>
                    <a:pt x="12173" y="0"/>
                  </a:cubicBezTo>
                  <a:cubicBezTo>
                    <a:pt x="12173" y="0"/>
                    <a:pt x="5368" y="297"/>
                    <a:pt x="2024" y="8661"/>
                  </a:cubicBezTo>
                  <a:cubicBezTo>
                    <a:pt x="3345" y="9990"/>
                    <a:pt x="1894" y="13188"/>
                    <a:pt x="253" y="13188"/>
                  </a:cubicBezTo>
                  <a:cubicBezTo>
                    <a:pt x="202" y="13188"/>
                    <a:pt x="152" y="13185"/>
                    <a:pt x="101" y="13179"/>
                  </a:cubicBezTo>
                  <a:lnTo>
                    <a:pt x="101" y="13179"/>
                  </a:lnTo>
                  <a:cubicBezTo>
                    <a:pt x="0" y="14849"/>
                    <a:pt x="76" y="15350"/>
                    <a:pt x="258" y="17016"/>
                  </a:cubicBezTo>
                  <a:cubicBezTo>
                    <a:pt x="625" y="20311"/>
                    <a:pt x="2201" y="23182"/>
                    <a:pt x="5191" y="24777"/>
                  </a:cubicBezTo>
                  <a:cubicBezTo>
                    <a:pt x="7045" y="25766"/>
                    <a:pt x="9313" y="26360"/>
                    <a:pt x="11530" y="26360"/>
                  </a:cubicBezTo>
                  <a:cubicBezTo>
                    <a:pt x="12901" y="26360"/>
                    <a:pt x="14252" y="26133"/>
                    <a:pt x="15472" y="25631"/>
                  </a:cubicBezTo>
                  <a:cubicBezTo>
                    <a:pt x="17946" y="24613"/>
                    <a:pt x="19856" y="22797"/>
                    <a:pt x="20836" y="20351"/>
                  </a:cubicBezTo>
                  <a:cubicBezTo>
                    <a:pt x="21952" y="17563"/>
                    <a:pt x="21962" y="13998"/>
                    <a:pt x="21813" y="10986"/>
                  </a:cubicBezTo>
                  <a:cubicBezTo>
                    <a:pt x="21271" y="158"/>
                    <a:pt x="12694" y="0"/>
                    <a:pt x="12196" y="0"/>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2"/>
            <p:cNvSpPr/>
            <p:nvPr/>
          </p:nvSpPr>
          <p:spPr>
            <a:xfrm>
              <a:off x="7849675" y="3980125"/>
              <a:ext cx="196400" cy="279175"/>
            </a:xfrm>
            <a:custGeom>
              <a:rect b="b" l="l" r="r" t="t"/>
              <a:pathLst>
                <a:path extrusionOk="0" h="11167" w="7856">
                  <a:moveTo>
                    <a:pt x="7265" y="0"/>
                  </a:moveTo>
                  <a:cubicBezTo>
                    <a:pt x="5120" y="2929"/>
                    <a:pt x="2191" y="3754"/>
                    <a:pt x="393" y="3970"/>
                  </a:cubicBezTo>
                  <a:lnTo>
                    <a:pt x="0" y="8460"/>
                  </a:lnTo>
                  <a:cubicBezTo>
                    <a:pt x="0" y="8460"/>
                    <a:pt x="161" y="10705"/>
                    <a:pt x="3794" y="11132"/>
                  </a:cubicBezTo>
                  <a:cubicBezTo>
                    <a:pt x="3988" y="11155"/>
                    <a:pt x="4173" y="11166"/>
                    <a:pt x="4349" y="11166"/>
                  </a:cubicBezTo>
                  <a:cubicBezTo>
                    <a:pt x="7472" y="11166"/>
                    <a:pt x="7855" y="7767"/>
                    <a:pt x="7855" y="7767"/>
                  </a:cubicBezTo>
                  <a:lnTo>
                    <a:pt x="7265" y="0"/>
                  </a:ln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2"/>
            <p:cNvSpPr/>
            <p:nvPr/>
          </p:nvSpPr>
          <p:spPr>
            <a:xfrm>
              <a:off x="7793050" y="3648350"/>
              <a:ext cx="27950" cy="55825"/>
            </a:xfrm>
            <a:custGeom>
              <a:rect b="b" l="l" r="r" t="t"/>
              <a:pathLst>
                <a:path extrusionOk="0" h="2233" w="1118">
                  <a:moveTo>
                    <a:pt x="560" y="1"/>
                  </a:moveTo>
                  <a:cubicBezTo>
                    <a:pt x="252" y="1"/>
                    <a:pt x="1" y="500"/>
                    <a:pt x="1" y="1116"/>
                  </a:cubicBezTo>
                  <a:cubicBezTo>
                    <a:pt x="1" y="1732"/>
                    <a:pt x="252" y="2233"/>
                    <a:pt x="560" y="2233"/>
                  </a:cubicBezTo>
                  <a:cubicBezTo>
                    <a:pt x="868" y="2233"/>
                    <a:pt x="1117" y="1732"/>
                    <a:pt x="1117" y="1116"/>
                  </a:cubicBezTo>
                  <a:cubicBezTo>
                    <a:pt x="1117" y="500"/>
                    <a:pt x="868" y="1"/>
                    <a:pt x="56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2"/>
            <p:cNvSpPr/>
            <p:nvPr/>
          </p:nvSpPr>
          <p:spPr>
            <a:xfrm>
              <a:off x="8051100" y="3653075"/>
              <a:ext cx="27950" cy="55825"/>
            </a:xfrm>
            <a:custGeom>
              <a:rect b="b" l="l" r="r" t="t"/>
              <a:pathLst>
                <a:path extrusionOk="0" h="2233" w="1118">
                  <a:moveTo>
                    <a:pt x="559" y="0"/>
                  </a:moveTo>
                  <a:cubicBezTo>
                    <a:pt x="251" y="0"/>
                    <a:pt x="1" y="499"/>
                    <a:pt x="1" y="1117"/>
                  </a:cubicBezTo>
                  <a:cubicBezTo>
                    <a:pt x="1" y="1733"/>
                    <a:pt x="251" y="2232"/>
                    <a:pt x="559" y="2232"/>
                  </a:cubicBezTo>
                  <a:cubicBezTo>
                    <a:pt x="868" y="2232"/>
                    <a:pt x="1118" y="1731"/>
                    <a:pt x="1118" y="1117"/>
                  </a:cubicBezTo>
                  <a:cubicBezTo>
                    <a:pt x="1118" y="502"/>
                    <a:pt x="868" y="3"/>
                    <a:pt x="5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2"/>
            <p:cNvSpPr/>
            <p:nvPr/>
          </p:nvSpPr>
          <p:spPr>
            <a:xfrm>
              <a:off x="7895425" y="3760250"/>
              <a:ext cx="76875" cy="22600"/>
            </a:xfrm>
            <a:custGeom>
              <a:rect b="b" l="l" r="r" t="t"/>
              <a:pathLst>
                <a:path extrusionOk="0" h="904" w="3075">
                  <a:moveTo>
                    <a:pt x="3075" y="0"/>
                  </a:moveTo>
                  <a:lnTo>
                    <a:pt x="3075" y="0"/>
                  </a:lnTo>
                  <a:cubicBezTo>
                    <a:pt x="2829" y="176"/>
                    <a:pt x="2598" y="347"/>
                    <a:pt x="2342" y="452"/>
                  </a:cubicBezTo>
                  <a:cubicBezTo>
                    <a:pt x="2124" y="553"/>
                    <a:pt x="1891" y="605"/>
                    <a:pt x="1658" y="605"/>
                  </a:cubicBezTo>
                  <a:cubicBezTo>
                    <a:pt x="1624" y="605"/>
                    <a:pt x="1591" y="604"/>
                    <a:pt x="1557" y="602"/>
                  </a:cubicBezTo>
                  <a:cubicBezTo>
                    <a:pt x="1289" y="593"/>
                    <a:pt x="1024" y="519"/>
                    <a:pt x="764" y="412"/>
                  </a:cubicBezTo>
                  <a:cubicBezTo>
                    <a:pt x="505" y="302"/>
                    <a:pt x="247" y="168"/>
                    <a:pt x="0" y="3"/>
                  </a:cubicBezTo>
                  <a:lnTo>
                    <a:pt x="0" y="3"/>
                  </a:lnTo>
                  <a:cubicBezTo>
                    <a:pt x="337" y="494"/>
                    <a:pt x="900" y="867"/>
                    <a:pt x="1545" y="901"/>
                  </a:cubicBezTo>
                  <a:cubicBezTo>
                    <a:pt x="1570" y="903"/>
                    <a:pt x="1596" y="903"/>
                    <a:pt x="1622" y="903"/>
                  </a:cubicBezTo>
                  <a:cubicBezTo>
                    <a:pt x="1917" y="903"/>
                    <a:pt x="2213" y="821"/>
                    <a:pt x="2453" y="659"/>
                  </a:cubicBezTo>
                  <a:cubicBezTo>
                    <a:pt x="2591" y="588"/>
                    <a:pt x="2697" y="468"/>
                    <a:pt x="2810" y="367"/>
                  </a:cubicBezTo>
                  <a:cubicBezTo>
                    <a:pt x="2907" y="250"/>
                    <a:pt x="2995" y="126"/>
                    <a:pt x="307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2"/>
            <p:cNvSpPr/>
            <p:nvPr/>
          </p:nvSpPr>
          <p:spPr>
            <a:xfrm>
              <a:off x="7763775" y="3740450"/>
              <a:ext cx="58675" cy="58675"/>
            </a:xfrm>
            <a:custGeom>
              <a:rect b="b" l="l" r="r" t="t"/>
              <a:pathLst>
                <a:path extrusionOk="0" h="2347" w="2347">
                  <a:moveTo>
                    <a:pt x="1174" y="1"/>
                  </a:moveTo>
                  <a:cubicBezTo>
                    <a:pt x="526" y="1"/>
                    <a:pt x="1" y="527"/>
                    <a:pt x="1" y="1174"/>
                  </a:cubicBezTo>
                  <a:cubicBezTo>
                    <a:pt x="1" y="1822"/>
                    <a:pt x="526" y="2347"/>
                    <a:pt x="1174" y="2347"/>
                  </a:cubicBezTo>
                  <a:cubicBezTo>
                    <a:pt x="1822" y="2347"/>
                    <a:pt x="2347" y="1822"/>
                    <a:pt x="2347" y="1174"/>
                  </a:cubicBezTo>
                  <a:cubicBezTo>
                    <a:pt x="2347" y="527"/>
                    <a:pt x="1822" y="1"/>
                    <a:pt x="11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2"/>
            <p:cNvSpPr/>
            <p:nvPr/>
          </p:nvSpPr>
          <p:spPr>
            <a:xfrm>
              <a:off x="8035775" y="3740450"/>
              <a:ext cx="58675" cy="58675"/>
            </a:xfrm>
            <a:custGeom>
              <a:rect b="b" l="l" r="r" t="t"/>
              <a:pathLst>
                <a:path extrusionOk="0" h="2347" w="2347">
                  <a:moveTo>
                    <a:pt x="1174" y="1"/>
                  </a:moveTo>
                  <a:cubicBezTo>
                    <a:pt x="526" y="1"/>
                    <a:pt x="1" y="527"/>
                    <a:pt x="1" y="1174"/>
                  </a:cubicBezTo>
                  <a:cubicBezTo>
                    <a:pt x="1" y="1822"/>
                    <a:pt x="526" y="2347"/>
                    <a:pt x="1174" y="2347"/>
                  </a:cubicBezTo>
                  <a:cubicBezTo>
                    <a:pt x="1822" y="2347"/>
                    <a:pt x="2347" y="1822"/>
                    <a:pt x="2347" y="1174"/>
                  </a:cubicBezTo>
                  <a:cubicBezTo>
                    <a:pt x="2347" y="527"/>
                    <a:pt x="1822" y="1"/>
                    <a:pt x="11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2"/>
            <p:cNvSpPr/>
            <p:nvPr/>
          </p:nvSpPr>
          <p:spPr>
            <a:xfrm>
              <a:off x="7539225" y="3255875"/>
              <a:ext cx="680775" cy="353125"/>
            </a:xfrm>
            <a:custGeom>
              <a:rect b="b" l="l" r="r" t="t"/>
              <a:pathLst>
                <a:path extrusionOk="0" h="14125" w="27231">
                  <a:moveTo>
                    <a:pt x="20873" y="0"/>
                  </a:moveTo>
                  <a:cubicBezTo>
                    <a:pt x="20464" y="0"/>
                    <a:pt x="20054" y="26"/>
                    <a:pt x="19650" y="62"/>
                  </a:cubicBezTo>
                  <a:cubicBezTo>
                    <a:pt x="16483" y="348"/>
                    <a:pt x="13387" y="1192"/>
                    <a:pt x="10399" y="2286"/>
                  </a:cubicBezTo>
                  <a:cubicBezTo>
                    <a:pt x="10013" y="2427"/>
                    <a:pt x="9614" y="2575"/>
                    <a:pt x="9201" y="2575"/>
                  </a:cubicBezTo>
                  <a:cubicBezTo>
                    <a:pt x="9194" y="2575"/>
                    <a:pt x="9186" y="2575"/>
                    <a:pt x="9178" y="2575"/>
                  </a:cubicBezTo>
                  <a:cubicBezTo>
                    <a:pt x="8755" y="2572"/>
                    <a:pt x="8308" y="2374"/>
                    <a:pt x="8133" y="1990"/>
                  </a:cubicBezTo>
                  <a:cubicBezTo>
                    <a:pt x="7983" y="1660"/>
                    <a:pt x="8061" y="1276"/>
                    <a:pt x="8059" y="912"/>
                  </a:cubicBezTo>
                  <a:cubicBezTo>
                    <a:pt x="8056" y="549"/>
                    <a:pt x="7903" y="119"/>
                    <a:pt x="7547" y="44"/>
                  </a:cubicBezTo>
                  <a:cubicBezTo>
                    <a:pt x="7512" y="37"/>
                    <a:pt x="7478" y="33"/>
                    <a:pt x="7444" y="33"/>
                  </a:cubicBezTo>
                  <a:cubicBezTo>
                    <a:pt x="7170" y="33"/>
                    <a:pt x="6921" y="255"/>
                    <a:pt x="6751" y="483"/>
                  </a:cubicBezTo>
                  <a:cubicBezTo>
                    <a:pt x="5924" y="1603"/>
                    <a:pt x="5934" y="3113"/>
                    <a:pt x="5978" y="4505"/>
                  </a:cubicBezTo>
                  <a:cubicBezTo>
                    <a:pt x="5694" y="3749"/>
                    <a:pt x="5566" y="2936"/>
                    <a:pt x="5601" y="2129"/>
                  </a:cubicBezTo>
                  <a:cubicBezTo>
                    <a:pt x="5621" y="1674"/>
                    <a:pt x="5570" y="1051"/>
                    <a:pt x="5118" y="996"/>
                  </a:cubicBezTo>
                  <a:cubicBezTo>
                    <a:pt x="5100" y="994"/>
                    <a:pt x="5082" y="993"/>
                    <a:pt x="5065" y="993"/>
                  </a:cubicBezTo>
                  <a:cubicBezTo>
                    <a:pt x="4911" y="993"/>
                    <a:pt x="4764" y="1073"/>
                    <a:pt x="4637" y="1166"/>
                  </a:cubicBezTo>
                  <a:cubicBezTo>
                    <a:pt x="4018" y="1625"/>
                    <a:pt x="3763" y="2431"/>
                    <a:pt x="3680" y="3198"/>
                  </a:cubicBezTo>
                  <a:cubicBezTo>
                    <a:pt x="3609" y="3863"/>
                    <a:pt x="3809" y="4811"/>
                    <a:pt x="3455" y="5396"/>
                  </a:cubicBezTo>
                  <a:cubicBezTo>
                    <a:pt x="2997" y="4897"/>
                    <a:pt x="2803" y="3971"/>
                    <a:pt x="2684" y="3315"/>
                  </a:cubicBezTo>
                  <a:cubicBezTo>
                    <a:pt x="2594" y="2820"/>
                    <a:pt x="2565" y="2150"/>
                    <a:pt x="2047" y="1896"/>
                  </a:cubicBezTo>
                  <a:cubicBezTo>
                    <a:pt x="1946" y="1848"/>
                    <a:pt x="1837" y="1825"/>
                    <a:pt x="1727" y="1825"/>
                  </a:cubicBezTo>
                  <a:cubicBezTo>
                    <a:pt x="1483" y="1825"/>
                    <a:pt x="1234" y="1934"/>
                    <a:pt x="1053" y="2103"/>
                  </a:cubicBezTo>
                  <a:cubicBezTo>
                    <a:pt x="792" y="2350"/>
                    <a:pt x="650" y="2695"/>
                    <a:pt x="550" y="3042"/>
                  </a:cubicBezTo>
                  <a:cubicBezTo>
                    <a:pt x="1" y="4950"/>
                    <a:pt x="667" y="7153"/>
                    <a:pt x="2183" y="8439"/>
                  </a:cubicBezTo>
                  <a:cubicBezTo>
                    <a:pt x="2927" y="9071"/>
                    <a:pt x="3837" y="9482"/>
                    <a:pt x="4769" y="9777"/>
                  </a:cubicBezTo>
                  <a:cubicBezTo>
                    <a:pt x="6032" y="10179"/>
                    <a:pt x="7358" y="10379"/>
                    <a:pt x="8683" y="10379"/>
                  </a:cubicBezTo>
                  <a:cubicBezTo>
                    <a:pt x="10147" y="10379"/>
                    <a:pt x="11612" y="10135"/>
                    <a:pt x="12993" y="9647"/>
                  </a:cubicBezTo>
                  <a:cubicBezTo>
                    <a:pt x="15378" y="8805"/>
                    <a:pt x="17535" y="7259"/>
                    <a:pt x="20040" y="6903"/>
                  </a:cubicBezTo>
                  <a:cubicBezTo>
                    <a:pt x="20311" y="6865"/>
                    <a:pt x="20588" y="6843"/>
                    <a:pt x="20864" y="6843"/>
                  </a:cubicBezTo>
                  <a:cubicBezTo>
                    <a:pt x="21544" y="6843"/>
                    <a:pt x="22218" y="6978"/>
                    <a:pt x="22779" y="7348"/>
                  </a:cubicBezTo>
                  <a:cubicBezTo>
                    <a:pt x="23565" y="7865"/>
                    <a:pt x="24018" y="8765"/>
                    <a:pt x="24284" y="9667"/>
                  </a:cubicBezTo>
                  <a:cubicBezTo>
                    <a:pt x="24552" y="10569"/>
                    <a:pt x="24667" y="11513"/>
                    <a:pt x="24970" y="12404"/>
                  </a:cubicBezTo>
                  <a:cubicBezTo>
                    <a:pt x="25158" y="12955"/>
                    <a:pt x="25679" y="14088"/>
                    <a:pt x="26382" y="14124"/>
                  </a:cubicBezTo>
                  <a:cubicBezTo>
                    <a:pt x="26392" y="14125"/>
                    <a:pt x="26403" y="14125"/>
                    <a:pt x="26413" y="14125"/>
                  </a:cubicBezTo>
                  <a:cubicBezTo>
                    <a:pt x="27230" y="14125"/>
                    <a:pt x="27062" y="12519"/>
                    <a:pt x="27079" y="11981"/>
                  </a:cubicBezTo>
                  <a:cubicBezTo>
                    <a:pt x="27145" y="9911"/>
                    <a:pt x="26971" y="7836"/>
                    <a:pt x="26557" y="5808"/>
                  </a:cubicBezTo>
                  <a:cubicBezTo>
                    <a:pt x="26339" y="4740"/>
                    <a:pt x="26052" y="3676"/>
                    <a:pt x="25533" y="2718"/>
                  </a:cubicBezTo>
                  <a:cubicBezTo>
                    <a:pt x="25015" y="1761"/>
                    <a:pt x="24247" y="911"/>
                    <a:pt x="23258" y="453"/>
                  </a:cubicBezTo>
                  <a:cubicBezTo>
                    <a:pt x="22517" y="107"/>
                    <a:pt x="21698" y="0"/>
                    <a:pt x="208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2"/>
            <p:cNvSpPr/>
            <p:nvPr/>
          </p:nvSpPr>
          <p:spPr>
            <a:xfrm>
              <a:off x="7484325" y="4419075"/>
              <a:ext cx="893975" cy="16575"/>
            </a:xfrm>
            <a:custGeom>
              <a:rect b="b" l="l" r="r" t="t"/>
              <a:pathLst>
                <a:path extrusionOk="0" h="663" w="35759">
                  <a:moveTo>
                    <a:pt x="336" y="1"/>
                  </a:moveTo>
                  <a:lnTo>
                    <a:pt x="1" y="662"/>
                  </a:lnTo>
                  <a:lnTo>
                    <a:pt x="35758" y="662"/>
                  </a:lnTo>
                  <a:lnTo>
                    <a:pt x="3548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2"/>
            <p:cNvSpPr/>
            <p:nvPr/>
          </p:nvSpPr>
          <p:spPr>
            <a:xfrm>
              <a:off x="7442250" y="4521300"/>
              <a:ext cx="968975" cy="16525"/>
            </a:xfrm>
            <a:custGeom>
              <a:rect b="b" l="l" r="r" t="t"/>
              <a:pathLst>
                <a:path extrusionOk="0" h="661" w="38759">
                  <a:moveTo>
                    <a:pt x="231" y="0"/>
                  </a:moveTo>
                  <a:lnTo>
                    <a:pt x="1" y="661"/>
                  </a:lnTo>
                  <a:lnTo>
                    <a:pt x="38759" y="661"/>
                  </a:lnTo>
                  <a:lnTo>
                    <a:pt x="3858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2"/>
            <p:cNvSpPr/>
            <p:nvPr/>
          </p:nvSpPr>
          <p:spPr>
            <a:xfrm>
              <a:off x="8023475" y="3589750"/>
              <a:ext cx="99075" cy="30975"/>
            </a:xfrm>
            <a:custGeom>
              <a:rect b="b" l="l" r="r" t="t"/>
              <a:pathLst>
                <a:path extrusionOk="0" h="1239" w="3963">
                  <a:moveTo>
                    <a:pt x="2143" y="1"/>
                  </a:moveTo>
                  <a:cubicBezTo>
                    <a:pt x="2064" y="1"/>
                    <a:pt x="1984" y="5"/>
                    <a:pt x="1905" y="13"/>
                  </a:cubicBezTo>
                  <a:cubicBezTo>
                    <a:pt x="1505" y="59"/>
                    <a:pt x="1125" y="201"/>
                    <a:pt x="799" y="420"/>
                  </a:cubicBezTo>
                  <a:cubicBezTo>
                    <a:pt x="476" y="635"/>
                    <a:pt x="193" y="907"/>
                    <a:pt x="1" y="1238"/>
                  </a:cubicBezTo>
                  <a:cubicBezTo>
                    <a:pt x="623" y="817"/>
                    <a:pt x="1264" y="480"/>
                    <a:pt x="1946" y="412"/>
                  </a:cubicBezTo>
                  <a:cubicBezTo>
                    <a:pt x="2041" y="401"/>
                    <a:pt x="2137" y="395"/>
                    <a:pt x="2232" y="395"/>
                  </a:cubicBezTo>
                  <a:cubicBezTo>
                    <a:pt x="2476" y="395"/>
                    <a:pt x="2720" y="432"/>
                    <a:pt x="2960" y="508"/>
                  </a:cubicBezTo>
                  <a:cubicBezTo>
                    <a:pt x="3133" y="544"/>
                    <a:pt x="3289" y="628"/>
                    <a:pt x="3461" y="692"/>
                  </a:cubicBezTo>
                  <a:cubicBezTo>
                    <a:pt x="3629" y="763"/>
                    <a:pt x="3784" y="863"/>
                    <a:pt x="3963" y="939"/>
                  </a:cubicBezTo>
                  <a:cubicBezTo>
                    <a:pt x="3727" y="644"/>
                    <a:pt x="3435" y="373"/>
                    <a:pt x="3073" y="214"/>
                  </a:cubicBezTo>
                  <a:cubicBezTo>
                    <a:pt x="2791" y="69"/>
                    <a:pt x="2467" y="1"/>
                    <a:pt x="214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2"/>
            <p:cNvSpPr/>
            <p:nvPr/>
          </p:nvSpPr>
          <p:spPr>
            <a:xfrm>
              <a:off x="7745175" y="3581750"/>
              <a:ext cx="106650" cy="32075"/>
            </a:xfrm>
            <a:custGeom>
              <a:rect b="b" l="l" r="r" t="t"/>
              <a:pathLst>
                <a:path extrusionOk="0" h="1283" w="4266">
                  <a:moveTo>
                    <a:pt x="2304" y="0"/>
                  </a:moveTo>
                  <a:cubicBezTo>
                    <a:pt x="2283" y="0"/>
                    <a:pt x="2263" y="0"/>
                    <a:pt x="2242" y="1"/>
                  </a:cubicBezTo>
                  <a:cubicBezTo>
                    <a:pt x="1809" y="7"/>
                    <a:pt x="1401" y="142"/>
                    <a:pt x="1020" y="305"/>
                  </a:cubicBezTo>
                  <a:cubicBezTo>
                    <a:pt x="836" y="400"/>
                    <a:pt x="652" y="499"/>
                    <a:pt x="481" y="610"/>
                  </a:cubicBezTo>
                  <a:cubicBezTo>
                    <a:pt x="317" y="732"/>
                    <a:pt x="151" y="855"/>
                    <a:pt x="0" y="991"/>
                  </a:cubicBezTo>
                  <a:cubicBezTo>
                    <a:pt x="199" y="931"/>
                    <a:pt x="385" y="855"/>
                    <a:pt x="571" y="784"/>
                  </a:cubicBezTo>
                  <a:lnTo>
                    <a:pt x="1131" y="597"/>
                  </a:lnTo>
                  <a:cubicBezTo>
                    <a:pt x="1503" y="504"/>
                    <a:pt x="1870" y="400"/>
                    <a:pt x="2240" y="400"/>
                  </a:cubicBezTo>
                  <a:cubicBezTo>
                    <a:pt x="2245" y="400"/>
                    <a:pt x="2250" y="400"/>
                    <a:pt x="2255" y="400"/>
                  </a:cubicBezTo>
                  <a:cubicBezTo>
                    <a:pt x="2296" y="398"/>
                    <a:pt x="2337" y="397"/>
                    <a:pt x="2378" y="397"/>
                  </a:cubicBezTo>
                  <a:cubicBezTo>
                    <a:pt x="3078" y="397"/>
                    <a:pt x="3759" y="696"/>
                    <a:pt x="4266" y="1283"/>
                  </a:cubicBezTo>
                  <a:cubicBezTo>
                    <a:pt x="4143" y="889"/>
                    <a:pt x="3852" y="546"/>
                    <a:pt x="3484" y="319"/>
                  </a:cubicBezTo>
                  <a:cubicBezTo>
                    <a:pt x="3136" y="95"/>
                    <a:pt x="2713" y="0"/>
                    <a:pt x="230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2"/>
            <p:cNvSpPr/>
            <p:nvPr/>
          </p:nvSpPr>
          <p:spPr>
            <a:xfrm>
              <a:off x="7912538" y="3627061"/>
              <a:ext cx="48474" cy="115131"/>
            </a:xfrm>
            <a:custGeom>
              <a:rect b="b" l="l" r="r" t="t"/>
              <a:pathLst>
                <a:path extrusionOk="0" h="2805" w="1181">
                  <a:moveTo>
                    <a:pt x="590" y="1"/>
                  </a:moveTo>
                  <a:cubicBezTo>
                    <a:pt x="265" y="1"/>
                    <a:pt x="1" y="1220"/>
                    <a:pt x="1" y="1993"/>
                  </a:cubicBezTo>
                  <a:cubicBezTo>
                    <a:pt x="1" y="2767"/>
                    <a:pt x="265" y="2804"/>
                    <a:pt x="590" y="2804"/>
                  </a:cubicBezTo>
                  <a:cubicBezTo>
                    <a:pt x="916" y="2804"/>
                    <a:pt x="1181" y="2767"/>
                    <a:pt x="1181" y="1993"/>
                  </a:cubicBezTo>
                  <a:cubicBezTo>
                    <a:pt x="1181" y="1220"/>
                    <a:pt x="916" y="1"/>
                    <a:pt x="5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6" name="Google Shape;7206;p72"/>
          <p:cNvGrpSpPr/>
          <p:nvPr/>
        </p:nvGrpSpPr>
        <p:grpSpPr>
          <a:xfrm>
            <a:off x="6149500" y="3241325"/>
            <a:ext cx="1063800" cy="1376725"/>
            <a:chOff x="6149500" y="3241325"/>
            <a:chExt cx="1063800" cy="1376725"/>
          </a:xfrm>
        </p:grpSpPr>
        <p:sp>
          <p:nvSpPr>
            <p:cNvPr id="7207" name="Google Shape;7207;p72"/>
            <p:cNvSpPr/>
            <p:nvPr/>
          </p:nvSpPr>
          <p:spPr>
            <a:xfrm>
              <a:off x="6149500" y="3466625"/>
              <a:ext cx="839500" cy="924950"/>
            </a:xfrm>
            <a:custGeom>
              <a:rect b="b" l="l" r="r" t="t"/>
              <a:pathLst>
                <a:path extrusionOk="0" h="36998" w="33580">
                  <a:moveTo>
                    <a:pt x="22168" y="0"/>
                  </a:moveTo>
                  <a:cubicBezTo>
                    <a:pt x="20221" y="0"/>
                    <a:pt x="18263" y="305"/>
                    <a:pt x="16337" y="634"/>
                  </a:cubicBezTo>
                  <a:cubicBezTo>
                    <a:pt x="14442" y="955"/>
                    <a:pt x="11889" y="1784"/>
                    <a:pt x="11061" y="3516"/>
                  </a:cubicBezTo>
                  <a:cubicBezTo>
                    <a:pt x="10289" y="5131"/>
                    <a:pt x="10346" y="6999"/>
                    <a:pt x="10028" y="8763"/>
                  </a:cubicBezTo>
                  <a:cubicBezTo>
                    <a:pt x="9081" y="14027"/>
                    <a:pt x="4924" y="18002"/>
                    <a:pt x="1715" y="22280"/>
                  </a:cubicBezTo>
                  <a:cubicBezTo>
                    <a:pt x="1078" y="23131"/>
                    <a:pt x="457" y="24037"/>
                    <a:pt x="229" y="25075"/>
                  </a:cubicBezTo>
                  <a:cubicBezTo>
                    <a:pt x="1" y="26115"/>
                    <a:pt x="252" y="27326"/>
                    <a:pt x="1098" y="27970"/>
                  </a:cubicBezTo>
                  <a:cubicBezTo>
                    <a:pt x="1009" y="27056"/>
                    <a:pt x="1490" y="26159"/>
                    <a:pt x="2154" y="25525"/>
                  </a:cubicBezTo>
                  <a:cubicBezTo>
                    <a:pt x="2819" y="24890"/>
                    <a:pt x="3658" y="24473"/>
                    <a:pt x="4480" y="24066"/>
                  </a:cubicBezTo>
                  <a:lnTo>
                    <a:pt x="4480" y="24066"/>
                  </a:lnTo>
                  <a:cubicBezTo>
                    <a:pt x="3582" y="25047"/>
                    <a:pt x="2828" y="26265"/>
                    <a:pt x="2819" y="27597"/>
                  </a:cubicBezTo>
                  <a:cubicBezTo>
                    <a:pt x="2803" y="29717"/>
                    <a:pt x="4607" y="31367"/>
                    <a:pt x="6347" y="32581"/>
                  </a:cubicBezTo>
                  <a:cubicBezTo>
                    <a:pt x="9860" y="35033"/>
                    <a:pt x="13972" y="36997"/>
                    <a:pt x="18210" y="36997"/>
                  </a:cubicBezTo>
                  <a:cubicBezTo>
                    <a:pt x="18678" y="36997"/>
                    <a:pt x="19146" y="36973"/>
                    <a:pt x="19616" y="36924"/>
                  </a:cubicBezTo>
                  <a:cubicBezTo>
                    <a:pt x="22579" y="36610"/>
                    <a:pt x="25346" y="35289"/>
                    <a:pt x="27898" y="33746"/>
                  </a:cubicBezTo>
                  <a:cubicBezTo>
                    <a:pt x="30734" y="32032"/>
                    <a:pt x="31631" y="28661"/>
                    <a:pt x="32344" y="25594"/>
                  </a:cubicBezTo>
                  <a:cubicBezTo>
                    <a:pt x="33579" y="20276"/>
                    <a:pt x="33442" y="14806"/>
                    <a:pt x="33352" y="9386"/>
                  </a:cubicBezTo>
                  <a:cubicBezTo>
                    <a:pt x="33323" y="7511"/>
                    <a:pt x="32353" y="6235"/>
                    <a:pt x="31450" y="4549"/>
                  </a:cubicBezTo>
                  <a:cubicBezTo>
                    <a:pt x="30134" y="2090"/>
                    <a:pt x="27406" y="636"/>
                    <a:pt x="24653" y="189"/>
                  </a:cubicBezTo>
                  <a:cubicBezTo>
                    <a:pt x="23829" y="56"/>
                    <a:pt x="22999" y="0"/>
                    <a:pt x="221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2"/>
            <p:cNvSpPr/>
            <p:nvPr/>
          </p:nvSpPr>
          <p:spPr>
            <a:xfrm>
              <a:off x="6418525" y="4111850"/>
              <a:ext cx="577575" cy="404350"/>
            </a:xfrm>
            <a:custGeom>
              <a:rect b="b" l="l" r="r" t="t"/>
              <a:pathLst>
                <a:path extrusionOk="0" h="16174" w="23103">
                  <a:moveTo>
                    <a:pt x="11721" y="1"/>
                  </a:moveTo>
                  <a:cubicBezTo>
                    <a:pt x="6903" y="1"/>
                    <a:pt x="3089" y="1492"/>
                    <a:pt x="89" y="3666"/>
                  </a:cubicBezTo>
                  <a:cubicBezTo>
                    <a:pt x="0" y="6722"/>
                    <a:pt x="720" y="15755"/>
                    <a:pt x="12265" y="16163"/>
                  </a:cubicBezTo>
                  <a:cubicBezTo>
                    <a:pt x="12460" y="16170"/>
                    <a:pt x="12652" y="16173"/>
                    <a:pt x="12840" y="16173"/>
                  </a:cubicBezTo>
                  <a:cubicBezTo>
                    <a:pt x="21736" y="16173"/>
                    <a:pt x="23102" y="8628"/>
                    <a:pt x="23042" y="3680"/>
                  </a:cubicBezTo>
                  <a:cubicBezTo>
                    <a:pt x="20233" y="1500"/>
                    <a:pt x="16550" y="1"/>
                    <a:pt x="11721" y="1"/>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2"/>
            <p:cNvSpPr/>
            <p:nvPr/>
          </p:nvSpPr>
          <p:spPr>
            <a:xfrm>
              <a:off x="6164525" y="4203475"/>
              <a:ext cx="1048775" cy="414575"/>
            </a:xfrm>
            <a:custGeom>
              <a:rect b="b" l="l" r="r" t="t"/>
              <a:pathLst>
                <a:path extrusionOk="0" h="16583" w="41951">
                  <a:moveTo>
                    <a:pt x="10249" y="1"/>
                  </a:moveTo>
                  <a:lnTo>
                    <a:pt x="10249" y="1"/>
                  </a:lnTo>
                  <a:cubicBezTo>
                    <a:pt x="2194" y="5834"/>
                    <a:pt x="0" y="16583"/>
                    <a:pt x="0" y="16583"/>
                  </a:cubicBezTo>
                  <a:lnTo>
                    <a:pt x="41950" y="16583"/>
                  </a:lnTo>
                  <a:cubicBezTo>
                    <a:pt x="41950" y="16583"/>
                    <a:pt x="40722" y="5852"/>
                    <a:pt x="33202" y="15"/>
                  </a:cubicBezTo>
                  <a:lnTo>
                    <a:pt x="33202" y="15"/>
                  </a:lnTo>
                  <a:cubicBezTo>
                    <a:pt x="33262" y="4963"/>
                    <a:pt x="31896" y="12508"/>
                    <a:pt x="23000" y="12508"/>
                  </a:cubicBezTo>
                  <a:cubicBezTo>
                    <a:pt x="22812" y="12508"/>
                    <a:pt x="22620" y="12505"/>
                    <a:pt x="22425" y="12498"/>
                  </a:cubicBezTo>
                  <a:cubicBezTo>
                    <a:pt x="10880" y="12090"/>
                    <a:pt x="10160" y="3057"/>
                    <a:pt x="102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2"/>
            <p:cNvSpPr/>
            <p:nvPr/>
          </p:nvSpPr>
          <p:spPr>
            <a:xfrm>
              <a:off x="6299150" y="3582925"/>
              <a:ext cx="181325" cy="164775"/>
            </a:xfrm>
            <a:custGeom>
              <a:rect b="b" l="l" r="r" t="t"/>
              <a:pathLst>
                <a:path extrusionOk="0" h="6591" w="7253">
                  <a:moveTo>
                    <a:pt x="3624" y="0"/>
                  </a:moveTo>
                  <a:cubicBezTo>
                    <a:pt x="2132" y="0"/>
                    <a:pt x="780" y="1021"/>
                    <a:pt x="421" y="2537"/>
                  </a:cubicBezTo>
                  <a:cubicBezTo>
                    <a:pt x="0" y="4307"/>
                    <a:pt x="1096" y="6082"/>
                    <a:pt x="2867" y="6501"/>
                  </a:cubicBezTo>
                  <a:cubicBezTo>
                    <a:pt x="3122" y="6562"/>
                    <a:pt x="3377" y="6591"/>
                    <a:pt x="3629" y="6591"/>
                  </a:cubicBezTo>
                  <a:cubicBezTo>
                    <a:pt x="5121" y="6591"/>
                    <a:pt x="6473" y="5570"/>
                    <a:pt x="6832" y="4056"/>
                  </a:cubicBezTo>
                  <a:cubicBezTo>
                    <a:pt x="7252" y="2284"/>
                    <a:pt x="6157" y="510"/>
                    <a:pt x="4386" y="89"/>
                  </a:cubicBezTo>
                  <a:cubicBezTo>
                    <a:pt x="4131" y="29"/>
                    <a:pt x="3875" y="0"/>
                    <a:pt x="3624" y="0"/>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2"/>
            <p:cNvSpPr/>
            <p:nvPr/>
          </p:nvSpPr>
          <p:spPr>
            <a:xfrm>
              <a:off x="6910675" y="3582875"/>
              <a:ext cx="181275" cy="164800"/>
            </a:xfrm>
            <a:custGeom>
              <a:rect b="b" l="l" r="r" t="t"/>
              <a:pathLst>
                <a:path extrusionOk="0" h="6592" w="7251">
                  <a:moveTo>
                    <a:pt x="3623" y="1"/>
                  </a:moveTo>
                  <a:cubicBezTo>
                    <a:pt x="2131" y="1"/>
                    <a:pt x="779" y="1021"/>
                    <a:pt x="420" y="2536"/>
                  </a:cubicBezTo>
                  <a:cubicBezTo>
                    <a:pt x="0" y="4307"/>
                    <a:pt x="1096" y="6083"/>
                    <a:pt x="2866" y="6502"/>
                  </a:cubicBezTo>
                  <a:cubicBezTo>
                    <a:pt x="3121" y="6562"/>
                    <a:pt x="3376" y="6591"/>
                    <a:pt x="3628" y="6591"/>
                  </a:cubicBezTo>
                  <a:cubicBezTo>
                    <a:pt x="5121" y="6591"/>
                    <a:pt x="6473" y="5571"/>
                    <a:pt x="6832" y="4056"/>
                  </a:cubicBezTo>
                  <a:cubicBezTo>
                    <a:pt x="7251" y="2285"/>
                    <a:pt x="6156" y="509"/>
                    <a:pt x="4386" y="90"/>
                  </a:cubicBezTo>
                  <a:cubicBezTo>
                    <a:pt x="4130" y="30"/>
                    <a:pt x="3875" y="1"/>
                    <a:pt x="3623" y="1"/>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2"/>
            <p:cNvSpPr/>
            <p:nvPr/>
          </p:nvSpPr>
          <p:spPr>
            <a:xfrm>
              <a:off x="6621450" y="3781525"/>
              <a:ext cx="180150" cy="287025"/>
            </a:xfrm>
            <a:custGeom>
              <a:rect b="b" l="l" r="r" t="t"/>
              <a:pathLst>
                <a:path extrusionOk="0" h="11481" w="7206">
                  <a:moveTo>
                    <a:pt x="6649" y="1"/>
                  </a:moveTo>
                  <a:lnTo>
                    <a:pt x="935" y="785"/>
                  </a:lnTo>
                  <a:lnTo>
                    <a:pt x="1" y="11481"/>
                  </a:lnTo>
                  <a:cubicBezTo>
                    <a:pt x="1887" y="11256"/>
                    <a:pt x="4959" y="10389"/>
                    <a:pt x="7205" y="7320"/>
                  </a:cubicBezTo>
                  <a:lnTo>
                    <a:pt x="6649" y="1"/>
                  </a:ln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2"/>
            <p:cNvSpPr/>
            <p:nvPr/>
          </p:nvSpPr>
          <p:spPr>
            <a:xfrm>
              <a:off x="6412625" y="3241325"/>
              <a:ext cx="570675" cy="341350"/>
            </a:xfrm>
            <a:custGeom>
              <a:rect b="b" l="l" r="r" t="t"/>
              <a:pathLst>
                <a:path extrusionOk="0" h="13654" w="22827">
                  <a:moveTo>
                    <a:pt x="12175" y="1"/>
                  </a:moveTo>
                  <a:cubicBezTo>
                    <a:pt x="9886" y="1"/>
                    <a:pt x="146" y="748"/>
                    <a:pt x="1" y="13464"/>
                  </a:cubicBezTo>
                  <a:cubicBezTo>
                    <a:pt x="421" y="13536"/>
                    <a:pt x="892" y="13578"/>
                    <a:pt x="1421" y="13578"/>
                  </a:cubicBezTo>
                  <a:cubicBezTo>
                    <a:pt x="2246" y="13578"/>
                    <a:pt x="3211" y="13476"/>
                    <a:pt x="4339" y="13229"/>
                  </a:cubicBezTo>
                  <a:cubicBezTo>
                    <a:pt x="10916" y="11793"/>
                    <a:pt x="12221" y="5262"/>
                    <a:pt x="15161" y="4479"/>
                  </a:cubicBezTo>
                  <a:lnTo>
                    <a:pt x="15161" y="4479"/>
                  </a:lnTo>
                  <a:cubicBezTo>
                    <a:pt x="14419" y="5777"/>
                    <a:pt x="16718" y="13651"/>
                    <a:pt x="22826" y="13654"/>
                  </a:cubicBezTo>
                  <a:cubicBezTo>
                    <a:pt x="22817" y="12929"/>
                    <a:pt x="22792" y="12216"/>
                    <a:pt x="22758" y="11533"/>
                  </a:cubicBezTo>
                  <a:cubicBezTo>
                    <a:pt x="22190" y="178"/>
                    <a:pt x="13195" y="14"/>
                    <a:pt x="12675" y="14"/>
                  </a:cubicBezTo>
                  <a:cubicBezTo>
                    <a:pt x="12660" y="14"/>
                    <a:pt x="12652" y="14"/>
                    <a:pt x="12652" y="14"/>
                  </a:cubicBezTo>
                  <a:cubicBezTo>
                    <a:pt x="12652" y="14"/>
                    <a:pt x="12479" y="1"/>
                    <a:pt x="121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2"/>
            <p:cNvSpPr/>
            <p:nvPr/>
          </p:nvSpPr>
          <p:spPr>
            <a:xfrm>
              <a:off x="6409925" y="3353300"/>
              <a:ext cx="574150" cy="579350"/>
            </a:xfrm>
            <a:custGeom>
              <a:rect b="b" l="l" r="r" t="t"/>
              <a:pathLst>
                <a:path extrusionOk="0" h="23174" w="22966">
                  <a:moveTo>
                    <a:pt x="15269" y="0"/>
                  </a:moveTo>
                  <a:lnTo>
                    <a:pt x="15269" y="0"/>
                  </a:lnTo>
                  <a:cubicBezTo>
                    <a:pt x="12331" y="785"/>
                    <a:pt x="11024" y="7315"/>
                    <a:pt x="4447" y="8750"/>
                  </a:cubicBezTo>
                  <a:cubicBezTo>
                    <a:pt x="3316" y="8997"/>
                    <a:pt x="2349" y="9099"/>
                    <a:pt x="1524" y="9099"/>
                  </a:cubicBezTo>
                  <a:cubicBezTo>
                    <a:pt x="997" y="9099"/>
                    <a:pt x="528" y="9057"/>
                    <a:pt x="110" y="8985"/>
                  </a:cubicBezTo>
                  <a:cubicBezTo>
                    <a:pt x="109" y="9108"/>
                    <a:pt x="107" y="9229"/>
                    <a:pt x="107" y="9354"/>
                  </a:cubicBezTo>
                  <a:cubicBezTo>
                    <a:pt x="0" y="11104"/>
                    <a:pt x="79" y="11630"/>
                    <a:pt x="273" y="13376"/>
                  </a:cubicBezTo>
                  <a:cubicBezTo>
                    <a:pt x="655" y="16832"/>
                    <a:pt x="2308" y="19841"/>
                    <a:pt x="5444" y="21514"/>
                  </a:cubicBezTo>
                  <a:cubicBezTo>
                    <a:pt x="7388" y="22550"/>
                    <a:pt x="9766" y="23173"/>
                    <a:pt x="12090" y="23173"/>
                  </a:cubicBezTo>
                  <a:cubicBezTo>
                    <a:pt x="13527" y="23173"/>
                    <a:pt x="14943" y="22935"/>
                    <a:pt x="16223" y="22408"/>
                  </a:cubicBezTo>
                  <a:cubicBezTo>
                    <a:pt x="18815" y="21341"/>
                    <a:pt x="20819" y="19437"/>
                    <a:pt x="21844" y="16873"/>
                  </a:cubicBezTo>
                  <a:cubicBezTo>
                    <a:pt x="22760" y="14584"/>
                    <a:pt x="22965" y="11794"/>
                    <a:pt x="22935" y="9176"/>
                  </a:cubicBezTo>
                  <a:cubicBezTo>
                    <a:pt x="16826" y="9175"/>
                    <a:pt x="14527" y="1298"/>
                    <a:pt x="15269" y="0"/>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2"/>
            <p:cNvSpPr/>
            <p:nvPr/>
          </p:nvSpPr>
          <p:spPr>
            <a:xfrm>
              <a:off x="6611250" y="3964425"/>
              <a:ext cx="205900" cy="292725"/>
            </a:xfrm>
            <a:custGeom>
              <a:rect b="b" l="l" r="r" t="t"/>
              <a:pathLst>
                <a:path extrusionOk="0" h="11709" w="8236">
                  <a:moveTo>
                    <a:pt x="7615" y="1"/>
                  </a:moveTo>
                  <a:cubicBezTo>
                    <a:pt x="5367" y="3073"/>
                    <a:pt x="2295" y="3940"/>
                    <a:pt x="412" y="4165"/>
                  </a:cubicBezTo>
                  <a:lnTo>
                    <a:pt x="1" y="8874"/>
                  </a:lnTo>
                  <a:cubicBezTo>
                    <a:pt x="1" y="8874"/>
                    <a:pt x="169" y="11227"/>
                    <a:pt x="3978" y="11674"/>
                  </a:cubicBezTo>
                  <a:cubicBezTo>
                    <a:pt x="4181" y="11697"/>
                    <a:pt x="4375" y="11709"/>
                    <a:pt x="4559" y="11709"/>
                  </a:cubicBezTo>
                  <a:cubicBezTo>
                    <a:pt x="7834" y="11709"/>
                    <a:pt x="8235" y="8144"/>
                    <a:pt x="8235" y="8144"/>
                  </a:cubicBezTo>
                  <a:lnTo>
                    <a:pt x="7615" y="1"/>
                  </a:ln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2"/>
            <p:cNvSpPr/>
            <p:nvPr/>
          </p:nvSpPr>
          <p:spPr>
            <a:xfrm>
              <a:off x="6551900" y="3616700"/>
              <a:ext cx="29250" cy="58500"/>
            </a:xfrm>
            <a:custGeom>
              <a:rect b="b" l="l" r="r" t="t"/>
              <a:pathLst>
                <a:path extrusionOk="0" h="2340" w="1170">
                  <a:moveTo>
                    <a:pt x="585" y="1"/>
                  </a:moveTo>
                  <a:cubicBezTo>
                    <a:pt x="263" y="1"/>
                    <a:pt x="0" y="524"/>
                    <a:pt x="0" y="1170"/>
                  </a:cubicBezTo>
                  <a:cubicBezTo>
                    <a:pt x="0" y="1815"/>
                    <a:pt x="263" y="2339"/>
                    <a:pt x="585" y="2339"/>
                  </a:cubicBezTo>
                  <a:cubicBezTo>
                    <a:pt x="907" y="2339"/>
                    <a:pt x="1170" y="1815"/>
                    <a:pt x="1170" y="1170"/>
                  </a:cubicBezTo>
                  <a:cubicBezTo>
                    <a:pt x="1170" y="524"/>
                    <a:pt x="907" y="2"/>
                    <a:pt x="58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2"/>
            <p:cNvSpPr/>
            <p:nvPr/>
          </p:nvSpPr>
          <p:spPr>
            <a:xfrm>
              <a:off x="6822425" y="3621700"/>
              <a:ext cx="29275" cy="58500"/>
            </a:xfrm>
            <a:custGeom>
              <a:rect b="b" l="l" r="r" t="t"/>
              <a:pathLst>
                <a:path extrusionOk="0" h="2340" w="1171">
                  <a:moveTo>
                    <a:pt x="585" y="0"/>
                  </a:moveTo>
                  <a:cubicBezTo>
                    <a:pt x="262" y="0"/>
                    <a:pt x="1" y="524"/>
                    <a:pt x="1" y="1170"/>
                  </a:cubicBezTo>
                  <a:cubicBezTo>
                    <a:pt x="1" y="1814"/>
                    <a:pt x="262" y="2339"/>
                    <a:pt x="585" y="2339"/>
                  </a:cubicBezTo>
                  <a:cubicBezTo>
                    <a:pt x="908" y="2339"/>
                    <a:pt x="1170" y="1814"/>
                    <a:pt x="1170" y="1170"/>
                  </a:cubicBezTo>
                  <a:cubicBezTo>
                    <a:pt x="1170" y="522"/>
                    <a:pt x="908" y="0"/>
                    <a:pt x="58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2"/>
            <p:cNvSpPr/>
            <p:nvPr/>
          </p:nvSpPr>
          <p:spPr>
            <a:xfrm>
              <a:off x="6659150" y="3734050"/>
              <a:ext cx="80625" cy="23500"/>
            </a:xfrm>
            <a:custGeom>
              <a:rect b="b" l="l" r="r" t="t"/>
              <a:pathLst>
                <a:path extrusionOk="0" h="940" w="3225">
                  <a:moveTo>
                    <a:pt x="3225" y="0"/>
                  </a:moveTo>
                  <a:cubicBezTo>
                    <a:pt x="2969" y="185"/>
                    <a:pt x="2727" y="367"/>
                    <a:pt x="2457" y="478"/>
                  </a:cubicBezTo>
                  <a:cubicBezTo>
                    <a:pt x="2229" y="585"/>
                    <a:pt x="1984" y="641"/>
                    <a:pt x="1738" y="641"/>
                  </a:cubicBezTo>
                  <a:cubicBezTo>
                    <a:pt x="1702" y="641"/>
                    <a:pt x="1667" y="640"/>
                    <a:pt x="1632" y="638"/>
                  </a:cubicBezTo>
                  <a:cubicBezTo>
                    <a:pt x="1351" y="629"/>
                    <a:pt x="1071" y="549"/>
                    <a:pt x="799" y="436"/>
                  </a:cubicBezTo>
                  <a:cubicBezTo>
                    <a:pt x="528" y="319"/>
                    <a:pt x="258" y="177"/>
                    <a:pt x="0" y="1"/>
                  </a:cubicBezTo>
                  <a:lnTo>
                    <a:pt x="0" y="1"/>
                  </a:lnTo>
                  <a:cubicBezTo>
                    <a:pt x="357" y="512"/>
                    <a:pt x="946" y="900"/>
                    <a:pt x="1620" y="937"/>
                  </a:cubicBezTo>
                  <a:cubicBezTo>
                    <a:pt x="1648" y="938"/>
                    <a:pt x="1676" y="939"/>
                    <a:pt x="1704" y="939"/>
                  </a:cubicBezTo>
                  <a:cubicBezTo>
                    <a:pt x="2009" y="939"/>
                    <a:pt x="2319" y="853"/>
                    <a:pt x="2569" y="685"/>
                  </a:cubicBezTo>
                  <a:cubicBezTo>
                    <a:pt x="2714" y="609"/>
                    <a:pt x="2825" y="486"/>
                    <a:pt x="2942" y="379"/>
                  </a:cubicBezTo>
                  <a:cubicBezTo>
                    <a:pt x="3048" y="260"/>
                    <a:pt x="3140" y="130"/>
                    <a:pt x="32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2"/>
            <p:cNvSpPr/>
            <p:nvPr/>
          </p:nvSpPr>
          <p:spPr>
            <a:xfrm>
              <a:off x="6521150" y="3692675"/>
              <a:ext cx="61525" cy="61525"/>
            </a:xfrm>
            <a:custGeom>
              <a:rect b="b" l="l" r="r" t="t"/>
              <a:pathLst>
                <a:path extrusionOk="0" h="2461" w="2461">
                  <a:moveTo>
                    <a:pt x="1230" y="1"/>
                  </a:moveTo>
                  <a:cubicBezTo>
                    <a:pt x="551" y="1"/>
                    <a:pt x="1" y="551"/>
                    <a:pt x="1" y="1230"/>
                  </a:cubicBezTo>
                  <a:cubicBezTo>
                    <a:pt x="1" y="1910"/>
                    <a:pt x="551" y="2461"/>
                    <a:pt x="1230" y="2461"/>
                  </a:cubicBezTo>
                  <a:cubicBezTo>
                    <a:pt x="1909" y="2461"/>
                    <a:pt x="2461" y="1910"/>
                    <a:pt x="2461" y="1230"/>
                  </a:cubicBezTo>
                  <a:cubicBezTo>
                    <a:pt x="2461" y="551"/>
                    <a:pt x="1909" y="1"/>
                    <a:pt x="12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2"/>
            <p:cNvSpPr/>
            <p:nvPr/>
          </p:nvSpPr>
          <p:spPr>
            <a:xfrm>
              <a:off x="6806275" y="3706550"/>
              <a:ext cx="61525" cy="61525"/>
            </a:xfrm>
            <a:custGeom>
              <a:rect b="b" l="l" r="r" t="t"/>
              <a:pathLst>
                <a:path extrusionOk="0" h="2461" w="2461">
                  <a:moveTo>
                    <a:pt x="1231" y="0"/>
                  </a:moveTo>
                  <a:cubicBezTo>
                    <a:pt x="551" y="0"/>
                    <a:pt x="1" y="551"/>
                    <a:pt x="1" y="1230"/>
                  </a:cubicBezTo>
                  <a:cubicBezTo>
                    <a:pt x="1" y="1909"/>
                    <a:pt x="551" y="2461"/>
                    <a:pt x="1231" y="2461"/>
                  </a:cubicBezTo>
                  <a:cubicBezTo>
                    <a:pt x="1910" y="2461"/>
                    <a:pt x="2461" y="1909"/>
                    <a:pt x="2461" y="1230"/>
                  </a:cubicBezTo>
                  <a:cubicBezTo>
                    <a:pt x="2461" y="551"/>
                    <a:pt x="1910" y="0"/>
                    <a:pt x="12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2"/>
            <p:cNvSpPr/>
            <p:nvPr/>
          </p:nvSpPr>
          <p:spPr>
            <a:xfrm>
              <a:off x="6677550" y="3600798"/>
              <a:ext cx="48474" cy="115131"/>
            </a:xfrm>
            <a:custGeom>
              <a:rect b="b" l="l" r="r" t="t"/>
              <a:pathLst>
                <a:path extrusionOk="0" h="2805" w="1181">
                  <a:moveTo>
                    <a:pt x="590" y="1"/>
                  </a:moveTo>
                  <a:cubicBezTo>
                    <a:pt x="265" y="1"/>
                    <a:pt x="1" y="1220"/>
                    <a:pt x="1" y="1993"/>
                  </a:cubicBezTo>
                  <a:cubicBezTo>
                    <a:pt x="1" y="2767"/>
                    <a:pt x="265" y="2804"/>
                    <a:pt x="590" y="2804"/>
                  </a:cubicBezTo>
                  <a:cubicBezTo>
                    <a:pt x="916" y="2804"/>
                    <a:pt x="1181" y="2767"/>
                    <a:pt x="1181" y="1993"/>
                  </a:cubicBezTo>
                  <a:cubicBezTo>
                    <a:pt x="1181" y="1220"/>
                    <a:pt x="916" y="1"/>
                    <a:pt x="5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2" name="Google Shape;7222;p72"/>
          <p:cNvGrpSpPr/>
          <p:nvPr/>
        </p:nvGrpSpPr>
        <p:grpSpPr>
          <a:xfrm>
            <a:off x="7423638" y="1599625"/>
            <a:ext cx="1000350" cy="1313325"/>
            <a:chOff x="7423638" y="1599625"/>
            <a:chExt cx="1000350" cy="1313325"/>
          </a:xfrm>
        </p:grpSpPr>
        <p:sp>
          <p:nvSpPr>
            <p:cNvPr id="7223" name="Google Shape;7223;p72"/>
            <p:cNvSpPr/>
            <p:nvPr/>
          </p:nvSpPr>
          <p:spPr>
            <a:xfrm>
              <a:off x="7553263" y="1888725"/>
              <a:ext cx="851000" cy="763575"/>
            </a:xfrm>
            <a:custGeom>
              <a:rect b="b" l="l" r="r" t="t"/>
              <a:pathLst>
                <a:path extrusionOk="0" h="30543" w="34040">
                  <a:moveTo>
                    <a:pt x="17956" y="1"/>
                  </a:moveTo>
                  <a:cubicBezTo>
                    <a:pt x="14545" y="1"/>
                    <a:pt x="11135" y="844"/>
                    <a:pt x="8121" y="2442"/>
                  </a:cubicBezTo>
                  <a:cubicBezTo>
                    <a:pt x="6609" y="3242"/>
                    <a:pt x="5121" y="4319"/>
                    <a:pt x="4472" y="5903"/>
                  </a:cubicBezTo>
                  <a:cubicBezTo>
                    <a:pt x="3975" y="7113"/>
                    <a:pt x="4030" y="8463"/>
                    <a:pt x="4070" y="9768"/>
                  </a:cubicBezTo>
                  <a:cubicBezTo>
                    <a:pt x="4145" y="12329"/>
                    <a:pt x="4117" y="14992"/>
                    <a:pt x="3027" y="17311"/>
                  </a:cubicBezTo>
                  <a:cubicBezTo>
                    <a:pt x="1992" y="19516"/>
                    <a:pt x="1" y="21452"/>
                    <a:pt x="71" y="23888"/>
                  </a:cubicBezTo>
                  <a:cubicBezTo>
                    <a:pt x="116" y="25487"/>
                    <a:pt x="1105" y="26952"/>
                    <a:pt x="2391" y="27898"/>
                  </a:cubicBezTo>
                  <a:cubicBezTo>
                    <a:pt x="3680" y="28844"/>
                    <a:pt x="5242" y="29342"/>
                    <a:pt x="6801" y="29697"/>
                  </a:cubicBezTo>
                  <a:cubicBezTo>
                    <a:pt x="9479" y="30307"/>
                    <a:pt x="12211" y="30543"/>
                    <a:pt x="14957" y="30543"/>
                  </a:cubicBezTo>
                  <a:cubicBezTo>
                    <a:pt x="18158" y="30543"/>
                    <a:pt x="21378" y="30223"/>
                    <a:pt x="24553" y="29805"/>
                  </a:cubicBezTo>
                  <a:cubicBezTo>
                    <a:pt x="26149" y="29594"/>
                    <a:pt x="27773" y="29350"/>
                    <a:pt x="29215" y="28636"/>
                  </a:cubicBezTo>
                  <a:cubicBezTo>
                    <a:pt x="32268" y="27121"/>
                    <a:pt x="34040" y="23390"/>
                    <a:pt x="33284" y="20066"/>
                  </a:cubicBezTo>
                  <a:cubicBezTo>
                    <a:pt x="32836" y="18097"/>
                    <a:pt x="31632" y="16387"/>
                    <a:pt x="30339" y="14837"/>
                  </a:cubicBezTo>
                  <a:cubicBezTo>
                    <a:pt x="29043" y="13285"/>
                    <a:pt x="27619" y="11822"/>
                    <a:pt x="26598" y="10079"/>
                  </a:cubicBezTo>
                  <a:cubicBezTo>
                    <a:pt x="25894" y="8877"/>
                    <a:pt x="25419" y="7540"/>
                    <a:pt x="25322" y="6144"/>
                  </a:cubicBezTo>
                  <a:cubicBezTo>
                    <a:pt x="25265" y="5313"/>
                    <a:pt x="25479" y="4407"/>
                    <a:pt x="25276" y="3594"/>
                  </a:cubicBezTo>
                  <a:cubicBezTo>
                    <a:pt x="24660" y="1126"/>
                    <a:pt x="21145" y="135"/>
                    <a:pt x="18981" y="26"/>
                  </a:cubicBezTo>
                  <a:cubicBezTo>
                    <a:pt x="18640" y="9"/>
                    <a:pt x="18298" y="1"/>
                    <a:pt x="179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2"/>
            <p:cNvSpPr/>
            <p:nvPr/>
          </p:nvSpPr>
          <p:spPr>
            <a:xfrm>
              <a:off x="7423638" y="2430125"/>
              <a:ext cx="1000350" cy="482825"/>
            </a:xfrm>
            <a:custGeom>
              <a:rect b="b" l="l" r="r" t="t"/>
              <a:pathLst>
                <a:path extrusionOk="0" h="19313" w="40014">
                  <a:moveTo>
                    <a:pt x="20870" y="0"/>
                  </a:moveTo>
                  <a:cubicBezTo>
                    <a:pt x="3936" y="0"/>
                    <a:pt x="0" y="19313"/>
                    <a:pt x="0" y="19313"/>
                  </a:cubicBezTo>
                  <a:lnTo>
                    <a:pt x="40013" y="19313"/>
                  </a:lnTo>
                  <a:cubicBezTo>
                    <a:pt x="40013" y="19313"/>
                    <a:pt x="37803" y="0"/>
                    <a:pt x="208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2"/>
            <p:cNvSpPr/>
            <p:nvPr/>
          </p:nvSpPr>
          <p:spPr>
            <a:xfrm>
              <a:off x="7559663" y="1925875"/>
              <a:ext cx="157125" cy="157150"/>
            </a:xfrm>
            <a:custGeom>
              <a:rect b="b" l="l" r="r" t="t"/>
              <a:pathLst>
                <a:path extrusionOk="0" h="6286" w="6285">
                  <a:moveTo>
                    <a:pt x="3142" y="1"/>
                  </a:moveTo>
                  <a:cubicBezTo>
                    <a:pt x="1406" y="1"/>
                    <a:pt x="0" y="1407"/>
                    <a:pt x="0" y="3142"/>
                  </a:cubicBezTo>
                  <a:cubicBezTo>
                    <a:pt x="0" y="4878"/>
                    <a:pt x="1406" y="6285"/>
                    <a:pt x="3142" y="6285"/>
                  </a:cubicBezTo>
                  <a:cubicBezTo>
                    <a:pt x="4879" y="6285"/>
                    <a:pt x="6285" y="4878"/>
                    <a:pt x="6285" y="3142"/>
                  </a:cubicBezTo>
                  <a:cubicBezTo>
                    <a:pt x="6285" y="1407"/>
                    <a:pt x="4879" y="1"/>
                    <a:pt x="3142" y="1"/>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2"/>
            <p:cNvSpPr/>
            <p:nvPr/>
          </p:nvSpPr>
          <p:spPr>
            <a:xfrm>
              <a:off x="8142863" y="1925875"/>
              <a:ext cx="157200" cy="157150"/>
            </a:xfrm>
            <a:custGeom>
              <a:rect b="b" l="l" r="r" t="t"/>
              <a:pathLst>
                <a:path extrusionOk="0" h="6286" w="6288">
                  <a:moveTo>
                    <a:pt x="3144" y="1"/>
                  </a:moveTo>
                  <a:cubicBezTo>
                    <a:pt x="1408" y="1"/>
                    <a:pt x="1" y="1407"/>
                    <a:pt x="1" y="3142"/>
                  </a:cubicBezTo>
                  <a:cubicBezTo>
                    <a:pt x="1" y="4878"/>
                    <a:pt x="1408" y="6285"/>
                    <a:pt x="3144" y="6285"/>
                  </a:cubicBezTo>
                  <a:cubicBezTo>
                    <a:pt x="4880" y="6285"/>
                    <a:pt x="6287" y="4878"/>
                    <a:pt x="6287" y="3142"/>
                  </a:cubicBezTo>
                  <a:cubicBezTo>
                    <a:pt x="6287" y="1407"/>
                    <a:pt x="4880" y="1"/>
                    <a:pt x="3144" y="1"/>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2"/>
            <p:cNvSpPr/>
            <p:nvPr/>
          </p:nvSpPr>
          <p:spPr>
            <a:xfrm>
              <a:off x="7859463" y="2115100"/>
              <a:ext cx="171800" cy="273800"/>
            </a:xfrm>
            <a:custGeom>
              <a:rect b="b" l="l" r="r" t="t"/>
              <a:pathLst>
                <a:path extrusionOk="0" h="10952" w="6872">
                  <a:moveTo>
                    <a:pt x="6341" y="0"/>
                  </a:moveTo>
                  <a:lnTo>
                    <a:pt x="892" y="749"/>
                  </a:lnTo>
                  <a:lnTo>
                    <a:pt x="0" y="10951"/>
                  </a:lnTo>
                  <a:cubicBezTo>
                    <a:pt x="1800" y="10736"/>
                    <a:pt x="4729" y="9907"/>
                    <a:pt x="6871" y="6980"/>
                  </a:cubicBezTo>
                  <a:lnTo>
                    <a:pt x="6341" y="0"/>
                  </a:ln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2"/>
            <p:cNvSpPr/>
            <p:nvPr/>
          </p:nvSpPr>
          <p:spPr>
            <a:xfrm>
              <a:off x="7657688" y="1599875"/>
              <a:ext cx="549050" cy="659375"/>
            </a:xfrm>
            <a:custGeom>
              <a:rect b="b" l="l" r="r" t="t"/>
              <a:pathLst>
                <a:path extrusionOk="0" h="26375" w="21962">
                  <a:moveTo>
                    <a:pt x="11715" y="0"/>
                  </a:moveTo>
                  <a:cubicBezTo>
                    <a:pt x="9507" y="0"/>
                    <a:pt x="62" y="729"/>
                    <a:pt x="102" y="13193"/>
                  </a:cubicBezTo>
                  <a:cubicBezTo>
                    <a:pt x="1" y="14863"/>
                    <a:pt x="75" y="15365"/>
                    <a:pt x="259" y="17029"/>
                  </a:cubicBezTo>
                  <a:cubicBezTo>
                    <a:pt x="624" y="20325"/>
                    <a:pt x="2200" y="23196"/>
                    <a:pt x="5192" y="24792"/>
                  </a:cubicBezTo>
                  <a:cubicBezTo>
                    <a:pt x="7046" y="25780"/>
                    <a:pt x="9314" y="26375"/>
                    <a:pt x="11530" y="26375"/>
                  </a:cubicBezTo>
                  <a:cubicBezTo>
                    <a:pt x="12901" y="26375"/>
                    <a:pt x="14253" y="26147"/>
                    <a:pt x="15473" y="25645"/>
                  </a:cubicBezTo>
                  <a:cubicBezTo>
                    <a:pt x="17947" y="24626"/>
                    <a:pt x="19856" y="22811"/>
                    <a:pt x="20835" y="20365"/>
                  </a:cubicBezTo>
                  <a:cubicBezTo>
                    <a:pt x="21951" y="17577"/>
                    <a:pt x="21962" y="14012"/>
                    <a:pt x="21812" y="11000"/>
                  </a:cubicBezTo>
                  <a:cubicBezTo>
                    <a:pt x="21269" y="169"/>
                    <a:pt x="12689" y="13"/>
                    <a:pt x="12195" y="13"/>
                  </a:cubicBezTo>
                  <a:cubicBezTo>
                    <a:pt x="12180" y="13"/>
                    <a:pt x="12173" y="13"/>
                    <a:pt x="12173" y="13"/>
                  </a:cubicBezTo>
                  <a:cubicBezTo>
                    <a:pt x="12173" y="13"/>
                    <a:pt x="12007" y="0"/>
                    <a:pt x="11715" y="0"/>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2"/>
            <p:cNvSpPr/>
            <p:nvPr/>
          </p:nvSpPr>
          <p:spPr>
            <a:xfrm>
              <a:off x="7849688" y="2289600"/>
              <a:ext cx="196375" cy="279175"/>
            </a:xfrm>
            <a:custGeom>
              <a:rect b="b" l="l" r="r" t="t"/>
              <a:pathLst>
                <a:path extrusionOk="0" h="11167" w="7855">
                  <a:moveTo>
                    <a:pt x="7264" y="1"/>
                  </a:moveTo>
                  <a:cubicBezTo>
                    <a:pt x="5120" y="2927"/>
                    <a:pt x="2191" y="3756"/>
                    <a:pt x="393" y="3971"/>
                  </a:cubicBezTo>
                  <a:lnTo>
                    <a:pt x="1" y="8461"/>
                  </a:lnTo>
                  <a:cubicBezTo>
                    <a:pt x="1" y="8461"/>
                    <a:pt x="160" y="10705"/>
                    <a:pt x="3794" y="11133"/>
                  </a:cubicBezTo>
                  <a:cubicBezTo>
                    <a:pt x="3988" y="11156"/>
                    <a:pt x="4173" y="11167"/>
                    <a:pt x="4349" y="11167"/>
                  </a:cubicBezTo>
                  <a:cubicBezTo>
                    <a:pt x="7471" y="11167"/>
                    <a:pt x="7854" y="7768"/>
                    <a:pt x="7854" y="7768"/>
                  </a:cubicBezTo>
                  <a:lnTo>
                    <a:pt x="7264" y="1"/>
                  </a:ln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2"/>
            <p:cNvSpPr/>
            <p:nvPr/>
          </p:nvSpPr>
          <p:spPr>
            <a:xfrm>
              <a:off x="7793063" y="1957850"/>
              <a:ext cx="27950" cy="55825"/>
            </a:xfrm>
            <a:custGeom>
              <a:rect b="b" l="l" r="r" t="t"/>
              <a:pathLst>
                <a:path extrusionOk="0" h="2233" w="1118">
                  <a:moveTo>
                    <a:pt x="560" y="1"/>
                  </a:moveTo>
                  <a:cubicBezTo>
                    <a:pt x="251" y="1"/>
                    <a:pt x="1" y="500"/>
                    <a:pt x="1" y="1116"/>
                  </a:cubicBezTo>
                  <a:cubicBezTo>
                    <a:pt x="1" y="1734"/>
                    <a:pt x="251" y="2233"/>
                    <a:pt x="560" y="2233"/>
                  </a:cubicBezTo>
                  <a:cubicBezTo>
                    <a:pt x="868" y="2233"/>
                    <a:pt x="1118" y="1734"/>
                    <a:pt x="1118" y="1116"/>
                  </a:cubicBezTo>
                  <a:cubicBezTo>
                    <a:pt x="1118" y="500"/>
                    <a:pt x="868" y="1"/>
                    <a:pt x="56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2"/>
            <p:cNvSpPr/>
            <p:nvPr/>
          </p:nvSpPr>
          <p:spPr>
            <a:xfrm>
              <a:off x="8051138" y="1962575"/>
              <a:ext cx="27900" cy="55800"/>
            </a:xfrm>
            <a:custGeom>
              <a:rect b="b" l="l" r="r" t="t"/>
              <a:pathLst>
                <a:path extrusionOk="0" h="2232" w="1116">
                  <a:moveTo>
                    <a:pt x="558" y="0"/>
                  </a:moveTo>
                  <a:cubicBezTo>
                    <a:pt x="250" y="0"/>
                    <a:pt x="0" y="501"/>
                    <a:pt x="0" y="1117"/>
                  </a:cubicBezTo>
                  <a:cubicBezTo>
                    <a:pt x="0" y="1733"/>
                    <a:pt x="250" y="2232"/>
                    <a:pt x="558" y="2232"/>
                  </a:cubicBezTo>
                  <a:cubicBezTo>
                    <a:pt x="866" y="2232"/>
                    <a:pt x="1116" y="1733"/>
                    <a:pt x="1116" y="1117"/>
                  </a:cubicBezTo>
                  <a:cubicBezTo>
                    <a:pt x="1116" y="501"/>
                    <a:pt x="866" y="0"/>
                    <a:pt x="55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2"/>
            <p:cNvSpPr/>
            <p:nvPr/>
          </p:nvSpPr>
          <p:spPr>
            <a:xfrm>
              <a:off x="7895688" y="2079300"/>
              <a:ext cx="76900" cy="22600"/>
            </a:xfrm>
            <a:custGeom>
              <a:rect b="b" l="l" r="r" t="t"/>
              <a:pathLst>
                <a:path extrusionOk="0" h="904" w="3076">
                  <a:moveTo>
                    <a:pt x="0" y="0"/>
                  </a:moveTo>
                  <a:cubicBezTo>
                    <a:pt x="337" y="489"/>
                    <a:pt x="900" y="863"/>
                    <a:pt x="1546" y="901"/>
                  </a:cubicBezTo>
                  <a:cubicBezTo>
                    <a:pt x="1572" y="903"/>
                    <a:pt x="1597" y="903"/>
                    <a:pt x="1623" y="903"/>
                  </a:cubicBezTo>
                  <a:cubicBezTo>
                    <a:pt x="1916" y="903"/>
                    <a:pt x="2213" y="820"/>
                    <a:pt x="2453" y="659"/>
                  </a:cubicBezTo>
                  <a:cubicBezTo>
                    <a:pt x="2592" y="588"/>
                    <a:pt x="2697" y="468"/>
                    <a:pt x="2810" y="367"/>
                  </a:cubicBezTo>
                  <a:cubicBezTo>
                    <a:pt x="2908" y="250"/>
                    <a:pt x="2995" y="126"/>
                    <a:pt x="3075" y="0"/>
                  </a:cubicBezTo>
                  <a:lnTo>
                    <a:pt x="3075" y="0"/>
                  </a:lnTo>
                  <a:cubicBezTo>
                    <a:pt x="2831" y="174"/>
                    <a:pt x="2599" y="345"/>
                    <a:pt x="2342" y="449"/>
                  </a:cubicBezTo>
                  <a:cubicBezTo>
                    <a:pt x="2126" y="551"/>
                    <a:pt x="1897" y="603"/>
                    <a:pt x="1665" y="603"/>
                  </a:cubicBezTo>
                  <a:cubicBezTo>
                    <a:pt x="1629" y="603"/>
                    <a:pt x="1593" y="602"/>
                    <a:pt x="1558" y="599"/>
                  </a:cubicBezTo>
                  <a:cubicBezTo>
                    <a:pt x="1291" y="591"/>
                    <a:pt x="1026" y="518"/>
                    <a:pt x="765" y="411"/>
                  </a:cubicBezTo>
                  <a:cubicBezTo>
                    <a:pt x="507" y="300"/>
                    <a:pt x="248" y="167"/>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2"/>
            <p:cNvSpPr/>
            <p:nvPr/>
          </p:nvSpPr>
          <p:spPr>
            <a:xfrm>
              <a:off x="7748638" y="2049975"/>
              <a:ext cx="58675" cy="58675"/>
            </a:xfrm>
            <a:custGeom>
              <a:rect b="b" l="l" r="r" t="t"/>
              <a:pathLst>
                <a:path extrusionOk="0" h="2347" w="2347">
                  <a:moveTo>
                    <a:pt x="1175" y="1"/>
                  </a:moveTo>
                  <a:cubicBezTo>
                    <a:pt x="526" y="1"/>
                    <a:pt x="1" y="526"/>
                    <a:pt x="1" y="1173"/>
                  </a:cubicBezTo>
                  <a:cubicBezTo>
                    <a:pt x="1" y="1822"/>
                    <a:pt x="526" y="2347"/>
                    <a:pt x="1175" y="2347"/>
                  </a:cubicBezTo>
                  <a:cubicBezTo>
                    <a:pt x="1822" y="2347"/>
                    <a:pt x="2347" y="1822"/>
                    <a:pt x="2347" y="1173"/>
                  </a:cubicBezTo>
                  <a:cubicBezTo>
                    <a:pt x="2347" y="526"/>
                    <a:pt x="1822" y="1"/>
                    <a:pt x="11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2"/>
            <p:cNvSpPr/>
            <p:nvPr/>
          </p:nvSpPr>
          <p:spPr>
            <a:xfrm>
              <a:off x="8049713" y="2054275"/>
              <a:ext cx="58675" cy="58675"/>
            </a:xfrm>
            <a:custGeom>
              <a:rect b="b" l="l" r="r" t="t"/>
              <a:pathLst>
                <a:path extrusionOk="0" h="2347" w="2347">
                  <a:moveTo>
                    <a:pt x="1173" y="0"/>
                  </a:moveTo>
                  <a:cubicBezTo>
                    <a:pt x="525" y="0"/>
                    <a:pt x="0" y="525"/>
                    <a:pt x="0" y="1172"/>
                  </a:cubicBezTo>
                  <a:cubicBezTo>
                    <a:pt x="0" y="1821"/>
                    <a:pt x="525" y="2346"/>
                    <a:pt x="1173" y="2346"/>
                  </a:cubicBezTo>
                  <a:cubicBezTo>
                    <a:pt x="1821" y="2346"/>
                    <a:pt x="2346" y="1821"/>
                    <a:pt x="2346" y="1172"/>
                  </a:cubicBezTo>
                  <a:cubicBezTo>
                    <a:pt x="2346" y="525"/>
                    <a:pt x="1821" y="0"/>
                    <a:pt x="11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2"/>
            <p:cNvSpPr/>
            <p:nvPr/>
          </p:nvSpPr>
          <p:spPr>
            <a:xfrm>
              <a:off x="8034188" y="1903100"/>
              <a:ext cx="77800" cy="23625"/>
            </a:xfrm>
            <a:custGeom>
              <a:rect b="b" l="l" r="r" t="t"/>
              <a:pathLst>
                <a:path extrusionOk="0" h="945" w="3112">
                  <a:moveTo>
                    <a:pt x="1497" y="1"/>
                  </a:moveTo>
                  <a:cubicBezTo>
                    <a:pt x="845" y="1"/>
                    <a:pt x="249" y="407"/>
                    <a:pt x="1" y="944"/>
                  </a:cubicBezTo>
                  <a:cubicBezTo>
                    <a:pt x="253" y="773"/>
                    <a:pt x="503" y="635"/>
                    <a:pt x="762" y="536"/>
                  </a:cubicBezTo>
                  <a:cubicBezTo>
                    <a:pt x="991" y="456"/>
                    <a:pt x="1219" y="399"/>
                    <a:pt x="1451" y="399"/>
                  </a:cubicBezTo>
                  <a:cubicBezTo>
                    <a:pt x="1481" y="399"/>
                    <a:pt x="1511" y="400"/>
                    <a:pt x="1541" y="402"/>
                  </a:cubicBezTo>
                  <a:cubicBezTo>
                    <a:pt x="1801" y="414"/>
                    <a:pt x="2062" y="474"/>
                    <a:pt x="2321" y="574"/>
                  </a:cubicBezTo>
                  <a:cubicBezTo>
                    <a:pt x="2452" y="621"/>
                    <a:pt x="2576" y="690"/>
                    <a:pt x="2712" y="743"/>
                  </a:cubicBezTo>
                  <a:cubicBezTo>
                    <a:pt x="2839" y="812"/>
                    <a:pt x="2967" y="884"/>
                    <a:pt x="3111" y="944"/>
                  </a:cubicBezTo>
                  <a:cubicBezTo>
                    <a:pt x="3026" y="819"/>
                    <a:pt x="2927" y="702"/>
                    <a:pt x="2826" y="585"/>
                  </a:cubicBezTo>
                  <a:cubicBezTo>
                    <a:pt x="2711" y="487"/>
                    <a:pt x="2598" y="372"/>
                    <a:pt x="2462" y="294"/>
                  </a:cubicBezTo>
                  <a:cubicBezTo>
                    <a:pt x="2199" y="120"/>
                    <a:pt x="1878" y="22"/>
                    <a:pt x="1550" y="2"/>
                  </a:cubicBezTo>
                  <a:cubicBezTo>
                    <a:pt x="1532" y="1"/>
                    <a:pt x="1514" y="1"/>
                    <a:pt x="14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2"/>
            <p:cNvSpPr/>
            <p:nvPr/>
          </p:nvSpPr>
          <p:spPr>
            <a:xfrm>
              <a:off x="7756313" y="1903100"/>
              <a:ext cx="77850" cy="23625"/>
            </a:xfrm>
            <a:custGeom>
              <a:rect b="b" l="l" r="r" t="t"/>
              <a:pathLst>
                <a:path extrusionOk="0" h="945" w="3114">
                  <a:moveTo>
                    <a:pt x="1496" y="1"/>
                  </a:moveTo>
                  <a:cubicBezTo>
                    <a:pt x="845" y="1"/>
                    <a:pt x="249" y="407"/>
                    <a:pt x="1" y="944"/>
                  </a:cubicBezTo>
                  <a:cubicBezTo>
                    <a:pt x="254" y="773"/>
                    <a:pt x="504" y="635"/>
                    <a:pt x="764" y="536"/>
                  </a:cubicBezTo>
                  <a:cubicBezTo>
                    <a:pt x="992" y="456"/>
                    <a:pt x="1222" y="399"/>
                    <a:pt x="1452" y="399"/>
                  </a:cubicBezTo>
                  <a:cubicBezTo>
                    <a:pt x="1482" y="399"/>
                    <a:pt x="1512" y="400"/>
                    <a:pt x="1542" y="402"/>
                  </a:cubicBezTo>
                  <a:cubicBezTo>
                    <a:pt x="1803" y="414"/>
                    <a:pt x="2063" y="474"/>
                    <a:pt x="2324" y="574"/>
                  </a:cubicBezTo>
                  <a:cubicBezTo>
                    <a:pt x="2454" y="621"/>
                    <a:pt x="2579" y="690"/>
                    <a:pt x="2715" y="743"/>
                  </a:cubicBezTo>
                  <a:cubicBezTo>
                    <a:pt x="2840" y="812"/>
                    <a:pt x="2968" y="884"/>
                    <a:pt x="3114" y="944"/>
                  </a:cubicBezTo>
                  <a:cubicBezTo>
                    <a:pt x="3028" y="819"/>
                    <a:pt x="2930" y="702"/>
                    <a:pt x="2829" y="585"/>
                  </a:cubicBezTo>
                  <a:cubicBezTo>
                    <a:pt x="2710" y="487"/>
                    <a:pt x="2598" y="372"/>
                    <a:pt x="2462" y="294"/>
                  </a:cubicBezTo>
                  <a:cubicBezTo>
                    <a:pt x="2198" y="120"/>
                    <a:pt x="1877" y="22"/>
                    <a:pt x="1549" y="2"/>
                  </a:cubicBezTo>
                  <a:cubicBezTo>
                    <a:pt x="1532" y="1"/>
                    <a:pt x="1514" y="1"/>
                    <a:pt x="14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2"/>
            <p:cNvSpPr/>
            <p:nvPr/>
          </p:nvSpPr>
          <p:spPr>
            <a:xfrm>
              <a:off x="7654388" y="1599625"/>
              <a:ext cx="581025" cy="329900"/>
            </a:xfrm>
            <a:custGeom>
              <a:rect b="b" l="l" r="r" t="t"/>
              <a:pathLst>
                <a:path extrusionOk="0" h="13196" w="23241">
                  <a:moveTo>
                    <a:pt x="12171" y="0"/>
                  </a:moveTo>
                  <a:cubicBezTo>
                    <a:pt x="11997" y="0"/>
                    <a:pt x="11820" y="3"/>
                    <a:pt x="11640" y="10"/>
                  </a:cubicBezTo>
                  <a:cubicBezTo>
                    <a:pt x="0" y="434"/>
                    <a:pt x="300" y="10422"/>
                    <a:pt x="189" y="13196"/>
                  </a:cubicBezTo>
                  <a:cubicBezTo>
                    <a:pt x="189" y="13196"/>
                    <a:pt x="9791" y="10551"/>
                    <a:pt x="11100" y="4702"/>
                  </a:cubicBezTo>
                  <a:cubicBezTo>
                    <a:pt x="13278" y="9444"/>
                    <a:pt x="18258" y="12653"/>
                    <a:pt x="22011" y="13123"/>
                  </a:cubicBezTo>
                  <a:cubicBezTo>
                    <a:pt x="22011" y="13123"/>
                    <a:pt x="23240" y="0"/>
                    <a:pt x="121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2"/>
            <p:cNvSpPr/>
            <p:nvPr/>
          </p:nvSpPr>
          <p:spPr>
            <a:xfrm>
              <a:off x="7637738" y="2814475"/>
              <a:ext cx="42700" cy="42725"/>
            </a:xfrm>
            <a:custGeom>
              <a:rect b="b" l="l" r="r" t="t"/>
              <a:pathLst>
                <a:path extrusionOk="0" h="1709" w="1708">
                  <a:moveTo>
                    <a:pt x="855" y="0"/>
                  </a:moveTo>
                  <a:cubicBezTo>
                    <a:pt x="381" y="0"/>
                    <a:pt x="0" y="384"/>
                    <a:pt x="0" y="854"/>
                  </a:cubicBezTo>
                  <a:cubicBezTo>
                    <a:pt x="0" y="1326"/>
                    <a:pt x="384" y="1709"/>
                    <a:pt x="855" y="1709"/>
                  </a:cubicBezTo>
                  <a:cubicBezTo>
                    <a:pt x="1327" y="1709"/>
                    <a:pt x="1707" y="1325"/>
                    <a:pt x="1707" y="854"/>
                  </a:cubicBezTo>
                  <a:cubicBezTo>
                    <a:pt x="1707" y="384"/>
                    <a:pt x="1327" y="3"/>
                    <a:pt x="8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2"/>
            <p:cNvSpPr/>
            <p:nvPr/>
          </p:nvSpPr>
          <p:spPr>
            <a:xfrm>
              <a:off x="7656088" y="2562325"/>
              <a:ext cx="48700" cy="42700"/>
            </a:xfrm>
            <a:custGeom>
              <a:rect b="b" l="l" r="r" t="t"/>
              <a:pathLst>
                <a:path extrusionOk="0" h="1708" w="1948">
                  <a:moveTo>
                    <a:pt x="974" y="1"/>
                  </a:moveTo>
                  <a:cubicBezTo>
                    <a:pt x="657" y="1"/>
                    <a:pt x="353" y="178"/>
                    <a:pt x="206" y="482"/>
                  </a:cubicBezTo>
                  <a:cubicBezTo>
                    <a:pt x="1" y="907"/>
                    <a:pt x="179" y="1417"/>
                    <a:pt x="603" y="1622"/>
                  </a:cubicBezTo>
                  <a:cubicBezTo>
                    <a:pt x="722" y="1680"/>
                    <a:pt x="849" y="1707"/>
                    <a:pt x="973" y="1707"/>
                  </a:cubicBezTo>
                  <a:cubicBezTo>
                    <a:pt x="1290" y="1707"/>
                    <a:pt x="1595" y="1529"/>
                    <a:pt x="1742" y="1224"/>
                  </a:cubicBezTo>
                  <a:cubicBezTo>
                    <a:pt x="1947" y="800"/>
                    <a:pt x="1769" y="290"/>
                    <a:pt x="1344" y="86"/>
                  </a:cubicBezTo>
                  <a:cubicBezTo>
                    <a:pt x="1225" y="28"/>
                    <a:pt x="1098" y="1"/>
                    <a:pt x="9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2"/>
            <p:cNvSpPr/>
            <p:nvPr/>
          </p:nvSpPr>
          <p:spPr>
            <a:xfrm>
              <a:off x="8069538" y="2814500"/>
              <a:ext cx="48675" cy="42675"/>
            </a:xfrm>
            <a:custGeom>
              <a:rect b="b" l="l" r="r" t="t"/>
              <a:pathLst>
                <a:path extrusionOk="0" h="1707" w="1947">
                  <a:moveTo>
                    <a:pt x="976" y="0"/>
                  </a:moveTo>
                  <a:cubicBezTo>
                    <a:pt x="658" y="0"/>
                    <a:pt x="353" y="178"/>
                    <a:pt x="206" y="482"/>
                  </a:cubicBezTo>
                  <a:cubicBezTo>
                    <a:pt x="0" y="906"/>
                    <a:pt x="178" y="1417"/>
                    <a:pt x="603" y="1622"/>
                  </a:cubicBezTo>
                  <a:cubicBezTo>
                    <a:pt x="722" y="1679"/>
                    <a:pt x="848" y="1706"/>
                    <a:pt x="972" y="1706"/>
                  </a:cubicBezTo>
                  <a:cubicBezTo>
                    <a:pt x="1289" y="1706"/>
                    <a:pt x="1594" y="1529"/>
                    <a:pt x="1741" y="1224"/>
                  </a:cubicBezTo>
                  <a:cubicBezTo>
                    <a:pt x="1947" y="801"/>
                    <a:pt x="1769" y="290"/>
                    <a:pt x="1345" y="85"/>
                  </a:cubicBezTo>
                  <a:cubicBezTo>
                    <a:pt x="1226" y="27"/>
                    <a:pt x="1100" y="0"/>
                    <a:pt x="9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2"/>
            <p:cNvSpPr/>
            <p:nvPr/>
          </p:nvSpPr>
          <p:spPr>
            <a:xfrm>
              <a:off x="7899463" y="2684125"/>
              <a:ext cx="48700" cy="42675"/>
            </a:xfrm>
            <a:custGeom>
              <a:rect b="b" l="l" r="r" t="t"/>
              <a:pathLst>
                <a:path extrusionOk="0" h="1707" w="1948">
                  <a:moveTo>
                    <a:pt x="974" y="0"/>
                  </a:moveTo>
                  <a:cubicBezTo>
                    <a:pt x="657" y="0"/>
                    <a:pt x="353" y="178"/>
                    <a:pt x="206" y="484"/>
                  </a:cubicBezTo>
                  <a:cubicBezTo>
                    <a:pt x="1" y="907"/>
                    <a:pt x="179" y="1418"/>
                    <a:pt x="604" y="1622"/>
                  </a:cubicBezTo>
                  <a:cubicBezTo>
                    <a:pt x="723" y="1680"/>
                    <a:pt x="850" y="1707"/>
                    <a:pt x="974" y="1707"/>
                  </a:cubicBezTo>
                  <a:cubicBezTo>
                    <a:pt x="1291" y="1707"/>
                    <a:pt x="1595" y="1529"/>
                    <a:pt x="1742" y="1225"/>
                  </a:cubicBezTo>
                  <a:cubicBezTo>
                    <a:pt x="1947" y="800"/>
                    <a:pt x="1769" y="291"/>
                    <a:pt x="1345" y="86"/>
                  </a:cubicBezTo>
                  <a:cubicBezTo>
                    <a:pt x="1225" y="28"/>
                    <a:pt x="1099" y="0"/>
                    <a:pt x="9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2"/>
            <p:cNvSpPr/>
            <p:nvPr/>
          </p:nvSpPr>
          <p:spPr>
            <a:xfrm>
              <a:off x="8091838" y="2515500"/>
              <a:ext cx="48700" cy="42725"/>
            </a:xfrm>
            <a:custGeom>
              <a:rect b="b" l="l" r="r" t="t"/>
              <a:pathLst>
                <a:path extrusionOk="0" h="1709" w="1948">
                  <a:moveTo>
                    <a:pt x="974" y="1"/>
                  </a:moveTo>
                  <a:cubicBezTo>
                    <a:pt x="657" y="1"/>
                    <a:pt x="353" y="178"/>
                    <a:pt x="206" y="484"/>
                  </a:cubicBezTo>
                  <a:cubicBezTo>
                    <a:pt x="1" y="908"/>
                    <a:pt x="179" y="1418"/>
                    <a:pt x="604" y="1624"/>
                  </a:cubicBezTo>
                  <a:cubicBezTo>
                    <a:pt x="723" y="1681"/>
                    <a:pt x="849" y="1708"/>
                    <a:pt x="973" y="1708"/>
                  </a:cubicBezTo>
                  <a:cubicBezTo>
                    <a:pt x="1291" y="1708"/>
                    <a:pt x="1596" y="1531"/>
                    <a:pt x="1744" y="1226"/>
                  </a:cubicBezTo>
                  <a:cubicBezTo>
                    <a:pt x="1948" y="802"/>
                    <a:pt x="1769" y="292"/>
                    <a:pt x="1346" y="86"/>
                  </a:cubicBezTo>
                  <a:cubicBezTo>
                    <a:pt x="1226" y="28"/>
                    <a:pt x="1099" y="1"/>
                    <a:pt x="9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2"/>
            <p:cNvSpPr/>
            <p:nvPr/>
          </p:nvSpPr>
          <p:spPr>
            <a:xfrm>
              <a:off x="8256288" y="2706325"/>
              <a:ext cx="48650" cy="42700"/>
            </a:xfrm>
            <a:custGeom>
              <a:rect b="b" l="l" r="r" t="t"/>
              <a:pathLst>
                <a:path extrusionOk="0" h="1708" w="1946">
                  <a:moveTo>
                    <a:pt x="973" y="1"/>
                  </a:moveTo>
                  <a:cubicBezTo>
                    <a:pt x="656" y="1"/>
                    <a:pt x="352" y="178"/>
                    <a:pt x="204" y="483"/>
                  </a:cubicBezTo>
                  <a:cubicBezTo>
                    <a:pt x="0" y="908"/>
                    <a:pt x="179" y="1417"/>
                    <a:pt x="602" y="1622"/>
                  </a:cubicBezTo>
                  <a:cubicBezTo>
                    <a:pt x="721" y="1680"/>
                    <a:pt x="848" y="1707"/>
                    <a:pt x="972" y="1707"/>
                  </a:cubicBezTo>
                  <a:cubicBezTo>
                    <a:pt x="1289" y="1707"/>
                    <a:pt x="1594" y="1529"/>
                    <a:pt x="1742" y="1224"/>
                  </a:cubicBezTo>
                  <a:cubicBezTo>
                    <a:pt x="1945" y="801"/>
                    <a:pt x="1767" y="290"/>
                    <a:pt x="1344" y="86"/>
                  </a:cubicBezTo>
                  <a:cubicBezTo>
                    <a:pt x="1224" y="28"/>
                    <a:pt x="1098" y="1"/>
                    <a:pt x="9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2"/>
            <p:cNvSpPr/>
            <p:nvPr/>
          </p:nvSpPr>
          <p:spPr>
            <a:xfrm>
              <a:off x="7904988" y="1946848"/>
              <a:ext cx="48474" cy="115131"/>
            </a:xfrm>
            <a:custGeom>
              <a:rect b="b" l="l" r="r" t="t"/>
              <a:pathLst>
                <a:path extrusionOk="0" h="2805" w="1181">
                  <a:moveTo>
                    <a:pt x="590" y="1"/>
                  </a:moveTo>
                  <a:cubicBezTo>
                    <a:pt x="265" y="1"/>
                    <a:pt x="1" y="1220"/>
                    <a:pt x="1" y="1993"/>
                  </a:cubicBezTo>
                  <a:cubicBezTo>
                    <a:pt x="1" y="2767"/>
                    <a:pt x="265" y="2804"/>
                    <a:pt x="590" y="2804"/>
                  </a:cubicBezTo>
                  <a:cubicBezTo>
                    <a:pt x="916" y="2804"/>
                    <a:pt x="1181" y="2767"/>
                    <a:pt x="1181" y="1993"/>
                  </a:cubicBezTo>
                  <a:cubicBezTo>
                    <a:pt x="1181" y="1220"/>
                    <a:pt x="916" y="1"/>
                    <a:pt x="590" y="1"/>
                  </a:cubicBezTo>
                  <a:close/>
                </a:path>
              </a:pathLst>
            </a:custGeom>
            <a:solidFill>
              <a:srgbClr val="F370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5" name="Google Shape;7245;p72"/>
          <p:cNvGrpSpPr/>
          <p:nvPr/>
        </p:nvGrpSpPr>
        <p:grpSpPr>
          <a:xfrm>
            <a:off x="6181225" y="1448425"/>
            <a:ext cx="1000350" cy="1464525"/>
            <a:chOff x="6181225" y="1448425"/>
            <a:chExt cx="1000350" cy="1464525"/>
          </a:xfrm>
        </p:grpSpPr>
        <p:sp>
          <p:nvSpPr>
            <p:cNvPr id="7246" name="Google Shape;7246;p72"/>
            <p:cNvSpPr/>
            <p:nvPr/>
          </p:nvSpPr>
          <p:spPr>
            <a:xfrm>
              <a:off x="6181225" y="2430125"/>
              <a:ext cx="1000350" cy="482825"/>
            </a:xfrm>
            <a:custGeom>
              <a:rect b="b" l="l" r="r" t="t"/>
              <a:pathLst>
                <a:path extrusionOk="0" h="19313" w="40014">
                  <a:moveTo>
                    <a:pt x="20869" y="0"/>
                  </a:moveTo>
                  <a:cubicBezTo>
                    <a:pt x="3936" y="0"/>
                    <a:pt x="0" y="19313"/>
                    <a:pt x="0" y="19313"/>
                  </a:cubicBezTo>
                  <a:lnTo>
                    <a:pt x="40013" y="19313"/>
                  </a:lnTo>
                  <a:cubicBezTo>
                    <a:pt x="40013" y="19313"/>
                    <a:pt x="37803" y="0"/>
                    <a:pt x="208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2"/>
            <p:cNvSpPr/>
            <p:nvPr/>
          </p:nvSpPr>
          <p:spPr>
            <a:xfrm>
              <a:off x="6510875" y="2426150"/>
              <a:ext cx="369450" cy="197150"/>
            </a:xfrm>
            <a:custGeom>
              <a:rect b="b" l="l" r="r" t="t"/>
              <a:pathLst>
                <a:path extrusionOk="0" h="7886" w="14778">
                  <a:moveTo>
                    <a:pt x="8417" y="1"/>
                  </a:moveTo>
                  <a:cubicBezTo>
                    <a:pt x="5812" y="1"/>
                    <a:pt x="3618" y="561"/>
                    <a:pt x="3618" y="561"/>
                  </a:cubicBezTo>
                  <a:cubicBezTo>
                    <a:pt x="3618" y="561"/>
                    <a:pt x="0" y="4291"/>
                    <a:pt x="3016" y="6976"/>
                  </a:cubicBezTo>
                  <a:cubicBezTo>
                    <a:pt x="3725" y="7608"/>
                    <a:pt x="4367" y="7845"/>
                    <a:pt x="4933" y="7845"/>
                  </a:cubicBezTo>
                  <a:cubicBezTo>
                    <a:pt x="6645" y="7845"/>
                    <a:pt x="7651" y="5670"/>
                    <a:pt x="7651" y="5670"/>
                  </a:cubicBezTo>
                  <a:lnTo>
                    <a:pt x="7651" y="5670"/>
                  </a:lnTo>
                  <a:cubicBezTo>
                    <a:pt x="7651" y="5670"/>
                    <a:pt x="7644" y="7886"/>
                    <a:pt x="10160" y="7886"/>
                  </a:cubicBezTo>
                  <a:cubicBezTo>
                    <a:pt x="10261" y="7886"/>
                    <a:pt x="10365" y="7882"/>
                    <a:pt x="10474" y="7875"/>
                  </a:cubicBezTo>
                  <a:cubicBezTo>
                    <a:pt x="13305" y="7685"/>
                    <a:pt x="14778" y="4249"/>
                    <a:pt x="13647" y="1082"/>
                  </a:cubicBezTo>
                  <a:cubicBezTo>
                    <a:pt x="12074" y="250"/>
                    <a:pt x="10154" y="1"/>
                    <a:pt x="84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2"/>
            <p:cNvSpPr/>
            <p:nvPr/>
          </p:nvSpPr>
          <p:spPr>
            <a:xfrm>
              <a:off x="6317225" y="1925875"/>
              <a:ext cx="157150" cy="157150"/>
            </a:xfrm>
            <a:custGeom>
              <a:rect b="b" l="l" r="r" t="t"/>
              <a:pathLst>
                <a:path extrusionOk="0" h="6286" w="6286">
                  <a:moveTo>
                    <a:pt x="3143" y="1"/>
                  </a:moveTo>
                  <a:cubicBezTo>
                    <a:pt x="1407" y="1"/>
                    <a:pt x="1" y="1407"/>
                    <a:pt x="1" y="3142"/>
                  </a:cubicBezTo>
                  <a:cubicBezTo>
                    <a:pt x="1" y="4878"/>
                    <a:pt x="1407" y="6285"/>
                    <a:pt x="3143" y="6285"/>
                  </a:cubicBezTo>
                  <a:cubicBezTo>
                    <a:pt x="4878" y="6285"/>
                    <a:pt x="6286" y="4878"/>
                    <a:pt x="6286" y="3142"/>
                  </a:cubicBezTo>
                  <a:cubicBezTo>
                    <a:pt x="6286" y="1407"/>
                    <a:pt x="4878" y="1"/>
                    <a:pt x="3143" y="1"/>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2"/>
            <p:cNvSpPr/>
            <p:nvPr/>
          </p:nvSpPr>
          <p:spPr>
            <a:xfrm>
              <a:off x="6900450" y="1925875"/>
              <a:ext cx="157175" cy="157150"/>
            </a:xfrm>
            <a:custGeom>
              <a:rect b="b" l="l" r="r" t="t"/>
              <a:pathLst>
                <a:path extrusionOk="0" h="6286" w="6287">
                  <a:moveTo>
                    <a:pt x="3144" y="1"/>
                  </a:moveTo>
                  <a:cubicBezTo>
                    <a:pt x="1408" y="1"/>
                    <a:pt x="1" y="1407"/>
                    <a:pt x="1" y="3142"/>
                  </a:cubicBezTo>
                  <a:cubicBezTo>
                    <a:pt x="1" y="4878"/>
                    <a:pt x="1408" y="6285"/>
                    <a:pt x="3144" y="6285"/>
                  </a:cubicBezTo>
                  <a:cubicBezTo>
                    <a:pt x="4879" y="6285"/>
                    <a:pt x="6287" y="4878"/>
                    <a:pt x="6287" y="3142"/>
                  </a:cubicBezTo>
                  <a:cubicBezTo>
                    <a:pt x="6287" y="1407"/>
                    <a:pt x="4879" y="1"/>
                    <a:pt x="3144" y="1"/>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2"/>
            <p:cNvSpPr/>
            <p:nvPr/>
          </p:nvSpPr>
          <p:spPr>
            <a:xfrm>
              <a:off x="6617075" y="2115100"/>
              <a:ext cx="171775" cy="273800"/>
            </a:xfrm>
            <a:custGeom>
              <a:rect b="b" l="l" r="r" t="t"/>
              <a:pathLst>
                <a:path extrusionOk="0" h="10952" w="6871">
                  <a:moveTo>
                    <a:pt x="6340" y="0"/>
                  </a:moveTo>
                  <a:lnTo>
                    <a:pt x="889" y="749"/>
                  </a:lnTo>
                  <a:lnTo>
                    <a:pt x="1" y="10951"/>
                  </a:lnTo>
                  <a:cubicBezTo>
                    <a:pt x="1799" y="10736"/>
                    <a:pt x="4728" y="9907"/>
                    <a:pt x="6870" y="6980"/>
                  </a:cubicBezTo>
                  <a:lnTo>
                    <a:pt x="6340" y="0"/>
                  </a:ln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2"/>
            <p:cNvSpPr/>
            <p:nvPr/>
          </p:nvSpPr>
          <p:spPr>
            <a:xfrm>
              <a:off x="6415275" y="1599875"/>
              <a:ext cx="549050" cy="659375"/>
            </a:xfrm>
            <a:custGeom>
              <a:rect b="b" l="l" r="r" t="t"/>
              <a:pathLst>
                <a:path extrusionOk="0" h="26375" w="21962">
                  <a:moveTo>
                    <a:pt x="11716" y="0"/>
                  </a:moveTo>
                  <a:cubicBezTo>
                    <a:pt x="9507" y="0"/>
                    <a:pt x="60" y="729"/>
                    <a:pt x="102" y="13193"/>
                  </a:cubicBezTo>
                  <a:cubicBezTo>
                    <a:pt x="1" y="14863"/>
                    <a:pt x="75" y="15365"/>
                    <a:pt x="259" y="17029"/>
                  </a:cubicBezTo>
                  <a:cubicBezTo>
                    <a:pt x="624" y="20325"/>
                    <a:pt x="2200" y="23196"/>
                    <a:pt x="5192" y="24792"/>
                  </a:cubicBezTo>
                  <a:cubicBezTo>
                    <a:pt x="7045" y="25780"/>
                    <a:pt x="9313" y="26375"/>
                    <a:pt x="11529" y="26375"/>
                  </a:cubicBezTo>
                  <a:cubicBezTo>
                    <a:pt x="12901" y="26375"/>
                    <a:pt x="14252" y="26147"/>
                    <a:pt x="15471" y="25645"/>
                  </a:cubicBezTo>
                  <a:cubicBezTo>
                    <a:pt x="17946" y="24626"/>
                    <a:pt x="19857" y="22811"/>
                    <a:pt x="20837" y="20365"/>
                  </a:cubicBezTo>
                  <a:cubicBezTo>
                    <a:pt x="21952" y="17577"/>
                    <a:pt x="21962" y="14012"/>
                    <a:pt x="21813" y="11000"/>
                  </a:cubicBezTo>
                  <a:cubicBezTo>
                    <a:pt x="21271" y="169"/>
                    <a:pt x="12690" y="13"/>
                    <a:pt x="12196" y="13"/>
                  </a:cubicBezTo>
                  <a:cubicBezTo>
                    <a:pt x="12182" y="13"/>
                    <a:pt x="12174" y="13"/>
                    <a:pt x="12174" y="13"/>
                  </a:cubicBezTo>
                  <a:cubicBezTo>
                    <a:pt x="12174" y="13"/>
                    <a:pt x="12009" y="0"/>
                    <a:pt x="11716" y="0"/>
                  </a:cubicBez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2"/>
            <p:cNvSpPr/>
            <p:nvPr/>
          </p:nvSpPr>
          <p:spPr>
            <a:xfrm>
              <a:off x="6607275" y="2289600"/>
              <a:ext cx="196375" cy="279175"/>
            </a:xfrm>
            <a:custGeom>
              <a:rect b="b" l="l" r="r" t="t"/>
              <a:pathLst>
                <a:path extrusionOk="0" h="11167" w="7855">
                  <a:moveTo>
                    <a:pt x="7262" y="1"/>
                  </a:moveTo>
                  <a:cubicBezTo>
                    <a:pt x="5120" y="2927"/>
                    <a:pt x="2191" y="3756"/>
                    <a:pt x="393" y="3971"/>
                  </a:cubicBezTo>
                  <a:lnTo>
                    <a:pt x="0" y="8461"/>
                  </a:lnTo>
                  <a:cubicBezTo>
                    <a:pt x="0" y="8461"/>
                    <a:pt x="160" y="10705"/>
                    <a:pt x="3794" y="11133"/>
                  </a:cubicBezTo>
                  <a:cubicBezTo>
                    <a:pt x="3988" y="11156"/>
                    <a:pt x="4173" y="11167"/>
                    <a:pt x="4349" y="11167"/>
                  </a:cubicBezTo>
                  <a:cubicBezTo>
                    <a:pt x="7471" y="11167"/>
                    <a:pt x="7854" y="7768"/>
                    <a:pt x="7854" y="7768"/>
                  </a:cubicBezTo>
                  <a:lnTo>
                    <a:pt x="7262" y="1"/>
                  </a:lnTo>
                  <a:close/>
                </a:path>
              </a:pathLst>
            </a:custGeom>
            <a:solidFill>
              <a:srgbClr val="FFA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2"/>
            <p:cNvSpPr/>
            <p:nvPr/>
          </p:nvSpPr>
          <p:spPr>
            <a:xfrm>
              <a:off x="6550650" y="1957850"/>
              <a:ext cx="27950" cy="55825"/>
            </a:xfrm>
            <a:custGeom>
              <a:rect b="b" l="l" r="r" t="t"/>
              <a:pathLst>
                <a:path extrusionOk="0" h="2233" w="1118">
                  <a:moveTo>
                    <a:pt x="558" y="1"/>
                  </a:moveTo>
                  <a:cubicBezTo>
                    <a:pt x="250" y="1"/>
                    <a:pt x="1" y="501"/>
                    <a:pt x="1" y="1117"/>
                  </a:cubicBezTo>
                  <a:cubicBezTo>
                    <a:pt x="1" y="1734"/>
                    <a:pt x="250" y="2233"/>
                    <a:pt x="558" y="2233"/>
                  </a:cubicBezTo>
                  <a:cubicBezTo>
                    <a:pt x="868" y="2233"/>
                    <a:pt x="1117" y="1734"/>
                    <a:pt x="1117" y="1117"/>
                  </a:cubicBezTo>
                  <a:cubicBezTo>
                    <a:pt x="1117" y="500"/>
                    <a:pt x="868" y="1"/>
                    <a:pt x="55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2"/>
            <p:cNvSpPr/>
            <p:nvPr/>
          </p:nvSpPr>
          <p:spPr>
            <a:xfrm>
              <a:off x="6808675" y="1962575"/>
              <a:ext cx="27950" cy="55800"/>
            </a:xfrm>
            <a:custGeom>
              <a:rect b="b" l="l" r="r" t="t"/>
              <a:pathLst>
                <a:path extrusionOk="0" h="2232" w="1118">
                  <a:moveTo>
                    <a:pt x="560" y="0"/>
                  </a:moveTo>
                  <a:cubicBezTo>
                    <a:pt x="252" y="0"/>
                    <a:pt x="1" y="501"/>
                    <a:pt x="1" y="1117"/>
                  </a:cubicBezTo>
                  <a:cubicBezTo>
                    <a:pt x="1" y="1733"/>
                    <a:pt x="252" y="2232"/>
                    <a:pt x="560" y="2232"/>
                  </a:cubicBezTo>
                  <a:cubicBezTo>
                    <a:pt x="868" y="2232"/>
                    <a:pt x="1117" y="1733"/>
                    <a:pt x="1117" y="1117"/>
                  </a:cubicBezTo>
                  <a:cubicBezTo>
                    <a:pt x="1117" y="501"/>
                    <a:pt x="868" y="0"/>
                    <a:pt x="5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2"/>
            <p:cNvSpPr/>
            <p:nvPr/>
          </p:nvSpPr>
          <p:spPr>
            <a:xfrm>
              <a:off x="6652950" y="2069800"/>
              <a:ext cx="76900" cy="22575"/>
            </a:xfrm>
            <a:custGeom>
              <a:rect b="b" l="l" r="r" t="t"/>
              <a:pathLst>
                <a:path extrusionOk="0" h="903" w="3076">
                  <a:moveTo>
                    <a:pt x="0" y="1"/>
                  </a:moveTo>
                  <a:lnTo>
                    <a:pt x="0" y="1"/>
                  </a:lnTo>
                  <a:cubicBezTo>
                    <a:pt x="337" y="491"/>
                    <a:pt x="900" y="865"/>
                    <a:pt x="1546" y="901"/>
                  </a:cubicBezTo>
                  <a:cubicBezTo>
                    <a:pt x="1574" y="902"/>
                    <a:pt x="1601" y="903"/>
                    <a:pt x="1628" y="903"/>
                  </a:cubicBezTo>
                  <a:cubicBezTo>
                    <a:pt x="1920" y="903"/>
                    <a:pt x="2215" y="820"/>
                    <a:pt x="2453" y="658"/>
                  </a:cubicBezTo>
                  <a:cubicBezTo>
                    <a:pt x="2592" y="587"/>
                    <a:pt x="2697" y="469"/>
                    <a:pt x="2810" y="366"/>
                  </a:cubicBezTo>
                  <a:cubicBezTo>
                    <a:pt x="2908" y="250"/>
                    <a:pt x="2995" y="126"/>
                    <a:pt x="3075" y="1"/>
                  </a:cubicBezTo>
                  <a:lnTo>
                    <a:pt x="3075" y="1"/>
                  </a:lnTo>
                  <a:cubicBezTo>
                    <a:pt x="2831" y="173"/>
                    <a:pt x="2599" y="345"/>
                    <a:pt x="2342" y="450"/>
                  </a:cubicBezTo>
                  <a:cubicBezTo>
                    <a:pt x="2125" y="550"/>
                    <a:pt x="1895" y="603"/>
                    <a:pt x="1663" y="603"/>
                  </a:cubicBezTo>
                  <a:cubicBezTo>
                    <a:pt x="1628" y="603"/>
                    <a:pt x="1593" y="602"/>
                    <a:pt x="1558" y="600"/>
                  </a:cubicBezTo>
                  <a:cubicBezTo>
                    <a:pt x="1291" y="591"/>
                    <a:pt x="1026" y="519"/>
                    <a:pt x="765" y="412"/>
                  </a:cubicBezTo>
                  <a:cubicBezTo>
                    <a:pt x="507" y="300"/>
                    <a:pt x="248" y="166"/>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2"/>
            <p:cNvSpPr/>
            <p:nvPr/>
          </p:nvSpPr>
          <p:spPr>
            <a:xfrm>
              <a:off x="6506025" y="2040600"/>
              <a:ext cx="58675" cy="58675"/>
            </a:xfrm>
            <a:custGeom>
              <a:rect b="b" l="l" r="r" t="t"/>
              <a:pathLst>
                <a:path extrusionOk="0" h="2347" w="2347">
                  <a:moveTo>
                    <a:pt x="1173" y="1"/>
                  </a:moveTo>
                  <a:cubicBezTo>
                    <a:pt x="525" y="1"/>
                    <a:pt x="0" y="526"/>
                    <a:pt x="0" y="1175"/>
                  </a:cubicBezTo>
                  <a:cubicBezTo>
                    <a:pt x="0" y="1822"/>
                    <a:pt x="525" y="2347"/>
                    <a:pt x="1173" y="2347"/>
                  </a:cubicBezTo>
                  <a:cubicBezTo>
                    <a:pt x="1820" y="2347"/>
                    <a:pt x="2346" y="1822"/>
                    <a:pt x="2346" y="1175"/>
                  </a:cubicBezTo>
                  <a:cubicBezTo>
                    <a:pt x="2346" y="526"/>
                    <a:pt x="1820" y="1"/>
                    <a:pt x="11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2"/>
            <p:cNvSpPr/>
            <p:nvPr/>
          </p:nvSpPr>
          <p:spPr>
            <a:xfrm>
              <a:off x="6807300" y="2049975"/>
              <a:ext cx="58675" cy="58675"/>
            </a:xfrm>
            <a:custGeom>
              <a:rect b="b" l="l" r="r" t="t"/>
              <a:pathLst>
                <a:path extrusionOk="0" h="2347" w="2347">
                  <a:moveTo>
                    <a:pt x="1172" y="1"/>
                  </a:moveTo>
                  <a:cubicBezTo>
                    <a:pt x="525" y="1"/>
                    <a:pt x="0" y="526"/>
                    <a:pt x="0" y="1173"/>
                  </a:cubicBezTo>
                  <a:cubicBezTo>
                    <a:pt x="0" y="1822"/>
                    <a:pt x="525" y="2347"/>
                    <a:pt x="1172" y="2347"/>
                  </a:cubicBezTo>
                  <a:cubicBezTo>
                    <a:pt x="1820" y="2347"/>
                    <a:pt x="2346" y="1822"/>
                    <a:pt x="2346" y="1173"/>
                  </a:cubicBezTo>
                  <a:cubicBezTo>
                    <a:pt x="2346" y="526"/>
                    <a:pt x="1820" y="1"/>
                    <a:pt x="11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2"/>
            <p:cNvSpPr/>
            <p:nvPr/>
          </p:nvSpPr>
          <p:spPr>
            <a:xfrm>
              <a:off x="6313550" y="1584200"/>
              <a:ext cx="757850" cy="437275"/>
            </a:xfrm>
            <a:custGeom>
              <a:rect b="b" l="l" r="r" t="t"/>
              <a:pathLst>
                <a:path extrusionOk="0" h="17491" w="30314">
                  <a:moveTo>
                    <a:pt x="15552" y="1"/>
                  </a:moveTo>
                  <a:cubicBezTo>
                    <a:pt x="15531" y="1"/>
                    <a:pt x="15510" y="1"/>
                    <a:pt x="15489" y="1"/>
                  </a:cubicBezTo>
                  <a:cubicBezTo>
                    <a:pt x="0" y="49"/>
                    <a:pt x="3749" y="17009"/>
                    <a:pt x="3666" y="17483"/>
                  </a:cubicBezTo>
                  <a:lnTo>
                    <a:pt x="3666" y="17483"/>
                  </a:lnTo>
                  <a:cubicBezTo>
                    <a:pt x="4110" y="16156"/>
                    <a:pt x="4915" y="14985"/>
                    <a:pt x="6196" y="14358"/>
                  </a:cubicBezTo>
                  <a:cubicBezTo>
                    <a:pt x="7270" y="13833"/>
                    <a:pt x="8442" y="13605"/>
                    <a:pt x="9565" y="13217"/>
                  </a:cubicBezTo>
                  <a:cubicBezTo>
                    <a:pt x="10613" y="12856"/>
                    <a:pt x="11624" y="12364"/>
                    <a:pt x="12578" y="11801"/>
                  </a:cubicBezTo>
                  <a:cubicBezTo>
                    <a:pt x="14399" y="10724"/>
                    <a:pt x="16048" y="9305"/>
                    <a:pt x="17408" y="7719"/>
                  </a:cubicBezTo>
                  <a:cubicBezTo>
                    <a:pt x="17742" y="7333"/>
                    <a:pt x="18054" y="6933"/>
                    <a:pt x="18328" y="6501"/>
                  </a:cubicBezTo>
                  <a:cubicBezTo>
                    <a:pt x="18499" y="6232"/>
                    <a:pt x="19056" y="5508"/>
                    <a:pt x="19013" y="5180"/>
                  </a:cubicBezTo>
                  <a:lnTo>
                    <a:pt x="19013" y="5180"/>
                  </a:lnTo>
                  <a:cubicBezTo>
                    <a:pt x="19848" y="11446"/>
                    <a:pt x="26235" y="15390"/>
                    <a:pt x="26235" y="15390"/>
                  </a:cubicBezTo>
                  <a:cubicBezTo>
                    <a:pt x="26235" y="15390"/>
                    <a:pt x="30313" y="1"/>
                    <a:pt x="15552" y="1"/>
                  </a:cubicBezTo>
                  <a:close/>
                  <a:moveTo>
                    <a:pt x="3666" y="17483"/>
                  </a:moveTo>
                  <a:cubicBezTo>
                    <a:pt x="3665" y="17486"/>
                    <a:pt x="3664" y="17488"/>
                    <a:pt x="3663" y="17491"/>
                  </a:cubicBezTo>
                  <a:cubicBezTo>
                    <a:pt x="3664" y="17489"/>
                    <a:pt x="3665" y="17487"/>
                    <a:pt x="3666" y="1748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2"/>
            <p:cNvSpPr/>
            <p:nvPr/>
          </p:nvSpPr>
          <p:spPr>
            <a:xfrm>
              <a:off x="6725250" y="1448425"/>
              <a:ext cx="314875" cy="225150"/>
            </a:xfrm>
            <a:custGeom>
              <a:rect b="b" l="l" r="r" t="t"/>
              <a:pathLst>
                <a:path extrusionOk="0" h="9006" w="12595">
                  <a:moveTo>
                    <a:pt x="6837" y="1"/>
                  </a:moveTo>
                  <a:cubicBezTo>
                    <a:pt x="6300" y="1"/>
                    <a:pt x="5723" y="83"/>
                    <a:pt x="5118" y="259"/>
                  </a:cubicBezTo>
                  <a:cubicBezTo>
                    <a:pt x="1" y="1745"/>
                    <a:pt x="2318" y="7256"/>
                    <a:pt x="2318" y="7256"/>
                  </a:cubicBezTo>
                  <a:cubicBezTo>
                    <a:pt x="2318" y="7256"/>
                    <a:pt x="2364" y="7254"/>
                    <a:pt x="2447" y="7254"/>
                  </a:cubicBezTo>
                  <a:cubicBezTo>
                    <a:pt x="3052" y="7254"/>
                    <a:pt x="5640" y="7354"/>
                    <a:pt x="7207" y="9006"/>
                  </a:cubicBezTo>
                  <a:cubicBezTo>
                    <a:pt x="12595" y="4571"/>
                    <a:pt x="10835" y="1"/>
                    <a:pt x="68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2"/>
            <p:cNvSpPr/>
            <p:nvPr/>
          </p:nvSpPr>
          <p:spPr>
            <a:xfrm>
              <a:off x="6684850" y="2636125"/>
              <a:ext cx="31125" cy="31125"/>
            </a:xfrm>
            <a:custGeom>
              <a:rect b="b" l="l" r="r" t="t"/>
              <a:pathLst>
                <a:path extrusionOk="0" h="1245" w="1245">
                  <a:moveTo>
                    <a:pt x="623" y="1"/>
                  </a:moveTo>
                  <a:cubicBezTo>
                    <a:pt x="279" y="1"/>
                    <a:pt x="1" y="279"/>
                    <a:pt x="1" y="622"/>
                  </a:cubicBezTo>
                  <a:cubicBezTo>
                    <a:pt x="1" y="966"/>
                    <a:pt x="279" y="1244"/>
                    <a:pt x="623" y="1244"/>
                  </a:cubicBezTo>
                  <a:cubicBezTo>
                    <a:pt x="966" y="1244"/>
                    <a:pt x="1244" y="966"/>
                    <a:pt x="1244" y="622"/>
                  </a:cubicBezTo>
                  <a:cubicBezTo>
                    <a:pt x="1244" y="279"/>
                    <a:pt x="966" y="1"/>
                    <a:pt x="6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2"/>
            <p:cNvSpPr/>
            <p:nvPr/>
          </p:nvSpPr>
          <p:spPr>
            <a:xfrm>
              <a:off x="6684850" y="2725975"/>
              <a:ext cx="31125" cy="31100"/>
            </a:xfrm>
            <a:custGeom>
              <a:rect b="b" l="l" r="r" t="t"/>
              <a:pathLst>
                <a:path extrusionOk="0" h="1244" w="1245">
                  <a:moveTo>
                    <a:pt x="623" y="0"/>
                  </a:moveTo>
                  <a:cubicBezTo>
                    <a:pt x="279" y="0"/>
                    <a:pt x="1" y="278"/>
                    <a:pt x="1" y="622"/>
                  </a:cubicBezTo>
                  <a:cubicBezTo>
                    <a:pt x="1" y="966"/>
                    <a:pt x="279" y="1244"/>
                    <a:pt x="623" y="1244"/>
                  </a:cubicBezTo>
                  <a:cubicBezTo>
                    <a:pt x="966" y="1244"/>
                    <a:pt x="1244" y="966"/>
                    <a:pt x="1244" y="622"/>
                  </a:cubicBezTo>
                  <a:cubicBezTo>
                    <a:pt x="1244" y="278"/>
                    <a:pt x="966" y="0"/>
                    <a:pt x="6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2"/>
            <p:cNvSpPr/>
            <p:nvPr/>
          </p:nvSpPr>
          <p:spPr>
            <a:xfrm>
              <a:off x="6668713" y="1931936"/>
              <a:ext cx="48474" cy="115131"/>
            </a:xfrm>
            <a:custGeom>
              <a:rect b="b" l="l" r="r" t="t"/>
              <a:pathLst>
                <a:path extrusionOk="0" h="2805" w="1181">
                  <a:moveTo>
                    <a:pt x="590" y="1"/>
                  </a:moveTo>
                  <a:cubicBezTo>
                    <a:pt x="265" y="1"/>
                    <a:pt x="1" y="1220"/>
                    <a:pt x="1" y="1993"/>
                  </a:cubicBezTo>
                  <a:cubicBezTo>
                    <a:pt x="1" y="2767"/>
                    <a:pt x="265" y="2804"/>
                    <a:pt x="590" y="2804"/>
                  </a:cubicBezTo>
                  <a:cubicBezTo>
                    <a:pt x="916" y="2804"/>
                    <a:pt x="1181" y="2767"/>
                    <a:pt x="1181" y="1993"/>
                  </a:cubicBezTo>
                  <a:cubicBezTo>
                    <a:pt x="1181" y="1220"/>
                    <a:pt x="916" y="1"/>
                    <a:pt x="590" y="1"/>
                  </a:cubicBezTo>
                  <a:close/>
                </a:path>
              </a:pathLst>
            </a:custGeom>
            <a:solidFill>
              <a:srgbClr val="F370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3" name="Google Shape;7263;p72"/>
          <p:cNvGrpSpPr/>
          <p:nvPr/>
        </p:nvGrpSpPr>
        <p:grpSpPr>
          <a:xfrm>
            <a:off x="3284875" y="1510025"/>
            <a:ext cx="815067" cy="3108019"/>
            <a:chOff x="3284875" y="1510025"/>
            <a:chExt cx="815067" cy="3108019"/>
          </a:xfrm>
        </p:grpSpPr>
        <p:sp>
          <p:nvSpPr>
            <p:cNvPr id="7264" name="Google Shape;7264;p72"/>
            <p:cNvSpPr/>
            <p:nvPr/>
          </p:nvSpPr>
          <p:spPr>
            <a:xfrm>
              <a:off x="3324305" y="4478221"/>
              <a:ext cx="223682" cy="139823"/>
            </a:xfrm>
            <a:custGeom>
              <a:rect b="b" l="l" r="r" t="t"/>
              <a:pathLst>
                <a:path extrusionOk="0" h="7940" w="12702">
                  <a:moveTo>
                    <a:pt x="11546" y="0"/>
                  </a:moveTo>
                  <a:cubicBezTo>
                    <a:pt x="11251" y="0"/>
                    <a:pt x="10998" y="27"/>
                    <a:pt x="10998" y="27"/>
                  </a:cubicBezTo>
                  <a:lnTo>
                    <a:pt x="1373" y="3139"/>
                  </a:lnTo>
                  <a:lnTo>
                    <a:pt x="478" y="3917"/>
                  </a:lnTo>
                  <a:cubicBezTo>
                    <a:pt x="478" y="3917"/>
                    <a:pt x="0" y="4723"/>
                    <a:pt x="180" y="5731"/>
                  </a:cubicBezTo>
                  <a:cubicBezTo>
                    <a:pt x="360" y="6739"/>
                    <a:pt x="598" y="7374"/>
                    <a:pt x="2299" y="7691"/>
                  </a:cubicBezTo>
                  <a:cubicBezTo>
                    <a:pt x="3169" y="7853"/>
                    <a:pt x="4140" y="7940"/>
                    <a:pt x="5061" y="7940"/>
                  </a:cubicBezTo>
                  <a:cubicBezTo>
                    <a:pt x="5944" y="7940"/>
                    <a:pt x="6780" y="7860"/>
                    <a:pt x="7437" y="7691"/>
                  </a:cubicBezTo>
                  <a:cubicBezTo>
                    <a:pt x="8782" y="7346"/>
                    <a:pt x="9617" y="6943"/>
                    <a:pt x="9917" y="6163"/>
                  </a:cubicBezTo>
                  <a:cubicBezTo>
                    <a:pt x="10214" y="5386"/>
                    <a:pt x="9827" y="3973"/>
                    <a:pt x="10334" y="3311"/>
                  </a:cubicBezTo>
                  <a:cubicBezTo>
                    <a:pt x="10842" y="2648"/>
                    <a:pt x="11022" y="3080"/>
                    <a:pt x="11589" y="2648"/>
                  </a:cubicBezTo>
                  <a:cubicBezTo>
                    <a:pt x="12157" y="2215"/>
                    <a:pt x="12456" y="1754"/>
                    <a:pt x="12477" y="1302"/>
                  </a:cubicBezTo>
                  <a:cubicBezTo>
                    <a:pt x="12500" y="846"/>
                    <a:pt x="12701" y="366"/>
                    <a:pt x="12364" y="141"/>
                  </a:cubicBezTo>
                  <a:cubicBezTo>
                    <a:pt x="12194" y="28"/>
                    <a:pt x="11848" y="0"/>
                    <a:pt x="1154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2"/>
            <p:cNvSpPr/>
            <p:nvPr/>
          </p:nvSpPr>
          <p:spPr>
            <a:xfrm>
              <a:off x="3426659" y="4238944"/>
              <a:ext cx="105730" cy="216409"/>
            </a:xfrm>
            <a:custGeom>
              <a:rect b="b" l="l" r="r" t="t"/>
              <a:pathLst>
                <a:path extrusionOk="0" h="12289" w="6004">
                  <a:moveTo>
                    <a:pt x="6004" y="1"/>
                  </a:moveTo>
                  <a:lnTo>
                    <a:pt x="1" y="546"/>
                  </a:lnTo>
                  <a:lnTo>
                    <a:pt x="869" y="12289"/>
                  </a:lnTo>
                  <a:lnTo>
                    <a:pt x="5627" y="12289"/>
                  </a:lnTo>
                  <a:lnTo>
                    <a:pt x="6004" y="1"/>
                  </a:ln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2"/>
            <p:cNvSpPr/>
            <p:nvPr/>
          </p:nvSpPr>
          <p:spPr>
            <a:xfrm>
              <a:off x="3380202" y="2895441"/>
              <a:ext cx="330628" cy="1395751"/>
            </a:xfrm>
            <a:custGeom>
              <a:rect b="b" l="l" r="r" t="t"/>
              <a:pathLst>
                <a:path extrusionOk="0" h="79259" w="18775">
                  <a:moveTo>
                    <a:pt x="2829" y="0"/>
                  </a:moveTo>
                  <a:cubicBezTo>
                    <a:pt x="2829" y="0"/>
                    <a:pt x="947" y="4582"/>
                    <a:pt x="542" y="9510"/>
                  </a:cubicBezTo>
                  <a:cubicBezTo>
                    <a:pt x="139" y="14437"/>
                    <a:pt x="186" y="17982"/>
                    <a:pt x="542" y="22781"/>
                  </a:cubicBezTo>
                  <a:cubicBezTo>
                    <a:pt x="900" y="27577"/>
                    <a:pt x="1466" y="35531"/>
                    <a:pt x="1542" y="39551"/>
                  </a:cubicBezTo>
                  <a:cubicBezTo>
                    <a:pt x="1618" y="43570"/>
                    <a:pt x="1648" y="44506"/>
                    <a:pt x="1601" y="45285"/>
                  </a:cubicBezTo>
                  <a:cubicBezTo>
                    <a:pt x="1557" y="46063"/>
                    <a:pt x="1722" y="47115"/>
                    <a:pt x="1617" y="47389"/>
                  </a:cubicBezTo>
                  <a:cubicBezTo>
                    <a:pt x="1512" y="47663"/>
                    <a:pt x="1318" y="47921"/>
                    <a:pt x="1466" y="48873"/>
                  </a:cubicBezTo>
                  <a:cubicBezTo>
                    <a:pt x="1617" y="49824"/>
                    <a:pt x="1063" y="52503"/>
                    <a:pt x="1002" y="53065"/>
                  </a:cubicBezTo>
                  <a:cubicBezTo>
                    <a:pt x="943" y="53628"/>
                    <a:pt x="148" y="59521"/>
                    <a:pt x="253" y="63886"/>
                  </a:cubicBezTo>
                  <a:cubicBezTo>
                    <a:pt x="362" y="68251"/>
                    <a:pt x="486" y="72228"/>
                    <a:pt x="243" y="74000"/>
                  </a:cubicBezTo>
                  <a:cubicBezTo>
                    <a:pt x="1" y="75772"/>
                    <a:pt x="141" y="78178"/>
                    <a:pt x="243" y="78265"/>
                  </a:cubicBezTo>
                  <a:cubicBezTo>
                    <a:pt x="338" y="78345"/>
                    <a:pt x="1572" y="79258"/>
                    <a:pt x="3883" y="79258"/>
                  </a:cubicBezTo>
                  <a:cubicBezTo>
                    <a:pt x="4042" y="79258"/>
                    <a:pt x="4207" y="79254"/>
                    <a:pt x="4377" y="79245"/>
                  </a:cubicBezTo>
                  <a:cubicBezTo>
                    <a:pt x="7006" y="79100"/>
                    <a:pt x="8858" y="78206"/>
                    <a:pt x="8948" y="78034"/>
                  </a:cubicBezTo>
                  <a:cubicBezTo>
                    <a:pt x="9037" y="77860"/>
                    <a:pt x="9157" y="71695"/>
                    <a:pt x="9157" y="71695"/>
                  </a:cubicBezTo>
                  <a:cubicBezTo>
                    <a:pt x="9157" y="71695"/>
                    <a:pt x="10650" y="58727"/>
                    <a:pt x="11247" y="53426"/>
                  </a:cubicBezTo>
                  <a:cubicBezTo>
                    <a:pt x="11845" y="48124"/>
                    <a:pt x="13279" y="43861"/>
                    <a:pt x="13816" y="40576"/>
                  </a:cubicBezTo>
                  <a:cubicBezTo>
                    <a:pt x="14355" y="37291"/>
                    <a:pt x="16147" y="27609"/>
                    <a:pt x="16744" y="24324"/>
                  </a:cubicBezTo>
                  <a:cubicBezTo>
                    <a:pt x="17341" y="21039"/>
                    <a:pt x="17699" y="15925"/>
                    <a:pt x="18236" y="15693"/>
                  </a:cubicBezTo>
                  <a:cubicBezTo>
                    <a:pt x="18774" y="15464"/>
                    <a:pt x="18430" y="8994"/>
                    <a:pt x="18423" y="7554"/>
                  </a:cubicBezTo>
                  <a:cubicBezTo>
                    <a:pt x="18416" y="6112"/>
                    <a:pt x="18774" y="869"/>
                    <a:pt x="18774" y="869"/>
                  </a:cubicBezTo>
                  <a:lnTo>
                    <a:pt x="3361" y="5"/>
                  </a:lnTo>
                  <a:lnTo>
                    <a:pt x="2829" y="5"/>
                  </a:lnTo>
                  <a:lnTo>
                    <a:pt x="282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2"/>
            <p:cNvSpPr/>
            <p:nvPr/>
          </p:nvSpPr>
          <p:spPr>
            <a:xfrm>
              <a:off x="3407375" y="4376801"/>
              <a:ext cx="109446" cy="55736"/>
            </a:xfrm>
            <a:custGeom>
              <a:rect b="b" l="l" r="r" t="t"/>
              <a:pathLst>
                <a:path extrusionOk="0" h="3165" w="6215">
                  <a:moveTo>
                    <a:pt x="2514" y="1"/>
                  </a:moveTo>
                  <a:cubicBezTo>
                    <a:pt x="1648" y="1"/>
                    <a:pt x="917" y="165"/>
                    <a:pt x="569" y="254"/>
                  </a:cubicBezTo>
                  <a:cubicBezTo>
                    <a:pt x="0" y="396"/>
                    <a:pt x="449" y="2011"/>
                    <a:pt x="449" y="2011"/>
                  </a:cubicBezTo>
                  <a:lnTo>
                    <a:pt x="4660" y="3164"/>
                  </a:lnTo>
                  <a:cubicBezTo>
                    <a:pt x="4660" y="3164"/>
                    <a:pt x="4664" y="3164"/>
                    <a:pt x="4671" y="3164"/>
                  </a:cubicBezTo>
                  <a:cubicBezTo>
                    <a:pt x="4790" y="3164"/>
                    <a:pt x="5807" y="3138"/>
                    <a:pt x="6005" y="2242"/>
                  </a:cubicBezTo>
                  <a:cubicBezTo>
                    <a:pt x="6215" y="1292"/>
                    <a:pt x="5765" y="743"/>
                    <a:pt x="4243" y="254"/>
                  </a:cubicBezTo>
                  <a:cubicBezTo>
                    <a:pt x="3655" y="65"/>
                    <a:pt x="3058" y="1"/>
                    <a:pt x="25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2"/>
            <p:cNvSpPr/>
            <p:nvPr/>
          </p:nvSpPr>
          <p:spPr>
            <a:xfrm>
              <a:off x="3331649" y="4400311"/>
              <a:ext cx="211373" cy="183655"/>
            </a:xfrm>
            <a:custGeom>
              <a:rect b="b" l="l" r="r" t="t"/>
              <a:pathLst>
                <a:path extrusionOk="0" h="10429" w="12003">
                  <a:moveTo>
                    <a:pt x="11445" y="1"/>
                  </a:moveTo>
                  <a:cubicBezTo>
                    <a:pt x="11412" y="1"/>
                    <a:pt x="11381" y="14"/>
                    <a:pt x="11352" y="41"/>
                  </a:cubicBezTo>
                  <a:cubicBezTo>
                    <a:pt x="11113" y="272"/>
                    <a:pt x="11113" y="1484"/>
                    <a:pt x="10574" y="1656"/>
                  </a:cubicBezTo>
                  <a:cubicBezTo>
                    <a:pt x="10537" y="1667"/>
                    <a:pt x="10502" y="1673"/>
                    <a:pt x="10467" y="1673"/>
                  </a:cubicBezTo>
                  <a:cubicBezTo>
                    <a:pt x="9990" y="1673"/>
                    <a:pt x="9679" y="647"/>
                    <a:pt x="9679" y="647"/>
                  </a:cubicBezTo>
                  <a:lnTo>
                    <a:pt x="5048" y="248"/>
                  </a:lnTo>
                  <a:cubicBezTo>
                    <a:pt x="5048" y="248"/>
                    <a:pt x="3853" y="1166"/>
                    <a:pt x="2748" y="3212"/>
                  </a:cubicBezTo>
                  <a:cubicBezTo>
                    <a:pt x="1643" y="5258"/>
                    <a:pt x="0" y="7419"/>
                    <a:pt x="61" y="8341"/>
                  </a:cubicBezTo>
                  <a:cubicBezTo>
                    <a:pt x="120" y="9262"/>
                    <a:pt x="58" y="9924"/>
                    <a:pt x="2555" y="10184"/>
                  </a:cubicBezTo>
                  <a:cubicBezTo>
                    <a:pt x="3847" y="10318"/>
                    <a:pt x="4926" y="10429"/>
                    <a:pt x="5791" y="10429"/>
                  </a:cubicBezTo>
                  <a:cubicBezTo>
                    <a:pt x="6596" y="10429"/>
                    <a:pt x="7216" y="10333"/>
                    <a:pt x="7647" y="10069"/>
                  </a:cubicBezTo>
                  <a:cubicBezTo>
                    <a:pt x="8543" y="9521"/>
                    <a:pt x="9231" y="9204"/>
                    <a:pt x="9410" y="8427"/>
                  </a:cubicBezTo>
                  <a:cubicBezTo>
                    <a:pt x="9590" y="7650"/>
                    <a:pt x="10217" y="6699"/>
                    <a:pt x="10755" y="6266"/>
                  </a:cubicBezTo>
                  <a:cubicBezTo>
                    <a:pt x="11292" y="5834"/>
                    <a:pt x="11919" y="4969"/>
                    <a:pt x="11949" y="4565"/>
                  </a:cubicBezTo>
                  <a:cubicBezTo>
                    <a:pt x="11980" y="4162"/>
                    <a:pt x="11890" y="2606"/>
                    <a:pt x="11949" y="1598"/>
                  </a:cubicBezTo>
                  <a:cubicBezTo>
                    <a:pt x="12002" y="710"/>
                    <a:pt x="11685" y="1"/>
                    <a:pt x="114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2"/>
            <p:cNvSpPr/>
            <p:nvPr/>
          </p:nvSpPr>
          <p:spPr>
            <a:xfrm>
              <a:off x="3400031" y="4448653"/>
              <a:ext cx="87592" cy="29602"/>
            </a:xfrm>
            <a:custGeom>
              <a:rect b="b" l="l" r="r" t="t"/>
              <a:pathLst>
                <a:path extrusionOk="0" h="1681" w="4974">
                  <a:moveTo>
                    <a:pt x="1345" y="0"/>
                  </a:moveTo>
                  <a:cubicBezTo>
                    <a:pt x="948" y="0"/>
                    <a:pt x="698" y="21"/>
                    <a:pt x="698" y="21"/>
                  </a:cubicBezTo>
                  <a:cubicBezTo>
                    <a:pt x="111" y="43"/>
                    <a:pt x="0" y="841"/>
                    <a:pt x="0" y="841"/>
                  </a:cubicBezTo>
                  <a:cubicBezTo>
                    <a:pt x="177" y="805"/>
                    <a:pt x="378" y="789"/>
                    <a:pt x="595" y="789"/>
                  </a:cubicBezTo>
                  <a:cubicBezTo>
                    <a:pt x="2228" y="789"/>
                    <a:pt x="4750" y="1681"/>
                    <a:pt x="4750" y="1681"/>
                  </a:cubicBezTo>
                  <a:lnTo>
                    <a:pt x="4974" y="756"/>
                  </a:lnTo>
                  <a:cubicBezTo>
                    <a:pt x="3789" y="103"/>
                    <a:pt x="2215" y="0"/>
                    <a:pt x="13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2"/>
            <p:cNvSpPr/>
            <p:nvPr/>
          </p:nvSpPr>
          <p:spPr>
            <a:xfrm>
              <a:off x="3379515" y="4473994"/>
              <a:ext cx="87592" cy="29638"/>
            </a:xfrm>
            <a:custGeom>
              <a:rect b="b" l="l" r="r" t="t"/>
              <a:pathLst>
                <a:path extrusionOk="0" h="1683" w="4974">
                  <a:moveTo>
                    <a:pt x="1345" y="1"/>
                  </a:moveTo>
                  <a:cubicBezTo>
                    <a:pt x="949" y="1"/>
                    <a:pt x="698" y="22"/>
                    <a:pt x="698" y="22"/>
                  </a:cubicBezTo>
                  <a:cubicBezTo>
                    <a:pt x="112" y="43"/>
                    <a:pt x="1" y="841"/>
                    <a:pt x="1" y="841"/>
                  </a:cubicBezTo>
                  <a:cubicBezTo>
                    <a:pt x="178" y="806"/>
                    <a:pt x="378" y="790"/>
                    <a:pt x="595" y="790"/>
                  </a:cubicBezTo>
                  <a:cubicBezTo>
                    <a:pt x="2228" y="790"/>
                    <a:pt x="4750" y="1683"/>
                    <a:pt x="4750" y="1683"/>
                  </a:cubicBezTo>
                  <a:lnTo>
                    <a:pt x="4973" y="756"/>
                  </a:lnTo>
                  <a:cubicBezTo>
                    <a:pt x="3788" y="103"/>
                    <a:pt x="2215" y="1"/>
                    <a:pt x="134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2"/>
            <p:cNvSpPr/>
            <p:nvPr/>
          </p:nvSpPr>
          <p:spPr>
            <a:xfrm>
              <a:off x="3361640" y="4498350"/>
              <a:ext cx="87575" cy="29638"/>
            </a:xfrm>
            <a:custGeom>
              <a:rect b="b" l="l" r="r" t="t"/>
              <a:pathLst>
                <a:path extrusionOk="0" h="1683" w="4973">
                  <a:moveTo>
                    <a:pt x="1340" y="1"/>
                  </a:moveTo>
                  <a:cubicBezTo>
                    <a:pt x="946" y="1"/>
                    <a:pt x="698" y="22"/>
                    <a:pt x="698" y="22"/>
                  </a:cubicBezTo>
                  <a:cubicBezTo>
                    <a:pt x="112" y="43"/>
                    <a:pt x="0" y="843"/>
                    <a:pt x="0" y="843"/>
                  </a:cubicBezTo>
                  <a:cubicBezTo>
                    <a:pt x="178" y="807"/>
                    <a:pt x="379" y="791"/>
                    <a:pt x="595" y="791"/>
                  </a:cubicBezTo>
                  <a:cubicBezTo>
                    <a:pt x="2229" y="791"/>
                    <a:pt x="4750" y="1683"/>
                    <a:pt x="4750" y="1683"/>
                  </a:cubicBezTo>
                  <a:lnTo>
                    <a:pt x="4973" y="758"/>
                  </a:lnTo>
                  <a:cubicBezTo>
                    <a:pt x="3787" y="103"/>
                    <a:pt x="2209" y="1"/>
                    <a:pt x="134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2"/>
            <p:cNvSpPr/>
            <p:nvPr/>
          </p:nvSpPr>
          <p:spPr>
            <a:xfrm>
              <a:off x="3852750" y="4478221"/>
              <a:ext cx="223682" cy="139823"/>
            </a:xfrm>
            <a:custGeom>
              <a:rect b="b" l="l" r="r" t="t"/>
              <a:pathLst>
                <a:path extrusionOk="0" h="7940" w="12702">
                  <a:moveTo>
                    <a:pt x="1154" y="0"/>
                  </a:moveTo>
                  <a:cubicBezTo>
                    <a:pt x="853" y="0"/>
                    <a:pt x="506" y="28"/>
                    <a:pt x="337" y="141"/>
                  </a:cubicBezTo>
                  <a:cubicBezTo>
                    <a:pt x="0" y="366"/>
                    <a:pt x="200" y="846"/>
                    <a:pt x="224" y="1302"/>
                  </a:cubicBezTo>
                  <a:cubicBezTo>
                    <a:pt x="245" y="1754"/>
                    <a:pt x="544" y="2215"/>
                    <a:pt x="1112" y="2648"/>
                  </a:cubicBezTo>
                  <a:cubicBezTo>
                    <a:pt x="1679" y="3080"/>
                    <a:pt x="1860" y="2648"/>
                    <a:pt x="2367" y="3311"/>
                  </a:cubicBezTo>
                  <a:cubicBezTo>
                    <a:pt x="2875" y="3973"/>
                    <a:pt x="2484" y="5386"/>
                    <a:pt x="2785" y="6163"/>
                  </a:cubicBezTo>
                  <a:cubicBezTo>
                    <a:pt x="3083" y="6943"/>
                    <a:pt x="3919" y="7346"/>
                    <a:pt x="5263" y="7691"/>
                  </a:cubicBezTo>
                  <a:cubicBezTo>
                    <a:pt x="5921" y="7860"/>
                    <a:pt x="6757" y="7940"/>
                    <a:pt x="7640" y="7940"/>
                  </a:cubicBezTo>
                  <a:cubicBezTo>
                    <a:pt x="8561" y="7940"/>
                    <a:pt x="9532" y="7853"/>
                    <a:pt x="10401" y="7691"/>
                  </a:cubicBezTo>
                  <a:cubicBezTo>
                    <a:pt x="12104" y="7374"/>
                    <a:pt x="12342" y="6739"/>
                    <a:pt x="12521" y="5731"/>
                  </a:cubicBezTo>
                  <a:cubicBezTo>
                    <a:pt x="12701" y="4723"/>
                    <a:pt x="12223" y="3917"/>
                    <a:pt x="12223" y="3917"/>
                  </a:cubicBezTo>
                  <a:lnTo>
                    <a:pt x="11327" y="3139"/>
                  </a:lnTo>
                  <a:lnTo>
                    <a:pt x="1702" y="27"/>
                  </a:lnTo>
                  <a:cubicBezTo>
                    <a:pt x="1702" y="27"/>
                    <a:pt x="1449" y="0"/>
                    <a:pt x="115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2"/>
            <p:cNvSpPr/>
            <p:nvPr/>
          </p:nvSpPr>
          <p:spPr>
            <a:xfrm>
              <a:off x="3868282" y="4238944"/>
              <a:ext cx="105766" cy="216409"/>
            </a:xfrm>
            <a:custGeom>
              <a:rect b="b" l="l" r="r" t="t"/>
              <a:pathLst>
                <a:path extrusionOk="0" h="12289" w="6006">
                  <a:moveTo>
                    <a:pt x="1" y="1"/>
                  </a:moveTo>
                  <a:lnTo>
                    <a:pt x="379" y="12289"/>
                  </a:lnTo>
                  <a:lnTo>
                    <a:pt x="5137" y="12289"/>
                  </a:lnTo>
                  <a:lnTo>
                    <a:pt x="6005" y="546"/>
                  </a:lnTo>
                  <a:lnTo>
                    <a:pt x="1" y="1"/>
                  </a:ln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2"/>
            <p:cNvSpPr/>
            <p:nvPr/>
          </p:nvSpPr>
          <p:spPr>
            <a:xfrm>
              <a:off x="3689868" y="2895441"/>
              <a:ext cx="330593" cy="1395751"/>
            </a:xfrm>
            <a:custGeom>
              <a:rect b="b" l="l" r="r" t="t"/>
              <a:pathLst>
                <a:path extrusionOk="0" h="79259" w="18773">
                  <a:moveTo>
                    <a:pt x="15946" y="0"/>
                  </a:moveTo>
                  <a:lnTo>
                    <a:pt x="15946" y="5"/>
                  </a:lnTo>
                  <a:lnTo>
                    <a:pt x="15413" y="5"/>
                  </a:lnTo>
                  <a:lnTo>
                    <a:pt x="1" y="869"/>
                  </a:lnTo>
                  <a:cubicBezTo>
                    <a:pt x="1" y="869"/>
                    <a:pt x="359" y="6112"/>
                    <a:pt x="352" y="7554"/>
                  </a:cubicBezTo>
                  <a:cubicBezTo>
                    <a:pt x="343" y="8994"/>
                    <a:pt x="126" y="15464"/>
                    <a:pt x="663" y="15693"/>
                  </a:cubicBezTo>
                  <a:cubicBezTo>
                    <a:pt x="1200" y="15925"/>
                    <a:pt x="1433" y="21039"/>
                    <a:pt x="2031" y="24324"/>
                  </a:cubicBezTo>
                  <a:cubicBezTo>
                    <a:pt x="2629" y="27609"/>
                    <a:pt x="4420" y="37291"/>
                    <a:pt x="4958" y="40576"/>
                  </a:cubicBezTo>
                  <a:cubicBezTo>
                    <a:pt x="5495" y="43861"/>
                    <a:pt x="6930" y="48124"/>
                    <a:pt x="7528" y="53426"/>
                  </a:cubicBezTo>
                  <a:cubicBezTo>
                    <a:pt x="8123" y="58727"/>
                    <a:pt x="9617" y="71695"/>
                    <a:pt x="9617" y="71695"/>
                  </a:cubicBezTo>
                  <a:cubicBezTo>
                    <a:pt x="9617" y="71695"/>
                    <a:pt x="9737" y="77860"/>
                    <a:pt x="9827" y="78034"/>
                  </a:cubicBezTo>
                  <a:cubicBezTo>
                    <a:pt x="9917" y="78206"/>
                    <a:pt x="11767" y="79100"/>
                    <a:pt x="14396" y="79245"/>
                  </a:cubicBezTo>
                  <a:cubicBezTo>
                    <a:pt x="14566" y="79254"/>
                    <a:pt x="14731" y="79258"/>
                    <a:pt x="14891" y="79258"/>
                  </a:cubicBezTo>
                  <a:cubicBezTo>
                    <a:pt x="17202" y="79258"/>
                    <a:pt x="18435" y="78345"/>
                    <a:pt x="18532" y="78265"/>
                  </a:cubicBezTo>
                  <a:cubicBezTo>
                    <a:pt x="18633" y="78178"/>
                    <a:pt x="18773" y="75772"/>
                    <a:pt x="18532" y="74000"/>
                  </a:cubicBezTo>
                  <a:cubicBezTo>
                    <a:pt x="18288" y="72228"/>
                    <a:pt x="18413" y="68251"/>
                    <a:pt x="18520" y="63886"/>
                  </a:cubicBezTo>
                  <a:cubicBezTo>
                    <a:pt x="18626" y="59521"/>
                    <a:pt x="17831" y="53628"/>
                    <a:pt x="17772" y="53065"/>
                  </a:cubicBezTo>
                  <a:cubicBezTo>
                    <a:pt x="17711" y="52503"/>
                    <a:pt x="17158" y="49824"/>
                    <a:pt x="17308" y="48873"/>
                  </a:cubicBezTo>
                  <a:cubicBezTo>
                    <a:pt x="17456" y="47921"/>
                    <a:pt x="17263" y="47663"/>
                    <a:pt x="17158" y="47389"/>
                  </a:cubicBezTo>
                  <a:cubicBezTo>
                    <a:pt x="17053" y="47115"/>
                    <a:pt x="17216" y="46063"/>
                    <a:pt x="17172" y="45285"/>
                  </a:cubicBezTo>
                  <a:cubicBezTo>
                    <a:pt x="17126" y="44506"/>
                    <a:pt x="17157" y="43570"/>
                    <a:pt x="17232" y="39551"/>
                  </a:cubicBezTo>
                  <a:cubicBezTo>
                    <a:pt x="17308" y="35531"/>
                    <a:pt x="17873" y="27577"/>
                    <a:pt x="18231" y="22781"/>
                  </a:cubicBezTo>
                  <a:cubicBezTo>
                    <a:pt x="18589" y="17982"/>
                    <a:pt x="18634" y="14437"/>
                    <a:pt x="18231" y="9510"/>
                  </a:cubicBezTo>
                  <a:cubicBezTo>
                    <a:pt x="17828" y="4582"/>
                    <a:pt x="15946" y="0"/>
                    <a:pt x="159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2"/>
            <p:cNvSpPr/>
            <p:nvPr/>
          </p:nvSpPr>
          <p:spPr>
            <a:xfrm>
              <a:off x="3883833" y="4376801"/>
              <a:ext cx="109446" cy="55736"/>
            </a:xfrm>
            <a:custGeom>
              <a:rect b="b" l="l" r="r" t="t"/>
              <a:pathLst>
                <a:path extrusionOk="0" h="3165" w="6215">
                  <a:moveTo>
                    <a:pt x="3701" y="1"/>
                  </a:moveTo>
                  <a:cubicBezTo>
                    <a:pt x="3157" y="1"/>
                    <a:pt x="2560" y="65"/>
                    <a:pt x="1973" y="254"/>
                  </a:cubicBezTo>
                  <a:cubicBezTo>
                    <a:pt x="450" y="743"/>
                    <a:pt x="0" y="1292"/>
                    <a:pt x="210" y="2242"/>
                  </a:cubicBezTo>
                  <a:cubicBezTo>
                    <a:pt x="408" y="3138"/>
                    <a:pt x="1426" y="3164"/>
                    <a:pt x="1544" y="3164"/>
                  </a:cubicBezTo>
                  <a:cubicBezTo>
                    <a:pt x="1551" y="3164"/>
                    <a:pt x="1555" y="3164"/>
                    <a:pt x="1555" y="3164"/>
                  </a:cubicBezTo>
                  <a:lnTo>
                    <a:pt x="5767" y="2011"/>
                  </a:lnTo>
                  <a:cubicBezTo>
                    <a:pt x="5767" y="2011"/>
                    <a:pt x="6215" y="396"/>
                    <a:pt x="5647" y="254"/>
                  </a:cubicBezTo>
                  <a:cubicBezTo>
                    <a:pt x="5299" y="165"/>
                    <a:pt x="4567" y="1"/>
                    <a:pt x="37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2"/>
            <p:cNvSpPr/>
            <p:nvPr/>
          </p:nvSpPr>
          <p:spPr>
            <a:xfrm>
              <a:off x="3857681" y="4400311"/>
              <a:ext cx="211355" cy="183655"/>
            </a:xfrm>
            <a:custGeom>
              <a:rect b="b" l="l" r="r" t="t"/>
              <a:pathLst>
                <a:path extrusionOk="0" h="10429" w="12002">
                  <a:moveTo>
                    <a:pt x="558" y="1"/>
                  </a:moveTo>
                  <a:cubicBezTo>
                    <a:pt x="318" y="1"/>
                    <a:pt x="1" y="710"/>
                    <a:pt x="53" y="1598"/>
                  </a:cubicBezTo>
                  <a:cubicBezTo>
                    <a:pt x="113" y="2606"/>
                    <a:pt x="23" y="4162"/>
                    <a:pt x="53" y="4565"/>
                  </a:cubicBezTo>
                  <a:cubicBezTo>
                    <a:pt x="82" y="4969"/>
                    <a:pt x="710" y="5834"/>
                    <a:pt x="1248" y="6266"/>
                  </a:cubicBezTo>
                  <a:cubicBezTo>
                    <a:pt x="1786" y="6699"/>
                    <a:pt x="2413" y="7650"/>
                    <a:pt x="2592" y="8427"/>
                  </a:cubicBezTo>
                  <a:cubicBezTo>
                    <a:pt x="2772" y="9204"/>
                    <a:pt x="3459" y="9521"/>
                    <a:pt x="4354" y="10069"/>
                  </a:cubicBezTo>
                  <a:cubicBezTo>
                    <a:pt x="4786" y="10333"/>
                    <a:pt x="5406" y="10429"/>
                    <a:pt x="6212" y="10429"/>
                  </a:cubicBezTo>
                  <a:cubicBezTo>
                    <a:pt x="7077" y="10429"/>
                    <a:pt x="8156" y="10318"/>
                    <a:pt x="9448" y="10184"/>
                  </a:cubicBezTo>
                  <a:cubicBezTo>
                    <a:pt x="11943" y="9924"/>
                    <a:pt x="11881" y="9262"/>
                    <a:pt x="11942" y="8341"/>
                  </a:cubicBezTo>
                  <a:cubicBezTo>
                    <a:pt x="12001" y="7419"/>
                    <a:pt x="10359" y="5258"/>
                    <a:pt x="9253" y="3212"/>
                  </a:cubicBezTo>
                  <a:cubicBezTo>
                    <a:pt x="8150" y="1166"/>
                    <a:pt x="6954" y="248"/>
                    <a:pt x="6954" y="248"/>
                  </a:cubicBezTo>
                  <a:lnTo>
                    <a:pt x="2323" y="647"/>
                  </a:lnTo>
                  <a:cubicBezTo>
                    <a:pt x="2323" y="647"/>
                    <a:pt x="2012" y="1673"/>
                    <a:pt x="1535" y="1673"/>
                  </a:cubicBezTo>
                  <a:cubicBezTo>
                    <a:pt x="1500" y="1673"/>
                    <a:pt x="1464" y="1667"/>
                    <a:pt x="1427" y="1656"/>
                  </a:cubicBezTo>
                  <a:cubicBezTo>
                    <a:pt x="890" y="1484"/>
                    <a:pt x="890" y="272"/>
                    <a:pt x="651" y="41"/>
                  </a:cubicBezTo>
                  <a:cubicBezTo>
                    <a:pt x="622" y="14"/>
                    <a:pt x="591" y="1"/>
                    <a:pt x="5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2"/>
            <p:cNvSpPr/>
            <p:nvPr/>
          </p:nvSpPr>
          <p:spPr>
            <a:xfrm>
              <a:off x="3913084" y="4448653"/>
              <a:ext cx="87575" cy="29602"/>
            </a:xfrm>
            <a:custGeom>
              <a:rect b="b" l="l" r="r" t="t"/>
              <a:pathLst>
                <a:path extrusionOk="0" h="1681" w="4973">
                  <a:moveTo>
                    <a:pt x="3628" y="0"/>
                  </a:moveTo>
                  <a:cubicBezTo>
                    <a:pt x="2758" y="0"/>
                    <a:pt x="1185" y="103"/>
                    <a:pt x="0" y="756"/>
                  </a:cubicBezTo>
                  <a:lnTo>
                    <a:pt x="224" y="1681"/>
                  </a:lnTo>
                  <a:cubicBezTo>
                    <a:pt x="224" y="1681"/>
                    <a:pt x="2745" y="789"/>
                    <a:pt x="4378" y="789"/>
                  </a:cubicBezTo>
                  <a:cubicBezTo>
                    <a:pt x="4594" y="789"/>
                    <a:pt x="4795" y="805"/>
                    <a:pt x="4973" y="841"/>
                  </a:cubicBezTo>
                  <a:cubicBezTo>
                    <a:pt x="4973" y="841"/>
                    <a:pt x="4863" y="43"/>
                    <a:pt x="4275" y="21"/>
                  </a:cubicBezTo>
                  <a:cubicBezTo>
                    <a:pt x="4275" y="21"/>
                    <a:pt x="4024" y="0"/>
                    <a:pt x="362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2"/>
            <p:cNvSpPr/>
            <p:nvPr/>
          </p:nvSpPr>
          <p:spPr>
            <a:xfrm>
              <a:off x="3933583" y="4473994"/>
              <a:ext cx="87610" cy="29638"/>
            </a:xfrm>
            <a:custGeom>
              <a:rect b="b" l="l" r="r" t="t"/>
              <a:pathLst>
                <a:path extrusionOk="0" h="1683" w="4975">
                  <a:moveTo>
                    <a:pt x="3629" y="1"/>
                  </a:moveTo>
                  <a:cubicBezTo>
                    <a:pt x="2759" y="1"/>
                    <a:pt x="1186" y="103"/>
                    <a:pt x="1" y="756"/>
                  </a:cubicBezTo>
                  <a:lnTo>
                    <a:pt x="225" y="1683"/>
                  </a:lnTo>
                  <a:cubicBezTo>
                    <a:pt x="225" y="1683"/>
                    <a:pt x="2746" y="790"/>
                    <a:pt x="4379" y="790"/>
                  </a:cubicBezTo>
                  <a:cubicBezTo>
                    <a:pt x="4595" y="790"/>
                    <a:pt x="4796" y="806"/>
                    <a:pt x="4973" y="841"/>
                  </a:cubicBezTo>
                  <a:cubicBezTo>
                    <a:pt x="4975" y="841"/>
                    <a:pt x="4863" y="43"/>
                    <a:pt x="4277" y="22"/>
                  </a:cubicBezTo>
                  <a:cubicBezTo>
                    <a:pt x="4277" y="22"/>
                    <a:pt x="4026" y="1"/>
                    <a:pt x="362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2"/>
            <p:cNvSpPr/>
            <p:nvPr/>
          </p:nvSpPr>
          <p:spPr>
            <a:xfrm>
              <a:off x="3951458" y="4498350"/>
              <a:ext cx="87610" cy="29638"/>
            </a:xfrm>
            <a:custGeom>
              <a:rect b="b" l="l" r="r" t="t"/>
              <a:pathLst>
                <a:path extrusionOk="0" h="1683" w="4975">
                  <a:moveTo>
                    <a:pt x="3635" y="1"/>
                  </a:moveTo>
                  <a:cubicBezTo>
                    <a:pt x="2766" y="1"/>
                    <a:pt x="1188" y="103"/>
                    <a:pt x="1" y="758"/>
                  </a:cubicBezTo>
                  <a:lnTo>
                    <a:pt x="225" y="1683"/>
                  </a:lnTo>
                  <a:cubicBezTo>
                    <a:pt x="225" y="1683"/>
                    <a:pt x="2746" y="791"/>
                    <a:pt x="4380" y="791"/>
                  </a:cubicBezTo>
                  <a:cubicBezTo>
                    <a:pt x="4596" y="791"/>
                    <a:pt x="4797" y="807"/>
                    <a:pt x="4975" y="843"/>
                  </a:cubicBezTo>
                  <a:cubicBezTo>
                    <a:pt x="4975" y="843"/>
                    <a:pt x="4863" y="43"/>
                    <a:pt x="4277" y="22"/>
                  </a:cubicBezTo>
                  <a:cubicBezTo>
                    <a:pt x="4277" y="22"/>
                    <a:pt x="4029" y="1"/>
                    <a:pt x="363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2"/>
            <p:cNvSpPr/>
            <p:nvPr/>
          </p:nvSpPr>
          <p:spPr>
            <a:xfrm>
              <a:off x="3332001" y="1510025"/>
              <a:ext cx="722257" cy="706989"/>
            </a:xfrm>
            <a:custGeom>
              <a:rect b="b" l="l" r="r" t="t"/>
              <a:pathLst>
                <a:path extrusionOk="0" h="40147" w="41014">
                  <a:moveTo>
                    <a:pt x="20869" y="0"/>
                  </a:moveTo>
                  <a:cubicBezTo>
                    <a:pt x="20866" y="0"/>
                    <a:pt x="20863" y="0"/>
                    <a:pt x="20860" y="0"/>
                  </a:cubicBezTo>
                  <a:cubicBezTo>
                    <a:pt x="18857" y="19"/>
                    <a:pt x="18875" y="1204"/>
                    <a:pt x="17900" y="1204"/>
                  </a:cubicBezTo>
                  <a:cubicBezTo>
                    <a:pt x="17638" y="1204"/>
                    <a:pt x="17305" y="1118"/>
                    <a:pt x="16842" y="902"/>
                  </a:cubicBezTo>
                  <a:cubicBezTo>
                    <a:pt x="16432" y="712"/>
                    <a:pt x="16100" y="631"/>
                    <a:pt x="15825" y="631"/>
                  </a:cubicBezTo>
                  <a:cubicBezTo>
                    <a:pt x="14627" y="631"/>
                    <a:pt x="14488" y="2165"/>
                    <a:pt x="13661" y="2992"/>
                  </a:cubicBezTo>
                  <a:cubicBezTo>
                    <a:pt x="13346" y="3307"/>
                    <a:pt x="13056" y="3408"/>
                    <a:pt x="12765" y="3408"/>
                  </a:cubicBezTo>
                  <a:cubicBezTo>
                    <a:pt x="12250" y="3408"/>
                    <a:pt x="11731" y="3092"/>
                    <a:pt x="11063" y="3092"/>
                  </a:cubicBezTo>
                  <a:cubicBezTo>
                    <a:pt x="10892" y="3092"/>
                    <a:pt x="10711" y="3113"/>
                    <a:pt x="10517" y="3165"/>
                  </a:cubicBezTo>
                  <a:cubicBezTo>
                    <a:pt x="9144" y="3536"/>
                    <a:pt x="8704" y="5637"/>
                    <a:pt x="7789" y="5941"/>
                  </a:cubicBezTo>
                  <a:cubicBezTo>
                    <a:pt x="6874" y="6246"/>
                    <a:pt x="5914" y="5675"/>
                    <a:pt x="5201" y="7384"/>
                  </a:cubicBezTo>
                  <a:cubicBezTo>
                    <a:pt x="4606" y="8803"/>
                    <a:pt x="4591" y="10231"/>
                    <a:pt x="3217" y="10587"/>
                  </a:cubicBezTo>
                  <a:cubicBezTo>
                    <a:pt x="1846" y="10943"/>
                    <a:pt x="2050" y="13179"/>
                    <a:pt x="2304" y="14350"/>
                  </a:cubicBezTo>
                  <a:cubicBezTo>
                    <a:pt x="2559" y="15520"/>
                    <a:pt x="1494" y="15483"/>
                    <a:pt x="986" y="16855"/>
                  </a:cubicBezTo>
                  <a:cubicBezTo>
                    <a:pt x="478" y="18228"/>
                    <a:pt x="3384" y="18847"/>
                    <a:pt x="1705" y="20604"/>
                  </a:cubicBezTo>
                  <a:cubicBezTo>
                    <a:pt x="0" y="22386"/>
                    <a:pt x="1533" y="25843"/>
                    <a:pt x="3406" y="26742"/>
                  </a:cubicBezTo>
                  <a:cubicBezTo>
                    <a:pt x="5470" y="27732"/>
                    <a:pt x="1848" y="30148"/>
                    <a:pt x="3575" y="30725"/>
                  </a:cubicBezTo>
                  <a:cubicBezTo>
                    <a:pt x="6928" y="31841"/>
                    <a:pt x="5084" y="33342"/>
                    <a:pt x="6457" y="34053"/>
                  </a:cubicBezTo>
                  <a:cubicBezTo>
                    <a:pt x="7832" y="34765"/>
                    <a:pt x="9374" y="34385"/>
                    <a:pt x="9679" y="36674"/>
                  </a:cubicBezTo>
                  <a:cubicBezTo>
                    <a:pt x="9910" y="38412"/>
                    <a:pt x="11378" y="39267"/>
                    <a:pt x="13049" y="39267"/>
                  </a:cubicBezTo>
                  <a:cubicBezTo>
                    <a:pt x="13578" y="39267"/>
                    <a:pt x="14126" y="39182"/>
                    <a:pt x="14662" y="39012"/>
                  </a:cubicBezTo>
                  <a:cubicBezTo>
                    <a:pt x="15346" y="38796"/>
                    <a:pt x="15721" y="38692"/>
                    <a:pt x="16033" y="38692"/>
                  </a:cubicBezTo>
                  <a:cubicBezTo>
                    <a:pt x="16632" y="38692"/>
                    <a:pt x="16997" y="39075"/>
                    <a:pt x="18871" y="39777"/>
                  </a:cubicBezTo>
                  <a:cubicBezTo>
                    <a:pt x="19564" y="40037"/>
                    <a:pt x="20191" y="40147"/>
                    <a:pt x="20763" y="40147"/>
                  </a:cubicBezTo>
                  <a:cubicBezTo>
                    <a:pt x="22541" y="40147"/>
                    <a:pt x="23776" y="39084"/>
                    <a:pt x="24737" y="38159"/>
                  </a:cubicBezTo>
                  <a:cubicBezTo>
                    <a:pt x="25608" y="37323"/>
                    <a:pt x="26118" y="36983"/>
                    <a:pt x="27089" y="36983"/>
                  </a:cubicBezTo>
                  <a:cubicBezTo>
                    <a:pt x="27535" y="36983"/>
                    <a:pt x="28079" y="37055"/>
                    <a:pt x="28799" y="37183"/>
                  </a:cubicBezTo>
                  <a:cubicBezTo>
                    <a:pt x="29138" y="37244"/>
                    <a:pt x="29468" y="37275"/>
                    <a:pt x="29791" y="37275"/>
                  </a:cubicBezTo>
                  <a:cubicBezTo>
                    <a:pt x="31647" y="37275"/>
                    <a:pt x="33266" y="36239"/>
                    <a:pt x="34999" y="33725"/>
                  </a:cubicBezTo>
                  <a:cubicBezTo>
                    <a:pt x="37032" y="30776"/>
                    <a:pt x="38365" y="31599"/>
                    <a:pt x="38207" y="28590"/>
                  </a:cubicBezTo>
                  <a:cubicBezTo>
                    <a:pt x="38138" y="27295"/>
                    <a:pt x="40267" y="25403"/>
                    <a:pt x="40626" y="23618"/>
                  </a:cubicBezTo>
                  <a:cubicBezTo>
                    <a:pt x="41014" y="21688"/>
                    <a:pt x="39800" y="22226"/>
                    <a:pt x="39393" y="21107"/>
                  </a:cubicBezTo>
                  <a:cubicBezTo>
                    <a:pt x="38985" y="19989"/>
                    <a:pt x="40938" y="20075"/>
                    <a:pt x="40910" y="19018"/>
                  </a:cubicBezTo>
                  <a:cubicBezTo>
                    <a:pt x="40853" y="16866"/>
                    <a:pt x="38664" y="17199"/>
                    <a:pt x="39273" y="15572"/>
                  </a:cubicBezTo>
                  <a:cubicBezTo>
                    <a:pt x="39883" y="13946"/>
                    <a:pt x="40088" y="12216"/>
                    <a:pt x="37899" y="11351"/>
                  </a:cubicBezTo>
                  <a:cubicBezTo>
                    <a:pt x="35713" y="10487"/>
                    <a:pt x="37188" y="8452"/>
                    <a:pt x="36476" y="7486"/>
                  </a:cubicBezTo>
                  <a:cubicBezTo>
                    <a:pt x="35765" y="6519"/>
                    <a:pt x="33556" y="7032"/>
                    <a:pt x="33212" y="5152"/>
                  </a:cubicBezTo>
                  <a:cubicBezTo>
                    <a:pt x="32966" y="3808"/>
                    <a:pt x="32200" y="3122"/>
                    <a:pt x="30779" y="3122"/>
                  </a:cubicBezTo>
                  <a:cubicBezTo>
                    <a:pt x="30273" y="3122"/>
                    <a:pt x="29685" y="3209"/>
                    <a:pt x="29008" y="3384"/>
                  </a:cubicBezTo>
                  <a:cubicBezTo>
                    <a:pt x="28816" y="3433"/>
                    <a:pt x="28655" y="3456"/>
                    <a:pt x="28518" y="3456"/>
                  </a:cubicBezTo>
                  <a:cubicBezTo>
                    <a:pt x="27229" y="3456"/>
                    <a:pt x="28115" y="1431"/>
                    <a:pt x="26515" y="808"/>
                  </a:cubicBezTo>
                  <a:cubicBezTo>
                    <a:pt x="26362" y="748"/>
                    <a:pt x="26204" y="723"/>
                    <a:pt x="26044" y="723"/>
                  </a:cubicBezTo>
                  <a:cubicBezTo>
                    <a:pt x="25089" y="723"/>
                    <a:pt x="24057" y="1639"/>
                    <a:pt x="23438" y="1639"/>
                  </a:cubicBezTo>
                  <a:cubicBezTo>
                    <a:pt x="23409" y="1639"/>
                    <a:pt x="23381" y="1637"/>
                    <a:pt x="23354" y="1633"/>
                  </a:cubicBezTo>
                  <a:cubicBezTo>
                    <a:pt x="22194" y="1453"/>
                    <a:pt x="21905" y="0"/>
                    <a:pt x="208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2"/>
            <p:cNvSpPr/>
            <p:nvPr/>
          </p:nvSpPr>
          <p:spPr>
            <a:xfrm>
              <a:off x="3377895" y="2126858"/>
              <a:ext cx="622919" cy="838342"/>
            </a:xfrm>
            <a:custGeom>
              <a:rect b="b" l="l" r="r" t="t"/>
              <a:pathLst>
                <a:path extrusionOk="0" h="47606" w="35373">
                  <a:moveTo>
                    <a:pt x="9671" y="0"/>
                  </a:moveTo>
                  <a:lnTo>
                    <a:pt x="3380" y="1827"/>
                  </a:lnTo>
                  <a:cubicBezTo>
                    <a:pt x="3380" y="1827"/>
                    <a:pt x="4794" y="14321"/>
                    <a:pt x="4831" y="17657"/>
                  </a:cubicBezTo>
                  <a:cubicBezTo>
                    <a:pt x="4868" y="20993"/>
                    <a:pt x="3245" y="26842"/>
                    <a:pt x="3320" y="29579"/>
                  </a:cubicBezTo>
                  <a:cubicBezTo>
                    <a:pt x="3393" y="32315"/>
                    <a:pt x="3837" y="33328"/>
                    <a:pt x="3104" y="35675"/>
                  </a:cubicBezTo>
                  <a:cubicBezTo>
                    <a:pt x="2371" y="38022"/>
                    <a:pt x="700" y="42438"/>
                    <a:pt x="700" y="42438"/>
                  </a:cubicBezTo>
                  <a:cubicBezTo>
                    <a:pt x="700" y="42438"/>
                    <a:pt x="1" y="44987"/>
                    <a:pt x="960" y="46037"/>
                  </a:cubicBezTo>
                  <a:cubicBezTo>
                    <a:pt x="1918" y="47088"/>
                    <a:pt x="4240" y="46412"/>
                    <a:pt x="9434" y="47011"/>
                  </a:cubicBezTo>
                  <a:cubicBezTo>
                    <a:pt x="12445" y="47359"/>
                    <a:pt x="13927" y="47606"/>
                    <a:pt x="15532" y="47606"/>
                  </a:cubicBezTo>
                  <a:cubicBezTo>
                    <a:pt x="16695" y="47606"/>
                    <a:pt x="17923" y="47476"/>
                    <a:pt x="19844" y="47161"/>
                  </a:cubicBezTo>
                  <a:cubicBezTo>
                    <a:pt x="24418" y="46411"/>
                    <a:pt x="22757" y="46823"/>
                    <a:pt x="28143" y="46524"/>
                  </a:cubicBezTo>
                  <a:cubicBezTo>
                    <a:pt x="28993" y="46476"/>
                    <a:pt x="29699" y="46459"/>
                    <a:pt x="30291" y="46459"/>
                  </a:cubicBezTo>
                  <a:cubicBezTo>
                    <a:pt x="31965" y="46459"/>
                    <a:pt x="32719" y="46599"/>
                    <a:pt x="33197" y="46599"/>
                  </a:cubicBezTo>
                  <a:cubicBezTo>
                    <a:pt x="33621" y="46599"/>
                    <a:pt x="33828" y="46489"/>
                    <a:pt x="34266" y="46074"/>
                  </a:cubicBezTo>
                  <a:cubicBezTo>
                    <a:pt x="35372" y="45025"/>
                    <a:pt x="34043" y="43636"/>
                    <a:pt x="34080" y="42063"/>
                  </a:cubicBezTo>
                  <a:cubicBezTo>
                    <a:pt x="34118" y="40488"/>
                    <a:pt x="33452" y="38325"/>
                    <a:pt x="33011" y="37302"/>
                  </a:cubicBezTo>
                  <a:cubicBezTo>
                    <a:pt x="32568" y="36277"/>
                    <a:pt x="32420" y="35540"/>
                    <a:pt x="32384" y="34415"/>
                  </a:cubicBezTo>
                  <a:cubicBezTo>
                    <a:pt x="32346" y="33291"/>
                    <a:pt x="32161" y="30741"/>
                    <a:pt x="31625" y="28379"/>
                  </a:cubicBezTo>
                  <a:cubicBezTo>
                    <a:pt x="31089" y="26018"/>
                    <a:pt x="31904" y="25941"/>
                    <a:pt x="31793" y="23842"/>
                  </a:cubicBezTo>
                  <a:cubicBezTo>
                    <a:pt x="31681" y="21744"/>
                    <a:pt x="31793" y="22868"/>
                    <a:pt x="31638" y="20814"/>
                  </a:cubicBezTo>
                  <a:cubicBezTo>
                    <a:pt x="31483" y="18758"/>
                    <a:pt x="32773" y="9071"/>
                    <a:pt x="32773" y="9071"/>
                  </a:cubicBezTo>
                  <a:lnTo>
                    <a:pt x="29763" y="1049"/>
                  </a:lnTo>
                  <a:cubicBezTo>
                    <a:pt x="29763" y="1049"/>
                    <a:pt x="28185" y="583"/>
                    <a:pt x="27632" y="563"/>
                  </a:cubicBezTo>
                  <a:cubicBezTo>
                    <a:pt x="27078" y="543"/>
                    <a:pt x="9671" y="0"/>
                    <a:pt x="967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2"/>
            <p:cNvSpPr/>
            <p:nvPr/>
          </p:nvSpPr>
          <p:spPr>
            <a:xfrm>
              <a:off x="3408361" y="3623380"/>
              <a:ext cx="40345" cy="75230"/>
            </a:xfrm>
            <a:custGeom>
              <a:rect b="b" l="l" r="r" t="t"/>
              <a:pathLst>
                <a:path extrusionOk="0" h="4272" w="2291">
                  <a:moveTo>
                    <a:pt x="2290" y="1"/>
                  </a:moveTo>
                  <a:lnTo>
                    <a:pt x="2290" y="1"/>
                  </a:lnTo>
                  <a:cubicBezTo>
                    <a:pt x="2290" y="1"/>
                    <a:pt x="1295" y="1"/>
                    <a:pt x="1154" y="1475"/>
                  </a:cubicBezTo>
                  <a:cubicBezTo>
                    <a:pt x="1012" y="2953"/>
                    <a:pt x="28" y="4199"/>
                    <a:pt x="28" y="4199"/>
                  </a:cubicBezTo>
                  <a:cubicBezTo>
                    <a:pt x="28" y="4199"/>
                    <a:pt x="0" y="4272"/>
                    <a:pt x="27" y="4272"/>
                  </a:cubicBezTo>
                  <a:cubicBezTo>
                    <a:pt x="71" y="4272"/>
                    <a:pt x="270" y="4065"/>
                    <a:pt x="1012" y="2953"/>
                  </a:cubicBezTo>
                  <a:cubicBezTo>
                    <a:pt x="2192" y="1182"/>
                    <a:pt x="2290" y="1"/>
                    <a:pt x="22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2"/>
            <p:cNvSpPr/>
            <p:nvPr/>
          </p:nvSpPr>
          <p:spPr>
            <a:xfrm>
              <a:off x="3496415" y="2760420"/>
              <a:ext cx="469095" cy="150830"/>
            </a:xfrm>
            <a:custGeom>
              <a:rect b="b" l="l" r="r" t="t"/>
              <a:pathLst>
                <a:path extrusionOk="0" h="8565" w="26638">
                  <a:moveTo>
                    <a:pt x="0" y="1"/>
                  </a:moveTo>
                  <a:lnTo>
                    <a:pt x="0" y="1"/>
                  </a:lnTo>
                  <a:cubicBezTo>
                    <a:pt x="308" y="575"/>
                    <a:pt x="719" y="1093"/>
                    <a:pt x="1203" y="1530"/>
                  </a:cubicBezTo>
                  <a:lnTo>
                    <a:pt x="1203" y="1530"/>
                  </a:lnTo>
                  <a:lnTo>
                    <a:pt x="1094" y="1470"/>
                  </a:lnTo>
                  <a:lnTo>
                    <a:pt x="1094" y="1470"/>
                  </a:lnTo>
                  <a:cubicBezTo>
                    <a:pt x="2811" y="4463"/>
                    <a:pt x="6543" y="5513"/>
                    <a:pt x="9901" y="6300"/>
                  </a:cubicBezTo>
                  <a:cubicBezTo>
                    <a:pt x="11826" y="6751"/>
                    <a:pt x="13752" y="7202"/>
                    <a:pt x="15676" y="7653"/>
                  </a:cubicBezTo>
                  <a:cubicBezTo>
                    <a:pt x="17493" y="8080"/>
                    <a:pt x="19325" y="8506"/>
                    <a:pt x="21191" y="8560"/>
                  </a:cubicBezTo>
                  <a:cubicBezTo>
                    <a:pt x="21300" y="8563"/>
                    <a:pt x="21410" y="8564"/>
                    <a:pt x="21520" y="8564"/>
                  </a:cubicBezTo>
                  <a:cubicBezTo>
                    <a:pt x="23185" y="8564"/>
                    <a:pt x="24907" y="8201"/>
                    <a:pt x="26165" y="7125"/>
                  </a:cubicBezTo>
                  <a:cubicBezTo>
                    <a:pt x="26380" y="6944"/>
                    <a:pt x="26588" y="6714"/>
                    <a:pt x="26605" y="6437"/>
                  </a:cubicBezTo>
                  <a:cubicBezTo>
                    <a:pt x="26637" y="5844"/>
                    <a:pt x="25904" y="5640"/>
                    <a:pt x="25268" y="5640"/>
                  </a:cubicBezTo>
                  <a:cubicBezTo>
                    <a:pt x="25181" y="5640"/>
                    <a:pt x="25096" y="5644"/>
                    <a:pt x="25015" y="5651"/>
                  </a:cubicBezTo>
                  <a:cubicBezTo>
                    <a:pt x="23872" y="5753"/>
                    <a:pt x="22724" y="5804"/>
                    <a:pt x="21577" y="5804"/>
                  </a:cubicBezTo>
                  <a:cubicBezTo>
                    <a:pt x="15372" y="5804"/>
                    <a:pt x="9167" y="4324"/>
                    <a:pt x="3642" y="1497"/>
                  </a:cubicBezTo>
                  <a:cubicBezTo>
                    <a:pt x="2467" y="896"/>
                    <a:pt x="1297" y="228"/>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2"/>
            <p:cNvSpPr/>
            <p:nvPr/>
          </p:nvSpPr>
          <p:spPr>
            <a:xfrm>
              <a:off x="3491396" y="2756581"/>
              <a:ext cx="477636" cy="158508"/>
            </a:xfrm>
            <a:custGeom>
              <a:rect b="b" l="l" r="r" t="t"/>
              <a:pathLst>
                <a:path extrusionOk="0" h="9001" w="27123">
                  <a:moveTo>
                    <a:pt x="741" y="553"/>
                  </a:moveTo>
                  <a:cubicBezTo>
                    <a:pt x="1496" y="757"/>
                    <a:pt x="2208" y="1085"/>
                    <a:pt x="2906" y="1441"/>
                  </a:cubicBezTo>
                  <a:cubicBezTo>
                    <a:pt x="3748" y="1870"/>
                    <a:pt x="4584" y="2305"/>
                    <a:pt x="5444" y="2696"/>
                  </a:cubicBezTo>
                  <a:cubicBezTo>
                    <a:pt x="7159" y="3473"/>
                    <a:pt x="8929" y="4130"/>
                    <a:pt x="10736" y="4655"/>
                  </a:cubicBezTo>
                  <a:cubicBezTo>
                    <a:pt x="14331" y="5702"/>
                    <a:pt x="18075" y="6242"/>
                    <a:pt x="21820" y="6242"/>
                  </a:cubicBezTo>
                  <a:cubicBezTo>
                    <a:pt x="21839" y="6242"/>
                    <a:pt x="21859" y="6242"/>
                    <a:pt x="21878" y="6242"/>
                  </a:cubicBezTo>
                  <a:cubicBezTo>
                    <a:pt x="22817" y="6240"/>
                    <a:pt x="23758" y="6205"/>
                    <a:pt x="24695" y="6136"/>
                  </a:cubicBezTo>
                  <a:cubicBezTo>
                    <a:pt x="24983" y="6114"/>
                    <a:pt x="25275" y="6075"/>
                    <a:pt x="25566" y="6075"/>
                  </a:cubicBezTo>
                  <a:cubicBezTo>
                    <a:pt x="25656" y="6075"/>
                    <a:pt x="25746" y="6078"/>
                    <a:pt x="25836" y="6088"/>
                  </a:cubicBezTo>
                  <a:cubicBezTo>
                    <a:pt x="26094" y="6116"/>
                    <a:pt x="26487" y="6185"/>
                    <a:pt x="26627" y="6437"/>
                  </a:cubicBezTo>
                  <a:cubicBezTo>
                    <a:pt x="26838" y="6820"/>
                    <a:pt x="26322" y="7190"/>
                    <a:pt x="26061" y="7382"/>
                  </a:cubicBezTo>
                  <a:cubicBezTo>
                    <a:pt x="25719" y="7634"/>
                    <a:pt x="25344" y="7843"/>
                    <a:pt x="24953" y="8008"/>
                  </a:cubicBezTo>
                  <a:cubicBezTo>
                    <a:pt x="24166" y="8335"/>
                    <a:pt x="23315" y="8496"/>
                    <a:pt x="22468" y="8547"/>
                  </a:cubicBezTo>
                  <a:cubicBezTo>
                    <a:pt x="22236" y="8561"/>
                    <a:pt x="22005" y="8567"/>
                    <a:pt x="21775" y="8567"/>
                  </a:cubicBezTo>
                  <a:cubicBezTo>
                    <a:pt x="19994" y="8567"/>
                    <a:pt x="18226" y="8177"/>
                    <a:pt x="16498" y="7777"/>
                  </a:cubicBezTo>
                  <a:cubicBezTo>
                    <a:pt x="14467" y="7305"/>
                    <a:pt x="12436" y="6827"/>
                    <a:pt x="10405" y="6353"/>
                  </a:cubicBezTo>
                  <a:cubicBezTo>
                    <a:pt x="7509" y="5675"/>
                    <a:pt x="4216" y="4903"/>
                    <a:pt x="2185" y="2551"/>
                  </a:cubicBezTo>
                  <a:lnTo>
                    <a:pt x="2185" y="2551"/>
                  </a:lnTo>
                  <a:cubicBezTo>
                    <a:pt x="2659" y="2844"/>
                    <a:pt x="3175" y="3068"/>
                    <a:pt x="3718" y="3202"/>
                  </a:cubicBezTo>
                  <a:cubicBezTo>
                    <a:pt x="3736" y="3206"/>
                    <a:pt x="3753" y="3208"/>
                    <a:pt x="3770" y="3208"/>
                  </a:cubicBezTo>
                  <a:cubicBezTo>
                    <a:pt x="3967" y="3208"/>
                    <a:pt x="4030" y="2908"/>
                    <a:pt x="3820" y="2838"/>
                  </a:cubicBezTo>
                  <a:cubicBezTo>
                    <a:pt x="2562" y="2419"/>
                    <a:pt x="1474" y="1643"/>
                    <a:pt x="741" y="553"/>
                  </a:cubicBezTo>
                  <a:close/>
                  <a:moveTo>
                    <a:pt x="296" y="1"/>
                  </a:moveTo>
                  <a:cubicBezTo>
                    <a:pt x="130" y="1"/>
                    <a:pt x="1" y="165"/>
                    <a:pt x="90" y="331"/>
                  </a:cubicBezTo>
                  <a:cubicBezTo>
                    <a:pt x="405" y="904"/>
                    <a:pt x="816" y="1430"/>
                    <a:pt x="1299" y="1875"/>
                  </a:cubicBezTo>
                  <a:lnTo>
                    <a:pt x="1299" y="1875"/>
                  </a:lnTo>
                  <a:cubicBezTo>
                    <a:pt x="2937" y="4633"/>
                    <a:pt x="6184" y="5747"/>
                    <a:pt x="9135" y="6488"/>
                  </a:cubicBezTo>
                  <a:cubicBezTo>
                    <a:pt x="11146" y="6994"/>
                    <a:pt x="13174" y="7443"/>
                    <a:pt x="15193" y="7918"/>
                  </a:cubicBezTo>
                  <a:cubicBezTo>
                    <a:pt x="17272" y="8406"/>
                    <a:pt x="19372" y="8948"/>
                    <a:pt x="21519" y="8998"/>
                  </a:cubicBezTo>
                  <a:cubicBezTo>
                    <a:pt x="21611" y="9000"/>
                    <a:pt x="21703" y="9001"/>
                    <a:pt x="21796" y="9001"/>
                  </a:cubicBezTo>
                  <a:cubicBezTo>
                    <a:pt x="23427" y="9001"/>
                    <a:pt x="25124" y="8662"/>
                    <a:pt x="26428" y="7636"/>
                  </a:cubicBezTo>
                  <a:cubicBezTo>
                    <a:pt x="26731" y="7398"/>
                    <a:pt x="27061" y="7103"/>
                    <a:pt x="27096" y="6693"/>
                  </a:cubicBezTo>
                  <a:cubicBezTo>
                    <a:pt x="27123" y="6405"/>
                    <a:pt x="27000" y="6150"/>
                    <a:pt x="26775" y="5972"/>
                  </a:cubicBezTo>
                  <a:cubicBezTo>
                    <a:pt x="26444" y="5711"/>
                    <a:pt x="26030" y="5645"/>
                    <a:pt x="25611" y="5645"/>
                  </a:cubicBezTo>
                  <a:cubicBezTo>
                    <a:pt x="25298" y="5645"/>
                    <a:pt x="24982" y="5682"/>
                    <a:pt x="24694" y="5703"/>
                  </a:cubicBezTo>
                  <a:cubicBezTo>
                    <a:pt x="23763" y="5770"/>
                    <a:pt x="22831" y="5803"/>
                    <a:pt x="21898" y="5803"/>
                  </a:cubicBezTo>
                  <a:cubicBezTo>
                    <a:pt x="18855" y="5803"/>
                    <a:pt x="15811" y="5448"/>
                    <a:pt x="12850" y="4751"/>
                  </a:cubicBezTo>
                  <a:cubicBezTo>
                    <a:pt x="10921" y="4296"/>
                    <a:pt x="9027" y="3698"/>
                    <a:pt x="7189" y="2961"/>
                  </a:cubicBezTo>
                  <a:cubicBezTo>
                    <a:pt x="6240" y="2579"/>
                    <a:pt x="5308" y="2160"/>
                    <a:pt x="4393" y="1703"/>
                  </a:cubicBezTo>
                  <a:cubicBezTo>
                    <a:pt x="3515" y="1265"/>
                    <a:pt x="2656" y="777"/>
                    <a:pt x="1741" y="413"/>
                  </a:cubicBezTo>
                  <a:cubicBezTo>
                    <a:pt x="1286" y="234"/>
                    <a:pt x="821" y="92"/>
                    <a:pt x="340" y="4"/>
                  </a:cubicBezTo>
                  <a:cubicBezTo>
                    <a:pt x="325" y="2"/>
                    <a:pt x="310" y="1"/>
                    <a:pt x="2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2"/>
            <p:cNvSpPr/>
            <p:nvPr/>
          </p:nvSpPr>
          <p:spPr>
            <a:xfrm>
              <a:off x="3750062" y="1972376"/>
              <a:ext cx="167348" cy="102930"/>
            </a:xfrm>
            <a:custGeom>
              <a:rect b="b" l="l" r="r" t="t"/>
              <a:pathLst>
                <a:path extrusionOk="0" h="5845" w="9503">
                  <a:moveTo>
                    <a:pt x="0" y="0"/>
                  </a:moveTo>
                  <a:cubicBezTo>
                    <a:pt x="0" y="3222"/>
                    <a:pt x="2130" y="5844"/>
                    <a:pt x="4751" y="5844"/>
                  </a:cubicBezTo>
                  <a:cubicBezTo>
                    <a:pt x="7371" y="5844"/>
                    <a:pt x="9502" y="3222"/>
                    <a:pt x="9502" y="0"/>
                  </a:cubicBezTo>
                  <a:lnTo>
                    <a:pt x="9051" y="0"/>
                  </a:lnTo>
                  <a:cubicBezTo>
                    <a:pt x="9051" y="2972"/>
                    <a:pt x="7121" y="5393"/>
                    <a:pt x="4751" y="5393"/>
                  </a:cubicBezTo>
                  <a:cubicBezTo>
                    <a:pt x="2380" y="5393"/>
                    <a:pt x="451" y="2975"/>
                    <a:pt x="45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2"/>
            <p:cNvSpPr/>
            <p:nvPr/>
          </p:nvSpPr>
          <p:spPr>
            <a:xfrm>
              <a:off x="3455364" y="1972376"/>
              <a:ext cx="167348" cy="102930"/>
            </a:xfrm>
            <a:custGeom>
              <a:rect b="b" l="l" r="r" t="t"/>
              <a:pathLst>
                <a:path extrusionOk="0" h="5845" w="9503">
                  <a:moveTo>
                    <a:pt x="1" y="0"/>
                  </a:moveTo>
                  <a:cubicBezTo>
                    <a:pt x="1" y="3222"/>
                    <a:pt x="2131" y="5844"/>
                    <a:pt x="4752" y="5844"/>
                  </a:cubicBezTo>
                  <a:cubicBezTo>
                    <a:pt x="7370" y="5844"/>
                    <a:pt x="9503" y="3222"/>
                    <a:pt x="9503" y="0"/>
                  </a:cubicBezTo>
                  <a:lnTo>
                    <a:pt x="9052" y="0"/>
                  </a:lnTo>
                  <a:cubicBezTo>
                    <a:pt x="9052" y="2972"/>
                    <a:pt x="7122" y="5393"/>
                    <a:pt x="4752" y="5393"/>
                  </a:cubicBezTo>
                  <a:cubicBezTo>
                    <a:pt x="2382" y="5393"/>
                    <a:pt x="452" y="2975"/>
                    <a:pt x="45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2"/>
            <p:cNvSpPr/>
            <p:nvPr/>
          </p:nvSpPr>
          <p:spPr>
            <a:xfrm>
              <a:off x="3543083" y="1948532"/>
              <a:ext cx="297081" cy="333463"/>
            </a:xfrm>
            <a:custGeom>
              <a:rect b="b" l="l" r="r" t="t"/>
              <a:pathLst>
                <a:path extrusionOk="0" h="18936" w="16870">
                  <a:moveTo>
                    <a:pt x="8281" y="1"/>
                  </a:moveTo>
                  <a:lnTo>
                    <a:pt x="5355" y="107"/>
                  </a:lnTo>
                  <a:cubicBezTo>
                    <a:pt x="5355" y="107"/>
                    <a:pt x="5578" y="7270"/>
                    <a:pt x="5077" y="8590"/>
                  </a:cubicBezTo>
                  <a:cubicBezTo>
                    <a:pt x="4848" y="9194"/>
                    <a:pt x="532" y="10126"/>
                    <a:pt x="532" y="10126"/>
                  </a:cubicBezTo>
                  <a:cubicBezTo>
                    <a:pt x="363" y="11379"/>
                    <a:pt x="1" y="18935"/>
                    <a:pt x="8546" y="18935"/>
                  </a:cubicBezTo>
                  <a:cubicBezTo>
                    <a:pt x="8563" y="18935"/>
                    <a:pt x="8580" y="18935"/>
                    <a:pt x="8596" y="18935"/>
                  </a:cubicBezTo>
                  <a:cubicBezTo>
                    <a:pt x="8650" y="18936"/>
                    <a:pt x="8704" y="18936"/>
                    <a:pt x="8757" y="18936"/>
                  </a:cubicBezTo>
                  <a:cubicBezTo>
                    <a:pt x="13892" y="18936"/>
                    <a:pt x="16870" y="16120"/>
                    <a:pt x="16104" y="10222"/>
                  </a:cubicBezTo>
                  <a:cubicBezTo>
                    <a:pt x="16104" y="10222"/>
                    <a:pt x="12010" y="9254"/>
                    <a:pt x="11656" y="8697"/>
                  </a:cubicBezTo>
                  <a:cubicBezTo>
                    <a:pt x="10896" y="7508"/>
                    <a:pt x="11206" y="85"/>
                    <a:pt x="11206" y="85"/>
                  </a:cubicBezTo>
                  <a:lnTo>
                    <a:pt x="8281" y="1"/>
                  </a:ln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2"/>
            <p:cNvSpPr/>
            <p:nvPr/>
          </p:nvSpPr>
          <p:spPr>
            <a:xfrm>
              <a:off x="3636420" y="1948532"/>
              <a:ext cx="106241" cy="127655"/>
            </a:xfrm>
            <a:custGeom>
              <a:rect b="b" l="l" r="r" t="t"/>
              <a:pathLst>
                <a:path extrusionOk="0" h="7249" w="6033">
                  <a:moveTo>
                    <a:pt x="2926" y="1"/>
                  </a:moveTo>
                  <a:lnTo>
                    <a:pt x="0" y="115"/>
                  </a:lnTo>
                  <a:cubicBezTo>
                    <a:pt x="0" y="115"/>
                    <a:pt x="183" y="3614"/>
                    <a:pt x="73" y="6100"/>
                  </a:cubicBezTo>
                  <a:cubicBezTo>
                    <a:pt x="1438" y="6729"/>
                    <a:pt x="3446" y="7243"/>
                    <a:pt x="6033" y="7249"/>
                  </a:cubicBezTo>
                  <a:cubicBezTo>
                    <a:pt x="5569" y="5183"/>
                    <a:pt x="5851" y="94"/>
                    <a:pt x="5851" y="94"/>
                  </a:cubicBezTo>
                  <a:lnTo>
                    <a:pt x="2926" y="1"/>
                  </a:ln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2"/>
            <p:cNvSpPr/>
            <p:nvPr/>
          </p:nvSpPr>
          <p:spPr>
            <a:xfrm>
              <a:off x="3539191" y="1645733"/>
              <a:ext cx="303473" cy="394217"/>
            </a:xfrm>
            <a:custGeom>
              <a:rect b="b" l="l" r="r" t="t"/>
              <a:pathLst>
                <a:path extrusionOk="0" h="22386" w="17233">
                  <a:moveTo>
                    <a:pt x="9064" y="1"/>
                  </a:moveTo>
                  <a:cubicBezTo>
                    <a:pt x="8892" y="1"/>
                    <a:pt x="8723" y="7"/>
                    <a:pt x="8558" y="19"/>
                  </a:cubicBezTo>
                  <a:cubicBezTo>
                    <a:pt x="8407" y="9"/>
                    <a:pt x="8254" y="4"/>
                    <a:pt x="8098" y="4"/>
                  </a:cubicBezTo>
                  <a:cubicBezTo>
                    <a:pt x="7093" y="4"/>
                    <a:pt x="5963" y="224"/>
                    <a:pt x="4610" y="962"/>
                  </a:cubicBezTo>
                  <a:cubicBezTo>
                    <a:pt x="3120" y="1775"/>
                    <a:pt x="752" y="3282"/>
                    <a:pt x="473" y="8121"/>
                  </a:cubicBezTo>
                  <a:cubicBezTo>
                    <a:pt x="1" y="16310"/>
                    <a:pt x="3676" y="22386"/>
                    <a:pt x="8613" y="22386"/>
                  </a:cubicBezTo>
                  <a:cubicBezTo>
                    <a:pt x="8621" y="22386"/>
                    <a:pt x="8629" y="22386"/>
                    <a:pt x="8637" y="22386"/>
                  </a:cubicBezTo>
                  <a:cubicBezTo>
                    <a:pt x="13588" y="22370"/>
                    <a:pt x="17233" y="16261"/>
                    <a:pt x="16701" y="8063"/>
                  </a:cubicBezTo>
                  <a:cubicBezTo>
                    <a:pt x="16388" y="3226"/>
                    <a:pt x="14008" y="1736"/>
                    <a:pt x="12513" y="934"/>
                  </a:cubicBezTo>
                  <a:cubicBezTo>
                    <a:pt x="11178" y="216"/>
                    <a:pt x="10059" y="1"/>
                    <a:pt x="9064" y="1"/>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2"/>
            <p:cNvSpPr/>
            <p:nvPr/>
          </p:nvSpPr>
          <p:spPr>
            <a:xfrm>
              <a:off x="3502508" y="1825979"/>
              <a:ext cx="58043" cy="72588"/>
            </a:xfrm>
            <a:custGeom>
              <a:rect b="b" l="l" r="r" t="t"/>
              <a:pathLst>
                <a:path extrusionOk="0" h="4122" w="3296">
                  <a:moveTo>
                    <a:pt x="2489" y="1"/>
                  </a:moveTo>
                  <a:cubicBezTo>
                    <a:pt x="2489" y="1"/>
                    <a:pt x="157" y="235"/>
                    <a:pt x="73" y="2252"/>
                  </a:cubicBezTo>
                  <a:cubicBezTo>
                    <a:pt x="1" y="3981"/>
                    <a:pt x="2310" y="4121"/>
                    <a:pt x="3062" y="4121"/>
                  </a:cubicBezTo>
                  <a:cubicBezTo>
                    <a:pt x="3208" y="4121"/>
                    <a:pt x="3296" y="4116"/>
                    <a:pt x="3296" y="4116"/>
                  </a:cubicBezTo>
                  <a:lnTo>
                    <a:pt x="2489" y="1"/>
                  </a:ln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2"/>
            <p:cNvSpPr/>
            <p:nvPr/>
          </p:nvSpPr>
          <p:spPr>
            <a:xfrm>
              <a:off x="3514483" y="1838799"/>
              <a:ext cx="34973" cy="34146"/>
            </a:xfrm>
            <a:custGeom>
              <a:rect b="b" l="l" r="r" t="t"/>
              <a:pathLst>
                <a:path extrusionOk="0" h="1939" w="1986">
                  <a:moveTo>
                    <a:pt x="1883" y="0"/>
                  </a:moveTo>
                  <a:cubicBezTo>
                    <a:pt x="1367" y="89"/>
                    <a:pt x="164" y="458"/>
                    <a:pt x="0" y="1939"/>
                  </a:cubicBezTo>
                  <a:cubicBezTo>
                    <a:pt x="0" y="1939"/>
                    <a:pt x="888" y="1121"/>
                    <a:pt x="1833" y="1121"/>
                  </a:cubicBezTo>
                  <a:cubicBezTo>
                    <a:pt x="1884" y="1121"/>
                    <a:pt x="1935" y="1123"/>
                    <a:pt x="1985" y="1128"/>
                  </a:cubicBezTo>
                  <a:cubicBezTo>
                    <a:pt x="1943" y="759"/>
                    <a:pt x="1908" y="384"/>
                    <a:pt x="1883" y="0"/>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2"/>
            <p:cNvSpPr/>
            <p:nvPr/>
          </p:nvSpPr>
          <p:spPr>
            <a:xfrm>
              <a:off x="3582038" y="1811732"/>
              <a:ext cx="77149" cy="26116"/>
            </a:xfrm>
            <a:custGeom>
              <a:rect b="b" l="l" r="r" t="t"/>
              <a:pathLst>
                <a:path extrusionOk="0" h="1483" w="4381">
                  <a:moveTo>
                    <a:pt x="2872" y="1"/>
                  </a:moveTo>
                  <a:cubicBezTo>
                    <a:pt x="1473" y="1"/>
                    <a:pt x="1" y="1284"/>
                    <a:pt x="168" y="1420"/>
                  </a:cubicBezTo>
                  <a:cubicBezTo>
                    <a:pt x="168" y="1420"/>
                    <a:pt x="126" y="1483"/>
                    <a:pt x="262" y="1483"/>
                  </a:cubicBezTo>
                  <a:cubicBezTo>
                    <a:pt x="377" y="1483"/>
                    <a:pt x="620" y="1438"/>
                    <a:pt x="1124" y="1272"/>
                  </a:cubicBezTo>
                  <a:cubicBezTo>
                    <a:pt x="2223" y="911"/>
                    <a:pt x="4381" y="144"/>
                    <a:pt x="3092" y="12"/>
                  </a:cubicBezTo>
                  <a:cubicBezTo>
                    <a:pt x="3019" y="4"/>
                    <a:pt x="2946" y="1"/>
                    <a:pt x="2872" y="1"/>
                  </a:cubicBezTo>
                  <a:close/>
                </a:path>
              </a:pathLst>
            </a:custGeom>
            <a:solidFill>
              <a:srgbClr val="2D2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2"/>
            <p:cNvSpPr/>
            <p:nvPr/>
          </p:nvSpPr>
          <p:spPr>
            <a:xfrm>
              <a:off x="3721867" y="1811732"/>
              <a:ext cx="77132" cy="26116"/>
            </a:xfrm>
            <a:custGeom>
              <a:rect b="b" l="l" r="r" t="t"/>
              <a:pathLst>
                <a:path extrusionOk="0" h="1483" w="4380">
                  <a:moveTo>
                    <a:pt x="1508" y="1"/>
                  </a:moveTo>
                  <a:cubicBezTo>
                    <a:pt x="1435" y="1"/>
                    <a:pt x="1361" y="4"/>
                    <a:pt x="1288" y="12"/>
                  </a:cubicBezTo>
                  <a:cubicBezTo>
                    <a:pt x="1" y="144"/>
                    <a:pt x="2158" y="911"/>
                    <a:pt x="3258" y="1272"/>
                  </a:cubicBezTo>
                  <a:cubicBezTo>
                    <a:pt x="3762" y="1438"/>
                    <a:pt x="4005" y="1483"/>
                    <a:pt x="4119" y="1483"/>
                  </a:cubicBezTo>
                  <a:cubicBezTo>
                    <a:pt x="4255" y="1483"/>
                    <a:pt x="4212" y="1420"/>
                    <a:pt x="4212" y="1420"/>
                  </a:cubicBezTo>
                  <a:cubicBezTo>
                    <a:pt x="4379" y="1284"/>
                    <a:pt x="2907" y="1"/>
                    <a:pt x="1508" y="1"/>
                  </a:cubicBezTo>
                  <a:close/>
                </a:path>
              </a:pathLst>
            </a:custGeom>
            <a:solidFill>
              <a:srgbClr val="2D2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2"/>
            <p:cNvSpPr/>
            <p:nvPr/>
          </p:nvSpPr>
          <p:spPr>
            <a:xfrm>
              <a:off x="3669634" y="1957495"/>
              <a:ext cx="47653" cy="39376"/>
            </a:xfrm>
            <a:custGeom>
              <a:rect b="b" l="l" r="r" t="t"/>
              <a:pathLst>
                <a:path extrusionOk="0" h="2236" w="2706">
                  <a:moveTo>
                    <a:pt x="1389" y="1"/>
                  </a:moveTo>
                  <a:cubicBezTo>
                    <a:pt x="469" y="1"/>
                    <a:pt x="1" y="173"/>
                    <a:pt x="1" y="173"/>
                  </a:cubicBezTo>
                  <a:cubicBezTo>
                    <a:pt x="1" y="173"/>
                    <a:pt x="77" y="2137"/>
                    <a:pt x="1262" y="2231"/>
                  </a:cubicBezTo>
                  <a:cubicBezTo>
                    <a:pt x="1299" y="2234"/>
                    <a:pt x="1336" y="2236"/>
                    <a:pt x="1371" y="2236"/>
                  </a:cubicBezTo>
                  <a:cubicBezTo>
                    <a:pt x="2706" y="2236"/>
                    <a:pt x="2696" y="157"/>
                    <a:pt x="2696" y="157"/>
                  </a:cubicBezTo>
                  <a:cubicBezTo>
                    <a:pt x="2696" y="157"/>
                    <a:pt x="2208" y="1"/>
                    <a:pt x="1389" y="1"/>
                  </a:cubicBezTo>
                  <a:close/>
                </a:path>
              </a:pathLst>
            </a:custGeom>
            <a:solidFill>
              <a:srgbClr val="2D2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2"/>
            <p:cNvSpPr/>
            <p:nvPr/>
          </p:nvSpPr>
          <p:spPr>
            <a:xfrm>
              <a:off x="3819994" y="1825979"/>
              <a:ext cx="58060" cy="72588"/>
            </a:xfrm>
            <a:custGeom>
              <a:rect b="b" l="l" r="r" t="t"/>
              <a:pathLst>
                <a:path extrusionOk="0" h="4122" w="3297">
                  <a:moveTo>
                    <a:pt x="808" y="1"/>
                  </a:moveTo>
                  <a:lnTo>
                    <a:pt x="1" y="4116"/>
                  </a:lnTo>
                  <a:cubicBezTo>
                    <a:pt x="1" y="4116"/>
                    <a:pt x="88" y="4121"/>
                    <a:pt x="234" y="4121"/>
                  </a:cubicBezTo>
                  <a:cubicBezTo>
                    <a:pt x="987" y="4121"/>
                    <a:pt x="3297" y="3981"/>
                    <a:pt x="3223" y="2252"/>
                  </a:cubicBezTo>
                  <a:cubicBezTo>
                    <a:pt x="3139" y="235"/>
                    <a:pt x="808" y="1"/>
                    <a:pt x="808" y="1"/>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2"/>
            <p:cNvSpPr/>
            <p:nvPr/>
          </p:nvSpPr>
          <p:spPr>
            <a:xfrm>
              <a:off x="3831124" y="1838799"/>
              <a:ext cx="34938" cy="34146"/>
            </a:xfrm>
            <a:custGeom>
              <a:rect b="b" l="l" r="r" t="t"/>
              <a:pathLst>
                <a:path extrusionOk="0" h="1939" w="1984">
                  <a:moveTo>
                    <a:pt x="102" y="0"/>
                  </a:moveTo>
                  <a:cubicBezTo>
                    <a:pt x="76" y="384"/>
                    <a:pt x="41" y="759"/>
                    <a:pt x="0" y="1128"/>
                  </a:cubicBezTo>
                  <a:cubicBezTo>
                    <a:pt x="51" y="1123"/>
                    <a:pt x="102" y="1121"/>
                    <a:pt x="152" y="1121"/>
                  </a:cubicBezTo>
                  <a:cubicBezTo>
                    <a:pt x="1096" y="1121"/>
                    <a:pt x="1984" y="1939"/>
                    <a:pt x="1984" y="1939"/>
                  </a:cubicBezTo>
                  <a:cubicBezTo>
                    <a:pt x="1822" y="458"/>
                    <a:pt x="618" y="89"/>
                    <a:pt x="102" y="0"/>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2"/>
            <p:cNvSpPr/>
            <p:nvPr/>
          </p:nvSpPr>
          <p:spPr>
            <a:xfrm>
              <a:off x="3595862" y="1645733"/>
              <a:ext cx="238563" cy="192231"/>
            </a:xfrm>
            <a:custGeom>
              <a:rect b="b" l="l" r="r" t="t"/>
              <a:pathLst>
                <a:path extrusionOk="0" h="10916" w="13547">
                  <a:moveTo>
                    <a:pt x="5846" y="1"/>
                  </a:moveTo>
                  <a:cubicBezTo>
                    <a:pt x="5674" y="1"/>
                    <a:pt x="5505" y="7"/>
                    <a:pt x="5340" y="19"/>
                  </a:cubicBezTo>
                  <a:cubicBezTo>
                    <a:pt x="5192" y="10"/>
                    <a:pt x="5042" y="5"/>
                    <a:pt x="4889" y="5"/>
                  </a:cubicBezTo>
                  <a:cubicBezTo>
                    <a:pt x="4620" y="5"/>
                    <a:pt x="4343" y="20"/>
                    <a:pt x="4056" y="58"/>
                  </a:cubicBezTo>
                  <a:lnTo>
                    <a:pt x="982" y="1194"/>
                  </a:lnTo>
                  <a:cubicBezTo>
                    <a:pt x="671" y="1378"/>
                    <a:pt x="336" y="1596"/>
                    <a:pt x="1" y="1866"/>
                  </a:cubicBezTo>
                  <a:cubicBezTo>
                    <a:pt x="685" y="2033"/>
                    <a:pt x="1791" y="2466"/>
                    <a:pt x="2166" y="3564"/>
                  </a:cubicBezTo>
                  <a:cubicBezTo>
                    <a:pt x="2722" y="5193"/>
                    <a:pt x="5148" y="3741"/>
                    <a:pt x="5222" y="5425"/>
                  </a:cubicBezTo>
                  <a:cubicBezTo>
                    <a:pt x="5296" y="7135"/>
                    <a:pt x="6270" y="7869"/>
                    <a:pt x="7436" y="7869"/>
                  </a:cubicBezTo>
                  <a:cubicBezTo>
                    <a:pt x="7808" y="7869"/>
                    <a:pt x="8199" y="7794"/>
                    <a:pt x="8587" y="7653"/>
                  </a:cubicBezTo>
                  <a:cubicBezTo>
                    <a:pt x="8679" y="7619"/>
                    <a:pt x="8763" y="7604"/>
                    <a:pt x="8841" y="7604"/>
                  </a:cubicBezTo>
                  <a:cubicBezTo>
                    <a:pt x="9582" y="7604"/>
                    <a:pt x="9759" y="8986"/>
                    <a:pt x="10958" y="8986"/>
                  </a:cubicBezTo>
                  <a:cubicBezTo>
                    <a:pt x="11092" y="8986"/>
                    <a:pt x="11238" y="8968"/>
                    <a:pt x="11399" y="8930"/>
                  </a:cubicBezTo>
                  <a:cubicBezTo>
                    <a:pt x="11584" y="8887"/>
                    <a:pt x="11738" y="8867"/>
                    <a:pt x="11869" y="8867"/>
                  </a:cubicBezTo>
                  <a:cubicBezTo>
                    <a:pt x="12949" y="8867"/>
                    <a:pt x="12395" y="10230"/>
                    <a:pt x="13403" y="10915"/>
                  </a:cubicBezTo>
                  <a:lnTo>
                    <a:pt x="13526" y="10288"/>
                  </a:lnTo>
                  <a:cubicBezTo>
                    <a:pt x="13547" y="9566"/>
                    <a:pt x="13533" y="8825"/>
                    <a:pt x="13483" y="8063"/>
                  </a:cubicBezTo>
                  <a:cubicBezTo>
                    <a:pt x="13170" y="3226"/>
                    <a:pt x="10790" y="1736"/>
                    <a:pt x="9295" y="934"/>
                  </a:cubicBezTo>
                  <a:cubicBezTo>
                    <a:pt x="7960" y="216"/>
                    <a:pt x="6841" y="1"/>
                    <a:pt x="5846" y="1"/>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2"/>
            <p:cNvSpPr/>
            <p:nvPr/>
          </p:nvSpPr>
          <p:spPr>
            <a:xfrm>
              <a:off x="3607433" y="1848556"/>
              <a:ext cx="34833" cy="22999"/>
            </a:xfrm>
            <a:custGeom>
              <a:rect b="b" l="l" r="r" t="t"/>
              <a:pathLst>
                <a:path extrusionOk="0" h="1306" w="1978">
                  <a:moveTo>
                    <a:pt x="989" y="0"/>
                  </a:moveTo>
                  <a:cubicBezTo>
                    <a:pt x="442" y="0"/>
                    <a:pt x="1" y="505"/>
                    <a:pt x="1" y="1131"/>
                  </a:cubicBezTo>
                  <a:cubicBezTo>
                    <a:pt x="1" y="1256"/>
                    <a:pt x="18" y="1306"/>
                    <a:pt x="51" y="1306"/>
                  </a:cubicBezTo>
                  <a:cubicBezTo>
                    <a:pt x="181" y="1306"/>
                    <a:pt x="551" y="504"/>
                    <a:pt x="989" y="504"/>
                  </a:cubicBezTo>
                  <a:cubicBezTo>
                    <a:pt x="1426" y="504"/>
                    <a:pt x="1797" y="1305"/>
                    <a:pt x="1927" y="1305"/>
                  </a:cubicBezTo>
                  <a:cubicBezTo>
                    <a:pt x="1960" y="1305"/>
                    <a:pt x="1977" y="1255"/>
                    <a:pt x="1977" y="1131"/>
                  </a:cubicBezTo>
                  <a:cubicBezTo>
                    <a:pt x="1977" y="506"/>
                    <a:pt x="1536" y="0"/>
                    <a:pt x="989" y="0"/>
                  </a:cubicBezTo>
                  <a:close/>
                </a:path>
              </a:pathLst>
            </a:custGeom>
            <a:solidFill>
              <a:srgbClr val="2D2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2"/>
            <p:cNvSpPr/>
            <p:nvPr/>
          </p:nvSpPr>
          <p:spPr>
            <a:xfrm>
              <a:off x="3738808" y="1848556"/>
              <a:ext cx="34850" cy="22999"/>
            </a:xfrm>
            <a:custGeom>
              <a:rect b="b" l="l" r="r" t="t"/>
              <a:pathLst>
                <a:path extrusionOk="0" h="1306" w="1979">
                  <a:moveTo>
                    <a:pt x="989" y="0"/>
                  </a:moveTo>
                  <a:cubicBezTo>
                    <a:pt x="443" y="0"/>
                    <a:pt x="0" y="505"/>
                    <a:pt x="0" y="1131"/>
                  </a:cubicBezTo>
                  <a:cubicBezTo>
                    <a:pt x="0" y="1256"/>
                    <a:pt x="18" y="1306"/>
                    <a:pt x="51" y="1306"/>
                  </a:cubicBezTo>
                  <a:cubicBezTo>
                    <a:pt x="181" y="1306"/>
                    <a:pt x="552" y="504"/>
                    <a:pt x="989" y="504"/>
                  </a:cubicBezTo>
                  <a:cubicBezTo>
                    <a:pt x="1427" y="504"/>
                    <a:pt x="1798" y="1305"/>
                    <a:pt x="1928" y="1305"/>
                  </a:cubicBezTo>
                  <a:cubicBezTo>
                    <a:pt x="1961" y="1305"/>
                    <a:pt x="1978" y="1255"/>
                    <a:pt x="1978" y="1131"/>
                  </a:cubicBezTo>
                  <a:cubicBezTo>
                    <a:pt x="1978" y="506"/>
                    <a:pt x="1534" y="0"/>
                    <a:pt x="989" y="0"/>
                  </a:cubicBezTo>
                  <a:close/>
                </a:path>
              </a:pathLst>
            </a:custGeom>
            <a:solidFill>
              <a:srgbClr val="2D2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2"/>
            <p:cNvSpPr/>
            <p:nvPr/>
          </p:nvSpPr>
          <p:spPr>
            <a:xfrm>
              <a:off x="3582901" y="1911302"/>
              <a:ext cx="49555" cy="49537"/>
            </a:xfrm>
            <a:custGeom>
              <a:rect b="b" l="l" r="r" t="t"/>
              <a:pathLst>
                <a:path extrusionOk="0" h="2813" w="2814">
                  <a:moveTo>
                    <a:pt x="1413" y="0"/>
                  </a:moveTo>
                  <a:cubicBezTo>
                    <a:pt x="1411" y="0"/>
                    <a:pt x="1410" y="0"/>
                    <a:pt x="1408" y="0"/>
                  </a:cubicBezTo>
                  <a:cubicBezTo>
                    <a:pt x="631" y="0"/>
                    <a:pt x="1" y="629"/>
                    <a:pt x="1" y="1406"/>
                  </a:cubicBezTo>
                  <a:cubicBezTo>
                    <a:pt x="1" y="2182"/>
                    <a:pt x="631" y="2813"/>
                    <a:pt x="1408" y="2813"/>
                  </a:cubicBezTo>
                  <a:cubicBezTo>
                    <a:pt x="2185" y="2813"/>
                    <a:pt x="2814" y="2182"/>
                    <a:pt x="2814" y="1406"/>
                  </a:cubicBezTo>
                  <a:cubicBezTo>
                    <a:pt x="2814" y="631"/>
                    <a:pt x="2188" y="0"/>
                    <a:pt x="14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2"/>
            <p:cNvSpPr/>
            <p:nvPr/>
          </p:nvSpPr>
          <p:spPr>
            <a:xfrm>
              <a:off x="3747068" y="1911302"/>
              <a:ext cx="49555" cy="49537"/>
            </a:xfrm>
            <a:custGeom>
              <a:rect b="b" l="l" r="r" t="t"/>
              <a:pathLst>
                <a:path extrusionOk="0" h="2813" w="2814">
                  <a:moveTo>
                    <a:pt x="1412" y="0"/>
                  </a:moveTo>
                  <a:cubicBezTo>
                    <a:pt x="1410" y="0"/>
                    <a:pt x="1408" y="0"/>
                    <a:pt x="1406" y="0"/>
                  </a:cubicBezTo>
                  <a:cubicBezTo>
                    <a:pt x="630" y="0"/>
                    <a:pt x="1" y="629"/>
                    <a:pt x="1" y="1406"/>
                  </a:cubicBezTo>
                  <a:cubicBezTo>
                    <a:pt x="1" y="2182"/>
                    <a:pt x="630" y="2813"/>
                    <a:pt x="1406" y="2813"/>
                  </a:cubicBezTo>
                  <a:cubicBezTo>
                    <a:pt x="2183" y="2813"/>
                    <a:pt x="2813" y="2182"/>
                    <a:pt x="2813" y="1406"/>
                  </a:cubicBezTo>
                  <a:cubicBezTo>
                    <a:pt x="2813" y="631"/>
                    <a:pt x="2185" y="0"/>
                    <a:pt x="14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2"/>
            <p:cNvSpPr/>
            <p:nvPr/>
          </p:nvSpPr>
          <p:spPr>
            <a:xfrm>
              <a:off x="3439620" y="1611551"/>
              <a:ext cx="280897" cy="214437"/>
            </a:xfrm>
            <a:custGeom>
              <a:rect b="b" l="l" r="r" t="t"/>
              <a:pathLst>
                <a:path extrusionOk="0" h="12177" w="15951">
                  <a:moveTo>
                    <a:pt x="13537" y="0"/>
                  </a:moveTo>
                  <a:cubicBezTo>
                    <a:pt x="13537" y="0"/>
                    <a:pt x="1" y="2356"/>
                    <a:pt x="6060" y="12177"/>
                  </a:cubicBezTo>
                  <a:cubicBezTo>
                    <a:pt x="6060" y="12177"/>
                    <a:pt x="6747" y="9512"/>
                    <a:pt x="7720" y="7947"/>
                  </a:cubicBezTo>
                  <a:cubicBezTo>
                    <a:pt x="9544" y="5012"/>
                    <a:pt x="14240" y="2199"/>
                    <a:pt x="15095" y="1633"/>
                  </a:cubicBezTo>
                  <a:cubicBezTo>
                    <a:pt x="15950" y="1064"/>
                    <a:pt x="13537" y="0"/>
                    <a:pt x="135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2"/>
            <p:cNvSpPr/>
            <p:nvPr/>
          </p:nvSpPr>
          <p:spPr>
            <a:xfrm>
              <a:off x="3585895" y="1591563"/>
              <a:ext cx="295161" cy="239302"/>
            </a:xfrm>
            <a:custGeom>
              <a:rect b="b" l="l" r="r" t="t"/>
              <a:pathLst>
                <a:path extrusionOk="0" h="13589" w="16761">
                  <a:moveTo>
                    <a:pt x="10922" y="0"/>
                  </a:moveTo>
                  <a:lnTo>
                    <a:pt x="0" y="4041"/>
                  </a:lnTo>
                  <a:cubicBezTo>
                    <a:pt x="0" y="4041"/>
                    <a:pt x="2177" y="4208"/>
                    <a:pt x="2732" y="5838"/>
                  </a:cubicBezTo>
                  <a:cubicBezTo>
                    <a:pt x="3288" y="7467"/>
                    <a:pt x="5714" y="6014"/>
                    <a:pt x="5788" y="7699"/>
                  </a:cubicBezTo>
                  <a:cubicBezTo>
                    <a:pt x="5862" y="9409"/>
                    <a:pt x="6836" y="10143"/>
                    <a:pt x="8002" y="10143"/>
                  </a:cubicBezTo>
                  <a:cubicBezTo>
                    <a:pt x="8374" y="10143"/>
                    <a:pt x="8765" y="10068"/>
                    <a:pt x="9153" y="9927"/>
                  </a:cubicBezTo>
                  <a:cubicBezTo>
                    <a:pt x="9245" y="9893"/>
                    <a:pt x="9329" y="9878"/>
                    <a:pt x="9407" y="9878"/>
                  </a:cubicBezTo>
                  <a:cubicBezTo>
                    <a:pt x="10148" y="9878"/>
                    <a:pt x="10325" y="11260"/>
                    <a:pt x="11526" y="11260"/>
                  </a:cubicBezTo>
                  <a:cubicBezTo>
                    <a:pt x="11659" y="11260"/>
                    <a:pt x="11805" y="11243"/>
                    <a:pt x="11965" y="11206"/>
                  </a:cubicBezTo>
                  <a:cubicBezTo>
                    <a:pt x="12149" y="11162"/>
                    <a:pt x="12304" y="11142"/>
                    <a:pt x="12434" y="11142"/>
                  </a:cubicBezTo>
                  <a:cubicBezTo>
                    <a:pt x="13550" y="11142"/>
                    <a:pt x="12914" y="12603"/>
                    <a:pt x="14075" y="13261"/>
                  </a:cubicBezTo>
                  <a:cubicBezTo>
                    <a:pt x="14507" y="13506"/>
                    <a:pt x="14949" y="13588"/>
                    <a:pt x="15347" y="13588"/>
                  </a:cubicBezTo>
                  <a:cubicBezTo>
                    <a:pt x="16143" y="13588"/>
                    <a:pt x="16760" y="13261"/>
                    <a:pt x="16760" y="13261"/>
                  </a:cubicBezTo>
                  <a:lnTo>
                    <a:pt x="16760" y="5838"/>
                  </a:lnTo>
                  <a:lnTo>
                    <a:pt x="1092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2"/>
            <p:cNvSpPr/>
            <p:nvPr/>
          </p:nvSpPr>
          <p:spPr>
            <a:xfrm>
              <a:off x="3543048" y="2123758"/>
              <a:ext cx="151798" cy="158243"/>
            </a:xfrm>
            <a:custGeom>
              <a:rect b="b" l="l" r="r" t="t"/>
              <a:pathLst>
                <a:path extrusionOk="0" h="8986" w="8620">
                  <a:moveTo>
                    <a:pt x="1295" y="0"/>
                  </a:moveTo>
                  <a:cubicBezTo>
                    <a:pt x="843" y="107"/>
                    <a:pt x="533" y="176"/>
                    <a:pt x="533" y="176"/>
                  </a:cubicBezTo>
                  <a:cubicBezTo>
                    <a:pt x="362" y="1429"/>
                    <a:pt x="1" y="8985"/>
                    <a:pt x="8549" y="8985"/>
                  </a:cubicBezTo>
                  <a:cubicBezTo>
                    <a:pt x="8563" y="8985"/>
                    <a:pt x="8576" y="8985"/>
                    <a:pt x="8590" y="8985"/>
                  </a:cubicBezTo>
                  <a:lnTo>
                    <a:pt x="8620" y="8985"/>
                  </a:lnTo>
                  <a:cubicBezTo>
                    <a:pt x="1280" y="8344"/>
                    <a:pt x="1143" y="1834"/>
                    <a:pt x="1295" y="0"/>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2"/>
            <p:cNvSpPr/>
            <p:nvPr/>
          </p:nvSpPr>
          <p:spPr>
            <a:xfrm>
              <a:off x="3455311" y="1869407"/>
              <a:ext cx="83718" cy="102930"/>
            </a:xfrm>
            <a:custGeom>
              <a:rect b="b" l="l" r="r" t="t"/>
              <a:pathLst>
                <a:path extrusionOk="0" h="5845" w="4754">
                  <a:moveTo>
                    <a:pt x="4753" y="1"/>
                  </a:moveTo>
                  <a:cubicBezTo>
                    <a:pt x="2132" y="1"/>
                    <a:pt x="1" y="2622"/>
                    <a:pt x="1" y="5844"/>
                  </a:cubicBezTo>
                  <a:lnTo>
                    <a:pt x="453" y="5844"/>
                  </a:lnTo>
                  <a:cubicBezTo>
                    <a:pt x="453" y="2872"/>
                    <a:pt x="2382" y="452"/>
                    <a:pt x="4753" y="452"/>
                  </a:cubicBezTo>
                  <a:lnTo>
                    <a:pt x="4753"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2"/>
            <p:cNvSpPr/>
            <p:nvPr/>
          </p:nvSpPr>
          <p:spPr>
            <a:xfrm>
              <a:off x="3833695" y="1884675"/>
              <a:ext cx="83718" cy="102930"/>
            </a:xfrm>
            <a:custGeom>
              <a:rect b="b" l="l" r="r" t="t"/>
              <a:pathLst>
                <a:path extrusionOk="0" h="5845" w="4754">
                  <a:moveTo>
                    <a:pt x="1" y="1"/>
                  </a:moveTo>
                  <a:lnTo>
                    <a:pt x="1" y="452"/>
                  </a:lnTo>
                  <a:cubicBezTo>
                    <a:pt x="2372" y="452"/>
                    <a:pt x="4301" y="2870"/>
                    <a:pt x="4301" y="5844"/>
                  </a:cubicBezTo>
                  <a:lnTo>
                    <a:pt x="4753" y="5844"/>
                  </a:lnTo>
                  <a:cubicBezTo>
                    <a:pt x="4753" y="2623"/>
                    <a:pt x="2622"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2"/>
            <p:cNvSpPr/>
            <p:nvPr/>
          </p:nvSpPr>
          <p:spPr>
            <a:xfrm>
              <a:off x="3434443" y="2460087"/>
              <a:ext cx="71461" cy="151622"/>
            </a:xfrm>
            <a:custGeom>
              <a:rect b="b" l="l" r="r" t="t"/>
              <a:pathLst>
                <a:path extrusionOk="0" h="8610" w="4058">
                  <a:moveTo>
                    <a:pt x="586" y="1"/>
                  </a:moveTo>
                  <a:cubicBezTo>
                    <a:pt x="565" y="1"/>
                    <a:pt x="545" y="4"/>
                    <a:pt x="526" y="11"/>
                  </a:cubicBezTo>
                  <a:cubicBezTo>
                    <a:pt x="0" y="197"/>
                    <a:pt x="1201" y="2560"/>
                    <a:pt x="1201" y="4135"/>
                  </a:cubicBezTo>
                  <a:cubicBezTo>
                    <a:pt x="1201" y="5708"/>
                    <a:pt x="247" y="8610"/>
                    <a:pt x="247" y="8610"/>
                  </a:cubicBezTo>
                  <a:cubicBezTo>
                    <a:pt x="247" y="8610"/>
                    <a:pt x="1800" y="8295"/>
                    <a:pt x="2964" y="5595"/>
                  </a:cubicBezTo>
                  <a:cubicBezTo>
                    <a:pt x="4058" y="3056"/>
                    <a:pt x="3160" y="352"/>
                    <a:pt x="2519" y="352"/>
                  </a:cubicBezTo>
                  <a:cubicBezTo>
                    <a:pt x="2478" y="352"/>
                    <a:pt x="2439" y="362"/>
                    <a:pt x="2401" y="385"/>
                  </a:cubicBezTo>
                  <a:cubicBezTo>
                    <a:pt x="1849" y="709"/>
                    <a:pt x="1887" y="3745"/>
                    <a:pt x="1883" y="3745"/>
                  </a:cubicBezTo>
                  <a:cubicBezTo>
                    <a:pt x="1882" y="3745"/>
                    <a:pt x="1880" y="3670"/>
                    <a:pt x="1875" y="3496"/>
                  </a:cubicBezTo>
                  <a:cubicBezTo>
                    <a:pt x="1840" y="2271"/>
                    <a:pt x="1108" y="1"/>
                    <a:pt x="586" y="1"/>
                  </a:cubicBezTo>
                  <a:close/>
                </a:path>
              </a:pathLst>
            </a:custGeom>
            <a:solidFill>
              <a:srgbClr val="CC8F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2"/>
            <p:cNvSpPr/>
            <p:nvPr/>
          </p:nvSpPr>
          <p:spPr>
            <a:xfrm>
              <a:off x="3511137" y="2126259"/>
              <a:ext cx="352042" cy="178160"/>
            </a:xfrm>
            <a:custGeom>
              <a:rect b="b" l="l" r="r" t="t"/>
              <a:pathLst>
                <a:path extrusionOk="0" h="10117" w="19991">
                  <a:moveTo>
                    <a:pt x="2228" y="0"/>
                  </a:moveTo>
                  <a:lnTo>
                    <a:pt x="0" y="346"/>
                  </a:lnTo>
                  <a:cubicBezTo>
                    <a:pt x="40" y="597"/>
                    <a:pt x="72" y="879"/>
                    <a:pt x="110" y="1188"/>
                  </a:cubicBezTo>
                  <a:cubicBezTo>
                    <a:pt x="393" y="3566"/>
                    <a:pt x="867" y="7546"/>
                    <a:pt x="4757" y="9056"/>
                  </a:cubicBezTo>
                  <a:cubicBezTo>
                    <a:pt x="6598" y="9769"/>
                    <a:pt x="8463" y="10116"/>
                    <a:pt x="10229" y="10116"/>
                  </a:cubicBezTo>
                  <a:cubicBezTo>
                    <a:pt x="13506" y="10116"/>
                    <a:pt x="16452" y="8922"/>
                    <a:pt x="18293" y="6666"/>
                  </a:cubicBezTo>
                  <a:cubicBezTo>
                    <a:pt x="19731" y="4907"/>
                    <a:pt x="19886" y="2269"/>
                    <a:pt x="19962" y="1000"/>
                  </a:cubicBezTo>
                  <a:cubicBezTo>
                    <a:pt x="19972" y="801"/>
                    <a:pt x="19979" y="648"/>
                    <a:pt x="19990" y="574"/>
                  </a:cubicBezTo>
                  <a:lnTo>
                    <a:pt x="17784" y="113"/>
                  </a:lnTo>
                  <a:cubicBezTo>
                    <a:pt x="17744" y="299"/>
                    <a:pt x="17730" y="525"/>
                    <a:pt x="17712" y="866"/>
                  </a:cubicBezTo>
                  <a:cubicBezTo>
                    <a:pt x="17651" y="1900"/>
                    <a:pt x="17524" y="4045"/>
                    <a:pt x="16549" y="5238"/>
                  </a:cubicBezTo>
                  <a:cubicBezTo>
                    <a:pt x="15139" y="6961"/>
                    <a:pt x="12845" y="7868"/>
                    <a:pt x="10244" y="7868"/>
                  </a:cubicBezTo>
                  <a:cubicBezTo>
                    <a:pt x="8751" y="7868"/>
                    <a:pt x="7156" y="7569"/>
                    <a:pt x="5570" y="6954"/>
                  </a:cubicBezTo>
                  <a:cubicBezTo>
                    <a:pt x="2944" y="5933"/>
                    <a:pt x="2600" y="3036"/>
                    <a:pt x="2347" y="921"/>
                  </a:cubicBezTo>
                  <a:cubicBezTo>
                    <a:pt x="2307" y="584"/>
                    <a:pt x="2270" y="274"/>
                    <a:pt x="22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2"/>
            <p:cNvSpPr/>
            <p:nvPr/>
          </p:nvSpPr>
          <p:spPr>
            <a:xfrm>
              <a:off x="3427504" y="2472151"/>
              <a:ext cx="103881" cy="298437"/>
            </a:xfrm>
            <a:custGeom>
              <a:rect b="b" l="l" r="r" t="t"/>
              <a:pathLst>
                <a:path extrusionOk="0" h="16947" w="5899">
                  <a:moveTo>
                    <a:pt x="3783" y="0"/>
                  </a:moveTo>
                  <a:cubicBezTo>
                    <a:pt x="3709" y="0"/>
                    <a:pt x="3665" y="1"/>
                    <a:pt x="3665" y="1"/>
                  </a:cubicBezTo>
                  <a:cubicBezTo>
                    <a:pt x="3665" y="1"/>
                    <a:pt x="662" y="12600"/>
                    <a:pt x="668" y="13946"/>
                  </a:cubicBezTo>
                  <a:cubicBezTo>
                    <a:pt x="669" y="15293"/>
                    <a:pt x="1" y="16941"/>
                    <a:pt x="1" y="16941"/>
                  </a:cubicBezTo>
                  <a:cubicBezTo>
                    <a:pt x="1" y="16941"/>
                    <a:pt x="30" y="16946"/>
                    <a:pt x="85" y="16946"/>
                  </a:cubicBezTo>
                  <a:cubicBezTo>
                    <a:pt x="315" y="16946"/>
                    <a:pt x="988" y="16845"/>
                    <a:pt x="1717" y="15782"/>
                  </a:cubicBezTo>
                  <a:cubicBezTo>
                    <a:pt x="2616" y="14469"/>
                    <a:pt x="3466" y="13296"/>
                    <a:pt x="4681" y="10441"/>
                  </a:cubicBezTo>
                  <a:cubicBezTo>
                    <a:pt x="5898" y="7586"/>
                    <a:pt x="5314" y="6150"/>
                    <a:pt x="5547" y="4699"/>
                  </a:cubicBezTo>
                  <a:cubicBezTo>
                    <a:pt x="5780" y="3248"/>
                    <a:pt x="5715" y="1049"/>
                    <a:pt x="5547" y="499"/>
                  </a:cubicBezTo>
                  <a:cubicBezTo>
                    <a:pt x="5407" y="37"/>
                    <a:pt x="4173" y="0"/>
                    <a:pt x="37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2"/>
            <p:cNvSpPr/>
            <p:nvPr/>
          </p:nvSpPr>
          <p:spPr>
            <a:xfrm>
              <a:off x="3550550" y="2468417"/>
              <a:ext cx="356479" cy="261209"/>
            </a:xfrm>
            <a:custGeom>
              <a:rect b="b" l="l" r="r" t="t"/>
              <a:pathLst>
                <a:path extrusionOk="0" h="14833" w="20243">
                  <a:moveTo>
                    <a:pt x="19377" y="1"/>
                  </a:moveTo>
                  <a:cubicBezTo>
                    <a:pt x="19088" y="1"/>
                    <a:pt x="18780" y="270"/>
                    <a:pt x="18576" y="521"/>
                  </a:cubicBezTo>
                  <a:lnTo>
                    <a:pt x="13373" y="6886"/>
                  </a:lnTo>
                  <a:cubicBezTo>
                    <a:pt x="12711" y="7697"/>
                    <a:pt x="12044" y="8512"/>
                    <a:pt x="11270" y="9217"/>
                  </a:cubicBezTo>
                  <a:cubicBezTo>
                    <a:pt x="9323" y="10989"/>
                    <a:pt x="6699" y="11997"/>
                    <a:pt x="4068" y="11997"/>
                  </a:cubicBezTo>
                  <a:cubicBezTo>
                    <a:pt x="3942" y="11997"/>
                    <a:pt x="3816" y="11994"/>
                    <a:pt x="3690" y="11990"/>
                  </a:cubicBezTo>
                  <a:lnTo>
                    <a:pt x="3690" y="11990"/>
                  </a:lnTo>
                  <a:lnTo>
                    <a:pt x="5037" y="12213"/>
                  </a:lnTo>
                  <a:cubicBezTo>
                    <a:pt x="3225" y="12266"/>
                    <a:pt x="1435" y="12909"/>
                    <a:pt x="1" y="14017"/>
                  </a:cubicBezTo>
                  <a:cubicBezTo>
                    <a:pt x="295" y="14580"/>
                    <a:pt x="975" y="14832"/>
                    <a:pt x="1615" y="14832"/>
                  </a:cubicBezTo>
                  <a:cubicBezTo>
                    <a:pt x="1654" y="14832"/>
                    <a:pt x="1693" y="14831"/>
                    <a:pt x="1732" y="14829"/>
                  </a:cubicBezTo>
                  <a:cubicBezTo>
                    <a:pt x="2406" y="14798"/>
                    <a:pt x="3048" y="14553"/>
                    <a:pt x="3709" y="14418"/>
                  </a:cubicBezTo>
                  <a:cubicBezTo>
                    <a:pt x="4900" y="14174"/>
                    <a:pt x="6137" y="14293"/>
                    <a:pt x="7342" y="14140"/>
                  </a:cubicBezTo>
                  <a:cubicBezTo>
                    <a:pt x="9063" y="13921"/>
                    <a:pt x="10661" y="13157"/>
                    <a:pt x="12224" y="12403"/>
                  </a:cubicBezTo>
                  <a:cubicBezTo>
                    <a:pt x="13650" y="11713"/>
                    <a:pt x="15076" y="11027"/>
                    <a:pt x="16503" y="10337"/>
                  </a:cubicBezTo>
                  <a:cubicBezTo>
                    <a:pt x="16815" y="10188"/>
                    <a:pt x="17140" y="10023"/>
                    <a:pt x="17329" y="9734"/>
                  </a:cubicBezTo>
                  <a:cubicBezTo>
                    <a:pt x="17518" y="9444"/>
                    <a:pt x="17498" y="8990"/>
                    <a:pt x="17198" y="8818"/>
                  </a:cubicBezTo>
                  <a:cubicBezTo>
                    <a:pt x="17106" y="8765"/>
                    <a:pt x="17005" y="8745"/>
                    <a:pt x="16899" y="8745"/>
                  </a:cubicBezTo>
                  <a:cubicBezTo>
                    <a:pt x="16516" y="8745"/>
                    <a:pt x="16063" y="9010"/>
                    <a:pt x="15729" y="9010"/>
                  </a:cubicBezTo>
                  <a:cubicBezTo>
                    <a:pt x="15585" y="9010"/>
                    <a:pt x="15463" y="8962"/>
                    <a:pt x="15378" y="8822"/>
                  </a:cubicBezTo>
                  <a:cubicBezTo>
                    <a:pt x="15728" y="7237"/>
                    <a:pt x="17015" y="6068"/>
                    <a:pt x="18117" y="4876"/>
                  </a:cubicBezTo>
                  <a:cubicBezTo>
                    <a:pt x="19217" y="3683"/>
                    <a:pt x="20242" y="2132"/>
                    <a:pt x="19883" y="549"/>
                  </a:cubicBezTo>
                  <a:cubicBezTo>
                    <a:pt x="19842" y="370"/>
                    <a:pt x="19774" y="181"/>
                    <a:pt x="19622" y="77"/>
                  </a:cubicBezTo>
                  <a:cubicBezTo>
                    <a:pt x="19544" y="24"/>
                    <a:pt x="19461" y="1"/>
                    <a:pt x="193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2"/>
            <p:cNvSpPr/>
            <p:nvPr/>
          </p:nvSpPr>
          <p:spPr>
            <a:xfrm>
              <a:off x="3546130" y="2464825"/>
              <a:ext cx="360230" cy="268535"/>
            </a:xfrm>
            <a:custGeom>
              <a:rect b="b" l="l" r="r" t="t"/>
              <a:pathLst>
                <a:path extrusionOk="0" h="15249" w="20456">
                  <a:moveTo>
                    <a:pt x="19599" y="413"/>
                  </a:moveTo>
                  <a:cubicBezTo>
                    <a:pt x="19605" y="413"/>
                    <a:pt x="19611" y="413"/>
                    <a:pt x="19618" y="413"/>
                  </a:cubicBezTo>
                  <a:cubicBezTo>
                    <a:pt x="19860" y="427"/>
                    <a:pt x="19916" y="695"/>
                    <a:pt x="19956" y="897"/>
                  </a:cubicBezTo>
                  <a:cubicBezTo>
                    <a:pt x="20289" y="2625"/>
                    <a:pt x="18951" y="4163"/>
                    <a:pt x="17857" y="5324"/>
                  </a:cubicBezTo>
                  <a:cubicBezTo>
                    <a:pt x="17322" y="5889"/>
                    <a:pt x="16782" y="6452"/>
                    <a:pt x="16327" y="7083"/>
                  </a:cubicBezTo>
                  <a:cubicBezTo>
                    <a:pt x="16106" y="7390"/>
                    <a:pt x="15905" y="7713"/>
                    <a:pt x="15748" y="8056"/>
                  </a:cubicBezTo>
                  <a:cubicBezTo>
                    <a:pt x="15673" y="8217"/>
                    <a:pt x="15607" y="8380"/>
                    <a:pt x="15550" y="8548"/>
                  </a:cubicBezTo>
                  <a:cubicBezTo>
                    <a:pt x="15502" y="8690"/>
                    <a:pt x="15405" y="8899"/>
                    <a:pt x="15429" y="9053"/>
                  </a:cubicBezTo>
                  <a:cubicBezTo>
                    <a:pt x="15461" y="9280"/>
                    <a:pt x="15749" y="9408"/>
                    <a:pt x="15952" y="9415"/>
                  </a:cubicBezTo>
                  <a:cubicBezTo>
                    <a:pt x="15962" y="9415"/>
                    <a:pt x="15972" y="9415"/>
                    <a:pt x="15982" y="9415"/>
                  </a:cubicBezTo>
                  <a:cubicBezTo>
                    <a:pt x="16225" y="9415"/>
                    <a:pt x="16463" y="9318"/>
                    <a:pt x="16692" y="9246"/>
                  </a:cubicBezTo>
                  <a:cubicBezTo>
                    <a:pt x="16817" y="9206"/>
                    <a:pt x="16988" y="9150"/>
                    <a:pt x="17142" y="9150"/>
                  </a:cubicBezTo>
                  <a:cubicBezTo>
                    <a:pt x="17283" y="9150"/>
                    <a:pt x="17409" y="9197"/>
                    <a:pt x="17469" y="9350"/>
                  </a:cubicBezTo>
                  <a:cubicBezTo>
                    <a:pt x="17628" y="9748"/>
                    <a:pt x="17224" y="10061"/>
                    <a:pt x="16921" y="10224"/>
                  </a:cubicBezTo>
                  <a:cubicBezTo>
                    <a:pt x="16092" y="10677"/>
                    <a:pt x="15210" y="11052"/>
                    <a:pt x="14357" y="11461"/>
                  </a:cubicBezTo>
                  <a:cubicBezTo>
                    <a:pt x="13493" y="11875"/>
                    <a:pt x="12630" y="12295"/>
                    <a:pt x="11765" y="12706"/>
                  </a:cubicBezTo>
                  <a:cubicBezTo>
                    <a:pt x="10950" y="13093"/>
                    <a:pt x="10125" y="13461"/>
                    <a:pt x="9265" y="13738"/>
                  </a:cubicBezTo>
                  <a:cubicBezTo>
                    <a:pt x="8368" y="14025"/>
                    <a:pt x="7460" y="14170"/>
                    <a:pt x="6520" y="14207"/>
                  </a:cubicBezTo>
                  <a:cubicBezTo>
                    <a:pt x="5592" y="14244"/>
                    <a:pt x="4660" y="14237"/>
                    <a:pt x="3751" y="14442"/>
                  </a:cubicBezTo>
                  <a:cubicBezTo>
                    <a:pt x="3140" y="14581"/>
                    <a:pt x="2506" y="14816"/>
                    <a:pt x="1873" y="14816"/>
                  </a:cubicBezTo>
                  <a:cubicBezTo>
                    <a:pt x="1667" y="14816"/>
                    <a:pt x="1462" y="14791"/>
                    <a:pt x="1257" y="14730"/>
                  </a:cubicBezTo>
                  <a:cubicBezTo>
                    <a:pt x="972" y="14644"/>
                    <a:pt x="720" y="14494"/>
                    <a:pt x="541" y="14267"/>
                  </a:cubicBezTo>
                  <a:lnTo>
                    <a:pt x="541" y="14267"/>
                  </a:lnTo>
                  <a:cubicBezTo>
                    <a:pt x="1946" y="13241"/>
                    <a:pt x="3556" y="12743"/>
                    <a:pt x="5285" y="12579"/>
                  </a:cubicBezTo>
                  <a:cubicBezTo>
                    <a:pt x="5444" y="12563"/>
                    <a:pt x="5485" y="12380"/>
                    <a:pt x="5397" y="12294"/>
                  </a:cubicBezTo>
                  <a:lnTo>
                    <a:pt x="5397" y="12294"/>
                  </a:lnTo>
                  <a:cubicBezTo>
                    <a:pt x="6513" y="12187"/>
                    <a:pt x="7608" y="11908"/>
                    <a:pt x="8643" y="11471"/>
                  </a:cubicBezTo>
                  <a:cubicBezTo>
                    <a:pt x="10165" y="10826"/>
                    <a:pt x="11469" y="9846"/>
                    <a:pt x="12575" y="8625"/>
                  </a:cubicBezTo>
                  <a:cubicBezTo>
                    <a:pt x="13879" y="7189"/>
                    <a:pt x="15065" y="5637"/>
                    <a:pt x="16296" y="4137"/>
                  </a:cubicBezTo>
                  <a:cubicBezTo>
                    <a:pt x="16926" y="3367"/>
                    <a:pt x="17555" y="2597"/>
                    <a:pt x="18185" y="1827"/>
                  </a:cubicBezTo>
                  <a:cubicBezTo>
                    <a:pt x="18481" y="1465"/>
                    <a:pt x="18760" y="1076"/>
                    <a:pt x="19083" y="737"/>
                  </a:cubicBezTo>
                  <a:cubicBezTo>
                    <a:pt x="19208" y="608"/>
                    <a:pt x="19402" y="413"/>
                    <a:pt x="19599" y="413"/>
                  </a:cubicBezTo>
                  <a:close/>
                  <a:moveTo>
                    <a:pt x="19651" y="0"/>
                  </a:moveTo>
                  <a:cubicBezTo>
                    <a:pt x="19562" y="0"/>
                    <a:pt x="19463" y="19"/>
                    <a:pt x="19352" y="59"/>
                  </a:cubicBezTo>
                  <a:cubicBezTo>
                    <a:pt x="18887" y="230"/>
                    <a:pt x="18590" y="699"/>
                    <a:pt x="18291" y="1063"/>
                  </a:cubicBezTo>
                  <a:cubicBezTo>
                    <a:pt x="17910" y="1528"/>
                    <a:pt x="17531" y="1994"/>
                    <a:pt x="17150" y="2459"/>
                  </a:cubicBezTo>
                  <a:cubicBezTo>
                    <a:pt x="16390" y="3389"/>
                    <a:pt x="15630" y="4320"/>
                    <a:pt x="14872" y="5252"/>
                  </a:cubicBezTo>
                  <a:cubicBezTo>
                    <a:pt x="13472" y="6970"/>
                    <a:pt x="12148" y="8864"/>
                    <a:pt x="10308" y="10144"/>
                  </a:cubicBezTo>
                  <a:cubicBezTo>
                    <a:pt x="8525" y="11387"/>
                    <a:pt x="6380" y="12060"/>
                    <a:pt x="4208" y="12060"/>
                  </a:cubicBezTo>
                  <a:cubicBezTo>
                    <a:pt x="4119" y="12060"/>
                    <a:pt x="4029" y="12059"/>
                    <a:pt x="3940" y="12057"/>
                  </a:cubicBezTo>
                  <a:cubicBezTo>
                    <a:pt x="3938" y="12057"/>
                    <a:pt x="3936" y="12057"/>
                    <a:pt x="3933" y="12057"/>
                  </a:cubicBezTo>
                  <a:cubicBezTo>
                    <a:pt x="3758" y="12057"/>
                    <a:pt x="3762" y="12328"/>
                    <a:pt x="3941" y="12335"/>
                  </a:cubicBezTo>
                  <a:cubicBezTo>
                    <a:pt x="3968" y="12336"/>
                    <a:pt x="3994" y="12337"/>
                    <a:pt x="4020" y="12338"/>
                  </a:cubicBezTo>
                  <a:lnTo>
                    <a:pt x="4020" y="12338"/>
                  </a:lnTo>
                  <a:cubicBezTo>
                    <a:pt x="2616" y="12562"/>
                    <a:pt x="1253" y="13190"/>
                    <a:pt x="141" y="14032"/>
                  </a:cubicBezTo>
                  <a:cubicBezTo>
                    <a:pt x="47" y="14103"/>
                    <a:pt x="1" y="14214"/>
                    <a:pt x="63" y="14327"/>
                  </a:cubicBezTo>
                  <a:cubicBezTo>
                    <a:pt x="366" y="14875"/>
                    <a:pt x="944" y="15154"/>
                    <a:pt x="1549" y="15229"/>
                  </a:cubicBezTo>
                  <a:cubicBezTo>
                    <a:pt x="1657" y="15242"/>
                    <a:pt x="1764" y="15248"/>
                    <a:pt x="1871" y="15248"/>
                  </a:cubicBezTo>
                  <a:cubicBezTo>
                    <a:pt x="2515" y="15248"/>
                    <a:pt x="3144" y="15031"/>
                    <a:pt x="3767" y="14884"/>
                  </a:cubicBezTo>
                  <a:cubicBezTo>
                    <a:pt x="4637" y="14675"/>
                    <a:pt x="5526" y="14675"/>
                    <a:pt x="6413" y="14644"/>
                  </a:cubicBezTo>
                  <a:cubicBezTo>
                    <a:pt x="7235" y="14614"/>
                    <a:pt x="8046" y="14526"/>
                    <a:pt x="8842" y="14313"/>
                  </a:cubicBezTo>
                  <a:cubicBezTo>
                    <a:pt x="10428" y="13887"/>
                    <a:pt x="11906" y="13117"/>
                    <a:pt x="13375" y="12405"/>
                  </a:cubicBezTo>
                  <a:cubicBezTo>
                    <a:pt x="14170" y="12019"/>
                    <a:pt x="14965" y="11634"/>
                    <a:pt x="15762" y="11248"/>
                  </a:cubicBezTo>
                  <a:cubicBezTo>
                    <a:pt x="16127" y="11072"/>
                    <a:pt x="16490" y="10895"/>
                    <a:pt x="16854" y="10718"/>
                  </a:cubicBezTo>
                  <a:cubicBezTo>
                    <a:pt x="17167" y="10564"/>
                    <a:pt x="17490" y="10396"/>
                    <a:pt x="17703" y="10110"/>
                  </a:cubicBezTo>
                  <a:cubicBezTo>
                    <a:pt x="18048" y="9641"/>
                    <a:pt x="17936" y="8865"/>
                    <a:pt x="17290" y="8758"/>
                  </a:cubicBezTo>
                  <a:cubicBezTo>
                    <a:pt x="17240" y="8750"/>
                    <a:pt x="17190" y="8746"/>
                    <a:pt x="17139" y="8746"/>
                  </a:cubicBezTo>
                  <a:cubicBezTo>
                    <a:pt x="16929" y="8746"/>
                    <a:pt x="16718" y="8812"/>
                    <a:pt x="16522" y="8876"/>
                  </a:cubicBezTo>
                  <a:cubicBezTo>
                    <a:pt x="16400" y="8915"/>
                    <a:pt x="16183" y="9016"/>
                    <a:pt x="16010" y="9016"/>
                  </a:cubicBezTo>
                  <a:cubicBezTo>
                    <a:pt x="15950" y="9016"/>
                    <a:pt x="15894" y="9004"/>
                    <a:pt x="15850" y="8972"/>
                  </a:cubicBezTo>
                  <a:lnTo>
                    <a:pt x="15850" y="8972"/>
                  </a:lnTo>
                  <a:cubicBezTo>
                    <a:pt x="16340" y="7100"/>
                    <a:pt x="18026" y="5926"/>
                    <a:pt x="19161" y="4458"/>
                  </a:cubicBezTo>
                  <a:cubicBezTo>
                    <a:pt x="19761" y="3678"/>
                    <a:pt x="20269" y="2787"/>
                    <a:pt x="20387" y="1796"/>
                  </a:cubicBezTo>
                  <a:cubicBezTo>
                    <a:pt x="20455" y="1231"/>
                    <a:pt x="20381" y="0"/>
                    <a:pt x="1965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2"/>
            <p:cNvSpPr/>
            <p:nvPr/>
          </p:nvSpPr>
          <p:spPr>
            <a:xfrm>
              <a:off x="3869603" y="2535884"/>
              <a:ext cx="78998" cy="205209"/>
            </a:xfrm>
            <a:custGeom>
              <a:rect b="b" l="l" r="r" t="t"/>
              <a:pathLst>
                <a:path extrusionOk="0" h="11653" w="4486">
                  <a:moveTo>
                    <a:pt x="769" y="0"/>
                  </a:moveTo>
                  <a:lnTo>
                    <a:pt x="0" y="1043"/>
                  </a:lnTo>
                  <a:cubicBezTo>
                    <a:pt x="0" y="1043"/>
                    <a:pt x="932" y="2580"/>
                    <a:pt x="1058" y="4179"/>
                  </a:cubicBezTo>
                  <a:cubicBezTo>
                    <a:pt x="1182" y="5776"/>
                    <a:pt x="1231" y="8678"/>
                    <a:pt x="2056" y="9628"/>
                  </a:cubicBezTo>
                  <a:cubicBezTo>
                    <a:pt x="2881" y="10577"/>
                    <a:pt x="4485" y="11652"/>
                    <a:pt x="4485" y="11652"/>
                  </a:cubicBezTo>
                  <a:lnTo>
                    <a:pt x="4406" y="8377"/>
                  </a:lnTo>
                  <a:lnTo>
                    <a:pt x="76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2"/>
            <p:cNvSpPr/>
            <p:nvPr/>
          </p:nvSpPr>
          <p:spPr>
            <a:xfrm>
              <a:off x="3301957" y="2145331"/>
              <a:ext cx="180872" cy="427993"/>
            </a:xfrm>
            <a:custGeom>
              <a:rect b="b" l="l" r="r" t="t"/>
              <a:pathLst>
                <a:path extrusionOk="0" h="24304" w="10271">
                  <a:moveTo>
                    <a:pt x="10271" y="0"/>
                  </a:moveTo>
                  <a:cubicBezTo>
                    <a:pt x="10271" y="0"/>
                    <a:pt x="6540" y="51"/>
                    <a:pt x="4906" y="1994"/>
                  </a:cubicBezTo>
                  <a:cubicBezTo>
                    <a:pt x="3271" y="3935"/>
                    <a:pt x="3374" y="7869"/>
                    <a:pt x="3425" y="9913"/>
                  </a:cubicBezTo>
                  <a:cubicBezTo>
                    <a:pt x="3475" y="11957"/>
                    <a:pt x="2913" y="15482"/>
                    <a:pt x="2044" y="17117"/>
                  </a:cubicBezTo>
                  <a:cubicBezTo>
                    <a:pt x="1176" y="18753"/>
                    <a:pt x="0" y="23198"/>
                    <a:pt x="51" y="24271"/>
                  </a:cubicBezTo>
                  <a:cubicBezTo>
                    <a:pt x="52" y="24293"/>
                    <a:pt x="57" y="24304"/>
                    <a:pt x="67" y="24304"/>
                  </a:cubicBezTo>
                  <a:cubicBezTo>
                    <a:pt x="520" y="24304"/>
                    <a:pt x="10271" y="0"/>
                    <a:pt x="10271" y="0"/>
                  </a:cubicBezTo>
                  <a:close/>
                </a:path>
              </a:pathLst>
            </a:custGeom>
            <a:solidFill>
              <a:srgbClr val="662B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2"/>
            <p:cNvSpPr/>
            <p:nvPr/>
          </p:nvSpPr>
          <p:spPr>
            <a:xfrm>
              <a:off x="3297431" y="1894097"/>
              <a:ext cx="228578" cy="813723"/>
            </a:xfrm>
            <a:custGeom>
              <a:rect b="b" l="l" r="r" t="t"/>
              <a:pathLst>
                <a:path extrusionOk="0" h="46208" w="12980">
                  <a:moveTo>
                    <a:pt x="3386" y="0"/>
                  </a:moveTo>
                  <a:cubicBezTo>
                    <a:pt x="3329" y="0"/>
                    <a:pt x="3268" y="7"/>
                    <a:pt x="3205" y="21"/>
                  </a:cubicBezTo>
                  <a:cubicBezTo>
                    <a:pt x="2592" y="162"/>
                    <a:pt x="2912" y="265"/>
                    <a:pt x="2989" y="1542"/>
                  </a:cubicBezTo>
                  <a:cubicBezTo>
                    <a:pt x="3067" y="2820"/>
                    <a:pt x="3116" y="3932"/>
                    <a:pt x="3116" y="4633"/>
                  </a:cubicBezTo>
                  <a:cubicBezTo>
                    <a:pt x="3116" y="5336"/>
                    <a:pt x="3921" y="6717"/>
                    <a:pt x="4227" y="7430"/>
                  </a:cubicBezTo>
                  <a:cubicBezTo>
                    <a:pt x="4535" y="8146"/>
                    <a:pt x="4893" y="8566"/>
                    <a:pt x="5070" y="9168"/>
                  </a:cubicBezTo>
                  <a:cubicBezTo>
                    <a:pt x="5248" y="9769"/>
                    <a:pt x="4993" y="10037"/>
                    <a:pt x="5479" y="10522"/>
                  </a:cubicBezTo>
                  <a:cubicBezTo>
                    <a:pt x="5964" y="11005"/>
                    <a:pt x="7547" y="14187"/>
                    <a:pt x="7945" y="15043"/>
                  </a:cubicBezTo>
                  <a:cubicBezTo>
                    <a:pt x="8341" y="15900"/>
                    <a:pt x="8664" y="17672"/>
                    <a:pt x="6607" y="23309"/>
                  </a:cubicBezTo>
                  <a:cubicBezTo>
                    <a:pt x="4550" y="28944"/>
                    <a:pt x="3948" y="29127"/>
                    <a:pt x="3118" y="30685"/>
                  </a:cubicBezTo>
                  <a:cubicBezTo>
                    <a:pt x="3118" y="30685"/>
                    <a:pt x="1" y="36085"/>
                    <a:pt x="306" y="38537"/>
                  </a:cubicBezTo>
                  <a:cubicBezTo>
                    <a:pt x="612" y="40990"/>
                    <a:pt x="1307" y="41091"/>
                    <a:pt x="1701" y="42216"/>
                  </a:cubicBezTo>
                  <a:cubicBezTo>
                    <a:pt x="2094" y="43340"/>
                    <a:pt x="1991" y="44720"/>
                    <a:pt x="4189" y="45692"/>
                  </a:cubicBezTo>
                  <a:cubicBezTo>
                    <a:pt x="5022" y="46060"/>
                    <a:pt x="5612" y="46207"/>
                    <a:pt x="6064" y="46207"/>
                  </a:cubicBezTo>
                  <a:cubicBezTo>
                    <a:pt x="6803" y="46207"/>
                    <a:pt x="7169" y="45810"/>
                    <a:pt x="7614" y="45334"/>
                  </a:cubicBezTo>
                  <a:cubicBezTo>
                    <a:pt x="8329" y="44567"/>
                    <a:pt x="11498" y="40142"/>
                    <a:pt x="11650" y="35711"/>
                  </a:cubicBezTo>
                  <a:cubicBezTo>
                    <a:pt x="11804" y="31280"/>
                    <a:pt x="12162" y="27568"/>
                    <a:pt x="12162" y="25108"/>
                  </a:cubicBezTo>
                  <a:cubicBezTo>
                    <a:pt x="12162" y="22648"/>
                    <a:pt x="12316" y="20603"/>
                    <a:pt x="12468" y="19070"/>
                  </a:cubicBezTo>
                  <a:cubicBezTo>
                    <a:pt x="12621" y="17537"/>
                    <a:pt x="12877" y="16463"/>
                    <a:pt x="12929" y="15748"/>
                  </a:cubicBezTo>
                  <a:cubicBezTo>
                    <a:pt x="12980" y="15033"/>
                    <a:pt x="12571" y="14011"/>
                    <a:pt x="11650" y="12989"/>
                  </a:cubicBezTo>
                  <a:cubicBezTo>
                    <a:pt x="10731" y="11967"/>
                    <a:pt x="9696" y="10601"/>
                    <a:pt x="9263" y="10255"/>
                  </a:cubicBezTo>
                  <a:cubicBezTo>
                    <a:pt x="8829" y="9910"/>
                    <a:pt x="8446" y="7663"/>
                    <a:pt x="8343" y="7342"/>
                  </a:cubicBezTo>
                  <a:cubicBezTo>
                    <a:pt x="8250" y="7049"/>
                    <a:pt x="7664" y="6214"/>
                    <a:pt x="7185" y="6214"/>
                  </a:cubicBezTo>
                  <a:cubicBezTo>
                    <a:pt x="7142" y="6214"/>
                    <a:pt x="7098" y="6221"/>
                    <a:pt x="7057" y="6236"/>
                  </a:cubicBezTo>
                  <a:cubicBezTo>
                    <a:pt x="6792" y="6332"/>
                    <a:pt x="7074" y="6810"/>
                    <a:pt x="7074" y="7231"/>
                  </a:cubicBezTo>
                  <a:cubicBezTo>
                    <a:pt x="7074" y="7653"/>
                    <a:pt x="7086" y="7980"/>
                    <a:pt x="7086" y="7980"/>
                  </a:cubicBezTo>
                  <a:cubicBezTo>
                    <a:pt x="7086" y="7980"/>
                    <a:pt x="6248" y="6281"/>
                    <a:pt x="6197" y="5731"/>
                  </a:cubicBezTo>
                  <a:cubicBezTo>
                    <a:pt x="6145" y="5181"/>
                    <a:pt x="5479" y="3777"/>
                    <a:pt x="5416" y="2997"/>
                  </a:cubicBezTo>
                  <a:cubicBezTo>
                    <a:pt x="5352" y="2219"/>
                    <a:pt x="5175" y="1017"/>
                    <a:pt x="5058" y="711"/>
                  </a:cubicBezTo>
                  <a:cubicBezTo>
                    <a:pt x="4971" y="477"/>
                    <a:pt x="4692" y="91"/>
                    <a:pt x="4429" y="91"/>
                  </a:cubicBezTo>
                  <a:cubicBezTo>
                    <a:pt x="4345" y="91"/>
                    <a:pt x="4263" y="130"/>
                    <a:pt x="4189" y="226"/>
                  </a:cubicBezTo>
                  <a:lnTo>
                    <a:pt x="4164" y="493"/>
                  </a:lnTo>
                  <a:cubicBezTo>
                    <a:pt x="4164" y="493"/>
                    <a:pt x="3886" y="0"/>
                    <a:pt x="3386" y="0"/>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2"/>
            <p:cNvSpPr/>
            <p:nvPr/>
          </p:nvSpPr>
          <p:spPr>
            <a:xfrm>
              <a:off x="3369019" y="1900313"/>
              <a:ext cx="12591" cy="42546"/>
            </a:xfrm>
            <a:custGeom>
              <a:rect b="b" l="l" r="r" t="t"/>
              <a:pathLst>
                <a:path extrusionOk="0" h="2416" w="715">
                  <a:moveTo>
                    <a:pt x="0" y="1"/>
                  </a:moveTo>
                  <a:cubicBezTo>
                    <a:pt x="0" y="1"/>
                    <a:pt x="76" y="346"/>
                    <a:pt x="113" y="500"/>
                  </a:cubicBezTo>
                  <a:cubicBezTo>
                    <a:pt x="140" y="604"/>
                    <a:pt x="400" y="1342"/>
                    <a:pt x="570" y="1878"/>
                  </a:cubicBezTo>
                  <a:lnTo>
                    <a:pt x="570" y="1878"/>
                  </a:lnTo>
                  <a:lnTo>
                    <a:pt x="102" y="142"/>
                  </a:lnTo>
                  <a:lnTo>
                    <a:pt x="0" y="1"/>
                  </a:lnTo>
                  <a:close/>
                  <a:moveTo>
                    <a:pt x="570" y="1878"/>
                  </a:moveTo>
                  <a:lnTo>
                    <a:pt x="715" y="2416"/>
                  </a:lnTo>
                  <a:cubicBezTo>
                    <a:pt x="710" y="2342"/>
                    <a:pt x="650" y="2133"/>
                    <a:pt x="570" y="1878"/>
                  </a:cubicBezTo>
                  <a:close/>
                </a:path>
              </a:pathLst>
            </a:custGeom>
            <a:solidFill>
              <a:srgbClr val="662B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2"/>
            <p:cNvSpPr/>
            <p:nvPr/>
          </p:nvSpPr>
          <p:spPr>
            <a:xfrm>
              <a:off x="3366254" y="1965015"/>
              <a:ext cx="29285" cy="84915"/>
            </a:xfrm>
            <a:custGeom>
              <a:rect b="b" l="l" r="r" t="t"/>
              <a:pathLst>
                <a:path extrusionOk="0" h="4822" w="1663">
                  <a:moveTo>
                    <a:pt x="6" y="0"/>
                  </a:moveTo>
                  <a:cubicBezTo>
                    <a:pt x="2" y="0"/>
                    <a:pt x="0" y="9"/>
                    <a:pt x="2" y="28"/>
                  </a:cubicBezTo>
                  <a:cubicBezTo>
                    <a:pt x="15" y="147"/>
                    <a:pt x="143" y="404"/>
                    <a:pt x="269" y="630"/>
                  </a:cubicBezTo>
                  <a:lnTo>
                    <a:pt x="269" y="630"/>
                  </a:lnTo>
                  <a:cubicBezTo>
                    <a:pt x="151" y="295"/>
                    <a:pt x="31" y="0"/>
                    <a:pt x="6" y="0"/>
                  </a:cubicBezTo>
                  <a:close/>
                  <a:moveTo>
                    <a:pt x="269" y="630"/>
                  </a:moveTo>
                  <a:cubicBezTo>
                    <a:pt x="387" y="967"/>
                    <a:pt x="502" y="1344"/>
                    <a:pt x="514" y="1501"/>
                  </a:cubicBezTo>
                  <a:cubicBezTo>
                    <a:pt x="538" y="1841"/>
                    <a:pt x="999" y="3248"/>
                    <a:pt x="1109" y="3597"/>
                  </a:cubicBezTo>
                  <a:cubicBezTo>
                    <a:pt x="1220" y="3946"/>
                    <a:pt x="1663" y="4821"/>
                    <a:pt x="1663" y="4821"/>
                  </a:cubicBezTo>
                  <a:cubicBezTo>
                    <a:pt x="1663" y="4821"/>
                    <a:pt x="1339" y="3647"/>
                    <a:pt x="1185" y="3221"/>
                  </a:cubicBezTo>
                  <a:cubicBezTo>
                    <a:pt x="1031" y="2795"/>
                    <a:pt x="810" y="2106"/>
                    <a:pt x="776" y="1910"/>
                  </a:cubicBezTo>
                  <a:cubicBezTo>
                    <a:pt x="742" y="1715"/>
                    <a:pt x="514" y="1050"/>
                    <a:pt x="514" y="1050"/>
                  </a:cubicBezTo>
                  <a:cubicBezTo>
                    <a:pt x="514" y="1050"/>
                    <a:pt x="393" y="855"/>
                    <a:pt x="269" y="630"/>
                  </a:cubicBezTo>
                  <a:close/>
                </a:path>
              </a:pathLst>
            </a:custGeom>
            <a:solidFill>
              <a:srgbClr val="662B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2"/>
            <p:cNvSpPr/>
            <p:nvPr/>
          </p:nvSpPr>
          <p:spPr>
            <a:xfrm>
              <a:off x="3351038" y="1919491"/>
              <a:ext cx="20921" cy="105484"/>
            </a:xfrm>
            <a:custGeom>
              <a:rect b="b" l="l" r="r" t="t"/>
              <a:pathLst>
                <a:path extrusionOk="0" h="5990" w="1188">
                  <a:moveTo>
                    <a:pt x="15" y="0"/>
                  </a:moveTo>
                  <a:cubicBezTo>
                    <a:pt x="15" y="0"/>
                    <a:pt x="0" y="990"/>
                    <a:pt x="22" y="1474"/>
                  </a:cubicBezTo>
                  <a:cubicBezTo>
                    <a:pt x="43" y="1957"/>
                    <a:pt x="102" y="3182"/>
                    <a:pt x="98" y="3416"/>
                  </a:cubicBezTo>
                  <a:cubicBezTo>
                    <a:pt x="92" y="3650"/>
                    <a:pt x="569" y="4708"/>
                    <a:pt x="729" y="5033"/>
                  </a:cubicBezTo>
                  <a:cubicBezTo>
                    <a:pt x="890" y="5358"/>
                    <a:pt x="1187" y="5989"/>
                    <a:pt x="1187" y="5989"/>
                  </a:cubicBezTo>
                  <a:cubicBezTo>
                    <a:pt x="1187" y="5989"/>
                    <a:pt x="1054" y="5346"/>
                    <a:pt x="866" y="4914"/>
                  </a:cubicBezTo>
                  <a:cubicBezTo>
                    <a:pt x="679" y="4478"/>
                    <a:pt x="602" y="4282"/>
                    <a:pt x="602" y="4282"/>
                  </a:cubicBezTo>
                  <a:cubicBezTo>
                    <a:pt x="602" y="4240"/>
                    <a:pt x="483" y="2885"/>
                    <a:pt x="476" y="2724"/>
                  </a:cubicBezTo>
                  <a:cubicBezTo>
                    <a:pt x="467" y="2562"/>
                    <a:pt x="288" y="1217"/>
                    <a:pt x="261" y="970"/>
                  </a:cubicBezTo>
                  <a:cubicBezTo>
                    <a:pt x="236" y="724"/>
                    <a:pt x="15" y="0"/>
                    <a:pt x="15" y="0"/>
                  </a:cubicBezTo>
                  <a:close/>
                </a:path>
              </a:pathLst>
            </a:custGeom>
            <a:solidFill>
              <a:srgbClr val="662B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2"/>
            <p:cNvSpPr/>
            <p:nvPr/>
          </p:nvSpPr>
          <p:spPr>
            <a:xfrm>
              <a:off x="3284875" y="2145331"/>
              <a:ext cx="241134" cy="585039"/>
            </a:xfrm>
            <a:custGeom>
              <a:rect b="b" l="l" r="r" t="t"/>
              <a:pathLst>
                <a:path extrusionOk="0" h="33222" w="13693">
                  <a:moveTo>
                    <a:pt x="8283" y="0"/>
                  </a:moveTo>
                  <a:cubicBezTo>
                    <a:pt x="8283" y="0"/>
                    <a:pt x="5837" y="883"/>
                    <a:pt x="4942" y="2721"/>
                  </a:cubicBezTo>
                  <a:cubicBezTo>
                    <a:pt x="4046" y="4561"/>
                    <a:pt x="3951" y="5706"/>
                    <a:pt x="3405" y="7640"/>
                  </a:cubicBezTo>
                  <a:cubicBezTo>
                    <a:pt x="2861" y="9573"/>
                    <a:pt x="3611" y="11894"/>
                    <a:pt x="2861" y="13492"/>
                  </a:cubicBezTo>
                  <a:cubicBezTo>
                    <a:pt x="2112" y="15091"/>
                    <a:pt x="2112" y="18146"/>
                    <a:pt x="1499" y="19174"/>
                  </a:cubicBezTo>
                  <a:cubicBezTo>
                    <a:pt x="886" y="20202"/>
                    <a:pt x="0" y="23265"/>
                    <a:pt x="68" y="24901"/>
                  </a:cubicBezTo>
                  <a:cubicBezTo>
                    <a:pt x="137" y="26536"/>
                    <a:pt x="1839" y="27422"/>
                    <a:pt x="2043" y="28717"/>
                  </a:cubicBezTo>
                  <a:cubicBezTo>
                    <a:pt x="2247" y="30012"/>
                    <a:pt x="2879" y="32054"/>
                    <a:pt x="5493" y="32941"/>
                  </a:cubicBezTo>
                  <a:cubicBezTo>
                    <a:pt x="6054" y="33132"/>
                    <a:pt x="6567" y="33221"/>
                    <a:pt x="7036" y="33221"/>
                  </a:cubicBezTo>
                  <a:cubicBezTo>
                    <a:pt x="8749" y="33221"/>
                    <a:pt x="9864" y="32020"/>
                    <a:pt x="10558" y="30148"/>
                  </a:cubicBezTo>
                  <a:cubicBezTo>
                    <a:pt x="11445" y="27763"/>
                    <a:pt x="12875" y="22685"/>
                    <a:pt x="13284" y="21000"/>
                  </a:cubicBezTo>
                  <a:cubicBezTo>
                    <a:pt x="13693" y="19315"/>
                    <a:pt x="12875" y="18839"/>
                    <a:pt x="12875" y="18839"/>
                  </a:cubicBezTo>
                  <a:cubicBezTo>
                    <a:pt x="12875" y="18839"/>
                    <a:pt x="11104" y="19238"/>
                    <a:pt x="9195" y="19345"/>
                  </a:cubicBezTo>
                  <a:cubicBezTo>
                    <a:pt x="8576" y="19379"/>
                    <a:pt x="8197" y="19410"/>
                    <a:pt x="7920" y="19410"/>
                  </a:cubicBezTo>
                  <a:cubicBezTo>
                    <a:pt x="7345" y="19410"/>
                    <a:pt x="7213" y="19277"/>
                    <a:pt x="6282" y="18771"/>
                  </a:cubicBezTo>
                  <a:cubicBezTo>
                    <a:pt x="4902" y="18021"/>
                    <a:pt x="4725" y="16638"/>
                    <a:pt x="4725" y="16638"/>
                  </a:cubicBezTo>
                  <a:cubicBezTo>
                    <a:pt x="4725" y="16638"/>
                    <a:pt x="4627" y="16223"/>
                    <a:pt x="4911" y="15538"/>
                  </a:cubicBezTo>
                  <a:cubicBezTo>
                    <a:pt x="5194" y="14853"/>
                    <a:pt x="7830" y="7883"/>
                    <a:pt x="8249" y="6239"/>
                  </a:cubicBezTo>
                  <a:cubicBezTo>
                    <a:pt x="8668" y="4593"/>
                    <a:pt x="8968" y="3364"/>
                    <a:pt x="8940" y="1966"/>
                  </a:cubicBezTo>
                  <a:cubicBezTo>
                    <a:pt x="8915" y="740"/>
                    <a:pt x="8283" y="0"/>
                    <a:pt x="828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2"/>
            <p:cNvSpPr/>
            <p:nvPr/>
          </p:nvSpPr>
          <p:spPr>
            <a:xfrm>
              <a:off x="3319057" y="2418473"/>
              <a:ext cx="52337" cy="85021"/>
            </a:xfrm>
            <a:custGeom>
              <a:rect b="b" l="l" r="r" t="t"/>
              <a:pathLst>
                <a:path extrusionOk="0" h="4828" w="2972">
                  <a:moveTo>
                    <a:pt x="2230" y="1"/>
                  </a:moveTo>
                  <a:cubicBezTo>
                    <a:pt x="1828" y="1"/>
                    <a:pt x="1375" y="28"/>
                    <a:pt x="1188" y="137"/>
                  </a:cubicBezTo>
                  <a:cubicBezTo>
                    <a:pt x="818" y="357"/>
                    <a:pt x="538" y="1569"/>
                    <a:pt x="511" y="1658"/>
                  </a:cubicBezTo>
                  <a:cubicBezTo>
                    <a:pt x="510" y="1660"/>
                    <a:pt x="511" y="1661"/>
                    <a:pt x="513" y="1661"/>
                  </a:cubicBezTo>
                  <a:cubicBezTo>
                    <a:pt x="578" y="1661"/>
                    <a:pt x="1816" y="675"/>
                    <a:pt x="2000" y="675"/>
                  </a:cubicBezTo>
                  <a:cubicBezTo>
                    <a:pt x="2048" y="675"/>
                    <a:pt x="2024" y="742"/>
                    <a:pt x="1891" y="909"/>
                  </a:cubicBezTo>
                  <a:cubicBezTo>
                    <a:pt x="1227" y="1745"/>
                    <a:pt x="1" y="4827"/>
                    <a:pt x="51" y="4827"/>
                  </a:cubicBezTo>
                  <a:cubicBezTo>
                    <a:pt x="102" y="4827"/>
                    <a:pt x="2971" y="27"/>
                    <a:pt x="2971" y="27"/>
                  </a:cubicBezTo>
                  <a:cubicBezTo>
                    <a:pt x="2971" y="27"/>
                    <a:pt x="2625" y="1"/>
                    <a:pt x="22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2"/>
            <p:cNvSpPr/>
            <p:nvPr/>
          </p:nvSpPr>
          <p:spPr>
            <a:xfrm>
              <a:off x="3344012" y="1896615"/>
              <a:ext cx="13718" cy="19688"/>
            </a:xfrm>
            <a:custGeom>
              <a:rect b="b" l="l" r="r" t="t"/>
              <a:pathLst>
                <a:path extrusionOk="0" h="1118" w="779">
                  <a:moveTo>
                    <a:pt x="321" y="1"/>
                  </a:moveTo>
                  <a:cubicBezTo>
                    <a:pt x="274" y="1"/>
                    <a:pt x="243" y="16"/>
                    <a:pt x="243" y="16"/>
                  </a:cubicBezTo>
                  <a:cubicBezTo>
                    <a:pt x="235" y="14"/>
                    <a:pt x="228" y="13"/>
                    <a:pt x="221" y="13"/>
                  </a:cubicBezTo>
                  <a:cubicBezTo>
                    <a:pt x="0" y="13"/>
                    <a:pt x="324" y="1117"/>
                    <a:pt x="407" y="1117"/>
                  </a:cubicBezTo>
                  <a:cubicBezTo>
                    <a:pt x="407" y="1117"/>
                    <a:pt x="408" y="1117"/>
                    <a:pt x="408" y="1117"/>
                  </a:cubicBezTo>
                  <a:cubicBezTo>
                    <a:pt x="494" y="1113"/>
                    <a:pt x="779" y="1003"/>
                    <a:pt x="779" y="1003"/>
                  </a:cubicBezTo>
                  <a:cubicBezTo>
                    <a:pt x="779" y="1003"/>
                    <a:pt x="766" y="506"/>
                    <a:pt x="601" y="211"/>
                  </a:cubicBezTo>
                  <a:cubicBezTo>
                    <a:pt x="501" y="36"/>
                    <a:pt x="392" y="1"/>
                    <a:pt x="321" y="1"/>
                  </a:cubicBezTo>
                  <a:close/>
                </a:path>
              </a:pathLst>
            </a:custGeom>
            <a:solidFill>
              <a:srgbClr val="8E3D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2"/>
            <p:cNvSpPr/>
            <p:nvPr/>
          </p:nvSpPr>
          <p:spPr>
            <a:xfrm>
              <a:off x="3370745" y="1898059"/>
              <a:ext cx="5582" cy="15409"/>
            </a:xfrm>
            <a:custGeom>
              <a:rect b="b" l="l" r="r" t="t"/>
              <a:pathLst>
                <a:path extrusionOk="0" h="875" w="317">
                  <a:moveTo>
                    <a:pt x="69" y="0"/>
                  </a:moveTo>
                  <a:cubicBezTo>
                    <a:pt x="44" y="0"/>
                    <a:pt x="28" y="2"/>
                    <a:pt x="28" y="2"/>
                  </a:cubicBezTo>
                  <a:lnTo>
                    <a:pt x="1" y="270"/>
                  </a:lnTo>
                  <a:lnTo>
                    <a:pt x="188" y="875"/>
                  </a:lnTo>
                  <a:cubicBezTo>
                    <a:pt x="188" y="875"/>
                    <a:pt x="317" y="239"/>
                    <a:pt x="287" y="108"/>
                  </a:cubicBezTo>
                  <a:cubicBezTo>
                    <a:pt x="265" y="13"/>
                    <a:pt x="137" y="0"/>
                    <a:pt x="69" y="0"/>
                  </a:cubicBezTo>
                  <a:close/>
                </a:path>
              </a:pathLst>
            </a:custGeom>
            <a:solidFill>
              <a:srgbClr val="8E3D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2"/>
            <p:cNvSpPr/>
            <p:nvPr/>
          </p:nvSpPr>
          <p:spPr>
            <a:xfrm>
              <a:off x="3417026" y="2003512"/>
              <a:ext cx="43514" cy="71162"/>
            </a:xfrm>
            <a:custGeom>
              <a:rect b="b" l="l" r="r" t="t"/>
              <a:pathLst>
                <a:path extrusionOk="0" h="4041" w="2471">
                  <a:moveTo>
                    <a:pt x="394" y="1"/>
                  </a:moveTo>
                  <a:cubicBezTo>
                    <a:pt x="350" y="1"/>
                    <a:pt x="307" y="8"/>
                    <a:pt x="266" y="23"/>
                  </a:cubicBezTo>
                  <a:cubicBezTo>
                    <a:pt x="1" y="119"/>
                    <a:pt x="283" y="597"/>
                    <a:pt x="283" y="1018"/>
                  </a:cubicBezTo>
                  <a:cubicBezTo>
                    <a:pt x="283" y="1440"/>
                    <a:pt x="295" y="1767"/>
                    <a:pt x="295" y="1767"/>
                  </a:cubicBezTo>
                  <a:cubicBezTo>
                    <a:pt x="295" y="1767"/>
                    <a:pt x="1770" y="3312"/>
                    <a:pt x="2397" y="3964"/>
                  </a:cubicBezTo>
                  <a:lnTo>
                    <a:pt x="2397" y="3964"/>
                  </a:lnTo>
                  <a:cubicBezTo>
                    <a:pt x="1994" y="3447"/>
                    <a:pt x="1649" y="1430"/>
                    <a:pt x="1552" y="1129"/>
                  </a:cubicBezTo>
                  <a:cubicBezTo>
                    <a:pt x="1457" y="836"/>
                    <a:pt x="872" y="1"/>
                    <a:pt x="394" y="1"/>
                  </a:cubicBezTo>
                  <a:close/>
                  <a:moveTo>
                    <a:pt x="2397" y="3964"/>
                  </a:moveTo>
                  <a:cubicBezTo>
                    <a:pt x="2422" y="3995"/>
                    <a:pt x="2446" y="4021"/>
                    <a:pt x="2471" y="4041"/>
                  </a:cubicBezTo>
                  <a:cubicBezTo>
                    <a:pt x="2448" y="4017"/>
                    <a:pt x="2423" y="3991"/>
                    <a:pt x="2397" y="3964"/>
                  </a:cubicBezTo>
                  <a:close/>
                </a:path>
              </a:pathLst>
            </a:custGeom>
            <a:solidFill>
              <a:srgbClr val="662B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2"/>
            <p:cNvSpPr/>
            <p:nvPr/>
          </p:nvSpPr>
          <p:spPr>
            <a:xfrm>
              <a:off x="3902007" y="2145331"/>
              <a:ext cx="180872" cy="427993"/>
            </a:xfrm>
            <a:custGeom>
              <a:rect b="b" l="l" r="r" t="t"/>
              <a:pathLst>
                <a:path extrusionOk="0" h="24304" w="10271">
                  <a:moveTo>
                    <a:pt x="0" y="0"/>
                  </a:moveTo>
                  <a:cubicBezTo>
                    <a:pt x="0" y="0"/>
                    <a:pt x="9751" y="24304"/>
                    <a:pt x="10203" y="24304"/>
                  </a:cubicBezTo>
                  <a:cubicBezTo>
                    <a:pt x="10212" y="24304"/>
                    <a:pt x="10218" y="24293"/>
                    <a:pt x="10219" y="24271"/>
                  </a:cubicBezTo>
                  <a:cubicBezTo>
                    <a:pt x="10271" y="23198"/>
                    <a:pt x="9095" y="18753"/>
                    <a:pt x="8227" y="17117"/>
                  </a:cubicBezTo>
                  <a:cubicBezTo>
                    <a:pt x="7357" y="15482"/>
                    <a:pt x="6796" y="11957"/>
                    <a:pt x="6846" y="9913"/>
                  </a:cubicBezTo>
                  <a:cubicBezTo>
                    <a:pt x="6897" y="7869"/>
                    <a:pt x="7000" y="3935"/>
                    <a:pt x="5365" y="1994"/>
                  </a:cubicBezTo>
                  <a:cubicBezTo>
                    <a:pt x="3731" y="51"/>
                    <a:pt x="1" y="0"/>
                    <a:pt x="0" y="0"/>
                  </a:cubicBezTo>
                  <a:close/>
                </a:path>
              </a:pathLst>
            </a:custGeom>
            <a:solidFill>
              <a:srgbClr val="662B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2"/>
            <p:cNvSpPr/>
            <p:nvPr/>
          </p:nvSpPr>
          <p:spPr>
            <a:xfrm>
              <a:off x="3858808" y="1894097"/>
              <a:ext cx="228578" cy="813723"/>
            </a:xfrm>
            <a:custGeom>
              <a:rect b="b" l="l" r="r" t="t"/>
              <a:pathLst>
                <a:path extrusionOk="0" h="46208" w="12980">
                  <a:moveTo>
                    <a:pt x="9594" y="0"/>
                  </a:moveTo>
                  <a:cubicBezTo>
                    <a:pt x="9094" y="0"/>
                    <a:pt x="8816" y="493"/>
                    <a:pt x="8816" y="493"/>
                  </a:cubicBezTo>
                  <a:lnTo>
                    <a:pt x="8791" y="226"/>
                  </a:lnTo>
                  <a:cubicBezTo>
                    <a:pt x="8716" y="130"/>
                    <a:pt x="8634" y="91"/>
                    <a:pt x="8550" y="91"/>
                  </a:cubicBezTo>
                  <a:cubicBezTo>
                    <a:pt x="8287" y="91"/>
                    <a:pt x="8008" y="477"/>
                    <a:pt x="7921" y="711"/>
                  </a:cubicBezTo>
                  <a:cubicBezTo>
                    <a:pt x="7805" y="1017"/>
                    <a:pt x="7627" y="2219"/>
                    <a:pt x="7563" y="2997"/>
                  </a:cubicBezTo>
                  <a:cubicBezTo>
                    <a:pt x="7499" y="3777"/>
                    <a:pt x="6834" y="5181"/>
                    <a:pt x="6783" y="5731"/>
                  </a:cubicBezTo>
                  <a:cubicBezTo>
                    <a:pt x="6732" y="6281"/>
                    <a:pt x="5892" y="7980"/>
                    <a:pt x="5892" y="7980"/>
                  </a:cubicBezTo>
                  <a:cubicBezTo>
                    <a:pt x="5892" y="7980"/>
                    <a:pt x="5905" y="7653"/>
                    <a:pt x="5905" y="7231"/>
                  </a:cubicBezTo>
                  <a:cubicBezTo>
                    <a:pt x="5905" y="6810"/>
                    <a:pt x="6187" y="6332"/>
                    <a:pt x="5923" y="6236"/>
                  </a:cubicBezTo>
                  <a:cubicBezTo>
                    <a:pt x="5881" y="6221"/>
                    <a:pt x="5838" y="6214"/>
                    <a:pt x="5794" y="6214"/>
                  </a:cubicBezTo>
                  <a:cubicBezTo>
                    <a:pt x="5315" y="6214"/>
                    <a:pt x="4730" y="7049"/>
                    <a:pt x="4636" y="7342"/>
                  </a:cubicBezTo>
                  <a:cubicBezTo>
                    <a:pt x="4534" y="7663"/>
                    <a:pt x="4149" y="9910"/>
                    <a:pt x="3716" y="10255"/>
                  </a:cubicBezTo>
                  <a:cubicBezTo>
                    <a:pt x="3282" y="10601"/>
                    <a:pt x="2247" y="11967"/>
                    <a:pt x="1328" y="12989"/>
                  </a:cubicBezTo>
                  <a:cubicBezTo>
                    <a:pt x="408" y="14011"/>
                    <a:pt x="0" y="15033"/>
                    <a:pt x="51" y="15748"/>
                  </a:cubicBezTo>
                  <a:cubicBezTo>
                    <a:pt x="102" y="16463"/>
                    <a:pt x="357" y="17537"/>
                    <a:pt x="510" y="19070"/>
                  </a:cubicBezTo>
                  <a:cubicBezTo>
                    <a:pt x="664" y="20603"/>
                    <a:pt x="816" y="22648"/>
                    <a:pt x="816" y="25108"/>
                  </a:cubicBezTo>
                  <a:cubicBezTo>
                    <a:pt x="816" y="27568"/>
                    <a:pt x="1175" y="31280"/>
                    <a:pt x="1328" y="35711"/>
                  </a:cubicBezTo>
                  <a:cubicBezTo>
                    <a:pt x="1482" y="40142"/>
                    <a:pt x="4650" y="44567"/>
                    <a:pt x="5366" y="45334"/>
                  </a:cubicBezTo>
                  <a:cubicBezTo>
                    <a:pt x="5810" y="45810"/>
                    <a:pt x="6176" y="46207"/>
                    <a:pt x="6916" y="46207"/>
                  </a:cubicBezTo>
                  <a:cubicBezTo>
                    <a:pt x="7367" y="46207"/>
                    <a:pt x="7958" y="46060"/>
                    <a:pt x="8791" y="45692"/>
                  </a:cubicBezTo>
                  <a:cubicBezTo>
                    <a:pt x="10987" y="44720"/>
                    <a:pt x="10886" y="43340"/>
                    <a:pt x="11279" y="42216"/>
                  </a:cubicBezTo>
                  <a:cubicBezTo>
                    <a:pt x="11671" y="41091"/>
                    <a:pt x="12366" y="40990"/>
                    <a:pt x="12672" y="38537"/>
                  </a:cubicBezTo>
                  <a:cubicBezTo>
                    <a:pt x="12979" y="36085"/>
                    <a:pt x="9862" y="30685"/>
                    <a:pt x="9862" y="30685"/>
                  </a:cubicBezTo>
                  <a:cubicBezTo>
                    <a:pt x="9032" y="29127"/>
                    <a:pt x="8425" y="28945"/>
                    <a:pt x="6374" y="23309"/>
                  </a:cubicBezTo>
                  <a:cubicBezTo>
                    <a:pt x="4317" y="17672"/>
                    <a:pt x="4640" y="15900"/>
                    <a:pt x="5036" y="15043"/>
                  </a:cubicBezTo>
                  <a:cubicBezTo>
                    <a:pt x="5432" y="14187"/>
                    <a:pt x="7017" y="11005"/>
                    <a:pt x="7502" y="10522"/>
                  </a:cubicBezTo>
                  <a:cubicBezTo>
                    <a:pt x="7988" y="10037"/>
                    <a:pt x="7732" y="9769"/>
                    <a:pt x="7911" y="9168"/>
                  </a:cubicBezTo>
                  <a:cubicBezTo>
                    <a:pt x="8088" y="8566"/>
                    <a:pt x="8447" y="8146"/>
                    <a:pt x="8752" y="7430"/>
                  </a:cubicBezTo>
                  <a:cubicBezTo>
                    <a:pt x="9060" y="6717"/>
                    <a:pt x="9865" y="5336"/>
                    <a:pt x="9865" y="4633"/>
                  </a:cubicBezTo>
                  <a:cubicBezTo>
                    <a:pt x="9865" y="3932"/>
                    <a:pt x="9916" y="2820"/>
                    <a:pt x="9992" y="1542"/>
                  </a:cubicBezTo>
                  <a:cubicBezTo>
                    <a:pt x="10069" y="265"/>
                    <a:pt x="10388" y="162"/>
                    <a:pt x="9775" y="21"/>
                  </a:cubicBezTo>
                  <a:cubicBezTo>
                    <a:pt x="9711" y="7"/>
                    <a:pt x="9651" y="0"/>
                    <a:pt x="9594" y="0"/>
                  </a:cubicBezTo>
                  <a:close/>
                </a:path>
              </a:pathLst>
            </a:custGeom>
            <a:solidFill>
              <a:srgbClr val="743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2"/>
            <p:cNvSpPr/>
            <p:nvPr/>
          </p:nvSpPr>
          <p:spPr>
            <a:xfrm>
              <a:off x="4003233" y="1900313"/>
              <a:ext cx="12574" cy="42546"/>
            </a:xfrm>
            <a:custGeom>
              <a:rect b="b" l="l" r="r" t="t"/>
              <a:pathLst>
                <a:path extrusionOk="0" h="2416" w="714">
                  <a:moveTo>
                    <a:pt x="714" y="1"/>
                  </a:moveTo>
                  <a:lnTo>
                    <a:pt x="613" y="142"/>
                  </a:lnTo>
                  <a:lnTo>
                    <a:pt x="151" y="1857"/>
                  </a:lnTo>
                  <a:lnTo>
                    <a:pt x="151" y="1857"/>
                  </a:lnTo>
                  <a:cubicBezTo>
                    <a:pt x="320" y="1323"/>
                    <a:pt x="574" y="603"/>
                    <a:pt x="601" y="500"/>
                  </a:cubicBezTo>
                  <a:cubicBezTo>
                    <a:pt x="639" y="346"/>
                    <a:pt x="714" y="1"/>
                    <a:pt x="714" y="1"/>
                  </a:cubicBezTo>
                  <a:close/>
                  <a:moveTo>
                    <a:pt x="151" y="1857"/>
                  </a:moveTo>
                  <a:lnTo>
                    <a:pt x="151" y="1857"/>
                  </a:lnTo>
                  <a:cubicBezTo>
                    <a:pt x="67" y="2121"/>
                    <a:pt x="4" y="2340"/>
                    <a:pt x="0" y="2416"/>
                  </a:cubicBezTo>
                  <a:lnTo>
                    <a:pt x="151" y="1857"/>
                  </a:lnTo>
                  <a:close/>
                </a:path>
              </a:pathLst>
            </a:custGeom>
            <a:solidFill>
              <a:srgbClr val="662B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2"/>
            <p:cNvSpPr/>
            <p:nvPr/>
          </p:nvSpPr>
          <p:spPr>
            <a:xfrm>
              <a:off x="3989268" y="1965015"/>
              <a:ext cx="29285" cy="84915"/>
            </a:xfrm>
            <a:custGeom>
              <a:rect b="b" l="l" r="r" t="t"/>
              <a:pathLst>
                <a:path extrusionOk="0" h="4822" w="1663">
                  <a:moveTo>
                    <a:pt x="1657" y="0"/>
                  </a:moveTo>
                  <a:cubicBezTo>
                    <a:pt x="1633" y="0"/>
                    <a:pt x="1513" y="296"/>
                    <a:pt x="1395" y="630"/>
                  </a:cubicBezTo>
                  <a:lnTo>
                    <a:pt x="1395" y="630"/>
                  </a:lnTo>
                  <a:cubicBezTo>
                    <a:pt x="1520" y="404"/>
                    <a:pt x="1648" y="147"/>
                    <a:pt x="1660" y="28"/>
                  </a:cubicBezTo>
                  <a:cubicBezTo>
                    <a:pt x="1662" y="9"/>
                    <a:pt x="1661" y="0"/>
                    <a:pt x="1657" y="0"/>
                  </a:cubicBezTo>
                  <a:close/>
                  <a:moveTo>
                    <a:pt x="1395" y="630"/>
                  </a:moveTo>
                  <a:cubicBezTo>
                    <a:pt x="1271" y="855"/>
                    <a:pt x="1150" y="1050"/>
                    <a:pt x="1150" y="1050"/>
                  </a:cubicBezTo>
                  <a:cubicBezTo>
                    <a:pt x="1150" y="1050"/>
                    <a:pt x="920" y="1715"/>
                    <a:pt x="886" y="1910"/>
                  </a:cubicBezTo>
                  <a:cubicBezTo>
                    <a:pt x="854" y="2106"/>
                    <a:pt x="631" y="2795"/>
                    <a:pt x="477" y="3221"/>
                  </a:cubicBezTo>
                  <a:cubicBezTo>
                    <a:pt x="325" y="3647"/>
                    <a:pt x="1" y="4821"/>
                    <a:pt x="1" y="4821"/>
                  </a:cubicBezTo>
                  <a:cubicBezTo>
                    <a:pt x="1" y="4821"/>
                    <a:pt x="442" y="3946"/>
                    <a:pt x="554" y="3597"/>
                  </a:cubicBezTo>
                  <a:cubicBezTo>
                    <a:pt x="665" y="3248"/>
                    <a:pt x="1125" y="1841"/>
                    <a:pt x="1150" y="1501"/>
                  </a:cubicBezTo>
                  <a:cubicBezTo>
                    <a:pt x="1161" y="1344"/>
                    <a:pt x="1276" y="967"/>
                    <a:pt x="1395" y="630"/>
                  </a:cubicBezTo>
                  <a:close/>
                </a:path>
              </a:pathLst>
            </a:custGeom>
            <a:solidFill>
              <a:srgbClr val="662B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2"/>
            <p:cNvSpPr/>
            <p:nvPr/>
          </p:nvSpPr>
          <p:spPr>
            <a:xfrm>
              <a:off x="4012866" y="1919491"/>
              <a:ext cx="20885" cy="105484"/>
            </a:xfrm>
            <a:custGeom>
              <a:rect b="b" l="l" r="r" t="t"/>
              <a:pathLst>
                <a:path extrusionOk="0" h="5990" w="1186">
                  <a:moveTo>
                    <a:pt x="1172" y="0"/>
                  </a:moveTo>
                  <a:cubicBezTo>
                    <a:pt x="1172" y="0"/>
                    <a:pt x="949" y="724"/>
                    <a:pt x="925" y="970"/>
                  </a:cubicBezTo>
                  <a:cubicBezTo>
                    <a:pt x="898" y="1217"/>
                    <a:pt x="721" y="2562"/>
                    <a:pt x="712" y="2724"/>
                  </a:cubicBezTo>
                  <a:cubicBezTo>
                    <a:pt x="705" y="2885"/>
                    <a:pt x="585" y="4240"/>
                    <a:pt x="585" y="4282"/>
                  </a:cubicBezTo>
                  <a:cubicBezTo>
                    <a:pt x="585" y="4282"/>
                    <a:pt x="509" y="4478"/>
                    <a:pt x="320" y="4914"/>
                  </a:cubicBezTo>
                  <a:cubicBezTo>
                    <a:pt x="134" y="5346"/>
                    <a:pt x="0" y="5989"/>
                    <a:pt x="0" y="5989"/>
                  </a:cubicBezTo>
                  <a:cubicBezTo>
                    <a:pt x="0" y="5989"/>
                    <a:pt x="298" y="5358"/>
                    <a:pt x="458" y="5033"/>
                  </a:cubicBezTo>
                  <a:cubicBezTo>
                    <a:pt x="618" y="4708"/>
                    <a:pt x="1094" y="3650"/>
                    <a:pt x="1089" y="3416"/>
                  </a:cubicBezTo>
                  <a:cubicBezTo>
                    <a:pt x="1086" y="3182"/>
                    <a:pt x="1144" y="1957"/>
                    <a:pt x="1165" y="1474"/>
                  </a:cubicBezTo>
                  <a:cubicBezTo>
                    <a:pt x="1186" y="990"/>
                    <a:pt x="1172" y="1"/>
                    <a:pt x="1172" y="0"/>
                  </a:cubicBezTo>
                  <a:close/>
                </a:path>
              </a:pathLst>
            </a:custGeom>
            <a:solidFill>
              <a:srgbClr val="662B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2"/>
            <p:cNvSpPr/>
            <p:nvPr/>
          </p:nvSpPr>
          <p:spPr>
            <a:xfrm>
              <a:off x="3858808" y="2145331"/>
              <a:ext cx="241134" cy="585039"/>
            </a:xfrm>
            <a:custGeom>
              <a:rect b="b" l="l" r="r" t="t"/>
              <a:pathLst>
                <a:path extrusionOk="0" h="33222" w="13693">
                  <a:moveTo>
                    <a:pt x="5408" y="0"/>
                  </a:moveTo>
                  <a:cubicBezTo>
                    <a:pt x="5408" y="0"/>
                    <a:pt x="4777" y="740"/>
                    <a:pt x="4750" y="1966"/>
                  </a:cubicBezTo>
                  <a:cubicBezTo>
                    <a:pt x="4722" y="3364"/>
                    <a:pt x="5022" y="4593"/>
                    <a:pt x="5441" y="6239"/>
                  </a:cubicBezTo>
                  <a:cubicBezTo>
                    <a:pt x="5861" y="7883"/>
                    <a:pt x="8497" y="14853"/>
                    <a:pt x="8781" y="15538"/>
                  </a:cubicBezTo>
                  <a:cubicBezTo>
                    <a:pt x="9064" y="16223"/>
                    <a:pt x="8968" y="16638"/>
                    <a:pt x="8968" y="16638"/>
                  </a:cubicBezTo>
                  <a:cubicBezTo>
                    <a:pt x="8968" y="16638"/>
                    <a:pt x="8791" y="18021"/>
                    <a:pt x="7410" y="18771"/>
                  </a:cubicBezTo>
                  <a:cubicBezTo>
                    <a:pt x="6478" y="19277"/>
                    <a:pt x="6346" y="19410"/>
                    <a:pt x="5771" y="19410"/>
                  </a:cubicBezTo>
                  <a:cubicBezTo>
                    <a:pt x="5495" y="19410"/>
                    <a:pt x="5116" y="19379"/>
                    <a:pt x="4496" y="19345"/>
                  </a:cubicBezTo>
                  <a:cubicBezTo>
                    <a:pt x="2589" y="19238"/>
                    <a:pt x="816" y="18839"/>
                    <a:pt x="816" y="18839"/>
                  </a:cubicBezTo>
                  <a:cubicBezTo>
                    <a:pt x="816" y="18839"/>
                    <a:pt x="0" y="19315"/>
                    <a:pt x="408" y="21000"/>
                  </a:cubicBezTo>
                  <a:cubicBezTo>
                    <a:pt x="818" y="22685"/>
                    <a:pt x="2246" y="27763"/>
                    <a:pt x="3133" y="30148"/>
                  </a:cubicBezTo>
                  <a:cubicBezTo>
                    <a:pt x="3828" y="32020"/>
                    <a:pt x="4943" y="33221"/>
                    <a:pt x="6657" y="33221"/>
                  </a:cubicBezTo>
                  <a:cubicBezTo>
                    <a:pt x="7125" y="33221"/>
                    <a:pt x="7638" y="33132"/>
                    <a:pt x="8200" y="32941"/>
                  </a:cubicBezTo>
                  <a:cubicBezTo>
                    <a:pt x="10814" y="32054"/>
                    <a:pt x="11444" y="30012"/>
                    <a:pt x="11648" y="28717"/>
                  </a:cubicBezTo>
                  <a:cubicBezTo>
                    <a:pt x="11853" y="27422"/>
                    <a:pt x="13556" y="26536"/>
                    <a:pt x="13623" y="24901"/>
                  </a:cubicBezTo>
                  <a:cubicBezTo>
                    <a:pt x="13693" y="23265"/>
                    <a:pt x="12806" y="20202"/>
                    <a:pt x="12192" y="19174"/>
                  </a:cubicBezTo>
                  <a:cubicBezTo>
                    <a:pt x="11579" y="18146"/>
                    <a:pt x="11579" y="15091"/>
                    <a:pt x="10831" y="13492"/>
                  </a:cubicBezTo>
                  <a:cubicBezTo>
                    <a:pt x="10082" y="11894"/>
                    <a:pt x="10831" y="9573"/>
                    <a:pt x="10286" y="7640"/>
                  </a:cubicBezTo>
                  <a:cubicBezTo>
                    <a:pt x="9742" y="5706"/>
                    <a:pt x="9645" y="4561"/>
                    <a:pt x="8750" y="2721"/>
                  </a:cubicBezTo>
                  <a:cubicBezTo>
                    <a:pt x="7854" y="883"/>
                    <a:pt x="5408" y="0"/>
                    <a:pt x="54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2"/>
            <p:cNvSpPr/>
            <p:nvPr/>
          </p:nvSpPr>
          <p:spPr>
            <a:xfrm>
              <a:off x="4013430" y="2418473"/>
              <a:ext cx="52355" cy="85021"/>
            </a:xfrm>
            <a:custGeom>
              <a:rect b="b" l="l" r="r" t="t"/>
              <a:pathLst>
                <a:path extrusionOk="0" h="4828" w="2973">
                  <a:moveTo>
                    <a:pt x="741" y="1"/>
                  </a:moveTo>
                  <a:cubicBezTo>
                    <a:pt x="347" y="1"/>
                    <a:pt x="1" y="27"/>
                    <a:pt x="1" y="27"/>
                  </a:cubicBezTo>
                  <a:cubicBezTo>
                    <a:pt x="1" y="27"/>
                    <a:pt x="2870" y="4827"/>
                    <a:pt x="2922" y="4827"/>
                  </a:cubicBezTo>
                  <a:cubicBezTo>
                    <a:pt x="2973" y="4827"/>
                    <a:pt x="1746" y="1745"/>
                    <a:pt x="1082" y="909"/>
                  </a:cubicBezTo>
                  <a:cubicBezTo>
                    <a:pt x="948" y="742"/>
                    <a:pt x="925" y="675"/>
                    <a:pt x="973" y="675"/>
                  </a:cubicBezTo>
                  <a:cubicBezTo>
                    <a:pt x="1157" y="675"/>
                    <a:pt x="2395" y="1661"/>
                    <a:pt x="2459" y="1661"/>
                  </a:cubicBezTo>
                  <a:cubicBezTo>
                    <a:pt x="2461" y="1661"/>
                    <a:pt x="2461" y="1660"/>
                    <a:pt x="2461" y="1658"/>
                  </a:cubicBezTo>
                  <a:cubicBezTo>
                    <a:pt x="2437" y="1569"/>
                    <a:pt x="2155" y="357"/>
                    <a:pt x="1784" y="137"/>
                  </a:cubicBezTo>
                  <a:cubicBezTo>
                    <a:pt x="1597" y="28"/>
                    <a:pt x="1144" y="1"/>
                    <a:pt x="74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2"/>
            <p:cNvSpPr/>
            <p:nvPr/>
          </p:nvSpPr>
          <p:spPr>
            <a:xfrm>
              <a:off x="4027060" y="1896615"/>
              <a:ext cx="13753" cy="19688"/>
            </a:xfrm>
            <a:custGeom>
              <a:rect b="b" l="l" r="r" t="t"/>
              <a:pathLst>
                <a:path extrusionOk="0" h="1118" w="781">
                  <a:moveTo>
                    <a:pt x="458" y="1"/>
                  </a:moveTo>
                  <a:cubicBezTo>
                    <a:pt x="387" y="1"/>
                    <a:pt x="278" y="36"/>
                    <a:pt x="178" y="211"/>
                  </a:cubicBezTo>
                  <a:cubicBezTo>
                    <a:pt x="13" y="506"/>
                    <a:pt x="1" y="1003"/>
                    <a:pt x="1" y="1003"/>
                  </a:cubicBezTo>
                  <a:cubicBezTo>
                    <a:pt x="1" y="1003"/>
                    <a:pt x="285" y="1113"/>
                    <a:pt x="373" y="1117"/>
                  </a:cubicBezTo>
                  <a:cubicBezTo>
                    <a:pt x="373" y="1117"/>
                    <a:pt x="373" y="1117"/>
                    <a:pt x="373" y="1117"/>
                  </a:cubicBezTo>
                  <a:cubicBezTo>
                    <a:pt x="456" y="1117"/>
                    <a:pt x="780" y="13"/>
                    <a:pt x="559" y="13"/>
                  </a:cubicBezTo>
                  <a:cubicBezTo>
                    <a:pt x="552" y="13"/>
                    <a:pt x="544" y="14"/>
                    <a:pt x="536" y="16"/>
                  </a:cubicBezTo>
                  <a:cubicBezTo>
                    <a:pt x="536" y="16"/>
                    <a:pt x="506" y="1"/>
                    <a:pt x="458" y="1"/>
                  </a:cubicBezTo>
                  <a:close/>
                </a:path>
              </a:pathLst>
            </a:custGeom>
            <a:solidFill>
              <a:srgbClr val="8E3D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2"/>
            <p:cNvSpPr/>
            <p:nvPr/>
          </p:nvSpPr>
          <p:spPr>
            <a:xfrm>
              <a:off x="4008464" y="1898059"/>
              <a:ext cx="5582" cy="15409"/>
            </a:xfrm>
            <a:custGeom>
              <a:rect b="b" l="l" r="r" t="t"/>
              <a:pathLst>
                <a:path extrusionOk="0" h="875" w="317">
                  <a:moveTo>
                    <a:pt x="248" y="0"/>
                  </a:moveTo>
                  <a:cubicBezTo>
                    <a:pt x="181" y="0"/>
                    <a:pt x="53" y="13"/>
                    <a:pt x="32" y="108"/>
                  </a:cubicBezTo>
                  <a:cubicBezTo>
                    <a:pt x="1" y="239"/>
                    <a:pt x="130" y="875"/>
                    <a:pt x="130" y="875"/>
                  </a:cubicBezTo>
                  <a:lnTo>
                    <a:pt x="316" y="270"/>
                  </a:lnTo>
                  <a:lnTo>
                    <a:pt x="290" y="2"/>
                  </a:lnTo>
                  <a:cubicBezTo>
                    <a:pt x="290" y="2"/>
                    <a:pt x="273" y="0"/>
                    <a:pt x="248" y="0"/>
                  </a:cubicBezTo>
                  <a:close/>
                </a:path>
              </a:pathLst>
            </a:custGeom>
            <a:solidFill>
              <a:srgbClr val="8E3D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2"/>
            <p:cNvSpPr/>
            <p:nvPr/>
          </p:nvSpPr>
          <p:spPr>
            <a:xfrm>
              <a:off x="3924249" y="2003512"/>
              <a:ext cx="43514" cy="71162"/>
            </a:xfrm>
            <a:custGeom>
              <a:rect b="b" l="l" r="r" t="t"/>
              <a:pathLst>
                <a:path extrusionOk="0" h="4041" w="2471">
                  <a:moveTo>
                    <a:pt x="2078" y="1"/>
                  </a:moveTo>
                  <a:cubicBezTo>
                    <a:pt x="1600" y="1"/>
                    <a:pt x="1014" y="836"/>
                    <a:pt x="920" y="1129"/>
                  </a:cubicBezTo>
                  <a:cubicBezTo>
                    <a:pt x="824" y="1430"/>
                    <a:pt x="479" y="3446"/>
                    <a:pt x="75" y="3964"/>
                  </a:cubicBezTo>
                  <a:lnTo>
                    <a:pt x="75" y="3964"/>
                  </a:lnTo>
                  <a:cubicBezTo>
                    <a:pt x="703" y="3311"/>
                    <a:pt x="2177" y="1767"/>
                    <a:pt x="2177" y="1767"/>
                  </a:cubicBezTo>
                  <a:cubicBezTo>
                    <a:pt x="2177" y="1767"/>
                    <a:pt x="2189" y="1440"/>
                    <a:pt x="2189" y="1018"/>
                  </a:cubicBezTo>
                  <a:cubicBezTo>
                    <a:pt x="2189" y="597"/>
                    <a:pt x="2471" y="119"/>
                    <a:pt x="2207" y="23"/>
                  </a:cubicBezTo>
                  <a:cubicBezTo>
                    <a:pt x="2165" y="8"/>
                    <a:pt x="2122" y="1"/>
                    <a:pt x="2078" y="1"/>
                  </a:cubicBezTo>
                  <a:close/>
                  <a:moveTo>
                    <a:pt x="75" y="3964"/>
                  </a:moveTo>
                  <a:cubicBezTo>
                    <a:pt x="48" y="3991"/>
                    <a:pt x="24" y="4017"/>
                    <a:pt x="0" y="4041"/>
                  </a:cubicBezTo>
                  <a:cubicBezTo>
                    <a:pt x="25" y="4021"/>
                    <a:pt x="50" y="3995"/>
                    <a:pt x="75" y="3964"/>
                  </a:cubicBezTo>
                  <a:close/>
                </a:path>
              </a:pathLst>
            </a:custGeom>
            <a:solidFill>
              <a:srgbClr val="662B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2"/>
            <p:cNvSpPr/>
            <p:nvPr/>
          </p:nvSpPr>
          <p:spPr>
            <a:xfrm>
              <a:off x="3669616" y="1957354"/>
              <a:ext cx="47477" cy="10672"/>
            </a:xfrm>
            <a:custGeom>
              <a:rect b="b" l="l" r="r" t="t"/>
              <a:pathLst>
                <a:path extrusionOk="0" h="606" w="2696">
                  <a:moveTo>
                    <a:pt x="1394" y="1"/>
                  </a:moveTo>
                  <a:cubicBezTo>
                    <a:pt x="987" y="1"/>
                    <a:pt x="511" y="45"/>
                    <a:pt x="0" y="181"/>
                  </a:cubicBezTo>
                  <a:cubicBezTo>
                    <a:pt x="2" y="181"/>
                    <a:pt x="78" y="473"/>
                    <a:pt x="162" y="498"/>
                  </a:cubicBezTo>
                  <a:cubicBezTo>
                    <a:pt x="322" y="550"/>
                    <a:pt x="364" y="546"/>
                    <a:pt x="1258" y="595"/>
                  </a:cubicBezTo>
                  <a:cubicBezTo>
                    <a:pt x="1392" y="602"/>
                    <a:pt x="1518" y="606"/>
                    <a:pt x="1634" y="606"/>
                  </a:cubicBezTo>
                  <a:cubicBezTo>
                    <a:pt x="2150" y="606"/>
                    <a:pt x="2484" y="541"/>
                    <a:pt x="2606" y="467"/>
                  </a:cubicBezTo>
                  <a:cubicBezTo>
                    <a:pt x="2683" y="420"/>
                    <a:pt x="2696" y="165"/>
                    <a:pt x="2696" y="165"/>
                  </a:cubicBezTo>
                  <a:cubicBezTo>
                    <a:pt x="2696" y="165"/>
                    <a:pt x="2175" y="1"/>
                    <a:pt x="1394" y="1"/>
                  </a:cubicBezTo>
                  <a:close/>
                </a:path>
              </a:pathLst>
            </a:custGeom>
            <a:solidFill>
              <a:srgbClr val="CEAF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2"/>
            <p:cNvSpPr/>
            <p:nvPr/>
          </p:nvSpPr>
          <p:spPr>
            <a:xfrm>
              <a:off x="3677250" y="1845896"/>
              <a:ext cx="34834" cy="82740"/>
            </a:xfrm>
            <a:custGeom>
              <a:rect b="b" l="l" r="r" t="t"/>
              <a:pathLst>
                <a:path extrusionOk="0" h="2805" w="1181">
                  <a:moveTo>
                    <a:pt x="590" y="1"/>
                  </a:moveTo>
                  <a:cubicBezTo>
                    <a:pt x="265" y="1"/>
                    <a:pt x="1" y="1220"/>
                    <a:pt x="1" y="1993"/>
                  </a:cubicBezTo>
                  <a:cubicBezTo>
                    <a:pt x="1" y="2767"/>
                    <a:pt x="265" y="2804"/>
                    <a:pt x="590" y="2804"/>
                  </a:cubicBezTo>
                  <a:cubicBezTo>
                    <a:pt x="916" y="2804"/>
                    <a:pt x="1181" y="2767"/>
                    <a:pt x="1181" y="1993"/>
                  </a:cubicBezTo>
                  <a:cubicBezTo>
                    <a:pt x="1181" y="1220"/>
                    <a:pt x="916" y="1"/>
                    <a:pt x="590" y="1"/>
                  </a:cubicBezTo>
                  <a:close/>
                </a:path>
              </a:pathLst>
            </a:custGeom>
            <a:solidFill>
              <a:srgbClr val="F370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5" name="Google Shape;7335;p72"/>
          <p:cNvGrpSpPr/>
          <p:nvPr/>
        </p:nvGrpSpPr>
        <p:grpSpPr>
          <a:xfrm>
            <a:off x="4379700" y="1495475"/>
            <a:ext cx="1265361" cy="3108025"/>
            <a:chOff x="4379700" y="1495475"/>
            <a:chExt cx="1265361" cy="3108025"/>
          </a:xfrm>
        </p:grpSpPr>
        <p:sp>
          <p:nvSpPr>
            <p:cNvPr id="7336" name="Google Shape;7336;p72"/>
            <p:cNvSpPr/>
            <p:nvPr/>
          </p:nvSpPr>
          <p:spPr>
            <a:xfrm>
              <a:off x="4563910" y="2821458"/>
              <a:ext cx="402690" cy="1594813"/>
            </a:xfrm>
            <a:custGeom>
              <a:rect b="b" l="l" r="r" t="t"/>
              <a:pathLst>
                <a:path extrusionOk="0" h="59798" w="15099">
                  <a:moveTo>
                    <a:pt x="9658" y="1"/>
                  </a:moveTo>
                  <a:cubicBezTo>
                    <a:pt x="9518" y="1"/>
                    <a:pt x="9377" y="6"/>
                    <a:pt x="9235" y="17"/>
                  </a:cubicBezTo>
                  <a:cubicBezTo>
                    <a:pt x="6100" y="259"/>
                    <a:pt x="3814" y="3090"/>
                    <a:pt x="4241" y="6205"/>
                  </a:cubicBezTo>
                  <a:lnTo>
                    <a:pt x="0" y="59384"/>
                  </a:lnTo>
                  <a:lnTo>
                    <a:pt x="6507" y="59797"/>
                  </a:lnTo>
                  <a:lnTo>
                    <a:pt x="15099" y="5044"/>
                  </a:lnTo>
                  <a:cubicBezTo>
                    <a:pt x="14878" y="2180"/>
                    <a:pt x="12485" y="1"/>
                    <a:pt x="9658"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2"/>
            <p:cNvSpPr/>
            <p:nvPr/>
          </p:nvSpPr>
          <p:spPr>
            <a:xfrm>
              <a:off x="4639627" y="2981265"/>
              <a:ext cx="322974" cy="502249"/>
            </a:xfrm>
            <a:custGeom>
              <a:rect b="b" l="l" r="r" t="t"/>
              <a:pathLst>
                <a:path extrusionOk="0" h="18832" w="12110">
                  <a:moveTo>
                    <a:pt x="12109" y="0"/>
                  </a:moveTo>
                  <a:lnTo>
                    <a:pt x="12109" y="0"/>
                  </a:lnTo>
                  <a:cubicBezTo>
                    <a:pt x="8789" y="113"/>
                    <a:pt x="4891" y="246"/>
                    <a:pt x="1390" y="366"/>
                  </a:cubicBezTo>
                  <a:lnTo>
                    <a:pt x="0" y="17807"/>
                  </a:lnTo>
                  <a:lnTo>
                    <a:pt x="9155" y="18831"/>
                  </a:lnTo>
                  <a:lnTo>
                    <a:pt x="1210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2"/>
            <p:cNvSpPr/>
            <p:nvPr/>
          </p:nvSpPr>
          <p:spPr>
            <a:xfrm>
              <a:off x="4563910" y="4232546"/>
              <a:ext cx="201172" cy="183730"/>
            </a:xfrm>
            <a:custGeom>
              <a:rect b="b" l="l" r="r" t="t"/>
              <a:pathLst>
                <a:path extrusionOk="0" h="6889" w="7543">
                  <a:moveTo>
                    <a:pt x="516" y="0"/>
                  </a:moveTo>
                  <a:lnTo>
                    <a:pt x="0" y="6478"/>
                  </a:lnTo>
                  <a:lnTo>
                    <a:pt x="6507" y="6888"/>
                  </a:lnTo>
                  <a:lnTo>
                    <a:pt x="7543" y="181"/>
                  </a:lnTo>
                  <a:lnTo>
                    <a:pt x="51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2"/>
            <p:cNvSpPr/>
            <p:nvPr/>
          </p:nvSpPr>
          <p:spPr>
            <a:xfrm>
              <a:off x="4492621" y="4407128"/>
              <a:ext cx="272461" cy="196371"/>
            </a:xfrm>
            <a:custGeom>
              <a:rect b="b" l="l" r="r" t="t"/>
              <a:pathLst>
                <a:path extrusionOk="0" h="7363" w="10216">
                  <a:moveTo>
                    <a:pt x="1875" y="0"/>
                  </a:moveTo>
                  <a:lnTo>
                    <a:pt x="0" y="7363"/>
                  </a:lnTo>
                  <a:lnTo>
                    <a:pt x="10216" y="7363"/>
                  </a:lnTo>
                  <a:lnTo>
                    <a:pt x="95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2"/>
            <p:cNvSpPr/>
            <p:nvPr/>
          </p:nvSpPr>
          <p:spPr>
            <a:xfrm>
              <a:off x="4510303" y="4402381"/>
              <a:ext cx="115374" cy="39045"/>
            </a:xfrm>
            <a:custGeom>
              <a:rect b="b" l="l" r="r" t="t"/>
              <a:pathLst>
                <a:path extrusionOk="0" h="1464" w="4326">
                  <a:moveTo>
                    <a:pt x="1612" y="0"/>
                  </a:moveTo>
                  <a:cubicBezTo>
                    <a:pt x="1226" y="0"/>
                    <a:pt x="843" y="38"/>
                    <a:pt x="464" y="112"/>
                  </a:cubicBezTo>
                  <a:cubicBezTo>
                    <a:pt x="182" y="168"/>
                    <a:pt x="1" y="440"/>
                    <a:pt x="57" y="720"/>
                  </a:cubicBezTo>
                  <a:cubicBezTo>
                    <a:pt x="104" y="966"/>
                    <a:pt x="321" y="1138"/>
                    <a:pt x="562" y="1138"/>
                  </a:cubicBezTo>
                  <a:cubicBezTo>
                    <a:pt x="596" y="1138"/>
                    <a:pt x="630" y="1135"/>
                    <a:pt x="664" y="1128"/>
                  </a:cubicBezTo>
                  <a:cubicBezTo>
                    <a:pt x="976" y="1066"/>
                    <a:pt x="1292" y="1035"/>
                    <a:pt x="1609" y="1035"/>
                  </a:cubicBezTo>
                  <a:cubicBezTo>
                    <a:pt x="1816" y="1035"/>
                    <a:pt x="2023" y="1048"/>
                    <a:pt x="2230" y="1075"/>
                  </a:cubicBezTo>
                  <a:cubicBezTo>
                    <a:pt x="2682" y="1132"/>
                    <a:pt x="3121" y="1248"/>
                    <a:pt x="3536" y="1423"/>
                  </a:cubicBezTo>
                  <a:cubicBezTo>
                    <a:pt x="3601" y="1451"/>
                    <a:pt x="3671" y="1464"/>
                    <a:pt x="3736" y="1464"/>
                  </a:cubicBezTo>
                  <a:cubicBezTo>
                    <a:pt x="3939" y="1464"/>
                    <a:pt x="4130" y="1344"/>
                    <a:pt x="4214" y="1146"/>
                  </a:cubicBezTo>
                  <a:cubicBezTo>
                    <a:pt x="4326" y="883"/>
                    <a:pt x="4201" y="579"/>
                    <a:pt x="3939" y="469"/>
                  </a:cubicBezTo>
                  <a:cubicBezTo>
                    <a:pt x="3436" y="257"/>
                    <a:pt x="2905" y="114"/>
                    <a:pt x="2359" y="47"/>
                  </a:cubicBezTo>
                  <a:cubicBezTo>
                    <a:pt x="2110" y="16"/>
                    <a:pt x="1860" y="0"/>
                    <a:pt x="16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2"/>
            <p:cNvSpPr/>
            <p:nvPr/>
          </p:nvSpPr>
          <p:spPr>
            <a:xfrm>
              <a:off x="4452323" y="4436945"/>
              <a:ext cx="158366" cy="42299"/>
            </a:xfrm>
            <a:custGeom>
              <a:rect b="b" l="l" r="r" t="t"/>
              <a:pathLst>
                <a:path extrusionOk="0" h="1586" w="5938">
                  <a:moveTo>
                    <a:pt x="2949" y="1"/>
                  </a:moveTo>
                  <a:cubicBezTo>
                    <a:pt x="2055" y="1"/>
                    <a:pt x="1171" y="200"/>
                    <a:pt x="366" y="588"/>
                  </a:cubicBezTo>
                  <a:cubicBezTo>
                    <a:pt x="108" y="711"/>
                    <a:pt x="1" y="1020"/>
                    <a:pt x="124" y="1278"/>
                  </a:cubicBezTo>
                  <a:cubicBezTo>
                    <a:pt x="212" y="1463"/>
                    <a:pt x="398" y="1570"/>
                    <a:pt x="591" y="1570"/>
                  </a:cubicBezTo>
                  <a:cubicBezTo>
                    <a:pt x="666" y="1570"/>
                    <a:pt x="742" y="1554"/>
                    <a:pt x="815" y="1519"/>
                  </a:cubicBezTo>
                  <a:cubicBezTo>
                    <a:pt x="1479" y="1200"/>
                    <a:pt x="2209" y="1034"/>
                    <a:pt x="2948" y="1034"/>
                  </a:cubicBezTo>
                  <a:cubicBezTo>
                    <a:pt x="3089" y="1034"/>
                    <a:pt x="3230" y="1040"/>
                    <a:pt x="3370" y="1052"/>
                  </a:cubicBezTo>
                  <a:cubicBezTo>
                    <a:pt x="3984" y="1103"/>
                    <a:pt x="4572" y="1266"/>
                    <a:pt x="5121" y="1534"/>
                  </a:cubicBezTo>
                  <a:cubicBezTo>
                    <a:pt x="5194" y="1568"/>
                    <a:pt x="5271" y="1585"/>
                    <a:pt x="5348" y="1585"/>
                  </a:cubicBezTo>
                  <a:cubicBezTo>
                    <a:pt x="5539" y="1585"/>
                    <a:pt x="5723" y="1478"/>
                    <a:pt x="5813" y="1298"/>
                  </a:cubicBezTo>
                  <a:cubicBezTo>
                    <a:pt x="5938" y="1042"/>
                    <a:pt x="5830" y="731"/>
                    <a:pt x="5574" y="606"/>
                  </a:cubicBezTo>
                  <a:cubicBezTo>
                    <a:pt x="4912" y="281"/>
                    <a:pt x="4200" y="84"/>
                    <a:pt x="3458" y="22"/>
                  </a:cubicBezTo>
                  <a:cubicBezTo>
                    <a:pt x="3288" y="8"/>
                    <a:pt x="3119" y="1"/>
                    <a:pt x="29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2"/>
            <p:cNvSpPr/>
            <p:nvPr/>
          </p:nvSpPr>
          <p:spPr>
            <a:xfrm>
              <a:off x="4382340" y="4458015"/>
              <a:ext cx="290916" cy="145485"/>
            </a:xfrm>
            <a:custGeom>
              <a:rect b="b" l="l" r="r" t="t"/>
              <a:pathLst>
                <a:path extrusionOk="0" h="5455" w="10908">
                  <a:moveTo>
                    <a:pt x="5454" y="0"/>
                  </a:moveTo>
                  <a:cubicBezTo>
                    <a:pt x="2442" y="0"/>
                    <a:pt x="0" y="2443"/>
                    <a:pt x="0" y="5455"/>
                  </a:cubicBezTo>
                  <a:lnTo>
                    <a:pt x="10907" y="5455"/>
                  </a:lnTo>
                  <a:cubicBezTo>
                    <a:pt x="10907" y="2443"/>
                    <a:pt x="8467" y="0"/>
                    <a:pt x="54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2"/>
            <p:cNvSpPr/>
            <p:nvPr/>
          </p:nvSpPr>
          <p:spPr>
            <a:xfrm>
              <a:off x="4379700" y="4572216"/>
              <a:ext cx="385382" cy="31284"/>
            </a:xfrm>
            <a:custGeom>
              <a:rect b="b" l="l" r="r" t="t"/>
              <a:pathLst>
                <a:path extrusionOk="0" h="1173" w="14450">
                  <a:moveTo>
                    <a:pt x="1" y="0"/>
                  </a:moveTo>
                  <a:lnTo>
                    <a:pt x="1" y="1173"/>
                  </a:lnTo>
                  <a:lnTo>
                    <a:pt x="14450" y="1173"/>
                  </a:lnTo>
                  <a:lnTo>
                    <a:pt x="14347"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2"/>
            <p:cNvSpPr/>
            <p:nvPr/>
          </p:nvSpPr>
          <p:spPr>
            <a:xfrm>
              <a:off x="4683872" y="4448040"/>
              <a:ext cx="62648" cy="96812"/>
            </a:xfrm>
            <a:custGeom>
              <a:rect b="b" l="l" r="r" t="t"/>
              <a:pathLst>
                <a:path extrusionOk="0" h="3630" w="2349">
                  <a:moveTo>
                    <a:pt x="1174" y="195"/>
                  </a:moveTo>
                  <a:cubicBezTo>
                    <a:pt x="1715" y="195"/>
                    <a:pt x="2154" y="922"/>
                    <a:pt x="2154" y="1816"/>
                  </a:cubicBezTo>
                  <a:cubicBezTo>
                    <a:pt x="2154" y="2710"/>
                    <a:pt x="1713" y="3435"/>
                    <a:pt x="1174" y="3435"/>
                  </a:cubicBezTo>
                  <a:cubicBezTo>
                    <a:pt x="635" y="3435"/>
                    <a:pt x="195" y="2710"/>
                    <a:pt x="195" y="1816"/>
                  </a:cubicBezTo>
                  <a:cubicBezTo>
                    <a:pt x="195" y="922"/>
                    <a:pt x="635" y="195"/>
                    <a:pt x="1174" y="195"/>
                  </a:cubicBezTo>
                  <a:close/>
                  <a:moveTo>
                    <a:pt x="1174" y="1"/>
                  </a:moveTo>
                  <a:cubicBezTo>
                    <a:pt x="528" y="1"/>
                    <a:pt x="0" y="815"/>
                    <a:pt x="0" y="1816"/>
                  </a:cubicBezTo>
                  <a:cubicBezTo>
                    <a:pt x="0" y="2817"/>
                    <a:pt x="528" y="3629"/>
                    <a:pt x="1174" y="3629"/>
                  </a:cubicBezTo>
                  <a:cubicBezTo>
                    <a:pt x="1824" y="3629"/>
                    <a:pt x="2348" y="2817"/>
                    <a:pt x="2348" y="1816"/>
                  </a:cubicBezTo>
                  <a:cubicBezTo>
                    <a:pt x="2348" y="815"/>
                    <a:pt x="1821" y="1"/>
                    <a:pt x="11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2"/>
            <p:cNvSpPr/>
            <p:nvPr/>
          </p:nvSpPr>
          <p:spPr>
            <a:xfrm>
              <a:off x="4979163" y="2821965"/>
              <a:ext cx="378287" cy="1589905"/>
            </a:xfrm>
            <a:custGeom>
              <a:rect b="b" l="l" r="r" t="t"/>
              <a:pathLst>
                <a:path extrusionOk="0" h="59614" w="14184">
                  <a:moveTo>
                    <a:pt x="5904" y="1"/>
                  </a:moveTo>
                  <a:cubicBezTo>
                    <a:pt x="5718" y="1"/>
                    <a:pt x="5530" y="10"/>
                    <a:pt x="5341" y="29"/>
                  </a:cubicBezTo>
                  <a:cubicBezTo>
                    <a:pt x="2214" y="348"/>
                    <a:pt x="1" y="3237"/>
                    <a:pt x="507" y="6344"/>
                  </a:cubicBezTo>
                  <a:lnTo>
                    <a:pt x="5092" y="34244"/>
                  </a:lnTo>
                  <a:cubicBezTo>
                    <a:pt x="5182" y="34787"/>
                    <a:pt x="5242" y="35335"/>
                    <a:pt x="5275" y="35884"/>
                  </a:cubicBezTo>
                  <a:lnTo>
                    <a:pt x="6674" y="59614"/>
                  </a:lnTo>
                  <a:lnTo>
                    <a:pt x="13223" y="58943"/>
                  </a:lnTo>
                  <a:lnTo>
                    <a:pt x="14164" y="34751"/>
                  </a:lnTo>
                  <a:cubicBezTo>
                    <a:pt x="14184" y="34268"/>
                    <a:pt x="14169" y="33782"/>
                    <a:pt x="14121" y="33298"/>
                  </a:cubicBezTo>
                  <a:lnTo>
                    <a:pt x="11330" y="4906"/>
                  </a:lnTo>
                  <a:cubicBezTo>
                    <a:pt x="11042" y="2094"/>
                    <a:pt x="8670" y="1"/>
                    <a:pt x="5904"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2"/>
            <p:cNvSpPr/>
            <p:nvPr/>
          </p:nvSpPr>
          <p:spPr>
            <a:xfrm>
              <a:off x="4983431" y="2849088"/>
              <a:ext cx="344283" cy="628025"/>
            </a:xfrm>
            <a:custGeom>
              <a:rect b="b" l="l" r="r" t="t"/>
              <a:pathLst>
                <a:path extrusionOk="0" h="23548" w="12909">
                  <a:moveTo>
                    <a:pt x="2565" y="1"/>
                  </a:moveTo>
                  <a:cubicBezTo>
                    <a:pt x="933" y="1166"/>
                    <a:pt x="1" y="3196"/>
                    <a:pt x="348" y="5324"/>
                  </a:cubicBezTo>
                  <a:lnTo>
                    <a:pt x="3343" y="23547"/>
                  </a:lnTo>
                  <a:lnTo>
                    <a:pt x="12908" y="21552"/>
                  </a:lnTo>
                  <a:lnTo>
                    <a:pt x="11172" y="3889"/>
                  </a:lnTo>
                  <a:cubicBezTo>
                    <a:pt x="11007" y="2283"/>
                    <a:pt x="10159" y="917"/>
                    <a:pt x="8951" y="36"/>
                  </a:cubicBezTo>
                  <a:cubicBezTo>
                    <a:pt x="6670" y="21"/>
                    <a:pt x="4429" y="6"/>
                    <a:pt x="256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2"/>
            <p:cNvSpPr/>
            <p:nvPr/>
          </p:nvSpPr>
          <p:spPr>
            <a:xfrm>
              <a:off x="5147478" y="4239933"/>
              <a:ext cx="187703" cy="171915"/>
            </a:xfrm>
            <a:custGeom>
              <a:rect b="b" l="l" r="r" t="t"/>
              <a:pathLst>
                <a:path extrusionOk="0" h="6446" w="7038">
                  <a:moveTo>
                    <a:pt x="7037" y="1"/>
                  </a:moveTo>
                  <a:lnTo>
                    <a:pt x="1" y="278"/>
                  </a:lnTo>
                  <a:lnTo>
                    <a:pt x="366" y="6445"/>
                  </a:lnTo>
                  <a:lnTo>
                    <a:pt x="6914" y="5774"/>
                  </a:lnTo>
                  <a:lnTo>
                    <a:pt x="7037"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2"/>
            <p:cNvSpPr/>
            <p:nvPr/>
          </p:nvSpPr>
          <p:spPr>
            <a:xfrm>
              <a:off x="5157213" y="4393926"/>
              <a:ext cx="487848" cy="208239"/>
            </a:xfrm>
            <a:custGeom>
              <a:rect b="b" l="l" r="r" t="t"/>
              <a:pathLst>
                <a:path extrusionOk="0" h="7808" w="18292">
                  <a:moveTo>
                    <a:pt x="6549" y="0"/>
                  </a:moveTo>
                  <a:lnTo>
                    <a:pt x="1" y="671"/>
                  </a:lnTo>
                  <a:lnTo>
                    <a:pt x="217" y="7808"/>
                  </a:lnTo>
                  <a:lnTo>
                    <a:pt x="18291" y="7808"/>
                  </a:lnTo>
                  <a:lnTo>
                    <a:pt x="18031" y="5784"/>
                  </a:lnTo>
                  <a:cubicBezTo>
                    <a:pt x="17645" y="4364"/>
                    <a:pt x="16568" y="3237"/>
                    <a:pt x="15168" y="2784"/>
                  </a:cubicBezTo>
                  <a:lnTo>
                    <a:pt x="65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2"/>
            <p:cNvSpPr/>
            <p:nvPr/>
          </p:nvSpPr>
          <p:spPr>
            <a:xfrm>
              <a:off x="5161987" y="4453427"/>
              <a:ext cx="482994" cy="148792"/>
            </a:xfrm>
            <a:custGeom>
              <a:rect b="b" l="l" r="r" t="t"/>
              <a:pathLst>
                <a:path extrusionOk="0" h="5579" w="18110">
                  <a:moveTo>
                    <a:pt x="13274" y="0"/>
                  </a:moveTo>
                  <a:cubicBezTo>
                    <a:pt x="12301" y="628"/>
                    <a:pt x="10808" y="1960"/>
                    <a:pt x="10369" y="4405"/>
                  </a:cubicBezTo>
                  <a:lnTo>
                    <a:pt x="0" y="4405"/>
                  </a:lnTo>
                  <a:lnTo>
                    <a:pt x="36" y="5578"/>
                  </a:lnTo>
                  <a:lnTo>
                    <a:pt x="18109" y="5578"/>
                  </a:lnTo>
                  <a:lnTo>
                    <a:pt x="17959" y="4405"/>
                  </a:lnTo>
                  <a:lnTo>
                    <a:pt x="10968" y="4405"/>
                  </a:lnTo>
                  <a:cubicBezTo>
                    <a:pt x="11476" y="1843"/>
                    <a:pt x="13280" y="641"/>
                    <a:pt x="14026" y="244"/>
                  </a:cubicBezTo>
                  <a:lnTo>
                    <a:pt x="1327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2"/>
            <p:cNvSpPr/>
            <p:nvPr/>
          </p:nvSpPr>
          <p:spPr>
            <a:xfrm>
              <a:off x="5419220" y="4414302"/>
              <a:ext cx="67155" cy="64621"/>
            </a:xfrm>
            <a:custGeom>
              <a:rect b="b" l="l" r="r" t="t"/>
              <a:pathLst>
                <a:path extrusionOk="0" h="2423" w="2518">
                  <a:moveTo>
                    <a:pt x="1880" y="0"/>
                  </a:moveTo>
                  <a:cubicBezTo>
                    <a:pt x="1754" y="0"/>
                    <a:pt x="1629" y="48"/>
                    <a:pt x="1534" y="143"/>
                  </a:cubicBezTo>
                  <a:lnTo>
                    <a:pt x="189" y="1488"/>
                  </a:lnTo>
                  <a:cubicBezTo>
                    <a:pt x="1" y="1676"/>
                    <a:pt x="1" y="1990"/>
                    <a:pt x="189" y="2180"/>
                  </a:cubicBezTo>
                  <a:lnTo>
                    <a:pt x="291" y="2281"/>
                  </a:lnTo>
                  <a:cubicBezTo>
                    <a:pt x="386" y="2376"/>
                    <a:pt x="512" y="2423"/>
                    <a:pt x="637" y="2423"/>
                  </a:cubicBezTo>
                  <a:cubicBezTo>
                    <a:pt x="763" y="2423"/>
                    <a:pt x="889" y="2376"/>
                    <a:pt x="983" y="2281"/>
                  </a:cubicBezTo>
                  <a:lnTo>
                    <a:pt x="2327" y="937"/>
                  </a:lnTo>
                  <a:cubicBezTo>
                    <a:pt x="2518" y="747"/>
                    <a:pt x="2518" y="433"/>
                    <a:pt x="2327" y="245"/>
                  </a:cubicBezTo>
                  <a:lnTo>
                    <a:pt x="2226" y="143"/>
                  </a:lnTo>
                  <a:cubicBezTo>
                    <a:pt x="2131" y="48"/>
                    <a:pt x="2005" y="0"/>
                    <a:pt x="18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2"/>
            <p:cNvSpPr/>
            <p:nvPr/>
          </p:nvSpPr>
          <p:spPr>
            <a:xfrm>
              <a:off x="5371667" y="4399154"/>
              <a:ext cx="67235" cy="64621"/>
            </a:xfrm>
            <a:custGeom>
              <a:rect b="b" l="l" r="r" t="t"/>
              <a:pathLst>
                <a:path extrusionOk="0" h="2423" w="2521">
                  <a:moveTo>
                    <a:pt x="1882" y="0"/>
                  </a:moveTo>
                  <a:cubicBezTo>
                    <a:pt x="1756" y="0"/>
                    <a:pt x="1630" y="48"/>
                    <a:pt x="1536" y="142"/>
                  </a:cubicBezTo>
                  <a:lnTo>
                    <a:pt x="192" y="1486"/>
                  </a:lnTo>
                  <a:cubicBezTo>
                    <a:pt x="0" y="1677"/>
                    <a:pt x="0" y="1987"/>
                    <a:pt x="192" y="2179"/>
                  </a:cubicBezTo>
                  <a:lnTo>
                    <a:pt x="293" y="2280"/>
                  </a:lnTo>
                  <a:cubicBezTo>
                    <a:pt x="388" y="2375"/>
                    <a:pt x="514" y="2423"/>
                    <a:pt x="640" y="2423"/>
                  </a:cubicBezTo>
                  <a:cubicBezTo>
                    <a:pt x="766" y="2423"/>
                    <a:pt x="891" y="2375"/>
                    <a:pt x="985" y="2280"/>
                  </a:cubicBezTo>
                  <a:lnTo>
                    <a:pt x="2330" y="936"/>
                  </a:lnTo>
                  <a:cubicBezTo>
                    <a:pt x="2520" y="747"/>
                    <a:pt x="2520" y="434"/>
                    <a:pt x="2330" y="243"/>
                  </a:cubicBezTo>
                  <a:lnTo>
                    <a:pt x="2228" y="142"/>
                  </a:lnTo>
                  <a:cubicBezTo>
                    <a:pt x="2133" y="48"/>
                    <a:pt x="2007" y="0"/>
                    <a:pt x="18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2"/>
            <p:cNvSpPr/>
            <p:nvPr/>
          </p:nvSpPr>
          <p:spPr>
            <a:xfrm>
              <a:off x="5322194" y="4381978"/>
              <a:ext cx="67155" cy="64648"/>
            </a:xfrm>
            <a:custGeom>
              <a:rect b="b" l="l" r="r" t="t"/>
              <a:pathLst>
                <a:path extrusionOk="0" h="2424" w="2518">
                  <a:moveTo>
                    <a:pt x="1880" y="1"/>
                  </a:moveTo>
                  <a:cubicBezTo>
                    <a:pt x="1754" y="1"/>
                    <a:pt x="1628" y="48"/>
                    <a:pt x="1533" y="142"/>
                  </a:cubicBezTo>
                  <a:lnTo>
                    <a:pt x="189" y="1487"/>
                  </a:lnTo>
                  <a:cubicBezTo>
                    <a:pt x="0" y="1678"/>
                    <a:pt x="0" y="1990"/>
                    <a:pt x="189" y="2179"/>
                  </a:cubicBezTo>
                  <a:lnTo>
                    <a:pt x="292" y="2280"/>
                  </a:lnTo>
                  <a:cubicBezTo>
                    <a:pt x="386" y="2376"/>
                    <a:pt x="512" y="2423"/>
                    <a:pt x="637" y="2423"/>
                  </a:cubicBezTo>
                  <a:cubicBezTo>
                    <a:pt x="763" y="2423"/>
                    <a:pt x="888" y="2376"/>
                    <a:pt x="983" y="2280"/>
                  </a:cubicBezTo>
                  <a:lnTo>
                    <a:pt x="2327" y="936"/>
                  </a:lnTo>
                  <a:cubicBezTo>
                    <a:pt x="2517" y="747"/>
                    <a:pt x="2517" y="434"/>
                    <a:pt x="2327" y="244"/>
                  </a:cubicBezTo>
                  <a:lnTo>
                    <a:pt x="2225" y="142"/>
                  </a:lnTo>
                  <a:cubicBezTo>
                    <a:pt x="2131" y="48"/>
                    <a:pt x="2006" y="1"/>
                    <a:pt x="18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2"/>
            <p:cNvSpPr/>
            <p:nvPr/>
          </p:nvSpPr>
          <p:spPr>
            <a:xfrm>
              <a:off x="5213754" y="4449080"/>
              <a:ext cx="88624" cy="88624"/>
            </a:xfrm>
            <a:custGeom>
              <a:rect b="b" l="l" r="r" t="t"/>
              <a:pathLst>
                <a:path extrusionOk="0" h="3323" w="3323">
                  <a:moveTo>
                    <a:pt x="1662" y="195"/>
                  </a:moveTo>
                  <a:cubicBezTo>
                    <a:pt x="2470" y="195"/>
                    <a:pt x="3128" y="854"/>
                    <a:pt x="3128" y="1662"/>
                  </a:cubicBezTo>
                  <a:cubicBezTo>
                    <a:pt x="3128" y="2470"/>
                    <a:pt x="2470" y="3128"/>
                    <a:pt x="1662" y="3128"/>
                  </a:cubicBezTo>
                  <a:cubicBezTo>
                    <a:pt x="854" y="3128"/>
                    <a:pt x="196" y="2470"/>
                    <a:pt x="196" y="1662"/>
                  </a:cubicBezTo>
                  <a:cubicBezTo>
                    <a:pt x="196" y="853"/>
                    <a:pt x="854" y="195"/>
                    <a:pt x="1662" y="195"/>
                  </a:cubicBezTo>
                  <a:close/>
                  <a:moveTo>
                    <a:pt x="1662" y="0"/>
                  </a:moveTo>
                  <a:cubicBezTo>
                    <a:pt x="747" y="0"/>
                    <a:pt x="0" y="747"/>
                    <a:pt x="0" y="1662"/>
                  </a:cubicBezTo>
                  <a:cubicBezTo>
                    <a:pt x="0" y="2578"/>
                    <a:pt x="747" y="3323"/>
                    <a:pt x="1662" y="3323"/>
                  </a:cubicBezTo>
                  <a:cubicBezTo>
                    <a:pt x="2577" y="3323"/>
                    <a:pt x="3322" y="2578"/>
                    <a:pt x="3322" y="1662"/>
                  </a:cubicBezTo>
                  <a:cubicBezTo>
                    <a:pt x="3322" y="747"/>
                    <a:pt x="2577" y="0"/>
                    <a:pt x="16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2"/>
            <p:cNvSpPr/>
            <p:nvPr/>
          </p:nvSpPr>
          <p:spPr>
            <a:xfrm>
              <a:off x="5141611" y="2181776"/>
              <a:ext cx="319133" cy="478673"/>
            </a:xfrm>
            <a:custGeom>
              <a:rect b="b" l="l" r="r" t="t"/>
              <a:pathLst>
                <a:path extrusionOk="0" h="17948" w="11966">
                  <a:moveTo>
                    <a:pt x="6192" y="1"/>
                  </a:moveTo>
                  <a:lnTo>
                    <a:pt x="1" y="2406"/>
                  </a:lnTo>
                  <a:lnTo>
                    <a:pt x="5108" y="15829"/>
                  </a:lnTo>
                  <a:cubicBezTo>
                    <a:pt x="5619" y="17142"/>
                    <a:pt x="6876" y="17947"/>
                    <a:pt x="8206" y="17947"/>
                  </a:cubicBezTo>
                  <a:cubicBezTo>
                    <a:pt x="8606" y="17947"/>
                    <a:pt x="9013" y="17874"/>
                    <a:pt x="9408" y="17721"/>
                  </a:cubicBezTo>
                  <a:cubicBezTo>
                    <a:pt x="11119" y="17057"/>
                    <a:pt x="11966" y="15132"/>
                    <a:pt x="11299" y="13423"/>
                  </a:cubicBezTo>
                  <a:lnTo>
                    <a:pt x="619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2"/>
            <p:cNvSpPr/>
            <p:nvPr/>
          </p:nvSpPr>
          <p:spPr>
            <a:xfrm>
              <a:off x="5067228" y="2011354"/>
              <a:ext cx="340469" cy="431014"/>
            </a:xfrm>
            <a:custGeom>
              <a:rect b="b" l="l" r="r" t="t"/>
              <a:pathLst>
                <a:path extrusionOk="0" h="16161" w="12766">
                  <a:moveTo>
                    <a:pt x="3259" y="1"/>
                  </a:moveTo>
                  <a:cubicBezTo>
                    <a:pt x="3259" y="1"/>
                    <a:pt x="1" y="4420"/>
                    <a:pt x="920" y="6644"/>
                  </a:cubicBezTo>
                  <a:lnTo>
                    <a:pt x="4710" y="16160"/>
                  </a:lnTo>
                  <a:lnTo>
                    <a:pt x="5780" y="16009"/>
                  </a:lnTo>
                  <a:cubicBezTo>
                    <a:pt x="8007" y="15694"/>
                    <a:pt x="10116" y="14822"/>
                    <a:pt x="11913" y="13472"/>
                  </a:cubicBezTo>
                  <a:lnTo>
                    <a:pt x="12765" y="12832"/>
                  </a:lnTo>
                  <a:lnTo>
                    <a:pt x="8977" y="3314"/>
                  </a:lnTo>
                  <a:cubicBezTo>
                    <a:pt x="8057" y="1089"/>
                    <a:pt x="5852" y="496"/>
                    <a:pt x="325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2"/>
            <p:cNvSpPr/>
            <p:nvPr/>
          </p:nvSpPr>
          <p:spPr>
            <a:xfrm>
              <a:off x="4600315" y="2731660"/>
              <a:ext cx="765402" cy="702354"/>
            </a:xfrm>
            <a:custGeom>
              <a:rect b="b" l="l" r="r" t="t"/>
              <a:pathLst>
                <a:path extrusionOk="0" h="26335" w="28699">
                  <a:moveTo>
                    <a:pt x="3941" y="0"/>
                  </a:moveTo>
                  <a:cubicBezTo>
                    <a:pt x="3941" y="0"/>
                    <a:pt x="1" y="5096"/>
                    <a:pt x="446" y="12583"/>
                  </a:cubicBezTo>
                  <a:cubicBezTo>
                    <a:pt x="849" y="19388"/>
                    <a:pt x="81" y="25287"/>
                    <a:pt x="81" y="25287"/>
                  </a:cubicBezTo>
                  <a:lnTo>
                    <a:pt x="13684" y="26334"/>
                  </a:lnTo>
                  <a:lnTo>
                    <a:pt x="15078" y="20131"/>
                  </a:lnTo>
                  <a:lnTo>
                    <a:pt x="15358" y="26334"/>
                  </a:lnTo>
                  <a:lnTo>
                    <a:pt x="28699" y="24651"/>
                  </a:lnTo>
                  <a:lnTo>
                    <a:pt x="249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2"/>
            <p:cNvSpPr/>
            <p:nvPr/>
          </p:nvSpPr>
          <p:spPr>
            <a:xfrm>
              <a:off x="4645921" y="2731660"/>
              <a:ext cx="626585" cy="121615"/>
            </a:xfrm>
            <a:custGeom>
              <a:rect b="b" l="l" r="r" t="t"/>
              <a:pathLst>
                <a:path extrusionOk="0" h="4560" w="23494">
                  <a:moveTo>
                    <a:pt x="2231" y="0"/>
                  </a:moveTo>
                  <a:cubicBezTo>
                    <a:pt x="2231" y="0"/>
                    <a:pt x="1005" y="1585"/>
                    <a:pt x="0" y="4284"/>
                  </a:cubicBezTo>
                  <a:cubicBezTo>
                    <a:pt x="2284" y="4477"/>
                    <a:pt x="4407" y="4559"/>
                    <a:pt x="6368" y="4559"/>
                  </a:cubicBezTo>
                  <a:cubicBezTo>
                    <a:pt x="17607" y="4559"/>
                    <a:pt x="23494" y="1852"/>
                    <a:pt x="23494" y="1852"/>
                  </a:cubicBezTo>
                  <a:lnTo>
                    <a:pt x="2321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2"/>
            <p:cNvSpPr/>
            <p:nvPr/>
          </p:nvSpPr>
          <p:spPr>
            <a:xfrm>
              <a:off x="5072242" y="2728220"/>
              <a:ext cx="52620" cy="243577"/>
            </a:xfrm>
            <a:custGeom>
              <a:rect b="b" l="l" r="r" t="t"/>
              <a:pathLst>
                <a:path extrusionOk="0" h="9133" w="1973">
                  <a:moveTo>
                    <a:pt x="1831" y="1"/>
                  </a:moveTo>
                  <a:cubicBezTo>
                    <a:pt x="1772" y="1"/>
                    <a:pt x="1715" y="63"/>
                    <a:pt x="1714" y="129"/>
                  </a:cubicBezTo>
                  <a:lnTo>
                    <a:pt x="1606" y="7722"/>
                  </a:lnTo>
                  <a:cubicBezTo>
                    <a:pt x="1606" y="8357"/>
                    <a:pt x="1090" y="8875"/>
                    <a:pt x="454" y="8875"/>
                  </a:cubicBezTo>
                  <a:lnTo>
                    <a:pt x="129" y="8875"/>
                  </a:lnTo>
                  <a:cubicBezTo>
                    <a:pt x="57" y="8875"/>
                    <a:pt x="0" y="8932"/>
                    <a:pt x="0" y="9003"/>
                  </a:cubicBezTo>
                  <a:cubicBezTo>
                    <a:pt x="0" y="9075"/>
                    <a:pt x="57" y="9132"/>
                    <a:pt x="129" y="9132"/>
                  </a:cubicBezTo>
                  <a:lnTo>
                    <a:pt x="454" y="9132"/>
                  </a:lnTo>
                  <a:cubicBezTo>
                    <a:pt x="1233" y="9132"/>
                    <a:pt x="1865" y="8500"/>
                    <a:pt x="1864" y="7723"/>
                  </a:cubicBezTo>
                  <a:lnTo>
                    <a:pt x="1971" y="133"/>
                  </a:lnTo>
                  <a:cubicBezTo>
                    <a:pt x="1972" y="62"/>
                    <a:pt x="1915" y="5"/>
                    <a:pt x="1844" y="2"/>
                  </a:cubicBezTo>
                  <a:cubicBezTo>
                    <a:pt x="1839" y="1"/>
                    <a:pt x="1835" y="1"/>
                    <a:pt x="183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2"/>
            <p:cNvSpPr/>
            <p:nvPr/>
          </p:nvSpPr>
          <p:spPr>
            <a:xfrm>
              <a:off x="4604529" y="2728220"/>
              <a:ext cx="169541" cy="249658"/>
            </a:xfrm>
            <a:custGeom>
              <a:rect b="b" l="l" r="r" t="t"/>
              <a:pathLst>
                <a:path extrusionOk="0" h="9361" w="6357">
                  <a:moveTo>
                    <a:pt x="6217" y="0"/>
                  </a:moveTo>
                  <a:cubicBezTo>
                    <a:pt x="6157" y="0"/>
                    <a:pt x="6100" y="42"/>
                    <a:pt x="6087" y="105"/>
                  </a:cubicBezTo>
                  <a:lnTo>
                    <a:pt x="5528" y="2909"/>
                  </a:lnTo>
                  <a:cubicBezTo>
                    <a:pt x="4969" y="5708"/>
                    <a:pt x="3042" y="7988"/>
                    <a:pt x="375" y="9008"/>
                  </a:cubicBezTo>
                  <a:lnTo>
                    <a:pt x="100" y="9112"/>
                  </a:lnTo>
                  <a:cubicBezTo>
                    <a:pt x="32" y="9138"/>
                    <a:pt x="0" y="9212"/>
                    <a:pt x="25" y="9279"/>
                  </a:cubicBezTo>
                  <a:cubicBezTo>
                    <a:pt x="46" y="9330"/>
                    <a:pt x="95" y="9361"/>
                    <a:pt x="146" y="9361"/>
                  </a:cubicBezTo>
                  <a:cubicBezTo>
                    <a:pt x="160" y="9361"/>
                    <a:pt x="178" y="9360"/>
                    <a:pt x="193" y="9354"/>
                  </a:cubicBezTo>
                  <a:lnTo>
                    <a:pt x="468" y="9248"/>
                  </a:lnTo>
                  <a:cubicBezTo>
                    <a:pt x="3218" y="8197"/>
                    <a:pt x="5203" y="5847"/>
                    <a:pt x="5781" y="2960"/>
                  </a:cubicBezTo>
                  <a:lnTo>
                    <a:pt x="6342" y="155"/>
                  </a:lnTo>
                  <a:cubicBezTo>
                    <a:pt x="6356" y="85"/>
                    <a:pt x="6309" y="16"/>
                    <a:pt x="6239" y="2"/>
                  </a:cubicBezTo>
                  <a:cubicBezTo>
                    <a:pt x="6232" y="1"/>
                    <a:pt x="6225" y="0"/>
                    <a:pt x="621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2"/>
            <p:cNvSpPr/>
            <p:nvPr/>
          </p:nvSpPr>
          <p:spPr>
            <a:xfrm>
              <a:off x="4998553" y="2728193"/>
              <a:ext cx="85637" cy="543828"/>
            </a:xfrm>
            <a:custGeom>
              <a:rect b="b" l="l" r="r" t="t"/>
              <a:pathLst>
                <a:path extrusionOk="0" h="20391" w="3211">
                  <a:moveTo>
                    <a:pt x="3084" y="0"/>
                  </a:moveTo>
                  <a:cubicBezTo>
                    <a:pt x="3006" y="1"/>
                    <a:pt x="2953" y="53"/>
                    <a:pt x="2949" y="124"/>
                  </a:cubicBezTo>
                  <a:cubicBezTo>
                    <a:pt x="2946" y="192"/>
                    <a:pt x="2690" y="6945"/>
                    <a:pt x="2626" y="11740"/>
                  </a:cubicBezTo>
                  <a:cubicBezTo>
                    <a:pt x="2562" y="16491"/>
                    <a:pt x="66" y="20151"/>
                    <a:pt x="40" y="20187"/>
                  </a:cubicBezTo>
                  <a:cubicBezTo>
                    <a:pt x="0" y="20246"/>
                    <a:pt x="14" y="20326"/>
                    <a:pt x="73" y="20367"/>
                  </a:cubicBezTo>
                  <a:cubicBezTo>
                    <a:pt x="94" y="20383"/>
                    <a:pt x="122" y="20390"/>
                    <a:pt x="146" y="20390"/>
                  </a:cubicBezTo>
                  <a:cubicBezTo>
                    <a:pt x="187" y="20390"/>
                    <a:pt x="229" y="20372"/>
                    <a:pt x="255" y="20333"/>
                  </a:cubicBezTo>
                  <a:cubicBezTo>
                    <a:pt x="280" y="20297"/>
                    <a:pt x="2820" y="16576"/>
                    <a:pt x="2885" y="11743"/>
                  </a:cubicBezTo>
                  <a:cubicBezTo>
                    <a:pt x="2949" y="6951"/>
                    <a:pt x="3207" y="202"/>
                    <a:pt x="3209" y="134"/>
                  </a:cubicBezTo>
                  <a:cubicBezTo>
                    <a:pt x="3211" y="63"/>
                    <a:pt x="3155" y="3"/>
                    <a:pt x="308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2"/>
            <p:cNvSpPr/>
            <p:nvPr/>
          </p:nvSpPr>
          <p:spPr>
            <a:xfrm>
              <a:off x="4682752" y="1988151"/>
              <a:ext cx="589754" cy="831837"/>
            </a:xfrm>
            <a:custGeom>
              <a:rect b="b" l="l" r="r" t="t"/>
              <a:pathLst>
                <a:path extrusionOk="0" h="31190" w="22113">
                  <a:moveTo>
                    <a:pt x="11311" y="1"/>
                  </a:moveTo>
                  <a:cubicBezTo>
                    <a:pt x="10257" y="1"/>
                    <a:pt x="9203" y="90"/>
                    <a:pt x="8161" y="267"/>
                  </a:cubicBezTo>
                  <a:lnTo>
                    <a:pt x="1" y="1817"/>
                  </a:lnTo>
                  <a:cubicBezTo>
                    <a:pt x="1" y="1817"/>
                    <a:pt x="2019" y="14712"/>
                    <a:pt x="1409" y="20393"/>
                  </a:cubicBezTo>
                  <a:cubicBezTo>
                    <a:pt x="1145" y="22858"/>
                    <a:pt x="285" y="28579"/>
                    <a:pt x="285" y="28579"/>
                  </a:cubicBezTo>
                  <a:cubicBezTo>
                    <a:pt x="285" y="28579"/>
                    <a:pt x="2817" y="31189"/>
                    <a:pt x="11308" y="31189"/>
                  </a:cubicBezTo>
                  <a:cubicBezTo>
                    <a:pt x="19800" y="31189"/>
                    <a:pt x="22113" y="29729"/>
                    <a:pt x="22113" y="29729"/>
                  </a:cubicBezTo>
                  <a:cubicBezTo>
                    <a:pt x="22113" y="29729"/>
                    <a:pt x="21367" y="22870"/>
                    <a:pt x="21257" y="20391"/>
                  </a:cubicBezTo>
                  <a:cubicBezTo>
                    <a:pt x="21054" y="15873"/>
                    <a:pt x="21160" y="8965"/>
                    <a:pt x="21402" y="4732"/>
                  </a:cubicBezTo>
                  <a:cubicBezTo>
                    <a:pt x="21503" y="2947"/>
                    <a:pt x="20263" y="1363"/>
                    <a:pt x="18506" y="1031"/>
                  </a:cubicBezTo>
                  <a:lnTo>
                    <a:pt x="14454" y="266"/>
                  </a:lnTo>
                  <a:cubicBezTo>
                    <a:pt x="13414" y="89"/>
                    <a:pt x="12362" y="1"/>
                    <a:pt x="113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2"/>
            <p:cNvSpPr/>
            <p:nvPr/>
          </p:nvSpPr>
          <p:spPr>
            <a:xfrm>
              <a:off x="4696061" y="2474160"/>
              <a:ext cx="565591" cy="262139"/>
            </a:xfrm>
            <a:custGeom>
              <a:rect b="b" l="l" r="r" t="t"/>
              <a:pathLst>
                <a:path extrusionOk="0" h="9829" w="21207">
                  <a:moveTo>
                    <a:pt x="1023" y="0"/>
                  </a:moveTo>
                  <a:cubicBezTo>
                    <a:pt x="1015" y="795"/>
                    <a:pt x="980" y="1529"/>
                    <a:pt x="910" y="2170"/>
                  </a:cubicBezTo>
                  <a:cubicBezTo>
                    <a:pt x="730" y="3853"/>
                    <a:pt x="272" y="7052"/>
                    <a:pt x="1" y="8913"/>
                  </a:cubicBezTo>
                  <a:cubicBezTo>
                    <a:pt x="644" y="9280"/>
                    <a:pt x="1872" y="9829"/>
                    <a:pt x="3449" y="9829"/>
                  </a:cubicBezTo>
                  <a:cubicBezTo>
                    <a:pt x="3931" y="9829"/>
                    <a:pt x="4446" y="9777"/>
                    <a:pt x="4986" y="9654"/>
                  </a:cubicBezTo>
                  <a:cubicBezTo>
                    <a:pt x="7383" y="9107"/>
                    <a:pt x="11762" y="6516"/>
                    <a:pt x="16461" y="6516"/>
                  </a:cubicBezTo>
                  <a:cubicBezTo>
                    <a:pt x="18028" y="6516"/>
                    <a:pt x="19630" y="6804"/>
                    <a:pt x="21206" y="7551"/>
                  </a:cubicBezTo>
                  <a:cubicBezTo>
                    <a:pt x="21012" y="5579"/>
                    <a:pt x="20811" y="3367"/>
                    <a:pt x="20758" y="2170"/>
                  </a:cubicBezTo>
                  <a:cubicBezTo>
                    <a:pt x="20727" y="1495"/>
                    <a:pt x="20704" y="765"/>
                    <a:pt x="2068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2"/>
            <p:cNvSpPr/>
            <p:nvPr/>
          </p:nvSpPr>
          <p:spPr>
            <a:xfrm>
              <a:off x="4829038" y="2007514"/>
              <a:ext cx="310492" cy="144045"/>
            </a:xfrm>
            <a:custGeom>
              <a:rect b="b" l="l" r="r" t="t"/>
              <a:pathLst>
                <a:path extrusionOk="0" h="5401" w="11642">
                  <a:moveTo>
                    <a:pt x="11415" y="0"/>
                  </a:moveTo>
                  <a:cubicBezTo>
                    <a:pt x="11272" y="2875"/>
                    <a:pt x="9594" y="5172"/>
                    <a:pt x="6598" y="5172"/>
                  </a:cubicBezTo>
                  <a:cubicBezTo>
                    <a:pt x="3603" y="5172"/>
                    <a:pt x="374" y="2879"/>
                    <a:pt x="228" y="6"/>
                  </a:cubicBezTo>
                  <a:lnTo>
                    <a:pt x="0" y="49"/>
                  </a:lnTo>
                  <a:cubicBezTo>
                    <a:pt x="168" y="3029"/>
                    <a:pt x="3490" y="5401"/>
                    <a:pt x="6598" y="5401"/>
                  </a:cubicBezTo>
                  <a:cubicBezTo>
                    <a:pt x="6600" y="5401"/>
                    <a:pt x="6601" y="5401"/>
                    <a:pt x="6603" y="5401"/>
                  </a:cubicBezTo>
                  <a:cubicBezTo>
                    <a:pt x="9706" y="5401"/>
                    <a:pt x="11476" y="3023"/>
                    <a:pt x="11642" y="43"/>
                  </a:cubicBezTo>
                  <a:lnTo>
                    <a:pt x="1141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2"/>
            <p:cNvSpPr/>
            <p:nvPr/>
          </p:nvSpPr>
          <p:spPr>
            <a:xfrm>
              <a:off x="4853627" y="1988151"/>
              <a:ext cx="262700" cy="133590"/>
            </a:xfrm>
            <a:custGeom>
              <a:rect b="b" l="l" r="r" t="t"/>
              <a:pathLst>
                <a:path extrusionOk="0" h="5009" w="9850">
                  <a:moveTo>
                    <a:pt x="4904" y="1"/>
                  </a:moveTo>
                  <a:cubicBezTo>
                    <a:pt x="3850" y="1"/>
                    <a:pt x="2796" y="90"/>
                    <a:pt x="1754" y="267"/>
                  </a:cubicBezTo>
                  <a:lnTo>
                    <a:pt x="1" y="563"/>
                  </a:lnTo>
                  <a:cubicBezTo>
                    <a:pt x="255" y="3062"/>
                    <a:pt x="3139" y="5008"/>
                    <a:pt x="5702" y="5008"/>
                  </a:cubicBezTo>
                  <a:cubicBezTo>
                    <a:pt x="8264" y="5008"/>
                    <a:pt x="9593" y="3063"/>
                    <a:pt x="9849" y="569"/>
                  </a:cubicBezTo>
                  <a:lnTo>
                    <a:pt x="8047" y="266"/>
                  </a:lnTo>
                  <a:cubicBezTo>
                    <a:pt x="7007" y="89"/>
                    <a:pt x="5955" y="1"/>
                    <a:pt x="4904"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2"/>
            <p:cNvSpPr/>
            <p:nvPr/>
          </p:nvSpPr>
          <p:spPr>
            <a:xfrm>
              <a:off x="4906781" y="1842533"/>
              <a:ext cx="172502" cy="251311"/>
            </a:xfrm>
            <a:custGeom>
              <a:rect b="b" l="l" r="r" t="t"/>
              <a:pathLst>
                <a:path extrusionOk="0" h="9423" w="6468">
                  <a:moveTo>
                    <a:pt x="488" y="1"/>
                  </a:moveTo>
                  <a:lnTo>
                    <a:pt x="102" y="6242"/>
                  </a:lnTo>
                  <a:cubicBezTo>
                    <a:pt x="0" y="7894"/>
                    <a:pt x="1254" y="9315"/>
                    <a:pt x="2906" y="9417"/>
                  </a:cubicBezTo>
                  <a:cubicBezTo>
                    <a:pt x="2970" y="9421"/>
                    <a:pt x="3033" y="9423"/>
                    <a:pt x="3095" y="9423"/>
                  </a:cubicBezTo>
                  <a:cubicBezTo>
                    <a:pt x="4665" y="9423"/>
                    <a:pt x="5984" y="8201"/>
                    <a:pt x="6081" y="6611"/>
                  </a:cubicBezTo>
                  <a:lnTo>
                    <a:pt x="6467" y="371"/>
                  </a:lnTo>
                  <a:lnTo>
                    <a:pt x="488"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2"/>
            <p:cNvSpPr/>
            <p:nvPr/>
          </p:nvSpPr>
          <p:spPr>
            <a:xfrm>
              <a:off x="4915795" y="1842533"/>
              <a:ext cx="163434" cy="145111"/>
            </a:xfrm>
            <a:custGeom>
              <a:rect b="b" l="l" r="r" t="t"/>
              <a:pathLst>
                <a:path extrusionOk="0" h="5441" w="6128">
                  <a:moveTo>
                    <a:pt x="147" y="1"/>
                  </a:moveTo>
                  <a:lnTo>
                    <a:pt x="1" y="2379"/>
                  </a:lnTo>
                  <a:cubicBezTo>
                    <a:pt x="783" y="3444"/>
                    <a:pt x="3075" y="5441"/>
                    <a:pt x="5172" y="5441"/>
                  </a:cubicBezTo>
                  <a:cubicBezTo>
                    <a:pt x="5390" y="5441"/>
                    <a:pt x="5606" y="5419"/>
                    <a:pt x="5818" y="5372"/>
                  </a:cubicBezTo>
                  <a:lnTo>
                    <a:pt x="6128" y="371"/>
                  </a:lnTo>
                  <a:lnTo>
                    <a:pt x="147"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2"/>
            <p:cNvSpPr/>
            <p:nvPr/>
          </p:nvSpPr>
          <p:spPr>
            <a:xfrm>
              <a:off x="4649921" y="2254026"/>
              <a:ext cx="647148" cy="449256"/>
            </a:xfrm>
            <a:custGeom>
              <a:rect b="b" l="l" r="r" t="t"/>
              <a:pathLst>
                <a:path extrusionOk="0" h="16845" w="24265">
                  <a:moveTo>
                    <a:pt x="6566" y="0"/>
                  </a:moveTo>
                  <a:lnTo>
                    <a:pt x="0" y="1010"/>
                  </a:lnTo>
                  <a:lnTo>
                    <a:pt x="1912" y="14028"/>
                  </a:lnTo>
                  <a:cubicBezTo>
                    <a:pt x="2166" y="15670"/>
                    <a:pt x="3579" y="16844"/>
                    <a:pt x="5190" y="16844"/>
                  </a:cubicBezTo>
                  <a:cubicBezTo>
                    <a:pt x="5242" y="16844"/>
                    <a:pt x="5294" y="16843"/>
                    <a:pt x="5346" y="16841"/>
                  </a:cubicBezTo>
                  <a:cubicBezTo>
                    <a:pt x="5368" y="16841"/>
                    <a:pt x="5390" y="16841"/>
                    <a:pt x="5412" y="16841"/>
                  </a:cubicBezTo>
                  <a:cubicBezTo>
                    <a:pt x="5761" y="16841"/>
                    <a:pt x="6116" y="16788"/>
                    <a:pt x="6465" y="16671"/>
                  </a:cubicBezTo>
                  <a:lnTo>
                    <a:pt x="19937" y="11236"/>
                  </a:lnTo>
                  <a:cubicBezTo>
                    <a:pt x="20465" y="11412"/>
                    <a:pt x="21279" y="11640"/>
                    <a:pt x="21948" y="11640"/>
                  </a:cubicBezTo>
                  <a:cubicBezTo>
                    <a:pt x="22174" y="11640"/>
                    <a:pt x="22383" y="11614"/>
                    <a:pt x="22560" y="11552"/>
                  </a:cubicBezTo>
                  <a:lnTo>
                    <a:pt x="22620" y="12326"/>
                  </a:lnTo>
                  <a:cubicBezTo>
                    <a:pt x="22620" y="12326"/>
                    <a:pt x="24265" y="12003"/>
                    <a:pt x="24200" y="11034"/>
                  </a:cubicBezTo>
                  <a:cubicBezTo>
                    <a:pt x="24135" y="10069"/>
                    <a:pt x="24166" y="7533"/>
                    <a:pt x="23811" y="7183"/>
                  </a:cubicBezTo>
                  <a:cubicBezTo>
                    <a:pt x="23513" y="6891"/>
                    <a:pt x="23379" y="5602"/>
                    <a:pt x="21731" y="5602"/>
                  </a:cubicBezTo>
                  <a:cubicBezTo>
                    <a:pt x="21409" y="5602"/>
                    <a:pt x="21029" y="5651"/>
                    <a:pt x="20579" y="5767"/>
                  </a:cubicBezTo>
                  <a:cubicBezTo>
                    <a:pt x="19266" y="6103"/>
                    <a:pt x="17936" y="6644"/>
                    <a:pt x="17044" y="7038"/>
                  </a:cubicBezTo>
                  <a:lnTo>
                    <a:pt x="7916" y="9179"/>
                  </a:lnTo>
                  <a:lnTo>
                    <a:pt x="6566" y="0"/>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2"/>
            <p:cNvSpPr/>
            <p:nvPr/>
          </p:nvSpPr>
          <p:spPr>
            <a:xfrm>
              <a:off x="4871363" y="2444850"/>
              <a:ext cx="338122" cy="158020"/>
            </a:xfrm>
            <a:custGeom>
              <a:rect b="b" l="l" r="r" t="t"/>
              <a:pathLst>
                <a:path extrusionOk="0" h="5925" w="12678">
                  <a:moveTo>
                    <a:pt x="8247" y="1"/>
                  </a:moveTo>
                  <a:lnTo>
                    <a:pt x="1" y="1936"/>
                  </a:lnTo>
                  <a:lnTo>
                    <a:pt x="1" y="1941"/>
                  </a:lnTo>
                  <a:cubicBezTo>
                    <a:pt x="1" y="1941"/>
                    <a:pt x="4" y="1941"/>
                    <a:pt x="11" y="1941"/>
                  </a:cubicBezTo>
                  <a:cubicBezTo>
                    <a:pt x="250" y="1941"/>
                    <a:pt x="4838" y="1993"/>
                    <a:pt x="7072" y="5924"/>
                  </a:cubicBezTo>
                  <a:lnTo>
                    <a:pt x="12678" y="3662"/>
                  </a:lnTo>
                  <a:lnTo>
                    <a:pt x="12614" y="3200"/>
                  </a:lnTo>
                  <a:lnTo>
                    <a:pt x="8247"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2"/>
            <p:cNvSpPr/>
            <p:nvPr/>
          </p:nvSpPr>
          <p:spPr>
            <a:xfrm>
              <a:off x="4649921" y="2254106"/>
              <a:ext cx="208133" cy="308145"/>
            </a:xfrm>
            <a:custGeom>
              <a:rect b="b" l="l" r="r" t="t"/>
              <a:pathLst>
                <a:path extrusionOk="0" h="11554" w="7804">
                  <a:moveTo>
                    <a:pt x="6566" y="0"/>
                  </a:moveTo>
                  <a:lnTo>
                    <a:pt x="0" y="1010"/>
                  </a:lnTo>
                  <a:lnTo>
                    <a:pt x="1548" y="11553"/>
                  </a:lnTo>
                  <a:cubicBezTo>
                    <a:pt x="1548" y="11553"/>
                    <a:pt x="1925" y="10165"/>
                    <a:pt x="4258" y="9258"/>
                  </a:cubicBezTo>
                  <a:cubicBezTo>
                    <a:pt x="6266" y="8475"/>
                    <a:pt x="7446" y="8421"/>
                    <a:pt x="7734" y="8421"/>
                  </a:cubicBezTo>
                  <a:cubicBezTo>
                    <a:pt x="7780" y="8421"/>
                    <a:pt x="7803" y="8423"/>
                    <a:pt x="7803" y="8423"/>
                  </a:cubicBezTo>
                  <a:lnTo>
                    <a:pt x="656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2"/>
            <p:cNvSpPr/>
            <p:nvPr/>
          </p:nvSpPr>
          <p:spPr>
            <a:xfrm>
              <a:off x="4589620" y="2032664"/>
              <a:ext cx="287449" cy="484674"/>
            </a:xfrm>
            <a:custGeom>
              <a:rect b="b" l="l" r="r" t="t"/>
              <a:pathLst>
                <a:path extrusionOk="0" h="18173" w="10778">
                  <a:moveTo>
                    <a:pt x="4736" y="1"/>
                  </a:moveTo>
                  <a:cubicBezTo>
                    <a:pt x="4466" y="1"/>
                    <a:pt x="4191" y="26"/>
                    <a:pt x="3916" y="78"/>
                  </a:cubicBezTo>
                  <a:cubicBezTo>
                    <a:pt x="1553" y="529"/>
                    <a:pt x="0" y="2810"/>
                    <a:pt x="451" y="5176"/>
                  </a:cubicBezTo>
                  <a:lnTo>
                    <a:pt x="2258" y="18173"/>
                  </a:lnTo>
                  <a:lnTo>
                    <a:pt x="10778" y="15604"/>
                  </a:lnTo>
                  <a:lnTo>
                    <a:pt x="9013" y="3547"/>
                  </a:lnTo>
                  <a:cubicBezTo>
                    <a:pt x="8615" y="1457"/>
                    <a:pt x="6788" y="1"/>
                    <a:pt x="47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2"/>
            <p:cNvSpPr/>
            <p:nvPr/>
          </p:nvSpPr>
          <p:spPr>
            <a:xfrm>
              <a:off x="4812209" y="2271574"/>
              <a:ext cx="68729" cy="180743"/>
            </a:xfrm>
            <a:custGeom>
              <a:rect b="b" l="l" r="r" t="t"/>
              <a:pathLst>
                <a:path extrusionOk="0" h="6777" w="2577">
                  <a:moveTo>
                    <a:pt x="146" y="1"/>
                  </a:moveTo>
                  <a:cubicBezTo>
                    <a:pt x="131" y="1"/>
                    <a:pt x="116" y="3"/>
                    <a:pt x="102" y="9"/>
                  </a:cubicBezTo>
                  <a:cubicBezTo>
                    <a:pt x="36" y="32"/>
                    <a:pt x="1" y="105"/>
                    <a:pt x="24" y="173"/>
                  </a:cubicBezTo>
                  <a:lnTo>
                    <a:pt x="2310" y="6691"/>
                  </a:lnTo>
                  <a:cubicBezTo>
                    <a:pt x="2328" y="6744"/>
                    <a:pt x="2378" y="6777"/>
                    <a:pt x="2432" y="6777"/>
                  </a:cubicBezTo>
                  <a:cubicBezTo>
                    <a:pt x="2446" y="6777"/>
                    <a:pt x="2461" y="6774"/>
                    <a:pt x="2475" y="6769"/>
                  </a:cubicBezTo>
                  <a:cubicBezTo>
                    <a:pt x="2541" y="6747"/>
                    <a:pt x="2576" y="6674"/>
                    <a:pt x="2553" y="6605"/>
                  </a:cubicBezTo>
                  <a:lnTo>
                    <a:pt x="267" y="88"/>
                  </a:lnTo>
                  <a:cubicBezTo>
                    <a:pt x="249" y="35"/>
                    <a:pt x="198" y="1"/>
                    <a:pt x="1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2"/>
            <p:cNvSpPr/>
            <p:nvPr/>
          </p:nvSpPr>
          <p:spPr>
            <a:xfrm>
              <a:off x="4810635" y="1721637"/>
              <a:ext cx="95052" cy="99132"/>
            </a:xfrm>
            <a:custGeom>
              <a:rect b="b" l="l" r="r" t="t"/>
              <a:pathLst>
                <a:path extrusionOk="0" h="3717" w="3564">
                  <a:moveTo>
                    <a:pt x="1544" y="1"/>
                  </a:moveTo>
                  <a:cubicBezTo>
                    <a:pt x="1398" y="1"/>
                    <a:pt x="1253" y="26"/>
                    <a:pt x="1112" y="79"/>
                  </a:cubicBezTo>
                  <a:cubicBezTo>
                    <a:pt x="333" y="372"/>
                    <a:pt x="1" y="1406"/>
                    <a:pt x="370" y="2388"/>
                  </a:cubicBezTo>
                  <a:cubicBezTo>
                    <a:pt x="674" y="3195"/>
                    <a:pt x="1354" y="3716"/>
                    <a:pt x="2019" y="3716"/>
                  </a:cubicBezTo>
                  <a:cubicBezTo>
                    <a:pt x="2165" y="3716"/>
                    <a:pt x="2310" y="3691"/>
                    <a:pt x="2451" y="3638"/>
                  </a:cubicBezTo>
                  <a:cubicBezTo>
                    <a:pt x="3230" y="3345"/>
                    <a:pt x="3564" y="2311"/>
                    <a:pt x="3193" y="1329"/>
                  </a:cubicBezTo>
                  <a:cubicBezTo>
                    <a:pt x="2889" y="522"/>
                    <a:pt x="2209" y="1"/>
                    <a:pt x="1544"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2"/>
            <p:cNvSpPr/>
            <p:nvPr/>
          </p:nvSpPr>
          <p:spPr>
            <a:xfrm>
              <a:off x="5071575" y="1722331"/>
              <a:ext cx="95052" cy="99079"/>
            </a:xfrm>
            <a:custGeom>
              <a:rect b="b" l="l" r="r" t="t"/>
              <a:pathLst>
                <a:path extrusionOk="0" h="3715" w="3564">
                  <a:moveTo>
                    <a:pt x="2020" y="0"/>
                  </a:moveTo>
                  <a:cubicBezTo>
                    <a:pt x="1354" y="0"/>
                    <a:pt x="674" y="521"/>
                    <a:pt x="371" y="1327"/>
                  </a:cubicBezTo>
                  <a:cubicBezTo>
                    <a:pt x="1" y="2311"/>
                    <a:pt x="333" y="3344"/>
                    <a:pt x="1112" y="3637"/>
                  </a:cubicBezTo>
                  <a:cubicBezTo>
                    <a:pt x="1253" y="3690"/>
                    <a:pt x="1398" y="3715"/>
                    <a:pt x="1544" y="3715"/>
                  </a:cubicBezTo>
                  <a:cubicBezTo>
                    <a:pt x="2209" y="3715"/>
                    <a:pt x="2891" y="3194"/>
                    <a:pt x="3193" y="2388"/>
                  </a:cubicBezTo>
                  <a:cubicBezTo>
                    <a:pt x="3563" y="1404"/>
                    <a:pt x="3232" y="372"/>
                    <a:pt x="2452" y="78"/>
                  </a:cubicBezTo>
                  <a:cubicBezTo>
                    <a:pt x="2312" y="26"/>
                    <a:pt x="2166" y="0"/>
                    <a:pt x="2020"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2"/>
            <p:cNvSpPr/>
            <p:nvPr/>
          </p:nvSpPr>
          <p:spPr>
            <a:xfrm>
              <a:off x="4831331" y="1495475"/>
              <a:ext cx="357565" cy="296277"/>
            </a:xfrm>
            <a:custGeom>
              <a:rect b="b" l="l" r="r" t="t"/>
              <a:pathLst>
                <a:path extrusionOk="0" h="11109" w="13407">
                  <a:moveTo>
                    <a:pt x="7078" y="0"/>
                  </a:moveTo>
                  <a:cubicBezTo>
                    <a:pt x="6374" y="0"/>
                    <a:pt x="5681" y="76"/>
                    <a:pt x="5042" y="194"/>
                  </a:cubicBezTo>
                  <a:cubicBezTo>
                    <a:pt x="3770" y="428"/>
                    <a:pt x="3081" y="1252"/>
                    <a:pt x="2730" y="1884"/>
                  </a:cubicBezTo>
                  <a:cubicBezTo>
                    <a:pt x="2647" y="1302"/>
                    <a:pt x="2403" y="816"/>
                    <a:pt x="2403" y="816"/>
                  </a:cubicBezTo>
                  <a:cubicBezTo>
                    <a:pt x="2180" y="871"/>
                    <a:pt x="1718" y="1112"/>
                    <a:pt x="1665" y="1488"/>
                  </a:cubicBezTo>
                  <a:cubicBezTo>
                    <a:pt x="1625" y="1765"/>
                    <a:pt x="1665" y="2177"/>
                    <a:pt x="1665" y="2177"/>
                  </a:cubicBezTo>
                  <a:cubicBezTo>
                    <a:pt x="1665" y="2177"/>
                    <a:pt x="1425" y="2048"/>
                    <a:pt x="1116" y="2048"/>
                  </a:cubicBezTo>
                  <a:cubicBezTo>
                    <a:pt x="1005" y="2048"/>
                    <a:pt x="885" y="2065"/>
                    <a:pt x="764" y="2110"/>
                  </a:cubicBezTo>
                  <a:cubicBezTo>
                    <a:pt x="529" y="2199"/>
                    <a:pt x="229" y="2339"/>
                    <a:pt x="326" y="2602"/>
                  </a:cubicBezTo>
                  <a:cubicBezTo>
                    <a:pt x="326" y="2602"/>
                    <a:pt x="1280" y="3037"/>
                    <a:pt x="1356" y="3058"/>
                  </a:cubicBezTo>
                  <a:cubicBezTo>
                    <a:pt x="755" y="3519"/>
                    <a:pt x="462" y="4308"/>
                    <a:pt x="321" y="5159"/>
                  </a:cubicBezTo>
                  <a:cubicBezTo>
                    <a:pt x="0" y="7077"/>
                    <a:pt x="1081" y="8921"/>
                    <a:pt x="1081" y="9854"/>
                  </a:cubicBezTo>
                  <a:cubicBezTo>
                    <a:pt x="1081" y="10790"/>
                    <a:pt x="1868" y="11109"/>
                    <a:pt x="1868" y="11109"/>
                  </a:cubicBezTo>
                  <a:lnTo>
                    <a:pt x="10553" y="11109"/>
                  </a:lnTo>
                  <a:cubicBezTo>
                    <a:pt x="11463" y="11059"/>
                    <a:pt x="11806" y="10445"/>
                    <a:pt x="11882" y="9854"/>
                  </a:cubicBezTo>
                  <a:cubicBezTo>
                    <a:pt x="11955" y="9265"/>
                    <a:pt x="12570" y="7372"/>
                    <a:pt x="12742" y="6436"/>
                  </a:cubicBezTo>
                  <a:cubicBezTo>
                    <a:pt x="12913" y="5502"/>
                    <a:pt x="12154" y="4989"/>
                    <a:pt x="12154" y="4989"/>
                  </a:cubicBezTo>
                  <a:lnTo>
                    <a:pt x="12154" y="4989"/>
                  </a:lnTo>
                  <a:lnTo>
                    <a:pt x="13407" y="5555"/>
                  </a:lnTo>
                  <a:cubicBezTo>
                    <a:pt x="13407" y="5555"/>
                    <a:pt x="13328" y="3514"/>
                    <a:pt x="11632" y="1694"/>
                  </a:cubicBezTo>
                  <a:cubicBezTo>
                    <a:pt x="10441" y="418"/>
                    <a:pt x="8732" y="0"/>
                    <a:pt x="70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2"/>
            <p:cNvSpPr/>
            <p:nvPr/>
          </p:nvSpPr>
          <p:spPr>
            <a:xfrm>
              <a:off x="4875790" y="1619171"/>
              <a:ext cx="265820" cy="318867"/>
            </a:xfrm>
            <a:custGeom>
              <a:rect b="b" l="l" r="r" t="t"/>
              <a:pathLst>
                <a:path extrusionOk="0" h="11956" w="9967">
                  <a:moveTo>
                    <a:pt x="1943" y="1"/>
                  </a:moveTo>
                  <a:cubicBezTo>
                    <a:pt x="1933" y="2561"/>
                    <a:pt x="986" y="4089"/>
                    <a:pt x="417" y="4776"/>
                  </a:cubicBezTo>
                  <a:cubicBezTo>
                    <a:pt x="141" y="5109"/>
                    <a:pt x="1" y="5537"/>
                    <a:pt x="1" y="5972"/>
                  </a:cubicBezTo>
                  <a:lnTo>
                    <a:pt x="1" y="6973"/>
                  </a:lnTo>
                  <a:cubicBezTo>
                    <a:pt x="1" y="9713"/>
                    <a:pt x="2243" y="11955"/>
                    <a:pt x="4983" y="11955"/>
                  </a:cubicBezTo>
                  <a:cubicBezTo>
                    <a:pt x="7724" y="11955"/>
                    <a:pt x="9966" y="9713"/>
                    <a:pt x="9966" y="6973"/>
                  </a:cubicBezTo>
                  <a:lnTo>
                    <a:pt x="9966" y="3227"/>
                  </a:lnTo>
                  <a:cubicBezTo>
                    <a:pt x="9253" y="1841"/>
                    <a:pt x="7950" y="2046"/>
                    <a:pt x="5786" y="1630"/>
                  </a:cubicBezTo>
                  <a:cubicBezTo>
                    <a:pt x="3731" y="1232"/>
                    <a:pt x="1943" y="1"/>
                    <a:pt x="1943"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2"/>
            <p:cNvSpPr/>
            <p:nvPr/>
          </p:nvSpPr>
          <p:spPr>
            <a:xfrm>
              <a:off x="5025969" y="1741293"/>
              <a:ext cx="31497" cy="74809"/>
            </a:xfrm>
            <a:custGeom>
              <a:rect b="b" l="l" r="r" t="t"/>
              <a:pathLst>
                <a:path extrusionOk="0" h="2805" w="1181">
                  <a:moveTo>
                    <a:pt x="590" y="1"/>
                  </a:moveTo>
                  <a:cubicBezTo>
                    <a:pt x="265" y="1"/>
                    <a:pt x="0" y="1220"/>
                    <a:pt x="0" y="1993"/>
                  </a:cubicBezTo>
                  <a:cubicBezTo>
                    <a:pt x="0" y="2767"/>
                    <a:pt x="265" y="2804"/>
                    <a:pt x="590" y="2804"/>
                  </a:cubicBezTo>
                  <a:cubicBezTo>
                    <a:pt x="914" y="2804"/>
                    <a:pt x="1180" y="2767"/>
                    <a:pt x="1180" y="1993"/>
                  </a:cubicBezTo>
                  <a:cubicBezTo>
                    <a:pt x="1180" y="1220"/>
                    <a:pt x="914" y="1"/>
                    <a:pt x="590" y="1"/>
                  </a:cubicBezTo>
                  <a:close/>
                </a:path>
              </a:pathLst>
            </a:custGeom>
            <a:solidFill>
              <a:srgbClr val="F370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2"/>
            <p:cNvSpPr/>
            <p:nvPr/>
          </p:nvSpPr>
          <p:spPr>
            <a:xfrm>
              <a:off x="4942279" y="1694781"/>
              <a:ext cx="59154" cy="19442"/>
            </a:xfrm>
            <a:custGeom>
              <a:rect b="b" l="l" r="r" t="t"/>
              <a:pathLst>
                <a:path extrusionOk="0" h="729" w="2218">
                  <a:moveTo>
                    <a:pt x="1096" y="1"/>
                  </a:moveTo>
                  <a:cubicBezTo>
                    <a:pt x="643" y="1"/>
                    <a:pt x="272" y="210"/>
                    <a:pt x="82" y="388"/>
                  </a:cubicBezTo>
                  <a:cubicBezTo>
                    <a:pt x="3" y="462"/>
                    <a:pt x="1" y="587"/>
                    <a:pt x="73" y="665"/>
                  </a:cubicBezTo>
                  <a:cubicBezTo>
                    <a:pt x="112" y="707"/>
                    <a:pt x="165" y="728"/>
                    <a:pt x="218" y="728"/>
                  </a:cubicBezTo>
                  <a:cubicBezTo>
                    <a:pt x="266" y="728"/>
                    <a:pt x="313" y="711"/>
                    <a:pt x="351" y="677"/>
                  </a:cubicBezTo>
                  <a:cubicBezTo>
                    <a:pt x="370" y="659"/>
                    <a:pt x="665" y="394"/>
                    <a:pt x="1098" y="394"/>
                  </a:cubicBezTo>
                  <a:cubicBezTo>
                    <a:pt x="1326" y="394"/>
                    <a:pt x="1592" y="467"/>
                    <a:pt x="1876" y="687"/>
                  </a:cubicBezTo>
                  <a:cubicBezTo>
                    <a:pt x="1911" y="715"/>
                    <a:pt x="1954" y="728"/>
                    <a:pt x="1996" y="728"/>
                  </a:cubicBezTo>
                  <a:cubicBezTo>
                    <a:pt x="2054" y="728"/>
                    <a:pt x="2111" y="701"/>
                    <a:pt x="2152" y="651"/>
                  </a:cubicBezTo>
                  <a:cubicBezTo>
                    <a:pt x="2217" y="565"/>
                    <a:pt x="2202" y="442"/>
                    <a:pt x="2116" y="376"/>
                  </a:cubicBezTo>
                  <a:cubicBezTo>
                    <a:pt x="1758" y="100"/>
                    <a:pt x="1408" y="1"/>
                    <a:pt x="10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2"/>
            <p:cNvSpPr/>
            <p:nvPr/>
          </p:nvSpPr>
          <p:spPr>
            <a:xfrm>
              <a:off x="5062267" y="1715610"/>
              <a:ext cx="54060" cy="15549"/>
            </a:xfrm>
            <a:custGeom>
              <a:rect b="b" l="l" r="r" t="t"/>
              <a:pathLst>
                <a:path extrusionOk="0" h="583" w="2027">
                  <a:moveTo>
                    <a:pt x="1801" y="0"/>
                  </a:moveTo>
                  <a:cubicBezTo>
                    <a:pt x="1771" y="0"/>
                    <a:pt x="1742" y="6"/>
                    <a:pt x="1714" y="20"/>
                  </a:cubicBezTo>
                  <a:cubicBezTo>
                    <a:pt x="1489" y="133"/>
                    <a:pt x="1228" y="189"/>
                    <a:pt x="926" y="189"/>
                  </a:cubicBezTo>
                  <a:cubicBezTo>
                    <a:pt x="722" y="189"/>
                    <a:pt x="500" y="164"/>
                    <a:pt x="257" y="113"/>
                  </a:cubicBezTo>
                  <a:cubicBezTo>
                    <a:pt x="243" y="110"/>
                    <a:pt x="230" y="109"/>
                    <a:pt x="216" y="109"/>
                  </a:cubicBezTo>
                  <a:cubicBezTo>
                    <a:pt x="125" y="109"/>
                    <a:pt x="42" y="174"/>
                    <a:pt x="24" y="266"/>
                  </a:cubicBezTo>
                  <a:cubicBezTo>
                    <a:pt x="1" y="370"/>
                    <a:pt x="71" y="476"/>
                    <a:pt x="177" y="498"/>
                  </a:cubicBezTo>
                  <a:cubicBezTo>
                    <a:pt x="444" y="554"/>
                    <a:pt x="693" y="582"/>
                    <a:pt x="923" y="582"/>
                  </a:cubicBezTo>
                  <a:cubicBezTo>
                    <a:pt x="1288" y="582"/>
                    <a:pt x="1608" y="512"/>
                    <a:pt x="1890" y="373"/>
                  </a:cubicBezTo>
                  <a:cubicBezTo>
                    <a:pt x="1987" y="323"/>
                    <a:pt x="2026" y="205"/>
                    <a:pt x="1979" y="109"/>
                  </a:cubicBezTo>
                  <a:cubicBezTo>
                    <a:pt x="1943" y="40"/>
                    <a:pt x="1873" y="0"/>
                    <a:pt x="18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2"/>
            <p:cNvSpPr/>
            <p:nvPr/>
          </p:nvSpPr>
          <p:spPr>
            <a:xfrm>
              <a:off x="4963748" y="1824424"/>
              <a:ext cx="85904" cy="54807"/>
            </a:xfrm>
            <a:custGeom>
              <a:rect b="b" l="l" r="r" t="t"/>
              <a:pathLst>
                <a:path extrusionOk="0" h="2055" w="3221">
                  <a:moveTo>
                    <a:pt x="2172" y="0"/>
                  </a:moveTo>
                  <a:cubicBezTo>
                    <a:pt x="2169" y="0"/>
                    <a:pt x="2166" y="0"/>
                    <a:pt x="2163" y="0"/>
                  </a:cubicBezTo>
                  <a:cubicBezTo>
                    <a:pt x="1803" y="9"/>
                    <a:pt x="1088" y="109"/>
                    <a:pt x="633" y="708"/>
                  </a:cubicBezTo>
                  <a:cubicBezTo>
                    <a:pt x="1" y="1536"/>
                    <a:pt x="58" y="1901"/>
                    <a:pt x="58" y="1901"/>
                  </a:cubicBezTo>
                  <a:cubicBezTo>
                    <a:pt x="58" y="1901"/>
                    <a:pt x="665" y="1802"/>
                    <a:pt x="1296" y="1802"/>
                  </a:cubicBezTo>
                  <a:cubicBezTo>
                    <a:pt x="1770" y="1802"/>
                    <a:pt x="2257" y="1858"/>
                    <a:pt x="2509" y="2054"/>
                  </a:cubicBezTo>
                  <a:cubicBezTo>
                    <a:pt x="2508" y="2053"/>
                    <a:pt x="3220" y="1372"/>
                    <a:pt x="2499" y="179"/>
                  </a:cubicBezTo>
                  <a:cubicBezTo>
                    <a:pt x="2431" y="66"/>
                    <a:pt x="2304" y="0"/>
                    <a:pt x="217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2"/>
            <p:cNvSpPr/>
            <p:nvPr/>
          </p:nvSpPr>
          <p:spPr>
            <a:xfrm>
              <a:off x="4963802" y="1838692"/>
              <a:ext cx="59927" cy="37018"/>
            </a:xfrm>
            <a:custGeom>
              <a:rect b="b" l="l" r="r" t="t"/>
              <a:pathLst>
                <a:path extrusionOk="0" h="1388" w="2247">
                  <a:moveTo>
                    <a:pt x="787" y="0"/>
                  </a:moveTo>
                  <a:cubicBezTo>
                    <a:pt x="732" y="53"/>
                    <a:pt x="679" y="109"/>
                    <a:pt x="631" y="173"/>
                  </a:cubicBezTo>
                  <a:cubicBezTo>
                    <a:pt x="0" y="1001"/>
                    <a:pt x="57" y="1366"/>
                    <a:pt x="57" y="1366"/>
                  </a:cubicBezTo>
                  <a:cubicBezTo>
                    <a:pt x="57" y="1366"/>
                    <a:pt x="661" y="1267"/>
                    <a:pt x="1290" y="1267"/>
                  </a:cubicBezTo>
                  <a:cubicBezTo>
                    <a:pt x="1633" y="1267"/>
                    <a:pt x="1983" y="1297"/>
                    <a:pt x="2247" y="1388"/>
                  </a:cubicBezTo>
                  <a:cubicBezTo>
                    <a:pt x="2050" y="647"/>
                    <a:pt x="1297" y="215"/>
                    <a:pt x="787" y="0"/>
                  </a:cubicBezTo>
                  <a:close/>
                </a:path>
              </a:pathLst>
            </a:custGeom>
            <a:solidFill>
              <a:srgbClr val="F370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2"/>
            <p:cNvSpPr/>
            <p:nvPr/>
          </p:nvSpPr>
          <p:spPr>
            <a:xfrm>
              <a:off x="4871363" y="2409432"/>
              <a:ext cx="578579" cy="253365"/>
            </a:xfrm>
            <a:custGeom>
              <a:rect b="b" l="l" r="r" t="t"/>
              <a:pathLst>
                <a:path extrusionOk="0" h="9500" w="21694">
                  <a:moveTo>
                    <a:pt x="5302" y="0"/>
                  </a:moveTo>
                  <a:cubicBezTo>
                    <a:pt x="3587" y="0"/>
                    <a:pt x="1850" y="633"/>
                    <a:pt x="201" y="2234"/>
                  </a:cubicBezTo>
                  <a:lnTo>
                    <a:pt x="1" y="3269"/>
                  </a:lnTo>
                  <a:cubicBezTo>
                    <a:pt x="1" y="3269"/>
                    <a:pt x="464" y="3202"/>
                    <a:pt x="1203" y="3202"/>
                  </a:cubicBezTo>
                  <a:cubicBezTo>
                    <a:pt x="2501" y="3202"/>
                    <a:pt x="4649" y="3410"/>
                    <a:pt x="6628" y="4561"/>
                  </a:cubicBezTo>
                  <a:cubicBezTo>
                    <a:pt x="11744" y="7534"/>
                    <a:pt x="16718" y="9269"/>
                    <a:pt x="16718" y="9269"/>
                  </a:cubicBezTo>
                  <a:cubicBezTo>
                    <a:pt x="17116" y="9425"/>
                    <a:pt x="17526" y="9499"/>
                    <a:pt x="17930" y="9499"/>
                  </a:cubicBezTo>
                  <a:cubicBezTo>
                    <a:pt x="19256" y="9499"/>
                    <a:pt x="20509" y="8699"/>
                    <a:pt x="21023" y="7390"/>
                  </a:cubicBezTo>
                  <a:cubicBezTo>
                    <a:pt x="21694" y="5682"/>
                    <a:pt x="20851" y="3753"/>
                    <a:pt x="19144" y="3085"/>
                  </a:cubicBezTo>
                  <a:lnTo>
                    <a:pt x="7085" y="217"/>
                  </a:lnTo>
                  <a:cubicBezTo>
                    <a:pt x="6496" y="78"/>
                    <a:pt x="5900" y="0"/>
                    <a:pt x="5302"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2"/>
            <p:cNvSpPr/>
            <p:nvPr/>
          </p:nvSpPr>
          <p:spPr>
            <a:xfrm>
              <a:off x="5079236" y="1722638"/>
              <a:ext cx="20138" cy="28788"/>
            </a:xfrm>
            <a:custGeom>
              <a:rect b="b" l="l" r="r" t="t"/>
              <a:pathLst>
                <a:path extrusionOk="0" h="2303" w="1611">
                  <a:moveTo>
                    <a:pt x="805" y="0"/>
                  </a:moveTo>
                  <a:cubicBezTo>
                    <a:pt x="361" y="0"/>
                    <a:pt x="0" y="518"/>
                    <a:pt x="0" y="1152"/>
                  </a:cubicBezTo>
                  <a:cubicBezTo>
                    <a:pt x="0" y="1788"/>
                    <a:pt x="361" y="2303"/>
                    <a:pt x="805" y="2303"/>
                  </a:cubicBezTo>
                  <a:cubicBezTo>
                    <a:pt x="1249" y="2303"/>
                    <a:pt x="1610" y="1787"/>
                    <a:pt x="1610" y="1152"/>
                  </a:cubicBezTo>
                  <a:cubicBezTo>
                    <a:pt x="1610" y="518"/>
                    <a:pt x="1249" y="3"/>
                    <a:pt x="80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2"/>
            <p:cNvSpPr/>
            <p:nvPr/>
          </p:nvSpPr>
          <p:spPr>
            <a:xfrm>
              <a:off x="4963435" y="1722638"/>
              <a:ext cx="20138" cy="28788"/>
            </a:xfrm>
            <a:custGeom>
              <a:rect b="b" l="l" r="r" t="t"/>
              <a:pathLst>
                <a:path extrusionOk="0" h="2303" w="1611">
                  <a:moveTo>
                    <a:pt x="805" y="0"/>
                  </a:moveTo>
                  <a:cubicBezTo>
                    <a:pt x="361" y="0"/>
                    <a:pt x="0" y="518"/>
                    <a:pt x="0" y="1152"/>
                  </a:cubicBezTo>
                  <a:cubicBezTo>
                    <a:pt x="0" y="1788"/>
                    <a:pt x="361" y="2303"/>
                    <a:pt x="805" y="2303"/>
                  </a:cubicBezTo>
                  <a:cubicBezTo>
                    <a:pt x="1249" y="2303"/>
                    <a:pt x="1610" y="1787"/>
                    <a:pt x="1610" y="1152"/>
                  </a:cubicBezTo>
                  <a:cubicBezTo>
                    <a:pt x="1610" y="518"/>
                    <a:pt x="1249" y="3"/>
                    <a:pt x="80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87" name="Shape 7387"/>
        <p:cNvGrpSpPr/>
        <p:nvPr/>
      </p:nvGrpSpPr>
      <p:grpSpPr>
        <a:xfrm>
          <a:off x="0" y="0"/>
          <a:ext cx="0" cy="0"/>
          <a:chOff x="0" y="0"/>
          <a:chExt cx="0" cy="0"/>
        </a:xfrm>
      </p:grpSpPr>
      <p:sp>
        <p:nvSpPr>
          <p:cNvPr id="7388" name="Google Shape;7388;p73"/>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accent4"/>
                </a:solidFill>
              </a:rPr>
              <a:t>Alternative</a:t>
            </a:r>
            <a:r>
              <a:rPr lang="en"/>
              <a:t> Resources</a:t>
            </a:r>
            <a:endParaRPr/>
          </a:p>
        </p:txBody>
      </p:sp>
      <p:sp>
        <p:nvSpPr>
          <p:cNvPr id="7389" name="Google Shape;7389;p73"/>
          <p:cNvSpPr txBox="1"/>
          <p:nvPr>
            <p:ph idx="1" type="body"/>
          </p:nvPr>
        </p:nvSpPr>
        <p:spPr>
          <a:xfrm>
            <a:off x="720000" y="1237083"/>
            <a:ext cx="7704000" cy="33663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b="1" lang="en" sz="1100">
                <a:solidFill>
                  <a:srgbClr val="FFFFFF"/>
                </a:solidFill>
                <a:highlight>
                  <a:schemeClr val="accent4"/>
                </a:highlight>
              </a:rPr>
              <a:t>Photos:</a:t>
            </a:r>
            <a:endParaRPr b="1" sz="1100">
              <a:solidFill>
                <a:srgbClr val="FFFFFF"/>
              </a:solidFill>
              <a:highlight>
                <a:schemeClr val="accent4"/>
              </a:highlight>
            </a:endParaRPr>
          </a:p>
          <a:p>
            <a:pPr indent="-298450" lvl="0" marL="457200" rtl="0" algn="l">
              <a:lnSpc>
                <a:spcPct val="100000"/>
              </a:lnSpc>
              <a:spcBef>
                <a:spcPts val="1600"/>
              </a:spcBef>
              <a:spcAft>
                <a:spcPts val="0"/>
              </a:spcAft>
              <a:buClr>
                <a:srgbClr val="000000"/>
              </a:buClr>
              <a:buSzPts val="1100"/>
              <a:buChar char="●"/>
            </a:pPr>
            <a:r>
              <a:rPr lang="en" sz="1100">
                <a:solidFill>
                  <a:srgbClr val="000000"/>
                </a:solidFill>
                <a:uFill>
                  <a:noFill/>
                </a:uFill>
                <a:hlinkClick r:id="rId3">
                  <a:extLst>
                    <a:ext uri="{A12FA001-AC4F-418D-AE19-62706E023703}">
                      <ahyp:hlinkClr val="tx"/>
                    </a:ext>
                  </a:extLst>
                </a:hlinkClick>
              </a:rPr>
              <a:t>Ruler with rubber percentages</a:t>
            </a:r>
            <a:endParaRPr sz="1100">
              <a:solidFill>
                <a:srgbClr val="000000"/>
              </a:solidFill>
            </a:endParaRPr>
          </a:p>
          <a:p>
            <a:pPr indent="0" lvl="0" marL="0" rtl="0" algn="l">
              <a:lnSpc>
                <a:spcPct val="100000"/>
              </a:lnSpc>
              <a:spcBef>
                <a:spcPts val="1600"/>
              </a:spcBef>
              <a:spcAft>
                <a:spcPts val="0"/>
              </a:spcAft>
              <a:buNone/>
            </a:pPr>
            <a:r>
              <a:rPr b="1" lang="en" sz="1100">
                <a:solidFill>
                  <a:srgbClr val="FFFFFF"/>
                </a:solidFill>
                <a:highlight>
                  <a:schemeClr val="accent4"/>
                </a:highlight>
              </a:rPr>
              <a:t>Vectors:</a:t>
            </a:r>
            <a:endParaRPr b="1" sz="1100">
              <a:solidFill>
                <a:srgbClr val="FFFFFF"/>
              </a:solidFill>
              <a:highlight>
                <a:schemeClr val="accent4"/>
              </a:highlight>
            </a:endParaRPr>
          </a:p>
          <a:p>
            <a:pPr indent="-298450" lvl="0" marL="457200" rtl="0" algn="l">
              <a:lnSpc>
                <a:spcPct val="100000"/>
              </a:lnSpc>
              <a:spcBef>
                <a:spcPts val="1600"/>
              </a:spcBef>
              <a:spcAft>
                <a:spcPts val="0"/>
              </a:spcAft>
              <a:buClr>
                <a:srgbClr val="000000"/>
              </a:buClr>
              <a:buSzPts val="1100"/>
              <a:buChar char="●"/>
            </a:pPr>
            <a:r>
              <a:rPr lang="en" sz="1100">
                <a:solidFill>
                  <a:srgbClr val="000000"/>
                </a:solidFill>
                <a:uFill>
                  <a:noFill/>
                </a:uFill>
                <a:hlinkClick r:id="rId4">
                  <a:extLst>
                    <a:ext uri="{A12FA001-AC4F-418D-AE19-62706E023703}">
                      <ahyp:hlinkClr val="tx"/>
                    </a:ext>
                  </a:extLst>
                </a:hlinkClick>
              </a:rPr>
              <a:t>Creative maze for kids worksheet</a:t>
            </a:r>
            <a:endParaRPr sz="1100">
              <a:solidFill>
                <a:srgbClr val="000000"/>
              </a:solidFill>
            </a:endParaRPr>
          </a:p>
          <a:p>
            <a:pPr indent="-298450" lvl="0" marL="457200" rtl="0" algn="l">
              <a:lnSpc>
                <a:spcPct val="100000"/>
              </a:lnSpc>
              <a:spcBef>
                <a:spcPts val="0"/>
              </a:spcBef>
              <a:spcAft>
                <a:spcPts val="0"/>
              </a:spcAft>
              <a:buClr>
                <a:srgbClr val="000000"/>
              </a:buClr>
              <a:buSzPts val="1100"/>
              <a:buChar char="●"/>
            </a:pPr>
            <a:r>
              <a:rPr lang="en" sz="1100">
                <a:solidFill>
                  <a:srgbClr val="000000"/>
                </a:solidFill>
                <a:uFill>
                  <a:noFill/>
                </a:uFill>
                <a:hlinkClick r:id="rId5">
                  <a:extLst>
                    <a:ext uri="{A12FA001-AC4F-418D-AE19-62706E023703}">
                      <ahyp:hlinkClr val="tx"/>
                    </a:ext>
                  </a:extLst>
                </a:hlinkClick>
              </a:rPr>
              <a:t>Hand drawn school infographic elements pack</a:t>
            </a:r>
            <a:endParaRPr sz="1100">
              <a:solidFill>
                <a:srgbClr val="000000"/>
              </a:solidFill>
            </a:endParaRPr>
          </a:p>
          <a:p>
            <a:pPr indent="-298450" lvl="0" marL="457200" rtl="0" algn="l">
              <a:lnSpc>
                <a:spcPct val="100000"/>
              </a:lnSpc>
              <a:spcBef>
                <a:spcPts val="0"/>
              </a:spcBef>
              <a:spcAft>
                <a:spcPts val="0"/>
              </a:spcAft>
              <a:buClr>
                <a:srgbClr val="000000"/>
              </a:buClr>
              <a:buSzPts val="1100"/>
              <a:buChar char="●"/>
            </a:pPr>
            <a:r>
              <a:rPr lang="en" sz="1100">
                <a:solidFill>
                  <a:srgbClr val="000000"/>
                </a:solidFill>
                <a:uFill>
                  <a:noFill/>
                </a:uFill>
                <a:hlinkClick r:id="rId6">
                  <a:extLst>
                    <a:ext uri="{A12FA001-AC4F-418D-AE19-62706E023703}">
                      <ahyp:hlinkClr val="tx"/>
                    </a:ext>
                  </a:extLst>
                </a:hlinkClick>
              </a:rPr>
              <a:t>Realistic math chalkboard background</a:t>
            </a:r>
            <a:endParaRPr sz="1100">
              <a:solidFill>
                <a:srgbClr val="000000"/>
              </a:solidFill>
            </a:endParaRPr>
          </a:p>
          <a:p>
            <a:pPr indent="-298450" lvl="0" marL="457200" rtl="0" algn="l">
              <a:lnSpc>
                <a:spcPct val="100000"/>
              </a:lnSpc>
              <a:spcBef>
                <a:spcPts val="0"/>
              </a:spcBef>
              <a:spcAft>
                <a:spcPts val="0"/>
              </a:spcAft>
              <a:buClr>
                <a:srgbClr val="000000"/>
              </a:buClr>
              <a:buSzPts val="1100"/>
              <a:buChar char="●"/>
            </a:pPr>
            <a:r>
              <a:rPr lang="en" sz="1100">
                <a:solidFill>
                  <a:srgbClr val="000000"/>
                </a:solidFill>
                <a:uFill>
                  <a:noFill/>
                </a:uFill>
                <a:hlinkClick r:id="rId7">
                  <a:extLst>
                    <a:ext uri="{A12FA001-AC4F-418D-AE19-62706E023703}">
                      <ahyp:hlinkClr val="tx"/>
                    </a:ext>
                  </a:extLst>
                </a:hlinkClick>
              </a:rPr>
              <a:t>A person in different ages design</a:t>
            </a:r>
            <a:endParaRPr sz="1100">
              <a:solidFill>
                <a:srgbClr val="000000"/>
              </a:solidFill>
            </a:endParaRPr>
          </a:p>
          <a:p>
            <a:pPr indent="-298450" lvl="0" marL="457200" rtl="0" algn="l">
              <a:lnSpc>
                <a:spcPct val="100000"/>
              </a:lnSpc>
              <a:spcBef>
                <a:spcPts val="0"/>
              </a:spcBef>
              <a:spcAft>
                <a:spcPts val="0"/>
              </a:spcAft>
              <a:buClr>
                <a:srgbClr val="000000"/>
              </a:buClr>
              <a:buSzPts val="1100"/>
              <a:buChar char="●"/>
            </a:pPr>
            <a:r>
              <a:rPr lang="en" sz="1100">
                <a:solidFill>
                  <a:srgbClr val="000000"/>
                </a:solidFill>
                <a:uFill>
                  <a:noFill/>
                </a:uFill>
                <a:hlinkClick r:id="rId8">
                  <a:extLst>
                    <a:ext uri="{A12FA001-AC4F-418D-AE19-62706E023703}">
                      <ahyp:hlinkClr val="tx"/>
                    </a:ext>
                  </a:extLst>
                </a:hlinkClick>
              </a:rPr>
              <a:t>Hand drawn black girl in different poses</a:t>
            </a:r>
            <a:endParaRPr sz="1100">
              <a:solidFill>
                <a:srgbClr val="000000"/>
              </a:solidFill>
            </a:endParaRPr>
          </a:p>
          <a:p>
            <a:pPr indent="-298450" lvl="0" marL="457200" rtl="0" algn="l">
              <a:lnSpc>
                <a:spcPct val="100000"/>
              </a:lnSpc>
              <a:spcBef>
                <a:spcPts val="0"/>
              </a:spcBef>
              <a:spcAft>
                <a:spcPts val="0"/>
              </a:spcAft>
              <a:buClr>
                <a:srgbClr val="000000"/>
              </a:buClr>
              <a:buSzPts val="1100"/>
              <a:buChar char="●"/>
            </a:pPr>
            <a:r>
              <a:rPr lang="en" sz="1100">
                <a:solidFill>
                  <a:srgbClr val="000000"/>
                </a:solidFill>
                <a:uFill>
                  <a:noFill/>
                </a:uFill>
                <a:hlinkClick r:id="rId9">
                  <a:extLst>
                    <a:ext uri="{A12FA001-AC4F-418D-AE19-62706E023703}">
                      <ahyp:hlinkClr val="tx"/>
                    </a:ext>
                  </a:extLst>
                </a:hlinkClick>
              </a:rPr>
              <a:t>Hand drawn people avatar collection</a:t>
            </a:r>
            <a:endParaRPr sz="1100">
              <a:solidFill>
                <a:srgbClr val="000000"/>
              </a:solidFill>
            </a:endParaRPr>
          </a:p>
          <a:p>
            <a:pPr indent="-298450" lvl="0" marL="457200" rtl="0" algn="l">
              <a:lnSpc>
                <a:spcPct val="100000"/>
              </a:lnSpc>
              <a:spcBef>
                <a:spcPts val="0"/>
              </a:spcBef>
              <a:spcAft>
                <a:spcPts val="0"/>
              </a:spcAft>
              <a:buClr>
                <a:srgbClr val="000000"/>
              </a:buClr>
              <a:buSzPts val="1100"/>
              <a:buChar char="●"/>
            </a:pPr>
            <a:r>
              <a:rPr lang="en" sz="1100">
                <a:solidFill>
                  <a:srgbClr val="000000"/>
                </a:solidFill>
                <a:uFill>
                  <a:noFill/>
                </a:uFill>
                <a:hlinkClick r:id="rId10">
                  <a:extLst>
                    <a:ext uri="{A12FA001-AC4F-418D-AE19-62706E023703}">
                      <ahyp:hlinkClr val="tx"/>
                    </a:ext>
                  </a:extLst>
                </a:hlinkClick>
              </a:rPr>
              <a:t>Back to school instagram stories set</a:t>
            </a:r>
            <a:endParaRPr sz="1100">
              <a:solidFill>
                <a:srgbClr val="000000"/>
              </a:solidFill>
            </a:endParaRPr>
          </a:p>
          <a:p>
            <a:pPr indent="-298450" lvl="0" marL="457200" rtl="0" algn="l">
              <a:lnSpc>
                <a:spcPct val="100000"/>
              </a:lnSpc>
              <a:spcBef>
                <a:spcPts val="0"/>
              </a:spcBef>
              <a:spcAft>
                <a:spcPts val="0"/>
              </a:spcAft>
              <a:buClr>
                <a:srgbClr val="000000"/>
              </a:buClr>
              <a:buSzPts val="1100"/>
              <a:buChar char="●"/>
            </a:pPr>
            <a:r>
              <a:rPr lang="en" sz="1100">
                <a:solidFill>
                  <a:srgbClr val="000000"/>
                </a:solidFill>
                <a:uFill>
                  <a:noFill/>
                </a:uFill>
                <a:hlinkClick r:id="rId11">
                  <a:extLst>
                    <a:ext uri="{A12FA001-AC4F-418D-AE19-62706E023703}">
                      <ahyp:hlinkClr val="tx"/>
                    </a:ext>
                  </a:extLst>
                </a:hlinkClick>
              </a:rPr>
              <a:t>Travel pattern with elements</a:t>
            </a:r>
            <a:endParaRPr sz="1100">
              <a:solidFill>
                <a:srgbClr val="000000"/>
              </a:solidFill>
            </a:endParaRPr>
          </a:p>
          <a:p>
            <a:pPr indent="0" lvl="0" marL="0" rtl="0" algn="l">
              <a:lnSpc>
                <a:spcPct val="100000"/>
              </a:lnSpc>
              <a:spcBef>
                <a:spcPts val="1600"/>
              </a:spcBef>
              <a:spcAft>
                <a:spcPts val="0"/>
              </a:spcAft>
              <a:buNone/>
            </a:pPr>
            <a:r>
              <a:rPr b="1" lang="en" sz="1100">
                <a:solidFill>
                  <a:srgbClr val="FFFFFF"/>
                </a:solidFill>
                <a:highlight>
                  <a:schemeClr val="accent4"/>
                </a:highlight>
              </a:rPr>
              <a:t>Icons:</a:t>
            </a:r>
            <a:endParaRPr b="1" sz="1100">
              <a:solidFill>
                <a:srgbClr val="FFFFFF"/>
              </a:solidFill>
              <a:highlight>
                <a:schemeClr val="accent4"/>
              </a:highlight>
            </a:endParaRPr>
          </a:p>
          <a:p>
            <a:pPr indent="-298450" lvl="0" marL="457200" rtl="0" algn="l">
              <a:lnSpc>
                <a:spcPct val="100000"/>
              </a:lnSpc>
              <a:spcBef>
                <a:spcPts val="1600"/>
              </a:spcBef>
              <a:spcAft>
                <a:spcPts val="0"/>
              </a:spcAft>
              <a:buClr>
                <a:srgbClr val="000000"/>
              </a:buClr>
              <a:buSzPts val="1100"/>
              <a:buChar char="●"/>
            </a:pPr>
            <a:r>
              <a:rPr lang="en" sz="1100">
                <a:solidFill>
                  <a:srgbClr val="000000"/>
                </a:solidFill>
                <a:uFill>
                  <a:noFill/>
                </a:uFill>
                <a:hlinkClick r:id="rId12">
                  <a:extLst>
                    <a:ext uri="{A12FA001-AC4F-418D-AE19-62706E023703}">
                      <ahyp:hlinkClr val="tx"/>
                    </a:ext>
                  </a:extLst>
                </a:hlinkClick>
              </a:rPr>
              <a:t>Human Mind</a:t>
            </a:r>
            <a:endParaRPr sz="1100">
              <a:solidFill>
                <a:srgbClr val="000000"/>
              </a:solidFill>
            </a:endParaRPr>
          </a:p>
          <a:p>
            <a:pPr indent="0" lvl="0" marL="0" rtl="0" algn="l">
              <a:lnSpc>
                <a:spcPct val="100000"/>
              </a:lnSpc>
              <a:spcBef>
                <a:spcPts val="1600"/>
              </a:spcBef>
              <a:spcAft>
                <a:spcPts val="1600"/>
              </a:spcAft>
              <a:buNone/>
            </a:pPr>
            <a:r>
              <a:t/>
            </a:r>
            <a:endParaRPr sz="1100">
              <a:solidFill>
                <a:srgbClr val="000000"/>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3" name="Shape 7393"/>
        <p:cNvGrpSpPr/>
        <p:nvPr/>
      </p:nvGrpSpPr>
      <p:grpSpPr>
        <a:xfrm>
          <a:off x="0" y="0"/>
          <a:ext cx="0" cy="0"/>
          <a:chOff x="0" y="0"/>
          <a:chExt cx="0" cy="0"/>
        </a:xfrm>
      </p:grpSpPr>
      <p:sp>
        <p:nvSpPr>
          <p:cNvPr id="7394" name="Google Shape;7394;p74"/>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7395" name="Google Shape;7395;p74"/>
          <p:cNvSpPr txBox="1"/>
          <p:nvPr>
            <p:ph idx="1" type="body"/>
          </p:nvPr>
        </p:nvSpPr>
        <p:spPr>
          <a:xfrm>
            <a:off x="720000" y="1237083"/>
            <a:ext cx="7704000" cy="33663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100">
                <a:solidFill>
                  <a:srgbClr val="000000"/>
                </a:solidFill>
              </a:rPr>
              <a:t>Did you like the resources of this template? Get them for free at our other websites!</a:t>
            </a:r>
            <a:endParaRPr sz="1100">
              <a:solidFill>
                <a:srgbClr val="000000"/>
              </a:solidFill>
            </a:endParaRPr>
          </a:p>
          <a:p>
            <a:pPr indent="0" lvl="0" marL="0" rtl="0" algn="l">
              <a:lnSpc>
                <a:spcPct val="100000"/>
              </a:lnSpc>
              <a:spcBef>
                <a:spcPts val="1600"/>
              </a:spcBef>
              <a:spcAft>
                <a:spcPts val="0"/>
              </a:spcAft>
              <a:buNone/>
            </a:pPr>
            <a:r>
              <a:rPr b="1" lang="en" sz="1100">
                <a:solidFill>
                  <a:srgbClr val="FFFFFF"/>
                </a:solidFill>
                <a:highlight>
                  <a:schemeClr val="accent4"/>
                </a:highlight>
              </a:rPr>
              <a:t>Photos:</a:t>
            </a:r>
            <a:endParaRPr b="1" sz="1100">
              <a:solidFill>
                <a:srgbClr val="FFFFFF"/>
              </a:solidFill>
              <a:highlight>
                <a:schemeClr val="accent4"/>
              </a:highlight>
            </a:endParaRPr>
          </a:p>
          <a:p>
            <a:pPr indent="-298450" lvl="0" marL="457200" rtl="0" algn="l">
              <a:lnSpc>
                <a:spcPct val="100000"/>
              </a:lnSpc>
              <a:spcBef>
                <a:spcPts val="1600"/>
              </a:spcBef>
              <a:spcAft>
                <a:spcPts val="0"/>
              </a:spcAft>
              <a:buClr>
                <a:srgbClr val="000000"/>
              </a:buClr>
              <a:buSzPts val="1100"/>
              <a:buChar char="●"/>
            </a:pPr>
            <a:r>
              <a:rPr lang="en" sz="1100">
                <a:solidFill>
                  <a:srgbClr val="000000"/>
                </a:solidFill>
                <a:uFill>
                  <a:noFill/>
                </a:uFill>
                <a:hlinkClick r:id="rId3">
                  <a:extLst>
                    <a:ext uri="{A12FA001-AC4F-418D-AE19-62706E023703}">
                      <ahyp:hlinkClr val="tx"/>
                    </a:ext>
                  </a:extLst>
                </a:hlinkClick>
              </a:rPr>
              <a:t>Colourful statistical pie charts for science fractions</a:t>
            </a:r>
            <a:endParaRPr sz="1100">
              <a:solidFill>
                <a:srgbClr val="000000"/>
              </a:solidFill>
            </a:endParaRPr>
          </a:p>
          <a:p>
            <a:pPr indent="-298450" lvl="0" marL="457200" rtl="0" algn="l">
              <a:lnSpc>
                <a:spcPct val="100000"/>
              </a:lnSpc>
              <a:spcBef>
                <a:spcPts val="0"/>
              </a:spcBef>
              <a:spcAft>
                <a:spcPts val="0"/>
              </a:spcAft>
              <a:buClr>
                <a:srgbClr val="000000"/>
              </a:buClr>
              <a:buSzPts val="1100"/>
              <a:buChar char="●"/>
            </a:pPr>
            <a:r>
              <a:rPr lang="en" sz="1100">
                <a:solidFill>
                  <a:srgbClr val="000000"/>
                </a:solidFill>
                <a:uFill>
                  <a:noFill/>
                </a:uFill>
                <a:hlinkClick r:id="rId4">
                  <a:extLst>
                    <a:ext uri="{A12FA001-AC4F-418D-AE19-62706E023703}">
                      <ahyp:hlinkClr val="tx"/>
                    </a:ext>
                  </a:extLst>
                </a:hlinkClick>
              </a:rPr>
              <a:t>School stationery blue items copy space background</a:t>
            </a:r>
            <a:endParaRPr sz="1100">
              <a:solidFill>
                <a:srgbClr val="000000"/>
              </a:solidFill>
            </a:endParaRPr>
          </a:p>
          <a:p>
            <a:pPr indent="-298450" lvl="0" marL="457200" rtl="0" algn="l">
              <a:lnSpc>
                <a:spcPct val="100000"/>
              </a:lnSpc>
              <a:spcBef>
                <a:spcPts val="0"/>
              </a:spcBef>
              <a:spcAft>
                <a:spcPts val="0"/>
              </a:spcAft>
              <a:buClr>
                <a:srgbClr val="000000"/>
              </a:buClr>
              <a:buSzPts val="1100"/>
              <a:buChar char="●"/>
            </a:pPr>
            <a:r>
              <a:rPr lang="en" sz="1100">
                <a:solidFill>
                  <a:srgbClr val="000000"/>
                </a:solidFill>
                <a:uFill>
                  <a:noFill/>
                </a:uFill>
                <a:hlinkClick r:id="rId5">
                  <a:extLst>
                    <a:ext uri="{A12FA001-AC4F-418D-AE19-62706E023703}">
                      <ahyp:hlinkClr val="tx"/>
                    </a:ext>
                  </a:extLst>
                </a:hlinkClick>
              </a:rPr>
              <a:t>Colourful math numbers and fractions</a:t>
            </a:r>
            <a:endParaRPr sz="1100">
              <a:solidFill>
                <a:srgbClr val="000000"/>
              </a:solidFill>
            </a:endParaRPr>
          </a:p>
          <a:p>
            <a:pPr indent="0" lvl="0" marL="0" rtl="0" algn="l">
              <a:lnSpc>
                <a:spcPct val="100000"/>
              </a:lnSpc>
              <a:spcBef>
                <a:spcPts val="1600"/>
              </a:spcBef>
              <a:spcAft>
                <a:spcPts val="0"/>
              </a:spcAft>
              <a:buNone/>
            </a:pPr>
            <a:r>
              <a:rPr b="1" lang="en" sz="1100">
                <a:solidFill>
                  <a:srgbClr val="FFFFFF"/>
                </a:solidFill>
                <a:highlight>
                  <a:schemeClr val="accent4"/>
                </a:highlight>
              </a:rPr>
              <a:t>Vectors:</a:t>
            </a:r>
            <a:endParaRPr b="1" sz="1100">
              <a:solidFill>
                <a:srgbClr val="FFFFFF"/>
              </a:solidFill>
              <a:highlight>
                <a:schemeClr val="accent4"/>
              </a:highlight>
            </a:endParaRPr>
          </a:p>
          <a:p>
            <a:pPr indent="-298450" lvl="0" marL="457200" rtl="0" algn="l">
              <a:lnSpc>
                <a:spcPct val="100000"/>
              </a:lnSpc>
              <a:spcBef>
                <a:spcPts val="1600"/>
              </a:spcBef>
              <a:spcAft>
                <a:spcPts val="0"/>
              </a:spcAft>
              <a:buClr>
                <a:srgbClr val="000000"/>
              </a:buClr>
              <a:buSzPts val="1100"/>
              <a:buChar char="●"/>
            </a:pPr>
            <a:r>
              <a:rPr lang="en" sz="1100">
                <a:solidFill>
                  <a:srgbClr val="000000"/>
                </a:solidFill>
                <a:uFill>
                  <a:noFill/>
                </a:uFill>
                <a:hlinkClick r:id="rId6">
                  <a:extLst>
                    <a:ext uri="{A12FA001-AC4F-418D-AE19-62706E023703}">
                      <ahyp:hlinkClr val="tx"/>
                    </a:ext>
                  </a:extLst>
                </a:hlinkClick>
              </a:rPr>
              <a:t>Cute counting game with school elements</a:t>
            </a:r>
            <a:endParaRPr sz="1100">
              <a:solidFill>
                <a:srgbClr val="000000"/>
              </a:solidFill>
            </a:endParaRPr>
          </a:p>
          <a:p>
            <a:pPr indent="-298450" lvl="0" marL="457200" rtl="0" algn="l">
              <a:lnSpc>
                <a:spcPct val="100000"/>
              </a:lnSpc>
              <a:spcBef>
                <a:spcPts val="0"/>
              </a:spcBef>
              <a:spcAft>
                <a:spcPts val="0"/>
              </a:spcAft>
              <a:buClr>
                <a:srgbClr val="000000"/>
              </a:buClr>
              <a:buSzPts val="1100"/>
              <a:buChar char="●"/>
            </a:pPr>
            <a:r>
              <a:rPr lang="en" sz="1100">
                <a:solidFill>
                  <a:srgbClr val="000000"/>
                </a:solidFill>
                <a:uFill>
                  <a:noFill/>
                </a:uFill>
                <a:hlinkClick r:id="rId7">
                  <a:extLst>
                    <a:ext uri="{A12FA001-AC4F-418D-AE19-62706E023703}">
                      <ahyp:hlinkClr val="tx"/>
                    </a:ext>
                  </a:extLst>
                </a:hlinkClick>
              </a:rPr>
              <a:t>Maze for kids with pirate and treasure</a:t>
            </a:r>
            <a:endParaRPr sz="1100">
              <a:solidFill>
                <a:srgbClr val="000000"/>
              </a:solidFill>
            </a:endParaRPr>
          </a:p>
          <a:p>
            <a:pPr indent="-298450" lvl="0" marL="457200" rtl="0" algn="l">
              <a:lnSpc>
                <a:spcPct val="100000"/>
              </a:lnSpc>
              <a:spcBef>
                <a:spcPts val="0"/>
              </a:spcBef>
              <a:spcAft>
                <a:spcPts val="0"/>
              </a:spcAft>
              <a:buClr>
                <a:srgbClr val="000000"/>
              </a:buClr>
              <a:buSzPts val="1100"/>
              <a:buChar char="●"/>
            </a:pPr>
            <a:r>
              <a:rPr lang="en" sz="1100">
                <a:solidFill>
                  <a:srgbClr val="000000"/>
                </a:solidFill>
                <a:uFill>
                  <a:noFill/>
                </a:uFill>
                <a:hlinkClick r:id="rId8">
                  <a:extLst>
                    <a:ext uri="{A12FA001-AC4F-418D-AE19-62706E023703}">
                      <ahyp:hlinkClr val="tx"/>
                    </a:ext>
                  </a:extLst>
                </a:hlinkClick>
              </a:rPr>
              <a:t>Character poses with skateboarder</a:t>
            </a:r>
            <a:endParaRPr sz="1100">
              <a:solidFill>
                <a:srgbClr val="000000"/>
              </a:solidFill>
            </a:endParaRPr>
          </a:p>
          <a:p>
            <a:pPr indent="0" lvl="0" marL="0" rtl="0" algn="l">
              <a:lnSpc>
                <a:spcPct val="100000"/>
              </a:lnSpc>
              <a:spcBef>
                <a:spcPts val="1600"/>
              </a:spcBef>
              <a:spcAft>
                <a:spcPts val="0"/>
              </a:spcAft>
              <a:buNone/>
            </a:pPr>
            <a:r>
              <a:rPr b="1" lang="en" sz="1100">
                <a:solidFill>
                  <a:srgbClr val="FFFFFF"/>
                </a:solidFill>
                <a:highlight>
                  <a:schemeClr val="accent4"/>
                </a:highlight>
              </a:rPr>
              <a:t>Icons:</a:t>
            </a:r>
            <a:endParaRPr b="1" sz="1100">
              <a:solidFill>
                <a:srgbClr val="FFFFFF"/>
              </a:solidFill>
              <a:highlight>
                <a:schemeClr val="accent4"/>
              </a:highlight>
            </a:endParaRPr>
          </a:p>
          <a:p>
            <a:pPr indent="-298450" lvl="0" marL="457200" rtl="0" algn="l">
              <a:lnSpc>
                <a:spcPct val="100000"/>
              </a:lnSpc>
              <a:spcBef>
                <a:spcPts val="1600"/>
              </a:spcBef>
              <a:spcAft>
                <a:spcPts val="0"/>
              </a:spcAft>
              <a:buClr>
                <a:srgbClr val="000000"/>
              </a:buClr>
              <a:buSzPts val="1100"/>
              <a:buChar char="●"/>
            </a:pPr>
            <a:r>
              <a:rPr lang="en" sz="1100">
                <a:solidFill>
                  <a:srgbClr val="000000"/>
                </a:solidFill>
                <a:uFill>
                  <a:noFill/>
                </a:uFill>
                <a:hlinkClick r:id="rId9">
                  <a:extLst>
                    <a:ext uri="{A12FA001-AC4F-418D-AE19-62706E023703}">
                      <ahyp:hlinkClr val="tx"/>
                    </a:ext>
                  </a:extLst>
                </a:hlinkClick>
              </a:rPr>
              <a:t>Back to school</a:t>
            </a:r>
            <a:endParaRPr sz="1100">
              <a:solidFill>
                <a:srgbClr val="000000"/>
              </a:solidFill>
            </a:endParaRPr>
          </a:p>
          <a:p>
            <a:pPr indent="-298450" lvl="0" marL="457200" rtl="0" algn="l">
              <a:lnSpc>
                <a:spcPct val="100000"/>
              </a:lnSpc>
              <a:spcBef>
                <a:spcPts val="0"/>
              </a:spcBef>
              <a:spcAft>
                <a:spcPts val="0"/>
              </a:spcAft>
              <a:buClr>
                <a:srgbClr val="000000"/>
              </a:buClr>
              <a:buSzPts val="1100"/>
              <a:buChar char="●"/>
            </a:pPr>
            <a:r>
              <a:rPr lang="en" sz="1100">
                <a:solidFill>
                  <a:srgbClr val="000000"/>
                </a:solidFill>
                <a:uFill>
                  <a:noFill/>
                </a:uFill>
                <a:hlinkClick r:id="rId10">
                  <a:extLst>
                    <a:ext uri="{A12FA001-AC4F-418D-AE19-62706E023703}">
                      <ahyp:hlinkClr val="tx"/>
                    </a:ext>
                  </a:extLst>
                </a:hlinkClick>
              </a:rPr>
              <a:t>Adventure</a:t>
            </a:r>
            <a:endParaRPr sz="1100">
              <a:solidFill>
                <a:srgbClr val="000000"/>
              </a:solidFill>
            </a:endParaRPr>
          </a:p>
          <a:p>
            <a:pPr indent="0" lvl="0" marL="0" rtl="0" algn="l">
              <a:lnSpc>
                <a:spcPct val="100000"/>
              </a:lnSpc>
              <a:spcBef>
                <a:spcPts val="1600"/>
              </a:spcBef>
              <a:spcAft>
                <a:spcPts val="1600"/>
              </a:spcAft>
              <a:buNone/>
            </a:pPr>
            <a:r>
              <a:t/>
            </a:r>
            <a:endParaRPr sz="1100">
              <a:solidFill>
                <a:srgbClr val="000000"/>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399" name="Shape 7399"/>
        <p:cNvGrpSpPr/>
        <p:nvPr/>
      </p:nvGrpSpPr>
      <p:grpSpPr>
        <a:xfrm>
          <a:off x="0" y="0"/>
          <a:ext cx="0" cy="0"/>
          <a:chOff x="0" y="0"/>
          <a:chExt cx="0" cy="0"/>
        </a:xfrm>
      </p:grpSpPr>
      <p:sp>
        <p:nvSpPr>
          <p:cNvPr id="7400" name="Google Shape;7400;p75"/>
          <p:cNvSpPr txBox="1"/>
          <p:nvPr>
            <p:ph idx="4294967295"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a:t>
            </a:r>
            <a:r>
              <a:rPr lang="en">
                <a:latin typeface="Arial"/>
                <a:ea typeface="Arial"/>
                <a:cs typeface="Arial"/>
                <a:sym typeface="Arial"/>
              </a:rPr>
              <a:t>free users)</a:t>
            </a:r>
            <a:endParaRPr>
              <a:solidFill>
                <a:srgbClr val="FFFFFF"/>
              </a:solidFill>
              <a:latin typeface="Arial"/>
              <a:ea typeface="Arial"/>
              <a:cs typeface="Arial"/>
              <a:sym typeface="Arial"/>
            </a:endParaRPr>
          </a:p>
        </p:txBody>
      </p:sp>
      <p:sp>
        <p:nvSpPr>
          <p:cNvPr id="7401" name="Google Shape;7401;p75"/>
          <p:cNvSpPr txBox="1"/>
          <p:nvPr>
            <p:ph idx="4294967295" type="body"/>
          </p:nvPr>
        </p:nvSpPr>
        <p:spPr>
          <a:xfrm>
            <a:off x="1048350" y="6902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credit </a:t>
            </a:r>
            <a:r>
              <a:rPr b="1" lang="en" sz="1000" u="sng">
                <a:solidFill>
                  <a:srgbClr val="869FB2"/>
                </a:solidFill>
                <a:latin typeface="Arial"/>
                <a:ea typeface="Arial"/>
                <a:cs typeface="Arial"/>
                <a:sym typeface="Arial"/>
              </a:rPr>
              <a:t>S</a:t>
            </a:r>
            <a:r>
              <a:rPr b="1" lang="en" u="sng">
                <a:solidFill>
                  <a:srgbClr val="869FB2"/>
                </a:solidFill>
                <a:latin typeface="Arial"/>
                <a:ea typeface="Arial"/>
                <a:cs typeface="Arial"/>
                <a:sym typeface="Arial"/>
                <a:hlinkClick r:id="rId3">
                  <a:extLst>
                    <a:ext uri="{A12FA001-AC4F-418D-AE19-62706E023703}">
                      <ahyp:hlinkClr val="tx"/>
                    </a:ext>
                  </a:extLst>
                </a:hlinkClick>
              </a:rPr>
              <a:t>lidesgo</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by keeping the Thanks slide.</a:t>
            </a:r>
            <a:endParaRPr>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000">
                <a:solidFill>
                  <a:srgbClr val="869FB2"/>
                </a:solidFill>
                <a:latin typeface="Arial"/>
                <a:ea typeface="Arial"/>
                <a:cs typeface="Arial"/>
                <a:sym typeface="Arial"/>
              </a:rPr>
              <a:t>You are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000">
                <a:solidFill>
                  <a:srgbClr val="869FB2"/>
                </a:solidFill>
                <a:latin typeface="Arial"/>
                <a:ea typeface="Arial"/>
                <a:cs typeface="Arial"/>
                <a:sym typeface="Arial"/>
              </a:rPr>
              <a:t>You are not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any of Slidesgo Content (or a modified version of Slidesgo Content).</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Delete the “Thanks” or “Credits” slide.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t/>
            </a:r>
            <a:endParaRPr sz="1000">
              <a:solidFill>
                <a:srgbClr val="FFFFFF"/>
              </a:solidFill>
              <a:latin typeface="Arial"/>
              <a:ea typeface="Arial"/>
              <a:cs typeface="Arial"/>
              <a:sym typeface="Arial"/>
            </a:endParaRPr>
          </a:p>
          <a:p>
            <a:pPr indent="0" lvl="0" marL="0" rtl="0" algn="ctr">
              <a:spcBef>
                <a:spcPts val="0"/>
              </a:spcBef>
              <a:spcAft>
                <a:spcPts val="0"/>
              </a:spcAft>
              <a:buNone/>
            </a:pPr>
            <a:r>
              <a:t/>
            </a:r>
            <a:endParaRPr sz="1000">
              <a:solidFill>
                <a:srgbClr val="435D74"/>
              </a:solidFill>
              <a:latin typeface="Arial"/>
              <a:ea typeface="Arial"/>
              <a:cs typeface="Arial"/>
              <a:sym typeface="Arial"/>
            </a:endParaRPr>
          </a:p>
          <a:p>
            <a:pPr indent="0" lvl="0" marL="0" rtl="0" algn="ctr">
              <a:spcBef>
                <a:spcPts val="0"/>
              </a:spcBef>
              <a:spcAft>
                <a:spcPts val="0"/>
              </a:spcAft>
              <a:buNone/>
            </a:pPr>
            <a:r>
              <a:t/>
            </a:r>
            <a:endParaRPr sz="1300">
              <a:solidFill>
                <a:srgbClr val="435D74"/>
              </a:solidFill>
              <a:latin typeface="Arial"/>
              <a:ea typeface="Arial"/>
              <a:cs typeface="Arial"/>
              <a:sym typeface="Arial"/>
            </a:endParaRPr>
          </a:p>
          <a:p>
            <a:pPr indent="0" lvl="0" marL="0" rtl="0" algn="l">
              <a:spcBef>
                <a:spcPts val="0"/>
              </a:spcBef>
              <a:spcAft>
                <a:spcPts val="0"/>
              </a:spcAft>
              <a:buNone/>
            </a:pPr>
            <a:r>
              <a:t/>
            </a:r>
            <a:endParaRPr sz="1300">
              <a:solidFill>
                <a:srgbClr val="435D74"/>
              </a:solidFill>
              <a:latin typeface="Arial"/>
              <a:ea typeface="Arial"/>
              <a:cs typeface="Arial"/>
              <a:sym typeface="Arial"/>
            </a:endParaRPr>
          </a:p>
        </p:txBody>
      </p:sp>
      <p:sp>
        <p:nvSpPr>
          <p:cNvPr id="7402" name="Google Shape;7402;p75"/>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406" name="Shape 7406"/>
        <p:cNvGrpSpPr/>
        <p:nvPr/>
      </p:nvGrpSpPr>
      <p:grpSpPr>
        <a:xfrm>
          <a:off x="0" y="0"/>
          <a:ext cx="0" cy="0"/>
          <a:chOff x="0" y="0"/>
          <a:chExt cx="0" cy="0"/>
        </a:xfrm>
      </p:grpSpPr>
      <p:sp>
        <p:nvSpPr>
          <p:cNvPr id="7407" name="Google Shape;7407;p76"/>
          <p:cNvSpPr txBox="1"/>
          <p:nvPr>
            <p:ph idx="4294967295"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(premium users)</a:t>
            </a:r>
            <a:endParaRPr>
              <a:solidFill>
                <a:srgbClr val="FFFFFF"/>
              </a:solidFill>
              <a:latin typeface="Arial"/>
              <a:ea typeface="Arial"/>
              <a:cs typeface="Arial"/>
              <a:sym typeface="Arial"/>
            </a:endParaRPr>
          </a:p>
        </p:txBody>
      </p:sp>
      <p:sp>
        <p:nvSpPr>
          <p:cNvPr id="7408" name="Google Shape;7408;p76"/>
          <p:cNvSpPr txBox="1"/>
          <p:nvPr>
            <p:ph idx="4294967295" type="body"/>
          </p:nvPr>
        </p:nvSpPr>
        <p:spPr>
          <a:xfrm>
            <a:off x="1048350" y="6902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be a Premium user on </a:t>
            </a:r>
            <a:r>
              <a:rPr b="1" lang="en" sz="1000" u="sng">
                <a:solidFill>
                  <a:srgbClr val="869FB2"/>
                </a:solidFill>
                <a:latin typeface="Arial"/>
                <a:ea typeface="Arial"/>
                <a:cs typeface="Arial"/>
                <a:sym typeface="Arial"/>
              </a:rPr>
              <a:t>S</a:t>
            </a:r>
            <a:r>
              <a:rPr b="1" lang="en" u="sng">
                <a:solidFill>
                  <a:srgbClr val="869FB2"/>
                </a:solidFill>
                <a:latin typeface="Arial"/>
                <a:ea typeface="Arial"/>
                <a:cs typeface="Arial"/>
                <a:sym typeface="Arial"/>
                <a:hlinkClick r:id="rId3">
                  <a:extLst>
                    <a:ext uri="{A12FA001-AC4F-418D-AE19-62706E023703}">
                      <ahyp:hlinkClr val="tx"/>
                    </a:ext>
                  </a:extLst>
                </a:hlinkClick>
              </a:rPr>
              <a:t>lidesgo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000">
                <a:solidFill>
                  <a:srgbClr val="869FB2"/>
                </a:solidFill>
                <a:latin typeface="Arial"/>
                <a:ea typeface="Arial"/>
                <a:cs typeface="Arial"/>
                <a:sym typeface="Arial"/>
              </a:rPr>
              <a:t>You are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Hide or delete the “Thanks” slide and the mention to Slidesgo in the credits.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Share this template in an editable format with people who are not part of your team.</a:t>
            </a:r>
            <a:endParaRPr sz="10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000">
                <a:solidFill>
                  <a:srgbClr val="869FB2"/>
                </a:solidFill>
                <a:latin typeface="Arial"/>
                <a:ea typeface="Arial"/>
                <a:cs typeface="Arial"/>
                <a:sym typeface="Arial"/>
              </a:rPr>
              <a:t>You are not allowed to:</a:t>
            </a:r>
            <a:endParaRPr b="1" sz="1000">
              <a:solidFill>
                <a:srgbClr val="869FB2"/>
              </a:solidFill>
              <a:latin typeface="Arial"/>
              <a:ea typeface="Arial"/>
              <a:cs typeface="Arial"/>
              <a:sym typeface="Arial"/>
            </a:endParaRPr>
          </a:p>
          <a:p>
            <a:pPr indent="-292100" lvl="0" marL="457200" rtl="0" algn="l">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this Slidesgo Template (or a modified version of this Slidesgo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p:txBody>
      </p:sp>
      <p:sp>
        <p:nvSpPr>
          <p:cNvPr id="7409" name="Google Shape;7409;p76"/>
          <p:cNvSpPr txBox="1"/>
          <p:nvPr>
            <p:ph idx="4294967295" type="body"/>
          </p:nvPr>
        </p:nvSpPr>
        <p:spPr>
          <a:xfrm>
            <a:off x="1048350" y="4314290"/>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rgbClr val="FFFFFF"/>
                </a:solidFill>
                <a:latin typeface="Arial"/>
                <a:ea typeface="Arial"/>
                <a:cs typeface="Arial"/>
                <a:sym typeface="Arial"/>
              </a:rPr>
              <a:t>For more information about editing slides, please </a:t>
            </a:r>
            <a:r>
              <a:rPr lang="en" sz="900">
                <a:solidFill>
                  <a:srgbClr val="FFFFFF"/>
                </a:solidFill>
                <a:latin typeface="Arial"/>
                <a:ea typeface="Arial"/>
                <a:cs typeface="Arial"/>
                <a:sym typeface="Arial"/>
              </a:rPr>
              <a:t>read </a:t>
            </a:r>
            <a:r>
              <a:rPr lang="en" sz="1000">
                <a:solidFill>
                  <a:srgbClr val="FFFFFF"/>
                </a:solidFill>
                <a:latin typeface="Arial"/>
                <a:ea typeface="Arial"/>
                <a:cs typeface="Arial"/>
                <a:sym typeface="Arial"/>
              </a:rPr>
              <a:t>our FAQs or visit Slidesgo School:</a:t>
            </a:r>
            <a:endParaRPr sz="1000">
              <a:solidFill>
                <a:srgbClr val="FFFFFF"/>
              </a:solidFill>
              <a:latin typeface="Arial"/>
              <a:ea typeface="Arial"/>
              <a:cs typeface="Arial"/>
              <a:sym typeface="Arial"/>
            </a:endParaRPr>
          </a:p>
          <a:p>
            <a:pPr indent="0" lvl="0" marL="0" rtl="0" algn="ctr">
              <a:spcBef>
                <a:spcPts val="0"/>
              </a:spcBef>
              <a:spcAft>
                <a:spcPts val="0"/>
              </a:spcAft>
              <a:buNone/>
            </a:pPr>
            <a:r>
              <a:rPr lang="en" sz="10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200">
                <a:solidFill>
                  <a:srgbClr val="FFFFFF"/>
                </a:solidFill>
                <a:latin typeface="Arial"/>
                <a:ea typeface="Arial"/>
                <a:cs typeface="Arial"/>
                <a:sym typeface="Arial"/>
              </a:rPr>
              <a:t> </a:t>
            </a:r>
            <a:r>
              <a:rPr lang="en" sz="1000">
                <a:solidFill>
                  <a:srgbClr val="FFFFFF"/>
                </a:solidFill>
                <a:latin typeface="Arial"/>
                <a:ea typeface="Arial"/>
                <a:cs typeface="Arial"/>
                <a:sym typeface="Arial"/>
              </a:rPr>
              <a:t>and</a:t>
            </a:r>
            <a:r>
              <a:rPr lang="en" sz="1200">
                <a:solidFill>
                  <a:srgbClr val="FFFFFF"/>
                </a:solidFill>
                <a:latin typeface="Arial"/>
                <a:ea typeface="Arial"/>
                <a:cs typeface="Arial"/>
                <a:sym typeface="Arial"/>
              </a:rPr>
              <a:t> </a:t>
            </a:r>
            <a:r>
              <a:rPr lang="en" sz="10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000" u="sng">
              <a:solidFill>
                <a:srgbClr val="869FB2"/>
              </a:solidFill>
              <a:latin typeface="Arial"/>
              <a:ea typeface="Arial"/>
              <a:cs typeface="Arial"/>
              <a:sym typeface="Aria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413" name="Shape 7413"/>
        <p:cNvGrpSpPr/>
        <p:nvPr/>
      </p:nvGrpSpPr>
      <p:grpSpPr>
        <a:xfrm>
          <a:off x="0" y="0"/>
          <a:ext cx="0" cy="0"/>
          <a:chOff x="0" y="0"/>
          <a:chExt cx="0" cy="0"/>
        </a:xfrm>
      </p:grpSpPr>
      <p:sp>
        <p:nvSpPr>
          <p:cNvPr id="7414" name="Google Shape;7414;p77"/>
          <p:cNvSpPr txBox="1"/>
          <p:nvPr>
            <p:ph idx="4294967295" type="title"/>
          </p:nvPr>
        </p:nvSpPr>
        <p:spPr>
          <a:xfrm>
            <a:off x="1048350" y="448675"/>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7415" name="Google Shape;7415;p77"/>
          <p:cNvSpPr txBox="1"/>
          <p:nvPr>
            <p:ph idx="4294967295" type="body"/>
          </p:nvPr>
        </p:nvSpPr>
        <p:spPr>
          <a:xfrm>
            <a:off x="1068100" y="952150"/>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7416" name="Google Shape;7416;p77"/>
          <p:cNvSpPr txBox="1"/>
          <p:nvPr>
            <p:ph idx="4294967295" type="body"/>
          </p:nvPr>
        </p:nvSpPr>
        <p:spPr>
          <a:xfrm>
            <a:off x="1068100" y="1413324"/>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2"/>
                </a:solidFill>
                <a:latin typeface="Arial"/>
                <a:ea typeface="Arial"/>
                <a:cs typeface="Arial"/>
                <a:sym typeface="Arial"/>
              </a:rPr>
              <a:t>Bahiana</a:t>
            </a:r>
            <a:endParaRPr b="1">
              <a:solidFill>
                <a:schemeClr val="lt2"/>
              </a:solidFill>
              <a:latin typeface="Arial"/>
              <a:ea typeface="Arial"/>
              <a:cs typeface="Arial"/>
              <a:sym typeface="Arial"/>
            </a:endParaRPr>
          </a:p>
          <a:p>
            <a:pPr indent="0" lvl="0" marL="0" rtl="0" algn="ctr">
              <a:spcBef>
                <a:spcPts val="0"/>
              </a:spcBef>
              <a:spcAft>
                <a:spcPts val="0"/>
              </a:spcAft>
              <a:buNone/>
            </a:pPr>
            <a:r>
              <a:rPr lang="en">
                <a:solidFill>
                  <a:schemeClr val="lt2"/>
                </a:solidFill>
                <a:latin typeface="Arial"/>
                <a:ea typeface="Arial"/>
                <a:cs typeface="Arial"/>
                <a:sym typeface="Arial"/>
              </a:rPr>
              <a:t>(</a:t>
            </a:r>
            <a:r>
              <a:rPr lang="en">
                <a:solidFill>
                  <a:schemeClr val="lt2"/>
                </a:solidFill>
                <a:uFill>
                  <a:noFill/>
                </a:uFill>
                <a:latin typeface="Arial"/>
                <a:ea typeface="Arial"/>
                <a:cs typeface="Arial"/>
                <a:sym typeface="Arial"/>
                <a:hlinkClick r:id="rId3">
                  <a:extLst>
                    <a:ext uri="{A12FA001-AC4F-418D-AE19-62706E023703}">
                      <ahyp:hlinkClr val="tx"/>
                    </a:ext>
                  </a:extLst>
                </a:hlinkClick>
              </a:rPr>
              <a:t>https://fonts.google.com/specimen/Bahiana</a:t>
            </a:r>
            <a:r>
              <a:rPr lang="en">
                <a:solidFill>
                  <a:schemeClr val="lt2"/>
                </a:solidFill>
                <a:latin typeface="Arial"/>
                <a:ea typeface="Arial"/>
                <a:cs typeface="Arial"/>
                <a:sym typeface="Arial"/>
              </a:rPr>
              <a:t>)</a:t>
            </a:r>
            <a:endParaRPr>
              <a:solidFill>
                <a:schemeClr val="lt2"/>
              </a:solidFill>
              <a:latin typeface="Arial"/>
              <a:ea typeface="Arial"/>
              <a:cs typeface="Arial"/>
              <a:sym typeface="Arial"/>
            </a:endParaRPr>
          </a:p>
          <a:p>
            <a:pPr indent="0" lvl="0" marL="0" rtl="0" algn="ctr">
              <a:spcBef>
                <a:spcPts val="0"/>
              </a:spcBef>
              <a:spcAft>
                <a:spcPts val="0"/>
              </a:spcAft>
              <a:buNone/>
            </a:pPr>
            <a:r>
              <a:t/>
            </a:r>
            <a:endParaRPr sz="800">
              <a:solidFill>
                <a:schemeClr val="lt2"/>
              </a:solidFill>
              <a:latin typeface="Arial"/>
              <a:ea typeface="Arial"/>
              <a:cs typeface="Arial"/>
              <a:sym typeface="Arial"/>
            </a:endParaRPr>
          </a:p>
          <a:p>
            <a:pPr indent="0" lvl="0" marL="0" rtl="0" algn="ctr">
              <a:spcBef>
                <a:spcPts val="0"/>
              </a:spcBef>
              <a:spcAft>
                <a:spcPts val="0"/>
              </a:spcAft>
              <a:buNone/>
            </a:pPr>
            <a:r>
              <a:rPr b="1" lang="en">
                <a:solidFill>
                  <a:schemeClr val="lt2"/>
                </a:solidFill>
                <a:latin typeface="Arial"/>
                <a:ea typeface="Arial"/>
                <a:cs typeface="Arial"/>
                <a:sym typeface="Arial"/>
              </a:rPr>
              <a:t>Didact Gothic</a:t>
            </a:r>
            <a:endParaRPr b="1">
              <a:solidFill>
                <a:schemeClr val="lt2"/>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2"/>
                </a:solidFill>
                <a:latin typeface="Arial"/>
                <a:ea typeface="Arial"/>
                <a:cs typeface="Arial"/>
                <a:sym typeface="Arial"/>
              </a:rPr>
              <a:t>(</a:t>
            </a:r>
            <a:r>
              <a:rPr lang="en">
                <a:solidFill>
                  <a:schemeClr val="lt2"/>
                </a:solidFill>
                <a:uFill>
                  <a:noFill/>
                </a:uFill>
                <a:latin typeface="Arial"/>
                <a:ea typeface="Arial"/>
                <a:cs typeface="Arial"/>
                <a:sym typeface="Arial"/>
                <a:hlinkClick r:id="rId4">
                  <a:extLst>
                    <a:ext uri="{A12FA001-AC4F-418D-AE19-62706E023703}">
                      <ahyp:hlinkClr val="tx"/>
                    </a:ext>
                  </a:extLst>
                </a:hlinkClick>
              </a:rPr>
              <a:t>https://fonts.google.com/specimen/Didact+Gothic</a:t>
            </a:r>
            <a:r>
              <a:rPr lang="en">
                <a:solidFill>
                  <a:schemeClr val="lt2"/>
                </a:solidFill>
                <a:latin typeface="Arial"/>
                <a:ea typeface="Arial"/>
                <a:cs typeface="Arial"/>
                <a:sym typeface="Arial"/>
              </a:rPr>
              <a:t>)</a:t>
            </a:r>
            <a:endParaRPr>
              <a:solidFill>
                <a:schemeClr val="lt2"/>
              </a:solidFill>
              <a:latin typeface="Arial"/>
              <a:ea typeface="Arial"/>
              <a:cs typeface="Arial"/>
              <a:sym typeface="Arial"/>
            </a:endParaRPr>
          </a:p>
        </p:txBody>
      </p:sp>
      <p:sp>
        <p:nvSpPr>
          <p:cNvPr id="7417" name="Google Shape;7417;p77"/>
          <p:cNvSpPr/>
          <p:nvPr/>
        </p:nvSpPr>
        <p:spPr>
          <a:xfrm>
            <a:off x="3021317" y="2803850"/>
            <a:ext cx="842100" cy="802500"/>
          </a:xfrm>
          <a:prstGeom prst="roundRect">
            <a:avLst>
              <a:gd fmla="val 16667" name="adj"/>
            </a:avLst>
          </a:prstGeom>
          <a:solidFill>
            <a:srgbClr val="72B5C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7"/>
          <p:cNvSpPr/>
          <p:nvPr/>
        </p:nvSpPr>
        <p:spPr>
          <a:xfrm>
            <a:off x="4151002" y="2803850"/>
            <a:ext cx="842100" cy="802500"/>
          </a:xfrm>
          <a:prstGeom prst="roundRect">
            <a:avLst>
              <a:gd fmla="val 16667" name="adj"/>
            </a:avLst>
          </a:prstGeom>
          <a:solidFill>
            <a:srgbClr val="A8E1F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7"/>
          <p:cNvSpPr/>
          <p:nvPr/>
        </p:nvSpPr>
        <p:spPr>
          <a:xfrm>
            <a:off x="5280688" y="2803850"/>
            <a:ext cx="842100" cy="802500"/>
          </a:xfrm>
          <a:prstGeom prst="roundRect">
            <a:avLst>
              <a:gd fmla="val 16667" name="adj"/>
            </a:avLst>
          </a:prstGeom>
          <a:solidFill>
            <a:srgbClr val="9F749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7"/>
          <p:cNvSpPr/>
          <p:nvPr/>
        </p:nvSpPr>
        <p:spPr>
          <a:xfrm>
            <a:off x="1891626" y="2803850"/>
            <a:ext cx="842100" cy="802500"/>
          </a:xfrm>
          <a:prstGeom prst="roundRect">
            <a:avLst>
              <a:gd fmla="val 16667" name="adj"/>
            </a:avLst>
          </a:prstGeom>
          <a:solidFill>
            <a:srgbClr val="629CA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7"/>
          <p:cNvSpPr txBox="1"/>
          <p:nvPr/>
        </p:nvSpPr>
        <p:spPr>
          <a:xfrm>
            <a:off x="3021317" y="2970944"/>
            <a:ext cx="842100" cy="468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#72b5ca</a:t>
            </a:r>
            <a:endParaRPr sz="1000">
              <a:solidFill>
                <a:srgbClr val="FFFFFF"/>
              </a:solidFill>
            </a:endParaRPr>
          </a:p>
        </p:txBody>
      </p:sp>
      <p:sp>
        <p:nvSpPr>
          <p:cNvPr id="7422" name="Google Shape;7422;p77"/>
          <p:cNvSpPr txBox="1"/>
          <p:nvPr/>
        </p:nvSpPr>
        <p:spPr>
          <a:xfrm>
            <a:off x="4151008" y="2970944"/>
            <a:ext cx="842100" cy="468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2"/>
                </a:solidFill>
              </a:rPr>
              <a:t>#a8e1f2</a:t>
            </a:r>
            <a:endParaRPr sz="1000">
              <a:solidFill>
                <a:schemeClr val="dk2"/>
              </a:solidFill>
            </a:endParaRPr>
          </a:p>
        </p:txBody>
      </p:sp>
      <p:sp>
        <p:nvSpPr>
          <p:cNvPr id="7423" name="Google Shape;7423;p77"/>
          <p:cNvSpPr txBox="1"/>
          <p:nvPr/>
        </p:nvSpPr>
        <p:spPr>
          <a:xfrm>
            <a:off x="5280699" y="2970944"/>
            <a:ext cx="842100" cy="468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#9f7494</a:t>
            </a:r>
            <a:endParaRPr sz="1000">
              <a:solidFill>
                <a:srgbClr val="FFFFFF"/>
              </a:solidFill>
            </a:endParaRPr>
          </a:p>
        </p:txBody>
      </p:sp>
      <p:sp>
        <p:nvSpPr>
          <p:cNvPr id="7424" name="Google Shape;7424;p77"/>
          <p:cNvSpPr txBox="1"/>
          <p:nvPr/>
        </p:nvSpPr>
        <p:spPr>
          <a:xfrm>
            <a:off x="1891626" y="2970944"/>
            <a:ext cx="842100" cy="468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#629cae</a:t>
            </a:r>
            <a:endParaRPr sz="1000">
              <a:solidFill>
                <a:srgbClr val="FFFFFF"/>
              </a:solidFill>
            </a:endParaRPr>
          </a:p>
        </p:txBody>
      </p:sp>
      <p:sp>
        <p:nvSpPr>
          <p:cNvPr id="7425" name="Google Shape;7425;p77"/>
          <p:cNvSpPr/>
          <p:nvPr/>
        </p:nvSpPr>
        <p:spPr>
          <a:xfrm>
            <a:off x="1891639" y="3770240"/>
            <a:ext cx="842100" cy="802500"/>
          </a:xfrm>
          <a:prstGeom prst="roundRect">
            <a:avLst>
              <a:gd fmla="val 16667" name="adj"/>
            </a:avLst>
          </a:prstGeom>
          <a:solidFill>
            <a:srgbClr val="E6C7D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7"/>
          <p:cNvSpPr/>
          <p:nvPr/>
        </p:nvSpPr>
        <p:spPr>
          <a:xfrm>
            <a:off x="3021325" y="3770240"/>
            <a:ext cx="842100" cy="802500"/>
          </a:xfrm>
          <a:prstGeom prst="roundRect">
            <a:avLst>
              <a:gd fmla="val 16667" name="adj"/>
            </a:avLst>
          </a:prstGeom>
          <a:solidFill>
            <a:srgbClr val="C4425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7"/>
          <p:cNvSpPr/>
          <p:nvPr/>
        </p:nvSpPr>
        <p:spPr>
          <a:xfrm>
            <a:off x="4151010" y="3770240"/>
            <a:ext cx="842100" cy="802500"/>
          </a:xfrm>
          <a:prstGeom prst="roundRect">
            <a:avLst>
              <a:gd fmla="val 16667" name="adj"/>
            </a:avLst>
          </a:prstGeom>
          <a:solidFill>
            <a:srgbClr val="FF657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7"/>
          <p:cNvSpPr/>
          <p:nvPr/>
        </p:nvSpPr>
        <p:spPr>
          <a:xfrm>
            <a:off x="6410390" y="2803850"/>
            <a:ext cx="842100" cy="802500"/>
          </a:xfrm>
          <a:prstGeom prst="roundRect">
            <a:avLst>
              <a:gd fmla="val 16667" name="adj"/>
            </a:avLst>
          </a:prstGeom>
          <a:solidFill>
            <a:srgbClr val="B885A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7"/>
          <p:cNvSpPr txBox="1"/>
          <p:nvPr/>
        </p:nvSpPr>
        <p:spPr>
          <a:xfrm>
            <a:off x="1891639" y="3937334"/>
            <a:ext cx="842100" cy="468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2"/>
                </a:solidFill>
              </a:rPr>
              <a:t>#e6c7de</a:t>
            </a:r>
            <a:endParaRPr sz="1000">
              <a:solidFill>
                <a:schemeClr val="dk2"/>
              </a:solidFill>
            </a:endParaRPr>
          </a:p>
        </p:txBody>
      </p:sp>
      <p:sp>
        <p:nvSpPr>
          <p:cNvPr id="7430" name="Google Shape;7430;p77"/>
          <p:cNvSpPr txBox="1"/>
          <p:nvPr/>
        </p:nvSpPr>
        <p:spPr>
          <a:xfrm>
            <a:off x="3021331" y="3937334"/>
            <a:ext cx="842100" cy="468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#c44253</a:t>
            </a:r>
            <a:endParaRPr sz="1000">
              <a:solidFill>
                <a:srgbClr val="FFFFFF"/>
              </a:solidFill>
            </a:endParaRPr>
          </a:p>
        </p:txBody>
      </p:sp>
      <p:sp>
        <p:nvSpPr>
          <p:cNvPr id="7431" name="Google Shape;7431;p77"/>
          <p:cNvSpPr txBox="1"/>
          <p:nvPr/>
        </p:nvSpPr>
        <p:spPr>
          <a:xfrm>
            <a:off x="4151022" y="3937334"/>
            <a:ext cx="842100" cy="468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#ff657d</a:t>
            </a:r>
            <a:endParaRPr sz="1000">
              <a:solidFill>
                <a:srgbClr val="FFFFFF"/>
              </a:solidFill>
            </a:endParaRPr>
          </a:p>
        </p:txBody>
      </p:sp>
      <p:sp>
        <p:nvSpPr>
          <p:cNvPr id="7432" name="Google Shape;7432;p77"/>
          <p:cNvSpPr txBox="1"/>
          <p:nvPr/>
        </p:nvSpPr>
        <p:spPr>
          <a:xfrm>
            <a:off x="6410390" y="2970944"/>
            <a:ext cx="842100" cy="468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#b885ab</a:t>
            </a:r>
            <a:endParaRPr sz="1000">
              <a:solidFill>
                <a:srgbClr val="FFFFFF"/>
              </a:solidFill>
            </a:endParaRPr>
          </a:p>
        </p:txBody>
      </p:sp>
      <p:sp>
        <p:nvSpPr>
          <p:cNvPr id="7433" name="Google Shape;7433;p77"/>
          <p:cNvSpPr/>
          <p:nvPr/>
        </p:nvSpPr>
        <p:spPr>
          <a:xfrm>
            <a:off x="5280699" y="3770240"/>
            <a:ext cx="842100" cy="802500"/>
          </a:xfrm>
          <a:prstGeom prst="roundRect">
            <a:avLst>
              <a:gd fmla="val 16667" name="adj"/>
            </a:avLst>
          </a:prstGeom>
          <a:solidFill>
            <a:srgbClr val="FAC53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7"/>
          <p:cNvSpPr txBox="1"/>
          <p:nvPr/>
        </p:nvSpPr>
        <p:spPr>
          <a:xfrm>
            <a:off x="5280710" y="3937334"/>
            <a:ext cx="842100" cy="468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#fac539</a:t>
            </a:r>
            <a:endParaRPr sz="1000">
              <a:solidFill>
                <a:srgbClr val="FFFFFF"/>
              </a:solidFill>
            </a:endParaRPr>
          </a:p>
        </p:txBody>
      </p:sp>
      <p:sp>
        <p:nvSpPr>
          <p:cNvPr id="7435" name="Google Shape;7435;p77"/>
          <p:cNvSpPr/>
          <p:nvPr/>
        </p:nvSpPr>
        <p:spPr>
          <a:xfrm>
            <a:off x="6410369" y="3770240"/>
            <a:ext cx="842100" cy="802500"/>
          </a:xfrm>
          <a:prstGeom prst="roundRect">
            <a:avLst>
              <a:gd fmla="val 16667" name="adj"/>
            </a:avLst>
          </a:prstGeom>
          <a:solidFill>
            <a:srgbClr val="FFE15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7"/>
          <p:cNvSpPr txBox="1"/>
          <p:nvPr/>
        </p:nvSpPr>
        <p:spPr>
          <a:xfrm>
            <a:off x="6410380" y="3937334"/>
            <a:ext cx="842100" cy="468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2"/>
                </a:solidFill>
              </a:rPr>
              <a:t>#ffe15f</a:t>
            </a:r>
            <a:endParaRPr sz="1000">
              <a:solidFill>
                <a:schemeClr val="dk2"/>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440" name="Shape 7440"/>
        <p:cNvGrpSpPr/>
        <p:nvPr/>
      </p:nvGrpSpPr>
      <p:grpSpPr>
        <a:xfrm>
          <a:off x="0" y="0"/>
          <a:ext cx="0" cy="0"/>
          <a:chOff x="0" y="0"/>
          <a:chExt cx="0" cy="0"/>
        </a:xfrm>
      </p:grpSpPr>
      <p:sp>
        <p:nvSpPr>
          <p:cNvPr id="7441" name="Google Shape;7441;p78"/>
          <p:cNvSpPr txBox="1"/>
          <p:nvPr/>
        </p:nvSpPr>
        <p:spPr>
          <a:xfrm>
            <a:off x="1068100" y="66640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Storyset</a:t>
            </a:r>
            <a:endParaRPr sz="2400">
              <a:solidFill>
                <a:srgbClr val="FFFFFF"/>
              </a:solidFill>
            </a:endParaRPr>
          </a:p>
        </p:txBody>
      </p:sp>
      <p:sp>
        <p:nvSpPr>
          <p:cNvPr id="7442" name="Google Shape;7442;p78"/>
          <p:cNvSpPr txBox="1"/>
          <p:nvPr/>
        </p:nvSpPr>
        <p:spPr>
          <a:xfrm>
            <a:off x="1252436" y="1169999"/>
            <a:ext cx="6630900" cy="318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7443" name="Google Shape;7443;p78"/>
          <p:cNvPicPr preferRelativeResize="0"/>
          <p:nvPr/>
        </p:nvPicPr>
        <p:blipFill rotWithShape="1">
          <a:blip r:embed="rId4">
            <a:alphaModFix/>
          </a:blip>
          <a:srcRect b="16547" l="0" r="0" t="16541"/>
          <a:stretch/>
        </p:blipFill>
        <p:spPr>
          <a:xfrm>
            <a:off x="510820" y="2688639"/>
            <a:ext cx="1606719" cy="1075073"/>
          </a:xfrm>
          <a:prstGeom prst="rect">
            <a:avLst/>
          </a:prstGeom>
          <a:noFill/>
          <a:ln>
            <a:noFill/>
          </a:ln>
        </p:spPr>
      </p:pic>
      <p:sp>
        <p:nvSpPr>
          <p:cNvPr id="7444" name="Google Shape;7444;p78"/>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5">
                  <a:extLst>
                    <a:ext uri="{A12FA001-AC4F-418D-AE19-62706E023703}">
                      <ahyp:hlinkClr val="tx"/>
                    </a:ext>
                  </a:extLst>
                </a:hlinkClick>
              </a:rPr>
              <a:t>Pana</a:t>
            </a:r>
            <a:endParaRPr>
              <a:solidFill>
                <a:srgbClr val="869FB2"/>
              </a:solidFill>
            </a:endParaRPr>
          </a:p>
        </p:txBody>
      </p:sp>
      <p:sp>
        <p:nvSpPr>
          <p:cNvPr id="7445" name="Google Shape;7445;p78"/>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Amico</a:t>
            </a:r>
            <a:endParaRPr>
              <a:solidFill>
                <a:srgbClr val="869FB2"/>
              </a:solidFill>
            </a:endParaRPr>
          </a:p>
        </p:txBody>
      </p:sp>
      <p:sp>
        <p:nvSpPr>
          <p:cNvPr id="7446" name="Google Shape;7446;p78"/>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7">
                  <a:extLst>
                    <a:ext uri="{A12FA001-AC4F-418D-AE19-62706E023703}">
                      <ahyp:hlinkClr val="tx"/>
                    </a:ext>
                  </a:extLst>
                </a:hlinkClick>
              </a:rPr>
              <a:t>Bro</a:t>
            </a:r>
            <a:endParaRPr>
              <a:solidFill>
                <a:srgbClr val="869FB2"/>
              </a:solidFill>
            </a:endParaRPr>
          </a:p>
        </p:txBody>
      </p:sp>
      <p:sp>
        <p:nvSpPr>
          <p:cNvPr id="7447" name="Google Shape;7447;p78"/>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Rafiki</a:t>
            </a:r>
            <a:endParaRPr>
              <a:solidFill>
                <a:srgbClr val="869FB2"/>
              </a:solidFill>
            </a:endParaRPr>
          </a:p>
        </p:txBody>
      </p:sp>
      <p:pic>
        <p:nvPicPr>
          <p:cNvPr id="7448" name="Google Shape;7448;p78"/>
          <p:cNvPicPr preferRelativeResize="0"/>
          <p:nvPr/>
        </p:nvPicPr>
        <p:blipFill rotWithShape="1">
          <a:blip r:embed="rId9">
            <a:alphaModFix/>
          </a:blip>
          <a:srcRect b="0" l="0" r="0" t="0"/>
          <a:stretch/>
        </p:blipFill>
        <p:spPr>
          <a:xfrm>
            <a:off x="2255077" y="2410850"/>
            <a:ext cx="1340595" cy="1340603"/>
          </a:xfrm>
          <a:prstGeom prst="rect">
            <a:avLst/>
          </a:prstGeom>
          <a:noFill/>
          <a:ln>
            <a:noFill/>
          </a:ln>
        </p:spPr>
      </p:pic>
      <p:pic>
        <p:nvPicPr>
          <p:cNvPr id="7449" name="Google Shape;7449;p78"/>
          <p:cNvPicPr preferRelativeResize="0"/>
          <p:nvPr/>
        </p:nvPicPr>
        <p:blipFill rotWithShape="1">
          <a:blip r:embed="rId10">
            <a:alphaModFix/>
          </a:blip>
          <a:srcRect b="8855" l="4195" r="4213" t="11228"/>
          <a:stretch/>
        </p:blipFill>
        <p:spPr>
          <a:xfrm>
            <a:off x="3774275" y="2532512"/>
            <a:ext cx="1448304" cy="1263588"/>
          </a:xfrm>
          <a:prstGeom prst="rect">
            <a:avLst/>
          </a:prstGeom>
          <a:noFill/>
          <a:ln>
            <a:noFill/>
          </a:ln>
        </p:spPr>
      </p:pic>
      <p:pic>
        <p:nvPicPr>
          <p:cNvPr id="7450" name="Google Shape;7450;p78"/>
          <p:cNvPicPr preferRelativeResize="0"/>
          <p:nvPr/>
        </p:nvPicPr>
        <p:blipFill rotWithShape="1">
          <a:blip r:embed="rId11">
            <a:alphaModFix/>
          </a:blip>
          <a:srcRect b="11946" l="0" r="0" t="6568"/>
          <a:stretch/>
        </p:blipFill>
        <p:spPr>
          <a:xfrm>
            <a:off x="5347337" y="2581527"/>
            <a:ext cx="1448284" cy="1180164"/>
          </a:xfrm>
          <a:prstGeom prst="rect">
            <a:avLst/>
          </a:prstGeom>
          <a:noFill/>
          <a:ln>
            <a:noFill/>
          </a:ln>
        </p:spPr>
      </p:pic>
      <p:pic>
        <p:nvPicPr>
          <p:cNvPr id="7451" name="Google Shape;7451;p78"/>
          <p:cNvPicPr preferRelativeResize="0"/>
          <p:nvPr/>
        </p:nvPicPr>
        <p:blipFill rotWithShape="1">
          <a:blip r:embed="rId12">
            <a:alphaModFix/>
          </a:blip>
          <a:srcRect b="17968" l="0" r="0" t="11709"/>
          <a:stretch/>
        </p:blipFill>
        <p:spPr>
          <a:xfrm>
            <a:off x="6836257" y="2523903"/>
            <a:ext cx="1796923" cy="1263600"/>
          </a:xfrm>
          <a:prstGeom prst="rect">
            <a:avLst/>
          </a:prstGeom>
          <a:noFill/>
          <a:ln>
            <a:noFill/>
          </a:ln>
        </p:spPr>
      </p:pic>
      <p:sp>
        <p:nvSpPr>
          <p:cNvPr id="7452" name="Google Shape;7452;p78"/>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3">
                  <a:extLst>
                    <a:ext uri="{A12FA001-AC4F-418D-AE19-62706E023703}">
                      <ahyp:hlinkClr val="tx"/>
                    </a:ext>
                  </a:extLst>
                </a:hlinkClick>
              </a:rPr>
              <a:t>Cuate</a:t>
            </a:r>
            <a:endParaRPr>
              <a:solidFill>
                <a:srgbClr val="869FB2"/>
              </a:solidFill>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456" name="Shape 7456"/>
        <p:cNvGrpSpPr/>
        <p:nvPr/>
      </p:nvGrpSpPr>
      <p:grpSpPr>
        <a:xfrm>
          <a:off x="0" y="0"/>
          <a:ext cx="0" cy="0"/>
          <a:chOff x="0" y="0"/>
          <a:chExt cx="0" cy="0"/>
        </a:xfrm>
      </p:grpSpPr>
      <p:sp>
        <p:nvSpPr>
          <p:cNvPr id="7457" name="Google Shape;7457;p79"/>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7458" name="Google Shape;7458;p79"/>
          <p:cNvGrpSpPr/>
          <p:nvPr/>
        </p:nvGrpSpPr>
        <p:grpSpPr>
          <a:xfrm>
            <a:off x="5156078" y="3085736"/>
            <a:ext cx="474294" cy="551291"/>
            <a:chOff x="4727025" y="1332775"/>
            <a:chExt cx="59900" cy="69625"/>
          </a:xfrm>
        </p:grpSpPr>
        <p:sp>
          <p:nvSpPr>
            <p:cNvPr id="7459" name="Google Shape;7459;p79"/>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9"/>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1" name="Google Shape;7461;p79"/>
          <p:cNvGrpSpPr/>
          <p:nvPr/>
        </p:nvGrpSpPr>
        <p:grpSpPr>
          <a:xfrm>
            <a:off x="5769734" y="2314340"/>
            <a:ext cx="555653" cy="557031"/>
            <a:chOff x="4820425" y="1329900"/>
            <a:chExt cx="70175" cy="70350"/>
          </a:xfrm>
        </p:grpSpPr>
        <p:sp>
          <p:nvSpPr>
            <p:cNvPr id="7462" name="Google Shape;7462;p79"/>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9"/>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9"/>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9"/>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6" name="Google Shape;7466;p79"/>
          <p:cNvGrpSpPr/>
          <p:nvPr/>
        </p:nvGrpSpPr>
        <p:grpSpPr>
          <a:xfrm>
            <a:off x="6396103" y="2318845"/>
            <a:ext cx="582574" cy="533871"/>
            <a:chOff x="4903200" y="1331525"/>
            <a:chExt cx="73575" cy="67425"/>
          </a:xfrm>
        </p:grpSpPr>
        <p:sp>
          <p:nvSpPr>
            <p:cNvPr id="7467" name="Google Shape;7467;p79"/>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9"/>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9" name="Google Shape;7469;p79"/>
          <p:cNvGrpSpPr/>
          <p:nvPr/>
        </p:nvGrpSpPr>
        <p:grpSpPr>
          <a:xfrm>
            <a:off x="5755581" y="3078709"/>
            <a:ext cx="583960" cy="565345"/>
            <a:chOff x="4815575" y="1416800"/>
            <a:chExt cx="73750" cy="71400"/>
          </a:xfrm>
        </p:grpSpPr>
        <p:sp>
          <p:nvSpPr>
            <p:cNvPr id="7470" name="Google Shape;7470;p79"/>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9"/>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9"/>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3" name="Google Shape;7473;p79"/>
          <p:cNvGrpSpPr/>
          <p:nvPr/>
        </p:nvGrpSpPr>
        <p:grpSpPr>
          <a:xfrm>
            <a:off x="6390362" y="3108896"/>
            <a:ext cx="589898" cy="504970"/>
            <a:chOff x="4902475" y="1418875"/>
            <a:chExt cx="74500" cy="63775"/>
          </a:xfrm>
        </p:grpSpPr>
        <p:sp>
          <p:nvSpPr>
            <p:cNvPr id="7474" name="Google Shape;7474;p79"/>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9"/>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6" name="Google Shape;7476;p79"/>
          <p:cNvGrpSpPr/>
          <p:nvPr/>
        </p:nvGrpSpPr>
        <p:grpSpPr>
          <a:xfrm>
            <a:off x="5765577" y="3826000"/>
            <a:ext cx="563967" cy="567127"/>
            <a:chOff x="4818100" y="1507675"/>
            <a:chExt cx="71225" cy="71625"/>
          </a:xfrm>
        </p:grpSpPr>
        <p:sp>
          <p:nvSpPr>
            <p:cNvPr id="7477" name="Google Shape;7477;p79"/>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9"/>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9"/>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9"/>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1" name="Google Shape;7481;p79"/>
          <p:cNvGrpSpPr/>
          <p:nvPr/>
        </p:nvGrpSpPr>
        <p:grpSpPr>
          <a:xfrm>
            <a:off x="5079075" y="3829461"/>
            <a:ext cx="628301" cy="588505"/>
            <a:chOff x="4721450" y="1509475"/>
            <a:chExt cx="79350" cy="74325"/>
          </a:xfrm>
        </p:grpSpPr>
        <p:sp>
          <p:nvSpPr>
            <p:cNvPr id="7482" name="Google Shape;7482;p79"/>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9"/>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9"/>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9"/>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6" name="Google Shape;7486;p79"/>
          <p:cNvGrpSpPr/>
          <p:nvPr/>
        </p:nvGrpSpPr>
        <p:grpSpPr>
          <a:xfrm>
            <a:off x="6424608" y="3814027"/>
            <a:ext cx="557038" cy="562772"/>
            <a:chOff x="4906800" y="1507500"/>
            <a:chExt cx="70350" cy="71075"/>
          </a:xfrm>
        </p:grpSpPr>
        <p:sp>
          <p:nvSpPr>
            <p:cNvPr id="7487" name="Google Shape;7487;p79"/>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9"/>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9"/>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9"/>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9"/>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2" name="Google Shape;7492;p79"/>
          <p:cNvGrpSpPr/>
          <p:nvPr/>
        </p:nvGrpSpPr>
        <p:grpSpPr>
          <a:xfrm>
            <a:off x="4462216" y="2340963"/>
            <a:ext cx="517934" cy="517934"/>
            <a:chOff x="3736598" y="2170606"/>
            <a:chExt cx="404889" cy="404889"/>
          </a:xfrm>
        </p:grpSpPr>
        <p:sp>
          <p:nvSpPr>
            <p:cNvPr id="7493" name="Google Shape;7493;p79"/>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9"/>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9"/>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9"/>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7" name="Google Shape;7497;p79"/>
          <p:cNvGrpSpPr/>
          <p:nvPr/>
        </p:nvGrpSpPr>
        <p:grpSpPr>
          <a:xfrm>
            <a:off x="3729277" y="2341061"/>
            <a:ext cx="586986" cy="517740"/>
            <a:chOff x="3161917" y="2170682"/>
            <a:chExt cx="458870" cy="404737"/>
          </a:xfrm>
        </p:grpSpPr>
        <p:sp>
          <p:nvSpPr>
            <p:cNvPr id="7498" name="Google Shape;7498;p79"/>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9"/>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9"/>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1" name="Google Shape;7501;p79"/>
          <p:cNvGrpSpPr/>
          <p:nvPr/>
        </p:nvGrpSpPr>
        <p:grpSpPr>
          <a:xfrm>
            <a:off x="3752299" y="3102400"/>
            <a:ext cx="540943" cy="517963"/>
            <a:chOff x="3179914" y="2889488"/>
            <a:chExt cx="422876" cy="404911"/>
          </a:xfrm>
        </p:grpSpPr>
        <p:sp>
          <p:nvSpPr>
            <p:cNvPr id="7502" name="Google Shape;7502;p79"/>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9"/>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9"/>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9"/>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9"/>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9"/>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8" name="Google Shape;7508;p79"/>
          <p:cNvGrpSpPr/>
          <p:nvPr/>
        </p:nvGrpSpPr>
        <p:grpSpPr>
          <a:xfrm>
            <a:off x="4453093" y="3102358"/>
            <a:ext cx="536180" cy="518047"/>
            <a:chOff x="3729467" y="2889422"/>
            <a:chExt cx="419153" cy="404977"/>
          </a:xfrm>
        </p:grpSpPr>
        <p:sp>
          <p:nvSpPr>
            <p:cNvPr id="7509" name="Google Shape;7509;p79"/>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9"/>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9"/>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9"/>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9"/>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9"/>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9"/>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6" name="Google Shape;7516;p79"/>
          <p:cNvGrpSpPr/>
          <p:nvPr/>
        </p:nvGrpSpPr>
        <p:grpSpPr>
          <a:xfrm>
            <a:off x="1990126" y="3445787"/>
            <a:ext cx="965351" cy="134611"/>
            <a:chOff x="4411970" y="2962952"/>
            <a:chExt cx="706544" cy="104212"/>
          </a:xfrm>
        </p:grpSpPr>
        <p:sp>
          <p:nvSpPr>
            <p:cNvPr id="7517" name="Google Shape;7517;p79"/>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9"/>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9"/>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9"/>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1" name="Google Shape;7521;p79"/>
          <p:cNvGrpSpPr/>
          <p:nvPr/>
        </p:nvGrpSpPr>
        <p:grpSpPr>
          <a:xfrm>
            <a:off x="1990126" y="3041077"/>
            <a:ext cx="960158" cy="289172"/>
            <a:chOff x="4411970" y="2726085"/>
            <a:chExt cx="643107" cy="193659"/>
          </a:xfrm>
        </p:grpSpPr>
        <p:sp>
          <p:nvSpPr>
            <p:cNvPr id="7522" name="Google Shape;7522;p79"/>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9"/>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9"/>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5" name="Google Shape;7525;p79"/>
          <p:cNvGrpSpPr/>
          <p:nvPr/>
        </p:nvGrpSpPr>
        <p:grpSpPr>
          <a:xfrm>
            <a:off x="998624" y="3295400"/>
            <a:ext cx="811503" cy="252584"/>
            <a:chOff x="4411970" y="4340222"/>
            <a:chExt cx="779467" cy="242683"/>
          </a:xfrm>
        </p:grpSpPr>
        <p:sp>
          <p:nvSpPr>
            <p:cNvPr id="7526" name="Google Shape;7526;p79"/>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9"/>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9"/>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9" name="Google Shape;7529;p79"/>
          <p:cNvGrpSpPr/>
          <p:nvPr/>
        </p:nvGrpSpPr>
        <p:grpSpPr>
          <a:xfrm>
            <a:off x="1990126" y="2709308"/>
            <a:ext cx="965160" cy="216230"/>
            <a:chOff x="4411970" y="2468674"/>
            <a:chExt cx="747317" cy="167425"/>
          </a:xfrm>
        </p:grpSpPr>
        <p:sp>
          <p:nvSpPr>
            <p:cNvPr id="7530" name="Google Shape;7530;p79"/>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9"/>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2" name="Google Shape;7532;p79"/>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3" name="Google Shape;7533;p79"/>
          <p:cNvGrpSpPr/>
          <p:nvPr/>
        </p:nvGrpSpPr>
        <p:grpSpPr>
          <a:xfrm>
            <a:off x="997692" y="2334687"/>
            <a:ext cx="1959041" cy="208784"/>
            <a:chOff x="6336019" y="3733725"/>
            <a:chExt cx="2566206" cy="351310"/>
          </a:xfrm>
        </p:grpSpPr>
        <p:sp>
          <p:nvSpPr>
            <p:cNvPr id="7534" name="Google Shape;7534;p79"/>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9"/>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9"/>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9"/>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8" name="Google Shape;7538;p79"/>
          <p:cNvGrpSpPr/>
          <p:nvPr/>
        </p:nvGrpSpPr>
        <p:grpSpPr>
          <a:xfrm>
            <a:off x="1990126" y="3950602"/>
            <a:ext cx="946551" cy="153200"/>
            <a:chOff x="4404545" y="3301592"/>
            <a:chExt cx="782403" cy="129272"/>
          </a:xfrm>
        </p:grpSpPr>
        <p:sp>
          <p:nvSpPr>
            <p:cNvPr id="7539" name="Google Shape;7539;p79"/>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9"/>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1" name="Google Shape;7541;p79"/>
          <p:cNvGrpSpPr/>
          <p:nvPr/>
        </p:nvGrpSpPr>
        <p:grpSpPr>
          <a:xfrm>
            <a:off x="1990126" y="3695937"/>
            <a:ext cx="962257" cy="139127"/>
            <a:chOff x="4411970" y="3131459"/>
            <a:chExt cx="710520" cy="117397"/>
          </a:xfrm>
        </p:grpSpPr>
        <p:sp>
          <p:nvSpPr>
            <p:cNvPr id="7542" name="Google Shape;7542;p79"/>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9"/>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7544" name="Google Shape;7544;p79"/>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5" name="Google Shape;7545;p79"/>
          <p:cNvGrpSpPr/>
          <p:nvPr/>
        </p:nvGrpSpPr>
        <p:grpSpPr>
          <a:xfrm>
            <a:off x="990271" y="3621603"/>
            <a:ext cx="823838" cy="458988"/>
            <a:chOff x="4411970" y="1801825"/>
            <a:chExt cx="734586" cy="409262"/>
          </a:xfrm>
        </p:grpSpPr>
        <p:sp>
          <p:nvSpPr>
            <p:cNvPr id="7546" name="Google Shape;7546;p79"/>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9"/>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8" name="Google Shape;7548;p79"/>
          <p:cNvGrpSpPr/>
          <p:nvPr/>
        </p:nvGrpSpPr>
        <p:grpSpPr>
          <a:xfrm>
            <a:off x="3095243" y="2339173"/>
            <a:ext cx="521514" cy="521514"/>
            <a:chOff x="5681300" y="2527788"/>
            <a:chExt cx="805800" cy="805800"/>
          </a:xfrm>
        </p:grpSpPr>
        <p:sp>
          <p:nvSpPr>
            <p:cNvPr id="7549" name="Google Shape;7549;p79"/>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9"/>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1" name="Google Shape;7551;p79"/>
          <p:cNvGrpSpPr/>
          <p:nvPr/>
        </p:nvGrpSpPr>
        <p:grpSpPr>
          <a:xfrm>
            <a:off x="3089483" y="3094865"/>
            <a:ext cx="533033" cy="533033"/>
            <a:chOff x="4049800" y="640400"/>
            <a:chExt cx="858900" cy="858900"/>
          </a:xfrm>
        </p:grpSpPr>
        <p:sp>
          <p:nvSpPr>
            <p:cNvPr id="7552" name="Google Shape;7552;p79"/>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9"/>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4" name="Google Shape;7554;p79"/>
          <p:cNvGrpSpPr/>
          <p:nvPr/>
        </p:nvGrpSpPr>
        <p:grpSpPr>
          <a:xfrm>
            <a:off x="3014966" y="3772543"/>
            <a:ext cx="682068" cy="682068"/>
            <a:chOff x="5080188" y="927900"/>
            <a:chExt cx="961200" cy="961200"/>
          </a:xfrm>
        </p:grpSpPr>
        <p:sp>
          <p:nvSpPr>
            <p:cNvPr id="7555" name="Google Shape;7555;p79"/>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9"/>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9"/>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9"/>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9"/>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9"/>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9"/>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9"/>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79"/>
          <p:cNvGrpSpPr/>
          <p:nvPr/>
        </p:nvGrpSpPr>
        <p:grpSpPr>
          <a:xfrm>
            <a:off x="4478465" y="3869234"/>
            <a:ext cx="505650" cy="504006"/>
            <a:chOff x="6039282" y="1042577"/>
            <a:chExt cx="734315" cy="731929"/>
          </a:xfrm>
        </p:grpSpPr>
        <p:sp>
          <p:nvSpPr>
            <p:cNvPr id="7564" name="Google Shape;7564;p79"/>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9"/>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9"/>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9"/>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9"/>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9"/>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9"/>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9"/>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9"/>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9"/>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9"/>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9"/>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9"/>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9"/>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9"/>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9"/>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9"/>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9"/>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9"/>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9"/>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9"/>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5" name="Google Shape;7585;p79"/>
          <p:cNvGrpSpPr/>
          <p:nvPr/>
        </p:nvGrpSpPr>
        <p:grpSpPr>
          <a:xfrm>
            <a:off x="5091067" y="2298862"/>
            <a:ext cx="567744" cy="602136"/>
            <a:chOff x="1825800" y="1651625"/>
            <a:chExt cx="539989" cy="571775"/>
          </a:xfrm>
        </p:grpSpPr>
        <p:sp>
          <p:nvSpPr>
            <p:cNvPr id="7586" name="Google Shape;7586;p79"/>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9"/>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9"/>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9"/>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0" name="Google Shape;7590;p79"/>
          <p:cNvGrpSpPr/>
          <p:nvPr/>
        </p:nvGrpSpPr>
        <p:grpSpPr>
          <a:xfrm>
            <a:off x="3765995" y="3855579"/>
            <a:ext cx="508123" cy="507955"/>
            <a:chOff x="1897577" y="2802432"/>
            <a:chExt cx="492176" cy="492014"/>
          </a:xfrm>
        </p:grpSpPr>
        <p:sp>
          <p:nvSpPr>
            <p:cNvPr id="7591" name="Google Shape;7591;p79"/>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9"/>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9"/>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9"/>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9"/>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9"/>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9"/>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9"/>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9"/>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9"/>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9"/>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9"/>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3" name="Google Shape;7603;p79"/>
          <p:cNvGrpSpPr/>
          <p:nvPr/>
        </p:nvGrpSpPr>
        <p:grpSpPr>
          <a:xfrm>
            <a:off x="997525" y="4169123"/>
            <a:ext cx="809227" cy="200842"/>
            <a:chOff x="2013045" y="4813233"/>
            <a:chExt cx="921986" cy="228854"/>
          </a:xfrm>
        </p:grpSpPr>
        <p:sp>
          <p:nvSpPr>
            <p:cNvPr id="7604" name="Google Shape;7604;p79"/>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9"/>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6" name="Google Shape;7606;p79"/>
          <p:cNvGrpSpPr/>
          <p:nvPr/>
        </p:nvGrpSpPr>
        <p:grpSpPr>
          <a:xfrm>
            <a:off x="1005985" y="2656004"/>
            <a:ext cx="792421" cy="269941"/>
            <a:chOff x="1046767" y="4756633"/>
            <a:chExt cx="859646" cy="292841"/>
          </a:xfrm>
        </p:grpSpPr>
        <p:sp>
          <p:nvSpPr>
            <p:cNvPr id="7607" name="Google Shape;7607;p79"/>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9"/>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9"/>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10" name="Google Shape;7610;p79"/>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9"/>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9"/>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9"/>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14" name="Google Shape;7614;p79"/>
          <p:cNvGrpSpPr/>
          <p:nvPr/>
        </p:nvGrpSpPr>
        <p:grpSpPr>
          <a:xfrm>
            <a:off x="7141841" y="2550562"/>
            <a:ext cx="166473" cy="141497"/>
            <a:chOff x="4660325" y="1866850"/>
            <a:chExt cx="68350" cy="58100"/>
          </a:xfrm>
        </p:grpSpPr>
        <p:sp>
          <p:nvSpPr>
            <p:cNvPr id="7615" name="Google Shape;7615;p79"/>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9"/>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7" name="Google Shape;7617;p79"/>
          <p:cNvGrpSpPr/>
          <p:nvPr/>
        </p:nvGrpSpPr>
        <p:grpSpPr>
          <a:xfrm>
            <a:off x="7451186" y="2576286"/>
            <a:ext cx="162515" cy="90049"/>
            <a:chOff x="4791775" y="1877500"/>
            <a:chExt cx="66725" cy="36975"/>
          </a:xfrm>
        </p:grpSpPr>
        <p:sp>
          <p:nvSpPr>
            <p:cNvPr id="7618" name="Google Shape;7618;p79"/>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9"/>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0" name="Google Shape;7620;p79"/>
          <p:cNvGrpSpPr/>
          <p:nvPr/>
        </p:nvGrpSpPr>
        <p:grpSpPr>
          <a:xfrm>
            <a:off x="7772899" y="2576286"/>
            <a:ext cx="144979" cy="90049"/>
            <a:chOff x="4923925" y="1877500"/>
            <a:chExt cx="59525" cy="36975"/>
          </a:xfrm>
        </p:grpSpPr>
        <p:sp>
          <p:nvSpPr>
            <p:cNvPr id="7621" name="Google Shape;7621;p79"/>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9"/>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3" name="Google Shape;7623;p79"/>
          <p:cNvGrpSpPr/>
          <p:nvPr/>
        </p:nvGrpSpPr>
        <p:grpSpPr>
          <a:xfrm>
            <a:off x="8067390" y="2558477"/>
            <a:ext cx="141447" cy="125667"/>
            <a:chOff x="5058450" y="1870100"/>
            <a:chExt cx="58075" cy="51600"/>
          </a:xfrm>
        </p:grpSpPr>
        <p:sp>
          <p:nvSpPr>
            <p:cNvPr id="7624" name="Google Shape;7624;p79"/>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9"/>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6" name="Google Shape;7626;p79"/>
          <p:cNvGrpSpPr/>
          <p:nvPr/>
        </p:nvGrpSpPr>
        <p:grpSpPr>
          <a:xfrm>
            <a:off x="7481905" y="2980885"/>
            <a:ext cx="101077" cy="107645"/>
            <a:chOff x="4811425" y="2065025"/>
            <a:chExt cx="41500" cy="44200"/>
          </a:xfrm>
        </p:grpSpPr>
        <p:sp>
          <p:nvSpPr>
            <p:cNvPr id="7627" name="Google Shape;7627;p79"/>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9"/>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9" name="Google Shape;7629;p79"/>
          <p:cNvGrpSpPr/>
          <p:nvPr/>
        </p:nvGrpSpPr>
        <p:grpSpPr>
          <a:xfrm>
            <a:off x="7774342" y="2981098"/>
            <a:ext cx="120867" cy="107218"/>
            <a:chOff x="4929875" y="2065025"/>
            <a:chExt cx="49625" cy="44025"/>
          </a:xfrm>
        </p:grpSpPr>
        <p:sp>
          <p:nvSpPr>
            <p:cNvPr id="7630" name="Google Shape;7630;p79"/>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9"/>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2" name="Google Shape;7632;p79"/>
          <p:cNvGrpSpPr/>
          <p:nvPr/>
        </p:nvGrpSpPr>
        <p:grpSpPr>
          <a:xfrm>
            <a:off x="8103011" y="2984112"/>
            <a:ext cx="70206" cy="101191"/>
            <a:chOff x="5083925" y="2066350"/>
            <a:chExt cx="28825" cy="41550"/>
          </a:xfrm>
        </p:grpSpPr>
        <p:sp>
          <p:nvSpPr>
            <p:cNvPr id="7633" name="Google Shape;7633;p79"/>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9"/>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5" name="Google Shape;7635;p79"/>
          <p:cNvGrpSpPr/>
          <p:nvPr/>
        </p:nvGrpSpPr>
        <p:grpSpPr>
          <a:xfrm>
            <a:off x="7134565" y="2999759"/>
            <a:ext cx="181026" cy="69896"/>
            <a:chOff x="4659775" y="2072775"/>
            <a:chExt cx="74325" cy="28700"/>
          </a:xfrm>
        </p:grpSpPr>
        <p:sp>
          <p:nvSpPr>
            <p:cNvPr id="7636" name="Google Shape;7636;p79"/>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9"/>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9"/>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9" name="Google Shape;7639;p79"/>
          <p:cNvGrpSpPr/>
          <p:nvPr/>
        </p:nvGrpSpPr>
        <p:grpSpPr>
          <a:xfrm>
            <a:off x="8054421" y="2790324"/>
            <a:ext cx="167387" cy="89197"/>
            <a:chOff x="4662475" y="1976500"/>
            <a:chExt cx="68725" cy="36625"/>
          </a:xfrm>
        </p:grpSpPr>
        <p:sp>
          <p:nvSpPr>
            <p:cNvPr id="7640" name="Google Shape;7640;p79"/>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9"/>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9"/>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3" name="Google Shape;7643;p79"/>
          <p:cNvGrpSpPr/>
          <p:nvPr/>
        </p:nvGrpSpPr>
        <p:grpSpPr>
          <a:xfrm>
            <a:off x="7751326" y="2793764"/>
            <a:ext cx="166899" cy="82317"/>
            <a:chOff x="4920150" y="1977875"/>
            <a:chExt cx="68525" cy="33800"/>
          </a:xfrm>
        </p:grpSpPr>
        <p:sp>
          <p:nvSpPr>
            <p:cNvPr id="7644" name="Google Shape;7644;p79"/>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9"/>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9"/>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7" name="Google Shape;7647;p79"/>
          <p:cNvGrpSpPr/>
          <p:nvPr/>
        </p:nvGrpSpPr>
        <p:grpSpPr>
          <a:xfrm>
            <a:off x="7162483" y="3197682"/>
            <a:ext cx="125190" cy="127859"/>
            <a:chOff x="4676550" y="2160575"/>
            <a:chExt cx="51400" cy="52500"/>
          </a:xfrm>
        </p:grpSpPr>
        <p:sp>
          <p:nvSpPr>
            <p:cNvPr id="7648" name="Google Shape;7648;p79"/>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9"/>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9"/>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1" name="Google Shape;7651;p79"/>
          <p:cNvGrpSpPr/>
          <p:nvPr/>
        </p:nvGrpSpPr>
        <p:grpSpPr>
          <a:xfrm>
            <a:off x="7459741" y="3204714"/>
            <a:ext cx="145405" cy="113794"/>
            <a:chOff x="4768325" y="2163475"/>
            <a:chExt cx="59700" cy="46725"/>
          </a:xfrm>
        </p:grpSpPr>
        <p:sp>
          <p:nvSpPr>
            <p:cNvPr id="7652" name="Google Shape;7652;p79"/>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9"/>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4" name="Google Shape;7654;p79"/>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9"/>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9"/>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9"/>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9"/>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9"/>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0" name="Google Shape;7660;p79"/>
          <p:cNvGrpSpPr/>
          <p:nvPr/>
        </p:nvGrpSpPr>
        <p:grpSpPr>
          <a:xfrm>
            <a:off x="7476059" y="3459808"/>
            <a:ext cx="112768" cy="106853"/>
            <a:chOff x="4768575" y="2253950"/>
            <a:chExt cx="46300" cy="43875"/>
          </a:xfrm>
        </p:grpSpPr>
        <p:sp>
          <p:nvSpPr>
            <p:cNvPr id="7661" name="Google Shape;7661;p79"/>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9"/>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3" name="Google Shape;7663;p79"/>
          <p:cNvGrpSpPr/>
          <p:nvPr/>
        </p:nvGrpSpPr>
        <p:grpSpPr>
          <a:xfrm>
            <a:off x="7775682" y="3948834"/>
            <a:ext cx="118187" cy="146246"/>
            <a:chOff x="4960900" y="2433225"/>
            <a:chExt cx="48525" cy="60050"/>
          </a:xfrm>
        </p:grpSpPr>
        <p:sp>
          <p:nvSpPr>
            <p:cNvPr id="7664" name="Google Shape;7664;p79"/>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9"/>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6" name="Google Shape;7666;p79"/>
          <p:cNvGrpSpPr/>
          <p:nvPr/>
        </p:nvGrpSpPr>
        <p:grpSpPr>
          <a:xfrm>
            <a:off x="7464247" y="4212895"/>
            <a:ext cx="136394" cy="143810"/>
            <a:chOff x="4854075" y="2527625"/>
            <a:chExt cx="56000" cy="59050"/>
          </a:xfrm>
        </p:grpSpPr>
        <p:sp>
          <p:nvSpPr>
            <p:cNvPr id="7667" name="Google Shape;7667;p79"/>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9"/>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9" name="Google Shape;7669;p79"/>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9"/>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9"/>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2" name="Google Shape;7672;p79"/>
          <p:cNvGrpSpPr/>
          <p:nvPr/>
        </p:nvGrpSpPr>
        <p:grpSpPr>
          <a:xfrm>
            <a:off x="8088458" y="3676639"/>
            <a:ext cx="99312" cy="160797"/>
            <a:chOff x="5059700" y="2334775"/>
            <a:chExt cx="40775" cy="66025"/>
          </a:xfrm>
        </p:grpSpPr>
        <p:sp>
          <p:nvSpPr>
            <p:cNvPr id="7673" name="Google Shape;7673;p79"/>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9"/>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9"/>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9"/>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9"/>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9"/>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9"/>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9"/>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9"/>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2" name="Google Shape;7682;p79"/>
          <p:cNvGrpSpPr/>
          <p:nvPr/>
        </p:nvGrpSpPr>
        <p:grpSpPr>
          <a:xfrm>
            <a:off x="8045622" y="3941771"/>
            <a:ext cx="184984" cy="160371"/>
            <a:chOff x="5037700" y="2430325"/>
            <a:chExt cx="75950" cy="65850"/>
          </a:xfrm>
        </p:grpSpPr>
        <p:sp>
          <p:nvSpPr>
            <p:cNvPr id="7683" name="Google Shape;7683;p79"/>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9"/>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5" name="Google Shape;7685;p79"/>
          <p:cNvGrpSpPr/>
          <p:nvPr/>
        </p:nvGrpSpPr>
        <p:grpSpPr>
          <a:xfrm>
            <a:off x="7465128" y="3708223"/>
            <a:ext cx="173014" cy="97629"/>
            <a:chOff x="4756975" y="2341800"/>
            <a:chExt cx="91975" cy="51925"/>
          </a:xfrm>
        </p:grpSpPr>
        <p:sp>
          <p:nvSpPr>
            <p:cNvPr id="7686" name="Google Shape;7686;p79"/>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9"/>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9"/>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9"/>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9"/>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9"/>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9"/>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9"/>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9"/>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9"/>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9"/>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9"/>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9"/>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9"/>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9"/>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9"/>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9"/>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9"/>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9"/>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9"/>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6" name="Google Shape;7706;p79"/>
          <p:cNvGrpSpPr/>
          <p:nvPr/>
        </p:nvGrpSpPr>
        <p:grpSpPr>
          <a:xfrm>
            <a:off x="7732065" y="4196920"/>
            <a:ext cx="212497" cy="175761"/>
            <a:chOff x="4943575" y="2516350"/>
            <a:chExt cx="98675" cy="81700"/>
          </a:xfrm>
        </p:grpSpPr>
        <p:sp>
          <p:nvSpPr>
            <p:cNvPr id="7707" name="Google Shape;7707;p79"/>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9"/>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9"/>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9"/>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9"/>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9"/>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9"/>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9"/>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9"/>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9"/>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9"/>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9"/>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9"/>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9"/>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9"/>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9"/>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9"/>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9"/>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9"/>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9"/>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9"/>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9"/>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9"/>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9"/>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9"/>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9"/>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9"/>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9"/>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9"/>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9"/>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9"/>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9"/>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9"/>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9"/>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9"/>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9"/>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9"/>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9"/>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9"/>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9"/>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9"/>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9"/>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9"/>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9"/>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9"/>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9"/>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9"/>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9"/>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9"/>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9"/>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9"/>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9"/>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9"/>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9"/>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9"/>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9"/>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9"/>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9"/>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9"/>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9"/>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9"/>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9"/>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9"/>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9"/>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9"/>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9"/>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9"/>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9"/>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9"/>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9"/>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9"/>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9"/>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9"/>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9"/>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9"/>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9"/>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9"/>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9"/>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5" name="Google Shape;7785;p79"/>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9"/>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9"/>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9"/>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3" name="Shape 7793"/>
        <p:cNvGrpSpPr/>
        <p:nvPr/>
      </p:nvGrpSpPr>
      <p:grpSpPr>
        <a:xfrm>
          <a:off x="0" y="0"/>
          <a:ext cx="0" cy="0"/>
          <a:chOff x="0" y="0"/>
          <a:chExt cx="0" cy="0"/>
        </a:xfrm>
      </p:grpSpPr>
      <p:grpSp>
        <p:nvGrpSpPr>
          <p:cNvPr id="7794" name="Google Shape;7794;p80"/>
          <p:cNvGrpSpPr/>
          <p:nvPr/>
        </p:nvGrpSpPr>
        <p:grpSpPr>
          <a:xfrm>
            <a:off x="745571" y="1168666"/>
            <a:ext cx="2492868" cy="1379876"/>
            <a:chOff x="2654821" y="2311071"/>
            <a:chExt cx="2279715" cy="1262120"/>
          </a:xfrm>
        </p:grpSpPr>
        <p:grpSp>
          <p:nvGrpSpPr>
            <p:cNvPr id="7795" name="Google Shape;7795;p80"/>
            <p:cNvGrpSpPr/>
            <p:nvPr/>
          </p:nvGrpSpPr>
          <p:grpSpPr>
            <a:xfrm>
              <a:off x="4034269" y="2840745"/>
              <a:ext cx="40212" cy="36437"/>
              <a:chOff x="4293400" y="2574725"/>
              <a:chExt cx="84425" cy="80100"/>
            </a:xfrm>
          </p:grpSpPr>
          <p:sp>
            <p:nvSpPr>
              <p:cNvPr id="7796" name="Google Shape;7796;p80"/>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7797" name="Google Shape;7797;p80"/>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8" name="Google Shape;7798;p80"/>
            <p:cNvGrpSpPr/>
            <p:nvPr/>
          </p:nvGrpSpPr>
          <p:grpSpPr>
            <a:xfrm>
              <a:off x="3894606" y="2334874"/>
              <a:ext cx="913198" cy="518984"/>
              <a:chOff x="4000175" y="1462675"/>
              <a:chExt cx="1917275" cy="1140875"/>
            </a:xfrm>
          </p:grpSpPr>
          <p:sp>
            <p:nvSpPr>
              <p:cNvPr id="7799" name="Google Shape;7799;p80"/>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7800" name="Google Shape;7800;p80"/>
              <p:cNvGrpSpPr/>
              <p:nvPr/>
            </p:nvGrpSpPr>
            <p:grpSpPr>
              <a:xfrm>
                <a:off x="4000175" y="1462675"/>
                <a:ext cx="1917275" cy="1140875"/>
                <a:chOff x="4000175" y="1462675"/>
                <a:chExt cx="1917275" cy="1140875"/>
              </a:xfrm>
            </p:grpSpPr>
            <p:sp>
              <p:nvSpPr>
                <p:cNvPr id="7801" name="Google Shape;7801;p80"/>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7802" name="Google Shape;7802;p80"/>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0"/>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0"/>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0"/>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806" name="Google Shape;7806;p80"/>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07" name="Google Shape;7807;p80"/>
            <p:cNvGrpSpPr/>
            <p:nvPr/>
          </p:nvGrpSpPr>
          <p:grpSpPr>
            <a:xfrm>
              <a:off x="3875768" y="2846704"/>
              <a:ext cx="44796" cy="47366"/>
              <a:chOff x="3960625" y="2587825"/>
              <a:chExt cx="94050" cy="104125"/>
            </a:xfrm>
          </p:grpSpPr>
          <p:sp>
            <p:nvSpPr>
              <p:cNvPr id="7808" name="Google Shape;7808;p80"/>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7809" name="Google Shape;7809;p80"/>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0" name="Google Shape;7810;p80"/>
            <p:cNvGrpSpPr/>
            <p:nvPr/>
          </p:nvGrpSpPr>
          <p:grpSpPr>
            <a:xfrm>
              <a:off x="3782759" y="2807162"/>
              <a:ext cx="82686" cy="85487"/>
              <a:chOff x="3765350" y="2500900"/>
              <a:chExt cx="173600" cy="187925"/>
            </a:xfrm>
          </p:grpSpPr>
          <p:sp>
            <p:nvSpPr>
              <p:cNvPr id="7811" name="Google Shape;7811;p80"/>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7812" name="Google Shape;7812;p80"/>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0"/>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0"/>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0"/>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0"/>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7" name="Google Shape;7817;p80"/>
            <p:cNvGrpSpPr/>
            <p:nvPr/>
          </p:nvGrpSpPr>
          <p:grpSpPr>
            <a:xfrm>
              <a:off x="3775674" y="2798496"/>
              <a:ext cx="40545" cy="23564"/>
              <a:chOff x="3750475" y="2481850"/>
              <a:chExt cx="85125" cy="51800"/>
            </a:xfrm>
          </p:grpSpPr>
          <p:sp>
            <p:nvSpPr>
              <p:cNvPr id="7818" name="Google Shape;7818;p80"/>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0"/>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7820" name="Google Shape;7820;p80"/>
            <p:cNvGrpSpPr/>
            <p:nvPr/>
          </p:nvGrpSpPr>
          <p:grpSpPr>
            <a:xfrm>
              <a:off x="3716946" y="2776024"/>
              <a:ext cx="81971" cy="76912"/>
              <a:chOff x="3627175" y="2432450"/>
              <a:chExt cx="172100" cy="169075"/>
            </a:xfrm>
          </p:grpSpPr>
          <p:sp>
            <p:nvSpPr>
              <p:cNvPr id="7821" name="Google Shape;7821;p80"/>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0"/>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7823" name="Google Shape;7823;p80"/>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7824" name="Google Shape;7824;p80"/>
            <p:cNvGrpSpPr/>
            <p:nvPr/>
          </p:nvGrpSpPr>
          <p:grpSpPr>
            <a:xfrm>
              <a:off x="3685682" y="2845624"/>
              <a:ext cx="29311" cy="45055"/>
              <a:chOff x="3561536" y="2585450"/>
              <a:chExt cx="61539" cy="99045"/>
            </a:xfrm>
          </p:grpSpPr>
          <p:sp>
            <p:nvSpPr>
              <p:cNvPr id="7825" name="Google Shape;7825;p80"/>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80"/>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7827" name="Google Shape;7827;p80"/>
            <p:cNvGrpSpPr/>
            <p:nvPr/>
          </p:nvGrpSpPr>
          <p:grpSpPr>
            <a:xfrm>
              <a:off x="3849905" y="2572252"/>
              <a:ext cx="74339" cy="119559"/>
              <a:chOff x="3906325" y="1984500"/>
              <a:chExt cx="156075" cy="262825"/>
            </a:xfrm>
          </p:grpSpPr>
          <p:sp>
            <p:nvSpPr>
              <p:cNvPr id="7828" name="Google Shape;7828;p80"/>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7829" name="Google Shape;7829;p80"/>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0" name="Google Shape;7830;p80"/>
            <p:cNvGrpSpPr/>
            <p:nvPr/>
          </p:nvGrpSpPr>
          <p:grpSpPr>
            <a:xfrm>
              <a:off x="2654821" y="2414345"/>
              <a:ext cx="667570" cy="558731"/>
              <a:chOff x="1397225" y="1637375"/>
              <a:chExt cx="1401575" cy="1228250"/>
            </a:xfrm>
          </p:grpSpPr>
          <p:sp>
            <p:nvSpPr>
              <p:cNvPr id="7831" name="Google Shape;7831;p80"/>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7832" name="Google Shape;7832;p80"/>
              <p:cNvGrpSpPr/>
              <p:nvPr/>
            </p:nvGrpSpPr>
            <p:grpSpPr>
              <a:xfrm>
                <a:off x="1397225" y="1637375"/>
                <a:ext cx="1398775" cy="1228250"/>
                <a:chOff x="1397225" y="1637375"/>
                <a:chExt cx="1398775" cy="1228250"/>
              </a:xfrm>
            </p:grpSpPr>
            <p:sp>
              <p:nvSpPr>
                <p:cNvPr id="7833" name="Google Shape;7833;p80"/>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0"/>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35" name="Google Shape;7835;p80"/>
            <p:cNvGrpSpPr/>
            <p:nvPr/>
          </p:nvGrpSpPr>
          <p:grpSpPr>
            <a:xfrm>
              <a:off x="3230417" y="3103734"/>
              <a:ext cx="282982" cy="280332"/>
              <a:chOff x="2605700" y="3152850"/>
              <a:chExt cx="594125" cy="616250"/>
            </a:xfrm>
          </p:grpSpPr>
          <p:sp>
            <p:nvSpPr>
              <p:cNvPr id="7836" name="Google Shape;7836;p80"/>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7837" name="Google Shape;7837;p80"/>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7838" name="Google Shape;7838;p80"/>
            <p:cNvGrpSpPr/>
            <p:nvPr/>
          </p:nvGrpSpPr>
          <p:grpSpPr>
            <a:xfrm>
              <a:off x="3265985" y="3226989"/>
              <a:ext cx="87151" cy="346202"/>
              <a:chOff x="2680375" y="3423800"/>
              <a:chExt cx="182975" cy="761050"/>
            </a:xfrm>
          </p:grpSpPr>
          <p:sp>
            <p:nvSpPr>
              <p:cNvPr id="7839" name="Google Shape;7839;p80"/>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7840" name="Google Shape;7840;p80"/>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1" name="Google Shape;7841;p80"/>
            <p:cNvGrpSpPr/>
            <p:nvPr/>
          </p:nvGrpSpPr>
          <p:grpSpPr>
            <a:xfrm>
              <a:off x="3855466" y="3289811"/>
              <a:ext cx="112514" cy="94210"/>
              <a:chOff x="3918000" y="3561900"/>
              <a:chExt cx="236225" cy="207100"/>
            </a:xfrm>
          </p:grpSpPr>
          <p:sp>
            <p:nvSpPr>
              <p:cNvPr id="7842" name="Google Shape;7842;p80"/>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7843" name="Google Shape;7843;p80"/>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44" name="Google Shape;7844;p80"/>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0"/>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0"/>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7847" name="Google Shape;7847;p80"/>
            <p:cNvGrpSpPr/>
            <p:nvPr/>
          </p:nvGrpSpPr>
          <p:grpSpPr>
            <a:xfrm>
              <a:off x="2905224" y="2311071"/>
              <a:ext cx="596721" cy="528992"/>
              <a:chOff x="1922950" y="1410350"/>
              <a:chExt cx="1252825" cy="1162875"/>
            </a:xfrm>
          </p:grpSpPr>
          <p:sp>
            <p:nvSpPr>
              <p:cNvPr id="7848" name="Google Shape;7848;p80"/>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0"/>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0"/>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0"/>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0"/>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0"/>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0"/>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0"/>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0"/>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0"/>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0"/>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0"/>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80"/>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80"/>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0"/>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0"/>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7864" name="Google Shape;7864;p80"/>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0"/>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80"/>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0"/>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0"/>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0"/>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0"/>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0"/>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80"/>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80"/>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0"/>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0"/>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0"/>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0"/>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0"/>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0"/>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80"/>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0"/>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80"/>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0"/>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7884" name="Google Shape;7884;p80"/>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885" name="Google Shape;7885;p80"/>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6" name="Google Shape;7886;p80"/>
            <p:cNvGrpSpPr/>
            <p:nvPr/>
          </p:nvGrpSpPr>
          <p:grpSpPr>
            <a:xfrm>
              <a:off x="3280929" y="3294542"/>
              <a:ext cx="109894" cy="272224"/>
              <a:chOff x="2711750" y="3572300"/>
              <a:chExt cx="230725" cy="598425"/>
            </a:xfrm>
          </p:grpSpPr>
          <p:sp>
            <p:nvSpPr>
              <p:cNvPr id="7887" name="Google Shape;7887;p80"/>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80"/>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89" name="Google Shape;7889;p80"/>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0" name="Google Shape;7890;p80"/>
            <p:cNvGrpSpPr/>
            <p:nvPr/>
          </p:nvGrpSpPr>
          <p:grpSpPr>
            <a:xfrm>
              <a:off x="3790439" y="2408636"/>
              <a:ext cx="73017" cy="75684"/>
              <a:chOff x="3781475" y="1624825"/>
              <a:chExt cx="153300" cy="166375"/>
            </a:xfrm>
          </p:grpSpPr>
          <p:sp>
            <p:nvSpPr>
              <p:cNvPr id="7891" name="Google Shape;7891;p80"/>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0"/>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0"/>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80"/>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95" name="Google Shape;7895;p80"/>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0"/>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80"/>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0"/>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0"/>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80"/>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0"/>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2" name="Google Shape;7902;p80"/>
            <p:cNvGrpSpPr/>
            <p:nvPr/>
          </p:nvGrpSpPr>
          <p:grpSpPr>
            <a:xfrm>
              <a:off x="4403342" y="3107749"/>
              <a:ext cx="316680" cy="101374"/>
              <a:chOff x="5068275" y="3161675"/>
              <a:chExt cx="664875" cy="222850"/>
            </a:xfrm>
          </p:grpSpPr>
          <p:sp>
            <p:nvSpPr>
              <p:cNvPr id="7903" name="Google Shape;7903;p80"/>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0"/>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0"/>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0"/>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07" name="Google Shape;7907;p80"/>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80"/>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0"/>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80"/>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80"/>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80"/>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0"/>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0"/>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80"/>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80"/>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0"/>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0"/>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0"/>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0"/>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80"/>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0"/>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0"/>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0"/>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0"/>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0"/>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0"/>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80"/>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80"/>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0"/>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0"/>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0"/>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0"/>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0"/>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0"/>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6" name="Google Shape;7936;p80"/>
            <p:cNvGrpSpPr/>
            <p:nvPr/>
          </p:nvGrpSpPr>
          <p:grpSpPr>
            <a:xfrm>
              <a:off x="3697513" y="2707266"/>
              <a:ext cx="59549" cy="79733"/>
              <a:chOff x="3586375" y="2281300"/>
              <a:chExt cx="125025" cy="175275"/>
            </a:xfrm>
          </p:grpSpPr>
          <p:sp>
            <p:nvSpPr>
              <p:cNvPr id="7937" name="Google Shape;7937;p80"/>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0"/>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9" name="Google Shape;7939;p80"/>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0" name="Google Shape;7940;p80"/>
            <p:cNvGrpSpPr/>
            <p:nvPr/>
          </p:nvGrpSpPr>
          <p:grpSpPr>
            <a:xfrm>
              <a:off x="4513224" y="3221724"/>
              <a:ext cx="274563" cy="280321"/>
              <a:chOff x="5298975" y="3412225"/>
              <a:chExt cx="576450" cy="616225"/>
            </a:xfrm>
          </p:grpSpPr>
          <p:sp>
            <p:nvSpPr>
              <p:cNvPr id="7941" name="Google Shape;7941;p80"/>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942" name="Google Shape;7942;p80"/>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3" name="Google Shape;7943;p80"/>
            <p:cNvGrpSpPr/>
            <p:nvPr/>
          </p:nvGrpSpPr>
          <p:grpSpPr>
            <a:xfrm>
              <a:off x="4824403" y="3421846"/>
              <a:ext cx="110132" cy="130647"/>
              <a:chOff x="5952300" y="3852150"/>
              <a:chExt cx="231225" cy="287200"/>
            </a:xfrm>
          </p:grpSpPr>
          <p:sp>
            <p:nvSpPr>
              <p:cNvPr id="7944" name="Google Shape;7944;p80"/>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80"/>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6" name="Google Shape;7946;p80"/>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0"/>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0"/>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0"/>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0"/>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0"/>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0"/>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80"/>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4" name="Google Shape;7954;p80"/>
            <p:cNvGrpSpPr/>
            <p:nvPr/>
          </p:nvGrpSpPr>
          <p:grpSpPr>
            <a:xfrm>
              <a:off x="4295710" y="3079670"/>
              <a:ext cx="14968" cy="27135"/>
              <a:chOff x="4842300" y="3099950"/>
              <a:chExt cx="31425" cy="59650"/>
            </a:xfrm>
          </p:grpSpPr>
          <p:sp>
            <p:nvSpPr>
              <p:cNvPr id="7955" name="Google Shape;7955;p80"/>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0"/>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0"/>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0"/>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9" name="Google Shape;7959;p80"/>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80"/>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80"/>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80"/>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0"/>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80"/>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80"/>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80"/>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7" name="Google Shape;7967;p80"/>
            <p:cNvGrpSpPr/>
            <p:nvPr/>
          </p:nvGrpSpPr>
          <p:grpSpPr>
            <a:xfrm>
              <a:off x="3831056" y="2816010"/>
              <a:ext cx="37378" cy="27612"/>
              <a:chOff x="3866750" y="2520350"/>
              <a:chExt cx="78475" cy="60700"/>
            </a:xfrm>
          </p:grpSpPr>
          <p:sp>
            <p:nvSpPr>
              <p:cNvPr id="7968" name="Google Shape;7968;p80"/>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80"/>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80"/>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0"/>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2" name="Google Shape;7972;p80"/>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0"/>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80"/>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80"/>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80"/>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0"/>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0"/>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0"/>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0"/>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0"/>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0"/>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0"/>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0"/>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0"/>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0"/>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0"/>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80"/>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7989" name="Google Shape;7989;p80"/>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0"/>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80"/>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80"/>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80"/>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0"/>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80"/>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80"/>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0"/>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0"/>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0"/>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0"/>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001" name="Google Shape;8001;p80"/>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0"/>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80"/>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80"/>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0"/>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0"/>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80"/>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0"/>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0"/>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0"/>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0"/>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0"/>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80"/>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4" name="Google Shape;8014;p80"/>
            <p:cNvGrpSpPr/>
            <p:nvPr/>
          </p:nvGrpSpPr>
          <p:grpSpPr>
            <a:xfrm>
              <a:off x="3632736" y="3051591"/>
              <a:ext cx="63288" cy="45217"/>
              <a:chOff x="3450375" y="3038225"/>
              <a:chExt cx="132875" cy="99400"/>
            </a:xfrm>
          </p:grpSpPr>
          <p:sp>
            <p:nvSpPr>
              <p:cNvPr id="8015" name="Google Shape;8015;p80"/>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80"/>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7" name="Google Shape;8017;p80"/>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0"/>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0"/>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0"/>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0"/>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0"/>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80"/>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80"/>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0"/>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026" name="Google Shape;8026;p80"/>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0"/>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0"/>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0"/>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0"/>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0"/>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0"/>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0"/>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0"/>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0"/>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036" name="Google Shape;8036;p80"/>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0"/>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0"/>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80"/>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0"/>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0"/>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042" name="Google Shape;8042;p80"/>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0"/>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0"/>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0"/>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0"/>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0"/>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0"/>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0"/>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0"/>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0"/>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2" name="Google Shape;8052;p80"/>
          <p:cNvGrpSpPr/>
          <p:nvPr/>
        </p:nvGrpSpPr>
        <p:grpSpPr>
          <a:xfrm>
            <a:off x="3554131" y="1233340"/>
            <a:ext cx="2078182" cy="1366558"/>
            <a:chOff x="235800" y="830650"/>
            <a:chExt cx="6978450" cy="4588844"/>
          </a:xfrm>
        </p:grpSpPr>
        <p:sp>
          <p:nvSpPr>
            <p:cNvPr id="8053" name="Google Shape;8053;p80"/>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0"/>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0"/>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0"/>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0"/>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0"/>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9" name="Google Shape;8059;p80"/>
          <p:cNvGrpSpPr/>
          <p:nvPr/>
        </p:nvGrpSpPr>
        <p:grpSpPr>
          <a:xfrm>
            <a:off x="742628" y="3064442"/>
            <a:ext cx="2622876" cy="1333540"/>
            <a:chOff x="238125" y="1038125"/>
            <a:chExt cx="7146800" cy="3633625"/>
          </a:xfrm>
        </p:grpSpPr>
        <p:sp>
          <p:nvSpPr>
            <p:cNvPr id="8060" name="Google Shape;8060;p80"/>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80"/>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0"/>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0"/>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0"/>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80"/>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0"/>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0"/>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80"/>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80"/>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0"/>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0"/>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0"/>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0"/>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0"/>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0"/>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80"/>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0"/>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0"/>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0"/>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0"/>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0"/>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0"/>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0"/>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0"/>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0"/>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0"/>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0"/>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0"/>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0"/>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0"/>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0"/>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0"/>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0"/>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0"/>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0"/>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0"/>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0"/>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0"/>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0"/>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0"/>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0"/>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0"/>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0"/>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0"/>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0"/>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0"/>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80"/>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0"/>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0"/>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0"/>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80"/>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0"/>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0"/>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0"/>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0"/>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0"/>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80"/>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0"/>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0"/>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80"/>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80"/>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0"/>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80"/>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0"/>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0"/>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0"/>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0"/>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0"/>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0"/>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0"/>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80"/>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0"/>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0"/>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80"/>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80"/>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0"/>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0"/>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80"/>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0"/>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0"/>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0"/>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80"/>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80"/>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80"/>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0"/>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0"/>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0"/>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0"/>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0"/>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0"/>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0"/>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0"/>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0"/>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0"/>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0"/>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0"/>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0"/>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0"/>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0"/>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0"/>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80"/>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0"/>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0"/>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0"/>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0"/>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0"/>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0"/>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0"/>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80"/>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0"/>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0"/>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0"/>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0"/>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0"/>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0"/>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0"/>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0"/>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0"/>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0"/>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80"/>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80"/>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0"/>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0"/>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0"/>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0"/>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0"/>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0"/>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0"/>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0"/>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0"/>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0"/>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0"/>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0"/>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0"/>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0"/>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0"/>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0"/>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0"/>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0"/>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80"/>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0"/>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0"/>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80"/>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80"/>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80"/>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0"/>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0"/>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0"/>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0"/>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0"/>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0"/>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0"/>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0"/>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0"/>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0"/>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0"/>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0"/>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0"/>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0"/>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0"/>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0"/>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0"/>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0"/>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0"/>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0"/>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80"/>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0"/>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0"/>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0"/>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80"/>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80"/>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80"/>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0"/>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0"/>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80"/>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80"/>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0"/>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0"/>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0"/>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0"/>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80"/>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80"/>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0"/>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0"/>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80"/>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80"/>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80"/>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80"/>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80"/>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0"/>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0"/>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0"/>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0"/>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0"/>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80"/>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0"/>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0"/>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0"/>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0"/>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80"/>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0"/>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0"/>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0"/>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0"/>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80"/>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0"/>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0"/>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0"/>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0"/>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80"/>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0"/>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0"/>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0"/>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0"/>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0"/>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80"/>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80"/>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0"/>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0"/>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80"/>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80"/>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80"/>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80"/>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0"/>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0"/>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80"/>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80"/>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0"/>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0"/>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0"/>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0"/>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0"/>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0"/>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0"/>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0"/>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0"/>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0"/>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0"/>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0"/>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0"/>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80"/>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80"/>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0"/>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0"/>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0"/>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0"/>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0"/>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80"/>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0"/>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80"/>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80"/>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80"/>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0"/>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0"/>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0"/>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0"/>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0"/>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0"/>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0"/>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0"/>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80"/>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80"/>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0"/>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0"/>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80"/>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0"/>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80"/>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0"/>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0"/>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0"/>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0"/>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0"/>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80"/>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0"/>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80"/>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80"/>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0"/>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0"/>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0"/>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0"/>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0"/>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0"/>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80"/>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0"/>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80"/>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80"/>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80"/>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80"/>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80"/>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0"/>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0"/>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0"/>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80"/>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80"/>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80"/>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0"/>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80"/>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80"/>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80"/>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0"/>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0"/>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0"/>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0"/>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80"/>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80"/>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80"/>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80"/>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80"/>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0"/>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0"/>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80"/>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80"/>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0"/>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0"/>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0"/>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0"/>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0"/>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0"/>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0"/>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0"/>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0"/>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0"/>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0"/>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0"/>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0"/>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0"/>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80"/>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80"/>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0"/>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0"/>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80"/>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80"/>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0"/>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0"/>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0"/>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0"/>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80"/>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80"/>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0"/>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0"/>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0"/>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0"/>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0"/>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0"/>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0"/>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0"/>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0"/>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80"/>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0"/>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0"/>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0"/>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0"/>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0"/>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80"/>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0"/>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0"/>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0"/>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0"/>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0"/>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0"/>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0"/>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0"/>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0"/>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0"/>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0"/>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0"/>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0"/>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0"/>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0"/>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0"/>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0"/>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0"/>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0"/>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0"/>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0"/>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0"/>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0"/>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0"/>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0"/>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0"/>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0"/>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0"/>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0"/>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0"/>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0"/>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0"/>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0"/>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0"/>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0"/>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0"/>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0"/>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0"/>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0"/>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0"/>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0"/>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0"/>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0"/>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0"/>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0"/>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0"/>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0"/>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0"/>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0"/>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0"/>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0"/>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80"/>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0"/>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0"/>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0"/>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0"/>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0"/>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0"/>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0"/>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0"/>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0"/>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80"/>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0"/>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0"/>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0"/>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0"/>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0"/>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0"/>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0"/>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0"/>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0"/>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0"/>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0"/>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0"/>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0"/>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0"/>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80"/>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0"/>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0"/>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0"/>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0"/>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0"/>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0"/>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80"/>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0"/>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0"/>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0"/>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0"/>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0"/>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0"/>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0"/>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80"/>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80"/>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0"/>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0"/>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80"/>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0"/>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0"/>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0"/>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0"/>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0"/>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0"/>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0"/>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0"/>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0"/>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0"/>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0"/>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0"/>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0"/>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0"/>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0"/>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0"/>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0"/>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0"/>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0"/>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0"/>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0"/>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0"/>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0"/>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0"/>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0"/>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80"/>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0"/>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0"/>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0"/>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0"/>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0"/>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0"/>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0"/>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0"/>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0"/>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0"/>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0"/>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0"/>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0"/>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0"/>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0"/>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0"/>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0"/>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0"/>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0"/>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0"/>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0"/>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0"/>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0"/>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0"/>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0"/>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0"/>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0"/>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0"/>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0"/>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0"/>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0"/>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0"/>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0"/>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80"/>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80"/>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0"/>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0"/>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0"/>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0"/>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0"/>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0"/>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0"/>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0"/>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0"/>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0"/>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0"/>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0"/>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0"/>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0"/>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0"/>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0"/>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0"/>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0"/>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0"/>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0"/>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0"/>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0"/>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0"/>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0"/>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0"/>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0"/>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0"/>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0"/>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0"/>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0"/>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0"/>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0"/>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0"/>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0"/>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0"/>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0"/>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0"/>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0"/>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0"/>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80"/>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80"/>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0"/>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0"/>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0"/>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0"/>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0"/>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0"/>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80"/>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80"/>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0"/>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0"/>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80"/>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80"/>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0"/>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0"/>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80"/>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80"/>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0"/>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0"/>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0"/>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0"/>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0"/>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80"/>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80"/>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0"/>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0"/>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0"/>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0"/>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0"/>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0"/>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0"/>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80"/>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0"/>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80"/>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0"/>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0"/>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0"/>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0"/>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0"/>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0"/>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0"/>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0"/>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0"/>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0"/>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0"/>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0"/>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0"/>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0"/>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0"/>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0"/>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0"/>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0"/>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0"/>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0"/>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0"/>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0"/>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80"/>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80"/>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0"/>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0"/>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0"/>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0"/>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0"/>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0"/>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0"/>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0"/>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0"/>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0"/>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0"/>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0"/>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0"/>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0"/>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0"/>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0"/>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0"/>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0"/>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0"/>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0"/>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0"/>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80"/>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80"/>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0"/>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0"/>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0"/>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0"/>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0"/>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0"/>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0"/>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0"/>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0"/>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0"/>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0"/>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0"/>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0"/>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0"/>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0"/>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0"/>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0"/>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0"/>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0"/>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0"/>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0"/>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0"/>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0"/>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0"/>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0"/>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0"/>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0"/>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0"/>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0"/>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0"/>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0"/>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0"/>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0"/>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0"/>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0"/>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0"/>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0"/>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0"/>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0"/>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0"/>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0"/>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0"/>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80"/>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80"/>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0"/>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0"/>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0"/>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80"/>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0"/>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0"/>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0"/>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0"/>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0"/>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0"/>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80"/>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80"/>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0"/>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0"/>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0"/>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80"/>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0"/>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0"/>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0"/>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0"/>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0"/>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0"/>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0"/>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0"/>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0"/>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0"/>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0"/>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0"/>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0"/>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0"/>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0"/>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0"/>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0"/>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0"/>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0"/>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0"/>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0"/>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0"/>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0"/>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0"/>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0"/>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0"/>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0"/>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0"/>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80"/>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0"/>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0"/>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0"/>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0"/>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0"/>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0"/>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0"/>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0"/>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80"/>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80"/>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80"/>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0"/>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0"/>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0"/>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0"/>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0"/>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0"/>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0"/>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0"/>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0"/>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0"/>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0"/>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0"/>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80"/>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0"/>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0"/>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0"/>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0"/>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0"/>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0"/>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0"/>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0"/>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80"/>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0"/>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0"/>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0"/>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0"/>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0"/>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0"/>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80"/>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0"/>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0"/>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80"/>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0"/>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0"/>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0"/>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80"/>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80"/>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0"/>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0"/>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0"/>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0"/>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0"/>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0"/>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0"/>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0"/>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80"/>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0"/>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0"/>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80"/>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0"/>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0"/>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0"/>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0"/>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0"/>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0"/>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80"/>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80"/>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80"/>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0"/>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0"/>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0"/>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0"/>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0"/>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0"/>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0"/>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0"/>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0"/>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0"/>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0"/>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0"/>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0"/>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80"/>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80"/>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0"/>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80"/>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80"/>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0"/>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0"/>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0"/>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0"/>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0"/>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0"/>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80"/>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80"/>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0"/>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0"/>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0"/>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0"/>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0"/>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80"/>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80"/>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80"/>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0"/>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0"/>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0"/>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0"/>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0"/>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0"/>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0"/>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0"/>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0"/>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0"/>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0"/>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80"/>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80"/>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80"/>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80"/>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0"/>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0"/>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0"/>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0"/>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0"/>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0"/>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0"/>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80"/>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0"/>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0"/>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80"/>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0"/>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0"/>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0"/>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0"/>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0"/>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0"/>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0"/>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80"/>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80"/>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0"/>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0"/>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80"/>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0"/>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0"/>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0"/>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0"/>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0"/>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0"/>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0"/>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0"/>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80"/>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80"/>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0"/>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0"/>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0"/>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0"/>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0"/>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80"/>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0"/>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0"/>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80"/>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0"/>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0"/>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0"/>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0"/>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0"/>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0"/>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0"/>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80"/>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0"/>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0"/>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0"/>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0"/>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0"/>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0"/>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80"/>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0"/>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0"/>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0"/>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80"/>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80"/>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0"/>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0"/>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0"/>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80"/>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0"/>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0"/>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0"/>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0"/>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80"/>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0"/>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0"/>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0"/>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80"/>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0"/>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0"/>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0"/>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0"/>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0"/>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0"/>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0"/>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0"/>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0"/>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0"/>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0"/>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0"/>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0"/>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0"/>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0"/>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0"/>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0"/>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0"/>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0"/>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0"/>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0"/>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0"/>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0"/>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0"/>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0"/>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0"/>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0"/>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0"/>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0"/>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0"/>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0"/>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0"/>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0"/>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0"/>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0"/>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0"/>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0"/>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0"/>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0"/>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0"/>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0"/>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0"/>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0"/>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80"/>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80"/>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0"/>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0"/>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0"/>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0"/>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80"/>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0"/>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0"/>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0"/>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0"/>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0"/>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0"/>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0"/>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0"/>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0"/>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0"/>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0"/>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0"/>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80"/>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0"/>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0"/>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80"/>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80"/>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0"/>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0"/>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80"/>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80"/>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0"/>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0"/>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0"/>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0"/>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0"/>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0"/>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0"/>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0"/>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0"/>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0"/>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0"/>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0"/>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0"/>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0"/>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0"/>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80"/>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80"/>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0"/>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0"/>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0"/>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0"/>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0"/>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0"/>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80"/>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0"/>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0"/>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0"/>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0"/>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0"/>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0"/>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80"/>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0"/>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0"/>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0"/>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0"/>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0"/>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0"/>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0"/>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0"/>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80"/>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80"/>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0"/>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0"/>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80"/>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80"/>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0"/>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0"/>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0"/>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0"/>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0"/>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0"/>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80"/>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0"/>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0"/>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0"/>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0"/>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0"/>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0"/>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0"/>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0"/>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0"/>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0"/>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0"/>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80"/>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0"/>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0"/>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0"/>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80"/>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0"/>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0"/>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0"/>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0"/>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0"/>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0"/>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0"/>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80"/>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0"/>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0"/>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0"/>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0"/>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0"/>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0"/>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0"/>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80"/>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0"/>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0"/>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0"/>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0"/>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0"/>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0"/>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0"/>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0"/>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0"/>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0"/>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0"/>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0"/>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0"/>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0"/>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0"/>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0"/>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0"/>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0"/>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80"/>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80"/>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0"/>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80"/>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80"/>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0"/>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0"/>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0"/>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0"/>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0"/>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0"/>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0"/>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0"/>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0"/>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0"/>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0"/>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0"/>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0"/>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0"/>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80"/>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80"/>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0"/>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0"/>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0"/>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0"/>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0"/>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0"/>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80"/>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0"/>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0"/>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80"/>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0"/>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0"/>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80"/>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80"/>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80"/>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0"/>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0"/>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0"/>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0"/>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80"/>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0"/>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80"/>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0"/>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0"/>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0"/>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0"/>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0"/>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0"/>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80"/>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0"/>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0"/>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80"/>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80"/>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0"/>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0"/>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0"/>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80"/>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80"/>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0"/>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0"/>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80"/>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0"/>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0"/>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80"/>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80"/>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0"/>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0"/>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0"/>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0"/>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0"/>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80"/>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0"/>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0"/>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0"/>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0"/>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0"/>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0"/>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0"/>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0"/>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0"/>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0"/>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0"/>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0"/>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0"/>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80"/>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80"/>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0"/>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0"/>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0"/>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0"/>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0"/>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0"/>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0"/>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0"/>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0"/>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0"/>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0"/>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0"/>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0"/>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0"/>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80"/>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80"/>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0"/>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0"/>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0"/>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0"/>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0"/>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0"/>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0"/>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0"/>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0"/>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0"/>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0"/>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0"/>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0"/>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0"/>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0"/>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0"/>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80"/>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0"/>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80"/>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80"/>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0"/>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0"/>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80"/>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80"/>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0"/>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80"/>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80"/>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0"/>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0"/>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0"/>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80"/>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0"/>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0"/>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0"/>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0"/>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0"/>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0"/>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0"/>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80"/>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0"/>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80"/>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0"/>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0"/>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80"/>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0"/>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0"/>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0"/>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0"/>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80"/>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0"/>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0"/>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0"/>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0"/>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0"/>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0"/>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0"/>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0"/>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0"/>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0"/>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0"/>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80"/>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80"/>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0"/>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0"/>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0"/>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80"/>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0"/>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0"/>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0"/>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0"/>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0"/>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0"/>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0"/>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0"/>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0"/>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0"/>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0"/>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0"/>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0"/>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0"/>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0"/>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0"/>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0"/>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0"/>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0"/>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80"/>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80"/>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80"/>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0"/>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0"/>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80"/>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80"/>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0"/>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0"/>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0"/>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0"/>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0"/>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0"/>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0"/>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0"/>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0"/>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0"/>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80"/>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80"/>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0"/>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0"/>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0"/>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0"/>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0"/>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0"/>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80"/>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0"/>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0"/>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0"/>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0"/>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0"/>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0"/>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0"/>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80"/>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0"/>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0"/>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0"/>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0"/>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80"/>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80"/>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0"/>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80"/>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0"/>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0"/>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0"/>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0"/>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80"/>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0"/>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80"/>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80"/>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80"/>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0"/>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0"/>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0"/>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0"/>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0"/>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0"/>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0"/>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0"/>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0"/>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80"/>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80"/>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80"/>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80"/>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0"/>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80"/>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80"/>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0"/>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80"/>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80"/>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0"/>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0"/>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0"/>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0"/>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80"/>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0"/>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0"/>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0"/>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0"/>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80"/>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0"/>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80"/>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80"/>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0"/>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80"/>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0"/>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0"/>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0"/>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0"/>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80"/>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80"/>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80"/>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80"/>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80"/>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80"/>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80"/>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0"/>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0"/>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80"/>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80"/>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80"/>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80"/>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80"/>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80"/>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80"/>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0"/>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0"/>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80"/>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80"/>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0"/>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80"/>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80"/>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0"/>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80"/>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80"/>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80"/>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0"/>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80"/>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0"/>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80"/>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80"/>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0"/>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0"/>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80"/>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80"/>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80"/>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80"/>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80"/>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80"/>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0"/>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0"/>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0"/>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0"/>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0"/>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0"/>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80"/>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80"/>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0"/>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0"/>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80"/>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80"/>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0"/>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0"/>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80"/>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0"/>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80"/>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80"/>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0"/>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0"/>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0"/>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80"/>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0"/>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0"/>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80"/>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0"/>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80"/>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80"/>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0"/>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0"/>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80"/>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80"/>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0"/>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0"/>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0"/>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80"/>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80"/>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0"/>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0"/>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80"/>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0"/>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80"/>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80"/>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0"/>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0"/>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0"/>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0"/>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80"/>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80"/>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0"/>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0"/>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80"/>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0"/>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0"/>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0"/>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0"/>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80"/>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80"/>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0"/>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80"/>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80"/>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0"/>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0"/>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0"/>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0"/>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0"/>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0"/>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0"/>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80"/>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80"/>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0"/>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80"/>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80"/>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0"/>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0"/>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80"/>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0"/>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0"/>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0"/>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0"/>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80"/>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80"/>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80"/>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80"/>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80"/>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0"/>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80"/>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80"/>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0"/>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80"/>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80"/>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80"/>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0"/>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0"/>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0"/>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0"/>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80"/>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0"/>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0"/>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80"/>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80"/>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80"/>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80"/>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0"/>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0"/>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0"/>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0"/>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80"/>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80"/>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80"/>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0"/>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0"/>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0"/>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0"/>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0"/>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80"/>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0"/>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80"/>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80"/>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0"/>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0"/>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0"/>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0"/>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80"/>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80"/>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80"/>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0"/>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0"/>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0"/>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80"/>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80"/>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0"/>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80"/>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0"/>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0"/>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0"/>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80"/>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80"/>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80"/>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80"/>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80"/>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80"/>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0"/>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0"/>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80"/>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80"/>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80"/>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0"/>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80"/>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80"/>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80"/>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0"/>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80"/>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80"/>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0"/>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80"/>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80"/>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80"/>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80"/>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0"/>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0"/>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80"/>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80"/>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0"/>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0"/>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80"/>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80"/>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2" name="Google Shape;9632;p80"/>
          <p:cNvGrpSpPr/>
          <p:nvPr/>
        </p:nvGrpSpPr>
        <p:grpSpPr>
          <a:xfrm>
            <a:off x="5857556" y="1206552"/>
            <a:ext cx="2590840" cy="1380235"/>
            <a:chOff x="233350" y="949250"/>
            <a:chExt cx="7137300" cy="3802300"/>
          </a:xfrm>
        </p:grpSpPr>
        <p:sp>
          <p:nvSpPr>
            <p:cNvPr id="9633" name="Google Shape;9633;p8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8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8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8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8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8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8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8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8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8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8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8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8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8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8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8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8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8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8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8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8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8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8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8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8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8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8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8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8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8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8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8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8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4" name="Google Shape;9684;p80"/>
          <p:cNvGrpSpPr/>
          <p:nvPr/>
        </p:nvGrpSpPr>
        <p:grpSpPr>
          <a:xfrm>
            <a:off x="7671985" y="3251325"/>
            <a:ext cx="104231" cy="320340"/>
            <a:chOff x="7564426" y="3224343"/>
            <a:chExt cx="119985" cy="368801"/>
          </a:xfrm>
        </p:grpSpPr>
        <p:sp>
          <p:nvSpPr>
            <p:cNvPr id="9685" name="Google Shape;9685;p80"/>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80"/>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7" name="Google Shape;9687;p80"/>
          <p:cNvGrpSpPr/>
          <p:nvPr/>
        </p:nvGrpSpPr>
        <p:grpSpPr>
          <a:xfrm>
            <a:off x="7371473" y="3245427"/>
            <a:ext cx="189489" cy="332132"/>
            <a:chOff x="8370831" y="3202002"/>
            <a:chExt cx="218129" cy="382376"/>
          </a:xfrm>
        </p:grpSpPr>
        <p:sp>
          <p:nvSpPr>
            <p:cNvPr id="9688" name="Google Shape;9688;p80"/>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80"/>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0" name="Google Shape;9690;p80"/>
          <p:cNvGrpSpPr/>
          <p:nvPr/>
        </p:nvGrpSpPr>
        <p:grpSpPr>
          <a:xfrm>
            <a:off x="8094863" y="3656559"/>
            <a:ext cx="309429" cy="267000"/>
            <a:chOff x="6742064" y="3750480"/>
            <a:chExt cx="399315" cy="344560"/>
          </a:xfrm>
        </p:grpSpPr>
        <p:sp>
          <p:nvSpPr>
            <p:cNvPr id="9691" name="Google Shape;9691;p80"/>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80"/>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3" name="Google Shape;9693;p80"/>
          <p:cNvGrpSpPr/>
          <p:nvPr/>
        </p:nvGrpSpPr>
        <p:grpSpPr>
          <a:xfrm>
            <a:off x="7633882" y="4007606"/>
            <a:ext cx="180437" cy="281608"/>
            <a:chOff x="7248525" y="3739696"/>
            <a:chExt cx="230531" cy="359790"/>
          </a:xfrm>
        </p:grpSpPr>
        <p:sp>
          <p:nvSpPr>
            <p:cNvPr id="9694" name="Google Shape;9694;p80"/>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80"/>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6" name="Google Shape;9696;p80"/>
          <p:cNvGrpSpPr/>
          <p:nvPr/>
        </p:nvGrpSpPr>
        <p:grpSpPr>
          <a:xfrm>
            <a:off x="7879801" y="3650830"/>
            <a:ext cx="162896" cy="278710"/>
            <a:chOff x="7601242" y="3729267"/>
            <a:chExt cx="222566" cy="380803"/>
          </a:xfrm>
        </p:grpSpPr>
        <p:sp>
          <p:nvSpPr>
            <p:cNvPr id="9697" name="Google Shape;9697;p80"/>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80"/>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9" name="Google Shape;9699;p80"/>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0" name="Google Shape;9700;p80"/>
          <p:cNvGrpSpPr/>
          <p:nvPr/>
        </p:nvGrpSpPr>
        <p:grpSpPr>
          <a:xfrm>
            <a:off x="7369446" y="3651971"/>
            <a:ext cx="193543" cy="275990"/>
            <a:chOff x="8304647" y="3738687"/>
            <a:chExt cx="225076" cy="320956"/>
          </a:xfrm>
        </p:grpSpPr>
        <p:sp>
          <p:nvSpPr>
            <p:cNvPr id="9701" name="Google Shape;9701;p80"/>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80"/>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80"/>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4" name="Google Shape;9704;p80"/>
          <p:cNvGrpSpPr/>
          <p:nvPr/>
        </p:nvGrpSpPr>
        <p:grpSpPr>
          <a:xfrm>
            <a:off x="7641939" y="3651971"/>
            <a:ext cx="178492" cy="275990"/>
            <a:chOff x="8615101" y="3738687"/>
            <a:chExt cx="207573" cy="320956"/>
          </a:xfrm>
        </p:grpSpPr>
        <p:sp>
          <p:nvSpPr>
            <p:cNvPr id="9705" name="Google Shape;9705;p80"/>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0"/>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80"/>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8" name="Google Shape;9708;p80"/>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9" name="Google Shape;9709;p80"/>
          <p:cNvGrpSpPr/>
          <p:nvPr/>
        </p:nvGrpSpPr>
        <p:grpSpPr>
          <a:xfrm>
            <a:off x="6036644" y="3773459"/>
            <a:ext cx="557670" cy="511283"/>
            <a:chOff x="6015419" y="3716859"/>
            <a:chExt cx="557671" cy="511283"/>
          </a:xfrm>
        </p:grpSpPr>
        <p:sp>
          <p:nvSpPr>
            <p:cNvPr id="9710" name="Google Shape;9710;p80"/>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1" name="Google Shape;9711;p80"/>
            <p:cNvGrpSpPr/>
            <p:nvPr/>
          </p:nvGrpSpPr>
          <p:grpSpPr>
            <a:xfrm>
              <a:off x="6036094" y="3716980"/>
              <a:ext cx="529860" cy="510468"/>
              <a:chOff x="6036094" y="3716980"/>
              <a:chExt cx="529860" cy="510468"/>
            </a:xfrm>
          </p:grpSpPr>
          <p:sp>
            <p:nvSpPr>
              <p:cNvPr id="9712" name="Google Shape;9712;p80"/>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0"/>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80"/>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0"/>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0"/>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0"/>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80"/>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0"/>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0"/>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80"/>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22" name="Google Shape;9722;p80"/>
          <p:cNvGrpSpPr/>
          <p:nvPr/>
        </p:nvGrpSpPr>
        <p:grpSpPr>
          <a:xfrm>
            <a:off x="6665529" y="3130228"/>
            <a:ext cx="576302" cy="511871"/>
            <a:chOff x="6644304" y="3073628"/>
            <a:chExt cx="576302" cy="511871"/>
          </a:xfrm>
        </p:grpSpPr>
        <p:sp>
          <p:nvSpPr>
            <p:cNvPr id="9723" name="Google Shape;9723;p80"/>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4" name="Google Shape;9724;p80"/>
            <p:cNvGrpSpPr/>
            <p:nvPr/>
          </p:nvGrpSpPr>
          <p:grpSpPr>
            <a:xfrm>
              <a:off x="6712169" y="3085440"/>
              <a:ext cx="481622" cy="494913"/>
              <a:chOff x="6712169" y="3085440"/>
              <a:chExt cx="481622" cy="494913"/>
            </a:xfrm>
          </p:grpSpPr>
          <p:sp>
            <p:nvSpPr>
              <p:cNvPr id="9725" name="Google Shape;9725;p80"/>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0"/>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0"/>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0"/>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0"/>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0" name="Google Shape;9730;p80"/>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0"/>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0"/>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3" name="Google Shape;9733;p80"/>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4" name="Google Shape;9734;p80"/>
          <p:cNvGrpSpPr/>
          <p:nvPr/>
        </p:nvGrpSpPr>
        <p:grpSpPr>
          <a:xfrm>
            <a:off x="6673379" y="3773223"/>
            <a:ext cx="560631" cy="511352"/>
            <a:chOff x="6652154" y="3716623"/>
            <a:chExt cx="560631" cy="511352"/>
          </a:xfrm>
        </p:grpSpPr>
        <p:sp>
          <p:nvSpPr>
            <p:cNvPr id="9735" name="Google Shape;9735;p80"/>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6" name="Google Shape;9736;p80"/>
            <p:cNvGrpSpPr/>
            <p:nvPr/>
          </p:nvGrpSpPr>
          <p:grpSpPr>
            <a:xfrm>
              <a:off x="6669657" y="3716715"/>
              <a:ext cx="466779" cy="464290"/>
              <a:chOff x="6669657" y="3716715"/>
              <a:chExt cx="466779" cy="464290"/>
            </a:xfrm>
          </p:grpSpPr>
          <p:sp>
            <p:nvSpPr>
              <p:cNvPr id="9737" name="Google Shape;9737;p80"/>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80"/>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0"/>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0"/>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0"/>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0"/>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0"/>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80"/>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80"/>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0"/>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80"/>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0"/>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0"/>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50" name="Google Shape;9750;p80"/>
          <p:cNvGrpSpPr/>
          <p:nvPr/>
        </p:nvGrpSpPr>
        <p:grpSpPr>
          <a:xfrm>
            <a:off x="7867470" y="4054631"/>
            <a:ext cx="187557" cy="187557"/>
            <a:chOff x="8565775" y="671075"/>
            <a:chExt cx="441000" cy="441000"/>
          </a:xfrm>
        </p:grpSpPr>
        <p:sp>
          <p:nvSpPr>
            <p:cNvPr id="9751" name="Google Shape;9751;p80"/>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80"/>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3" name="Google Shape;9753;p80"/>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0"/>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5" name="Google Shape;9755;p80"/>
          <p:cNvGrpSpPr/>
          <p:nvPr/>
        </p:nvGrpSpPr>
        <p:grpSpPr>
          <a:xfrm>
            <a:off x="6021325" y="3132850"/>
            <a:ext cx="587871" cy="512373"/>
            <a:chOff x="6000100" y="3076250"/>
            <a:chExt cx="587871" cy="512373"/>
          </a:xfrm>
        </p:grpSpPr>
        <p:sp>
          <p:nvSpPr>
            <p:cNvPr id="9756" name="Google Shape;9756;p80"/>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7" name="Google Shape;9757;p80"/>
            <p:cNvGrpSpPr/>
            <p:nvPr/>
          </p:nvGrpSpPr>
          <p:grpSpPr>
            <a:xfrm>
              <a:off x="6031360" y="3076713"/>
              <a:ext cx="539107" cy="480965"/>
              <a:chOff x="6031360" y="3076713"/>
              <a:chExt cx="539107" cy="480965"/>
            </a:xfrm>
          </p:grpSpPr>
          <p:sp>
            <p:nvSpPr>
              <p:cNvPr id="9758" name="Google Shape;9758;p80"/>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80"/>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0"/>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80"/>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80"/>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80"/>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80"/>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65" name="Google Shape;9765;p80"/>
          <p:cNvGrpSpPr/>
          <p:nvPr/>
        </p:nvGrpSpPr>
        <p:grpSpPr>
          <a:xfrm>
            <a:off x="3597785" y="3065882"/>
            <a:ext cx="2241344" cy="1330656"/>
            <a:chOff x="3597785" y="3065882"/>
            <a:chExt cx="2241344" cy="1330656"/>
          </a:xfrm>
        </p:grpSpPr>
        <p:grpSp>
          <p:nvGrpSpPr>
            <p:cNvPr id="9766" name="Google Shape;9766;p80"/>
            <p:cNvGrpSpPr/>
            <p:nvPr/>
          </p:nvGrpSpPr>
          <p:grpSpPr>
            <a:xfrm>
              <a:off x="5296908" y="3937355"/>
              <a:ext cx="143198" cy="32380"/>
              <a:chOff x="5296908" y="3937355"/>
              <a:chExt cx="143198" cy="32380"/>
            </a:xfrm>
          </p:grpSpPr>
          <p:sp>
            <p:nvSpPr>
              <p:cNvPr id="9767" name="Google Shape;9767;p80"/>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8" name="Google Shape;9768;p80"/>
              <p:cNvGrpSpPr/>
              <p:nvPr/>
            </p:nvGrpSpPr>
            <p:grpSpPr>
              <a:xfrm>
                <a:off x="5402331" y="3937355"/>
                <a:ext cx="37776" cy="32380"/>
                <a:chOff x="5402331" y="3937355"/>
                <a:chExt cx="37776" cy="32380"/>
              </a:xfrm>
            </p:grpSpPr>
            <p:sp>
              <p:nvSpPr>
                <p:cNvPr id="9769" name="Google Shape;9769;p80"/>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80"/>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1" name="Google Shape;9771;p80"/>
              <p:cNvGrpSpPr/>
              <p:nvPr/>
            </p:nvGrpSpPr>
            <p:grpSpPr>
              <a:xfrm>
                <a:off x="5296908" y="3937355"/>
                <a:ext cx="37783" cy="32380"/>
                <a:chOff x="5296908" y="3937355"/>
                <a:chExt cx="37783" cy="32380"/>
              </a:xfrm>
            </p:grpSpPr>
            <p:sp>
              <p:nvSpPr>
                <p:cNvPr id="9772" name="Google Shape;9772;p80"/>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80"/>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74" name="Google Shape;9774;p80"/>
            <p:cNvGrpSpPr/>
            <p:nvPr/>
          </p:nvGrpSpPr>
          <p:grpSpPr>
            <a:xfrm>
              <a:off x="4724163" y="3119631"/>
              <a:ext cx="120838" cy="84218"/>
              <a:chOff x="4724163" y="3119631"/>
              <a:chExt cx="120838" cy="84218"/>
            </a:xfrm>
          </p:grpSpPr>
          <p:grpSp>
            <p:nvGrpSpPr>
              <p:cNvPr id="9775" name="Google Shape;9775;p80"/>
              <p:cNvGrpSpPr/>
              <p:nvPr/>
            </p:nvGrpSpPr>
            <p:grpSpPr>
              <a:xfrm>
                <a:off x="4746712" y="3132773"/>
                <a:ext cx="86869" cy="56424"/>
                <a:chOff x="4746712" y="3132773"/>
                <a:chExt cx="86869" cy="56424"/>
              </a:xfrm>
            </p:grpSpPr>
            <p:sp>
              <p:nvSpPr>
                <p:cNvPr id="9776" name="Google Shape;9776;p80"/>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80"/>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8" name="Google Shape;9778;p80"/>
              <p:cNvGrpSpPr/>
              <p:nvPr/>
            </p:nvGrpSpPr>
            <p:grpSpPr>
              <a:xfrm>
                <a:off x="4773634" y="3143336"/>
                <a:ext cx="37776" cy="32451"/>
                <a:chOff x="4773634" y="3143336"/>
                <a:chExt cx="37776" cy="32451"/>
              </a:xfrm>
            </p:grpSpPr>
            <p:sp>
              <p:nvSpPr>
                <p:cNvPr id="9779" name="Google Shape;9779;p80"/>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80"/>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1" name="Google Shape;9781;p80"/>
              <p:cNvGrpSpPr/>
              <p:nvPr/>
            </p:nvGrpSpPr>
            <p:grpSpPr>
              <a:xfrm>
                <a:off x="4724163" y="3131248"/>
                <a:ext cx="37776" cy="32459"/>
                <a:chOff x="4724163" y="3131248"/>
                <a:chExt cx="37776" cy="32459"/>
              </a:xfrm>
            </p:grpSpPr>
            <p:sp>
              <p:nvSpPr>
                <p:cNvPr id="9782" name="Google Shape;9782;p80"/>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80"/>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4" name="Google Shape;9784;p80"/>
              <p:cNvGrpSpPr/>
              <p:nvPr/>
            </p:nvGrpSpPr>
            <p:grpSpPr>
              <a:xfrm>
                <a:off x="4755081" y="3176054"/>
                <a:ext cx="32357" cy="27795"/>
                <a:chOff x="4755081" y="3176054"/>
                <a:chExt cx="32357" cy="27795"/>
              </a:xfrm>
            </p:grpSpPr>
            <p:sp>
              <p:nvSpPr>
                <p:cNvPr id="9785" name="Google Shape;9785;p80"/>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80"/>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7" name="Google Shape;9787;p80"/>
              <p:cNvGrpSpPr/>
              <p:nvPr/>
            </p:nvGrpSpPr>
            <p:grpSpPr>
              <a:xfrm>
                <a:off x="4812550" y="3119631"/>
                <a:ext cx="32451" cy="27803"/>
                <a:chOff x="4812550" y="3119631"/>
                <a:chExt cx="32451" cy="27803"/>
              </a:xfrm>
            </p:grpSpPr>
            <p:sp>
              <p:nvSpPr>
                <p:cNvPr id="9788" name="Google Shape;9788;p80"/>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80"/>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90" name="Google Shape;9790;p80"/>
            <p:cNvGrpSpPr/>
            <p:nvPr/>
          </p:nvGrpSpPr>
          <p:grpSpPr>
            <a:xfrm>
              <a:off x="5382826" y="4027197"/>
              <a:ext cx="268967" cy="250422"/>
              <a:chOff x="5382826" y="4027197"/>
              <a:chExt cx="268967" cy="250422"/>
            </a:xfrm>
          </p:grpSpPr>
          <p:grpSp>
            <p:nvGrpSpPr>
              <p:cNvPr id="9791" name="Google Shape;9791;p80"/>
              <p:cNvGrpSpPr/>
              <p:nvPr/>
            </p:nvGrpSpPr>
            <p:grpSpPr>
              <a:xfrm>
                <a:off x="5405280" y="4042510"/>
                <a:ext cx="237570" cy="218647"/>
                <a:chOff x="5405280" y="4042510"/>
                <a:chExt cx="237570" cy="218647"/>
              </a:xfrm>
            </p:grpSpPr>
            <p:sp>
              <p:nvSpPr>
                <p:cNvPr id="9792" name="Google Shape;9792;p80"/>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80"/>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0"/>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80"/>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80"/>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0"/>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8" name="Google Shape;9798;p80"/>
              <p:cNvGrpSpPr/>
              <p:nvPr/>
            </p:nvGrpSpPr>
            <p:grpSpPr>
              <a:xfrm>
                <a:off x="5382826" y="4125549"/>
                <a:ext cx="37776" cy="32380"/>
                <a:chOff x="5382826" y="4125549"/>
                <a:chExt cx="37776" cy="32380"/>
              </a:xfrm>
            </p:grpSpPr>
            <p:sp>
              <p:nvSpPr>
                <p:cNvPr id="9799" name="Google Shape;9799;p80"/>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80"/>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1" name="Google Shape;9801;p80"/>
              <p:cNvGrpSpPr/>
              <p:nvPr/>
            </p:nvGrpSpPr>
            <p:grpSpPr>
              <a:xfrm>
                <a:off x="5475680" y="4195587"/>
                <a:ext cx="37783" cy="32364"/>
                <a:chOff x="5475680" y="4195587"/>
                <a:chExt cx="37783" cy="32364"/>
              </a:xfrm>
            </p:grpSpPr>
            <p:sp>
              <p:nvSpPr>
                <p:cNvPr id="9802" name="Google Shape;9802;p80"/>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80"/>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4" name="Google Shape;9804;p80"/>
              <p:cNvGrpSpPr/>
              <p:nvPr/>
            </p:nvGrpSpPr>
            <p:grpSpPr>
              <a:xfrm>
                <a:off x="5532575" y="4027197"/>
                <a:ext cx="33308" cy="32262"/>
                <a:chOff x="5532575" y="4027197"/>
                <a:chExt cx="33308" cy="32262"/>
              </a:xfrm>
            </p:grpSpPr>
            <p:sp>
              <p:nvSpPr>
                <p:cNvPr id="9805" name="Google Shape;9805;p80"/>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80"/>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7" name="Google Shape;9807;p80"/>
              <p:cNvGrpSpPr/>
              <p:nvPr/>
            </p:nvGrpSpPr>
            <p:grpSpPr>
              <a:xfrm>
                <a:off x="5590706" y="4245348"/>
                <a:ext cx="33497" cy="32270"/>
                <a:chOff x="5590706" y="4245348"/>
                <a:chExt cx="33497" cy="32270"/>
              </a:xfrm>
            </p:grpSpPr>
            <p:sp>
              <p:nvSpPr>
                <p:cNvPr id="9808" name="Google Shape;9808;p80"/>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0"/>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0" name="Google Shape;9810;p80"/>
              <p:cNvGrpSpPr/>
              <p:nvPr/>
            </p:nvGrpSpPr>
            <p:grpSpPr>
              <a:xfrm>
                <a:off x="5618681" y="4109677"/>
                <a:ext cx="33112" cy="32357"/>
                <a:chOff x="5618681" y="4109677"/>
                <a:chExt cx="33112" cy="32357"/>
              </a:xfrm>
            </p:grpSpPr>
            <p:sp>
              <p:nvSpPr>
                <p:cNvPr id="9811" name="Google Shape;9811;p80"/>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80"/>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3" name="Google Shape;9813;p80"/>
              <p:cNvGrpSpPr/>
              <p:nvPr/>
            </p:nvGrpSpPr>
            <p:grpSpPr>
              <a:xfrm>
                <a:off x="5479298" y="4128262"/>
                <a:ext cx="31405" cy="26906"/>
                <a:chOff x="5479298" y="4128262"/>
                <a:chExt cx="31405" cy="26906"/>
              </a:xfrm>
            </p:grpSpPr>
            <p:sp>
              <p:nvSpPr>
                <p:cNvPr id="9814" name="Google Shape;9814;p80"/>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0"/>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6" name="Google Shape;9816;p80"/>
              <p:cNvGrpSpPr/>
              <p:nvPr/>
            </p:nvGrpSpPr>
            <p:grpSpPr>
              <a:xfrm>
                <a:off x="5582903" y="4180116"/>
                <a:ext cx="31499" cy="26898"/>
                <a:chOff x="5582903" y="4180116"/>
                <a:chExt cx="31499" cy="26898"/>
              </a:xfrm>
            </p:grpSpPr>
            <p:sp>
              <p:nvSpPr>
                <p:cNvPr id="9817" name="Google Shape;9817;p80"/>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80"/>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19" name="Google Shape;9819;p80"/>
            <p:cNvGrpSpPr/>
            <p:nvPr/>
          </p:nvGrpSpPr>
          <p:grpSpPr>
            <a:xfrm>
              <a:off x="3977681" y="3230323"/>
              <a:ext cx="94584" cy="84085"/>
              <a:chOff x="3977681" y="3230323"/>
              <a:chExt cx="94584" cy="84085"/>
            </a:xfrm>
          </p:grpSpPr>
          <p:grpSp>
            <p:nvGrpSpPr>
              <p:cNvPr id="9820" name="Google Shape;9820;p80"/>
              <p:cNvGrpSpPr/>
              <p:nvPr/>
            </p:nvGrpSpPr>
            <p:grpSpPr>
              <a:xfrm>
                <a:off x="4000135" y="3243041"/>
                <a:ext cx="59570" cy="57186"/>
                <a:chOff x="4000135" y="3243041"/>
                <a:chExt cx="59570" cy="57186"/>
              </a:xfrm>
            </p:grpSpPr>
            <p:sp>
              <p:nvSpPr>
                <p:cNvPr id="9821" name="Google Shape;9821;p80"/>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0"/>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0"/>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4" name="Google Shape;9824;p80"/>
              <p:cNvGrpSpPr/>
              <p:nvPr/>
            </p:nvGrpSpPr>
            <p:grpSpPr>
              <a:xfrm>
                <a:off x="3977681" y="3245872"/>
                <a:ext cx="37783" cy="32380"/>
                <a:chOff x="3977681" y="3245872"/>
                <a:chExt cx="37783" cy="32380"/>
              </a:xfrm>
            </p:grpSpPr>
            <p:sp>
              <p:nvSpPr>
                <p:cNvPr id="9825" name="Google Shape;9825;p80"/>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0"/>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7" name="Google Shape;9827;p80"/>
              <p:cNvGrpSpPr/>
              <p:nvPr/>
            </p:nvGrpSpPr>
            <p:grpSpPr>
              <a:xfrm>
                <a:off x="4040860" y="3262672"/>
                <a:ext cx="31405" cy="27001"/>
                <a:chOff x="4040860" y="3262672"/>
                <a:chExt cx="31405" cy="27001"/>
              </a:xfrm>
            </p:grpSpPr>
            <p:sp>
              <p:nvSpPr>
                <p:cNvPr id="9828" name="Google Shape;9828;p80"/>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0"/>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0" name="Google Shape;9830;p80"/>
              <p:cNvGrpSpPr/>
              <p:nvPr/>
            </p:nvGrpSpPr>
            <p:grpSpPr>
              <a:xfrm>
                <a:off x="4021072" y="3230323"/>
                <a:ext cx="31397" cy="26906"/>
                <a:chOff x="4021072" y="3230323"/>
                <a:chExt cx="31397" cy="26906"/>
              </a:xfrm>
            </p:grpSpPr>
            <p:sp>
              <p:nvSpPr>
                <p:cNvPr id="9831" name="Google Shape;9831;p80"/>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0"/>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3" name="Google Shape;9833;p80"/>
              <p:cNvGrpSpPr/>
              <p:nvPr/>
            </p:nvGrpSpPr>
            <p:grpSpPr>
              <a:xfrm>
                <a:off x="4001472" y="3287462"/>
                <a:ext cx="31499" cy="26945"/>
                <a:chOff x="4001472" y="3287462"/>
                <a:chExt cx="31499" cy="26945"/>
              </a:xfrm>
            </p:grpSpPr>
            <p:sp>
              <p:nvSpPr>
                <p:cNvPr id="9834" name="Google Shape;9834;p80"/>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80"/>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36" name="Google Shape;9836;p80"/>
            <p:cNvGrpSpPr/>
            <p:nvPr/>
          </p:nvGrpSpPr>
          <p:grpSpPr>
            <a:xfrm>
              <a:off x="4084715" y="3258865"/>
              <a:ext cx="184961" cy="137268"/>
              <a:chOff x="4084715" y="3258865"/>
              <a:chExt cx="184961" cy="137268"/>
            </a:xfrm>
          </p:grpSpPr>
          <p:grpSp>
            <p:nvGrpSpPr>
              <p:cNvPr id="9837" name="Google Shape;9837;p80"/>
              <p:cNvGrpSpPr/>
              <p:nvPr/>
            </p:nvGrpSpPr>
            <p:grpSpPr>
              <a:xfrm>
                <a:off x="4107453" y="3271583"/>
                <a:ext cx="153470" cy="110275"/>
                <a:chOff x="4107453" y="3271583"/>
                <a:chExt cx="153470" cy="110275"/>
              </a:xfrm>
            </p:grpSpPr>
            <p:sp>
              <p:nvSpPr>
                <p:cNvPr id="9838" name="Google Shape;9838;p80"/>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80"/>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80"/>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80"/>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2" name="Google Shape;9842;p80"/>
              <p:cNvGrpSpPr/>
              <p:nvPr/>
            </p:nvGrpSpPr>
            <p:grpSpPr>
              <a:xfrm>
                <a:off x="4136947" y="3258865"/>
                <a:ext cx="31499" cy="27001"/>
                <a:chOff x="4136947" y="3258865"/>
                <a:chExt cx="31499" cy="27001"/>
              </a:xfrm>
            </p:grpSpPr>
            <p:sp>
              <p:nvSpPr>
                <p:cNvPr id="9843" name="Google Shape;9843;p80"/>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80"/>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5" name="Google Shape;9845;p80"/>
              <p:cNvGrpSpPr/>
              <p:nvPr/>
            </p:nvGrpSpPr>
            <p:grpSpPr>
              <a:xfrm>
                <a:off x="4084715" y="3266478"/>
                <a:ext cx="31468" cy="26898"/>
                <a:chOff x="4084715" y="3266478"/>
                <a:chExt cx="31468" cy="26898"/>
              </a:xfrm>
            </p:grpSpPr>
            <p:sp>
              <p:nvSpPr>
                <p:cNvPr id="9846" name="Google Shape;9846;p80"/>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80"/>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8" name="Google Shape;9848;p80"/>
              <p:cNvGrpSpPr/>
              <p:nvPr/>
            </p:nvGrpSpPr>
            <p:grpSpPr>
              <a:xfrm>
                <a:off x="4159213" y="3279849"/>
                <a:ext cx="31405" cy="26945"/>
                <a:chOff x="4159213" y="3279849"/>
                <a:chExt cx="31405" cy="26945"/>
              </a:xfrm>
            </p:grpSpPr>
            <p:sp>
              <p:nvSpPr>
                <p:cNvPr id="9849" name="Google Shape;9849;p80"/>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80"/>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1" name="Google Shape;9851;p80"/>
              <p:cNvGrpSpPr/>
              <p:nvPr/>
            </p:nvGrpSpPr>
            <p:grpSpPr>
              <a:xfrm>
                <a:off x="4201550" y="3266502"/>
                <a:ext cx="31405" cy="26883"/>
                <a:chOff x="4201550" y="3266502"/>
                <a:chExt cx="31405" cy="26883"/>
              </a:xfrm>
            </p:grpSpPr>
            <p:sp>
              <p:nvSpPr>
                <p:cNvPr id="9852" name="Google Shape;9852;p80"/>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80"/>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4" name="Google Shape;9854;p80"/>
              <p:cNvGrpSpPr/>
              <p:nvPr/>
            </p:nvGrpSpPr>
            <p:grpSpPr>
              <a:xfrm>
                <a:off x="4201550" y="3338278"/>
                <a:ext cx="31405" cy="26930"/>
                <a:chOff x="4201550" y="3338278"/>
                <a:chExt cx="31405" cy="26930"/>
              </a:xfrm>
            </p:grpSpPr>
            <p:sp>
              <p:nvSpPr>
                <p:cNvPr id="9855" name="Google Shape;9855;p80"/>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80"/>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7" name="Google Shape;9857;p80"/>
              <p:cNvGrpSpPr/>
              <p:nvPr/>
            </p:nvGrpSpPr>
            <p:grpSpPr>
              <a:xfrm>
                <a:off x="4238272" y="3369132"/>
                <a:ext cx="31405" cy="27001"/>
                <a:chOff x="4238272" y="3369132"/>
                <a:chExt cx="31405" cy="27001"/>
              </a:xfrm>
            </p:grpSpPr>
            <p:sp>
              <p:nvSpPr>
                <p:cNvPr id="9858" name="Google Shape;9858;p80"/>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80"/>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60" name="Google Shape;9860;p80"/>
            <p:cNvGrpSpPr/>
            <p:nvPr/>
          </p:nvGrpSpPr>
          <p:grpSpPr>
            <a:xfrm>
              <a:off x="4068639" y="3200169"/>
              <a:ext cx="77643" cy="37272"/>
              <a:chOff x="4068639" y="3200169"/>
              <a:chExt cx="77643" cy="37272"/>
            </a:xfrm>
          </p:grpSpPr>
          <p:sp>
            <p:nvSpPr>
              <p:cNvPr id="9861" name="Google Shape;9861;p80"/>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2" name="Google Shape;9862;p80"/>
              <p:cNvGrpSpPr/>
              <p:nvPr/>
            </p:nvGrpSpPr>
            <p:grpSpPr>
              <a:xfrm>
                <a:off x="4114878" y="3200169"/>
                <a:ext cx="31405" cy="26993"/>
                <a:chOff x="4114878" y="3200169"/>
                <a:chExt cx="31405" cy="26993"/>
              </a:xfrm>
            </p:grpSpPr>
            <p:sp>
              <p:nvSpPr>
                <p:cNvPr id="9863" name="Google Shape;9863;p80"/>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80"/>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5" name="Google Shape;9865;p80"/>
              <p:cNvGrpSpPr/>
              <p:nvPr/>
            </p:nvGrpSpPr>
            <p:grpSpPr>
              <a:xfrm>
                <a:off x="4068639" y="3210535"/>
                <a:ext cx="31499" cy="26906"/>
                <a:chOff x="4068639" y="3210535"/>
                <a:chExt cx="31499" cy="26906"/>
              </a:xfrm>
            </p:grpSpPr>
            <p:sp>
              <p:nvSpPr>
                <p:cNvPr id="9866" name="Google Shape;9866;p80"/>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80"/>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68" name="Google Shape;9868;p80"/>
            <p:cNvGrpSpPr/>
            <p:nvPr/>
          </p:nvGrpSpPr>
          <p:grpSpPr>
            <a:xfrm>
              <a:off x="3869702" y="3066935"/>
              <a:ext cx="382664" cy="190294"/>
              <a:chOff x="3869702" y="3066935"/>
              <a:chExt cx="382664" cy="190294"/>
            </a:xfrm>
          </p:grpSpPr>
          <p:grpSp>
            <p:nvGrpSpPr>
              <p:cNvPr id="9869" name="Google Shape;9869;p80"/>
              <p:cNvGrpSpPr/>
              <p:nvPr/>
            </p:nvGrpSpPr>
            <p:grpSpPr>
              <a:xfrm>
                <a:off x="3888633" y="3082351"/>
                <a:ext cx="351172" cy="160698"/>
                <a:chOff x="3888633" y="3082351"/>
                <a:chExt cx="351172" cy="160698"/>
              </a:xfrm>
            </p:grpSpPr>
            <p:sp>
              <p:nvSpPr>
                <p:cNvPr id="9870" name="Google Shape;9870;p80"/>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80"/>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80"/>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0"/>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80"/>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80"/>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6" name="Google Shape;9876;p80"/>
              <p:cNvGrpSpPr/>
              <p:nvPr/>
            </p:nvGrpSpPr>
            <p:grpSpPr>
              <a:xfrm>
                <a:off x="4143703" y="3066935"/>
                <a:ext cx="37783" cy="32357"/>
                <a:chOff x="4143703" y="3066935"/>
                <a:chExt cx="37783" cy="32357"/>
              </a:xfrm>
            </p:grpSpPr>
            <p:sp>
              <p:nvSpPr>
                <p:cNvPr id="9877" name="Google Shape;9877;p80"/>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0"/>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9" name="Google Shape;9879;p80"/>
              <p:cNvGrpSpPr/>
              <p:nvPr/>
            </p:nvGrpSpPr>
            <p:grpSpPr>
              <a:xfrm>
                <a:off x="4044565" y="3103563"/>
                <a:ext cx="37783" cy="32451"/>
                <a:chOff x="4044565" y="3103563"/>
                <a:chExt cx="37783" cy="32451"/>
              </a:xfrm>
            </p:grpSpPr>
            <p:sp>
              <p:nvSpPr>
                <p:cNvPr id="9880" name="Google Shape;9880;p80"/>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0"/>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2" name="Google Shape;9882;p80"/>
              <p:cNvGrpSpPr/>
              <p:nvPr/>
            </p:nvGrpSpPr>
            <p:grpSpPr>
              <a:xfrm>
                <a:off x="4017454" y="3188237"/>
                <a:ext cx="37776" cy="32357"/>
                <a:chOff x="4017454" y="3188237"/>
                <a:chExt cx="37776" cy="32357"/>
              </a:xfrm>
            </p:grpSpPr>
            <p:sp>
              <p:nvSpPr>
                <p:cNvPr id="9883" name="Google Shape;9883;p80"/>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80"/>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5" name="Google Shape;9885;p80"/>
              <p:cNvGrpSpPr/>
              <p:nvPr/>
            </p:nvGrpSpPr>
            <p:grpSpPr>
              <a:xfrm>
                <a:off x="3921548" y="3157509"/>
                <a:ext cx="37783" cy="32357"/>
                <a:chOff x="3921548" y="3157509"/>
                <a:chExt cx="37783" cy="32357"/>
              </a:xfrm>
            </p:grpSpPr>
            <p:sp>
              <p:nvSpPr>
                <p:cNvPr id="9886" name="Google Shape;9886;p80"/>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80"/>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8" name="Google Shape;9888;p80"/>
              <p:cNvGrpSpPr/>
              <p:nvPr/>
            </p:nvGrpSpPr>
            <p:grpSpPr>
              <a:xfrm>
                <a:off x="3939056" y="3211620"/>
                <a:ext cx="37783" cy="32380"/>
                <a:chOff x="3939056" y="3211620"/>
                <a:chExt cx="37783" cy="32380"/>
              </a:xfrm>
            </p:grpSpPr>
            <p:sp>
              <p:nvSpPr>
                <p:cNvPr id="9889" name="Google Shape;9889;p80"/>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80"/>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1" name="Google Shape;9891;p80"/>
              <p:cNvGrpSpPr/>
              <p:nvPr/>
            </p:nvGrpSpPr>
            <p:grpSpPr>
              <a:xfrm>
                <a:off x="4176240" y="3136965"/>
                <a:ext cx="31405" cy="26930"/>
                <a:chOff x="4176240" y="3136965"/>
                <a:chExt cx="31405" cy="26930"/>
              </a:xfrm>
            </p:grpSpPr>
            <p:sp>
              <p:nvSpPr>
                <p:cNvPr id="9892" name="Google Shape;9892;p80"/>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80"/>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4" name="Google Shape;9894;p80"/>
              <p:cNvGrpSpPr/>
              <p:nvPr/>
            </p:nvGrpSpPr>
            <p:grpSpPr>
              <a:xfrm>
                <a:off x="4133148" y="3152593"/>
                <a:ext cx="31499" cy="27001"/>
                <a:chOff x="4133148" y="3152593"/>
                <a:chExt cx="31499" cy="27001"/>
              </a:xfrm>
            </p:grpSpPr>
            <p:sp>
              <p:nvSpPr>
                <p:cNvPr id="9895" name="Google Shape;9895;p80"/>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80"/>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7" name="Google Shape;9897;p80"/>
              <p:cNvGrpSpPr/>
              <p:nvPr/>
            </p:nvGrpSpPr>
            <p:grpSpPr>
              <a:xfrm>
                <a:off x="4220866" y="3073534"/>
                <a:ext cx="31499" cy="26898"/>
                <a:chOff x="4220866" y="3073534"/>
                <a:chExt cx="31499" cy="26898"/>
              </a:xfrm>
            </p:grpSpPr>
            <p:sp>
              <p:nvSpPr>
                <p:cNvPr id="9898" name="Google Shape;9898;p80"/>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80"/>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80"/>
              <p:cNvGrpSpPr/>
              <p:nvPr/>
            </p:nvGrpSpPr>
            <p:grpSpPr>
              <a:xfrm>
                <a:off x="3869702" y="3230323"/>
                <a:ext cx="31499" cy="26906"/>
                <a:chOff x="3869702" y="3230323"/>
                <a:chExt cx="31499" cy="26906"/>
              </a:xfrm>
            </p:grpSpPr>
            <p:sp>
              <p:nvSpPr>
                <p:cNvPr id="9901" name="Google Shape;9901;p80"/>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0"/>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03" name="Google Shape;9903;p80"/>
            <p:cNvGrpSpPr/>
            <p:nvPr/>
          </p:nvGrpSpPr>
          <p:grpSpPr>
            <a:xfrm>
              <a:off x="4271383" y="3065882"/>
              <a:ext cx="304556" cy="341663"/>
              <a:chOff x="4271383" y="3065882"/>
              <a:chExt cx="304556" cy="341663"/>
            </a:xfrm>
          </p:grpSpPr>
          <p:grpSp>
            <p:nvGrpSpPr>
              <p:cNvPr id="9904" name="Google Shape;9904;p80"/>
              <p:cNvGrpSpPr/>
              <p:nvPr/>
            </p:nvGrpSpPr>
            <p:grpSpPr>
              <a:xfrm>
                <a:off x="4293838" y="3078639"/>
                <a:ext cx="269353" cy="311973"/>
                <a:chOff x="4293838" y="3078639"/>
                <a:chExt cx="269353" cy="311973"/>
              </a:xfrm>
            </p:grpSpPr>
            <p:sp>
              <p:nvSpPr>
                <p:cNvPr id="9905" name="Google Shape;9905;p80"/>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0"/>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0"/>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80"/>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80"/>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0"/>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0"/>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80"/>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0"/>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0"/>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80"/>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80"/>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80"/>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80"/>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0"/>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0"/>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80"/>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2" name="Google Shape;9922;p80"/>
              <p:cNvGrpSpPr/>
              <p:nvPr/>
            </p:nvGrpSpPr>
            <p:grpSpPr>
              <a:xfrm>
                <a:off x="4538164" y="3342061"/>
                <a:ext cx="37776" cy="32380"/>
                <a:chOff x="4538164" y="3342061"/>
                <a:chExt cx="37776" cy="32380"/>
              </a:xfrm>
            </p:grpSpPr>
            <p:sp>
              <p:nvSpPr>
                <p:cNvPr id="9923" name="Google Shape;9923;p80"/>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80"/>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5" name="Google Shape;9925;p80"/>
              <p:cNvGrpSpPr/>
              <p:nvPr/>
            </p:nvGrpSpPr>
            <p:grpSpPr>
              <a:xfrm>
                <a:off x="4271383" y="3194742"/>
                <a:ext cx="37783" cy="32420"/>
                <a:chOff x="4271383" y="3194742"/>
                <a:chExt cx="37783" cy="32420"/>
              </a:xfrm>
            </p:grpSpPr>
            <p:sp>
              <p:nvSpPr>
                <p:cNvPr id="9926" name="Google Shape;9926;p80"/>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0"/>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80"/>
              <p:cNvGrpSpPr/>
              <p:nvPr/>
            </p:nvGrpSpPr>
            <p:grpSpPr>
              <a:xfrm>
                <a:off x="4284416" y="3084058"/>
                <a:ext cx="37783" cy="32357"/>
                <a:chOff x="4284416" y="3084058"/>
                <a:chExt cx="37783" cy="32357"/>
              </a:xfrm>
            </p:grpSpPr>
            <p:sp>
              <p:nvSpPr>
                <p:cNvPr id="9929" name="Google Shape;9929;p80"/>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80"/>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1" name="Google Shape;9931;p80"/>
              <p:cNvGrpSpPr/>
              <p:nvPr/>
            </p:nvGrpSpPr>
            <p:grpSpPr>
              <a:xfrm>
                <a:off x="4478697" y="3297561"/>
                <a:ext cx="37776" cy="32451"/>
                <a:chOff x="4478697" y="3297561"/>
                <a:chExt cx="37776" cy="32451"/>
              </a:xfrm>
            </p:grpSpPr>
            <p:sp>
              <p:nvSpPr>
                <p:cNvPr id="9932" name="Google Shape;9932;p80"/>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0"/>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4" name="Google Shape;9934;p80"/>
              <p:cNvGrpSpPr/>
              <p:nvPr/>
            </p:nvGrpSpPr>
            <p:grpSpPr>
              <a:xfrm>
                <a:off x="4411813" y="3331711"/>
                <a:ext cx="37776" cy="32451"/>
                <a:chOff x="4411813" y="3331711"/>
                <a:chExt cx="37776" cy="32451"/>
              </a:xfrm>
            </p:grpSpPr>
            <p:sp>
              <p:nvSpPr>
                <p:cNvPr id="9935" name="Google Shape;9935;p80"/>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80"/>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7" name="Google Shape;9937;p80"/>
              <p:cNvGrpSpPr/>
              <p:nvPr/>
            </p:nvGrpSpPr>
            <p:grpSpPr>
              <a:xfrm>
                <a:off x="4337984" y="3375188"/>
                <a:ext cx="37776" cy="32357"/>
                <a:chOff x="4337984" y="3375188"/>
                <a:chExt cx="37776" cy="32357"/>
              </a:xfrm>
            </p:grpSpPr>
            <p:sp>
              <p:nvSpPr>
                <p:cNvPr id="9938" name="Google Shape;9938;p80"/>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0"/>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0" name="Google Shape;9940;p80"/>
              <p:cNvGrpSpPr/>
              <p:nvPr/>
            </p:nvGrpSpPr>
            <p:grpSpPr>
              <a:xfrm>
                <a:off x="4494867" y="3090530"/>
                <a:ext cx="37878" cy="32451"/>
                <a:chOff x="4494867" y="3090530"/>
                <a:chExt cx="37878" cy="32451"/>
              </a:xfrm>
            </p:grpSpPr>
            <p:sp>
              <p:nvSpPr>
                <p:cNvPr id="9941" name="Google Shape;9941;p80"/>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0"/>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3" name="Google Shape;9943;p80"/>
              <p:cNvGrpSpPr/>
              <p:nvPr/>
            </p:nvGrpSpPr>
            <p:grpSpPr>
              <a:xfrm>
                <a:off x="4525124" y="3207774"/>
                <a:ext cx="37783" cy="32420"/>
                <a:chOff x="4525124" y="3207774"/>
                <a:chExt cx="37783" cy="32420"/>
              </a:xfrm>
            </p:grpSpPr>
            <p:sp>
              <p:nvSpPr>
                <p:cNvPr id="9944" name="Google Shape;9944;p80"/>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0"/>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6" name="Google Shape;9946;p80"/>
              <p:cNvGrpSpPr/>
              <p:nvPr/>
            </p:nvGrpSpPr>
            <p:grpSpPr>
              <a:xfrm>
                <a:off x="4440544" y="3176479"/>
                <a:ext cx="31499" cy="26898"/>
                <a:chOff x="4440544" y="3176479"/>
                <a:chExt cx="31499" cy="26898"/>
              </a:xfrm>
            </p:grpSpPr>
            <p:sp>
              <p:nvSpPr>
                <p:cNvPr id="9947" name="Google Shape;9947;p80"/>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80"/>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9" name="Google Shape;9949;p80"/>
              <p:cNvGrpSpPr/>
              <p:nvPr/>
            </p:nvGrpSpPr>
            <p:grpSpPr>
              <a:xfrm>
                <a:off x="4350545" y="3156400"/>
                <a:ext cx="31405" cy="27001"/>
                <a:chOff x="4350545" y="3156400"/>
                <a:chExt cx="31405" cy="27001"/>
              </a:xfrm>
            </p:grpSpPr>
            <p:sp>
              <p:nvSpPr>
                <p:cNvPr id="9950" name="Google Shape;9950;p80"/>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80"/>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2" name="Google Shape;9952;p80"/>
              <p:cNvGrpSpPr/>
              <p:nvPr/>
            </p:nvGrpSpPr>
            <p:grpSpPr>
              <a:xfrm>
                <a:off x="4376703" y="3255058"/>
                <a:ext cx="31405" cy="27001"/>
                <a:chOff x="4376703" y="3255058"/>
                <a:chExt cx="31405" cy="27001"/>
              </a:xfrm>
            </p:grpSpPr>
            <p:sp>
              <p:nvSpPr>
                <p:cNvPr id="9953" name="Google Shape;9953;p80"/>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0"/>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5" name="Google Shape;9955;p80"/>
              <p:cNvGrpSpPr/>
              <p:nvPr/>
            </p:nvGrpSpPr>
            <p:grpSpPr>
              <a:xfrm>
                <a:off x="4331322" y="3283656"/>
                <a:ext cx="31405" cy="26945"/>
                <a:chOff x="4331322" y="3283656"/>
                <a:chExt cx="31405" cy="26945"/>
              </a:xfrm>
            </p:grpSpPr>
            <p:sp>
              <p:nvSpPr>
                <p:cNvPr id="9956" name="Google Shape;9956;p80"/>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80"/>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8" name="Google Shape;9958;p80"/>
              <p:cNvGrpSpPr/>
              <p:nvPr/>
            </p:nvGrpSpPr>
            <p:grpSpPr>
              <a:xfrm>
                <a:off x="4380510" y="3065882"/>
                <a:ext cx="31405" cy="26938"/>
                <a:chOff x="4380510" y="3065882"/>
                <a:chExt cx="31405" cy="26938"/>
              </a:xfrm>
            </p:grpSpPr>
            <p:sp>
              <p:nvSpPr>
                <p:cNvPr id="9959" name="Google Shape;9959;p80"/>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0"/>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61" name="Google Shape;9961;p80"/>
            <p:cNvGrpSpPr/>
            <p:nvPr/>
          </p:nvGrpSpPr>
          <p:grpSpPr>
            <a:xfrm>
              <a:off x="4558998" y="3188237"/>
              <a:ext cx="1280131" cy="1052746"/>
              <a:chOff x="4558998" y="3188237"/>
              <a:chExt cx="1280131" cy="1052746"/>
            </a:xfrm>
          </p:grpSpPr>
          <p:sp>
            <p:nvSpPr>
              <p:cNvPr id="9962" name="Google Shape;9962;p80"/>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3" name="Google Shape;9963;p80"/>
              <p:cNvGrpSpPr/>
              <p:nvPr/>
            </p:nvGrpSpPr>
            <p:grpSpPr>
              <a:xfrm>
                <a:off x="4579164" y="3203653"/>
                <a:ext cx="1244833" cy="1020397"/>
                <a:chOff x="4579164" y="3203653"/>
                <a:chExt cx="1244833" cy="1020397"/>
              </a:xfrm>
            </p:grpSpPr>
            <p:sp>
              <p:nvSpPr>
                <p:cNvPr id="9964" name="Google Shape;9964;p80"/>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0"/>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6" name="Google Shape;9966;p80"/>
                <p:cNvGrpSpPr/>
                <p:nvPr/>
              </p:nvGrpSpPr>
              <p:grpSpPr>
                <a:xfrm>
                  <a:off x="4579164" y="3203653"/>
                  <a:ext cx="1244833" cy="1020397"/>
                  <a:chOff x="4579164" y="3203653"/>
                  <a:chExt cx="1244833" cy="1020397"/>
                </a:xfrm>
              </p:grpSpPr>
              <p:sp>
                <p:nvSpPr>
                  <p:cNvPr id="9967" name="Google Shape;9967;p80"/>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80"/>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9" name="Google Shape;9969;p80"/>
                  <p:cNvGrpSpPr/>
                  <p:nvPr/>
                </p:nvGrpSpPr>
                <p:grpSpPr>
                  <a:xfrm>
                    <a:off x="4579164" y="3203653"/>
                    <a:ext cx="1244833" cy="1020397"/>
                    <a:chOff x="4579164" y="3203653"/>
                    <a:chExt cx="1244833" cy="1020397"/>
                  </a:xfrm>
                </p:grpSpPr>
                <p:sp>
                  <p:nvSpPr>
                    <p:cNvPr id="9970" name="Google Shape;9970;p80"/>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0"/>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0"/>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80"/>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80"/>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0"/>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80"/>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80"/>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8" name="Google Shape;9978;p80"/>
                    <p:cNvGrpSpPr/>
                    <p:nvPr/>
                  </p:nvGrpSpPr>
                  <p:grpSpPr>
                    <a:xfrm>
                      <a:off x="4579164" y="3203653"/>
                      <a:ext cx="1244833" cy="1020397"/>
                      <a:chOff x="4579164" y="3203653"/>
                      <a:chExt cx="1244833" cy="1020397"/>
                    </a:xfrm>
                  </p:grpSpPr>
                  <p:sp>
                    <p:nvSpPr>
                      <p:cNvPr id="9979" name="Google Shape;9979;p80"/>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80"/>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80"/>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80"/>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80"/>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0"/>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80"/>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80"/>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0"/>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0"/>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0"/>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0"/>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0"/>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0"/>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3" name="Google Shape;9993;p80"/>
                      <p:cNvGrpSpPr/>
                      <p:nvPr/>
                    </p:nvGrpSpPr>
                    <p:grpSpPr>
                      <a:xfrm>
                        <a:off x="4579164" y="3203653"/>
                        <a:ext cx="1244833" cy="1020397"/>
                        <a:chOff x="4579164" y="3203653"/>
                        <a:chExt cx="1244833" cy="1020397"/>
                      </a:xfrm>
                    </p:grpSpPr>
                    <p:sp>
                      <p:nvSpPr>
                        <p:cNvPr id="9994" name="Google Shape;9994;p80"/>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0"/>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80"/>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80"/>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0"/>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0"/>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0"/>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0"/>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80"/>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0"/>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0"/>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0"/>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0"/>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0"/>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0"/>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0"/>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0"/>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0"/>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80"/>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80"/>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0"/>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0"/>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0"/>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0"/>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8" name="Google Shape;10018;p80"/>
                        <p:cNvGrpSpPr/>
                        <p:nvPr/>
                      </p:nvGrpSpPr>
                      <p:grpSpPr>
                        <a:xfrm>
                          <a:off x="4579164" y="3203653"/>
                          <a:ext cx="1244833" cy="1020397"/>
                          <a:chOff x="4579164" y="3203653"/>
                          <a:chExt cx="1244833" cy="1020397"/>
                        </a:xfrm>
                      </p:grpSpPr>
                      <p:sp>
                        <p:nvSpPr>
                          <p:cNvPr id="10019" name="Google Shape;10019;p80"/>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0" name="Google Shape;10020;p80"/>
                          <p:cNvGrpSpPr/>
                          <p:nvPr/>
                        </p:nvGrpSpPr>
                        <p:grpSpPr>
                          <a:xfrm>
                            <a:off x="4579164" y="3203653"/>
                            <a:ext cx="1244833" cy="1020397"/>
                            <a:chOff x="4579164" y="3203653"/>
                            <a:chExt cx="1244833" cy="1020397"/>
                          </a:xfrm>
                        </p:grpSpPr>
                        <p:sp>
                          <p:nvSpPr>
                            <p:cNvPr id="10021" name="Google Shape;10021;p80"/>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0"/>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0"/>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0"/>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0"/>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80"/>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80"/>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8" name="Google Shape;10028;p80"/>
                            <p:cNvGrpSpPr/>
                            <p:nvPr/>
                          </p:nvGrpSpPr>
                          <p:grpSpPr>
                            <a:xfrm>
                              <a:off x="4579164" y="3203653"/>
                              <a:ext cx="1244833" cy="1020397"/>
                              <a:chOff x="4579164" y="3203653"/>
                              <a:chExt cx="1244833" cy="1020397"/>
                            </a:xfrm>
                          </p:grpSpPr>
                          <p:sp>
                            <p:nvSpPr>
                              <p:cNvPr id="10029" name="Google Shape;10029;p80"/>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0"/>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80"/>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80"/>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80"/>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80"/>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80"/>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80"/>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80"/>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80"/>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80"/>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0"/>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80"/>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2" name="Google Shape;10042;p80"/>
                              <p:cNvGrpSpPr/>
                              <p:nvPr/>
                            </p:nvGrpSpPr>
                            <p:grpSpPr>
                              <a:xfrm>
                                <a:off x="4579164" y="3203653"/>
                                <a:ext cx="1244833" cy="1020397"/>
                                <a:chOff x="4579164" y="3203653"/>
                                <a:chExt cx="1244833" cy="1020397"/>
                              </a:xfrm>
                            </p:grpSpPr>
                            <p:sp>
                              <p:nvSpPr>
                                <p:cNvPr id="10043" name="Google Shape;10043;p80"/>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0"/>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80"/>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80"/>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0"/>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0"/>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0"/>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0" name="Google Shape;10050;p80"/>
                                <p:cNvGrpSpPr/>
                                <p:nvPr/>
                              </p:nvGrpSpPr>
                              <p:grpSpPr>
                                <a:xfrm>
                                  <a:off x="4579164" y="3203653"/>
                                  <a:ext cx="1244833" cy="1020397"/>
                                  <a:chOff x="4579164" y="3203653"/>
                                  <a:chExt cx="1244833" cy="1020397"/>
                                </a:xfrm>
                              </p:grpSpPr>
                              <p:sp>
                                <p:nvSpPr>
                                  <p:cNvPr id="10051" name="Google Shape;10051;p80"/>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0"/>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0"/>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0"/>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80"/>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6" name="Google Shape;10056;p80"/>
                                  <p:cNvGrpSpPr/>
                                  <p:nvPr/>
                                </p:nvGrpSpPr>
                                <p:grpSpPr>
                                  <a:xfrm>
                                    <a:off x="4579164" y="3203653"/>
                                    <a:ext cx="1244833" cy="1020397"/>
                                    <a:chOff x="4579164" y="3203653"/>
                                    <a:chExt cx="1244833" cy="1020397"/>
                                  </a:xfrm>
                                </p:grpSpPr>
                                <p:sp>
                                  <p:nvSpPr>
                                    <p:cNvPr id="10057" name="Google Shape;10057;p80"/>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0"/>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0"/>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0"/>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0061" name="Google Shape;10061;p80"/>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80"/>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80"/>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064" name="Google Shape;10064;p80"/>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0065" name="Google Shape;10065;p80"/>
              <p:cNvGrpSpPr/>
              <p:nvPr/>
            </p:nvGrpSpPr>
            <p:grpSpPr>
              <a:xfrm>
                <a:off x="4595437" y="3598775"/>
                <a:ext cx="37776" cy="32451"/>
                <a:chOff x="4595437" y="3598775"/>
                <a:chExt cx="37776" cy="32451"/>
              </a:xfrm>
            </p:grpSpPr>
            <p:sp>
              <p:nvSpPr>
                <p:cNvPr id="10066" name="Google Shape;10066;p80"/>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0"/>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8" name="Google Shape;10068;p80"/>
              <p:cNvGrpSpPr/>
              <p:nvPr/>
            </p:nvGrpSpPr>
            <p:grpSpPr>
              <a:xfrm>
                <a:off x="4641864" y="3524443"/>
                <a:ext cx="37776" cy="32380"/>
                <a:chOff x="4641864" y="3524443"/>
                <a:chExt cx="37776" cy="32380"/>
              </a:xfrm>
            </p:grpSpPr>
            <p:sp>
              <p:nvSpPr>
                <p:cNvPr id="10069" name="Google Shape;10069;p80"/>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0"/>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1" name="Google Shape;10071;p80"/>
              <p:cNvGrpSpPr/>
              <p:nvPr/>
            </p:nvGrpSpPr>
            <p:grpSpPr>
              <a:xfrm>
                <a:off x="4648431" y="3893901"/>
                <a:ext cx="37776" cy="32357"/>
                <a:chOff x="4648431" y="3893901"/>
                <a:chExt cx="37776" cy="32357"/>
              </a:xfrm>
            </p:grpSpPr>
            <p:sp>
              <p:nvSpPr>
                <p:cNvPr id="10072" name="Google Shape;10072;p80"/>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0"/>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4" name="Google Shape;10074;p80"/>
              <p:cNvGrpSpPr/>
              <p:nvPr/>
            </p:nvGrpSpPr>
            <p:grpSpPr>
              <a:xfrm>
                <a:off x="4567752" y="3722908"/>
                <a:ext cx="37870" cy="32380"/>
                <a:chOff x="4567752" y="3722908"/>
                <a:chExt cx="37870" cy="32380"/>
              </a:xfrm>
            </p:grpSpPr>
            <p:sp>
              <p:nvSpPr>
                <p:cNvPr id="10075" name="Google Shape;10075;p80"/>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0"/>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7" name="Google Shape;10077;p80"/>
              <p:cNvGrpSpPr/>
              <p:nvPr/>
            </p:nvGrpSpPr>
            <p:grpSpPr>
              <a:xfrm>
                <a:off x="4617506" y="3652052"/>
                <a:ext cx="37783" cy="32357"/>
                <a:chOff x="4617506" y="3652052"/>
                <a:chExt cx="37783" cy="32357"/>
              </a:xfrm>
            </p:grpSpPr>
            <p:sp>
              <p:nvSpPr>
                <p:cNvPr id="10078" name="Google Shape;10078;p80"/>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0"/>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0" name="Google Shape;10080;p80"/>
              <p:cNvGrpSpPr/>
              <p:nvPr/>
            </p:nvGrpSpPr>
            <p:grpSpPr>
              <a:xfrm>
                <a:off x="4739005" y="3554149"/>
                <a:ext cx="37870" cy="32357"/>
                <a:chOff x="4739005" y="3554149"/>
                <a:chExt cx="37870" cy="32357"/>
              </a:xfrm>
            </p:grpSpPr>
            <p:sp>
              <p:nvSpPr>
                <p:cNvPr id="10081" name="Google Shape;10081;p80"/>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80"/>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3" name="Google Shape;10083;p80"/>
              <p:cNvGrpSpPr/>
              <p:nvPr/>
            </p:nvGrpSpPr>
            <p:grpSpPr>
              <a:xfrm>
                <a:off x="4806557" y="3630258"/>
                <a:ext cx="37776" cy="32364"/>
                <a:chOff x="4806557" y="3630258"/>
                <a:chExt cx="37776" cy="32364"/>
              </a:xfrm>
            </p:grpSpPr>
            <p:sp>
              <p:nvSpPr>
                <p:cNvPr id="10084" name="Google Shape;10084;p80"/>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0"/>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6" name="Google Shape;10086;p80"/>
              <p:cNvGrpSpPr/>
              <p:nvPr/>
            </p:nvGrpSpPr>
            <p:grpSpPr>
              <a:xfrm>
                <a:off x="4737007" y="4004357"/>
                <a:ext cx="37870" cy="32357"/>
                <a:chOff x="4737007" y="4004357"/>
                <a:chExt cx="37870" cy="32357"/>
              </a:xfrm>
            </p:grpSpPr>
            <p:sp>
              <p:nvSpPr>
                <p:cNvPr id="10087" name="Google Shape;10087;p80"/>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0"/>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9" name="Google Shape;10089;p80"/>
              <p:cNvGrpSpPr/>
              <p:nvPr/>
            </p:nvGrpSpPr>
            <p:grpSpPr>
              <a:xfrm>
                <a:off x="4773634" y="4208627"/>
                <a:ext cx="37776" cy="32357"/>
                <a:chOff x="4773634" y="4208627"/>
                <a:chExt cx="37776" cy="32357"/>
              </a:xfrm>
            </p:grpSpPr>
            <p:sp>
              <p:nvSpPr>
                <p:cNvPr id="10090" name="Google Shape;10090;p80"/>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80"/>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2" name="Google Shape;10092;p80"/>
              <p:cNvGrpSpPr/>
              <p:nvPr/>
            </p:nvGrpSpPr>
            <p:grpSpPr>
              <a:xfrm>
                <a:off x="4888282" y="4074764"/>
                <a:ext cx="37776" cy="32451"/>
                <a:chOff x="4888282" y="4074764"/>
                <a:chExt cx="37776" cy="32451"/>
              </a:xfrm>
            </p:grpSpPr>
            <p:sp>
              <p:nvSpPr>
                <p:cNvPr id="10093" name="Google Shape;10093;p80"/>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0"/>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5" name="Google Shape;10095;p80"/>
              <p:cNvGrpSpPr/>
              <p:nvPr/>
            </p:nvGrpSpPr>
            <p:grpSpPr>
              <a:xfrm>
                <a:off x="4901315" y="3804271"/>
                <a:ext cx="37776" cy="32364"/>
                <a:chOff x="4901315" y="3804271"/>
                <a:chExt cx="37776" cy="32364"/>
              </a:xfrm>
            </p:grpSpPr>
            <p:sp>
              <p:nvSpPr>
                <p:cNvPr id="10096" name="Google Shape;10096;p80"/>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0"/>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8" name="Google Shape;10098;p80"/>
              <p:cNvGrpSpPr/>
              <p:nvPr/>
            </p:nvGrpSpPr>
            <p:grpSpPr>
              <a:xfrm>
                <a:off x="4866394" y="3715035"/>
                <a:ext cx="37846" cy="32357"/>
                <a:chOff x="4866394" y="3715035"/>
                <a:chExt cx="37846" cy="32357"/>
              </a:xfrm>
            </p:grpSpPr>
            <p:sp>
              <p:nvSpPr>
                <p:cNvPr id="10099" name="Google Shape;10099;p80"/>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0"/>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1" name="Google Shape;10101;p80"/>
              <p:cNvGrpSpPr/>
              <p:nvPr/>
            </p:nvGrpSpPr>
            <p:grpSpPr>
              <a:xfrm>
                <a:off x="4979233" y="3839798"/>
                <a:ext cx="37878" cy="32420"/>
                <a:chOff x="4979233" y="3839798"/>
                <a:chExt cx="37878" cy="32420"/>
              </a:xfrm>
            </p:grpSpPr>
            <p:sp>
              <p:nvSpPr>
                <p:cNvPr id="10102" name="Google Shape;10102;p80"/>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0"/>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4" name="Google Shape;10104;p80"/>
              <p:cNvGrpSpPr/>
              <p:nvPr/>
            </p:nvGrpSpPr>
            <p:grpSpPr>
              <a:xfrm>
                <a:off x="4790662" y="3679147"/>
                <a:ext cx="37783" cy="32380"/>
                <a:chOff x="4790662" y="3679147"/>
                <a:chExt cx="37783" cy="32380"/>
              </a:xfrm>
            </p:grpSpPr>
            <p:sp>
              <p:nvSpPr>
                <p:cNvPr id="10105" name="Google Shape;10105;p80"/>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0"/>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7" name="Google Shape;10107;p80"/>
              <p:cNvGrpSpPr/>
              <p:nvPr/>
            </p:nvGrpSpPr>
            <p:grpSpPr>
              <a:xfrm>
                <a:off x="4857263" y="3557861"/>
                <a:ext cx="37776" cy="32357"/>
                <a:chOff x="4857263" y="3557861"/>
                <a:chExt cx="37776" cy="32357"/>
              </a:xfrm>
            </p:grpSpPr>
            <p:sp>
              <p:nvSpPr>
                <p:cNvPr id="10108" name="Google Shape;10108;p80"/>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0"/>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0" name="Google Shape;10110;p80"/>
              <p:cNvGrpSpPr/>
              <p:nvPr/>
            </p:nvGrpSpPr>
            <p:grpSpPr>
              <a:xfrm>
                <a:off x="4883902" y="3648033"/>
                <a:ext cx="37783" cy="32380"/>
                <a:chOff x="4883902" y="3648033"/>
                <a:chExt cx="37783" cy="32380"/>
              </a:xfrm>
            </p:grpSpPr>
            <p:sp>
              <p:nvSpPr>
                <p:cNvPr id="10111" name="Google Shape;10111;p80"/>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0"/>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3" name="Google Shape;10113;p80"/>
              <p:cNvGrpSpPr/>
              <p:nvPr/>
            </p:nvGrpSpPr>
            <p:grpSpPr>
              <a:xfrm>
                <a:off x="4907780" y="3347220"/>
                <a:ext cx="37878" cy="32357"/>
                <a:chOff x="4907780" y="3347220"/>
                <a:chExt cx="37878" cy="32357"/>
              </a:xfrm>
            </p:grpSpPr>
            <p:sp>
              <p:nvSpPr>
                <p:cNvPr id="10114" name="Google Shape;10114;p80"/>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0"/>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6" name="Google Shape;10116;p80"/>
              <p:cNvGrpSpPr/>
              <p:nvPr/>
            </p:nvGrpSpPr>
            <p:grpSpPr>
              <a:xfrm>
                <a:off x="5065048" y="3738150"/>
                <a:ext cx="37783" cy="32364"/>
                <a:chOff x="5065048" y="3738150"/>
                <a:chExt cx="37783" cy="32364"/>
              </a:xfrm>
            </p:grpSpPr>
            <p:sp>
              <p:nvSpPr>
                <p:cNvPr id="10117" name="Google Shape;10117;p80"/>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80"/>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9" name="Google Shape;10119;p80"/>
              <p:cNvGrpSpPr/>
              <p:nvPr/>
            </p:nvGrpSpPr>
            <p:grpSpPr>
              <a:xfrm>
                <a:off x="5071616" y="3284615"/>
                <a:ext cx="37783" cy="32357"/>
                <a:chOff x="5071616" y="3284615"/>
                <a:chExt cx="37783" cy="32357"/>
              </a:xfrm>
            </p:grpSpPr>
            <p:sp>
              <p:nvSpPr>
                <p:cNvPr id="10120" name="Google Shape;10120;p80"/>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0"/>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2" name="Google Shape;10122;p80"/>
              <p:cNvGrpSpPr/>
              <p:nvPr/>
            </p:nvGrpSpPr>
            <p:grpSpPr>
              <a:xfrm>
                <a:off x="5389291" y="3759921"/>
                <a:ext cx="37783" cy="32380"/>
                <a:chOff x="5389291" y="3759921"/>
                <a:chExt cx="37783" cy="32380"/>
              </a:xfrm>
            </p:grpSpPr>
            <p:sp>
              <p:nvSpPr>
                <p:cNvPr id="10123" name="Google Shape;10123;p80"/>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0"/>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5" name="Google Shape;10125;p80"/>
              <p:cNvGrpSpPr/>
              <p:nvPr/>
            </p:nvGrpSpPr>
            <p:grpSpPr>
              <a:xfrm>
                <a:off x="5431534" y="3632932"/>
                <a:ext cx="37878" cy="32451"/>
                <a:chOff x="5431534" y="3632932"/>
                <a:chExt cx="37878" cy="32451"/>
              </a:xfrm>
            </p:grpSpPr>
            <p:sp>
              <p:nvSpPr>
                <p:cNvPr id="10126" name="Google Shape;10126;p80"/>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80"/>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8" name="Google Shape;10128;p80"/>
              <p:cNvGrpSpPr/>
              <p:nvPr/>
            </p:nvGrpSpPr>
            <p:grpSpPr>
              <a:xfrm>
                <a:off x="5540755" y="3544829"/>
                <a:ext cx="37783" cy="32357"/>
                <a:chOff x="5540755" y="3544829"/>
                <a:chExt cx="37783" cy="32357"/>
              </a:xfrm>
            </p:grpSpPr>
            <p:sp>
              <p:nvSpPr>
                <p:cNvPr id="10129" name="Google Shape;10129;p80"/>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0"/>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1" name="Google Shape;10131;p80"/>
              <p:cNvGrpSpPr/>
              <p:nvPr/>
            </p:nvGrpSpPr>
            <p:grpSpPr>
              <a:xfrm>
                <a:off x="5579293" y="3412107"/>
                <a:ext cx="37776" cy="32357"/>
                <a:chOff x="5579293" y="3412107"/>
                <a:chExt cx="37776" cy="32357"/>
              </a:xfrm>
            </p:grpSpPr>
            <p:sp>
              <p:nvSpPr>
                <p:cNvPr id="10132" name="Google Shape;10132;p80"/>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0"/>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4" name="Google Shape;10134;p80"/>
              <p:cNvGrpSpPr/>
              <p:nvPr/>
            </p:nvGrpSpPr>
            <p:grpSpPr>
              <a:xfrm>
                <a:off x="5801346" y="3284615"/>
                <a:ext cx="37783" cy="32357"/>
                <a:chOff x="5801346" y="3284615"/>
                <a:chExt cx="37783" cy="32357"/>
              </a:xfrm>
            </p:grpSpPr>
            <p:sp>
              <p:nvSpPr>
                <p:cNvPr id="10135" name="Google Shape;10135;p80"/>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80"/>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7" name="Google Shape;10137;p80"/>
              <p:cNvGrpSpPr/>
              <p:nvPr/>
            </p:nvGrpSpPr>
            <p:grpSpPr>
              <a:xfrm>
                <a:off x="5763578" y="3399067"/>
                <a:ext cx="37776" cy="32364"/>
                <a:chOff x="5763578" y="3399067"/>
                <a:chExt cx="37776" cy="32364"/>
              </a:xfrm>
            </p:grpSpPr>
            <p:sp>
              <p:nvSpPr>
                <p:cNvPr id="10138" name="Google Shape;10138;p80"/>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0"/>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0" name="Google Shape;10140;p80"/>
              <p:cNvGrpSpPr/>
              <p:nvPr/>
            </p:nvGrpSpPr>
            <p:grpSpPr>
              <a:xfrm>
                <a:off x="5395858" y="3230952"/>
                <a:ext cx="37776" cy="32364"/>
                <a:chOff x="5395858" y="3230952"/>
                <a:chExt cx="37776" cy="32364"/>
              </a:xfrm>
            </p:grpSpPr>
            <p:sp>
              <p:nvSpPr>
                <p:cNvPr id="10141" name="Google Shape;10141;p80"/>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0"/>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3" name="Google Shape;10143;p80"/>
              <p:cNvGrpSpPr/>
              <p:nvPr/>
            </p:nvGrpSpPr>
            <p:grpSpPr>
              <a:xfrm>
                <a:off x="5264088" y="3188237"/>
                <a:ext cx="37776" cy="32357"/>
                <a:chOff x="5264088" y="3188237"/>
                <a:chExt cx="37776" cy="32357"/>
              </a:xfrm>
            </p:grpSpPr>
            <p:sp>
              <p:nvSpPr>
                <p:cNvPr id="10144" name="Google Shape;10144;p80"/>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0"/>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6" name="Google Shape;10146;p80"/>
              <p:cNvGrpSpPr/>
              <p:nvPr/>
            </p:nvGrpSpPr>
            <p:grpSpPr>
              <a:xfrm>
                <a:off x="5585758" y="3237425"/>
                <a:ext cx="37878" cy="32357"/>
                <a:chOff x="5585758" y="3237425"/>
                <a:chExt cx="37878" cy="32357"/>
              </a:xfrm>
            </p:grpSpPr>
            <p:sp>
              <p:nvSpPr>
                <p:cNvPr id="10147" name="Google Shape;10147;p80"/>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0"/>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9" name="Google Shape;10149;p80"/>
              <p:cNvGrpSpPr/>
              <p:nvPr/>
            </p:nvGrpSpPr>
            <p:grpSpPr>
              <a:xfrm>
                <a:off x="4874196" y="3291088"/>
                <a:ext cx="37878" cy="32451"/>
                <a:chOff x="4874196" y="3291088"/>
                <a:chExt cx="37878" cy="32451"/>
              </a:xfrm>
            </p:grpSpPr>
            <p:sp>
              <p:nvSpPr>
                <p:cNvPr id="10150" name="Google Shape;10150;p80"/>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80"/>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2" name="Google Shape;10152;p80"/>
              <p:cNvGrpSpPr/>
              <p:nvPr/>
            </p:nvGrpSpPr>
            <p:grpSpPr>
              <a:xfrm>
                <a:off x="5197770" y="3785466"/>
                <a:ext cx="37783" cy="32427"/>
                <a:chOff x="5197770" y="3785466"/>
                <a:chExt cx="37783" cy="32427"/>
              </a:xfrm>
            </p:grpSpPr>
            <p:sp>
              <p:nvSpPr>
                <p:cNvPr id="10153" name="Google Shape;10153;p80"/>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0"/>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5" name="Google Shape;10155;p80"/>
              <p:cNvGrpSpPr/>
              <p:nvPr/>
            </p:nvGrpSpPr>
            <p:grpSpPr>
              <a:xfrm>
                <a:off x="5177699" y="3492117"/>
                <a:ext cx="37776" cy="32357"/>
                <a:chOff x="5177699" y="3492117"/>
                <a:chExt cx="37776" cy="32357"/>
              </a:xfrm>
            </p:grpSpPr>
            <p:sp>
              <p:nvSpPr>
                <p:cNvPr id="10156" name="Google Shape;10156;p80"/>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0"/>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8" name="Google Shape;10158;p80"/>
              <p:cNvGrpSpPr/>
              <p:nvPr/>
            </p:nvGrpSpPr>
            <p:grpSpPr>
              <a:xfrm>
                <a:off x="5349431" y="3622346"/>
                <a:ext cx="37870" cy="32380"/>
                <a:chOff x="5349431" y="3622346"/>
                <a:chExt cx="37870" cy="32380"/>
              </a:xfrm>
            </p:grpSpPr>
            <p:sp>
              <p:nvSpPr>
                <p:cNvPr id="10159" name="Google Shape;10159;p80"/>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0"/>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1" name="Google Shape;10161;p80"/>
              <p:cNvGrpSpPr/>
              <p:nvPr/>
            </p:nvGrpSpPr>
            <p:grpSpPr>
              <a:xfrm>
                <a:off x="5068855" y="3563980"/>
                <a:ext cx="53954" cy="46223"/>
                <a:chOff x="5068855" y="3563980"/>
                <a:chExt cx="53954" cy="46223"/>
              </a:xfrm>
            </p:grpSpPr>
            <p:sp>
              <p:nvSpPr>
                <p:cNvPr id="10162" name="Google Shape;10162;p80"/>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0"/>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4" name="Google Shape;10164;p80"/>
              <p:cNvGrpSpPr/>
              <p:nvPr/>
            </p:nvGrpSpPr>
            <p:grpSpPr>
              <a:xfrm>
                <a:off x="5037654" y="3392507"/>
                <a:ext cx="37870" cy="32451"/>
                <a:chOff x="5037654" y="3392507"/>
                <a:chExt cx="37870" cy="32451"/>
              </a:xfrm>
            </p:grpSpPr>
            <p:sp>
              <p:nvSpPr>
                <p:cNvPr id="10165" name="Google Shape;10165;p80"/>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0"/>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7" name="Google Shape;10167;p80"/>
              <p:cNvGrpSpPr/>
              <p:nvPr/>
            </p:nvGrpSpPr>
            <p:grpSpPr>
              <a:xfrm>
                <a:off x="5456560" y="3368629"/>
                <a:ext cx="37870" cy="32451"/>
                <a:chOff x="5456560" y="3368629"/>
                <a:chExt cx="37870" cy="32451"/>
              </a:xfrm>
            </p:grpSpPr>
            <p:sp>
              <p:nvSpPr>
                <p:cNvPr id="10168" name="Google Shape;10168;p80"/>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0"/>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0" name="Google Shape;10170;p80"/>
              <p:cNvGrpSpPr/>
              <p:nvPr/>
            </p:nvGrpSpPr>
            <p:grpSpPr>
              <a:xfrm>
                <a:off x="4755749" y="3501516"/>
                <a:ext cx="46246" cy="39608"/>
                <a:chOff x="4755749" y="3501516"/>
                <a:chExt cx="46246" cy="39608"/>
              </a:xfrm>
            </p:grpSpPr>
            <p:sp>
              <p:nvSpPr>
                <p:cNvPr id="10171" name="Google Shape;10171;p80"/>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0"/>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3" name="Google Shape;10173;p80"/>
              <p:cNvGrpSpPr/>
              <p:nvPr/>
            </p:nvGrpSpPr>
            <p:grpSpPr>
              <a:xfrm>
                <a:off x="4681346" y="3485582"/>
                <a:ext cx="37783" cy="32427"/>
                <a:chOff x="4681346" y="3485582"/>
                <a:chExt cx="37783" cy="32427"/>
              </a:xfrm>
            </p:grpSpPr>
            <p:sp>
              <p:nvSpPr>
                <p:cNvPr id="10174" name="Google Shape;10174;p80"/>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0"/>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6" name="Google Shape;10176;p80"/>
              <p:cNvGrpSpPr/>
              <p:nvPr/>
            </p:nvGrpSpPr>
            <p:grpSpPr>
              <a:xfrm>
                <a:off x="4767067" y="3291088"/>
                <a:ext cx="37878" cy="32451"/>
                <a:chOff x="4767067" y="3291088"/>
                <a:chExt cx="37878" cy="32451"/>
              </a:xfrm>
            </p:grpSpPr>
            <p:sp>
              <p:nvSpPr>
                <p:cNvPr id="10177" name="Google Shape;10177;p80"/>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80"/>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9" name="Google Shape;10179;p80"/>
              <p:cNvGrpSpPr/>
              <p:nvPr/>
            </p:nvGrpSpPr>
            <p:grpSpPr>
              <a:xfrm>
                <a:off x="4687819" y="3405539"/>
                <a:ext cx="37776" cy="32451"/>
                <a:chOff x="4687819" y="3405539"/>
                <a:chExt cx="37776" cy="32451"/>
              </a:xfrm>
            </p:grpSpPr>
            <p:sp>
              <p:nvSpPr>
                <p:cNvPr id="10180" name="Google Shape;10180;p80"/>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80"/>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2" name="Google Shape;10182;p80"/>
              <p:cNvGrpSpPr/>
              <p:nvPr/>
            </p:nvGrpSpPr>
            <p:grpSpPr>
              <a:xfrm>
                <a:off x="4923101" y="3444809"/>
                <a:ext cx="52813" cy="45318"/>
                <a:chOff x="4923101" y="3444809"/>
                <a:chExt cx="52813" cy="45318"/>
              </a:xfrm>
            </p:grpSpPr>
            <p:sp>
              <p:nvSpPr>
                <p:cNvPr id="10183" name="Google Shape;10183;p80"/>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0"/>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5" name="Google Shape;10185;p80"/>
              <p:cNvGrpSpPr/>
              <p:nvPr/>
            </p:nvGrpSpPr>
            <p:grpSpPr>
              <a:xfrm>
                <a:off x="4846040" y="3654750"/>
                <a:ext cx="31405" cy="26993"/>
                <a:chOff x="4846040" y="3654750"/>
                <a:chExt cx="31405" cy="26993"/>
              </a:xfrm>
            </p:grpSpPr>
            <p:sp>
              <p:nvSpPr>
                <p:cNvPr id="10186" name="Google Shape;10186;p80"/>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0"/>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8" name="Google Shape;10188;p80"/>
              <p:cNvGrpSpPr/>
              <p:nvPr/>
            </p:nvGrpSpPr>
            <p:grpSpPr>
              <a:xfrm>
                <a:off x="4925673" y="3691700"/>
                <a:ext cx="40253" cy="34472"/>
                <a:chOff x="4925673" y="3691700"/>
                <a:chExt cx="40253" cy="34472"/>
              </a:xfrm>
            </p:grpSpPr>
            <p:sp>
              <p:nvSpPr>
                <p:cNvPr id="10189" name="Google Shape;10189;p80"/>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0"/>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1" name="Google Shape;10191;p80"/>
              <p:cNvGrpSpPr/>
              <p:nvPr/>
            </p:nvGrpSpPr>
            <p:grpSpPr>
              <a:xfrm>
                <a:off x="4894653" y="3740848"/>
                <a:ext cx="31405" cy="26906"/>
                <a:chOff x="4894653" y="3740848"/>
                <a:chExt cx="31405" cy="26906"/>
              </a:xfrm>
            </p:grpSpPr>
            <p:sp>
              <p:nvSpPr>
                <p:cNvPr id="10192" name="Google Shape;10192;p80"/>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0"/>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4" name="Google Shape;10194;p80"/>
              <p:cNvGrpSpPr/>
              <p:nvPr/>
            </p:nvGrpSpPr>
            <p:grpSpPr>
              <a:xfrm>
                <a:off x="4962300" y="3696348"/>
                <a:ext cx="38255" cy="32773"/>
                <a:chOff x="4962300" y="3696348"/>
                <a:chExt cx="38255" cy="32773"/>
              </a:xfrm>
            </p:grpSpPr>
            <p:sp>
              <p:nvSpPr>
                <p:cNvPr id="10195" name="Google Shape;10195;p80"/>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0"/>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7" name="Google Shape;10197;p80"/>
              <p:cNvGrpSpPr/>
              <p:nvPr/>
            </p:nvGrpSpPr>
            <p:grpSpPr>
              <a:xfrm>
                <a:off x="4980185" y="3743349"/>
                <a:ext cx="31499" cy="26969"/>
                <a:chOff x="4980185" y="3743349"/>
                <a:chExt cx="31499" cy="26969"/>
              </a:xfrm>
            </p:grpSpPr>
            <p:sp>
              <p:nvSpPr>
                <p:cNvPr id="10198" name="Google Shape;10198;p80"/>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0"/>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0" name="Google Shape;10200;p80"/>
              <p:cNvGrpSpPr/>
              <p:nvPr/>
            </p:nvGrpSpPr>
            <p:grpSpPr>
              <a:xfrm>
                <a:off x="5013768" y="3734312"/>
                <a:ext cx="31499" cy="26969"/>
                <a:chOff x="5013768" y="3734312"/>
                <a:chExt cx="31499" cy="26969"/>
              </a:xfrm>
            </p:grpSpPr>
            <p:sp>
              <p:nvSpPr>
                <p:cNvPr id="10201" name="Google Shape;10201;p80"/>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0"/>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3" name="Google Shape;10203;p80"/>
              <p:cNvGrpSpPr/>
              <p:nvPr/>
            </p:nvGrpSpPr>
            <p:grpSpPr>
              <a:xfrm>
                <a:off x="5036703" y="3764545"/>
                <a:ext cx="31499" cy="26898"/>
                <a:chOff x="5036703" y="3764545"/>
                <a:chExt cx="31499" cy="26898"/>
              </a:xfrm>
            </p:grpSpPr>
            <p:sp>
              <p:nvSpPr>
                <p:cNvPr id="10204" name="Google Shape;10204;p80"/>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0"/>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6" name="Google Shape;10206;p80"/>
              <p:cNvGrpSpPr/>
              <p:nvPr/>
            </p:nvGrpSpPr>
            <p:grpSpPr>
              <a:xfrm>
                <a:off x="4953546" y="3768352"/>
                <a:ext cx="31405" cy="26898"/>
                <a:chOff x="4953546" y="3768352"/>
                <a:chExt cx="31405" cy="26898"/>
              </a:xfrm>
            </p:grpSpPr>
            <p:sp>
              <p:nvSpPr>
                <p:cNvPr id="10207" name="Google Shape;10207;p80"/>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80"/>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9" name="Google Shape;10209;p80"/>
              <p:cNvGrpSpPr/>
              <p:nvPr/>
            </p:nvGrpSpPr>
            <p:grpSpPr>
              <a:xfrm>
                <a:off x="4964770" y="3814016"/>
                <a:ext cx="31499" cy="26993"/>
                <a:chOff x="4964770" y="3814016"/>
                <a:chExt cx="31499" cy="26993"/>
              </a:xfrm>
            </p:grpSpPr>
            <p:sp>
              <p:nvSpPr>
                <p:cNvPr id="10210" name="Google Shape;10210;p80"/>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0"/>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2" name="Google Shape;10212;p80"/>
              <p:cNvGrpSpPr/>
              <p:nvPr/>
            </p:nvGrpSpPr>
            <p:grpSpPr>
              <a:xfrm>
                <a:off x="4923290" y="3800504"/>
                <a:ext cx="31468" cy="26898"/>
                <a:chOff x="4923290" y="3800504"/>
                <a:chExt cx="31468" cy="26898"/>
              </a:xfrm>
            </p:grpSpPr>
            <p:sp>
              <p:nvSpPr>
                <p:cNvPr id="10213" name="Google Shape;10213;p80"/>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0"/>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5" name="Google Shape;10215;p80"/>
              <p:cNvGrpSpPr/>
              <p:nvPr/>
            </p:nvGrpSpPr>
            <p:grpSpPr>
              <a:xfrm>
                <a:off x="5108534" y="3650943"/>
                <a:ext cx="31405" cy="26993"/>
                <a:chOff x="5108534" y="3650943"/>
                <a:chExt cx="31405" cy="26993"/>
              </a:xfrm>
            </p:grpSpPr>
            <p:sp>
              <p:nvSpPr>
                <p:cNvPr id="10216" name="Google Shape;10216;p80"/>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0"/>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8" name="Google Shape;10218;p80"/>
              <p:cNvGrpSpPr/>
              <p:nvPr/>
            </p:nvGrpSpPr>
            <p:grpSpPr>
              <a:xfrm>
                <a:off x="5119380" y="3760739"/>
                <a:ext cx="31499" cy="26993"/>
                <a:chOff x="5119380" y="3760739"/>
                <a:chExt cx="31499" cy="26993"/>
              </a:xfrm>
            </p:grpSpPr>
            <p:sp>
              <p:nvSpPr>
                <p:cNvPr id="10219" name="Google Shape;10219;p80"/>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0"/>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1" name="Google Shape;10221;p80"/>
              <p:cNvGrpSpPr/>
              <p:nvPr/>
            </p:nvGrpSpPr>
            <p:grpSpPr>
              <a:xfrm>
                <a:off x="5119380" y="3788235"/>
                <a:ext cx="31499" cy="26993"/>
                <a:chOff x="5119380" y="3788235"/>
                <a:chExt cx="31499" cy="26993"/>
              </a:xfrm>
            </p:grpSpPr>
            <p:sp>
              <p:nvSpPr>
                <p:cNvPr id="10222" name="Google Shape;10222;p80"/>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0"/>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4" name="Google Shape;10224;p80"/>
              <p:cNvGrpSpPr/>
              <p:nvPr/>
            </p:nvGrpSpPr>
            <p:grpSpPr>
              <a:xfrm>
                <a:off x="5158005" y="3875284"/>
                <a:ext cx="31405" cy="27001"/>
                <a:chOff x="5158005" y="3875284"/>
                <a:chExt cx="31405" cy="27001"/>
              </a:xfrm>
            </p:grpSpPr>
            <p:sp>
              <p:nvSpPr>
                <p:cNvPr id="10225" name="Google Shape;10225;p80"/>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0"/>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7" name="Google Shape;10227;p80"/>
              <p:cNvGrpSpPr/>
              <p:nvPr/>
            </p:nvGrpSpPr>
            <p:grpSpPr>
              <a:xfrm>
                <a:off x="5233163" y="3764545"/>
                <a:ext cx="31499" cy="26898"/>
                <a:chOff x="5233163" y="3764545"/>
                <a:chExt cx="31499" cy="26898"/>
              </a:xfrm>
            </p:grpSpPr>
            <p:sp>
              <p:nvSpPr>
                <p:cNvPr id="10228" name="Google Shape;10228;p80"/>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0"/>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0" name="Google Shape;10230;p80"/>
              <p:cNvGrpSpPr/>
              <p:nvPr/>
            </p:nvGrpSpPr>
            <p:grpSpPr>
              <a:xfrm>
                <a:off x="5276168" y="3805545"/>
                <a:ext cx="31499" cy="26906"/>
                <a:chOff x="5276168" y="3805545"/>
                <a:chExt cx="31499" cy="26906"/>
              </a:xfrm>
            </p:grpSpPr>
            <p:sp>
              <p:nvSpPr>
                <p:cNvPr id="10231" name="Google Shape;10231;p80"/>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0"/>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3" name="Google Shape;10233;p80"/>
              <p:cNvGrpSpPr/>
              <p:nvPr/>
            </p:nvGrpSpPr>
            <p:grpSpPr>
              <a:xfrm>
                <a:off x="5294053" y="3851933"/>
                <a:ext cx="31405" cy="26945"/>
                <a:chOff x="5294053" y="3851933"/>
                <a:chExt cx="31405" cy="26945"/>
              </a:xfrm>
            </p:grpSpPr>
            <p:sp>
              <p:nvSpPr>
                <p:cNvPr id="10234" name="Google Shape;10234;p80"/>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0"/>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6" name="Google Shape;10236;p80"/>
              <p:cNvGrpSpPr/>
              <p:nvPr/>
            </p:nvGrpSpPr>
            <p:grpSpPr>
              <a:xfrm>
                <a:off x="5341723" y="3851902"/>
                <a:ext cx="31405" cy="26977"/>
                <a:chOff x="5341723" y="3851902"/>
                <a:chExt cx="31405" cy="26977"/>
              </a:xfrm>
            </p:grpSpPr>
            <p:sp>
              <p:nvSpPr>
                <p:cNvPr id="10237" name="Google Shape;10237;p80"/>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0"/>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9" name="Google Shape;10239;p80"/>
              <p:cNvGrpSpPr/>
              <p:nvPr/>
            </p:nvGrpSpPr>
            <p:grpSpPr>
              <a:xfrm>
                <a:off x="5054871" y="3507855"/>
                <a:ext cx="31405" cy="26993"/>
                <a:chOff x="5054871" y="3507855"/>
                <a:chExt cx="31405" cy="26993"/>
              </a:xfrm>
            </p:grpSpPr>
            <p:sp>
              <p:nvSpPr>
                <p:cNvPr id="10240" name="Google Shape;10240;p80"/>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0"/>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2" name="Google Shape;10242;p80"/>
              <p:cNvGrpSpPr/>
              <p:nvPr/>
            </p:nvGrpSpPr>
            <p:grpSpPr>
              <a:xfrm>
                <a:off x="4876579" y="3675325"/>
                <a:ext cx="31405" cy="26969"/>
                <a:chOff x="4876579" y="3675325"/>
                <a:chExt cx="31405" cy="26969"/>
              </a:xfrm>
            </p:grpSpPr>
            <p:sp>
              <p:nvSpPr>
                <p:cNvPr id="10243" name="Google Shape;10243;p80"/>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0"/>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5" name="Google Shape;10245;p80"/>
              <p:cNvGrpSpPr/>
              <p:nvPr/>
            </p:nvGrpSpPr>
            <p:grpSpPr>
              <a:xfrm>
                <a:off x="4842233" y="3688333"/>
                <a:ext cx="31405" cy="26993"/>
                <a:chOff x="4842233" y="3688333"/>
                <a:chExt cx="31405" cy="26993"/>
              </a:xfrm>
            </p:grpSpPr>
            <p:sp>
              <p:nvSpPr>
                <p:cNvPr id="10246" name="Google Shape;10246;p80"/>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0"/>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8" name="Google Shape;10248;p80"/>
              <p:cNvGrpSpPr/>
              <p:nvPr/>
            </p:nvGrpSpPr>
            <p:grpSpPr>
              <a:xfrm>
                <a:off x="5187876" y="3608032"/>
                <a:ext cx="31405" cy="27001"/>
                <a:chOff x="5187876" y="3608032"/>
                <a:chExt cx="31405" cy="27001"/>
              </a:xfrm>
            </p:grpSpPr>
            <p:sp>
              <p:nvSpPr>
                <p:cNvPr id="10249" name="Google Shape;10249;p80"/>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0"/>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1" name="Google Shape;10251;p80"/>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0"/>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3" name="Google Shape;10253;p80"/>
              <p:cNvGrpSpPr/>
              <p:nvPr/>
            </p:nvGrpSpPr>
            <p:grpSpPr>
              <a:xfrm>
                <a:off x="5269224" y="3304167"/>
                <a:ext cx="40253" cy="34402"/>
                <a:chOff x="5269224" y="3304167"/>
                <a:chExt cx="40253" cy="34402"/>
              </a:xfrm>
            </p:grpSpPr>
            <p:sp>
              <p:nvSpPr>
                <p:cNvPr id="10254" name="Google Shape;10254;p80"/>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0"/>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6" name="Google Shape;10256;p80"/>
              <p:cNvGrpSpPr/>
              <p:nvPr/>
            </p:nvGrpSpPr>
            <p:grpSpPr>
              <a:xfrm>
                <a:off x="5327354" y="3476615"/>
                <a:ext cx="49864" cy="42723"/>
                <a:chOff x="5327354" y="3476615"/>
                <a:chExt cx="49864" cy="42723"/>
              </a:xfrm>
            </p:grpSpPr>
            <p:sp>
              <p:nvSpPr>
                <p:cNvPr id="10257" name="Google Shape;10257;p80"/>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0"/>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9" name="Google Shape;10259;p80"/>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0"/>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1" name="Google Shape;10261;p80"/>
              <p:cNvGrpSpPr/>
              <p:nvPr/>
            </p:nvGrpSpPr>
            <p:grpSpPr>
              <a:xfrm>
                <a:off x="5341723" y="3775957"/>
                <a:ext cx="31405" cy="26898"/>
                <a:chOff x="5341723" y="3775957"/>
                <a:chExt cx="31405" cy="26898"/>
              </a:xfrm>
            </p:grpSpPr>
            <p:sp>
              <p:nvSpPr>
                <p:cNvPr id="10262" name="Google Shape;10262;p80"/>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0"/>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4" name="Google Shape;10264;p80"/>
              <p:cNvGrpSpPr/>
              <p:nvPr/>
            </p:nvGrpSpPr>
            <p:grpSpPr>
              <a:xfrm>
                <a:off x="5439053" y="3699274"/>
                <a:ext cx="31405" cy="26898"/>
                <a:chOff x="5439053" y="3699274"/>
                <a:chExt cx="31405" cy="26898"/>
              </a:xfrm>
            </p:grpSpPr>
            <p:sp>
              <p:nvSpPr>
                <p:cNvPr id="10265" name="Google Shape;10265;p80"/>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0"/>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7" name="Google Shape;10267;p80"/>
              <p:cNvGrpSpPr/>
              <p:nvPr/>
            </p:nvGrpSpPr>
            <p:grpSpPr>
              <a:xfrm>
                <a:off x="5412414" y="3622307"/>
                <a:ext cx="31499" cy="26993"/>
                <a:chOff x="5412414" y="3622307"/>
                <a:chExt cx="31499" cy="26993"/>
              </a:xfrm>
            </p:grpSpPr>
            <p:sp>
              <p:nvSpPr>
                <p:cNvPr id="10268" name="Google Shape;10268;p80"/>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0"/>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0" name="Google Shape;10270;p80"/>
              <p:cNvGrpSpPr/>
              <p:nvPr/>
            </p:nvGrpSpPr>
            <p:grpSpPr>
              <a:xfrm>
                <a:off x="5476254" y="3473949"/>
                <a:ext cx="26835" cy="26930"/>
                <a:chOff x="5476254" y="3473949"/>
                <a:chExt cx="26835" cy="26930"/>
              </a:xfrm>
            </p:grpSpPr>
            <p:sp>
              <p:nvSpPr>
                <p:cNvPr id="10271" name="Google Shape;10271;p80"/>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0"/>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3" name="Google Shape;10273;p80"/>
              <p:cNvGrpSpPr/>
              <p:nvPr/>
            </p:nvGrpSpPr>
            <p:grpSpPr>
              <a:xfrm>
                <a:off x="5564547" y="3481594"/>
                <a:ext cx="31397" cy="26898"/>
                <a:chOff x="5564547" y="3481594"/>
                <a:chExt cx="31397" cy="26898"/>
              </a:xfrm>
            </p:grpSpPr>
            <p:sp>
              <p:nvSpPr>
                <p:cNvPr id="10274" name="Google Shape;10274;p80"/>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0"/>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6" name="Google Shape;10276;p80"/>
              <p:cNvGrpSpPr/>
              <p:nvPr/>
            </p:nvGrpSpPr>
            <p:grpSpPr>
              <a:xfrm>
                <a:off x="5534101" y="3470174"/>
                <a:ext cx="31397" cy="26906"/>
                <a:chOff x="5534101" y="3470174"/>
                <a:chExt cx="31397" cy="26906"/>
              </a:xfrm>
            </p:grpSpPr>
            <p:sp>
              <p:nvSpPr>
                <p:cNvPr id="10277" name="Google Shape;10277;p80"/>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0"/>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9" name="Google Shape;10279;p80"/>
              <p:cNvGrpSpPr/>
              <p:nvPr/>
            </p:nvGrpSpPr>
            <p:grpSpPr>
              <a:xfrm>
                <a:off x="5610879" y="3314486"/>
                <a:ext cx="31499" cy="26938"/>
                <a:chOff x="5610879" y="3314486"/>
                <a:chExt cx="31499" cy="26938"/>
              </a:xfrm>
            </p:grpSpPr>
            <p:sp>
              <p:nvSpPr>
                <p:cNvPr id="10280" name="Google Shape;10280;p80"/>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0"/>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2" name="Google Shape;10282;p80"/>
              <p:cNvGrpSpPr/>
              <p:nvPr/>
            </p:nvGrpSpPr>
            <p:grpSpPr>
              <a:xfrm>
                <a:off x="4834525" y="3501382"/>
                <a:ext cx="31499" cy="26898"/>
                <a:chOff x="4834525" y="3501382"/>
                <a:chExt cx="31499" cy="26898"/>
              </a:xfrm>
            </p:grpSpPr>
            <p:sp>
              <p:nvSpPr>
                <p:cNvPr id="10283" name="Google Shape;10283;p80"/>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0"/>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5" name="Google Shape;10285;p80"/>
              <p:cNvGrpSpPr/>
              <p:nvPr/>
            </p:nvGrpSpPr>
            <p:grpSpPr>
              <a:xfrm>
                <a:off x="4898460" y="3580158"/>
                <a:ext cx="31405" cy="26898"/>
                <a:chOff x="4898460" y="3580158"/>
                <a:chExt cx="31405" cy="26898"/>
              </a:xfrm>
            </p:grpSpPr>
            <p:sp>
              <p:nvSpPr>
                <p:cNvPr id="10286" name="Google Shape;10286;p80"/>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0"/>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8" name="Google Shape;10288;p80"/>
              <p:cNvGrpSpPr/>
              <p:nvPr/>
            </p:nvGrpSpPr>
            <p:grpSpPr>
              <a:xfrm>
                <a:off x="4882667" y="3608032"/>
                <a:ext cx="31499" cy="27001"/>
                <a:chOff x="4882667" y="3608032"/>
                <a:chExt cx="31499" cy="27001"/>
              </a:xfrm>
            </p:grpSpPr>
            <p:sp>
              <p:nvSpPr>
                <p:cNvPr id="10289" name="Google Shape;10289;p80"/>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0"/>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1" name="Google Shape;10291;p80"/>
              <p:cNvGrpSpPr/>
              <p:nvPr/>
            </p:nvGrpSpPr>
            <p:grpSpPr>
              <a:xfrm>
                <a:off x="4843373" y="3631407"/>
                <a:ext cx="16273" cy="16186"/>
                <a:chOff x="4843373" y="3631407"/>
                <a:chExt cx="16273" cy="16186"/>
              </a:xfrm>
            </p:grpSpPr>
            <p:sp>
              <p:nvSpPr>
                <p:cNvPr id="10292" name="Google Shape;10292;p80"/>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0"/>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4" name="Google Shape;10294;p80"/>
              <p:cNvGrpSpPr/>
              <p:nvPr/>
            </p:nvGrpSpPr>
            <p:grpSpPr>
              <a:xfrm>
                <a:off x="4727773" y="3591578"/>
                <a:ext cx="31499" cy="26898"/>
                <a:chOff x="4727773" y="3591578"/>
                <a:chExt cx="31499" cy="26898"/>
              </a:xfrm>
            </p:grpSpPr>
            <p:sp>
              <p:nvSpPr>
                <p:cNvPr id="10295" name="Google Shape;10295;p80"/>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0"/>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97" name="Google Shape;10297;p80"/>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80"/>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9" name="Google Shape;10299;p80"/>
              <p:cNvGrpSpPr/>
              <p:nvPr/>
            </p:nvGrpSpPr>
            <p:grpSpPr>
              <a:xfrm>
                <a:off x="4609421" y="3577398"/>
                <a:ext cx="31499" cy="27001"/>
                <a:chOff x="4609421" y="3577398"/>
                <a:chExt cx="31499" cy="27001"/>
              </a:xfrm>
            </p:grpSpPr>
            <p:sp>
              <p:nvSpPr>
                <p:cNvPr id="10300" name="Google Shape;10300;p80"/>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0"/>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2" name="Google Shape;10302;p80"/>
              <p:cNvGrpSpPr/>
              <p:nvPr/>
            </p:nvGrpSpPr>
            <p:grpSpPr>
              <a:xfrm>
                <a:off x="4649289" y="3577398"/>
                <a:ext cx="31499" cy="27001"/>
                <a:chOff x="4649289" y="3577398"/>
                <a:chExt cx="31499" cy="27001"/>
              </a:xfrm>
            </p:grpSpPr>
            <p:sp>
              <p:nvSpPr>
                <p:cNvPr id="10303" name="Google Shape;10303;p80"/>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0"/>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5" name="Google Shape;10305;p80"/>
              <p:cNvGrpSpPr/>
              <p:nvPr/>
            </p:nvGrpSpPr>
            <p:grpSpPr>
              <a:xfrm>
                <a:off x="4605614" y="3639523"/>
                <a:ext cx="31499" cy="26906"/>
                <a:chOff x="4605614" y="3639523"/>
                <a:chExt cx="31499" cy="26906"/>
              </a:xfrm>
            </p:grpSpPr>
            <p:sp>
              <p:nvSpPr>
                <p:cNvPr id="10306" name="Google Shape;10306;p80"/>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0"/>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8" name="Google Shape;10308;p80"/>
              <p:cNvGrpSpPr/>
              <p:nvPr/>
            </p:nvGrpSpPr>
            <p:grpSpPr>
              <a:xfrm>
                <a:off x="4785149" y="3618846"/>
                <a:ext cx="26930" cy="26843"/>
                <a:chOff x="4785149" y="3618846"/>
                <a:chExt cx="26930" cy="26843"/>
              </a:xfrm>
            </p:grpSpPr>
            <p:sp>
              <p:nvSpPr>
                <p:cNvPr id="10309" name="Google Shape;10309;p80"/>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0"/>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1" name="Google Shape;10311;p80"/>
              <p:cNvGrpSpPr/>
              <p:nvPr/>
            </p:nvGrpSpPr>
            <p:grpSpPr>
              <a:xfrm>
                <a:off x="4810167" y="3601567"/>
                <a:ext cx="31405" cy="26898"/>
                <a:chOff x="4810167" y="3601567"/>
                <a:chExt cx="31405" cy="26898"/>
              </a:xfrm>
            </p:grpSpPr>
            <p:sp>
              <p:nvSpPr>
                <p:cNvPr id="10312" name="Google Shape;10312;p80"/>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0"/>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4" name="Google Shape;10314;p80"/>
              <p:cNvGrpSpPr/>
              <p:nvPr/>
            </p:nvGrpSpPr>
            <p:grpSpPr>
              <a:xfrm>
                <a:off x="4831002" y="3373230"/>
                <a:ext cx="31405" cy="26898"/>
                <a:chOff x="4831002" y="3373230"/>
                <a:chExt cx="31405" cy="26898"/>
              </a:xfrm>
            </p:grpSpPr>
            <p:sp>
              <p:nvSpPr>
                <p:cNvPr id="10315" name="Google Shape;10315;p80"/>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80"/>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7" name="Google Shape;10317;p80"/>
              <p:cNvGrpSpPr/>
              <p:nvPr/>
            </p:nvGrpSpPr>
            <p:grpSpPr>
              <a:xfrm>
                <a:off x="4719311" y="3355054"/>
                <a:ext cx="31499" cy="27001"/>
                <a:chOff x="4719311" y="3355054"/>
                <a:chExt cx="31499" cy="27001"/>
              </a:xfrm>
            </p:grpSpPr>
            <p:sp>
              <p:nvSpPr>
                <p:cNvPr id="10318" name="Google Shape;10318;p80"/>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0"/>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0" name="Google Shape;10320;p80"/>
              <p:cNvGrpSpPr/>
              <p:nvPr/>
            </p:nvGrpSpPr>
            <p:grpSpPr>
              <a:xfrm>
                <a:off x="4798755" y="3450260"/>
                <a:ext cx="26930" cy="26930"/>
                <a:chOff x="4798755" y="3450260"/>
                <a:chExt cx="26930" cy="26930"/>
              </a:xfrm>
            </p:grpSpPr>
            <p:sp>
              <p:nvSpPr>
                <p:cNvPr id="10321" name="Google Shape;10321;p80"/>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0"/>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3" name="Google Shape;10323;p80"/>
              <p:cNvGrpSpPr/>
              <p:nvPr/>
            </p:nvGrpSpPr>
            <p:grpSpPr>
              <a:xfrm>
                <a:off x="4645576" y="3467555"/>
                <a:ext cx="31405" cy="26953"/>
                <a:chOff x="4645576" y="3467555"/>
                <a:chExt cx="31405" cy="26953"/>
              </a:xfrm>
            </p:grpSpPr>
            <p:sp>
              <p:nvSpPr>
                <p:cNvPr id="10324" name="Google Shape;10324;p80"/>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0"/>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6" name="Google Shape;10326;p80"/>
              <p:cNvGrpSpPr/>
              <p:nvPr/>
            </p:nvGrpSpPr>
            <p:grpSpPr>
              <a:xfrm>
                <a:off x="4687631" y="3583965"/>
                <a:ext cx="31499" cy="26898"/>
                <a:chOff x="4687631" y="3583965"/>
                <a:chExt cx="31499" cy="26898"/>
              </a:xfrm>
            </p:grpSpPr>
            <p:sp>
              <p:nvSpPr>
                <p:cNvPr id="10327" name="Google Shape;10327;p80"/>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0"/>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9" name="Google Shape;10329;p80"/>
              <p:cNvGrpSpPr/>
              <p:nvPr/>
            </p:nvGrpSpPr>
            <p:grpSpPr>
              <a:xfrm>
                <a:off x="4719311" y="3471314"/>
                <a:ext cx="31499" cy="27001"/>
                <a:chOff x="4719311" y="3471314"/>
                <a:chExt cx="31499" cy="27001"/>
              </a:xfrm>
            </p:grpSpPr>
            <p:sp>
              <p:nvSpPr>
                <p:cNvPr id="10330" name="Google Shape;10330;p80"/>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80"/>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2" name="Google Shape;10332;p80"/>
              <p:cNvGrpSpPr/>
              <p:nvPr/>
            </p:nvGrpSpPr>
            <p:grpSpPr>
              <a:xfrm>
                <a:off x="4719311" y="3434404"/>
                <a:ext cx="31499" cy="26898"/>
                <a:chOff x="4719311" y="3434404"/>
                <a:chExt cx="31499" cy="26898"/>
              </a:xfrm>
            </p:grpSpPr>
            <p:sp>
              <p:nvSpPr>
                <p:cNvPr id="10333" name="Google Shape;10333;p80"/>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0"/>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5" name="Google Shape;10335;p80"/>
              <p:cNvGrpSpPr/>
              <p:nvPr/>
            </p:nvGrpSpPr>
            <p:grpSpPr>
              <a:xfrm>
                <a:off x="4768876" y="3401772"/>
                <a:ext cx="31499" cy="26898"/>
                <a:chOff x="4768876" y="3401772"/>
                <a:chExt cx="31499" cy="26898"/>
              </a:xfrm>
            </p:grpSpPr>
            <p:sp>
              <p:nvSpPr>
                <p:cNvPr id="10336" name="Google Shape;10336;p80"/>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0"/>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8" name="Google Shape;10338;p80"/>
              <p:cNvGrpSpPr/>
              <p:nvPr/>
            </p:nvGrpSpPr>
            <p:grpSpPr>
              <a:xfrm>
                <a:off x="4762214" y="3471377"/>
                <a:ext cx="26938" cy="26938"/>
                <a:chOff x="4762214" y="3471377"/>
                <a:chExt cx="26938" cy="26938"/>
              </a:xfrm>
            </p:grpSpPr>
            <p:sp>
              <p:nvSpPr>
                <p:cNvPr id="10339" name="Google Shape;10339;p80"/>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0"/>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80"/>
              <p:cNvGrpSpPr/>
              <p:nvPr/>
            </p:nvGrpSpPr>
            <p:grpSpPr>
              <a:xfrm>
                <a:off x="4790473" y="3344782"/>
                <a:ext cx="31405" cy="26898"/>
                <a:chOff x="4790473" y="3344782"/>
                <a:chExt cx="31405" cy="26898"/>
              </a:xfrm>
            </p:grpSpPr>
            <p:sp>
              <p:nvSpPr>
                <p:cNvPr id="10342" name="Google Shape;10342;p80"/>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0"/>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4" name="Google Shape;10344;p80"/>
              <p:cNvGrpSpPr/>
              <p:nvPr/>
            </p:nvGrpSpPr>
            <p:grpSpPr>
              <a:xfrm>
                <a:off x="4823774" y="3950733"/>
                <a:ext cx="37398" cy="32034"/>
                <a:chOff x="4823774" y="3950733"/>
                <a:chExt cx="37398" cy="32034"/>
              </a:xfrm>
            </p:grpSpPr>
            <p:sp>
              <p:nvSpPr>
                <p:cNvPr id="10345" name="Google Shape;10345;p80"/>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0"/>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7" name="Google Shape;10347;p80"/>
              <p:cNvGrpSpPr/>
              <p:nvPr/>
            </p:nvGrpSpPr>
            <p:grpSpPr>
              <a:xfrm>
                <a:off x="4823396" y="4110566"/>
                <a:ext cx="31405" cy="26906"/>
                <a:chOff x="4823396" y="4110566"/>
                <a:chExt cx="31405" cy="26906"/>
              </a:xfrm>
            </p:grpSpPr>
            <p:sp>
              <p:nvSpPr>
                <p:cNvPr id="10348" name="Google Shape;10348;p80"/>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0"/>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0" name="Google Shape;10350;p80"/>
              <p:cNvGrpSpPr/>
              <p:nvPr/>
            </p:nvGrpSpPr>
            <p:grpSpPr>
              <a:xfrm>
                <a:off x="4838332" y="3821150"/>
                <a:ext cx="31499" cy="26898"/>
                <a:chOff x="4838332" y="3821150"/>
                <a:chExt cx="31499" cy="26898"/>
              </a:xfrm>
            </p:grpSpPr>
            <p:sp>
              <p:nvSpPr>
                <p:cNvPr id="10351" name="Google Shape;10351;p80"/>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0"/>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3" name="Google Shape;10353;p80"/>
              <p:cNvGrpSpPr/>
              <p:nvPr/>
            </p:nvGrpSpPr>
            <p:grpSpPr>
              <a:xfrm>
                <a:off x="4661275" y="3815007"/>
                <a:ext cx="36824" cy="31523"/>
                <a:chOff x="4661275" y="3815007"/>
                <a:chExt cx="36824" cy="31523"/>
              </a:xfrm>
            </p:grpSpPr>
            <p:sp>
              <p:nvSpPr>
                <p:cNvPr id="10354" name="Google Shape;10354;p80"/>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0"/>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6" name="Google Shape;10356;p80"/>
              <p:cNvGrpSpPr/>
              <p:nvPr/>
            </p:nvGrpSpPr>
            <p:grpSpPr>
              <a:xfrm>
                <a:off x="4558998" y="3851037"/>
                <a:ext cx="33591" cy="28699"/>
                <a:chOff x="4558998" y="3851037"/>
                <a:chExt cx="33591" cy="28699"/>
              </a:xfrm>
            </p:grpSpPr>
            <p:sp>
              <p:nvSpPr>
                <p:cNvPr id="10357" name="Google Shape;10357;p80"/>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0"/>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9" name="Google Shape;10359;p80"/>
              <p:cNvGrpSpPr/>
              <p:nvPr/>
            </p:nvGrpSpPr>
            <p:grpSpPr>
              <a:xfrm>
                <a:off x="4696762" y="3638587"/>
                <a:ext cx="33591" cy="28794"/>
                <a:chOff x="4696762" y="3638587"/>
                <a:chExt cx="33591" cy="28794"/>
              </a:xfrm>
            </p:grpSpPr>
            <p:sp>
              <p:nvSpPr>
                <p:cNvPr id="10360" name="Google Shape;10360;p80"/>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0"/>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2" name="Google Shape;10362;p80"/>
              <p:cNvGrpSpPr/>
              <p:nvPr/>
            </p:nvGrpSpPr>
            <p:grpSpPr>
              <a:xfrm>
                <a:off x="4929479" y="3939140"/>
                <a:ext cx="33497" cy="28692"/>
                <a:chOff x="4929479" y="3939140"/>
                <a:chExt cx="33497" cy="28692"/>
              </a:xfrm>
            </p:grpSpPr>
            <p:sp>
              <p:nvSpPr>
                <p:cNvPr id="10363" name="Google Shape;10363;p80"/>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0"/>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5" name="Google Shape;10365;p80"/>
              <p:cNvGrpSpPr/>
              <p:nvPr/>
            </p:nvGrpSpPr>
            <p:grpSpPr>
              <a:xfrm>
                <a:off x="4907119" y="3986039"/>
                <a:ext cx="33497" cy="28699"/>
                <a:chOff x="4907119" y="3986039"/>
                <a:chExt cx="33497" cy="28699"/>
              </a:xfrm>
            </p:grpSpPr>
            <p:sp>
              <p:nvSpPr>
                <p:cNvPr id="10366" name="Google Shape;10366;p80"/>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0"/>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8" name="Google Shape;10368;p80"/>
              <p:cNvGrpSpPr/>
              <p:nvPr/>
            </p:nvGrpSpPr>
            <p:grpSpPr>
              <a:xfrm>
                <a:off x="4911783" y="4048102"/>
                <a:ext cx="33591" cy="28762"/>
                <a:chOff x="4911783" y="4048102"/>
                <a:chExt cx="33591" cy="28762"/>
              </a:xfrm>
            </p:grpSpPr>
            <p:sp>
              <p:nvSpPr>
                <p:cNvPr id="10369" name="Google Shape;10369;p80"/>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80"/>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1" name="Google Shape;10371;p80"/>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0"/>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3" name="Google Shape;10373;p80"/>
              <p:cNvGrpSpPr/>
              <p:nvPr/>
            </p:nvGrpSpPr>
            <p:grpSpPr>
              <a:xfrm>
                <a:off x="4762623" y="3837847"/>
                <a:ext cx="42416" cy="36273"/>
                <a:chOff x="4762623" y="3837847"/>
                <a:chExt cx="42416" cy="36273"/>
              </a:xfrm>
            </p:grpSpPr>
            <p:sp>
              <p:nvSpPr>
                <p:cNvPr id="10374" name="Google Shape;10374;p80"/>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0"/>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6" name="Google Shape;10376;p80"/>
              <p:cNvGrpSpPr/>
              <p:nvPr/>
            </p:nvGrpSpPr>
            <p:grpSpPr>
              <a:xfrm>
                <a:off x="4746044" y="4104966"/>
                <a:ext cx="33497" cy="28699"/>
                <a:chOff x="4746044" y="4104966"/>
                <a:chExt cx="33497" cy="28699"/>
              </a:xfrm>
            </p:grpSpPr>
            <p:sp>
              <p:nvSpPr>
                <p:cNvPr id="10377" name="Google Shape;10377;p80"/>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0"/>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9" name="Google Shape;10379;p80"/>
              <p:cNvGrpSpPr/>
              <p:nvPr/>
            </p:nvGrpSpPr>
            <p:grpSpPr>
              <a:xfrm>
                <a:off x="4859646" y="4162554"/>
                <a:ext cx="33591" cy="28762"/>
                <a:chOff x="4859646" y="4162554"/>
                <a:chExt cx="33591" cy="28762"/>
              </a:xfrm>
            </p:grpSpPr>
            <p:sp>
              <p:nvSpPr>
                <p:cNvPr id="10380" name="Google Shape;10380;p80"/>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0"/>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82" name="Google Shape;10382;p80"/>
            <p:cNvGrpSpPr/>
            <p:nvPr/>
          </p:nvGrpSpPr>
          <p:grpSpPr>
            <a:xfrm>
              <a:off x="3597785" y="3274438"/>
              <a:ext cx="855610" cy="1122100"/>
              <a:chOff x="3597785" y="3274438"/>
              <a:chExt cx="855610" cy="1122100"/>
            </a:xfrm>
          </p:grpSpPr>
          <p:grpSp>
            <p:nvGrpSpPr>
              <p:cNvPr id="10383" name="Google Shape;10383;p80"/>
              <p:cNvGrpSpPr/>
              <p:nvPr/>
            </p:nvGrpSpPr>
            <p:grpSpPr>
              <a:xfrm>
                <a:off x="3617857" y="3284717"/>
                <a:ext cx="826785" cy="1099165"/>
                <a:chOff x="3617857" y="3284717"/>
                <a:chExt cx="826785" cy="1099165"/>
              </a:xfrm>
            </p:grpSpPr>
            <p:sp>
              <p:nvSpPr>
                <p:cNvPr id="10384" name="Google Shape;10384;p80"/>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0"/>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0"/>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0"/>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0"/>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0"/>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0"/>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0"/>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0"/>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0"/>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80"/>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0"/>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0"/>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0"/>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0"/>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0"/>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0"/>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0"/>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0"/>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0"/>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0"/>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0"/>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0"/>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0"/>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0"/>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0"/>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0"/>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0"/>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0"/>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0"/>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0"/>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0"/>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0"/>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0"/>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0"/>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0"/>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0"/>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0"/>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0"/>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0"/>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0"/>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0"/>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0"/>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0"/>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0"/>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0"/>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0"/>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0"/>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0"/>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0"/>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0"/>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0"/>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0"/>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0"/>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0"/>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0"/>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0" name="Google Shape;10440;p80"/>
              <p:cNvGrpSpPr/>
              <p:nvPr/>
            </p:nvGrpSpPr>
            <p:grpSpPr>
              <a:xfrm>
                <a:off x="4180904" y="4251758"/>
                <a:ext cx="37783" cy="32420"/>
                <a:chOff x="4180904" y="4251758"/>
                <a:chExt cx="37783" cy="32420"/>
              </a:xfrm>
            </p:grpSpPr>
            <p:sp>
              <p:nvSpPr>
                <p:cNvPr id="10441" name="Google Shape;10441;p80"/>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0"/>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3" name="Google Shape;10443;p80"/>
              <p:cNvGrpSpPr/>
              <p:nvPr/>
            </p:nvGrpSpPr>
            <p:grpSpPr>
              <a:xfrm>
                <a:off x="4201644" y="4081324"/>
                <a:ext cx="37783" cy="32364"/>
                <a:chOff x="4201644" y="4081324"/>
                <a:chExt cx="37783" cy="32364"/>
              </a:xfrm>
            </p:grpSpPr>
            <p:sp>
              <p:nvSpPr>
                <p:cNvPr id="10444" name="Google Shape;10444;p80"/>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0"/>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6" name="Google Shape;10446;p80"/>
              <p:cNvGrpSpPr/>
              <p:nvPr/>
            </p:nvGrpSpPr>
            <p:grpSpPr>
              <a:xfrm>
                <a:off x="4284416" y="3887428"/>
                <a:ext cx="37783" cy="32451"/>
                <a:chOff x="4284416" y="3887428"/>
                <a:chExt cx="37783" cy="32451"/>
              </a:xfrm>
            </p:grpSpPr>
            <p:sp>
              <p:nvSpPr>
                <p:cNvPr id="10447" name="Google Shape;10447;p80"/>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0"/>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9" name="Google Shape;10449;p80"/>
              <p:cNvGrpSpPr/>
              <p:nvPr/>
            </p:nvGrpSpPr>
            <p:grpSpPr>
              <a:xfrm>
                <a:off x="4223721" y="3860404"/>
                <a:ext cx="37870" cy="32364"/>
                <a:chOff x="4223721" y="3860404"/>
                <a:chExt cx="37870" cy="32364"/>
              </a:xfrm>
            </p:grpSpPr>
            <p:sp>
              <p:nvSpPr>
                <p:cNvPr id="10450" name="Google Shape;10450;p80"/>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0"/>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2" name="Google Shape;10452;p80"/>
              <p:cNvGrpSpPr/>
              <p:nvPr/>
            </p:nvGrpSpPr>
            <p:grpSpPr>
              <a:xfrm>
                <a:off x="4104889" y="3699242"/>
                <a:ext cx="37776" cy="32357"/>
                <a:chOff x="4104889" y="3699242"/>
                <a:chExt cx="37776" cy="32357"/>
              </a:xfrm>
            </p:grpSpPr>
            <p:sp>
              <p:nvSpPr>
                <p:cNvPr id="10453" name="Google Shape;10453;p80"/>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0"/>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5" name="Google Shape;10455;p80"/>
              <p:cNvGrpSpPr/>
              <p:nvPr/>
            </p:nvGrpSpPr>
            <p:grpSpPr>
              <a:xfrm>
                <a:off x="4143608" y="3475121"/>
                <a:ext cx="37878" cy="32420"/>
                <a:chOff x="4143608" y="3475121"/>
                <a:chExt cx="37878" cy="32420"/>
              </a:xfrm>
            </p:grpSpPr>
            <p:sp>
              <p:nvSpPr>
                <p:cNvPr id="10456" name="Google Shape;10456;p80"/>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0"/>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8" name="Google Shape;10458;p80"/>
              <p:cNvGrpSpPr/>
              <p:nvPr/>
            </p:nvGrpSpPr>
            <p:grpSpPr>
              <a:xfrm>
                <a:off x="4217248" y="3570893"/>
                <a:ext cx="37776" cy="32364"/>
                <a:chOff x="4217248" y="3570893"/>
                <a:chExt cx="37776" cy="32364"/>
              </a:xfrm>
            </p:grpSpPr>
            <p:sp>
              <p:nvSpPr>
                <p:cNvPr id="10459" name="Google Shape;10459;p80"/>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0"/>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1" name="Google Shape;10461;p80"/>
              <p:cNvGrpSpPr/>
              <p:nvPr/>
            </p:nvGrpSpPr>
            <p:grpSpPr>
              <a:xfrm>
                <a:off x="4255307" y="3431612"/>
                <a:ext cx="37776" cy="32451"/>
                <a:chOff x="4255307" y="3431612"/>
                <a:chExt cx="37776" cy="32451"/>
              </a:xfrm>
            </p:grpSpPr>
            <p:sp>
              <p:nvSpPr>
                <p:cNvPr id="10462" name="Google Shape;10462;p80"/>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0"/>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4" name="Google Shape;10464;p80"/>
              <p:cNvGrpSpPr/>
              <p:nvPr/>
            </p:nvGrpSpPr>
            <p:grpSpPr>
              <a:xfrm>
                <a:off x="3853052" y="3577398"/>
                <a:ext cx="37776" cy="32420"/>
                <a:chOff x="3853052" y="3577398"/>
                <a:chExt cx="37776" cy="32420"/>
              </a:xfrm>
            </p:grpSpPr>
            <p:sp>
              <p:nvSpPr>
                <p:cNvPr id="10465" name="Google Shape;10465;p80"/>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0"/>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7" name="Google Shape;10467;p80"/>
              <p:cNvGrpSpPr/>
              <p:nvPr/>
            </p:nvGrpSpPr>
            <p:grpSpPr>
              <a:xfrm>
                <a:off x="4039908" y="3412107"/>
                <a:ext cx="37776" cy="32357"/>
                <a:chOff x="4039908" y="3412107"/>
                <a:chExt cx="37776" cy="32357"/>
              </a:xfrm>
            </p:grpSpPr>
            <p:sp>
              <p:nvSpPr>
                <p:cNvPr id="10468" name="Google Shape;10468;p80"/>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0"/>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0" name="Google Shape;10470;p80"/>
              <p:cNvGrpSpPr/>
              <p:nvPr/>
            </p:nvGrpSpPr>
            <p:grpSpPr>
              <a:xfrm>
                <a:off x="4017360" y="3342061"/>
                <a:ext cx="37870" cy="32380"/>
                <a:chOff x="4017360" y="3342061"/>
                <a:chExt cx="37870" cy="32380"/>
              </a:xfrm>
            </p:grpSpPr>
            <p:sp>
              <p:nvSpPr>
                <p:cNvPr id="10471" name="Google Shape;10471;p80"/>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0"/>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3" name="Google Shape;10473;p80"/>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0"/>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5" name="Google Shape;10475;p80"/>
              <p:cNvGrpSpPr/>
              <p:nvPr/>
            </p:nvGrpSpPr>
            <p:grpSpPr>
              <a:xfrm>
                <a:off x="3750870" y="3418650"/>
                <a:ext cx="37776" cy="32380"/>
                <a:chOff x="3750870" y="3418650"/>
                <a:chExt cx="37776" cy="32380"/>
              </a:xfrm>
            </p:grpSpPr>
            <p:sp>
              <p:nvSpPr>
                <p:cNvPr id="10476" name="Google Shape;10476;p80"/>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0"/>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8" name="Google Shape;10478;p80"/>
              <p:cNvGrpSpPr/>
              <p:nvPr/>
            </p:nvGrpSpPr>
            <p:grpSpPr>
              <a:xfrm>
                <a:off x="3632509" y="3274438"/>
                <a:ext cx="37783" cy="32357"/>
                <a:chOff x="3632509" y="3274438"/>
                <a:chExt cx="37783" cy="32357"/>
              </a:xfrm>
            </p:grpSpPr>
            <p:sp>
              <p:nvSpPr>
                <p:cNvPr id="10479" name="Google Shape;10479;p80"/>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0"/>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1" name="Google Shape;10481;p80"/>
              <p:cNvGrpSpPr/>
              <p:nvPr/>
            </p:nvGrpSpPr>
            <p:grpSpPr>
              <a:xfrm>
                <a:off x="3906424" y="3297561"/>
                <a:ext cx="37776" cy="32451"/>
                <a:chOff x="3906424" y="3297561"/>
                <a:chExt cx="37776" cy="32451"/>
              </a:xfrm>
            </p:grpSpPr>
            <p:sp>
              <p:nvSpPr>
                <p:cNvPr id="10482" name="Google Shape;10482;p80"/>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0"/>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4" name="Google Shape;10484;p80"/>
              <p:cNvGrpSpPr/>
              <p:nvPr/>
            </p:nvGrpSpPr>
            <p:grpSpPr>
              <a:xfrm>
                <a:off x="3866084" y="3412107"/>
                <a:ext cx="37776" cy="32357"/>
                <a:chOff x="3866084" y="3412107"/>
                <a:chExt cx="37776" cy="32357"/>
              </a:xfrm>
            </p:grpSpPr>
            <p:sp>
              <p:nvSpPr>
                <p:cNvPr id="10485" name="Google Shape;10485;p80"/>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0"/>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7" name="Google Shape;10487;p80"/>
              <p:cNvGrpSpPr/>
              <p:nvPr/>
            </p:nvGrpSpPr>
            <p:grpSpPr>
              <a:xfrm>
                <a:off x="4023919" y="3766409"/>
                <a:ext cx="37783" cy="32357"/>
                <a:chOff x="4023919" y="3766409"/>
                <a:chExt cx="37783" cy="32357"/>
              </a:xfrm>
            </p:grpSpPr>
            <p:sp>
              <p:nvSpPr>
                <p:cNvPr id="10488" name="Google Shape;10488;p80"/>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0"/>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0" name="Google Shape;10490;p80"/>
              <p:cNvGrpSpPr/>
              <p:nvPr/>
            </p:nvGrpSpPr>
            <p:grpSpPr>
              <a:xfrm>
                <a:off x="3973882" y="3779449"/>
                <a:ext cx="37776" cy="32357"/>
                <a:chOff x="3973882" y="3779449"/>
                <a:chExt cx="37776" cy="32357"/>
              </a:xfrm>
            </p:grpSpPr>
            <p:sp>
              <p:nvSpPr>
                <p:cNvPr id="10491" name="Google Shape;10491;p80"/>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0"/>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3" name="Google Shape;10493;p80"/>
              <p:cNvGrpSpPr/>
              <p:nvPr/>
            </p:nvGrpSpPr>
            <p:grpSpPr>
              <a:xfrm>
                <a:off x="4073398" y="3838028"/>
                <a:ext cx="37776" cy="32380"/>
                <a:chOff x="4073398" y="3838028"/>
                <a:chExt cx="37776" cy="32380"/>
              </a:xfrm>
            </p:grpSpPr>
            <p:sp>
              <p:nvSpPr>
                <p:cNvPr id="10494" name="Google Shape;10494;p80"/>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0"/>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6" name="Google Shape;10496;p80"/>
              <p:cNvGrpSpPr/>
              <p:nvPr/>
            </p:nvGrpSpPr>
            <p:grpSpPr>
              <a:xfrm>
                <a:off x="4342672" y="4144496"/>
                <a:ext cx="37752" cy="32364"/>
                <a:chOff x="4342672" y="4144496"/>
                <a:chExt cx="37752" cy="32364"/>
              </a:xfrm>
            </p:grpSpPr>
            <p:sp>
              <p:nvSpPr>
                <p:cNvPr id="10497" name="Google Shape;10497;p80"/>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0"/>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9" name="Google Shape;10499;p80"/>
              <p:cNvGrpSpPr/>
              <p:nvPr/>
            </p:nvGrpSpPr>
            <p:grpSpPr>
              <a:xfrm>
                <a:off x="4406386" y="4056872"/>
                <a:ext cx="37783" cy="32364"/>
                <a:chOff x="4406386" y="4056872"/>
                <a:chExt cx="37783" cy="32364"/>
              </a:xfrm>
            </p:grpSpPr>
            <p:sp>
              <p:nvSpPr>
                <p:cNvPr id="10500" name="Google Shape;10500;p80"/>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0"/>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2" name="Google Shape;10502;p80"/>
              <p:cNvGrpSpPr/>
              <p:nvPr/>
            </p:nvGrpSpPr>
            <p:grpSpPr>
              <a:xfrm>
                <a:off x="4284416" y="4245254"/>
                <a:ext cx="37783" cy="32357"/>
                <a:chOff x="4284416" y="4245254"/>
                <a:chExt cx="37783" cy="32357"/>
              </a:xfrm>
            </p:grpSpPr>
            <p:sp>
              <p:nvSpPr>
                <p:cNvPr id="10503" name="Google Shape;10503;p80"/>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80"/>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5" name="Google Shape;10505;p80"/>
              <p:cNvGrpSpPr/>
              <p:nvPr/>
            </p:nvGrpSpPr>
            <p:grpSpPr>
              <a:xfrm>
                <a:off x="4219057" y="4331258"/>
                <a:ext cx="37776" cy="32364"/>
                <a:chOff x="4219057" y="4331258"/>
                <a:chExt cx="37776" cy="32364"/>
              </a:xfrm>
            </p:grpSpPr>
            <p:sp>
              <p:nvSpPr>
                <p:cNvPr id="10506" name="Google Shape;10506;p80"/>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0"/>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8" name="Google Shape;10508;p80"/>
              <p:cNvGrpSpPr/>
              <p:nvPr/>
            </p:nvGrpSpPr>
            <p:grpSpPr>
              <a:xfrm>
                <a:off x="4204122" y="4141688"/>
                <a:ext cx="33497" cy="28699"/>
                <a:chOff x="4204122" y="4141688"/>
                <a:chExt cx="33497" cy="28699"/>
              </a:xfrm>
            </p:grpSpPr>
            <p:sp>
              <p:nvSpPr>
                <p:cNvPr id="10509" name="Google Shape;10509;p80"/>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0"/>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1" name="Google Shape;10511;p80"/>
              <p:cNvGrpSpPr/>
              <p:nvPr/>
            </p:nvGrpSpPr>
            <p:grpSpPr>
              <a:xfrm>
                <a:off x="4301546" y="4003869"/>
                <a:ext cx="38916" cy="33324"/>
                <a:chOff x="4301546" y="4003869"/>
                <a:chExt cx="38916" cy="33324"/>
              </a:xfrm>
            </p:grpSpPr>
            <p:sp>
              <p:nvSpPr>
                <p:cNvPr id="10512" name="Google Shape;10512;p80"/>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0"/>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4" name="Google Shape;10514;p80"/>
              <p:cNvGrpSpPr/>
              <p:nvPr/>
            </p:nvGrpSpPr>
            <p:grpSpPr>
              <a:xfrm>
                <a:off x="4210681" y="3924669"/>
                <a:ext cx="36549" cy="31366"/>
                <a:chOff x="4210681" y="3924669"/>
                <a:chExt cx="36549" cy="31366"/>
              </a:xfrm>
            </p:grpSpPr>
            <p:sp>
              <p:nvSpPr>
                <p:cNvPr id="10515" name="Google Shape;10515;p80"/>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0"/>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7" name="Google Shape;10517;p80"/>
              <p:cNvGrpSpPr/>
              <p:nvPr/>
            </p:nvGrpSpPr>
            <p:grpSpPr>
              <a:xfrm>
                <a:off x="3987771" y="3628874"/>
                <a:ext cx="31499" cy="26993"/>
                <a:chOff x="3987771" y="3628874"/>
                <a:chExt cx="31499" cy="26993"/>
              </a:xfrm>
            </p:grpSpPr>
            <p:sp>
              <p:nvSpPr>
                <p:cNvPr id="10518" name="Google Shape;10518;p80"/>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0"/>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0" name="Google Shape;10520;p80"/>
              <p:cNvGrpSpPr/>
              <p:nvPr/>
            </p:nvGrpSpPr>
            <p:grpSpPr>
              <a:xfrm>
                <a:off x="4087382" y="3775674"/>
                <a:ext cx="31405" cy="26898"/>
                <a:chOff x="4087382" y="3775674"/>
                <a:chExt cx="31405" cy="26898"/>
              </a:xfrm>
            </p:grpSpPr>
            <p:sp>
              <p:nvSpPr>
                <p:cNvPr id="10521" name="Google Shape;10521;p80"/>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0"/>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3" name="Google Shape;10523;p80"/>
              <p:cNvGrpSpPr/>
              <p:nvPr/>
            </p:nvGrpSpPr>
            <p:grpSpPr>
              <a:xfrm>
                <a:off x="4118873" y="3856637"/>
                <a:ext cx="31405" cy="26906"/>
                <a:chOff x="4118873" y="3856637"/>
                <a:chExt cx="31405" cy="26906"/>
              </a:xfrm>
            </p:grpSpPr>
            <p:sp>
              <p:nvSpPr>
                <p:cNvPr id="10524" name="Google Shape;10524;p80"/>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0"/>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6" name="Google Shape;10526;p80"/>
              <p:cNvGrpSpPr/>
              <p:nvPr/>
            </p:nvGrpSpPr>
            <p:grpSpPr>
              <a:xfrm>
                <a:off x="4168541" y="3639523"/>
                <a:ext cx="31499" cy="26906"/>
                <a:chOff x="4168541" y="3639523"/>
                <a:chExt cx="31499" cy="26906"/>
              </a:xfrm>
            </p:grpSpPr>
            <p:sp>
              <p:nvSpPr>
                <p:cNvPr id="10527" name="Google Shape;10527;p80"/>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80"/>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9" name="Google Shape;10529;p80"/>
              <p:cNvGrpSpPr/>
              <p:nvPr/>
            </p:nvGrpSpPr>
            <p:grpSpPr>
              <a:xfrm>
                <a:off x="3965789" y="3393545"/>
                <a:ext cx="31405" cy="26945"/>
                <a:chOff x="3965789" y="3393545"/>
                <a:chExt cx="31405" cy="26945"/>
              </a:xfrm>
            </p:grpSpPr>
            <p:sp>
              <p:nvSpPr>
                <p:cNvPr id="10530" name="Google Shape;10530;p80"/>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80"/>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2" name="Google Shape;10532;p80"/>
              <p:cNvGrpSpPr/>
              <p:nvPr/>
            </p:nvGrpSpPr>
            <p:grpSpPr>
              <a:xfrm>
                <a:off x="3925166" y="3491008"/>
                <a:ext cx="31405" cy="27001"/>
                <a:chOff x="3925166" y="3491008"/>
                <a:chExt cx="31405" cy="27001"/>
              </a:xfrm>
            </p:grpSpPr>
            <p:sp>
              <p:nvSpPr>
                <p:cNvPr id="10533" name="Google Shape;10533;p80"/>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0"/>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5" name="Google Shape;10535;p80"/>
              <p:cNvGrpSpPr/>
              <p:nvPr/>
            </p:nvGrpSpPr>
            <p:grpSpPr>
              <a:xfrm>
                <a:off x="3682845" y="3340976"/>
                <a:ext cx="31397" cy="26898"/>
                <a:chOff x="3682845" y="3340976"/>
                <a:chExt cx="31397" cy="26898"/>
              </a:xfrm>
            </p:grpSpPr>
            <p:sp>
              <p:nvSpPr>
                <p:cNvPr id="10536" name="Google Shape;10536;p80"/>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0"/>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8" name="Google Shape;10538;p80"/>
              <p:cNvGrpSpPr/>
              <p:nvPr/>
            </p:nvGrpSpPr>
            <p:grpSpPr>
              <a:xfrm>
                <a:off x="3795393" y="3353725"/>
                <a:ext cx="31499" cy="26993"/>
                <a:chOff x="3795393" y="3353725"/>
                <a:chExt cx="31499" cy="26993"/>
              </a:xfrm>
            </p:grpSpPr>
            <p:sp>
              <p:nvSpPr>
                <p:cNvPr id="10539" name="Google Shape;10539;p80"/>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0"/>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1" name="Google Shape;10541;p80"/>
              <p:cNvGrpSpPr/>
              <p:nvPr/>
            </p:nvGrpSpPr>
            <p:grpSpPr>
              <a:xfrm>
                <a:off x="4176909" y="4363221"/>
                <a:ext cx="38924" cy="33316"/>
                <a:chOff x="4176909" y="4363221"/>
                <a:chExt cx="38924" cy="33316"/>
              </a:xfrm>
            </p:grpSpPr>
            <p:sp>
              <p:nvSpPr>
                <p:cNvPr id="10542" name="Google Shape;10542;p80"/>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80"/>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4" name="Google Shape;10544;p80"/>
              <p:cNvGrpSpPr/>
              <p:nvPr/>
            </p:nvGrpSpPr>
            <p:grpSpPr>
              <a:xfrm>
                <a:off x="4226191" y="4007660"/>
                <a:ext cx="33560" cy="28770"/>
                <a:chOff x="4226191" y="4007660"/>
                <a:chExt cx="33560" cy="28770"/>
              </a:xfrm>
            </p:grpSpPr>
            <p:sp>
              <p:nvSpPr>
                <p:cNvPr id="10545" name="Google Shape;10545;p80"/>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0"/>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7" name="Google Shape;10547;p80"/>
              <p:cNvGrpSpPr/>
              <p:nvPr/>
            </p:nvGrpSpPr>
            <p:grpSpPr>
              <a:xfrm>
                <a:off x="3597785" y="3377045"/>
                <a:ext cx="33591" cy="28699"/>
                <a:chOff x="3597785" y="3377045"/>
                <a:chExt cx="33591" cy="28699"/>
              </a:xfrm>
            </p:grpSpPr>
            <p:sp>
              <p:nvSpPr>
                <p:cNvPr id="10548" name="Google Shape;10548;p80"/>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0"/>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0" name="Google Shape;10550;p80"/>
              <p:cNvGrpSpPr/>
              <p:nvPr/>
            </p:nvGrpSpPr>
            <p:grpSpPr>
              <a:xfrm>
                <a:off x="3887870" y="3669796"/>
                <a:ext cx="33591" cy="28692"/>
                <a:chOff x="3887870" y="3669796"/>
                <a:chExt cx="33591" cy="28692"/>
              </a:xfrm>
            </p:grpSpPr>
            <p:sp>
              <p:nvSpPr>
                <p:cNvPr id="10551" name="Google Shape;10551;p80"/>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0"/>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3" name="Google Shape;10553;p80"/>
              <p:cNvGrpSpPr/>
              <p:nvPr/>
            </p:nvGrpSpPr>
            <p:grpSpPr>
              <a:xfrm>
                <a:off x="3818320" y="3481625"/>
                <a:ext cx="33497" cy="28770"/>
                <a:chOff x="3818320" y="3481625"/>
                <a:chExt cx="33497" cy="28770"/>
              </a:xfrm>
            </p:grpSpPr>
            <p:sp>
              <p:nvSpPr>
                <p:cNvPr id="10554" name="Google Shape;10554;p80"/>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0"/>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6" name="Google Shape;10556;p80"/>
              <p:cNvGrpSpPr/>
              <p:nvPr/>
            </p:nvGrpSpPr>
            <p:grpSpPr>
              <a:xfrm>
                <a:off x="4278139" y="4120948"/>
                <a:ext cx="37492" cy="32129"/>
                <a:chOff x="4278139" y="4120948"/>
                <a:chExt cx="37492" cy="32129"/>
              </a:xfrm>
            </p:grpSpPr>
            <p:sp>
              <p:nvSpPr>
                <p:cNvPr id="10557" name="Google Shape;10557;p80"/>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0"/>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9" name="Google Shape;10559;p80"/>
              <p:cNvGrpSpPr/>
              <p:nvPr/>
            </p:nvGrpSpPr>
            <p:grpSpPr>
              <a:xfrm>
                <a:off x="4419898" y="3977388"/>
                <a:ext cx="33497" cy="28692"/>
                <a:chOff x="4419898" y="3977388"/>
                <a:chExt cx="33497" cy="28692"/>
              </a:xfrm>
            </p:grpSpPr>
            <p:sp>
              <p:nvSpPr>
                <p:cNvPr id="10560" name="Google Shape;10560;p80"/>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0"/>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2" name="Google Shape;10562;p80"/>
              <p:cNvGrpSpPr/>
              <p:nvPr/>
            </p:nvGrpSpPr>
            <p:grpSpPr>
              <a:xfrm>
                <a:off x="4158930" y="4034684"/>
                <a:ext cx="33497" cy="28762"/>
                <a:chOff x="4158930" y="4034684"/>
                <a:chExt cx="33497" cy="28762"/>
              </a:xfrm>
            </p:grpSpPr>
            <p:sp>
              <p:nvSpPr>
                <p:cNvPr id="10563" name="Google Shape;10563;p80"/>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0"/>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5" name="Google Shape;10565;p80"/>
              <p:cNvGrpSpPr/>
              <p:nvPr/>
            </p:nvGrpSpPr>
            <p:grpSpPr>
              <a:xfrm>
                <a:off x="4134949" y="3957049"/>
                <a:ext cx="33497" cy="28770"/>
                <a:chOff x="4134949" y="3957049"/>
                <a:chExt cx="33497" cy="28770"/>
              </a:xfrm>
            </p:grpSpPr>
            <p:sp>
              <p:nvSpPr>
                <p:cNvPr id="10566" name="Google Shape;10566;p80"/>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0"/>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8" name="Google Shape;10568;p80"/>
              <p:cNvGrpSpPr/>
              <p:nvPr/>
            </p:nvGrpSpPr>
            <p:grpSpPr>
              <a:xfrm>
                <a:off x="4193653" y="4184403"/>
                <a:ext cx="43580" cy="37264"/>
                <a:chOff x="4193653" y="4184403"/>
                <a:chExt cx="43580" cy="37264"/>
              </a:xfrm>
            </p:grpSpPr>
            <p:sp>
              <p:nvSpPr>
                <p:cNvPr id="10569" name="Google Shape;10569;p80"/>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0"/>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1" name="Google Shape;10571;p80"/>
              <p:cNvGrpSpPr/>
              <p:nvPr/>
            </p:nvGrpSpPr>
            <p:grpSpPr>
              <a:xfrm>
                <a:off x="4343600" y="3943844"/>
                <a:ext cx="43580" cy="37312"/>
                <a:chOff x="4343600" y="3943844"/>
                <a:chExt cx="43580" cy="37312"/>
              </a:xfrm>
            </p:grpSpPr>
            <p:sp>
              <p:nvSpPr>
                <p:cNvPr id="10572" name="Google Shape;10572;p80"/>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0"/>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4" name="Google Shape;10574;p80"/>
              <p:cNvGrpSpPr/>
              <p:nvPr/>
            </p:nvGrpSpPr>
            <p:grpSpPr>
              <a:xfrm>
                <a:off x="4172339" y="3381693"/>
                <a:ext cx="31499" cy="27001"/>
                <a:chOff x="4172339" y="3381693"/>
                <a:chExt cx="31499" cy="27001"/>
              </a:xfrm>
            </p:grpSpPr>
            <p:sp>
              <p:nvSpPr>
                <p:cNvPr id="10575" name="Google Shape;10575;p80"/>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0"/>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80" name="Shape 10580"/>
        <p:cNvGrpSpPr/>
        <p:nvPr/>
      </p:nvGrpSpPr>
      <p:grpSpPr>
        <a:xfrm>
          <a:off x="0" y="0"/>
          <a:ext cx="0" cy="0"/>
          <a:chOff x="0" y="0"/>
          <a:chExt cx="0" cy="0"/>
        </a:xfrm>
      </p:grpSpPr>
      <p:grpSp>
        <p:nvGrpSpPr>
          <p:cNvPr id="10581" name="Google Shape;10581;p81"/>
          <p:cNvGrpSpPr/>
          <p:nvPr/>
        </p:nvGrpSpPr>
        <p:grpSpPr>
          <a:xfrm>
            <a:off x="729274" y="1175734"/>
            <a:ext cx="2507799" cy="206239"/>
            <a:chOff x="106648" y="895722"/>
            <a:chExt cx="4481413" cy="374300"/>
          </a:xfrm>
        </p:grpSpPr>
        <p:grpSp>
          <p:nvGrpSpPr>
            <p:cNvPr id="10582" name="Google Shape;10582;p81"/>
            <p:cNvGrpSpPr/>
            <p:nvPr/>
          </p:nvGrpSpPr>
          <p:grpSpPr>
            <a:xfrm>
              <a:off x="2233276" y="895722"/>
              <a:ext cx="1082667" cy="223591"/>
              <a:chOff x="4808316" y="2800065"/>
              <a:chExt cx="1999386" cy="412910"/>
            </a:xfrm>
          </p:grpSpPr>
          <p:sp>
            <p:nvSpPr>
              <p:cNvPr id="10583" name="Google Shape;10583;p81"/>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4" name="Google Shape;10584;p81"/>
              <p:cNvGrpSpPr/>
              <p:nvPr/>
            </p:nvGrpSpPr>
            <p:grpSpPr>
              <a:xfrm>
                <a:off x="4808316" y="2800065"/>
                <a:ext cx="92400" cy="411825"/>
                <a:chOff x="845575" y="2563700"/>
                <a:chExt cx="92400" cy="411825"/>
              </a:xfrm>
            </p:grpSpPr>
            <p:cxnSp>
              <p:nvCxnSpPr>
                <p:cNvPr id="10585" name="Google Shape;10585;p81"/>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586" name="Google Shape;10586;p81"/>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87" name="Google Shape;10587;p81"/>
            <p:cNvGrpSpPr/>
            <p:nvPr/>
          </p:nvGrpSpPr>
          <p:grpSpPr>
            <a:xfrm>
              <a:off x="106648" y="895722"/>
              <a:ext cx="1088401" cy="223591"/>
              <a:chOff x="881025" y="2800065"/>
              <a:chExt cx="2009975" cy="412910"/>
            </a:xfrm>
          </p:grpSpPr>
          <p:sp>
            <p:nvSpPr>
              <p:cNvPr id="10588" name="Google Shape;10588;p81"/>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9" name="Google Shape;10589;p81"/>
              <p:cNvGrpSpPr/>
              <p:nvPr/>
            </p:nvGrpSpPr>
            <p:grpSpPr>
              <a:xfrm>
                <a:off x="881025" y="2800065"/>
                <a:ext cx="92400" cy="411825"/>
                <a:chOff x="845575" y="2563700"/>
                <a:chExt cx="92400" cy="411825"/>
              </a:xfrm>
            </p:grpSpPr>
            <p:cxnSp>
              <p:nvCxnSpPr>
                <p:cNvPr id="10590" name="Google Shape;10590;p81"/>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591" name="Google Shape;10591;p81"/>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92" name="Google Shape;10592;p81"/>
            <p:cNvGrpSpPr/>
            <p:nvPr/>
          </p:nvGrpSpPr>
          <p:grpSpPr>
            <a:xfrm>
              <a:off x="1172346" y="1047018"/>
              <a:ext cx="1083151" cy="223003"/>
              <a:chOff x="2849073" y="3079467"/>
              <a:chExt cx="2000279" cy="411825"/>
            </a:xfrm>
          </p:grpSpPr>
          <p:sp>
            <p:nvSpPr>
              <p:cNvPr id="10593" name="Google Shape;10593;p81"/>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4" name="Google Shape;10594;p81"/>
              <p:cNvGrpSpPr/>
              <p:nvPr/>
            </p:nvGrpSpPr>
            <p:grpSpPr>
              <a:xfrm rot="10800000">
                <a:off x="2849073" y="3079467"/>
                <a:ext cx="92400" cy="411825"/>
                <a:chOff x="2070100" y="2563700"/>
                <a:chExt cx="92400" cy="411825"/>
              </a:xfrm>
            </p:grpSpPr>
            <p:cxnSp>
              <p:nvCxnSpPr>
                <p:cNvPr id="10595" name="Google Shape;10595;p81"/>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596" name="Google Shape;10596;p81"/>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97" name="Google Shape;10597;p81"/>
            <p:cNvGrpSpPr/>
            <p:nvPr/>
          </p:nvGrpSpPr>
          <p:grpSpPr>
            <a:xfrm>
              <a:off x="3290132" y="1047018"/>
              <a:ext cx="1297929" cy="223003"/>
              <a:chOff x="6760035" y="3079467"/>
              <a:chExt cx="2396914" cy="411825"/>
            </a:xfrm>
          </p:grpSpPr>
          <p:sp>
            <p:nvSpPr>
              <p:cNvPr id="10598" name="Google Shape;10598;p81"/>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9" name="Google Shape;10599;p81"/>
              <p:cNvGrpSpPr/>
              <p:nvPr/>
            </p:nvGrpSpPr>
            <p:grpSpPr>
              <a:xfrm rot="10800000">
                <a:off x="6760035" y="3079467"/>
                <a:ext cx="92400" cy="411825"/>
                <a:chOff x="2070100" y="2563700"/>
                <a:chExt cx="92400" cy="411825"/>
              </a:xfrm>
            </p:grpSpPr>
            <p:cxnSp>
              <p:nvCxnSpPr>
                <p:cNvPr id="10600" name="Google Shape;10600;p81"/>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601" name="Google Shape;10601;p81"/>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602" name="Google Shape;10602;p81"/>
          <p:cNvGrpSpPr/>
          <p:nvPr/>
        </p:nvGrpSpPr>
        <p:grpSpPr>
          <a:xfrm>
            <a:off x="2147036" y="3575105"/>
            <a:ext cx="1086701" cy="799429"/>
            <a:chOff x="2183288" y="3555572"/>
            <a:chExt cx="1136241" cy="835873"/>
          </a:xfrm>
        </p:grpSpPr>
        <p:sp>
          <p:nvSpPr>
            <p:cNvPr id="10603" name="Google Shape;10603;p81"/>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4" name="Google Shape;10604;p81"/>
            <p:cNvGrpSpPr/>
            <p:nvPr/>
          </p:nvGrpSpPr>
          <p:grpSpPr>
            <a:xfrm>
              <a:off x="2205895" y="3637269"/>
              <a:ext cx="1089848" cy="724993"/>
              <a:chOff x="2205895" y="3637269"/>
              <a:chExt cx="1089848" cy="724993"/>
            </a:xfrm>
          </p:grpSpPr>
          <p:sp>
            <p:nvSpPr>
              <p:cNvPr id="10605" name="Google Shape;10605;p81"/>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1"/>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1"/>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1"/>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1"/>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1"/>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11" name="Google Shape;10611;p81"/>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12" name="Google Shape;10612;p81"/>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0613" name="Google Shape;10613;p81"/>
            <p:cNvGrpSpPr/>
            <p:nvPr/>
          </p:nvGrpSpPr>
          <p:grpSpPr>
            <a:xfrm>
              <a:off x="3173850" y="3779426"/>
              <a:ext cx="145679" cy="70048"/>
              <a:chOff x="3173850" y="3779426"/>
              <a:chExt cx="145679" cy="70048"/>
            </a:xfrm>
          </p:grpSpPr>
          <p:cxnSp>
            <p:nvCxnSpPr>
              <p:cNvPr id="10614" name="Google Shape;10614;p81"/>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10615" name="Google Shape;10615;p81"/>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6" name="Google Shape;10616;p81"/>
            <p:cNvGrpSpPr/>
            <p:nvPr/>
          </p:nvGrpSpPr>
          <p:grpSpPr>
            <a:xfrm>
              <a:off x="2183288" y="4139483"/>
              <a:ext cx="145133" cy="70048"/>
              <a:chOff x="2183288" y="4139483"/>
              <a:chExt cx="145133" cy="70048"/>
            </a:xfrm>
          </p:grpSpPr>
          <p:cxnSp>
            <p:nvCxnSpPr>
              <p:cNvPr id="10617" name="Google Shape;10617;p81"/>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10618" name="Google Shape;10618;p81"/>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19" name="Google Shape;10619;p81"/>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20" name="Google Shape;10620;p81"/>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0621" name="Google Shape;10621;p81"/>
            <p:cNvGrpSpPr/>
            <p:nvPr/>
          </p:nvGrpSpPr>
          <p:grpSpPr>
            <a:xfrm>
              <a:off x="2943836" y="4268886"/>
              <a:ext cx="60717" cy="122559"/>
              <a:chOff x="2943836" y="4268886"/>
              <a:chExt cx="60717" cy="122559"/>
            </a:xfrm>
          </p:grpSpPr>
          <p:sp>
            <p:nvSpPr>
              <p:cNvPr id="10622" name="Google Shape;10622;p81"/>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23" name="Google Shape;10623;p81"/>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10624" name="Google Shape;10624;p81"/>
          <p:cNvGrpSpPr/>
          <p:nvPr/>
        </p:nvGrpSpPr>
        <p:grpSpPr>
          <a:xfrm>
            <a:off x="3409981" y="1496104"/>
            <a:ext cx="1675870" cy="758251"/>
            <a:chOff x="3530532" y="1496185"/>
            <a:chExt cx="1562000" cy="706730"/>
          </a:xfrm>
        </p:grpSpPr>
        <p:cxnSp>
          <p:nvCxnSpPr>
            <p:cNvPr id="10625" name="Google Shape;10625;p81"/>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10626" name="Google Shape;10626;p81"/>
            <p:cNvGrpSpPr/>
            <p:nvPr/>
          </p:nvGrpSpPr>
          <p:grpSpPr>
            <a:xfrm>
              <a:off x="3530532" y="1496185"/>
              <a:ext cx="323430" cy="463587"/>
              <a:chOff x="3530532" y="1496185"/>
              <a:chExt cx="323430" cy="463587"/>
            </a:xfrm>
          </p:grpSpPr>
          <p:grpSp>
            <p:nvGrpSpPr>
              <p:cNvPr id="10627" name="Google Shape;10627;p81"/>
              <p:cNvGrpSpPr/>
              <p:nvPr/>
            </p:nvGrpSpPr>
            <p:grpSpPr>
              <a:xfrm>
                <a:off x="3567462" y="1496185"/>
                <a:ext cx="286500" cy="361376"/>
                <a:chOff x="3567462" y="1496185"/>
                <a:chExt cx="286500" cy="361376"/>
              </a:xfrm>
            </p:grpSpPr>
            <p:cxnSp>
              <p:nvCxnSpPr>
                <p:cNvPr id="10628" name="Google Shape;10628;p81"/>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0629" name="Google Shape;10629;p81"/>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0" name="Google Shape;10630;p81"/>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1" name="Google Shape;10631;p81"/>
            <p:cNvGrpSpPr/>
            <p:nvPr/>
          </p:nvGrpSpPr>
          <p:grpSpPr>
            <a:xfrm>
              <a:off x="3891569" y="1779209"/>
              <a:ext cx="323945" cy="423706"/>
              <a:chOff x="3891569" y="1779209"/>
              <a:chExt cx="323945" cy="423706"/>
            </a:xfrm>
          </p:grpSpPr>
          <p:grpSp>
            <p:nvGrpSpPr>
              <p:cNvPr id="10632" name="Google Shape;10632;p81"/>
              <p:cNvGrpSpPr/>
              <p:nvPr/>
            </p:nvGrpSpPr>
            <p:grpSpPr>
              <a:xfrm>
                <a:off x="3929014" y="1881638"/>
                <a:ext cx="286500" cy="321278"/>
                <a:chOff x="3929014" y="1881638"/>
                <a:chExt cx="286500" cy="321278"/>
              </a:xfrm>
            </p:grpSpPr>
            <p:cxnSp>
              <p:nvCxnSpPr>
                <p:cNvPr id="10633" name="Google Shape;10633;p81"/>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10634" name="Google Shape;10634;p81"/>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5" name="Google Shape;10635;p81"/>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6" name="Google Shape;10636;p81"/>
            <p:cNvGrpSpPr/>
            <p:nvPr/>
          </p:nvGrpSpPr>
          <p:grpSpPr>
            <a:xfrm>
              <a:off x="4252606" y="1496185"/>
              <a:ext cx="324721" cy="463587"/>
              <a:chOff x="4252606" y="1496185"/>
              <a:chExt cx="324721" cy="463587"/>
            </a:xfrm>
          </p:grpSpPr>
          <p:grpSp>
            <p:nvGrpSpPr>
              <p:cNvPr id="10637" name="Google Shape;10637;p81"/>
              <p:cNvGrpSpPr/>
              <p:nvPr/>
            </p:nvGrpSpPr>
            <p:grpSpPr>
              <a:xfrm>
                <a:off x="4290828" y="1496185"/>
                <a:ext cx="286500" cy="361376"/>
                <a:chOff x="4290828" y="1496185"/>
                <a:chExt cx="286500" cy="361376"/>
              </a:xfrm>
            </p:grpSpPr>
            <p:cxnSp>
              <p:nvCxnSpPr>
                <p:cNvPr id="10638" name="Google Shape;10638;p81"/>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0639" name="Google Shape;10639;p81"/>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40" name="Google Shape;10640;p81"/>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1" name="Google Shape;10641;p81"/>
            <p:cNvGrpSpPr/>
            <p:nvPr/>
          </p:nvGrpSpPr>
          <p:grpSpPr>
            <a:xfrm>
              <a:off x="4613643" y="1763716"/>
              <a:ext cx="325308" cy="439200"/>
              <a:chOff x="4613643" y="1763716"/>
              <a:chExt cx="325308" cy="439200"/>
            </a:xfrm>
          </p:grpSpPr>
          <p:grpSp>
            <p:nvGrpSpPr>
              <p:cNvPr id="10642" name="Google Shape;10642;p81"/>
              <p:cNvGrpSpPr/>
              <p:nvPr/>
            </p:nvGrpSpPr>
            <p:grpSpPr>
              <a:xfrm>
                <a:off x="4652451" y="1879538"/>
                <a:ext cx="286500" cy="323378"/>
                <a:chOff x="4652451" y="1879538"/>
                <a:chExt cx="286500" cy="323378"/>
              </a:xfrm>
            </p:grpSpPr>
            <p:cxnSp>
              <p:nvCxnSpPr>
                <p:cNvPr id="10643" name="Google Shape;10643;p81"/>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10644" name="Google Shape;10644;p81"/>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45" name="Google Shape;10645;p81"/>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46" name="Google Shape;10646;p81"/>
          <p:cNvGrpSpPr/>
          <p:nvPr/>
        </p:nvGrpSpPr>
        <p:grpSpPr>
          <a:xfrm>
            <a:off x="3421841" y="2349730"/>
            <a:ext cx="1652173" cy="391517"/>
            <a:chOff x="3512551" y="2358270"/>
            <a:chExt cx="1597383" cy="378533"/>
          </a:xfrm>
        </p:grpSpPr>
        <p:cxnSp>
          <p:nvCxnSpPr>
            <p:cNvPr id="10647" name="Google Shape;10647;p81"/>
            <p:cNvCxnSpPr>
              <a:stCxn id="10648" idx="6"/>
              <a:endCxn id="10649"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10650" name="Google Shape;10650;p81"/>
            <p:cNvGrpSpPr/>
            <p:nvPr/>
          </p:nvGrpSpPr>
          <p:grpSpPr>
            <a:xfrm>
              <a:off x="3512551" y="2358270"/>
              <a:ext cx="225647" cy="307714"/>
              <a:chOff x="2182679" y="2004714"/>
              <a:chExt cx="792300" cy="1080458"/>
            </a:xfrm>
          </p:grpSpPr>
          <p:cxnSp>
            <p:nvCxnSpPr>
              <p:cNvPr id="10651" name="Google Shape;10651;p81"/>
              <p:cNvCxnSpPr>
                <a:stCxn id="10652"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0648" name="Google Shape;10648;p81"/>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1"/>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3" name="Google Shape;10653;p81"/>
            <p:cNvGrpSpPr/>
            <p:nvPr/>
          </p:nvGrpSpPr>
          <p:grpSpPr>
            <a:xfrm>
              <a:off x="3969644" y="2440153"/>
              <a:ext cx="225853" cy="296651"/>
              <a:chOff x="3775710" y="1729289"/>
              <a:chExt cx="136500" cy="179289"/>
            </a:xfrm>
          </p:grpSpPr>
          <p:cxnSp>
            <p:nvCxnSpPr>
              <p:cNvPr id="10654" name="Google Shape;10654;p81"/>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10655" name="Google Shape;10655;p81"/>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1"/>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7" name="Google Shape;10657;p81"/>
            <p:cNvGrpSpPr/>
            <p:nvPr/>
          </p:nvGrpSpPr>
          <p:grpSpPr>
            <a:xfrm>
              <a:off x="4427051" y="2358270"/>
              <a:ext cx="225647" cy="307714"/>
              <a:chOff x="5393704" y="2004714"/>
              <a:chExt cx="792300" cy="1080458"/>
            </a:xfrm>
          </p:grpSpPr>
          <p:cxnSp>
            <p:nvCxnSpPr>
              <p:cNvPr id="10658" name="Google Shape;10658;p81"/>
              <p:cNvCxnSpPr>
                <a:stCxn id="10659"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0660" name="Google Shape;10660;p81"/>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1"/>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1" name="Google Shape;10661;p81"/>
            <p:cNvGrpSpPr/>
            <p:nvPr/>
          </p:nvGrpSpPr>
          <p:grpSpPr>
            <a:xfrm>
              <a:off x="4884287" y="2440252"/>
              <a:ext cx="225647" cy="296532"/>
              <a:chOff x="6999166" y="2292572"/>
              <a:chExt cx="792300" cy="1041192"/>
            </a:xfrm>
          </p:grpSpPr>
          <p:cxnSp>
            <p:nvCxnSpPr>
              <p:cNvPr id="10662" name="Google Shape;10662;p81"/>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10649" name="Google Shape;10649;p81"/>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1"/>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64" name="Google Shape;10664;p81"/>
          <p:cNvGrpSpPr/>
          <p:nvPr/>
        </p:nvGrpSpPr>
        <p:grpSpPr>
          <a:xfrm>
            <a:off x="6842649" y="1185930"/>
            <a:ext cx="1581844" cy="732818"/>
            <a:chOff x="634175" y="2986275"/>
            <a:chExt cx="3147949" cy="1458344"/>
          </a:xfrm>
        </p:grpSpPr>
        <p:cxnSp>
          <p:nvCxnSpPr>
            <p:cNvPr id="10665" name="Google Shape;10665;p81"/>
            <p:cNvCxnSpPr>
              <a:stCxn id="10666" idx="4"/>
              <a:endCxn id="10667"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10668" name="Google Shape;10668;p81"/>
            <p:cNvCxnSpPr>
              <a:stCxn id="10667" idx="0"/>
              <a:endCxn id="10669"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0670" name="Google Shape;10670;p81"/>
            <p:cNvCxnSpPr>
              <a:stCxn id="10669" idx="4"/>
              <a:endCxn id="10671"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0672" name="Google Shape;10672;p81"/>
            <p:cNvCxnSpPr>
              <a:stCxn id="10671" idx="0"/>
              <a:endCxn id="10673"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10673" name="Google Shape;10673;p81"/>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669" name="Google Shape;10669;p81"/>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666" name="Google Shape;10666;p81"/>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671" name="Google Shape;10671;p81"/>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667" name="Google Shape;10667;p81"/>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0674" name="Google Shape;10674;p81"/>
          <p:cNvGrpSpPr/>
          <p:nvPr/>
        </p:nvGrpSpPr>
        <p:grpSpPr>
          <a:xfrm>
            <a:off x="3410364" y="2880240"/>
            <a:ext cx="1675128" cy="313674"/>
            <a:chOff x="998425" y="1182125"/>
            <a:chExt cx="1065400" cy="199500"/>
          </a:xfrm>
        </p:grpSpPr>
        <p:sp>
          <p:nvSpPr>
            <p:cNvPr id="10675" name="Google Shape;10675;p81"/>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1"/>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1"/>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1"/>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1"/>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0" name="Google Shape;10680;p81"/>
          <p:cNvGrpSpPr/>
          <p:nvPr/>
        </p:nvGrpSpPr>
        <p:grpSpPr>
          <a:xfrm>
            <a:off x="3410363" y="3836206"/>
            <a:ext cx="1675129" cy="525345"/>
            <a:chOff x="5194708" y="3484366"/>
            <a:chExt cx="3148148" cy="987304"/>
          </a:xfrm>
        </p:grpSpPr>
        <p:grpSp>
          <p:nvGrpSpPr>
            <p:cNvPr id="10681" name="Google Shape;10681;p81"/>
            <p:cNvGrpSpPr/>
            <p:nvPr/>
          </p:nvGrpSpPr>
          <p:grpSpPr>
            <a:xfrm>
              <a:off x="7531521" y="3484366"/>
              <a:ext cx="811335" cy="987304"/>
              <a:chOff x="3379425" y="1617275"/>
              <a:chExt cx="1090650" cy="1327200"/>
            </a:xfrm>
          </p:grpSpPr>
          <p:sp>
            <p:nvSpPr>
              <p:cNvPr id="10682" name="Google Shape;10682;p81"/>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1"/>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81"/>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5" name="Google Shape;10685;p81"/>
            <p:cNvGrpSpPr/>
            <p:nvPr/>
          </p:nvGrpSpPr>
          <p:grpSpPr>
            <a:xfrm>
              <a:off x="6752546" y="3484366"/>
              <a:ext cx="811428" cy="987304"/>
              <a:chOff x="2332275" y="1617275"/>
              <a:chExt cx="1090775" cy="1327200"/>
            </a:xfrm>
          </p:grpSpPr>
          <p:sp>
            <p:nvSpPr>
              <p:cNvPr id="10686" name="Google Shape;10686;p81"/>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1"/>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1"/>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9" name="Google Shape;10689;p81"/>
            <p:cNvGrpSpPr/>
            <p:nvPr/>
          </p:nvGrpSpPr>
          <p:grpSpPr>
            <a:xfrm>
              <a:off x="5973664" y="3484366"/>
              <a:ext cx="811335" cy="987304"/>
              <a:chOff x="1285250" y="1617275"/>
              <a:chExt cx="1090650" cy="1327200"/>
            </a:xfrm>
          </p:grpSpPr>
          <p:sp>
            <p:nvSpPr>
              <p:cNvPr id="10690" name="Google Shape;10690;p81"/>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1"/>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1"/>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3" name="Google Shape;10693;p81"/>
            <p:cNvGrpSpPr/>
            <p:nvPr/>
          </p:nvGrpSpPr>
          <p:grpSpPr>
            <a:xfrm>
              <a:off x="5194708" y="3484366"/>
              <a:ext cx="811409" cy="987304"/>
              <a:chOff x="238125" y="1617275"/>
              <a:chExt cx="1090750" cy="1327200"/>
            </a:xfrm>
          </p:grpSpPr>
          <p:sp>
            <p:nvSpPr>
              <p:cNvPr id="10694" name="Google Shape;10694;p81"/>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1"/>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1"/>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97" name="Google Shape;10697;p81"/>
          <p:cNvGrpSpPr/>
          <p:nvPr/>
        </p:nvGrpSpPr>
        <p:grpSpPr>
          <a:xfrm>
            <a:off x="6844048" y="2482095"/>
            <a:ext cx="1579046" cy="522230"/>
            <a:chOff x="6853641" y="2534077"/>
            <a:chExt cx="1515545" cy="501229"/>
          </a:xfrm>
        </p:grpSpPr>
        <p:grpSp>
          <p:nvGrpSpPr>
            <p:cNvPr id="10698" name="Google Shape;10698;p81"/>
            <p:cNvGrpSpPr/>
            <p:nvPr/>
          </p:nvGrpSpPr>
          <p:grpSpPr>
            <a:xfrm>
              <a:off x="6853641" y="2618923"/>
              <a:ext cx="1515545" cy="324556"/>
              <a:chOff x="6853641" y="2618923"/>
              <a:chExt cx="1515545" cy="324556"/>
            </a:xfrm>
          </p:grpSpPr>
          <p:sp>
            <p:nvSpPr>
              <p:cNvPr id="10699" name="Google Shape;10699;p81"/>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81"/>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81"/>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1"/>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1"/>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4" name="Google Shape;10704;p81"/>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1"/>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81"/>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1"/>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1"/>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9" name="Google Shape;10709;p81"/>
          <p:cNvGrpSpPr/>
          <p:nvPr/>
        </p:nvGrpSpPr>
        <p:grpSpPr>
          <a:xfrm>
            <a:off x="3438940" y="3357136"/>
            <a:ext cx="1617976" cy="346616"/>
            <a:chOff x="1808063" y="4294338"/>
            <a:chExt cx="3370782" cy="721817"/>
          </a:xfrm>
        </p:grpSpPr>
        <p:sp>
          <p:nvSpPr>
            <p:cNvPr id="10710" name="Google Shape;10710;p81"/>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1"/>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1"/>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1"/>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1"/>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1"/>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81"/>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1"/>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1"/>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1"/>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0" name="Google Shape;10720;p81"/>
          <p:cNvGrpSpPr/>
          <p:nvPr/>
        </p:nvGrpSpPr>
        <p:grpSpPr>
          <a:xfrm>
            <a:off x="5264936" y="4023886"/>
            <a:ext cx="1417067" cy="350605"/>
            <a:chOff x="4234950" y="2101012"/>
            <a:chExt cx="4219974" cy="1044090"/>
          </a:xfrm>
        </p:grpSpPr>
        <p:sp>
          <p:nvSpPr>
            <p:cNvPr id="10721" name="Google Shape;10721;p81"/>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1"/>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1"/>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1"/>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1"/>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81"/>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81"/>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1"/>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1"/>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1"/>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1"/>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81"/>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81"/>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1"/>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1"/>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1"/>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7" name="Google Shape;10737;p81"/>
          <p:cNvGrpSpPr/>
          <p:nvPr/>
        </p:nvGrpSpPr>
        <p:grpSpPr>
          <a:xfrm>
            <a:off x="6840408" y="2014643"/>
            <a:ext cx="1586327" cy="371557"/>
            <a:chOff x="1247650" y="2075423"/>
            <a:chExt cx="6648477" cy="1557238"/>
          </a:xfrm>
        </p:grpSpPr>
        <p:sp>
          <p:nvSpPr>
            <p:cNvPr id="10738" name="Google Shape;10738;p81"/>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1"/>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1"/>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1"/>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1"/>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1"/>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4" name="Google Shape;10744;p81"/>
          <p:cNvGrpSpPr/>
          <p:nvPr/>
        </p:nvGrpSpPr>
        <p:grpSpPr>
          <a:xfrm>
            <a:off x="5271678" y="1167833"/>
            <a:ext cx="1415601" cy="1648533"/>
            <a:chOff x="1839112" y="2209163"/>
            <a:chExt cx="1918159" cy="2233784"/>
          </a:xfrm>
        </p:grpSpPr>
        <p:sp>
          <p:nvSpPr>
            <p:cNvPr id="10745" name="Google Shape;10745;p81"/>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1"/>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1"/>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48" name="Google Shape;10748;p81"/>
            <p:cNvCxnSpPr>
              <a:stCxn id="10745" idx="6"/>
              <a:endCxn id="10746"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0749" name="Google Shape;10749;p81"/>
            <p:cNvCxnSpPr>
              <a:stCxn id="10746" idx="4"/>
              <a:endCxn id="10750"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10751" name="Google Shape;10751;p81"/>
            <p:cNvCxnSpPr>
              <a:stCxn id="10750" idx="6"/>
              <a:endCxn id="10747"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0752" name="Google Shape;10752;p81"/>
            <p:cNvCxnSpPr>
              <a:stCxn id="10747" idx="4"/>
              <a:endCxn id="10753"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10750" name="Google Shape;10750;p81"/>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1"/>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1"/>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55" name="Google Shape;10755;p81"/>
            <p:cNvCxnSpPr>
              <a:endCxn id="10754"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10756" name="Google Shape;10756;p81"/>
          <p:cNvGrpSpPr/>
          <p:nvPr/>
        </p:nvGrpSpPr>
        <p:grpSpPr>
          <a:xfrm>
            <a:off x="3428944" y="1185917"/>
            <a:ext cx="1637968" cy="154942"/>
            <a:chOff x="238125" y="2506075"/>
            <a:chExt cx="7115411" cy="673075"/>
          </a:xfrm>
        </p:grpSpPr>
        <p:sp>
          <p:nvSpPr>
            <p:cNvPr id="10757" name="Google Shape;10757;p81"/>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1"/>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1"/>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1"/>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1"/>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2" name="Google Shape;10762;p81"/>
          <p:cNvGrpSpPr/>
          <p:nvPr/>
        </p:nvGrpSpPr>
        <p:grpSpPr>
          <a:xfrm>
            <a:off x="1969680" y="1500635"/>
            <a:ext cx="1262932" cy="785408"/>
            <a:chOff x="548861" y="389676"/>
            <a:chExt cx="3843371" cy="2390163"/>
          </a:xfrm>
        </p:grpSpPr>
        <p:cxnSp>
          <p:nvCxnSpPr>
            <p:cNvPr id="10763" name="Google Shape;10763;p81"/>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0764" name="Google Shape;10764;p81"/>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0765" name="Google Shape;10765;p81"/>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0766" name="Google Shape;10766;p81"/>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10767" name="Google Shape;10767;p81"/>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0768" name="Google Shape;10768;p81"/>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69" name="Google Shape;10769;p81"/>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770" name="Google Shape;10770;p81"/>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1"/>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1"/>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81"/>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1"/>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1"/>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6" name="Google Shape;10776;p81"/>
          <p:cNvGrpSpPr/>
          <p:nvPr/>
        </p:nvGrpSpPr>
        <p:grpSpPr>
          <a:xfrm>
            <a:off x="757812" y="2607512"/>
            <a:ext cx="1412054" cy="633562"/>
            <a:chOff x="1187400" y="2529299"/>
            <a:chExt cx="6769193" cy="2241903"/>
          </a:xfrm>
        </p:grpSpPr>
        <p:sp>
          <p:nvSpPr>
            <p:cNvPr id="10777" name="Google Shape;10777;p81"/>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0778" name="Google Shape;10778;p81"/>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779" name="Google Shape;10779;p81"/>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780" name="Google Shape;10780;p81"/>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781" name="Google Shape;10781;p81"/>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782" name="Google Shape;10782;p81"/>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783" name="Google Shape;10783;p81"/>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0784" name="Google Shape;10784;p81"/>
            <p:cNvCxnSpPr>
              <a:stCxn id="10777" idx="2"/>
              <a:endCxn id="10778"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0785" name="Google Shape;10785;p81"/>
            <p:cNvCxnSpPr>
              <a:stCxn id="10779" idx="0"/>
              <a:endCxn id="10777"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0786" name="Google Shape;10786;p81"/>
            <p:cNvCxnSpPr>
              <a:stCxn id="10779" idx="2"/>
              <a:endCxn id="10781"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0787" name="Google Shape;10787;p81"/>
            <p:cNvCxnSpPr>
              <a:stCxn id="10780" idx="0"/>
              <a:endCxn id="10779"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0788" name="Google Shape;10788;p81"/>
            <p:cNvCxnSpPr>
              <a:stCxn id="10778" idx="2"/>
              <a:endCxn id="10783"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0789" name="Google Shape;10789;p81"/>
            <p:cNvCxnSpPr>
              <a:stCxn id="10782" idx="0"/>
              <a:endCxn id="10778"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10790" name="Google Shape;10790;p81"/>
          <p:cNvGrpSpPr/>
          <p:nvPr/>
        </p:nvGrpSpPr>
        <p:grpSpPr>
          <a:xfrm>
            <a:off x="6844058" y="3100221"/>
            <a:ext cx="1579035" cy="540873"/>
            <a:chOff x="6895650" y="3126697"/>
            <a:chExt cx="1436662" cy="492105"/>
          </a:xfrm>
        </p:grpSpPr>
        <p:sp>
          <p:nvSpPr>
            <p:cNvPr id="10791" name="Google Shape;10791;p81"/>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81"/>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81"/>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1"/>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1"/>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96" name="Google Shape;10796;p81"/>
            <p:cNvGrpSpPr/>
            <p:nvPr/>
          </p:nvGrpSpPr>
          <p:grpSpPr>
            <a:xfrm>
              <a:off x="6995957" y="3335810"/>
              <a:ext cx="1230393" cy="71754"/>
              <a:chOff x="6995957" y="3287964"/>
              <a:chExt cx="1230393" cy="71754"/>
            </a:xfrm>
          </p:grpSpPr>
          <p:sp>
            <p:nvSpPr>
              <p:cNvPr id="10797" name="Google Shape;10797;p81"/>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1"/>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1"/>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1"/>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1"/>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02" name="Google Shape;10802;p81"/>
          <p:cNvGrpSpPr/>
          <p:nvPr/>
        </p:nvGrpSpPr>
        <p:grpSpPr>
          <a:xfrm>
            <a:off x="6842640" y="3736984"/>
            <a:ext cx="1581862" cy="650625"/>
            <a:chOff x="6777990" y="3710194"/>
            <a:chExt cx="1646915" cy="677382"/>
          </a:xfrm>
        </p:grpSpPr>
        <p:grpSp>
          <p:nvGrpSpPr>
            <p:cNvPr id="10803" name="Google Shape;10803;p81"/>
            <p:cNvGrpSpPr/>
            <p:nvPr/>
          </p:nvGrpSpPr>
          <p:grpSpPr>
            <a:xfrm>
              <a:off x="6777990" y="3874492"/>
              <a:ext cx="411129" cy="513083"/>
              <a:chOff x="6777990" y="3874492"/>
              <a:chExt cx="411129" cy="513083"/>
            </a:xfrm>
          </p:grpSpPr>
          <p:cxnSp>
            <p:nvCxnSpPr>
              <p:cNvPr id="10804" name="Google Shape;10804;p81"/>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0805" name="Google Shape;10805;p81"/>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6" name="Google Shape;10806;p81"/>
            <p:cNvGrpSpPr/>
            <p:nvPr/>
          </p:nvGrpSpPr>
          <p:grpSpPr>
            <a:xfrm>
              <a:off x="7188425" y="3710194"/>
              <a:ext cx="411123" cy="520535"/>
              <a:chOff x="7188425" y="3710194"/>
              <a:chExt cx="411123" cy="520535"/>
            </a:xfrm>
          </p:grpSpPr>
          <p:cxnSp>
            <p:nvCxnSpPr>
              <p:cNvPr id="10807" name="Google Shape;10807;p81"/>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10808" name="Google Shape;10808;p81"/>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9" name="Google Shape;10809;p81"/>
            <p:cNvGrpSpPr/>
            <p:nvPr/>
          </p:nvGrpSpPr>
          <p:grpSpPr>
            <a:xfrm>
              <a:off x="7603341" y="3874492"/>
              <a:ext cx="411474" cy="513083"/>
              <a:chOff x="7603341" y="3874492"/>
              <a:chExt cx="411474" cy="513083"/>
            </a:xfrm>
          </p:grpSpPr>
          <p:cxnSp>
            <p:nvCxnSpPr>
              <p:cNvPr id="10810" name="Google Shape;10810;p81"/>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0811" name="Google Shape;10811;p81"/>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2" name="Google Shape;10812;p81"/>
            <p:cNvGrpSpPr/>
            <p:nvPr/>
          </p:nvGrpSpPr>
          <p:grpSpPr>
            <a:xfrm>
              <a:off x="8013776" y="3722847"/>
              <a:ext cx="411129" cy="507881"/>
              <a:chOff x="8013776" y="3722847"/>
              <a:chExt cx="411129" cy="507881"/>
            </a:xfrm>
          </p:grpSpPr>
          <p:cxnSp>
            <p:nvCxnSpPr>
              <p:cNvPr id="10813" name="Google Shape;10813;p81"/>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10814" name="Google Shape;10814;p81"/>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15" name="Google Shape;10815;p81"/>
          <p:cNvGrpSpPr/>
          <p:nvPr/>
        </p:nvGrpSpPr>
        <p:grpSpPr>
          <a:xfrm>
            <a:off x="5262155" y="2909824"/>
            <a:ext cx="1421889" cy="1020603"/>
            <a:chOff x="5190863" y="2824811"/>
            <a:chExt cx="1544860" cy="1108869"/>
          </a:xfrm>
        </p:grpSpPr>
        <p:grpSp>
          <p:nvGrpSpPr>
            <p:cNvPr id="10816" name="Google Shape;10816;p81"/>
            <p:cNvGrpSpPr/>
            <p:nvPr/>
          </p:nvGrpSpPr>
          <p:grpSpPr>
            <a:xfrm>
              <a:off x="5938695" y="3176919"/>
              <a:ext cx="685761" cy="404739"/>
              <a:chOff x="5938695" y="3176919"/>
              <a:chExt cx="685761" cy="404739"/>
            </a:xfrm>
          </p:grpSpPr>
          <p:grpSp>
            <p:nvGrpSpPr>
              <p:cNvPr id="10817" name="Google Shape;10817;p81"/>
              <p:cNvGrpSpPr/>
              <p:nvPr/>
            </p:nvGrpSpPr>
            <p:grpSpPr>
              <a:xfrm>
                <a:off x="5938695" y="3176919"/>
                <a:ext cx="685761" cy="404739"/>
                <a:chOff x="5938695" y="3176919"/>
                <a:chExt cx="685761" cy="404739"/>
              </a:xfrm>
            </p:grpSpPr>
            <p:sp>
              <p:nvSpPr>
                <p:cNvPr id="10818" name="Google Shape;10818;p81"/>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1"/>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20" name="Google Shape;10820;p81"/>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1" name="Google Shape;10821;p81"/>
            <p:cNvGrpSpPr/>
            <p:nvPr/>
          </p:nvGrpSpPr>
          <p:grpSpPr>
            <a:xfrm>
              <a:off x="5305233" y="3176835"/>
              <a:ext cx="685971" cy="404655"/>
              <a:chOff x="5305233" y="3176835"/>
              <a:chExt cx="685971" cy="404655"/>
            </a:xfrm>
          </p:grpSpPr>
          <p:grpSp>
            <p:nvGrpSpPr>
              <p:cNvPr id="10822" name="Google Shape;10822;p81"/>
              <p:cNvGrpSpPr/>
              <p:nvPr/>
            </p:nvGrpSpPr>
            <p:grpSpPr>
              <a:xfrm>
                <a:off x="5305233" y="3176835"/>
                <a:ext cx="685971" cy="404655"/>
                <a:chOff x="5305233" y="3176835"/>
                <a:chExt cx="685971" cy="404655"/>
              </a:xfrm>
            </p:grpSpPr>
            <p:sp>
              <p:nvSpPr>
                <p:cNvPr id="10823" name="Google Shape;10823;p81"/>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1"/>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25" name="Google Shape;10825;p81"/>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26" name="Google Shape;10826;p81"/>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7" name="Google Shape;10827;p81"/>
            <p:cNvGrpSpPr/>
            <p:nvPr/>
          </p:nvGrpSpPr>
          <p:grpSpPr>
            <a:xfrm>
              <a:off x="5657361" y="2824811"/>
              <a:ext cx="1078361" cy="404655"/>
              <a:chOff x="5657361" y="2824811"/>
              <a:chExt cx="1078361" cy="404655"/>
            </a:xfrm>
          </p:grpSpPr>
          <p:grpSp>
            <p:nvGrpSpPr>
              <p:cNvPr id="10828" name="Google Shape;10828;p81"/>
              <p:cNvGrpSpPr/>
              <p:nvPr/>
            </p:nvGrpSpPr>
            <p:grpSpPr>
              <a:xfrm>
                <a:off x="5657361" y="2824811"/>
                <a:ext cx="1078361" cy="404655"/>
                <a:chOff x="5657361" y="2824811"/>
                <a:chExt cx="1078361" cy="404655"/>
              </a:xfrm>
            </p:grpSpPr>
            <p:grpSp>
              <p:nvGrpSpPr>
                <p:cNvPr id="10829" name="Google Shape;10829;p81"/>
                <p:cNvGrpSpPr/>
                <p:nvPr/>
              </p:nvGrpSpPr>
              <p:grpSpPr>
                <a:xfrm>
                  <a:off x="5938485" y="2824811"/>
                  <a:ext cx="797237" cy="404655"/>
                  <a:chOff x="5938485" y="2824811"/>
                  <a:chExt cx="797237" cy="404655"/>
                </a:xfrm>
              </p:grpSpPr>
              <p:sp>
                <p:nvSpPr>
                  <p:cNvPr id="10830" name="Google Shape;10830;p81"/>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1"/>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2" name="Google Shape;10832;p81"/>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3" name="Google Shape;10833;p81"/>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4" name="Google Shape;10834;p81"/>
            <p:cNvGrpSpPr/>
            <p:nvPr/>
          </p:nvGrpSpPr>
          <p:grpSpPr>
            <a:xfrm>
              <a:off x="5190863" y="3528942"/>
              <a:ext cx="1078026" cy="404739"/>
              <a:chOff x="5190863" y="3528942"/>
              <a:chExt cx="1078026" cy="404739"/>
            </a:xfrm>
          </p:grpSpPr>
          <p:sp>
            <p:nvSpPr>
              <p:cNvPr id="10835" name="Google Shape;10835;p81"/>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6" name="Google Shape;10836;p81"/>
              <p:cNvGrpSpPr/>
              <p:nvPr/>
            </p:nvGrpSpPr>
            <p:grpSpPr>
              <a:xfrm>
                <a:off x="5190863" y="3528942"/>
                <a:ext cx="1078026" cy="404739"/>
                <a:chOff x="5190863" y="3528942"/>
                <a:chExt cx="1078026" cy="404739"/>
              </a:xfrm>
            </p:grpSpPr>
            <p:sp>
              <p:nvSpPr>
                <p:cNvPr id="10837" name="Google Shape;10837;p81"/>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1"/>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839" name="Google Shape;10839;p81"/>
          <p:cNvGrpSpPr/>
          <p:nvPr/>
        </p:nvGrpSpPr>
        <p:grpSpPr>
          <a:xfrm>
            <a:off x="728162" y="1474292"/>
            <a:ext cx="1086719" cy="879487"/>
            <a:chOff x="803162" y="1474292"/>
            <a:chExt cx="1086719" cy="879487"/>
          </a:xfrm>
        </p:grpSpPr>
        <p:grpSp>
          <p:nvGrpSpPr>
            <p:cNvPr id="10840" name="Google Shape;10840;p81"/>
            <p:cNvGrpSpPr/>
            <p:nvPr/>
          </p:nvGrpSpPr>
          <p:grpSpPr>
            <a:xfrm>
              <a:off x="803162" y="1625948"/>
              <a:ext cx="445856" cy="576579"/>
              <a:chOff x="803162" y="1625948"/>
              <a:chExt cx="445856" cy="576579"/>
            </a:xfrm>
          </p:grpSpPr>
          <p:sp>
            <p:nvSpPr>
              <p:cNvPr id="10841" name="Google Shape;10841;p81"/>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2" name="Google Shape;10842;p81"/>
              <p:cNvGrpSpPr/>
              <p:nvPr/>
            </p:nvGrpSpPr>
            <p:grpSpPr>
              <a:xfrm>
                <a:off x="1056023" y="1625948"/>
                <a:ext cx="192995" cy="576579"/>
                <a:chOff x="1056023" y="1625948"/>
                <a:chExt cx="192995" cy="576579"/>
              </a:xfrm>
            </p:grpSpPr>
            <p:sp>
              <p:nvSpPr>
                <p:cNvPr id="10843" name="Google Shape;10843;p81"/>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1"/>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1"/>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1"/>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81"/>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48" name="Google Shape;10848;p81"/>
            <p:cNvGrpSpPr/>
            <p:nvPr/>
          </p:nvGrpSpPr>
          <p:grpSpPr>
            <a:xfrm>
              <a:off x="1371406" y="1474292"/>
              <a:ext cx="518475" cy="879487"/>
              <a:chOff x="1398231" y="1474292"/>
              <a:chExt cx="518475" cy="879487"/>
            </a:xfrm>
          </p:grpSpPr>
          <p:grpSp>
            <p:nvGrpSpPr>
              <p:cNvPr id="10849" name="Google Shape;10849;p81"/>
              <p:cNvGrpSpPr/>
              <p:nvPr/>
            </p:nvGrpSpPr>
            <p:grpSpPr>
              <a:xfrm>
                <a:off x="1398231" y="1474292"/>
                <a:ext cx="518475" cy="341643"/>
                <a:chOff x="1398231" y="1474292"/>
                <a:chExt cx="518475" cy="341643"/>
              </a:xfrm>
            </p:grpSpPr>
            <p:sp>
              <p:nvSpPr>
                <p:cNvPr id="10850" name="Google Shape;10850;p81"/>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1" name="Google Shape;10851;p81"/>
                <p:cNvGrpSpPr/>
                <p:nvPr/>
              </p:nvGrpSpPr>
              <p:grpSpPr>
                <a:xfrm>
                  <a:off x="1616453" y="1474292"/>
                  <a:ext cx="300253" cy="341643"/>
                  <a:chOff x="1616453" y="1475379"/>
                  <a:chExt cx="300253" cy="341643"/>
                </a:xfrm>
              </p:grpSpPr>
              <p:sp>
                <p:nvSpPr>
                  <p:cNvPr id="10852" name="Google Shape;10852;p81"/>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81"/>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1"/>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1"/>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1"/>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1"/>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81"/>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9" name="Google Shape;10859;p81"/>
                  <p:cNvGrpSpPr/>
                  <p:nvPr/>
                </p:nvGrpSpPr>
                <p:grpSpPr>
                  <a:xfrm>
                    <a:off x="1839639" y="1475379"/>
                    <a:ext cx="77067" cy="341643"/>
                    <a:chOff x="1839639" y="1475379"/>
                    <a:chExt cx="77067" cy="341643"/>
                  </a:xfrm>
                </p:grpSpPr>
                <p:sp>
                  <p:nvSpPr>
                    <p:cNvPr id="10860" name="Google Shape;10860;p81"/>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1"/>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862" name="Google Shape;10862;p81"/>
              <p:cNvGrpSpPr/>
              <p:nvPr/>
            </p:nvGrpSpPr>
            <p:grpSpPr>
              <a:xfrm>
                <a:off x="1398451" y="2012951"/>
                <a:ext cx="518255" cy="340828"/>
                <a:chOff x="1398451" y="2012951"/>
                <a:chExt cx="518255" cy="340828"/>
              </a:xfrm>
            </p:grpSpPr>
            <p:sp>
              <p:nvSpPr>
                <p:cNvPr id="10863" name="Google Shape;10863;p81"/>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64" name="Google Shape;10864;p81"/>
                <p:cNvGrpSpPr/>
                <p:nvPr/>
              </p:nvGrpSpPr>
              <p:grpSpPr>
                <a:xfrm>
                  <a:off x="1616453" y="2012951"/>
                  <a:ext cx="300253" cy="340828"/>
                  <a:chOff x="1616453" y="2013538"/>
                  <a:chExt cx="300253" cy="340828"/>
                </a:xfrm>
              </p:grpSpPr>
              <p:sp>
                <p:nvSpPr>
                  <p:cNvPr id="10865" name="Google Shape;10865;p81"/>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1"/>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1"/>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1"/>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1"/>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1"/>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1"/>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2" name="Google Shape;10872;p81"/>
                  <p:cNvGrpSpPr/>
                  <p:nvPr/>
                </p:nvGrpSpPr>
                <p:grpSpPr>
                  <a:xfrm>
                    <a:off x="1839639" y="2013538"/>
                    <a:ext cx="77067" cy="340828"/>
                    <a:chOff x="1839639" y="2013538"/>
                    <a:chExt cx="77067" cy="340828"/>
                  </a:xfrm>
                </p:grpSpPr>
                <p:sp>
                  <p:nvSpPr>
                    <p:cNvPr id="10873" name="Google Shape;10873;p81"/>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1"/>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0875" name="Google Shape;10875;p81"/>
          <p:cNvGrpSpPr/>
          <p:nvPr/>
        </p:nvGrpSpPr>
        <p:grpSpPr>
          <a:xfrm>
            <a:off x="724986" y="3605478"/>
            <a:ext cx="1368681" cy="682918"/>
            <a:chOff x="724986" y="3605478"/>
            <a:chExt cx="1368681" cy="682918"/>
          </a:xfrm>
        </p:grpSpPr>
        <p:grpSp>
          <p:nvGrpSpPr>
            <p:cNvPr id="10876" name="Google Shape;10876;p81"/>
            <p:cNvGrpSpPr/>
            <p:nvPr/>
          </p:nvGrpSpPr>
          <p:grpSpPr>
            <a:xfrm>
              <a:off x="1289102" y="3823629"/>
              <a:ext cx="240442" cy="250435"/>
              <a:chOff x="-165066" y="3843615"/>
              <a:chExt cx="221259" cy="230455"/>
            </a:xfrm>
          </p:grpSpPr>
          <p:sp>
            <p:nvSpPr>
              <p:cNvPr id="10877" name="Google Shape;10877;p81"/>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1"/>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1"/>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1"/>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1"/>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1"/>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1"/>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1"/>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1"/>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1"/>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1"/>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1"/>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1"/>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1"/>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1"/>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1"/>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1"/>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1"/>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1"/>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1"/>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7" name="Google Shape;10897;p81"/>
            <p:cNvGrpSpPr/>
            <p:nvPr/>
          </p:nvGrpSpPr>
          <p:grpSpPr>
            <a:xfrm>
              <a:off x="724986" y="3605478"/>
              <a:ext cx="1368681" cy="682918"/>
              <a:chOff x="724986" y="3605478"/>
              <a:chExt cx="1368681" cy="682918"/>
            </a:xfrm>
          </p:grpSpPr>
          <p:grpSp>
            <p:nvGrpSpPr>
              <p:cNvPr id="10898" name="Google Shape;10898;p81"/>
              <p:cNvGrpSpPr/>
              <p:nvPr/>
            </p:nvGrpSpPr>
            <p:grpSpPr>
              <a:xfrm>
                <a:off x="1498221" y="4047614"/>
                <a:ext cx="529172" cy="240783"/>
                <a:chOff x="1498221" y="4047614"/>
                <a:chExt cx="529172" cy="240783"/>
              </a:xfrm>
            </p:grpSpPr>
            <p:grpSp>
              <p:nvGrpSpPr>
                <p:cNvPr id="10899" name="Google Shape;10899;p81"/>
                <p:cNvGrpSpPr/>
                <p:nvPr/>
              </p:nvGrpSpPr>
              <p:grpSpPr>
                <a:xfrm>
                  <a:off x="1826655" y="4224370"/>
                  <a:ext cx="200738" cy="25631"/>
                  <a:chOff x="1826655" y="4224370"/>
                  <a:chExt cx="200738" cy="25631"/>
                </a:xfrm>
              </p:grpSpPr>
              <p:sp>
                <p:nvSpPr>
                  <p:cNvPr id="10900" name="Google Shape;10900;p81"/>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1"/>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2" name="Google Shape;10902;p81"/>
                <p:cNvGrpSpPr/>
                <p:nvPr/>
              </p:nvGrpSpPr>
              <p:grpSpPr>
                <a:xfrm>
                  <a:off x="1498221" y="4047614"/>
                  <a:ext cx="328444" cy="240783"/>
                  <a:chOff x="1498221" y="4047614"/>
                  <a:chExt cx="328444" cy="240783"/>
                </a:xfrm>
              </p:grpSpPr>
              <p:sp>
                <p:nvSpPr>
                  <p:cNvPr id="10903" name="Google Shape;10903;p81"/>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4" name="Google Shape;10904;p81"/>
                  <p:cNvGrpSpPr/>
                  <p:nvPr/>
                </p:nvGrpSpPr>
                <p:grpSpPr>
                  <a:xfrm>
                    <a:off x="1498221" y="4047614"/>
                    <a:ext cx="150566" cy="190416"/>
                    <a:chOff x="1498221" y="4047614"/>
                    <a:chExt cx="150566" cy="190416"/>
                  </a:xfrm>
                </p:grpSpPr>
                <p:sp>
                  <p:nvSpPr>
                    <p:cNvPr id="10905" name="Google Shape;10905;p81"/>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1"/>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907" name="Google Shape;10907;p81"/>
              <p:cNvGrpSpPr/>
              <p:nvPr/>
            </p:nvGrpSpPr>
            <p:grpSpPr>
              <a:xfrm>
                <a:off x="1560718" y="3800594"/>
                <a:ext cx="532948" cy="302090"/>
                <a:chOff x="1560718" y="3800594"/>
                <a:chExt cx="532948" cy="302090"/>
              </a:xfrm>
            </p:grpSpPr>
            <p:grpSp>
              <p:nvGrpSpPr>
                <p:cNvPr id="10908" name="Google Shape;10908;p81"/>
                <p:cNvGrpSpPr/>
                <p:nvPr/>
              </p:nvGrpSpPr>
              <p:grpSpPr>
                <a:xfrm>
                  <a:off x="1912179" y="3827344"/>
                  <a:ext cx="181487" cy="25631"/>
                  <a:chOff x="1912179" y="3827344"/>
                  <a:chExt cx="181487" cy="25631"/>
                </a:xfrm>
              </p:grpSpPr>
              <p:sp>
                <p:nvSpPr>
                  <p:cNvPr id="10909" name="Google Shape;10909;p81"/>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1"/>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1" name="Google Shape;10911;p81"/>
                <p:cNvGrpSpPr/>
                <p:nvPr/>
              </p:nvGrpSpPr>
              <p:grpSpPr>
                <a:xfrm>
                  <a:off x="1912179" y="4044505"/>
                  <a:ext cx="181487" cy="25622"/>
                  <a:chOff x="1912179" y="4044506"/>
                  <a:chExt cx="181487" cy="25622"/>
                </a:xfrm>
              </p:grpSpPr>
              <p:sp>
                <p:nvSpPr>
                  <p:cNvPr id="10912" name="Google Shape;10912;p81"/>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1"/>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4" name="Google Shape;10914;p81"/>
                <p:cNvGrpSpPr/>
                <p:nvPr/>
              </p:nvGrpSpPr>
              <p:grpSpPr>
                <a:xfrm>
                  <a:off x="1560718" y="3800594"/>
                  <a:ext cx="351472" cy="302090"/>
                  <a:chOff x="1560718" y="3800594"/>
                  <a:chExt cx="351472" cy="302090"/>
                </a:xfrm>
              </p:grpSpPr>
              <p:grpSp>
                <p:nvGrpSpPr>
                  <p:cNvPr id="10915" name="Google Shape;10915;p81"/>
                  <p:cNvGrpSpPr/>
                  <p:nvPr/>
                </p:nvGrpSpPr>
                <p:grpSpPr>
                  <a:xfrm>
                    <a:off x="1560718" y="3842857"/>
                    <a:ext cx="173586" cy="217131"/>
                    <a:chOff x="1560718" y="3842857"/>
                    <a:chExt cx="173586" cy="217131"/>
                  </a:xfrm>
                </p:grpSpPr>
                <p:sp>
                  <p:nvSpPr>
                    <p:cNvPr id="10916" name="Google Shape;10916;p81"/>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1"/>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1"/>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19" name="Google Shape;10919;p81"/>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1"/>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921" name="Google Shape;10921;p81"/>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2" name="Google Shape;10922;p81"/>
              <p:cNvGrpSpPr/>
              <p:nvPr/>
            </p:nvGrpSpPr>
            <p:grpSpPr>
              <a:xfrm>
                <a:off x="785350" y="3605478"/>
                <a:ext cx="535311" cy="249245"/>
                <a:chOff x="785350" y="3605478"/>
                <a:chExt cx="535311" cy="249245"/>
              </a:xfrm>
            </p:grpSpPr>
            <p:grpSp>
              <p:nvGrpSpPr>
                <p:cNvPr id="10923" name="Google Shape;10923;p81"/>
                <p:cNvGrpSpPr/>
                <p:nvPr/>
              </p:nvGrpSpPr>
              <p:grpSpPr>
                <a:xfrm>
                  <a:off x="785350" y="3605478"/>
                  <a:ext cx="376191" cy="102736"/>
                  <a:chOff x="785350" y="3605478"/>
                  <a:chExt cx="376191" cy="102736"/>
                </a:xfrm>
              </p:grpSpPr>
              <p:sp>
                <p:nvSpPr>
                  <p:cNvPr id="10924" name="Google Shape;10924;p81"/>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1"/>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1"/>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7" name="Google Shape;10927;p81"/>
                <p:cNvGrpSpPr/>
                <p:nvPr/>
              </p:nvGrpSpPr>
              <p:grpSpPr>
                <a:xfrm>
                  <a:off x="1161530" y="3655851"/>
                  <a:ext cx="159131" cy="198872"/>
                  <a:chOff x="1161530" y="3655851"/>
                  <a:chExt cx="159131" cy="198872"/>
                </a:xfrm>
              </p:grpSpPr>
              <p:sp>
                <p:nvSpPr>
                  <p:cNvPr id="10928" name="Google Shape;10928;p81"/>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1"/>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30" name="Google Shape;10930;p81"/>
              <p:cNvGrpSpPr/>
              <p:nvPr/>
            </p:nvGrpSpPr>
            <p:grpSpPr>
              <a:xfrm>
                <a:off x="785350" y="4047614"/>
                <a:ext cx="535311" cy="240783"/>
                <a:chOff x="785350" y="4047614"/>
                <a:chExt cx="535311" cy="240783"/>
              </a:xfrm>
            </p:grpSpPr>
            <p:grpSp>
              <p:nvGrpSpPr>
                <p:cNvPr id="10931" name="Google Shape;10931;p81"/>
                <p:cNvGrpSpPr/>
                <p:nvPr/>
              </p:nvGrpSpPr>
              <p:grpSpPr>
                <a:xfrm>
                  <a:off x="1161636" y="4047614"/>
                  <a:ext cx="159025" cy="190415"/>
                  <a:chOff x="1161636" y="4047614"/>
                  <a:chExt cx="159025" cy="190415"/>
                </a:xfrm>
              </p:grpSpPr>
              <p:sp>
                <p:nvSpPr>
                  <p:cNvPr id="10932" name="Google Shape;10932;p81"/>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1"/>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4" name="Google Shape;10934;p81"/>
                <p:cNvGrpSpPr/>
                <p:nvPr/>
              </p:nvGrpSpPr>
              <p:grpSpPr>
                <a:xfrm>
                  <a:off x="785350" y="4185661"/>
                  <a:ext cx="376191" cy="102736"/>
                  <a:chOff x="785350" y="4185661"/>
                  <a:chExt cx="376191" cy="102736"/>
                </a:xfrm>
              </p:grpSpPr>
              <p:sp>
                <p:nvSpPr>
                  <p:cNvPr id="10935" name="Google Shape;10935;p81"/>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1"/>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1"/>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38" name="Google Shape;10938;p81"/>
              <p:cNvGrpSpPr/>
              <p:nvPr/>
            </p:nvGrpSpPr>
            <p:grpSpPr>
              <a:xfrm>
                <a:off x="1501054" y="3605478"/>
                <a:ext cx="526340" cy="249240"/>
                <a:chOff x="1501054" y="3605478"/>
                <a:chExt cx="526340" cy="249240"/>
              </a:xfrm>
            </p:grpSpPr>
            <p:grpSp>
              <p:nvGrpSpPr>
                <p:cNvPr id="10939" name="Google Shape;10939;p81"/>
                <p:cNvGrpSpPr/>
                <p:nvPr/>
              </p:nvGrpSpPr>
              <p:grpSpPr>
                <a:xfrm>
                  <a:off x="1834208" y="3643867"/>
                  <a:ext cx="193185" cy="25622"/>
                  <a:chOff x="1834208" y="3643867"/>
                  <a:chExt cx="193185" cy="25622"/>
                </a:xfrm>
              </p:grpSpPr>
              <p:sp>
                <p:nvSpPr>
                  <p:cNvPr id="10940" name="Google Shape;10940;p81"/>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1"/>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2" name="Google Shape;10942;p81"/>
                <p:cNvGrpSpPr/>
                <p:nvPr/>
              </p:nvGrpSpPr>
              <p:grpSpPr>
                <a:xfrm>
                  <a:off x="1501054" y="3605478"/>
                  <a:ext cx="333165" cy="249240"/>
                  <a:chOff x="1501054" y="3605478"/>
                  <a:chExt cx="333165" cy="249240"/>
                </a:xfrm>
              </p:grpSpPr>
              <p:sp>
                <p:nvSpPr>
                  <p:cNvPr id="10943" name="Google Shape;10943;p81"/>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4" name="Google Shape;10944;p81"/>
                  <p:cNvGrpSpPr/>
                  <p:nvPr/>
                </p:nvGrpSpPr>
                <p:grpSpPr>
                  <a:xfrm>
                    <a:off x="1501054" y="3655851"/>
                    <a:ext cx="155286" cy="198867"/>
                    <a:chOff x="1501054" y="3655851"/>
                    <a:chExt cx="155286" cy="198867"/>
                  </a:xfrm>
                </p:grpSpPr>
                <p:sp>
                  <p:nvSpPr>
                    <p:cNvPr id="10945" name="Google Shape;10945;p81"/>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1"/>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947" name="Google Shape;10947;p81"/>
              <p:cNvGrpSpPr/>
              <p:nvPr/>
            </p:nvGrpSpPr>
            <p:grpSpPr>
              <a:xfrm>
                <a:off x="724986" y="3800594"/>
                <a:ext cx="532950" cy="302090"/>
                <a:chOff x="724986" y="3800594"/>
                <a:chExt cx="532950" cy="302090"/>
              </a:xfrm>
            </p:grpSpPr>
            <p:grpSp>
              <p:nvGrpSpPr>
                <p:cNvPr id="10948" name="Google Shape;10948;p81"/>
                <p:cNvGrpSpPr/>
                <p:nvPr/>
              </p:nvGrpSpPr>
              <p:grpSpPr>
                <a:xfrm>
                  <a:off x="724986" y="4044367"/>
                  <a:ext cx="181314" cy="25626"/>
                  <a:chOff x="724986" y="4044367"/>
                  <a:chExt cx="181314" cy="25626"/>
                </a:xfrm>
              </p:grpSpPr>
              <p:sp>
                <p:nvSpPr>
                  <p:cNvPr id="10949" name="Google Shape;10949;p81"/>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81"/>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1" name="Google Shape;10951;p81"/>
                <p:cNvGrpSpPr/>
                <p:nvPr/>
              </p:nvGrpSpPr>
              <p:grpSpPr>
                <a:xfrm>
                  <a:off x="906290" y="3800594"/>
                  <a:ext cx="351646" cy="302090"/>
                  <a:chOff x="906290" y="3800594"/>
                  <a:chExt cx="351646" cy="302090"/>
                </a:xfrm>
              </p:grpSpPr>
              <p:grpSp>
                <p:nvGrpSpPr>
                  <p:cNvPr id="10952" name="Google Shape;10952;p81"/>
                  <p:cNvGrpSpPr/>
                  <p:nvPr/>
                </p:nvGrpSpPr>
                <p:grpSpPr>
                  <a:xfrm>
                    <a:off x="1084172" y="3842857"/>
                    <a:ext cx="173764" cy="217131"/>
                    <a:chOff x="1084172" y="3842857"/>
                    <a:chExt cx="173764" cy="217131"/>
                  </a:xfrm>
                </p:grpSpPr>
                <p:grpSp>
                  <p:nvGrpSpPr>
                    <p:cNvPr id="10953" name="Google Shape;10953;p81"/>
                    <p:cNvGrpSpPr/>
                    <p:nvPr/>
                  </p:nvGrpSpPr>
                  <p:grpSpPr>
                    <a:xfrm>
                      <a:off x="1156862" y="3936509"/>
                      <a:ext cx="101073" cy="25622"/>
                      <a:chOff x="1156862" y="3936509"/>
                      <a:chExt cx="101073" cy="25622"/>
                    </a:xfrm>
                  </p:grpSpPr>
                  <p:sp>
                    <p:nvSpPr>
                      <p:cNvPr id="10954" name="Google Shape;10954;p81"/>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1"/>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6" name="Google Shape;10956;p81"/>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7" name="Google Shape;10957;p81"/>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1"/>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9" name="Google Shape;10959;p81"/>
                <p:cNvGrpSpPr/>
                <p:nvPr/>
              </p:nvGrpSpPr>
              <p:grpSpPr>
                <a:xfrm>
                  <a:off x="724986" y="3830189"/>
                  <a:ext cx="189533" cy="25626"/>
                  <a:chOff x="724986" y="3830189"/>
                  <a:chExt cx="189533" cy="25626"/>
                </a:xfrm>
              </p:grpSpPr>
              <p:sp>
                <p:nvSpPr>
                  <p:cNvPr id="10960" name="Google Shape;10960;p81"/>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1"/>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0962" name="Google Shape;10962;p81"/>
          <p:cNvGrpSpPr/>
          <p:nvPr/>
        </p:nvGrpSpPr>
        <p:grpSpPr>
          <a:xfrm>
            <a:off x="2253298" y="2455640"/>
            <a:ext cx="948701" cy="935378"/>
            <a:chOff x="2253298" y="2428317"/>
            <a:chExt cx="948701" cy="935378"/>
          </a:xfrm>
        </p:grpSpPr>
        <p:sp>
          <p:nvSpPr>
            <p:cNvPr id="10963" name="Google Shape;10963;p81"/>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1"/>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1"/>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1"/>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81"/>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1"/>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1"/>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81"/>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1"/>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1"/>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1"/>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1"/>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1"/>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1"/>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1"/>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1"/>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1"/>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1"/>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1"/>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1"/>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1"/>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1"/>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1"/>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1"/>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1"/>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1"/>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1"/>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1"/>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1"/>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1"/>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1"/>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1"/>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1"/>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99" name="Shape 10999"/>
        <p:cNvGrpSpPr/>
        <p:nvPr/>
      </p:nvGrpSpPr>
      <p:grpSpPr>
        <a:xfrm>
          <a:off x="0" y="0"/>
          <a:ext cx="0" cy="0"/>
          <a:chOff x="0" y="0"/>
          <a:chExt cx="0" cy="0"/>
        </a:xfrm>
      </p:grpSpPr>
      <p:grpSp>
        <p:nvGrpSpPr>
          <p:cNvPr id="11000" name="Google Shape;11000;p82"/>
          <p:cNvGrpSpPr/>
          <p:nvPr/>
        </p:nvGrpSpPr>
        <p:grpSpPr>
          <a:xfrm>
            <a:off x="3353582" y="1145627"/>
            <a:ext cx="2363393" cy="1017867"/>
            <a:chOff x="3292400" y="1219146"/>
            <a:chExt cx="2615240" cy="1110239"/>
          </a:xfrm>
        </p:grpSpPr>
        <p:sp>
          <p:nvSpPr>
            <p:cNvPr id="11001" name="Google Shape;11001;p82"/>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11002" name="Google Shape;11002;p82"/>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003" name="Google Shape;11003;p82"/>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1004" name="Google Shape;11004;p82"/>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1005" name="Google Shape;11005;p82"/>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1006" name="Google Shape;11006;p82"/>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1007" name="Google Shape;11007;p82"/>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1008" name="Google Shape;11008;p82"/>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1009" name="Google Shape;11009;p82"/>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1010" name="Google Shape;11010;p82"/>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1011" name="Google Shape;11011;p82"/>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1012" name="Google Shape;11012;p82"/>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1013" name="Google Shape;11013;p82"/>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1014" name="Google Shape;11014;p82"/>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1015" name="Google Shape;11015;p82"/>
            <p:cNvGrpSpPr/>
            <p:nvPr/>
          </p:nvGrpSpPr>
          <p:grpSpPr>
            <a:xfrm>
              <a:off x="3748438" y="1378608"/>
              <a:ext cx="2159202" cy="903971"/>
              <a:chOff x="1683525" y="2179850"/>
              <a:chExt cx="4519050" cy="2134525"/>
            </a:xfrm>
          </p:grpSpPr>
          <p:sp>
            <p:nvSpPr>
              <p:cNvPr id="11016" name="Google Shape;11016;p82"/>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017" name="Google Shape;11017;p82"/>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018" name="Google Shape;11018;p82"/>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019" name="Google Shape;11019;p82"/>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020" name="Google Shape;11020;p82"/>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021" name="Google Shape;11021;p82"/>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022" name="Google Shape;11022;p82"/>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023" name="Google Shape;11023;p82"/>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024" name="Google Shape;11024;p82"/>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025" name="Google Shape;11025;p82"/>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026" name="Google Shape;11026;p82"/>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027" name="Google Shape;11027;p82"/>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11028" name="Google Shape;11028;p82"/>
          <p:cNvGraphicFramePr/>
          <p:nvPr/>
        </p:nvGraphicFramePr>
        <p:xfrm>
          <a:off x="5949675" y="2323100"/>
          <a:ext cx="3000000" cy="3000000"/>
        </p:xfrm>
        <a:graphic>
          <a:graphicData uri="http://schemas.openxmlformats.org/drawingml/2006/table">
            <a:tbl>
              <a:tblPr>
                <a:noFill/>
                <a:tableStyleId>{5EC0537F-A014-486A-ABA4-B6A04DB42B3D}</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10"/>
                      </a:srgbClr>
                    </a:solidFill>
                  </a:tcPr>
                </a:tc>
              </a:tr>
            </a:tbl>
          </a:graphicData>
        </a:graphic>
      </p:graphicFrame>
      <p:grpSp>
        <p:nvGrpSpPr>
          <p:cNvPr id="11029" name="Google Shape;11029;p82"/>
          <p:cNvGrpSpPr/>
          <p:nvPr/>
        </p:nvGrpSpPr>
        <p:grpSpPr>
          <a:xfrm>
            <a:off x="5926924" y="3381697"/>
            <a:ext cx="2519825" cy="1001454"/>
            <a:chOff x="1906114" y="789980"/>
            <a:chExt cx="1487676" cy="606868"/>
          </a:xfrm>
        </p:grpSpPr>
        <p:cxnSp>
          <p:nvCxnSpPr>
            <p:cNvPr id="11030" name="Google Shape;11030;p82"/>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1031" name="Google Shape;11031;p82"/>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1032" name="Google Shape;11032;p82"/>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1033" name="Google Shape;11033;p82"/>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1034" name="Google Shape;11034;p82"/>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1035" name="Google Shape;11035;p82"/>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1036" name="Google Shape;11036;p82"/>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1037" name="Google Shape;11037;p82"/>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2"/>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2"/>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82"/>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2"/>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2"/>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2"/>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1044" name="Google Shape;11044;p82"/>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1045" name="Google Shape;11045;p82"/>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1046" name="Google Shape;11046;p82"/>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7" name="Google Shape;11047;p82"/>
          <p:cNvGrpSpPr/>
          <p:nvPr/>
        </p:nvGrpSpPr>
        <p:grpSpPr>
          <a:xfrm>
            <a:off x="726399" y="1190655"/>
            <a:ext cx="2394370" cy="976502"/>
            <a:chOff x="749309" y="1112739"/>
            <a:chExt cx="2371603" cy="976502"/>
          </a:xfrm>
        </p:grpSpPr>
        <p:sp>
          <p:nvSpPr>
            <p:cNvPr id="11048" name="Google Shape;11048;p82"/>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2"/>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2"/>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2"/>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2"/>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2"/>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2"/>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2"/>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2"/>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2"/>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2"/>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2"/>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2"/>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2"/>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2"/>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2"/>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2"/>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82"/>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2"/>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2"/>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2"/>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2"/>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2"/>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2"/>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2"/>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2"/>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2"/>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82"/>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2"/>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2"/>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82"/>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2"/>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1080" name="Google Shape;11080;p82"/>
          <p:cNvGraphicFramePr/>
          <p:nvPr/>
        </p:nvGraphicFramePr>
        <p:xfrm>
          <a:off x="5949700" y="1188950"/>
          <a:ext cx="3000000" cy="3000000"/>
        </p:xfrm>
        <a:graphic>
          <a:graphicData uri="http://schemas.openxmlformats.org/drawingml/2006/table">
            <a:tbl>
              <a:tblPr>
                <a:noFill/>
                <a:tableStyleId>{5EC0537F-A014-486A-ABA4-B6A04DB42B3D}</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11081" name="Google Shape;11081;p82"/>
          <p:cNvGraphicFramePr/>
          <p:nvPr/>
        </p:nvGraphicFramePr>
        <p:xfrm>
          <a:off x="3356413" y="2323100"/>
          <a:ext cx="3000000" cy="3000000"/>
        </p:xfrm>
        <a:graphic>
          <a:graphicData uri="http://schemas.openxmlformats.org/drawingml/2006/table">
            <a:tbl>
              <a:tblPr>
                <a:noFill/>
                <a:tableStyleId>{5EC0537F-A014-486A-ABA4-B6A04DB42B3D}</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1082" name="Google Shape;11082;p82"/>
          <p:cNvGrpSpPr/>
          <p:nvPr/>
        </p:nvGrpSpPr>
        <p:grpSpPr>
          <a:xfrm>
            <a:off x="4100342" y="2709743"/>
            <a:ext cx="1517436" cy="74460"/>
            <a:chOff x="3980086" y="2804397"/>
            <a:chExt cx="1227600" cy="66900"/>
          </a:xfrm>
        </p:grpSpPr>
        <p:sp>
          <p:nvSpPr>
            <p:cNvPr id="11083" name="Google Shape;11083;p82"/>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2"/>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5" name="Google Shape;11085;p82"/>
          <p:cNvGrpSpPr/>
          <p:nvPr/>
        </p:nvGrpSpPr>
        <p:grpSpPr>
          <a:xfrm>
            <a:off x="4725406" y="3002330"/>
            <a:ext cx="892956" cy="74460"/>
            <a:chOff x="3980086" y="2804397"/>
            <a:chExt cx="1227600" cy="66900"/>
          </a:xfrm>
        </p:grpSpPr>
        <p:sp>
          <p:nvSpPr>
            <p:cNvPr id="11086" name="Google Shape;11086;p82"/>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2"/>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8" name="Google Shape;11088;p82"/>
          <p:cNvGrpSpPr/>
          <p:nvPr/>
        </p:nvGrpSpPr>
        <p:grpSpPr>
          <a:xfrm>
            <a:off x="3358498" y="3361213"/>
            <a:ext cx="2363244" cy="1005943"/>
            <a:chOff x="3358415" y="3361302"/>
            <a:chExt cx="2363244" cy="1024695"/>
          </a:xfrm>
        </p:grpSpPr>
        <p:grpSp>
          <p:nvGrpSpPr>
            <p:cNvPr id="11089" name="Google Shape;11089;p82"/>
            <p:cNvGrpSpPr/>
            <p:nvPr/>
          </p:nvGrpSpPr>
          <p:grpSpPr>
            <a:xfrm>
              <a:off x="3358415" y="3361302"/>
              <a:ext cx="441300" cy="1024695"/>
              <a:chOff x="3358415" y="3361302"/>
              <a:chExt cx="441300" cy="1024695"/>
            </a:xfrm>
          </p:grpSpPr>
          <p:sp>
            <p:nvSpPr>
              <p:cNvPr id="11090" name="Google Shape;11090;p82"/>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2"/>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2"/>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2"/>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2"/>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2"/>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6" name="Google Shape;11096;p82"/>
            <p:cNvGrpSpPr/>
            <p:nvPr/>
          </p:nvGrpSpPr>
          <p:grpSpPr>
            <a:xfrm>
              <a:off x="3838901" y="3361302"/>
              <a:ext cx="441300" cy="1024695"/>
              <a:chOff x="3838901" y="3361302"/>
              <a:chExt cx="441300" cy="1024695"/>
            </a:xfrm>
          </p:grpSpPr>
          <p:sp>
            <p:nvSpPr>
              <p:cNvPr id="11097" name="Google Shape;11097;p82"/>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2"/>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2"/>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2"/>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2"/>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2"/>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3" name="Google Shape;11103;p82"/>
            <p:cNvGrpSpPr/>
            <p:nvPr/>
          </p:nvGrpSpPr>
          <p:grpSpPr>
            <a:xfrm>
              <a:off x="4319387" y="3361302"/>
              <a:ext cx="441300" cy="1024695"/>
              <a:chOff x="4319387" y="3361302"/>
              <a:chExt cx="441300" cy="1024695"/>
            </a:xfrm>
          </p:grpSpPr>
          <p:sp>
            <p:nvSpPr>
              <p:cNvPr id="11104" name="Google Shape;11104;p82"/>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2"/>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2"/>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2"/>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2"/>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2"/>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0" name="Google Shape;11110;p82"/>
            <p:cNvGrpSpPr/>
            <p:nvPr/>
          </p:nvGrpSpPr>
          <p:grpSpPr>
            <a:xfrm>
              <a:off x="4799873" y="3361302"/>
              <a:ext cx="441300" cy="1024695"/>
              <a:chOff x="4799873" y="3361302"/>
              <a:chExt cx="441300" cy="1024695"/>
            </a:xfrm>
          </p:grpSpPr>
          <p:sp>
            <p:nvSpPr>
              <p:cNvPr id="11111" name="Google Shape;11111;p82"/>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82"/>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2"/>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2"/>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2"/>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2"/>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7" name="Google Shape;11117;p82"/>
            <p:cNvGrpSpPr/>
            <p:nvPr/>
          </p:nvGrpSpPr>
          <p:grpSpPr>
            <a:xfrm>
              <a:off x="5280360" y="3361302"/>
              <a:ext cx="441300" cy="1024695"/>
              <a:chOff x="5280360" y="3361302"/>
              <a:chExt cx="441300" cy="1024695"/>
            </a:xfrm>
          </p:grpSpPr>
          <p:sp>
            <p:nvSpPr>
              <p:cNvPr id="11118" name="Google Shape;11118;p82"/>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2"/>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2"/>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2"/>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2"/>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2"/>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1124" name="Google Shape;11124;p82"/>
          <p:cNvGraphicFramePr/>
          <p:nvPr/>
        </p:nvGraphicFramePr>
        <p:xfrm>
          <a:off x="724925" y="2323100"/>
          <a:ext cx="3000000" cy="3000000"/>
        </p:xfrm>
        <a:graphic>
          <a:graphicData uri="http://schemas.openxmlformats.org/drawingml/2006/table">
            <a:tbl>
              <a:tblPr>
                <a:noFill/>
                <a:tableStyleId>{5EC0537F-A014-486A-ABA4-B6A04DB42B3D}</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1125" name="Google Shape;11125;p82"/>
          <p:cNvGrpSpPr/>
          <p:nvPr/>
        </p:nvGrpSpPr>
        <p:grpSpPr>
          <a:xfrm>
            <a:off x="726450" y="3372825"/>
            <a:ext cx="2403614" cy="1005900"/>
            <a:chOff x="726450" y="3372825"/>
            <a:chExt cx="2403614" cy="1005900"/>
          </a:xfrm>
        </p:grpSpPr>
        <p:grpSp>
          <p:nvGrpSpPr>
            <p:cNvPr id="11126" name="Google Shape;11126;p82"/>
            <p:cNvGrpSpPr/>
            <p:nvPr/>
          </p:nvGrpSpPr>
          <p:grpSpPr>
            <a:xfrm>
              <a:off x="726450" y="3696000"/>
              <a:ext cx="2403614" cy="500898"/>
              <a:chOff x="726450" y="3696000"/>
              <a:chExt cx="2403614" cy="500898"/>
            </a:xfrm>
          </p:grpSpPr>
          <p:sp>
            <p:nvSpPr>
              <p:cNvPr id="11127" name="Google Shape;11127;p82"/>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128" name="Google Shape;11128;p82"/>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1129" name="Google Shape;11129;p82"/>
            <p:cNvGrpSpPr/>
            <p:nvPr/>
          </p:nvGrpSpPr>
          <p:grpSpPr>
            <a:xfrm>
              <a:off x="1348050" y="3372825"/>
              <a:ext cx="1720425" cy="1005900"/>
              <a:chOff x="1348050" y="3372825"/>
              <a:chExt cx="1720425" cy="1005900"/>
            </a:xfrm>
          </p:grpSpPr>
          <p:sp>
            <p:nvSpPr>
              <p:cNvPr id="11130" name="Google Shape;11130;p82"/>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131" name="Google Shape;11131;p82"/>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132" name="Google Shape;11132;p82"/>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133" name="Google Shape;11133;p82"/>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134" name="Google Shape;11134;p82"/>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1135" name="Google Shape;11135;p82"/>
            <p:cNvGrpSpPr/>
            <p:nvPr/>
          </p:nvGrpSpPr>
          <p:grpSpPr>
            <a:xfrm>
              <a:off x="1455707" y="3731058"/>
              <a:ext cx="1491150" cy="417657"/>
              <a:chOff x="1455707" y="3731058"/>
              <a:chExt cx="1491150" cy="417657"/>
            </a:xfrm>
          </p:grpSpPr>
          <p:grpSp>
            <p:nvGrpSpPr>
              <p:cNvPr id="11136" name="Google Shape;11136;p82"/>
              <p:cNvGrpSpPr/>
              <p:nvPr/>
            </p:nvGrpSpPr>
            <p:grpSpPr>
              <a:xfrm>
                <a:off x="1472938" y="3745828"/>
                <a:ext cx="72126" cy="53788"/>
                <a:chOff x="1472938" y="3745828"/>
                <a:chExt cx="72126" cy="53788"/>
              </a:xfrm>
            </p:grpSpPr>
            <p:sp>
              <p:nvSpPr>
                <p:cNvPr id="11137" name="Google Shape;11137;p82"/>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82"/>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9" name="Google Shape;11139;p82"/>
              <p:cNvGrpSpPr/>
              <p:nvPr/>
            </p:nvGrpSpPr>
            <p:grpSpPr>
              <a:xfrm>
                <a:off x="1819181" y="4089633"/>
                <a:ext cx="72126" cy="53788"/>
                <a:chOff x="1819181" y="4089633"/>
                <a:chExt cx="72126" cy="53788"/>
              </a:xfrm>
            </p:grpSpPr>
            <p:sp>
              <p:nvSpPr>
                <p:cNvPr id="11140" name="Google Shape;11140;p82"/>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2"/>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2" name="Google Shape;11142;p82"/>
              <p:cNvGrpSpPr/>
              <p:nvPr/>
            </p:nvGrpSpPr>
            <p:grpSpPr>
              <a:xfrm>
                <a:off x="1455707" y="4084171"/>
                <a:ext cx="64321" cy="64544"/>
                <a:chOff x="1455707" y="4084171"/>
                <a:chExt cx="64321" cy="64544"/>
              </a:xfrm>
            </p:grpSpPr>
            <p:sp>
              <p:nvSpPr>
                <p:cNvPr id="11143" name="Google Shape;11143;p82"/>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2"/>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5" name="Google Shape;11145;p82"/>
              <p:cNvGrpSpPr/>
              <p:nvPr/>
            </p:nvGrpSpPr>
            <p:grpSpPr>
              <a:xfrm>
                <a:off x="1818610" y="3731058"/>
                <a:ext cx="64321" cy="64544"/>
                <a:chOff x="1818610" y="3731058"/>
                <a:chExt cx="64321" cy="64544"/>
              </a:xfrm>
            </p:grpSpPr>
            <p:sp>
              <p:nvSpPr>
                <p:cNvPr id="11146" name="Google Shape;11146;p82"/>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2"/>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8" name="Google Shape;11148;p82"/>
              <p:cNvGrpSpPr/>
              <p:nvPr/>
            </p:nvGrpSpPr>
            <p:grpSpPr>
              <a:xfrm>
                <a:off x="2172491" y="4089633"/>
                <a:ext cx="72126" cy="53788"/>
                <a:chOff x="2172491" y="4089633"/>
                <a:chExt cx="72126" cy="53788"/>
              </a:xfrm>
            </p:grpSpPr>
            <p:sp>
              <p:nvSpPr>
                <p:cNvPr id="11149" name="Google Shape;11149;p82"/>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2"/>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1" name="Google Shape;11151;p82"/>
              <p:cNvGrpSpPr/>
              <p:nvPr/>
            </p:nvGrpSpPr>
            <p:grpSpPr>
              <a:xfrm>
                <a:off x="2171920" y="3731058"/>
                <a:ext cx="64321" cy="64544"/>
                <a:chOff x="2171920" y="3731058"/>
                <a:chExt cx="64321" cy="64544"/>
              </a:xfrm>
            </p:grpSpPr>
            <p:sp>
              <p:nvSpPr>
                <p:cNvPr id="11152" name="Google Shape;11152;p82"/>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2"/>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4" name="Google Shape;11154;p82"/>
              <p:cNvGrpSpPr/>
              <p:nvPr/>
            </p:nvGrpSpPr>
            <p:grpSpPr>
              <a:xfrm>
                <a:off x="2874730" y="3745828"/>
                <a:ext cx="72126" cy="53788"/>
                <a:chOff x="2874730" y="3745828"/>
                <a:chExt cx="72126" cy="53788"/>
              </a:xfrm>
            </p:grpSpPr>
            <p:sp>
              <p:nvSpPr>
                <p:cNvPr id="11155" name="Google Shape;11155;p82"/>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2"/>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7" name="Google Shape;11157;p82"/>
              <p:cNvGrpSpPr/>
              <p:nvPr/>
            </p:nvGrpSpPr>
            <p:grpSpPr>
              <a:xfrm>
                <a:off x="2878589" y="4081481"/>
                <a:ext cx="64321" cy="64544"/>
                <a:chOff x="2878589" y="4081481"/>
                <a:chExt cx="64321" cy="64544"/>
              </a:xfrm>
            </p:grpSpPr>
            <p:sp>
              <p:nvSpPr>
                <p:cNvPr id="11158" name="Google Shape;11158;p82"/>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2"/>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0" name="Google Shape;11160;p82"/>
              <p:cNvGrpSpPr/>
              <p:nvPr/>
            </p:nvGrpSpPr>
            <p:grpSpPr>
              <a:xfrm>
                <a:off x="2525796" y="4089633"/>
                <a:ext cx="72126" cy="53788"/>
                <a:chOff x="2525796" y="4089633"/>
                <a:chExt cx="72126" cy="53788"/>
              </a:xfrm>
            </p:grpSpPr>
            <p:sp>
              <p:nvSpPr>
                <p:cNvPr id="11161" name="Google Shape;11161;p82"/>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82"/>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3" name="Google Shape;11163;p82"/>
              <p:cNvGrpSpPr/>
              <p:nvPr/>
            </p:nvGrpSpPr>
            <p:grpSpPr>
              <a:xfrm>
                <a:off x="2525225" y="3731058"/>
                <a:ext cx="64321" cy="64544"/>
                <a:chOff x="2525225" y="3731058"/>
                <a:chExt cx="64321" cy="64544"/>
              </a:xfrm>
            </p:grpSpPr>
            <p:sp>
              <p:nvSpPr>
                <p:cNvPr id="11164" name="Google Shape;11164;p82"/>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2"/>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69" name="Shape 11169"/>
        <p:cNvGrpSpPr/>
        <p:nvPr/>
      </p:nvGrpSpPr>
      <p:grpSpPr>
        <a:xfrm>
          <a:off x="0" y="0"/>
          <a:ext cx="0" cy="0"/>
          <a:chOff x="0" y="0"/>
          <a:chExt cx="0" cy="0"/>
        </a:xfrm>
      </p:grpSpPr>
      <p:grpSp>
        <p:nvGrpSpPr>
          <p:cNvPr id="11170" name="Google Shape;11170;p83"/>
          <p:cNvGrpSpPr/>
          <p:nvPr/>
        </p:nvGrpSpPr>
        <p:grpSpPr>
          <a:xfrm>
            <a:off x="732428" y="1171356"/>
            <a:ext cx="845921" cy="690752"/>
            <a:chOff x="732428" y="1198513"/>
            <a:chExt cx="845921" cy="690752"/>
          </a:xfrm>
        </p:grpSpPr>
        <p:grpSp>
          <p:nvGrpSpPr>
            <p:cNvPr id="11171" name="Google Shape;11171;p83"/>
            <p:cNvGrpSpPr/>
            <p:nvPr/>
          </p:nvGrpSpPr>
          <p:grpSpPr>
            <a:xfrm>
              <a:off x="823030" y="1198513"/>
              <a:ext cx="755319" cy="690752"/>
              <a:chOff x="823030" y="1198513"/>
              <a:chExt cx="755319" cy="690752"/>
            </a:xfrm>
          </p:grpSpPr>
          <p:sp>
            <p:nvSpPr>
              <p:cNvPr id="11172" name="Google Shape;11172;p83"/>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83"/>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4" name="Google Shape;11174;p83"/>
            <p:cNvGrpSpPr/>
            <p:nvPr/>
          </p:nvGrpSpPr>
          <p:grpSpPr>
            <a:xfrm>
              <a:off x="732428" y="1239937"/>
              <a:ext cx="739912" cy="607886"/>
              <a:chOff x="732428" y="1239937"/>
              <a:chExt cx="739912" cy="607886"/>
            </a:xfrm>
          </p:grpSpPr>
          <p:sp>
            <p:nvSpPr>
              <p:cNvPr id="11175" name="Google Shape;11175;p83"/>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3"/>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7" name="Google Shape;11177;p83"/>
            <p:cNvGrpSpPr/>
            <p:nvPr/>
          </p:nvGrpSpPr>
          <p:grpSpPr>
            <a:xfrm>
              <a:off x="732428" y="1277018"/>
              <a:ext cx="702832" cy="533758"/>
              <a:chOff x="732428" y="1277018"/>
              <a:chExt cx="702832" cy="533758"/>
            </a:xfrm>
          </p:grpSpPr>
          <p:sp>
            <p:nvSpPr>
              <p:cNvPr id="11178" name="Google Shape;11178;p83"/>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3"/>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0" name="Google Shape;11180;p83"/>
            <p:cNvGrpSpPr/>
            <p:nvPr/>
          </p:nvGrpSpPr>
          <p:grpSpPr>
            <a:xfrm>
              <a:off x="931170" y="1306653"/>
              <a:ext cx="647179" cy="474455"/>
              <a:chOff x="931170" y="1306653"/>
              <a:chExt cx="647179" cy="474455"/>
            </a:xfrm>
          </p:grpSpPr>
          <p:sp>
            <p:nvSpPr>
              <p:cNvPr id="11181" name="Google Shape;11181;p83"/>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83"/>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3" name="Google Shape;11183;p83"/>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4" name="Google Shape;11184;p83"/>
          <p:cNvGrpSpPr/>
          <p:nvPr/>
        </p:nvGrpSpPr>
        <p:grpSpPr>
          <a:xfrm>
            <a:off x="3964037" y="1171363"/>
            <a:ext cx="634656" cy="699982"/>
            <a:chOff x="5985650" y="2860025"/>
            <a:chExt cx="1396075" cy="1539775"/>
          </a:xfrm>
        </p:grpSpPr>
        <p:sp>
          <p:nvSpPr>
            <p:cNvPr id="11185" name="Google Shape;11185;p83"/>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3"/>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3"/>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83"/>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83"/>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83"/>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3"/>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3"/>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3"/>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3"/>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83"/>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83"/>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3"/>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3"/>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3"/>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3"/>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3"/>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3"/>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3"/>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3"/>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3"/>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83"/>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3"/>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3"/>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3"/>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3"/>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3"/>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83"/>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83"/>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3"/>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3"/>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3"/>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7" name="Google Shape;11217;p83"/>
          <p:cNvGrpSpPr/>
          <p:nvPr/>
        </p:nvGrpSpPr>
        <p:grpSpPr>
          <a:xfrm>
            <a:off x="4719687" y="1171356"/>
            <a:ext cx="725845" cy="699975"/>
            <a:chOff x="4249973" y="1201875"/>
            <a:chExt cx="1958568" cy="1888762"/>
          </a:xfrm>
        </p:grpSpPr>
        <p:sp>
          <p:nvSpPr>
            <p:cNvPr id="11218" name="Google Shape;11218;p83"/>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9" name="Google Shape;11219;p83"/>
            <p:cNvGrpSpPr/>
            <p:nvPr/>
          </p:nvGrpSpPr>
          <p:grpSpPr>
            <a:xfrm>
              <a:off x="5853086" y="1789142"/>
              <a:ext cx="355454" cy="1048099"/>
              <a:chOff x="5576108" y="2016725"/>
              <a:chExt cx="565200" cy="1666560"/>
            </a:xfrm>
          </p:grpSpPr>
          <p:sp>
            <p:nvSpPr>
              <p:cNvPr id="11220" name="Google Shape;11220;p83"/>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221" name="Google Shape;11221;p83"/>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2" name="Google Shape;11222;p83"/>
            <p:cNvGrpSpPr/>
            <p:nvPr/>
          </p:nvGrpSpPr>
          <p:grpSpPr>
            <a:xfrm>
              <a:off x="4869455" y="2691676"/>
              <a:ext cx="1013897" cy="398961"/>
              <a:chOff x="4012057" y="3451825"/>
              <a:chExt cx="1612175" cy="634379"/>
            </a:xfrm>
          </p:grpSpPr>
          <p:sp>
            <p:nvSpPr>
              <p:cNvPr id="11223" name="Google Shape;11223;p83"/>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224" name="Google Shape;11224;p83"/>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5" name="Google Shape;11225;p83"/>
            <p:cNvGrpSpPr/>
            <p:nvPr/>
          </p:nvGrpSpPr>
          <p:grpSpPr>
            <a:xfrm>
              <a:off x="4276937" y="2155961"/>
              <a:ext cx="651965" cy="891358"/>
              <a:chOff x="3069908" y="2599997"/>
              <a:chExt cx="1036675" cy="1417328"/>
            </a:xfrm>
          </p:grpSpPr>
          <p:sp>
            <p:nvSpPr>
              <p:cNvPr id="11226" name="Google Shape;11226;p83"/>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227" name="Google Shape;11227;p83"/>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8" name="Google Shape;11228;p83"/>
            <p:cNvGrpSpPr/>
            <p:nvPr/>
          </p:nvGrpSpPr>
          <p:grpSpPr>
            <a:xfrm>
              <a:off x="5054918" y="1201875"/>
              <a:ext cx="999548" cy="602711"/>
              <a:chOff x="4306958" y="1082925"/>
              <a:chExt cx="1589359" cy="958358"/>
            </a:xfrm>
          </p:grpSpPr>
          <p:sp>
            <p:nvSpPr>
              <p:cNvPr id="11229" name="Google Shape;11229;p83"/>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230" name="Google Shape;11230;p83"/>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1" name="Google Shape;11231;p83"/>
            <p:cNvGrpSpPr/>
            <p:nvPr/>
          </p:nvGrpSpPr>
          <p:grpSpPr>
            <a:xfrm>
              <a:off x="4249973" y="1303451"/>
              <a:ext cx="799317" cy="841334"/>
              <a:chOff x="3027033" y="1244439"/>
              <a:chExt cx="1270977" cy="1337786"/>
            </a:xfrm>
          </p:grpSpPr>
          <p:sp>
            <p:nvSpPr>
              <p:cNvPr id="11232" name="Google Shape;11232;p83"/>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233" name="Google Shape;11233;p83"/>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34" name="Google Shape;11234;p83"/>
          <p:cNvGrpSpPr/>
          <p:nvPr/>
        </p:nvGrpSpPr>
        <p:grpSpPr>
          <a:xfrm>
            <a:off x="4072551" y="2058137"/>
            <a:ext cx="750769" cy="683784"/>
            <a:chOff x="4204684" y="2104422"/>
            <a:chExt cx="699822" cy="637382"/>
          </a:xfrm>
        </p:grpSpPr>
        <p:grpSp>
          <p:nvGrpSpPr>
            <p:cNvPr id="11235" name="Google Shape;11235;p83"/>
            <p:cNvGrpSpPr/>
            <p:nvPr/>
          </p:nvGrpSpPr>
          <p:grpSpPr>
            <a:xfrm>
              <a:off x="4204684" y="2430067"/>
              <a:ext cx="342957" cy="311738"/>
              <a:chOff x="4204684" y="2430067"/>
              <a:chExt cx="342957" cy="311738"/>
            </a:xfrm>
          </p:grpSpPr>
          <p:sp>
            <p:nvSpPr>
              <p:cNvPr id="11236" name="Google Shape;11236;p83"/>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83"/>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8" name="Google Shape;11238;p83"/>
            <p:cNvGrpSpPr/>
            <p:nvPr/>
          </p:nvGrpSpPr>
          <p:grpSpPr>
            <a:xfrm>
              <a:off x="4561586" y="2430067"/>
              <a:ext cx="342920" cy="311738"/>
              <a:chOff x="4561586" y="2430067"/>
              <a:chExt cx="342920" cy="311738"/>
            </a:xfrm>
          </p:grpSpPr>
          <p:sp>
            <p:nvSpPr>
              <p:cNvPr id="11239" name="Google Shape;11239;p83"/>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3"/>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1" name="Google Shape;11241;p83"/>
            <p:cNvGrpSpPr/>
            <p:nvPr/>
          </p:nvGrpSpPr>
          <p:grpSpPr>
            <a:xfrm>
              <a:off x="4561586" y="2104422"/>
              <a:ext cx="342920" cy="311738"/>
              <a:chOff x="4561586" y="2104422"/>
              <a:chExt cx="342920" cy="311738"/>
            </a:xfrm>
          </p:grpSpPr>
          <p:sp>
            <p:nvSpPr>
              <p:cNvPr id="11242" name="Google Shape;11242;p83"/>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83"/>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4" name="Google Shape;11244;p83"/>
            <p:cNvGrpSpPr/>
            <p:nvPr/>
          </p:nvGrpSpPr>
          <p:grpSpPr>
            <a:xfrm>
              <a:off x="4204684" y="2104422"/>
              <a:ext cx="342957" cy="311664"/>
              <a:chOff x="4204684" y="2104422"/>
              <a:chExt cx="342957" cy="311664"/>
            </a:xfrm>
          </p:grpSpPr>
          <p:sp>
            <p:nvSpPr>
              <p:cNvPr id="11245" name="Google Shape;11245;p83"/>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83"/>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47" name="Google Shape;11247;p83"/>
          <p:cNvGrpSpPr/>
          <p:nvPr/>
        </p:nvGrpSpPr>
        <p:grpSpPr>
          <a:xfrm>
            <a:off x="5536984" y="1171351"/>
            <a:ext cx="660591" cy="688867"/>
            <a:chOff x="5830645" y="1267368"/>
            <a:chExt cx="530340" cy="553040"/>
          </a:xfrm>
        </p:grpSpPr>
        <p:sp>
          <p:nvSpPr>
            <p:cNvPr id="11248" name="Google Shape;11248;p83"/>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9" name="Google Shape;11249;p83"/>
            <p:cNvGrpSpPr/>
            <p:nvPr/>
          </p:nvGrpSpPr>
          <p:grpSpPr>
            <a:xfrm>
              <a:off x="5830645" y="1267368"/>
              <a:ext cx="259743" cy="269909"/>
              <a:chOff x="5830645" y="1267368"/>
              <a:chExt cx="259743" cy="269909"/>
            </a:xfrm>
          </p:grpSpPr>
          <p:sp>
            <p:nvSpPr>
              <p:cNvPr id="11250" name="Google Shape;11250;p83"/>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3"/>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2" name="Google Shape;11252;p83"/>
            <p:cNvGrpSpPr/>
            <p:nvPr/>
          </p:nvGrpSpPr>
          <p:grpSpPr>
            <a:xfrm>
              <a:off x="6101293" y="1267368"/>
              <a:ext cx="259692" cy="269909"/>
              <a:chOff x="6101293" y="1267368"/>
              <a:chExt cx="259692" cy="269909"/>
            </a:xfrm>
          </p:grpSpPr>
          <p:sp>
            <p:nvSpPr>
              <p:cNvPr id="11253" name="Google Shape;11253;p83"/>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3"/>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5" name="Google Shape;11255;p83"/>
            <p:cNvGrpSpPr/>
            <p:nvPr/>
          </p:nvGrpSpPr>
          <p:grpSpPr>
            <a:xfrm>
              <a:off x="5830645" y="1550500"/>
              <a:ext cx="259692" cy="269909"/>
              <a:chOff x="5830645" y="1550500"/>
              <a:chExt cx="259692" cy="269909"/>
            </a:xfrm>
          </p:grpSpPr>
          <p:sp>
            <p:nvSpPr>
              <p:cNvPr id="11256" name="Google Shape;11256;p83"/>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83"/>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8" name="Google Shape;11258;p83"/>
            <p:cNvGrpSpPr/>
            <p:nvPr/>
          </p:nvGrpSpPr>
          <p:grpSpPr>
            <a:xfrm>
              <a:off x="6101293" y="1550500"/>
              <a:ext cx="259692" cy="269909"/>
              <a:chOff x="6101293" y="1550500"/>
              <a:chExt cx="259692" cy="269909"/>
            </a:xfrm>
          </p:grpSpPr>
          <p:sp>
            <p:nvSpPr>
              <p:cNvPr id="11259" name="Google Shape;11259;p83"/>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3"/>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61" name="Google Shape;11261;p83"/>
          <p:cNvGrpSpPr/>
          <p:nvPr/>
        </p:nvGrpSpPr>
        <p:grpSpPr>
          <a:xfrm>
            <a:off x="739138" y="2061810"/>
            <a:ext cx="697154" cy="679574"/>
            <a:chOff x="2679875" y="2361475"/>
            <a:chExt cx="780425" cy="760575"/>
          </a:xfrm>
        </p:grpSpPr>
        <p:sp>
          <p:nvSpPr>
            <p:cNvPr id="11262" name="Google Shape;11262;p83"/>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83"/>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3"/>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83"/>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83"/>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83"/>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8" name="Google Shape;11268;p83"/>
          <p:cNvGrpSpPr/>
          <p:nvPr/>
        </p:nvGrpSpPr>
        <p:grpSpPr>
          <a:xfrm>
            <a:off x="3138297" y="1171402"/>
            <a:ext cx="735829" cy="684547"/>
            <a:chOff x="3351965" y="1148808"/>
            <a:chExt cx="750770" cy="698375"/>
          </a:xfrm>
        </p:grpSpPr>
        <p:grpSp>
          <p:nvGrpSpPr>
            <p:cNvPr id="11269" name="Google Shape;11269;p83"/>
            <p:cNvGrpSpPr/>
            <p:nvPr/>
          </p:nvGrpSpPr>
          <p:grpSpPr>
            <a:xfrm>
              <a:off x="3586796" y="1148808"/>
              <a:ext cx="294857" cy="286830"/>
              <a:chOff x="3750225" y="1774000"/>
              <a:chExt cx="149575" cy="145525"/>
            </a:xfrm>
          </p:grpSpPr>
          <p:sp>
            <p:nvSpPr>
              <p:cNvPr id="11270" name="Google Shape;11270;p83"/>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3"/>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2" name="Google Shape;11272;p83"/>
            <p:cNvGrpSpPr/>
            <p:nvPr/>
          </p:nvGrpSpPr>
          <p:grpSpPr>
            <a:xfrm>
              <a:off x="3779245" y="1375768"/>
              <a:ext cx="323490" cy="286978"/>
              <a:chOff x="3847850" y="1889150"/>
              <a:chExt cx="164100" cy="145600"/>
            </a:xfrm>
          </p:grpSpPr>
          <p:sp>
            <p:nvSpPr>
              <p:cNvPr id="11273" name="Google Shape;11273;p83"/>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3"/>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5" name="Google Shape;11275;p83"/>
            <p:cNvGrpSpPr/>
            <p:nvPr/>
          </p:nvGrpSpPr>
          <p:grpSpPr>
            <a:xfrm>
              <a:off x="3351965" y="1330435"/>
              <a:ext cx="295449" cy="285401"/>
              <a:chOff x="3631100" y="1866150"/>
              <a:chExt cx="149875" cy="144800"/>
            </a:xfrm>
          </p:grpSpPr>
          <p:sp>
            <p:nvSpPr>
              <p:cNvPr id="11276" name="Google Shape;11276;p83"/>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83"/>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8" name="Google Shape;11278;p83"/>
            <p:cNvGrpSpPr/>
            <p:nvPr/>
          </p:nvGrpSpPr>
          <p:grpSpPr>
            <a:xfrm>
              <a:off x="3548208" y="1560352"/>
              <a:ext cx="294808" cy="286830"/>
              <a:chOff x="3730650" y="1982800"/>
              <a:chExt cx="149550" cy="145525"/>
            </a:xfrm>
          </p:grpSpPr>
          <p:sp>
            <p:nvSpPr>
              <p:cNvPr id="11279" name="Google Shape;11279;p83"/>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3"/>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81" name="Google Shape;11281;p83"/>
          <p:cNvGrpSpPr/>
          <p:nvPr/>
        </p:nvGrpSpPr>
        <p:grpSpPr>
          <a:xfrm>
            <a:off x="7639949" y="1171356"/>
            <a:ext cx="804565" cy="677795"/>
            <a:chOff x="7636443" y="1204988"/>
            <a:chExt cx="804565" cy="677795"/>
          </a:xfrm>
        </p:grpSpPr>
        <p:grpSp>
          <p:nvGrpSpPr>
            <p:cNvPr id="11282" name="Google Shape;11282;p83"/>
            <p:cNvGrpSpPr/>
            <p:nvPr/>
          </p:nvGrpSpPr>
          <p:grpSpPr>
            <a:xfrm>
              <a:off x="7636443" y="1509705"/>
              <a:ext cx="804565" cy="373078"/>
              <a:chOff x="7636443" y="1509705"/>
              <a:chExt cx="804565" cy="373078"/>
            </a:xfrm>
          </p:grpSpPr>
          <p:sp>
            <p:nvSpPr>
              <p:cNvPr id="11283" name="Google Shape;11283;p83"/>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3"/>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5" name="Google Shape;11285;p83"/>
            <p:cNvGrpSpPr/>
            <p:nvPr/>
          </p:nvGrpSpPr>
          <p:grpSpPr>
            <a:xfrm>
              <a:off x="7636443" y="1408133"/>
              <a:ext cx="804565" cy="373078"/>
              <a:chOff x="7636443" y="1408133"/>
              <a:chExt cx="804565" cy="373078"/>
            </a:xfrm>
          </p:grpSpPr>
          <p:sp>
            <p:nvSpPr>
              <p:cNvPr id="11286" name="Google Shape;11286;p83"/>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83"/>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8" name="Google Shape;11288;p83"/>
            <p:cNvGrpSpPr/>
            <p:nvPr/>
          </p:nvGrpSpPr>
          <p:grpSpPr>
            <a:xfrm>
              <a:off x="7636443" y="1306560"/>
              <a:ext cx="804565" cy="373078"/>
              <a:chOff x="7636443" y="1306560"/>
              <a:chExt cx="804565" cy="373078"/>
            </a:xfrm>
          </p:grpSpPr>
          <p:sp>
            <p:nvSpPr>
              <p:cNvPr id="11289" name="Google Shape;11289;p83"/>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83"/>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1" name="Google Shape;11291;p83"/>
            <p:cNvGrpSpPr/>
            <p:nvPr/>
          </p:nvGrpSpPr>
          <p:grpSpPr>
            <a:xfrm>
              <a:off x="7636443" y="1204988"/>
              <a:ext cx="804565" cy="373078"/>
              <a:chOff x="7636443" y="1204988"/>
              <a:chExt cx="804565" cy="373078"/>
            </a:xfrm>
          </p:grpSpPr>
          <p:sp>
            <p:nvSpPr>
              <p:cNvPr id="11292" name="Google Shape;11292;p83"/>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83"/>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94" name="Google Shape;11294;p83"/>
          <p:cNvGrpSpPr/>
          <p:nvPr/>
        </p:nvGrpSpPr>
        <p:grpSpPr>
          <a:xfrm>
            <a:off x="4978796" y="2078771"/>
            <a:ext cx="661339" cy="661188"/>
            <a:chOff x="3990000" y="975400"/>
            <a:chExt cx="3934200" cy="3933300"/>
          </a:xfrm>
        </p:grpSpPr>
        <p:sp>
          <p:nvSpPr>
            <p:cNvPr id="11295" name="Google Shape;11295;p83"/>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3"/>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83"/>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3"/>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9" name="Google Shape;11299;p83"/>
          <p:cNvGrpSpPr/>
          <p:nvPr/>
        </p:nvGrpSpPr>
        <p:grpSpPr>
          <a:xfrm>
            <a:off x="6622444" y="2057409"/>
            <a:ext cx="868881" cy="684241"/>
            <a:chOff x="6598259" y="2078634"/>
            <a:chExt cx="868881" cy="684241"/>
          </a:xfrm>
        </p:grpSpPr>
        <p:sp>
          <p:nvSpPr>
            <p:cNvPr id="11300" name="Google Shape;11300;p83"/>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83"/>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83"/>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83"/>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83"/>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3"/>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6" name="Google Shape;11306;p83"/>
            <p:cNvGrpSpPr/>
            <p:nvPr/>
          </p:nvGrpSpPr>
          <p:grpSpPr>
            <a:xfrm>
              <a:off x="6808175" y="2078634"/>
              <a:ext cx="452229" cy="684241"/>
              <a:chOff x="6808175" y="2078634"/>
              <a:chExt cx="452229" cy="684241"/>
            </a:xfrm>
          </p:grpSpPr>
          <p:sp>
            <p:nvSpPr>
              <p:cNvPr id="11307" name="Google Shape;11307;p83"/>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3"/>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3"/>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83"/>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83"/>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83"/>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3" name="Google Shape;11313;p83"/>
              <p:cNvGrpSpPr/>
              <p:nvPr/>
            </p:nvGrpSpPr>
            <p:grpSpPr>
              <a:xfrm>
                <a:off x="6821586" y="2078634"/>
                <a:ext cx="426871" cy="684241"/>
                <a:chOff x="6821586" y="2078634"/>
                <a:chExt cx="426871" cy="684241"/>
              </a:xfrm>
            </p:grpSpPr>
            <p:grpSp>
              <p:nvGrpSpPr>
                <p:cNvPr id="11314" name="Google Shape;11314;p83"/>
                <p:cNvGrpSpPr/>
                <p:nvPr/>
              </p:nvGrpSpPr>
              <p:grpSpPr>
                <a:xfrm>
                  <a:off x="6821586" y="2078634"/>
                  <a:ext cx="426871" cy="684241"/>
                  <a:chOff x="6821586" y="2078634"/>
                  <a:chExt cx="426871" cy="684241"/>
                </a:xfrm>
              </p:grpSpPr>
              <p:sp>
                <p:nvSpPr>
                  <p:cNvPr id="11315" name="Google Shape;11315;p83"/>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83"/>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3"/>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3"/>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3"/>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3"/>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3"/>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3"/>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3"/>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83"/>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3"/>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3"/>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83"/>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83"/>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83"/>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3"/>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3"/>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83"/>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83"/>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4" name="Google Shape;11334;p83"/>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3"/>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3"/>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3"/>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83"/>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83"/>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340" name="Google Shape;11340;p83"/>
          <p:cNvGrpSpPr/>
          <p:nvPr/>
        </p:nvGrpSpPr>
        <p:grpSpPr>
          <a:xfrm>
            <a:off x="5795610" y="2063018"/>
            <a:ext cx="671358" cy="671358"/>
            <a:chOff x="6535625" y="760425"/>
            <a:chExt cx="1665900" cy="1665900"/>
          </a:xfrm>
        </p:grpSpPr>
        <p:sp>
          <p:nvSpPr>
            <p:cNvPr id="11341" name="Google Shape;11341;p83"/>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83"/>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83"/>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3"/>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5" name="Google Shape;11345;p83"/>
          <p:cNvGrpSpPr/>
          <p:nvPr/>
        </p:nvGrpSpPr>
        <p:grpSpPr>
          <a:xfrm>
            <a:off x="732427" y="3731418"/>
            <a:ext cx="1340789" cy="640830"/>
            <a:chOff x="238125" y="1151100"/>
            <a:chExt cx="7139450" cy="3412300"/>
          </a:xfrm>
        </p:grpSpPr>
        <p:sp>
          <p:nvSpPr>
            <p:cNvPr id="11346" name="Google Shape;11346;p83"/>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83"/>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83"/>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3"/>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83"/>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83"/>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3"/>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3"/>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3"/>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83"/>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83"/>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3"/>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8" name="Google Shape;11358;p83"/>
          <p:cNvGrpSpPr/>
          <p:nvPr/>
        </p:nvGrpSpPr>
        <p:grpSpPr>
          <a:xfrm>
            <a:off x="5599650" y="2934699"/>
            <a:ext cx="985357" cy="585764"/>
            <a:chOff x="5145061" y="2881789"/>
            <a:chExt cx="1107641" cy="658458"/>
          </a:xfrm>
        </p:grpSpPr>
        <p:grpSp>
          <p:nvGrpSpPr>
            <p:cNvPr id="11359" name="Google Shape;11359;p83"/>
            <p:cNvGrpSpPr/>
            <p:nvPr/>
          </p:nvGrpSpPr>
          <p:grpSpPr>
            <a:xfrm>
              <a:off x="5722989" y="3244587"/>
              <a:ext cx="529713" cy="295659"/>
              <a:chOff x="5722989" y="3244587"/>
              <a:chExt cx="529713" cy="295659"/>
            </a:xfrm>
          </p:grpSpPr>
          <p:sp>
            <p:nvSpPr>
              <p:cNvPr id="11360" name="Google Shape;11360;p83"/>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361" name="Google Shape;11361;p83"/>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1362" name="Google Shape;11362;p83"/>
            <p:cNvGrpSpPr/>
            <p:nvPr/>
          </p:nvGrpSpPr>
          <p:grpSpPr>
            <a:xfrm>
              <a:off x="5145061" y="3244587"/>
              <a:ext cx="536807" cy="295659"/>
              <a:chOff x="5145061" y="3244587"/>
              <a:chExt cx="536807" cy="295659"/>
            </a:xfrm>
          </p:grpSpPr>
          <p:sp>
            <p:nvSpPr>
              <p:cNvPr id="11363" name="Google Shape;11363;p83"/>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364" name="Google Shape;11364;p83"/>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1365" name="Google Shape;11365;p83"/>
            <p:cNvGrpSpPr/>
            <p:nvPr/>
          </p:nvGrpSpPr>
          <p:grpSpPr>
            <a:xfrm>
              <a:off x="5341327" y="2898245"/>
              <a:ext cx="532309" cy="614891"/>
              <a:chOff x="5341327" y="2898245"/>
              <a:chExt cx="532309" cy="614891"/>
            </a:xfrm>
          </p:grpSpPr>
          <p:sp>
            <p:nvSpPr>
              <p:cNvPr id="11366" name="Google Shape;11366;p83"/>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367" name="Google Shape;11367;p83"/>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1368" name="Google Shape;11368;p83"/>
            <p:cNvGrpSpPr/>
            <p:nvPr/>
          </p:nvGrpSpPr>
          <p:grpSpPr>
            <a:xfrm>
              <a:off x="5532290" y="2881789"/>
              <a:ext cx="620516" cy="305456"/>
              <a:chOff x="5532290" y="2881789"/>
              <a:chExt cx="620516" cy="305456"/>
            </a:xfrm>
          </p:grpSpPr>
          <p:sp>
            <p:nvSpPr>
              <p:cNvPr id="11369" name="Google Shape;11369;p83"/>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370" name="Google Shape;11370;p83"/>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1371" name="Google Shape;11371;p83"/>
          <p:cNvGrpSpPr/>
          <p:nvPr/>
        </p:nvGrpSpPr>
        <p:grpSpPr>
          <a:xfrm>
            <a:off x="8178573" y="3726757"/>
            <a:ext cx="269068" cy="645491"/>
            <a:chOff x="7026852" y="3311869"/>
            <a:chExt cx="434331" cy="1041954"/>
          </a:xfrm>
        </p:grpSpPr>
        <p:sp>
          <p:nvSpPr>
            <p:cNvPr id="11372" name="Google Shape;11372;p83"/>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83"/>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3"/>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5" name="Google Shape;11375;p83"/>
          <p:cNvGrpSpPr/>
          <p:nvPr/>
        </p:nvGrpSpPr>
        <p:grpSpPr>
          <a:xfrm>
            <a:off x="6195154" y="3765995"/>
            <a:ext cx="293882" cy="293836"/>
            <a:chOff x="4873519" y="3311869"/>
            <a:chExt cx="499374" cy="499296"/>
          </a:xfrm>
        </p:grpSpPr>
        <p:sp>
          <p:nvSpPr>
            <p:cNvPr id="11376" name="Google Shape;11376;p83"/>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83"/>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8" name="Google Shape;11378;p83"/>
          <p:cNvGrpSpPr/>
          <p:nvPr/>
        </p:nvGrpSpPr>
        <p:grpSpPr>
          <a:xfrm>
            <a:off x="6195154" y="4078366"/>
            <a:ext cx="293882" cy="293882"/>
            <a:chOff x="4873519" y="3875839"/>
            <a:chExt cx="499374" cy="499374"/>
          </a:xfrm>
        </p:grpSpPr>
        <p:sp>
          <p:nvSpPr>
            <p:cNvPr id="11379" name="Google Shape;11379;p83"/>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3"/>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1" name="Google Shape;11381;p83"/>
          <p:cNvGrpSpPr/>
          <p:nvPr/>
        </p:nvGrpSpPr>
        <p:grpSpPr>
          <a:xfrm>
            <a:off x="2425681" y="2050319"/>
            <a:ext cx="698104" cy="698208"/>
            <a:chOff x="2565073" y="2075876"/>
            <a:chExt cx="672482" cy="672518"/>
          </a:xfrm>
        </p:grpSpPr>
        <p:sp>
          <p:nvSpPr>
            <p:cNvPr id="11382" name="Google Shape;11382;p83"/>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83"/>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3"/>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83"/>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83"/>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83"/>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8" name="Google Shape;11388;p83"/>
          <p:cNvGrpSpPr/>
          <p:nvPr/>
        </p:nvGrpSpPr>
        <p:grpSpPr>
          <a:xfrm>
            <a:off x="5649092" y="3734919"/>
            <a:ext cx="438354" cy="637329"/>
            <a:chOff x="1697726" y="3244179"/>
            <a:chExt cx="788124" cy="1146069"/>
          </a:xfrm>
        </p:grpSpPr>
        <p:sp>
          <p:nvSpPr>
            <p:cNvPr id="11389" name="Google Shape;11389;p83"/>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83"/>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1" name="Google Shape;11391;p83"/>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2" name="Google Shape;11392;p83"/>
          <p:cNvGrpSpPr/>
          <p:nvPr/>
        </p:nvGrpSpPr>
        <p:grpSpPr>
          <a:xfrm>
            <a:off x="7650306" y="2063282"/>
            <a:ext cx="799565" cy="670282"/>
            <a:chOff x="7617850" y="2063282"/>
            <a:chExt cx="799565" cy="670282"/>
          </a:xfrm>
        </p:grpSpPr>
        <p:cxnSp>
          <p:nvCxnSpPr>
            <p:cNvPr id="11393" name="Google Shape;11393;p83"/>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394" name="Google Shape;11394;p83"/>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395" name="Google Shape;11395;p83"/>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396" name="Google Shape;11396;p83"/>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397" name="Google Shape;11397;p83"/>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1398" name="Google Shape;11398;p83"/>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1399" name="Google Shape;11399;p83"/>
            <p:cNvGrpSpPr/>
            <p:nvPr/>
          </p:nvGrpSpPr>
          <p:grpSpPr>
            <a:xfrm>
              <a:off x="7734309" y="2063282"/>
              <a:ext cx="570957" cy="620095"/>
              <a:chOff x="7734309" y="2063282"/>
              <a:chExt cx="570957" cy="620095"/>
            </a:xfrm>
          </p:grpSpPr>
          <p:grpSp>
            <p:nvGrpSpPr>
              <p:cNvPr id="11400" name="Google Shape;11400;p83"/>
              <p:cNvGrpSpPr/>
              <p:nvPr/>
            </p:nvGrpSpPr>
            <p:grpSpPr>
              <a:xfrm>
                <a:off x="8031573" y="2063282"/>
                <a:ext cx="273693" cy="620095"/>
                <a:chOff x="8031573" y="2063282"/>
                <a:chExt cx="273693" cy="620095"/>
              </a:xfrm>
            </p:grpSpPr>
            <p:sp>
              <p:nvSpPr>
                <p:cNvPr id="11401" name="Google Shape;11401;p83"/>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3"/>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3"/>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83"/>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5" name="Google Shape;11405;p83"/>
              <p:cNvGrpSpPr/>
              <p:nvPr/>
            </p:nvGrpSpPr>
            <p:grpSpPr>
              <a:xfrm flipH="1">
                <a:off x="7734309" y="2063282"/>
                <a:ext cx="273693" cy="620095"/>
                <a:chOff x="8031573" y="2063282"/>
                <a:chExt cx="273693" cy="620095"/>
              </a:xfrm>
            </p:grpSpPr>
            <p:sp>
              <p:nvSpPr>
                <p:cNvPr id="11406" name="Google Shape;11406;p83"/>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3"/>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3"/>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3"/>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1410" name="Google Shape;11410;p83"/>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3"/>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2" name="Google Shape;11412;p83"/>
          <p:cNvGrpSpPr/>
          <p:nvPr/>
        </p:nvGrpSpPr>
        <p:grpSpPr>
          <a:xfrm>
            <a:off x="7836913" y="2916765"/>
            <a:ext cx="602567" cy="601884"/>
            <a:chOff x="1186975" y="238125"/>
            <a:chExt cx="5244275" cy="5238325"/>
          </a:xfrm>
        </p:grpSpPr>
        <p:sp>
          <p:nvSpPr>
            <p:cNvPr id="11413" name="Google Shape;11413;p83"/>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83"/>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83"/>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3"/>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7" name="Google Shape;11417;p83"/>
          <p:cNvGrpSpPr/>
          <p:nvPr/>
        </p:nvGrpSpPr>
        <p:grpSpPr>
          <a:xfrm>
            <a:off x="3279650" y="2056249"/>
            <a:ext cx="651848" cy="687338"/>
            <a:chOff x="3400515" y="2056248"/>
            <a:chExt cx="698134" cy="735987"/>
          </a:xfrm>
        </p:grpSpPr>
        <p:grpSp>
          <p:nvGrpSpPr>
            <p:cNvPr id="11418" name="Google Shape;11418;p83"/>
            <p:cNvGrpSpPr/>
            <p:nvPr/>
          </p:nvGrpSpPr>
          <p:grpSpPr>
            <a:xfrm>
              <a:off x="3400515" y="2283913"/>
              <a:ext cx="312919" cy="219900"/>
              <a:chOff x="3400515" y="2283913"/>
              <a:chExt cx="312919" cy="219900"/>
            </a:xfrm>
          </p:grpSpPr>
          <p:sp>
            <p:nvSpPr>
              <p:cNvPr id="11419" name="Google Shape;11419;p83"/>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420" name="Google Shape;11420;p83"/>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11421" name="Google Shape;11421;p83"/>
            <p:cNvGrpSpPr/>
            <p:nvPr/>
          </p:nvGrpSpPr>
          <p:grpSpPr>
            <a:xfrm>
              <a:off x="3547823" y="2461089"/>
              <a:ext cx="219900" cy="331146"/>
              <a:chOff x="3547823" y="2461089"/>
              <a:chExt cx="219900" cy="331146"/>
            </a:xfrm>
          </p:grpSpPr>
          <p:sp>
            <p:nvSpPr>
              <p:cNvPr id="11422" name="Google Shape;11422;p83"/>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423" name="Google Shape;11423;p83"/>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11424" name="Google Shape;11424;p83"/>
            <p:cNvGrpSpPr/>
            <p:nvPr/>
          </p:nvGrpSpPr>
          <p:grpSpPr>
            <a:xfrm>
              <a:off x="3734138" y="2461089"/>
              <a:ext cx="219900" cy="331146"/>
              <a:chOff x="3734138" y="2461089"/>
              <a:chExt cx="219900" cy="331146"/>
            </a:xfrm>
          </p:grpSpPr>
          <p:sp>
            <p:nvSpPr>
              <p:cNvPr id="11425" name="Google Shape;11425;p83"/>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426" name="Google Shape;11426;p83"/>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11427" name="Google Shape;11427;p83"/>
            <p:cNvGrpSpPr/>
            <p:nvPr/>
          </p:nvGrpSpPr>
          <p:grpSpPr>
            <a:xfrm>
              <a:off x="3787560" y="2281742"/>
              <a:ext cx="311089" cy="219900"/>
              <a:chOff x="3787560" y="2281742"/>
              <a:chExt cx="311089" cy="219900"/>
            </a:xfrm>
          </p:grpSpPr>
          <p:sp>
            <p:nvSpPr>
              <p:cNvPr id="11428" name="Google Shape;11428;p83"/>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429" name="Google Shape;11429;p83"/>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11430" name="Google Shape;11430;p83"/>
            <p:cNvGrpSpPr/>
            <p:nvPr/>
          </p:nvGrpSpPr>
          <p:grpSpPr>
            <a:xfrm>
              <a:off x="3637290" y="2056248"/>
              <a:ext cx="219900" cy="330736"/>
              <a:chOff x="3637290" y="2056248"/>
              <a:chExt cx="219900" cy="330736"/>
            </a:xfrm>
          </p:grpSpPr>
          <p:sp>
            <p:nvSpPr>
              <p:cNvPr id="11431" name="Google Shape;11431;p83"/>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1432" name="Google Shape;11432;p83"/>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11433" name="Google Shape;11433;p83"/>
          <p:cNvGrpSpPr/>
          <p:nvPr/>
        </p:nvGrpSpPr>
        <p:grpSpPr>
          <a:xfrm>
            <a:off x="2571356" y="2926255"/>
            <a:ext cx="1268144" cy="592394"/>
            <a:chOff x="238125" y="1188750"/>
            <a:chExt cx="7140450" cy="3335550"/>
          </a:xfrm>
        </p:grpSpPr>
        <p:sp>
          <p:nvSpPr>
            <p:cNvPr id="11434" name="Google Shape;11434;p83"/>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3"/>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3"/>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3"/>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3"/>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9" name="Google Shape;11439;p83"/>
          <p:cNvGrpSpPr/>
          <p:nvPr/>
        </p:nvGrpSpPr>
        <p:grpSpPr>
          <a:xfrm>
            <a:off x="6679257" y="2928410"/>
            <a:ext cx="1053944" cy="590147"/>
            <a:chOff x="238125" y="1335475"/>
            <a:chExt cx="5418735" cy="3034175"/>
          </a:xfrm>
        </p:grpSpPr>
        <p:sp>
          <p:nvSpPr>
            <p:cNvPr id="11440" name="Google Shape;11440;p83"/>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3"/>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3"/>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3" name="Google Shape;11443;p83"/>
          <p:cNvGrpSpPr/>
          <p:nvPr/>
        </p:nvGrpSpPr>
        <p:grpSpPr>
          <a:xfrm>
            <a:off x="4110066" y="3733309"/>
            <a:ext cx="1268207" cy="638939"/>
            <a:chOff x="3967651" y="3645904"/>
            <a:chExt cx="1479304" cy="745292"/>
          </a:xfrm>
        </p:grpSpPr>
        <p:grpSp>
          <p:nvGrpSpPr>
            <p:cNvPr id="11444" name="Google Shape;11444;p83"/>
            <p:cNvGrpSpPr/>
            <p:nvPr/>
          </p:nvGrpSpPr>
          <p:grpSpPr>
            <a:xfrm>
              <a:off x="3967651" y="4009026"/>
              <a:ext cx="1479304" cy="382170"/>
              <a:chOff x="3967651" y="4009026"/>
              <a:chExt cx="1479304" cy="382170"/>
            </a:xfrm>
          </p:grpSpPr>
          <p:grpSp>
            <p:nvGrpSpPr>
              <p:cNvPr id="11445" name="Google Shape;11445;p83"/>
              <p:cNvGrpSpPr/>
              <p:nvPr/>
            </p:nvGrpSpPr>
            <p:grpSpPr>
              <a:xfrm>
                <a:off x="4892216" y="4195630"/>
                <a:ext cx="554739" cy="195566"/>
                <a:chOff x="3604375" y="4892160"/>
                <a:chExt cx="1651500" cy="582215"/>
              </a:xfrm>
            </p:grpSpPr>
            <p:sp>
              <p:nvSpPr>
                <p:cNvPr id="11446" name="Google Shape;11446;p83"/>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83"/>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8" name="Google Shape;11448;p83"/>
              <p:cNvGrpSpPr/>
              <p:nvPr/>
            </p:nvGrpSpPr>
            <p:grpSpPr>
              <a:xfrm>
                <a:off x="3967651" y="4146303"/>
                <a:ext cx="579402" cy="244893"/>
                <a:chOff x="851875" y="4745310"/>
                <a:chExt cx="1724925" cy="729065"/>
              </a:xfrm>
            </p:grpSpPr>
            <p:sp>
              <p:nvSpPr>
                <p:cNvPr id="11449" name="Google Shape;11449;p83"/>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3"/>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1" name="Google Shape;11451;p83"/>
              <p:cNvGrpSpPr/>
              <p:nvPr/>
            </p:nvGrpSpPr>
            <p:grpSpPr>
              <a:xfrm>
                <a:off x="4460753" y="4009026"/>
                <a:ext cx="493110" cy="382170"/>
                <a:chOff x="2319875" y="4336625"/>
                <a:chExt cx="1468025" cy="1137750"/>
              </a:xfrm>
            </p:grpSpPr>
            <p:sp>
              <p:nvSpPr>
                <p:cNvPr id="11452" name="Google Shape;11452;p83"/>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3"/>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54" name="Google Shape;11454;p83"/>
            <p:cNvGrpSpPr/>
            <p:nvPr/>
          </p:nvGrpSpPr>
          <p:grpSpPr>
            <a:xfrm>
              <a:off x="4479443" y="3645904"/>
              <a:ext cx="455965" cy="388789"/>
              <a:chOff x="2957425" y="238100"/>
              <a:chExt cx="1910200" cy="1628775"/>
            </a:xfrm>
          </p:grpSpPr>
          <p:sp>
            <p:nvSpPr>
              <p:cNvPr id="11455" name="Google Shape;11455;p83"/>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3"/>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3"/>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3"/>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3"/>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3"/>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3"/>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3"/>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3"/>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3"/>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65" name="Google Shape;11465;p83"/>
          <p:cNvGrpSpPr/>
          <p:nvPr/>
        </p:nvGrpSpPr>
        <p:grpSpPr>
          <a:xfrm>
            <a:off x="2496179" y="3734510"/>
            <a:ext cx="1243128" cy="637739"/>
            <a:chOff x="2496310" y="3693351"/>
            <a:chExt cx="1342906" cy="688926"/>
          </a:xfrm>
        </p:grpSpPr>
        <p:grpSp>
          <p:nvGrpSpPr>
            <p:cNvPr id="11466" name="Google Shape;11466;p83"/>
            <p:cNvGrpSpPr/>
            <p:nvPr/>
          </p:nvGrpSpPr>
          <p:grpSpPr>
            <a:xfrm>
              <a:off x="2496310" y="3693351"/>
              <a:ext cx="1342906" cy="688875"/>
              <a:chOff x="2496310" y="3693351"/>
              <a:chExt cx="1342906" cy="688875"/>
            </a:xfrm>
          </p:grpSpPr>
          <p:sp>
            <p:nvSpPr>
              <p:cNvPr id="11467" name="Google Shape;11467;p83"/>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3"/>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3"/>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83"/>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3"/>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3"/>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73" name="Google Shape;11473;p83"/>
              <p:cNvCxnSpPr>
                <a:stCxn id="11471"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11474" name="Google Shape;11474;p83"/>
              <p:cNvCxnSpPr>
                <a:stCxn id="11468"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11475" name="Google Shape;11475;p83"/>
              <p:cNvCxnSpPr>
                <a:stCxn id="11469"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1476" name="Google Shape;11476;p83"/>
              <p:cNvCxnSpPr>
                <a:stCxn id="11472"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1477" name="Google Shape;11477;p83"/>
              <p:cNvCxnSpPr>
                <a:stCxn id="11470"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1478" name="Google Shape;11478;p83"/>
            <p:cNvGrpSpPr/>
            <p:nvPr/>
          </p:nvGrpSpPr>
          <p:grpSpPr>
            <a:xfrm>
              <a:off x="2675275" y="3930557"/>
              <a:ext cx="1003306" cy="451719"/>
              <a:chOff x="2675275" y="4174282"/>
              <a:chExt cx="1003306" cy="451719"/>
            </a:xfrm>
          </p:grpSpPr>
          <p:sp>
            <p:nvSpPr>
              <p:cNvPr id="11479" name="Google Shape;11479;p83"/>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3"/>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83"/>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82" name="Google Shape;11482;p83"/>
          <p:cNvGrpSpPr/>
          <p:nvPr/>
        </p:nvGrpSpPr>
        <p:grpSpPr>
          <a:xfrm>
            <a:off x="1669850" y="1171356"/>
            <a:ext cx="574511" cy="874709"/>
            <a:chOff x="1715404" y="1112080"/>
            <a:chExt cx="642270" cy="977984"/>
          </a:xfrm>
        </p:grpSpPr>
        <p:grpSp>
          <p:nvGrpSpPr>
            <p:cNvPr id="11483" name="Google Shape;11483;p83"/>
            <p:cNvGrpSpPr/>
            <p:nvPr/>
          </p:nvGrpSpPr>
          <p:grpSpPr>
            <a:xfrm>
              <a:off x="1715404" y="1112080"/>
              <a:ext cx="642270" cy="977984"/>
              <a:chOff x="1715404" y="1112080"/>
              <a:chExt cx="642270" cy="977984"/>
            </a:xfrm>
          </p:grpSpPr>
          <p:sp>
            <p:nvSpPr>
              <p:cNvPr id="11484" name="Google Shape;11484;p83"/>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83"/>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6" name="Google Shape;11486;p83"/>
            <p:cNvGrpSpPr/>
            <p:nvPr/>
          </p:nvGrpSpPr>
          <p:grpSpPr>
            <a:xfrm>
              <a:off x="1768927" y="1165603"/>
              <a:ext cx="535225" cy="851367"/>
              <a:chOff x="1768927" y="1165603"/>
              <a:chExt cx="535225" cy="851367"/>
            </a:xfrm>
          </p:grpSpPr>
          <p:sp>
            <p:nvSpPr>
              <p:cNvPr id="11487" name="Google Shape;11487;p83"/>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3"/>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9" name="Google Shape;11489;p83"/>
            <p:cNvGrpSpPr/>
            <p:nvPr/>
          </p:nvGrpSpPr>
          <p:grpSpPr>
            <a:xfrm>
              <a:off x="1822449" y="1219125"/>
              <a:ext cx="428180" cy="718859"/>
              <a:chOff x="1822449" y="1219125"/>
              <a:chExt cx="428180" cy="718859"/>
            </a:xfrm>
          </p:grpSpPr>
          <p:sp>
            <p:nvSpPr>
              <p:cNvPr id="11490" name="Google Shape;11490;p83"/>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3"/>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2" name="Google Shape;11492;p83"/>
            <p:cNvGrpSpPr/>
            <p:nvPr/>
          </p:nvGrpSpPr>
          <p:grpSpPr>
            <a:xfrm>
              <a:off x="1875972" y="1272648"/>
              <a:ext cx="321135" cy="586939"/>
              <a:chOff x="1875972" y="1272648"/>
              <a:chExt cx="321135" cy="586939"/>
            </a:xfrm>
          </p:grpSpPr>
          <p:sp>
            <p:nvSpPr>
              <p:cNvPr id="11493" name="Google Shape;11493;p83"/>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3"/>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95" name="Google Shape;11495;p83"/>
          <p:cNvGrpSpPr/>
          <p:nvPr/>
        </p:nvGrpSpPr>
        <p:grpSpPr>
          <a:xfrm>
            <a:off x="7777011" y="3728078"/>
            <a:ext cx="293855" cy="644170"/>
            <a:chOff x="241025" y="3151575"/>
            <a:chExt cx="293855" cy="644170"/>
          </a:xfrm>
        </p:grpSpPr>
        <p:sp>
          <p:nvSpPr>
            <p:cNvPr id="11496" name="Google Shape;11496;p83"/>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3"/>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8" name="Google Shape;11498;p83"/>
          <p:cNvGrpSpPr/>
          <p:nvPr/>
        </p:nvGrpSpPr>
        <p:grpSpPr>
          <a:xfrm>
            <a:off x="724994" y="2928078"/>
            <a:ext cx="1779649" cy="591620"/>
            <a:chOff x="246070" y="1983375"/>
            <a:chExt cx="1855347" cy="616849"/>
          </a:xfrm>
        </p:grpSpPr>
        <p:sp>
          <p:nvSpPr>
            <p:cNvPr id="11499" name="Google Shape;11499;p83"/>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83"/>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3"/>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3"/>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3"/>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3"/>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3"/>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3"/>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3"/>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8" name="Google Shape;11508;p83"/>
          <p:cNvGrpSpPr/>
          <p:nvPr/>
        </p:nvGrpSpPr>
        <p:grpSpPr>
          <a:xfrm>
            <a:off x="2335861" y="1171356"/>
            <a:ext cx="711055" cy="745993"/>
            <a:chOff x="2496269" y="1171698"/>
            <a:chExt cx="761953" cy="799392"/>
          </a:xfrm>
        </p:grpSpPr>
        <p:grpSp>
          <p:nvGrpSpPr>
            <p:cNvPr id="11509" name="Google Shape;11509;p83"/>
            <p:cNvGrpSpPr/>
            <p:nvPr/>
          </p:nvGrpSpPr>
          <p:grpSpPr>
            <a:xfrm>
              <a:off x="2496269" y="1171698"/>
              <a:ext cx="761953" cy="723022"/>
              <a:chOff x="2496269" y="1171698"/>
              <a:chExt cx="761953" cy="723022"/>
            </a:xfrm>
          </p:grpSpPr>
          <p:sp>
            <p:nvSpPr>
              <p:cNvPr id="11510" name="Google Shape;11510;p83"/>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3"/>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12" name="Google Shape;11512;p83"/>
              <p:cNvGrpSpPr/>
              <p:nvPr/>
            </p:nvGrpSpPr>
            <p:grpSpPr>
              <a:xfrm>
                <a:off x="2496269" y="1171698"/>
                <a:ext cx="761953" cy="723022"/>
                <a:chOff x="2496269" y="1120652"/>
                <a:chExt cx="761953" cy="723022"/>
              </a:xfrm>
            </p:grpSpPr>
            <p:grpSp>
              <p:nvGrpSpPr>
                <p:cNvPr id="11513" name="Google Shape;11513;p83"/>
                <p:cNvGrpSpPr/>
                <p:nvPr/>
              </p:nvGrpSpPr>
              <p:grpSpPr>
                <a:xfrm>
                  <a:off x="2496269" y="1120652"/>
                  <a:ext cx="761953" cy="723022"/>
                  <a:chOff x="2496269" y="1120652"/>
                  <a:chExt cx="761953" cy="723022"/>
                </a:xfrm>
              </p:grpSpPr>
              <p:grpSp>
                <p:nvGrpSpPr>
                  <p:cNvPr id="11514" name="Google Shape;11514;p83"/>
                  <p:cNvGrpSpPr/>
                  <p:nvPr/>
                </p:nvGrpSpPr>
                <p:grpSpPr>
                  <a:xfrm>
                    <a:off x="2496269" y="1304589"/>
                    <a:ext cx="407089" cy="305057"/>
                    <a:chOff x="2496269" y="1304589"/>
                    <a:chExt cx="407089" cy="305057"/>
                  </a:xfrm>
                </p:grpSpPr>
                <p:sp>
                  <p:nvSpPr>
                    <p:cNvPr id="11515" name="Google Shape;11515;p83"/>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3"/>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7" name="Google Shape;11517;p83"/>
                  <p:cNvGrpSpPr/>
                  <p:nvPr/>
                </p:nvGrpSpPr>
                <p:grpSpPr>
                  <a:xfrm>
                    <a:off x="2586468" y="1493376"/>
                    <a:ext cx="358850" cy="349656"/>
                    <a:chOff x="2586468" y="1493376"/>
                    <a:chExt cx="358850" cy="349656"/>
                  </a:xfrm>
                </p:grpSpPr>
                <p:sp>
                  <p:nvSpPr>
                    <p:cNvPr id="11518" name="Google Shape;11518;p83"/>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3"/>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0" name="Google Shape;11520;p83"/>
                  <p:cNvGrpSpPr/>
                  <p:nvPr/>
                </p:nvGrpSpPr>
                <p:grpSpPr>
                  <a:xfrm>
                    <a:off x="2807939" y="1494024"/>
                    <a:ext cx="358857" cy="349650"/>
                    <a:chOff x="2807939" y="1494024"/>
                    <a:chExt cx="358857" cy="349650"/>
                  </a:xfrm>
                </p:grpSpPr>
                <p:sp>
                  <p:nvSpPr>
                    <p:cNvPr id="11521" name="Google Shape;11521;p83"/>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3"/>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3" name="Google Shape;11523;p83"/>
                  <p:cNvGrpSpPr/>
                  <p:nvPr/>
                </p:nvGrpSpPr>
                <p:grpSpPr>
                  <a:xfrm>
                    <a:off x="2851133" y="1305635"/>
                    <a:ext cx="407089" cy="305057"/>
                    <a:chOff x="2851133" y="1305635"/>
                    <a:chExt cx="407089" cy="305057"/>
                  </a:xfrm>
                </p:grpSpPr>
                <p:sp>
                  <p:nvSpPr>
                    <p:cNvPr id="11524" name="Google Shape;11524;p83"/>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83"/>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6" name="Google Shape;11526;p83"/>
                  <p:cNvGrpSpPr/>
                  <p:nvPr/>
                </p:nvGrpSpPr>
                <p:grpSpPr>
                  <a:xfrm>
                    <a:off x="2727495" y="1120652"/>
                    <a:ext cx="300271" cy="396358"/>
                    <a:chOff x="2727495" y="1120652"/>
                    <a:chExt cx="300271" cy="396358"/>
                  </a:xfrm>
                </p:grpSpPr>
                <p:sp>
                  <p:nvSpPr>
                    <p:cNvPr id="11527" name="Google Shape;11527;p83"/>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3"/>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29" name="Google Shape;11529;p83"/>
                <p:cNvGrpSpPr/>
                <p:nvPr/>
              </p:nvGrpSpPr>
              <p:grpSpPr>
                <a:xfrm>
                  <a:off x="2722305" y="1350460"/>
                  <a:ext cx="308357" cy="308344"/>
                  <a:chOff x="2722305" y="1350460"/>
                  <a:chExt cx="308357" cy="308344"/>
                </a:xfrm>
              </p:grpSpPr>
              <p:sp>
                <p:nvSpPr>
                  <p:cNvPr id="11530" name="Google Shape;11530;p83"/>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1" name="Google Shape;11531;p83"/>
                  <p:cNvGrpSpPr/>
                  <p:nvPr/>
                </p:nvGrpSpPr>
                <p:grpSpPr>
                  <a:xfrm>
                    <a:off x="2725064" y="1364529"/>
                    <a:ext cx="297954" cy="280182"/>
                    <a:chOff x="2725064" y="1364529"/>
                    <a:chExt cx="297954" cy="280182"/>
                  </a:xfrm>
                </p:grpSpPr>
                <p:sp>
                  <p:nvSpPr>
                    <p:cNvPr id="11532" name="Google Shape;11532;p83"/>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83"/>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83"/>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83"/>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83"/>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1537" name="Google Shape;11537;p83"/>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83"/>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3"/>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3"/>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3"/>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2" name="Google Shape;11542;p83"/>
          <p:cNvGrpSpPr/>
          <p:nvPr/>
        </p:nvGrpSpPr>
        <p:grpSpPr>
          <a:xfrm>
            <a:off x="3924561" y="2927462"/>
            <a:ext cx="1569144" cy="591015"/>
            <a:chOff x="3820100" y="3023049"/>
            <a:chExt cx="1303926" cy="491162"/>
          </a:xfrm>
        </p:grpSpPr>
        <p:grpSp>
          <p:nvGrpSpPr>
            <p:cNvPr id="11543" name="Google Shape;11543;p83"/>
            <p:cNvGrpSpPr/>
            <p:nvPr/>
          </p:nvGrpSpPr>
          <p:grpSpPr>
            <a:xfrm>
              <a:off x="3820100" y="3023072"/>
              <a:ext cx="1303926" cy="491139"/>
              <a:chOff x="3820100" y="3023072"/>
              <a:chExt cx="1303926" cy="491139"/>
            </a:xfrm>
          </p:grpSpPr>
          <p:sp>
            <p:nvSpPr>
              <p:cNvPr id="11544" name="Google Shape;11544;p83"/>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3"/>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6" name="Google Shape;11546;p83"/>
            <p:cNvGrpSpPr/>
            <p:nvPr/>
          </p:nvGrpSpPr>
          <p:grpSpPr>
            <a:xfrm>
              <a:off x="4132439" y="3023645"/>
              <a:ext cx="393633" cy="177096"/>
              <a:chOff x="4132439" y="3023645"/>
              <a:chExt cx="393633" cy="177096"/>
            </a:xfrm>
          </p:grpSpPr>
          <p:sp>
            <p:nvSpPr>
              <p:cNvPr id="11547" name="Google Shape;11547;p83"/>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83"/>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9" name="Google Shape;11549;p83"/>
            <p:cNvGrpSpPr/>
            <p:nvPr/>
          </p:nvGrpSpPr>
          <p:grpSpPr>
            <a:xfrm>
              <a:off x="3921811" y="3023049"/>
              <a:ext cx="1002397" cy="388943"/>
              <a:chOff x="3921811" y="3023049"/>
              <a:chExt cx="1002397" cy="388943"/>
            </a:xfrm>
          </p:grpSpPr>
          <p:sp>
            <p:nvSpPr>
              <p:cNvPr id="11550" name="Google Shape;11550;p83"/>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83"/>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2" name="Google Shape;11552;p83"/>
            <p:cNvGrpSpPr/>
            <p:nvPr/>
          </p:nvGrpSpPr>
          <p:grpSpPr>
            <a:xfrm>
              <a:off x="4023645" y="3023049"/>
              <a:ext cx="683032" cy="286722"/>
              <a:chOff x="4023645" y="3023049"/>
              <a:chExt cx="683032" cy="286722"/>
            </a:xfrm>
          </p:grpSpPr>
          <p:sp>
            <p:nvSpPr>
              <p:cNvPr id="11553" name="Google Shape;11553;p83"/>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83"/>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55" name="Google Shape;11555;p83"/>
          <p:cNvGrpSpPr/>
          <p:nvPr/>
        </p:nvGrpSpPr>
        <p:grpSpPr>
          <a:xfrm>
            <a:off x="1556683" y="2054307"/>
            <a:ext cx="713522" cy="688025"/>
            <a:chOff x="1706078" y="2092648"/>
            <a:chExt cx="660913" cy="637296"/>
          </a:xfrm>
        </p:grpSpPr>
        <p:sp>
          <p:nvSpPr>
            <p:cNvPr id="11556" name="Google Shape;11556;p83"/>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7" name="Google Shape;11557;p83"/>
            <p:cNvGrpSpPr/>
            <p:nvPr/>
          </p:nvGrpSpPr>
          <p:grpSpPr>
            <a:xfrm>
              <a:off x="1706078" y="2092648"/>
              <a:ext cx="660913" cy="575241"/>
              <a:chOff x="1706078" y="2092648"/>
              <a:chExt cx="660913" cy="575241"/>
            </a:xfrm>
          </p:grpSpPr>
          <p:sp>
            <p:nvSpPr>
              <p:cNvPr id="11558" name="Google Shape;11558;p83"/>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83"/>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3"/>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61" name="Google Shape;11561;p83"/>
          <p:cNvGrpSpPr/>
          <p:nvPr/>
        </p:nvGrpSpPr>
        <p:grpSpPr>
          <a:xfrm>
            <a:off x="6318542" y="1171856"/>
            <a:ext cx="1317459" cy="684168"/>
            <a:chOff x="238125" y="999450"/>
            <a:chExt cx="7140700" cy="3708225"/>
          </a:xfrm>
        </p:grpSpPr>
        <p:sp>
          <p:nvSpPr>
            <p:cNvPr id="11562" name="Google Shape;11562;p83"/>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83"/>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83"/>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83"/>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83"/>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3"/>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3"/>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83"/>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83"/>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74" name="Shape 11574"/>
        <p:cNvGrpSpPr/>
        <p:nvPr/>
      </p:nvGrpSpPr>
      <p:grpSpPr>
        <a:xfrm>
          <a:off x="0" y="0"/>
          <a:ext cx="0" cy="0"/>
          <a:chOff x="0" y="0"/>
          <a:chExt cx="0" cy="0"/>
        </a:xfrm>
      </p:grpSpPr>
      <p:grpSp>
        <p:nvGrpSpPr>
          <p:cNvPr id="11575" name="Google Shape;11575;p84"/>
          <p:cNvGrpSpPr/>
          <p:nvPr/>
        </p:nvGrpSpPr>
        <p:grpSpPr>
          <a:xfrm>
            <a:off x="729238" y="1179665"/>
            <a:ext cx="1636117" cy="1526144"/>
            <a:chOff x="729238" y="1179665"/>
            <a:chExt cx="1636117" cy="1526144"/>
          </a:xfrm>
        </p:grpSpPr>
        <p:grpSp>
          <p:nvGrpSpPr>
            <p:cNvPr id="11576" name="Google Shape;11576;p84"/>
            <p:cNvGrpSpPr/>
            <p:nvPr/>
          </p:nvGrpSpPr>
          <p:grpSpPr>
            <a:xfrm>
              <a:off x="729238" y="1179665"/>
              <a:ext cx="80700" cy="1526144"/>
              <a:chOff x="729238" y="1179665"/>
              <a:chExt cx="80700" cy="1526144"/>
            </a:xfrm>
          </p:grpSpPr>
          <p:sp>
            <p:nvSpPr>
              <p:cNvPr id="11577" name="Google Shape;11577;p84"/>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84"/>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4"/>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84"/>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84"/>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84"/>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84"/>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84"/>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84"/>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84"/>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7" name="Google Shape;11587;p84"/>
            <p:cNvGrpSpPr/>
            <p:nvPr/>
          </p:nvGrpSpPr>
          <p:grpSpPr>
            <a:xfrm>
              <a:off x="903098" y="1179665"/>
              <a:ext cx="80700" cy="1526144"/>
              <a:chOff x="903098" y="1179665"/>
              <a:chExt cx="80700" cy="1526144"/>
            </a:xfrm>
          </p:grpSpPr>
          <p:sp>
            <p:nvSpPr>
              <p:cNvPr id="11588" name="Google Shape;11588;p84"/>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84"/>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84"/>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4"/>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4"/>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84"/>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84"/>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4"/>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4"/>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4"/>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8" name="Google Shape;11598;p84"/>
            <p:cNvGrpSpPr/>
            <p:nvPr/>
          </p:nvGrpSpPr>
          <p:grpSpPr>
            <a:xfrm>
              <a:off x="1076958" y="1179665"/>
              <a:ext cx="80700" cy="1526144"/>
              <a:chOff x="1076958" y="1179665"/>
              <a:chExt cx="80700" cy="1526144"/>
            </a:xfrm>
          </p:grpSpPr>
          <p:sp>
            <p:nvSpPr>
              <p:cNvPr id="11599" name="Google Shape;11599;p84"/>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4"/>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4"/>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4"/>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84"/>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4"/>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4"/>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4"/>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4"/>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4"/>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9" name="Google Shape;11609;p84"/>
            <p:cNvGrpSpPr/>
            <p:nvPr/>
          </p:nvGrpSpPr>
          <p:grpSpPr>
            <a:xfrm>
              <a:off x="1247707" y="1179665"/>
              <a:ext cx="80700" cy="1526144"/>
              <a:chOff x="1247707" y="1179665"/>
              <a:chExt cx="80700" cy="1526144"/>
            </a:xfrm>
          </p:grpSpPr>
          <p:sp>
            <p:nvSpPr>
              <p:cNvPr id="11610" name="Google Shape;11610;p84"/>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84"/>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84"/>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84"/>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84"/>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84"/>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84"/>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4"/>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4"/>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4"/>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0" name="Google Shape;11620;p84"/>
            <p:cNvGrpSpPr/>
            <p:nvPr/>
          </p:nvGrpSpPr>
          <p:grpSpPr>
            <a:xfrm>
              <a:off x="1421567" y="1179665"/>
              <a:ext cx="80700" cy="1526144"/>
              <a:chOff x="1421567" y="1179665"/>
              <a:chExt cx="80700" cy="1526144"/>
            </a:xfrm>
          </p:grpSpPr>
          <p:sp>
            <p:nvSpPr>
              <p:cNvPr id="11621" name="Google Shape;11621;p84"/>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4"/>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4"/>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4"/>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84"/>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4"/>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4"/>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4"/>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4"/>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84"/>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1" name="Google Shape;11631;p84"/>
            <p:cNvGrpSpPr/>
            <p:nvPr/>
          </p:nvGrpSpPr>
          <p:grpSpPr>
            <a:xfrm>
              <a:off x="1592327" y="1179665"/>
              <a:ext cx="80700" cy="1526144"/>
              <a:chOff x="1592327" y="1179665"/>
              <a:chExt cx="80700" cy="1526144"/>
            </a:xfrm>
          </p:grpSpPr>
          <p:sp>
            <p:nvSpPr>
              <p:cNvPr id="11632" name="Google Shape;11632;p84"/>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4"/>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4"/>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4"/>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84"/>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84"/>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84"/>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84"/>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4"/>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4"/>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2" name="Google Shape;11642;p84"/>
            <p:cNvGrpSpPr/>
            <p:nvPr/>
          </p:nvGrpSpPr>
          <p:grpSpPr>
            <a:xfrm>
              <a:off x="1766187" y="1179665"/>
              <a:ext cx="80700" cy="1526144"/>
              <a:chOff x="1766187" y="1179665"/>
              <a:chExt cx="80700" cy="1526144"/>
            </a:xfrm>
          </p:grpSpPr>
          <p:sp>
            <p:nvSpPr>
              <p:cNvPr id="11643" name="Google Shape;11643;p84"/>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4"/>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4"/>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84"/>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84"/>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84"/>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4"/>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4"/>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4"/>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4"/>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3" name="Google Shape;11653;p84"/>
            <p:cNvGrpSpPr/>
            <p:nvPr/>
          </p:nvGrpSpPr>
          <p:grpSpPr>
            <a:xfrm>
              <a:off x="1936935" y="1179665"/>
              <a:ext cx="80700" cy="1526144"/>
              <a:chOff x="1936935" y="1179665"/>
              <a:chExt cx="80700" cy="1526144"/>
            </a:xfrm>
          </p:grpSpPr>
          <p:sp>
            <p:nvSpPr>
              <p:cNvPr id="11654" name="Google Shape;11654;p84"/>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4"/>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4"/>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4"/>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4"/>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4"/>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4"/>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4"/>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4"/>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4"/>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4" name="Google Shape;11664;p84"/>
            <p:cNvGrpSpPr/>
            <p:nvPr/>
          </p:nvGrpSpPr>
          <p:grpSpPr>
            <a:xfrm>
              <a:off x="2110795" y="1179665"/>
              <a:ext cx="80700" cy="1526144"/>
              <a:chOff x="2110795" y="1179665"/>
              <a:chExt cx="80700" cy="1526144"/>
            </a:xfrm>
          </p:grpSpPr>
          <p:sp>
            <p:nvSpPr>
              <p:cNvPr id="11665" name="Google Shape;11665;p84"/>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4"/>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84"/>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84"/>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4"/>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4"/>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84"/>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84"/>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4"/>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4"/>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5" name="Google Shape;11675;p84"/>
            <p:cNvGrpSpPr/>
            <p:nvPr/>
          </p:nvGrpSpPr>
          <p:grpSpPr>
            <a:xfrm>
              <a:off x="2284655" y="1179665"/>
              <a:ext cx="80700" cy="1526144"/>
              <a:chOff x="2284655" y="1179665"/>
              <a:chExt cx="80700" cy="1526144"/>
            </a:xfrm>
          </p:grpSpPr>
          <p:sp>
            <p:nvSpPr>
              <p:cNvPr id="11676" name="Google Shape;11676;p84"/>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4"/>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4"/>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4"/>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4"/>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4"/>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4"/>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4"/>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4"/>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4"/>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86" name="Google Shape;11686;p84"/>
          <p:cNvGrpSpPr/>
          <p:nvPr/>
        </p:nvGrpSpPr>
        <p:grpSpPr>
          <a:xfrm>
            <a:off x="2623904" y="1198803"/>
            <a:ext cx="1364248" cy="1102133"/>
            <a:chOff x="2623904" y="1198803"/>
            <a:chExt cx="1364248" cy="1102133"/>
          </a:xfrm>
        </p:grpSpPr>
        <p:grpSp>
          <p:nvGrpSpPr>
            <p:cNvPr id="11687" name="Google Shape;11687;p84"/>
            <p:cNvGrpSpPr/>
            <p:nvPr/>
          </p:nvGrpSpPr>
          <p:grpSpPr>
            <a:xfrm>
              <a:off x="2623907" y="1198803"/>
              <a:ext cx="1364245" cy="273000"/>
              <a:chOff x="2623907" y="1198803"/>
              <a:chExt cx="1364245" cy="273000"/>
            </a:xfrm>
          </p:grpSpPr>
          <p:sp>
            <p:nvSpPr>
              <p:cNvPr id="11688" name="Google Shape;11688;p84"/>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4"/>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4"/>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4"/>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4"/>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3" name="Google Shape;11693;p84"/>
            <p:cNvGrpSpPr/>
            <p:nvPr/>
          </p:nvGrpSpPr>
          <p:grpSpPr>
            <a:xfrm>
              <a:off x="2623904" y="1476964"/>
              <a:ext cx="1364245" cy="273000"/>
              <a:chOff x="2623904" y="1476964"/>
              <a:chExt cx="1364245" cy="273000"/>
            </a:xfrm>
          </p:grpSpPr>
          <p:sp>
            <p:nvSpPr>
              <p:cNvPr id="11694" name="Google Shape;11694;p84"/>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4"/>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4"/>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4"/>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4"/>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9" name="Google Shape;11699;p84"/>
            <p:cNvGrpSpPr/>
            <p:nvPr/>
          </p:nvGrpSpPr>
          <p:grpSpPr>
            <a:xfrm>
              <a:off x="2623907" y="1749775"/>
              <a:ext cx="1364245" cy="273000"/>
              <a:chOff x="2623907" y="1749775"/>
              <a:chExt cx="1364245" cy="273000"/>
            </a:xfrm>
          </p:grpSpPr>
          <p:sp>
            <p:nvSpPr>
              <p:cNvPr id="11700" name="Google Shape;11700;p84"/>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4"/>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4"/>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4"/>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4"/>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5" name="Google Shape;11705;p84"/>
            <p:cNvGrpSpPr/>
            <p:nvPr/>
          </p:nvGrpSpPr>
          <p:grpSpPr>
            <a:xfrm>
              <a:off x="2623904" y="2027936"/>
              <a:ext cx="1364245" cy="273000"/>
              <a:chOff x="2623904" y="2027936"/>
              <a:chExt cx="1364245" cy="273000"/>
            </a:xfrm>
          </p:grpSpPr>
          <p:sp>
            <p:nvSpPr>
              <p:cNvPr id="11706" name="Google Shape;11706;p84"/>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4"/>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84"/>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4"/>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4"/>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11" name="Google Shape;11711;p84"/>
          <p:cNvGrpSpPr/>
          <p:nvPr/>
        </p:nvGrpSpPr>
        <p:grpSpPr>
          <a:xfrm>
            <a:off x="2613365" y="2657876"/>
            <a:ext cx="1387541" cy="159124"/>
            <a:chOff x="3200660" y="2180272"/>
            <a:chExt cx="2563824" cy="378237"/>
          </a:xfrm>
        </p:grpSpPr>
        <p:sp>
          <p:nvSpPr>
            <p:cNvPr id="11712" name="Google Shape;11712;p84"/>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84"/>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4"/>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4"/>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4"/>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4"/>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4"/>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4"/>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4"/>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4"/>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4"/>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4"/>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84"/>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84"/>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4"/>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4"/>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4"/>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4"/>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0" name="Google Shape;11730;p84"/>
          <p:cNvGrpSpPr/>
          <p:nvPr/>
        </p:nvGrpSpPr>
        <p:grpSpPr>
          <a:xfrm>
            <a:off x="2609890" y="2935640"/>
            <a:ext cx="1390502" cy="159625"/>
            <a:chOff x="3530150" y="2790075"/>
            <a:chExt cx="1962600" cy="225300"/>
          </a:xfrm>
        </p:grpSpPr>
        <p:sp>
          <p:nvSpPr>
            <p:cNvPr id="11731" name="Google Shape;11731;p84"/>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4"/>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3" name="Google Shape;11733;p84"/>
          <p:cNvGrpSpPr/>
          <p:nvPr/>
        </p:nvGrpSpPr>
        <p:grpSpPr>
          <a:xfrm>
            <a:off x="2609948" y="3213905"/>
            <a:ext cx="1411629" cy="154175"/>
            <a:chOff x="3558802" y="4011244"/>
            <a:chExt cx="1866000" cy="111600"/>
          </a:xfrm>
        </p:grpSpPr>
        <p:sp>
          <p:nvSpPr>
            <p:cNvPr id="11734" name="Google Shape;11734;p84"/>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4"/>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6" name="Google Shape;11736;p84"/>
          <p:cNvGrpSpPr/>
          <p:nvPr/>
        </p:nvGrpSpPr>
        <p:grpSpPr>
          <a:xfrm>
            <a:off x="2610235" y="2419475"/>
            <a:ext cx="1383503" cy="119761"/>
            <a:chOff x="3465975" y="2270258"/>
            <a:chExt cx="1986364" cy="171947"/>
          </a:xfrm>
        </p:grpSpPr>
        <p:sp>
          <p:nvSpPr>
            <p:cNvPr id="11737" name="Google Shape;11737;p84"/>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4"/>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4"/>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4"/>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4"/>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84"/>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4"/>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4"/>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5" name="Google Shape;11745;p84"/>
          <p:cNvGrpSpPr/>
          <p:nvPr/>
        </p:nvGrpSpPr>
        <p:grpSpPr>
          <a:xfrm>
            <a:off x="2621243" y="3783248"/>
            <a:ext cx="1369531" cy="195460"/>
            <a:chOff x="723300" y="4253549"/>
            <a:chExt cx="2276482" cy="324900"/>
          </a:xfrm>
        </p:grpSpPr>
        <p:sp>
          <p:nvSpPr>
            <p:cNvPr id="11746" name="Google Shape;11746;p84"/>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4"/>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4"/>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4"/>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4"/>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1" name="Google Shape;11751;p84"/>
          <p:cNvGrpSpPr/>
          <p:nvPr/>
        </p:nvGrpSpPr>
        <p:grpSpPr>
          <a:xfrm>
            <a:off x="2610803" y="3484489"/>
            <a:ext cx="1389066" cy="180119"/>
            <a:chOff x="705948" y="3788465"/>
            <a:chExt cx="2308953" cy="299400"/>
          </a:xfrm>
        </p:grpSpPr>
        <p:sp>
          <p:nvSpPr>
            <p:cNvPr id="11752" name="Google Shape;11752;p84"/>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4"/>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4"/>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4"/>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4"/>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7" name="Google Shape;11757;p84"/>
          <p:cNvGrpSpPr/>
          <p:nvPr/>
        </p:nvGrpSpPr>
        <p:grpSpPr>
          <a:xfrm>
            <a:off x="4207794" y="2088443"/>
            <a:ext cx="1433821" cy="191501"/>
            <a:chOff x="4273350" y="2088443"/>
            <a:chExt cx="1433821" cy="191501"/>
          </a:xfrm>
        </p:grpSpPr>
        <p:grpSp>
          <p:nvGrpSpPr>
            <p:cNvPr id="11758" name="Google Shape;11758;p84"/>
            <p:cNvGrpSpPr/>
            <p:nvPr/>
          </p:nvGrpSpPr>
          <p:grpSpPr>
            <a:xfrm>
              <a:off x="4273350" y="2088443"/>
              <a:ext cx="1433821" cy="0"/>
              <a:chOff x="5224975" y="2962250"/>
              <a:chExt cx="1544400" cy="0"/>
            </a:xfrm>
          </p:grpSpPr>
          <p:cxnSp>
            <p:nvCxnSpPr>
              <p:cNvPr id="11759" name="Google Shape;11759;p84"/>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1760" name="Google Shape;11760;p84"/>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11761" name="Google Shape;11761;p84"/>
            <p:cNvGrpSpPr/>
            <p:nvPr/>
          </p:nvGrpSpPr>
          <p:grpSpPr>
            <a:xfrm>
              <a:off x="4273350" y="2279944"/>
              <a:ext cx="1433821" cy="0"/>
              <a:chOff x="5224975" y="2962250"/>
              <a:chExt cx="1544400" cy="0"/>
            </a:xfrm>
          </p:grpSpPr>
          <p:cxnSp>
            <p:nvCxnSpPr>
              <p:cNvPr id="11762" name="Google Shape;11762;p84"/>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1763" name="Google Shape;11763;p84"/>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11764" name="Google Shape;11764;p84"/>
          <p:cNvGrpSpPr/>
          <p:nvPr/>
        </p:nvGrpSpPr>
        <p:grpSpPr>
          <a:xfrm>
            <a:off x="2658741" y="4097347"/>
            <a:ext cx="1304609" cy="294074"/>
            <a:chOff x="2658741" y="4097347"/>
            <a:chExt cx="1304609" cy="294074"/>
          </a:xfrm>
        </p:grpSpPr>
        <p:grpSp>
          <p:nvGrpSpPr>
            <p:cNvPr id="11765" name="Google Shape;11765;p84"/>
            <p:cNvGrpSpPr/>
            <p:nvPr/>
          </p:nvGrpSpPr>
          <p:grpSpPr>
            <a:xfrm>
              <a:off x="2658741" y="4097347"/>
              <a:ext cx="118572" cy="294074"/>
              <a:chOff x="3343310" y="4475555"/>
              <a:chExt cx="127717" cy="316753"/>
            </a:xfrm>
          </p:grpSpPr>
          <p:sp>
            <p:nvSpPr>
              <p:cNvPr id="11766" name="Google Shape;11766;p84"/>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4"/>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8" name="Google Shape;11768;p84"/>
            <p:cNvGrpSpPr/>
            <p:nvPr/>
          </p:nvGrpSpPr>
          <p:grpSpPr>
            <a:xfrm>
              <a:off x="3815519" y="4098388"/>
              <a:ext cx="147831" cy="291991"/>
              <a:chOff x="3527539" y="4476677"/>
              <a:chExt cx="159232" cy="314510"/>
            </a:xfrm>
          </p:grpSpPr>
          <p:sp>
            <p:nvSpPr>
              <p:cNvPr id="11769" name="Google Shape;11769;p8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1" name="Google Shape;11771;p84"/>
            <p:cNvGrpSpPr/>
            <p:nvPr/>
          </p:nvGrpSpPr>
          <p:grpSpPr>
            <a:xfrm>
              <a:off x="3511696" y="4098388"/>
              <a:ext cx="147831" cy="291991"/>
              <a:chOff x="3527539" y="4476677"/>
              <a:chExt cx="159232" cy="314510"/>
            </a:xfrm>
          </p:grpSpPr>
          <p:sp>
            <p:nvSpPr>
              <p:cNvPr id="11772" name="Google Shape;11772;p8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4" name="Google Shape;11774;p84"/>
            <p:cNvGrpSpPr/>
            <p:nvPr/>
          </p:nvGrpSpPr>
          <p:grpSpPr>
            <a:xfrm>
              <a:off x="3207874" y="4098388"/>
              <a:ext cx="147831" cy="291991"/>
              <a:chOff x="3527539" y="4476677"/>
              <a:chExt cx="159232" cy="314510"/>
            </a:xfrm>
          </p:grpSpPr>
          <p:sp>
            <p:nvSpPr>
              <p:cNvPr id="11775" name="Google Shape;11775;p8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7" name="Google Shape;11777;p84"/>
            <p:cNvGrpSpPr/>
            <p:nvPr/>
          </p:nvGrpSpPr>
          <p:grpSpPr>
            <a:xfrm>
              <a:off x="2933305" y="4097347"/>
              <a:ext cx="118572" cy="294074"/>
              <a:chOff x="3343310" y="4475555"/>
              <a:chExt cx="127717" cy="316753"/>
            </a:xfrm>
          </p:grpSpPr>
          <p:sp>
            <p:nvSpPr>
              <p:cNvPr id="11778" name="Google Shape;11778;p84"/>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4"/>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80" name="Google Shape;11780;p84"/>
          <p:cNvGrpSpPr/>
          <p:nvPr/>
        </p:nvGrpSpPr>
        <p:grpSpPr>
          <a:xfrm>
            <a:off x="4209349" y="1176041"/>
            <a:ext cx="1430711" cy="751237"/>
            <a:chOff x="5159450" y="1919950"/>
            <a:chExt cx="1541050" cy="862500"/>
          </a:xfrm>
        </p:grpSpPr>
        <p:sp>
          <p:nvSpPr>
            <p:cNvPr id="11781" name="Google Shape;11781;p84"/>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1782" name="Google Shape;11782;p84"/>
            <p:cNvGrpSpPr/>
            <p:nvPr/>
          </p:nvGrpSpPr>
          <p:grpSpPr>
            <a:xfrm>
              <a:off x="5159450" y="1919950"/>
              <a:ext cx="1541050" cy="862500"/>
              <a:chOff x="5159450" y="1919950"/>
              <a:chExt cx="1541050" cy="862500"/>
            </a:xfrm>
          </p:grpSpPr>
          <p:cxnSp>
            <p:nvCxnSpPr>
              <p:cNvPr id="11783" name="Google Shape;11783;p84"/>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1784" name="Google Shape;11784;p84"/>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1785" name="Google Shape;11785;p84"/>
          <p:cNvGrpSpPr/>
          <p:nvPr/>
        </p:nvGrpSpPr>
        <p:grpSpPr>
          <a:xfrm>
            <a:off x="4257486" y="2439811"/>
            <a:ext cx="1334436" cy="967914"/>
            <a:chOff x="4294923" y="2439811"/>
            <a:chExt cx="1334436" cy="967914"/>
          </a:xfrm>
        </p:grpSpPr>
        <p:grpSp>
          <p:nvGrpSpPr>
            <p:cNvPr id="11786" name="Google Shape;11786;p84"/>
            <p:cNvGrpSpPr/>
            <p:nvPr/>
          </p:nvGrpSpPr>
          <p:grpSpPr>
            <a:xfrm>
              <a:off x="4960455" y="2469658"/>
              <a:ext cx="668904" cy="885524"/>
              <a:chOff x="4960455" y="2469658"/>
              <a:chExt cx="668904" cy="885524"/>
            </a:xfrm>
          </p:grpSpPr>
          <p:sp>
            <p:nvSpPr>
              <p:cNvPr id="11787" name="Google Shape;11787;p84"/>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84"/>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4"/>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84"/>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84"/>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84"/>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3" name="Google Shape;11793;p84"/>
            <p:cNvGrpSpPr/>
            <p:nvPr/>
          </p:nvGrpSpPr>
          <p:grpSpPr>
            <a:xfrm>
              <a:off x="4294923" y="2469658"/>
              <a:ext cx="668951" cy="885524"/>
              <a:chOff x="4294923" y="2469658"/>
              <a:chExt cx="668951" cy="885524"/>
            </a:xfrm>
          </p:grpSpPr>
          <p:sp>
            <p:nvSpPr>
              <p:cNvPr id="11794" name="Google Shape;11794;p84"/>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4"/>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4"/>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4"/>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4"/>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4"/>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00" name="Google Shape;11800;p84"/>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1" name="Google Shape;11801;p84"/>
          <p:cNvGrpSpPr/>
          <p:nvPr/>
        </p:nvGrpSpPr>
        <p:grpSpPr>
          <a:xfrm>
            <a:off x="4243690" y="3494256"/>
            <a:ext cx="1430949" cy="897289"/>
            <a:chOff x="4351371" y="3547942"/>
            <a:chExt cx="1345130" cy="843475"/>
          </a:xfrm>
        </p:grpSpPr>
        <p:grpSp>
          <p:nvGrpSpPr>
            <p:cNvPr id="11802" name="Google Shape;11802;p84"/>
            <p:cNvGrpSpPr/>
            <p:nvPr/>
          </p:nvGrpSpPr>
          <p:grpSpPr>
            <a:xfrm>
              <a:off x="4351371" y="4209917"/>
              <a:ext cx="1345130" cy="181500"/>
              <a:chOff x="4351371" y="4209917"/>
              <a:chExt cx="1345130" cy="181500"/>
            </a:xfrm>
          </p:grpSpPr>
          <p:sp>
            <p:nvSpPr>
              <p:cNvPr id="11803" name="Google Shape;11803;p84"/>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04" name="Google Shape;11804;p84"/>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11805" name="Google Shape;11805;p84"/>
            <p:cNvGrpSpPr/>
            <p:nvPr/>
          </p:nvGrpSpPr>
          <p:grpSpPr>
            <a:xfrm>
              <a:off x="4403010" y="3985221"/>
              <a:ext cx="1109518" cy="181500"/>
              <a:chOff x="4403010" y="3985221"/>
              <a:chExt cx="1109518" cy="181500"/>
            </a:xfrm>
          </p:grpSpPr>
          <p:sp>
            <p:nvSpPr>
              <p:cNvPr id="11806" name="Google Shape;11806;p84"/>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07" name="Google Shape;11807;p84"/>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11808" name="Google Shape;11808;p84"/>
            <p:cNvGrpSpPr/>
            <p:nvPr/>
          </p:nvGrpSpPr>
          <p:grpSpPr>
            <a:xfrm>
              <a:off x="4618704" y="3766582"/>
              <a:ext cx="807858" cy="181500"/>
              <a:chOff x="4618704" y="3766582"/>
              <a:chExt cx="807858" cy="181500"/>
            </a:xfrm>
          </p:grpSpPr>
          <p:sp>
            <p:nvSpPr>
              <p:cNvPr id="11809" name="Google Shape;11809;p84"/>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10" name="Google Shape;11810;p84"/>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11811" name="Google Shape;11811;p84"/>
            <p:cNvGrpSpPr/>
            <p:nvPr/>
          </p:nvGrpSpPr>
          <p:grpSpPr>
            <a:xfrm>
              <a:off x="4735238" y="3547942"/>
              <a:ext cx="462839" cy="181500"/>
              <a:chOff x="4735238" y="3547942"/>
              <a:chExt cx="462839" cy="181500"/>
            </a:xfrm>
          </p:grpSpPr>
          <p:sp>
            <p:nvSpPr>
              <p:cNvPr id="11812" name="Google Shape;11812;p84"/>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13" name="Google Shape;11813;p84"/>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11814" name="Google Shape;11814;p84"/>
          <p:cNvGrpSpPr/>
          <p:nvPr/>
        </p:nvGrpSpPr>
        <p:grpSpPr>
          <a:xfrm>
            <a:off x="7420047" y="2429580"/>
            <a:ext cx="1020955" cy="928853"/>
            <a:chOff x="926675" y="238125"/>
            <a:chExt cx="5755100" cy="5232975"/>
          </a:xfrm>
        </p:grpSpPr>
        <p:sp>
          <p:nvSpPr>
            <p:cNvPr id="11815" name="Google Shape;11815;p84"/>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4"/>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4"/>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4"/>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9" name="Google Shape;11819;p84"/>
          <p:cNvGrpSpPr/>
          <p:nvPr/>
        </p:nvGrpSpPr>
        <p:grpSpPr>
          <a:xfrm>
            <a:off x="727421" y="2828315"/>
            <a:ext cx="1695374" cy="1560837"/>
            <a:chOff x="727421" y="2828315"/>
            <a:chExt cx="1695374" cy="1560837"/>
          </a:xfrm>
        </p:grpSpPr>
        <p:grpSp>
          <p:nvGrpSpPr>
            <p:cNvPr id="11820" name="Google Shape;11820;p84"/>
            <p:cNvGrpSpPr/>
            <p:nvPr/>
          </p:nvGrpSpPr>
          <p:grpSpPr>
            <a:xfrm>
              <a:off x="727421" y="2828315"/>
              <a:ext cx="1695374" cy="1560837"/>
              <a:chOff x="734799" y="2782450"/>
              <a:chExt cx="1571100" cy="1577400"/>
            </a:xfrm>
          </p:grpSpPr>
          <p:cxnSp>
            <p:nvCxnSpPr>
              <p:cNvPr id="11821" name="Google Shape;11821;p84"/>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1822" name="Google Shape;11822;p84"/>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1823" name="Google Shape;11823;p84"/>
            <p:cNvGrpSpPr/>
            <p:nvPr/>
          </p:nvGrpSpPr>
          <p:grpSpPr>
            <a:xfrm>
              <a:off x="819108" y="2882501"/>
              <a:ext cx="1556791" cy="1426186"/>
              <a:chOff x="819108" y="2882501"/>
              <a:chExt cx="1556791" cy="1426186"/>
            </a:xfrm>
          </p:grpSpPr>
          <p:grpSp>
            <p:nvGrpSpPr>
              <p:cNvPr id="11824" name="Google Shape;11824;p84"/>
              <p:cNvGrpSpPr/>
              <p:nvPr/>
            </p:nvGrpSpPr>
            <p:grpSpPr>
              <a:xfrm>
                <a:off x="819108" y="2882501"/>
                <a:ext cx="103104" cy="1426186"/>
                <a:chOff x="4674013" y="3100904"/>
                <a:chExt cx="122758" cy="1698043"/>
              </a:xfrm>
            </p:grpSpPr>
            <p:sp>
              <p:nvSpPr>
                <p:cNvPr id="11825" name="Google Shape;11825;p84"/>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4"/>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4"/>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4"/>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84"/>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84"/>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4"/>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2" name="Google Shape;11832;p84"/>
              <p:cNvGrpSpPr/>
              <p:nvPr/>
            </p:nvGrpSpPr>
            <p:grpSpPr>
              <a:xfrm>
                <a:off x="1062475" y="2882501"/>
                <a:ext cx="103104" cy="1426186"/>
                <a:chOff x="4940438" y="3100904"/>
                <a:chExt cx="122758" cy="1698043"/>
              </a:xfrm>
            </p:grpSpPr>
            <p:sp>
              <p:nvSpPr>
                <p:cNvPr id="11833" name="Google Shape;11833;p84"/>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4"/>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4"/>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4"/>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4"/>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84"/>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84"/>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0" name="Google Shape;11840;p84"/>
              <p:cNvGrpSpPr/>
              <p:nvPr/>
            </p:nvGrpSpPr>
            <p:grpSpPr>
              <a:xfrm>
                <a:off x="1299324" y="2882501"/>
                <a:ext cx="103104" cy="1426186"/>
                <a:chOff x="5206863" y="3100904"/>
                <a:chExt cx="122758" cy="1698043"/>
              </a:xfrm>
            </p:grpSpPr>
            <p:sp>
              <p:nvSpPr>
                <p:cNvPr id="11841" name="Google Shape;11841;p84"/>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4"/>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84"/>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84"/>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84"/>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4"/>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84"/>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8" name="Google Shape;11848;p84"/>
              <p:cNvGrpSpPr/>
              <p:nvPr/>
            </p:nvGrpSpPr>
            <p:grpSpPr>
              <a:xfrm>
                <a:off x="1786057" y="2882501"/>
                <a:ext cx="103104" cy="1426186"/>
                <a:chOff x="6006138" y="3143629"/>
                <a:chExt cx="122758" cy="1698043"/>
              </a:xfrm>
            </p:grpSpPr>
            <p:sp>
              <p:nvSpPr>
                <p:cNvPr id="11849" name="Google Shape;11849;p84"/>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4"/>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4"/>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84"/>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84"/>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4"/>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4"/>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6" name="Google Shape;11856;p84"/>
              <p:cNvGrpSpPr/>
              <p:nvPr/>
            </p:nvGrpSpPr>
            <p:grpSpPr>
              <a:xfrm>
                <a:off x="2029422" y="2882501"/>
                <a:ext cx="103104" cy="1426186"/>
                <a:chOff x="6805413" y="3100904"/>
                <a:chExt cx="122758" cy="1698043"/>
              </a:xfrm>
            </p:grpSpPr>
            <p:sp>
              <p:nvSpPr>
                <p:cNvPr id="11857" name="Google Shape;11857;p84"/>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84"/>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4"/>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84"/>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84"/>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84"/>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84"/>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4" name="Google Shape;11864;p84"/>
              <p:cNvGrpSpPr/>
              <p:nvPr/>
            </p:nvGrpSpPr>
            <p:grpSpPr>
              <a:xfrm>
                <a:off x="2272795" y="2882501"/>
                <a:ext cx="103104" cy="1426186"/>
                <a:chOff x="5206863" y="3100904"/>
                <a:chExt cx="122758" cy="1698043"/>
              </a:xfrm>
            </p:grpSpPr>
            <p:sp>
              <p:nvSpPr>
                <p:cNvPr id="11865" name="Google Shape;11865;p84"/>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4"/>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4"/>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4"/>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4"/>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84"/>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84"/>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2" name="Google Shape;11872;p84"/>
              <p:cNvGrpSpPr/>
              <p:nvPr/>
            </p:nvGrpSpPr>
            <p:grpSpPr>
              <a:xfrm>
                <a:off x="1542694" y="2882501"/>
                <a:ext cx="103104" cy="1426186"/>
                <a:chOff x="6006138" y="3143629"/>
                <a:chExt cx="122758" cy="1698043"/>
              </a:xfrm>
            </p:grpSpPr>
            <p:sp>
              <p:nvSpPr>
                <p:cNvPr id="11873" name="Google Shape;11873;p84"/>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84"/>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4"/>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4"/>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84"/>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84"/>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4"/>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880" name="Google Shape;11880;p84"/>
          <p:cNvGrpSpPr/>
          <p:nvPr/>
        </p:nvGrpSpPr>
        <p:grpSpPr>
          <a:xfrm>
            <a:off x="5683472" y="3518037"/>
            <a:ext cx="2749952" cy="870677"/>
            <a:chOff x="238125" y="1725700"/>
            <a:chExt cx="7139025" cy="2260325"/>
          </a:xfrm>
        </p:grpSpPr>
        <p:sp>
          <p:nvSpPr>
            <p:cNvPr id="11881" name="Google Shape;11881;p84"/>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4"/>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84"/>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84"/>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4"/>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4"/>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4"/>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4"/>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4"/>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84"/>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1" name="Google Shape;11891;p84"/>
          <p:cNvGrpSpPr/>
          <p:nvPr/>
        </p:nvGrpSpPr>
        <p:grpSpPr>
          <a:xfrm>
            <a:off x="5953636" y="2459783"/>
            <a:ext cx="1105452" cy="916747"/>
            <a:chOff x="5249100" y="1210600"/>
            <a:chExt cx="3502700" cy="2904775"/>
          </a:xfrm>
        </p:grpSpPr>
        <p:sp>
          <p:nvSpPr>
            <p:cNvPr id="11892" name="Google Shape;11892;p84"/>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4"/>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4"/>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84"/>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96" name="Google Shape;11896;p84"/>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11897" name="Google Shape;11897;p84"/>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11898" name="Google Shape;11898;p84"/>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11899" name="Google Shape;11899;p84"/>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11900" name="Google Shape;11900;p84"/>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1" name="Google Shape;11901;p84"/>
          <p:cNvGrpSpPr/>
          <p:nvPr/>
        </p:nvGrpSpPr>
        <p:grpSpPr>
          <a:xfrm>
            <a:off x="7136183" y="1179201"/>
            <a:ext cx="1304650" cy="1124856"/>
            <a:chOff x="7287122" y="1165658"/>
            <a:chExt cx="1219413" cy="1051365"/>
          </a:xfrm>
        </p:grpSpPr>
        <p:grpSp>
          <p:nvGrpSpPr>
            <p:cNvPr id="11902" name="Google Shape;11902;p84"/>
            <p:cNvGrpSpPr/>
            <p:nvPr/>
          </p:nvGrpSpPr>
          <p:grpSpPr>
            <a:xfrm>
              <a:off x="7287122" y="1969723"/>
              <a:ext cx="1219413" cy="247300"/>
              <a:chOff x="7287122" y="1969723"/>
              <a:chExt cx="1219413" cy="247300"/>
            </a:xfrm>
          </p:grpSpPr>
          <p:sp>
            <p:nvSpPr>
              <p:cNvPr id="11903" name="Google Shape;11903;p84"/>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4" name="Google Shape;11904;p84"/>
              <p:cNvGrpSpPr/>
              <p:nvPr/>
            </p:nvGrpSpPr>
            <p:grpSpPr>
              <a:xfrm>
                <a:off x="7287122" y="2063892"/>
                <a:ext cx="1151753" cy="73428"/>
                <a:chOff x="7287122" y="2063892"/>
                <a:chExt cx="1151753" cy="73428"/>
              </a:xfrm>
            </p:grpSpPr>
            <p:sp>
              <p:nvSpPr>
                <p:cNvPr id="11905" name="Google Shape;11905;p84"/>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06" name="Google Shape;11906;p84"/>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1907" name="Google Shape;11907;p84"/>
            <p:cNvGrpSpPr/>
            <p:nvPr/>
          </p:nvGrpSpPr>
          <p:grpSpPr>
            <a:xfrm>
              <a:off x="7287122" y="1712201"/>
              <a:ext cx="1219403" cy="246767"/>
              <a:chOff x="7287122" y="1712201"/>
              <a:chExt cx="1219403" cy="246767"/>
            </a:xfrm>
          </p:grpSpPr>
          <p:sp>
            <p:nvSpPr>
              <p:cNvPr id="11908" name="Google Shape;11908;p84"/>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9" name="Google Shape;11909;p84"/>
              <p:cNvGrpSpPr/>
              <p:nvPr/>
            </p:nvGrpSpPr>
            <p:grpSpPr>
              <a:xfrm>
                <a:off x="7287122" y="1842861"/>
                <a:ext cx="1005303" cy="73419"/>
                <a:chOff x="7287122" y="1842861"/>
                <a:chExt cx="1005303" cy="73419"/>
              </a:xfrm>
            </p:grpSpPr>
            <p:sp>
              <p:nvSpPr>
                <p:cNvPr id="11910" name="Google Shape;11910;p84"/>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11" name="Google Shape;11911;p84"/>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1912" name="Google Shape;11912;p84"/>
            <p:cNvGrpSpPr/>
            <p:nvPr/>
          </p:nvGrpSpPr>
          <p:grpSpPr>
            <a:xfrm>
              <a:off x="7287122" y="1447520"/>
              <a:ext cx="1219403" cy="286667"/>
              <a:chOff x="7287122" y="1447520"/>
              <a:chExt cx="1219403" cy="286667"/>
            </a:xfrm>
          </p:grpSpPr>
          <p:sp>
            <p:nvSpPr>
              <p:cNvPr id="11913" name="Google Shape;11913;p84"/>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4" name="Google Shape;11914;p84"/>
              <p:cNvGrpSpPr/>
              <p:nvPr/>
            </p:nvGrpSpPr>
            <p:grpSpPr>
              <a:xfrm>
                <a:off x="7287122" y="1581977"/>
                <a:ext cx="852803" cy="73428"/>
                <a:chOff x="7287122" y="1581977"/>
                <a:chExt cx="852803" cy="73428"/>
              </a:xfrm>
            </p:grpSpPr>
            <p:sp>
              <p:nvSpPr>
                <p:cNvPr id="11915" name="Google Shape;11915;p84"/>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16" name="Google Shape;11916;p84"/>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1917" name="Google Shape;11917;p84"/>
            <p:cNvGrpSpPr/>
            <p:nvPr/>
          </p:nvGrpSpPr>
          <p:grpSpPr>
            <a:xfrm>
              <a:off x="7287122" y="1165658"/>
              <a:ext cx="1219403" cy="344253"/>
              <a:chOff x="7287122" y="1165658"/>
              <a:chExt cx="1219403" cy="344253"/>
            </a:xfrm>
          </p:grpSpPr>
          <p:sp>
            <p:nvSpPr>
              <p:cNvPr id="11918" name="Google Shape;11918;p84"/>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9" name="Google Shape;11919;p84"/>
              <p:cNvGrpSpPr/>
              <p:nvPr/>
            </p:nvGrpSpPr>
            <p:grpSpPr>
              <a:xfrm>
                <a:off x="7287122" y="1341025"/>
                <a:ext cx="695703" cy="73419"/>
                <a:chOff x="7287122" y="1341025"/>
                <a:chExt cx="695703" cy="73419"/>
              </a:xfrm>
            </p:grpSpPr>
            <p:sp>
              <p:nvSpPr>
                <p:cNvPr id="11920" name="Google Shape;11920;p84"/>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21" name="Google Shape;11921;p84"/>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11922" name="Google Shape;11922;p84"/>
          <p:cNvGrpSpPr/>
          <p:nvPr/>
        </p:nvGrpSpPr>
        <p:grpSpPr>
          <a:xfrm>
            <a:off x="5802676" y="1185224"/>
            <a:ext cx="1397729" cy="1098540"/>
            <a:chOff x="5900602" y="1193063"/>
            <a:chExt cx="1299851" cy="1021707"/>
          </a:xfrm>
        </p:grpSpPr>
        <p:grpSp>
          <p:nvGrpSpPr>
            <p:cNvPr id="11923" name="Google Shape;11923;p84"/>
            <p:cNvGrpSpPr/>
            <p:nvPr/>
          </p:nvGrpSpPr>
          <p:grpSpPr>
            <a:xfrm>
              <a:off x="6520337" y="1193063"/>
              <a:ext cx="341815" cy="799959"/>
              <a:chOff x="6520337" y="1193063"/>
              <a:chExt cx="341815" cy="799959"/>
            </a:xfrm>
          </p:grpSpPr>
          <p:grpSp>
            <p:nvGrpSpPr>
              <p:cNvPr id="11924" name="Google Shape;11924;p84"/>
              <p:cNvGrpSpPr/>
              <p:nvPr/>
            </p:nvGrpSpPr>
            <p:grpSpPr>
              <a:xfrm>
                <a:off x="6520337" y="1589527"/>
                <a:ext cx="213950" cy="403494"/>
                <a:chOff x="6520337" y="1589527"/>
                <a:chExt cx="213950" cy="403494"/>
              </a:xfrm>
            </p:grpSpPr>
            <p:sp>
              <p:nvSpPr>
                <p:cNvPr id="11925" name="Google Shape;11925;p84"/>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4"/>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7" name="Google Shape;11927;p84"/>
              <p:cNvGrpSpPr/>
              <p:nvPr/>
            </p:nvGrpSpPr>
            <p:grpSpPr>
              <a:xfrm>
                <a:off x="6577204" y="1193063"/>
                <a:ext cx="284947" cy="464512"/>
                <a:chOff x="6577204" y="1193063"/>
                <a:chExt cx="284947" cy="464512"/>
              </a:xfrm>
            </p:grpSpPr>
            <p:sp>
              <p:nvSpPr>
                <p:cNvPr id="11928" name="Google Shape;11928;p84"/>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29" name="Google Shape;11929;p84"/>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11930" name="Google Shape;11930;p84"/>
            <p:cNvGrpSpPr/>
            <p:nvPr/>
          </p:nvGrpSpPr>
          <p:grpSpPr>
            <a:xfrm>
              <a:off x="6238903" y="1193063"/>
              <a:ext cx="300475" cy="900152"/>
              <a:chOff x="6238903" y="1193063"/>
              <a:chExt cx="300475" cy="900152"/>
            </a:xfrm>
          </p:grpSpPr>
          <p:grpSp>
            <p:nvGrpSpPr>
              <p:cNvPr id="11931" name="Google Shape;11931;p84"/>
              <p:cNvGrpSpPr/>
              <p:nvPr/>
            </p:nvGrpSpPr>
            <p:grpSpPr>
              <a:xfrm>
                <a:off x="6290865" y="1489315"/>
                <a:ext cx="248514" cy="603900"/>
                <a:chOff x="6290865" y="1489315"/>
                <a:chExt cx="248514" cy="603900"/>
              </a:xfrm>
            </p:grpSpPr>
            <p:sp>
              <p:nvSpPr>
                <p:cNvPr id="11932" name="Google Shape;11932;p84"/>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84"/>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4" name="Google Shape;11934;p84"/>
              <p:cNvGrpSpPr/>
              <p:nvPr/>
            </p:nvGrpSpPr>
            <p:grpSpPr>
              <a:xfrm>
                <a:off x="6238903" y="1193063"/>
                <a:ext cx="284947" cy="333087"/>
                <a:chOff x="6238903" y="1193063"/>
                <a:chExt cx="284947" cy="333087"/>
              </a:xfrm>
            </p:grpSpPr>
            <p:sp>
              <p:nvSpPr>
                <p:cNvPr id="11935" name="Google Shape;11935;p84"/>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36" name="Google Shape;11936;p84"/>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11937" name="Google Shape;11937;p84"/>
            <p:cNvGrpSpPr/>
            <p:nvPr/>
          </p:nvGrpSpPr>
          <p:grpSpPr>
            <a:xfrm>
              <a:off x="5900602" y="1193063"/>
              <a:ext cx="444345" cy="1021707"/>
              <a:chOff x="5900602" y="1193063"/>
              <a:chExt cx="444345" cy="1021707"/>
            </a:xfrm>
          </p:grpSpPr>
          <p:grpSp>
            <p:nvGrpSpPr>
              <p:cNvPr id="11938" name="Google Shape;11938;p84"/>
              <p:cNvGrpSpPr/>
              <p:nvPr/>
            </p:nvGrpSpPr>
            <p:grpSpPr>
              <a:xfrm>
                <a:off x="6046501" y="1367785"/>
                <a:ext cx="298446" cy="846986"/>
                <a:chOff x="6046501" y="1367785"/>
                <a:chExt cx="298446" cy="846986"/>
              </a:xfrm>
            </p:grpSpPr>
            <p:sp>
              <p:nvSpPr>
                <p:cNvPr id="11939" name="Google Shape;11939;p84"/>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84"/>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1" name="Google Shape;11941;p84"/>
              <p:cNvGrpSpPr/>
              <p:nvPr/>
            </p:nvGrpSpPr>
            <p:grpSpPr>
              <a:xfrm>
                <a:off x="5900602" y="1193063"/>
                <a:ext cx="284947" cy="182312"/>
                <a:chOff x="5900602" y="1193063"/>
                <a:chExt cx="284947" cy="182312"/>
              </a:xfrm>
            </p:grpSpPr>
            <p:sp>
              <p:nvSpPr>
                <p:cNvPr id="11942" name="Google Shape;11942;p84"/>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43" name="Google Shape;11943;p84"/>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11944" name="Google Shape;11944;p84"/>
            <p:cNvGrpSpPr/>
            <p:nvPr/>
          </p:nvGrpSpPr>
          <p:grpSpPr>
            <a:xfrm>
              <a:off x="6738300" y="1193063"/>
              <a:ext cx="462153" cy="707634"/>
              <a:chOff x="6738300" y="1193063"/>
              <a:chExt cx="462153" cy="707634"/>
            </a:xfrm>
          </p:grpSpPr>
          <p:grpSp>
            <p:nvGrpSpPr>
              <p:cNvPr id="11945" name="Google Shape;11945;p84"/>
              <p:cNvGrpSpPr/>
              <p:nvPr/>
            </p:nvGrpSpPr>
            <p:grpSpPr>
              <a:xfrm>
                <a:off x="6915505" y="1193063"/>
                <a:ext cx="284947" cy="597387"/>
                <a:chOff x="6915505" y="1193063"/>
                <a:chExt cx="284947" cy="597387"/>
              </a:xfrm>
            </p:grpSpPr>
            <p:sp>
              <p:nvSpPr>
                <p:cNvPr id="11946" name="Google Shape;11946;p84"/>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47" name="Google Shape;11947;p84"/>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11948" name="Google Shape;11948;p84"/>
              <p:cNvGrpSpPr/>
              <p:nvPr/>
            </p:nvGrpSpPr>
            <p:grpSpPr>
              <a:xfrm>
                <a:off x="6738300" y="1684725"/>
                <a:ext cx="230066" cy="215971"/>
                <a:chOff x="6738300" y="1684725"/>
                <a:chExt cx="230066" cy="215971"/>
              </a:xfrm>
            </p:grpSpPr>
            <p:sp>
              <p:nvSpPr>
                <p:cNvPr id="11949" name="Google Shape;11949;p84"/>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84"/>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54" name="Shape 11954"/>
        <p:cNvGrpSpPr/>
        <p:nvPr/>
      </p:nvGrpSpPr>
      <p:grpSpPr>
        <a:xfrm>
          <a:off x="0" y="0"/>
          <a:ext cx="0" cy="0"/>
          <a:chOff x="0" y="0"/>
          <a:chExt cx="0" cy="0"/>
        </a:xfrm>
      </p:grpSpPr>
      <p:sp>
        <p:nvSpPr>
          <p:cNvPr id="11955" name="Google Shape;11955;p8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1956" name="Google Shape;11956;p85"/>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r>
              <a:rPr lang="en">
                <a:solidFill>
                  <a:srgbClr val="435D74"/>
                </a:solidFill>
                <a:latin typeface="Arial"/>
                <a:ea typeface="Arial"/>
                <a:cs typeface="Arial"/>
                <a:sym typeface="Arial"/>
              </a:rPr>
              <a:t>     </a:t>
            </a:r>
            <a:endParaRPr>
              <a:solidFill>
                <a:srgbClr val="435D74"/>
              </a:solidFill>
              <a:latin typeface="Arial"/>
              <a:ea typeface="Arial"/>
              <a:cs typeface="Arial"/>
              <a:sym typeface="Arial"/>
            </a:endParaRPr>
          </a:p>
        </p:txBody>
      </p:sp>
      <p:grpSp>
        <p:nvGrpSpPr>
          <p:cNvPr id="11957" name="Google Shape;11957;p85"/>
          <p:cNvGrpSpPr/>
          <p:nvPr/>
        </p:nvGrpSpPr>
        <p:grpSpPr>
          <a:xfrm>
            <a:off x="855151" y="2280157"/>
            <a:ext cx="421923" cy="360050"/>
            <a:chOff x="855151" y="2280157"/>
            <a:chExt cx="421923" cy="360050"/>
          </a:xfrm>
        </p:grpSpPr>
        <p:sp>
          <p:nvSpPr>
            <p:cNvPr id="11958" name="Google Shape;11958;p85"/>
            <p:cNvSpPr/>
            <p:nvPr/>
          </p:nvSpPr>
          <p:spPr>
            <a:xfrm>
              <a:off x="991862" y="2286339"/>
              <a:ext cx="148578" cy="99227"/>
            </a:xfrm>
            <a:custGeom>
              <a:rect b="b" l="l" r="r" t="t"/>
              <a:pathLst>
                <a:path extrusionOk="0" h="3788" w="5672">
                  <a:moveTo>
                    <a:pt x="1504" y="0"/>
                  </a:moveTo>
                  <a:cubicBezTo>
                    <a:pt x="672" y="0"/>
                    <a:pt x="0" y="676"/>
                    <a:pt x="0" y="1505"/>
                  </a:cubicBezTo>
                  <a:lnTo>
                    <a:pt x="0" y="3157"/>
                  </a:lnTo>
                  <a:cubicBezTo>
                    <a:pt x="7" y="3496"/>
                    <a:pt x="288" y="3770"/>
                    <a:pt x="631" y="3770"/>
                  </a:cubicBezTo>
                  <a:cubicBezTo>
                    <a:pt x="973" y="3770"/>
                    <a:pt x="1254" y="3496"/>
                    <a:pt x="1265" y="3157"/>
                  </a:cubicBezTo>
                  <a:lnTo>
                    <a:pt x="1265" y="1505"/>
                  </a:lnTo>
                  <a:cubicBezTo>
                    <a:pt x="1265" y="1371"/>
                    <a:pt x="1371" y="1265"/>
                    <a:pt x="1504" y="1265"/>
                  </a:cubicBezTo>
                  <a:lnTo>
                    <a:pt x="4164" y="1265"/>
                  </a:lnTo>
                  <a:cubicBezTo>
                    <a:pt x="4297" y="1265"/>
                    <a:pt x="4404" y="1371"/>
                    <a:pt x="4404" y="1505"/>
                  </a:cubicBezTo>
                  <a:lnTo>
                    <a:pt x="4404" y="3157"/>
                  </a:lnTo>
                  <a:cubicBezTo>
                    <a:pt x="4404" y="3503"/>
                    <a:pt x="4688" y="3787"/>
                    <a:pt x="5037" y="3787"/>
                  </a:cubicBezTo>
                  <a:cubicBezTo>
                    <a:pt x="5387" y="3787"/>
                    <a:pt x="5671" y="3506"/>
                    <a:pt x="5668" y="3157"/>
                  </a:cubicBezTo>
                  <a:lnTo>
                    <a:pt x="5668" y="1505"/>
                  </a:lnTo>
                  <a:cubicBezTo>
                    <a:pt x="5668" y="676"/>
                    <a:pt x="4996" y="0"/>
                    <a:pt x="4167"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85"/>
            <p:cNvSpPr/>
            <p:nvPr/>
          </p:nvSpPr>
          <p:spPr>
            <a:xfrm>
              <a:off x="991758" y="2329325"/>
              <a:ext cx="33163" cy="56241"/>
            </a:xfrm>
            <a:custGeom>
              <a:rect b="b" l="l" r="r" t="t"/>
              <a:pathLst>
                <a:path extrusionOk="0" h="2147" w="1266">
                  <a:moveTo>
                    <a:pt x="1" y="1"/>
                  </a:moveTo>
                  <a:lnTo>
                    <a:pt x="1" y="1516"/>
                  </a:lnTo>
                  <a:cubicBezTo>
                    <a:pt x="1" y="1862"/>
                    <a:pt x="285" y="2146"/>
                    <a:pt x="635" y="2146"/>
                  </a:cubicBezTo>
                  <a:cubicBezTo>
                    <a:pt x="981" y="2146"/>
                    <a:pt x="1265" y="1862"/>
                    <a:pt x="1265" y="1516"/>
                  </a:cubicBezTo>
                  <a:lnTo>
                    <a:pt x="126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85"/>
            <p:cNvSpPr/>
            <p:nvPr/>
          </p:nvSpPr>
          <p:spPr>
            <a:xfrm>
              <a:off x="1107199" y="2329325"/>
              <a:ext cx="33163" cy="55769"/>
            </a:xfrm>
            <a:custGeom>
              <a:rect b="b" l="l" r="r" t="t"/>
              <a:pathLst>
                <a:path extrusionOk="0" h="2129" w="1266">
                  <a:moveTo>
                    <a:pt x="1" y="1"/>
                  </a:moveTo>
                  <a:lnTo>
                    <a:pt x="1" y="1516"/>
                  </a:lnTo>
                  <a:cubicBezTo>
                    <a:pt x="11" y="1855"/>
                    <a:pt x="292" y="2129"/>
                    <a:pt x="634" y="2129"/>
                  </a:cubicBezTo>
                  <a:cubicBezTo>
                    <a:pt x="977" y="2129"/>
                    <a:pt x="1255" y="1855"/>
                    <a:pt x="1265" y="1516"/>
                  </a:cubicBezTo>
                  <a:lnTo>
                    <a:pt x="126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85"/>
            <p:cNvSpPr/>
            <p:nvPr/>
          </p:nvSpPr>
          <p:spPr>
            <a:xfrm>
              <a:off x="861333" y="2349992"/>
              <a:ext cx="409454" cy="274864"/>
            </a:xfrm>
            <a:custGeom>
              <a:rect b="b" l="l" r="r" t="t"/>
              <a:pathLst>
                <a:path extrusionOk="0" h="10493" w="15631">
                  <a:moveTo>
                    <a:pt x="1375" y="0"/>
                  </a:moveTo>
                  <a:cubicBezTo>
                    <a:pt x="614" y="0"/>
                    <a:pt x="1" y="617"/>
                    <a:pt x="1" y="1374"/>
                  </a:cubicBezTo>
                  <a:lnTo>
                    <a:pt x="1" y="9119"/>
                  </a:lnTo>
                  <a:cubicBezTo>
                    <a:pt x="1" y="9879"/>
                    <a:pt x="614" y="10493"/>
                    <a:pt x="1375" y="10493"/>
                  </a:cubicBezTo>
                  <a:lnTo>
                    <a:pt x="14256" y="10493"/>
                  </a:lnTo>
                  <a:cubicBezTo>
                    <a:pt x="15017" y="10493"/>
                    <a:pt x="15630" y="9879"/>
                    <a:pt x="15630" y="9119"/>
                  </a:cubicBezTo>
                  <a:lnTo>
                    <a:pt x="15630" y="1374"/>
                  </a:lnTo>
                  <a:cubicBezTo>
                    <a:pt x="15630" y="617"/>
                    <a:pt x="15017" y="0"/>
                    <a:pt x="142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85"/>
            <p:cNvSpPr/>
            <p:nvPr/>
          </p:nvSpPr>
          <p:spPr>
            <a:xfrm>
              <a:off x="861333" y="2349992"/>
              <a:ext cx="69155" cy="274864"/>
            </a:xfrm>
            <a:custGeom>
              <a:rect b="b" l="l" r="r" t="t"/>
              <a:pathLst>
                <a:path extrusionOk="0" h="10493" w="2640">
                  <a:moveTo>
                    <a:pt x="1375" y="0"/>
                  </a:moveTo>
                  <a:cubicBezTo>
                    <a:pt x="614" y="0"/>
                    <a:pt x="1" y="617"/>
                    <a:pt x="1" y="1374"/>
                  </a:cubicBezTo>
                  <a:lnTo>
                    <a:pt x="1" y="9119"/>
                  </a:lnTo>
                  <a:cubicBezTo>
                    <a:pt x="1" y="9879"/>
                    <a:pt x="614" y="10493"/>
                    <a:pt x="1375" y="10493"/>
                  </a:cubicBezTo>
                  <a:lnTo>
                    <a:pt x="2639" y="10493"/>
                  </a:lnTo>
                  <a:cubicBezTo>
                    <a:pt x="1878" y="10493"/>
                    <a:pt x="1265" y="9879"/>
                    <a:pt x="1265" y="9119"/>
                  </a:cubicBezTo>
                  <a:lnTo>
                    <a:pt x="1265" y="1374"/>
                  </a:lnTo>
                  <a:cubicBezTo>
                    <a:pt x="1265" y="617"/>
                    <a:pt x="1878" y="0"/>
                    <a:pt x="2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5"/>
            <p:cNvSpPr/>
            <p:nvPr/>
          </p:nvSpPr>
          <p:spPr>
            <a:xfrm>
              <a:off x="918778" y="2340903"/>
              <a:ext cx="41414" cy="293017"/>
            </a:xfrm>
            <a:custGeom>
              <a:rect b="b" l="l" r="r" t="t"/>
              <a:pathLst>
                <a:path extrusionOk="0" h="11186" w="1581">
                  <a:moveTo>
                    <a:pt x="408" y="1"/>
                  </a:moveTo>
                  <a:cubicBezTo>
                    <a:pt x="182" y="1"/>
                    <a:pt x="1" y="183"/>
                    <a:pt x="1" y="409"/>
                  </a:cubicBezTo>
                  <a:lnTo>
                    <a:pt x="1" y="10782"/>
                  </a:lnTo>
                  <a:cubicBezTo>
                    <a:pt x="1" y="11004"/>
                    <a:pt x="182" y="11186"/>
                    <a:pt x="408" y="11186"/>
                  </a:cubicBezTo>
                  <a:lnTo>
                    <a:pt x="1173" y="11186"/>
                  </a:lnTo>
                  <a:cubicBezTo>
                    <a:pt x="1399" y="11186"/>
                    <a:pt x="1580" y="11004"/>
                    <a:pt x="1580" y="10782"/>
                  </a:cubicBezTo>
                  <a:lnTo>
                    <a:pt x="1580" y="409"/>
                  </a:lnTo>
                  <a:cubicBezTo>
                    <a:pt x="1580" y="183"/>
                    <a:pt x="1399" y="1"/>
                    <a:pt x="117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5"/>
            <p:cNvSpPr/>
            <p:nvPr/>
          </p:nvSpPr>
          <p:spPr>
            <a:xfrm>
              <a:off x="1171927" y="2340903"/>
              <a:ext cx="41414" cy="293017"/>
            </a:xfrm>
            <a:custGeom>
              <a:rect b="b" l="l" r="r" t="t"/>
              <a:pathLst>
                <a:path extrusionOk="0" h="11186" w="1581">
                  <a:moveTo>
                    <a:pt x="408" y="1"/>
                  </a:moveTo>
                  <a:cubicBezTo>
                    <a:pt x="182" y="1"/>
                    <a:pt x="0" y="183"/>
                    <a:pt x="0" y="409"/>
                  </a:cubicBezTo>
                  <a:lnTo>
                    <a:pt x="0" y="10782"/>
                  </a:lnTo>
                  <a:cubicBezTo>
                    <a:pt x="0" y="11004"/>
                    <a:pt x="182" y="11186"/>
                    <a:pt x="408" y="11186"/>
                  </a:cubicBezTo>
                  <a:lnTo>
                    <a:pt x="1176" y="11186"/>
                  </a:lnTo>
                  <a:cubicBezTo>
                    <a:pt x="1398" y="11186"/>
                    <a:pt x="1580" y="11004"/>
                    <a:pt x="1580" y="10782"/>
                  </a:cubicBezTo>
                  <a:lnTo>
                    <a:pt x="1580" y="409"/>
                  </a:lnTo>
                  <a:cubicBezTo>
                    <a:pt x="1580" y="183"/>
                    <a:pt x="1398" y="1"/>
                    <a:pt x="1176"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85"/>
            <p:cNvSpPr/>
            <p:nvPr/>
          </p:nvSpPr>
          <p:spPr>
            <a:xfrm>
              <a:off x="1052975" y="2521648"/>
              <a:ext cx="91683" cy="70543"/>
            </a:xfrm>
            <a:custGeom>
              <a:rect b="b" l="l" r="r" t="t"/>
              <a:pathLst>
                <a:path extrusionOk="0" h="2693" w="3500">
                  <a:moveTo>
                    <a:pt x="2630" y="0"/>
                  </a:moveTo>
                  <a:cubicBezTo>
                    <a:pt x="2576" y="0"/>
                    <a:pt x="2521" y="11"/>
                    <a:pt x="2468" y="33"/>
                  </a:cubicBezTo>
                  <a:lnTo>
                    <a:pt x="309" y="945"/>
                  </a:lnTo>
                  <a:cubicBezTo>
                    <a:pt x="100" y="1034"/>
                    <a:pt x="1" y="1274"/>
                    <a:pt x="90" y="1483"/>
                  </a:cubicBezTo>
                  <a:lnTo>
                    <a:pt x="494" y="2442"/>
                  </a:lnTo>
                  <a:cubicBezTo>
                    <a:pt x="561" y="2600"/>
                    <a:pt x="714" y="2693"/>
                    <a:pt x="874" y="2693"/>
                  </a:cubicBezTo>
                  <a:cubicBezTo>
                    <a:pt x="927" y="2693"/>
                    <a:pt x="981" y="2683"/>
                    <a:pt x="1032" y="2662"/>
                  </a:cubicBezTo>
                  <a:lnTo>
                    <a:pt x="3191" y="1747"/>
                  </a:lnTo>
                  <a:cubicBezTo>
                    <a:pt x="3400" y="1658"/>
                    <a:pt x="3500" y="1418"/>
                    <a:pt x="3410" y="1209"/>
                  </a:cubicBezTo>
                  <a:lnTo>
                    <a:pt x="3006" y="249"/>
                  </a:lnTo>
                  <a:cubicBezTo>
                    <a:pt x="2940" y="93"/>
                    <a:pt x="2789" y="0"/>
                    <a:pt x="2630"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85"/>
            <p:cNvSpPr/>
            <p:nvPr/>
          </p:nvSpPr>
          <p:spPr>
            <a:xfrm>
              <a:off x="1075162" y="2405002"/>
              <a:ext cx="67976" cy="49037"/>
            </a:xfrm>
            <a:custGeom>
              <a:rect b="b" l="l" r="r" t="t"/>
              <a:pathLst>
                <a:path extrusionOk="0" h="1872" w="2595">
                  <a:moveTo>
                    <a:pt x="1299" y="1"/>
                  </a:moveTo>
                  <a:cubicBezTo>
                    <a:pt x="579" y="1"/>
                    <a:pt x="0" y="422"/>
                    <a:pt x="0" y="936"/>
                  </a:cubicBezTo>
                  <a:cubicBezTo>
                    <a:pt x="0" y="1454"/>
                    <a:pt x="579" y="1872"/>
                    <a:pt x="1299" y="1872"/>
                  </a:cubicBezTo>
                  <a:cubicBezTo>
                    <a:pt x="2015" y="1872"/>
                    <a:pt x="2594" y="1454"/>
                    <a:pt x="2594" y="936"/>
                  </a:cubicBezTo>
                  <a:cubicBezTo>
                    <a:pt x="2594" y="422"/>
                    <a:pt x="2015" y="1"/>
                    <a:pt x="12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5"/>
            <p:cNvSpPr/>
            <p:nvPr/>
          </p:nvSpPr>
          <p:spPr>
            <a:xfrm>
              <a:off x="982877" y="2445316"/>
              <a:ext cx="76227" cy="82750"/>
            </a:xfrm>
            <a:custGeom>
              <a:rect b="b" l="l" r="r" t="t"/>
              <a:pathLst>
                <a:path extrusionOk="0" h="3159" w="2910">
                  <a:moveTo>
                    <a:pt x="1158" y="689"/>
                  </a:moveTo>
                  <a:cubicBezTo>
                    <a:pt x="1266" y="689"/>
                    <a:pt x="1374" y="747"/>
                    <a:pt x="1426" y="864"/>
                  </a:cubicBezTo>
                  <a:cubicBezTo>
                    <a:pt x="1491" y="1011"/>
                    <a:pt x="1426" y="1186"/>
                    <a:pt x="1275" y="1255"/>
                  </a:cubicBezTo>
                  <a:cubicBezTo>
                    <a:pt x="1235" y="1272"/>
                    <a:pt x="1194" y="1281"/>
                    <a:pt x="1155" y="1281"/>
                  </a:cubicBezTo>
                  <a:cubicBezTo>
                    <a:pt x="962" y="1281"/>
                    <a:pt x="804" y="1083"/>
                    <a:pt x="881" y="878"/>
                  </a:cubicBezTo>
                  <a:cubicBezTo>
                    <a:pt x="930" y="753"/>
                    <a:pt x="1044" y="689"/>
                    <a:pt x="1158" y="689"/>
                  </a:cubicBezTo>
                  <a:close/>
                  <a:moveTo>
                    <a:pt x="941" y="0"/>
                  </a:moveTo>
                  <a:cubicBezTo>
                    <a:pt x="780" y="0"/>
                    <a:pt x="630" y="77"/>
                    <a:pt x="535" y="206"/>
                  </a:cubicBezTo>
                  <a:lnTo>
                    <a:pt x="131" y="761"/>
                  </a:lnTo>
                  <a:cubicBezTo>
                    <a:pt x="21" y="905"/>
                    <a:pt x="0" y="1100"/>
                    <a:pt x="76" y="1265"/>
                  </a:cubicBezTo>
                  <a:lnTo>
                    <a:pt x="782" y="2858"/>
                  </a:lnTo>
                  <a:cubicBezTo>
                    <a:pt x="865" y="3046"/>
                    <a:pt x="1052" y="3159"/>
                    <a:pt x="1247" y="3159"/>
                  </a:cubicBezTo>
                  <a:cubicBezTo>
                    <a:pt x="1315" y="3159"/>
                    <a:pt x="1384" y="3145"/>
                    <a:pt x="1450" y="3115"/>
                  </a:cubicBezTo>
                  <a:lnTo>
                    <a:pt x="2540" y="2629"/>
                  </a:lnTo>
                  <a:cubicBezTo>
                    <a:pt x="2797" y="2516"/>
                    <a:pt x="2910" y="2217"/>
                    <a:pt x="2800" y="1964"/>
                  </a:cubicBezTo>
                  <a:lnTo>
                    <a:pt x="2091" y="370"/>
                  </a:lnTo>
                  <a:cubicBezTo>
                    <a:pt x="2019" y="206"/>
                    <a:pt x="1861" y="89"/>
                    <a:pt x="1680" y="72"/>
                  </a:cubicBezTo>
                  <a:lnTo>
                    <a:pt x="998" y="4"/>
                  </a:lnTo>
                  <a:cubicBezTo>
                    <a:pt x="978" y="2"/>
                    <a:pt x="959" y="0"/>
                    <a:pt x="941"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5"/>
            <p:cNvSpPr/>
            <p:nvPr/>
          </p:nvSpPr>
          <p:spPr>
            <a:xfrm>
              <a:off x="1045981" y="2515440"/>
              <a:ext cx="105592" cy="82933"/>
            </a:xfrm>
            <a:custGeom>
              <a:rect b="b" l="l" r="r" t="t"/>
              <a:pathLst>
                <a:path extrusionOk="0" h="3166" w="4031">
                  <a:moveTo>
                    <a:pt x="2895" y="471"/>
                  </a:moveTo>
                  <a:cubicBezTo>
                    <a:pt x="2962" y="471"/>
                    <a:pt x="3026" y="512"/>
                    <a:pt x="3054" y="579"/>
                  </a:cubicBezTo>
                  <a:lnTo>
                    <a:pt x="3458" y="1538"/>
                  </a:lnTo>
                  <a:cubicBezTo>
                    <a:pt x="3496" y="1627"/>
                    <a:pt x="3455" y="1730"/>
                    <a:pt x="3366" y="1768"/>
                  </a:cubicBezTo>
                  <a:lnTo>
                    <a:pt x="3366" y="1764"/>
                  </a:lnTo>
                  <a:lnTo>
                    <a:pt x="1207" y="2679"/>
                  </a:lnTo>
                  <a:cubicBezTo>
                    <a:pt x="1186" y="2686"/>
                    <a:pt x="1162" y="2693"/>
                    <a:pt x="1138" y="2693"/>
                  </a:cubicBezTo>
                  <a:cubicBezTo>
                    <a:pt x="1070" y="2693"/>
                    <a:pt x="1005" y="2649"/>
                    <a:pt x="981" y="2583"/>
                  </a:cubicBezTo>
                  <a:lnTo>
                    <a:pt x="573" y="1624"/>
                  </a:lnTo>
                  <a:cubicBezTo>
                    <a:pt x="535" y="1535"/>
                    <a:pt x="580" y="1432"/>
                    <a:pt x="665" y="1394"/>
                  </a:cubicBezTo>
                  <a:lnTo>
                    <a:pt x="2828" y="486"/>
                  </a:lnTo>
                  <a:cubicBezTo>
                    <a:pt x="2849" y="476"/>
                    <a:pt x="2873" y="471"/>
                    <a:pt x="2895" y="471"/>
                  </a:cubicBezTo>
                  <a:close/>
                  <a:moveTo>
                    <a:pt x="2894" y="0"/>
                  </a:moveTo>
                  <a:cubicBezTo>
                    <a:pt x="2810" y="0"/>
                    <a:pt x="2725" y="17"/>
                    <a:pt x="2643" y="51"/>
                  </a:cubicBezTo>
                  <a:lnTo>
                    <a:pt x="484" y="963"/>
                  </a:lnTo>
                  <a:cubicBezTo>
                    <a:pt x="155" y="1103"/>
                    <a:pt x="0" y="1483"/>
                    <a:pt x="141" y="1812"/>
                  </a:cubicBezTo>
                  <a:lnTo>
                    <a:pt x="545" y="2772"/>
                  </a:lnTo>
                  <a:cubicBezTo>
                    <a:pt x="645" y="3012"/>
                    <a:pt x="881" y="3166"/>
                    <a:pt x="1142" y="3166"/>
                  </a:cubicBezTo>
                  <a:cubicBezTo>
                    <a:pt x="1227" y="3166"/>
                    <a:pt x="1313" y="3149"/>
                    <a:pt x="1392" y="3118"/>
                  </a:cubicBezTo>
                  <a:lnTo>
                    <a:pt x="3551" y="2203"/>
                  </a:lnTo>
                  <a:cubicBezTo>
                    <a:pt x="3876" y="2063"/>
                    <a:pt x="4030" y="1686"/>
                    <a:pt x="3893" y="1357"/>
                  </a:cubicBezTo>
                  <a:lnTo>
                    <a:pt x="3492" y="394"/>
                  </a:lnTo>
                  <a:cubicBezTo>
                    <a:pt x="3387" y="147"/>
                    <a:pt x="3147"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5"/>
            <p:cNvSpPr/>
            <p:nvPr/>
          </p:nvSpPr>
          <p:spPr>
            <a:xfrm>
              <a:off x="1068954" y="2398820"/>
              <a:ext cx="80366" cy="61506"/>
            </a:xfrm>
            <a:custGeom>
              <a:rect b="b" l="l" r="r" t="t"/>
              <a:pathLst>
                <a:path extrusionOk="0" h="2348" w="3068">
                  <a:moveTo>
                    <a:pt x="1536" y="477"/>
                  </a:moveTo>
                  <a:cubicBezTo>
                    <a:pt x="2108" y="477"/>
                    <a:pt x="2595" y="795"/>
                    <a:pt x="2595" y="1172"/>
                  </a:cubicBezTo>
                  <a:cubicBezTo>
                    <a:pt x="2595" y="1553"/>
                    <a:pt x="2108" y="1871"/>
                    <a:pt x="1536" y="1871"/>
                  </a:cubicBezTo>
                  <a:cubicBezTo>
                    <a:pt x="960" y="1871"/>
                    <a:pt x="474" y="1553"/>
                    <a:pt x="474" y="1172"/>
                  </a:cubicBezTo>
                  <a:cubicBezTo>
                    <a:pt x="474" y="795"/>
                    <a:pt x="960" y="477"/>
                    <a:pt x="1536" y="477"/>
                  </a:cubicBezTo>
                  <a:close/>
                  <a:moveTo>
                    <a:pt x="1536" y="0"/>
                  </a:moveTo>
                  <a:cubicBezTo>
                    <a:pt x="1138" y="0"/>
                    <a:pt x="765" y="113"/>
                    <a:pt x="477" y="319"/>
                  </a:cubicBezTo>
                  <a:cubicBezTo>
                    <a:pt x="169" y="542"/>
                    <a:pt x="1" y="847"/>
                    <a:pt x="1" y="1172"/>
                  </a:cubicBezTo>
                  <a:cubicBezTo>
                    <a:pt x="1" y="1501"/>
                    <a:pt x="169" y="1806"/>
                    <a:pt x="477" y="2029"/>
                  </a:cubicBezTo>
                  <a:cubicBezTo>
                    <a:pt x="765" y="2234"/>
                    <a:pt x="1138" y="2348"/>
                    <a:pt x="1536" y="2348"/>
                  </a:cubicBezTo>
                  <a:cubicBezTo>
                    <a:pt x="1930" y="2348"/>
                    <a:pt x="2307" y="2234"/>
                    <a:pt x="2591" y="2029"/>
                  </a:cubicBezTo>
                  <a:cubicBezTo>
                    <a:pt x="2900" y="1806"/>
                    <a:pt x="3068" y="1501"/>
                    <a:pt x="3068" y="1172"/>
                  </a:cubicBezTo>
                  <a:cubicBezTo>
                    <a:pt x="3068" y="847"/>
                    <a:pt x="2896" y="542"/>
                    <a:pt x="2591" y="319"/>
                  </a:cubicBezTo>
                  <a:cubicBezTo>
                    <a:pt x="2307" y="113"/>
                    <a:pt x="1930" y="0"/>
                    <a:pt x="1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5"/>
            <p:cNvSpPr/>
            <p:nvPr/>
          </p:nvSpPr>
          <p:spPr>
            <a:xfrm>
              <a:off x="976329" y="2439108"/>
              <a:ext cx="89875" cy="95219"/>
            </a:xfrm>
            <a:custGeom>
              <a:rect b="b" l="l" r="r" t="t"/>
              <a:pathLst>
                <a:path extrusionOk="0" h="3635" w="3431">
                  <a:moveTo>
                    <a:pt x="1203" y="473"/>
                  </a:moveTo>
                  <a:cubicBezTo>
                    <a:pt x="1210" y="473"/>
                    <a:pt x="1217" y="473"/>
                    <a:pt x="1224" y="474"/>
                  </a:cubicBezTo>
                  <a:lnTo>
                    <a:pt x="1906" y="546"/>
                  </a:lnTo>
                  <a:cubicBezTo>
                    <a:pt x="2002" y="553"/>
                    <a:pt x="2087" y="614"/>
                    <a:pt x="2125" y="703"/>
                  </a:cubicBezTo>
                  <a:lnTo>
                    <a:pt x="2831" y="2293"/>
                  </a:lnTo>
                  <a:cubicBezTo>
                    <a:pt x="2892" y="2430"/>
                    <a:pt x="2831" y="2592"/>
                    <a:pt x="2694" y="2653"/>
                  </a:cubicBezTo>
                  <a:lnTo>
                    <a:pt x="1604" y="3136"/>
                  </a:lnTo>
                  <a:cubicBezTo>
                    <a:pt x="1570" y="3150"/>
                    <a:pt x="1532" y="3160"/>
                    <a:pt x="1494" y="3160"/>
                  </a:cubicBezTo>
                  <a:cubicBezTo>
                    <a:pt x="1388" y="3160"/>
                    <a:pt x="1292" y="3095"/>
                    <a:pt x="1248" y="2999"/>
                  </a:cubicBezTo>
                  <a:lnTo>
                    <a:pt x="542" y="1409"/>
                  </a:lnTo>
                  <a:cubicBezTo>
                    <a:pt x="501" y="1320"/>
                    <a:pt x="514" y="1217"/>
                    <a:pt x="569" y="1139"/>
                  </a:cubicBezTo>
                  <a:lnTo>
                    <a:pt x="977" y="583"/>
                  </a:lnTo>
                  <a:cubicBezTo>
                    <a:pt x="1031" y="513"/>
                    <a:pt x="1115" y="473"/>
                    <a:pt x="1203" y="473"/>
                  </a:cubicBezTo>
                  <a:close/>
                  <a:moveTo>
                    <a:pt x="1193" y="1"/>
                  </a:moveTo>
                  <a:cubicBezTo>
                    <a:pt x="956" y="1"/>
                    <a:pt x="734" y="114"/>
                    <a:pt x="593" y="306"/>
                  </a:cubicBezTo>
                  <a:lnTo>
                    <a:pt x="189" y="858"/>
                  </a:lnTo>
                  <a:cubicBezTo>
                    <a:pt x="31" y="1073"/>
                    <a:pt x="0" y="1354"/>
                    <a:pt x="107" y="1601"/>
                  </a:cubicBezTo>
                  <a:lnTo>
                    <a:pt x="816" y="3191"/>
                  </a:lnTo>
                  <a:cubicBezTo>
                    <a:pt x="938" y="3470"/>
                    <a:pt x="1209" y="3635"/>
                    <a:pt x="1495" y="3635"/>
                  </a:cubicBezTo>
                  <a:cubicBezTo>
                    <a:pt x="1596" y="3635"/>
                    <a:pt x="1698" y="3614"/>
                    <a:pt x="1796" y="3572"/>
                  </a:cubicBezTo>
                  <a:lnTo>
                    <a:pt x="2886" y="3085"/>
                  </a:lnTo>
                  <a:cubicBezTo>
                    <a:pt x="3263" y="2920"/>
                    <a:pt x="3430" y="2478"/>
                    <a:pt x="3263" y="2105"/>
                  </a:cubicBezTo>
                  <a:lnTo>
                    <a:pt x="2557" y="511"/>
                  </a:lnTo>
                  <a:cubicBezTo>
                    <a:pt x="2447" y="268"/>
                    <a:pt x="2217" y="100"/>
                    <a:pt x="1954" y="73"/>
                  </a:cubicBezTo>
                  <a:cubicBezTo>
                    <a:pt x="1703" y="49"/>
                    <a:pt x="1443" y="1"/>
                    <a:pt x="1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85"/>
            <p:cNvSpPr/>
            <p:nvPr/>
          </p:nvSpPr>
          <p:spPr>
            <a:xfrm>
              <a:off x="1005405" y="2463364"/>
              <a:ext cx="15455" cy="15455"/>
            </a:xfrm>
            <a:custGeom>
              <a:rect b="b" l="l" r="r" t="t"/>
              <a:pathLst>
                <a:path extrusionOk="0" h="590" w="590">
                  <a:moveTo>
                    <a:pt x="295" y="0"/>
                  </a:moveTo>
                  <a:cubicBezTo>
                    <a:pt x="134" y="0"/>
                    <a:pt x="1" y="130"/>
                    <a:pt x="1" y="295"/>
                  </a:cubicBezTo>
                  <a:cubicBezTo>
                    <a:pt x="1" y="456"/>
                    <a:pt x="134" y="589"/>
                    <a:pt x="295" y="589"/>
                  </a:cubicBezTo>
                  <a:cubicBezTo>
                    <a:pt x="460" y="589"/>
                    <a:pt x="590" y="456"/>
                    <a:pt x="590" y="295"/>
                  </a:cubicBezTo>
                  <a:cubicBezTo>
                    <a:pt x="590" y="130"/>
                    <a:pt x="460"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5"/>
            <p:cNvSpPr/>
            <p:nvPr/>
          </p:nvSpPr>
          <p:spPr>
            <a:xfrm>
              <a:off x="855151" y="2280157"/>
              <a:ext cx="421923" cy="360050"/>
            </a:xfrm>
            <a:custGeom>
              <a:rect b="b" l="l" r="r" t="t"/>
              <a:pathLst>
                <a:path extrusionOk="0" h="13745" w="16107">
                  <a:moveTo>
                    <a:pt x="9383" y="1737"/>
                  </a:moveTo>
                  <a:cubicBezTo>
                    <a:pt x="9386" y="1737"/>
                    <a:pt x="9386" y="1737"/>
                    <a:pt x="9386" y="1741"/>
                  </a:cubicBezTo>
                  <a:lnTo>
                    <a:pt x="9386" y="2430"/>
                  </a:lnTo>
                  <a:lnTo>
                    <a:pt x="6717" y="2430"/>
                  </a:lnTo>
                  <a:lnTo>
                    <a:pt x="6717" y="1741"/>
                  </a:lnTo>
                  <a:cubicBezTo>
                    <a:pt x="6717" y="1737"/>
                    <a:pt x="6717" y="1737"/>
                    <a:pt x="6720" y="1737"/>
                  </a:cubicBezTo>
                  <a:close/>
                  <a:moveTo>
                    <a:pt x="9386" y="473"/>
                  </a:moveTo>
                  <a:cubicBezTo>
                    <a:pt x="10085" y="476"/>
                    <a:pt x="10651" y="1042"/>
                    <a:pt x="10651" y="1741"/>
                  </a:cubicBezTo>
                  <a:lnTo>
                    <a:pt x="10651" y="2430"/>
                  </a:lnTo>
                  <a:lnTo>
                    <a:pt x="9862" y="2430"/>
                  </a:lnTo>
                  <a:lnTo>
                    <a:pt x="9862" y="1741"/>
                  </a:lnTo>
                  <a:cubicBezTo>
                    <a:pt x="9859" y="1477"/>
                    <a:pt x="9647" y="1264"/>
                    <a:pt x="9383" y="1264"/>
                  </a:cubicBezTo>
                  <a:lnTo>
                    <a:pt x="6723" y="1264"/>
                  </a:lnTo>
                  <a:cubicBezTo>
                    <a:pt x="6460" y="1264"/>
                    <a:pt x="6244" y="1477"/>
                    <a:pt x="6244" y="1741"/>
                  </a:cubicBezTo>
                  <a:lnTo>
                    <a:pt x="6244" y="2430"/>
                  </a:lnTo>
                  <a:lnTo>
                    <a:pt x="5452" y="2430"/>
                  </a:lnTo>
                  <a:lnTo>
                    <a:pt x="5452" y="1741"/>
                  </a:lnTo>
                  <a:cubicBezTo>
                    <a:pt x="5456" y="1042"/>
                    <a:pt x="6021" y="473"/>
                    <a:pt x="6723" y="473"/>
                  </a:cubicBezTo>
                  <a:close/>
                  <a:moveTo>
                    <a:pt x="2837" y="2556"/>
                  </a:moveTo>
                  <a:lnTo>
                    <a:pt x="2837" y="2560"/>
                  </a:lnTo>
                  <a:lnTo>
                    <a:pt x="3602" y="2560"/>
                  </a:lnTo>
                  <a:cubicBezTo>
                    <a:pt x="3698" y="2560"/>
                    <a:pt x="3773" y="2635"/>
                    <a:pt x="3773" y="2731"/>
                  </a:cubicBezTo>
                  <a:lnTo>
                    <a:pt x="3773" y="4057"/>
                  </a:lnTo>
                  <a:cubicBezTo>
                    <a:pt x="3773" y="4188"/>
                    <a:pt x="3879" y="4294"/>
                    <a:pt x="4009" y="4294"/>
                  </a:cubicBezTo>
                  <a:cubicBezTo>
                    <a:pt x="4143" y="4294"/>
                    <a:pt x="4249" y="4188"/>
                    <a:pt x="4249" y="4057"/>
                  </a:cubicBezTo>
                  <a:lnTo>
                    <a:pt x="4249" y="2906"/>
                  </a:lnTo>
                  <a:lnTo>
                    <a:pt x="11857" y="2906"/>
                  </a:lnTo>
                  <a:lnTo>
                    <a:pt x="11857" y="12922"/>
                  </a:lnTo>
                  <a:lnTo>
                    <a:pt x="4246" y="12922"/>
                  </a:lnTo>
                  <a:lnTo>
                    <a:pt x="4246" y="5003"/>
                  </a:lnTo>
                  <a:cubicBezTo>
                    <a:pt x="4246" y="4869"/>
                    <a:pt x="4140" y="4767"/>
                    <a:pt x="4009" y="4767"/>
                  </a:cubicBezTo>
                  <a:cubicBezTo>
                    <a:pt x="3879" y="4767"/>
                    <a:pt x="3773" y="4869"/>
                    <a:pt x="3773" y="5003"/>
                  </a:cubicBezTo>
                  <a:lnTo>
                    <a:pt x="3773" y="13097"/>
                  </a:lnTo>
                  <a:cubicBezTo>
                    <a:pt x="3773" y="13193"/>
                    <a:pt x="3694" y="13269"/>
                    <a:pt x="3602" y="13269"/>
                  </a:cubicBezTo>
                  <a:lnTo>
                    <a:pt x="2837" y="13269"/>
                  </a:lnTo>
                  <a:cubicBezTo>
                    <a:pt x="2742" y="13269"/>
                    <a:pt x="2666" y="13193"/>
                    <a:pt x="2666" y="13097"/>
                  </a:cubicBezTo>
                  <a:lnTo>
                    <a:pt x="2666" y="2728"/>
                  </a:lnTo>
                  <a:cubicBezTo>
                    <a:pt x="2666" y="2632"/>
                    <a:pt x="2742" y="2556"/>
                    <a:pt x="2837" y="2556"/>
                  </a:cubicBezTo>
                  <a:close/>
                  <a:moveTo>
                    <a:pt x="12501" y="2556"/>
                  </a:moveTo>
                  <a:lnTo>
                    <a:pt x="12501" y="2560"/>
                  </a:lnTo>
                  <a:lnTo>
                    <a:pt x="13265" y="2560"/>
                  </a:lnTo>
                  <a:cubicBezTo>
                    <a:pt x="13361" y="2560"/>
                    <a:pt x="13437" y="2635"/>
                    <a:pt x="13437" y="2731"/>
                  </a:cubicBezTo>
                  <a:lnTo>
                    <a:pt x="13437" y="13101"/>
                  </a:lnTo>
                  <a:cubicBezTo>
                    <a:pt x="13437" y="13193"/>
                    <a:pt x="13361" y="13272"/>
                    <a:pt x="13265" y="13272"/>
                  </a:cubicBezTo>
                  <a:lnTo>
                    <a:pt x="12501" y="13272"/>
                  </a:lnTo>
                  <a:cubicBezTo>
                    <a:pt x="12405" y="13272"/>
                    <a:pt x="12330" y="13193"/>
                    <a:pt x="12330" y="13101"/>
                  </a:cubicBezTo>
                  <a:lnTo>
                    <a:pt x="12330" y="2728"/>
                  </a:lnTo>
                  <a:cubicBezTo>
                    <a:pt x="12330" y="2632"/>
                    <a:pt x="12409" y="2556"/>
                    <a:pt x="12501" y="2556"/>
                  </a:cubicBezTo>
                  <a:close/>
                  <a:moveTo>
                    <a:pt x="6723" y="0"/>
                  </a:moveTo>
                  <a:cubicBezTo>
                    <a:pt x="5761" y="0"/>
                    <a:pt x="4983" y="778"/>
                    <a:pt x="4983" y="1741"/>
                  </a:cubicBezTo>
                  <a:lnTo>
                    <a:pt x="4983" y="2430"/>
                  </a:lnTo>
                  <a:lnTo>
                    <a:pt x="4174" y="2430"/>
                  </a:lnTo>
                  <a:cubicBezTo>
                    <a:pt x="4064" y="2217"/>
                    <a:pt x="3842" y="2083"/>
                    <a:pt x="3602" y="2083"/>
                  </a:cubicBezTo>
                  <a:lnTo>
                    <a:pt x="2837" y="2083"/>
                  </a:lnTo>
                  <a:cubicBezTo>
                    <a:pt x="2598" y="2083"/>
                    <a:pt x="2378" y="2217"/>
                    <a:pt x="2269" y="2430"/>
                  </a:cubicBezTo>
                  <a:lnTo>
                    <a:pt x="1611" y="2430"/>
                  </a:lnTo>
                  <a:cubicBezTo>
                    <a:pt x="720" y="2433"/>
                    <a:pt x="0" y="3153"/>
                    <a:pt x="0" y="4040"/>
                  </a:cubicBezTo>
                  <a:lnTo>
                    <a:pt x="0" y="9835"/>
                  </a:lnTo>
                  <a:cubicBezTo>
                    <a:pt x="0" y="9965"/>
                    <a:pt x="106" y="10071"/>
                    <a:pt x="237" y="10071"/>
                  </a:cubicBezTo>
                  <a:cubicBezTo>
                    <a:pt x="367" y="10071"/>
                    <a:pt x="473" y="9965"/>
                    <a:pt x="473" y="9835"/>
                  </a:cubicBezTo>
                  <a:lnTo>
                    <a:pt x="473" y="4040"/>
                  </a:lnTo>
                  <a:cubicBezTo>
                    <a:pt x="473" y="3413"/>
                    <a:pt x="984" y="2906"/>
                    <a:pt x="1611" y="2906"/>
                  </a:cubicBezTo>
                  <a:lnTo>
                    <a:pt x="2193" y="2906"/>
                  </a:lnTo>
                  <a:lnTo>
                    <a:pt x="2193" y="12922"/>
                  </a:lnTo>
                  <a:lnTo>
                    <a:pt x="1611" y="12922"/>
                  </a:lnTo>
                  <a:cubicBezTo>
                    <a:pt x="984" y="12922"/>
                    <a:pt x="473" y="12412"/>
                    <a:pt x="473" y="11785"/>
                  </a:cubicBezTo>
                  <a:lnTo>
                    <a:pt x="473" y="10781"/>
                  </a:lnTo>
                  <a:cubicBezTo>
                    <a:pt x="473" y="10650"/>
                    <a:pt x="367" y="10544"/>
                    <a:pt x="237" y="10544"/>
                  </a:cubicBezTo>
                  <a:cubicBezTo>
                    <a:pt x="106" y="10544"/>
                    <a:pt x="0" y="10650"/>
                    <a:pt x="0" y="10781"/>
                  </a:cubicBezTo>
                  <a:lnTo>
                    <a:pt x="0" y="11785"/>
                  </a:lnTo>
                  <a:cubicBezTo>
                    <a:pt x="0" y="12676"/>
                    <a:pt x="720" y="13395"/>
                    <a:pt x="1611" y="13395"/>
                  </a:cubicBezTo>
                  <a:lnTo>
                    <a:pt x="2269" y="13395"/>
                  </a:lnTo>
                  <a:cubicBezTo>
                    <a:pt x="2378" y="13608"/>
                    <a:pt x="2598" y="13741"/>
                    <a:pt x="2837" y="13745"/>
                  </a:cubicBezTo>
                  <a:lnTo>
                    <a:pt x="3602" y="13745"/>
                  </a:lnTo>
                  <a:cubicBezTo>
                    <a:pt x="3842" y="13741"/>
                    <a:pt x="4064" y="13608"/>
                    <a:pt x="4174" y="13395"/>
                  </a:cubicBezTo>
                  <a:lnTo>
                    <a:pt x="11929" y="13395"/>
                  </a:lnTo>
                  <a:cubicBezTo>
                    <a:pt x="12042" y="13608"/>
                    <a:pt x="12261" y="13741"/>
                    <a:pt x="12501" y="13745"/>
                  </a:cubicBezTo>
                  <a:lnTo>
                    <a:pt x="13269" y="13745"/>
                  </a:lnTo>
                  <a:cubicBezTo>
                    <a:pt x="13509" y="13741"/>
                    <a:pt x="13728" y="13608"/>
                    <a:pt x="13837" y="13395"/>
                  </a:cubicBezTo>
                  <a:lnTo>
                    <a:pt x="14495" y="13395"/>
                  </a:lnTo>
                  <a:cubicBezTo>
                    <a:pt x="15383" y="13395"/>
                    <a:pt x="16103" y="12676"/>
                    <a:pt x="16103" y="11785"/>
                  </a:cubicBezTo>
                  <a:lnTo>
                    <a:pt x="16103" y="6014"/>
                  </a:lnTo>
                  <a:cubicBezTo>
                    <a:pt x="16103" y="5880"/>
                    <a:pt x="15996" y="5774"/>
                    <a:pt x="15866" y="5774"/>
                  </a:cubicBezTo>
                  <a:cubicBezTo>
                    <a:pt x="15736" y="5774"/>
                    <a:pt x="15630" y="5880"/>
                    <a:pt x="15630" y="6014"/>
                  </a:cubicBezTo>
                  <a:lnTo>
                    <a:pt x="15630" y="11785"/>
                  </a:lnTo>
                  <a:cubicBezTo>
                    <a:pt x="15630" y="12412"/>
                    <a:pt x="15119" y="12922"/>
                    <a:pt x="14492" y="12922"/>
                  </a:cubicBezTo>
                  <a:lnTo>
                    <a:pt x="13909" y="12922"/>
                  </a:lnTo>
                  <a:lnTo>
                    <a:pt x="13909" y="2906"/>
                  </a:lnTo>
                  <a:lnTo>
                    <a:pt x="14495" y="2906"/>
                  </a:lnTo>
                  <a:cubicBezTo>
                    <a:pt x="14498" y="2906"/>
                    <a:pt x="14500" y="2906"/>
                    <a:pt x="14502" y="2906"/>
                  </a:cubicBezTo>
                  <a:cubicBezTo>
                    <a:pt x="15126" y="2906"/>
                    <a:pt x="15630" y="3415"/>
                    <a:pt x="15633" y="4040"/>
                  </a:cubicBezTo>
                  <a:lnTo>
                    <a:pt x="15633" y="5065"/>
                  </a:lnTo>
                  <a:cubicBezTo>
                    <a:pt x="15633" y="5195"/>
                    <a:pt x="15736" y="5301"/>
                    <a:pt x="15870" y="5301"/>
                  </a:cubicBezTo>
                  <a:cubicBezTo>
                    <a:pt x="16000" y="5301"/>
                    <a:pt x="16106" y="5195"/>
                    <a:pt x="16106" y="5065"/>
                  </a:cubicBezTo>
                  <a:lnTo>
                    <a:pt x="16106" y="4040"/>
                  </a:lnTo>
                  <a:cubicBezTo>
                    <a:pt x="16103" y="3153"/>
                    <a:pt x="15383" y="2433"/>
                    <a:pt x="14495" y="2430"/>
                  </a:cubicBezTo>
                  <a:lnTo>
                    <a:pt x="13837" y="2430"/>
                  </a:lnTo>
                  <a:cubicBezTo>
                    <a:pt x="13728" y="2217"/>
                    <a:pt x="13509" y="2083"/>
                    <a:pt x="13269" y="2083"/>
                  </a:cubicBezTo>
                  <a:lnTo>
                    <a:pt x="12501" y="2083"/>
                  </a:lnTo>
                  <a:cubicBezTo>
                    <a:pt x="12261" y="2083"/>
                    <a:pt x="12042" y="2217"/>
                    <a:pt x="11932" y="2430"/>
                  </a:cubicBezTo>
                  <a:lnTo>
                    <a:pt x="11123" y="2430"/>
                  </a:lnTo>
                  <a:lnTo>
                    <a:pt x="11123" y="1741"/>
                  </a:lnTo>
                  <a:cubicBezTo>
                    <a:pt x="11123" y="778"/>
                    <a:pt x="10346" y="0"/>
                    <a:pt x="93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3" name="Google Shape;11973;p85"/>
          <p:cNvGrpSpPr/>
          <p:nvPr/>
        </p:nvGrpSpPr>
        <p:grpSpPr>
          <a:xfrm>
            <a:off x="1417348" y="2283640"/>
            <a:ext cx="385276" cy="384123"/>
            <a:chOff x="1417348" y="2283640"/>
            <a:chExt cx="385276" cy="384123"/>
          </a:xfrm>
        </p:grpSpPr>
        <p:sp>
          <p:nvSpPr>
            <p:cNvPr id="11974" name="Google Shape;11974;p85"/>
            <p:cNvSpPr/>
            <p:nvPr/>
          </p:nvSpPr>
          <p:spPr>
            <a:xfrm>
              <a:off x="1515998" y="2478531"/>
              <a:ext cx="106483" cy="57288"/>
            </a:xfrm>
            <a:custGeom>
              <a:rect b="b" l="l" r="r" t="t"/>
              <a:pathLst>
                <a:path extrusionOk="0" h="2187" w="4065">
                  <a:moveTo>
                    <a:pt x="2135" y="0"/>
                  </a:moveTo>
                  <a:lnTo>
                    <a:pt x="624" y="686"/>
                  </a:lnTo>
                  <a:lnTo>
                    <a:pt x="0" y="1868"/>
                  </a:lnTo>
                  <a:lnTo>
                    <a:pt x="2032" y="2187"/>
                  </a:lnTo>
                  <a:lnTo>
                    <a:pt x="4064" y="1868"/>
                  </a:lnTo>
                  <a:lnTo>
                    <a:pt x="3441" y="686"/>
                  </a:lnTo>
                  <a:lnTo>
                    <a:pt x="2135"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5"/>
            <p:cNvSpPr/>
            <p:nvPr/>
          </p:nvSpPr>
          <p:spPr>
            <a:xfrm>
              <a:off x="1423084" y="2289377"/>
              <a:ext cx="292389" cy="207124"/>
            </a:xfrm>
            <a:custGeom>
              <a:rect b="b" l="l" r="r" t="t"/>
              <a:pathLst>
                <a:path extrusionOk="0" h="7907" w="11162">
                  <a:moveTo>
                    <a:pt x="895" y="1"/>
                  </a:moveTo>
                  <a:cubicBezTo>
                    <a:pt x="401" y="1"/>
                    <a:pt x="0" y="402"/>
                    <a:pt x="0" y="895"/>
                  </a:cubicBezTo>
                  <a:lnTo>
                    <a:pt x="0" y="7012"/>
                  </a:lnTo>
                  <a:cubicBezTo>
                    <a:pt x="0" y="7506"/>
                    <a:pt x="401" y="7907"/>
                    <a:pt x="895" y="7907"/>
                  </a:cubicBezTo>
                  <a:lnTo>
                    <a:pt x="10264" y="7907"/>
                  </a:lnTo>
                  <a:cubicBezTo>
                    <a:pt x="10757" y="7907"/>
                    <a:pt x="11161" y="7506"/>
                    <a:pt x="11161" y="7012"/>
                  </a:cubicBezTo>
                  <a:lnTo>
                    <a:pt x="11161" y="895"/>
                  </a:lnTo>
                  <a:cubicBezTo>
                    <a:pt x="11161" y="402"/>
                    <a:pt x="10757" y="1"/>
                    <a:pt x="102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85"/>
            <p:cNvSpPr/>
            <p:nvPr/>
          </p:nvSpPr>
          <p:spPr>
            <a:xfrm>
              <a:off x="1423084" y="2289377"/>
              <a:ext cx="34315" cy="207124"/>
            </a:xfrm>
            <a:custGeom>
              <a:rect b="b" l="l" r="r" t="t"/>
              <a:pathLst>
                <a:path extrusionOk="0" h="7907" w="1310">
                  <a:moveTo>
                    <a:pt x="895" y="1"/>
                  </a:moveTo>
                  <a:cubicBezTo>
                    <a:pt x="401" y="1"/>
                    <a:pt x="0" y="402"/>
                    <a:pt x="0" y="895"/>
                  </a:cubicBezTo>
                  <a:lnTo>
                    <a:pt x="0" y="7012"/>
                  </a:lnTo>
                  <a:cubicBezTo>
                    <a:pt x="0" y="7506"/>
                    <a:pt x="401" y="7907"/>
                    <a:pt x="895" y="7907"/>
                  </a:cubicBezTo>
                  <a:lnTo>
                    <a:pt x="1309" y="7907"/>
                  </a:lnTo>
                  <a:cubicBezTo>
                    <a:pt x="816" y="7907"/>
                    <a:pt x="415" y="7506"/>
                    <a:pt x="415" y="7012"/>
                  </a:cubicBezTo>
                  <a:lnTo>
                    <a:pt x="415" y="895"/>
                  </a:lnTo>
                  <a:cubicBezTo>
                    <a:pt x="415" y="405"/>
                    <a:pt x="809" y="8"/>
                    <a:pt x="1299"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85"/>
            <p:cNvSpPr/>
            <p:nvPr/>
          </p:nvSpPr>
          <p:spPr>
            <a:xfrm>
              <a:off x="1498762" y="2527437"/>
              <a:ext cx="140405" cy="16739"/>
            </a:xfrm>
            <a:custGeom>
              <a:rect b="b" l="l" r="r" t="t"/>
              <a:pathLst>
                <a:path extrusionOk="0" h="639" w="5360">
                  <a:moveTo>
                    <a:pt x="317" y="1"/>
                  </a:moveTo>
                  <a:cubicBezTo>
                    <a:pt x="141" y="1"/>
                    <a:pt x="0" y="142"/>
                    <a:pt x="0" y="320"/>
                  </a:cubicBezTo>
                  <a:cubicBezTo>
                    <a:pt x="0" y="497"/>
                    <a:pt x="141" y="638"/>
                    <a:pt x="317" y="638"/>
                  </a:cubicBezTo>
                  <a:cubicBezTo>
                    <a:pt x="321" y="638"/>
                    <a:pt x="325" y="638"/>
                    <a:pt x="329" y="638"/>
                  </a:cubicBezTo>
                  <a:lnTo>
                    <a:pt x="5051" y="638"/>
                  </a:lnTo>
                  <a:cubicBezTo>
                    <a:pt x="5223" y="631"/>
                    <a:pt x="5360" y="491"/>
                    <a:pt x="5360" y="320"/>
                  </a:cubicBezTo>
                  <a:cubicBezTo>
                    <a:pt x="5360" y="148"/>
                    <a:pt x="5223" y="8"/>
                    <a:pt x="5051" y="1"/>
                  </a:cubicBezTo>
                  <a:lnTo>
                    <a:pt x="329" y="1"/>
                  </a:lnTo>
                  <a:cubicBezTo>
                    <a:pt x="325" y="1"/>
                    <a:pt x="321" y="1"/>
                    <a:pt x="31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85"/>
            <p:cNvSpPr/>
            <p:nvPr/>
          </p:nvSpPr>
          <p:spPr>
            <a:xfrm>
              <a:off x="1438068" y="2306273"/>
              <a:ext cx="262422" cy="153162"/>
            </a:xfrm>
            <a:custGeom>
              <a:rect b="b" l="l" r="r" t="t"/>
              <a:pathLst>
                <a:path extrusionOk="0" h="5847" w="10018">
                  <a:moveTo>
                    <a:pt x="727" y="0"/>
                  </a:moveTo>
                  <a:cubicBezTo>
                    <a:pt x="326" y="0"/>
                    <a:pt x="1" y="326"/>
                    <a:pt x="1" y="727"/>
                  </a:cubicBezTo>
                  <a:lnTo>
                    <a:pt x="1" y="5120"/>
                  </a:lnTo>
                  <a:cubicBezTo>
                    <a:pt x="1" y="5521"/>
                    <a:pt x="326" y="5846"/>
                    <a:pt x="727" y="5846"/>
                  </a:cubicBezTo>
                  <a:lnTo>
                    <a:pt x="9287" y="5846"/>
                  </a:lnTo>
                  <a:cubicBezTo>
                    <a:pt x="9688" y="5846"/>
                    <a:pt x="10017" y="5521"/>
                    <a:pt x="10014" y="5116"/>
                  </a:cubicBezTo>
                  <a:lnTo>
                    <a:pt x="10014" y="727"/>
                  </a:lnTo>
                  <a:cubicBezTo>
                    <a:pt x="10014" y="326"/>
                    <a:pt x="9688" y="0"/>
                    <a:pt x="928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85"/>
            <p:cNvSpPr/>
            <p:nvPr/>
          </p:nvSpPr>
          <p:spPr>
            <a:xfrm>
              <a:off x="1537714" y="2425748"/>
              <a:ext cx="240601" cy="192114"/>
            </a:xfrm>
            <a:custGeom>
              <a:rect b="b" l="l" r="r" t="t"/>
              <a:pathLst>
                <a:path extrusionOk="0" h="7334" w="9185">
                  <a:moveTo>
                    <a:pt x="953" y="0"/>
                  </a:moveTo>
                  <a:cubicBezTo>
                    <a:pt x="425" y="0"/>
                    <a:pt x="0" y="429"/>
                    <a:pt x="0" y="953"/>
                  </a:cubicBezTo>
                  <a:lnTo>
                    <a:pt x="0" y="7334"/>
                  </a:lnTo>
                  <a:lnTo>
                    <a:pt x="9184" y="7334"/>
                  </a:lnTo>
                  <a:lnTo>
                    <a:pt x="9184" y="953"/>
                  </a:lnTo>
                  <a:cubicBezTo>
                    <a:pt x="9184" y="429"/>
                    <a:pt x="8759" y="0"/>
                    <a:pt x="8235"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85"/>
            <p:cNvSpPr/>
            <p:nvPr/>
          </p:nvSpPr>
          <p:spPr>
            <a:xfrm>
              <a:off x="1555212" y="2446914"/>
              <a:ext cx="205683" cy="141139"/>
            </a:xfrm>
            <a:custGeom>
              <a:rect b="b" l="l" r="r" t="t"/>
              <a:pathLst>
                <a:path extrusionOk="0" h="5388" w="7852">
                  <a:moveTo>
                    <a:pt x="439" y="1"/>
                  </a:moveTo>
                  <a:cubicBezTo>
                    <a:pt x="196" y="1"/>
                    <a:pt x="1" y="200"/>
                    <a:pt x="1" y="443"/>
                  </a:cubicBezTo>
                  <a:lnTo>
                    <a:pt x="1" y="4949"/>
                  </a:lnTo>
                  <a:cubicBezTo>
                    <a:pt x="1" y="5193"/>
                    <a:pt x="196" y="5388"/>
                    <a:pt x="439" y="5388"/>
                  </a:cubicBezTo>
                  <a:lnTo>
                    <a:pt x="7409" y="5388"/>
                  </a:lnTo>
                  <a:cubicBezTo>
                    <a:pt x="7653" y="5388"/>
                    <a:pt x="7851" y="5193"/>
                    <a:pt x="7851" y="4949"/>
                  </a:cubicBezTo>
                  <a:lnTo>
                    <a:pt x="7851" y="443"/>
                  </a:lnTo>
                  <a:cubicBezTo>
                    <a:pt x="7851" y="200"/>
                    <a:pt x="7653" y="1"/>
                    <a:pt x="741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85"/>
            <p:cNvSpPr/>
            <p:nvPr/>
          </p:nvSpPr>
          <p:spPr>
            <a:xfrm>
              <a:off x="1537714" y="2425748"/>
              <a:ext cx="33870" cy="192114"/>
            </a:xfrm>
            <a:custGeom>
              <a:rect b="b" l="l" r="r" t="t"/>
              <a:pathLst>
                <a:path extrusionOk="0" h="7334" w="1293">
                  <a:moveTo>
                    <a:pt x="953" y="0"/>
                  </a:moveTo>
                  <a:cubicBezTo>
                    <a:pt x="425" y="0"/>
                    <a:pt x="0" y="429"/>
                    <a:pt x="0" y="953"/>
                  </a:cubicBezTo>
                  <a:lnTo>
                    <a:pt x="0" y="7334"/>
                  </a:lnTo>
                  <a:lnTo>
                    <a:pt x="340" y="7334"/>
                  </a:lnTo>
                  <a:lnTo>
                    <a:pt x="340" y="953"/>
                  </a:lnTo>
                  <a:cubicBezTo>
                    <a:pt x="340" y="429"/>
                    <a:pt x="765" y="4"/>
                    <a:pt x="1292" y="4"/>
                  </a:cubicBezTo>
                  <a:lnTo>
                    <a:pt x="953"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5"/>
            <p:cNvSpPr/>
            <p:nvPr/>
          </p:nvSpPr>
          <p:spPr>
            <a:xfrm>
              <a:off x="1537714" y="2594758"/>
              <a:ext cx="240601" cy="23104"/>
            </a:xfrm>
            <a:custGeom>
              <a:rect b="b" l="l" r="r" t="t"/>
              <a:pathLst>
                <a:path extrusionOk="0" h="882" w="9185">
                  <a:moveTo>
                    <a:pt x="0" y="1"/>
                  </a:moveTo>
                  <a:lnTo>
                    <a:pt x="0" y="882"/>
                  </a:lnTo>
                  <a:lnTo>
                    <a:pt x="9184" y="882"/>
                  </a:lnTo>
                  <a:lnTo>
                    <a:pt x="9184"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5"/>
            <p:cNvSpPr/>
            <p:nvPr/>
          </p:nvSpPr>
          <p:spPr>
            <a:xfrm>
              <a:off x="1519141" y="2605079"/>
              <a:ext cx="277850" cy="25435"/>
            </a:xfrm>
            <a:custGeom>
              <a:rect b="b" l="l" r="r" t="t"/>
              <a:pathLst>
                <a:path extrusionOk="0" h="971" w="10607">
                  <a:moveTo>
                    <a:pt x="240" y="1"/>
                  </a:moveTo>
                  <a:cubicBezTo>
                    <a:pt x="106" y="1"/>
                    <a:pt x="0" y="111"/>
                    <a:pt x="0" y="241"/>
                  </a:cubicBezTo>
                  <a:cubicBezTo>
                    <a:pt x="0" y="645"/>
                    <a:pt x="326" y="971"/>
                    <a:pt x="727" y="971"/>
                  </a:cubicBezTo>
                  <a:lnTo>
                    <a:pt x="9876" y="971"/>
                  </a:lnTo>
                  <a:cubicBezTo>
                    <a:pt x="10280" y="971"/>
                    <a:pt x="10606" y="645"/>
                    <a:pt x="10606" y="241"/>
                  </a:cubicBezTo>
                  <a:cubicBezTo>
                    <a:pt x="10606" y="111"/>
                    <a:pt x="10496" y="1"/>
                    <a:pt x="10366"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5"/>
            <p:cNvSpPr/>
            <p:nvPr/>
          </p:nvSpPr>
          <p:spPr>
            <a:xfrm>
              <a:off x="1519037" y="2605079"/>
              <a:ext cx="50844" cy="25435"/>
            </a:xfrm>
            <a:custGeom>
              <a:rect b="b" l="l" r="r" t="t"/>
              <a:pathLst>
                <a:path extrusionOk="0" h="971" w="1941">
                  <a:moveTo>
                    <a:pt x="241" y="1"/>
                  </a:moveTo>
                  <a:cubicBezTo>
                    <a:pt x="110" y="1"/>
                    <a:pt x="1" y="107"/>
                    <a:pt x="1" y="241"/>
                  </a:cubicBezTo>
                  <a:cubicBezTo>
                    <a:pt x="1" y="642"/>
                    <a:pt x="330" y="971"/>
                    <a:pt x="731" y="971"/>
                  </a:cubicBezTo>
                  <a:lnTo>
                    <a:pt x="1940" y="971"/>
                  </a:lnTo>
                  <a:cubicBezTo>
                    <a:pt x="1536" y="971"/>
                    <a:pt x="1210" y="642"/>
                    <a:pt x="1210" y="241"/>
                  </a:cubicBezTo>
                  <a:cubicBezTo>
                    <a:pt x="1210" y="107"/>
                    <a:pt x="1320" y="1"/>
                    <a:pt x="145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85"/>
            <p:cNvSpPr/>
            <p:nvPr/>
          </p:nvSpPr>
          <p:spPr>
            <a:xfrm>
              <a:off x="1662297" y="2559841"/>
              <a:ext cx="71565" cy="102187"/>
            </a:xfrm>
            <a:custGeom>
              <a:rect b="b" l="l" r="r" t="t"/>
              <a:pathLst>
                <a:path extrusionOk="0" h="3901" w="2732">
                  <a:moveTo>
                    <a:pt x="429" y="1"/>
                  </a:moveTo>
                  <a:cubicBezTo>
                    <a:pt x="193" y="1"/>
                    <a:pt x="1" y="193"/>
                    <a:pt x="1" y="429"/>
                  </a:cubicBezTo>
                  <a:lnTo>
                    <a:pt x="1" y="3472"/>
                  </a:lnTo>
                  <a:cubicBezTo>
                    <a:pt x="1" y="3709"/>
                    <a:pt x="193" y="3901"/>
                    <a:pt x="429" y="3901"/>
                  </a:cubicBezTo>
                  <a:lnTo>
                    <a:pt x="2304" y="3901"/>
                  </a:lnTo>
                  <a:cubicBezTo>
                    <a:pt x="2540" y="3901"/>
                    <a:pt x="2732" y="3709"/>
                    <a:pt x="2732" y="3472"/>
                  </a:cubicBezTo>
                  <a:lnTo>
                    <a:pt x="2732" y="429"/>
                  </a:lnTo>
                  <a:cubicBezTo>
                    <a:pt x="2732" y="193"/>
                    <a:pt x="2540" y="1"/>
                    <a:pt x="230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85"/>
            <p:cNvSpPr/>
            <p:nvPr/>
          </p:nvSpPr>
          <p:spPr>
            <a:xfrm>
              <a:off x="1662219" y="2580849"/>
              <a:ext cx="71748" cy="60275"/>
            </a:xfrm>
            <a:custGeom>
              <a:rect b="b" l="l" r="r" t="t"/>
              <a:pathLst>
                <a:path extrusionOk="0" h="2301" w="2739">
                  <a:moveTo>
                    <a:pt x="333" y="1"/>
                  </a:moveTo>
                  <a:cubicBezTo>
                    <a:pt x="151" y="1"/>
                    <a:pt x="0" y="148"/>
                    <a:pt x="0" y="330"/>
                  </a:cubicBezTo>
                  <a:lnTo>
                    <a:pt x="0" y="1971"/>
                  </a:lnTo>
                  <a:cubicBezTo>
                    <a:pt x="0" y="2153"/>
                    <a:pt x="151" y="2300"/>
                    <a:pt x="333" y="2300"/>
                  </a:cubicBezTo>
                  <a:lnTo>
                    <a:pt x="2406" y="2300"/>
                  </a:lnTo>
                  <a:cubicBezTo>
                    <a:pt x="2588" y="2300"/>
                    <a:pt x="2738" y="2153"/>
                    <a:pt x="2738" y="1971"/>
                  </a:cubicBezTo>
                  <a:lnTo>
                    <a:pt x="2738" y="333"/>
                  </a:lnTo>
                  <a:cubicBezTo>
                    <a:pt x="2738" y="148"/>
                    <a:pt x="2591" y="1"/>
                    <a:pt x="2406" y="1"/>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85"/>
            <p:cNvSpPr/>
            <p:nvPr/>
          </p:nvSpPr>
          <p:spPr>
            <a:xfrm>
              <a:off x="1417348" y="2283640"/>
              <a:ext cx="385276" cy="384123"/>
            </a:xfrm>
            <a:custGeom>
              <a:rect b="b" l="l" r="r" t="t"/>
              <a:pathLst>
                <a:path extrusionOk="0" h="14664" w="14708">
                  <a:moveTo>
                    <a:pt x="10078" y="1080"/>
                  </a:moveTo>
                  <a:cubicBezTo>
                    <a:pt x="10359" y="1080"/>
                    <a:pt x="10589" y="1310"/>
                    <a:pt x="10589" y="1591"/>
                  </a:cubicBezTo>
                  <a:lnTo>
                    <a:pt x="10589" y="5209"/>
                  </a:lnTo>
                  <a:lnTo>
                    <a:pt x="5548" y="5209"/>
                  </a:lnTo>
                  <a:cubicBezTo>
                    <a:pt x="4900" y="5209"/>
                    <a:pt x="4380" y="5734"/>
                    <a:pt x="4376" y="6378"/>
                  </a:cubicBezTo>
                  <a:lnTo>
                    <a:pt x="4376" y="6491"/>
                  </a:lnTo>
                  <a:lnTo>
                    <a:pt x="1518" y="6491"/>
                  </a:lnTo>
                  <a:cubicBezTo>
                    <a:pt x="1237" y="6491"/>
                    <a:pt x="1008" y="6261"/>
                    <a:pt x="1008" y="5980"/>
                  </a:cubicBezTo>
                  <a:lnTo>
                    <a:pt x="1008" y="1591"/>
                  </a:lnTo>
                  <a:cubicBezTo>
                    <a:pt x="1008" y="1310"/>
                    <a:pt x="1237" y="1080"/>
                    <a:pt x="1518" y="1080"/>
                  </a:cubicBezTo>
                  <a:close/>
                  <a:moveTo>
                    <a:pt x="4376" y="8619"/>
                  </a:moveTo>
                  <a:lnTo>
                    <a:pt x="4376" y="9088"/>
                  </a:lnTo>
                  <a:lnTo>
                    <a:pt x="4129" y="9088"/>
                  </a:lnTo>
                  <a:lnTo>
                    <a:pt x="4376" y="8619"/>
                  </a:lnTo>
                  <a:close/>
                  <a:moveTo>
                    <a:pt x="4376" y="9527"/>
                  </a:moveTo>
                  <a:lnTo>
                    <a:pt x="4376" y="9726"/>
                  </a:lnTo>
                  <a:lnTo>
                    <a:pt x="3434" y="9726"/>
                  </a:lnTo>
                  <a:cubicBezTo>
                    <a:pt x="3379" y="9726"/>
                    <a:pt x="3334" y="9681"/>
                    <a:pt x="3334" y="9627"/>
                  </a:cubicBezTo>
                  <a:cubicBezTo>
                    <a:pt x="3334" y="9572"/>
                    <a:pt x="3379" y="9527"/>
                    <a:pt x="3434" y="9527"/>
                  </a:cubicBezTo>
                  <a:close/>
                  <a:moveTo>
                    <a:pt x="11655" y="10764"/>
                  </a:moveTo>
                  <a:cubicBezTo>
                    <a:pt x="11771" y="10768"/>
                    <a:pt x="11864" y="10860"/>
                    <a:pt x="11867" y="10977"/>
                  </a:cubicBezTo>
                  <a:lnTo>
                    <a:pt x="11867" y="11141"/>
                  </a:lnTo>
                  <a:cubicBezTo>
                    <a:pt x="11829" y="11134"/>
                    <a:pt x="11792" y="11131"/>
                    <a:pt x="11754" y="11131"/>
                  </a:cubicBezTo>
                  <a:lnTo>
                    <a:pt x="9681" y="11131"/>
                  </a:lnTo>
                  <a:cubicBezTo>
                    <a:pt x="9643" y="11131"/>
                    <a:pt x="9605" y="11134"/>
                    <a:pt x="9568" y="11141"/>
                  </a:cubicBezTo>
                  <a:lnTo>
                    <a:pt x="9568" y="10977"/>
                  </a:lnTo>
                  <a:cubicBezTo>
                    <a:pt x="9571" y="10860"/>
                    <a:pt x="9664" y="10768"/>
                    <a:pt x="9780" y="10764"/>
                  </a:cubicBezTo>
                  <a:close/>
                  <a:moveTo>
                    <a:pt x="12830" y="5645"/>
                  </a:moveTo>
                  <a:cubicBezTo>
                    <a:pt x="13234" y="5645"/>
                    <a:pt x="13560" y="5974"/>
                    <a:pt x="13560" y="6378"/>
                  </a:cubicBezTo>
                  <a:lnTo>
                    <a:pt x="13560" y="12056"/>
                  </a:lnTo>
                  <a:lnTo>
                    <a:pt x="12302" y="12056"/>
                  </a:lnTo>
                  <a:lnTo>
                    <a:pt x="12302" y="11840"/>
                  </a:lnTo>
                  <a:lnTo>
                    <a:pt x="12676" y="11840"/>
                  </a:lnTo>
                  <a:cubicBezTo>
                    <a:pt x="13039" y="11840"/>
                    <a:pt x="13334" y="11546"/>
                    <a:pt x="13334" y="11182"/>
                  </a:cubicBezTo>
                  <a:lnTo>
                    <a:pt x="13334" y="7728"/>
                  </a:lnTo>
                  <a:cubicBezTo>
                    <a:pt x="13334" y="7582"/>
                    <a:pt x="13225" y="7510"/>
                    <a:pt x="13116" y="7510"/>
                  </a:cubicBezTo>
                  <a:cubicBezTo>
                    <a:pt x="13007" y="7510"/>
                    <a:pt x="12899" y="7582"/>
                    <a:pt x="12899" y="7728"/>
                  </a:cubicBezTo>
                  <a:lnTo>
                    <a:pt x="12899" y="11182"/>
                  </a:lnTo>
                  <a:cubicBezTo>
                    <a:pt x="12895" y="11302"/>
                    <a:pt x="12796" y="11405"/>
                    <a:pt x="12672" y="11405"/>
                  </a:cubicBezTo>
                  <a:lnTo>
                    <a:pt x="12306" y="11405"/>
                  </a:lnTo>
                  <a:lnTo>
                    <a:pt x="12306" y="10977"/>
                  </a:lnTo>
                  <a:cubicBezTo>
                    <a:pt x="12306" y="10617"/>
                    <a:pt x="12014" y="10326"/>
                    <a:pt x="11658" y="10326"/>
                  </a:cubicBezTo>
                  <a:lnTo>
                    <a:pt x="9780" y="10326"/>
                  </a:lnTo>
                  <a:cubicBezTo>
                    <a:pt x="9420" y="10326"/>
                    <a:pt x="9133" y="10617"/>
                    <a:pt x="9133" y="10977"/>
                  </a:cubicBezTo>
                  <a:lnTo>
                    <a:pt x="9133" y="11405"/>
                  </a:lnTo>
                  <a:lnTo>
                    <a:pt x="5706" y="11405"/>
                  </a:lnTo>
                  <a:cubicBezTo>
                    <a:pt x="5582" y="11405"/>
                    <a:pt x="5483" y="11302"/>
                    <a:pt x="5483" y="11182"/>
                  </a:cubicBezTo>
                  <a:lnTo>
                    <a:pt x="5483" y="6676"/>
                  </a:lnTo>
                  <a:cubicBezTo>
                    <a:pt x="5483" y="6553"/>
                    <a:pt x="5582" y="6453"/>
                    <a:pt x="5706" y="6453"/>
                  </a:cubicBezTo>
                  <a:lnTo>
                    <a:pt x="12676" y="6453"/>
                  </a:lnTo>
                  <a:cubicBezTo>
                    <a:pt x="12796" y="6453"/>
                    <a:pt x="12895" y="6553"/>
                    <a:pt x="12899" y="6676"/>
                  </a:cubicBezTo>
                  <a:lnTo>
                    <a:pt x="12899" y="6854"/>
                  </a:lnTo>
                  <a:cubicBezTo>
                    <a:pt x="12899" y="6974"/>
                    <a:pt x="12995" y="7074"/>
                    <a:pt x="13114" y="7074"/>
                  </a:cubicBezTo>
                  <a:cubicBezTo>
                    <a:pt x="13234" y="7074"/>
                    <a:pt x="13334" y="6974"/>
                    <a:pt x="13334" y="6854"/>
                  </a:cubicBezTo>
                  <a:lnTo>
                    <a:pt x="13334" y="6676"/>
                  </a:lnTo>
                  <a:cubicBezTo>
                    <a:pt x="13334" y="6309"/>
                    <a:pt x="13039" y="6015"/>
                    <a:pt x="12676" y="6015"/>
                  </a:cubicBezTo>
                  <a:lnTo>
                    <a:pt x="5702" y="6015"/>
                  </a:lnTo>
                  <a:cubicBezTo>
                    <a:pt x="5339" y="6015"/>
                    <a:pt x="5044" y="6309"/>
                    <a:pt x="5044" y="6676"/>
                  </a:cubicBezTo>
                  <a:lnTo>
                    <a:pt x="5044" y="11182"/>
                  </a:lnTo>
                  <a:cubicBezTo>
                    <a:pt x="5044" y="11546"/>
                    <a:pt x="5339" y="11840"/>
                    <a:pt x="5702" y="11840"/>
                  </a:cubicBezTo>
                  <a:lnTo>
                    <a:pt x="9129" y="11840"/>
                  </a:lnTo>
                  <a:lnTo>
                    <a:pt x="9129" y="12056"/>
                  </a:lnTo>
                  <a:lnTo>
                    <a:pt x="4815" y="12056"/>
                  </a:lnTo>
                  <a:lnTo>
                    <a:pt x="4815" y="6378"/>
                  </a:lnTo>
                  <a:cubicBezTo>
                    <a:pt x="4815" y="5974"/>
                    <a:pt x="5144" y="5645"/>
                    <a:pt x="5548" y="5645"/>
                  </a:cubicBezTo>
                  <a:close/>
                  <a:moveTo>
                    <a:pt x="9133" y="12491"/>
                  </a:moveTo>
                  <a:lnTo>
                    <a:pt x="9133" y="13022"/>
                  </a:lnTo>
                  <a:lnTo>
                    <a:pt x="4613" y="13022"/>
                  </a:lnTo>
                  <a:cubicBezTo>
                    <a:pt x="4476" y="13022"/>
                    <a:pt x="4349" y="12968"/>
                    <a:pt x="4253" y="12872"/>
                  </a:cubicBezTo>
                  <a:cubicBezTo>
                    <a:pt x="4157" y="12776"/>
                    <a:pt x="4102" y="12646"/>
                    <a:pt x="4102" y="12512"/>
                  </a:cubicBezTo>
                  <a:cubicBezTo>
                    <a:pt x="4102" y="12502"/>
                    <a:pt x="4112" y="12491"/>
                    <a:pt x="4126" y="12491"/>
                  </a:cubicBezTo>
                  <a:close/>
                  <a:moveTo>
                    <a:pt x="14252" y="12491"/>
                  </a:moveTo>
                  <a:cubicBezTo>
                    <a:pt x="14256" y="12491"/>
                    <a:pt x="14262" y="12495"/>
                    <a:pt x="14266" y="12498"/>
                  </a:cubicBezTo>
                  <a:cubicBezTo>
                    <a:pt x="14269" y="12502"/>
                    <a:pt x="14273" y="12505"/>
                    <a:pt x="14273" y="12512"/>
                  </a:cubicBezTo>
                  <a:cubicBezTo>
                    <a:pt x="14273" y="12793"/>
                    <a:pt x="14043" y="13022"/>
                    <a:pt x="13762" y="13022"/>
                  </a:cubicBezTo>
                  <a:lnTo>
                    <a:pt x="13762" y="13019"/>
                  </a:lnTo>
                  <a:lnTo>
                    <a:pt x="12302" y="13019"/>
                  </a:lnTo>
                  <a:lnTo>
                    <a:pt x="12302" y="12491"/>
                  </a:lnTo>
                  <a:close/>
                  <a:moveTo>
                    <a:pt x="11754" y="11566"/>
                  </a:moveTo>
                  <a:cubicBezTo>
                    <a:pt x="11816" y="11566"/>
                    <a:pt x="11867" y="11617"/>
                    <a:pt x="11867" y="11679"/>
                  </a:cubicBezTo>
                  <a:lnTo>
                    <a:pt x="11867" y="13317"/>
                  </a:lnTo>
                  <a:cubicBezTo>
                    <a:pt x="11867" y="13379"/>
                    <a:pt x="11816" y="13430"/>
                    <a:pt x="11754" y="13430"/>
                  </a:cubicBezTo>
                  <a:lnTo>
                    <a:pt x="9681" y="13430"/>
                  </a:lnTo>
                  <a:cubicBezTo>
                    <a:pt x="9619" y="13430"/>
                    <a:pt x="9568" y="13379"/>
                    <a:pt x="9568" y="13317"/>
                  </a:cubicBezTo>
                  <a:lnTo>
                    <a:pt x="9568" y="13242"/>
                  </a:lnTo>
                  <a:lnTo>
                    <a:pt x="9568" y="11679"/>
                  </a:lnTo>
                  <a:cubicBezTo>
                    <a:pt x="9568" y="11617"/>
                    <a:pt x="9619" y="11566"/>
                    <a:pt x="9681" y="11566"/>
                  </a:cubicBezTo>
                  <a:close/>
                  <a:moveTo>
                    <a:pt x="11867" y="13852"/>
                  </a:moveTo>
                  <a:lnTo>
                    <a:pt x="11867" y="14016"/>
                  </a:lnTo>
                  <a:cubicBezTo>
                    <a:pt x="11867" y="14133"/>
                    <a:pt x="11771" y="14229"/>
                    <a:pt x="11655" y="14229"/>
                  </a:cubicBezTo>
                  <a:lnTo>
                    <a:pt x="9780" y="14229"/>
                  </a:lnTo>
                  <a:cubicBezTo>
                    <a:pt x="9664" y="14225"/>
                    <a:pt x="9571" y="14133"/>
                    <a:pt x="9568" y="14016"/>
                  </a:cubicBezTo>
                  <a:lnTo>
                    <a:pt x="9568" y="13852"/>
                  </a:lnTo>
                  <a:cubicBezTo>
                    <a:pt x="9605" y="13859"/>
                    <a:pt x="9643" y="13865"/>
                    <a:pt x="9681" y="13865"/>
                  </a:cubicBezTo>
                  <a:lnTo>
                    <a:pt x="11754" y="13865"/>
                  </a:lnTo>
                  <a:cubicBezTo>
                    <a:pt x="11792" y="13865"/>
                    <a:pt x="11829" y="13859"/>
                    <a:pt x="11867" y="13852"/>
                  </a:cubicBezTo>
                  <a:close/>
                  <a:moveTo>
                    <a:pt x="1114" y="1"/>
                  </a:moveTo>
                  <a:cubicBezTo>
                    <a:pt x="500" y="1"/>
                    <a:pt x="0" y="501"/>
                    <a:pt x="0" y="1114"/>
                  </a:cubicBezTo>
                  <a:lnTo>
                    <a:pt x="0" y="7231"/>
                  </a:lnTo>
                  <a:cubicBezTo>
                    <a:pt x="0" y="7845"/>
                    <a:pt x="500" y="8345"/>
                    <a:pt x="1114" y="8345"/>
                  </a:cubicBezTo>
                  <a:lnTo>
                    <a:pt x="1731" y="8345"/>
                  </a:lnTo>
                  <a:cubicBezTo>
                    <a:pt x="1851" y="8345"/>
                    <a:pt x="1947" y="8246"/>
                    <a:pt x="1947" y="8126"/>
                  </a:cubicBezTo>
                  <a:cubicBezTo>
                    <a:pt x="1947" y="8006"/>
                    <a:pt x="1851" y="7906"/>
                    <a:pt x="1731" y="7906"/>
                  </a:cubicBezTo>
                  <a:lnTo>
                    <a:pt x="1114" y="7906"/>
                  </a:lnTo>
                  <a:cubicBezTo>
                    <a:pt x="740" y="7906"/>
                    <a:pt x="439" y="7605"/>
                    <a:pt x="435" y="7231"/>
                  </a:cubicBezTo>
                  <a:lnTo>
                    <a:pt x="435" y="1114"/>
                  </a:lnTo>
                  <a:cubicBezTo>
                    <a:pt x="435" y="741"/>
                    <a:pt x="740" y="439"/>
                    <a:pt x="1114" y="439"/>
                  </a:cubicBezTo>
                  <a:lnTo>
                    <a:pt x="10483" y="439"/>
                  </a:lnTo>
                  <a:cubicBezTo>
                    <a:pt x="10856" y="439"/>
                    <a:pt x="11161" y="741"/>
                    <a:pt x="11161" y="1114"/>
                  </a:cubicBezTo>
                  <a:lnTo>
                    <a:pt x="11161" y="5209"/>
                  </a:lnTo>
                  <a:lnTo>
                    <a:pt x="11028" y="5209"/>
                  </a:lnTo>
                  <a:lnTo>
                    <a:pt x="11028" y="1591"/>
                  </a:lnTo>
                  <a:cubicBezTo>
                    <a:pt x="11028" y="1066"/>
                    <a:pt x="10603" y="645"/>
                    <a:pt x="10078" y="641"/>
                  </a:cubicBezTo>
                  <a:lnTo>
                    <a:pt x="1518" y="641"/>
                  </a:lnTo>
                  <a:cubicBezTo>
                    <a:pt x="994" y="645"/>
                    <a:pt x="572" y="1066"/>
                    <a:pt x="569" y="1591"/>
                  </a:cubicBezTo>
                  <a:lnTo>
                    <a:pt x="569" y="5980"/>
                  </a:lnTo>
                  <a:cubicBezTo>
                    <a:pt x="572" y="6505"/>
                    <a:pt x="994" y="6930"/>
                    <a:pt x="1518" y="6930"/>
                  </a:cubicBezTo>
                  <a:lnTo>
                    <a:pt x="4376" y="6930"/>
                  </a:lnTo>
                  <a:lnTo>
                    <a:pt x="4376" y="7910"/>
                  </a:lnTo>
                  <a:lnTo>
                    <a:pt x="2604" y="7910"/>
                  </a:lnTo>
                  <a:cubicBezTo>
                    <a:pt x="2313" y="7910"/>
                    <a:pt x="2313" y="8345"/>
                    <a:pt x="2604" y="8345"/>
                  </a:cubicBezTo>
                  <a:lnTo>
                    <a:pt x="4027" y="8345"/>
                  </a:lnTo>
                  <a:lnTo>
                    <a:pt x="3636" y="9088"/>
                  </a:lnTo>
                  <a:lnTo>
                    <a:pt x="3437" y="9088"/>
                  </a:lnTo>
                  <a:cubicBezTo>
                    <a:pt x="3142" y="9088"/>
                    <a:pt x="2899" y="9328"/>
                    <a:pt x="2899" y="9627"/>
                  </a:cubicBezTo>
                  <a:cubicBezTo>
                    <a:pt x="2899" y="9921"/>
                    <a:pt x="3142" y="10161"/>
                    <a:pt x="3437" y="10165"/>
                  </a:cubicBezTo>
                  <a:lnTo>
                    <a:pt x="4380" y="10165"/>
                  </a:lnTo>
                  <a:lnTo>
                    <a:pt x="4380" y="12056"/>
                  </a:lnTo>
                  <a:lnTo>
                    <a:pt x="4126" y="12056"/>
                  </a:lnTo>
                  <a:cubicBezTo>
                    <a:pt x="3872" y="12056"/>
                    <a:pt x="3670" y="12258"/>
                    <a:pt x="3670" y="12512"/>
                  </a:cubicBezTo>
                  <a:cubicBezTo>
                    <a:pt x="3667" y="13036"/>
                    <a:pt x="4092" y="13458"/>
                    <a:pt x="4616" y="13458"/>
                  </a:cubicBezTo>
                  <a:lnTo>
                    <a:pt x="9133" y="13458"/>
                  </a:lnTo>
                  <a:lnTo>
                    <a:pt x="9133" y="14016"/>
                  </a:lnTo>
                  <a:cubicBezTo>
                    <a:pt x="9133" y="14373"/>
                    <a:pt x="9424" y="14664"/>
                    <a:pt x="9780" y="14664"/>
                  </a:cubicBezTo>
                  <a:lnTo>
                    <a:pt x="11655" y="14664"/>
                  </a:lnTo>
                  <a:cubicBezTo>
                    <a:pt x="12014" y="14664"/>
                    <a:pt x="12302" y="14373"/>
                    <a:pt x="12302" y="14016"/>
                  </a:cubicBezTo>
                  <a:lnTo>
                    <a:pt x="12302" y="13458"/>
                  </a:lnTo>
                  <a:lnTo>
                    <a:pt x="13762" y="13458"/>
                  </a:lnTo>
                  <a:cubicBezTo>
                    <a:pt x="14286" y="13458"/>
                    <a:pt x="14708" y="13036"/>
                    <a:pt x="14708" y="12512"/>
                  </a:cubicBezTo>
                  <a:cubicBezTo>
                    <a:pt x="14708" y="12392"/>
                    <a:pt x="14660" y="12275"/>
                    <a:pt x="14574" y="12190"/>
                  </a:cubicBezTo>
                  <a:cubicBezTo>
                    <a:pt x="14489" y="12104"/>
                    <a:pt x="14372" y="12056"/>
                    <a:pt x="14252" y="12056"/>
                  </a:cubicBezTo>
                  <a:lnTo>
                    <a:pt x="13999" y="12056"/>
                  </a:lnTo>
                  <a:lnTo>
                    <a:pt x="13999" y="6378"/>
                  </a:lnTo>
                  <a:cubicBezTo>
                    <a:pt x="13999" y="5734"/>
                    <a:pt x="13474" y="5209"/>
                    <a:pt x="12827" y="5209"/>
                  </a:cubicBezTo>
                  <a:lnTo>
                    <a:pt x="11596" y="5209"/>
                  </a:lnTo>
                  <a:lnTo>
                    <a:pt x="11596" y="1114"/>
                  </a:lnTo>
                  <a:cubicBezTo>
                    <a:pt x="11596" y="501"/>
                    <a:pt x="11099" y="1"/>
                    <a:pt x="10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8" name="Google Shape;11988;p85"/>
          <p:cNvGrpSpPr/>
          <p:nvPr/>
        </p:nvGrpSpPr>
        <p:grpSpPr>
          <a:xfrm>
            <a:off x="2586876" y="2283117"/>
            <a:ext cx="205605" cy="356828"/>
            <a:chOff x="2586876" y="2283117"/>
            <a:chExt cx="205605" cy="356828"/>
          </a:xfrm>
        </p:grpSpPr>
        <p:sp>
          <p:nvSpPr>
            <p:cNvPr id="11989" name="Google Shape;11989;p85"/>
            <p:cNvSpPr/>
            <p:nvPr/>
          </p:nvSpPr>
          <p:spPr>
            <a:xfrm>
              <a:off x="2745408" y="2309233"/>
              <a:ext cx="41860" cy="283666"/>
            </a:xfrm>
            <a:custGeom>
              <a:rect b="b" l="l" r="r" t="t"/>
              <a:pathLst>
                <a:path extrusionOk="0" h="10829" w="1598">
                  <a:moveTo>
                    <a:pt x="1" y="0"/>
                  </a:moveTo>
                  <a:lnTo>
                    <a:pt x="1" y="10829"/>
                  </a:lnTo>
                  <a:lnTo>
                    <a:pt x="1597" y="10031"/>
                  </a:lnTo>
                  <a:lnTo>
                    <a:pt x="1597" y="799"/>
                  </a:lnTo>
                  <a:lnTo>
                    <a:pt x="1" y="0"/>
                  </a:ln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85"/>
            <p:cNvSpPr/>
            <p:nvPr/>
          </p:nvSpPr>
          <p:spPr>
            <a:xfrm>
              <a:off x="2592089" y="2309233"/>
              <a:ext cx="174249" cy="283666"/>
            </a:xfrm>
            <a:custGeom>
              <a:rect b="b" l="l" r="r" t="t"/>
              <a:pathLst>
                <a:path extrusionOk="0" h="10829" w="6652">
                  <a:moveTo>
                    <a:pt x="6652" y="0"/>
                  </a:moveTo>
                  <a:lnTo>
                    <a:pt x="1" y="799"/>
                  </a:lnTo>
                  <a:lnTo>
                    <a:pt x="1" y="10031"/>
                  </a:lnTo>
                  <a:lnTo>
                    <a:pt x="6652" y="10829"/>
                  </a:lnTo>
                  <a:lnTo>
                    <a:pt x="665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85"/>
            <p:cNvSpPr/>
            <p:nvPr/>
          </p:nvSpPr>
          <p:spPr>
            <a:xfrm>
              <a:off x="2745408" y="2571969"/>
              <a:ext cx="41860" cy="62763"/>
            </a:xfrm>
            <a:custGeom>
              <a:rect b="b" l="l" r="r" t="t"/>
              <a:pathLst>
                <a:path extrusionOk="0" h="2396" w="1598">
                  <a:moveTo>
                    <a:pt x="799" y="1"/>
                  </a:moveTo>
                  <a:lnTo>
                    <a:pt x="1" y="2396"/>
                  </a:lnTo>
                  <a:lnTo>
                    <a:pt x="799" y="2396"/>
                  </a:lnTo>
                  <a:cubicBezTo>
                    <a:pt x="1241" y="2396"/>
                    <a:pt x="1597" y="2036"/>
                    <a:pt x="1597" y="1597"/>
                  </a:cubicBezTo>
                  <a:lnTo>
                    <a:pt x="159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5"/>
            <p:cNvSpPr/>
            <p:nvPr/>
          </p:nvSpPr>
          <p:spPr>
            <a:xfrm>
              <a:off x="2745408" y="2288303"/>
              <a:ext cx="41860" cy="41860"/>
            </a:xfrm>
            <a:custGeom>
              <a:rect b="b" l="l" r="r" t="t"/>
              <a:pathLst>
                <a:path extrusionOk="0" h="1598" w="1598">
                  <a:moveTo>
                    <a:pt x="1" y="1"/>
                  </a:moveTo>
                  <a:lnTo>
                    <a:pt x="799" y="1598"/>
                  </a:lnTo>
                  <a:lnTo>
                    <a:pt x="1597" y="1598"/>
                  </a:lnTo>
                  <a:lnTo>
                    <a:pt x="1597" y="799"/>
                  </a:lnTo>
                  <a:cubicBezTo>
                    <a:pt x="1597" y="357"/>
                    <a:pt x="1238" y="1"/>
                    <a:pt x="79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85"/>
            <p:cNvSpPr/>
            <p:nvPr/>
          </p:nvSpPr>
          <p:spPr>
            <a:xfrm>
              <a:off x="2592089" y="2571969"/>
              <a:ext cx="174249" cy="62763"/>
            </a:xfrm>
            <a:custGeom>
              <a:rect b="b" l="l" r="r" t="t"/>
              <a:pathLst>
                <a:path extrusionOk="0" h="2396" w="6652">
                  <a:moveTo>
                    <a:pt x="1" y="1"/>
                  </a:moveTo>
                  <a:lnTo>
                    <a:pt x="1" y="1597"/>
                  </a:lnTo>
                  <a:cubicBezTo>
                    <a:pt x="4" y="2039"/>
                    <a:pt x="360" y="2396"/>
                    <a:pt x="799" y="2396"/>
                  </a:cubicBezTo>
                  <a:lnTo>
                    <a:pt x="5854" y="2396"/>
                  </a:lnTo>
                  <a:cubicBezTo>
                    <a:pt x="6296" y="2396"/>
                    <a:pt x="6652" y="2036"/>
                    <a:pt x="6652" y="1597"/>
                  </a:cubicBezTo>
                  <a:lnTo>
                    <a:pt x="6652" y="1"/>
                  </a:ln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85"/>
            <p:cNvSpPr/>
            <p:nvPr/>
          </p:nvSpPr>
          <p:spPr>
            <a:xfrm>
              <a:off x="2592089" y="2288303"/>
              <a:ext cx="174249" cy="41860"/>
            </a:xfrm>
            <a:custGeom>
              <a:rect b="b" l="l" r="r" t="t"/>
              <a:pathLst>
                <a:path extrusionOk="0" h="1598" w="6652">
                  <a:moveTo>
                    <a:pt x="799" y="1"/>
                  </a:moveTo>
                  <a:cubicBezTo>
                    <a:pt x="357" y="1"/>
                    <a:pt x="1" y="357"/>
                    <a:pt x="1" y="799"/>
                  </a:cubicBezTo>
                  <a:lnTo>
                    <a:pt x="1" y="1598"/>
                  </a:lnTo>
                  <a:lnTo>
                    <a:pt x="6652" y="1598"/>
                  </a:lnTo>
                  <a:lnTo>
                    <a:pt x="6652" y="799"/>
                  </a:lnTo>
                  <a:cubicBezTo>
                    <a:pt x="6652" y="357"/>
                    <a:pt x="6292" y="1"/>
                    <a:pt x="5854" y="1"/>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85"/>
            <p:cNvSpPr/>
            <p:nvPr/>
          </p:nvSpPr>
          <p:spPr>
            <a:xfrm>
              <a:off x="2679161" y="2592872"/>
              <a:ext cx="20930" cy="20956"/>
            </a:xfrm>
            <a:custGeom>
              <a:rect b="b" l="l" r="r" t="t"/>
              <a:pathLst>
                <a:path extrusionOk="0" h="800" w="799">
                  <a:moveTo>
                    <a:pt x="401" y="1"/>
                  </a:moveTo>
                  <a:cubicBezTo>
                    <a:pt x="182" y="1"/>
                    <a:pt x="1" y="179"/>
                    <a:pt x="1" y="398"/>
                  </a:cubicBezTo>
                  <a:cubicBezTo>
                    <a:pt x="1" y="621"/>
                    <a:pt x="182" y="799"/>
                    <a:pt x="401" y="799"/>
                  </a:cubicBezTo>
                  <a:cubicBezTo>
                    <a:pt x="621" y="799"/>
                    <a:pt x="799" y="621"/>
                    <a:pt x="799" y="398"/>
                  </a:cubicBezTo>
                  <a:cubicBezTo>
                    <a:pt x="799" y="179"/>
                    <a:pt x="621" y="1"/>
                    <a:pt x="4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85"/>
            <p:cNvSpPr/>
            <p:nvPr/>
          </p:nvSpPr>
          <p:spPr>
            <a:xfrm>
              <a:off x="2586876" y="2283117"/>
              <a:ext cx="205605" cy="356828"/>
            </a:xfrm>
            <a:custGeom>
              <a:rect b="b" l="l" r="r" t="t"/>
              <a:pathLst>
                <a:path extrusionOk="0" h="13622" w="7849">
                  <a:moveTo>
                    <a:pt x="6851" y="398"/>
                  </a:moveTo>
                  <a:cubicBezTo>
                    <a:pt x="7183" y="398"/>
                    <a:pt x="7451" y="665"/>
                    <a:pt x="7451" y="997"/>
                  </a:cubicBezTo>
                  <a:lnTo>
                    <a:pt x="7451" y="1597"/>
                  </a:lnTo>
                  <a:lnTo>
                    <a:pt x="398" y="1597"/>
                  </a:lnTo>
                  <a:lnTo>
                    <a:pt x="398" y="997"/>
                  </a:lnTo>
                  <a:cubicBezTo>
                    <a:pt x="398" y="668"/>
                    <a:pt x="666" y="398"/>
                    <a:pt x="998" y="398"/>
                  </a:cubicBezTo>
                  <a:close/>
                  <a:moveTo>
                    <a:pt x="7447" y="1994"/>
                  </a:moveTo>
                  <a:lnTo>
                    <a:pt x="7447" y="10829"/>
                  </a:lnTo>
                  <a:lnTo>
                    <a:pt x="1793" y="10829"/>
                  </a:lnTo>
                  <a:cubicBezTo>
                    <a:pt x="1529" y="10829"/>
                    <a:pt x="1529" y="11226"/>
                    <a:pt x="1793" y="11226"/>
                  </a:cubicBezTo>
                  <a:lnTo>
                    <a:pt x="7447" y="11226"/>
                  </a:lnTo>
                  <a:lnTo>
                    <a:pt x="7447" y="12624"/>
                  </a:lnTo>
                  <a:cubicBezTo>
                    <a:pt x="7447" y="12953"/>
                    <a:pt x="7180" y="13221"/>
                    <a:pt x="6851" y="13221"/>
                  </a:cubicBezTo>
                  <a:lnTo>
                    <a:pt x="998" y="13221"/>
                  </a:lnTo>
                  <a:cubicBezTo>
                    <a:pt x="666" y="13221"/>
                    <a:pt x="398" y="12953"/>
                    <a:pt x="398" y="12621"/>
                  </a:cubicBezTo>
                  <a:lnTo>
                    <a:pt x="398" y="11226"/>
                  </a:lnTo>
                  <a:lnTo>
                    <a:pt x="998" y="11226"/>
                  </a:lnTo>
                  <a:cubicBezTo>
                    <a:pt x="1108" y="11226"/>
                    <a:pt x="1197" y="11137"/>
                    <a:pt x="1197" y="11028"/>
                  </a:cubicBezTo>
                  <a:cubicBezTo>
                    <a:pt x="1197" y="10918"/>
                    <a:pt x="1108" y="10829"/>
                    <a:pt x="998" y="10829"/>
                  </a:cubicBezTo>
                  <a:lnTo>
                    <a:pt x="398" y="10829"/>
                  </a:lnTo>
                  <a:lnTo>
                    <a:pt x="398" y="1994"/>
                  </a:lnTo>
                  <a:close/>
                  <a:moveTo>
                    <a:pt x="998" y="0"/>
                  </a:moveTo>
                  <a:cubicBezTo>
                    <a:pt x="446" y="0"/>
                    <a:pt x="1" y="446"/>
                    <a:pt x="1" y="997"/>
                  </a:cubicBezTo>
                  <a:lnTo>
                    <a:pt x="1" y="12624"/>
                  </a:lnTo>
                  <a:cubicBezTo>
                    <a:pt x="1" y="13173"/>
                    <a:pt x="446" y="13622"/>
                    <a:pt x="998" y="13622"/>
                  </a:cubicBezTo>
                  <a:lnTo>
                    <a:pt x="6851" y="13622"/>
                  </a:lnTo>
                  <a:cubicBezTo>
                    <a:pt x="7403" y="13622"/>
                    <a:pt x="7848" y="13173"/>
                    <a:pt x="7848" y="12624"/>
                  </a:cubicBezTo>
                  <a:lnTo>
                    <a:pt x="7848" y="997"/>
                  </a:lnTo>
                  <a:cubicBezTo>
                    <a:pt x="7848" y="446"/>
                    <a:pt x="7403" y="0"/>
                    <a:pt x="6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5"/>
            <p:cNvSpPr/>
            <p:nvPr/>
          </p:nvSpPr>
          <p:spPr>
            <a:xfrm>
              <a:off x="2682671" y="2304020"/>
              <a:ext cx="33137" cy="10452"/>
            </a:xfrm>
            <a:custGeom>
              <a:rect b="b" l="l" r="r" t="t"/>
              <a:pathLst>
                <a:path extrusionOk="0" h="399" w="1265">
                  <a:moveTo>
                    <a:pt x="267" y="1"/>
                  </a:moveTo>
                  <a:cubicBezTo>
                    <a:pt x="0" y="1"/>
                    <a:pt x="0" y="398"/>
                    <a:pt x="267" y="398"/>
                  </a:cubicBezTo>
                  <a:lnTo>
                    <a:pt x="1062" y="398"/>
                  </a:lnTo>
                  <a:cubicBezTo>
                    <a:pt x="1176" y="398"/>
                    <a:pt x="1265" y="309"/>
                    <a:pt x="1265" y="199"/>
                  </a:cubicBezTo>
                  <a:cubicBezTo>
                    <a:pt x="1265" y="90"/>
                    <a:pt x="1176" y="1"/>
                    <a:pt x="1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85"/>
            <p:cNvSpPr/>
            <p:nvPr/>
          </p:nvSpPr>
          <p:spPr>
            <a:xfrm>
              <a:off x="2668657" y="2587581"/>
              <a:ext cx="36752" cy="31486"/>
            </a:xfrm>
            <a:custGeom>
              <a:rect b="b" l="l" r="r" t="t"/>
              <a:pathLst>
                <a:path extrusionOk="0" h="1202" w="1403">
                  <a:moveTo>
                    <a:pt x="798" y="399"/>
                  </a:moveTo>
                  <a:cubicBezTo>
                    <a:pt x="901" y="399"/>
                    <a:pt x="1001" y="479"/>
                    <a:pt x="1001" y="600"/>
                  </a:cubicBezTo>
                  <a:cubicBezTo>
                    <a:pt x="1001" y="710"/>
                    <a:pt x="912" y="803"/>
                    <a:pt x="802" y="803"/>
                  </a:cubicBezTo>
                  <a:lnTo>
                    <a:pt x="802" y="799"/>
                  </a:lnTo>
                  <a:cubicBezTo>
                    <a:pt x="624" y="799"/>
                    <a:pt x="535" y="583"/>
                    <a:pt x="659" y="457"/>
                  </a:cubicBezTo>
                  <a:cubicBezTo>
                    <a:pt x="699" y="417"/>
                    <a:pt x="749" y="399"/>
                    <a:pt x="798" y="399"/>
                  </a:cubicBezTo>
                  <a:close/>
                  <a:moveTo>
                    <a:pt x="802" y="1"/>
                  </a:moveTo>
                  <a:cubicBezTo>
                    <a:pt x="268" y="1"/>
                    <a:pt x="1" y="645"/>
                    <a:pt x="378" y="1025"/>
                  </a:cubicBezTo>
                  <a:cubicBezTo>
                    <a:pt x="499" y="1147"/>
                    <a:pt x="649" y="1202"/>
                    <a:pt x="797" y="1202"/>
                  </a:cubicBezTo>
                  <a:cubicBezTo>
                    <a:pt x="1105" y="1202"/>
                    <a:pt x="1402" y="962"/>
                    <a:pt x="1402" y="600"/>
                  </a:cubicBezTo>
                  <a:cubicBezTo>
                    <a:pt x="1402" y="268"/>
                    <a:pt x="1131" y="1"/>
                    <a:pt x="8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5"/>
            <p:cNvSpPr/>
            <p:nvPr/>
          </p:nvSpPr>
          <p:spPr>
            <a:xfrm>
              <a:off x="2663549" y="2304020"/>
              <a:ext cx="10426" cy="10452"/>
            </a:xfrm>
            <a:custGeom>
              <a:rect b="b" l="l" r="r" t="t"/>
              <a:pathLst>
                <a:path extrusionOk="0" h="399" w="398">
                  <a:moveTo>
                    <a:pt x="199" y="1"/>
                  </a:moveTo>
                  <a:cubicBezTo>
                    <a:pt x="89" y="1"/>
                    <a:pt x="0" y="90"/>
                    <a:pt x="0" y="199"/>
                  </a:cubicBezTo>
                  <a:cubicBezTo>
                    <a:pt x="0" y="309"/>
                    <a:pt x="89" y="398"/>
                    <a:pt x="199" y="398"/>
                  </a:cubicBezTo>
                  <a:cubicBezTo>
                    <a:pt x="309" y="398"/>
                    <a:pt x="398" y="309"/>
                    <a:pt x="398" y="199"/>
                  </a:cubicBezTo>
                  <a:cubicBezTo>
                    <a:pt x="398" y="90"/>
                    <a:pt x="30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0" name="Google Shape;12000;p85"/>
          <p:cNvGrpSpPr/>
          <p:nvPr/>
        </p:nvGrpSpPr>
        <p:grpSpPr>
          <a:xfrm>
            <a:off x="1961313" y="2299436"/>
            <a:ext cx="385302" cy="352532"/>
            <a:chOff x="1961313" y="2299436"/>
            <a:chExt cx="385302" cy="352532"/>
          </a:xfrm>
        </p:grpSpPr>
        <p:sp>
          <p:nvSpPr>
            <p:cNvPr id="12001" name="Google Shape;12001;p85"/>
            <p:cNvSpPr/>
            <p:nvPr/>
          </p:nvSpPr>
          <p:spPr>
            <a:xfrm>
              <a:off x="2043618" y="2618727"/>
              <a:ext cx="220221" cy="27505"/>
            </a:xfrm>
            <a:custGeom>
              <a:rect b="b" l="l" r="r" t="t"/>
              <a:pathLst>
                <a:path extrusionOk="0" h="1050" w="8407">
                  <a:moveTo>
                    <a:pt x="526" y="1"/>
                  </a:moveTo>
                  <a:cubicBezTo>
                    <a:pt x="237" y="1"/>
                    <a:pt x="1" y="235"/>
                    <a:pt x="1" y="525"/>
                  </a:cubicBezTo>
                  <a:cubicBezTo>
                    <a:pt x="1" y="816"/>
                    <a:pt x="237" y="1050"/>
                    <a:pt x="526" y="1050"/>
                  </a:cubicBezTo>
                  <a:cubicBezTo>
                    <a:pt x="531" y="1050"/>
                    <a:pt x="535" y="1050"/>
                    <a:pt x="539" y="1049"/>
                  </a:cubicBezTo>
                  <a:lnTo>
                    <a:pt x="7882" y="1049"/>
                  </a:lnTo>
                  <a:cubicBezTo>
                    <a:pt x="8174" y="1049"/>
                    <a:pt x="8407" y="813"/>
                    <a:pt x="8407" y="525"/>
                  </a:cubicBezTo>
                  <a:cubicBezTo>
                    <a:pt x="8407" y="237"/>
                    <a:pt x="8174" y="1"/>
                    <a:pt x="7882" y="1"/>
                  </a:cubicBezTo>
                  <a:lnTo>
                    <a:pt x="539" y="1"/>
                  </a:lnTo>
                  <a:cubicBezTo>
                    <a:pt x="535" y="1"/>
                    <a:pt x="531" y="1"/>
                    <a:pt x="526"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85"/>
            <p:cNvSpPr/>
            <p:nvPr/>
          </p:nvSpPr>
          <p:spPr>
            <a:xfrm>
              <a:off x="2063474" y="2618727"/>
              <a:ext cx="200366" cy="27505"/>
            </a:xfrm>
            <a:custGeom>
              <a:rect b="b" l="l" r="r" t="t"/>
              <a:pathLst>
                <a:path extrusionOk="0" h="1050" w="7649">
                  <a:moveTo>
                    <a:pt x="526" y="1"/>
                  </a:moveTo>
                  <a:cubicBezTo>
                    <a:pt x="237" y="1"/>
                    <a:pt x="0" y="235"/>
                    <a:pt x="0" y="525"/>
                  </a:cubicBezTo>
                  <a:cubicBezTo>
                    <a:pt x="0" y="816"/>
                    <a:pt x="237" y="1050"/>
                    <a:pt x="526" y="1050"/>
                  </a:cubicBezTo>
                  <a:cubicBezTo>
                    <a:pt x="530" y="1050"/>
                    <a:pt x="534" y="1050"/>
                    <a:pt x="538" y="1049"/>
                  </a:cubicBezTo>
                  <a:lnTo>
                    <a:pt x="7124" y="1049"/>
                  </a:lnTo>
                  <a:cubicBezTo>
                    <a:pt x="7416" y="1049"/>
                    <a:pt x="7649" y="813"/>
                    <a:pt x="7649" y="525"/>
                  </a:cubicBezTo>
                  <a:cubicBezTo>
                    <a:pt x="7649" y="237"/>
                    <a:pt x="7416" y="1"/>
                    <a:pt x="7124" y="1"/>
                  </a:cubicBezTo>
                  <a:lnTo>
                    <a:pt x="538" y="1"/>
                  </a:lnTo>
                  <a:cubicBezTo>
                    <a:pt x="534" y="1"/>
                    <a:pt x="530" y="1"/>
                    <a:pt x="5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3" name="Google Shape;12003;p85"/>
            <p:cNvGrpSpPr/>
            <p:nvPr/>
          </p:nvGrpSpPr>
          <p:grpSpPr>
            <a:xfrm>
              <a:off x="1961313" y="2299436"/>
              <a:ext cx="385302" cy="352532"/>
              <a:chOff x="1961313" y="2299436"/>
              <a:chExt cx="385302" cy="352532"/>
            </a:xfrm>
          </p:grpSpPr>
          <p:sp>
            <p:nvSpPr>
              <p:cNvPr id="12004" name="Google Shape;12004;p85"/>
              <p:cNvSpPr/>
              <p:nvPr/>
            </p:nvSpPr>
            <p:spPr>
              <a:xfrm>
                <a:off x="2082936" y="2545669"/>
                <a:ext cx="141951" cy="85762"/>
              </a:xfrm>
              <a:custGeom>
                <a:rect b="b" l="l" r="r" t="t"/>
                <a:pathLst>
                  <a:path extrusionOk="0" h="3274" w="5419">
                    <a:moveTo>
                      <a:pt x="2711" y="0"/>
                    </a:moveTo>
                    <a:lnTo>
                      <a:pt x="563" y="960"/>
                    </a:lnTo>
                    <a:lnTo>
                      <a:pt x="1" y="2790"/>
                    </a:lnTo>
                    <a:lnTo>
                      <a:pt x="1265" y="3009"/>
                    </a:lnTo>
                    <a:lnTo>
                      <a:pt x="2780" y="3273"/>
                    </a:lnTo>
                    <a:lnTo>
                      <a:pt x="5419" y="2793"/>
                    </a:lnTo>
                    <a:lnTo>
                      <a:pt x="5072" y="1662"/>
                    </a:lnTo>
                    <a:lnTo>
                      <a:pt x="4857" y="960"/>
                    </a:lnTo>
                    <a:lnTo>
                      <a:pt x="2711"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5"/>
              <p:cNvSpPr/>
              <p:nvPr/>
            </p:nvSpPr>
            <p:spPr>
              <a:xfrm>
                <a:off x="2082936" y="2545669"/>
                <a:ext cx="132887" cy="78847"/>
              </a:xfrm>
              <a:custGeom>
                <a:rect b="b" l="l" r="r" t="t"/>
                <a:pathLst>
                  <a:path extrusionOk="0" h="3010" w="5073">
                    <a:moveTo>
                      <a:pt x="2711" y="0"/>
                    </a:moveTo>
                    <a:lnTo>
                      <a:pt x="563" y="960"/>
                    </a:lnTo>
                    <a:lnTo>
                      <a:pt x="1" y="2790"/>
                    </a:lnTo>
                    <a:lnTo>
                      <a:pt x="1265" y="3009"/>
                    </a:lnTo>
                    <a:lnTo>
                      <a:pt x="1519" y="1659"/>
                    </a:lnTo>
                    <a:lnTo>
                      <a:pt x="5072" y="1659"/>
                    </a:lnTo>
                    <a:lnTo>
                      <a:pt x="4857" y="960"/>
                    </a:lnTo>
                    <a:lnTo>
                      <a:pt x="2711"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5"/>
              <p:cNvSpPr/>
              <p:nvPr/>
            </p:nvSpPr>
            <p:spPr>
              <a:xfrm>
                <a:off x="1966971" y="2305199"/>
                <a:ext cx="373881" cy="265617"/>
              </a:xfrm>
              <a:custGeom>
                <a:rect b="b" l="l" r="r" t="t"/>
                <a:pathLst>
                  <a:path extrusionOk="0" h="10140" w="14273">
                    <a:moveTo>
                      <a:pt x="1183" y="0"/>
                    </a:moveTo>
                    <a:cubicBezTo>
                      <a:pt x="532" y="0"/>
                      <a:pt x="4" y="531"/>
                      <a:pt x="4" y="1182"/>
                    </a:cubicBezTo>
                    <a:lnTo>
                      <a:pt x="4" y="8954"/>
                    </a:lnTo>
                    <a:cubicBezTo>
                      <a:pt x="0" y="9609"/>
                      <a:pt x="532" y="10140"/>
                      <a:pt x="1183" y="10140"/>
                    </a:cubicBezTo>
                    <a:lnTo>
                      <a:pt x="13091" y="10140"/>
                    </a:lnTo>
                    <a:cubicBezTo>
                      <a:pt x="13745" y="10137"/>
                      <a:pt x="14273" y="9609"/>
                      <a:pt x="14273" y="8954"/>
                    </a:cubicBezTo>
                    <a:lnTo>
                      <a:pt x="14273" y="1182"/>
                    </a:lnTo>
                    <a:cubicBezTo>
                      <a:pt x="14273" y="531"/>
                      <a:pt x="13742" y="0"/>
                      <a:pt x="13091"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5"/>
              <p:cNvSpPr/>
              <p:nvPr/>
            </p:nvSpPr>
            <p:spPr>
              <a:xfrm>
                <a:off x="1997488" y="2335716"/>
                <a:ext cx="312952" cy="187006"/>
              </a:xfrm>
              <a:custGeom>
                <a:rect b="b" l="l" r="r" t="t"/>
                <a:pathLst>
                  <a:path extrusionOk="0" h="7139" w="11947">
                    <a:moveTo>
                      <a:pt x="18" y="0"/>
                    </a:moveTo>
                    <a:cubicBezTo>
                      <a:pt x="7" y="0"/>
                      <a:pt x="0" y="7"/>
                      <a:pt x="0" y="17"/>
                    </a:cubicBezTo>
                    <a:lnTo>
                      <a:pt x="0" y="7138"/>
                    </a:lnTo>
                    <a:lnTo>
                      <a:pt x="11946" y="7138"/>
                    </a:lnTo>
                    <a:lnTo>
                      <a:pt x="11946" y="17"/>
                    </a:lnTo>
                    <a:cubicBezTo>
                      <a:pt x="11943" y="7"/>
                      <a:pt x="11936" y="0"/>
                      <a:pt x="1192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5"/>
              <p:cNvSpPr/>
              <p:nvPr/>
            </p:nvSpPr>
            <p:spPr>
              <a:xfrm>
                <a:off x="2292811" y="2335716"/>
                <a:ext cx="17629" cy="187006"/>
              </a:xfrm>
              <a:custGeom>
                <a:rect b="b" l="l" r="r" t="t"/>
                <a:pathLst>
                  <a:path extrusionOk="0" h="7139" w="673">
                    <a:moveTo>
                      <a:pt x="1" y="0"/>
                    </a:moveTo>
                    <a:cubicBezTo>
                      <a:pt x="1" y="7"/>
                      <a:pt x="1" y="10"/>
                      <a:pt x="1" y="17"/>
                    </a:cubicBezTo>
                    <a:lnTo>
                      <a:pt x="1" y="7138"/>
                    </a:lnTo>
                    <a:lnTo>
                      <a:pt x="672" y="7138"/>
                    </a:lnTo>
                    <a:lnTo>
                      <a:pt x="672" y="17"/>
                    </a:lnTo>
                    <a:cubicBezTo>
                      <a:pt x="672" y="10"/>
                      <a:pt x="669" y="7"/>
                      <a:pt x="669"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85"/>
              <p:cNvSpPr/>
              <p:nvPr/>
            </p:nvSpPr>
            <p:spPr>
              <a:xfrm>
                <a:off x="1961313" y="2299436"/>
                <a:ext cx="385302" cy="352532"/>
              </a:xfrm>
              <a:custGeom>
                <a:rect b="b" l="l" r="r" t="t"/>
                <a:pathLst>
                  <a:path extrusionOk="0" h="13458" w="14709">
                    <a:moveTo>
                      <a:pt x="9338" y="10572"/>
                    </a:moveTo>
                    <a:lnTo>
                      <a:pt x="9767" y="11971"/>
                    </a:lnTo>
                    <a:lnTo>
                      <a:pt x="4938" y="11971"/>
                    </a:lnTo>
                    <a:lnTo>
                      <a:pt x="5367" y="10572"/>
                    </a:lnTo>
                    <a:close/>
                    <a:moveTo>
                      <a:pt x="11024" y="12409"/>
                    </a:moveTo>
                    <a:cubicBezTo>
                      <a:pt x="11196" y="12409"/>
                      <a:pt x="11333" y="12546"/>
                      <a:pt x="11333" y="12714"/>
                    </a:cubicBezTo>
                    <a:cubicBezTo>
                      <a:pt x="11333" y="12882"/>
                      <a:pt x="11196" y="13019"/>
                      <a:pt x="11024" y="13019"/>
                    </a:cubicBezTo>
                    <a:lnTo>
                      <a:pt x="3681" y="13019"/>
                    </a:lnTo>
                    <a:cubicBezTo>
                      <a:pt x="3513" y="13019"/>
                      <a:pt x="3376" y="12882"/>
                      <a:pt x="3376" y="12714"/>
                    </a:cubicBezTo>
                    <a:cubicBezTo>
                      <a:pt x="3376" y="12546"/>
                      <a:pt x="3513" y="12409"/>
                      <a:pt x="3681" y="12409"/>
                    </a:cubicBezTo>
                    <a:close/>
                    <a:moveTo>
                      <a:pt x="1399" y="1"/>
                    </a:moveTo>
                    <a:cubicBezTo>
                      <a:pt x="628" y="4"/>
                      <a:pt x="0" y="628"/>
                      <a:pt x="0" y="1402"/>
                    </a:cubicBezTo>
                    <a:lnTo>
                      <a:pt x="0" y="9174"/>
                    </a:lnTo>
                    <a:cubicBezTo>
                      <a:pt x="0" y="9949"/>
                      <a:pt x="628" y="10572"/>
                      <a:pt x="1399" y="10576"/>
                    </a:cubicBezTo>
                    <a:lnTo>
                      <a:pt x="4911" y="10576"/>
                    </a:lnTo>
                    <a:lnTo>
                      <a:pt x="4483" y="11974"/>
                    </a:lnTo>
                    <a:lnTo>
                      <a:pt x="3681" y="11974"/>
                    </a:lnTo>
                    <a:cubicBezTo>
                      <a:pt x="3273" y="11974"/>
                      <a:pt x="2941" y="12306"/>
                      <a:pt x="2941" y="12714"/>
                    </a:cubicBezTo>
                    <a:cubicBezTo>
                      <a:pt x="2941" y="13125"/>
                      <a:pt x="3273" y="13458"/>
                      <a:pt x="3681" y="13458"/>
                    </a:cubicBezTo>
                    <a:lnTo>
                      <a:pt x="11028" y="13458"/>
                    </a:lnTo>
                    <a:cubicBezTo>
                      <a:pt x="11436" y="13458"/>
                      <a:pt x="11768" y="13125"/>
                      <a:pt x="11768" y="12714"/>
                    </a:cubicBezTo>
                    <a:cubicBezTo>
                      <a:pt x="11768" y="12306"/>
                      <a:pt x="11436" y="11974"/>
                      <a:pt x="11028" y="11974"/>
                    </a:cubicBezTo>
                    <a:lnTo>
                      <a:pt x="10223" y="11974"/>
                    </a:lnTo>
                    <a:lnTo>
                      <a:pt x="9794" y="10576"/>
                    </a:lnTo>
                    <a:lnTo>
                      <a:pt x="13307" y="10576"/>
                    </a:lnTo>
                    <a:cubicBezTo>
                      <a:pt x="14081" y="10572"/>
                      <a:pt x="14708" y="9949"/>
                      <a:pt x="14708" y="9174"/>
                    </a:cubicBezTo>
                    <a:lnTo>
                      <a:pt x="14708" y="1402"/>
                    </a:lnTo>
                    <a:cubicBezTo>
                      <a:pt x="14708" y="628"/>
                      <a:pt x="14081" y="4"/>
                      <a:pt x="13307" y="1"/>
                    </a:cubicBezTo>
                    <a:lnTo>
                      <a:pt x="3626" y="1"/>
                    </a:lnTo>
                    <a:cubicBezTo>
                      <a:pt x="3335" y="1"/>
                      <a:pt x="3335" y="439"/>
                      <a:pt x="3626" y="439"/>
                    </a:cubicBezTo>
                    <a:lnTo>
                      <a:pt x="13307" y="439"/>
                    </a:lnTo>
                    <a:cubicBezTo>
                      <a:pt x="13838" y="439"/>
                      <a:pt x="14270" y="871"/>
                      <a:pt x="14270" y="1402"/>
                    </a:cubicBezTo>
                    <a:lnTo>
                      <a:pt x="14270" y="9174"/>
                    </a:lnTo>
                    <a:cubicBezTo>
                      <a:pt x="14270" y="9705"/>
                      <a:pt x="13838" y="10137"/>
                      <a:pt x="13307" y="10137"/>
                    </a:cubicBezTo>
                    <a:lnTo>
                      <a:pt x="1399" y="10137"/>
                    </a:lnTo>
                    <a:cubicBezTo>
                      <a:pt x="867" y="10137"/>
                      <a:pt x="439" y="9705"/>
                      <a:pt x="436" y="9174"/>
                    </a:cubicBezTo>
                    <a:lnTo>
                      <a:pt x="436" y="1402"/>
                    </a:lnTo>
                    <a:cubicBezTo>
                      <a:pt x="439" y="871"/>
                      <a:pt x="867" y="439"/>
                      <a:pt x="1399" y="439"/>
                    </a:cubicBezTo>
                    <a:lnTo>
                      <a:pt x="2752" y="439"/>
                    </a:lnTo>
                    <a:cubicBezTo>
                      <a:pt x="2872" y="439"/>
                      <a:pt x="2972" y="340"/>
                      <a:pt x="2972" y="220"/>
                    </a:cubicBezTo>
                    <a:cubicBezTo>
                      <a:pt x="2972" y="100"/>
                      <a:pt x="2872" y="1"/>
                      <a:pt x="27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5"/>
              <p:cNvSpPr/>
              <p:nvPr/>
            </p:nvSpPr>
            <p:spPr>
              <a:xfrm>
                <a:off x="1991830" y="2329953"/>
                <a:ext cx="324268" cy="198427"/>
              </a:xfrm>
              <a:custGeom>
                <a:rect b="b" l="l" r="r" t="t"/>
                <a:pathLst>
                  <a:path extrusionOk="0" h="7575" w="12379">
                    <a:moveTo>
                      <a:pt x="237" y="1"/>
                    </a:moveTo>
                    <a:cubicBezTo>
                      <a:pt x="107" y="4"/>
                      <a:pt x="1" y="107"/>
                      <a:pt x="1" y="237"/>
                    </a:cubicBezTo>
                    <a:lnTo>
                      <a:pt x="1" y="7358"/>
                    </a:lnTo>
                    <a:cubicBezTo>
                      <a:pt x="1" y="7478"/>
                      <a:pt x="100" y="7574"/>
                      <a:pt x="220" y="7574"/>
                    </a:cubicBezTo>
                    <a:lnTo>
                      <a:pt x="12162" y="7574"/>
                    </a:lnTo>
                    <a:cubicBezTo>
                      <a:pt x="12282" y="7574"/>
                      <a:pt x="12378" y="7478"/>
                      <a:pt x="12378" y="7358"/>
                    </a:cubicBezTo>
                    <a:lnTo>
                      <a:pt x="12378" y="6604"/>
                    </a:lnTo>
                    <a:cubicBezTo>
                      <a:pt x="12378" y="6459"/>
                      <a:pt x="12269" y="6386"/>
                      <a:pt x="12161" y="6386"/>
                    </a:cubicBezTo>
                    <a:cubicBezTo>
                      <a:pt x="12052" y="6386"/>
                      <a:pt x="11943" y="6459"/>
                      <a:pt x="11943" y="6604"/>
                    </a:cubicBezTo>
                    <a:lnTo>
                      <a:pt x="11943" y="7139"/>
                    </a:lnTo>
                    <a:lnTo>
                      <a:pt x="436" y="7139"/>
                    </a:lnTo>
                    <a:lnTo>
                      <a:pt x="436" y="440"/>
                    </a:lnTo>
                    <a:lnTo>
                      <a:pt x="11940" y="440"/>
                    </a:lnTo>
                    <a:lnTo>
                      <a:pt x="11940" y="5730"/>
                    </a:lnTo>
                    <a:cubicBezTo>
                      <a:pt x="11940" y="5850"/>
                      <a:pt x="12039" y="5950"/>
                      <a:pt x="12162" y="5950"/>
                    </a:cubicBezTo>
                    <a:cubicBezTo>
                      <a:pt x="12282" y="5950"/>
                      <a:pt x="12378" y="5850"/>
                      <a:pt x="12378" y="5730"/>
                    </a:cubicBezTo>
                    <a:lnTo>
                      <a:pt x="12378" y="237"/>
                    </a:lnTo>
                    <a:cubicBezTo>
                      <a:pt x="12378" y="107"/>
                      <a:pt x="12275" y="1"/>
                      <a:pt x="121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5"/>
              <p:cNvSpPr/>
              <p:nvPr/>
            </p:nvSpPr>
            <p:spPr>
              <a:xfrm>
                <a:off x="2147821" y="2539959"/>
                <a:ext cx="12443" cy="11473"/>
              </a:xfrm>
              <a:custGeom>
                <a:rect b="b" l="l" r="r" t="t"/>
                <a:pathLst>
                  <a:path extrusionOk="0" h="438" w="475">
                    <a:moveTo>
                      <a:pt x="234" y="0"/>
                    </a:moveTo>
                    <a:cubicBezTo>
                      <a:pt x="131" y="0"/>
                      <a:pt x="30" y="72"/>
                      <a:pt x="15" y="194"/>
                    </a:cubicBezTo>
                    <a:cubicBezTo>
                      <a:pt x="1" y="336"/>
                      <a:pt x="115" y="437"/>
                      <a:pt x="236" y="437"/>
                    </a:cubicBezTo>
                    <a:cubicBezTo>
                      <a:pt x="288" y="437"/>
                      <a:pt x="341" y="418"/>
                      <a:pt x="385" y="376"/>
                    </a:cubicBezTo>
                    <a:cubicBezTo>
                      <a:pt x="461" y="301"/>
                      <a:pt x="474" y="184"/>
                      <a:pt x="416" y="99"/>
                    </a:cubicBezTo>
                    <a:cubicBezTo>
                      <a:pt x="370" y="31"/>
                      <a:pt x="301" y="0"/>
                      <a:pt x="2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12" name="Google Shape;12012;p85"/>
          <p:cNvGrpSpPr/>
          <p:nvPr/>
        </p:nvGrpSpPr>
        <p:grpSpPr>
          <a:xfrm>
            <a:off x="3049165" y="2320078"/>
            <a:ext cx="401543" cy="311432"/>
            <a:chOff x="3049165" y="2320078"/>
            <a:chExt cx="401543" cy="311432"/>
          </a:xfrm>
        </p:grpSpPr>
        <p:sp>
          <p:nvSpPr>
            <p:cNvPr id="12013" name="Google Shape;12013;p85"/>
            <p:cNvSpPr/>
            <p:nvPr/>
          </p:nvSpPr>
          <p:spPr>
            <a:xfrm>
              <a:off x="3136604" y="2348185"/>
              <a:ext cx="96240" cy="254773"/>
            </a:xfrm>
            <a:custGeom>
              <a:rect b="b" l="l" r="r" t="t"/>
              <a:pathLst>
                <a:path extrusionOk="0" h="9726" w="3674">
                  <a:moveTo>
                    <a:pt x="3674" y="1"/>
                  </a:moveTo>
                  <a:lnTo>
                    <a:pt x="3513" y="48"/>
                  </a:lnTo>
                  <a:cubicBezTo>
                    <a:pt x="2019" y="501"/>
                    <a:pt x="761" y="1512"/>
                    <a:pt x="0" y="2872"/>
                  </a:cubicBezTo>
                  <a:lnTo>
                    <a:pt x="0" y="6854"/>
                  </a:lnTo>
                  <a:cubicBezTo>
                    <a:pt x="761" y="8215"/>
                    <a:pt x="2019" y="9229"/>
                    <a:pt x="3513" y="9678"/>
                  </a:cubicBezTo>
                  <a:lnTo>
                    <a:pt x="3674" y="9726"/>
                  </a:lnTo>
                  <a:lnTo>
                    <a:pt x="3674"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85"/>
            <p:cNvSpPr/>
            <p:nvPr/>
          </p:nvSpPr>
          <p:spPr>
            <a:xfrm>
              <a:off x="3136604" y="2505172"/>
              <a:ext cx="96240" cy="97786"/>
            </a:xfrm>
            <a:custGeom>
              <a:rect b="b" l="l" r="r" t="t"/>
              <a:pathLst>
                <a:path extrusionOk="0" h="3733" w="3674">
                  <a:moveTo>
                    <a:pt x="0" y="1"/>
                  </a:moveTo>
                  <a:lnTo>
                    <a:pt x="0" y="865"/>
                  </a:lnTo>
                  <a:cubicBezTo>
                    <a:pt x="761" y="2225"/>
                    <a:pt x="2022" y="3236"/>
                    <a:pt x="3513" y="3685"/>
                  </a:cubicBezTo>
                  <a:lnTo>
                    <a:pt x="3674" y="3733"/>
                  </a:lnTo>
                  <a:lnTo>
                    <a:pt x="3674" y="2873"/>
                  </a:lnTo>
                  <a:lnTo>
                    <a:pt x="3513" y="2825"/>
                  </a:lnTo>
                  <a:cubicBezTo>
                    <a:pt x="2022" y="2372"/>
                    <a:pt x="761" y="1361"/>
                    <a:pt x="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85"/>
            <p:cNvSpPr/>
            <p:nvPr/>
          </p:nvSpPr>
          <p:spPr>
            <a:xfrm>
              <a:off x="3054928" y="2423417"/>
              <a:ext cx="81702" cy="104413"/>
            </a:xfrm>
            <a:custGeom>
              <a:rect b="b" l="l" r="r" t="t"/>
              <a:pathLst>
                <a:path extrusionOk="0" h="3986" w="3119">
                  <a:moveTo>
                    <a:pt x="1357" y="0"/>
                  </a:moveTo>
                  <a:cubicBezTo>
                    <a:pt x="607" y="0"/>
                    <a:pt x="0" y="607"/>
                    <a:pt x="0" y="1354"/>
                  </a:cubicBezTo>
                  <a:lnTo>
                    <a:pt x="0" y="2629"/>
                  </a:lnTo>
                  <a:cubicBezTo>
                    <a:pt x="0" y="3379"/>
                    <a:pt x="607" y="3986"/>
                    <a:pt x="1357" y="3986"/>
                  </a:cubicBezTo>
                  <a:lnTo>
                    <a:pt x="3118" y="3986"/>
                  </a:lnTo>
                  <a:lnTo>
                    <a:pt x="3118"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5"/>
            <p:cNvSpPr/>
            <p:nvPr/>
          </p:nvSpPr>
          <p:spPr>
            <a:xfrm>
              <a:off x="3054928" y="2469730"/>
              <a:ext cx="81702" cy="58101"/>
            </a:xfrm>
            <a:custGeom>
              <a:rect b="b" l="l" r="r" t="t"/>
              <a:pathLst>
                <a:path extrusionOk="0" h="2218" w="3119">
                  <a:moveTo>
                    <a:pt x="0" y="0"/>
                  </a:moveTo>
                  <a:lnTo>
                    <a:pt x="0" y="861"/>
                  </a:lnTo>
                  <a:cubicBezTo>
                    <a:pt x="0" y="1611"/>
                    <a:pt x="607" y="2218"/>
                    <a:pt x="1357" y="2218"/>
                  </a:cubicBezTo>
                  <a:lnTo>
                    <a:pt x="3118" y="2218"/>
                  </a:lnTo>
                  <a:lnTo>
                    <a:pt x="3118" y="1354"/>
                  </a:lnTo>
                  <a:lnTo>
                    <a:pt x="1357" y="1354"/>
                  </a:lnTo>
                  <a:cubicBezTo>
                    <a:pt x="607" y="1354"/>
                    <a:pt x="0" y="747"/>
                    <a:pt x="0"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5"/>
            <p:cNvSpPr/>
            <p:nvPr/>
          </p:nvSpPr>
          <p:spPr>
            <a:xfrm>
              <a:off x="3231928" y="2325474"/>
              <a:ext cx="37014" cy="300195"/>
            </a:xfrm>
            <a:custGeom>
              <a:rect b="b" l="l" r="r" t="t"/>
              <a:pathLst>
                <a:path extrusionOk="0" h="11460" w="1413">
                  <a:moveTo>
                    <a:pt x="446" y="1"/>
                  </a:moveTo>
                  <a:cubicBezTo>
                    <a:pt x="199" y="1"/>
                    <a:pt x="1" y="203"/>
                    <a:pt x="1" y="446"/>
                  </a:cubicBezTo>
                  <a:lnTo>
                    <a:pt x="1" y="11014"/>
                  </a:lnTo>
                  <a:cubicBezTo>
                    <a:pt x="1" y="11261"/>
                    <a:pt x="199" y="11460"/>
                    <a:pt x="446" y="11460"/>
                  </a:cubicBezTo>
                  <a:lnTo>
                    <a:pt x="967" y="11460"/>
                  </a:lnTo>
                  <a:cubicBezTo>
                    <a:pt x="1210" y="11460"/>
                    <a:pt x="1409" y="11261"/>
                    <a:pt x="1413" y="11014"/>
                  </a:cubicBezTo>
                  <a:lnTo>
                    <a:pt x="1413" y="446"/>
                  </a:lnTo>
                  <a:cubicBezTo>
                    <a:pt x="1409" y="203"/>
                    <a:pt x="1210" y="1"/>
                    <a:pt x="967"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5"/>
            <p:cNvSpPr/>
            <p:nvPr/>
          </p:nvSpPr>
          <p:spPr>
            <a:xfrm>
              <a:off x="3231928" y="2325474"/>
              <a:ext cx="29731" cy="300195"/>
            </a:xfrm>
            <a:custGeom>
              <a:rect b="b" l="l" r="r" t="t"/>
              <a:pathLst>
                <a:path extrusionOk="0" h="11460" w="1135">
                  <a:moveTo>
                    <a:pt x="446" y="1"/>
                  </a:moveTo>
                  <a:cubicBezTo>
                    <a:pt x="199" y="1"/>
                    <a:pt x="1" y="203"/>
                    <a:pt x="1" y="446"/>
                  </a:cubicBezTo>
                  <a:lnTo>
                    <a:pt x="1" y="11014"/>
                  </a:lnTo>
                  <a:cubicBezTo>
                    <a:pt x="1" y="11261"/>
                    <a:pt x="199" y="11460"/>
                    <a:pt x="446" y="11460"/>
                  </a:cubicBezTo>
                  <a:lnTo>
                    <a:pt x="964" y="11460"/>
                  </a:lnTo>
                  <a:cubicBezTo>
                    <a:pt x="1025" y="11460"/>
                    <a:pt x="1084" y="11449"/>
                    <a:pt x="1135" y="11425"/>
                  </a:cubicBezTo>
                  <a:cubicBezTo>
                    <a:pt x="971" y="11357"/>
                    <a:pt x="864" y="11196"/>
                    <a:pt x="861" y="11014"/>
                  </a:cubicBezTo>
                  <a:lnTo>
                    <a:pt x="861" y="446"/>
                  </a:lnTo>
                  <a:cubicBezTo>
                    <a:pt x="864" y="268"/>
                    <a:pt x="971" y="107"/>
                    <a:pt x="1135" y="35"/>
                  </a:cubicBezTo>
                  <a:cubicBezTo>
                    <a:pt x="1084" y="14"/>
                    <a:pt x="1025" y="1"/>
                    <a:pt x="96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85"/>
            <p:cNvSpPr/>
            <p:nvPr/>
          </p:nvSpPr>
          <p:spPr>
            <a:xfrm>
              <a:off x="3294508" y="2435702"/>
              <a:ext cx="33241" cy="80000"/>
            </a:xfrm>
            <a:custGeom>
              <a:rect b="b" l="l" r="r" t="t"/>
              <a:pathLst>
                <a:path extrusionOk="0" h="3054" w="1269">
                  <a:moveTo>
                    <a:pt x="310" y="1"/>
                  </a:moveTo>
                  <a:cubicBezTo>
                    <a:pt x="142" y="1"/>
                    <a:pt x="0" y="217"/>
                    <a:pt x="158" y="374"/>
                  </a:cubicBezTo>
                  <a:cubicBezTo>
                    <a:pt x="795" y="1012"/>
                    <a:pt x="795" y="2046"/>
                    <a:pt x="158" y="2687"/>
                  </a:cubicBezTo>
                  <a:cubicBezTo>
                    <a:pt x="72" y="2769"/>
                    <a:pt x="72" y="2907"/>
                    <a:pt x="158" y="2989"/>
                  </a:cubicBezTo>
                  <a:cubicBezTo>
                    <a:pt x="199" y="3032"/>
                    <a:pt x="254" y="3053"/>
                    <a:pt x="309" y="3053"/>
                  </a:cubicBezTo>
                  <a:cubicBezTo>
                    <a:pt x="364" y="3053"/>
                    <a:pt x="420" y="3032"/>
                    <a:pt x="463" y="2989"/>
                  </a:cubicBezTo>
                  <a:cubicBezTo>
                    <a:pt x="1268" y="2183"/>
                    <a:pt x="1268" y="874"/>
                    <a:pt x="463" y="69"/>
                  </a:cubicBezTo>
                  <a:cubicBezTo>
                    <a:pt x="415" y="21"/>
                    <a:pt x="361"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85"/>
            <p:cNvSpPr/>
            <p:nvPr/>
          </p:nvSpPr>
          <p:spPr>
            <a:xfrm>
              <a:off x="3334507" y="2395676"/>
              <a:ext cx="55271" cy="159947"/>
            </a:xfrm>
            <a:custGeom>
              <a:rect b="b" l="l" r="r" t="t"/>
              <a:pathLst>
                <a:path extrusionOk="0" h="6106" w="2110">
                  <a:moveTo>
                    <a:pt x="310" y="1"/>
                  </a:moveTo>
                  <a:cubicBezTo>
                    <a:pt x="144" y="1"/>
                    <a:pt x="1" y="216"/>
                    <a:pt x="156" y="374"/>
                  </a:cubicBezTo>
                  <a:cubicBezTo>
                    <a:pt x="1636" y="1854"/>
                    <a:pt x="1636" y="4256"/>
                    <a:pt x="156" y="5737"/>
                  </a:cubicBezTo>
                  <a:cubicBezTo>
                    <a:pt x="74" y="5822"/>
                    <a:pt x="74" y="5959"/>
                    <a:pt x="156" y="6042"/>
                  </a:cubicBezTo>
                  <a:cubicBezTo>
                    <a:pt x="199" y="6085"/>
                    <a:pt x="254" y="6106"/>
                    <a:pt x="310" y="6106"/>
                  </a:cubicBezTo>
                  <a:cubicBezTo>
                    <a:pt x="365" y="6106"/>
                    <a:pt x="420" y="6085"/>
                    <a:pt x="461" y="6042"/>
                  </a:cubicBezTo>
                  <a:cubicBezTo>
                    <a:pt x="2109" y="4390"/>
                    <a:pt x="2109" y="1717"/>
                    <a:pt x="461" y="69"/>
                  </a:cubicBezTo>
                  <a:cubicBezTo>
                    <a:pt x="413" y="21"/>
                    <a:pt x="360"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85"/>
            <p:cNvSpPr/>
            <p:nvPr/>
          </p:nvSpPr>
          <p:spPr>
            <a:xfrm>
              <a:off x="3373721" y="2356646"/>
              <a:ext cx="76987" cy="238374"/>
            </a:xfrm>
            <a:custGeom>
              <a:rect b="b" l="l" r="r" t="t"/>
              <a:pathLst>
                <a:path extrusionOk="0" h="9100" w="2939">
                  <a:moveTo>
                    <a:pt x="307" y="0"/>
                  </a:moveTo>
                  <a:cubicBezTo>
                    <a:pt x="252" y="0"/>
                    <a:pt x="197" y="22"/>
                    <a:pt x="156" y="65"/>
                  </a:cubicBezTo>
                  <a:cubicBezTo>
                    <a:pt x="71" y="147"/>
                    <a:pt x="71" y="284"/>
                    <a:pt x="156" y="370"/>
                  </a:cubicBezTo>
                  <a:cubicBezTo>
                    <a:pt x="2459" y="2673"/>
                    <a:pt x="2459" y="6421"/>
                    <a:pt x="156" y="8728"/>
                  </a:cubicBezTo>
                  <a:cubicBezTo>
                    <a:pt x="1" y="8883"/>
                    <a:pt x="145" y="9099"/>
                    <a:pt x="312" y="9099"/>
                  </a:cubicBezTo>
                  <a:cubicBezTo>
                    <a:pt x="362" y="9099"/>
                    <a:pt x="414" y="9079"/>
                    <a:pt x="461" y="9033"/>
                  </a:cubicBezTo>
                  <a:cubicBezTo>
                    <a:pt x="2939" y="6555"/>
                    <a:pt x="2939" y="2539"/>
                    <a:pt x="461" y="65"/>
                  </a:cubicBezTo>
                  <a:cubicBezTo>
                    <a:pt x="418" y="22"/>
                    <a:pt x="363" y="0"/>
                    <a:pt x="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5"/>
            <p:cNvSpPr/>
            <p:nvPr/>
          </p:nvSpPr>
          <p:spPr>
            <a:xfrm>
              <a:off x="3049165" y="2320078"/>
              <a:ext cx="225251" cy="311432"/>
            </a:xfrm>
            <a:custGeom>
              <a:rect b="b" l="l" r="r" t="t"/>
              <a:pathLst>
                <a:path extrusionOk="0" h="11889" w="8599">
                  <a:moveTo>
                    <a:pt x="6755" y="1372"/>
                  </a:moveTo>
                  <a:lnTo>
                    <a:pt x="6755" y="10514"/>
                  </a:lnTo>
                  <a:cubicBezTo>
                    <a:pt x="5395" y="10065"/>
                    <a:pt x="4250" y="9126"/>
                    <a:pt x="3548" y="7879"/>
                  </a:cubicBezTo>
                  <a:lnTo>
                    <a:pt x="3548" y="4007"/>
                  </a:lnTo>
                  <a:cubicBezTo>
                    <a:pt x="4250" y="2756"/>
                    <a:pt x="5395" y="1817"/>
                    <a:pt x="6755" y="1372"/>
                  </a:cubicBezTo>
                  <a:close/>
                  <a:moveTo>
                    <a:pt x="7414" y="1"/>
                  </a:moveTo>
                  <a:cubicBezTo>
                    <a:pt x="7050" y="1"/>
                    <a:pt x="6755" y="298"/>
                    <a:pt x="6755" y="662"/>
                  </a:cubicBezTo>
                  <a:lnTo>
                    <a:pt x="6755" y="923"/>
                  </a:lnTo>
                  <a:lnTo>
                    <a:pt x="6748" y="926"/>
                  </a:lnTo>
                  <a:cubicBezTo>
                    <a:pt x="5254" y="1378"/>
                    <a:pt x="3986" y="2383"/>
                    <a:pt x="3208" y="3736"/>
                  </a:cubicBezTo>
                  <a:lnTo>
                    <a:pt x="1570" y="3736"/>
                  </a:lnTo>
                  <a:cubicBezTo>
                    <a:pt x="703" y="3740"/>
                    <a:pt x="1" y="4442"/>
                    <a:pt x="1" y="5306"/>
                  </a:cubicBezTo>
                  <a:lnTo>
                    <a:pt x="1" y="6580"/>
                  </a:lnTo>
                  <a:cubicBezTo>
                    <a:pt x="4" y="7399"/>
                    <a:pt x="635" y="8081"/>
                    <a:pt x="1450" y="8146"/>
                  </a:cubicBezTo>
                  <a:cubicBezTo>
                    <a:pt x="1455" y="8147"/>
                    <a:pt x="1459" y="8147"/>
                    <a:pt x="1463" y="8147"/>
                  </a:cubicBezTo>
                  <a:cubicBezTo>
                    <a:pt x="1578" y="8147"/>
                    <a:pt x="1673" y="8060"/>
                    <a:pt x="1680" y="7948"/>
                  </a:cubicBezTo>
                  <a:cubicBezTo>
                    <a:pt x="1690" y="7828"/>
                    <a:pt x="1601" y="7725"/>
                    <a:pt x="1485" y="7718"/>
                  </a:cubicBezTo>
                  <a:cubicBezTo>
                    <a:pt x="892" y="7670"/>
                    <a:pt x="433" y="7177"/>
                    <a:pt x="429" y="6580"/>
                  </a:cubicBezTo>
                  <a:lnTo>
                    <a:pt x="429" y="5306"/>
                  </a:lnTo>
                  <a:cubicBezTo>
                    <a:pt x="433" y="4675"/>
                    <a:pt x="940" y="4168"/>
                    <a:pt x="1570" y="4164"/>
                  </a:cubicBezTo>
                  <a:lnTo>
                    <a:pt x="3119" y="4164"/>
                  </a:lnTo>
                  <a:lnTo>
                    <a:pt x="3119" y="7721"/>
                  </a:lnTo>
                  <a:lnTo>
                    <a:pt x="2472" y="7721"/>
                  </a:lnTo>
                  <a:cubicBezTo>
                    <a:pt x="2184" y="7721"/>
                    <a:pt x="2184" y="8153"/>
                    <a:pt x="2472" y="8153"/>
                  </a:cubicBezTo>
                  <a:lnTo>
                    <a:pt x="3208" y="8153"/>
                  </a:lnTo>
                  <a:cubicBezTo>
                    <a:pt x="3990" y="9503"/>
                    <a:pt x="5254" y="10511"/>
                    <a:pt x="6752" y="10963"/>
                  </a:cubicBezTo>
                  <a:lnTo>
                    <a:pt x="6758" y="10967"/>
                  </a:lnTo>
                  <a:lnTo>
                    <a:pt x="6758" y="11227"/>
                  </a:lnTo>
                  <a:cubicBezTo>
                    <a:pt x="6758" y="11590"/>
                    <a:pt x="7053" y="11888"/>
                    <a:pt x="7420" y="11888"/>
                  </a:cubicBezTo>
                  <a:lnTo>
                    <a:pt x="7937" y="11888"/>
                  </a:lnTo>
                  <a:cubicBezTo>
                    <a:pt x="8304" y="11888"/>
                    <a:pt x="8599" y="11590"/>
                    <a:pt x="8599" y="11227"/>
                  </a:cubicBezTo>
                  <a:lnTo>
                    <a:pt x="8599" y="6443"/>
                  </a:lnTo>
                  <a:cubicBezTo>
                    <a:pt x="8599" y="6299"/>
                    <a:pt x="8492" y="6227"/>
                    <a:pt x="8384" y="6227"/>
                  </a:cubicBezTo>
                  <a:cubicBezTo>
                    <a:pt x="8277" y="6227"/>
                    <a:pt x="8170" y="6299"/>
                    <a:pt x="8170" y="6443"/>
                  </a:cubicBezTo>
                  <a:lnTo>
                    <a:pt x="8170" y="11227"/>
                  </a:lnTo>
                  <a:cubicBezTo>
                    <a:pt x="8167" y="11354"/>
                    <a:pt x="8064" y="11457"/>
                    <a:pt x="7937" y="11457"/>
                  </a:cubicBezTo>
                  <a:lnTo>
                    <a:pt x="7420" y="11457"/>
                  </a:lnTo>
                  <a:cubicBezTo>
                    <a:pt x="7293" y="11457"/>
                    <a:pt x="7190" y="11354"/>
                    <a:pt x="7190" y="11227"/>
                  </a:cubicBezTo>
                  <a:lnTo>
                    <a:pt x="7190" y="662"/>
                  </a:lnTo>
                  <a:cubicBezTo>
                    <a:pt x="7190" y="532"/>
                    <a:pt x="7293" y="429"/>
                    <a:pt x="7420" y="429"/>
                  </a:cubicBezTo>
                  <a:lnTo>
                    <a:pt x="7937" y="429"/>
                  </a:lnTo>
                  <a:cubicBezTo>
                    <a:pt x="8064" y="429"/>
                    <a:pt x="8167" y="532"/>
                    <a:pt x="8170" y="662"/>
                  </a:cubicBezTo>
                  <a:lnTo>
                    <a:pt x="8170" y="5439"/>
                  </a:lnTo>
                  <a:cubicBezTo>
                    <a:pt x="8170" y="5559"/>
                    <a:pt x="8266" y="5655"/>
                    <a:pt x="8383" y="5655"/>
                  </a:cubicBezTo>
                  <a:cubicBezTo>
                    <a:pt x="8503" y="5655"/>
                    <a:pt x="8599" y="5559"/>
                    <a:pt x="8599" y="5439"/>
                  </a:cubicBezTo>
                  <a:lnTo>
                    <a:pt x="8599" y="662"/>
                  </a:lnTo>
                  <a:cubicBezTo>
                    <a:pt x="8599" y="296"/>
                    <a:pt x="8304" y="1"/>
                    <a:pt x="7937" y="1"/>
                  </a:cubicBezTo>
                  <a:lnTo>
                    <a:pt x="7420" y="1"/>
                  </a:lnTo>
                  <a:cubicBezTo>
                    <a:pt x="7418" y="1"/>
                    <a:pt x="7416" y="1"/>
                    <a:pt x="74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3" name="Google Shape;12023;p85"/>
          <p:cNvGrpSpPr/>
          <p:nvPr/>
        </p:nvGrpSpPr>
        <p:grpSpPr>
          <a:xfrm>
            <a:off x="3593052" y="2313712"/>
            <a:ext cx="385381" cy="323980"/>
            <a:chOff x="3593052" y="2313712"/>
            <a:chExt cx="385381" cy="323980"/>
          </a:xfrm>
        </p:grpSpPr>
        <p:sp>
          <p:nvSpPr>
            <p:cNvPr id="12024" name="Google Shape;12024;p85"/>
            <p:cNvSpPr/>
            <p:nvPr/>
          </p:nvSpPr>
          <p:spPr>
            <a:xfrm>
              <a:off x="3664250" y="2350883"/>
              <a:ext cx="249665" cy="249665"/>
            </a:xfrm>
            <a:custGeom>
              <a:rect b="b" l="l" r="r" t="t"/>
              <a:pathLst>
                <a:path extrusionOk="0" h="9531" w="9531">
                  <a:moveTo>
                    <a:pt x="4763" y="0"/>
                  </a:moveTo>
                  <a:cubicBezTo>
                    <a:pt x="2132" y="0"/>
                    <a:pt x="0" y="2135"/>
                    <a:pt x="0" y="4767"/>
                  </a:cubicBezTo>
                  <a:cubicBezTo>
                    <a:pt x="0" y="7399"/>
                    <a:pt x="2132" y="9530"/>
                    <a:pt x="4763" y="9530"/>
                  </a:cubicBezTo>
                  <a:cubicBezTo>
                    <a:pt x="7395" y="9530"/>
                    <a:pt x="9530" y="7399"/>
                    <a:pt x="9530" y="4767"/>
                  </a:cubicBezTo>
                  <a:cubicBezTo>
                    <a:pt x="9530" y="2135"/>
                    <a:pt x="7395" y="0"/>
                    <a:pt x="4763"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5"/>
            <p:cNvSpPr/>
            <p:nvPr/>
          </p:nvSpPr>
          <p:spPr>
            <a:xfrm>
              <a:off x="3689292" y="2375925"/>
              <a:ext cx="199580" cy="199658"/>
            </a:xfrm>
            <a:custGeom>
              <a:rect b="b" l="l" r="r" t="t"/>
              <a:pathLst>
                <a:path extrusionOk="0" h="7622" w="7619">
                  <a:moveTo>
                    <a:pt x="3807" y="0"/>
                  </a:moveTo>
                  <a:cubicBezTo>
                    <a:pt x="1703" y="0"/>
                    <a:pt x="0" y="1707"/>
                    <a:pt x="0" y="3811"/>
                  </a:cubicBezTo>
                  <a:cubicBezTo>
                    <a:pt x="0" y="5915"/>
                    <a:pt x="1703" y="7622"/>
                    <a:pt x="3807" y="7622"/>
                  </a:cubicBezTo>
                  <a:cubicBezTo>
                    <a:pt x="5911" y="7622"/>
                    <a:pt x="7618" y="5915"/>
                    <a:pt x="7618" y="3811"/>
                  </a:cubicBezTo>
                  <a:cubicBezTo>
                    <a:pt x="7618" y="1707"/>
                    <a:pt x="5911" y="0"/>
                    <a:pt x="3807"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5"/>
            <p:cNvSpPr/>
            <p:nvPr/>
          </p:nvSpPr>
          <p:spPr>
            <a:xfrm>
              <a:off x="3769187" y="2375925"/>
              <a:ext cx="125055" cy="199711"/>
            </a:xfrm>
            <a:custGeom>
              <a:rect b="b" l="l" r="r" t="t"/>
              <a:pathLst>
                <a:path extrusionOk="0" h="7624" w="4774">
                  <a:moveTo>
                    <a:pt x="757" y="0"/>
                  </a:moveTo>
                  <a:cubicBezTo>
                    <a:pt x="504" y="0"/>
                    <a:pt x="250" y="28"/>
                    <a:pt x="0" y="76"/>
                  </a:cubicBezTo>
                  <a:cubicBezTo>
                    <a:pt x="1772" y="442"/>
                    <a:pt x="3043" y="2002"/>
                    <a:pt x="3043" y="3811"/>
                  </a:cubicBezTo>
                  <a:cubicBezTo>
                    <a:pt x="3043" y="5620"/>
                    <a:pt x="1772" y="7180"/>
                    <a:pt x="0" y="7546"/>
                  </a:cubicBezTo>
                  <a:cubicBezTo>
                    <a:pt x="257" y="7598"/>
                    <a:pt x="513" y="7623"/>
                    <a:pt x="764" y="7623"/>
                  </a:cubicBezTo>
                  <a:cubicBezTo>
                    <a:pt x="2676" y="7623"/>
                    <a:pt x="4351" y="6175"/>
                    <a:pt x="4547" y="4191"/>
                  </a:cubicBezTo>
                  <a:cubicBezTo>
                    <a:pt x="4774" y="1950"/>
                    <a:pt x="3012"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85"/>
            <p:cNvSpPr/>
            <p:nvPr/>
          </p:nvSpPr>
          <p:spPr>
            <a:xfrm>
              <a:off x="3935787" y="2319449"/>
              <a:ext cx="37014" cy="312690"/>
            </a:xfrm>
            <a:custGeom>
              <a:rect b="b" l="l" r="r" t="t"/>
              <a:pathLst>
                <a:path extrusionOk="0" h="11937" w="1413">
                  <a:moveTo>
                    <a:pt x="1398" y="1"/>
                  </a:moveTo>
                  <a:cubicBezTo>
                    <a:pt x="531" y="522"/>
                    <a:pt x="0" y="1461"/>
                    <a:pt x="0" y="2475"/>
                  </a:cubicBezTo>
                  <a:lnTo>
                    <a:pt x="0" y="5785"/>
                  </a:lnTo>
                  <a:cubicBezTo>
                    <a:pt x="0" y="5994"/>
                    <a:pt x="298" y="6177"/>
                    <a:pt x="548" y="6177"/>
                  </a:cubicBezTo>
                  <a:cubicBezTo>
                    <a:pt x="569" y="6177"/>
                    <a:pt x="590" y="6175"/>
                    <a:pt x="610" y="6173"/>
                  </a:cubicBezTo>
                  <a:lnTo>
                    <a:pt x="610" y="7201"/>
                  </a:lnTo>
                  <a:cubicBezTo>
                    <a:pt x="610" y="8458"/>
                    <a:pt x="268" y="10689"/>
                    <a:pt x="268" y="11155"/>
                  </a:cubicBezTo>
                  <a:cubicBezTo>
                    <a:pt x="268" y="11690"/>
                    <a:pt x="494" y="11936"/>
                    <a:pt x="830" y="11936"/>
                  </a:cubicBezTo>
                  <a:cubicBezTo>
                    <a:pt x="1165" y="11936"/>
                    <a:pt x="1412" y="11690"/>
                    <a:pt x="1412" y="11155"/>
                  </a:cubicBezTo>
                  <a:cubicBezTo>
                    <a:pt x="1412" y="11155"/>
                    <a:pt x="1405" y="4069"/>
                    <a:pt x="139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85"/>
            <p:cNvSpPr/>
            <p:nvPr/>
          </p:nvSpPr>
          <p:spPr>
            <a:xfrm>
              <a:off x="3935683" y="2319449"/>
              <a:ext cx="36935" cy="161807"/>
            </a:xfrm>
            <a:custGeom>
              <a:rect b="b" l="l" r="r" t="t"/>
              <a:pathLst>
                <a:path extrusionOk="0" h="6177" w="1410">
                  <a:moveTo>
                    <a:pt x="1402" y="1"/>
                  </a:moveTo>
                  <a:cubicBezTo>
                    <a:pt x="532" y="522"/>
                    <a:pt x="1" y="1461"/>
                    <a:pt x="1" y="2475"/>
                  </a:cubicBezTo>
                  <a:lnTo>
                    <a:pt x="1" y="5789"/>
                  </a:lnTo>
                  <a:cubicBezTo>
                    <a:pt x="1" y="5994"/>
                    <a:pt x="298" y="6177"/>
                    <a:pt x="549" y="6177"/>
                  </a:cubicBezTo>
                  <a:cubicBezTo>
                    <a:pt x="570" y="6177"/>
                    <a:pt x="591" y="6175"/>
                    <a:pt x="611" y="6173"/>
                  </a:cubicBezTo>
                  <a:lnTo>
                    <a:pt x="1409" y="6159"/>
                  </a:lnTo>
                  <a:cubicBezTo>
                    <a:pt x="1409" y="4212"/>
                    <a:pt x="1406" y="1629"/>
                    <a:pt x="140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85"/>
            <p:cNvSpPr/>
            <p:nvPr/>
          </p:nvSpPr>
          <p:spPr>
            <a:xfrm>
              <a:off x="3598710" y="2365788"/>
              <a:ext cx="49142" cy="265172"/>
            </a:xfrm>
            <a:custGeom>
              <a:rect b="b" l="l" r="r" t="t"/>
              <a:pathLst>
                <a:path extrusionOk="0" h="10123" w="1876">
                  <a:moveTo>
                    <a:pt x="1" y="0"/>
                  </a:moveTo>
                  <a:lnTo>
                    <a:pt x="1" y="1104"/>
                  </a:lnTo>
                  <a:cubicBezTo>
                    <a:pt x="1" y="1282"/>
                    <a:pt x="103" y="1494"/>
                    <a:pt x="258" y="1587"/>
                  </a:cubicBezTo>
                  <a:cubicBezTo>
                    <a:pt x="412" y="1676"/>
                    <a:pt x="532" y="1998"/>
                    <a:pt x="532" y="2169"/>
                  </a:cubicBezTo>
                  <a:lnTo>
                    <a:pt x="532" y="3787"/>
                  </a:lnTo>
                  <a:cubicBezTo>
                    <a:pt x="532" y="5116"/>
                    <a:pt x="521" y="6439"/>
                    <a:pt x="378" y="7758"/>
                  </a:cubicBezTo>
                  <a:cubicBezTo>
                    <a:pt x="292" y="8543"/>
                    <a:pt x="240" y="9239"/>
                    <a:pt x="240" y="9396"/>
                  </a:cubicBezTo>
                  <a:cubicBezTo>
                    <a:pt x="240" y="9797"/>
                    <a:pt x="539" y="10123"/>
                    <a:pt x="936" y="10123"/>
                  </a:cubicBezTo>
                  <a:cubicBezTo>
                    <a:pt x="1337" y="10123"/>
                    <a:pt x="1632" y="9797"/>
                    <a:pt x="1632" y="9396"/>
                  </a:cubicBezTo>
                  <a:cubicBezTo>
                    <a:pt x="1632" y="9239"/>
                    <a:pt x="1584" y="8543"/>
                    <a:pt x="1498" y="7758"/>
                  </a:cubicBezTo>
                  <a:cubicBezTo>
                    <a:pt x="1354" y="6439"/>
                    <a:pt x="1344" y="5113"/>
                    <a:pt x="1344" y="3787"/>
                  </a:cubicBezTo>
                  <a:lnTo>
                    <a:pt x="1344" y="2180"/>
                  </a:lnTo>
                  <a:cubicBezTo>
                    <a:pt x="1344" y="1957"/>
                    <a:pt x="1498" y="1676"/>
                    <a:pt x="1687" y="1549"/>
                  </a:cubicBezTo>
                  <a:cubicBezTo>
                    <a:pt x="1820" y="1457"/>
                    <a:pt x="1875" y="1261"/>
                    <a:pt x="1875" y="1104"/>
                  </a:cubicBezTo>
                  <a:lnTo>
                    <a:pt x="1875" y="0"/>
                  </a:ln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85"/>
            <p:cNvSpPr/>
            <p:nvPr/>
          </p:nvSpPr>
          <p:spPr>
            <a:xfrm>
              <a:off x="3598710" y="2365788"/>
              <a:ext cx="49142" cy="57105"/>
            </a:xfrm>
            <a:custGeom>
              <a:rect b="b" l="l" r="r" t="t"/>
              <a:pathLst>
                <a:path extrusionOk="0" h="2180" w="1876">
                  <a:moveTo>
                    <a:pt x="1" y="0"/>
                  </a:moveTo>
                  <a:lnTo>
                    <a:pt x="1" y="1104"/>
                  </a:lnTo>
                  <a:cubicBezTo>
                    <a:pt x="1" y="1282"/>
                    <a:pt x="103" y="1494"/>
                    <a:pt x="258" y="1587"/>
                  </a:cubicBezTo>
                  <a:cubicBezTo>
                    <a:pt x="412" y="1676"/>
                    <a:pt x="532" y="1998"/>
                    <a:pt x="532" y="2169"/>
                  </a:cubicBezTo>
                  <a:lnTo>
                    <a:pt x="1344" y="2180"/>
                  </a:lnTo>
                  <a:cubicBezTo>
                    <a:pt x="1344" y="1957"/>
                    <a:pt x="1498" y="1676"/>
                    <a:pt x="1687" y="1549"/>
                  </a:cubicBezTo>
                  <a:cubicBezTo>
                    <a:pt x="1820" y="1457"/>
                    <a:pt x="1875" y="1261"/>
                    <a:pt x="1875" y="1104"/>
                  </a:cubicBezTo>
                  <a:lnTo>
                    <a:pt x="1875" y="0"/>
                  </a:ln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85"/>
            <p:cNvSpPr/>
            <p:nvPr/>
          </p:nvSpPr>
          <p:spPr>
            <a:xfrm>
              <a:off x="3593052" y="2315860"/>
              <a:ext cx="60432" cy="320758"/>
            </a:xfrm>
            <a:custGeom>
              <a:rect b="b" l="l" r="r" t="t"/>
              <a:pathLst>
                <a:path extrusionOk="0" h="12245" w="2307">
                  <a:moveTo>
                    <a:pt x="1875" y="2122"/>
                  </a:moveTo>
                  <a:lnTo>
                    <a:pt x="1875" y="3010"/>
                  </a:lnTo>
                  <a:cubicBezTo>
                    <a:pt x="1875" y="3126"/>
                    <a:pt x="1831" y="3239"/>
                    <a:pt x="1779" y="3277"/>
                  </a:cubicBezTo>
                  <a:cubicBezTo>
                    <a:pt x="1580" y="3421"/>
                    <a:pt x="1437" y="3630"/>
                    <a:pt x="1375" y="3870"/>
                  </a:cubicBezTo>
                  <a:lnTo>
                    <a:pt x="933" y="3863"/>
                  </a:lnTo>
                  <a:cubicBezTo>
                    <a:pt x="878" y="3650"/>
                    <a:pt x="755" y="3407"/>
                    <a:pt x="583" y="3304"/>
                  </a:cubicBezTo>
                  <a:cubicBezTo>
                    <a:pt x="501" y="3256"/>
                    <a:pt x="433" y="3123"/>
                    <a:pt x="433" y="3010"/>
                  </a:cubicBezTo>
                  <a:lnTo>
                    <a:pt x="433" y="2122"/>
                  </a:lnTo>
                  <a:close/>
                  <a:moveTo>
                    <a:pt x="964" y="4291"/>
                  </a:moveTo>
                  <a:lnTo>
                    <a:pt x="1344" y="4298"/>
                  </a:lnTo>
                  <a:lnTo>
                    <a:pt x="1344" y="5693"/>
                  </a:lnTo>
                  <a:cubicBezTo>
                    <a:pt x="1344" y="7033"/>
                    <a:pt x="1354" y="8349"/>
                    <a:pt x="1498" y="9685"/>
                  </a:cubicBezTo>
                  <a:cubicBezTo>
                    <a:pt x="1587" y="10497"/>
                    <a:pt x="1632" y="11169"/>
                    <a:pt x="1632" y="11302"/>
                  </a:cubicBezTo>
                  <a:cubicBezTo>
                    <a:pt x="1632" y="11594"/>
                    <a:pt x="1426" y="11813"/>
                    <a:pt x="1152" y="11813"/>
                  </a:cubicBezTo>
                  <a:cubicBezTo>
                    <a:pt x="878" y="11813"/>
                    <a:pt x="672" y="11594"/>
                    <a:pt x="672" y="11302"/>
                  </a:cubicBezTo>
                  <a:cubicBezTo>
                    <a:pt x="672" y="11172"/>
                    <a:pt x="720" y="10501"/>
                    <a:pt x="806" y="9685"/>
                  </a:cubicBezTo>
                  <a:cubicBezTo>
                    <a:pt x="953" y="8352"/>
                    <a:pt x="964" y="7036"/>
                    <a:pt x="964" y="5693"/>
                  </a:cubicBezTo>
                  <a:lnTo>
                    <a:pt x="964" y="4291"/>
                  </a:lnTo>
                  <a:close/>
                  <a:moveTo>
                    <a:pt x="217" y="0"/>
                  </a:moveTo>
                  <a:cubicBezTo>
                    <a:pt x="109" y="0"/>
                    <a:pt x="1" y="71"/>
                    <a:pt x="1" y="213"/>
                  </a:cubicBezTo>
                  <a:lnTo>
                    <a:pt x="1" y="3010"/>
                  </a:lnTo>
                  <a:cubicBezTo>
                    <a:pt x="1" y="3277"/>
                    <a:pt x="152" y="3551"/>
                    <a:pt x="364" y="3678"/>
                  </a:cubicBezTo>
                  <a:cubicBezTo>
                    <a:pt x="426" y="3716"/>
                    <a:pt x="535" y="3945"/>
                    <a:pt x="535" y="4075"/>
                  </a:cubicBezTo>
                  <a:lnTo>
                    <a:pt x="535" y="5693"/>
                  </a:lnTo>
                  <a:cubicBezTo>
                    <a:pt x="535" y="7022"/>
                    <a:pt x="525" y="8325"/>
                    <a:pt x="381" y="9640"/>
                  </a:cubicBezTo>
                  <a:cubicBezTo>
                    <a:pt x="292" y="10453"/>
                    <a:pt x="244" y="11138"/>
                    <a:pt x="244" y="11302"/>
                  </a:cubicBezTo>
                  <a:cubicBezTo>
                    <a:pt x="244" y="11830"/>
                    <a:pt x="645" y="12245"/>
                    <a:pt x="1156" y="12245"/>
                  </a:cubicBezTo>
                  <a:cubicBezTo>
                    <a:pt x="1666" y="12245"/>
                    <a:pt x="2067" y="11834"/>
                    <a:pt x="2067" y="11302"/>
                  </a:cubicBezTo>
                  <a:cubicBezTo>
                    <a:pt x="2067" y="11138"/>
                    <a:pt x="2019" y="10453"/>
                    <a:pt x="1930" y="9640"/>
                  </a:cubicBezTo>
                  <a:cubicBezTo>
                    <a:pt x="1786" y="8325"/>
                    <a:pt x="1776" y="7022"/>
                    <a:pt x="1776" y="5693"/>
                  </a:cubicBezTo>
                  <a:lnTo>
                    <a:pt x="1776" y="4086"/>
                  </a:lnTo>
                  <a:cubicBezTo>
                    <a:pt x="1776" y="3938"/>
                    <a:pt x="1892" y="3722"/>
                    <a:pt x="2023" y="3633"/>
                  </a:cubicBezTo>
                  <a:cubicBezTo>
                    <a:pt x="2232" y="3493"/>
                    <a:pt x="2307" y="3219"/>
                    <a:pt x="2307" y="3010"/>
                  </a:cubicBezTo>
                  <a:lnTo>
                    <a:pt x="2307" y="296"/>
                  </a:lnTo>
                  <a:cubicBezTo>
                    <a:pt x="2307" y="178"/>
                    <a:pt x="2214" y="80"/>
                    <a:pt x="2097" y="80"/>
                  </a:cubicBezTo>
                  <a:cubicBezTo>
                    <a:pt x="2095" y="80"/>
                    <a:pt x="2093" y="80"/>
                    <a:pt x="2091" y="80"/>
                  </a:cubicBezTo>
                  <a:cubicBezTo>
                    <a:pt x="1971" y="80"/>
                    <a:pt x="1875" y="176"/>
                    <a:pt x="1875" y="292"/>
                  </a:cubicBezTo>
                  <a:lnTo>
                    <a:pt x="1875" y="1690"/>
                  </a:lnTo>
                  <a:lnTo>
                    <a:pt x="1371" y="1690"/>
                  </a:lnTo>
                  <a:lnTo>
                    <a:pt x="1371" y="213"/>
                  </a:lnTo>
                  <a:cubicBezTo>
                    <a:pt x="1371" y="71"/>
                    <a:pt x="1264" y="0"/>
                    <a:pt x="1156" y="0"/>
                  </a:cubicBezTo>
                  <a:cubicBezTo>
                    <a:pt x="1048" y="0"/>
                    <a:pt x="940" y="71"/>
                    <a:pt x="940" y="213"/>
                  </a:cubicBezTo>
                  <a:lnTo>
                    <a:pt x="940" y="1690"/>
                  </a:lnTo>
                  <a:lnTo>
                    <a:pt x="433" y="1690"/>
                  </a:lnTo>
                  <a:lnTo>
                    <a:pt x="433" y="213"/>
                  </a:lnTo>
                  <a:cubicBezTo>
                    <a:pt x="433" y="71"/>
                    <a:pt x="325"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5"/>
            <p:cNvSpPr/>
            <p:nvPr/>
          </p:nvSpPr>
          <p:spPr>
            <a:xfrm>
              <a:off x="3645573" y="2390228"/>
              <a:ext cx="231433" cy="216030"/>
            </a:xfrm>
            <a:custGeom>
              <a:rect b="b" l="l" r="r" t="t"/>
              <a:pathLst>
                <a:path extrusionOk="0" h="8247" w="8835">
                  <a:moveTo>
                    <a:pt x="1807" y="1"/>
                  </a:moveTo>
                  <a:cubicBezTo>
                    <a:pt x="1751" y="1"/>
                    <a:pt x="1693" y="25"/>
                    <a:pt x="1645" y="81"/>
                  </a:cubicBezTo>
                  <a:cubicBezTo>
                    <a:pt x="0" y="2062"/>
                    <a:pt x="134" y="4968"/>
                    <a:pt x="1954" y="6788"/>
                  </a:cubicBezTo>
                  <a:cubicBezTo>
                    <a:pt x="2921" y="7756"/>
                    <a:pt x="4197" y="8246"/>
                    <a:pt x="5476" y="8246"/>
                  </a:cubicBezTo>
                  <a:cubicBezTo>
                    <a:pt x="6603" y="8246"/>
                    <a:pt x="7733" y="7866"/>
                    <a:pt x="8660" y="7096"/>
                  </a:cubicBezTo>
                  <a:cubicBezTo>
                    <a:pt x="8835" y="6951"/>
                    <a:pt x="8696" y="6711"/>
                    <a:pt x="8522" y="6711"/>
                  </a:cubicBezTo>
                  <a:cubicBezTo>
                    <a:pt x="8477" y="6711"/>
                    <a:pt x="8430" y="6727"/>
                    <a:pt x="8386" y="6764"/>
                  </a:cubicBezTo>
                  <a:cubicBezTo>
                    <a:pt x="7539" y="7465"/>
                    <a:pt x="6507" y="7811"/>
                    <a:pt x="5479" y="7811"/>
                  </a:cubicBezTo>
                  <a:cubicBezTo>
                    <a:pt x="4311" y="7811"/>
                    <a:pt x="3146" y="7363"/>
                    <a:pt x="2262" y="6479"/>
                  </a:cubicBezTo>
                  <a:cubicBezTo>
                    <a:pt x="604" y="4817"/>
                    <a:pt x="477" y="2165"/>
                    <a:pt x="1978" y="359"/>
                  </a:cubicBezTo>
                  <a:cubicBezTo>
                    <a:pt x="2112" y="194"/>
                    <a:pt x="1967" y="1"/>
                    <a:pt x="1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5"/>
            <p:cNvSpPr/>
            <p:nvPr/>
          </p:nvSpPr>
          <p:spPr>
            <a:xfrm>
              <a:off x="3701499" y="2345225"/>
              <a:ext cx="227137" cy="215637"/>
            </a:xfrm>
            <a:custGeom>
              <a:rect b="b" l="l" r="r" t="t"/>
              <a:pathLst>
                <a:path extrusionOk="0" h="8232" w="8671">
                  <a:moveTo>
                    <a:pt x="3341" y="0"/>
                  </a:moveTo>
                  <a:cubicBezTo>
                    <a:pt x="2187" y="0"/>
                    <a:pt x="1069" y="401"/>
                    <a:pt x="175" y="1135"/>
                  </a:cubicBezTo>
                  <a:cubicBezTo>
                    <a:pt x="1" y="1282"/>
                    <a:pt x="138" y="1521"/>
                    <a:pt x="311" y="1521"/>
                  </a:cubicBezTo>
                  <a:cubicBezTo>
                    <a:pt x="356" y="1521"/>
                    <a:pt x="404" y="1505"/>
                    <a:pt x="449" y="1467"/>
                  </a:cubicBezTo>
                  <a:cubicBezTo>
                    <a:pt x="1294" y="770"/>
                    <a:pt x="2321" y="426"/>
                    <a:pt x="3345" y="426"/>
                  </a:cubicBezTo>
                  <a:cubicBezTo>
                    <a:pt x="4515" y="426"/>
                    <a:pt x="5681" y="875"/>
                    <a:pt x="6566" y="1762"/>
                  </a:cubicBezTo>
                  <a:cubicBezTo>
                    <a:pt x="8225" y="3420"/>
                    <a:pt x="8348" y="6069"/>
                    <a:pt x="6854" y="7875"/>
                  </a:cubicBezTo>
                  <a:cubicBezTo>
                    <a:pt x="6720" y="8040"/>
                    <a:pt x="6866" y="8232"/>
                    <a:pt x="7024" y="8232"/>
                  </a:cubicBezTo>
                  <a:cubicBezTo>
                    <a:pt x="7081" y="8232"/>
                    <a:pt x="7139" y="8208"/>
                    <a:pt x="7186" y="8149"/>
                  </a:cubicBezTo>
                  <a:cubicBezTo>
                    <a:pt x="8413" y="6662"/>
                    <a:pt x="8670" y="4599"/>
                    <a:pt x="7848" y="2858"/>
                  </a:cubicBezTo>
                  <a:cubicBezTo>
                    <a:pt x="7025" y="1114"/>
                    <a:pt x="5271" y="0"/>
                    <a:pt x="3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5"/>
            <p:cNvSpPr/>
            <p:nvPr/>
          </p:nvSpPr>
          <p:spPr>
            <a:xfrm>
              <a:off x="3683530" y="2370215"/>
              <a:ext cx="219331" cy="210948"/>
            </a:xfrm>
            <a:custGeom>
              <a:rect b="b" l="l" r="r" t="t"/>
              <a:pathLst>
                <a:path extrusionOk="0" h="8053" w="8373">
                  <a:moveTo>
                    <a:pt x="4027" y="434"/>
                  </a:moveTo>
                  <a:cubicBezTo>
                    <a:pt x="5484" y="434"/>
                    <a:pt x="6793" y="1308"/>
                    <a:pt x="7348" y="2651"/>
                  </a:cubicBezTo>
                  <a:cubicBezTo>
                    <a:pt x="7907" y="3995"/>
                    <a:pt x="7598" y="5540"/>
                    <a:pt x="6570" y="6568"/>
                  </a:cubicBezTo>
                  <a:cubicBezTo>
                    <a:pt x="5882" y="7256"/>
                    <a:pt x="4962" y="7622"/>
                    <a:pt x="4026" y="7622"/>
                  </a:cubicBezTo>
                  <a:cubicBezTo>
                    <a:pt x="3563" y="7622"/>
                    <a:pt x="3097" y="7533"/>
                    <a:pt x="2653" y="7350"/>
                  </a:cubicBezTo>
                  <a:cubicBezTo>
                    <a:pt x="1310" y="6791"/>
                    <a:pt x="436" y="5482"/>
                    <a:pt x="436" y="4029"/>
                  </a:cubicBezTo>
                  <a:cubicBezTo>
                    <a:pt x="436" y="2045"/>
                    <a:pt x="2043" y="438"/>
                    <a:pt x="4027" y="434"/>
                  </a:cubicBezTo>
                  <a:close/>
                  <a:moveTo>
                    <a:pt x="4027" y="1"/>
                  </a:moveTo>
                  <a:cubicBezTo>
                    <a:pt x="3509" y="1"/>
                    <a:pt x="2986" y="101"/>
                    <a:pt x="2489" y="307"/>
                  </a:cubicBezTo>
                  <a:cubicBezTo>
                    <a:pt x="984" y="931"/>
                    <a:pt x="1" y="2398"/>
                    <a:pt x="1" y="4026"/>
                  </a:cubicBezTo>
                  <a:cubicBezTo>
                    <a:pt x="4" y="6250"/>
                    <a:pt x="1807" y="8052"/>
                    <a:pt x="4027" y="8052"/>
                  </a:cubicBezTo>
                  <a:cubicBezTo>
                    <a:pt x="5659" y="8052"/>
                    <a:pt x="7125" y="7072"/>
                    <a:pt x="7749" y="5568"/>
                  </a:cubicBezTo>
                  <a:cubicBezTo>
                    <a:pt x="8373" y="4063"/>
                    <a:pt x="8026" y="2333"/>
                    <a:pt x="6875" y="1181"/>
                  </a:cubicBezTo>
                  <a:cubicBezTo>
                    <a:pt x="6105" y="411"/>
                    <a:pt x="5075" y="1"/>
                    <a:pt x="40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85"/>
            <p:cNvSpPr/>
            <p:nvPr/>
          </p:nvSpPr>
          <p:spPr>
            <a:xfrm>
              <a:off x="3930024" y="2313712"/>
              <a:ext cx="48408" cy="323980"/>
            </a:xfrm>
            <a:custGeom>
              <a:rect b="b" l="l" r="r" t="t"/>
              <a:pathLst>
                <a:path extrusionOk="0" h="12368" w="1848">
                  <a:moveTo>
                    <a:pt x="1402" y="631"/>
                  </a:moveTo>
                  <a:cubicBezTo>
                    <a:pt x="1406" y="2211"/>
                    <a:pt x="1409" y="4438"/>
                    <a:pt x="1409" y="6165"/>
                  </a:cubicBezTo>
                  <a:lnTo>
                    <a:pt x="823" y="6176"/>
                  </a:lnTo>
                  <a:lnTo>
                    <a:pt x="799" y="6176"/>
                  </a:lnTo>
                  <a:cubicBezTo>
                    <a:pt x="791" y="6176"/>
                    <a:pt x="782" y="6176"/>
                    <a:pt x="773" y="6176"/>
                  </a:cubicBezTo>
                  <a:cubicBezTo>
                    <a:pt x="668" y="6176"/>
                    <a:pt x="563" y="6139"/>
                    <a:pt x="481" y="6069"/>
                  </a:cubicBezTo>
                  <a:cubicBezTo>
                    <a:pt x="460" y="6052"/>
                    <a:pt x="443" y="6032"/>
                    <a:pt x="433" y="6004"/>
                  </a:cubicBezTo>
                  <a:lnTo>
                    <a:pt x="433" y="2694"/>
                  </a:lnTo>
                  <a:cubicBezTo>
                    <a:pt x="436" y="1896"/>
                    <a:pt x="789" y="1142"/>
                    <a:pt x="1402" y="631"/>
                  </a:cubicBezTo>
                  <a:close/>
                  <a:moveTo>
                    <a:pt x="1406" y="6594"/>
                  </a:moveTo>
                  <a:cubicBezTo>
                    <a:pt x="1413" y="10445"/>
                    <a:pt x="1416" y="11364"/>
                    <a:pt x="1416" y="11371"/>
                  </a:cubicBezTo>
                  <a:cubicBezTo>
                    <a:pt x="1416" y="11631"/>
                    <a:pt x="1351" y="11940"/>
                    <a:pt x="1053" y="11940"/>
                  </a:cubicBezTo>
                  <a:cubicBezTo>
                    <a:pt x="967" y="11940"/>
                    <a:pt x="703" y="11940"/>
                    <a:pt x="703" y="11374"/>
                  </a:cubicBezTo>
                  <a:cubicBezTo>
                    <a:pt x="703" y="11210"/>
                    <a:pt x="755" y="10768"/>
                    <a:pt x="813" y="10257"/>
                  </a:cubicBezTo>
                  <a:cubicBezTo>
                    <a:pt x="912" y="9393"/>
                    <a:pt x="1046" y="8211"/>
                    <a:pt x="1046" y="7416"/>
                  </a:cubicBezTo>
                  <a:lnTo>
                    <a:pt x="1046" y="6601"/>
                  </a:lnTo>
                  <a:lnTo>
                    <a:pt x="1406" y="6594"/>
                  </a:lnTo>
                  <a:close/>
                  <a:moveTo>
                    <a:pt x="1618" y="0"/>
                  </a:moveTo>
                  <a:cubicBezTo>
                    <a:pt x="1580" y="0"/>
                    <a:pt x="1542" y="10"/>
                    <a:pt x="1509" y="31"/>
                  </a:cubicBezTo>
                  <a:cubicBezTo>
                    <a:pt x="577" y="593"/>
                    <a:pt x="4" y="1604"/>
                    <a:pt x="1" y="2694"/>
                  </a:cubicBezTo>
                  <a:lnTo>
                    <a:pt x="1" y="6004"/>
                  </a:lnTo>
                  <a:cubicBezTo>
                    <a:pt x="8" y="6159"/>
                    <a:pt x="80" y="6299"/>
                    <a:pt x="196" y="6395"/>
                  </a:cubicBezTo>
                  <a:cubicBezTo>
                    <a:pt x="316" y="6498"/>
                    <a:pt x="460" y="6566"/>
                    <a:pt x="614" y="6594"/>
                  </a:cubicBezTo>
                  <a:lnTo>
                    <a:pt x="614" y="7416"/>
                  </a:lnTo>
                  <a:cubicBezTo>
                    <a:pt x="614" y="8184"/>
                    <a:pt x="481" y="9352"/>
                    <a:pt x="385" y="10206"/>
                  </a:cubicBezTo>
                  <a:cubicBezTo>
                    <a:pt x="320" y="10750"/>
                    <a:pt x="272" y="11182"/>
                    <a:pt x="272" y="11371"/>
                  </a:cubicBezTo>
                  <a:cubicBezTo>
                    <a:pt x="272" y="12296"/>
                    <a:pt x="868" y="12368"/>
                    <a:pt x="1050" y="12368"/>
                  </a:cubicBezTo>
                  <a:cubicBezTo>
                    <a:pt x="1437" y="12368"/>
                    <a:pt x="1848" y="12107"/>
                    <a:pt x="1848" y="11371"/>
                  </a:cubicBezTo>
                  <a:cubicBezTo>
                    <a:pt x="1845" y="11364"/>
                    <a:pt x="1845" y="217"/>
                    <a:pt x="1845" y="217"/>
                  </a:cubicBezTo>
                  <a:cubicBezTo>
                    <a:pt x="1841" y="138"/>
                    <a:pt x="1793" y="66"/>
                    <a:pt x="1725" y="28"/>
                  </a:cubicBezTo>
                  <a:cubicBezTo>
                    <a:pt x="1691" y="10"/>
                    <a:pt x="1654" y="0"/>
                    <a:pt x="16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6" name="Google Shape;12036;p85"/>
          <p:cNvGrpSpPr/>
          <p:nvPr/>
        </p:nvGrpSpPr>
        <p:grpSpPr>
          <a:xfrm>
            <a:off x="4134162" y="2284610"/>
            <a:ext cx="387005" cy="382185"/>
            <a:chOff x="4134162" y="2284610"/>
            <a:chExt cx="387005" cy="382185"/>
          </a:xfrm>
        </p:grpSpPr>
        <p:sp>
          <p:nvSpPr>
            <p:cNvPr id="12037" name="Google Shape;12037;p85"/>
            <p:cNvSpPr/>
            <p:nvPr/>
          </p:nvSpPr>
          <p:spPr>
            <a:xfrm>
              <a:off x="4144221" y="2362094"/>
              <a:ext cx="299121" cy="299121"/>
            </a:xfrm>
            <a:custGeom>
              <a:rect b="b" l="l" r="r" t="t"/>
              <a:pathLst>
                <a:path extrusionOk="0" h="11419" w="11419">
                  <a:moveTo>
                    <a:pt x="5709" y="1"/>
                  </a:moveTo>
                  <a:cubicBezTo>
                    <a:pt x="2557" y="1"/>
                    <a:pt x="0" y="2557"/>
                    <a:pt x="0" y="5710"/>
                  </a:cubicBezTo>
                  <a:cubicBezTo>
                    <a:pt x="0" y="8862"/>
                    <a:pt x="2557" y="11419"/>
                    <a:pt x="5709" y="11419"/>
                  </a:cubicBezTo>
                  <a:cubicBezTo>
                    <a:pt x="8862" y="11419"/>
                    <a:pt x="11418" y="8862"/>
                    <a:pt x="11418" y="5710"/>
                  </a:cubicBezTo>
                  <a:cubicBezTo>
                    <a:pt x="11418" y="2557"/>
                    <a:pt x="8862" y="1"/>
                    <a:pt x="57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85"/>
            <p:cNvSpPr/>
            <p:nvPr/>
          </p:nvSpPr>
          <p:spPr>
            <a:xfrm>
              <a:off x="4419347" y="2290294"/>
              <a:ext cx="95795" cy="95717"/>
            </a:xfrm>
            <a:custGeom>
              <a:rect b="b" l="l" r="r" t="t"/>
              <a:pathLst>
                <a:path extrusionOk="0" h="3654" w="3657">
                  <a:moveTo>
                    <a:pt x="2286" y="0"/>
                  </a:moveTo>
                  <a:lnTo>
                    <a:pt x="0" y="2282"/>
                  </a:lnTo>
                  <a:lnTo>
                    <a:pt x="0" y="3653"/>
                  </a:lnTo>
                  <a:lnTo>
                    <a:pt x="1371" y="3653"/>
                  </a:lnTo>
                  <a:lnTo>
                    <a:pt x="3657" y="1371"/>
                  </a:lnTo>
                  <a:lnTo>
                    <a:pt x="2286" y="1371"/>
                  </a:lnTo>
                  <a:lnTo>
                    <a:pt x="2286"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85"/>
            <p:cNvSpPr/>
            <p:nvPr/>
          </p:nvSpPr>
          <p:spPr>
            <a:xfrm>
              <a:off x="4419347" y="2290294"/>
              <a:ext cx="59908" cy="95717"/>
            </a:xfrm>
            <a:custGeom>
              <a:rect b="b" l="l" r="r" t="t"/>
              <a:pathLst>
                <a:path extrusionOk="0" h="3654" w="2287">
                  <a:moveTo>
                    <a:pt x="2286" y="0"/>
                  </a:moveTo>
                  <a:lnTo>
                    <a:pt x="0" y="2282"/>
                  </a:lnTo>
                  <a:lnTo>
                    <a:pt x="0" y="3653"/>
                  </a:lnTo>
                  <a:lnTo>
                    <a:pt x="2286" y="1371"/>
                  </a:lnTo>
                  <a:lnTo>
                    <a:pt x="22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5"/>
            <p:cNvSpPr/>
            <p:nvPr/>
          </p:nvSpPr>
          <p:spPr>
            <a:xfrm>
              <a:off x="4180108" y="2398008"/>
              <a:ext cx="227320" cy="227320"/>
            </a:xfrm>
            <a:custGeom>
              <a:rect b="b" l="l" r="r" t="t"/>
              <a:pathLst>
                <a:path extrusionOk="0" h="8678" w="8678">
                  <a:moveTo>
                    <a:pt x="4346" y="0"/>
                  </a:moveTo>
                  <a:cubicBezTo>
                    <a:pt x="4343" y="0"/>
                    <a:pt x="4341" y="0"/>
                    <a:pt x="4339" y="0"/>
                  </a:cubicBezTo>
                  <a:cubicBezTo>
                    <a:pt x="1944" y="0"/>
                    <a:pt x="1" y="1940"/>
                    <a:pt x="1" y="4339"/>
                  </a:cubicBezTo>
                  <a:cubicBezTo>
                    <a:pt x="1" y="6734"/>
                    <a:pt x="1944" y="8677"/>
                    <a:pt x="4339" y="8677"/>
                  </a:cubicBezTo>
                  <a:cubicBezTo>
                    <a:pt x="6735" y="8677"/>
                    <a:pt x="8678" y="6734"/>
                    <a:pt x="8678" y="4339"/>
                  </a:cubicBezTo>
                  <a:cubicBezTo>
                    <a:pt x="8678" y="1942"/>
                    <a:pt x="6738" y="0"/>
                    <a:pt x="4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85"/>
            <p:cNvSpPr/>
            <p:nvPr/>
          </p:nvSpPr>
          <p:spPr>
            <a:xfrm>
              <a:off x="4293768" y="2505643"/>
              <a:ext cx="113660" cy="11945"/>
            </a:xfrm>
            <a:custGeom>
              <a:rect b="b" l="l" r="r" t="t"/>
              <a:pathLst>
                <a:path extrusionOk="0" h="456" w="4339">
                  <a:moveTo>
                    <a:pt x="0" y="0"/>
                  </a:moveTo>
                  <a:lnTo>
                    <a:pt x="0" y="456"/>
                  </a:lnTo>
                  <a:lnTo>
                    <a:pt x="4328" y="456"/>
                  </a:lnTo>
                  <a:cubicBezTo>
                    <a:pt x="4332" y="380"/>
                    <a:pt x="4339" y="305"/>
                    <a:pt x="4339" y="230"/>
                  </a:cubicBezTo>
                  <a:cubicBezTo>
                    <a:pt x="4339" y="151"/>
                    <a:pt x="4332" y="75"/>
                    <a:pt x="4328"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85"/>
            <p:cNvSpPr/>
            <p:nvPr/>
          </p:nvSpPr>
          <p:spPr>
            <a:xfrm>
              <a:off x="4216126" y="2434000"/>
              <a:ext cx="155232" cy="155232"/>
            </a:xfrm>
            <a:custGeom>
              <a:rect b="b" l="l" r="r" t="t"/>
              <a:pathLst>
                <a:path extrusionOk="0" h="5926" w="5926">
                  <a:moveTo>
                    <a:pt x="2964" y="1"/>
                  </a:moveTo>
                  <a:cubicBezTo>
                    <a:pt x="1326" y="1"/>
                    <a:pt x="0" y="1327"/>
                    <a:pt x="0" y="2965"/>
                  </a:cubicBezTo>
                  <a:cubicBezTo>
                    <a:pt x="0" y="4599"/>
                    <a:pt x="1326" y="5925"/>
                    <a:pt x="2964" y="5925"/>
                  </a:cubicBezTo>
                  <a:cubicBezTo>
                    <a:pt x="4599" y="5925"/>
                    <a:pt x="5925" y="4599"/>
                    <a:pt x="5925" y="2965"/>
                  </a:cubicBezTo>
                  <a:cubicBezTo>
                    <a:pt x="5925" y="1327"/>
                    <a:pt x="4599" y="1"/>
                    <a:pt x="29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5"/>
            <p:cNvSpPr/>
            <p:nvPr/>
          </p:nvSpPr>
          <p:spPr>
            <a:xfrm>
              <a:off x="4293768" y="2505643"/>
              <a:ext cx="77668" cy="11945"/>
            </a:xfrm>
            <a:custGeom>
              <a:rect b="b" l="l" r="r" t="t"/>
              <a:pathLst>
                <a:path extrusionOk="0" h="456" w="2965">
                  <a:moveTo>
                    <a:pt x="0" y="0"/>
                  </a:moveTo>
                  <a:lnTo>
                    <a:pt x="0" y="456"/>
                  </a:lnTo>
                  <a:lnTo>
                    <a:pt x="2958" y="456"/>
                  </a:lnTo>
                  <a:cubicBezTo>
                    <a:pt x="2961" y="380"/>
                    <a:pt x="2964" y="305"/>
                    <a:pt x="2964" y="230"/>
                  </a:cubicBezTo>
                  <a:cubicBezTo>
                    <a:pt x="2964" y="151"/>
                    <a:pt x="2961" y="75"/>
                    <a:pt x="2958"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85"/>
            <p:cNvSpPr/>
            <p:nvPr/>
          </p:nvSpPr>
          <p:spPr>
            <a:xfrm>
              <a:off x="4251490" y="2469363"/>
              <a:ext cx="84479" cy="84505"/>
            </a:xfrm>
            <a:custGeom>
              <a:rect b="b" l="l" r="r" t="t"/>
              <a:pathLst>
                <a:path extrusionOk="0" h="3226" w="3225">
                  <a:moveTo>
                    <a:pt x="1614" y="1"/>
                  </a:moveTo>
                  <a:cubicBezTo>
                    <a:pt x="723" y="1"/>
                    <a:pt x="0" y="724"/>
                    <a:pt x="0" y="1615"/>
                  </a:cubicBezTo>
                  <a:cubicBezTo>
                    <a:pt x="0" y="2506"/>
                    <a:pt x="723" y="3225"/>
                    <a:pt x="1614" y="3225"/>
                  </a:cubicBezTo>
                  <a:cubicBezTo>
                    <a:pt x="2505" y="3225"/>
                    <a:pt x="3225" y="2506"/>
                    <a:pt x="3225" y="1615"/>
                  </a:cubicBezTo>
                  <a:cubicBezTo>
                    <a:pt x="3225" y="724"/>
                    <a:pt x="2505" y="1"/>
                    <a:pt x="16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85"/>
            <p:cNvSpPr/>
            <p:nvPr/>
          </p:nvSpPr>
          <p:spPr>
            <a:xfrm>
              <a:off x="4293768" y="2505643"/>
              <a:ext cx="42384" cy="11945"/>
            </a:xfrm>
            <a:custGeom>
              <a:rect b="b" l="l" r="r" t="t"/>
              <a:pathLst>
                <a:path extrusionOk="0" h="456" w="1618">
                  <a:moveTo>
                    <a:pt x="0" y="0"/>
                  </a:moveTo>
                  <a:lnTo>
                    <a:pt x="0" y="456"/>
                  </a:lnTo>
                  <a:lnTo>
                    <a:pt x="1597" y="456"/>
                  </a:lnTo>
                  <a:cubicBezTo>
                    <a:pt x="1618" y="305"/>
                    <a:pt x="1618" y="151"/>
                    <a:pt x="1597"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85"/>
            <p:cNvSpPr/>
            <p:nvPr/>
          </p:nvSpPr>
          <p:spPr>
            <a:xfrm>
              <a:off x="4275798" y="2493698"/>
              <a:ext cx="35940" cy="35940"/>
            </a:xfrm>
            <a:custGeom>
              <a:rect b="b" l="l" r="r" t="t"/>
              <a:pathLst>
                <a:path extrusionOk="0" h="1372" w="1372">
                  <a:moveTo>
                    <a:pt x="686" y="0"/>
                  </a:moveTo>
                  <a:cubicBezTo>
                    <a:pt x="306" y="0"/>
                    <a:pt x="1" y="305"/>
                    <a:pt x="1" y="686"/>
                  </a:cubicBezTo>
                  <a:cubicBezTo>
                    <a:pt x="1" y="1063"/>
                    <a:pt x="306" y="1371"/>
                    <a:pt x="686" y="1371"/>
                  </a:cubicBezTo>
                  <a:cubicBezTo>
                    <a:pt x="1063" y="1371"/>
                    <a:pt x="1372" y="1063"/>
                    <a:pt x="1372" y="686"/>
                  </a:cubicBezTo>
                  <a:cubicBezTo>
                    <a:pt x="1372" y="305"/>
                    <a:pt x="1063" y="0"/>
                    <a:pt x="68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5"/>
            <p:cNvSpPr/>
            <p:nvPr/>
          </p:nvSpPr>
          <p:spPr>
            <a:xfrm>
              <a:off x="4293768" y="2505643"/>
              <a:ext cx="18336" cy="11945"/>
            </a:xfrm>
            <a:custGeom>
              <a:rect b="b" l="l" r="r" t="t"/>
              <a:pathLst>
                <a:path extrusionOk="0" h="456" w="700">
                  <a:moveTo>
                    <a:pt x="0" y="0"/>
                  </a:moveTo>
                  <a:lnTo>
                    <a:pt x="0" y="456"/>
                  </a:lnTo>
                  <a:lnTo>
                    <a:pt x="645" y="456"/>
                  </a:lnTo>
                  <a:cubicBezTo>
                    <a:pt x="699" y="309"/>
                    <a:pt x="699" y="147"/>
                    <a:pt x="64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85"/>
            <p:cNvSpPr/>
            <p:nvPr/>
          </p:nvSpPr>
          <p:spPr>
            <a:xfrm>
              <a:off x="4134162" y="2284610"/>
              <a:ext cx="387005" cy="382185"/>
            </a:xfrm>
            <a:custGeom>
              <a:rect b="b" l="l" r="r" t="t"/>
              <a:pathLst>
                <a:path extrusionOk="0" h="14590" w="14774">
                  <a:moveTo>
                    <a:pt x="12957" y="735"/>
                  </a:moveTo>
                  <a:lnTo>
                    <a:pt x="12957" y="1588"/>
                  </a:lnTo>
                  <a:cubicBezTo>
                    <a:pt x="12957" y="1704"/>
                    <a:pt x="13053" y="1800"/>
                    <a:pt x="13173" y="1800"/>
                  </a:cubicBezTo>
                  <a:lnTo>
                    <a:pt x="14026" y="1800"/>
                  </a:lnTo>
                  <a:lnTo>
                    <a:pt x="12169" y="3658"/>
                  </a:lnTo>
                  <a:lnTo>
                    <a:pt x="11405" y="3658"/>
                  </a:lnTo>
                  <a:lnTo>
                    <a:pt x="12638" y="2424"/>
                  </a:lnTo>
                  <a:cubicBezTo>
                    <a:pt x="12772" y="2267"/>
                    <a:pt x="12636" y="2068"/>
                    <a:pt x="12475" y="2068"/>
                  </a:cubicBezTo>
                  <a:cubicBezTo>
                    <a:pt x="12429" y="2068"/>
                    <a:pt x="12381" y="2084"/>
                    <a:pt x="12337" y="2123"/>
                  </a:cubicBezTo>
                  <a:lnTo>
                    <a:pt x="11103" y="3356"/>
                  </a:lnTo>
                  <a:lnTo>
                    <a:pt x="11103" y="2589"/>
                  </a:lnTo>
                  <a:lnTo>
                    <a:pt x="12957" y="735"/>
                  </a:lnTo>
                  <a:close/>
                  <a:moveTo>
                    <a:pt x="7214" y="7849"/>
                  </a:moveTo>
                  <a:cubicBezTo>
                    <a:pt x="7344" y="8028"/>
                    <a:pt x="7427" y="8230"/>
                    <a:pt x="7462" y="8438"/>
                  </a:cubicBezTo>
                  <a:lnTo>
                    <a:pt x="6624" y="8438"/>
                  </a:lnTo>
                  <a:lnTo>
                    <a:pt x="7214" y="7849"/>
                  </a:lnTo>
                  <a:close/>
                  <a:moveTo>
                    <a:pt x="8184" y="6879"/>
                  </a:moveTo>
                  <a:lnTo>
                    <a:pt x="8184" y="6879"/>
                  </a:lnTo>
                  <a:cubicBezTo>
                    <a:pt x="8572" y="7333"/>
                    <a:pt x="8787" y="7881"/>
                    <a:pt x="8833" y="8438"/>
                  </a:cubicBezTo>
                  <a:lnTo>
                    <a:pt x="7891" y="8438"/>
                  </a:lnTo>
                  <a:cubicBezTo>
                    <a:pt x="7850" y="8113"/>
                    <a:pt x="7721" y="7806"/>
                    <a:pt x="7515" y="7547"/>
                  </a:cubicBezTo>
                  <a:lnTo>
                    <a:pt x="8184" y="6879"/>
                  </a:lnTo>
                  <a:close/>
                  <a:moveTo>
                    <a:pt x="9157" y="5906"/>
                  </a:moveTo>
                  <a:lnTo>
                    <a:pt x="9157" y="5906"/>
                  </a:lnTo>
                  <a:cubicBezTo>
                    <a:pt x="9809" y="6632"/>
                    <a:pt x="10158" y="7529"/>
                    <a:pt x="10207" y="8438"/>
                  </a:cubicBezTo>
                  <a:lnTo>
                    <a:pt x="9265" y="8438"/>
                  </a:lnTo>
                  <a:cubicBezTo>
                    <a:pt x="9217" y="7770"/>
                    <a:pt x="8959" y="7114"/>
                    <a:pt x="8489" y="6574"/>
                  </a:cubicBezTo>
                  <a:lnTo>
                    <a:pt x="9157" y="5906"/>
                  </a:lnTo>
                  <a:close/>
                  <a:moveTo>
                    <a:pt x="10123" y="4939"/>
                  </a:moveTo>
                  <a:cubicBezTo>
                    <a:pt x="11013" y="5897"/>
                    <a:pt x="11530" y="7137"/>
                    <a:pt x="11585" y="8438"/>
                  </a:cubicBezTo>
                  <a:lnTo>
                    <a:pt x="10635" y="8438"/>
                  </a:lnTo>
                  <a:cubicBezTo>
                    <a:pt x="10584" y="7420"/>
                    <a:pt x="10193" y="6415"/>
                    <a:pt x="9458" y="5604"/>
                  </a:cubicBezTo>
                  <a:lnTo>
                    <a:pt x="10123" y="4939"/>
                  </a:lnTo>
                  <a:close/>
                  <a:moveTo>
                    <a:pt x="6083" y="3172"/>
                  </a:moveTo>
                  <a:cubicBezTo>
                    <a:pt x="7431" y="3172"/>
                    <a:pt x="8774" y="3665"/>
                    <a:pt x="9822" y="4634"/>
                  </a:cubicBezTo>
                  <a:lnTo>
                    <a:pt x="5943" y="8517"/>
                  </a:lnTo>
                  <a:cubicBezTo>
                    <a:pt x="5810" y="8668"/>
                    <a:pt x="5936" y="8865"/>
                    <a:pt x="6093" y="8873"/>
                  </a:cubicBezTo>
                  <a:lnTo>
                    <a:pt x="6093" y="8873"/>
                  </a:lnTo>
                  <a:lnTo>
                    <a:pt x="6093" y="8894"/>
                  </a:lnTo>
                  <a:lnTo>
                    <a:pt x="7462" y="8894"/>
                  </a:lnTo>
                  <a:cubicBezTo>
                    <a:pt x="7423" y="9135"/>
                    <a:pt x="7319" y="9368"/>
                    <a:pt x="7152" y="9566"/>
                  </a:cubicBezTo>
                  <a:cubicBezTo>
                    <a:pt x="6882" y="9883"/>
                    <a:pt x="6492" y="10053"/>
                    <a:pt x="6094" y="10053"/>
                  </a:cubicBezTo>
                  <a:cubicBezTo>
                    <a:pt x="5882" y="10053"/>
                    <a:pt x="5669" y="10005"/>
                    <a:pt x="5470" y="9905"/>
                  </a:cubicBezTo>
                  <a:cubicBezTo>
                    <a:pt x="4897" y="9613"/>
                    <a:pt x="4599" y="8969"/>
                    <a:pt x="4747" y="8346"/>
                  </a:cubicBezTo>
                  <a:cubicBezTo>
                    <a:pt x="4897" y="7725"/>
                    <a:pt x="5452" y="7283"/>
                    <a:pt x="6093" y="7283"/>
                  </a:cubicBezTo>
                  <a:cubicBezTo>
                    <a:pt x="6179" y="7283"/>
                    <a:pt x="6265" y="7290"/>
                    <a:pt x="6350" y="7307"/>
                  </a:cubicBezTo>
                  <a:cubicBezTo>
                    <a:pt x="6368" y="7312"/>
                    <a:pt x="6387" y="7314"/>
                    <a:pt x="6405" y="7314"/>
                  </a:cubicBezTo>
                  <a:cubicBezTo>
                    <a:pt x="6505" y="7314"/>
                    <a:pt x="6597" y="7244"/>
                    <a:pt x="6618" y="7139"/>
                  </a:cubicBezTo>
                  <a:cubicBezTo>
                    <a:pt x="6638" y="7016"/>
                    <a:pt x="6552" y="6899"/>
                    <a:pt x="6429" y="6889"/>
                  </a:cubicBezTo>
                  <a:cubicBezTo>
                    <a:pt x="6315" y="6867"/>
                    <a:pt x="6201" y="6857"/>
                    <a:pt x="6088" y="6857"/>
                  </a:cubicBezTo>
                  <a:cubicBezTo>
                    <a:pt x="5456" y="6857"/>
                    <a:pt x="4859" y="7188"/>
                    <a:pt x="4531" y="7746"/>
                  </a:cubicBezTo>
                  <a:cubicBezTo>
                    <a:pt x="4143" y="8404"/>
                    <a:pt x="4209" y="9237"/>
                    <a:pt x="4695" y="9823"/>
                  </a:cubicBezTo>
                  <a:cubicBezTo>
                    <a:pt x="5049" y="10248"/>
                    <a:pt x="5565" y="10480"/>
                    <a:pt x="6095" y="10480"/>
                  </a:cubicBezTo>
                  <a:cubicBezTo>
                    <a:pt x="6300" y="10480"/>
                    <a:pt x="6506" y="10446"/>
                    <a:pt x="6707" y="10374"/>
                  </a:cubicBezTo>
                  <a:cubicBezTo>
                    <a:pt x="7354" y="10140"/>
                    <a:pt x="7805" y="9564"/>
                    <a:pt x="7891" y="8894"/>
                  </a:cubicBezTo>
                  <a:lnTo>
                    <a:pt x="8833" y="8894"/>
                  </a:lnTo>
                  <a:cubicBezTo>
                    <a:pt x="8781" y="9508"/>
                    <a:pt x="8524" y="10107"/>
                    <a:pt x="8064" y="10580"/>
                  </a:cubicBezTo>
                  <a:cubicBezTo>
                    <a:pt x="7528" y="11128"/>
                    <a:pt x="6814" y="11408"/>
                    <a:pt x="6097" y="11408"/>
                  </a:cubicBezTo>
                  <a:cubicBezTo>
                    <a:pt x="5488" y="11408"/>
                    <a:pt x="4876" y="11206"/>
                    <a:pt x="4370" y="10796"/>
                  </a:cubicBezTo>
                  <a:cubicBezTo>
                    <a:pt x="3266" y="9905"/>
                    <a:pt x="3023" y="8318"/>
                    <a:pt x="3808" y="7139"/>
                  </a:cubicBezTo>
                  <a:cubicBezTo>
                    <a:pt x="4334" y="6349"/>
                    <a:pt x="5204" y="5914"/>
                    <a:pt x="6097" y="5914"/>
                  </a:cubicBezTo>
                  <a:cubicBezTo>
                    <a:pt x="6539" y="5914"/>
                    <a:pt x="6988" y="6021"/>
                    <a:pt x="7402" y="6245"/>
                  </a:cubicBezTo>
                  <a:cubicBezTo>
                    <a:pt x="7434" y="6260"/>
                    <a:pt x="7466" y="6266"/>
                    <a:pt x="7495" y="6266"/>
                  </a:cubicBezTo>
                  <a:cubicBezTo>
                    <a:pt x="7685" y="6266"/>
                    <a:pt x="7797" y="5993"/>
                    <a:pt x="7604" y="5868"/>
                  </a:cubicBezTo>
                  <a:cubicBezTo>
                    <a:pt x="7124" y="5608"/>
                    <a:pt x="6605" y="5484"/>
                    <a:pt x="6092" y="5484"/>
                  </a:cubicBezTo>
                  <a:cubicBezTo>
                    <a:pt x="5055" y="5484"/>
                    <a:pt x="4044" y="5991"/>
                    <a:pt x="3434" y="6910"/>
                  </a:cubicBezTo>
                  <a:cubicBezTo>
                    <a:pt x="2523" y="8284"/>
                    <a:pt x="2810" y="10128"/>
                    <a:pt x="4099" y="11156"/>
                  </a:cubicBezTo>
                  <a:cubicBezTo>
                    <a:pt x="4685" y="11624"/>
                    <a:pt x="5389" y="11855"/>
                    <a:pt x="6089" y="11855"/>
                  </a:cubicBezTo>
                  <a:cubicBezTo>
                    <a:pt x="6930" y="11855"/>
                    <a:pt x="7767" y="11523"/>
                    <a:pt x="8389" y="10875"/>
                  </a:cubicBezTo>
                  <a:cubicBezTo>
                    <a:pt x="8923" y="10317"/>
                    <a:pt x="9216" y="9613"/>
                    <a:pt x="9266" y="8894"/>
                  </a:cubicBezTo>
                  <a:lnTo>
                    <a:pt x="10206" y="8894"/>
                  </a:lnTo>
                  <a:cubicBezTo>
                    <a:pt x="10152" y="9852"/>
                    <a:pt x="9765" y="10794"/>
                    <a:pt x="9047" y="11532"/>
                  </a:cubicBezTo>
                  <a:cubicBezTo>
                    <a:pt x="8243" y="12359"/>
                    <a:pt x="7171" y="12779"/>
                    <a:pt x="6095" y="12779"/>
                  </a:cubicBezTo>
                  <a:cubicBezTo>
                    <a:pt x="5150" y="12779"/>
                    <a:pt x="4203" y="12455"/>
                    <a:pt x="3431" y="11800"/>
                  </a:cubicBezTo>
                  <a:cubicBezTo>
                    <a:pt x="1779" y="10395"/>
                    <a:pt x="1495" y="7951"/>
                    <a:pt x="2783" y="6211"/>
                  </a:cubicBezTo>
                  <a:cubicBezTo>
                    <a:pt x="3587" y="5124"/>
                    <a:pt x="4832" y="4542"/>
                    <a:pt x="6097" y="4542"/>
                  </a:cubicBezTo>
                  <a:cubicBezTo>
                    <a:pt x="6860" y="4542"/>
                    <a:pt x="7631" y="4754"/>
                    <a:pt x="8317" y="5193"/>
                  </a:cubicBezTo>
                  <a:cubicBezTo>
                    <a:pt x="8356" y="5222"/>
                    <a:pt x="8400" y="5236"/>
                    <a:pt x="8444" y="5236"/>
                  </a:cubicBezTo>
                  <a:cubicBezTo>
                    <a:pt x="8514" y="5236"/>
                    <a:pt x="8582" y="5201"/>
                    <a:pt x="8622" y="5138"/>
                  </a:cubicBezTo>
                  <a:cubicBezTo>
                    <a:pt x="8691" y="5035"/>
                    <a:pt x="8657" y="4895"/>
                    <a:pt x="8547" y="4833"/>
                  </a:cubicBezTo>
                  <a:cubicBezTo>
                    <a:pt x="7787" y="4344"/>
                    <a:pt x="6933" y="4109"/>
                    <a:pt x="6087" y="4109"/>
                  </a:cubicBezTo>
                  <a:cubicBezTo>
                    <a:pt x="4686" y="4109"/>
                    <a:pt x="3307" y="4754"/>
                    <a:pt x="2416" y="5957"/>
                  </a:cubicBezTo>
                  <a:cubicBezTo>
                    <a:pt x="991" y="7886"/>
                    <a:pt x="1306" y="10594"/>
                    <a:pt x="3136" y="12146"/>
                  </a:cubicBezTo>
                  <a:cubicBezTo>
                    <a:pt x="3991" y="12870"/>
                    <a:pt x="5039" y="13227"/>
                    <a:pt x="6083" y="13227"/>
                  </a:cubicBezTo>
                  <a:cubicBezTo>
                    <a:pt x="7278" y="13227"/>
                    <a:pt x="8468" y="12759"/>
                    <a:pt x="9359" y="11837"/>
                  </a:cubicBezTo>
                  <a:cubicBezTo>
                    <a:pt x="10156" y="11013"/>
                    <a:pt x="10582" y="9962"/>
                    <a:pt x="10635" y="8894"/>
                  </a:cubicBezTo>
                  <a:lnTo>
                    <a:pt x="11586" y="8894"/>
                  </a:lnTo>
                  <a:cubicBezTo>
                    <a:pt x="11486" y="11401"/>
                    <a:pt x="9693" y="13539"/>
                    <a:pt x="7217" y="14058"/>
                  </a:cubicBezTo>
                  <a:cubicBezTo>
                    <a:pt x="6839" y="14137"/>
                    <a:pt x="6460" y="14176"/>
                    <a:pt x="6086" y="14176"/>
                  </a:cubicBezTo>
                  <a:cubicBezTo>
                    <a:pt x="3937" y="14176"/>
                    <a:pt x="1936" y="12913"/>
                    <a:pt x="1046" y="10881"/>
                  </a:cubicBezTo>
                  <a:cubicBezTo>
                    <a:pt x="0" y="8493"/>
                    <a:pt x="771" y="5700"/>
                    <a:pt x="2896" y="4189"/>
                  </a:cubicBezTo>
                  <a:cubicBezTo>
                    <a:pt x="3855" y="3507"/>
                    <a:pt x="4971" y="3172"/>
                    <a:pt x="6083" y="3172"/>
                  </a:cubicBezTo>
                  <a:close/>
                  <a:moveTo>
                    <a:pt x="13170" y="1"/>
                  </a:moveTo>
                  <a:cubicBezTo>
                    <a:pt x="13118" y="1"/>
                    <a:pt x="13065" y="20"/>
                    <a:pt x="13022" y="63"/>
                  </a:cubicBezTo>
                  <a:lnTo>
                    <a:pt x="10737" y="2349"/>
                  </a:lnTo>
                  <a:cubicBezTo>
                    <a:pt x="10699" y="2386"/>
                    <a:pt x="10675" y="2441"/>
                    <a:pt x="10675" y="2499"/>
                  </a:cubicBezTo>
                  <a:lnTo>
                    <a:pt x="10675" y="3781"/>
                  </a:lnTo>
                  <a:lnTo>
                    <a:pt x="10127" y="4333"/>
                  </a:lnTo>
                  <a:cubicBezTo>
                    <a:pt x="9030" y="3312"/>
                    <a:pt x="7591" y="2743"/>
                    <a:pt x="6093" y="2743"/>
                  </a:cubicBezTo>
                  <a:cubicBezTo>
                    <a:pt x="2828" y="2743"/>
                    <a:pt x="172" y="5399"/>
                    <a:pt x="172" y="8664"/>
                  </a:cubicBezTo>
                  <a:cubicBezTo>
                    <a:pt x="172" y="11933"/>
                    <a:pt x="2828" y="14589"/>
                    <a:pt x="6093" y="14589"/>
                  </a:cubicBezTo>
                  <a:cubicBezTo>
                    <a:pt x="9359" y="14589"/>
                    <a:pt x="12015" y="11933"/>
                    <a:pt x="12015" y="8664"/>
                  </a:cubicBezTo>
                  <a:cubicBezTo>
                    <a:pt x="12018" y="7170"/>
                    <a:pt x="11449" y="5728"/>
                    <a:pt x="10428" y="4634"/>
                  </a:cubicBezTo>
                  <a:lnTo>
                    <a:pt x="10976" y="4083"/>
                  </a:lnTo>
                  <a:lnTo>
                    <a:pt x="12258" y="4083"/>
                  </a:lnTo>
                  <a:cubicBezTo>
                    <a:pt x="12316" y="4083"/>
                    <a:pt x="12371" y="4062"/>
                    <a:pt x="12409" y="4021"/>
                  </a:cubicBezTo>
                  <a:lnTo>
                    <a:pt x="14695" y="1739"/>
                  </a:lnTo>
                  <a:cubicBezTo>
                    <a:pt x="14753" y="1677"/>
                    <a:pt x="14773" y="1585"/>
                    <a:pt x="14739" y="1506"/>
                  </a:cubicBezTo>
                  <a:cubicBezTo>
                    <a:pt x="14708" y="1427"/>
                    <a:pt x="14629" y="1375"/>
                    <a:pt x="14544" y="1375"/>
                  </a:cubicBezTo>
                  <a:lnTo>
                    <a:pt x="13385" y="1375"/>
                  </a:lnTo>
                  <a:lnTo>
                    <a:pt x="13385" y="217"/>
                  </a:lnTo>
                  <a:cubicBezTo>
                    <a:pt x="13385" y="87"/>
                    <a:pt x="13280" y="1"/>
                    <a:pt x="13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9" name="Google Shape;12049;p85"/>
          <p:cNvGrpSpPr/>
          <p:nvPr/>
        </p:nvGrpSpPr>
        <p:grpSpPr>
          <a:xfrm>
            <a:off x="5224896" y="2282645"/>
            <a:ext cx="385486" cy="385748"/>
            <a:chOff x="5224896" y="2282645"/>
            <a:chExt cx="385486" cy="385748"/>
          </a:xfrm>
        </p:grpSpPr>
        <p:sp>
          <p:nvSpPr>
            <p:cNvPr id="12050" name="Google Shape;12050;p85"/>
            <p:cNvSpPr/>
            <p:nvPr/>
          </p:nvSpPr>
          <p:spPr>
            <a:xfrm>
              <a:off x="5230632" y="2307871"/>
              <a:ext cx="373803" cy="186928"/>
            </a:xfrm>
            <a:custGeom>
              <a:rect b="b" l="l" r="r" t="t"/>
              <a:pathLst>
                <a:path extrusionOk="0" h="7136" w="14270">
                  <a:moveTo>
                    <a:pt x="7135" y="1"/>
                  </a:moveTo>
                  <a:cubicBezTo>
                    <a:pt x="3194" y="1"/>
                    <a:pt x="1" y="3195"/>
                    <a:pt x="1" y="7135"/>
                  </a:cubicBezTo>
                  <a:cubicBezTo>
                    <a:pt x="463" y="6577"/>
                    <a:pt x="1123" y="6298"/>
                    <a:pt x="1783" y="6298"/>
                  </a:cubicBezTo>
                  <a:cubicBezTo>
                    <a:pt x="2443" y="6298"/>
                    <a:pt x="3104" y="6577"/>
                    <a:pt x="3568" y="7135"/>
                  </a:cubicBezTo>
                  <a:cubicBezTo>
                    <a:pt x="4031" y="6577"/>
                    <a:pt x="4690" y="6298"/>
                    <a:pt x="5350" y="6298"/>
                  </a:cubicBezTo>
                  <a:cubicBezTo>
                    <a:pt x="6010" y="6298"/>
                    <a:pt x="6671" y="6577"/>
                    <a:pt x="7135" y="7135"/>
                  </a:cubicBezTo>
                  <a:cubicBezTo>
                    <a:pt x="7598" y="6577"/>
                    <a:pt x="8258" y="6298"/>
                    <a:pt x="8919" y="6298"/>
                  </a:cubicBezTo>
                  <a:cubicBezTo>
                    <a:pt x="9579" y="6298"/>
                    <a:pt x="10240" y="6577"/>
                    <a:pt x="10703" y="7135"/>
                  </a:cubicBezTo>
                  <a:cubicBezTo>
                    <a:pt x="11167" y="6577"/>
                    <a:pt x="11827" y="6298"/>
                    <a:pt x="12488" y="6298"/>
                  </a:cubicBezTo>
                  <a:cubicBezTo>
                    <a:pt x="13148" y="6298"/>
                    <a:pt x="13807" y="6577"/>
                    <a:pt x="14270" y="7135"/>
                  </a:cubicBezTo>
                  <a:cubicBezTo>
                    <a:pt x="14270" y="3195"/>
                    <a:pt x="11076" y="1"/>
                    <a:pt x="7135" y="1"/>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5"/>
            <p:cNvSpPr/>
            <p:nvPr/>
          </p:nvSpPr>
          <p:spPr>
            <a:xfrm>
              <a:off x="5230554" y="2307871"/>
              <a:ext cx="187006" cy="186928"/>
            </a:xfrm>
            <a:custGeom>
              <a:rect b="b" l="l" r="r" t="t"/>
              <a:pathLst>
                <a:path extrusionOk="0" h="7136" w="7139">
                  <a:moveTo>
                    <a:pt x="7138" y="1"/>
                  </a:moveTo>
                  <a:cubicBezTo>
                    <a:pt x="3197" y="1"/>
                    <a:pt x="0" y="3195"/>
                    <a:pt x="0" y="7135"/>
                  </a:cubicBezTo>
                  <a:cubicBezTo>
                    <a:pt x="434" y="6607"/>
                    <a:pt x="1079" y="6299"/>
                    <a:pt x="1763" y="6299"/>
                  </a:cubicBezTo>
                  <a:cubicBezTo>
                    <a:pt x="1771" y="6299"/>
                    <a:pt x="1778" y="6299"/>
                    <a:pt x="1786" y="6299"/>
                  </a:cubicBezTo>
                  <a:cubicBezTo>
                    <a:pt x="2519" y="6299"/>
                    <a:pt x="3167" y="6628"/>
                    <a:pt x="3571" y="7135"/>
                  </a:cubicBezTo>
                  <a:cubicBezTo>
                    <a:pt x="3571" y="3195"/>
                    <a:pt x="5168" y="1"/>
                    <a:pt x="713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85"/>
            <p:cNvSpPr/>
            <p:nvPr/>
          </p:nvSpPr>
          <p:spPr>
            <a:xfrm>
              <a:off x="5417534" y="2307871"/>
              <a:ext cx="93464" cy="186928"/>
            </a:xfrm>
            <a:custGeom>
              <a:rect b="b" l="l" r="r" t="t"/>
              <a:pathLst>
                <a:path extrusionOk="0" h="7136" w="3568">
                  <a:moveTo>
                    <a:pt x="0" y="1"/>
                  </a:moveTo>
                  <a:lnTo>
                    <a:pt x="0" y="7135"/>
                  </a:lnTo>
                  <a:cubicBezTo>
                    <a:pt x="431" y="6607"/>
                    <a:pt x="1079" y="6299"/>
                    <a:pt x="1763" y="6299"/>
                  </a:cubicBezTo>
                  <a:cubicBezTo>
                    <a:pt x="1771" y="6299"/>
                    <a:pt x="1778" y="6299"/>
                    <a:pt x="1786" y="6299"/>
                  </a:cubicBezTo>
                  <a:cubicBezTo>
                    <a:pt x="2516" y="6299"/>
                    <a:pt x="3167" y="6628"/>
                    <a:pt x="3568" y="7135"/>
                  </a:cubicBezTo>
                  <a:cubicBezTo>
                    <a:pt x="3568" y="3195"/>
                    <a:pt x="1971" y="1"/>
                    <a:pt x="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5"/>
            <p:cNvSpPr/>
            <p:nvPr/>
          </p:nvSpPr>
          <p:spPr>
            <a:xfrm>
              <a:off x="5405772" y="2287779"/>
              <a:ext cx="23549" cy="20484"/>
            </a:xfrm>
            <a:custGeom>
              <a:rect b="b" l="l" r="r" t="t"/>
              <a:pathLst>
                <a:path extrusionOk="0" h="782" w="899">
                  <a:moveTo>
                    <a:pt x="449" y="0"/>
                  </a:moveTo>
                  <a:cubicBezTo>
                    <a:pt x="196" y="0"/>
                    <a:pt x="0" y="216"/>
                    <a:pt x="21" y="466"/>
                  </a:cubicBezTo>
                  <a:lnTo>
                    <a:pt x="21" y="782"/>
                  </a:lnTo>
                  <a:lnTo>
                    <a:pt x="874" y="782"/>
                  </a:lnTo>
                  <a:lnTo>
                    <a:pt x="874" y="466"/>
                  </a:lnTo>
                  <a:cubicBezTo>
                    <a:pt x="898" y="216"/>
                    <a:pt x="699" y="0"/>
                    <a:pt x="4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85"/>
            <p:cNvSpPr/>
            <p:nvPr/>
          </p:nvSpPr>
          <p:spPr>
            <a:xfrm>
              <a:off x="5344397" y="2559055"/>
              <a:ext cx="84636" cy="103601"/>
            </a:xfrm>
            <a:custGeom>
              <a:rect b="b" l="l" r="r" t="t"/>
              <a:pathLst>
                <a:path extrusionOk="0" h="3955" w="3231">
                  <a:moveTo>
                    <a:pt x="2796" y="0"/>
                  </a:moveTo>
                  <a:cubicBezTo>
                    <a:pt x="2552" y="0"/>
                    <a:pt x="2357" y="195"/>
                    <a:pt x="2357" y="439"/>
                  </a:cubicBezTo>
                  <a:lnTo>
                    <a:pt x="2357" y="2323"/>
                  </a:lnTo>
                  <a:cubicBezTo>
                    <a:pt x="2361" y="2739"/>
                    <a:pt x="2025" y="3081"/>
                    <a:pt x="1606" y="3081"/>
                  </a:cubicBezTo>
                  <a:cubicBezTo>
                    <a:pt x="1604" y="3081"/>
                    <a:pt x="1602" y="3081"/>
                    <a:pt x="1600" y="3081"/>
                  </a:cubicBezTo>
                  <a:cubicBezTo>
                    <a:pt x="1298" y="3077"/>
                    <a:pt x="1031" y="2889"/>
                    <a:pt x="921" y="2608"/>
                  </a:cubicBezTo>
                  <a:cubicBezTo>
                    <a:pt x="854" y="2446"/>
                    <a:pt x="700" y="2340"/>
                    <a:pt x="525" y="2340"/>
                  </a:cubicBezTo>
                  <a:cubicBezTo>
                    <a:pt x="522" y="2340"/>
                    <a:pt x="520" y="2340"/>
                    <a:pt x="517" y="2341"/>
                  </a:cubicBezTo>
                  <a:cubicBezTo>
                    <a:pt x="515" y="2341"/>
                    <a:pt x="514" y="2341"/>
                    <a:pt x="512" y="2341"/>
                  </a:cubicBezTo>
                  <a:cubicBezTo>
                    <a:pt x="206" y="2341"/>
                    <a:pt x="0" y="2651"/>
                    <a:pt x="109" y="2933"/>
                  </a:cubicBezTo>
                  <a:cubicBezTo>
                    <a:pt x="353" y="3553"/>
                    <a:pt x="951" y="3955"/>
                    <a:pt x="1612" y="3955"/>
                  </a:cubicBezTo>
                  <a:cubicBezTo>
                    <a:pt x="1621" y="3955"/>
                    <a:pt x="1629" y="3955"/>
                    <a:pt x="1637" y="3955"/>
                  </a:cubicBezTo>
                  <a:cubicBezTo>
                    <a:pt x="2525" y="3941"/>
                    <a:pt x="3228" y="3201"/>
                    <a:pt x="3231" y="2313"/>
                  </a:cubicBezTo>
                  <a:lnTo>
                    <a:pt x="3231" y="439"/>
                  </a:lnTo>
                  <a:cubicBezTo>
                    <a:pt x="3231" y="195"/>
                    <a:pt x="3036" y="0"/>
                    <a:pt x="279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85"/>
            <p:cNvSpPr/>
            <p:nvPr/>
          </p:nvSpPr>
          <p:spPr>
            <a:xfrm>
              <a:off x="5224896" y="2282645"/>
              <a:ext cx="385486" cy="385748"/>
            </a:xfrm>
            <a:custGeom>
              <a:rect b="b" l="l" r="r" t="t"/>
              <a:pathLst>
                <a:path extrusionOk="0" h="14726" w="14716">
                  <a:moveTo>
                    <a:pt x="7354" y="454"/>
                  </a:moveTo>
                  <a:cubicBezTo>
                    <a:pt x="7459" y="454"/>
                    <a:pt x="7563" y="524"/>
                    <a:pt x="7563" y="662"/>
                  </a:cubicBezTo>
                  <a:lnTo>
                    <a:pt x="7563" y="748"/>
                  </a:lnTo>
                  <a:cubicBezTo>
                    <a:pt x="7491" y="748"/>
                    <a:pt x="7423" y="745"/>
                    <a:pt x="7354" y="745"/>
                  </a:cubicBezTo>
                  <a:cubicBezTo>
                    <a:pt x="7282" y="745"/>
                    <a:pt x="7214" y="745"/>
                    <a:pt x="7145" y="748"/>
                  </a:cubicBezTo>
                  <a:lnTo>
                    <a:pt x="7145" y="662"/>
                  </a:lnTo>
                  <a:cubicBezTo>
                    <a:pt x="7145" y="524"/>
                    <a:pt x="7250" y="454"/>
                    <a:pt x="7354" y="454"/>
                  </a:cubicBezTo>
                  <a:close/>
                  <a:moveTo>
                    <a:pt x="7135" y="1197"/>
                  </a:moveTo>
                  <a:lnTo>
                    <a:pt x="7135" y="7581"/>
                  </a:lnTo>
                  <a:cubicBezTo>
                    <a:pt x="6690" y="7231"/>
                    <a:pt x="6138" y="7043"/>
                    <a:pt x="5569" y="7043"/>
                  </a:cubicBezTo>
                  <a:lnTo>
                    <a:pt x="5569" y="7046"/>
                  </a:lnTo>
                  <a:cubicBezTo>
                    <a:pt x="5564" y="7046"/>
                    <a:pt x="5559" y="7046"/>
                    <a:pt x="5554" y="7046"/>
                  </a:cubicBezTo>
                  <a:cubicBezTo>
                    <a:pt x="4997" y="7046"/>
                    <a:pt x="4455" y="7231"/>
                    <a:pt x="4013" y="7574"/>
                  </a:cubicBezTo>
                  <a:cubicBezTo>
                    <a:pt x="4075" y="5898"/>
                    <a:pt x="4428" y="4346"/>
                    <a:pt x="5028" y="3154"/>
                  </a:cubicBezTo>
                  <a:cubicBezTo>
                    <a:pt x="5607" y="1988"/>
                    <a:pt x="6350" y="1307"/>
                    <a:pt x="7135" y="1197"/>
                  </a:cubicBezTo>
                  <a:close/>
                  <a:moveTo>
                    <a:pt x="7574" y="1197"/>
                  </a:moveTo>
                  <a:cubicBezTo>
                    <a:pt x="8386" y="1310"/>
                    <a:pt x="9167" y="2060"/>
                    <a:pt x="9750" y="3291"/>
                  </a:cubicBezTo>
                  <a:cubicBezTo>
                    <a:pt x="9793" y="3378"/>
                    <a:pt x="9866" y="3415"/>
                    <a:pt x="9939" y="3415"/>
                  </a:cubicBezTo>
                  <a:cubicBezTo>
                    <a:pt x="10081" y="3415"/>
                    <a:pt x="10223" y="3277"/>
                    <a:pt x="10144" y="3106"/>
                  </a:cubicBezTo>
                  <a:cubicBezTo>
                    <a:pt x="9801" y="2379"/>
                    <a:pt x="9393" y="1807"/>
                    <a:pt x="8934" y="1399"/>
                  </a:cubicBezTo>
                  <a:cubicBezTo>
                    <a:pt x="8913" y="1382"/>
                    <a:pt x="8893" y="1365"/>
                    <a:pt x="8872" y="1348"/>
                  </a:cubicBezTo>
                  <a:lnTo>
                    <a:pt x="8872" y="1348"/>
                  </a:lnTo>
                  <a:cubicBezTo>
                    <a:pt x="11833" y="2016"/>
                    <a:pt x="14013" y="4535"/>
                    <a:pt x="14252" y="7560"/>
                  </a:cubicBezTo>
                  <a:cubicBezTo>
                    <a:pt x="13807" y="7225"/>
                    <a:pt x="13262" y="7043"/>
                    <a:pt x="12707" y="7043"/>
                  </a:cubicBezTo>
                  <a:lnTo>
                    <a:pt x="12707" y="7046"/>
                  </a:lnTo>
                  <a:cubicBezTo>
                    <a:pt x="12702" y="7046"/>
                    <a:pt x="12697" y="7046"/>
                    <a:pt x="12692" y="7046"/>
                  </a:cubicBezTo>
                  <a:cubicBezTo>
                    <a:pt x="12125" y="7046"/>
                    <a:pt x="11576" y="7238"/>
                    <a:pt x="11131" y="7588"/>
                  </a:cubicBezTo>
                  <a:cubicBezTo>
                    <a:pt x="11086" y="6299"/>
                    <a:pt x="10870" y="5062"/>
                    <a:pt x="10504" y="3993"/>
                  </a:cubicBezTo>
                  <a:cubicBezTo>
                    <a:pt x="10467" y="3888"/>
                    <a:pt x="10385" y="3842"/>
                    <a:pt x="10302" y="3842"/>
                  </a:cubicBezTo>
                  <a:cubicBezTo>
                    <a:pt x="10167" y="3842"/>
                    <a:pt x="10032" y="3962"/>
                    <a:pt x="10089" y="4134"/>
                  </a:cubicBezTo>
                  <a:cubicBezTo>
                    <a:pt x="10442" y="5155"/>
                    <a:pt x="10647" y="6337"/>
                    <a:pt x="10692" y="7571"/>
                  </a:cubicBezTo>
                  <a:cubicBezTo>
                    <a:pt x="10233" y="7219"/>
                    <a:pt x="9684" y="7043"/>
                    <a:pt x="9136" y="7043"/>
                  </a:cubicBezTo>
                  <a:cubicBezTo>
                    <a:pt x="8584" y="7043"/>
                    <a:pt x="8033" y="7222"/>
                    <a:pt x="7574" y="7578"/>
                  </a:cubicBezTo>
                  <a:lnTo>
                    <a:pt x="7574" y="1197"/>
                  </a:lnTo>
                  <a:close/>
                  <a:moveTo>
                    <a:pt x="7354" y="10772"/>
                  </a:moveTo>
                  <a:cubicBezTo>
                    <a:pt x="7464" y="10772"/>
                    <a:pt x="7574" y="10845"/>
                    <a:pt x="7574" y="10991"/>
                  </a:cubicBezTo>
                  <a:lnTo>
                    <a:pt x="7574" y="12869"/>
                  </a:lnTo>
                  <a:cubicBezTo>
                    <a:pt x="7574" y="13640"/>
                    <a:pt x="6957" y="14280"/>
                    <a:pt x="6196" y="14291"/>
                  </a:cubicBezTo>
                  <a:cubicBezTo>
                    <a:pt x="6190" y="14291"/>
                    <a:pt x="6185" y="14291"/>
                    <a:pt x="6179" y="14291"/>
                  </a:cubicBezTo>
                  <a:cubicBezTo>
                    <a:pt x="5607" y="14291"/>
                    <a:pt x="5087" y="13943"/>
                    <a:pt x="4873" y="13407"/>
                  </a:cubicBezTo>
                  <a:cubicBezTo>
                    <a:pt x="4846" y="13341"/>
                    <a:pt x="4856" y="13266"/>
                    <a:pt x="4897" y="13208"/>
                  </a:cubicBezTo>
                  <a:cubicBezTo>
                    <a:pt x="4938" y="13146"/>
                    <a:pt x="5007" y="13112"/>
                    <a:pt x="5079" y="13112"/>
                  </a:cubicBezTo>
                  <a:cubicBezTo>
                    <a:pt x="5082" y="13112"/>
                    <a:pt x="5084" y="13112"/>
                    <a:pt x="5087" y="13112"/>
                  </a:cubicBezTo>
                  <a:cubicBezTo>
                    <a:pt x="5170" y="13112"/>
                    <a:pt x="5244" y="13162"/>
                    <a:pt x="5278" y="13239"/>
                  </a:cubicBezTo>
                  <a:cubicBezTo>
                    <a:pt x="5418" y="13605"/>
                    <a:pt x="5768" y="13849"/>
                    <a:pt x="6158" y="13852"/>
                  </a:cubicBezTo>
                  <a:cubicBezTo>
                    <a:pt x="6167" y="13852"/>
                    <a:pt x="6175" y="13852"/>
                    <a:pt x="6183" y="13852"/>
                  </a:cubicBezTo>
                  <a:cubicBezTo>
                    <a:pt x="6428" y="13852"/>
                    <a:pt x="6665" y="13754"/>
                    <a:pt x="6840" y="13578"/>
                  </a:cubicBezTo>
                  <a:cubicBezTo>
                    <a:pt x="7029" y="13393"/>
                    <a:pt x="7135" y="13139"/>
                    <a:pt x="7135" y="12875"/>
                  </a:cubicBezTo>
                  <a:lnTo>
                    <a:pt x="7135" y="10991"/>
                  </a:lnTo>
                  <a:cubicBezTo>
                    <a:pt x="7135" y="10845"/>
                    <a:pt x="7245" y="10772"/>
                    <a:pt x="7354" y="10772"/>
                  </a:cubicBezTo>
                  <a:close/>
                  <a:moveTo>
                    <a:pt x="7354" y="1"/>
                  </a:moveTo>
                  <a:cubicBezTo>
                    <a:pt x="6991" y="1"/>
                    <a:pt x="6700" y="299"/>
                    <a:pt x="6710" y="662"/>
                  </a:cubicBezTo>
                  <a:lnTo>
                    <a:pt x="6710" y="772"/>
                  </a:lnTo>
                  <a:cubicBezTo>
                    <a:pt x="4058" y="1005"/>
                    <a:pt x="1738" y="2653"/>
                    <a:pt x="645" y="5079"/>
                  </a:cubicBezTo>
                  <a:cubicBezTo>
                    <a:pt x="597" y="5189"/>
                    <a:pt x="645" y="5319"/>
                    <a:pt x="754" y="5371"/>
                  </a:cubicBezTo>
                  <a:cubicBezTo>
                    <a:pt x="783" y="5383"/>
                    <a:pt x="813" y="5389"/>
                    <a:pt x="843" y="5389"/>
                  </a:cubicBezTo>
                  <a:cubicBezTo>
                    <a:pt x="927" y="5389"/>
                    <a:pt x="1008" y="5342"/>
                    <a:pt x="1046" y="5261"/>
                  </a:cubicBezTo>
                  <a:cubicBezTo>
                    <a:pt x="1937" y="3277"/>
                    <a:pt x="3708" y="1831"/>
                    <a:pt x="5829" y="1351"/>
                  </a:cubicBezTo>
                  <a:lnTo>
                    <a:pt x="5829" y="1351"/>
                  </a:lnTo>
                  <a:cubicBezTo>
                    <a:pt x="5387" y="1725"/>
                    <a:pt x="4983" y="2266"/>
                    <a:pt x="4637" y="2955"/>
                  </a:cubicBezTo>
                  <a:cubicBezTo>
                    <a:pt x="4010" y="4212"/>
                    <a:pt x="3636" y="5840"/>
                    <a:pt x="3578" y="7584"/>
                  </a:cubicBezTo>
                  <a:cubicBezTo>
                    <a:pt x="3115" y="7224"/>
                    <a:pt x="2558" y="7043"/>
                    <a:pt x="2001" y="7043"/>
                  </a:cubicBezTo>
                  <a:cubicBezTo>
                    <a:pt x="1457" y="7043"/>
                    <a:pt x="913" y="7215"/>
                    <a:pt x="456" y="7560"/>
                  </a:cubicBezTo>
                  <a:cubicBezTo>
                    <a:pt x="497" y="7046"/>
                    <a:pt x="593" y="6536"/>
                    <a:pt x="747" y="6042"/>
                  </a:cubicBezTo>
                  <a:cubicBezTo>
                    <a:pt x="789" y="5926"/>
                    <a:pt x="723" y="5799"/>
                    <a:pt x="607" y="5761"/>
                  </a:cubicBezTo>
                  <a:cubicBezTo>
                    <a:pt x="585" y="5754"/>
                    <a:pt x="562" y="5751"/>
                    <a:pt x="540" y="5751"/>
                  </a:cubicBezTo>
                  <a:cubicBezTo>
                    <a:pt x="443" y="5751"/>
                    <a:pt x="354" y="5815"/>
                    <a:pt x="329" y="5912"/>
                  </a:cubicBezTo>
                  <a:cubicBezTo>
                    <a:pt x="110" y="6622"/>
                    <a:pt x="0" y="7358"/>
                    <a:pt x="0" y="8102"/>
                  </a:cubicBezTo>
                  <a:cubicBezTo>
                    <a:pt x="0" y="8234"/>
                    <a:pt x="109" y="8320"/>
                    <a:pt x="220" y="8320"/>
                  </a:cubicBezTo>
                  <a:cubicBezTo>
                    <a:pt x="282" y="8320"/>
                    <a:pt x="345" y="8294"/>
                    <a:pt x="391" y="8236"/>
                  </a:cubicBezTo>
                  <a:cubicBezTo>
                    <a:pt x="765" y="7766"/>
                    <a:pt x="1368" y="7482"/>
                    <a:pt x="2002" y="7482"/>
                  </a:cubicBezTo>
                  <a:cubicBezTo>
                    <a:pt x="2636" y="7482"/>
                    <a:pt x="3239" y="7763"/>
                    <a:pt x="3616" y="8236"/>
                  </a:cubicBezTo>
                  <a:cubicBezTo>
                    <a:pt x="3657" y="8290"/>
                    <a:pt x="3718" y="8318"/>
                    <a:pt x="3787" y="8318"/>
                  </a:cubicBezTo>
                  <a:cubicBezTo>
                    <a:pt x="3852" y="8318"/>
                    <a:pt x="3917" y="8290"/>
                    <a:pt x="3958" y="8236"/>
                  </a:cubicBezTo>
                  <a:cubicBezTo>
                    <a:pt x="4332" y="7766"/>
                    <a:pt x="4935" y="7482"/>
                    <a:pt x="5569" y="7482"/>
                  </a:cubicBezTo>
                  <a:cubicBezTo>
                    <a:pt x="6179" y="7482"/>
                    <a:pt x="6758" y="7742"/>
                    <a:pt x="7135" y="8181"/>
                  </a:cubicBezTo>
                  <a:lnTo>
                    <a:pt x="7135" y="10374"/>
                  </a:lnTo>
                  <a:cubicBezTo>
                    <a:pt x="6875" y="10466"/>
                    <a:pt x="6700" y="10713"/>
                    <a:pt x="6700" y="10991"/>
                  </a:cubicBezTo>
                  <a:lnTo>
                    <a:pt x="6700" y="12875"/>
                  </a:lnTo>
                  <a:cubicBezTo>
                    <a:pt x="6700" y="13023"/>
                    <a:pt x="6638" y="13163"/>
                    <a:pt x="6535" y="13269"/>
                  </a:cubicBezTo>
                  <a:cubicBezTo>
                    <a:pt x="6439" y="13363"/>
                    <a:pt x="6310" y="13417"/>
                    <a:pt x="6177" y="13417"/>
                  </a:cubicBezTo>
                  <a:cubicBezTo>
                    <a:pt x="6173" y="13417"/>
                    <a:pt x="6169" y="13417"/>
                    <a:pt x="6165" y="13417"/>
                  </a:cubicBezTo>
                  <a:cubicBezTo>
                    <a:pt x="5953" y="13413"/>
                    <a:pt x="5761" y="13283"/>
                    <a:pt x="5685" y="13084"/>
                  </a:cubicBezTo>
                  <a:cubicBezTo>
                    <a:pt x="5581" y="12831"/>
                    <a:pt x="5337" y="12679"/>
                    <a:pt x="5079" y="12679"/>
                  </a:cubicBezTo>
                  <a:cubicBezTo>
                    <a:pt x="4999" y="12679"/>
                    <a:pt x="4918" y="12694"/>
                    <a:pt x="4839" y="12725"/>
                  </a:cubicBezTo>
                  <a:cubicBezTo>
                    <a:pt x="4503" y="12858"/>
                    <a:pt x="4342" y="13235"/>
                    <a:pt x="4469" y="13571"/>
                  </a:cubicBezTo>
                  <a:cubicBezTo>
                    <a:pt x="4750" y="14267"/>
                    <a:pt x="5425" y="14722"/>
                    <a:pt x="6175" y="14726"/>
                  </a:cubicBezTo>
                  <a:lnTo>
                    <a:pt x="6203" y="14726"/>
                  </a:lnTo>
                  <a:cubicBezTo>
                    <a:pt x="7200" y="14712"/>
                    <a:pt x="8009" y="13876"/>
                    <a:pt x="8009" y="12865"/>
                  </a:cubicBezTo>
                  <a:lnTo>
                    <a:pt x="8009" y="10991"/>
                  </a:lnTo>
                  <a:cubicBezTo>
                    <a:pt x="8009" y="10713"/>
                    <a:pt x="7834" y="10466"/>
                    <a:pt x="7574" y="10374"/>
                  </a:cubicBezTo>
                  <a:lnTo>
                    <a:pt x="7574" y="8177"/>
                  </a:lnTo>
                  <a:cubicBezTo>
                    <a:pt x="7951" y="7739"/>
                    <a:pt x="8530" y="7482"/>
                    <a:pt x="9136" y="7482"/>
                  </a:cubicBezTo>
                  <a:cubicBezTo>
                    <a:pt x="9774" y="7482"/>
                    <a:pt x="10377" y="7763"/>
                    <a:pt x="10750" y="8236"/>
                  </a:cubicBezTo>
                  <a:cubicBezTo>
                    <a:pt x="10795" y="8290"/>
                    <a:pt x="10858" y="8318"/>
                    <a:pt x="10922" y="8318"/>
                  </a:cubicBezTo>
                  <a:cubicBezTo>
                    <a:pt x="10985" y="8318"/>
                    <a:pt x="11048" y="8290"/>
                    <a:pt x="11093" y="8236"/>
                  </a:cubicBezTo>
                  <a:cubicBezTo>
                    <a:pt x="11470" y="7766"/>
                    <a:pt x="12070" y="7482"/>
                    <a:pt x="12707" y="7482"/>
                  </a:cubicBezTo>
                  <a:cubicBezTo>
                    <a:pt x="13341" y="7482"/>
                    <a:pt x="13944" y="7763"/>
                    <a:pt x="14318" y="8236"/>
                  </a:cubicBezTo>
                  <a:cubicBezTo>
                    <a:pt x="14364" y="8293"/>
                    <a:pt x="14426" y="8318"/>
                    <a:pt x="14488" y="8318"/>
                  </a:cubicBezTo>
                  <a:cubicBezTo>
                    <a:pt x="14600" y="8318"/>
                    <a:pt x="14708" y="8233"/>
                    <a:pt x="14708" y="8098"/>
                  </a:cubicBezTo>
                  <a:cubicBezTo>
                    <a:pt x="14715" y="6149"/>
                    <a:pt x="13937" y="4274"/>
                    <a:pt x="12553" y="2900"/>
                  </a:cubicBezTo>
                  <a:cubicBezTo>
                    <a:pt x="11336" y="1673"/>
                    <a:pt x="9722" y="919"/>
                    <a:pt x="7999" y="772"/>
                  </a:cubicBezTo>
                  <a:lnTo>
                    <a:pt x="7999" y="662"/>
                  </a:lnTo>
                  <a:cubicBezTo>
                    <a:pt x="8009" y="299"/>
                    <a:pt x="7718" y="1"/>
                    <a:pt x="7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6" name="Google Shape;12056;p85"/>
          <p:cNvGrpSpPr/>
          <p:nvPr/>
        </p:nvGrpSpPr>
        <p:grpSpPr>
          <a:xfrm>
            <a:off x="4680930" y="2286941"/>
            <a:ext cx="385381" cy="377601"/>
            <a:chOff x="4680930" y="2286941"/>
            <a:chExt cx="385381" cy="377601"/>
          </a:xfrm>
        </p:grpSpPr>
        <p:sp>
          <p:nvSpPr>
            <p:cNvPr id="12057" name="Google Shape;12057;p85"/>
            <p:cNvSpPr/>
            <p:nvPr/>
          </p:nvSpPr>
          <p:spPr>
            <a:xfrm>
              <a:off x="4728841" y="2395755"/>
              <a:ext cx="331812" cy="263234"/>
            </a:xfrm>
            <a:custGeom>
              <a:rect b="b" l="l" r="r" t="t"/>
              <a:pathLst>
                <a:path extrusionOk="0" h="10049" w="12667">
                  <a:moveTo>
                    <a:pt x="5491" y="1"/>
                  </a:moveTo>
                  <a:cubicBezTo>
                    <a:pt x="2458" y="1"/>
                    <a:pt x="1" y="1385"/>
                    <a:pt x="1" y="4445"/>
                  </a:cubicBezTo>
                  <a:cubicBezTo>
                    <a:pt x="1" y="6207"/>
                    <a:pt x="864" y="7444"/>
                    <a:pt x="2201" y="8156"/>
                  </a:cubicBezTo>
                  <a:cubicBezTo>
                    <a:pt x="2235" y="8174"/>
                    <a:pt x="2259" y="8204"/>
                    <a:pt x="2266" y="8242"/>
                  </a:cubicBezTo>
                  <a:lnTo>
                    <a:pt x="2564" y="9798"/>
                  </a:lnTo>
                  <a:cubicBezTo>
                    <a:pt x="2592" y="9942"/>
                    <a:pt x="2722" y="10048"/>
                    <a:pt x="2869" y="10048"/>
                  </a:cubicBezTo>
                  <a:lnTo>
                    <a:pt x="3884" y="10048"/>
                  </a:lnTo>
                  <a:cubicBezTo>
                    <a:pt x="4031" y="10048"/>
                    <a:pt x="4158" y="9942"/>
                    <a:pt x="4188" y="9798"/>
                  </a:cubicBezTo>
                  <a:lnTo>
                    <a:pt x="4350" y="8931"/>
                  </a:lnTo>
                  <a:cubicBezTo>
                    <a:pt x="4362" y="8873"/>
                    <a:pt x="4414" y="8831"/>
                    <a:pt x="4473" y="8831"/>
                  </a:cubicBezTo>
                  <a:cubicBezTo>
                    <a:pt x="4478" y="8831"/>
                    <a:pt x="4482" y="8831"/>
                    <a:pt x="4487" y="8832"/>
                  </a:cubicBezTo>
                  <a:cubicBezTo>
                    <a:pt x="4819" y="8869"/>
                    <a:pt x="5155" y="8890"/>
                    <a:pt x="5491" y="8890"/>
                  </a:cubicBezTo>
                  <a:cubicBezTo>
                    <a:pt x="5950" y="8890"/>
                    <a:pt x="6406" y="8856"/>
                    <a:pt x="6858" y="8787"/>
                  </a:cubicBezTo>
                  <a:cubicBezTo>
                    <a:pt x="6864" y="8786"/>
                    <a:pt x="6871" y="8786"/>
                    <a:pt x="6877" y="8786"/>
                  </a:cubicBezTo>
                  <a:cubicBezTo>
                    <a:pt x="6935" y="8786"/>
                    <a:pt x="6986" y="8828"/>
                    <a:pt x="6998" y="8886"/>
                  </a:cubicBezTo>
                  <a:lnTo>
                    <a:pt x="7170" y="9798"/>
                  </a:lnTo>
                  <a:cubicBezTo>
                    <a:pt x="7197" y="9942"/>
                    <a:pt x="7324" y="10048"/>
                    <a:pt x="7475" y="10048"/>
                  </a:cubicBezTo>
                  <a:lnTo>
                    <a:pt x="8486" y="10048"/>
                  </a:lnTo>
                  <a:cubicBezTo>
                    <a:pt x="8633" y="10048"/>
                    <a:pt x="8763" y="9942"/>
                    <a:pt x="8791" y="9798"/>
                  </a:cubicBezTo>
                  <a:lnTo>
                    <a:pt x="9103" y="8150"/>
                  </a:lnTo>
                  <a:cubicBezTo>
                    <a:pt x="9109" y="8112"/>
                    <a:pt x="9133" y="8081"/>
                    <a:pt x="9164" y="8064"/>
                  </a:cubicBezTo>
                  <a:cubicBezTo>
                    <a:pt x="9959" y="7653"/>
                    <a:pt x="10617" y="7084"/>
                    <a:pt x="11035" y="6361"/>
                  </a:cubicBezTo>
                  <a:cubicBezTo>
                    <a:pt x="11090" y="6265"/>
                    <a:pt x="11179" y="6193"/>
                    <a:pt x="11285" y="6155"/>
                  </a:cubicBezTo>
                  <a:lnTo>
                    <a:pt x="12255" y="5847"/>
                  </a:lnTo>
                  <a:cubicBezTo>
                    <a:pt x="12502" y="5768"/>
                    <a:pt x="12666" y="5538"/>
                    <a:pt x="12666" y="5281"/>
                  </a:cubicBezTo>
                  <a:lnTo>
                    <a:pt x="12666" y="4277"/>
                  </a:lnTo>
                  <a:cubicBezTo>
                    <a:pt x="12666" y="4020"/>
                    <a:pt x="12498" y="3791"/>
                    <a:pt x="12255" y="3712"/>
                  </a:cubicBezTo>
                  <a:lnTo>
                    <a:pt x="11652" y="3520"/>
                  </a:lnTo>
                  <a:cubicBezTo>
                    <a:pt x="11508" y="3472"/>
                    <a:pt x="11395" y="3359"/>
                    <a:pt x="11350" y="3215"/>
                  </a:cubicBezTo>
                  <a:cubicBezTo>
                    <a:pt x="10655" y="1012"/>
                    <a:pt x="8081" y="1"/>
                    <a:pt x="5491"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85"/>
            <p:cNvSpPr/>
            <p:nvPr/>
          </p:nvSpPr>
          <p:spPr>
            <a:xfrm>
              <a:off x="4728946" y="2489219"/>
              <a:ext cx="331603" cy="169639"/>
            </a:xfrm>
            <a:custGeom>
              <a:rect b="b" l="l" r="r" t="t"/>
              <a:pathLst>
                <a:path extrusionOk="0" h="6476" w="12659">
                  <a:moveTo>
                    <a:pt x="11802" y="0"/>
                  </a:moveTo>
                  <a:lnTo>
                    <a:pt x="11802" y="528"/>
                  </a:lnTo>
                  <a:cubicBezTo>
                    <a:pt x="11802" y="1179"/>
                    <a:pt x="11388" y="1758"/>
                    <a:pt x="10767" y="1970"/>
                  </a:cubicBezTo>
                  <a:cubicBezTo>
                    <a:pt x="10490" y="2060"/>
                    <a:pt x="10243" y="2234"/>
                    <a:pt x="10068" y="2471"/>
                  </a:cubicBezTo>
                  <a:cubicBezTo>
                    <a:pt x="9846" y="2762"/>
                    <a:pt x="9585" y="3022"/>
                    <a:pt x="9297" y="3249"/>
                  </a:cubicBezTo>
                  <a:cubicBezTo>
                    <a:pt x="8951" y="3516"/>
                    <a:pt x="8722" y="3907"/>
                    <a:pt x="8653" y="4338"/>
                  </a:cubicBezTo>
                  <a:cubicBezTo>
                    <a:pt x="8605" y="4647"/>
                    <a:pt x="8567" y="5065"/>
                    <a:pt x="8547" y="5298"/>
                  </a:cubicBezTo>
                  <a:cubicBezTo>
                    <a:pt x="8526" y="5476"/>
                    <a:pt x="8375" y="5613"/>
                    <a:pt x="8197" y="5613"/>
                  </a:cubicBezTo>
                  <a:lnTo>
                    <a:pt x="7697" y="5613"/>
                  </a:lnTo>
                  <a:cubicBezTo>
                    <a:pt x="7546" y="5613"/>
                    <a:pt x="7419" y="5507"/>
                    <a:pt x="7392" y="5360"/>
                  </a:cubicBezTo>
                  <a:lnTo>
                    <a:pt x="7221" y="4366"/>
                  </a:lnTo>
                  <a:cubicBezTo>
                    <a:pt x="7208" y="4307"/>
                    <a:pt x="7157" y="4265"/>
                    <a:pt x="7099" y="4265"/>
                  </a:cubicBezTo>
                  <a:cubicBezTo>
                    <a:pt x="7093" y="4265"/>
                    <a:pt x="7086" y="4265"/>
                    <a:pt x="7080" y="4266"/>
                  </a:cubicBezTo>
                  <a:cubicBezTo>
                    <a:pt x="6631" y="4335"/>
                    <a:pt x="5946" y="4369"/>
                    <a:pt x="5487" y="4369"/>
                  </a:cubicBezTo>
                  <a:cubicBezTo>
                    <a:pt x="5144" y="4369"/>
                    <a:pt x="4520" y="4349"/>
                    <a:pt x="4195" y="4311"/>
                  </a:cubicBezTo>
                  <a:cubicBezTo>
                    <a:pt x="4190" y="4310"/>
                    <a:pt x="4186" y="4310"/>
                    <a:pt x="4182" y="4310"/>
                  </a:cubicBezTo>
                  <a:cubicBezTo>
                    <a:pt x="4122" y="4310"/>
                    <a:pt x="4070" y="4353"/>
                    <a:pt x="4058" y="4410"/>
                  </a:cubicBezTo>
                  <a:lnTo>
                    <a:pt x="3897" y="5332"/>
                  </a:lnTo>
                  <a:cubicBezTo>
                    <a:pt x="3866" y="5479"/>
                    <a:pt x="3739" y="5586"/>
                    <a:pt x="3592" y="5586"/>
                  </a:cubicBezTo>
                  <a:lnTo>
                    <a:pt x="3091" y="5586"/>
                  </a:lnTo>
                  <a:cubicBezTo>
                    <a:pt x="2944" y="5586"/>
                    <a:pt x="2814" y="5479"/>
                    <a:pt x="2786" y="5332"/>
                  </a:cubicBezTo>
                  <a:lnTo>
                    <a:pt x="2546" y="3893"/>
                  </a:lnTo>
                  <a:cubicBezTo>
                    <a:pt x="2540" y="3855"/>
                    <a:pt x="2516" y="3824"/>
                    <a:pt x="2481" y="3807"/>
                  </a:cubicBezTo>
                  <a:cubicBezTo>
                    <a:pt x="1268" y="3160"/>
                    <a:pt x="158" y="1909"/>
                    <a:pt x="18" y="394"/>
                  </a:cubicBezTo>
                  <a:cubicBezTo>
                    <a:pt x="14" y="428"/>
                    <a:pt x="11" y="466"/>
                    <a:pt x="7" y="504"/>
                  </a:cubicBezTo>
                  <a:lnTo>
                    <a:pt x="7" y="507"/>
                  </a:lnTo>
                  <a:lnTo>
                    <a:pt x="7" y="517"/>
                  </a:lnTo>
                  <a:cubicBezTo>
                    <a:pt x="4" y="552"/>
                    <a:pt x="4" y="586"/>
                    <a:pt x="0" y="620"/>
                  </a:cubicBezTo>
                  <a:lnTo>
                    <a:pt x="0" y="665"/>
                  </a:lnTo>
                  <a:cubicBezTo>
                    <a:pt x="0" y="689"/>
                    <a:pt x="0" y="716"/>
                    <a:pt x="0" y="744"/>
                  </a:cubicBezTo>
                  <a:lnTo>
                    <a:pt x="0" y="870"/>
                  </a:lnTo>
                  <a:cubicBezTo>
                    <a:pt x="0" y="1083"/>
                    <a:pt x="11" y="1295"/>
                    <a:pt x="38" y="1508"/>
                  </a:cubicBezTo>
                  <a:cubicBezTo>
                    <a:pt x="69" y="1748"/>
                    <a:pt x="120" y="1988"/>
                    <a:pt x="192" y="2221"/>
                  </a:cubicBezTo>
                  <a:lnTo>
                    <a:pt x="203" y="2258"/>
                  </a:lnTo>
                  <a:cubicBezTo>
                    <a:pt x="213" y="2286"/>
                    <a:pt x="223" y="2317"/>
                    <a:pt x="233" y="2347"/>
                  </a:cubicBezTo>
                  <a:lnTo>
                    <a:pt x="247" y="2382"/>
                  </a:lnTo>
                  <a:cubicBezTo>
                    <a:pt x="275" y="2464"/>
                    <a:pt x="305" y="2543"/>
                    <a:pt x="336" y="2618"/>
                  </a:cubicBezTo>
                  <a:lnTo>
                    <a:pt x="350" y="2642"/>
                  </a:lnTo>
                  <a:cubicBezTo>
                    <a:pt x="364" y="2680"/>
                    <a:pt x="381" y="2717"/>
                    <a:pt x="398" y="2755"/>
                  </a:cubicBezTo>
                  <a:lnTo>
                    <a:pt x="408" y="2772"/>
                  </a:lnTo>
                  <a:cubicBezTo>
                    <a:pt x="422" y="2807"/>
                    <a:pt x="439" y="2837"/>
                    <a:pt x="456" y="2872"/>
                  </a:cubicBezTo>
                  <a:lnTo>
                    <a:pt x="466" y="2889"/>
                  </a:lnTo>
                  <a:cubicBezTo>
                    <a:pt x="484" y="2923"/>
                    <a:pt x="504" y="2957"/>
                    <a:pt x="521" y="2995"/>
                  </a:cubicBezTo>
                  <a:lnTo>
                    <a:pt x="535" y="3016"/>
                  </a:lnTo>
                  <a:cubicBezTo>
                    <a:pt x="600" y="3125"/>
                    <a:pt x="669" y="3231"/>
                    <a:pt x="741" y="3334"/>
                  </a:cubicBezTo>
                  <a:lnTo>
                    <a:pt x="765" y="3365"/>
                  </a:lnTo>
                  <a:cubicBezTo>
                    <a:pt x="782" y="3389"/>
                    <a:pt x="799" y="3413"/>
                    <a:pt x="816" y="3437"/>
                  </a:cubicBezTo>
                  <a:lnTo>
                    <a:pt x="840" y="3464"/>
                  </a:lnTo>
                  <a:cubicBezTo>
                    <a:pt x="864" y="3499"/>
                    <a:pt x="888" y="3530"/>
                    <a:pt x="915" y="3560"/>
                  </a:cubicBezTo>
                  <a:cubicBezTo>
                    <a:pt x="943" y="3591"/>
                    <a:pt x="967" y="3622"/>
                    <a:pt x="994" y="3653"/>
                  </a:cubicBezTo>
                  <a:lnTo>
                    <a:pt x="1022" y="3680"/>
                  </a:lnTo>
                  <a:cubicBezTo>
                    <a:pt x="1039" y="3701"/>
                    <a:pt x="1059" y="3721"/>
                    <a:pt x="1080" y="3745"/>
                  </a:cubicBezTo>
                  <a:lnTo>
                    <a:pt x="1107" y="3769"/>
                  </a:lnTo>
                  <a:cubicBezTo>
                    <a:pt x="1135" y="3800"/>
                    <a:pt x="1162" y="3828"/>
                    <a:pt x="1193" y="3855"/>
                  </a:cubicBezTo>
                  <a:cubicBezTo>
                    <a:pt x="1224" y="3886"/>
                    <a:pt x="1258" y="3917"/>
                    <a:pt x="1292" y="3948"/>
                  </a:cubicBezTo>
                  <a:cubicBezTo>
                    <a:pt x="1357" y="4009"/>
                    <a:pt x="1429" y="4068"/>
                    <a:pt x="1498" y="4126"/>
                  </a:cubicBezTo>
                  <a:cubicBezTo>
                    <a:pt x="1570" y="4181"/>
                    <a:pt x="1645" y="4236"/>
                    <a:pt x="1721" y="4290"/>
                  </a:cubicBezTo>
                  <a:cubicBezTo>
                    <a:pt x="1758" y="4318"/>
                    <a:pt x="1796" y="4342"/>
                    <a:pt x="1837" y="4366"/>
                  </a:cubicBezTo>
                  <a:cubicBezTo>
                    <a:pt x="1875" y="4393"/>
                    <a:pt x="1909" y="4414"/>
                    <a:pt x="1943" y="4434"/>
                  </a:cubicBezTo>
                  <a:lnTo>
                    <a:pt x="1974" y="4455"/>
                  </a:lnTo>
                  <a:lnTo>
                    <a:pt x="2053" y="4503"/>
                  </a:lnTo>
                  <a:lnTo>
                    <a:pt x="2087" y="4520"/>
                  </a:lnTo>
                  <a:cubicBezTo>
                    <a:pt x="2125" y="4540"/>
                    <a:pt x="2159" y="4561"/>
                    <a:pt x="2197" y="4582"/>
                  </a:cubicBezTo>
                  <a:cubicBezTo>
                    <a:pt x="2207" y="4588"/>
                    <a:pt x="2214" y="4592"/>
                    <a:pt x="2221" y="4599"/>
                  </a:cubicBezTo>
                  <a:cubicBezTo>
                    <a:pt x="2228" y="4602"/>
                    <a:pt x="2231" y="4609"/>
                    <a:pt x="2238" y="4616"/>
                  </a:cubicBezTo>
                  <a:lnTo>
                    <a:pt x="2241" y="4623"/>
                  </a:lnTo>
                  <a:cubicBezTo>
                    <a:pt x="2245" y="4626"/>
                    <a:pt x="2248" y="4633"/>
                    <a:pt x="2252" y="4636"/>
                  </a:cubicBezTo>
                  <a:lnTo>
                    <a:pt x="2255" y="4643"/>
                  </a:lnTo>
                  <a:cubicBezTo>
                    <a:pt x="2259" y="4650"/>
                    <a:pt x="2259" y="4660"/>
                    <a:pt x="2262" y="4667"/>
                  </a:cubicBezTo>
                  <a:lnTo>
                    <a:pt x="2560" y="6223"/>
                  </a:lnTo>
                  <a:cubicBezTo>
                    <a:pt x="2564" y="6240"/>
                    <a:pt x="2570" y="6257"/>
                    <a:pt x="2577" y="6274"/>
                  </a:cubicBezTo>
                  <a:cubicBezTo>
                    <a:pt x="2581" y="6285"/>
                    <a:pt x="2584" y="6292"/>
                    <a:pt x="2588" y="6302"/>
                  </a:cubicBezTo>
                  <a:cubicBezTo>
                    <a:pt x="2591" y="6309"/>
                    <a:pt x="2594" y="6316"/>
                    <a:pt x="2601" y="6322"/>
                  </a:cubicBezTo>
                  <a:cubicBezTo>
                    <a:pt x="2605" y="6333"/>
                    <a:pt x="2608" y="6340"/>
                    <a:pt x="2615" y="6346"/>
                  </a:cubicBezTo>
                  <a:cubicBezTo>
                    <a:pt x="2618" y="6353"/>
                    <a:pt x="2625" y="6360"/>
                    <a:pt x="2632" y="6367"/>
                  </a:cubicBezTo>
                  <a:cubicBezTo>
                    <a:pt x="2636" y="6374"/>
                    <a:pt x="2646" y="6381"/>
                    <a:pt x="2653" y="6388"/>
                  </a:cubicBezTo>
                  <a:lnTo>
                    <a:pt x="2660" y="6394"/>
                  </a:lnTo>
                  <a:lnTo>
                    <a:pt x="2673" y="6408"/>
                  </a:lnTo>
                  <a:lnTo>
                    <a:pt x="2684" y="6415"/>
                  </a:lnTo>
                  <a:lnTo>
                    <a:pt x="2701" y="6429"/>
                  </a:lnTo>
                  <a:lnTo>
                    <a:pt x="2708" y="6432"/>
                  </a:lnTo>
                  <a:cubicBezTo>
                    <a:pt x="2718" y="6439"/>
                    <a:pt x="2725" y="6442"/>
                    <a:pt x="2735" y="6446"/>
                  </a:cubicBezTo>
                  <a:cubicBezTo>
                    <a:pt x="2745" y="6449"/>
                    <a:pt x="2752" y="6456"/>
                    <a:pt x="2762" y="6456"/>
                  </a:cubicBezTo>
                  <a:lnTo>
                    <a:pt x="2773" y="6460"/>
                  </a:lnTo>
                  <a:lnTo>
                    <a:pt x="2793" y="6466"/>
                  </a:lnTo>
                  <a:lnTo>
                    <a:pt x="2803" y="6470"/>
                  </a:lnTo>
                  <a:lnTo>
                    <a:pt x="2824" y="6473"/>
                  </a:lnTo>
                  <a:lnTo>
                    <a:pt x="3880" y="6473"/>
                  </a:lnTo>
                  <a:cubicBezTo>
                    <a:pt x="3924" y="6473"/>
                    <a:pt x="3969" y="6463"/>
                    <a:pt x="4010" y="6442"/>
                  </a:cubicBezTo>
                  <a:cubicBezTo>
                    <a:pt x="4099" y="6401"/>
                    <a:pt x="4164" y="6319"/>
                    <a:pt x="4181" y="6220"/>
                  </a:cubicBezTo>
                  <a:lnTo>
                    <a:pt x="4346" y="5356"/>
                  </a:lnTo>
                  <a:cubicBezTo>
                    <a:pt x="4349" y="5349"/>
                    <a:pt x="4349" y="5342"/>
                    <a:pt x="4352" y="5336"/>
                  </a:cubicBezTo>
                  <a:lnTo>
                    <a:pt x="4356" y="5329"/>
                  </a:lnTo>
                  <a:cubicBezTo>
                    <a:pt x="4356" y="5325"/>
                    <a:pt x="4359" y="5322"/>
                    <a:pt x="4363" y="5315"/>
                  </a:cubicBezTo>
                  <a:lnTo>
                    <a:pt x="4366" y="5312"/>
                  </a:lnTo>
                  <a:cubicBezTo>
                    <a:pt x="4380" y="5291"/>
                    <a:pt x="4400" y="5274"/>
                    <a:pt x="4424" y="5264"/>
                  </a:cubicBezTo>
                  <a:lnTo>
                    <a:pt x="4428" y="5264"/>
                  </a:lnTo>
                  <a:lnTo>
                    <a:pt x="4441" y="5260"/>
                  </a:lnTo>
                  <a:lnTo>
                    <a:pt x="4483" y="5260"/>
                  </a:lnTo>
                  <a:cubicBezTo>
                    <a:pt x="4537" y="5267"/>
                    <a:pt x="4592" y="5274"/>
                    <a:pt x="4647" y="5277"/>
                  </a:cubicBezTo>
                  <a:lnTo>
                    <a:pt x="4688" y="5281"/>
                  </a:lnTo>
                  <a:cubicBezTo>
                    <a:pt x="4743" y="5288"/>
                    <a:pt x="4798" y="5291"/>
                    <a:pt x="4853" y="5294"/>
                  </a:cubicBezTo>
                  <a:cubicBezTo>
                    <a:pt x="4911" y="5298"/>
                    <a:pt x="4966" y="5301"/>
                    <a:pt x="5021" y="5305"/>
                  </a:cubicBezTo>
                  <a:lnTo>
                    <a:pt x="5065" y="5305"/>
                  </a:lnTo>
                  <a:cubicBezTo>
                    <a:pt x="5120" y="5308"/>
                    <a:pt x="5175" y="5312"/>
                    <a:pt x="5233" y="5312"/>
                  </a:cubicBezTo>
                  <a:cubicBezTo>
                    <a:pt x="5319" y="5315"/>
                    <a:pt x="5404" y="5315"/>
                    <a:pt x="5490" y="5315"/>
                  </a:cubicBezTo>
                  <a:cubicBezTo>
                    <a:pt x="5603" y="5315"/>
                    <a:pt x="5720" y="5312"/>
                    <a:pt x="5833" y="5308"/>
                  </a:cubicBezTo>
                  <a:cubicBezTo>
                    <a:pt x="5891" y="5308"/>
                    <a:pt x="5949" y="5305"/>
                    <a:pt x="6008" y="5301"/>
                  </a:cubicBezTo>
                  <a:lnTo>
                    <a:pt x="6025" y="5301"/>
                  </a:lnTo>
                  <a:cubicBezTo>
                    <a:pt x="6080" y="5298"/>
                    <a:pt x="6131" y="5294"/>
                    <a:pt x="6186" y="5291"/>
                  </a:cubicBezTo>
                  <a:lnTo>
                    <a:pt x="6189" y="5291"/>
                  </a:lnTo>
                  <a:cubicBezTo>
                    <a:pt x="6306" y="5281"/>
                    <a:pt x="6422" y="5270"/>
                    <a:pt x="6535" y="5257"/>
                  </a:cubicBezTo>
                  <a:cubicBezTo>
                    <a:pt x="6590" y="5250"/>
                    <a:pt x="6641" y="5243"/>
                    <a:pt x="6696" y="5236"/>
                  </a:cubicBezTo>
                  <a:lnTo>
                    <a:pt x="6772" y="5226"/>
                  </a:lnTo>
                  <a:lnTo>
                    <a:pt x="6857" y="5216"/>
                  </a:lnTo>
                  <a:cubicBezTo>
                    <a:pt x="6864" y="5214"/>
                    <a:pt x="6872" y="5214"/>
                    <a:pt x="6879" y="5214"/>
                  </a:cubicBezTo>
                  <a:cubicBezTo>
                    <a:pt x="6926" y="5214"/>
                    <a:pt x="6970" y="5243"/>
                    <a:pt x="6988" y="5288"/>
                  </a:cubicBezTo>
                  <a:cubicBezTo>
                    <a:pt x="6991" y="5298"/>
                    <a:pt x="6991" y="5305"/>
                    <a:pt x="6994" y="5312"/>
                  </a:cubicBezTo>
                  <a:lnTo>
                    <a:pt x="7080" y="5767"/>
                  </a:lnTo>
                  <a:lnTo>
                    <a:pt x="7166" y="6223"/>
                  </a:lnTo>
                  <a:cubicBezTo>
                    <a:pt x="7193" y="6368"/>
                    <a:pt x="7316" y="6473"/>
                    <a:pt x="7464" y="6473"/>
                  </a:cubicBezTo>
                  <a:cubicBezTo>
                    <a:pt x="7466" y="6473"/>
                    <a:pt x="7468" y="6473"/>
                    <a:pt x="7471" y="6473"/>
                  </a:cubicBezTo>
                  <a:lnTo>
                    <a:pt x="8482" y="6473"/>
                  </a:lnTo>
                  <a:cubicBezTo>
                    <a:pt x="8487" y="6475"/>
                    <a:pt x="8492" y="6476"/>
                    <a:pt x="8497" y="6476"/>
                  </a:cubicBezTo>
                  <a:cubicBezTo>
                    <a:pt x="8502" y="6476"/>
                    <a:pt x="8507" y="6475"/>
                    <a:pt x="8513" y="6473"/>
                  </a:cubicBezTo>
                  <a:lnTo>
                    <a:pt x="8523" y="6473"/>
                  </a:lnTo>
                  <a:lnTo>
                    <a:pt x="8543" y="6470"/>
                  </a:lnTo>
                  <a:lnTo>
                    <a:pt x="8554" y="6470"/>
                  </a:lnTo>
                  <a:lnTo>
                    <a:pt x="8574" y="6463"/>
                  </a:lnTo>
                  <a:lnTo>
                    <a:pt x="8584" y="6460"/>
                  </a:lnTo>
                  <a:cubicBezTo>
                    <a:pt x="8595" y="6456"/>
                    <a:pt x="8602" y="6453"/>
                    <a:pt x="8612" y="6449"/>
                  </a:cubicBezTo>
                  <a:cubicBezTo>
                    <a:pt x="8622" y="6446"/>
                    <a:pt x="8629" y="6439"/>
                    <a:pt x="8639" y="6436"/>
                  </a:cubicBezTo>
                  <a:lnTo>
                    <a:pt x="8646" y="6429"/>
                  </a:lnTo>
                  <a:lnTo>
                    <a:pt x="8663" y="6418"/>
                  </a:lnTo>
                  <a:lnTo>
                    <a:pt x="8674" y="6412"/>
                  </a:lnTo>
                  <a:lnTo>
                    <a:pt x="8691" y="6398"/>
                  </a:lnTo>
                  <a:lnTo>
                    <a:pt x="8694" y="6391"/>
                  </a:lnTo>
                  <a:cubicBezTo>
                    <a:pt x="8704" y="6384"/>
                    <a:pt x="8711" y="6377"/>
                    <a:pt x="8715" y="6370"/>
                  </a:cubicBezTo>
                  <a:lnTo>
                    <a:pt x="8725" y="6360"/>
                  </a:lnTo>
                  <a:cubicBezTo>
                    <a:pt x="8732" y="6350"/>
                    <a:pt x="8739" y="6340"/>
                    <a:pt x="8749" y="6326"/>
                  </a:cubicBezTo>
                  <a:cubicBezTo>
                    <a:pt x="8766" y="6295"/>
                    <a:pt x="8780" y="6261"/>
                    <a:pt x="8787" y="6226"/>
                  </a:cubicBezTo>
                  <a:lnTo>
                    <a:pt x="8855" y="5863"/>
                  </a:lnTo>
                  <a:lnTo>
                    <a:pt x="8924" y="5490"/>
                  </a:lnTo>
                  <a:lnTo>
                    <a:pt x="8968" y="5253"/>
                  </a:lnTo>
                  <a:lnTo>
                    <a:pt x="9095" y="4578"/>
                  </a:lnTo>
                  <a:lnTo>
                    <a:pt x="9109" y="4520"/>
                  </a:lnTo>
                  <a:lnTo>
                    <a:pt x="9157" y="4493"/>
                  </a:lnTo>
                  <a:cubicBezTo>
                    <a:pt x="9184" y="4482"/>
                    <a:pt x="9205" y="4469"/>
                    <a:pt x="9229" y="4455"/>
                  </a:cubicBezTo>
                  <a:cubicBezTo>
                    <a:pt x="9253" y="4441"/>
                    <a:pt x="9280" y="4427"/>
                    <a:pt x="9304" y="4414"/>
                  </a:cubicBezTo>
                  <a:lnTo>
                    <a:pt x="9369" y="4376"/>
                  </a:lnTo>
                  <a:cubicBezTo>
                    <a:pt x="9397" y="4362"/>
                    <a:pt x="9424" y="4349"/>
                    <a:pt x="9448" y="4331"/>
                  </a:cubicBezTo>
                  <a:cubicBezTo>
                    <a:pt x="9475" y="4314"/>
                    <a:pt x="9493" y="4304"/>
                    <a:pt x="9513" y="4290"/>
                  </a:cubicBezTo>
                  <a:cubicBezTo>
                    <a:pt x="9534" y="4277"/>
                    <a:pt x="9565" y="4260"/>
                    <a:pt x="9589" y="4246"/>
                  </a:cubicBezTo>
                  <a:cubicBezTo>
                    <a:pt x="9613" y="4229"/>
                    <a:pt x="9633" y="4215"/>
                    <a:pt x="9657" y="4201"/>
                  </a:cubicBezTo>
                  <a:cubicBezTo>
                    <a:pt x="9681" y="4188"/>
                    <a:pt x="9702" y="4170"/>
                    <a:pt x="9726" y="4157"/>
                  </a:cubicBezTo>
                  <a:cubicBezTo>
                    <a:pt x="9750" y="4140"/>
                    <a:pt x="9770" y="4126"/>
                    <a:pt x="9791" y="4109"/>
                  </a:cubicBezTo>
                  <a:cubicBezTo>
                    <a:pt x="9811" y="4095"/>
                    <a:pt x="9835" y="4078"/>
                    <a:pt x="9859" y="4061"/>
                  </a:cubicBezTo>
                  <a:cubicBezTo>
                    <a:pt x="9880" y="4047"/>
                    <a:pt x="9900" y="4030"/>
                    <a:pt x="9921" y="4016"/>
                  </a:cubicBezTo>
                  <a:cubicBezTo>
                    <a:pt x="9938" y="3999"/>
                    <a:pt x="9965" y="3982"/>
                    <a:pt x="9989" y="3965"/>
                  </a:cubicBezTo>
                  <a:cubicBezTo>
                    <a:pt x="10010" y="3948"/>
                    <a:pt x="10027" y="3934"/>
                    <a:pt x="10048" y="3917"/>
                  </a:cubicBezTo>
                  <a:cubicBezTo>
                    <a:pt x="10068" y="3900"/>
                    <a:pt x="10089" y="3883"/>
                    <a:pt x="10113" y="3862"/>
                  </a:cubicBezTo>
                  <a:cubicBezTo>
                    <a:pt x="10137" y="3845"/>
                    <a:pt x="10151" y="3828"/>
                    <a:pt x="10171" y="3814"/>
                  </a:cubicBezTo>
                  <a:cubicBezTo>
                    <a:pt x="10192" y="3797"/>
                    <a:pt x="10216" y="3776"/>
                    <a:pt x="10233" y="3759"/>
                  </a:cubicBezTo>
                  <a:cubicBezTo>
                    <a:pt x="10253" y="3739"/>
                    <a:pt x="10270" y="3725"/>
                    <a:pt x="10291" y="3708"/>
                  </a:cubicBezTo>
                  <a:cubicBezTo>
                    <a:pt x="10308" y="3691"/>
                    <a:pt x="10329" y="3670"/>
                    <a:pt x="10349" y="3650"/>
                  </a:cubicBezTo>
                  <a:cubicBezTo>
                    <a:pt x="10370" y="3632"/>
                    <a:pt x="10387" y="3615"/>
                    <a:pt x="10404" y="3598"/>
                  </a:cubicBezTo>
                  <a:cubicBezTo>
                    <a:pt x="10421" y="3581"/>
                    <a:pt x="10442" y="3557"/>
                    <a:pt x="10462" y="3540"/>
                  </a:cubicBezTo>
                  <a:cubicBezTo>
                    <a:pt x="10480" y="3519"/>
                    <a:pt x="10497" y="3502"/>
                    <a:pt x="10514" y="3482"/>
                  </a:cubicBezTo>
                  <a:cubicBezTo>
                    <a:pt x="10531" y="3464"/>
                    <a:pt x="10551" y="3444"/>
                    <a:pt x="10569" y="3423"/>
                  </a:cubicBezTo>
                  <a:cubicBezTo>
                    <a:pt x="10586" y="3403"/>
                    <a:pt x="10599" y="3386"/>
                    <a:pt x="10617" y="3365"/>
                  </a:cubicBezTo>
                  <a:cubicBezTo>
                    <a:pt x="10634" y="3348"/>
                    <a:pt x="10654" y="3324"/>
                    <a:pt x="10671" y="3303"/>
                  </a:cubicBezTo>
                  <a:cubicBezTo>
                    <a:pt x="10689" y="3283"/>
                    <a:pt x="10702" y="3266"/>
                    <a:pt x="10716" y="3245"/>
                  </a:cubicBezTo>
                  <a:cubicBezTo>
                    <a:pt x="10733" y="3225"/>
                    <a:pt x="10750" y="3201"/>
                    <a:pt x="10767" y="3180"/>
                  </a:cubicBezTo>
                  <a:cubicBezTo>
                    <a:pt x="10784" y="3160"/>
                    <a:pt x="10798" y="3139"/>
                    <a:pt x="10812" y="3118"/>
                  </a:cubicBezTo>
                  <a:cubicBezTo>
                    <a:pt x="10826" y="3098"/>
                    <a:pt x="10843" y="3077"/>
                    <a:pt x="10860" y="3053"/>
                  </a:cubicBezTo>
                  <a:cubicBezTo>
                    <a:pt x="10874" y="3033"/>
                    <a:pt x="10887" y="3012"/>
                    <a:pt x="10901" y="2992"/>
                  </a:cubicBezTo>
                  <a:cubicBezTo>
                    <a:pt x="10915" y="2971"/>
                    <a:pt x="10932" y="2947"/>
                    <a:pt x="10946" y="2923"/>
                  </a:cubicBezTo>
                  <a:cubicBezTo>
                    <a:pt x="10956" y="2899"/>
                    <a:pt x="10980" y="2865"/>
                    <a:pt x="10997" y="2837"/>
                  </a:cubicBezTo>
                  <a:cubicBezTo>
                    <a:pt x="11007" y="2820"/>
                    <a:pt x="11018" y="2803"/>
                    <a:pt x="11028" y="2786"/>
                  </a:cubicBezTo>
                  <a:cubicBezTo>
                    <a:pt x="11079" y="2693"/>
                    <a:pt x="11168" y="2621"/>
                    <a:pt x="11271" y="2587"/>
                  </a:cubicBezTo>
                  <a:lnTo>
                    <a:pt x="11275" y="2587"/>
                  </a:lnTo>
                  <a:lnTo>
                    <a:pt x="11768" y="2430"/>
                  </a:lnTo>
                  <a:lnTo>
                    <a:pt x="12244" y="2279"/>
                  </a:lnTo>
                  <a:cubicBezTo>
                    <a:pt x="12491" y="2200"/>
                    <a:pt x="12659" y="1970"/>
                    <a:pt x="12659" y="1710"/>
                  </a:cubicBezTo>
                  <a:lnTo>
                    <a:pt x="12659" y="709"/>
                  </a:lnTo>
                  <a:cubicBezTo>
                    <a:pt x="12659" y="624"/>
                    <a:pt x="12638" y="538"/>
                    <a:pt x="12601" y="463"/>
                  </a:cubicBezTo>
                  <a:cubicBezTo>
                    <a:pt x="12601" y="449"/>
                    <a:pt x="12594" y="435"/>
                    <a:pt x="12587" y="421"/>
                  </a:cubicBezTo>
                  <a:cubicBezTo>
                    <a:pt x="12560" y="374"/>
                    <a:pt x="12529" y="329"/>
                    <a:pt x="12491" y="291"/>
                  </a:cubicBezTo>
                  <a:lnTo>
                    <a:pt x="12488" y="291"/>
                  </a:lnTo>
                  <a:cubicBezTo>
                    <a:pt x="12422" y="223"/>
                    <a:pt x="12340" y="171"/>
                    <a:pt x="12248" y="144"/>
                  </a:cubicBezTo>
                  <a:lnTo>
                    <a:pt x="1180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5"/>
            <p:cNvSpPr/>
            <p:nvPr/>
          </p:nvSpPr>
          <p:spPr>
            <a:xfrm>
              <a:off x="4925303" y="2383705"/>
              <a:ext cx="84636" cy="83143"/>
            </a:xfrm>
            <a:custGeom>
              <a:rect b="b" l="l" r="r" t="t"/>
              <a:pathLst>
                <a:path extrusionOk="0" h="3174" w="3231">
                  <a:moveTo>
                    <a:pt x="2618" y="1"/>
                  </a:moveTo>
                  <a:cubicBezTo>
                    <a:pt x="2122" y="1"/>
                    <a:pt x="1064" y="462"/>
                    <a:pt x="612" y="670"/>
                  </a:cubicBezTo>
                  <a:cubicBezTo>
                    <a:pt x="475" y="728"/>
                    <a:pt x="376" y="851"/>
                    <a:pt x="345" y="999"/>
                  </a:cubicBezTo>
                  <a:cubicBezTo>
                    <a:pt x="1" y="2628"/>
                    <a:pt x="1011" y="3173"/>
                    <a:pt x="1778" y="3173"/>
                  </a:cubicBezTo>
                  <a:cubicBezTo>
                    <a:pt x="2005" y="3173"/>
                    <a:pt x="2210" y="3126"/>
                    <a:pt x="2353" y="3045"/>
                  </a:cubicBezTo>
                  <a:cubicBezTo>
                    <a:pt x="3004" y="2674"/>
                    <a:pt x="3230" y="259"/>
                    <a:pt x="2802" y="36"/>
                  </a:cubicBezTo>
                  <a:cubicBezTo>
                    <a:pt x="2756" y="12"/>
                    <a:pt x="2694" y="1"/>
                    <a:pt x="261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5"/>
            <p:cNvSpPr/>
            <p:nvPr/>
          </p:nvSpPr>
          <p:spPr>
            <a:xfrm>
              <a:off x="4783615" y="2292521"/>
              <a:ext cx="141846" cy="141872"/>
            </a:xfrm>
            <a:custGeom>
              <a:rect b="b" l="l" r="r" t="t"/>
              <a:pathLst>
                <a:path extrusionOk="0" h="5416" w="5415">
                  <a:moveTo>
                    <a:pt x="2707" y="1"/>
                  </a:moveTo>
                  <a:cubicBezTo>
                    <a:pt x="1213" y="1"/>
                    <a:pt x="0" y="1214"/>
                    <a:pt x="0" y="2708"/>
                  </a:cubicBezTo>
                  <a:cubicBezTo>
                    <a:pt x="0" y="4206"/>
                    <a:pt x="1213" y="5415"/>
                    <a:pt x="2707" y="5415"/>
                  </a:cubicBezTo>
                  <a:cubicBezTo>
                    <a:pt x="4202" y="5415"/>
                    <a:pt x="5415" y="4206"/>
                    <a:pt x="5415" y="2708"/>
                  </a:cubicBezTo>
                  <a:cubicBezTo>
                    <a:pt x="5415" y="1214"/>
                    <a:pt x="4202" y="1"/>
                    <a:pt x="270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85"/>
            <p:cNvSpPr/>
            <p:nvPr/>
          </p:nvSpPr>
          <p:spPr>
            <a:xfrm>
              <a:off x="4939082" y="2391904"/>
              <a:ext cx="59987" cy="59148"/>
            </a:xfrm>
            <a:custGeom>
              <a:rect b="b" l="l" r="r" t="t"/>
              <a:pathLst>
                <a:path extrusionOk="0" h="2258" w="2290">
                  <a:moveTo>
                    <a:pt x="2094" y="0"/>
                  </a:moveTo>
                  <a:cubicBezTo>
                    <a:pt x="1796" y="0"/>
                    <a:pt x="1077" y="247"/>
                    <a:pt x="216" y="641"/>
                  </a:cubicBezTo>
                  <a:cubicBezTo>
                    <a:pt x="172" y="662"/>
                    <a:pt x="138" y="699"/>
                    <a:pt x="127" y="751"/>
                  </a:cubicBezTo>
                  <a:cubicBezTo>
                    <a:pt x="0" y="1344"/>
                    <a:pt x="69" y="1823"/>
                    <a:pt x="319" y="2135"/>
                  </a:cubicBezTo>
                  <a:cubicBezTo>
                    <a:pt x="350" y="2173"/>
                    <a:pt x="381" y="2207"/>
                    <a:pt x="419" y="2238"/>
                  </a:cubicBezTo>
                  <a:cubicBezTo>
                    <a:pt x="432" y="2251"/>
                    <a:pt x="449" y="2257"/>
                    <a:pt x="465" y="2257"/>
                  </a:cubicBezTo>
                  <a:cubicBezTo>
                    <a:pt x="497" y="2257"/>
                    <a:pt x="528" y="2236"/>
                    <a:pt x="535" y="2200"/>
                  </a:cubicBezTo>
                  <a:cubicBezTo>
                    <a:pt x="837" y="1015"/>
                    <a:pt x="2290" y="0"/>
                    <a:pt x="209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85"/>
            <p:cNvSpPr/>
            <p:nvPr/>
          </p:nvSpPr>
          <p:spPr>
            <a:xfrm>
              <a:off x="4805252" y="2314158"/>
              <a:ext cx="126941" cy="119999"/>
            </a:xfrm>
            <a:custGeom>
              <a:rect b="b" l="l" r="r" t="t"/>
              <a:pathLst>
                <a:path extrusionOk="0" h="4581" w="4846">
                  <a:moveTo>
                    <a:pt x="3831" y="1"/>
                  </a:moveTo>
                  <a:lnTo>
                    <a:pt x="0" y="3832"/>
                  </a:lnTo>
                  <a:cubicBezTo>
                    <a:pt x="525" y="4331"/>
                    <a:pt x="1199" y="4581"/>
                    <a:pt x="1872" y="4581"/>
                  </a:cubicBezTo>
                  <a:cubicBezTo>
                    <a:pt x="2565" y="4581"/>
                    <a:pt x="3258" y="4316"/>
                    <a:pt x="3787" y="3787"/>
                  </a:cubicBezTo>
                  <a:cubicBezTo>
                    <a:pt x="4828" y="2746"/>
                    <a:pt x="4846" y="1066"/>
                    <a:pt x="38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85"/>
            <p:cNvSpPr/>
            <p:nvPr/>
          </p:nvSpPr>
          <p:spPr>
            <a:xfrm>
              <a:off x="4832442" y="2322933"/>
              <a:ext cx="44270" cy="81126"/>
            </a:xfrm>
            <a:custGeom>
              <a:rect b="b" l="l" r="r" t="t"/>
              <a:pathLst>
                <a:path extrusionOk="0" h="3097" w="1690">
                  <a:moveTo>
                    <a:pt x="806" y="546"/>
                  </a:moveTo>
                  <a:lnTo>
                    <a:pt x="806" y="1232"/>
                  </a:lnTo>
                  <a:cubicBezTo>
                    <a:pt x="604" y="1156"/>
                    <a:pt x="443" y="1078"/>
                    <a:pt x="443" y="862"/>
                  </a:cubicBezTo>
                  <a:cubicBezTo>
                    <a:pt x="443" y="666"/>
                    <a:pt x="597" y="574"/>
                    <a:pt x="806" y="546"/>
                  </a:cubicBezTo>
                  <a:close/>
                  <a:moveTo>
                    <a:pt x="984" y="1723"/>
                  </a:moveTo>
                  <a:lnTo>
                    <a:pt x="984" y="1723"/>
                  </a:lnTo>
                  <a:cubicBezTo>
                    <a:pt x="1167" y="1802"/>
                    <a:pt x="1313" y="1908"/>
                    <a:pt x="1316" y="2143"/>
                  </a:cubicBezTo>
                  <a:cubicBezTo>
                    <a:pt x="1316" y="2359"/>
                    <a:pt x="1186" y="2479"/>
                    <a:pt x="984" y="2517"/>
                  </a:cubicBezTo>
                  <a:lnTo>
                    <a:pt x="984" y="1723"/>
                  </a:lnTo>
                  <a:close/>
                  <a:moveTo>
                    <a:pt x="882" y="1"/>
                  </a:moveTo>
                  <a:cubicBezTo>
                    <a:pt x="833" y="1"/>
                    <a:pt x="792" y="37"/>
                    <a:pt x="785" y="87"/>
                  </a:cubicBezTo>
                  <a:lnTo>
                    <a:pt x="785" y="197"/>
                  </a:lnTo>
                  <a:cubicBezTo>
                    <a:pt x="425" y="235"/>
                    <a:pt x="66" y="423"/>
                    <a:pt x="66" y="899"/>
                  </a:cubicBezTo>
                  <a:cubicBezTo>
                    <a:pt x="66" y="1383"/>
                    <a:pt x="443" y="1516"/>
                    <a:pt x="785" y="1640"/>
                  </a:cubicBezTo>
                  <a:lnTo>
                    <a:pt x="785" y="2527"/>
                  </a:lnTo>
                  <a:cubicBezTo>
                    <a:pt x="398" y="2496"/>
                    <a:pt x="299" y="2232"/>
                    <a:pt x="172" y="2232"/>
                  </a:cubicBezTo>
                  <a:cubicBezTo>
                    <a:pt x="79" y="2232"/>
                    <a:pt x="0" y="2356"/>
                    <a:pt x="0" y="2445"/>
                  </a:cubicBezTo>
                  <a:cubicBezTo>
                    <a:pt x="0" y="2630"/>
                    <a:pt x="316" y="2884"/>
                    <a:pt x="785" y="2890"/>
                  </a:cubicBezTo>
                  <a:lnTo>
                    <a:pt x="782" y="2890"/>
                  </a:lnTo>
                  <a:lnTo>
                    <a:pt x="782" y="3010"/>
                  </a:lnTo>
                  <a:cubicBezTo>
                    <a:pt x="792" y="3060"/>
                    <a:pt x="836" y="3096"/>
                    <a:pt x="885" y="3096"/>
                  </a:cubicBezTo>
                  <a:cubicBezTo>
                    <a:pt x="887" y="3096"/>
                    <a:pt x="889" y="3096"/>
                    <a:pt x="891" y="3096"/>
                  </a:cubicBezTo>
                  <a:cubicBezTo>
                    <a:pt x="950" y="3096"/>
                    <a:pt x="1005" y="3055"/>
                    <a:pt x="1005" y="3010"/>
                  </a:cubicBezTo>
                  <a:lnTo>
                    <a:pt x="1005" y="2880"/>
                  </a:lnTo>
                  <a:cubicBezTo>
                    <a:pt x="1412" y="2825"/>
                    <a:pt x="1690" y="2568"/>
                    <a:pt x="1690" y="2102"/>
                  </a:cubicBezTo>
                  <a:cubicBezTo>
                    <a:pt x="1690" y="1588"/>
                    <a:pt x="1333" y="1424"/>
                    <a:pt x="1005" y="1304"/>
                  </a:cubicBezTo>
                  <a:lnTo>
                    <a:pt x="1005" y="536"/>
                  </a:lnTo>
                  <a:cubicBezTo>
                    <a:pt x="1272" y="553"/>
                    <a:pt x="1368" y="677"/>
                    <a:pt x="1460" y="677"/>
                  </a:cubicBezTo>
                  <a:cubicBezTo>
                    <a:pt x="1573" y="677"/>
                    <a:pt x="1625" y="533"/>
                    <a:pt x="1625" y="461"/>
                  </a:cubicBezTo>
                  <a:cubicBezTo>
                    <a:pt x="1625" y="276"/>
                    <a:pt x="1265" y="197"/>
                    <a:pt x="1008" y="190"/>
                  </a:cubicBezTo>
                  <a:lnTo>
                    <a:pt x="1008" y="87"/>
                  </a:lnTo>
                  <a:cubicBezTo>
                    <a:pt x="1008" y="43"/>
                    <a:pt x="950" y="2"/>
                    <a:pt x="895" y="2"/>
                  </a:cubicBezTo>
                  <a:cubicBezTo>
                    <a:pt x="891" y="1"/>
                    <a:pt x="886" y="1"/>
                    <a:pt x="88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85"/>
            <p:cNvSpPr/>
            <p:nvPr/>
          </p:nvSpPr>
          <p:spPr>
            <a:xfrm>
              <a:off x="4967818" y="2486756"/>
              <a:ext cx="36725" cy="23916"/>
            </a:xfrm>
            <a:custGeom>
              <a:rect b="b" l="l" r="r" t="t"/>
              <a:pathLst>
                <a:path extrusionOk="0" h="913" w="1402">
                  <a:moveTo>
                    <a:pt x="214" y="1"/>
                  </a:moveTo>
                  <a:cubicBezTo>
                    <a:pt x="107" y="1"/>
                    <a:pt x="0" y="72"/>
                    <a:pt x="0" y="214"/>
                  </a:cubicBezTo>
                  <a:cubicBezTo>
                    <a:pt x="0" y="601"/>
                    <a:pt x="312" y="913"/>
                    <a:pt x="699" y="913"/>
                  </a:cubicBezTo>
                  <a:cubicBezTo>
                    <a:pt x="1086" y="913"/>
                    <a:pt x="1402" y="601"/>
                    <a:pt x="1402" y="214"/>
                  </a:cubicBezTo>
                  <a:cubicBezTo>
                    <a:pt x="1402" y="72"/>
                    <a:pt x="1295" y="1"/>
                    <a:pt x="1187" y="1"/>
                  </a:cubicBezTo>
                  <a:cubicBezTo>
                    <a:pt x="1080" y="1"/>
                    <a:pt x="973" y="72"/>
                    <a:pt x="973" y="214"/>
                  </a:cubicBezTo>
                  <a:cubicBezTo>
                    <a:pt x="966" y="358"/>
                    <a:pt x="846" y="474"/>
                    <a:pt x="699" y="474"/>
                  </a:cubicBezTo>
                  <a:cubicBezTo>
                    <a:pt x="555" y="474"/>
                    <a:pt x="435" y="358"/>
                    <a:pt x="428" y="214"/>
                  </a:cubicBezTo>
                  <a:cubicBezTo>
                    <a:pt x="428" y="72"/>
                    <a:pt x="321" y="1"/>
                    <a:pt x="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5"/>
            <p:cNvSpPr/>
            <p:nvPr/>
          </p:nvSpPr>
          <p:spPr>
            <a:xfrm>
              <a:off x="4680930" y="2286941"/>
              <a:ext cx="385381" cy="377601"/>
            </a:xfrm>
            <a:custGeom>
              <a:rect b="b" l="l" r="r" t="t"/>
              <a:pathLst>
                <a:path extrusionOk="0" h="14415" w="14712">
                  <a:moveTo>
                    <a:pt x="11953" y="3905"/>
                  </a:moveTo>
                  <a:cubicBezTo>
                    <a:pt x="11977" y="3905"/>
                    <a:pt x="12004" y="3908"/>
                    <a:pt x="12028" y="3915"/>
                  </a:cubicBezTo>
                  <a:cubicBezTo>
                    <a:pt x="12097" y="3990"/>
                    <a:pt x="12186" y="4408"/>
                    <a:pt x="12103" y="5118"/>
                  </a:cubicBezTo>
                  <a:cubicBezTo>
                    <a:pt x="12021" y="5824"/>
                    <a:pt x="11802" y="6427"/>
                    <a:pt x="11579" y="6553"/>
                  </a:cubicBezTo>
                  <a:cubicBezTo>
                    <a:pt x="11469" y="6614"/>
                    <a:pt x="11298" y="6655"/>
                    <a:pt x="11104" y="6655"/>
                  </a:cubicBezTo>
                  <a:cubicBezTo>
                    <a:pt x="10849" y="6655"/>
                    <a:pt x="10555" y="6585"/>
                    <a:pt x="10308" y="6403"/>
                  </a:cubicBezTo>
                  <a:cubicBezTo>
                    <a:pt x="9869" y="6081"/>
                    <a:pt x="9722" y="5505"/>
                    <a:pt x="9886" y="4737"/>
                  </a:cubicBezTo>
                  <a:cubicBezTo>
                    <a:pt x="9903" y="4655"/>
                    <a:pt x="9958" y="4590"/>
                    <a:pt x="10030" y="4556"/>
                  </a:cubicBezTo>
                  <a:cubicBezTo>
                    <a:pt x="11103" y="4066"/>
                    <a:pt x="11723" y="3905"/>
                    <a:pt x="11953" y="3905"/>
                  </a:cubicBezTo>
                  <a:close/>
                  <a:moveTo>
                    <a:pt x="813" y="7236"/>
                  </a:moveTo>
                  <a:cubicBezTo>
                    <a:pt x="816" y="7236"/>
                    <a:pt x="821" y="7237"/>
                    <a:pt x="826" y="7239"/>
                  </a:cubicBezTo>
                  <a:cubicBezTo>
                    <a:pt x="922" y="7249"/>
                    <a:pt x="1062" y="7359"/>
                    <a:pt x="1134" y="7540"/>
                  </a:cubicBezTo>
                  <a:cubicBezTo>
                    <a:pt x="1158" y="7605"/>
                    <a:pt x="1172" y="7674"/>
                    <a:pt x="1175" y="7743"/>
                  </a:cubicBezTo>
                  <a:cubicBezTo>
                    <a:pt x="881" y="7688"/>
                    <a:pt x="651" y="7599"/>
                    <a:pt x="603" y="7496"/>
                  </a:cubicBezTo>
                  <a:cubicBezTo>
                    <a:pt x="579" y="7448"/>
                    <a:pt x="631" y="7369"/>
                    <a:pt x="665" y="7324"/>
                  </a:cubicBezTo>
                  <a:cubicBezTo>
                    <a:pt x="720" y="7253"/>
                    <a:pt x="768" y="7239"/>
                    <a:pt x="802" y="7239"/>
                  </a:cubicBezTo>
                  <a:cubicBezTo>
                    <a:pt x="805" y="7237"/>
                    <a:pt x="809" y="7236"/>
                    <a:pt x="813" y="7236"/>
                  </a:cubicBezTo>
                  <a:close/>
                  <a:moveTo>
                    <a:pt x="6624" y="0"/>
                  </a:moveTo>
                  <a:cubicBezTo>
                    <a:pt x="5931" y="0"/>
                    <a:pt x="5231" y="245"/>
                    <a:pt x="4664" y="762"/>
                  </a:cubicBezTo>
                  <a:cubicBezTo>
                    <a:pt x="3232" y="2064"/>
                    <a:pt x="3441" y="4371"/>
                    <a:pt x="5079" y="5399"/>
                  </a:cubicBezTo>
                  <a:cubicBezTo>
                    <a:pt x="4945" y="5433"/>
                    <a:pt x="4815" y="5471"/>
                    <a:pt x="4681" y="5515"/>
                  </a:cubicBezTo>
                  <a:cubicBezTo>
                    <a:pt x="4444" y="5602"/>
                    <a:pt x="4530" y="5933"/>
                    <a:pt x="4749" y="5933"/>
                  </a:cubicBezTo>
                  <a:cubicBezTo>
                    <a:pt x="4771" y="5933"/>
                    <a:pt x="4794" y="5930"/>
                    <a:pt x="4818" y="5923"/>
                  </a:cubicBezTo>
                  <a:cubicBezTo>
                    <a:pt x="5406" y="5728"/>
                    <a:pt x="6017" y="5630"/>
                    <a:pt x="6629" y="5630"/>
                  </a:cubicBezTo>
                  <a:cubicBezTo>
                    <a:pt x="7241" y="5630"/>
                    <a:pt x="7853" y="5728"/>
                    <a:pt x="8440" y="5923"/>
                  </a:cubicBezTo>
                  <a:cubicBezTo>
                    <a:pt x="8464" y="5930"/>
                    <a:pt x="8487" y="5933"/>
                    <a:pt x="8508" y="5933"/>
                  </a:cubicBezTo>
                  <a:cubicBezTo>
                    <a:pt x="8724" y="5933"/>
                    <a:pt x="8811" y="5602"/>
                    <a:pt x="8574" y="5515"/>
                  </a:cubicBezTo>
                  <a:cubicBezTo>
                    <a:pt x="8444" y="5471"/>
                    <a:pt x="8313" y="5433"/>
                    <a:pt x="8180" y="5399"/>
                  </a:cubicBezTo>
                  <a:cubicBezTo>
                    <a:pt x="8533" y="5176"/>
                    <a:pt x="8838" y="4881"/>
                    <a:pt x="9067" y="4528"/>
                  </a:cubicBezTo>
                  <a:cubicBezTo>
                    <a:pt x="9126" y="4542"/>
                    <a:pt x="9184" y="4552"/>
                    <a:pt x="9242" y="4566"/>
                  </a:cubicBezTo>
                  <a:cubicBezTo>
                    <a:pt x="9321" y="4583"/>
                    <a:pt x="9396" y="4600"/>
                    <a:pt x="9472" y="4621"/>
                  </a:cubicBezTo>
                  <a:cubicBezTo>
                    <a:pt x="9468" y="4628"/>
                    <a:pt x="9468" y="4638"/>
                    <a:pt x="9465" y="4648"/>
                  </a:cubicBezTo>
                  <a:cubicBezTo>
                    <a:pt x="9362" y="5142"/>
                    <a:pt x="9365" y="5580"/>
                    <a:pt x="9485" y="5950"/>
                  </a:cubicBezTo>
                  <a:cubicBezTo>
                    <a:pt x="9581" y="6269"/>
                    <a:pt x="9784" y="6550"/>
                    <a:pt x="10051" y="6749"/>
                  </a:cubicBezTo>
                  <a:cubicBezTo>
                    <a:pt x="10355" y="6965"/>
                    <a:pt x="10719" y="7081"/>
                    <a:pt x="11090" y="7081"/>
                  </a:cubicBezTo>
                  <a:cubicBezTo>
                    <a:pt x="11095" y="7081"/>
                    <a:pt x="11101" y="7081"/>
                    <a:pt x="11106" y="7081"/>
                  </a:cubicBezTo>
                  <a:cubicBezTo>
                    <a:pt x="11119" y="7082"/>
                    <a:pt x="11133" y="7082"/>
                    <a:pt x="11146" y="7082"/>
                  </a:cubicBezTo>
                  <a:cubicBezTo>
                    <a:pt x="11369" y="7082"/>
                    <a:pt x="11591" y="7027"/>
                    <a:pt x="11788" y="6924"/>
                  </a:cubicBezTo>
                  <a:cubicBezTo>
                    <a:pt x="11990" y="6810"/>
                    <a:pt x="12158" y="6571"/>
                    <a:pt x="12292" y="6211"/>
                  </a:cubicBezTo>
                  <a:cubicBezTo>
                    <a:pt x="12354" y="6283"/>
                    <a:pt x="12412" y="6355"/>
                    <a:pt x="12467" y="6430"/>
                  </a:cubicBezTo>
                  <a:cubicBezTo>
                    <a:pt x="12689" y="6735"/>
                    <a:pt x="12861" y="7074"/>
                    <a:pt x="12974" y="7434"/>
                  </a:cubicBezTo>
                  <a:cubicBezTo>
                    <a:pt x="13039" y="7643"/>
                    <a:pt x="13203" y="7811"/>
                    <a:pt x="13416" y="7876"/>
                  </a:cubicBezTo>
                  <a:lnTo>
                    <a:pt x="14019" y="8072"/>
                  </a:lnTo>
                  <a:cubicBezTo>
                    <a:pt x="14173" y="8120"/>
                    <a:pt x="14283" y="8267"/>
                    <a:pt x="14283" y="8431"/>
                  </a:cubicBezTo>
                  <a:lnTo>
                    <a:pt x="14283" y="9432"/>
                  </a:lnTo>
                  <a:cubicBezTo>
                    <a:pt x="14283" y="9596"/>
                    <a:pt x="14173" y="9744"/>
                    <a:pt x="14019" y="9792"/>
                  </a:cubicBezTo>
                  <a:lnTo>
                    <a:pt x="13046" y="10104"/>
                  </a:lnTo>
                  <a:cubicBezTo>
                    <a:pt x="12892" y="10155"/>
                    <a:pt x="12758" y="10261"/>
                    <a:pt x="12676" y="10405"/>
                  </a:cubicBezTo>
                  <a:cubicBezTo>
                    <a:pt x="12295" y="11063"/>
                    <a:pt x="11696" y="11608"/>
                    <a:pt x="10894" y="12026"/>
                  </a:cubicBezTo>
                  <a:cubicBezTo>
                    <a:pt x="10801" y="12074"/>
                    <a:pt x="10736" y="12160"/>
                    <a:pt x="10719" y="12262"/>
                  </a:cubicBezTo>
                  <a:lnTo>
                    <a:pt x="10407" y="13907"/>
                  </a:lnTo>
                  <a:cubicBezTo>
                    <a:pt x="10397" y="13952"/>
                    <a:pt x="10359" y="13986"/>
                    <a:pt x="10311" y="13986"/>
                  </a:cubicBezTo>
                  <a:lnTo>
                    <a:pt x="9300" y="13986"/>
                  </a:lnTo>
                  <a:cubicBezTo>
                    <a:pt x="9256" y="13986"/>
                    <a:pt x="9215" y="13952"/>
                    <a:pt x="9208" y="13907"/>
                  </a:cubicBezTo>
                  <a:lnTo>
                    <a:pt x="9036" y="12999"/>
                  </a:lnTo>
                  <a:cubicBezTo>
                    <a:pt x="9006" y="12837"/>
                    <a:pt x="8868" y="12724"/>
                    <a:pt x="8710" y="12724"/>
                  </a:cubicBezTo>
                  <a:cubicBezTo>
                    <a:pt x="8691" y="12724"/>
                    <a:pt x="8672" y="12725"/>
                    <a:pt x="8653" y="12729"/>
                  </a:cubicBezTo>
                  <a:cubicBezTo>
                    <a:pt x="8211" y="12794"/>
                    <a:pt x="7765" y="12828"/>
                    <a:pt x="7320" y="12828"/>
                  </a:cubicBezTo>
                  <a:cubicBezTo>
                    <a:pt x="6991" y="12828"/>
                    <a:pt x="6665" y="12807"/>
                    <a:pt x="6340" y="12770"/>
                  </a:cubicBezTo>
                  <a:cubicBezTo>
                    <a:pt x="6328" y="12769"/>
                    <a:pt x="6316" y="12768"/>
                    <a:pt x="6305" y="12768"/>
                  </a:cubicBezTo>
                  <a:cubicBezTo>
                    <a:pt x="6141" y="12768"/>
                    <a:pt x="5998" y="12880"/>
                    <a:pt x="5970" y="13044"/>
                  </a:cubicBezTo>
                  <a:lnTo>
                    <a:pt x="5805" y="13907"/>
                  </a:lnTo>
                  <a:cubicBezTo>
                    <a:pt x="5795" y="13952"/>
                    <a:pt x="5757" y="13986"/>
                    <a:pt x="5709" y="13986"/>
                  </a:cubicBezTo>
                  <a:lnTo>
                    <a:pt x="4698" y="13986"/>
                  </a:lnTo>
                  <a:cubicBezTo>
                    <a:pt x="4654" y="13986"/>
                    <a:pt x="4613" y="13952"/>
                    <a:pt x="4606" y="13907"/>
                  </a:cubicBezTo>
                  <a:lnTo>
                    <a:pt x="4304" y="12352"/>
                  </a:lnTo>
                  <a:cubicBezTo>
                    <a:pt x="4287" y="12252"/>
                    <a:pt x="4222" y="12167"/>
                    <a:pt x="4133" y="12119"/>
                  </a:cubicBezTo>
                  <a:cubicBezTo>
                    <a:pt x="2765" y="11389"/>
                    <a:pt x="2046" y="10172"/>
                    <a:pt x="2046" y="8596"/>
                  </a:cubicBezTo>
                  <a:cubicBezTo>
                    <a:pt x="2046" y="7801"/>
                    <a:pt x="2221" y="7095"/>
                    <a:pt x="2563" y="6502"/>
                  </a:cubicBezTo>
                  <a:cubicBezTo>
                    <a:pt x="2882" y="5950"/>
                    <a:pt x="3351" y="5495"/>
                    <a:pt x="3955" y="5145"/>
                  </a:cubicBezTo>
                  <a:cubicBezTo>
                    <a:pt x="4150" y="5020"/>
                    <a:pt x="4033" y="4748"/>
                    <a:pt x="3843" y="4748"/>
                  </a:cubicBezTo>
                  <a:cubicBezTo>
                    <a:pt x="3810" y="4748"/>
                    <a:pt x="3775" y="4756"/>
                    <a:pt x="3739" y="4775"/>
                  </a:cubicBezTo>
                  <a:cubicBezTo>
                    <a:pt x="2570" y="5450"/>
                    <a:pt x="1868" y="6495"/>
                    <a:pt x="1672" y="7818"/>
                  </a:cubicBezTo>
                  <a:lnTo>
                    <a:pt x="1611" y="7811"/>
                  </a:lnTo>
                  <a:cubicBezTo>
                    <a:pt x="1614" y="7667"/>
                    <a:pt x="1587" y="7520"/>
                    <a:pt x="1532" y="7383"/>
                  </a:cubicBezTo>
                  <a:cubicBezTo>
                    <a:pt x="1408" y="7074"/>
                    <a:pt x="1151" y="6852"/>
                    <a:pt x="881" y="6817"/>
                  </a:cubicBezTo>
                  <a:cubicBezTo>
                    <a:pt x="854" y="6813"/>
                    <a:pt x="827" y="6811"/>
                    <a:pt x="800" y="6811"/>
                  </a:cubicBezTo>
                  <a:cubicBezTo>
                    <a:pt x="618" y="6811"/>
                    <a:pt x="448" y="6903"/>
                    <a:pt x="326" y="7064"/>
                  </a:cubicBezTo>
                  <a:cubicBezTo>
                    <a:pt x="120" y="7335"/>
                    <a:pt x="154" y="7547"/>
                    <a:pt x="219" y="7681"/>
                  </a:cubicBezTo>
                  <a:cubicBezTo>
                    <a:pt x="326" y="7904"/>
                    <a:pt x="603" y="8058"/>
                    <a:pt x="1062" y="8157"/>
                  </a:cubicBezTo>
                  <a:cubicBezTo>
                    <a:pt x="1049" y="8178"/>
                    <a:pt x="1035" y="8195"/>
                    <a:pt x="1021" y="8215"/>
                  </a:cubicBezTo>
                  <a:cubicBezTo>
                    <a:pt x="747" y="8558"/>
                    <a:pt x="428" y="8630"/>
                    <a:pt x="219" y="8637"/>
                  </a:cubicBezTo>
                  <a:cubicBezTo>
                    <a:pt x="99" y="8640"/>
                    <a:pt x="0" y="8740"/>
                    <a:pt x="0" y="8863"/>
                  </a:cubicBezTo>
                  <a:cubicBezTo>
                    <a:pt x="0" y="8983"/>
                    <a:pt x="96" y="9079"/>
                    <a:pt x="216" y="9086"/>
                  </a:cubicBezTo>
                  <a:lnTo>
                    <a:pt x="264" y="9086"/>
                  </a:lnTo>
                  <a:cubicBezTo>
                    <a:pt x="524" y="9086"/>
                    <a:pt x="949" y="8990"/>
                    <a:pt x="1354" y="8479"/>
                  </a:cubicBezTo>
                  <a:cubicBezTo>
                    <a:pt x="1415" y="8404"/>
                    <a:pt x="1467" y="8318"/>
                    <a:pt x="1511" y="8226"/>
                  </a:cubicBezTo>
                  <a:cubicBezTo>
                    <a:pt x="1549" y="8233"/>
                    <a:pt x="1590" y="8236"/>
                    <a:pt x="1628" y="8239"/>
                  </a:cubicBezTo>
                  <a:cubicBezTo>
                    <a:pt x="1617" y="8356"/>
                    <a:pt x="1614" y="8472"/>
                    <a:pt x="1614" y="8592"/>
                  </a:cubicBezTo>
                  <a:cubicBezTo>
                    <a:pt x="1614" y="9483"/>
                    <a:pt x="1830" y="10278"/>
                    <a:pt x="2248" y="10953"/>
                  </a:cubicBezTo>
                  <a:cubicBezTo>
                    <a:pt x="2632" y="11577"/>
                    <a:pt x="3187" y="12088"/>
                    <a:pt x="3893" y="12472"/>
                  </a:cubicBezTo>
                  <a:lnTo>
                    <a:pt x="4181" y="13986"/>
                  </a:lnTo>
                  <a:cubicBezTo>
                    <a:pt x="4229" y="14233"/>
                    <a:pt x="4445" y="14411"/>
                    <a:pt x="4695" y="14415"/>
                  </a:cubicBezTo>
                  <a:lnTo>
                    <a:pt x="5713" y="14415"/>
                  </a:lnTo>
                  <a:cubicBezTo>
                    <a:pt x="5963" y="14411"/>
                    <a:pt x="6179" y="14233"/>
                    <a:pt x="6227" y="13986"/>
                  </a:cubicBezTo>
                  <a:lnTo>
                    <a:pt x="6374" y="13201"/>
                  </a:lnTo>
                  <a:cubicBezTo>
                    <a:pt x="6686" y="13236"/>
                    <a:pt x="7004" y="13253"/>
                    <a:pt x="7320" y="13253"/>
                  </a:cubicBezTo>
                  <a:cubicBezTo>
                    <a:pt x="7758" y="13253"/>
                    <a:pt x="8197" y="13222"/>
                    <a:pt x="8632" y="13160"/>
                  </a:cubicBezTo>
                  <a:lnTo>
                    <a:pt x="8786" y="13986"/>
                  </a:lnTo>
                  <a:cubicBezTo>
                    <a:pt x="8834" y="14233"/>
                    <a:pt x="9050" y="14411"/>
                    <a:pt x="9300" y="14415"/>
                  </a:cubicBezTo>
                  <a:lnTo>
                    <a:pt x="10311" y="14415"/>
                  </a:lnTo>
                  <a:cubicBezTo>
                    <a:pt x="10565" y="14411"/>
                    <a:pt x="10781" y="14233"/>
                    <a:pt x="10825" y="13986"/>
                  </a:cubicBezTo>
                  <a:lnTo>
                    <a:pt x="11130" y="12382"/>
                  </a:lnTo>
                  <a:cubicBezTo>
                    <a:pt x="11987" y="11930"/>
                    <a:pt x="12628" y="11334"/>
                    <a:pt x="13046" y="10614"/>
                  </a:cubicBezTo>
                  <a:cubicBezTo>
                    <a:pt x="13073" y="10566"/>
                    <a:pt x="13118" y="10529"/>
                    <a:pt x="13173" y="10508"/>
                  </a:cubicBezTo>
                  <a:lnTo>
                    <a:pt x="14149" y="10203"/>
                  </a:lnTo>
                  <a:cubicBezTo>
                    <a:pt x="14485" y="10093"/>
                    <a:pt x="14711" y="9782"/>
                    <a:pt x="14711" y="9432"/>
                  </a:cubicBezTo>
                  <a:lnTo>
                    <a:pt x="14711" y="8431"/>
                  </a:lnTo>
                  <a:cubicBezTo>
                    <a:pt x="14711" y="8082"/>
                    <a:pt x="14485" y="7770"/>
                    <a:pt x="14149" y="7664"/>
                  </a:cubicBezTo>
                  <a:lnTo>
                    <a:pt x="13546" y="7468"/>
                  </a:lnTo>
                  <a:cubicBezTo>
                    <a:pt x="13467" y="7444"/>
                    <a:pt x="13409" y="7383"/>
                    <a:pt x="13385" y="7304"/>
                  </a:cubicBezTo>
                  <a:cubicBezTo>
                    <a:pt x="13258" y="6900"/>
                    <a:pt x="13063" y="6519"/>
                    <a:pt x="12813" y="6177"/>
                  </a:cubicBezTo>
                  <a:cubicBezTo>
                    <a:pt x="12700" y="6019"/>
                    <a:pt x="12570" y="5868"/>
                    <a:pt x="12432" y="5728"/>
                  </a:cubicBezTo>
                  <a:cubicBezTo>
                    <a:pt x="12525" y="5330"/>
                    <a:pt x="12570" y="4926"/>
                    <a:pt x="12566" y="4518"/>
                  </a:cubicBezTo>
                  <a:cubicBezTo>
                    <a:pt x="12556" y="3970"/>
                    <a:pt x="12446" y="3651"/>
                    <a:pt x="12230" y="3538"/>
                  </a:cubicBezTo>
                  <a:cubicBezTo>
                    <a:pt x="12189" y="3516"/>
                    <a:pt x="12119" y="3479"/>
                    <a:pt x="11962" y="3479"/>
                  </a:cubicBezTo>
                  <a:cubicBezTo>
                    <a:pt x="11673" y="3479"/>
                    <a:pt x="11090" y="3603"/>
                    <a:pt x="9852" y="4168"/>
                  </a:cubicBezTo>
                  <a:cubicBezTo>
                    <a:pt x="9808" y="4189"/>
                    <a:pt x="9766" y="4213"/>
                    <a:pt x="9725" y="4244"/>
                  </a:cubicBezTo>
                  <a:cubicBezTo>
                    <a:pt x="9595" y="4210"/>
                    <a:pt x="9465" y="4175"/>
                    <a:pt x="9331" y="4148"/>
                  </a:cubicBezTo>
                  <a:lnTo>
                    <a:pt x="9283" y="4138"/>
                  </a:lnTo>
                  <a:cubicBezTo>
                    <a:pt x="9441" y="3795"/>
                    <a:pt x="9530" y="3428"/>
                    <a:pt x="9547" y="3055"/>
                  </a:cubicBezTo>
                  <a:cubicBezTo>
                    <a:pt x="9552" y="2906"/>
                    <a:pt x="9441" y="2830"/>
                    <a:pt x="9330" y="2830"/>
                  </a:cubicBezTo>
                  <a:cubicBezTo>
                    <a:pt x="9226" y="2830"/>
                    <a:pt x="9124" y="2897"/>
                    <a:pt x="9119" y="3034"/>
                  </a:cubicBezTo>
                  <a:cubicBezTo>
                    <a:pt x="9074" y="4035"/>
                    <a:pt x="8430" y="4915"/>
                    <a:pt x="7491" y="5262"/>
                  </a:cubicBezTo>
                  <a:cubicBezTo>
                    <a:pt x="7205" y="5222"/>
                    <a:pt x="6917" y="5202"/>
                    <a:pt x="6629" y="5202"/>
                  </a:cubicBezTo>
                  <a:cubicBezTo>
                    <a:pt x="6341" y="5202"/>
                    <a:pt x="6053" y="5222"/>
                    <a:pt x="5767" y="5262"/>
                  </a:cubicBezTo>
                  <a:cubicBezTo>
                    <a:pt x="4119" y="4652"/>
                    <a:pt x="3602" y="2575"/>
                    <a:pt x="4774" y="1262"/>
                  </a:cubicBezTo>
                  <a:cubicBezTo>
                    <a:pt x="5276" y="700"/>
                    <a:pt x="5954" y="431"/>
                    <a:pt x="6627" y="431"/>
                  </a:cubicBezTo>
                  <a:cubicBezTo>
                    <a:pt x="7521" y="431"/>
                    <a:pt x="8405" y="905"/>
                    <a:pt x="8855" y="1801"/>
                  </a:cubicBezTo>
                  <a:cubicBezTo>
                    <a:pt x="8899" y="1881"/>
                    <a:pt x="8969" y="1914"/>
                    <a:pt x="9038" y="1914"/>
                  </a:cubicBezTo>
                  <a:cubicBezTo>
                    <a:pt x="9178" y="1914"/>
                    <a:pt x="9317" y="1776"/>
                    <a:pt x="9239" y="1609"/>
                  </a:cubicBezTo>
                  <a:cubicBezTo>
                    <a:pt x="8714" y="567"/>
                    <a:pt x="7678" y="0"/>
                    <a:pt x="66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6" name="Google Shape;12066;p85"/>
          <p:cNvGrpSpPr/>
          <p:nvPr/>
        </p:nvGrpSpPr>
        <p:grpSpPr>
          <a:xfrm>
            <a:off x="5769778" y="2292101"/>
            <a:ext cx="374877" cy="367044"/>
            <a:chOff x="5769778" y="2292101"/>
            <a:chExt cx="374877" cy="367044"/>
          </a:xfrm>
        </p:grpSpPr>
        <p:sp>
          <p:nvSpPr>
            <p:cNvPr id="12067" name="Google Shape;12067;p85"/>
            <p:cNvSpPr/>
            <p:nvPr/>
          </p:nvSpPr>
          <p:spPr>
            <a:xfrm>
              <a:off x="5783687" y="2297917"/>
              <a:ext cx="355571" cy="355676"/>
            </a:xfrm>
            <a:custGeom>
              <a:rect b="b" l="l" r="r" t="t"/>
              <a:pathLst>
                <a:path extrusionOk="0" h="13578" w="13574">
                  <a:moveTo>
                    <a:pt x="6785" y="1"/>
                  </a:moveTo>
                  <a:cubicBezTo>
                    <a:pt x="3036" y="1"/>
                    <a:pt x="0" y="3040"/>
                    <a:pt x="0" y="6789"/>
                  </a:cubicBezTo>
                  <a:cubicBezTo>
                    <a:pt x="0" y="10538"/>
                    <a:pt x="3036" y="13577"/>
                    <a:pt x="6785" y="13577"/>
                  </a:cubicBezTo>
                  <a:cubicBezTo>
                    <a:pt x="10534" y="13577"/>
                    <a:pt x="13574" y="10538"/>
                    <a:pt x="13574" y="6789"/>
                  </a:cubicBezTo>
                  <a:cubicBezTo>
                    <a:pt x="13574" y="3040"/>
                    <a:pt x="10534" y="1"/>
                    <a:pt x="6785"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5"/>
            <p:cNvSpPr/>
            <p:nvPr/>
          </p:nvSpPr>
          <p:spPr>
            <a:xfrm>
              <a:off x="5810328" y="2324583"/>
              <a:ext cx="302264" cy="302343"/>
            </a:xfrm>
            <a:custGeom>
              <a:rect b="b" l="l" r="r" t="t"/>
              <a:pathLst>
                <a:path extrusionOk="0" h="11542" w="11539">
                  <a:moveTo>
                    <a:pt x="5768" y="0"/>
                  </a:moveTo>
                  <a:cubicBezTo>
                    <a:pt x="2585" y="0"/>
                    <a:pt x="1" y="2584"/>
                    <a:pt x="1" y="5771"/>
                  </a:cubicBezTo>
                  <a:cubicBezTo>
                    <a:pt x="1" y="8958"/>
                    <a:pt x="2585" y="11542"/>
                    <a:pt x="5768" y="11542"/>
                  </a:cubicBezTo>
                  <a:cubicBezTo>
                    <a:pt x="8955" y="11542"/>
                    <a:pt x="11539" y="8958"/>
                    <a:pt x="11539" y="5771"/>
                  </a:cubicBezTo>
                  <a:cubicBezTo>
                    <a:pt x="11539" y="2584"/>
                    <a:pt x="8955" y="0"/>
                    <a:pt x="5768"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5"/>
            <p:cNvSpPr/>
            <p:nvPr/>
          </p:nvSpPr>
          <p:spPr>
            <a:xfrm>
              <a:off x="5769778" y="2292101"/>
              <a:ext cx="374877" cy="367044"/>
            </a:xfrm>
            <a:custGeom>
              <a:rect b="b" l="l" r="r" t="t"/>
              <a:pathLst>
                <a:path extrusionOk="0" h="14012" w="14311">
                  <a:moveTo>
                    <a:pt x="7316" y="1"/>
                  </a:moveTo>
                  <a:cubicBezTo>
                    <a:pt x="7002" y="1"/>
                    <a:pt x="6686" y="22"/>
                    <a:pt x="6367" y="65"/>
                  </a:cubicBezTo>
                  <a:cubicBezTo>
                    <a:pt x="2656" y="565"/>
                    <a:pt x="0" y="3899"/>
                    <a:pt x="336" y="7631"/>
                  </a:cubicBezTo>
                  <a:cubicBezTo>
                    <a:pt x="659" y="11259"/>
                    <a:pt x="3699" y="14012"/>
                    <a:pt x="7305" y="14012"/>
                  </a:cubicBezTo>
                  <a:cubicBezTo>
                    <a:pt x="7409" y="14012"/>
                    <a:pt x="7513" y="14010"/>
                    <a:pt x="7618" y="14005"/>
                  </a:cubicBezTo>
                  <a:cubicBezTo>
                    <a:pt x="11360" y="13841"/>
                    <a:pt x="14307" y="10756"/>
                    <a:pt x="14310" y="7011"/>
                  </a:cubicBezTo>
                  <a:cubicBezTo>
                    <a:pt x="14310" y="6888"/>
                    <a:pt x="14307" y="6761"/>
                    <a:pt x="14300" y="6637"/>
                  </a:cubicBezTo>
                  <a:cubicBezTo>
                    <a:pt x="14293" y="6506"/>
                    <a:pt x="14196" y="6442"/>
                    <a:pt x="14097" y="6442"/>
                  </a:cubicBezTo>
                  <a:cubicBezTo>
                    <a:pt x="13991" y="6442"/>
                    <a:pt x="13885" y="6516"/>
                    <a:pt x="13892" y="6658"/>
                  </a:cubicBezTo>
                  <a:cubicBezTo>
                    <a:pt x="13899" y="6775"/>
                    <a:pt x="13903" y="6894"/>
                    <a:pt x="13903" y="7011"/>
                  </a:cubicBezTo>
                  <a:cubicBezTo>
                    <a:pt x="13896" y="10523"/>
                    <a:pt x="11130" y="13409"/>
                    <a:pt x="7625" y="13560"/>
                  </a:cubicBezTo>
                  <a:cubicBezTo>
                    <a:pt x="7527" y="13564"/>
                    <a:pt x="7429" y="13566"/>
                    <a:pt x="7332" y="13566"/>
                  </a:cubicBezTo>
                  <a:cubicBezTo>
                    <a:pt x="3953" y="13566"/>
                    <a:pt x="1105" y="10984"/>
                    <a:pt x="802" y="7587"/>
                  </a:cubicBezTo>
                  <a:cubicBezTo>
                    <a:pt x="490" y="4088"/>
                    <a:pt x="2981" y="966"/>
                    <a:pt x="6456" y="497"/>
                  </a:cubicBezTo>
                  <a:cubicBezTo>
                    <a:pt x="6754" y="456"/>
                    <a:pt x="7049" y="437"/>
                    <a:pt x="7342" y="437"/>
                  </a:cubicBezTo>
                  <a:cubicBezTo>
                    <a:pt x="10469" y="437"/>
                    <a:pt x="13223" y="2670"/>
                    <a:pt x="13796" y="5832"/>
                  </a:cubicBezTo>
                  <a:cubicBezTo>
                    <a:pt x="13815" y="5930"/>
                    <a:pt x="13901" y="6000"/>
                    <a:pt x="13996" y="6000"/>
                  </a:cubicBezTo>
                  <a:cubicBezTo>
                    <a:pt x="14008" y="6000"/>
                    <a:pt x="14021" y="5999"/>
                    <a:pt x="14033" y="5997"/>
                  </a:cubicBezTo>
                  <a:cubicBezTo>
                    <a:pt x="14146" y="5976"/>
                    <a:pt x="14218" y="5870"/>
                    <a:pt x="14197" y="5757"/>
                  </a:cubicBezTo>
                  <a:cubicBezTo>
                    <a:pt x="13586" y="2386"/>
                    <a:pt x="10650" y="1"/>
                    <a:pt x="7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85"/>
            <p:cNvSpPr/>
            <p:nvPr/>
          </p:nvSpPr>
          <p:spPr>
            <a:xfrm>
              <a:off x="5784316" y="2319030"/>
              <a:ext cx="353240" cy="314288"/>
            </a:xfrm>
            <a:custGeom>
              <a:rect b="b" l="l" r="r" t="t"/>
              <a:pathLst>
                <a:path extrusionOk="0" h="11998" w="13485">
                  <a:moveTo>
                    <a:pt x="6783" y="0"/>
                  </a:moveTo>
                  <a:cubicBezTo>
                    <a:pt x="5165" y="0"/>
                    <a:pt x="3553" y="651"/>
                    <a:pt x="2372" y="1929"/>
                  </a:cubicBezTo>
                  <a:cubicBezTo>
                    <a:pt x="2218" y="2080"/>
                    <a:pt x="2360" y="2286"/>
                    <a:pt x="2518" y="2286"/>
                  </a:cubicBezTo>
                  <a:cubicBezTo>
                    <a:pt x="2571" y="2286"/>
                    <a:pt x="2627" y="2263"/>
                    <a:pt x="2673" y="2207"/>
                  </a:cubicBezTo>
                  <a:cubicBezTo>
                    <a:pt x="3765" y="1028"/>
                    <a:pt x="5253" y="427"/>
                    <a:pt x="6747" y="427"/>
                  </a:cubicBezTo>
                  <a:cubicBezTo>
                    <a:pt x="8024" y="427"/>
                    <a:pt x="9305" y="866"/>
                    <a:pt x="10349" y="1758"/>
                  </a:cubicBezTo>
                  <a:cubicBezTo>
                    <a:pt x="12614" y="3690"/>
                    <a:pt x="12950" y="7066"/>
                    <a:pt x="11110" y="9406"/>
                  </a:cubicBezTo>
                  <a:cubicBezTo>
                    <a:pt x="10017" y="10799"/>
                    <a:pt x="8388" y="11531"/>
                    <a:pt x="6739" y="11531"/>
                  </a:cubicBezTo>
                  <a:cubicBezTo>
                    <a:pt x="5612" y="11531"/>
                    <a:pt x="4476" y="11189"/>
                    <a:pt x="3496" y="10482"/>
                  </a:cubicBezTo>
                  <a:cubicBezTo>
                    <a:pt x="1083" y="8738"/>
                    <a:pt x="473" y="5400"/>
                    <a:pt x="2115" y="2916"/>
                  </a:cubicBezTo>
                  <a:cubicBezTo>
                    <a:pt x="2180" y="2823"/>
                    <a:pt x="2152" y="2697"/>
                    <a:pt x="2060" y="2632"/>
                  </a:cubicBezTo>
                  <a:cubicBezTo>
                    <a:pt x="2026" y="2609"/>
                    <a:pt x="1987" y="2598"/>
                    <a:pt x="1949" y="2598"/>
                  </a:cubicBezTo>
                  <a:cubicBezTo>
                    <a:pt x="1881" y="2598"/>
                    <a:pt x="1814" y="2631"/>
                    <a:pt x="1775" y="2690"/>
                  </a:cubicBezTo>
                  <a:cubicBezTo>
                    <a:pt x="0" y="5376"/>
                    <a:pt x="662" y="8985"/>
                    <a:pt x="3273" y="10866"/>
                  </a:cubicBezTo>
                  <a:cubicBezTo>
                    <a:pt x="4331" y="11629"/>
                    <a:pt x="5557" y="11997"/>
                    <a:pt x="6772" y="11997"/>
                  </a:cubicBezTo>
                  <a:cubicBezTo>
                    <a:pt x="8555" y="11997"/>
                    <a:pt x="10317" y="11204"/>
                    <a:pt x="11497" y="9698"/>
                  </a:cubicBezTo>
                  <a:cubicBezTo>
                    <a:pt x="13485" y="7165"/>
                    <a:pt x="13118" y="3516"/>
                    <a:pt x="10668" y="1429"/>
                  </a:cubicBezTo>
                  <a:cubicBezTo>
                    <a:pt x="9542" y="471"/>
                    <a:pt x="8160" y="0"/>
                    <a:pt x="67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85"/>
            <p:cNvSpPr/>
            <p:nvPr/>
          </p:nvSpPr>
          <p:spPr>
            <a:xfrm>
              <a:off x="5831153" y="2470358"/>
              <a:ext cx="18441" cy="10792"/>
            </a:xfrm>
            <a:custGeom>
              <a:rect b="b" l="l" r="r" t="t"/>
              <a:pathLst>
                <a:path extrusionOk="0" h="412" w="704">
                  <a:moveTo>
                    <a:pt x="203" y="0"/>
                  </a:moveTo>
                  <a:cubicBezTo>
                    <a:pt x="90" y="0"/>
                    <a:pt x="1" y="93"/>
                    <a:pt x="1" y="206"/>
                  </a:cubicBezTo>
                  <a:cubicBezTo>
                    <a:pt x="1" y="319"/>
                    <a:pt x="93" y="412"/>
                    <a:pt x="203" y="412"/>
                  </a:cubicBezTo>
                  <a:lnTo>
                    <a:pt x="498" y="412"/>
                  </a:lnTo>
                  <a:cubicBezTo>
                    <a:pt x="611" y="412"/>
                    <a:pt x="703" y="319"/>
                    <a:pt x="703" y="206"/>
                  </a:cubicBezTo>
                  <a:cubicBezTo>
                    <a:pt x="703" y="93"/>
                    <a:pt x="611" y="0"/>
                    <a:pt x="4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85"/>
            <p:cNvSpPr/>
            <p:nvPr/>
          </p:nvSpPr>
          <p:spPr>
            <a:xfrm>
              <a:off x="5956129" y="2345487"/>
              <a:ext cx="135638" cy="135664"/>
            </a:xfrm>
            <a:custGeom>
              <a:rect b="b" l="l" r="r" t="t"/>
              <a:pathLst>
                <a:path extrusionOk="0" h="5179" w="5178">
                  <a:moveTo>
                    <a:pt x="204" y="1"/>
                  </a:moveTo>
                  <a:cubicBezTo>
                    <a:pt x="102" y="1"/>
                    <a:pt x="0" y="69"/>
                    <a:pt x="0" y="206"/>
                  </a:cubicBezTo>
                  <a:lnTo>
                    <a:pt x="0" y="4973"/>
                  </a:lnTo>
                  <a:cubicBezTo>
                    <a:pt x="0" y="5086"/>
                    <a:pt x="89" y="5179"/>
                    <a:pt x="202" y="5179"/>
                  </a:cubicBezTo>
                  <a:lnTo>
                    <a:pt x="4972" y="5179"/>
                  </a:lnTo>
                  <a:cubicBezTo>
                    <a:pt x="5085" y="5179"/>
                    <a:pt x="5178" y="5086"/>
                    <a:pt x="5178" y="4973"/>
                  </a:cubicBezTo>
                  <a:cubicBezTo>
                    <a:pt x="5178" y="4860"/>
                    <a:pt x="5085" y="4767"/>
                    <a:pt x="4972" y="4767"/>
                  </a:cubicBezTo>
                  <a:lnTo>
                    <a:pt x="408" y="4767"/>
                  </a:lnTo>
                  <a:lnTo>
                    <a:pt x="408" y="206"/>
                  </a:lnTo>
                  <a:cubicBezTo>
                    <a:pt x="408" y="69"/>
                    <a:pt x="306"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85"/>
            <p:cNvSpPr/>
            <p:nvPr/>
          </p:nvSpPr>
          <p:spPr>
            <a:xfrm>
              <a:off x="5956129" y="2587581"/>
              <a:ext cx="10688" cy="18441"/>
            </a:xfrm>
            <a:custGeom>
              <a:rect b="b" l="l" r="r" t="t"/>
              <a:pathLst>
                <a:path extrusionOk="0" h="704" w="408">
                  <a:moveTo>
                    <a:pt x="204" y="1"/>
                  </a:moveTo>
                  <a:cubicBezTo>
                    <a:pt x="102" y="1"/>
                    <a:pt x="0" y="69"/>
                    <a:pt x="0" y="206"/>
                  </a:cubicBezTo>
                  <a:lnTo>
                    <a:pt x="0" y="501"/>
                  </a:lnTo>
                  <a:cubicBezTo>
                    <a:pt x="0" y="614"/>
                    <a:pt x="89" y="703"/>
                    <a:pt x="202" y="703"/>
                  </a:cubicBezTo>
                  <a:cubicBezTo>
                    <a:pt x="315" y="703"/>
                    <a:pt x="408" y="614"/>
                    <a:pt x="408" y="501"/>
                  </a:cubicBezTo>
                  <a:lnTo>
                    <a:pt x="408" y="206"/>
                  </a:lnTo>
                  <a:cubicBezTo>
                    <a:pt x="408" y="69"/>
                    <a:pt x="306"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85"/>
            <p:cNvSpPr/>
            <p:nvPr/>
          </p:nvSpPr>
          <p:spPr>
            <a:xfrm>
              <a:off x="5865390" y="2381898"/>
              <a:ext cx="20904" cy="16450"/>
            </a:xfrm>
            <a:custGeom>
              <a:rect b="b" l="l" r="r" t="t"/>
              <a:pathLst>
                <a:path extrusionOk="0" h="628" w="798">
                  <a:moveTo>
                    <a:pt x="298" y="1"/>
                  </a:moveTo>
                  <a:cubicBezTo>
                    <a:pt x="138" y="1"/>
                    <a:pt x="0" y="208"/>
                    <a:pt x="150" y="358"/>
                  </a:cubicBezTo>
                  <a:lnTo>
                    <a:pt x="359" y="564"/>
                  </a:lnTo>
                  <a:cubicBezTo>
                    <a:pt x="404" y="609"/>
                    <a:pt x="454" y="627"/>
                    <a:pt x="502" y="627"/>
                  </a:cubicBezTo>
                  <a:cubicBezTo>
                    <a:pt x="660" y="627"/>
                    <a:pt x="797" y="423"/>
                    <a:pt x="647" y="273"/>
                  </a:cubicBezTo>
                  <a:lnTo>
                    <a:pt x="442" y="64"/>
                  </a:lnTo>
                  <a:cubicBezTo>
                    <a:pt x="397" y="19"/>
                    <a:pt x="347"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85"/>
            <p:cNvSpPr/>
            <p:nvPr/>
          </p:nvSpPr>
          <p:spPr>
            <a:xfrm>
              <a:off x="6038434" y="2553266"/>
              <a:ext cx="19044" cy="16293"/>
            </a:xfrm>
            <a:custGeom>
              <a:rect b="b" l="l" r="r" t="t"/>
              <a:pathLst>
                <a:path extrusionOk="0" h="622" w="727">
                  <a:moveTo>
                    <a:pt x="226" y="1"/>
                  </a:moveTo>
                  <a:cubicBezTo>
                    <a:pt x="173" y="1"/>
                    <a:pt x="120" y="21"/>
                    <a:pt x="79" y="60"/>
                  </a:cubicBezTo>
                  <a:cubicBezTo>
                    <a:pt x="0" y="139"/>
                    <a:pt x="0" y="269"/>
                    <a:pt x="79" y="351"/>
                  </a:cubicBezTo>
                  <a:lnTo>
                    <a:pt x="288" y="557"/>
                  </a:lnTo>
                  <a:cubicBezTo>
                    <a:pt x="334" y="602"/>
                    <a:pt x="385" y="622"/>
                    <a:pt x="433" y="622"/>
                  </a:cubicBezTo>
                  <a:cubicBezTo>
                    <a:pt x="592" y="622"/>
                    <a:pt x="727" y="416"/>
                    <a:pt x="580" y="269"/>
                  </a:cubicBezTo>
                  <a:lnTo>
                    <a:pt x="371" y="60"/>
                  </a:lnTo>
                  <a:cubicBezTo>
                    <a:pt x="331" y="21"/>
                    <a:pt x="279"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85"/>
            <p:cNvSpPr/>
            <p:nvPr/>
          </p:nvSpPr>
          <p:spPr>
            <a:xfrm>
              <a:off x="6036653" y="2381976"/>
              <a:ext cx="20825" cy="16398"/>
            </a:xfrm>
            <a:custGeom>
              <a:rect b="b" l="l" r="r" t="t"/>
              <a:pathLst>
                <a:path extrusionOk="0" h="626" w="795">
                  <a:moveTo>
                    <a:pt x="499" y="1"/>
                  </a:moveTo>
                  <a:cubicBezTo>
                    <a:pt x="451" y="1"/>
                    <a:pt x="401" y="20"/>
                    <a:pt x="356" y="64"/>
                  </a:cubicBezTo>
                  <a:lnTo>
                    <a:pt x="147" y="273"/>
                  </a:lnTo>
                  <a:cubicBezTo>
                    <a:pt x="0" y="420"/>
                    <a:pt x="135" y="626"/>
                    <a:pt x="294" y="626"/>
                  </a:cubicBezTo>
                  <a:cubicBezTo>
                    <a:pt x="342" y="626"/>
                    <a:pt x="393" y="607"/>
                    <a:pt x="439" y="561"/>
                  </a:cubicBezTo>
                  <a:lnTo>
                    <a:pt x="648" y="355"/>
                  </a:lnTo>
                  <a:cubicBezTo>
                    <a:pt x="795" y="205"/>
                    <a:pt x="657"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85"/>
            <p:cNvSpPr/>
            <p:nvPr/>
          </p:nvSpPr>
          <p:spPr>
            <a:xfrm>
              <a:off x="5867249" y="2553161"/>
              <a:ext cx="19044" cy="16319"/>
            </a:xfrm>
            <a:custGeom>
              <a:rect b="b" l="l" r="r" t="t"/>
              <a:pathLst>
                <a:path extrusionOk="0" h="623" w="727">
                  <a:moveTo>
                    <a:pt x="431" y="1"/>
                  </a:moveTo>
                  <a:cubicBezTo>
                    <a:pt x="383" y="1"/>
                    <a:pt x="333" y="19"/>
                    <a:pt x="288" y="64"/>
                  </a:cubicBezTo>
                  <a:lnTo>
                    <a:pt x="79" y="273"/>
                  </a:lnTo>
                  <a:cubicBezTo>
                    <a:pt x="1" y="352"/>
                    <a:pt x="1" y="482"/>
                    <a:pt x="79" y="561"/>
                  </a:cubicBezTo>
                  <a:cubicBezTo>
                    <a:pt x="119" y="602"/>
                    <a:pt x="171" y="623"/>
                    <a:pt x="224" y="623"/>
                  </a:cubicBezTo>
                  <a:cubicBezTo>
                    <a:pt x="276" y="623"/>
                    <a:pt x="330" y="602"/>
                    <a:pt x="371" y="561"/>
                  </a:cubicBezTo>
                  <a:lnTo>
                    <a:pt x="576" y="355"/>
                  </a:lnTo>
                  <a:cubicBezTo>
                    <a:pt x="726" y="205"/>
                    <a:pt x="589" y="1"/>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5"/>
            <p:cNvSpPr/>
            <p:nvPr/>
          </p:nvSpPr>
          <p:spPr>
            <a:xfrm>
              <a:off x="5838592" y="2421400"/>
              <a:ext cx="22868" cy="13936"/>
            </a:xfrm>
            <a:custGeom>
              <a:rect b="b" l="l" r="r" t="t"/>
              <a:pathLst>
                <a:path extrusionOk="0" h="532" w="873">
                  <a:moveTo>
                    <a:pt x="295" y="0"/>
                  </a:moveTo>
                  <a:cubicBezTo>
                    <a:pt x="99" y="0"/>
                    <a:pt x="1" y="303"/>
                    <a:pt x="221" y="396"/>
                  </a:cubicBezTo>
                  <a:lnTo>
                    <a:pt x="491" y="512"/>
                  </a:lnTo>
                  <a:cubicBezTo>
                    <a:pt x="522" y="525"/>
                    <a:pt x="551" y="531"/>
                    <a:pt x="578" y="531"/>
                  </a:cubicBezTo>
                  <a:cubicBezTo>
                    <a:pt x="775" y="531"/>
                    <a:pt x="872" y="229"/>
                    <a:pt x="652" y="135"/>
                  </a:cubicBezTo>
                  <a:lnTo>
                    <a:pt x="382" y="19"/>
                  </a:lnTo>
                  <a:cubicBezTo>
                    <a:pt x="351" y="6"/>
                    <a:pt x="322"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85"/>
            <p:cNvSpPr/>
            <p:nvPr/>
          </p:nvSpPr>
          <p:spPr>
            <a:xfrm>
              <a:off x="6061512" y="2516147"/>
              <a:ext cx="22816" cy="13883"/>
            </a:xfrm>
            <a:custGeom>
              <a:rect b="b" l="l" r="r" t="t"/>
              <a:pathLst>
                <a:path extrusionOk="0" h="530" w="871">
                  <a:moveTo>
                    <a:pt x="291" y="1"/>
                  </a:moveTo>
                  <a:cubicBezTo>
                    <a:pt x="94" y="1"/>
                    <a:pt x="0" y="302"/>
                    <a:pt x="219" y="398"/>
                  </a:cubicBezTo>
                  <a:lnTo>
                    <a:pt x="490" y="511"/>
                  </a:lnTo>
                  <a:cubicBezTo>
                    <a:pt x="521" y="524"/>
                    <a:pt x="550" y="529"/>
                    <a:pt x="577" y="529"/>
                  </a:cubicBezTo>
                  <a:cubicBezTo>
                    <a:pt x="773" y="529"/>
                    <a:pt x="871" y="227"/>
                    <a:pt x="651" y="134"/>
                  </a:cubicBezTo>
                  <a:lnTo>
                    <a:pt x="380" y="21"/>
                  </a:lnTo>
                  <a:cubicBezTo>
                    <a:pt x="349" y="7"/>
                    <a:pt x="31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85"/>
            <p:cNvSpPr/>
            <p:nvPr/>
          </p:nvSpPr>
          <p:spPr>
            <a:xfrm>
              <a:off x="6000923" y="2355336"/>
              <a:ext cx="16162" cy="17917"/>
            </a:xfrm>
            <a:custGeom>
              <a:rect b="b" l="l" r="r" t="t"/>
              <a:pathLst>
                <a:path extrusionOk="0" h="684" w="617">
                  <a:moveTo>
                    <a:pt x="353" y="1"/>
                  </a:moveTo>
                  <a:cubicBezTo>
                    <a:pt x="281" y="1"/>
                    <a:pt x="209" y="38"/>
                    <a:pt x="171" y="128"/>
                  </a:cubicBezTo>
                  <a:lnTo>
                    <a:pt x="55" y="399"/>
                  </a:lnTo>
                  <a:cubicBezTo>
                    <a:pt x="0" y="533"/>
                    <a:pt x="96" y="684"/>
                    <a:pt x="243" y="684"/>
                  </a:cubicBezTo>
                  <a:cubicBezTo>
                    <a:pt x="326" y="684"/>
                    <a:pt x="401" y="632"/>
                    <a:pt x="432" y="557"/>
                  </a:cubicBezTo>
                  <a:lnTo>
                    <a:pt x="548" y="286"/>
                  </a:lnTo>
                  <a:cubicBezTo>
                    <a:pt x="617" y="125"/>
                    <a:pt x="484" y="1"/>
                    <a:pt x="3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5"/>
            <p:cNvSpPr/>
            <p:nvPr/>
          </p:nvSpPr>
          <p:spPr>
            <a:xfrm>
              <a:off x="5906490" y="2578203"/>
              <a:ext cx="15900" cy="17917"/>
            </a:xfrm>
            <a:custGeom>
              <a:rect b="b" l="l" r="r" t="t"/>
              <a:pathLst>
                <a:path extrusionOk="0" h="684" w="607">
                  <a:moveTo>
                    <a:pt x="342" y="0"/>
                  </a:moveTo>
                  <a:cubicBezTo>
                    <a:pt x="270" y="0"/>
                    <a:pt x="199" y="37"/>
                    <a:pt x="161" y="126"/>
                  </a:cubicBezTo>
                  <a:lnTo>
                    <a:pt x="45" y="396"/>
                  </a:lnTo>
                  <a:cubicBezTo>
                    <a:pt x="0" y="503"/>
                    <a:pt x="48" y="623"/>
                    <a:pt x="154" y="667"/>
                  </a:cubicBezTo>
                  <a:cubicBezTo>
                    <a:pt x="180" y="678"/>
                    <a:pt x="207" y="684"/>
                    <a:pt x="234" y="684"/>
                  </a:cubicBezTo>
                  <a:cubicBezTo>
                    <a:pt x="313" y="684"/>
                    <a:pt x="388" y="637"/>
                    <a:pt x="422" y="558"/>
                  </a:cubicBezTo>
                  <a:lnTo>
                    <a:pt x="538" y="287"/>
                  </a:lnTo>
                  <a:cubicBezTo>
                    <a:pt x="607" y="125"/>
                    <a:pt x="473"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85"/>
            <p:cNvSpPr/>
            <p:nvPr/>
          </p:nvSpPr>
          <p:spPr>
            <a:xfrm>
              <a:off x="5907983" y="2354472"/>
              <a:ext cx="16031" cy="17970"/>
            </a:xfrm>
            <a:custGeom>
              <a:rect b="b" l="l" r="r" t="t"/>
              <a:pathLst>
                <a:path extrusionOk="0" h="686" w="612">
                  <a:moveTo>
                    <a:pt x="263" y="1"/>
                  </a:moveTo>
                  <a:cubicBezTo>
                    <a:pt x="133" y="1"/>
                    <a:pt x="1" y="122"/>
                    <a:pt x="66" y="285"/>
                  </a:cubicBezTo>
                  <a:lnTo>
                    <a:pt x="176" y="556"/>
                  </a:lnTo>
                  <a:cubicBezTo>
                    <a:pt x="207" y="634"/>
                    <a:pt x="282" y="686"/>
                    <a:pt x="368" y="686"/>
                  </a:cubicBezTo>
                  <a:cubicBezTo>
                    <a:pt x="512" y="682"/>
                    <a:pt x="611" y="538"/>
                    <a:pt x="556" y="401"/>
                  </a:cubicBezTo>
                  <a:lnTo>
                    <a:pt x="447" y="131"/>
                  </a:lnTo>
                  <a:cubicBezTo>
                    <a:pt x="410" y="39"/>
                    <a:pt x="337" y="1"/>
                    <a:pt x="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85"/>
            <p:cNvSpPr/>
            <p:nvPr/>
          </p:nvSpPr>
          <p:spPr>
            <a:xfrm>
              <a:off x="5999194" y="2579041"/>
              <a:ext cx="15717" cy="17996"/>
            </a:xfrm>
            <a:custGeom>
              <a:rect b="b" l="l" r="r" t="t"/>
              <a:pathLst>
                <a:path extrusionOk="0" h="687" w="600">
                  <a:moveTo>
                    <a:pt x="232" y="1"/>
                  </a:moveTo>
                  <a:cubicBezTo>
                    <a:pt x="207" y="1"/>
                    <a:pt x="183" y="5"/>
                    <a:pt x="159" y="15"/>
                  </a:cubicBezTo>
                  <a:lnTo>
                    <a:pt x="159" y="18"/>
                  </a:lnTo>
                  <a:cubicBezTo>
                    <a:pt x="52" y="59"/>
                    <a:pt x="1" y="179"/>
                    <a:pt x="45" y="282"/>
                  </a:cubicBezTo>
                  <a:lnTo>
                    <a:pt x="155" y="556"/>
                  </a:lnTo>
                  <a:cubicBezTo>
                    <a:pt x="191" y="648"/>
                    <a:pt x="263" y="686"/>
                    <a:pt x="336" y="686"/>
                  </a:cubicBezTo>
                  <a:cubicBezTo>
                    <a:pt x="466" y="686"/>
                    <a:pt x="599" y="564"/>
                    <a:pt x="536" y="402"/>
                  </a:cubicBezTo>
                  <a:lnTo>
                    <a:pt x="422" y="131"/>
                  </a:lnTo>
                  <a:cubicBezTo>
                    <a:pt x="391" y="50"/>
                    <a:pt x="313"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5"/>
            <p:cNvSpPr/>
            <p:nvPr/>
          </p:nvSpPr>
          <p:spPr>
            <a:xfrm>
              <a:off x="6062664" y="2423574"/>
              <a:ext cx="22502" cy="13674"/>
            </a:xfrm>
            <a:custGeom>
              <a:rect b="b" l="l" r="r" t="t"/>
              <a:pathLst>
                <a:path extrusionOk="0" h="522" w="859">
                  <a:moveTo>
                    <a:pt x="568" y="1"/>
                  </a:moveTo>
                  <a:cubicBezTo>
                    <a:pt x="542" y="1"/>
                    <a:pt x="514" y="6"/>
                    <a:pt x="484" y="18"/>
                  </a:cubicBezTo>
                  <a:lnTo>
                    <a:pt x="210" y="128"/>
                  </a:lnTo>
                  <a:cubicBezTo>
                    <a:pt x="1" y="210"/>
                    <a:pt x="62" y="522"/>
                    <a:pt x="289" y="522"/>
                  </a:cubicBezTo>
                  <a:cubicBezTo>
                    <a:pt x="313" y="522"/>
                    <a:pt x="340" y="518"/>
                    <a:pt x="364" y="508"/>
                  </a:cubicBezTo>
                  <a:lnTo>
                    <a:pt x="638" y="399"/>
                  </a:lnTo>
                  <a:cubicBezTo>
                    <a:pt x="859" y="308"/>
                    <a:pt x="767" y="1"/>
                    <a:pt x="5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85"/>
            <p:cNvSpPr/>
            <p:nvPr/>
          </p:nvSpPr>
          <p:spPr>
            <a:xfrm>
              <a:off x="5837675" y="2514235"/>
              <a:ext cx="22999" cy="13752"/>
            </a:xfrm>
            <a:custGeom>
              <a:rect b="b" l="l" r="r" t="t"/>
              <a:pathLst>
                <a:path extrusionOk="0" h="525" w="878">
                  <a:moveTo>
                    <a:pt x="584" y="1"/>
                  </a:moveTo>
                  <a:cubicBezTo>
                    <a:pt x="557" y="1"/>
                    <a:pt x="529" y="6"/>
                    <a:pt x="499" y="18"/>
                  </a:cubicBezTo>
                  <a:lnTo>
                    <a:pt x="225" y="128"/>
                  </a:lnTo>
                  <a:cubicBezTo>
                    <a:pt x="0" y="216"/>
                    <a:pt x="96" y="525"/>
                    <a:pt x="297" y="525"/>
                  </a:cubicBezTo>
                  <a:cubicBezTo>
                    <a:pt x="323" y="525"/>
                    <a:pt x="350" y="520"/>
                    <a:pt x="379" y="508"/>
                  </a:cubicBezTo>
                  <a:lnTo>
                    <a:pt x="653" y="395"/>
                  </a:lnTo>
                  <a:cubicBezTo>
                    <a:pt x="877" y="307"/>
                    <a:pt x="78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6" name="Google Shape;12086;p85"/>
          <p:cNvGrpSpPr/>
          <p:nvPr/>
        </p:nvGrpSpPr>
        <p:grpSpPr>
          <a:xfrm>
            <a:off x="6371739" y="2314603"/>
            <a:ext cx="267346" cy="322303"/>
            <a:chOff x="6371739" y="2314603"/>
            <a:chExt cx="267346" cy="322303"/>
          </a:xfrm>
        </p:grpSpPr>
        <p:sp>
          <p:nvSpPr>
            <p:cNvPr id="12087" name="Google Shape;12087;p85"/>
            <p:cNvSpPr/>
            <p:nvPr/>
          </p:nvSpPr>
          <p:spPr>
            <a:xfrm>
              <a:off x="6407993" y="2389023"/>
              <a:ext cx="194812" cy="243116"/>
            </a:xfrm>
            <a:custGeom>
              <a:rect b="b" l="l" r="r" t="t"/>
              <a:pathLst>
                <a:path extrusionOk="0" h="9281" w="7437">
                  <a:moveTo>
                    <a:pt x="1" y="1"/>
                  </a:moveTo>
                  <a:lnTo>
                    <a:pt x="473" y="8667"/>
                  </a:lnTo>
                  <a:cubicBezTo>
                    <a:pt x="491" y="9010"/>
                    <a:pt x="775" y="9280"/>
                    <a:pt x="1121" y="9280"/>
                  </a:cubicBezTo>
                  <a:lnTo>
                    <a:pt x="6289" y="9280"/>
                  </a:lnTo>
                  <a:cubicBezTo>
                    <a:pt x="6635" y="9280"/>
                    <a:pt x="6919" y="9013"/>
                    <a:pt x="6940" y="8667"/>
                  </a:cubicBezTo>
                  <a:lnTo>
                    <a:pt x="7437" y="1"/>
                  </a:ln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85"/>
            <p:cNvSpPr/>
            <p:nvPr/>
          </p:nvSpPr>
          <p:spPr>
            <a:xfrm>
              <a:off x="6420462" y="2389023"/>
              <a:ext cx="182343" cy="243116"/>
            </a:xfrm>
            <a:custGeom>
              <a:rect b="b" l="l" r="r" t="t"/>
              <a:pathLst>
                <a:path extrusionOk="0" h="9281" w="6961">
                  <a:moveTo>
                    <a:pt x="4805" y="1"/>
                  </a:moveTo>
                  <a:lnTo>
                    <a:pt x="4586" y="8078"/>
                  </a:lnTo>
                  <a:cubicBezTo>
                    <a:pt x="4576" y="8427"/>
                    <a:pt x="4288" y="8705"/>
                    <a:pt x="3938" y="8705"/>
                  </a:cubicBezTo>
                  <a:lnTo>
                    <a:pt x="1" y="8705"/>
                  </a:lnTo>
                  <a:cubicBezTo>
                    <a:pt x="39" y="9034"/>
                    <a:pt x="316" y="9280"/>
                    <a:pt x="649" y="9280"/>
                  </a:cubicBezTo>
                  <a:lnTo>
                    <a:pt x="5816" y="9280"/>
                  </a:lnTo>
                  <a:cubicBezTo>
                    <a:pt x="6159" y="9280"/>
                    <a:pt x="6443" y="9013"/>
                    <a:pt x="6464" y="8667"/>
                  </a:cubicBezTo>
                  <a:lnTo>
                    <a:pt x="696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85"/>
            <p:cNvSpPr/>
            <p:nvPr/>
          </p:nvSpPr>
          <p:spPr>
            <a:xfrm>
              <a:off x="6407993" y="2345670"/>
              <a:ext cx="194367" cy="40236"/>
            </a:xfrm>
            <a:custGeom>
              <a:rect b="b" l="l" r="r" t="t"/>
              <a:pathLst>
                <a:path extrusionOk="0" h="1536" w="7420">
                  <a:moveTo>
                    <a:pt x="1515" y="1"/>
                  </a:moveTo>
                  <a:cubicBezTo>
                    <a:pt x="679" y="1"/>
                    <a:pt x="1" y="679"/>
                    <a:pt x="1" y="1515"/>
                  </a:cubicBezTo>
                  <a:lnTo>
                    <a:pt x="1" y="1536"/>
                  </a:lnTo>
                  <a:lnTo>
                    <a:pt x="7420" y="1536"/>
                  </a:lnTo>
                  <a:lnTo>
                    <a:pt x="7420" y="1515"/>
                  </a:lnTo>
                  <a:cubicBezTo>
                    <a:pt x="7420" y="679"/>
                    <a:pt x="6741" y="1"/>
                    <a:pt x="5905"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85"/>
            <p:cNvSpPr/>
            <p:nvPr/>
          </p:nvSpPr>
          <p:spPr>
            <a:xfrm>
              <a:off x="6521286" y="2345670"/>
              <a:ext cx="81074" cy="40236"/>
            </a:xfrm>
            <a:custGeom>
              <a:rect b="b" l="l" r="r" t="t"/>
              <a:pathLst>
                <a:path extrusionOk="0" h="1536" w="3095">
                  <a:moveTo>
                    <a:pt x="0" y="1"/>
                  </a:moveTo>
                  <a:cubicBezTo>
                    <a:pt x="833" y="1"/>
                    <a:pt x="1511" y="679"/>
                    <a:pt x="1511" y="1512"/>
                  </a:cubicBezTo>
                  <a:lnTo>
                    <a:pt x="1511" y="1536"/>
                  </a:lnTo>
                  <a:lnTo>
                    <a:pt x="3095" y="1536"/>
                  </a:lnTo>
                  <a:lnTo>
                    <a:pt x="3095" y="1512"/>
                  </a:lnTo>
                  <a:cubicBezTo>
                    <a:pt x="3095" y="679"/>
                    <a:pt x="2419" y="1"/>
                    <a:pt x="1583"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85"/>
            <p:cNvSpPr/>
            <p:nvPr/>
          </p:nvSpPr>
          <p:spPr>
            <a:xfrm>
              <a:off x="6376768" y="2369534"/>
              <a:ext cx="257995" cy="28945"/>
            </a:xfrm>
            <a:custGeom>
              <a:rect b="b" l="l" r="r" t="t"/>
              <a:pathLst>
                <a:path extrusionOk="0" h="1105" w="9849">
                  <a:moveTo>
                    <a:pt x="9296" y="1"/>
                  </a:moveTo>
                  <a:cubicBezTo>
                    <a:pt x="9291" y="1"/>
                    <a:pt x="9287" y="1"/>
                    <a:pt x="9283" y="1"/>
                  </a:cubicBezTo>
                  <a:lnTo>
                    <a:pt x="538" y="1"/>
                  </a:lnTo>
                  <a:cubicBezTo>
                    <a:pt x="240" y="11"/>
                    <a:pt x="0" y="255"/>
                    <a:pt x="0" y="553"/>
                  </a:cubicBezTo>
                  <a:cubicBezTo>
                    <a:pt x="0" y="851"/>
                    <a:pt x="240" y="1098"/>
                    <a:pt x="538" y="1105"/>
                  </a:cubicBezTo>
                  <a:lnTo>
                    <a:pt x="9283" y="1105"/>
                  </a:lnTo>
                  <a:cubicBezTo>
                    <a:pt x="9289" y="1105"/>
                    <a:pt x="9295" y="1105"/>
                    <a:pt x="9302" y="1105"/>
                  </a:cubicBezTo>
                  <a:cubicBezTo>
                    <a:pt x="9602" y="1105"/>
                    <a:pt x="9849" y="858"/>
                    <a:pt x="9849" y="553"/>
                  </a:cubicBezTo>
                  <a:cubicBezTo>
                    <a:pt x="9849" y="249"/>
                    <a:pt x="9598" y="1"/>
                    <a:pt x="9296" y="1"/>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85"/>
            <p:cNvSpPr/>
            <p:nvPr/>
          </p:nvSpPr>
          <p:spPr>
            <a:xfrm>
              <a:off x="6376402" y="2369560"/>
              <a:ext cx="257549" cy="28919"/>
            </a:xfrm>
            <a:custGeom>
              <a:rect b="b" l="l" r="r" t="t"/>
              <a:pathLst>
                <a:path extrusionOk="0" h="1104" w="9832">
                  <a:moveTo>
                    <a:pt x="8153" y="0"/>
                  </a:moveTo>
                  <a:cubicBezTo>
                    <a:pt x="8153" y="305"/>
                    <a:pt x="7906" y="552"/>
                    <a:pt x="7604" y="552"/>
                  </a:cubicBezTo>
                  <a:lnTo>
                    <a:pt x="0" y="552"/>
                  </a:lnTo>
                  <a:cubicBezTo>
                    <a:pt x="0" y="857"/>
                    <a:pt x="247" y="1104"/>
                    <a:pt x="552" y="1104"/>
                  </a:cubicBezTo>
                  <a:lnTo>
                    <a:pt x="9297" y="1104"/>
                  </a:lnTo>
                  <a:cubicBezTo>
                    <a:pt x="9595" y="1097"/>
                    <a:pt x="9832" y="850"/>
                    <a:pt x="9832" y="552"/>
                  </a:cubicBezTo>
                  <a:cubicBezTo>
                    <a:pt x="9832" y="254"/>
                    <a:pt x="9595" y="10"/>
                    <a:pt x="929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85"/>
            <p:cNvSpPr/>
            <p:nvPr/>
          </p:nvSpPr>
          <p:spPr>
            <a:xfrm>
              <a:off x="6496506" y="2427634"/>
              <a:ext cx="17786" cy="155494"/>
            </a:xfrm>
            <a:custGeom>
              <a:rect b="b" l="l" r="r" t="t"/>
              <a:pathLst>
                <a:path extrusionOk="0" h="5936" w="679">
                  <a:moveTo>
                    <a:pt x="340" y="0"/>
                  </a:moveTo>
                  <a:cubicBezTo>
                    <a:pt x="151" y="0"/>
                    <a:pt x="0" y="154"/>
                    <a:pt x="0" y="339"/>
                  </a:cubicBezTo>
                  <a:lnTo>
                    <a:pt x="0" y="5596"/>
                  </a:lnTo>
                  <a:cubicBezTo>
                    <a:pt x="0" y="5785"/>
                    <a:pt x="151" y="5935"/>
                    <a:pt x="340" y="5935"/>
                  </a:cubicBezTo>
                  <a:cubicBezTo>
                    <a:pt x="528" y="5935"/>
                    <a:pt x="679" y="5785"/>
                    <a:pt x="679" y="5596"/>
                  </a:cubicBezTo>
                  <a:lnTo>
                    <a:pt x="679" y="339"/>
                  </a:lnTo>
                  <a:cubicBezTo>
                    <a:pt x="679" y="154"/>
                    <a:pt x="528" y="0"/>
                    <a:pt x="3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85"/>
            <p:cNvSpPr/>
            <p:nvPr/>
          </p:nvSpPr>
          <p:spPr>
            <a:xfrm>
              <a:off x="6547141" y="2427634"/>
              <a:ext cx="21925" cy="155310"/>
            </a:xfrm>
            <a:custGeom>
              <a:rect b="b" l="l" r="r" t="t"/>
              <a:pathLst>
                <a:path extrusionOk="0" h="5929" w="837">
                  <a:moveTo>
                    <a:pt x="490" y="0"/>
                  </a:moveTo>
                  <a:cubicBezTo>
                    <a:pt x="308" y="0"/>
                    <a:pt x="158" y="148"/>
                    <a:pt x="151" y="333"/>
                  </a:cubicBezTo>
                  <a:lnTo>
                    <a:pt x="3" y="5586"/>
                  </a:lnTo>
                  <a:cubicBezTo>
                    <a:pt x="0" y="5771"/>
                    <a:pt x="147" y="5922"/>
                    <a:pt x="332" y="5929"/>
                  </a:cubicBezTo>
                  <a:cubicBezTo>
                    <a:pt x="335" y="5929"/>
                    <a:pt x="337" y="5929"/>
                    <a:pt x="339" y="5929"/>
                  </a:cubicBezTo>
                  <a:cubicBezTo>
                    <a:pt x="521" y="5929"/>
                    <a:pt x="672" y="5789"/>
                    <a:pt x="682" y="5606"/>
                  </a:cubicBezTo>
                  <a:lnTo>
                    <a:pt x="829" y="350"/>
                  </a:lnTo>
                  <a:cubicBezTo>
                    <a:pt x="836" y="158"/>
                    <a:pt x="682" y="0"/>
                    <a:pt x="4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85"/>
            <p:cNvSpPr/>
            <p:nvPr/>
          </p:nvSpPr>
          <p:spPr>
            <a:xfrm>
              <a:off x="6441758" y="2427634"/>
              <a:ext cx="21820" cy="155310"/>
            </a:xfrm>
            <a:custGeom>
              <a:rect b="b" l="l" r="r" t="t"/>
              <a:pathLst>
                <a:path extrusionOk="0" h="5929" w="833">
                  <a:moveTo>
                    <a:pt x="346" y="0"/>
                  </a:moveTo>
                  <a:cubicBezTo>
                    <a:pt x="154" y="0"/>
                    <a:pt x="0" y="158"/>
                    <a:pt x="7" y="350"/>
                  </a:cubicBezTo>
                  <a:lnTo>
                    <a:pt x="154" y="5606"/>
                  </a:lnTo>
                  <a:cubicBezTo>
                    <a:pt x="164" y="5789"/>
                    <a:pt x="315" y="5929"/>
                    <a:pt x="497" y="5929"/>
                  </a:cubicBezTo>
                  <a:cubicBezTo>
                    <a:pt x="499" y="5929"/>
                    <a:pt x="502" y="5929"/>
                    <a:pt x="504" y="5929"/>
                  </a:cubicBezTo>
                  <a:cubicBezTo>
                    <a:pt x="689" y="5922"/>
                    <a:pt x="833" y="5771"/>
                    <a:pt x="833" y="5586"/>
                  </a:cubicBezTo>
                  <a:lnTo>
                    <a:pt x="685" y="333"/>
                  </a:lnTo>
                  <a:cubicBezTo>
                    <a:pt x="679" y="148"/>
                    <a:pt x="528" y="0"/>
                    <a:pt x="34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5"/>
            <p:cNvSpPr/>
            <p:nvPr/>
          </p:nvSpPr>
          <p:spPr>
            <a:xfrm>
              <a:off x="6497213" y="2427634"/>
              <a:ext cx="17079" cy="155494"/>
            </a:xfrm>
            <a:custGeom>
              <a:rect b="b" l="l" r="r" t="t"/>
              <a:pathLst>
                <a:path extrusionOk="0" h="5936" w="652">
                  <a:moveTo>
                    <a:pt x="299" y="0"/>
                  </a:moveTo>
                  <a:cubicBezTo>
                    <a:pt x="319" y="45"/>
                    <a:pt x="330" y="89"/>
                    <a:pt x="330" y="137"/>
                  </a:cubicBezTo>
                  <a:lnTo>
                    <a:pt x="330" y="5391"/>
                  </a:lnTo>
                  <a:cubicBezTo>
                    <a:pt x="326" y="5576"/>
                    <a:pt x="182" y="5723"/>
                    <a:pt x="1" y="5730"/>
                  </a:cubicBezTo>
                  <a:cubicBezTo>
                    <a:pt x="56" y="5857"/>
                    <a:pt x="176" y="5935"/>
                    <a:pt x="313" y="5935"/>
                  </a:cubicBezTo>
                  <a:cubicBezTo>
                    <a:pt x="501" y="5935"/>
                    <a:pt x="652" y="5785"/>
                    <a:pt x="652" y="5596"/>
                  </a:cubicBezTo>
                  <a:lnTo>
                    <a:pt x="652" y="339"/>
                  </a:lnTo>
                  <a:cubicBezTo>
                    <a:pt x="652" y="154"/>
                    <a:pt x="501" y="0"/>
                    <a:pt x="313"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5"/>
            <p:cNvSpPr/>
            <p:nvPr/>
          </p:nvSpPr>
          <p:spPr>
            <a:xfrm>
              <a:off x="6547927" y="2427634"/>
              <a:ext cx="21139" cy="155520"/>
            </a:xfrm>
            <a:custGeom>
              <a:rect b="b" l="l" r="r" t="t"/>
              <a:pathLst>
                <a:path extrusionOk="0" h="5937" w="807">
                  <a:moveTo>
                    <a:pt x="450" y="0"/>
                  </a:moveTo>
                  <a:cubicBezTo>
                    <a:pt x="467" y="45"/>
                    <a:pt x="477" y="96"/>
                    <a:pt x="477" y="144"/>
                  </a:cubicBezTo>
                  <a:lnTo>
                    <a:pt x="326" y="5401"/>
                  </a:lnTo>
                  <a:cubicBezTo>
                    <a:pt x="323" y="5579"/>
                    <a:pt x="179" y="5723"/>
                    <a:pt x="1" y="5730"/>
                  </a:cubicBezTo>
                  <a:cubicBezTo>
                    <a:pt x="62" y="5872"/>
                    <a:pt x="186" y="5937"/>
                    <a:pt x="309" y="5937"/>
                  </a:cubicBezTo>
                  <a:cubicBezTo>
                    <a:pt x="478" y="5937"/>
                    <a:pt x="646" y="5816"/>
                    <a:pt x="652" y="5606"/>
                  </a:cubicBezTo>
                  <a:lnTo>
                    <a:pt x="799" y="350"/>
                  </a:lnTo>
                  <a:cubicBezTo>
                    <a:pt x="806" y="158"/>
                    <a:pt x="652" y="0"/>
                    <a:pt x="460"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85"/>
            <p:cNvSpPr/>
            <p:nvPr/>
          </p:nvSpPr>
          <p:spPr>
            <a:xfrm>
              <a:off x="6446500" y="2427634"/>
              <a:ext cx="17236" cy="155546"/>
            </a:xfrm>
            <a:custGeom>
              <a:rect b="b" l="l" r="r" t="t"/>
              <a:pathLst>
                <a:path extrusionOk="0" h="5938" w="658">
                  <a:moveTo>
                    <a:pt x="151" y="0"/>
                  </a:moveTo>
                  <a:cubicBezTo>
                    <a:pt x="169" y="41"/>
                    <a:pt x="179" y="82"/>
                    <a:pt x="179" y="127"/>
                  </a:cubicBezTo>
                  <a:lnTo>
                    <a:pt x="326" y="5380"/>
                  </a:lnTo>
                  <a:cubicBezTo>
                    <a:pt x="333" y="5569"/>
                    <a:pt x="186" y="5723"/>
                    <a:pt x="1" y="5730"/>
                  </a:cubicBezTo>
                  <a:cubicBezTo>
                    <a:pt x="62" y="5873"/>
                    <a:pt x="185" y="5937"/>
                    <a:pt x="308" y="5937"/>
                  </a:cubicBezTo>
                  <a:cubicBezTo>
                    <a:pt x="483" y="5937"/>
                    <a:pt x="658" y="5807"/>
                    <a:pt x="652" y="5586"/>
                  </a:cubicBezTo>
                  <a:lnTo>
                    <a:pt x="504" y="333"/>
                  </a:lnTo>
                  <a:cubicBezTo>
                    <a:pt x="498" y="148"/>
                    <a:pt x="347" y="0"/>
                    <a:pt x="16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5"/>
            <p:cNvSpPr/>
            <p:nvPr/>
          </p:nvSpPr>
          <p:spPr>
            <a:xfrm>
              <a:off x="6371739" y="2314603"/>
              <a:ext cx="267346" cy="322303"/>
            </a:xfrm>
            <a:custGeom>
              <a:rect b="b" l="l" r="r" t="t"/>
              <a:pathLst>
                <a:path extrusionOk="0" h="12304" w="10206">
                  <a:moveTo>
                    <a:pt x="5168" y="361"/>
                  </a:moveTo>
                  <a:cubicBezTo>
                    <a:pt x="5552" y="361"/>
                    <a:pt x="5880" y="631"/>
                    <a:pt x="5959" y="1008"/>
                  </a:cubicBezTo>
                  <a:lnTo>
                    <a:pt x="4246" y="1008"/>
                  </a:lnTo>
                  <a:cubicBezTo>
                    <a:pt x="4325" y="631"/>
                    <a:pt x="4654" y="361"/>
                    <a:pt x="5037" y="361"/>
                  </a:cubicBezTo>
                  <a:close/>
                  <a:moveTo>
                    <a:pt x="7292" y="1368"/>
                  </a:moveTo>
                  <a:cubicBezTo>
                    <a:pt x="7721" y="1368"/>
                    <a:pt x="8122" y="1574"/>
                    <a:pt x="8372" y="1920"/>
                  </a:cubicBezTo>
                  <a:lnTo>
                    <a:pt x="1820" y="1920"/>
                  </a:lnTo>
                  <a:cubicBezTo>
                    <a:pt x="2066" y="1574"/>
                    <a:pt x="2467" y="1368"/>
                    <a:pt x="2896" y="1368"/>
                  </a:cubicBezTo>
                  <a:close/>
                  <a:moveTo>
                    <a:pt x="5041" y="1"/>
                  </a:moveTo>
                  <a:cubicBezTo>
                    <a:pt x="4458" y="1"/>
                    <a:pt x="3965" y="433"/>
                    <a:pt x="3883" y="1008"/>
                  </a:cubicBezTo>
                  <a:lnTo>
                    <a:pt x="2899" y="1008"/>
                  </a:lnTo>
                  <a:cubicBezTo>
                    <a:pt x="2265" y="1008"/>
                    <a:pt x="1690" y="1358"/>
                    <a:pt x="1398" y="1920"/>
                  </a:cubicBezTo>
                  <a:lnTo>
                    <a:pt x="730" y="1920"/>
                  </a:lnTo>
                  <a:cubicBezTo>
                    <a:pt x="326" y="1920"/>
                    <a:pt x="0" y="2245"/>
                    <a:pt x="0" y="2650"/>
                  </a:cubicBezTo>
                  <a:cubicBezTo>
                    <a:pt x="0" y="3054"/>
                    <a:pt x="326" y="3383"/>
                    <a:pt x="730" y="3383"/>
                  </a:cubicBezTo>
                  <a:lnTo>
                    <a:pt x="1234" y="3383"/>
                  </a:lnTo>
                  <a:lnTo>
                    <a:pt x="1676" y="11518"/>
                  </a:lnTo>
                  <a:cubicBezTo>
                    <a:pt x="1700" y="11957"/>
                    <a:pt x="2066" y="12303"/>
                    <a:pt x="2505" y="12303"/>
                  </a:cubicBezTo>
                  <a:lnTo>
                    <a:pt x="5490" y="12303"/>
                  </a:lnTo>
                  <a:cubicBezTo>
                    <a:pt x="5730" y="12303"/>
                    <a:pt x="5730" y="11943"/>
                    <a:pt x="5490" y="11943"/>
                  </a:cubicBezTo>
                  <a:lnTo>
                    <a:pt x="2505" y="11943"/>
                  </a:lnTo>
                  <a:cubicBezTo>
                    <a:pt x="2255" y="11943"/>
                    <a:pt x="2049" y="11748"/>
                    <a:pt x="2036" y="11498"/>
                  </a:cubicBezTo>
                  <a:lnTo>
                    <a:pt x="1594" y="3383"/>
                  </a:lnTo>
                  <a:lnTo>
                    <a:pt x="2560" y="3383"/>
                  </a:lnTo>
                  <a:cubicBezTo>
                    <a:pt x="2800" y="3383"/>
                    <a:pt x="2800" y="3023"/>
                    <a:pt x="2560" y="3023"/>
                  </a:cubicBezTo>
                  <a:lnTo>
                    <a:pt x="730" y="3023"/>
                  </a:lnTo>
                  <a:cubicBezTo>
                    <a:pt x="531" y="3016"/>
                    <a:pt x="370" y="2852"/>
                    <a:pt x="370" y="2650"/>
                  </a:cubicBezTo>
                  <a:cubicBezTo>
                    <a:pt x="370" y="2451"/>
                    <a:pt x="531" y="2287"/>
                    <a:pt x="730" y="2280"/>
                  </a:cubicBezTo>
                  <a:lnTo>
                    <a:pt x="9475" y="2280"/>
                  </a:lnTo>
                  <a:cubicBezTo>
                    <a:pt x="9674" y="2287"/>
                    <a:pt x="9835" y="2451"/>
                    <a:pt x="9835" y="2650"/>
                  </a:cubicBezTo>
                  <a:cubicBezTo>
                    <a:pt x="9835" y="2852"/>
                    <a:pt x="9674" y="3016"/>
                    <a:pt x="9475" y="3023"/>
                  </a:cubicBezTo>
                  <a:lnTo>
                    <a:pt x="3399" y="3023"/>
                  </a:lnTo>
                  <a:cubicBezTo>
                    <a:pt x="3160" y="3023"/>
                    <a:pt x="3160" y="3383"/>
                    <a:pt x="3399" y="3383"/>
                  </a:cubicBezTo>
                  <a:lnTo>
                    <a:pt x="8608" y="3383"/>
                  </a:lnTo>
                  <a:lnTo>
                    <a:pt x="8142" y="11498"/>
                  </a:lnTo>
                  <a:cubicBezTo>
                    <a:pt x="8128" y="11748"/>
                    <a:pt x="7923" y="11943"/>
                    <a:pt x="7673" y="11943"/>
                  </a:cubicBezTo>
                  <a:lnTo>
                    <a:pt x="6333" y="11943"/>
                  </a:lnTo>
                  <a:cubicBezTo>
                    <a:pt x="6093" y="11943"/>
                    <a:pt x="6093" y="12303"/>
                    <a:pt x="6333" y="12303"/>
                  </a:cubicBezTo>
                  <a:lnTo>
                    <a:pt x="7673" y="12303"/>
                  </a:lnTo>
                  <a:cubicBezTo>
                    <a:pt x="8115" y="12303"/>
                    <a:pt x="8478" y="11960"/>
                    <a:pt x="8502" y="11518"/>
                  </a:cubicBezTo>
                  <a:lnTo>
                    <a:pt x="8968" y="3380"/>
                  </a:lnTo>
                  <a:lnTo>
                    <a:pt x="9475" y="3380"/>
                  </a:lnTo>
                  <a:cubicBezTo>
                    <a:pt x="9880" y="3380"/>
                    <a:pt x="10205" y="3054"/>
                    <a:pt x="10205" y="2650"/>
                  </a:cubicBezTo>
                  <a:cubicBezTo>
                    <a:pt x="10205" y="2245"/>
                    <a:pt x="9880" y="1916"/>
                    <a:pt x="9475" y="1916"/>
                  </a:cubicBezTo>
                  <a:lnTo>
                    <a:pt x="9475" y="1920"/>
                  </a:lnTo>
                  <a:lnTo>
                    <a:pt x="8793" y="1920"/>
                  </a:lnTo>
                  <a:cubicBezTo>
                    <a:pt x="8502" y="1358"/>
                    <a:pt x="7926" y="1008"/>
                    <a:pt x="7296" y="1008"/>
                  </a:cubicBezTo>
                  <a:lnTo>
                    <a:pt x="6326" y="1008"/>
                  </a:lnTo>
                  <a:cubicBezTo>
                    <a:pt x="6244" y="433"/>
                    <a:pt x="5750"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85"/>
            <p:cNvSpPr/>
            <p:nvPr/>
          </p:nvSpPr>
          <p:spPr>
            <a:xfrm>
              <a:off x="6491738" y="2422972"/>
              <a:ext cx="27321" cy="164924"/>
            </a:xfrm>
            <a:custGeom>
              <a:rect b="b" l="l" r="r" t="t"/>
              <a:pathLst>
                <a:path extrusionOk="0" h="6296" w="1043">
                  <a:moveTo>
                    <a:pt x="522" y="360"/>
                  </a:moveTo>
                  <a:cubicBezTo>
                    <a:pt x="611" y="360"/>
                    <a:pt x="683" y="432"/>
                    <a:pt x="683" y="517"/>
                  </a:cubicBezTo>
                  <a:lnTo>
                    <a:pt x="683" y="5774"/>
                  </a:lnTo>
                  <a:cubicBezTo>
                    <a:pt x="683" y="5880"/>
                    <a:pt x="602" y="5934"/>
                    <a:pt x="522" y="5934"/>
                  </a:cubicBezTo>
                  <a:cubicBezTo>
                    <a:pt x="441" y="5934"/>
                    <a:pt x="361" y="5880"/>
                    <a:pt x="361" y="5774"/>
                  </a:cubicBezTo>
                  <a:lnTo>
                    <a:pt x="361" y="517"/>
                  </a:lnTo>
                  <a:cubicBezTo>
                    <a:pt x="361" y="432"/>
                    <a:pt x="433" y="360"/>
                    <a:pt x="522" y="360"/>
                  </a:cubicBezTo>
                  <a:close/>
                  <a:moveTo>
                    <a:pt x="522" y="0"/>
                  </a:moveTo>
                  <a:cubicBezTo>
                    <a:pt x="234" y="0"/>
                    <a:pt x="4" y="233"/>
                    <a:pt x="1" y="517"/>
                  </a:cubicBezTo>
                  <a:lnTo>
                    <a:pt x="1" y="5774"/>
                  </a:lnTo>
                  <a:cubicBezTo>
                    <a:pt x="1" y="6062"/>
                    <a:pt x="234" y="6295"/>
                    <a:pt x="522" y="6295"/>
                  </a:cubicBezTo>
                  <a:cubicBezTo>
                    <a:pt x="809" y="6295"/>
                    <a:pt x="1042" y="6062"/>
                    <a:pt x="1042" y="5774"/>
                  </a:cubicBezTo>
                  <a:lnTo>
                    <a:pt x="1042" y="517"/>
                  </a:lnTo>
                  <a:cubicBezTo>
                    <a:pt x="1039" y="233"/>
                    <a:pt x="809"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85"/>
            <p:cNvSpPr/>
            <p:nvPr/>
          </p:nvSpPr>
          <p:spPr>
            <a:xfrm>
              <a:off x="6542452" y="2422945"/>
              <a:ext cx="31355" cy="164505"/>
            </a:xfrm>
            <a:custGeom>
              <a:rect b="b" l="l" r="r" t="t"/>
              <a:pathLst>
                <a:path extrusionOk="0" h="6280" w="1197">
                  <a:moveTo>
                    <a:pt x="670" y="1"/>
                  </a:moveTo>
                  <a:cubicBezTo>
                    <a:pt x="391" y="1"/>
                    <a:pt x="158" y="221"/>
                    <a:pt x="152" y="505"/>
                  </a:cubicBezTo>
                  <a:lnTo>
                    <a:pt x="1" y="5761"/>
                  </a:lnTo>
                  <a:cubicBezTo>
                    <a:pt x="1" y="6042"/>
                    <a:pt x="227" y="6272"/>
                    <a:pt x="508" y="6279"/>
                  </a:cubicBezTo>
                  <a:cubicBezTo>
                    <a:pt x="514" y="6279"/>
                    <a:pt x="521" y="6279"/>
                    <a:pt x="527" y="6279"/>
                  </a:cubicBezTo>
                  <a:cubicBezTo>
                    <a:pt x="800" y="6279"/>
                    <a:pt x="1026" y="6064"/>
                    <a:pt x="1039" y="5789"/>
                  </a:cubicBezTo>
                  <a:lnTo>
                    <a:pt x="1063" y="4953"/>
                  </a:lnTo>
                  <a:cubicBezTo>
                    <a:pt x="1072" y="4825"/>
                    <a:pt x="977" y="4760"/>
                    <a:pt x="883" y="4760"/>
                  </a:cubicBezTo>
                  <a:cubicBezTo>
                    <a:pt x="792" y="4760"/>
                    <a:pt x="702" y="4820"/>
                    <a:pt x="703" y="4942"/>
                  </a:cubicBezTo>
                  <a:lnTo>
                    <a:pt x="679" y="5779"/>
                  </a:lnTo>
                  <a:cubicBezTo>
                    <a:pt x="673" y="5879"/>
                    <a:pt x="597" y="5928"/>
                    <a:pt x="521" y="5928"/>
                  </a:cubicBezTo>
                  <a:cubicBezTo>
                    <a:pt x="442" y="5928"/>
                    <a:pt x="362" y="5875"/>
                    <a:pt x="361" y="5772"/>
                  </a:cubicBezTo>
                  <a:lnTo>
                    <a:pt x="511" y="515"/>
                  </a:lnTo>
                  <a:cubicBezTo>
                    <a:pt x="510" y="406"/>
                    <a:pt x="589" y="353"/>
                    <a:pt x="669" y="353"/>
                  </a:cubicBezTo>
                  <a:cubicBezTo>
                    <a:pt x="753" y="353"/>
                    <a:pt x="837" y="411"/>
                    <a:pt x="830" y="525"/>
                  </a:cubicBezTo>
                  <a:lnTo>
                    <a:pt x="727" y="4113"/>
                  </a:lnTo>
                  <a:cubicBezTo>
                    <a:pt x="724" y="4213"/>
                    <a:pt x="803" y="4298"/>
                    <a:pt x="902" y="4298"/>
                  </a:cubicBezTo>
                  <a:cubicBezTo>
                    <a:pt x="904" y="4298"/>
                    <a:pt x="906" y="4298"/>
                    <a:pt x="908" y="4298"/>
                  </a:cubicBezTo>
                  <a:cubicBezTo>
                    <a:pt x="1005" y="4298"/>
                    <a:pt x="1084" y="4221"/>
                    <a:pt x="1087" y="4123"/>
                  </a:cubicBezTo>
                  <a:lnTo>
                    <a:pt x="1190" y="536"/>
                  </a:lnTo>
                  <a:cubicBezTo>
                    <a:pt x="1197" y="248"/>
                    <a:pt x="971" y="8"/>
                    <a:pt x="683" y="1"/>
                  </a:cubicBezTo>
                  <a:cubicBezTo>
                    <a:pt x="679" y="1"/>
                    <a:pt x="674" y="1"/>
                    <a:pt x="6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5"/>
            <p:cNvSpPr/>
            <p:nvPr/>
          </p:nvSpPr>
          <p:spPr>
            <a:xfrm>
              <a:off x="6436991" y="2422945"/>
              <a:ext cx="31251" cy="164505"/>
            </a:xfrm>
            <a:custGeom>
              <a:rect b="b" l="l" r="r" t="t"/>
              <a:pathLst>
                <a:path extrusionOk="0" h="6280" w="1193">
                  <a:moveTo>
                    <a:pt x="527" y="353"/>
                  </a:moveTo>
                  <a:cubicBezTo>
                    <a:pt x="607" y="353"/>
                    <a:pt x="687" y="406"/>
                    <a:pt x="686" y="515"/>
                  </a:cubicBezTo>
                  <a:lnTo>
                    <a:pt x="837" y="5772"/>
                  </a:lnTo>
                  <a:cubicBezTo>
                    <a:pt x="837" y="5813"/>
                    <a:pt x="819" y="5857"/>
                    <a:pt x="789" y="5888"/>
                  </a:cubicBezTo>
                  <a:cubicBezTo>
                    <a:pt x="757" y="5921"/>
                    <a:pt x="717" y="5936"/>
                    <a:pt x="677" y="5936"/>
                  </a:cubicBezTo>
                  <a:cubicBezTo>
                    <a:pt x="596" y="5936"/>
                    <a:pt x="517" y="5875"/>
                    <a:pt x="514" y="5779"/>
                  </a:cubicBezTo>
                  <a:lnTo>
                    <a:pt x="367" y="525"/>
                  </a:lnTo>
                  <a:cubicBezTo>
                    <a:pt x="358" y="411"/>
                    <a:pt x="443" y="353"/>
                    <a:pt x="527" y="353"/>
                  </a:cubicBezTo>
                  <a:close/>
                  <a:moveTo>
                    <a:pt x="534" y="1"/>
                  </a:moveTo>
                  <a:cubicBezTo>
                    <a:pt x="532" y="1"/>
                    <a:pt x="530" y="1"/>
                    <a:pt x="528" y="1"/>
                  </a:cubicBezTo>
                  <a:cubicBezTo>
                    <a:pt x="233" y="1"/>
                    <a:pt x="0" y="241"/>
                    <a:pt x="7" y="536"/>
                  </a:cubicBezTo>
                  <a:lnTo>
                    <a:pt x="155" y="5789"/>
                  </a:lnTo>
                  <a:cubicBezTo>
                    <a:pt x="171" y="6064"/>
                    <a:pt x="398" y="6279"/>
                    <a:pt x="670" y="6279"/>
                  </a:cubicBezTo>
                  <a:cubicBezTo>
                    <a:pt x="677" y="6279"/>
                    <a:pt x="683" y="6279"/>
                    <a:pt x="689" y="6279"/>
                  </a:cubicBezTo>
                  <a:cubicBezTo>
                    <a:pt x="970" y="6272"/>
                    <a:pt x="1193" y="6042"/>
                    <a:pt x="1193" y="5761"/>
                  </a:cubicBezTo>
                  <a:lnTo>
                    <a:pt x="1046" y="505"/>
                  </a:lnTo>
                  <a:cubicBezTo>
                    <a:pt x="1039" y="226"/>
                    <a:pt x="813"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3" name="Google Shape;12103;p85"/>
          <p:cNvGrpSpPr/>
          <p:nvPr/>
        </p:nvGrpSpPr>
        <p:grpSpPr>
          <a:xfrm>
            <a:off x="6856635" y="2291787"/>
            <a:ext cx="388079" cy="367909"/>
            <a:chOff x="6856635" y="2291787"/>
            <a:chExt cx="388079" cy="367909"/>
          </a:xfrm>
        </p:grpSpPr>
        <p:sp>
          <p:nvSpPr>
            <p:cNvPr id="12104" name="Google Shape;12104;p85"/>
            <p:cNvSpPr/>
            <p:nvPr/>
          </p:nvSpPr>
          <p:spPr>
            <a:xfrm>
              <a:off x="6862921" y="2453646"/>
              <a:ext cx="106587" cy="199763"/>
            </a:xfrm>
            <a:custGeom>
              <a:rect b="b" l="l" r="r" t="t"/>
              <a:pathLst>
                <a:path extrusionOk="0" h="7626" w="4069">
                  <a:moveTo>
                    <a:pt x="508" y="1"/>
                  </a:moveTo>
                  <a:cubicBezTo>
                    <a:pt x="227" y="1"/>
                    <a:pt x="1" y="231"/>
                    <a:pt x="1" y="512"/>
                  </a:cubicBezTo>
                  <a:lnTo>
                    <a:pt x="1" y="7118"/>
                  </a:lnTo>
                  <a:cubicBezTo>
                    <a:pt x="1" y="7399"/>
                    <a:pt x="227" y="7626"/>
                    <a:pt x="508" y="7626"/>
                  </a:cubicBezTo>
                  <a:lnTo>
                    <a:pt x="3558" y="7626"/>
                  </a:lnTo>
                  <a:cubicBezTo>
                    <a:pt x="3839" y="7626"/>
                    <a:pt x="4065" y="7399"/>
                    <a:pt x="4068" y="7118"/>
                  </a:cubicBezTo>
                  <a:lnTo>
                    <a:pt x="4068" y="512"/>
                  </a:lnTo>
                  <a:cubicBezTo>
                    <a:pt x="4068" y="231"/>
                    <a:pt x="3839" y="1"/>
                    <a:pt x="3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85"/>
            <p:cNvSpPr/>
            <p:nvPr/>
          </p:nvSpPr>
          <p:spPr>
            <a:xfrm>
              <a:off x="6862843" y="2453646"/>
              <a:ext cx="39974" cy="199763"/>
            </a:xfrm>
            <a:custGeom>
              <a:rect b="b" l="l" r="r" t="t"/>
              <a:pathLst>
                <a:path extrusionOk="0" h="7626" w="1526">
                  <a:moveTo>
                    <a:pt x="511" y="1"/>
                  </a:moveTo>
                  <a:cubicBezTo>
                    <a:pt x="230" y="1"/>
                    <a:pt x="0" y="231"/>
                    <a:pt x="0" y="512"/>
                  </a:cubicBezTo>
                  <a:lnTo>
                    <a:pt x="0" y="7118"/>
                  </a:lnTo>
                  <a:cubicBezTo>
                    <a:pt x="0" y="7399"/>
                    <a:pt x="230" y="7626"/>
                    <a:pt x="511" y="7626"/>
                  </a:cubicBezTo>
                  <a:lnTo>
                    <a:pt x="1525" y="7626"/>
                  </a:lnTo>
                  <a:cubicBezTo>
                    <a:pt x="1244" y="7626"/>
                    <a:pt x="1018" y="7399"/>
                    <a:pt x="1018" y="7118"/>
                  </a:cubicBezTo>
                  <a:lnTo>
                    <a:pt x="1018" y="512"/>
                  </a:lnTo>
                  <a:cubicBezTo>
                    <a:pt x="1018" y="231"/>
                    <a:pt x="1244" y="1"/>
                    <a:pt x="1525"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85"/>
            <p:cNvSpPr/>
            <p:nvPr/>
          </p:nvSpPr>
          <p:spPr>
            <a:xfrm>
              <a:off x="6969378" y="2298048"/>
              <a:ext cx="267608" cy="335427"/>
            </a:xfrm>
            <a:custGeom>
              <a:rect b="b" l="l" r="r" t="t"/>
              <a:pathLst>
                <a:path extrusionOk="0" h="12805" w="10216">
                  <a:moveTo>
                    <a:pt x="3521" y="0"/>
                  </a:moveTo>
                  <a:cubicBezTo>
                    <a:pt x="3112" y="0"/>
                    <a:pt x="2797" y="95"/>
                    <a:pt x="2797" y="95"/>
                  </a:cubicBezTo>
                  <a:lnTo>
                    <a:pt x="2797" y="3402"/>
                  </a:lnTo>
                  <a:lnTo>
                    <a:pt x="1" y="6959"/>
                  </a:lnTo>
                  <a:lnTo>
                    <a:pt x="1" y="12041"/>
                  </a:lnTo>
                  <a:lnTo>
                    <a:pt x="1526" y="12805"/>
                  </a:lnTo>
                  <a:lnTo>
                    <a:pt x="8389" y="12805"/>
                  </a:lnTo>
                  <a:cubicBezTo>
                    <a:pt x="8907" y="12798"/>
                    <a:pt x="9342" y="12400"/>
                    <a:pt x="9390" y="11883"/>
                  </a:cubicBezTo>
                  <a:cubicBezTo>
                    <a:pt x="9438" y="11362"/>
                    <a:pt x="9089" y="10893"/>
                    <a:pt x="8578" y="10790"/>
                  </a:cubicBezTo>
                  <a:lnTo>
                    <a:pt x="8578" y="10769"/>
                  </a:lnTo>
                  <a:cubicBezTo>
                    <a:pt x="8599" y="10769"/>
                    <a:pt x="8619" y="10773"/>
                    <a:pt x="8640" y="10773"/>
                  </a:cubicBezTo>
                  <a:cubicBezTo>
                    <a:pt x="9178" y="10773"/>
                    <a:pt x="9623" y="10355"/>
                    <a:pt x="9657" y="9820"/>
                  </a:cubicBezTo>
                  <a:cubicBezTo>
                    <a:pt x="9688" y="9282"/>
                    <a:pt x="9301" y="8813"/>
                    <a:pt x="8766" y="8748"/>
                  </a:cubicBezTo>
                  <a:lnTo>
                    <a:pt x="8766" y="8730"/>
                  </a:lnTo>
                  <a:cubicBezTo>
                    <a:pt x="8811" y="8737"/>
                    <a:pt x="8852" y="8737"/>
                    <a:pt x="8897" y="8737"/>
                  </a:cubicBezTo>
                  <a:cubicBezTo>
                    <a:pt x="8899" y="8737"/>
                    <a:pt x="8901" y="8737"/>
                    <a:pt x="8903" y="8737"/>
                  </a:cubicBezTo>
                  <a:cubicBezTo>
                    <a:pt x="9452" y="8737"/>
                    <a:pt x="9901" y="8300"/>
                    <a:pt x="9918" y="7754"/>
                  </a:cubicBezTo>
                  <a:cubicBezTo>
                    <a:pt x="9935" y="7202"/>
                    <a:pt x="9510" y="6739"/>
                    <a:pt x="8962" y="6705"/>
                  </a:cubicBezTo>
                  <a:lnTo>
                    <a:pt x="8962" y="6685"/>
                  </a:lnTo>
                  <a:cubicBezTo>
                    <a:pt x="9026" y="6697"/>
                    <a:pt x="9090" y="6703"/>
                    <a:pt x="9153" y="6703"/>
                  </a:cubicBezTo>
                  <a:cubicBezTo>
                    <a:pt x="9664" y="6703"/>
                    <a:pt x="10112" y="6311"/>
                    <a:pt x="10161" y="5783"/>
                  </a:cubicBezTo>
                  <a:cubicBezTo>
                    <a:pt x="10216" y="5187"/>
                    <a:pt x="9750" y="4670"/>
                    <a:pt x="9150" y="4670"/>
                  </a:cubicBezTo>
                  <a:lnTo>
                    <a:pt x="5336" y="4670"/>
                  </a:lnTo>
                  <a:lnTo>
                    <a:pt x="5336" y="2130"/>
                  </a:lnTo>
                  <a:cubicBezTo>
                    <a:pt x="5336" y="319"/>
                    <a:pt x="4271" y="0"/>
                    <a:pt x="352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85"/>
            <p:cNvSpPr/>
            <p:nvPr/>
          </p:nvSpPr>
          <p:spPr>
            <a:xfrm>
              <a:off x="6969378" y="2593501"/>
              <a:ext cx="251472" cy="39974"/>
            </a:xfrm>
            <a:custGeom>
              <a:rect b="b" l="l" r="r" t="t"/>
              <a:pathLst>
                <a:path extrusionOk="0" h="1526" w="9600">
                  <a:moveTo>
                    <a:pt x="1" y="1"/>
                  </a:moveTo>
                  <a:lnTo>
                    <a:pt x="1" y="762"/>
                  </a:lnTo>
                  <a:lnTo>
                    <a:pt x="1526" y="1526"/>
                  </a:lnTo>
                  <a:lnTo>
                    <a:pt x="8389" y="1526"/>
                  </a:lnTo>
                  <a:cubicBezTo>
                    <a:pt x="9109" y="1526"/>
                    <a:pt x="9599" y="796"/>
                    <a:pt x="9332" y="128"/>
                  </a:cubicBezTo>
                  <a:lnTo>
                    <a:pt x="9332" y="128"/>
                  </a:lnTo>
                  <a:cubicBezTo>
                    <a:pt x="9174" y="512"/>
                    <a:pt x="8801" y="762"/>
                    <a:pt x="8389" y="762"/>
                  </a:cubicBezTo>
                  <a:lnTo>
                    <a:pt x="1526" y="762"/>
                  </a:lnTo>
                  <a:lnTo>
                    <a:pt x="1"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5"/>
            <p:cNvSpPr/>
            <p:nvPr/>
          </p:nvSpPr>
          <p:spPr>
            <a:xfrm>
              <a:off x="7155913" y="2546848"/>
              <a:ext cx="70045" cy="33320"/>
            </a:xfrm>
            <a:custGeom>
              <a:rect b="b" l="l" r="r" t="t"/>
              <a:pathLst>
                <a:path extrusionOk="0" h="1272" w="2674">
                  <a:moveTo>
                    <a:pt x="2509" y="0"/>
                  </a:moveTo>
                  <a:cubicBezTo>
                    <a:pt x="2392" y="452"/>
                    <a:pt x="1988" y="764"/>
                    <a:pt x="1526" y="764"/>
                  </a:cubicBezTo>
                  <a:lnTo>
                    <a:pt x="1" y="764"/>
                  </a:lnTo>
                  <a:lnTo>
                    <a:pt x="1" y="1271"/>
                  </a:lnTo>
                  <a:lnTo>
                    <a:pt x="1526" y="1271"/>
                  </a:lnTo>
                  <a:cubicBezTo>
                    <a:pt x="2187" y="1271"/>
                    <a:pt x="2673" y="644"/>
                    <a:pt x="2509"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5"/>
            <p:cNvSpPr/>
            <p:nvPr/>
          </p:nvSpPr>
          <p:spPr>
            <a:xfrm>
              <a:off x="7155834" y="2493593"/>
              <a:ext cx="76778" cy="33346"/>
            </a:xfrm>
            <a:custGeom>
              <a:rect b="b" l="l" r="r" t="t"/>
              <a:pathLst>
                <a:path extrusionOk="0" h="1273" w="2931">
                  <a:moveTo>
                    <a:pt x="2766" y="1"/>
                  </a:moveTo>
                  <a:cubicBezTo>
                    <a:pt x="2649" y="450"/>
                    <a:pt x="2245" y="765"/>
                    <a:pt x="1779" y="765"/>
                  </a:cubicBezTo>
                  <a:lnTo>
                    <a:pt x="0" y="765"/>
                  </a:lnTo>
                  <a:lnTo>
                    <a:pt x="0" y="1272"/>
                  </a:lnTo>
                  <a:lnTo>
                    <a:pt x="1779" y="1272"/>
                  </a:lnTo>
                  <a:cubicBezTo>
                    <a:pt x="2443" y="1272"/>
                    <a:pt x="2930" y="645"/>
                    <a:pt x="2766"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5"/>
            <p:cNvSpPr/>
            <p:nvPr/>
          </p:nvSpPr>
          <p:spPr>
            <a:xfrm>
              <a:off x="7155834" y="2440365"/>
              <a:ext cx="83405" cy="33346"/>
            </a:xfrm>
            <a:custGeom>
              <a:rect b="b" l="l" r="r" t="t"/>
              <a:pathLst>
                <a:path extrusionOk="0" h="1273" w="3184">
                  <a:moveTo>
                    <a:pt x="3019" y="1"/>
                  </a:moveTo>
                  <a:lnTo>
                    <a:pt x="3019" y="1"/>
                  </a:lnTo>
                  <a:cubicBezTo>
                    <a:pt x="2903" y="450"/>
                    <a:pt x="2498" y="762"/>
                    <a:pt x="2032" y="762"/>
                  </a:cubicBezTo>
                  <a:lnTo>
                    <a:pt x="0" y="762"/>
                  </a:lnTo>
                  <a:lnTo>
                    <a:pt x="0" y="1272"/>
                  </a:lnTo>
                  <a:lnTo>
                    <a:pt x="2032" y="1272"/>
                  </a:lnTo>
                  <a:cubicBezTo>
                    <a:pt x="2697" y="1272"/>
                    <a:pt x="3184" y="645"/>
                    <a:pt x="3019"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5"/>
            <p:cNvSpPr/>
            <p:nvPr/>
          </p:nvSpPr>
          <p:spPr>
            <a:xfrm>
              <a:off x="6916150" y="2600155"/>
              <a:ext cx="26693" cy="26588"/>
            </a:xfrm>
            <a:custGeom>
              <a:rect b="b" l="l" r="r" t="t"/>
              <a:pathLst>
                <a:path extrusionOk="0" h="1015" w="1019">
                  <a:moveTo>
                    <a:pt x="511" y="1"/>
                  </a:moveTo>
                  <a:cubicBezTo>
                    <a:pt x="230" y="1"/>
                    <a:pt x="1" y="227"/>
                    <a:pt x="1" y="508"/>
                  </a:cubicBezTo>
                  <a:cubicBezTo>
                    <a:pt x="1" y="789"/>
                    <a:pt x="230" y="1015"/>
                    <a:pt x="511" y="1015"/>
                  </a:cubicBezTo>
                  <a:cubicBezTo>
                    <a:pt x="789" y="1015"/>
                    <a:pt x="1018" y="789"/>
                    <a:pt x="1018" y="508"/>
                  </a:cubicBezTo>
                  <a:cubicBezTo>
                    <a:pt x="1018" y="227"/>
                    <a:pt x="789" y="1"/>
                    <a:pt x="511"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5"/>
            <p:cNvSpPr/>
            <p:nvPr/>
          </p:nvSpPr>
          <p:spPr>
            <a:xfrm>
              <a:off x="6856635" y="2291787"/>
              <a:ext cx="388079" cy="367909"/>
            </a:xfrm>
            <a:custGeom>
              <a:rect b="b" l="l" r="r" t="t"/>
              <a:pathLst>
                <a:path extrusionOk="0" h="14045" w="14815">
                  <a:moveTo>
                    <a:pt x="7830" y="0"/>
                  </a:moveTo>
                  <a:cubicBezTo>
                    <a:pt x="7395" y="0"/>
                    <a:pt x="7060" y="99"/>
                    <a:pt x="7032" y="108"/>
                  </a:cubicBezTo>
                  <a:cubicBezTo>
                    <a:pt x="6933" y="135"/>
                    <a:pt x="6861" y="231"/>
                    <a:pt x="6861" y="334"/>
                  </a:cubicBezTo>
                  <a:lnTo>
                    <a:pt x="6861" y="3558"/>
                  </a:lnTo>
                  <a:lnTo>
                    <a:pt x="4527" y="6530"/>
                  </a:lnTo>
                  <a:cubicBezTo>
                    <a:pt x="4452" y="6187"/>
                    <a:pt x="4147" y="5944"/>
                    <a:pt x="3798" y="5944"/>
                  </a:cubicBezTo>
                  <a:lnTo>
                    <a:pt x="748" y="5944"/>
                  </a:lnTo>
                  <a:cubicBezTo>
                    <a:pt x="336" y="5944"/>
                    <a:pt x="1" y="6276"/>
                    <a:pt x="1" y="6691"/>
                  </a:cubicBezTo>
                  <a:lnTo>
                    <a:pt x="1" y="7451"/>
                  </a:lnTo>
                  <a:cubicBezTo>
                    <a:pt x="1" y="7585"/>
                    <a:pt x="107" y="7691"/>
                    <a:pt x="241" y="7691"/>
                  </a:cubicBezTo>
                  <a:cubicBezTo>
                    <a:pt x="371" y="7691"/>
                    <a:pt x="477" y="7585"/>
                    <a:pt x="477" y="7451"/>
                  </a:cubicBezTo>
                  <a:lnTo>
                    <a:pt x="477" y="6691"/>
                  </a:lnTo>
                  <a:cubicBezTo>
                    <a:pt x="477" y="6540"/>
                    <a:pt x="600" y="6420"/>
                    <a:pt x="748" y="6420"/>
                  </a:cubicBezTo>
                  <a:lnTo>
                    <a:pt x="3798" y="6420"/>
                  </a:lnTo>
                  <a:cubicBezTo>
                    <a:pt x="3945" y="6420"/>
                    <a:pt x="4068" y="6540"/>
                    <a:pt x="4068" y="6691"/>
                  </a:cubicBezTo>
                  <a:lnTo>
                    <a:pt x="4068" y="13297"/>
                  </a:lnTo>
                  <a:cubicBezTo>
                    <a:pt x="4068" y="13445"/>
                    <a:pt x="3945" y="13568"/>
                    <a:pt x="3798" y="13568"/>
                  </a:cubicBezTo>
                  <a:lnTo>
                    <a:pt x="748" y="13568"/>
                  </a:lnTo>
                  <a:cubicBezTo>
                    <a:pt x="600" y="13568"/>
                    <a:pt x="477" y="13445"/>
                    <a:pt x="477" y="13297"/>
                  </a:cubicBezTo>
                  <a:lnTo>
                    <a:pt x="477" y="8469"/>
                  </a:lnTo>
                  <a:cubicBezTo>
                    <a:pt x="477" y="8335"/>
                    <a:pt x="371" y="8229"/>
                    <a:pt x="241" y="8229"/>
                  </a:cubicBezTo>
                  <a:cubicBezTo>
                    <a:pt x="107" y="8229"/>
                    <a:pt x="1" y="8335"/>
                    <a:pt x="1" y="8469"/>
                  </a:cubicBezTo>
                  <a:lnTo>
                    <a:pt x="1" y="13297"/>
                  </a:lnTo>
                  <a:cubicBezTo>
                    <a:pt x="1" y="13709"/>
                    <a:pt x="336" y="14041"/>
                    <a:pt x="748" y="14044"/>
                  </a:cubicBezTo>
                  <a:lnTo>
                    <a:pt x="3798" y="14044"/>
                  </a:lnTo>
                  <a:cubicBezTo>
                    <a:pt x="4209" y="14041"/>
                    <a:pt x="4545" y="13709"/>
                    <a:pt x="4545" y="13297"/>
                  </a:cubicBezTo>
                  <a:lnTo>
                    <a:pt x="4545" y="12667"/>
                  </a:lnTo>
                  <a:lnTo>
                    <a:pt x="5723" y="13256"/>
                  </a:lnTo>
                  <a:cubicBezTo>
                    <a:pt x="5758" y="13273"/>
                    <a:pt x="5795" y="13280"/>
                    <a:pt x="5833" y="13280"/>
                  </a:cubicBezTo>
                  <a:lnTo>
                    <a:pt x="10408" y="13280"/>
                  </a:lnTo>
                  <a:cubicBezTo>
                    <a:pt x="10538" y="13280"/>
                    <a:pt x="10644" y="13174"/>
                    <a:pt x="10644" y="13044"/>
                  </a:cubicBezTo>
                  <a:cubicBezTo>
                    <a:pt x="10644" y="12910"/>
                    <a:pt x="10538" y="12804"/>
                    <a:pt x="10408" y="12804"/>
                  </a:cubicBezTo>
                  <a:lnTo>
                    <a:pt x="5888" y="12804"/>
                  </a:lnTo>
                  <a:lnTo>
                    <a:pt x="4545" y="12132"/>
                  </a:lnTo>
                  <a:lnTo>
                    <a:pt x="4545" y="7280"/>
                  </a:lnTo>
                  <a:lnTo>
                    <a:pt x="7289" y="3788"/>
                  </a:lnTo>
                  <a:cubicBezTo>
                    <a:pt x="7324" y="3744"/>
                    <a:pt x="7341" y="3692"/>
                    <a:pt x="7341" y="3641"/>
                  </a:cubicBezTo>
                  <a:lnTo>
                    <a:pt x="7341" y="526"/>
                  </a:lnTo>
                  <a:cubicBezTo>
                    <a:pt x="7462" y="503"/>
                    <a:pt x="7638" y="478"/>
                    <a:pt x="7837" y="478"/>
                  </a:cubicBezTo>
                  <a:cubicBezTo>
                    <a:pt x="8145" y="478"/>
                    <a:pt x="8507" y="538"/>
                    <a:pt x="8801" y="759"/>
                  </a:cubicBezTo>
                  <a:cubicBezTo>
                    <a:pt x="9202" y="1057"/>
                    <a:pt x="9404" y="1598"/>
                    <a:pt x="9404" y="2369"/>
                  </a:cubicBezTo>
                  <a:lnTo>
                    <a:pt x="9404" y="4912"/>
                  </a:lnTo>
                  <a:cubicBezTo>
                    <a:pt x="9404" y="5042"/>
                    <a:pt x="9510" y="5149"/>
                    <a:pt x="9644" y="5149"/>
                  </a:cubicBezTo>
                  <a:lnTo>
                    <a:pt x="13454" y="5149"/>
                  </a:lnTo>
                  <a:cubicBezTo>
                    <a:pt x="13886" y="5149"/>
                    <a:pt x="14232" y="5498"/>
                    <a:pt x="14232" y="5926"/>
                  </a:cubicBezTo>
                  <a:cubicBezTo>
                    <a:pt x="14232" y="6358"/>
                    <a:pt x="13886" y="6704"/>
                    <a:pt x="13454" y="6704"/>
                  </a:cubicBezTo>
                  <a:lnTo>
                    <a:pt x="11422" y="6704"/>
                  </a:lnTo>
                  <a:cubicBezTo>
                    <a:pt x="11292" y="6704"/>
                    <a:pt x="11182" y="6811"/>
                    <a:pt x="11182" y="6944"/>
                  </a:cubicBezTo>
                  <a:cubicBezTo>
                    <a:pt x="11182" y="7074"/>
                    <a:pt x="11292" y="7181"/>
                    <a:pt x="11422" y="7181"/>
                  </a:cubicBezTo>
                  <a:lnTo>
                    <a:pt x="13249" y="7181"/>
                  </a:lnTo>
                  <a:cubicBezTo>
                    <a:pt x="13667" y="7208"/>
                    <a:pt x="13989" y="7564"/>
                    <a:pt x="13975" y="7982"/>
                  </a:cubicBezTo>
                  <a:cubicBezTo>
                    <a:pt x="13965" y="8401"/>
                    <a:pt x="13619" y="8736"/>
                    <a:pt x="13201" y="8736"/>
                  </a:cubicBezTo>
                  <a:lnTo>
                    <a:pt x="11422" y="8736"/>
                  </a:lnTo>
                  <a:cubicBezTo>
                    <a:pt x="11292" y="8736"/>
                    <a:pt x="11182" y="8843"/>
                    <a:pt x="11182" y="8976"/>
                  </a:cubicBezTo>
                  <a:cubicBezTo>
                    <a:pt x="11182" y="9106"/>
                    <a:pt x="11292" y="9213"/>
                    <a:pt x="11422" y="9213"/>
                  </a:cubicBezTo>
                  <a:lnTo>
                    <a:pt x="13012" y="9213"/>
                  </a:lnTo>
                  <a:cubicBezTo>
                    <a:pt x="13022" y="9216"/>
                    <a:pt x="13033" y="9220"/>
                    <a:pt x="13043" y="9220"/>
                  </a:cubicBezTo>
                  <a:cubicBezTo>
                    <a:pt x="13451" y="9271"/>
                    <a:pt x="13746" y="9631"/>
                    <a:pt x="13722" y="10042"/>
                  </a:cubicBezTo>
                  <a:cubicBezTo>
                    <a:pt x="13694" y="10450"/>
                    <a:pt x="13358" y="10768"/>
                    <a:pt x="12947" y="10768"/>
                  </a:cubicBezTo>
                  <a:lnTo>
                    <a:pt x="11422" y="10768"/>
                  </a:lnTo>
                  <a:cubicBezTo>
                    <a:pt x="11292" y="10768"/>
                    <a:pt x="11182" y="10878"/>
                    <a:pt x="11182" y="11008"/>
                  </a:cubicBezTo>
                  <a:cubicBezTo>
                    <a:pt x="11182" y="11139"/>
                    <a:pt x="11292" y="11248"/>
                    <a:pt x="11422" y="11248"/>
                  </a:cubicBezTo>
                  <a:lnTo>
                    <a:pt x="12793" y="11248"/>
                  </a:lnTo>
                  <a:cubicBezTo>
                    <a:pt x="12807" y="11252"/>
                    <a:pt x="12824" y="11258"/>
                    <a:pt x="12837" y="11262"/>
                  </a:cubicBezTo>
                  <a:cubicBezTo>
                    <a:pt x="13231" y="11337"/>
                    <a:pt x="13502" y="11701"/>
                    <a:pt x="13465" y="12098"/>
                  </a:cubicBezTo>
                  <a:cubicBezTo>
                    <a:pt x="13427" y="12496"/>
                    <a:pt x="13094" y="12801"/>
                    <a:pt x="12693" y="12804"/>
                  </a:cubicBezTo>
                  <a:lnTo>
                    <a:pt x="11422" y="12804"/>
                  </a:lnTo>
                  <a:cubicBezTo>
                    <a:pt x="11292" y="12804"/>
                    <a:pt x="11186" y="12910"/>
                    <a:pt x="11186" y="13040"/>
                  </a:cubicBezTo>
                  <a:cubicBezTo>
                    <a:pt x="11186" y="13174"/>
                    <a:pt x="11292" y="13280"/>
                    <a:pt x="11422" y="13280"/>
                  </a:cubicBezTo>
                  <a:lnTo>
                    <a:pt x="12693" y="13280"/>
                  </a:lnTo>
                  <a:cubicBezTo>
                    <a:pt x="13211" y="13280"/>
                    <a:pt x="13674" y="12962"/>
                    <a:pt x="13862" y="12478"/>
                  </a:cubicBezTo>
                  <a:cubicBezTo>
                    <a:pt x="14047" y="11995"/>
                    <a:pt x="13920" y="11447"/>
                    <a:pt x="13536" y="11097"/>
                  </a:cubicBezTo>
                  <a:cubicBezTo>
                    <a:pt x="14301" y="10690"/>
                    <a:pt x="14431" y="9648"/>
                    <a:pt x="13790" y="9065"/>
                  </a:cubicBezTo>
                  <a:cubicBezTo>
                    <a:pt x="14201" y="8846"/>
                    <a:pt x="14455" y="8421"/>
                    <a:pt x="14458" y="7958"/>
                  </a:cubicBezTo>
                  <a:cubicBezTo>
                    <a:pt x="14455" y="7606"/>
                    <a:pt x="14308" y="7270"/>
                    <a:pt x="14047" y="7033"/>
                  </a:cubicBezTo>
                  <a:cubicBezTo>
                    <a:pt x="14554" y="6763"/>
                    <a:pt x="14815" y="6180"/>
                    <a:pt x="14674" y="5621"/>
                  </a:cubicBezTo>
                  <a:cubicBezTo>
                    <a:pt x="14534" y="5063"/>
                    <a:pt x="14033" y="4672"/>
                    <a:pt x="13454" y="4672"/>
                  </a:cubicBezTo>
                  <a:lnTo>
                    <a:pt x="9884" y="4672"/>
                  </a:lnTo>
                  <a:lnTo>
                    <a:pt x="9884" y="2369"/>
                  </a:lnTo>
                  <a:cubicBezTo>
                    <a:pt x="9884" y="1441"/>
                    <a:pt x="9616" y="769"/>
                    <a:pt x="9085" y="375"/>
                  </a:cubicBezTo>
                  <a:cubicBezTo>
                    <a:pt x="8689" y="80"/>
                    <a:pt x="8220" y="0"/>
                    <a:pt x="7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5"/>
            <p:cNvSpPr/>
            <p:nvPr/>
          </p:nvSpPr>
          <p:spPr>
            <a:xfrm>
              <a:off x="6903314" y="2593868"/>
              <a:ext cx="45710" cy="39162"/>
            </a:xfrm>
            <a:custGeom>
              <a:rect b="b" l="l" r="r" t="t"/>
              <a:pathLst>
                <a:path extrusionOk="0" h="1495" w="1745">
                  <a:moveTo>
                    <a:pt x="1003" y="478"/>
                  </a:moveTo>
                  <a:cubicBezTo>
                    <a:pt x="1069" y="478"/>
                    <a:pt x="1136" y="502"/>
                    <a:pt x="1190" y="556"/>
                  </a:cubicBezTo>
                  <a:cubicBezTo>
                    <a:pt x="1361" y="727"/>
                    <a:pt x="1241" y="1018"/>
                    <a:pt x="1001" y="1018"/>
                  </a:cubicBezTo>
                  <a:cubicBezTo>
                    <a:pt x="850" y="1018"/>
                    <a:pt x="730" y="898"/>
                    <a:pt x="730" y="748"/>
                  </a:cubicBezTo>
                  <a:cubicBezTo>
                    <a:pt x="730" y="585"/>
                    <a:pt x="864" y="478"/>
                    <a:pt x="1003" y="478"/>
                  </a:cubicBezTo>
                  <a:close/>
                  <a:moveTo>
                    <a:pt x="994" y="0"/>
                  </a:moveTo>
                  <a:cubicBezTo>
                    <a:pt x="810" y="0"/>
                    <a:pt x="623" y="68"/>
                    <a:pt x="470" y="220"/>
                  </a:cubicBezTo>
                  <a:cubicBezTo>
                    <a:pt x="1" y="689"/>
                    <a:pt x="333" y="1495"/>
                    <a:pt x="1001" y="1495"/>
                  </a:cubicBezTo>
                  <a:cubicBezTo>
                    <a:pt x="1412" y="1495"/>
                    <a:pt x="1745" y="1159"/>
                    <a:pt x="1745" y="748"/>
                  </a:cubicBezTo>
                  <a:cubicBezTo>
                    <a:pt x="1745" y="298"/>
                    <a:pt x="1378" y="0"/>
                    <a:pt x="9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4" name="Google Shape;12114;p85"/>
          <p:cNvGrpSpPr/>
          <p:nvPr/>
        </p:nvGrpSpPr>
        <p:grpSpPr>
          <a:xfrm>
            <a:off x="7407254" y="2296345"/>
            <a:ext cx="373357" cy="357352"/>
            <a:chOff x="7407254" y="2296345"/>
            <a:chExt cx="373357" cy="357352"/>
          </a:xfrm>
        </p:grpSpPr>
        <p:sp>
          <p:nvSpPr>
            <p:cNvPr id="12115" name="Google Shape;12115;p85"/>
            <p:cNvSpPr/>
            <p:nvPr/>
          </p:nvSpPr>
          <p:spPr>
            <a:xfrm>
              <a:off x="7528720" y="2510489"/>
              <a:ext cx="9614" cy="20118"/>
            </a:xfrm>
            <a:custGeom>
              <a:rect b="b" l="l" r="r" t="t"/>
              <a:pathLst>
                <a:path extrusionOk="0" h="768" w="367">
                  <a:moveTo>
                    <a:pt x="322" y="0"/>
                  </a:moveTo>
                  <a:lnTo>
                    <a:pt x="0" y="322"/>
                  </a:lnTo>
                  <a:cubicBezTo>
                    <a:pt x="110" y="480"/>
                    <a:pt x="230" y="631"/>
                    <a:pt x="367" y="768"/>
                  </a:cubicBezTo>
                  <a:cubicBezTo>
                    <a:pt x="332" y="511"/>
                    <a:pt x="319" y="257"/>
                    <a:pt x="3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5"/>
            <p:cNvSpPr/>
            <p:nvPr/>
          </p:nvSpPr>
          <p:spPr>
            <a:xfrm>
              <a:off x="7538307" y="2324767"/>
              <a:ext cx="236017" cy="248302"/>
            </a:xfrm>
            <a:custGeom>
              <a:rect b="b" l="l" r="r" t="t"/>
              <a:pathLst>
                <a:path extrusionOk="0" h="9479" w="9010">
                  <a:moveTo>
                    <a:pt x="7855" y="0"/>
                  </a:moveTo>
                  <a:cubicBezTo>
                    <a:pt x="7855" y="0"/>
                    <a:pt x="8187" y="2207"/>
                    <a:pt x="7029" y="3365"/>
                  </a:cubicBezTo>
                  <a:lnTo>
                    <a:pt x="3366" y="7032"/>
                  </a:lnTo>
                  <a:cubicBezTo>
                    <a:pt x="2630" y="7768"/>
                    <a:pt x="1466" y="7901"/>
                    <a:pt x="718" y="7901"/>
                  </a:cubicBezTo>
                  <a:cubicBezTo>
                    <a:pt x="292" y="7901"/>
                    <a:pt x="1" y="7858"/>
                    <a:pt x="1" y="7858"/>
                  </a:cubicBezTo>
                  <a:lnTo>
                    <a:pt x="1" y="7858"/>
                  </a:lnTo>
                  <a:cubicBezTo>
                    <a:pt x="364" y="8218"/>
                    <a:pt x="813" y="8481"/>
                    <a:pt x="1306" y="8618"/>
                  </a:cubicBezTo>
                  <a:lnTo>
                    <a:pt x="2170" y="9479"/>
                  </a:lnTo>
                  <a:cubicBezTo>
                    <a:pt x="2896" y="9009"/>
                    <a:pt x="3575" y="8468"/>
                    <a:pt x="4188" y="7858"/>
                  </a:cubicBezTo>
                  <a:lnTo>
                    <a:pt x="7855" y="4191"/>
                  </a:lnTo>
                  <a:cubicBezTo>
                    <a:pt x="9010" y="3033"/>
                    <a:pt x="9010" y="1158"/>
                    <a:pt x="78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5"/>
            <p:cNvSpPr/>
            <p:nvPr/>
          </p:nvSpPr>
          <p:spPr>
            <a:xfrm>
              <a:off x="7516513" y="2302003"/>
              <a:ext cx="248931" cy="240837"/>
            </a:xfrm>
            <a:custGeom>
              <a:rect b="b" l="l" r="r" t="t"/>
              <a:pathLst>
                <a:path extrusionOk="0" h="9194" w="9503">
                  <a:moveTo>
                    <a:pt x="6653" y="1446"/>
                  </a:moveTo>
                  <a:cubicBezTo>
                    <a:pt x="7025" y="1446"/>
                    <a:pt x="7397" y="1588"/>
                    <a:pt x="7683" y="1873"/>
                  </a:cubicBezTo>
                  <a:cubicBezTo>
                    <a:pt x="8276" y="2466"/>
                    <a:pt x="8248" y="3436"/>
                    <a:pt x="7621" y="3991"/>
                  </a:cubicBezTo>
                  <a:lnTo>
                    <a:pt x="7621" y="3994"/>
                  </a:lnTo>
                  <a:lnTo>
                    <a:pt x="5784" y="5831"/>
                  </a:lnTo>
                  <a:lnTo>
                    <a:pt x="5397" y="5927"/>
                  </a:lnTo>
                  <a:lnTo>
                    <a:pt x="4057" y="7555"/>
                  </a:lnTo>
                  <a:lnTo>
                    <a:pt x="3955" y="7658"/>
                  </a:lnTo>
                  <a:cubicBezTo>
                    <a:pt x="3667" y="7983"/>
                    <a:pt x="3268" y="8147"/>
                    <a:pt x="2868" y="8147"/>
                  </a:cubicBezTo>
                  <a:cubicBezTo>
                    <a:pt x="2495" y="8147"/>
                    <a:pt x="2122" y="8005"/>
                    <a:pt x="1837" y="7719"/>
                  </a:cubicBezTo>
                  <a:cubicBezTo>
                    <a:pt x="1244" y="7126"/>
                    <a:pt x="1275" y="6157"/>
                    <a:pt x="1898" y="5602"/>
                  </a:cubicBezTo>
                  <a:lnTo>
                    <a:pt x="5565" y="1935"/>
                  </a:lnTo>
                  <a:cubicBezTo>
                    <a:pt x="5855" y="1610"/>
                    <a:pt x="6254" y="1446"/>
                    <a:pt x="6653" y="1446"/>
                  </a:cubicBezTo>
                  <a:close/>
                  <a:moveTo>
                    <a:pt x="6593" y="0"/>
                  </a:moveTo>
                  <a:cubicBezTo>
                    <a:pt x="5835" y="0"/>
                    <a:pt x="5077" y="290"/>
                    <a:pt x="4499" y="869"/>
                  </a:cubicBezTo>
                  <a:lnTo>
                    <a:pt x="833" y="4536"/>
                  </a:lnTo>
                  <a:lnTo>
                    <a:pt x="0" y="7089"/>
                  </a:lnTo>
                  <a:cubicBezTo>
                    <a:pt x="65" y="7514"/>
                    <a:pt x="226" y="7921"/>
                    <a:pt x="466" y="8281"/>
                  </a:cubicBezTo>
                  <a:lnTo>
                    <a:pt x="507" y="8240"/>
                  </a:lnTo>
                  <a:cubicBezTo>
                    <a:pt x="583" y="8422"/>
                    <a:pt x="696" y="8586"/>
                    <a:pt x="833" y="8723"/>
                  </a:cubicBezTo>
                  <a:cubicBezTo>
                    <a:pt x="1149" y="9040"/>
                    <a:pt x="1583" y="9193"/>
                    <a:pt x="2065" y="9193"/>
                  </a:cubicBezTo>
                  <a:cubicBezTo>
                    <a:pt x="2203" y="9193"/>
                    <a:pt x="2346" y="9180"/>
                    <a:pt x="2491" y="9155"/>
                  </a:cubicBezTo>
                  <a:cubicBezTo>
                    <a:pt x="3136" y="9042"/>
                    <a:pt x="3824" y="8686"/>
                    <a:pt x="4403" y="8107"/>
                  </a:cubicBezTo>
                  <a:lnTo>
                    <a:pt x="8070" y="4440"/>
                  </a:lnTo>
                  <a:cubicBezTo>
                    <a:pt x="9228" y="3285"/>
                    <a:pt x="9503" y="1685"/>
                    <a:pt x="8687" y="869"/>
                  </a:cubicBezTo>
                  <a:cubicBezTo>
                    <a:pt x="8110" y="290"/>
                    <a:pt x="7351" y="0"/>
                    <a:pt x="65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5"/>
            <p:cNvSpPr/>
            <p:nvPr/>
          </p:nvSpPr>
          <p:spPr>
            <a:xfrm>
              <a:off x="7643978" y="2420981"/>
              <a:ext cx="24073" cy="57839"/>
            </a:xfrm>
            <a:custGeom>
              <a:rect b="b" l="l" r="r" t="t"/>
              <a:pathLst>
                <a:path extrusionOk="0" h="2208" w="919">
                  <a:moveTo>
                    <a:pt x="161" y="1"/>
                  </a:moveTo>
                  <a:cubicBezTo>
                    <a:pt x="161" y="1"/>
                    <a:pt x="332" y="1135"/>
                    <a:pt x="0" y="2207"/>
                  </a:cubicBezTo>
                  <a:lnTo>
                    <a:pt x="918" y="1289"/>
                  </a:lnTo>
                  <a:cubicBezTo>
                    <a:pt x="781" y="803"/>
                    <a:pt x="521" y="357"/>
                    <a:pt x="161"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5"/>
            <p:cNvSpPr/>
            <p:nvPr/>
          </p:nvSpPr>
          <p:spPr>
            <a:xfrm>
              <a:off x="7442355" y="2571785"/>
              <a:ext cx="160890" cy="77642"/>
            </a:xfrm>
            <a:custGeom>
              <a:rect b="b" l="l" r="r" t="t"/>
              <a:pathLst>
                <a:path extrusionOk="0" h="2964" w="6142">
                  <a:moveTo>
                    <a:pt x="4640" y="1"/>
                  </a:moveTo>
                  <a:lnTo>
                    <a:pt x="3369" y="1272"/>
                  </a:lnTo>
                  <a:cubicBezTo>
                    <a:pt x="2633" y="2008"/>
                    <a:pt x="1473" y="2142"/>
                    <a:pt x="724" y="2142"/>
                  </a:cubicBezTo>
                  <a:cubicBezTo>
                    <a:pt x="294" y="2142"/>
                    <a:pt x="1" y="2098"/>
                    <a:pt x="0" y="2098"/>
                  </a:cubicBezTo>
                  <a:lnTo>
                    <a:pt x="0" y="2098"/>
                  </a:lnTo>
                  <a:cubicBezTo>
                    <a:pt x="580" y="2675"/>
                    <a:pt x="1338" y="2964"/>
                    <a:pt x="2096" y="2964"/>
                  </a:cubicBezTo>
                  <a:cubicBezTo>
                    <a:pt x="2854" y="2964"/>
                    <a:pt x="3612" y="2675"/>
                    <a:pt x="4191" y="2098"/>
                  </a:cubicBezTo>
                  <a:lnTo>
                    <a:pt x="6141" y="148"/>
                  </a:lnTo>
                  <a:lnTo>
                    <a:pt x="4640"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5"/>
            <p:cNvSpPr/>
            <p:nvPr/>
          </p:nvSpPr>
          <p:spPr>
            <a:xfrm>
              <a:off x="7563900" y="2526809"/>
              <a:ext cx="87910" cy="49325"/>
            </a:xfrm>
            <a:custGeom>
              <a:rect b="b" l="l" r="r" t="t"/>
              <a:pathLst>
                <a:path extrusionOk="0" h="1883" w="3356">
                  <a:moveTo>
                    <a:pt x="3355" y="1"/>
                  </a:moveTo>
                  <a:lnTo>
                    <a:pt x="3211" y="145"/>
                  </a:lnTo>
                  <a:cubicBezTo>
                    <a:pt x="2653" y="703"/>
                    <a:pt x="1900" y="1010"/>
                    <a:pt x="1119" y="1010"/>
                  </a:cubicBezTo>
                  <a:cubicBezTo>
                    <a:pt x="990" y="1010"/>
                    <a:pt x="860" y="1001"/>
                    <a:pt x="730" y="984"/>
                  </a:cubicBezTo>
                  <a:lnTo>
                    <a:pt x="0" y="1718"/>
                  </a:lnTo>
                  <a:cubicBezTo>
                    <a:pt x="366" y="1828"/>
                    <a:pt x="745" y="1883"/>
                    <a:pt x="1124" y="1883"/>
                  </a:cubicBezTo>
                  <a:cubicBezTo>
                    <a:pt x="1250" y="1883"/>
                    <a:pt x="1376" y="1877"/>
                    <a:pt x="1501" y="1865"/>
                  </a:cubicBezTo>
                  <a:lnTo>
                    <a:pt x="3218" y="148"/>
                  </a:lnTo>
                  <a:cubicBezTo>
                    <a:pt x="3266" y="100"/>
                    <a:pt x="3311" y="52"/>
                    <a:pt x="3355"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85"/>
            <p:cNvSpPr/>
            <p:nvPr/>
          </p:nvSpPr>
          <p:spPr>
            <a:xfrm>
              <a:off x="7412100" y="2398217"/>
              <a:ext cx="250110" cy="240706"/>
            </a:xfrm>
            <a:custGeom>
              <a:rect b="b" l="l" r="r" t="t"/>
              <a:pathLst>
                <a:path extrusionOk="0" h="9189" w="9548">
                  <a:moveTo>
                    <a:pt x="6918" y="0"/>
                  </a:moveTo>
                  <a:cubicBezTo>
                    <a:pt x="6159" y="0"/>
                    <a:pt x="5401" y="289"/>
                    <a:pt x="4822" y="866"/>
                  </a:cubicBezTo>
                  <a:lnTo>
                    <a:pt x="1159" y="4533"/>
                  </a:lnTo>
                  <a:cubicBezTo>
                    <a:pt x="1" y="5688"/>
                    <a:pt x="1" y="7562"/>
                    <a:pt x="1159" y="8720"/>
                  </a:cubicBezTo>
                  <a:cubicBezTo>
                    <a:pt x="1476" y="9038"/>
                    <a:pt x="1911" y="9189"/>
                    <a:pt x="2394" y="9189"/>
                  </a:cubicBezTo>
                  <a:cubicBezTo>
                    <a:pt x="2532" y="9189"/>
                    <a:pt x="2674" y="9177"/>
                    <a:pt x="2817" y="9152"/>
                  </a:cubicBezTo>
                  <a:cubicBezTo>
                    <a:pt x="3462" y="9039"/>
                    <a:pt x="4151" y="8679"/>
                    <a:pt x="4730" y="8104"/>
                  </a:cubicBezTo>
                  <a:lnTo>
                    <a:pt x="6124" y="6709"/>
                  </a:lnTo>
                  <a:cubicBezTo>
                    <a:pt x="6124" y="6709"/>
                    <a:pt x="5966" y="6491"/>
                    <a:pt x="5558" y="6491"/>
                  </a:cubicBezTo>
                  <a:cubicBezTo>
                    <a:pt x="5521" y="6491"/>
                    <a:pt x="5481" y="6492"/>
                    <a:pt x="5439" y="6496"/>
                  </a:cubicBezTo>
                  <a:lnTo>
                    <a:pt x="4281" y="7655"/>
                  </a:lnTo>
                  <a:cubicBezTo>
                    <a:pt x="3993" y="7980"/>
                    <a:pt x="3594" y="8144"/>
                    <a:pt x="3194" y="8144"/>
                  </a:cubicBezTo>
                  <a:cubicBezTo>
                    <a:pt x="2822" y="8144"/>
                    <a:pt x="2449" y="8002"/>
                    <a:pt x="2163" y="7716"/>
                  </a:cubicBezTo>
                  <a:cubicBezTo>
                    <a:pt x="1570" y="7124"/>
                    <a:pt x="1598" y="6154"/>
                    <a:pt x="2225" y="5599"/>
                  </a:cubicBezTo>
                  <a:lnTo>
                    <a:pt x="5891" y="1932"/>
                  </a:lnTo>
                  <a:cubicBezTo>
                    <a:pt x="6173" y="1661"/>
                    <a:pt x="6537" y="1524"/>
                    <a:pt x="6901" y="1524"/>
                  </a:cubicBezTo>
                  <a:cubicBezTo>
                    <a:pt x="7251" y="1524"/>
                    <a:pt x="7600" y="1650"/>
                    <a:pt x="7879" y="1901"/>
                  </a:cubicBezTo>
                  <a:cubicBezTo>
                    <a:pt x="8444" y="2415"/>
                    <a:pt x="8520" y="3282"/>
                    <a:pt x="8047" y="3882"/>
                  </a:cubicBezTo>
                  <a:lnTo>
                    <a:pt x="9452" y="2477"/>
                  </a:lnTo>
                  <a:cubicBezTo>
                    <a:pt x="9548" y="1850"/>
                    <a:pt x="9411" y="1264"/>
                    <a:pt x="9013" y="866"/>
                  </a:cubicBezTo>
                  <a:cubicBezTo>
                    <a:pt x="8434" y="289"/>
                    <a:pt x="7676" y="0"/>
                    <a:pt x="691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5"/>
            <p:cNvSpPr/>
            <p:nvPr/>
          </p:nvSpPr>
          <p:spPr>
            <a:xfrm>
              <a:off x="7554469" y="2550515"/>
              <a:ext cx="38716" cy="23549"/>
            </a:xfrm>
            <a:custGeom>
              <a:rect b="b" l="l" r="r" t="t"/>
              <a:pathLst>
                <a:path extrusionOk="0" h="899" w="1478">
                  <a:moveTo>
                    <a:pt x="686" y="0"/>
                  </a:moveTo>
                  <a:lnTo>
                    <a:pt x="1" y="686"/>
                  </a:lnTo>
                  <a:cubicBezTo>
                    <a:pt x="223" y="778"/>
                    <a:pt x="453" y="847"/>
                    <a:pt x="686" y="898"/>
                  </a:cubicBezTo>
                  <a:lnTo>
                    <a:pt x="1477" y="107"/>
                  </a:lnTo>
                  <a:cubicBezTo>
                    <a:pt x="1210" y="107"/>
                    <a:pt x="946" y="69"/>
                    <a:pt x="686"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5"/>
            <p:cNvSpPr/>
            <p:nvPr/>
          </p:nvSpPr>
          <p:spPr>
            <a:xfrm>
              <a:off x="7407254" y="2335769"/>
              <a:ext cx="330188" cy="317929"/>
            </a:xfrm>
            <a:custGeom>
              <a:rect b="b" l="l" r="r" t="t"/>
              <a:pathLst>
                <a:path extrusionOk="0" h="12137" w="12605">
                  <a:moveTo>
                    <a:pt x="10766" y="1"/>
                  </a:moveTo>
                  <a:cubicBezTo>
                    <a:pt x="10338" y="1"/>
                    <a:pt x="9909" y="164"/>
                    <a:pt x="9582" y="492"/>
                  </a:cubicBezTo>
                  <a:lnTo>
                    <a:pt x="8424" y="1646"/>
                  </a:lnTo>
                  <a:cubicBezTo>
                    <a:pt x="8266" y="1804"/>
                    <a:pt x="8411" y="2023"/>
                    <a:pt x="8581" y="2023"/>
                  </a:cubicBezTo>
                  <a:cubicBezTo>
                    <a:pt x="8633" y="2023"/>
                    <a:pt x="8687" y="2003"/>
                    <a:pt x="8736" y="1955"/>
                  </a:cubicBezTo>
                  <a:lnTo>
                    <a:pt x="9890" y="800"/>
                  </a:lnTo>
                  <a:cubicBezTo>
                    <a:pt x="10132" y="558"/>
                    <a:pt x="10448" y="438"/>
                    <a:pt x="10764" y="438"/>
                  </a:cubicBezTo>
                  <a:cubicBezTo>
                    <a:pt x="11080" y="438"/>
                    <a:pt x="11396" y="558"/>
                    <a:pt x="11638" y="800"/>
                  </a:cubicBezTo>
                  <a:cubicBezTo>
                    <a:pt x="12121" y="1283"/>
                    <a:pt x="12121" y="2065"/>
                    <a:pt x="11638" y="2548"/>
                  </a:cubicBezTo>
                  <a:lnTo>
                    <a:pt x="10048" y="4141"/>
                  </a:lnTo>
                  <a:cubicBezTo>
                    <a:pt x="9527" y="2867"/>
                    <a:pt x="8321" y="2163"/>
                    <a:pt x="7095" y="2163"/>
                  </a:cubicBezTo>
                  <a:cubicBezTo>
                    <a:pt x="6296" y="2163"/>
                    <a:pt x="5489" y="2462"/>
                    <a:pt x="4856" y="3096"/>
                  </a:cubicBezTo>
                  <a:lnTo>
                    <a:pt x="1190" y="6763"/>
                  </a:lnTo>
                  <a:cubicBezTo>
                    <a:pt x="1" y="8013"/>
                    <a:pt x="25" y="9984"/>
                    <a:pt x="1245" y="11204"/>
                  </a:cubicBezTo>
                  <a:cubicBezTo>
                    <a:pt x="1865" y="11825"/>
                    <a:pt x="2681" y="12137"/>
                    <a:pt x="3496" y="12137"/>
                  </a:cubicBezTo>
                  <a:cubicBezTo>
                    <a:pt x="4284" y="12137"/>
                    <a:pt x="5071" y="11846"/>
                    <a:pt x="5686" y="11262"/>
                  </a:cubicBezTo>
                  <a:lnTo>
                    <a:pt x="7636" y="9316"/>
                  </a:lnTo>
                  <a:cubicBezTo>
                    <a:pt x="7793" y="9155"/>
                    <a:pt x="7648" y="8936"/>
                    <a:pt x="7478" y="8936"/>
                  </a:cubicBezTo>
                  <a:cubicBezTo>
                    <a:pt x="7426" y="8936"/>
                    <a:pt x="7372" y="8956"/>
                    <a:pt x="7324" y="9004"/>
                  </a:cubicBezTo>
                  <a:lnTo>
                    <a:pt x="5381" y="10954"/>
                  </a:lnTo>
                  <a:cubicBezTo>
                    <a:pt x="4843" y="11502"/>
                    <a:pt x="4132" y="11776"/>
                    <a:pt x="3421" y="11776"/>
                  </a:cubicBezTo>
                  <a:cubicBezTo>
                    <a:pt x="2718" y="11776"/>
                    <a:pt x="2014" y="11508"/>
                    <a:pt x="1478" y="10971"/>
                  </a:cubicBezTo>
                  <a:cubicBezTo>
                    <a:pt x="402" y="9891"/>
                    <a:pt x="408" y="8140"/>
                    <a:pt x="1498" y="7071"/>
                  </a:cubicBezTo>
                  <a:lnTo>
                    <a:pt x="5165" y="3404"/>
                  </a:lnTo>
                  <a:cubicBezTo>
                    <a:pt x="5713" y="2859"/>
                    <a:pt x="6407" y="2604"/>
                    <a:pt x="7093" y="2604"/>
                  </a:cubicBezTo>
                  <a:cubicBezTo>
                    <a:pt x="8211" y="2604"/>
                    <a:pt x="9306" y="3282"/>
                    <a:pt x="9705" y="4480"/>
                  </a:cubicBezTo>
                  <a:lnTo>
                    <a:pt x="7971" y="6214"/>
                  </a:lnTo>
                  <a:cubicBezTo>
                    <a:pt x="7724" y="6461"/>
                    <a:pt x="7410" y="6578"/>
                    <a:pt x="7100" y="6578"/>
                  </a:cubicBezTo>
                  <a:cubicBezTo>
                    <a:pt x="6623" y="6578"/>
                    <a:pt x="6154" y="6303"/>
                    <a:pt x="5953" y="5807"/>
                  </a:cubicBezTo>
                  <a:cubicBezTo>
                    <a:pt x="5908" y="5726"/>
                    <a:pt x="5837" y="5691"/>
                    <a:pt x="5765" y="5691"/>
                  </a:cubicBezTo>
                  <a:cubicBezTo>
                    <a:pt x="5633" y="5691"/>
                    <a:pt x="5503" y="5810"/>
                    <a:pt x="5552" y="5975"/>
                  </a:cubicBezTo>
                  <a:cubicBezTo>
                    <a:pt x="5824" y="6645"/>
                    <a:pt x="6459" y="7017"/>
                    <a:pt x="7105" y="7017"/>
                  </a:cubicBezTo>
                  <a:cubicBezTo>
                    <a:pt x="7525" y="7017"/>
                    <a:pt x="7950" y="6860"/>
                    <a:pt x="8283" y="6526"/>
                  </a:cubicBezTo>
                  <a:lnTo>
                    <a:pt x="10110" y="4703"/>
                  </a:lnTo>
                  <a:lnTo>
                    <a:pt x="10113" y="4696"/>
                  </a:lnTo>
                  <a:lnTo>
                    <a:pt x="11950" y="2860"/>
                  </a:lnTo>
                  <a:cubicBezTo>
                    <a:pt x="12604" y="2205"/>
                    <a:pt x="12604" y="1146"/>
                    <a:pt x="11950" y="492"/>
                  </a:cubicBezTo>
                  <a:cubicBezTo>
                    <a:pt x="11623" y="164"/>
                    <a:pt x="11194" y="1"/>
                    <a:pt x="10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85"/>
            <p:cNvSpPr/>
            <p:nvPr/>
          </p:nvSpPr>
          <p:spPr>
            <a:xfrm>
              <a:off x="7449166" y="2296345"/>
              <a:ext cx="331445" cy="319317"/>
            </a:xfrm>
            <a:custGeom>
              <a:rect b="b" l="l" r="r" t="t"/>
              <a:pathLst>
                <a:path extrusionOk="0" h="12190" w="12653">
                  <a:moveTo>
                    <a:pt x="9166" y="1"/>
                  </a:moveTo>
                  <a:cubicBezTo>
                    <a:pt x="8352" y="1"/>
                    <a:pt x="7538" y="311"/>
                    <a:pt x="6916" y="931"/>
                  </a:cubicBezTo>
                  <a:lnTo>
                    <a:pt x="4966" y="2881"/>
                  </a:lnTo>
                  <a:cubicBezTo>
                    <a:pt x="4809" y="3039"/>
                    <a:pt x="4954" y="3257"/>
                    <a:pt x="5122" y="3257"/>
                  </a:cubicBezTo>
                  <a:cubicBezTo>
                    <a:pt x="5174" y="3257"/>
                    <a:pt x="5227" y="3237"/>
                    <a:pt x="5275" y="3189"/>
                  </a:cubicBezTo>
                  <a:lnTo>
                    <a:pt x="7225" y="1239"/>
                  </a:lnTo>
                  <a:cubicBezTo>
                    <a:pt x="7764" y="686"/>
                    <a:pt x="8479" y="408"/>
                    <a:pt x="9194" y="408"/>
                  </a:cubicBezTo>
                  <a:cubicBezTo>
                    <a:pt x="9896" y="408"/>
                    <a:pt x="10598" y="676"/>
                    <a:pt x="11135" y="1212"/>
                  </a:cubicBezTo>
                  <a:cubicBezTo>
                    <a:pt x="12217" y="2298"/>
                    <a:pt x="12204" y="4056"/>
                    <a:pt x="11104" y="5122"/>
                  </a:cubicBezTo>
                  <a:lnTo>
                    <a:pt x="7437" y="8789"/>
                  </a:lnTo>
                  <a:cubicBezTo>
                    <a:pt x="6917" y="9308"/>
                    <a:pt x="6217" y="9592"/>
                    <a:pt x="5498" y="9592"/>
                  </a:cubicBezTo>
                  <a:cubicBezTo>
                    <a:pt x="5288" y="9592"/>
                    <a:pt x="5076" y="9568"/>
                    <a:pt x="4867" y="9518"/>
                  </a:cubicBezTo>
                  <a:cubicBezTo>
                    <a:pt x="3938" y="9299"/>
                    <a:pt x="3195" y="8617"/>
                    <a:pt x="2893" y="7713"/>
                  </a:cubicBezTo>
                  <a:lnTo>
                    <a:pt x="4627" y="5979"/>
                  </a:lnTo>
                  <a:cubicBezTo>
                    <a:pt x="4875" y="5731"/>
                    <a:pt x="5190" y="5614"/>
                    <a:pt x="5502" y="5614"/>
                  </a:cubicBezTo>
                  <a:cubicBezTo>
                    <a:pt x="5979" y="5614"/>
                    <a:pt x="6448" y="5889"/>
                    <a:pt x="6649" y="6386"/>
                  </a:cubicBezTo>
                  <a:cubicBezTo>
                    <a:pt x="6683" y="6470"/>
                    <a:pt x="6765" y="6522"/>
                    <a:pt x="6852" y="6522"/>
                  </a:cubicBezTo>
                  <a:cubicBezTo>
                    <a:pt x="6879" y="6522"/>
                    <a:pt x="6907" y="6517"/>
                    <a:pt x="6933" y="6506"/>
                  </a:cubicBezTo>
                  <a:cubicBezTo>
                    <a:pt x="7046" y="6462"/>
                    <a:pt x="7098" y="6335"/>
                    <a:pt x="7053" y="6222"/>
                  </a:cubicBezTo>
                  <a:cubicBezTo>
                    <a:pt x="6781" y="5549"/>
                    <a:pt x="6146" y="5177"/>
                    <a:pt x="5500" y="5177"/>
                  </a:cubicBezTo>
                  <a:cubicBezTo>
                    <a:pt x="5080" y="5177"/>
                    <a:pt x="4655" y="5334"/>
                    <a:pt x="4322" y="5667"/>
                  </a:cubicBezTo>
                  <a:lnTo>
                    <a:pt x="655" y="9333"/>
                  </a:lnTo>
                  <a:cubicBezTo>
                    <a:pt x="1" y="9988"/>
                    <a:pt x="1" y="11047"/>
                    <a:pt x="655" y="11701"/>
                  </a:cubicBezTo>
                  <a:cubicBezTo>
                    <a:pt x="983" y="12027"/>
                    <a:pt x="1411" y="12190"/>
                    <a:pt x="1839" y="12190"/>
                  </a:cubicBezTo>
                  <a:cubicBezTo>
                    <a:pt x="2267" y="12190"/>
                    <a:pt x="2694" y="12027"/>
                    <a:pt x="3020" y="11701"/>
                  </a:cubicBezTo>
                  <a:lnTo>
                    <a:pt x="4178" y="10543"/>
                  </a:lnTo>
                  <a:cubicBezTo>
                    <a:pt x="4336" y="10385"/>
                    <a:pt x="4191" y="10167"/>
                    <a:pt x="4022" y="10167"/>
                  </a:cubicBezTo>
                  <a:cubicBezTo>
                    <a:pt x="3971" y="10167"/>
                    <a:pt x="3918" y="10187"/>
                    <a:pt x="3870" y="10235"/>
                  </a:cubicBezTo>
                  <a:lnTo>
                    <a:pt x="2712" y="11389"/>
                  </a:lnTo>
                  <a:cubicBezTo>
                    <a:pt x="2470" y="11631"/>
                    <a:pt x="2154" y="11752"/>
                    <a:pt x="1838" y="11752"/>
                  </a:cubicBezTo>
                  <a:cubicBezTo>
                    <a:pt x="1522" y="11752"/>
                    <a:pt x="1205" y="11631"/>
                    <a:pt x="964" y="11389"/>
                  </a:cubicBezTo>
                  <a:cubicBezTo>
                    <a:pt x="481" y="10910"/>
                    <a:pt x="481" y="10125"/>
                    <a:pt x="964" y="9642"/>
                  </a:cubicBezTo>
                  <a:lnTo>
                    <a:pt x="2554" y="8052"/>
                  </a:lnTo>
                  <a:cubicBezTo>
                    <a:pt x="2958" y="9035"/>
                    <a:pt x="3829" y="9755"/>
                    <a:pt x="4874" y="9964"/>
                  </a:cubicBezTo>
                  <a:cubicBezTo>
                    <a:pt x="5082" y="10006"/>
                    <a:pt x="5291" y="10026"/>
                    <a:pt x="5499" y="10026"/>
                  </a:cubicBezTo>
                  <a:cubicBezTo>
                    <a:pt x="6333" y="10026"/>
                    <a:pt x="7145" y="9697"/>
                    <a:pt x="7749" y="9094"/>
                  </a:cubicBezTo>
                  <a:lnTo>
                    <a:pt x="11416" y="5430"/>
                  </a:lnTo>
                  <a:cubicBezTo>
                    <a:pt x="12653" y="4186"/>
                    <a:pt x="12653" y="2175"/>
                    <a:pt x="11416" y="931"/>
                  </a:cubicBezTo>
                  <a:cubicBezTo>
                    <a:pt x="10794" y="311"/>
                    <a:pt x="9980" y="1"/>
                    <a:pt x="9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5" name="Google Shape;12125;p85"/>
          <p:cNvGrpSpPr/>
          <p:nvPr/>
        </p:nvGrpSpPr>
        <p:grpSpPr>
          <a:xfrm>
            <a:off x="7943780" y="2341374"/>
            <a:ext cx="386900" cy="268682"/>
            <a:chOff x="7943780" y="2341374"/>
            <a:chExt cx="386900" cy="268682"/>
          </a:xfrm>
        </p:grpSpPr>
        <p:sp>
          <p:nvSpPr>
            <p:cNvPr id="12126" name="Google Shape;12126;p85"/>
            <p:cNvSpPr/>
            <p:nvPr/>
          </p:nvSpPr>
          <p:spPr>
            <a:xfrm>
              <a:off x="7950145" y="2379069"/>
              <a:ext cx="374169" cy="225408"/>
            </a:xfrm>
            <a:custGeom>
              <a:rect b="b" l="l" r="r" t="t"/>
              <a:pathLst>
                <a:path extrusionOk="0" h="8605" w="14284">
                  <a:moveTo>
                    <a:pt x="7142" y="0"/>
                  </a:moveTo>
                  <a:cubicBezTo>
                    <a:pt x="6292" y="0"/>
                    <a:pt x="5018" y="545"/>
                    <a:pt x="3352" y="1621"/>
                  </a:cubicBezTo>
                  <a:cubicBezTo>
                    <a:pt x="2050" y="2464"/>
                    <a:pt x="854" y="3410"/>
                    <a:pt x="254" y="3897"/>
                  </a:cubicBezTo>
                  <a:cubicBezTo>
                    <a:pt x="1" y="4106"/>
                    <a:pt x="1" y="4496"/>
                    <a:pt x="254" y="4705"/>
                  </a:cubicBezTo>
                  <a:cubicBezTo>
                    <a:pt x="854" y="5192"/>
                    <a:pt x="2050" y="6138"/>
                    <a:pt x="3352" y="6981"/>
                  </a:cubicBezTo>
                  <a:cubicBezTo>
                    <a:pt x="5018" y="8057"/>
                    <a:pt x="6292" y="8605"/>
                    <a:pt x="7142" y="8605"/>
                  </a:cubicBezTo>
                  <a:cubicBezTo>
                    <a:pt x="7992" y="8605"/>
                    <a:pt x="9267" y="8060"/>
                    <a:pt x="10932" y="6981"/>
                  </a:cubicBezTo>
                  <a:cubicBezTo>
                    <a:pt x="12235" y="6138"/>
                    <a:pt x="13430" y="5192"/>
                    <a:pt x="14030" y="4705"/>
                  </a:cubicBezTo>
                  <a:cubicBezTo>
                    <a:pt x="14284" y="4496"/>
                    <a:pt x="14284" y="4106"/>
                    <a:pt x="14030" y="3897"/>
                  </a:cubicBezTo>
                  <a:cubicBezTo>
                    <a:pt x="13430" y="3410"/>
                    <a:pt x="12235" y="2464"/>
                    <a:pt x="10932" y="1621"/>
                  </a:cubicBezTo>
                  <a:cubicBezTo>
                    <a:pt x="9267" y="545"/>
                    <a:pt x="7992" y="0"/>
                    <a:pt x="714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85"/>
            <p:cNvSpPr/>
            <p:nvPr/>
          </p:nvSpPr>
          <p:spPr>
            <a:xfrm>
              <a:off x="7950145" y="2379069"/>
              <a:ext cx="205788" cy="225408"/>
            </a:xfrm>
            <a:custGeom>
              <a:rect b="b" l="l" r="r" t="t"/>
              <a:pathLst>
                <a:path extrusionOk="0" h="8605" w="7856">
                  <a:moveTo>
                    <a:pt x="7142" y="0"/>
                  </a:moveTo>
                  <a:cubicBezTo>
                    <a:pt x="6292" y="0"/>
                    <a:pt x="5018" y="545"/>
                    <a:pt x="3352" y="1625"/>
                  </a:cubicBezTo>
                  <a:cubicBezTo>
                    <a:pt x="2050" y="2468"/>
                    <a:pt x="854" y="3410"/>
                    <a:pt x="254" y="3900"/>
                  </a:cubicBezTo>
                  <a:cubicBezTo>
                    <a:pt x="1" y="4106"/>
                    <a:pt x="1" y="4500"/>
                    <a:pt x="254" y="4709"/>
                  </a:cubicBezTo>
                  <a:cubicBezTo>
                    <a:pt x="854" y="5195"/>
                    <a:pt x="2050" y="6138"/>
                    <a:pt x="3352" y="6981"/>
                  </a:cubicBezTo>
                  <a:cubicBezTo>
                    <a:pt x="5018" y="8060"/>
                    <a:pt x="6292" y="8605"/>
                    <a:pt x="7142" y="8605"/>
                  </a:cubicBezTo>
                  <a:cubicBezTo>
                    <a:pt x="7382" y="8602"/>
                    <a:pt x="7622" y="8567"/>
                    <a:pt x="7855" y="8506"/>
                  </a:cubicBezTo>
                  <a:cubicBezTo>
                    <a:pt x="7057" y="8300"/>
                    <a:pt x="6025" y="7793"/>
                    <a:pt x="4774" y="6984"/>
                  </a:cubicBezTo>
                  <a:cubicBezTo>
                    <a:pt x="3472" y="6138"/>
                    <a:pt x="2276" y="5195"/>
                    <a:pt x="1677" y="4709"/>
                  </a:cubicBezTo>
                  <a:cubicBezTo>
                    <a:pt x="1423" y="4500"/>
                    <a:pt x="1423" y="4109"/>
                    <a:pt x="1677" y="3900"/>
                  </a:cubicBezTo>
                  <a:cubicBezTo>
                    <a:pt x="2276" y="3410"/>
                    <a:pt x="3472" y="2468"/>
                    <a:pt x="4774" y="1625"/>
                  </a:cubicBezTo>
                  <a:cubicBezTo>
                    <a:pt x="6025" y="816"/>
                    <a:pt x="7057" y="305"/>
                    <a:pt x="7852" y="103"/>
                  </a:cubicBezTo>
                  <a:cubicBezTo>
                    <a:pt x="7622" y="38"/>
                    <a:pt x="7382" y="4"/>
                    <a:pt x="7142"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5"/>
            <p:cNvSpPr/>
            <p:nvPr/>
          </p:nvSpPr>
          <p:spPr>
            <a:xfrm>
              <a:off x="8050236" y="2411158"/>
              <a:ext cx="167622" cy="161283"/>
            </a:xfrm>
            <a:custGeom>
              <a:rect b="b" l="l" r="r" t="t"/>
              <a:pathLst>
                <a:path extrusionOk="0" h="6157" w="6399">
                  <a:moveTo>
                    <a:pt x="3323" y="1"/>
                  </a:moveTo>
                  <a:cubicBezTo>
                    <a:pt x="2522" y="1"/>
                    <a:pt x="1735" y="314"/>
                    <a:pt x="1145" y="903"/>
                  </a:cubicBezTo>
                  <a:cubicBezTo>
                    <a:pt x="265" y="1781"/>
                    <a:pt x="1" y="3107"/>
                    <a:pt x="477" y="4255"/>
                  </a:cubicBezTo>
                  <a:cubicBezTo>
                    <a:pt x="953" y="5406"/>
                    <a:pt x="2077" y="6157"/>
                    <a:pt x="3321" y="6157"/>
                  </a:cubicBezTo>
                  <a:cubicBezTo>
                    <a:pt x="5021" y="6153"/>
                    <a:pt x="6395" y="4776"/>
                    <a:pt x="6399" y="3079"/>
                  </a:cubicBezTo>
                  <a:cubicBezTo>
                    <a:pt x="6399" y="1832"/>
                    <a:pt x="5648" y="711"/>
                    <a:pt x="4500" y="235"/>
                  </a:cubicBezTo>
                  <a:cubicBezTo>
                    <a:pt x="4119" y="78"/>
                    <a:pt x="3719" y="1"/>
                    <a:pt x="3323"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5"/>
            <p:cNvSpPr/>
            <p:nvPr/>
          </p:nvSpPr>
          <p:spPr>
            <a:xfrm>
              <a:off x="8056628" y="2411158"/>
              <a:ext cx="95874" cy="161283"/>
            </a:xfrm>
            <a:custGeom>
              <a:rect b="b" l="l" r="r" t="t"/>
              <a:pathLst>
                <a:path extrusionOk="0" h="6157" w="3660">
                  <a:moveTo>
                    <a:pt x="3069" y="0"/>
                  </a:moveTo>
                  <a:cubicBezTo>
                    <a:pt x="1412" y="0"/>
                    <a:pt x="0" y="1346"/>
                    <a:pt x="0" y="3079"/>
                  </a:cubicBezTo>
                  <a:cubicBezTo>
                    <a:pt x="0" y="4808"/>
                    <a:pt x="1410" y="6156"/>
                    <a:pt x="3066" y="6156"/>
                  </a:cubicBezTo>
                  <a:cubicBezTo>
                    <a:pt x="3261" y="6156"/>
                    <a:pt x="3460" y="6137"/>
                    <a:pt x="3660" y="6098"/>
                  </a:cubicBezTo>
                  <a:cubicBezTo>
                    <a:pt x="2214" y="5817"/>
                    <a:pt x="1172" y="4549"/>
                    <a:pt x="1169" y="3079"/>
                  </a:cubicBezTo>
                  <a:cubicBezTo>
                    <a:pt x="1172" y="1606"/>
                    <a:pt x="2214" y="341"/>
                    <a:pt x="3660" y="57"/>
                  </a:cubicBezTo>
                  <a:cubicBezTo>
                    <a:pt x="3461" y="19"/>
                    <a:pt x="3263" y="0"/>
                    <a:pt x="3069" y="0"/>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85"/>
            <p:cNvSpPr/>
            <p:nvPr/>
          </p:nvSpPr>
          <p:spPr>
            <a:xfrm>
              <a:off x="8093327" y="2451105"/>
              <a:ext cx="84584" cy="81388"/>
            </a:xfrm>
            <a:custGeom>
              <a:rect b="b" l="l" r="r" t="t"/>
              <a:pathLst>
                <a:path extrusionOk="0" h="3107" w="3229">
                  <a:moveTo>
                    <a:pt x="1677" y="1"/>
                  </a:moveTo>
                  <a:cubicBezTo>
                    <a:pt x="1273" y="1"/>
                    <a:pt x="876" y="158"/>
                    <a:pt x="580" y="454"/>
                  </a:cubicBezTo>
                  <a:cubicBezTo>
                    <a:pt x="134" y="900"/>
                    <a:pt x="1" y="1568"/>
                    <a:pt x="240" y="2147"/>
                  </a:cubicBezTo>
                  <a:cubicBezTo>
                    <a:pt x="484" y="2726"/>
                    <a:pt x="1049" y="3107"/>
                    <a:pt x="1676" y="3107"/>
                  </a:cubicBezTo>
                  <a:cubicBezTo>
                    <a:pt x="2533" y="3103"/>
                    <a:pt x="3229" y="2411"/>
                    <a:pt x="3229" y="1554"/>
                  </a:cubicBezTo>
                  <a:cubicBezTo>
                    <a:pt x="3229" y="924"/>
                    <a:pt x="2852" y="358"/>
                    <a:pt x="2269" y="119"/>
                  </a:cubicBezTo>
                  <a:cubicBezTo>
                    <a:pt x="2078" y="39"/>
                    <a:pt x="1876" y="1"/>
                    <a:pt x="1677"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85"/>
            <p:cNvSpPr/>
            <p:nvPr/>
          </p:nvSpPr>
          <p:spPr>
            <a:xfrm>
              <a:off x="8096470" y="2451079"/>
              <a:ext cx="56581" cy="81440"/>
            </a:xfrm>
            <a:custGeom>
              <a:rect b="b" l="l" r="r" t="t"/>
              <a:pathLst>
                <a:path extrusionOk="0" h="3109" w="2160">
                  <a:moveTo>
                    <a:pt x="1552" y="1"/>
                  </a:moveTo>
                  <a:cubicBezTo>
                    <a:pt x="734" y="1"/>
                    <a:pt x="1" y="661"/>
                    <a:pt x="1" y="1555"/>
                  </a:cubicBezTo>
                  <a:cubicBezTo>
                    <a:pt x="1" y="2448"/>
                    <a:pt x="736" y="3108"/>
                    <a:pt x="1555" y="3108"/>
                  </a:cubicBezTo>
                  <a:cubicBezTo>
                    <a:pt x="1755" y="3108"/>
                    <a:pt x="1959" y="3069"/>
                    <a:pt x="2159" y="2984"/>
                  </a:cubicBezTo>
                  <a:cubicBezTo>
                    <a:pt x="1587" y="2741"/>
                    <a:pt x="1214" y="2176"/>
                    <a:pt x="1214" y="1555"/>
                  </a:cubicBezTo>
                  <a:cubicBezTo>
                    <a:pt x="1214" y="932"/>
                    <a:pt x="1587" y="370"/>
                    <a:pt x="2159" y="126"/>
                  </a:cubicBezTo>
                  <a:cubicBezTo>
                    <a:pt x="1958" y="41"/>
                    <a:pt x="1753" y="1"/>
                    <a:pt x="1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85"/>
            <p:cNvSpPr/>
            <p:nvPr/>
          </p:nvSpPr>
          <p:spPr>
            <a:xfrm>
              <a:off x="8147184" y="2453620"/>
              <a:ext cx="32875" cy="28160"/>
            </a:xfrm>
            <a:custGeom>
              <a:rect b="b" l="l" r="r" t="t"/>
              <a:pathLst>
                <a:path extrusionOk="0" h="1075" w="1255">
                  <a:moveTo>
                    <a:pt x="541" y="1"/>
                  </a:moveTo>
                  <a:cubicBezTo>
                    <a:pt x="266" y="1"/>
                    <a:pt x="1" y="215"/>
                    <a:pt x="1" y="540"/>
                  </a:cubicBezTo>
                  <a:cubicBezTo>
                    <a:pt x="1" y="835"/>
                    <a:pt x="241" y="1075"/>
                    <a:pt x="539" y="1075"/>
                  </a:cubicBezTo>
                  <a:cubicBezTo>
                    <a:pt x="1015" y="1075"/>
                    <a:pt x="1255" y="495"/>
                    <a:pt x="916" y="160"/>
                  </a:cubicBezTo>
                  <a:cubicBezTo>
                    <a:pt x="807" y="50"/>
                    <a:pt x="673" y="1"/>
                    <a:pt x="54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5"/>
            <p:cNvSpPr/>
            <p:nvPr/>
          </p:nvSpPr>
          <p:spPr>
            <a:xfrm>
              <a:off x="8252750" y="2394026"/>
              <a:ext cx="37695" cy="26012"/>
            </a:xfrm>
            <a:custGeom>
              <a:rect b="b" l="l" r="r" t="t"/>
              <a:pathLst>
                <a:path extrusionOk="0" h="993" w="1439">
                  <a:moveTo>
                    <a:pt x="333" y="1"/>
                  </a:moveTo>
                  <a:cubicBezTo>
                    <a:pt x="137" y="1"/>
                    <a:pt x="0" y="285"/>
                    <a:pt x="210" y="427"/>
                  </a:cubicBezTo>
                  <a:cubicBezTo>
                    <a:pt x="456" y="588"/>
                    <a:pt x="710" y="762"/>
                    <a:pt x="967" y="947"/>
                  </a:cubicBezTo>
                  <a:cubicBezTo>
                    <a:pt x="1012" y="979"/>
                    <a:pt x="1058" y="993"/>
                    <a:pt x="1102" y="993"/>
                  </a:cubicBezTo>
                  <a:cubicBezTo>
                    <a:pt x="1297" y="993"/>
                    <a:pt x="1439" y="716"/>
                    <a:pt x="1234" y="570"/>
                  </a:cubicBezTo>
                  <a:cubicBezTo>
                    <a:pt x="974" y="385"/>
                    <a:pt x="713" y="207"/>
                    <a:pt x="463" y="43"/>
                  </a:cubicBezTo>
                  <a:cubicBezTo>
                    <a:pt x="419" y="13"/>
                    <a:pt x="375" y="1"/>
                    <a:pt x="3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5"/>
            <p:cNvSpPr/>
            <p:nvPr/>
          </p:nvSpPr>
          <p:spPr>
            <a:xfrm>
              <a:off x="8015318" y="2341374"/>
              <a:ext cx="226927" cy="57734"/>
            </a:xfrm>
            <a:custGeom>
              <a:rect b="b" l="l" r="r" t="t"/>
              <a:pathLst>
                <a:path extrusionOk="0" h="2204" w="8663">
                  <a:moveTo>
                    <a:pt x="4651" y="0"/>
                  </a:moveTo>
                  <a:cubicBezTo>
                    <a:pt x="3523" y="0"/>
                    <a:pt x="2067" y="583"/>
                    <a:pt x="193" y="1779"/>
                  </a:cubicBezTo>
                  <a:cubicBezTo>
                    <a:pt x="1" y="1902"/>
                    <a:pt x="86" y="2204"/>
                    <a:pt x="316" y="2204"/>
                  </a:cubicBezTo>
                  <a:lnTo>
                    <a:pt x="319" y="2204"/>
                  </a:lnTo>
                  <a:cubicBezTo>
                    <a:pt x="364" y="2204"/>
                    <a:pt x="405" y="2190"/>
                    <a:pt x="443" y="2169"/>
                  </a:cubicBezTo>
                  <a:cubicBezTo>
                    <a:pt x="2242" y="1018"/>
                    <a:pt x="3616" y="459"/>
                    <a:pt x="4654" y="459"/>
                  </a:cubicBezTo>
                  <a:cubicBezTo>
                    <a:pt x="5562" y="459"/>
                    <a:pt x="6724" y="888"/>
                    <a:pt x="8208" y="1765"/>
                  </a:cubicBezTo>
                  <a:cubicBezTo>
                    <a:pt x="8250" y="1790"/>
                    <a:pt x="8292" y="1801"/>
                    <a:pt x="8331" y="1801"/>
                  </a:cubicBezTo>
                  <a:cubicBezTo>
                    <a:pt x="8534" y="1801"/>
                    <a:pt x="8662" y="1500"/>
                    <a:pt x="8441" y="1371"/>
                  </a:cubicBezTo>
                  <a:cubicBezTo>
                    <a:pt x="6885" y="449"/>
                    <a:pt x="5645" y="0"/>
                    <a:pt x="4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5"/>
            <p:cNvSpPr/>
            <p:nvPr/>
          </p:nvSpPr>
          <p:spPr>
            <a:xfrm>
              <a:off x="7943780" y="2373489"/>
              <a:ext cx="386900" cy="236567"/>
            </a:xfrm>
            <a:custGeom>
              <a:rect b="b" l="l" r="r" t="t"/>
              <a:pathLst>
                <a:path extrusionOk="0" h="9031" w="14770">
                  <a:moveTo>
                    <a:pt x="7385" y="460"/>
                  </a:moveTo>
                  <a:cubicBezTo>
                    <a:pt x="9260" y="460"/>
                    <a:pt x="13012" y="3400"/>
                    <a:pt x="14116" y="4301"/>
                  </a:cubicBezTo>
                  <a:cubicBezTo>
                    <a:pt x="14249" y="4411"/>
                    <a:pt x="14249" y="4620"/>
                    <a:pt x="14116" y="4730"/>
                  </a:cubicBezTo>
                  <a:cubicBezTo>
                    <a:pt x="13012" y="5631"/>
                    <a:pt x="9260" y="8571"/>
                    <a:pt x="7385" y="8571"/>
                  </a:cubicBezTo>
                  <a:cubicBezTo>
                    <a:pt x="5507" y="8571"/>
                    <a:pt x="1755" y="5631"/>
                    <a:pt x="652" y="4730"/>
                  </a:cubicBezTo>
                  <a:cubicBezTo>
                    <a:pt x="518" y="4620"/>
                    <a:pt x="518" y="4411"/>
                    <a:pt x="652" y="4301"/>
                  </a:cubicBezTo>
                  <a:cubicBezTo>
                    <a:pt x="1755" y="3404"/>
                    <a:pt x="5507" y="460"/>
                    <a:pt x="7385" y="460"/>
                  </a:cubicBezTo>
                  <a:close/>
                  <a:moveTo>
                    <a:pt x="7385" y="1"/>
                  </a:moveTo>
                  <a:cubicBezTo>
                    <a:pt x="5415" y="1"/>
                    <a:pt x="1817" y="2759"/>
                    <a:pt x="360" y="3945"/>
                  </a:cubicBezTo>
                  <a:cubicBezTo>
                    <a:pt x="1" y="4240"/>
                    <a:pt x="1" y="4792"/>
                    <a:pt x="360" y="5086"/>
                  </a:cubicBezTo>
                  <a:cubicBezTo>
                    <a:pt x="1817" y="6272"/>
                    <a:pt x="5411" y="9030"/>
                    <a:pt x="7385" y="9030"/>
                  </a:cubicBezTo>
                  <a:cubicBezTo>
                    <a:pt x="9363" y="9030"/>
                    <a:pt x="12954" y="6272"/>
                    <a:pt x="14407" y="5086"/>
                  </a:cubicBezTo>
                  <a:cubicBezTo>
                    <a:pt x="14770" y="4792"/>
                    <a:pt x="14770" y="4240"/>
                    <a:pt x="14407" y="3945"/>
                  </a:cubicBezTo>
                  <a:cubicBezTo>
                    <a:pt x="12954" y="2759"/>
                    <a:pt x="9356" y="1"/>
                    <a:pt x="7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5"/>
            <p:cNvSpPr/>
            <p:nvPr/>
          </p:nvSpPr>
          <p:spPr>
            <a:xfrm>
              <a:off x="8044945" y="2405500"/>
              <a:ext cx="188945" cy="172546"/>
            </a:xfrm>
            <a:custGeom>
              <a:rect b="b" l="l" r="r" t="t"/>
              <a:pathLst>
                <a:path extrusionOk="0" h="6587" w="7213">
                  <a:moveTo>
                    <a:pt x="3527" y="0"/>
                  </a:moveTo>
                  <a:cubicBezTo>
                    <a:pt x="3489" y="0"/>
                    <a:pt x="3451" y="1"/>
                    <a:pt x="3414" y="2"/>
                  </a:cubicBezTo>
                  <a:lnTo>
                    <a:pt x="3414" y="6"/>
                  </a:lnTo>
                  <a:cubicBezTo>
                    <a:pt x="2146" y="47"/>
                    <a:pt x="1018" y="811"/>
                    <a:pt x="508" y="1969"/>
                  </a:cubicBezTo>
                  <a:cubicBezTo>
                    <a:pt x="1" y="3127"/>
                    <a:pt x="199" y="4478"/>
                    <a:pt x="1025" y="5437"/>
                  </a:cubicBezTo>
                  <a:cubicBezTo>
                    <a:pt x="1071" y="5489"/>
                    <a:pt x="1134" y="5514"/>
                    <a:pt x="1197" y="5514"/>
                  </a:cubicBezTo>
                  <a:cubicBezTo>
                    <a:pt x="1255" y="5514"/>
                    <a:pt x="1313" y="5492"/>
                    <a:pt x="1358" y="5447"/>
                  </a:cubicBezTo>
                  <a:lnTo>
                    <a:pt x="1361" y="5444"/>
                  </a:lnTo>
                  <a:cubicBezTo>
                    <a:pt x="1447" y="5358"/>
                    <a:pt x="1450" y="5225"/>
                    <a:pt x="1371" y="5136"/>
                  </a:cubicBezTo>
                  <a:cubicBezTo>
                    <a:pt x="422" y="4022"/>
                    <a:pt x="473" y="2370"/>
                    <a:pt x="1495" y="1322"/>
                  </a:cubicBezTo>
                  <a:cubicBezTo>
                    <a:pt x="2046" y="756"/>
                    <a:pt x="2781" y="467"/>
                    <a:pt x="3521" y="467"/>
                  </a:cubicBezTo>
                  <a:cubicBezTo>
                    <a:pt x="4147" y="467"/>
                    <a:pt x="4777" y="674"/>
                    <a:pt x="5298" y="1095"/>
                  </a:cubicBezTo>
                  <a:cubicBezTo>
                    <a:pt x="6436" y="2014"/>
                    <a:pt x="6690" y="3645"/>
                    <a:pt x="5881" y="4861"/>
                  </a:cubicBezTo>
                  <a:cubicBezTo>
                    <a:pt x="5338" y="5677"/>
                    <a:pt x="4442" y="6126"/>
                    <a:pt x="3522" y="6126"/>
                  </a:cubicBezTo>
                  <a:cubicBezTo>
                    <a:pt x="3067" y="6126"/>
                    <a:pt x="2607" y="6016"/>
                    <a:pt x="2180" y="5787"/>
                  </a:cubicBezTo>
                  <a:cubicBezTo>
                    <a:pt x="2146" y="5768"/>
                    <a:pt x="2109" y="5760"/>
                    <a:pt x="2073" y="5760"/>
                  </a:cubicBezTo>
                  <a:cubicBezTo>
                    <a:pt x="2014" y="5760"/>
                    <a:pt x="1955" y="5783"/>
                    <a:pt x="1913" y="5828"/>
                  </a:cubicBezTo>
                  <a:lnTo>
                    <a:pt x="1909" y="5831"/>
                  </a:lnTo>
                  <a:cubicBezTo>
                    <a:pt x="1803" y="5937"/>
                    <a:pt x="1827" y="6116"/>
                    <a:pt x="1961" y="6191"/>
                  </a:cubicBezTo>
                  <a:cubicBezTo>
                    <a:pt x="2462" y="6461"/>
                    <a:pt x="2995" y="6587"/>
                    <a:pt x="3518" y="6587"/>
                  </a:cubicBezTo>
                  <a:cubicBezTo>
                    <a:pt x="4982" y="6587"/>
                    <a:pt x="6361" y="5599"/>
                    <a:pt x="6727" y="4046"/>
                  </a:cubicBezTo>
                  <a:cubicBezTo>
                    <a:pt x="7212" y="1972"/>
                    <a:pt x="5636" y="0"/>
                    <a:pt x="35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85"/>
            <p:cNvSpPr/>
            <p:nvPr/>
          </p:nvSpPr>
          <p:spPr>
            <a:xfrm>
              <a:off x="8087485" y="2445683"/>
              <a:ext cx="95900" cy="92233"/>
            </a:xfrm>
            <a:custGeom>
              <a:rect b="b" l="l" r="r" t="t"/>
              <a:pathLst>
                <a:path extrusionOk="0" h="3521" w="3661">
                  <a:moveTo>
                    <a:pt x="1899" y="0"/>
                  </a:moveTo>
                  <a:cubicBezTo>
                    <a:pt x="1187" y="0"/>
                    <a:pt x="546" y="428"/>
                    <a:pt x="272" y="1086"/>
                  </a:cubicBezTo>
                  <a:cubicBezTo>
                    <a:pt x="1" y="1744"/>
                    <a:pt x="152" y="2502"/>
                    <a:pt x="655" y="3005"/>
                  </a:cubicBezTo>
                  <a:cubicBezTo>
                    <a:pt x="992" y="3342"/>
                    <a:pt x="1442" y="3521"/>
                    <a:pt x="1899" y="3521"/>
                  </a:cubicBezTo>
                  <a:cubicBezTo>
                    <a:pt x="2127" y="3521"/>
                    <a:pt x="2356" y="3477"/>
                    <a:pt x="2574" y="3386"/>
                  </a:cubicBezTo>
                  <a:cubicBezTo>
                    <a:pt x="3232" y="3115"/>
                    <a:pt x="3661" y="2471"/>
                    <a:pt x="3661" y="1761"/>
                  </a:cubicBezTo>
                  <a:cubicBezTo>
                    <a:pt x="3661" y="1633"/>
                    <a:pt x="3558" y="1532"/>
                    <a:pt x="3434" y="1532"/>
                  </a:cubicBezTo>
                  <a:cubicBezTo>
                    <a:pt x="3432" y="1532"/>
                    <a:pt x="3430" y="1532"/>
                    <a:pt x="3428" y="1532"/>
                  </a:cubicBezTo>
                  <a:cubicBezTo>
                    <a:pt x="3301" y="1532"/>
                    <a:pt x="3198" y="1631"/>
                    <a:pt x="3198" y="1761"/>
                  </a:cubicBezTo>
                  <a:cubicBezTo>
                    <a:pt x="3198" y="2286"/>
                    <a:pt x="2883" y="2762"/>
                    <a:pt x="2396" y="2961"/>
                  </a:cubicBezTo>
                  <a:cubicBezTo>
                    <a:pt x="2234" y="3028"/>
                    <a:pt x="2064" y="3061"/>
                    <a:pt x="1895" y="3061"/>
                  </a:cubicBezTo>
                  <a:cubicBezTo>
                    <a:pt x="1557" y="3061"/>
                    <a:pt x="1224" y="2929"/>
                    <a:pt x="977" y="2680"/>
                  </a:cubicBezTo>
                  <a:cubicBezTo>
                    <a:pt x="604" y="2306"/>
                    <a:pt x="494" y="1748"/>
                    <a:pt x="696" y="1261"/>
                  </a:cubicBezTo>
                  <a:cubicBezTo>
                    <a:pt x="899" y="774"/>
                    <a:pt x="1372" y="459"/>
                    <a:pt x="1899" y="459"/>
                  </a:cubicBezTo>
                  <a:cubicBezTo>
                    <a:pt x="2026" y="459"/>
                    <a:pt x="2129" y="356"/>
                    <a:pt x="2129" y="230"/>
                  </a:cubicBezTo>
                  <a:cubicBezTo>
                    <a:pt x="2129" y="103"/>
                    <a:pt x="2026" y="0"/>
                    <a:pt x="1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8" name="Google Shape;12138;p85"/>
          <p:cNvGrpSpPr/>
          <p:nvPr/>
        </p:nvGrpSpPr>
        <p:grpSpPr>
          <a:xfrm>
            <a:off x="2486628" y="2743153"/>
            <a:ext cx="389860" cy="389782"/>
            <a:chOff x="2486628" y="2743153"/>
            <a:chExt cx="389860" cy="389782"/>
          </a:xfrm>
        </p:grpSpPr>
        <p:sp>
          <p:nvSpPr>
            <p:cNvPr id="12139" name="Google Shape;12139;p85"/>
            <p:cNvSpPr/>
            <p:nvPr/>
          </p:nvSpPr>
          <p:spPr>
            <a:xfrm>
              <a:off x="2492810" y="2749257"/>
              <a:ext cx="287281" cy="287281"/>
            </a:xfrm>
            <a:custGeom>
              <a:rect b="b" l="l" r="r" t="t"/>
              <a:pathLst>
                <a:path extrusionOk="0" h="10967" w="10967">
                  <a:moveTo>
                    <a:pt x="5144" y="0"/>
                  </a:moveTo>
                  <a:cubicBezTo>
                    <a:pt x="4908" y="0"/>
                    <a:pt x="4702" y="168"/>
                    <a:pt x="4658" y="401"/>
                  </a:cubicBezTo>
                  <a:lnTo>
                    <a:pt x="4407" y="1645"/>
                  </a:lnTo>
                  <a:cubicBezTo>
                    <a:pt x="4102" y="1731"/>
                    <a:pt x="3808" y="1851"/>
                    <a:pt x="3530" y="2009"/>
                  </a:cubicBezTo>
                  <a:lnTo>
                    <a:pt x="2475" y="1306"/>
                  </a:lnTo>
                  <a:cubicBezTo>
                    <a:pt x="2390" y="1249"/>
                    <a:pt x="2293" y="1221"/>
                    <a:pt x="2197" y="1221"/>
                  </a:cubicBezTo>
                  <a:cubicBezTo>
                    <a:pt x="2068" y="1221"/>
                    <a:pt x="1940" y="1271"/>
                    <a:pt x="1844" y="1368"/>
                  </a:cubicBezTo>
                  <a:lnTo>
                    <a:pt x="1364" y="1847"/>
                  </a:lnTo>
                  <a:cubicBezTo>
                    <a:pt x="1196" y="2015"/>
                    <a:pt x="1172" y="2276"/>
                    <a:pt x="1303" y="2475"/>
                  </a:cubicBezTo>
                  <a:lnTo>
                    <a:pt x="2005" y="3530"/>
                  </a:lnTo>
                  <a:cubicBezTo>
                    <a:pt x="1851" y="3808"/>
                    <a:pt x="1728" y="4102"/>
                    <a:pt x="1642" y="4407"/>
                  </a:cubicBezTo>
                  <a:lnTo>
                    <a:pt x="401" y="4657"/>
                  </a:lnTo>
                  <a:cubicBezTo>
                    <a:pt x="168" y="4702"/>
                    <a:pt x="1" y="4908"/>
                    <a:pt x="1" y="5144"/>
                  </a:cubicBezTo>
                  <a:lnTo>
                    <a:pt x="1" y="5823"/>
                  </a:lnTo>
                  <a:cubicBezTo>
                    <a:pt x="1" y="6059"/>
                    <a:pt x="168" y="6265"/>
                    <a:pt x="401" y="6313"/>
                  </a:cubicBezTo>
                  <a:lnTo>
                    <a:pt x="1642" y="6559"/>
                  </a:lnTo>
                  <a:cubicBezTo>
                    <a:pt x="1728" y="6864"/>
                    <a:pt x="1851" y="7159"/>
                    <a:pt x="2005" y="7437"/>
                  </a:cubicBezTo>
                  <a:lnTo>
                    <a:pt x="1303" y="8492"/>
                  </a:lnTo>
                  <a:cubicBezTo>
                    <a:pt x="1172" y="8691"/>
                    <a:pt x="1196" y="8951"/>
                    <a:pt x="1364" y="9123"/>
                  </a:cubicBezTo>
                  <a:lnTo>
                    <a:pt x="1844" y="9602"/>
                  </a:lnTo>
                  <a:cubicBezTo>
                    <a:pt x="1941" y="9697"/>
                    <a:pt x="2069" y="9746"/>
                    <a:pt x="2198" y="9746"/>
                  </a:cubicBezTo>
                  <a:cubicBezTo>
                    <a:pt x="2294" y="9746"/>
                    <a:pt x="2390" y="9719"/>
                    <a:pt x="2475" y="9664"/>
                  </a:cubicBezTo>
                  <a:lnTo>
                    <a:pt x="3530" y="8958"/>
                  </a:lnTo>
                  <a:cubicBezTo>
                    <a:pt x="3808" y="9116"/>
                    <a:pt x="4099" y="9239"/>
                    <a:pt x="4407" y="9325"/>
                  </a:cubicBezTo>
                  <a:lnTo>
                    <a:pt x="4654" y="10565"/>
                  </a:lnTo>
                  <a:cubicBezTo>
                    <a:pt x="4702" y="10798"/>
                    <a:pt x="4908" y="10966"/>
                    <a:pt x="5144" y="10966"/>
                  </a:cubicBezTo>
                  <a:lnTo>
                    <a:pt x="5823" y="10966"/>
                  </a:lnTo>
                  <a:cubicBezTo>
                    <a:pt x="6059" y="10966"/>
                    <a:pt x="6265" y="10798"/>
                    <a:pt x="6309" y="10565"/>
                  </a:cubicBezTo>
                  <a:lnTo>
                    <a:pt x="6559" y="9325"/>
                  </a:lnTo>
                  <a:cubicBezTo>
                    <a:pt x="6864" y="9239"/>
                    <a:pt x="7159" y="9116"/>
                    <a:pt x="7437" y="8958"/>
                  </a:cubicBezTo>
                  <a:lnTo>
                    <a:pt x="8492" y="9664"/>
                  </a:lnTo>
                  <a:cubicBezTo>
                    <a:pt x="8575" y="9719"/>
                    <a:pt x="8670" y="9746"/>
                    <a:pt x="8766" y="9746"/>
                  </a:cubicBezTo>
                  <a:cubicBezTo>
                    <a:pt x="8894" y="9746"/>
                    <a:pt x="9023" y="9697"/>
                    <a:pt x="9119" y="9602"/>
                  </a:cubicBezTo>
                  <a:lnTo>
                    <a:pt x="9599" y="9123"/>
                  </a:lnTo>
                  <a:cubicBezTo>
                    <a:pt x="9767" y="8951"/>
                    <a:pt x="9794" y="8691"/>
                    <a:pt x="9664" y="8492"/>
                  </a:cubicBezTo>
                  <a:lnTo>
                    <a:pt x="8958" y="7437"/>
                  </a:lnTo>
                  <a:cubicBezTo>
                    <a:pt x="9116" y="7159"/>
                    <a:pt x="9236" y="6864"/>
                    <a:pt x="9321" y="6559"/>
                  </a:cubicBezTo>
                  <a:lnTo>
                    <a:pt x="10565" y="6313"/>
                  </a:lnTo>
                  <a:cubicBezTo>
                    <a:pt x="10798" y="6265"/>
                    <a:pt x="10966" y="6059"/>
                    <a:pt x="10966" y="5823"/>
                  </a:cubicBezTo>
                  <a:lnTo>
                    <a:pt x="10966" y="5144"/>
                  </a:lnTo>
                  <a:cubicBezTo>
                    <a:pt x="10966" y="4908"/>
                    <a:pt x="10798" y="4702"/>
                    <a:pt x="10565" y="4657"/>
                  </a:cubicBezTo>
                  <a:lnTo>
                    <a:pt x="9321" y="4407"/>
                  </a:lnTo>
                  <a:cubicBezTo>
                    <a:pt x="9236" y="4102"/>
                    <a:pt x="9116" y="3808"/>
                    <a:pt x="8958" y="3530"/>
                  </a:cubicBezTo>
                  <a:lnTo>
                    <a:pt x="9661" y="2478"/>
                  </a:lnTo>
                  <a:cubicBezTo>
                    <a:pt x="9794" y="2279"/>
                    <a:pt x="9767" y="2015"/>
                    <a:pt x="9599" y="1847"/>
                  </a:cubicBezTo>
                  <a:lnTo>
                    <a:pt x="9119" y="1368"/>
                  </a:lnTo>
                  <a:cubicBezTo>
                    <a:pt x="9023" y="1271"/>
                    <a:pt x="8896" y="1221"/>
                    <a:pt x="8768" y="1221"/>
                  </a:cubicBezTo>
                  <a:cubicBezTo>
                    <a:pt x="8673" y="1221"/>
                    <a:pt x="8577" y="1249"/>
                    <a:pt x="8492" y="1306"/>
                  </a:cubicBezTo>
                  <a:lnTo>
                    <a:pt x="7437" y="2009"/>
                  </a:lnTo>
                  <a:cubicBezTo>
                    <a:pt x="7159" y="1851"/>
                    <a:pt x="6864" y="1731"/>
                    <a:pt x="6559" y="1645"/>
                  </a:cubicBezTo>
                  <a:lnTo>
                    <a:pt x="6313" y="401"/>
                  </a:lnTo>
                  <a:cubicBezTo>
                    <a:pt x="6265" y="168"/>
                    <a:pt x="6059" y="0"/>
                    <a:pt x="582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85"/>
            <p:cNvSpPr/>
            <p:nvPr/>
          </p:nvSpPr>
          <p:spPr>
            <a:xfrm>
              <a:off x="2568382" y="2829859"/>
              <a:ext cx="131080" cy="126129"/>
            </a:xfrm>
            <a:custGeom>
              <a:rect b="b" l="l" r="r" t="t"/>
              <a:pathLst>
                <a:path extrusionOk="0" h="4815" w="5004">
                  <a:moveTo>
                    <a:pt x="2598" y="1"/>
                  </a:moveTo>
                  <a:cubicBezTo>
                    <a:pt x="1625" y="1"/>
                    <a:pt x="744" y="587"/>
                    <a:pt x="374" y="1484"/>
                  </a:cubicBezTo>
                  <a:cubicBezTo>
                    <a:pt x="1" y="2386"/>
                    <a:pt x="206" y="3421"/>
                    <a:pt x="895" y="4109"/>
                  </a:cubicBezTo>
                  <a:cubicBezTo>
                    <a:pt x="1356" y="4570"/>
                    <a:pt x="1971" y="4814"/>
                    <a:pt x="2596" y="4814"/>
                  </a:cubicBezTo>
                  <a:cubicBezTo>
                    <a:pt x="2906" y="4814"/>
                    <a:pt x="3219" y="4754"/>
                    <a:pt x="3517" y="4630"/>
                  </a:cubicBezTo>
                  <a:cubicBezTo>
                    <a:pt x="4418" y="4257"/>
                    <a:pt x="5004" y="3379"/>
                    <a:pt x="5004" y="2406"/>
                  </a:cubicBezTo>
                  <a:cubicBezTo>
                    <a:pt x="5004" y="1077"/>
                    <a:pt x="3928" y="1"/>
                    <a:pt x="25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5"/>
            <p:cNvSpPr/>
            <p:nvPr/>
          </p:nvSpPr>
          <p:spPr>
            <a:xfrm>
              <a:off x="2594525" y="2861555"/>
              <a:ext cx="73267" cy="62737"/>
            </a:xfrm>
            <a:custGeom>
              <a:rect b="b" l="l" r="r" t="t"/>
              <a:pathLst>
                <a:path extrusionOk="0" h="2395" w="2797">
                  <a:moveTo>
                    <a:pt x="1600" y="0"/>
                  </a:moveTo>
                  <a:cubicBezTo>
                    <a:pt x="535" y="0"/>
                    <a:pt x="0" y="1289"/>
                    <a:pt x="754" y="2043"/>
                  </a:cubicBezTo>
                  <a:cubicBezTo>
                    <a:pt x="983" y="2272"/>
                    <a:pt x="1290" y="2394"/>
                    <a:pt x="1601" y="2394"/>
                  </a:cubicBezTo>
                  <a:cubicBezTo>
                    <a:pt x="1754" y="2394"/>
                    <a:pt x="1909" y="2364"/>
                    <a:pt x="2056" y="2303"/>
                  </a:cubicBezTo>
                  <a:cubicBezTo>
                    <a:pt x="2505" y="2118"/>
                    <a:pt x="2796" y="1679"/>
                    <a:pt x="2796" y="1196"/>
                  </a:cubicBezTo>
                  <a:cubicBezTo>
                    <a:pt x="2796" y="535"/>
                    <a:pt x="2262" y="0"/>
                    <a:pt x="16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5"/>
            <p:cNvSpPr/>
            <p:nvPr/>
          </p:nvSpPr>
          <p:spPr>
            <a:xfrm>
              <a:off x="2605029" y="2862995"/>
              <a:ext cx="43719" cy="59803"/>
            </a:xfrm>
            <a:custGeom>
              <a:rect b="b" l="l" r="r" t="t"/>
              <a:pathLst>
                <a:path extrusionOk="0" h="2283" w="1669">
                  <a:moveTo>
                    <a:pt x="836" y="0"/>
                  </a:moveTo>
                  <a:cubicBezTo>
                    <a:pt x="339" y="158"/>
                    <a:pt x="0" y="620"/>
                    <a:pt x="0" y="1141"/>
                  </a:cubicBezTo>
                  <a:cubicBezTo>
                    <a:pt x="0" y="1662"/>
                    <a:pt x="339" y="2125"/>
                    <a:pt x="836" y="2282"/>
                  </a:cubicBezTo>
                  <a:cubicBezTo>
                    <a:pt x="1330" y="2125"/>
                    <a:pt x="1669" y="1662"/>
                    <a:pt x="1669" y="1141"/>
                  </a:cubicBezTo>
                  <a:cubicBezTo>
                    <a:pt x="1669" y="620"/>
                    <a:pt x="1330" y="161"/>
                    <a:pt x="83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85"/>
            <p:cNvSpPr/>
            <p:nvPr/>
          </p:nvSpPr>
          <p:spPr>
            <a:xfrm>
              <a:off x="2681597" y="2938018"/>
              <a:ext cx="188787" cy="188892"/>
            </a:xfrm>
            <a:custGeom>
              <a:rect b="b" l="l" r="r" t="t"/>
              <a:pathLst>
                <a:path extrusionOk="0" h="7211" w="7207">
                  <a:moveTo>
                    <a:pt x="3382" y="1"/>
                  </a:moveTo>
                  <a:cubicBezTo>
                    <a:pt x="3225" y="1"/>
                    <a:pt x="3091" y="111"/>
                    <a:pt x="3060" y="265"/>
                  </a:cubicBezTo>
                  <a:lnTo>
                    <a:pt x="2896" y="1080"/>
                  </a:lnTo>
                  <a:cubicBezTo>
                    <a:pt x="2697" y="1139"/>
                    <a:pt x="2502" y="1217"/>
                    <a:pt x="2320" y="1320"/>
                  </a:cubicBezTo>
                  <a:lnTo>
                    <a:pt x="1628" y="858"/>
                  </a:lnTo>
                  <a:cubicBezTo>
                    <a:pt x="1572" y="821"/>
                    <a:pt x="1509" y="803"/>
                    <a:pt x="1447" y="803"/>
                  </a:cubicBezTo>
                  <a:cubicBezTo>
                    <a:pt x="1363" y="803"/>
                    <a:pt x="1280" y="836"/>
                    <a:pt x="1217" y="899"/>
                  </a:cubicBezTo>
                  <a:lnTo>
                    <a:pt x="901" y="1214"/>
                  </a:lnTo>
                  <a:cubicBezTo>
                    <a:pt x="788" y="1324"/>
                    <a:pt x="771" y="1498"/>
                    <a:pt x="857" y="1629"/>
                  </a:cubicBezTo>
                  <a:lnTo>
                    <a:pt x="1319" y="2321"/>
                  </a:lnTo>
                  <a:cubicBezTo>
                    <a:pt x="1217" y="2503"/>
                    <a:pt x="1138" y="2698"/>
                    <a:pt x="1080" y="2897"/>
                  </a:cubicBezTo>
                  <a:lnTo>
                    <a:pt x="264" y="3061"/>
                  </a:lnTo>
                  <a:cubicBezTo>
                    <a:pt x="110" y="3092"/>
                    <a:pt x="0" y="3226"/>
                    <a:pt x="0" y="3383"/>
                  </a:cubicBezTo>
                  <a:lnTo>
                    <a:pt x="0" y="3829"/>
                  </a:lnTo>
                  <a:cubicBezTo>
                    <a:pt x="0" y="3983"/>
                    <a:pt x="110" y="4117"/>
                    <a:pt x="264" y="4147"/>
                  </a:cubicBezTo>
                  <a:lnTo>
                    <a:pt x="1080" y="4315"/>
                  </a:lnTo>
                  <a:cubicBezTo>
                    <a:pt x="1134" y="4514"/>
                    <a:pt x="1213" y="4709"/>
                    <a:pt x="1313" y="4891"/>
                  </a:cubicBezTo>
                  <a:lnTo>
                    <a:pt x="853" y="5583"/>
                  </a:lnTo>
                  <a:cubicBezTo>
                    <a:pt x="768" y="5713"/>
                    <a:pt x="785" y="5888"/>
                    <a:pt x="894" y="5998"/>
                  </a:cubicBezTo>
                  <a:lnTo>
                    <a:pt x="1210" y="6313"/>
                  </a:lnTo>
                  <a:cubicBezTo>
                    <a:pt x="1273" y="6376"/>
                    <a:pt x="1357" y="6409"/>
                    <a:pt x="1442" y="6409"/>
                  </a:cubicBezTo>
                  <a:cubicBezTo>
                    <a:pt x="1505" y="6409"/>
                    <a:pt x="1569" y="6391"/>
                    <a:pt x="1624" y="6354"/>
                  </a:cubicBezTo>
                  <a:lnTo>
                    <a:pt x="2317" y="5892"/>
                  </a:lnTo>
                  <a:cubicBezTo>
                    <a:pt x="2498" y="5994"/>
                    <a:pt x="2694" y="6077"/>
                    <a:pt x="2892" y="6131"/>
                  </a:cubicBezTo>
                  <a:lnTo>
                    <a:pt x="3057" y="6947"/>
                  </a:lnTo>
                  <a:cubicBezTo>
                    <a:pt x="3088" y="7101"/>
                    <a:pt x="3221" y="7211"/>
                    <a:pt x="3379" y="7211"/>
                  </a:cubicBezTo>
                  <a:lnTo>
                    <a:pt x="3824" y="7211"/>
                  </a:lnTo>
                  <a:cubicBezTo>
                    <a:pt x="3979" y="7211"/>
                    <a:pt x="4112" y="7101"/>
                    <a:pt x="4143" y="6947"/>
                  </a:cubicBezTo>
                  <a:lnTo>
                    <a:pt x="4308" y="6131"/>
                  </a:lnTo>
                  <a:cubicBezTo>
                    <a:pt x="4510" y="6077"/>
                    <a:pt x="4702" y="5994"/>
                    <a:pt x="4883" y="5892"/>
                  </a:cubicBezTo>
                  <a:lnTo>
                    <a:pt x="5579" y="6354"/>
                  </a:lnTo>
                  <a:cubicBezTo>
                    <a:pt x="5634" y="6391"/>
                    <a:pt x="5697" y="6409"/>
                    <a:pt x="5760" y="6409"/>
                  </a:cubicBezTo>
                  <a:cubicBezTo>
                    <a:pt x="5844" y="6409"/>
                    <a:pt x="5927" y="6376"/>
                    <a:pt x="5990" y="6313"/>
                  </a:cubicBezTo>
                  <a:lnTo>
                    <a:pt x="6305" y="5998"/>
                  </a:lnTo>
                  <a:cubicBezTo>
                    <a:pt x="6418" y="5888"/>
                    <a:pt x="6436" y="5713"/>
                    <a:pt x="6350" y="5583"/>
                  </a:cubicBezTo>
                  <a:lnTo>
                    <a:pt x="5887" y="4891"/>
                  </a:lnTo>
                  <a:cubicBezTo>
                    <a:pt x="5990" y="4709"/>
                    <a:pt x="6069" y="4514"/>
                    <a:pt x="6127" y="4315"/>
                  </a:cubicBezTo>
                  <a:lnTo>
                    <a:pt x="6943" y="4147"/>
                  </a:lnTo>
                  <a:cubicBezTo>
                    <a:pt x="7097" y="4117"/>
                    <a:pt x="7207" y="3983"/>
                    <a:pt x="7207" y="3829"/>
                  </a:cubicBezTo>
                  <a:lnTo>
                    <a:pt x="7207" y="3383"/>
                  </a:lnTo>
                  <a:cubicBezTo>
                    <a:pt x="7207" y="3229"/>
                    <a:pt x="7097" y="3095"/>
                    <a:pt x="6946" y="3061"/>
                  </a:cubicBezTo>
                  <a:lnTo>
                    <a:pt x="6131" y="2900"/>
                  </a:lnTo>
                  <a:cubicBezTo>
                    <a:pt x="6072" y="2698"/>
                    <a:pt x="5994" y="2506"/>
                    <a:pt x="5891" y="2324"/>
                  </a:cubicBezTo>
                  <a:lnTo>
                    <a:pt x="6353" y="1629"/>
                  </a:lnTo>
                  <a:cubicBezTo>
                    <a:pt x="6439" y="1498"/>
                    <a:pt x="6422" y="1327"/>
                    <a:pt x="6309" y="1217"/>
                  </a:cubicBezTo>
                  <a:lnTo>
                    <a:pt x="5994" y="902"/>
                  </a:lnTo>
                  <a:cubicBezTo>
                    <a:pt x="5930" y="837"/>
                    <a:pt x="5846" y="804"/>
                    <a:pt x="5762" y="804"/>
                  </a:cubicBezTo>
                  <a:cubicBezTo>
                    <a:pt x="5700" y="804"/>
                    <a:pt x="5637" y="821"/>
                    <a:pt x="5582" y="858"/>
                  </a:cubicBezTo>
                  <a:lnTo>
                    <a:pt x="4887" y="1320"/>
                  </a:lnTo>
                  <a:cubicBezTo>
                    <a:pt x="4705" y="1217"/>
                    <a:pt x="4513" y="1139"/>
                    <a:pt x="4311" y="1080"/>
                  </a:cubicBezTo>
                  <a:lnTo>
                    <a:pt x="4146" y="265"/>
                  </a:lnTo>
                  <a:cubicBezTo>
                    <a:pt x="4116" y="111"/>
                    <a:pt x="3982" y="1"/>
                    <a:pt x="38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85"/>
            <p:cNvSpPr/>
            <p:nvPr/>
          </p:nvSpPr>
          <p:spPr>
            <a:xfrm>
              <a:off x="2725028" y="2985247"/>
              <a:ext cx="98153" cy="94407"/>
            </a:xfrm>
            <a:custGeom>
              <a:rect b="b" l="l" r="r" t="t"/>
              <a:pathLst>
                <a:path extrusionOk="0" h="3604" w="3747">
                  <a:moveTo>
                    <a:pt x="1944" y="0"/>
                  </a:moveTo>
                  <a:cubicBezTo>
                    <a:pt x="1217" y="0"/>
                    <a:pt x="559" y="439"/>
                    <a:pt x="282" y="1111"/>
                  </a:cubicBezTo>
                  <a:cubicBezTo>
                    <a:pt x="1" y="1786"/>
                    <a:pt x="155" y="2560"/>
                    <a:pt x="672" y="3074"/>
                  </a:cubicBezTo>
                  <a:cubicBezTo>
                    <a:pt x="1016" y="3420"/>
                    <a:pt x="1475" y="3604"/>
                    <a:pt x="1943" y="3604"/>
                  </a:cubicBezTo>
                  <a:cubicBezTo>
                    <a:pt x="2175" y="3604"/>
                    <a:pt x="2409" y="3558"/>
                    <a:pt x="2632" y="3465"/>
                  </a:cubicBezTo>
                  <a:cubicBezTo>
                    <a:pt x="3307" y="3187"/>
                    <a:pt x="3746" y="2529"/>
                    <a:pt x="3746" y="1803"/>
                  </a:cubicBezTo>
                  <a:cubicBezTo>
                    <a:pt x="3746" y="806"/>
                    <a:pt x="2941" y="0"/>
                    <a:pt x="19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85"/>
            <p:cNvSpPr/>
            <p:nvPr/>
          </p:nvSpPr>
          <p:spPr>
            <a:xfrm>
              <a:off x="2738047" y="3004108"/>
              <a:ext cx="66273" cy="56712"/>
            </a:xfrm>
            <a:custGeom>
              <a:rect b="b" l="l" r="r" t="t"/>
              <a:pathLst>
                <a:path extrusionOk="0" h="2165" w="2530">
                  <a:moveTo>
                    <a:pt x="1447" y="0"/>
                  </a:moveTo>
                  <a:cubicBezTo>
                    <a:pt x="484" y="0"/>
                    <a:pt x="1" y="1165"/>
                    <a:pt x="682" y="1847"/>
                  </a:cubicBezTo>
                  <a:cubicBezTo>
                    <a:pt x="903" y="2067"/>
                    <a:pt x="1174" y="2165"/>
                    <a:pt x="1440" y="2165"/>
                  </a:cubicBezTo>
                  <a:cubicBezTo>
                    <a:pt x="1996" y="2165"/>
                    <a:pt x="2529" y="1734"/>
                    <a:pt x="2529" y="1083"/>
                  </a:cubicBezTo>
                  <a:cubicBezTo>
                    <a:pt x="2529" y="483"/>
                    <a:pt x="2043" y="0"/>
                    <a:pt x="1447"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85"/>
            <p:cNvSpPr/>
            <p:nvPr/>
          </p:nvSpPr>
          <p:spPr>
            <a:xfrm>
              <a:off x="2740745" y="3005706"/>
              <a:ext cx="44636" cy="40105"/>
            </a:xfrm>
            <a:custGeom>
              <a:rect b="b" l="l" r="r" t="t"/>
              <a:pathLst>
                <a:path extrusionOk="0" h="1531" w="1704">
                  <a:moveTo>
                    <a:pt x="984" y="1"/>
                  </a:moveTo>
                  <a:cubicBezTo>
                    <a:pt x="364" y="1"/>
                    <a:pt x="0" y="700"/>
                    <a:pt x="360" y="1207"/>
                  </a:cubicBezTo>
                  <a:cubicBezTo>
                    <a:pt x="514" y="1427"/>
                    <a:pt x="748" y="1531"/>
                    <a:pt x="981" y="1531"/>
                  </a:cubicBezTo>
                  <a:cubicBezTo>
                    <a:pt x="1285" y="1531"/>
                    <a:pt x="1587" y="1352"/>
                    <a:pt x="1703" y="1022"/>
                  </a:cubicBezTo>
                  <a:cubicBezTo>
                    <a:pt x="1703" y="563"/>
                    <a:pt x="1416" y="155"/>
                    <a:pt x="98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5"/>
            <p:cNvSpPr/>
            <p:nvPr/>
          </p:nvSpPr>
          <p:spPr>
            <a:xfrm>
              <a:off x="2486628" y="2743153"/>
              <a:ext cx="389860" cy="389782"/>
            </a:xfrm>
            <a:custGeom>
              <a:rect b="b" l="l" r="r" t="t"/>
              <a:pathLst>
                <a:path extrusionOk="0" h="14880" w="14883">
                  <a:moveTo>
                    <a:pt x="5724" y="4754"/>
                  </a:moveTo>
                  <a:cubicBezTo>
                    <a:pt x="5960" y="4754"/>
                    <a:pt x="6202" y="4841"/>
                    <a:pt x="6398" y="5038"/>
                  </a:cubicBezTo>
                  <a:cubicBezTo>
                    <a:pt x="7004" y="5641"/>
                    <a:pt x="6576" y="6679"/>
                    <a:pt x="5719" y="6679"/>
                  </a:cubicBezTo>
                  <a:cubicBezTo>
                    <a:pt x="5188" y="6679"/>
                    <a:pt x="4756" y="6247"/>
                    <a:pt x="4756" y="5716"/>
                  </a:cubicBezTo>
                  <a:cubicBezTo>
                    <a:pt x="4756" y="5137"/>
                    <a:pt x="5230" y="4754"/>
                    <a:pt x="5724" y="4754"/>
                  </a:cubicBezTo>
                  <a:close/>
                  <a:moveTo>
                    <a:pt x="5722" y="3072"/>
                  </a:moveTo>
                  <a:cubicBezTo>
                    <a:pt x="5050" y="3072"/>
                    <a:pt x="4382" y="3327"/>
                    <a:pt x="3872" y="3825"/>
                  </a:cubicBezTo>
                  <a:cubicBezTo>
                    <a:pt x="3707" y="3995"/>
                    <a:pt x="3861" y="4229"/>
                    <a:pt x="4043" y="4229"/>
                  </a:cubicBezTo>
                  <a:cubicBezTo>
                    <a:pt x="4096" y="4229"/>
                    <a:pt x="4151" y="4210"/>
                    <a:pt x="4201" y="4164"/>
                  </a:cubicBezTo>
                  <a:cubicBezTo>
                    <a:pt x="4619" y="3755"/>
                    <a:pt x="5167" y="3546"/>
                    <a:pt x="5717" y="3546"/>
                  </a:cubicBezTo>
                  <a:cubicBezTo>
                    <a:pt x="6168" y="3546"/>
                    <a:pt x="6620" y="3687"/>
                    <a:pt x="7004" y="3972"/>
                  </a:cubicBezTo>
                  <a:cubicBezTo>
                    <a:pt x="7861" y="4603"/>
                    <a:pt x="8135" y="5761"/>
                    <a:pt x="7652" y="6707"/>
                  </a:cubicBezTo>
                  <a:cubicBezTo>
                    <a:pt x="7590" y="6823"/>
                    <a:pt x="7638" y="6964"/>
                    <a:pt x="7755" y="7022"/>
                  </a:cubicBezTo>
                  <a:cubicBezTo>
                    <a:pt x="7789" y="7040"/>
                    <a:pt x="7825" y="7049"/>
                    <a:pt x="7862" y="7049"/>
                  </a:cubicBezTo>
                  <a:cubicBezTo>
                    <a:pt x="7947" y="7049"/>
                    <a:pt x="8029" y="7002"/>
                    <a:pt x="8070" y="6923"/>
                  </a:cubicBezTo>
                  <a:cubicBezTo>
                    <a:pt x="8663" y="5768"/>
                    <a:pt x="8331" y="4356"/>
                    <a:pt x="7289" y="3588"/>
                  </a:cubicBezTo>
                  <a:cubicBezTo>
                    <a:pt x="6821" y="3242"/>
                    <a:pt x="6270" y="3072"/>
                    <a:pt x="5722" y="3072"/>
                  </a:cubicBezTo>
                  <a:close/>
                  <a:moveTo>
                    <a:pt x="5717" y="4286"/>
                  </a:moveTo>
                  <a:cubicBezTo>
                    <a:pt x="5344" y="4286"/>
                    <a:pt x="4978" y="4430"/>
                    <a:pt x="4705" y="4705"/>
                  </a:cubicBezTo>
                  <a:cubicBezTo>
                    <a:pt x="4297" y="5117"/>
                    <a:pt x="4174" y="5730"/>
                    <a:pt x="4397" y="6265"/>
                  </a:cubicBezTo>
                  <a:cubicBezTo>
                    <a:pt x="4616" y="6803"/>
                    <a:pt x="5140" y="7149"/>
                    <a:pt x="5719" y="7149"/>
                  </a:cubicBezTo>
                  <a:cubicBezTo>
                    <a:pt x="6508" y="7149"/>
                    <a:pt x="7148" y="6508"/>
                    <a:pt x="7152" y="5716"/>
                  </a:cubicBezTo>
                  <a:cubicBezTo>
                    <a:pt x="7148" y="5137"/>
                    <a:pt x="6802" y="4616"/>
                    <a:pt x="6264" y="4394"/>
                  </a:cubicBezTo>
                  <a:cubicBezTo>
                    <a:pt x="6087" y="4321"/>
                    <a:pt x="5901" y="4286"/>
                    <a:pt x="5717" y="4286"/>
                  </a:cubicBezTo>
                  <a:close/>
                  <a:moveTo>
                    <a:pt x="3432" y="4707"/>
                  </a:moveTo>
                  <a:cubicBezTo>
                    <a:pt x="3347" y="4707"/>
                    <a:pt x="3262" y="4752"/>
                    <a:pt x="3221" y="4856"/>
                  </a:cubicBezTo>
                  <a:cubicBezTo>
                    <a:pt x="2844" y="5946"/>
                    <a:pt x="3218" y="7152"/>
                    <a:pt x="4143" y="7837"/>
                  </a:cubicBezTo>
                  <a:cubicBezTo>
                    <a:pt x="4610" y="8185"/>
                    <a:pt x="5164" y="8359"/>
                    <a:pt x="5718" y="8359"/>
                  </a:cubicBezTo>
                  <a:cubicBezTo>
                    <a:pt x="6262" y="8359"/>
                    <a:pt x="6805" y="8192"/>
                    <a:pt x="7268" y="7858"/>
                  </a:cubicBezTo>
                  <a:cubicBezTo>
                    <a:pt x="7467" y="7707"/>
                    <a:pt x="7325" y="7432"/>
                    <a:pt x="7128" y="7432"/>
                  </a:cubicBezTo>
                  <a:cubicBezTo>
                    <a:pt x="7084" y="7432"/>
                    <a:pt x="7037" y="7446"/>
                    <a:pt x="6991" y="7478"/>
                  </a:cubicBezTo>
                  <a:cubicBezTo>
                    <a:pt x="6611" y="7752"/>
                    <a:pt x="6165" y="7889"/>
                    <a:pt x="5719" y="7889"/>
                  </a:cubicBezTo>
                  <a:cubicBezTo>
                    <a:pt x="5264" y="7889"/>
                    <a:pt x="4809" y="7746"/>
                    <a:pt x="4424" y="7461"/>
                  </a:cubicBezTo>
                  <a:cubicBezTo>
                    <a:pt x="3663" y="6899"/>
                    <a:pt x="3355" y="5905"/>
                    <a:pt x="3663" y="5010"/>
                  </a:cubicBezTo>
                  <a:cubicBezTo>
                    <a:pt x="3717" y="4831"/>
                    <a:pt x="3574" y="4707"/>
                    <a:pt x="3432" y="4707"/>
                  </a:cubicBezTo>
                  <a:close/>
                  <a:moveTo>
                    <a:pt x="5380" y="0"/>
                  </a:moveTo>
                  <a:cubicBezTo>
                    <a:pt x="5031" y="0"/>
                    <a:pt x="4729" y="247"/>
                    <a:pt x="4661" y="590"/>
                  </a:cubicBezTo>
                  <a:lnTo>
                    <a:pt x="4438" y="1693"/>
                  </a:lnTo>
                  <a:cubicBezTo>
                    <a:pt x="4212" y="1765"/>
                    <a:pt x="3989" y="1858"/>
                    <a:pt x="3776" y="1967"/>
                  </a:cubicBezTo>
                  <a:lnTo>
                    <a:pt x="2841" y="1344"/>
                  </a:lnTo>
                  <a:cubicBezTo>
                    <a:pt x="2717" y="1262"/>
                    <a:pt x="2575" y="1222"/>
                    <a:pt x="2435" y="1222"/>
                  </a:cubicBezTo>
                  <a:cubicBezTo>
                    <a:pt x="2245" y="1222"/>
                    <a:pt x="2057" y="1295"/>
                    <a:pt x="1916" y="1436"/>
                  </a:cubicBezTo>
                  <a:lnTo>
                    <a:pt x="1436" y="1916"/>
                  </a:lnTo>
                  <a:cubicBezTo>
                    <a:pt x="1189" y="2163"/>
                    <a:pt x="1148" y="2550"/>
                    <a:pt x="1343" y="2841"/>
                  </a:cubicBezTo>
                  <a:lnTo>
                    <a:pt x="1967" y="3777"/>
                  </a:lnTo>
                  <a:cubicBezTo>
                    <a:pt x="1857" y="3989"/>
                    <a:pt x="1765" y="4208"/>
                    <a:pt x="1693" y="4438"/>
                  </a:cubicBezTo>
                  <a:lnTo>
                    <a:pt x="589" y="4657"/>
                  </a:lnTo>
                  <a:cubicBezTo>
                    <a:pt x="247" y="4729"/>
                    <a:pt x="0" y="5027"/>
                    <a:pt x="0" y="5377"/>
                  </a:cubicBezTo>
                  <a:lnTo>
                    <a:pt x="0" y="6056"/>
                  </a:lnTo>
                  <a:cubicBezTo>
                    <a:pt x="0" y="6405"/>
                    <a:pt x="247" y="6707"/>
                    <a:pt x="589" y="6775"/>
                  </a:cubicBezTo>
                  <a:lnTo>
                    <a:pt x="1693" y="6994"/>
                  </a:lnTo>
                  <a:cubicBezTo>
                    <a:pt x="1765" y="7224"/>
                    <a:pt x="1857" y="7447"/>
                    <a:pt x="1967" y="7659"/>
                  </a:cubicBezTo>
                  <a:lnTo>
                    <a:pt x="1343" y="8595"/>
                  </a:lnTo>
                  <a:cubicBezTo>
                    <a:pt x="1148" y="8886"/>
                    <a:pt x="1186" y="9273"/>
                    <a:pt x="1432" y="9520"/>
                  </a:cubicBezTo>
                  <a:lnTo>
                    <a:pt x="1912" y="10000"/>
                  </a:lnTo>
                  <a:cubicBezTo>
                    <a:pt x="2056" y="10141"/>
                    <a:pt x="2245" y="10214"/>
                    <a:pt x="2434" y="10214"/>
                  </a:cubicBezTo>
                  <a:cubicBezTo>
                    <a:pt x="2575" y="10214"/>
                    <a:pt x="2717" y="10174"/>
                    <a:pt x="2841" y="10092"/>
                  </a:cubicBezTo>
                  <a:lnTo>
                    <a:pt x="3776" y="9469"/>
                  </a:lnTo>
                  <a:cubicBezTo>
                    <a:pt x="3989" y="9578"/>
                    <a:pt x="4212" y="9667"/>
                    <a:pt x="4438" y="9743"/>
                  </a:cubicBezTo>
                  <a:lnTo>
                    <a:pt x="4661" y="10846"/>
                  </a:lnTo>
                  <a:cubicBezTo>
                    <a:pt x="4729" y="11189"/>
                    <a:pt x="5031" y="11436"/>
                    <a:pt x="5380" y="11436"/>
                  </a:cubicBezTo>
                  <a:lnTo>
                    <a:pt x="6055" y="11436"/>
                  </a:lnTo>
                  <a:cubicBezTo>
                    <a:pt x="6405" y="11436"/>
                    <a:pt x="6706" y="11189"/>
                    <a:pt x="6775" y="10846"/>
                  </a:cubicBezTo>
                  <a:lnTo>
                    <a:pt x="6998" y="9739"/>
                  </a:lnTo>
                  <a:cubicBezTo>
                    <a:pt x="7179" y="9685"/>
                    <a:pt x="7354" y="9613"/>
                    <a:pt x="7525" y="9534"/>
                  </a:cubicBezTo>
                  <a:cubicBezTo>
                    <a:pt x="7645" y="9475"/>
                    <a:pt x="7693" y="9338"/>
                    <a:pt x="7638" y="9218"/>
                  </a:cubicBezTo>
                  <a:lnTo>
                    <a:pt x="7638" y="9218"/>
                  </a:lnTo>
                  <a:lnTo>
                    <a:pt x="7638" y="9222"/>
                  </a:lnTo>
                  <a:cubicBezTo>
                    <a:pt x="7599" y="9135"/>
                    <a:pt x="7515" y="9086"/>
                    <a:pt x="7427" y="9086"/>
                  </a:cubicBezTo>
                  <a:cubicBezTo>
                    <a:pt x="7393" y="9086"/>
                    <a:pt x="7359" y="9094"/>
                    <a:pt x="7327" y="9109"/>
                  </a:cubicBezTo>
                  <a:cubicBezTo>
                    <a:pt x="7135" y="9198"/>
                    <a:pt x="6936" y="9273"/>
                    <a:pt x="6730" y="9332"/>
                  </a:cubicBezTo>
                  <a:cubicBezTo>
                    <a:pt x="6648" y="9356"/>
                    <a:pt x="6583" y="9424"/>
                    <a:pt x="6566" y="9513"/>
                  </a:cubicBezTo>
                  <a:lnTo>
                    <a:pt x="6316" y="10754"/>
                  </a:lnTo>
                  <a:cubicBezTo>
                    <a:pt x="6292" y="10877"/>
                    <a:pt x="6185" y="10966"/>
                    <a:pt x="6059" y="10966"/>
                  </a:cubicBezTo>
                  <a:lnTo>
                    <a:pt x="5380" y="10966"/>
                  </a:lnTo>
                  <a:cubicBezTo>
                    <a:pt x="5257" y="10966"/>
                    <a:pt x="5147" y="10877"/>
                    <a:pt x="5123" y="10754"/>
                  </a:cubicBezTo>
                  <a:lnTo>
                    <a:pt x="4876" y="9513"/>
                  </a:lnTo>
                  <a:cubicBezTo>
                    <a:pt x="4859" y="9424"/>
                    <a:pt x="4794" y="9356"/>
                    <a:pt x="4708" y="9332"/>
                  </a:cubicBezTo>
                  <a:cubicBezTo>
                    <a:pt x="4421" y="9249"/>
                    <a:pt x="4143" y="9136"/>
                    <a:pt x="3883" y="8989"/>
                  </a:cubicBezTo>
                  <a:cubicBezTo>
                    <a:pt x="3848" y="8968"/>
                    <a:pt x="3808" y="8958"/>
                    <a:pt x="3768" y="8958"/>
                  </a:cubicBezTo>
                  <a:cubicBezTo>
                    <a:pt x="3723" y="8958"/>
                    <a:pt x="3676" y="8972"/>
                    <a:pt x="3636" y="8999"/>
                  </a:cubicBezTo>
                  <a:lnTo>
                    <a:pt x="2580" y="9702"/>
                  </a:lnTo>
                  <a:cubicBezTo>
                    <a:pt x="2535" y="9731"/>
                    <a:pt x="2485" y="9745"/>
                    <a:pt x="2435" y="9745"/>
                  </a:cubicBezTo>
                  <a:cubicBezTo>
                    <a:pt x="2367" y="9745"/>
                    <a:pt x="2299" y="9719"/>
                    <a:pt x="2248" y="9667"/>
                  </a:cubicBezTo>
                  <a:lnTo>
                    <a:pt x="1768" y="9188"/>
                  </a:lnTo>
                  <a:cubicBezTo>
                    <a:pt x="1679" y="9099"/>
                    <a:pt x="1665" y="8961"/>
                    <a:pt x="1734" y="8855"/>
                  </a:cubicBezTo>
                  <a:lnTo>
                    <a:pt x="2440" y="7800"/>
                  </a:lnTo>
                  <a:cubicBezTo>
                    <a:pt x="2488" y="7728"/>
                    <a:pt x="2491" y="7632"/>
                    <a:pt x="2447" y="7556"/>
                  </a:cubicBezTo>
                  <a:cubicBezTo>
                    <a:pt x="2299" y="7296"/>
                    <a:pt x="2186" y="7018"/>
                    <a:pt x="2104" y="6731"/>
                  </a:cubicBezTo>
                  <a:cubicBezTo>
                    <a:pt x="2080" y="6645"/>
                    <a:pt x="2012" y="6580"/>
                    <a:pt x="1926" y="6563"/>
                  </a:cubicBezTo>
                  <a:lnTo>
                    <a:pt x="682" y="6316"/>
                  </a:lnTo>
                  <a:cubicBezTo>
                    <a:pt x="559" y="6289"/>
                    <a:pt x="473" y="6182"/>
                    <a:pt x="470" y="6059"/>
                  </a:cubicBezTo>
                  <a:lnTo>
                    <a:pt x="470" y="5377"/>
                  </a:lnTo>
                  <a:cubicBezTo>
                    <a:pt x="473" y="5254"/>
                    <a:pt x="559" y="5144"/>
                    <a:pt x="682" y="5120"/>
                  </a:cubicBezTo>
                  <a:lnTo>
                    <a:pt x="1926" y="4873"/>
                  </a:lnTo>
                  <a:cubicBezTo>
                    <a:pt x="2012" y="4856"/>
                    <a:pt x="2080" y="4791"/>
                    <a:pt x="2104" y="4705"/>
                  </a:cubicBezTo>
                  <a:cubicBezTo>
                    <a:pt x="2186" y="4418"/>
                    <a:pt x="2299" y="4140"/>
                    <a:pt x="2447" y="3880"/>
                  </a:cubicBezTo>
                  <a:cubicBezTo>
                    <a:pt x="2491" y="3801"/>
                    <a:pt x="2488" y="3708"/>
                    <a:pt x="2440" y="3633"/>
                  </a:cubicBezTo>
                  <a:lnTo>
                    <a:pt x="1734" y="2581"/>
                  </a:lnTo>
                  <a:cubicBezTo>
                    <a:pt x="1665" y="2475"/>
                    <a:pt x="1679" y="2334"/>
                    <a:pt x="1768" y="2248"/>
                  </a:cubicBezTo>
                  <a:lnTo>
                    <a:pt x="2248" y="1769"/>
                  </a:lnTo>
                  <a:cubicBezTo>
                    <a:pt x="2299" y="1717"/>
                    <a:pt x="2367" y="1691"/>
                    <a:pt x="2435" y="1691"/>
                  </a:cubicBezTo>
                  <a:cubicBezTo>
                    <a:pt x="2485" y="1691"/>
                    <a:pt x="2535" y="1705"/>
                    <a:pt x="2580" y="1734"/>
                  </a:cubicBezTo>
                  <a:lnTo>
                    <a:pt x="3636" y="2437"/>
                  </a:lnTo>
                  <a:cubicBezTo>
                    <a:pt x="3675" y="2463"/>
                    <a:pt x="3722" y="2477"/>
                    <a:pt x="3769" y="2477"/>
                  </a:cubicBezTo>
                  <a:cubicBezTo>
                    <a:pt x="3808" y="2477"/>
                    <a:pt x="3847" y="2467"/>
                    <a:pt x="3883" y="2447"/>
                  </a:cubicBezTo>
                  <a:cubicBezTo>
                    <a:pt x="4140" y="2300"/>
                    <a:pt x="4417" y="2183"/>
                    <a:pt x="4705" y="2104"/>
                  </a:cubicBezTo>
                  <a:cubicBezTo>
                    <a:pt x="4791" y="2080"/>
                    <a:pt x="4856" y="2012"/>
                    <a:pt x="4873" y="1923"/>
                  </a:cubicBezTo>
                  <a:lnTo>
                    <a:pt x="5123" y="682"/>
                  </a:lnTo>
                  <a:cubicBezTo>
                    <a:pt x="5147" y="559"/>
                    <a:pt x="5253" y="470"/>
                    <a:pt x="5380" y="470"/>
                  </a:cubicBezTo>
                  <a:lnTo>
                    <a:pt x="6059" y="470"/>
                  </a:lnTo>
                  <a:cubicBezTo>
                    <a:pt x="6182" y="470"/>
                    <a:pt x="6288" y="559"/>
                    <a:pt x="6316" y="682"/>
                  </a:cubicBezTo>
                  <a:lnTo>
                    <a:pt x="6562" y="1923"/>
                  </a:lnTo>
                  <a:cubicBezTo>
                    <a:pt x="6580" y="2012"/>
                    <a:pt x="6645" y="2080"/>
                    <a:pt x="6730" y="2104"/>
                  </a:cubicBezTo>
                  <a:cubicBezTo>
                    <a:pt x="7018" y="2183"/>
                    <a:pt x="7296" y="2300"/>
                    <a:pt x="7556" y="2447"/>
                  </a:cubicBezTo>
                  <a:cubicBezTo>
                    <a:pt x="7590" y="2467"/>
                    <a:pt x="7629" y="2477"/>
                    <a:pt x="7667" y="2477"/>
                  </a:cubicBezTo>
                  <a:cubicBezTo>
                    <a:pt x="7714" y="2477"/>
                    <a:pt x="7760" y="2463"/>
                    <a:pt x="7799" y="2437"/>
                  </a:cubicBezTo>
                  <a:lnTo>
                    <a:pt x="8855" y="1734"/>
                  </a:lnTo>
                  <a:cubicBezTo>
                    <a:pt x="8900" y="1705"/>
                    <a:pt x="8951" y="1691"/>
                    <a:pt x="9001" y="1691"/>
                  </a:cubicBezTo>
                  <a:cubicBezTo>
                    <a:pt x="9069" y="1691"/>
                    <a:pt x="9136" y="1717"/>
                    <a:pt x="9187" y="1769"/>
                  </a:cubicBezTo>
                  <a:lnTo>
                    <a:pt x="9667" y="2248"/>
                  </a:lnTo>
                  <a:cubicBezTo>
                    <a:pt x="9756" y="2334"/>
                    <a:pt x="9770" y="2475"/>
                    <a:pt x="9701" y="2581"/>
                  </a:cubicBezTo>
                  <a:lnTo>
                    <a:pt x="8999" y="3633"/>
                  </a:lnTo>
                  <a:cubicBezTo>
                    <a:pt x="8947" y="3708"/>
                    <a:pt x="8944" y="3804"/>
                    <a:pt x="8989" y="3880"/>
                  </a:cubicBezTo>
                  <a:cubicBezTo>
                    <a:pt x="9136" y="4140"/>
                    <a:pt x="9249" y="4418"/>
                    <a:pt x="9331" y="4705"/>
                  </a:cubicBezTo>
                  <a:cubicBezTo>
                    <a:pt x="9355" y="4791"/>
                    <a:pt x="9424" y="4856"/>
                    <a:pt x="9513" y="4873"/>
                  </a:cubicBezTo>
                  <a:lnTo>
                    <a:pt x="10753" y="5120"/>
                  </a:lnTo>
                  <a:cubicBezTo>
                    <a:pt x="10877" y="5144"/>
                    <a:pt x="10966" y="5254"/>
                    <a:pt x="10966" y="5377"/>
                  </a:cubicBezTo>
                  <a:lnTo>
                    <a:pt x="10966" y="6056"/>
                  </a:lnTo>
                  <a:cubicBezTo>
                    <a:pt x="10966" y="6179"/>
                    <a:pt x="10877" y="6289"/>
                    <a:pt x="10753" y="6313"/>
                  </a:cubicBezTo>
                  <a:lnTo>
                    <a:pt x="9513" y="6559"/>
                  </a:lnTo>
                  <a:cubicBezTo>
                    <a:pt x="9424" y="6580"/>
                    <a:pt x="9355" y="6642"/>
                    <a:pt x="9331" y="6727"/>
                  </a:cubicBezTo>
                  <a:cubicBezTo>
                    <a:pt x="9273" y="6936"/>
                    <a:pt x="9194" y="7142"/>
                    <a:pt x="9102" y="7337"/>
                  </a:cubicBezTo>
                  <a:cubicBezTo>
                    <a:pt x="9040" y="7454"/>
                    <a:pt x="9088" y="7601"/>
                    <a:pt x="9208" y="7659"/>
                  </a:cubicBezTo>
                  <a:cubicBezTo>
                    <a:pt x="9241" y="7675"/>
                    <a:pt x="9275" y="7683"/>
                    <a:pt x="9309" y="7683"/>
                  </a:cubicBezTo>
                  <a:cubicBezTo>
                    <a:pt x="9400" y="7683"/>
                    <a:pt x="9487" y="7629"/>
                    <a:pt x="9527" y="7539"/>
                  </a:cubicBezTo>
                  <a:cubicBezTo>
                    <a:pt x="9609" y="7365"/>
                    <a:pt x="9681" y="7180"/>
                    <a:pt x="9742" y="6994"/>
                  </a:cubicBezTo>
                  <a:lnTo>
                    <a:pt x="10846" y="6775"/>
                  </a:lnTo>
                  <a:cubicBezTo>
                    <a:pt x="11189" y="6703"/>
                    <a:pt x="11435" y="6405"/>
                    <a:pt x="11439" y="6056"/>
                  </a:cubicBezTo>
                  <a:lnTo>
                    <a:pt x="11439" y="5377"/>
                  </a:lnTo>
                  <a:cubicBezTo>
                    <a:pt x="11435" y="5027"/>
                    <a:pt x="11189" y="4729"/>
                    <a:pt x="10846" y="4657"/>
                  </a:cubicBezTo>
                  <a:lnTo>
                    <a:pt x="9742" y="4438"/>
                  </a:lnTo>
                  <a:cubicBezTo>
                    <a:pt x="9670" y="4208"/>
                    <a:pt x="9578" y="3989"/>
                    <a:pt x="9468" y="3777"/>
                  </a:cubicBezTo>
                  <a:lnTo>
                    <a:pt x="10092" y="2838"/>
                  </a:lnTo>
                  <a:cubicBezTo>
                    <a:pt x="10287" y="2546"/>
                    <a:pt x="10250" y="2159"/>
                    <a:pt x="10003" y="1913"/>
                  </a:cubicBezTo>
                  <a:lnTo>
                    <a:pt x="9523" y="1433"/>
                  </a:lnTo>
                  <a:cubicBezTo>
                    <a:pt x="9380" y="1291"/>
                    <a:pt x="9192" y="1218"/>
                    <a:pt x="9003" y="1218"/>
                  </a:cubicBezTo>
                  <a:cubicBezTo>
                    <a:pt x="8863" y="1218"/>
                    <a:pt x="8722" y="1259"/>
                    <a:pt x="8598" y="1340"/>
                  </a:cubicBezTo>
                  <a:lnTo>
                    <a:pt x="7659" y="1967"/>
                  </a:lnTo>
                  <a:cubicBezTo>
                    <a:pt x="7446" y="1858"/>
                    <a:pt x="7227" y="1765"/>
                    <a:pt x="6998" y="1693"/>
                  </a:cubicBezTo>
                  <a:lnTo>
                    <a:pt x="6775" y="590"/>
                  </a:lnTo>
                  <a:cubicBezTo>
                    <a:pt x="6706" y="247"/>
                    <a:pt x="6408" y="0"/>
                    <a:pt x="6059" y="0"/>
                  </a:cubicBezTo>
                  <a:close/>
                  <a:moveTo>
                    <a:pt x="11049" y="9729"/>
                  </a:moveTo>
                  <a:cubicBezTo>
                    <a:pt x="10706" y="9729"/>
                    <a:pt x="10368" y="9863"/>
                    <a:pt x="10116" y="10113"/>
                  </a:cubicBezTo>
                  <a:cubicBezTo>
                    <a:pt x="9739" y="10490"/>
                    <a:pt x="9626" y="11055"/>
                    <a:pt x="9832" y="11549"/>
                  </a:cubicBezTo>
                  <a:cubicBezTo>
                    <a:pt x="10034" y="12039"/>
                    <a:pt x="10513" y="12361"/>
                    <a:pt x="11048" y="12361"/>
                  </a:cubicBezTo>
                  <a:cubicBezTo>
                    <a:pt x="11339" y="12361"/>
                    <a:pt x="11620" y="12265"/>
                    <a:pt x="11850" y="12087"/>
                  </a:cubicBezTo>
                  <a:cubicBezTo>
                    <a:pt x="11960" y="12008"/>
                    <a:pt x="11984" y="11857"/>
                    <a:pt x="11901" y="11751"/>
                  </a:cubicBezTo>
                  <a:cubicBezTo>
                    <a:pt x="11854" y="11690"/>
                    <a:pt x="11784" y="11659"/>
                    <a:pt x="11713" y="11659"/>
                  </a:cubicBezTo>
                  <a:cubicBezTo>
                    <a:pt x="11660" y="11659"/>
                    <a:pt x="11606" y="11676"/>
                    <a:pt x="11562" y="11713"/>
                  </a:cubicBezTo>
                  <a:cubicBezTo>
                    <a:pt x="11415" y="11830"/>
                    <a:pt x="11233" y="11891"/>
                    <a:pt x="11048" y="11891"/>
                  </a:cubicBezTo>
                  <a:cubicBezTo>
                    <a:pt x="10579" y="11891"/>
                    <a:pt x="10202" y="11511"/>
                    <a:pt x="10202" y="11045"/>
                  </a:cubicBezTo>
                  <a:cubicBezTo>
                    <a:pt x="10202" y="10579"/>
                    <a:pt x="10578" y="10199"/>
                    <a:pt x="11046" y="10199"/>
                  </a:cubicBezTo>
                  <a:lnTo>
                    <a:pt x="11046" y="10199"/>
                  </a:lnTo>
                  <a:cubicBezTo>
                    <a:pt x="11515" y="10199"/>
                    <a:pt x="11891" y="10579"/>
                    <a:pt x="11891" y="11045"/>
                  </a:cubicBezTo>
                  <a:cubicBezTo>
                    <a:pt x="11891" y="11175"/>
                    <a:pt x="11997" y="11281"/>
                    <a:pt x="12127" y="11281"/>
                  </a:cubicBezTo>
                  <a:cubicBezTo>
                    <a:pt x="12258" y="11281"/>
                    <a:pt x="12364" y="11175"/>
                    <a:pt x="12364" y="11045"/>
                  </a:cubicBezTo>
                  <a:cubicBezTo>
                    <a:pt x="12364" y="10514"/>
                    <a:pt x="12042" y="10034"/>
                    <a:pt x="11552" y="9828"/>
                  </a:cubicBezTo>
                  <a:cubicBezTo>
                    <a:pt x="11389" y="9762"/>
                    <a:pt x="11218" y="9729"/>
                    <a:pt x="11049" y="9729"/>
                  </a:cubicBezTo>
                  <a:close/>
                  <a:moveTo>
                    <a:pt x="10822" y="7207"/>
                  </a:moveTo>
                  <a:cubicBezTo>
                    <a:pt x="10555" y="7207"/>
                    <a:pt x="10322" y="7395"/>
                    <a:pt x="10270" y="7659"/>
                  </a:cubicBezTo>
                  <a:lnTo>
                    <a:pt x="10133" y="8338"/>
                  </a:lnTo>
                  <a:cubicBezTo>
                    <a:pt x="10010" y="8379"/>
                    <a:pt x="9890" y="8427"/>
                    <a:pt x="9773" y="8485"/>
                  </a:cubicBezTo>
                  <a:lnTo>
                    <a:pt x="9198" y="8101"/>
                  </a:lnTo>
                  <a:cubicBezTo>
                    <a:pt x="9102" y="8038"/>
                    <a:pt x="8993" y="8007"/>
                    <a:pt x="8884" y="8007"/>
                  </a:cubicBezTo>
                  <a:cubicBezTo>
                    <a:pt x="8739" y="8007"/>
                    <a:pt x="8596" y="8062"/>
                    <a:pt x="8488" y="8170"/>
                  </a:cubicBezTo>
                  <a:lnTo>
                    <a:pt x="8173" y="8485"/>
                  </a:lnTo>
                  <a:cubicBezTo>
                    <a:pt x="7985" y="8677"/>
                    <a:pt x="7954" y="8972"/>
                    <a:pt x="8101" y="9194"/>
                  </a:cubicBezTo>
                  <a:lnTo>
                    <a:pt x="8488" y="9774"/>
                  </a:lnTo>
                  <a:cubicBezTo>
                    <a:pt x="8409" y="9931"/>
                    <a:pt x="8344" y="10099"/>
                    <a:pt x="8296" y="10270"/>
                  </a:cubicBezTo>
                  <a:cubicBezTo>
                    <a:pt x="8262" y="10397"/>
                    <a:pt x="8334" y="10527"/>
                    <a:pt x="8457" y="10562"/>
                  </a:cubicBezTo>
                  <a:cubicBezTo>
                    <a:pt x="8480" y="10568"/>
                    <a:pt x="8502" y="10572"/>
                    <a:pt x="8524" y="10572"/>
                  </a:cubicBezTo>
                  <a:cubicBezTo>
                    <a:pt x="8627" y="10572"/>
                    <a:pt x="8720" y="10502"/>
                    <a:pt x="8749" y="10401"/>
                  </a:cubicBezTo>
                  <a:cubicBezTo>
                    <a:pt x="8800" y="10219"/>
                    <a:pt x="8872" y="10041"/>
                    <a:pt x="8965" y="9876"/>
                  </a:cubicBezTo>
                  <a:cubicBezTo>
                    <a:pt x="9009" y="9798"/>
                    <a:pt x="9006" y="9705"/>
                    <a:pt x="8958" y="9630"/>
                  </a:cubicBezTo>
                  <a:lnTo>
                    <a:pt x="8495" y="8937"/>
                  </a:lnTo>
                  <a:cubicBezTo>
                    <a:pt x="8471" y="8900"/>
                    <a:pt x="8475" y="8852"/>
                    <a:pt x="8505" y="8821"/>
                  </a:cubicBezTo>
                  <a:lnTo>
                    <a:pt x="8821" y="8506"/>
                  </a:lnTo>
                  <a:cubicBezTo>
                    <a:pt x="8839" y="8487"/>
                    <a:pt x="8864" y="8478"/>
                    <a:pt x="8889" y="8478"/>
                  </a:cubicBezTo>
                  <a:cubicBezTo>
                    <a:pt x="8906" y="8478"/>
                    <a:pt x="8923" y="8482"/>
                    <a:pt x="8937" y="8492"/>
                  </a:cubicBezTo>
                  <a:lnTo>
                    <a:pt x="9633" y="8955"/>
                  </a:lnTo>
                  <a:cubicBezTo>
                    <a:pt x="9671" y="8982"/>
                    <a:pt x="9717" y="8996"/>
                    <a:pt x="9762" y="8996"/>
                  </a:cubicBezTo>
                  <a:cubicBezTo>
                    <a:pt x="9802" y="8996"/>
                    <a:pt x="9841" y="8986"/>
                    <a:pt x="9876" y="8965"/>
                  </a:cubicBezTo>
                  <a:cubicBezTo>
                    <a:pt x="10044" y="8872"/>
                    <a:pt x="10219" y="8800"/>
                    <a:pt x="10400" y="8749"/>
                  </a:cubicBezTo>
                  <a:cubicBezTo>
                    <a:pt x="10486" y="8725"/>
                    <a:pt x="10551" y="8653"/>
                    <a:pt x="10568" y="8567"/>
                  </a:cubicBezTo>
                  <a:lnTo>
                    <a:pt x="10733" y="7752"/>
                  </a:lnTo>
                  <a:cubicBezTo>
                    <a:pt x="10740" y="7707"/>
                    <a:pt x="10777" y="7676"/>
                    <a:pt x="10822" y="7676"/>
                  </a:cubicBezTo>
                  <a:lnTo>
                    <a:pt x="11267" y="7676"/>
                  </a:lnTo>
                  <a:cubicBezTo>
                    <a:pt x="11312" y="7676"/>
                    <a:pt x="11350" y="7707"/>
                    <a:pt x="11360" y="7752"/>
                  </a:cubicBezTo>
                  <a:lnTo>
                    <a:pt x="11521" y="8567"/>
                  </a:lnTo>
                  <a:cubicBezTo>
                    <a:pt x="11538" y="8653"/>
                    <a:pt x="11603" y="8725"/>
                    <a:pt x="11689" y="8749"/>
                  </a:cubicBezTo>
                  <a:cubicBezTo>
                    <a:pt x="11870" y="8800"/>
                    <a:pt x="12049" y="8872"/>
                    <a:pt x="12213" y="8965"/>
                  </a:cubicBezTo>
                  <a:cubicBezTo>
                    <a:pt x="12250" y="8986"/>
                    <a:pt x="12289" y="8996"/>
                    <a:pt x="12329" y="8996"/>
                  </a:cubicBezTo>
                  <a:cubicBezTo>
                    <a:pt x="12374" y="8996"/>
                    <a:pt x="12420" y="8982"/>
                    <a:pt x="12460" y="8955"/>
                  </a:cubicBezTo>
                  <a:lnTo>
                    <a:pt x="13152" y="8492"/>
                  </a:lnTo>
                  <a:cubicBezTo>
                    <a:pt x="13167" y="8482"/>
                    <a:pt x="13185" y="8478"/>
                    <a:pt x="13201" y="8478"/>
                  </a:cubicBezTo>
                  <a:cubicBezTo>
                    <a:pt x="13226" y="8478"/>
                    <a:pt x="13250" y="8487"/>
                    <a:pt x="13269" y="8506"/>
                  </a:cubicBezTo>
                  <a:lnTo>
                    <a:pt x="13584" y="8821"/>
                  </a:lnTo>
                  <a:cubicBezTo>
                    <a:pt x="13615" y="8852"/>
                    <a:pt x="13622" y="8900"/>
                    <a:pt x="13598" y="8937"/>
                  </a:cubicBezTo>
                  <a:lnTo>
                    <a:pt x="13135" y="9630"/>
                  </a:lnTo>
                  <a:cubicBezTo>
                    <a:pt x="13084" y="9705"/>
                    <a:pt x="13080" y="9798"/>
                    <a:pt x="13125" y="9876"/>
                  </a:cubicBezTo>
                  <a:cubicBezTo>
                    <a:pt x="13217" y="10041"/>
                    <a:pt x="13289" y="10219"/>
                    <a:pt x="13341" y="10401"/>
                  </a:cubicBezTo>
                  <a:cubicBezTo>
                    <a:pt x="13365" y="10486"/>
                    <a:pt x="13437" y="10551"/>
                    <a:pt x="13522" y="10569"/>
                  </a:cubicBezTo>
                  <a:lnTo>
                    <a:pt x="14338" y="10730"/>
                  </a:lnTo>
                  <a:cubicBezTo>
                    <a:pt x="14382" y="10740"/>
                    <a:pt x="14413" y="10778"/>
                    <a:pt x="14413" y="10822"/>
                  </a:cubicBezTo>
                  <a:lnTo>
                    <a:pt x="14413" y="11268"/>
                  </a:lnTo>
                  <a:cubicBezTo>
                    <a:pt x="14413" y="11312"/>
                    <a:pt x="14382" y="11350"/>
                    <a:pt x="14338" y="11357"/>
                  </a:cubicBezTo>
                  <a:lnTo>
                    <a:pt x="13522" y="11521"/>
                  </a:lnTo>
                  <a:cubicBezTo>
                    <a:pt x="13437" y="11538"/>
                    <a:pt x="13365" y="11604"/>
                    <a:pt x="13341" y="11689"/>
                  </a:cubicBezTo>
                  <a:cubicBezTo>
                    <a:pt x="13289" y="11871"/>
                    <a:pt x="13217" y="12046"/>
                    <a:pt x="13125" y="12213"/>
                  </a:cubicBezTo>
                  <a:cubicBezTo>
                    <a:pt x="13080" y="12289"/>
                    <a:pt x="13084" y="12385"/>
                    <a:pt x="13135" y="12457"/>
                  </a:cubicBezTo>
                  <a:lnTo>
                    <a:pt x="13598" y="13152"/>
                  </a:lnTo>
                  <a:cubicBezTo>
                    <a:pt x="13622" y="13187"/>
                    <a:pt x="13615" y="13238"/>
                    <a:pt x="13584" y="13269"/>
                  </a:cubicBezTo>
                  <a:lnTo>
                    <a:pt x="13269" y="13584"/>
                  </a:lnTo>
                  <a:cubicBezTo>
                    <a:pt x="13251" y="13602"/>
                    <a:pt x="13229" y="13610"/>
                    <a:pt x="13205" y="13610"/>
                  </a:cubicBezTo>
                  <a:cubicBezTo>
                    <a:pt x="13187" y="13610"/>
                    <a:pt x="13169" y="13605"/>
                    <a:pt x="13152" y="13594"/>
                  </a:cubicBezTo>
                  <a:lnTo>
                    <a:pt x="12463" y="13132"/>
                  </a:lnTo>
                  <a:cubicBezTo>
                    <a:pt x="12424" y="13107"/>
                    <a:pt x="12378" y="13094"/>
                    <a:pt x="12333" y="13094"/>
                  </a:cubicBezTo>
                  <a:cubicBezTo>
                    <a:pt x="12292" y="13094"/>
                    <a:pt x="12252" y="13104"/>
                    <a:pt x="12217" y="13125"/>
                  </a:cubicBezTo>
                  <a:cubicBezTo>
                    <a:pt x="12049" y="13218"/>
                    <a:pt x="11874" y="13289"/>
                    <a:pt x="11692" y="13341"/>
                  </a:cubicBezTo>
                  <a:cubicBezTo>
                    <a:pt x="11607" y="13365"/>
                    <a:pt x="11542" y="13433"/>
                    <a:pt x="11524" y="13523"/>
                  </a:cubicBezTo>
                  <a:lnTo>
                    <a:pt x="11360" y="14338"/>
                  </a:lnTo>
                  <a:cubicBezTo>
                    <a:pt x="11353" y="14379"/>
                    <a:pt x="11315" y="14413"/>
                    <a:pt x="11271" y="14413"/>
                  </a:cubicBezTo>
                  <a:lnTo>
                    <a:pt x="10825" y="14413"/>
                  </a:lnTo>
                  <a:cubicBezTo>
                    <a:pt x="10781" y="14413"/>
                    <a:pt x="10743" y="14379"/>
                    <a:pt x="10733" y="14338"/>
                  </a:cubicBezTo>
                  <a:lnTo>
                    <a:pt x="10572" y="13523"/>
                  </a:lnTo>
                  <a:cubicBezTo>
                    <a:pt x="10555" y="13433"/>
                    <a:pt x="10489" y="13365"/>
                    <a:pt x="10404" y="13341"/>
                  </a:cubicBezTo>
                  <a:cubicBezTo>
                    <a:pt x="10222" y="13289"/>
                    <a:pt x="10044" y="13218"/>
                    <a:pt x="9880" y="13125"/>
                  </a:cubicBezTo>
                  <a:cubicBezTo>
                    <a:pt x="9842" y="13104"/>
                    <a:pt x="9802" y="13094"/>
                    <a:pt x="9762" y="13094"/>
                  </a:cubicBezTo>
                  <a:cubicBezTo>
                    <a:pt x="9717" y="13094"/>
                    <a:pt x="9673" y="13107"/>
                    <a:pt x="9633" y="13132"/>
                  </a:cubicBezTo>
                  <a:lnTo>
                    <a:pt x="8937" y="13594"/>
                  </a:lnTo>
                  <a:cubicBezTo>
                    <a:pt x="8922" y="13605"/>
                    <a:pt x="8904" y="13610"/>
                    <a:pt x="8885" y="13610"/>
                  </a:cubicBezTo>
                  <a:cubicBezTo>
                    <a:pt x="8862" y="13610"/>
                    <a:pt x="8838" y="13602"/>
                    <a:pt x="8821" y="13584"/>
                  </a:cubicBezTo>
                  <a:lnTo>
                    <a:pt x="8505" y="13269"/>
                  </a:lnTo>
                  <a:cubicBezTo>
                    <a:pt x="8475" y="13235"/>
                    <a:pt x="8471" y="13187"/>
                    <a:pt x="8495" y="13152"/>
                  </a:cubicBezTo>
                  <a:lnTo>
                    <a:pt x="8958" y="12457"/>
                  </a:lnTo>
                  <a:cubicBezTo>
                    <a:pt x="9006" y="12385"/>
                    <a:pt x="9009" y="12289"/>
                    <a:pt x="8965" y="12213"/>
                  </a:cubicBezTo>
                  <a:cubicBezTo>
                    <a:pt x="8872" y="12046"/>
                    <a:pt x="8800" y="11871"/>
                    <a:pt x="8749" y="11689"/>
                  </a:cubicBezTo>
                  <a:cubicBezTo>
                    <a:pt x="8725" y="11604"/>
                    <a:pt x="8656" y="11538"/>
                    <a:pt x="8567" y="11521"/>
                  </a:cubicBezTo>
                  <a:lnTo>
                    <a:pt x="7751" y="11357"/>
                  </a:lnTo>
                  <a:cubicBezTo>
                    <a:pt x="7707" y="11350"/>
                    <a:pt x="7676" y="11312"/>
                    <a:pt x="7676" y="11268"/>
                  </a:cubicBezTo>
                  <a:lnTo>
                    <a:pt x="7676" y="10822"/>
                  </a:lnTo>
                  <a:cubicBezTo>
                    <a:pt x="7676" y="10778"/>
                    <a:pt x="7707" y="10740"/>
                    <a:pt x="7751" y="10730"/>
                  </a:cubicBezTo>
                  <a:lnTo>
                    <a:pt x="7799" y="10719"/>
                  </a:lnTo>
                  <a:cubicBezTo>
                    <a:pt x="7933" y="10699"/>
                    <a:pt x="8019" y="10572"/>
                    <a:pt x="7991" y="10442"/>
                  </a:cubicBezTo>
                  <a:cubicBezTo>
                    <a:pt x="7971" y="10330"/>
                    <a:pt x="7872" y="10254"/>
                    <a:pt x="7762" y="10254"/>
                  </a:cubicBezTo>
                  <a:cubicBezTo>
                    <a:pt x="7744" y="10254"/>
                    <a:pt x="7725" y="10256"/>
                    <a:pt x="7707" y="10260"/>
                  </a:cubicBezTo>
                  <a:lnTo>
                    <a:pt x="7659" y="10270"/>
                  </a:lnTo>
                  <a:cubicBezTo>
                    <a:pt x="7395" y="10322"/>
                    <a:pt x="7207" y="10551"/>
                    <a:pt x="7207" y="10822"/>
                  </a:cubicBezTo>
                  <a:lnTo>
                    <a:pt x="7207" y="11268"/>
                  </a:lnTo>
                  <a:cubicBezTo>
                    <a:pt x="7207" y="11535"/>
                    <a:pt x="7395" y="11765"/>
                    <a:pt x="7659" y="11819"/>
                  </a:cubicBezTo>
                  <a:lnTo>
                    <a:pt x="8337" y="11953"/>
                  </a:lnTo>
                  <a:cubicBezTo>
                    <a:pt x="8379" y="12076"/>
                    <a:pt x="8427" y="12196"/>
                    <a:pt x="8485" y="12313"/>
                  </a:cubicBezTo>
                  <a:lnTo>
                    <a:pt x="8101" y="12892"/>
                  </a:lnTo>
                  <a:cubicBezTo>
                    <a:pt x="7954" y="13115"/>
                    <a:pt x="7981" y="13409"/>
                    <a:pt x="8170" y="13601"/>
                  </a:cubicBezTo>
                  <a:lnTo>
                    <a:pt x="8485" y="13917"/>
                  </a:lnTo>
                  <a:cubicBezTo>
                    <a:pt x="8594" y="14024"/>
                    <a:pt x="8738" y="14079"/>
                    <a:pt x="8882" y="14079"/>
                  </a:cubicBezTo>
                  <a:cubicBezTo>
                    <a:pt x="8990" y="14079"/>
                    <a:pt x="9099" y="14048"/>
                    <a:pt x="9194" y="13985"/>
                  </a:cubicBezTo>
                  <a:lnTo>
                    <a:pt x="9773" y="13601"/>
                  </a:lnTo>
                  <a:cubicBezTo>
                    <a:pt x="9890" y="13660"/>
                    <a:pt x="10010" y="13708"/>
                    <a:pt x="10133" y="13749"/>
                  </a:cubicBezTo>
                  <a:lnTo>
                    <a:pt x="10267" y="14427"/>
                  </a:lnTo>
                  <a:cubicBezTo>
                    <a:pt x="10322" y="14691"/>
                    <a:pt x="10551" y="14880"/>
                    <a:pt x="10818" y="14880"/>
                  </a:cubicBezTo>
                  <a:lnTo>
                    <a:pt x="11264" y="14880"/>
                  </a:lnTo>
                  <a:cubicBezTo>
                    <a:pt x="11266" y="14880"/>
                    <a:pt x="11269" y="14880"/>
                    <a:pt x="11271" y="14880"/>
                  </a:cubicBezTo>
                  <a:cubicBezTo>
                    <a:pt x="11539" y="14880"/>
                    <a:pt x="11765" y="14689"/>
                    <a:pt x="11819" y="14431"/>
                  </a:cubicBezTo>
                  <a:lnTo>
                    <a:pt x="11956" y="13752"/>
                  </a:lnTo>
                  <a:cubicBezTo>
                    <a:pt x="12080" y="13708"/>
                    <a:pt x="12199" y="13660"/>
                    <a:pt x="12316" y="13601"/>
                  </a:cubicBezTo>
                  <a:lnTo>
                    <a:pt x="12892" y="13989"/>
                  </a:lnTo>
                  <a:cubicBezTo>
                    <a:pt x="12986" y="14051"/>
                    <a:pt x="13094" y="14081"/>
                    <a:pt x="13201" y="14081"/>
                  </a:cubicBezTo>
                  <a:cubicBezTo>
                    <a:pt x="13347" y="14081"/>
                    <a:pt x="13492" y="14025"/>
                    <a:pt x="13601" y="13917"/>
                  </a:cubicBezTo>
                  <a:lnTo>
                    <a:pt x="13916" y="13601"/>
                  </a:lnTo>
                  <a:cubicBezTo>
                    <a:pt x="14105" y="13413"/>
                    <a:pt x="14136" y="13115"/>
                    <a:pt x="13988" y="12892"/>
                  </a:cubicBezTo>
                  <a:lnTo>
                    <a:pt x="13601" y="12316"/>
                  </a:lnTo>
                  <a:cubicBezTo>
                    <a:pt x="13659" y="12200"/>
                    <a:pt x="13707" y="12080"/>
                    <a:pt x="13752" y="11956"/>
                  </a:cubicBezTo>
                  <a:lnTo>
                    <a:pt x="14430" y="11819"/>
                  </a:lnTo>
                  <a:cubicBezTo>
                    <a:pt x="14691" y="11768"/>
                    <a:pt x="14883" y="11535"/>
                    <a:pt x="14883" y="11268"/>
                  </a:cubicBezTo>
                  <a:lnTo>
                    <a:pt x="14883" y="10822"/>
                  </a:lnTo>
                  <a:cubicBezTo>
                    <a:pt x="14883" y="10555"/>
                    <a:pt x="14694" y="10322"/>
                    <a:pt x="14434" y="10270"/>
                  </a:cubicBezTo>
                  <a:lnTo>
                    <a:pt x="13752" y="10133"/>
                  </a:lnTo>
                  <a:cubicBezTo>
                    <a:pt x="13711" y="10010"/>
                    <a:pt x="13663" y="9890"/>
                    <a:pt x="13604" y="9774"/>
                  </a:cubicBezTo>
                  <a:lnTo>
                    <a:pt x="13988" y="9198"/>
                  </a:lnTo>
                  <a:cubicBezTo>
                    <a:pt x="14136" y="8975"/>
                    <a:pt x="14108" y="8677"/>
                    <a:pt x="13920" y="8489"/>
                  </a:cubicBezTo>
                  <a:lnTo>
                    <a:pt x="13604" y="8173"/>
                  </a:lnTo>
                  <a:cubicBezTo>
                    <a:pt x="13494" y="8063"/>
                    <a:pt x="13351" y="8007"/>
                    <a:pt x="13206" y="8007"/>
                  </a:cubicBezTo>
                  <a:cubicBezTo>
                    <a:pt x="13098" y="8007"/>
                    <a:pt x="12990" y="8038"/>
                    <a:pt x="12895" y="8101"/>
                  </a:cubicBezTo>
                  <a:lnTo>
                    <a:pt x="12316" y="8489"/>
                  </a:lnTo>
                  <a:cubicBezTo>
                    <a:pt x="12199" y="8430"/>
                    <a:pt x="12080" y="8379"/>
                    <a:pt x="11956" y="8338"/>
                  </a:cubicBezTo>
                  <a:lnTo>
                    <a:pt x="11819" y="7659"/>
                  </a:lnTo>
                  <a:cubicBezTo>
                    <a:pt x="11768" y="7395"/>
                    <a:pt x="11535" y="7207"/>
                    <a:pt x="11267" y="7207"/>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8" name="Google Shape;12148;p85"/>
          <p:cNvGrpSpPr/>
          <p:nvPr/>
        </p:nvGrpSpPr>
        <p:grpSpPr>
          <a:xfrm>
            <a:off x="1448494" y="4150741"/>
            <a:ext cx="322277" cy="321046"/>
            <a:chOff x="1448494" y="4150741"/>
            <a:chExt cx="322277" cy="321046"/>
          </a:xfrm>
        </p:grpSpPr>
        <p:sp>
          <p:nvSpPr>
            <p:cNvPr id="12149" name="Google Shape;12149;p85"/>
            <p:cNvSpPr/>
            <p:nvPr/>
          </p:nvSpPr>
          <p:spPr>
            <a:xfrm>
              <a:off x="1453156" y="4338900"/>
              <a:ext cx="56581" cy="128120"/>
            </a:xfrm>
            <a:custGeom>
              <a:rect b="b" l="l" r="r" t="t"/>
              <a:pathLst>
                <a:path extrusionOk="0" h="4891" w="2160">
                  <a:moveTo>
                    <a:pt x="312" y="0"/>
                  </a:moveTo>
                  <a:cubicBezTo>
                    <a:pt x="141" y="0"/>
                    <a:pt x="0" y="138"/>
                    <a:pt x="0" y="309"/>
                  </a:cubicBezTo>
                  <a:lnTo>
                    <a:pt x="0" y="4890"/>
                  </a:lnTo>
                  <a:lnTo>
                    <a:pt x="2159" y="4890"/>
                  </a:lnTo>
                  <a:lnTo>
                    <a:pt x="2159" y="309"/>
                  </a:lnTo>
                  <a:cubicBezTo>
                    <a:pt x="2159" y="138"/>
                    <a:pt x="2022" y="0"/>
                    <a:pt x="18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85"/>
            <p:cNvSpPr/>
            <p:nvPr/>
          </p:nvSpPr>
          <p:spPr>
            <a:xfrm>
              <a:off x="1453235" y="4338900"/>
              <a:ext cx="26955" cy="128120"/>
            </a:xfrm>
            <a:custGeom>
              <a:rect b="b" l="l" r="r" t="t"/>
              <a:pathLst>
                <a:path extrusionOk="0" h="4891" w="1029">
                  <a:moveTo>
                    <a:pt x="309" y="0"/>
                  </a:moveTo>
                  <a:cubicBezTo>
                    <a:pt x="138" y="0"/>
                    <a:pt x="1" y="138"/>
                    <a:pt x="1" y="309"/>
                  </a:cubicBezTo>
                  <a:lnTo>
                    <a:pt x="1" y="4890"/>
                  </a:lnTo>
                  <a:lnTo>
                    <a:pt x="720" y="4890"/>
                  </a:lnTo>
                  <a:lnTo>
                    <a:pt x="720" y="309"/>
                  </a:lnTo>
                  <a:cubicBezTo>
                    <a:pt x="720" y="138"/>
                    <a:pt x="861" y="0"/>
                    <a:pt x="102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85"/>
            <p:cNvSpPr/>
            <p:nvPr/>
          </p:nvSpPr>
          <p:spPr>
            <a:xfrm>
              <a:off x="1538604" y="4307309"/>
              <a:ext cx="56581" cy="159711"/>
            </a:xfrm>
            <a:custGeom>
              <a:rect b="b" l="l" r="r" t="t"/>
              <a:pathLst>
                <a:path extrusionOk="0" h="6097" w="2160">
                  <a:moveTo>
                    <a:pt x="309" y="0"/>
                  </a:moveTo>
                  <a:cubicBezTo>
                    <a:pt x="138" y="0"/>
                    <a:pt x="1" y="137"/>
                    <a:pt x="1" y="309"/>
                  </a:cubicBezTo>
                  <a:lnTo>
                    <a:pt x="1" y="6096"/>
                  </a:lnTo>
                  <a:lnTo>
                    <a:pt x="2160" y="6096"/>
                  </a:lnTo>
                  <a:lnTo>
                    <a:pt x="2160" y="309"/>
                  </a:lnTo>
                  <a:cubicBezTo>
                    <a:pt x="2160" y="137"/>
                    <a:pt x="2023" y="0"/>
                    <a:pt x="1851" y="0"/>
                  </a:cubicBez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85"/>
            <p:cNvSpPr/>
            <p:nvPr/>
          </p:nvSpPr>
          <p:spPr>
            <a:xfrm>
              <a:off x="1538709" y="4307309"/>
              <a:ext cx="26955" cy="159711"/>
            </a:xfrm>
            <a:custGeom>
              <a:rect b="b" l="l" r="r" t="t"/>
              <a:pathLst>
                <a:path extrusionOk="0" h="6097" w="1029">
                  <a:moveTo>
                    <a:pt x="309" y="0"/>
                  </a:moveTo>
                  <a:cubicBezTo>
                    <a:pt x="137" y="0"/>
                    <a:pt x="0" y="137"/>
                    <a:pt x="0" y="309"/>
                  </a:cubicBezTo>
                  <a:lnTo>
                    <a:pt x="0" y="6096"/>
                  </a:lnTo>
                  <a:lnTo>
                    <a:pt x="720" y="6096"/>
                  </a:lnTo>
                  <a:lnTo>
                    <a:pt x="720" y="309"/>
                  </a:lnTo>
                  <a:cubicBezTo>
                    <a:pt x="720" y="137"/>
                    <a:pt x="857" y="0"/>
                    <a:pt x="1028"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85"/>
            <p:cNvSpPr/>
            <p:nvPr/>
          </p:nvSpPr>
          <p:spPr>
            <a:xfrm>
              <a:off x="1624079" y="4275613"/>
              <a:ext cx="56555" cy="191407"/>
            </a:xfrm>
            <a:custGeom>
              <a:rect b="b" l="l" r="r" t="t"/>
              <a:pathLst>
                <a:path extrusionOk="0" h="7307" w="2159">
                  <a:moveTo>
                    <a:pt x="308" y="1"/>
                  </a:moveTo>
                  <a:cubicBezTo>
                    <a:pt x="137" y="1"/>
                    <a:pt x="0" y="138"/>
                    <a:pt x="0" y="309"/>
                  </a:cubicBezTo>
                  <a:lnTo>
                    <a:pt x="0" y="7306"/>
                  </a:lnTo>
                  <a:lnTo>
                    <a:pt x="2155" y="7306"/>
                  </a:lnTo>
                  <a:lnTo>
                    <a:pt x="2155" y="309"/>
                  </a:lnTo>
                  <a:cubicBezTo>
                    <a:pt x="2159" y="138"/>
                    <a:pt x="2018" y="1"/>
                    <a:pt x="1850"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85"/>
            <p:cNvSpPr/>
            <p:nvPr/>
          </p:nvSpPr>
          <p:spPr>
            <a:xfrm>
              <a:off x="1624079" y="4275613"/>
              <a:ext cx="26955" cy="191407"/>
            </a:xfrm>
            <a:custGeom>
              <a:rect b="b" l="l" r="r" t="t"/>
              <a:pathLst>
                <a:path extrusionOk="0" h="7307" w="1029">
                  <a:moveTo>
                    <a:pt x="308" y="1"/>
                  </a:moveTo>
                  <a:cubicBezTo>
                    <a:pt x="137" y="1"/>
                    <a:pt x="0" y="138"/>
                    <a:pt x="0" y="309"/>
                  </a:cubicBezTo>
                  <a:lnTo>
                    <a:pt x="0" y="7306"/>
                  </a:lnTo>
                  <a:lnTo>
                    <a:pt x="723" y="7306"/>
                  </a:lnTo>
                  <a:lnTo>
                    <a:pt x="723" y="309"/>
                  </a:lnTo>
                  <a:cubicBezTo>
                    <a:pt x="720" y="138"/>
                    <a:pt x="860" y="1"/>
                    <a:pt x="1028"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85"/>
            <p:cNvSpPr/>
            <p:nvPr/>
          </p:nvSpPr>
          <p:spPr>
            <a:xfrm>
              <a:off x="1709422" y="4243917"/>
              <a:ext cx="56581" cy="223103"/>
            </a:xfrm>
            <a:custGeom>
              <a:rect b="b" l="l" r="r" t="t"/>
              <a:pathLst>
                <a:path extrusionOk="0" h="8517" w="2160">
                  <a:moveTo>
                    <a:pt x="309" y="1"/>
                  </a:moveTo>
                  <a:cubicBezTo>
                    <a:pt x="141" y="1"/>
                    <a:pt x="1" y="141"/>
                    <a:pt x="1" y="309"/>
                  </a:cubicBezTo>
                  <a:lnTo>
                    <a:pt x="1" y="8516"/>
                  </a:lnTo>
                  <a:lnTo>
                    <a:pt x="2160" y="8516"/>
                  </a:lnTo>
                  <a:lnTo>
                    <a:pt x="2160" y="309"/>
                  </a:lnTo>
                  <a:cubicBezTo>
                    <a:pt x="2160" y="141"/>
                    <a:pt x="2023" y="1"/>
                    <a:pt x="185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5"/>
            <p:cNvSpPr/>
            <p:nvPr/>
          </p:nvSpPr>
          <p:spPr>
            <a:xfrm>
              <a:off x="1709527" y="4243917"/>
              <a:ext cx="26955" cy="223103"/>
            </a:xfrm>
            <a:custGeom>
              <a:rect b="b" l="l" r="r" t="t"/>
              <a:pathLst>
                <a:path extrusionOk="0" h="8517" w="1029">
                  <a:moveTo>
                    <a:pt x="309" y="1"/>
                  </a:moveTo>
                  <a:cubicBezTo>
                    <a:pt x="137" y="1"/>
                    <a:pt x="0" y="141"/>
                    <a:pt x="0" y="309"/>
                  </a:cubicBezTo>
                  <a:lnTo>
                    <a:pt x="0" y="8516"/>
                  </a:lnTo>
                  <a:lnTo>
                    <a:pt x="720" y="8516"/>
                  </a:lnTo>
                  <a:lnTo>
                    <a:pt x="720" y="309"/>
                  </a:lnTo>
                  <a:cubicBezTo>
                    <a:pt x="720" y="141"/>
                    <a:pt x="857" y="1"/>
                    <a:pt x="1028"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85"/>
            <p:cNvSpPr/>
            <p:nvPr/>
          </p:nvSpPr>
          <p:spPr>
            <a:xfrm>
              <a:off x="1466882" y="4155509"/>
              <a:ext cx="290424" cy="117170"/>
            </a:xfrm>
            <a:custGeom>
              <a:rect b="b" l="l" r="r" t="t"/>
              <a:pathLst>
                <a:path extrusionOk="0" h="4473" w="11087">
                  <a:moveTo>
                    <a:pt x="8908" y="0"/>
                  </a:moveTo>
                  <a:cubicBezTo>
                    <a:pt x="8749" y="0"/>
                    <a:pt x="8658" y="178"/>
                    <a:pt x="8749" y="306"/>
                  </a:cubicBezTo>
                  <a:lnTo>
                    <a:pt x="9061" y="758"/>
                  </a:lnTo>
                  <a:cubicBezTo>
                    <a:pt x="8002" y="1395"/>
                    <a:pt x="4617" y="3177"/>
                    <a:pt x="1" y="3177"/>
                  </a:cubicBezTo>
                  <a:lnTo>
                    <a:pt x="1" y="4472"/>
                  </a:lnTo>
                  <a:cubicBezTo>
                    <a:pt x="2509" y="4462"/>
                    <a:pt x="4997" y="3979"/>
                    <a:pt x="7327" y="3047"/>
                  </a:cubicBezTo>
                  <a:cubicBezTo>
                    <a:pt x="8184" y="2708"/>
                    <a:pt x="9013" y="2300"/>
                    <a:pt x="9801" y="1824"/>
                  </a:cubicBezTo>
                  <a:lnTo>
                    <a:pt x="10082" y="2225"/>
                  </a:lnTo>
                  <a:cubicBezTo>
                    <a:pt x="10123" y="2283"/>
                    <a:pt x="10184" y="2310"/>
                    <a:pt x="10244" y="2310"/>
                  </a:cubicBezTo>
                  <a:cubicBezTo>
                    <a:pt x="10322" y="2310"/>
                    <a:pt x="10399" y="2264"/>
                    <a:pt x="10428" y="2177"/>
                  </a:cubicBezTo>
                  <a:lnTo>
                    <a:pt x="11045" y="326"/>
                  </a:lnTo>
                  <a:cubicBezTo>
                    <a:pt x="11086" y="203"/>
                    <a:pt x="10997" y="72"/>
                    <a:pt x="10864" y="69"/>
                  </a:cubicBezTo>
                  <a:lnTo>
                    <a:pt x="8917" y="1"/>
                  </a:lnTo>
                  <a:cubicBezTo>
                    <a:pt x="8914" y="0"/>
                    <a:pt x="8911" y="0"/>
                    <a:pt x="8908"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5"/>
            <p:cNvSpPr/>
            <p:nvPr/>
          </p:nvSpPr>
          <p:spPr>
            <a:xfrm>
              <a:off x="1448494" y="4334133"/>
              <a:ext cx="65985" cy="137550"/>
            </a:xfrm>
            <a:custGeom>
              <a:rect b="b" l="l" r="r" t="t"/>
              <a:pathLst>
                <a:path extrusionOk="0" h="5251" w="2519">
                  <a:moveTo>
                    <a:pt x="2032" y="364"/>
                  </a:moveTo>
                  <a:cubicBezTo>
                    <a:pt x="2104" y="364"/>
                    <a:pt x="2159" y="419"/>
                    <a:pt x="2159" y="491"/>
                  </a:cubicBezTo>
                  <a:lnTo>
                    <a:pt x="2159" y="4891"/>
                  </a:lnTo>
                  <a:lnTo>
                    <a:pt x="360" y="4891"/>
                  </a:lnTo>
                  <a:lnTo>
                    <a:pt x="360" y="491"/>
                  </a:lnTo>
                  <a:cubicBezTo>
                    <a:pt x="360" y="419"/>
                    <a:pt x="418" y="364"/>
                    <a:pt x="490" y="364"/>
                  </a:cubicBezTo>
                  <a:close/>
                  <a:moveTo>
                    <a:pt x="490" y="1"/>
                  </a:moveTo>
                  <a:cubicBezTo>
                    <a:pt x="220" y="4"/>
                    <a:pt x="0" y="220"/>
                    <a:pt x="0" y="491"/>
                  </a:cubicBezTo>
                  <a:lnTo>
                    <a:pt x="0" y="5072"/>
                  </a:lnTo>
                  <a:cubicBezTo>
                    <a:pt x="0" y="5172"/>
                    <a:pt x="82" y="5251"/>
                    <a:pt x="182" y="5251"/>
                  </a:cubicBezTo>
                  <a:lnTo>
                    <a:pt x="2341" y="5251"/>
                  </a:lnTo>
                  <a:cubicBezTo>
                    <a:pt x="2440" y="5251"/>
                    <a:pt x="2519" y="5172"/>
                    <a:pt x="2519" y="5072"/>
                  </a:cubicBezTo>
                  <a:lnTo>
                    <a:pt x="2519" y="491"/>
                  </a:lnTo>
                  <a:cubicBezTo>
                    <a:pt x="2519" y="220"/>
                    <a:pt x="2300"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5"/>
            <p:cNvSpPr/>
            <p:nvPr/>
          </p:nvSpPr>
          <p:spPr>
            <a:xfrm>
              <a:off x="1533863" y="4302541"/>
              <a:ext cx="66090" cy="169246"/>
            </a:xfrm>
            <a:custGeom>
              <a:rect b="b" l="l" r="r" t="t"/>
              <a:pathLst>
                <a:path extrusionOk="0" h="6461" w="2523">
                  <a:moveTo>
                    <a:pt x="2036" y="360"/>
                  </a:moveTo>
                  <a:cubicBezTo>
                    <a:pt x="2104" y="360"/>
                    <a:pt x="2162" y="419"/>
                    <a:pt x="2162" y="491"/>
                  </a:cubicBezTo>
                  <a:lnTo>
                    <a:pt x="2162" y="6097"/>
                  </a:lnTo>
                  <a:lnTo>
                    <a:pt x="363" y="6097"/>
                  </a:lnTo>
                  <a:lnTo>
                    <a:pt x="363" y="491"/>
                  </a:lnTo>
                  <a:cubicBezTo>
                    <a:pt x="363" y="419"/>
                    <a:pt x="422" y="360"/>
                    <a:pt x="494" y="360"/>
                  </a:cubicBezTo>
                  <a:close/>
                  <a:moveTo>
                    <a:pt x="494" y="1"/>
                  </a:moveTo>
                  <a:cubicBezTo>
                    <a:pt x="223" y="1"/>
                    <a:pt x="4" y="220"/>
                    <a:pt x="4" y="491"/>
                  </a:cubicBezTo>
                  <a:lnTo>
                    <a:pt x="4" y="6278"/>
                  </a:lnTo>
                  <a:cubicBezTo>
                    <a:pt x="0" y="6378"/>
                    <a:pt x="82" y="6460"/>
                    <a:pt x="182" y="6460"/>
                  </a:cubicBezTo>
                  <a:lnTo>
                    <a:pt x="2341" y="6460"/>
                  </a:lnTo>
                  <a:cubicBezTo>
                    <a:pt x="2440" y="6460"/>
                    <a:pt x="2522" y="6378"/>
                    <a:pt x="2522" y="6278"/>
                  </a:cubicBezTo>
                  <a:lnTo>
                    <a:pt x="2522" y="491"/>
                  </a:lnTo>
                  <a:cubicBezTo>
                    <a:pt x="2519" y="220"/>
                    <a:pt x="2303"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85"/>
            <p:cNvSpPr/>
            <p:nvPr/>
          </p:nvSpPr>
          <p:spPr>
            <a:xfrm>
              <a:off x="1619311" y="4270846"/>
              <a:ext cx="66011" cy="200942"/>
            </a:xfrm>
            <a:custGeom>
              <a:rect b="b" l="l" r="r" t="t"/>
              <a:pathLst>
                <a:path extrusionOk="0" h="7671" w="2520">
                  <a:moveTo>
                    <a:pt x="2032" y="364"/>
                  </a:moveTo>
                  <a:cubicBezTo>
                    <a:pt x="2101" y="364"/>
                    <a:pt x="2159" y="419"/>
                    <a:pt x="2159" y="491"/>
                  </a:cubicBezTo>
                  <a:lnTo>
                    <a:pt x="2159" y="7307"/>
                  </a:lnTo>
                  <a:lnTo>
                    <a:pt x="360" y="7307"/>
                  </a:lnTo>
                  <a:lnTo>
                    <a:pt x="360" y="491"/>
                  </a:lnTo>
                  <a:cubicBezTo>
                    <a:pt x="360" y="419"/>
                    <a:pt x="418" y="364"/>
                    <a:pt x="490" y="364"/>
                  </a:cubicBezTo>
                  <a:close/>
                  <a:moveTo>
                    <a:pt x="490" y="1"/>
                  </a:moveTo>
                  <a:cubicBezTo>
                    <a:pt x="220" y="1"/>
                    <a:pt x="0" y="220"/>
                    <a:pt x="0" y="491"/>
                  </a:cubicBezTo>
                  <a:lnTo>
                    <a:pt x="0" y="7488"/>
                  </a:lnTo>
                  <a:cubicBezTo>
                    <a:pt x="0" y="7588"/>
                    <a:pt x="83" y="7670"/>
                    <a:pt x="182" y="7670"/>
                  </a:cubicBezTo>
                  <a:lnTo>
                    <a:pt x="2341" y="7670"/>
                  </a:lnTo>
                  <a:cubicBezTo>
                    <a:pt x="2440" y="7670"/>
                    <a:pt x="2519" y="7588"/>
                    <a:pt x="2519" y="7488"/>
                  </a:cubicBezTo>
                  <a:lnTo>
                    <a:pt x="2519" y="491"/>
                  </a:lnTo>
                  <a:cubicBezTo>
                    <a:pt x="2519" y="220"/>
                    <a:pt x="2300"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5"/>
            <p:cNvSpPr/>
            <p:nvPr/>
          </p:nvSpPr>
          <p:spPr>
            <a:xfrm>
              <a:off x="1704759" y="4239254"/>
              <a:ext cx="66011" cy="232428"/>
            </a:xfrm>
            <a:custGeom>
              <a:rect b="b" l="l" r="r" t="t"/>
              <a:pathLst>
                <a:path extrusionOk="0" h="8873" w="2520">
                  <a:moveTo>
                    <a:pt x="2033" y="361"/>
                  </a:moveTo>
                  <a:cubicBezTo>
                    <a:pt x="2101" y="361"/>
                    <a:pt x="2160" y="419"/>
                    <a:pt x="2160" y="487"/>
                  </a:cubicBezTo>
                  <a:lnTo>
                    <a:pt x="2160" y="8513"/>
                  </a:lnTo>
                  <a:lnTo>
                    <a:pt x="361" y="8513"/>
                  </a:lnTo>
                  <a:lnTo>
                    <a:pt x="361" y="487"/>
                  </a:lnTo>
                  <a:cubicBezTo>
                    <a:pt x="361" y="419"/>
                    <a:pt x="419" y="361"/>
                    <a:pt x="491" y="361"/>
                  </a:cubicBezTo>
                  <a:close/>
                  <a:moveTo>
                    <a:pt x="487" y="1"/>
                  </a:moveTo>
                  <a:cubicBezTo>
                    <a:pt x="220" y="1"/>
                    <a:pt x="1" y="220"/>
                    <a:pt x="1" y="491"/>
                  </a:cubicBezTo>
                  <a:lnTo>
                    <a:pt x="1" y="8694"/>
                  </a:lnTo>
                  <a:cubicBezTo>
                    <a:pt x="1" y="8792"/>
                    <a:pt x="80" y="8873"/>
                    <a:pt x="176" y="8873"/>
                  </a:cubicBezTo>
                  <a:cubicBezTo>
                    <a:pt x="178" y="8873"/>
                    <a:pt x="180" y="8873"/>
                    <a:pt x="182" y="8873"/>
                  </a:cubicBezTo>
                  <a:lnTo>
                    <a:pt x="2338" y="8873"/>
                  </a:lnTo>
                  <a:cubicBezTo>
                    <a:pt x="2437" y="8873"/>
                    <a:pt x="2519" y="8794"/>
                    <a:pt x="2519" y="8694"/>
                  </a:cubicBezTo>
                  <a:lnTo>
                    <a:pt x="2519" y="487"/>
                  </a:lnTo>
                  <a:cubicBezTo>
                    <a:pt x="2519" y="220"/>
                    <a:pt x="2300" y="1"/>
                    <a:pt x="20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5"/>
            <p:cNvSpPr/>
            <p:nvPr/>
          </p:nvSpPr>
          <p:spPr>
            <a:xfrm>
              <a:off x="1510340" y="4150741"/>
              <a:ext cx="252441" cy="90058"/>
            </a:xfrm>
            <a:custGeom>
              <a:rect b="b" l="l" r="r" t="t"/>
              <a:pathLst>
                <a:path extrusionOk="0" h="3438" w="9637">
                  <a:moveTo>
                    <a:pt x="7247" y="1"/>
                  </a:moveTo>
                  <a:cubicBezTo>
                    <a:pt x="6946" y="1"/>
                    <a:pt x="6765" y="342"/>
                    <a:pt x="6940" y="590"/>
                  </a:cubicBezTo>
                  <a:lnTo>
                    <a:pt x="7142" y="885"/>
                  </a:lnTo>
                  <a:cubicBezTo>
                    <a:pt x="6090" y="1492"/>
                    <a:pt x="3605" y="2718"/>
                    <a:pt x="223" y="3078"/>
                  </a:cubicBezTo>
                  <a:cubicBezTo>
                    <a:pt x="0" y="3106"/>
                    <a:pt x="17" y="3435"/>
                    <a:pt x="244" y="3438"/>
                  </a:cubicBezTo>
                  <a:lnTo>
                    <a:pt x="261" y="3438"/>
                  </a:lnTo>
                  <a:cubicBezTo>
                    <a:pt x="3910" y="3051"/>
                    <a:pt x="6535" y="1673"/>
                    <a:pt x="7495" y="1097"/>
                  </a:cubicBezTo>
                  <a:cubicBezTo>
                    <a:pt x="7584" y="1043"/>
                    <a:pt x="7608" y="926"/>
                    <a:pt x="7549" y="840"/>
                  </a:cubicBezTo>
                  <a:lnTo>
                    <a:pt x="7234" y="388"/>
                  </a:lnTo>
                  <a:cubicBezTo>
                    <a:pt x="7227" y="378"/>
                    <a:pt x="7234" y="361"/>
                    <a:pt x="7248" y="361"/>
                  </a:cubicBezTo>
                  <a:lnTo>
                    <a:pt x="9198" y="433"/>
                  </a:lnTo>
                  <a:cubicBezTo>
                    <a:pt x="9208" y="433"/>
                    <a:pt x="9215" y="443"/>
                    <a:pt x="9211" y="453"/>
                  </a:cubicBezTo>
                  <a:lnTo>
                    <a:pt x="8598" y="2304"/>
                  </a:lnTo>
                  <a:cubicBezTo>
                    <a:pt x="8594" y="2310"/>
                    <a:pt x="8588" y="2313"/>
                    <a:pt x="8582" y="2313"/>
                  </a:cubicBezTo>
                  <a:cubicBezTo>
                    <a:pt x="8578" y="2313"/>
                    <a:pt x="8574" y="2311"/>
                    <a:pt x="8571" y="2307"/>
                  </a:cubicBezTo>
                  <a:lnTo>
                    <a:pt x="8290" y="1906"/>
                  </a:lnTo>
                  <a:cubicBezTo>
                    <a:pt x="8255" y="1856"/>
                    <a:pt x="8198" y="1828"/>
                    <a:pt x="8141" y="1828"/>
                  </a:cubicBezTo>
                  <a:cubicBezTo>
                    <a:pt x="8110" y="1828"/>
                    <a:pt x="8078" y="1836"/>
                    <a:pt x="8050" y="1855"/>
                  </a:cubicBezTo>
                  <a:cubicBezTo>
                    <a:pt x="7378" y="2256"/>
                    <a:pt x="6683" y="2612"/>
                    <a:pt x="5963" y="2914"/>
                  </a:cubicBezTo>
                  <a:cubicBezTo>
                    <a:pt x="5778" y="3002"/>
                    <a:pt x="5862" y="3260"/>
                    <a:pt x="6034" y="3260"/>
                  </a:cubicBezTo>
                  <a:cubicBezTo>
                    <a:pt x="6055" y="3260"/>
                    <a:pt x="6079" y="3255"/>
                    <a:pt x="6103" y="3246"/>
                  </a:cubicBezTo>
                  <a:cubicBezTo>
                    <a:pt x="6785" y="2955"/>
                    <a:pt x="7450" y="2622"/>
                    <a:pt x="8091" y="2249"/>
                  </a:cubicBezTo>
                  <a:lnTo>
                    <a:pt x="8276" y="2513"/>
                  </a:lnTo>
                  <a:cubicBezTo>
                    <a:pt x="8351" y="2622"/>
                    <a:pt x="8466" y="2673"/>
                    <a:pt x="8581" y="2673"/>
                  </a:cubicBezTo>
                  <a:cubicBezTo>
                    <a:pt x="8733" y="2673"/>
                    <a:pt x="8884" y="2583"/>
                    <a:pt x="8941" y="2417"/>
                  </a:cubicBezTo>
                  <a:lnTo>
                    <a:pt x="9558" y="563"/>
                  </a:lnTo>
                  <a:cubicBezTo>
                    <a:pt x="9636" y="326"/>
                    <a:pt x="9465" y="80"/>
                    <a:pt x="9215" y="69"/>
                  </a:cubicBezTo>
                  <a:lnTo>
                    <a:pt x="7265" y="1"/>
                  </a:lnTo>
                  <a:cubicBezTo>
                    <a:pt x="7259" y="1"/>
                    <a:pt x="7253" y="1"/>
                    <a:pt x="7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5"/>
            <p:cNvSpPr/>
            <p:nvPr/>
          </p:nvSpPr>
          <p:spPr>
            <a:xfrm>
              <a:off x="1462141" y="4232941"/>
              <a:ext cx="194341" cy="44401"/>
            </a:xfrm>
            <a:custGeom>
              <a:rect b="b" l="l" r="r" t="t"/>
              <a:pathLst>
                <a:path extrusionOk="0" h="1695" w="7419">
                  <a:moveTo>
                    <a:pt x="1374" y="0"/>
                  </a:moveTo>
                  <a:cubicBezTo>
                    <a:pt x="1366" y="0"/>
                    <a:pt x="1358" y="1"/>
                    <a:pt x="1350" y="2"/>
                  </a:cubicBezTo>
                  <a:cubicBezTo>
                    <a:pt x="960" y="26"/>
                    <a:pt x="566" y="40"/>
                    <a:pt x="182" y="40"/>
                  </a:cubicBezTo>
                  <a:cubicBezTo>
                    <a:pt x="82" y="40"/>
                    <a:pt x="0" y="122"/>
                    <a:pt x="0" y="221"/>
                  </a:cubicBezTo>
                  <a:lnTo>
                    <a:pt x="0" y="1516"/>
                  </a:lnTo>
                  <a:cubicBezTo>
                    <a:pt x="0" y="1616"/>
                    <a:pt x="82" y="1695"/>
                    <a:pt x="182" y="1695"/>
                  </a:cubicBezTo>
                  <a:cubicBezTo>
                    <a:pt x="3163" y="1695"/>
                    <a:pt x="5654" y="992"/>
                    <a:pt x="7217" y="399"/>
                  </a:cubicBezTo>
                  <a:cubicBezTo>
                    <a:pt x="7418" y="323"/>
                    <a:pt x="7337" y="46"/>
                    <a:pt x="7160" y="46"/>
                  </a:cubicBezTo>
                  <a:cubicBezTo>
                    <a:pt x="7138" y="46"/>
                    <a:pt x="7115" y="51"/>
                    <a:pt x="7090" y="60"/>
                  </a:cubicBezTo>
                  <a:cubicBezTo>
                    <a:pt x="4938" y="872"/>
                    <a:pt x="2659" y="1304"/>
                    <a:pt x="360" y="1335"/>
                  </a:cubicBezTo>
                  <a:lnTo>
                    <a:pt x="360" y="399"/>
                  </a:lnTo>
                  <a:cubicBezTo>
                    <a:pt x="696" y="396"/>
                    <a:pt x="1038" y="382"/>
                    <a:pt x="1374" y="362"/>
                  </a:cubicBezTo>
                  <a:cubicBezTo>
                    <a:pt x="1477" y="362"/>
                    <a:pt x="1559" y="273"/>
                    <a:pt x="1552" y="170"/>
                  </a:cubicBezTo>
                  <a:cubicBezTo>
                    <a:pt x="1546" y="75"/>
                    <a:pt x="1467" y="0"/>
                    <a:pt x="1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4" name="Google Shape;12164;p85"/>
          <p:cNvGrpSpPr/>
          <p:nvPr/>
        </p:nvGrpSpPr>
        <p:grpSpPr>
          <a:xfrm>
            <a:off x="1454676" y="2778516"/>
            <a:ext cx="271564" cy="327045"/>
            <a:chOff x="1454676" y="2778516"/>
            <a:chExt cx="271564" cy="327045"/>
          </a:xfrm>
        </p:grpSpPr>
        <p:sp>
          <p:nvSpPr>
            <p:cNvPr id="12165" name="Google Shape;12165;p85"/>
            <p:cNvSpPr/>
            <p:nvPr/>
          </p:nvSpPr>
          <p:spPr>
            <a:xfrm>
              <a:off x="1579992" y="2963977"/>
              <a:ext cx="20851" cy="94459"/>
            </a:xfrm>
            <a:custGeom>
              <a:rect b="b" l="l" r="r" t="t"/>
              <a:pathLst>
                <a:path extrusionOk="0" h="3606" w="796">
                  <a:moveTo>
                    <a:pt x="0" y="0"/>
                  </a:moveTo>
                  <a:lnTo>
                    <a:pt x="0" y="3605"/>
                  </a:lnTo>
                  <a:lnTo>
                    <a:pt x="795" y="3605"/>
                  </a:lnTo>
                  <a:lnTo>
                    <a:pt x="795"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85"/>
            <p:cNvSpPr/>
            <p:nvPr/>
          </p:nvSpPr>
          <p:spPr>
            <a:xfrm>
              <a:off x="1513929" y="2793867"/>
              <a:ext cx="152979" cy="186823"/>
            </a:xfrm>
            <a:custGeom>
              <a:rect b="b" l="l" r="r" t="t"/>
              <a:pathLst>
                <a:path extrusionOk="0" h="7132" w="5840">
                  <a:moveTo>
                    <a:pt x="0" y="1"/>
                  </a:moveTo>
                  <a:lnTo>
                    <a:pt x="0" y="2341"/>
                  </a:lnTo>
                  <a:cubicBezTo>
                    <a:pt x="0" y="4003"/>
                    <a:pt x="792" y="5562"/>
                    <a:pt x="2128" y="6549"/>
                  </a:cubicBezTo>
                  <a:lnTo>
                    <a:pt x="2920" y="7132"/>
                  </a:lnTo>
                  <a:lnTo>
                    <a:pt x="3715" y="6549"/>
                  </a:lnTo>
                  <a:cubicBezTo>
                    <a:pt x="5051" y="5562"/>
                    <a:pt x="5840" y="4003"/>
                    <a:pt x="5840" y="2341"/>
                  </a:cubicBezTo>
                  <a:lnTo>
                    <a:pt x="5840"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85"/>
            <p:cNvSpPr/>
            <p:nvPr/>
          </p:nvSpPr>
          <p:spPr>
            <a:xfrm>
              <a:off x="1575958" y="2793867"/>
              <a:ext cx="90949" cy="186823"/>
            </a:xfrm>
            <a:custGeom>
              <a:rect b="b" l="l" r="r" t="t"/>
              <a:pathLst>
                <a:path extrusionOk="0" h="7132" w="3472">
                  <a:moveTo>
                    <a:pt x="2368" y="1"/>
                  </a:moveTo>
                  <a:lnTo>
                    <a:pt x="2368" y="2341"/>
                  </a:lnTo>
                  <a:cubicBezTo>
                    <a:pt x="2368" y="4003"/>
                    <a:pt x="1580" y="5562"/>
                    <a:pt x="244" y="6549"/>
                  </a:cubicBezTo>
                  <a:lnTo>
                    <a:pt x="0" y="6727"/>
                  </a:lnTo>
                  <a:lnTo>
                    <a:pt x="555" y="7132"/>
                  </a:lnTo>
                  <a:lnTo>
                    <a:pt x="1347" y="6549"/>
                  </a:lnTo>
                  <a:cubicBezTo>
                    <a:pt x="2683" y="5562"/>
                    <a:pt x="3472" y="4003"/>
                    <a:pt x="3472" y="2341"/>
                  </a:cubicBezTo>
                  <a:lnTo>
                    <a:pt x="347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5"/>
            <p:cNvSpPr/>
            <p:nvPr/>
          </p:nvSpPr>
          <p:spPr>
            <a:xfrm>
              <a:off x="1503948" y="2783362"/>
              <a:ext cx="172913" cy="21035"/>
            </a:xfrm>
            <a:custGeom>
              <a:rect b="b" l="l" r="r" t="t"/>
              <a:pathLst>
                <a:path extrusionOk="0" h="803" w="6601">
                  <a:moveTo>
                    <a:pt x="6442" y="0"/>
                  </a:moveTo>
                  <a:cubicBezTo>
                    <a:pt x="6440" y="0"/>
                    <a:pt x="6438" y="1"/>
                    <a:pt x="6436" y="1"/>
                  </a:cubicBezTo>
                  <a:lnTo>
                    <a:pt x="169" y="1"/>
                  </a:lnTo>
                  <a:cubicBezTo>
                    <a:pt x="76" y="1"/>
                    <a:pt x="4" y="73"/>
                    <a:pt x="4" y="165"/>
                  </a:cubicBezTo>
                  <a:lnTo>
                    <a:pt x="4" y="635"/>
                  </a:lnTo>
                  <a:cubicBezTo>
                    <a:pt x="1" y="727"/>
                    <a:pt x="76" y="802"/>
                    <a:pt x="169" y="802"/>
                  </a:cubicBezTo>
                  <a:lnTo>
                    <a:pt x="6436" y="802"/>
                  </a:lnTo>
                  <a:cubicBezTo>
                    <a:pt x="6526" y="802"/>
                    <a:pt x="6601" y="727"/>
                    <a:pt x="6601" y="635"/>
                  </a:cubicBezTo>
                  <a:lnTo>
                    <a:pt x="6601" y="165"/>
                  </a:lnTo>
                  <a:cubicBezTo>
                    <a:pt x="6601" y="75"/>
                    <a:pt x="6529" y="0"/>
                    <a:pt x="644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5"/>
            <p:cNvSpPr/>
            <p:nvPr/>
          </p:nvSpPr>
          <p:spPr>
            <a:xfrm>
              <a:off x="1648126" y="2783362"/>
              <a:ext cx="28736" cy="21035"/>
            </a:xfrm>
            <a:custGeom>
              <a:rect b="b" l="l" r="r" t="t"/>
              <a:pathLst>
                <a:path extrusionOk="0" h="803" w="1097">
                  <a:moveTo>
                    <a:pt x="938" y="0"/>
                  </a:moveTo>
                  <a:cubicBezTo>
                    <a:pt x="936" y="0"/>
                    <a:pt x="934" y="1"/>
                    <a:pt x="932" y="1"/>
                  </a:cubicBezTo>
                  <a:lnTo>
                    <a:pt x="0" y="1"/>
                  </a:lnTo>
                  <a:lnTo>
                    <a:pt x="0" y="802"/>
                  </a:lnTo>
                  <a:lnTo>
                    <a:pt x="932" y="802"/>
                  </a:lnTo>
                  <a:cubicBezTo>
                    <a:pt x="1025" y="802"/>
                    <a:pt x="1097" y="727"/>
                    <a:pt x="1097" y="635"/>
                  </a:cubicBezTo>
                  <a:lnTo>
                    <a:pt x="1097" y="165"/>
                  </a:lnTo>
                  <a:cubicBezTo>
                    <a:pt x="1097" y="75"/>
                    <a:pt x="1025" y="0"/>
                    <a:pt x="9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5"/>
            <p:cNvSpPr/>
            <p:nvPr/>
          </p:nvSpPr>
          <p:spPr>
            <a:xfrm>
              <a:off x="1552619" y="2839839"/>
              <a:ext cx="75704" cy="71591"/>
            </a:xfrm>
            <a:custGeom>
              <a:rect b="b" l="l" r="r" t="t"/>
              <a:pathLst>
                <a:path extrusionOk="0" h="2733" w="2890">
                  <a:moveTo>
                    <a:pt x="1443" y="0"/>
                  </a:moveTo>
                  <a:cubicBezTo>
                    <a:pt x="1429" y="0"/>
                    <a:pt x="1416" y="7"/>
                    <a:pt x="1409" y="21"/>
                  </a:cubicBezTo>
                  <a:lnTo>
                    <a:pt x="994" y="864"/>
                  </a:lnTo>
                  <a:cubicBezTo>
                    <a:pt x="991" y="874"/>
                    <a:pt x="980" y="881"/>
                    <a:pt x="970" y="884"/>
                  </a:cubicBezTo>
                  <a:lnTo>
                    <a:pt x="41" y="1018"/>
                  </a:lnTo>
                  <a:cubicBezTo>
                    <a:pt x="11" y="1021"/>
                    <a:pt x="0" y="1059"/>
                    <a:pt x="21" y="1079"/>
                  </a:cubicBezTo>
                  <a:lnTo>
                    <a:pt x="693" y="1734"/>
                  </a:lnTo>
                  <a:cubicBezTo>
                    <a:pt x="699" y="1741"/>
                    <a:pt x="706" y="1755"/>
                    <a:pt x="703" y="1765"/>
                  </a:cubicBezTo>
                  <a:lnTo>
                    <a:pt x="545" y="2690"/>
                  </a:lnTo>
                  <a:cubicBezTo>
                    <a:pt x="540" y="2714"/>
                    <a:pt x="558" y="2732"/>
                    <a:pt x="579" y="2732"/>
                  </a:cubicBezTo>
                  <a:cubicBezTo>
                    <a:pt x="585" y="2732"/>
                    <a:pt x="591" y="2731"/>
                    <a:pt x="597" y="2728"/>
                  </a:cubicBezTo>
                  <a:lnTo>
                    <a:pt x="1426" y="2293"/>
                  </a:lnTo>
                  <a:cubicBezTo>
                    <a:pt x="1431" y="2289"/>
                    <a:pt x="1437" y="2287"/>
                    <a:pt x="1443" y="2287"/>
                  </a:cubicBezTo>
                  <a:cubicBezTo>
                    <a:pt x="1449" y="2287"/>
                    <a:pt x="1455" y="2289"/>
                    <a:pt x="1460" y="2293"/>
                  </a:cubicBezTo>
                  <a:lnTo>
                    <a:pt x="2289" y="2728"/>
                  </a:lnTo>
                  <a:cubicBezTo>
                    <a:pt x="2295" y="2731"/>
                    <a:pt x="2301" y="2732"/>
                    <a:pt x="2307" y="2732"/>
                  </a:cubicBezTo>
                  <a:cubicBezTo>
                    <a:pt x="2329" y="2732"/>
                    <a:pt x="2347" y="2714"/>
                    <a:pt x="2344" y="2690"/>
                  </a:cubicBezTo>
                  <a:lnTo>
                    <a:pt x="2183" y="1765"/>
                  </a:lnTo>
                  <a:cubicBezTo>
                    <a:pt x="2183" y="1755"/>
                    <a:pt x="2187" y="1741"/>
                    <a:pt x="2197" y="1734"/>
                  </a:cubicBezTo>
                  <a:lnTo>
                    <a:pt x="2865" y="1079"/>
                  </a:lnTo>
                  <a:cubicBezTo>
                    <a:pt x="2889" y="1059"/>
                    <a:pt x="2875" y="1021"/>
                    <a:pt x="2845" y="1018"/>
                  </a:cubicBezTo>
                  <a:lnTo>
                    <a:pt x="1919" y="884"/>
                  </a:lnTo>
                  <a:cubicBezTo>
                    <a:pt x="1906" y="881"/>
                    <a:pt x="1895" y="874"/>
                    <a:pt x="1892" y="864"/>
                  </a:cubicBezTo>
                  <a:lnTo>
                    <a:pt x="1477" y="21"/>
                  </a:lnTo>
                  <a:cubicBezTo>
                    <a:pt x="1470" y="7"/>
                    <a:pt x="1457" y="0"/>
                    <a:pt x="14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5"/>
            <p:cNvSpPr/>
            <p:nvPr/>
          </p:nvSpPr>
          <p:spPr>
            <a:xfrm>
              <a:off x="1570667" y="2968561"/>
              <a:ext cx="39607" cy="19489"/>
            </a:xfrm>
            <a:custGeom>
              <a:rect b="b" l="l" r="r" t="t"/>
              <a:pathLst>
                <a:path extrusionOk="0" h="744" w="1512">
                  <a:moveTo>
                    <a:pt x="305" y="0"/>
                  </a:moveTo>
                  <a:cubicBezTo>
                    <a:pt x="137" y="0"/>
                    <a:pt x="0" y="137"/>
                    <a:pt x="0" y="305"/>
                  </a:cubicBezTo>
                  <a:lnTo>
                    <a:pt x="0" y="439"/>
                  </a:lnTo>
                  <a:cubicBezTo>
                    <a:pt x="0" y="607"/>
                    <a:pt x="137" y="744"/>
                    <a:pt x="305" y="744"/>
                  </a:cubicBezTo>
                  <a:lnTo>
                    <a:pt x="1206" y="744"/>
                  </a:lnTo>
                  <a:cubicBezTo>
                    <a:pt x="1374" y="744"/>
                    <a:pt x="1511" y="607"/>
                    <a:pt x="1511" y="439"/>
                  </a:cubicBezTo>
                  <a:lnTo>
                    <a:pt x="1511" y="305"/>
                  </a:lnTo>
                  <a:cubicBezTo>
                    <a:pt x="1511" y="137"/>
                    <a:pt x="1374" y="0"/>
                    <a:pt x="1206"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85"/>
            <p:cNvSpPr/>
            <p:nvPr/>
          </p:nvSpPr>
          <p:spPr>
            <a:xfrm>
              <a:off x="1549842" y="3044396"/>
              <a:ext cx="81152" cy="28029"/>
            </a:xfrm>
            <a:custGeom>
              <a:rect b="b" l="l" r="r" t="t"/>
              <a:pathLst>
                <a:path extrusionOk="0" h="1070" w="3098">
                  <a:moveTo>
                    <a:pt x="411" y="1"/>
                  </a:moveTo>
                  <a:cubicBezTo>
                    <a:pt x="185" y="1"/>
                    <a:pt x="0" y="186"/>
                    <a:pt x="0" y="412"/>
                  </a:cubicBezTo>
                  <a:lnTo>
                    <a:pt x="0" y="1070"/>
                  </a:lnTo>
                  <a:lnTo>
                    <a:pt x="3098" y="1070"/>
                  </a:lnTo>
                  <a:lnTo>
                    <a:pt x="3098" y="412"/>
                  </a:lnTo>
                  <a:cubicBezTo>
                    <a:pt x="3098" y="186"/>
                    <a:pt x="2916" y="1"/>
                    <a:pt x="268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5"/>
            <p:cNvSpPr/>
            <p:nvPr/>
          </p:nvSpPr>
          <p:spPr>
            <a:xfrm>
              <a:off x="1602337" y="3044396"/>
              <a:ext cx="28657" cy="28029"/>
            </a:xfrm>
            <a:custGeom>
              <a:rect b="b" l="l" r="r" t="t"/>
              <a:pathLst>
                <a:path extrusionOk="0" h="1070" w="1094">
                  <a:moveTo>
                    <a:pt x="1" y="1"/>
                  </a:moveTo>
                  <a:lnTo>
                    <a:pt x="1" y="1070"/>
                  </a:lnTo>
                  <a:lnTo>
                    <a:pt x="1094" y="1070"/>
                  </a:lnTo>
                  <a:lnTo>
                    <a:pt x="1094" y="412"/>
                  </a:lnTo>
                  <a:cubicBezTo>
                    <a:pt x="1094" y="186"/>
                    <a:pt x="912" y="1"/>
                    <a:pt x="6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5"/>
            <p:cNvSpPr/>
            <p:nvPr/>
          </p:nvSpPr>
          <p:spPr>
            <a:xfrm>
              <a:off x="1520556" y="3065509"/>
              <a:ext cx="139724" cy="35206"/>
            </a:xfrm>
            <a:custGeom>
              <a:rect b="b" l="l" r="r" t="t"/>
              <a:pathLst>
                <a:path extrusionOk="0" h="1344" w="5334">
                  <a:moveTo>
                    <a:pt x="426" y="0"/>
                  </a:moveTo>
                  <a:cubicBezTo>
                    <a:pt x="313" y="0"/>
                    <a:pt x="220" y="79"/>
                    <a:pt x="200" y="185"/>
                  </a:cubicBezTo>
                  <a:lnTo>
                    <a:pt x="28" y="1069"/>
                  </a:lnTo>
                  <a:cubicBezTo>
                    <a:pt x="1" y="1213"/>
                    <a:pt x="107" y="1343"/>
                    <a:pt x="255" y="1343"/>
                  </a:cubicBezTo>
                  <a:lnTo>
                    <a:pt x="5083" y="1343"/>
                  </a:lnTo>
                  <a:cubicBezTo>
                    <a:pt x="5227" y="1343"/>
                    <a:pt x="5333" y="1210"/>
                    <a:pt x="5306" y="1069"/>
                  </a:cubicBezTo>
                  <a:lnTo>
                    <a:pt x="5134" y="185"/>
                  </a:lnTo>
                  <a:cubicBezTo>
                    <a:pt x="5114" y="79"/>
                    <a:pt x="5018" y="0"/>
                    <a:pt x="49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5"/>
            <p:cNvSpPr/>
            <p:nvPr/>
          </p:nvSpPr>
          <p:spPr>
            <a:xfrm>
              <a:off x="1625048" y="3065509"/>
              <a:ext cx="35311" cy="35206"/>
            </a:xfrm>
            <a:custGeom>
              <a:rect b="b" l="l" r="r" t="t"/>
              <a:pathLst>
                <a:path extrusionOk="0" h="1344" w="1348">
                  <a:moveTo>
                    <a:pt x="1" y="0"/>
                  </a:moveTo>
                  <a:lnTo>
                    <a:pt x="265" y="1343"/>
                  </a:lnTo>
                  <a:lnTo>
                    <a:pt x="1094" y="1343"/>
                  </a:lnTo>
                  <a:cubicBezTo>
                    <a:pt x="1238" y="1343"/>
                    <a:pt x="1347" y="1210"/>
                    <a:pt x="1320" y="1069"/>
                  </a:cubicBezTo>
                  <a:lnTo>
                    <a:pt x="1149" y="185"/>
                  </a:lnTo>
                  <a:cubicBezTo>
                    <a:pt x="1125" y="79"/>
                    <a:pt x="1032" y="0"/>
                    <a:pt x="92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5"/>
            <p:cNvSpPr/>
            <p:nvPr/>
          </p:nvSpPr>
          <p:spPr>
            <a:xfrm>
              <a:off x="1454676" y="2778516"/>
              <a:ext cx="271564" cy="327045"/>
            </a:xfrm>
            <a:custGeom>
              <a:rect b="b" l="l" r="r" t="t"/>
              <a:pathLst>
                <a:path extrusionOk="0" h="12485" w="10367">
                  <a:moveTo>
                    <a:pt x="549" y="1207"/>
                  </a:moveTo>
                  <a:cubicBezTo>
                    <a:pt x="840" y="1207"/>
                    <a:pt x="1111" y="1351"/>
                    <a:pt x="1275" y="1591"/>
                  </a:cubicBezTo>
                  <a:lnTo>
                    <a:pt x="1416" y="1796"/>
                  </a:lnTo>
                  <a:cubicBezTo>
                    <a:pt x="1567" y="2009"/>
                    <a:pt x="1810" y="2139"/>
                    <a:pt x="2074" y="2139"/>
                  </a:cubicBezTo>
                  <a:lnTo>
                    <a:pt x="2084" y="2139"/>
                  </a:lnTo>
                  <a:lnTo>
                    <a:pt x="2084" y="2927"/>
                  </a:lnTo>
                  <a:cubicBezTo>
                    <a:pt x="2084" y="3482"/>
                    <a:pt x="2170" y="4034"/>
                    <a:pt x="2341" y="4562"/>
                  </a:cubicBezTo>
                  <a:cubicBezTo>
                    <a:pt x="2173" y="4479"/>
                    <a:pt x="2005" y="4404"/>
                    <a:pt x="1831" y="4339"/>
                  </a:cubicBezTo>
                  <a:cubicBezTo>
                    <a:pt x="1471" y="4192"/>
                    <a:pt x="1101" y="4041"/>
                    <a:pt x="827" y="3739"/>
                  </a:cubicBezTo>
                  <a:cubicBezTo>
                    <a:pt x="515" y="3390"/>
                    <a:pt x="364" y="2876"/>
                    <a:pt x="364" y="2159"/>
                  </a:cubicBezTo>
                  <a:lnTo>
                    <a:pt x="364" y="1392"/>
                  </a:lnTo>
                  <a:cubicBezTo>
                    <a:pt x="364" y="1289"/>
                    <a:pt x="446" y="1207"/>
                    <a:pt x="549" y="1207"/>
                  </a:cubicBezTo>
                  <a:close/>
                  <a:moveTo>
                    <a:pt x="9818" y="1207"/>
                  </a:moveTo>
                  <a:cubicBezTo>
                    <a:pt x="9918" y="1207"/>
                    <a:pt x="10003" y="1292"/>
                    <a:pt x="10003" y="1392"/>
                  </a:cubicBezTo>
                  <a:lnTo>
                    <a:pt x="10003" y="2156"/>
                  </a:lnTo>
                  <a:lnTo>
                    <a:pt x="10000" y="2156"/>
                  </a:lnTo>
                  <a:cubicBezTo>
                    <a:pt x="10000" y="2872"/>
                    <a:pt x="9849" y="3390"/>
                    <a:pt x="9537" y="3736"/>
                  </a:cubicBezTo>
                  <a:cubicBezTo>
                    <a:pt x="9267" y="4041"/>
                    <a:pt x="8893" y="4192"/>
                    <a:pt x="8533" y="4335"/>
                  </a:cubicBezTo>
                  <a:cubicBezTo>
                    <a:pt x="8362" y="4401"/>
                    <a:pt x="8194" y="4476"/>
                    <a:pt x="8030" y="4562"/>
                  </a:cubicBezTo>
                  <a:cubicBezTo>
                    <a:pt x="8198" y="4030"/>
                    <a:pt x="8283" y="3479"/>
                    <a:pt x="8287" y="2924"/>
                  </a:cubicBezTo>
                  <a:lnTo>
                    <a:pt x="8287" y="2139"/>
                  </a:lnTo>
                  <a:lnTo>
                    <a:pt x="8293" y="2139"/>
                  </a:lnTo>
                  <a:cubicBezTo>
                    <a:pt x="8554" y="2139"/>
                    <a:pt x="8801" y="2012"/>
                    <a:pt x="8948" y="1796"/>
                  </a:cubicBezTo>
                  <a:lnTo>
                    <a:pt x="9092" y="1591"/>
                  </a:lnTo>
                  <a:cubicBezTo>
                    <a:pt x="9256" y="1351"/>
                    <a:pt x="9527" y="1210"/>
                    <a:pt x="9818" y="1207"/>
                  </a:cubicBezTo>
                  <a:close/>
                  <a:moveTo>
                    <a:pt x="8304" y="367"/>
                  </a:moveTo>
                  <a:lnTo>
                    <a:pt x="8304" y="802"/>
                  </a:lnTo>
                  <a:lnTo>
                    <a:pt x="6731" y="802"/>
                  </a:lnTo>
                  <a:cubicBezTo>
                    <a:pt x="6484" y="802"/>
                    <a:pt x="6484" y="1169"/>
                    <a:pt x="6731" y="1169"/>
                  </a:cubicBezTo>
                  <a:lnTo>
                    <a:pt x="7920" y="1169"/>
                  </a:lnTo>
                  <a:lnTo>
                    <a:pt x="7920" y="2924"/>
                  </a:lnTo>
                  <a:lnTo>
                    <a:pt x="7920" y="2927"/>
                  </a:lnTo>
                  <a:cubicBezTo>
                    <a:pt x="7917" y="4531"/>
                    <a:pt x="7156" y="6035"/>
                    <a:pt x="5867" y="6988"/>
                  </a:cubicBezTo>
                  <a:lnTo>
                    <a:pt x="5737" y="7084"/>
                  </a:lnTo>
                  <a:cubicBezTo>
                    <a:pt x="5703" y="7077"/>
                    <a:pt x="5669" y="7073"/>
                    <a:pt x="5634" y="7073"/>
                  </a:cubicBezTo>
                  <a:lnTo>
                    <a:pt x="4733" y="7073"/>
                  </a:lnTo>
                  <a:cubicBezTo>
                    <a:pt x="4699" y="7073"/>
                    <a:pt x="4665" y="7077"/>
                    <a:pt x="4630" y="7084"/>
                  </a:cubicBezTo>
                  <a:lnTo>
                    <a:pt x="4503" y="6988"/>
                  </a:lnTo>
                  <a:cubicBezTo>
                    <a:pt x="3215" y="6035"/>
                    <a:pt x="2454" y="4531"/>
                    <a:pt x="2451" y="2927"/>
                  </a:cubicBezTo>
                  <a:lnTo>
                    <a:pt x="2451" y="1173"/>
                  </a:lnTo>
                  <a:lnTo>
                    <a:pt x="5881" y="1173"/>
                  </a:lnTo>
                  <a:cubicBezTo>
                    <a:pt x="6124" y="1173"/>
                    <a:pt x="6124" y="806"/>
                    <a:pt x="5881" y="806"/>
                  </a:cubicBezTo>
                  <a:lnTo>
                    <a:pt x="2070" y="806"/>
                  </a:lnTo>
                  <a:lnTo>
                    <a:pt x="2070" y="367"/>
                  </a:lnTo>
                  <a:close/>
                  <a:moveTo>
                    <a:pt x="5631" y="7437"/>
                  </a:moveTo>
                  <a:cubicBezTo>
                    <a:pt x="5699" y="7437"/>
                    <a:pt x="5754" y="7495"/>
                    <a:pt x="5754" y="7560"/>
                  </a:cubicBezTo>
                  <a:lnTo>
                    <a:pt x="5754" y="7694"/>
                  </a:lnTo>
                  <a:cubicBezTo>
                    <a:pt x="5754" y="7762"/>
                    <a:pt x="5699" y="7817"/>
                    <a:pt x="5631" y="7817"/>
                  </a:cubicBezTo>
                  <a:lnTo>
                    <a:pt x="4733" y="7817"/>
                  </a:lnTo>
                  <a:cubicBezTo>
                    <a:pt x="4665" y="7817"/>
                    <a:pt x="4610" y="7762"/>
                    <a:pt x="4610" y="7694"/>
                  </a:cubicBezTo>
                  <a:lnTo>
                    <a:pt x="4610" y="7560"/>
                  </a:lnTo>
                  <a:cubicBezTo>
                    <a:pt x="4610" y="7495"/>
                    <a:pt x="4665" y="7437"/>
                    <a:pt x="4733" y="7437"/>
                  </a:cubicBezTo>
                  <a:close/>
                  <a:moveTo>
                    <a:pt x="4970" y="8180"/>
                  </a:moveTo>
                  <a:lnTo>
                    <a:pt x="5398" y="8184"/>
                  </a:lnTo>
                  <a:lnTo>
                    <a:pt x="5398" y="9969"/>
                  </a:lnTo>
                  <a:lnTo>
                    <a:pt x="4970" y="9969"/>
                  </a:lnTo>
                  <a:lnTo>
                    <a:pt x="4970" y="8180"/>
                  </a:lnTo>
                  <a:close/>
                  <a:moveTo>
                    <a:pt x="6320" y="10336"/>
                  </a:moveTo>
                  <a:cubicBezTo>
                    <a:pt x="6446" y="10336"/>
                    <a:pt x="6549" y="10435"/>
                    <a:pt x="6549" y="10562"/>
                  </a:cubicBezTo>
                  <a:lnTo>
                    <a:pt x="6549" y="10774"/>
                  </a:lnTo>
                  <a:lnTo>
                    <a:pt x="4922" y="10774"/>
                  </a:lnTo>
                  <a:cubicBezTo>
                    <a:pt x="4678" y="10774"/>
                    <a:pt x="4678" y="11141"/>
                    <a:pt x="4922" y="11141"/>
                  </a:cubicBezTo>
                  <a:lnTo>
                    <a:pt x="7423" y="11141"/>
                  </a:lnTo>
                  <a:cubicBezTo>
                    <a:pt x="7444" y="11141"/>
                    <a:pt x="7464" y="11155"/>
                    <a:pt x="7468" y="11179"/>
                  </a:cubicBezTo>
                  <a:lnTo>
                    <a:pt x="7639" y="12063"/>
                  </a:lnTo>
                  <a:cubicBezTo>
                    <a:pt x="7646" y="12090"/>
                    <a:pt x="7622" y="12118"/>
                    <a:pt x="7594" y="12118"/>
                  </a:cubicBezTo>
                  <a:lnTo>
                    <a:pt x="2770" y="12118"/>
                  </a:lnTo>
                  <a:cubicBezTo>
                    <a:pt x="2739" y="12118"/>
                    <a:pt x="2718" y="12090"/>
                    <a:pt x="2722" y="12063"/>
                  </a:cubicBezTo>
                  <a:lnTo>
                    <a:pt x="2893" y="11179"/>
                  </a:lnTo>
                  <a:cubicBezTo>
                    <a:pt x="2896" y="11155"/>
                    <a:pt x="2917" y="11141"/>
                    <a:pt x="2941" y="11141"/>
                  </a:cubicBezTo>
                  <a:lnTo>
                    <a:pt x="4068" y="11141"/>
                  </a:lnTo>
                  <a:cubicBezTo>
                    <a:pt x="4312" y="11141"/>
                    <a:pt x="4312" y="10774"/>
                    <a:pt x="4068" y="10774"/>
                  </a:cubicBezTo>
                  <a:lnTo>
                    <a:pt x="3815" y="10774"/>
                  </a:lnTo>
                  <a:lnTo>
                    <a:pt x="3815" y="10562"/>
                  </a:lnTo>
                  <a:cubicBezTo>
                    <a:pt x="3815" y="10435"/>
                    <a:pt x="3917" y="10336"/>
                    <a:pt x="4041" y="10336"/>
                  </a:cubicBezTo>
                  <a:close/>
                  <a:moveTo>
                    <a:pt x="2050" y="1"/>
                  </a:moveTo>
                  <a:cubicBezTo>
                    <a:pt x="1858" y="1"/>
                    <a:pt x="1700" y="158"/>
                    <a:pt x="1700" y="350"/>
                  </a:cubicBezTo>
                  <a:lnTo>
                    <a:pt x="1700" y="820"/>
                  </a:lnTo>
                  <a:cubicBezTo>
                    <a:pt x="1700" y="1011"/>
                    <a:pt x="1858" y="1169"/>
                    <a:pt x="2050" y="1169"/>
                  </a:cubicBezTo>
                  <a:lnTo>
                    <a:pt x="2084" y="1169"/>
                  </a:lnTo>
                  <a:lnTo>
                    <a:pt x="2084" y="1772"/>
                  </a:lnTo>
                  <a:lnTo>
                    <a:pt x="2074" y="1772"/>
                  </a:lnTo>
                  <a:cubicBezTo>
                    <a:pt x="1933" y="1772"/>
                    <a:pt x="1800" y="1704"/>
                    <a:pt x="1721" y="1587"/>
                  </a:cubicBezTo>
                  <a:lnTo>
                    <a:pt x="1580" y="1382"/>
                  </a:lnTo>
                  <a:cubicBezTo>
                    <a:pt x="1347" y="1042"/>
                    <a:pt x="964" y="844"/>
                    <a:pt x="552" y="840"/>
                  </a:cubicBezTo>
                  <a:cubicBezTo>
                    <a:pt x="247" y="840"/>
                    <a:pt x="1" y="1087"/>
                    <a:pt x="1" y="1392"/>
                  </a:cubicBezTo>
                  <a:lnTo>
                    <a:pt x="1" y="2156"/>
                  </a:lnTo>
                  <a:cubicBezTo>
                    <a:pt x="1" y="3989"/>
                    <a:pt x="940" y="4370"/>
                    <a:pt x="1697" y="4678"/>
                  </a:cubicBezTo>
                  <a:cubicBezTo>
                    <a:pt x="2118" y="4849"/>
                    <a:pt x="2485" y="4997"/>
                    <a:pt x="2660" y="5360"/>
                  </a:cubicBezTo>
                  <a:cubicBezTo>
                    <a:pt x="2711" y="5463"/>
                    <a:pt x="2701" y="5555"/>
                    <a:pt x="2629" y="5631"/>
                  </a:cubicBezTo>
                  <a:cubicBezTo>
                    <a:pt x="2563" y="5699"/>
                    <a:pt x="2460" y="5740"/>
                    <a:pt x="2366" y="5740"/>
                  </a:cubicBezTo>
                  <a:cubicBezTo>
                    <a:pt x="2329" y="5740"/>
                    <a:pt x="2294" y="5734"/>
                    <a:pt x="2262" y="5720"/>
                  </a:cubicBezTo>
                  <a:cubicBezTo>
                    <a:pt x="2129" y="5665"/>
                    <a:pt x="2108" y="5501"/>
                    <a:pt x="2115" y="5374"/>
                  </a:cubicBezTo>
                  <a:cubicBezTo>
                    <a:pt x="2122" y="5244"/>
                    <a:pt x="2027" y="5177"/>
                    <a:pt x="1931" y="5177"/>
                  </a:cubicBezTo>
                  <a:cubicBezTo>
                    <a:pt x="1842" y="5177"/>
                    <a:pt x="1753" y="5236"/>
                    <a:pt x="1748" y="5357"/>
                  </a:cubicBezTo>
                  <a:cubicBezTo>
                    <a:pt x="1741" y="5518"/>
                    <a:pt x="1762" y="5905"/>
                    <a:pt x="2118" y="6056"/>
                  </a:cubicBezTo>
                  <a:cubicBezTo>
                    <a:pt x="2191" y="6087"/>
                    <a:pt x="2266" y="6104"/>
                    <a:pt x="2344" y="6104"/>
                  </a:cubicBezTo>
                  <a:cubicBezTo>
                    <a:pt x="2351" y="6104"/>
                    <a:pt x="2358" y="6104"/>
                    <a:pt x="2365" y="6104"/>
                  </a:cubicBezTo>
                  <a:cubicBezTo>
                    <a:pt x="2564" y="6104"/>
                    <a:pt x="2756" y="6025"/>
                    <a:pt x="2893" y="5881"/>
                  </a:cubicBezTo>
                  <a:cubicBezTo>
                    <a:pt x="2907" y="5867"/>
                    <a:pt x="2920" y="5850"/>
                    <a:pt x="2934" y="5836"/>
                  </a:cubicBezTo>
                  <a:cubicBezTo>
                    <a:pt x="3290" y="6395"/>
                    <a:pt x="3746" y="6885"/>
                    <a:pt x="4284" y="7282"/>
                  </a:cubicBezTo>
                  <a:lnTo>
                    <a:pt x="4318" y="7306"/>
                  </a:lnTo>
                  <a:cubicBezTo>
                    <a:pt x="4270" y="7382"/>
                    <a:pt x="4246" y="7471"/>
                    <a:pt x="4246" y="7560"/>
                  </a:cubicBezTo>
                  <a:lnTo>
                    <a:pt x="4246" y="7694"/>
                  </a:lnTo>
                  <a:cubicBezTo>
                    <a:pt x="4246" y="7913"/>
                    <a:pt x="4390" y="8105"/>
                    <a:pt x="4603" y="8163"/>
                  </a:cubicBezTo>
                  <a:lnTo>
                    <a:pt x="4603" y="9966"/>
                  </a:lnTo>
                  <a:lnTo>
                    <a:pt x="4048" y="9966"/>
                  </a:lnTo>
                  <a:cubicBezTo>
                    <a:pt x="3719" y="9969"/>
                    <a:pt x="3455" y="10233"/>
                    <a:pt x="3455" y="10562"/>
                  </a:cubicBezTo>
                  <a:lnTo>
                    <a:pt x="3455" y="10774"/>
                  </a:lnTo>
                  <a:lnTo>
                    <a:pt x="2941" y="10774"/>
                  </a:lnTo>
                  <a:cubicBezTo>
                    <a:pt x="2746" y="10774"/>
                    <a:pt x="2574" y="10911"/>
                    <a:pt x="2536" y="11107"/>
                  </a:cubicBezTo>
                  <a:lnTo>
                    <a:pt x="2365" y="11991"/>
                  </a:lnTo>
                  <a:cubicBezTo>
                    <a:pt x="2317" y="12244"/>
                    <a:pt x="2509" y="12481"/>
                    <a:pt x="2770" y="12484"/>
                  </a:cubicBezTo>
                  <a:lnTo>
                    <a:pt x="7598" y="12484"/>
                  </a:lnTo>
                  <a:cubicBezTo>
                    <a:pt x="7855" y="12481"/>
                    <a:pt x="8050" y="12244"/>
                    <a:pt x="8002" y="11991"/>
                  </a:cubicBezTo>
                  <a:lnTo>
                    <a:pt x="7831" y="11107"/>
                  </a:lnTo>
                  <a:cubicBezTo>
                    <a:pt x="7793" y="10911"/>
                    <a:pt x="7622" y="10774"/>
                    <a:pt x="7427" y="10774"/>
                  </a:cubicBezTo>
                  <a:lnTo>
                    <a:pt x="6916" y="10774"/>
                  </a:lnTo>
                  <a:lnTo>
                    <a:pt x="6916" y="10562"/>
                  </a:lnTo>
                  <a:cubicBezTo>
                    <a:pt x="6916" y="10233"/>
                    <a:pt x="6649" y="9969"/>
                    <a:pt x="6320" y="9966"/>
                  </a:cubicBezTo>
                  <a:lnTo>
                    <a:pt x="5765" y="9966"/>
                  </a:lnTo>
                  <a:lnTo>
                    <a:pt x="5765" y="8163"/>
                  </a:lnTo>
                  <a:cubicBezTo>
                    <a:pt x="5977" y="8105"/>
                    <a:pt x="6124" y="7913"/>
                    <a:pt x="6124" y="7694"/>
                  </a:cubicBezTo>
                  <a:lnTo>
                    <a:pt x="6124" y="7560"/>
                  </a:lnTo>
                  <a:cubicBezTo>
                    <a:pt x="6124" y="7471"/>
                    <a:pt x="6097" y="7382"/>
                    <a:pt x="6052" y="7306"/>
                  </a:cubicBezTo>
                  <a:lnTo>
                    <a:pt x="6087" y="7282"/>
                  </a:lnTo>
                  <a:cubicBezTo>
                    <a:pt x="6621" y="6888"/>
                    <a:pt x="7077" y="6395"/>
                    <a:pt x="7433" y="5836"/>
                  </a:cubicBezTo>
                  <a:cubicBezTo>
                    <a:pt x="7447" y="5850"/>
                    <a:pt x="7461" y="5867"/>
                    <a:pt x="7474" y="5884"/>
                  </a:cubicBezTo>
                  <a:cubicBezTo>
                    <a:pt x="7615" y="6025"/>
                    <a:pt x="7803" y="6104"/>
                    <a:pt x="8002" y="6107"/>
                  </a:cubicBezTo>
                  <a:cubicBezTo>
                    <a:pt x="8088" y="6107"/>
                    <a:pt x="8174" y="6090"/>
                    <a:pt x="8252" y="6056"/>
                  </a:cubicBezTo>
                  <a:cubicBezTo>
                    <a:pt x="8605" y="5905"/>
                    <a:pt x="8626" y="5518"/>
                    <a:pt x="8619" y="5357"/>
                  </a:cubicBezTo>
                  <a:cubicBezTo>
                    <a:pt x="8616" y="5238"/>
                    <a:pt x="8527" y="5180"/>
                    <a:pt x="8438" y="5180"/>
                  </a:cubicBezTo>
                  <a:cubicBezTo>
                    <a:pt x="8342" y="5180"/>
                    <a:pt x="8245" y="5246"/>
                    <a:pt x="8252" y="5374"/>
                  </a:cubicBezTo>
                  <a:cubicBezTo>
                    <a:pt x="8259" y="5501"/>
                    <a:pt x="8239" y="5665"/>
                    <a:pt x="8108" y="5720"/>
                  </a:cubicBezTo>
                  <a:cubicBezTo>
                    <a:pt x="8077" y="5734"/>
                    <a:pt x="8041" y="5740"/>
                    <a:pt x="8004" y="5740"/>
                  </a:cubicBezTo>
                  <a:cubicBezTo>
                    <a:pt x="7910" y="5740"/>
                    <a:pt x="7806" y="5699"/>
                    <a:pt x="7742" y="5631"/>
                  </a:cubicBezTo>
                  <a:cubicBezTo>
                    <a:pt x="7670" y="5555"/>
                    <a:pt x="7656" y="5463"/>
                    <a:pt x="7708" y="5360"/>
                  </a:cubicBezTo>
                  <a:cubicBezTo>
                    <a:pt x="7882" y="4997"/>
                    <a:pt x="8249" y="4849"/>
                    <a:pt x="8674" y="4678"/>
                  </a:cubicBezTo>
                  <a:cubicBezTo>
                    <a:pt x="9428" y="4370"/>
                    <a:pt x="10367" y="3989"/>
                    <a:pt x="10367" y="2156"/>
                  </a:cubicBezTo>
                  <a:lnTo>
                    <a:pt x="10367" y="1392"/>
                  </a:lnTo>
                  <a:cubicBezTo>
                    <a:pt x="10367" y="1244"/>
                    <a:pt x="10308" y="1104"/>
                    <a:pt x="10206" y="1001"/>
                  </a:cubicBezTo>
                  <a:cubicBezTo>
                    <a:pt x="10103" y="898"/>
                    <a:pt x="9962" y="840"/>
                    <a:pt x="9815" y="840"/>
                  </a:cubicBezTo>
                  <a:cubicBezTo>
                    <a:pt x="9407" y="840"/>
                    <a:pt x="9023" y="1042"/>
                    <a:pt x="8790" y="1382"/>
                  </a:cubicBezTo>
                  <a:lnTo>
                    <a:pt x="8646" y="1587"/>
                  </a:lnTo>
                  <a:cubicBezTo>
                    <a:pt x="8568" y="1704"/>
                    <a:pt x="8434" y="1772"/>
                    <a:pt x="8293" y="1772"/>
                  </a:cubicBezTo>
                  <a:lnTo>
                    <a:pt x="8287" y="1772"/>
                  </a:lnTo>
                  <a:lnTo>
                    <a:pt x="8287" y="1169"/>
                  </a:lnTo>
                  <a:lnTo>
                    <a:pt x="8317" y="1169"/>
                  </a:lnTo>
                  <a:cubicBezTo>
                    <a:pt x="8509" y="1169"/>
                    <a:pt x="8667" y="1011"/>
                    <a:pt x="8667" y="820"/>
                  </a:cubicBezTo>
                  <a:lnTo>
                    <a:pt x="8667" y="350"/>
                  </a:lnTo>
                  <a:cubicBezTo>
                    <a:pt x="8667" y="158"/>
                    <a:pt x="8509" y="1"/>
                    <a:pt x="831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5"/>
            <p:cNvSpPr/>
            <p:nvPr/>
          </p:nvSpPr>
          <p:spPr>
            <a:xfrm>
              <a:off x="1546332" y="2835071"/>
              <a:ext cx="88172" cy="81152"/>
            </a:xfrm>
            <a:custGeom>
              <a:rect b="b" l="l" r="r" t="t"/>
              <a:pathLst>
                <a:path extrusionOk="0" h="3098" w="3366">
                  <a:moveTo>
                    <a:pt x="1683" y="552"/>
                  </a:moveTo>
                  <a:lnTo>
                    <a:pt x="1967" y="1124"/>
                  </a:lnTo>
                  <a:cubicBezTo>
                    <a:pt x="1998" y="1190"/>
                    <a:pt x="2060" y="1234"/>
                    <a:pt x="2132" y="1244"/>
                  </a:cubicBezTo>
                  <a:lnTo>
                    <a:pt x="2766" y="1337"/>
                  </a:lnTo>
                  <a:lnTo>
                    <a:pt x="2307" y="1786"/>
                  </a:lnTo>
                  <a:cubicBezTo>
                    <a:pt x="2255" y="1834"/>
                    <a:pt x="2231" y="1909"/>
                    <a:pt x="2245" y="1978"/>
                  </a:cubicBezTo>
                  <a:lnTo>
                    <a:pt x="2355" y="2612"/>
                  </a:lnTo>
                  <a:lnTo>
                    <a:pt x="2355" y="2612"/>
                  </a:lnTo>
                  <a:lnTo>
                    <a:pt x="1786" y="2310"/>
                  </a:lnTo>
                  <a:cubicBezTo>
                    <a:pt x="1753" y="2293"/>
                    <a:pt x="1718" y="2284"/>
                    <a:pt x="1683" y="2284"/>
                  </a:cubicBezTo>
                  <a:cubicBezTo>
                    <a:pt x="1649" y="2284"/>
                    <a:pt x="1614" y="2293"/>
                    <a:pt x="1584" y="2310"/>
                  </a:cubicBezTo>
                  <a:lnTo>
                    <a:pt x="1015" y="2612"/>
                  </a:lnTo>
                  <a:lnTo>
                    <a:pt x="1124" y="1978"/>
                  </a:lnTo>
                  <a:cubicBezTo>
                    <a:pt x="1135" y="1909"/>
                    <a:pt x="1111" y="1834"/>
                    <a:pt x="1059" y="1786"/>
                  </a:cubicBezTo>
                  <a:lnTo>
                    <a:pt x="600" y="1337"/>
                  </a:lnTo>
                  <a:lnTo>
                    <a:pt x="1234" y="1244"/>
                  </a:lnTo>
                  <a:cubicBezTo>
                    <a:pt x="1306" y="1234"/>
                    <a:pt x="1368" y="1190"/>
                    <a:pt x="1402" y="1124"/>
                  </a:cubicBezTo>
                  <a:lnTo>
                    <a:pt x="1683" y="552"/>
                  </a:lnTo>
                  <a:close/>
                  <a:moveTo>
                    <a:pt x="1683" y="0"/>
                  </a:moveTo>
                  <a:cubicBezTo>
                    <a:pt x="1605" y="0"/>
                    <a:pt x="1527" y="42"/>
                    <a:pt x="1488" y="124"/>
                  </a:cubicBezTo>
                  <a:lnTo>
                    <a:pt x="1107" y="895"/>
                  </a:lnTo>
                  <a:lnTo>
                    <a:pt x="254" y="1018"/>
                  </a:lnTo>
                  <a:cubicBezTo>
                    <a:pt x="72" y="1046"/>
                    <a:pt x="0" y="1265"/>
                    <a:pt x="134" y="1392"/>
                  </a:cubicBezTo>
                  <a:lnTo>
                    <a:pt x="747" y="1991"/>
                  </a:lnTo>
                  <a:lnTo>
                    <a:pt x="604" y="2841"/>
                  </a:lnTo>
                  <a:cubicBezTo>
                    <a:pt x="579" y="2982"/>
                    <a:pt x="692" y="3097"/>
                    <a:pt x="819" y="3097"/>
                  </a:cubicBezTo>
                  <a:cubicBezTo>
                    <a:pt x="853" y="3097"/>
                    <a:pt x="888" y="3089"/>
                    <a:pt x="922" y="3071"/>
                  </a:cubicBezTo>
                  <a:lnTo>
                    <a:pt x="1683" y="2670"/>
                  </a:lnTo>
                  <a:lnTo>
                    <a:pt x="2444" y="3071"/>
                  </a:lnTo>
                  <a:cubicBezTo>
                    <a:pt x="2478" y="3089"/>
                    <a:pt x="2513" y="3097"/>
                    <a:pt x="2547" y="3097"/>
                  </a:cubicBezTo>
                  <a:cubicBezTo>
                    <a:pt x="2674" y="3097"/>
                    <a:pt x="2787" y="2982"/>
                    <a:pt x="2762" y="2841"/>
                  </a:cubicBezTo>
                  <a:lnTo>
                    <a:pt x="2618" y="1991"/>
                  </a:lnTo>
                  <a:lnTo>
                    <a:pt x="3232" y="1392"/>
                  </a:lnTo>
                  <a:cubicBezTo>
                    <a:pt x="3366" y="1265"/>
                    <a:pt x="3294" y="1042"/>
                    <a:pt x="3112" y="1018"/>
                  </a:cubicBezTo>
                  <a:lnTo>
                    <a:pt x="2262" y="895"/>
                  </a:lnTo>
                  <a:lnTo>
                    <a:pt x="1882" y="124"/>
                  </a:lnTo>
                  <a:cubicBezTo>
                    <a:pt x="1841" y="42"/>
                    <a:pt x="1762" y="0"/>
                    <a:pt x="1683"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8" name="Google Shape;12178;p85"/>
          <p:cNvGrpSpPr/>
          <p:nvPr/>
        </p:nvGrpSpPr>
        <p:grpSpPr>
          <a:xfrm>
            <a:off x="1956729" y="2771522"/>
            <a:ext cx="362224" cy="332336"/>
            <a:chOff x="1956729" y="2771522"/>
            <a:chExt cx="362224" cy="332336"/>
          </a:xfrm>
        </p:grpSpPr>
        <p:sp>
          <p:nvSpPr>
            <p:cNvPr id="12179" name="Google Shape;12179;p85"/>
            <p:cNvSpPr/>
            <p:nvPr/>
          </p:nvSpPr>
          <p:spPr>
            <a:xfrm>
              <a:off x="2054043" y="3034075"/>
              <a:ext cx="75337" cy="64518"/>
            </a:xfrm>
            <a:custGeom>
              <a:rect b="b" l="l" r="r" t="t"/>
              <a:pathLst>
                <a:path extrusionOk="0" h="2463" w="2876">
                  <a:moveTo>
                    <a:pt x="1649" y="1"/>
                  </a:moveTo>
                  <a:cubicBezTo>
                    <a:pt x="549" y="1"/>
                    <a:pt x="0" y="1327"/>
                    <a:pt x="775" y="2101"/>
                  </a:cubicBezTo>
                  <a:cubicBezTo>
                    <a:pt x="1011" y="2337"/>
                    <a:pt x="1325" y="2463"/>
                    <a:pt x="1646" y="2463"/>
                  </a:cubicBezTo>
                  <a:cubicBezTo>
                    <a:pt x="1804" y="2463"/>
                    <a:pt x="1965" y="2432"/>
                    <a:pt x="2118" y="2369"/>
                  </a:cubicBezTo>
                  <a:cubicBezTo>
                    <a:pt x="2577" y="2180"/>
                    <a:pt x="2875" y="1731"/>
                    <a:pt x="2875" y="1231"/>
                  </a:cubicBezTo>
                  <a:cubicBezTo>
                    <a:pt x="2875" y="552"/>
                    <a:pt x="2327" y="1"/>
                    <a:pt x="16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85"/>
            <p:cNvSpPr/>
            <p:nvPr/>
          </p:nvSpPr>
          <p:spPr>
            <a:xfrm>
              <a:off x="2077645" y="3051756"/>
              <a:ext cx="34132" cy="29234"/>
            </a:xfrm>
            <a:custGeom>
              <a:rect b="b" l="l" r="r" t="t"/>
              <a:pathLst>
                <a:path extrusionOk="0" h="1116" w="1303">
                  <a:moveTo>
                    <a:pt x="748" y="1"/>
                  </a:moveTo>
                  <a:cubicBezTo>
                    <a:pt x="251" y="1"/>
                    <a:pt x="1" y="600"/>
                    <a:pt x="354" y="950"/>
                  </a:cubicBezTo>
                  <a:cubicBezTo>
                    <a:pt x="467" y="1064"/>
                    <a:pt x="606" y="1115"/>
                    <a:pt x="743" y="1115"/>
                  </a:cubicBezTo>
                  <a:cubicBezTo>
                    <a:pt x="1028" y="1115"/>
                    <a:pt x="1303" y="892"/>
                    <a:pt x="1303" y="556"/>
                  </a:cubicBezTo>
                  <a:cubicBezTo>
                    <a:pt x="1303" y="251"/>
                    <a:pt x="1053" y="1"/>
                    <a:pt x="74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5"/>
            <p:cNvSpPr/>
            <p:nvPr/>
          </p:nvSpPr>
          <p:spPr>
            <a:xfrm>
              <a:off x="2182032" y="3034075"/>
              <a:ext cx="75363" cy="64518"/>
            </a:xfrm>
            <a:custGeom>
              <a:rect b="b" l="l" r="r" t="t"/>
              <a:pathLst>
                <a:path extrusionOk="0" h="2463" w="2877">
                  <a:moveTo>
                    <a:pt x="1646" y="1"/>
                  </a:moveTo>
                  <a:cubicBezTo>
                    <a:pt x="549" y="1"/>
                    <a:pt x="1" y="1327"/>
                    <a:pt x="775" y="2101"/>
                  </a:cubicBezTo>
                  <a:cubicBezTo>
                    <a:pt x="1011" y="2337"/>
                    <a:pt x="1326" y="2463"/>
                    <a:pt x="1646" y="2463"/>
                  </a:cubicBezTo>
                  <a:cubicBezTo>
                    <a:pt x="1805" y="2463"/>
                    <a:pt x="1965" y="2432"/>
                    <a:pt x="2119" y="2369"/>
                  </a:cubicBezTo>
                  <a:cubicBezTo>
                    <a:pt x="2578" y="2180"/>
                    <a:pt x="2876" y="1731"/>
                    <a:pt x="2876" y="1231"/>
                  </a:cubicBezTo>
                  <a:cubicBezTo>
                    <a:pt x="2876" y="552"/>
                    <a:pt x="2328" y="1"/>
                    <a:pt x="164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85"/>
            <p:cNvSpPr/>
            <p:nvPr/>
          </p:nvSpPr>
          <p:spPr>
            <a:xfrm>
              <a:off x="2205660" y="3051756"/>
              <a:ext cx="34132" cy="29234"/>
            </a:xfrm>
            <a:custGeom>
              <a:rect b="b" l="l" r="r" t="t"/>
              <a:pathLst>
                <a:path extrusionOk="0" h="1116" w="1303">
                  <a:moveTo>
                    <a:pt x="747" y="1"/>
                  </a:moveTo>
                  <a:cubicBezTo>
                    <a:pt x="250" y="1"/>
                    <a:pt x="0" y="600"/>
                    <a:pt x="353" y="950"/>
                  </a:cubicBezTo>
                  <a:cubicBezTo>
                    <a:pt x="466" y="1064"/>
                    <a:pt x="606" y="1115"/>
                    <a:pt x="742" y="1115"/>
                  </a:cubicBezTo>
                  <a:cubicBezTo>
                    <a:pt x="1028" y="1115"/>
                    <a:pt x="1302" y="892"/>
                    <a:pt x="1302" y="556"/>
                  </a:cubicBezTo>
                  <a:cubicBezTo>
                    <a:pt x="1302" y="251"/>
                    <a:pt x="1052" y="1"/>
                    <a:pt x="74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85"/>
            <p:cNvSpPr/>
            <p:nvPr/>
          </p:nvSpPr>
          <p:spPr>
            <a:xfrm>
              <a:off x="2031411" y="2800153"/>
              <a:ext cx="279736" cy="147059"/>
            </a:xfrm>
            <a:custGeom>
              <a:rect b="b" l="l" r="r" t="t"/>
              <a:pathLst>
                <a:path extrusionOk="0" h="5614" w="10679">
                  <a:moveTo>
                    <a:pt x="9610" y="0"/>
                  </a:moveTo>
                  <a:cubicBezTo>
                    <a:pt x="9607" y="0"/>
                    <a:pt x="9603" y="0"/>
                    <a:pt x="9599" y="0"/>
                  </a:cubicBezTo>
                  <a:lnTo>
                    <a:pt x="1" y="0"/>
                  </a:lnTo>
                  <a:lnTo>
                    <a:pt x="378" y="1066"/>
                  </a:lnTo>
                  <a:lnTo>
                    <a:pt x="9558" y="1066"/>
                  </a:lnTo>
                  <a:lnTo>
                    <a:pt x="8513" y="5613"/>
                  </a:lnTo>
                  <a:lnTo>
                    <a:pt x="9606" y="5613"/>
                  </a:lnTo>
                  <a:lnTo>
                    <a:pt x="10607" y="1268"/>
                  </a:lnTo>
                  <a:cubicBezTo>
                    <a:pt x="10679" y="960"/>
                    <a:pt x="10607" y="634"/>
                    <a:pt x="10408" y="391"/>
                  </a:cubicBezTo>
                  <a:cubicBezTo>
                    <a:pt x="10215" y="144"/>
                    <a:pt x="9921" y="0"/>
                    <a:pt x="961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85"/>
            <p:cNvSpPr/>
            <p:nvPr/>
          </p:nvSpPr>
          <p:spPr>
            <a:xfrm>
              <a:off x="2267218" y="2800153"/>
              <a:ext cx="43929" cy="147059"/>
            </a:xfrm>
            <a:custGeom>
              <a:rect b="b" l="l" r="r" t="t"/>
              <a:pathLst>
                <a:path extrusionOk="0" h="5614" w="1677">
                  <a:moveTo>
                    <a:pt x="608" y="0"/>
                  </a:moveTo>
                  <a:cubicBezTo>
                    <a:pt x="605" y="0"/>
                    <a:pt x="601" y="0"/>
                    <a:pt x="597" y="0"/>
                  </a:cubicBezTo>
                  <a:lnTo>
                    <a:pt x="1" y="0"/>
                  </a:lnTo>
                  <a:cubicBezTo>
                    <a:pt x="666" y="0"/>
                    <a:pt x="1159" y="617"/>
                    <a:pt x="1008" y="1268"/>
                  </a:cubicBezTo>
                  <a:lnTo>
                    <a:pt x="8" y="5613"/>
                  </a:lnTo>
                  <a:lnTo>
                    <a:pt x="604" y="5613"/>
                  </a:lnTo>
                  <a:lnTo>
                    <a:pt x="1605" y="1268"/>
                  </a:lnTo>
                  <a:cubicBezTo>
                    <a:pt x="1677" y="960"/>
                    <a:pt x="1605" y="634"/>
                    <a:pt x="1406" y="391"/>
                  </a:cubicBezTo>
                  <a:cubicBezTo>
                    <a:pt x="1213" y="144"/>
                    <a:pt x="919" y="0"/>
                    <a:pt x="608"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85"/>
            <p:cNvSpPr/>
            <p:nvPr/>
          </p:nvSpPr>
          <p:spPr>
            <a:xfrm>
              <a:off x="1962020" y="2776735"/>
              <a:ext cx="347346" cy="198401"/>
            </a:xfrm>
            <a:custGeom>
              <a:rect b="b" l="l" r="r" t="t"/>
              <a:pathLst>
                <a:path extrusionOk="0" h="7574" w="13260">
                  <a:moveTo>
                    <a:pt x="535" y="0"/>
                  </a:moveTo>
                  <a:cubicBezTo>
                    <a:pt x="241" y="0"/>
                    <a:pt x="1" y="240"/>
                    <a:pt x="1" y="535"/>
                  </a:cubicBezTo>
                  <a:cubicBezTo>
                    <a:pt x="1" y="829"/>
                    <a:pt x="241" y="1066"/>
                    <a:pt x="535" y="1066"/>
                  </a:cubicBezTo>
                  <a:lnTo>
                    <a:pt x="1498" y="1066"/>
                  </a:lnTo>
                  <a:cubicBezTo>
                    <a:pt x="1543" y="1066"/>
                    <a:pt x="1587" y="1097"/>
                    <a:pt x="1605" y="1138"/>
                  </a:cubicBezTo>
                  <a:lnTo>
                    <a:pt x="2756" y="4390"/>
                  </a:lnTo>
                  <a:lnTo>
                    <a:pt x="3006" y="5092"/>
                  </a:lnTo>
                  <a:lnTo>
                    <a:pt x="3414" y="6247"/>
                  </a:lnTo>
                  <a:cubicBezTo>
                    <a:pt x="3753" y="7052"/>
                    <a:pt x="4545" y="7573"/>
                    <a:pt x="5419" y="7573"/>
                  </a:cubicBezTo>
                  <a:lnTo>
                    <a:pt x="12725" y="7573"/>
                  </a:lnTo>
                  <a:cubicBezTo>
                    <a:pt x="13019" y="7573"/>
                    <a:pt x="13259" y="7333"/>
                    <a:pt x="13259" y="7039"/>
                  </a:cubicBezTo>
                  <a:cubicBezTo>
                    <a:pt x="13259" y="6744"/>
                    <a:pt x="13019" y="6507"/>
                    <a:pt x="12725" y="6507"/>
                  </a:cubicBezTo>
                  <a:lnTo>
                    <a:pt x="5419" y="6507"/>
                  </a:lnTo>
                  <a:cubicBezTo>
                    <a:pt x="4970" y="6507"/>
                    <a:pt x="4569" y="6244"/>
                    <a:pt x="4394" y="5832"/>
                  </a:cubicBezTo>
                  <a:lnTo>
                    <a:pt x="2592" y="723"/>
                  </a:lnTo>
                  <a:cubicBezTo>
                    <a:pt x="2407" y="284"/>
                    <a:pt x="1975" y="0"/>
                    <a:pt x="149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5"/>
            <p:cNvSpPr/>
            <p:nvPr/>
          </p:nvSpPr>
          <p:spPr>
            <a:xfrm>
              <a:off x="2058523" y="2947448"/>
              <a:ext cx="251472" cy="27767"/>
            </a:xfrm>
            <a:custGeom>
              <a:rect b="b" l="l" r="r" t="t"/>
              <a:pathLst>
                <a:path extrusionOk="0" h="1060" w="9600">
                  <a:moveTo>
                    <a:pt x="9143" y="1"/>
                  </a:moveTo>
                  <a:cubicBezTo>
                    <a:pt x="9145" y="1"/>
                    <a:pt x="9146" y="1"/>
                    <a:pt x="9147" y="2"/>
                  </a:cubicBezTo>
                  <a:lnTo>
                    <a:pt x="9147" y="2"/>
                  </a:lnTo>
                  <a:cubicBezTo>
                    <a:pt x="9147" y="1"/>
                    <a:pt x="9147" y="1"/>
                    <a:pt x="9147" y="1"/>
                  </a:cubicBezTo>
                  <a:close/>
                  <a:moveTo>
                    <a:pt x="9147" y="2"/>
                  </a:moveTo>
                  <a:cubicBezTo>
                    <a:pt x="9212" y="334"/>
                    <a:pt x="8958" y="642"/>
                    <a:pt x="8623" y="642"/>
                  </a:cubicBezTo>
                  <a:lnTo>
                    <a:pt x="1317" y="642"/>
                  </a:lnTo>
                  <a:cubicBezTo>
                    <a:pt x="840" y="642"/>
                    <a:pt x="381" y="484"/>
                    <a:pt x="1" y="200"/>
                  </a:cubicBezTo>
                  <a:lnTo>
                    <a:pt x="1" y="200"/>
                  </a:lnTo>
                  <a:cubicBezTo>
                    <a:pt x="412" y="741"/>
                    <a:pt x="1053" y="1060"/>
                    <a:pt x="1735" y="1060"/>
                  </a:cubicBezTo>
                  <a:lnTo>
                    <a:pt x="9041" y="1060"/>
                  </a:lnTo>
                  <a:cubicBezTo>
                    <a:pt x="9315" y="1060"/>
                    <a:pt x="9544" y="851"/>
                    <a:pt x="9572" y="576"/>
                  </a:cubicBezTo>
                  <a:cubicBezTo>
                    <a:pt x="9599" y="304"/>
                    <a:pt x="9416" y="58"/>
                    <a:pt x="9147"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85"/>
            <p:cNvSpPr/>
            <p:nvPr/>
          </p:nvSpPr>
          <p:spPr>
            <a:xfrm>
              <a:off x="2030625" y="2956354"/>
              <a:ext cx="241387" cy="77747"/>
            </a:xfrm>
            <a:custGeom>
              <a:rect b="b" l="l" r="r" t="t"/>
              <a:pathLst>
                <a:path extrusionOk="0" h="2968" w="9215">
                  <a:moveTo>
                    <a:pt x="1182" y="0"/>
                  </a:moveTo>
                  <a:lnTo>
                    <a:pt x="644" y="778"/>
                  </a:lnTo>
                  <a:cubicBezTo>
                    <a:pt x="1" y="1702"/>
                    <a:pt x="663" y="2968"/>
                    <a:pt x="1784" y="2968"/>
                  </a:cubicBezTo>
                  <a:cubicBezTo>
                    <a:pt x="1786" y="2968"/>
                    <a:pt x="1787" y="2968"/>
                    <a:pt x="1789" y="2968"/>
                  </a:cubicBezTo>
                  <a:lnTo>
                    <a:pt x="8683" y="2968"/>
                  </a:lnTo>
                  <a:cubicBezTo>
                    <a:pt x="8978" y="2968"/>
                    <a:pt x="9215" y="2731"/>
                    <a:pt x="9215" y="2436"/>
                  </a:cubicBezTo>
                  <a:cubicBezTo>
                    <a:pt x="9215" y="2142"/>
                    <a:pt x="8978" y="1902"/>
                    <a:pt x="8683" y="1902"/>
                  </a:cubicBezTo>
                  <a:lnTo>
                    <a:pt x="1789" y="1902"/>
                  </a:lnTo>
                  <a:cubicBezTo>
                    <a:pt x="1525" y="1898"/>
                    <a:pt x="1371" y="1604"/>
                    <a:pt x="1521" y="1388"/>
                  </a:cubicBezTo>
                  <a:lnTo>
                    <a:pt x="2070" y="593"/>
                  </a:lnTo>
                  <a:cubicBezTo>
                    <a:pt x="1730" y="473"/>
                    <a:pt x="1426" y="267"/>
                    <a:pt x="1182"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85"/>
            <p:cNvSpPr/>
            <p:nvPr/>
          </p:nvSpPr>
          <p:spPr>
            <a:xfrm>
              <a:off x="2039584" y="2994939"/>
              <a:ext cx="232428" cy="39162"/>
            </a:xfrm>
            <a:custGeom>
              <a:rect b="b" l="l" r="r" t="t"/>
              <a:pathLst>
                <a:path extrusionOk="0" h="1495" w="8873">
                  <a:moveTo>
                    <a:pt x="55" y="1"/>
                  </a:moveTo>
                  <a:lnTo>
                    <a:pt x="55" y="1"/>
                  </a:lnTo>
                  <a:cubicBezTo>
                    <a:pt x="1" y="809"/>
                    <a:pt x="638" y="1495"/>
                    <a:pt x="1447" y="1495"/>
                  </a:cubicBezTo>
                  <a:lnTo>
                    <a:pt x="8341" y="1495"/>
                  </a:lnTo>
                  <a:cubicBezTo>
                    <a:pt x="8636" y="1495"/>
                    <a:pt x="8873" y="1255"/>
                    <a:pt x="8873" y="960"/>
                  </a:cubicBezTo>
                  <a:cubicBezTo>
                    <a:pt x="8873" y="946"/>
                    <a:pt x="8873" y="933"/>
                    <a:pt x="8873" y="915"/>
                  </a:cubicBezTo>
                  <a:lnTo>
                    <a:pt x="8873" y="895"/>
                  </a:lnTo>
                  <a:cubicBezTo>
                    <a:pt x="8873" y="888"/>
                    <a:pt x="8873" y="885"/>
                    <a:pt x="8869" y="878"/>
                  </a:cubicBezTo>
                  <a:cubicBezTo>
                    <a:pt x="8866" y="861"/>
                    <a:pt x="8862" y="844"/>
                    <a:pt x="8859" y="826"/>
                  </a:cubicBezTo>
                  <a:cubicBezTo>
                    <a:pt x="8715" y="946"/>
                    <a:pt x="8533" y="1018"/>
                    <a:pt x="8345" y="1032"/>
                  </a:cubicBezTo>
                  <a:lnTo>
                    <a:pt x="1447" y="1032"/>
                  </a:lnTo>
                  <a:cubicBezTo>
                    <a:pt x="929" y="1032"/>
                    <a:pt x="453" y="744"/>
                    <a:pt x="213" y="282"/>
                  </a:cubicBezTo>
                  <a:cubicBezTo>
                    <a:pt x="165" y="192"/>
                    <a:pt x="97" y="96"/>
                    <a:pt x="5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5"/>
            <p:cNvSpPr/>
            <p:nvPr/>
          </p:nvSpPr>
          <p:spPr>
            <a:xfrm>
              <a:off x="2052419" y="2956354"/>
              <a:ext cx="32429" cy="27662"/>
            </a:xfrm>
            <a:custGeom>
              <a:rect b="b" l="l" r="r" t="t"/>
              <a:pathLst>
                <a:path extrusionOk="0" h="1056" w="1238">
                  <a:moveTo>
                    <a:pt x="350" y="0"/>
                  </a:moveTo>
                  <a:lnTo>
                    <a:pt x="1" y="507"/>
                  </a:lnTo>
                  <a:cubicBezTo>
                    <a:pt x="254" y="761"/>
                    <a:pt x="570" y="949"/>
                    <a:pt x="916" y="1055"/>
                  </a:cubicBezTo>
                  <a:lnTo>
                    <a:pt x="1238" y="593"/>
                  </a:lnTo>
                  <a:cubicBezTo>
                    <a:pt x="898" y="473"/>
                    <a:pt x="594" y="267"/>
                    <a:pt x="350"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85"/>
            <p:cNvSpPr/>
            <p:nvPr/>
          </p:nvSpPr>
          <p:spPr>
            <a:xfrm>
              <a:off x="2077278" y="3046413"/>
              <a:ext cx="46444" cy="39843"/>
            </a:xfrm>
            <a:custGeom>
              <a:rect b="b" l="l" r="r" t="t"/>
              <a:pathLst>
                <a:path extrusionOk="0" h="1521" w="1773">
                  <a:moveTo>
                    <a:pt x="762" y="403"/>
                  </a:moveTo>
                  <a:cubicBezTo>
                    <a:pt x="1080" y="403"/>
                    <a:pt x="1238" y="787"/>
                    <a:pt x="1012" y="1013"/>
                  </a:cubicBezTo>
                  <a:cubicBezTo>
                    <a:pt x="940" y="1086"/>
                    <a:pt x="851" y="1119"/>
                    <a:pt x="763" y="1119"/>
                  </a:cubicBezTo>
                  <a:cubicBezTo>
                    <a:pt x="579" y="1119"/>
                    <a:pt x="402" y="976"/>
                    <a:pt x="402" y="760"/>
                  </a:cubicBezTo>
                  <a:cubicBezTo>
                    <a:pt x="402" y="561"/>
                    <a:pt x="563" y="403"/>
                    <a:pt x="762" y="403"/>
                  </a:cubicBezTo>
                  <a:close/>
                  <a:moveTo>
                    <a:pt x="765" y="0"/>
                  </a:moveTo>
                  <a:cubicBezTo>
                    <a:pt x="375" y="0"/>
                    <a:pt x="1" y="303"/>
                    <a:pt x="1" y="760"/>
                  </a:cubicBezTo>
                  <a:cubicBezTo>
                    <a:pt x="1" y="1181"/>
                    <a:pt x="340" y="1521"/>
                    <a:pt x="762" y="1521"/>
                  </a:cubicBezTo>
                  <a:cubicBezTo>
                    <a:pt x="1437" y="1521"/>
                    <a:pt x="1773" y="702"/>
                    <a:pt x="1296" y="225"/>
                  </a:cubicBezTo>
                  <a:cubicBezTo>
                    <a:pt x="1142" y="70"/>
                    <a:pt x="952" y="0"/>
                    <a:pt x="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85"/>
            <p:cNvSpPr/>
            <p:nvPr/>
          </p:nvSpPr>
          <p:spPr>
            <a:xfrm>
              <a:off x="2205293" y="3046413"/>
              <a:ext cx="46444" cy="39843"/>
            </a:xfrm>
            <a:custGeom>
              <a:rect b="b" l="l" r="r" t="t"/>
              <a:pathLst>
                <a:path extrusionOk="0" h="1521" w="1773">
                  <a:moveTo>
                    <a:pt x="758" y="403"/>
                  </a:moveTo>
                  <a:cubicBezTo>
                    <a:pt x="1077" y="403"/>
                    <a:pt x="1238" y="787"/>
                    <a:pt x="1011" y="1013"/>
                  </a:cubicBezTo>
                  <a:cubicBezTo>
                    <a:pt x="938" y="1086"/>
                    <a:pt x="849" y="1119"/>
                    <a:pt x="761" y="1119"/>
                  </a:cubicBezTo>
                  <a:cubicBezTo>
                    <a:pt x="577" y="1119"/>
                    <a:pt x="401" y="976"/>
                    <a:pt x="401" y="760"/>
                  </a:cubicBezTo>
                  <a:cubicBezTo>
                    <a:pt x="401" y="561"/>
                    <a:pt x="559" y="403"/>
                    <a:pt x="758" y="403"/>
                  </a:cubicBezTo>
                  <a:close/>
                  <a:moveTo>
                    <a:pt x="763" y="0"/>
                  </a:moveTo>
                  <a:cubicBezTo>
                    <a:pt x="373" y="0"/>
                    <a:pt x="1" y="303"/>
                    <a:pt x="1" y="760"/>
                  </a:cubicBezTo>
                  <a:cubicBezTo>
                    <a:pt x="1" y="1181"/>
                    <a:pt x="340" y="1521"/>
                    <a:pt x="758" y="1521"/>
                  </a:cubicBezTo>
                  <a:cubicBezTo>
                    <a:pt x="1433" y="1521"/>
                    <a:pt x="1772" y="702"/>
                    <a:pt x="1296" y="225"/>
                  </a:cubicBezTo>
                  <a:cubicBezTo>
                    <a:pt x="1140" y="70"/>
                    <a:pt x="950"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85"/>
            <p:cNvSpPr/>
            <p:nvPr/>
          </p:nvSpPr>
          <p:spPr>
            <a:xfrm>
              <a:off x="1956729" y="2771522"/>
              <a:ext cx="362224" cy="332336"/>
            </a:xfrm>
            <a:custGeom>
              <a:rect b="b" l="l" r="r" t="t"/>
              <a:pathLst>
                <a:path extrusionOk="0" h="12687" w="13828">
                  <a:moveTo>
                    <a:pt x="4737" y="2361"/>
                  </a:moveTo>
                  <a:lnTo>
                    <a:pt x="4737" y="3544"/>
                  </a:lnTo>
                  <a:lnTo>
                    <a:pt x="3931" y="3544"/>
                  </a:lnTo>
                  <a:lnTo>
                    <a:pt x="3513" y="2361"/>
                  </a:lnTo>
                  <a:close/>
                  <a:moveTo>
                    <a:pt x="6351" y="2361"/>
                  </a:moveTo>
                  <a:lnTo>
                    <a:pt x="6351" y="3544"/>
                  </a:lnTo>
                  <a:lnTo>
                    <a:pt x="5137" y="3544"/>
                  </a:lnTo>
                  <a:lnTo>
                    <a:pt x="5137" y="2361"/>
                  </a:lnTo>
                  <a:close/>
                  <a:moveTo>
                    <a:pt x="7968" y="2361"/>
                  </a:moveTo>
                  <a:lnTo>
                    <a:pt x="7968" y="3544"/>
                  </a:lnTo>
                  <a:lnTo>
                    <a:pt x="6751" y="3544"/>
                  </a:lnTo>
                  <a:lnTo>
                    <a:pt x="6751" y="2361"/>
                  </a:lnTo>
                  <a:close/>
                  <a:moveTo>
                    <a:pt x="9585" y="2361"/>
                  </a:moveTo>
                  <a:lnTo>
                    <a:pt x="9585" y="3544"/>
                  </a:lnTo>
                  <a:lnTo>
                    <a:pt x="8369" y="3544"/>
                  </a:lnTo>
                  <a:lnTo>
                    <a:pt x="8369" y="2361"/>
                  </a:lnTo>
                  <a:close/>
                  <a:moveTo>
                    <a:pt x="11199" y="2361"/>
                  </a:moveTo>
                  <a:lnTo>
                    <a:pt x="11199" y="3544"/>
                  </a:lnTo>
                  <a:lnTo>
                    <a:pt x="9983" y="3544"/>
                  </a:lnTo>
                  <a:lnTo>
                    <a:pt x="9983" y="2361"/>
                  </a:lnTo>
                  <a:close/>
                  <a:moveTo>
                    <a:pt x="12156" y="2361"/>
                  </a:moveTo>
                  <a:lnTo>
                    <a:pt x="11885" y="3544"/>
                  </a:lnTo>
                  <a:lnTo>
                    <a:pt x="11600" y="3544"/>
                  </a:lnTo>
                  <a:lnTo>
                    <a:pt x="11600" y="2361"/>
                  </a:lnTo>
                  <a:close/>
                  <a:moveTo>
                    <a:pt x="11792" y="3941"/>
                  </a:moveTo>
                  <a:lnTo>
                    <a:pt x="11600" y="4784"/>
                  </a:lnTo>
                  <a:lnTo>
                    <a:pt x="11600" y="3941"/>
                  </a:lnTo>
                  <a:close/>
                  <a:moveTo>
                    <a:pt x="4737" y="3941"/>
                  </a:moveTo>
                  <a:lnTo>
                    <a:pt x="4737" y="5158"/>
                  </a:lnTo>
                  <a:lnTo>
                    <a:pt x="4504" y="5158"/>
                  </a:lnTo>
                  <a:lnTo>
                    <a:pt x="4072" y="3941"/>
                  </a:lnTo>
                  <a:close/>
                  <a:moveTo>
                    <a:pt x="6351" y="3941"/>
                  </a:moveTo>
                  <a:lnTo>
                    <a:pt x="6351" y="5158"/>
                  </a:lnTo>
                  <a:lnTo>
                    <a:pt x="5134" y="5158"/>
                  </a:lnTo>
                  <a:lnTo>
                    <a:pt x="5134" y="3941"/>
                  </a:lnTo>
                  <a:close/>
                  <a:moveTo>
                    <a:pt x="7968" y="3941"/>
                  </a:moveTo>
                  <a:lnTo>
                    <a:pt x="7968" y="5158"/>
                  </a:lnTo>
                  <a:lnTo>
                    <a:pt x="6751" y="5158"/>
                  </a:lnTo>
                  <a:lnTo>
                    <a:pt x="6751" y="3941"/>
                  </a:lnTo>
                  <a:close/>
                  <a:moveTo>
                    <a:pt x="9585" y="3941"/>
                  </a:moveTo>
                  <a:lnTo>
                    <a:pt x="9585" y="5158"/>
                  </a:lnTo>
                  <a:lnTo>
                    <a:pt x="8369" y="5158"/>
                  </a:lnTo>
                  <a:lnTo>
                    <a:pt x="8369" y="3941"/>
                  </a:lnTo>
                  <a:close/>
                  <a:moveTo>
                    <a:pt x="11199" y="3941"/>
                  </a:moveTo>
                  <a:lnTo>
                    <a:pt x="11199" y="5158"/>
                  </a:lnTo>
                  <a:lnTo>
                    <a:pt x="9983" y="5158"/>
                  </a:lnTo>
                  <a:lnTo>
                    <a:pt x="9983" y="3941"/>
                  </a:lnTo>
                  <a:close/>
                  <a:moveTo>
                    <a:pt x="4737" y="5559"/>
                  </a:moveTo>
                  <a:lnTo>
                    <a:pt x="4737" y="5819"/>
                  </a:lnTo>
                  <a:lnTo>
                    <a:pt x="4644" y="5559"/>
                  </a:lnTo>
                  <a:close/>
                  <a:moveTo>
                    <a:pt x="7968" y="5559"/>
                  </a:moveTo>
                  <a:lnTo>
                    <a:pt x="7968" y="6508"/>
                  </a:lnTo>
                  <a:lnTo>
                    <a:pt x="6751" y="6508"/>
                  </a:lnTo>
                  <a:lnTo>
                    <a:pt x="6751" y="5559"/>
                  </a:lnTo>
                  <a:close/>
                  <a:moveTo>
                    <a:pt x="9585" y="5559"/>
                  </a:moveTo>
                  <a:lnTo>
                    <a:pt x="9585" y="6508"/>
                  </a:lnTo>
                  <a:lnTo>
                    <a:pt x="8369" y="6508"/>
                  </a:lnTo>
                  <a:lnTo>
                    <a:pt x="8369" y="5559"/>
                  </a:lnTo>
                  <a:close/>
                  <a:moveTo>
                    <a:pt x="11199" y="5559"/>
                  </a:moveTo>
                  <a:lnTo>
                    <a:pt x="11199" y="6508"/>
                  </a:lnTo>
                  <a:lnTo>
                    <a:pt x="9983" y="6508"/>
                  </a:lnTo>
                  <a:lnTo>
                    <a:pt x="9983" y="5559"/>
                  </a:lnTo>
                  <a:close/>
                  <a:moveTo>
                    <a:pt x="6351" y="5559"/>
                  </a:moveTo>
                  <a:lnTo>
                    <a:pt x="6351" y="6508"/>
                  </a:lnTo>
                  <a:cubicBezTo>
                    <a:pt x="6273" y="6504"/>
                    <a:pt x="6201" y="6503"/>
                    <a:pt x="6133" y="6503"/>
                  </a:cubicBezTo>
                  <a:cubicBezTo>
                    <a:pt x="5972" y="6503"/>
                    <a:pt x="5835" y="6510"/>
                    <a:pt x="5712" y="6510"/>
                  </a:cubicBezTo>
                  <a:cubicBezTo>
                    <a:pt x="5498" y="6510"/>
                    <a:pt x="5326" y="6488"/>
                    <a:pt x="5137" y="6367"/>
                  </a:cubicBezTo>
                  <a:lnTo>
                    <a:pt x="5137" y="5559"/>
                  </a:lnTo>
                  <a:close/>
                  <a:moveTo>
                    <a:pt x="5364" y="10222"/>
                  </a:moveTo>
                  <a:cubicBezTo>
                    <a:pt x="5929" y="10226"/>
                    <a:pt x="6388" y="10688"/>
                    <a:pt x="6392" y="11254"/>
                  </a:cubicBezTo>
                  <a:cubicBezTo>
                    <a:pt x="6392" y="11875"/>
                    <a:pt x="5883" y="12288"/>
                    <a:pt x="5352" y="12288"/>
                  </a:cubicBezTo>
                  <a:cubicBezTo>
                    <a:pt x="5099" y="12288"/>
                    <a:pt x="4841" y="12194"/>
                    <a:pt x="4630" y="11984"/>
                  </a:cubicBezTo>
                  <a:cubicBezTo>
                    <a:pt x="3983" y="11333"/>
                    <a:pt x="4442" y="10222"/>
                    <a:pt x="5364" y="10222"/>
                  </a:cubicBezTo>
                  <a:close/>
                  <a:moveTo>
                    <a:pt x="10247" y="10222"/>
                  </a:moveTo>
                  <a:cubicBezTo>
                    <a:pt x="10816" y="10226"/>
                    <a:pt x="11278" y="10685"/>
                    <a:pt x="11278" y="11254"/>
                  </a:cubicBezTo>
                  <a:cubicBezTo>
                    <a:pt x="11278" y="11875"/>
                    <a:pt x="10770" y="12288"/>
                    <a:pt x="10239" y="12288"/>
                  </a:cubicBezTo>
                  <a:cubicBezTo>
                    <a:pt x="9986" y="12288"/>
                    <a:pt x="9727" y="12194"/>
                    <a:pt x="9517" y="11984"/>
                  </a:cubicBezTo>
                  <a:cubicBezTo>
                    <a:pt x="8869" y="11333"/>
                    <a:pt x="9328" y="10222"/>
                    <a:pt x="10247" y="10222"/>
                  </a:cubicBezTo>
                  <a:close/>
                  <a:moveTo>
                    <a:pt x="1709" y="0"/>
                  </a:moveTo>
                  <a:cubicBezTo>
                    <a:pt x="1706" y="0"/>
                    <a:pt x="1703" y="0"/>
                    <a:pt x="1700" y="0"/>
                  </a:cubicBezTo>
                  <a:lnTo>
                    <a:pt x="737" y="0"/>
                  </a:lnTo>
                  <a:cubicBezTo>
                    <a:pt x="330" y="0"/>
                    <a:pt x="1" y="326"/>
                    <a:pt x="1" y="734"/>
                  </a:cubicBezTo>
                  <a:cubicBezTo>
                    <a:pt x="1" y="1138"/>
                    <a:pt x="330" y="1467"/>
                    <a:pt x="737" y="1467"/>
                  </a:cubicBezTo>
                  <a:lnTo>
                    <a:pt x="1639" y="1467"/>
                  </a:lnTo>
                  <a:lnTo>
                    <a:pt x="2770" y="4657"/>
                  </a:lnTo>
                  <a:cubicBezTo>
                    <a:pt x="2803" y="4751"/>
                    <a:pt x="2877" y="4791"/>
                    <a:pt x="2951" y="4791"/>
                  </a:cubicBezTo>
                  <a:cubicBezTo>
                    <a:pt x="3076" y="4791"/>
                    <a:pt x="3202" y="4680"/>
                    <a:pt x="3147" y="4524"/>
                  </a:cubicBezTo>
                  <a:cubicBezTo>
                    <a:pt x="2043" y="1402"/>
                    <a:pt x="1995" y="1268"/>
                    <a:pt x="1988" y="1258"/>
                  </a:cubicBezTo>
                  <a:cubicBezTo>
                    <a:pt x="1940" y="1141"/>
                    <a:pt x="1827" y="1066"/>
                    <a:pt x="1697" y="1066"/>
                  </a:cubicBezTo>
                  <a:lnTo>
                    <a:pt x="737" y="1066"/>
                  </a:lnTo>
                  <a:cubicBezTo>
                    <a:pt x="552" y="1066"/>
                    <a:pt x="402" y="915"/>
                    <a:pt x="402" y="734"/>
                  </a:cubicBezTo>
                  <a:cubicBezTo>
                    <a:pt x="402" y="549"/>
                    <a:pt x="552" y="398"/>
                    <a:pt x="737" y="398"/>
                  </a:cubicBezTo>
                  <a:lnTo>
                    <a:pt x="1700" y="398"/>
                  </a:lnTo>
                  <a:cubicBezTo>
                    <a:pt x="2091" y="398"/>
                    <a:pt x="2447" y="634"/>
                    <a:pt x="2602" y="994"/>
                  </a:cubicBezTo>
                  <a:lnTo>
                    <a:pt x="4408" y="6097"/>
                  </a:lnTo>
                  <a:cubicBezTo>
                    <a:pt x="4555" y="6515"/>
                    <a:pt x="5038" y="6909"/>
                    <a:pt x="5621" y="6909"/>
                  </a:cubicBezTo>
                  <a:lnTo>
                    <a:pt x="12927" y="6909"/>
                  </a:lnTo>
                  <a:cubicBezTo>
                    <a:pt x="13112" y="6909"/>
                    <a:pt x="13259" y="7056"/>
                    <a:pt x="13259" y="7241"/>
                  </a:cubicBezTo>
                  <a:cubicBezTo>
                    <a:pt x="13259" y="7426"/>
                    <a:pt x="13112" y="7573"/>
                    <a:pt x="12927" y="7573"/>
                  </a:cubicBezTo>
                  <a:lnTo>
                    <a:pt x="5621" y="7573"/>
                  </a:lnTo>
                  <a:cubicBezTo>
                    <a:pt x="5618" y="7573"/>
                    <a:pt x="5615" y="7573"/>
                    <a:pt x="5612" y="7573"/>
                  </a:cubicBezTo>
                  <a:cubicBezTo>
                    <a:pt x="4824" y="7573"/>
                    <a:pt x="4112" y="7101"/>
                    <a:pt x="3801" y="6374"/>
                  </a:cubicBezTo>
                  <a:lnTo>
                    <a:pt x="3397" y="5230"/>
                  </a:lnTo>
                  <a:cubicBezTo>
                    <a:pt x="3364" y="5131"/>
                    <a:pt x="3289" y="5090"/>
                    <a:pt x="3212" y="5090"/>
                  </a:cubicBezTo>
                  <a:cubicBezTo>
                    <a:pt x="3086" y="5090"/>
                    <a:pt x="2958" y="5203"/>
                    <a:pt x="3020" y="5363"/>
                  </a:cubicBezTo>
                  <a:cubicBezTo>
                    <a:pt x="3342" y="6192"/>
                    <a:pt x="3359" y="6566"/>
                    <a:pt x="3750" y="7070"/>
                  </a:cubicBezTo>
                  <a:lnTo>
                    <a:pt x="3297" y="7721"/>
                  </a:lnTo>
                  <a:cubicBezTo>
                    <a:pt x="2622" y="8701"/>
                    <a:pt x="3222" y="10044"/>
                    <a:pt x="4387" y="10209"/>
                  </a:cubicBezTo>
                  <a:cubicBezTo>
                    <a:pt x="3441" y="11089"/>
                    <a:pt x="4058" y="12686"/>
                    <a:pt x="5360" y="12686"/>
                  </a:cubicBezTo>
                  <a:cubicBezTo>
                    <a:pt x="6652" y="12686"/>
                    <a:pt x="7276" y="11110"/>
                    <a:pt x="6354" y="10222"/>
                  </a:cubicBezTo>
                  <a:lnTo>
                    <a:pt x="9256" y="10222"/>
                  </a:lnTo>
                  <a:cubicBezTo>
                    <a:pt x="8335" y="11110"/>
                    <a:pt x="8955" y="12686"/>
                    <a:pt x="10247" y="12686"/>
                  </a:cubicBezTo>
                  <a:cubicBezTo>
                    <a:pt x="11539" y="12686"/>
                    <a:pt x="12162" y="11110"/>
                    <a:pt x="11241" y="10222"/>
                  </a:cubicBezTo>
                  <a:lnTo>
                    <a:pt x="11504" y="10222"/>
                  </a:lnTo>
                  <a:cubicBezTo>
                    <a:pt x="11909" y="10222"/>
                    <a:pt x="12238" y="9897"/>
                    <a:pt x="12238" y="9489"/>
                  </a:cubicBezTo>
                  <a:cubicBezTo>
                    <a:pt x="12238" y="9085"/>
                    <a:pt x="11909" y="8756"/>
                    <a:pt x="11504" y="8756"/>
                  </a:cubicBezTo>
                  <a:lnTo>
                    <a:pt x="9671" y="8756"/>
                  </a:lnTo>
                  <a:cubicBezTo>
                    <a:pt x="9404" y="8756"/>
                    <a:pt x="9404" y="9157"/>
                    <a:pt x="9671" y="9157"/>
                  </a:cubicBezTo>
                  <a:lnTo>
                    <a:pt x="11504" y="9157"/>
                  </a:lnTo>
                  <a:cubicBezTo>
                    <a:pt x="11686" y="9157"/>
                    <a:pt x="11837" y="9307"/>
                    <a:pt x="11837" y="9489"/>
                  </a:cubicBezTo>
                  <a:cubicBezTo>
                    <a:pt x="11837" y="9674"/>
                    <a:pt x="11686" y="9825"/>
                    <a:pt x="11504" y="9825"/>
                  </a:cubicBezTo>
                  <a:lnTo>
                    <a:pt x="4610" y="9825"/>
                  </a:lnTo>
                  <a:cubicBezTo>
                    <a:pt x="3647" y="9825"/>
                    <a:pt x="3078" y="8739"/>
                    <a:pt x="3630" y="7947"/>
                  </a:cubicBezTo>
                  <a:lnTo>
                    <a:pt x="4031" y="7364"/>
                  </a:lnTo>
                  <a:cubicBezTo>
                    <a:pt x="4199" y="7515"/>
                    <a:pt x="4384" y="7639"/>
                    <a:pt x="4586" y="7738"/>
                  </a:cubicBezTo>
                  <a:lnTo>
                    <a:pt x="4175" y="8327"/>
                  </a:lnTo>
                  <a:cubicBezTo>
                    <a:pt x="3931" y="8677"/>
                    <a:pt x="4185" y="9157"/>
                    <a:pt x="4610" y="9157"/>
                  </a:cubicBezTo>
                  <a:lnTo>
                    <a:pt x="8924" y="9157"/>
                  </a:lnTo>
                  <a:cubicBezTo>
                    <a:pt x="9034" y="9157"/>
                    <a:pt x="9123" y="9068"/>
                    <a:pt x="9123" y="8958"/>
                  </a:cubicBezTo>
                  <a:cubicBezTo>
                    <a:pt x="9123" y="8848"/>
                    <a:pt x="9034" y="8756"/>
                    <a:pt x="8924" y="8756"/>
                  </a:cubicBezTo>
                  <a:lnTo>
                    <a:pt x="4610" y="8756"/>
                  </a:lnTo>
                  <a:cubicBezTo>
                    <a:pt x="4507" y="8756"/>
                    <a:pt x="4445" y="8639"/>
                    <a:pt x="4504" y="8554"/>
                  </a:cubicBezTo>
                  <a:lnTo>
                    <a:pt x="4970" y="7885"/>
                  </a:lnTo>
                  <a:cubicBezTo>
                    <a:pt x="5238" y="7962"/>
                    <a:pt x="5314" y="7979"/>
                    <a:pt x="6145" y="7979"/>
                  </a:cubicBezTo>
                  <a:cubicBezTo>
                    <a:pt x="6803" y="7979"/>
                    <a:pt x="7935" y="7968"/>
                    <a:pt x="10012" y="7968"/>
                  </a:cubicBezTo>
                  <a:cubicBezTo>
                    <a:pt x="10828" y="7968"/>
                    <a:pt x="11790" y="7970"/>
                    <a:pt x="12927" y="7974"/>
                  </a:cubicBezTo>
                  <a:cubicBezTo>
                    <a:pt x="13331" y="7974"/>
                    <a:pt x="13660" y="7645"/>
                    <a:pt x="13660" y="7241"/>
                  </a:cubicBezTo>
                  <a:cubicBezTo>
                    <a:pt x="13660" y="6837"/>
                    <a:pt x="13331" y="6508"/>
                    <a:pt x="12927" y="6508"/>
                  </a:cubicBezTo>
                  <a:lnTo>
                    <a:pt x="12707" y="6508"/>
                  </a:lnTo>
                  <a:lnTo>
                    <a:pt x="13650" y="2402"/>
                  </a:lnTo>
                  <a:cubicBezTo>
                    <a:pt x="13828" y="1631"/>
                    <a:pt x="13242" y="891"/>
                    <a:pt x="12447" y="891"/>
                  </a:cubicBezTo>
                  <a:lnTo>
                    <a:pt x="8540" y="891"/>
                  </a:lnTo>
                  <a:cubicBezTo>
                    <a:pt x="8273" y="891"/>
                    <a:pt x="8273" y="1292"/>
                    <a:pt x="8540" y="1292"/>
                  </a:cubicBezTo>
                  <a:lnTo>
                    <a:pt x="12447" y="1292"/>
                  </a:lnTo>
                  <a:cubicBezTo>
                    <a:pt x="12985" y="1292"/>
                    <a:pt x="13382" y="1792"/>
                    <a:pt x="13262" y="2313"/>
                  </a:cubicBezTo>
                  <a:lnTo>
                    <a:pt x="12296" y="6508"/>
                  </a:lnTo>
                  <a:lnTo>
                    <a:pt x="11611" y="6508"/>
                  </a:lnTo>
                  <a:lnTo>
                    <a:pt x="12601" y="2204"/>
                  </a:lnTo>
                  <a:cubicBezTo>
                    <a:pt x="12632" y="2080"/>
                    <a:pt x="12536" y="1960"/>
                    <a:pt x="12406" y="1960"/>
                  </a:cubicBezTo>
                  <a:lnTo>
                    <a:pt x="3369" y="1960"/>
                  </a:lnTo>
                  <a:lnTo>
                    <a:pt x="3136" y="1292"/>
                  </a:lnTo>
                  <a:lnTo>
                    <a:pt x="7793" y="1292"/>
                  </a:lnTo>
                  <a:cubicBezTo>
                    <a:pt x="7906" y="1292"/>
                    <a:pt x="7995" y="1203"/>
                    <a:pt x="7995" y="1093"/>
                  </a:cubicBezTo>
                  <a:cubicBezTo>
                    <a:pt x="7995" y="984"/>
                    <a:pt x="7906" y="891"/>
                    <a:pt x="7793" y="891"/>
                  </a:cubicBezTo>
                  <a:lnTo>
                    <a:pt x="2992" y="891"/>
                  </a:lnTo>
                  <a:cubicBezTo>
                    <a:pt x="2791" y="356"/>
                    <a:pt x="2281" y="0"/>
                    <a:pt x="1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3" name="Google Shape;12193;p85"/>
          <p:cNvGrpSpPr/>
          <p:nvPr/>
        </p:nvGrpSpPr>
        <p:grpSpPr>
          <a:xfrm>
            <a:off x="3050527" y="2745694"/>
            <a:ext cx="353502" cy="394156"/>
            <a:chOff x="3050527" y="2745694"/>
            <a:chExt cx="353502" cy="394156"/>
          </a:xfrm>
        </p:grpSpPr>
        <p:sp>
          <p:nvSpPr>
            <p:cNvPr id="12194" name="Google Shape;12194;p85"/>
            <p:cNvSpPr/>
            <p:nvPr/>
          </p:nvSpPr>
          <p:spPr>
            <a:xfrm>
              <a:off x="3057155" y="2853041"/>
              <a:ext cx="319500" cy="280077"/>
            </a:xfrm>
            <a:custGeom>
              <a:rect b="b" l="l" r="r" t="t"/>
              <a:pathLst>
                <a:path extrusionOk="0" h="10692" w="12197">
                  <a:moveTo>
                    <a:pt x="8593" y="1"/>
                  </a:moveTo>
                  <a:cubicBezTo>
                    <a:pt x="8138" y="1"/>
                    <a:pt x="7677" y="85"/>
                    <a:pt x="7276" y="188"/>
                  </a:cubicBezTo>
                  <a:cubicBezTo>
                    <a:pt x="7146" y="223"/>
                    <a:pt x="7015" y="253"/>
                    <a:pt x="6885" y="274"/>
                  </a:cubicBezTo>
                  <a:cubicBezTo>
                    <a:pt x="6626" y="319"/>
                    <a:pt x="6363" y="341"/>
                    <a:pt x="6101" y="341"/>
                  </a:cubicBezTo>
                  <a:cubicBezTo>
                    <a:pt x="5703" y="341"/>
                    <a:pt x="5305" y="290"/>
                    <a:pt x="4918" y="188"/>
                  </a:cubicBezTo>
                  <a:cubicBezTo>
                    <a:pt x="4519" y="85"/>
                    <a:pt x="4058" y="2"/>
                    <a:pt x="3603" y="2"/>
                  </a:cubicBezTo>
                  <a:cubicBezTo>
                    <a:pt x="3350" y="2"/>
                    <a:pt x="3099" y="28"/>
                    <a:pt x="2862" y="89"/>
                  </a:cubicBezTo>
                  <a:cubicBezTo>
                    <a:pt x="1478" y="449"/>
                    <a:pt x="1" y="1936"/>
                    <a:pt x="1" y="4403"/>
                  </a:cubicBezTo>
                  <a:cubicBezTo>
                    <a:pt x="1" y="6072"/>
                    <a:pt x="1067" y="8368"/>
                    <a:pt x="2369" y="9674"/>
                  </a:cubicBezTo>
                  <a:cubicBezTo>
                    <a:pt x="2989" y="10297"/>
                    <a:pt x="3664" y="10691"/>
                    <a:pt x="4301" y="10691"/>
                  </a:cubicBezTo>
                  <a:cubicBezTo>
                    <a:pt x="4675" y="10691"/>
                    <a:pt x="5045" y="10637"/>
                    <a:pt x="5405" y="10530"/>
                  </a:cubicBezTo>
                  <a:cubicBezTo>
                    <a:pt x="5631" y="10462"/>
                    <a:pt x="5865" y="10428"/>
                    <a:pt x="6099" y="10428"/>
                  </a:cubicBezTo>
                  <a:cubicBezTo>
                    <a:pt x="6333" y="10428"/>
                    <a:pt x="6567" y="10462"/>
                    <a:pt x="6793" y="10530"/>
                  </a:cubicBezTo>
                  <a:cubicBezTo>
                    <a:pt x="7152" y="10637"/>
                    <a:pt x="7523" y="10691"/>
                    <a:pt x="7896" y="10691"/>
                  </a:cubicBezTo>
                  <a:cubicBezTo>
                    <a:pt x="8506" y="10691"/>
                    <a:pt x="9147" y="10332"/>
                    <a:pt x="9743" y="9759"/>
                  </a:cubicBezTo>
                  <a:cubicBezTo>
                    <a:pt x="11086" y="8471"/>
                    <a:pt x="12197" y="6110"/>
                    <a:pt x="12197" y="4403"/>
                  </a:cubicBezTo>
                  <a:cubicBezTo>
                    <a:pt x="12197" y="1936"/>
                    <a:pt x="10720" y="449"/>
                    <a:pt x="9332" y="89"/>
                  </a:cubicBezTo>
                  <a:cubicBezTo>
                    <a:pt x="9095" y="27"/>
                    <a:pt x="8845" y="1"/>
                    <a:pt x="859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85"/>
            <p:cNvSpPr/>
            <p:nvPr/>
          </p:nvSpPr>
          <p:spPr>
            <a:xfrm>
              <a:off x="3057259" y="2853015"/>
              <a:ext cx="255218" cy="280103"/>
            </a:xfrm>
            <a:custGeom>
              <a:rect b="b" l="l" r="r" t="t"/>
              <a:pathLst>
                <a:path extrusionOk="0" h="10693" w="9743">
                  <a:moveTo>
                    <a:pt x="3592" y="1"/>
                  </a:moveTo>
                  <a:cubicBezTo>
                    <a:pt x="3342" y="1"/>
                    <a:pt x="3095" y="26"/>
                    <a:pt x="2862" y="86"/>
                  </a:cubicBezTo>
                  <a:cubicBezTo>
                    <a:pt x="1474" y="446"/>
                    <a:pt x="0" y="1937"/>
                    <a:pt x="0" y="4401"/>
                  </a:cubicBezTo>
                  <a:cubicBezTo>
                    <a:pt x="0" y="6868"/>
                    <a:pt x="2313" y="10692"/>
                    <a:pt x="4301" y="10692"/>
                  </a:cubicBezTo>
                  <a:cubicBezTo>
                    <a:pt x="4674" y="10692"/>
                    <a:pt x="5044" y="10638"/>
                    <a:pt x="5401" y="10531"/>
                  </a:cubicBezTo>
                  <a:cubicBezTo>
                    <a:pt x="5627" y="10463"/>
                    <a:pt x="5862" y="10429"/>
                    <a:pt x="6096" y="10429"/>
                  </a:cubicBezTo>
                  <a:cubicBezTo>
                    <a:pt x="6331" y="10429"/>
                    <a:pt x="6566" y="10463"/>
                    <a:pt x="6792" y="10531"/>
                  </a:cubicBezTo>
                  <a:cubicBezTo>
                    <a:pt x="7148" y="10638"/>
                    <a:pt x="7519" y="10692"/>
                    <a:pt x="7892" y="10692"/>
                  </a:cubicBezTo>
                  <a:cubicBezTo>
                    <a:pt x="8506" y="10692"/>
                    <a:pt x="9146" y="10333"/>
                    <a:pt x="9743" y="9760"/>
                  </a:cubicBezTo>
                  <a:lnTo>
                    <a:pt x="9739" y="9760"/>
                  </a:lnTo>
                  <a:cubicBezTo>
                    <a:pt x="8995" y="9892"/>
                    <a:pt x="8328" y="9947"/>
                    <a:pt x="7732" y="9947"/>
                  </a:cubicBezTo>
                  <a:cubicBezTo>
                    <a:pt x="7009" y="9947"/>
                    <a:pt x="6391" y="9866"/>
                    <a:pt x="5867" y="9740"/>
                  </a:cubicBezTo>
                  <a:cubicBezTo>
                    <a:pt x="4304" y="9356"/>
                    <a:pt x="3143" y="8047"/>
                    <a:pt x="2951" y="6450"/>
                  </a:cubicBezTo>
                  <a:cubicBezTo>
                    <a:pt x="2464" y="2454"/>
                    <a:pt x="5075" y="1293"/>
                    <a:pt x="5075" y="1293"/>
                  </a:cubicBezTo>
                  <a:cubicBezTo>
                    <a:pt x="5445" y="1460"/>
                    <a:pt x="5836" y="1503"/>
                    <a:pt x="6142" y="1503"/>
                  </a:cubicBezTo>
                  <a:cubicBezTo>
                    <a:pt x="6470" y="1503"/>
                    <a:pt x="6700" y="1454"/>
                    <a:pt x="6700" y="1454"/>
                  </a:cubicBezTo>
                  <a:cubicBezTo>
                    <a:pt x="6151" y="905"/>
                    <a:pt x="6881" y="275"/>
                    <a:pt x="6881" y="275"/>
                  </a:cubicBezTo>
                  <a:lnTo>
                    <a:pt x="6881" y="275"/>
                  </a:lnTo>
                  <a:cubicBezTo>
                    <a:pt x="6622" y="319"/>
                    <a:pt x="6360" y="341"/>
                    <a:pt x="6097" y="341"/>
                  </a:cubicBezTo>
                  <a:cubicBezTo>
                    <a:pt x="5700" y="341"/>
                    <a:pt x="5303" y="290"/>
                    <a:pt x="4918" y="189"/>
                  </a:cubicBezTo>
                  <a:cubicBezTo>
                    <a:pt x="4514" y="85"/>
                    <a:pt x="4049" y="1"/>
                    <a:pt x="3592" y="1"/>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85"/>
            <p:cNvSpPr/>
            <p:nvPr/>
          </p:nvSpPr>
          <p:spPr>
            <a:xfrm>
              <a:off x="3236774" y="2752426"/>
              <a:ext cx="160261" cy="88618"/>
            </a:xfrm>
            <a:custGeom>
              <a:rect b="b" l="l" r="r" t="t"/>
              <a:pathLst>
                <a:path extrusionOk="0" h="3383" w="6118">
                  <a:moveTo>
                    <a:pt x="2902" y="1"/>
                  </a:moveTo>
                  <a:cubicBezTo>
                    <a:pt x="2769" y="1"/>
                    <a:pt x="2631" y="6"/>
                    <a:pt x="2489" y="16"/>
                  </a:cubicBezTo>
                  <a:cubicBezTo>
                    <a:pt x="714" y="150"/>
                    <a:pt x="25" y="2210"/>
                    <a:pt x="1" y="2275"/>
                  </a:cubicBezTo>
                  <a:cubicBezTo>
                    <a:pt x="28" y="2261"/>
                    <a:pt x="52" y="2251"/>
                    <a:pt x="83" y="2244"/>
                  </a:cubicBezTo>
                  <a:cubicBezTo>
                    <a:pt x="107" y="2239"/>
                    <a:pt x="132" y="2236"/>
                    <a:pt x="159" y="2236"/>
                  </a:cubicBezTo>
                  <a:cubicBezTo>
                    <a:pt x="721" y="2236"/>
                    <a:pt x="1851" y="3382"/>
                    <a:pt x="3176" y="3382"/>
                  </a:cubicBezTo>
                  <a:cubicBezTo>
                    <a:pt x="3435" y="3382"/>
                    <a:pt x="3702" y="3339"/>
                    <a:pt x="3972" y="3234"/>
                  </a:cubicBezTo>
                  <a:cubicBezTo>
                    <a:pt x="5775" y="2539"/>
                    <a:pt x="6118" y="154"/>
                    <a:pt x="6118" y="154"/>
                  </a:cubicBezTo>
                  <a:lnTo>
                    <a:pt x="6118" y="154"/>
                  </a:lnTo>
                  <a:cubicBezTo>
                    <a:pt x="5902" y="294"/>
                    <a:pt x="5678" y="344"/>
                    <a:pt x="5433" y="344"/>
                  </a:cubicBezTo>
                  <a:cubicBezTo>
                    <a:pt x="4796" y="344"/>
                    <a:pt x="4019" y="1"/>
                    <a:pt x="2902"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85"/>
            <p:cNvSpPr/>
            <p:nvPr/>
          </p:nvSpPr>
          <p:spPr>
            <a:xfrm>
              <a:off x="3236879" y="2752426"/>
              <a:ext cx="160156" cy="59594"/>
            </a:xfrm>
            <a:custGeom>
              <a:rect b="b" l="l" r="r" t="t"/>
              <a:pathLst>
                <a:path extrusionOk="0" h="2275" w="6114">
                  <a:moveTo>
                    <a:pt x="2900" y="1"/>
                  </a:moveTo>
                  <a:cubicBezTo>
                    <a:pt x="2768" y="1"/>
                    <a:pt x="2630" y="6"/>
                    <a:pt x="2488" y="16"/>
                  </a:cubicBezTo>
                  <a:cubicBezTo>
                    <a:pt x="710" y="150"/>
                    <a:pt x="21" y="2210"/>
                    <a:pt x="0" y="2275"/>
                  </a:cubicBezTo>
                  <a:lnTo>
                    <a:pt x="79" y="2244"/>
                  </a:lnTo>
                  <a:cubicBezTo>
                    <a:pt x="459" y="2097"/>
                    <a:pt x="2125" y="1487"/>
                    <a:pt x="3478" y="1487"/>
                  </a:cubicBezTo>
                  <a:cubicBezTo>
                    <a:pt x="5020" y="1487"/>
                    <a:pt x="6113" y="154"/>
                    <a:pt x="6114" y="154"/>
                  </a:cubicBezTo>
                  <a:lnTo>
                    <a:pt x="6114" y="154"/>
                  </a:lnTo>
                  <a:cubicBezTo>
                    <a:pt x="5898" y="294"/>
                    <a:pt x="5674" y="344"/>
                    <a:pt x="5429" y="344"/>
                  </a:cubicBezTo>
                  <a:cubicBezTo>
                    <a:pt x="4792" y="344"/>
                    <a:pt x="4016" y="1"/>
                    <a:pt x="2900"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85"/>
            <p:cNvSpPr/>
            <p:nvPr/>
          </p:nvSpPr>
          <p:spPr>
            <a:xfrm>
              <a:off x="3302314" y="2908706"/>
              <a:ext cx="45186" cy="64335"/>
            </a:xfrm>
            <a:custGeom>
              <a:rect b="b" l="l" r="r" t="t"/>
              <a:pathLst>
                <a:path extrusionOk="0" h="2456" w="1725">
                  <a:moveTo>
                    <a:pt x="794" y="0"/>
                  </a:moveTo>
                  <a:cubicBezTo>
                    <a:pt x="776" y="0"/>
                    <a:pt x="758" y="1"/>
                    <a:pt x="741" y="3"/>
                  </a:cubicBezTo>
                  <a:cubicBezTo>
                    <a:pt x="302" y="44"/>
                    <a:pt x="0" y="630"/>
                    <a:pt x="69" y="1308"/>
                  </a:cubicBezTo>
                  <a:cubicBezTo>
                    <a:pt x="131" y="1956"/>
                    <a:pt x="512" y="2456"/>
                    <a:pt x="931" y="2456"/>
                  </a:cubicBezTo>
                  <a:cubicBezTo>
                    <a:pt x="948" y="2456"/>
                    <a:pt x="966" y="2455"/>
                    <a:pt x="984" y="2453"/>
                  </a:cubicBezTo>
                  <a:cubicBezTo>
                    <a:pt x="1422" y="2412"/>
                    <a:pt x="1724" y="1826"/>
                    <a:pt x="1655" y="1151"/>
                  </a:cubicBezTo>
                  <a:cubicBezTo>
                    <a:pt x="1590" y="500"/>
                    <a:pt x="1212" y="0"/>
                    <a:pt x="794"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85"/>
            <p:cNvSpPr/>
            <p:nvPr/>
          </p:nvSpPr>
          <p:spPr>
            <a:xfrm>
              <a:off x="3050527" y="2846283"/>
              <a:ext cx="332860" cy="293567"/>
            </a:xfrm>
            <a:custGeom>
              <a:rect b="b" l="l" r="r" t="t"/>
              <a:pathLst>
                <a:path extrusionOk="0" h="11207" w="12707">
                  <a:moveTo>
                    <a:pt x="3855" y="0"/>
                  </a:moveTo>
                  <a:cubicBezTo>
                    <a:pt x="3565" y="0"/>
                    <a:pt x="3298" y="32"/>
                    <a:pt x="3053" y="97"/>
                  </a:cubicBezTo>
                  <a:cubicBezTo>
                    <a:pt x="2255" y="302"/>
                    <a:pt x="1511" y="823"/>
                    <a:pt x="960" y="1560"/>
                  </a:cubicBezTo>
                  <a:cubicBezTo>
                    <a:pt x="333" y="2400"/>
                    <a:pt x="0" y="3472"/>
                    <a:pt x="0" y="4658"/>
                  </a:cubicBezTo>
                  <a:cubicBezTo>
                    <a:pt x="0" y="5891"/>
                    <a:pt x="555" y="7505"/>
                    <a:pt x="1446" y="8869"/>
                  </a:cubicBezTo>
                  <a:cubicBezTo>
                    <a:pt x="2416" y="10353"/>
                    <a:pt x="3550" y="11206"/>
                    <a:pt x="4558" y="11206"/>
                  </a:cubicBezTo>
                  <a:cubicBezTo>
                    <a:pt x="4955" y="11206"/>
                    <a:pt x="5349" y="11148"/>
                    <a:pt x="5733" y="11035"/>
                  </a:cubicBezTo>
                  <a:cubicBezTo>
                    <a:pt x="5935" y="10973"/>
                    <a:pt x="6144" y="10943"/>
                    <a:pt x="6353" y="10943"/>
                  </a:cubicBezTo>
                  <a:cubicBezTo>
                    <a:pt x="6562" y="10943"/>
                    <a:pt x="6772" y="10973"/>
                    <a:pt x="6974" y="11035"/>
                  </a:cubicBezTo>
                  <a:cubicBezTo>
                    <a:pt x="7358" y="11148"/>
                    <a:pt x="7752" y="11206"/>
                    <a:pt x="8153" y="11206"/>
                  </a:cubicBezTo>
                  <a:cubicBezTo>
                    <a:pt x="9157" y="11206"/>
                    <a:pt x="10291" y="10353"/>
                    <a:pt x="11261" y="8869"/>
                  </a:cubicBezTo>
                  <a:cubicBezTo>
                    <a:pt x="12155" y="7505"/>
                    <a:pt x="12707" y="5891"/>
                    <a:pt x="12707" y="4658"/>
                  </a:cubicBezTo>
                  <a:cubicBezTo>
                    <a:pt x="12707" y="3774"/>
                    <a:pt x="12529" y="2965"/>
                    <a:pt x="12172" y="2252"/>
                  </a:cubicBezTo>
                  <a:cubicBezTo>
                    <a:pt x="12127" y="2161"/>
                    <a:pt x="12037" y="2110"/>
                    <a:pt x="11944" y="2110"/>
                  </a:cubicBezTo>
                  <a:cubicBezTo>
                    <a:pt x="11905" y="2110"/>
                    <a:pt x="11864" y="2120"/>
                    <a:pt x="11826" y="2139"/>
                  </a:cubicBezTo>
                  <a:cubicBezTo>
                    <a:pt x="11699" y="2201"/>
                    <a:pt x="11648" y="2355"/>
                    <a:pt x="11710" y="2482"/>
                  </a:cubicBezTo>
                  <a:cubicBezTo>
                    <a:pt x="12028" y="3123"/>
                    <a:pt x="12193" y="3856"/>
                    <a:pt x="12193" y="4658"/>
                  </a:cubicBezTo>
                  <a:cubicBezTo>
                    <a:pt x="12193" y="5795"/>
                    <a:pt x="11668" y="7303"/>
                    <a:pt x="10829" y="8588"/>
                  </a:cubicBezTo>
                  <a:cubicBezTo>
                    <a:pt x="9965" y="9908"/>
                    <a:pt x="8965" y="10692"/>
                    <a:pt x="8149" y="10692"/>
                  </a:cubicBezTo>
                  <a:cubicBezTo>
                    <a:pt x="7800" y="10692"/>
                    <a:pt x="7453" y="10641"/>
                    <a:pt x="7121" y="10542"/>
                  </a:cubicBezTo>
                  <a:cubicBezTo>
                    <a:pt x="6871" y="10466"/>
                    <a:pt x="6611" y="10429"/>
                    <a:pt x="6352" y="10429"/>
                  </a:cubicBezTo>
                  <a:cubicBezTo>
                    <a:pt x="6092" y="10429"/>
                    <a:pt x="5833" y="10466"/>
                    <a:pt x="5582" y="10542"/>
                  </a:cubicBezTo>
                  <a:cubicBezTo>
                    <a:pt x="5250" y="10641"/>
                    <a:pt x="4904" y="10692"/>
                    <a:pt x="4554" y="10692"/>
                  </a:cubicBezTo>
                  <a:cubicBezTo>
                    <a:pt x="3739" y="10692"/>
                    <a:pt x="2735" y="9908"/>
                    <a:pt x="1875" y="8588"/>
                  </a:cubicBezTo>
                  <a:cubicBezTo>
                    <a:pt x="1035" y="7303"/>
                    <a:pt x="511" y="5795"/>
                    <a:pt x="511" y="4658"/>
                  </a:cubicBezTo>
                  <a:cubicBezTo>
                    <a:pt x="511" y="3585"/>
                    <a:pt x="809" y="2619"/>
                    <a:pt x="1371" y="1865"/>
                  </a:cubicBezTo>
                  <a:cubicBezTo>
                    <a:pt x="1844" y="1234"/>
                    <a:pt x="2505" y="768"/>
                    <a:pt x="3180" y="594"/>
                  </a:cubicBezTo>
                  <a:cubicBezTo>
                    <a:pt x="3382" y="542"/>
                    <a:pt x="3608" y="516"/>
                    <a:pt x="3856" y="516"/>
                  </a:cubicBezTo>
                  <a:cubicBezTo>
                    <a:pt x="4231" y="516"/>
                    <a:pt x="4653" y="575"/>
                    <a:pt x="5110" y="693"/>
                  </a:cubicBezTo>
                  <a:cubicBezTo>
                    <a:pt x="5192" y="717"/>
                    <a:pt x="5274" y="738"/>
                    <a:pt x="5360" y="751"/>
                  </a:cubicBezTo>
                  <a:cubicBezTo>
                    <a:pt x="5375" y="754"/>
                    <a:pt x="5390" y="755"/>
                    <a:pt x="5404" y="755"/>
                  </a:cubicBezTo>
                  <a:cubicBezTo>
                    <a:pt x="5524" y="755"/>
                    <a:pt x="5630" y="671"/>
                    <a:pt x="5654" y="552"/>
                  </a:cubicBezTo>
                  <a:cubicBezTo>
                    <a:pt x="5682" y="415"/>
                    <a:pt x="5596" y="282"/>
                    <a:pt x="5462" y="251"/>
                  </a:cubicBezTo>
                  <a:cubicBezTo>
                    <a:pt x="5387" y="234"/>
                    <a:pt x="5312" y="217"/>
                    <a:pt x="5236" y="196"/>
                  </a:cubicBezTo>
                  <a:cubicBezTo>
                    <a:pt x="4734" y="67"/>
                    <a:pt x="4272" y="0"/>
                    <a:pt x="385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5"/>
            <p:cNvSpPr/>
            <p:nvPr/>
          </p:nvSpPr>
          <p:spPr>
            <a:xfrm>
              <a:off x="3224855" y="2846335"/>
              <a:ext cx="132966" cy="48356"/>
            </a:xfrm>
            <a:custGeom>
              <a:rect b="b" l="l" r="r" t="t"/>
              <a:pathLst>
                <a:path extrusionOk="0" h="1846" w="5076">
                  <a:moveTo>
                    <a:pt x="2195" y="0"/>
                  </a:moveTo>
                  <a:cubicBezTo>
                    <a:pt x="1777" y="0"/>
                    <a:pt x="1314" y="66"/>
                    <a:pt x="812" y="198"/>
                  </a:cubicBezTo>
                  <a:cubicBezTo>
                    <a:pt x="627" y="246"/>
                    <a:pt x="439" y="280"/>
                    <a:pt x="250" y="304"/>
                  </a:cubicBezTo>
                  <a:cubicBezTo>
                    <a:pt x="103" y="317"/>
                    <a:pt x="0" y="448"/>
                    <a:pt x="17" y="592"/>
                  </a:cubicBezTo>
                  <a:cubicBezTo>
                    <a:pt x="33" y="721"/>
                    <a:pt x="143" y="818"/>
                    <a:pt x="270" y="818"/>
                  </a:cubicBezTo>
                  <a:cubicBezTo>
                    <a:pt x="284" y="818"/>
                    <a:pt x="298" y="817"/>
                    <a:pt x="312" y="814"/>
                  </a:cubicBezTo>
                  <a:cubicBezTo>
                    <a:pt x="524" y="787"/>
                    <a:pt x="733" y="749"/>
                    <a:pt x="942" y="694"/>
                  </a:cubicBezTo>
                  <a:cubicBezTo>
                    <a:pt x="1398" y="576"/>
                    <a:pt x="1821" y="516"/>
                    <a:pt x="2197" y="516"/>
                  </a:cubicBezTo>
                  <a:cubicBezTo>
                    <a:pt x="2443" y="516"/>
                    <a:pt x="2669" y="542"/>
                    <a:pt x="2868" y="595"/>
                  </a:cubicBezTo>
                  <a:cubicBezTo>
                    <a:pt x="3506" y="760"/>
                    <a:pt x="4112" y="1164"/>
                    <a:pt x="4582" y="1740"/>
                  </a:cubicBezTo>
                  <a:cubicBezTo>
                    <a:pt x="4631" y="1809"/>
                    <a:pt x="4709" y="1845"/>
                    <a:pt x="4787" y="1845"/>
                  </a:cubicBezTo>
                  <a:cubicBezTo>
                    <a:pt x="4844" y="1845"/>
                    <a:pt x="4901" y="1826"/>
                    <a:pt x="4948" y="1788"/>
                  </a:cubicBezTo>
                  <a:cubicBezTo>
                    <a:pt x="5065" y="1695"/>
                    <a:pt x="5075" y="1527"/>
                    <a:pt x="4979" y="1417"/>
                  </a:cubicBezTo>
                  <a:cubicBezTo>
                    <a:pt x="4441" y="756"/>
                    <a:pt x="3739" y="287"/>
                    <a:pt x="2998" y="95"/>
                  </a:cubicBezTo>
                  <a:cubicBezTo>
                    <a:pt x="2753" y="32"/>
                    <a:pt x="2485" y="0"/>
                    <a:pt x="219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85"/>
            <p:cNvSpPr/>
            <p:nvPr/>
          </p:nvSpPr>
          <p:spPr>
            <a:xfrm>
              <a:off x="3176630" y="2745694"/>
              <a:ext cx="227399" cy="153843"/>
            </a:xfrm>
            <a:custGeom>
              <a:rect b="b" l="l" r="r" t="t"/>
              <a:pathLst>
                <a:path extrusionOk="0" h="5873" w="8681">
                  <a:moveTo>
                    <a:pt x="5211" y="0"/>
                  </a:moveTo>
                  <a:cubicBezTo>
                    <a:pt x="5062" y="0"/>
                    <a:pt x="4913" y="6"/>
                    <a:pt x="4764" y="16"/>
                  </a:cubicBezTo>
                  <a:cubicBezTo>
                    <a:pt x="3952" y="78"/>
                    <a:pt x="3222" y="524"/>
                    <a:pt x="2657" y="1302"/>
                  </a:cubicBezTo>
                  <a:cubicBezTo>
                    <a:pt x="2410" y="1644"/>
                    <a:pt x="2211" y="2018"/>
                    <a:pt x="2064" y="2415"/>
                  </a:cubicBezTo>
                  <a:lnTo>
                    <a:pt x="1389" y="3443"/>
                  </a:lnTo>
                  <a:cubicBezTo>
                    <a:pt x="1282" y="3111"/>
                    <a:pt x="1149" y="2789"/>
                    <a:pt x="995" y="2480"/>
                  </a:cubicBezTo>
                  <a:cubicBezTo>
                    <a:pt x="940" y="2388"/>
                    <a:pt x="859" y="2350"/>
                    <a:pt x="778" y="2350"/>
                  </a:cubicBezTo>
                  <a:cubicBezTo>
                    <a:pt x="609" y="2350"/>
                    <a:pt x="444" y="2519"/>
                    <a:pt x="539" y="2720"/>
                  </a:cubicBezTo>
                  <a:cubicBezTo>
                    <a:pt x="936" y="3543"/>
                    <a:pt x="1180" y="4434"/>
                    <a:pt x="1258" y="5345"/>
                  </a:cubicBezTo>
                  <a:cubicBezTo>
                    <a:pt x="1080" y="5328"/>
                    <a:pt x="906" y="5283"/>
                    <a:pt x="741" y="5215"/>
                  </a:cubicBezTo>
                  <a:cubicBezTo>
                    <a:pt x="570" y="5136"/>
                    <a:pt x="515" y="5057"/>
                    <a:pt x="515" y="5040"/>
                  </a:cubicBezTo>
                  <a:cubicBezTo>
                    <a:pt x="515" y="4896"/>
                    <a:pt x="402" y="4783"/>
                    <a:pt x="258" y="4783"/>
                  </a:cubicBezTo>
                  <a:cubicBezTo>
                    <a:pt x="117" y="4783"/>
                    <a:pt x="1" y="4896"/>
                    <a:pt x="1" y="5040"/>
                  </a:cubicBezTo>
                  <a:cubicBezTo>
                    <a:pt x="1" y="5191"/>
                    <a:pt x="69" y="5475"/>
                    <a:pt x="529" y="5681"/>
                  </a:cubicBezTo>
                  <a:cubicBezTo>
                    <a:pt x="799" y="5804"/>
                    <a:pt x="1159" y="5873"/>
                    <a:pt x="1536" y="5873"/>
                  </a:cubicBezTo>
                  <a:cubicBezTo>
                    <a:pt x="1913" y="5873"/>
                    <a:pt x="2269" y="5804"/>
                    <a:pt x="2544" y="5681"/>
                  </a:cubicBezTo>
                  <a:cubicBezTo>
                    <a:pt x="3003" y="5475"/>
                    <a:pt x="3068" y="5191"/>
                    <a:pt x="3068" y="5040"/>
                  </a:cubicBezTo>
                  <a:cubicBezTo>
                    <a:pt x="3068" y="4896"/>
                    <a:pt x="2955" y="4783"/>
                    <a:pt x="2811" y="4783"/>
                  </a:cubicBezTo>
                  <a:cubicBezTo>
                    <a:pt x="2670" y="4783"/>
                    <a:pt x="2554" y="4896"/>
                    <a:pt x="2554" y="5040"/>
                  </a:cubicBezTo>
                  <a:cubicBezTo>
                    <a:pt x="2554" y="5057"/>
                    <a:pt x="2502" y="5136"/>
                    <a:pt x="2331" y="5215"/>
                  </a:cubicBezTo>
                  <a:cubicBezTo>
                    <a:pt x="2153" y="5290"/>
                    <a:pt x="1964" y="5335"/>
                    <a:pt x="1772" y="5349"/>
                  </a:cubicBezTo>
                  <a:cubicBezTo>
                    <a:pt x="1742" y="4927"/>
                    <a:pt x="1673" y="4506"/>
                    <a:pt x="1574" y="4094"/>
                  </a:cubicBezTo>
                  <a:lnTo>
                    <a:pt x="2461" y="2748"/>
                  </a:lnTo>
                  <a:cubicBezTo>
                    <a:pt x="2520" y="2754"/>
                    <a:pt x="2581" y="2768"/>
                    <a:pt x="2636" y="2796"/>
                  </a:cubicBezTo>
                  <a:cubicBezTo>
                    <a:pt x="2842" y="2885"/>
                    <a:pt x="3040" y="2991"/>
                    <a:pt x="3232" y="3107"/>
                  </a:cubicBezTo>
                  <a:cubicBezTo>
                    <a:pt x="3832" y="3454"/>
                    <a:pt x="4603" y="3896"/>
                    <a:pt x="5467" y="3896"/>
                  </a:cubicBezTo>
                  <a:cubicBezTo>
                    <a:pt x="5772" y="3896"/>
                    <a:pt x="6077" y="3841"/>
                    <a:pt x="6361" y="3728"/>
                  </a:cubicBezTo>
                  <a:cubicBezTo>
                    <a:pt x="8280" y="2988"/>
                    <a:pt x="8653" y="548"/>
                    <a:pt x="8667" y="445"/>
                  </a:cubicBezTo>
                  <a:cubicBezTo>
                    <a:pt x="8681" y="345"/>
                    <a:pt x="8636" y="249"/>
                    <a:pt x="8554" y="195"/>
                  </a:cubicBezTo>
                  <a:cubicBezTo>
                    <a:pt x="8511" y="167"/>
                    <a:pt x="8462" y="154"/>
                    <a:pt x="8414" y="154"/>
                  </a:cubicBezTo>
                  <a:cubicBezTo>
                    <a:pt x="8366" y="154"/>
                    <a:pt x="8318" y="167"/>
                    <a:pt x="8277" y="195"/>
                  </a:cubicBezTo>
                  <a:cubicBezTo>
                    <a:pt x="8108" y="302"/>
                    <a:pt x="7930" y="343"/>
                    <a:pt x="7728" y="343"/>
                  </a:cubicBezTo>
                  <a:cubicBezTo>
                    <a:pt x="7485" y="343"/>
                    <a:pt x="7206" y="285"/>
                    <a:pt x="6865" y="212"/>
                  </a:cubicBezTo>
                  <a:lnTo>
                    <a:pt x="6700" y="178"/>
                  </a:lnTo>
                  <a:cubicBezTo>
                    <a:pt x="6683" y="175"/>
                    <a:pt x="6666" y="173"/>
                    <a:pt x="6649" y="173"/>
                  </a:cubicBezTo>
                  <a:cubicBezTo>
                    <a:pt x="6365" y="173"/>
                    <a:pt x="6293" y="603"/>
                    <a:pt x="6594" y="681"/>
                  </a:cubicBezTo>
                  <a:lnTo>
                    <a:pt x="6758" y="716"/>
                  </a:lnTo>
                  <a:cubicBezTo>
                    <a:pt x="7104" y="788"/>
                    <a:pt x="7425" y="855"/>
                    <a:pt x="7729" y="855"/>
                  </a:cubicBezTo>
                  <a:cubicBezTo>
                    <a:pt x="7840" y="855"/>
                    <a:pt x="7950" y="846"/>
                    <a:pt x="8057" y="825"/>
                  </a:cubicBezTo>
                  <a:lnTo>
                    <a:pt x="8057" y="825"/>
                  </a:lnTo>
                  <a:cubicBezTo>
                    <a:pt x="7865" y="1517"/>
                    <a:pt x="7358" y="2796"/>
                    <a:pt x="6176" y="3251"/>
                  </a:cubicBezTo>
                  <a:cubicBezTo>
                    <a:pt x="5936" y="3344"/>
                    <a:pt x="5700" y="3383"/>
                    <a:pt x="5469" y="3383"/>
                  </a:cubicBezTo>
                  <a:cubicBezTo>
                    <a:pt x="4739" y="3383"/>
                    <a:pt x="4062" y="2993"/>
                    <a:pt x="3489" y="2665"/>
                  </a:cubicBezTo>
                  <a:cubicBezTo>
                    <a:pt x="3188" y="2491"/>
                    <a:pt x="2920" y="2336"/>
                    <a:pt x="2684" y="2271"/>
                  </a:cubicBezTo>
                  <a:cubicBezTo>
                    <a:pt x="2951" y="1702"/>
                    <a:pt x="3613" y="620"/>
                    <a:pt x="4805" y="527"/>
                  </a:cubicBezTo>
                  <a:cubicBezTo>
                    <a:pt x="4937" y="518"/>
                    <a:pt x="5069" y="513"/>
                    <a:pt x="5200" y="513"/>
                  </a:cubicBezTo>
                  <a:cubicBezTo>
                    <a:pt x="5421" y="513"/>
                    <a:pt x="5642" y="527"/>
                    <a:pt x="5861" y="554"/>
                  </a:cubicBezTo>
                  <a:cubicBezTo>
                    <a:pt x="5875" y="557"/>
                    <a:pt x="5889" y="558"/>
                    <a:pt x="5904" y="558"/>
                  </a:cubicBezTo>
                  <a:cubicBezTo>
                    <a:pt x="6031" y="558"/>
                    <a:pt x="6143" y="464"/>
                    <a:pt x="6159" y="332"/>
                  </a:cubicBezTo>
                  <a:cubicBezTo>
                    <a:pt x="6176" y="188"/>
                    <a:pt x="6066" y="54"/>
                    <a:pt x="5922" y="44"/>
                  </a:cubicBezTo>
                  <a:cubicBezTo>
                    <a:pt x="5686" y="14"/>
                    <a:pt x="5449" y="0"/>
                    <a:pt x="521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2" name="Google Shape;12202;p85"/>
          <p:cNvGrpSpPr/>
          <p:nvPr/>
        </p:nvGrpSpPr>
        <p:grpSpPr>
          <a:xfrm>
            <a:off x="3593785" y="2734692"/>
            <a:ext cx="357274" cy="375453"/>
            <a:chOff x="3593785" y="2734692"/>
            <a:chExt cx="357274" cy="375453"/>
          </a:xfrm>
        </p:grpSpPr>
        <p:sp>
          <p:nvSpPr>
            <p:cNvPr id="12203" name="Google Shape;12203;p85"/>
            <p:cNvSpPr/>
            <p:nvPr/>
          </p:nvSpPr>
          <p:spPr>
            <a:xfrm>
              <a:off x="3594283" y="2741424"/>
              <a:ext cx="349598" cy="362067"/>
            </a:xfrm>
            <a:custGeom>
              <a:rect b="b" l="l" r="r" t="t"/>
              <a:pathLst>
                <a:path extrusionOk="0" h="13822" w="13346">
                  <a:moveTo>
                    <a:pt x="12669" y="1"/>
                  </a:moveTo>
                  <a:cubicBezTo>
                    <a:pt x="12629" y="1"/>
                    <a:pt x="12588" y="4"/>
                    <a:pt x="12547" y="12"/>
                  </a:cubicBezTo>
                  <a:lnTo>
                    <a:pt x="4278" y="1471"/>
                  </a:lnTo>
                  <a:cubicBezTo>
                    <a:pt x="3953" y="1530"/>
                    <a:pt x="3716" y="1811"/>
                    <a:pt x="3713" y="2140"/>
                  </a:cubicBezTo>
                  <a:lnTo>
                    <a:pt x="3713" y="9302"/>
                  </a:lnTo>
                  <a:cubicBezTo>
                    <a:pt x="3371" y="9133"/>
                    <a:pt x="3013" y="9054"/>
                    <a:pt x="2662" y="9054"/>
                  </a:cubicBezTo>
                  <a:cubicBezTo>
                    <a:pt x="1594" y="9054"/>
                    <a:pt x="593" y="9782"/>
                    <a:pt x="338" y="10912"/>
                  </a:cubicBezTo>
                  <a:cubicBezTo>
                    <a:pt x="1" y="12406"/>
                    <a:pt x="1137" y="13822"/>
                    <a:pt x="2662" y="13822"/>
                  </a:cubicBezTo>
                  <a:cubicBezTo>
                    <a:pt x="2673" y="13822"/>
                    <a:pt x="2684" y="13822"/>
                    <a:pt x="2695" y="13822"/>
                  </a:cubicBezTo>
                  <a:cubicBezTo>
                    <a:pt x="4001" y="13801"/>
                    <a:pt x="5043" y="12715"/>
                    <a:pt x="5043" y="11406"/>
                  </a:cubicBezTo>
                  <a:lnTo>
                    <a:pt x="5043" y="3445"/>
                  </a:lnTo>
                  <a:lnTo>
                    <a:pt x="12016" y="2215"/>
                  </a:lnTo>
                  <a:lnTo>
                    <a:pt x="12016" y="7602"/>
                  </a:lnTo>
                  <a:cubicBezTo>
                    <a:pt x="11674" y="7432"/>
                    <a:pt x="11314" y="7353"/>
                    <a:pt x="10962" y="7353"/>
                  </a:cubicBezTo>
                  <a:cubicBezTo>
                    <a:pt x="9894" y="7353"/>
                    <a:pt x="8892" y="8081"/>
                    <a:pt x="8637" y="9212"/>
                  </a:cubicBezTo>
                  <a:cubicBezTo>
                    <a:pt x="8301" y="10704"/>
                    <a:pt x="9437" y="12119"/>
                    <a:pt x="10960" y="12119"/>
                  </a:cubicBezTo>
                  <a:cubicBezTo>
                    <a:pt x="10973" y="12119"/>
                    <a:pt x="10985" y="12119"/>
                    <a:pt x="10998" y="12118"/>
                  </a:cubicBezTo>
                  <a:cubicBezTo>
                    <a:pt x="12307" y="12101"/>
                    <a:pt x="13346" y="11012"/>
                    <a:pt x="13346" y="9706"/>
                  </a:cubicBezTo>
                  <a:lnTo>
                    <a:pt x="13346" y="683"/>
                  </a:lnTo>
                  <a:cubicBezTo>
                    <a:pt x="13346" y="300"/>
                    <a:pt x="13036" y="1"/>
                    <a:pt x="12669"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85"/>
            <p:cNvSpPr/>
            <p:nvPr/>
          </p:nvSpPr>
          <p:spPr>
            <a:xfrm>
              <a:off x="3653746" y="2831666"/>
              <a:ext cx="72639" cy="271826"/>
            </a:xfrm>
            <a:custGeom>
              <a:rect b="b" l="l" r="r" t="t"/>
              <a:pathLst>
                <a:path extrusionOk="0" h="10377" w="2773">
                  <a:moveTo>
                    <a:pt x="2773" y="0"/>
                  </a:moveTo>
                  <a:lnTo>
                    <a:pt x="2474" y="89"/>
                  </a:lnTo>
                  <a:cubicBezTo>
                    <a:pt x="2187" y="175"/>
                    <a:pt x="1988" y="442"/>
                    <a:pt x="1988" y="740"/>
                  </a:cubicBezTo>
                  <a:lnTo>
                    <a:pt x="1988" y="7961"/>
                  </a:lnTo>
                  <a:cubicBezTo>
                    <a:pt x="1988" y="9146"/>
                    <a:pt x="1131" y="10154"/>
                    <a:pt x="0" y="10342"/>
                  </a:cubicBezTo>
                  <a:cubicBezTo>
                    <a:pt x="141" y="10366"/>
                    <a:pt x="281" y="10377"/>
                    <a:pt x="425" y="10377"/>
                  </a:cubicBezTo>
                  <a:cubicBezTo>
                    <a:pt x="1731" y="10359"/>
                    <a:pt x="2773" y="9270"/>
                    <a:pt x="2773" y="7964"/>
                  </a:cubicBezTo>
                  <a:lnTo>
                    <a:pt x="2773"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85"/>
            <p:cNvSpPr/>
            <p:nvPr/>
          </p:nvSpPr>
          <p:spPr>
            <a:xfrm>
              <a:off x="3871243" y="2740534"/>
              <a:ext cx="72639" cy="317536"/>
            </a:xfrm>
            <a:custGeom>
              <a:rect b="b" l="l" r="r" t="t"/>
              <a:pathLst>
                <a:path extrusionOk="0" h="12122" w="2773">
                  <a:moveTo>
                    <a:pt x="2095" y="0"/>
                  </a:moveTo>
                  <a:cubicBezTo>
                    <a:pt x="2056" y="0"/>
                    <a:pt x="2015" y="4"/>
                    <a:pt x="1974" y="11"/>
                  </a:cubicBezTo>
                  <a:lnTo>
                    <a:pt x="1618" y="73"/>
                  </a:lnTo>
                  <a:cubicBezTo>
                    <a:pt x="1844" y="189"/>
                    <a:pt x="1988" y="423"/>
                    <a:pt x="1988" y="680"/>
                  </a:cubicBezTo>
                  <a:lnTo>
                    <a:pt x="1988" y="9706"/>
                  </a:lnTo>
                  <a:cubicBezTo>
                    <a:pt x="1988" y="10891"/>
                    <a:pt x="1131" y="11895"/>
                    <a:pt x="0" y="12087"/>
                  </a:cubicBezTo>
                  <a:cubicBezTo>
                    <a:pt x="141" y="12111"/>
                    <a:pt x="281" y="12122"/>
                    <a:pt x="425" y="12122"/>
                  </a:cubicBezTo>
                  <a:cubicBezTo>
                    <a:pt x="1731" y="12101"/>
                    <a:pt x="2773" y="11015"/>
                    <a:pt x="2773" y="9706"/>
                  </a:cubicBezTo>
                  <a:lnTo>
                    <a:pt x="2773" y="680"/>
                  </a:lnTo>
                  <a:cubicBezTo>
                    <a:pt x="2773" y="300"/>
                    <a:pt x="2461" y="0"/>
                    <a:pt x="2095"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5"/>
            <p:cNvSpPr/>
            <p:nvPr/>
          </p:nvSpPr>
          <p:spPr>
            <a:xfrm>
              <a:off x="3593785" y="2734692"/>
              <a:ext cx="357274" cy="375453"/>
            </a:xfrm>
            <a:custGeom>
              <a:rect b="b" l="l" r="r" t="t"/>
              <a:pathLst>
                <a:path extrusionOk="0" h="14333" w="13639">
                  <a:moveTo>
                    <a:pt x="12683" y="1"/>
                  </a:moveTo>
                  <a:cubicBezTo>
                    <a:pt x="12629" y="1"/>
                    <a:pt x="12575" y="5"/>
                    <a:pt x="12522" y="15"/>
                  </a:cubicBezTo>
                  <a:lnTo>
                    <a:pt x="4249" y="1478"/>
                  </a:lnTo>
                  <a:cubicBezTo>
                    <a:pt x="3804" y="1557"/>
                    <a:pt x="3478" y="1944"/>
                    <a:pt x="3478" y="2397"/>
                  </a:cubicBezTo>
                  <a:lnTo>
                    <a:pt x="3478" y="9182"/>
                  </a:lnTo>
                  <a:cubicBezTo>
                    <a:pt x="3216" y="9102"/>
                    <a:pt x="2945" y="9058"/>
                    <a:pt x="2673" y="9058"/>
                  </a:cubicBezTo>
                  <a:cubicBezTo>
                    <a:pt x="2654" y="9058"/>
                    <a:pt x="2634" y="9058"/>
                    <a:pt x="2615" y="9058"/>
                  </a:cubicBezTo>
                  <a:cubicBezTo>
                    <a:pt x="1162" y="9082"/>
                    <a:pt x="0" y="10275"/>
                    <a:pt x="17" y="11728"/>
                  </a:cubicBezTo>
                  <a:cubicBezTo>
                    <a:pt x="38" y="13172"/>
                    <a:pt x="1213" y="14332"/>
                    <a:pt x="2655" y="14332"/>
                  </a:cubicBezTo>
                  <a:cubicBezTo>
                    <a:pt x="2663" y="14332"/>
                    <a:pt x="2671" y="14332"/>
                    <a:pt x="2680" y="14332"/>
                  </a:cubicBezTo>
                  <a:lnTo>
                    <a:pt x="2718" y="14332"/>
                  </a:lnTo>
                  <a:cubicBezTo>
                    <a:pt x="4150" y="14315"/>
                    <a:pt x="5315" y="13116"/>
                    <a:pt x="5315" y="11666"/>
                  </a:cubicBezTo>
                  <a:lnTo>
                    <a:pt x="5315" y="6307"/>
                  </a:lnTo>
                  <a:cubicBezTo>
                    <a:pt x="5332" y="6152"/>
                    <a:pt x="5216" y="6019"/>
                    <a:pt x="5062" y="6019"/>
                  </a:cubicBezTo>
                  <a:cubicBezTo>
                    <a:pt x="4907" y="6019"/>
                    <a:pt x="4787" y="6152"/>
                    <a:pt x="4805" y="6307"/>
                  </a:cubicBezTo>
                  <a:lnTo>
                    <a:pt x="4805" y="11663"/>
                  </a:lnTo>
                  <a:cubicBezTo>
                    <a:pt x="4805" y="12838"/>
                    <a:pt x="3862" y="13804"/>
                    <a:pt x="2711" y="13822"/>
                  </a:cubicBezTo>
                  <a:lnTo>
                    <a:pt x="2680" y="13822"/>
                  </a:lnTo>
                  <a:cubicBezTo>
                    <a:pt x="1487" y="13822"/>
                    <a:pt x="531" y="12848"/>
                    <a:pt x="552" y="11656"/>
                  </a:cubicBezTo>
                  <a:cubicBezTo>
                    <a:pt x="572" y="10532"/>
                    <a:pt x="1501" y="9596"/>
                    <a:pt x="2625" y="9569"/>
                  </a:cubicBezTo>
                  <a:cubicBezTo>
                    <a:pt x="2646" y="9568"/>
                    <a:pt x="2667" y="9568"/>
                    <a:pt x="2687" y="9568"/>
                  </a:cubicBezTo>
                  <a:cubicBezTo>
                    <a:pt x="3012" y="9568"/>
                    <a:pt x="3329" y="9643"/>
                    <a:pt x="3619" y="9788"/>
                  </a:cubicBezTo>
                  <a:cubicBezTo>
                    <a:pt x="3656" y="9806"/>
                    <a:pt x="3694" y="9814"/>
                    <a:pt x="3731" y="9814"/>
                  </a:cubicBezTo>
                  <a:cubicBezTo>
                    <a:pt x="3866" y="9814"/>
                    <a:pt x="3986" y="9707"/>
                    <a:pt x="3989" y="9562"/>
                  </a:cubicBezTo>
                  <a:lnTo>
                    <a:pt x="3989" y="2397"/>
                  </a:lnTo>
                  <a:cubicBezTo>
                    <a:pt x="3989" y="2191"/>
                    <a:pt x="4136" y="2016"/>
                    <a:pt x="4342" y="1979"/>
                  </a:cubicBezTo>
                  <a:lnTo>
                    <a:pt x="12611" y="519"/>
                  </a:lnTo>
                  <a:cubicBezTo>
                    <a:pt x="12637" y="514"/>
                    <a:pt x="12662" y="512"/>
                    <a:pt x="12688" y="512"/>
                  </a:cubicBezTo>
                  <a:cubicBezTo>
                    <a:pt x="12916" y="512"/>
                    <a:pt x="13108" y="699"/>
                    <a:pt x="13108" y="937"/>
                  </a:cubicBezTo>
                  <a:lnTo>
                    <a:pt x="13108" y="3750"/>
                  </a:lnTo>
                  <a:cubicBezTo>
                    <a:pt x="13090" y="3901"/>
                    <a:pt x="13210" y="4035"/>
                    <a:pt x="13365" y="4035"/>
                  </a:cubicBezTo>
                  <a:cubicBezTo>
                    <a:pt x="13519" y="4035"/>
                    <a:pt x="13639" y="3901"/>
                    <a:pt x="13618" y="3750"/>
                  </a:cubicBezTo>
                  <a:lnTo>
                    <a:pt x="13618" y="940"/>
                  </a:lnTo>
                  <a:cubicBezTo>
                    <a:pt x="13622" y="663"/>
                    <a:pt x="13498" y="399"/>
                    <a:pt x="13286" y="221"/>
                  </a:cubicBezTo>
                  <a:cubicBezTo>
                    <a:pt x="13115" y="78"/>
                    <a:pt x="12901" y="1"/>
                    <a:pt x="1268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5"/>
            <p:cNvSpPr/>
            <p:nvPr/>
          </p:nvSpPr>
          <p:spPr>
            <a:xfrm>
              <a:off x="3719076" y="2792688"/>
              <a:ext cx="231459" cy="272926"/>
            </a:xfrm>
            <a:custGeom>
              <a:rect b="b" l="l" r="r" t="t"/>
              <a:pathLst>
                <a:path extrusionOk="0" h="10419" w="8836">
                  <a:moveTo>
                    <a:pt x="7252" y="0"/>
                  </a:moveTo>
                  <a:cubicBezTo>
                    <a:pt x="7237" y="0"/>
                    <a:pt x="7222" y="2"/>
                    <a:pt x="7207" y="4"/>
                  </a:cubicBezTo>
                  <a:lnTo>
                    <a:pt x="231" y="1238"/>
                  </a:lnTo>
                  <a:cubicBezTo>
                    <a:pt x="111" y="1259"/>
                    <a:pt x="22" y="1365"/>
                    <a:pt x="22" y="1488"/>
                  </a:cubicBezTo>
                  <a:lnTo>
                    <a:pt x="22" y="2900"/>
                  </a:lnTo>
                  <a:cubicBezTo>
                    <a:pt x="1" y="3054"/>
                    <a:pt x="121" y="3188"/>
                    <a:pt x="275" y="3188"/>
                  </a:cubicBezTo>
                  <a:cubicBezTo>
                    <a:pt x="429" y="3188"/>
                    <a:pt x="549" y="3054"/>
                    <a:pt x="532" y="2900"/>
                  </a:cubicBezTo>
                  <a:lnTo>
                    <a:pt x="532" y="1704"/>
                  </a:lnTo>
                  <a:lnTo>
                    <a:pt x="6998" y="560"/>
                  </a:lnTo>
                  <a:lnTo>
                    <a:pt x="6998" y="5268"/>
                  </a:lnTo>
                  <a:cubicBezTo>
                    <a:pt x="6738" y="5185"/>
                    <a:pt x="6468" y="5144"/>
                    <a:pt x="6195" y="5144"/>
                  </a:cubicBezTo>
                  <a:cubicBezTo>
                    <a:pt x="6174" y="5144"/>
                    <a:pt x="6153" y="5144"/>
                    <a:pt x="6131" y="5145"/>
                  </a:cubicBezTo>
                  <a:cubicBezTo>
                    <a:pt x="4679" y="5169"/>
                    <a:pt x="3520" y="6361"/>
                    <a:pt x="3537" y="7814"/>
                  </a:cubicBezTo>
                  <a:cubicBezTo>
                    <a:pt x="3554" y="9261"/>
                    <a:pt x="4733" y="10418"/>
                    <a:pt x="6177" y="10418"/>
                  </a:cubicBezTo>
                  <a:cubicBezTo>
                    <a:pt x="6184" y="10418"/>
                    <a:pt x="6190" y="10418"/>
                    <a:pt x="6197" y="10418"/>
                  </a:cubicBezTo>
                  <a:lnTo>
                    <a:pt x="6234" y="10418"/>
                  </a:lnTo>
                  <a:cubicBezTo>
                    <a:pt x="7667" y="10398"/>
                    <a:pt x="8835" y="9202"/>
                    <a:pt x="8835" y="7749"/>
                  </a:cubicBezTo>
                  <a:lnTo>
                    <a:pt x="8835" y="2729"/>
                  </a:lnTo>
                  <a:cubicBezTo>
                    <a:pt x="8832" y="2588"/>
                    <a:pt x="8722" y="2475"/>
                    <a:pt x="8582" y="2472"/>
                  </a:cubicBezTo>
                  <a:cubicBezTo>
                    <a:pt x="8438" y="2472"/>
                    <a:pt x="8325" y="2588"/>
                    <a:pt x="8325" y="2729"/>
                  </a:cubicBezTo>
                  <a:lnTo>
                    <a:pt x="8325" y="7749"/>
                  </a:lnTo>
                  <a:cubicBezTo>
                    <a:pt x="8325" y="8924"/>
                    <a:pt x="7382" y="9891"/>
                    <a:pt x="6227" y="9908"/>
                  </a:cubicBezTo>
                  <a:lnTo>
                    <a:pt x="6197" y="9908"/>
                  </a:lnTo>
                  <a:cubicBezTo>
                    <a:pt x="5007" y="9908"/>
                    <a:pt x="4048" y="8931"/>
                    <a:pt x="4072" y="7742"/>
                  </a:cubicBezTo>
                  <a:cubicBezTo>
                    <a:pt x="4089" y="6618"/>
                    <a:pt x="5021" y="5683"/>
                    <a:pt x="6145" y="5655"/>
                  </a:cubicBezTo>
                  <a:cubicBezTo>
                    <a:pt x="6166" y="5655"/>
                    <a:pt x="6186" y="5654"/>
                    <a:pt x="6207" y="5654"/>
                  </a:cubicBezTo>
                  <a:cubicBezTo>
                    <a:pt x="6529" y="5654"/>
                    <a:pt x="6849" y="5730"/>
                    <a:pt x="7139" y="5875"/>
                  </a:cubicBezTo>
                  <a:cubicBezTo>
                    <a:pt x="7175" y="5892"/>
                    <a:pt x="7213" y="5900"/>
                    <a:pt x="7250" y="5900"/>
                  </a:cubicBezTo>
                  <a:cubicBezTo>
                    <a:pt x="7383" y="5900"/>
                    <a:pt x="7506" y="5793"/>
                    <a:pt x="7506" y="5645"/>
                  </a:cubicBezTo>
                  <a:lnTo>
                    <a:pt x="7506" y="255"/>
                  </a:lnTo>
                  <a:cubicBezTo>
                    <a:pt x="7506" y="112"/>
                    <a:pt x="7388" y="0"/>
                    <a:pt x="725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8" name="Google Shape;12208;p85"/>
          <p:cNvGrpSpPr/>
          <p:nvPr/>
        </p:nvGrpSpPr>
        <p:grpSpPr>
          <a:xfrm>
            <a:off x="4123213" y="2747816"/>
            <a:ext cx="384307" cy="370135"/>
            <a:chOff x="4123213" y="2747816"/>
            <a:chExt cx="384307" cy="370135"/>
          </a:xfrm>
        </p:grpSpPr>
        <p:sp>
          <p:nvSpPr>
            <p:cNvPr id="12209" name="Google Shape;12209;p85"/>
            <p:cNvSpPr/>
            <p:nvPr/>
          </p:nvSpPr>
          <p:spPr>
            <a:xfrm>
              <a:off x="4328686" y="2943335"/>
              <a:ext cx="91761" cy="91578"/>
            </a:xfrm>
            <a:custGeom>
              <a:rect b="b" l="l" r="r" t="t"/>
              <a:pathLst>
                <a:path extrusionOk="0" h="3496" w="3503">
                  <a:moveTo>
                    <a:pt x="645" y="0"/>
                  </a:moveTo>
                  <a:lnTo>
                    <a:pt x="0" y="641"/>
                  </a:lnTo>
                  <a:lnTo>
                    <a:pt x="2858" y="3495"/>
                  </a:lnTo>
                  <a:lnTo>
                    <a:pt x="3502" y="2855"/>
                  </a:lnTo>
                  <a:lnTo>
                    <a:pt x="645"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85"/>
            <p:cNvSpPr/>
            <p:nvPr/>
          </p:nvSpPr>
          <p:spPr>
            <a:xfrm>
              <a:off x="4367455" y="2983073"/>
              <a:ext cx="134040" cy="129508"/>
            </a:xfrm>
            <a:custGeom>
              <a:rect b="b" l="l" r="r" t="t"/>
              <a:pathLst>
                <a:path extrusionOk="0" h="4944" w="5117">
                  <a:moveTo>
                    <a:pt x="1078" y="1"/>
                  </a:moveTo>
                  <a:cubicBezTo>
                    <a:pt x="982" y="1"/>
                    <a:pt x="886" y="38"/>
                    <a:pt x="813" y="111"/>
                  </a:cubicBezTo>
                  <a:lnTo>
                    <a:pt x="148" y="776"/>
                  </a:lnTo>
                  <a:cubicBezTo>
                    <a:pt x="11" y="913"/>
                    <a:pt x="1" y="1139"/>
                    <a:pt x="131" y="1286"/>
                  </a:cubicBezTo>
                  <a:lnTo>
                    <a:pt x="2996" y="4559"/>
                  </a:lnTo>
                  <a:lnTo>
                    <a:pt x="2996" y="4555"/>
                  </a:lnTo>
                  <a:cubicBezTo>
                    <a:pt x="3221" y="4813"/>
                    <a:pt x="3535" y="4943"/>
                    <a:pt x="3851" y="4943"/>
                  </a:cubicBezTo>
                  <a:cubicBezTo>
                    <a:pt x="4140" y="4943"/>
                    <a:pt x="4429" y="4833"/>
                    <a:pt x="4651" y="4610"/>
                  </a:cubicBezTo>
                  <a:cubicBezTo>
                    <a:pt x="5117" y="4148"/>
                    <a:pt x="5089" y="3387"/>
                    <a:pt x="4596" y="2955"/>
                  </a:cubicBezTo>
                  <a:lnTo>
                    <a:pt x="1327" y="94"/>
                  </a:lnTo>
                  <a:cubicBezTo>
                    <a:pt x="1255" y="32"/>
                    <a:pt x="1166" y="1"/>
                    <a:pt x="1078"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5"/>
            <p:cNvSpPr/>
            <p:nvPr/>
          </p:nvSpPr>
          <p:spPr>
            <a:xfrm>
              <a:off x="4367455" y="2991979"/>
              <a:ext cx="128853" cy="120654"/>
            </a:xfrm>
            <a:custGeom>
              <a:rect b="b" l="l" r="r" t="t"/>
              <a:pathLst>
                <a:path extrusionOk="0" h="4606" w="4919">
                  <a:moveTo>
                    <a:pt x="583" y="0"/>
                  </a:moveTo>
                  <a:lnTo>
                    <a:pt x="148" y="436"/>
                  </a:lnTo>
                  <a:cubicBezTo>
                    <a:pt x="11" y="573"/>
                    <a:pt x="1" y="799"/>
                    <a:pt x="131" y="946"/>
                  </a:cubicBezTo>
                  <a:lnTo>
                    <a:pt x="2996" y="4219"/>
                  </a:lnTo>
                  <a:cubicBezTo>
                    <a:pt x="3220" y="4476"/>
                    <a:pt x="3534" y="4605"/>
                    <a:pt x="3849" y="4605"/>
                  </a:cubicBezTo>
                  <a:cubicBezTo>
                    <a:pt x="4139" y="4605"/>
                    <a:pt x="4429" y="4495"/>
                    <a:pt x="4651" y="4274"/>
                  </a:cubicBezTo>
                  <a:cubicBezTo>
                    <a:pt x="4771" y="4154"/>
                    <a:pt x="4860" y="4013"/>
                    <a:pt x="4918" y="3856"/>
                  </a:cubicBezTo>
                  <a:lnTo>
                    <a:pt x="4918" y="3856"/>
                  </a:lnTo>
                  <a:cubicBezTo>
                    <a:pt x="4792" y="3901"/>
                    <a:pt x="4661" y="3922"/>
                    <a:pt x="4532" y="3922"/>
                  </a:cubicBezTo>
                  <a:cubicBezTo>
                    <a:pt x="4211" y="3922"/>
                    <a:pt x="3898" y="3786"/>
                    <a:pt x="3678" y="3537"/>
                  </a:cubicBezTo>
                  <a:lnTo>
                    <a:pt x="583"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85"/>
            <p:cNvSpPr/>
            <p:nvPr/>
          </p:nvSpPr>
          <p:spPr>
            <a:xfrm>
              <a:off x="4126094" y="2753186"/>
              <a:ext cx="282225" cy="257130"/>
            </a:xfrm>
            <a:custGeom>
              <a:rect b="b" l="l" r="r" t="t"/>
              <a:pathLst>
                <a:path extrusionOk="0" h="9816" w="10774">
                  <a:moveTo>
                    <a:pt x="5385" y="0"/>
                  </a:moveTo>
                  <a:cubicBezTo>
                    <a:pt x="4129" y="0"/>
                    <a:pt x="2873" y="479"/>
                    <a:pt x="1916" y="1437"/>
                  </a:cubicBezTo>
                  <a:cubicBezTo>
                    <a:pt x="0" y="3353"/>
                    <a:pt x="0" y="6461"/>
                    <a:pt x="1916" y="8376"/>
                  </a:cubicBezTo>
                  <a:cubicBezTo>
                    <a:pt x="2873" y="9336"/>
                    <a:pt x="4129" y="9816"/>
                    <a:pt x="5385" y="9816"/>
                  </a:cubicBezTo>
                  <a:cubicBezTo>
                    <a:pt x="6641" y="9816"/>
                    <a:pt x="7897" y="9336"/>
                    <a:pt x="8855" y="8376"/>
                  </a:cubicBezTo>
                  <a:cubicBezTo>
                    <a:pt x="10774" y="6461"/>
                    <a:pt x="10774" y="3353"/>
                    <a:pt x="8855" y="1437"/>
                  </a:cubicBezTo>
                  <a:cubicBezTo>
                    <a:pt x="7897" y="479"/>
                    <a:pt x="6641" y="0"/>
                    <a:pt x="538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85"/>
            <p:cNvSpPr/>
            <p:nvPr/>
          </p:nvSpPr>
          <p:spPr>
            <a:xfrm>
              <a:off x="4159021" y="2783179"/>
              <a:ext cx="216371" cy="197144"/>
            </a:xfrm>
            <a:custGeom>
              <a:rect b="b" l="l" r="r" t="t"/>
              <a:pathLst>
                <a:path extrusionOk="0" h="7526" w="8260">
                  <a:moveTo>
                    <a:pt x="4128" y="1"/>
                  </a:moveTo>
                  <a:cubicBezTo>
                    <a:pt x="3165" y="1"/>
                    <a:pt x="2202" y="367"/>
                    <a:pt x="1467" y="1101"/>
                  </a:cubicBezTo>
                  <a:cubicBezTo>
                    <a:pt x="1" y="2571"/>
                    <a:pt x="1" y="4952"/>
                    <a:pt x="1467" y="6423"/>
                  </a:cubicBezTo>
                  <a:cubicBezTo>
                    <a:pt x="2202" y="7158"/>
                    <a:pt x="3165" y="7525"/>
                    <a:pt x="4128" y="7525"/>
                  </a:cubicBezTo>
                  <a:cubicBezTo>
                    <a:pt x="5091" y="7525"/>
                    <a:pt x="6054" y="7158"/>
                    <a:pt x="6789" y="6423"/>
                  </a:cubicBezTo>
                  <a:cubicBezTo>
                    <a:pt x="8259" y="4952"/>
                    <a:pt x="8259" y="2571"/>
                    <a:pt x="6789" y="1101"/>
                  </a:cubicBezTo>
                  <a:cubicBezTo>
                    <a:pt x="6054" y="367"/>
                    <a:pt x="5091" y="1"/>
                    <a:pt x="4128" y="1"/>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5"/>
            <p:cNvSpPr/>
            <p:nvPr/>
          </p:nvSpPr>
          <p:spPr>
            <a:xfrm>
              <a:off x="4157135" y="2803742"/>
              <a:ext cx="188002" cy="176580"/>
            </a:xfrm>
            <a:custGeom>
              <a:rect b="b" l="l" r="r" t="t"/>
              <a:pathLst>
                <a:path extrusionOk="0" h="6741" w="7177">
                  <a:moveTo>
                    <a:pt x="1896" y="0"/>
                  </a:moveTo>
                  <a:lnTo>
                    <a:pt x="1896" y="0"/>
                  </a:lnTo>
                  <a:cubicBezTo>
                    <a:pt x="1772" y="96"/>
                    <a:pt x="1652" y="203"/>
                    <a:pt x="1539" y="316"/>
                  </a:cubicBezTo>
                  <a:cubicBezTo>
                    <a:pt x="1" y="1851"/>
                    <a:pt x="83" y="4366"/>
                    <a:pt x="1711" y="5802"/>
                  </a:cubicBezTo>
                  <a:cubicBezTo>
                    <a:pt x="2428" y="6433"/>
                    <a:pt x="3314" y="6741"/>
                    <a:pt x="4195" y="6741"/>
                  </a:cubicBezTo>
                  <a:cubicBezTo>
                    <a:pt x="5317" y="6741"/>
                    <a:pt x="6431" y="6242"/>
                    <a:pt x="7176" y="5278"/>
                  </a:cubicBezTo>
                  <a:lnTo>
                    <a:pt x="7176" y="5278"/>
                  </a:lnTo>
                  <a:cubicBezTo>
                    <a:pt x="6495" y="5804"/>
                    <a:pt x="5685" y="6063"/>
                    <a:pt x="4877" y="6063"/>
                  </a:cubicBezTo>
                  <a:cubicBezTo>
                    <a:pt x="3909" y="6063"/>
                    <a:pt x="2945" y="5691"/>
                    <a:pt x="2214" y="4962"/>
                  </a:cubicBezTo>
                  <a:cubicBezTo>
                    <a:pt x="875" y="3623"/>
                    <a:pt x="741" y="1498"/>
                    <a:pt x="189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85"/>
            <p:cNvSpPr/>
            <p:nvPr/>
          </p:nvSpPr>
          <p:spPr>
            <a:xfrm>
              <a:off x="4367455" y="2983073"/>
              <a:ext cx="54250" cy="53281"/>
            </a:xfrm>
            <a:custGeom>
              <a:rect b="b" l="l" r="r" t="t"/>
              <a:pathLst>
                <a:path extrusionOk="0" h="2034" w="2071">
                  <a:moveTo>
                    <a:pt x="1078" y="1"/>
                  </a:moveTo>
                  <a:cubicBezTo>
                    <a:pt x="982" y="1"/>
                    <a:pt x="886" y="38"/>
                    <a:pt x="813" y="111"/>
                  </a:cubicBezTo>
                  <a:lnTo>
                    <a:pt x="148" y="776"/>
                  </a:lnTo>
                  <a:cubicBezTo>
                    <a:pt x="11" y="913"/>
                    <a:pt x="1" y="1139"/>
                    <a:pt x="131" y="1286"/>
                  </a:cubicBezTo>
                  <a:lnTo>
                    <a:pt x="785" y="2033"/>
                  </a:lnTo>
                  <a:lnTo>
                    <a:pt x="2070" y="748"/>
                  </a:lnTo>
                  <a:lnTo>
                    <a:pt x="1323" y="94"/>
                  </a:lnTo>
                  <a:cubicBezTo>
                    <a:pt x="1253" y="32"/>
                    <a:pt x="1165" y="1"/>
                    <a:pt x="1078"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85"/>
            <p:cNvSpPr/>
            <p:nvPr/>
          </p:nvSpPr>
          <p:spPr>
            <a:xfrm>
              <a:off x="4367455" y="2991979"/>
              <a:ext cx="38454" cy="44374"/>
            </a:xfrm>
            <a:custGeom>
              <a:rect b="b" l="l" r="r" t="t"/>
              <a:pathLst>
                <a:path extrusionOk="0" h="1694" w="1468">
                  <a:moveTo>
                    <a:pt x="583" y="0"/>
                  </a:moveTo>
                  <a:lnTo>
                    <a:pt x="148" y="436"/>
                  </a:lnTo>
                  <a:cubicBezTo>
                    <a:pt x="11" y="576"/>
                    <a:pt x="1" y="799"/>
                    <a:pt x="131" y="946"/>
                  </a:cubicBezTo>
                  <a:lnTo>
                    <a:pt x="785" y="1693"/>
                  </a:lnTo>
                  <a:lnTo>
                    <a:pt x="1467" y="1011"/>
                  </a:lnTo>
                  <a:lnTo>
                    <a:pt x="583" y="0"/>
                  </a:ln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5"/>
            <p:cNvSpPr/>
            <p:nvPr/>
          </p:nvSpPr>
          <p:spPr>
            <a:xfrm>
              <a:off x="4212721" y="2810370"/>
              <a:ext cx="108788" cy="30255"/>
            </a:xfrm>
            <a:custGeom>
              <a:rect b="b" l="l" r="r" t="t"/>
              <a:pathLst>
                <a:path extrusionOk="0" h="1155" w="4153">
                  <a:moveTo>
                    <a:pt x="2078" y="0"/>
                  </a:moveTo>
                  <a:cubicBezTo>
                    <a:pt x="1381" y="0"/>
                    <a:pt x="684" y="267"/>
                    <a:pt x="151" y="800"/>
                  </a:cubicBezTo>
                  <a:cubicBezTo>
                    <a:pt x="1" y="947"/>
                    <a:pt x="140" y="1155"/>
                    <a:pt x="301" y="1155"/>
                  </a:cubicBezTo>
                  <a:cubicBezTo>
                    <a:pt x="349" y="1155"/>
                    <a:pt x="400" y="1136"/>
                    <a:pt x="445" y="1091"/>
                  </a:cubicBezTo>
                  <a:cubicBezTo>
                    <a:pt x="896" y="640"/>
                    <a:pt x="1487" y="415"/>
                    <a:pt x="2078" y="415"/>
                  </a:cubicBezTo>
                  <a:cubicBezTo>
                    <a:pt x="2669" y="415"/>
                    <a:pt x="3260" y="640"/>
                    <a:pt x="3711" y="1091"/>
                  </a:cubicBezTo>
                  <a:cubicBezTo>
                    <a:pt x="3756" y="1136"/>
                    <a:pt x="3807" y="1155"/>
                    <a:pt x="3855" y="1155"/>
                  </a:cubicBezTo>
                  <a:cubicBezTo>
                    <a:pt x="4015" y="1155"/>
                    <a:pt x="4152" y="947"/>
                    <a:pt x="4002" y="800"/>
                  </a:cubicBezTo>
                  <a:cubicBezTo>
                    <a:pt x="3471" y="267"/>
                    <a:pt x="2775" y="0"/>
                    <a:pt x="207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85"/>
            <p:cNvSpPr/>
            <p:nvPr/>
          </p:nvSpPr>
          <p:spPr>
            <a:xfrm>
              <a:off x="4123213" y="2747816"/>
              <a:ext cx="384307" cy="370135"/>
            </a:xfrm>
            <a:custGeom>
              <a:rect b="b" l="l" r="r" t="t"/>
              <a:pathLst>
                <a:path extrusionOk="0" h="14130" w="14671">
                  <a:moveTo>
                    <a:pt x="9284" y="8550"/>
                  </a:moveTo>
                  <a:lnTo>
                    <a:pt x="9835" y="9102"/>
                  </a:lnTo>
                  <a:lnTo>
                    <a:pt x="9482" y="9452"/>
                  </a:lnTo>
                  <a:lnTo>
                    <a:pt x="8931" y="8900"/>
                  </a:lnTo>
                  <a:cubicBezTo>
                    <a:pt x="9057" y="8783"/>
                    <a:pt x="9174" y="8670"/>
                    <a:pt x="9284" y="8550"/>
                  </a:cubicBezTo>
                  <a:close/>
                  <a:moveTo>
                    <a:pt x="5489" y="410"/>
                  </a:moveTo>
                  <a:cubicBezTo>
                    <a:pt x="7266" y="410"/>
                    <a:pt x="8901" y="1412"/>
                    <a:pt x="9698" y="3013"/>
                  </a:cubicBezTo>
                  <a:cubicBezTo>
                    <a:pt x="10531" y="4678"/>
                    <a:pt x="10301" y="6676"/>
                    <a:pt x="9116" y="8112"/>
                  </a:cubicBezTo>
                  <a:lnTo>
                    <a:pt x="9109" y="8119"/>
                  </a:lnTo>
                  <a:cubicBezTo>
                    <a:pt x="8924" y="8338"/>
                    <a:pt x="8722" y="8544"/>
                    <a:pt x="8499" y="8729"/>
                  </a:cubicBezTo>
                  <a:lnTo>
                    <a:pt x="8492" y="8732"/>
                  </a:lnTo>
                  <a:cubicBezTo>
                    <a:pt x="7618" y="9457"/>
                    <a:pt x="6554" y="9814"/>
                    <a:pt x="5492" y="9814"/>
                  </a:cubicBezTo>
                  <a:cubicBezTo>
                    <a:pt x="4285" y="9814"/>
                    <a:pt x="3081" y="9351"/>
                    <a:pt x="2170" y="8437"/>
                  </a:cubicBezTo>
                  <a:cubicBezTo>
                    <a:pt x="850" y="7121"/>
                    <a:pt x="436" y="5151"/>
                    <a:pt x="1107" y="3414"/>
                  </a:cubicBezTo>
                  <a:cubicBezTo>
                    <a:pt x="1779" y="1680"/>
                    <a:pt x="3413" y="504"/>
                    <a:pt x="5271" y="415"/>
                  </a:cubicBezTo>
                  <a:cubicBezTo>
                    <a:pt x="5344" y="412"/>
                    <a:pt x="5416" y="410"/>
                    <a:pt x="5489" y="410"/>
                  </a:cubicBezTo>
                  <a:close/>
                  <a:moveTo>
                    <a:pt x="10402" y="9187"/>
                  </a:moveTo>
                  <a:cubicBezTo>
                    <a:pt x="10441" y="9187"/>
                    <a:pt x="10481" y="9201"/>
                    <a:pt x="10514" y="9229"/>
                  </a:cubicBezTo>
                  <a:lnTo>
                    <a:pt x="11093" y="9736"/>
                  </a:lnTo>
                  <a:lnTo>
                    <a:pt x="10120" y="10709"/>
                  </a:lnTo>
                  <a:lnTo>
                    <a:pt x="9613" y="10130"/>
                  </a:lnTo>
                  <a:cubicBezTo>
                    <a:pt x="9554" y="10065"/>
                    <a:pt x="9558" y="9966"/>
                    <a:pt x="9619" y="9901"/>
                  </a:cubicBezTo>
                  <a:lnTo>
                    <a:pt x="10284" y="9236"/>
                  </a:lnTo>
                  <a:cubicBezTo>
                    <a:pt x="10316" y="9204"/>
                    <a:pt x="10359" y="9187"/>
                    <a:pt x="10402" y="9187"/>
                  </a:cubicBezTo>
                  <a:close/>
                  <a:moveTo>
                    <a:pt x="11405" y="10010"/>
                  </a:moveTo>
                  <a:lnTo>
                    <a:pt x="13786" y="12094"/>
                  </a:lnTo>
                  <a:cubicBezTo>
                    <a:pt x="14184" y="12447"/>
                    <a:pt x="14204" y="13067"/>
                    <a:pt x="13827" y="13444"/>
                  </a:cubicBezTo>
                  <a:cubicBezTo>
                    <a:pt x="13644" y="13625"/>
                    <a:pt x="13407" y="13715"/>
                    <a:pt x="13170" y="13715"/>
                  </a:cubicBezTo>
                  <a:cubicBezTo>
                    <a:pt x="12914" y="13715"/>
                    <a:pt x="12660" y="13611"/>
                    <a:pt x="12477" y="13403"/>
                  </a:cubicBezTo>
                  <a:lnTo>
                    <a:pt x="10394" y="11025"/>
                  </a:lnTo>
                  <a:lnTo>
                    <a:pt x="11405" y="10010"/>
                  </a:lnTo>
                  <a:close/>
                  <a:moveTo>
                    <a:pt x="5498" y="0"/>
                  </a:moveTo>
                  <a:cubicBezTo>
                    <a:pt x="5387" y="0"/>
                    <a:pt x="5276" y="4"/>
                    <a:pt x="5165" y="11"/>
                  </a:cubicBezTo>
                  <a:cubicBezTo>
                    <a:pt x="3160" y="141"/>
                    <a:pt x="1416" y="1433"/>
                    <a:pt x="710" y="3311"/>
                  </a:cubicBezTo>
                  <a:cubicBezTo>
                    <a:pt x="1" y="5192"/>
                    <a:pt x="456" y="7312"/>
                    <a:pt x="1877" y="8731"/>
                  </a:cubicBezTo>
                  <a:lnTo>
                    <a:pt x="1877" y="8731"/>
                  </a:lnTo>
                  <a:cubicBezTo>
                    <a:pt x="2868" y="9723"/>
                    <a:pt x="4178" y="10228"/>
                    <a:pt x="5493" y="10228"/>
                  </a:cubicBezTo>
                  <a:cubicBezTo>
                    <a:pt x="6588" y="10228"/>
                    <a:pt x="7688" y="9878"/>
                    <a:pt x="8612" y="9167"/>
                  </a:cubicBezTo>
                  <a:lnTo>
                    <a:pt x="9212" y="9767"/>
                  </a:lnTo>
                  <a:cubicBezTo>
                    <a:pt x="9112" y="9976"/>
                    <a:pt x="9146" y="10226"/>
                    <a:pt x="9297" y="10401"/>
                  </a:cubicBezTo>
                  <a:lnTo>
                    <a:pt x="12165" y="13673"/>
                  </a:lnTo>
                  <a:cubicBezTo>
                    <a:pt x="12431" y="13977"/>
                    <a:pt x="12802" y="14130"/>
                    <a:pt x="13174" y="14130"/>
                  </a:cubicBezTo>
                  <a:cubicBezTo>
                    <a:pt x="13516" y="14130"/>
                    <a:pt x="13859" y="14000"/>
                    <a:pt x="14122" y="13739"/>
                  </a:cubicBezTo>
                  <a:cubicBezTo>
                    <a:pt x="14670" y="13190"/>
                    <a:pt x="14640" y="12292"/>
                    <a:pt x="14057" y="11782"/>
                  </a:cubicBezTo>
                  <a:lnTo>
                    <a:pt x="10784" y="8921"/>
                  </a:lnTo>
                  <a:cubicBezTo>
                    <a:pt x="10677" y="8826"/>
                    <a:pt x="10542" y="8776"/>
                    <a:pt x="10405" y="8776"/>
                  </a:cubicBezTo>
                  <a:cubicBezTo>
                    <a:pt x="10319" y="8776"/>
                    <a:pt x="10232" y="8795"/>
                    <a:pt x="10151" y="8835"/>
                  </a:cubicBezTo>
                  <a:lnTo>
                    <a:pt x="9551" y="8235"/>
                  </a:lnTo>
                  <a:cubicBezTo>
                    <a:pt x="10778" y="6642"/>
                    <a:pt x="10956" y="4479"/>
                    <a:pt x="10010" y="2708"/>
                  </a:cubicBezTo>
                  <a:cubicBezTo>
                    <a:pt x="9117" y="1032"/>
                    <a:pt x="7377" y="0"/>
                    <a:pt x="549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5"/>
            <p:cNvSpPr/>
            <p:nvPr/>
          </p:nvSpPr>
          <p:spPr>
            <a:xfrm>
              <a:off x="4273258" y="2778700"/>
              <a:ext cx="97995" cy="206102"/>
            </a:xfrm>
            <a:custGeom>
              <a:rect b="b" l="l" r="r" t="t"/>
              <a:pathLst>
                <a:path extrusionOk="0" h="7868" w="3741">
                  <a:moveTo>
                    <a:pt x="297" y="1"/>
                  </a:moveTo>
                  <a:cubicBezTo>
                    <a:pt x="59" y="1"/>
                    <a:pt x="15" y="376"/>
                    <a:pt x="276" y="415"/>
                  </a:cubicBezTo>
                  <a:cubicBezTo>
                    <a:pt x="2031" y="665"/>
                    <a:pt x="3329" y="2170"/>
                    <a:pt x="3326" y="3941"/>
                  </a:cubicBezTo>
                  <a:cubicBezTo>
                    <a:pt x="3323" y="5709"/>
                    <a:pt x="2017" y="7210"/>
                    <a:pt x="262" y="7454"/>
                  </a:cubicBezTo>
                  <a:cubicBezTo>
                    <a:pt x="0" y="7490"/>
                    <a:pt x="42" y="7867"/>
                    <a:pt x="286" y="7867"/>
                  </a:cubicBezTo>
                  <a:cubicBezTo>
                    <a:pt x="297" y="7867"/>
                    <a:pt x="309" y="7867"/>
                    <a:pt x="321" y="7865"/>
                  </a:cubicBezTo>
                  <a:cubicBezTo>
                    <a:pt x="2277" y="7587"/>
                    <a:pt x="3730" y="5915"/>
                    <a:pt x="3737" y="3941"/>
                  </a:cubicBezTo>
                  <a:cubicBezTo>
                    <a:pt x="3741" y="1964"/>
                    <a:pt x="2291" y="288"/>
                    <a:pt x="334" y="4"/>
                  </a:cubicBezTo>
                  <a:cubicBezTo>
                    <a:pt x="322" y="2"/>
                    <a:pt x="309" y="1"/>
                    <a:pt x="29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5"/>
            <p:cNvSpPr/>
            <p:nvPr/>
          </p:nvSpPr>
          <p:spPr>
            <a:xfrm>
              <a:off x="4153022" y="2778385"/>
              <a:ext cx="110098" cy="206626"/>
            </a:xfrm>
            <a:custGeom>
              <a:rect b="b" l="l" r="r" t="t"/>
              <a:pathLst>
                <a:path extrusionOk="0" h="7888" w="4203">
                  <a:moveTo>
                    <a:pt x="3915" y="1"/>
                  </a:moveTo>
                  <a:cubicBezTo>
                    <a:pt x="3907" y="1"/>
                    <a:pt x="3898" y="1"/>
                    <a:pt x="3889" y="2"/>
                  </a:cubicBezTo>
                  <a:cubicBezTo>
                    <a:pt x="3002" y="101"/>
                    <a:pt x="2180" y="502"/>
                    <a:pt x="1549" y="1136"/>
                  </a:cubicBezTo>
                  <a:cubicBezTo>
                    <a:pt x="0" y="2689"/>
                    <a:pt x="0" y="5201"/>
                    <a:pt x="1549" y="6753"/>
                  </a:cubicBezTo>
                  <a:cubicBezTo>
                    <a:pt x="2176" y="7387"/>
                    <a:pt x="3002" y="7784"/>
                    <a:pt x="3889" y="7887"/>
                  </a:cubicBezTo>
                  <a:lnTo>
                    <a:pt x="3913" y="7887"/>
                  </a:lnTo>
                  <a:cubicBezTo>
                    <a:pt x="3916" y="7887"/>
                    <a:pt x="3918" y="7887"/>
                    <a:pt x="3920" y="7887"/>
                  </a:cubicBezTo>
                  <a:cubicBezTo>
                    <a:pt x="4181" y="7887"/>
                    <a:pt x="4202" y="7496"/>
                    <a:pt x="3937" y="7476"/>
                  </a:cubicBezTo>
                  <a:cubicBezTo>
                    <a:pt x="3142" y="7383"/>
                    <a:pt x="2406" y="7024"/>
                    <a:pt x="1844" y="6458"/>
                  </a:cubicBezTo>
                  <a:cubicBezTo>
                    <a:pt x="456" y="5067"/>
                    <a:pt x="456" y="2819"/>
                    <a:pt x="1844" y="1428"/>
                  </a:cubicBezTo>
                  <a:cubicBezTo>
                    <a:pt x="2406" y="862"/>
                    <a:pt x="3142" y="502"/>
                    <a:pt x="3937" y="413"/>
                  </a:cubicBezTo>
                  <a:cubicBezTo>
                    <a:pt x="4051" y="400"/>
                    <a:pt x="4133" y="297"/>
                    <a:pt x="4119" y="180"/>
                  </a:cubicBezTo>
                  <a:cubicBezTo>
                    <a:pt x="4106" y="76"/>
                    <a:pt x="4018" y="1"/>
                    <a:pt x="391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1" name="Google Shape;12221;p85"/>
          <p:cNvGrpSpPr/>
          <p:nvPr/>
        </p:nvGrpSpPr>
        <p:grpSpPr>
          <a:xfrm>
            <a:off x="5178923" y="2743677"/>
            <a:ext cx="460980" cy="374353"/>
            <a:chOff x="5178923" y="2743677"/>
            <a:chExt cx="460980" cy="374353"/>
          </a:xfrm>
        </p:grpSpPr>
        <p:sp>
          <p:nvSpPr>
            <p:cNvPr id="12222" name="Google Shape;12222;p85"/>
            <p:cNvSpPr/>
            <p:nvPr/>
          </p:nvSpPr>
          <p:spPr>
            <a:xfrm>
              <a:off x="5185656" y="2779328"/>
              <a:ext cx="447515" cy="331969"/>
            </a:xfrm>
            <a:custGeom>
              <a:rect b="b" l="l" r="r" t="t"/>
              <a:pathLst>
                <a:path extrusionOk="0" h="12673" w="17084">
                  <a:moveTo>
                    <a:pt x="16264" y="0"/>
                  </a:moveTo>
                  <a:cubicBezTo>
                    <a:pt x="16262" y="0"/>
                    <a:pt x="16260" y="0"/>
                    <a:pt x="16258" y="0"/>
                  </a:cubicBezTo>
                  <a:lnTo>
                    <a:pt x="827" y="0"/>
                  </a:lnTo>
                  <a:cubicBezTo>
                    <a:pt x="371" y="0"/>
                    <a:pt x="1" y="370"/>
                    <a:pt x="1" y="826"/>
                  </a:cubicBezTo>
                  <a:lnTo>
                    <a:pt x="1" y="11847"/>
                  </a:lnTo>
                  <a:cubicBezTo>
                    <a:pt x="1" y="12303"/>
                    <a:pt x="371" y="12673"/>
                    <a:pt x="827" y="12673"/>
                  </a:cubicBezTo>
                  <a:lnTo>
                    <a:pt x="16258" y="12673"/>
                  </a:lnTo>
                  <a:cubicBezTo>
                    <a:pt x="16713" y="12673"/>
                    <a:pt x="17083" y="12303"/>
                    <a:pt x="17083" y="11847"/>
                  </a:cubicBezTo>
                  <a:lnTo>
                    <a:pt x="17083" y="826"/>
                  </a:lnTo>
                  <a:cubicBezTo>
                    <a:pt x="17083" y="369"/>
                    <a:pt x="16717" y="0"/>
                    <a:pt x="16264"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5"/>
            <p:cNvSpPr/>
            <p:nvPr/>
          </p:nvSpPr>
          <p:spPr>
            <a:xfrm>
              <a:off x="5185656" y="2779328"/>
              <a:ext cx="447437" cy="43300"/>
            </a:xfrm>
            <a:custGeom>
              <a:rect b="b" l="l" r="r" t="t"/>
              <a:pathLst>
                <a:path extrusionOk="0" h="1653" w="17081">
                  <a:moveTo>
                    <a:pt x="827" y="0"/>
                  </a:moveTo>
                  <a:cubicBezTo>
                    <a:pt x="371" y="0"/>
                    <a:pt x="1" y="370"/>
                    <a:pt x="1" y="826"/>
                  </a:cubicBezTo>
                  <a:lnTo>
                    <a:pt x="1" y="1652"/>
                  </a:lnTo>
                  <a:lnTo>
                    <a:pt x="17080" y="1652"/>
                  </a:lnTo>
                  <a:lnTo>
                    <a:pt x="17080" y="826"/>
                  </a:lnTo>
                  <a:cubicBezTo>
                    <a:pt x="17080" y="370"/>
                    <a:pt x="16713" y="0"/>
                    <a:pt x="16258"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85"/>
            <p:cNvSpPr/>
            <p:nvPr/>
          </p:nvSpPr>
          <p:spPr>
            <a:xfrm>
              <a:off x="5207293" y="2779328"/>
              <a:ext cx="72193" cy="36097"/>
            </a:xfrm>
            <a:custGeom>
              <a:rect b="b" l="l" r="r" t="t"/>
              <a:pathLst>
                <a:path extrusionOk="0" h="1378" w="2756">
                  <a:moveTo>
                    <a:pt x="1" y="0"/>
                  </a:moveTo>
                  <a:lnTo>
                    <a:pt x="1" y="275"/>
                  </a:lnTo>
                  <a:cubicBezTo>
                    <a:pt x="1" y="881"/>
                    <a:pt x="494" y="1375"/>
                    <a:pt x="1104" y="1378"/>
                  </a:cubicBezTo>
                  <a:lnTo>
                    <a:pt x="1652" y="1378"/>
                  </a:lnTo>
                  <a:cubicBezTo>
                    <a:pt x="2262" y="1375"/>
                    <a:pt x="2756" y="885"/>
                    <a:pt x="2756" y="275"/>
                  </a:cubicBezTo>
                  <a:lnTo>
                    <a:pt x="2756"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85"/>
            <p:cNvSpPr/>
            <p:nvPr/>
          </p:nvSpPr>
          <p:spPr>
            <a:xfrm>
              <a:off x="5539340" y="2779328"/>
              <a:ext cx="72193" cy="36097"/>
            </a:xfrm>
            <a:custGeom>
              <a:rect b="b" l="l" r="r" t="t"/>
              <a:pathLst>
                <a:path extrusionOk="0" h="1378" w="2756">
                  <a:moveTo>
                    <a:pt x="0" y="0"/>
                  </a:moveTo>
                  <a:lnTo>
                    <a:pt x="0" y="275"/>
                  </a:lnTo>
                  <a:cubicBezTo>
                    <a:pt x="0" y="881"/>
                    <a:pt x="490" y="1375"/>
                    <a:pt x="1100" y="1378"/>
                  </a:cubicBezTo>
                  <a:lnTo>
                    <a:pt x="1652" y="1378"/>
                  </a:lnTo>
                  <a:cubicBezTo>
                    <a:pt x="2259" y="1378"/>
                    <a:pt x="2752" y="885"/>
                    <a:pt x="2756" y="275"/>
                  </a:cubicBezTo>
                  <a:lnTo>
                    <a:pt x="2756"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5"/>
            <p:cNvSpPr/>
            <p:nvPr/>
          </p:nvSpPr>
          <p:spPr>
            <a:xfrm>
              <a:off x="5228930" y="2750409"/>
              <a:ext cx="28945" cy="43300"/>
            </a:xfrm>
            <a:custGeom>
              <a:rect b="b" l="l" r="r" t="t"/>
              <a:pathLst>
                <a:path extrusionOk="0" h="1653" w="1105">
                  <a:moveTo>
                    <a:pt x="278" y="1"/>
                  </a:moveTo>
                  <a:cubicBezTo>
                    <a:pt x="124" y="1"/>
                    <a:pt x="1" y="124"/>
                    <a:pt x="1" y="275"/>
                  </a:cubicBezTo>
                  <a:lnTo>
                    <a:pt x="1" y="1379"/>
                  </a:lnTo>
                  <a:cubicBezTo>
                    <a:pt x="1" y="1529"/>
                    <a:pt x="124" y="1653"/>
                    <a:pt x="278" y="1653"/>
                  </a:cubicBezTo>
                  <a:lnTo>
                    <a:pt x="826" y="1653"/>
                  </a:lnTo>
                  <a:cubicBezTo>
                    <a:pt x="981" y="1653"/>
                    <a:pt x="1104" y="1529"/>
                    <a:pt x="1104" y="1379"/>
                  </a:cubicBezTo>
                  <a:lnTo>
                    <a:pt x="1104" y="275"/>
                  </a:lnTo>
                  <a:cubicBezTo>
                    <a:pt x="1104" y="124"/>
                    <a:pt x="981" y="1"/>
                    <a:pt x="82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85"/>
            <p:cNvSpPr/>
            <p:nvPr/>
          </p:nvSpPr>
          <p:spPr>
            <a:xfrm>
              <a:off x="5228930" y="2750409"/>
              <a:ext cx="28945" cy="21663"/>
            </a:xfrm>
            <a:custGeom>
              <a:rect b="b" l="l" r="r" t="t"/>
              <a:pathLst>
                <a:path extrusionOk="0" h="827" w="1105">
                  <a:moveTo>
                    <a:pt x="278" y="1"/>
                  </a:moveTo>
                  <a:cubicBezTo>
                    <a:pt x="124" y="1"/>
                    <a:pt x="1" y="124"/>
                    <a:pt x="1" y="275"/>
                  </a:cubicBezTo>
                  <a:lnTo>
                    <a:pt x="1" y="827"/>
                  </a:lnTo>
                  <a:lnTo>
                    <a:pt x="1104" y="827"/>
                  </a:lnTo>
                  <a:lnTo>
                    <a:pt x="1104" y="275"/>
                  </a:lnTo>
                  <a:cubicBezTo>
                    <a:pt x="1104" y="124"/>
                    <a:pt x="981" y="1"/>
                    <a:pt x="826" y="1"/>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85"/>
            <p:cNvSpPr/>
            <p:nvPr/>
          </p:nvSpPr>
          <p:spPr>
            <a:xfrm>
              <a:off x="5560978" y="2750409"/>
              <a:ext cx="28841" cy="43300"/>
            </a:xfrm>
            <a:custGeom>
              <a:rect b="b" l="l" r="r" t="t"/>
              <a:pathLst>
                <a:path extrusionOk="0" h="1653" w="1101">
                  <a:moveTo>
                    <a:pt x="274" y="1"/>
                  </a:moveTo>
                  <a:cubicBezTo>
                    <a:pt x="120" y="1"/>
                    <a:pt x="0" y="124"/>
                    <a:pt x="0" y="275"/>
                  </a:cubicBezTo>
                  <a:lnTo>
                    <a:pt x="0" y="1379"/>
                  </a:lnTo>
                  <a:cubicBezTo>
                    <a:pt x="0" y="1529"/>
                    <a:pt x="120" y="1653"/>
                    <a:pt x="274" y="1653"/>
                  </a:cubicBezTo>
                  <a:lnTo>
                    <a:pt x="826" y="1653"/>
                  </a:lnTo>
                  <a:cubicBezTo>
                    <a:pt x="977" y="1653"/>
                    <a:pt x="1100" y="1529"/>
                    <a:pt x="1100" y="1379"/>
                  </a:cubicBezTo>
                  <a:lnTo>
                    <a:pt x="1100" y="275"/>
                  </a:lnTo>
                  <a:cubicBezTo>
                    <a:pt x="1100" y="124"/>
                    <a:pt x="977" y="1"/>
                    <a:pt x="82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85"/>
            <p:cNvSpPr/>
            <p:nvPr/>
          </p:nvSpPr>
          <p:spPr>
            <a:xfrm>
              <a:off x="5560978" y="2750409"/>
              <a:ext cx="28919" cy="21663"/>
            </a:xfrm>
            <a:custGeom>
              <a:rect b="b" l="l" r="r" t="t"/>
              <a:pathLst>
                <a:path extrusionOk="0" h="827" w="1104">
                  <a:moveTo>
                    <a:pt x="274" y="1"/>
                  </a:moveTo>
                  <a:cubicBezTo>
                    <a:pt x="124" y="1"/>
                    <a:pt x="0" y="124"/>
                    <a:pt x="0" y="275"/>
                  </a:cubicBezTo>
                  <a:lnTo>
                    <a:pt x="0" y="827"/>
                  </a:lnTo>
                  <a:lnTo>
                    <a:pt x="1104" y="827"/>
                  </a:lnTo>
                  <a:lnTo>
                    <a:pt x="1104" y="275"/>
                  </a:lnTo>
                  <a:cubicBezTo>
                    <a:pt x="1104" y="124"/>
                    <a:pt x="980" y="1"/>
                    <a:pt x="826" y="1"/>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85"/>
            <p:cNvSpPr/>
            <p:nvPr/>
          </p:nvSpPr>
          <p:spPr>
            <a:xfrm>
              <a:off x="5185656" y="2822603"/>
              <a:ext cx="447437" cy="21637"/>
            </a:xfrm>
            <a:custGeom>
              <a:rect b="b" l="l" r="r" t="t"/>
              <a:pathLst>
                <a:path extrusionOk="0" h="826" w="17081">
                  <a:moveTo>
                    <a:pt x="1" y="0"/>
                  </a:moveTo>
                  <a:lnTo>
                    <a:pt x="1" y="826"/>
                  </a:lnTo>
                  <a:lnTo>
                    <a:pt x="17080" y="826"/>
                  </a:lnTo>
                  <a:lnTo>
                    <a:pt x="17080"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85"/>
            <p:cNvSpPr/>
            <p:nvPr/>
          </p:nvSpPr>
          <p:spPr>
            <a:xfrm>
              <a:off x="5178923" y="2743677"/>
              <a:ext cx="460980" cy="374353"/>
            </a:xfrm>
            <a:custGeom>
              <a:rect b="b" l="l" r="r" t="t"/>
              <a:pathLst>
                <a:path extrusionOk="0" h="14291" w="17598">
                  <a:moveTo>
                    <a:pt x="2739" y="515"/>
                  </a:moveTo>
                  <a:cubicBezTo>
                    <a:pt x="2746" y="515"/>
                    <a:pt x="2756" y="525"/>
                    <a:pt x="2756" y="532"/>
                  </a:cubicBezTo>
                  <a:lnTo>
                    <a:pt x="2756" y="1636"/>
                  </a:lnTo>
                  <a:cubicBezTo>
                    <a:pt x="2756" y="1646"/>
                    <a:pt x="2746" y="1653"/>
                    <a:pt x="2739" y="1653"/>
                  </a:cubicBezTo>
                  <a:lnTo>
                    <a:pt x="2187" y="1653"/>
                  </a:lnTo>
                  <a:cubicBezTo>
                    <a:pt x="2177" y="1653"/>
                    <a:pt x="2170" y="1646"/>
                    <a:pt x="2170" y="1636"/>
                  </a:cubicBezTo>
                  <a:lnTo>
                    <a:pt x="2170" y="532"/>
                  </a:lnTo>
                  <a:cubicBezTo>
                    <a:pt x="2170" y="525"/>
                    <a:pt x="2177" y="515"/>
                    <a:pt x="2187" y="515"/>
                  </a:cubicBezTo>
                  <a:close/>
                  <a:moveTo>
                    <a:pt x="15411" y="515"/>
                  </a:moveTo>
                  <a:cubicBezTo>
                    <a:pt x="15421" y="515"/>
                    <a:pt x="15428" y="525"/>
                    <a:pt x="15428" y="532"/>
                  </a:cubicBezTo>
                  <a:lnTo>
                    <a:pt x="15428" y="1636"/>
                  </a:lnTo>
                  <a:cubicBezTo>
                    <a:pt x="15428" y="1646"/>
                    <a:pt x="15421" y="1653"/>
                    <a:pt x="15411" y="1653"/>
                  </a:cubicBezTo>
                  <a:lnTo>
                    <a:pt x="14859" y="1653"/>
                  </a:lnTo>
                  <a:cubicBezTo>
                    <a:pt x="14849" y="1653"/>
                    <a:pt x="14842" y="1646"/>
                    <a:pt x="14842" y="1636"/>
                  </a:cubicBezTo>
                  <a:lnTo>
                    <a:pt x="14842" y="532"/>
                  </a:lnTo>
                  <a:cubicBezTo>
                    <a:pt x="14842" y="525"/>
                    <a:pt x="14849" y="515"/>
                    <a:pt x="14859" y="515"/>
                  </a:cubicBezTo>
                  <a:close/>
                  <a:moveTo>
                    <a:pt x="16515" y="1618"/>
                  </a:moveTo>
                  <a:cubicBezTo>
                    <a:pt x="16826" y="1618"/>
                    <a:pt x="17080" y="1872"/>
                    <a:pt x="17083" y="2187"/>
                  </a:cubicBezTo>
                  <a:lnTo>
                    <a:pt x="17083" y="13208"/>
                  </a:lnTo>
                  <a:cubicBezTo>
                    <a:pt x="17080" y="13520"/>
                    <a:pt x="16826" y="13777"/>
                    <a:pt x="16515" y="13777"/>
                  </a:cubicBezTo>
                  <a:lnTo>
                    <a:pt x="1084" y="13777"/>
                  </a:lnTo>
                  <a:cubicBezTo>
                    <a:pt x="768" y="13777"/>
                    <a:pt x="515" y="13520"/>
                    <a:pt x="515" y="13208"/>
                  </a:cubicBezTo>
                  <a:lnTo>
                    <a:pt x="515" y="2187"/>
                  </a:lnTo>
                  <a:cubicBezTo>
                    <a:pt x="515" y="1872"/>
                    <a:pt x="768" y="1618"/>
                    <a:pt x="1084" y="1618"/>
                  </a:cubicBezTo>
                  <a:lnTo>
                    <a:pt x="1653" y="1618"/>
                  </a:lnTo>
                  <a:lnTo>
                    <a:pt x="1653" y="1636"/>
                  </a:lnTo>
                  <a:cubicBezTo>
                    <a:pt x="1653" y="1930"/>
                    <a:pt x="1892" y="2167"/>
                    <a:pt x="2187" y="2170"/>
                  </a:cubicBezTo>
                  <a:lnTo>
                    <a:pt x="2735" y="2170"/>
                  </a:lnTo>
                  <a:cubicBezTo>
                    <a:pt x="3030" y="2167"/>
                    <a:pt x="3270" y="1930"/>
                    <a:pt x="3270" y="1636"/>
                  </a:cubicBezTo>
                  <a:lnTo>
                    <a:pt x="3270" y="1618"/>
                  </a:lnTo>
                  <a:lnTo>
                    <a:pt x="14325" y="1618"/>
                  </a:lnTo>
                  <a:lnTo>
                    <a:pt x="14325" y="1636"/>
                  </a:lnTo>
                  <a:cubicBezTo>
                    <a:pt x="14325" y="1930"/>
                    <a:pt x="14565" y="2167"/>
                    <a:pt x="14859" y="2170"/>
                  </a:cubicBezTo>
                  <a:lnTo>
                    <a:pt x="15411" y="2170"/>
                  </a:lnTo>
                  <a:cubicBezTo>
                    <a:pt x="15706" y="2167"/>
                    <a:pt x="15942" y="1930"/>
                    <a:pt x="15942" y="1636"/>
                  </a:cubicBezTo>
                  <a:lnTo>
                    <a:pt x="15942" y="1618"/>
                  </a:lnTo>
                  <a:close/>
                  <a:moveTo>
                    <a:pt x="2187" y="1"/>
                  </a:moveTo>
                  <a:cubicBezTo>
                    <a:pt x="1892" y="1"/>
                    <a:pt x="1653" y="237"/>
                    <a:pt x="1653" y="532"/>
                  </a:cubicBezTo>
                  <a:lnTo>
                    <a:pt x="1653" y="1101"/>
                  </a:lnTo>
                  <a:lnTo>
                    <a:pt x="1084" y="1101"/>
                  </a:lnTo>
                  <a:cubicBezTo>
                    <a:pt x="484" y="1104"/>
                    <a:pt x="1" y="1588"/>
                    <a:pt x="1" y="2187"/>
                  </a:cubicBezTo>
                  <a:lnTo>
                    <a:pt x="1" y="13208"/>
                  </a:lnTo>
                  <a:cubicBezTo>
                    <a:pt x="1" y="13804"/>
                    <a:pt x="484" y="14291"/>
                    <a:pt x="1084" y="14291"/>
                  </a:cubicBezTo>
                  <a:lnTo>
                    <a:pt x="16515" y="14291"/>
                  </a:lnTo>
                  <a:cubicBezTo>
                    <a:pt x="17111" y="14291"/>
                    <a:pt x="17597" y="13804"/>
                    <a:pt x="17597" y="13208"/>
                  </a:cubicBezTo>
                  <a:lnTo>
                    <a:pt x="17597" y="2187"/>
                  </a:lnTo>
                  <a:cubicBezTo>
                    <a:pt x="17597" y="1588"/>
                    <a:pt x="17111" y="1104"/>
                    <a:pt x="16515" y="1101"/>
                  </a:cubicBezTo>
                  <a:lnTo>
                    <a:pt x="15942" y="1101"/>
                  </a:lnTo>
                  <a:lnTo>
                    <a:pt x="15942" y="532"/>
                  </a:lnTo>
                  <a:cubicBezTo>
                    <a:pt x="15942" y="237"/>
                    <a:pt x="15706" y="1"/>
                    <a:pt x="15411" y="1"/>
                  </a:cubicBezTo>
                  <a:lnTo>
                    <a:pt x="14859" y="1"/>
                  </a:lnTo>
                  <a:cubicBezTo>
                    <a:pt x="14565" y="1"/>
                    <a:pt x="14325" y="237"/>
                    <a:pt x="14325" y="532"/>
                  </a:cubicBezTo>
                  <a:lnTo>
                    <a:pt x="14325" y="1101"/>
                  </a:lnTo>
                  <a:lnTo>
                    <a:pt x="3270" y="1101"/>
                  </a:lnTo>
                  <a:lnTo>
                    <a:pt x="3270" y="532"/>
                  </a:lnTo>
                  <a:cubicBezTo>
                    <a:pt x="3270" y="237"/>
                    <a:pt x="3030" y="1"/>
                    <a:pt x="2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85"/>
            <p:cNvSpPr/>
            <p:nvPr/>
          </p:nvSpPr>
          <p:spPr>
            <a:xfrm>
              <a:off x="5207738" y="2815870"/>
              <a:ext cx="403272" cy="13490"/>
            </a:xfrm>
            <a:custGeom>
              <a:rect b="b" l="l" r="r" t="t"/>
              <a:pathLst>
                <a:path extrusionOk="0" h="515" w="15395">
                  <a:moveTo>
                    <a:pt x="258" y="0"/>
                  </a:moveTo>
                  <a:cubicBezTo>
                    <a:pt x="117" y="0"/>
                    <a:pt x="1" y="113"/>
                    <a:pt x="1" y="257"/>
                  </a:cubicBezTo>
                  <a:cubicBezTo>
                    <a:pt x="1" y="398"/>
                    <a:pt x="117" y="514"/>
                    <a:pt x="258" y="514"/>
                  </a:cubicBezTo>
                  <a:lnTo>
                    <a:pt x="15137" y="514"/>
                  </a:lnTo>
                  <a:cubicBezTo>
                    <a:pt x="15278" y="514"/>
                    <a:pt x="15394" y="398"/>
                    <a:pt x="15394" y="257"/>
                  </a:cubicBezTo>
                  <a:cubicBezTo>
                    <a:pt x="15394" y="113"/>
                    <a:pt x="15278" y="0"/>
                    <a:pt x="15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85"/>
            <p:cNvSpPr/>
            <p:nvPr/>
          </p:nvSpPr>
          <p:spPr>
            <a:xfrm>
              <a:off x="5229480" y="2873578"/>
              <a:ext cx="56738" cy="13490"/>
            </a:xfrm>
            <a:custGeom>
              <a:rect b="b" l="l" r="r" t="t"/>
              <a:pathLst>
                <a:path extrusionOk="0" h="515" w="2166">
                  <a:moveTo>
                    <a:pt x="257" y="1"/>
                  </a:moveTo>
                  <a:cubicBezTo>
                    <a:pt x="113" y="1"/>
                    <a:pt x="0" y="117"/>
                    <a:pt x="0" y="258"/>
                  </a:cubicBezTo>
                  <a:cubicBezTo>
                    <a:pt x="0" y="401"/>
                    <a:pt x="113" y="515"/>
                    <a:pt x="257" y="515"/>
                  </a:cubicBezTo>
                  <a:lnTo>
                    <a:pt x="1909" y="515"/>
                  </a:lnTo>
                  <a:cubicBezTo>
                    <a:pt x="2049" y="515"/>
                    <a:pt x="2166" y="401"/>
                    <a:pt x="2166" y="258"/>
                  </a:cubicBezTo>
                  <a:cubicBezTo>
                    <a:pt x="2166" y="117"/>
                    <a:pt x="2049" y="1"/>
                    <a:pt x="1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5"/>
            <p:cNvSpPr/>
            <p:nvPr/>
          </p:nvSpPr>
          <p:spPr>
            <a:xfrm>
              <a:off x="5330462" y="2873578"/>
              <a:ext cx="56765" cy="13490"/>
            </a:xfrm>
            <a:custGeom>
              <a:rect b="b" l="l" r="r" t="t"/>
              <a:pathLst>
                <a:path extrusionOk="0" h="515" w="2167">
                  <a:moveTo>
                    <a:pt x="257" y="1"/>
                  </a:moveTo>
                  <a:cubicBezTo>
                    <a:pt x="117" y="1"/>
                    <a:pt x="0" y="117"/>
                    <a:pt x="0" y="258"/>
                  </a:cubicBezTo>
                  <a:cubicBezTo>
                    <a:pt x="0" y="401"/>
                    <a:pt x="117" y="515"/>
                    <a:pt x="257" y="515"/>
                  </a:cubicBezTo>
                  <a:lnTo>
                    <a:pt x="1912" y="515"/>
                  </a:lnTo>
                  <a:cubicBezTo>
                    <a:pt x="2053" y="515"/>
                    <a:pt x="2166" y="401"/>
                    <a:pt x="2166" y="258"/>
                  </a:cubicBezTo>
                  <a:cubicBezTo>
                    <a:pt x="2166" y="117"/>
                    <a:pt x="2053"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5"/>
            <p:cNvSpPr/>
            <p:nvPr/>
          </p:nvSpPr>
          <p:spPr>
            <a:xfrm>
              <a:off x="5532530" y="2873578"/>
              <a:ext cx="56843" cy="13490"/>
            </a:xfrm>
            <a:custGeom>
              <a:rect b="b" l="l" r="r" t="t"/>
              <a:pathLst>
                <a:path extrusionOk="0" h="515" w="2170">
                  <a:moveTo>
                    <a:pt x="257" y="1"/>
                  </a:moveTo>
                  <a:cubicBezTo>
                    <a:pt x="117" y="1"/>
                    <a:pt x="0" y="117"/>
                    <a:pt x="0" y="258"/>
                  </a:cubicBezTo>
                  <a:cubicBezTo>
                    <a:pt x="0" y="401"/>
                    <a:pt x="117" y="515"/>
                    <a:pt x="257" y="515"/>
                  </a:cubicBezTo>
                  <a:lnTo>
                    <a:pt x="1912" y="515"/>
                  </a:lnTo>
                  <a:cubicBezTo>
                    <a:pt x="2053" y="515"/>
                    <a:pt x="2169" y="401"/>
                    <a:pt x="2169" y="258"/>
                  </a:cubicBezTo>
                  <a:cubicBezTo>
                    <a:pt x="2169" y="117"/>
                    <a:pt x="2053"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85"/>
            <p:cNvSpPr/>
            <p:nvPr/>
          </p:nvSpPr>
          <p:spPr>
            <a:xfrm>
              <a:off x="5229480" y="2931390"/>
              <a:ext cx="56738" cy="13490"/>
            </a:xfrm>
            <a:custGeom>
              <a:rect b="b" l="l" r="r" t="t"/>
              <a:pathLst>
                <a:path extrusionOk="0" h="515" w="2166">
                  <a:moveTo>
                    <a:pt x="257" y="0"/>
                  </a:moveTo>
                  <a:cubicBezTo>
                    <a:pt x="113" y="0"/>
                    <a:pt x="0" y="113"/>
                    <a:pt x="0" y="257"/>
                  </a:cubicBezTo>
                  <a:cubicBezTo>
                    <a:pt x="0" y="398"/>
                    <a:pt x="113" y="514"/>
                    <a:pt x="257" y="514"/>
                  </a:cubicBezTo>
                  <a:lnTo>
                    <a:pt x="1909" y="514"/>
                  </a:lnTo>
                  <a:cubicBezTo>
                    <a:pt x="2049" y="514"/>
                    <a:pt x="2166" y="398"/>
                    <a:pt x="2166" y="257"/>
                  </a:cubicBezTo>
                  <a:cubicBezTo>
                    <a:pt x="2166" y="113"/>
                    <a:pt x="2049" y="0"/>
                    <a:pt x="19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85"/>
            <p:cNvSpPr/>
            <p:nvPr/>
          </p:nvSpPr>
          <p:spPr>
            <a:xfrm>
              <a:off x="5431522" y="2931390"/>
              <a:ext cx="56765" cy="13490"/>
            </a:xfrm>
            <a:custGeom>
              <a:rect b="b" l="l" r="r" t="t"/>
              <a:pathLst>
                <a:path extrusionOk="0" h="515" w="2167">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85"/>
            <p:cNvSpPr/>
            <p:nvPr/>
          </p:nvSpPr>
          <p:spPr>
            <a:xfrm>
              <a:off x="5229480" y="2989098"/>
              <a:ext cx="56738" cy="13490"/>
            </a:xfrm>
            <a:custGeom>
              <a:rect b="b" l="l" r="r" t="t"/>
              <a:pathLst>
                <a:path extrusionOk="0" h="515" w="2166">
                  <a:moveTo>
                    <a:pt x="257" y="1"/>
                  </a:moveTo>
                  <a:cubicBezTo>
                    <a:pt x="113" y="1"/>
                    <a:pt x="0" y="114"/>
                    <a:pt x="0" y="258"/>
                  </a:cubicBezTo>
                  <a:cubicBezTo>
                    <a:pt x="0" y="398"/>
                    <a:pt x="113" y="515"/>
                    <a:pt x="257" y="515"/>
                  </a:cubicBezTo>
                  <a:lnTo>
                    <a:pt x="1909" y="515"/>
                  </a:lnTo>
                  <a:cubicBezTo>
                    <a:pt x="2049" y="515"/>
                    <a:pt x="2166" y="398"/>
                    <a:pt x="2166" y="258"/>
                  </a:cubicBezTo>
                  <a:cubicBezTo>
                    <a:pt x="2166" y="114"/>
                    <a:pt x="2049" y="1"/>
                    <a:pt x="1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85"/>
            <p:cNvSpPr/>
            <p:nvPr/>
          </p:nvSpPr>
          <p:spPr>
            <a:xfrm>
              <a:off x="5330462" y="2989019"/>
              <a:ext cx="56765" cy="13490"/>
            </a:xfrm>
            <a:custGeom>
              <a:rect b="b" l="l" r="r" t="t"/>
              <a:pathLst>
                <a:path extrusionOk="0" h="515" w="2167">
                  <a:moveTo>
                    <a:pt x="257" y="0"/>
                  </a:moveTo>
                  <a:cubicBezTo>
                    <a:pt x="117" y="0"/>
                    <a:pt x="0" y="117"/>
                    <a:pt x="0" y="257"/>
                  </a:cubicBezTo>
                  <a:cubicBezTo>
                    <a:pt x="0" y="401"/>
                    <a:pt x="117" y="514"/>
                    <a:pt x="257" y="514"/>
                  </a:cubicBezTo>
                  <a:lnTo>
                    <a:pt x="1912" y="514"/>
                  </a:lnTo>
                  <a:cubicBezTo>
                    <a:pt x="2053" y="514"/>
                    <a:pt x="2166" y="401"/>
                    <a:pt x="2166" y="257"/>
                  </a:cubicBezTo>
                  <a:cubicBezTo>
                    <a:pt x="2166" y="117"/>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85"/>
            <p:cNvSpPr/>
            <p:nvPr/>
          </p:nvSpPr>
          <p:spPr>
            <a:xfrm>
              <a:off x="5532530" y="2989019"/>
              <a:ext cx="56843" cy="13490"/>
            </a:xfrm>
            <a:custGeom>
              <a:rect b="b" l="l" r="r" t="t"/>
              <a:pathLst>
                <a:path extrusionOk="0" h="515" w="2170">
                  <a:moveTo>
                    <a:pt x="257" y="0"/>
                  </a:moveTo>
                  <a:cubicBezTo>
                    <a:pt x="117" y="0"/>
                    <a:pt x="0" y="117"/>
                    <a:pt x="0" y="257"/>
                  </a:cubicBezTo>
                  <a:cubicBezTo>
                    <a:pt x="0" y="401"/>
                    <a:pt x="117" y="514"/>
                    <a:pt x="257" y="514"/>
                  </a:cubicBezTo>
                  <a:lnTo>
                    <a:pt x="1912" y="514"/>
                  </a:lnTo>
                  <a:cubicBezTo>
                    <a:pt x="2053" y="514"/>
                    <a:pt x="2169" y="401"/>
                    <a:pt x="2169" y="257"/>
                  </a:cubicBezTo>
                  <a:cubicBezTo>
                    <a:pt x="2169" y="117"/>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85"/>
            <p:cNvSpPr/>
            <p:nvPr/>
          </p:nvSpPr>
          <p:spPr>
            <a:xfrm>
              <a:off x="5330462" y="3046832"/>
              <a:ext cx="56765" cy="13490"/>
            </a:xfrm>
            <a:custGeom>
              <a:rect b="b" l="l" r="r" t="t"/>
              <a:pathLst>
                <a:path extrusionOk="0" h="515" w="2167">
                  <a:moveTo>
                    <a:pt x="257" y="0"/>
                  </a:moveTo>
                  <a:cubicBezTo>
                    <a:pt x="117" y="0"/>
                    <a:pt x="0" y="113"/>
                    <a:pt x="0" y="257"/>
                  </a:cubicBezTo>
                  <a:cubicBezTo>
                    <a:pt x="0" y="398"/>
                    <a:pt x="117" y="514"/>
                    <a:pt x="257" y="514"/>
                  </a:cubicBezTo>
                  <a:lnTo>
                    <a:pt x="1912" y="514"/>
                  </a:lnTo>
                  <a:cubicBezTo>
                    <a:pt x="2053" y="514"/>
                    <a:pt x="2166" y="398"/>
                    <a:pt x="2166" y="257"/>
                  </a:cubicBezTo>
                  <a:cubicBezTo>
                    <a:pt x="2166" y="113"/>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5"/>
            <p:cNvSpPr/>
            <p:nvPr/>
          </p:nvSpPr>
          <p:spPr>
            <a:xfrm>
              <a:off x="5431522" y="3046832"/>
              <a:ext cx="56765" cy="13490"/>
            </a:xfrm>
            <a:custGeom>
              <a:rect b="b" l="l" r="r" t="t"/>
              <a:pathLst>
                <a:path extrusionOk="0" h="515" w="2167">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5"/>
            <p:cNvSpPr/>
            <p:nvPr/>
          </p:nvSpPr>
          <p:spPr>
            <a:xfrm>
              <a:off x="5532530" y="3046832"/>
              <a:ext cx="56843" cy="13490"/>
            </a:xfrm>
            <a:custGeom>
              <a:rect b="b" l="l" r="r" t="t"/>
              <a:pathLst>
                <a:path extrusionOk="0" h="515" w="2170">
                  <a:moveTo>
                    <a:pt x="257" y="0"/>
                  </a:moveTo>
                  <a:cubicBezTo>
                    <a:pt x="117" y="0"/>
                    <a:pt x="0" y="113"/>
                    <a:pt x="0" y="257"/>
                  </a:cubicBezTo>
                  <a:cubicBezTo>
                    <a:pt x="0" y="398"/>
                    <a:pt x="117" y="514"/>
                    <a:pt x="257" y="514"/>
                  </a:cubicBezTo>
                  <a:lnTo>
                    <a:pt x="1912" y="514"/>
                  </a:lnTo>
                  <a:cubicBezTo>
                    <a:pt x="2053" y="514"/>
                    <a:pt x="2169" y="398"/>
                    <a:pt x="2169" y="257"/>
                  </a:cubicBezTo>
                  <a:cubicBezTo>
                    <a:pt x="2169" y="113"/>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5"/>
            <p:cNvSpPr/>
            <p:nvPr/>
          </p:nvSpPr>
          <p:spPr>
            <a:xfrm>
              <a:off x="5327528" y="2916721"/>
              <a:ext cx="62685" cy="42567"/>
            </a:xfrm>
            <a:custGeom>
              <a:rect b="b" l="l" r="r" t="t"/>
              <a:pathLst>
                <a:path extrusionOk="0" h="1625" w="2393">
                  <a:moveTo>
                    <a:pt x="2019" y="1"/>
                  </a:moveTo>
                  <a:cubicBezTo>
                    <a:pt x="1959" y="1"/>
                    <a:pt x="1896" y="24"/>
                    <a:pt x="1839" y="81"/>
                  </a:cubicBezTo>
                  <a:lnTo>
                    <a:pt x="921" y="1002"/>
                  </a:lnTo>
                  <a:lnTo>
                    <a:pt x="551" y="632"/>
                  </a:lnTo>
                  <a:cubicBezTo>
                    <a:pt x="495" y="576"/>
                    <a:pt x="432" y="552"/>
                    <a:pt x="372" y="552"/>
                  </a:cubicBezTo>
                  <a:cubicBezTo>
                    <a:pt x="172" y="552"/>
                    <a:pt x="1" y="812"/>
                    <a:pt x="188" y="999"/>
                  </a:cubicBezTo>
                  <a:lnTo>
                    <a:pt x="739" y="1547"/>
                  </a:lnTo>
                  <a:cubicBezTo>
                    <a:pt x="789" y="1599"/>
                    <a:pt x="855" y="1624"/>
                    <a:pt x="921" y="1624"/>
                  </a:cubicBezTo>
                  <a:cubicBezTo>
                    <a:pt x="987" y="1624"/>
                    <a:pt x="1053" y="1599"/>
                    <a:pt x="1103" y="1547"/>
                  </a:cubicBezTo>
                  <a:lnTo>
                    <a:pt x="2206" y="447"/>
                  </a:lnTo>
                  <a:cubicBezTo>
                    <a:pt x="2393" y="260"/>
                    <a:pt x="2220"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5"/>
            <p:cNvSpPr/>
            <p:nvPr/>
          </p:nvSpPr>
          <p:spPr>
            <a:xfrm>
              <a:off x="5529596" y="2916721"/>
              <a:ext cx="62685" cy="42567"/>
            </a:xfrm>
            <a:custGeom>
              <a:rect b="b" l="l" r="r" t="t"/>
              <a:pathLst>
                <a:path extrusionOk="0" h="1625" w="2393">
                  <a:moveTo>
                    <a:pt x="2019" y="1"/>
                  </a:moveTo>
                  <a:cubicBezTo>
                    <a:pt x="1959" y="1"/>
                    <a:pt x="1896" y="24"/>
                    <a:pt x="1839" y="81"/>
                  </a:cubicBezTo>
                  <a:lnTo>
                    <a:pt x="1843" y="81"/>
                  </a:lnTo>
                  <a:lnTo>
                    <a:pt x="921" y="1002"/>
                  </a:lnTo>
                  <a:lnTo>
                    <a:pt x="554" y="632"/>
                  </a:lnTo>
                  <a:cubicBezTo>
                    <a:pt x="498" y="576"/>
                    <a:pt x="435" y="552"/>
                    <a:pt x="374" y="552"/>
                  </a:cubicBezTo>
                  <a:cubicBezTo>
                    <a:pt x="174" y="552"/>
                    <a:pt x="0" y="812"/>
                    <a:pt x="187" y="999"/>
                  </a:cubicBezTo>
                  <a:lnTo>
                    <a:pt x="739" y="1547"/>
                  </a:lnTo>
                  <a:cubicBezTo>
                    <a:pt x="789" y="1599"/>
                    <a:pt x="855" y="1624"/>
                    <a:pt x="921" y="1624"/>
                  </a:cubicBezTo>
                  <a:cubicBezTo>
                    <a:pt x="987" y="1624"/>
                    <a:pt x="1053" y="1599"/>
                    <a:pt x="1102" y="1547"/>
                  </a:cubicBezTo>
                  <a:lnTo>
                    <a:pt x="2206" y="447"/>
                  </a:lnTo>
                  <a:cubicBezTo>
                    <a:pt x="2393" y="260"/>
                    <a:pt x="2220"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85"/>
            <p:cNvSpPr/>
            <p:nvPr/>
          </p:nvSpPr>
          <p:spPr>
            <a:xfrm>
              <a:off x="5428614" y="2974455"/>
              <a:ext cx="62685" cy="42541"/>
            </a:xfrm>
            <a:custGeom>
              <a:rect b="b" l="l" r="r" t="t"/>
              <a:pathLst>
                <a:path extrusionOk="0" h="1624" w="2393">
                  <a:moveTo>
                    <a:pt x="2019" y="0"/>
                  </a:moveTo>
                  <a:cubicBezTo>
                    <a:pt x="1958" y="0"/>
                    <a:pt x="1895" y="24"/>
                    <a:pt x="1839" y="80"/>
                  </a:cubicBezTo>
                  <a:lnTo>
                    <a:pt x="1842" y="80"/>
                  </a:lnTo>
                  <a:lnTo>
                    <a:pt x="921" y="1002"/>
                  </a:lnTo>
                  <a:lnTo>
                    <a:pt x="554" y="632"/>
                  </a:lnTo>
                  <a:cubicBezTo>
                    <a:pt x="498" y="575"/>
                    <a:pt x="435" y="552"/>
                    <a:pt x="374" y="552"/>
                  </a:cubicBezTo>
                  <a:cubicBezTo>
                    <a:pt x="173" y="552"/>
                    <a:pt x="0" y="812"/>
                    <a:pt x="187" y="998"/>
                  </a:cubicBezTo>
                  <a:lnTo>
                    <a:pt x="739" y="1547"/>
                  </a:lnTo>
                  <a:cubicBezTo>
                    <a:pt x="789" y="1598"/>
                    <a:pt x="855" y="1624"/>
                    <a:pt x="921" y="1624"/>
                  </a:cubicBezTo>
                  <a:cubicBezTo>
                    <a:pt x="987" y="1624"/>
                    <a:pt x="1053" y="1598"/>
                    <a:pt x="1102" y="1547"/>
                  </a:cubicBezTo>
                  <a:lnTo>
                    <a:pt x="2206" y="447"/>
                  </a:lnTo>
                  <a:cubicBezTo>
                    <a:pt x="2393" y="260"/>
                    <a:pt x="2219" y="0"/>
                    <a:pt x="20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85"/>
            <p:cNvSpPr/>
            <p:nvPr/>
          </p:nvSpPr>
          <p:spPr>
            <a:xfrm>
              <a:off x="5226467" y="3032241"/>
              <a:ext cx="62685" cy="42514"/>
            </a:xfrm>
            <a:custGeom>
              <a:rect b="b" l="l" r="r" t="t"/>
              <a:pathLst>
                <a:path extrusionOk="0" h="1623" w="2393">
                  <a:moveTo>
                    <a:pt x="2023" y="0"/>
                  </a:moveTo>
                  <a:cubicBezTo>
                    <a:pt x="1962" y="0"/>
                    <a:pt x="1899" y="24"/>
                    <a:pt x="1842" y="81"/>
                  </a:cubicBezTo>
                  <a:lnTo>
                    <a:pt x="920" y="999"/>
                  </a:lnTo>
                  <a:lnTo>
                    <a:pt x="554" y="629"/>
                  </a:lnTo>
                  <a:cubicBezTo>
                    <a:pt x="497" y="573"/>
                    <a:pt x="434" y="549"/>
                    <a:pt x="374" y="549"/>
                  </a:cubicBezTo>
                  <a:cubicBezTo>
                    <a:pt x="173" y="549"/>
                    <a:pt x="0" y="809"/>
                    <a:pt x="187" y="996"/>
                  </a:cubicBezTo>
                  <a:lnTo>
                    <a:pt x="739" y="1548"/>
                  </a:lnTo>
                  <a:cubicBezTo>
                    <a:pt x="789" y="1597"/>
                    <a:pt x="855" y="1622"/>
                    <a:pt x="921" y="1622"/>
                  </a:cubicBezTo>
                  <a:cubicBezTo>
                    <a:pt x="987" y="1622"/>
                    <a:pt x="1054" y="1597"/>
                    <a:pt x="1106" y="1548"/>
                  </a:cubicBezTo>
                  <a:lnTo>
                    <a:pt x="2206" y="444"/>
                  </a:lnTo>
                  <a:cubicBezTo>
                    <a:pt x="2392" y="258"/>
                    <a:pt x="2222"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5"/>
            <p:cNvSpPr/>
            <p:nvPr/>
          </p:nvSpPr>
          <p:spPr>
            <a:xfrm>
              <a:off x="5428614" y="2858987"/>
              <a:ext cx="62580" cy="42514"/>
            </a:xfrm>
            <a:custGeom>
              <a:rect b="b" l="l" r="r" t="t"/>
              <a:pathLst>
                <a:path extrusionOk="0" h="1623" w="2389">
                  <a:moveTo>
                    <a:pt x="2019" y="1"/>
                  </a:moveTo>
                  <a:cubicBezTo>
                    <a:pt x="1959" y="1"/>
                    <a:pt x="1896" y="24"/>
                    <a:pt x="1839" y="81"/>
                  </a:cubicBezTo>
                  <a:lnTo>
                    <a:pt x="1842" y="81"/>
                  </a:lnTo>
                  <a:lnTo>
                    <a:pt x="921" y="1003"/>
                  </a:lnTo>
                  <a:lnTo>
                    <a:pt x="554" y="633"/>
                  </a:lnTo>
                  <a:cubicBezTo>
                    <a:pt x="497" y="576"/>
                    <a:pt x="434" y="552"/>
                    <a:pt x="373" y="552"/>
                  </a:cubicBezTo>
                  <a:cubicBezTo>
                    <a:pt x="173" y="552"/>
                    <a:pt x="1" y="810"/>
                    <a:pt x="187" y="996"/>
                  </a:cubicBezTo>
                  <a:lnTo>
                    <a:pt x="736" y="1548"/>
                  </a:lnTo>
                  <a:cubicBezTo>
                    <a:pt x="787" y="1598"/>
                    <a:pt x="853" y="1622"/>
                    <a:pt x="919" y="1622"/>
                  </a:cubicBezTo>
                  <a:cubicBezTo>
                    <a:pt x="985" y="1622"/>
                    <a:pt x="1051" y="1598"/>
                    <a:pt x="1102" y="1548"/>
                  </a:cubicBezTo>
                  <a:lnTo>
                    <a:pt x="2202" y="444"/>
                  </a:lnTo>
                  <a:cubicBezTo>
                    <a:pt x="2389" y="258"/>
                    <a:pt x="2219"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9" name="Google Shape;12249;p85"/>
          <p:cNvGrpSpPr/>
          <p:nvPr/>
        </p:nvGrpSpPr>
        <p:grpSpPr>
          <a:xfrm>
            <a:off x="5798854" y="2759132"/>
            <a:ext cx="297130" cy="358898"/>
            <a:chOff x="5798854" y="2759132"/>
            <a:chExt cx="297130" cy="358898"/>
          </a:xfrm>
        </p:grpSpPr>
        <p:sp>
          <p:nvSpPr>
            <p:cNvPr id="12250" name="Google Shape;12250;p85"/>
            <p:cNvSpPr/>
            <p:nvPr/>
          </p:nvSpPr>
          <p:spPr>
            <a:xfrm>
              <a:off x="5896509" y="2764345"/>
              <a:ext cx="116542" cy="29810"/>
            </a:xfrm>
            <a:custGeom>
              <a:rect b="b" l="l" r="r" t="t"/>
              <a:pathLst>
                <a:path extrusionOk="0" h="1138" w="4449">
                  <a:moveTo>
                    <a:pt x="333" y="0"/>
                  </a:moveTo>
                  <a:cubicBezTo>
                    <a:pt x="151" y="0"/>
                    <a:pt x="1" y="151"/>
                    <a:pt x="1" y="333"/>
                  </a:cubicBezTo>
                  <a:lnTo>
                    <a:pt x="1" y="805"/>
                  </a:lnTo>
                  <a:cubicBezTo>
                    <a:pt x="1" y="987"/>
                    <a:pt x="151" y="1138"/>
                    <a:pt x="333" y="1138"/>
                  </a:cubicBezTo>
                  <a:lnTo>
                    <a:pt x="4113" y="1138"/>
                  </a:lnTo>
                  <a:cubicBezTo>
                    <a:pt x="4294" y="1134"/>
                    <a:pt x="4445" y="987"/>
                    <a:pt x="4449" y="805"/>
                  </a:cubicBezTo>
                  <a:lnTo>
                    <a:pt x="4449" y="333"/>
                  </a:lnTo>
                  <a:cubicBezTo>
                    <a:pt x="4449" y="151"/>
                    <a:pt x="4301" y="0"/>
                    <a:pt x="411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85"/>
            <p:cNvSpPr/>
            <p:nvPr/>
          </p:nvSpPr>
          <p:spPr>
            <a:xfrm>
              <a:off x="5980098" y="2764240"/>
              <a:ext cx="32875" cy="29836"/>
            </a:xfrm>
            <a:custGeom>
              <a:rect b="b" l="l" r="r" t="t"/>
              <a:pathLst>
                <a:path extrusionOk="0" h="1139" w="1255">
                  <a:moveTo>
                    <a:pt x="0" y="1"/>
                  </a:moveTo>
                  <a:cubicBezTo>
                    <a:pt x="182" y="1"/>
                    <a:pt x="332" y="148"/>
                    <a:pt x="332" y="333"/>
                  </a:cubicBezTo>
                  <a:lnTo>
                    <a:pt x="332" y="803"/>
                  </a:lnTo>
                  <a:cubicBezTo>
                    <a:pt x="332" y="988"/>
                    <a:pt x="182" y="1138"/>
                    <a:pt x="0" y="1138"/>
                  </a:cubicBezTo>
                  <a:lnTo>
                    <a:pt x="922" y="1138"/>
                  </a:lnTo>
                  <a:cubicBezTo>
                    <a:pt x="1103" y="1138"/>
                    <a:pt x="1254" y="988"/>
                    <a:pt x="1254" y="803"/>
                  </a:cubicBezTo>
                  <a:lnTo>
                    <a:pt x="1254" y="333"/>
                  </a:lnTo>
                  <a:cubicBezTo>
                    <a:pt x="1254" y="148"/>
                    <a:pt x="1103" y="1"/>
                    <a:pt x="9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85"/>
            <p:cNvSpPr/>
            <p:nvPr/>
          </p:nvSpPr>
          <p:spPr>
            <a:xfrm>
              <a:off x="5825233" y="2794129"/>
              <a:ext cx="253987" cy="318793"/>
            </a:xfrm>
            <a:custGeom>
              <a:rect b="b" l="l" r="r" t="t"/>
              <a:pathLst>
                <a:path extrusionOk="0" h="12170" w="9696">
                  <a:moveTo>
                    <a:pt x="3544" y="1"/>
                  </a:moveTo>
                  <a:lnTo>
                    <a:pt x="3544" y="3548"/>
                  </a:lnTo>
                  <a:cubicBezTo>
                    <a:pt x="3541" y="3763"/>
                    <a:pt x="3410" y="3955"/>
                    <a:pt x="3208" y="4034"/>
                  </a:cubicBezTo>
                  <a:cubicBezTo>
                    <a:pt x="1738" y="4613"/>
                    <a:pt x="655" y="5895"/>
                    <a:pt x="330" y="7440"/>
                  </a:cubicBezTo>
                  <a:cubicBezTo>
                    <a:pt x="1" y="8989"/>
                    <a:pt x="470" y="10596"/>
                    <a:pt x="1577" y="11727"/>
                  </a:cubicBezTo>
                  <a:cubicBezTo>
                    <a:pt x="1852" y="12009"/>
                    <a:pt x="2230" y="12169"/>
                    <a:pt x="2624" y="12169"/>
                  </a:cubicBezTo>
                  <a:cubicBezTo>
                    <a:pt x="2628" y="12169"/>
                    <a:pt x="2632" y="12169"/>
                    <a:pt x="2636" y="12169"/>
                  </a:cubicBezTo>
                  <a:lnTo>
                    <a:pt x="7262" y="12169"/>
                  </a:lnTo>
                  <a:cubicBezTo>
                    <a:pt x="7660" y="12169"/>
                    <a:pt x="8043" y="12008"/>
                    <a:pt x="8321" y="11727"/>
                  </a:cubicBezTo>
                  <a:cubicBezTo>
                    <a:pt x="9212" y="10816"/>
                    <a:pt x="9695" y="9582"/>
                    <a:pt x="9664" y="8311"/>
                  </a:cubicBezTo>
                  <a:cubicBezTo>
                    <a:pt x="9620" y="6368"/>
                    <a:pt x="8390" y="4713"/>
                    <a:pt x="6686" y="4034"/>
                  </a:cubicBezTo>
                  <a:cubicBezTo>
                    <a:pt x="6484" y="3955"/>
                    <a:pt x="6354" y="3763"/>
                    <a:pt x="6351" y="3548"/>
                  </a:cubicBezTo>
                  <a:lnTo>
                    <a:pt x="635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5"/>
            <p:cNvSpPr/>
            <p:nvPr/>
          </p:nvSpPr>
          <p:spPr>
            <a:xfrm>
              <a:off x="5918068" y="2794129"/>
              <a:ext cx="161152" cy="316802"/>
            </a:xfrm>
            <a:custGeom>
              <a:rect b="b" l="l" r="r" t="t"/>
              <a:pathLst>
                <a:path extrusionOk="0" h="12094" w="6152">
                  <a:moveTo>
                    <a:pt x="0" y="1"/>
                  </a:moveTo>
                  <a:lnTo>
                    <a:pt x="0" y="477"/>
                  </a:lnTo>
                  <a:lnTo>
                    <a:pt x="1446" y="477"/>
                  </a:lnTo>
                  <a:cubicBezTo>
                    <a:pt x="1813" y="477"/>
                    <a:pt x="2111" y="775"/>
                    <a:pt x="2111" y="1142"/>
                  </a:cubicBezTo>
                  <a:lnTo>
                    <a:pt x="2111" y="4024"/>
                  </a:lnTo>
                  <a:cubicBezTo>
                    <a:pt x="2114" y="4240"/>
                    <a:pt x="2245" y="4432"/>
                    <a:pt x="2443" y="4510"/>
                  </a:cubicBezTo>
                  <a:cubicBezTo>
                    <a:pt x="4153" y="5192"/>
                    <a:pt x="5384" y="6844"/>
                    <a:pt x="5425" y="8787"/>
                  </a:cubicBezTo>
                  <a:cubicBezTo>
                    <a:pt x="5452" y="10010"/>
                    <a:pt x="5003" y="11196"/>
                    <a:pt x="4174" y="12094"/>
                  </a:cubicBezTo>
                  <a:cubicBezTo>
                    <a:pt x="4404" y="12022"/>
                    <a:pt x="4609" y="11892"/>
                    <a:pt x="4774" y="11720"/>
                  </a:cubicBezTo>
                  <a:cubicBezTo>
                    <a:pt x="5668" y="10812"/>
                    <a:pt x="6151" y="9582"/>
                    <a:pt x="6120" y="8311"/>
                  </a:cubicBezTo>
                  <a:cubicBezTo>
                    <a:pt x="6076" y="6368"/>
                    <a:pt x="4846" y="4713"/>
                    <a:pt x="3142" y="4034"/>
                  </a:cubicBezTo>
                  <a:cubicBezTo>
                    <a:pt x="2940" y="3955"/>
                    <a:pt x="2810" y="3763"/>
                    <a:pt x="2807" y="3548"/>
                  </a:cubicBezTo>
                  <a:lnTo>
                    <a:pt x="280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85"/>
            <p:cNvSpPr/>
            <p:nvPr/>
          </p:nvSpPr>
          <p:spPr>
            <a:xfrm>
              <a:off x="5823792" y="2965968"/>
              <a:ext cx="255427" cy="146849"/>
            </a:xfrm>
            <a:custGeom>
              <a:rect b="b" l="l" r="r" t="t"/>
              <a:pathLst>
                <a:path extrusionOk="0" h="5606" w="9751">
                  <a:moveTo>
                    <a:pt x="2781" y="0"/>
                  </a:moveTo>
                  <a:cubicBezTo>
                    <a:pt x="1435" y="0"/>
                    <a:pt x="457" y="596"/>
                    <a:pt x="457" y="596"/>
                  </a:cubicBezTo>
                  <a:cubicBezTo>
                    <a:pt x="1" y="2217"/>
                    <a:pt x="450" y="3958"/>
                    <a:pt x="1632" y="5160"/>
                  </a:cubicBezTo>
                  <a:cubicBezTo>
                    <a:pt x="1910" y="5445"/>
                    <a:pt x="2293" y="5606"/>
                    <a:pt x="2691" y="5606"/>
                  </a:cubicBezTo>
                  <a:lnTo>
                    <a:pt x="7317" y="5606"/>
                  </a:lnTo>
                  <a:cubicBezTo>
                    <a:pt x="7718" y="5602"/>
                    <a:pt x="8098" y="5445"/>
                    <a:pt x="8376" y="5160"/>
                  </a:cubicBezTo>
                  <a:cubicBezTo>
                    <a:pt x="9267" y="4252"/>
                    <a:pt x="9750" y="3022"/>
                    <a:pt x="9719" y="1751"/>
                  </a:cubicBezTo>
                  <a:cubicBezTo>
                    <a:pt x="9709" y="1254"/>
                    <a:pt x="9620" y="760"/>
                    <a:pt x="9452" y="294"/>
                  </a:cubicBezTo>
                  <a:cubicBezTo>
                    <a:pt x="9452" y="294"/>
                    <a:pt x="8389" y="1122"/>
                    <a:pt x="6934" y="1122"/>
                  </a:cubicBezTo>
                  <a:cubicBezTo>
                    <a:pt x="6340" y="1122"/>
                    <a:pt x="5680" y="984"/>
                    <a:pt x="5001" y="596"/>
                  </a:cubicBezTo>
                  <a:cubicBezTo>
                    <a:pt x="4219" y="149"/>
                    <a:pt x="3454" y="0"/>
                    <a:pt x="27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85"/>
            <p:cNvSpPr/>
            <p:nvPr/>
          </p:nvSpPr>
          <p:spPr>
            <a:xfrm>
              <a:off x="6026856" y="2973931"/>
              <a:ext cx="52364" cy="137183"/>
            </a:xfrm>
            <a:custGeom>
              <a:rect b="b" l="l" r="r" t="t"/>
              <a:pathLst>
                <a:path extrusionOk="0" h="5237" w="1999">
                  <a:moveTo>
                    <a:pt x="1680" y="1"/>
                  </a:moveTo>
                  <a:cubicBezTo>
                    <a:pt x="1453" y="162"/>
                    <a:pt x="1213" y="302"/>
                    <a:pt x="963" y="415"/>
                  </a:cubicBezTo>
                  <a:cubicBezTo>
                    <a:pt x="1138" y="902"/>
                    <a:pt x="1234" y="1413"/>
                    <a:pt x="1248" y="1930"/>
                  </a:cubicBezTo>
                  <a:cubicBezTo>
                    <a:pt x="1275" y="3153"/>
                    <a:pt x="830" y="4336"/>
                    <a:pt x="0" y="5237"/>
                  </a:cubicBezTo>
                  <a:cubicBezTo>
                    <a:pt x="28" y="5223"/>
                    <a:pt x="55" y="5216"/>
                    <a:pt x="83" y="5209"/>
                  </a:cubicBezTo>
                  <a:cubicBezTo>
                    <a:pt x="86" y="5209"/>
                    <a:pt x="86" y="5209"/>
                    <a:pt x="86" y="5206"/>
                  </a:cubicBezTo>
                  <a:cubicBezTo>
                    <a:pt x="168" y="5172"/>
                    <a:pt x="247" y="5131"/>
                    <a:pt x="322" y="5086"/>
                  </a:cubicBezTo>
                  <a:lnTo>
                    <a:pt x="329" y="5083"/>
                  </a:lnTo>
                  <a:cubicBezTo>
                    <a:pt x="350" y="5069"/>
                    <a:pt x="370" y="5055"/>
                    <a:pt x="388" y="5038"/>
                  </a:cubicBezTo>
                  <a:cubicBezTo>
                    <a:pt x="394" y="5035"/>
                    <a:pt x="398" y="5035"/>
                    <a:pt x="408" y="5028"/>
                  </a:cubicBezTo>
                  <a:cubicBezTo>
                    <a:pt x="429" y="5017"/>
                    <a:pt x="446" y="5007"/>
                    <a:pt x="460" y="4994"/>
                  </a:cubicBezTo>
                  <a:lnTo>
                    <a:pt x="480" y="4973"/>
                  </a:lnTo>
                  <a:cubicBezTo>
                    <a:pt x="497" y="4963"/>
                    <a:pt x="511" y="4946"/>
                    <a:pt x="528" y="4935"/>
                  </a:cubicBezTo>
                  <a:lnTo>
                    <a:pt x="549" y="4915"/>
                  </a:lnTo>
                  <a:cubicBezTo>
                    <a:pt x="569" y="4894"/>
                    <a:pt x="590" y="4880"/>
                    <a:pt x="610" y="4860"/>
                  </a:cubicBezTo>
                  <a:cubicBezTo>
                    <a:pt x="1508" y="3955"/>
                    <a:pt x="1998" y="2722"/>
                    <a:pt x="1967" y="1447"/>
                  </a:cubicBezTo>
                  <a:cubicBezTo>
                    <a:pt x="1967" y="1416"/>
                    <a:pt x="1960" y="1385"/>
                    <a:pt x="1960" y="1354"/>
                  </a:cubicBezTo>
                  <a:cubicBezTo>
                    <a:pt x="1960" y="1347"/>
                    <a:pt x="1957" y="1337"/>
                    <a:pt x="1957" y="1330"/>
                  </a:cubicBezTo>
                  <a:cubicBezTo>
                    <a:pt x="1950" y="1310"/>
                    <a:pt x="1950" y="1286"/>
                    <a:pt x="1950" y="1265"/>
                  </a:cubicBezTo>
                  <a:cubicBezTo>
                    <a:pt x="1950" y="1255"/>
                    <a:pt x="1947" y="1245"/>
                    <a:pt x="1947" y="1227"/>
                  </a:cubicBezTo>
                  <a:cubicBezTo>
                    <a:pt x="1943" y="1207"/>
                    <a:pt x="1940" y="1186"/>
                    <a:pt x="1940" y="1166"/>
                  </a:cubicBezTo>
                  <a:cubicBezTo>
                    <a:pt x="1940" y="1156"/>
                    <a:pt x="1937" y="1145"/>
                    <a:pt x="1937" y="1132"/>
                  </a:cubicBezTo>
                  <a:cubicBezTo>
                    <a:pt x="1933" y="1111"/>
                    <a:pt x="1930" y="1094"/>
                    <a:pt x="1930" y="1073"/>
                  </a:cubicBezTo>
                  <a:cubicBezTo>
                    <a:pt x="1926" y="1063"/>
                    <a:pt x="1923" y="1049"/>
                    <a:pt x="1926" y="1039"/>
                  </a:cubicBezTo>
                  <a:cubicBezTo>
                    <a:pt x="1923" y="1018"/>
                    <a:pt x="1919" y="1001"/>
                    <a:pt x="1919" y="981"/>
                  </a:cubicBezTo>
                  <a:cubicBezTo>
                    <a:pt x="1916" y="974"/>
                    <a:pt x="1916" y="960"/>
                    <a:pt x="1916" y="950"/>
                  </a:cubicBezTo>
                  <a:cubicBezTo>
                    <a:pt x="1913" y="933"/>
                    <a:pt x="1909" y="909"/>
                    <a:pt x="1909" y="892"/>
                  </a:cubicBezTo>
                  <a:cubicBezTo>
                    <a:pt x="1906" y="881"/>
                    <a:pt x="1906" y="871"/>
                    <a:pt x="1906" y="861"/>
                  </a:cubicBezTo>
                  <a:cubicBezTo>
                    <a:pt x="1899" y="840"/>
                    <a:pt x="1899" y="816"/>
                    <a:pt x="1895" y="799"/>
                  </a:cubicBezTo>
                  <a:cubicBezTo>
                    <a:pt x="1892" y="789"/>
                    <a:pt x="1889" y="782"/>
                    <a:pt x="1889" y="772"/>
                  </a:cubicBezTo>
                  <a:cubicBezTo>
                    <a:pt x="1885" y="751"/>
                    <a:pt x="1885" y="731"/>
                    <a:pt x="1878" y="710"/>
                  </a:cubicBezTo>
                  <a:cubicBezTo>
                    <a:pt x="1875" y="703"/>
                    <a:pt x="1875" y="693"/>
                    <a:pt x="1875" y="686"/>
                  </a:cubicBezTo>
                  <a:cubicBezTo>
                    <a:pt x="1868" y="665"/>
                    <a:pt x="1868" y="641"/>
                    <a:pt x="1865" y="617"/>
                  </a:cubicBezTo>
                  <a:cubicBezTo>
                    <a:pt x="1861" y="614"/>
                    <a:pt x="1858" y="604"/>
                    <a:pt x="1858" y="597"/>
                  </a:cubicBezTo>
                  <a:cubicBezTo>
                    <a:pt x="1854" y="576"/>
                    <a:pt x="1847" y="552"/>
                    <a:pt x="1844" y="532"/>
                  </a:cubicBezTo>
                  <a:cubicBezTo>
                    <a:pt x="1837" y="528"/>
                    <a:pt x="1837" y="522"/>
                    <a:pt x="1837" y="511"/>
                  </a:cubicBezTo>
                  <a:cubicBezTo>
                    <a:pt x="1834" y="487"/>
                    <a:pt x="1827" y="467"/>
                    <a:pt x="1817" y="446"/>
                  </a:cubicBezTo>
                  <a:cubicBezTo>
                    <a:pt x="1813" y="439"/>
                    <a:pt x="1813" y="436"/>
                    <a:pt x="1813" y="426"/>
                  </a:cubicBezTo>
                  <a:cubicBezTo>
                    <a:pt x="1810" y="398"/>
                    <a:pt x="1803" y="374"/>
                    <a:pt x="1793" y="354"/>
                  </a:cubicBezTo>
                  <a:cubicBezTo>
                    <a:pt x="1789" y="350"/>
                    <a:pt x="1786" y="343"/>
                    <a:pt x="1786" y="336"/>
                  </a:cubicBezTo>
                  <a:cubicBezTo>
                    <a:pt x="1782" y="313"/>
                    <a:pt x="1775" y="289"/>
                    <a:pt x="1765" y="265"/>
                  </a:cubicBezTo>
                  <a:cubicBezTo>
                    <a:pt x="1762" y="261"/>
                    <a:pt x="1762" y="261"/>
                    <a:pt x="1762" y="254"/>
                  </a:cubicBezTo>
                  <a:cubicBezTo>
                    <a:pt x="1755" y="230"/>
                    <a:pt x="1745" y="206"/>
                    <a:pt x="1741" y="179"/>
                  </a:cubicBezTo>
                  <a:cubicBezTo>
                    <a:pt x="1741" y="175"/>
                    <a:pt x="1734" y="175"/>
                    <a:pt x="1734" y="169"/>
                  </a:cubicBezTo>
                  <a:cubicBezTo>
                    <a:pt x="1731" y="145"/>
                    <a:pt x="1714" y="117"/>
                    <a:pt x="1710" y="86"/>
                  </a:cubicBezTo>
                  <a:cubicBezTo>
                    <a:pt x="1710" y="83"/>
                    <a:pt x="1707" y="83"/>
                    <a:pt x="1703" y="83"/>
                  </a:cubicBezTo>
                  <a:cubicBezTo>
                    <a:pt x="1693" y="56"/>
                    <a:pt x="1686" y="28"/>
                    <a:pt x="1680"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5"/>
            <p:cNvSpPr/>
            <p:nvPr/>
          </p:nvSpPr>
          <p:spPr>
            <a:xfrm>
              <a:off x="6029632" y="3011992"/>
              <a:ext cx="18336" cy="15796"/>
            </a:xfrm>
            <a:custGeom>
              <a:rect b="b" l="l" r="r" t="t"/>
              <a:pathLst>
                <a:path extrusionOk="0" h="603" w="700">
                  <a:moveTo>
                    <a:pt x="402" y="1"/>
                  </a:moveTo>
                  <a:cubicBezTo>
                    <a:pt x="134" y="1"/>
                    <a:pt x="1" y="326"/>
                    <a:pt x="189" y="515"/>
                  </a:cubicBezTo>
                  <a:cubicBezTo>
                    <a:pt x="250" y="576"/>
                    <a:pt x="325" y="603"/>
                    <a:pt x="398" y="603"/>
                  </a:cubicBezTo>
                  <a:cubicBezTo>
                    <a:pt x="552" y="603"/>
                    <a:pt x="700" y="483"/>
                    <a:pt x="700" y="302"/>
                  </a:cubicBezTo>
                  <a:cubicBezTo>
                    <a:pt x="700" y="138"/>
                    <a:pt x="566" y="1"/>
                    <a:pt x="402"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85"/>
            <p:cNvSpPr/>
            <p:nvPr/>
          </p:nvSpPr>
          <p:spPr>
            <a:xfrm>
              <a:off x="5990497" y="3070433"/>
              <a:ext cx="16372" cy="13962"/>
            </a:xfrm>
            <a:custGeom>
              <a:rect b="b" l="l" r="r" t="t"/>
              <a:pathLst>
                <a:path extrusionOk="0" h="533" w="625">
                  <a:moveTo>
                    <a:pt x="357" y="0"/>
                  </a:moveTo>
                  <a:cubicBezTo>
                    <a:pt x="117" y="0"/>
                    <a:pt x="1" y="285"/>
                    <a:pt x="168" y="453"/>
                  </a:cubicBezTo>
                  <a:cubicBezTo>
                    <a:pt x="223" y="508"/>
                    <a:pt x="290" y="532"/>
                    <a:pt x="356" y="532"/>
                  </a:cubicBezTo>
                  <a:cubicBezTo>
                    <a:pt x="492" y="532"/>
                    <a:pt x="621" y="427"/>
                    <a:pt x="621" y="268"/>
                  </a:cubicBezTo>
                  <a:cubicBezTo>
                    <a:pt x="624" y="120"/>
                    <a:pt x="504" y="0"/>
                    <a:pt x="3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85"/>
            <p:cNvSpPr/>
            <p:nvPr/>
          </p:nvSpPr>
          <p:spPr>
            <a:xfrm>
              <a:off x="5884564" y="3002222"/>
              <a:ext cx="16372" cy="13936"/>
            </a:xfrm>
            <a:custGeom>
              <a:rect b="b" l="l" r="r" t="t"/>
              <a:pathLst>
                <a:path extrusionOk="0" h="532" w="625">
                  <a:moveTo>
                    <a:pt x="363" y="0"/>
                  </a:moveTo>
                  <a:cubicBezTo>
                    <a:pt x="361" y="0"/>
                    <a:pt x="359" y="0"/>
                    <a:pt x="357" y="0"/>
                  </a:cubicBezTo>
                  <a:cubicBezTo>
                    <a:pt x="121" y="0"/>
                    <a:pt x="1" y="285"/>
                    <a:pt x="169" y="452"/>
                  </a:cubicBezTo>
                  <a:cubicBezTo>
                    <a:pt x="223" y="507"/>
                    <a:pt x="291" y="532"/>
                    <a:pt x="357" y="532"/>
                  </a:cubicBezTo>
                  <a:cubicBezTo>
                    <a:pt x="493" y="532"/>
                    <a:pt x="625" y="426"/>
                    <a:pt x="625" y="264"/>
                  </a:cubicBezTo>
                  <a:cubicBezTo>
                    <a:pt x="625" y="119"/>
                    <a:pt x="508" y="0"/>
                    <a:pt x="363"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5"/>
            <p:cNvSpPr/>
            <p:nvPr/>
          </p:nvSpPr>
          <p:spPr>
            <a:xfrm>
              <a:off x="5907459" y="3070433"/>
              <a:ext cx="16372" cy="13962"/>
            </a:xfrm>
            <a:custGeom>
              <a:rect b="b" l="l" r="r" t="t"/>
              <a:pathLst>
                <a:path extrusionOk="0" h="533" w="625">
                  <a:moveTo>
                    <a:pt x="357" y="0"/>
                  </a:moveTo>
                  <a:cubicBezTo>
                    <a:pt x="121" y="0"/>
                    <a:pt x="1" y="285"/>
                    <a:pt x="169" y="453"/>
                  </a:cubicBezTo>
                  <a:cubicBezTo>
                    <a:pt x="223" y="508"/>
                    <a:pt x="291" y="532"/>
                    <a:pt x="357" y="532"/>
                  </a:cubicBezTo>
                  <a:cubicBezTo>
                    <a:pt x="494" y="532"/>
                    <a:pt x="624" y="427"/>
                    <a:pt x="624" y="268"/>
                  </a:cubicBezTo>
                  <a:cubicBezTo>
                    <a:pt x="624" y="120"/>
                    <a:pt x="504" y="0"/>
                    <a:pt x="3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5"/>
            <p:cNvSpPr/>
            <p:nvPr/>
          </p:nvSpPr>
          <p:spPr>
            <a:xfrm>
              <a:off x="5950733" y="3016839"/>
              <a:ext cx="16712" cy="16739"/>
            </a:xfrm>
            <a:custGeom>
              <a:rect b="b" l="l" r="r" t="t"/>
              <a:pathLst>
                <a:path extrusionOk="0" h="639" w="638">
                  <a:moveTo>
                    <a:pt x="319" y="1"/>
                  </a:moveTo>
                  <a:cubicBezTo>
                    <a:pt x="141" y="1"/>
                    <a:pt x="0" y="145"/>
                    <a:pt x="0" y="319"/>
                  </a:cubicBezTo>
                  <a:cubicBezTo>
                    <a:pt x="0" y="494"/>
                    <a:pt x="141" y="638"/>
                    <a:pt x="319" y="638"/>
                  </a:cubicBezTo>
                  <a:cubicBezTo>
                    <a:pt x="494" y="638"/>
                    <a:pt x="638" y="494"/>
                    <a:pt x="634" y="319"/>
                  </a:cubicBezTo>
                  <a:cubicBezTo>
                    <a:pt x="638" y="145"/>
                    <a:pt x="494" y="1"/>
                    <a:pt x="31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85"/>
            <p:cNvSpPr/>
            <p:nvPr/>
          </p:nvSpPr>
          <p:spPr>
            <a:xfrm>
              <a:off x="5798854" y="2759132"/>
              <a:ext cx="297130" cy="358898"/>
            </a:xfrm>
            <a:custGeom>
              <a:rect b="b" l="l" r="r" t="t"/>
              <a:pathLst>
                <a:path extrusionOk="0" h="13701" w="11343">
                  <a:moveTo>
                    <a:pt x="3738" y="8085"/>
                  </a:moveTo>
                  <a:cubicBezTo>
                    <a:pt x="4479" y="8085"/>
                    <a:pt x="5189" y="8276"/>
                    <a:pt x="5853" y="8660"/>
                  </a:cubicBezTo>
                  <a:cubicBezTo>
                    <a:pt x="6577" y="9074"/>
                    <a:pt x="7278" y="9213"/>
                    <a:pt x="7892" y="9213"/>
                  </a:cubicBezTo>
                  <a:cubicBezTo>
                    <a:pt x="8359" y="9213"/>
                    <a:pt x="8777" y="9133"/>
                    <a:pt x="9116" y="9033"/>
                  </a:cubicBezTo>
                  <a:cubicBezTo>
                    <a:pt x="9527" y="8907"/>
                    <a:pt x="9921" y="8732"/>
                    <a:pt x="10288" y="8509"/>
                  </a:cubicBezTo>
                  <a:lnTo>
                    <a:pt x="10288" y="8509"/>
                  </a:lnTo>
                  <a:cubicBezTo>
                    <a:pt x="10733" y="10068"/>
                    <a:pt x="10342" y="11730"/>
                    <a:pt x="9181" y="12913"/>
                  </a:cubicBezTo>
                  <a:cubicBezTo>
                    <a:pt x="8941" y="13156"/>
                    <a:pt x="8608" y="13296"/>
                    <a:pt x="8266" y="13296"/>
                  </a:cubicBezTo>
                  <a:lnTo>
                    <a:pt x="3640" y="13296"/>
                  </a:lnTo>
                  <a:cubicBezTo>
                    <a:pt x="3293" y="13296"/>
                    <a:pt x="2964" y="13159"/>
                    <a:pt x="2721" y="12913"/>
                  </a:cubicBezTo>
                  <a:cubicBezTo>
                    <a:pt x="1662" y="11833"/>
                    <a:pt x="1162" y="10257"/>
                    <a:pt x="1587" y="8612"/>
                  </a:cubicBezTo>
                  <a:cubicBezTo>
                    <a:pt x="1988" y="8410"/>
                    <a:pt x="2413" y="8262"/>
                    <a:pt x="2851" y="8173"/>
                  </a:cubicBezTo>
                  <a:cubicBezTo>
                    <a:pt x="3151" y="8114"/>
                    <a:pt x="3447" y="8085"/>
                    <a:pt x="3738" y="8085"/>
                  </a:cubicBezTo>
                  <a:close/>
                  <a:moveTo>
                    <a:pt x="4058" y="0"/>
                  </a:moveTo>
                  <a:cubicBezTo>
                    <a:pt x="3763" y="0"/>
                    <a:pt x="3523" y="240"/>
                    <a:pt x="3526" y="532"/>
                  </a:cubicBezTo>
                  <a:lnTo>
                    <a:pt x="3526" y="1004"/>
                  </a:lnTo>
                  <a:cubicBezTo>
                    <a:pt x="3523" y="1299"/>
                    <a:pt x="3763" y="1536"/>
                    <a:pt x="4058" y="1536"/>
                  </a:cubicBezTo>
                  <a:lnTo>
                    <a:pt x="4342" y="1536"/>
                  </a:lnTo>
                  <a:lnTo>
                    <a:pt x="4342" y="3194"/>
                  </a:lnTo>
                  <a:cubicBezTo>
                    <a:pt x="4345" y="3304"/>
                    <a:pt x="4435" y="3393"/>
                    <a:pt x="4544" y="3393"/>
                  </a:cubicBezTo>
                  <a:cubicBezTo>
                    <a:pt x="4654" y="3393"/>
                    <a:pt x="4743" y="3304"/>
                    <a:pt x="4743" y="3194"/>
                  </a:cubicBezTo>
                  <a:lnTo>
                    <a:pt x="4743" y="1536"/>
                  </a:lnTo>
                  <a:lnTo>
                    <a:pt x="7155" y="1536"/>
                  </a:lnTo>
                  <a:lnTo>
                    <a:pt x="7155" y="4884"/>
                  </a:lnTo>
                  <a:cubicBezTo>
                    <a:pt x="7152" y="5182"/>
                    <a:pt x="7337" y="5449"/>
                    <a:pt x="7615" y="5555"/>
                  </a:cubicBezTo>
                  <a:cubicBezTo>
                    <a:pt x="8780" y="6018"/>
                    <a:pt x="9698" y="6946"/>
                    <a:pt x="10154" y="8118"/>
                  </a:cubicBezTo>
                  <a:cubicBezTo>
                    <a:pt x="9791" y="8351"/>
                    <a:pt x="9400" y="8533"/>
                    <a:pt x="8985" y="8656"/>
                  </a:cubicBezTo>
                  <a:cubicBezTo>
                    <a:pt x="8612" y="8765"/>
                    <a:pt x="8244" y="8819"/>
                    <a:pt x="7882" y="8819"/>
                  </a:cubicBezTo>
                  <a:cubicBezTo>
                    <a:pt x="7249" y="8819"/>
                    <a:pt x="6637" y="8652"/>
                    <a:pt x="6052" y="8314"/>
                  </a:cubicBezTo>
                  <a:cubicBezTo>
                    <a:pt x="5313" y="7891"/>
                    <a:pt x="4511" y="7690"/>
                    <a:pt x="3710" y="7690"/>
                  </a:cubicBezTo>
                  <a:cubicBezTo>
                    <a:pt x="3048" y="7690"/>
                    <a:pt x="2386" y="7828"/>
                    <a:pt x="1758" y="8091"/>
                  </a:cubicBezTo>
                  <a:cubicBezTo>
                    <a:pt x="2211" y="6929"/>
                    <a:pt x="3129" y="6004"/>
                    <a:pt x="4294" y="5548"/>
                  </a:cubicBezTo>
                  <a:cubicBezTo>
                    <a:pt x="4572" y="5442"/>
                    <a:pt x="4753" y="5175"/>
                    <a:pt x="4757" y="4877"/>
                  </a:cubicBezTo>
                  <a:lnTo>
                    <a:pt x="4757" y="4198"/>
                  </a:lnTo>
                  <a:cubicBezTo>
                    <a:pt x="4757" y="4065"/>
                    <a:pt x="4656" y="3998"/>
                    <a:pt x="4556" y="3998"/>
                  </a:cubicBezTo>
                  <a:cubicBezTo>
                    <a:pt x="4456" y="3998"/>
                    <a:pt x="4356" y="4065"/>
                    <a:pt x="4356" y="4198"/>
                  </a:cubicBezTo>
                  <a:lnTo>
                    <a:pt x="4356" y="4877"/>
                  </a:lnTo>
                  <a:cubicBezTo>
                    <a:pt x="4356" y="5010"/>
                    <a:pt x="4274" y="5127"/>
                    <a:pt x="4150" y="5175"/>
                  </a:cubicBezTo>
                  <a:cubicBezTo>
                    <a:pt x="874" y="6470"/>
                    <a:pt x="0" y="10702"/>
                    <a:pt x="2447" y="13194"/>
                  </a:cubicBezTo>
                  <a:cubicBezTo>
                    <a:pt x="2766" y="13516"/>
                    <a:pt x="3198" y="13697"/>
                    <a:pt x="3650" y="13701"/>
                  </a:cubicBezTo>
                  <a:lnTo>
                    <a:pt x="8273" y="13701"/>
                  </a:lnTo>
                  <a:cubicBezTo>
                    <a:pt x="8725" y="13701"/>
                    <a:pt x="9157" y="13519"/>
                    <a:pt x="9475" y="13194"/>
                  </a:cubicBezTo>
                  <a:cubicBezTo>
                    <a:pt x="11134" y="11494"/>
                    <a:pt x="11343" y="8852"/>
                    <a:pt x="9965" y="6916"/>
                  </a:cubicBezTo>
                  <a:cubicBezTo>
                    <a:pt x="9414" y="6134"/>
                    <a:pt x="8646" y="5531"/>
                    <a:pt x="7759" y="5178"/>
                  </a:cubicBezTo>
                  <a:cubicBezTo>
                    <a:pt x="7635" y="5134"/>
                    <a:pt x="7553" y="5014"/>
                    <a:pt x="7553" y="4884"/>
                  </a:cubicBezTo>
                  <a:lnTo>
                    <a:pt x="7553" y="1536"/>
                  </a:lnTo>
                  <a:lnTo>
                    <a:pt x="7841" y="1536"/>
                  </a:lnTo>
                  <a:cubicBezTo>
                    <a:pt x="8132" y="1536"/>
                    <a:pt x="8372" y="1299"/>
                    <a:pt x="8372" y="1004"/>
                  </a:cubicBezTo>
                  <a:lnTo>
                    <a:pt x="8372" y="532"/>
                  </a:lnTo>
                  <a:cubicBezTo>
                    <a:pt x="8372" y="237"/>
                    <a:pt x="8132" y="0"/>
                    <a:pt x="7841" y="0"/>
                  </a:cubicBezTo>
                  <a:lnTo>
                    <a:pt x="6782" y="0"/>
                  </a:lnTo>
                  <a:cubicBezTo>
                    <a:pt x="6515" y="0"/>
                    <a:pt x="6515" y="401"/>
                    <a:pt x="6782" y="401"/>
                  </a:cubicBezTo>
                  <a:lnTo>
                    <a:pt x="7841" y="401"/>
                  </a:lnTo>
                  <a:cubicBezTo>
                    <a:pt x="7843" y="401"/>
                    <a:pt x="7845" y="401"/>
                    <a:pt x="7847" y="401"/>
                  </a:cubicBezTo>
                  <a:cubicBezTo>
                    <a:pt x="7916" y="401"/>
                    <a:pt x="7974" y="461"/>
                    <a:pt x="7971" y="532"/>
                  </a:cubicBezTo>
                  <a:lnTo>
                    <a:pt x="7971" y="1004"/>
                  </a:lnTo>
                  <a:cubicBezTo>
                    <a:pt x="7974" y="1076"/>
                    <a:pt x="7913" y="1138"/>
                    <a:pt x="7841" y="1138"/>
                  </a:cubicBezTo>
                  <a:lnTo>
                    <a:pt x="4058" y="1138"/>
                  </a:lnTo>
                  <a:cubicBezTo>
                    <a:pt x="3982" y="1138"/>
                    <a:pt x="3924" y="1076"/>
                    <a:pt x="3924" y="1004"/>
                  </a:cubicBezTo>
                  <a:lnTo>
                    <a:pt x="3924" y="532"/>
                  </a:lnTo>
                  <a:cubicBezTo>
                    <a:pt x="3924" y="461"/>
                    <a:pt x="3979" y="401"/>
                    <a:pt x="4052" y="401"/>
                  </a:cubicBezTo>
                  <a:cubicBezTo>
                    <a:pt x="4054" y="401"/>
                    <a:pt x="4056" y="401"/>
                    <a:pt x="4058" y="401"/>
                  </a:cubicBezTo>
                  <a:lnTo>
                    <a:pt x="5798" y="401"/>
                  </a:lnTo>
                  <a:cubicBezTo>
                    <a:pt x="5908" y="401"/>
                    <a:pt x="5997" y="309"/>
                    <a:pt x="5997" y="199"/>
                  </a:cubicBezTo>
                  <a:cubicBezTo>
                    <a:pt x="5997" y="89"/>
                    <a:pt x="5908" y="0"/>
                    <a:pt x="5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2" name="Google Shape;12262;p85"/>
          <p:cNvGrpSpPr/>
          <p:nvPr/>
        </p:nvGrpSpPr>
        <p:grpSpPr>
          <a:xfrm>
            <a:off x="6324614" y="2756696"/>
            <a:ext cx="351799" cy="351904"/>
            <a:chOff x="6324614" y="2756696"/>
            <a:chExt cx="351799" cy="351904"/>
          </a:xfrm>
        </p:grpSpPr>
        <p:sp>
          <p:nvSpPr>
            <p:cNvPr id="12263" name="Google Shape;12263;p85"/>
            <p:cNvSpPr/>
            <p:nvPr/>
          </p:nvSpPr>
          <p:spPr>
            <a:xfrm>
              <a:off x="6329722" y="2761830"/>
              <a:ext cx="258990" cy="170739"/>
            </a:xfrm>
            <a:custGeom>
              <a:rect b="b" l="l" r="r" t="t"/>
              <a:pathLst>
                <a:path extrusionOk="0" h="6518" w="9887">
                  <a:moveTo>
                    <a:pt x="840" y="0"/>
                  </a:moveTo>
                  <a:cubicBezTo>
                    <a:pt x="377" y="0"/>
                    <a:pt x="0" y="377"/>
                    <a:pt x="0" y="843"/>
                  </a:cubicBezTo>
                  <a:lnTo>
                    <a:pt x="0" y="6309"/>
                  </a:lnTo>
                  <a:cubicBezTo>
                    <a:pt x="0" y="6425"/>
                    <a:pt x="93" y="6518"/>
                    <a:pt x="209" y="6518"/>
                  </a:cubicBezTo>
                  <a:lnTo>
                    <a:pt x="2313" y="6518"/>
                  </a:lnTo>
                  <a:cubicBezTo>
                    <a:pt x="2546" y="6518"/>
                    <a:pt x="2735" y="6329"/>
                    <a:pt x="2735" y="6100"/>
                  </a:cubicBezTo>
                  <a:lnTo>
                    <a:pt x="2735" y="5678"/>
                  </a:lnTo>
                  <a:cubicBezTo>
                    <a:pt x="2738" y="5497"/>
                    <a:pt x="2663" y="5322"/>
                    <a:pt x="2526" y="5202"/>
                  </a:cubicBezTo>
                  <a:cubicBezTo>
                    <a:pt x="2149" y="4894"/>
                    <a:pt x="2008" y="4383"/>
                    <a:pt x="2170" y="3924"/>
                  </a:cubicBezTo>
                  <a:cubicBezTo>
                    <a:pt x="2334" y="3465"/>
                    <a:pt x="2766" y="3156"/>
                    <a:pt x="3252" y="3153"/>
                  </a:cubicBezTo>
                  <a:cubicBezTo>
                    <a:pt x="3255" y="3153"/>
                    <a:pt x="3258" y="3153"/>
                    <a:pt x="3261" y="3153"/>
                  </a:cubicBezTo>
                  <a:cubicBezTo>
                    <a:pt x="3747" y="3153"/>
                    <a:pt x="4179" y="3457"/>
                    <a:pt x="4346" y="3910"/>
                  </a:cubicBezTo>
                  <a:cubicBezTo>
                    <a:pt x="4513" y="4369"/>
                    <a:pt x="4376" y="4880"/>
                    <a:pt x="4006" y="5195"/>
                  </a:cubicBezTo>
                  <a:cubicBezTo>
                    <a:pt x="3866" y="5315"/>
                    <a:pt x="3787" y="5486"/>
                    <a:pt x="3787" y="5672"/>
                  </a:cubicBezTo>
                  <a:lnTo>
                    <a:pt x="3787" y="6100"/>
                  </a:lnTo>
                  <a:cubicBezTo>
                    <a:pt x="3787" y="6333"/>
                    <a:pt x="3975" y="6518"/>
                    <a:pt x="4205" y="6518"/>
                  </a:cubicBezTo>
                  <a:lnTo>
                    <a:pt x="6518" y="6518"/>
                  </a:lnTo>
                  <a:lnTo>
                    <a:pt x="6518" y="4205"/>
                  </a:lnTo>
                  <a:cubicBezTo>
                    <a:pt x="6518" y="3975"/>
                    <a:pt x="6707" y="3787"/>
                    <a:pt x="6940" y="3787"/>
                  </a:cubicBezTo>
                  <a:lnTo>
                    <a:pt x="7368" y="3787"/>
                  </a:lnTo>
                  <a:cubicBezTo>
                    <a:pt x="7550" y="3787"/>
                    <a:pt x="7724" y="3866"/>
                    <a:pt x="7844" y="4006"/>
                  </a:cubicBezTo>
                  <a:cubicBezTo>
                    <a:pt x="8070" y="4271"/>
                    <a:pt x="8395" y="4416"/>
                    <a:pt x="8730" y="4416"/>
                  </a:cubicBezTo>
                  <a:cubicBezTo>
                    <a:pt x="8864" y="4416"/>
                    <a:pt x="8999" y="4393"/>
                    <a:pt x="9129" y="4345"/>
                  </a:cubicBezTo>
                  <a:cubicBezTo>
                    <a:pt x="9585" y="4177"/>
                    <a:pt x="9887" y="3742"/>
                    <a:pt x="9887" y="3256"/>
                  </a:cubicBezTo>
                  <a:cubicBezTo>
                    <a:pt x="9883" y="2766"/>
                    <a:pt x="9575" y="2334"/>
                    <a:pt x="9116" y="2169"/>
                  </a:cubicBezTo>
                  <a:cubicBezTo>
                    <a:pt x="8989" y="2125"/>
                    <a:pt x="8859" y="2104"/>
                    <a:pt x="8730" y="2104"/>
                  </a:cubicBezTo>
                  <a:cubicBezTo>
                    <a:pt x="8391" y="2104"/>
                    <a:pt x="8061" y="2253"/>
                    <a:pt x="7837" y="2526"/>
                  </a:cubicBezTo>
                  <a:cubicBezTo>
                    <a:pt x="7720" y="2660"/>
                    <a:pt x="7550" y="2735"/>
                    <a:pt x="7373" y="2735"/>
                  </a:cubicBezTo>
                  <a:cubicBezTo>
                    <a:pt x="7369" y="2735"/>
                    <a:pt x="7365" y="2735"/>
                    <a:pt x="7361" y="2735"/>
                  </a:cubicBezTo>
                  <a:lnTo>
                    <a:pt x="6940" y="2735"/>
                  </a:lnTo>
                  <a:cubicBezTo>
                    <a:pt x="6707" y="2735"/>
                    <a:pt x="6522" y="2546"/>
                    <a:pt x="6522" y="2313"/>
                  </a:cubicBezTo>
                  <a:lnTo>
                    <a:pt x="6522" y="213"/>
                  </a:lnTo>
                  <a:cubicBezTo>
                    <a:pt x="6522" y="93"/>
                    <a:pt x="6426" y="0"/>
                    <a:pt x="63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85"/>
            <p:cNvSpPr/>
            <p:nvPr/>
          </p:nvSpPr>
          <p:spPr>
            <a:xfrm>
              <a:off x="6500540" y="2761830"/>
              <a:ext cx="170765" cy="258990"/>
            </a:xfrm>
            <a:custGeom>
              <a:rect b="b" l="l" r="r" t="t"/>
              <a:pathLst>
                <a:path extrusionOk="0" h="9887" w="6519">
                  <a:moveTo>
                    <a:pt x="210" y="0"/>
                  </a:moveTo>
                  <a:cubicBezTo>
                    <a:pt x="93" y="0"/>
                    <a:pt x="1" y="96"/>
                    <a:pt x="1" y="213"/>
                  </a:cubicBezTo>
                  <a:lnTo>
                    <a:pt x="1" y="2313"/>
                  </a:lnTo>
                  <a:cubicBezTo>
                    <a:pt x="1" y="2546"/>
                    <a:pt x="189" y="2735"/>
                    <a:pt x="422" y="2735"/>
                  </a:cubicBezTo>
                  <a:lnTo>
                    <a:pt x="840" y="2735"/>
                  </a:lnTo>
                  <a:cubicBezTo>
                    <a:pt x="844" y="2735"/>
                    <a:pt x="848" y="2735"/>
                    <a:pt x="852" y="2735"/>
                  </a:cubicBezTo>
                  <a:cubicBezTo>
                    <a:pt x="1029" y="2735"/>
                    <a:pt x="1199" y="2660"/>
                    <a:pt x="1316" y="2526"/>
                  </a:cubicBezTo>
                  <a:cubicBezTo>
                    <a:pt x="1540" y="2253"/>
                    <a:pt x="1872" y="2104"/>
                    <a:pt x="2212" y="2104"/>
                  </a:cubicBezTo>
                  <a:cubicBezTo>
                    <a:pt x="2341" y="2104"/>
                    <a:pt x="2472" y="2125"/>
                    <a:pt x="2598" y="2169"/>
                  </a:cubicBezTo>
                  <a:cubicBezTo>
                    <a:pt x="3054" y="2334"/>
                    <a:pt x="3362" y="2766"/>
                    <a:pt x="3366" y="3256"/>
                  </a:cubicBezTo>
                  <a:cubicBezTo>
                    <a:pt x="3369" y="3742"/>
                    <a:pt x="3064" y="4177"/>
                    <a:pt x="2608" y="4345"/>
                  </a:cubicBezTo>
                  <a:cubicBezTo>
                    <a:pt x="2479" y="4393"/>
                    <a:pt x="2344" y="4416"/>
                    <a:pt x="2211" y="4416"/>
                  </a:cubicBezTo>
                  <a:cubicBezTo>
                    <a:pt x="1876" y="4416"/>
                    <a:pt x="1549" y="4271"/>
                    <a:pt x="1323" y="4006"/>
                  </a:cubicBezTo>
                  <a:cubicBezTo>
                    <a:pt x="1207" y="3866"/>
                    <a:pt x="1032" y="3787"/>
                    <a:pt x="847" y="3787"/>
                  </a:cubicBezTo>
                  <a:lnTo>
                    <a:pt x="419" y="3787"/>
                  </a:lnTo>
                  <a:cubicBezTo>
                    <a:pt x="189" y="3787"/>
                    <a:pt x="1" y="3975"/>
                    <a:pt x="1" y="4208"/>
                  </a:cubicBezTo>
                  <a:lnTo>
                    <a:pt x="1" y="6521"/>
                  </a:lnTo>
                  <a:lnTo>
                    <a:pt x="2314" y="6521"/>
                  </a:lnTo>
                  <a:cubicBezTo>
                    <a:pt x="2543" y="6521"/>
                    <a:pt x="2732" y="6706"/>
                    <a:pt x="2732" y="6939"/>
                  </a:cubicBezTo>
                  <a:lnTo>
                    <a:pt x="2732" y="7368"/>
                  </a:lnTo>
                  <a:cubicBezTo>
                    <a:pt x="2732" y="7553"/>
                    <a:pt x="2653" y="7724"/>
                    <a:pt x="2512" y="7844"/>
                  </a:cubicBezTo>
                  <a:cubicBezTo>
                    <a:pt x="2142" y="8159"/>
                    <a:pt x="2005" y="8670"/>
                    <a:pt x="2173" y="9129"/>
                  </a:cubicBezTo>
                  <a:cubicBezTo>
                    <a:pt x="2340" y="9582"/>
                    <a:pt x="2771" y="9886"/>
                    <a:pt x="3258" y="9886"/>
                  </a:cubicBezTo>
                  <a:cubicBezTo>
                    <a:pt x="3261" y="9886"/>
                    <a:pt x="3264" y="9886"/>
                    <a:pt x="3266" y="9886"/>
                  </a:cubicBezTo>
                  <a:cubicBezTo>
                    <a:pt x="3753" y="9883"/>
                    <a:pt x="4185" y="9575"/>
                    <a:pt x="4349" y="9115"/>
                  </a:cubicBezTo>
                  <a:cubicBezTo>
                    <a:pt x="4510" y="8656"/>
                    <a:pt x="4370" y="8146"/>
                    <a:pt x="3993" y="7837"/>
                  </a:cubicBezTo>
                  <a:cubicBezTo>
                    <a:pt x="3856" y="7717"/>
                    <a:pt x="3780" y="7543"/>
                    <a:pt x="3784" y="7361"/>
                  </a:cubicBezTo>
                  <a:lnTo>
                    <a:pt x="3784" y="6939"/>
                  </a:lnTo>
                  <a:cubicBezTo>
                    <a:pt x="3784" y="6710"/>
                    <a:pt x="3972" y="6521"/>
                    <a:pt x="4205" y="6521"/>
                  </a:cubicBezTo>
                  <a:lnTo>
                    <a:pt x="6309" y="6521"/>
                  </a:lnTo>
                  <a:cubicBezTo>
                    <a:pt x="6426" y="6521"/>
                    <a:pt x="6518" y="6425"/>
                    <a:pt x="6518" y="6309"/>
                  </a:cubicBezTo>
                  <a:lnTo>
                    <a:pt x="6518" y="843"/>
                  </a:lnTo>
                  <a:cubicBezTo>
                    <a:pt x="6518" y="377"/>
                    <a:pt x="6141" y="0"/>
                    <a:pt x="56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85"/>
            <p:cNvSpPr/>
            <p:nvPr/>
          </p:nvSpPr>
          <p:spPr>
            <a:xfrm>
              <a:off x="6412315" y="2932648"/>
              <a:ext cx="258990" cy="170765"/>
            </a:xfrm>
            <a:custGeom>
              <a:rect b="b" l="l" r="r" t="t"/>
              <a:pathLst>
                <a:path extrusionOk="0" h="6519" w="9887">
                  <a:moveTo>
                    <a:pt x="3369" y="0"/>
                  </a:moveTo>
                  <a:lnTo>
                    <a:pt x="3369" y="2313"/>
                  </a:lnTo>
                  <a:cubicBezTo>
                    <a:pt x="3369" y="2544"/>
                    <a:pt x="3183" y="2732"/>
                    <a:pt x="2953" y="2732"/>
                  </a:cubicBezTo>
                  <a:cubicBezTo>
                    <a:pt x="2951" y="2732"/>
                    <a:pt x="2949" y="2732"/>
                    <a:pt x="2947" y="2732"/>
                  </a:cubicBezTo>
                  <a:lnTo>
                    <a:pt x="2519" y="2732"/>
                  </a:lnTo>
                  <a:cubicBezTo>
                    <a:pt x="2515" y="2732"/>
                    <a:pt x="2511" y="2732"/>
                    <a:pt x="2508" y="2732"/>
                  </a:cubicBezTo>
                  <a:cubicBezTo>
                    <a:pt x="2330" y="2732"/>
                    <a:pt x="2160" y="2650"/>
                    <a:pt x="2042" y="2516"/>
                  </a:cubicBezTo>
                  <a:cubicBezTo>
                    <a:pt x="1817" y="2248"/>
                    <a:pt x="1491" y="2102"/>
                    <a:pt x="1156" y="2102"/>
                  </a:cubicBezTo>
                  <a:cubicBezTo>
                    <a:pt x="1023" y="2102"/>
                    <a:pt x="888" y="2125"/>
                    <a:pt x="757" y="2173"/>
                  </a:cubicBezTo>
                  <a:cubicBezTo>
                    <a:pt x="302" y="2341"/>
                    <a:pt x="0" y="2779"/>
                    <a:pt x="0" y="3266"/>
                  </a:cubicBezTo>
                  <a:cubicBezTo>
                    <a:pt x="3" y="3753"/>
                    <a:pt x="312" y="4184"/>
                    <a:pt x="771" y="4349"/>
                  </a:cubicBezTo>
                  <a:cubicBezTo>
                    <a:pt x="898" y="4394"/>
                    <a:pt x="1028" y="4416"/>
                    <a:pt x="1158" y="4416"/>
                  </a:cubicBezTo>
                  <a:cubicBezTo>
                    <a:pt x="1497" y="4416"/>
                    <a:pt x="1826" y="4265"/>
                    <a:pt x="2049" y="3993"/>
                  </a:cubicBezTo>
                  <a:cubicBezTo>
                    <a:pt x="2167" y="3858"/>
                    <a:pt x="2336" y="3783"/>
                    <a:pt x="2514" y="3783"/>
                  </a:cubicBezTo>
                  <a:cubicBezTo>
                    <a:pt x="2518" y="3783"/>
                    <a:pt x="2522" y="3783"/>
                    <a:pt x="2526" y="3784"/>
                  </a:cubicBezTo>
                  <a:lnTo>
                    <a:pt x="2947" y="3784"/>
                  </a:lnTo>
                  <a:cubicBezTo>
                    <a:pt x="3180" y="3784"/>
                    <a:pt x="3369" y="3972"/>
                    <a:pt x="3369" y="4205"/>
                  </a:cubicBezTo>
                  <a:lnTo>
                    <a:pt x="3369" y="6309"/>
                  </a:lnTo>
                  <a:cubicBezTo>
                    <a:pt x="3369" y="6426"/>
                    <a:pt x="3461" y="6518"/>
                    <a:pt x="3578" y="6518"/>
                  </a:cubicBezTo>
                  <a:lnTo>
                    <a:pt x="9047" y="6518"/>
                  </a:lnTo>
                  <a:cubicBezTo>
                    <a:pt x="9509" y="6518"/>
                    <a:pt x="9886" y="6141"/>
                    <a:pt x="9886" y="5679"/>
                  </a:cubicBezTo>
                  <a:lnTo>
                    <a:pt x="9886" y="209"/>
                  </a:lnTo>
                  <a:cubicBezTo>
                    <a:pt x="9886" y="93"/>
                    <a:pt x="9794" y="0"/>
                    <a:pt x="9677" y="0"/>
                  </a:cubicBezTo>
                  <a:lnTo>
                    <a:pt x="7573" y="0"/>
                  </a:lnTo>
                  <a:cubicBezTo>
                    <a:pt x="7340" y="0"/>
                    <a:pt x="7152" y="189"/>
                    <a:pt x="7152" y="422"/>
                  </a:cubicBezTo>
                  <a:lnTo>
                    <a:pt x="7152" y="840"/>
                  </a:lnTo>
                  <a:cubicBezTo>
                    <a:pt x="7148" y="1022"/>
                    <a:pt x="7224" y="1196"/>
                    <a:pt x="7361" y="1316"/>
                  </a:cubicBezTo>
                  <a:cubicBezTo>
                    <a:pt x="7738" y="1625"/>
                    <a:pt x="7878" y="2139"/>
                    <a:pt x="7717" y="2598"/>
                  </a:cubicBezTo>
                  <a:cubicBezTo>
                    <a:pt x="7553" y="3057"/>
                    <a:pt x="7121" y="3362"/>
                    <a:pt x="6634" y="3365"/>
                  </a:cubicBezTo>
                  <a:cubicBezTo>
                    <a:pt x="6632" y="3365"/>
                    <a:pt x="6629" y="3365"/>
                    <a:pt x="6626" y="3365"/>
                  </a:cubicBezTo>
                  <a:cubicBezTo>
                    <a:pt x="6139" y="3365"/>
                    <a:pt x="5708" y="3065"/>
                    <a:pt x="5541" y="2608"/>
                  </a:cubicBezTo>
                  <a:cubicBezTo>
                    <a:pt x="5373" y="2152"/>
                    <a:pt x="5510" y="1638"/>
                    <a:pt x="5880" y="1323"/>
                  </a:cubicBezTo>
                  <a:cubicBezTo>
                    <a:pt x="6021" y="1207"/>
                    <a:pt x="6100" y="1032"/>
                    <a:pt x="6100" y="847"/>
                  </a:cubicBezTo>
                  <a:lnTo>
                    <a:pt x="6100" y="418"/>
                  </a:lnTo>
                  <a:cubicBezTo>
                    <a:pt x="6100" y="189"/>
                    <a:pt x="5911" y="0"/>
                    <a:pt x="5682"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5"/>
            <p:cNvSpPr/>
            <p:nvPr/>
          </p:nvSpPr>
          <p:spPr>
            <a:xfrm>
              <a:off x="6329722" y="2844397"/>
              <a:ext cx="170765" cy="259016"/>
            </a:xfrm>
            <a:custGeom>
              <a:rect b="b" l="l" r="r" t="t"/>
              <a:pathLst>
                <a:path extrusionOk="0" h="9888" w="6519">
                  <a:moveTo>
                    <a:pt x="3252" y="1"/>
                  </a:moveTo>
                  <a:cubicBezTo>
                    <a:pt x="2766" y="4"/>
                    <a:pt x="2334" y="313"/>
                    <a:pt x="2170" y="772"/>
                  </a:cubicBezTo>
                  <a:cubicBezTo>
                    <a:pt x="2005" y="1231"/>
                    <a:pt x="2149" y="1742"/>
                    <a:pt x="2522" y="2053"/>
                  </a:cubicBezTo>
                  <a:cubicBezTo>
                    <a:pt x="2660" y="2170"/>
                    <a:pt x="2738" y="2345"/>
                    <a:pt x="2735" y="2530"/>
                  </a:cubicBezTo>
                  <a:lnTo>
                    <a:pt x="2735" y="2948"/>
                  </a:lnTo>
                  <a:cubicBezTo>
                    <a:pt x="2735" y="3181"/>
                    <a:pt x="2546" y="3369"/>
                    <a:pt x="2313" y="3369"/>
                  </a:cubicBezTo>
                  <a:lnTo>
                    <a:pt x="209" y="3369"/>
                  </a:lnTo>
                  <a:cubicBezTo>
                    <a:pt x="93" y="3369"/>
                    <a:pt x="0" y="3462"/>
                    <a:pt x="0" y="3578"/>
                  </a:cubicBezTo>
                  <a:lnTo>
                    <a:pt x="0" y="9048"/>
                  </a:lnTo>
                  <a:cubicBezTo>
                    <a:pt x="0" y="9510"/>
                    <a:pt x="377" y="9887"/>
                    <a:pt x="840" y="9887"/>
                  </a:cubicBezTo>
                  <a:lnTo>
                    <a:pt x="6306" y="9887"/>
                  </a:lnTo>
                  <a:cubicBezTo>
                    <a:pt x="6422" y="9887"/>
                    <a:pt x="6518" y="9795"/>
                    <a:pt x="6518" y="9678"/>
                  </a:cubicBezTo>
                  <a:lnTo>
                    <a:pt x="6518" y="7574"/>
                  </a:lnTo>
                  <a:cubicBezTo>
                    <a:pt x="6518" y="7341"/>
                    <a:pt x="6330" y="7153"/>
                    <a:pt x="6097" y="7153"/>
                  </a:cubicBezTo>
                  <a:lnTo>
                    <a:pt x="5679" y="7153"/>
                  </a:lnTo>
                  <a:cubicBezTo>
                    <a:pt x="5675" y="7152"/>
                    <a:pt x="5671" y="7152"/>
                    <a:pt x="5667" y="7152"/>
                  </a:cubicBezTo>
                  <a:cubicBezTo>
                    <a:pt x="5489" y="7152"/>
                    <a:pt x="5320" y="7227"/>
                    <a:pt x="5202" y="7362"/>
                  </a:cubicBezTo>
                  <a:cubicBezTo>
                    <a:pt x="4976" y="7635"/>
                    <a:pt x="4646" y="7784"/>
                    <a:pt x="4306" y="7784"/>
                  </a:cubicBezTo>
                  <a:cubicBezTo>
                    <a:pt x="4177" y="7784"/>
                    <a:pt x="4047" y="7762"/>
                    <a:pt x="3921" y="7718"/>
                  </a:cubicBezTo>
                  <a:cubicBezTo>
                    <a:pt x="3461" y="7553"/>
                    <a:pt x="3156" y="7122"/>
                    <a:pt x="3153" y="6635"/>
                  </a:cubicBezTo>
                  <a:cubicBezTo>
                    <a:pt x="3150" y="6148"/>
                    <a:pt x="3451" y="5710"/>
                    <a:pt x="3910" y="5542"/>
                  </a:cubicBezTo>
                  <a:cubicBezTo>
                    <a:pt x="4040" y="5494"/>
                    <a:pt x="4175" y="5471"/>
                    <a:pt x="4308" y="5471"/>
                  </a:cubicBezTo>
                  <a:cubicBezTo>
                    <a:pt x="4643" y="5471"/>
                    <a:pt x="4969" y="5617"/>
                    <a:pt x="5192" y="5881"/>
                  </a:cubicBezTo>
                  <a:cubicBezTo>
                    <a:pt x="5309" y="6019"/>
                    <a:pt x="5480" y="6101"/>
                    <a:pt x="5657" y="6101"/>
                  </a:cubicBezTo>
                  <a:cubicBezTo>
                    <a:pt x="5661" y="6101"/>
                    <a:pt x="5665" y="6101"/>
                    <a:pt x="5668" y="6101"/>
                  </a:cubicBezTo>
                  <a:lnTo>
                    <a:pt x="6097" y="6101"/>
                  </a:lnTo>
                  <a:cubicBezTo>
                    <a:pt x="6330" y="6101"/>
                    <a:pt x="6518" y="5912"/>
                    <a:pt x="6518" y="5682"/>
                  </a:cubicBezTo>
                  <a:lnTo>
                    <a:pt x="6518" y="3369"/>
                  </a:lnTo>
                  <a:lnTo>
                    <a:pt x="4205" y="3369"/>
                  </a:lnTo>
                  <a:cubicBezTo>
                    <a:pt x="3972" y="3369"/>
                    <a:pt x="3784" y="3181"/>
                    <a:pt x="3784" y="2948"/>
                  </a:cubicBezTo>
                  <a:lnTo>
                    <a:pt x="3784" y="2520"/>
                  </a:lnTo>
                  <a:cubicBezTo>
                    <a:pt x="3784" y="2338"/>
                    <a:pt x="3866" y="2163"/>
                    <a:pt x="4003" y="2043"/>
                  </a:cubicBezTo>
                  <a:cubicBezTo>
                    <a:pt x="4376" y="1731"/>
                    <a:pt x="4513" y="1217"/>
                    <a:pt x="4346" y="758"/>
                  </a:cubicBezTo>
                  <a:cubicBezTo>
                    <a:pt x="4178" y="302"/>
                    <a:pt x="3739" y="1"/>
                    <a:pt x="3252"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85"/>
            <p:cNvSpPr/>
            <p:nvPr/>
          </p:nvSpPr>
          <p:spPr>
            <a:xfrm>
              <a:off x="6329722" y="2932648"/>
              <a:ext cx="38533" cy="170765"/>
            </a:xfrm>
            <a:custGeom>
              <a:rect b="b" l="l" r="r" t="t"/>
              <a:pathLst>
                <a:path extrusionOk="0" h="6519" w="1471">
                  <a:moveTo>
                    <a:pt x="209" y="0"/>
                  </a:moveTo>
                  <a:cubicBezTo>
                    <a:pt x="93" y="0"/>
                    <a:pt x="0" y="93"/>
                    <a:pt x="0" y="209"/>
                  </a:cubicBezTo>
                  <a:lnTo>
                    <a:pt x="0" y="5679"/>
                  </a:lnTo>
                  <a:cubicBezTo>
                    <a:pt x="0" y="6141"/>
                    <a:pt x="377" y="6518"/>
                    <a:pt x="840" y="6518"/>
                  </a:cubicBezTo>
                  <a:lnTo>
                    <a:pt x="1470" y="6518"/>
                  </a:lnTo>
                  <a:cubicBezTo>
                    <a:pt x="1008" y="6518"/>
                    <a:pt x="631" y="6141"/>
                    <a:pt x="631" y="5679"/>
                  </a:cubicBezTo>
                  <a:lnTo>
                    <a:pt x="631" y="209"/>
                  </a:lnTo>
                  <a:cubicBezTo>
                    <a:pt x="631" y="93"/>
                    <a:pt x="723" y="0"/>
                    <a:pt x="840"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5"/>
            <p:cNvSpPr/>
            <p:nvPr/>
          </p:nvSpPr>
          <p:spPr>
            <a:xfrm>
              <a:off x="6381876" y="2844528"/>
              <a:ext cx="38795" cy="88146"/>
            </a:xfrm>
            <a:custGeom>
              <a:rect b="b" l="l" r="r" t="t"/>
              <a:pathLst>
                <a:path extrusionOk="0" h="3365" w="1481">
                  <a:moveTo>
                    <a:pt x="1269" y="0"/>
                  </a:moveTo>
                  <a:cubicBezTo>
                    <a:pt x="827" y="0"/>
                    <a:pt x="415" y="253"/>
                    <a:pt x="223" y="667"/>
                  </a:cubicBezTo>
                  <a:cubicBezTo>
                    <a:pt x="0" y="1144"/>
                    <a:pt x="127" y="1713"/>
                    <a:pt x="535" y="2048"/>
                  </a:cubicBezTo>
                  <a:cubicBezTo>
                    <a:pt x="672" y="2165"/>
                    <a:pt x="747" y="2340"/>
                    <a:pt x="744" y="2525"/>
                  </a:cubicBezTo>
                  <a:lnTo>
                    <a:pt x="744" y="2943"/>
                  </a:lnTo>
                  <a:cubicBezTo>
                    <a:pt x="744" y="3176"/>
                    <a:pt x="555" y="3364"/>
                    <a:pt x="322" y="3364"/>
                  </a:cubicBezTo>
                  <a:lnTo>
                    <a:pt x="744" y="3364"/>
                  </a:lnTo>
                  <a:cubicBezTo>
                    <a:pt x="977" y="3364"/>
                    <a:pt x="1165" y="3176"/>
                    <a:pt x="1165" y="2943"/>
                  </a:cubicBezTo>
                  <a:lnTo>
                    <a:pt x="1165" y="2525"/>
                  </a:lnTo>
                  <a:cubicBezTo>
                    <a:pt x="1169" y="2340"/>
                    <a:pt x="1090" y="2165"/>
                    <a:pt x="953" y="2048"/>
                  </a:cubicBezTo>
                  <a:cubicBezTo>
                    <a:pt x="199" y="1421"/>
                    <a:pt x="514" y="198"/>
                    <a:pt x="1481" y="20"/>
                  </a:cubicBezTo>
                  <a:cubicBezTo>
                    <a:pt x="1410" y="7"/>
                    <a:pt x="1339" y="0"/>
                    <a:pt x="1269"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5"/>
            <p:cNvSpPr/>
            <p:nvPr/>
          </p:nvSpPr>
          <p:spPr>
            <a:xfrm>
              <a:off x="6329722" y="2761830"/>
              <a:ext cx="38611" cy="170844"/>
            </a:xfrm>
            <a:custGeom>
              <a:rect b="b" l="l" r="r" t="t"/>
              <a:pathLst>
                <a:path extrusionOk="0" h="6522" w="1474">
                  <a:moveTo>
                    <a:pt x="840" y="0"/>
                  </a:moveTo>
                  <a:cubicBezTo>
                    <a:pt x="377" y="0"/>
                    <a:pt x="0" y="377"/>
                    <a:pt x="0" y="843"/>
                  </a:cubicBezTo>
                  <a:lnTo>
                    <a:pt x="0" y="6309"/>
                  </a:lnTo>
                  <a:cubicBezTo>
                    <a:pt x="0" y="6425"/>
                    <a:pt x="93" y="6521"/>
                    <a:pt x="209" y="6521"/>
                  </a:cubicBezTo>
                  <a:lnTo>
                    <a:pt x="840" y="6521"/>
                  </a:lnTo>
                  <a:cubicBezTo>
                    <a:pt x="723" y="6521"/>
                    <a:pt x="631" y="6425"/>
                    <a:pt x="631" y="6309"/>
                  </a:cubicBezTo>
                  <a:lnTo>
                    <a:pt x="631" y="843"/>
                  </a:lnTo>
                  <a:cubicBezTo>
                    <a:pt x="631" y="377"/>
                    <a:pt x="1008" y="0"/>
                    <a:pt x="14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5"/>
            <p:cNvSpPr/>
            <p:nvPr/>
          </p:nvSpPr>
          <p:spPr>
            <a:xfrm>
              <a:off x="6563827" y="2816683"/>
              <a:ext cx="39974" cy="60799"/>
            </a:xfrm>
            <a:custGeom>
              <a:rect b="b" l="l" r="r" t="t"/>
              <a:pathLst>
                <a:path extrusionOk="0" h="2321" w="1526">
                  <a:moveTo>
                    <a:pt x="263" y="1"/>
                  </a:moveTo>
                  <a:cubicBezTo>
                    <a:pt x="176" y="1"/>
                    <a:pt x="88" y="11"/>
                    <a:pt x="0" y="31"/>
                  </a:cubicBezTo>
                  <a:cubicBezTo>
                    <a:pt x="545" y="134"/>
                    <a:pt x="939" y="610"/>
                    <a:pt x="943" y="1162"/>
                  </a:cubicBezTo>
                  <a:cubicBezTo>
                    <a:pt x="946" y="1717"/>
                    <a:pt x="556" y="2193"/>
                    <a:pt x="14" y="2303"/>
                  </a:cubicBezTo>
                  <a:lnTo>
                    <a:pt x="7" y="2303"/>
                  </a:lnTo>
                  <a:cubicBezTo>
                    <a:pt x="78" y="2315"/>
                    <a:pt x="149" y="2321"/>
                    <a:pt x="220" y="2321"/>
                  </a:cubicBezTo>
                  <a:cubicBezTo>
                    <a:pt x="292" y="2321"/>
                    <a:pt x="364" y="2315"/>
                    <a:pt x="436" y="2303"/>
                  </a:cubicBezTo>
                  <a:cubicBezTo>
                    <a:pt x="1083" y="2207"/>
                    <a:pt x="1525" y="1587"/>
                    <a:pt x="1402" y="942"/>
                  </a:cubicBezTo>
                  <a:cubicBezTo>
                    <a:pt x="1296" y="384"/>
                    <a:pt x="807" y="1"/>
                    <a:pt x="263"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5"/>
            <p:cNvSpPr/>
            <p:nvPr/>
          </p:nvSpPr>
          <p:spPr>
            <a:xfrm>
              <a:off x="6500540" y="2761830"/>
              <a:ext cx="22030" cy="71643"/>
            </a:xfrm>
            <a:custGeom>
              <a:rect b="b" l="l" r="r" t="t"/>
              <a:pathLst>
                <a:path extrusionOk="0" h="2735" w="841">
                  <a:moveTo>
                    <a:pt x="210" y="0"/>
                  </a:moveTo>
                  <a:cubicBezTo>
                    <a:pt x="93" y="0"/>
                    <a:pt x="1" y="96"/>
                    <a:pt x="1" y="213"/>
                  </a:cubicBezTo>
                  <a:lnTo>
                    <a:pt x="1" y="2313"/>
                  </a:lnTo>
                  <a:cubicBezTo>
                    <a:pt x="1" y="2546"/>
                    <a:pt x="186" y="2735"/>
                    <a:pt x="419" y="2735"/>
                  </a:cubicBezTo>
                  <a:lnTo>
                    <a:pt x="840" y="2735"/>
                  </a:lnTo>
                  <a:cubicBezTo>
                    <a:pt x="607" y="2735"/>
                    <a:pt x="419" y="2546"/>
                    <a:pt x="419" y="2313"/>
                  </a:cubicBezTo>
                  <a:lnTo>
                    <a:pt x="419" y="213"/>
                  </a:lnTo>
                  <a:cubicBezTo>
                    <a:pt x="419" y="96"/>
                    <a:pt x="515" y="0"/>
                    <a:pt x="631"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5"/>
            <p:cNvSpPr/>
            <p:nvPr/>
          </p:nvSpPr>
          <p:spPr>
            <a:xfrm>
              <a:off x="6500540" y="2861004"/>
              <a:ext cx="22030" cy="71565"/>
            </a:xfrm>
            <a:custGeom>
              <a:rect b="b" l="l" r="r" t="t"/>
              <a:pathLst>
                <a:path extrusionOk="0" h="2732" w="841">
                  <a:moveTo>
                    <a:pt x="419" y="1"/>
                  </a:moveTo>
                  <a:cubicBezTo>
                    <a:pt x="186" y="1"/>
                    <a:pt x="1" y="189"/>
                    <a:pt x="1" y="419"/>
                  </a:cubicBezTo>
                  <a:lnTo>
                    <a:pt x="1" y="2732"/>
                  </a:lnTo>
                  <a:lnTo>
                    <a:pt x="419" y="2732"/>
                  </a:lnTo>
                  <a:lnTo>
                    <a:pt x="419" y="419"/>
                  </a:lnTo>
                  <a:cubicBezTo>
                    <a:pt x="419" y="189"/>
                    <a:pt x="607" y="1"/>
                    <a:pt x="840"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85"/>
            <p:cNvSpPr/>
            <p:nvPr/>
          </p:nvSpPr>
          <p:spPr>
            <a:xfrm>
              <a:off x="6547219" y="2932648"/>
              <a:ext cx="44191" cy="88120"/>
            </a:xfrm>
            <a:custGeom>
              <a:rect b="b" l="l" r="r" t="t"/>
              <a:pathLst>
                <a:path extrusionOk="0" h="3364" w="1687">
                  <a:moveTo>
                    <a:pt x="532" y="0"/>
                  </a:moveTo>
                  <a:cubicBezTo>
                    <a:pt x="761" y="0"/>
                    <a:pt x="950" y="189"/>
                    <a:pt x="950" y="422"/>
                  </a:cubicBezTo>
                  <a:lnTo>
                    <a:pt x="950" y="850"/>
                  </a:lnTo>
                  <a:cubicBezTo>
                    <a:pt x="950" y="1032"/>
                    <a:pt x="871" y="1207"/>
                    <a:pt x="730" y="1327"/>
                  </a:cubicBezTo>
                  <a:cubicBezTo>
                    <a:pt x="0" y="1943"/>
                    <a:pt x="292" y="3132"/>
                    <a:pt x="1227" y="3338"/>
                  </a:cubicBezTo>
                  <a:cubicBezTo>
                    <a:pt x="1309" y="3355"/>
                    <a:pt x="1392" y="3363"/>
                    <a:pt x="1476" y="3363"/>
                  </a:cubicBezTo>
                  <a:cubicBezTo>
                    <a:pt x="1546" y="3363"/>
                    <a:pt x="1616" y="3357"/>
                    <a:pt x="1686" y="3345"/>
                  </a:cubicBezTo>
                  <a:cubicBezTo>
                    <a:pt x="1673" y="3341"/>
                    <a:pt x="1659" y="3341"/>
                    <a:pt x="1649" y="3338"/>
                  </a:cubicBezTo>
                  <a:cubicBezTo>
                    <a:pt x="713" y="3132"/>
                    <a:pt x="422" y="1943"/>
                    <a:pt x="1152" y="1327"/>
                  </a:cubicBezTo>
                  <a:cubicBezTo>
                    <a:pt x="1292" y="1207"/>
                    <a:pt x="1371" y="1032"/>
                    <a:pt x="1371" y="850"/>
                  </a:cubicBezTo>
                  <a:lnTo>
                    <a:pt x="1371" y="422"/>
                  </a:lnTo>
                  <a:cubicBezTo>
                    <a:pt x="1371" y="189"/>
                    <a:pt x="1183" y="0"/>
                    <a:pt x="950"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85"/>
            <p:cNvSpPr/>
            <p:nvPr/>
          </p:nvSpPr>
          <p:spPr>
            <a:xfrm>
              <a:off x="6489512" y="2932648"/>
              <a:ext cx="22004" cy="71565"/>
            </a:xfrm>
            <a:custGeom>
              <a:rect b="b" l="l" r="r" t="t"/>
              <a:pathLst>
                <a:path extrusionOk="0" h="2732" w="840">
                  <a:moveTo>
                    <a:pt x="422" y="0"/>
                  </a:moveTo>
                  <a:lnTo>
                    <a:pt x="422" y="2313"/>
                  </a:lnTo>
                  <a:cubicBezTo>
                    <a:pt x="422" y="2546"/>
                    <a:pt x="233" y="2732"/>
                    <a:pt x="0" y="2732"/>
                  </a:cubicBezTo>
                  <a:lnTo>
                    <a:pt x="422" y="2732"/>
                  </a:lnTo>
                  <a:cubicBezTo>
                    <a:pt x="424" y="2732"/>
                    <a:pt x="426" y="2732"/>
                    <a:pt x="428" y="2732"/>
                  </a:cubicBezTo>
                  <a:cubicBezTo>
                    <a:pt x="655" y="2732"/>
                    <a:pt x="840" y="2544"/>
                    <a:pt x="840" y="2313"/>
                  </a:cubicBezTo>
                  <a:lnTo>
                    <a:pt x="840"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5"/>
            <p:cNvSpPr/>
            <p:nvPr/>
          </p:nvSpPr>
          <p:spPr>
            <a:xfrm>
              <a:off x="6408255" y="2987736"/>
              <a:ext cx="39895" cy="60825"/>
            </a:xfrm>
            <a:custGeom>
              <a:rect b="b" l="l" r="r" t="t"/>
              <a:pathLst>
                <a:path extrusionOk="0" h="2322" w="1523">
                  <a:moveTo>
                    <a:pt x="1303" y="1"/>
                  </a:moveTo>
                  <a:cubicBezTo>
                    <a:pt x="1232" y="1"/>
                    <a:pt x="1161" y="7"/>
                    <a:pt x="1091" y="19"/>
                  </a:cubicBezTo>
                  <a:cubicBezTo>
                    <a:pt x="439" y="114"/>
                    <a:pt x="1" y="735"/>
                    <a:pt x="124" y="1379"/>
                  </a:cubicBezTo>
                  <a:cubicBezTo>
                    <a:pt x="230" y="1937"/>
                    <a:pt x="715" y="2321"/>
                    <a:pt x="1257" y="2321"/>
                  </a:cubicBezTo>
                  <a:cubicBezTo>
                    <a:pt x="1344" y="2321"/>
                    <a:pt x="1433" y="2311"/>
                    <a:pt x="1522" y="2290"/>
                  </a:cubicBezTo>
                  <a:cubicBezTo>
                    <a:pt x="882" y="2171"/>
                    <a:pt x="463" y="1543"/>
                    <a:pt x="604" y="906"/>
                  </a:cubicBezTo>
                  <a:cubicBezTo>
                    <a:pt x="703" y="457"/>
                    <a:pt x="1060" y="108"/>
                    <a:pt x="1512" y="19"/>
                  </a:cubicBezTo>
                  <a:lnTo>
                    <a:pt x="1515" y="19"/>
                  </a:lnTo>
                  <a:cubicBezTo>
                    <a:pt x="1445" y="7"/>
                    <a:pt x="1374" y="1"/>
                    <a:pt x="1303"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5"/>
            <p:cNvSpPr/>
            <p:nvPr/>
          </p:nvSpPr>
          <p:spPr>
            <a:xfrm>
              <a:off x="6489512" y="3031743"/>
              <a:ext cx="27479" cy="71670"/>
            </a:xfrm>
            <a:custGeom>
              <a:rect b="b" l="l" r="r" t="t"/>
              <a:pathLst>
                <a:path extrusionOk="0" h="2736" w="1049">
                  <a:moveTo>
                    <a:pt x="0" y="1"/>
                  </a:moveTo>
                  <a:cubicBezTo>
                    <a:pt x="233" y="4"/>
                    <a:pt x="422" y="189"/>
                    <a:pt x="422" y="422"/>
                  </a:cubicBezTo>
                  <a:lnTo>
                    <a:pt x="422" y="2526"/>
                  </a:lnTo>
                  <a:cubicBezTo>
                    <a:pt x="422" y="2643"/>
                    <a:pt x="514" y="2735"/>
                    <a:pt x="631" y="2735"/>
                  </a:cubicBezTo>
                  <a:lnTo>
                    <a:pt x="1049" y="2735"/>
                  </a:lnTo>
                  <a:cubicBezTo>
                    <a:pt x="932" y="2735"/>
                    <a:pt x="840" y="2643"/>
                    <a:pt x="840" y="2526"/>
                  </a:cubicBezTo>
                  <a:lnTo>
                    <a:pt x="840" y="422"/>
                  </a:lnTo>
                  <a:cubicBezTo>
                    <a:pt x="840" y="189"/>
                    <a:pt x="651" y="1"/>
                    <a:pt x="422"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5"/>
            <p:cNvSpPr/>
            <p:nvPr/>
          </p:nvSpPr>
          <p:spPr>
            <a:xfrm>
              <a:off x="6324614" y="2756696"/>
              <a:ext cx="351799" cy="351904"/>
            </a:xfrm>
            <a:custGeom>
              <a:rect b="b" l="l" r="r" t="t"/>
              <a:pathLst>
                <a:path extrusionOk="0" h="13434" w="13430">
                  <a:moveTo>
                    <a:pt x="3460" y="3546"/>
                  </a:moveTo>
                  <a:cubicBezTo>
                    <a:pt x="3528" y="3546"/>
                    <a:pt x="3596" y="3554"/>
                    <a:pt x="3663" y="3568"/>
                  </a:cubicBezTo>
                  <a:cubicBezTo>
                    <a:pt x="4438" y="3739"/>
                    <a:pt x="4681" y="4726"/>
                    <a:pt x="4071" y="5240"/>
                  </a:cubicBezTo>
                  <a:cubicBezTo>
                    <a:pt x="3889" y="5395"/>
                    <a:pt x="3783" y="5624"/>
                    <a:pt x="3783" y="5864"/>
                  </a:cubicBezTo>
                  <a:lnTo>
                    <a:pt x="3783" y="6292"/>
                  </a:lnTo>
                  <a:cubicBezTo>
                    <a:pt x="3783" y="6635"/>
                    <a:pt x="4061" y="6909"/>
                    <a:pt x="4400" y="6913"/>
                  </a:cubicBezTo>
                  <a:lnTo>
                    <a:pt x="6518" y="6913"/>
                  </a:lnTo>
                  <a:lnTo>
                    <a:pt x="6518" y="9030"/>
                  </a:lnTo>
                  <a:cubicBezTo>
                    <a:pt x="6518" y="9154"/>
                    <a:pt x="6418" y="9253"/>
                    <a:pt x="6295" y="9253"/>
                  </a:cubicBezTo>
                  <a:lnTo>
                    <a:pt x="5867" y="9253"/>
                  </a:lnTo>
                  <a:cubicBezTo>
                    <a:pt x="5740" y="9253"/>
                    <a:pt x="5623" y="9198"/>
                    <a:pt x="5541" y="9106"/>
                  </a:cubicBezTo>
                  <a:cubicBezTo>
                    <a:pt x="5263" y="8775"/>
                    <a:pt x="4886" y="8623"/>
                    <a:pt x="4514" y="8623"/>
                  </a:cubicBezTo>
                  <a:cubicBezTo>
                    <a:pt x="3919" y="8623"/>
                    <a:pt x="3335" y="9013"/>
                    <a:pt x="3187" y="9688"/>
                  </a:cubicBezTo>
                  <a:cubicBezTo>
                    <a:pt x="3053" y="10298"/>
                    <a:pt x="3355" y="10919"/>
                    <a:pt x="3917" y="11193"/>
                  </a:cubicBezTo>
                  <a:cubicBezTo>
                    <a:pt x="4106" y="11285"/>
                    <a:pt x="4308" y="11330"/>
                    <a:pt x="4508" y="11330"/>
                  </a:cubicBezTo>
                  <a:cubicBezTo>
                    <a:pt x="4902" y="11330"/>
                    <a:pt x="5289" y="11157"/>
                    <a:pt x="5555" y="10836"/>
                  </a:cubicBezTo>
                  <a:cubicBezTo>
                    <a:pt x="5631" y="10747"/>
                    <a:pt x="5746" y="10699"/>
                    <a:pt x="5865" y="10699"/>
                  </a:cubicBezTo>
                  <a:cubicBezTo>
                    <a:pt x="5869" y="10699"/>
                    <a:pt x="5873" y="10699"/>
                    <a:pt x="5877" y="10699"/>
                  </a:cubicBezTo>
                  <a:lnTo>
                    <a:pt x="6298" y="10699"/>
                  </a:lnTo>
                  <a:cubicBezTo>
                    <a:pt x="6422" y="10699"/>
                    <a:pt x="6521" y="10799"/>
                    <a:pt x="6521" y="10922"/>
                  </a:cubicBezTo>
                  <a:lnTo>
                    <a:pt x="6521" y="13040"/>
                  </a:lnTo>
                  <a:lnTo>
                    <a:pt x="1038" y="13040"/>
                  </a:lnTo>
                  <a:cubicBezTo>
                    <a:pt x="682" y="13040"/>
                    <a:pt x="394" y="12752"/>
                    <a:pt x="391" y="12396"/>
                  </a:cubicBezTo>
                  <a:lnTo>
                    <a:pt x="391" y="6913"/>
                  </a:lnTo>
                  <a:lnTo>
                    <a:pt x="2508" y="6913"/>
                  </a:lnTo>
                  <a:cubicBezTo>
                    <a:pt x="2848" y="6913"/>
                    <a:pt x="3125" y="6635"/>
                    <a:pt x="3125" y="6296"/>
                  </a:cubicBezTo>
                  <a:lnTo>
                    <a:pt x="3125" y="5874"/>
                  </a:lnTo>
                  <a:cubicBezTo>
                    <a:pt x="3132" y="5634"/>
                    <a:pt x="3026" y="5401"/>
                    <a:pt x="2844" y="5247"/>
                  </a:cubicBezTo>
                  <a:cubicBezTo>
                    <a:pt x="2375" y="4860"/>
                    <a:pt x="2378" y="4144"/>
                    <a:pt x="2851" y="3760"/>
                  </a:cubicBezTo>
                  <a:cubicBezTo>
                    <a:pt x="3024" y="3621"/>
                    <a:pt x="3241" y="3546"/>
                    <a:pt x="3460" y="3546"/>
                  </a:cubicBezTo>
                  <a:close/>
                  <a:moveTo>
                    <a:pt x="12395" y="391"/>
                  </a:moveTo>
                  <a:cubicBezTo>
                    <a:pt x="12748" y="395"/>
                    <a:pt x="13036" y="679"/>
                    <a:pt x="13036" y="1036"/>
                  </a:cubicBezTo>
                  <a:lnTo>
                    <a:pt x="13036" y="6519"/>
                  </a:lnTo>
                  <a:lnTo>
                    <a:pt x="12813" y="6519"/>
                  </a:lnTo>
                  <a:cubicBezTo>
                    <a:pt x="12549" y="6519"/>
                    <a:pt x="12549" y="6913"/>
                    <a:pt x="12813" y="6913"/>
                  </a:cubicBezTo>
                  <a:lnTo>
                    <a:pt x="13036" y="6913"/>
                  </a:lnTo>
                  <a:lnTo>
                    <a:pt x="13036" y="12396"/>
                  </a:lnTo>
                  <a:cubicBezTo>
                    <a:pt x="13036" y="12749"/>
                    <a:pt x="12748" y="13040"/>
                    <a:pt x="12395" y="13040"/>
                  </a:cubicBezTo>
                  <a:lnTo>
                    <a:pt x="12395" y="13036"/>
                  </a:lnTo>
                  <a:lnTo>
                    <a:pt x="6912" y="13036"/>
                  </a:lnTo>
                  <a:lnTo>
                    <a:pt x="6912" y="10922"/>
                  </a:lnTo>
                  <a:cubicBezTo>
                    <a:pt x="6912" y="10583"/>
                    <a:pt x="6634" y="10305"/>
                    <a:pt x="6295" y="10305"/>
                  </a:cubicBezTo>
                  <a:lnTo>
                    <a:pt x="5874" y="10305"/>
                  </a:lnTo>
                  <a:cubicBezTo>
                    <a:pt x="5870" y="10305"/>
                    <a:pt x="5866" y="10305"/>
                    <a:pt x="5862" y="10305"/>
                  </a:cubicBezTo>
                  <a:cubicBezTo>
                    <a:pt x="5623" y="10305"/>
                    <a:pt x="5398" y="10408"/>
                    <a:pt x="5246" y="10586"/>
                  </a:cubicBezTo>
                  <a:cubicBezTo>
                    <a:pt x="5054" y="10820"/>
                    <a:pt x="4779" y="10937"/>
                    <a:pt x="4505" y="10937"/>
                  </a:cubicBezTo>
                  <a:cubicBezTo>
                    <a:pt x="4228" y="10937"/>
                    <a:pt x="3952" y="10818"/>
                    <a:pt x="3759" y="10583"/>
                  </a:cubicBezTo>
                  <a:cubicBezTo>
                    <a:pt x="3574" y="10353"/>
                    <a:pt x="3506" y="10055"/>
                    <a:pt x="3567" y="9767"/>
                  </a:cubicBezTo>
                  <a:cubicBezTo>
                    <a:pt x="3673" y="9291"/>
                    <a:pt x="4086" y="9016"/>
                    <a:pt x="4507" y="9016"/>
                  </a:cubicBezTo>
                  <a:cubicBezTo>
                    <a:pt x="4772" y="9016"/>
                    <a:pt x="5039" y="9124"/>
                    <a:pt x="5236" y="9359"/>
                  </a:cubicBezTo>
                  <a:cubicBezTo>
                    <a:pt x="5394" y="9541"/>
                    <a:pt x="5623" y="9647"/>
                    <a:pt x="5863" y="9647"/>
                  </a:cubicBezTo>
                  <a:lnTo>
                    <a:pt x="6292" y="9647"/>
                  </a:lnTo>
                  <a:cubicBezTo>
                    <a:pt x="6631" y="9647"/>
                    <a:pt x="6908" y="9370"/>
                    <a:pt x="6908" y="9030"/>
                  </a:cubicBezTo>
                  <a:lnTo>
                    <a:pt x="6908" y="6913"/>
                  </a:lnTo>
                  <a:lnTo>
                    <a:pt x="9026" y="6913"/>
                  </a:lnTo>
                  <a:cubicBezTo>
                    <a:pt x="9150" y="6913"/>
                    <a:pt x="9249" y="7012"/>
                    <a:pt x="9249" y="7139"/>
                  </a:cubicBezTo>
                  <a:lnTo>
                    <a:pt x="9249" y="7567"/>
                  </a:lnTo>
                  <a:cubicBezTo>
                    <a:pt x="9249" y="7691"/>
                    <a:pt x="9194" y="7810"/>
                    <a:pt x="9098" y="7893"/>
                  </a:cubicBezTo>
                  <a:cubicBezTo>
                    <a:pt x="8241" y="8616"/>
                    <a:pt x="8588" y="10007"/>
                    <a:pt x="9681" y="10247"/>
                  </a:cubicBezTo>
                  <a:cubicBezTo>
                    <a:pt x="9777" y="10268"/>
                    <a:pt x="9873" y="10278"/>
                    <a:pt x="9969" y="10278"/>
                  </a:cubicBezTo>
                  <a:cubicBezTo>
                    <a:pt x="9971" y="10278"/>
                    <a:pt x="9974" y="10278"/>
                    <a:pt x="9977" y="10278"/>
                  </a:cubicBezTo>
                  <a:cubicBezTo>
                    <a:pt x="10546" y="10278"/>
                    <a:pt x="11056" y="9919"/>
                    <a:pt x="11247" y="9383"/>
                  </a:cubicBezTo>
                  <a:cubicBezTo>
                    <a:pt x="11442" y="8845"/>
                    <a:pt x="11274" y="8242"/>
                    <a:pt x="10832" y="7879"/>
                  </a:cubicBezTo>
                  <a:cubicBezTo>
                    <a:pt x="10740" y="7797"/>
                    <a:pt x="10688" y="7677"/>
                    <a:pt x="10695" y="7553"/>
                  </a:cubicBezTo>
                  <a:lnTo>
                    <a:pt x="10695" y="7135"/>
                  </a:lnTo>
                  <a:cubicBezTo>
                    <a:pt x="10695" y="7012"/>
                    <a:pt x="10794" y="6913"/>
                    <a:pt x="10918" y="6913"/>
                  </a:cubicBezTo>
                  <a:lnTo>
                    <a:pt x="11970" y="6913"/>
                  </a:lnTo>
                  <a:cubicBezTo>
                    <a:pt x="12079" y="6913"/>
                    <a:pt x="12165" y="6824"/>
                    <a:pt x="12165" y="6714"/>
                  </a:cubicBezTo>
                  <a:cubicBezTo>
                    <a:pt x="12165" y="6604"/>
                    <a:pt x="12079" y="6519"/>
                    <a:pt x="11970" y="6519"/>
                  </a:cubicBezTo>
                  <a:lnTo>
                    <a:pt x="10918" y="6519"/>
                  </a:lnTo>
                  <a:cubicBezTo>
                    <a:pt x="10579" y="6519"/>
                    <a:pt x="10301" y="6793"/>
                    <a:pt x="10301" y="7135"/>
                  </a:cubicBezTo>
                  <a:lnTo>
                    <a:pt x="10301" y="7553"/>
                  </a:lnTo>
                  <a:cubicBezTo>
                    <a:pt x="10294" y="7793"/>
                    <a:pt x="10397" y="8026"/>
                    <a:pt x="10582" y="8181"/>
                  </a:cubicBezTo>
                  <a:cubicBezTo>
                    <a:pt x="11051" y="8568"/>
                    <a:pt x="11048" y="9284"/>
                    <a:pt x="10575" y="9668"/>
                  </a:cubicBezTo>
                  <a:cubicBezTo>
                    <a:pt x="10403" y="9808"/>
                    <a:pt x="10188" y="9882"/>
                    <a:pt x="9969" y="9882"/>
                  </a:cubicBezTo>
                  <a:cubicBezTo>
                    <a:pt x="9900" y="9882"/>
                    <a:pt x="9831" y="9875"/>
                    <a:pt x="9763" y="9860"/>
                  </a:cubicBezTo>
                  <a:cubicBezTo>
                    <a:pt x="8989" y="9688"/>
                    <a:pt x="8745" y="8701"/>
                    <a:pt x="9355" y="8191"/>
                  </a:cubicBezTo>
                  <a:cubicBezTo>
                    <a:pt x="9537" y="8033"/>
                    <a:pt x="9643" y="7804"/>
                    <a:pt x="9643" y="7564"/>
                  </a:cubicBezTo>
                  <a:lnTo>
                    <a:pt x="9643" y="7135"/>
                  </a:lnTo>
                  <a:cubicBezTo>
                    <a:pt x="9643" y="6793"/>
                    <a:pt x="9365" y="6519"/>
                    <a:pt x="9026" y="6519"/>
                  </a:cubicBezTo>
                  <a:lnTo>
                    <a:pt x="6908" y="6519"/>
                  </a:lnTo>
                  <a:lnTo>
                    <a:pt x="6908" y="4404"/>
                  </a:lnTo>
                  <a:cubicBezTo>
                    <a:pt x="6908" y="4277"/>
                    <a:pt x="7008" y="4178"/>
                    <a:pt x="7131" y="4178"/>
                  </a:cubicBezTo>
                  <a:lnTo>
                    <a:pt x="7560" y="4178"/>
                  </a:lnTo>
                  <a:cubicBezTo>
                    <a:pt x="7686" y="4178"/>
                    <a:pt x="7806" y="4233"/>
                    <a:pt x="7889" y="4329"/>
                  </a:cubicBezTo>
                  <a:cubicBezTo>
                    <a:pt x="8167" y="4658"/>
                    <a:pt x="8544" y="4810"/>
                    <a:pt x="8916" y="4810"/>
                  </a:cubicBezTo>
                  <a:cubicBezTo>
                    <a:pt x="9511" y="4810"/>
                    <a:pt x="10095" y="4421"/>
                    <a:pt x="10243" y="3746"/>
                  </a:cubicBezTo>
                  <a:cubicBezTo>
                    <a:pt x="10376" y="3136"/>
                    <a:pt x="10075" y="2513"/>
                    <a:pt x="9513" y="2239"/>
                  </a:cubicBezTo>
                  <a:cubicBezTo>
                    <a:pt x="9324" y="2148"/>
                    <a:pt x="9123" y="2104"/>
                    <a:pt x="8923" y="2104"/>
                  </a:cubicBezTo>
                  <a:cubicBezTo>
                    <a:pt x="8527" y="2104"/>
                    <a:pt x="8139" y="2276"/>
                    <a:pt x="7875" y="2595"/>
                  </a:cubicBezTo>
                  <a:cubicBezTo>
                    <a:pt x="7795" y="2685"/>
                    <a:pt x="7683" y="2736"/>
                    <a:pt x="7564" y="2736"/>
                  </a:cubicBezTo>
                  <a:cubicBezTo>
                    <a:pt x="7560" y="2736"/>
                    <a:pt x="7557" y="2736"/>
                    <a:pt x="7553" y="2735"/>
                  </a:cubicBezTo>
                  <a:lnTo>
                    <a:pt x="7131" y="2735"/>
                  </a:lnTo>
                  <a:cubicBezTo>
                    <a:pt x="7008" y="2732"/>
                    <a:pt x="6908" y="2633"/>
                    <a:pt x="6908" y="2509"/>
                  </a:cubicBezTo>
                  <a:lnTo>
                    <a:pt x="6908" y="1457"/>
                  </a:lnTo>
                  <a:cubicBezTo>
                    <a:pt x="6908" y="1327"/>
                    <a:pt x="6810" y="1262"/>
                    <a:pt x="6711" y="1262"/>
                  </a:cubicBezTo>
                  <a:cubicBezTo>
                    <a:pt x="6613" y="1262"/>
                    <a:pt x="6514" y="1327"/>
                    <a:pt x="6514" y="1457"/>
                  </a:cubicBezTo>
                  <a:lnTo>
                    <a:pt x="6514" y="2509"/>
                  </a:lnTo>
                  <a:cubicBezTo>
                    <a:pt x="6514" y="2852"/>
                    <a:pt x="6792" y="3126"/>
                    <a:pt x="7131" y="3126"/>
                  </a:cubicBezTo>
                  <a:lnTo>
                    <a:pt x="7560" y="3126"/>
                  </a:lnTo>
                  <a:cubicBezTo>
                    <a:pt x="7567" y="3126"/>
                    <a:pt x="7575" y="3126"/>
                    <a:pt x="7582" y="3126"/>
                  </a:cubicBezTo>
                  <a:cubicBezTo>
                    <a:pt x="7814" y="3126"/>
                    <a:pt x="8034" y="3024"/>
                    <a:pt x="8187" y="2845"/>
                  </a:cubicBezTo>
                  <a:cubicBezTo>
                    <a:pt x="8378" y="2613"/>
                    <a:pt x="8652" y="2496"/>
                    <a:pt x="8927" y="2496"/>
                  </a:cubicBezTo>
                  <a:cubicBezTo>
                    <a:pt x="9203" y="2496"/>
                    <a:pt x="9480" y="2615"/>
                    <a:pt x="9670" y="2852"/>
                  </a:cubicBezTo>
                  <a:cubicBezTo>
                    <a:pt x="9856" y="3078"/>
                    <a:pt x="9924" y="3380"/>
                    <a:pt x="9862" y="3664"/>
                  </a:cubicBezTo>
                  <a:cubicBezTo>
                    <a:pt x="9757" y="4142"/>
                    <a:pt x="9344" y="4417"/>
                    <a:pt x="8922" y="4417"/>
                  </a:cubicBezTo>
                  <a:cubicBezTo>
                    <a:pt x="8658" y="4417"/>
                    <a:pt x="8390" y="4309"/>
                    <a:pt x="8194" y="4075"/>
                  </a:cubicBezTo>
                  <a:cubicBezTo>
                    <a:pt x="8036" y="3890"/>
                    <a:pt x="7806" y="3784"/>
                    <a:pt x="7566" y="3784"/>
                  </a:cubicBezTo>
                  <a:lnTo>
                    <a:pt x="7138" y="3784"/>
                  </a:lnTo>
                  <a:cubicBezTo>
                    <a:pt x="6795" y="3784"/>
                    <a:pt x="6521" y="4062"/>
                    <a:pt x="6521" y="4404"/>
                  </a:cubicBezTo>
                  <a:lnTo>
                    <a:pt x="6521" y="6519"/>
                  </a:lnTo>
                  <a:lnTo>
                    <a:pt x="4400" y="6519"/>
                  </a:lnTo>
                  <a:cubicBezTo>
                    <a:pt x="4277" y="6519"/>
                    <a:pt x="4177" y="6419"/>
                    <a:pt x="4177" y="6296"/>
                  </a:cubicBezTo>
                  <a:lnTo>
                    <a:pt x="4177" y="5868"/>
                  </a:lnTo>
                  <a:cubicBezTo>
                    <a:pt x="4177" y="5741"/>
                    <a:pt x="4232" y="5624"/>
                    <a:pt x="4325" y="5542"/>
                  </a:cubicBezTo>
                  <a:cubicBezTo>
                    <a:pt x="5188" y="4819"/>
                    <a:pt x="4846" y="3421"/>
                    <a:pt x="3746" y="3184"/>
                  </a:cubicBezTo>
                  <a:cubicBezTo>
                    <a:pt x="3647" y="3163"/>
                    <a:pt x="3549" y="3152"/>
                    <a:pt x="3453" y="3152"/>
                  </a:cubicBezTo>
                  <a:cubicBezTo>
                    <a:pt x="2727" y="3152"/>
                    <a:pt x="2104" y="3742"/>
                    <a:pt x="2104" y="4507"/>
                  </a:cubicBezTo>
                  <a:cubicBezTo>
                    <a:pt x="2101" y="4911"/>
                    <a:pt x="2282" y="5292"/>
                    <a:pt x="2598" y="5549"/>
                  </a:cubicBezTo>
                  <a:cubicBezTo>
                    <a:pt x="2687" y="5631"/>
                    <a:pt x="2738" y="5751"/>
                    <a:pt x="2735" y="5871"/>
                  </a:cubicBezTo>
                  <a:lnTo>
                    <a:pt x="2735" y="6296"/>
                  </a:lnTo>
                  <a:cubicBezTo>
                    <a:pt x="2735" y="6419"/>
                    <a:pt x="2632" y="6519"/>
                    <a:pt x="2508" y="6519"/>
                  </a:cubicBezTo>
                  <a:lnTo>
                    <a:pt x="394" y="6519"/>
                  </a:lnTo>
                  <a:lnTo>
                    <a:pt x="394" y="1036"/>
                  </a:lnTo>
                  <a:cubicBezTo>
                    <a:pt x="394" y="679"/>
                    <a:pt x="682" y="395"/>
                    <a:pt x="1035" y="391"/>
                  </a:cubicBezTo>
                  <a:lnTo>
                    <a:pt x="6518" y="391"/>
                  </a:lnTo>
                  <a:lnTo>
                    <a:pt x="6518" y="618"/>
                  </a:lnTo>
                  <a:cubicBezTo>
                    <a:pt x="6518" y="724"/>
                    <a:pt x="6607" y="813"/>
                    <a:pt x="6713" y="813"/>
                  </a:cubicBezTo>
                  <a:cubicBezTo>
                    <a:pt x="6823" y="813"/>
                    <a:pt x="6912" y="724"/>
                    <a:pt x="6912" y="618"/>
                  </a:cubicBezTo>
                  <a:lnTo>
                    <a:pt x="6912" y="391"/>
                  </a:lnTo>
                  <a:close/>
                  <a:moveTo>
                    <a:pt x="1035" y="1"/>
                  </a:moveTo>
                  <a:cubicBezTo>
                    <a:pt x="463" y="1"/>
                    <a:pt x="0" y="463"/>
                    <a:pt x="0" y="1039"/>
                  </a:cubicBezTo>
                  <a:lnTo>
                    <a:pt x="0" y="12396"/>
                  </a:lnTo>
                  <a:cubicBezTo>
                    <a:pt x="0" y="12968"/>
                    <a:pt x="463" y="13430"/>
                    <a:pt x="1035" y="13434"/>
                  </a:cubicBezTo>
                  <a:lnTo>
                    <a:pt x="12395" y="13434"/>
                  </a:lnTo>
                  <a:cubicBezTo>
                    <a:pt x="12967" y="13430"/>
                    <a:pt x="13430" y="12968"/>
                    <a:pt x="13430" y="12396"/>
                  </a:cubicBezTo>
                  <a:lnTo>
                    <a:pt x="13430" y="1039"/>
                  </a:lnTo>
                  <a:cubicBezTo>
                    <a:pt x="13430" y="463"/>
                    <a:pt x="12967" y="1"/>
                    <a:pt x="12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8" name="Google Shape;12278;p85"/>
          <p:cNvGrpSpPr/>
          <p:nvPr/>
        </p:nvGrpSpPr>
        <p:grpSpPr>
          <a:xfrm>
            <a:off x="1953690" y="4126249"/>
            <a:ext cx="390044" cy="370031"/>
            <a:chOff x="1953690" y="4126249"/>
            <a:chExt cx="390044" cy="370031"/>
          </a:xfrm>
        </p:grpSpPr>
        <p:sp>
          <p:nvSpPr>
            <p:cNvPr id="12279" name="Google Shape;12279;p85"/>
            <p:cNvSpPr/>
            <p:nvPr/>
          </p:nvSpPr>
          <p:spPr>
            <a:xfrm>
              <a:off x="1993166" y="4461886"/>
              <a:ext cx="336213" cy="28657"/>
            </a:xfrm>
            <a:custGeom>
              <a:rect b="b" l="l" r="r" t="t"/>
              <a:pathLst>
                <a:path extrusionOk="0" h="1094" w="12835">
                  <a:moveTo>
                    <a:pt x="1" y="0"/>
                  </a:moveTo>
                  <a:lnTo>
                    <a:pt x="186" y="641"/>
                  </a:lnTo>
                  <a:cubicBezTo>
                    <a:pt x="272" y="901"/>
                    <a:pt x="512" y="1083"/>
                    <a:pt x="786" y="1093"/>
                  </a:cubicBezTo>
                  <a:lnTo>
                    <a:pt x="12050" y="1093"/>
                  </a:lnTo>
                  <a:cubicBezTo>
                    <a:pt x="12324" y="1083"/>
                    <a:pt x="12564" y="901"/>
                    <a:pt x="12649" y="641"/>
                  </a:cubicBezTo>
                  <a:lnTo>
                    <a:pt x="12834"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85"/>
            <p:cNvSpPr/>
            <p:nvPr/>
          </p:nvSpPr>
          <p:spPr>
            <a:xfrm>
              <a:off x="1960239" y="4251828"/>
              <a:ext cx="322015" cy="185461"/>
            </a:xfrm>
            <a:custGeom>
              <a:rect b="b" l="l" r="r" t="t"/>
              <a:pathLst>
                <a:path extrusionOk="0" h="7080" w="12293">
                  <a:moveTo>
                    <a:pt x="3060" y="939"/>
                  </a:moveTo>
                  <a:lnTo>
                    <a:pt x="3060" y="2464"/>
                  </a:lnTo>
                  <a:cubicBezTo>
                    <a:pt x="3060" y="2749"/>
                    <a:pt x="3088" y="3033"/>
                    <a:pt x="3139" y="3314"/>
                  </a:cubicBezTo>
                  <a:lnTo>
                    <a:pt x="2845" y="3314"/>
                  </a:lnTo>
                  <a:cubicBezTo>
                    <a:pt x="1618" y="3314"/>
                    <a:pt x="778" y="2081"/>
                    <a:pt x="1224" y="939"/>
                  </a:cubicBezTo>
                  <a:close/>
                  <a:moveTo>
                    <a:pt x="679" y="0"/>
                  </a:moveTo>
                  <a:cubicBezTo>
                    <a:pt x="86" y="813"/>
                    <a:pt x="0" y="1892"/>
                    <a:pt x="456" y="2790"/>
                  </a:cubicBezTo>
                  <a:cubicBezTo>
                    <a:pt x="915" y="3688"/>
                    <a:pt x="1837" y="4253"/>
                    <a:pt x="2845" y="4253"/>
                  </a:cubicBezTo>
                  <a:lnTo>
                    <a:pt x="3420" y="4253"/>
                  </a:lnTo>
                  <a:cubicBezTo>
                    <a:pt x="4149" y="5990"/>
                    <a:pt x="5844" y="7080"/>
                    <a:pt x="7672" y="7080"/>
                  </a:cubicBezTo>
                  <a:cubicBezTo>
                    <a:pt x="7975" y="7080"/>
                    <a:pt x="8281" y="7050"/>
                    <a:pt x="8588" y="6988"/>
                  </a:cubicBezTo>
                  <a:cubicBezTo>
                    <a:pt x="10743" y="6556"/>
                    <a:pt x="12292" y="4661"/>
                    <a:pt x="12292" y="2464"/>
                  </a:cubicBezTo>
                  <a:lnTo>
                    <a:pt x="12292"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5"/>
            <p:cNvSpPr/>
            <p:nvPr/>
          </p:nvSpPr>
          <p:spPr>
            <a:xfrm>
              <a:off x="2155104" y="4294814"/>
              <a:ext cx="100563" cy="107661"/>
            </a:xfrm>
            <a:custGeom>
              <a:rect b="b" l="l" r="r" t="t"/>
              <a:pathLst>
                <a:path extrusionOk="0" h="4110" w="3839">
                  <a:moveTo>
                    <a:pt x="3602" y="1"/>
                  </a:moveTo>
                  <a:cubicBezTo>
                    <a:pt x="3472" y="1"/>
                    <a:pt x="3366" y="107"/>
                    <a:pt x="3366" y="237"/>
                  </a:cubicBezTo>
                  <a:lnTo>
                    <a:pt x="3366" y="508"/>
                  </a:lnTo>
                  <a:cubicBezTo>
                    <a:pt x="3366" y="2235"/>
                    <a:pt x="1964" y="3637"/>
                    <a:pt x="237" y="3637"/>
                  </a:cubicBezTo>
                  <a:cubicBezTo>
                    <a:pt x="107" y="3637"/>
                    <a:pt x="1" y="3743"/>
                    <a:pt x="1" y="3873"/>
                  </a:cubicBezTo>
                  <a:cubicBezTo>
                    <a:pt x="1" y="4003"/>
                    <a:pt x="107" y="4110"/>
                    <a:pt x="237" y="4110"/>
                  </a:cubicBezTo>
                  <a:cubicBezTo>
                    <a:pt x="2225" y="4106"/>
                    <a:pt x="3836" y="2496"/>
                    <a:pt x="3839" y="512"/>
                  </a:cubicBezTo>
                  <a:lnTo>
                    <a:pt x="3839" y="237"/>
                  </a:lnTo>
                  <a:cubicBezTo>
                    <a:pt x="3839" y="107"/>
                    <a:pt x="3733" y="1"/>
                    <a:pt x="36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85"/>
            <p:cNvSpPr/>
            <p:nvPr/>
          </p:nvSpPr>
          <p:spPr>
            <a:xfrm>
              <a:off x="2243276" y="4237473"/>
              <a:ext cx="12390" cy="45082"/>
            </a:xfrm>
            <a:custGeom>
              <a:rect b="b" l="l" r="r" t="t"/>
              <a:pathLst>
                <a:path extrusionOk="0" h="1721" w="473">
                  <a:moveTo>
                    <a:pt x="236" y="0"/>
                  </a:moveTo>
                  <a:cubicBezTo>
                    <a:pt x="106" y="0"/>
                    <a:pt x="0" y="103"/>
                    <a:pt x="0" y="233"/>
                  </a:cubicBezTo>
                  <a:lnTo>
                    <a:pt x="0" y="1487"/>
                  </a:lnTo>
                  <a:cubicBezTo>
                    <a:pt x="0" y="1614"/>
                    <a:pt x="106" y="1720"/>
                    <a:pt x="236" y="1720"/>
                  </a:cubicBezTo>
                  <a:cubicBezTo>
                    <a:pt x="367" y="1720"/>
                    <a:pt x="473" y="1618"/>
                    <a:pt x="473" y="1487"/>
                  </a:cubicBezTo>
                  <a:lnTo>
                    <a:pt x="473" y="233"/>
                  </a:lnTo>
                  <a:cubicBezTo>
                    <a:pt x="473" y="103"/>
                    <a:pt x="367" y="0"/>
                    <a:pt x="2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85"/>
            <p:cNvSpPr/>
            <p:nvPr/>
          </p:nvSpPr>
          <p:spPr>
            <a:xfrm>
              <a:off x="1978916" y="4455232"/>
              <a:ext cx="364818" cy="41048"/>
            </a:xfrm>
            <a:custGeom>
              <a:rect b="b" l="l" r="r" t="t"/>
              <a:pathLst>
                <a:path extrusionOk="0" h="1567" w="13927">
                  <a:moveTo>
                    <a:pt x="13066" y="470"/>
                  </a:moveTo>
                  <a:lnTo>
                    <a:pt x="12971" y="813"/>
                  </a:lnTo>
                  <a:cubicBezTo>
                    <a:pt x="12912" y="974"/>
                    <a:pt x="12765" y="1083"/>
                    <a:pt x="12597" y="1094"/>
                  </a:cubicBezTo>
                  <a:lnTo>
                    <a:pt x="1330" y="1094"/>
                  </a:lnTo>
                  <a:cubicBezTo>
                    <a:pt x="1162" y="1083"/>
                    <a:pt x="1014" y="974"/>
                    <a:pt x="960" y="813"/>
                  </a:cubicBezTo>
                  <a:lnTo>
                    <a:pt x="860" y="470"/>
                  </a:lnTo>
                  <a:close/>
                  <a:moveTo>
                    <a:pt x="237" y="1"/>
                  </a:moveTo>
                  <a:cubicBezTo>
                    <a:pt x="106" y="1"/>
                    <a:pt x="0" y="103"/>
                    <a:pt x="0" y="234"/>
                  </a:cubicBezTo>
                  <a:cubicBezTo>
                    <a:pt x="0" y="364"/>
                    <a:pt x="106" y="470"/>
                    <a:pt x="237" y="470"/>
                  </a:cubicBezTo>
                  <a:lnTo>
                    <a:pt x="370" y="470"/>
                  </a:lnTo>
                  <a:lnTo>
                    <a:pt x="507" y="943"/>
                  </a:lnTo>
                  <a:cubicBezTo>
                    <a:pt x="620" y="1306"/>
                    <a:pt x="953" y="1553"/>
                    <a:pt x="1330" y="1567"/>
                  </a:cubicBezTo>
                  <a:lnTo>
                    <a:pt x="12597" y="1567"/>
                  </a:lnTo>
                  <a:cubicBezTo>
                    <a:pt x="12974" y="1553"/>
                    <a:pt x="13303" y="1306"/>
                    <a:pt x="13419" y="943"/>
                  </a:cubicBezTo>
                  <a:lnTo>
                    <a:pt x="13557" y="470"/>
                  </a:lnTo>
                  <a:lnTo>
                    <a:pt x="13690" y="470"/>
                  </a:lnTo>
                  <a:cubicBezTo>
                    <a:pt x="13820" y="470"/>
                    <a:pt x="13927" y="364"/>
                    <a:pt x="13927" y="234"/>
                  </a:cubicBezTo>
                  <a:cubicBezTo>
                    <a:pt x="13927" y="103"/>
                    <a:pt x="13820" y="1"/>
                    <a:pt x="136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85"/>
            <p:cNvSpPr/>
            <p:nvPr/>
          </p:nvSpPr>
          <p:spPr>
            <a:xfrm>
              <a:off x="1973258" y="4269693"/>
              <a:ext cx="75965" cy="74630"/>
            </a:xfrm>
            <a:custGeom>
              <a:rect b="b" l="l" r="r" t="t"/>
              <a:pathLst>
                <a:path extrusionOk="0" h="2849" w="2900">
                  <a:moveTo>
                    <a:pt x="2327" y="470"/>
                  </a:moveTo>
                  <a:lnTo>
                    <a:pt x="2327" y="1762"/>
                  </a:lnTo>
                  <a:cubicBezTo>
                    <a:pt x="2327" y="1967"/>
                    <a:pt x="2341" y="2173"/>
                    <a:pt x="2368" y="2375"/>
                  </a:cubicBezTo>
                  <a:lnTo>
                    <a:pt x="2348" y="2375"/>
                  </a:lnTo>
                  <a:cubicBezTo>
                    <a:pt x="1354" y="2375"/>
                    <a:pt x="631" y="1429"/>
                    <a:pt x="895" y="470"/>
                  </a:cubicBezTo>
                  <a:close/>
                  <a:moveTo>
                    <a:pt x="727" y="0"/>
                  </a:moveTo>
                  <a:cubicBezTo>
                    <a:pt x="631" y="0"/>
                    <a:pt x="545" y="62"/>
                    <a:pt x="511" y="151"/>
                  </a:cubicBezTo>
                  <a:cubicBezTo>
                    <a:pt x="0" y="1447"/>
                    <a:pt x="956" y="2845"/>
                    <a:pt x="2348" y="2848"/>
                  </a:cubicBezTo>
                  <a:lnTo>
                    <a:pt x="2348" y="2845"/>
                  </a:lnTo>
                  <a:lnTo>
                    <a:pt x="2642" y="2845"/>
                  </a:lnTo>
                  <a:cubicBezTo>
                    <a:pt x="2790" y="2845"/>
                    <a:pt x="2899" y="2714"/>
                    <a:pt x="2872" y="2567"/>
                  </a:cubicBezTo>
                  <a:cubicBezTo>
                    <a:pt x="2824" y="2303"/>
                    <a:pt x="2797" y="2032"/>
                    <a:pt x="2800" y="1762"/>
                  </a:cubicBezTo>
                  <a:lnTo>
                    <a:pt x="2800" y="237"/>
                  </a:lnTo>
                  <a:cubicBezTo>
                    <a:pt x="2800" y="107"/>
                    <a:pt x="2694" y="0"/>
                    <a:pt x="2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85"/>
            <p:cNvSpPr/>
            <p:nvPr/>
          </p:nvSpPr>
          <p:spPr>
            <a:xfrm>
              <a:off x="1953690" y="4245096"/>
              <a:ext cx="334667" cy="197851"/>
            </a:xfrm>
            <a:custGeom>
              <a:rect b="b" l="l" r="r" t="t"/>
              <a:pathLst>
                <a:path extrusionOk="0" h="7553" w="12776">
                  <a:moveTo>
                    <a:pt x="12306" y="470"/>
                  </a:moveTo>
                  <a:lnTo>
                    <a:pt x="12306" y="2701"/>
                  </a:lnTo>
                  <a:cubicBezTo>
                    <a:pt x="12306" y="4788"/>
                    <a:pt x="10836" y="6583"/>
                    <a:pt x="8790" y="6995"/>
                  </a:cubicBezTo>
                  <a:cubicBezTo>
                    <a:pt x="8499" y="7054"/>
                    <a:pt x="8207" y="7082"/>
                    <a:pt x="7919" y="7082"/>
                  </a:cubicBezTo>
                  <a:cubicBezTo>
                    <a:pt x="6187" y="7082"/>
                    <a:pt x="4580" y="6048"/>
                    <a:pt x="3886" y="4397"/>
                  </a:cubicBezTo>
                  <a:cubicBezTo>
                    <a:pt x="3850" y="4314"/>
                    <a:pt x="3768" y="4256"/>
                    <a:pt x="3678" y="4256"/>
                  </a:cubicBezTo>
                  <a:cubicBezTo>
                    <a:pt x="3675" y="4256"/>
                    <a:pt x="3673" y="4256"/>
                    <a:pt x="3670" y="4257"/>
                  </a:cubicBezTo>
                  <a:lnTo>
                    <a:pt x="3095" y="4257"/>
                  </a:lnTo>
                  <a:cubicBezTo>
                    <a:pt x="1744" y="4253"/>
                    <a:pt x="651" y="3160"/>
                    <a:pt x="651" y="1810"/>
                  </a:cubicBezTo>
                  <a:cubicBezTo>
                    <a:pt x="648" y="1333"/>
                    <a:pt x="788" y="867"/>
                    <a:pt x="1052" y="470"/>
                  </a:cubicBezTo>
                  <a:close/>
                  <a:moveTo>
                    <a:pt x="929" y="0"/>
                  </a:moveTo>
                  <a:cubicBezTo>
                    <a:pt x="853" y="0"/>
                    <a:pt x="782" y="38"/>
                    <a:pt x="737" y="96"/>
                  </a:cubicBezTo>
                  <a:cubicBezTo>
                    <a:pt x="93" y="984"/>
                    <a:pt x="0" y="2156"/>
                    <a:pt x="497" y="3133"/>
                  </a:cubicBezTo>
                  <a:cubicBezTo>
                    <a:pt x="994" y="4109"/>
                    <a:pt x="1998" y="4723"/>
                    <a:pt x="3095" y="4723"/>
                  </a:cubicBezTo>
                  <a:lnTo>
                    <a:pt x="3516" y="4723"/>
                  </a:lnTo>
                  <a:cubicBezTo>
                    <a:pt x="4321" y="6473"/>
                    <a:pt x="6061" y="7552"/>
                    <a:pt x="7925" y="7552"/>
                  </a:cubicBezTo>
                  <a:cubicBezTo>
                    <a:pt x="8268" y="7552"/>
                    <a:pt x="8615" y="7516"/>
                    <a:pt x="8961" y="7440"/>
                  </a:cubicBezTo>
                  <a:cubicBezTo>
                    <a:pt x="11189" y="6953"/>
                    <a:pt x="12775" y="4983"/>
                    <a:pt x="12775" y="2701"/>
                  </a:cubicBezTo>
                  <a:lnTo>
                    <a:pt x="12775" y="237"/>
                  </a:lnTo>
                  <a:cubicBezTo>
                    <a:pt x="12775" y="107"/>
                    <a:pt x="12672" y="0"/>
                    <a:pt x="125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85"/>
            <p:cNvSpPr/>
            <p:nvPr/>
          </p:nvSpPr>
          <p:spPr>
            <a:xfrm>
              <a:off x="2124875" y="4126249"/>
              <a:ext cx="23706" cy="106587"/>
            </a:xfrm>
            <a:custGeom>
              <a:rect b="b" l="l" r="r" t="t"/>
              <a:pathLst>
                <a:path extrusionOk="0" h="4069" w="905">
                  <a:moveTo>
                    <a:pt x="607" y="0"/>
                  </a:moveTo>
                  <a:cubicBezTo>
                    <a:pt x="480" y="0"/>
                    <a:pt x="374" y="107"/>
                    <a:pt x="374" y="237"/>
                  </a:cubicBezTo>
                  <a:cubicBezTo>
                    <a:pt x="374" y="477"/>
                    <a:pt x="315" y="586"/>
                    <a:pt x="243" y="727"/>
                  </a:cubicBezTo>
                  <a:cubicBezTo>
                    <a:pt x="0" y="1166"/>
                    <a:pt x="0" y="1704"/>
                    <a:pt x="243" y="2142"/>
                  </a:cubicBezTo>
                  <a:cubicBezTo>
                    <a:pt x="315" y="2283"/>
                    <a:pt x="374" y="2392"/>
                    <a:pt x="374" y="2636"/>
                  </a:cubicBezTo>
                  <a:cubicBezTo>
                    <a:pt x="374" y="2879"/>
                    <a:pt x="315" y="2989"/>
                    <a:pt x="243" y="3126"/>
                  </a:cubicBezTo>
                  <a:cubicBezTo>
                    <a:pt x="120" y="3342"/>
                    <a:pt x="55" y="3585"/>
                    <a:pt x="62" y="3835"/>
                  </a:cubicBezTo>
                  <a:cubicBezTo>
                    <a:pt x="62" y="3965"/>
                    <a:pt x="168" y="4068"/>
                    <a:pt x="295" y="4068"/>
                  </a:cubicBezTo>
                  <a:cubicBezTo>
                    <a:pt x="297" y="4068"/>
                    <a:pt x="299" y="4068"/>
                    <a:pt x="301" y="4068"/>
                  </a:cubicBezTo>
                  <a:cubicBezTo>
                    <a:pt x="428" y="4068"/>
                    <a:pt x="531" y="3963"/>
                    <a:pt x="531" y="3835"/>
                  </a:cubicBezTo>
                  <a:cubicBezTo>
                    <a:pt x="531" y="3592"/>
                    <a:pt x="590" y="3482"/>
                    <a:pt x="661" y="3345"/>
                  </a:cubicBezTo>
                  <a:cubicBezTo>
                    <a:pt x="905" y="2903"/>
                    <a:pt x="905" y="2368"/>
                    <a:pt x="661" y="1926"/>
                  </a:cubicBezTo>
                  <a:cubicBezTo>
                    <a:pt x="590" y="1786"/>
                    <a:pt x="531" y="1676"/>
                    <a:pt x="531" y="1436"/>
                  </a:cubicBezTo>
                  <a:cubicBezTo>
                    <a:pt x="531" y="1193"/>
                    <a:pt x="590" y="1083"/>
                    <a:pt x="661" y="943"/>
                  </a:cubicBezTo>
                  <a:cubicBezTo>
                    <a:pt x="785" y="730"/>
                    <a:pt x="850" y="484"/>
                    <a:pt x="843" y="237"/>
                  </a:cubicBezTo>
                  <a:cubicBezTo>
                    <a:pt x="843" y="107"/>
                    <a:pt x="737"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5"/>
            <p:cNvSpPr/>
            <p:nvPr/>
          </p:nvSpPr>
          <p:spPr>
            <a:xfrm>
              <a:off x="2174043" y="4126249"/>
              <a:ext cx="23733" cy="106587"/>
            </a:xfrm>
            <a:custGeom>
              <a:rect b="b" l="l" r="r" t="t"/>
              <a:pathLst>
                <a:path extrusionOk="0" h="4069" w="906">
                  <a:moveTo>
                    <a:pt x="608" y="0"/>
                  </a:moveTo>
                  <a:cubicBezTo>
                    <a:pt x="477" y="0"/>
                    <a:pt x="375" y="107"/>
                    <a:pt x="375" y="237"/>
                  </a:cubicBezTo>
                  <a:cubicBezTo>
                    <a:pt x="375" y="477"/>
                    <a:pt x="316" y="586"/>
                    <a:pt x="244" y="727"/>
                  </a:cubicBezTo>
                  <a:cubicBezTo>
                    <a:pt x="1" y="1166"/>
                    <a:pt x="1" y="1704"/>
                    <a:pt x="244" y="2142"/>
                  </a:cubicBezTo>
                  <a:cubicBezTo>
                    <a:pt x="316" y="2283"/>
                    <a:pt x="375" y="2392"/>
                    <a:pt x="375" y="2636"/>
                  </a:cubicBezTo>
                  <a:cubicBezTo>
                    <a:pt x="375" y="2879"/>
                    <a:pt x="316" y="2989"/>
                    <a:pt x="244" y="3126"/>
                  </a:cubicBezTo>
                  <a:cubicBezTo>
                    <a:pt x="121" y="3342"/>
                    <a:pt x="56" y="3585"/>
                    <a:pt x="63" y="3835"/>
                  </a:cubicBezTo>
                  <a:cubicBezTo>
                    <a:pt x="63" y="3965"/>
                    <a:pt x="165" y="4068"/>
                    <a:pt x="296" y="4068"/>
                  </a:cubicBezTo>
                  <a:cubicBezTo>
                    <a:pt x="298" y="4068"/>
                    <a:pt x="300" y="4068"/>
                    <a:pt x="302" y="4068"/>
                  </a:cubicBezTo>
                  <a:cubicBezTo>
                    <a:pt x="429" y="4068"/>
                    <a:pt x="532" y="3963"/>
                    <a:pt x="532" y="3835"/>
                  </a:cubicBezTo>
                  <a:cubicBezTo>
                    <a:pt x="532" y="3592"/>
                    <a:pt x="590" y="3482"/>
                    <a:pt x="662" y="3345"/>
                  </a:cubicBezTo>
                  <a:cubicBezTo>
                    <a:pt x="906" y="2903"/>
                    <a:pt x="906" y="2368"/>
                    <a:pt x="662" y="1926"/>
                  </a:cubicBezTo>
                  <a:cubicBezTo>
                    <a:pt x="590" y="1786"/>
                    <a:pt x="532" y="1676"/>
                    <a:pt x="532" y="1436"/>
                  </a:cubicBezTo>
                  <a:cubicBezTo>
                    <a:pt x="532" y="1193"/>
                    <a:pt x="590" y="1083"/>
                    <a:pt x="662" y="943"/>
                  </a:cubicBezTo>
                  <a:cubicBezTo>
                    <a:pt x="786" y="730"/>
                    <a:pt x="851" y="484"/>
                    <a:pt x="844" y="237"/>
                  </a:cubicBezTo>
                  <a:cubicBezTo>
                    <a:pt x="844" y="107"/>
                    <a:pt x="738"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8" name="Google Shape;12288;p85"/>
          <p:cNvGrpSpPr/>
          <p:nvPr/>
        </p:nvGrpSpPr>
        <p:grpSpPr>
          <a:xfrm>
            <a:off x="6904755" y="2752295"/>
            <a:ext cx="282592" cy="361805"/>
            <a:chOff x="6904755" y="2752295"/>
            <a:chExt cx="282592" cy="361805"/>
          </a:xfrm>
        </p:grpSpPr>
        <p:sp>
          <p:nvSpPr>
            <p:cNvPr id="12289" name="Google Shape;12289;p85"/>
            <p:cNvSpPr/>
            <p:nvPr/>
          </p:nvSpPr>
          <p:spPr>
            <a:xfrm>
              <a:off x="6909784" y="2955988"/>
              <a:ext cx="272192" cy="153057"/>
            </a:xfrm>
            <a:custGeom>
              <a:rect b="b" l="l" r="r" t="t"/>
              <a:pathLst>
                <a:path extrusionOk="0" h="5843" w="10391">
                  <a:moveTo>
                    <a:pt x="3681" y="0"/>
                  </a:moveTo>
                  <a:lnTo>
                    <a:pt x="3681" y="1028"/>
                  </a:lnTo>
                  <a:cubicBezTo>
                    <a:pt x="3681" y="1316"/>
                    <a:pt x="3492" y="1570"/>
                    <a:pt x="3215" y="1652"/>
                  </a:cubicBezTo>
                  <a:lnTo>
                    <a:pt x="936" y="2324"/>
                  </a:lnTo>
                  <a:cubicBezTo>
                    <a:pt x="381" y="2485"/>
                    <a:pt x="0" y="2992"/>
                    <a:pt x="4" y="3568"/>
                  </a:cubicBezTo>
                  <a:lnTo>
                    <a:pt x="4" y="5843"/>
                  </a:lnTo>
                  <a:lnTo>
                    <a:pt x="10390" y="5843"/>
                  </a:lnTo>
                  <a:lnTo>
                    <a:pt x="10390" y="3568"/>
                  </a:lnTo>
                  <a:cubicBezTo>
                    <a:pt x="10387" y="2992"/>
                    <a:pt x="10007" y="2485"/>
                    <a:pt x="9455" y="2324"/>
                  </a:cubicBezTo>
                  <a:lnTo>
                    <a:pt x="7176" y="1652"/>
                  </a:lnTo>
                  <a:cubicBezTo>
                    <a:pt x="6898" y="1570"/>
                    <a:pt x="6707" y="1316"/>
                    <a:pt x="6710" y="1028"/>
                  </a:cubicBezTo>
                  <a:lnTo>
                    <a:pt x="6710"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5"/>
            <p:cNvSpPr/>
            <p:nvPr/>
          </p:nvSpPr>
          <p:spPr>
            <a:xfrm>
              <a:off x="6909784" y="3003558"/>
              <a:ext cx="272087" cy="105487"/>
            </a:xfrm>
            <a:custGeom>
              <a:rect b="b" l="l" r="r" t="t"/>
              <a:pathLst>
                <a:path extrusionOk="0" h="4027" w="10387">
                  <a:moveTo>
                    <a:pt x="2649" y="1"/>
                  </a:moveTo>
                  <a:lnTo>
                    <a:pt x="932" y="508"/>
                  </a:lnTo>
                  <a:cubicBezTo>
                    <a:pt x="381" y="669"/>
                    <a:pt x="0" y="1176"/>
                    <a:pt x="0" y="1752"/>
                  </a:cubicBezTo>
                  <a:lnTo>
                    <a:pt x="0" y="4027"/>
                  </a:lnTo>
                  <a:lnTo>
                    <a:pt x="10387" y="4027"/>
                  </a:lnTo>
                  <a:lnTo>
                    <a:pt x="10387" y="1752"/>
                  </a:lnTo>
                  <a:cubicBezTo>
                    <a:pt x="10387" y="1176"/>
                    <a:pt x="10007" y="669"/>
                    <a:pt x="9455" y="508"/>
                  </a:cubicBezTo>
                  <a:lnTo>
                    <a:pt x="7738" y="1"/>
                  </a:lnTo>
                  <a:cubicBezTo>
                    <a:pt x="7491" y="1210"/>
                    <a:pt x="6429" y="2081"/>
                    <a:pt x="5192" y="2081"/>
                  </a:cubicBezTo>
                  <a:cubicBezTo>
                    <a:pt x="3958" y="2081"/>
                    <a:pt x="2896" y="1210"/>
                    <a:pt x="264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5"/>
            <p:cNvSpPr/>
            <p:nvPr/>
          </p:nvSpPr>
          <p:spPr>
            <a:xfrm>
              <a:off x="7006182" y="2955988"/>
              <a:ext cx="79371" cy="28369"/>
            </a:xfrm>
            <a:custGeom>
              <a:rect b="b" l="l" r="r" t="t"/>
              <a:pathLst>
                <a:path extrusionOk="0" h="1083" w="3030">
                  <a:moveTo>
                    <a:pt x="1" y="0"/>
                  </a:moveTo>
                  <a:lnTo>
                    <a:pt x="1" y="699"/>
                  </a:lnTo>
                  <a:cubicBezTo>
                    <a:pt x="474" y="955"/>
                    <a:pt x="994" y="1082"/>
                    <a:pt x="1515" y="1082"/>
                  </a:cubicBezTo>
                  <a:cubicBezTo>
                    <a:pt x="2036" y="1082"/>
                    <a:pt x="2557" y="955"/>
                    <a:pt x="3030" y="699"/>
                  </a:cubicBezTo>
                  <a:lnTo>
                    <a:pt x="3030"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5"/>
            <p:cNvSpPr/>
            <p:nvPr/>
          </p:nvSpPr>
          <p:spPr>
            <a:xfrm>
              <a:off x="6949444" y="2808667"/>
              <a:ext cx="192769" cy="158663"/>
            </a:xfrm>
            <a:custGeom>
              <a:rect b="b" l="l" r="r" t="t"/>
              <a:pathLst>
                <a:path extrusionOk="0" h="6057" w="7359">
                  <a:moveTo>
                    <a:pt x="868" y="1"/>
                  </a:moveTo>
                  <a:lnTo>
                    <a:pt x="868" y="2379"/>
                  </a:lnTo>
                  <a:lnTo>
                    <a:pt x="542" y="2379"/>
                  </a:lnTo>
                  <a:cubicBezTo>
                    <a:pt x="244" y="2379"/>
                    <a:pt x="1" y="2622"/>
                    <a:pt x="1" y="2921"/>
                  </a:cubicBezTo>
                  <a:cubicBezTo>
                    <a:pt x="1" y="3219"/>
                    <a:pt x="244" y="3462"/>
                    <a:pt x="542" y="3462"/>
                  </a:cubicBezTo>
                  <a:lnTo>
                    <a:pt x="878" y="3462"/>
                  </a:lnTo>
                  <a:cubicBezTo>
                    <a:pt x="991" y="4925"/>
                    <a:pt x="2211" y="6056"/>
                    <a:pt x="3678" y="6056"/>
                  </a:cubicBezTo>
                  <a:cubicBezTo>
                    <a:pt x="5148" y="6056"/>
                    <a:pt x="6368" y="4925"/>
                    <a:pt x="6481" y="3462"/>
                  </a:cubicBezTo>
                  <a:lnTo>
                    <a:pt x="6817" y="3462"/>
                  </a:lnTo>
                  <a:cubicBezTo>
                    <a:pt x="7115" y="3462"/>
                    <a:pt x="7358" y="3219"/>
                    <a:pt x="7358" y="2921"/>
                  </a:cubicBezTo>
                  <a:cubicBezTo>
                    <a:pt x="7358" y="2622"/>
                    <a:pt x="7115" y="2379"/>
                    <a:pt x="6817" y="2379"/>
                  </a:cubicBezTo>
                  <a:lnTo>
                    <a:pt x="6495" y="2379"/>
                  </a:lnTo>
                  <a:lnTo>
                    <a:pt x="6495"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5"/>
            <p:cNvSpPr/>
            <p:nvPr/>
          </p:nvSpPr>
          <p:spPr>
            <a:xfrm>
              <a:off x="6948658" y="2808667"/>
              <a:ext cx="170844" cy="158716"/>
            </a:xfrm>
            <a:custGeom>
              <a:rect b="b" l="l" r="r" t="t"/>
              <a:pathLst>
                <a:path extrusionOk="0" h="6059" w="6522">
                  <a:moveTo>
                    <a:pt x="898" y="1"/>
                  </a:moveTo>
                  <a:lnTo>
                    <a:pt x="898" y="2379"/>
                  </a:lnTo>
                  <a:lnTo>
                    <a:pt x="603" y="2379"/>
                  </a:lnTo>
                  <a:cubicBezTo>
                    <a:pt x="319" y="2379"/>
                    <a:pt x="62" y="2585"/>
                    <a:pt x="34" y="2866"/>
                  </a:cubicBezTo>
                  <a:cubicBezTo>
                    <a:pt x="0" y="3184"/>
                    <a:pt x="250" y="3462"/>
                    <a:pt x="572" y="3462"/>
                  </a:cubicBezTo>
                  <a:lnTo>
                    <a:pt x="908" y="3462"/>
                  </a:lnTo>
                  <a:cubicBezTo>
                    <a:pt x="1011" y="4946"/>
                    <a:pt x="2252" y="6059"/>
                    <a:pt x="3690" y="6059"/>
                  </a:cubicBezTo>
                  <a:cubicBezTo>
                    <a:pt x="3839" y="6059"/>
                    <a:pt x="3991" y="6047"/>
                    <a:pt x="4143" y="6022"/>
                  </a:cubicBezTo>
                  <a:cubicBezTo>
                    <a:pt x="2772" y="5809"/>
                    <a:pt x="1761" y="4631"/>
                    <a:pt x="1761" y="3246"/>
                  </a:cubicBezTo>
                  <a:lnTo>
                    <a:pt x="1761" y="1512"/>
                  </a:lnTo>
                  <a:cubicBezTo>
                    <a:pt x="1761" y="1036"/>
                    <a:pt x="2149" y="649"/>
                    <a:pt x="2628" y="649"/>
                  </a:cubicBezTo>
                  <a:lnTo>
                    <a:pt x="3931" y="649"/>
                  </a:lnTo>
                  <a:cubicBezTo>
                    <a:pt x="4119" y="790"/>
                    <a:pt x="4346" y="863"/>
                    <a:pt x="4573" y="863"/>
                  </a:cubicBezTo>
                  <a:cubicBezTo>
                    <a:pt x="4741" y="863"/>
                    <a:pt x="4910" y="823"/>
                    <a:pt x="5065" y="741"/>
                  </a:cubicBezTo>
                  <a:cubicBezTo>
                    <a:pt x="5363" y="963"/>
                    <a:pt x="5720" y="1079"/>
                    <a:pt x="6083" y="1079"/>
                  </a:cubicBezTo>
                  <a:cubicBezTo>
                    <a:pt x="6229" y="1079"/>
                    <a:pt x="6377" y="1061"/>
                    <a:pt x="6521" y="1022"/>
                  </a:cubicBezTo>
                  <a:lnTo>
                    <a:pt x="6521"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5"/>
            <p:cNvSpPr/>
            <p:nvPr/>
          </p:nvSpPr>
          <p:spPr>
            <a:xfrm>
              <a:off x="6957433" y="2757613"/>
              <a:ext cx="172468" cy="113398"/>
            </a:xfrm>
            <a:custGeom>
              <a:rect b="b" l="l" r="r" t="t"/>
              <a:pathLst>
                <a:path extrusionOk="0" h="4329" w="6584">
                  <a:moveTo>
                    <a:pt x="1827" y="0"/>
                  </a:moveTo>
                  <a:cubicBezTo>
                    <a:pt x="803" y="0"/>
                    <a:pt x="1" y="884"/>
                    <a:pt x="104" y="1902"/>
                  </a:cubicBezTo>
                  <a:lnTo>
                    <a:pt x="347" y="4328"/>
                  </a:lnTo>
                  <a:lnTo>
                    <a:pt x="563" y="4328"/>
                  </a:lnTo>
                  <a:cubicBezTo>
                    <a:pt x="803" y="4328"/>
                    <a:pt x="995" y="4133"/>
                    <a:pt x="995" y="3893"/>
                  </a:cubicBezTo>
                  <a:lnTo>
                    <a:pt x="995" y="2940"/>
                  </a:lnTo>
                  <a:cubicBezTo>
                    <a:pt x="995" y="2461"/>
                    <a:pt x="1382" y="2073"/>
                    <a:pt x="1862" y="2073"/>
                  </a:cubicBezTo>
                  <a:lnTo>
                    <a:pt x="5758" y="2073"/>
                  </a:lnTo>
                  <a:lnTo>
                    <a:pt x="5758" y="3896"/>
                  </a:lnTo>
                  <a:cubicBezTo>
                    <a:pt x="5758" y="4133"/>
                    <a:pt x="5950" y="4328"/>
                    <a:pt x="6190" y="4328"/>
                  </a:cubicBezTo>
                  <a:lnTo>
                    <a:pt x="6402" y="4328"/>
                  </a:lnTo>
                  <a:lnTo>
                    <a:pt x="6584" y="1988"/>
                  </a:lnTo>
                  <a:lnTo>
                    <a:pt x="6570" y="1981"/>
                  </a:lnTo>
                  <a:lnTo>
                    <a:pt x="575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85"/>
            <p:cNvSpPr/>
            <p:nvPr/>
          </p:nvSpPr>
          <p:spPr>
            <a:xfrm>
              <a:off x="6957433" y="2757613"/>
              <a:ext cx="71408" cy="113398"/>
            </a:xfrm>
            <a:custGeom>
              <a:rect b="b" l="l" r="r" t="t"/>
              <a:pathLst>
                <a:path extrusionOk="0" h="4329" w="2726">
                  <a:moveTo>
                    <a:pt x="1827" y="0"/>
                  </a:moveTo>
                  <a:cubicBezTo>
                    <a:pt x="803" y="0"/>
                    <a:pt x="1" y="884"/>
                    <a:pt x="104" y="1902"/>
                  </a:cubicBezTo>
                  <a:lnTo>
                    <a:pt x="347" y="4328"/>
                  </a:lnTo>
                  <a:lnTo>
                    <a:pt x="563" y="4328"/>
                  </a:lnTo>
                  <a:cubicBezTo>
                    <a:pt x="803" y="4328"/>
                    <a:pt x="995" y="4133"/>
                    <a:pt x="995" y="3893"/>
                  </a:cubicBezTo>
                  <a:lnTo>
                    <a:pt x="995" y="1731"/>
                  </a:lnTo>
                  <a:cubicBezTo>
                    <a:pt x="995" y="775"/>
                    <a:pt x="1769" y="0"/>
                    <a:pt x="27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85"/>
            <p:cNvSpPr/>
            <p:nvPr/>
          </p:nvSpPr>
          <p:spPr>
            <a:xfrm>
              <a:off x="7074132" y="2757613"/>
              <a:ext cx="68081" cy="68055"/>
            </a:xfrm>
            <a:custGeom>
              <a:rect b="b" l="l" r="r" t="t"/>
              <a:pathLst>
                <a:path extrusionOk="0" h="2598" w="2599">
                  <a:moveTo>
                    <a:pt x="1300" y="0"/>
                  </a:moveTo>
                  <a:cubicBezTo>
                    <a:pt x="583" y="0"/>
                    <a:pt x="1" y="583"/>
                    <a:pt x="1" y="1299"/>
                  </a:cubicBezTo>
                  <a:cubicBezTo>
                    <a:pt x="1" y="2015"/>
                    <a:pt x="583" y="2598"/>
                    <a:pt x="1300" y="2598"/>
                  </a:cubicBezTo>
                  <a:cubicBezTo>
                    <a:pt x="2016" y="2598"/>
                    <a:pt x="2598" y="2015"/>
                    <a:pt x="2598" y="1299"/>
                  </a:cubicBezTo>
                  <a:cubicBezTo>
                    <a:pt x="2598" y="583"/>
                    <a:pt x="2016" y="0"/>
                    <a:pt x="13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5"/>
            <p:cNvSpPr/>
            <p:nvPr/>
          </p:nvSpPr>
          <p:spPr>
            <a:xfrm>
              <a:off x="7051525" y="2785956"/>
              <a:ext cx="34027" cy="34053"/>
            </a:xfrm>
            <a:custGeom>
              <a:rect b="b" l="l" r="r" t="t"/>
              <a:pathLst>
                <a:path extrusionOk="0" h="1300" w="1299">
                  <a:moveTo>
                    <a:pt x="648" y="1"/>
                  </a:moveTo>
                  <a:cubicBezTo>
                    <a:pt x="288" y="1"/>
                    <a:pt x="0" y="289"/>
                    <a:pt x="0" y="649"/>
                  </a:cubicBezTo>
                  <a:cubicBezTo>
                    <a:pt x="0" y="1008"/>
                    <a:pt x="288" y="1300"/>
                    <a:pt x="648" y="1300"/>
                  </a:cubicBezTo>
                  <a:cubicBezTo>
                    <a:pt x="1008" y="1300"/>
                    <a:pt x="1299" y="1008"/>
                    <a:pt x="1299" y="649"/>
                  </a:cubicBezTo>
                  <a:cubicBezTo>
                    <a:pt x="1299" y="289"/>
                    <a:pt x="1008" y="1"/>
                    <a:pt x="6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5"/>
            <p:cNvSpPr/>
            <p:nvPr/>
          </p:nvSpPr>
          <p:spPr>
            <a:xfrm>
              <a:off x="6957433" y="3003558"/>
              <a:ext cx="176790" cy="77144"/>
            </a:xfrm>
            <a:custGeom>
              <a:rect b="b" l="l" r="r" t="t"/>
              <a:pathLst>
                <a:path extrusionOk="0" h="2945" w="6749">
                  <a:moveTo>
                    <a:pt x="830" y="1"/>
                  </a:moveTo>
                  <a:lnTo>
                    <a:pt x="1" y="247"/>
                  </a:lnTo>
                  <a:cubicBezTo>
                    <a:pt x="354" y="1824"/>
                    <a:pt x="1759" y="2944"/>
                    <a:pt x="3376" y="2944"/>
                  </a:cubicBezTo>
                  <a:cubicBezTo>
                    <a:pt x="4990" y="2944"/>
                    <a:pt x="6395" y="1824"/>
                    <a:pt x="6748" y="247"/>
                  </a:cubicBezTo>
                  <a:lnTo>
                    <a:pt x="5919" y="1"/>
                  </a:lnTo>
                  <a:cubicBezTo>
                    <a:pt x="5672" y="1210"/>
                    <a:pt x="4610" y="2081"/>
                    <a:pt x="3373" y="2081"/>
                  </a:cubicBezTo>
                  <a:cubicBezTo>
                    <a:pt x="2139" y="2081"/>
                    <a:pt x="1077" y="1210"/>
                    <a:pt x="8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85"/>
            <p:cNvSpPr/>
            <p:nvPr/>
          </p:nvSpPr>
          <p:spPr>
            <a:xfrm>
              <a:off x="7006732" y="2871325"/>
              <a:ext cx="10609" cy="16031"/>
            </a:xfrm>
            <a:custGeom>
              <a:rect b="b" l="l" r="r" t="t"/>
              <a:pathLst>
                <a:path extrusionOk="0" h="612" w="405">
                  <a:moveTo>
                    <a:pt x="202" y="1"/>
                  </a:moveTo>
                  <a:cubicBezTo>
                    <a:pt x="93" y="1"/>
                    <a:pt x="0" y="90"/>
                    <a:pt x="0" y="203"/>
                  </a:cubicBezTo>
                  <a:lnTo>
                    <a:pt x="0" y="419"/>
                  </a:lnTo>
                  <a:cubicBezTo>
                    <a:pt x="7" y="547"/>
                    <a:pt x="106" y="612"/>
                    <a:pt x="204" y="612"/>
                  </a:cubicBezTo>
                  <a:cubicBezTo>
                    <a:pt x="302" y="612"/>
                    <a:pt x="399" y="547"/>
                    <a:pt x="405" y="419"/>
                  </a:cubicBezTo>
                  <a:lnTo>
                    <a:pt x="405" y="203"/>
                  </a:lnTo>
                  <a:cubicBezTo>
                    <a:pt x="405" y="90"/>
                    <a:pt x="316"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85"/>
            <p:cNvSpPr/>
            <p:nvPr/>
          </p:nvSpPr>
          <p:spPr>
            <a:xfrm>
              <a:off x="7074577" y="2871325"/>
              <a:ext cx="10976" cy="16555"/>
            </a:xfrm>
            <a:custGeom>
              <a:rect b="b" l="l" r="r" t="t"/>
              <a:pathLst>
                <a:path extrusionOk="0" h="632" w="419">
                  <a:moveTo>
                    <a:pt x="210" y="1"/>
                  </a:moveTo>
                  <a:cubicBezTo>
                    <a:pt x="97" y="1"/>
                    <a:pt x="8" y="90"/>
                    <a:pt x="8" y="203"/>
                  </a:cubicBezTo>
                  <a:lnTo>
                    <a:pt x="8" y="419"/>
                  </a:lnTo>
                  <a:cubicBezTo>
                    <a:pt x="1" y="535"/>
                    <a:pt x="93" y="631"/>
                    <a:pt x="210" y="631"/>
                  </a:cubicBezTo>
                  <a:cubicBezTo>
                    <a:pt x="326" y="631"/>
                    <a:pt x="419" y="535"/>
                    <a:pt x="412" y="419"/>
                  </a:cubicBezTo>
                  <a:lnTo>
                    <a:pt x="412" y="203"/>
                  </a:lnTo>
                  <a:cubicBezTo>
                    <a:pt x="412" y="90"/>
                    <a:pt x="323"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85"/>
            <p:cNvSpPr/>
            <p:nvPr/>
          </p:nvSpPr>
          <p:spPr>
            <a:xfrm>
              <a:off x="7021689" y="2910775"/>
              <a:ext cx="49247" cy="16503"/>
            </a:xfrm>
            <a:custGeom>
              <a:rect b="b" l="l" r="r" t="t"/>
              <a:pathLst>
                <a:path extrusionOk="0" h="630" w="1880">
                  <a:moveTo>
                    <a:pt x="1582" y="1"/>
                  </a:moveTo>
                  <a:cubicBezTo>
                    <a:pt x="1533" y="1"/>
                    <a:pt x="1482" y="20"/>
                    <a:pt x="1437" y="68"/>
                  </a:cubicBezTo>
                  <a:cubicBezTo>
                    <a:pt x="1365" y="140"/>
                    <a:pt x="1187" y="225"/>
                    <a:pt x="930" y="225"/>
                  </a:cubicBezTo>
                  <a:cubicBezTo>
                    <a:pt x="673" y="225"/>
                    <a:pt x="498" y="140"/>
                    <a:pt x="423" y="68"/>
                  </a:cubicBezTo>
                  <a:cubicBezTo>
                    <a:pt x="380" y="27"/>
                    <a:pt x="332" y="10"/>
                    <a:pt x="287" y="10"/>
                  </a:cubicBezTo>
                  <a:cubicBezTo>
                    <a:pt x="132" y="10"/>
                    <a:pt x="1" y="210"/>
                    <a:pt x="139" y="356"/>
                  </a:cubicBezTo>
                  <a:cubicBezTo>
                    <a:pt x="313" y="527"/>
                    <a:pt x="608" y="630"/>
                    <a:pt x="930" y="630"/>
                  </a:cubicBezTo>
                  <a:cubicBezTo>
                    <a:pt x="1249" y="630"/>
                    <a:pt x="1547" y="527"/>
                    <a:pt x="1722" y="356"/>
                  </a:cubicBezTo>
                  <a:cubicBezTo>
                    <a:pt x="1879" y="211"/>
                    <a:pt x="1741" y="1"/>
                    <a:pt x="15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85"/>
            <p:cNvSpPr/>
            <p:nvPr/>
          </p:nvSpPr>
          <p:spPr>
            <a:xfrm>
              <a:off x="6904755" y="2752295"/>
              <a:ext cx="282592" cy="361805"/>
            </a:xfrm>
            <a:custGeom>
              <a:rect b="b" l="l" r="r" t="t"/>
              <a:pathLst>
                <a:path extrusionOk="0" h="13812" w="10788">
                  <a:moveTo>
                    <a:pt x="8348" y="2879"/>
                  </a:moveTo>
                  <a:lnTo>
                    <a:pt x="8238" y="4329"/>
                  </a:lnTo>
                  <a:lnTo>
                    <a:pt x="8208" y="4329"/>
                  </a:lnTo>
                  <a:cubicBezTo>
                    <a:pt x="8081" y="4329"/>
                    <a:pt x="7978" y="4226"/>
                    <a:pt x="7978" y="4096"/>
                  </a:cubicBezTo>
                  <a:lnTo>
                    <a:pt x="7978" y="2982"/>
                  </a:lnTo>
                  <a:cubicBezTo>
                    <a:pt x="8105" y="2965"/>
                    <a:pt x="8228" y="2931"/>
                    <a:pt x="8348" y="2879"/>
                  </a:cubicBezTo>
                  <a:close/>
                  <a:moveTo>
                    <a:pt x="7759" y="405"/>
                  </a:moveTo>
                  <a:cubicBezTo>
                    <a:pt x="8605" y="405"/>
                    <a:pt x="9129" y="1320"/>
                    <a:pt x="8704" y="2054"/>
                  </a:cubicBezTo>
                  <a:cubicBezTo>
                    <a:pt x="8493" y="2416"/>
                    <a:pt x="8127" y="2597"/>
                    <a:pt x="7760" y="2597"/>
                  </a:cubicBezTo>
                  <a:cubicBezTo>
                    <a:pt x="7389" y="2597"/>
                    <a:pt x="7017" y="2411"/>
                    <a:pt x="6806" y="2040"/>
                  </a:cubicBezTo>
                  <a:cubicBezTo>
                    <a:pt x="6765" y="1961"/>
                    <a:pt x="6699" y="1929"/>
                    <a:pt x="6634" y="1929"/>
                  </a:cubicBezTo>
                  <a:cubicBezTo>
                    <a:pt x="6493" y="1929"/>
                    <a:pt x="6353" y="2078"/>
                    <a:pt x="6453" y="2242"/>
                  </a:cubicBezTo>
                  <a:cubicBezTo>
                    <a:pt x="6467" y="2263"/>
                    <a:pt x="6477" y="2283"/>
                    <a:pt x="6491" y="2304"/>
                  </a:cubicBezTo>
                  <a:cubicBezTo>
                    <a:pt x="6413" y="2356"/>
                    <a:pt x="6328" y="2380"/>
                    <a:pt x="6244" y="2380"/>
                  </a:cubicBezTo>
                  <a:cubicBezTo>
                    <a:pt x="6012" y="2380"/>
                    <a:pt x="5796" y="2196"/>
                    <a:pt x="5799" y="1934"/>
                  </a:cubicBezTo>
                  <a:cubicBezTo>
                    <a:pt x="5792" y="1805"/>
                    <a:pt x="5693" y="1741"/>
                    <a:pt x="5595" y="1741"/>
                  </a:cubicBezTo>
                  <a:cubicBezTo>
                    <a:pt x="5497" y="1741"/>
                    <a:pt x="5399" y="1805"/>
                    <a:pt x="5394" y="1934"/>
                  </a:cubicBezTo>
                  <a:cubicBezTo>
                    <a:pt x="5392" y="2439"/>
                    <a:pt x="5805" y="2788"/>
                    <a:pt x="6247" y="2788"/>
                  </a:cubicBezTo>
                  <a:cubicBezTo>
                    <a:pt x="6419" y="2788"/>
                    <a:pt x="6597" y="2734"/>
                    <a:pt x="6755" y="2616"/>
                  </a:cubicBezTo>
                  <a:cubicBezTo>
                    <a:pt x="6984" y="2821"/>
                    <a:pt x="7269" y="2951"/>
                    <a:pt x="7574" y="2989"/>
                  </a:cubicBezTo>
                  <a:lnTo>
                    <a:pt x="7574" y="4096"/>
                  </a:lnTo>
                  <a:cubicBezTo>
                    <a:pt x="7577" y="4449"/>
                    <a:pt x="7858" y="4730"/>
                    <a:pt x="8211" y="4733"/>
                  </a:cubicBezTo>
                  <a:lnTo>
                    <a:pt x="8533" y="4733"/>
                  </a:lnTo>
                  <a:cubicBezTo>
                    <a:pt x="8735" y="4733"/>
                    <a:pt x="8893" y="4905"/>
                    <a:pt x="8872" y="5107"/>
                  </a:cubicBezTo>
                  <a:cubicBezTo>
                    <a:pt x="8855" y="5278"/>
                    <a:pt x="8694" y="5408"/>
                    <a:pt x="8502" y="5408"/>
                  </a:cubicBezTo>
                  <a:lnTo>
                    <a:pt x="8413" y="5408"/>
                  </a:lnTo>
                  <a:lnTo>
                    <a:pt x="8413" y="5398"/>
                  </a:lnTo>
                  <a:cubicBezTo>
                    <a:pt x="8413" y="5285"/>
                    <a:pt x="8321" y="5196"/>
                    <a:pt x="8211" y="5196"/>
                  </a:cubicBezTo>
                  <a:cubicBezTo>
                    <a:pt x="8209" y="5196"/>
                    <a:pt x="8207" y="5196"/>
                    <a:pt x="8205" y="5196"/>
                  </a:cubicBezTo>
                  <a:cubicBezTo>
                    <a:pt x="8095" y="5196"/>
                    <a:pt x="8009" y="5287"/>
                    <a:pt x="8009" y="5398"/>
                  </a:cubicBezTo>
                  <a:cubicBezTo>
                    <a:pt x="8009" y="6837"/>
                    <a:pt x="6840" y="8006"/>
                    <a:pt x="5398" y="8006"/>
                  </a:cubicBezTo>
                  <a:cubicBezTo>
                    <a:pt x="3955" y="8006"/>
                    <a:pt x="2786" y="6837"/>
                    <a:pt x="2786" y="5398"/>
                  </a:cubicBezTo>
                  <a:lnTo>
                    <a:pt x="2783" y="5395"/>
                  </a:lnTo>
                  <a:cubicBezTo>
                    <a:pt x="2778" y="5266"/>
                    <a:pt x="2680" y="5202"/>
                    <a:pt x="2582" y="5202"/>
                  </a:cubicBezTo>
                  <a:cubicBezTo>
                    <a:pt x="2484" y="5202"/>
                    <a:pt x="2385" y="5266"/>
                    <a:pt x="2379" y="5395"/>
                  </a:cubicBezTo>
                  <a:lnTo>
                    <a:pt x="2379" y="5408"/>
                  </a:lnTo>
                  <a:lnTo>
                    <a:pt x="2259" y="5408"/>
                  </a:lnTo>
                  <a:cubicBezTo>
                    <a:pt x="2056" y="5408"/>
                    <a:pt x="1899" y="5237"/>
                    <a:pt x="1919" y="5035"/>
                  </a:cubicBezTo>
                  <a:cubicBezTo>
                    <a:pt x="1937" y="4864"/>
                    <a:pt x="2101" y="4733"/>
                    <a:pt x="2290" y="4733"/>
                  </a:cubicBezTo>
                  <a:lnTo>
                    <a:pt x="2581" y="4733"/>
                  </a:lnTo>
                  <a:cubicBezTo>
                    <a:pt x="2934" y="4733"/>
                    <a:pt x="3218" y="4449"/>
                    <a:pt x="3218" y="4096"/>
                  </a:cubicBezTo>
                  <a:lnTo>
                    <a:pt x="3218" y="3150"/>
                  </a:lnTo>
                  <a:cubicBezTo>
                    <a:pt x="3218" y="2783"/>
                    <a:pt x="3513" y="2489"/>
                    <a:pt x="3880" y="2489"/>
                  </a:cubicBezTo>
                  <a:lnTo>
                    <a:pt x="4729" y="2489"/>
                  </a:lnTo>
                  <a:cubicBezTo>
                    <a:pt x="4731" y="2489"/>
                    <a:pt x="4734" y="2489"/>
                    <a:pt x="4736" y="2489"/>
                  </a:cubicBezTo>
                  <a:cubicBezTo>
                    <a:pt x="4849" y="2489"/>
                    <a:pt x="4942" y="2398"/>
                    <a:pt x="4942" y="2287"/>
                  </a:cubicBezTo>
                  <a:cubicBezTo>
                    <a:pt x="4942" y="2172"/>
                    <a:pt x="4849" y="2081"/>
                    <a:pt x="4736" y="2081"/>
                  </a:cubicBezTo>
                  <a:cubicBezTo>
                    <a:pt x="4734" y="2081"/>
                    <a:pt x="4731" y="2081"/>
                    <a:pt x="4729" y="2081"/>
                  </a:cubicBezTo>
                  <a:lnTo>
                    <a:pt x="3883" y="2081"/>
                  </a:lnTo>
                  <a:cubicBezTo>
                    <a:pt x="3294" y="2084"/>
                    <a:pt x="2817" y="2561"/>
                    <a:pt x="2814" y="3150"/>
                  </a:cubicBezTo>
                  <a:lnTo>
                    <a:pt x="2814" y="4096"/>
                  </a:lnTo>
                  <a:cubicBezTo>
                    <a:pt x="2814" y="4226"/>
                    <a:pt x="2711" y="4329"/>
                    <a:pt x="2584" y="4329"/>
                  </a:cubicBezTo>
                  <a:lnTo>
                    <a:pt x="2550" y="4329"/>
                  </a:lnTo>
                  <a:lnTo>
                    <a:pt x="2327" y="2084"/>
                  </a:lnTo>
                  <a:cubicBezTo>
                    <a:pt x="2238" y="1187"/>
                    <a:pt x="2944" y="405"/>
                    <a:pt x="3849" y="405"/>
                  </a:cubicBezTo>
                  <a:close/>
                  <a:moveTo>
                    <a:pt x="6707" y="8112"/>
                  </a:moveTo>
                  <a:lnTo>
                    <a:pt x="6707" y="8804"/>
                  </a:lnTo>
                  <a:cubicBezTo>
                    <a:pt x="6707" y="9181"/>
                    <a:pt x="6957" y="9514"/>
                    <a:pt x="7317" y="9623"/>
                  </a:cubicBezTo>
                  <a:lnTo>
                    <a:pt x="7680" y="9730"/>
                  </a:lnTo>
                  <a:cubicBezTo>
                    <a:pt x="7580" y="10072"/>
                    <a:pt x="7409" y="10391"/>
                    <a:pt x="7173" y="10658"/>
                  </a:cubicBezTo>
                  <a:cubicBezTo>
                    <a:pt x="7027" y="10809"/>
                    <a:pt x="7169" y="11005"/>
                    <a:pt x="7322" y="11005"/>
                  </a:cubicBezTo>
                  <a:cubicBezTo>
                    <a:pt x="7375" y="11005"/>
                    <a:pt x="7430" y="10982"/>
                    <a:pt x="7474" y="10926"/>
                  </a:cubicBezTo>
                  <a:cubicBezTo>
                    <a:pt x="7752" y="10614"/>
                    <a:pt x="7954" y="10244"/>
                    <a:pt x="8071" y="9843"/>
                  </a:cubicBezTo>
                  <a:lnTo>
                    <a:pt x="8513" y="9969"/>
                  </a:lnTo>
                  <a:cubicBezTo>
                    <a:pt x="8324" y="10621"/>
                    <a:pt x="7940" y="11196"/>
                    <a:pt x="7416" y="11618"/>
                  </a:cubicBezTo>
                  <a:cubicBezTo>
                    <a:pt x="6820" y="12094"/>
                    <a:pt x="6098" y="12332"/>
                    <a:pt x="5377" y="12332"/>
                  </a:cubicBezTo>
                  <a:cubicBezTo>
                    <a:pt x="4656" y="12332"/>
                    <a:pt x="3934" y="12094"/>
                    <a:pt x="3338" y="11618"/>
                  </a:cubicBezTo>
                  <a:cubicBezTo>
                    <a:pt x="2814" y="11196"/>
                    <a:pt x="2433" y="10627"/>
                    <a:pt x="2245" y="9983"/>
                  </a:cubicBezTo>
                  <a:lnTo>
                    <a:pt x="2687" y="9853"/>
                  </a:lnTo>
                  <a:cubicBezTo>
                    <a:pt x="3051" y="11107"/>
                    <a:pt x="4187" y="11877"/>
                    <a:pt x="5381" y="11877"/>
                  </a:cubicBezTo>
                  <a:cubicBezTo>
                    <a:pt x="5852" y="11877"/>
                    <a:pt x="6331" y="11758"/>
                    <a:pt x="6775" y="11501"/>
                  </a:cubicBezTo>
                  <a:cubicBezTo>
                    <a:pt x="6959" y="11382"/>
                    <a:pt x="6850" y="11126"/>
                    <a:pt x="6672" y="11126"/>
                  </a:cubicBezTo>
                  <a:cubicBezTo>
                    <a:pt x="6641" y="11126"/>
                    <a:pt x="6607" y="11134"/>
                    <a:pt x="6573" y="11152"/>
                  </a:cubicBezTo>
                  <a:cubicBezTo>
                    <a:pt x="6193" y="11370"/>
                    <a:pt x="5784" y="11472"/>
                    <a:pt x="5382" y="11472"/>
                  </a:cubicBezTo>
                  <a:cubicBezTo>
                    <a:pt x="4358" y="11472"/>
                    <a:pt x="3384" y="10813"/>
                    <a:pt x="3074" y="9740"/>
                  </a:cubicBezTo>
                  <a:lnTo>
                    <a:pt x="3472" y="9623"/>
                  </a:lnTo>
                  <a:cubicBezTo>
                    <a:pt x="3832" y="9517"/>
                    <a:pt x="4078" y="9185"/>
                    <a:pt x="4082" y="8808"/>
                  </a:cubicBezTo>
                  <a:lnTo>
                    <a:pt x="4082" y="8112"/>
                  </a:lnTo>
                  <a:cubicBezTo>
                    <a:pt x="4496" y="8313"/>
                    <a:pt x="4945" y="8413"/>
                    <a:pt x="5394" y="8413"/>
                  </a:cubicBezTo>
                  <a:cubicBezTo>
                    <a:pt x="5843" y="8413"/>
                    <a:pt x="6292" y="8313"/>
                    <a:pt x="6707" y="8112"/>
                  </a:cubicBezTo>
                  <a:close/>
                  <a:moveTo>
                    <a:pt x="3845" y="1"/>
                  </a:moveTo>
                  <a:cubicBezTo>
                    <a:pt x="2701" y="1"/>
                    <a:pt x="1810" y="988"/>
                    <a:pt x="1923" y="2126"/>
                  </a:cubicBezTo>
                  <a:lnTo>
                    <a:pt x="2142" y="4343"/>
                  </a:lnTo>
                  <a:cubicBezTo>
                    <a:pt x="1813" y="4404"/>
                    <a:pt x="1549" y="4668"/>
                    <a:pt x="1518" y="4997"/>
                  </a:cubicBezTo>
                  <a:cubicBezTo>
                    <a:pt x="1474" y="5436"/>
                    <a:pt x="1817" y="5816"/>
                    <a:pt x="2259" y="5816"/>
                  </a:cubicBezTo>
                  <a:lnTo>
                    <a:pt x="2409" y="5816"/>
                  </a:lnTo>
                  <a:cubicBezTo>
                    <a:pt x="2526" y="6649"/>
                    <a:pt x="2985" y="7396"/>
                    <a:pt x="3677" y="7876"/>
                  </a:cubicBezTo>
                  <a:lnTo>
                    <a:pt x="3677" y="8808"/>
                  </a:lnTo>
                  <a:cubicBezTo>
                    <a:pt x="3677" y="9003"/>
                    <a:pt x="3547" y="9178"/>
                    <a:pt x="3359" y="9236"/>
                  </a:cubicBezTo>
                  <a:lnTo>
                    <a:pt x="1076" y="9904"/>
                  </a:lnTo>
                  <a:cubicBezTo>
                    <a:pt x="439" y="10096"/>
                    <a:pt x="0" y="10679"/>
                    <a:pt x="0" y="11344"/>
                  </a:cubicBezTo>
                  <a:lnTo>
                    <a:pt x="0" y="13619"/>
                  </a:lnTo>
                  <a:cubicBezTo>
                    <a:pt x="6" y="13747"/>
                    <a:pt x="103" y="13812"/>
                    <a:pt x="201" y="13812"/>
                  </a:cubicBezTo>
                  <a:cubicBezTo>
                    <a:pt x="299" y="13812"/>
                    <a:pt x="398" y="13747"/>
                    <a:pt x="405" y="13619"/>
                  </a:cubicBezTo>
                  <a:lnTo>
                    <a:pt x="405" y="11344"/>
                  </a:lnTo>
                  <a:cubicBezTo>
                    <a:pt x="405" y="10857"/>
                    <a:pt x="727" y="10432"/>
                    <a:pt x="1190" y="10292"/>
                  </a:cubicBezTo>
                  <a:lnTo>
                    <a:pt x="1858" y="10096"/>
                  </a:lnTo>
                  <a:cubicBezTo>
                    <a:pt x="2313" y="11663"/>
                    <a:pt x="3745" y="12738"/>
                    <a:pt x="5373" y="12738"/>
                  </a:cubicBezTo>
                  <a:cubicBezTo>
                    <a:pt x="5375" y="12738"/>
                    <a:pt x="5378" y="12738"/>
                    <a:pt x="5380" y="12738"/>
                  </a:cubicBezTo>
                  <a:cubicBezTo>
                    <a:pt x="7015" y="12738"/>
                    <a:pt x="8447" y="11655"/>
                    <a:pt x="8900" y="10086"/>
                  </a:cubicBezTo>
                  <a:lnTo>
                    <a:pt x="9599" y="10292"/>
                  </a:lnTo>
                  <a:cubicBezTo>
                    <a:pt x="10065" y="10432"/>
                    <a:pt x="10384" y="10860"/>
                    <a:pt x="10384" y="11344"/>
                  </a:cubicBezTo>
                  <a:lnTo>
                    <a:pt x="10384" y="13619"/>
                  </a:lnTo>
                  <a:cubicBezTo>
                    <a:pt x="10389" y="13747"/>
                    <a:pt x="10487" y="13812"/>
                    <a:pt x="10586" y="13812"/>
                  </a:cubicBezTo>
                  <a:cubicBezTo>
                    <a:pt x="10684" y="13812"/>
                    <a:pt x="10783" y="13747"/>
                    <a:pt x="10788" y="13619"/>
                  </a:cubicBezTo>
                  <a:lnTo>
                    <a:pt x="10788" y="11344"/>
                  </a:lnTo>
                  <a:cubicBezTo>
                    <a:pt x="10785" y="10679"/>
                    <a:pt x="10349" y="10096"/>
                    <a:pt x="9712" y="9904"/>
                  </a:cubicBezTo>
                  <a:lnTo>
                    <a:pt x="7433" y="9233"/>
                  </a:lnTo>
                  <a:cubicBezTo>
                    <a:pt x="7245" y="9178"/>
                    <a:pt x="7114" y="9003"/>
                    <a:pt x="7111" y="8804"/>
                  </a:cubicBezTo>
                  <a:lnTo>
                    <a:pt x="7111" y="7872"/>
                  </a:lnTo>
                  <a:cubicBezTo>
                    <a:pt x="7803" y="7393"/>
                    <a:pt x="8262" y="6649"/>
                    <a:pt x="8382" y="5816"/>
                  </a:cubicBezTo>
                  <a:lnTo>
                    <a:pt x="8502" y="5816"/>
                  </a:lnTo>
                  <a:cubicBezTo>
                    <a:pt x="8896" y="5816"/>
                    <a:pt x="9236" y="5521"/>
                    <a:pt x="9273" y="5148"/>
                  </a:cubicBezTo>
                  <a:cubicBezTo>
                    <a:pt x="9314" y="4754"/>
                    <a:pt x="9037" y="4394"/>
                    <a:pt x="8643" y="4336"/>
                  </a:cubicBezTo>
                  <a:lnTo>
                    <a:pt x="8776" y="2602"/>
                  </a:lnTo>
                  <a:cubicBezTo>
                    <a:pt x="9232" y="2184"/>
                    <a:pt x="9383" y="1529"/>
                    <a:pt x="9157" y="954"/>
                  </a:cubicBezTo>
                  <a:cubicBezTo>
                    <a:pt x="8931" y="378"/>
                    <a:pt x="8375" y="1"/>
                    <a:pt x="77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5"/>
            <p:cNvSpPr/>
            <p:nvPr/>
          </p:nvSpPr>
          <p:spPr>
            <a:xfrm>
              <a:off x="7000812" y="2854272"/>
              <a:ext cx="22449" cy="10714"/>
            </a:xfrm>
            <a:custGeom>
              <a:rect b="b" l="l" r="r" t="t"/>
              <a:pathLst>
                <a:path extrusionOk="0" h="409" w="857">
                  <a:moveTo>
                    <a:pt x="206" y="1"/>
                  </a:moveTo>
                  <a:cubicBezTo>
                    <a:pt x="93" y="1"/>
                    <a:pt x="0" y="92"/>
                    <a:pt x="0" y="203"/>
                  </a:cubicBezTo>
                  <a:cubicBezTo>
                    <a:pt x="0" y="317"/>
                    <a:pt x="93" y="409"/>
                    <a:pt x="206" y="409"/>
                  </a:cubicBezTo>
                  <a:cubicBezTo>
                    <a:pt x="208" y="409"/>
                    <a:pt x="210" y="409"/>
                    <a:pt x="213" y="409"/>
                  </a:cubicBezTo>
                  <a:lnTo>
                    <a:pt x="644" y="409"/>
                  </a:lnTo>
                  <a:cubicBezTo>
                    <a:pt x="646" y="409"/>
                    <a:pt x="648" y="409"/>
                    <a:pt x="651" y="409"/>
                  </a:cubicBezTo>
                  <a:cubicBezTo>
                    <a:pt x="764" y="409"/>
                    <a:pt x="857" y="317"/>
                    <a:pt x="857" y="203"/>
                  </a:cubicBezTo>
                  <a:cubicBezTo>
                    <a:pt x="857" y="92"/>
                    <a:pt x="764" y="1"/>
                    <a:pt x="651" y="1"/>
                  </a:cubicBezTo>
                  <a:cubicBezTo>
                    <a:pt x="649" y="1"/>
                    <a:pt x="646" y="1"/>
                    <a:pt x="644" y="1"/>
                  </a:cubicBezTo>
                  <a:lnTo>
                    <a:pt x="213" y="1"/>
                  </a:lnTo>
                  <a:cubicBezTo>
                    <a:pt x="210" y="1"/>
                    <a:pt x="208"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5"/>
            <p:cNvSpPr/>
            <p:nvPr/>
          </p:nvSpPr>
          <p:spPr>
            <a:xfrm>
              <a:off x="7068840" y="2854272"/>
              <a:ext cx="22475" cy="10714"/>
            </a:xfrm>
            <a:custGeom>
              <a:rect b="b" l="l" r="r" t="t"/>
              <a:pathLst>
                <a:path extrusionOk="0" h="409" w="858">
                  <a:moveTo>
                    <a:pt x="207" y="1"/>
                  </a:moveTo>
                  <a:cubicBezTo>
                    <a:pt x="93" y="1"/>
                    <a:pt x="1" y="92"/>
                    <a:pt x="1" y="203"/>
                  </a:cubicBezTo>
                  <a:cubicBezTo>
                    <a:pt x="1" y="317"/>
                    <a:pt x="93" y="409"/>
                    <a:pt x="207" y="409"/>
                  </a:cubicBezTo>
                  <a:cubicBezTo>
                    <a:pt x="209" y="409"/>
                    <a:pt x="211" y="409"/>
                    <a:pt x="213" y="409"/>
                  </a:cubicBezTo>
                  <a:lnTo>
                    <a:pt x="645" y="409"/>
                  </a:lnTo>
                  <a:cubicBezTo>
                    <a:pt x="647" y="409"/>
                    <a:pt x="649" y="409"/>
                    <a:pt x="651" y="409"/>
                  </a:cubicBezTo>
                  <a:cubicBezTo>
                    <a:pt x="765" y="409"/>
                    <a:pt x="857" y="317"/>
                    <a:pt x="857" y="203"/>
                  </a:cubicBezTo>
                  <a:cubicBezTo>
                    <a:pt x="857" y="92"/>
                    <a:pt x="765" y="1"/>
                    <a:pt x="651" y="1"/>
                  </a:cubicBezTo>
                  <a:cubicBezTo>
                    <a:pt x="649" y="1"/>
                    <a:pt x="647" y="1"/>
                    <a:pt x="645" y="1"/>
                  </a:cubicBezTo>
                  <a:lnTo>
                    <a:pt x="213" y="1"/>
                  </a:lnTo>
                  <a:cubicBezTo>
                    <a:pt x="211" y="1"/>
                    <a:pt x="209"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5" name="Google Shape;12305;p85"/>
          <p:cNvGrpSpPr/>
          <p:nvPr/>
        </p:nvGrpSpPr>
        <p:grpSpPr>
          <a:xfrm>
            <a:off x="7455819" y="2753395"/>
            <a:ext cx="271380" cy="361308"/>
            <a:chOff x="7455819" y="2753395"/>
            <a:chExt cx="271380" cy="361308"/>
          </a:xfrm>
        </p:grpSpPr>
        <p:sp>
          <p:nvSpPr>
            <p:cNvPr id="12306" name="Google Shape;12306;p85"/>
            <p:cNvSpPr/>
            <p:nvPr/>
          </p:nvSpPr>
          <p:spPr>
            <a:xfrm>
              <a:off x="7480678" y="2757613"/>
              <a:ext cx="221924" cy="237615"/>
            </a:xfrm>
            <a:custGeom>
              <a:rect b="b" l="l" r="r" t="t"/>
              <a:pathLst>
                <a:path extrusionOk="0" h="9071" w="8472">
                  <a:moveTo>
                    <a:pt x="4236" y="0"/>
                  </a:moveTo>
                  <a:cubicBezTo>
                    <a:pt x="2204" y="0"/>
                    <a:pt x="556" y="1645"/>
                    <a:pt x="556" y="3677"/>
                  </a:cubicBezTo>
                  <a:lnTo>
                    <a:pt x="556" y="5192"/>
                  </a:lnTo>
                  <a:cubicBezTo>
                    <a:pt x="563" y="6024"/>
                    <a:pt x="405" y="6850"/>
                    <a:pt x="93" y="7621"/>
                  </a:cubicBezTo>
                  <a:cubicBezTo>
                    <a:pt x="1" y="7841"/>
                    <a:pt x="107" y="8098"/>
                    <a:pt x="330" y="8183"/>
                  </a:cubicBezTo>
                  <a:cubicBezTo>
                    <a:pt x="871" y="8399"/>
                    <a:pt x="2937" y="9071"/>
                    <a:pt x="4236" y="9071"/>
                  </a:cubicBezTo>
                  <a:cubicBezTo>
                    <a:pt x="5535" y="9071"/>
                    <a:pt x="7601" y="8399"/>
                    <a:pt x="8139" y="8183"/>
                  </a:cubicBezTo>
                  <a:cubicBezTo>
                    <a:pt x="8362" y="8098"/>
                    <a:pt x="8472" y="7841"/>
                    <a:pt x="8379" y="7621"/>
                  </a:cubicBezTo>
                  <a:cubicBezTo>
                    <a:pt x="8067" y="6850"/>
                    <a:pt x="7910" y="6024"/>
                    <a:pt x="7913" y="5192"/>
                  </a:cubicBezTo>
                  <a:lnTo>
                    <a:pt x="7913" y="3677"/>
                  </a:lnTo>
                  <a:cubicBezTo>
                    <a:pt x="7913" y="1645"/>
                    <a:pt x="6268" y="0"/>
                    <a:pt x="423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5"/>
            <p:cNvSpPr/>
            <p:nvPr/>
          </p:nvSpPr>
          <p:spPr>
            <a:xfrm>
              <a:off x="7546297" y="2757613"/>
              <a:ext cx="141060" cy="84584"/>
            </a:xfrm>
            <a:custGeom>
              <a:rect b="b" l="l" r="r" t="t"/>
              <a:pathLst>
                <a:path extrusionOk="0" h="3229" w="5385">
                  <a:moveTo>
                    <a:pt x="1738" y="0"/>
                  </a:moveTo>
                  <a:cubicBezTo>
                    <a:pt x="1736" y="0"/>
                    <a:pt x="1734" y="0"/>
                    <a:pt x="1731" y="0"/>
                  </a:cubicBezTo>
                  <a:cubicBezTo>
                    <a:pt x="1128" y="0"/>
                    <a:pt x="532" y="147"/>
                    <a:pt x="1" y="432"/>
                  </a:cubicBezTo>
                  <a:lnTo>
                    <a:pt x="1" y="631"/>
                  </a:lnTo>
                  <a:cubicBezTo>
                    <a:pt x="1" y="2063"/>
                    <a:pt x="1162" y="3228"/>
                    <a:pt x="2598" y="3228"/>
                  </a:cubicBezTo>
                  <a:lnTo>
                    <a:pt x="5384" y="3228"/>
                  </a:lnTo>
                  <a:cubicBezTo>
                    <a:pt x="5155" y="1383"/>
                    <a:pt x="3592" y="0"/>
                    <a:pt x="1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5"/>
            <p:cNvSpPr/>
            <p:nvPr/>
          </p:nvSpPr>
          <p:spPr>
            <a:xfrm>
              <a:off x="7461294" y="2955542"/>
              <a:ext cx="260797" cy="152979"/>
            </a:xfrm>
            <a:custGeom>
              <a:rect b="b" l="l" r="r" t="t"/>
              <a:pathLst>
                <a:path extrusionOk="0" h="5840" w="9956">
                  <a:moveTo>
                    <a:pt x="3677" y="0"/>
                  </a:moveTo>
                  <a:lnTo>
                    <a:pt x="3677" y="1333"/>
                  </a:lnTo>
                  <a:cubicBezTo>
                    <a:pt x="3677" y="1700"/>
                    <a:pt x="3448" y="2025"/>
                    <a:pt x="3102" y="2149"/>
                  </a:cubicBezTo>
                  <a:lnTo>
                    <a:pt x="868" y="2937"/>
                  </a:lnTo>
                  <a:cubicBezTo>
                    <a:pt x="347" y="3122"/>
                    <a:pt x="1" y="3612"/>
                    <a:pt x="1" y="4164"/>
                  </a:cubicBezTo>
                  <a:lnTo>
                    <a:pt x="1" y="5839"/>
                  </a:lnTo>
                  <a:lnTo>
                    <a:pt x="9955" y="5839"/>
                  </a:lnTo>
                  <a:lnTo>
                    <a:pt x="9955" y="4164"/>
                  </a:lnTo>
                  <a:cubicBezTo>
                    <a:pt x="9955" y="3612"/>
                    <a:pt x="9606" y="3122"/>
                    <a:pt x="9085" y="2937"/>
                  </a:cubicBezTo>
                  <a:lnTo>
                    <a:pt x="6851" y="2149"/>
                  </a:lnTo>
                  <a:cubicBezTo>
                    <a:pt x="6505" y="2025"/>
                    <a:pt x="6275" y="1700"/>
                    <a:pt x="6275" y="1333"/>
                  </a:cubicBezTo>
                  <a:lnTo>
                    <a:pt x="6275"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85"/>
            <p:cNvSpPr/>
            <p:nvPr/>
          </p:nvSpPr>
          <p:spPr>
            <a:xfrm>
              <a:off x="7461215" y="3014769"/>
              <a:ext cx="260771" cy="93830"/>
            </a:xfrm>
            <a:custGeom>
              <a:rect b="b" l="l" r="r" t="t"/>
              <a:pathLst>
                <a:path extrusionOk="0" h="3582" w="9955">
                  <a:moveTo>
                    <a:pt x="2783" y="1"/>
                  </a:moveTo>
                  <a:lnTo>
                    <a:pt x="867" y="679"/>
                  </a:lnTo>
                  <a:cubicBezTo>
                    <a:pt x="350" y="861"/>
                    <a:pt x="0" y="1351"/>
                    <a:pt x="0" y="1903"/>
                  </a:cubicBezTo>
                  <a:lnTo>
                    <a:pt x="0" y="3582"/>
                  </a:lnTo>
                  <a:lnTo>
                    <a:pt x="4" y="3578"/>
                  </a:lnTo>
                  <a:lnTo>
                    <a:pt x="9955" y="3578"/>
                  </a:lnTo>
                  <a:lnTo>
                    <a:pt x="9955" y="1903"/>
                  </a:lnTo>
                  <a:cubicBezTo>
                    <a:pt x="9955" y="1351"/>
                    <a:pt x="9609" y="861"/>
                    <a:pt x="9091" y="679"/>
                  </a:cubicBezTo>
                  <a:lnTo>
                    <a:pt x="7176" y="1"/>
                  </a:lnTo>
                  <a:cubicBezTo>
                    <a:pt x="6854" y="511"/>
                    <a:pt x="6117" y="1492"/>
                    <a:pt x="5048" y="1827"/>
                  </a:cubicBezTo>
                  <a:cubicBezTo>
                    <a:pt x="5026" y="1834"/>
                    <a:pt x="5002" y="1838"/>
                    <a:pt x="4979" y="1838"/>
                  </a:cubicBezTo>
                  <a:cubicBezTo>
                    <a:pt x="4956" y="1838"/>
                    <a:pt x="4933" y="1834"/>
                    <a:pt x="4911" y="1827"/>
                  </a:cubicBezTo>
                  <a:cubicBezTo>
                    <a:pt x="3838" y="1492"/>
                    <a:pt x="3105" y="511"/>
                    <a:pt x="27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85"/>
            <p:cNvSpPr/>
            <p:nvPr/>
          </p:nvSpPr>
          <p:spPr>
            <a:xfrm>
              <a:off x="7523140" y="3010656"/>
              <a:ext cx="137000" cy="63601"/>
            </a:xfrm>
            <a:custGeom>
              <a:rect b="b" l="l" r="r" t="t"/>
              <a:pathLst>
                <a:path extrusionOk="0" h="2428" w="5230">
                  <a:moveTo>
                    <a:pt x="833" y="0"/>
                  </a:moveTo>
                  <a:cubicBezTo>
                    <a:pt x="802" y="17"/>
                    <a:pt x="772" y="31"/>
                    <a:pt x="737" y="45"/>
                  </a:cubicBezTo>
                  <a:lnTo>
                    <a:pt x="1" y="305"/>
                  </a:lnTo>
                  <a:cubicBezTo>
                    <a:pt x="323" y="836"/>
                    <a:pt x="1149" y="1998"/>
                    <a:pt x="2416" y="2399"/>
                  </a:cubicBezTo>
                  <a:cubicBezTo>
                    <a:pt x="2482" y="2418"/>
                    <a:pt x="2548" y="2427"/>
                    <a:pt x="2615" y="2427"/>
                  </a:cubicBezTo>
                  <a:cubicBezTo>
                    <a:pt x="2682" y="2427"/>
                    <a:pt x="2749" y="2418"/>
                    <a:pt x="2814" y="2399"/>
                  </a:cubicBezTo>
                  <a:cubicBezTo>
                    <a:pt x="4082" y="1998"/>
                    <a:pt x="4908" y="836"/>
                    <a:pt x="5230" y="305"/>
                  </a:cubicBezTo>
                  <a:lnTo>
                    <a:pt x="4490" y="45"/>
                  </a:lnTo>
                  <a:cubicBezTo>
                    <a:pt x="4459" y="31"/>
                    <a:pt x="4428" y="17"/>
                    <a:pt x="4397" y="0"/>
                  </a:cubicBezTo>
                  <a:cubicBezTo>
                    <a:pt x="4092" y="466"/>
                    <a:pt x="3475" y="1251"/>
                    <a:pt x="2615" y="1549"/>
                  </a:cubicBezTo>
                  <a:cubicBezTo>
                    <a:pt x="1759" y="1251"/>
                    <a:pt x="1138" y="466"/>
                    <a:pt x="833"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85"/>
            <p:cNvSpPr/>
            <p:nvPr/>
          </p:nvSpPr>
          <p:spPr>
            <a:xfrm>
              <a:off x="7557613" y="2955542"/>
              <a:ext cx="68055" cy="33949"/>
            </a:xfrm>
            <a:custGeom>
              <a:rect b="b" l="l" r="r" t="t"/>
              <a:pathLst>
                <a:path extrusionOk="0" h="1296" w="2598">
                  <a:moveTo>
                    <a:pt x="0" y="0"/>
                  </a:moveTo>
                  <a:lnTo>
                    <a:pt x="0" y="1021"/>
                  </a:lnTo>
                  <a:cubicBezTo>
                    <a:pt x="360" y="1182"/>
                    <a:pt x="748" y="1275"/>
                    <a:pt x="1142" y="1292"/>
                  </a:cubicBezTo>
                  <a:cubicBezTo>
                    <a:pt x="1196" y="1296"/>
                    <a:pt x="1248" y="1296"/>
                    <a:pt x="1299" y="1296"/>
                  </a:cubicBezTo>
                  <a:cubicBezTo>
                    <a:pt x="1745" y="1296"/>
                    <a:pt x="2187" y="1203"/>
                    <a:pt x="2598" y="1025"/>
                  </a:cubicBezTo>
                  <a:lnTo>
                    <a:pt x="259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5"/>
            <p:cNvSpPr/>
            <p:nvPr/>
          </p:nvSpPr>
          <p:spPr>
            <a:xfrm>
              <a:off x="7517927" y="2829859"/>
              <a:ext cx="147425" cy="142658"/>
            </a:xfrm>
            <a:custGeom>
              <a:rect b="b" l="l" r="r" t="t"/>
              <a:pathLst>
                <a:path extrusionOk="0" h="5446" w="5628">
                  <a:moveTo>
                    <a:pt x="3375" y="1"/>
                  </a:moveTo>
                  <a:cubicBezTo>
                    <a:pt x="3309" y="1"/>
                    <a:pt x="3246" y="53"/>
                    <a:pt x="3246" y="131"/>
                  </a:cubicBezTo>
                  <a:lnTo>
                    <a:pt x="3246" y="686"/>
                  </a:lnTo>
                  <a:cubicBezTo>
                    <a:pt x="3246" y="803"/>
                    <a:pt x="3150" y="902"/>
                    <a:pt x="3030" y="902"/>
                  </a:cubicBezTo>
                  <a:lnTo>
                    <a:pt x="868" y="902"/>
                  </a:lnTo>
                  <a:cubicBezTo>
                    <a:pt x="388" y="902"/>
                    <a:pt x="1" y="1289"/>
                    <a:pt x="1" y="1765"/>
                  </a:cubicBezTo>
                  <a:lnTo>
                    <a:pt x="1" y="2554"/>
                  </a:lnTo>
                  <a:cubicBezTo>
                    <a:pt x="1" y="4068"/>
                    <a:pt x="1166" y="5370"/>
                    <a:pt x="2677" y="5442"/>
                  </a:cubicBezTo>
                  <a:cubicBezTo>
                    <a:pt x="2724" y="5445"/>
                    <a:pt x="2771" y="5446"/>
                    <a:pt x="2818" y="5446"/>
                  </a:cubicBezTo>
                  <a:cubicBezTo>
                    <a:pt x="4362" y="5446"/>
                    <a:pt x="5628" y="4193"/>
                    <a:pt x="5628" y="2632"/>
                  </a:cubicBezTo>
                  <a:lnTo>
                    <a:pt x="5628" y="1765"/>
                  </a:lnTo>
                  <a:cubicBezTo>
                    <a:pt x="5628" y="1289"/>
                    <a:pt x="5240" y="902"/>
                    <a:pt x="4761" y="902"/>
                  </a:cubicBezTo>
                  <a:lnTo>
                    <a:pt x="4418" y="902"/>
                  </a:lnTo>
                  <a:cubicBezTo>
                    <a:pt x="4360" y="902"/>
                    <a:pt x="4305" y="878"/>
                    <a:pt x="4267" y="837"/>
                  </a:cubicBezTo>
                  <a:lnTo>
                    <a:pt x="3469" y="42"/>
                  </a:lnTo>
                  <a:cubicBezTo>
                    <a:pt x="3442" y="14"/>
                    <a:pt x="3408" y="1"/>
                    <a:pt x="3375"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5"/>
            <p:cNvSpPr/>
            <p:nvPr/>
          </p:nvSpPr>
          <p:spPr>
            <a:xfrm>
              <a:off x="7517927" y="2829885"/>
              <a:ext cx="124714" cy="142658"/>
            </a:xfrm>
            <a:custGeom>
              <a:rect b="b" l="l" r="r" t="t"/>
              <a:pathLst>
                <a:path extrusionOk="0" h="5446" w="4761">
                  <a:moveTo>
                    <a:pt x="3376" y="0"/>
                  </a:moveTo>
                  <a:cubicBezTo>
                    <a:pt x="3309" y="0"/>
                    <a:pt x="3246" y="53"/>
                    <a:pt x="3246" y="133"/>
                  </a:cubicBezTo>
                  <a:lnTo>
                    <a:pt x="3246" y="685"/>
                  </a:lnTo>
                  <a:cubicBezTo>
                    <a:pt x="3246" y="805"/>
                    <a:pt x="3150" y="901"/>
                    <a:pt x="3030" y="901"/>
                  </a:cubicBezTo>
                  <a:lnTo>
                    <a:pt x="868" y="901"/>
                  </a:lnTo>
                  <a:cubicBezTo>
                    <a:pt x="388" y="901"/>
                    <a:pt x="1" y="1288"/>
                    <a:pt x="1" y="1768"/>
                  </a:cubicBezTo>
                  <a:lnTo>
                    <a:pt x="1" y="2546"/>
                  </a:lnTo>
                  <a:cubicBezTo>
                    <a:pt x="1" y="3814"/>
                    <a:pt x="810" y="4975"/>
                    <a:pt x="2030" y="5332"/>
                  </a:cubicBezTo>
                  <a:cubicBezTo>
                    <a:pt x="2284" y="5407"/>
                    <a:pt x="2549" y="5445"/>
                    <a:pt x="2813" y="5445"/>
                  </a:cubicBezTo>
                  <a:cubicBezTo>
                    <a:pt x="2958" y="5445"/>
                    <a:pt x="3103" y="5434"/>
                    <a:pt x="3246" y="5411"/>
                  </a:cubicBezTo>
                  <a:cubicBezTo>
                    <a:pt x="1882" y="5198"/>
                    <a:pt x="868" y="3968"/>
                    <a:pt x="868" y="2553"/>
                  </a:cubicBezTo>
                  <a:lnTo>
                    <a:pt x="868" y="2416"/>
                  </a:lnTo>
                  <a:cubicBezTo>
                    <a:pt x="868" y="1936"/>
                    <a:pt x="1255" y="1549"/>
                    <a:pt x="1731" y="1549"/>
                  </a:cubicBezTo>
                  <a:lnTo>
                    <a:pt x="4329" y="1549"/>
                  </a:lnTo>
                  <a:cubicBezTo>
                    <a:pt x="4569" y="1549"/>
                    <a:pt x="4761" y="1357"/>
                    <a:pt x="4761" y="1117"/>
                  </a:cubicBezTo>
                  <a:lnTo>
                    <a:pt x="4761" y="901"/>
                  </a:lnTo>
                  <a:lnTo>
                    <a:pt x="4418" y="901"/>
                  </a:lnTo>
                  <a:cubicBezTo>
                    <a:pt x="4360" y="901"/>
                    <a:pt x="4305" y="877"/>
                    <a:pt x="4267" y="836"/>
                  </a:cubicBezTo>
                  <a:lnTo>
                    <a:pt x="3469" y="41"/>
                  </a:lnTo>
                  <a:cubicBezTo>
                    <a:pt x="3442" y="13"/>
                    <a:pt x="3408" y="0"/>
                    <a:pt x="337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85"/>
            <p:cNvSpPr/>
            <p:nvPr/>
          </p:nvSpPr>
          <p:spPr>
            <a:xfrm>
              <a:off x="7552321" y="2882746"/>
              <a:ext cx="10609" cy="16005"/>
            </a:xfrm>
            <a:custGeom>
              <a:rect b="b" l="l" r="r" t="t"/>
              <a:pathLst>
                <a:path extrusionOk="0" h="611" w="405">
                  <a:moveTo>
                    <a:pt x="202" y="0"/>
                  </a:moveTo>
                  <a:cubicBezTo>
                    <a:pt x="89" y="0"/>
                    <a:pt x="0" y="89"/>
                    <a:pt x="0" y="202"/>
                  </a:cubicBezTo>
                  <a:lnTo>
                    <a:pt x="0" y="418"/>
                  </a:lnTo>
                  <a:cubicBezTo>
                    <a:pt x="5" y="547"/>
                    <a:pt x="104" y="611"/>
                    <a:pt x="202" y="611"/>
                  </a:cubicBezTo>
                  <a:cubicBezTo>
                    <a:pt x="301" y="611"/>
                    <a:pt x="400" y="547"/>
                    <a:pt x="405" y="418"/>
                  </a:cubicBezTo>
                  <a:lnTo>
                    <a:pt x="405" y="202"/>
                  </a:lnTo>
                  <a:cubicBezTo>
                    <a:pt x="405" y="89"/>
                    <a:pt x="316"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85"/>
            <p:cNvSpPr/>
            <p:nvPr/>
          </p:nvSpPr>
          <p:spPr>
            <a:xfrm>
              <a:off x="7620350" y="2882746"/>
              <a:ext cx="10635" cy="16005"/>
            </a:xfrm>
            <a:custGeom>
              <a:rect b="b" l="l" r="r" t="t"/>
              <a:pathLst>
                <a:path extrusionOk="0" h="611" w="406">
                  <a:moveTo>
                    <a:pt x="203" y="0"/>
                  </a:moveTo>
                  <a:cubicBezTo>
                    <a:pt x="90" y="0"/>
                    <a:pt x="1" y="89"/>
                    <a:pt x="1" y="202"/>
                  </a:cubicBezTo>
                  <a:lnTo>
                    <a:pt x="1" y="418"/>
                  </a:lnTo>
                  <a:cubicBezTo>
                    <a:pt x="6" y="547"/>
                    <a:pt x="104" y="611"/>
                    <a:pt x="202" y="611"/>
                  </a:cubicBezTo>
                  <a:cubicBezTo>
                    <a:pt x="300" y="611"/>
                    <a:pt x="398" y="547"/>
                    <a:pt x="405" y="418"/>
                  </a:cubicBezTo>
                  <a:lnTo>
                    <a:pt x="405" y="202"/>
                  </a:lnTo>
                  <a:cubicBezTo>
                    <a:pt x="405" y="89"/>
                    <a:pt x="313"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5"/>
            <p:cNvSpPr/>
            <p:nvPr/>
          </p:nvSpPr>
          <p:spPr>
            <a:xfrm>
              <a:off x="7567200" y="2922091"/>
              <a:ext cx="49325" cy="16503"/>
            </a:xfrm>
            <a:custGeom>
              <a:rect b="b" l="l" r="r" t="t"/>
              <a:pathLst>
                <a:path extrusionOk="0" h="630" w="1883">
                  <a:moveTo>
                    <a:pt x="1585" y="0"/>
                  </a:moveTo>
                  <a:cubicBezTo>
                    <a:pt x="1536" y="0"/>
                    <a:pt x="1485" y="20"/>
                    <a:pt x="1440" y="68"/>
                  </a:cubicBezTo>
                  <a:cubicBezTo>
                    <a:pt x="1365" y="139"/>
                    <a:pt x="1190" y="225"/>
                    <a:pt x="933" y="225"/>
                  </a:cubicBezTo>
                  <a:cubicBezTo>
                    <a:pt x="676" y="225"/>
                    <a:pt x="498" y="139"/>
                    <a:pt x="426" y="68"/>
                  </a:cubicBezTo>
                  <a:cubicBezTo>
                    <a:pt x="383" y="28"/>
                    <a:pt x="336" y="12"/>
                    <a:pt x="290" y="12"/>
                  </a:cubicBezTo>
                  <a:cubicBezTo>
                    <a:pt x="134" y="12"/>
                    <a:pt x="1" y="209"/>
                    <a:pt x="142" y="355"/>
                  </a:cubicBezTo>
                  <a:cubicBezTo>
                    <a:pt x="316" y="530"/>
                    <a:pt x="611" y="630"/>
                    <a:pt x="933" y="630"/>
                  </a:cubicBezTo>
                  <a:cubicBezTo>
                    <a:pt x="1255" y="630"/>
                    <a:pt x="1550" y="527"/>
                    <a:pt x="1725" y="355"/>
                  </a:cubicBezTo>
                  <a:cubicBezTo>
                    <a:pt x="1882" y="211"/>
                    <a:pt x="1744" y="0"/>
                    <a:pt x="1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5"/>
            <p:cNvSpPr/>
            <p:nvPr/>
          </p:nvSpPr>
          <p:spPr>
            <a:xfrm>
              <a:off x="7455819" y="2753395"/>
              <a:ext cx="271380" cy="361308"/>
            </a:xfrm>
            <a:custGeom>
              <a:rect b="b" l="l" r="r" t="t"/>
              <a:pathLst>
                <a:path extrusionOk="0" h="13793" w="10360">
                  <a:moveTo>
                    <a:pt x="5185" y="363"/>
                  </a:moveTo>
                  <a:cubicBezTo>
                    <a:pt x="7104" y="363"/>
                    <a:pt x="8663" y="1919"/>
                    <a:pt x="8663" y="3838"/>
                  </a:cubicBezTo>
                  <a:lnTo>
                    <a:pt x="8663" y="5353"/>
                  </a:lnTo>
                  <a:cubicBezTo>
                    <a:pt x="8663" y="6477"/>
                    <a:pt x="8924" y="7337"/>
                    <a:pt x="9140" y="7861"/>
                  </a:cubicBezTo>
                  <a:cubicBezTo>
                    <a:pt x="9164" y="7913"/>
                    <a:pt x="9164" y="7978"/>
                    <a:pt x="9140" y="8032"/>
                  </a:cubicBezTo>
                  <a:cubicBezTo>
                    <a:pt x="9116" y="8087"/>
                    <a:pt x="9071" y="8132"/>
                    <a:pt x="9013" y="8156"/>
                  </a:cubicBezTo>
                  <a:cubicBezTo>
                    <a:pt x="8547" y="8341"/>
                    <a:pt x="7649" y="8670"/>
                    <a:pt x="6686" y="8872"/>
                  </a:cubicBezTo>
                  <a:lnTo>
                    <a:pt x="6686" y="8187"/>
                  </a:lnTo>
                  <a:cubicBezTo>
                    <a:pt x="7622" y="7649"/>
                    <a:pt x="8201" y="6651"/>
                    <a:pt x="8201" y="5572"/>
                  </a:cubicBezTo>
                  <a:lnTo>
                    <a:pt x="8201" y="4705"/>
                  </a:lnTo>
                  <a:cubicBezTo>
                    <a:pt x="8197" y="4116"/>
                    <a:pt x="7721" y="3639"/>
                    <a:pt x="7132" y="3636"/>
                  </a:cubicBezTo>
                  <a:lnTo>
                    <a:pt x="6782" y="3636"/>
                  </a:lnTo>
                  <a:lnTo>
                    <a:pt x="5761" y="2615"/>
                  </a:lnTo>
                  <a:cubicBezTo>
                    <a:pt x="5720" y="2574"/>
                    <a:pt x="5669" y="2555"/>
                    <a:pt x="5619" y="2555"/>
                  </a:cubicBezTo>
                  <a:cubicBezTo>
                    <a:pt x="5515" y="2555"/>
                    <a:pt x="5415" y="2636"/>
                    <a:pt x="5415" y="2759"/>
                  </a:cubicBezTo>
                  <a:lnTo>
                    <a:pt x="5415" y="3636"/>
                  </a:lnTo>
                  <a:lnTo>
                    <a:pt x="4318" y="3636"/>
                  </a:lnTo>
                  <a:cubicBezTo>
                    <a:pt x="4316" y="3636"/>
                    <a:pt x="4314" y="3636"/>
                    <a:pt x="4312" y="3636"/>
                  </a:cubicBezTo>
                  <a:cubicBezTo>
                    <a:pt x="4202" y="3636"/>
                    <a:pt x="4109" y="3724"/>
                    <a:pt x="4109" y="3838"/>
                  </a:cubicBezTo>
                  <a:cubicBezTo>
                    <a:pt x="4109" y="3950"/>
                    <a:pt x="4199" y="4041"/>
                    <a:pt x="4306" y="4041"/>
                  </a:cubicBezTo>
                  <a:cubicBezTo>
                    <a:pt x="4310" y="4041"/>
                    <a:pt x="4314" y="4040"/>
                    <a:pt x="4318" y="4040"/>
                  </a:cubicBezTo>
                  <a:lnTo>
                    <a:pt x="5617" y="4040"/>
                  </a:lnTo>
                  <a:cubicBezTo>
                    <a:pt x="5730" y="4040"/>
                    <a:pt x="5819" y="3951"/>
                    <a:pt x="5819" y="3838"/>
                  </a:cubicBezTo>
                  <a:lnTo>
                    <a:pt x="5819" y="3245"/>
                  </a:lnTo>
                  <a:lnTo>
                    <a:pt x="6556" y="3982"/>
                  </a:lnTo>
                  <a:cubicBezTo>
                    <a:pt x="6594" y="4020"/>
                    <a:pt x="6645" y="4040"/>
                    <a:pt x="6700" y="4040"/>
                  </a:cubicBezTo>
                  <a:lnTo>
                    <a:pt x="7132" y="4040"/>
                  </a:lnTo>
                  <a:cubicBezTo>
                    <a:pt x="7498" y="4044"/>
                    <a:pt x="7796" y="4338"/>
                    <a:pt x="7796" y="4705"/>
                  </a:cubicBezTo>
                  <a:lnTo>
                    <a:pt x="7796" y="5569"/>
                  </a:lnTo>
                  <a:cubicBezTo>
                    <a:pt x="7776" y="6998"/>
                    <a:pt x="6614" y="8149"/>
                    <a:pt x="5185" y="8149"/>
                  </a:cubicBezTo>
                  <a:cubicBezTo>
                    <a:pt x="3756" y="8149"/>
                    <a:pt x="2591" y="6998"/>
                    <a:pt x="2574" y="5569"/>
                  </a:cubicBezTo>
                  <a:lnTo>
                    <a:pt x="2574" y="4705"/>
                  </a:lnTo>
                  <a:cubicBezTo>
                    <a:pt x="2574" y="4338"/>
                    <a:pt x="2872" y="4044"/>
                    <a:pt x="3239" y="4040"/>
                  </a:cubicBezTo>
                  <a:lnTo>
                    <a:pt x="3455" y="4040"/>
                  </a:lnTo>
                  <a:cubicBezTo>
                    <a:pt x="3459" y="4040"/>
                    <a:pt x="3463" y="4041"/>
                    <a:pt x="3467" y="4041"/>
                  </a:cubicBezTo>
                  <a:cubicBezTo>
                    <a:pt x="3575" y="4041"/>
                    <a:pt x="3667" y="3950"/>
                    <a:pt x="3667" y="3838"/>
                  </a:cubicBezTo>
                  <a:cubicBezTo>
                    <a:pt x="3667" y="3727"/>
                    <a:pt x="3571" y="3636"/>
                    <a:pt x="3461" y="3636"/>
                  </a:cubicBezTo>
                  <a:cubicBezTo>
                    <a:pt x="3459" y="3636"/>
                    <a:pt x="3457" y="3636"/>
                    <a:pt x="3455" y="3636"/>
                  </a:cubicBezTo>
                  <a:lnTo>
                    <a:pt x="3239" y="3636"/>
                  </a:lnTo>
                  <a:cubicBezTo>
                    <a:pt x="2649" y="3639"/>
                    <a:pt x="2170" y="4116"/>
                    <a:pt x="2170" y="4705"/>
                  </a:cubicBezTo>
                  <a:lnTo>
                    <a:pt x="2170" y="5569"/>
                  </a:lnTo>
                  <a:cubicBezTo>
                    <a:pt x="2170" y="6648"/>
                    <a:pt x="2749" y="7645"/>
                    <a:pt x="3684" y="8183"/>
                  </a:cubicBezTo>
                  <a:lnTo>
                    <a:pt x="3684" y="8869"/>
                  </a:lnTo>
                  <a:cubicBezTo>
                    <a:pt x="2721" y="8666"/>
                    <a:pt x="1824" y="8337"/>
                    <a:pt x="1358" y="8152"/>
                  </a:cubicBezTo>
                  <a:cubicBezTo>
                    <a:pt x="1299" y="8132"/>
                    <a:pt x="1255" y="8087"/>
                    <a:pt x="1231" y="8032"/>
                  </a:cubicBezTo>
                  <a:cubicBezTo>
                    <a:pt x="1207" y="7978"/>
                    <a:pt x="1207" y="7916"/>
                    <a:pt x="1231" y="7861"/>
                  </a:cubicBezTo>
                  <a:cubicBezTo>
                    <a:pt x="1450" y="7337"/>
                    <a:pt x="1710" y="6477"/>
                    <a:pt x="1710" y="5356"/>
                  </a:cubicBezTo>
                  <a:lnTo>
                    <a:pt x="1710" y="3838"/>
                  </a:lnTo>
                  <a:cubicBezTo>
                    <a:pt x="1710" y="1919"/>
                    <a:pt x="3266" y="363"/>
                    <a:pt x="5185" y="363"/>
                  </a:cubicBezTo>
                  <a:close/>
                  <a:moveTo>
                    <a:pt x="6282" y="8382"/>
                  </a:moveTo>
                  <a:lnTo>
                    <a:pt x="6282" y="9071"/>
                  </a:lnTo>
                  <a:cubicBezTo>
                    <a:pt x="6282" y="9386"/>
                    <a:pt x="6422" y="9688"/>
                    <a:pt x="6666" y="9890"/>
                  </a:cubicBezTo>
                  <a:cubicBezTo>
                    <a:pt x="6624" y="9948"/>
                    <a:pt x="6580" y="10006"/>
                    <a:pt x="6539" y="10065"/>
                  </a:cubicBezTo>
                  <a:cubicBezTo>
                    <a:pt x="6412" y="10219"/>
                    <a:pt x="6551" y="10397"/>
                    <a:pt x="6700" y="10397"/>
                  </a:cubicBezTo>
                  <a:cubicBezTo>
                    <a:pt x="6756" y="10397"/>
                    <a:pt x="6813" y="10372"/>
                    <a:pt x="6858" y="10311"/>
                  </a:cubicBezTo>
                  <a:cubicBezTo>
                    <a:pt x="6912" y="10239"/>
                    <a:pt x="6967" y="10167"/>
                    <a:pt x="7022" y="10089"/>
                  </a:cubicBezTo>
                  <a:lnTo>
                    <a:pt x="7471" y="10250"/>
                  </a:lnTo>
                  <a:cubicBezTo>
                    <a:pt x="6645" y="11476"/>
                    <a:pt x="5809" y="11918"/>
                    <a:pt x="5243" y="12069"/>
                  </a:cubicBezTo>
                  <a:cubicBezTo>
                    <a:pt x="5225" y="12074"/>
                    <a:pt x="5205" y="12077"/>
                    <a:pt x="5185" y="12077"/>
                  </a:cubicBezTo>
                  <a:cubicBezTo>
                    <a:pt x="5166" y="12077"/>
                    <a:pt x="5146" y="12074"/>
                    <a:pt x="5127" y="12069"/>
                  </a:cubicBezTo>
                  <a:cubicBezTo>
                    <a:pt x="4562" y="11918"/>
                    <a:pt x="3725" y="11476"/>
                    <a:pt x="2896" y="10246"/>
                  </a:cubicBezTo>
                  <a:lnTo>
                    <a:pt x="3345" y="10089"/>
                  </a:lnTo>
                  <a:cubicBezTo>
                    <a:pt x="3743" y="10654"/>
                    <a:pt x="4353" y="11329"/>
                    <a:pt x="5120" y="11586"/>
                  </a:cubicBezTo>
                  <a:cubicBezTo>
                    <a:pt x="5141" y="11593"/>
                    <a:pt x="5162" y="11596"/>
                    <a:pt x="5184" y="11596"/>
                  </a:cubicBezTo>
                  <a:cubicBezTo>
                    <a:pt x="5206" y="11596"/>
                    <a:pt x="5228" y="11593"/>
                    <a:pt x="5250" y="11586"/>
                  </a:cubicBezTo>
                  <a:cubicBezTo>
                    <a:pt x="5607" y="11466"/>
                    <a:pt x="5967" y="11240"/>
                    <a:pt x="6316" y="10911"/>
                  </a:cubicBezTo>
                  <a:cubicBezTo>
                    <a:pt x="6458" y="10766"/>
                    <a:pt x="6327" y="10564"/>
                    <a:pt x="6170" y="10564"/>
                  </a:cubicBezTo>
                  <a:cubicBezTo>
                    <a:pt x="6126" y="10564"/>
                    <a:pt x="6081" y="10580"/>
                    <a:pt x="6039" y="10616"/>
                  </a:cubicBezTo>
                  <a:cubicBezTo>
                    <a:pt x="5754" y="10884"/>
                    <a:pt x="5466" y="11072"/>
                    <a:pt x="5185" y="11182"/>
                  </a:cubicBezTo>
                  <a:cubicBezTo>
                    <a:pt x="4565" y="10949"/>
                    <a:pt x="4051" y="10383"/>
                    <a:pt x="3705" y="9890"/>
                  </a:cubicBezTo>
                  <a:cubicBezTo>
                    <a:pt x="3948" y="9688"/>
                    <a:pt x="4089" y="9386"/>
                    <a:pt x="4089" y="9071"/>
                  </a:cubicBezTo>
                  <a:lnTo>
                    <a:pt x="4089" y="8382"/>
                  </a:lnTo>
                  <a:cubicBezTo>
                    <a:pt x="4442" y="8519"/>
                    <a:pt x="4813" y="8588"/>
                    <a:pt x="5185" y="8588"/>
                  </a:cubicBezTo>
                  <a:cubicBezTo>
                    <a:pt x="5557" y="8588"/>
                    <a:pt x="5929" y="8519"/>
                    <a:pt x="6282" y="8382"/>
                  </a:cubicBezTo>
                  <a:close/>
                  <a:moveTo>
                    <a:pt x="5182" y="0"/>
                  </a:moveTo>
                  <a:cubicBezTo>
                    <a:pt x="3054" y="0"/>
                    <a:pt x="1323" y="1710"/>
                    <a:pt x="1303" y="3838"/>
                  </a:cubicBezTo>
                  <a:lnTo>
                    <a:pt x="1303" y="5353"/>
                  </a:lnTo>
                  <a:cubicBezTo>
                    <a:pt x="1306" y="6158"/>
                    <a:pt x="1155" y="6956"/>
                    <a:pt x="854" y="7703"/>
                  </a:cubicBezTo>
                  <a:cubicBezTo>
                    <a:pt x="789" y="7858"/>
                    <a:pt x="789" y="8032"/>
                    <a:pt x="854" y="8190"/>
                  </a:cubicBezTo>
                  <a:cubicBezTo>
                    <a:pt x="919" y="8344"/>
                    <a:pt x="1046" y="8468"/>
                    <a:pt x="1203" y="8533"/>
                  </a:cubicBezTo>
                  <a:cubicBezTo>
                    <a:pt x="1690" y="8725"/>
                    <a:pt x="2636" y="9071"/>
                    <a:pt x="3647" y="9276"/>
                  </a:cubicBezTo>
                  <a:cubicBezTo>
                    <a:pt x="3582" y="9472"/>
                    <a:pt x="3431" y="9626"/>
                    <a:pt x="3239" y="9694"/>
                  </a:cubicBezTo>
                  <a:lnTo>
                    <a:pt x="1001" y="10483"/>
                  </a:lnTo>
                  <a:cubicBezTo>
                    <a:pt x="401" y="10695"/>
                    <a:pt x="0" y="11260"/>
                    <a:pt x="0" y="11894"/>
                  </a:cubicBezTo>
                  <a:lnTo>
                    <a:pt x="0" y="13574"/>
                  </a:lnTo>
                  <a:cubicBezTo>
                    <a:pt x="6" y="13702"/>
                    <a:pt x="104" y="13766"/>
                    <a:pt x="203" y="13766"/>
                  </a:cubicBezTo>
                  <a:cubicBezTo>
                    <a:pt x="301" y="13766"/>
                    <a:pt x="400" y="13702"/>
                    <a:pt x="405" y="13574"/>
                  </a:cubicBezTo>
                  <a:lnTo>
                    <a:pt x="405" y="11898"/>
                  </a:lnTo>
                  <a:cubicBezTo>
                    <a:pt x="405" y="11768"/>
                    <a:pt x="429" y="11637"/>
                    <a:pt x="477" y="11514"/>
                  </a:cubicBezTo>
                  <a:lnTo>
                    <a:pt x="1498" y="12391"/>
                  </a:lnTo>
                  <a:cubicBezTo>
                    <a:pt x="1645" y="12518"/>
                    <a:pt x="1731" y="12700"/>
                    <a:pt x="1731" y="12895"/>
                  </a:cubicBezTo>
                  <a:lnTo>
                    <a:pt x="1731" y="13580"/>
                  </a:lnTo>
                  <a:cubicBezTo>
                    <a:pt x="1738" y="13709"/>
                    <a:pt x="1836" y="13773"/>
                    <a:pt x="1934" y="13773"/>
                  </a:cubicBezTo>
                  <a:cubicBezTo>
                    <a:pt x="2033" y="13773"/>
                    <a:pt x="2130" y="13709"/>
                    <a:pt x="2135" y="13580"/>
                  </a:cubicBezTo>
                  <a:lnTo>
                    <a:pt x="2135" y="12895"/>
                  </a:lnTo>
                  <a:cubicBezTo>
                    <a:pt x="2135" y="12583"/>
                    <a:pt x="1998" y="12285"/>
                    <a:pt x="1762" y="12083"/>
                  </a:cubicBezTo>
                  <a:lnTo>
                    <a:pt x="689" y="11165"/>
                  </a:lnTo>
                  <a:cubicBezTo>
                    <a:pt x="813" y="11031"/>
                    <a:pt x="967" y="10928"/>
                    <a:pt x="1135" y="10866"/>
                  </a:cubicBezTo>
                  <a:lnTo>
                    <a:pt x="2495" y="10387"/>
                  </a:lnTo>
                  <a:cubicBezTo>
                    <a:pt x="3414" y="11788"/>
                    <a:pt x="4370" y="12289"/>
                    <a:pt x="5017" y="12460"/>
                  </a:cubicBezTo>
                  <a:cubicBezTo>
                    <a:pt x="5070" y="12475"/>
                    <a:pt x="5125" y="12483"/>
                    <a:pt x="5180" y="12483"/>
                  </a:cubicBezTo>
                  <a:cubicBezTo>
                    <a:pt x="5235" y="12483"/>
                    <a:pt x="5290" y="12475"/>
                    <a:pt x="5343" y="12460"/>
                  </a:cubicBezTo>
                  <a:cubicBezTo>
                    <a:pt x="5991" y="12289"/>
                    <a:pt x="6943" y="11788"/>
                    <a:pt x="7862" y="10387"/>
                  </a:cubicBezTo>
                  <a:lnTo>
                    <a:pt x="9222" y="10866"/>
                  </a:lnTo>
                  <a:cubicBezTo>
                    <a:pt x="9393" y="10928"/>
                    <a:pt x="9548" y="11031"/>
                    <a:pt x="9671" y="11165"/>
                  </a:cubicBezTo>
                  <a:lnTo>
                    <a:pt x="8598" y="12083"/>
                  </a:lnTo>
                  <a:cubicBezTo>
                    <a:pt x="8358" y="12285"/>
                    <a:pt x="8225" y="12583"/>
                    <a:pt x="8225" y="12895"/>
                  </a:cubicBezTo>
                  <a:lnTo>
                    <a:pt x="8225" y="13580"/>
                  </a:lnTo>
                  <a:cubicBezTo>
                    <a:pt x="8218" y="13694"/>
                    <a:pt x="8310" y="13793"/>
                    <a:pt x="8427" y="13793"/>
                  </a:cubicBezTo>
                  <a:cubicBezTo>
                    <a:pt x="8540" y="13793"/>
                    <a:pt x="8633" y="13694"/>
                    <a:pt x="8629" y="13580"/>
                  </a:cubicBezTo>
                  <a:lnTo>
                    <a:pt x="8629" y="12895"/>
                  </a:lnTo>
                  <a:cubicBezTo>
                    <a:pt x="8629" y="12700"/>
                    <a:pt x="8711" y="12518"/>
                    <a:pt x="8859" y="12391"/>
                  </a:cubicBezTo>
                  <a:lnTo>
                    <a:pt x="9883" y="11514"/>
                  </a:lnTo>
                  <a:cubicBezTo>
                    <a:pt x="9931" y="11637"/>
                    <a:pt x="9955" y="11768"/>
                    <a:pt x="9955" y="11898"/>
                  </a:cubicBezTo>
                  <a:lnTo>
                    <a:pt x="9955" y="13577"/>
                  </a:lnTo>
                  <a:cubicBezTo>
                    <a:pt x="9960" y="13705"/>
                    <a:pt x="10058" y="13770"/>
                    <a:pt x="10156" y="13770"/>
                  </a:cubicBezTo>
                  <a:cubicBezTo>
                    <a:pt x="10254" y="13770"/>
                    <a:pt x="10353" y="13705"/>
                    <a:pt x="10360" y="13577"/>
                  </a:cubicBezTo>
                  <a:lnTo>
                    <a:pt x="10360" y="11898"/>
                  </a:lnTo>
                  <a:cubicBezTo>
                    <a:pt x="10360" y="11264"/>
                    <a:pt x="9962" y="10698"/>
                    <a:pt x="9363" y="10483"/>
                  </a:cubicBezTo>
                  <a:lnTo>
                    <a:pt x="7128" y="9694"/>
                  </a:lnTo>
                  <a:cubicBezTo>
                    <a:pt x="6936" y="9626"/>
                    <a:pt x="6786" y="9472"/>
                    <a:pt x="6720" y="9280"/>
                  </a:cubicBezTo>
                  <a:cubicBezTo>
                    <a:pt x="7731" y="9071"/>
                    <a:pt x="8677" y="8728"/>
                    <a:pt x="9160" y="8533"/>
                  </a:cubicBezTo>
                  <a:cubicBezTo>
                    <a:pt x="9318" y="8471"/>
                    <a:pt x="9445" y="8348"/>
                    <a:pt x="9513" y="8190"/>
                  </a:cubicBezTo>
                  <a:cubicBezTo>
                    <a:pt x="9578" y="8036"/>
                    <a:pt x="9578" y="7861"/>
                    <a:pt x="9513" y="7707"/>
                  </a:cubicBezTo>
                  <a:cubicBezTo>
                    <a:pt x="9212" y="6960"/>
                    <a:pt x="9058" y="6161"/>
                    <a:pt x="9064" y="5356"/>
                  </a:cubicBezTo>
                  <a:lnTo>
                    <a:pt x="9064" y="3838"/>
                  </a:lnTo>
                  <a:cubicBezTo>
                    <a:pt x="9040" y="1710"/>
                    <a:pt x="7310" y="0"/>
                    <a:pt x="5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85"/>
            <p:cNvSpPr/>
            <p:nvPr/>
          </p:nvSpPr>
          <p:spPr>
            <a:xfrm>
              <a:off x="7546663" y="2865143"/>
              <a:ext cx="22187" cy="10635"/>
            </a:xfrm>
            <a:custGeom>
              <a:rect b="b" l="l" r="r" t="t"/>
              <a:pathLst>
                <a:path extrusionOk="0" h="406" w="847">
                  <a:moveTo>
                    <a:pt x="641" y="0"/>
                  </a:moveTo>
                  <a:cubicBezTo>
                    <a:pt x="639" y="0"/>
                    <a:pt x="636" y="0"/>
                    <a:pt x="634" y="0"/>
                  </a:cubicBezTo>
                  <a:lnTo>
                    <a:pt x="203" y="0"/>
                  </a:lnTo>
                  <a:cubicBezTo>
                    <a:pt x="90" y="0"/>
                    <a:pt x="0" y="93"/>
                    <a:pt x="0" y="203"/>
                  </a:cubicBezTo>
                  <a:cubicBezTo>
                    <a:pt x="0" y="316"/>
                    <a:pt x="90" y="405"/>
                    <a:pt x="203" y="405"/>
                  </a:cubicBezTo>
                  <a:lnTo>
                    <a:pt x="634" y="405"/>
                  </a:lnTo>
                  <a:cubicBezTo>
                    <a:pt x="638" y="405"/>
                    <a:pt x="642" y="405"/>
                    <a:pt x="647" y="405"/>
                  </a:cubicBezTo>
                  <a:cubicBezTo>
                    <a:pt x="757" y="405"/>
                    <a:pt x="847" y="315"/>
                    <a:pt x="847" y="203"/>
                  </a:cubicBezTo>
                  <a:cubicBezTo>
                    <a:pt x="847" y="92"/>
                    <a:pt x="754" y="0"/>
                    <a:pt x="6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85"/>
            <p:cNvSpPr/>
            <p:nvPr/>
          </p:nvSpPr>
          <p:spPr>
            <a:xfrm>
              <a:off x="7614430" y="2865143"/>
              <a:ext cx="22475" cy="10635"/>
            </a:xfrm>
            <a:custGeom>
              <a:rect b="b" l="l" r="r" t="t"/>
              <a:pathLst>
                <a:path extrusionOk="0" h="406" w="858">
                  <a:moveTo>
                    <a:pt x="207" y="0"/>
                  </a:moveTo>
                  <a:cubicBezTo>
                    <a:pt x="93" y="0"/>
                    <a:pt x="1" y="92"/>
                    <a:pt x="1" y="203"/>
                  </a:cubicBezTo>
                  <a:cubicBezTo>
                    <a:pt x="1" y="315"/>
                    <a:pt x="90" y="405"/>
                    <a:pt x="201" y="405"/>
                  </a:cubicBezTo>
                  <a:cubicBezTo>
                    <a:pt x="205" y="405"/>
                    <a:pt x="209" y="405"/>
                    <a:pt x="213" y="405"/>
                  </a:cubicBezTo>
                  <a:lnTo>
                    <a:pt x="645" y="405"/>
                  </a:lnTo>
                  <a:cubicBezTo>
                    <a:pt x="649" y="405"/>
                    <a:pt x="653" y="405"/>
                    <a:pt x="657" y="405"/>
                  </a:cubicBezTo>
                  <a:cubicBezTo>
                    <a:pt x="765" y="405"/>
                    <a:pt x="857" y="315"/>
                    <a:pt x="857" y="203"/>
                  </a:cubicBezTo>
                  <a:cubicBezTo>
                    <a:pt x="857" y="92"/>
                    <a:pt x="762" y="0"/>
                    <a:pt x="651" y="0"/>
                  </a:cubicBezTo>
                  <a:cubicBezTo>
                    <a:pt x="649" y="0"/>
                    <a:pt x="647" y="0"/>
                    <a:pt x="645" y="0"/>
                  </a:cubicBezTo>
                  <a:lnTo>
                    <a:pt x="213" y="0"/>
                  </a:lnTo>
                  <a:cubicBezTo>
                    <a:pt x="211" y="0"/>
                    <a:pt x="209"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0" name="Google Shape;12320;p85"/>
          <p:cNvGrpSpPr/>
          <p:nvPr/>
        </p:nvGrpSpPr>
        <p:grpSpPr>
          <a:xfrm>
            <a:off x="7943229" y="2786689"/>
            <a:ext cx="387110" cy="331079"/>
            <a:chOff x="7943229" y="2786689"/>
            <a:chExt cx="387110" cy="331079"/>
          </a:xfrm>
        </p:grpSpPr>
        <p:sp>
          <p:nvSpPr>
            <p:cNvPr id="12321" name="Google Shape;12321;p85"/>
            <p:cNvSpPr/>
            <p:nvPr/>
          </p:nvSpPr>
          <p:spPr>
            <a:xfrm>
              <a:off x="7950145" y="2881934"/>
              <a:ext cx="42305" cy="47780"/>
            </a:xfrm>
            <a:custGeom>
              <a:rect b="b" l="l" r="r" t="t"/>
              <a:pathLst>
                <a:path extrusionOk="0" h="1824" w="1615">
                  <a:moveTo>
                    <a:pt x="1615" y="0"/>
                  </a:moveTo>
                  <a:lnTo>
                    <a:pt x="1" y="679"/>
                  </a:lnTo>
                  <a:lnTo>
                    <a:pt x="1450" y="1823"/>
                  </a:lnTo>
                  <a:lnTo>
                    <a:pt x="1615"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85"/>
            <p:cNvSpPr/>
            <p:nvPr/>
          </p:nvSpPr>
          <p:spPr>
            <a:xfrm>
              <a:off x="7969555" y="2792347"/>
              <a:ext cx="354680" cy="283587"/>
            </a:xfrm>
            <a:custGeom>
              <a:rect b="b" l="l" r="r" t="t"/>
              <a:pathLst>
                <a:path extrusionOk="0" h="10826" w="13540">
                  <a:moveTo>
                    <a:pt x="5312" y="0"/>
                  </a:moveTo>
                  <a:cubicBezTo>
                    <a:pt x="5052" y="0"/>
                    <a:pt x="1082" y="71"/>
                    <a:pt x="442" y="4376"/>
                  </a:cubicBezTo>
                  <a:cubicBezTo>
                    <a:pt x="0" y="8293"/>
                    <a:pt x="3177" y="10826"/>
                    <a:pt x="6860" y="10826"/>
                  </a:cubicBezTo>
                  <a:cubicBezTo>
                    <a:pt x="10085" y="10826"/>
                    <a:pt x="12847" y="8752"/>
                    <a:pt x="13539" y="5990"/>
                  </a:cubicBezTo>
                  <a:lnTo>
                    <a:pt x="13539" y="5990"/>
                  </a:lnTo>
                  <a:cubicBezTo>
                    <a:pt x="13539" y="5990"/>
                    <a:pt x="12723" y="6570"/>
                    <a:pt x="11457" y="6570"/>
                  </a:cubicBezTo>
                  <a:cubicBezTo>
                    <a:pt x="11333" y="6570"/>
                    <a:pt x="11204" y="6565"/>
                    <a:pt x="11072" y="6552"/>
                  </a:cubicBezTo>
                  <a:cubicBezTo>
                    <a:pt x="9184" y="6374"/>
                    <a:pt x="7820" y="4034"/>
                    <a:pt x="7004" y="2622"/>
                  </a:cubicBezTo>
                  <a:cubicBezTo>
                    <a:pt x="6460" y="1679"/>
                    <a:pt x="5730" y="1097"/>
                    <a:pt x="4647" y="884"/>
                  </a:cubicBezTo>
                  <a:lnTo>
                    <a:pt x="5325" y="0"/>
                  </a:lnTo>
                  <a:cubicBezTo>
                    <a:pt x="5325" y="0"/>
                    <a:pt x="5321" y="0"/>
                    <a:pt x="5312"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5"/>
            <p:cNvSpPr/>
            <p:nvPr/>
          </p:nvSpPr>
          <p:spPr>
            <a:xfrm>
              <a:off x="7969555" y="2792426"/>
              <a:ext cx="240051" cy="283508"/>
            </a:xfrm>
            <a:custGeom>
              <a:rect b="b" l="l" r="r" t="t"/>
              <a:pathLst>
                <a:path extrusionOk="0" h="10823" w="9164">
                  <a:moveTo>
                    <a:pt x="5312" y="1"/>
                  </a:moveTo>
                  <a:cubicBezTo>
                    <a:pt x="5052" y="1"/>
                    <a:pt x="1082" y="71"/>
                    <a:pt x="442" y="4377"/>
                  </a:cubicBezTo>
                  <a:cubicBezTo>
                    <a:pt x="0" y="8290"/>
                    <a:pt x="3177" y="10823"/>
                    <a:pt x="6860" y="10823"/>
                  </a:cubicBezTo>
                  <a:cubicBezTo>
                    <a:pt x="6871" y="10823"/>
                    <a:pt x="6881" y="10823"/>
                    <a:pt x="6891" y="10823"/>
                  </a:cubicBezTo>
                  <a:cubicBezTo>
                    <a:pt x="7662" y="10823"/>
                    <a:pt x="8429" y="10696"/>
                    <a:pt x="9163" y="10459"/>
                  </a:cubicBezTo>
                  <a:lnTo>
                    <a:pt x="9163" y="10459"/>
                  </a:lnTo>
                  <a:cubicBezTo>
                    <a:pt x="8992" y="10470"/>
                    <a:pt x="8821" y="10476"/>
                    <a:pt x="8646" y="10476"/>
                  </a:cubicBezTo>
                  <a:cubicBezTo>
                    <a:pt x="4962" y="10476"/>
                    <a:pt x="1785" y="7944"/>
                    <a:pt x="2227" y="4031"/>
                  </a:cubicBezTo>
                  <a:cubicBezTo>
                    <a:pt x="2598" y="1532"/>
                    <a:pt x="4088" y="460"/>
                    <a:pt x="5325" y="1"/>
                  </a:cubicBezTo>
                  <a:cubicBezTo>
                    <a:pt x="5325" y="1"/>
                    <a:pt x="5321" y="1"/>
                    <a:pt x="5312"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5"/>
            <p:cNvSpPr/>
            <p:nvPr/>
          </p:nvSpPr>
          <p:spPr>
            <a:xfrm>
              <a:off x="8066582" y="2870749"/>
              <a:ext cx="217707" cy="127491"/>
            </a:xfrm>
            <a:custGeom>
              <a:rect b="b" l="l" r="r" t="t"/>
              <a:pathLst>
                <a:path extrusionOk="0" h="4867" w="8311">
                  <a:moveTo>
                    <a:pt x="2891" y="1"/>
                  </a:moveTo>
                  <a:cubicBezTo>
                    <a:pt x="2687" y="1"/>
                    <a:pt x="2480" y="50"/>
                    <a:pt x="2290" y="153"/>
                  </a:cubicBezTo>
                  <a:lnTo>
                    <a:pt x="2283" y="156"/>
                  </a:lnTo>
                  <a:cubicBezTo>
                    <a:pt x="1" y="1398"/>
                    <a:pt x="1185" y="4867"/>
                    <a:pt x="3997" y="4867"/>
                  </a:cubicBezTo>
                  <a:cubicBezTo>
                    <a:pt x="5189" y="4867"/>
                    <a:pt x="6673" y="4244"/>
                    <a:pt x="8310" y="2566"/>
                  </a:cubicBezTo>
                  <a:lnTo>
                    <a:pt x="8310" y="2566"/>
                  </a:lnTo>
                  <a:cubicBezTo>
                    <a:pt x="8310" y="2566"/>
                    <a:pt x="7992" y="2715"/>
                    <a:pt x="7465" y="2715"/>
                  </a:cubicBezTo>
                  <a:cubicBezTo>
                    <a:pt x="6646" y="2715"/>
                    <a:pt x="5323" y="2354"/>
                    <a:pt x="3907" y="506"/>
                  </a:cubicBezTo>
                  <a:cubicBezTo>
                    <a:pt x="3660" y="178"/>
                    <a:pt x="3280" y="1"/>
                    <a:pt x="2891"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85"/>
            <p:cNvSpPr/>
            <p:nvPr/>
          </p:nvSpPr>
          <p:spPr>
            <a:xfrm>
              <a:off x="8090812" y="2919079"/>
              <a:ext cx="193371" cy="79161"/>
            </a:xfrm>
            <a:custGeom>
              <a:rect b="b" l="l" r="r" t="t"/>
              <a:pathLst>
                <a:path extrusionOk="0" h="3022" w="7382">
                  <a:moveTo>
                    <a:pt x="172" y="1"/>
                  </a:moveTo>
                  <a:cubicBezTo>
                    <a:pt x="1" y="1418"/>
                    <a:pt x="1159" y="3022"/>
                    <a:pt x="3071" y="3022"/>
                  </a:cubicBezTo>
                  <a:cubicBezTo>
                    <a:pt x="4262" y="3022"/>
                    <a:pt x="5746" y="2399"/>
                    <a:pt x="7382" y="721"/>
                  </a:cubicBezTo>
                  <a:lnTo>
                    <a:pt x="7382" y="721"/>
                  </a:lnTo>
                  <a:cubicBezTo>
                    <a:pt x="7364" y="728"/>
                    <a:pt x="7050" y="868"/>
                    <a:pt x="6542" y="868"/>
                  </a:cubicBezTo>
                  <a:cubicBezTo>
                    <a:pt x="6385" y="868"/>
                    <a:pt x="6209" y="855"/>
                    <a:pt x="6018" y="820"/>
                  </a:cubicBezTo>
                  <a:cubicBezTo>
                    <a:pt x="5206" y="1582"/>
                    <a:pt x="3795" y="2181"/>
                    <a:pt x="2561" y="2181"/>
                  </a:cubicBezTo>
                  <a:cubicBezTo>
                    <a:pt x="1341" y="2181"/>
                    <a:pt x="295" y="1595"/>
                    <a:pt x="172"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85"/>
            <p:cNvSpPr/>
            <p:nvPr/>
          </p:nvSpPr>
          <p:spPr>
            <a:xfrm>
              <a:off x="8016497" y="2864777"/>
              <a:ext cx="36280" cy="42226"/>
            </a:xfrm>
            <a:custGeom>
              <a:rect b="b" l="l" r="r" t="t"/>
              <a:pathLst>
                <a:path extrusionOk="0" h="1612" w="1385">
                  <a:moveTo>
                    <a:pt x="686" y="1"/>
                  </a:moveTo>
                  <a:cubicBezTo>
                    <a:pt x="309" y="1"/>
                    <a:pt x="0" y="311"/>
                    <a:pt x="4" y="689"/>
                  </a:cubicBezTo>
                  <a:lnTo>
                    <a:pt x="4" y="923"/>
                  </a:lnTo>
                  <a:cubicBezTo>
                    <a:pt x="4" y="1303"/>
                    <a:pt x="312" y="1611"/>
                    <a:pt x="692" y="1611"/>
                  </a:cubicBezTo>
                  <a:cubicBezTo>
                    <a:pt x="1076" y="1611"/>
                    <a:pt x="1385" y="1303"/>
                    <a:pt x="1385" y="919"/>
                  </a:cubicBezTo>
                  <a:lnTo>
                    <a:pt x="1385" y="689"/>
                  </a:lnTo>
                  <a:cubicBezTo>
                    <a:pt x="1385" y="311"/>
                    <a:pt x="1076" y="1"/>
                    <a:pt x="699" y="1"/>
                  </a:cubicBezTo>
                  <a:cubicBezTo>
                    <a:pt x="697" y="1"/>
                    <a:pt x="695" y="1"/>
                    <a:pt x="692" y="1"/>
                  </a:cubicBezTo>
                  <a:cubicBezTo>
                    <a:pt x="690" y="1"/>
                    <a:pt x="688" y="1"/>
                    <a:pt x="686"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85"/>
            <p:cNvSpPr/>
            <p:nvPr/>
          </p:nvSpPr>
          <p:spPr>
            <a:xfrm>
              <a:off x="8034624" y="2864777"/>
              <a:ext cx="18153" cy="30203"/>
            </a:xfrm>
            <a:custGeom>
              <a:rect b="b" l="l" r="r" t="t"/>
              <a:pathLst>
                <a:path extrusionOk="0" h="1153" w="693">
                  <a:moveTo>
                    <a:pt x="0" y="1"/>
                  </a:moveTo>
                  <a:lnTo>
                    <a:pt x="0" y="806"/>
                  </a:lnTo>
                  <a:cubicBezTo>
                    <a:pt x="0" y="994"/>
                    <a:pt x="155" y="1152"/>
                    <a:pt x="347" y="1152"/>
                  </a:cubicBezTo>
                  <a:cubicBezTo>
                    <a:pt x="538" y="1152"/>
                    <a:pt x="693" y="994"/>
                    <a:pt x="693" y="806"/>
                  </a:cubicBezTo>
                  <a:lnTo>
                    <a:pt x="693" y="689"/>
                  </a:lnTo>
                  <a:cubicBezTo>
                    <a:pt x="693" y="309"/>
                    <a:pt x="381" y="1"/>
                    <a:pt x="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85"/>
            <p:cNvSpPr/>
            <p:nvPr/>
          </p:nvSpPr>
          <p:spPr>
            <a:xfrm>
              <a:off x="8028258" y="2870435"/>
              <a:ext cx="12757" cy="12862"/>
            </a:xfrm>
            <a:custGeom>
              <a:rect b="b" l="l" r="r" t="t"/>
              <a:pathLst>
                <a:path extrusionOk="0" h="491" w="487">
                  <a:moveTo>
                    <a:pt x="243" y="1"/>
                  </a:moveTo>
                  <a:cubicBezTo>
                    <a:pt x="110" y="1"/>
                    <a:pt x="0" y="110"/>
                    <a:pt x="0" y="244"/>
                  </a:cubicBezTo>
                  <a:cubicBezTo>
                    <a:pt x="0" y="381"/>
                    <a:pt x="110" y="491"/>
                    <a:pt x="243" y="491"/>
                  </a:cubicBezTo>
                  <a:cubicBezTo>
                    <a:pt x="377" y="491"/>
                    <a:pt x="487" y="381"/>
                    <a:pt x="487" y="244"/>
                  </a:cubicBezTo>
                  <a:cubicBezTo>
                    <a:pt x="487" y="110"/>
                    <a:pt x="377"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85"/>
            <p:cNvSpPr/>
            <p:nvPr/>
          </p:nvSpPr>
          <p:spPr>
            <a:xfrm>
              <a:off x="8010917" y="2859118"/>
              <a:ext cx="47518" cy="53543"/>
            </a:xfrm>
            <a:custGeom>
              <a:rect b="b" l="l" r="r" t="t"/>
              <a:pathLst>
                <a:path extrusionOk="0" h="2044" w="1814">
                  <a:moveTo>
                    <a:pt x="909" y="1"/>
                  </a:moveTo>
                  <a:cubicBezTo>
                    <a:pt x="405" y="1"/>
                    <a:pt x="1" y="405"/>
                    <a:pt x="1" y="905"/>
                  </a:cubicBezTo>
                  <a:lnTo>
                    <a:pt x="1" y="1135"/>
                  </a:lnTo>
                  <a:cubicBezTo>
                    <a:pt x="1" y="1635"/>
                    <a:pt x="405" y="2043"/>
                    <a:pt x="909" y="2043"/>
                  </a:cubicBezTo>
                  <a:cubicBezTo>
                    <a:pt x="1409" y="2043"/>
                    <a:pt x="1814" y="1635"/>
                    <a:pt x="1814" y="1135"/>
                  </a:cubicBezTo>
                  <a:lnTo>
                    <a:pt x="1814" y="905"/>
                  </a:lnTo>
                  <a:cubicBezTo>
                    <a:pt x="1814" y="788"/>
                    <a:pt x="1721" y="693"/>
                    <a:pt x="1604" y="693"/>
                  </a:cubicBezTo>
                  <a:cubicBezTo>
                    <a:pt x="1602" y="693"/>
                    <a:pt x="1600" y="693"/>
                    <a:pt x="1598" y="693"/>
                  </a:cubicBezTo>
                  <a:cubicBezTo>
                    <a:pt x="1478" y="693"/>
                    <a:pt x="1382" y="789"/>
                    <a:pt x="1382" y="905"/>
                  </a:cubicBezTo>
                  <a:lnTo>
                    <a:pt x="1382" y="1135"/>
                  </a:lnTo>
                  <a:cubicBezTo>
                    <a:pt x="1382" y="1399"/>
                    <a:pt x="1169" y="1611"/>
                    <a:pt x="909" y="1611"/>
                  </a:cubicBezTo>
                  <a:cubicBezTo>
                    <a:pt x="645" y="1611"/>
                    <a:pt x="433" y="1399"/>
                    <a:pt x="433" y="1135"/>
                  </a:cubicBezTo>
                  <a:lnTo>
                    <a:pt x="433" y="905"/>
                  </a:lnTo>
                  <a:cubicBezTo>
                    <a:pt x="433" y="645"/>
                    <a:pt x="645" y="429"/>
                    <a:pt x="909" y="429"/>
                  </a:cubicBezTo>
                  <a:cubicBezTo>
                    <a:pt x="1025" y="429"/>
                    <a:pt x="1121" y="333"/>
                    <a:pt x="1121" y="217"/>
                  </a:cubicBezTo>
                  <a:cubicBezTo>
                    <a:pt x="1121" y="97"/>
                    <a:pt x="1025" y="1"/>
                    <a:pt x="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85"/>
            <p:cNvSpPr/>
            <p:nvPr/>
          </p:nvSpPr>
          <p:spPr>
            <a:xfrm>
              <a:off x="7943229" y="2786689"/>
              <a:ext cx="387110" cy="331079"/>
            </a:xfrm>
            <a:custGeom>
              <a:rect b="b" l="l" r="r" t="t"/>
              <a:pathLst>
                <a:path extrusionOk="0" h="12639" w="14778">
                  <a:moveTo>
                    <a:pt x="1307" y="4161"/>
                  </a:moveTo>
                  <a:lnTo>
                    <a:pt x="1307" y="4161"/>
                  </a:lnTo>
                  <a:cubicBezTo>
                    <a:pt x="1276" y="4291"/>
                    <a:pt x="1252" y="4424"/>
                    <a:pt x="1235" y="4561"/>
                  </a:cubicBezTo>
                  <a:lnTo>
                    <a:pt x="1235" y="4568"/>
                  </a:lnTo>
                  <a:cubicBezTo>
                    <a:pt x="1224" y="4657"/>
                    <a:pt x="1218" y="4746"/>
                    <a:pt x="1211" y="4836"/>
                  </a:cubicBezTo>
                  <a:lnTo>
                    <a:pt x="686" y="4421"/>
                  </a:lnTo>
                  <a:lnTo>
                    <a:pt x="1307" y="4161"/>
                  </a:lnTo>
                  <a:close/>
                  <a:moveTo>
                    <a:pt x="5868" y="466"/>
                  </a:moveTo>
                  <a:lnTo>
                    <a:pt x="5480" y="970"/>
                  </a:lnTo>
                  <a:cubicBezTo>
                    <a:pt x="5381" y="1094"/>
                    <a:pt x="5446" y="1279"/>
                    <a:pt x="5600" y="1313"/>
                  </a:cubicBezTo>
                  <a:cubicBezTo>
                    <a:pt x="6508" y="1532"/>
                    <a:pt x="7300" y="2115"/>
                    <a:pt x="7828" y="2954"/>
                  </a:cubicBezTo>
                  <a:cubicBezTo>
                    <a:pt x="8424" y="3907"/>
                    <a:pt x="9068" y="4661"/>
                    <a:pt x="9740" y="5192"/>
                  </a:cubicBezTo>
                  <a:cubicBezTo>
                    <a:pt x="10285" y="5624"/>
                    <a:pt x="10854" y="5912"/>
                    <a:pt x="11422" y="6049"/>
                  </a:cubicBezTo>
                  <a:cubicBezTo>
                    <a:pt x="11671" y="6109"/>
                    <a:pt x="11927" y="6138"/>
                    <a:pt x="12182" y="6138"/>
                  </a:cubicBezTo>
                  <a:cubicBezTo>
                    <a:pt x="12233" y="6138"/>
                    <a:pt x="12284" y="6137"/>
                    <a:pt x="12334" y="6134"/>
                  </a:cubicBezTo>
                  <a:lnTo>
                    <a:pt x="12334" y="6134"/>
                  </a:lnTo>
                  <a:cubicBezTo>
                    <a:pt x="11525" y="6868"/>
                    <a:pt x="10723" y="7375"/>
                    <a:pt x="9942" y="7649"/>
                  </a:cubicBezTo>
                  <a:cubicBezTo>
                    <a:pt x="9514" y="7797"/>
                    <a:pt x="9094" y="7871"/>
                    <a:pt x="8695" y="7871"/>
                  </a:cubicBezTo>
                  <a:cubicBezTo>
                    <a:pt x="8355" y="7871"/>
                    <a:pt x="8031" y="7818"/>
                    <a:pt x="7728" y="7711"/>
                  </a:cubicBezTo>
                  <a:cubicBezTo>
                    <a:pt x="7358" y="7580"/>
                    <a:pt x="7026" y="7368"/>
                    <a:pt x="6752" y="7087"/>
                  </a:cubicBezTo>
                  <a:lnTo>
                    <a:pt x="6752" y="7087"/>
                  </a:lnTo>
                  <a:cubicBezTo>
                    <a:pt x="7081" y="7265"/>
                    <a:pt x="7471" y="7375"/>
                    <a:pt x="7920" y="7409"/>
                  </a:cubicBezTo>
                  <a:cubicBezTo>
                    <a:pt x="8020" y="7416"/>
                    <a:pt x="8119" y="7419"/>
                    <a:pt x="8225" y="7419"/>
                  </a:cubicBezTo>
                  <a:cubicBezTo>
                    <a:pt x="8613" y="7416"/>
                    <a:pt x="9003" y="7368"/>
                    <a:pt x="9380" y="7275"/>
                  </a:cubicBezTo>
                  <a:cubicBezTo>
                    <a:pt x="9497" y="7245"/>
                    <a:pt x="9565" y="7128"/>
                    <a:pt x="9538" y="7012"/>
                  </a:cubicBezTo>
                  <a:cubicBezTo>
                    <a:pt x="9514" y="6915"/>
                    <a:pt x="9426" y="6848"/>
                    <a:pt x="9327" y="6848"/>
                  </a:cubicBezTo>
                  <a:cubicBezTo>
                    <a:pt x="9311" y="6848"/>
                    <a:pt x="9294" y="6850"/>
                    <a:pt x="9277" y="6854"/>
                  </a:cubicBezTo>
                  <a:cubicBezTo>
                    <a:pt x="8915" y="6944"/>
                    <a:pt x="8561" y="6987"/>
                    <a:pt x="8229" y="6987"/>
                  </a:cubicBezTo>
                  <a:cubicBezTo>
                    <a:pt x="7646" y="6987"/>
                    <a:pt x="7132" y="6852"/>
                    <a:pt x="6765" y="6590"/>
                  </a:cubicBezTo>
                  <a:cubicBezTo>
                    <a:pt x="6334" y="6282"/>
                    <a:pt x="6087" y="5795"/>
                    <a:pt x="6029" y="5147"/>
                  </a:cubicBezTo>
                  <a:cubicBezTo>
                    <a:pt x="6094" y="4479"/>
                    <a:pt x="6467" y="3914"/>
                    <a:pt x="7101" y="3554"/>
                  </a:cubicBezTo>
                  <a:cubicBezTo>
                    <a:pt x="7309" y="3433"/>
                    <a:pt x="7191" y="3148"/>
                    <a:pt x="6999" y="3148"/>
                  </a:cubicBezTo>
                  <a:cubicBezTo>
                    <a:pt x="6963" y="3148"/>
                    <a:pt x="6925" y="3158"/>
                    <a:pt x="6885" y="3180"/>
                  </a:cubicBezTo>
                  <a:cubicBezTo>
                    <a:pt x="5991" y="3688"/>
                    <a:pt x="5511" y="4592"/>
                    <a:pt x="5600" y="5593"/>
                  </a:cubicBezTo>
                  <a:cubicBezTo>
                    <a:pt x="5700" y="6731"/>
                    <a:pt x="6481" y="7724"/>
                    <a:pt x="7588" y="8118"/>
                  </a:cubicBezTo>
                  <a:cubicBezTo>
                    <a:pt x="7934" y="8242"/>
                    <a:pt x="8304" y="8303"/>
                    <a:pt x="8690" y="8303"/>
                  </a:cubicBezTo>
                  <a:cubicBezTo>
                    <a:pt x="9140" y="8303"/>
                    <a:pt x="9610" y="8219"/>
                    <a:pt x="10086" y="8053"/>
                  </a:cubicBezTo>
                  <a:cubicBezTo>
                    <a:pt x="10720" y="7834"/>
                    <a:pt x="11364" y="7471"/>
                    <a:pt x="12012" y="6970"/>
                  </a:cubicBezTo>
                  <a:cubicBezTo>
                    <a:pt x="12022" y="6974"/>
                    <a:pt x="12032" y="6977"/>
                    <a:pt x="12046" y="6981"/>
                  </a:cubicBezTo>
                  <a:cubicBezTo>
                    <a:pt x="12231" y="7009"/>
                    <a:pt x="12418" y="7023"/>
                    <a:pt x="12604" y="7023"/>
                  </a:cubicBezTo>
                  <a:cubicBezTo>
                    <a:pt x="13147" y="7023"/>
                    <a:pt x="13686" y="6904"/>
                    <a:pt x="14181" y="6669"/>
                  </a:cubicBezTo>
                  <a:lnTo>
                    <a:pt x="14181" y="6669"/>
                  </a:lnTo>
                  <a:cubicBezTo>
                    <a:pt x="13304" y="9105"/>
                    <a:pt x="10737" y="10826"/>
                    <a:pt x="7865" y="10826"/>
                  </a:cubicBezTo>
                  <a:cubicBezTo>
                    <a:pt x="5881" y="10826"/>
                    <a:pt x="4079" y="10082"/>
                    <a:pt x="2921" y="8783"/>
                  </a:cubicBezTo>
                  <a:cubicBezTo>
                    <a:pt x="1917" y="7659"/>
                    <a:pt x="1481" y="6220"/>
                    <a:pt x="1660" y="4620"/>
                  </a:cubicBezTo>
                  <a:cubicBezTo>
                    <a:pt x="1803" y="3650"/>
                    <a:pt x="2139" y="2824"/>
                    <a:pt x="2650" y="2173"/>
                  </a:cubicBezTo>
                  <a:cubicBezTo>
                    <a:pt x="3068" y="1645"/>
                    <a:pt x="3603" y="1224"/>
                    <a:pt x="4213" y="939"/>
                  </a:cubicBezTo>
                  <a:cubicBezTo>
                    <a:pt x="4737" y="693"/>
                    <a:pt x="5295" y="535"/>
                    <a:pt x="5868" y="466"/>
                  </a:cubicBezTo>
                  <a:close/>
                  <a:moveTo>
                    <a:pt x="7543" y="11251"/>
                  </a:moveTo>
                  <a:cubicBezTo>
                    <a:pt x="7650" y="11254"/>
                    <a:pt x="7756" y="11257"/>
                    <a:pt x="7865" y="11257"/>
                  </a:cubicBezTo>
                  <a:lnTo>
                    <a:pt x="7979" y="11257"/>
                  </a:lnTo>
                  <a:lnTo>
                    <a:pt x="7502" y="12207"/>
                  </a:lnTo>
                  <a:lnTo>
                    <a:pt x="7064" y="12207"/>
                  </a:lnTo>
                  <a:lnTo>
                    <a:pt x="7543" y="11251"/>
                  </a:lnTo>
                  <a:close/>
                  <a:moveTo>
                    <a:pt x="6325" y="0"/>
                  </a:moveTo>
                  <a:cubicBezTo>
                    <a:pt x="6212" y="0"/>
                    <a:pt x="5174" y="10"/>
                    <a:pt x="4045" y="542"/>
                  </a:cubicBezTo>
                  <a:cubicBezTo>
                    <a:pt x="3373" y="854"/>
                    <a:pt x="2780" y="1316"/>
                    <a:pt x="2321" y="1899"/>
                  </a:cubicBezTo>
                  <a:cubicBezTo>
                    <a:pt x="1917" y="2416"/>
                    <a:pt x="1618" y="3006"/>
                    <a:pt x="1437" y="3636"/>
                  </a:cubicBezTo>
                  <a:lnTo>
                    <a:pt x="183" y="4164"/>
                  </a:lnTo>
                  <a:cubicBezTo>
                    <a:pt x="28" y="4226"/>
                    <a:pt x="1" y="4431"/>
                    <a:pt x="131" y="4531"/>
                  </a:cubicBezTo>
                  <a:lnTo>
                    <a:pt x="1190" y="5370"/>
                  </a:lnTo>
                  <a:cubicBezTo>
                    <a:pt x="1200" y="6775"/>
                    <a:pt x="1680" y="8043"/>
                    <a:pt x="2598" y="9071"/>
                  </a:cubicBezTo>
                  <a:cubicBezTo>
                    <a:pt x="3681" y="10284"/>
                    <a:pt x="5285" y="11045"/>
                    <a:pt x="7074" y="11220"/>
                  </a:cubicBezTo>
                  <a:lnTo>
                    <a:pt x="6580" y="12207"/>
                  </a:lnTo>
                  <a:lnTo>
                    <a:pt x="5333" y="12207"/>
                  </a:lnTo>
                  <a:cubicBezTo>
                    <a:pt x="5045" y="12207"/>
                    <a:pt x="5045" y="12638"/>
                    <a:pt x="5333" y="12638"/>
                  </a:cubicBezTo>
                  <a:lnTo>
                    <a:pt x="8558" y="12638"/>
                  </a:lnTo>
                  <a:cubicBezTo>
                    <a:pt x="8674" y="12638"/>
                    <a:pt x="8770" y="12542"/>
                    <a:pt x="8770" y="12423"/>
                  </a:cubicBezTo>
                  <a:cubicBezTo>
                    <a:pt x="8770" y="12303"/>
                    <a:pt x="8674" y="12207"/>
                    <a:pt x="8558" y="12207"/>
                  </a:cubicBezTo>
                  <a:lnTo>
                    <a:pt x="7985" y="12207"/>
                  </a:lnTo>
                  <a:lnTo>
                    <a:pt x="8472" y="11233"/>
                  </a:lnTo>
                  <a:cubicBezTo>
                    <a:pt x="9846" y="11124"/>
                    <a:pt x="11165" y="10641"/>
                    <a:pt x="12283" y="9832"/>
                  </a:cubicBezTo>
                  <a:cubicBezTo>
                    <a:pt x="13527" y="8924"/>
                    <a:pt x="14407" y="7652"/>
                    <a:pt x="14753" y="6258"/>
                  </a:cubicBezTo>
                  <a:cubicBezTo>
                    <a:pt x="14777" y="6169"/>
                    <a:pt x="14740" y="6073"/>
                    <a:pt x="14661" y="6025"/>
                  </a:cubicBezTo>
                  <a:cubicBezTo>
                    <a:pt x="14625" y="6001"/>
                    <a:pt x="14584" y="5990"/>
                    <a:pt x="14544" y="5990"/>
                  </a:cubicBezTo>
                  <a:cubicBezTo>
                    <a:pt x="14496" y="5990"/>
                    <a:pt x="14450" y="6005"/>
                    <a:pt x="14411" y="6035"/>
                  </a:cubicBezTo>
                  <a:cubicBezTo>
                    <a:pt x="14401" y="6042"/>
                    <a:pt x="13694" y="6592"/>
                    <a:pt x="12599" y="6592"/>
                  </a:cubicBezTo>
                  <a:cubicBezTo>
                    <a:pt x="12558" y="6592"/>
                    <a:pt x="12517" y="6592"/>
                    <a:pt x="12475" y="6590"/>
                  </a:cubicBezTo>
                  <a:cubicBezTo>
                    <a:pt x="12704" y="6384"/>
                    <a:pt x="12941" y="6162"/>
                    <a:pt x="13174" y="5925"/>
                  </a:cubicBezTo>
                  <a:cubicBezTo>
                    <a:pt x="13324" y="5781"/>
                    <a:pt x="13201" y="5554"/>
                    <a:pt x="13028" y="5554"/>
                  </a:cubicBezTo>
                  <a:cubicBezTo>
                    <a:pt x="12995" y="5554"/>
                    <a:pt x="12961" y="5561"/>
                    <a:pt x="12927" y="5579"/>
                  </a:cubicBezTo>
                  <a:cubicBezTo>
                    <a:pt x="12922" y="5582"/>
                    <a:pt x="12644" y="5709"/>
                    <a:pt x="12177" y="5709"/>
                  </a:cubicBezTo>
                  <a:cubicBezTo>
                    <a:pt x="11988" y="5709"/>
                    <a:pt x="11769" y="5689"/>
                    <a:pt x="11525" y="5631"/>
                  </a:cubicBezTo>
                  <a:cubicBezTo>
                    <a:pt x="10055" y="5278"/>
                    <a:pt x="8900" y="3856"/>
                    <a:pt x="8191" y="2725"/>
                  </a:cubicBezTo>
                  <a:cubicBezTo>
                    <a:pt x="7667" y="1885"/>
                    <a:pt x="6903" y="1275"/>
                    <a:pt x="6015" y="980"/>
                  </a:cubicBezTo>
                  <a:lnTo>
                    <a:pt x="6502" y="350"/>
                  </a:lnTo>
                  <a:cubicBezTo>
                    <a:pt x="6611" y="209"/>
                    <a:pt x="6512" y="4"/>
                    <a:pt x="6334" y="0"/>
                  </a:cubicBezTo>
                  <a:cubicBezTo>
                    <a:pt x="6332" y="0"/>
                    <a:pt x="6329" y="0"/>
                    <a:pt x="63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5"/>
            <p:cNvSpPr/>
            <p:nvPr/>
          </p:nvSpPr>
          <p:spPr>
            <a:xfrm>
              <a:off x="8202272" y="2951718"/>
              <a:ext cx="25331" cy="17393"/>
            </a:xfrm>
            <a:custGeom>
              <a:rect b="b" l="l" r="r" t="t"/>
              <a:pathLst>
                <a:path extrusionOk="0" h="664" w="967">
                  <a:moveTo>
                    <a:pt x="653" y="0"/>
                  </a:moveTo>
                  <a:cubicBezTo>
                    <a:pt x="607" y="0"/>
                    <a:pt x="558" y="17"/>
                    <a:pt x="512" y="57"/>
                  </a:cubicBezTo>
                  <a:cubicBezTo>
                    <a:pt x="416" y="136"/>
                    <a:pt x="317" y="201"/>
                    <a:pt x="207" y="256"/>
                  </a:cubicBezTo>
                  <a:cubicBezTo>
                    <a:pt x="1" y="354"/>
                    <a:pt x="75" y="664"/>
                    <a:pt x="299" y="664"/>
                  </a:cubicBezTo>
                  <a:cubicBezTo>
                    <a:pt x="302" y="664"/>
                    <a:pt x="304" y="664"/>
                    <a:pt x="307" y="664"/>
                  </a:cubicBezTo>
                  <a:cubicBezTo>
                    <a:pt x="341" y="664"/>
                    <a:pt x="375" y="657"/>
                    <a:pt x="406" y="640"/>
                  </a:cubicBezTo>
                  <a:cubicBezTo>
                    <a:pt x="547" y="568"/>
                    <a:pt x="677" y="482"/>
                    <a:pt x="797" y="383"/>
                  </a:cubicBezTo>
                  <a:cubicBezTo>
                    <a:pt x="967" y="234"/>
                    <a:pt x="826" y="0"/>
                    <a:pt x="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2" name="Google Shape;12332;p85"/>
          <p:cNvGrpSpPr/>
          <p:nvPr/>
        </p:nvGrpSpPr>
        <p:grpSpPr>
          <a:xfrm>
            <a:off x="853526" y="2742734"/>
            <a:ext cx="380535" cy="375270"/>
            <a:chOff x="853526" y="2742734"/>
            <a:chExt cx="380535" cy="375270"/>
          </a:xfrm>
        </p:grpSpPr>
        <p:sp>
          <p:nvSpPr>
            <p:cNvPr id="12333" name="Google Shape;12333;p85"/>
            <p:cNvSpPr/>
            <p:nvPr/>
          </p:nvSpPr>
          <p:spPr>
            <a:xfrm>
              <a:off x="860625" y="2860821"/>
              <a:ext cx="166338" cy="79738"/>
            </a:xfrm>
            <a:custGeom>
              <a:rect b="b" l="l" r="r" t="t"/>
              <a:pathLst>
                <a:path extrusionOk="0" h="3044" w="6350">
                  <a:moveTo>
                    <a:pt x="6350" y="1"/>
                  </a:moveTo>
                  <a:lnTo>
                    <a:pt x="4962" y="117"/>
                  </a:lnTo>
                  <a:cubicBezTo>
                    <a:pt x="3146" y="268"/>
                    <a:pt x="1439" y="1056"/>
                    <a:pt x="151" y="2348"/>
                  </a:cubicBezTo>
                  <a:cubicBezTo>
                    <a:pt x="0" y="2499"/>
                    <a:pt x="93" y="2759"/>
                    <a:pt x="309" y="2780"/>
                  </a:cubicBezTo>
                  <a:lnTo>
                    <a:pt x="3307" y="3044"/>
                  </a:lnTo>
                  <a:lnTo>
                    <a:pt x="6350" y="1"/>
                  </a:ln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5"/>
            <p:cNvSpPr/>
            <p:nvPr/>
          </p:nvSpPr>
          <p:spPr>
            <a:xfrm>
              <a:off x="1034927" y="2948522"/>
              <a:ext cx="79659" cy="164269"/>
            </a:xfrm>
            <a:custGeom>
              <a:rect b="b" l="l" r="r" t="t"/>
              <a:pathLst>
                <a:path extrusionOk="0" h="6271" w="3041">
                  <a:moveTo>
                    <a:pt x="3041" y="1"/>
                  </a:moveTo>
                  <a:lnTo>
                    <a:pt x="1" y="3040"/>
                  </a:lnTo>
                  <a:lnTo>
                    <a:pt x="265" y="6039"/>
                  </a:lnTo>
                  <a:cubicBezTo>
                    <a:pt x="278" y="6182"/>
                    <a:pt x="396" y="6271"/>
                    <a:pt x="518" y="6271"/>
                  </a:cubicBezTo>
                  <a:cubicBezTo>
                    <a:pt x="581" y="6271"/>
                    <a:pt x="644" y="6247"/>
                    <a:pt x="697" y="6197"/>
                  </a:cubicBezTo>
                  <a:cubicBezTo>
                    <a:pt x="1985" y="4908"/>
                    <a:pt x="2777" y="3202"/>
                    <a:pt x="2927" y="1385"/>
                  </a:cubicBezTo>
                  <a:lnTo>
                    <a:pt x="3041" y="1"/>
                  </a:ln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85"/>
            <p:cNvSpPr/>
            <p:nvPr/>
          </p:nvSpPr>
          <p:spPr>
            <a:xfrm>
              <a:off x="860521" y="2864960"/>
              <a:ext cx="119868" cy="69679"/>
            </a:xfrm>
            <a:custGeom>
              <a:rect b="b" l="l" r="r" t="t"/>
              <a:pathLst>
                <a:path extrusionOk="0" h="2660" w="4576">
                  <a:moveTo>
                    <a:pt x="4575" y="1"/>
                  </a:moveTo>
                  <a:cubicBezTo>
                    <a:pt x="2903" y="227"/>
                    <a:pt x="1347" y="994"/>
                    <a:pt x="151" y="2190"/>
                  </a:cubicBezTo>
                  <a:cubicBezTo>
                    <a:pt x="1" y="2341"/>
                    <a:pt x="97" y="2601"/>
                    <a:pt x="309" y="2622"/>
                  </a:cubicBezTo>
                  <a:lnTo>
                    <a:pt x="755" y="2660"/>
                  </a:lnTo>
                  <a:cubicBezTo>
                    <a:pt x="611" y="2557"/>
                    <a:pt x="594" y="2348"/>
                    <a:pt x="717" y="2221"/>
                  </a:cubicBezTo>
                  <a:cubicBezTo>
                    <a:pt x="1786" y="1152"/>
                    <a:pt x="3116" y="388"/>
                    <a:pt x="4575"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85"/>
            <p:cNvSpPr/>
            <p:nvPr/>
          </p:nvSpPr>
          <p:spPr>
            <a:xfrm>
              <a:off x="1034848" y="3013512"/>
              <a:ext cx="23366" cy="99331"/>
            </a:xfrm>
            <a:custGeom>
              <a:rect b="b" l="l" r="r" t="t"/>
              <a:pathLst>
                <a:path extrusionOk="0" h="3792" w="892">
                  <a:moveTo>
                    <a:pt x="563" y="1"/>
                  </a:moveTo>
                  <a:lnTo>
                    <a:pt x="1" y="563"/>
                  </a:lnTo>
                  <a:lnTo>
                    <a:pt x="268" y="3561"/>
                  </a:lnTo>
                  <a:cubicBezTo>
                    <a:pt x="279" y="3702"/>
                    <a:pt x="397" y="3791"/>
                    <a:pt x="520" y="3791"/>
                  </a:cubicBezTo>
                  <a:cubicBezTo>
                    <a:pt x="583" y="3791"/>
                    <a:pt x="647" y="3768"/>
                    <a:pt x="700" y="3716"/>
                  </a:cubicBezTo>
                  <a:cubicBezTo>
                    <a:pt x="765" y="3650"/>
                    <a:pt x="826" y="3585"/>
                    <a:pt x="892" y="3517"/>
                  </a:cubicBezTo>
                  <a:cubicBezTo>
                    <a:pt x="878" y="3486"/>
                    <a:pt x="868" y="3455"/>
                    <a:pt x="864" y="3421"/>
                  </a:cubicBezTo>
                  <a:lnTo>
                    <a:pt x="563" y="1"/>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85"/>
            <p:cNvSpPr/>
            <p:nvPr/>
          </p:nvSpPr>
          <p:spPr>
            <a:xfrm>
              <a:off x="929728" y="2748576"/>
              <a:ext cx="297994" cy="296423"/>
            </a:xfrm>
            <a:custGeom>
              <a:rect b="b" l="l" r="r" t="t"/>
              <a:pathLst>
                <a:path extrusionOk="0" h="11316" w="11376">
                  <a:moveTo>
                    <a:pt x="11147" y="1"/>
                  </a:moveTo>
                  <a:cubicBezTo>
                    <a:pt x="11128" y="1"/>
                    <a:pt x="11109" y="4"/>
                    <a:pt x="11090" y="9"/>
                  </a:cubicBezTo>
                  <a:lnTo>
                    <a:pt x="8688" y="712"/>
                  </a:lnTo>
                  <a:lnTo>
                    <a:pt x="6916" y="1229"/>
                  </a:lnTo>
                  <a:cubicBezTo>
                    <a:pt x="6772" y="1270"/>
                    <a:pt x="6638" y="1349"/>
                    <a:pt x="6532" y="1459"/>
                  </a:cubicBezTo>
                  <a:lnTo>
                    <a:pt x="83" y="7908"/>
                  </a:lnTo>
                  <a:cubicBezTo>
                    <a:pt x="1" y="7990"/>
                    <a:pt x="1" y="8124"/>
                    <a:pt x="83" y="8203"/>
                  </a:cubicBezTo>
                  <a:lnTo>
                    <a:pt x="1375" y="9495"/>
                  </a:lnTo>
                  <a:lnTo>
                    <a:pt x="1848" y="9971"/>
                  </a:lnTo>
                  <a:lnTo>
                    <a:pt x="3126" y="11249"/>
                  </a:lnTo>
                  <a:cubicBezTo>
                    <a:pt x="3171" y="11294"/>
                    <a:pt x="3229" y="11316"/>
                    <a:pt x="3287" y="11316"/>
                  </a:cubicBezTo>
                  <a:cubicBezTo>
                    <a:pt x="3345" y="11316"/>
                    <a:pt x="3404" y="11294"/>
                    <a:pt x="3448" y="11249"/>
                  </a:cubicBezTo>
                  <a:lnTo>
                    <a:pt x="7057" y="7634"/>
                  </a:lnTo>
                  <a:lnTo>
                    <a:pt x="9867" y="4831"/>
                  </a:lnTo>
                  <a:cubicBezTo>
                    <a:pt x="9986" y="4711"/>
                    <a:pt x="10076" y="4563"/>
                    <a:pt x="10124" y="4402"/>
                  </a:cubicBezTo>
                  <a:lnTo>
                    <a:pt x="11337" y="256"/>
                  </a:lnTo>
                  <a:cubicBezTo>
                    <a:pt x="11375" y="125"/>
                    <a:pt x="11274" y="1"/>
                    <a:pt x="1114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5"/>
            <p:cNvSpPr/>
            <p:nvPr/>
          </p:nvSpPr>
          <p:spPr>
            <a:xfrm>
              <a:off x="929728" y="2748576"/>
              <a:ext cx="297811" cy="221610"/>
            </a:xfrm>
            <a:custGeom>
              <a:rect b="b" l="l" r="r" t="t"/>
              <a:pathLst>
                <a:path extrusionOk="0" h="8460" w="11369">
                  <a:moveTo>
                    <a:pt x="11143" y="1"/>
                  </a:moveTo>
                  <a:cubicBezTo>
                    <a:pt x="11125" y="1"/>
                    <a:pt x="11106" y="3"/>
                    <a:pt x="11086" y="9"/>
                  </a:cubicBezTo>
                  <a:lnTo>
                    <a:pt x="6895" y="1233"/>
                  </a:lnTo>
                  <a:cubicBezTo>
                    <a:pt x="6765" y="1270"/>
                    <a:pt x="6642" y="1342"/>
                    <a:pt x="6546" y="1442"/>
                  </a:cubicBezTo>
                  <a:lnTo>
                    <a:pt x="83" y="7908"/>
                  </a:lnTo>
                  <a:cubicBezTo>
                    <a:pt x="1" y="7990"/>
                    <a:pt x="1" y="8120"/>
                    <a:pt x="83" y="8203"/>
                  </a:cubicBezTo>
                  <a:lnTo>
                    <a:pt x="340" y="8460"/>
                  </a:lnTo>
                  <a:lnTo>
                    <a:pt x="1070" y="7730"/>
                  </a:lnTo>
                  <a:lnTo>
                    <a:pt x="6875" y="1928"/>
                  </a:lnTo>
                  <a:cubicBezTo>
                    <a:pt x="6961" y="1839"/>
                    <a:pt x="7070" y="1774"/>
                    <a:pt x="7190" y="1736"/>
                  </a:cubicBezTo>
                  <a:lnTo>
                    <a:pt x="11248" y="551"/>
                  </a:lnTo>
                  <a:lnTo>
                    <a:pt x="11333" y="253"/>
                  </a:lnTo>
                  <a:lnTo>
                    <a:pt x="11333" y="249"/>
                  </a:lnTo>
                  <a:cubicBezTo>
                    <a:pt x="11369" y="121"/>
                    <a:pt x="11267" y="1"/>
                    <a:pt x="11143"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85"/>
            <p:cNvSpPr/>
            <p:nvPr/>
          </p:nvSpPr>
          <p:spPr>
            <a:xfrm>
              <a:off x="1079904" y="2833185"/>
              <a:ext cx="62318" cy="62318"/>
            </a:xfrm>
            <a:custGeom>
              <a:rect b="b" l="l" r="r" t="t"/>
              <a:pathLst>
                <a:path extrusionOk="0" h="2379" w="2379">
                  <a:moveTo>
                    <a:pt x="1190" y="0"/>
                  </a:moveTo>
                  <a:cubicBezTo>
                    <a:pt x="532" y="0"/>
                    <a:pt x="1" y="535"/>
                    <a:pt x="1" y="1190"/>
                  </a:cubicBezTo>
                  <a:cubicBezTo>
                    <a:pt x="1" y="1848"/>
                    <a:pt x="532" y="2379"/>
                    <a:pt x="1190" y="2379"/>
                  </a:cubicBezTo>
                  <a:cubicBezTo>
                    <a:pt x="1848" y="2379"/>
                    <a:pt x="2379" y="1848"/>
                    <a:pt x="2379" y="1190"/>
                  </a:cubicBezTo>
                  <a:cubicBezTo>
                    <a:pt x="2379" y="535"/>
                    <a:pt x="1848" y="0"/>
                    <a:pt x="1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85"/>
            <p:cNvSpPr/>
            <p:nvPr/>
          </p:nvSpPr>
          <p:spPr>
            <a:xfrm>
              <a:off x="1080008" y="2833212"/>
              <a:ext cx="38428" cy="62344"/>
            </a:xfrm>
            <a:custGeom>
              <a:rect b="b" l="l" r="r" t="t"/>
              <a:pathLst>
                <a:path extrusionOk="0" h="2380" w="1467">
                  <a:moveTo>
                    <a:pt x="1188" y="1"/>
                  </a:moveTo>
                  <a:cubicBezTo>
                    <a:pt x="550" y="1"/>
                    <a:pt x="0" y="517"/>
                    <a:pt x="0" y="1189"/>
                  </a:cubicBezTo>
                  <a:cubicBezTo>
                    <a:pt x="0" y="1860"/>
                    <a:pt x="551" y="2380"/>
                    <a:pt x="1189" y="2380"/>
                  </a:cubicBezTo>
                  <a:cubicBezTo>
                    <a:pt x="1281" y="2380"/>
                    <a:pt x="1374" y="2369"/>
                    <a:pt x="1467" y="2347"/>
                  </a:cubicBezTo>
                  <a:cubicBezTo>
                    <a:pt x="569" y="2131"/>
                    <a:pt x="247" y="1007"/>
                    <a:pt x="905" y="349"/>
                  </a:cubicBezTo>
                  <a:cubicBezTo>
                    <a:pt x="1059" y="191"/>
                    <a:pt x="1254" y="85"/>
                    <a:pt x="1467" y="34"/>
                  </a:cubicBezTo>
                  <a:cubicBezTo>
                    <a:pt x="1373" y="11"/>
                    <a:pt x="1280" y="1"/>
                    <a:pt x="1188"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85"/>
            <p:cNvSpPr/>
            <p:nvPr/>
          </p:nvSpPr>
          <p:spPr>
            <a:xfrm>
              <a:off x="921843" y="2973040"/>
              <a:ext cx="80628" cy="79764"/>
            </a:xfrm>
            <a:custGeom>
              <a:rect b="b" l="l" r="r" t="t"/>
              <a:pathLst>
                <a:path extrusionOk="0" h="3045" w="3078">
                  <a:moveTo>
                    <a:pt x="795" y="0"/>
                  </a:moveTo>
                  <a:lnTo>
                    <a:pt x="124" y="675"/>
                  </a:lnTo>
                  <a:cubicBezTo>
                    <a:pt x="0" y="795"/>
                    <a:pt x="0" y="994"/>
                    <a:pt x="124" y="1118"/>
                  </a:cubicBezTo>
                  <a:lnTo>
                    <a:pt x="1042" y="2036"/>
                  </a:lnTo>
                  <a:lnTo>
                    <a:pt x="1960" y="2954"/>
                  </a:lnTo>
                  <a:cubicBezTo>
                    <a:pt x="2020" y="3014"/>
                    <a:pt x="2100" y="3044"/>
                    <a:pt x="2180" y="3044"/>
                  </a:cubicBezTo>
                  <a:cubicBezTo>
                    <a:pt x="2260" y="3044"/>
                    <a:pt x="2341" y="3014"/>
                    <a:pt x="2402" y="2954"/>
                  </a:cubicBezTo>
                  <a:lnTo>
                    <a:pt x="3077" y="2279"/>
                  </a:lnTo>
                  <a:lnTo>
                    <a:pt x="2176" y="1381"/>
                  </a:lnTo>
                  <a:lnTo>
                    <a:pt x="1696" y="898"/>
                  </a:lnTo>
                  <a:lnTo>
                    <a:pt x="7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5"/>
            <p:cNvSpPr/>
            <p:nvPr/>
          </p:nvSpPr>
          <p:spPr>
            <a:xfrm>
              <a:off x="921843" y="2973040"/>
              <a:ext cx="31251" cy="34839"/>
            </a:xfrm>
            <a:custGeom>
              <a:rect b="b" l="l" r="r" t="t"/>
              <a:pathLst>
                <a:path extrusionOk="0" h="1330" w="1193">
                  <a:moveTo>
                    <a:pt x="795" y="0"/>
                  </a:moveTo>
                  <a:lnTo>
                    <a:pt x="124" y="675"/>
                  </a:lnTo>
                  <a:cubicBezTo>
                    <a:pt x="0" y="795"/>
                    <a:pt x="0" y="994"/>
                    <a:pt x="124" y="1118"/>
                  </a:cubicBezTo>
                  <a:lnTo>
                    <a:pt x="333" y="1330"/>
                  </a:lnTo>
                  <a:cubicBezTo>
                    <a:pt x="350" y="1265"/>
                    <a:pt x="384" y="1207"/>
                    <a:pt x="429" y="1162"/>
                  </a:cubicBezTo>
                  <a:lnTo>
                    <a:pt x="1193" y="398"/>
                  </a:lnTo>
                  <a:lnTo>
                    <a:pt x="795"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85"/>
            <p:cNvSpPr/>
            <p:nvPr/>
          </p:nvSpPr>
          <p:spPr>
            <a:xfrm>
              <a:off x="929728" y="2940454"/>
              <a:ext cx="105225" cy="104544"/>
            </a:xfrm>
            <a:custGeom>
              <a:rect b="b" l="l" r="r" t="t"/>
              <a:pathLst>
                <a:path extrusionOk="0" h="3991" w="4017">
                  <a:moveTo>
                    <a:pt x="666" y="0"/>
                  </a:moveTo>
                  <a:lnTo>
                    <a:pt x="83" y="583"/>
                  </a:lnTo>
                  <a:cubicBezTo>
                    <a:pt x="1" y="665"/>
                    <a:pt x="1" y="799"/>
                    <a:pt x="83" y="881"/>
                  </a:cubicBezTo>
                  <a:lnTo>
                    <a:pt x="1375" y="2173"/>
                  </a:lnTo>
                  <a:lnTo>
                    <a:pt x="1848" y="2646"/>
                  </a:lnTo>
                  <a:lnTo>
                    <a:pt x="3126" y="3924"/>
                  </a:lnTo>
                  <a:cubicBezTo>
                    <a:pt x="3171" y="3969"/>
                    <a:pt x="3229" y="3991"/>
                    <a:pt x="3287" y="3991"/>
                  </a:cubicBezTo>
                  <a:cubicBezTo>
                    <a:pt x="3345" y="3991"/>
                    <a:pt x="3404" y="3969"/>
                    <a:pt x="3448" y="3924"/>
                  </a:cubicBezTo>
                  <a:lnTo>
                    <a:pt x="4017" y="3355"/>
                  </a:lnTo>
                  <a:lnTo>
                    <a:pt x="2578" y="1916"/>
                  </a:lnTo>
                  <a:lnTo>
                    <a:pt x="2105" y="1440"/>
                  </a:lnTo>
                  <a:lnTo>
                    <a:pt x="666"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85"/>
            <p:cNvSpPr/>
            <p:nvPr/>
          </p:nvSpPr>
          <p:spPr>
            <a:xfrm>
              <a:off x="929728" y="2940532"/>
              <a:ext cx="28029" cy="29758"/>
            </a:xfrm>
            <a:custGeom>
              <a:rect b="b" l="l" r="r" t="t"/>
              <a:pathLst>
                <a:path extrusionOk="0" h="1136" w="1070">
                  <a:moveTo>
                    <a:pt x="666" y="1"/>
                  </a:moveTo>
                  <a:lnTo>
                    <a:pt x="83" y="583"/>
                  </a:lnTo>
                  <a:cubicBezTo>
                    <a:pt x="1" y="662"/>
                    <a:pt x="1" y="796"/>
                    <a:pt x="83" y="878"/>
                  </a:cubicBezTo>
                  <a:lnTo>
                    <a:pt x="340" y="1135"/>
                  </a:lnTo>
                  <a:lnTo>
                    <a:pt x="1070" y="402"/>
                  </a:lnTo>
                  <a:lnTo>
                    <a:pt x="666"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85"/>
            <p:cNvSpPr/>
            <p:nvPr/>
          </p:nvSpPr>
          <p:spPr>
            <a:xfrm>
              <a:off x="1157284" y="2748602"/>
              <a:ext cx="70281" cy="69522"/>
            </a:xfrm>
            <a:custGeom>
              <a:rect b="b" l="l" r="r" t="t"/>
              <a:pathLst>
                <a:path extrusionOk="0" h="2654" w="2683">
                  <a:moveTo>
                    <a:pt x="2456" y="1"/>
                  </a:moveTo>
                  <a:cubicBezTo>
                    <a:pt x="2439" y="1"/>
                    <a:pt x="2421" y="3"/>
                    <a:pt x="2403" y="8"/>
                  </a:cubicBezTo>
                  <a:lnTo>
                    <a:pt x="1" y="711"/>
                  </a:lnTo>
                  <a:lnTo>
                    <a:pt x="1947" y="2654"/>
                  </a:lnTo>
                  <a:lnTo>
                    <a:pt x="2646" y="255"/>
                  </a:lnTo>
                  <a:cubicBezTo>
                    <a:pt x="2682" y="123"/>
                    <a:pt x="2581" y="1"/>
                    <a:pt x="2456"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5"/>
            <p:cNvSpPr/>
            <p:nvPr/>
          </p:nvSpPr>
          <p:spPr>
            <a:xfrm>
              <a:off x="1157284" y="2748602"/>
              <a:ext cx="70281" cy="30570"/>
            </a:xfrm>
            <a:custGeom>
              <a:rect b="b" l="l" r="r" t="t"/>
              <a:pathLst>
                <a:path extrusionOk="0" h="1167" w="2683">
                  <a:moveTo>
                    <a:pt x="2456" y="1"/>
                  </a:moveTo>
                  <a:cubicBezTo>
                    <a:pt x="2439" y="1"/>
                    <a:pt x="2421" y="3"/>
                    <a:pt x="2403" y="8"/>
                  </a:cubicBezTo>
                  <a:lnTo>
                    <a:pt x="1615" y="238"/>
                  </a:lnTo>
                  <a:lnTo>
                    <a:pt x="1" y="711"/>
                  </a:lnTo>
                  <a:lnTo>
                    <a:pt x="456" y="1167"/>
                  </a:lnTo>
                  <a:lnTo>
                    <a:pt x="2561" y="553"/>
                  </a:lnTo>
                  <a:lnTo>
                    <a:pt x="2646" y="255"/>
                  </a:lnTo>
                  <a:cubicBezTo>
                    <a:pt x="2682" y="123"/>
                    <a:pt x="2581" y="1"/>
                    <a:pt x="2456"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85"/>
            <p:cNvSpPr/>
            <p:nvPr/>
          </p:nvSpPr>
          <p:spPr>
            <a:xfrm>
              <a:off x="945183" y="2901947"/>
              <a:ext cx="129089" cy="127491"/>
            </a:xfrm>
            <a:custGeom>
              <a:rect b="b" l="l" r="r" t="t"/>
              <a:pathLst>
                <a:path extrusionOk="0" h="4867" w="4928">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85"/>
            <p:cNvSpPr/>
            <p:nvPr/>
          </p:nvSpPr>
          <p:spPr>
            <a:xfrm>
              <a:off x="945183" y="2901947"/>
              <a:ext cx="129089" cy="127491"/>
            </a:xfrm>
            <a:custGeom>
              <a:rect b="b" l="l" r="r" t="t"/>
              <a:pathLst>
                <a:path extrusionOk="0" h="4867" w="4928">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5"/>
            <p:cNvSpPr/>
            <p:nvPr/>
          </p:nvSpPr>
          <p:spPr>
            <a:xfrm>
              <a:off x="945183" y="2901947"/>
              <a:ext cx="127124" cy="127491"/>
            </a:xfrm>
            <a:custGeom>
              <a:rect b="b" l="l" r="r" t="t"/>
              <a:pathLst>
                <a:path extrusionOk="0" h="4867" w="4853">
                  <a:moveTo>
                    <a:pt x="4559" y="0"/>
                  </a:moveTo>
                  <a:cubicBezTo>
                    <a:pt x="4477" y="0"/>
                    <a:pt x="4395" y="31"/>
                    <a:pt x="4332" y="93"/>
                  </a:cubicBezTo>
                  <a:lnTo>
                    <a:pt x="127" y="4298"/>
                  </a:lnTo>
                  <a:cubicBezTo>
                    <a:pt x="0" y="4424"/>
                    <a:pt x="0" y="4627"/>
                    <a:pt x="127" y="4753"/>
                  </a:cubicBezTo>
                  <a:lnTo>
                    <a:pt x="148" y="4774"/>
                  </a:lnTo>
                  <a:cubicBezTo>
                    <a:pt x="206" y="4832"/>
                    <a:pt x="285" y="4863"/>
                    <a:pt x="367" y="4866"/>
                  </a:cubicBezTo>
                  <a:cubicBezTo>
                    <a:pt x="288" y="4740"/>
                    <a:pt x="309" y="4575"/>
                    <a:pt x="415" y="4469"/>
                  </a:cubicBezTo>
                  <a:lnTo>
                    <a:pt x="4619" y="268"/>
                  </a:lnTo>
                  <a:cubicBezTo>
                    <a:pt x="4681" y="206"/>
                    <a:pt x="4763" y="172"/>
                    <a:pt x="4853" y="172"/>
                  </a:cubicBezTo>
                  <a:cubicBezTo>
                    <a:pt x="4839" y="151"/>
                    <a:pt x="4822" y="134"/>
                    <a:pt x="4805" y="113"/>
                  </a:cubicBezTo>
                  <a:lnTo>
                    <a:pt x="4784" y="93"/>
                  </a:lnTo>
                  <a:cubicBezTo>
                    <a:pt x="4722" y="31"/>
                    <a:pt x="4641" y="0"/>
                    <a:pt x="455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5"/>
            <p:cNvSpPr/>
            <p:nvPr/>
          </p:nvSpPr>
          <p:spPr>
            <a:xfrm>
              <a:off x="881922" y="3011102"/>
              <a:ext cx="32665" cy="29836"/>
            </a:xfrm>
            <a:custGeom>
              <a:rect b="b" l="l" r="r" t="t"/>
              <a:pathLst>
                <a:path extrusionOk="0" h="1139" w="1247">
                  <a:moveTo>
                    <a:pt x="1015" y="0"/>
                  </a:moveTo>
                  <a:cubicBezTo>
                    <a:pt x="961" y="0"/>
                    <a:pt x="907" y="21"/>
                    <a:pt x="866" y="62"/>
                  </a:cubicBezTo>
                  <a:lnTo>
                    <a:pt x="153" y="775"/>
                  </a:lnTo>
                  <a:cubicBezTo>
                    <a:pt x="1" y="927"/>
                    <a:pt x="141" y="1138"/>
                    <a:pt x="304" y="1138"/>
                  </a:cubicBezTo>
                  <a:cubicBezTo>
                    <a:pt x="354" y="1138"/>
                    <a:pt x="405" y="1119"/>
                    <a:pt x="452" y="1073"/>
                  </a:cubicBezTo>
                  <a:lnTo>
                    <a:pt x="1164" y="360"/>
                  </a:lnTo>
                  <a:cubicBezTo>
                    <a:pt x="1247" y="278"/>
                    <a:pt x="1247" y="144"/>
                    <a:pt x="1164" y="62"/>
                  </a:cubicBezTo>
                  <a:cubicBezTo>
                    <a:pt x="1123" y="21"/>
                    <a:pt x="1069" y="0"/>
                    <a:pt x="101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85"/>
            <p:cNvSpPr/>
            <p:nvPr/>
          </p:nvSpPr>
          <p:spPr>
            <a:xfrm>
              <a:off x="900154" y="3029334"/>
              <a:ext cx="32560" cy="29731"/>
            </a:xfrm>
            <a:custGeom>
              <a:rect b="b" l="l" r="r" t="t"/>
              <a:pathLst>
                <a:path extrusionOk="0" h="1135" w="1243">
                  <a:moveTo>
                    <a:pt x="1015" y="0"/>
                  </a:moveTo>
                  <a:cubicBezTo>
                    <a:pt x="961" y="0"/>
                    <a:pt x="907" y="21"/>
                    <a:pt x="866" y="62"/>
                  </a:cubicBezTo>
                  <a:lnTo>
                    <a:pt x="153" y="774"/>
                  </a:lnTo>
                  <a:cubicBezTo>
                    <a:pt x="1" y="924"/>
                    <a:pt x="141" y="1135"/>
                    <a:pt x="302" y="1135"/>
                  </a:cubicBezTo>
                  <a:cubicBezTo>
                    <a:pt x="351" y="1135"/>
                    <a:pt x="402" y="1115"/>
                    <a:pt x="448" y="1069"/>
                  </a:cubicBezTo>
                  <a:lnTo>
                    <a:pt x="1161" y="356"/>
                  </a:lnTo>
                  <a:cubicBezTo>
                    <a:pt x="1243" y="274"/>
                    <a:pt x="1243" y="141"/>
                    <a:pt x="1161" y="62"/>
                  </a:cubicBezTo>
                  <a:cubicBezTo>
                    <a:pt x="1121" y="21"/>
                    <a:pt x="1068" y="0"/>
                    <a:pt x="101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85"/>
            <p:cNvSpPr/>
            <p:nvPr/>
          </p:nvSpPr>
          <p:spPr>
            <a:xfrm>
              <a:off x="936512" y="3065561"/>
              <a:ext cx="34420" cy="29915"/>
            </a:xfrm>
            <a:custGeom>
              <a:rect b="b" l="l" r="r" t="t"/>
              <a:pathLst>
                <a:path extrusionOk="0" h="1142" w="1314">
                  <a:moveTo>
                    <a:pt x="1013" y="1"/>
                  </a:moveTo>
                  <a:cubicBezTo>
                    <a:pt x="963" y="1"/>
                    <a:pt x="912" y="20"/>
                    <a:pt x="866" y="67"/>
                  </a:cubicBezTo>
                  <a:lnTo>
                    <a:pt x="153" y="779"/>
                  </a:lnTo>
                  <a:cubicBezTo>
                    <a:pt x="0" y="932"/>
                    <a:pt x="141" y="1142"/>
                    <a:pt x="303" y="1142"/>
                  </a:cubicBezTo>
                  <a:cubicBezTo>
                    <a:pt x="352" y="1142"/>
                    <a:pt x="403" y="1123"/>
                    <a:pt x="448" y="1077"/>
                  </a:cubicBezTo>
                  <a:lnTo>
                    <a:pt x="1164" y="361"/>
                  </a:lnTo>
                  <a:cubicBezTo>
                    <a:pt x="1314" y="211"/>
                    <a:pt x="1175" y="1"/>
                    <a:pt x="101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85"/>
            <p:cNvSpPr/>
            <p:nvPr/>
          </p:nvSpPr>
          <p:spPr>
            <a:xfrm>
              <a:off x="918359" y="3047460"/>
              <a:ext cx="32587" cy="29836"/>
            </a:xfrm>
            <a:custGeom>
              <a:rect b="b" l="l" r="r" t="t"/>
              <a:pathLst>
                <a:path extrusionOk="0" h="1139" w="1244">
                  <a:moveTo>
                    <a:pt x="1012" y="0"/>
                  </a:moveTo>
                  <a:cubicBezTo>
                    <a:pt x="958" y="0"/>
                    <a:pt x="904" y="21"/>
                    <a:pt x="863" y="62"/>
                  </a:cubicBezTo>
                  <a:lnTo>
                    <a:pt x="150" y="775"/>
                  </a:lnTo>
                  <a:cubicBezTo>
                    <a:pt x="0" y="927"/>
                    <a:pt x="139" y="1138"/>
                    <a:pt x="302" y="1138"/>
                  </a:cubicBezTo>
                  <a:cubicBezTo>
                    <a:pt x="351" y="1138"/>
                    <a:pt x="402" y="1119"/>
                    <a:pt x="448" y="1073"/>
                  </a:cubicBezTo>
                  <a:lnTo>
                    <a:pt x="1161" y="360"/>
                  </a:lnTo>
                  <a:cubicBezTo>
                    <a:pt x="1243" y="278"/>
                    <a:pt x="1243" y="144"/>
                    <a:pt x="1161" y="62"/>
                  </a:cubicBezTo>
                  <a:cubicBezTo>
                    <a:pt x="1120" y="21"/>
                    <a:pt x="1066" y="0"/>
                    <a:pt x="101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5"/>
            <p:cNvSpPr/>
            <p:nvPr/>
          </p:nvSpPr>
          <p:spPr>
            <a:xfrm>
              <a:off x="853526" y="2742734"/>
              <a:ext cx="380535" cy="375270"/>
            </a:xfrm>
            <a:custGeom>
              <a:rect b="b" l="l" r="r" t="t"/>
              <a:pathLst>
                <a:path extrusionOk="0" h="14326" w="14527">
                  <a:moveTo>
                    <a:pt x="14043" y="428"/>
                  </a:moveTo>
                  <a:lnTo>
                    <a:pt x="13447" y="2463"/>
                  </a:lnTo>
                  <a:lnTo>
                    <a:pt x="12004" y="1024"/>
                  </a:lnTo>
                  <a:lnTo>
                    <a:pt x="14043" y="428"/>
                  </a:lnTo>
                  <a:close/>
                  <a:moveTo>
                    <a:pt x="6069" y="4749"/>
                  </a:moveTo>
                  <a:lnTo>
                    <a:pt x="3503" y="7319"/>
                  </a:lnTo>
                  <a:lnTo>
                    <a:pt x="604" y="7065"/>
                  </a:lnTo>
                  <a:cubicBezTo>
                    <a:pt x="562" y="7062"/>
                    <a:pt x="549" y="7017"/>
                    <a:pt x="576" y="6990"/>
                  </a:cubicBezTo>
                  <a:cubicBezTo>
                    <a:pt x="1830" y="5736"/>
                    <a:pt x="3485" y="4968"/>
                    <a:pt x="5254" y="4817"/>
                  </a:cubicBezTo>
                  <a:lnTo>
                    <a:pt x="6069" y="4749"/>
                  </a:lnTo>
                  <a:close/>
                  <a:moveTo>
                    <a:pt x="3581" y="7833"/>
                  </a:moveTo>
                  <a:lnTo>
                    <a:pt x="4723" y="8974"/>
                  </a:lnTo>
                  <a:lnTo>
                    <a:pt x="4291" y="9406"/>
                  </a:lnTo>
                  <a:lnTo>
                    <a:pt x="3146" y="8265"/>
                  </a:lnTo>
                  <a:lnTo>
                    <a:pt x="3581" y="7833"/>
                  </a:lnTo>
                  <a:close/>
                  <a:moveTo>
                    <a:pt x="3400" y="9115"/>
                  </a:moveTo>
                  <a:lnTo>
                    <a:pt x="3993" y="9704"/>
                  </a:lnTo>
                  <a:lnTo>
                    <a:pt x="3485" y="10215"/>
                  </a:lnTo>
                  <a:cubicBezTo>
                    <a:pt x="3458" y="10239"/>
                    <a:pt x="3437" y="10269"/>
                    <a:pt x="3417" y="10300"/>
                  </a:cubicBezTo>
                  <a:lnTo>
                    <a:pt x="2886" y="9772"/>
                  </a:lnTo>
                  <a:cubicBezTo>
                    <a:pt x="2848" y="9731"/>
                    <a:pt x="2848" y="9670"/>
                    <a:pt x="2886" y="9632"/>
                  </a:cubicBezTo>
                  <a:lnTo>
                    <a:pt x="3400" y="9115"/>
                  </a:lnTo>
                  <a:close/>
                  <a:moveTo>
                    <a:pt x="11545" y="1158"/>
                  </a:moveTo>
                  <a:lnTo>
                    <a:pt x="13314" y="2922"/>
                  </a:lnTo>
                  <a:lnTo>
                    <a:pt x="12782" y="4745"/>
                  </a:lnTo>
                  <a:lnTo>
                    <a:pt x="6933" y="10591"/>
                  </a:lnTo>
                  <a:lnTo>
                    <a:pt x="5792" y="9447"/>
                  </a:lnTo>
                  <a:lnTo>
                    <a:pt x="8458" y="6781"/>
                  </a:lnTo>
                  <a:cubicBezTo>
                    <a:pt x="8650" y="6589"/>
                    <a:pt x="8687" y="6260"/>
                    <a:pt x="8437" y="6010"/>
                  </a:cubicBezTo>
                  <a:cubicBezTo>
                    <a:pt x="8334" y="5907"/>
                    <a:pt x="8199" y="5856"/>
                    <a:pt x="8063" y="5856"/>
                  </a:cubicBezTo>
                  <a:cubicBezTo>
                    <a:pt x="7927" y="5856"/>
                    <a:pt x="7791" y="5907"/>
                    <a:pt x="7687" y="6010"/>
                  </a:cubicBezTo>
                  <a:lnTo>
                    <a:pt x="5021" y="8676"/>
                  </a:lnTo>
                  <a:lnTo>
                    <a:pt x="3876" y="7535"/>
                  </a:lnTo>
                  <a:lnTo>
                    <a:pt x="9722" y="1689"/>
                  </a:lnTo>
                  <a:lnTo>
                    <a:pt x="11545" y="1158"/>
                  </a:lnTo>
                  <a:close/>
                  <a:moveTo>
                    <a:pt x="8062" y="6278"/>
                  </a:moveTo>
                  <a:cubicBezTo>
                    <a:pt x="8158" y="6278"/>
                    <a:pt x="8242" y="6404"/>
                    <a:pt x="8153" y="6493"/>
                  </a:cubicBezTo>
                  <a:lnTo>
                    <a:pt x="5346" y="9300"/>
                  </a:lnTo>
                  <a:lnTo>
                    <a:pt x="3969" y="10677"/>
                  </a:lnTo>
                  <a:cubicBezTo>
                    <a:pt x="3941" y="10705"/>
                    <a:pt x="3909" y="10717"/>
                    <a:pt x="3880" y="10717"/>
                  </a:cubicBezTo>
                  <a:cubicBezTo>
                    <a:pt x="3783" y="10717"/>
                    <a:pt x="3701" y="10592"/>
                    <a:pt x="3790" y="10502"/>
                  </a:cubicBezTo>
                  <a:lnTo>
                    <a:pt x="7975" y="6318"/>
                  </a:lnTo>
                  <a:cubicBezTo>
                    <a:pt x="8002" y="6290"/>
                    <a:pt x="8033" y="6278"/>
                    <a:pt x="8062" y="6278"/>
                  </a:cubicBezTo>
                  <a:close/>
                  <a:moveTo>
                    <a:pt x="5497" y="9745"/>
                  </a:moveTo>
                  <a:lnTo>
                    <a:pt x="6638" y="10890"/>
                  </a:lnTo>
                  <a:lnTo>
                    <a:pt x="6220" y="11308"/>
                  </a:lnTo>
                  <a:cubicBezTo>
                    <a:pt x="6215" y="11311"/>
                    <a:pt x="6210" y="11313"/>
                    <a:pt x="6205" y="11313"/>
                  </a:cubicBezTo>
                  <a:cubicBezTo>
                    <a:pt x="6200" y="11313"/>
                    <a:pt x="6196" y="11311"/>
                    <a:pt x="6193" y="11308"/>
                  </a:cubicBezTo>
                  <a:lnTo>
                    <a:pt x="5062" y="10180"/>
                  </a:lnTo>
                  <a:lnTo>
                    <a:pt x="5497" y="9745"/>
                  </a:lnTo>
                  <a:close/>
                  <a:moveTo>
                    <a:pt x="4764" y="10475"/>
                  </a:moveTo>
                  <a:lnTo>
                    <a:pt x="5357" y="11068"/>
                  </a:lnTo>
                  <a:lnTo>
                    <a:pt x="4839" y="11585"/>
                  </a:lnTo>
                  <a:cubicBezTo>
                    <a:pt x="4820" y="11604"/>
                    <a:pt x="4795" y="11614"/>
                    <a:pt x="4770" y="11614"/>
                  </a:cubicBezTo>
                  <a:cubicBezTo>
                    <a:pt x="4745" y="11614"/>
                    <a:pt x="4719" y="11604"/>
                    <a:pt x="4699" y="11585"/>
                  </a:cubicBezTo>
                  <a:lnTo>
                    <a:pt x="4171" y="11054"/>
                  </a:lnTo>
                  <a:cubicBezTo>
                    <a:pt x="4202" y="11034"/>
                    <a:pt x="4229" y="11010"/>
                    <a:pt x="4257" y="10986"/>
                  </a:cubicBezTo>
                  <a:lnTo>
                    <a:pt x="4764" y="10475"/>
                  </a:lnTo>
                  <a:close/>
                  <a:moveTo>
                    <a:pt x="14056" y="1"/>
                  </a:moveTo>
                  <a:cubicBezTo>
                    <a:pt x="14019" y="1"/>
                    <a:pt x="13982" y="6"/>
                    <a:pt x="13944" y="16"/>
                  </a:cubicBezTo>
                  <a:lnTo>
                    <a:pt x="9554" y="1301"/>
                  </a:lnTo>
                  <a:cubicBezTo>
                    <a:pt x="9520" y="1312"/>
                    <a:pt x="9489" y="1332"/>
                    <a:pt x="9465" y="1356"/>
                  </a:cubicBezTo>
                  <a:lnTo>
                    <a:pt x="6528" y="4290"/>
                  </a:lnTo>
                  <a:lnTo>
                    <a:pt x="5219" y="4403"/>
                  </a:lnTo>
                  <a:cubicBezTo>
                    <a:pt x="3352" y="4557"/>
                    <a:pt x="1604" y="5369"/>
                    <a:pt x="278" y="6692"/>
                  </a:cubicBezTo>
                  <a:cubicBezTo>
                    <a:pt x="0" y="6973"/>
                    <a:pt x="172" y="7446"/>
                    <a:pt x="566" y="7480"/>
                  </a:cubicBezTo>
                  <a:lnTo>
                    <a:pt x="3112" y="7706"/>
                  </a:lnTo>
                  <a:lnTo>
                    <a:pt x="2852" y="7970"/>
                  </a:lnTo>
                  <a:cubicBezTo>
                    <a:pt x="2687" y="8131"/>
                    <a:pt x="2687" y="8398"/>
                    <a:pt x="2852" y="8563"/>
                  </a:cubicBezTo>
                  <a:lnTo>
                    <a:pt x="3109" y="8820"/>
                  </a:lnTo>
                  <a:lnTo>
                    <a:pt x="2588" y="9334"/>
                  </a:lnTo>
                  <a:cubicBezTo>
                    <a:pt x="2382" y="9536"/>
                    <a:pt x="2382" y="9865"/>
                    <a:pt x="2588" y="10067"/>
                  </a:cubicBezTo>
                  <a:lnTo>
                    <a:pt x="4400" y="11880"/>
                  </a:lnTo>
                  <a:cubicBezTo>
                    <a:pt x="4502" y="11981"/>
                    <a:pt x="4634" y="12032"/>
                    <a:pt x="4767" y="12032"/>
                  </a:cubicBezTo>
                  <a:cubicBezTo>
                    <a:pt x="4900" y="12032"/>
                    <a:pt x="5033" y="11981"/>
                    <a:pt x="5134" y="11880"/>
                  </a:cubicBezTo>
                  <a:lnTo>
                    <a:pt x="5651" y="11366"/>
                  </a:lnTo>
                  <a:lnTo>
                    <a:pt x="5891" y="11606"/>
                  </a:lnTo>
                  <a:cubicBezTo>
                    <a:pt x="5977" y="11691"/>
                    <a:pt x="6089" y="11734"/>
                    <a:pt x="6201" y="11734"/>
                  </a:cubicBezTo>
                  <a:cubicBezTo>
                    <a:pt x="6313" y="11734"/>
                    <a:pt x="6426" y="11691"/>
                    <a:pt x="6511" y="11606"/>
                  </a:cubicBezTo>
                  <a:lnTo>
                    <a:pt x="6761" y="11356"/>
                  </a:lnTo>
                  <a:lnTo>
                    <a:pt x="6984" y="13902"/>
                  </a:lnTo>
                  <a:cubicBezTo>
                    <a:pt x="7007" y="14163"/>
                    <a:pt x="7223" y="14326"/>
                    <a:pt x="7448" y="14326"/>
                  </a:cubicBezTo>
                  <a:cubicBezTo>
                    <a:pt x="7562" y="14326"/>
                    <a:pt x="7679" y="14283"/>
                    <a:pt x="7772" y="14190"/>
                  </a:cubicBezTo>
                  <a:cubicBezTo>
                    <a:pt x="8585" y="13384"/>
                    <a:pt x="9208" y="12408"/>
                    <a:pt x="9602" y="11335"/>
                  </a:cubicBezTo>
                  <a:cubicBezTo>
                    <a:pt x="9667" y="11169"/>
                    <a:pt x="9533" y="11048"/>
                    <a:pt x="9400" y="11048"/>
                  </a:cubicBezTo>
                  <a:cubicBezTo>
                    <a:pt x="9322" y="11048"/>
                    <a:pt x="9244" y="11091"/>
                    <a:pt x="9208" y="11191"/>
                  </a:cubicBezTo>
                  <a:cubicBezTo>
                    <a:pt x="8835" y="12205"/>
                    <a:pt x="8245" y="13127"/>
                    <a:pt x="7478" y="13895"/>
                  </a:cubicBezTo>
                  <a:cubicBezTo>
                    <a:pt x="7469" y="13903"/>
                    <a:pt x="7458" y="13906"/>
                    <a:pt x="7448" y="13906"/>
                  </a:cubicBezTo>
                  <a:cubicBezTo>
                    <a:pt x="7426" y="13906"/>
                    <a:pt x="7405" y="13891"/>
                    <a:pt x="7402" y="13867"/>
                  </a:cubicBezTo>
                  <a:lnTo>
                    <a:pt x="7149" y="10968"/>
                  </a:lnTo>
                  <a:lnTo>
                    <a:pt x="9719" y="8398"/>
                  </a:lnTo>
                  <a:lnTo>
                    <a:pt x="9719" y="8398"/>
                  </a:lnTo>
                  <a:cubicBezTo>
                    <a:pt x="9633" y="9437"/>
                    <a:pt x="9613" y="9707"/>
                    <a:pt x="9493" y="10235"/>
                  </a:cubicBezTo>
                  <a:cubicBezTo>
                    <a:pt x="9469" y="10348"/>
                    <a:pt x="9537" y="10461"/>
                    <a:pt x="9650" y="10485"/>
                  </a:cubicBezTo>
                  <a:cubicBezTo>
                    <a:pt x="9667" y="10489"/>
                    <a:pt x="9683" y="10491"/>
                    <a:pt x="9699" y="10491"/>
                  </a:cubicBezTo>
                  <a:cubicBezTo>
                    <a:pt x="9794" y="10491"/>
                    <a:pt x="9880" y="10424"/>
                    <a:pt x="9904" y="10328"/>
                  </a:cubicBezTo>
                  <a:cubicBezTo>
                    <a:pt x="10048" y="9687"/>
                    <a:pt x="10058" y="9378"/>
                    <a:pt x="10178" y="7939"/>
                  </a:cubicBezTo>
                  <a:lnTo>
                    <a:pt x="13115" y="5002"/>
                  </a:lnTo>
                  <a:cubicBezTo>
                    <a:pt x="13139" y="4978"/>
                    <a:pt x="13156" y="4948"/>
                    <a:pt x="13166" y="4917"/>
                  </a:cubicBezTo>
                  <a:lnTo>
                    <a:pt x="13749" y="2922"/>
                  </a:lnTo>
                  <a:lnTo>
                    <a:pt x="14451" y="524"/>
                  </a:lnTo>
                  <a:cubicBezTo>
                    <a:pt x="14526" y="253"/>
                    <a:pt x="14317" y="1"/>
                    <a:pt x="1405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85"/>
            <p:cNvSpPr/>
            <p:nvPr/>
          </p:nvSpPr>
          <p:spPr>
            <a:xfrm>
              <a:off x="1071836" y="2830173"/>
              <a:ext cx="88356" cy="70543"/>
            </a:xfrm>
            <a:custGeom>
              <a:rect b="b" l="l" r="r" t="t"/>
              <a:pathLst>
                <a:path extrusionOk="0" h="2693" w="3373">
                  <a:moveTo>
                    <a:pt x="1012" y="1"/>
                  </a:moveTo>
                  <a:cubicBezTo>
                    <a:pt x="987" y="1"/>
                    <a:pt x="960" y="6"/>
                    <a:pt x="932" y="16"/>
                  </a:cubicBezTo>
                  <a:cubicBezTo>
                    <a:pt x="329" y="287"/>
                    <a:pt x="0" y="941"/>
                    <a:pt x="137" y="1586"/>
                  </a:cubicBezTo>
                  <a:cubicBezTo>
                    <a:pt x="275" y="2230"/>
                    <a:pt x="847" y="2689"/>
                    <a:pt x="1505" y="2692"/>
                  </a:cubicBezTo>
                  <a:cubicBezTo>
                    <a:pt x="2749" y="2692"/>
                    <a:pt x="3372" y="1181"/>
                    <a:pt x="2495" y="304"/>
                  </a:cubicBezTo>
                  <a:cubicBezTo>
                    <a:pt x="2375" y="184"/>
                    <a:pt x="2235" y="88"/>
                    <a:pt x="2080" y="16"/>
                  </a:cubicBezTo>
                  <a:cubicBezTo>
                    <a:pt x="2053" y="6"/>
                    <a:pt x="2026" y="1"/>
                    <a:pt x="2001" y="1"/>
                  </a:cubicBezTo>
                  <a:cubicBezTo>
                    <a:pt x="1802" y="1"/>
                    <a:pt x="1699" y="293"/>
                    <a:pt x="1909" y="400"/>
                  </a:cubicBezTo>
                  <a:cubicBezTo>
                    <a:pt x="2331" y="588"/>
                    <a:pt x="2560" y="1048"/>
                    <a:pt x="2464" y="1500"/>
                  </a:cubicBezTo>
                  <a:cubicBezTo>
                    <a:pt x="2365" y="1949"/>
                    <a:pt x="1967" y="2271"/>
                    <a:pt x="1505" y="2271"/>
                  </a:cubicBezTo>
                  <a:cubicBezTo>
                    <a:pt x="1046" y="2271"/>
                    <a:pt x="645" y="1949"/>
                    <a:pt x="549" y="1500"/>
                  </a:cubicBezTo>
                  <a:cubicBezTo>
                    <a:pt x="453" y="1048"/>
                    <a:pt x="682" y="588"/>
                    <a:pt x="1104" y="400"/>
                  </a:cubicBezTo>
                  <a:cubicBezTo>
                    <a:pt x="1311" y="293"/>
                    <a:pt x="1210" y="1"/>
                    <a:pt x="10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6" name="Google Shape;12356;p85"/>
          <p:cNvGrpSpPr/>
          <p:nvPr/>
        </p:nvGrpSpPr>
        <p:grpSpPr>
          <a:xfrm>
            <a:off x="4668540" y="2737181"/>
            <a:ext cx="396409" cy="382997"/>
            <a:chOff x="4668540" y="2737181"/>
            <a:chExt cx="396409" cy="382997"/>
          </a:xfrm>
        </p:grpSpPr>
        <p:sp>
          <p:nvSpPr>
            <p:cNvPr id="12357" name="Google Shape;12357;p85"/>
            <p:cNvSpPr/>
            <p:nvPr/>
          </p:nvSpPr>
          <p:spPr>
            <a:xfrm>
              <a:off x="4831368" y="2898254"/>
              <a:ext cx="63837" cy="60851"/>
            </a:xfrm>
            <a:custGeom>
              <a:rect b="b" l="l" r="r" t="t"/>
              <a:pathLst>
                <a:path extrusionOk="0" h="2323" w="2437">
                  <a:moveTo>
                    <a:pt x="1223" y="0"/>
                  </a:moveTo>
                  <a:cubicBezTo>
                    <a:pt x="1179" y="0"/>
                    <a:pt x="1134" y="3"/>
                    <a:pt x="1090" y="8"/>
                  </a:cubicBezTo>
                  <a:cubicBezTo>
                    <a:pt x="555" y="69"/>
                    <a:pt x="134" y="487"/>
                    <a:pt x="65" y="1019"/>
                  </a:cubicBezTo>
                  <a:cubicBezTo>
                    <a:pt x="0" y="1553"/>
                    <a:pt x="309" y="2060"/>
                    <a:pt x="812" y="2249"/>
                  </a:cubicBezTo>
                  <a:cubicBezTo>
                    <a:pt x="946" y="2299"/>
                    <a:pt x="1083" y="2323"/>
                    <a:pt x="1219" y="2323"/>
                  </a:cubicBezTo>
                  <a:cubicBezTo>
                    <a:pt x="1597" y="2323"/>
                    <a:pt x="1961" y="2138"/>
                    <a:pt x="2183" y="1810"/>
                  </a:cubicBezTo>
                  <a:cubicBezTo>
                    <a:pt x="2389" y="1502"/>
                    <a:pt x="2437" y="1115"/>
                    <a:pt x="2310" y="765"/>
                  </a:cubicBezTo>
                  <a:cubicBezTo>
                    <a:pt x="2144" y="303"/>
                    <a:pt x="1704" y="0"/>
                    <a:pt x="1223"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5"/>
            <p:cNvSpPr/>
            <p:nvPr/>
          </p:nvSpPr>
          <p:spPr>
            <a:xfrm>
              <a:off x="4670243" y="2803978"/>
              <a:ext cx="64309" cy="49797"/>
            </a:xfrm>
            <a:custGeom>
              <a:rect b="b" l="l" r="r" t="t"/>
              <a:pathLst>
                <a:path extrusionOk="0" h="1901" w="2455">
                  <a:moveTo>
                    <a:pt x="1242" y="0"/>
                  </a:moveTo>
                  <a:cubicBezTo>
                    <a:pt x="1180" y="0"/>
                    <a:pt x="1117" y="6"/>
                    <a:pt x="1052" y="19"/>
                  </a:cubicBezTo>
                  <a:cubicBezTo>
                    <a:pt x="220" y="180"/>
                    <a:pt x="0" y="1266"/>
                    <a:pt x="703" y="1739"/>
                  </a:cubicBezTo>
                  <a:cubicBezTo>
                    <a:pt x="795" y="1801"/>
                    <a:pt x="898" y="1849"/>
                    <a:pt x="1008" y="1873"/>
                  </a:cubicBezTo>
                  <a:cubicBezTo>
                    <a:pt x="1083" y="1892"/>
                    <a:pt x="1160" y="1901"/>
                    <a:pt x="1235" y="1901"/>
                  </a:cubicBezTo>
                  <a:cubicBezTo>
                    <a:pt x="1546" y="1901"/>
                    <a:pt x="1843" y="1747"/>
                    <a:pt x="2022" y="1482"/>
                  </a:cubicBezTo>
                  <a:cubicBezTo>
                    <a:pt x="2455" y="834"/>
                    <a:pt x="1970" y="0"/>
                    <a:pt x="1242" y="0"/>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5"/>
            <p:cNvSpPr/>
            <p:nvPr/>
          </p:nvSpPr>
          <p:spPr>
            <a:xfrm>
              <a:off x="4998597" y="3001200"/>
              <a:ext cx="52442" cy="49875"/>
            </a:xfrm>
            <a:custGeom>
              <a:rect b="b" l="l" r="r" t="t"/>
              <a:pathLst>
                <a:path extrusionOk="0" h="1904" w="2002">
                  <a:moveTo>
                    <a:pt x="1013" y="1"/>
                  </a:moveTo>
                  <a:cubicBezTo>
                    <a:pt x="1004" y="1"/>
                    <a:pt x="994" y="1"/>
                    <a:pt x="984" y="1"/>
                  </a:cubicBezTo>
                  <a:cubicBezTo>
                    <a:pt x="535" y="15"/>
                    <a:pt x="158" y="344"/>
                    <a:pt x="79" y="786"/>
                  </a:cubicBezTo>
                  <a:cubicBezTo>
                    <a:pt x="0" y="1228"/>
                    <a:pt x="244" y="1663"/>
                    <a:pt x="658" y="1835"/>
                  </a:cubicBezTo>
                  <a:cubicBezTo>
                    <a:pt x="774" y="1881"/>
                    <a:pt x="895" y="1904"/>
                    <a:pt x="1014" y="1904"/>
                  </a:cubicBezTo>
                  <a:cubicBezTo>
                    <a:pt x="1324" y="1904"/>
                    <a:pt x="1622" y="1753"/>
                    <a:pt x="1803" y="1485"/>
                  </a:cubicBezTo>
                  <a:cubicBezTo>
                    <a:pt x="1954" y="1262"/>
                    <a:pt x="2002" y="985"/>
                    <a:pt x="1940" y="728"/>
                  </a:cubicBezTo>
                  <a:cubicBezTo>
                    <a:pt x="1836" y="299"/>
                    <a:pt x="1450" y="1"/>
                    <a:pt x="101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5"/>
            <p:cNvSpPr/>
            <p:nvPr/>
          </p:nvSpPr>
          <p:spPr>
            <a:xfrm>
              <a:off x="4845487" y="2916433"/>
              <a:ext cx="49718" cy="42672"/>
            </a:xfrm>
            <a:custGeom>
              <a:rect b="b" l="l" r="r" t="t"/>
              <a:pathLst>
                <a:path extrusionOk="0" h="1629" w="1898">
                  <a:moveTo>
                    <a:pt x="1372" y="0"/>
                  </a:moveTo>
                  <a:cubicBezTo>
                    <a:pt x="611" y="0"/>
                    <a:pt x="0" y="768"/>
                    <a:pt x="287" y="1558"/>
                  </a:cubicBezTo>
                  <a:cubicBezTo>
                    <a:pt x="417" y="1605"/>
                    <a:pt x="551" y="1628"/>
                    <a:pt x="683" y="1628"/>
                  </a:cubicBezTo>
                  <a:cubicBezTo>
                    <a:pt x="1060" y="1628"/>
                    <a:pt x="1423" y="1444"/>
                    <a:pt x="1644" y="1116"/>
                  </a:cubicBezTo>
                  <a:cubicBezTo>
                    <a:pt x="1850" y="808"/>
                    <a:pt x="1898" y="421"/>
                    <a:pt x="1771" y="71"/>
                  </a:cubicBezTo>
                  <a:cubicBezTo>
                    <a:pt x="1636" y="23"/>
                    <a:pt x="1502" y="0"/>
                    <a:pt x="137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5"/>
            <p:cNvSpPr/>
            <p:nvPr/>
          </p:nvSpPr>
          <p:spPr>
            <a:xfrm>
              <a:off x="4692639" y="2822236"/>
              <a:ext cx="35782" cy="31539"/>
            </a:xfrm>
            <a:custGeom>
              <a:rect b="b" l="l" r="r" t="t"/>
              <a:pathLst>
                <a:path extrusionOk="0" h="1204" w="1366">
                  <a:moveTo>
                    <a:pt x="1072" y="0"/>
                  </a:moveTo>
                  <a:cubicBezTo>
                    <a:pt x="478" y="0"/>
                    <a:pt x="1" y="561"/>
                    <a:pt x="153" y="1176"/>
                  </a:cubicBezTo>
                  <a:cubicBezTo>
                    <a:pt x="228" y="1195"/>
                    <a:pt x="305" y="1204"/>
                    <a:pt x="380" y="1204"/>
                  </a:cubicBezTo>
                  <a:cubicBezTo>
                    <a:pt x="691" y="1204"/>
                    <a:pt x="988" y="1050"/>
                    <a:pt x="1167" y="785"/>
                  </a:cubicBezTo>
                  <a:cubicBezTo>
                    <a:pt x="1314" y="562"/>
                    <a:pt x="1366" y="288"/>
                    <a:pt x="1301" y="28"/>
                  </a:cubicBezTo>
                  <a:cubicBezTo>
                    <a:pt x="1223" y="9"/>
                    <a:pt x="1147" y="0"/>
                    <a:pt x="1072"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85"/>
            <p:cNvSpPr/>
            <p:nvPr/>
          </p:nvSpPr>
          <p:spPr>
            <a:xfrm>
              <a:off x="5015362" y="3019510"/>
              <a:ext cx="35782" cy="31539"/>
            </a:xfrm>
            <a:custGeom>
              <a:rect b="b" l="l" r="r" t="t"/>
              <a:pathLst>
                <a:path extrusionOk="0" h="1204" w="1366">
                  <a:moveTo>
                    <a:pt x="1069" y="0"/>
                  </a:moveTo>
                  <a:cubicBezTo>
                    <a:pt x="476" y="0"/>
                    <a:pt x="0" y="563"/>
                    <a:pt x="152" y="1177"/>
                  </a:cubicBezTo>
                  <a:cubicBezTo>
                    <a:pt x="226" y="1195"/>
                    <a:pt x="301" y="1203"/>
                    <a:pt x="375" y="1203"/>
                  </a:cubicBezTo>
                  <a:cubicBezTo>
                    <a:pt x="685" y="1203"/>
                    <a:pt x="983" y="1052"/>
                    <a:pt x="1163" y="786"/>
                  </a:cubicBezTo>
                  <a:cubicBezTo>
                    <a:pt x="1314" y="563"/>
                    <a:pt x="1365" y="286"/>
                    <a:pt x="1300" y="29"/>
                  </a:cubicBezTo>
                  <a:cubicBezTo>
                    <a:pt x="1222" y="10"/>
                    <a:pt x="1144" y="0"/>
                    <a:pt x="106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85"/>
            <p:cNvSpPr/>
            <p:nvPr/>
          </p:nvSpPr>
          <p:spPr>
            <a:xfrm>
              <a:off x="4827229" y="2892569"/>
              <a:ext cx="75153" cy="72089"/>
            </a:xfrm>
            <a:custGeom>
              <a:rect b="b" l="l" r="r" t="t"/>
              <a:pathLst>
                <a:path extrusionOk="0" h="2752" w="2869">
                  <a:moveTo>
                    <a:pt x="1387" y="1"/>
                  </a:moveTo>
                  <a:cubicBezTo>
                    <a:pt x="674" y="1"/>
                    <a:pt x="1" y="559"/>
                    <a:pt x="1" y="1376"/>
                  </a:cubicBezTo>
                  <a:cubicBezTo>
                    <a:pt x="1" y="2141"/>
                    <a:pt x="623" y="2752"/>
                    <a:pt x="1373" y="2752"/>
                  </a:cubicBezTo>
                  <a:cubicBezTo>
                    <a:pt x="1412" y="2752"/>
                    <a:pt x="1452" y="2750"/>
                    <a:pt x="1491" y="2747"/>
                  </a:cubicBezTo>
                  <a:cubicBezTo>
                    <a:pt x="2297" y="2682"/>
                    <a:pt x="2869" y="1942"/>
                    <a:pt x="2735" y="1147"/>
                  </a:cubicBezTo>
                  <a:cubicBezTo>
                    <a:pt x="2714" y="1023"/>
                    <a:pt x="2622" y="967"/>
                    <a:pt x="2528" y="967"/>
                  </a:cubicBezTo>
                  <a:cubicBezTo>
                    <a:pt x="2407" y="967"/>
                    <a:pt x="2283" y="1060"/>
                    <a:pt x="2310" y="1219"/>
                  </a:cubicBezTo>
                  <a:cubicBezTo>
                    <a:pt x="2414" y="1836"/>
                    <a:pt x="1920" y="2325"/>
                    <a:pt x="1374" y="2325"/>
                  </a:cubicBezTo>
                  <a:cubicBezTo>
                    <a:pt x="1199" y="2325"/>
                    <a:pt x="1018" y="2274"/>
                    <a:pt x="851" y="2161"/>
                  </a:cubicBezTo>
                  <a:cubicBezTo>
                    <a:pt x="80" y="1643"/>
                    <a:pt x="446" y="434"/>
                    <a:pt x="1378" y="434"/>
                  </a:cubicBezTo>
                  <a:cubicBezTo>
                    <a:pt x="1587" y="434"/>
                    <a:pt x="1793" y="502"/>
                    <a:pt x="1957" y="633"/>
                  </a:cubicBezTo>
                  <a:cubicBezTo>
                    <a:pt x="2002" y="666"/>
                    <a:pt x="2048" y="681"/>
                    <a:pt x="2091" y="681"/>
                  </a:cubicBezTo>
                  <a:cubicBezTo>
                    <a:pt x="2271" y="681"/>
                    <a:pt x="2406" y="431"/>
                    <a:pt x="2221" y="290"/>
                  </a:cubicBezTo>
                  <a:cubicBezTo>
                    <a:pt x="1964" y="91"/>
                    <a:pt x="1672" y="1"/>
                    <a:pt x="138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85"/>
            <p:cNvSpPr/>
            <p:nvPr/>
          </p:nvSpPr>
          <p:spPr>
            <a:xfrm>
              <a:off x="4668540" y="2737181"/>
              <a:ext cx="396409" cy="382997"/>
            </a:xfrm>
            <a:custGeom>
              <a:rect b="b" l="l" r="r" t="t"/>
              <a:pathLst>
                <a:path extrusionOk="0" h="14621" w="15133">
                  <a:moveTo>
                    <a:pt x="1305" y="2765"/>
                  </a:moveTo>
                  <a:cubicBezTo>
                    <a:pt x="1459" y="2765"/>
                    <a:pt x="1617" y="2815"/>
                    <a:pt x="1758" y="2929"/>
                  </a:cubicBezTo>
                  <a:cubicBezTo>
                    <a:pt x="2056" y="3169"/>
                    <a:pt x="2121" y="3597"/>
                    <a:pt x="1905" y="3912"/>
                  </a:cubicBezTo>
                  <a:cubicBezTo>
                    <a:pt x="1758" y="4132"/>
                    <a:pt x="1528" y="4235"/>
                    <a:pt x="1301" y="4235"/>
                  </a:cubicBezTo>
                  <a:cubicBezTo>
                    <a:pt x="974" y="4235"/>
                    <a:pt x="651" y="4023"/>
                    <a:pt x="576" y="3641"/>
                  </a:cubicBezTo>
                  <a:cubicBezTo>
                    <a:pt x="483" y="3150"/>
                    <a:pt x="878" y="2765"/>
                    <a:pt x="1305" y="2765"/>
                  </a:cubicBezTo>
                  <a:close/>
                  <a:moveTo>
                    <a:pt x="5421" y="3837"/>
                  </a:moveTo>
                  <a:lnTo>
                    <a:pt x="7001" y="4741"/>
                  </a:lnTo>
                  <a:lnTo>
                    <a:pt x="5421" y="5646"/>
                  </a:lnTo>
                  <a:lnTo>
                    <a:pt x="5421" y="3837"/>
                  </a:lnTo>
                  <a:close/>
                  <a:moveTo>
                    <a:pt x="9451" y="3837"/>
                  </a:moveTo>
                  <a:lnTo>
                    <a:pt x="9451" y="5646"/>
                  </a:lnTo>
                  <a:lnTo>
                    <a:pt x="9448" y="5646"/>
                  </a:lnTo>
                  <a:lnTo>
                    <a:pt x="7871" y="4741"/>
                  </a:lnTo>
                  <a:lnTo>
                    <a:pt x="9451" y="3837"/>
                  </a:lnTo>
                  <a:close/>
                  <a:moveTo>
                    <a:pt x="3213" y="2879"/>
                  </a:moveTo>
                  <a:cubicBezTo>
                    <a:pt x="3559" y="2879"/>
                    <a:pt x="3904" y="2968"/>
                    <a:pt x="4212" y="3145"/>
                  </a:cubicBezTo>
                  <a:lnTo>
                    <a:pt x="4986" y="3590"/>
                  </a:lnTo>
                  <a:lnTo>
                    <a:pt x="4986" y="5889"/>
                  </a:lnTo>
                  <a:lnTo>
                    <a:pt x="4990" y="5893"/>
                  </a:lnTo>
                  <a:lnTo>
                    <a:pt x="2944" y="7061"/>
                  </a:lnTo>
                  <a:lnTo>
                    <a:pt x="2214" y="6643"/>
                  </a:lnTo>
                  <a:cubicBezTo>
                    <a:pt x="1748" y="6379"/>
                    <a:pt x="1409" y="5937"/>
                    <a:pt x="1271" y="5423"/>
                  </a:cubicBezTo>
                  <a:cubicBezTo>
                    <a:pt x="1203" y="5177"/>
                    <a:pt x="1182" y="4920"/>
                    <a:pt x="1210" y="4663"/>
                  </a:cubicBezTo>
                  <a:lnTo>
                    <a:pt x="1210" y="4663"/>
                  </a:lnTo>
                  <a:cubicBezTo>
                    <a:pt x="1240" y="4665"/>
                    <a:pt x="1271" y="4666"/>
                    <a:pt x="1300" y="4666"/>
                  </a:cubicBezTo>
                  <a:cubicBezTo>
                    <a:pt x="2110" y="4666"/>
                    <a:pt x="2689" y="3832"/>
                    <a:pt x="2375" y="3062"/>
                  </a:cubicBezTo>
                  <a:cubicBezTo>
                    <a:pt x="2642" y="2940"/>
                    <a:pt x="2928" y="2879"/>
                    <a:pt x="3213" y="2879"/>
                  </a:cubicBezTo>
                  <a:close/>
                  <a:moveTo>
                    <a:pt x="11655" y="2881"/>
                  </a:moveTo>
                  <a:cubicBezTo>
                    <a:pt x="12567" y="2881"/>
                    <a:pt x="13365" y="3493"/>
                    <a:pt x="13601" y="4375"/>
                  </a:cubicBezTo>
                  <a:cubicBezTo>
                    <a:pt x="13838" y="5259"/>
                    <a:pt x="13450" y="6191"/>
                    <a:pt x="12655" y="6643"/>
                  </a:cubicBezTo>
                  <a:lnTo>
                    <a:pt x="11925" y="7061"/>
                  </a:lnTo>
                  <a:lnTo>
                    <a:pt x="9880" y="5889"/>
                  </a:lnTo>
                  <a:lnTo>
                    <a:pt x="9880" y="3590"/>
                  </a:lnTo>
                  <a:cubicBezTo>
                    <a:pt x="10472" y="3295"/>
                    <a:pt x="10867" y="2881"/>
                    <a:pt x="11648" y="2881"/>
                  </a:cubicBezTo>
                  <a:cubicBezTo>
                    <a:pt x="11650" y="2881"/>
                    <a:pt x="11653" y="2881"/>
                    <a:pt x="11655" y="2881"/>
                  </a:cubicBezTo>
                  <a:close/>
                  <a:moveTo>
                    <a:pt x="4990" y="6390"/>
                  </a:moveTo>
                  <a:lnTo>
                    <a:pt x="4990" y="8230"/>
                  </a:lnTo>
                  <a:lnTo>
                    <a:pt x="3379" y="7312"/>
                  </a:lnTo>
                  <a:lnTo>
                    <a:pt x="4990" y="6390"/>
                  </a:lnTo>
                  <a:close/>
                  <a:moveTo>
                    <a:pt x="9880" y="6390"/>
                  </a:moveTo>
                  <a:lnTo>
                    <a:pt x="11490" y="7312"/>
                  </a:lnTo>
                  <a:lnTo>
                    <a:pt x="9880" y="8233"/>
                  </a:lnTo>
                  <a:lnTo>
                    <a:pt x="9880" y="6390"/>
                  </a:lnTo>
                  <a:close/>
                  <a:moveTo>
                    <a:pt x="7436" y="4988"/>
                  </a:moveTo>
                  <a:lnTo>
                    <a:pt x="9448" y="6140"/>
                  </a:lnTo>
                  <a:lnTo>
                    <a:pt x="9448" y="8477"/>
                  </a:lnTo>
                  <a:lnTo>
                    <a:pt x="9448" y="8480"/>
                  </a:lnTo>
                  <a:lnTo>
                    <a:pt x="7436" y="9632"/>
                  </a:lnTo>
                  <a:lnTo>
                    <a:pt x="5421" y="8480"/>
                  </a:lnTo>
                  <a:lnTo>
                    <a:pt x="5421" y="6140"/>
                  </a:lnTo>
                  <a:lnTo>
                    <a:pt x="7436" y="4988"/>
                  </a:lnTo>
                  <a:close/>
                  <a:moveTo>
                    <a:pt x="5421" y="8977"/>
                  </a:moveTo>
                  <a:lnTo>
                    <a:pt x="7001" y="9878"/>
                  </a:lnTo>
                  <a:lnTo>
                    <a:pt x="5421" y="10783"/>
                  </a:lnTo>
                  <a:lnTo>
                    <a:pt x="5421" y="8977"/>
                  </a:lnTo>
                  <a:close/>
                  <a:moveTo>
                    <a:pt x="9448" y="8977"/>
                  </a:moveTo>
                  <a:lnTo>
                    <a:pt x="9448" y="10783"/>
                  </a:lnTo>
                  <a:lnTo>
                    <a:pt x="7868" y="9882"/>
                  </a:lnTo>
                  <a:lnTo>
                    <a:pt x="9448" y="8977"/>
                  </a:lnTo>
                  <a:close/>
                  <a:moveTo>
                    <a:pt x="11925" y="7558"/>
                  </a:moveTo>
                  <a:lnTo>
                    <a:pt x="12655" y="7976"/>
                  </a:lnTo>
                  <a:cubicBezTo>
                    <a:pt x="13121" y="8240"/>
                    <a:pt x="13461" y="8679"/>
                    <a:pt x="13598" y="9196"/>
                  </a:cubicBezTo>
                  <a:cubicBezTo>
                    <a:pt x="13656" y="9416"/>
                    <a:pt x="13680" y="9642"/>
                    <a:pt x="13666" y="9868"/>
                  </a:cubicBezTo>
                  <a:cubicBezTo>
                    <a:pt x="13648" y="9867"/>
                    <a:pt x="13631" y="9867"/>
                    <a:pt x="13613" y="9867"/>
                  </a:cubicBezTo>
                  <a:cubicBezTo>
                    <a:pt x="12768" y="9867"/>
                    <a:pt x="12197" y="10748"/>
                    <a:pt x="12559" y="11523"/>
                  </a:cubicBezTo>
                  <a:cubicBezTo>
                    <a:pt x="12275" y="11667"/>
                    <a:pt x="11965" y="11738"/>
                    <a:pt x="11655" y="11738"/>
                  </a:cubicBezTo>
                  <a:cubicBezTo>
                    <a:pt x="11309" y="11738"/>
                    <a:pt x="10963" y="11649"/>
                    <a:pt x="10654" y="11472"/>
                  </a:cubicBezTo>
                  <a:lnTo>
                    <a:pt x="9880" y="11030"/>
                  </a:lnTo>
                  <a:lnTo>
                    <a:pt x="9880" y="8727"/>
                  </a:lnTo>
                  <a:lnTo>
                    <a:pt x="11925" y="7558"/>
                  </a:lnTo>
                  <a:close/>
                  <a:moveTo>
                    <a:pt x="13615" y="10298"/>
                  </a:moveTo>
                  <a:cubicBezTo>
                    <a:pt x="13756" y="10298"/>
                    <a:pt x="13899" y="10339"/>
                    <a:pt x="14026" y="10423"/>
                  </a:cubicBezTo>
                  <a:cubicBezTo>
                    <a:pt x="14571" y="10790"/>
                    <a:pt x="14393" y="11629"/>
                    <a:pt x="13759" y="11753"/>
                  </a:cubicBezTo>
                  <a:lnTo>
                    <a:pt x="13755" y="11753"/>
                  </a:lnTo>
                  <a:cubicBezTo>
                    <a:pt x="13705" y="11763"/>
                    <a:pt x="13655" y="11767"/>
                    <a:pt x="13607" y="11767"/>
                  </a:cubicBezTo>
                  <a:cubicBezTo>
                    <a:pt x="13042" y="11767"/>
                    <a:pt x="12670" y="11118"/>
                    <a:pt x="13005" y="10622"/>
                  </a:cubicBezTo>
                  <a:cubicBezTo>
                    <a:pt x="13146" y="10412"/>
                    <a:pt x="13378" y="10298"/>
                    <a:pt x="13615" y="10298"/>
                  </a:cubicBezTo>
                  <a:close/>
                  <a:moveTo>
                    <a:pt x="7433" y="10128"/>
                  </a:moveTo>
                  <a:lnTo>
                    <a:pt x="9448" y="11280"/>
                  </a:lnTo>
                  <a:lnTo>
                    <a:pt x="9448" y="12174"/>
                  </a:lnTo>
                  <a:cubicBezTo>
                    <a:pt x="9448" y="13284"/>
                    <a:pt x="8547" y="14186"/>
                    <a:pt x="7433" y="14186"/>
                  </a:cubicBezTo>
                  <a:cubicBezTo>
                    <a:pt x="6323" y="14186"/>
                    <a:pt x="5421" y="13284"/>
                    <a:pt x="5421" y="12174"/>
                  </a:cubicBezTo>
                  <a:lnTo>
                    <a:pt x="5421" y="11280"/>
                  </a:lnTo>
                  <a:lnTo>
                    <a:pt x="7433" y="10128"/>
                  </a:lnTo>
                  <a:close/>
                  <a:moveTo>
                    <a:pt x="7436" y="0"/>
                  </a:moveTo>
                  <a:cubicBezTo>
                    <a:pt x="7193" y="0"/>
                    <a:pt x="6947" y="37"/>
                    <a:pt x="6706" y="112"/>
                  </a:cubicBezTo>
                  <a:cubicBezTo>
                    <a:pt x="5685" y="431"/>
                    <a:pt x="4990" y="1376"/>
                    <a:pt x="4993" y="2446"/>
                  </a:cubicBezTo>
                  <a:lnTo>
                    <a:pt x="4993" y="3093"/>
                  </a:lnTo>
                  <a:lnTo>
                    <a:pt x="4431" y="2771"/>
                  </a:lnTo>
                  <a:cubicBezTo>
                    <a:pt x="4056" y="2557"/>
                    <a:pt x="3637" y="2449"/>
                    <a:pt x="3216" y="2449"/>
                  </a:cubicBezTo>
                  <a:cubicBezTo>
                    <a:pt x="2850" y="2449"/>
                    <a:pt x="2482" y="2531"/>
                    <a:pt x="2142" y="2696"/>
                  </a:cubicBezTo>
                  <a:cubicBezTo>
                    <a:pt x="1900" y="2442"/>
                    <a:pt x="1605" y="2331"/>
                    <a:pt x="1315" y="2331"/>
                  </a:cubicBezTo>
                  <a:cubicBezTo>
                    <a:pt x="641" y="2331"/>
                    <a:pt x="1" y="2932"/>
                    <a:pt x="154" y="3724"/>
                  </a:cubicBezTo>
                  <a:cubicBezTo>
                    <a:pt x="223" y="4087"/>
                    <a:pt x="463" y="4395"/>
                    <a:pt x="795" y="4553"/>
                  </a:cubicBezTo>
                  <a:cubicBezTo>
                    <a:pt x="655" y="5543"/>
                    <a:pt x="1134" y="6520"/>
                    <a:pt x="2001" y="7020"/>
                  </a:cubicBezTo>
                  <a:lnTo>
                    <a:pt x="2512" y="7312"/>
                  </a:lnTo>
                  <a:lnTo>
                    <a:pt x="2001" y="7603"/>
                  </a:lnTo>
                  <a:cubicBezTo>
                    <a:pt x="1073" y="8134"/>
                    <a:pt x="600" y="9207"/>
                    <a:pt x="829" y="10252"/>
                  </a:cubicBezTo>
                  <a:cubicBezTo>
                    <a:pt x="1059" y="11297"/>
                    <a:pt x="1943" y="12068"/>
                    <a:pt x="3005" y="12160"/>
                  </a:cubicBezTo>
                  <a:lnTo>
                    <a:pt x="3026" y="12160"/>
                  </a:lnTo>
                  <a:cubicBezTo>
                    <a:pt x="3028" y="12161"/>
                    <a:pt x="3030" y="12161"/>
                    <a:pt x="3033" y="12161"/>
                  </a:cubicBezTo>
                  <a:cubicBezTo>
                    <a:pt x="3150" y="12161"/>
                    <a:pt x="3245" y="12073"/>
                    <a:pt x="3249" y="11955"/>
                  </a:cubicBezTo>
                  <a:cubicBezTo>
                    <a:pt x="3256" y="11838"/>
                    <a:pt x="3163" y="11736"/>
                    <a:pt x="3043" y="11732"/>
                  </a:cubicBezTo>
                  <a:cubicBezTo>
                    <a:pt x="2166" y="11657"/>
                    <a:pt x="1439" y="11019"/>
                    <a:pt x="1251" y="10159"/>
                  </a:cubicBezTo>
                  <a:cubicBezTo>
                    <a:pt x="1059" y="9299"/>
                    <a:pt x="1450" y="8415"/>
                    <a:pt x="2214" y="7980"/>
                  </a:cubicBezTo>
                  <a:lnTo>
                    <a:pt x="2947" y="7562"/>
                  </a:lnTo>
                  <a:lnTo>
                    <a:pt x="4990" y="8730"/>
                  </a:lnTo>
                  <a:lnTo>
                    <a:pt x="4990" y="11033"/>
                  </a:lnTo>
                  <a:cubicBezTo>
                    <a:pt x="4304" y="11413"/>
                    <a:pt x="4150" y="11547"/>
                    <a:pt x="3814" y="11650"/>
                  </a:cubicBezTo>
                  <a:cubicBezTo>
                    <a:pt x="3566" y="11728"/>
                    <a:pt x="3647" y="12073"/>
                    <a:pt x="3868" y="12073"/>
                  </a:cubicBezTo>
                  <a:cubicBezTo>
                    <a:pt x="3891" y="12073"/>
                    <a:pt x="3915" y="12069"/>
                    <a:pt x="3941" y="12061"/>
                  </a:cubicBezTo>
                  <a:cubicBezTo>
                    <a:pt x="4332" y="11941"/>
                    <a:pt x="4524" y="11787"/>
                    <a:pt x="4993" y="11530"/>
                  </a:cubicBezTo>
                  <a:lnTo>
                    <a:pt x="4993" y="12174"/>
                  </a:lnTo>
                  <a:cubicBezTo>
                    <a:pt x="4993" y="13524"/>
                    <a:pt x="6086" y="14621"/>
                    <a:pt x="7436" y="14621"/>
                  </a:cubicBezTo>
                  <a:cubicBezTo>
                    <a:pt x="8790" y="14621"/>
                    <a:pt x="9883" y="13524"/>
                    <a:pt x="9883" y="12174"/>
                  </a:cubicBezTo>
                  <a:lnTo>
                    <a:pt x="9883" y="11527"/>
                  </a:lnTo>
                  <a:cubicBezTo>
                    <a:pt x="10493" y="11876"/>
                    <a:pt x="10904" y="12171"/>
                    <a:pt x="11655" y="12171"/>
                  </a:cubicBezTo>
                  <a:cubicBezTo>
                    <a:pt x="12059" y="12167"/>
                    <a:pt x="12460" y="12068"/>
                    <a:pt x="12816" y="11876"/>
                  </a:cubicBezTo>
                  <a:cubicBezTo>
                    <a:pt x="13036" y="12085"/>
                    <a:pt x="13324" y="12199"/>
                    <a:pt x="13620" y="12199"/>
                  </a:cubicBezTo>
                  <a:cubicBezTo>
                    <a:pt x="13694" y="12199"/>
                    <a:pt x="13768" y="12192"/>
                    <a:pt x="13841" y="12178"/>
                  </a:cubicBezTo>
                  <a:cubicBezTo>
                    <a:pt x="14948" y="11962"/>
                    <a:pt x="15133" y="10427"/>
                    <a:pt x="14091" y="9967"/>
                  </a:cubicBezTo>
                  <a:cubicBezTo>
                    <a:pt x="14184" y="9008"/>
                    <a:pt x="13707" y="8083"/>
                    <a:pt x="12871" y="7603"/>
                  </a:cubicBezTo>
                  <a:lnTo>
                    <a:pt x="12361" y="7312"/>
                  </a:lnTo>
                  <a:lnTo>
                    <a:pt x="12871" y="7020"/>
                  </a:lnTo>
                  <a:cubicBezTo>
                    <a:pt x="13834" y="6469"/>
                    <a:pt x="14307" y="5338"/>
                    <a:pt x="14019" y="4265"/>
                  </a:cubicBezTo>
                  <a:cubicBezTo>
                    <a:pt x="13735" y="3195"/>
                    <a:pt x="12766" y="2452"/>
                    <a:pt x="11659" y="2452"/>
                  </a:cubicBezTo>
                  <a:cubicBezTo>
                    <a:pt x="11656" y="2452"/>
                    <a:pt x="11654" y="2452"/>
                    <a:pt x="11651" y="2452"/>
                  </a:cubicBezTo>
                  <a:cubicBezTo>
                    <a:pt x="10757" y="2452"/>
                    <a:pt x="10257" y="2915"/>
                    <a:pt x="9883" y="3097"/>
                  </a:cubicBezTo>
                  <a:cubicBezTo>
                    <a:pt x="9869" y="2562"/>
                    <a:pt x="9910" y="2315"/>
                    <a:pt x="9821" y="1918"/>
                  </a:cubicBezTo>
                  <a:cubicBezTo>
                    <a:pt x="9796" y="1800"/>
                    <a:pt x="9707" y="1749"/>
                    <a:pt x="9617" y="1749"/>
                  </a:cubicBezTo>
                  <a:cubicBezTo>
                    <a:pt x="9492" y="1749"/>
                    <a:pt x="9365" y="1849"/>
                    <a:pt x="9403" y="2010"/>
                  </a:cubicBezTo>
                  <a:cubicBezTo>
                    <a:pt x="9479" y="2353"/>
                    <a:pt x="9441" y="2548"/>
                    <a:pt x="9451" y="3340"/>
                  </a:cubicBezTo>
                  <a:lnTo>
                    <a:pt x="7436" y="4491"/>
                  </a:lnTo>
                  <a:lnTo>
                    <a:pt x="5425" y="3340"/>
                  </a:lnTo>
                  <a:lnTo>
                    <a:pt x="5425" y="2446"/>
                  </a:lnTo>
                  <a:cubicBezTo>
                    <a:pt x="5425" y="1565"/>
                    <a:pt x="5997" y="787"/>
                    <a:pt x="6837" y="523"/>
                  </a:cubicBezTo>
                  <a:cubicBezTo>
                    <a:pt x="7033" y="462"/>
                    <a:pt x="7234" y="433"/>
                    <a:pt x="7433" y="433"/>
                  </a:cubicBezTo>
                  <a:cubicBezTo>
                    <a:pt x="8082" y="433"/>
                    <a:pt x="8708" y="747"/>
                    <a:pt x="9091" y="1301"/>
                  </a:cubicBezTo>
                  <a:cubicBezTo>
                    <a:pt x="9139" y="1369"/>
                    <a:pt x="9201" y="1397"/>
                    <a:pt x="9263" y="1397"/>
                  </a:cubicBezTo>
                  <a:cubicBezTo>
                    <a:pt x="9417" y="1397"/>
                    <a:pt x="9565" y="1223"/>
                    <a:pt x="9448" y="1054"/>
                  </a:cubicBezTo>
                  <a:cubicBezTo>
                    <a:pt x="8982" y="381"/>
                    <a:pt x="8223" y="0"/>
                    <a:pt x="743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5" name="Google Shape;12365;p85"/>
          <p:cNvGrpSpPr/>
          <p:nvPr/>
        </p:nvGrpSpPr>
        <p:grpSpPr>
          <a:xfrm>
            <a:off x="2499358" y="4118495"/>
            <a:ext cx="386900" cy="385328"/>
            <a:chOff x="2499358" y="4118495"/>
            <a:chExt cx="386900" cy="385328"/>
          </a:xfrm>
        </p:grpSpPr>
        <p:sp>
          <p:nvSpPr>
            <p:cNvPr id="12366" name="Google Shape;12366;p85"/>
            <p:cNvSpPr/>
            <p:nvPr/>
          </p:nvSpPr>
          <p:spPr>
            <a:xfrm>
              <a:off x="2617576" y="4124180"/>
              <a:ext cx="183522" cy="77956"/>
            </a:xfrm>
            <a:custGeom>
              <a:rect b="b" l="l" r="r" t="t"/>
              <a:pathLst>
                <a:path extrusionOk="0" h="2976" w="7006">
                  <a:moveTo>
                    <a:pt x="7005" y="1"/>
                  </a:moveTo>
                  <a:cubicBezTo>
                    <a:pt x="7005" y="1"/>
                    <a:pt x="2917" y="309"/>
                    <a:pt x="1" y="2536"/>
                  </a:cubicBezTo>
                  <a:lnTo>
                    <a:pt x="4857" y="2975"/>
                  </a:lnTo>
                  <a:cubicBezTo>
                    <a:pt x="5261" y="1327"/>
                    <a:pt x="7005" y="1"/>
                    <a:pt x="7005"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5"/>
            <p:cNvSpPr/>
            <p:nvPr/>
          </p:nvSpPr>
          <p:spPr>
            <a:xfrm>
              <a:off x="2617576" y="4420314"/>
              <a:ext cx="183522" cy="77956"/>
            </a:xfrm>
            <a:custGeom>
              <a:rect b="b" l="l" r="r" t="t"/>
              <a:pathLst>
                <a:path extrusionOk="0" h="2976" w="7006">
                  <a:moveTo>
                    <a:pt x="4857" y="1"/>
                  </a:moveTo>
                  <a:lnTo>
                    <a:pt x="1" y="443"/>
                  </a:lnTo>
                  <a:cubicBezTo>
                    <a:pt x="2917" y="2667"/>
                    <a:pt x="7005" y="2975"/>
                    <a:pt x="7005" y="2975"/>
                  </a:cubicBezTo>
                  <a:cubicBezTo>
                    <a:pt x="7005" y="2975"/>
                    <a:pt x="5261" y="1652"/>
                    <a:pt x="4857"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5"/>
            <p:cNvSpPr/>
            <p:nvPr/>
          </p:nvSpPr>
          <p:spPr>
            <a:xfrm>
              <a:off x="2505462" y="4178482"/>
              <a:ext cx="373384" cy="265460"/>
            </a:xfrm>
            <a:custGeom>
              <a:rect b="b" l="l" r="r" t="t"/>
              <a:pathLst>
                <a:path extrusionOk="0" h="10134" w="14254">
                  <a:moveTo>
                    <a:pt x="6657" y="1"/>
                  </a:moveTo>
                  <a:cubicBezTo>
                    <a:pt x="6654" y="1"/>
                    <a:pt x="6651" y="1"/>
                    <a:pt x="6649" y="1"/>
                  </a:cubicBezTo>
                  <a:cubicBezTo>
                    <a:pt x="2441" y="1"/>
                    <a:pt x="1776" y="3085"/>
                    <a:pt x="1" y="5069"/>
                  </a:cubicBezTo>
                  <a:cubicBezTo>
                    <a:pt x="1776" y="7050"/>
                    <a:pt x="2441" y="10134"/>
                    <a:pt x="6649" y="10134"/>
                  </a:cubicBezTo>
                  <a:cubicBezTo>
                    <a:pt x="6651" y="10134"/>
                    <a:pt x="6654" y="10134"/>
                    <a:pt x="6657" y="10134"/>
                  </a:cubicBezTo>
                  <a:cubicBezTo>
                    <a:pt x="8905" y="10134"/>
                    <a:pt x="10888" y="8661"/>
                    <a:pt x="11535" y="6512"/>
                  </a:cubicBezTo>
                  <a:cubicBezTo>
                    <a:pt x="11598" y="6314"/>
                    <a:pt x="11778" y="6192"/>
                    <a:pt x="11971" y="6192"/>
                  </a:cubicBezTo>
                  <a:cubicBezTo>
                    <a:pt x="12032" y="6192"/>
                    <a:pt x="12095" y="6204"/>
                    <a:pt x="12156" y="6231"/>
                  </a:cubicBezTo>
                  <a:lnTo>
                    <a:pt x="14177" y="7098"/>
                  </a:lnTo>
                  <a:cubicBezTo>
                    <a:pt x="14183" y="7100"/>
                    <a:pt x="14189" y="7102"/>
                    <a:pt x="14195" y="7102"/>
                  </a:cubicBezTo>
                  <a:cubicBezTo>
                    <a:pt x="14227" y="7102"/>
                    <a:pt x="14254" y="7067"/>
                    <a:pt x="14242" y="7033"/>
                  </a:cubicBezTo>
                  <a:lnTo>
                    <a:pt x="13711" y="5432"/>
                  </a:lnTo>
                  <a:cubicBezTo>
                    <a:pt x="13632" y="5196"/>
                    <a:pt x="13632" y="4939"/>
                    <a:pt x="13711" y="4702"/>
                  </a:cubicBezTo>
                  <a:lnTo>
                    <a:pt x="14242" y="3102"/>
                  </a:lnTo>
                  <a:cubicBezTo>
                    <a:pt x="14254" y="3068"/>
                    <a:pt x="14227" y="3036"/>
                    <a:pt x="14197" y="3036"/>
                  </a:cubicBezTo>
                  <a:cubicBezTo>
                    <a:pt x="14190" y="3036"/>
                    <a:pt x="14184" y="3037"/>
                    <a:pt x="14177" y="3040"/>
                  </a:cubicBezTo>
                  <a:lnTo>
                    <a:pt x="12156" y="3907"/>
                  </a:lnTo>
                  <a:cubicBezTo>
                    <a:pt x="12096" y="3933"/>
                    <a:pt x="12034" y="3944"/>
                    <a:pt x="11974" y="3944"/>
                  </a:cubicBezTo>
                  <a:cubicBezTo>
                    <a:pt x="11780" y="3944"/>
                    <a:pt x="11598" y="3822"/>
                    <a:pt x="11535" y="3626"/>
                  </a:cubicBezTo>
                  <a:cubicBezTo>
                    <a:pt x="10888" y="1473"/>
                    <a:pt x="8905" y="1"/>
                    <a:pt x="665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85"/>
            <p:cNvSpPr/>
            <p:nvPr/>
          </p:nvSpPr>
          <p:spPr>
            <a:xfrm>
              <a:off x="2505462" y="4210990"/>
              <a:ext cx="242409" cy="232952"/>
            </a:xfrm>
            <a:custGeom>
              <a:rect b="b" l="l" r="r" t="t"/>
              <a:pathLst>
                <a:path extrusionOk="0" h="8893" w="9254">
                  <a:moveTo>
                    <a:pt x="2972" y="0"/>
                  </a:moveTo>
                  <a:lnTo>
                    <a:pt x="2972" y="0"/>
                  </a:lnTo>
                  <a:cubicBezTo>
                    <a:pt x="1721" y="1080"/>
                    <a:pt x="1056" y="2646"/>
                    <a:pt x="1" y="3828"/>
                  </a:cubicBezTo>
                  <a:cubicBezTo>
                    <a:pt x="1776" y="5809"/>
                    <a:pt x="2441" y="8893"/>
                    <a:pt x="6649" y="8893"/>
                  </a:cubicBezTo>
                  <a:cubicBezTo>
                    <a:pt x="7567" y="8893"/>
                    <a:pt x="8465" y="8646"/>
                    <a:pt x="9253" y="8180"/>
                  </a:cubicBezTo>
                  <a:cubicBezTo>
                    <a:pt x="5669" y="7567"/>
                    <a:pt x="2937" y="4448"/>
                    <a:pt x="2937" y="689"/>
                  </a:cubicBezTo>
                  <a:cubicBezTo>
                    <a:pt x="2937" y="456"/>
                    <a:pt x="2951" y="226"/>
                    <a:pt x="2972"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85"/>
            <p:cNvSpPr/>
            <p:nvPr/>
          </p:nvSpPr>
          <p:spPr>
            <a:xfrm>
              <a:off x="2547741" y="4287113"/>
              <a:ext cx="30203" cy="30177"/>
            </a:xfrm>
            <a:custGeom>
              <a:rect b="b" l="l" r="r" t="t"/>
              <a:pathLst>
                <a:path extrusionOk="0" h="1152" w="1153">
                  <a:moveTo>
                    <a:pt x="576" y="0"/>
                  </a:moveTo>
                  <a:cubicBezTo>
                    <a:pt x="258" y="0"/>
                    <a:pt x="1" y="257"/>
                    <a:pt x="1" y="576"/>
                  </a:cubicBezTo>
                  <a:cubicBezTo>
                    <a:pt x="1" y="895"/>
                    <a:pt x="258" y="1152"/>
                    <a:pt x="576" y="1152"/>
                  </a:cubicBezTo>
                  <a:cubicBezTo>
                    <a:pt x="892" y="1152"/>
                    <a:pt x="1152" y="895"/>
                    <a:pt x="1152" y="576"/>
                  </a:cubicBezTo>
                  <a:cubicBezTo>
                    <a:pt x="1152" y="257"/>
                    <a:pt x="892" y="0"/>
                    <a:pt x="57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85"/>
            <p:cNvSpPr/>
            <p:nvPr/>
          </p:nvSpPr>
          <p:spPr>
            <a:xfrm>
              <a:off x="2559764" y="4293111"/>
              <a:ext cx="12154" cy="12050"/>
            </a:xfrm>
            <a:custGeom>
              <a:rect b="b" l="l" r="r" t="t"/>
              <a:pathLst>
                <a:path extrusionOk="0" h="460" w="464">
                  <a:moveTo>
                    <a:pt x="234" y="1"/>
                  </a:moveTo>
                  <a:cubicBezTo>
                    <a:pt x="104" y="1"/>
                    <a:pt x="1" y="104"/>
                    <a:pt x="1" y="230"/>
                  </a:cubicBezTo>
                  <a:cubicBezTo>
                    <a:pt x="1" y="357"/>
                    <a:pt x="104" y="460"/>
                    <a:pt x="234" y="460"/>
                  </a:cubicBezTo>
                  <a:cubicBezTo>
                    <a:pt x="361" y="460"/>
                    <a:pt x="464" y="357"/>
                    <a:pt x="464" y="230"/>
                  </a:cubicBezTo>
                  <a:cubicBezTo>
                    <a:pt x="464" y="104"/>
                    <a:pt x="361" y="1"/>
                    <a:pt x="2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5"/>
            <p:cNvSpPr/>
            <p:nvPr/>
          </p:nvSpPr>
          <p:spPr>
            <a:xfrm>
              <a:off x="2595232" y="4181285"/>
              <a:ext cx="51473" cy="259881"/>
            </a:xfrm>
            <a:custGeom>
              <a:rect b="b" l="l" r="r" t="t"/>
              <a:pathLst>
                <a:path extrusionOk="0" h="9921" w="1965">
                  <a:moveTo>
                    <a:pt x="1964" y="0"/>
                  </a:moveTo>
                  <a:lnTo>
                    <a:pt x="1964" y="0"/>
                  </a:lnTo>
                  <a:cubicBezTo>
                    <a:pt x="1563" y="69"/>
                    <a:pt x="1172" y="185"/>
                    <a:pt x="799" y="343"/>
                  </a:cubicBezTo>
                  <a:cubicBezTo>
                    <a:pt x="299" y="1648"/>
                    <a:pt x="0" y="3238"/>
                    <a:pt x="0" y="4959"/>
                  </a:cubicBezTo>
                  <a:cubicBezTo>
                    <a:pt x="0" y="6682"/>
                    <a:pt x="299" y="8272"/>
                    <a:pt x="799" y="9578"/>
                  </a:cubicBezTo>
                  <a:cubicBezTo>
                    <a:pt x="1172" y="9736"/>
                    <a:pt x="1567" y="9852"/>
                    <a:pt x="1964" y="9921"/>
                  </a:cubicBezTo>
                  <a:cubicBezTo>
                    <a:pt x="1639" y="8522"/>
                    <a:pt x="1440" y="6812"/>
                    <a:pt x="1440" y="4959"/>
                  </a:cubicBezTo>
                  <a:cubicBezTo>
                    <a:pt x="1440" y="3108"/>
                    <a:pt x="1635" y="1398"/>
                    <a:pt x="196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5"/>
            <p:cNvSpPr/>
            <p:nvPr/>
          </p:nvSpPr>
          <p:spPr>
            <a:xfrm>
              <a:off x="2595232" y="4300132"/>
              <a:ext cx="51473" cy="141034"/>
            </a:xfrm>
            <a:custGeom>
              <a:rect b="b" l="l" r="r" t="t"/>
              <a:pathLst>
                <a:path extrusionOk="0" h="5384" w="1965">
                  <a:moveTo>
                    <a:pt x="11" y="0"/>
                  </a:moveTo>
                  <a:cubicBezTo>
                    <a:pt x="7" y="141"/>
                    <a:pt x="0" y="281"/>
                    <a:pt x="0" y="425"/>
                  </a:cubicBezTo>
                  <a:cubicBezTo>
                    <a:pt x="0" y="2145"/>
                    <a:pt x="299" y="3735"/>
                    <a:pt x="799" y="5041"/>
                  </a:cubicBezTo>
                  <a:cubicBezTo>
                    <a:pt x="1172" y="5199"/>
                    <a:pt x="1567" y="5315"/>
                    <a:pt x="1964" y="5384"/>
                  </a:cubicBezTo>
                  <a:cubicBezTo>
                    <a:pt x="1745" y="4410"/>
                    <a:pt x="1594" y="3427"/>
                    <a:pt x="1519" y="2433"/>
                  </a:cubicBezTo>
                  <a:cubicBezTo>
                    <a:pt x="867" y="1724"/>
                    <a:pt x="353" y="898"/>
                    <a:pt x="11"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5"/>
            <p:cNvSpPr/>
            <p:nvPr/>
          </p:nvSpPr>
          <p:spPr>
            <a:xfrm>
              <a:off x="2669914" y="4178770"/>
              <a:ext cx="47701" cy="264989"/>
            </a:xfrm>
            <a:custGeom>
              <a:rect b="b" l="l" r="r" t="t"/>
              <a:pathLst>
                <a:path extrusionOk="0" h="10116" w="1821">
                  <a:moveTo>
                    <a:pt x="587" y="0"/>
                  </a:moveTo>
                  <a:cubicBezTo>
                    <a:pt x="220" y="1374"/>
                    <a:pt x="1" y="3136"/>
                    <a:pt x="1" y="5058"/>
                  </a:cubicBezTo>
                  <a:cubicBezTo>
                    <a:pt x="1" y="6980"/>
                    <a:pt x="220" y="8742"/>
                    <a:pt x="587" y="10116"/>
                  </a:cubicBezTo>
                  <a:cubicBezTo>
                    <a:pt x="1005" y="10099"/>
                    <a:pt x="1419" y="10030"/>
                    <a:pt x="1820" y="9910"/>
                  </a:cubicBezTo>
                  <a:cubicBezTo>
                    <a:pt x="1522" y="8584"/>
                    <a:pt x="1344" y="6898"/>
                    <a:pt x="1344" y="5058"/>
                  </a:cubicBezTo>
                  <a:cubicBezTo>
                    <a:pt x="1344" y="3214"/>
                    <a:pt x="1522" y="1528"/>
                    <a:pt x="1820" y="202"/>
                  </a:cubicBezTo>
                  <a:cubicBezTo>
                    <a:pt x="1419" y="86"/>
                    <a:pt x="1005" y="17"/>
                    <a:pt x="587"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85"/>
            <p:cNvSpPr/>
            <p:nvPr/>
          </p:nvSpPr>
          <p:spPr>
            <a:xfrm>
              <a:off x="2676017" y="4397787"/>
              <a:ext cx="41598" cy="45972"/>
            </a:xfrm>
            <a:custGeom>
              <a:rect b="b" l="l" r="r" t="t"/>
              <a:pathLst>
                <a:path extrusionOk="0" h="1755" w="1588">
                  <a:moveTo>
                    <a:pt x="1" y="0"/>
                  </a:moveTo>
                  <a:cubicBezTo>
                    <a:pt x="83" y="590"/>
                    <a:pt x="203" y="1176"/>
                    <a:pt x="354" y="1755"/>
                  </a:cubicBezTo>
                  <a:cubicBezTo>
                    <a:pt x="772" y="1738"/>
                    <a:pt x="1186" y="1669"/>
                    <a:pt x="1587" y="1549"/>
                  </a:cubicBezTo>
                  <a:cubicBezTo>
                    <a:pt x="1526" y="1282"/>
                    <a:pt x="1471" y="994"/>
                    <a:pt x="1423" y="696"/>
                  </a:cubicBezTo>
                  <a:cubicBezTo>
                    <a:pt x="926" y="514"/>
                    <a:pt x="446" y="281"/>
                    <a:pt x="1"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5"/>
            <p:cNvSpPr/>
            <p:nvPr/>
          </p:nvSpPr>
          <p:spPr>
            <a:xfrm>
              <a:off x="2743443" y="4203891"/>
              <a:ext cx="41755" cy="214668"/>
            </a:xfrm>
            <a:custGeom>
              <a:rect b="b" l="l" r="r" t="t"/>
              <a:pathLst>
                <a:path extrusionOk="0" h="8195" w="1594">
                  <a:moveTo>
                    <a:pt x="555" y="1"/>
                  </a:moveTo>
                  <a:cubicBezTo>
                    <a:pt x="206" y="1179"/>
                    <a:pt x="0" y="2581"/>
                    <a:pt x="0" y="4092"/>
                  </a:cubicBezTo>
                  <a:cubicBezTo>
                    <a:pt x="0" y="5600"/>
                    <a:pt x="209" y="7012"/>
                    <a:pt x="562" y="8194"/>
                  </a:cubicBezTo>
                  <a:cubicBezTo>
                    <a:pt x="949" y="7910"/>
                    <a:pt x="1299" y="7574"/>
                    <a:pt x="1594" y="7197"/>
                  </a:cubicBezTo>
                  <a:cubicBezTo>
                    <a:pt x="1361" y="6299"/>
                    <a:pt x="1227" y="5237"/>
                    <a:pt x="1227" y="4096"/>
                  </a:cubicBezTo>
                  <a:cubicBezTo>
                    <a:pt x="1227" y="2954"/>
                    <a:pt x="1361" y="1896"/>
                    <a:pt x="1594" y="998"/>
                  </a:cubicBezTo>
                  <a:cubicBezTo>
                    <a:pt x="1295" y="617"/>
                    <a:pt x="946" y="282"/>
                    <a:pt x="555"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5"/>
            <p:cNvSpPr/>
            <p:nvPr/>
          </p:nvSpPr>
          <p:spPr>
            <a:xfrm>
              <a:off x="2499358" y="4118495"/>
              <a:ext cx="386900" cy="385328"/>
            </a:xfrm>
            <a:custGeom>
              <a:rect b="b" l="l" r="r" t="t"/>
              <a:pathLst>
                <a:path extrusionOk="0" h="14710" w="14770">
                  <a:moveTo>
                    <a:pt x="10829" y="512"/>
                  </a:moveTo>
                  <a:cubicBezTo>
                    <a:pt x="10305" y="985"/>
                    <a:pt x="9568" y="1773"/>
                    <a:pt x="9280" y="2644"/>
                  </a:cubicBezTo>
                  <a:cubicBezTo>
                    <a:pt x="8537" y="2267"/>
                    <a:pt x="7714" y="2075"/>
                    <a:pt x="6882" y="2075"/>
                  </a:cubicBezTo>
                  <a:cubicBezTo>
                    <a:pt x="6536" y="2075"/>
                    <a:pt x="6186" y="2099"/>
                    <a:pt x="5843" y="2143"/>
                  </a:cubicBezTo>
                  <a:cubicBezTo>
                    <a:pt x="7053" y="1462"/>
                    <a:pt x="8304" y="1050"/>
                    <a:pt x="9236" y="821"/>
                  </a:cubicBezTo>
                  <a:cubicBezTo>
                    <a:pt x="9760" y="690"/>
                    <a:pt x="10291" y="588"/>
                    <a:pt x="10829" y="512"/>
                  </a:cubicBezTo>
                  <a:close/>
                  <a:moveTo>
                    <a:pt x="11018" y="4782"/>
                  </a:moveTo>
                  <a:cubicBezTo>
                    <a:pt x="11254" y="5152"/>
                    <a:pt x="11439" y="5557"/>
                    <a:pt x="11566" y="5978"/>
                  </a:cubicBezTo>
                  <a:cubicBezTo>
                    <a:pt x="11618" y="6156"/>
                    <a:pt x="11748" y="6304"/>
                    <a:pt x="11919" y="6386"/>
                  </a:cubicBezTo>
                  <a:cubicBezTo>
                    <a:pt x="12009" y="6428"/>
                    <a:pt x="12107" y="6450"/>
                    <a:pt x="12204" y="6450"/>
                  </a:cubicBezTo>
                  <a:cubicBezTo>
                    <a:pt x="12296" y="6450"/>
                    <a:pt x="12388" y="6431"/>
                    <a:pt x="12474" y="6393"/>
                  </a:cubicBezTo>
                  <a:lnTo>
                    <a:pt x="14160" y="5673"/>
                  </a:lnTo>
                  <a:lnTo>
                    <a:pt x="13742" y="6924"/>
                  </a:lnTo>
                  <a:cubicBezTo>
                    <a:pt x="13650" y="7205"/>
                    <a:pt x="13650" y="7510"/>
                    <a:pt x="13742" y="7791"/>
                  </a:cubicBezTo>
                  <a:lnTo>
                    <a:pt x="14160" y="9042"/>
                  </a:lnTo>
                  <a:lnTo>
                    <a:pt x="12474" y="8322"/>
                  </a:lnTo>
                  <a:cubicBezTo>
                    <a:pt x="12389" y="8286"/>
                    <a:pt x="12298" y="8268"/>
                    <a:pt x="12208" y="8268"/>
                  </a:cubicBezTo>
                  <a:cubicBezTo>
                    <a:pt x="12109" y="8268"/>
                    <a:pt x="12010" y="8289"/>
                    <a:pt x="11919" y="8332"/>
                  </a:cubicBezTo>
                  <a:cubicBezTo>
                    <a:pt x="11748" y="8411"/>
                    <a:pt x="11618" y="8558"/>
                    <a:pt x="11566" y="8740"/>
                  </a:cubicBezTo>
                  <a:cubicBezTo>
                    <a:pt x="11439" y="9162"/>
                    <a:pt x="11254" y="9562"/>
                    <a:pt x="11018" y="9933"/>
                  </a:cubicBezTo>
                  <a:cubicBezTo>
                    <a:pt x="10696" y="8229"/>
                    <a:pt x="10696" y="6485"/>
                    <a:pt x="11018" y="4782"/>
                  </a:cubicBezTo>
                  <a:close/>
                  <a:moveTo>
                    <a:pt x="4116" y="3154"/>
                  </a:moveTo>
                  <a:lnTo>
                    <a:pt x="4116" y="3154"/>
                  </a:lnTo>
                  <a:cubicBezTo>
                    <a:pt x="3695" y="4405"/>
                    <a:pt x="3472" y="5848"/>
                    <a:pt x="3472" y="7359"/>
                  </a:cubicBezTo>
                  <a:cubicBezTo>
                    <a:pt x="3472" y="8870"/>
                    <a:pt x="3695" y="10313"/>
                    <a:pt x="4116" y="11567"/>
                  </a:cubicBezTo>
                  <a:cubicBezTo>
                    <a:pt x="3907" y="11451"/>
                    <a:pt x="3708" y="11317"/>
                    <a:pt x="3520" y="11170"/>
                  </a:cubicBezTo>
                  <a:cubicBezTo>
                    <a:pt x="2722" y="10539"/>
                    <a:pt x="2149" y="9679"/>
                    <a:pt x="1598" y="8853"/>
                  </a:cubicBezTo>
                  <a:cubicBezTo>
                    <a:pt x="1262" y="8346"/>
                    <a:pt x="916" y="7828"/>
                    <a:pt x="522" y="7359"/>
                  </a:cubicBezTo>
                  <a:cubicBezTo>
                    <a:pt x="916" y="6893"/>
                    <a:pt x="1262" y="6376"/>
                    <a:pt x="1598" y="5868"/>
                  </a:cubicBezTo>
                  <a:cubicBezTo>
                    <a:pt x="2149" y="5039"/>
                    <a:pt x="2722" y="4179"/>
                    <a:pt x="3520" y="3548"/>
                  </a:cubicBezTo>
                  <a:cubicBezTo>
                    <a:pt x="3708" y="3401"/>
                    <a:pt x="3907" y="3271"/>
                    <a:pt x="4116" y="3154"/>
                  </a:cubicBezTo>
                  <a:close/>
                  <a:moveTo>
                    <a:pt x="8489" y="2774"/>
                  </a:moveTo>
                  <a:cubicBezTo>
                    <a:pt x="8893" y="2914"/>
                    <a:pt x="9280" y="3110"/>
                    <a:pt x="9637" y="3353"/>
                  </a:cubicBezTo>
                  <a:cubicBezTo>
                    <a:pt x="9561" y="3583"/>
                    <a:pt x="9493" y="3829"/>
                    <a:pt x="9431" y="4080"/>
                  </a:cubicBezTo>
                  <a:cubicBezTo>
                    <a:pt x="9404" y="4196"/>
                    <a:pt x="9476" y="4313"/>
                    <a:pt x="9592" y="4340"/>
                  </a:cubicBezTo>
                  <a:cubicBezTo>
                    <a:pt x="9609" y="4344"/>
                    <a:pt x="9625" y="4346"/>
                    <a:pt x="9641" y="4346"/>
                  </a:cubicBezTo>
                  <a:cubicBezTo>
                    <a:pt x="9737" y="4346"/>
                    <a:pt x="9826" y="4279"/>
                    <a:pt x="9849" y="4182"/>
                  </a:cubicBezTo>
                  <a:cubicBezTo>
                    <a:pt x="9897" y="3990"/>
                    <a:pt x="9949" y="3802"/>
                    <a:pt x="10003" y="3624"/>
                  </a:cubicBezTo>
                  <a:cubicBezTo>
                    <a:pt x="10250" y="3829"/>
                    <a:pt x="10476" y="4059"/>
                    <a:pt x="10679" y="4309"/>
                  </a:cubicBezTo>
                  <a:cubicBezTo>
                    <a:pt x="10459" y="5210"/>
                    <a:pt x="10343" y="6259"/>
                    <a:pt x="10343" y="7352"/>
                  </a:cubicBezTo>
                  <a:cubicBezTo>
                    <a:pt x="10343" y="8449"/>
                    <a:pt x="10459" y="9501"/>
                    <a:pt x="10679" y="10399"/>
                  </a:cubicBezTo>
                  <a:cubicBezTo>
                    <a:pt x="10476" y="10649"/>
                    <a:pt x="10254" y="10882"/>
                    <a:pt x="10007" y="11087"/>
                  </a:cubicBezTo>
                  <a:cubicBezTo>
                    <a:pt x="9678" y="10022"/>
                    <a:pt x="9500" y="8709"/>
                    <a:pt x="9500" y="7356"/>
                  </a:cubicBezTo>
                  <a:cubicBezTo>
                    <a:pt x="9500" y="6598"/>
                    <a:pt x="9555" y="5838"/>
                    <a:pt x="9671" y="5087"/>
                  </a:cubicBezTo>
                  <a:cubicBezTo>
                    <a:pt x="9696" y="4928"/>
                    <a:pt x="9574" y="4836"/>
                    <a:pt x="9454" y="4836"/>
                  </a:cubicBezTo>
                  <a:cubicBezTo>
                    <a:pt x="9359" y="4836"/>
                    <a:pt x="9266" y="4893"/>
                    <a:pt x="9246" y="5019"/>
                  </a:cubicBezTo>
                  <a:cubicBezTo>
                    <a:pt x="9126" y="5793"/>
                    <a:pt x="9065" y="6574"/>
                    <a:pt x="9068" y="7356"/>
                  </a:cubicBezTo>
                  <a:cubicBezTo>
                    <a:pt x="9068" y="8812"/>
                    <a:pt x="9270" y="10227"/>
                    <a:pt x="9637" y="11362"/>
                  </a:cubicBezTo>
                  <a:cubicBezTo>
                    <a:pt x="9280" y="11605"/>
                    <a:pt x="8897" y="11797"/>
                    <a:pt x="8489" y="11941"/>
                  </a:cubicBezTo>
                  <a:cubicBezTo>
                    <a:pt x="8218" y="10652"/>
                    <a:pt x="8067" y="9031"/>
                    <a:pt x="8067" y="7356"/>
                  </a:cubicBezTo>
                  <a:cubicBezTo>
                    <a:pt x="8067" y="5683"/>
                    <a:pt x="8218" y="4062"/>
                    <a:pt x="8489" y="2774"/>
                  </a:cubicBezTo>
                  <a:close/>
                  <a:moveTo>
                    <a:pt x="7245" y="2520"/>
                  </a:moveTo>
                  <a:cubicBezTo>
                    <a:pt x="7522" y="2541"/>
                    <a:pt x="7803" y="2585"/>
                    <a:pt x="8074" y="2651"/>
                  </a:cubicBezTo>
                  <a:cubicBezTo>
                    <a:pt x="7793" y="3973"/>
                    <a:pt x="7639" y="5639"/>
                    <a:pt x="7639" y="7359"/>
                  </a:cubicBezTo>
                  <a:cubicBezTo>
                    <a:pt x="7639" y="9076"/>
                    <a:pt x="7793" y="10741"/>
                    <a:pt x="8074" y="12064"/>
                  </a:cubicBezTo>
                  <a:cubicBezTo>
                    <a:pt x="7801" y="12132"/>
                    <a:pt x="7525" y="12177"/>
                    <a:pt x="7245" y="12194"/>
                  </a:cubicBezTo>
                  <a:lnTo>
                    <a:pt x="7245" y="12194"/>
                  </a:lnTo>
                  <a:cubicBezTo>
                    <a:pt x="6916" y="10844"/>
                    <a:pt x="6738" y="9131"/>
                    <a:pt x="6738" y="7359"/>
                  </a:cubicBezTo>
                  <a:cubicBezTo>
                    <a:pt x="6738" y="5584"/>
                    <a:pt x="6916" y="3871"/>
                    <a:pt x="7245" y="2520"/>
                  </a:cubicBezTo>
                  <a:close/>
                  <a:moveTo>
                    <a:pt x="6803" y="2507"/>
                  </a:moveTo>
                  <a:cubicBezTo>
                    <a:pt x="6484" y="3874"/>
                    <a:pt x="6306" y="5591"/>
                    <a:pt x="6306" y="7356"/>
                  </a:cubicBezTo>
                  <a:cubicBezTo>
                    <a:pt x="6306" y="9124"/>
                    <a:pt x="6484" y="10841"/>
                    <a:pt x="6803" y="12208"/>
                  </a:cubicBezTo>
                  <a:cubicBezTo>
                    <a:pt x="6460" y="12204"/>
                    <a:pt x="6118" y="12177"/>
                    <a:pt x="5775" y="12126"/>
                  </a:cubicBezTo>
                  <a:lnTo>
                    <a:pt x="5778" y="12126"/>
                  </a:lnTo>
                  <a:cubicBezTo>
                    <a:pt x="5460" y="10786"/>
                    <a:pt x="5288" y="9100"/>
                    <a:pt x="5288" y="7359"/>
                  </a:cubicBezTo>
                  <a:cubicBezTo>
                    <a:pt x="5285" y="6290"/>
                    <a:pt x="5353" y="5221"/>
                    <a:pt x="5494" y="4162"/>
                  </a:cubicBezTo>
                  <a:cubicBezTo>
                    <a:pt x="5515" y="4005"/>
                    <a:pt x="5394" y="3917"/>
                    <a:pt x="5275" y="3917"/>
                  </a:cubicBezTo>
                  <a:cubicBezTo>
                    <a:pt x="5178" y="3917"/>
                    <a:pt x="5082" y="3976"/>
                    <a:pt x="5065" y="4104"/>
                  </a:cubicBezTo>
                  <a:cubicBezTo>
                    <a:pt x="4922" y="5183"/>
                    <a:pt x="4853" y="6269"/>
                    <a:pt x="4856" y="7359"/>
                  </a:cubicBezTo>
                  <a:cubicBezTo>
                    <a:pt x="4856" y="9048"/>
                    <a:pt x="5018" y="10693"/>
                    <a:pt x="5312" y="12030"/>
                  </a:cubicBezTo>
                  <a:cubicBezTo>
                    <a:pt x="5093" y="11975"/>
                    <a:pt x="4880" y="11906"/>
                    <a:pt x="4671" y="11824"/>
                  </a:cubicBezTo>
                  <a:cubicBezTo>
                    <a:pt x="4171" y="10529"/>
                    <a:pt x="3907" y="8987"/>
                    <a:pt x="3907" y="7356"/>
                  </a:cubicBezTo>
                  <a:cubicBezTo>
                    <a:pt x="3907" y="5728"/>
                    <a:pt x="4171" y="4186"/>
                    <a:pt x="4671" y="2890"/>
                  </a:cubicBezTo>
                  <a:cubicBezTo>
                    <a:pt x="4880" y="2805"/>
                    <a:pt x="5096" y="2736"/>
                    <a:pt x="5316" y="2685"/>
                  </a:cubicBezTo>
                  <a:lnTo>
                    <a:pt x="5316" y="2685"/>
                  </a:lnTo>
                  <a:cubicBezTo>
                    <a:pt x="5281" y="2843"/>
                    <a:pt x="5247" y="3004"/>
                    <a:pt x="5216" y="3171"/>
                  </a:cubicBezTo>
                  <a:cubicBezTo>
                    <a:pt x="5192" y="3288"/>
                    <a:pt x="5271" y="3401"/>
                    <a:pt x="5388" y="3422"/>
                  </a:cubicBezTo>
                  <a:cubicBezTo>
                    <a:pt x="5402" y="3425"/>
                    <a:pt x="5416" y="3426"/>
                    <a:pt x="5430" y="3426"/>
                  </a:cubicBezTo>
                  <a:cubicBezTo>
                    <a:pt x="5530" y="3426"/>
                    <a:pt x="5620" y="3353"/>
                    <a:pt x="5638" y="3250"/>
                  </a:cubicBezTo>
                  <a:cubicBezTo>
                    <a:pt x="5682" y="3024"/>
                    <a:pt x="5730" y="2801"/>
                    <a:pt x="5778" y="2589"/>
                  </a:cubicBezTo>
                  <a:cubicBezTo>
                    <a:pt x="6118" y="2538"/>
                    <a:pt x="6460" y="2510"/>
                    <a:pt x="6803" y="2507"/>
                  </a:cubicBezTo>
                  <a:close/>
                  <a:moveTo>
                    <a:pt x="9280" y="12074"/>
                  </a:moveTo>
                  <a:cubicBezTo>
                    <a:pt x="9568" y="12941"/>
                    <a:pt x="10305" y="13729"/>
                    <a:pt x="10829" y="14206"/>
                  </a:cubicBezTo>
                  <a:cubicBezTo>
                    <a:pt x="10291" y="14130"/>
                    <a:pt x="9760" y="14028"/>
                    <a:pt x="9232" y="13897"/>
                  </a:cubicBezTo>
                  <a:cubicBezTo>
                    <a:pt x="8304" y="13668"/>
                    <a:pt x="7050" y="13253"/>
                    <a:pt x="5840" y="12571"/>
                  </a:cubicBezTo>
                  <a:lnTo>
                    <a:pt x="5840" y="12571"/>
                  </a:lnTo>
                  <a:cubicBezTo>
                    <a:pt x="6164" y="12616"/>
                    <a:pt x="6489" y="12640"/>
                    <a:pt x="6816" y="12640"/>
                  </a:cubicBezTo>
                  <a:cubicBezTo>
                    <a:pt x="6838" y="12640"/>
                    <a:pt x="6860" y="12640"/>
                    <a:pt x="6882" y="12640"/>
                  </a:cubicBezTo>
                  <a:cubicBezTo>
                    <a:pt x="6889" y="12640"/>
                    <a:pt x="6896" y="12640"/>
                    <a:pt x="6904" y="12640"/>
                  </a:cubicBezTo>
                  <a:cubicBezTo>
                    <a:pt x="7729" y="12640"/>
                    <a:pt x="8543" y="12448"/>
                    <a:pt x="9280" y="12074"/>
                  </a:cubicBezTo>
                  <a:close/>
                  <a:moveTo>
                    <a:pt x="11526" y="1"/>
                  </a:moveTo>
                  <a:cubicBezTo>
                    <a:pt x="11520" y="1"/>
                    <a:pt x="11514" y="1"/>
                    <a:pt x="11508" y="2"/>
                  </a:cubicBezTo>
                  <a:cubicBezTo>
                    <a:pt x="11463" y="5"/>
                    <a:pt x="10494" y="67"/>
                    <a:pt x="9140" y="399"/>
                  </a:cubicBezTo>
                  <a:cubicBezTo>
                    <a:pt x="7896" y="708"/>
                    <a:pt x="6087" y="1331"/>
                    <a:pt x="4527" y="2479"/>
                  </a:cubicBezTo>
                  <a:cubicBezTo>
                    <a:pt x="4072" y="2657"/>
                    <a:pt x="3643" y="2904"/>
                    <a:pt x="3256" y="3209"/>
                  </a:cubicBezTo>
                  <a:cubicBezTo>
                    <a:pt x="2399" y="3881"/>
                    <a:pt x="1810" y="4768"/>
                    <a:pt x="1238" y="5628"/>
                  </a:cubicBezTo>
                  <a:cubicBezTo>
                    <a:pt x="861" y="6197"/>
                    <a:pt x="504" y="6735"/>
                    <a:pt x="76" y="7212"/>
                  </a:cubicBezTo>
                  <a:cubicBezTo>
                    <a:pt x="1" y="7294"/>
                    <a:pt x="1" y="7417"/>
                    <a:pt x="76" y="7500"/>
                  </a:cubicBezTo>
                  <a:cubicBezTo>
                    <a:pt x="504" y="7979"/>
                    <a:pt x="861" y="8517"/>
                    <a:pt x="1238" y="9086"/>
                  </a:cubicBezTo>
                  <a:cubicBezTo>
                    <a:pt x="1810" y="9943"/>
                    <a:pt x="2399" y="10830"/>
                    <a:pt x="3256" y="11502"/>
                  </a:cubicBezTo>
                  <a:cubicBezTo>
                    <a:pt x="3640" y="11807"/>
                    <a:pt x="4068" y="12054"/>
                    <a:pt x="4524" y="12232"/>
                  </a:cubicBezTo>
                  <a:cubicBezTo>
                    <a:pt x="6083" y="13383"/>
                    <a:pt x="7893" y="14007"/>
                    <a:pt x="9140" y="14315"/>
                  </a:cubicBezTo>
                  <a:cubicBezTo>
                    <a:pt x="10494" y="14648"/>
                    <a:pt x="11467" y="14709"/>
                    <a:pt x="11508" y="14709"/>
                  </a:cubicBezTo>
                  <a:lnTo>
                    <a:pt x="11522" y="14709"/>
                  </a:lnTo>
                  <a:cubicBezTo>
                    <a:pt x="11524" y="14710"/>
                    <a:pt x="11527" y="14710"/>
                    <a:pt x="11529" y="14710"/>
                  </a:cubicBezTo>
                  <a:cubicBezTo>
                    <a:pt x="11736" y="14710"/>
                    <a:pt x="11821" y="14441"/>
                    <a:pt x="11648" y="14319"/>
                  </a:cubicBezTo>
                  <a:cubicBezTo>
                    <a:pt x="11631" y="14309"/>
                    <a:pt x="10034" y="13133"/>
                    <a:pt x="9668" y="11855"/>
                  </a:cubicBezTo>
                  <a:cubicBezTo>
                    <a:pt x="9812" y="11766"/>
                    <a:pt x="9952" y="11670"/>
                    <a:pt x="10089" y="11567"/>
                  </a:cubicBezTo>
                  <a:cubicBezTo>
                    <a:pt x="10990" y="10889"/>
                    <a:pt x="11652" y="9939"/>
                    <a:pt x="11977" y="8860"/>
                  </a:cubicBezTo>
                  <a:cubicBezTo>
                    <a:pt x="11994" y="8798"/>
                    <a:pt x="12042" y="8747"/>
                    <a:pt x="12101" y="8719"/>
                  </a:cubicBezTo>
                  <a:cubicBezTo>
                    <a:pt x="12134" y="8704"/>
                    <a:pt x="12170" y="8696"/>
                    <a:pt x="12207" y="8696"/>
                  </a:cubicBezTo>
                  <a:cubicBezTo>
                    <a:pt x="12241" y="8696"/>
                    <a:pt x="12275" y="8703"/>
                    <a:pt x="12306" y="8716"/>
                  </a:cubicBezTo>
                  <a:lnTo>
                    <a:pt x="14431" y="9628"/>
                  </a:lnTo>
                  <a:cubicBezTo>
                    <a:pt x="14460" y="9640"/>
                    <a:pt x="14490" y="9646"/>
                    <a:pt x="14518" y="9646"/>
                  </a:cubicBezTo>
                  <a:cubicBezTo>
                    <a:pt x="14656" y="9646"/>
                    <a:pt x="14770" y="9508"/>
                    <a:pt x="14719" y="9360"/>
                  </a:cubicBezTo>
                  <a:lnTo>
                    <a:pt x="14146" y="7654"/>
                  </a:lnTo>
                  <a:cubicBezTo>
                    <a:pt x="14085" y="7458"/>
                    <a:pt x="14085" y="7253"/>
                    <a:pt x="14146" y="7061"/>
                  </a:cubicBezTo>
                  <a:lnTo>
                    <a:pt x="14715" y="5351"/>
                  </a:lnTo>
                  <a:cubicBezTo>
                    <a:pt x="14766" y="5204"/>
                    <a:pt x="14654" y="5067"/>
                    <a:pt x="14518" y="5067"/>
                  </a:cubicBezTo>
                  <a:cubicBezTo>
                    <a:pt x="14488" y="5067"/>
                    <a:pt x="14458" y="5073"/>
                    <a:pt x="14427" y="5087"/>
                  </a:cubicBezTo>
                  <a:lnTo>
                    <a:pt x="12303" y="5995"/>
                  </a:lnTo>
                  <a:cubicBezTo>
                    <a:pt x="12271" y="6008"/>
                    <a:pt x="12237" y="6015"/>
                    <a:pt x="12203" y="6015"/>
                  </a:cubicBezTo>
                  <a:cubicBezTo>
                    <a:pt x="12167" y="6015"/>
                    <a:pt x="12131" y="6008"/>
                    <a:pt x="12097" y="5992"/>
                  </a:cubicBezTo>
                  <a:cubicBezTo>
                    <a:pt x="12039" y="5964"/>
                    <a:pt x="11994" y="5916"/>
                    <a:pt x="11977" y="5855"/>
                  </a:cubicBezTo>
                  <a:cubicBezTo>
                    <a:pt x="11648" y="4772"/>
                    <a:pt x="10987" y="3826"/>
                    <a:pt x="10089" y="3144"/>
                  </a:cubicBezTo>
                  <a:cubicBezTo>
                    <a:pt x="9952" y="3041"/>
                    <a:pt x="9812" y="2945"/>
                    <a:pt x="9664" y="2856"/>
                  </a:cubicBezTo>
                  <a:cubicBezTo>
                    <a:pt x="10031" y="1581"/>
                    <a:pt x="11631" y="406"/>
                    <a:pt x="11648" y="392"/>
                  </a:cubicBezTo>
                  <a:cubicBezTo>
                    <a:pt x="11821" y="273"/>
                    <a:pt x="11729" y="1"/>
                    <a:pt x="11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5"/>
            <p:cNvSpPr/>
            <p:nvPr/>
          </p:nvSpPr>
          <p:spPr>
            <a:xfrm>
              <a:off x="2535088" y="4281455"/>
              <a:ext cx="48513" cy="41545"/>
            </a:xfrm>
            <a:custGeom>
              <a:rect b="b" l="l" r="r" t="t"/>
              <a:pathLst>
                <a:path extrusionOk="0" h="1586" w="1852">
                  <a:moveTo>
                    <a:pt x="1058" y="430"/>
                  </a:moveTo>
                  <a:cubicBezTo>
                    <a:pt x="1243" y="430"/>
                    <a:pt x="1419" y="574"/>
                    <a:pt x="1419" y="792"/>
                  </a:cubicBezTo>
                  <a:cubicBezTo>
                    <a:pt x="1419" y="991"/>
                    <a:pt x="1258" y="1152"/>
                    <a:pt x="1059" y="1152"/>
                  </a:cubicBezTo>
                  <a:cubicBezTo>
                    <a:pt x="737" y="1152"/>
                    <a:pt x="576" y="764"/>
                    <a:pt x="806" y="538"/>
                  </a:cubicBezTo>
                  <a:cubicBezTo>
                    <a:pt x="879" y="464"/>
                    <a:pt x="970" y="430"/>
                    <a:pt x="1058" y="430"/>
                  </a:cubicBezTo>
                  <a:close/>
                  <a:moveTo>
                    <a:pt x="1059" y="0"/>
                  </a:moveTo>
                  <a:cubicBezTo>
                    <a:pt x="354" y="0"/>
                    <a:pt x="1" y="854"/>
                    <a:pt x="501" y="1350"/>
                  </a:cubicBezTo>
                  <a:cubicBezTo>
                    <a:pt x="662" y="1513"/>
                    <a:pt x="860" y="1585"/>
                    <a:pt x="1055" y="1585"/>
                  </a:cubicBezTo>
                  <a:cubicBezTo>
                    <a:pt x="1461" y="1585"/>
                    <a:pt x="1851" y="1269"/>
                    <a:pt x="1851" y="792"/>
                  </a:cubicBezTo>
                  <a:cubicBezTo>
                    <a:pt x="1851" y="353"/>
                    <a:pt x="1495"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9" name="Google Shape;12379;p85"/>
          <p:cNvGrpSpPr/>
          <p:nvPr/>
        </p:nvGrpSpPr>
        <p:grpSpPr>
          <a:xfrm>
            <a:off x="3040547" y="4138456"/>
            <a:ext cx="387005" cy="345433"/>
            <a:chOff x="3040547" y="4138456"/>
            <a:chExt cx="387005" cy="345433"/>
          </a:xfrm>
        </p:grpSpPr>
        <p:sp>
          <p:nvSpPr>
            <p:cNvPr id="12380" name="Google Shape;12380;p85"/>
            <p:cNvSpPr/>
            <p:nvPr/>
          </p:nvSpPr>
          <p:spPr>
            <a:xfrm>
              <a:off x="3083638" y="4158155"/>
              <a:ext cx="54250" cy="54014"/>
            </a:xfrm>
            <a:custGeom>
              <a:rect b="b" l="l" r="r" t="t"/>
              <a:pathLst>
                <a:path extrusionOk="0" h="2062" w="2071">
                  <a:moveTo>
                    <a:pt x="893" y="0"/>
                  </a:moveTo>
                  <a:cubicBezTo>
                    <a:pt x="754" y="0"/>
                    <a:pt x="617" y="37"/>
                    <a:pt x="494" y="112"/>
                  </a:cubicBezTo>
                  <a:cubicBezTo>
                    <a:pt x="110" y="345"/>
                    <a:pt x="1" y="859"/>
                    <a:pt x="309" y="1339"/>
                  </a:cubicBezTo>
                  <a:cubicBezTo>
                    <a:pt x="556" y="1725"/>
                    <a:pt x="1043" y="2061"/>
                    <a:pt x="1425" y="2061"/>
                  </a:cubicBezTo>
                  <a:cubicBezTo>
                    <a:pt x="1521" y="2061"/>
                    <a:pt x="1610" y="2040"/>
                    <a:pt x="1687" y="1993"/>
                  </a:cubicBezTo>
                  <a:cubicBezTo>
                    <a:pt x="2070" y="1760"/>
                    <a:pt x="2009" y="979"/>
                    <a:pt x="1704" y="496"/>
                  </a:cubicBezTo>
                  <a:cubicBezTo>
                    <a:pt x="1494" y="167"/>
                    <a:pt x="1188" y="0"/>
                    <a:pt x="89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5"/>
            <p:cNvSpPr/>
            <p:nvPr/>
          </p:nvSpPr>
          <p:spPr>
            <a:xfrm>
              <a:off x="3044424" y="4206092"/>
              <a:ext cx="51264" cy="42829"/>
            </a:xfrm>
            <a:custGeom>
              <a:rect b="b" l="l" r="r" t="t"/>
              <a:pathLst>
                <a:path extrusionOk="0" h="1635" w="1957">
                  <a:moveTo>
                    <a:pt x="739" y="0"/>
                  </a:moveTo>
                  <a:cubicBezTo>
                    <a:pt x="549" y="0"/>
                    <a:pt x="374" y="75"/>
                    <a:pt x="250" y="218"/>
                  </a:cubicBezTo>
                  <a:cubicBezTo>
                    <a:pt x="0" y="503"/>
                    <a:pt x="45" y="955"/>
                    <a:pt x="418" y="1280"/>
                  </a:cubicBezTo>
                  <a:cubicBezTo>
                    <a:pt x="659" y="1490"/>
                    <a:pt x="1019" y="1635"/>
                    <a:pt x="1312" y="1635"/>
                  </a:cubicBezTo>
                  <a:cubicBezTo>
                    <a:pt x="1473" y="1635"/>
                    <a:pt x="1614" y="1591"/>
                    <a:pt x="1703" y="1489"/>
                  </a:cubicBezTo>
                  <a:cubicBezTo>
                    <a:pt x="1957" y="1202"/>
                    <a:pt x="1700" y="568"/>
                    <a:pt x="1330" y="242"/>
                  </a:cubicBezTo>
                  <a:cubicBezTo>
                    <a:pt x="1141" y="78"/>
                    <a:pt x="932" y="0"/>
                    <a:pt x="73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5"/>
            <p:cNvSpPr/>
            <p:nvPr/>
          </p:nvSpPr>
          <p:spPr>
            <a:xfrm>
              <a:off x="3207619" y="4171566"/>
              <a:ext cx="43824" cy="48199"/>
            </a:xfrm>
            <a:custGeom>
              <a:rect b="b" l="l" r="r" t="t"/>
              <a:pathLst>
                <a:path extrusionOk="0" h="1840" w="1673">
                  <a:moveTo>
                    <a:pt x="921" y="0"/>
                  </a:moveTo>
                  <a:cubicBezTo>
                    <a:pt x="649" y="0"/>
                    <a:pt x="374" y="177"/>
                    <a:pt x="216" y="512"/>
                  </a:cubicBezTo>
                  <a:cubicBezTo>
                    <a:pt x="0" y="957"/>
                    <a:pt x="17" y="1639"/>
                    <a:pt x="360" y="1803"/>
                  </a:cubicBezTo>
                  <a:cubicBezTo>
                    <a:pt x="412" y="1828"/>
                    <a:pt x="469" y="1840"/>
                    <a:pt x="528" y="1840"/>
                  </a:cubicBezTo>
                  <a:cubicBezTo>
                    <a:pt x="860" y="1840"/>
                    <a:pt x="1276" y="1482"/>
                    <a:pt x="1456" y="1104"/>
                  </a:cubicBezTo>
                  <a:cubicBezTo>
                    <a:pt x="1672" y="659"/>
                    <a:pt x="1535" y="227"/>
                    <a:pt x="1193" y="63"/>
                  </a:cubicBezTo>
                  <a:cubicBezTo>
                    <a:pt x="1105" y="21"/>
                    <a:pt x="1013" y="0"/>
                    <a:pt x="921"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85"/>
            <p:cNvSpPr/>
            <p:nvPr/>
          </p:nvSpPr>
          <p:spPr>
            <a:xfrm>
              <a:off x="3093880" y="4224218"/>
              <a:ext cx="136816" cy="90111"/>
            </a:xfrm>
            <a:custGeom>
              <a:rect b="b" l="l" r="r" t="t"/>
              <a:pathLst>
                <a:path extrusionOk="0" h="3440" w="5223">
                  <a:moveTo>
                    <a:pt x="2752" y="0"/>
                  </a:moveTo>
                  <a:cubicBezTo>
                    <a:pt x="2571" y="0"/>
                    <a:pt x="2389" y="18"/>
                    <a:pt x="2211" y="54"/>
                  </a:cubicBezTo>
                  <a:cubicBezTo>
                    <a:pt x="874" y="328"/>
                    <a:pt x="0" y="1565"/>
                    <a:pt x="206" y="2566"/>
                  </a:cubicBezTo>
                  <a:cubicBezTo>
                    <a:pt x="339" y="3218"/>
                    <a:pt x="860" y="3439"/>
                    <a:pt x="1575" y="3439"/>
                  </a:cubicBezTo>
                  <a:cubicBezTo>
                    <a:pt x="1961" y="3439"/>
                    <a:pt x="2403" y="3375"/>
                    <a:pt x="2872" y="3278"/>
                  </a:cubicBezTo>
                  <a:cubicBezTo>
                    <a:pt x="4208" y="3008"/>
                    <a:pt x="5223" y="2528"/>
                    <a:pt x="4966" y="1538"/>
                  </a:cubicBezTo>
                  <a:cubicBezTo>
                    <a:pt x="4702" y="527"/>
                    <a:pt x="3866" y="211"/>
                    <a:pt x="3506" y="105"/>
                  </a:cubicBezTo>
                  <a:cubicBezTo>
                    <a:pt x="3260" y="35"/>
                    <a:pt x="3006" y="0"/>
                    <a:pt x="2752"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85"/>
            <p:cNvSpPr/>
            <p:nvPr/>
          </p:nvSpPr>
          <p:spPr>
            <a:xfrm>
              <a:off x="3149518" y="4144586"/>
              <a:ext cx="46889" cy="58101"/>
            </a:xfrm>
            <a:custGeom>
              <a:rect b="b" l="l" r="r" t="t"/>
              <a:pathLst>
                <a:path extrusionOk="0" h="2218" w="1790">
                  <a:moveTo>
                    <a:pt x="909" y="0"/>
                  </a:moveTo>
                  <a:cubicBezTo>
                    <a:pt x="522" y="0"/>
                    <a:pt x="176" y="303"/>
                    <a:pt x="93" y="805"/>
                  </a:cubicBezTo>
                  <a:cubicBezTo>
                    <a:pt x="1" y="1370"/>
                    <a:pt x="244" y="2128"/>
                    <a:pt x="690" y="2210"/>
                  </a:cubicBezTo>
                  <a:cubicBezTo>
                    <a:pt x="716" y="2215"/>
                    <a:pt x="743" y="2217"/>
                    <a:pt x="769" y="2217"/>
                  </a:cubicBezTo>
                  <a:cubicBezTo>
                    <a:pt x="1187" y="2217"/>
                    <a:pt x="1610" y="1631"/>
                    <a:pt x="1697" y="1103"/>
                  </a:cubicBezTo>
                  <a:cubicBezTo>
                    <a:pt x="1790" y="541"/>
                    <a:pt x="1492" y="95"/>
                    <a:pt x="1050" y="13"/>
                  </a:cubicBezTo>
                  <a:cubicBezTo>
                    <a:pt x="1002" y="4"/>
                    <a:pt x="956" y="0"/>
                    <a:pt x="90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85"/>
            <p:cNvSpPr/>
            <p:nvPr/>
          </p:nvSpPr>
          <p:spPr>
            <a:xfrm>
              <a:off x="3094247" y="4227309"/>
              <a:ext cx="50923" cy="86967"/>
            </a:xfrm>
            <a:custGeom>
              <a:rect b="b" l="l" r="r" t="t"/>
              <a:pathLst>
                <a:path extrusionOk="0" h="3320" w="1944">
                  <a:moveTo>
                    <a:pt x="1943" y="1"/>
                  </a:moveTo>
                  <a:cubicBezTo>
                    <a:pt x="751" y="368"/>
                    <a:pt x="0" y="1512"/>
                    <a:pt x="192" y="2448"/>
                  </a:cubicBezTo>
                  <a:cubicBezTo>
                    <a:pt x="323" y="3100"/>
                    <a:pt x="846" y="3319"/>
                    <a:pt x="1562" y="3319"/>
                  </a:cubicBezTo>
                  <a:cubicBezTo>
                    <a:pt x="1595" y="3319"/>
                    <a:pt x="1628" y="3319"/>
                    <a:pt x="1662" y="3318"/>
                  </a:cubicBezTo>
                  <a:cubicBezTo>
                    <a:pt x="1504" y="3171"/>
                    <a:pt x="1378" y="2962"/>
                    <a:pt x="1295" y="2677"/>
                  </a:cubicBezTo>
                  <a:cubicBezTo>
                    <a:pt x="1042" y="1810"/>
                    <a:pt x="1313" y="734"/>
                    <a:pt x="194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85"/>
            <p:cNvSpPr/>
            <p:nvPr/>
          </p:nvSpPr>
          <p:spPr>
            <a:xfrm>
              <a:off x="3044502" y="4209995"/>
              <a:ext cx="47072" cy="38900"/>
            </a:xfrm>
            <a:custGeom>
              <a:rect b="b" l="l" r="r" t="t"/>
              <a:pathLst>
                <a:path extrusionOk="0" h="1485" w="1797">
                  <a:moveTo>
                    <a:pt x="323" y="1"/>
                  </a:moveTo>
                  <a:cubicBezTo>
                    <a:pt x="295" y="21"/>
                    <a:pt x="271" y="42"/>
                    <a:pt x="251" y="66"/>
                  </a:cubicBezTo>
                  <a:cubicBezTo>
                    <a:pt x="1" y="354"/>
                    <a:pt x="45" y="806"/>
                    <a:pt x="419" y="1131"/>
                  </a:cubicBezTo>
                  <a:cubicBezTo>
                    <a:pt x="656" y="1341"/>
                    <a:pt x="1014" y="1485"/>
                    <a:pt x="1307" y="1485"/>
                  </a:cubicBezTo>
                  <a:cubicBezTo>
                    <a:pt x="1470" y="1485"/>
                    <a:pt x="1613" y="1440"/>
                    <a:pt x="1704" y="1337"/>
                  </a:cubicBezTo>
                  <a:cubicBezTo>
                    <a:pt x="1755" y="1272"/>
                    <a:pt x="1789" y="1193"/>
                    <a:pt x="1796" y="1107"/>
                  </a:cubicBezTo>
                  <a:lnTo>
                    <a:pt x="1796" y="1107"/>
                  </a:lnTo>
                  <a:cubicBezTo>
                    <a:pt x="1793" y="1107"/>
                    <a:pt x="1790" y="1107"/>
                    <a:pt x="1787" y="1107"/>
                  </a:cubicBezTo>
                  <a:cubicBezTo>
                    <a:pt x="1456" y="1107"/>
                    <a:pt x="1016" y="917"/>
                    <a:pt x="713" y="652"/>
                  </a:cubicBezTo>
                  <a:cubicBezTo>
                    <a:pt x="487" y="450"/>
                    <a:pt x="357" y="216"/>
                    <a:pt x="3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85"/>
            <p:cNvSpPr/>
            <p:nvPr/>
          </p:nvSpPr>
          <p:spPr>
            <a:xfrm>
              <a:off x="3083743" y="4158731"/>
              <a:ext cx="44977" cy="53438"/>
            </a:xfrm>
            <a:custGeom>
              <a:rect b="b" l="l" r="r" t="t"/>
              <a:pathLst>
                <a:path extrusionOk="0" h="2040" w="1717">
                  <a:moveTo>
                    <a:pt x="723" y="1"/>
                  </a:moveTo>
                  <a:cubicBezTo>
                    <a:pt x="641" y="18"/>
                    <a:pt x="562" y="49"/>
                    <a:pt x="490" y="90"/>
                  </a:cubicBezTo>
                  <a:cubicBezTo>
                    <a:pt x="106" y="323"/>
                    <a:pt x="0" y="837"/>
                    <a:pt x="305" y="1317"/>
                  </a:cubicBezTo>
                  <a:cubicBezTo>
                    <a:pt x="549" y="1703"/>
                    <a:pt x="1038" y="2039"/>
                    <a:pt x="1421" y="2039"/>
                  </a:cubicBezTo>
                  <a:cubicBezTo>
                    <a:pt x="1517" y="2039"/>
                    <a:pt x="1606" y="2018"/>
                    <a:pt x="1683" y="1971"/>
                  </a:cubicBezTo>
                  <a:cubicBezTo>
                    <a:pt x="1696" y="1961"/>
                    <a:pt x="1707" y="1951"/>
                    <a:pt x="1717" y="1940"/>
                  </a:cubicBezTo>
                  <a:cubicBezTo>
                    <a:pt x="1374" y="1783"/>
                    <a:pt x="1011" y="1420"/>
                    <a:pt x="809" y="1043"/>
                  </a:cubicBezTo>
                  <a:cubicBezTo>
                    <a:pt x="600" y="649"/>
                    <a:pt x="590" y="272"/>
                    <a:pt x="7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85"/>
            <p:cNvSpPr/>
            <p:nvPr/>
          </p:nvSpPr>
          <p:spPr>
            <a:xfrm>
              <a:off x="3149885" y="4144586"/>
              <a:ext cx="35206" cy="56293"/>
            </a:xfrm>
            <a:custGeom>
              <a:rect b="b" l="l" r="r" t="t"/>
              <a:pathLst>
                <a:path extrusionOk="0" h="2149" w="1344">
                  <a:moveTo>
                    <a:pt x="895" y="0"/>
                  </a:moveTo>
                  <a:cubicBezTo>
                    <a:pt x="508" y="0"/>
                    <a:pt x="162" y="303"/>
                    <a:pt x="79" y="805"/>
                  </a:cubicBezTo>
                  <a:cubicBezTo>
                    <a:pt x="1" y="1298"/>
                    <a:pt x="175" y="1936"/>
                    <a:pt x="515" y="2148"/>
                  </a:cubicBezTo>
                  <a:cubicBezTo>
                    <a:pt x="426" y="1747"/>
                    <a:pt x="443" y="1332"/>
                    <a:pt x="573" y="945"/>
                  </a:cubicBezTo>
                  <a:cubicBezTo>
                    <a:pt x="727" y="517"/>
                    <a:pt x="1015" y="243"/>
                    <a:pt x="1344" y="143"/>
                  </a:cubicBezTo>
                  <a:cubicBezTo>
                    <a:pt x="1251" y="78"/>
                    <a:pt x="1149" y="34"/>
                    <a:pt x="1036" y="13"/>
                  </a:cubicBezTo>
                  <a:cubicBezTo>
                    <a:pt x="988" y="4"/>
                    <a:pt x="942" y="0"/>
                    <a:pt x="89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85"/>
            <p:cNvSpPr/>
            <p:nvPr/>
          </p:nvSpPr>
          <p:spPr>
            <a:xfrm>
              <a:off x="3208247" y="4171566"/>
              <a:ext cx="38428" cy="43300"/>
            </a:xfrm>
            <a:custGeom>
              <a:rect b="b" l="l" r="r" t="t"/>
              <a:pathLst>
                <a:path extrusionOk="0" h="1653" w="1467">
                  <a:moveTo>
                    <a:pt x="897" y="0"/>
                  </a:moveTo>
                  <a:cubicBezTo>
                    <a:pt x="625" y="0"/>
                    <a:pt x="350" y="177"/>
                    <a:pt x="192" y="512"/>
                  </a:cubicBezTo>
                  <a:cubicBezTo>
                    <a:pt x="21" y="871"/>
                    <a:pt x="0" y="1378"/>
                    <a:pt x="178" y="1653"/>
                  </a:cubicBezTo>
                  <a:cubicBezTo>
                    <a:pt x="240" y="1307"/>
                    <a:pt x="401" y="984"/>
                    <a:pt x="637" y="727"/>
                  </a:cubicBezTo>
                  <a:cubicBezTo>
                    <a:pt x="869" y="480"/>
                    <a:pt x="1145" y="358"/>
                    <a:pt x="1406" y="358"/>
                  </a:cubicBezTo>
                  <a:cubicBezTo>
                    <a:pt x="1426" y="358"/>
                    <a:pt x="1446" y="359"/>
                    <a:pt x="1467" y="361"/>
                  </a:cubicBezTo>
                  <a:cubicBezTo>
                    <a:pt x="1405" y="227"/>
                    <a:pt x="1299" y="124"/>
                    <a:pt x="1169" y="63"/>
                  </a:cubicBezTo>
                  <a:cubicBezTo>
                    <a:pt x="1081" y="21"/>
                    <a:pt x="989" y="0"/>
                    <a:pt x="8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85"/>
            <p:cNvSpPr/>
            <p:nvPr/>
          </p:nvSpPr>
          <p:spPr>
            <a:xfrm>
              <a:off x="3284815" y="4302515"/>
              <a:ext cx="43379" cy="58415"/>
            </a:xfrm>
            <a:custGeom>
              <a:rect b="b" l="l" r="r" t="t"/>
              <a:pathLst>
                <a:path extrusionOk="0" h="2230" w="1656">
                  <a:moveTo>
                    <a:pt x="817" y="1"/>
                  </a:moveTo>
                  <a:cubicBezTo>
                    <a:pt x="381" y="1"/>
                    <a:pt x="27" y="363"/>
                    <a:pt x="14" y="920"/>
                  </a:cubicBezTo>
                  <a:cubicBezTo>
                    <a:pt x="0" y="1489"/>
                    <a:pt x="346" y="2208"/>
                    <a:pt x="795" y="2229"/>
                  </a:cubicBezTo>
                  <a:cubicBezTo>
                    <a:pt x="802" y="2229"/>
                    <a:pt x="808" y="2229"/>
                    <a:pt x="815" y="2229"/>
                  </a:cubicBezTo>
                  <a:cubicBezTo>
                    <a:pt x="1259" y="2229"/>
                    <a:pt x="1628" y="1556"/>
                    <a:pt x="1642" y="992"/>
                  </a:cubicBezTo>
                  <a:cubicBezTo>
                    <a:pt x="1655" y="423"/>
                    <a:pt x="1302" y="22"/>
                    <a:pt x="853" y="2"/>
                  </a:cubicBezTo>
                  <a:cubicBezTo>
                    <a:pt x="841" y="1"/>
                    <a:pt x="829" y="1"/>
                    <a:pt x="817"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85"/>
            <p:cNvSpPr/>
            <p:nvPr/>
          </p:nvSpPr>
          <p:spPr>
            <a:xfrm>
              <a:off x="3225929" y="4318704"/>
              <a:ext cx="41571" cy="49718"/>
            </a:xfrm>
            <a:custGeom>
              <a:rect b="b" l="l" r="r" t="t"/>
              <a:pathLst>
                <a:path extrusionOk="0" h="1898" w="1587">
                  <a:moveTo>
                    <a:pt x="740" y="0"/>
                  </a:moveTo>
                  <a:cubicBezTo>
                    <a:pt x="687" y="0"/>
                    <a:pt x="633" y="7"/>
                    <a:pt x="579" y="21"/>
                  </a:cubicBezTo>
                  <a:cubicBezTo>
                    <a:pt x="213" y="120"/>
                    <a:pt x="0" y="521"/>
                    <a:pt x="127" y="1001"/>
                  </a:cubicBezTo>
                  <a:cubicBezTo>
                    <a:pt x="243" y="1437"/>
                    <a:pt x="634" y="1898"/>
                    <a:pt x="980" y="1898"/>
                  </a:cubicBezTo>
                  <a:cubicBezTo>
                    <a:pt x="1013" y="1898"/>
                    <a:pt x="1045" y="1894"/>
                    <a:pt x="1076" y="1885"/>
                  </a:cubicBezTo>
                  <a:cubicBezTo>
                    <a:pt x="1446" y="1789"/>
                    <a:pt x="1587" y="1121"/>
                    <a:pt x="1460" y="645"/>
                  </a:cubicBezTo>
                  <a:cubicBezTo>
                    <a:pt x="1349" y="235"/>
                    <a:pt x="1053" y="0"/>
                    <a:pt x="74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85"/>
            <p:cNvSpPr/>
            <p:nvPr/>
          </p:nvSpPr>
          <p:spPr>
            <a:xfrm>
              <a:off x="3370080" y="4383510"/>
              <a:ext cx="53621" cy="40183"/>
            </a:xfrm>
            <a:custGeom>
              <a:rect b="b" l="l" r="r" t="t"/>
              <a:pathLst>
                <a:path extrusionOk="0" h="1534" w="2047">
                  <a:moveTo>
                    <a:pt x="1279" y="0"/>
                  </a:moveTo>
                  <a:cubicBezTo>
                    <a:pt x="1124" y="0"/>
                    <a:pt x="957" y="46"/>
                    <a:pt x="792" y="145"/>
                  </a:cubicBezTo>
                  <a:cubicBezTo>
                    <a:pt x="367" y="395"/>
                    <a:pt x="1" y="970"/>
                    <a:pt x="192" y="1299"/>
                  </a:cubicBezTo>
                  <a:cubicBezTo>
                    <a:pt x="287" y="1462"/>
                    <a:pt x="502" y="1533"/>
                    <a:pt x="746" y="1533"/>
                  </a:cubicBezTo>
                  <a:cubicBezTo>
                    <a:pt x="996" y="1533"/>
                    <a:pt x="1276" y="1458"/>
                    <a:pt x="1491" y="1330"/>
                  </a:cubicBezTo>
                  <a:cubicBezTo>
                    <a:pt x="1916" y="1080"/>
                    <a:pt x="2046" y="645"/>
                    <a:pt x="1851" y="316"/>
                  </a:cubicBezTo>
                  <a:cubicBezTo>
                    <a:pt x="1734" y="114"/>
                    <a:pt x="1522" y="0"/>
                    <a:pt x="127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5"/>
            <p:cNvSpPr/>
            <p:nvPr/>
          </p:nvSpPr>
          <p:spPr>
            <a:xfrm>
              <a:off x="3226636" y="4381624"/>
              <a:ext cx="137812" cy="96005"/>
            </a:xfrm>
            <a:custGeom>
              <a:rect b="b" l="l" r="r" t="t"/>
              <a:pathLst>
                <a:path extrusionOk="0" h="3665" w="5261">
                  <a:moveTo>
                    <a:pt x="2438" y="1"/>
                  </a:moveTo>
                  <a:cubicBezTo>
                    <a:pt x="1512" y="1"/>
                    <a:pt x="672" y="478"/>
                    <a:pt x="388" y="1173"/>
                  </a:cubicBezTo>
                  <a:cubicBezTo>
                    <a:pt x="1" y="2122"/>
                    <a:pt x="946" y="2735"/>
                    <a:pt x="2207" y="3249"/>
                  </a:cubicBezTo>
                  <a:cubicBezTo>
                    <a:pt x="2815" y="3496"/>
                    <a:pt x="3388" y="3664"/>
                    <a:pt x="3855" y="3664"/>
                  </a:cubicBezTo>
                  <a:cubicBezTo>
                    <a:pt x="4360" y="3664"/>
                    <a:pt x="4744" y="3468"/>
                    <a:pt x="4918" y="2965"/>
                  </a:cubicBezTo>
                  <a:cubicBezTo>
                    <a:pt x="5261" y="1978"/>
                    <a:pt x="4743" y="1248"/>
                    <a:pt x="4500" y="967"/>
                  </a:cubicBezTo>
                  <a:cubicBezTo>
                    <a:pt x="4219" y="631"/>
                    <a:pt x="3859" y="367"/>
                    <a:pt x="3451" y="199"/>
                  </a:cubicBezTo>
                  <a:cubicBezTo>
                    <a:pt x="3117" y="63"/>
                    <a:pt x="2772" y="1"/>
                    <a:pt x="2438"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5"/>
            <p:cNvSpPr/>
            <p:nvPr/>
          </p:nvSpPr>
          <p:spPr>
            <a:xfrm>
              <a:off x="3334612" y="4328239"/>
              <a:ext cx="56765" cy="51892"/>
            </a:xfrm>
            <a:custGeom>
              <a:rect b="b" l="l" r="r" t="t"/>
              <a:pathLst>
                <a:path extrusionOk="0" h="1981" w="2167">
                  <a:moveTo>
                    <a:pt x="1321" y="0"/>
                  </a:moveTo>
                  <a:cubicBezTo>
                    <a:pt x="1081" y="0"/>
                    <a:pt x="824" y="111"/>
                    <a:pt x="608" y="342"/>
                  </a:cubicBezTo>
                  <a:cubicBezTo>
                    <a:pt x="220" y="760"/>
                    <a:pt x="1" y="1525"/>
                    <a:pt x="323" y="1840"/>
                  </a:cubicBezTo>
                  <a:cubicBezTo>
                    <a:pt x="423" y="1938"/>
                    <a:pt x="563" y="1980"/>
                    <a:pt x="720" y="1980"/>
                  </a:cubicBezTo>
                  <a:cubicBezTo>
                    <a:pt x="1071" y="1980"/>
                    <a:pt x="1507" y="1769"/>
                    <a:pt x="1776" y="1480"/>
                  </a:cubicBezTo>
                  <a:cubicBezTo>
                    <a:pt x="2167" y="1062"/>
                    <a:pt x="2167" y="527"/>
                    <a:pt x="1845" y="212"/>
                  </a:cubicBezTo>
                  <a:cubicBezTo>
                    <a:pt x="1701" y="73"/>
                    <a:pt x="1516" y="0"/>
                    <a:pt x="1321"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85"/>
            <p:cNvSpPr/>
            <p:nvPr/>
          </p:nvSpPr>
          <p:spPr>
            <a:xfrm>
              <a:off x="3229963" y="4381650"/>
              <a:ext cx="80733" cy="71093"/>
            </a:xfrm>
            <a:custGeom>
              <a:rect b="b" l="l" r="r" t="t"/>
              <a:pathLst>
                <a:path extrusionOk="0" h="2714" w="3082">
                  <a:moveTo>
                    <a:pt x="2309" y="0"/>
                  </a:moveTo>
                  <a:cubicBezTo>
                    <a:pt x="1384" y="0"/>
                    <a:pt x="546" y="475"/>
                    <a:pt x="261" y="1172"/>
                  </a:cubicBezTo>
                  <a:cubicBezTo>
                    <a:pt x="0" y="1816"/>
                    <a:pt x="350" y="2306"/>
                    <a:pt x="1001" y="2714"/>
                  </a:cubicBezTo>
                  <a:cubicBezTo>
                    <a:pt x="953" y="2505"/>
                    <a:pt x="963" y="2261"/>
                    <a:pt x="1052" y="1977"/>
                  </a:cubicBezTo>
                  <a:cubicBezTo>
                    <a:pt x="1323" y="1117"/>
                    <a:pt x="2146" y="373"/>
                    <a:pt x="3081" y="113"/>
                  </a:cubicBezTo>
                  <a:cubicBezTo>
                    <a:pt x="2824" y="36"/>
                    <a:pt x="2563" y="0"/>
                    <a:pt x="2309"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85"/>
            <p:cNvSpPr/>
            <p:nvPr/>
          </p:nvSpPr>
          <p:spPr>
            <a:xfrm>
              <a:off x="3225929" y="4318887"/>
              <a:ext cx="33582" cy="49613"/>
            </a:xfrm>
            <a:custGeom>
              <a:rect b="b" l="l" r="r" t="t"/>
              <a:pathLst>
                <a:path extrusionOk="0" h="1894" w="1282">
                  <a:moveTo>
                    <a:pt x="675" y="0"/>
                  </a:moveTo>
                  <a:cubicBezTo>
                    <a:pt x="644" y="4"/>
                    <a:pt x="610" y="7"/>
                    <a:pt x="579" y="17"/>
                  </a:cubicBezTo>
                  <a:cubicBezTo>
                    <a:pt x="213" y="113"/>
                    <a:pt x="0" y="514"/>
                    <a:pt x="127" y="994"/>
                  </a:cubicBezTo>
                  <a:cubicBezTo>
                    <a:pt x="243" y="1431"/>
                    <a:pt x="636" y="1893"/>
                    <a:pt x="983" y="1893"/>
                  </a:cubicBezTo>
                  <a:cubicBezTo>
                    <a:pt x="1015" y="1893"/>
                    <a:pt x="1046" y="1890"/>
                    <a:pt x="1076" y="1882"/>
                  </a:cubicBezTo>
                  <a:cubicBezTo>
                    <a:pt x="1158" y="1854"/>
                    <a:pt x="1230" y="1806"/>
                    <a:pt x="1282" y="1741"/>
                  </a:cubicBezTo>
                  <a:cubicBezTo>
                    <a:pt x="1008" y="1559"/>
                    <a:pt x="740" y="1152"/>
                    <a:pt x="641" y="761"/>
                  </a:cubicBezTo>
                  <a:cubicBezTo>
                    <a:pt x="562" y="466"/>
                    <a:pt x="586" y="199"/>
                    <a:pt x="67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85"/>
            <p:cNvSpPr/>
            <p:nvPr/>
          </p:nvSpPr>
          <p:spPr>
            <a:xfrm>
              <a:off x="3284815" y="4302515"/>
              <a:ext cx="28736" cy="58310"/>
            </a:xfrm>
            <a:custGeom>
              <a:rect b="b" l="l" r="r" t="t"/>
              <a:pathLst>
                <a:path extrusionOk="0" h="2226" w="1097">
                  <a:moveTo>
                    <a:pt x="817" y="1"/>
                  </a:moveTo>
                  <a:cubicBezTo>
                    <a:pt x="381" y="1"/>
                    <a:pt x="27" y="363"/>
                    <a:pt x="14" y="917"/>
                  </a:cubicBezTo>
                  <a:cubicBezTo>
                    <a:pt x="0" y="1489"/>
                    <a:pt x="346" y="2205"/>
                    <a:pt x="795" y="2226"/>
                  </a:cubicBezTo>
                  <a:cubicBezTo>
                    <a:pt x="812" y="2226"/>
                    <a:pt x="826" y="2222"/>
                    <a:pt x="843" y="2219"/>
                  </a:cubicBezTo>
                  <a:cubicBezTo>
                    <a:pt x="644" y="1900"/>
                    <a:pt x="545" y="1396"/>
                    <a:pt x="586" y="971"/>
                  </a:cubicBezTo>
                  <a:cubicBezTo>
                    <a:pt x="631" y="526"/>
                    <a:pt x="833" y="204"/>
                    <a:pt x="1097" y="56"/>
                  </a:cubicBezTo>
                  <a:cubicBezTo>
                    <a:pt x="1018" y="22"/>
                    <a:pt x="936" y="5"/>
                    <a:pt x="853" y="2"/>
                  </a:cubicBezTo>
                  <a:cubicBezTo>
                    <a:pt x="841" y="1"/>
                    <a:pt x="829" y="1"/>
                    <a:pt x="81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5"/>
            <p:cNvSpPr/>
            <p:nvPr/>
          </p:nvSpPr>
          <p:spPr>
            <a:xfrm>
              <a:off x="3336158" y="4328265"/>
              <a:ext cx="51552" cy="44505"/>
            </a:xfrm>
            <a:custGeom>
              <a:rect b="b" l="l" r="r" t="t"/>
              <a:pathLst>
                <a:path extrusionOk="0" h="1699" w="1968">
                  <a:moveTo>
                    <a:pt x="1261" y="0"/>
                  </a:moveTo>
                  <a:cubicBezTo>
                    <a:pt x="1021" y="0"/>
                    <a:pt x="766" y="111"/>
                    <a:pt x="552" y="341"/>
                  </a:cubicBezTo>
                  <a:cubicBezTo>
                    <a:pt x="209" y="705"/>
                    <a:pt x="0" y="1335"/>
                    <a:pt x="165" y="1698"/>
                  </a:cubicBezTo>
                  <a:cubicBezTo>
                    <a:pt x="312" y="1315"/>
                    <a:pt x="559" y="979"/>
                    <a:pt x="884" y="732"/>
                  </a:cubicBezTo>
                  <a:cubicBezTo>
                    <a:pt x="1141" y="540"/>
                    <a:pt x="1414" y="450"/>
                    <a:pt x="1667" y="450"/>
                  </a:cubicBezTo>
                  <a:cubicBezTo>
                    <a:pt x="1771" y="450"/>
                    <a:pt x="1872" y="466"/>
                    <a:pt x="1967" y="496"/>
                  </a:cubicBezTo>
                  <a:cubicBezTo>
                    <a:pt x="1930" y="389"/>
                    <a:pt x="1868" y="293"/>
                    <a:pt x="1786" y="215"/>
                  </a:cubicBezTo>
                  <a:cubicBezTo>
                    <a:pt x="1641" y="73"/>
                    <a:pt x="1456" y="0"/>
                    <a:pt x="126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85"/>
            <p:cNvSpPr/>
            <p:nvPr/>
          </p:nvSpPr>
          <p:spPr>
            <a:xfrm>
              <a:off x="3373852" y="4383510"/>
              <a:ext cx="47518" cy="28474"/>
            </a:xfrm>
            <a:custGeom>
              <a:rect b="b" l="l" r="r" t="t"/>
              <a:pathLst>
                <a:path extrusionOk="0" h="1087" w="1814">
                  <a:moveTo>
                    <a:pt x="1135" y="0"/>
                  </a:moveTo>
                  <a:cubicBezTo>
                    <a:pt x="980" y="0"/>
                    <a:pt x="813" y="46"/>
                    <a:pt x="648" y="145"/>
                  </a:cubicBezTo>
                  <a:cubicBezTo>
                    <a:pt x="305" y="347"/>
                    <a:pt x="4" y="761"/>
                    <a:pt x="0" y="1087"/>
                  </a:cubicBezTo>
                  <a:cubicBezTo>
                    <a:pt x="247" y="833"/>
                    <a:pt x="556" y="655"/>
                    <a:pt x="898" y="569"/>
                  </a:cubicBezTo>
                  <a:cubicBezTo>
                    <a:pt x="999" y="546"/>
                    <a:pt x="1096" y="535"/>
                    <a:pt x="1188" y="535"/>
                  </a:cubicBezTo>
                  <a:cubicBezTo>
                    <a:pt x="1425" y="535"/>
                    <a:pt x="1632" y="606"/>
                    <a:pt x="1789" y="727"/>
                  </a:cubicBezTo>
                  <a:cubicBezTo>
                    <a:pt x="1813" y="583"/>
                    <a:pt x="1782" y="439"/>
                    <a:pt x="1710" y="316"/>
                  </a:cubicBezTo>
                  <a:cubicBezTo>
                    <a:pt x="1591" y="114"/>
                    <a:pt x="1379" y="0"/>
                    <a:pt x="11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85"/>
            <p:cNvSpPr/>
            <p:nvPr/>
          </p:nvSpPr>
          <p:spPr>
            <a:xfrm>
              <a:off x="3080311" y="4152339"/>
              <a:ext cx="61794" cy="65409"/>
            </a:xfrm>
            <a:custGeom>
              <a:rect b="b" l="l" r="r" t="t"/>
              <a:pathLst>
                <a:path extrusionOk="0" h="2497" w="2359">
                  <a:moveTo>
                    <a:pt x="1022" y="430"/>
                  </a:moveTo>
                  <a:cubicBezTo>
                    <a:pt x="1252" y="430"/>
                    <a:pt x="1492" y="574"/>
                    <a:pt x="1649" y="827"/>
                  </a:cubicBezTo>
                  <a:cubicBezTo>
                    <a:pt x="1827" y="1108"/>
                    <a:pt x="1910" y="1516"/>
                    <a:pt x="1845" y="1794"/>
                  </a:cubicBezTo>
                  <a:cubicBezTo>
                    <a:pt x="1827" y="1873"/>
                    <a:pt x="1786" y="1975"/>
                    <a:pt x="1704" y="2027"/>
                  </a:cubicBezTo>
                  <a:cubicBezTo>
                    <a:pt x="1664" y="2048"/>
                    <a:pt x="1616" y="2062"/>
                    <a:pt x="1569" y="2062"/>
                  </a:cubicBezTo>
                  <a:cubicBezTo>
                    <a:pt x="1564" y="2062"/>
                    <a:pt x="1558" y="2061"/>
                    <a:pt x="1553" y="2061"/>
                  </a:cubicBezTo>
                  <a:cubicBezTo>
                    <a:pt x="1272" y="2061"/>
                    <a:pt x="837" y="1790"/>
                    <a:pt x="618" y="1441"/>
                  </a:cubicBezTo>
                  <a:cubicBezTo>
                    <a:pt x="491" y="1242"/>
                    <a:pt x="446" y="1033"/>
                    <a:pt x="491" y="848"/>
                  </a:cubicBezTo>
                  <a:cubicBezTo>
                    <a:pt x="522" y="708"/>
                    <a:pt x="611" y="584"/>
                    <a:pt x="734" y="512"/>
                  </a:cubicBezTo>
                  <a:cubicBezTo>
                    <a:pt x="820" y="457"/>
                    <a:pt x="919" y="430"/>
                    <a:pt x="1022" y="430"/>
                  </a:cubicBezTo>
                  <a:close/>
                  <a:moveTo>
                    <a:pt x="1017" y="1"/>
                  </a:moveTo>
                  <a:cubicBezTo>
                    <a:pt x="843" y="1"/>
                    <a:pt x="670" y="47"/>
                    <a:pt x="511" y="142"/>
                  </a:cubicBezTo>
                  <a:cubicBezTo>
                    <a:pt x="289" y="276"/>
                    <a:pt x="131" y="495"/>
                    <a:pt x="73" y="749"/>
                  </a:cubicBezTo>
                  <a:cubicBezTo>
                    <a:pt x="1" y="1047"/>
                    <a:pt x="66" y="1376"/>
                    <a:pt x="254" y="1674"/>
                  </a:cubicBezTo>
                  <a:cubicBezTo>
                    <a:pt x="443" y="1955"/>
                    <a:pt x="697" y="2188"/>
                    <a:pt x="998" y="2346"/>
                  </a:cubicBezTo>
                  <a:cubicBezTo>
                    <a:pt x="1169" y="2438"/>
                    <a:pt x="1361" y="2489"/>
                    <a:pt x="1553" y="2496"/>
                  </a:cubicBezTo>
                  <a:cubicBezTo>
                    <a:pt x="1687" y="2496"/>
                    <a:pt x="1814" y="2462"/>
                    <a:pt x="1930" y="2393"/>
                  </a:cubicBezTo>
                  <a:cubicBezTo>
                    <a:pt x="2095" y="2294"/>
                    <a:pt x="2215" y="2119"/>
                    <a:pt x="2266" y="1890"/>
                  </a:cubicBezTo>
                  <a:cubicBezTo>
                    <a:pt x="2359" y="1499"/>
                    <a:pt x="2256" y="978"/>
                    <a:pt x="2016" y="598"/>
                  </a:cubicBezTo>
                  <a:cubicBezTo>
                    <a:pt x="1772" y="214"/>
                    <a:pt x="1393" y="1"/>
                    <a:pt x="10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5"/>
            <p:cNvSpPr/>
            <p:nvPr/>
          </p:nvSpPr>
          <p:spPr>
            <a:xfrm>
              <a:off x="3040547" y="4200302"/>
              <a:ext cx="58101" cy="54145"/>
            </a:xfrm>
            <a:custGeom>
              <a:rect b="b" l="l" r="r" t="t"/>
              <a:pathLst>
                <a:path extrusionOk="0" h="2067" w="2218">
                  <a:moveTo>
                    <a:pt x="877" y="432"/>
                  </a:moveTo>
                  <a:cubicBezTo>
                    <a:pt x="881" y="432"/>
                    <a:pt x="885" y="432"/>
                    <a:pt x="888" y="432"/>
                  </a:cubicBezTo>
                  <a:cubicBezTo>
                    <a:pt x="1053" y="439"/>
                    <a:pt x="1214" y="508"/>
                    <a:pt x="1337" y="621"/>
                  </a:cubicBezTo>
                  <a:cubicBezTo>
                    <a:pt x="1615" y="867"/>
                    <a:pt x="1848" y="1388"/>
                    <a:pt x="1694" y="1563"/>
                  </a:cubicBezTo>
                  <a:cubicBezTo>
                    <a:pt x="1651" y="1612"/>
                    <a:pt x="1567" y="1638"/>
                    <a:pt x="1460" y="1638"/>
                  </a:cubicBezTo>
                  <a:cubicBezTo>
                    <a:pt x="1411" y="1638"/>
                    <a:pt x="1357" y="1632"/>
                    <a:pt x="1300" y="1621"/>
                  </a:cubicBezTo>
                  <a:cubicBezTo>
                    <a:pt x="1084" y="1577"/>
                    <a:pt x="882" y="1477"/>
                    <a:pt x="710" y="1337"/>
                  </a:cubicBezTo>
                  <a:cubicBezTo>
                    <a:pt x="583" y="1231"/>
                    <a:pt x="494" y="1083"/>
                    <a:pt x="463" y="919"/>
                  </a:cubicBezTo>
                  <a:cubicBezTo>
                    <a:pt x="446" y="796"/>
                    <a:pt x="481" y="669"/>
                    <a:pt x="563" y="576"/>
                  </a:cubicBezTo>
                  <a:cubicBezTo>
                    <a:pt x="643" y="486"/>
                    <a:pt x="758" y="432"/>
                    <a:pt x="877" y="432"/>
                  </a:cubicBezTo>
                  <a:close/>
                  <a:moveTo>
                    <a:pt x="885" y="0"/>
                  </a:moveTo>
                  <a:cubicBezTo>
                    <a:pt x="640" y="0"/>
                    <a:pt x="409" y="96"/>
                    <a:pt x="241" y="288"/>
                  </a:cubicBezTo>
                  <a:cubicBezTo>
                    <a:pt x="73" y="477"/>
                    <a:pt x="1" y="730"/>
                    <a:pt x="39" y="981"/>
                  </a:cubicBezTo>
                  <a:cubicBezTo>
                    <a:pt x="83" y="1244"/>
                    <a:pt x="220" y="1484"/>
                    <a:pt x="429" y="1659"/>
                  </a:cubicBezTo>
                  <a:cubicBezTo>
                    <a:pt x="652" y="1851"/>
                    <a:pt x="926" y="1985"/>
                    <a:pt x="1217" y="2043"/>
                  </a:cubicBezTo>
                  <a:cubicBezTo>
                    <a:pt x="1296" y="2060"/>
                    <a:pt x="1378" y="2067"/>
                    <a:pt x="1464" y="2067"/>
                  </a:cubicBezTo>
                  <a:cubicBezTo>
                    <a:pt x="1697" y="2067"/>
                    <a:pt x="1889" y="1995"/>
                    <a:pt x="2016" y="1848"/>
                  </a:cubicBezTo>
                  <a:cubicBezTo>
                    <a:pt x="2187" y="1652"/>
                    <a:pt x="2218" y="1361"/>
                    <a:pt x="2105" y="1029"/>
                  </a:cubicBezTo>
                  <a:cubicBezTo>
                    <a:pt x="2009" y="748"/>
                    <a:pt x="1841" y="494"/>
                    <a:pt x="1622" y="295"/>
                  </a:cubicBezTo>
                  <a:cubicBezTo>
                    <a:pt x="1396" y="99"/>
                    <a:pt x="1133" y="0"/>
                    <a:pt x="8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5"/>
            <p:cNvSpPr/>
            <p:nvPr/>
          </p:nvSpPr>
          <p:spPr>
            <a:xfrm>
              <a:off x="3145825" y="4138456"/>
              <a:ext cx="55612" cy="69312"/>
            </a:xfrm>
            <a:custGeom>
              <a:rect b="b" l="l" r="r" t="t"/>
              <a:pathLst>
                <a:path extrusionOk="0" h="2646" w="2123">
                  <a:moveTo>
                    <a:pt x="1090" y="1"/>
                  </a:moveTo>
                  <a:cubicBezTo>
                    <a:pt x="712" y="1"/>
                    <a:pt x="359" y="223"/>
                    <a:pt x="166" y="593"/>
                  </a:cubicBezTo>
                  <a:cubicBezTo>
                    <a:pt x="76" y="764"/>
                    <a:pt x="219" y="910"/>
                    <a:pt x="362" y="910"/>
                  </a:cubicBezTo>
                  <a:cubicBezTo>
                    <a:pt x="432" y="910"/>
                    <a:pt x="503" y="875"/>
                    <a:pt x="546" y="792"/>
                  </a:cubicBezTo>
                  <a:cubicBezTo>
                    <a:pt x="666" y="565"/>
                    <a:pt x="871" y="434"/>
                    <a:pt x="1093" y="434"/>
                  </a:cubicBezTo>
                  <a:cubicBezTo>
                    <a:pt x="1118" y="434"/>
                    <a:pt x="1144" y="436"/>
                    <a:pt x="1170" y="439"/>
                  </a:cubicBezTo>
                  <a:cubicBezTo>
                    <a:pt x="1314" y="456"/>
                    <a:pt x="1441" y="535"/>
                    <a:pt x="1526" y="652"/>
                  </a:cubicBezTo>
                  <a:cubicBezTo>
                    <a:pt x="1639" y="806"/>
                    <a:pt x="1681" y="1018"/>
                    <a:pt x="1643" y="1248"/>
                  </a:cubicBezTo>
                  <a:cubicBezTo>
                    <a:pt x="1567" y="1719"/>
                    <a:pt x="1183" y="2216"/>
                    <a:pt x="907" y="2216"/>
                  </a:cubicBezTo>
                  <a:cubicBezTo>
                    <a:pt x="896" y="2216"/>
                    <a:pt x="886" y="2216"/>
                    <a:pt x="875" y="2214"/>
                  </a:cubicBezTo>
                  <a:cubicBezTo>
                    <a:pt x="677" y="2187"/>
                    <a:pt x="491" y="1868"/>
                    <a:pt x="447" y="1474"/>
                  </a:cubicBezTo>
                  <a:cubicBezTo>
                    <a:pt x="431" y="1344"/>
                    <a:pt x="333" y="1283"/>
                    <a:pt x="234" y="1283"/>
                  </a:cubicBezTo>
                  <a:cubicBezTo>
                    <a:pt x="117" y="1283"/>
                    <a:pt x="0" y="1368"/>
                    <a:pt x="19" y="1522"/>
                  </a:cubicBezTo>
                  <a:cubicBezTo>
                    <a:pt x="77" y="2033"/>
                    <a:pt x="348" y="2574"/>
                    <a:pt x="814" y="2639"/>
                  </a:cubicBezTo>
                  <a:cubicBezTo>
                    <a:pt x="844" y="2646"/>
                    <a:pt x="875" y="2646"/>
                    <a:pt x="906" y="2646"/>
                  </a:cubicBezTo>
                  <a:cubicBezTo>
                    <a:pt x="1160" y="2646"/>
                    <a:pt x="1420" y="2502"/>
                    <a:pt x="1646" y="2228"/>
                  </a:cubicBezTo>
                  <a:cubicBezTo>
                    <a:pt x="1862" y="1964"/>
                    <a:pt x="2006" y="1649"/>
                    <a:pt x="2064" y="1316"/>
                  </a:cubicBezTo>
                  <a:cubicBezTo>
                    <a:pt x="2123" y="967"/>
                    <a:pt x="2054" y="641"/>
                    <a:pt x="1872" y="395"/>
                  </a:cubicBezTo>
                  <a:cubicBezTo>
                    <a:pt x="1718" y="185"/>
                    <a:pt x="1485" y="48"/>
                    <a:pt x="1228" y="11"/>
                  </a:cubicBezTo>
                  <a:cubicBezTo>
                    <a:pt x="1182" y="4"/>
                    <a:pt x="1136" y="1"/>
                    <a:pt x="10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5"/>
            <p:cNvSpPr/>
            <p:nvPr/>
          </p:nvSpPr>
          <p:spPr>
            <a:xfrm>
              <a:off x="3203663" y="4165751"/>
              <a:ext cx="51552" cy="59620"/>
            </a:xfrm>
            <a:custGeom>
              <a:rect b="b" l="l" r="r" t="t"/>
              <a:pathLst>
                <a:path extrusionOk="0" h="2276" w="1968">
                  <a:moveTo>
                    <a:pt x="1081" y="432"/>
                  </a:moveTo>
                  <a:cubicBezTo>
                    <a:pt x="1143" y="432"/>
                    <a:pt x="1204" y="446"/>
                    <a:pt x="1258" y="473"/>
                  </a:cubicBezTo>
                  <a:cubicBezTo>
                    <a:pt x="1371" y="528"/>
                    <a:pt x="1453" y="631"/>
                    <a:pt x="1484" y="751"/>
                  </a:cubicBezTo>
                  <a:cubicBezTo>
                    <a:pt x="1522" y="912"/>
                    <a:pt x="1498" y="1083"/>
                    <a:pt x="1422" y="1230"/>
                  </a:cubicBezTo>
                  <a:cubicBezTo>
                    <a:pt x="1280" y="1527"/>
                    <a:pt x="922" y="1844"/>
                    <a:pt x="694" y="1844"/>
                  </a:cubicBezTo>
                  <a:cubicBezTo>
                    <a:pt x="663" y="1844"/>
                    <a:pt x="635" y="1839"/>
                    <a:pt x="610" y="1827"/>
                  </a:cubicBezTo>
                  <a:cubicBezTo>
                    <a:pt x="401" y="1724"/>
                    <a:pt x="408" y="1155"/>
                    <a:pt x="569" y="819"/>
                  </a:cubicBezTo>
                  <a:cubicBezTo>
                    <a:pt x="634" y="668"/>
                    <a:pt x="751" y="545"/>
                    <a:pt x="902" y="470"/>
                  </a:cubicBezTo>
                  <a:cubicBezTo>
                    <a:pt x="956" y="446"/>
                    <a:pt x="1017" y="432"/>
                    <a:pt x="1081" y="432"/>
                  </a:cubicBezTo>
                  <a:close/>
                  <a:moveTo>
                    <a:pt x="1077" y="0"/>
                  </a:moveTo>
                  <a:cubicBezTo>
                    <a:pt x="960" y="0"/>
                    <a:pt x="841" y="24"/>
                    <a:pt x="727" y="76"/>
                  </a:cubicBezTo>
                  <a:cubicBezTo>
                    <a:pt x="483" y="192"/>
                    <a:pt x="288" y="387"/>
                    <a:pt x="178" y="634"/>
                  </a:cubicBezTo>
                  <a:cubicBezTo>
                    <a:pt x="55" y="905"/>
                    <a:pt x="0" y="1200"/>
                    <a:pt x="24" y="1498"/>
                  </a:cubicBezTo>
                  <a:cubicBezTo>
                    <a:pt x="52" y="1847"/>
                    <a:pt x="196" y="2104"/>
                    <a:pt x="425" y="2214"/>
                  </a:cubicBezTo>
                  <a:cubicBezTo>
                    <a:pt x="511" y="2255"/>
                    <a:pt x="600" y="2276"/>
                    <a:pt x="693" y="2276"/>
                  </a:cubicBezTo>
                  <a:cubicBezTo>
                    <a:pt x="1138" y="2276"/>
                    <a:pt x="1614" y="1827"/>
                    <a:pt x="1813" y="1415"/>
                  </a:cubicBezTo>
                  <a:cubicBezTo>
                    <a:pt x="1933" y="1176"/>
                    <a:pt x="1967" y="901"/>
                    <a:pt x="1902" y="638"/>
                  </a:cubicBezTo>
                  <a:cubicBezTo>
                    <a:pt x="1800" y="248"/>
                    <a:pt x="1451" y="0"/>
                    <a:pt x="1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5"/>
            <p:cNvSpPr/>
            <p:nvPr/>
          </p:nvSpPr>
          <p:spPr>
            <a:xfrm>
              <a:off x="3090737" y="4218403"/>
              <a:ext cx="143994" cy="101584"/>
            </a:xfrm>
            <a:custGeom>
              <a:rect b="b" l="l" r="r" t="t"/>
              <a:pathLst>
                <a:path extrusionOk="0" h="3878" w="5497">
                  <a:moveTo>
                    <a:pt x="2875" y="0"/>
                  </a:moveTo>
                  <a:cubicBezTo>
                    <a:pt x="2680" y="0"/>
                    <a:pt x="2485" y="20"/>
                    <a:pt x="2293" y="60"/>
                  </a:cubicBezTo>
                  <a:cubicBezTo>
                    <a:pt x="1611" y="197"/>
                    <a:pt x="1004" y="574"/>
                    <a:pt x="583" y="1126"/>
                  </a:cubicBezTo>
                  <a:cubicBezTo>
                    <a:pt x="172" y="1657"/>
                    <a:pt x="0" y="2274"/>
                    <a:pt x="117" y="2829"/>
                  </a:cubicBezTo>
                  <a:cubicBezTo>
                    <a:pt x="230" y="3384"/>
                    <a:pt x="593" y="3723"/>
                    <a:pt x="1200" y="3833"/>
                  </a:cubicBezTo>
                  <a:cubicBezTo>
                    <a:pt x="1364" y="3864"/>
                    <a:pt x="1532" y="3877"/>
                    <a:pt x="1700" y="3877"/>
                  </a:cubicBezTo>
                  <a:cubicBezTo>
                    <a:pt x="2063" y="3877"/>
                    <a:pt x="2505" y="3823"/>
                    <a:pt x="3040" y="3710"/>
                  </a:cubicBezTo>
                  <a:cubicBezTo>
                    <a:pt x="3849" y="3545"/>
                    <a:pt x="4404" y="3350"/>
                    <a:pt x="4781" y="3100"/>
                  </a:cubicBezTo>
                  <a:cubicBezTo>
                    <a:pt x="5295" y="2757"/>
                    <a:pt x="5497" y="2305"/>
                    <a:pt x="5380" y="1749"/>
                  </a:cubicBezTo>
                  <a:cubicBezTo>
                    <a:pt x="5288" y="1290"/>
                    <a:pt x="4993" y="862"/>
                    <a:pt x="4558" y="540"/>
                  </a:cubicBezTo>
                  <a:cubicBezTo>
                    <a:pt x="4514" y="507"/>
                    <a:pt x="4469" y="494"/>
                    <a:pt x="4427" y="494"/>
                  </a:cubicBezTo>
                  <a:cubicBezTo>
                    <a:pt x="4246" y="494"/>
                    <a:pt x="4112" y="750"/>
                    <a:pt x="4301" y="889"/>
                  </a:cubicBezTo>
                  <a:cubicBezTo>
                    <a:pt x="4651" y="1146"/>
                    <a:pt x="4884" y="1482"/>
                    <a:pt x="4959" y="1835"/>
                  </a:cubicBezTo>
                  <a:cubicBezTo>
                    <a:pt x="5034" y="2212"/>
                    <a:pt x="4904" y="2500"/>
                    <a:pt x="4541" y="2740"/>
                  </a:cubicBezTo>
                  <a:cubicBezTo>
                    <a:pt x="4212" y="2959"/>
                    <a:pt x="3705" y="3134"/>
                    <a:pt x="2951" y="3288"/>
                  </a:cubicBezTo>
                  <a:cubicBezTo>
                    <a:pt x="2427" y="3398"/>
                    <a:pt x="2015" y="3442"/>
                    <a:pt x="1697" y="3442"/>
                  </a:cubicBezTo>
                  <a:cubicBezTo>
                    <a:pt x="826" y="3442"/>
                    <a:pt x="610" y="3106"/>
                    <a:pt x="535" y="2743"/>
                  </a:cubicBezTo>
                  <a:cubicBezTo>
                    <a:pt x="364" y="1890"/>
                    <a:pt x="1111" y="742"/>
                    <a:pt x="2379" y="481"/>
                  </a:cubicBezTo>
                  <a:cubicBezTo>
                    <a:pt x="2543" y="447"/>
                    <a:pt x="2710" y="430"/>
                    <a:pt x="2877" y="430"/>
                  </a:cubicBezTo>
                  <a:cubicBezTo>
                    <a:pt x="3111" y="430"/>
                    <a:pt x="3345" y="463"/>
                    <a:pt x="3571" y="529"/>
                  </a:cubicBezTo>
                  <a:cubicBezTo>
                    <a:pt x="3592" y="536"/>
                    <a:pt x="3613" y="539"/>
                    <a:pt x="3634" y="539"/>
                  </a:cubicBezTo>
                  <a:cubicBezTo>
                    <a:pt x="3728" y="539"/>
                    <a:pt x="3813" y="478"/>
                    <a:pt x="3838" y="386"/>
                  </a:cubicBezTo>
                  <a:cubicBezTo>
                    <a:pt x="3873" y="269"/>
                    <a:pt x="3808" y="149"/>
                    <a:pt x="3691" y="118"/>
                  </a:cubicBezTo>
                  <a:cubicBezTo>
                    <a:pt x="3426" y="40"/>
                    <a:pt x="3151" y="0"/>
                    <a:pt x="28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85"/>
            <p:cNvSpPr/>
            <p:nvPr/>
          </p:nvSpPr>
          <p:spPr>
            <a:xfrm>
              <a:off x="3279341" y="4296674"/>
              <a:ext cx="54590" cy="69626"/>
            </a:xfrm>
            <a:custGeom>
              <a:rect b="b" l="l" r="r" t="t"/>
              <a:pathLst>
                <a:path extrusionOk="0" h="2658" w="2084">
                  <a:moveTo>
                    <a:pt x="1009" y="430"/>
                  </a:moveTo>
                  <a:cubicBezTo>
                    <a:pt x="1013" y="430"/>
                    <a:pt x="1017" y="430"/>
                    <a:pt x="1021" y="430"/>
                  </a:cubicBezTo>
                  <a:lnTo>
                    <a:pt x="1049" y="430"/>
                  </a:lnTo>
                  <a:cubicBezTo>
                    <a:pt x="1398" y="444"/>
                    <a:pt x="1645" y="769"/>
                    <a:pt x="1635" y="1201"/>
                  </a:cubicBezTo>
                  <a:cubicBezTo>
                    <a:pt x="1624" y="1534"/>
                    <a:pt x="1467" y="1917"/>
                    <a:pt x="1258" y="2113"/>
                  </a:cubicBezTo>
                  <a:cubicBezTo>
                    <a:pt x="1202" y="2165"/>
                    <a:pt x="1116" y="2226"/>
                    <a:pt x="1025" y="2226"/>
                  </a:cubicBezTo>
                  <a:cubicBezTo>
                    <a:pt x="1020" y="2226"/>
                    <a:pt x="1016" y="2226"/>
                    <a:pt x="1011" y="2226"/>
                  </a:cubicBezTo>
                  <a:cubicBezTo>
                    <a:pt x="730" y="2216"/>
                    <a:pt x="422" y="1633"/>
                    <a:pt x="435" y="1136"/>
                  </a:cubicBezTo>
                  <a:cubicBezTo>
                    <a:pt x="439" y="903"/>
                    <a:pt x="521" y="701"/>
                    <a:pt x="658" y="571"/>
                  </a:cubicBezTo>
                  <a:cubicBezTo>
                    <a:pt x="754" y="481"/>
                    <a:pt x="879" y="430"/>
                    <a:pt x="1009" y="430"/>
                  </a:cubicBezTo>
                  <a:close/>
                  <a:moveTo>
                    <a:pt x="1019" y="1"/>
                  </a:moveTo>
                  <a:cubicBezTo>
                    <a:pt x="776" y="1"/>
                    <a:pt x="543" y="92"/>
                    <a:pt x="367" y="259"/>
                  </a:cubicBezTo>
                  <a:cubicBezTo>
                    <a:pt x="141" y="464"/>
                    <a:pt x="14" y="773"/>
                    <a:pt x="4" y="1126"/>
                  </a:cubicBezTo>
                  <a:cubicBezTo>
                    <a:pt x="0" y="1465"/>
                    <a:pt x="86" y="1801"/>
                    <a:pt x="247" y="2099"/>
                  </a:cubicBezTo>
                  <a:cubicBezTo>
                    <a:pt x="442" y="2445"/>
                    <a:pt x="706" y="2644"/>
                    <a:pt x="990" y="2658"/>
                  </a:cubicBezTo>
                  <a:lnTo>
                    <a:pt x="1021" y="2658"/>
                  </a:lnTo>
                  <a:cubicBezTo>
                    <a:pt x="1206" y="2658"/>
                    <a:pt x="1391" y="2579"/>
                    <a:pt x="1549" y="2428"/>
                  </a:cubicBezTo>
                  <a:cubicBezTo>
                    <a:pt x="1847" y="2157"/>
                    <a:pt x="2053" y="1667"/>
                    <a:pt x="2063" y="1215"/>
                  </a:cubicBezTo>
                  <a:cubicBezTo>
                    <a:pt x="2084" y="550"/>
                    <a:pt x="1655" y="26"/>
                    <a:pt x="1069" y="2"/>
                  </a:cubicBezTo>
                  <a:cubicBezTo>
                    <a:pt x="1052" y="1"/>
                    <a:pt x="1035" y="1"/>
                    <a:pt x="1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85"/>
            <p:cNvSpPr/>
            <p:nvPr/>
          </p:nvSpPr>
          <p:spPr>
            <a:xfrm>
              <a:off x="3219642" y="4312758"/>
              <a:ext cx="53516" cy="61087"/>
            </a:xfrm>
            <a:custGeom>
              <a:rect b="b" l="l" r="r" t="t"/>
              <a:pathLst>
                <a:path extrusionOk="0" h="2332" w="2043">
                  <a:moveTo>
                    <a:pt x="977" y="433"/>
                  </a:moveTo>
                  <a:cubicBezTo>
                    <a:pt x="1066" y="433"/>
                    <a:pt x="1152" y="460"/>
                    <a:pt x="1224" y="508"/>
                  </a:cubicBezTo>
                  <a:cubicBezTo>
                    <a:pt x="1357" y="608"/>
                    <a:pt x="1450" y="752"/>
                    <a:pt x="1487" y="916"/>
                  </a:cubicBezTo>
                  <a:cubicBezTo>
                    <a:pt x="1583" y="1273"/>
                    <a:pt x="1484" y="1835"/>
                    <a:pt x="1258" y="1896"/>
                  </a:cubicBezTo>
                  <a:cubicBezTo>
                    <a:pt x="1246" y="1899"/>
                    <a:pt x="1233" y="1901"/>
                    <a:pt x="1219" y="1901"/>
                  </a:cubicBezTo>
                  <a:cubicBezTo>
                    <a:pt x="1129" y="1901"/>
                    <a:pt x="1011" y="1835"/>
                    <a:pt x="898" y="1725"/>
                  </a:cubicBezTo>
                  <a:cubicBezTo>
                    <a:pt x="744" y="1567"/>
                    <a:pt x="631" y="1372"/>
                    <a:pt x="569" y="1160"/>
                  </a:cubicBezTo>
                  <a:cubicBezTo>
                    <a:pt x="477" y="817"/>
                    <a:pt x="603" y="519"/>
                    <a:pt x="871" y="447"/>
                  </a:cubicBezTo>
                  <a:cubicBezTo>
                    <a:pt x="905" y="436"/>
                    <a:pt x="939" y="433"/>
                    <a:pt x="977" y="433"/>
                  </a:cubicBezTo>
                  <a:close/>
                  <a:moveTo>
                    <a:pt x="975" y="0"/>
                  </a:moveTo>
                  <a:cubicBezTo>
                    <a:pt x="902" y="0"/>
                    <a:pt x="829" y="10"/>
                    <a:pt x="758" y="29"/>
                  </a:cubicBezTo>
                  <a:cubicBezTo>
                    <a:pt x="261" y="162"/>
                    <a:pt x="0" y="697"/>
                    <a:pt x="151" y="1273"/>
                  </a:cubicBezTo>
                  <a:cubicBezTo>
                    <a:pt x="233" y="1557"/>
                    <a:pt x="384" y="1817"/>
                    <a:pt x="593" y="2030"/>
                  </a:cubicBezTo>
                  <a:cubicBezTo>
                    <a:pt x="795" y="2229"/>
                    <a:pt x="1011" y="2331"/>
                    <a:pt x="1213" y="2331"/>
                  </a:cubicBezTo>
                  <a:cubicBezTo>
                    <a:pt x="1265" y="2331"/>
                    <a:pt x="1316" y="2325"/>
                    <a:pt x="1368" y="2311"/>
                  </a:cubicBezTo>
                  <a:cubicBezTo>
                    <a:pt x="1909" y="2167"/>
                    <a:pt x="2043" y="1338"/>
                    <a:pt x="1902" y="803"/>
                  </a:cubicBezTo>
                  <a:cubicBezTo>
                    <a:pt x="1840" y="543"/>
                    <a:pt x="1683" y="313"/>
                    <a:pt x="1467" y="155"/>
                  </a:cubicBezTo>
                  <a:cubicBezTo>
                    <a:pt x="1322" y="54"/>
                    <a:pt x="1150" y="0"/>
                    <a:pt x="9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85"/>
            <p:cNvSpPr/>
            <p:nvPr/>
          </p:nvSpPr>
          <p:spPr>
            <a:xfrm>
              <a:off x="3330395" y="4322685"/>
              <a:ext cx="65383" cy="62475"/>
            </a:xfrm>
            <a:custGeom>
              <a:rect b="b" l="l" r="r" t="t"/>
              <a:pathLst>
                <a:path extrusionOk="0" h="2385" w="2496">
                  <a:moveTo>
                    <a:pt x="1499" y="1"/>
                  </a:moveTo>
                  <a:cubicBezTo>
                    <a:pt x="1317" y="1"/>
                    <a:pt x="1130" y="48"/>
                    <a:pt x="954" y="143"/>
                  </a:cubicBezTo>
                  <a:cubicBezTo>
                    <a:pt x="738" y="257"/>
                    <a:pt x="855" y="549"/>
                    <a:pt x="1051" y="549"/>
                  </a:cubicBezTo>
                  <a:cubicBezTo>
                    <a:pt x="1085" y="549"/>
                    <a:pt x="1121" y="540"/>
                    <a:pt x="1159" y="520"/>
                  </a:cubicBezTo>
                  <a:cubicBezTo>
                    <a:pt x="1270" y="460"/>
                    <a:pt x="1385" y="430"/>
                    <a:pt x="1495" y="430"/>
                  </a:cubicBezTo>
                  <a:cubicBezTo>
                    <a:pt x="1635" y="430"/>
                    <a:pt x="1767" y="478"/>
                    <a:pt x="1872" y="571"/>
                  </a:cubicBezTo>
                  <a:cubicBezTo>
                    <a:pt x="1982" y="667"/>
                    <a:pt x="2043" y="801"/>
                    <a:pt x="2050" y="948"/>
                  </a:cubicBezTo>
                  <a:cubicBezTo>
                    <a:pt x="2057" y="1137"/>
                    <a:pt x="1975" y="1336"/>
                    <a:pt x="1814" y="1507"/>
                  </a:cubicBezTo>
                  <a:cubicBezTo>
                    <a:pt x="1564" y="1775"/>
                    <a:pt x="1158" y="1953"/>
                    <a:pt x="877" y="1953"/>
                  </a:cubicBezTo>
                  <a:cubicBezTo>
                    <a:pt x="777" y="1953"/>
                    <a:pt x="693" y="1930"/>
                    <a:pt x="638" y="1881"/>
                  </a:cubicBezTo>
                  <a:cubicBezTo>
                    <a:pt x="491" y="1747"/>
                    <a:pt x="515" y="1380"/>
                    <a:pt x="697" y="1027"/>
                  </a:cubicBezTo>
                  <a:cubicBezTo>
                    <a:pt x="784" y="855"/>
                    <a:pt x="641" y="711"/>
                    <a:pt x="498" y="711"/>
                  </a:cubicBezTo>
                  <a:cubicBezTo>
                    <a:pt x="427" y="711"/>
                    <a:pt x="356" y="747"/>
                    <a:pt x="313" y="832"/>
                  </a:cubicBezTo>
                  <a:cubicBezTo>
                    <a:pt x="80" y="1284"/>
                    <a:pt x="1" y="1887"/>
                    <a:pt x="350" y="2203"/>
                  </a:cubicBezTo>
                  <a:cubicBezTo>
                    <a:pt x="491" y="2320"/>
                    <a:pt x="668" y="2385"/>
                    <a:pt x="854" y="2385"/>
                  </a:cubicBezTo>
                  <a:cubicBezTo>
                    <a:pt x="863" y="2385"/>
                    <a:pt x="872" y="2385"/>
                    <a:pt x="882" y="2384"/>
                  </a:cubicBezTo>
                  <a:cubicBezTo>
                    <a:pt x="1015" y="2384"/>
                    <a:pt x="1145" y="2364"/>
                    <a:pt x="1276" y="2323"/>
                  </a:cubicBezTo>
                  <a:cubicBezTo>
                    <a:pt x="1601" y="2227"/>
                    <a:pt x="1896" y="2045"/>
                    <a:pt x="2132" y="1802"/>
                  </a:cubicBezTo>
                  <a:cubicBezTo>
                    <a:pt x="2372" y="1545"/>
                    <a:pt x="2496" y="1233"/>
                    <a:pt x="2482" y="928"/>
                  </a:cubicBezTo>
                  <a:cubicBezTo>
                    <a:pt x="2472" y="667"/>
                    <a:pt x="2355" y="424"/>
                    <a:pt x="2160" y="249"/>
                  </a:cubicBezTo>
                  <a:cubicBezTo>
                    <a:pt x="1976" y="85"/>
                    <a:pt x="1742" y="1"/>
                    <a:pt x="1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85"/>
            <p:cNvSpPr/>
            <p:nvPr/>
          </p:nvSpPr>
          <p:spPr>
            <a:xfrm>
              <a:off x="3366858" y="4377774"/>
              <a:ext cx="60694" cy="51447"/>
            </a:xfrm>
            <a:custGeom>
              <a:rect b="b" l="l" r="r" t="t"/>
              <a:pathLst>
                <a:path extrusionOk="0" h="1964" w="2317">
                  <a:moveTo>
                    <a:pt x="1401" y="432"/>
                  </a:moveTo>
                  <a:cubicBezTo>
                    <a:pt x="1568" y="432"/>
                    <a:pt x="1711" y="504"/>
                    <a:pt x="1792" y="641"/>
                  </a:cubicBezTo>
                  <a:cubicBezTo>
                    <a:pt x="1854" y="751"/>
                    <a:pt x="1868" y="881"/>
                    <a:pt x="1823" y="997"/>
                  </a:cubicBezTo>
                  <a:cubicBezTo>
                    <a:pt x="1765" y="1152"/>
                    <a:pt x="1652" y="1282"/>
                    <a:pt x="1505" y="1361"/>
                  </a:cubicBezTo>
                  <a:cubicBezTo>
                    <a:pt x="1313" y="1470"/>
                    <a:pt x="1097" y="1529"/>
                    <a:pt x="877" y="1532"/>
                  </a:cubicBezTo>
                  <a:cubicBezTo>
                    <a:pt x="692" y="1532"/>
                    <a:pt x="545" y="1484"/>
                    <a:pt x="501" y="1405"/>
                  </a:cubicBezTo>
                  <a:cubicBezTo>
                    <a:pt x="453" y="1323"/>
                    <a:pt x="480" y="1176"/>
                    <a:pt x="569" y="1011"/>
                  </a:cubicBezTo>
                  <a:cubicBezTo>
                    <a:pt x="679" y="819"/>
                    <a:pt x="836" y="658"/>
                    <a:pt x="1021" y="545"/>
                  </a:cubicBezTo>
                  <a:cubicBezTo>
                    <a:pt x="1150" y="469"/>
                    <a:pt x="1282" y="432"/>
                    <a:pt x="1401" y="432"/>
                  </a:cubicBezTo>
                  <a:close/>
                  <a:moveTo>
                    <a:pt x="1402" y="1"/>
                  </a:moveTo>
                  <a:cubicBezTo>
                    <a:pt x="1208" y="1"/>
                    <a:pt x="1002" y="56"/>
                    <a:pt x="806" y="172"/>
                  </a:cubicBezTo>
                  <a:cubicBezTo>
                    <a:pt x="548" y="329"/>
                    <a:pt x="339" y="545"/>
                    <a:pt x="192" y="802"/>
                  </a:cubicBezTo>
                  <a:cubicBezTo>
                    <a:pt x="21" y="1111"/>
                    <a:pt x="0" y="1405"/>
                    <a:pt x="127" y="1625"/>
                  </a:cubicBezTo>
                  <a:cubicBezTo>
                    <a:pt x="257" y="1844"/>
                    <a:pt x="521" y="1964"/>
                    <a:pt x="871" y="1964"/>
                  </a:cubicBezTo>
                  <a:lnTo>
                    <a:pt x="877" y="1964"/>
                  </a:lnTo>
                  <a:cubicBezTo>
                    <a:pt x="1176" y="1960"/>
                    <a:pt x="1467" y="1878"/>
                    <a:pt x="1724" y="1731"/>
                  </a:cubicBezTo>
                  <a:cubicBezTo>
                    <a:pt x="1960" y="1601"/>
                    <a:pt x="2139" y="1388"/>
                    <a:pt x="2234" y="1138"/>
                  </a:cubicBezTo>
                  <a:cubicBezTo>
                    <a:pt x="2317" y="898"/>
                    <a:pt x="2289" y="638"/>
                    <a:pt x="2163" y="422"/>
                  </a:cubicBezTo>
                  <a:cubicBezTo>
                    <a:pt x="1999" y="146"/>
                    <a:pt x="1716" y="1"/>
                    <a:pt x="1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5"/>
            <p:cNvSpPr/>
            <p:nvPr/>
          </p:nvSpPr>
          <p:spPr>
            <a:xfrm>
              <a:off x="3225746" y="4375757"/>
              <a:ext cx="140589" cy="108133"/>
            </a:xfrm>
            <a:custGeom>
              <a:rect b="b" l="l" r="r" t="t"/>
              <a:pathLst>
                <a:path extrusionOk="0" h="4128" w="5367">
                  <a:moveTo>
                    <a:pt x="2467" y="1"/>
                  </a:moveTo>
                  <a:cubicBezTo>
                    <a:pt x="2159" y="1"/>
                    <a:pt x="1850" y="50"/>
                    <a:pt x="1553" y="149"/>
                  </a:cubicBezTo>
                  <a:cubicBezTo>
                    <a:pt x="915" y="362"/>
                    <a:pt x="432" y="780"/>
                    <a:pt x="216" y="1304"/>
                  </a:cubicBezTo>
                  <a:cubicBezTo>
                    <a:pt x="0" y="1828"/>
                    <a:pt x="113" y="2315"/>
                    <a:pt x="555" y="2743"/>
                  </a:cubicBezTo>
                  <a:cubicBezTo>
                    <a:pt x="881" y="3059"/>
                    <a:pt x="1388" y="3353"/>
                    <a:pt x="2156" y="3665"/>
                  </a:cubicBezTo>
                  <a:cubicBezTo>
                    <a:pt x="2920" y="3980"/>
                    <a:pt x="3485" y="4128"/>
                    <a:pt x="3941" y="4128"/>
                  </a:cubicBezTo>
                  <a:lnTo>
                    <a:pt x="3951" y="4128"/>
                  </a:lnTo>
                  <a:cubicBezTo>
                    <a:pt x="4558" y="4128"/>
                    <a:pt x="4979" y="3864"/>
                    <a:pt x="5192" y="3343"/>
                  </a:cubicBezTo>
                  <a:cubicBezTo>
                    <a:pt x="5367" y="2911"/>
                    <a:pt x="5363" y="2390"/>
                    <a:pt x="5178" y="1880"/>
                  </a:cubicBezTo>
                  <a:cubicBezTo>
                    <a:pt x="5141" y="1779"/>
                    <a:pt x="5061" y="1736"/>
                    <a:pt x="4981" y="1736"/>
                  </a:cubicBezTo>
                  <a:cubicBezTo>
                    <a:pt x="4847" y="1736"/>
                    <a:pt x="4712" y="1856"/>
                    <a:pt x="4774" y="2024"/>
                  </a:cubicBezTo>
                  <a:cubicBezTo>
                    <a:pt x="4921" y="2435"/>
                    <a:pt x="4928" y="2846"/>
                    <a:pt x="4791" y="3179"/>
                  </a:cubicBezTo>
                  <a:cubicBezTo>
                    <a:pt x="4678" y="3453"/>
                    <a:pt x="4478" y="3696"/>
                    <a:pt x="3958" y="3696"/>
                  </a:cubicBezTo>
                  <a:cubicBezTo>
                    <a:pt x="3594" y="3696"/>
                    <a:pt x="3074" y="3578"/>
                    <a:pt x="2317" y="3268"/>
                  </a:cubicBezTo>
                  <a:cubicBezTo>
                    <a:pt x="1604" y="2976"/>
                    <a:pt x="1138" y="2712"/>
                    <a:pt x="854" y="2435"/>
                  </a:cubicBezTo>
                  <a:cubicBezTo>
                    <a:pt x="545" y="2133"/>
                    <a:pt x="466" y="1825"/>
                    <a:pt x="614" y="1469"/>
                  </a:cubicBezTo>
                  <a:cubicBezTo>
                    <a:pt x="778" y="1064"/>
                    <a:pt x="1172" y="732"/>
                    <a:pt x="1686" y="557"/>
                  </a:cubicBezTo>
                  <a:cubicBezTo>
                    <a:pt x="1941" y="472"/>
                    <a:pt x="2204" y="429"/>
                    <a:pt x="2467" y="429"/>
                  </a:cubicBezTo>
                  <a:cubicBezTo>
                    <a:pt x="2785" y="429"/>
                    <a:pt x="3101" y="491"/>
                    <a:pt x="3400" y="615"/>
                  </a:cubicBezTo>
                  <a:cubicBezTo>
                    <a:pt x="3777" y="769"/>
                    <a:pt x="4106" y="1013"/>
                    <a:pt x="4366" y="1321"/>
                  </a:cubicBezTo>
                  <a:cubicBezTo>
                    <a:pt x="4414" y="1378"/>
                    <a:pt x="4472" y="1402"/>
                    <a:pt x="4528" y="1402"/>
                  </a:cubicBezTo>
                  <a:cubicBezTo>
                    <a:pt x="4687" y="1402"/>
                    <a:pt x="4833" y="1209"/>
                    <a:pt x="4698" y="1047"/>
                  </a:cubicBezTo>
                  <a:cubicBezTo>
                    <a:pt x="4393" y="680"/>
                    <a:pt x="4006" y="396"/>
                    <a:pt x="3564" y="218"/>
                  </a:cubicBezTo>
                  <a:cubicBezTo>
                    <a:pt x="3213" y="73"/>
                    <a:pt x="2840" y="1"/>
                    <a:pt x="2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0" name="Google Shape;12410;p85"/>
          <p:cNvGrpSpPr/>
          <p:nvPr/>
        </p:nvGrpSpPr>
        <p:grpSpPr>
          <a:xfrm>
            <a:off x="3635776" y="4118522"/>
            <a:ext cx="271406" cy="385381"/>
            <a:chOff x="3635776" y="4118522"/>
            <a:chExt cx="271406" cy="385381"/>
          </a:xfrm>
        </p:grpSpPr>
        <p:sp>
          <p:nvSpPr>
            <p:cNvPr id="12411" name="Google Shape;12411;p85"/>
            <p:cNvSpPr/>
            <p:nvPr/>
          </p:nvSpPr>
          <p:spPr>
            <a:xfrm>
              <a:off x="3641984" y="4124285"/>
              <a:ext cx="188525" cy="373881"/>
            </a:xfrm>
            <a:custGeom>
              <a:rect b="b" l="l" r="r" t="t"/>
              <a:pathLst>
                <a:path extrusionOk="0" h="14273" w="7197">
                  <a:moveTo>
                    <a:pt x="3598" y="0"/>
                  </a:moveTo>
                  <a:cubicBezTo>
                    <a:pt x="2536" y="0"/>
                    <a:pt x="1676" y="860"/>
                    <a:pt x="1676" y="1922"/>
                  </a:cubicBezTo>
                  <a:lnTo>
                    <a:pt x="1676" y="8252"/>
                  </a:lnTo>
                  <a:cubicBezTo>
                    <a:pt x="501" y="9088"/>
                    <a:pt x="0" y="10589"/>
                    <a:pt x="439" y="11966"/>
                  </a:cubicBezTo>
                  <a:cubicBezTo>
                    <a:pt x="878" y="13341"/>
                    <a:pt x="2156" y="14273"/>
                    <a:pt x="3598" y="14273"/>
                  </a:cubicBezTo>
                  <a:cubicBezTo>
                    <a:pt x="5041" y="14273"/>
                    <a:pt x="6319" y="13341"/>
                    <a:pt x="6758" y="11966"/>
                  </a:cubicBezTo>
                  <a:cubicBezTo>
                    <a:pt x="7197" y="10589"/>
                    <a:pt x="6696" y="9088"/>
                    <a:pt x="5521" y="8252"/>
                  </a:cubicBezTo>
                  <a:lnTo>
                    <a:pt x="5521" y="1922"/>
                  </a:lnTo>
                  <a:cubicBezTo>
                    <a:pt x="5521" y="860"/>
                    <a:pt x="4661" y="0"/>
                    <a:pt x="359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5"/>
            <p:cNvSpPr/>
            <p:nvPr/>
          </p:nvSpPr>
          <p:spPr>
            <a:xfrm>
              <a:off x="3669175" y="4154802"/>
              <a:ext cx="123457" cy="312847"/>
            </a:xfrm>
            <a:custGeom>
              <a:rect b="b" l="l" r="r" t="t"/>
              <a:pathLst>
                <a:path extrusionOk="0" h="11943" w="4713">
                  <a:moveTo>
                    <a:pt x="2560" y="0"/>
                  </a:moveTo>
                  <a:cubicBezTo>
                    <a:pt x="2142" y="0"/>
                    <a:pt x="1803" y="339"/>
                    <a:pt x="1803" y="757"/>
                  </a:cubicBezTo>
                  <a:lnTo>
                    <a:pt x="1803" y="7686"/>
                  </a:lnTo>
                  <a:lnTo>
                    <a:pt x="1313" y="8036"/>
                  </a:lnTo>
                  <a:cubicBezTo>
                    <a:pt x="1" y="8968"/>
                    <a:pt x="141" y="10959"/>
                    <a:pt x="1574" y="11699"/>
                  </a:cubicBezTo>
                  <a:cubicBezTo>
                    <a:pt x="1896" y="11866"/>
                    <a:pt x="2232" y="11942"/>
                    <a:pt x="2559" y="11942"/>
                  </a:cubicBezTo>
                  <a:cubicBezTo>
                    <a:pt x="3685" y="11942"/>
                    <a:pt x="4710" y="11038"/>
                    <a:pt x="4712" y="9790"/>
                  </a:cubicBezTo>
                  <a:cubicBezTo>
                    <a:pt x="4712" y="9095"/>
                    <a:pt x="4373" y="8440"/>
                    <a:pt x="3808" y="8036"/>
                  </a:cubicBezTo>
                  <a:lnTo>
                    <a:pt x="3318" y="7690"/>
                  </a:lnTo>
                  <a:lnTo>
                    <a:pt x="3318" y="757"/>
                  </a:lnTo>
                  <a:cubicBezTo>
                    <a:pt x="3318" y="339"/>
                    <a:pt x="2979" y="0"/>
                    <a:pt x="2560"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85"/>
            <p:cNvSpPr/>
            <p:nvPr/>
          </p:nvSpPr>
          <p:spPr>
            <a:xfrm>
              <a:off x="3675095" y="4154802"/>
              <a:ext cx="61165" cy="312847"/>
            </a:xfrm>
            <a:custGeom>
              <a:rect b="b" l="l" r="r" t="t"/>
              <a:pathLst>
                <a:path extrusionOk="0" h="11943" w="2335">
                  <a:moveTo>
                    <a:pt x="2334" y="0"/>
                  </a:moveTo>
                  <a:cubicBezTo>
                    <a:pt x="1916" y="0"/>
                    <a:pt x="1577" y="339"/>
                    <a:pt x="1577" y="757"/>
                  </a:cubicBezTo>
                  <a:lnTo>
                    <a:pt x="1577" y="7690"/>
                  </a:lnTo>
                  <a:lnTo>
                    <a:pt x="1087" y="8036"/>
                  </a:lnTo>
                  <a:cubicBezTo>
                    <a:pt x="326" y="8581"/>
                    <a:pt x="1" y="9554"/>
                    <a:pt x="285" y="10445"/>
                  </a:cubicBezTo>
                  <a:cubicBezTo>
                    <a:pt x="570" y="11336"/>
                    <a:pt x="1399" y="11942"/>
                    <a:pt x="2334" y="11942"/>
                  </a:cubicBezTo>
                  <a:cubicBezTo>
                    <a:pt x="1656" y="11942"/>
                    <a:pt x="1108" y="10980"/>
                    <a:pt x="1104" y="9790"/>
                  </a:cubicBezTo>
                  <a:cubicBezTo>
                    <a:pt x="1104" y="8427"/>
                    <a:pt x="2047" y="7690"/>
                    <a:pt x="2047" y="7690"/>
                  </a:cubicBezTo>
                  <a:lnTo>
                    <a:pt x="2047" y="757"/>
                  </a:lnTo>
                  <a:cubicBezTo>
                    <a:pt x="2047" y="339"/>
                    <a:pt x="2095" y="0"/>
                    <a:pt x="233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85"/>
            <p:cNvSpPr/>
            <p:nvPr/>
          </p:nvSpPr>
          <p:spPr>
            <a:xfrm>
              <a:off x="3716404" y="4154802"/>
              <a:ext cx="39685" cy="86182"/>
            </a:xfrm>
            <a:custGeom>
              <a:rect b="b" l="l" r="r" t="t"/>
              <a:pathLst>
                <a:path extrusionOk="0" h="3290" w="1515">
                  <a:moveTo>
                    <a:pt x="757" y="0"/>
                  </a:moveTo>
                  <a:cubicBezTo>
                    <a:pt x="339" y="0"/>
                    <a:pt x="0" y="339"/>
                    <a:pt x="0" y="757"/>
                  </a:cubicBezTo>
                  <a:lnTo>
                    <a:pt x="0" y="3290"/>
                  </a:lnTo>
                  <a:lnTo>
                    <a:pt x="1515" y="3290"/>
                  </a:lnTo>
                  <a:lnTo>
                    <a:pt x="1515" y="757"/>
                  </a:lnTo>
                  <a:cubicBezTo>
                    <a:pt x="1515" y="339"/>
                    <a:pt x="1176" y="0"/>
                    <a:pt x="7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85"/>
            <p:cNvSpPr/>
            <p:nvPr/>
          </p:nvSpPr>
          <p:spPr>
            <a:xfrm>
              <a:off x="3635776" y="4118522"/>
              <a:ext cx="200942" cy="385381"/>
            </a:xfrm>
            <a:custGeom>
              <a:rect b="b" l="l" r="r" t="t"/>
              <a:pathLst>
                <a:path extrusionOk="0" h="14712" w="7671">
                  <a:moveTo>
                    <a:pt x="3835" y="1"/>
                  </a:moveTo>
                  <a:cubicBezTo>
                    <a:pt x="2650" y="1"/>
                    <a:pt x="1694" y="960"/>
                    <a:pt x="1694" y="2142"/>
                  </a:cubicBezTo>
                  <a:lnTo>
                    <a:pt x="1694" y="8362"/>
                  </a:lnTo>
                  <a:cubicBezTo>
                    <a:pt x="484" y="9280"/>
                    <a:pt x="1" y="10867"/>
                    <a:pt x="484" y="12306"/>
                  </a:cubicBezTo>
                  <a:cubicBezTo>
                    <a:pt x="971" y="13742"/>
                    <a:pt x="2317" y="14712"/>
                    <a:pt x="3835" y="14712"/>
                  </a:cubicBezTo>
                  <a:cubicBezTo>
                    <a:pt x="5350" y="14712"/>
                    <a:pt x="6700" y="13742"/>
                    <a:pt x="7183" y="12306"/>
                  </a:cubicBezTo>
                  <a:cubicBezTo>
                    <a:pt x="7670" y="10867"/>
                    <a:pt x="7183" y="9280"/>
                    <a:pt x="5977" y="8362"/>
                  </a:cubicBezTo>
                  <a:lnTo>
                    <a:pt x="5977" y="4569"/>
                  </a:lnTo>
                  <a:cubicBezTo>
                    <a:pt x="5977" y="4423"/>
                    <a:pt x="5868" y="4350"/>
                    <a:pt x="5758" y="4350"/>
                  </a:cubicBezTo>
                  <a:cubicBezTo>
                    <a:pt x="5648" y="4350"/>
                    <a:pt x="5539" y="4423"/>
                    <a:pt x="5539" y="4569"/>
                  </a:cubicBezTo>
                  <a:lnTo>
                    <a:pt x="5539" y="8472"/>
                  </a:lnTo>
                  <a:cubicBezTo>
                    <a:pt x="5539" y="8540"/>
                    <a:pt x="5573" y="8609"/>
                    <a:pt x="5631" y="8650"/>
                  </a:cubicBezTo>
                  <a:cubicBezTo>
                    <a:pt x="6728" y="9431"/>
                    <a:pt x="7197" y="10833"/>
                    <a:pt x="6786" y="12118"/>
                  </a:cubicBezTo>
                  <a:cubicBezTo>
                    <a:pt x="6375" y="13399"/>
                    <a:pt x="5182" y="14273"/>
                    <a:pt x="3835" y="14273"/>
                  </a:cubicBezTo>
                  <a:cubicBezTo>
                    <a:pt x="2489" y="14273"/>
                    <a:pt x="1293" y="13399"/>
                    <a:pt x="885" y="12118"/>
                  </a:cubicBezTo>
                  <a:cubicBezTo>
                    <a:pt x="474" y="10833"/>
                    <a:pt x="940" y="9431"/>
                    <a:pt x="2040" y="8650"/>
                  </a:cubicBezTo>
                  <a:cubicBezTo>
                    <a:pt x="2098" y="8609"/>
                    <a:pt x="2132" y="8540"/>
                    <a:pt x="2132" y="8472"/>
                  </a:cubicBezTo>
                  <a:lnTo>
                    <a:pt x="2132" y="2142"/>
                  </a:lnTo>
                  <a:cubicBezTo>
                    <a:pt x="2132" y="1203"/>
                    <a:pt x="2893" y="439"/>
                    <a:pt x="3835" y="439"/>
                  </a:cubicBezTo>
                  <a:cubicBezTo>
                    <a:pt x="4774" y="439"/>
                    <a:pt x="5539" y="1203"/>
                    <a:pt x="5539" y="2142"/>
                  </a:cubicBezTo>
                  <a:lnTo>
                    <a:pt x="5539" y="3695"/>
                  </a:lnTo>
                  <a:cubicBezTo>
                    <a:pt x="5539" y="3815"/>
                    <a:pt x="5638" y="3914"/>
                    <a:pt x="5758" y="3914"/>
                  </a:cubicBezTo>
                  <a:cubicBezTo>
                    <a:pt x="5878" y="3914"/>
                    <a:pt x="5977" y="3815"/>
                    <a:pt x="5977" y="3695"/>
                  </a:cubicBezTo>
                  <a:lnTo>
                    <a:pt x="5977" y="2142"/>
                  </a:lnTo>
                  <a:cubicBezTo>
                    <a:pt x="5977" y="960"/>
                    <a:pt x="5018" y="1"/>
                    <a:pt x="3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5"/>
            <p:cNvSpPr/>
            <p:nvPr/>
          </p:nvSpPr>
          <p:spPr>
            <a:xfrm>
              <a:off x="3665848" y="4149144"/>
              <a:ext cx="132442" cy="324216"/>
            </a:xfrm>
            <a:custGeom>
              <a:rect b="b" l="l" r="r" t="t"/>
              <a:pathLst>
                <a:path extrusionOk="0" h="12377" w="5056">
                  <a:moveTo>
                    <a:pt x="2687" y="435"/>
                  </a:moveTo>
                  <a:lnTo>
                    <a:pt x="2687" y="439"/>
                  </a:lnTo>
                  <a:cubicBezTo>
                    <a:pt x="2986" y="439"/>
                    <a:pt x="3225" y="679"/>
                    <a:pt x="3225" y="977"/>
                  </a:cubicBezTo>
                  <a:lnTo>
                    <a:pt x="3225" y="1618"/>
                  </a:lnTo>
                  <a:lnTo>
                    <a:pt x="2149" y="1618"/>
                  </a:lnTo>
                  <a:lnTo>
                    <a:pt x="2149" y="977"/>
                  </a:lnTo>
                  <a:cubicBezTo>
                    <a:pt x="2146" y="679"/>
                    <a:pt x="2389" y="435"/>
                    <a:pt x="2687" y="435"/>
                  </a:cubicBezTo>
                  <a:close/>
                  <a:moveTo>
                    <a:pt x="3225" y="2056"/>
                  </a:moveTo>
                  <a:lnTo>
                    <a:pt x="3225" y="3287"/>
                  </a:lnTo>
                  <a:lnTo>
                    <a:pt x="2149" y="3287"/>
                  </a:lnTo>
                  <a:lnTo>
                    <a:pt x="2149" y="2056"/>
                  </a:lnTo>
                  <a:close/>
                  <a:moveTo>
                    <a:pt x="3225" y="3725"/>
                  </a:moveTo>
                  <a:lnTo>
                    <a:pt x="3225" y="4959"/>
                  </a:lnTo>
                  <a:lnTo>
                    <a:pt x="2149" y="4959"/>
                  </a:lnTo>
                  <a:lnTo>
                    <a:pt x="2149" y="3725"/>
                  </a:lnTo>
                  <a:close/>
                  <a:moveTo>
                    <a:pt x="3225" y="5394"/>
                  </a:moveTo>
                  <a:lnTo>
                    <a:pt x="3225" y="6628"/>
                  </a:lnTo>
                  <a:lnTo>
                    <a:pt x="2149" y="6628"/>
                  </a:lnTo>
                  <a:lnTo>
                    <a:pt x="2149" y="5394"/>
                  </a:lnTo>
                  <a:close/>
                  <a:moveTo>
                    <a:pt x="2684" y="0"/>
                  </a:moveTo>
                  <a:cubicBezTo>
                    <a:pt x="2146" y="0"/>
                    <a:pt x="1711" y="435"/>
                    <a:pt x="1711" y="973"/>
                  </a:cubicBezTo>
                  <a:lnTo>
                    <a:pt x="1711" y="7793"/>
                  </a:lnTo>
                  <a:lnTo>
                    <a:pt x="1313" y="8074"/>
                  </a:lnTo>
                  <a:cubicBezTo>
                    <a:pt x="265" y="8821"/>
                    <a:pt x="1" y="10263"/>
                    <a:pt x="720" y="11329"/>
                  </a:cubicBezTo>
                  <a:cubicBezTo>
                    <a:pt x="768" y="11403"/>
                    <a:pt x="833" y="11433"/>
                    <a:pt x="898" y="11433"/>
                  </a:cubicBezTo>
                  <a:cubicBezTo>
                    <a:pt x="1053" y="11433"/>
                    <a:pt x="1202" y="11258"/>
                    <a:pt x="1084" y="11086"/>
                  </a:cubicBezTo>
                  <a:cubicBezTo>
                    <a:pt x="498" y="10215"/>
                    <a:pt x="710" y="9037"/>
                    <a:pt x="1567" y="8430"/>
                  </a:cubicBezTo>
                  <a:lnTo>
                    <a:pt x="2054" y="8081"/>
                  </a:lnTo>
                  <a:cubicBezTo>
                    <a:pt x="2112" y="8039"/>
                    <a:pt x="2146" y="7974"/>
                    <a:pt x="2146" y="7902"/>
                  </a:cubicBezTo>
                  <a:lnTo>
                    <a:pt x="2146" y="7059"/>
                  </a:lnTo>
                  <a:lnTo>
                    <a:pt x="3225" y="7059"/>
                  </a:lnTo>
                  <a:lnTo>
                    <a:pt x="3225" y="7902"/>
                  </a:lnTo>
                  <a:cubicBezTo>
                    <a:pt x="3225" y="7974"/>
                    <a:pt x="3260" y="8039"/>
                    <a:pt x="3315" y="8081"/>
                  </a:cubicBezTo>
                  <a:lnTo>
                    <a:pt x="3805" y="8430"/>
                  </a:lnTo>
                  <a:cubicBezTo>
                    <a:pt x="4490" y="8917"/>
                    <a:pt x="4781" y="9794"/>
                    <a:pt x="4528" y="10592"/>
                  </a:cubicBezTo>
                  <a:cubicBezTo>
                    <a:pt x="4271" y="11394"/>
                    <a:pt x="3527" y="11939"/>
                    <a:pt x="2684" y="11939"/>
                  </a:cubicBezTo>
                  <a:lnTo>
                    <a:pt x="2687" y="11939"/>
                  </a:lnTo>
                  <a:cubicBezTo>
                    <a:pt x="2682" y="11939"/>
                    <a:pt x="2677" y="11939"/>
                    <a:pt x="2671" y="11939"/>
                  </a:cubicBezTo>
                  <a:cubicBezTo>
                    <a:pt x="2279" y="11939"/>
                    <a:pt x="1898" y="11816"/>
                    <a:pt x="1581" y="11593"/>
                  </a:cubicBezTo>
                  <a:cubicBezTo>
                    <a:pt x="1537" y="11562"/>
                    <a:pt x="1493" y="11549"/>
                    <a:pt x="1451" y="11549"/>
                  </a:cubicBezTo>
                  <a:cubicBezTo>
                    <a:pt x="1266" y="11549"/>
                    <a:pt x="1134" y="11812"/>
                    <a:pt x="1330" y="11949"/>
                  </a:cubicBezTo>
                  <a:cubicBezTo>
                    <a:pt x="1735" y="12233"/>
                    <a:pt x="2208" y="12376"/>
                    <a:pt x="2684" y="12376"/>
                  </a:cubicBezTo>
                  <a:cubicBezTo>
                    <a:pt x="3059" y="12376"/>
                    <a:pt x="3436" y="12287"/>
                    <a:pt x="3781" y="12107"/>
                  </a:cubicBezTo>
                  <a:cubicBezTo>
                    <a:pt x="4565" y="11699"/>
                    <a:pt x="5055" y="10891"/>
                    <a:pt x="5055" y="10006"/>
                  </a:cubicBezTo>
                  <a:cubicBezTo>
                    <a:pt x="5055" y="9239"/>
                    <a:pt x="4682" y="8519"/>
                    <a:pt x="4058" y="8074"/>
                  </a:cubicBezTo>
                  <a:lnTo>
                    <a:pt x="3661" y="7793"/>
                  </a:lnTo>
                  <a:lnTo>
                    <a:pt x="3661" y="973"/>
                  </a:lnTo>
                  <a:cubicBezTo>
                    <a:pt x="3661" y="435"/>
                    <a:pt x="3225" y="0"/>
                    <a:pt x="26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5"/>
            <p:cNvSpPr/>
            <p:nvPr/>
          </p:nvSpPr>
          <p:spPr>
            <a:xfrm>
              <a:off x="3843869" y="4172117"/>
              <a:ext cx="63313" cy="107740"/>
            </a:xfrm>
            <a:custGeom>
              <a:rect b="b" l="l" r="r" t="t"/>
              <a:pathLst>
                <a:path extrusionOk="0" h="4113" w="2417">
                  <a:moveTo>
                    <a:pt x="1203" y="0"/>
                  </a:moveTo>
                  <a:cubicBezTo>
                    <a:pt x="439" y="0"/>
                    <a:pt x="0" y="446"/>
                    <a:pt x="0" y="1220"/>
                  </a:cubicBezTo>
                  <a:lnTo>
                    <a:pt x="0" y="2889"/>
                  </a:lnTo>
                  <a:cubicBezTo>
                    <a:pt x="0" y="3307"/>
                    <a:pt x="117" y="3626"/>
                    <a:pt x="353" y="3835"/>
                  </a:cubicBezTo>
                  <a:cubicBezTo>
                    <a:pt x="559" y="4017"/>
                    <a:pt x="850" y="4113"/>
                    <a:pt x="1200" y="4113"/>
                  </a:cubicBezTo>
                  <a:cubicBezTo>
                    <a:pt x="1916" y="4113"/>
                    <a:pt x="2416" y="3701"/>
                    <a:pt x="2416" y="3115"/>
                  </a:cubicBezTo>
                  <a:cubicBezTo>
                    <a:pt x="2416" y="2889"/>
                    <a:pt x="2320" y="2841"/>
                    <a:pt x="2169" y="2841"/>
                  </a:cubicBezTo>
                  <a:cubicBezTo>
                    <a:pt x="2015" y="2841"/>
                    <a:pt x="1933" y="2900"/>
                    <a:pt x="1923" y="3013"/>
                  </a:cubicBezTo>
                  <a:cubicBezTo>
                    <a:pt x="1888" y="3270"/>
                    <a:pt x="1840" y="3660"/>
                    <a:pt x="1234" y="3660"/>
                  </a:cubicBezTo>
                  <a:cubicBezTo>
                    <a:pt x="734" y="3660"/>
                    <a:pt x="494" y="3407"/>
                    <a:pt x="494" y="2889"/>
                  </a:cubicBezTo>
                  <a:lnTo>
                    <a:pt x="494" y="1220"/>
                  </a:lnTo>
                  <a:cubicBezTo>
                    <a:pt x="494" y="706"/>
                    <a:pt x="737" y="449"/>
                    <a:pt x="1217" y="449"/>
                  </a:cubicBezTo>
                  <a:cubicBezTo>
                    <a:pt x="1772" y="449"/>
                    <a:pt x="1905" y="789"/>
                    <a:pt x="1923" y="1073"/>
                  </a:cubicBezTo>
                  <a:cubicBezTo>
                    <a:pt x="1926" y="1186"/>
                    <a:pt x="2015" y="1248"/>
                    <a:pt x="2169" y="1248"/>
                  </a:cubicBezTo>
                  <a:cubicBezTo>
                    <a:pt x="2320" y="1248"/>
                    <a:pt x="2416" y="1203"/>
                    <a:pt x="2416" y="977"/>
                  </a:cubicBezTo>
                  <a:cubicBezTo>
                    <a:pt x="2416" y="401"/>
                    <a:pt x="191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5"/>
            <p:cNvSpPr/>
            <p:nvPr/>
          </p:nvSpPr>
          <p:spPr>
            <a:xfrm>
              <a:off x="3808218" y="4137068"/>
              <a:ext cx="43746" cy="37406"/>
            </a:xfrm>
            <a:custGeom>
              <a:rect b="b" l="l" r="r" t="t"/>
              <a:pathLst>
                <a:path extrusionOk="0" h="1428" w="1670">
                  <a:moveTo>
                    <a:pt x="952" y="438"/>
                  </a:moveTo>
                  <a:cubicBezTo>
                    <a:pt x="1095" y="438"/>
                    <a:pt x="1231" y="548"/>
                    <a:pt x="1231" y="715"/>
                  </a:cubicBezTo>
                  <a:cubicBezTo>
                    <a:pt x="1231" y="869"/>
                    <a:pt x="1108" y="992"/>
                    <a:pt x="957" y="992"/>
                  </a:cubicBezTo>
                  <a:cubicBezTo>
                    <a:pt x="710" y="992"/>
                    <a:pt x="587" y="694"/>
                    <a:pt x="758" y="519"/>
                  </a:cubicBezTo>
                  <a:cubicBezTo>
                    <a:pt x="815" y="463"/>
                    <a:pt x="884" y="438"/>
                    <a:pt x="952" y="438"/>
                  </a:cubicBezTo>
                  <a:close/>
                  <a:moveTo>
                    <a:pt x="950" y="0"/>
                  </a:moveTo>
                  <a:cubicBezTo>
                    <a:pt x="774" y="0"/>
                    <a:pt x="595" y="66"/>
                    <a:pt x="450" y="211"/>
                  </a:cubicBezTo>
                  <a:cubicBezTo>
                    <a:pt x="1" y="660"/>
                    <a:pt x="319" y="1428"/>
                    <a:pt x="957" y="1428"/>
                  </a:cubicBezTo>
                  <a:cubicBezTo>
                    <a:pt x="1347" y="1428"/>
                    <a:pt x="1670" y="1109"/>
                    <a:pt x="1670" y="715"/>
                  </a:cubicBezTo>
                  <a:cubicBezTo>
                    <a:pt x="1670" y="284"/>
                    <a:pt x="1317" y="0"/>
                    <a:pt x="9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9" name="Google Shape;12419;p85"/>
          <p:cNvGrpSpPr/>
          <p:nvPr/>
        </p:nvGrpSpPr>
        <p:grpSpPr>
          <a:xfrm>
            <a:off x="1358016" y="3195384"/>
            <a:ext cx="414641" cy="367699"/>
            <a:chOff x="1358016" y="3195384"/>
            <a:chExt cx="414641" cy="367699"/>
          </a:xfrm>
        </p:grpSpPr>
        <p:sp>
          <p:nvSpPr>
            <p:cNvPr id="12420" name="Google Shape;12420;p85"/>
            <p:cNvSpPr/>
            <p:nvPr/>
          </p:nvSpPr>
          <p:spPr>
            <a:xfrm>
              <a:off x="1418055" y="3251127"/>
              <a:ext cx="181715" cy="166915"/>
            </a:xfrm>
            <a:custGeom>
              <a:rect b="b" l="l" r="r" t="t"/>
              <a:pathLst>
                <a:path extrusionOk="0" h="6372" w="6937">
                  <a:moveTo>
                    <a:pt x="3478" y="0"/>
                  </a:moveTo>
                  <a:cubicBezTo>
                    <a:pt x="3461" y="0"/>
                    <a:pt x="3444" y="0"/>
                    <a:pt x="3427" y="1"/>
                  </a:cubicBezTo>
                  <a:cubicBezTo>
                    <a:pt x="1522" y="28"/>
                    <a:pt x="1" y="1587"/>
                    <a:pt x="14" y="3489"/>
                  </a:cubicBezTo>
                  <a:lnTo>
                    <a:pt x="14" y="3585"/>
                  </a:lnTo>
                  <a:cubicBezTo>
                    <a:pt x="18" y="3599"/>
                    <a:pt x="18" y="3609"/>
                    <a:pt x="18" y="3619"/>
                  </a:cubicBezTo>
                  <a:cubicBezTo>
                    <a:pt x="18" y="3640"/>
                    <a:pt x="18" y="3660"/>
                    <a:pt x="21" y="3681"/>
                  </a:cubicBezTo>
                  <a:cubicBezTo>
                    <a:pt x="21" y="3695"/>
                    <a:pt x="21" y="3705"/>
                    <a:pt x="21" y="3719"/>
                  </a:cubicBezTo>
                  <a:cubicBezTo>
                    <a:pt x="21" y="3736"/>
                    <a:pt x="25" y="3756"/>
                    <a:pt x="28" y="3774"/>
                  </a:cubicBezTo>
                  <a:cubicBezTo>
                    <a:pt x="28" y="3791"/>
                    <a:pt x="28" y="3801"/>
                    <a:pt x="31" y="3811"/>
                  </a:cubicBezTo>
                  <a:cubicBezTo>
                    <a:pt x="31" y="3825"/>
                    <a:pt x="35" y="3849"/>
                    <a:pt x="35" y="3866"/>
                  </a:cubicBezTo>
                  <a:cubicBezTo>
                    <a:pt x="38" y="3883"/>
                    <a:pt x="38" y="3893"/>
                    <a:pt x="38" y="3904"/>
                  </a:cubicBezTo>
                  <a:cubicBezTo>
                    <a:pt x="42" y="3917"/>
                    <a:pt x="45" y="3941"/>
                    <a:pt x="45" y="3959"/>
                  </a:cubicBezTo>
                  <a:cubicBezTo>
                    <a:pt x="49" y="3976"/>
                    <a:pt x="49" y="3983"/>
                    <a:pt x="52" y="3996"/>
                  </a:cubicBezTo>
                  <a:cubicBezTo>
                    <a:pt x="52" y="4010"/>
                    <a:pt x="55" y="4031"/>
                    <a:pt x="59" y="4048"/>
                  </a:cubicBezTo>
                  <a:cubicBezTo>
                    <a:pt x="62" y="4065"/>
                    <a:pt x="62" y="4075"/>
                    <a:pt x="66" y="4089"/>
                  </a:cubicBezTo>
                  <a:cubicBezTo>
                    <a:pt x="66" y="4099"/>
                    <a:pt x="72" y="4123"/>
                    <a:pt x="76" y="4140"/>
                  </a:cubicBezTo>
                  <a:cubicBezTo>
                    <a:pt x="79" y="4157"/>
                    <a:pt x="79" y="4164"/>
                    <a:pt x="83" y="4178"/>
                  </a:cubicBezTo>
                  <a:cubicBezTo>
                    <a:pt x="86" y="4192"/>
                    <a:pt x="90" y="4212"/>
                    <a:pt x="93" y="4229"/>
                  </a:cubicBezTo>
                  <a:cubicBezTo>
                    <a:pt x="96" y="4246"/>
                    <a:pt x="100" y="4253"/>
                    <a:pt x="100" y="4267"/>
                  </a:cubicBezTo>
                  <a:cubicBezTo>
                    <a:pt x="103" y="4277"/>
                    <a:pt x="110" y="4305"/>
                    <a:pt x="114" y="4322"/>
                  </a:cubicBezTo>
                  <a:lnTo>
                    <a:pt x="120" y="4353"/>
                  </a:lnTo>
                  <a:cubicBezTo>
                    <a:pt x="127" y="4377"/>
                    <a:pt x="134" y="4397"/>
                    <a:pt x="141" y="4421"/>
                  </a:cubicBezTo>
                  <a:lnTo>
                    <a:pt x="144" y="4442"/>
                  </a:lnTo>
                  <a:cubicBezTo>
                    <a:pt x="155" y="4469"/>
                    <a:pt x="162" y="4497"/>
                    <a:pt x="172" y="4527"/>
                  </a:cubicBezTo>
                  <a:lnTo>
                    <a:pt x="179" y="4551"/>
                  </a:lnTo>
                  <a:cubicBezTo>
                    <a:pt x="186" y="4572"/>
                    <a:pt x="192" y="4593"/>
                    <a:pt x="199" y="4610"/>
                  </a:cubicBezTo>
                  <a:cubicBezTo>
                    <a:pt x="203" y="4620"/>
                    <a:pt x="206" y="4634"/>
                    <a:pt x="210" y="4644"/>
                  </a:cubicBezTo>
                  <a:cubicBezTo>
                    <a:pt x="216" y="4661"/>
                    <a:pt x="223" y="4678"/>
                    <a:pt x="227" y="4695"/>
                  </a:cubicBezTo>
                  <a:lnTo>
                    <a:pt x="240" y="4730"/>
                  </a:lnTo>
                  <a:lnTo>
                    <a:pt x="261" y="4778"/>
                  </a:lnTo>
                  <a:lnTo>
                    <a:pt x="275" y="4812"/>
                  </a:lnTo>
                  <a:cubicBezTo>
                    <a:pt x="282" y="4829"/>
                    <a:pt x="288" y="4846"/>
                    <a:pt x="295" y="4860"/>
                  </a:cubicBezTo>
                  <a:lnTo>
                    <a:pt x="309" y="4897"/>
                  </a:lnTo>
                  <a:cubicBezTo>
                    <a:pt x="316" y="4911"/>
                    <a:pt x="323" y="4925"/>
                    <a:pt x="329" y="4942"/>
                  </a:cubicBezTo>
                  <a:lnTo>
                    <a:pt x="347" y="4976"/>
                  </a:lnTo>
                  <a:lnTo>
                    <a:pt x="367" y="5021"/>
                  </a:lnTo>
                  <a:lnTo>
                    <a:pt x="384" y="5055"/>
                  </a:lnTo>
                  <a:lnTo>
                    <a:pt x="408" y="5103"/>
                  </a:lnTo>
                  <a:lnTo>
                    <a:pt x="425" y="5134"/>
                  </a:lnTo>
                  <a:lnTo>
                    <a:pt x="453" y="5182"/>
                  </a:lnTo>
                  <a:lnTo>
                    <a:pt x="470" y="5213"/>
                  </a:lnTo>
                  <a:lnTo>
                    <a:pt x="501" y="5264"/>
                  </a:lnTo>
                  <a:lnTo>
                    <a:pt x="515" y="5288"/>
                  </a:lnTo>
                  <a:cubicBezTo>
                    <a:pt x="528" y="5312"/>
                    <a:pt x="545" y="5336"/>
                    <a:pt x="559" y="5360"/>
                  </a:cubicBezTo>
                  <a:lnTo>
                    <a:pt x="566" y="5370"/>
                  </a:lnTo>
                  <a:cubicBezTo>
                    <a:pt x="580" y="5394"/>
                    <a:pt x="597" y="5415"/>
                    <a:pt x="610" y="5435"/>
                  </a:cubicBezTo>
                  <a:lnTo>
                    <a:pt x="628" y="5459"/>
                  </a:lnTo>
                  <a:lnTo>
                    <a:pt x="658" y="5507"/>
                  </a:lnTo>
                  <a:lnTo>
                    <a:pt x="679" y="5535"/>
                  </a:lnTo>
                  <a:lnTo>
                    <a:pt x="713" y="5576"/>
                  </a:lnTo>
                  <a:lnTo>
                    <a:pt x="734" y="5607"/>
                  </a:lnTo>
                  <a:lnTo>
                    <a:pt x="765" y="5648"/>
                  </a:lnTo>
                  <a:lnTo>
                    <a:pt x="789" y="5675"/>
                  </a:lnTo>
                  <a:lnTo>
                    <a:pt x="820" y="5716"/>
                  </a:lnTo>
                  <a:lnTo>
                    <a:pt x="844" y="5744"/>
                  </a:lnTo>
                  <a:lnTo>
                    <a:pt x="878" y="5782"/>
                  </a:lnTo>
                  <a:lnTo>
                    <a:pt x="902" y="5809"/>
                  </a:lnTo>
                  <a:lnTo>
                    <a:pt x="939" y="5847"/>
                  </a:lnTo>
                  <a:lnTo>
                    <a:pt x="963" y="5874"/>
                  </a:lnTo>
                  <a:lnTo>
                    <a:pt x="1001" y="5912"/>
                  </a:lnTo>
                  <a:lnTo>
                    <a:pt x="1022" y="5936"/>
                  </a:lnTo>
                  <a:lnTo>
                    <a:pt x="1066" y="5977"/>
                  </a:lnTo>
                  <a:lnTo>
                    <a:pt x="1083" y="5997"/>
                  </a:lnTo>
                  <a:cubicBezTo>
                    <a:pt x="1104" y="6015"/>
                    <a:pt x="1128" y="6035"/>
                    <a:pt x="1149" y="6056"/>
                  </a:cubicBezTo>
                  <a:cubicBezTo>
                    <a:pt x="1169" y="6076"/>
                    <a:pt x="1193" y="6097"/>
                    <a:pt x="1214" y="6114"/>
                  </a:cubicBezTo>
                  <a:cubicBezTo>
                    <a:pt x="1323" y="6207"/>
                    <a:pt x="1440" y="6292"/>
                    <a:pt x="1556" y="6371"/>
                  </a:cubicBezTo>
                  <a:cubicBezTo>
                    <a:pt x="1928" y="6042"/>
                    <a:pt x="2401" y="5868"/>
                    <a:pt x="2882" y="5868"/>
                  </a:cubicBezTo>
                  <a:cubicBezTo>
                    <a:pt x="3093" y="5868"/>
                    <a:pt x="3306" y="5901"/>
                    <a:pt x="3513" y="5970"/>
                  </a:cubicBezTo>
                  <a:cubicBezTo>
                    <a:pt x="3856" y="4459"/>
                    <a:pt x="5199" y="3386"/>
                    <a:pt x="6748" y="3386"/>
                  </a:cubicBezTo>
                  <a:cubicBezTo>
                    <a:pt x="6813" y="3386"/>
                    <a:pt x="6875" y="3386"/>
                    <a:pt x="6936" y="3390"/>
                  </a:cubicBezTo>
                  <a:cubicBezTo>
                    <a:pt x="6899" y="1505"/>
                    <a:pt x="5357" y="0"/>
                    <a:pt x="3478"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5"/>
            <p:cNvSpPr/>
            <p:nvPr/>
          </p:nvSpPr>
          <p:spPr>
            <a:xfrm>
              <a:off x="1459967" y="3251048"/>
              <a:ext cx="139803" cy="168067"/>
            </a:xfrm>
            <a:custGeom>
              <a:rect b="b" l="l" r="r" t="t"/>
              <a:pathLst>
                <a:path extrusionOk="0" h="6416" w="5337">
                  <a:moveTo>
                    <a:pt x="2030" y="0"/>
                  </a:moveTo>
                  <a:cubicBezTo>
                    <a:pt x="676" y="757"/>
                    <a:pt x="1" y="2334"/>
                    <a:pt x="388" y="3838"/>
                  </a:cubicBezTo>
                  <a:cubicBezTo>
                    <a:pt x="775" y="5343"/>
                    <a:pt x="2125" y="6401"/>
                    <a:pt x="3678" y="6415"/>
                  </a:cubicBezTo>
                  <a:cubicBezTo>
                    <a:pt x="3839" y="6316"/>
                    <a:pt x="3993" y="6203"/>
                    <a:pt x="4137" y="6079"/>
                  </a:cubicBezTo>
                  <a:cubicBezTo>
                    <a:pt x="4158" y="6062"/>
                    <a:pt x="4178" y="6042"/>
                    <a:pt x="4202" y="6021"/>
                  </a:cubicBezTo>
                  <a:cubicBezTo>
                    <a:pt x="4226" y="6000"/>
                    <a:pt x="4247" y="5983"/>
                    <a:pt x="4267" y="5963"/>
                  </a:cubicBezTo>
                  <a:lnTo>
                    <a:pt x="4284" y="5942"/>
                  </a:lnTo>
                  <a:lnTo>
                    <a:pt x="4329" y="5901"/>
                  </a:lnTo>
                  <a:lnTo>
                    <a:pt x="4349" y="5877"/>
                  </a:lnTo>
                  <a:lnTo>
                    <a:pt x="4387" y="5839"/>
                  </a:lnTo>
                  <a:lnTo>
                    <a:pt x="4411" y="5812"/>
                  </a:lnTo>
                  <a:lnTo>
                    <a:pt x="4449" y="5774"/>
                  </a:lnTo>
                  <a:lnTo>
                    <a:pt x="4473" y="5747"/>
                  </a:lnTo>
                  <a:lnTo>
                    <a:pt x="4507" y="5709"/>
                  </a:lnTo>
                  <a:lnTo>
                    <a:pt x="4531" y="5682"/>
                  </a:lnTo>
                  <a:lnTo>
                    <a:pt x="4562" y="5641"/>
                  </a:lnTo>
                  <a:lnTo>
                    <a:pt x="4586" y="5613"/>
                  </a:lnTo>
                  <a:lnTo>
                    <a:pt x="4617" y="5572"/>
                  </a:lnTo>
                  <a:lnTo>
                    <a:pt x="4641" y="5541"/>
                  </a:lnTo>
                  <a:lnTo>
                    <a:pt x="4672" y="5500"/>
                  </a:lnTo>
                  <a:lnTo>
                    <a:pt x="4692" y="5473"/>
                  </a:lnTo>
                  <a:lnTo>
                    <a:pt x="4723" y="5425"/>
                  </a:lnTo>
                  <a:lnTo>
                    <a:pt x="4740" y="5401"/>
                  </a:lnTo>
                  <a:cubicBezTo>
                    <a:pt x="4757" y="5380"/>
                    <a:pt x="4771" y="5360"/>
                    <a:pt x="4785" y="5336"/>
                  </a:cubicBezTo>
                  <a:lnTo>
                    <a:pt x="4791" y="5325"/>
                  </a:lnTo>
                  <a:cubicBezTo>
                    <a:pt x="4805" y="5301"/>
                    <a:pt x="4822" y="5277"/>
                    <a:pt x="4836" y="5253"/>
                  </a:cubicBezTo>
                  <a:lnTo>
                    <a:pt x="4850" y="5229"/>
                  </a:lnTo>
                  <a:cubicBezTo>
                    <a:pt x="4860" y="5212"/>
                    <a:pt x="4870" y="5195"/>
                    <a:pt x="4881" y="5178"/>
                  </a:cubicBezTo>
                  <a:lnTo>
                    <a:pt x="4898" y="5147"/>
                  </a:lnTo>
                  <a:cubicBezTo>
                    <a:pt x="4908" y="5130"/>
                    <a:pt x="4915" y="5116"/>
                    <a:pt x="4925" y="5099"/>
                  </a:cubicBezTo>
                  <a:lnTo>
                    <a:pt x="4942" y="5068"/>
                  </a:lnTo>
                  <a:lnTo>
                    <a:pt x="4966" y="5020"/>
                  </a:lnTo>
                  <a:lnTo>
                    <a:pt x="4983" y="4986"/>
                  </a:lnTo>
                  <a:lnTo>
                    <a:pt x="5004" y="4942"/>
                  </a:lnTo>
                  <a:lnTo>
                    <a:pt x="5021" y="4907"/>
                  </a:lnTo>
                  <a:lnTo>
                    <a:pt x="5042" y="4863"/>
                  </a:lnTo>
                  <a:lnTo>
                    <a:pt x="5055" y="4825"/>
                  </a:lnTo>
                  <a:lnTo>
                    <a:pt x="5076" y="4781"/>
                  </a:lnTo>
                  <a:lnTo>
                    <a:pt x="5093" y="4743"/>
                  </a:lnTo>
                  <a:cubicBezTo>
                    <a:pt x="5100" y="4726"/>
                    <a:pt x="5107" y="4712"/>
                    <a:pt x="5114" y="4695"/>
                  </a:cubicBezTo>
                  <a:lnTo>
                    <a:pt x="5124" y="4661"/>
                  </a:lnTo>
                  <a:cubicBezTo>
                    <a:pt x="5131" y="4643"/>
                    <a:pt x="5138" y="4626"/>
                    <a:pt x="5144" y="4609"/>
                  </a:cubicBezTo>
                  <a:lnTo>
                    <a:pt x="5155" y="4575"/>
                  </a:lnTo>
                  <a:cubicBezTo>
                    <a:pt x="5162" y="4554"/>
                    <a:pt x="5168" y="4534"/>
                    <a:pt x="5175" y="4517"/>
                  </a:cubicBezTo>
                  <a:cubicBezTo>
                    <a:pt x="5175" y="4506"/>
                    <a:pt x="5179" y="4500"/>
                    <a:pt x="5182" y="4493"/>
                  </a:cubicBezTo>
                  <a:cubicBezTo>
                    <a:pt x="5192" y="4462"/>
                    <a:pt x="5199" y="4434"/>
                    <a:pt x="5206" y="4407"/>
                  </a:cubicBezTo>
                  <a:lnTo>
                    <a:pt x="5213" y="4386"/>
                  </a:lnTo>
                  <a:cubicBezTo>
                    <a:pt x="5220" y="4362"/>
                    <a:pt x="5227" y="4342"/>
                    <a:pt x="5230" y="4318"/>
                  </a:cubicBezTo>
                  <a:lnTo>
                    <a:pt x="5237" y="4287"/>
                  </a:lnTo>
                  <a:cubicBezTo>
                    <a:pt x="5244" y="4270"/>
                    <a:pt x="5247" y="4249"/>
                    <a:pt x="5251" y="4232"/>
                  </a:cubicBezTo>
                  <a:lnTo>
                    <a:pt x="5261" y="4195"/>
                  </a:lnTo>
                  <a:cubicBezTo>
                    <a:pt x="5264" y="4177"/>
                    <a:pt x="5268" y="4160"/>
                    <a:pt x="5271" y="4143"/>
                  </a:cubicBezTo>
                  <a:cubicBezTo>
                    <a:pt x="5275" y="4126"/>
                    <a:pt x="5275" y="4116"/>
                    <a:pt x="5278" y="4105"/>
                  </a:cubicBezTo>
                  <a:cubicBezTo>
                    <a:pt x="5282" y="4092"/>
                    <a:pt x="5285" y="4071"/>
                    <a:pt x="5288" y="4054"/>
                  </a:cubicBezTo>
                  <a:cubicBezTo>
                    <a:pt x="5292" y="4037"/>
                    <a:pt x="5292" y="4027"/>
                    <a:pt x="5295" y="4013"/>
                  </a:cubicBezTo>
                  <a:cubicBezTo>
                    <a:pt x="5295" y="4003"/>
                    <a:pt x="5299" y="3979"/>
                    <a:pt x="5302" y="3962"/>
                  </a:cubicBezTo>
                  <a:lnTo>
                    <a:pt x="5306" y="3924"/>
                  </a:lnTo>
                  <a:cubicBezTo>
                    <a:pt x="5309" y="3907"/>
                    <a:pt x="5312" y="3890"/>
                    <a:pt x="5312" y="3872"/>
                  </a:cubicBezTo>
                  <a:cubicBezTo>
                    <a:pt x="5312" y="3859"/>
                    <a:pt x="5316" y="3845"/>
                    <a:pt x="5319" y="3831"/>
                  </a:cubicBezTo>
                  <a:cubicBezTo>
                    <a:pt x="5319" y="3818"/>
                    <a:pt x="5323" y="3797"/>
                    <a:pt x="5323" y="3777"/>
                  </a:cubicBezTo>
                  <a:cubicBezTo>
                    <a:pt x="5326" y="3759"/>
                    <a:pt x="5326" y="3753"/>
                    <a:pt x="5326" y="3739"/>
                  </a:cubicBezTo>
                  <a:cubicBezTo>
                    <a:pt x="5326" y="3725"/>
                    <a:pt x="5330" y="3701"/>
                    <a:pt x="5330" y="3684"/>
                  </a:cubicBezTo>
                  <a:cubicBezTo>
                    <a:pt x="5330" y="3670"/>
                    <a:pt x="5330" y="3660"/>
                    <a:pt x="5333" y="3646"/>
                  </a:cubicBezTo>
                  <a:cubicBezTo>
                    <a:pt x="5333" y="3626"/>
                    <a:pt x="5333" y="3605"/>
                    <a:pt x="5336" y="3585"/>
                  </a:cubicBezTo>
                  <a:lnTo>
                    <a:pt x="5336" y="3554"/>
                  </a:lnTo>
                  <a:lnTo>
                    <a:pt x="5336" y="3461"/>
                  </a:lnTo>
                  <a:cubicBezTo>
                    <a:pt x="5336" y="2368"/>
                    <a:pt x="4822" y="1340"/>
                    <a:pt x="3945" y="686"/>
                  </a:cubicBezTo>
                  <a:lnTo>
                    <a:pt x="3949" y="686"/>
                  </a:lnTo>
                  <a:cubicBezTo>
                    <a:pt x="3393" y="267"/>
                    <a:pt x="2725" y="28"/>
                    <a:pt x="203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5"/>
            <p:cNvSpPr/>
            <p:nvPr/>
          </p:nvSpPr>
          <p:spPr>
            <a:xfrm>
              <a:off x="1440766" y="3274545"/>
              <a:ext cx="136921" cy="132992"/>
            </a:xfrm>
            <a:custGeom>
              <a:rect b="b" l="l" r="r" t="t"/>
              <a:pathLst>
                <a:path extrusionOk="0" h="5077" w="5227">
                  <a:moveTo>
                    <a:pt x="2454" y="1"/>
                  </a:moveTo>
                  <a:lnTo>
                    <a:pt x="2416" y="4"/>
                  </a:lnTo>
                  <a:lnTo>
                    <a:pt x="2389" y="8"/>
                  </a:lnTo>
                  <a:lnTo>
                    <a:pt x="2351" y="8"/>
                  </a:lnTo>
                  <a:lnTo>
                    <a:pt x="2324" y="11"/>
                  </a:lnTo>
                  <a:lnTo>
                    <a:pt x="2290" y="15"/>
                  </a:lnTo>
                  <a:lnTo>
                    <a:pt x="2259" y="15"/>
                  </a:lnTo>
                  <a:lnTo>
                    <a:pt x="2224" y="18"/>
                  </a:lnTo>
                  <a:lnTo>
                    <a:pt x="2197" y="22"/>
                  </a:lnTo>
                  <a:lnTo>
                    <a:pt x="2163" y="28"/>
                  </a:lnTo>
                  <a:lnTo>
                    <a:pt x="2149" y="32"/>
                  </a:lnTo>
                  <a:lnTo>
                    <a:pt x="2132" y="35"/>
                  </a:lnTo>
                  <a:lnTo>
                    <a:pt x="2101" y="35"/>
                  </a:lnTo>
                  <a:lnTo>
                    <a:pt x="2070" y="39"/>
                  </a:lnTo>
                  <a:lnTo>
                    <a:pt x="2036" y="46"/>
                  </a:lnTo>
                  <a:lnTo>
                    <a:pt x="2009" y="52"/>
                  </a:lnTo>
                  <a:lnTo>
                    <a:pt x="1974" y="63"/>
                  </a:lnTo>
                  <a:lnTo>
                    <a:pt x="1947" y="70"/>
                  </a:lnTo>
                  <a:lnTo>
                    <a:pt x="1916" y="76"/>
                  </a:lnTo>
                  <a:lnTo>
                    <a:pt x="1885" y="87"/>
                  </a:lnTo>
                  <a:lnTo>
                    <a:pt x="1854" y="94"/>
                  </a:lnTo>
                  <a:lnTo>
                    <a:pt x="1827" y="104"/>
                  </a:lnTo>
                  <a:lnTo>
                    <a:pt x="1810" y="107"/>
                  </a:lnTo>
                  <a:lnTo>
                    <a:pt x="1793" y="114"/>
                  </a:lnTo>
                  <a:lnTo>
                    <a:pt x="1779" y="118"/>
                  </a:lnTo>
                  <a:lnTo>
                    <a:pt x="1765" y="121"/>
                  </a:lnTo>
                  <a:lnTo>
                    <a:pt x="1734" y="135"/>
                  </a:lnTo>
                  <a:lnTo>
                    <a:pt x="1707" y="141"/>
                  </a:lnTo>
                  <a:lnTo>
                    <a:pt x="1673" y="155"/>
                  </a:lnTo>
                  <a:lnTo>
                    <a:pt x="1649" y="165"/>
                  </a:lnTo>
                  <a:lnTo>
                    <a:pt x="1601" y="186"/>
                  </a:lnTo>
                  <a:lnTo>
                    <a:pt x="1573" y="196"/>
                  </a:lnTo>
                  <a:lnTo>
                    <a:pt x="1556" y="203"/>
                  </a:lnTo>
                  <a:lnTo>
                    <a:pt x="1539" y="213"/>
                  </a:lnTo>
                  <a:lnTo>
                    <a:pt x="1512" y="224"/>
                  </a:lnTo>
                  <a:lnTo>
                    <a:pt x="1498" y="231"/>
                  </a:lnTo>
                  <a:lnTo>
                    <a:pt x="1481" y="237"/>
                  </a:lnTo>
                  <a:lnTo>
                    <a:pt x="1457" y="251"/>
                  </a:lnTo>
                  <a:lnTo>
                    <a:pt x="1426" y="265"/>
                  </a:lnTo>
                  <a:lnTo>
                    <a:pt x="1402" y="279"/>
                  </a:lnTo>
                  <a:lnTo>
                    <a:pt x="1375" y="292"/>
                  </a:lnTo>
                  <a:lnTo>
                    <a:pt x="1347" y="309"/>
                  </a:lnTo>
                  <a:lnTo>
                    <a:pt x="1320" y="323"/>
                  </a:lnTo>
                  <a:lnTo>
                    <a:pt x="1292" y="340"/>
                  </a:lnTo>
                  <a:lnTo>
                    <a:pt x="1265" y="354"/>
                  </a:lnTo>
                  <a:lnTo>
                    <a:pt x="1241" y="371"/>
                  </a:lnTo>
                  <a:lnTo>
                    <a:pt x="1214" y="388"/>
                  </a:lnTo>
                  <a:lnTo>
                    <a:pt x="1190" y="402"/>
                  </a:lnTo>
                  <a:lnTo>
                    <a:pt x="1162" y="419"/>
                  </a:lnTo>
                  <a:lnTo>
                    <a:pt x="1138" y="436"/>
                  </a:lnTo>
                  <a:lnTo>
                    <a:pt x="1114" y="453"/>
                  </a:lnTo>
                  <a:lnTo>
                    <a:pt x="1087" y="474"/>
                  </a:lnTo>
                  <a:lnTo>
                    <a:pt x="1063" y="491"/>
                  </a:lnTo>
                  <a:lnTo>
                    <a:pt x="1039" y="508"/>
                  </a:lnTo>
                  <a:lnTo>
                    <a:pt x="1015" y="525"/>
                  </a:lnTo>
                  <a:lnTo>
                    <a:pt x="991" y="546"/>
                  </a:lnTo>
                  <a:lnTo>
                    <a:pt x="967" y="563"/>
                  </a:lnTo>
                  <a:lnTo>
                    <a:pt x="943" y="584"/>
                  </a:lnTo>
                  <a:lnTo>
                    <a:pt x="933" y="594"/>
                  </a:lnTo>
                  <a:lnTo>
                    <a:pt x="919" y="604"/>
                  </a:lnTo>
                  <a:lnTo>
                    <a:pt x="909" y="614"/>
                  </a:lnTo>
                  <a:lnTo>
                    <a:pt x="898" y="625"/>
                  </a:lnTo>
                  <a:lnTo>
                    <a:pt x="874" y="645"/>
                  </a:lnTo>
                  <a:lnTo>
                    <a:pt x="850" y="662"/>
                  </a:lnTo>
                  <a:cubicBezTo>
                    <a:pt x="720" y="782"/>
                    <a:pt x="604" y="913"/>
                    <a:pt x="501" y="1056"/>
                  </a:cubicBezTo>
                  <a:cubicBezTo>
                    <a:pt x="463" y="1104"/>
                    <a:pt x="432" y="1152"/>
                    <a:pt x="401" y="1204"/>
                  </a:cubicBezTo>
                  <a:lnTo>
                    <a:pt x="388" y="1221"/>
                  </a:lnTo>
                  <a:cubicBezTo>
                    <a:pt x="360" y="1269"/>
                    <a:pt x="333" y="1317"/>
                    <a:pt x="302" y="1368"/>
                  </a:cubicBezTo>
                  <a:lnTo>
                    <a:pt x="295" y="1385"/>
                  </a:lnTo>
                  <a:cubicBezTo>
                    <a:pt x="268" y="1433"/>
                    <a:pt x="244" y="1485"/>
                    <a:pt x="220" y="1540"/>
                  </a:cubicBezTo>
                  <a:lnTo>
                    <a:pt x="213" y="1557"/>
                  </a:lnTo>
                  <a:cubicBezTo>
                    <a:pt x="189" y="1608"/>
                    <a:pt x="168" y="1663"/>
                    <a:pt x="151" y="1714"/>
                  </a:cubicBezTo>
                  <a:lnTo>
                    <a:pt x="144" y="1735"/>
                  </a:lnTo>
                  <a:cubicBezTo>
                    <a:pt x="124" y="1790"/>
                    <a:pt x="107" y="1845"/>
                    <a:pt x="93" y="1899"/>
                  </a:cubicBezTo>
                  <a:lnTo>
                    <a:pt x="86" y="1920"/>
                  </a:lnTo>
                  <a:cubicBezTo>
                    <a:pt x="72" y="1975"/>
                    <a:pt x="59" y="2033"/>
                    <a:pt x="48" y="2088"/>
                  </a:cubicBezTo>
                  <a:cubicBezTo>
                    <a:pt x="48" y="2095"/>
                    <a:pt x="45" y="2102"/>
                    <a:pt x="42" y="2112"/>
                  </a:cubicBezTo>
                  <a:cubicBezTo>
                    <a:pt x="31" y="2167"/>
                    <a:pt x="24" y="2225"/>
                    <a:pt x="18" y="2283"/>
                  </a:cubicBezTo>
                  <a:cubicBezTo>
                    <a:pt x="18" y="2290"/>
                    <a:pt x="18" y="2297"/>
                    <a:pt x="14" y="2304"/>
                  </a:cubicBezTo>
                  <a:cubicBezTo>
                    <a:pt x="11" y="2331"/>
                    <a:pt x="7" y="2362"/>
                    <a:pt x="4" y="2393"/>
                  </a:cubicBezTo>
                  <a:cubicBezTo>
                    <a:pt x="4" y="2420"/>
                    <a:pt x="1" y="2451"/>
                    <a:pt x="1" y="2482"/>
                  </a:cubicBezTo>
                  <a:lnTo>
                    <a:pt x="1" y="2503"/>
                  </a:lnTo>
                  <a:lnTo>
                    <a:pt x="1" y="2592"/>
                  </a:lnTo>
                  <a:cubicBezTo>
                    <a:pt x="1" y="2681"/>
                    <a:pt x="4" y="2770"/>
                    <a:pt x="14" y="2859"/>
                  </a:cubicBezTo>
                  <a:cubicBezTo>
                    <a:pt x="11" y="2886"/>
                    <a:pt x="14" y="2907"/>
                    <a:pt x="14" y="2924"/>
                  </a:cubicBezTo>
                  <a:cubicBezTo>
                    <a:pt x="18" y="2951"/>
                    <a:pt x="21" y="2975"/>
                    <a:pt x="24" y="2999"/>
                  </a:cubicBezTo>
                  <a:cubicBezTo>
                    <a:pt x="42" y="3106"/>
                    <a:pt x="66" y="3212"/>
                    <a:pt x="93" y="3315"/>
                  </a:cubicBezTo>
                  <a:cubicBezTo>
                    <a:pt x="103" y="3346"/>
                    <a:pt x="114" y="3376"/>
                    <a:pt x="124" y="3407"/>
                  </a:cubicBezTo>
                  <a:lnTo>
                    <a:pt x="131" y="3431"/>
                  </a:lnTo>
                  <a:cubicBezTo>
                    <a:pt x="138" y="3455"/>
                    <a:pt x="148" y="3479"/>
                    <a:pt x="155" y="3503"/>
                  </a:cubicBezTo>
                  <a:lnTo>
                    <a:pt x="165" y="3524"/>
                  </a:lnTo>
                  <a:cubicBezTo>
                    <a:pt x="172" y="3548"/>
                    <a:pt x="182" y="3575"/>
                    <a:pt x="196" y="3599"/>
                  </a:cubicBezTo>
                  <a:cubicBezTo>
                    <a:pt x="295" y="3846"/>
                    <a:pt x="436" y="4075"/>
                    <a:pt x="607" y="4281"/>
                  </a:cubicBezTo>
                  <a:lnTo>
                    <a:pt x="631" y="4308"/>
                  </a:lnTo>
                  <a:lnTo>
                    <a:pt x="645" y="4326"/>
                  </a:lnTo>
                  <a:cubicBezTo>
                    <a:pt x="665" y="4346"/>
                    <a:pt x="686" y="4370"/>
                    <a:pt x="706" y="4394"/>
                  </a:cubicBezTo>
                  <a:lnTo>
                    <a:pt x="717" y="4404"/>
                  </a:lnTo>
                  <a:cubicBezTo>
                    <a:pt x="737" y="4425"/>
                    <a:pt x="754" y="4442"/>
                    <a:pt x="775" y="4463"/>
                  </a:cubicBezTo>
                  <a:lnTo>
                    <a:pt x="789" y="4476"/>
                  </a:lnTo>
                  <a:cubicBezTo>
                    <a:pt x="809" y="4497"/>
                    <a:pt x="833" y="4518"/>
                    <a:pt x="854" y="4538"/>
                  </a:cubicBezTo>
                  <a:lnTo>
                    <a:pt x="867" y="4548"/>
                  </a:lnTo>
                  <a:cubicBezTo>
                    <a:pt x="888" y="4565"/>
                    <a:pt x="905" y="4583"/>
                    <a:pt x="926" y="4600"/>
                  </a:cubicBezTo>
                  <a:lnTo>
                    <a:pt x="943" y="4613"/>
                  </a:lnTo>
                  <a:cubicBezTo>
                    <a:pt x="967" y="4634"/>
                    <a:pt x="991" y="4655"/>
                    <a:pt x="1015" y="4672"/>
                  </a:cubicBezTo>
                  <a:lnTo>
                    <a:pt x="1025" y="4682"/>
                  </a:lnTo>
                  <a:cubicBezTo>
                    <a:pt x="1049" y="4696"/>
                    <a:pt x="1070" y="4713"/>
                    <a:pt x="1090" y="4730"/>
                  </a:cubicBezTo>
                  <a:lnTo>
                    <a:pt x="1111" y="4740"/>
                  </a:lnTo>
                  <a:cubicBezTo>
                    <a:pt x="1135" y="4757"/>
                    <a:pt x="1159" y="4775"/>
                    <a:pt x="1186" y="4792"/>
                  </a:cubicBezTo>
                  <a:lnTo>
                    <a:pt x="1196" y="4799"/>
                  </a:lnTo>
                  <a:cubicBezTo>
                    <a:pt x="1220" y="4816"/>
                    <a:pt x="1244" y="4829"/>
                    <a:pt x="1265" y="4843"/>
                  </a:cubicBezTo>
                  <a:lnTo>
                    <a:pt x="1286" y="4853"/>
                  </a:lnTo>
                  <a:cubicBezTo>
                    <a:pt x="1313" y="4870"/>
                    <a:pt x="1337" y="4884"/>
                    <a:pt x="1364" y="4898"/>
                  </a:cubicBezTo>
                  <a:lnTo>
                    <a:pt x="1378" y="4905"/>
                  </a:lnTo>
                  <a:cubicBezTo>
                    <a:pt x="1402" y="4918"/>
                    <a:pt x="1426" y="4932"/>
                    <a:pt x="1450" y="4942"/>
                  </a:cubicBezTo>
                  <a:lnTo>
                    <a:pt x="1471" y="4953"/>
                  </a:lnTo>
                  <a:cubicBezTo>
                    <a:pt x="1498" y="4966"/>
                    <a:pt x="1525" y="4980"/>
                    <a:pt x="1556" y="4990"/>
                  </a:cubicBezTo>
                  <a:lnTo>
                    <a:pt x="1567" y="4997"/>
                  </a:lnTo>
                  <a:lnTo>
                    <a:pt x="1611" y="5014"/>
                  </a:lnTo>
                  <a:cubicBezTo>
                    <a:pt x="1744" y="4988"/>
                    <a:pt x="1879" y="4975"/>
                    <a:pt x="2013" y="4975"/>
                  </a:cubicBezTo>
                  <a:cubicBezTo>
                    <a:pt x="2227" y="4975"/>
                    <a:pt x="2440" y="5009"/>
                    <a:pt x="2643" y="5076"/>
                  </a:cubicBezTo>
                  <a:cubicBezTo>
                    <a:pt x="2934" y="3805"/>
                    <a:pt x="3945" y="2818"/>
                    <a:pt x="5226" y="2561"/>
                  </a:cubicBezTo>
                  <a:lnTo>
                    <a:pt x="5226" y="2509"/>
                  </a:lnTo>
                  <a:lnTo>
                    <a:pt x="5226" y="2489"/>
                  </a:lnTo>
                  <a:cubicBezTo>
                    <a:pt x="5226" y="2458"/>
                    <a:pt x="5223" y="2427"/>
                    <a:pt x="5223" y="2400"/>
                  </a:cubicBezTo>
                  <a:cubicBezTo>
                    <a:pt x="5220" y="2369"/>
                    <a:pt x="5216" y="2338"/>
                    <a:pt x="5213" y="2311"/>
                  </a:cubicBezTo>
                  <a:lnTo>
                    <a:pt x="5209" y="2290"/>
                  </a:lnTo>
                  <a:cubicBezTo>
                    <a:pt x="5202" y="2232"/>
                    <a:pt x="5196" y="2174"/>
                    <a:pt x="5185" y="2119"/>
                  </a:cubicBezTo>
                  <a:cubicBezTo>
                    <a:pt x="5185" y="2108"/>
                    <a:pt x="5182" y="2102"/>
                    <a:pt x="5178" y="2095"/>
                  </a:cubicBezTo>
                  <a:cubicBezTo>
                    <a:pt x="5168" y="2040"/>
                    <a:pt x="5154" y="1982"/>
                    <a:pt x="5141" y="1927"/>
                  </a:cubicBezTo>
                  <a:lnTo>
                    <a:pt x="5134" y="1906"/>
                  </a:lnTo>
                  <a:cubicBezTo>
                    <a:pt x="5120" y="1851"/>
                    <a:pt x="5103" y="1797"/>
                    <a:pt x="5082" y="1742"/>
                  </a:cubicBezTo>
                  <a:lnTo>
                    <a:pt x="5076" y="1721"/>
                  </a:lnTo>
                  <a:cubicBezTo>
                    <a:pt x="5058" y="1670"/>
                    <a:pt x="5038" y="1615"/>
                    <a:pt x="5014" y="1564"/>
                  </a:cubicBezTo>
                  <a:lnTo>
                    <a:pt x="5007" y="1543"/>
                  </a:lnTo>
                  <a:cubicBezTo>
                    <a:pt x="4983" y="1492"/>
                    <a:pt x="4959" y="1440"/>
                    <a:pt x="4932" y="1392"/>
                  </a:cubicBezTo>
                  <a:lnTo>
                    <a:pt x="4921" y="1375"/>
                  </a:lnTo>
                  <a:cubicBezTo>
                    <a:pt x="4897" y="1324"/>
                    <a:pt x="4867" y="1276"/>
                    <a:pt x="4836" y="1228"/>
                  </a:cubicBezTo>
                  <a:lnTo>
                    <a:pt x="4825" y="1211"/>
                  </a:lnTo>
                  <a:cubicBezTo>
                    <a:pt x="4795" y="1159"/>
                    <a:pt x="4764" y="1111"/>
                    <a:pt x="4726" y="1063"/>
                  </a:cubicBezTo>
                  <a:cubicBezTo>
                    <a:pt x="4623" y="919"/>
                    <a:pt x="4507" y="789"/>
                    <a:pt x="4377" y="669"/>
                  </a:cubicBezTo>
                  <a:lnTo>
                    <a:pt x="4353" y="652"/>
                  </a:lnTo>
                  <a:lnTo>
                    <a:pt x="4329" y="628"/>
                  </a:lnTo>
                  <a:lnTo>
                    <a:pt x="4318" y="621"/>
                  </a:lnTo>
                  <a:lnTo>
                    <a:pt x="4308" y="611"/>
                  </a:lnTo>
                  <a:lnTo>
                    <a:pt x="4294" y="601"/>
                  </a:lnTo>
                  <a:lnTo>
                    <a:pt x="4284" y="590"/>
                  </a:lnTo>
                  <a:lnTo>
                    <a:pt x="4260" y="570"/>
                  </a:lnTo>
                  <a:lnTo>
                    <a:pt x="4236" y="553"/>
                  </a:lnTo>
                  <a:lnTo>
                    <a:pt x="4212" y="532"/>
                  </a:lnTo>
                  <a:lnTo>
                    <a:pt x="4188" y="515"/>
                  </a:lnTo>
                  <a:lnTo>
                    <a:pt x="4164" y="498"/>
                  </a:lnTo>
                  <a:lnTo>
                    <a:pt x="4140" y="481"/>
                  </a:lnTo>
                  <a:lnTo>
                    <a:pt x="4113" y="460"/>
                  </a:lnTo>
                  <a:lnTo>
                    <a:pt x="4089" y="443"/>
                  </a:lnTo>
                  <a:lnTo>
                    <a:pt x="4065" y="426"/>
                  </a:lnTo>
                  <a:lnTo>
                    <a:pt x="4037" y="409"/>
                  </a:lnTo>
                  <a:lnTo>
                    <a:pt x="4013" y="392"/>
                  </a:lnTo>
                  <a:lnTo>
                    <a:pt x="3986" y="378"/>
                  </a:lnTo>
                  <a:lnTo>
                    <a:pt x="3958" y="361"/>
                  </a:lnTo>
                  <a:lnTo>
                    <a:pt x="3934" y="347"/>
                  </a:lnTo>
                  <a:lnTo>
                    <a:pt x="3907" y="330"/>
                  </a:lnTo>
                  <a:lnTo>
                    <a:pt x="3880" y="316"/>
                  </a:lnTo>
                  <a:lnTo>
                    <a:pt x="3852" y="299"/>
                  </a:lnTo>
                  <a:lnTo>
                    <a:pt x="3825" y="285"/>
                  </a:lnTo>
                  <a:lnTo>
                    <a:pt x="3801" y="272"/>
                  </a:lnTo>
                  <a:lnTo>
                    <a:pt x="3770" y="258"/>
                  </a:lnTo>
                  <a:lnTo>
                    <a:pt x="3746" y="244"/>
                  </a:lnTo>
                  <a:lnTo>
                    <a:pt x="3729" y="237"/>
                  </a:lnTo>
                  <a:lnTo>
                    <a:pt x="3715" y="231"/>
                  </a:lnTo>
                  <a:lnTo>
                    <a:pt x="3688" y="220"/>
                  </a:lnTo>
                  <a:lnTo>
                    <a:pt x="3671" y="210"/>
                  </a:lnTo>
                  <a:lnTo>
                    <a:pt x="3653" y="203"/>
                  </a:lnTo>
                  <a:lnTo>
                    <a:pt x="3626" y="193"/>
                  </a:lnTo>
                  <a:lnTo>
                    <a:pt x="3578" y="172"/>
                  </a:lnTo>
                  <a:lnTo>
                    <a:pt x="3554" y="162"/>
                  </a:lnTo>
                  <a:lnTo>
                    <a:pt x="3520" y="148"/>
                  </a:lnTo>
                  <a:lnTo>
                    <a:pt x="3492" y="141"/>
                  </a:lnTo>
                  <a:lnTo>
                    <a:pt x="3462" y="128"/>
                  </a:lnTo>
                  <a:lnTo>
                    <a:pt x="3448" y="124"/>
                  </a:lnTo>
                  <a:lnTo>
                    <a:pt x="3434" y="121"/>
                  </a:lnTo>
                  <a:lnTo>
                    <a:pt x="3417" y="114"/>
                  </a:lnTo>
                  <a:lnTo>
                    <a:pt x="3400" y="111"/>
                  </a:lnTo>
                  <a:lnTo>
                    <a:pt x="3372" y="100"/>
                  </a:lnTo>
                  <a:lnTo>
                    <a:pt x="3342" y="90"/>
                  </a:lnTo>
                  <a:lnTo>
                    <a:pt x="3311" y="83"/>
                  </a:lnTo>
                  <a:lnTo>
                    <a:pt x="3280" y="76"/>
                  </a:lnTo>
                  <a:lnTo>
                    <a:pt x="3253" y="70"/>
                  </a:lnTo>
                  <a:lnTo>
                    <a:pt x="3218" y="59"/>
                  </a:lnTo>
                  <a:lnTo>
                    <a:pt x="3191" y="52"/>
                  </a:lnTo>
                  <a:lnTo>
                    <a:pt x="3157" y="46"/>
                  </a:lnTo>
                  <a:lnTo>
                    <a:pt x="3129" y="39"/>
                  </a:lnTo>
                  <a:lnTo>
                    <a:pt x="3095" y="35"/>
                  </a:lnTo>
                  <a:lnTo>
                    <a:pt x="3081" y="32"/>
                  </a:lnTo>
                  <a:lnTo>
                    <a:pt x="3067" y="28"/>
                  </a:lnTo>
                  <a:lnTo>
                    <a:pt x="3033" y="22"/>
                  </a:lnTo>
                  <a:lnTo>
                    <a:pt x="3002" y="18"/>
                  </a:lnTo>
                  <a:lnTo>
                    <a:pt x="2968" y="15"/>
                  </a:lnTo>
                  <a:lnTo>
                    <a:pt x="2941" y="15"/>
                  </a:lnTo>
                  <a:lnTo>
                    <a:pt x="2903" y="11"/>
                  </a:lnTo>
                  <a:lnTo>
                    <a:pt x="2876" y="8"/>
                  </a:lnTo>
                  <a:lnTo>
                    <a:pt x="2838" y="8"/>
                  </a:lnTo>
                  <a:lnTo>
                    <a:pt x="2810" y="4"/>
                  </a:lnTo>
                  <a:lnTo>
                    <a:pt x="277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5"/>
            <p:cNvSpPr/>
            <p:nvPr/>
          </p:nvSpPr>
          <p:spPr>
            <a:xfrm>
              <a:off x="1452161" y="3273471"/>
              <a:ext cx="125422" cy="136109"/>
            </a:xfrm>
            <a:custGeom>
              <a:rect b="b" l="l" r="r" t="t"/>
              <a:pathLst>
                <a:path extrusionOk="0" h="5196" w="4788">
                  <a:moveTo>
                    <a:pt x="1981" y="1"/>
                  </a:moveTo>
                  <a:lnTo>
                    <a:pt x="1954" y="4"/>
                  </a:lnTo>
                  <a:lnTo>
                    <a:pt x="1920" y="4"/>
                  </a:lnTo>
                  <a:lnTo>
                    <a:pt x="1889" y="8"/>
                  </a:lnTo>
                  <a:lnTo>
                    <a:pt x="1855" y="11"/>
                  </a:lnTo>
                  <a:lnTo>
                    <a:pt x="1824" y="11"/>
                  </a:lnTo>
                  <a:lnTo>
                    <a:pt x="1789" y="15"/>
                  </a:lnTo>
                  <a:lnTo>
                    <a:pt x="1762" y="21"/>
                  </a:lnTo>
                  <a:lnTo>
                    <a:pt x="1728" y="25"/>
                  </a:lnTo>
                  <a:lnTo>
                    <a:pt x="1714" y="28"/>
                  </a:lnTo>
                  <a:lnTo>
                    <a:pt x="1697" y="32"/>
                  </a:lnTo>
                  <a:lnTo>
                    <a:pt x="1666" y="39"/>
                  </a:lnTo>
                  <a:lnTo>
                    <a:pt x="1635" y="45"/>
                  </a:lnTo>
                  <a:lnTo>
                    <a:pt x="1604" y="52"/>
                  </a:lnTo>
                  <a:lnTo>
                    <a:pt x="1574" y="56"/>
                  </a:lnTo>
                  <a:lnTo>
                    <a:pt x="1543" y="66"/>
                  </a:lnTo>
                  <a:lnTo>
                    <a:pt x="1512" y="73"/>
                  </a:lnTo>
                  <a:lnTo>
                    <a:pt x="1481" y="83"/>
                  </a:lnTo>
                  <a:lnTo>
                    <a:pt x="1454" y="90"/>
                  </a:lnTo>
                  <a:lnTo>
                    <a:pt x="1419" y="100"/>
                  </a:lnTo>
                  <a:lnTo>
                    <a:pt x="1392" y="107"/>
                  </a:lnTo>
                  <a:lnTo>
                    <a:pt x="1375" y="114"/>
                  </a:lnTo>
                  <a:lnTo>
                    <a:pt x="1361" y="117"/>
                  </a:lnTo>
                  <a:lnTo>
                    <a:pt x="1347" y="121"/>
                  </a:lnTo>
                  <a:lnTo>
                    <a:pt x="1334" y="128"/>
                  </a:lnTo>
                  <a:lnTo>
                    <a:pt x="1299" y="138"/>
                  </a:lnTo>
                  <a:lnTo>
                    <a:pt x="1275" y="148"/>
                  </a:lnTo>
                  <a:lnTo>
                    <a:pt x="1241" y="159"/>
                  </a:lnTo>
                  <a:lnTo>
                    <a:pt x="1217" y="169"/>
                  </a:lnTo>
                  <a:lnTo>
                    <a:pt x="1190" y="179"/>
                  </a:lnTo>
                  <a:cubicBezTo>
                    <a:pt x="1" y="1892"/>
                    <a:pt x="607" y="4264"/>
                    <a:pt x="2475" y="5196"/>
                  </a:cubicBezTo>
                  <a:lnTo>
                    <a:pt x="2519" y="5196"/>
                  </a:lnTo>
                  <a:cubicBezTo>
                    <a:pt x="2547" y="5189"/>
                    <a:pt x="2578" y="5186"/>
                    <a:pt x="2608" y="5182"/>
                  </a:cubicBezTo>
                  <a:lnTo>
                    <a:pt x="2615" y="5182"/>
                  </a:lnTo>
                  <a:cubicBezTo>
                    <a:pt x="2646" y="5175"/>
                    <a:pt x="2677" y="5168"/>
                    <a:pt x="2708" y="5162"/>
                  </a:cubicBezTo>
                  <a:lnTo>
                    <a:pt x="2732" y="5158"/>
                  </a:lnTo>
                  <a:cubicBezTo>
                    <a:pt x="2759" y="5151"/>
                    <a:pt x="2790" y="5144"/>
                    <a:pt x="2818" y="5138"/>
                  </a:cubicBezTo>
                  <a:lnTo>
                    <a:pt x="2824" y="5138"/>
                  </a:lnTo>
                  <a:cubicBezTo>
                    <a:pt x="2855" y="5131"/>
                    <a:pt x="2886" y="5121"/>
                    <a:pt x="2917" y="5114"/>
                  </a:cubicBezTo>
                  <a:lnTo>
                    <a:pt x="2937" y="5107"/>
                  </a:lnTo>
                  <a:cubicBezTo>
                    <a:pt x="2968" y="5097"/>
                    <a:pt x="2996" y="5090"/>
                    <a:pt x="3020" y="5079"/>
                  </a:cubicBezTo>
                  <a:lnTo>
                    <a:pt x="3030" y="5076"/>
                  </a:lnTo>
                  <a:cubicBezTo>
                    <a:pt x="3057" y="5066"/>
                    <a:pt x="3088" y="5055"/>
                    <a:pt x="3119" y="5045"/>
                  </a:cubicBezTo>
                  <a:lnTo>
                    <a:pt x="3140" y="5035"/>
                  </a:lnTo>
                  <a:cubicBezTo>
                    <a:pt x="3164" y="5025"/>
                    <a:pt x="3191" y="5014"/>
                    <a:pt x="3215" y="5004"/>
                  </a:cubicBezTo>
                  <a:lnTo>
                    <a:pt x="3225" y="5001"/>
                  </a:lnTo>
                  <a:cubicBezTo>
                    <a:pt x="3256" y="4987"/>
                    <a:pt x="3284" y="4973"/>
                    <a:pt x="3311" y="4959"/>
                  </a:cubicBezTo>
                  <a:lnTo>
                    <a:pt x="3332" y="4949"/>
                  </a:lnTo>
                  <a:cubicBezTo>
                    <a:pt x="3359" y="4939"/>
                    <a:pt x="3383" y="4925"/>
                    <a:pt x="3407" y="4911"/>
                  </a:cubicBezTo>
                  <a:lnTo>
                    <a:pt x="3417" y="4908"/>
                  </a:lnTo>
                  <a:cubicBezTo>
                    <a:pt x="3445" y="4891"/>
                    <a:pt x="3472" y="4877"/>
                    <a:pt x="3499" y="4860"/>
                  </a:cubicBezTo>
                  <a:lnTo>
                    <a:pt x="3517" y="4850"/>
                  </a:lnTo>
                  <a:cubicBezTo>
                    <a:pt x="3541" y="4836"/>
                    <a:pt x="3565" y="4822"/>
                    <a:pt x="3585" y="4809"/>
                  </a:cubicBezTo>
                  <a:lnTo>
                    <a:pt x="3599" y="4802"/>
                  </a:lnTo>
                  <a:cubicBezTo>
                    <a:pt x="3623" y="4785"/>
                    <a:pt x="3647" y="4768"/>
                    <a:pt x="3674" y="4747"/>
                  </a:cubicBezTo>
                  <a:lnTo>
                    <a:pt x="3691" y="4737"/>
                  </a:lnTo>
                  <a:cubicBezTo>
                    <a:pt x="3712" y="4720"/>
                    <a:pt x="3736" y="4706"/>
                    <a:pt x="3756" y="4689"/>
                  </a:cubicBezTo>
                  <a:lnTo>
                    <a:pt x="3767" y="4678"/>
                  </a:lnTo>
                  <a:cubicBezTo>
                    <a:pt x="3791" y="4661"/>
                    <a:pt x="3815" y="4641"/>
                    <a:pt x="3839" y="4624"/>
                  </a:cubicBezTo>
                  <a:lnTo>
                    <a:pt x="3856" y="4606"/>
                  </a:lnTo>
                  <a:cubicBezTo>
                    <a:pt x="3876" y="4593"/>
                    <a:pt x="3897" y="4572"/>
                    <a:pt x="3918" y="4555"/>
                  </a:cubicBezTo>
                  <a:lnTo>
                    <a:pt x="3928" y="4545"/>
                  </a:lnTo>
                  <a:cubicBezTo>
                    <a:pt x="3952" y="4524"/>
                    <a:pt x="3972" y="4504"/>
                    <a:pt x="3996" y="4483"/>
                  </a:cubicBezTo>
                  <a:lnTo>
                    <a:pt x="4010" y="4469"/>
                  </a:lnTo>
                  <a:cubicBezTo>
                    <a:pt x="4027" y="4449"/>
                    <a:pt x="4048" y="4432"/>
                    <a:pt x="4065" y="4411"/>
                  </a:cubicBezTo>
                  <a:lnTo>
                    <a:pt x="4075" y="4401"/>
                  </a:lnTo>
                  <a:cubicBezTo>
                    <a:pt x="4096" y="4377"/>
                    <a:pt x="4116" y="4356"/>
                    <a:pt x="4137" y="4332"/>
                  </a:cubicBezTo>
                  <a:lnTo>
                    <a:pt x="4151" y="4315"/>
                  </a:lnTo>
                  <a:lnTo>
                    <a:pt x="4175" y="4291"/>
                  </a:lnTo>
                  <a:lnTo>
                    <a:pt x="4175" y="4288"/>
                  </a:lnTo>
                  <a:cubicBezTo>
                    <a:pt x="4346" y="4082"/>
                    <a:pt x="4486" y="3853"/>
                    <a:pt x="4589" y="3609"/>
                  </a:cubicBezTo>
                  <a:cubicBezTo>
                    <a:pt x="4599" y="3582"/>
                    <a:pt x="4610" y="3554"/>
                    <a:pt x="4620" y="3530"/>
                  </a:cubicBezTo>
                  <a:lnTo>
                    <a:pt x="4627" y="3510"/>
                  </a:lnTo>
                  <a:cubicBezTo>
                    <a:pt x="4634" y="3486"/>
                    <a:pt x="4644" y="3462"/>
                    <a:pt x="4651" y="3438"/>
                  </a:cubicBezTo>
                  <a:lnTo>
                    <a:pt x="4661" y="3414"/>
                  </a:lnTo>
                  <a:cubicBezTo>
                    <a:pt x="4671" y="3383"/>
                    <a:pt x="4678" y="3352"/>
                    <a:pt x="4689" y="3321"/>
                  </a:cubicBezTo>
                  <a:cubicBezTo>
                    <a:pt x="4719" y="3219"/>
                    <a:pt x="4740" y="3112"/>
                    <a:pt x="4757" y="3006"/>
                  </a:cubicBezTo>
                  <a:cubicBezTo>
                    <a:pt x="4761" y="2982"/>
                    <a:pt x="4764" y="2958"/>
                    <a:pt x="4767" y="2934"/>
                  </a:cubicBezTo>
                  <a:cubicBezTo>
                    <a:pt x="4771" y="2910"/>
                    <a:pt x="4771" y="2893"/>
                    <a:pt x="4774" y="2876"/>
                  </a:cubicBezTo>
                  <a:cubicBezTo>
                    <a:pt x="4785" y="2787"/>
                    <a:pt x="4788" y="2698"/>
                    <a:pt x="4788" y="2609"/>
                  </a:cubicBezTo>
                  <a:lnTo>
                    <a:pt x="4788" y="2516"/>
                  </a:lnTo>
                  <a:cubicBezTo>
                    <a:pt x="4788" y="2502"/>
                    <a:pt x="4788" y="2496"/>
                    <a:pt x="4788" y="2489"/>
                  </a:cubicBezTo>
                  <a:cubicBezTo>
                    <a:pt x="4788" y="2461"/>
                    <a:pt x="4785" y="2430"/>
                    <a:pt x="4781" y="2400"/>
                  </a:cubicBezTo>
                  <a:cubicBezTo>
                    <a:pt x="4778" y="2369"/>
                    <a:pt x="4778" y="2341"/>
                    <a:pt x="4771" y="2311"/>
                  </a:cubicBezTo>
                  <a:lnTo>
                    <a:pt x="4771" y="2290"/>
                  </a:lnTo>
                  <a:cubicBezTo>
                    <a:pt x="4764" y="2232"/>
                    <a:pt x="4754" y="2177"/>
                    <a:pt x="4743" y="2119"/>
                  </a:cubicBezTo>
                  <a:lnTo>
                    <a:pt x="4740" y="2098"/>
                  </a:lnTo>
                  <a:cubicBezTo>
                    <a:pt x="4726" y="2040"/>
                    <a:pt x="4716" y="1985"/>
                    <a:pt x="4699" y="1930"/>
                  </a:cubicBezTo>
                  <a:lnTo>
                    <a:pt x="4695" y="1910"/>
                  </a:lnTo>
                  <a:cubicBezTo>
                    <a:pt x="4678" y="1851"/>
                    <a:pt x="4661" y="1797"/>
                    <a:pt x="4644" y="1745"/>
                  </a:cubicBezTo>
                  <a:lnTo>
                    <a:pt x="4637" y="1725"/>
                  </a:lnTo>
                  <a:cubicBezTo>
                    <a:pt x="4617" y="1670"/>
                    <a:pt x="4596" y="1618"/>
                    <a:pt x="4575" y="1567"/>
                  </a:cubicBezTo>
                  <a:lnTo>
                    <a:pt x="4565" y="1546"/>
                  </a:lnTo>
                  <a:cubicBezTo>
                    <a:pt x="4545" y="1495"/>
                    <a:pt x="4517" y="1444"/>
                    <a:pt x="4493" y="1392"/>
                  </a:cubicBezTo>
                  <a:lnTo>
                    <a:pt x="4483" y="1375"/>
                  </a:lnTo>
                  <a:cubicBezTo>
                    <a:pt x="4456" y="1327"/>
                    <a:pt x="4428" y="1276"/>
                    <a:pt x="4397" y="1228"/>
                  </a:cubicBezTo>
                  <a:lnTo>
                    <a:pt x="4387" y="1211"/>
                  </a:lnTo>
                  <a:cubicBezTo>
                    <a:pt x="4356" y="1163"/>
                    <a:pt x="4322" y="1115"/>
                    <a:pt x="4288" y="1067"/>
                  </a:cubicBezTo>
                  <a:cubicBezTo>
                    <a:pt x="4185" y="923"/>
                    <a:pt x="4065" y="792"/>
                    <a:pt x="3935" y="673"/>
                  </a:cubicBezTo>
                  <a:lnTo>
                    <a:pt x="3914" y="652"/>
                  </a:lnTo>
                  <a:lnTo>
                    <a:pt x="3890" y="631"/>
                  </a:lnTo>
                  <a:lnTo>
                    <a:pt x="3880" y="621"/>
                  </a:lnTo>
                  <a:lnTo>
                    <a:pt x="3866" y="611"/>
                  </a:lnTo>
                  <a:lnTo>
                    <a:pt x="3856" y="601"/>
                  </a:lnTo>
                  <a:lnTo>
                    <a:pt x="3846" y="594"/>
                  </a:lnTo>
                  <a:lnTo>
                    <a:pt x="3822" y="573"/>
                  </a:lnTo>
                  <a:lnTo>
                    <a:pt x="3798" y="553"/>
                  </a:lnTo>
                  <a:lnTo>
                    <a:pt x="3774" y="535"/>
                  </a:lnTo>
                  <a:lnTo>
                    <a:pt x="3750" y="518"/>
                  </a:lnTo>
                  <a:lnTo>
                    <a:pt x="3726" y="498"/>
                  </a:lnTo>
                  <a:lnTo>
                    <a:pt x="3702" y="481"/>
                  </a:lnTo>
                  <a:lnTo>
                    <a:pt x="3674" y="463"/>
                  </a:lnTo>
                  <a:lnTo>
                    <a:pt x="3650" y="446"/>
                  </a:lnTo>
                  <a:lnTo>
                    <a:pt x="3626" y="429"/>
                  </a:lnTo>
                  <a:lnTo>
                    <a:pt x="3599" y="412"/>
                  </a:lnTo>
                  <a:lnTo>
                    <a:pt x="3571" y="395"/>
                  </a:lnTo>
                  <a:lnTo>
                    <a:pt x="3547" y="378"/>
                  </a:lnTo>
                  <a:lnTo>
                    <a:pt x="3520" y="364"/>
                  </a:lnTo>
                  <a:lnTo>
                    <a:pt x="3496" y="347"/>
                  </a:lnTo>
                  <a:lnTo>
                    <a:pt x="3469" y="333"/>
                  </a:lnTo>
                  <a:lnTo>
                    <a:pt x="3441" y="316"/>
                  </a:lnTo>
                  <a:lnTo>
                    <a:pt x="3414" y="302"/>
                  </a:lnTo>
                  <a:lnTo>
                    <a:pt x="3386" y="289"/>
                  </a:lnTo>
                  <a:lnTo>
                    <a:pt x="3359" y="275"/>
                  </a:lnTo>
                  <a:lnTo>
                    <a:pt x="3332" y="261"/>
                  </a:lnTo>
                  <a:lnTo>
                    <a:pt x="3304" y="248"/>
                  </a:lnTo>
                  <a:lnTo>
                    <a:pt x="3290" y="241"/>
                  </a:lnTo>
                  <a:lnTo>
                    <a:pt x="3277" y="234"/>
                  </a:lnTo>
                  <a:lnTo>
                    <a:pt x="3249" y="220"/>
                  </a:lnTo>
                  <a:lnTo>
                    <a:pt x="3232" y="213"/>
                  </a:lnTo>
                  <a:lnTo>
                    <a:pt x="3215" y="206"/>
                  </a:lnTo>
                  <a:lnTo>
                    <a:pt x="3188" y="193"/>
                  </a:lnTo>
                  <a:lnTo>
                    <a:pt x="3136" y="176"/>
                  </a:lnTo>
                  <a:lnTo>
                    <a:pt x="3112" y="165"/>
                  </a:lnTo>
                  <a:lnTo>
                    <a:pt x="3078" y="152"/>
                  </a:lnTo>
                  <a:lnTo>
                    <a:pt x="3054" y="141"/>
                  </a:lnTo>
                  <a:lnTo>
                    <a:pt x="3020" y="131"/>
                  </a:lnTo>
                  <a:lnTo>
                    <a:pt x="3006" y="128"/>
                  </a:lnTo>
                  <a:lnTo>
                    <a:pt x="2992" y="117"/>
                  </a:lnTo>
                  <a:lnTo>
                    <a:pt x="2975" y="114"/>
                  </a:lnTo>
                  <a:lnTo>
                    <a:pt x="2961" y="107"/>
                  </a:lnTo>
                  <a:lnTo>
                    <a:pt x="2931" y="100"/>
                  </a:lnTo>
                  <a:lnTo>
                    <a:pt x="2900" y="90"/>
                  </a:lnTo>
                  <a:lnTo>
                    <a:pt x="2872" y="83"/>
                  </a:lnTo>
                  <a:lnTo>
                    <a:pt x="2838" y="73"/>
                  </a:lnTo>
                  <a:lnTo>
                    <a:pt x="2811" y="66"/>
                  </a:lnTo>
                  <a:lnTo>
                    <a:pt x="2780" y="56"/>
                  </a:lnTo>
                  <a:lnTo>
                    <a:pt x="2749" y="52"/>
                  </a:lnTo>
                  <a:lnTo>
                    <a:pt x="2718" y="45"/>
                  </a:lnTo>
                  <a:lnTo>
                    <a:pt x="2687" y="39"/>
                  </a:lnTo>
                  <a:lnTo>
                    <a:pt x="2653" y="32"/>
                  </a:lnTo>
                  <a:lnTo>
                    <a:pt x="2639" y="28"/>
                  </a:lnTo>
                  <a:lnTo>
                    <a:pt x="2626" y="25"/>
                  </a:lnTo>
                  <a:lnTo>
                    <a:pt x="2591" y="21"/>
                  </a:lnTo>
                  <a:lnTo>
                    <a:pt x="2561" y="15"/>
                  </a:lnTo>
                  <a:lnTo>
                    <a:pt x="2526" y="11"/>
                  </a:lnTo>
                  <a:lnTo>
                    <a:pt x="2499" y="11"/>
                  </a:lnTo>
                  <a:lnTo>
                    <a:pt x="2465" y="8"/>
                  </a:lnTo>
                  <a:lnTo>
                    <a:pt x="2434" y="4"/>
                  </a:lnTo>
                  <a:lnTo>
                    <a:pt x="2399" y="4"/>
                  </a:lnTo>
                  <a:lnTo>
                    <a:pt x="2369" y="1"/>
                  </a:ln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5"/>
            <p:cNvSpPr/>
            <p:nvPr/>
          </p:nvSpPr>
          <p:spPr>
            <a:xfrm>
              <a:off x="1364381" y="3339849"/>
              <a:ext cx="406573" cy="216240"/>
            </a:xfrm>
            <a:custGeom>
              <a:rect b="b" l="l" r="r" t="t"/>
              <a:pathLst>
                <a:path extrusionOk="0" h="8255" w="15521">
                  <a:moveTo>
                    <a:pt x="8810" y="1"/>
                  </a:moveTo>
                  <a:cubicBezTo>
                    <a:pt x="7336" y="1"/>
                    <a:pt x="5926" y="986"/>
                    <a:pt x="5562" y="2587"/>
                  </a:cubicBezTo>
                  <a:cubicBezTo>
                    <a:pt x="5355" y="2517"/>
                    <a:pt x="5142" y="2484"/>
                    <a:pt x="4932" y="2484"/>
                  </a:cubicBezTo>
                  <a:cubicBezTo>
                    <a:pt x="4291" y="2484"/>
                    <a:pt x="3673" y="2794"/>
                    <a:pt x="3293" y="3344"/>
                  </a:cubicBezTo>
                  <a:cubicBezTo>
                    <a:pt x="3081" y="3288"/>
                    <a:pt x="2869" y="3262"/>
                    <a:pt x="2660" y="3262"/>
                  </a:cubicBezTo>
                  <a:cubicBezTo>
                    <a:pt x="1439" y="3262"/>
                    <a:pt x="353" y="4168"/>
                    <a:pt x="189" y="5444"/>
                  </a:cubicBezTo>
                  <a:cubicBezTo>
                    <a:pt x="0" y="6935"/>
                    <a:pt x="1162" y="8254"/>
                    <a:pt x="2666" y="8254"/>
                  </a:cubicBezTo>
                  <a:lnTo>
                    <a:pt x="12854" y="8254"/>
                  </a:lnTo>
                  <a:cubicBezTo>
                    <a:pt x="14365" y="8254"/>
                    <a:pt x="15520" y="6908"/>
                    <a:pt x="15291" y="5414"/>
                  </a:cubicBezTo>
                  <a:cubicBezTo>
                    <a:pt x="15100" y="4176"/>
                    <a:pt x="14035" y="3319"/>
                    <a:pt x="12855" y="3319"/>
                  </a:cubicBezTo>
                  <a:cubicBezTo>
                    <a:pt x="12610" y="3319"/>
                    <a:pt x="12361" y="3355"/>
                    <a:pt x="12114" y="3433"/>
                  </a:cubicBezTo>
                  <a:cubicBezTo>
                    <a:pt x="12117" y="3395"/>
                    <a:pt x="12117" y="3358"/>
                    <a:pt x="12117" y="3320"/>
                  </a:cubicBezTo>
                  <a:cubicBezTo>
                    <a:pt x="12117" y="2559"/>
                    <a:pt x="11854" y="1819"/>
                    <a:pt x="11374" y="1229"/>
                  </a:cubicBezTo>
                  <a:lnTo>
                    <a:pt x="10747" y="633"/>
                  </a:lnTo>
                  <a:cubicBezTo>
                    <a:pt x="10148" y="200"/>
                    <a:pt x="9472" y="1"/>
                    <a:pt x="8810"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85"/>
            <p:cNvSpPr/>
            <p:nvPr/>
          </p:nvSpPr>
          <p:spPr>
            <a:xfrm>
              <a:off x="1369411" y="3406830"/>
              <a:ext cx="204766" cy="151145"/>
            </a:xfrm>
            <a:custGeom>
              <a:rect b="b" l="l" r="r" t="t"/>
              <a:pathLst>
                <a:path extrusionOk="0" h="5770" w="7817">
                  <a:moveTo>
                    <a:pt x="4928" y="1"/>
                  </a:moveTo>
                  <a:cubicBezTo>
                    <a:pt x="4288" y="1"/>
                    <a:pt x="3672" y="311"/>
                    <a:pt x="3293" y="859"/>
                  </a:cubicBezTo>
                  <a:cubicBezTo>
                    <a:pt x="3081" y="803"/>
                    <a:pt x="2869" y="777"/>
                    <a:pt x="2660" y="777"/>
                  </a:cubicBezTo>
                  <a:cubicBezTo>
                    <a:pt x="1439" y="777"/>
                    <a:pt x="353" y="1683"/>
                    <a:pt x="189" y="2956"/>
                  </a:cubicBezTo>
                  <a:cubicBezTo>
                    <a:pt x="0" y="4450"/>
                    <a:pt x="1162" y="5769"/>
                    <a:pt x="2666" y="5769"/>
                  </a:cubicBezTo>
                  <a:lnTo>
                    <a:pt x="7817" y="5769"/>
                  </a:lnTo>
                  <a:cubicBezTo>
                    <a:pt x="6309" y="4707"/>
                    <a:pt x="5411" y="2977"/>
                    <a:pt x="5415" y="1133"/>
                  </a:cubicBezTo>
                  <a:cubicBezTo>
                    <a:pt x="5415" y="783"/>
                    <a:pt x="5445" y="430"/>
                    <a:pt x="5510" y="88"/>
                  </a:cubicBezTo>
                  <a:cubicBezTo>
                    <a:pt x="5318" y="29"/>
                    <a:pt x="5122" y="1"/>
                    <a:pt x="4928"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5"/>
            <p:cNvSpPr/>
            <p:nvPr/>
          </p:nvSpPr>
          <p:spPr>
            <a:xfrm>
              <a:off x="1502246" y="3195384"/>
              <a:ext cx="13779" cy="42043"/>
            </a:xfrm>
            <a:custGeom>
              <a:rect b="b" l="l" r="r" t="t"/>
              <a:pathLst>
                <a:path extrusionOk="0" h="1605" w="526">
                  <a:moveTo>
                    <a:pt x="265" y="1"/>
                  </a:moveTo>
                  <a:cubicBezTo>
                    <a:pt x="117" y="1"/>
                    <a:pt x="1" y="117"/>
                    <a:pt x="1" y="264"/>
                  </a:cubicBezTo>
                  <a:lnTo>
                    <a:pt x="1" y="1340"/>
                  </a:lnTo>
                  <a:cubicBezTo>
                    <a:pt x="1" y="1484"/>
                    <a:pt x="117" y="1604"/>
                    <a:pt x="265" y="1604"/>
                  </a:cubicBezTo>
                  <a:cubicBezTo>
                    <a:pt x="409" y="1604"/>
                    <a:pt x="525" y="1484"/>
                    <a:pt x="525" y="1340"/>
                  </a:cubicBezTo>
                  <a:lnTo>
                    <a:pt x="525" y="264"/>
                  </a:lnTo>
                  <a:cubicBezTo>
                    <a:pt x="525" y="117"/>
                    <a:pt x="409"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85"/>
            <p:cNvSpPr/>
            <p:nvPr/>
          </p:nvSpPr>
          <p:spPr>
            <a:xfrm>
              <a:off x="1430000" y="3214244"/>
              <a:ext cx="31067" cy="38271"/>
            </a:xfrm>
            <a:custGeom>
              <a:rect b="b" l="l" r="r" t="t"/>
              <a:pathLst>
                <a:path extrusionOk="0" h="1461" w="1186">
                  <a:moveTo>
                    <a:pt x="355" y="0"/>
                  </a:moveTo>
                  <a:cubicBezTo>
                    <a:pt x="176" y="0"/>
                    <a:pt x="0" y="187"/>
                    <a:pt x="113" y="394"/>
                  </a:cubicBezTo>
                  <a:lnTo>
                    <a:pt x="651" y="1326"/>
                  </a:lnTo>
                  <a:cubicBezTo>
                    <a:pt x="700" y="1412"/>
                    <a:pt x="791" y="1460"/>
                    <a:pt x="884" y="1460"/>
                  </a:cubicBezTo>
                  <a:cubicBezTo>
                    <a:pt x="928" y="1460"/>
                    <a:pt x="974" y="1449"/>
                    <a:pt x="1015" y="1426"/>
                  </a:cubicBezTo>
                  <a:cubicBezTo>
                    <a:pt x="1141" y="1350"/>
                    <a:pt x="1186" y="1186"/>
                    <a:pt x="1107" y="1062"/>
                  </a:cubicBezTo>
                  <a:lnTo>
                    <a:pt x="573" y="130"/>
                  </a:lnTo>
                  <a:cubicBezTo>
                    <a:pt x="517" y="39"/>
                    <a:pt x="435" y="0"/>
                    <a:pt x="3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85"/>
            <p:cNvSpPr/>
            <p:nvPr/>
          </p:nvSpPr>
          <p:spPr>
            <a:xfrm>
              <a:off x="1379548" y="3265455"/>
              <a:ext cx="40236" cy="27950"/>
            </a:xfrm>
            <a:custGeom>
              <a:rect b="b" l="l" r="r" t="t"/>
              <a:pathLst>
                <a:path extrusionOk="0" h="1067" w="1536">
                  <a:moveTo>
                    <a:pt x="302" y="0"/>
                  </a:moveTo>
                  <a:cubicBezTo>
                    <a:pt x="212" y="0"/>
                    <a:pt x="123" y="48"/>
                    <a:pt x="76" y="132"/>
                  </a:cubicBezTo>
                  <a:cubicBezTo>
                    <a:pt x="0" y="259"/>
                    <a:pt x="48" y="423"/>
                    <a:pt x="175" y="495"/>
                  </a:cubicBezTo>
                  <a:lnTo>
                    <a:pt x="1107" y="1033"/>
                  </a:lnTo>
                  <a:cubicBezTo>
                    <a:pt x="1148" y="1056"/>
                    <a:pt x="1193" y="1066"/>
                    <a:pt x="1236" y="1066"/>
                  </a:cubicBezTo>
                  <a:cubicBezTo>
                    <a:pt x="1327" y="1066"/>
                    <a:pt x="1415" y="1020"/>
                    <a:pt x="1464" y="934"/>
                  </a:cubicBezTo>
                  <a:cubicBezTo>
                    <a:pt x="1536" y="811"/>
                    <a:pt x="1495" y="653"/>
                    <a:pt x="1371" y="578"/>
                  </a:cubicBezTo>
                  <a:lnTo>
                    <a:pt x="439" y="40"/>
                  </a:lnTo>
                  <a:cubicBezTo>
                    <a:pt x="396" y="13"/>
                    <a:pt x="349" y="0"/>
                    <a:pt x="3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85"/>
            <p:cNvSpPr/>
            <p:nvPr/>
          </p:nvSpPr>
          <p:spPr>
            <a:xfrm>
              <a:off x="1361945" y="3335789"/>
              <a:ext cx="41964" cy="13752"/>
            </a:xfrm>
            <a:custGeom>
              <a:rect b="b" l="l" r="r" t="t"/>
              <a:pathLst>
                <a:path extrusionOk="0" h="525" w="1602">
                  <a:moveTo>
                    <a:pt x="265" y="0"/>
                  </a:moveTo>
                  <a:cubicBezTo>
                    <a:pt x="117" y="0"/>
                    <a:pt x="1" y="117"/>
                    <a:pt x="1" y="261"/>
                  </a:cubicBezTo>
                  <a:cubicBezTo>
                    <a:pt x="1" y="408"/>
                    <a:pt x="117" y="524"/>
                    <a:pt x="265" y="524"/>
                  </a:cubicBezTo>
                  <a:lnTo>
                    <a:pt x="1341" y="524"/>
                  </a:lnTo>
                  <a:cubicBezTo>
                    <a:pt x="1485" y="524"/>
                    <a:pt x="1601" y="408"/>
                    <a:pt x="1601" y="261"/>
                  </a:cubicBezTo>
                  <a:cubicBezTo>
                    <a:pt x="1601" y="117"/>
                    <a:pt x="1485" y="0"/>
                    <a:pt x="1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5"/>
            <p:cNvSpPr/>
            <p:nvPr/>
          </p:nvSpPr>
          <p:spPr>
            <a:xfrm>
              <a:off x="1379732" y="3391741"/>
              <a:ext cx="40314" cy="28002"/>
            </a:xfrm>
            <a:custGeom>
              <a:rect b="b" l="l" r="r" t="t"/>
              <a:pathLst>
                <a:path extrusionOk="0" h="1069" w="1539">
                  <a:moveTo>
                    <a:pt x="1237" y="1"/>
                  </a:moveTo>
                  <a:cubicBezTo>
                    <a:pt x="1190" y="1"/>
                    <a:pt x="1143" y="13"/>
                    <a:pt x="1100" y="40"/>
                  </a:cubicBezTo>
                  <a:lnTo>
                    <a:pt x="168" y="578"/>
                  </a:lnTo>
                  <a:cubicBezTo>
                    <a:pt x="41" y="650"/>
                    <a:pt x="0" y="811"/>
                    <a:pt x="72" y="938"/>
                  </a:cubicBezTo>
                  <a:cubicBezTo>
                    <a:pt x="121" y="1021"/>
                    <a:pt x="210" y="1068"/>
                    <a:pt x="301" y="1068"/>
                  </a:cubicBezTo>
                  <a:cubicBezTo>
                    <a:pt x="346" y="1068"/>
                    <a:pt x="391" y="1057"/>
                    <a:pt x="432" y="1034"/>
                  </a:cubicBezTo>
                  <a:lnTo>
                    <a:pt x="1364" y="496"/>
                  </a:lnTo>
                  <a:cubicBezTo>
                    <a:pt x="1491" y="424"/>
                    <a:pt x="1539" y="259"/>
                    <a:pt x="1464" y="133"/>
                  </a:cubicBezTo>
                  <a:cubicBezTo>
                    <a:pt x="1416" y="49"/>
                    <a:pt x="1328" y="1"/>
                    <a:pt x="1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5"/>
            <p:cNvSpPr/>
            <p:nvPr/>
          </p:nvSpPr>
          <p:spPr>
            <a:xfrm>
              <a:off x="1596679" y="3265508"/>
              <a:ext cx="41964" cy="27924"/>
            </a:xfrm>
            <a:custGeom>
              <a:rect b="b" l="l" r="r" t="t"/>
              <a:pathLst>
                <a:path extrusionOk="0" h="1066" w="1602">
                  <a:moveTo>
                    <a:pt x="1299" y="1"/>
                  </a:moveTo>
                  <a:cubicBezTo>
                    <a:pt x="1254" y="1"/>
                    <a:pt x="1208" y="13"/>
                    <a:pt x="1166" y="38"/>
                  </a:cubicBezTo>
                  <a:lnTo>
                    <a:pt x="234" y="576"/>
                  </a:lnTo>
                  <a:cubicBezTo>
                    <a:pt x="1" y="709"/>
                    <a:pt x="97" y="1066"/>
                    <a:pt x="368" y="1066"/>
                  </a:cubicBezTo>
                  <a:cubicBezTo>
                    <a:pt x="412" y="1066"/>
                    <a:pt x="460" y="1055"/>
                    <a:pt x="498" y="1031"/>
                  </a:cubicBezTo>
                  <a:lnTo>
                    <a:pt x="1430" y="493"/>
                  </a:lnTo>
                  <a:cubicBezTo>
                    <a:pt x="1557" y="421"/>
                    <a:pt x="1601" y="260"/>
                    <a:pt x="1526" y="134"/>
                  </a:cubicBezTo>
                  <a:cubicBezTo>
                    <a:pt x="1478" y="49"/>
                    <a:pt x="1390"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5"/>
            <p:cNvSpPr/>
            <p:nvPr/>
          </p:nvSpPr>
          <p:spPr>
            <a:xfrm>
              <a:off x="1557360" y="3214244"/>
              <a:ext cx="30989" cy="38166"/>
            </a:xfrm>
            <a:custGeom>
              <a:rect b="b" l="l" r="r" t="t"/>
              <a:pathLst>
                <a:path extrusionOk="0" h="1457" w="1183">
                  <a:moveTo>
                    <a:pt x="829" y="0"/>
                  </a:moveTo>
                  <a:cubicBezTo>
                    <a:pt x="748" y="0"/>
                    <a:pt x="666" y="39"/>
                    <a:pt x="611" y="130"/>
                  </a:cubicBezTo>
                  <a:lnTo>
                    <a:pt x="73" y="1062"/>
                  </a:lnTo>
                  <a:cubicBezTo>
                    <a:pt x="1" y="1186"/>
                    <a:pt x="42" y="1347"/>
                    <a:pt x="169" y="1422"/>
                  </a:cubicBezTo>
                  <a:cubicBezTo>
                    <a:pt x="210" y="1446"/>
                    <a:pt x="255" y="1457"/>
                    <a:pt x="299" y="1457"/>
                  </a:cubicBezTo>
                  <a:cubicBezTo>
                    <a:pt x="391" y="1457"/>
                    <a:pt x="480" y="1410"/>
                    <a:pt x="529" y="1326"/>
                  </a:cubicBezTo>
                  <a:lnTo>
                    <a:pt x="1067" y="394"/>
                  </a:lnTo>
                  <a:cubicBezTo>
                    <a:pt x="1182" y="187"/>
                    <a:pt x="1007" y="0"/>
                    <a:pt x="8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5"/>
            <p:cNvSpPr/>
            <p:nvPr/>
          </p:nvSpPr>
          <p:spPr>
            <a:xfrm>
              <a:off x="1358016" y="3245023"/>
              <a:ext cx="319579" cy="318060"/>
            </a:xfrm>
            <a:custGeom>
              <a:rect b="b" l="l" r="r" t="t"/>
              <a:pathLst>
                <a:path extrusionOk="0" h="12142" w="12200">
                  <a:moveTo>
                    <a:pt x="5826" y="1388"/>
                  </a:moveTo>
                  <a:lnTo>
                    <a:pt x="5915" y="1392"/>
                  </a:lnTo>
                  <a:lnTo>
                    <a:pt x="5942" y="1392"/>
                  </a:lnTo>
                  <a:lnTo>
                    <a:pt x="6000" y="1399"/>
                  </a:lnTo>
                  <a:lnTo>
                    <a:pt x="6028" y="1399"/>
                  </a:lnTo>
                  <a:lnTo>
                    <a:pt x="6059" y="1402"/>
                  </a:lnTo>
                  <a:lnTo>
                    <a:pt x="6083" y="1406"/>
                  </a:lnTo>
                  <a:lnTo>
                    <a:pt x="6113" y="1412"/>
                  </a:lnTo>
                  <a:lnTo>
                    <a:pt x="6141" y="1416"/>
                  </a:lnTo>
                  <a:lnTo>
                    <a:pt x="6172" y="1419"/>
                  </a:lnTo>
                  <a:lnTo>
                    <a:pt x="6226" y="1430"/>
                  </a:lnTo>
                  <a:lnTo>
                    <a:pt x="6254" y="1436"/>
                  </a:lnTo>
                  <a:lnTo>
                    <a:pt x="6281" y="1443"/>
                  </a:lnTo>
                  <a:lnTo>
                    <a:pt x="6309" y="1447"/>
                  </a:lnTo>
                  <a:lnTo>
                    <a:pt x="6340" y="1457"/>
                  </a:lnTo>
                  <a:lnTo>
                    <a:pt x="6364" y="1460"/>
                  </a:lnTo>
                  <a:lnTo>
                    <a:pt x="6391" y="1471"/>
                  </a:lnTo>
                  <a:lnTo>
                    <a:pt x="6415" y="1478"/>
                  </a:lnTo>
                  <a:lnTo>
                    <a:pt x="6446" y="1484"/>
                  </a:lnTo>
                  <a:lnTo>
                    <a:pt x="6579" y="1529"/>
                  </a:lnTo>
                  <a:lnTo>
                    <a:pt x="6600" y="1536"/>
                  </a:lnTo>
                  <a:lnTo>
                    <a:pt x="6631" y="1549"/>
                  </a:lnTo>
                  <a:lnTo>
                    <a:pt x="6672" y="1567"/>
                  </a:lnTo>
                  <a:lnTo>
                    <a:pt x="6696" y="1577"/>
                  </a:lnTo>
                  <a:lnTo>
                    <a:pt x="6802" y="1625"/>
                  </a:lnTo>
                  <a:lnTo>
                    <a:pt x="6809" y="1625"/>
                  </a:lnTo>
                  <a:lnTo>
                    <a:pt x="6830" y="1635"/>
                  </a:lnTo>
                  <a:lnTo>
                    <a:pt x="6878" y="1663"/>
                  </a:lnTo>
                  <a:lnTo>
                    <a:pt x="6905" y="1676"/>
                  </a:lnTo>
                  <a:lnTo>
                    <a:pt x="6926" y="1690"/>
                  </a:lnTo>
                  <a:lnTo>
                    <a:pt x="6974" y="1717"/>
                  </a:lnTo>
                  <a:lnTo>
                    <a:pt x="6998" y="1731"/>
                  </a:lnTo>
                  <a:lnTo>
                    <a:pt x="7001" y="1731"/>
                  </a:lnTo>
                  <a:lnTo>
                    <a:pt x="7022" y="1745"/>
                  </a:lnTo>
                  <a:lnTo>
                    <a:pt x="7042" y="1759"/>
                  </a:lnTo>
                  <a:lnTo>
                    <a:pt x="7066" y="1776"/>
                  </a:lnTo>
                  <a:lnTo>
                    <a:pt x="7090" y="1789"/>
                  </a:lnTo>
                  <a:lnTo>
                    <a:pt x="7107" y="1803"/>
                  </a:lnTo>
                  <a:lnTo>
                    <a:pt x="7114" y="1807"/>
                  </a:lnTo>
                  <a:lnTo>
                    <a:pt x="7135" y="1820"/>
                  </a:lnTo>
                  <a:lnTo>
                    <a:pt x="7155" y="1837"/>
                  </a:lnTo>
                  <a:lnTo>
                    <a:pt x="7296" y="1947"/>
                  </a:lnTo>
                  <a:lnTo>
                    <a:pt x="7299" y="1950"/>
                  </a:lnTo>
                  <a:lnTo>
                    <a:pt x="7347" y="1995"/>
                  </a:lnTo>
                  <a:lnTo>
                    <a:pt x="7350" y="1995"/>
                  </a:lnTo>
                  <a:cubicBezTo>
                    <a:pt x="7467" y="2105"/>
                    <a:pt x="7573" y="2221"/>
                    <a:pt x="7666" y="2351"/>
                  </a:cubicBezTo>
                  <a:cubicBezTo>
                    <a:pt x="7697" y="2392"/>
                    <a:pt x="7727" y="2437"/>
                    <a:pt x="7758" y="2485"/>
                  </a:cubicBezTo>
                  <a:lnTo>
                    <a:pt x="7765" y="2499"/>
                  </a:lnTo>
                  <a:cubicBezTo>
                    <a:pt x="7793" y="2540"/>
                    <a:pt x="7817" y="2584"/>
                    <a:pt x="7841" y="2629"/>
                  </a:cubicBezTo>
                  <a:lnTo>
                    <a:pt x="7851" y="2646"/>
                  </a:lnTo>
                  <a:cubicBezTo>
                    <a:pt x="7875" y="2691"/>
                    <a:pt x="7895" y="2739"/>
                    <a:pt x="7916" y="2783"/>
                  </a:cubicBezTo>
                  <a:lnTo>
                    <a:pt x="7923" y="2800"/>
                  </a:lnTo>
                  <a:cubicBezTo>
                    <a:pt x="7943" y="2848"/>
                    <a:pt x="7964" y="2896"/>
                    <a:pt x="7981" y="2944"/>
                  </a:cubicBezTo>
                  <a:lnTo>
                    <a:pt x="7984" y="2961"/>
                  </a:lnTo>
                  <a:cubicBezTo>
                    <a:pt x="8002" y="3009"/>
                    <a:pt x="8019" y="3057"/>
                    <a:pt x="8032" y="3109"/>
                  </a:cubicBezTo>
                  <a:lnTo>
                    <a:pt x="8036" y="3126"/>
                  </a:lnTo>
                  <a:cubicBezTo>
                    <a:pt x="8050" y="3177"/>
                    <a:pt x="8063" y="3229"/>
                    <a:pt x="8074" y="3280"/>
                  </a:cubicBezTo>
                  <a:lnTo>
                    <a:pt x="8074" y="3297"/>
                  </a:lnTo>
                  <a:cubicBezTo>
                    <a:pt x="8084" y="3349"/>
                    <a:pt x="8094" y="3400"/>
                    <a:pt x="8098" y="3455"/>
                  </a:cubicBezTo>
                  <a:lnTo>
                    <a:pt x="8098" y="3472"/>
                  </a:lnTo>
                  <a:lnTo>
                    <a:pt x="8098" y="3489"/>
                  </a:lnTo>
                  <a:cubicBezTo>
                    <a:pt x="7724" y="3588"/>
                    <a:pt x="7364" y="3753"/>
                    <a:pt x="7042" y="3969"/>
                  </a:cubicBezTo>
                  <a:lnTo>
                    <a:pt x="7032" y="3976"/>
                  </a:lnTo>
                  <a:lnTo>
                    <a:pt x="7018" y="3986"/>
                  </a:lnTo>
                  <a:cubicBezTo>
                    <a:pt x="6984" y="4010"/>
                    <a:pt x="6950" y="4034"/>
                    <a:pt x="6915" y="4058"/>
                  </a:cubicBezTo>
                  <a:lnTo>
                    <a:pt x="6908" y="4061"/>
                  </a:lnTo>
                  <a:cubicBezTo>
                    <a:pt x="6867" y="4092"/>
                    <a:pt x="6830" y="4123"/>
                    <a:pt x="6792" y="4154"/>
                  </a:cubicBezTo>
                  <a:cubicBezTo>
                    <a:pt x="6758" y="4181"/>
                    <a:pt x="6723" y="4209"/>
                    <a:pt x="6693" y="4240"/>
                  </a:cubicBezTo>
                  <a:lnTo>
                    <a:pt x="6686" y="4243"/>
                  </a:lnTo>
                  <a:cubicBezTo>
                    <a:pt x="6185" y="4678"/>
                    <a:pt x="5815" y="5247"/>
                    <a:pt x="5620" y="5884"/>
                  </a:cubicBezTo>
                  <a:cubicBezTo>
                    <a:pt x="5582" y="5878"/>
                    <a:pt x="5548" y="5871"/>
                    <a:pt x="5510" y="5864"/>
                  </a:cubicBezTo>
                  <a:cubicBezTo>
                    <a:pt x="5397" y="5847"/>
                    <a:pt x="5288" y="5840"/>
                    <a:pt x="5174" y="5840"/>
                  </a:cubicBezTo>
                  <a:lnTo>
                    <a:pt x="5031" y="5840"/>
                  </a:lnTo>
                  <a:lnTo>
                    <a:pt x="4989" y="5843"/>
                  </a:lnTo>
                  <a:lnTo>
                    <a:pt x="4969" y="5843"/>
                  </a:lnTo>
                  <a:lnTo>
                    <a:pt x="4935" y="5847"/>
                  </a:lnTo>
                  <a:lnTo>
                    <a:pt x="4900" y="5847"/>
                  </a:lnTo>
                  <a:lnTo>
                    <a:pt x="4869" y="5850"/>
                  </a:lnTo>
                  <a:lnTo>
                    <a:pt x="4811" y="5860"/>
                  </a:lnTo>
                  <a:lnTo>
                    <a:pt x="4804" y="5860"/>
                  </a:lnTo>
                  <a:lnTo>
                    <a:pt x="4746" y="5833"/>
                  </a:lnTo>
                  <a:lnTo>
                    <a:pt x="4729" y="5823"/>
                  </a:lnTo>
                  <a:cubicBezTo>
                    <a:pt x="4708" y="5812"/>
                    <a:pt x="4688" y="5802"/>
                    <a:pt x="4664" y="5788"/>
                  </a:cubicBezTo>
                  <a:lnTo>
                    <a:pt x="4654" y="5785"/>
                  </a:lnTo>
                  <a:cubicBezTo>
                    <a:pt x="4630" y="5771"/>
                    <a:pt x="4606" y="5758"/>
                    <a:pt x="4582" y="5740"/>
                  </a:cubicBezTo>
                  <a:lnTo>
                    <a:pt x="4564" y="5730"/>
                  </a:lnTo>
                  <a:lnTo>
                    <a:pt x="4503" y="5692"/>
                  </a:lnTo>
                  <a:lnTo>
                    <a:pt x="4493" y="5686"/>
                  </a:lnTo>
                  <a:cubicBezTo>
                    <a:pt x="4469" y="5672"/>
                    <a:pt x="4445" y="5655"/>
                    <a:pt x="4424" y="5641"/>
                  </a:cubicBezTo>
                  <a:lnTo>
                    <a:pt x="4407" y="5627"/>
                  </a:lnTo>
                  <a:cubicBezTo>
                    <a:pt x="4386" y="5614"/>
                    <a:pt x="4369" y="5600"/>
                    <a:pt x="4349" y="5586"/>
                  </a:cubicBezTo>
                  <a:lnTo>
                    <a:pt x="4338" y="5576"/>
                  </a:lnTo>
                  <a:cubicBezTo>
                    <a:pt x="4318" y="5562"/>
                    <a:pt x="4297" y="5542"/>
                    <a:pt x="4273" y="5528"/>
                  </a:cubicBezTo>
                  <a:lnTo>
                    <a:pt x="4260" y="5514"/>
                  </a:lnTo>
                  <a:cubicBezTo>
                    <a:pt x="4242" y="5497"/>
                    <a:pt x="4222" y="5483"/>
                    <a:pt x="4205" y="5466"/>
                  </a:cubicBezTo>
                  <a:lnTo>
                    <a:pt x="4194" y="5456"/>
                  </a:lnTo>
                  <a:cubicBezTo>
                    <a:pt x="4174" y="5439"/>
                    <a:pt x="4153" y="5418"/>
                    <a:pt x="4133" y="5401"/>
                  </a:cubicBezTo>
                  <a:lnTo>
                    <a:pt x="4122" y="5387"/>
                  </a:lnTo>
                  <a:cubicBezTo>
                    <a:pt x="4105" y="5370"/>
                    <a:pt x="4088" y="5353"/>
                    <a:pt x="4071" y="5336"/>
                  </a:cubicBezTo>
                  <a:lnTo>
                    <a:pt x="4061" y="5326"/>
                  </a:lnTo>
                  <a:cubicBezTo>
                    <a:pt x="4040" y="5305"/>
                    <a:pt x="4023" y="5285"/>
                    <a:pt x="4002" y="5264"/>
                  </a:cubicBezTo>
                  <a:lnTo>
                    <a:pt x="3985" y="5240"/>
                  </a:lnTo>
                  <a:lnTo>
                    <a:pt x="3979" y="5237"/>
                  </a:lnTo>
                  <a:lnTo>
                    <a:pt x="3972" y="5223"/>
                  </a:lnTo>
                  <a:cubicBezTo>
                    <a:pt x="3817" y="5045"/>
                    <a:pt x="3691" y="4846"/>
                    <a:pt x="3598" y="4630"/>
                  </a:cubicBezTo>
                  <a:lnTo>
                    <a:pt x="3591" y="4620"/>
                  </a:lnTo>
                  <a:cubicBezTo>
                    <a:pt x="3584" y="4599"/>
                    <a:pt x="3578" y="4579"/>
                    <a:pt x="3567" y="4558"/>
                  </a:cubicBezTo>
                  <a:lnTo>
                    <a:pt x="3564" y="4541"/>
                  </a:lnTo>
                  <a:cubicBezTo>
                    <a:pt x="3554" y="4521"/>
                    <a:pt x="3547" y="4500"/>
                    <a:pt x="3540" y="4476"/>
                  </a:cubicBezTo>
                  <a:lnTo>
                    <a:pt x="3533" y="4455"/>
                  </a:lnTo>
                  <a:cubicBezTo>
                    <a:pt x="3523" y="4428"/>
                    <a:pt x="3516" y="4401"/>
                    <a:pt x="3506" y="4373"/>
                  </a:cubicBezTo>
                  <a:cubicBezTo>
                    <a:pt x="3478" y="4281"/>
                    <a:pt x="3458" y="4185"/>
                    <a:pt x="3444" y="4089"/>
                  </a:cubicBezTo>
                  <a:cubicBezTo>
                    <a:pt x="3441" y="4065"/>
                    <a:pt x="3437" y="4044"/>
                    <a:pt x="3437" y="4024"/>
                  </a:cubicBezTo>
                  <a:cubicBezTo>
                    <a:pt x="3434" y="4000"/>
                    <a:pt x="3430" y="3989"/>
                    <a:pt x="3430" y="3969"/>
                  </a:cubicBezTo>
                  <a:cubicBezTo>
                    <a:pt x="3420" y="3890"/>
                    <a:pt x="3417" y="3808"/>
                    <a:pt x="3417" y="3729"/>
                  </a:cubicBezTo>
                  <a:lnTo>
                    <a:pt x="3417" y="3650"/>
                  </a:lnTo>
                  <a:lnTo>
                    <a:pt x="3417" y="3630"/>
                  </a:lnTo>
                  <a:cubicBezTo>
                    <a:pt x="3417" y="3602"/>
                    <a:pt x="3420" y="3575"/>
                    <a:pt x="3423" y="3547"/>
                  </a:cubicBezTo>
                  <a:cubicBezTo>
                    <a:pt x="3423" y="3520"/>
                    <a:pt x="3427" y="3496"/>
                    <a:pt x="3430" y="3468"/>
                  </a:cubicBezTo>
                  <a:lnTo>
                    <a:pt x="3434" y="3448"/>
                  </a:lnTo>
                  <a:cubicBezTo>
                    <a:pt x="3437" y="3397"/>
                    <a:pt x="3447" y="3345"/>
                    <a:pt x="3454" y="3294"/>
                  </a:cubicBezTo>
                  <a:cubicBezTo>
                    <a:pt x="3454" y="3287"/>
                    <a:pt x="3454" y="3280"/>
                    <a:pt x="3461" y="3273"/>
                  </a:cubicBezTo>
                  <a:cubicBezTo>
                    <a:pt x="3468" y="3225"/>
                    <a:pt x="3482" y="3174"/>
                    <a:pt x="3495" y="3122"/>
                  </a:cubicBezTo>
                  <a:lnTo>
                    <a:pt x="3499" y="3105"/>
                  </a:lnTo>
                  <a:cubicBezTo>
                    <a:pt x="3512" y="3054"/>
                    <a:pt x="3530" y="3006"/>
                    <a:pt x="3547" y="2954"/>
                  </a:cubicBezTo>
                  <a:lnTo>
                    <a:pt x="3550" y="2937"/>
                  </a:lnTo>
                  <a:cubicBezTo>
                    <a:pt x="3567" y="2889"/>
                    <a:pt x="3588" y="2841"/>
                    <a:pt x="3608" y="2797"/>
                  </a:cubicBezTo>
                  <a:lnTo>
                    <a:pt x="3615" y="2780"/>
                  </a:lnTo>
                  <a:cubicBezTo>
                    <a:pt x="3636" y="2732"/>
                    <a:pt x="3656" y="2687"/>
                    <a:pt x="3680" y="2643"/>
                  </a:cubicBezTo>
                  <a:lnTo>
                    <a:pt x="3691" y="2626"/>
                  </a:lnTo>
                  <a:cubicBezTo>
                    <a:pt x="3715" y="2584"/>
                    <a:pt x="3739" y="2536"/>
                    <a:pt x="3766" y="2499"/>
                  </a:cubicBezTo>
                  <a:lnTo>
                    <a:pt x="3776" y="2482"/>
                  </a:lnTo>
                  <a:cubicBezTo>
                    <a:pt x="3804" y="2434"/>
                    <a:pt x="3835" y="2392"/>
                    <a:pt x="3865" y="2348"/>
                  </a:cubicBezTo>
                  <a:cubicBezTo>
                    <a:pt x="3958" y="2221"/>
                    <a:pt x="4064" y="2101"/>
                    <a:pt x="4181" y="1995"/>
                  </a:cubicBezTo>
                  <a:lnTo>
                    <a:pt x="4184" y="1992"/>
                  </a:lnTo>
                  <a:lnTo>
                    <a:pt x="4225" y="1957"/>
                  </a:lnTo>
                  <a:lnTo>
                    <a:pt x="4397" y="1820"/>
                  </a:lnTo>
                  <a:lnTo>
                    <a:pt x="4417" y="1803"/>
                  </a:lnTo>
                  <a:lnTo>
                    <a:pt x="4424" y="1803"/>
                  </a:lnTo>
                  <a:lnTo>
                    <a:pt x="4441" y="1789"/>
                  </a:lnTo>
                  <a:lnTo>
                    <a:pt x="4465" y="1772"/>
                  </a:lnTo>
                  <a:lnTo>
                    <a:pt x="4486" y="1759"/>
                  </a:lnTo>
                  <a:lnTo>
                    <a:pt x="4513" y="1741"/>
                  </a:lnTo>
                  <a:lnTo>
                    <a:pt x="4530" y="1731"/>
                  </a:lnTo>
                  <a:lnTo>
                    <a:pt x="4534" y="1731"/>
                  </a:lnTo>
                  <a:lnTo>
                    <a:pt x="4558" y="1717"/>
                  </a:lnTo>
                  <a:lnTo>
                    <a:pt x="4606" y="1690"/>
                  </a:lnTo>
                  <a:lnTo>
                    <a:pt x="4630" y="1673"/>
                  </a:lnTo>
                  <a:lnTo>
                    <a:pt x="4650" y="1663"/>
                  </a:lnTo>
                  <a:lnTo>
                    <a:pt x="4702" y="1635"/>
                  </a:lnTo>
                  <a:lnTo>
                    <a:pt x="4722" y="1625"/>
                  </a:lnTo>
                  <a:lnTo>
                    <a:pt x="4729" y="1625"/>
                  </a:lnTo>
                  <a:lnTo>
                    <a:pt x="4835" y="1577"/>
                  </a:lnTo>
                  <a:lnTo>
                    <a:pt x="4859" y="1567"/>
                  </a:lnTo>
                  <a:lnTo>
                    <a:pt x="4900" y="1549"/>
                  </a:lnTo>
                  <a:lnTo>
                    <a:pt x="4931" y="1536"/>
                  </a:lnTo>
                  <a:lnTo>
                    <a:pt x="4955" y="1529"/>
                  </a:lnTo>
                  <a:lnTo>
                    <a:pt x="5085" y="1484"/>
                  </a:lnTo>
                  <a:lnTo>
                    <a:pt x="5113" y="1478"/>
                  </a:lnTo>
                  <a:lnTo>
                    <a:pt x="5140" y="1471"/>
                  </a:lnTo>
                  <a:lnTo>
                    <a:pt x="5168" y="1464"/>
                  </a:lnTo>
                  <a:lnTo>
                    <a:pt x="5195" y="1457"/>
                  </a:lnTo>
                  <a:lnTo>
                    <a:pt x="5222" y="1450"/>
                  </a:lnTo>
                  <a:lnTo>
                    <a:pt x="5250" y="1443"/>
                  </a:lnTo>
                  <a:lnTo>
                    <a:pt x="5277" y="1436"/>
                  </a:lnTo>
                  <a:lnTo>
                    <a:pt x="5305" y="1430"/>
                  </a:lnTo>
                  <a:lnTo>
                    <a:pt x="5360" y="1419"/>
                  </a:lnTo>
                  <a:lnTo>
                    <a:pt x="5394" y="1416"/>
                  </a:lnTo>
                  <a:lnTo>
                    <a:pt x="5418" y="1412"/>
                  </a:lnTo>
                  <a:lnTo>
                    <a:pt x="5449" y="1406"/>
                  </a:lnTo>
                  <a:lnTo>
                    <a:pt x="5476" y="1402"/>
                  </a:lnTo>
                  <a:lnTo>
                    <a:pt x="5507" y="1399"/>
                  </a:lnTo>
                  <a:lnTo>
                    <a:pt x="5531" y="1395"/>
                  </a:lnTo>
                  <a:lnTo>
                    <a:pt x="5589" y="1392"/>
                  </a:lnTo>
                  <a:lnTo>
                    <a:pt x="5617" y="1392"/>
                  </a:lnTo>
                  <a:lnTo>
                    <a:pt x="5706" y="1388"/>
                  </a:lnTo>
                  <a:close/>
                  <a:moveTo>
                    <a:pt x="5775" y="523"/>
                  </a:moveTo>
                  <a:cubicBezTo>
                    <a:pt x="7391" y="523"/>
                    <a:pt x="8766" y="1739"/>
                    <a:pt x="8947" y="3362"/>
                  </a:cubicBezTo>
                  <a:lnTo>
                    <a:pt x="8917" y="3362"/>
                  </a:lnTo>
                  <a:lnTo>
                    <a:pt x="8848" y="3366"/>
                  </a:lnTo>
                  <a:lnTo>
                    <a:pt x="8769" y="3373"/>
                  </a:lnTo>
                  <a:lnTo>
                    <a:pt x="8697" y="3376"/>
                  </a:lnTo>
                  <a:lnTo>
                    <a:pt x="8629" y="3383"/>
                  </a:lnTo>
                  <a:cubicBezTo>
                    <a:pt x="8622" y="3321"/>
                    <a:pt x="8612" y="3259"/>
                    <a:pt x="8598" y="3198"/>
                  </a:cubicBezTo>
                  <a:cubicBezTo>
                    <a:pt x="8598" y="3187"/>
                    <a:pt x="8594" y="3177"/>
                    <a:pt x="8594" y="3170"/>
                  </a:cubicBezTo>
                  <a:cubicBezTo>
                    <a:pt x="8584" y="3109"/>
                    <a:pt x="8567" y="3047"/>
                    <a:pt x="8553" y="2985"/>
                  </a:cubicBezTo>
                  <a:lnTo>
                    <a:pt x="8546" y="2965"/>
                  </a:lnTo>
                  <a:cubicBezTo>
                    <a:pt x="8529" y="2903"/>
                    <a:pt x="8509" y="2841"/>
                    <a:pt x="8488" y="2783"/>
                  </a:cubicBezTo>
                  <a:lnTo>
                    <a:pt x="8481" y="2759"/>
                  </a:lnTo>
                  <a:cubicBezTo>
                    <a:pt x="8461" y="2701"/>
                    <a:pt x="8440" y="2643"/>
                    <a:pt x="8413" y="2588"/>
                  </a:cubicBezTo>
                  <a:lnTo>
                    <a:pt x="8403" y="2564"/>
                  </a:lnTo>
                  <a:cubicBezTo>
                    <a:pt x="8379" y="2509"/>
                    <a:pt x="8351" y="2451"/>
                    <a:pt x="8324" y="2396"/>
                  </a:cubicBezTo>
                  <a:lnTo>
                    <a:pt x="8313" y="2375"/>
                  </a:lnTo>
                  <a:cubicBezTo>
                    <a:pt x="8283" y="2324"/>
                    <a:pt x="8252" y="2269"/>
                    <a:pt x="8217" y="2214"/>
                  </a:cubicBezTo>
                  <a:lnTo>
                    <a:pt x="8207" y="2197"/>
                  </a:lnTo>
                  <a:cubicBezTo>
                    <a:pt x="8173" y="2142"/>
                    <a:pt x="8135" y="2087"/>
                    <a:pt x="8098" y="2036"/>
                  </a:cubicBezTo>
                  <a:cubicBezTo>
                    <a:pt x="7984" y="1878"/>
                    <a:pt x="7854" y="1735"/>
                    <a:pt x="7714" y="1604"/>
                  </a:cubicBezTo>
                  <a:lnTo>
                    <a:pt x="7707" y="1597"/>
                  </a:lnTo>
                  <a:lnTo>
                    <a:pt x="7679" y="1573"/>
                  </a:lnTo>
                  <a:lnTo>
                    <a:pt x="7662" y="1556"/>
                  </a:lnTo>
                  <a:lnTo>
                    <a:pt x="7645" y="1543"/>
                  </a:lnTo>
                  <a:lnTo>
                    <a:pt x="7556" y="1471"/>
                  </a:lnTo>
                  <a:lnTo>
                    <a:pt x="7529" y="1450"/>
                  </a:lnTo>
                  <a:lnTo>
                    <a:pt x="7474" y="1409"/>
                  </a:lnTo>
                  <a:lnTo>
                    <a:pt x="7450" y="1388"/>
                  </a:lnTo>
                  <a:lnTo>
                    <a:pt x="7422" y="1368"/>
                  </a:lnTo>
                  <a:lnTo>
                    <a:pt x="7419" y="1368"/>
                  </a:lnTo>
                  <a:lnTo>
                    <a:pt x="7395" y="1351"/>
                  </a:lnTo>
                  <a:lnTo>
                    <a:pt x="7368" y="1330"/>
                  </a:lnTo>
                  <a:lnTo>
                    <a:pt x="7337" y="1313"/>
                  </a:lnTo>
                  <a:lnTo>
                    <a:pt x="7333" y="1310"/>
                  </a:lnTo>
                  <a:lnTo>
                    <a:pt x="7309" y="1296"/>
                  </a:lnTo>
                  <a:lnTo>
                    <a:pt x="7282" y="1279"/>
                  </a:lnTo>
                  <a:lnTo>
                    <a:pt x="7251" y="1258"/>
                  </a:lnTo>
                  <a:lnTo>
                    <a:pt x="7193" y="1224"/>
                  </a:lnTo>
                  <a:lnTo>
                    <a:pt x="7165" y="1210"/>
                  </a:lnTo>
                  <a:lnTo>
                    <a:pt x="7135" y="1193"/>
                  </a:lnTo>
                  <a:lnTo>
                    <a:pt x="7076" y="1162"/>
                  </a:lnTo>
                  <a:lnTo>
                    <a:pt x="7045" y="1149"/>
                  </a:lnTo>
                  <a:lnTo>
                    <a:pt x="7042" y="1145"/>
                  </a:lnTo>
                  <a:lnTo>
                    <a:pt x="7039" y="1142"/>
                  </a:lnTo>
                  <a:lnTo>
                    <a:pt x="7015" y="1131"/>
                  </a:lnTo>
                  <a:lnTo>
                    <a:pt x="6977" y="1114"/>
                  </a:lnTo>
                  <a:lnTo>
                    <a:pt x="6953" y="1104"/>
                  </a:lnTo>
                  <a:lnTo>
                    <a:pt x="6915" y="1087"/>
                  </a:lnTo>
                  <a:lnTo>
                    <a:pt x="6884" y="1073"/>
                  </a:lnTo>
                  <a:lnTo>
                    <a:pt x="6830" y="1053"/>
                  </a:lnTo>
                  <a:lnTo>
                    <a:pt x="6809" y="1042"/>
                  </a:lnTo>
                  <a:lnTo>
                    <a:pt x="6795" y="1039"/>
                  </a:lnTo>
                  <a:lnTo>
                    <a:pt x="6764" y="1025"/>
                  </a:lnTo>
                  <a:lnTo>
                    <a:pt x="6737" y="1018"/>
                  </a:lnTo>
                  <a:lnTo>
                    <a:pt x="6727" y="1011"/>
                  </a:lnTo>
                  <a:lnTo>
                    <a:pt x="6703" y="1005"/>
                  </a:lnTo>
                  <a:lnTo>
                    <a:pt x="6686" y="1001"/>
                  </a:lnTo>
                  <a:lnTo>
                    <a:pt x="6675" y="994"/>
                  </a:lnTo>
                  <a:lnTo>
                    <a:pt x="6669" y="994"/>
                  </a:lnTo>
                  <a:lnTo>
                    <a:pt x="6638" y="984"/>
                  </a:lnTo>
                  <a:lnTo>
                    <a:pt x="6634" y="984"/>
                  </a:lnTo>
                  <a:lnTo>
                    <a:pt x="6607" y="977"/>
                  </a:lnTo>
                  <a:lnTo>
                    <a:pt x="6569" y="967"/>
                  </a:lnTo>
                  <a:lnTo>
                    <a:pt x="6538" y="957"/>
                  </a:lnTo>
                  <a:lnTo>
                    <a:pt x="6504" y="946"/>
                  </a:lnTo>
                  <a:lnTo>
                    <a:pt x="6473" y="940"/>
                  </a:lnTo>
                  <a:lnTo>
                    <a:pt x="6436" y="933"/>
                  </a:lnTo>
                  <a:lnTo>
                    <a:pt x="6405" y="922"/>
                  </a:lnTo>
                  <a:lnTo>
                    <a:pt x="6367" y="916"/>
                  </a:lnTo>
                  <a:lnTo>
                    <a:pt x="6333" y="909"/>
                  </a:lnTo>
                  <a:lnTo>
                    <a:pt x="6285" y="898"/>
                  </a:lnTo>
                  <a:lnTo>
                    <a:pt x="6268" y="898"/>
                  </a:lnTo>
                  <a:lnTo>
                    <a:pt x="6230" y="892"/>
                  </a:lnTo>
                  <a:lnTo>
                    <a:pt x="6196" y="885"/>
                  </a:lnTo>
                  <a:lnTo>
                    <a:pt x="6158" y="881"/>
                  </a:lnTo>
                  <a:lnTo>
                    <a:pt x="6127" y="878"/>
                  </a:lnTo>
                  <a:lnTo>
                    <a:pt x="6089" y="871"/>
                  </a:lnTo>
                  <a:lnTo>
                    <a:pt x="6055" y="868"/>
                  </a:lnTo>
                  <a:lnTo>
                    <a:pt x="5987" y="864"/>
                  </a:lnTo>
                  <a:lnTo>
                    <a:pt x="5952" y="861"/>
                  </a:lnTo>
                  <a:lnTo>
                    <a:pt x="5915" y="857"/>
                  </a:lnTo>
                  <a:lnTo>
                    <a:pt x="5627" y="857"/>
                  </a:lnTo>
                  <a:lnTo>
                    <a:pt x="5589" y="861"/>
                  </a:lnTo>
                  <a:lnTo>
                    <a:pt x="5555" y="864"/>
                  </a:lnTo>
                  <a:lnTo>
                    <a:pt x="5486" y="868"/>
                  </a:lnTo>
                  <a:lnTo>
                    <a:pt x="5455" y="871"/>
                  </a:lnTo>
                  <a:lnTo>
                    <a:pt x="5414" y="874"/>
                  </a:lnTo>
                  <a:lnTo>
                    <a:pt x="5383" y="881"/>
                  </a:lnTo>
                  <a:lnTo>
                    <a:pt x="5346" y="885"/>
                  </a:lnTo>
                  <a:lnTo>
                    <a:pt x="5312" y="892"/>
                  </a:lnTo>
                  <a:lnTo>
                    <a:pt x="5277" y="895"/>
                  </a:lnTo>
                  <a:lnTo>
                    <a:pt x="5209" y="909"/>
                  </a:lnTo>
                  <a:lnTo>
                    <a:pt x="5174" y="916"/>
                  </a:lnTo>
                  <a:lnTo>
                    <a:pt x="5140" y="922"/>
                  </a:lnTo>
                  <a:lnTo>
                    <a:pt x="5106" y="929"/>
                  </a:lnTo>
                  <a:lnTo>
                    <a:pt x="5072" y="940"/>
                  </a:lnTo>
                  <a:lnTo>
                    <a:pt x="5041" y="946"/>
                  </a:lnTo>
                  <a:lnTo>
                    <a:pt x="5003" y="957"/>
                  </a:lnTo>
                  <a:lnTo>
                    <a:pt x="4972" y="967"/>
                  </a:lnTo>
                  <a:lnTo>
                    <a:pt x="4938" y="977"/>
                  </a:lnTo>
                  <a:lnTo>
                    <a:pt x="4911" y="984"/>
                  </a:lnTo>
                  <a:lnTo>
                    <a:pt x="4904" y="984"/>
                  </a:lnTo>
                  <a:lnTo>
                    <a:pt x="4873" y="994"/>
                  </a:lnTo>
                  <a:lnTo>
                    <a:pt x="4869" y="994"/>
                  </a:lnTo>
                  <a:lnTo>
                    <a:pt x="4842" y="1005"/>
                  </a:lnTo>
                  <a:lnTo>
                    <a:pt x="4818" y="1015"/>
                  </a:lnTo>
                  <a:lnTo>
                    <a:pt x="4804" y="1018"/>
                  </a:lnTo>
                  <a:lnTo>
                    <a:pt x="4777" y="1029"/>
                  </a:lnTo>
                  <a:lnTo>
                    <a:pt x="4746" y="1039"/>
                  </a:lnTo>
                  <a:lnTo>
                    <a:pt x="4736" y="1042"/>
                  </a:lnTo>
                  <a:lnTo>
                    <a:pt x="4712" y="1053"/>
                  </a:lnTo>
                  <a:lnTo>
                    <a:pt x="4660" y="1073"/>
                  </a:lnTo>
                  <a:lnTo>
                    <a:pt x="4630" y="1087"/>
                  </a:lnTo>
                  <a:lnTo>
                    <a:pt x="4588" y="1104"/>
                  </a:lnTo>
                  <a:lnTo>
                    <a:pt x="4568" y="1114"/>
                  </a:lnTo>
                  <a:lnTo>
                    <a:pt x="4530" y="1131"/>
                  </a:lnTo>
                  <a:lnTo>
                    <a:pt x="4527" y="1131"/>
                  </a:lnTo>
                  <a:lnTo>
                    <a:pt x="4503" y="1145"/>
                  </a:lnTo>
                  <a:lnTo>
                    <a:pt x="4496" y="1145"/>
                  </a:lnTo>
                  <a:lnTo>
                    <a:pt x="4469" y="1159"/>
                  </a:lnTo>
                  <a:lnTo>
                    <a:pt x="4407" y="1193"/>
                  </a:lnTo>
                  <a:lnTo>
                    <a:pt x="4379" y="1207"/>
                  </a:lnTo>
                  <a:lnTo>
                    <a:pt x="4349" y="1224"/>
                  </a:lnTo>
                  <a:lnTo>
                    <a:pt x="4294" y="1258"/>
                  </a:lnTo>
                  <a:lnTo>
                    <a:pt x="4290" y="1258"/>
                  </a:lnTo>
                  <a:lnTo>
                    <a:pt x="4260" y="1275"/>
                  </a:lnTo>
                  <a:lnTo>
                    <a:pt x="4236" y="1292"/>
                  </a:lnTo>
                  <a:lnTo>
                    <a:pt x="4205" y="1310"/>
                  </a:lnTo>
                  <a:lnTo>
                    <a:pt x="4177" y="1330"/>
                  </a:lnTo>
                  <a:lnTo>
                    <a:pt x="4150" y="1347"/>
                  </a:lnTo>
                  <a:lnTo>
                    <a:pt x="4126" y="1364"/>
                  </a:lnTo>
                  <a:lnTo>
                    <a:pt x="4098" y="1385"/>
                  </a:lnTo>
                  <a:lnTo>
                    <a:pt x="4074" y="1402"/>
                  </a:lnTo>
                  <a:lnTo>
                    <a:pt x="4016" y="1443"/>
                  </a:lnTo>
                  <a:lnTo>
                    <a:pt x="3989" y="1467"/>
                  </a:lnTo>
                  <a:lnTo>
                    <a:pt x="3903" y="1539"/>
                  </a:lnTo>
                  <a:lnTo>
                    <a:pt x="3889" y="1549"/>
                  </a:lnTo>
                  <a:lnTo>
                    <a:pt x="3869" y="1570"/>
                  </a:lnTo>
                  <a:lnTo>
                    <a:pt x="3838" y="1594"/>
                  </a:lnTo>
                  <a:lnTo>
                    <a:pt x="3835" y="1601"/>
                  </a:lnTo>
                  <a:cubicBezTo>
                    <a:pt x="3691" y="1731"/>
                    <a:pt x="3560" y="1872"/>
                    <a:pt x="3447" y="2029"/>
                  </a:cubicBezTo>
                  <a:cubicBezTo>
                    <a:pt x="3410" y="2081"/>
                    <a:pt x="3372" y="2135"/>
                    <a:pt x="3341" y="2187"/>
                  </a:cubicBezTo>
                  <a:lnTo>
                    <a:pt x="3327" y="2207"/>
                  </a:lnTo>
                  <a:cubicBezTo>
                    <a:pt x="3293" y="2262"/>
                    <a:pt x="3262" y="2314"/>
                    <a:pt x="3235" y="2372"/>
                  </a:cubicBezTo>
                  <a:lnTo>
                    <a:pt x="3225" y="2389"/>
                  </a:lnTo>
                  <a:cubicBezTo>
                    <a:pt x="3194" y="2444"/>
                    <a:pt x="3166" y="2502"/>
                    <a:pt x="3142" y="2557"/>
                  </a:cubicBezTo>
                  <a:lnTo>
                    <a:pt x="3136" y="2578"/>
                  </a:lnTo>
                  <a:cubicBezTo>
                    <a:pt x="3108" y="2636"/>
                    <a:pt x="3088" y="2694"/>
                    <a:pt x="3064" y="2752"/>
                  </a:cubicBezTo>
                  <a:lnTo>
                    <a:pt x="3057" y="2776"/>
                  </a:lnTo>
                  <a:cubicBezTo>
                    <a:pt x="3036" y="2835"/>
                    <a:pt x="3019" y="2896"/>
                    <a:pt x="3002" y="2954"/>
                  </a:cubicBezTo>
                  <a:lnTo>
                    <a:pt x="2995" y="2978"/>
                  </a:lnTo>
                  <a:cubicBezTo>
                    <a:pt x="2978" y="3040"/>
                    <a:pt x="2964" y="3102"/>
                    <a:pt x="2950" y="3160"/>
                  </a:cubicBezTo>
                  <a:cubicBezTo>
                    <a:pt x="2950" y="3170"/>
                    <a:pt x="2947" y="3181"/>
                    <a:pt x="2947" y="3187"/>
                  </a:cubicBezTo>
                  <a:cubicBezTo>
                    <a:pt x="2933" y="3253"/>
                    <a:pt x="2926" y="3318"/>
                    <a:pt x="2916" y="3376"/>
                  </a:cubicBezTo>
                  <a:lnTo>
                    <a:pt x="2916" y="3403"/>
                  </a:lnTo>
                  <a:cubicBezTo>
                    <a:pt x="2913" y="3434"/>
                    <a:pt x="2909" y="3465"/>
                    <a:pt x="2906" y="3499"/>
                  </a:cubicBezTo>
                  <a:cubicBezTo>
                    <a:pt x="2902" y="3530"/>
                    <a:pt x="2902" y="3564"/>
                    <a:pt x="2899" y="3599"/>
                  </a:cubicBezTo>
                  <a:lnTo>
                    <a:pt x="2899" y="3623"/>
                  </a:lnTo>
                  <a:lnTo>
                    <a:pt x="2899" y="3722"/>
                  </a:lnTo>
                  <a:cubicBezTo>
                    <a:pt x="2899" y="3818"/>
                    <a:pt x="2906" y="3917"/>
                    <a:pt x="2916" y="4013"/>
                  </a:cubicBezTo>
                  <a:cubicBezTo>
                    <a:pt x="2916" y="4034"/>
                    <a:pt x="2920" y="4058"/>
                    <a:pt x="2923" y="4078"/>
                  </a:cubicBezTo>
                  <a:cubicBezTo>
                    <a:pt x="2926" y="4099"/>
                    <a:pt x="2930" y="4133"/>
                    <a:pt x="2933" y="4157"/>
                  </a:cubicBezTo>
                  <a:cubicBezTo>
                    <a:pt x="2950" y="4277"/>
                    <a:pt x="2978" y="4394"/>
                    <a:pt x="3009" y="4507"/>
                  </a:cubicBezTo>
                  <a:cubicBezTo>
                    <a:pt x="3019" y="4541"/>
                    <a:pt x="3029" y="4575"/>
                    <a:pt x="3040" y="4610"/>
                  </a:cubicBezTo>
                  <a:lnTo>
                    <a:pt x="3050" y="4637"/>
                  </a:lnTo>
                  <a:cubicBezTo>
                    <a:pt x="3060" y="4661"/>
                    <a:pt x="3067" y="4688"/>
                    <a:pt x="3077" y="4716"/>
                  </a:cubicBezTo>
                  <a:lnTo>
                    <a:pt x="3084" y="4736"/>
                  </a:lnTo>
                  <a:cubicBezTo>
                    <a:pt x="3094" y="4764"/>
                    <a:pt x="3108" y="4795"/>
                    <a:pt x="3118" y="4822"/>
                  </a:cubicBezTo>
                  <a:lnTo>
                    <a:pt x="3125" y="4832"/>
                  </a:lnTo>
                  <a:cubicBezTo>
                    <a:pt x="3235" y="5096"/>
                    <a:pt x="3382" y="5343"/>
                    <a:pt x="3567" y="5562"/>
                  </a:cubicBezTo>
                  <a:lnTo>
                    <a:pt x="3578" y="5573"/>
                  </a:lnTo>
                  <a:lnTo>
                    <a:pt x="3598" y="5597"/>
                  </a:lnTo>
                  <a:lnTo>
                    <a:pt x="3605" y="5607"/>
                  </a:lnTo>
                  <a:lnTo>
                    <a:pt x="3619" y="5621"/>
                  </a:lnTo>
                  <a:cubicBezTo>
                    <a:pt x="3639" y="5648"/>
                    <a:pt x="3660" y="5672"/>
                    <a:pt x="3687" y="5696"/>
                  </a:cubicBezTo>
                  <a:lnTo>
                    <a:pt x="3698" y="5710"/>
                  </a:lnTo>
                  <a:cubicBezTo>
                    <a:pt x="3718" y="5730"/>
                    <a:pt x="3739" y="5751"/>
                    <a:pt x="3759" y="5771"/>
                  </a:cubicBezTo>
                  <a:lnTo>
                    <a:pt x="3776" y="5788"/>
                  </a:lnTo>
                  <a:cubicBezTo>
                    <a:pt x="3800" y="5812"/>
                    <a:pt x="3824" y="5833"/>
                    <a:pt x="3852" y="5857"/>
                  </a:cubicBezTo>
                  <a:lnTo>
                    <a:pt x="3862" y="5867"/>
                  </a:lnTo>
                  <a:cubicBezTo>
                    <a:pt x="3886" y="5888"/>
                    <a:pt x="3907" y="5908"/>
                    <a:pt x="3931" y="5926"/>
                  </a:cubicBezTo>
                  <a:lnTo>
                    <a:pt x="3948" y="5939"/>
                  </a:lnTo>
                  <a:cubicBezTo>
                    <a:pt x="3972" y="5963"/>
                    <a:pt x="3999" y="5984"/>
                    <a:pt x="4026" y="6004"/>
                  </a:cubicBezTo>
                  <a:lnTo>
                    <a:pt x="4040" y="6015"/>
                  </a:lnTo>
                  <a:cubicBezTo>
                    <a:pt x="4061" y="6032"/>
                    <a:pt x="4085" y="6049"/>
                    <a:pt x="4112" y="6066"/>
                  </a:cubicBezTo>
                  <a:lnTo>
                    <a:pt x="4129" y="6080"/>
                  </a:lnTo>
                  <a:lnTo>
                    <a:pt x="4143" y="6090"/>
                  </a:lnTo>
                  <a:lnTo>
                    <a:pt x="4109" y="6111"/>
                  </a:lnTo>
                  <a:lnTo>
                    <a:pt x="4105" y="6111"/>
                  </a:lnTo>
                  <a:cubicBezTo>
                    <a:pt x="4033" y="6148"/>
                    <a:pt x="3965" y="6193"/>
                    <a:pt x="3900" y="6237"/>
                  </a:cubicBezTo>
                  <a:lnTo>
                    <a:pt x="3889" y="6244"/>
                  </a:lnTo>
                  <a:lnTo>
                    <a:pt x="3852" y="6272"/>
                  </a:lnTo>
                  <a:cubicBezTo>
                    <a:pt x="3797" y="6230"/>
                    <a:pt x="3742" y="6189"/>
                    <a:pt x="3691" y="6145"/>
                  </a:cubicBezTo>
                  <a:cubicBezTo>
                    <a:pt x="3670" y="6128"/>
                    <a:pt x="3650" y="6111"/>
                    <a:pt x="3632" y="6090"/>
                  </a:cubicBezTo>
                  <a:lnTo>
                    <a:pt x="3629" y="6090"/>
                  </a:lnTo>
                  <a:cubicBezTo>
                    <a:pt x="3608" y="6069"/>
                    <a:pt x="3588" y="6052"/>
                    <a:pt x="3567" y="6032"/>
                  </a:cubicBezTo>
                  <a:lnTo>
                    <a:pt x="3554" y="6018"/>
                  </a:lnTo>
                  <a:lnTo>
                    <a:pt x="3509" y="5977"/>
                  </a:lnTo>
                  <a:lnTo>
                    <a:pt x="3488" y="5956"/>
                  </a:lnTo>
                  <a:lnTo>
                    <a:pt x="3444" y="5922"/>
                  </a:lnTo>
                  <a:lnTo>
                    <a:pt x="3423" y="5902"/>
                  </a:lnTo>
                  <a:lnTo>
                    <a:pt x="3389" y="5864"/>
                  </a:lnTo>
                  <a:lnTo>
                    <a:pt x="3365" y="5840"/>
                  </a:lnTo>
                  <a:lnTo>
                    <a:pt x="3334" y="5806"/>
                  </a:lnTo>
                  <a:lnTo>
                    <a:pt x="3314" y="5778"/>
                  </a:lnTo>
                  <a:lnTo>
                    <a:pt x="3283" y="5740"/>
                  </a:lnTo>
                  <a:lnTo>
                    <a:pt x="3262" y="5716"/>
                  </a:lnTo>
                  <a:lnTo>
                    <a:pt x="3231" y="5675"/>
                  </a:lnTo>
                  <a:lnTo>
                    <a:pt x="3211" y="5651"/>
                  </a:lnTo>
                  <a:lnTo>
                    <a:pt x="3183" y="5610"/>
                  </a:lnTo>
                  <a:lnTo>
                    <a:pt x="3166" y="5586"/>
                  </a:lnTo>
                  <a:lnTo>
                    <a:pt x="3136" y="5545"/>
                  </a:lnTo>
                  <a:lnTo>
                    <a:pt x="3118" y="5518"/>
                  </a:lnTo>
                  <a:cubicBezTo>
                    <a:pt x="3105" y="5501"/>
                    <a:pt x="3094" y="5480"/>
                    <a:pt x="3081" y="5463"/>
                  </a:cubicBezTo>
                  <a:lnTo>
                    <a:pt x="3074" y="5453"/>
                  </a:lnTo>
                  <a:cubicBezTo>
                    <a:pt x="3060" y="5429"/>
                    <a:pt x="3046" y="5405"/>
                    <a:pt x="3033" y="5384"/>
                  </a:cubicBezTo>
                  <a:lnTo>
                    <a:pt x="3019" y="5360"/>
                  </a:lnTo>
                  <a:cubicBezTo>
                    <a:pt x="3009" y="5346"/>
                    <a:pt x="2998" y="5329"/>
                    <a:pt x="2988" y="5312"/>
                  </a:cubicBezTo>
                  <a:lnTo>
                    <a:pt x="2974" y="5285"/>
                  </a:lnTo>
                  <a:lnTo>
                    <a:pt x="2950" y="5244"/>
                  </a:lnTo>
                  <a:lnTo>
                    <a:pt x="2933" y="5213"/>
                  </a:lnTo>
                  <a:lnTo>
                    <a:pt x="2913" y="5172"/>
                  </a:lnTo>
                  <a:lnTo>
                    <a:pt x="2896" y="5141"/>
                  </a:lnTo>
                  <a:lnTo>
                    <a:pt x="2875" y="5096"/>
                  </a:lnTo>
                  <a:lnTo>
                    <a:pt x="2861" y="5062"/>
                  </a:lnTo>
                  <a:lnTo>
                    <a:pt x="2841" y="5021"/>
                  </a:lnTo>
                  <a:lnTo>
                    <a:pt x="2841" y="5014"/>
                  </a:lnTo>
                  <a:lnTo>
                    <a:pt x="2827" y="4987"/>
                  </a:lnTo>
                  <a:cubicBezTo>
                    <a:pt x="2820" y="4973"/>
                    <a:pt x="2817" y="4959"/>
                    <a:pt x="2810" y="4942"/>
                  </a:cubicBezTo>
                  <a:lnTo>
                    <a:pt x="2796" y="4911"/>
                  </a:lnTo>
                  <a:cubicBezTo>
                    <a:pt x="2789" y="4897"/>
                    <a:pt x="2786" y="4880"/>
                    <a:pt x="2779" y="4870"/>
                  </a:cubicBezTo>
                  <a:lnTo>
                    <a:pt x="2765" y="4836"/>
                  </a:lnTo>
                  <a:cubicBezTo>
                    <a:pt x="2762" y="4822"/>
                    <a:pt x="2755" y="4808"/>
                    <a:pt x="2752" y="4795"/>
                  </a:cubicBezTo>
                  <a:lnTo>
                    <a:pt x="2738" y="4757"/>
                  </a:lnTo>
                  <a:cubicBezTo>
                    <a:pt x="2731" y="4740"/>
                    <a:pt x="2728" y="4723"/>
                    <a:pt x="2721" y="4702"/>
                  </a:cubicBezTo>
                  <a:lnTo>
                    <a:pt x="2714" y="4682"/>
                  </a:lnTo>
                  <a:cubicBezTo>
                    <a:pt x="2704" y="4654"/>
                    <a:pt x="2697" y="4627"/>
                    <a:pt x="2690" y="4603"/>
                  </a:cubicBezTo>
                  <a:lnTo>
                    <a:pt x="2687" y="4582"/>
                  </a:lnTo>
                  <a:cubicBezTo>
                    <a:pt x="2680" y="4562"/>
                    <a:pt x="2673" y="4541"/>
                    <a:pt x="2669" y="4524"/>
                  </a:cubicBezTo>
                  <a:lnTo>
                    <a:pt x="2663" y="4490"/>
                  </a:lnTo>
                  <a:cubicBezTo>
                    <a:pt x="2656" y="4473"/>
                    <a:pt x="2652" y="4459"/>
                    <a:pt x="2649" y="4442"/>
                  </a:cubicBezTo>
                  <a:lnTo>
                    <a:pt x="2642" y="4404"/>
                  </a:lnTo>
                  <a:cubicBezTo>
                    <a:pt x="2639" y="4387"/>
                    <a:pt x="2635" y="4373"/>
                    <a:pt x="2632" y="4359"/>
                  </a:cubicBezTo>
                  <a:lnTo>
                    <a:pt x="2625" y="4325"/>
                  </a:lnTo>
                  <a:cubicBezTo>
                    <a:pt x="2621" y="4308"/>
                    <a:pt x="2618" y="4291"/>
                    <a:pt x="2618" y="4277"/>
                  </a:cubicBezTo>
                  <a:lnTo>
                    <a:pt x="2611" y="4240"/>
                  </a:lnTo>
                  <a:cubicBezTo>
                    <a:pt x="2608" y="4226"/>
                    <a:pt x="2604" y="4209"/>
                    <a:pt x="2604" y="4192"/>
                  </a:cubicBezTo>
                  <a:lnTo>
                    <a:pt x="2598" y="4157"/>
                  </a:lnTo>
                  <a:cubicBezTo>
                    <a:pt x="2598" y="4140"/>
                    <a:pt x="2594" y="4123"/>
                    <a:pt x="2591" y="4109"/>
                  </a:cubicBezTo>
                  <a:lnTo>
                    <a:pt x="2587" y="4072"/>
                  </a:lnTo>
                  <a:cubicBezTo>
                    <a:pt x="2587" y="4054"/>
                    <a:pt x="2584" y="4041"/>
                    <a:pt x="2584" y="4024"/>
                  </a:cubicBezTo>
                  <a:lnTo>
                    <a:pt x="2584" y="4017"/>
                  </a:lnTo>
                  <a:cubicBezTo>
                    <a:pt x="2584" y="4007"/>
                    <a:pt x="2584" y="3996"/>
                    <a:pt x="2580" y="3986"/>
                  </a:cubicBezTo>
                  <a:cubicBezTo>
                    <a:pt x="2577" y="3976"/>
                    <a:pt x="2577" y="3955"/>
                    <a:pt x="2577" y="3938"/>
                  </a:cubicBezTo>
                  <a:lnTo>
                    <a:pt x="2574" y="3900"/>
                  </a:lnTo>
                  <a:cubicBezTo>
                    <a:pt x="2574" y="3883"/>
                    <a:pt x="2574" y="3863"/>
                    <a:pt x="2574" y="3845"/>
                  </a:cubicBezTo>
                  <a:lnTo>
                    <a:pt x="2574" y="3815"/>
                  </a:lnTo>
                  <a:lnTo>
                    <a:pt x="2574" y="3729"/>
                  </a:lnTo>
                  <a:cubicBezTo>
                    <a:pt x="2567" y="2029"/>
                    <a:pt x="3889" y="624"/>
                    <a:pt x="5586" y="528"/>
                  </a:cubicBezTo>
                  <a:cubicBezTo>
                    <a:pt x="5649" y="525"/>
                    <a:pt x="5712" y="523"/>
                    <a:pt x="5775" y="523"/>
                  </a:cubicBezTo>
                  <a:close/>
                  <a:moveTo>
                    <a:pt x="5771" y="1"/>
                  </a:moveTo>
                  <a:cubicBezTo>
                    <a:pt x="4986" y="1"/>
                    <a:pt x="4201" y="247"/>
                    <a:pt x="3540" y="741"/>
                  </a:cubicBezTo>
                  <a:cubicBezTo>
                    <a:pt x="2598" y="1443"/>
                    <a:pt x="2046" y="2550"/>
                    <a:pt x="2046" y="3726"/>
                  </a:cubicBezTo>
                  <a:lnTo>
                    <a:pt x="2046" y="3828"/>
                  </a:lnTo>
                  <a:lnTo>
                    <a:pt x="2046" y="3852"/>
                  </a:lnTo>
                  <a:lnTo>
                    <a:pt x="2046" y="3859"/>
                  </a:lnTo>
                  <a:cubicBezTo>
                    <a:pt x="2046" y="3883"/>
                    <a:pt x="2046" y="3904"/>
                    <a:pt x="2049" y="3928"/>
                  </a:cubicBezTo>
                  <a:lnTo>
                    <a:pt x="2049" y="3962"/>
                  </a:lnTo>
                  <a:lnTo>
                    <a:pt x="2049" y="3972"/>
                  </a:lnTo>
                  <a:cubicBezTo>
                    <a:pt x="2049" y="3989"/>
                    <a:pt x="2053" y="4010"/>
                    <a:pt x="2053" y="4027"/>
                  </a:cubicBezTo>
                  <a:cubicBezTo>
                    <a:pt x="2053" y="4044"/>
                    <a:pt x="2053" y="4051"/>
                    <a:pt x="2056" y="4061"/>
                  </a:cubicBezTo>
                  <a:lnTo>
                    <a:pt x="2056" y="4068"/>
                  </a:lnTo>
                  <a:cubicBezTo>
                    <a:pt x="2056" y="4085"/>
                    <a:pt x="2060" y="4106"/>
                    <a:pt x="2060" y="4126"/>
                  </a:cubicBezTo>
                  <a:lnTo>
                    <a:pt x="2066" y="4168"/>
                  </a:lnTo>
                  <a:cubicBezTo>
                    <a:pt x="2070" y="4188"/>
                    <a:pt x="2070" y="4205"/>
                    <a:pt x="2073" y="4226"/>
                  </a:cubicBezTo>
                  <a:cubicBezTo>
                    <a:pt x="2077" y="4243"/>
                    <a:pt x="2077" y="4253"/>
                    <a:pt x="2080" y="4267"/>
                  </a:cubicBezTo>
                  <a:cubicBezTo>
                    <a:pt x="2080" y="4284"/>
                    <a:pt x="2083" y="4305"/>
                    <a:pt x="2087" y="4325"/>
                  </a:cubicBezTo>
                  <a:lnTo>
                    <a:pt x="2094" y="4366"/>
                  </a:lnTo>
                  <a:cubicBezTo>
                    <a:pt x="2097" y="4387"/>
                    <a:pt x="2101" y="4404"/>
                    <a:pt x="2104" y="4421"/>
                  </a:cubicBezTo>
                  <a:lnTo>
                    <a:pt x="2104" y="4428"/>
                  </a:lnTo>
                  <a:lnTo>
                    <a:pt x="2111" y="4462"/>
                  </a:lnTo>
                  <a:cubicBezTo>
                    <a:pt x="2114" y="4479"/>
                    <a:pt x="2118" y="4497"/>
                    <a:pt x="2121" y="4514"/>
                  </a:cubicBezTo>
                  <a:lnTo>
                    <a:pt x="2125" y="4531"/>
                  </a:lnTo>
                  <a:lnTo>
                    <a:pt x="2131" y="4558"/>
                  </a:lnTo>
                  <a:cubicBezTo>
                    <a:pt x="2135" y="4579"/>
                    <a:pt x="2142" y="4599"/>
                    <a:pt x="2145" y="4616"/>
                  </a:cubicBezTo>
                  <a:lnTo>
                    <a:pt x="2155" y="4654"/>
                  </a:lnTo>
                  <a:cubicBezTo>
                    <a:pt x="2159" y="4678"/>
                    <a:pt x="2166" y="4702"/>
                    <a:pt x="2173" y="4726"/>
                  </a:cubicBezTo>
                  <a:lnTo>
                    <a:pt x="2179" y="4747"/>
                  </a:lnTo>
                  <a:cubicBezTo>
                    <a:pt x="2190" y="4778"/>
                    <a:pt x="2197" y="4808"/>
                    <a:pt x="2207" y="4839"/>
                  </a:cubicBezTo>
                  <a:lnTo>
                    <a:pt x="2214" y="4860"/>
                  </a:lnTo>
                  <a:lnTo>
                    <a:pt x="2214" y="4863"/>
                  </a:lnTo>
                  <a:cubicBezTo>
                    <a:pt x="2221" y="4887"/>
                    <a:pt x="2227" y="4908"/>
                    <a:pt x="2234" y="4928"/>
                  </a:cubicBezTo>
                  <a:lnTo>
                    <a:pt x="2245" y="4956"/>
                  </a:lnTo>
                  <a:lnTo>
                    <a:pt x="2248" y="4969"/>
                  </a:lnTo>
                  <a:cubicBezTo>
                    <a:pt x="2255" y="4987"/>
                    <a:pt x="2262" y="5004"/>
                    <a:pt x="2269" y="5021"/>
                  </a:cubicBezTo>
                  <a:lnTo>
                    <a:pt x="2279" y="5048"/>
                  </a:lnTo>
                  <a:lnTo>
                    <a:pt x="2282" y="5059"/>
                  </a:lnTo>
                  <a:cubicBezTo>
                    <a:pt x="2289" y="5076"/>
                    <a:pt x="2296" y="5093"/>
                    <a:pt x="2303" y="5110"/>
                  </a:cubicBezTo>
                  <a:lnTo>
                    <a:pt x="2317" y="5148"/>
                  </a:lnTo>
                  <a:cubicBezTo>
                    <a:pt x="2323" y="5165"/>
                    <a:pt x="2330" y="5182"/>
                    <a:pt x="2337" y="5199"/>
                  </a:cubicBezTo>
                  <a:lnTo>
                    <a:pt x="2354" y="5230"/>
                  </a:lnTo>
                  <a:lnTo>
                    <a:pt x="2354" y="5237"/>
                  </a:lnTo>
                  <a:lnTo>
                    <a:pt x="2378" y="5285"/>
                  </a:lnTo>
                  <a:lnTo>
                    <a:pt x="2395" y="5326"/>
                  </a:lnTo>
                  <a:lnTo>
                    <a:pt x="2419" y="5374"/>
                  </a:lnTo>
                  <a:lnTo>
                    <a:pt x="2436" y="5411"/>
                  </a:lnTo>
                  <a:lnTo>
                    <a:pt x="2464" y="5459"/>
                  </a:lnTo>
                  <a:lnTo>
                    <a:pt x="2467" y="5466"/>
                  </a:lnTo>
                  <a:lnTo>
                    <a:pt x="2481" y="5494"/>
                  </a:lnTo>
                  <a:lnTo>
                    <a:pt x="2508" y="5545"/>
                  </a:lnTo>
                  <a:lnTo>
                    <a:pt x="2512" y="5552"/>
                  </a:lnTo>
                  <a:lnTo>
                    <a:pt x="2526" y="5576"/>
                  </a:lnTo>
                  <a:cubicBezTo>
                    <a:pt x="2539" y="5597"/>
                    <a:pt x="2550" y="5614"/>
                    <a:pt x="2560" y="5631"/>
                  </a:cubicBezTo>
                  <a:lnTo>
                    <a:pt x="2574" y="5658"/>
                  </a:lnTo>
                  <a:cubicBezTo>
                    <a:pt x="2591" y="5686"/>
                    <a:pt x="2608" y="5713"/>
                    <a:pt x="2625" y="5737"/>
                  </a:cubicBezTo>
                  <a:lnTo>
                    <a:pt x="2632" y="5747"/>
                  </a:lnTo>
                  <a:cubicBezTo>
                    <a:pt x="2645" y="5771"/>
                    <a:pt x="2663" y="5795"/>
                    <a:pt x="2676" y="5816"/>
                  </a:cubicBezTo>
                  <a:lnTo>
                    <a:pt x="2697" y="5850"/>
                  </a:lnTo>
                  <a:lnTo>
                    <a:pt x="2731" y="5895"/>
                  </a:lnTo>
                  <a:lnTo>
                    <a:pt x="2748" y="5919"/>
                  </a:lnTo>
                  <a:lnTo>
                    <a:pt x="2752" y="5926"/>
                  </a:lnTo>
                  <a:lnTo>
                    <a:pt x="2786" y="5970"/>
                  </a:lnTo>
                  <a:lnTo>
                    <a:pt x="2810" y="6001"/>
                  </a:lnTo>
                  <a:lnTo>
                    <a:pt x="2844" y="6045"/>
                  </a:lnTo>
                  <a:lnTo>
                    <a:pt x="2868" y="6073"/>
                  </a:lnTo>
                  <a:lnTo>
                    <a:pt x="2868" y="6076"/>
                  </a:lnTo>
                  <a:lnTo>
                    <a:pt x="2906" y="6117"/>
                  </a:lnTo>
                  <a:lnTo>
                    <a:pt x="2930" y="6148"/>
                  </a:lnTo>
                  <a:lnTo>
                    <a:pt x="2964" y="6189"/>
                  </a:lnTo>
                  <a:lnTo>
                    <a:pt x="2992" y="6220"/>
                  </a:lnTo>
                  <a:lnTo>
                    <a:pt x="3029" y="6261"/>
                  </a:lnTo>
                  <a:lnTo>
                    <a:pt x="3057" y="6289"/>
                  </a:lnTo>
                  <a:lnTo>
                    <a:pt x="3098" y="6333"/>
                  </a:lnTo>
                  <a:lnTo>
                    <a:pt x="3105" y="6340"/>
                  </a:lnTo>
                  <a:lnTo>
                    <a:pt x="3122" y="6357"/>
                  </a:lnTo>
                  <a:lnTo>
                    <a:pt x="3170" y="6405"/>
                  </a:lnTo>
                  <a:lnTo>
                    <a:pt x="3190" y="6422"/>
                  </a:lnTo>
                  <a:cubicBezTo>
                    <a:pt x="3211" y="6443"/>
                    <a:pt x="3235" y="6464"/>
                    <a:pt x="3255" y="6484"/>
                  </a:cubicBezTo>
                  <a:lnTo>
                    <a:pt x="3259" y="6487"/>
                  </a:lnTo>
                  <a:cubicBezTo>
                    <a:pt x="3283" y="6508"/>
                    <a:pt x="3303" y="6529"/>
                    <a:pt x="3327" y="6549"/>
                  </a:cubicBezTo>
                  <a:lnTo>
                    <a:pt x="3338" y="6556"/>
                  </a:lnTo>
                  <a:cubicBezTo>
                    <a:pt x="3372" y="6587"/>
                    <a:pt x="3410" y="6618"/>
                    <a:pt x="3444" y="6645"/>
                  </a:cubicBezTo>
                  <a:cubicBezTo>
                    <a:pt x="3437" y="6655"/>
                    <a:pt x="3430" y="6662"/>
                    <a:pt x="3423" y="6673"/>
                  </a:cubicBezTo>
                  <a:cubicBezTo>
                    <a:pt x="3246" y="6638"/>
                    <a:pt x="3070" y="6622"/>
                    <a:pt x="2897" y="6622"/>
                  </a:cubicBezTo>
                  <a:cubicBezTo>
                    <a:pt x="1504" y="6622"/>
                    <a:pt x="291" y="7681"/>
                    <a:pt x="154" y="9123"/>
                  </a:cubicBezTo>
                  <a:cubicBezTo>
                    <a:pt x="0" y="10742"/>
                    <a:pt x="1272" y="12142"/>
                    <a:pt x="2897" y="12142"/>
                  </a:cubicBezTo>
                  <a:cubicBezTo>
                    <a:pt x="2899" y="12142"/>
                    <a:pt x="2901" y="12142"/>
                    <a:pt x="2902" y="12142"/>
                  </a:cubicBezTo>
                  <a:lnTo>
                    <a:pt x="11939" y="12142"/>
                  </a:lnTo>
                  <a:cubicBezTo>
                    <a:pt x="12083" y="12142"/>
                    <a:pt x="12199" y="12025"/>
                    <a:pt x="12199" y="11878"/>
                  </a:cubicBezTo>
                  <a:cubicBezTo>
                    <a:pt x="12199" y="11736"/>
                    <a:pt x="12086" y="11617"/>
                    <a:pt x="11945" y="11617"/>
                  </a:cubicBezTo>
                  <a:cubicBezTo>
                    <a:pt x="11943" y="11617"/>
                    <a:pt x="11941" y="11617"/>
                    <a:pt x="11939" y="11617"/>
                  </a:cubicBezTo>
                  <a:lnTo>
                    <a:pt x="11939" y="11614"/>
                  </a:lnTo>
                  <a:lnTo>
                    <a:pt x="2909" y="11614"/>
                  </a:lnTo>
                  <a:cubicBezTo>
                    <a:pt x="1563" y="11611"/>
                    <a:pt x="524" y="10432"/>
                    <a:pt x="696" y="9095"/>
                  </a:cubicBezTo>
                  <a:cubicBezTo>
                    <a:pt x="839" y="7955"/>
                    <a:pt x="1815" y="7146"/>
                    <a:pt x="2910" y="7146"/>
                  </a:cubicBezTo>
                  <a:cubicBezTo>
                    <a:pt x="3095" y="7146"/>
                    <a:pt x="3283" y="7169"/>
                    <a:pt x="3471" y="7217"/>
                  </a:cubicBezTo>
                  <a:cubicBezTo>
                    <a:pt x="3493" y="7223"/>
                    <a:pt x="3515" y="7226"/>
                    <a:pt x="3537" y="7226"/>
                  </a:cubicBezTo>
                  <a:cubicBezTo>
                    <a:pt x="3622" y="7226"/>
                    <a:pt x="3703" y="7185"/>
                    <a:pt x="3752" y="7115"/>
                  </a:cubicBezTo>
                  <a:cubicBezTo>
                    <a:pt x="3831" y="6998"/>
                    <a:pt x="3924" y="6892"/>
                    <a:pt x="4030" y="6799"/>
                  </a:cubicBezTo>
                  <a:lnTo>
                    <a:pt x="4033" y="6796"/>
                  </a:lnTo>
                  <a:cubicBezTo>
                    <a:pt x="4057" y="6775"/>
                    <a:pt x="4081" y="6758"/>
                    <a:pt x="4105" y="6738"/>
                  </a:cubicBezTo>
                  <a:lnTo>
                    <a:pt x="4119" y="6727"/>
                  </a:lnTo>
                  <a:cubicBezTo>
                    <a:pt x="4143" y="6710"/>
                    <a:pt x="4167" y="6693"/>
                    <a:pt x="4191" y="6676"/>
                  </a:cubicBezTo>
                  <a:lnTo>
                    <a:pt x="4198" y="6673"/>
                  </a:lnTo>
                  <a:cubicBezTo>
                    <a:pt x="4253" y="6631"/>
                    <a:pt x="4311" y="6597"/>
                    <a:pt x="4373" y="6566"/>
                  </a:cubicBezTo>
                  <a:cubicBezTo>
                    <a:pt x="4403" y="6549"/>
                    <a:pt x="4431" y="6535"/>
                    <a:pt x="4465" y="6522"/>
                  </a:cubicBezTo>
                  <a:cubicBezTo>
                    <a:pt x="4527" y="6494"/>
                    <a:pt x="4588" y="6470"/>
                    <a:pt x="4654" y="6450"/>
                  </a:cubicBezTo>
                  <a:lnTo>
                    <a:pt x="4664" y="6450"/>
                  </a:lnTo>
                  <a:cubicBezTo>
                    <a:pt x="4691" y="6440"/>
                    <a:pt x="4722" y="6433"/>
                    <a:pt x="4750" y="6422"/>
                  </a:cubicBezTo>
                  <a:lnTo>
                    <a:pt x="4763" y="6419"/>
                  </a:lnTo>
                  <a:cubicBezTo>
                    <a:pt x="4791" y="6412"/>
                    <a:pt x="4818" y="6409"/>
                    <a:pt x="4845" y="6402"/>
                  </a:cubicBezTo>
                  <a:lnTo>
                    <a:pt x="4900" y="6392"/>
                  </a:lnTo>
                  <a:lnTo>
                    <a:pt x="4948" y="6385"/>
                  </a:lnTo>
                  <a:cubicBezTo>
                    <a:pt x="4972" y="6381"/>
                    <a:pt x="4996" y="6381"/>
                    <a:pt x="5020" y="6378"/>
                  </a:cubicBezTo>
                  <a:lnTo>
                    <a:pt x="5051" y="6374"/>
                  </a:lnTo>
                  <a:lnTo>
                    <a:pt x="5058" y="6374"/>
                  </a:lnTo>
                  <a:cubicBezTo>
                    <a:pt x="5089" y="6374"/>
                    <a:pt x="5120" y="6371"/>
                    <a:pt x="5150" y="6371"/>
                  </a:cubicBezTo>
                  <a:lnTo>
                    <a:pt x="5164" y="6371"/>
                  </a:lnTo>
                  <a:cubicBezTo>
                    <a:pt x="5198" y="6371"/>
                    <a:pt x="5236" y="6374"/>
                    <a:pt x="5270" y="6374"/>
                  </a:cubicBezTo>
                  <a:lnTo>
                    <a:pt x="5281" y="6374"/>
                  </a:lnTo>
                  <a:cubicBezTo>
                    <a:pt x="5353" y="6378"/>
                    <a:pt x="5425" y="6388"/>
                    <a:pt x="5497" y="6402"/>
                  </a:cubicBezTo>
                  <a:lnTo>
                    <a:pt x="5503" y="6402"/>
                  </a:lnTo>
                  <a:cubicBezTo>
                    <a:pt x="5538" y="6409"/>
                    <a:pt x="5569" y="6416"/>
                    <a:pt x="5603" y="6426"/>
                  </a:cubicBezTo>
                  <a:lnTo>
                    <a:pt x="5620" y="6429"/>
                  </a:lnTo>
                  <a:cubicBezTo>
                    <a:pt x="5654" y="6440"/>
                    <a:pt x="5685" y="6446"/>
                    <a:pt x="5719" y="6460"/>
                  </a:cubicBezTo>
                  <a:cubicBezTo>
                    <a:pt x="5733" y="6464"/>
                    <a:pt x="5743" y="6467"/>
                    <a:pt x="5757" y="6467"/>
                  </a:cubicBezTo>
                  <a:lnTo>
                    <a:pt x="5764" y="6467"/>
                  </a:lnTo>
                  <a:cubicBezTo>
                    <a:pt x="5778" y="6470"/>
                    <a:pt x="5791" y="6470"/>
                    <a:pt x="5802" y="6470"/>
                  </a:cubicBezTo>
                  <a:lnTo>
                    <a:pt x="5843" y="6470"/>
                  </a:lnTo>
                  <a:lnTo>
                    <a:pt x="5863" y="6467"/>
                  </a:lnTo>
                  <a:lnTo>
                    <a:pt x="5874" y="6464"/>
                  </a:lnTo>
                  <a:lnTo>
                    <a:pt x="5894" y="6457"/>
                  </a:lnTo>
                  <a:lnTo>
                    <a:pt x="5904" y="6453"/>
                  </a:lnTo>
                  <a:cubicBezTo>
                    <a:pt x="5922" y="6446"/>
                    <a:pt x="5939" y="6436"/>
                    <a:pt x="5956" y="6426"/>
                  </a:cubicBezTo>
                  <a:cubicBezTo>
                    <a:pt x="6011" y="6388"/>
                    <a:pt x="6045" y="6333"/>
                    <a:pt x="6059" y="6268"/>
                  </a:cubicBezTo>
                  <a:lnTo>
                    <a:pt x="6062" y="6258"/>
                  </a:lnTo>
                  <a:cubicBezTo>
                    <a:pt x="6072" y="6224"/>
                    <a:pt x="6079" y="6186"/>
                    <a:pt x="6089" y="6152"/>
                  </a:cubicBezTo>
                  <a:cubicBezTo>
                    <a:pt x="6096" y="6131"/>
                    <a:pt x="6100" y="6111"/>
                    <a:pt x="6107" y="6093"/>
                  </a:cubicBezTo>
                  <a:cubicBezTo>
                    <a:pt x="6113" y="6073"/>
                    <a:pt x="6117" y="6059"/>
                    <a:pt x="6120" y="6042"/>
                  </a:cubicBezTo>
                  <a:cubicBezTo>
                    <a:pt x="6131" y="6011"/>
                    <a:pt x="6137" y="5984"/>
                    <a:pt x="6148" y="5960"/>
                  </a:cubicBezTo>
                  <a:lnTo>
                    <a:pt x="6155" y="5939"/>
                  </a:lnTo>
                  <a:cubicBezTo>
                    <a:pt x="6507" y="4918"/>
                    <a:pt x="7374" y="4161"/>
                    <a:pt x="8437" y="3945"/>
                  </a:cubicBezTo>
                  <a:lnTo>
                    <a:pt x="8454" y="3941"/>
                  </a:lnTo>
                  <a:cubicBezTo>
                    <a:pt x="8646" y="3904"/>
                    <a:pt x="8845" y="3883"/>
                    <a:pt x="9040" y="3883"/>
                  </a:cubicBezTo>
                  <a:lnTo>
                    <a:pt x="9132" y="3883"/>
                  </a:lnTo>
                  <a:lnTo>
                    <a:pt x="9215" y="3887"/>
                  </a:lnTo>
                  <a:lnTo>
                    <a:pt x="9218" y="3887"/>
                  </a:lnTo>
                  <a:cubicBezTo>
                    <a:pt x="9801" y="3921"/>
                    <a:pt x="10363" y="4120"/>
                    <a:pt x="10836" y="4462"/>
                  </a:cubicBezTo>
                  <a:cubicBezTo>
                    <a:pt x="10882" y="4496"/>
                    <a:pt x="10935" y="4512"/>
                    <a:pt x="10987" y="4512"/>
                  </a:cubicBezTo>
                  <a:cubicBezTo>
                    <a:pt x="11068" y="4512"/>
                    <a:pt x="11147" y="4474"/>
                    <a:pt x="11199" y="4404"/>
                  </a:cubicBezTo>
                  <a:cubicBezTo>
                    <a:pt x="11284" y="4287"/>
                    <a:pt x="11260" y="4123"/>
                    <a:pt x="11144" y="4037"/>
                  </a:cubicBezTo>
                  <a:cubicBezTo>
                    <a:pt x="10654" y="3681"/>
                    <a:pt x="10082" y="3455"/>
                    <a:pt x="9479" y="3383"/>
                  </a:cubicBezTo>
                  <a:cubicBezTo>
                    <a:pt x="9458" y="3153"/>
                    <a:pt x="9417" y="2924"/>
                    <a:pt x="9355" y="2704"/>
                  </a:cubicBezTo>
                  <a:cubicBezTo>
                    <a:pt x="9129" y="1920"/>
                    <a:pt x="8653" y="1231"/>
                    <a:pt x="8002" y="741"/>
                  </a:cubicBezTo>
                  <a:cubicBezTo>
                    <a:pt x="7340" y="247"/>
                    <a:pt x="6555" y="1"/>
                    <a:pt x="5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5"/>
            <p:cNvSpPr/>
            <p:nvPr/>
          </p:nvSpPr>
          <p:spPr>
            <a:xfrm>
              <a:off x="1652893" y="3365153"/>
              <a:ext cx="119764" cy="197851"/>
            </a:xfrm>
            <a:custGeom>
              <a:rect b="b" l="l" r="r" t="t"/>
              <a:pathLst>
                <a:path extrusionOk="0" h="7553" w="4572">
                  <a:moveTo>
                    <a:pt x="368" y="1"/>
                  </a:moveTo>
                  <a:cubicBezTo>
                    <a:pt x="176" y="1"/>
                    <a:pt x="1" y="229"/>
                    <a:pt x="158" y="431"/>
                  </a:cubicBezTo>
                  <a:cubicBezTo>
                    <a:pt x="600" y="976"/>
                    <a:pt x="840" y="1655"/>
                    <a:pt x="843" y="2357"/>
                  </a:cubicBezTo>
                  <a:lnTo>
                    <a:pt x="843" y="2440"/>
                  </a:lnTo>
                  <a:lnTo>
                    <a:pt x="843" y="2463"/>
                  </a:lnTo>
                  <a:cubicBezTo>
                    <a:pt x="837" y="2617"/>
                    <a:pt x="961" y="2733"/>
                    <a:pt x="1104" y="2733"/>
                  </a:cubicBezTo>
                  <a:cubicBezTo>
                    <a:pt x="1131" y="2733"/>
                    <a:pt x="1158" y="2729"/>
                    <a:pt x="1186" y="2721"/>
                  </a:cubicBezTo>
                  <a:cubicBezTo>
                    <a:pt x="1409" y="2649"/>
                    <a:pt x="1635" y="2615"/>
                    <a:pt x="1856" y="2615"/>
                  </a:cubicBezTo>
                  <a:cubicBezTo>
                    <a:pt x="2909" y="2615"/>
                    <a:pt x="3863" y="3381"/>
                    <a:pt x="4033" y="4489"/>
                  </a:cubicBezTo>
                  <a:cubicBezTo>
                    <a:pt x="4235" y="5825"/>
                    <a:pt x="3200" y="7028"/>
                    <a:pt x="1852" y="7028"/>
                  </a:cubicBezTo>
                  <a:cubicBezTo>
                    <a:pt x="1848" y="7028"/>
                    <a:pt x="1844" y="7028"/>
                    <a:pt x="1840" y="7028"/>
                  </a:cubicBezTo>
                  <a:lnTo>
                    <a:pt x="1652" y="7028"/>
                  </a:lnTo>
                  <a:cubicBezTo>
                    <a:pt x="1504" y="7028"/>
                    <a:pt x="1388" y="7144"/>
                    <a:pt x="1388" y="7288"/>
                  </a:cubicBezTo>
                  <a:cubicBezTo>
                    <a:pt x="1388" y="7436"/>
                    <a:pt x="1504" y="7552"/>
                    <a:pt x="1652" y="7552"/>
                  </a:cubicBezTo>
                  <a:lnTo>
                    <a:pt x="1840" y="7552"/>
                  </a:lnTo>
                  <a:cubicBezTo>
                    <a:pt x="3348" y="7552"/>
                    <a:pt x="4571" y="6329"/>
                    <a:pt x="4571" y="4821"/>
                  </a:cubicBezTo>
                  <a:cubicBezTo>
                    <a:pt x="4571" y="3313"/>
                    <a:pt x="3348" y="2093"/>
                    <a:pt x="1840" y="2093"/>
                  </a:cubicBezTo>
                  <a:lnTo>
                    <a:pt x="1840" y="2090"/>
                  </a:lnTo>
                  <a:cubicBezTo>
                    <a:pt x="1679" y="2090"/>
                    <a:pt x="1518" y="2107"/>
                    <a:pt x="1360" y="2135"/>
                  </a:cubicBezTo>
                  <a:cubicBezTo>
                    <a:pt x="1316" y="1391"/>
                    <a:pt x="1038" y="678"/>
                    <a:pt x="565" y="99"/>
                  </a:cubicBezTo>
                  <a:cubicBezTo>
                    <a:pt x="507" y="30"/>
                    <a:pt x="437" y="1"/>
                    <a:pt x="3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5" name="Google Shape;12435;p85"/>
          <p:cNvGrpSpPr/>
          <p:nvPr/>
        </p:nvGrpSpPr>
        <p:grpSpPr>
          <a:xfrm>
            <a:off x="844096" y="3203504"/>
            <a:ext cx="361517" cy="359500"/>
            <a:chOff x="844096" y="3203504"/>
            <a:chExt cx="361517" cy="359500"/>
          </a:xfrm>
        </p:grpSpPr>
        <p:sp>
          <p:nvSpPr>
            <p:cNvPr id="12436" name="Google Shape;12436;p85"/>
            <p:cNvSpPr/>
            <p:nvPr/>
          </p:nvSpPr>
          <p:spPr>
            <a:xfrm>
              <a:off x="898687" y="3270825"/>
              <a:ext cx="252441" cy="224805"/>
            </a:xfrm>
            <a:custGeom>
              <a:rect b="b" l="l" r="r" t="t"/>
              <a:pathLst>
                <a:path extrusionOk="0" h="8582" w="9637">
                  <a:moveTo>
                    <a:pt x="4847" y="0"/>
                  </a:moveTo>
                  <a:cubicBezTo>
                    <a:pt x="3978" y="0"/>
                    <a:pt x="3101" y="264"/>
                    <a:pt x="2344" y="808"/>
                  </a:cubicBezTo>
                  <a:cubicBezTo>
                    <a:pt x="480" y="2148"/>
                    <a:pt x="0" y="4714"/>
                    <a:pt x="1254" y="6637"/>
                  </a:cubicBezTo>
                  <a:cubicBezTo>
                    <a:pt x="2074" y="7893"/>
                    <a:pt x="3446" y="8582"/>
                    <a:pt x="4850" y="8582"/>
                  </a:cubicBezTo>
                  <a:cubicBezTo>
                    <a:pt x="5594" y="8582"/>
                    <a:pt x="6347" y="8388"/>
                    <a:pt x="7032" y="7983"/>
                  </a:cubicBezTo>
                  <a:lnTo>
                    <a:pt x="7652" y="7538"/>
                  </a:lnTo>
                  <a:cubicBezTo>
                    <a:pt x="9390" y="6037"/>
                    <a:pt x="9636" y="3436"/>
                    <a:pt x="8218" y="1634"/>
                  </a:cubicBezTo>
                  <a:cubicBezTo>
                    <a:pt x="7373" y="563"/>
                    <a:pt x="6118" y="0"/>
                    <a:pt x="4847"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85"/>
            <p:cNvSpPr/>
            <p:nvPr/>
          </p:nvSpPr>
          <p:spPr>
            <a:xfrm>
              <a:off x="957390" y="3271061"/>
              <a:ext cx="180719" cy="214642"/>
            </a:xfrm>
            <a:custGeom>
              <a:rect b="b" l="l" r="r" t="t"/>
              <a:pathLst>
                <a:path extrusionOk="0" h="8194" w="6899">
                  <a:moveTo>
                    <a:pt x="2564" y="0"/>
                  </a:moveTo>
                  <a:cubicBezTo>
                    <a:pt x="2326" y="0"/>
                    <a:pt x="2092" y="24"/>
                    <a:pt x="1858" y="65"/>
                  </a:cubicBezTo>
                  <a:cubicBezTo>
                    <a:pt x="514" y="1292"/>
                    <a:pt x="0" y="3184"/>
                    <a:pt x="535" y="4925"/>
                  </a:cubicBezTo>
                  <a:cubicBezTo>
                    <a:pt x="1073" y="6662"/>
                    <a:pt x="2563" y="7937"/>
                    <a:pt x="4366" y="8194"/>
                  </a:cubicBezTo>
                  <a:lnTo>
                    <a:pt x="4400" y="8177"/>
                  </a:lnTo>
                  <a:lnTo>
                    <a:pt x="4438" y="8163"/>
                  </a:lnTo>
                  <a:cubicBezTo>
                    <a:pt x="4465" y="8149"/>
                    <a:pt x="4493" y="8132"/>
                    <a:pt x="4524" y="8118"/>
                  </a:cubicBezTo>
                  <a:lnTo>
                    <a:pt x="4551" y="8105"/>
                  </a:lnTo>
                  <a:cubicBezTo>
                    <a:pt x="4589" y="8088"/>
                    <a:pt x="4623" y="8067"/>
                    <a:pt x="4661" y="8046"/>
                  </a:cubicBezTo>
                  <a:lnTo>
                    <a:pt x="4685" y="8036"/>
                  </a:lnTo>
                  <a:cubicBezTo>
                    <a:pt x="4712" y="8019"/>
                    <a:pt x="4743" y="8002"/>
                    <a:pt x="4770" y="7985"/>
                  </a:cubicBezTo>
                  <a:lnTo>
                    <a:pt x="4787" y="7974"/>
                  </a:lnTo>
                  <a:lnTo>
                    <a:pt x="4791" y="7974"/>
                  </a:lnTo>
                  <a:cubicBezTo>
                    <a:pt x="5007" y="7848"/>
                    <a:pt x="5216" y="7697"/>
                    <a:pt x="5408" y="7532"/>
                  </a:cubicBezTo>
                  <a:cubicBezTo>
                    <a:pt x="5435" y="7508"/>
                    <a:pt x="5463" y="7484"/>
                    <a:pt x="5490" y="7460"/>
                  </a:cubicBezTo>
                  <a:cubicBezTo>
                    <a:pt x="5514" y="7436"/>
                    <a:pt x="5541" y="7409"/>
                    <a:pt x="5569" y="7385"/>
                  </a:cubicBezTo>
                  <a:lnTo>
                    <a:pt x="5589" y="7365"/>
                  </a:lnTo>
                  <a:lnTo>
                    <a:pt x="5644" y="7310"/>
                  </a:lnTo>
                  <a:lnTo>
                    <a:pt x="5672" y="7282"/>
                  </a:lnTo>
                  <a:lnTo>
                    <a:pt x="5720" y="7231"/>
                  </a:lnTo>
                  <a:lnTo>
                    <a:pt x="5747" y="7200"/>
                  </a:lnTo>
                  <a:lnTo>
                    <a:pt x="5792" y="7152"/>
                  </a:lnTo>
                  <a:lnTo>
                    <a:pt x="5822" y="7118"/>
                  </a:lnTo>
                  <a:lnTo>
                    <a:pt x="5863" y="7070"/>
                  </a:lnTo>
                  <a:lnTo>
                    <a:pt x="5894" y="7036"/>
                  </a:lnTo>
                  <a:lnTo>
                    <a:pt x="5935" y="6988"/>
                  </a:lnTo>
                  <a:lnTo>
                    <a:pt x="5963" y="6953"/>
                  </a:lnTo>
                  <a:lnTo>
                    <a:pt x="6001" y="6902"/>
                  </a:lnTo>
                  <a:lnTo>
                    <a:pt x="6028" y="6868"/>
                  </a:lnTo>
                  <a:lnTo>
                    <a:pt x="6076" y="6806"/>
                  </a:lnTo>
                  <a:lnTo>
                    <a:pt x="6100" y="6772"/>
                  </a:lnTo>
                  <a:cubicBezTo>
                    <a:pt x="6114" y="6751"/>
                    <a:pt x="6127" y="6734"/>
                    <a:pt x="6141" y="6713"/>
                  </a:cubicBezTo>
                  <a:lnTo>
                    <a:pt x="6165" y="6683"/>
                  </a:lnTo>
                  <a:cubicBezTo>
                    <a:pt x="6182" y="6659"/>
                    <a:pt x="6199" y="6631"/>
                    <a:pt x="6216" y="6604"/>
                  </a:cubicBezTo>
                  <a:lnTo>
                    <a:pt x="6223" y="6593"/>
                  </a:lnTo>
                  <a:cubicBezTo>
                    <a:pt x="6244" y="6563"/>
                    <a:pt x="6261" y="6532"/>
                    <a:pt x="6282" y="6501"/>
                  </a:cubicBezTo>
                  <a:lnTo>
                    <a:pt x="6299" y="6470"/>
                  </a:lnTo>
                  <a:cubicBezTo>
                    <a:pt x="6312" y="6450"/>
                    <a:pt x="6323" y="6429"/>
                    <a:pt x="6336" y="6405"/>
                  </a:cubicBezTo>
                  <a:lnTo>
                    <a:pt x="6357" y="6371"/>
                  </a:lnTo>
                  <a:cubicBezTo>
                    <a:pt x="6367" y="6350"/>
                    <a:pt x="6377" y="6330"/>
                    <a:pt x="6388" y="6313"/>
                  </a:cubicBezTo>
                  <a:lnTo>
                    <a:pt x="6408" y="6271"/>
                  </a:lnTo>
                  <a:cubicBezTo>
                    <a:pt x="6419" y="6251"/>
                    <a:pt x="6429" y="6234"/>
                    <a:pt x="6439" y="6213"/>
                  </a:cubicBezTo>
                  <a:lnTo>
                    <a:pt x="6460" y="6172"/>
                  </a:lnTo>
                  <a:cubicBezTo>
                    <a:pt x="6470" y="6151"/>
                    <a:pt x="6480" y="6134"/>
                    <a:pt x="6487" y="6117"/>
                  </a:cubicBezTo>
                  <a:lnTo>
                    <a:pt x="6508" y="6073"/>
                  </a:lnTo>
                  <a:lnTo>
                    <a:pt x="6532" y="6018"/>
                  </a:lnTo>
                  <a:lnTo>
                    <a:pt x="6552" y="5973"/>
                  </a:lnTo>
                  <a:cubicBezTo>
                    <a:pt x="6563" y="5953"/>
                    <a:pt x="6569" y="5936"/>
                    <a:pt x="6576" y="5915"/>
                  </a:cubicBezTo>
                  <a:lnTo>
                    <a:pt x="6593" y="5874"/>
                  </a:lnTo>
                  <a:cubicBezTo>
                    <a:pt x="6604" y="5853"/>
                    <a:pt x="6611" y="5833"/>
                    <a:pt x="6617" y="5812"/>
                  </a:cubicBezTo>
                  <a:lnTo>
                    <a:pt x="6634" y="5771"/>
                  </a:lnTo>
                  <a:lnTo>
                    <a:pt x="6658" y="5706"/>
                  </a:lnTo>
                  <a:lnTo>
                    <a:pt x="6672" y="5665"/>
                  </a:lnTo>
                  <a:cubicBezTo>
                    <a:pt x="6679" y="5641"/>
                    <a:pt x="6689" y="5617"/>
                    <a:pt x="6696" y="5589"/>
                  </a:cubicBezTo>
                  <a:cubicBezTo>
                    <a:pt x="6700" y="5579"/>
                    <a:pt x="6703" y="5572"/>
                    <a:pt x="6706" y="5562"/>
                  </a:cubicBezTo>
                  <a:cubicBezTo>
                    <a:pt x="6717" y="5524"/>
                    <a:pt x="6727" y="5490"/>
                    <a:pt x="6737" y="5456"/>
                  </a:cubicBezTo>
                  <a:lnTo>
                    <a:pt x="6744" y="5432"/>
                  </a:lnTo>
                  <a:cubicBezTo>
                    <a:pt x="6751" y="5404"/>
                    <a:pt x="6761" y="5374"/>
                    <a:pt x="6768" y="5346"/>
                  </a:cubicBezTo>
                  <a:cubicBezTo>
                    <a:pt x="6772" y="5332"/>
                    <a:pt x="6775" y="5322"/>
                    <a:pt x="6778" y="5308"/>
                  </a:cubicBezTo>
                  <a:cubicBezTo>
                    <a:pt x="6782" y="5284"/>
                    <a:pt x="6789" y="5260"/>
                    <a:pt x="6792" y="5240"/>
                  </a:cubicBezTo>
                  <a:cubicBezTo>
                    <a:pt x="6796" y="5223"/>
                    <a:pt x="6799" y="5209"/>
                    <a:pt x="6802" y="5195"/>
                  </a:cubicBezTo>
                  <a:cubicBezTo>
                    <a:pt x="6809" y="5175"/>
                    <a:pt x="6813" y="5154"/>
                    <a:pt x="6816" y="5130"/>
                  </a:cubicBezTo>
                  <a:cubicBezTo>
                    <a:pt x="6820" y="5110"/>
                    <a:pt x="6823" y="5099"/>
                    <a:pt x="6826" y="5082"/>
                  </a:cubicBezTo>
                  <a:cubicBezTo>
                    <a:pt x="6830" y="5069"/>
                    <a:pt x="6833" y="5041"/>
                    <a:pt x="6837" y="5021"/>
                  </a:cubicBezTo>
                  <a:cubicBezTo>
                    <a:pt x="6840" y="5000"/>
                    <a:pt x="6844" y="4986"/>
                    <a:pt x="6847" y="4973"/>
                  </a:cubicBezTo>
                  <a:cubicBezTo>
                    <a:pt x="6847" y="4955"/>
                    <a:pt x="6854" y="4928"/>
                    <a:pt x="6854" y="4908"/>
                  </a:cubicBezTo>
                  <a:cubicBezTo>
                    <a:pt x="6857" y="4887"/>
                    <a:pt x="6861" y="4877"/>
                    <a:pt x="6861" y="4860"/>
                  </a:cubicBezTo>
                  <a:cubicBezTo>
                    <a:pt x="6864" y="4842"/>
                    <a:pt x="6868" y="4815"/>
                    <a:pt x="6871" y="4794"/>
                  </a:cubicBezTo>
                  <a:cubicBezTo>
                    <a:pt x="6874" y="4774"/>
                    <a:pt x="6874" y="4760"/>
                    <a:pt x="6874" y="4746"/>
                  </a:cubicBezTo>
                  <a:cubicBezTo>
                    <a:pt x="6878" y="4729"/>
                    <a:pt x="6881" y="4702"/>
                    <a:pt x="6881" y="4678"/>
                  </a:cubicBezTo>
                  <a:cubicBezTo>
                    <a:pt x="6885" y="4654"/>
                    <a:pt x="6885" y="4647"/>
                    <a:pt x="6888" y="4630"/>
                  </a:cubicBezTo>
                  <a:cubicBezTo>
                    <a:pt x="6888" y="4609"/>
                    <a:pt x="6892" y="4585"/>
                    <a:pt x="6892" y="4561"/>
                  </a:cubicBezTo>
                  <a:cubicBezTo>
                    <a:pt x="6892" y="4548"/>
                    <a:pt x="6892" y="4531"/>
                    <a:pt x="6895" y="4517"/>
                  </a:cubicBezTo>
                  <a:cubicBezTo>
                    <a:pt x="6895" y="4489"/>
                    <a:pt x="6895" y="4465"/>
                    <a:pt x="6898" y="4438"/>
                  </a:cubicBezTo>
                  <a:lnTo>
                    <a:pt x="6898" y="4400"/>
                  </a:lnTo>
                  <a:lnTo>
                    <a:pt x="6898" y="4284"/>
                  </a:lnTo>
                  <a:cubicBezTo>
                    <a:pt x="6898" y="2930"/>
                    <a:pt x="6261" y="1659"/>
                    <a:pt x="5175" y="850"/>
                  </a:cubicBezTo>
                  <a:cubicBezTo>
                    <a:pt x="4439" y="298"/>
                    <a:pt x="3543" y="0"/>
                    <a:pt x="2627" y="0"/>
                  </a:cubicBezTo>
                  <a:cubicBezTo>
                    <a:pt x="2622" y="0"/>
                    <a:pt x="2617" y="0"/>
                    <a:pt x="2611" y="0"/>
                  </a:cubicBezTo>
                  <a:cubicBezTo>
                    <a:pt x="2595" y="0"/>
                    <a:pt x="2580" y="0"/>
                    <a:pt x="256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85"/>
            <p:cNvSpPr/>
            <p:nvPr/>
          </p:nvSpPr>
          <p:spPr>
            <a:xfrm>
              <a:off x="932347" y="3298487"/>
              <a:ext cx="188892" cy="169691"/>
            </a:xfrm>
            <a:custGeom>
              <a:rect b="b" l="l" r="r" t="t"/>
              <a:pathLst>
                <a:path extrusionOk="0" h="6478" w="7211">
                  <a:moveTo>
                    <a:pt x="3570" y="1"/>
                  </a:moveTo>
                  <a:cubicBezTo>
                    <a:pt x="2753" y="1"/>
                    <a:pt x="1937" y="308"/>
                    <a:pt x="1309" y="920"/>
                  </a:cubicBezTo>
                  <a:cubicBezTo>
                    <a:pt x="82" y="2113"/>
                    <a:pt x="0" y="4059"/>
                    <a:pt x="1121" y="5355"/>
                  </a:cubicBezTo>
                  <a:cubicBezTo>
                    <a:pt x="1759" y="6094"/>
                    <a:pt x="2662" y="6477"/>
                    <a:pt x="3572" y="6477"/>
                  </a:cubicBezTo>
                  <a:cubicBezTo>
                    <a:pt x="4260" y="6477"/>
                    <a:pt x="4952" y="6259"/>
                    <a:pt x="5538" y="5810"/>
                  </a:cubicBezTo>
                  <a:cubicBezTo>
                    <a:pt x="6898" y="4769"/>
                    <a:pt x="7210" y="2846"/>
                    <a:pt x="6254" y="1427"/>
                  </a:cubicBezTo>
                  <a:lnTo>
                    <a:pt x="5750" y="845"/>
                  </a:lnTo>
                  <a:cubicBezTo>
                    <a:pt x="5131" y="281"/>
                    <a:pt x="4350" y="1"/>
                    <a:pt x="357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85"/>
            <p:cNvSpPr/>
            <p:nvPr/>
          </p:nvSpPr>
          <p:spPr>
            <a:xfrm>
              <a:off x="951915" y="3298618"/>
              <a:ext cx="158637" cy="169324"/>
            </a:xfrm>
            <a:custGeom>
              <a:rect b="b" l="l" r="r" t="t"/>
              <a:pathLst>
                <a:path extrusionOk="0" h="6464" w="6056">
                  <a:moveTo>
                    <a:pt x="2629" y="0"/>
                  </a:moveTo>
                  <a:lnTo>
                    <a:pt x="2581" y="4"/>
                  </a:lnTo>
                  <a:lnTo>
                    <a:pt x="2546" y="7"/>
                  </a:lnTo>
                  <a:lnTo>
                    <a:pt x="2502" y="11"/>
                  </a:lnTo>
                  <a:lnTo>
                    <a:pt x="2467" y="14"/>
                  </a:lnTo>
                  <a:lnTo>
                    <a:pt x="2423" y="21"/>
                  </a:lnTo>
                  <a:lnTo>
                    <a:pt x="2389" y="24"/>
                  </a:lnTo>
                  <a:lnTo>
                    <a:pt x="2344" y="31"/>
                  </a:lnTo>
                  <a:lnTo>
                    <a:pt x="2310" y="35"/>
                  </a:lnTo>
                  <a:lnTo>
                    <a:pt x="2265" y="41"/>
                  </a:lnTo>
                  <a:lnTo>
                    <a:pt x="2231" y="48"/>
                  </a:lnTo>
                  <a:lnTo>
                    <a:pt x="2186" y="59"/>
                  </a:lnTo>
                  <a:lnTo>
                    <a:pt x="2152" y="65"/>
                  </a:lnTo>
                  <a:lnTo>
                    <a:pt x="2111" y="72"/>
                  </a:lnTo>
                  <a:lnTo>
                    <a:pt x="2073" y="83"/>
                  </a:lnTo>
                  <a:lnTo>
                    <a:pt x="2032" y="93"/>
                  </a:lnTo>
                  <a:lnTo>
                    <a:pt x="2001" y="100"/>
                  </a:lnTo>
                  <a:lnTo>
                    <a:pt x="1960" y="110"/>
                  </a:lnTo>
                  <a:lnTo>
                    <a:pt x="1926" y="120"/>
                  </a:lnTo>
                  <a:lnTo>
                    <a:pt x="1885" y="134"/>
                  </a:lnTo>
                  <a:lnTo>
                    <a:pt x="1851" y="144"/>
                  </a:lnTo>
                  <a:lnTo>
                    <a:pt x="1810" y="155"/>
                  </a:lnTo>
                  <a:lnTo>
                    <a:pt x="1775" y="168"/>
                  </a:lnTo>
                  <a:lnTo>
                    <a:pt x="1734" y="182"/>
                  </a:lnTo>
                  <a:lnTo>
                    <a:pt x="1703" y="192"/>
                  </a:lnTo>
                  <a:lnTo>
                    <a:pt x="1659" y="209"/>
                  </a:lnTo>
                  <a:lnTo>
                    <a:pt x="1631" y="220"/>
                  </a:lnTo>
                  <a:lnTo>
                    <a:pt x="1563" y="247"/>
                  </a:lnTo>
                  <a:lnTo>
                    <a:pt x="1542" y="257"/>
                  </a:lnTo>
                  <a:lnTo>
                    <a:pt x="1491" y="278"/>
                  </a:lnTo>
                  <a:lnTo>
                    <a:pt x="1463" y="292"/>
                  </a:lnTo>
                  <a:lnTo>
                    <a:pt x="1422" y="312"/>
                  </a:lnTo>
                  <a:lnTo>
                    <a:pt x="1391" y="326"/>
                  </a:lnTo>
                  <a:lnTo>
                    <a:pt x="1354" y="343"/>
                  </a:lnTo>
                  <a:lnTo>
                    <a:pt x="1323" y="360"/>
                  </a:lnTo>
                  <a:lnTo>
                    <a:pt x="1285" y="381"/>
                  </a:lnTo>
                  <a:lnTo>
                    <a:pt x="1254" y="398"/>
                  </a:lnTo>
                  <a:lnTo>
                    <a:pt x="1220" y="415"/>
                  </a:lnTo>
                  <a:lnTo>
                    <a:pt x="1189" y="436"/>
                  </a:lnTo>
                  <a:lnTo>
                    <a:pt x="1155" y="456"/>
                  </a:lnTo>
                  <a:lnTo>
                    <a:pt x="1124" y="473"/>
                  </a:lnTo>
                  <a:lnTo>
                    <a:pt x="1090" y="494"/>
                  </a:lnTo>
                  <a:lnTo>
                    <a:pt x="1059" y="514"/>
                  </a:lnTo>
                  <a:lnTo>
                    <a:pt x="1028" y="535"/>
                  </a:lnTo>
                  <a:lnTo>
                    <a:pt x="994" y="556"/>
                  </a:lnTo>
                  <a:lnTo>
                    <a:pt x="963" y="580"/>
                  </a:lnTo>
                  <a:lnTo>
                    <a:pt x="932" y="600"/>
                  </a:lnTo>
                  <a:lnTo>
                    <a:pt x="925" y="607"/>
                  </a:lnTo>
                  <a:cubicBezTo>
                    <a:pt x="0" y="2735"/>
                    <a:pt x="768" y="5226"/>
                    <a:pt x="2735" y="6463"/>
                  </a:cubicBezTo>
                  <a:lnTo>
                    <a:pt x="2820" y="6463"/>
                  </a:lnTo>
                  <a:cubicBezTo>
                    <a:pt x="2823" y="6463"/>
                    <a:pt x="2825" y="6463"/>
                    <a:pt x="2827" y="6463"/>
                  </a:cubicBezTo>
                  <a:cubicBezTo>
                    <a:pt x="4421" y="6463"/>
                    <a:pt x="5778" y="5299"/>
                    <a:pt x="6018" y="3722"/>
                  </a:cubicBezTo>
                  <a:cubicBezTo>
                    <a:pt x="6028" y="3667"/>
                    <a:pt x="6035" y="3612"/>
                    <a:pt x="6038" y="3561"/>
                  </a:cubicBezTo>
                  <a:cubicBezTo>
                    <a:pt x="6048" y="3448"/>
                    <a:pt x="6055" y="3338"/>
                    <a:pt x="6055" y="3228"/>
                  </a:cubicBezTo>
                  <a:lnTo>
                    <a:pt x="6055" y="3115"/>
                  </a:lnTo>
                  <a:cubicBezTo>
                    <a:pt x="6055" y="3112"/>
                    <a:pt x="6055" y="3102"/>
                    <a:pt x="6055" y="3091"/>
                  </a:cubicBezTo>
                  <a:cubicBezTo>
                    <a:pt x="6052" y="3019"/>
                    <a:pt x="6045" y="2947"/>
                    <a:pt x="6038" y="2872"/>
                  </a:cubicBezTo>
                  <a:lnTo>
                    <a:pt x="6035" y="2848"/>
                  </a:lnTo>
                  <a:cubicBezTo>
                    <a:pt x="6028" y="2773"/>
                    <a:pt x="6014" y="2704"/>
                    <a:pt x="6004" y="2632"/>
                  </a:cubicBezTo>
                  <a:lnTo>
                    <a:pt x="5997" y="2608"/>
                  </a:lnTo>
                  <a:cubicBezTo>
                    <a:pt x="5983" y="2536"/>
                    <a:pt x="5966" y="2464"/>
                    <a:pt x="5949" y="2396"/>
                  </a:cubicBezTo>
                  <a:lnTo>
                    <a:pt x="5942" y="2372"/>
                  </a:lnTo>
                  <a:cubicBezTo>
                    <a:pt x="5922" y="2300"/>
                    <a:pt x="5901" y="2235"/>
                    <a:pt x="5877" y="2166"/>
                  </a:cubicBezTo>
                  <a:lnTo>
                    <a:pt x="5870" y="2142"/>
                  </a:lnTo>
                  <a:cubicBezTo>
                    <a:pt x="5846" y="2077"/>
                    <a:pt x="5819" y="2008"/>
                    <a:pt x="5791" y="1947"/>
                  </a:cubicBezTo>
                  <a:lnTo>
                    <a:pt x="5781" y="1923"/>
                  </a:lnTo>
                  <a:cubicBezTo>
                    <a:pt x="5754" y="1858"/>
                    <a:pt x="5723" y="1796"/>
                    <a:pt x="5689" y="1734"/>
                  </a:cubicBezTo>
                  <a:lnTo>
                    <a:pt x="5678" y="1710"/>
                  </a:lnTo>
                  <a:cubicBezTo>
                    <a:pt x="5644" y="1649"/>
                    <a:pt x="5610" y="1590"/>
                    <a:pt x="5572" y="1529"/>
                  </a:cubicBezTo>
                  <a:lnTo>
                    <a:pt x="5562" y="1508"/>
                  </a:lnTo>
                  <a:cubicBezTo>
                    <a:pt x="5404" y="1261"/>
                    <a:pt x="5219" y="1039"/>
                    <a:pt x="5003" y="840"/>
                  </a:cubicBezTo>
                  <a:lnTo>
                    <a:pt x="5000" y="840"/>
                  </a:lnTo>
                  <a:lnTo>
                    <a:pt x="4976" y="816"/>
                  </a:lnTo>
                  <a:lnTo>
                    <a:pt x="4945" y="792"/>
                  </a:lnTo>
                  <a:lnTo>
                    <a:pt x="4918" y="768"/>
                  </a:lnTo>
                  <a:lnTo>
                    <a:pt x="4887" y="741"/>
                  </a:lnTo>
                  <a:lnTo>
                    <a:pt x="4859" y="717"/>
                  </a:lnTo>
                  <a:lnTo>
                    <a:pt x="4829" y="693"/>
                  </a:lnTo>
                  <a:lnTo>
                    <a:pt x="4801" y="672"/>
                  </a:lnTo>
                  <a:lnTo>
                    <a:pt x="4770" y="648"/>
                  </a:lnTo>
                  <a:lnTo>
                    <a:pt x="4739" y="624"/>
                  </a:lnTo>
                  <a:lnTo>
                    <a:pt x="4709" y="603"/>
                  </a:lnTo>
                  <a:lnTo>
                    <a:pt x="4678" y="583"/>
                  </a:lnTo>
                  <a:lnTo>
                    <a:pt x="4647" y="559"/>
                  </a:lnTo>
                  <a:lnTo>
                    <a:pt x="4616" y="538"/>
                  </a:lnTo>
                  <a:lnTo>
                    <a:pt x="4585" y="518"/>
                  </a:lnTo>
                  <a:lnTo>
                    <a:pt x="4551" y="497"/>
                  </a:lnTo>
                  <a:lnTo>
                    <a:pt x="4520" y="477"/>
                  </a:lnTo>
                  <a:lnTo>
                    <a:pt x="4486" y="460"/>
                  </a:lnTo>
                  <a:lnTo>
                    <a:pt x="4455" y="439"/>
                  </a:lnTo>
                  <a:lnTo>
                    <a:pt x="4421" y="418"/>
                  </a:lnTo>
                  <a:lnTo>
                    <a:pt x="4386" y="401"/>
                  </a:lnTo>
                  <a:lnTo>
                    <a:pt x="4356" y="384"/>
                  </a:lnTo>
                  <a:lnTo>
                    <a:pt x="4321" y="364"/>
                  </a:lnTo>
                  <a:lnTo>
                    <a:pt x="4287" y="346"/>
                  </a:lnTo>
                  <a:lnTo>
                    <a:pt x="4253" y="329"/>
                  </a:lnTo>
                  <a:lnTo>
                    <a:pt x="4219" y="316"/>
                  </a:lnTo>
                  <a:lnTo>
                    <a:pt x="4181" y="295"/>
                  </a:lnTo>
                  <a:lnTo>
                    <a:pt x="4150" y="281"/>
                  </a:lnTo>
                  <a:lnTo>
                    <a:pt x="4102" y="261"/>
                  </a:lnTo>
                  <a:lnTo>
                    <a:pt x="4082" y="251"/>
                  </a:lnTo>
                  <a:lnTo>
                    <a:pt x="4010" y="223"/>
                  </a:lnTo>
                  <a:lnTo>
                    <a:pt x="3982" y="213"/>
                  </a:lnTo>
                  <a:lnTo>
                    <a:pt x="3941" y="196"/>
                  </a:lnTo>
                  <a:lnTo>
                    <a:pt x="3910" y="185"/>
                  </a:lnTo>
                  <a:lnTo>
                    <a:pt x="3866" y="168"/>
                  </a:lnTo>
                  <a:lnTo>
                    <a:pt x="3835" y="158"/>
                  </a:lnTo>
                  <a:lnTo>
                    <a:pt x="3790" y="144"/>
                  </a:lnTo>
                  <a:lnTo>
                    <a:pt x="3756" y="134"/>
                  </a:lnTo>
                  <a:lnTo>
                    <a:pt x="3718" y="124"/>
                  </a:lnTo>
                  <a:lnTo>
                    <a:pt x="3684" y="113"/>
                  </a:lnTo>
                  <a:lnTo>
                    <a:pt x="3643" y="103"/>
                  </a:lnTo>
                  <a:lnTo>
                    <a:pt x="3609" y="93"/>
                  </a:lnTo>
                  <a:lnTo>
                    <a:pt x="3567" y="83"/>
                  </a:lnTo>
                  <a:lnTo>
                    <a:pt x="3533" y="76"/>
                  </a:lnTo>
                  <a:lnTo>
                    <a:pt x="3489" y="65"/>
                  </a:lnTo>
                  <a:lnTo>
                    <a:pt x="3458" y="59"/>
                  </a:lnTo>
                  <a:lnTo>
                    <a:pt x="3413" y="48"/>
                  </a:lnTo>
                  <a:lnTo>
                    <a:pt x="3379" y="41"/>
                  </a:lnTo>
                  <a:lnTo>
                    <a:pt x="3334" y="35"/>
                  </a:lnTo>
                  <a:lnTo>
                    <a:pt x="3300" y="31"/>
                  </a:lnTo>
                  <a:lnTo>
                    <a:pt x="3256" y="24"/>
                  </a:lnTo>
                  <a:lnTo>
                    <a:pt x="3221" y="21"/>
                  </a:lnTo>
                  <a:lnTo>
                    <a:pt x="3177" y="14"/>
                  </a:lnTo>
                  <a:lnTo>
                    <a:pt x="3143" y="11"/>
                  </a:lnTo>
                  <a:lnTo>
                    <a:pt x="3098" y="7"/>
                  </a:lnTo>
                  <a:lnTo>
                    <a:pt x="3064" y="4"/>
                  </a:lnTo>
                  <a:lnTo>
                    <a:pt x="3016" y="0"/>
                  </a:ln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85"/>
            <p:cNvSpPr/>
            <p:nvPr/>
          </p:nvSpPr>
          <p:spPr>
            <a:xfrm>
              <a:off x="892583" y="3265822"/>
              <a:ext cx="264910" cy="235834"/>
            </a:xfrm>
            <a:custGeom>
              <a:rect b="b" l="l" r="r" t="t"/>
              <a:pathLst>
                <a:path extrusionOk="0" h="9003" w="10113">
                  <a:moveTo>
                    <a:pt x="5088" y="1"/>
                  </a:moveTo>
                  <a:cubicBezTo>
                    <a:pt x="4174" y="1"/>
                    <a:pt x="3252" y="278"/>
                    <a:pt x="2457" y="851"/>
                  </a:cubicBezTo>
                  <a:cubicBezTo>
                    <a:pt x="504" y="2256"/>
                    <a:pt x="0" y="4953"/>
                    <a:pt x="1319" y="6965"/>
                  </a:cubicBezTo>
                  <a:cubicBezTo>
                    <a:pt x="2179" y="8281"/>
                    <a:pt x="3617" y="9002"/>
                    <a:pt x="5089" y="9002"/>
                  </a:cubicBezTo>
                  <a:cubicBezTo>
                    <a:pt x="5871" y="9002"/>
                    <a:pt x="6662" y="8799"/>
                    <a:pt x="7381" y="8373"/>
                  </a:cubicBezTo>
                  <a:cubicBezTo>
                    <a:pt x="7603" y="8244"/>
                    <a:pt x="7472" y="7943"/>
                    <a:pt x="7268" y="7943"/>
                  </a:cubicBezTo>
                  <a:cubicBezTo>
                    <a:pt x="7229" y="7943"/>
                    <a:pt x="7187" y="7954"/>
                    <a:pt x="7145" y="7979"/>
                  </a:cubicBezTo>
                  <a:lnTo>
                    <a:pt x="7148" y="7976"/>
                  </a:lnTo>
                  <a:lnTo>
                    <a:pt x="7148" y="7976"/>
                  </a:lnTo>
                  <a:cubicBezTo>
                    <a:pt x="6500" y="8359"/>
                    <a:pt x="5788" y="8542"/>
                    <a:pt x="5083" y="8542"/>
                  </a:cubicBezTo>
                  <a:cubicBezTo>
                    <a:pt x="3755" y="8542"/>
                    <a:pt x="2456" y="7890"/>
                    <a:pt x="1679" y="6701"/>
                  </a:cubicBezTo>
                  <a:cubicBezTo>
                    <a:pt x="494" y="4885"/>
                    <a:pt x="949" y="2455"/>
                    <a:pt x="2714" y="1187"/>
                  </a:cubicBezTo>
                  <a:cubicBezTo>
                    <a:pt x="3430" y="672"/>
                    <a:pt x="4259" y="423"/>
                    <a:pt x="5081" y="423"/>
                  </a:cubicBezTo>
                  <a:cubicBezTo>
                    <a:pt x="6284" y="423"/>
                    <a:pt x="7471" y="955"/>
                    <a:pt x="8269" y="1969"/>
                  </a:cubicBezTo>
                  <a:cubicBezTo>
                    <a:pt x="9612" y="3672"/>
                    <a:pt x="9379" y="6136"/>
                    <a:pt x="7734" y="7554"/>
                  </a:cubicBezTo>
                  <a:cubicBezTo>
                    <a:pt x="7567" y="7716"/>
                    <a:pt x="7711" y="7954"/>
                    <a:pt x="7894" y="7954"/>
                  </a:cubicBezTo>
                  <a:cubicBezTo>
                    <a:pt x="7940" y="7954"/>
                    <a:pt x="7989" y="7939"/>
                    <a:pt x="8036" y="7904"/>
                  </a:cubicBezTo>
                  <a:cubicBezTo>
                    <a:pt x="9856" y="6327"/>
                    <a:pt x="10113" y="3596"/>
                    <a:pt x="8618" y="1708"/>
                  </a:cubicBezTo>
                  <a:cubicBezTo>
                    <a:pt x="7733" y="589"/>
                    <a:pt x="6418" y="1"/>
                    <a:pt x="5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5"/>
            <p:cNvSpPr/>
            <p:nvPr/>
          </p:nvSpPr>
          <p:spPr>
            <a:xfrm>
              <a:off x="925956" y="3292462"/>
              <a:ext cx="202016" cy="181374"/>
            </a:xfrm>
            <a:custGeom>
              <a:rect b="b" l="l" r="r" t="t"/>
              <a:pathLst>
                <a:path extrusionOk="0" h="6924" w="7712">
                  <a:moveTo>
                    <a:pt x="3816" y="0"/>
                  </a:moveTo>
                  <a:cubicBezTo>
                    <a:pt x="2944" y="0"/>
                    <a:pt x="2073" y="328"/>
                    <a:pt x="1402" y="979"/>
                  </a:cubicBezTo>
                  <a:cubicBezTo>
                    <a:pt x="90" y="2257"/>
                    <a:pt x="1" y="4337"/>
                    <a:pt x="1197" y="5725"/>
                  </a:cubicBezTo>
                  <a:cubicBezTo>
                    <a:pt x="1880" y="6514"/>
                    <a:pt x="2847" y="6924"/>
                    <a:pt x="3821" y="6924"/>
                  </a:cubicBezTo>
                  <a:cubicBezTo>
                    <a:pt x="4555" y="6924"/>
                    <a:pt x="5294" y="6691"/>
                    <a:pt x="5919" y="6212"/>
                  </a:cubicBezTo>
                  <a:cubicBezTo>
                    <a:pt x="7375" y="5101"/>
                    <a:pt x="7711" y="3045"/>
                    <a:pt x="6687" y="1527"/>
                  </a:cubicBezTo>
                  <a:cubicBezTo>
                    <a:pt x="6643" y="1455"/>
                    <a:pt x="6567" y="1417"/>
                    <a:pt x="6490" y="1417"/>
                  </a:cubicBezTo>
                  <a:cubicBezTo>
                    <a:pt x="6446" y="1417"/>
                    <a:pt x="6401" y="1429"/>
                    <a:pt x="6361" y="1455"/>
                  </a:cubicBezTo>
                  <a:cubicBezTo>
                    <a:pt x="6251" y="1527"/>
                    <a:pt x="6227" y="1678"/>
                    <a:pt x="6306" y="1784"/>
                  </a:cubicBezTo>
                  <a:cubicBezTo>
                    <a:pt x="7077" y="2929"/>
                    <a:pt x="6971" y="4450"/>
                    <a:pt x="6046" y="5475"/>
                  </a:cubicBezTo>
                  <a:cubicBezTo>
                    <a:pt x="5461" y="6125"/>
                    <a:pt x="4641" y="6470"/>
                    <a:pt x="3810" y="6470"/>
                  </a:cubicBezTo>
                  <a:cubicBezTo>
                    <a:pt x="3331" y="6470"/>
                    <a:pt x="2848" y="6356"/>
                    <a:pt x="2403" y="6119"/>
                  </a:cubicBezTo>
                  <a:cubicBezTo>
                    <a:pt x="1183" y="5468"/>
                    <a:pt x="563" y="4077"/>
                    <a:pt x="895" y="2737"/>
                  </a:cubicBezTo>
                  <a:cubicBezTo>
                    <a:pt x="1231" y="1397"/>
                    <a:pt x="2434" y="458"/>
                    <a:pt x="3811" y="458"/>
                  </a:cubicBezTo>
                  <a:lnTo>
                    <a:pt x="3811" y="462"/>
                  </a:lnTo>
                  <a:cubicBezTo>
                    <a:pt x="4562" y="462"/>
                    <a:pt x="5285" y="739"/>
                    <a:pt x="5840" y="1246"/>
                  </a:cubicBezTo>
                  <a:cubicBezTo>
                    <a:pt x="5889" y="1291"/>
                    <a:pt x="5942" y="1310"/>
                    <a:pt x="5993" y="1310"/>
                  </a:cubicBezTo>
                  <a:cubicBezTo>
                    <a:pt x="6176" y="1310"/>
                    <a:pt x="6328" y="1065"/>
                    <a:pt x="6149" y="904"/>
                  </a:cubicBezTo>
                  <a:cubicBezTo>
                    <a:pt x="5487" y="300"/>
                    <a:pt x="4651" y="0"/>
                    <a:pt x="38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5"/>
            <p:cNvSpPr/>
            <p:nvPr/>
          </p:nvSpPr>
          <p:spPr>
            <a:xfrm>
              <a:off x="1019760" y="3203504"/>
              <a:ext cx="12154" cy="47020"/>
            </a:xfrm>
            <a:custGeom>
              <a:rect b="b" l="l" r="r" t="t"/>
              <a:pathLst>
                <a:path extrusionOk="0" h="1795" w="464">
                  <a:moveTo>
                    <a:pt x="231" y="1"/>
                  </a:moveTo>
                  <a:cubicBezTo>
                    <a:pt x="116" y="1"/>
                    <a:pt x="1" y="78"/>
                    <a:pt x="1" y="232"/>
                  </a:cubicBezTo>
                  <a:lnTo>
                    <a:pt x="1" y="1562"/>
                  </a:lnTo>
                  <a:cubicBezTo>
                    <a:pt x="1" y="1688"/>
                    <a:pt x="104" y="1795"/>
                    <a:pt x="230" y="1795"/>
                  </a:cubicBezTo>
                  <a:cubicBezTo>
                    <a:pt x="357" y="1795"/>
                    <a:pt x="463" y="1688"/>
                    <a:pt x="463" y="1562"/>
                  </a:cubicBezTo>
                  <a:lnTo>
                    <a:pt x="463" y="232"/>
                  </a:lnTo>
                  <a:cubicBezTo>
                    <a:pt x="462" y="78"/>
                    <a:pt x="346"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85"/>
            <p:cNvSpPr/>
            <p:nvPr/>
          </p:nvSpPr>
          <p:spPr>
            <a:xfrm>
              <a:off x="1019760" y="3516037"/>
              <a:ext cx="12154" cy="46968"/>
            </a:xfrm>
            <a:custGeom>
              <a:rect b="b" l="l" r="r" t="t"/>
              <a:pathLst>
                <a:path extrusionOk="0" h="1793" w="464">
                  <a:moveTo>
                    <a:pt x="230" y="0"/>
                  </a:moveTo>
                  <a:cubicBezTo>
                    <a:pt x="104" y="0"/>
                    <a:pt x="1" y="103"/>
                    <a:pt x="1" y="233"/>
                  </a:cubicBezTo>
                  <a:lnTo>
                    <a:pt x="1" y="1563"/>
                  </a:lnTo>
                  <a:cubicBezTo>
                    <a:pt x="1" y="1689"/>
                    <a:pt x="104" y="1792"/>
                    <a:pt x="230" y="1792"/>
                  </a:cubicBezTo>
                  <a:cubicBezTo>
                    <a:pt x="357" y="1792"/>
                    <a:pt x="463" y="1689"/>
                    <a:pt x="463" y="1563"/>
                  </a:cubicBezTo>
                  <a:lnTo>
                    <a:pt x="463" y="233"/>
                  </a:lnTo>
                  <a:cubicBezTo>
                    <a:pt x="463" y="103"/>
                    <a:pt x="357" y="0"/>
                    <a:pt x="2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85"/>
            <p:cNvSpPr/>
            <p:nvPr/>
          </p:nvSpPr>
          <p:spPr>
            <a:xfrm>
              <a:off x="931011" y="3226739"/>
              <a:ext cx="32325" cy="42331"/>
            </a:xfrm>
            <a:custGeom>
              <a:rect b="b" l="l" r="r" t="t"/>
              <a:pathLst>
                <a:path extrusionOk="0" h="1616" w="1234">
                  <a:moveTo>
                    <a:pt x="310" y="0"/>
                  </a:moveTo>
                  <a:cubicBezTo>
                    <a:pt x="154" y="0"/>
                    <a:pt x="0" y="166"/>
                    <a:pt x="106" y="349"/>
                  </a:cubicBezTo>
                  <a:lnTo>
                    <a:pt x="771" y="1500"/>
                  </a:lnTo>
                  <a:cubicBezTo>
                    <a:pt x="812" y="1574"/>
                    <a:pt x="890" y="1616"/>
                    <a:pt x="971" y="1616"/>
                  </a:cubicBezTo>
                  <a:cubicBezTo>
                    <a:pt x="1010" y="1616"/>
                    <a:pt x="1049" y="1606"/>
                    <a:pt x="1086" y="1586"/>
                  </a:cubicBezTo>
                  <a:cubicBezTo>
                    <a:pt x="1196" y="1521"/>
                    <a:pt x="1233" y="1381"/>
                    <a:pt x="1168" y="1271"/>
                  </a:cubicBezTo>
                  <a:lnTo>
                    <a:pt x="503" y="119"/>
                  </a:lnTo>
                  <a:cubicBezTo>
                    <a:pt x="455" y="35"/>
                    <a:pt x="382"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85"/>
            <p:cNvSpPr/>
            <p:nvPr/>
          </p:nvSpPr>
          <p:spPr>
            <a:xfrm>
              <a:off x="1088181" y="3497202"/>
              <a:ext cx="32194" cy="42384"/>
            </a:xfrm>
            <a:custGeom>
              <a:rect b="b" l="l" r="r" t="t"/>
              <a:pathLst>
                <a:path extrusionOk="0" h="1618" w="1229">
                  <a:moveTo>
                    <a:pt x="262" y="0"/>
                  </a:moveTo>
                  <a:cubicBezTo>
                    <a:pt x="223" y="0"/>
                    <a:pt x="184" y="10"/>
                    <a:pt x="147" y="30"/>
                  </a:cubicBezTo>
                  <a:cubicBezTo>
                    <a:pt x="34" y="99"/>
                    <a:pt x="0" y="246"/>
                    <a:pt x="69" y="356"/>
                  </a:cubicBezTo>
                  <a:lnTo>
                    <a:pt x="733" y="1507"/>
                  </a:lnTo>
                  <a:cubicBezTo>
                    <a:pt x="783" y="1585"/>
                    <a:pt x="854" y="1617"/>
                    <a:pt x="924" y="1617"/>
                  </a:cubicBezTo>
                  <a:cubicBezTo>
                    <a:pt x="1079" y="1617"/>
                    <a:pt x="1229" y="1457"/>
                    <a:pt x="1134" y="1278"/>
                  </a:cubicBezTo>
                  <a:lnTo>
                    <a:pt x="470" y="126"/>
                  </a:lnTo>
                  <a:cubicBezTo>
                    <a:pt x="427" y="46"/>
                    <a:pt x="34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85"/>
            <p:cNvSpPr/>
            <p:nvPr/>
          </p:nvSpPr>
          <p:spPr>
            <a:xfrm>
              <a:off x="866467" y="3290262"/>
              <a:ext cx="46051" cy="29627"/>
            </a:xfrm>
            <a:custGeom>
              <a:rect b="b" l="l" r="r" t="t"/>
              <a:pathLst>
                <a:path extrusionOk="0" h="1131" w="1758">
                  <a:moveTo>
                    <a:pt x="335" y="0"/>
                  </a:moveTo>
                  <a:cubicBezTo>
                    <a:pt x="131" y="0"/>
                    <a:pt x="1" y="303"/>
                    <a:pt x="226" y="432"/>
                  </a:cubicBezTo>
                  <a:lnTo>
                    <a:pt x="226" y="436"/>
                  </a:lnTo>
                  <a:lnTo>
                    <a:pt x="1377" y="1101"/>
                  </a:lnTo>
                  <a:cubicBezTo>
                    <a:pt x="1413" y="1121"/>
                    <a:pt x="1452" y="1130"/>
                    <a:pt x="1490" y="1130"/>
                  </a:cubicBezTo>
                  <a:cubicBezTo>
                    <a:pt x="1570" y="1130"/>
                    <a:pt x="1649" y="1089"/>
                    <a:pt x="1693" y="1015"/>
                  </a:cubicBezTo>
                  <a:cubicBezTo>
                    <a:pt x="1758" y="905"/>
                    <a:pt x="1720" y="765"/>
                    <a:pt x="1607" y="700"/>
                  </a:cubicBezTo>
                  <a:lnTo>
                    <a:pt x="456" y="35"/>
                  </a:lnTo>
                  <a:cubicBezTo>
                    <a:pt x="414" y="11"/>
                    <a:pt x="373" y="0"/>
                    <a:pt x="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85"/>
            <p:cNvSpPr/>
            <p:nvPr/>
          </p:nvSpPr>
          <p:spPr>
            <a:xfrm>
              <a:off x="1137114" y="3446541"/>
              <a:ext cx="46051" cy="29627"/>
            </a:xfrm>
            <a:custGeom>
              <a:rect b="b" l="l" r="r" t="t"/>
              <a:pathLst>
                <a:path extrusionOk="0" h="1131" w="1758">
                  <a:moveTo>
                    <a:pt x="334" y="0"/>
                  </a:moveTo>
                  <a:cubicBezTo>
                    <a:pt x="128" y="0"/>
                    <a:pt x="0" y="305"/>
                    <a:pt x="226" y="433"/>
                  </a:cubicBezTo>
                  <a:lnTo>
                    <a:pt x="1377" y="1101"/>
                  </a:lnTo>
                  <a:cubicBezTo>
                    <a:pt x="1413" y="1121"/>
                    <a:pt x="1452" y="1130"/>
                    <a:pt x="1490" y="1130"/>
                  </a:cubicBezTo>
                  <a:cubicBezTo>
                    <a:pt x="1570" y="1130"/>
                    <a:pt x="1649" y="1089"/>
                    <a:pt x="1693" y="1015"/>
                  </a:cubicBezTo>
                  <a:cubicBezTo>
                    <a:pt x="1758" y="905"/>
                    <a:pt x="1716" y="765"/>
                    <a:pt x="1607" y="700"/>
                  </a:cubicBezTo>
                  <a:lnTo>
                    <a:pt x="1610" y="700"/>
                  </a:lnTo>
                  <a:lnTo>
                    <a:pt x="455" y="35"/>
                  </a:lnTo>
                  <a:cubicBezTo>
                    <a:pt x="414" y="11"/>
                    <a:pt x="373"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85"/>
            <p:cNvSpPr/>
            <p:nvPr/>
          </p:nvSpPr>
          <p:spPr>
            <a:xfrm>
              <a:off x="844096" y="3377256"/>
              <a:ext cx="48958" cy="12050"/>
            </a:xfrm>
            <a:custGeom>
              <a:rect b="b" l="l" r="r" t="t"/>
              <a:pathLst>
                <a:path extrusionOk="0" h="460" w="1869">
                  <a:moveTo>
                    <a:pt x="306" y="0"/>
                  </a:moveTo>
                  <a:cubicBezTo>
                    <a:pt x="1" y="0"/>
                    <a:pt x="1" y="459"/>
                    <a:pt x="306" y="459"/>
                  </a:cubicBezTo>
                  <a:lnTo>
                    <a:pt x="1639" y="459"/>
                  </a:lnTo>
                  <a:cubicBezTo>
                    <a:pt x="1765" y="459"/>
                    <a:pt x="1868" y="357"/>
                    <a:pt x="1868" y="230"/>
                  </a:cubicBezTo>
                  <a:cubicBezTo>
                    <a:pt x="1868" y="103"/>
                    <a:pt x="1765" y="0"/>
                    <a:pt x="16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5"/>
            <p:cNvSpPr/>
            <p:nvPr/>
          </p:nvSpPr>
          <p:spPr>
            <a:xfrm>
              <a:off x="1156576" y="3377256"/>
              <a:ext cx="49037" cy="12050"/>
            </a:xfrm>
            <a:custGeom>
              <a:rect b="b" l="l" r="r" t="t"/>
              <a:pathLst>
                <a:path extrusionOk="0" h="460" w="1872">
                  <a:moveTo>
                    <a:pt x="309" y="0"/>
                  </a:moveTo>
                  <a:cubicBezTo>
                    <a:pt x="0" y="0"/>
                    <a:pt x="0" y="459"/>
                    <a:pt x="309" y="459"/>
                  </a:cubicBezTo>
                  <a:lnTo>
                    <a:pt x="1642" y="459"/>
                  </a:lnTo>
                  <a:cubicBezTo>
                    <a:pt x="1769" y="459"/>
                    <a:pt x="1871" y="357"/>
                    <a:pt x="1871" y="230"/>
                  </a:cubicBezTo>
                  <a:cubicBezTo>
                    <a:pt x="1871" y="103"/>
                    <a:pt x="1769" y="0"/>
                    <a:pt x="1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5"/>
            <p:cNvSpPr/>
            <p:nvPr/>
          </p:nvSpPr>
          <p:spPr>
            <a:xfrm>
              <a:off x="866467" y="3446620"/>
              <a:ext cx="46051" cy="29653"/>
            </a:xfrm>
            <a:custGeom>
              <a:rect b="b" l="l" r="r" t="t"/>
              <a:pathLst>
                <a:path extrusionOk="0" h="1132" w="1758">
                  <a:moveTo>
                    <a:pt x="1493" y="0"/>
                  </a:moveTo>
                  <a:cubicBezTo>
                    <a:pt x="1453" y="0"/>
                    <a:pt x="1414" y="10"/>
                    <a:pt x="1377" y="32"/>
                  </a:cubicBezTo>
                  <a:lnTo>
                    <a:pt x="226" y="697"/>
                  </a:lnTo>
                  <a:cubicBezTo>
                    <a:pt x="0" y="827"/>
                    <a:pt x="129" y="1131"/>
                    <a:pt x="336" y="1131"/>
                  </a:cubicBezTo>
                  <a:cubicBezTo>
                    <a:pt x="374" y="1131"/>
                    <a:pt x="414" y="1121"/>
                    <a:pt x="456" y="1098"/>
                  </a:cubicBezTo>
                  <a:lnTo>
                    <a:pt x="1607" y="430"/>
                  </a:lnTo>
                  <a:cubicBezTo>
                    <a:pt x="1720" y="368"/>
                    <a:pt x="1758" y="227"/>
                    <a:pt x="1693" y="118"/>
                  </a:cubicBezTo>
                  <a:cubicBezTo>
                    <a:pt x="1649" y="42"/>
                    <a:pt x="1572" y="0"/>
                    <a:pt x="14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85"/>
            <p:cNvSpPr/>
            <p:nvPr/>
          </p:nvSpPr>
          <p:spPr>
            <a:xfrm>
              <a:off x="1137821" y="3290393"/>
              <a:ext cx="45344" cy="29522"/>
            </a:xfrm>
            <a:custGeom>
              <a:rect b="b" l="l" r="r" t="t"/>
              <a:pathLst>
                <a:path extrusionOk="0" h="1127" w="1731">
                  <a:moveTo>
                    <a:pt x="1467" y="0"/>
                  </a:moveTo>
                  <a:cubicBezTo>
                    <a:pt x="1428" y="0"/>
                    <a:pt x="1389" y="10"/>
                    <a:pt x="1354" y="30"/>
                  </a:cubicBezTo>
                  <a:lnTo>
                    <a:pt x="199" y="695"/>
                  </a:lnTo>
                  <a:cubicBezTo>
                    <a:pt x="0" y="815"/>
                    <a:pt x="82" y="1123"/>
                    <a:pt x="315" y="1123"/>
                  </a:cubicBezTo>
                  <a:lnTo>
                    <a:pt x="315" y="1127"/>
                  </a:lnTo>
                  <a:cubicBezTo>
                    <a:pt x="356" y="1127"/>
                    <a:pt x="394" y="1116"/>
                    <a:pt x="432" y="1096"/>
                  </a:cubicBezTo>
                  <a:lnTo>
                    <a:pt x="1583" y="431"/>
                  </a:lnTo>
                  <a:cubicBezTo>
                    <a:pt x="1693" y="366"/>
                    <a:pt x="1731" y="225"/>
                    <a:pt x="1666" y="116"/>
                  </a:cubicBezTo>
                  <a:cubicBezTo>
                    <a:pt x="1624" y="42"/>
                    <a:pt x="1546" y="0"/>
                    <a:pt x="14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85"/>
            <p:cNvSpPr/>
            <p:nvPr/>
          </p:nvSpPr>
          <p:spPr>
            <a:xfrm>
              <a:off x="932059" y="3497438"/>
              <a:ext cx="31277" cy="42331"/>
            </a:xfrm>
            <a:custGeom>
              <a:rect b="b" l="l" r="r" t="t"/>
              <a:pathLst>
                <a:path extrusionOk="0" h="1616" w="1194">
                  <a:moveTo>
                    <a:pt x="931" y="0"/>
                  </a:moveTo>
                  <a:cubicBezTo>
                    <a:pt x="850" y="0"/>
                    <a:pt x="772" y="43"/>
                    <a:pt x="731" y="117"/>
                  </a:cubicBezTo>
                  <a:lnTo>
                    <a:pt x="66" y="1269"/>
                  </a:lnTo>
                  <a:cubicBezTo>
                    <a:pt x="1" y="1378"/>
                    <a:pt x="39" y="1522"/>
                    <a:pt x="148" y="1584"/>
                  </a:cubicBezTo>
                  <a:cubicBezTo>
                    <a:pt x="185" y="1606"/>
                    <a:pt x="225" y="1616"/>
                    <a:pt x="265" y="1616"/>
                  </a:cubicBezTo>
                  <a:cubicBezTo>
                    <a:pt x="345" y="1616"/>
                    <a:pt x="422" y="1575"/>
                    <a:pt x="463" y="1502"/>
                  </a:cubicBezTo>
                  <a:lnTo>
                    <a:pt x="1132" y="350"/>
                  </a:lnTo>
                  <a:cubicBezTo>
                    <a:pt x="1193" y="237"/>
                    <a:pt x="1156" y="93"/>
                    <a:pt x="1046" y="32"/>
                  </a:cubicBezTo>
                  <a:cubicBezTo>
                    <a:pt x="1009" y="10"/>
                    <a:pt x="970" y="0"/>
                    <a:pt x="9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5"/>
            <p:cNvSpPr/>
            <p:nvPr/>
          </p:nvSpPr>
          <p:spPr>
            <a:xfrm>
              <a:off x="1088338" y="3226713"/>
              <a:ext cx="32351" cy="42357"/>
            </a:xfrm>
            <a:custGeom>
              <a:rect b="b" l="l" r="r" t="t"/>
              <a:pathLst>
                <a:path extrusionOk="0" h="1617" w="1235">
                  <a:moveTo>
                    <a:pt x="921" y="0"/>
                  </a:moveTo>
                  <a:cubicBezTo>
                    <a:pt x="849" y="0"/>
                    <a:pt x="778" y="35"/>
                    <a:pt x="731" y="117"/>
                  </a:cubicBezTo>
                  <a:lnTo>
                    <a:pt x="63" y="1272"/>
                  </a:lnTo>
                  <a:cubicBezTo>
                    <a:pt x="1" y="1382"/>
                    <a:pt x="39" y="1522"/>
                    <a:pt x="148" y="1587"/>
                  </a:cubicBezTo>
                  <a:cubicBezTo>
                    <a:pt x="184" y="1607"/>
                    <a:pt x="223" y="1617"/>
                    <a:pt x="262" y="1617"/>
                  </a:cubicBezTo>
                  <a:cubicBezTo>
                    <a:pt x="343" y="1617"/>
                    <a:pt x="422" y="1575"/>
                    <a:pt x="464" y="1501"/>
                  </a:cubicBezTo>
                  <a:lnTo>
                    <a:pt x="1128" y="350"/>
                  </a:lnTo>
                  <a:cubicBezTo>
                    <a:pt x="1234" y="166"/>
                    <a:pt x="1078" y="0"/>
                    <a:pt x="9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4" name="Google Shape;12454;p85"/>
          <p:cNvGrpSpPr/>
          <p:nvPr/>
        </p:nvGrpSpPr>
        <p:grpSpPr>
          <a:xfrm>
            <a:off x="1939493" y="3205285"/>
            <a:ext cx="368223" cy="355021"/>
            <a:chOff x="1939493" y="3205285"/>
            <a:chExt cx="368223" cy="355021"/>
          </a:xfrm>
        </p:grpSpPr>
        <p:sp>
          <p:nvSpPr>
            <p:cNvPr id="12455" name="Google Shape;12455;p85"/>
            <p:cNvSpPr/>
            <p:nvPr/>
          </p:nvSpPr>
          <p:spPr>
            <a:xfrm>
              <a:off x="1955210" y="3211598"/>
              <a:ext cx="344648" cy="342421"/>
            </a:xfrm>
            <a:custGeom>
              <a:rect b="b" l="l" r="r" t="t"/>
              <a:pathLst>
                <a:path extrusionOk="0" h="13072" w="13157">
                  <a:moveTo>
                    <a:pt x="4145" y="1"/>
                  </a:moveTo>
                  <a:cubicBezTo>
                    <a:pt x="4095" y="1"/>
                    <a:pt x="4042" y="12"/>
                    <a:pt x="3989" y="36"/>
                  </a:cubicBezTo>
                  <a:cubicBezTo>
                    <a:pt x="1560" y="1146"/>
                    <a:pt x="0" y="3573"/>
                    <a:pt x="0" y="6245"/>
                  </a:cubicBezTo>
                  <a:cubicBezTo>
                    <a:pt x="0" y="10008"/>
                    <a:pt x="3064" y="13072"/>
                    <a:pt x="6827" y="13072"/>
                  </a:cubicBezTo>
                  <a:cubicBezTo>
                    <a:pt x="9500" y="13072"/>
                    <a:pt x="11926" y="11512"/>
                    <a:pt x="13036" y="9079"/>
                  </a:cubicBezTo>
                  <a:cubicBezTo>
                    <a:pt x="13157" y="8819"/>
                    <a:pt x="12947" y="8567"/>
                    <a:pt x="12707" y="8567"/>
                  </a:cubicBezTo>
                  <a:cubicBezTo>
                    <a:pt x="12634" y="8567"/>
                    <a:pt x="12558" y="8591"/>
                    <a:pt x="12488" y="8644"/>
                  </a:cubicBezTo>
                  <a:cubicBezTo>
                    <a:pt x="11495" y="9406"/>
                    <a:pt x="10284" y="9820"/>
                    <a:pt x="9033" y="9820"/>
                  </a:cubicBezTo>
                  <a:cubicBezTo>
                    <a:pt x="9023" y="9820"/>
                    <a:pt x="9013" y="9820"/>
                    <a:pt x="9003" y="9820"/>
                  </a:cubicBezTo>
                  <a:cubicBezTo>
                    <a:pt x="8657" y="9820"/>
                    <a:pt x="8310" y="9789"/>
                    <a:pt x="7971" y="9727"/>
                  </a:cubicBezTo>
                  <a:lnTo>
                    <a:pt x="7200" y="9532"/>
                  </a:lnTo>
                  <a:cubicBezTo>
                    <a:pt x="4846" y="8750"/>
                    <a:pt x="3252" y="6550"/>
                    <a:pt x="3249" y="4069"/>
                  </a:cubicBezTo>
                  <a:cubicBezTo>
                    <a:pt x="3246" y="2808"/>
                    <a:pt x="3660" y="1582"/>
                    <a:pt x="4428" y="584"/>
                  </a:cubicBezTo>
                  <a:cubicBezTo>
                    <a:pt x="4622" y="329"/>
                    <a:pt x="4419" y="1"/>
                    <a:pt x="4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5"/>
            <p:cNvSpPr/>
            <p:nvPr/>
          </p:nvSpPr>
          <p:spPr>
            <a:xfrm>
              <a:off x="1960056" y="3236667"/>
              <a:ext cx="312847" cy="313502"/>
            </a:xfrm>
            <a:custGeom>
              <a:rect b="b" l="l" r="r" t="t"/>
              <a:pathLst>
                <a:path extrusionOk="0" h="11968" w="11943">
                  <a:moveTo>
                    <a:pt x="2334" y="1"/>
                  </a:moveTo>
                  <a:cubicBezTo>
                    <a:pt x="850" y="1300"/>
                    <a:pt x="1" y="3171"/>
                    <a:pt x="1" y="5141"/>
                  </a:cubicBezTo>
                  <a:cubicBezTo>
                    <a:pt x="1" y="8907"/>
                    <a:pt x="3064" y="11967"/>
                    <a:pt x="6827" y="11967"/>
                  </a:cubicBezTo>
                  <a:cubicBezTo>
                    <a:pt x="8783" y="11967"/>
                    <a:pt x="10648" y="11128"/>
                    <a:pt x="11943" y="9661"/>
                  </a:cubicBezTo>
                  <a:lnTo>
                    <a:pt x="11943" y="9661"/>
                  </a:lnTo>
                  <a:cubicBezTo>
                    <a:pt x="11703" y="9870"/>
                    <a:pt x="11449" y="10059"/>
                    <a:pt x="11182" y="10233"/>
                  </a:cubicBezTo>
                  <a:cubicBezTo>
                    <a:pt x="10072" y="10960"/>
                    <a:pt x="8773" y="11347"/>
                    <a:pt x="7447" y="11347"/>
                  </a:cubicBezTo>
                  <a:cubicBezTo>
                    <a:pt x="3684" y="11347"/>
                    <a:pt x="621" y="8283"/>
                    <a:pt x="621" y="4521"/>
                  </a:cubicBezTo>
                  <a:cubicBezTo>
                    <a:pt x="621" y="3195"/>
                    <a:pt x="1008" y="1896"/>
                    <a:pt x="1734" y="786"/>
                  </a:cubicBezTo>
                  <a:cubicBezTo>
                    <a:pt x="1916" y="511"/>
                    <a:pt x="2115" y="248"/>
                    <a:pt x="2334"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85"/>
            <p:cNvSpPr/>
            <p:nvPr/>
          </p:nvSpPr>
          <p:spPr>
            <a:xfrm>
              <a:off x="2118404" y="3278238"/>
              <a:ext cx="65828" cy="65907"/>
            </a:xfrm>
            <a:custGeom>
              <a:rect b="b" l="l" r="r" t="t"/>
              <a:pathLst>
                <a:path extrusionOk="0" h="2516" w="2513">
                  <a:moveTo>
                    <a:pt x="1258" y="0"/>
                  </a:moveTo>
                  <a:cubicBezTo>
                    <a:pt x="1258" y="693"/>
                    <a:pt x="693" y="1258"/>
                    <a:pt x="0" y="1258"/>
                  </a:cubicBezTo>
                  <a:cubicBezTo>
                    <a:pt x="693" y="1258"/>
                    <a:pt x="1258" y="1820"/>
                    <a:pt x="1258" y="2516"/>
                  </a:cubicBezTo>
                  <a:cubicBezTo>
                    <a:pt x="1258" y="1820"/>
                    <a:pt x="1820" y="1258"/>
                    <a:pt x="2512" y="1258"/>
                  </a:cubicBezTo>
                  <a:cubicBezTo>
                    <a:pt x="1820" y="1258"/>
                    <a:pt x="1258" y="693"/>
                    <a:pt x="1258"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85"/>
            <p:cNvSpPr/>
            <p:nvPr/>
          </p:nvSpPr>
          <p:spPr>
            <a:xfrm>
              <a:off x="2193453" y="3364944"/>
              <a:ext cx="26326" cy="26326"/>
            </a:xfrm>
            <a:custGeom>
              <a:rect b="b" l="l" r="r" t="t"/>
              <a:pathLst>
                <a:path extrusionOk="0" h="1005" w="1005">
                  <a:moveTo>
                    <a:pt x="500" y="1"/>
                  </a:moveTo>
                  <a:cubicBezTo>
                    <a:pt x="223" y="1"/>
                    <a:pt x="0" y="227"/>
                    <a:pt x="0" y="505"/>
                  </a:cubicBezTo>
                  <a:cubicBezTo>
                    <a:pt x="0" y="782"/>
                    <a:pt x="223" y="1005"/>
                    <a:pt x="500" y="1005"/>
                  </a:cubicBezTo>
                  <a:cubicBezTo>
                    <a:pt x="778" y="1005"/>
                    <a:pt x="1004" y="782"/>
                    <a:pt x="1004" y="505"/>
                  </a:cubicBezTo>
                  <a:cubicBezTo>
                    <a:pt x="1004" y="227"/>
                    <a:pt x="778" y="1"/>
                    <a:pt x="50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5"/>
            <p:cNvSpPr/>
            <p:nvPr/>
          </p:nvSpPr>
          <p:spPr>
            <a:xfrm>
              <a:off x="1955131" y="3517635"/>
              <a:ext cx="26326" cy="26326"/>
            </a:xfrm>
            <a:custGeom>
              <a:rect b="b" l="l" r="r" t="t"/>
              <a:pathLst>
                <a:path extrusionOk="0" h="1005" w="1005">
                  <a:moveTo>
                    <a:pt x="500" y="1"/>
                  </a:moveTo>
                  <a:cubicBezTo>
                    <a:pt x="223" y="1"/>
                    <a:pt x="0" y="227"/>
                    <a:pt x="0" y="501"/>
                  </a:cubicBezTo>
                  <a:cubicBezTo>
                    <a:pt x="0" y="779"/>
                    <a:pt x="223" y="1005"/>
                    <a:pt x="500" y="1005"/>
                  </a:cubicBezTo>
                  <a:cubicBezTo>
                    <a:pt x="778" y="1005"/>
                    <a:pt x="1004" y="779"/>
                    <a:pt x="1004" y="501"/>
                  </a:cubicBezTo>
                  <a:cubicBezTo>
                    <a:pt x="1004" y="227"/>
                    <a:pt x="778" y="1"/>
                    <a:pt x="50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85"/>
            <p:cNvSpPr/>
            <p:nvPr/>
          </p:nvSpPr>
          <p:spPr>
            <a:xfrm>
              <a:off x="1949028" y="3205285"/>
              <a:ext cx="358688" cy="355021"/>
            </a:xfrm>
            <a:custGeom>
              <a:rect b="b" l="l" r="r" t="t"/>
              <a:pathLst>
                <a:path extrusionOk="0" h="13553" w="13693">
                  <a:moveTo>
                    <a:pt x="4390" y="1"/>
                  </a:moveTo>
                  <a:cubicBezTo>
                    <a:pt x="4306" y="1"/>
                    <a:pt x="4218" y="20"/>
                    <a:pt x="4129" y="61"/>
                  </a:cubicBezTo>
                  <a:cubicBezTo>
                    <a:pt x="1614" y="1209"/>
                    <a:pt x="0" y="3721"/>
                    <a:pt x="0" y="6486"/>
                  </a:cubicBezTo>
                  <a:cubicBezTo>
                    <a:pt x="0" y="10379"/>
                    <a:pt x="3166" y="13549"/>
                    <a:pt x="7063" y="13549"/>
                  </a:cubicBezTo>
                  <a:lnTo>
                    <a:pt x="7063" y="13552"/>
                  </a:lnTo>
                  <a:cubicBezTo>
                    <a:pt x="9828" y="13552"/>
                    <a:pt x="12340" y="11938"/>
                    <a:pt x="13488" y="9423"/>
                  </a:cubicBezTo>
                  <a:cubicBezTo>
                    <a:pt x="13693" y="8987"/>
                    <a:pt x="13341" y="8566"/>
                    <a:pt x="12942" y="8566"/>
                  </a:cubicBezTo>
                  <a:cubicBezTo>
                    <a:pt x="12821" y="8566"/>
                    <a:pt x="12695" y="8605"/>
                    <a:pt x="12580" y="8693"/>
                  </a:cubicBezTo>
                  <a:cubicBezTo>
                    <a:pt x="11624" y="9427"/>
                    <a:pt x="10458" y="9824"/>
                    <a:pt x="9254" y="9824"/>
                  </a:cubicBezTo>
                  <a:cubicBezTo>
                    <a:pt x="9249" y="9824"/>
                    <a:pt x="9244" y="9824"/>
                    <a:pt x="9239" y="9824"/>
                  </a:cubicBezTo>
                  <a:cubicBezTo>
                    <a:pt x="8906" y="9824"/>
                    <a:pt x="8577" y="9793"/>
                    <a:pt x="8252" y="9735"/>
                  </a:cubicBezTo>
                  <a:cubicBezTo>
                    <a:pt x="8237" y="9732"/>
                    <a:pt x="8222" y="9731"/>
                    <a:pt x="8208" y="9731"/>
                  </a:cubicBezTo>
                  <a:cubicBezTo>
                    <a:pt x="8095" y="9731"/>
                    <a:pt x="7995" y="9811"/>
                    <a:pt x="7974" y="9927"/>
                  </a:cubicBezTo>
                  <a:cubicBezTo>
                    <a:pt x="7950" y="10057"/>
                    <a:pt x="8036" y="10181"/>
                    <a:pt x="8166" y="10204"/>
                  </a:cubicBezTo>
                  <a:cubicBezTo>
                    <a:pt x="8519" y="10266"/>
                    <a:pt x="8879" y="10300"/>
                    <a:pt x="9239" y="10300"/>
                  </a:cubicBezTo>
                  <a:cubicBezTo>
                    <a:pt x="9244" y="10300"/>
                    <a:pt x="9249" y="10300"/>
                    <a:pt x="9254" y="10300"/>
                  </a:cubicBezTo>
                  <a:cubicBezTo>
                    <a:pt x="10561" y="10300"/>
                    <a:pt x="11833" y="9869"/>
                    <a:pt x="12871" y="9074"/>
                  </a:cubicBezTo>
                  <a:cubicBezTo>
                    <a:pt x="12894" y="9055"/>
                    <a:pt x="12920" y="9047"/>
                    <a:pt x="12945" y="9047"/>
                  </a:cubicBezTo>
                  <a:cubicBezTo>
                    <a:pt x="13026" y="9047"/>
                    <a:pt x="13098" y="9133"/>
                    <a:pt x="13056" y="9224"/>
                  </a:cubicBezTo>
                  <a:cubicBezTo>
                    <a:pt x="11987" y="11568"/>
                    <a:pt x="9643" y="13073"/>
                    <a:pt x="7063" y="13073"/>
                  </a:cubicBezTo>
                  <a:cubicBezTo>
                    <a:pt x="3434" y="13073"/>
                    <a:pt x="476" y="10119"/>
                    <a:pt x="476" y="6486"/>
                  </a:cubicBezTo>
                  <a:cubicBezTo>
                    <a:pt x="476" y="3906"/>
                    <a:pt x="1981" y="1566"/>
                    <a:pt x="4328" y="493"/>
                  </a:cubicBezTo>
                  <a:cubicBezTo>
                    <a:pt x="4345" y="485"/>
                    <a:pt x="4363" y="482"/>
                    <a:pt x="4379" y="482"/>
                  </a:cubicBezTo>
                  <a:cubicBezTo>
                    <a:pt x="4473" y="482"/>
                    <a:pt x="4543" y="594"/>
                    <a:pt x="4479" y="681"/>
                  </a:cubicBezTo>
                  <a:cubicBezTo>
                    <a:pt x="3303" y="2220"/>
                    <a:pt x="2947" y="4232"/>
                    <a:pt x="3519" y="6082"/>
                  </a:cubicBezTo>
                  <a:cubicBezTo>
                    <a:pt x="4092" y="7933"/>
                    <a:pt x="5524" y="9392"/>
                    <a:pt x="7361" y="9999"/>
                  </a:cubicBezTo>
                  <a:cubicBezTo>
                    <a:pt x="7386" y="10007"/>
                    <a:pt x="7411" y="10011"/>
                    <a:pt x="7436" y="10011"/>
                  </a:cubicBezTo>
                  <a:cubicBezTo>
                    <a:pt x="7537" y="10011"/>
                    <a:pt x="7629" y="9947"/>
                    <a:pt x="7662" y="9848"/>
                  </a:cubicBezTo>
                  <a:cubicBezTo>
                    <a:pt x="7703" y="9721"/>
                    <a:pt x="7635" y="9588"/>
                    <a:pt x="7512" y="9547"/>
                  </a:cubicBezTo>
                  <a:cubicBezTo>
                    <a:pt x="5819" y="8988"/>
                    <a:pt x="4499" y="7645"/>
                    <a:pt x="3972" y="5942"/>
                  </a:cubicBezTo>
                  <a:cubicBezTo>
                    <a:pt x="3447" y="4238"/>
                    <a:pt x="3776" y="2388"/>
                    <a:pt x="4856" y="969"/>
                  </a:cubicBezTo>
                  <a:cubicBezTo>
                    <a:pt x="5180" y="550"/>
                    <a:pt x="4844" y="1"/>
                    <a:pt x="4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5"/>
            <p:cNvSpPr/>
            <p:nvPr/>
          </p:nvSpPr>
          <p:spPr>
            <a:xfrm>
              <a:off x="2112118" y="3271952"/>
              <a:ext cx="78402" cy="78402"/>
            </a:xfrm>
            <a:custGeom>
              <a:rect b="b" l="l" r="r" t="t"/>
              <a:pathLst>
                <a:path extrusionOk="0" h="2993" w="2993">
                  <a:moveTo>
                    <a:pt x="1498" y="1049"/>
                  </a:moveTo>
                  <a:cubicBezTo>
                    <a:pt x="1611" y="1227"/>
                    <a:pt x="1765" y="1382"/>
                    <a:pt x="1947" y="1498"/>
                  </a:cubicBezTo>
                  <a:cubicBezTo>
                    <a:pt x="1765" y="1611"/>
                    <a:pt x="1611" y="1765"/>
                    <a:pt x="1498" y="1947"/>
                  </a:cubicBezTo>
                  <a:cubicBezTo>
                    <a:pt x="1381" y="1765"/>
                    <a:pt x="1227" y="1611"/>
                    <a:pt x="1049" y="1498"/>
                  </a:cubicBezTo>
                  <a:cubicBezTo>
                    <a:pt x="1227" y="1382"/>
                    <a:pt x="1381" y="1227"/>
                    <a:pt x="1498" y="1049"/>
                  </a:cubicBezTo>
                  <a:close/>
                  <a:moveTo>
                    <a:pt x="1498" y="1"/>
                  </a:moveTo>
                  <a:cubicBezTo>
                    <a:pt x="1364" y="1"/>
                    <a:pt x="1258" y="107"/>
                    <a:pt x="1258" y="240"/>
                  </a:cubicBezTo>
                  <a:cubicBezTo>
                    <a:pt x="1258" y="802"/>
                    <a:pt x="802" y="1258"/>
                    <a:pt x="240" y="1258"/>
                  </a:cubicBezTo>
                  <a:cubicBezTo>
                    <a:pt x="107" y="1258"/>
                    <a:pt x="0" y="1364"/>
                    <a:pt x="0" y="1498"/>
                  </a:cubicBezTo>
                  <a:cubicBezTo>
                    <a:pt x="0" y="1628"/>
                    <a:pt x="107" y="1735"/>
                    <a:pt x="240" y="1735"/>
                  </a:cubicBezTo>
                  <a:cubicBezTo>
                    <a:pt x="802" y="1735"/>
                    <a:pt x="1258" y="2190"/>
                    <a:pt x="1258" y="2756"/>
                  </a:cubicBezTo>
                  <a:cubicBezTo>
                    <a:pt x="1258" y="2886"/>
                    <a:pt x="1364" y="2992"/>
                    <a:pt x="1498" y="2992"/>
                  </a:cubicBezTo>
                  <a:cubicBezTo>
                    <a:pt x="1628" y="2992"/>
                    <a:pt x="1734" y="2886"/>
                    <a:pt x="1734" y="2756"/>
                  </a:cubicBezTo>
                  <a:cubicBezTo>
                    <a:pt x="1734" y="2190"/>
                    <a:pt x="2190" y="1735"/>
                    <a:pt x="2756" y="1735"/>
                  </a:cubicBezTo>
                  <a:cubicBezTo>
                    <a:pt x="2886" y="1735"/>
                    <a:pt x="2992" y="1628"/>
                    <a:pt x="2992" y="1498"/>
                  </a:cubicBezTo>
                  <a:cubicBezTo>
                    <a:pt x="2992" y="1364"/>
                    <a:pt x="2886" y="1258"/>
                    <a:pt x="2756" y="1258"/>
                  </a:cubicBezTo>
                  <a:cubicBezTo>
                    <a:pt x="2190" y="1258"/>
                    <a:pt x="1734" y="802"/>
                    <a:pt x="1734" y="240"/>
                  </a:cubicBezTo>
                  <a:cubicBezTo>
                    <a:pt x="1734" y="107"/>
                    <a:pt x="1628" y="1"/>
                    <a:pt x="1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5"/>
            <p:cNvSpPr/>
            <p:nvPr/>
          </p:nvSpPr>
          <p:spPr>
            <a:xfrm>
              <a:off x="2180696" y="3358683"/>
              <a:ext cx="45265" cy="38873"/>
            </a:xfrm>
            <a:custGeom>
              <a:rect b="b" l="l" r="r" t="t"/>
              <a:pathLst>
                <a:path extrusionOk="0" h="1484" w="1728">
                  <a:moveTo>
                    <a:pt x="987" y="480"/>
                  </a:moveTo>
                  <a:cubicBezTo>
                    <a:pt x="1135" y="480"/>
                    <a:pt x="1251" y="596"/>
                    <a:pt x="1255" y="744"/>
                  </a:cubicBezTo>
                  <a:cubicBezTo>
                    <a:pt x="1255" y="901"/>
                    <a:pt x="1123" y="1007"/>
                    <a:pt x="987" y="1007"/>
                  </a:cubicBezTo>
                  <a:cubicBezTo>
                    <a:pt x="922" y="1007"/>
                    <a:pt x="856" y="983"/>
                    <a:pt x="802" y="929"/>
                  </a:cubicBezTo>
                  <a:cubicBezTo>
                    <a:pt x="635" y="764"/>
                    <a:pt x="754" y="480"/>
                    <a:pt x="987" y="480"/>
                  </a:cubicBezTo>
                  <a:close/>
                  <a:moveTo>
                    <a:pt x="984" y="1"/>
                  </a:moveTo>
                  <a:cubicBezTo>
                    <a:pt x="803" y="1"/>
                    <a:pt x="617" y="68"/>
                    <a:pt x="467" y="219"/>
                  </a:cubicBezTo>
                  <a:cubicBezTo>
                    <a:pt x="1" y="685"/>
                    <a:pt x="330" y="1484"/>
                    <a:pt x="987" y="1484"/>
                  </a:cubicBezTo>
                  <a:cubicBezTo>
                    <a:pt x="1399" y="1480"/>
                    <a:pt x="1728" y="1151"/>
                    <a:pt x="1728" y="744"/>
                  </a:cubicBezTo>
                  <a:cubicBezTo>
                    <a:pt x="1728" y="296"/>
                    <a:pt x="1364" y="1"/>
                    <a:pt x="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85"/>
            <p:cNvSpPr/>
            <p:nvPr/>
          </p:nvSpPr>
          <p:spPr>
            <a:xfrm>
              <a:off x="1942269" y="3511374"/>
              <a:ext cx="45370" cy="38795"/>
            </a:xfrm>
            <a:custGeom>
              <a:rect b="b" l="l" r="r" t="t"/>
              <a:pathLst>
                <a:path extrusionOk="0" h="1481" w="1732">
                  <a:moveTo>
                    <a:pt x="991" y="476"/>
                  </a:moveTo>
                  <a:cubicBezTo>
                    <a:pt x="1139" y="476"/>
                    <a:pt x="1255" y="596"/>
                    <a:pt x="1255" y="740"/>
                  </a:cubicBezTo>
                  <a:cubicBezTo>
                    <a:pt x="1255" y="900"/>
                    <a:pt x="1125" y="1007"/>
                    <a:pt x="989" y="1007"/>
                  </a:cubicBezTo>
                  <a:cubicBezTo>
                    <a:pt x="925" y="1007"/>
                    <a:pt x="859" y="983"/>
                    <a:pt x="806" y="929"/>
                  </a:cubicBezTo>
                  <a:cubicBezTo>
                    <a:pt x="638" y="761"/>
                    <a:pt x="758" y="476"/>
                    <a:pt x="991" y="476"/>
                  </a:cubicBezTo>
                  <a:close/>
                  <a:moveTo>
                    <a:pt x="989" y="1"/>
                  </a:moveTo>
                  <a:cubicBezTo>
                    <a:pt x="807" y="1"/>
                    <a:pt x="621" y="68"/>
                    <a:pt x="470" y="219"/>
                  </a:cubicBezTo>
                  <a:cubicBezTo>
                    <a:pt x="1" y="685"/>
                    <a:pt x="333" y="1480"/>
                    <a:pt x="991" y="1480"/>
                  </a:cubicBezTo>
                  <a:cubicBezTo>
                    <a:pt x="1399" y="1480"/>
                    <a:pt x="1732" y="1151"/>
                    <a:pt x="1732" y="740"/>
                  </a:cubicBezTo>
                  <a:cubicBezTo>
                    <a:pt x="1732" y="295"/>
                    <a:pt x="1368"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85"/>
            <p:cNvSpPr/>
            <p:nvPr/>
          </p:nvSpPr>
          <p:spPr>
            <a:xfrm>
              <a:off x="2143525" y="3378146"/>
              <a:ext cx="15665" cy="15638"/>
            </a:xfrm>
            <a:custGeom>
              <a:rect b="b" l="l" r="r" t="t"/>
              <a:pathLst>
                <a:path extrusionOk="0" h="597" w="598">
                  <a:moveTo>
                    <a:pt x="299" y="1"/>
                  </a:moveTo>
                  <a:cubicBezTo>
                    <a:pt x="135" y="1"/>
                    <a:pt x="1" y="134"/>
                    <a:pt x="1" y="299"/>
                  </a:cubicBezTo>
                  <a:cubicBezTo>
                    <a:pt x="1" y="463"/>
                    <a:pt x="135" y="597"/>
                    <a:pt x="299" y="597"/>
                  </a:cubicBezTo>
                  <a:cubicBezTo>
                    <a:pt x="463" y="597"/>
                    <a:pt x="597" y="463"/>
                    <a:pt x="597" y="299"/>
                  </a:cubicBezTo>
                  <a:cubicBezTo>
                    <a:pt x="597" y="134"/>
                    <a:pt x="463"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85"/>
            <p:cNvSpPr/>
            <p:nvPr/>
          </p:nvSpPr>
          <p:spPr>
            <a:xfrm>
              <a:off x="1939493" y="3471950"/>
              <a:ext cx="15665" cy="15638"/>
            </a:xfrm>
            <a:custGeom>
              <a:rect b="b" l="l" r="r" t="t"/>
              <a:pathLst>
                <a:path extrusionOk="0" h="597" w="598">
                  <a:moveTo>
                    <a:pt x="299" y="1"/>
                  </a:moveTo>
                  <a:cubicBezTo>
                    <a:pt x="134" y="1"/>
                    <a:pt x="1" y="134"/>
                    <a:pt x="1" y="299"/>
                  </a:cubicBezTo>
                  <a:cubicBezTo>
                    <a:pt x="1" y="463"/>
                    <a:pt x="134" y="597"/>
                    <a:pt x="299" y="597"/>
                  </a:cubicBezTo>
                  <a:cubicBezTo>
                    <a:pt x="463" y="597"/>
                    <a:pt x="597" y="463"/>
                    <a:pt x="597" y="299"/>
                  </a:cubicBezTo>
                  <a:cubicBezTo>
                    <a:pt x="597" y="134"/>
                    <a:pt x="463"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5"/>
            <p:cNvSpPr/>
            <p:nvPr/>
          </p:nvSpPr>
          <p:spPr>
            <a:xfrm>
              <a:off x="2193636" y="3257413"/>
              <a:ext cx="15638" cy="15638"/>
            </a:xfrm>
            <a:custGeom>
              <a:rect b="b" l="l" r="r" t="t"/>
              <a:pathLst>
                <a:path extrusionOk="0" h="597" w="597">
                  <a:moveTo>
                    <a:pt x="298" y="0"/>
                  </a:moveTo>
                  <a:cubicBezTo>
                    <a:pt x="134" y="0"/>
                    <a:pt x="0" y="131"/>
                    <a:pt x="0" y="299"/>
                  </a:cubicBezTo>
                  <a:cubicBezTo>
                    <a:pt x="0" y="463"/>
                    <a:pt x="134" y="597"/>
                    <a:pt x="298" y="597"/>
                  </a:cubicBezTo>
                  <a:cubicBezTo>
                    <a:pt x="463" y="597"/>
                    <a:pt x="596" y="463"/>
                    <a:pt x="596" y="299"/>
                  </a:cubicBezTo>
                  <a:cubicBezTo>
                    <a:pt x="596" y="131"/>
                    <a:pt x="463"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7" name="Google Shape;12467;p85"/>
          <p:cNvGrpSpPr/>
          <p:nvPr/>
        </p:nvGrpSpPr>
        <p:grpSpPr>
          <a:xfrm>
            <a:off x="2476834" y="3245314"/>
            <a:ext cx="388891" cy="307320"/>
            <a:chOff x="2471434" y="3239339"/>
            <a:chExt cx="388891" cy="307320"/>
          </a:xfrm>
        </p:grpSpPr>
        <p:sp>
          <p:nvSpPr>
            <p:cNvPr id="12468" name="Google Shape;12468;p85"/>
            <p:cNvSpPr/>
            <p:nvPr/>
          </p:nvSpPr>
          <p:spPr>
            <a:xfrm>
              <a:off x="2495691" y="3245861"/>
              <a:ext cx="175768" cy="95769"/>
            </a:xfrm>
            <a:custGeom>
              <a:rect b="b" l="l" r="r" t="t"/>
              <a:pathLst>
                <a:path extrusionOk="0" h="3656" w="6710">
                  <a:moveTo>
                    <a:pt x="3896" y="0"/>
                  </a:moveTo>
                  <a:cubicBezTo>
                    <a:pt x="3219" y="0"/>
                    <a:pt x="2619" y="470"/>
                    <a:pt x="2467" y="1144"/>
                  </a:cubicBezTo>
                  <a:cubicBezTo>
                    <a:pt x="2376" y="1114"/>
                    <a:pt x="2282" y="1099"/>
                    <a:pt x="2189" y="1099"/>
                  </a:cubicBezTo>
                  <a:cubicBezTo>
                    <a:pt x="1905" y="1099"/>
                    <a:pt x="1631" y="1237"/>
                    <a:pt x="1460" y="1480"/>
                  </a:cubicBezTo>
                  <a:cubicBezTo>
                    <a:pt x="1366" y="1455"/>
                    <a:pt x="1272" y="1444"/>
                    <a:pt x="1180" y="1444"/>
                  </a:cubicBezTo>
                  <a:cubicBezTo>
                    <a:pt x="640" y="1444"/>
                    <a:pt x="159" y="1844"/>
                    <a:pt x="86" y="2408"/>
                  </a:cubicBezTo>
                  <a:cubicBezTo>
                    <a:pt x="0" y="3070"/>
                    <a:pt x="518" y="3656"/>
                    <a:pt x="1182" y="3656"/>
                  </a:cubicBezTo>
                  <a:lnTo>
                    <a:pt x="4822" y="3656"/>
                  </a:lnTo>
                  <a:cubicBezTo>
                    <a:pt x="5223" y="2919"/>
                    <a:pt x="5901" y="2374"/>
                    <a:pt x="6710" y="2148"/>
                  </a:cubicBezTo>
                  <a:cubicBezTo>
                    <a:pt x="6535" y="1729"/>
                    <a:pt x="6130" y="1470"/>
                    <a:pt x="5698" y="1470"/>
                  </a:cubicBezTo>
                  <a:cubicBezTo>
                    <a:pt x="5589" y="1470"/>
                    <a:pt x="5479" y="1486"/>
                    <a:pt x="5370" y="1521"/>
                  </a:cubicBezTo>
                  <a:lnTo>
                    <a:pt x="5370" y="1470"/>
                  </a:lnTo>
                  <a:cubicBezTo>
                    <a:pt x="5370" y="719"/>
                    <a:pt x="4808" y="92"/>
                    <a:pt x="4064" y="10"/>
                  </a:cubicBezTo>
                  <a:cubicBezTo>
                    <a:pt x="4008" y="3"/>
                    <a:pt x="3952" y="0"/>
                    <a:pt x="38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85"/>
            <p:cNvSpPr/>
            <p:nvPr/>
          </p:nvSpPr>
          <p:spPr>
            <a:xfrm>
              <a:off x="2477381" y="3299011"/>
              <a:ext cx="381792" cy="202854"/>
            </a:xfrm>
            <a:custGeom>
              <a:rect b="b" l="l" r="r" t="t"/>
              <a:pathLst>
                <a:path extrusionOk="0" h="7744" w="14575">
                  <a:moveTo>
                    <a:pt x="8253" y="0"/>
                  </a:moveTo>
                  <a:cubicBezTo>
                    <a:pt x="7982" y="0"/>
                    <a:pt x="7709" y="36"/>
                    <a:pt x="7440" y="109"/>
                  </a:cubicBezTo>
                  <a:cubicBezTo>
                    <a:pt x="6326" y="410"/>
                    <a:pt x="5469" y="1301"/>
                    <a:pt x="5216" y="2429"/>
                  </a:cubicBezTo>
                  <a:cubicBezTo>
                    <a:pt x="5020" y="2363"/>
                    <a:pt x="4821" y="2332"/>
                    <a:pt x="4623" y="2332"/>
                  </a:cubicBezTo>
                  <a:cubicBezTo>
                    <a:pt x="4024" y="2332"/>
                    <a:pt x="3447" y="2622"/>
                    <a:pt x="3091" y="3138"/>
                  </a:cubicBezTo>
                  <a:cubicBezTo>
                    <a:pt x="2892" y="3086"/>
                    <a:pt x="2693" y="3061"/>
                    <a:pt x="2497" y="3061"/>
                  </a:cubicBezTo>
                  <a:cubicBezTo>
                    <a:pt x="1351" y="3061"/>
                    <a:pt x="331" y="3911"/>
                    <a:pt x="178" y="5105"/>
                  </a:cubicBezTo>
                  <a:cubicBezTo>
                    <a:pt x="0" y="6505"/>
                    <a:pt x="1087" y="7744"/>
                    <a:pt x="2496" y="7744"/>
                  </a:cubicBezTo>
                  <a:cubicBezTo>
                    <a:pt x="2498" y="7744"/>
                    <a:pt x="2500" y="7744"/>
                    <a:pt x="2502" y="7744"/>
                  </a:cubicBezTo>
                  <a:lnTo>
                    <a:pt x="5085" y="7744"/>
                  </a:lnTo>
                  <a:cubicBezTo>
                    <a:pt x="5091" y="6924"/>
                    <a:pt x="5764" y="6306"/>
                    <a:pt x="6533" y="6306"/>
                  </a:cubicBezTo>
                  <a:cubicBezTo>
                    <a:pt x="6676" y="6306"/>
                    <a:pt x="6824" y="6327"/>
                    <a:pt x="6970" y="6373"/>
                  </a:cubicBezTo>
                  <a:lnTo>
                    <a:pt x="6970" y="6308"/>
                  </a:lnTo>
                  <a:cubicBezTo>
                    <a:pt x="6967" y="5314"/>
                    <a:pt x="7714" y="4478"/>
                    <a:pt x="8701" y="4368"/>
                  </a:cubicBezTo>
                  <a:cubicBezTo>
                    <a:pt x="8775" y="4360"/>
                    <a:pt x="8850" y="4356"/>
                    <a:pt x="8923" y="4356"/>
                  </a:cubicBezTo>
                  <a:cubicBezTo>
                    <a:pt x="9822" y="4356"/>
                    <a:pt x="10616" y="4980"/>
                    <a:pt x="10819" y="5876"/>
                  </a:cubicBezTo>
                  <a:cubicBezTo>
                    <a:pt x="10942" y="5834"/>
                    <a:pt x="11068" y="5814"/>
                    <a:pt x="11193" y="5814"/>
                  </a:cubicBezTo>
                  <a:cubicBezTo>
                    <a:pt x="11568" y="5814"/>
                    <a:pt x="11930" y="5997"/>
                    <a:pt x="12152" y="6318"/>
                  </a:cubicBezTo>
                  <a:cubicBezTo>
                    <a:pt x="12275" y="6286"/>
                    <a:pt x="12399" y="6270"/>
                    <a:pt x="12522" y="6270"/>
                  </a:cubicBezTo>
                  <a:cubicBezTo>
                    <a:pt x="13028" y="6270"/>
                    <a:pt x="13509" y="6533"/>
                    <a:pt x="13779" y="6983"/>
                  </a:cubicBezTo>
                  <a:cubicBezTo>
                    <a:pt x="14482" y="6208"/>
                    <a:pt x="14574" y="5060"/>
                    <a:pt x="14012" y="4183"/>
                  </a:cubicBezTo>
                  <a:cubicBezTo>
                    <a:pt x="13579" y="3504"/>
                    <a:pt x="12836" y="3114"/>
                    <a:pt x="12062" y="3114"/>
                  </a:cubicBezTo>
                  <a:cubicBezTo>
                    <a:pt x="11831" y="3114"/>
                    <a:pt x="11599" y="3149"/>
                    <a:pt x="11370" y="3220"/>
                  </a:cubicBezTo>
                  <a:cubicBezTo>
                    <a:pt x="11370" y="3186"/>
                    <a:pt x="11374" y="3152"/>
                    <a:pt x="11374" y="3117"/>
                  </a:cubicBezTo>
                  <a:cubicBezTo>
                    <a:pt x="11374" y="2610"/>
                    <a:pt x="11250" y="2113"/>
                    <a:pt x="11017" y="1668"/>
                  </a:cubicBezTo>
                  <a:lnTo>
                    <a:pt x="10527" y="989"/>
                  </a:lnTo>
                  <a:cubicBezTo>
                    <a:pt x="9929" y="350"/>
                    <a:pt x="9103" y="0"/>
                    <a:pt x="8253"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5"/>
            <p:cNvSpPr/>
            <p:nvPr/>
          </p:nvSpPr>
          <p:spPr>
            <a:xfrm>
              <a:off x="2607439" y="3413090"/>
              <a:ext cx="238872" cy="127020"/>
            </a:xfrm>
            <a:custGeom>
              <a:rect b="b" l="l" r="r" t="t"/>
              <a:pathLst>
                <a:path extrusionOk="0" h="4849" w="9119">
                  <a:moveTo>
                    <a:pt x="3955" y="1"/>
                  </a:moveTo>
                  <a:cubicBezTo>
                    <a:pt x="3881" y="1"/>
                    <a:pt x="3807" y="5"/>
                    <a:pt x="3732" y="13"/>
                  </a:cubicBezTo>
                  <a:cubicBezTo>
                    <a:pt x="2745" y="123"/>
                    <a:pt x="1998" y="959"/>
                    <a:pt x="2002" y="1949"/>
                  </a:cubicBezTo>
                  <a:lnTo>
                    <a:pt x="2002" y="2018"/>
                  </a:lnTo>
                  <a:cubicBezTo>
                    <a:pt x="1856" y="1972"/>
                    <a:pt x="1708" y="1950"/>
                    <a:pt x="1564" y="1950"/>
                  </a:cubicBezTo>
                  <a:cubicBezTo>
                    <a:pt x="870" y="1950"/>
                    <a:pt x="245" y="2453"/>
                    <a:pt x="134" y="3180"/>
                  </a:cubicBezTo>
                  <a:cubicBezTo>
                    <a:pt x="1" y="4057"/>
                    <a:pt x="679" y="4848"/>
                    <a:pt x="1567" y="4848"/>
                  </a:cubicBezTo>
                  <a:lnTo>
                    <a:pt x="7553" y="4848"/>
                  </a:lnTo>
                  <a:cubicBezTo>
                    <a:pt x="7555" y="4848"/>
                    <a:pt x="7557" y="4848"/>
                    <a:pt x="7559" y="4848"/>
                  </a:cubicBezTo>
                  <a:cubicBezTo>
                    <a:pt x="8440" y="4848"/>
                    <a:pt x="9119" y="4072"/>
                    <a:pt x="9010" y="3197"/>
                  </a:cubicBezTo>
                  <a:cubicBezTo>
                    <a:pt x="8913" y="2447"/>
                    <a:pt x="8273" y="1915"/>
                    <a:pt x="7555" y="1915"/>
                  </a:cubicBezTo>
                  <a:cubicBezTo>
                    <a:pt x="7432" y="1915"/>
                    <a:pt x="7308" y="1931"/>
                    <a:pt x="7183" y="1963"/>
                  </a:cubicBezTo>
                  <a:cubicBezTo>
                    <a:pt x="6962" y="1642"/>
                    <a:pt x="6600" y="1459"/>
                    <a:pt x="6224" y="1459"/>
                  </a:cubicBezTo>
                  <a:cubicBezTo>
                    <a:pt x="6099" y="1459"/>
                    <a:pt x="5973" y="1479"/>
                    <a:pt x="5850" y="1521"/>
                  </a:cubicBezTo>
                  <a:cubicBezTo>
                    <a:pt x="5647" y="625"/>
                    <a:pt x="4853" y="1"/>
                    <a:pt x="395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5"/>
            <p:cNvSpPr/>
            <p:nvPr/>
          </p:nvSpPr>
          <p:spPr>
            <a:xfrm>
              <a:off x="2607360" y="3415133"/>
              <a:ext cx="137629" cy="125160"/>
            </a:xfrm>
            <a:custGeom>
              <a:rect b="b" l="l" r="r" t="t"/>
              <a:pathLst>
                <a:path extrusionOk="0" h="4778" w="5254">
                  <a:moveTo>
                    <a:pt x="3427" y="0"/>
                  </a:moveTo>
                  <a:cubicBezTo>
                    <a:pt x="2584" y="237"/>
                    <a:pt x="2001" y="1004"/>
                    <a:pt x="2001" y="1878"/>
                  </a:cubicBezTo>
                  <a:lnTo>
                    <a:pt x="2001" y="1943"/>
                  </a:lnTo>
                  <a:cubicBezTo>
                    <a:pt x="1857" y="1898"/>
                    <a:pt x="1712" y="1877"/>
                    <a:pt x="1569" y="1877"/>
                  </a:cubicBezTo>
                  <a:cubicBezTo>
                    <a:pt x="875" y="1877"/>
                    <a:pt x="247" y="2381"/>
                    <a:pt x="134" y="3108"/>
                  </a:cubicBezTo>
                  <a:cubicBezTo>
                    <a:pt x="0" y="3986"/>
                    <a:pt x="679" y="4777"/>
                    <a:pt x="1570" y="4777"/>
                  </a:cubicBezTo>
                  <a:lnTo>
                    <a:pt x="5253" y="4777"/>
                  </a:lnTo>
                  <a:cubicBezTo>
                    <a:pt x="3951" y="4191"/>
                    <a:pt x="3115" y="2896"/>
                    <a:pt x="3115" y="1470"/>
                  </a:cubicBezTo>
                  <a:cubicBezTo>
                    <a:pt x="3115" y="963"/>
                    <a:pt x="3221" y="463"/>
                    <a:pt x="3427"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5"/>
            <p:cNvSpPr/>
            <p:nvPr/>
          </p:nvSpPr>
          <p:spPr>
            <a:xfrm>
              <a:off x="2481493" y="3381028"/>
              <a:ext cx="133699" cy="122645"/>
            </a:xfrm>
            <a:custGeom>
              <a:rect b="b" l="l" r="r" t="t"/>
              <a:pathLst>
                <a:path extrusionOk="0" h="4682" w="5104">
                  <a:moveTo>
                    <a:pt x="2345" y="0"/>
                  </a:moveTo>
                  <a:cubicBezTo>
                    <a:pt x="1049" y="0"/>
                    <a:pt x="1" y="1045"/>
                    <a:pt x="1" y="2341"/>
                  </a:cubicBezTo>
                  <a:cubicBezTo>
                    <a:pt x="1" y="3633"/>
                    <a:pt x="1049" y="4681"/>
                    <a:pt x="2345" y="4681"/>
                  </a:cubicBezTo>
                  <a:lnTo>
                    <a:pt x="4925" y="4681"/>
                  </a:lnTo>
                  <a:cubicBezTo>
                    <a:pt x="4925" y="4441"/>
                    <a:pt x="4987" y="4205"/>
                    <a:pt x="5103" y="3992"/>
                  </a:cubicBezTo>
                  <a:cubicBezTo>
                    <a:pt x="3808" y="2995"/>
                    <a:pt x="2883" y="1590"/>
                    <a:pt x="2485" y="4"/>
                  </a:cubicBezTo>
                  <a:cubicBezTo>
                    <a:pt x="2437" y="0"/>
                    <a:pt x="2389" y="0"/>
                    <a:pt x="2345"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5"/>
            <p:cNvSpPr/>
            <p:nvPr/>
          </p:nvSpPr>
          <p:spPr>
            <a:xfrm>
              <a:off x="2496582" y="3277688"/>
              <a:ext cx="53071" cy="66561"/>
            </a:xfrm>
            <a:custGeom>
              <a:rect b="b" l="l" r="r" t="t"/>
              <a:pathLst>
                <a:path extrusionOk="0" h="2541" w="2026">
                  <a:moveTo>
                    <a:pt x="2026" y="1"/>
                  </a:moveTo>
                  <a:lnTo>
                    <a:pt x="2026" y="1"/>
                  </a:lnTo>
                  <a:cubicBezTo>
                    <a:pt x="1796" y="42"/>
                    <a:pt x="1590" y="172"/>
                    <a:pt x="1460" y="364"/>
                  </a:cubicBezTo>
                  <a:cubicBezTo>
                    <a:pt x="1367" y="340"/>
                    <a:pt x="1273" y="328"/>
                    <a:pt x="1181" y="328"/>
                  </a:cubicBezTo>
                  <a:cubicBezTo>
                    <a:pt x="640" y="328"/>
                    <a:pt x="156" y="731"/>
                    <a:pt x="83" y="1296"/>
                  </a:cubicBezTo>
                  <a:cubicBezTo>
                    <a:pt x="0" y="1958"/>
                    <a:pt x="514" y="2540"/>
                    <a:pt x="1183" y="2540"/>
                  </a:cubicBezTo>
                  <a:lnTo>
                    <a:pt x="1700" y="2540"/>
                  </a:lnTo>
                  <a:cubicBezTo>
                    <a:pt x="1693" y="2420"/>
                    <a:pt x="1690" y="2300"/>
                    <a:pt x="1690" y="2180"/>
                  </a:cubicBezTo>
                  <a:cubicBezTo>
                    <a:pt x="1690" y="1440"/>
                    <a:pt x="1803" y="703"/>
                    <a:pt x="2026"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5"/>
            <p:cNvSpPr/>
            <p:nvPr/>
          </p:nvSpPr>
          <p:spPr>
            <a:xfrm>
              <a:off x="2471434" y="3239339"/>
              <a:ext cx="388891" cy="307320"/>
            </a:xfrm>
            <a:custGeom>
              <a:rect b="b" l="l" r="r" t="t"/>
              <a:pathLst>
                <a:path extrusionOk="0" h="11732" w="14846">
                  <a:moveTo>
                    <a:pt x="4820" y="1"/>
                  </a:moveTo>
                  <a:cubicBezTo>
                    <a:pt x="4119" y="1"/>
                    <a:pt x="3476" y="437"/>
                    <a:pt x="3219" y="1105"/>
                  </a:cubicBezTo>
                  <a:cubicBezTo>
                    <a:pt x="3184" y="1102"/>
                    <a:pt x="3150" y="1098"/>
                    <a:pt x="3112" y="1098"/>
                  </a:cubicBezTo>
                  <a:cubicBezTo>
                    <a:pt x="2801" y="1098"/>
                    <a:pt x="2503" y="1228"/>
                    <a:pt x="2287" y="1455"/>
                  </a:cubicBezTo>
                  <a:cubicBezTo>
                    <a:pt x="2228" y="1447"/>
                    <a:pt x="2169" y="1443"/>
                    <a:pt x="2112" y="1443"/>
                  </a:cubicBezTo>
                  <a:cubicBezTo>
                    <a:pt x="1410" y="1443"/>
                    <a:pt x="809" y="1987"/>
                    <a:pt x="762" y="2709"/>
                  </a:cubicBezTo>
                  <a:cubicBezTo>
                    <a:pt x="710" y="3490"/>
                    <a:pt x="1327" y="4152"/>
                    <a:pt x="2108" y="4152"/>
                  </a:cubicBezTo>
                  <a:lnTo>
                    <a:pt x="3877" y="4152"/>
                  </a:lnTo>
                  <a:cubicBezTo>
                    <a:pt x="4010" y="4148"/>
                    <a:pt x="4113" y="4038"/>
                    <a:pt x="4113" y="3905"/>
                  </a:cubicBezTo>
                  <a:cubicBezTo>
                    <a:pt x="4113" y="3771"/>
                    <a:pt x="4010" y="3662"/>
                    <a:pt x="3877" y="3655"/>
                  </a:cubicBezTo>
                  <a:lnTo>
                    <a:pt x="2108" y="3655"/>
                  </a:lnTo>
                  <a:cubicBezTo>
                    <a:pt x="1598" y="3651"/>
                    <a:pt x="1204" y="3199"/>
                    <a:pt x="1269" y="2692"/>
                  </a:cubicBezTo>
                  <a:cubicBezTo>
                    <a:pt x="1325" y="2255"/>
                    <a:pt x="1698" y="1943"/>
                    <a:pt x="2118" y="1943"/>
                  </a:cubicBezTo>
                  <a:cubicBezTo>
                    <a:pt x="2186" y="1943"/>
                    <a:pt x="2255" y="1951"/>
                    <a:pt x="2324" y="1969"/>
                  </a:cubicBezTo>
                  <a:cubicBezTo>
                    <a:pt x="2344" y="1973"/>
                    <a:pt x="2364" y="1976"/>
                    <a:pt x="2384" y="1976"/>
                  </a:cubicBezTo>
                  <a:cubicBezTo>
                    <a:pt x="2464" y="1976"/>
                    <a:pt x="2542" y="1938"/>
                    <a:pt x="2588" y="1869"/>
                  </a:cubicBezTo>
                  <a:cubicBezTo>
                    <a:pt x="2710" y="1693"/>
                    <a:pt x="2908" y="1594"/>
                    <a:pt x="3112" y="1594"/>
                  </a:cubicBezTo>
                  <a:cubicBezTo>
                    <a:pt x="3179" y="1594"/>
                    <a:pt x="3246" y="1604"/>
                    <a:pt x="3311" y="1626"/>
                  </a:cubicBezTo>
                  <a:cubicBezTo>
                    <a:pt x="3339" y="1635"/>
                    <a:pt x="3366" y="1640"/>
                    <a:pt x="3393" y="1640"/>
                  </a:cubicBezTo>
                  <a:cubicBezTo>
                    <a:pt x="3505" y="1640"/>
                    <a:pt x="3605" y="1564"/>
                    <a:pt x="3630" y="1448"/>
                  </a:cubicBezTo>
                  <a:cubicBezTo>
                    <a:pt x="3757" y="886"/>
                    <a:pt x="4257" y="495"/>
                    <a:pt x="4824" y="495"/>
                  </a:cubicBezTo>
                  <a:cubicBezTo>
                    <a:pt x="4869" y="495"/>
                    <a:pt x="4914" y="497"/>
                    <a:pt x="4960" y="502"/>
                  </a:cubicBezTo>
                  <a:cubicBezTo>
                    <a:pt x="5580" y="571"/>
                    <a:pt x="6046" y="1095"/>
                    <a:pt x="6046" y="1719"/>
                  </a:cubicBezTo>
                  <a:lnTo>
                    <a:pt x="6046" y="1749"/>
                  </a:lnTo>
                  <a:lnTo>
                    <a:pt x="6046" y="1763"/>
                  </a:lnTo>
                  <a:cubicBezTo>
                    <a:pt x="6040" y="1908"/>
                    <a:pt x="6156" y="2018"/>
                    <a:pt x="6292" y="2018"/>
                  </a:cubicBezTo>
                  <a:cubicBezTo>
                    <a:pt x="6317" y="2018"/>
                    <a:pt x="6342" y="2014"/>
                    <a:pt x="6368" y="2006"/>
                  </a:cubicBezTo>
                  <a:cubicBezTo>
                    <a:pt x="6451" y="1981"/>
                    <a:pt x="6535" y="1968"/>
                    <a:pt x="6619" y="1968"/>
                  </a:cubicBezTo>
                  <a:cubicBezTo>
                    <a:pt x="6861" y="1968"/>
                    <a:pt x="7096" y="2072"/>
                    <a:pt x="7259" y="2263"/>
                  </a:cubicBezTo>
                  <a:lnTo>
                    <a:pt x="7235" y="2274"/>
                  </a:lnTo>
                  <a:lnTo>
                    <a:pt x="7187" y="2291"/>
                  </a:lnTo>
                  <a:cubicBezTo>
                    <a:pt x="7163" y="2301"/>
                    <a:pt x="7139" y="2311"/>
                    <a:pt x="7115" y="2322"/>
                  </a:cubicBezTo>
                  <a:cubicBezTo>
                    <a:pt x="7091" y="2335"/>
                    <a:pt x="7057" y="2349"/>
                    <a:pt x="7029" y="2363"/>
                  </a:cubicBezTo>
                  <a:lnTo>
                    <a:pt x="6998" y="2376"/>
                  </a:lnTo>
                  <a:cubicBezTo>
                    <a:pt x="6772" y="2486"/>
                    <a:pt x="6560" y="2623"/>
                    <a:pt x="6365" y="2781"/>
                  </a:cubicBezTo>
                  <a:cubicBezTo>
                    <a:pt x="6101" y="2997"/>
                    <a:pt x="5868" y="3247"/>
                    <a:pt x="5679" y="3531"/>
                  </a:cubicBezTo>
                  <a:lnTo>
                    <a:pt x="5655" y="3569"/>
                  </a:lnTo>
                  <a:cubicBezTo>
                    <a:pt x="5641" y="3593"/>
                    <a:pt x="5624" y="3617"/>
                    <a:pt x="5614" y="3641"/>
                  </a:cubicBezTo>
                  <a:lnTo>
                    <a:pt x="5600" y="3662"/>
                  </a:lnTo>
                  <a:lnTo>
                    <a:pt x="4682" y="3662"/>
                  </a:lnTo>
                  <a:cubicBezTo>
                    <a:pt x="4363" y="3672"/>
                    <a:pt x="4363" y="4141"/>
                    <a:pt x="4682" y="4155"/>
                  </a:cubicBezTo>
                  <a:lnTo>
                    <a:pt x="5354" y="4155"/>
                  </a:lnTo>
                  <a:cubicBezTo>
                    <a:pt x="5323" y="4237"/>
                    <a:pt x="5292" y="4319"/>
                    <a:pt x="5265" y="4405"/>
                  </a:cubicBezTo>
                  <a:cubicBezTo>
                    <a:pt x="5124" y="4376"/>
                    <a:pt x="4983" y="4362"/>
                    <a:pt x="4843" y="4362"/>
                  </a:cubicBezTo>
                  <a:cubicBezTo>
                    <a:pt x="4217" y="4362"/>
                    <a:pt x="3614" y="4643"/>
                    <a:pt x="3208" y="5138"/>
                  </a:cubicBezTo>
                  <a:cubicBezTo>
                    <a:pt x="3043" y="5107"/>
                    <a:pt x="2879" y="5091"/>
                    <a:pt x="2717" y="5091"/>
                  </a:cubicBezTo>
                  <a:cubicBezTo>
                    <a:pt x="1413" y="5091"/>
                    <a:pt x="273" y="6084"/>
                    <a:pt x="145" y="7438"/>
                  </a:cubicBezTo>
                  <a:cubicBezTo>
                    <a:pt x="1" y="8959"/>
                    <a:pt x="1197" y="10272"/>
                    <a:pt x="2722" y="10272"/>
                  </a:cubicBezTo>
                  <a:lnTo>
                    <a:pt x="5073" y="10272"/>
                  </a:lnTo>
                  <a:cubicBezTo>
                    <a:pt x="5193" y="11108"/>
                    <a:pt x="5909" y="11732"/>
                    <a:pt x="6755" y="11732"/>
                  </a:cubicBezTo>
                  <a:lnTo>
                    <a:pt x="11093" y="11732"/>
                  </a:lnTo>
                  <a:cubicBezTo>
                    <a:pt x="11227" y="11728"/>
                    <a:pt x="11330" y="11619"/>
                    <a:pt x="11330" y="11485"/>
                  </a:cubicBezTo>
                  <a:cubicBezTo>
                    <a:pt x="11330" y="11351"/>
                    <a:pt x="11227" y="11242"/>
                    <a:pt x="11093" y="11235"/>
                  </a:cubicBezTo>
                  <a:lnTo>
                    <a:pt x="6759" y="11235"/>
                  </a:lnTo>
                  <a:cubicBezTo>
                    <a:pt x="6097" y="11235"/>
                    <a:pt x="5559" y="10700"/>
                    <a:pt x="5559" y="10035"/>
                  </a:cubicBezTo>
                  <a:lnTo>
                    <a:pt x="5559" y="10018"/>
                  </a:lnTo>
                  <a:lnTo>
                    <a:pt x="5559" y="9967"/>
                  </a:lnTo>
                  <a:lnTo>
                    <a:pt x="5559" y="9963"/>
                  </a:lnTo>
                  <a:cubicBezTo>
                    <a:pt x="5559" y="9943"/>
                    <a:pt x="5563" y="9926"/>
                    <a:pt x="5563" y="9909"/>
                  </a:cubicBezTo>
                  <a:cubicBezTo>
                    <a:pt x="5631" y="9280"/>
                    <a:pt x="6164" y="8835"/>
                    <a:pt x="6758" y="8835"/>
                  </a:cubicBezTo>
                  <a:cubicBezTo>
                    <a:pt x="6877" y="8835"/>
                    <a:pt x="6998" y="8853"/>
                    <a:pt x="7118" y="8891"/>
                  </a:cubicBezTo>
                  <a:cubicBezTo>
                    <a:pt x="7143" y="8899"/>
                    <a:pt x="7168" y="8902"/>
                    <a:pt x="7192" y="8902"/>
                  </a:cubicBezTo>
                  <a:cubicBezTo>
                    <a:pt x="7326" y="8902"/>
                    <a:pt x="7443" y="8790"/>
                    <a:pt x="7441" y="8647"/>
                  </a:cubicBezTo>
                  <a:lnTo>
                    <a:pt x="7441" y="8630"/>
                  </a:lnTo>
                  <a:lnTo>
                    <a:pt x="7441" y="8589"/>
                  </a:lnTo>
                  <a:cubicBezTo>
                    <a:pt x="7437" y="7722"/>
                    <a:pt x="8088" y="6992"/>
                    <a:pt x="8952" y="6896"/>
                  </a:cubicBezTo>
                  <a:cubicBezTo>
                    <a:pt x="9015" y="6889"/>
                    <a:pt x="9079" y="6886"/>
                    <a:pt x="9142" y="6886"/>
                  </a:cubicBezTo>
                  <a:cubicBezTo>
                    <a:pt x="9927" y="6886"/>
                    <a:pt x="10624" y="7429"/>
                    <a:pt x="10799" y="8212"/>
                  </a:cubicBezTo>
                  <a:cubicBezTo>
                    <a:pt x="10826" y="8328"/>
                    <a:pt x="10927" y="8404"/>
                    <a:pt x="11039" y="8404"/>
                  </a:cubicBezTo>
                  <a:cubicBezTo>
                    <a:pt x="11066" y="8404"/>
                    <a:pt x="11094" y="8400"/>
                    <a:pt x="11121" y="8390"/>
                  </a:cubicBezTo>
                  <a:cubicBezTo>
                    <a:pt x="11216" y="8359"/>
                    <a:pt x="11313" y="8344"/>
                    <a:pt x="11409" y="8344"/>
                  </a:cubicBezTo>
                  <a:cubicBezTo>
                    <a:pt x="11706" y="8344"/>
                    <a:pt x="11994" y="8487"/>
                    <a:pt x="12169" y="8743"/>
                  </a:cubicBezTo>
                  <a:cubicBezTo>
                    <a:pt x="12219" y="8812"/>
                    <a:pt x="12297" y="8850"/>
                    <a:pt x="12377" y="8850"/>
                  </a:cubicBezTo>
                  <a:cubicBezTo>
                    <a:pt x="12397" y="8850"/>
                    <a:pt x="12417" y="8848"/>
                    <a:pt x="12437" y="8843"/>
                  </a:cubicBezTo>
                  <a:cubicBezTo>
                    <a:pt x="12536" y="8815"/>
                    <a:pt x="12639" y="8802"/>
                    <a:pt x="12745" y="8802"/>
                  </a:cubicBezTo>
                  <a:cubicBezTo>
                    <a:pt x="12769" y="8802"/>
                    <a:pt x="12793" y="8802"/>
                    <a:pt x="12817" y="8805"/>
                  </a:cubicBezTo>
                  <a:lnTo>
                    <a:pt x="12841" y="8805"/>
                  </a:lnTo>
                  <a:lnTo>
                    <a:pt x="12886" y="8809"/>
                  </a:lnTo>
                  <a:lnTo>
                    <a:pt x="12920" y="8812"/>
                  </a:lnTo>
                  <a:lnTo>
                    <a:pt x="12947" y="8819"/>
                  </a:lnTo>
                  <a:cubicBezTo>
                    <a:pt x="13256" y="8870"/>
                    <a:pt x="13530" y="9038"/>
                    <a:pt x="13718" y="9288"/>
                  </a:cubicBezTo>
                  <a:lnTo>
                    <a:pt x="13722" y="9292"/>
                  </a:lnTo>
                  <a:cubicBezTo>
                    <a:pt x="14318" y="10097"/>
                    <a:pt x="13746" y="11238"/>
                    <a:pt x="12745" y="11238"/>
                  </a:cubicBezTo>
                  <a:lnTo>
                    <a:pt x="11906" y="11238"/>
                  </a:lnTo>
                  <a:cubicBezTo>
                    <a:pt x="11587" y="11252"/>
                    <a:pt x="11587" y="11721"/>
                    <a:pt x="11906" y="11732"/>
                  </a:cubicBezTo>
                  <a:lnTo>
                    <a:pt x="12742" y="11732"/>
                  </a:lnTo>
                  <a:cubicBezTo>
                    <a:pt x="12743" y="11732"/>
                    <a:pt x="12745" y="11732"/>
                    <a:pt x="12747" y="11732"/>
                  </a:cubicBezTo>
                  <a:cubicBezTo>
                    <a:pt x="13998" y="11732"/>
                    <a:pt x="14825" y="10431"/>
                    <a:pt x="14298" y="9295"/>
                  </a:cubicBezTo>
                  <a:cubicBezTo>
                    <a:pt x="14654" y="8843"/>
                    <a:pt x="14846" y="8284"/>
                    <a:pt x="14846" y="7709"/>
                  </a:cubicBezTo>
                  <a:cubicBezTo>
                    <a:pt x="14846" y="6271"/>
                    <a:pt x="13672" y="5146"/>
                    <a:pt x="12289" y="5146"/>
                  </a:cubicBezTo>
                  <a:cubicBezTo>
                    <a:pt x="12139" y="5146"/>
                    <a:pt x="11987" y="5159"/>
                    <a:pt x="11834" y="5186"/>
                  </a:cubicBezTo>
                  <a:cubicBezTo>
                    <a:pt x="11806" y="4714"/>
                    <a:pt x="11676" y="4251"/>
                    <a:pt x="11457" y="3829"/>
                  </a:cubicBezTo>
                  <a:cubicBezTo>
                    <a:pt x="11414" y="3741"/>
                    <a:pt x="11326" y="3689"/>
                    <a:pt x="11235" y="3689"/>
                  </a:cubicBezTo>
                  <a:cubicBezTo>
                    <a:pt x="11195" y="3689"/>
                    <a:pt x="11155" y="3699"/>
                    <a:pt x="11117" y="3720"/>
                  </a:cubicBezTo>
                  <a:cubicBezTo>
                    <a:pt x="10991" y="3785"/>
                    <a:pt x="10946" y="3939"/>
                    <a:pt x="11018" y="4062"/>
                  </a:cubicBezTo>
                  <a:cubicBezTo>
                    <a:pt x="11234" y="4474"/>
                    <a:pt x="11347" y="4929"/>
                    <a:pt x="11347" y="5395"/>
                  </a:cubicBezTo>
                  <a:lnTo>
                    <a:pt x="11347" y="5471"/>
                  </a:lnTo>
                  <a:lnTo>
                    <a:pt x="11347" y="5491"/>
                  </a:lnTo>
                  <a:cubicBezTo>
                    <a:pt x="11341" y="5636"/>
                    <a:pt x="11458" y="5746"/>
                    <a:pt x="11591" y="5746"/>
                  </a:cubicBezTo>
                  <a:cubicBezTo>
                    <a:pt x="11615" y="5746"/>
                    <a:pt x="11641" y="5743"/>
                    <a:pt x="11666" y="5735"/>
                  </a:cubicBezTo>
                  <a:cubicBezTo>
                    <a:pt x="11869" y="5672"/>
                    <a:pt x="12076" y="5641"/>
                    <a:pt x="12281" y="5641"/>
                  </a:cubicBezTo>
                  <a:cubicBezTo>
                    <a:pt x="12922" y="5641"/>
                    <a:pt x="13541" y="5939"/>
                    <a:pt x="13941" y="6468"/>
                  </a:cubicBezTo>
                  <a:cubicBezTo>
                    <a:pt x="14465" y="7171"/>
                    <a:pt x="14493" y="8127"/>
                    <a:pt x="14006" y="8857"/>
                  </a:cubicBezTo>
                  <a:cubicBezTo>
                    <a:pt x="13996" y="8846"/>
                    <a:pt x="13989" y="8836"/>
                    <a:pt x="13979" y="8829"/>
                  </a:cubicBezTo>
                  <a:lnTo>
                    <a:pt x="13948" y="8798"/>
                  </a:lnTo>
                  <a:lnTo>
                    <a:pt x="13927" y="8778"/>
                  </a:lnTo>
                  <a:cubicBezTo>
                    <a:pt x="13914" y="8764"/>
                    <a:pt x="13897" y="8750"/>
                    <a:pt x="13883" y="8737"/>
                  </a:cubicBezTo>
                  <a:lnTo>
                    <a:pt x="13873" y="8730"/>
                  </a:lnTo>
                  <a:cubicBezTo>
                    <a:pt x="13561" y="8456"/>
                    <a:pt x="13160" y="8301"/>
                    <a:pt x="12745" y="8301"/>
                  </a:cubicBezTo>
                  <a:cubicBezTo>
                    <a:pt x="12656" y="8301"/>
                    <a:pt x="12564" y="8312"/>
                    <a:pt x="12474" y="8325"/>
                  </a:cubicBezTo>
                  <a:cubicBezTo>
                    <a:pt x="12203" y="8018"/>
                    <a:pt x="11814" y="7846"/>
                    <a:pt x="11411" y="7846"/>
                  </a:cubicBezTo>
                  <a:cubicBezTo>
                    <a:pt x="11347" y="7846"/>
                    <a:pt x="11282" y="7850"/>
                    <a:pt x="11217" y="7859"/>
                  </a:cubicBezTo>
                  <a:cubicBezTo>
                    <a:pt x="10906" y="6971"/>
                    <a:pt x="10070" y="6388"/>
                    <a:pt x="9147" y="6388"/>
                  </a:cubicBezTo>
                  <a:cubicBezTo>
                    <a:pt x="9062" y="6388"/>
                    <a:pt x="8976" y="6393"/>
                    <a:pt x="8890" y="6403"/>
                  </a:cubicBezTo>
                  <a:cubicBezTo>
                    <a:pt x="7872" y="6519"/>
                    <a:pt x="7067" y="7328"/>
                    <a:pt x="6957" y="8349"/>
                  </a:cubicBezTo>
                  <a:cubicBezTo>
                    <a:pt x="6892" y="8339"/>
                    <a:pt x="6827" y="8336"/>
                    <a:pt x="6762" y="8336"/>
                  </a:cubicBezTo>
                  <a:lnTo>
                    <a:pt x="6676" y="8336"/>
                  </a:lnTo>
                  <a:lnTo>
                    <a:pt x="6645" y="8339"/>
                  </a:lnTo>
                  <a:lnTo>
                    <a:pt x="6598" y="8343"/>
                  </a:lnTo>
                  <a:lnTo>
                    <a:pt x="6556" y="8346"/>
                  </a:lnTo>
                  <a:lnTo>
                    <a:pt x="6515" y="8353"/>
                  </a:lnTo>
                  <a:lnTo>
                    <a:pt x="6471" y="8360"/>
                  </a:lnTo>
                  <a:lnTo>
                    <a:pt x="6440" y="8366"/>
                  </a:lnTo>
                  <a:lnTo>
                    <a:pt x="6388" y="8377"/>
                  </a:lnTo>
                  <a:lnTo>
                    <a:pt x="6365" y="8380"/>
                  </a:lnTo>
                  <a:lnTo>
                    <a:pt x="6310" y="8397"/>
                  </a:lnTo>
                  <a:lnTo>
                    <a:pt x="6293" y="8401"/>
                  </a:lnTo>
                  <a:cubicBezTo>
                    <a:pt x="6272" y="8408"/>
                    <a:pt x="6251" y="8414"/>
                    <a:pt x="6231" y="8421"/>
                  </a:cubicBezTo>
                  <a:lnTo>
                    <a:pt x="6227" y="8421"/>
                  </a:lnTo>
                  <a:cubicBezTo>
                    <a:pt x="5621" y="8620"/>
                    <a:pt x="5179" y="9144"/>
                    <a:pt x="5083" y="9775"/>
                  </a:cubicBezTo>
                  <a:lnTo>
                    <a:pt x="2729" y="9775"/>
                  </a:lnTo>
                  <a:cubicBezTo>
                    <a:pt x="1468" y="9771"/>
                    <a:pt x="494" y="8665"/>
                    <a:pt x="655" y="7414"/>
                  </a:cubicBezTo>
                  <a:cubicBezTo>
                    <a:pt x="790" y="6344"/>
                    <a:pt x="1702" y="5585"/>
                    <a:pt x="2727" y="5585"/>
                  </a:cubicBezTo>
                  <a:cubicBezTo>
                    <a:pt x="2900" y="5585"/>
                    <a:pt x="3076" y="5607"/>
                    <a:pt x="3253" y="5652"/>
                  </a:cubicBezTo>
                  <a:cubicBezTo>
                    <a:pt x="3274" y="5658"/>
                    <a:pt x="3296" y="5661"/>
                    <a:pt x="3317" y="5661"/>
                  </a:cubicBezTo>
                  <a:cubicBezTo>
                    <a:pt x="3398" y="5661"/>
                    <a:pt x="3474" y="5621"/>
                    <a:pt x="3520" y="5553"/>
                  </a:cubicBezTo>
                  <a:cubicBezTo>
                    <a:pt x="3828" y="5106"/>
                    <a:pt x="4332" y="4854"/>
                    <a:pt x="4854" y="4854"/>
                  </a:cubicBezTo>
                  <a:cubicBezTo>
                    <a:pt x="5024" y="4854"/>
                    <a:pt x="5196" y="4881"/>
                    <a:pt x="5364" y="4936"/>
                  </a:cubicBezTo>
                  <a:cubicBezTo>
                    <a:pt x="5391" y="4946"/>
                    <a:pt x="5419" y="4950"/>
                    <a:pt x="5446" y="4950"/>
                  </a:cubicBezTo>
                  <a:cubicBezTo>
                    <a:pt x="5557" y="4950"/>
                    <a:pt x="5658" y="4874"/>
                    <a:pt x="5686" y="4758"/>
                  </a:cubicBezTo>
                  <a:cubicBezTo>
                    <a:pt x="5741" y="4511"/>
                    <a:pt x="5826" y="4275"/>
                    <a:pt x="5943" y="4052"/>
                  </a:cubicBezTo>
                  <a:cubicBezTo>
                    <a:pt x="5950" y="4042"/>
                    <a:pt x="5957" y="4035"/>
                    <a:pt x="5964" y="4021"/>
                  </a:cubicBezTo>
                  <a:cubicBezTo>
                    <a:pt x="6334" y="3346"/>
                    <a:pt x="6957" y="2846"/>
                    <a:pt x="7701" y="2633"/>
                  </a:cubicBezTo>
                  <a:cubicBezTo>
                    <a:pt x="7708" y="2630"/>
                    <a:pt x="7718" y="2630"/>
                    <a:pt x="7725" y="2623"/>
                  </a:cubicBezTo>
                  <a:cubicBezTo>
                    <a:pt x="7972" y="2558"/>
                    <a:pt x="8225" y="2527"/>
                    <a:pt x="8479" y="2527"/>
                  </a:cubicBezTo>
                  <a:cubicBezTo>
                    <a:pt x="8483" y="2527"/>
                    <a:pt x="8487" y="2527"/>
                    <a:pt x="8491" y="2527"/>
                  </a:cubicBezTo>
                  <a:cubicBezTo>
                    <a:pt x="9282" y="2527"/>
                    <a:pt x="10034" y="2856"/>
                    <a:pt x="10573" y="3435"/>
                  </a:cubicBezTo>
                  <a:cubicBezTo>
                    <a:pt x="10622" y="3492"/>
                    <a:pt x="10692" y="3522"/>
                    <a:pt x="10762" y="3522"/>
                  </a:cubicBezTo>
                  <a:cubicBezTo>
                    <a:pt x="10822" y="3522"/>
                    <a:pt x="10882" y="3500"/>
                    <a:pt x="10929" y="3456"/>
                  </a:cubicBezTo>
                  <a:cubicBezTo>
                    <a:pt x="11032" y="3360"/>
                    <a:pt x="11035" y="3195"/>
                    <a:pt x="10932" y="3096"/>
                  </a:cubicBezTo>
                  <a:cubicBezTo>
                    <a:pt x="10293" y="2410"/>
                    <a:pt x="9401" y="2031"/>
                    <a:pt x="8480" y="2031"/>
                  </a:cubicBezTo>
                  <a:cubicBezTo>
                    <a:pt x="8242" y="2031"/>
                    <a:pt x="8001" y="2057"/>
                    <a:pt x="7763" y="2109"/>
                  </a:cubicBezTo>
                  <a:cubicBezTo>
                    <a:pt x="7519" y="1712"/>
                    <a:pt x="7088" y="1468"/>
                    <a:pt x="6622" y="1468"/>
                  </a:cubicBezTo>
                  <a:cubicBezTo>
                    <a:pt x="6591" y="1468"/>
                    <a:pt x="6560" y="1472"/>
                    <a:pt x="6526" y="1472"/>
                  </a:cubicBezTo>
                  <a:cubicBezTo>
                    <a:pt x="6416" y="697"/>
                    <a:pt x="5792" y="98"/>
                    <a:pt x="5014" y="12"/>
                  </a:cubicBezTo>
                  <a:cubicBezTo>
                    <a:pt x="4949" y="4"/>
                    <a:pt x="4884" y="1"/>
                    <a:pt x="48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5" name="Google Shape;12475;p85"/>
          <p:cNvGrpSpPr/>
          <p:nvPr/>
        </p:nvGrpSpPr>
        <p:grpSpPr>
          <a:xfrm>
            <a:off x="3015243" y="3208979"/>
            <a:ext cx="391301" cy="368040"/>
            <a:chOff x="3015243" y="3208979"/>
            <a:chExt cx="391301" cy="368040"/>
          </a:xfrm>
        </p:grpSpPr>
        <p:sp>
          <p:nvSpPr>
            <p:cNvPr id="12476" name="Google Shape;12476;p85"/>
            <p:cNvSpPr/>
            <p:nvPr/>
          </p:nvSpPr>
          <p:spPr>
            <a:xfrm>
              <a:off x="3022603" y="3214663"/>
              <a:ext cx="380089" cy="356671"/>
            </a:xfrm>
            <a:custGeom>
              <a:rect b="b" l="l" r="r" t="t"/>
              <a:pathLst>
                <a:path extrusionOk="0" h="13616" w="14510">
                  <a:moveTo>
                    <a:pt x="7257" y="0"/>
                  </a:moveTo>
                  <a:cubicBezTo>
                    <a:pt x="7119" y="0"/>
                    <a:pt x="6981" y="75"/>
                    <a:pt x="6916" y="224"/>
                  </a:cubicBezTo>
                  <a:lnTo>
                    <a:pt x="5079" y="4490"/>
                  </a:lnTo>
                  <a:lnTo>
                    <a:pt x="453" y="4919"/>
                  </a:lnTo>
                  <a:cubicBezTo>
                    <a:pt x="131" y="4950"/>
                    <a:pt x="0" y="5351"/>
                    <a:pt x="244" y="5566"/>
                  </a:cubicBezTo>
                  <a:lnTo>
                    <a:pt x="3732" y="8633"/>
                  </a:lnTo>
                  <a:lnTo>
                    <a:pt x="2711" y="13164"/>
                  </a:lnTo>
                  <a:cubicBezTo>
                    <a:pt x="2655" y="13409"/>
                    <a:pt x="2850" y="13615"/>
                    <a:pt x="3072" y="13615"/>
                  </a:cubicBezTo>
                  <a:cubicBezTo>
                    <a:pt x="3135" y="13615"/>
                    <a:pt x="3201" y="13598"/>
                    <a:pt x="3263" y="13561"/>
                  </a:cubicBezTo>
                  <a:lnTo>
                    <a:pt x="7255" y="11190"/>
                  </a:lnTo>
                  <a:lnTo>
                    <a:pt x="11247" y="13561"/>
                  </a:lnTo>
                  <a:cubicBezTo>
                    <a:pt x="11309" y="13598"/>
                    <a:pt x="11375" y="13615"/>
                    <a:pt x="11438" y="13615"/>
                  </a:cubicBezTo>
                  <a:cubicBezTo>
                    <a:pt x="11660" y="13615"/>
                    <a:pt x="11855" y="13409"/>
                    <a:pt x="11799" y="13164"/>
                  </a:cubicBezTo>
                  <a:lnTo>
                    <a:pt x="10778" y="8633"/>
                  </a:lnTo>
                  <a:lnTo>
                    <a:pt x="14266" y="5566"/>
                  </a:lnTo>
                  <a:cubicBezTo>
                    <a:pt x="14509" y="5354"/>
                    <a:pt x="14383" y="4953"/>
                    <a:pt x="14061" y="4919"/>
                  </a:cubicBezTo>
                  <a:lnTo>
                    <a:pt x="9434" y="4490"/>
                  </a:lnTo>
                  <a:lnTo>
                    <a:pt x="7598" y="224"/>
                  </a:lnTo>
                  <a:cubicBezTo>
                    <a:pt x="7533" y="75"/>
                    <a:pt x="7395" y="0"/>
                    <a:pt x="725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85"/>
            <p:cNvSpPr/>
            <p:nvPr/>
          </p:nvSpPr>
          <p:spPr>
            <a:xfrm>
              <a:off x="3022603" y="3214663"/>
              <a:ext cx="222815" cy="356671"/>
            </a:xfrm>
            <a:custGeom>
              <a:rect b="b" l="l" r="r" t="t"/>
              <a:pathLst>
                <a:path extrusionOk="0" h="13616" w="8506">
                  <a:moveTo>
                    <a:pt x="7257" y="0"/>
                  </a:moveTo>
                  <a:cubicBezTo>
                    <a:pt x="7119" y="0"/>
                    <a:pt x="6981" y="75"/>
                    <a:pt x="6916" y="224"/>
                  </a:cubicBezTo>
                  <a:lnTo>
                    <a:pt x="5079" y="4490"/>
                  </a:lnTo>
                  <a:lnTo>
                    <a:pt x="453" y="4919"/>
                  </a:lnTo>
                  <a:cubicBezTo>
                    <a:pt x="131" y="4950"/>
                    <a:pt x="0" y="5351"/>
                    <a:pt x="244" y="5566"/>
                  </a:cubicBezTo>
                  <a:lnTo>
                    <a:pt x="3732" y="8630"/>
                  </a:lnTo>
                  <a:lnTo>
                    <a:pt x="2711" y="13164"/>
                  </a:lnTo>
                  <a:cubicBezTo>
                    <a:pt x="2655" y="13409"/>
                    <a:pt x="2850" y="13615"/>
                    <a:pt x="3072" y="13615"/>
                  </a:cubicBezTo>
                  <a:cubicBezTo>
                    <a:pt x="3135" y="13615"/>
                    <a:pt x="3201" y="13598"/>
                    <a:pt x="3263" y="13561"/>
                  </a:cubicBezTo>
                  <a:lnTo>
                    <a:pt x="4154" y="13033"/>
                  </a:lnTo>
                  <a:cubicBezTo>
                    <a:pt x="4277" y="7955"/>
                    <a:pt x="6638" y="4381"/>
                    <a:pt x="8506" y="2335"/>
                  </a:cubicBezTo>
                  <a:lnTo>
                    <a:pt x="7598" y="224"/>
                  </a:lnTo>
                  <a:cubicBezTo>
                    <a:pt x="7533" y="75"/>
                    <a:pt x="7395" y="0"/>
                    <a:pt x="7257"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5"/>
            <p:cNvSpPr/>
            <p:nvPr/>
          </p:nvSpPr>
          <p:spPr>
            <a:xfrm>
              <a:off x="3085917" y="3269306"/>
              <a:ext cx="320627" cy="307713"/>
            </a:xfrm>
            <a:custGeom>
              <a:rect b="b" l="l" r="r" t="t"/>
              <a:pathLst>
                <a:path extrusionOk="0" h="11747" w="12240">
                  <a:moveTo>
                    <a:pt x="6082" y="1"/>
                  </a:moveTo>
                  <a:cubicBezTo>
                    <a:pt x="5943" y="1"/>
                    <a:pt x="5803" y="133"/>
                    <a:pt x="5876" y="304"/>
                  </a:cubicBezTo>
                  <a:lnTo>
                    <a:pt x="6819" y="2490"/>
                  </a:lnTo>
                  <a:cubicBezTo>
                    <a:pt x="6850" y="2562"/>
                    <a:pt x="6918" y="2613"/>
                    <a:pt x="6997" y="2620"/>
                  </a:cubicBezTo>
                  <a:lnTo>
                    <a:pt x="11623" y="3049"/>
                  </a:lnTo>
                  <a:cubicBezTo>
                    <a:pt x="11760" y="3059"/>
                    <a:pt x="11815" y="3230"/>
                    <a:pt x="11712" y="3319"/>
                  </a:cubicBezTo>
                  <a:lnTo>
                    <a:pt x="8224" y="6383"/>
                  </a:lnTo>
                  <a:cubicBezTo>
                    <a:pt x="8162" y="6434"/>
                    <a:pt x="8138" y="6517"/>
                    <a:pt x="8155" y="6592"/>
                  </a:cubicBezTo>
                  <a:lnTo>
                    <a:pt x="9176" y="11126"/>
                  </a:lnTo>
                  <a:cubicBezTo>
                    <a:pt x="9200" y="11227"/>
                    <a:pt x="9119" y="11313"/>
                    <a:pt x="9027" y="11313"/>
                  </a:cubicBezTo>
                  <a:cubicBezTo>
                    <a:pt x="9000" y="11313"/>
                    <a:pt x="8973" y="11306"/>
                    <a:pt x="8947" y="11290"/>
                  </a:cubicBezTo>
                  <a:lnTo>
                    <a:pt x="4951" y="8919"/>
                  </a:lnTo>
                  <a:cubicBezTo>
                    <a:pt x="4917" y="8900"/>
                    <a:pt x="4879" y="8890"/>
                    <a:pt x="4841" y="8890"/>
                  </a:cubicBezTo>
                  <a:cubicBezTo>
                    <a:pt x="4804" y="8890"/>
                    <a:pt x="4766" y="8900"/>
                    <a:pt x="4732" y="8919"/>
                  </a:cubicBezTo>
                  <a:lnTo>
                    <a:pt x="740" y="11290"/>
                  </a:lnTo>
                  <a:cubicBezTo>
                    <a:pt x="713" y="11306"/>
                    <a:pt x="685" y="11313"/>
                    <a:pt x="658" y="11313"/>
                  </a:cubicBezTo>
                  <a:cubicBezTo>
                    <a:pt x="565" y="11313"/>
                    <a:pt x="485" y="11227"/>
                    <a:pt x="507" y="11126"/>
                  </a:cubicBezTo>
                  <a:lnTo>
                    <a:pt x="1034" y="8785"/>
                  </a:lnTo>
                  <a:cubicBezTo>
                    <a:pt x="1072" y="8622"/>
                    <a:pt x="945" y="8522"/>
                    <a:pt x="820" y="8522"/>
                  </a:cubicBezTo>
                  <a:cubicBezTo>
                    <a:pt x="731" y="8522"/>
                    <a:pt x="642" y="8573"/>
                    <a:pt x="616" y="8689"/>
                  </a:cubicBezTo>
                  <a:lnTo>
                    <a:pt x="88" y="11030"/>
                  </a:lnTo>
                  <a:cubicBezTo>
                    <a:pt x="0" y="11420"/>
                    <a:pt x="311" y="11746"/>
                    <a:pt x="662" y="11746"/>
                  </a:cubicBezTo>
                  <a:cubicBezTo>
                    <a:pt x="760" y="11746"/>
                    <a:pt x="862" y="11721"/>
                    <a:pt x="959" y="11664"/>
                  </a:cubicBezTo>
                  <a:lnTo>
                    <a:pt x="4841" y="9357"/>
                  </a:lnTo>
                  <a:lnTo>
                    <a:pt x="8724" y="11664"/>
                  </a:lnTo>
                  <a:cubicBezTo>
                    <a:pt x="8816" y="11718"/>
                    <a:pt x="8919" y="11745"/>
                    <a:pt x="9022" y="11745"/>
                  </a:cubicBezTo>
                  <a:cubicBezTo>
                    <a:pt x="9144" y="11745"/>
                    <a:pt x="9266" y="11707"/>
                    <a:pt x="9368" y="11633"/>
                  </a:cubicBezTo>
                  <a:cubicBezTo>
                    <a:pt x="9560" y="11496"/>
                    <a:pt x="9649" y="11256"/>
                    <a:pt x="9594" y="11030"/>
                  </a:cubicBezTo>
                  <a:lnTo>
                    <a:pt x="8604" y="6623"/>
                  </a:lnTo>
                  <a:lnTo>
                    <a:pt x="11997" y="3641"/>
                  </a:lnTo>
                  <a:cubicBezTo>
                    <a:pt x="12171" y="3487"/>
                    <a:pt x="12240" y="3244"/>
                    <a:pt x="12164" y="3021"/>
                  </a:cubicBezTo>
                  <a:cubicBezTo>
                    <a:pt x="12096" y="2799"/>
                    <a:pt x="11897" y="2637"/>
                    <a:pt x="11661" y="2620"/>
                  </a:cubicBezTo>
                  <a:lnTo>
                    <a:pt x="7165" y="2202"/>
                  </a:lnTo>
                  <a:lnTo>
                    <a:pt x="6274" y="132"/>
                  </a:lnTo>
                  <a:cubicBezTo>
                    <a:pt x="6233" y="40"/>
                    <a:pt x="6157" y="1"/>
                    <a:pt x="6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85"/>
            <p:cNvSpPr/>
            <p:nvPr/>
          </p:nvSpPr>
          <p:spPr>
            <a:xfrm>
              <a:off x="3015243" y="3208979"/>
              <a:ext cx="226639" cy="270752"/>
            </a:xfrm>
            <a:custGeom>
              <a:rect b="b" l="l" r="r" t="t"/>
              <a:pathLst>
                <a:path extrusionOk="0" h="10336" w="8652">
                  <a:moveTo>
                    <a:pt x="7541" y="1"/>
                  </a:moveTo>
                  <a:cubicBezTo>
                    <a:pt x="7323" y="1"/>
                    <a:pt x="7104" y="119"/>
                    <a:pt x="7001" y="355"/>
                  </a:cubicBezTo>
                  <a:lnTo>
                    <a:pt x="5216" y="4505"/>
                  </a:lnTo>
                  <a:lnTo>
                    <a:pt x="717" y="4920"/>
                  </a:lnTo>
                  <a:cubicBezTo>
                    <a:pt x="206" y="4968"/>
                    <a:pt x="0" y="5605"/>
                    <a:pt x="384" y="5944"/>
                  </a:cubicBezTo>
                  <a:lnTo>
                    <a:pt x="3777" y="8926"/>
                  </a:lnTo>
                  <a:lnTo>
                    <a:pt x="3520" y="10074"/>
                  </a:lnTo>
                  <a:cubicBezTo>
                    <a:pt x="3492" y="10187"/>
                    <a:pt x="3564" y="10303"/>
                    <a:pt x="3681" y="10331"/>
                  </a:cubicBezTo>
                  <a:cubicBezTo>
                    <a:pt x="3696" y="10334"/>
                    <a:pt x="3711" y="10335"/>
                    <a:pt x="3726" y="10335"/>
                  </a:cubicBezTo>
                  <a:cubicBezTo>
                    <a:pt x="3826" y="10335"/>
                    <a:pt x="3917" y="10268"/>
                    <a:pt x="3938" y="10166"/>
                  </a:cubicBezTo>
                  <a:lnTo>
                    <a:pt x="4226" y="8895"/>
                  </a:lnTo>
                  <a:cubicBezTo>
                    <a:pt x="4243" y="8820"/>
                    <a:pt x="4215" y="8737"/>
                    <a:pt x="4157" y="8686"/>
                  </a:cubicBezTo>
                  <a:lnTo>
                    <a:pt x="669" y="5622"/>
                  </a:lnTo>
                  <a:cubicBezTo>
                    <a:pt x="566" y="5530"/>
                    <a:pt x="621" y="5362"/>
                    <a:pt x="758" y="5348"/>
                  </a:cubicBezTo>
                  <a:lnTo>
                    <a:pt x="5384" y="4920"/>
                  </a:lnTo>
                  <a:cubicBezTo>
                    <a:pt x="5463" y="4913"/>
                    <a:pt x="5531" y="4865"/>
                    <a:pt x="5562" y="4793"/>
                  </a:cubicBezTo>
                  <a:lnTo>
                    <a:pt x="7399" y="527"/>
                  </a:lnTo>
                  <a:cubicBezTo>
                    <a:pt x="7425" y="465"/>
                    <a:pt x="7482" y="434"/>
                    <a:pt x="7540" y="434"/>
                  </a:cubicBezTo>
                  <a:cubicBezTo>
                    <a:pt x="7598" y="434"/>
                    <a:pt x="7656" y="465"/>
                    <a:pt x="7683" y="527"/>
                  </a:cubicBezTo>
                  <a:lnTo>
                    <a:pt x="8180" y="1685"/>
                  </a:lnTo>
                  <a:cubicBezTo>
                    <a:pt x="8221" y="1778"/>
                    <a:pt x="8297" y="1817"/>
                    <a:pt x="8372" y="1817"/>
                  </a:cubicBezTo>
                  <a:cubicBezTo>
                    <a:pt x="8511" y="1817"/>
                    <a:pt x="8651" y="1685"/>
                    <a:pt x="8578" y="1514"/>
                  </a:cubicBezTo>
                  <a:lnTo>
                    <a:pt x="8077" y="355"/>
                  </a:lnTo>
                  <a:cubicBezTo>
                    <a:pt x="7976" y="119"/>
                    <a:pt x="7759" y="1"/>
                    <a:pt x="7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0" name="Google Shape;12480;p85"/>
          <p:cNvGrpSpPr/>
          <p:nvPr/>
        </p:nvGrpSpPr>
        <p:grpSpPr>
          <a:xfrm>
            <a:off x="3569896" y="3254349"/>
            <a:ext cx="385381" cy="277326"/>
            <a:chOff x="3569896" y="3254349"/>
            <a:chExt cx="385381" cy="277326"/>
          </a:xfrm>
        </p:grpSpPr>
        <p:sp>
          <p:nvSpPr>
            <p:cNvPr id="12481" name="Google Shape;12481;p85"/>
            <p:cNvSpPr/>
            <p:nvPr/>
          </p:nvSpPr>
          <p:spPr>
            <a:xfrm>
              <a:off x="3731283" y="3273026"/>
              <a:ext cx="110805" cy="41152"/>
            </a:xfrm>
            <a:custGeom>
              <a:rect b="b" l="l" r="r" t="t"/>
              <a:pathLst>
                <a:path extrusionOk="0" h="1571" w="4230">
                  <a:moveTo>
                    <a:pt x="1228" y="1"/>
                  </a:moveTo>
                  <a:cubicBezTo>
                    <a:pt x="923" y="1"/>
                    <a:pt x="649" y="176"/>
                    <a:pt x="522" y="453"/>
                  </a:cubicBezTo>
                  <a:lnTo>
                    <a:pt x="1" y="1570"/>
                  </a:lnTo>
                  <a:lnTo>
                    <a:pt x="4230" y="1570"/>
                  </a:lnTo>
                  <a:lnTo>
                    <a:pt x="3712" y="453"/>
                  </a:lnTo>
                  <a:cubicBezTo>
                    <a:pt x="3585" y="176"/>
                    <a:pt x="3308" y="1"/>
                    <a:pt x="300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85"/>
            <p:cNvSpPr/>
            <p:nvPr/>
          </p:nvSpPr>
          <p:spPr>
            <a:xfrm>
              <a:off x="3867471" y="3288114"/>
              <a:ext cx="58022" cy="31617"/>
            </a:xfrm>
            <a:custGeom>
              <a:rect b="b" l="l" r="r" t="t"/>
              <a:pathLst>
                <a:path extrusionOk="0" h="1207" w="2215">
                  <a:moveTo>
                    <a:pt x="350" y="0"/>
                  </a:moveTo>
                  <a:cubicBezTo>
                    <a:pt x="158" y="4"/>
                    <a:pt x="0" y="158"/>
                    <a:pt x="0" y="350"/>
                  </a:cubicBezTo>
                  <a:lnTo>
                    <a:pt x="0" y="1207"/>
                  </a:lnTo>
                  <a:lnTo>
                    <a:pt x="2214" y="1207"/>
                  </a:lnTo>
                  <a:lnTo>
                    <a:pt x="2214" y="350"/>
                  </a:lnTo>
                  <a:cubicBezTo>
                    <a:pt x="2214" y="158"/>
                    <a:pt x="2057" y="4"/>
                    <a:pt x="186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85"/>
            <p:cNvSpPr/>
            <p:nvPr/>
          </p:nvSpPr>
          <p:spPr>
            <a:xfrm>
              <a:off x="3575554" y="3314152"/>
              <a:ext cx="373907" cy="211787"/>
            </a:xfrm>
            <a:custGeom>
              <a:rect b="b" l="l" r="r" t="t"/>
              <a:pathLst>
                <a:path extrusionOk="0" h="8085" w="14274">
                  <a:moveTo>
                    <a:pt x="871" y="0"/>
                  </a:moveTo>
                  <a:cubicBezTo>
                    <a:pt x="391" y="0"/>
                    <a:pt x="1" y="391"/>
                    <a:pt x="1" y="874"/>
                  </a:cubicBezTo>
                  <a:lnTo>
                    <a:pt x="1" y="7214"/>
                  </a:lnTo>
                  <a:cubicBezTo>
                    <a:pt x="1" y="7693"/>
                    <a:pt x="391" y="8084"/>
                    <a:pt x="871" y="8084"/>
                  </a:cubicBezTo>
                  <a:lnTo>
                    <a:pt x="13399" y="8084"/>
                  </a:lnTo>
                  <a:cubicBezTo>
                    <a:pt x="13882" y="8084"/>
                    <a:pt x="14270" y="7693"/>
                    <a:pt x="14273" y="7214"/>
                  </a:cubicBezTo>
                  <a:lnTo>
                    <a:pt x="14273" y="874"/>
                  </a:lnTo>
                  <a:cubicBezTo>
                    <a:pt x="14270" y="391"/>
                    <a:pt x="13882" y="0"/>
                    <a:pt x="1339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85"/>
            <p:cNvSpPr/>
            <p:nvPr/>
          </p:nvSpPr>
          <p:spPr>
            <a:xfrm>
              <a:off x="3896102" y="3349698"/>
              <a:ext cx="53254" cy="147871"/>
            </a:xfrm>
            <a:custGeom>
              <a:rect b="b" l="l" r="r" t="t"/>
              <a:pathLst>
                <a:path extrusionOk="0" h="5645" w="2033">
                  <a:moveTo>
                    <a:pt x="765" y="0"/>
                  </a:moveTo>
                  <a:cubicBezTo>
                    <a:pt x="333" y="28"/>
                    <a:pt x="1" y="384"/>
                    <a:pt x="1" y="816"/>
                  </a:cubicBezTo>
                  <a:lnTo>
                    <a:pt x="1" y="4829"/>
                  </a:lnTo>
                  <a:cubicBezTo>
                    <a:pt x="1" y="5277"/>
                    <a:pt x="364" y="5641"/>
                    <a:pt x="813" y="5644"/>
                  </a:cubicBezTo>
                  <a:lnTo>
                    <a:pt x="2033" y="5644"/>
                  </a:lnTo>
                  <a:lnTo>
                    <a:pt x="2033"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5"/>
            <p:cNvSpPr/>
            <p:nvPr/>
          </p:nvSpPr>
          <p:spPr>
            <a:xfrm>
              <a:off x="3691178" y="3329581"/>
              <a:ext cx="189599" cy="182186"/>
            </a:xfrm>
            <a:custGeom>
              <a:rect b="b" l="l" r="r" t="t"/>
              <a:pathLst>
                <a:path extrusionOk="0" h="6955" w="7238">
                  <a:moveTo>
                    <a:pt x="3768" y="1"/>
                  </a:moveTo>
                  <a:cubicBezTo>
                    <a:pt x="3762" y="1"/>
                    <a:pt x="3755" y="1"/>
                    <a:pt x="3749" y="1"/>
                  </a:cubicBezTo>
                  <a:cubicBezTo>
                    <a:pt x="2344" y="1"/>
                    <a:pt x="1076" y="847"/>
                    <a:pt x="538" y="2146"/>
                  </a:cubicBezTo>
                  <a:cubicBezTo>
                    <a:pt x="0" y="3445"/>
                    <a:pt x="295" y="4942"/>
                    <a:pt x="1292" y="5936"/>
                  </a:cubicBezTo>
                  <a:cubicBezTo>
                    <a:pt x="1957" y="6601"/>
                    <a:pt x="2846" y="6954"/>
                    <a:pt x="3751" y="6954"/>
                  </a:cubicBezTo>
                  <a:cubicBezTo>
                    <a:pt x="4199" y="6954"/>
                    <a:pt x="4651" y="6868"/>
                    <a:pt x="5082" y="6690"/>
                  </a:cubicBezTo>
                  <a:cubicBezTo>
                    <a:pt x="6381" y="6152"/>
                    <a:pt x="7227" y="4884"/>
                    <a:pt x="7227" y="3475"/>
                  </a:cubicBezTo>
                  <a:cubicBezTo>
                    <a:pt x="7238" y="1559"/>
                    <a:pt x="5685" y="1"/>
                    <a:pt x="3768"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5"/>
            <p:cNvSpPr/>
            <p:nvPr/>
          </p:nvSpPr>
          <p:spPr>
            <a:xfrm>
              <a:off x="3707969" y="3345114"/>
              <a:ext cx="157196" cy="151093"/>
            </a:xfrm>
            <a:custGeom>
              <a:rect b="b" l="l" r="r" t="t"/>
              <a:pathLst>
                <a:path extrusionOk="0" h="5768" w="6001">
                  <a:moveTo>
                    <a:pt x="3121" y="0"/>
                  </a:moveTo>
                  <a:cubicBezTo>
                    <a:pt x="3117" y="0"/>
                    <a:pt x="3112" y="0"/>
                    <a:pt x="3108" y="0"/>
                  </a:cubicBezTo>
                  <a:cubicBezTo>
                    <a:pt x="1943" y="0"/>
                    <a:pt x="891" y="703"/>
                    <a:pt x="446" y="1782"/>
                  </a:cubicBezTo>
                  <a:cubicBezTo>
                    <a:pt x="0" y="2858"/>
                    <a:pt x="247" y="4099"/>
                    <a:pt x="1069" y="4921"/>
                  </a:cubicBezTo>
                  <a:cubicBezTo>
                    <a:pt x="1622" y="5474"/>
                    <a:pt x="2360" y="5767"/>
                    <a:pt x="3111" y="5767"/>
                  </a:cubicBezTo>
                  <a:cubicBezTo>
                    <a:pt x="3482" y="5767"/>
                    <a:pt x="3856" y="5696"/>
                    <a:pt x="4212" y="5548"/>
                  </a:cubicBezTo>
                  <a:cubicBezTo>
                    <a:pt x="5291" y="5100"/>
                    <a:pt x="5993" y="4051"/>
                    <a:pt x="5990" y="2882"/>
                  </a:cubicBezTo>
                  <a:cubicBezTo>
                    <a:pt x="6000" y="1293"/>
                    <a:pt x="4712" y="0"/>
                    <a:pt x="3121"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85"/>
            <p:cNvSpPr/>
            <p:nvPr/>
          </p:nvSpPr>
          <p:spPr>
            <a:xfrm>
              <a:off x="3724027" y="3364996"/>
              <a:ext cx="123640" cy="110019"/>
            </a:xfrm>
            <a:custGeom>
              <a:rect b="b" l="l" r="r" t="t"/>
              <a:pathLst>
                <a:path extrusionOk="0" h="4200" w="4720">
                  <a:moveTo>
                    <a:pt x="2482" y="0"/>
                  </a:moveTo>
                  <a:cubicBezTo>
                    <a:pt x="2261" y="0"/>
                    <a:pt x="2038" y="36"/>
                    <a:pt x="1820" y="108"/>
                  </a:cubicBezTo>
                  <a:cubicBezTo>
                    <a:pt x="1741" y="132"/>
                    <a:pt x="1666" y="163"/>
                    <a:pt x="1590" y="198"/>
                  </a:cubicBezTo>
                  <a:cubicBezTo>
                    <a:pt x="377" y="766"/>
                    <a:pt x="0" y="2308"/>
                    <a:pt x="813" y="3374"/>
                  </a:cubicBezTo>
                  <a:cubicBezTo>
                    <a:pt x="1231" y="3922"/>
                    <a:pt x="1856" y="4199"/>
                    <a:pt x="2482" y="4199"/>
                  </a:cubicBezTo>
                  <a:cubicBezTo>
                    <a:pt x="3070" y="4199"/>
                    <a:pt x="3658" y="3954"/>
                    <a:pt x="4078" y="3460"/>
                  </a:cubicBezTo>
                  <a:lnTo>
                    <a:pt x="4085" y="3453"/>
                  </a:lnTo>
                  <a:cubicBezTo>
                    <a:pt x="4126" y="3405"/>
                    <a:pt x="4161" y="3360"/>
                    <a:pt x="4195" y="3309"/>
                  </a:cubicBezTo>
                  <a:cubicBezTo>
                    <a:pt x="4719" y="2569"/>
                    <a:pt x="4705" y="1579"/>
                    <a:pt x="4167" y="849"/>
                  </a:cubicBezTo>
                  <a:cubicBezTo>
                    <a:pt x="3763" y="306"/>
                    <a:pt x="3133" y="0"/>
                    <a:pt x="2482"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5"/>
            <p:cNvSpPr/>
            <p:nvPr/>
          </p:nvSpPr>
          <p:spPr>
            <a:xfrm>
              <a:off x="3751322" y="3364996"/>
              <a:ext cx="96345" cy="91892"/>
            </a:xfrm>
            <a:custGeom>
              <a:rect b="b" l="l" r="r" t="t"/>
              <a:pathLst>
                <a:path extrusionOk="0" h="3508" w="3678">
                  <a:moveTo>
                    <a:pt x="1440" y="0"/>
                  </a:moveTo>
                  <a:cubicBezTo>
                    <a:pt x="1219" y="0"/>
                    <a:pt x="996" y="36"/>
                    <a:pt x="778" y="108"/>
                  </a:cubicBezTo>
                  <a:cubicBezTo>
                    <a:pt x="699" y="132"/>
                    <a:pt x="624" y="163"/>
                    <a:pt x="548" y="198"/>
                  </a:cubicBezTo>
                  <a:cubicBezTo>
                    <a:pt x="0" y="975"/>
                    <a:pt x="41" y="2027"/>
                    <a:pt x="655" y="2757"/>
                  </a:cubicBezTo>
                  <a:cubicBezTo>
                    <a:pt x="1062" y="3245"/>
                    <a:pt x="1657" y="3508"/>
                    <a:pt x="2263" y="3508"/>
                  </a:cubicBezTo>
                  <a:cubicBezTo>
                    <a:pt x="2564" y="3508"/>
                    <a:pt x="2867" y="3443"/>
                    <a:pt x="3153" y="3309"/>
                  </a:cubicBezTo>
                  <a:cubicBezTo>
                    <a:pt x="3677" y="2569"/>
                    <a:pt x="3663" y="1579"/>
                    <a:pt x="3125" y="849"/>
                  </a:cubicBezTo>
                  <a:cubicBezTo>
                    <a:pt x="2721" y="306"/>
                    <a:pt x="2091" y="0"/>
                    <a:pt x="1440"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5"/>
            <p:cNvSpPr/>
            <p:nvPr/>
          </p:nvSpPr>
          <p:spPr>
            <a:xfrm>
              <a:off x="3781473" y="3393575"/>
              <a:ext cx="34761" cy="34787"/>
            </a:xfrm>
            <a:custGeom>
              <a:rect b="b" l="l" r="r" t="t"/>
              <a:pathLst>
                <a:path extrusionOk="0" h="1328" w="1327">
                  <a:moveTo>
                    <a:pt x="662" y="1"/>
                  </a:moveTo>
                  <a:cubicBezTo>
                    <a:pt x="295" y="1"/>
                    <a:pt x="1" y="299"/>
                    <a:pt x="1" y="662"/>
                  </a:cubicBezTo>
                  <a:cubicBezTo>
                    <a:pt x="1" y="1029"/>
                    <a:pt x="295" y="1327"/>
                    <a:pt x="662" y="1327"/>
                  </a:cubicBezTo>
                  <a:cubicBezTo>
                    <a:pt x="1029" y="1327"/>
                    <a:pt x="1327" y="1029"/>
                    <a:pt x="1327" y="662"/>
                  </a:cubicBezTo>
                  <a:cubicBezTo>
                    <a:pt x="1327" y="299"/>
                    <a:pt x="1029" y="1"/>
                    <a:pt x="66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85"/>
            <p:cNvSpPr/>
            <p:nvPr/>
          </p:nvSpPr>
          <p:spPr>
            <a:xfrm>
              <a:off x="3608952" y="3264512"/>
              <a:ext cx="35835" cy="31251"/>
            </a:xfrm>
            <a:custGeom>
              <a:rect b="b" l="l" r="r" t="t"/>
              <a:pathLst>
                <a:path extrusionOk="0" h="1193" w="1368">
                  <a:moveTo>
                    <a:pt x="350" y="0"/>
                  </a:moveTo>
                  <a:cubicBezTo>
                    <a:pt x="158" y="0"/>
                    <a:pt x="0" y="154"/>
                    <a:pt x="0" y="350"/>
                  </a:cubicBezTo>
                  <a:lnTo>
                    <a:pt x="0" y="843"/>
                  </a:lnTo>
                  <a:cubicBezTo>
                    <a:pt x="0" y="1035"/>
                    <a:pt x="158" y="1189"/>
                    <a:pt x="350" y="1193"/>
                  </a:cubicBezTo>
                  <a:lnTo>
                    <a:pt x="1018" y="1193"/>
                  </a:lnTo>
                  <a:cubicBezTo>
                    <a:pt x="1210" y="1189"/>
                    <a:pt x="1368" y="1035"/>
                    <a:pt x="1368" y="843"/>
                  </a:cubicBezTo>
                  <a:lnTo>
                    <a:pt x="1368" y="350"/>
                  </a:lnTo>
                  <a:cubicBezTo>
                    <a:pt x="1368" y="154"/>
                    <a:pt x="1210" y="0"/>
                    <a:pt x="101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85"/>
            <p:cNvSpPr/>
            <p:nvPr/>
          </p:nvSpPr>
          <p:spPr>
            <a:xfrm>
              <a:off x="3575632" y="3286778"/>
              <a:ext cx="102737" cy="239160"/>
            </a:xfrm>
            <a:custGeom>
              <a:rect b="b" l="l" r="r" t="t"/>
              <a:pathLst>
                <a:path extrusionOk="0" h="9130" w="3922">
                  <a:moveTo>
                    <a:pt x="875" y="0"/>
                  </a:moveTo>
                  <a:cubicBezTo>
                    <a:pt x="392" y="0"/>
                    <a:pt x="1" y="391"/>
                    <a:pt x="1" y="874"/>
                  </a:cubicBezTo>
                  <a:lnTo>
                    <a:pt x="1" y="8259"/>
                  </a:lnTo>
                  <a:cubicBezTo>
                    <a:pt x="1" y="8738"/>
                    <a:pt x="392" y="9129"/>
                    <a:pt x="875" y="9129"/>
                  </a:cubicBezTo>
                  <a:lnTo>
                    <a:pt x="3047" y="9129"/>
                  </a:lnTo>
                  <a:cubicBezTo>
                    <a:pt x="3527" y="9129"/>
                    <a:pt x="3918" y="8738"/>
                    <a:pt x="3921" y="8259"/>
                  </a:cubicBezTo>
                  <a:lnTo>
                    <a:pt x="3921" y="874"/>
                  </a:lnTo>
                  <a:cubicBezTo>
                    <a:pt x="3918" y="401"/>
                    <a:pt x="3548" y="17"/>
                    <a:pt x="307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85"/>
            <p:cNvSpPr/>
            <p:nvPr/>
          </p:nvSpPr>
          <p:spPr>
            <a:xfrm>
              <a:off x="3575554" y="3286778"/>
              <a:ext cx="80628" cy="212494"/>
            </a:xfrm>
            <a:custGeom>
              <a:rect b="b" l="l" r="r" t="t"/>
              <a:pathLst>
                <a:path extrusionOk="0" h="8112" w="3078">
                  <a:moveTo>
                    <a:pt x="878" y="0"/>
                  </a:moveTo>
                  <a:cubicBezTo>
                    <a:pt x="395" y="0"/>
                    <a:pt x="4" y="391"/>
                    <a:pt x="1" y="874"/>
                  </a:cubicBezTo>
                  <a:lnTo>
                    <a:pt x="1" y="8111"/>
                  </a:lnTo>
                  <a:lnTo>
                    <a:pt x="2204" y="8111"/>
                  </a:lnTo>
                  <a:cubicBezTo>
                    <a:pt x="2687" y="8111"/>
                    <a:pt x="3078" y="7721"/>
                    <a:pt x="3078" y="7237"/>
                  </a:cubicBezTo>
                  <a:lnTo>
                    <a:pt x="3078"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85"/>
            <p:cNvSpPr/>
            <p:nvPr/>
          </p:nvSpPr>
          <p:spPr>
            <a:xfrm>
              <a:off x="3867025" y="3332986"/>
              <a:ext cx="22921" cy="22921"/>
            </a:xfrm>
            <a:custGeom>
              <a:rect b="b" l="l" r="r" t="t"/>
              <a:pathLst>
                <a:path extrusionOk="0" h="875" w="875">
                  <a:moveTo>
                    <a:pt x="439" y="1"/>
                  </a:moveTo>
                  <a:cubicBezTo>
                    <a:pt x="196" y="1"/>
                    <a:pt x="0" y="196"/>
                    <a:pt x="0" y="439"/>
                  </a:cubicBezTo>
                  <a:cubicBezTo>
                    <a:pt x="0" y="679"/>
                    <a:pt x="196" y="875"/>
                    <a:pt x="439" y="875"/>
                  </a:cubicBezTo>
                  <a:cubicBezTo>
                    <a:pt x="679" y="875"/>
                    <a:pt x="874" y="679"/>
                    <a:pt x="874" y="439"/>
                  </a:cubicBezTo>
                  <a:cubicBezTo>
                    <a:pt x="874" y="196"/>
                    <a:pt x="679" y="1"/>
                    <a:pt x="43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85"/>
            <p:cNvSpPr/>
            <p:nvPr/>
          </p:nvSpPr>
          <p:spPr>
            <a:xfrm>
              <a:off x="3569896" y="3254349"/>
              <a:ext cx="385381" cy="277326"/>
            </a:xfrm>
            <a:custGeom>
              <a:rect b="b" l="l" r="r" t="t"/>
              <a:pathLst>
                <a:path extrusionOk="0" h="10587" w="14712">
                  <a:moveTo>
                    <a:pt x="2509" y="436"/>
                  </a:moveTo>
                  <a:cubicBezTo>
                    <a:pt x="2581" y="436"/>
                    <a:pt x="2639" y="494"/>
                    <a:pt x="2639" y="566"/>
                  </a:cubicBezTo>
                  <a:lnTo>
                    <a:pt x="2639" y="1019"/>
                  </a:lnTo>
                  <a:lnTo>
                    <a:pt x="1711" y="1019"/>
                  </a:lnTo>
                  <a:lnTo>
                    <a:pt x="1711" y="566"/>
                  </a:lnTo>
                  <a:cubicBezTo>
                    <a:pt x="1711" y="494"/>
                    <a:pt x="1769" y="436"/>
                    <a:pt x="1841" y="436"/>
                  </a:cubicBezTo>
                  <a:close/>
                  <a:moveTo>
                    <a:pt x="13225" y="1509"/>
                  </a:moveTo>
                  <a:cubicBezTo>
                    <a:pt x="13297" y="1512"/>
                    <a:pt x="13355" y="1570"/>
                    <a:pt x="13355" y="1642"/>
                  </a:cubicBezTo>
                  <a:lnTo>
                    <a:pt x="13355" y="2067"/>
                  </a:lnTo>
                  <a:lnTo>
                    <a:pt x="11580" y="2067"/>
                  </a:lnTo>
                  <a:lnTo>
                    <a:pt x="11580" y="1642"/>
                  </a:lnTo>
                  <a:cubicBezTo>
                    <a:pt x="11580" y="1570"/>
                    <a:pt x="11638" y="1512"/>
                    <a:pt x="11710" y="1509"/>
                  </a:cubicBezTo>
                  <a:close/>
                  <a:moveTo>
                    <a:pt x="1841" y="1"/>
                  </a:moveTo>
                  <a:cubicBezTo>
                    <a:pt x="1529" y="1"/>
                    <a:pt x="1272" y="255"/>
                    <a:pt x="1272" y="570"/>
                  </a:cubicBezTo>
                  <a:lnTo>
                    <a:pt x="1272" y="1019"/>
                  </a:lnTo>
                  <a:lnTo>
                    <a:pt x="1094" y="1019"/>
                  </a:lnTo>
                  <a:cubicBezTo>
                    <a:pt x="840" y="1019"/>
                    <a:pt x="597" y="1104"/>
                    <a:pt x="402" y="1265"/>
                  </a:cubicBezTo>
                  <a:cubicBezTo>
                    <a:pt x="226" y="1414"/>
                    <a:pt x="365" y="1654"/>
                    <a:pt x="543" y="1654"/>
                  </a:cubicBezTo>
                  <a:cubicBezTo>
                    <a:pt x="587" y="1654"/>
                    <a:pt x="634" y="1639"/>
                    <a:pt x="679" y="1605"/>
                  </a:cubicBezTo>
                  <a:cubicBezTo>
                    <a:pt x="837" y="1474"/>
                    <a:pt x="993" y="1454"/>
                    <a:pt x="1145" y="1454"/>
                  </a:cubicBezTo>
                  <a:cubicBezTo>
                    <a:pt x="1211" y="1454"/>
                    <a:pt x="1276" y="1457"/>
                    <a:pt x="1340" y="1457"/>
                  </a:cubicBezTo>
                  <a:cubicBezTo>
                    <a:pt x="1371" y="1457"/>
                    <a:pt x="1402" y="1457"/>
                    <a:pt x="1433" y="1454"/>
                  </a:cubicBezTo>
                  <a:lnTo>
                    <a:pt x="3266" y="1454"/>
                  </a:lnTo>
                  <a:cubicBezTo>
                    <a:pt x="3630" y="1454"/>
                    <a:pt x="3921" y="1749"/>
                    <a:pt x="3921" y="2112"/>
                  </a:cubicBezTo>
                  <a:lnTo>
                    <a:pt x="3921" y="2948"/>
                  </a:lnTo>
                  <a:cubicBezTo>
                    <a:pt x="3921" y="3068"/>
                    <a:pt x="4020" y="3164"/>
                    <a:pt x="4140" y="3164"/>
                  </a:cubicBezTo>
                  <a:cubicBezTo>
                    <a:pt x="4260" y="3164"/>
                    <a:pt x="4359" y="3068"/>
                    <a:pt x="4359" y="2948"/>
                  </a:cubicBezTo>
                  <a:lnTo>
                    <a:pt x="4359" y="2503"/>
                  </a:lnTo>
                  <a:lnTo>
                    <a:pt x="13667" y="2503"/>
                  </a:lnTo>
                  <a:cubicBezTo>
                    <a:pt x="14006" y="2527"/>
                    <a:pt x="14270" y="2811"/>
                    <a:pt x="14273" y="3154"/>
                  </a:cubicBezTo>
                  <a:lnTo>
                    <a:pt x="14273" y="3421"/>
                  </a:lnTo>
                  <a:lnTo>
                    <a:pt x="13896" y="3421"/>
                  </a:lnTo>
                  <a:cubicBezTo>
                    <a:pt x="13605" y="3421"/>
                    <a:pt x="13605" y="3856"/>
                    <a:pt x="13896" y="3856"/>
                  </a:cubicBezTo>
                  <a:lnTo>
                    <a:pt x="14270" y="3856"/>
                  </a:lnTo>
                  <a:lnTo>
                    <a:pt x="14270" y="9061"/>
                  </a:lnTo>
                  <a:lnTo>
                    <a:pt x="13269" y="9061"/>
                  </a:lnTo>
                  <a:cubicBezTo>
                    <a:pt x="12937" y="9061"/>
                    <a:pt x="12673" y="8794"/>
                    <a:pt x="12673" y="8465"/>
                  </a:cubicBezTo>
                  <a:lnTo>
                    <a:pt x="12673" y="4452"/>
                  </a:lnTo>
                  <a:cubicBezTo>
                    <a:pt x="12673" y="4192"/>
                    <a:pt x="12844" y="3962"/>
                    <a:pt x="13091" y="3884"/>
                  </a:cubicBezTo>
                  <a:cubicBezTo>
                    <a:pt x="13328" y="3795"/>
                    <a:pt x="13247" y="3458"/>
                    <a:pt x="13023" y="3458"/>
                  </a:cubicBezTo>
                  <a:cubicBezTo>
                    <a:pt x="13004" y="3458"/>
                    <a:pt x="12985" y="3460"/>
                    <a:pt x="12964" y="3465"/>
                  </a:cubicBezTo>
                  <a:cubicBezTo>
                    <a:pt x="12532" y="3603"/>
                    <a:pt x="12238" y="4000"/>
                    <a:pt x="12234" y="4452"/>
                  </a:cubicBezTo>
                  <a:lnTo>
                    <a:pt x="12234" y="8465"/>
                  </a:lnTo>
                  <a:cubicBezTo>
                    <a:pt x="12238" y="9034"/>
                    <a:pt x="12697" y="9497"/>
                    <a:pt x="13269" y="9497"/>
                  </a:cubicBezTo>
                  <a:lnTo>
                    <a:pt x="14273" y="9497"/>
                  </a:lnTo>
                  <a:cubicBezTo>
                    <a:pt x="14270" y="9856"/>
                    <a:pt x="13979" y="10144"/>
                    <a:pt x="13619" y="10148"/>
                  </a:cubicBezTo>
                  <a:lnTo>
                    <a:pt x="4137" y="10148"/>
                  </a:lnTo>
                  <a:cubicBezTo>
                    <a:pt x="4233" y="10017"/>
                    <a:pt x="4301" y="9870"/>
                    <a:pt x="4336" y="9712"/>
                  </a:cubicBezTo>
                  <a:cubicBezTo>
                    <a:pt x="4369" y="9549"/>
                    <a:pt x="4241" y="9449"/>
                    <a:pt x="4115" y="9449"/>
                  </a:cubicBezTo>
                  <a:cubicBezTo>
                    <a:pt x="4023" y="9449"/>
                    <a:pt x="3932" y="9503"/>
                    <a:pt x="3907" y="9623"/>
                  </a:cubicBezTo>
                  <a:cubicBezTo>
                    <a:pt x="3842" y="9928"/>
                    <a:pt x="3575" y="10144"/>
                    <a:pt x="3263" y="10148"/>
                  </a:cubicBezTo>
                  <a:lnTo>
                    <a:pt x="1059" y="10148"/>
                  </a:lnTo>
                  <a:lnTo>
                    <a:pt x="1025" y="10144"/>
                  </a:lnTo>
                  <a:lnTo>
                    <a:pt x="994" y="10141"/>
                  </a:lnTo>
                  <a:cubicBezTo>
                    <a:pt x="676" y="10093"/>
                    <a:pt x="439" y="9815"/>
                    <a:pt x="439" y="9493"/>
                  </a:cubicBezTo>
                  <a:lnTo>
                    <a:pt x="439" y="2208"/>
                  </a:lnTo>
                  <a:cubicBezTo>
                    <a:pt x="439" y="2062"/>
                    <a:pt x="330" y="1989"/>
                    <a:pt x="220" y="1989"/>
                  </a:cubicBezTo>
                  <a:cubicBezTo>
                    <a:pt x="110" y="1989"/>
                    <a:pt x="1" y="2062"/>
                    <a:pt x="1" y="2208"/>
                  </a:cubicBezTo>
                  <a:lnTo>
                    <a:pt x="1" y="9497"/>
                  </a:lnTo>
                  <a:cubicBezTo>
                    <a:pt x="1" y="10024"/>
                    <a:pt x="384" y="10480"/>
                    <a:pt x="905" y="10569"/>
                  </a:cubicBezTo>
                  <a:cubicBezTo>
                    <a:pt x="933" y="10576"/>
                    <a:pt x="957" y="10579"/>
                    <a:pt x="984" y="10579"/>
                  </a:cubicBezTo>
                  <a:cubicBezTo>
                    <a:pt x="1001" y="10579"/>
                    <a:pt x="1018" y="10583"/>
                    <a:pt x="1036" y="10586"/>
                  </a:cubicBezTo>
                  <a:lnTo>
                    <a:pt x="13619" y="10586"/>
                  </a:lnTo>
                  <a:cubicBezTo>
                    <a:pt x="14222" y="10583"/>
                    <a:pt x="14708" y="10096"/>
                    <a:pt x="14712" y="9493"/>
                  </a:cubicBezTo>
                  <a:lnTo>
                    <a:pt x="14712" y="3154"/>
                  </a:lnTo>
                  <a:cubicBezTo>
                    <a:pt x="14708" y="2619"/>
                    <a:pt x="14321" y="2163"/>
                    <a:pt x="13790" y="2081"/>
                  </a:cubicBezTo>
                  <a:lnTo>
                    <a:pt x="13790" y="1639"/>
                  </a:lnTo>
                  <a:cubicBezTo>
                    <a:pt x="13790" y="1327"/>
                    <a:pt x="13536" y="1074"/>
                    <a:pt x="13225" y="1074"/>
                  </a:cubicBezTo>
                  <a:lnTo>
                    <a:pt x="11710" y="1074"/>
                  </a:lnTo>
                  <a:cubicBezTo>
                    <a:pt x="11395" y="1074"/>
                    <a:pt x="11141" y="1327"/>
                    <a:pt x="11141" y="1639"/>
                  </a:cubicBezTo>
                  <a:lnTo>
                    <a:pt x="11141" y="2064"/>
                  </a:lnTo>
                  <a:lnTo>
                    <a:pt x="10531" y="2064"/>
                  </a:lnTo>
                  <a:lnTo>
                    <a:pt x="10072" y="1074"/>
                  </a:lnTo>
                  <a:cubicBezTo>
                    <a:pt x="9907" y="721"/>
                    <a:pt x="9555" y="494"/>
                    <a:pt x="9167" y="494"/>
                  </a:cubicBezTo>
                  <a:lnTo>
                    <a:pt x="7389" y="494"/>
                  </a:lnTo>
                  <a:cubicBezTo>
                    <a:pt x="7067" y="494"/>
                    <a:pt x="6762" y="652"/>
                    <a:pt x="6577" y="916"/>
                  </a:cubicBezTo>
                  <a:cubicBezTo>
                    <a:pt x="6466" y="1084"/>
                    <a:pt x="6608" y="1255"/>
                    <a:pt x="6761" y="1255"/>
                  </a:cubicBezTo>
                  <a:cubicBezTo>
                    <a:pt x="6820" y="1255"/>
                    <a:pt x="6881" y="1229"/>
                    <a:pt x="6930" y="1166"/>
                  </a:cubicBezTo>
                  <a:cubicBezTo>
                    <a:pt x="7036" y="1019"/>
                    <a:pt x="7207" y="933"/>
                    <a:pt x="7389" y="933"/>
                  </a:cubicBezTo>
                  <a:lnTo>
                    <a:pt x="9167" y="933"/>
                  </a:lnTo>
                  <a:cubicBezTo>
                    <a:pt x="9383" y="933"/>
                    <a:pt x="9582" y="1060"/>
                    <a:pt x="9674" y="1259"/>
                  </a:cubicBezTo>
                  <a:lnTo>
                    <a:pt x="10048" y="2067"/>
                  </a:lnTo>
                  <a:lnTo>
                    <a:pt x="6508" y="2067"/>
                  </a:lnTo>
                  <a:lnTo>
                    <a:pt x="6577" y="1920"/>
                  </a:lnTo>
                  <a:cubicBezTo>
                    <a:pt x="6662" y="1743"/>
                    <a:pt x="6515" y="1601"/>
                    <a:pt x="6371" y="1601"/>
                  </a:cubicBezTo>
                  <a:cubicBezTo>
                    <a:pt x="6295" y="1601"/>
                    <a:pt x="6219" y="1640"/>
                    <a:pt x="6179" y="1735"/>
                  </a:cubicBezTo>
                  <a:lnTo>
                    <a:pt x="6025" y="2064"/>
                  </a:lnTo>
                  <a:lnTo>
                    <a:pt x="4356" y="2064"/>
                  </a:lnTo>
                  <a:cubicBezTo>
                    <a:pt x="4329" y="1481"/>
                    <a:pt x="3849" y="1019"/>
                    <a:pt x="3263" y="1019"/>
                  </a:cubicBezTo>
                  <a:lnTo>
                    <a:pt x="3078" y="1019"/>
                  </a:lnTo>
                  <a:lnTo>
                    <a:pt x="3078" y="570"/>
                  </a:lnTo>
                  <a:cubicBezTo>
                    <a:pt x="3078" y="255"/>
                    <a:pt x="2824" y="1"/>
                    <a:pt x="25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85"/>
            <p:cNvSpPr/>
            <p:nvPr/>
          </p:nvSpPr>
          <p:spPr>
            <a:xfrm>
              <a:off x="3672580" y="3348624"/>
              <a:ext cx="11447" cy="141925"/>
            </a:xfrm>
            <a:custGeom>
              <a:rect b="b" l="l" r="r" t="t"/>
              <a:pathLst>
                <a:path extrusionOk="0" h="5418" w="437">
                  <a:moveTo>
                    <a:pt x="218" y="1"/>
                  </a:moveTo>
                  <a:cubicBezTo>
                    <a:pt x="110" y="1"/>
                    <a:pt x="1" y="74"/>
                    <a:pt x="1" y="219"/>
                  </a:cubicBezTo>
                  <a:lnTo>
                    <a:pt x="1" y="5199"/>
                  </a:lnTo>
                  <a:cubicBezTo>
                    <a:pt x="1" y="5322"/>
                    <a:pt x="97" y="5418"/>
                    <a:pt x="217" y="5418"/>
                  </a:cubicBezTo>
                  <a:cubicBezTo>
                    <a:pt x="340" y="5418"/>
                    <a:pt x="436" y="5322"/>
                    <a:pt x="436" y="5199"/>
                  </a:cubicBezTo>
                  <a:lnTo>
                    <a:pt x="436" y="219"/>
                  </a:lnTo>
                  <a:cubicBezTo>
                    <a:pt x="436" y="74"/>
                    <a:pt x="327"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85"/>
            <p:cNvSpPr/>
            <p:nvPr/>
          </p:nvSpPr>
          <p:spPr>
            <a:xfrm>
              <a:off x="3859560" y="3329423"/>
              <a:ext cx="42410" cy="32220"/>
            </a:xfrm>
            <a:custGeom>
              <a:rect b="b" l="l" r="r" t="t"/>
              <a:pathLst>
                <a:path extrusionOk="0" h="1230" w="1619">
                  <a:moveTo>
                    <a:pt x="976" y="0"/>
                  </a:moveTo>
                  <a:cubicBezTo>
                    <a:pt x="792" y="0"/>
                    <a:pt x="662" y="257"/>
                    <a:pt x="847" y="397"/>
                  </a:cubicBezTo>
                  <a:cubicBezTo>
                    <a:pt x="988" y="497"/>
                    <a:pt x="960" y="713"/>
                    <a:pt x="799" y="778"/>
                  </a:cubicBezTo>
                  <a:cubicBezTo>
                    <a:pt x="772" y="788"/>
                    <a:pt x="745" y="793"/>
                    <a:pt x="719" y="793"/>
                  </a:cubicBezTo>
                  <a:cubicBezTo>
                    <a:pt x="588" y="793"/>
                    <a:pt x="476" y="674"/>
                    <a:pt x="505" y="531"/>
                  </a:cubicBezTo>
                  <a:cubicBezTo>
                    <a:pt x="525" y="414"/>
                    <a:pt x="450" y="301"/>
                    <a:pt x="333" y="277"/>
                  </a:cubicBezTo>
                  <a:cubicBezTo>
                    <a:pt x="319" y="274"/>
                    <a:pt x="305" y="273"/>
                    <a:pt x="291" y="273"/>
                  </a:cubicBezTo>
                  <a:cubicBezTo>
                    <a:pt x="190" y="273"/>
                    <a:pt x="97" y="347"/>
                    <a:pt x="76" y="452"/>
                  </a:cubicBezTo>
                  <a:cubicBezTo>
                    <a:pt x="1" y="853"/>
                    <a:pt x="309" y="1230"/>
                    <a:pt x="721" y="1230"/>
                  </a:cubicBezTo>
                  <a:cubicBezTo>
                    <a:pt x="1354" y="1230"/>
                    <a:pt x="1618" y="411"/>
                    <a:pt x="1101" y="41"/>
                  </a:cubicBezTo>
                  <a:cubicBezTo>
                    <a:pt x="1059" y="13"/>
                    <a:pt x="1016" y="0"/>
                    <a:pt x="9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85"/>
            <p:cNvSpPr/>
            <p:nvPr/>
          </p:nvSpPr>
          <p:spPr>
            <a:xfrm>
              <a:off x="3692331" y="3323137"/>
              <a:ext cx="193660" cy="193555"/>
            </a:xfrm>
            <a:custGeom>
              <a:rect b="b" l="l" r="r" t="t"/>
              <a:pathLst>
                <a:path extrusionOk="0" h="7389" w="7393">
                  <a:moveTo>
                    <a:pt x="3672" y="0"/>
                  </a:moveTo>
                  <a:cubicBezTo>
                    <a:pt x="2896" y="0"/>
                    <a:pt x="2103" y="247"/>
                    <a:pt x="1409" y="795"/>
                  </a:cubicBezTo>
                  <a:cubicBezTo>
                    <a:pt x="1215" y="937"/>
                    <a:pt x="1357" y="1193"/>
                    <a:pt x="1539" y="1193"/>
                  </a:cubicBezTo>
                  <a:cubicBezTo>
                    <a:pt x="1585" y="1193"/>
                    <a:pt x="1634" y="1176"/>
                    <a:pt x="1680" y="1138"/>
                  </a:cubicBezTo>
                  <a:cubicBezTo>
                    <a:pt x="2292" y="654"/>
                    <a:pt x="2991" y="436"/>
                    <a:pt x="3675" y="436"/>
                  </a:cubicBezTo>
                  <a:cubicBezTo>
                    <a:pt x="5360" y="436"/>
                    <a:pt x="6957" y="1757"/>
                    <a:pt x="6957" y="3694"/>
                  </a:cubicBezTo>
                  <a:cubicBezTo>
                    <a:pt x="6954" y="5493"/>
                    <a:pt x="5497" y="6949"/>
                    <a:pt x="3698" y="6949"/>
                  </a:cubicBezTo>
                  <a:cubicBezTo>
                    <a:pt x="1899" y="6949"/>
                    <a:pt x="439" y="5493"/>
                    <a:pt x="439" y="3694"/>
                  </a:cubicBezTo>
                  <a:cubicBezTo>
                    <a:pt x="436" y="2978"/>
                    <a:pt x="672" y="2282"/>
                    <a:pt x="1108" y="1717"/>
                  </a:cubicBezTo>
                  <a:cubicBezTo>
                    <a:pt x="1180" y="1621"/>
                    <a:pt x="1162" y="1484"/>
                    <a:pt x="1066" y="1412"/>
                  </a:cubicBezTo>
                  <a:cubicBezTo>
                    <a:pt x="1027" y="1381"/>
                    <a:pt x="981" y="1366"/>
                    <a:pt x="935" y="1366"/>
                  </a:cubicBezTo>
                  <a:cubicBezTo>
                    <a:pt x="868" y="1366"/>
                    <a:pt x="802" y="1396"/>
                    <a:pt x="758" y="1453"/>
                  </a:cubicBezTo>
                  <a:cubicBezTo>
                    <a:pt x="265" y="2097"/>
                    <a:pt x="1" y="2885"/>
                    <a:pt x="1" y="3694"/>
                  </a:cubicBezTo>
                  <a:cubicBezTo>
                    <a:pt x="1" y="5736"/>
                    <a:pt x="1656" y="7388"/>
                    <a:pt x="3698" y="7388"/>
                  </a:cubicBezTo>
                  <a:cubicBezTo>
                    <a:pt x="5737" y="7388"/>
                    <a:pt x="7392" y="5736"/>
                    <a:pt x="7392" y="3694"/>
                  </a:cubicBezTo>
                  <a:cubicBezTo>
                    <a:pt x="7392" y="1496"/>
                    <a:pt x="5582" y="0"/>
                    <a:pt x="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5"/>
            <p:cNvSpPr/>
            <p:nvPr/>
          </p:nvSpPr>
          <p:spPr>
            <a:xfrm>
              <a:off x="3723136" y="3359207"/>
              <a:ext cx="146247" cy="121335"/>
            </a:xfrm>
            <a:custGeom>
              <a:rect b="b" l="l" r="r" t="t"/>
              <a:pathLst>
                <a:path extrusionOk="0" h="4632" w="5583">
                  <a:moveTo>
                    <a:pt x="2522" y="0"/>
                  </a:moveTo>
                  <a:cubicBezTo>
                    <a:pt x="1090" y="0"/>
                    <a:pt x="0" y="1286"/>
                    <a:pt x="237" y="2697"/>
                  </a:cubicBezTo>
                  <a:cubicBezTo>
                    <a:pt x="252" y="2805"/>
                    <a:pt x="345" y="2885"/>
                    <a:pt x="454" y="2885"/>
                  </a:cubicBezTo>
                  <a:cubicBezTo>
                    <a:pt x="466" y="2885"/>
                    <a:pt x="478" y="2884"/>
                    <a:pt x="490" y="2882"/>
                  </a:cubicBezTo>
                  <a:cubicBezTo>
                    <a:pt x="610" y="2862"/>
                    <a:pt x="689" y="2745"/>
                    <a:pt x="668" y="2625"/>
                  </a:cubicBezTo>
                  <a:cubicBezTo>
                    <a:pt x="463" y="1401"/>
                    <a:pt x="1444" y="437"/>
                    <a:pt x="2525" y="437"/>
                  </a:cubicBezTo>
                  <a:cubicBezTo>
                    <a:pt x="2957" y="437"/>
                    <a:pt x="3405" y="591"/>
                    <a:pt x="3800" y="943"/>
                  </a:cubicBezTo>
                  <a:cubicBezTo>
                    <a:pt x="4626" y="1710"/>
                    <a:pt x="4592" y="3026"/>
                    <a:pt x="3732" y="3753"/>
                  </a:cubicBezTo>
                  <a:cubicBezTo>
                    <a:pt x="3378" y="4052"/>
                    <a:pt x="2948" y="4196"/>
                    <a:pt x="2522" y="4196"/>
                  </a:cubicBezTo>
                  <a:cubicBezTo>
                    <a:pt x="1915" y="4196"/>
                    <a:pt x="1314" y="3903"/>
                    <a:pt x="949" y="3348"/>
                  </a:cubicBezTo>
                  <a:cubicBezTo>
                    <a:pt x="902" y="3280"/>
                    <a:pt x="839" y="3252"/>
                    <a:pt x="777" y="3252"/>
                  </a:cubicBezTo>
                  <a:cubicBezTo>
                    <a:pt x="625" y="3252"/>
                    <a:pt x="479" y="3418"/>
                    <a:pt x="586" y="3588"/>
                  </a:cubicBezTo>
                  <a:cubicBezTo>
                    <a:pt x="1038" y="4276"/>
                    <a:pt x="1778" y="4632"/>
                    <a:pt x="2522" y="4632"/>
                  </a:cubicBezTo>
                  <a:cubicBezTo>
                    <a:pt x="3139" y="4632"/>
                    <a:pt x="3759" y="4388"/>
                    <a:pt x="4222" y="3886"/>
                  </a:cubicBezTo>
                  <a:cubicBezTo>
                    <a:pt x="5582" y="2413"/>
                    <a:pt x="4534" y="0"/>
                    <a:pt x="2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5"/>
            <p:cNvSpPr/>
            <p:nvPr/>
          </p:nvSpPr>
          <p:spPr>
            <a:xfrm>
              <a:off x="3768820" y="3388205"/>
              <a:ext cx="58729" cy="45972"/>
            </a:xfrm>
            <a:custGeom>
              <a:rect b="b" l="l" r="r" t="t"/>
              <a:pathLst>
                <a:path extrusionOk="0" h="1755" w="2242">
                  <a:moveTo>
                    <a:pt x="1012" y="0"/>
                  </a:moveTo>
                  <a:cubicBezTo>
                    <a:pt x="999" y="0"/>
                    <a:pt x="986" y="1"/>
                    <a:pt x="974" y="4"/>
                  </a:cubicBezTo>
                  <a:cubicBezTo>
                    <a:pt x="148" y="168"/>
                    <a:pt x="0" y="1285"/>
                    <a:pt x="754" y="1659"/>
                  </a:cubicBezTo>
                  <a:cubicBezTo>
                    <a:pt x="887" y="1725"/>
                    <a:pt x="1020" y="1754"/>
                    <a:pt x="1149" y="1754"/>
                  </a:cubicBezTo>
                  <a:cubicBezTo>
                    <a:pt x="1751" y="1754"/>
                    <a:pt x="2242" y="1107"/>
                    <a:pt x="1940" y="483"/>
                  </a:cubicBezTo>
                  <a:cubicBezTo>
                    <a:pt x="1895" y="401"/>
                    <a:pt x="1824" y="366"/>
                    <a:pt x="1753" y="366"/>
                  </a:cubicBezTo>
                  <a:cubicBezTo>
                    <a:pt x="1611" y="366"/>
                    <a:pt x="1471" y="504"/>
                    <a:pt x="1546" y="675"/>
                  </a:cubicBezTo>
                  <a:cubicBezTo>
                    <a:pt x="1698" y="989"/>
                    <a:pt x="1451" y="1316"/>
                    <a:pt x="1146" y="1316"/>
                  </a:cubicBezTo>
                  <a:cubicBezTo>
                    <a:pt x="1081" y="1316"/>
                    <a:pt x="1013" y="1301"/>
                    <a:pt x="946" y="1268"/>
                  </a:cubicBezTo>
                  <a:cubicBezTo>
                    <a:pt x="569" y="1080"/>
                    <a:pt x="641" y="514"/>
                    <a:pt x="1056" y="432"/>
                  </a:cubicBezTo>
                  <a:lnTo>
                    <a:pt x="1059" y="432"/>
                  </a:lnTo>
                  <a:cubicBezTo>
                    <a:pt x="1176" y="408"/>
                    <a:pt x="1248" y="292"/>
                    <a:pt x="1224" y="175"/>
                  </a:cubicBezTo>
                  <a:cubicBezTo>
                    <a:pt x="1205" y="71"/>
                    <a:pt x="1114"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0" name="Google Shape;12500;p85"/>
          <p:cNvGrpSpPr/>
          <p:nvPr/>
        </p:nvGrpSpPr>
        <p:grpSpPr>
          <a:xfrm>
            <a:off x="4204810" y="3180452"/>
            <a:ext cx="210241" cy="386769"/>
            <a:chOff x="4204810" y="3180452"/>
            <a:chExt cx="210241" cy="386769"/>
          </a:xfrm>
        </p:grpSpPr>
        <p:sp>
          <p:nvSpPr>
            <p:cNvPr id="12501" name="Google Shape;12501;p85"/>
            <p:cNvSpPr/>
            <p:nvPr/>
          </p:nvSpPr>
          <p:spPr>
            <a:xfrm>
              <a:off x="4296178" y="3412881"/>
              <a:ext cx="27400" cy="148499"/>
            </a:xfrm>
            <a:custGeom>
              <a:rect b="b" l="l" r="r" t="t"/>
              <a:pathLst>
                <a:path extrusionOk="0" h="5669" w="1046">
                  <a:moveTo>
                    <a:pt x="254" y="1"/>
                  </a:moveTo>
                  <a:cubicBezTo>
                    <a:pt x="114" y="1"/>
                    <a:pt x="1" y="114"/>
                    <a:pt x="1" y="254"/>
                  </a:cubicBezTo>
                  <a:lnTo>
                    <a:pt x="1" y="5144"/>
                  </a:lnTo>
                  <a:cubicBezTo>
                    <a:pt x="1" y="5432"/>
                    <a:pt x="234" y="5669"/>
                    <a:pt x="525" y="5669"/>
                  </a:cubicBezTo>
                  <a:cubicBezTo>
                    <a:pt x="813" y="5669"/>
                    <a:pt x="1046" y="5432"/>
                    <a:pt x="1046" y="5144"/>
                  </a:cubicBezTo>
                  <a:lnTo>
                    <a:pt x="1046" y="254"/>
                  </a:lnTo>
                  <a:cubicBezTo>
                    <a:pt x="1046" y="114"/>
                    <a:pt x="933" y="1"/>
                    <a:pt x="79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5"/>
            <p:cNvSpPr/>
            <p:nvPr/>
          </p:nvSpPr>
          <p:spPr>
            <a:xfrm>
              <a:off x="4300134" y="3419980"/>
              <a:ext cx="84767" cy="139829"/>
            </a:xfrm>
            <a:custGeom>
              <a:rect b="b" l="l" r="r" t="t"/>
              <a:pathLst>
                <a:path extrusionOk="0" h="5338" w="3236">
                  <a:moveTo>
                    <a:pt x="771" y="0"/>
                  </a:moveTo>
                  <a:cubicBezTo>
                    <a:pt x="734" y="0"/>
                    <a:pt x="697" y="8"/>
                    <a:pt x="662" y="24"/>
                  </a:cubicBezTo>
                  <a:lnTo>
                    <a:pt x="179" y="261"/>
                  </a:lnTo>
                  <a:cubicBezTo>
                    <a:pt x="52" y="323"/>
                    <a:pt x="1" y="473"/>
                    <a:pt x="59" y="600"/>
                  </a:cubicBezTo>
                  <a:lnTo>
                    <a:pt x="2166" y="5041"/>
                  </a:lnTo>
                  <a:cubicBezTo>
                    <a:pt x="2257" y="5228"/>
                    <a:pt x="2445" y="5337"/>
                    <a:pt x="2640" y="5337"/>
                  </a:cubicBezTo>
                  <a:cubicBezTo>
                    <a:pt x="2717" y="5337"/>
                    <a:pt x="2795" y="5320"/>
                    <a:pt x="2869" y="5285"/>
                  </a:cubicBezTo>
                  <a:cubicBezTo>
                    <a:pt x="3126" y="5158"/>
                    <a:pt x="3235" y="4846"/>
                    <a:pt x="3109" y="4585"/>
                  </a:cubicBezTo>
                  <a:lnTo>
                    <a:pt x="1001" y="144"/>
                  </a:lnTo>
                  <a:cubicBezTo>
                    <a:pt x="957" y="53"/>
                    <a:pt x="866" y="0"/>
                    <a:pt x="77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85"/>
            <p:cNvSpPr/>
            <p:nvPr/>
          </p:nvSpPr>
          <p:spPr>
            <a:xfrm>
              <a:off x="4234960" y="3419980"/>
              <a:ext cx="84767" cy="139829"/>
            </a:xfrm>
            <a:custGeom>
              <a:rect b="b" l="l" r="r" t="t"/>
              <a:pathLst>
                <a:path extrusionOk="0" h="5338" w="3236">
                  <a:moveTo>
                    <a:pt x="2466" y="0"/>
                  </a:moveTo>
                  <a:cubicBezTo>
                    <a:pt x="2371" y="0"/>
                    <a:pt x="2280" y="53"/>
                    <a:pt x="2235" y="144"/>
                  </a:cubicBezTo>
                  <a:lnTo>
                    <a:pt x="124" y="4585"/>
                  </a:lnTo>
                  <a:cubicBezTo>
                    <a:pt x="1" y="4846"/>
                    <a:pt x="107" y="5158"/>
                    <a:pt x="367" y="5285"/>
                  </a:cubicBezTo>
                  <a:cubicBezTo>
                    <a:pt x="441" y="5320"/>
                    <a:pt x="519" y="5337"/>
                    <a:pt x="595" y="5337"/>
                  </a:cubicBezTo>
                  <a:cubicBezTo>
                    <a:pt x="789" y="5337"/>
                    <a:pt x="975" y="5228"/>
                    <a:pt x="1066" y="5041"/>
                  </a:cubicBezTo>
                  <a:lnTo>
                    <a:pt x="3177" y="600"/>
                  </a:lnTo>
                  <a:cubicBezTo>
                    <a:pt x="3236" y="473"/>
                    <a:pt x="3184" y="323"/>
                    <a:pt x="3057" y="261"/>
                  </a:cubicBezTo>
                  <a:lnTo>
                    <a:pt x="2574" y="24"/>
                  </a:lnTo>
                  <a:cubicBezTo>
                    <a:pt x="2539" y="8"/>
                    <a:pt x="2502" y="0"/>
                    <a:pt x="2466"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85"/>
            <p:cNvSpPr/>
            <p:nvPr/>
          </p:nvSpPr>
          <p:spPr>
            <a:xfrm>
              <a:off x="4294580" y="3186242"/>
              <a:ext cx="30622" cy="42750"/>
            </a:xfrm>
            <a:custGeom>
              <a:rect b="b" l="l" r="r" t="t"/>
              <a:pathLst>
                <a:path extrusionOk="0" h="1632" w="1169">
                  <a:moveTo>
                    <a:pt x="586" y="0"/>
                  </a:moveTo>
                  <a:cubicBezTo>
                    <a:pt x="261" y="3"/>
                    <a:pt x="0" y="264"/>
                    <a:pt x="0" y="586"/>
                  </a:cubicBezTo>
                  <a:lnTo>
                    <a:pt x="0" y="1251"/>
                  </a:lnTo>
                  <a:cubicBezTo>
                    <a:pt x="0" y="1460"/>
                    <a:pt x="168" y="1628"/>
                    <a:pt x="377" y="1631"/>
                  </a:cubicBezTo>
                  <a:lnTo>
                    <a:pt x="792" y="1631"/>
                  </a:lnTo>
                  <a:cubicBezTo>
                    <a:pt x="1001" y="1628"/>
                    <a:pt x="1169" y="1460"/>
                    <a:pt x="1169" y="1251"/>
                  </a:cubicBezTo>
                  <a:lnTo>
                    <a:pt x="1169" y="586"/>
                  </a:lnTo>
                  <a:cubicBezTo>
                    <a:pt x="1169" y="264"/>
                    <a:pt x="908" y="3"/>
                    <a:pt x="586"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85"/>
            <p:cNvSpPr/>
            <p:nvPr/>
          </p:nvSpPr>
          <p:spPr>
            <a:xfrm>
              <a:off x="4230219" y="3227525"/>
              <a:ext cx="159344" cy="193188"/>
            </a:xfrm>
            <a:custGeom>
              <a:rect b="b" l="l" r="r" t="t"/>
              <a:pathLst>
                <a:path extrusionOk="0" h="7375" w="6083">
                  <a:moveTo>
                    <a:pt x="350" y="0"/>
                  </a:moveTo>
                  <a:cubicBezTo>
                    <a:pt x="158" y="0"/>
                    <a:pt x="0" y="155"/>
                    <a:pt x="0" y="350"/>
                  </a:cubicBezTo>
                  <a:lnTo>
                    <a:pt x="0" y="7025"/>
                  </a:lnTo>
                  <a:cubicBezTo>
                    <a:pt x="0" y="7217"/>
                    <a:pt x="158" y="7375"/>
                    <a:pt x="350" y="7375"/>
                  </a:cubicBezTo>
                  <a:lnTo>
                    <a:pt x="5733" y="7375"/>
                  </a:lnTo>
                  <a:cubicBezTo>
                    <a:pt x="5925" y="7375"/>
                    <a:pt x="6083" y="7217"/>
                    <a:pt x="6083" y="7025"/>
                  </a:cubicBezTo>
                  <a:lnTo>
                    <a:pt x="6083" y="350"/>
                  </a:lnTo>
                  <a:cubicBezTo>
                    <a:pt x="6083" y="158"/>
                    <a:pt x="5928" y="0"/>
                    <a:pt x="573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5"/>
            <p:cNvSpPr/>
            <p:nvPr/>
          </p:nvSpPr>
          <p:spPr>
            <a:xfrm>
              <a:off x="4253821" y="3227525"/>
              <a:ext cx="135742" cy="193188"/>
            </a:xfrm>
            <a:custGeom>
              <a:rect b="b" l="l" r="r" t="t"/>
              <a:pathLst>
                <a:path extrusionOk="0" h="7375" w="5182">
                  <a:moveTo>
                    <a:pt x="350" y="0"/>
                  </a:moveTo>
                  <a:cubicBezTo>
                    <a:pt x="158" y="0"/>
                    <a:pt x="0" y="155"/>
                    <a:pt x="0" y="350"/>
                  </a:cubicBezTo>
                  <a:lnTo>
                    <a:pt x="0" y="7025"/>
                  </a:lnTo>
                  <a:cubicBezTo>
                    <a:pt x="0" y="7217"/>
                    <a:pt x="158" y="7375"/>
                    <a:pt x="350" y="7375"/>
                  </a:cubicBezTo>
                  <a:lnTo>
                    <a:pt x="4832" y="7375"/>
                  </a:lnTo>
                  <a:cubicBezTo>
                    <a:pt x="5024" y="7375"/>
                    <a:pt x="5182" y="7217"/>
                    <a:pt x="5182" y="7025"/>
                  </a:cubicBezTo>
                  <a:lnTo>
                    <a:pt x="5182" y="350"/>
                  </a:lnTo>
                  <a:cubicBezTo>
                    <a:pt x="5182" y="158"/>
                    <a:pt x="5027" y="0"/>
                    <a:pt x="483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85"/>
            <p:cNvSpPr/>
            <p:nvPr/>
          </p:nvSpPr>
          <p:spPr>
            <a:xfrm>
              <a:off x="4210468" y="3210551"/>
              <a:ext cx="198846" cy="31801"/>
            </a:xfrm>
            <a:custGeom>
              <a:rect b="b" l="l" r="r" t="t"/>
              <a:pathLst>
                <a:path extrusionOk="0" h="1214" w="7591">
                  <a:moveTo>
                    <a:pt x="363" y="1"/>
                  </a:moveTo>
                  <a:cubicBezTo>
                    <a:pt x="165" y="1"/>
                    <a:pt x="0" y="165"/>
                    <a:pt x="0" y="364"/>
                  </a:cubicBezTo>
                  <a:lnTo>
                    <a:pt x="0" y="851"/>
                  </a:lnTo>
                  <a:cubicBezTo>
                    <a:pt x="0" y="1049"/>
                    <a:pt x="165" y="1210"/>
                    <a:pt x="363" y="1214"/>
                  </a:cubicBezTo>
                  <a:lnTo>
                    <a:pt x="7227" y="1214"/>
                  </a:lnTo>
                  <a:cubicBezTo>
                    <a:pt x="7430" y="1210"/>
                    <a:pt x="7591" y="1049"/>
                    <a:pt x="7591" y="851"/>
                  </a:cubicBezTo>
                  <a:lnTo>
                    <a:pt x="7591" y="367"/>
                  </a:lnTo>
                  <a:cubicBezTo>
                    <a:pt x="7591" y="165"/>
                    <a:pt x="7430" y="1"/>
                    <a:pt x="7227"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85"/>
            <p:cNvSpPr/>
            <p:nvPr/>
          </p:nvSpPr>
          <p:spPr>
            <a:xfrm>
              <a:off x="4210468" y="3405887"/>
              <a:ext cx="198846" cy="31722"/>
            </a:xfrm>
            <a:custGeom>
              <a:rect b="b" l="l" r="r" t="t"/>
              <a:pathLst>
                <a:path extrusionOk="0" h="1211" w="7591">
                  <a:moveTo>
                    <a:pt x="363" y="0"/>
                  </a:moveTo>
                  <a:cubicBezTo>
                    <a:pt x="165" y="0"/>
                    <a:pt x="0" y="161"/>
                    <a:pt x="0" y="364"/>
                  </a:cubicBezTo>
                  <a:lnTo>
                    <a:pt x="0" y="847"/>
                  </a:lnTo>
                  <a:cubicBezTo>
                    <a:pt x="0" y="1049"/>
                    <a:pt x="165" y="1210"/>
                    <a:pt x="363" y="1210"/>
                  </a:cubicBezTo>
                  <a:lnTo>
                    <a:pt x="7227" y="1210"/>
                  </a:lnTo>
                  <a:cubicBezTo>
                    <a:pt x="7430" y="1210"/>
                    <a:pt x="7591" y="1049"/>
                    <a:pt x="7591" y="847"/>
                  </a:cubicBezTo>
                  <a:lnTo>
                    <a:pt x="7591" y="364"/>
                  </a:lnTo>
                  <a:cubicBezTo>
                    <a:pt x="7591" y="161"/>
                    <a:pt x="7430" y="0"/>
                    <a:pt x="7227"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85"/>
            <p:cNvSpPr/>
            <p:nvPr/>
          </p:nvSpPr>
          <p:spPr>
            <a:xfrm>
              <a:off x="4238654" y="3210551"/>
              <a:ext cx="170660" cy="31801"/>
            </a:xfrm>
            <a:custGeom>
              <a:rect b="b" l="l" r="r" t="t"/>
              <a:pathLst>
                <a:path extrusionOk="0" h="1214" w="6515">
                  <a:moveTo>
                    <a:pt x="363" y="1"/>
                  </a:moveTo>
                  <a:cubicBezTo>
                    <a:pt x="161" y="1"/>
                    <a:pt x="0" y="165"/>
                    <a:pt x="0" y="364"/>
                  </a:cubicBezTo>
                  <a:lnTo>
                    <a:pt x="0" y="851"/>
                  </a:lnTo>
                  <a:cubicBezTo>
                    <a:pt x="0" y="1049"/>
                    <a:pt x="161" y="1210"/>
                    <a:pt x="363" y="1214"/>
                  </a:cubicBezTo>
                  <a:lnTo>
                    <a:pt x="6151" y="1214"/>
                  </a:lnTo>
                  <a:cubicBezTo>
                    <a:pt x="6354" y="1210"/>
                    <a:pt x="6515" y="1049"/>
                    <a:pt x="6515" y="851"/>
                  </a:cubicBezTo>
                  <a:lnTo>
                    <a:pt x="6515" y="367"/>
                  </a:lnTo>
                  <a:cubicBezTo>
                    <a:pt x="6515" y="165"/>
                    <a:pt x="6354" y="1"/>
                    <a:pt x="615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5"/>
            <p:cNvSpPr/>
            <p:nvPr/>
          </p:nvSpPr>
          <p:spPr>
            <a:xfrm>
              <a:off x="4238654" y="3405887"/>
              <a:ext cx="170660" cy="31722"/>
            </a:xfrm>
            <a:custGeom>
              <a:rect b="b" l="l" r="r" t="t"/>
              <a:pathLst>
                <a:path extrusionOk="0" h="1211" w="6515">
                  <a:moveTo>
                    <a:pt x="363" y="0"/>
                  </a:moveTo>
                  <a:cubicBezTo>
                    <a:pt x="161" y="0"/>
                    <a:pt x="0" y="161"/>
                    <a:pt x="0" y="364"/>
                  </a:cubicBezTo>
                  <a:lnTo>
                    <a:pt x="0" y="847"/>
                  </a:lnTo>
                  <a:cubicBezTo>
                    <a:pt x="0" y="1049"/>
                    <a:pt x="161" y="1210"/>
                    <a:pt x="363" y="1210"/>
                  </a:cubicBezTo>
                  <a:lnTo>
                    <a:pt x="6151" y="1210"/>
                  </a:lnTo>
                  <a:cubicBezTo>
                    <a:pt x="6354" y="1210"/>
                    <a:pt x="6515" y="1049"/>
                    <a:pt x="6515" y="847"/>
                  </a:cubicBezTo>
                  <a:lnTo>
                    <a:pt x="6515" y="364"/>
                  </a:lnTo>
                  <a:cubicBezTo>
                    <a:pt x="6515" y="161"/>
                    <a:pt x="6350" y="0"/>
                    <a:pt x="615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85"/>
            <p:cNvSpPr/>
            <p:nvPr/>
          </p:nvSpPr>
          <p:spPr>
            <a:xfrm>
              <a:off x="4204810" y="3180452"/>
              <a:ext cx="210241" cy="118008"/>
            </a:xfrm>
            <a:custGeom>
              <a:rect b="b" l="l" r="r" t="t"/>
              <a:pathLst>
                <a:path extrusionOk="0" h="4505" w="8026">
                  <a:moveTo>
                    <a:pt x="4011" y="0"/>
                  </a:moveTo>
                  <a:cubicBezTo>
                    <a:pt x="3819" y="0"/>
                    <a:pt x="3677" y="89"/>
                    <a:pt x="3705" y="266"/>
                  </a:cubicBezTo>
                  <a:cubicBezTo>
                    <a:pt x="3723" y="370"/>
                    <a:pt x="3813" y="447"/>
                    <a:pt x="3918" y="447"/>
                  </a:cubicBezTo>
                  <a:cubicBezTo>
                    <a:pt x="3930" y="447"/>
                    <a:pt x="3942" y="446"/>
                    <a:pt x="3955" y="444"/>
                  </a:cubicBezTo>
                  <a:cubicBezTo>
                    <a:pt x="3974" y="441"/>
                    <a:pt x="3993" y="439"/>
                    <a:pt x="4012" y="439"/>
                  </a:cubicBezTo>
                  <a:cubicBezTo>
                    <a:pt x="4211" y="439"/>
                    <a:pt x="4380" y="600"/>
                    <a:pt x="4380" y="807"/>
                  </a:cubicBezTo>
                  <a:lnTo>
                    <a:pt x="4380" y="934"/>
                  </a:lnTo>
                  <a:lnTo>
                    <a:pt x="3646" y="934"/>
                  </a:lnTo>
                  <a:lnTo>
                    <a:pt x="3646" y="852"/>
                  </a:lnTo>
                  <a:cubicBezTo>
                    <a:pt x="3646" y="708"/>
                    <a:pt x="3537" y="636"/>
                    <a:pt x="3427" y="636"/>
                  </a:cubicBezTo>
                  <a:cubicBezTo>
                    <a:pt x="3317" y="636"/>
                    <a:pt x="3208" y="708"/>
                    <a:pt x="3208" y="852"/>
                  </a:cubicBezTo>
                  <a:lnTo>
                    <a:pt x="3208" y="934"/>
                  </a:lnTo>
                  <a:lnTo>
                    <a:pt x="1865" y="934"/>
                  </a:lnTo>
                  <a:cubicBezTo>
                    <a:pt x="1573" y="934"/>
                    <a:pt x="1573" y="1369"/>
                    <a:pt x="1865" y="1369"/>
                  </a:cubicBezTo>
                  <a:lnTo>
                    <a:pt x="7443" y="1369"/>
                  </a:lnTo>
                  <a:cubicBezTo>
                    <a:pt x="7526" y="1369"/>
                    <a:pt x="7587" y="1434"/>
                    <a:pt x="7591" y="1513"/>
                  </a:cubicBezTo>
                  <a:lnTo>
                    <a:pt x="7591" y="2000"/>
                  </a:lnTo>
                  <a:cubicBezTo>
                    <a:pt x="7587" y="2078"/>
                    <a:pt x="7526" y="2143"/>
                    <a:pt x="7443" y="2143"/>
                  </a:cubicBezTo>
                  <a:lnTo>
                    <a:pt x="579" y="2143"/>
                  </a:lnTo>
                  <a:cubicBezTo>
                    <a:pt x="501" y="2143"/>
                    <a:pt x="436" y="2078"/>
                    <a:pt x="436" y="2000"/>
                  </a:cubicBezTo>
                  <a:lnTo>
                    <a:pt x="436" y="1513"/>
                  </a:lnTo>
                  <a:cubicBezTo>
                    <a:pt x="436" y="1434"/>
                    <a:pt x="501" y="1369"/>
                    <a:pt x="579" y="1369"/>
                  </a:cubicBezTo>
                  <a:lnTo>
                    <a:pt x="991" y="1369"/>
                  </a:lnTo>
                  <a:cubicBezTo>
                    <a:pt x="1111" y="1369"/>
                    <a:pt x="1210" y="1270"/>
                    <a:pt x="1210" y="1150"/>
                  </a:cubicBezTo>
                  <a:cubicBezTo>
                    <a:pt x="1210" y="1030"/>
                    <a:pt x="1111" y="934"/>
                    <a:pt x="991" y="934"/>
                  </a:cubicBezTo>
                  <a:lnTo>
                    <a:pt x="579" y="934"/>
                  </a:lnTo>
                  <a:cubicBezTo>
                    <a:pt x="261" y="934"/>
                    <a:pt x="0" y="1194"/>
                    <a:pt x="0" y="1513"/>
                  </a:cubicBezTo>
                  <a:lnTo>
                    <a:pt x="0" y="2000"/>
                  </a:lnTo>
                  <a:cubicBezTo>
                    <a:pt x="0" y="2318"/>
                    <a:pt x="261" y="2579"/>
                    <a:pt x="579" y="2579"/>
                  </a:cubicBezTo>
                  <a:lnTo>
                    <a:pt x="751" y="2579"/>
                  </a:lnTo>
                  <a:lnTo>
                    <a:pt x="751" y="4285"/>
                  </a:lnTo>
                  <a:cubicBezTo>
                    <a:pt x="751" y="4405"/>
                    <a:pt x="850" y="4505"/>
                    <a:pt x="970" y="4505"/>
                  </a:cubicBezTo>
                  <a:cubicBezTo>
                    <a:pt x="1090" y="4505"/>
                    <a:pt x="1189" y="4405"/>
                    <a:pt x="1189" y="4285"/>
                  </a:cubicBezTo>
                  <a:lnTo>
                    <a:pt x="1189" y="2582"/>
                  </a:lnTo>
                  <a:lnTo>
                    <a:pt x="6833" y="2582"/>
                  </a:lnTo>
                  <a:lnTo>
                    <a:pt x="6833" y="3120"/>
                  </a:lnTo>
                  <a:cubicBezTo>
                    <a:pt x="6833" y="3240"/>
                    <a:pt x="6933" y="3339"/>
                    <a:pt x="7053" y="3339"/>
                  </a:cubicBezTo>
                  <a:cubicBezTo>
                    <a:pt x="7173" y="3339"/>
                    <a:pt x="7272" y="3240"/>
                    <a:pt x="7272" y="3120"/>
                  </a:cubicBezTo>
                  <a:lnTo>
                    <a:pt x="7272" y="2582"/>
                  </a:lnTo>
                  <a:lnTo>
                    <a:pt x="7443" y="2582"/>
                  </a:lnTo>
                  <a:cubicBezTo>
                    <a:pt x="7765" y="2582"/>
                    <a:pt x="8026" y="2318"/>
                    <a:pt x="8026" y="2000"/>
                  </a:cubicBezTo>
                  <a:lnTo>
                    <a:pt x="8026" y="1513"/>
                  </a:lnTo>
                  <a:cubicBezTo>
                    <a:pt x="8026" y="1194"/>
                    <a:pt x="7765" y="934"/>
                    <a:pt x="7443" y="934"/>
                  </a:cubicBezTo>
                  <a:lnTo>
                    <a:pt x="4815" y="934"/>
                  </a:lnTo>
                  <a:lnTo>
                    <a:pt x="4815" y="807"/>
                  </a:lnTo>
                  <a:cubicBezTo>
                    <a:pt x="4815" y="265"/>
                    <a:pt x="4340" y="0"/>
                    <a:pt x="40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5"/>
            <p:cNvSpPr/>
            <p:nvPr/>
          </p:nvSpPr>
          <p:spPr>
            <a:xfrm>
              <a:off x="4204810" y="3279339"/>
              <a:ext cx="210241" cy="287883"/>
            </a:xfrm>
            <a:custGeom>
              <a:rect b="b" l="l" r="r" t="t"/>
              <a:pathLst>
                <a:path extrusionOk="0" h="10990" w="8026">
                  <a:moveTo>
                    <a:pt x="3948" y="6260"/>
                  </a:moveTo>
                  <a:lnTo>
                    <a:pt x="2022" y="10321"/>
                  </a:lnTo>
                  <a:cubicBezTo>
                    <a:pt x="1971" y="10427"/>
                    <a:pt x="1861" y="10492"/>
                    <a:pt x="1745" y="10492"/>
                  </a:cubicBezTo>
                  <a:cubicBezTo>
                    <a:pt x="1700" y="10492"/>
                    <a:pt x="1655" y="10482"/>
                    <a:pt x="1614" y="10462"/>
                  </a:cubicBezTo>
                  <a:cubicBezTo>
                    <a:pt x="1460" y="10390"/>
                    <a:pt x="1398" y="10205"/>
                    <a:pt x="1474" y="10054"/>
                  </a:cubicBezTo>
                  <a:lnTo>
                    <a:pt x="3273" y="6260"/>
                  </a:lnTo>
                  <a:close/>
                  <a:moveTo>
                    <a:pt x="4753" y="6260"/>
                  </a:moveTo>
                  <a:lnTo>
                    <a:pt x="6552" y="10054"/>
                  </a:lnTo>
                  <a:cubicBezTo>
                    <a:pt x="6624" y="10208"/>
                    <a:pt x="6563" y="10390"/>
                    <a:pt x="6412" y="10462"/>
                  </a:cubicBezTo>
                  <a:cubicBezTo>
                    <a:pt x="6371" y="10482"/>
                    <a:pt x="6326" y="10492"/>
                    <a:pt x="6278" y="10492"/>
                  </a:cubicBezTo>
                  <a:cubicBezTo>
                    <a:pt x="6162" y="10492"/>
                    <a:pt x="6055" y="10427"/>
                    <a:pt x="6004" y="10321"/>
                  </a:cubicBezTo>
                  <a:lnTo>
                    <a:pt x="4753" y="7689"/>
                  </a:lnTo>
                  <a:lnTo>
                    <a:pt x="4253" y="6634"/>
                  </a:lnTo>
                  <a:lnTo>
                    <a:pt x="4428" y="6267"/>
                  </a:lnTo>
                  <a:lnTo>
                    <a:pt x="4431" y="6260"/>
                  </a:lnTo>
                  <a:close/>
                  <a:moveTo>
                    <a:pt x="4013" y="7141"/>
                  </a:moveTo>
                  <a:lnTo>
                    <a:pt x="4318" y="7785"/>
                  </a:lnTo>
                  <a:lnTo>
                    <a:pt x="4318" y="10249"/>
                  </a:lnTo>
                  <a:cubicBezTo>
                    <a:pt x="4318" y="10417"/>
                    <a:pt x="4181" y="10554"/>
                    <a:pt x="4013" y="10554"/>
                  </a:cubicBezTo>
                  <a:cubicBezTo>
                    <a:pt x="3845" y="10554"/>
                    <a:pt x="3708" y="10417"/>
                    <a:pt x="3708" y="10249"/>
                  </a:cubicBezTo>
                  <a:lnTo>
                    <a:pt x="3708" y="7785"/>
                  </a:lnTo>
                  <a:lnTo>
                    <a:pt x="4013" y="7141"/>
                  </a:lnTo>
                  <a:close/>
                  <a:moveTo>
                    <a:pt x="7054" y="0"/>
                  </a:moveTo>
                  <a:cubicBezTo>
                    <a:pt x="6946" y="0"/>
                    <a:pt x="6837" y="73"/>
                    <a:pt x="6837" y="219"/>
                  </a:cubicBezTo>
                  <a:lnTo>
                    <a:pt x="6837" y="4612"/>
                  </a:lnTo>
                  <a:lnTo>
                    <a:pt x="1189" y="4612"/>
                  </a:lnTo>
                  <a:lnTo>
                    <a:pt x="1189" y="1384"/>
                  </a:lnTo>
                  <a:cubicBezTo>
                    <a:pt x="1189" y="1238"/>
                    <a:pt x="1081" y="1166"/>
                    <a:pt x="972" y="1166"/>
                  </a:cubicBezTo>
                  <a:cubicBezTo>
                    <a:pt x="863" y="1166"/>
                    <a:pt x="754" y="1238"/>
                    <a:pt x="754" y="1384"/>
                  </a:cubicBezTo>
                  <a:lnTo>
                    <a:pt x="754" y="4612"/>
                  </a:lnTo>
                  <a:lnTo>
                    <a:pt x="583" y="4612"/>
                  </a:lnTo>
                  <a:cubicBezTo>
                    <a:pt x="261" y="4612"/>
                    <a:pt x="0" y="4873"/>
                    <a:pt x="0" y="5195"/>
                  </a:cubicBezTo>
                  <a:lnTo>
                    <a:pt x="0" y="5678"/>
                  </a:lnTo>
                  <a:cubicBezTo>
                    <a:pt x="0" y="6000"/>
                    <a:pt x="261" y="6260"/>
                    <a:pt x="583" y="6260"/>
                  </a:cubicBezTo>
                  <a:lnTo>
                    <a:pt x="2790" y="6260"/>
                  </a:lnTo>
                  <a:lnTo>
                    <a:pt x="1080" y="9865"/>
                  </a:lnTo>
                  <a:cubicBezTo>
                    <a:pt x="902" y="10235"/>
                    <a:pt x="1056" y="10677"/>
                    <a:pt x="1422" y="10856"/>
                  </a:cubicBezTo>
                  <a:cubicBezTo>
                    <a:pt x="1522" y="10904"/>
                    <a:pt x="1631" y="10931"/>
                    <a:pt x="1745" y="10931"/>
                  </a:cubicBezTo>
                  <a:cubicBezTo>
                    <a:pt x="2029" y="10928"/>
                    <a:pt x="2289" y="10767"/>
                    <a:pt x="2413" y="10510"/>
                  </a:cubicBezTo>
                  <a:lnTo>
                    <a:pt x="3269" y="8704"/>
                  </a:lnTo>
                  <a:lnTo>
                    <a:pt x="3269" y="10246"/>
                  </a:lnTo>
                  <a:cubicBezTo>
                    <a:pt x="3269" y="10657"/>
                    <a:pt x="3602" y="10989"/>
                    <a:pt x="4013" y="10989"/>
                  </a:cubicBezTo>
                  <a:cubicBezTo>
                    <a:pt x="4421" y="10989"/>
                    <a:pt x="4753" y="10657"/>
                    <a:pt x="4753" y="10246"/>
                  </a:cubicBezTo>
                  <a:lnTo>
                    <a:pt x="4753" y="8704"/>
                  </a:lnTo>
                  <a:lnTo>
                    <a:pt x="5610" y="10513"/>
                  </a:lnTo>
                  <a:cubicBezTo>
                    <a:pt x="5733" y="10767"/>
                    <a:pt x="5994" y="10931"/>
                    <a:pt x="6278" y="10931"/>
                  </a:cubicBezTo>
                  <a:cubicBezTo>
                    <a:pt x="6391" y="10931"/>
                    <a:pt x="6501" y="10907"/>
                    <a:pt x="6600" y="10856"/>
                  </a:cubicBezTo>
                  <a:cubicBezTo>
                    <a:pt x="6967" y="10677"/>
                    <a:pt x="7121" y="10235"/>
                    <a:pt x="6946" y="9869"/>
                  </a:cubicBezTo>
                  <a:lnTo>
                    <a:pt x="5236" y="6260"/>
                  </a:lnTo>
                  <a:lnTo>
                    <a:pt x="6162" y="6260"/>
                  </a:lnTo>
                  <a:cubicBezTo>
                    <a:pt x="6282" y="6260"/>
                    <a:pt x="6378" y="6164"/>
                    <a:pt x="6378" y="6044"/>
                  </a:cubicBezTo>
                  <a:cubicBezTo>
                    <a:pt x="6378" y="5921"/>
                    <a:pt x="6282" y="5825"/>
                    <a:pt x="6162" y="5825"/>
                  </a:cubicBezTo>
                  <a:lnTo>
                    <a:pt x="579" y="5825"/>
                  </a:lnTo>
                  <a:cubicBezTo>
                    <a:pt x="501" y="5825"/>
                    <a:pt x="436" y="5760"/>
                    <a:pt x="436" y="5678"/>
                  </a:cubicBezTo>
                  <a:lnTo>
                    <a:pt x="436" y="5195"/>
                  </a:lnTo>
                  <a:cubicBezTo>
                    <a:pt x="436" y="5116"/>
                    <a:pt x="501" y="5051"/>
                    <a:pt x="579" y="5051"/>
                  </a:cubicBezTo>
                  <a:lnTo>
                    <a:pt x="7443" y="5051"/>
                  </a:lnTo>
                  <a:cubicBezTo>
                    <a:pt x="7522" y="5051"/>
                    <a:pt x="7587" y="5116"/>
                    <a:pt x="7587" y="5195"/>
                  </a:cubicBezTo>
                  <a:lnTo>
                    <a:pt x="7587" y="5678"/>
                  </a:lnTo>
                  <a:cubicBezTo>
                    <a:pt x="7587" y="5760"/>
                    <a:pt x="7522" y="5825"/>
                    <a:pt x="7443" y="5825"/>
                  </a:cubicBezTo>
                  <a:lnTo>
                    <a:pt x="7032" y="5825"/>
                  </a:lnTo>
                  <a:cubicBezTo>
                    <a:pt x="6744" y="5825"/>
                    <a:pt x="6744" y="6260"/>
                    <a:pt x="7032" y="6260"/>
                  </a:cubicBezTo>
                  <a:lnTo>
                    <a:pt x="7443" y="6260"/>
                  </a:lnTo>
                  <a:cubicBezTo>
                    <a:pt x="7765" y="6260"/>
                    <a:pt x="8026" y="6000"/>
                    <a:pt x="8026" y="5678"/>
                  </a:cubicBezTo>
                  <a:lnTo>
                    <a:pt x="8026" y="5195"/>
                  </a:lnTo>
                  <a:cubicBezTo>
                    <a:pt x="8026" y="4873"/>
                    <a:pt x="7765" y="4612"/>
                    <a:pt x="7443" y="4612"/>
                  </a:cubicBezTo>
                  <a:lnTo>
                    <a:pt x="7272" y="4612"/>
                  </a:lnTo>
                  <a:lnTo>
                    <a:pt x="7272" y="219"/>
                  </a:lnTo>
                  <a:cubicBezTo>
                    <a:pt x="7272" y="73"/>
                    <a:pt x="7163" y="0"/>
                    <a:pt x="70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3" name="Google Shape;12513;p85"/>
          <p:cNvGrpSpPr/>
          <p:nvPr/>
        </p:nvGrpSpPr>
        <p:grpSpPr>
          <a:xfrm>
            <a:off x="4803811" y="3180479"/>
            <a:ext cx="84584" cy="385617"/>
            <a:chOff x="4803811" y="3180479"/>
            <a:chExt cx="84584" cy="385617"/>
          </a:xfrm>
        </p:grpSpPr>
        <p:sp>
          <p:nvSpPr>
            <p:cNvPr id="12514" name="Google Shape;12514;p85"/>
            <p:cNvSpPr/>
            <p:nvPr/>
          </p:nvSpPr>
          <p:spPr>
            <a:xfrm>
              <a:off x="4809548" y="3189333"/>
              <a:ext cx="73110" cy="370974"/>
            </a:xfrm>
            <a:custGeom>
              <a:rect b="b" l="l" r="r" t="t"/>
              <a:pathLst>
                <a:path extrusionOk="0" h="14162" w="2791">
                  <a:moveTo>
                    <a:pt x="1395" y="0"/>
                  </a:moveTo>
                  <a:cubicBezTo>
                    <a:pt x="1358" y="0"/>
                    <a:pt x="1322" y="19"/>
                    <a:pt x="1303" y="57"/>
                  </a:cubicBezTo>
                  <a:lnTo>
                    <a:pt x="785" y="1030"/>
                  </a:lnTo>
                  <a:lnTo>
                    <a:pt x="141" y="2253"/>
                  </a:lnTo>
                  <a:cubicBezTo>
                    <a:pt x="49" y="2425"/>
                    <a:pt x="1" y="2613"/>
                    <a:pt x="4" y="2805"/>
                  </a:cubicBezTo>
                  <a:lnTo>
                    <a:pt x="4" y="12767"/>
                  </a:lnTo>
                  <a:cubicBezTo>
                    <a:pt x="1" y="13538"/>
                    <a:pt x="631" y="14162"/>
                    <a:pt x="1400" y="14162"/>
                  </a:cubicBezTo>
                  <a:cubicBezTo>
                    <a:pt x="1407" y="14162"/>
                    <a:pt x="1413" y="14162"/>
                    <a:pt x="1419" y="14161"/>
                  </a:cubicBezTo>
                  <a:cubicBezTo>
                    <a:pt x="1608" y="14158"/>
                    <a:pt x="1793" y="14117"/>
                    <a:pt x="1964" y="14038"/>
                  </a:cubicBezTo>
                  <a:cubicBezTo>
                    <a:pt x="2461" y="13809"/>
                    <a:pt x="2783" y="13315"/>
                    <a:pt x="2790" y="12767"/>
                  </a:cubicBezTo>
                  <a:lnTo>
                    <a:pt x="2790" y="12743"/>
                  </a:lnTo>
                  <a:lnTo>
                    <a:pt x="2790" y="2805"/>
                  </a:lnTo>
                  <a:cubicBezTo>
                    <a:pt x="2790" y="2723"/>
                    <a:pt x="2783" y="2637"/>
                    <a:pt x="2766" y="2558"/>
                  </a:cubicBezTo>
                  <a:cubicBezTo>
                    <a:pt x="2763" y="2552"/>
                    <a:pt x="2759" y="2545"/>
                    <a:pt x="2759" y="2538"/>
                  </a:cubicBezTo>
                  <a:cubicBezTo>
                    <a:pt x="2739" y="2438"/>
                    <a:pt x="2701" y="2342"/>
                    <a:pt x="2653" y="2253"/>
                  </a:cubicBezTo>
                  <a:lnTo>
                    <a:pt x="2005" y="1033"/>
                  </a:lnTo>
                  <a:lnTo>
                    <a:pt x="1488" y="57"/>
                  </a:lnTo>
                  <a:cubicBezTo>
                    <a:pt x="1469" y="19"/>
                    <a:pt x="1432" y="0"/>
                    <a:pt x="1395"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85"/>
            <p:cNvSpPr/>
            <p:nvPr/>
          </p:nvSpPr>
          <p:spPr>
            <a:xfrm>
              <a:off x="4809653" y="3490261"/>
              <a:ext cx="73005" cy="33503"/>
            </a:xfrm>
            <a:custGeom>
              <a:rect b="b" l="l" r="r" t="t"/>
              <a:pathLst>
                <a:path extrusionOk="0" h="1279" w="2787">
                  <a:moveTo>
                    <a:pt x="0" y="1"/>
                  </a:moveTo>
                  <a:lnTo>
                    <a:pt x="0" y="1279"/>
                  </a:lnTo>
                  <a:lnTo>
                    <a:pt x="2786" y="1279"/>
                  </a:lnTo>
                  <a:lnTo>
                    <a:pt x="2786" y="1255"/>
                  </a:lnTo>
                  <a:lnTo>
                    <a:pt x="2786"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85"/>
            <p:cNvSpPr/>
            <p:nvPr/>
          </p:nvSpPr>
          <p:spPr>
            <a:xfrm>
              <a:off x="4830111" y="3189333"/>
              <a:ext cx="31984" cy="33006"/>
            </a:xfrm>
            <a:custGeom>
              <a:rect b="b" l="l" r="r" t="t"/>
              <a:pathLst>
                <a:path extrusionOk="0" h="1260" w="1221">
                  <a:moveTo>
                    <a:pt x="609" y="0"/>
                  </a:moveTo>
                  <a:cubicBezTo>
                    <a:pt x="572" y="0"/>
                    <a:pt x="535" y="19"/>
                    <a:pt x="514" y="57"/>
                  </a:cubicBezTo>
                  <a:lnTo>
                    <a:pt x="0" y="1033"/>
                  </a:lnTo>
                  <a:cubicBezTo>
                    <a:pt x="175" y="1184"/>
                    <a:pt x="393" y="1260"/>
                    <a:pt x="610" y="1260"/>
                  </a:cubicBezTo>
                  <a:cubicBezTo>
                    <a:pt x="828" y="1260"/>
                    <a:pt x="1046" y="1184"/>
                    <a:pt x="1220" y="1033"/>
                  </a:cubicBezTo>
                  <a:lnTo>
                    <a:pt x="703" y="57"/>
                  </a:lnTo>
                  <a:cubicBezTo>
                    <a:pt x="682" y="19"/>
                    <a:pt x="645" y="0"/>
                    <a:pt x="60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5"/>
            <p:cNvSpPr/>
            <p:nvPr/>
          </p:nvSpPr>
          <p:spPr>
            <a:xfrm>
              <a:off x="4809548" y="3523738"/>
              <a:ext cx="73110" cy="36568"/>
            </a:xfrm>
            <a:custGeom>
              <a:rect b="b" l="l" r="r" t="t"/>
              <a:pathLst>
                <a:path extrusionOk="0" h="1396" w="2791">
                  <a:moveTo>
                    <a:pt x="4" y="1"/>
                  </a:moveTo>
                  <a:cubicBezTo>
                    <a:pt x="1" y="772"/>
                    <a:pt x="631" y="1396"/>
                    <a:pt x="1400" y="1396"/>
                  </a:cubicBezTo>
                  <a:cubicBezTo>
                    <a:pt x="1407" y="1396"/>
                    <a:pt x="1413" y="1396"/>
                    <a:pt x="1419" y="1395"/>
                  </a:cubicBezTo>
                  <a:cubicBezTo>
                    <a:pt x="1608" y="1392"/>
                    <a:pt x="1793" y="1351"/>
                    <a:pt x="1964" y="1272"/>
                  </a:cubicBezTo>
                  <a:cubicBezTo>
                    <a:pt x="2461" y="1043"/>
                    <a:pt x="2783" y="549"/>
                    <a:pt x="2790"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5"/>
            <p:cNvSpPr/>
            <p:nvPr/>
          </p:nvSpPr>
          <p:spPr>
            <a:xfrm>
              <a:off x="4839358" y="3490261"/>
              <a:ext cx="43300" cy="33503"/>
            </a:xfrm>
            <a:custGeom>
              <a:rect b="b" l="l" r="r" t="t"/>
              <a:pathLst>
                <a:path extrusionOk="0" h="1279" w="1653">
                  <a:moveTo>
                    <a:pt x="0" y="1"/>
                  </a:moveTo>
                  <a:lnTo>
                    <a:pt x="0" y="1279"/>
                  </a:lnTo>
                  <a:lnTo>
                    <a:pt x="1652" y="1279"/>
                  </a:lnTo>
                  <a:lnTo>
                    <a:pt x="1652" y="1255"/>
                  </a:lnTo>
                  <a:lnTo>
                    <a:pt x="165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85"/>
            <p:cNvSpPr/>
            <p:nvPr/>
          </p:nvSpPr>
          <p:spPr>
            <a:xfrm>
              <a:off x="4839358" y="3523738"/>
              <a:ext cx="43300" cy="33346"/>
            </a:xfrm>
            <a:custGeom>
              <a:rect b="b" l="l" r="r" t="t"/>
              <a:pathLst>
                <a:path extrusionOk="0" h="1273" w="1653">
                  <a:moveTo>
                    <a:pt x="0" y="1"/>
                  </a:moveTo>
                  <a:cubicBezTo>
                    <a:pt x="0" y="549"/>
                    <a:pt x="322" y="1046"/>
                    <a:pt x="826" y="1272"/>
                  </a:cubicBezTo>
                  <a:cubicBezTo>
                    <a:pt x="1323" y="1043"/>
                    <a:pt x="1645" y="549"/>
                    <a:pt x="165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5"/>
            <p:cNvSpPr/>
            <p:nvPr/>
          </p:nvSpPr>
          <p:spPr>
            <a:xfrm>
              <a:off x="4809548" y="3255789"/>
              <a:ext cx="73110" cy="234498"/>
            </a:xfrm>
            <a:custGeom>
              <a:rect b="b" l="l" r="r" t="t"/>
              <a:pathLst>
                <a:path extrusionOk="0" h="8952" w="2791">
                  <a:moveTo>
                    <a:pt x="31" y="1"/>
                  </a:moveTo>
                  <a:cubicBezTo>
                    <a:pt x="11" y="90"/>
                    <a:pt x="1" y="179"/>
                    <a:pt x="4" y="268"/>
                  </a:cubicBezTo>
                  <a:lnTo>
                    <a:pt x="4" y="8952"/>
                  </a:lnTo>
                  <a:lnTo>
                    <a:pt x="2790" y="8952"/>
                  </a:lnTo>
                  <a:lnTo>
                    <a:pt x="2790" y="268"/>
                  </a:lnTo>
                  <a:cubicBezTo>
                    <a:pt x="2790" y="186"/>
                    <a:pt x="2783" y="100"/>
                    <a:pt x="2766" y="18"/>
                  </a:cubicBezTo>
                  <a:cubicBezTo>
                    <a:pt x="2763" y="15"/>
                    <a:pt x="2759" y="8"/>
                    <a:pt x="275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85"/>
            <p:cNvSpPr/>
            <p:nvPr/>
          </p:nvSpPr>
          <p:spPr>
            <a:xfrm>
              <a:off x="4844387" y="3255789"/>
              <a:ext cx="38271" cy="234498"/>
            </a:xfrm>
            <a:custGeom>
              <a:rect b="b" l="l" r="r" t="t"/>
              <a:pathLst>
                <a:path extrusionOk="0" h="8952" w="1461">
                  <a:moveTo>
                    <a:pt x="0" y="1"/>
                  </a:moveTo>
                  <a:lnTo>
                    <a:pt x="0" y="8952"/>
                  </a:lnTo>
                  <a:lnTo>
                    <a:pt x="1460" y="8952"/>
                  </a:lnTo>
                  <a:lnTo>
                    <a:pt x="1460" y="268"/>
                  </a:lnTo>
                  <a:cubicBezTo>
                    <a:pt x="1460" y="186"/>
                    <a:pt x="1453" y="100"/>
                    <a:pt x="1439" y="18"/>
                  </a:cubicBezTo>
                  <a:cubicBezTo>
                    <a:pt x="1436" y="15"/>
                    <a:pt x="1436" y="8"/>
                    <a:pt x="143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85"/>
            <p:cNvSpPr/>
            <p:nvPr/>
          </p:nvSpPr>
          <p:spPr>
            <a:xfrm>
              <a:off x="4803811" y="3180479"/>
              <a:ext cx="84584" cy="385617"/>
            </a:xfrm>
            <a:custGeom>
              <a:rect b="b" l="l" r="r" t="t"/>
              <a:pathLst>
                <a:path extrusionOk="0" h="14721" w="3229">
                  <a:moveTo>
                    <a:pt x="1614" y="686"/>
                  </a:moveTo>
                  <a:lnTo>
                    <a:pt x="1936" y="1289"/>
                  </a:lnTo>
                  <a:lnTo>
                    <a:pt x="1940" y="1299"/>
                  </a:lnTo>
                  <a:cubicBezTo>
                    <a:pt x="1839" y="1353"/>
                    <a:pt x="1727" y="1379"/>
                    <a:pt x="1616" y="1379"/>
                  </a:cubicBezTo>
                  <a:cubicBezTo>
                    <a:pt x="1504" y="1379"/>
                    <a:pt x="1392" y="1353"/>
                    <a:pt x="1289" y="1299"/>
                  </a:cubicBezTo>
                  <a:lnTo>
                    <a:pt x="1614" y="686"/>
                  </a:lnTo>
                  <a:close/>
                  <a:moveTo>
                    <a:pt x="2145" y="1687"/>
                  </a:moveTo>
                  <a:lnTo>
                    <a:pt x="2660" y="2656"/>
                  </a:lnTo>
                  <a:lnTo>
                    <a:pt x="569" y="2656"/>
                  </a:lnTo>
                  <a:lnTo>
                    <a:pt x="1083" y="1687"/>
                  </a:lnTo>
                  <a:cubicBezTo>
                    <a:pt x="1249" y="1772"/>
                    <a:pt x="1432" y="1815"/>
                    <a:pt x="1614" y="1815"/>
                  </a:cubicBezTo>
                  <a:cubicBezTo>
                    <a:pt x="1797" y="1815"/>
                    <a:pt x="1979" y="1772"/>
                    <a:pt x="2145" y="1687"/>
                  </a:cubicBezTo>
                  <a:close/>
                  <a:moveTo>
                    <a:pt x="2793" y="12042"/>
                  </a:moveTo>
                  <a:lnTo>
                    <a:pt x="2793" y="12885"/>
                  </a:lnTo>
                  <a:lnTo>
                    <a:pt x="439" y="12885"/>
                  </a:lnTo>
                  <a:lnTo>
                    <a:pt x="439" y="12042"/>
                  </a:lnTo>
                  <a:close/>
                  <a:moveTo>
                    <a:pt x="1619" y="1"/>
                  </a:moveTo>
                  <a:cubicBezTo>
                    <a:pt x="1616" y="1"/>
                    <a:pt x="1614" y="1"/>
                    <a:pt x="1611" y="1"/>
                  </a:cubicBezTo>
                  <a:cubicBezTo>
                    <a:pt x="1532" y="1"/>
                    <a:pt x="1457" y="45"/>
                    <a:pt x="1419" y="117"/>
                  </a:cubicBezTo>
                  <a:lnTo>
                    <a:pt x="812" y="1269"/>
                  </a:lnTo>
                  <a:lnTo>
                    <a:pt x="165" y="2489"/>
                  </a:lnTo>
                  <a:cubicBezTo>
                    <a:pt x="55" y="2691"/>
                    <a:pt x="0" y="2917"/>
                    <a:pt x="0" y="3143"/>
                  </a:cubicBezTo>
                  <a:lnTo>
                    <a:pt x="0" y="7070"/>
                  </a:lnTo>
                  <a:cubicBezTo>
                    <a:pt x="0" y="7190"/>
                    <a:pt x="100" y="7286"/>
                    <a:pt x="220" y="7286"/>
                  </a:cubicBezTo>
                  <a:cubicBezTo>
                    <a:pt x="340" y="7286"/>
                    <a:pt x="439" y="7190"/>
                    <a:pt x="439" y="7070"/>
                  </a:cubicBezTo>
                  <a:lnTo>
                    <a:pt x="439" y="3095"/>
                  </a:lnTo>
                  <a:lnTo>
                    <a:pt x="1395" y="3095"/>
                  </a:lnTo>
                  <a:lnTo>
                    <a:pt x="1395" y="11597"/>
                  </a:lnTo>
                  <a:lnTo>
                    <a:pt x="1395" y="11607"/>
                  </a:lnTo>
                  <a:lnTo>
                    <a:pt x="436" y="11607"/>
                  </a:lnTo>
                  <a:lnTo>
                    <a:pt x="436" y="7944"/>
                  </a:lnTo>
                  <a:cubicBezTo>
                    <a:pt x="436" y="7798"/>
                    <a:pt x="327" y="7726"/>
                    <a:pt x="218" y="7726"/>
                  </a:cubicBezTo>
                  <a:cubicBezTo>
                    <a:pt x="109" y="7726"/>
                    <a:pt x="0" y="7798"/>
                    <a:pt x="0" y="7944"/>
                  </a:cubicBezTo>
                  <a:lnTo>
                    <a:pt x="0" y="13101"/>
                  </a:lnTo>
                  <a:lnTo>
                    <a:pt x="0" y="13105"/>
                  </a:lnTo>
                  <a:lnTo>
                    <a:pt x="0" y="13108"/>
                  </a:lnTo>
                  <a:cubicBezTo>
                    <a:pt x="0" y="13399"/>
                    <a:pt x="79" y="13687"/>
                    <a:pt x="230" y="13934"/>
                  </a:cubicBezTo>
                  <a:cubicBezTo>
                    <a:pt x="276" y="14011"/>
                    <a:pt x="344" y="14043"/>
                    <a:pt x="411" y="14043"/>
                  </a:cubicBezTo>
                  <a:cubicBezTo>
                    <a:pt x="561" y="14043"/>
                    <a:pt x="708" y="13882"/>
                    <a:pt x="603" y="13711"/>
                  </a:cubicBezTo>
                  <a:cubicBezTo>
                    <a:pt x="531" y="13591"/>
                    <a:pt x="483" y="13461"/>
                    <a:pt x="456" y="13324"/>
                  </a:cubicBezTo>
                  <a:lnTo>
                    <a:pt x="2762" y="13324"/>
                  </a:lnTo>
                  <a:cubicBezTo>
                    <a:pt x="2656" y="13869"/>
                    <a:pt x="2187" y="14266"/>
                    <a:pt x="1631" y="14280"/>
                  </a:cubicBezTo>
                  <a:cubicBezTo>
                    <a:pt x="1623" y="14280"/>
                    <a:pt x="1615" y="14280"/>
                    <a:pt x="1607" y="14280"/>
                  </a:cubicBezTo>
                  <a:cubicBezTo>
                    <a:pt x="1451" y="14280"/>
                    <a:pt x="1295" y="14249"/>
                    <a:pt x="1152" y="14188"/>
                  </a:cubicBezTo>
                  <a:cubicBezTo>
                    <a:pt x="1119" y="14174"/>
                    <a:pt x="1088" y="14168"/>
                    <a:pt x="1059" y="14168"/>
                  </a:cubicBezTo>
                  <a:cubicBezTo>
                    <a:pt x="849" y="14168"/>
                    <a:pt x="746" y="14490"/>
                    <a:pt x="980" y="14592"/>
                  </a:cubicBezTo>
                  <a:cubicBezTo>
                    <a:pt x="1186" y="14680"/>
                    <a:pt x="1396" y="14720"/>
                    <a:pt x="1602" y="14720"/>
                  </a:cubicBezTo>
                  <a:cubicBezTo>
                    <a:pt x="2456" y="14720"/>
                    <a:pt x="3225" y="14019"/>
                    <a:pt x="3225" y="13105"/>
                  </a:cubicBezTo>
                  <a:lnTo>
                    <a:pt x="3225" y="11844"/>
                  </a:lnTo>
                  <a:cubicBezTo>
                    <a:pt x="3225" y="11840"/>
                    <a:pt x="3228" y="11830"/>
                    <a:pt x="3228" y="11827"/>
                  </a:cubicBezTo>
                  <a:lnTo>
                    <a:pt x="3228" y="11806"/>
                  </a:lnTo>
                  <a:lnTo>
                    <a:pt x="3228" y="9935"/>
                  </a:lnTo>
                  <a:cubicBezTo>
                    <a:pt x="3228" y="9789"/>
                    <a:pt x="3120" y="9717"/>
                    <a:pt x="3011" y="9717"/>
                  </a:cubicBezTo>
                  <a:cubicBezTo>
                    <a:pt x="2902" y="9717"/>
                    <a:pt x="2793" y="9789"/>
                    <a:pt x="2793" y="9935"/>
                  </a:cubicBezTo>
                  <a:lnTo>
                    <a:pt x="2793" y="11604"/>
                  </a:lnTo>
                  <a:lnTo>
                    <a:pt x="1834" y="11604"/>
                  </a:lnTo>
                  <a:lnTo>
                    <a:pt x="1834" y="11597"/>
                  </a:lnTo>
                  <a:lnTo>
                    <a:pt x="1834" y="3095"/>
                  </a:lnTo>
                  <a:lnTo>
                    <a:pt x="2790" y="3095"/>
                  </a:lnTo>
                  <a:lnTo>
                    <a:pt x="2790" y="3143"/>
                  </a:lnTo>
                  <a:lnTo>
                    <a:pt x="2790" y="9061"/>
                  </a:lnTo>
                  <a:cubicBezTo>
                    <a:pt x="2790" y="9181"/>
                    <a:pt x="2886" y="9277"/>
                    <a:pt x="3009" y="9277"/>
                  </a:cubicBezTo>
                  <a:cubicBezTo>
                    <a:pt x="3129" y="9277"/>
                    <a:pt x="3228" y="9181"/>
                    <a:pt x="3228" y="9061"/>
                  </a:cubicBezTo>
                  <a:lnTo>
                    <a:pt x="3228" y="3143"/>
                  </a:lnTo>
                  <a:cubicBezTo>
                    <a:pt x="3225" y="2917"/>
                    <a:pt x="3170" y="2691"/>
                    <a:pt x="3064" y="2489"/>
                  </a:cubicBezTo>
                  <a:lnTo>
                    <a:pt x="1806" y="114"/>
                  </a:lnTo>
                  <a:cubicBezTo>
                    <a:pt x="1770" y="48"/>
                    <a:pt x="1698" y="1"/>
                    <a:pt x="1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3" name="Google Shape;12523;p85"/>
          <p:cNvGrpSpPr/>
          <p:nvPr/>
        </p:nvGrpSpPr>
        <p:grpSpPr>
          <a:xfrm>
            <a:off x="5232073" y="3214113"/>
            <a:ext cx="357824" cy="347581"/>
            <a:chOff x="5232073" y="3214113"/>
            <a:chExt cx="357824" cy="347581"/>
          </a:xfrm>
        </p:grpSpPr>
        <p:sp>
          <p:nvSpPr>
            <p:cNvPr id="12524" name="Google Shape;12524;p85"/>
            <p:cNvSpPr/>
            <p:nvPr/>
          </p:nvSpPr>
          <p:spPr>
            <a:xfrm>
              <a:off x="5239067" y="3248874"/>
              <a:ext cx="315204" cy="306639"/>
            </a:xfrm>
            <a:custGeom>
              <a:rect b="b" l="l" r="r" t="t"/>
              <a:pathLst>
                <a:path extrusionOk="0" h="11706" w="12033">
                  <a:moveTo>
                    <a:pt x="2811" y="1"/>
                  </a:moveTo>
                  <a:lnTo>
                    <a:pt x="1865" y="498"/>
                  </a:lnTo>
                  <a:lnTo>
                    <a:pt x="1605" y="635"/>
                  </a:lnTo>
                  <a:cubicBezTo>
                    <a:pt x="460" y="1235"/>
                    <a:pt x="1" y="2640"/>
                    <a:pt x="577" y="3801"/>
                  </a:cubicBezTo>
                  <a:cubicBezTo>
                    <a:pt x="1341" y="5340"/>
                    <a:pt x="6697" y="10696"/>
                    <a:pt x="8235" y="11457"/>
                  </a:cubicBezTo>
                  <a:cubicBezTo>
                    <a:pt x="8575" y="11625"/>
                    <a:pt x="8936" y="11706"/>
                    <a:pt x="9291" y="11706"/>
                  </a:cubicBezTo>
                  <a:cubicBezTo>
                    <a:pt x="10148" y="11706"/>
                    <a:pt x="10974" y="11240"/>
                    <a:pt x="11398" y="10429"/>
                  </a:cubicBezTo>
                  <a:lnTo>
                    <a:pt x="11535" y="10172"/>
                  </a:lnTo>
                  <a:lnTo>
                    <a:pt x="12032" y="9226"/>
                  </a:lnTo>
                  <a:lnTo>
                    <a:pt x="9305" y="7698"/>
                  </a:lnTo>
                  <a:lnTo>
                    <a:pt x="9061" y="8290"/>
                  </a:lnTo>
                  <a:cubicBezTo>
                    <a:pt x="8881" y="8726"/>
                    <a:pt x="8462" y="8976"/>
                    <a:pt x="8030" y="8976"/>
                  </a:cubicBezTo>
                  <a:cubicBezTo>
                    <a:pt x="7807" y="8976"/>
                    <a:pt x="7581" y="8909"/>
                    <a:pt x="7382" y="8767"/>
                  </a:cubicBezTo>
                  <a:cubicBezTo>
                    <a:pt x="7111" y="8568"/>
                    <a:pt x="3465" y="4925"/>
                    <a:pt x="3270" y="4655"/>
                  </a:cubicBezTo>
                  <a:cubicBezTo>
                    <a:pt x="2849" y="4072"/>
                    <a:pt x="3082" y="3250"/>
                    <a:pt x="3746" y="2975"/>
                  </a:cubicBezTo>
                  <a:lnTo>
                    <a:pt x="4339" y="2732"/>
                  </a:lnTo>
                  <a:lnTo>
                    <a:pt x="2811"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5"/>
            <p:cNvSpPr/>
            <p:nvPr/>
          </p:nvSpPr>
          <p:spPr>
            <a:xfrm>
              <a:off x="5287921" y="3248979"/>
              <a:ext cx="64833" cy="82960"/>
            </a:xfrm>
            <a:custGeom>
              <a:rect b="b" l="l" r="r" t="t"/>
              <a:pathLst>
                <a:path extrusionOk="0" h="3167" w="2475">
                  <a:moveTo>
                    <a:pt x="946" y="0"/>
                  </a:moveTo>
                  <a:lnTo>
                    <a:pt x="0" y="497"/>
                  </a:lnTo>
                  <a:lnTo>
                    <a:pt x="1569" y="3167"/>
                  </a:lnTo>
                  <a:cubicBezTo>
                    <a:pt x="1662" y="3084"/>
                    <a:pt x="1768" y="3019"/>
                    <a:pt x="1881" y="2971"/>
                  </a:cubicBezTo>
                  <a:lnTo>
                    <a:pt x="2474" y="2728"/>
                  </a:lnTo>
                  <a:lnTo>
                    <a:pt x="9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85"/>
            <p:cNvSpPr/>
            <p:nvPr/>
          </p:nvSpPr>
          <p:spPr>
            <a:xfrm>
              <a:off x="5471286" y="3450497"/>
              <a:ext cx="82986" cy="64833"/>
            </a:xfrm>
            <a:custGeom>
              <a:rect b="b" l="l" r="r" t="t"/>
              <a:pathLst>
                <a:path extrusionOk="0" h="2475" w="3168">
                  <a:moveTo>
                    <a:pt x="440" y="1"/>
                  </a:moveTo>
                  <a:lnTo>
                    <a:pt x="193" y="590"/>
                  </a:lnTo>
                  <a:cubicBezTo>
                    <a:pt x="145" y="703"/>
                    <a:pt x="80" y="809"/>
                    <a:pt x="1" y="902"/>
                  </a:cubicBezTo>
                  <a:lnTo>
                    <a:pt x="2670" y="2475"/>
                  </a:lnTo>
                  <a:lnTo>
                    <a:pt x="3167" y="1529"/>
                  </a:lnTo>
                  <a:lnTo>
                    <a:pt x="44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85"/>
            <p:cNvSpPr/>
            <p:nvPr/>
          </p:nvSpPr>
          <p:spPr>
            <a:xfrm>
              <a:off x="5295177" y="3220426"/>
              <a:ext cx="93385" cy="116908"/>
            </a:xfrm>
            <a:custGeom>
              <a:rect b="b" l="l" r="r" t="t"/>
              <a:pathLst>
                <a:path extrusionOk="0" h="4463" w="3565">
                  <a:moveTo>
                    <a:pt x="1433" y="1"/>
                  </a:moveTo>
                  <a:lnTo>
                    <a:pt x="1" y="844"/>
                  </a:lnTo>
                  <a:lnTo>
                    <a:pt x="2132" y="4462"/>
                  </a:lnTo>
                  <a:lnTo>
                    <a:pt x="3564" y="3619"/>
                  </a:lnTo>
                  <a:lnTo>
                    <a:pt x="1433"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5"/>
            <p:cNvSpPr/>
            <p:nvPr/>
          </p:nvSpPr>
          <p:spPr>
            <a:xfrm>
              <a:off x="5465811" y="3414583"/>
              <a:ext cx="116908" cy="93307"/>
            </a:xfrm>
            <a:custGeom>
              <a:rect b="b" l="l" r="r" t="t"/>
              <a:pathLst>
                <a:path extrusionOk="0" h="3562" w="4463">
                  <a:moveTo>
                    <a:pt x="844" y="1"/>
                  </a:moveTo>
                  <a:lnTo>
                    <a:pt x="1" y="1430"/>
                  </a:lnTo>
                  <a:lnTo>
                    <a:pt x="3620" y="3561"/>
                  </a:lnTo>
                  <a:lnTo>
                    <a:pt x="4463" y="2132"/>
                  </a:lnTo>
                  <a:lnTo>
                    <a:pt x="844"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85"/>
            <p:cNvSpPr/>
            <p:nvPr/>
          </p:nvSpPr>
          <p:spPr>
            <a:xfrm>
              <a:off x="5232073" y="3214113"/>
              <a:ext cx="357824" cy="347581"/>
            </a:xfrm>
            <a:custGeom>
              <a:rect b="b" l="l" r="r" t="t"/>
              <a:pathLst>
                <a:path extrusionOk="0" h="13269" w="13660">
                  <a:moveTo>
                    <a:pt x="3756" y="564"/>
                  </a:moveTo>
                  <a:lnTo>
                    <a:pt x="5648" y="3775"/>
                  </a:lnTo>
                  <a:lnTo>
                    <a:pt x="4627" y="4378"/>
                  </a:lnTo>
                  <a:lnTo>
                    <a:pt x="2735" y="1167"/>
                  </a:lnTo>
                  <a:lnTo>
                    <a:pt x="3756" y="564"/>
                  </a:lnTo>
                  <a:close/>
                  <a:moveTo>
                    <a:pt x="3841" y="1"/>
                  </a:moveTo>
                  <a:cubicBezTo>
                    <a:pt x="3800" y="1"/>
                    <a:pt x="3760" y="11"/>
                    <a:pt x="3722" y="33"/>
                  </a:cubicBezTo>
                  <a:lnTo>
                    <a:pt x="2290" y="876"/>
                  </a:lnTo>
                  <a:cubicBezTo>
                    <a:pt x="2177" y="944"/>
                    <a:pt x="2139" y="1088"/>
                    <a:pt x="2204" y="1201"/>
                  </a:cubicBezTo>
                  <a:lnTo>
                    <a:pt x="2344" y="1444"/>
                  </a:lnTo>
                  <a:lnTo>
                    <a:pt x="1762" y="1753"/>
                  </a:lnTo>
                  <a:cubicBezTo>
                    <a:pt x="504" y="2414"/>
                    <a:pt x="1" y="3960"/>
                    <a:pt x="631" y="5234"/>
                  </a:cubicBezTo>
                  <a:cubicBezTo>
                    <a:pt x="933" y="5834"/>
                    <a:pt x="1813" y="6862"/>
                    <a:pt x="2499" y="7616"/>
                  </a:cubicBezTo>
                  <a:cubicBezTo>
                    <a:pt x="2545" y="7674"/>
                    <a:pt x="2613" y="7703"/>
                    <a:pt x="2681" y="7703"/>
                  </a:cubicBezTo>
                  <a:cubicBezTo>
                    <a:pt x="2738" y="7703"/>
                    <a:pt x="2796" y="7682"/>
                    <a:pt x="2841" y="7640"/>
                  </a:cubicBezTo>
                  <a:cubicBezTo>
                    <a:pt x="2941" y="7551"/>
                    <a:pt x="2944" y="7393"/>
                    <a:pt x="2852" y="7301"/>
                  </a:cubicBezTo>
                  <a:cubicBezTo>
                    <a:pt x="1909" y="6263"/>
                    <a:pt x="1272" y="5454"/>
                    <a:pt x="1056" y="5022"/>
                  </a:cubicBezTo>
                  <a:cubicBezTo>
                    <a:pt x="542" y="3991"/>
                    <a:pt x="957" y="2709"/>
                    <a:pt x="1981" y="2171"/>
                  </a:cubicBezTo>
                  <a:lnTo>
                    <a:pt x="2591" y="1852"/>
                  </a:lnTo>
                  <a:lnTo>
                    <a:pt x="3907" y="4090"/>
                  </a:lnTo>
                  <a:cubicBezTo>
                    <a:pt x="3112" y="4429"/>
                    <a:pt x="2838" y="5420"/>
                    <a:pt x="3349" y="6119"/>
                  </a:cubicBezTo>
                  <a:cubicBezTo>
                    <a:pt x="3561" y="6413"/>
                    <a:pt x="7217" y="10070"/>
                    <a:pt x="7509" y="10282"/>
                  </a:cubicBezTo>
                  <a:cubicBezTo>
                    <a:pt x="7751" y="10457"/>
                    <a:pt x="8026" y="10539"/>
                    <a:pt x="8297" y="10539"/>
                  </a:cubicBezTo>
                  <a:cubicBezTo>
                    <a:pt x="8814" y="10539"/>
                    <a:pt x="9315" y="10241"/>
                    <a:pt x="9537" y="9720"/>
                  </a:cubicBezTo>
                  <a:lnTo>
                    <a:pt x="11778" y="11039"/>
                  </a:lnTo>
                  <a:lnTo>
                    <a:pt x="11456" y="11646"/>
                  </a:lnTo>
                  <a:cubicBezTo>
                    <a:pt x="11075" y="12373"/>
                    <a:pt x="10320" y="12795"/>
                    <a:pt x="9546" y="12795"/>
                  </a:cubicBezTo>
                  <a:cubicBezTo>
                    <a:pt x="9229" y="12795"/>
                    <a:pt x="8908" y="12724"/>
                    <a:pt x="8609" y="12575"/>
                  </a:cubicBezTo>
                  <a:cubicBezTo>
                    <a:pt x="7779" y="12160"/>
                    <a:pt x="5603" y="10214"/>
                    <a:pt x="3540" y="8041"/>
                  </a:cubicBezTo>
                  <a:cubicBezTo>
                    <a:pt x="3490" y="7994"/>
                    <a:pt x="3435" y="7974"/>
                    <a:pt x="3382" y="7974"/>
                  </a:cubicBezTo>
                  <a:cubicBezTo>
                    <a:pt x="3204" y="7974"/>
                    <a:pt x="3050" y="8193"/>
                    <a:pt x="3198" y="8367"/>
                  </a:cubicBezTo>
                  <a:cubicBezTo>
                    <a:pt x="5024" y="10289"/>
                    <a:pt x="7396" y="12499"/>
                    <a:pt x="8396" y="12996"/>
                  </a:cubicBezTo>
                  <a:cubicBezTo>
                    <a:pt x="8769" y="13181"/>
                    <a:pt x="9166" y="13268"/>
                    <a:pt x="9557" y="13268"/>
                  </a:cubicBezTo>
                  <a:cubicBezTo>
                    <a:pt x="10500" y="13268"/>
                    <a:pt x="11410" y="12757"/>
                    <a:pt x="11878" y="11865"/>
                  </a:cubicBezTo>
                  <a:lnTo>
                    <a:pt x="12186" y="11279"/>
                  </a:lnTo>
                  <a:lnTo>
                    <a:pt x="12430" y="11423"/>
                  </a:lnTo>
                  <a:cubicBezTo>
                    <a:pt x="12467" y="11445"/>
                    <a:pt x="12508" y="11455"/>
                    <a:pt x="12548" y="11455"/>
                  </a:cubicBezTo>
                  <a:cubicBezTo>
                    <a:pt x="12629" y="11455"/>
                    <a:pt x="12708" y="11413"/>
                    <a:pt x="12752" y="11338"/>
                  </a:cubicBezTo>
                  <a:lnTo>
                    <a:pt x="13595" y="9905"/>
                  </a:lnTo>
                  <a:cubicBezTo>
                    <a:pt x="13660" y="9792"/>
                    <a:pt x="13622" y="9645"/>
                    <a:pt x="13509" y="9580"/>
                  </a:cubicBezTo>
                  <a:lnTo>
                    <a:pt x="13509" y="9583"/>
                  </a:lnTo>
                  <a:lnTo>
                    <a:pt x="11929" y="8651"/>
                  </a:lnTo>
                  <a:cubicBezTo>
                    <a:pt x="11891" y="8628"/>
                    <a:pt x="11849" y="8617"/>
                    <a:pt x="11807" y="8617"/>
                  </a:cubicBezTo>
                  <a:cubicBezTo>
                    <a:pt x="11725" y="8617"/>
                    <a:pt x="11646" y="8659"/>
                    <a:pt x="11600" y="8733"/>
                  </a:cubicBezTo>
                  <a:cubicBezTo>
                    <a:pt x="11532" y="8846"/>
                    <a:pt x="11573" y="8994"/>
                    <a:pt x="11689" y="9059"/>
                  </a:cubicBezTo>
                  <a:lnTo>
                    <a:pt x="13067" y="9871"/>
                  </a:lnTo>
                  <a:lnTo>
                    <a:pt x="12464" y="10896"/>
                  </a:lnTo>
                  <a:lnTo>
                    <a:pt x="9249" y="9004"/>
                  </a:lnTo>
                  <a:lnTo>
                    <a:pt x="9853" y="7979"/>
                  </a:lnTo>
                  <a:lnTo>
                    <a:pt x="10857" y="8572"/>
                  </a:lnTo>
                  <a:cubicBezTo>
                    <a:pt x="10898" y="8595"/>
                    <a:pt x="10939" y="8606"/>
                    <a:pt x="10978" y="8606"/>
                  </a:cubicBezTo>
                  <a:cubicBezTo>
                    <a:pt x="11187" y="8606"/>
                    <a:pt x="11320" y="8300"/>
                    <a:pt x="11097" y="8161"/>
                  </a:cubicBezTo>
                  <a:lnTo>
                    <a:pt x="9890" y="7452"/>
                  </a:lnTo>
                  <a:cubicBezTo>
                    <a:pt x="9853" y="7430"/>
                    <a:pt x="9812" y="7420"/>
                    <a:pt x="9771" y="7420"/>
                  </a:cubicBezTo>
                  <a:cubicBezTo>
                    <a:pt x="9689" y="7420"/>
                    <a:pt x="9608" y="7462"/>
                    <a:pt x="9565" y="7537"/>
                  </a:cubicBezTo>
                  <a:lnTo>
                    <a:pt x="8722" y="8970"/>
                  </a:lnTo>
                  <a:cubicBezTo>
                    <a:pt x="8657" y="9083"/>
                    <a:pt x="8694" y="9227"/>
                    <a:pt x="8807" y="9292"/>
                  </a:cubicBezTo>
                  <a:lnTo>
                    <a:pt x="9126" y="9480"/>
                  </a:lnTo>
                  <a:lnTo>
                    <a:pt x="9106" y="9525"/>
                  </a:lnTo>
                  <a:cubicBezTo>
                    <a:pt x="8966" y="9868"/>
                    <a:pt x="8637" y="10064"/>
                    <a:pt x="8298" y="10064"/>
                  </a:cubicBezTo>
                  <a:cubicBezTo>
                    <a:pt x="8122" y="10064"/>
                    <a:pt x="7943" y="10011"/>
                    <a:pt x="7786" y="9898"/>
                  </a:cubicBezTo>
                  <a:cubicBezTo>
                    <a:pt x="7526" y="9706"/>
                    <a:pt x="3921" y="6101"/>
                    <a:pt x="3729" y="5841"/>
                  </a:cubicBezTo>
                  <a:cubicBezTo>
                    <a:pt x="3400" y="5382"/>
                    <a:pt x="3582" y="4734"/>
                    <a:pt x="4106" y="4522"/>
                  </a:cubicBezTo>
                  <a:lnTo>
                    <a:pt x="4147" y="4501"/>
                  </a:lnTo>
                  <a:lnTo>
                    <a:pt x="4335" y="4820"/>
                  </a:lnTo>
                  <a:cubicBezTo>
                    <a:pt x="4379" y="4895"/>
                    <a:pt x="4459" y="4939"/>
                    <a:pt x="4542" y="4939"/>
                  </a:cubicBezTo>
                  <a:cubicBezTo>
                    <a:pt x="4582" y="4939"/>
                    <a:pt x="4624" y="4928"/>
                    <a:pt x="4661" y="4906"/>
                  </a:cubicBezTo>
                  <a:lnTo>
                    <a:pt x="6090" y="4063"/>
                  </a:lnTo>
                  <a:cubicBezTo>
                    <a:pt x="6203" y="3997"/>
                    <a:pt x="6244" y="3853"/>
                    <a:pt x="6176" y="3740"/>
                  </a:cubicBezTo>
                  <a:lnTo>
                    <a:pt x="4044" y="118"/>
                  </a:lnTo>
                  <a:cubicBezTo>
                    <a:pt x="4001" y="43"/>
                    <a:pt x="3922" y="1"/>
                    <a:pt x="38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0" name="Google Shape;12530;p85"/>
          <p:cNvGrpSpPr/>
          <p:nvPr/>
        </p:nvGrpSpPr>
        <p:grpSpPr>
          <a:xfrm>
            <a:off x="5739863" y="3222757"/>
            <a:ext cx="385407" cy="343128"/>
            <a:chOff x="5739863" y="3222757"/>
            <a:chExt cx="385407" cy="343128"/>
          </a:xfrm>
        </p:grpSpPr>
        <p:sp>
          <p:nvSpPr>
            <p:cNvPr id="12531" name="Google Shape;12531;p85"/>
            <p:cNvSpPr/>
            <p:nvPr/>
          </p:nvSpPr>
          <p:spPr>
            <a:xfrm>
              <a:off x="5748665" y="3229594"/>
              <a:ext cx="367699" cy="329612"/>
            </a:xfrm>
            <a:custGeom>
              <a:rect b="b" l="l" r="r" t="t"/>
              <a:pathLst>
                <a:path extrusionOk="0" h="12583" w="14037">
                  <a:moveTo>
                    <a:pt x="3852" y="0"/>
                  </a:moveTo>
                  <a:cubicBezTo>
                    <a:pt x="1724" y="0"/>
                    <a:pt x="4" y="1734"/>
                    <a:pt x="4" y="3872"/>
                  </a:cubicBezTo>
                  <a:lnTo>
                    <a:pt x="1" y="3872"/>
                  </a:lnTo>
                  <a:cubicBezTo>
                    <a:pt x="1" y="7868"/>
                    <a:pt x="5148" y="11504"/>
                    <a:pt x="6628" y="12467"/>
                  </a:cubicBezTo>
                  <a:cubicBezTo>
                    <a:pt x="6746" y="12544"/>
                    <a:pt x="6883" y="12582"/>
                    <a:pt x="7019" y="12582"/>
                  </a:cubicBezTo>
                  <a:cubicBezTo>
                    <a:pt x="7156" y="12582"/>
                    <a:pt x="7293" y="12544"/>
                    <a:pt x="7413" y="12467"/>
                  </a:cubicBezTo>
                  <a:cubicBezTo>
                    <a:pt x="8890" y="11504"/>
                    <a:pt x="14037" y="7868"/>
                    <a:pt x="14037" y="3872"/>
                  </a:cubicBezTo>
                  <a:cubicBezTo>
                    <a:pt x="14037" y="1734"/>
                    <a:pt x="12313" y="0"/>
                    <a:pt x="10189" y="0"/>
                  </a:cubicBezTo>
                  <a:cubicBezTo>
                    <a:pt x="9174" y="0"/>
                    <a:pt x="8204" y="401"/>
                    <a:pt x="7488" y="1117"/>
                  </a:cubicBezTo>
                  <a:cubicBezTo>
                    <a:pt x="7358" y="1244"/>
                    <a:pt x="7188" y="1307"/>
                    <a:pt x="7019" y="1307"/>
                  </a:cubicBezTo>
                  <a:cubicBezTo>
                    <a:pt x="6850" y="1307"/>
                    <a:pt x="6681" y="1244"/>
                    <a:pt x="6553" y="1117"/>
                  </a:cubicBezTo>
                  <a:cubicBezTo>
                    <a:pt x="5837" y="401"/>
                    <a:pt x="4863" y="0"/>
                    <a:pt x="385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5"/>
            <p:cNvSpPr/>
            <p:nvPr/>
          </p:nvSpPr>
          <p:spPr>
            <a:xfrm>
              <a:off x="5748770" y="3229594"/>
              <a:ext cx="183758" cy="329533"/>
            </a:xfrm>
            <a:custGeom>
              <a:rect b="b" l="l" r="r" t="t"/>
              <a:pathLst>
                <a:path extrusionOk="0" h="12580" w="7015">
                  <a:moveTo>
                    <a:pt x="3848" y="0"/>
                  </a:moveTo>
                  <a:cubicBezTo>
                    <a:pt x="1720" y="0"/>
                    <a:pt x="0" y="1731"/>
                    <a:pt x="0" y="3869"/>
                  </a:cubicBezTo>
                  <a:cubicBezTo>
                    <a:pt x="0" y="7868"/>
                    <a:pt x="5147" y="11504"/>
                    <a:pt x="6624" y="12463"/>
                  </a:cubicBezTo>
                  <a:cubicBezTo>
                    <a:pt x="6741" y="12542"/>
                    <a:pt x="6878" y="12580"/>
                    <a:pt x="7015" y="12580"/>
                  </a:cubicBezTo>
                  <a:cubicBezTo>
                    <a:pt x="1758" y="5404"/>
                    <a:pt x="3629" y="1388"/>
                    <a:pt x="5411" y="336"/>
                  </a:cubicBezTo>
                  <a:cubicBezTo>
                    <a:pt x="4921" y="113"/>
                    <a:pt x="4386" y="0"/>
                    <a:pt x="3848"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5"/>
            <p:cNvSpPr/>
            <p:nvPr/>
          </p:nvSpPr>
          <p:spPr>
            <a:xfrm>
              <a:off x="5739863" y="3222757"/>
              <a:ext cx="385407" cy="343128"/>
            </a:xfrm>
            <a:custGeom>
              <a:rect b="b" l="l" r="r" t="t"/>
              <a:pathLst>
                <a:path extrusionOk="0" h="13099" w="14713">
                  <a:moveTo>
                    <a:pt x="10577" y="459"/>
                  </a:moveTo>
                  <a:cubicBezTo>
                    <a:pt x="10940" y="459"/>
                    <a:pt x="11306" y="513"/>
                    <a:pt x="11666" y="624"/>
                  </a:cubicBezTo>
                  <a:cubicBezTo>
                    <a:pt x="13204" y="1104"/>
                    <a:pt x="14250" y="2526"/>
                    <a:pt x="14250" y="4137"/>
                  </a:cubicBezTo>
                  <a:cubicBezTo>
                    <a:pt x="14250" y="6488"/>
                    <a:pt x="12358" y="8674"/>
                    <a:pt x="10771" y="10096"/>
                  </a:cubicBezTo>
                  <a:cubicBezTo>
                    <a:pt x="9712" y="11035"/>
                    <a:pt x="8568" y="11875"/>
                    <a:pt x="7355" y="12608"/>
                  </a:cubicBezTo>
                  <a:cubicBezTo>
                    <a:pt x="6145" y="11878"/>
                    <a:pt x="5004" y="11038"/>
                    <a:pt x="3949" y="10103"/>
                  </a:cubicBezTo>
                  <a:cubicBezTo>
                    <a:pt x="2359" y="8677"/>
                    <a:pt x="460" y="6488"/>
                    <a:pt x="460" y="4140"/>
                  </a:cubicBezTo>
                  <a:cubicBezTo>
                    <a:pt x="460" y="2530"/>
                    <a:pt x="1505" y="1104"/>
                    <a:pt x="3044" y="624"/>
                  </a:cubicBezTo>
                  <a:cubicBezTo>
                    <a:pt x="3403" y="513"/>
                    <a:pt x="3770" y="459"/>
                    <a:pt x="4133" y="459"/>
                  </a:cubicBezTo>
                  <a:cubicBezTo>
                    <a:pt x="5322" y="459"/>
                    <a:pt x="6468" y="1037"/>
                    <a:pt x="7166" y="2053"/>
                  </a:cubicBezTo>
                  <a:cubicBezTo>
                    <a:pt x="7213" y="2120"/>
                    <a:pt x="7285" y="2154"/>
                    <a:pt x="7356" y="2154"/>
                  </a:cubicBezTo>
                  <a:cubicBezTo>
                    <a:pt x="7428" y="2154"/>
                    <a:pt x="7499" y="2120"/>
                    <a:pt x="7543" y="2053"/>
                  </a:cubicBezTo>
                  <a:cubicBezTo>
                    <a:pt x="8244" y="1037"/>
                    <a:pt x="9388" y="459"/>
                    <a:pt x="10577" y="459"/>
                  </a:cubicBezTo>
                  <a:close/>
                  <a:moveTo>
                    <a:pt x="4137" y="0"/>
                  </a:moveTo>
                  <a:cubicBezTo>
                    <a:pt x="3677" y="0"/>
                    <a:pt x="3211" y="77"/>
                    <a:pt x="2759" y="237"/>
                  </a:cubicBezTo>
                  <a:cubicBezTo>
                    <a:pt x="1108" y="820"/>
                    <a:pt x="1" y="2382"/>
                    <a:pt x="1" y="4137"/>
                  </a:cubicBezTo>
                  <a:cubicBezTo>
                    <a:pt x="1" y="5257"/>
                    <a:pt x="388" y="6426"/>
                    <a:pt x="1152" y="7615"/>
                  </a:cubicBezTo>
                  <a:cubicBezTo>
                    <a:pt x="1755" y="8551"/>
                    <a:pt x="2592" y="9503"/>
                    <a:pt x="3640" y="10442"/>
                  </a:cubicBezTo>
                  <a:cubicBezTo>
                    <a:pt x="4754" y="11429"/>
                    <a:pt x="5960" y="12310"/>
                    <a:pt x="7242" y="13071"/>
                  </a:cubicBezTo>
                  <a:cubicBezTo>
                    <a:pt x="7278" y="13089"/>
                    <a:pt x="7317" y="13099"/>
                    <a:pt x="7356" y="13099"/>
                  </a:cubicBezTo>
                  <a:cubicBezTo>
                    <a:pt x="7395" y="13099"/>
                    <a:pt x="7434" y="13089"/>
                    <a:pt x="7468" y="13071"/>
                  </a:cubicBezTo>
                  <a:cubicBezTo>
                    <a:pt x="8750" y="12310"/>
                    <a:pt x="9959" y="11429"/>
                    <a:pt x="11073" y="10442"/>
                  </a:cubicBezTo>
                  <a:cubicBezTo>
                    <a:pt x="12121" y="9500"/>
                    <a:pt x="12958" y="8551"/>
                    <a:pt x="13561" y="7615"/>
                  </a:cubicBezTo>
                  <a:cubicBezTo>
                    <a:pt x="14325" y="6426"/>
                    <a:pt x="14712" y="5257"/>
                    <a:pt x="14712" y="4137"/>
                  </a:cubicBezTo>
                  <a:cubicBezTo>
                    <a:pt x="14705" y="1855"/>
                    <a:pt x="12855" y="4"/>
                    <a:pt x="10573" y="4"/>
                  </a:cubicBezTo>
                  <a:cubicBezTo>
                    <a:pt x="9325" y="4"/>
                    <a:pt x="8143" y="566"/>
                    <a:pt x="7355" y="1539"/>
                  </a:cubicBezTo>
                  <a:cubicBezTo>
                    <a:pt x="6555" y="548"/>
                    <a:pt x="5364" y="0"/>
                    <a:pt x="4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5"/>
            <p:cNvSpPr/>
            <p:nvPr/>
          </p:nvSpPr>
          <p:spPr>
            <a:xfrm>
              <a:off x="5840504" y="3246909"/>
              <a:ext cx="80026" cy="45789"/>
            </a:xfrm>
            <a:custGeom>
              <a:rect b="b" l="l" r="r" t="t"/>
              <a:pathLst>
                <a:path extrusionOk="0" h="1748" w="3055">
                  <a:moveTo>
                    <a:pt x="295" y="1"/>
                  </a:moveTo>
                  <a:cubicBezTo>
                    <a:pt x="0" y="11"/>
                    <a:pt x="0" y="446"/>
                    <a:pt x="295" y="460"/>
                  </a:cubicBezTo>
                  <a:cubicBezTo>
                    <a:pt x="1203" y="460"/>
                    <a:pt x="2050" y="909"/>
                    <a:pt x="2567" y="1656"/>
                  </a:cubicBezTo>
                  <a:cubicBezTo>
                    <a:pt x="2616" y="1721"/>
                    <a:pt x="2680" y="1748"/>
                    <a:pt x="2743" y="1748"/>
                  </a:cubicBezTo>
                  <a:cubicBezTo>
                    <a:pt x="2902" y="1748"/>
                    <a:pt x="3055" y="1572"/>
                    <a:pt x="2944" y="1395"/>
                  </a:cubicBezTo>
                  <a:cubicBezTo>
                    <a:pt x="2344" y="521"/>
                    <a:pt x="1354" y="1"/>
                    <a:pt x="2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5"/>
            <p:cNvSpPr/>
            <p:nvPr/>
          </p:nvSpPr>
          <p:spPr>
            <a:xfrm>
              <a:off x="6010510" y="3246909"/>
              <a:ext cx="90609" cy="88906"/>
            </a:xfrm>
            <a:custGeom>
              <a:rect b="b" l="l" r="r" t="t"/>
              <a:pathLst>
                <a:path extrusionOk="0" h="3394" w="3459">
                  <a:moveTo>
                    <a:pt x="229" y="0"/>
                  </a:moveTo>
                  <a:cubicBezTo>
                    <a:pt x="104" y="0"/>
                    <a:pt x="1" y="104"/>
                    <a:pt x="1" y="230"/>
                  </a:cubicBezTo>
                  <a:cubicBezTo>
                    <a:pt x="1" y="356"/>
                    <a:pt x="104" y="460"/>
                    <a:pt x="229" y="460"/>
                  </a:cubicBezTo>
                  <a:cubicBezTo>
                    <a:pt x="233" y="460"/>
                    <a:pt x="237" y="460"/>
                    <a:pt x="241" y="460"/>
                  </a:cubicBezTo>
                  <a:cubicBezTo>
                    <a:pt x="1742" y="467"/>
                    <a:pt x="2961" y="1666"/>
                    <a:pt x="2996" y="3167"/>
                  </a:cubicBezTo>
                  <a:cubicBezTo>
                    <a:pt x="2999" y="3294"/>
                    <a:pt x="3102" y="3393"/>
                    <a:pt x="3225" y="3393"/>
                  </a:cubicBezTo>
                  <a:lnTo>
                    <a:pt x="3232" y="3393"/>
                  </a:lnTo>
                  <a:cubicBezTo>
                    <a:pt x="3359" y="3390"/>
                    <a:pt x="3458" y="3287"/>
                    <a:pt x="3455" y="3160"/>
                  </a:cubicBezTo>
                  <a:cubicBezTo>
                    <a:pt x="3424" y="1416"/>
                    <a:pt x="1981" y="1"/>
                    <a:pt x="241" y="1"/>
                  </a:cubicBezTo>
                  <a:cubicBezTo>
                    <a:pt x="237" y="0"/>
                    <a:pt x="233" y="0"/>
                    <a:pt x="2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6" name="Google Shape;12536;p85"/>
          <p:cNvGrpSpPr/>
          <p:nvPr/>
        </p:nvGrpSpPr>
        <p:grpSpPr>
          <a:xfrm>
            <a:off x="6217870" y="3235200"/>
            <a:ext cx="455217" cy="308577"/>
            <a:chOff x="6217870" y="3235200"/>
            <a:chExt cx="455217" cy="308577"/>
          </a:xfrm>
        </p:grpSpPr>
        <p:sp>
          <p:nvSpPr>
            <p:cNvPr id="12537" name="Google Shape;12537;p85"/>
            <p:cNvSpPr/>
            <p:nvPr/>
          </p:nvSpPr>
          <p:spPr>
            <a:xfrm>
              <a:off x="6533676" y="3411885"/>
              <a:ext cx="91656" cy="58389"/>
            </a:xfrm>
            <a:custGeom>
              <a:rect b="b" l="l" r="r" t="t"/>
              <a:pathLst>
                <a:path extrusionOk="0" h="2229" w="3499">
                  <a:moveTo>
                    <a:pt x="0" y="1"/>
                  </a:moveTo>
                  <a:lnTo>
                    <a:pt x="0" y="2228"/>
                  </a:lnTo>
                  <a:lnTo>
                    <a:pt x="3499" y="2228"/>
                  </a:lnTo>
                  <a:lnTo>
                    <a:pt x="3499"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5"/>
            <p:cNvSpPr/>
            <p:nvPr/>
          </p:nvSpPr>
          <p:spPr>
            <a:xfrm>
              <a:off x="6533676" y="3441067"/>
              <a:ext cx="91656" cy="29207"/>
            </a:xfrm>
            <a:custGeom>
              <a:rect b="b" l="l" r="r" t="t"/>
              <a:pathLst>
                <a:path extrusionOk="0" h="1115" w="3499">
                  <a:moveTo>
                    <a:pt x="0" y="1"/>
                  </a:moveTo>
                  <a:lnTo>
                    <a:pt x="0" y="1114"/>
                  </a:lnTo>
                  <a:lnTo>
                    <a:pt x="3499" y="1114"/>
                  </a:lnTo>
                  <a:lnTo>
                    <a:pt x="349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5"/>
            <p:cNvSpPr/>
            <p:nvPr/>
          </p:nvSpPr>
          <p:spPr>
            <a:xfrm>
              <a:off x="6602517" y="3372776"/>
              <a:ext cx="64021" cy="136686"/>
            </a:xfrm>
            <a:custGeom>
              <a:rect b="b" l="l" r="r" t="t"/>
              <a:pathLst>
                <a:path extrusionOk="0" h="5218" w="2444">
                  <a:moveTo>
                    <a:pt x="2177" y="0"/>
                  </a:moveTo>
                  <a:cubicBezTo>
                    <a:pt x="2153" y="0"/>
                    <a:pt x="2129" y="3"/>
                    <a:pt x="2104" y="10"/>
                  </a:cubicBezTo>
                  <a:lnTo>
                    <a:pt x="196" y="534"/>
                  </a:lnTo>
                  <a:cubicBezTo>
                    <a:pt x="79" y="565"/>
                    <a:pt x="0" y="672"/>
                    <a:pt x="0" y="791"/>
                  </a:cubicBezTo>
                  <a:lnTo>
                    <a:pt x="0" y="4427"/>
                  </a:lnTo>
                  <a:cubicBezTo>
                    <a:pt x="0" y="4547"/>
                    <a:pt x="79" y="4650"/>
                    <a:pt x="196" y="4684"/>
                  </a:cubicBezTo>
                  <a:lnTo>
                    <a:pt x="2104" y="5209"/>
                  </a:lnTo>
                  <a:cubicBezTo>
                    <a:pt x="2128" y="5215"/>
                    <a:pt x="2151" y="5218"/>
                    <a:pt x="2174" y="5218"/>
                  </a:cubicBezTo>
                  <a:cubicBezTo>
                    <a:pt x="2319" y="5218"/>
                    <a:pt x="2444" y="5102"/>
                    <a:pt x="2444" y="4948"/>
                  </a:cubicBezTo>
                  <a:lnTo>
                    <a:pt x="2444" y="267"/>
                  </a:lnTo>
                  <a:cubicBezTo>
                    <a:pt x="2444" y="117"/>
                    <a:pt x="2320" y="0"/>
                    <a:pt x="217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85"/>
            <p:cNvSpPr/>
            <p:nvPr/>
          </p:nvSpPr>
          <p:spPr>
            <a:xfrm>
              <a:off x="6267509" y="3345036"/>
              <a:ext cx="294641" cy="192193"/>
            </a:xfrm>
            <a:custGeom>
              <a:rect b="b" l="l" r="r" t="t"/>
              <a:pathLst>
                <a:path extrusionOk="0" h="7337" w="11248">
                  <a:moveTo>
                    <a:pt x="378" y="0"/>
                  </a:moveTo>
                  <a:cubicBezTo>
                    <a:pt x="169" y="0"/>
                    <a:pt x="1" y="168"/>
                    <a:pt x="1" y="377"/>
                  </a:cubicBezTo>
                  <a:lnTo>
                    <a:pt x="1" y="6956"/>
                  </a:lnTo>
                  <a:cubicBezTo>
                    <a:pt x="1" y="7165"/>
                    <a:pt x="169" y="7337"/>
                    <a:pt x="378" y="7337"/>
                  </a:cubicBezTo>
                  <a:lnTo>
                    <a:pt x="10867" y="7337"/>
                  </a:lnTo>
                  <a:cubicBezTo>
                    <a:pt x="11076" y="7337"/>
                    <a:pt x="11247" y="7165"/>
                    <a:pt x="11247" y="6956"/>
                  </a:cubicBezTo>
                  <a:lnTo>
                    <a:pt x="11247" y="377"/>
                  </a:lnTo>
                  <a:cubicBezTo>
                    <a:pt x="11247" y="168"/>
                    <a:pt x="11076" y="0"/>
                    <a:pt x="1086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85"/>
            <p:cNvSpPr/>
            <p:nvPr/>
          </p:nvSpPr>
          <p:spPr>
            <a:xfrm>
              <a:off x="6267509" y="3345036"/>
              <a:ext cx="294641" cy="192193"/>
            </a:xfrm>
            <a:custGeom>
              <a:rect b="b" l="l" r="r" t="t"/>
              <a:pathLst>
                <a:path extrusionOk="0" h="7337" w="11248">
                  <a:moveTo>
                    <a:pt x="9130" y="0"/>
                  </a:moveTo>
                  <a:cubicBezTo>
                    <a:pt x="9339" y="0"/>
                    <a:pt x="9510" y="171"/>
                    <a:pt x="9510" y="380"/>
                  </a:cubicBezTo>
                  <a:lnTo>
                    <a:pt x="9510" y="6333"/>
                  </a:lnTo>
                  <a:cubicBezTo>
                    <a:pt x="9510" y="6617"/>
                    <a:pt x="9280" y="6843"/>
                    <a:pt x="8999" y="6843"/>
                  </a:cubicBezTo>
                  <a:lnTo>
                    <a:pt x="371" y="6843"/>
                  </a:lnTo>
                  <a:cubicBezTo>
                    <a:pt x="189" y="6843"/>
                    <a:pt x="31" y="6713"/>
                    <a:pt x="1" y="6531"/>
                  </a:cubicBezTo>
                  <a:lnTo>
                    <a:pt x="1" y="6956"/>
                  </a:lnTo>
                  <a:cubicBezTo>
                    <a:pt x="1" y="7165"/>
                    <a:pt x="169" y="7337"/>
                    <a:pt x="378" y="7337"/>
                  </a:cubicBezTo>
                  <a:lnTo>
                    <a:pt x="10867" y="7337"/>
                  </a:lnTo>
                  <a:cubicBezTo>
                    <a:pt x="11076" y="7337"/>
                    <a:pt x="11247" y="7165"/>
                    <a:pt x="11247" y="6956"/>
                  </a:cubicBezTo>
                  <a:lnTo>
                    <a:pt x="11247" y="377"/>
                  </a:lnTo>
                  <a:cubicBezTo>
                    <a:pt x="11247" y="367"/>
                    <a:pt x="11247" y="353"/>
                    <a:pt x="11244" y="343"/>
                  </a:cubicBezTo>
                  <a:cubicBezTo>
                    <a:pt x="11227" y="147"/>
                    <a:pt x="11062" y="0"/>
                    <a:pt x="10867"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85"/>
            <p:cNvSpPr/>
            <p:nvPr/>
          </p:nvSpPr>
          <p:spPr>
            <a:xfrm>
              <a:off x="6234556" y="3241434"/>
              <a:ext cx="175978" cy="175978"/>
            </a:xfrm>
            <a:custGeom>
              <a:rect b="b" l="l" r="r" t="t"/>
              <a:pathLst>
                <a:path extrusionOk="0" h="6718" w="6718">
                  <a:moveTo>
                    <a:pt x="3359" y="1"/>
                  </a:moveTo>
                  <a:cubicBezTo>
                    <a:pt x="1505" y="1"/>
                    <a:pt x="1" y="1505"/>
                    <a:pt x="1" y="3359"/>
                  </a:cubicBezTo>
                  <a:cubicBezTo>
                    <a:pt x="1" y="5213"/>
                    <a:pt x="1505" y="6717"/>
                    <a:pt x="3359" y="6717"/>
                  </a:cubicBezTo>
                  <a:cubicBezTo>
                    <a:pt x="5213" y="6717"/>
                    <a:pt x="6717" y="5213"/>
                    <a:pt x="6717" y="3359"/>
                  </a:cubicBezTo>
                  <a:cubicBezTo>
                    <a:pt x="6717" y="1505"/>
                    <a:pt x="5213" y="1"/>
                    <a:pt x="3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85"/>
            <p:cNvSpPr/>
            <p:nvPr/>
          </p:nvSpPr>
          <p:spPr>
            <a:xfrm>
              <a:off x="6260332" y="3267210"/>
              <a:ext cx="158113" cy="149442"/>
            </a:xfrm>
            <a:custGeom>
              <a:rect b="b" l="l" r="r" t="t"/>
              <a:pathLst>
                <a:path extrusionOk="0" h="5705" w="6036">
                  <a:moveTo>
                    <a:pt x="4750" y="0"/>
                  </a:moveTo>
                  <a:lnTo>
                    <a:pt x="0" y="4750"/>
                  </a:lnTo>
                  <a:cubicBezTo>
                    <a:pt x="653" y="5387"/>
                    <a:pt x="1499" y="5704"/>
                    <a:pt x="2345" y="5704"/>
                  </a:cubicBezTo>
                  <a:cubicBezTo>
                    <a:pt x="3205" y="5704"/>
                    <a:pt x="4066" y="5375"/>
                    <a:pt x="4723" y="4719"/>
                  </a:cubicBezTo>
                  <a:cubicBezTo>
                    <a:pt x="6021" y="3420"/>
                    <a:pt x="6035" y="1316"/>
                    <a:pt x="4750"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85"/>
            <p:cNvSpPr/>
            <p:nvPr/>
          </p:nvSpPr>
          <p:spPr>
            <a:xfrm>
              <a:off x="6457816" y="3443581"/>
              <a:ext cx="64387" cy="64387"/>
            </a:xfrm>
            <a:custGeom>
              <a:rect b="b" l="l" r="r" t="t"/>
              <a:pathLst>
                <a:path extrusionOk="0" h="2458" w="2458">
                  <a:moveTo>
                    <a:pt x="113" y="1"/>
                  </a:moveTo>
                  <a:cubicBezTo>
                    <a:pt x="52" y="1"/>
                    <a:pt x="0" y="52"/>
                    <a:pt x="0" y="114"/>
                  </a:cubicBezTo>
                  <a:lnTo>
                    <a:pt x="0" y="2348"/>
                  </a:lnTo>
                  <a:cubicBezTo>
                    <a:pt x="0" y="2410"/>
                    <a:pt x="52" y="2458"/>
                    <a:pt x="113" y="2458"/>
                  </a:cubicBezTo>
                  <a:lnTo>
                    <a:pt x="2344" y="2458"/>
                  </a:lnTo>
                  <a:cubicBezTo>
                    <a:pt x="2406" y="2458"/>
                    <a:pt x="2457" y="2410"/>
                    <a:pt x="2457" y="2348"/>
                  </a:cubicBezTo>
                  <a:lnTo>
                    <a:pt x="2457" y="114"/>
                  </a:lnTo>
                  <a:cubicBezTo>
                    <a:pt x="2457" y="52"/>
                    <a:pt x="2406" y="1"/>
                    <a:pt x="2344"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85"/>
            <p:cNvSpPr/>
            <p:nvPr/>
          </p:nvSpPr>
          <p:spPr>
            <a:xfrm>
              <a:off x="6283226" y="3299875"/>
              <a:ext cx="68867" cy="58991"/>
            </a:xfrm>
            <a:custGeom>
              <a:rect b="b" l="l" r="r" t="t"/>
              <a:pathLst>
                <a:path extrusionOk="0" h="2252" w="2629">
                  <a:moveTo>
                    <a:pt x="1494" y="1"/>
                  </a:moveTo>
                  <a:cubicBezTo>
                    <a:pt x="1217" y="1"/>
                    <a:pt x="935" y="103"/>
                    <a:pt x="706" y="333"/>
                  </a:cubicBezTo>
                  <a:cubicBezTo>
                    <a:pt x="0" y="1042"/>
                    <a:pt x="501" y="2252"/>
                    <a:pt x="1501" y="2252"/>
                  </a:cubicBezTo>
                  <a:cubicBezTo>
                    <a:pt x="2125" y="2252"/>
                    <a:pt x="2625" y="1748"/>
                    <a:pt x="2629" y="1128"/>
                  </a:cubicBezTo>
                  <a:cubicBezTo>
                    <a:pt x="2629" y="451"/>
                    <a:pt x="2073" y="1"/>
                    <a:pt x="1494"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5"/>
            <p:cNvSpPr/>
            <p:nvPr/>
          </p:nvSpPr>
          <p:spPr>
            <a:xfrm>
              <a:off x="6433769" y="3261893"/>
              <a:ext cx="135114" cy="135035"/>
            </a:xfrm>
            <a:custGeom>
              <a:rect b="b" l="l" r="r" t="t"/>
              <a:pathLst>
                <a:path extrusionOk="0" h="5155" w="5158">
                  <a:moveTo>
                    <a:pt x="2580" y="1"/>
                  </a:moveTo>
                  <a:cubicBezTo>
                    <a:pt x="1155" y="1"/>
                    <a:pt x="0" y="1152"/>
                    <a:pt x="0" y="2578"/>
                  </a:cubicBezTo>
                  <a:cubicBezTo>
                    <a:pt x="0" y="4003"/>
                    <a:pt x="1155" y="5155"/>
                    <a:pt x="2580" y="5155"/>
                  </a:cubicBezTo>
                  <a:cubicBezTo>
                    <a:pt x="4003" y="5155"/>
                    <a:pt x="5157" y="4003"/>
                    <a:pt x="5157" y="2578"/>
                  </a:cubicBezTo>
                  <a:cubicBezTo>
                    <a:pt x="5157" y="1152"/>
                    <a:pt x="4003" y="1"/>
                    <a:pt x="258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5"/>
            <p:cNvSpPr/>
            <p:nvPr/>
          </p:nvSpPr>
          <p:spPr>
            <a:xfrm>
              <a:off x="6453598" y="3281644"/>
              <a:ext cx="121833" cy="115337"/>
            </a:xfrm>
            <a:custGeom>
              <a:rect b="b" l="l" r="r" t="t"/>
              <a:pathLst>
                <a:path extrusionOk="0" h="4403" w="4651">
                  <a:moveTo>
                    <a:pt x="3646" y="1"/>
                  </a:moveTo>
                  <a:lnTo>
                    <a:pt x="0" y="3647"/>
                  </a:lnTo>
                  <a:cubicBezTo>
                    <a:pt x="502" y="4151"/>
                    <a:pt x="1162" y="4402"/>
                    <a:pt x="1822" y="4402"/>
                  </a:cubicBezTo>
                  <a:cubicBezTo>
                    <a:pt x="2482" y="4402"/>
                    <a:pt x="3143" y="4151"/>
                    <a:pt x="3646" y="3647"/>
                  </a:cubicBezTo>
                  <a:cubicBezTo>
                    <a:pt x="4651" y="2639"/>
                    <a:pt x="4651" y="1008"/>
                    <a:pt x="364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5"/>
            <p:cNvSpPr/>
            <p:nvPr/>
          </p:nvSpPr>
          <p:spPr>
            <a:xfrm>
              <a:off x="6477200" y="3311323"/>
              <a:ext cx="42226" cy="36149"/>
            </a:xfrm>
            <a:custGeom>
              <a:rect b="b" l="l" r="r" t="t"/>
              <a:pathLst>
                <a:path extrusionOk="0" h="1380" w="1612">
                  <a:moveTo>
                    <a:pt x="917" y="0"/>
                  </a:moveTo>
                  <a:cubicBezTo>
                    <a:pt x="748" y="0"/>
                    <a:pt x="575" y="63"/>
                    <a:pt x="436" y="204"/>
                  </a:cubicBezTo>
                  <a:cubicBezTo>
                    <a:pt x="1" y="639"/>
                    <a:pt x="309" y="1380"/>
                    <a:pt x="922" y="1380"/>
                  </a:cubicBezTo>
                  <a:cubicBezTo>
                    <a:pt x="1303" y="1380"/>
                    <a:pt x="1608" y="1071"/>
                    <a:pt x="1611" y="691"/>
                  </a:cubicBezTo>
                  <a:cubicBezTo>
                    <a:pt x="1611" y="276"/>
                    <a:pt x="1271" y="0"/>
                    <a:pt x="91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5"/>
            <p:cNvSpPr/>
            <p:nvPr/>
          </p:nvSpPr>
          <p:spPr>
            <a:xfrm>
              <a:off x="6490036" y="3443581"/>
              <a:ext cx="32167" cy="64387"/>
            </a:xfrm>
            <a:custGeom>
              <a:rect b="b" l="l" r="r" t="t"/>
              <a:pathLst>
                <a:path extrusionOk="0" h="2458" w="1228">
                  <a:moveTo>
                    <a:pt x="1" y="1"/>
                  </a:moveTo>
                  <a:lnTo>
                    <a:pt x="1" y="2458"/>
                  </a:lnTo>
                  <a:lnTo>
                    <a:pt x="1114" y="2458"/>
                  </a:lnTo>
                  <a:cubicBezTo>
                    <a:pt x="1176" y="2458"/>
                    <a:pt x="1227" y="2410"/>
                    <a:pt x="1227" y="2348"/>
                  </a:cubicBezTo>
                  <a:lnTo>
                    <a:pt x="1227" y="114"/>
                  </a:lnTo>
                  <a:cubicBezTo>
                    <a:pt x="1227" y="52"/>
                    <a:pt x="1176" y="1"/>
                    <a:pt x="1114"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5"/>
            <p:cNvSpPr/>
            <p:nvPr/>
          </p:nvSpPr>
          <p:spPr>
            <a:xfrm>
              <a:off x="6602517" y="3441067"/>
              <a:ext cx="64021" cy="68343"/>
            </a:xfrm>
            <a:custGeom>
              <a:rect b="b" l="l" r="r" t="t"/>
              <a:pathLst>
                <a:path extrusionOk="0" h="2609" w="2444">
                  <a:moveTo>
                    <a:pt x="0" y="1"/>
                  </a:moveTo>
                  <a:lnTo>
                    <a:pt x="0" y="1820"/>
                  </a:lnTo>
                  <a:cubicBezTo>
                    <a:pt x="0" y="1940"/>
                    <a:pt x="79" y="2043"/>
                    <a:pt x="196" y="2077"/>
                  </a:cubicBezTo>
                  <a:lnTo>
                    <a:pt x="2104" y="2598"/>
                  </a:lnTo>
                  <a:cubicBezTo>
                    <a:pt x="2129" y="2605"/>
                    <a:pt x="2154" y="2608"/>
                    <a:pt x="2178" y="2608"/>
                  </a:cubicBezTo>
                  <a:cubicBezTo>
                    <a:pt x="2321" y="2608"/>
                    <a:pt x="2444" y="2494"/>
                    <a:pt x="2444" y="2341"/>
                  </a:cubicBezTo>
                  <a:lnTo>
                    <a:pt x="2444"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5"/>
            <p:cNvSpPr/>
            <p:nvPr/>
          </p:nvSpPr>
          <p:spPr>
            <a:xfrm>
              <a:off x="6322545" y="3299954"/>
              <a:ext cx="28919" cy="58913"/>
            </a:xfrm>
            <a:custGeom>
              <a:rect b="b" l="l" r="r" t="t"/>
              <a:pathLst>
                <a:path extrusionOk="0" h="2249" w="1104">
                  <a:moveTo>
                    <a:pt x="0" y="1"/>
                  </a:moveTo>
                  <a:lnTo>
                    <a:pt x="0" y="2249"/>
                  </a:lnTo>
                  <a:cubicBezTo>
                    <a:pt x="614" y="2238"/>
                    <a:pt x="1104" y="1738"/>
                    <a:pt x="1104" y="1125"/>
                  </a:cubicBezTo>
                  <a:cubicBezTo>
                    <a:pt x="1104" y="511"/>
                    <a:pt x="614" y="11"/>
                    <a:pt x="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85"/>
            <p:cNvSpPr/>
            <p:nvPr/>
          </p:nvSpPr>
          <p:spPr>
            <a:xfrm>
              <a:off x="6501352" y="3311349"/>
              <a:ext cx="17970" cy="36044"/>
            </a:xfrm>
            <a:custGeom>
              <a:rect b="b" l="l" r="r" t="t"/>
              <a:pathLst>
                <a:path extrusionOk="0" h="1376" w="686">
                  <a:moveTo>
                    <a:pt x="0" y="1"/>
                  </a:moveTo>
                  <a:lnTo>
                    <a:pt x="0" y="1375"/>
                  </a:lnTo>
                  <a:cubicBezTo>
                    <a:pt x="381" y="1375"/>
                    <a:pt x="686" y="1067"/>
                    <a:pt x="686" y="686"/>
                  </a:cubicBezTo>
                  <a:cubicBezTo>
                    <a:pt x="686" y="306"/>
                    <a:pt x="381" y="1"/>
                    <a:pt x="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5"/>
            <p:cNvSpPr/>
            <p:nvPr/>
          </p:nvSpPr>
          <p:spPr>
            <a:xfrm>
              <a:off x="6348294" y="3275016"/>
              <a:ext cx="31382" cy="26509"/>
            </a:xfrm>
            <a:custGeom>
              <a:rect b="b" l="l" r="r" t="t"/>
              <a:pathLst>
                <a:path extrusionOk="0" h="1012" w="1198">
                  <a:moveTo>
                    <a:pt x="839" y="1"/>
                  </a:moveTo>
                  <a:cubicBezTo>
                    <a:pt x="781" y="1"/>
                    <a:pt x="720" y="24"/>
                    <a:pt x="666" y="79"/>
                  </a:cubicBezTo>
                  <a:lnTo>
                    <a:pt x="158" y="586"/>
                  </a:lnTo>
                  <a:cubicBezTo>
                    <a:pt x="1" y="740"/>
                    <a:pt x="114" y="1011"/>
                    <a:pt x="333" y="1011"/>
                  </a:cubicBezTo>
                  <a:cubicBezTo>
                    <a:pt x="402" y="1011"/>
                    <a:pt x="463" y="984"/>
                    <a:pt x="511" y="936"/>
                  </a:cubicBezTo>
                  <a:lnTo>
                    <a:pt x="1018" y="428"/>
                  </a:lnTo>
                  <a:cubicBezTo>
                    <a:pt x="1197" y="250"/>
                    <a:pt x="1031" y="1"/>
                    <a:pt x="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85"/>
            <p:cNvSpPr/>
            <p:nvPr/>
          </p:nvSpPr>
          <p:spPr>
            <a:xfrm>
              <a:off x="6265518" y="3357243"/>
              <a:ext cx="31932" cy="26562"/>
            </a:xfrm>
            <a:custGeom>
              <a:rect b="b" l="l" r="r" t="t"/>
              <a:pathLst>
                <a:path extrusionOk="0" h="1014" w="1219">
                  <a:moveTo>
                    <a:pt x="860" y="1"/>
                  </a:moveTo>
                  <a:cubicBezTo>
                    <a:pt x="802" y="1"/>
                    <a:pt x="741" y="24"/>
                    <a:pt x="687" y="79"/>
                  </a:cubicBezTo>
                  <a:lnTo>
                    <a:pt x="179" y="586"/>
                  </a:lnTo>
                  <a:cubicBezTo>
                    <a:pt x="1" y="765"/>
                    <a:pt x="165" y="1014"/>
                    <a:pt x="357" y="1014"/>
                  </a:cubicBezTo>
                  <a:cubicBezTo>
                    <a:pt x="416" y="1014"/>
                    <a:pt x="477" y="991"/>
                    <a:pt x="532" y="936"/>
                  </a:cubicBezTo>
                  <a:lnTo>
                    <a:pt x="1040" y="428"/>
                  </a:lnTo>
                  <a:cubicBezTo>
                    <a:pt x="1218" y="250"/>
                    <a:pt x="1052" y="1"/>
                    <a:pt x="8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85"/>
            <p:cNvSpPr/>
            <p:nvPr/>
          </p:nvSpPr>
          <p:spPr>
            <a:xfrm>
              <a:off x="6347692" y="3357243"/>
              <a:ext cx="31984" cy="26562"/>
            </a:xfrm>
            <a:custGeom>
              <a:rect b="b" l="l" r="r" t="t"/>
              <a:pathLst>
                <a:path extrusionOk="0" h="1014" w="1221">
                  <a:moveTo>
                    <a:pt x="359" y="1"/>
                  </a:moveTo>
                  <a:cubicBezTo>
                    <a:pt x="165" y="1"/>
                    <a:pt x="0" y="250"/>
                    <a:pt x="181" y="428"/>
                  </a:cubicBezTo>
                  <a:lnTo>
                    <a:pt x="689" y="936"/>
                  </a:lnTo>
                  <a:cubicBezTo>
                    <a:pt x="743" y="991"/>
                    <a:pt x="804" y="1014"/>
                    <a:pt x="862" y="1014"/>
                  </a:cubicBezTo>
                  <a:cubicBezTo>
                    <a:pt x="1054" y="1014"/>
                    <a:pt x="1220" y="765"/>
                    <a:pt x="1041" y="586"/>
                  </a:cubicBezTo>
                  <a:lnTo>
                    <a:pt x="534" y="79"/>
                  </a:lnTo>
                  <a:cubicBezTo>
                    <a:pt x="479" y="24"/>
                    <a:pt x="418" y="1"/>
                    <a:pt x="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85"/>
            <p:cNvSpPr/>
            <p:nvPr/>
          </p:nvSpPr>
          <p:spPr>
            <a:xfrm>
              <a:off x="6265518" y="3275016"/>
              <a:ext cx="31932" cy="26562"/>
            </a:xfrm>
            <a:custGeom>
              <a:rect b="b" l="l" r="r" t="t"/>
              <a:pathLst>
                <a:path extrusionOk="0" h="1014" w="1219">
                  <a:moveTo>
                    <a:pt x="357" y="1"/>
                  </a:moveTo>
                  <a:cubicBezTo>
                    <a:pt x="165" y="1"/>
                    <a:pt x="1" y="250"/>
                    <a:pt x="179" y="428"/>
                  </a:cubicBezTo>
                  <a:lnTo>
                    <a:pt x="687" y="936"/>
                  </a:lnTo>
                  <a:cubicBezTo>
                    <a:pt x="741" y="991"/>
                    <a:pt x="802" y="1014"/>
                    <a:pt x="860" y="1014"/>
                  </a:cubicBezTo>
                  <a:cubicBezTo>
                    <a:pt x="1052" y="1014"/>
                    <a:pt x="1218" y="765"/>
                    <a:pt x="1040" y="586"/>
                  </a:cubicBezTo>
                  <a:lnTo>
                    <a:pt x="532" y="79"/>
                  </a:lnTo>
                  <a:cubicBezTo>
                    <a:pt x="477" y="24"/>
                    <a:pt x="416" y="1"/>
                    <a:pt x="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85"/>
            <p:cNvSpPr/>
            <p:nvPr/>
          </p:nvSpPr>
          <p:spPr>
            <a:xfrm>
              <a:off x="6520369" y="3287800"/>
              <a:ext cx="25278" cy="20354"/>
            </a:xfrm>
            <a:custGeom>
              <a:rect b="b" l="l" r="r" t="t"/>
              <a:pathLst>
                <a:path extrusionOk="0" h="777" w="965">
                  <a:moveTo>
                    <a:pt x="606" y="1"/>
                  </a:moveTo>
                  <a:cubicBezTo>
                    <a:pt x="547" y="1"/>
                    <a:pt x="487" y="23"/>
                    <a:pt x="433" y="78"/>
                  </a:cubicBezTo>
                  <a:lnTo>
                    <a:pt x="159" y="352"/>
                  </a:lnTo>
                  <a:cubicBezTo>
                    <a:pt x="1" y="509"/>
                    <a:pt x="114" y="777"/>
                    <a:pt x="337" y="777"/>
                  </a:cubicBezTo>
                  <a:cubicBezTo>
                    <a:pt x="402" y="777"/>
                    <a:pt x="463" y="749"/>
                    <a:pt x="511" y="705"/>
                  </a:cubicBezTo>
                  <a:lnTo>
                    <a:pt x="786" y="431"/>
                  </a:lnTo>
                  <a:cubicBezTo>
                    <a:pt x="965" y="249"/>
                    <a:pt x="798" y="1"/>
                    <a:pt x="6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5"/>
            <p:cNvSpPr/>
            <p:nvPr/>
          </p:nvSpPr>
          <p:spPr>
            <a:xfrm>
              <a:off x="6457632" y="3350615"/>
              <a:ext cx="25252" cy="20275"/>
            </a:xfrm>
            <a:custGeom>
              <a:rect b="b" l="l" r="r" t="t"/>
              <a:pathLst>
                <a:path extrusionOk="0" h="774" w="964">
                  <a:moveTo>
                    <a:pt x="606" y="0"/>
                  </a:moveTo>
                  <a:cubicBezTo>
                    <a:pt x="548" y="0"/>
                    <a:pt x="487" y="23"/>
                    <a:pt x="432" y="78"/>
                  </a:cubicBezTo>
                  <a:lnTo>
                    <a:pt x="158" y="349"/>
                  </a:lnTo>
                  <a:cubicBezTo>
                    <a:pt x="1" y="507"/>
                    <a:pt x="110" y="774"/>
                    <a:pt x="333" y="774"/>
                  </a:cubicBezTo>
                  <a:cubicBezTo>
                    <a:pt x="398" y="774"/>
                    <a:pt x="463" y="750"/>
                    <a:pt x="508" y="702"/>
                  </a:cubicBezTo>
                  <a:lnTo>
                    <a:pt x="782" y="428"/>
                  </a:lnTo>
                  <a:cubicBezTo>
                    <a:pt x="963" y="249"/>
                    <a:pt x="798" y="0"/>
                    <a:pt x="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5"/>
            <p:cNvSpPr/>
            <p:nvPr/>
          </p:nvSpPr>
          <p:spPr>
            <a:xfrm>
              <a:off x="6519819" y="3350615"/>
              <a:ext cx="25828" cy="20458"/>
            </a:xfrm>
            <a:custGeom>
              <a:rect b="b" l="l" r="r" t="t"/>
              <a:pathLst>
                <a:path extrusionOk="0" h="781" w="986">
                  <a:moveTo>
                    <a:pt x="357" y="0"/>
                  </a:moveTo>
                  <a:cubicBezTo>
                    <a:pt x="165" y="0"/>
                    <a:pt x="1" y="249"/>
                    <a:pt x="180" y="428"/>
                  </a:cubicBezTo>
                  <a:lnTo>
                    <a:pt x="454" y="702"/>
                  </a:lnTo>
                  <a:cubicBezTo>
                    <a:pt x="508" y="757"/>
                    <a:pt x="569" y="780"/>
                    <a:pt x="627" y="780"/>
                  </a:cubicBezTo>
                  <a:cubicBezTo>
                    <a:pt x="819" y="780"/>
                    <a:pt x="985" y="530"/>
                    <a:pt x="807" y="349"/>
                  </a:cubicBezTo>
                  <a:lnTo>
                    <a:pt x="532" y="78"/>
                  </a:lnTo>
                  <a:cubicBezTo>
                    <a:pt x="477" y="23"/>
                    <a:pt x="416" y="0"/>
                    <a:pt x="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85"/>
            <p:cNvSpPr/>
            <p:nvPr/>
          </p:nvSpPr>
          <p:spPr>
            <a:xfrm>
              <a:off x="6457004" y="3287773"/>
              <a:ext cx="25881" cy="20511"/>
            </a:xfrm>
            <a:custGeom>
              <a:rect b="b" l="l" r="r" t="t"/>
              <a:pathLst>
                <a:path extrusionOk="0" h="783" w="988">
                  <a:moveTo>
                    <a:pt x="358" y="0"/>
                  </a:moveTo>
                  <a:cubicBezTo>
                    <a:pt x="166" y="0"/>
                    <a:pt x="1" y="250"/>
                    <a:pt x="182" y="432"/>
                  </a:cubicBezTo>
                  <a:lnTo>
                    <a:pt x="456" y="706"/>
                  </a:lnTo>
                  <a:cubicBezTo>
                    <a:pt x="510" y="759"/>
                    <a:pt x="570" y="782"/>
                    <a:pt x="628" y="782"/>
                  </a:cubicBezTo>
                  <a:cubicBezTo>
                    <a:pt x="821" y="782"/>
                    <a:pt x="988" y="532"/>
                    <a:pt x="806" y="353"/>
                  </a:cubicBezTo>
                  <a:lnTo>
                    <a:pt x="532" y="79"/>
                  </a:lnTo>
                  <a:cubicBezTo>
                    <a:pt x="477" y="23"/>
                    <a:pt x="41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85"/>
            <p:cNvSpPr/>
            <p:nvPr/>
          </p:nvSpPr>
          <p:spPr>
            <a:xfrm>
              <a:off x="6296324" y="3437032"/>
              <a:ext cx="120759" cy="13124"/>
            </a:xfrm>
            <a:custGeom>
              <a:rect b="b" l="l" r="r" t="t"/>
              <a:pathLst>
                <a:path extrusionOk="0" h="501" w="4610">
                  <a:moveTo>
                    <a:pt x="247" y="0"/>
                  </a:moveTo>
                  <a:cubicBezTo>
                    <a:pt x="110" y="0"/>
                    <a:pt x="1" y="114"/>
                    <a:pt x="1" y="251"/>
                  </a:cubicBezTo>
                  <a:cubicBezTo>
                    <a:pt x="1" y="388"/>
                    <a:pt x="110" y="501"/>
                    <a:pt x="247" y="501"/>
                  </a:cubicBezTo>
                  <a:lnTo>
                    <a:pt x="4359" y="501"/>
                  </a:lnTo>
                  <a:cubicBezTo>
                    <a:pt x="4497" y="501"/>
                    <a:pt x="4610" y="388"/>
                    <a:pt x="4610" y="251"/>
                  </a:cubicBezTo>
                  <a:cubicBezTo>
                    <a:pt x="4610" y="114"/>
                    <a:pt x="4497" y="0"/>
                    <a:pt x="43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5"/>
            <p:cNvSpPr/>
            <p:nvPr/>
          </p:nvSpPr>
          <p:spPr>
            <a:xfrm>
              <a:off x="6296324" y="3501472"/>
              <a:ext cx="25802" cy="13045"/>
            </a:xfrm>
            <a:custGeom>
              <a:rect b="b" l="l" r="r" t="t"/>
              <a:pathLst>
                <a:path extrusionOk="0" h="498" w="985">
                  <a:moveTo>
                    <a:pt x="251" y="1"/>
                  </a:moveTo>
                  <a:cubicBezTo>
                    <a:pt x="110" y="1"/>
                    <a:pt x="1" y="111"/>
                    <a:pt x="1" y="248"/>
                  </a:cubicBezTo>
                  <a:cubicBezTo>
                    <a:pt x="1" y="385"/>
                    <a:pt x="110" y="498"/>
                    <a:pt x="251" y="498"/>
                  </a:cubicBezTo>
                  <a:lnTo>
                    <a:pt x="734" y="498"/>
                  </a:lnTo>
                  <a:cubicBezTo>
                    <a:pt x="871" y="498"/>
                    <a:pt x="984" y="385"/>
                    <a:pt x="984" y="248"/>
                  </a:cubicBezTo>
                  <a:cubicBezTo>
                    <a:pt x="984" y="111"/>
                    <a:pt x="871" y="1"/>
                    <a:pt x="7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5"/>
            <p:cNvSpPr/>
            <p:nvPr/>
          </p:nvSpPr>
          <p:spPr>
            <a:xfrm>
              <a:off x="6339493" y="3501472"/>
              <a:ext cx="77590" cy="13045"/>
            </a:xfrm>
            <a:custGeom>
              <a:rect b="b" l="l" r="r" t="t"/>
              <a:pathLst>
                <a:path extrusionOk="0" h="498" w="2962">
                  <a:moveTo>
                    <a:pt x="251" y="1"/>
                  </a:moveTo>
                  <a:cubicBezTo>
                    <a:pt x="114" y="1"/>
                    <a:pt x="1" y="111"/>
                    <a:pt x="1" y="248"/>
                  </a:cubicBezTo>
                  <a:cubicBezTo>
                    <a:pt x="1" y="385"/>
                    <a:pt x="114" y="498"/>
                    <a:pt x="251" y="498"/>
                  </a:cubicBezTo>
                  <a:lnTo>
                    <a:pt x="2711" y="498"/>
                  </a:lnTo>
                  <a:cubicBezTo>
                    <a:pt x="2849" y="498"/>
                    <a:pt x="2962" y="385"/>
                    <a:pt x="2962" y="248"/>
                  </a:cubicBezTo>
                  <a:cubicBezTo>
                    <a:pt x="2962" y="111"/>
                    <a:pt x="2849" y="1"/>
                    <a:pt x="2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5"/>
            <p:cNvSpPr/>
            <p:nvPr/>
          </p:nvSpPr>
          <p:spPr>
            <a:xfrm>
              <a:off x="6296324" y="3469252"/>
              <a:ext cx="120759" cy="13045"/>
            </a:xfrm>
            <a:custGeom>
              <a:rect b="b" l="l" r="r" t="t"/>
              <a:pathLst>
                <a:path extrusionOk="0" h="498" w="4610">
                  <a:moveTo>
                    <a:pt x="247" y="1"/>
                  </a:moveTo>
                  <a:cubicBezTo>
                    <a:pt x="110" y="1"/>
                    <a:pt x="1" y="114"/>
                    <a:pt x="1" y="251"/>
                  </a:cubicBezTo>
                  <a:cubicBezTo>
                    <a:pt x="1" y="388"/>
                    <a:pt x="110" y="498"/>
                    <a:pt x="247" y="498"/>
                  </a:cubicBezTo>
                  <a:lnTo>
                    <a:pt x="4359" y="498"/>
                  </a:lnTo>
                  <a:cubicBezTo>
                    <a:pt x="4497" y="498"/>
                    <a:pt x="4610" y="388"/>
                    <a:pt x="4610" y="251"/>
                  </a:cubicBezTo>
                  <a:cubicBezTo>
                    <a:pt x="4610" y="114"/>
                    <a:pt x="4497" y="1"/>
                    <a:pt x="4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5"/>
            <p:cNvSpPr/>
            <p:nvPr/>
          </p:nvSpPr>
          <p:spPr>
            <a:xfrm>
              <a:off x="6217870" y="3235200"/>
              <a:ext cx="364739" cy="188709"/>
            </a:xfrm>
            <a:custGeom>
              <a:rect b="b" l="l" r="r" t="t"/>
              <a:pathLst>
                <a:path extrusionOk="0" h="7204" w="13924">
                  <a:moveTo>
                    <a:pt x="10823" y="1268"/>
                  </a:moveTo>
                  <a:cubicBezTo>
                    <a:pt x="11123" y="1268"/>
                    <a:pt x="11425" y="1326"/>
                    <a:pt x="11713" y="1445"/>
                  </a:cubicBezTo>
                  <a:cubicBezTo>
                    <a:pt x="12584" y="1805"/>
                    <a:pt x="13149" y="2654"/>
                    <a:pt x="13149" y="3597"/>
                  </a:cubicBezTo>
                  <a:cubicBezTo>
                    <a:pt x="13149" y="4539"/>
                    <a:pt x="12584" y="5389"/>
                    <a:pt x="11713" y="5749"/>
                  </a:cubicBezTo>
                  <a:cubicBezTo>
                    <a:pt x="11425" y="5868"/>
                    <a:pt x="11123" y="5926"/>
                    <a:pt x="10823" y="5926"/>
                  </a:cubicBezTo>
                  <a:cubicBezTo>
                    <a:pt x="10217" y="5926"/>
                    <a:pt x="9621" y="5690"/>
                    <a:pt x="9174" y="5245"/>
                  </a:cubicBezTo>
                  <a:cubicBezTo>
                    <a:pt x="8259" y="4337"/>
                    <a:pt x="8259" y="2857"/>
                    <a:pt x="9174" y="1948"/>
                  </a:cubicBezTo>
                  <a:cubicBezTo>
                    <a:pt x="9621" y="1504"/>
                    <a:pt x="10217" y="1268"/>
                    <a:pt x="10823" y="1268"/>
                  </a:cubicBezTo>
                  <a:close/>
                  <a:moveTo>
                    <a:pt x="3998" y="487"/>
                  </a:moveTo>
                  <a:cubicBezTo>
                    <a:pt x="4399" y="487"/>
                    <a:pt x="4804" y="565"/>
                    <a:pt x="5189" y="725"/>
                  </a:cubicBezTo>
                  <a:cubicBezTo>
                    <a:pt x="6350" y="1205"/>
                    <a:pt x="7108" y="2339"/>
                    <a:pt x="7108" y="3597"/>
                  </a:cubicBezTo>
                  <a:cubicBezTo>
                    <a:pt x="7108" y="4854"/>
                    <a:pt x="6350" y="5989"/>
                    <a:pt x="5189" y="6468"/>
                  </a:cubicBezTo>
                  <a:cubicBezTo>
                    <a:pt x="4804" y="6629"/>
                    <a:pt x="4399" y="6706"/>
                    <a:pt x="3998" y="6706"/>
                  </a:cubicBezTo>
                  <a:cubicBezTo>
                    <a:pt x="3189" y="6706"/>
                    <a:pt x="2393" y="6390"/>
                    <a:pt x="1800" y="5797"/>
                  </a:cubicBezTo>
                  <a:cubicBezTo>
                    <a:pt x="580" y="4584"/>
                    <a:pt x="580" y="2610"/>
                    <a:pt x="1800" y="1397"/>
                  </a:cubicBezTo>
                  <a:cubicBezTo>
                    <a:pt x="2393" y="803"/>
                    <a:pt x="3189" y="487"/>
                    <a:pt x="3998" y="487"/>
                  </a:cubicBezTo>
                  <a:close/>
                  <a:moveTo>
                    <a:pt x="4003" y="0"/>
                  </a:moveTo>
                  <a:cubicBezTo>
                    <a:pt x="2637" y="0"/>
                    <a:pt x="1351" y="782"/>
                    <a:pt x="744" y="2068"/>
                  </a:cubicBezTo>
                  <a:cubicBezTo>
                    <a:pt x="1" y="3652"/>
                    <a:pt x="501" y="5540"/>
                    <a:pt x="1930" y="6547"/>
                  </a:cubicBezTo>
                  <a:cubicBezTo>
                    <a:pt x="2556" y="6987"/>
                    <a:pt x="3280" y="7203"/>
                    <a:pt x="4001" y="7203"/>
                  </a:cubicBezTo>
                  <a:cubicBezTo>
                    <a:pt x="4930" y="7203"/>
                    <a:pt x="5853" y="6845"/>
                    <a:pt x="6549" y="6146"/>
                  </a:cubicBezTo>
                  <a:cubicBezTo>
                    <a:pt x="7019" y="5677"/>
                    <a:pt x="7351" y="5087"/>
                    <a:pt x="7505" y="4440"/>
                  </a:cubicBezTo>
                  <a:lnTo>
                    <a:pt x="8126" y="4440"/>
                  </a:lnTo>
                  <a:cubicBezTo>
                    <a:pt x="8501" y="5652"/>
                    <a:pt x="9620" y="6438"/>
                    <a:pt x="10834" y="6438"/>
                  </a:cubicBezTo>
                  <a:cubicBezTo>
                    <a:pt x="11071" y="6438"/>
                    <a:pt x="11312" y="6408"/>
                    <a:pt x="11552" y="6345"/>
                  </a:cubicBezTo>
                  <a:cubicBezTo>
                    <a:pt x="13019" y="5961"/>
                    <a:pt x="13924" y="4488"/>
                    <a:pt x="13608" y="3004"/>
                  </a:cubicBezTo>
                  <a:cubicBezTo>
                    <a:pt x="13323" y="1677"/>
                    <a:pt x="12151" y="761"/>
                    <a:pt x="10837" y="761"/>
                  </a:cubicBezTo>
                  <a:cubicBezTo>
                    <a:pt x="10682" y="761"/>
                    <a:pt x="10525" y="774"/>
                    <a:pt x="10367" y="801"/>
                  </a:cubicBezTo>
                  <a:cubicBezTo>
                    <a:pt x="8869" y="1051"/>
                    <a:pt x="7834" y="2435"/>
                    <a:pt x="8019" y="3943"/>
                  </a:cubicBezTo>
                  <a:lnTo>
                    <a:pt x="7588" y="3943"/>
                  </a:lnTo>
                  <a:cubicBezTo>
                    <a:pt x="7752" y="2202"/>
                    <a:pt x="6642" y="591"/>
                    <a:pt x="4956" y="129"/>
                  </a:cubicBezTo>
                  <a:cubicBezTo>
                    <a:pt x="4639" y="42"/>
                    <a:pt x="4319" y="0"/>
                    <a:pt x="4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5"/>
            <p:cNvSpPr/>
            <p:nvPr/>
          </p:nvSpPr>
          <p:spPr>
            <a:xfrm>
              <a:off x="6283750" y="3293458"/>
              <a:ext cx="74813" cy="71958"/>
            </a:xfrm>
            <a:custGeom>
              <a:rect b="b" l="l" r="r" t="t"/>
              <a:pathLst>
                <a:path extrusionOk="0" h="2747" w="2856">
                  <a:moveTo>
                    <a:pt x="1489" y="494"/>
                  </a:moveTo>
                  <a:cubicBezTo>
                    <a:pt x="1704" y="494"/>
                    <a:pt x="1923" y="574"/>
                    <a:pt x="2101" y="753"/>
                  </a:cubicBezTo>
                  <a:cubicBezTo>
                    <a:pt x="2653" y="1304"/>
                    <a:pt x="2263" y="2250"/>
                    <a:pt x="1481" y="2250"/>
                  </a:cubicBezTo>
                  <a:cubicBezTo>
                    <a:pt x="998" y="2247"/>
                    <a:pt x="607" y="1856"/>
                    <a:pt x="607" y="1373"/>
                  </a:cubicBezTo>
                  <a:cubicBezTo>
                    <a:pt x="607" y="844"/>
                    <a:pt x="1039" y="494"/>
                    <a:pt x="1489" y="494"/>
                  </a:cubicBezTo>
                  <a:close/>
                  <a:moveTo>
                    <a:pt x="1483" y="0"/>
                  </a:moveTo>
                  <a:cubicBezTo>
                    <a:pt x="1126" y="0"/>
                    <a:pt x="775" y="140"/>
                    <a:pt x="511" y="403"/>
                  </a:cubicBezTo>
                  <a:cubicBezTo>
                    <a:pt x="117" y="794"/>
                    <a:pt x="1" y="1386"/>
                    <a:pt x="213" y="1897"/>
                  </a:cubicBezTo>
                  <a:cubicBezTo>
                    <a:pt x="426" y="2411"/>
                    <a:pt x="926" y="2747"/>
                    <a:pt x="1481" y="2747"/>
                  </a:cubicBezTo>
                  <a:cubicBezTo>
                    <a:pt x="2239" y="2747"/>
                    <a:pt x="2855" y="2130"/>
                    <a:pt x="2855" y="1373"/>
                  </a:cubicBezTo>
                  <a:cubicBezTo>
                    <a:pt x="2855" y="818"/>
                    <a:pt x="2520" y="317"/>
                    <a:pt x="2009" y="105"/>
                  </a:cubicBezTo>
                  <a:cubicBezTo>
                    <a:pt x="1839" y="34"/>
                    <a:pt x="1660" y="0"/>
                    <a:pt x="1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85"/>
            <p:cNvSpPr/>
            <p:nvPr/>
          </p:nvSpPr>
          <p:spPr>
            <a:xfrm>
              <a:off x="6476755" y="3304800"/>
              <a:ext cx="57393" cy="49220"/>
            </a:xfrm>
            <a:custGeom>
              <a:rect b="b" l="l" r="r" t="t"/>
              <a:pathLst>
                <a:path extrusionOk="0" h="1879" w="2191">
                  <a:moveTo>
                    <a:pt x="939" y="501"/>
                  </a:moveTo>
                  <a:cubicBezTo>
                    <a:pt x="1330" y="501"/>
                    <a:pt x="1525" y="974"/>
                    <a:pt x="1248" y="1252"/>
                  </a:cubicBezTo>
                  <a:cubicBezTo>
                    <a:pt x="1159" y="1340"/>
                    <a:pt x="1050" y="1380"/>
                    <a:pt x="942" y="1380"/>
                  </a:cubicBezTo>
                  <a:cubicBezTo>
                    <a:pt x="716" y="1380"/>
                    <a:pt x="497" y="1205"/>
                    <a:pt x="497" y="940"/>
                  </a:cubicBezTo>
                  <a:cubicBezTo>
                    <a:pt x="497" y="696"/>
                    <a:pt x="696" y="501"/>
                    <a:pt x="939" y="501"/>
                  </a:cubicBezTo>
                  <a:close/>
                  <a:moveTo>
                    <a:pt x="944" y="0"/>
                  </a:moveTo>
                  <a:cubicBezTo>
                    <a:pt x="462" y="0"/>
                    <a:pt x="0" y="375"/>
                    <a:pt x="0" y="940"/>
                  </a:cubicBezTo>
                  <a:cubicBezTo>
                    <a:pt x="0" y="1457"/>
                    <a:pt x="422" y="1875"/>
                    <a:pt x="939" y="1879"/>
                  </a:cubicBezTo>
                  <a:cubicBezTo>
                    <a:pt x="1772" y="1879"/>
                    <a:pt x="2190" y="868"/>
                    <a:pt x="1601" y="278"/>
                  </a:cubicBezTo>
                  <a:cubicBezTo>
                    <a:pt x="1410" y="86"/>
                    <a:pt x="1175" y="0"/>
                    <a:pt x="9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85"/>
            <p:cNvSpPr/>
            <p:nvPr/>
          </p:nvSpPr>
          <p:spPr>
            <a:xfrm>
              <a:off x="6451267" y="3437032"/>
              <a:ext cx="77406" cy="77485"/>
            </a:xfrm>
            <a:custGeom>
              <a:rect b="b" l="l" r="r" t="t"/>
              <a:pathLst>
                <a:path extrusionOk="0" h="2958" w="2955">
                  <a:moveTo>
                    <a:pt x="2461" y="501"/>
                  </a:moveTo>
                  <a:lnTo>
                    <a:pt x="2461" y="2457"/>
                  </a:lnTo>
                  <a:lnTo>
                    <a:pt x="501" y="2457"/>
                  </a:lnTo>
                  <a:lnTo>
                    <a:pt x="501" y="501"/>
                  </a:lnTo>
                  <a:close/>
                  <a:moveTo>
                    <a:pt x="363" y="0"/>
                  </a:moveTo>
                  <a:cubicBezTo>
                    <a:pt x="165" y="0"/>
                    <a:pt x="4" y="165"/>
                    <a:pt x="0" y="364"/>
                  </a:cubicBezTo>
                  <a:lnTo>
                    <a:pt x="0" y="2595"/>
                  </a:lnTo>
                  <a:cubicBezTo>
                    <a:pt x="4" y="2793"/>
                    <a:pt x="165" y="2958"/>
                    <a:pt x="363" y="2958"/>
                  </a:cubicBezTo>
                  <a:lnTo>
                    <a:pt x="2594" y="2958"/>
                  </a:lnTo>
                  <a:cubicBezTo>
                    <a:pt x="2793" y="2958"/>
                    <a:pt x="2954" y="2793"/>
                    <a:pt x="2954" y="2595"/>
                  </a:cubicBezTo>
                  <a:lnTo>
                    <a:pt x="2954" y="364"/>
                  </a:lnTo>
                  <a:cubicBezTo>
                    <a:pt x="2954" y="165"/>
                    <a:pt x="2793" y="4"/>
                    <a:pt x="2594" y="4"/>
                  </a:cubicBezTo>
                  <a:lnTo>
                    <a:pt x="3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85"/>
            <p:cNvSpPr/>
            <p:nvPr/>
          </p:nvSpPr>
          <p:spPr>
            <a:xfrm>
              <a:off x="6260960" y="3366280"/>
              <a:ext cx="412126" cy="177497"/>
            </a:xfrm>
            <a:custGeom>
              <a:rect b="b" l="l" r="r" t="t"/>
              <a:pathLst>
                <a:path extrusionOk="0" h="6776" w="15733">
                  <a:moveTo>
                    <a:pt x="12789" y="1992"/>
                  </a:moveTo>
                  <a:lnTo>
                    <a:pt x="12789" y="3723"/>
                  </a:lnTo>
                  <a:lnTo>
                    <a:pt x="11744" y="3723"/>
                  </a:lnTo>
                  <a:lnTo>
                    <a:pt x="11744" y="1992"/>
                  </a:lnTo>
                  <a:close/>
                  <a:moveTo>
                    <a:pt x="15213" y="497"/>
                  </a:moveTo>
                  <a:cubicBezTo>
                    <a:pt x="15222" y="497"/>
                    <a:pt x="15233" y="506"/>
                    <a:pt x="15233" y="515"/>
                  </a:cubicBezTo>
                  <a:lnTo>
                    <a:pt x="15233" y="5196"/>
                  </a:lnTo>
                  <a:cubicBezTo>
                    <a:pt x="15233" y="5208"/>
                    <a:pt x="15222" y="5217"/>
                    <a:pt x="15213" y="5217"/>
                  </a:cubicBezTo>
                  <a:cubicBezTo>
                    <a:pt x="15211" y="5217"/>
                    <a:pt x="15210" y="5217"/>
                    <a:pt x="15209" y="5217"/>
                  </a:cubicBezTo>
                  <a:lnTo>
                    <a:pt x="13300" y="4692"/>
                  </a:lnTo>
                  <a:cubicBezTo>
                    <a:pt x="13293" y="4689"/>
                    <a:pt x="13286" y="4682"/>
                    <a:pt x="13286" y="4675"/>
                  </a:cubicBezTo>
                  <a:lnTo>
                    <a:pt x="13286" y="1039"/>
                  </a:lnTo>
                  <a:cubicBezTo>
                    <a:pt x="13286" y="1029"/>
                    <a:pt x="13293" y="1022"/>
                    <a:pt x="13300" y="1022"/>
                  </a:cubicBezTo>
                  <a:lnTo>
                    <a:pt x="15209" y="498"/>
                  </a:lnTo>
                  <a:cubicBezTo>
                    <a:pt x="15210" y="498"/>
                    <a:pt x="15211" y="497"/>
                    <a:pt x="15213" y="497"/>
                  </a:cubicBezTo>
                  <a:close/>
                  <a:moveTo>
                    <a:pt x="15214" y="1"/>
                  </a:moveTo>
                  <a:cubicBezTo>
                    <a:pt x="15169" y="1"/>
                    <a:pt x="15123" y="6"/>
                    <a:pt x="15078" y="18"/>
                  </a:cubicBezTo>
                  <a:lnTo>
                    <a:pt x="13170" y="543"/>
                  </a:lnTo>
                  <a:cubicBezTo>
                    <a:pt x="12947" y="604"/>
                    <a:pt x="12789" y="810"/>
                    <a:pt x="12789" y="1039"/>
                  </a:cubicBezTo>
                  <a:lnTo>
                    <a:pt x="12789" y="1495"/>
                  </a:lnTo>
                  <a:lnTo>
                    <a:pt x="11744" y="1495"/>
                  </a:lnTo>
                  <a:lnTo>
                    <a:pt x="11744" y="1132"/>
                  </a:lnTo>
                  <a:cubicBezTo>
                    <a:pt x="11744" y="992"/>
                    <a:pt x="11631" y="882"/>
                    <a:pt x="11494" y="882"/>
                  </a:cubicBezTo>
                  <a:cubicBezTo>
                    <a:pt x="11357" y="882"/>
                    <a:pt x="11247" y="992"/>
                    <a:pt x="11247" y="1132"/>
                  </a:cubicBezTo>
                  <a:lnTo>
                    <a:pt x="11247" y="6149"/>
                  </a:lnTo>
                  <a:cubicBezTo>
                    <a:pt x="11247" y="6217"/>
                    <a:pt x="11189" y="6276"/>
                    <a:pt x="11117" y="6276"/>
                  </a:cubicBezTo>
                  <a:lnTo>
                    <a:pt x="628" y="6276"/>
                  </a:lnTo>
                  <a:cubicBezTo>
                    <a:pt x="556" y="6276"/>
                    <a:pt x="501" y="6217"/>
                    <a:pt x="501" y="6149"/>
                  </a:cubicBezTo>
                  <a:lnTo>
                    <a:pt x="501" y="2294"/>
                  </a:lnTo>
                  <a:cubicBezTo>
                    <a:pt x="501" y="2157"/>
                    <a:pt x="388" y="2044"/>
                    <a:pt x="251" y="2044"/>
                  </a:cubicBezTo>
                  <a:cubicBezTo>
                    <a:pt x="114" y="2044"/>
                    <a:pt x="0" y="2157"/>
                    <a:pt x="0" y="2294"/>
                  </a:cubicBezTo>
                  <a:lnTo>
                    <a:pt x="0" y="6149"/>
                  </a:lnTo>
                  <a:cubicBezTo>
                    <a:pt x="0" y="6495"/>
                    <a:pt x="281" y="6776"/>
                    <a:pt x="628" y="6776"/>
                  </a:cubicBezTo>
                  <a:lnTo>
                    <a:pt x="11120" y="6776"/>
                  </a:lnTo>
                  <a:cubicBezTo>
                    <a:pt x="11467" y="6776"/>
                    <a:pt x="11747" y="6495"/>
                    <a:pt x="11747" y="6149"/>
                  </a:cubicBezTo>
                  <a:lnTo>
                    <a:pt x="11747" y="4220"/>
                  </a:lnTo>
                  <a:lnTo>
                    <a:pt x="12793" y="4220"/>
                  </a:lnTo>
                  <a:lnTo>
                    <a:pt x="12793" y="4675"/>
                  </a:lnTo>
                  <a:cubicBezTo>
                    <a:pt x="12793" y="4908"/>
                    <a:pt x="12947" y="5111"/>
                    <a:pt x="13170" y="5172"/>
                  </a:cubicBezTo>
                  <a:lnTo>
                    <a:pt x="15078" y="5697"/>
                  </a:lnTo>
                  <a:cubicBezTo>
                    <a:pt x="15123" y="5707"/>
                    <a:pt x="15171" y="5714"/>
                    <a:pt x="15219" y="5714"/>
                  </a:cubicBezTo>
                  <a:cubicBezTo>
                    <a:pt x="15500" y="5714"/>
                    <a:pt x="15729" y="5481"/>
                    <a:pt x="15733" y="5200"/>
                  </a:cubicBezTo>
                  <a:lnTo>
                    <a:pt x="15733" y="515"/>
                  </a:lnTo>
                  <a:cubicBezTo>
                    <a:pt x="15733" y="354"/>
                    <a:pt x="15657" y="203"/>
                    <a:pt x="15527" y="104"/>
                  </a:cubicBezTo>
                  <a:cubicBezTo>
                    <a:pt x="15437" y="36"/>
                    <a:pt x="15326" y="1"/>
                    <a:pt x="15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0" name="Google Shape;12570;p85"/>
          <p:cNvGrpSpPr/>
          <p:nvPr/>
        </p:nvGrpSpPr>
        <p:grpSpPr>
          <a:xfrm>
            <a:off x="6883746" y="3212699"/>
            <a:ext cx="331445" cy="356593"/>
            <a:chOff x="6883746" y="3212699"/>
            <a:chExt cx="331445" cy="356593"/>
          </a:xfrm>
        </p:grpSpPr>
        <p:sp>
          <p:nvSpPr>
            <p:cNvPr id="12571" name="Google Shape;12571;p85"/>
            <p:cNvSpPr/>
            <p:nvPr/>
          </p:nvSpPr>
          <p:spPr>
            <a:xfrm>
              <a:off x="6888959" y="3364760"/>
              <a:ext cx="321020" cy="47518"/>
            </a:xfrm>
            <a:custGeom>
              <a:rect b="b" l="l" r="r" t="t"/>
              <a:pathLst>
                <a:path extrusionOk="0" h="1814" w="12255">
                  <a:moveTo>
                    <a:pt x="0" y="1"/>
                  </a:moveTo>
                  <a:lnTo>
                    <a:pt x="0" y="1814"/>
                  </a:lnTo>
                  <a:lnTo>
                    <a:pt x="12255" y="1814"/>
                  </a:lnTo>
                  <a:lnTo>
                    <a:pt x="12255"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5"/>
            <p:cNvSpPr/>
            <p:nvPr/>
          </p:nvSpPr>
          <p:spPr>
            <a:xfrm>
              <a:off x="6989234" y="3217911"/>
              <a:ext cx="127308" cy="63680"/>
            </a:xfrm>
            <a:custGeom>
              <a:rect b="b" l="l" r="r" t="t"/>
              <a:pathLst>
                <a:path extrusionOk="0" h="2431" w="4860">
                  <a:moveTo>
                    <a:pt x="2430" y="1"/>
                  </a:moveTo>
                  <a:lnTo>
                    <a:pt x="990" y="1440"/>
                  </a:lnTo>
                  <a:lnTo>
                    <a:pt x="0" y="2430"/>
                  </a:lnTo>
                  <a:lnTo>
                    <a:pt x="4859" y="2430"/>
                  </a:lnTo>
                  <a:lnTo>
                    <a:pt x="2430"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85"/>
            <p:cNvSpPr/>
            <p:nvPr/>
          </p:nvSpPr>
          <p:spPr>
            <a:xfrm>
              <a:off x="6989234" y="3255606"/>
              <a:ext cx="127308" cy="25985"/>
            </a:xfrm>
            <a:custGeom>
              <a:rect b="b" l="l" r="r" t="t"/>
              <a:pathLst>
                <a:path extrusionOk="0" h="992" w="4860">
                  <a:moveTo>
                    <a:pt x="990" y="1"/>
                  </a:moveTo>
                  <a:lnTo>
                    <a:pt x="0" y="991"/>
                  </a:lnTo>
                  <a:lnTo>
                    <a:pt x="4859" y="991"/>
                  </a:lnTo>
                  <a:lnTo>
                    <a:pt x="386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85"/>
            <p:cNvSpPr/>
            <p:nvPr/>
          </p:nvSpPr>
          <p:spPr>
            <a:xfrm>
              <a:off x="6911932" y="3272580"/>
              <a:ext cx="275152" cy="257575"/>
            </a:xfrm>
            <a:custGeom>
              <a:rect b="b" l="l" r="r" t="t"/>
              <a:pathLst>
                <a:path extrusionOk="0" h="9833" w="10504">
                  <a:moveTo>
                    <a:pt x="1" y="1"/>
                  </a:moveTo>
                  <a:lnTo>
                    <a:pt x="1" y="9832"/>
                  </a:lnTo>
                  <a:lnTo>
                    <a:pt x="10504" y="9832"/>
                  </a:lnTo>
                  <a:lnTo>
                    <a:pt x="10504"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5"/>
            <p:cNvSpPr/>
            <p:nvPr/>
          </p:nvSpPr>
          <p:spPr>
            <a:xfrm>
              <a:off x="7167857" y="3272580"/>
              <a:ext cx="19227" cy="257575"/>
            </a:xfrm>
            <a:custGeom>
              <a:rect b="b" l="l" r="r" t="t"/>
              <a:pathLst>
                <a:path extrusionOk="0" h="9833" w="734">
                  <a:moveTo>
                    <a:pt x="0" y="1"/>
                  </a:moveTo>
                  <a:lnTo>
                    <a:pt x="0" y="9832"/>
                  </a:lnTo>
                  <a:lnTo>
                    <a:pt x="734" y="9832"/>
                  </a:lnTo>
                  <a:lnTo>
                    <a:pt x="734"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5"/>
            <p:cNvSpPr/>
            <p:nvPr/>
          </p:nvSpPr>
          <p:spPr>
            <a:xfrm>
              <a:off x="6911932" y="3359024"/>
              <a:ext cx="275152" cy="171132"/>
            </a:xfrm>
            <a:custGeom>
              <a:rect b="b" l="l" r="r" t="t"/>
              <a:pathLst>
                <a:path extrusionOk="0" h="6533" w="10504">
                  <a:moveTo>
                    <a:pt x="1" y="1"/>
                  </a:moveTo>
                  <a:lnTo>
                    <a:pt x="1" y="6532"/>
                  </a:lnTo>
                  <a:lnTo>
                    <a:pt x="10504" y="6532"/>
                  </a:lnTo>
                  <a:lnTo>
                    <a:pt x="10504" y="1"/>
                  </a:lnTo>
                  <a:lnTo>
                    <a:pt x="5250" y="3763"/>
                  </a:lnTo>
                  <a:lnTo>
                    <a:pt x="1"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5"/>
            <p:cNvSpPr/>
            <p:nvPr/>
          </p:nvSpPr>
          <p:spPr>
            <a:xfrm>
              <a:off x="6888959" y="3364760"/>
              <a:ext cx="321020" cy="199213"/>
            </a:xfrm>
            <a:custGeom>
              <a:rect b="b" l="l" r="r" t="t"/>
              <a:pathLst>
                <a:path extrusionOk="0" h="7605" w="12255">
                  <a:moveTo>
                    <a:pt x="0" y="1"/>
                  </a:moveTo>
                  <a:lnTo>
                    <a:pt x="0" y="7605"/>
                  </a:lnTo>
                  <a:lnTo>
                    <a:pt x="12255" y="7605"/>
                  </a:lnTo>
                  <a:lnTo>
                    <a:pt x="12255" y="1"/>
                  </a:lnTo>
                  <a:lnTo>
                    <a:pt x="11603" y="470"/>
                  </a:lnTo>
                  <a:lnTo>
                    <a:pt x="6127" y="4394"/>
                  </a:lnTo>
                  <a:lnTo>
                    <a:pt x="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85"/>
            <p:cNvSpPr/>
            <p:nvPr/>
          </p:nvSpPr>
          <p:spPr>
            <a:xfrm>
              <a:off x="7192900" y="3364760"/>
              <a:ext cx="17079" cy="199213"/>
            </a:xfrm>
            <a:custGeom>
              <a:rect b="b" l="l" r="r" t="t"/>
              <a:pathLst>
                <a:path extrusionOk="0" h="7605" w="652">
                  <a:moveTo>
                    <a:pt x="652" y="1"/>
                  </a:moveTo>
                  <a:lnTo>
                    <a:pt x="0" y="470"/>
                  </a:lnTo>
                  <a:lnTo>
                    <a:pt x="0" y="7605"/>
                  </a:lnTo>
                  <a:lnTo>
                    <a:pt x="652" y="7605"/>
                  </a:lnTo>
                  <a:lnTo>
                    <a:pt x="652"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85"/>
            <p:cNvSpPr/>
            <p:nvPr/>
          </p:nvSpPr>
          <p:spPr>
            <a:xfrm>
              <a:off x="6948736" y="3310563"/>
              <a:ext cx="32351" cy="32246"/>
            </a:xfrm>
            <a:custGeom>
              <a:rect b="b" l="l" r="r" t="t"/>
              <a:pathLst>
                <a:path extrusionOk="0" h="1231" w="1235">
                  <a:moveTo>
                    <a:pt x="1" y="0"/>
                  </a:moveTo>
                  <a:lnTo>
                    <a:pt x="1" y="1230"/>
                  </a:lnTo>
                  <a:lnTo>
                    <a:pt x="1234" y="1230"/>
                  </a:lnTo>
                  <a:lnTo>
                    <a:pt x="1234" y="0"/>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5"/>
            <p:cNvSpPr/>
            <p:nvPr/>
          </p:nvSpPr>
          <p:spPr>
            <a:xfrm>
              <a:off x="6883746" y="3212699"/>
              <a:ext cx="308551" cy="356488"/>
            </a:xfrm>
            <a:custGeom>
              <a:rect b="b" l="l" r="r" t="t"/>
              <a:pathLst>
                <a:path extrusionOk="0" h="13609" w="11779">
                  <a:moveTo>
                    <a:pt x="6457" y="481"/>
                  </a:moveTo>
                  <a:lnTo>
                    <a:pt x="8060" y="2088"/>
                  </a:lnTo>
                  <a:lnTo>
                    <a:pt x="4849" y="2088"/>
                  </a:lnTo>
                  <a:lnTo>
                    <a:pt x="6457" y="481"/>
                  </a:lnTo>
                  <a:close/>
                  <a:moveTo>
                    <a:pt x="6458" y="0"/>
                  </a:moveTo>
                  <a:cubicBezTo>
                    <a:pt x="6407" y="0"/>
                    <a:pt x="6356" y="20"/>
                    <a:pt x="6316" y="59"/>
                  </a:cubicBezTo>
                  <a:lnTo>
                    <a:pt x="4287" y="2088"/>
                  </a:lnTo>
                  <a:lnTo>
                    <a:pt x="1077" y="2088"/>
                  </a:lnTo>
                  <a:cubicBezTo>
                    <a:pt x="967" y="2088"/>
                    <a:pt x="878" y="2177"/>
                    <a:pt x="878" y="2287"/>
                  </a:cubicBezTo>
                  <a:lnTo>
                    <a:pt x="878" y="5607"/>
                  </a:lnTo>
                  <a:lnTo>
                    <a:pt x="203" y="5607"/>
                  </a:lnTo>
                  <a:cubicBezTo>
                    <a:pt x="93" y="5607"/>
                    <a:pt x="4" y="5696"/>
                    <a:pt x="1" y="5806"/>
                  </a:cubicBezTo>
                  <a:lnTo>
                    <a:pt x="1" y="13410"/>
                  </a:lnTo>
                  <a:cubicBezTo>
                    <a:pt x="1" y="13520"/>
                    <a:pt x="90" y="13609"/>
                    <a:pt x="199" y="13609"/>
                  </a:cubicBezTo>
                  <a:lnTo>
                    <a:pt x="2286" y="13609"/>
                  </a:lnTo>
                  <a:cubicBezTo>
                    <a:pt x="2396" y="13609"/>
                    <a:pt x="2485" y="13520"/>
                    <a:pt x="2485" y="13410"/>
                  </a:cubicBezTo>
                  <a:cubicBezTo>
                    <a:pt x="2485" y="13300"/>
                    <a:pt x="2396" y="13211"/>
                    <a:pt x="2286" y="13211"/>
                  </a:cubicBezTo>
                  <a:lnTo>
                    <a:pt x="401" y="13211"/>
                  </a:lnTo>
                  <a:lnTo>
                    <a:pt x="401" y="6197"/>
                  </a:lnTo>
                  <a:lnTo>
                    <a:pt x="1351" y="6875"/>
                  </a:lnTo>
                  <a:cubicBezTo>
                    <a:pt x="1391" y="6904"/>
                    <a:pt x="1431" y="6916"/>
                    <a:pt x="1469" y="6916"/>
                  </a:cubicBezTo>
                  <a:cubicBezTo>
                    <a:pt x="1637" y="6916"/>
                    <a:pt x="1760" y="6679"/>
                    <a:pt x="1584" y="6553"/>
                  </a:cubicBezTo>
                  <a:lnTo>
                    <a:pt x="1275" y="6334"/>
                  </a:lnTo>
                  <a:lnTo>
                    <a:pt x="1275" y="5830"/>
                  </a:lnTo>
                  <a:cubicBezTo>
                    <a:pt x="1279" y="5816"/>
                    <a:pt x="1279" y="5802"/>
                    <a:pt x="1275" y="5785"/>
                  </a:cubicBezTo>
                  <a:lnTo>
                    <a:pt x="1275" y="2489"/>
                  </a:lnTo>
                  <a:lnTo>
                    <a:pt x="11381" y="2489"/>
                  </a:lnTo>
                  <a:lnTo>
                    <a:pt x="11381" y="3253"/>
                  </a:lnTo>
                  <a:cubicBezTo>
                    <a:pt x="11381" y="3363"/>
                    <a:pt x="11470" y="3452"/>
                    <a:pt x="11580" y="3452"/>
                  </a:cubicBezTo>
                  <a:cubicBezTo>
                    <a:pt x="11689" y="3452"/>
                    <a:pt x="11778" y="3363"/>
                    <a:pt x="11778" y="3253"/>
                  </a:cubicBezTo>
                  <a:lnTo>
                    <a:pt x="11778" y="2287"/>
                  </a:lnTo>
                  <a:cubicBezTo>
                    <a:pt x="11778" y="2177"/>
                    <a:pt x="11689" y="2088"/>
                    <a:pt x="11580" y="2088"/>
                  </a:cubicBezTo>
                  <a:lnTo>
                    <a:pt x="8629" y="2088"/>
                  </a:lnTo>
                  <a:lnTo>
                    <a:pt x="6601" y="59"/>
                  </a:lnTo>
                  <a:cubicBezTo>
                    <a:pt x="6561" y="20"/>
                    <a:pt x="6510" y="0"/>
                    <a:pt x="64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85"/>
            <p:cNvSpPr/>
            <p:nvPr/>
          </p:nvSpPr>
          <p:spPr>
            <a:xfrm>
              <a:off x="6943523" y="3305245"/>
              <a:ext cx="42750" cy="42776"/>
            </a:xfrm>
            <a:custGeom>
              <a:rect b="b" l="l" r="r" t="t"/>
              <a:pathLst>
                <a:path extrusionOk="0" h="1633" w="1632">
                  <a:moveTo>
                    <a:pt x="1231" y="402"/>
                  </a:moveTo>
                  <a:lnTo>
                    <a:pt x="1231" y="1235"/>
                  </a:lnTo>
                  <a:lnTo>
                    <a:pt x="398" y="1235"/>
                  </a:lnTo>
                  <a:lnTo>
                    <a:pt x="398" y="402"/>
                  </a:lnTo>
                  <a:close/>
                  <a:moveTo>
                    <a:pt x="200" y="1"/>
                  </a:moveTo>
                  <a:cubicBezTo>
                    <a:pt x="90" y="1"/>
                    <a:pt x="1" y="90"/>
                    <a:pt x="1" y="203"/>
                  </a:cubicBezTo>
                  <a:lnTo>
                    <a:pt x="1" y="1433"/>
                  </a:lnTo>
                  <a:cubicBezTo>
                    <a:pt x="1" y="1543"/>
                    <a:pt x="90" y="1632"/>
                    <a:pt x="200" y="1632"/>
                  </a:cubicBezTo>
                  <a:lnTo>
                    <a:pt x="1433" y="1632"/>
                  </a:lnTo>
                  <a:cubicBezTo>
                    <a:pt x="1543" y="1632"/>
                    <a:pt x="1632" y="1543"/>
                    <a:pt x="1632" y="1433"/>
                  </a:cubicBezTo>
                  <a:lnTo>
                    <a:pt x="1632" y="203"/>
                  </a:lnTo>
                  <a:cubicBezTo>
                    <a:pt x="1632" y="90"/>
                    <a:pt x="1543" y="1"/>
                    <a:pt x="14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85"/>
            <p:cNvSpPr/>
            <p:nvPr/>
          </p:nvSpPr>
          <p:spPr>
            <a:xfrm>
              <a:off x="7001781" y="3305245"/>
              <a:ext cx="34420" cy="10530"/>
            </a:xfrm>
            <a:custGeom>
              <a:rect b="b" l="l" r="r" t="t"/>
              <a:pathLst>
                <a:path extrusionOk="0" h="402" w="1314">
                  <a:moveTo>
                    <a:pt x="268" y="1"/>
                  </a:moveTo>
                  <a:cubicBezTo>
                    <a:pt x="1" y="1"/>
                    <a:pt x="1" y="402"/>
                    <a:pt x="268" y="402"/>
                  </a:cubicBezTo>
                  <a:lnTo>
                    <a:pt x="1114" y="402"/>
                  </a:lnTo>
                  <a:cubicBezTo>
                    <a:pt x="1224" y="402"/>
                    <a:pt x="1313" y="313"/>
                    <a:pt x="1313" y="203"/>
                  </a:cubicBezTo>
                  <a:cubicBezTo>
                    <a:pt x="1313" y="90"/>
                    <a:pt x="1224" y="1"/>
                    <a:pt x="1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5"/>
            <p:cNvSpPr/>
            <p:nvPr/>
          </p:nvSpPr>
          <p:spPr>
            <a:xfrm>
              <a:off x="7001781" y="3332986"/>
              <a:ext cx="110255" cy="10452"/>
            </a:xfrm>
            <a:custGeom>
              <a:rect b="b" l="l" r="r" t="t"/>
              <a:pathLst>
                <a:path extrusionOk="0" h="399" w="4209">
                  <a:moveTo>
                    <a:pt x="268" y="1"/>
                  </a:moveTo>
                  <a:cubicBezTo>
                    <a:pt x="1" y="1"/>
                    <a:pt x="1" y="398"/>
                    <a:pt x="268" y="398"/>
                  </a:cubicBezTo>
                  <a:lnTo>
                    <a:pt x="4010" y="398"/>
                  </a:lnTo>
                  <a:cubicBezTo>
                    <a:pt x="4120" y="398"/>
                    <a:pt x="4209" y="309"/>
                    <a:pt x="4209" y="200"/>
                  </a:cubicBezTo>
                  <a:cubicBezTo>
                    <a:pt x="4209" y="90"/>
                    <a:pt x="4120" y="1"/>
                    <a:pt x="40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5"/>
            <p:cNvSpPr/>
            <p:nvPr/>
          </p:nvSpPr>
          <p:spPr>
            <a:xfrm>
              <a:off x="6954316" y="3376522"/>
              <a:ext cx="67243" cy="10452"/>
            </a:xfrm>
            <a:custGeom>
              <a:rect b="b" l="l" r="r" t="t"/>
              <a:pathLst>
                <a:path extrusionOk="0" h="399" w="2567">
                  <a:moveTo>
                    <a:pt x="267" y="1"/>
                  </a:moveTo>
                  <a:cubicBezTo>
                    <a:pt x="0" y="1"/>
                    <a:pt x="0" y="398"/>
                    <a:pt x="267" y="398"/>
                  </a:cubicBezTo>
                  <a:lnTo>
                    <a:pt x="2368" y="398"/>
                  </a:lnTo>
                  <a:cubicBezTo>
                    <a:pt x="2478" y="398"/>
                    <a:pt x="2567" y="309"/>
                    <a:pt x="2567" y="200"/>
                  </a:cubicBezTo>
                  <a:cubicBezTo>
                    <a:pt x="2567" y="90"/>
                    <a:pt x="2478" y="1"/>
                    <a:pt x="23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5"/>
            <p:cNvSpPr/>
            <p:nvPr/>
          </p:nvSpPr>
          <p:spPr>
            <a:xfrm>
              <a:off x="6917040" y="3528584"/>
              <a:ext cx="53097" cy="10452"/>
            </a:xfrm>
            <a:custGeom>
              <a:rect b="b" l="l" r="r" t="t"/>
              <a:pathLst>
                <a:path extrusionOk="0" h="399" w="2027">
                  <a:moveTo>
                    <a:pt x="197" y="1"/>
                  </a:moveTo>
                  <a:cubicBezTo>
                    <a:pt x="87" y="1"/>
                    <a:pt x="1" y="92"/>
                    <a:pt x="4" y="200"/>
                  </a:cubicBezTo>
                  <a:cubicBezTo>
                    <a:pt x="4" y="309"/>
                    <a:pt x="93" y="398"/>
                    <a:pt x="203" y="398"/>
                  </a:cubicBezTo>
                  <a:lnTo>
                    <a:pt x="1827" y="398"/>
                  </a:lnTo>
                  <a:cubicBezTo>
                    <a:pt x="1937" y="398"/>
                    <a:pt x="2026" y="309"/>
                    <a:pt x="2026" y="200"/>
                  </a:cubicBezTo>
                  <a:cubicBezTo>
                    <a:pt x="2026" y="90"/>
                    <a:pt x="1937" y="1"/>
                    <a:pt x="1827" y="1"/>
                  </a:cubicBezTo>
                  <a:lnTo>
                    <a:pt x="203" y="1"/>
                  </a:lnTo>
                  <a:cubicBezTo>
                    <a:pt x="201" y="1"/>
                    <a:pt x="199"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5"/>
            <p:cNvSpPr/>
            <p:nvPr/>
          </p:nvSpPr>
          <p:spPr>
            <a:xfrm>
              <a:off x="6932312" y="3313811"/>
              <a:ext cx="282880" cy="255480"/>
            </a:xfrm>
            <a:custGeom>
              <a:rect b="b" l="l" r="r" t="t"/>
              <a:pathLst>
                <a:path extrusionOk="0" h="9753" w="10799">
                  <a:moveTo>
                    <a:pt x="7306" y="4060"/>
                  </a:moveTo>
                  <a:lnTo>
                    <a:pt x="6676" y="4513"/>
                  </a:lnTo>
                  <a:lnTo>
                    <a:pt x="2272" y="4513"/>
                  </a:lnTo>
                  <a:lnTo>
                    <a:pt x="1638" y="4060"/>
                  </a:lnTo>
                  <a:close/>
                  <a:moveTo>
                    <a:pt x="6121" y="4910"/>
                  </a:moveTo>
                  <a:lnTo>
                    <a:pt x="5494" y="5359"/>
                  </a:lnTo>
                  <a:lnTo>
                    <a:pt x="3451" y="5359"/>
                  </a:lnTo>
                  <a:lnTo>
                    <a:pt x="2828" y="4910"/>
                  </a:lnTo>
                  <a:close/>
                  <a:moveTo>
                    <a:pt x="4938" y="5760"/>
                  </a:moveTo>
                  <a:lnTo>
                    <a:pt x="4472" y="6092"/>
                  </a:lnTo>
                  <a:lnTo>
                    <a:pt x="4010" y="5760"/>
                  </a:lnTo>
                  <a:close/>
                  <a:moveTo>
                    <a:pt x="9724" y="0"/>
                  </a:moveTo>
                  <a:cubicBezTo>
                    <a:pt x="9624" y="0"/>
                    <a:pt x="9523" y="66"/>
                    <a:pt x="9523" y="198"/>
                  </a:cubicBezTo>
                  <a:lnTo>
                    <a:pt x="9523" y="2474"/>
                  </a:lnTo>
                  <a:lnTo>
                    <a:pt x="7865" y="3663"/>
                  </a:lnTo>
                  <a:lnTo>
                    <a:pt x="1083" y="3663"/>
                  </a:lnTo>
                  <a:lnTo>
                    <a:pt x="408" y="3183"/>
                  </a:lnTo>
                  <a:cubicBezTo>
                    <a:pt x="368" y="3154"/>
                    <a:pt x="327" y="3141"/>
                    <a:pt x="289" y="3141"/>
                  </a:cubicBezTo>
                  <a:cubicBezTo>
                    <a:pt x="121" y="3141"/>
                    <a:pt x="0" y="3380"/>
                    <a:pt x="179" y="3505"/>
                  </a:cubicBezTo>
                  <a:lnTo>
                    <a:pt x="4356" y="6500"/>
                  </a:lnTo>
                  <a:cubicBezTo>
                    <a:pt x="4390" y="6526"/>
                    <a:pt x="4431" y="6539"/>
                    <a:pt x="4472" y="6539"/>
                  </a:cubicBezTo>
                  <a:cubicBezTo>
                    <a:pt x="4514" y="6539"/>
                    <a:pt x="4555" y="6526"/>
                    <a:pt x="4589" y="6500"/>
                  </a:cubicBezTo>
                  <a:lnTo>
                    <a:pt x="10404" y="2337"/>
                  </a:lnTo>
                  <a:lnTo>
                    <a:pt x="10404" y="9351"/>
                  </a:lnTo>
                  <a:lnTo>
                    <a:pt x="1244" y="9351"/>
                  </a:lnTo>
                  <a:cubicBezTo>
                    <a:pt x="977" y="9351"/>
                    <a:pt x="977" y="9752"/>
                    <a:pt x="1244" y="9752"/>
                  </a:cubicBezTo>
                  <a:lnTo>
                    <a:pt x="10600" y="9752"/>
                  </a:lnTo>
                  <a:cubicBezTo>
                    <a:pt x="10709" y="9752"/>
                    <a:pt x="10798" y="9663"/>
                    <a:pt x="10798" y="9550"/>
                  </a:cubicBezTo>
                  <a:lnTo>
                    <a:pt x="10798" y="1946"/>
                  </a:lnTo>
                  <a:cubicBezTo>
                    <a:pt x="10798" y="1939"/>
                    <a:pt x="10798" y="1929"/>
                    <a:pt x="10798" y="1922"/>
                  </a:cubicBezTo>
                  <a:cubicBezTo>
                    <a:pt x="10785" y="1823"/>
                    <a:pt x="10699" y="1747"/>
                    <a:pt x="10600" y="1747"/>
                  </a:cubicBezTo>
                  <a:lnTo>
                    <a:pt x="9924" y="1747"/>
                  </a:lnTo>
                  <a:lnTo>
                    <a:pt x="9924" y="198"/>
                  </a:lnTo>
                  <a:cubicBezTo>
                    <a:pt x="9924" y="66"/>
                    <a:pt x="9824" y="0"/>
                    <a:pt x="9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7" name="Google Shape;12587;p85"/>
          <p:cNvGrpSpPr/>
          <p:nvPr/>
        </p:nvGrpSpPr>
        <p:grpSpPr>
          <a:xfrm>
            <a:off x="7418465" y="3218645"/>
            <a:ext cx="348053" cy="348184"/>
            <a:chOff x="7418465" y="3218645"/>
            <a:chExt cx="348053" cy="348184"/>
          </a:xfrm>
        </p:grpSpPr>
        <p:sp>
          <p:nvSpPr>
            <p:cNvPr id="12588" name="Google Shape;12588;p85"/>
            <p:cNvSpPr/>
            <p:nvPr/>
          </p:nvSpPr>
          <p:spPr>
            <a:xfrm>
              <a:off x="7424045" y="3303202"/>
              <a:ext cx="141951" cy="182684"/>
            </a:xfrm>
            <a:custGeom>
              <a:rect b="b" l="l" r="r" t="t"/>
              <a:pathLst>
                <a:path extrusionOk="0" h="6974" w="5419">
                  <a:moveTo>
                    <a:pt x="0" y="0"/>
                  </a:moveTo>
                  <a:lnTo>
                    <a:pt x="0" y="4287"/>
                  </a:lnTo>
                  <a:lnTo>
                    <a:pt x="5418" y="6974"/>
                  </a:lnTo>
                  <a:lnTo>
                    <a:pt x="4287" y="1275"/>
                  </a:lnTo>
                  <a:lnTo>
                    <a:pt x="847" y="254"/>
                  </a:lnTo>
                  <a:lnTo>
                    <a:pt x="0"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85"/>
            <p:cNvSpPr/>
            <p:nvPr/>
          </p:nvSpPr>
          <p:spPr>
            <a:xfrm>
              <a:off x="7424045" y="3415500"/>
              <a:ext cx="134485" cy="145697"/>
            </a:xfrm>
            <a:custGeom>
              <a:rect b="b" l="l" r="r" t="t"/>
              <a:pathLst>
                <a:path extrusionOk="0" h="5562" w="5134">
                  <a:moveTo>
                    <a:pt x="0" y="0"/>
                  </a:moveTo>
                  <a:lnTo>
                    <a:pt x="0" y="4290"/>
                  </a:lnTo>
                  <a:lnTo>
                    <a:pt x="4287" y="5562"/>
                  </a:lnTo>
                  <a:lnTo>
                    <a:pt x="5134" y="3417"/>
                  </a:lnTo>
                  <a:lnTo>
                    <a:pt x="4287" y="1275"/>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5"/>
            <p:cNvSpPr/>
            <p:nvPr/>
          </p:nvSpPr>
          <p:spPr>
            <a:xfrm>
              <a:off x="7723951" y="3420058"/>
              <a:ext cx="37014" cy="141139"/>
            </a:xfrm>
            <a:custGeom>
              <a:rect b="b" l="l" r="r" t="t"/>
              <a:pathLst>
                <a:path extrusionOk="0" h="5388" w="1413">
                  <a:moveTo>
                    <a:pt x="0" y="1"/>
                  </a:moveTo>
                  <a:lnTo>
                    <a:pt x="566" y="5134"/>
                  </a:lnTo>
                  <a:lnTo>
                    <a:pt x="1412" y="5388"/>
                  </a:lnTo>
                  <a:lnTo>
                    <a:pt x="1412" y="1101"/>
                  </a:lnTo>
                  <a:lnTo>
                    <a:pt x="0"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85"/>
            <p:cNvSpPr/>
            <p:nvPr/>
          </p:nvSpPr>
          <p:spPr>
            <a:xfrm>
              <a:off x="7619014" y="3385874"/>
              <a:ext cx="119764" cy="168696"/>
            </a:xfrm>
            <a:custGeom>
              <a:rect b="b" l="l" r="r" t="t"/>
              <a:pathLst>
                <a:path extrusionOk="0" h="6440" w="4572">
                  <a:moveTo>
                    <a:pt x="0" y="0"/>
                  </a:moveTo>
                  <a:lnTo>
                    <a:pt x="1131" y="5421"/>
                  </a:lnTo>
                  <a:lnTo>
                    <a:pt x="4572" y="6439"/>
                  </a:lnTo>
                  <a:lnTo>
                    <a:pt x="4572" y="2152"/>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85"/>
            <p:cNvSpPr/>
            <p:nvPr/>
          </p:nvSpPr>
          <p:spPr>
            <a:xfrm>
              <a:off x="7536343" y="3410654"/>
              <a:ext cx="112324" cy="150543"/>
            </a:xfrm>
            <a:custGeom>
              <a:rect b="b" l="l" r="r" t="t"/>
              <a:pathLst>
                <a:path extrusionOk="0" h="5747" w="4288">
                  <a:moveTo>
                    <a:pt x="2146" y="0"/>
                  </a:moveTo>
                  <a:lnTo>
                    <a:pt x="0" y="1460"/>
                  </a:lnTo>
                  <a:lnTo>
                    <a:pt x="0" y="5747"/>
                  </a:lnTo>
                  <a:lnTo>
                    <a:pt x="4287" y="4475"/>
                  </a:lnTo>
                  <a:lnTo>
                    <a:pt x="4287" y="185"/>
                  </a:lnTo>
                  <a:lnTo>
                    <a:pt x="2146"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85"/>
            <p:cNvSpPr/>
            <p:nvPr/>
          </p:nvSpPr>
          <p:spPr>
            <a:xfrm>
              <a:off x="7723951" y="3329947"/>
              <a:ext cx="37014" cy="118951"/>
            </a:xfrm>
            <a:custGeom>
              <a:rect b="b" l="l" r="r" t="t"/>
              <a:pathLst>
                <a:path extrusionOk="0" h="4541" w="1413">
                  <a:moveTo>
                    <a:pt x="566" y="0"/>
                  </a:moveTo>
                  <a:lnTo>
                    <a:pt x="0" y="2145"/>
                  </a:lnTo>
                  <a:lnTo>
                    <a:pt x="566" y="4287"/>
                  </a:lnTo>
                  <a:lnTo>
                    <a:pt x="1412" y="4541"/>
                  </a:lnTo>
                  <a:lnTo>
                    <a:pt x="1412" y="254"/>
                  </a:lnTo>
                  <a:lnTo>
                    <a:pt x="56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5"/>
            <p:cNvSpPr/>
            <p:nvPr/>
          </p:nvSpPr>
          <p:spPr>
            <a:xfrm>
              <a:off x="7626453" y="3303202"/>
              <a:ext cx="112324" cy="139069"/>
            </a:xfrm>
            <a:custGeom>
              <a:rect b="b" l="l" r="r" t="t"/>
              <a:pathLst>
                <a:path extrusionOk="0" h="5309" w="4288">
                  <a:moveTo>
                    <a:pt x="847" y="0"/>
                  </a:moveTo>
                  <a:lnTo>
                    <a:pt x="1" y="2145"/>
                  </a:lnTo>
                  <a:lnTo>
                    <a:pt x="847" y="4287"/>
                  </a:lnTo>
                  <a:lnTo>
                    <a:pt x="4288" y="5308"/>
                  </a:lnTo>
                  <a:lnTo>
                    <a:pt x="4288" y="1021"/>
                  </a:lnTo>
                  <a:lnTo>
                    <a:pt x="847"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85"/>
            <p:cNvSpPr/>
            <p:nvPr/>
          </p:nvSpPr>
          <p:spPr>
            <a:xfrm>
              <a:off x="7536343" y="3303202"/>
              <a:ext cx="112324" cy="145697"/>
            </a:xfrm>
            <a:custGeom>
              <a:rect b="b" l="l" r="r" t="t"/>
              <a:pathLst>
                <a:path extrusionOk="0" h="5562" w="4288">
                  <a:moveTo>
                    <a:pt x="4287" y="0"/>
                  </a:moveTo>
                  <a:lnTo>
                    <a:pt x="0" y="1275"/>
                  </a:lnTo>
                  <a:lnTo>
                    <a:pt x="0" y="5562"/>
                  </a:lnTo>
                  <a:lnTo>
                    <a:pt x="4287" y="4287"/>
                  </a:lnTo>
                  <a:lnTo>
                    <a:pt x="42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85"/>
            <p:cNvSpPr/>
            <p:nvPr/>
          </p:nvSpPr>
          <p:spPr>
            <a:xfrm>
              <a:off x="7648640" y="3224198"/>
              <a:ext cx="62947" cy="169141"/>
            </a:xfrm>
            <a:custGeom>
              <a:rect b="b" l="l" r="r" t="t"/>
              <a:pathLst>
                <a:path extrusionOk="0" h="6457" w="2403">
                  <a:moveTo>
                    <a:pt x="0" y="1"/>
                  </a:moveTo>
                  <a:lnTo>
                    <a:pt x="0" y="6457"/>
                  </a:lnTo>
                  <a:cubicBezTo>
                    <a:pt x="0" y="6457"/>
                    <a:pt x="2402" y="4058"/>
                    <a:pt x="2402" y="2403"/>
                  </a:cubicBezTo>
                  <a:cubicBezTo>
                    <a:pt x="2402" y="1077"/>
                    <a:pt x="1326" y="4"/>
                    <a:pt x="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5"/>
            <p:cNvSpPr/>
            <p:nvPr/>
          </p:nvSpPr>
          <p:spPr>
            <a:xfrm>
              <a:off x="7585720" y="3224198"/>
              <a:ext cx="111041" cy="169141"/>
            </a:xfrm>
            <a:custGeom>
              <a:rect b="b" l="l" r="r" t="t"/>
              <a:pathLst>
                <a:path extrusionOk="0" h="6457" w="4239">
                  <a:moveTo>
                    <a:pt x="2402" y="1"/>
                  </a:moveTo>
                  <a:cubicBezTo>
                    <a:pt x="1076" y="4"/>
                    <a:pt x="0" y="1077"/>
                    <a:pt x="0" y="2406"/>
                  </a:cubicBezTo>
                  <a:cubicBezTo>
                    <a:pt x="0" y="4058"/>
                    <a:pt x="2402" y="6457"/>
                    <a:pt x="2402" y="6457"/>
                  </a:cubicBezTo>
                  <a:cubicBezTo>
                    <a:pt x="2402" y="6457"/>
                    <a:pt x="4239" y="4058"/>
                    <a:pt x="4239" y="2406"/>
                  </a:cubicBezTo>
                  <a:cubicBezTo>
                    <a:pt x="4239" y="1080"/>
                    <a:pt x="3417" y="1"/>
                    <a:pt x="240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5"/>
            <p:cNvSpPr/>
            <p:nvPr/>
          </p:nvSpPr>
          <p:spPr>
            <a:xfrm>
              <a:off x="7604109" y="3253772"/>
              <a:ext cx="77852" cy="66771"/>
            </a:xfrm>
            <a:custGeom>
              <a:rect b="b" l="l" r="r" t="t"/>
              <a:pathLst>
                <a:path extrusionOk="0" h="2549" w="2972">
                  <a:moveTo>
                    <a:pt x="1691" y="1"/>
                  </a:moveTo>
                  <a:cubicBezTo>
                    <a:pt x="1379" y="1"/>
                    <a:pt x="1061" y="117"/>
                    <a:pt x="802" y="376"/>
                  </a:cubicBezTo>
                  <a:cubicBezTo>
                    <a:pt x="1" y="1178"/>
                    <a:pt x="566" y="2549"/>
                    <a:pt x="1700" y="2549"/>
                  </a:cubicBezTo>
                  <a:cubicBezTo>
                    <a:pt x="2403" y="2545"/>
                    <a:pt x="2972" y="1976"/>
                    <a:pt x="2972" y="1274"/>
                  </a:cubicBezTo>
                  <a:cubicBezTo>
                    <a:pt x="2972" y="509"/>
                    <a:pt x="2344" y="1"/>
                    <a:pt x="16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85"/>
            <p:cNvSpPr/>
            <p:nvPr/>
          </p:nvSpPr>
          <p:spPr>
            <a:xfrm>
              <a:off x="7418465" y="3218645"/>
              <a:ext cx="348053" cy="348184"/>
            </a:xfrm>
            <a:custGeom>
              <a:rect b="b" l="l" r="r" t="t"/>
              <a:pathLst>
                <a:path extrusionOk="0" h="13292" w="13287">
                  <a:moveTo>
                    <a:pt x="8787" y="425"/>
                  </a:moveTo>
                  <a:cubicBezTo>
                    <a:pt x="9997" y="428"/>
                    <a:pt x="10977" y="1409"/>
                    <a:pt x="10980" y="2618"/>
                  </a:cubicBezTo>
                  <a:cubicBezTo>
                    <a:pt x="10980" y="2961"/>
                    <a:pt x="10864" y="3345"/>
                    <a:pt x="10686" y="3732"/>
                  </a:cubicBezTo>
                  <a:cubicBezTo>
                    <a:pt x="10675" y="3746"/>
                    <a:pt x="10669" y="3763"/>
                    <a:pt x="10662" y="3780"/>
                  </a:cubicBezTo>
                  <a:cubicBezTo>
                    <a:pt x="10151" y="4859"/>
                    <a:pt x="9164" y="5963"/>
                    <a:pt x="8787" y="6364"/>
                  </a:cubicBezTo>
                  <a:cubicBezTo>
                    <a:pt x="8410" y="5963"/>
                    <a:pt x="7423" y="4859"/>
                    <a:pt x="6913" y="3780"/>
                  </a:cubicBezTo>
                  <a:cubicBezTo>
                    <a:pt x="6906" y="3763"/>
                    <a:pt x="6899" y="3746"/>
                    <a:pt x="6892" y="3732"/>
                  </a:cubicBezTo>
                  <a:cubicBezTo>
                    <a:pt x="6711" y="3345"/>
                    <a:pt x="6598" y="2961"/>
                    <a:pt x="6598" y="2618"/>
                  </a:cubicBezTo>
                  <a:cubicBezTo>
                    <a:pt x="6598" y="1409"/>
                    <a:pt x="7578" y="428"/>
                    <a:pt x="8787" y="425"/>
                  </a:cubicBezTo>
                  <a:close/>
                  <a:moveTo>
                    <a:pt x="6601" y="4099"/>
                  </a:moveTo>
                  <a:cubicBezTo>
                    <a:pt x="7214" y="5315"/>
                    <a:pt x="8301" y="6470"/>
                    <a:pt x="8575" y="6754"/>
                  </a:cubicBezTo>
                  <a:lnTo>
                    <a:pt x="8575" y="7357"/>
                  </a:lnTo>
                  <a:lnTo>
                    <a:pt x="4713" y="8505"/>
                  </a:lnTo>
                  <a:lnTo>
                    <a:pt x="4713" y="4661"/>
                  </a:lnTo>
                  <a:lnTo>
                    <a:pt x="6601" y="4099"/>
                  </a:lnTo>
                  <a:close/>
                  <a:moveTo>
                    <a:pt x="10977" y="4099"/>
                  </a:moveTo>
                  <a:lnTo>
                    <a:pt x="12865" y="4661"/>
                  </a:lnTo>
                  <a:lnTo>
                    <a:pt x="12865" y="8505"/>
                  </a:lnTo>
                  <a:lnTo>
                    <a:pt x="9000" y="7357"/>
                  </a:lnTo>
                  <a:lnTo>
                    <a:pt x="9000" y="6754"/>
                  </a:lnTo>
                  <a:cubicBezTo>
                    <a:pt x="9277" y="6470"/>
                    <a:pt x="10364" y="5315"/>
                    <a:pt x="10977" y="4099"/>
                  </a:cubicBezTo>
                  <a:close/>
                  <a:moveTo>
                    <a:pt x="426" y="3513"/>
                  </a:moveTo>
                  <a:lnTo>
                    <a:pt x="4288" y="4661"/>
                  </a:lnTo>
                  <a:lnTo>
                    <a:pt x="4288" y="8505"/>
                  </a:lnTo>
                  <a:lnTo>
                    <a:pt x="2825" y="8070"/>
                  </a:lnTo>
                  <a:cubicBezTo>
                    <a:pt x="2800" y="8063"/>
                    <a:pt x="2777" y="8059"/>
                    <a:pt x="2755" y="8059"/>
                  </a:cubicBezTo>
                  <a:cubicBezTo>
                    <a:pt x="2535" y="8059"/>
                    <a:pt x="2455" y="8403"/>
                    <a:pt x="2705" y="8478"/>
                  </a:cubicBezTo>
                  <a:lnTo>
                    <a:pt x="4288" y="8947"/>
                  </a:lnTo>
                  <a:lnTo>
                    <a:pt x="4288" y="12792"/>
                  </a:lnTo>
                  <a:lnTo>
                    <a:pt x="426" y="11644"/>
                  </a:lnTo>
                  <a:lnTo>
                    <a:pt x="426" y="7799"/>
                  </a:lnTo>
                  <a:lnTo>
                    <a:pt x="1889" y="8235"/>
                  </a:lnTo>
                  <a:cubicBezTo>
                    <a:pt x="1910" y="8241"/>
                    <a:pt x="1930" y="8244"/>
                    <a:pt x="1950" y="8244"/>
                  </a:cubicBezTo>
                  <a:cubicBezTo>
                    <a:pt x="2042" y="8244"/>
                    <a:pt x="2125" y="8183"/>
                    <a:pt x="2153" y="8091"/>
                  </a:cubicBezTo>
                  <a:cubicBezTo>
                    <a:pt x="2187" y="7981"/>
                    <a:pt x="2122" y="7861"/>
                    <a:pt x="2009" y="7830"/>
                  </a:cubicBezTo>
                  <a:lnTo>
                    <a:pt x="426" y="7357"/>
                  </a:lnTo>
                  <a:lnTo>
                    <a:pt x="426" y="3513"/>
                  </a:lnTo>
                  <a:close/>
                  <a:moveTo>
                    <a:pt x="9000" y="7799"/>
                  </a:moveTo>
                  <a:lnTo>
                    <a:pt x="12865" y="8947"/>
                  </a:lnTo>
                  <a:lnTo>
                    <a:pt x="12865" y="12792"/>
                  </a:lnTo>
                  <a:lnTo>
                    <a:pt x="9000" y="11644"/>
                  </a:lnTo>
                  <a:lnTo>
                    <a:pt x="9000" y="10113"/>
                  </a:lnTo>
                  <a:cubicBezTo>
                    <a:pt x="9000" y="9970"/>
                    <a:pt x="8893" y="9899"/>
                    <a:pt x="8787" y="9899"/>
                  </a:cubicBezTo>
                  <a:cubicBezTo>
                    <a:pt x="8681" y="9899"/>
                    <a:pt x="8575" y="9970"/>
                    <a:pt x="8575" y="10113"/>
                  </a:cubicBezTo>
                  <a:lnTo>
                    <a:pt x="8575" y="11644"/>
                  </a:lnTo>
                  <a:lnTo>
                    <a:pt x="4713" y="12792"/>
                  </a:lnTo>
                  <a:lnTo>
                    <a:pt x="4713" y="8947"/>
                  </a:lnTo>
                  <a:lnTo>
                    <a:pt x="8575" y="7799"/>
                  </a:lnTo>
                  <a:lnTo>
                    <a:pt x="8575" y="9263"/>
                  </a:lnTo>
                  <a:cubicBezTo>
                    <a:pt x="8575" y="9379"/>
                    <a:pt x="8671" y="9475"/>
                    <a:pt x="8787" y="9475"/>
                  </a:cubicBezTo>
                  <a:cubicBezTo>
                    <a:pt x="8904" y="9475"/>
                    <a:pt x="9000" y="9379"/>
                    <a:pt x="9000" y="9263"/>
                  </a:cubicBezTo>
                  <a:lnTo>
                    <a:pt x="9000" y="7799"/>
                  </a:lnTo>
                  <a:close/>
                  <a:moveTo>
                    <a:pt x="8787" y="0"/>
                  </a:moveTo>
                  <a:cubicBezTo>
                    <a:pt x="7345" y="0"/>
                    <a:pt x="6173" y="1172"/>
                    <a:pt x="6173" y="2615"/>
                  </a:cubicBezTo>
                  <a:cubicBezTo>
                    <a:pt x="6173" y="2961"/>
                    <a:pt x="6269" y="3334"/>
                    <a:pt x="6423" y="3711"/>
                  </a:cubicBezTo>
                  <a:lnTo>
                    <a:pt x="4500" y="4280"/>
                  </a:lnTo>
                  <a:lnTo>
                    <a:pt x="272" y="3026"/>
                  </a:lnTo>
                  <a:cubicBezTo>
                    <a:pt x="251" y="3020"/>
                    <a:pt x="230" y="3017"/>
                    <a:pt x="210" y="3017"/>
                  </a:cubicBezTo>
                  <a:cubicBezTo>
                    <a:pt x="99" y="3017"/>
                    <a:pt x="1" y="3106"/>
                    <a:pt x="1" y="3228"/>
                  </a:cubicBezTo>
                  <a:lnTo>
                    <a:pt x="1" y="11805"/>
                  </a:lnTo>
                  <a:cubicBezTo>
                    <a:pt x="1" y="11898"/>
                    <a:pt x="63" y="11980"/>
                    <a:pt x="152" y="12008"/>
                  </a:cubicBezTo>
                  <a:lnTo>
                    <a:pt x="4435" y="13279"/>
                  </a:lnTo>
                  <a:lnTo>
                    <a:pt x="4442" y="13279"/>
                  </a:lnTo>
                  <a:cubicBezTo>
                    <a:pt x="4449" y="13282"/>
                    <a:pt x="4456" y="13286"/>
                    <a:pt x="4466" y="13286"/>
                  </a:cubicBezTo>
                  <a:lnTo>
                    <a:pt x="4531" y="13286"/>
                  </a:lnTo>
                  <a:cubicBezTo>
                    <a:pt x="4541" y="13286"/>
                    <a:pt x="4548" y="13282"/>
                    <a:pt x="4555" y="13279"/>
                  </a:cubicBezTo>
                  <a:lnTo>
                    <a:pt x="4562" y="13279"/>
                  </a:lnTo>
                  <a:lnTo>
                    <a:pt x="8702" y="12052"/>
                  </a:lnTo>
                  <a:cubicBezTo>
                    <a:pt x="8729" y="12064"/>
                    <a:pt x="8758" y="12070"/>
                    <a:pt x="8787" y="12070"/>
                  </a:cubicBezTo>
                  <a:cubicBezTo>
                    <a:pt x="8816" y="12070"/>
                    <a:pt x="8846" y="12064"/>
                    <a:pt x="8873" y="12052"/>
                  </a:cubicBezTo>
                  <a:lnTo>
                    <a:pt x="13012" y="13282"/>
                  </a:lnTo>
                  <a:cubicBezTo>
                    <a:pt x="13033" y="13289"/>
                    <a:pt x="13054" y="13291"/>
                    <a:pt x="13074" y="13291"/>
                  </a:cubicBezTo>
                  <a:cubicBezTo>
                    <a:pt x="13188" y="13291"/>
                    <a:pt x="13287" y="13199"/>
                    <a:pt x="13287" y="13080"/>
                  </a:cubicBezTo>
                  <a:lnTo>
                    <a:pt x="13287" y="8786"/>
                  </a:lnTo>
                  <a:lnTo>
                    <a:pt x="13287" y="4503"/>
                  </a:lnTo>
                  <a:cubicBezTo>
                    <a:pt x="13287" y="4407"/>
                    <a:pt x="13225" y="4325"/>
                    <a:pt x="13136" y="4297"/>
                  </a:cubicBezTo>
                  <a:lnTo>
                    <a:pt x="11155" y="3711"/>
                  </a:lnTo>
                  <a:cubicBezTo>
                    <a:pt x="11306" y="3334"/>
                    <a:pt x="11402" y="2961"/>
                    <a:pt x="11402" y="2615"/>
                  </a:cubicBezTo>
                  <a:cubicBezTo>
                    <a:pt x="11402" y="1172"/>
                    <a:pt x="10230" y="0"/>
                    <a:pt x="8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85"/>
            <p:cNvSpPr/>
            <p:nvPr/>
          </p:nvSpPr>
          <p:spPr>
            <a:xfrm>
              <a:off x="7609767" y="3248271"/>
              <a:ext cx="80812" cy="77825"/>
            </a:xfrm>
            <a:custGeom>
              <a:rect b="b" l="l" r="r" t="t"/>
              <a:pathLst>
                <a:path extrusionOk="0" h="2971" w="3085">
                  <a:moveTo>
                    <a:pt x="1484" y="425"/>
                  </a:moveTo>
                  <a:cubicBezTo>
                    <a:pt x="2430" y="425"/>
                    <a:pt x="2903" y="1566"/>
                    <a:pt x="2235" y="2234"/>
                  </a:cubicBezTo>
                  <a:cubicBezTo>
                    <a:pt x="2019" y="2450"/>
                    <a:pt x="1753" y="2547"/>
                    <a:pt x="1493" y="2547"/>
                  </a:cubicBezTo>
                  <a:cubicBezTo>
                    <a:pt x="948" y="2547"/>
                    <a:pt x="425" y="2124"/>
                    <a:pt x="425" y="1484"/>
                  </a:cubicBezTo>
                  <a:cubicBezTo>
                    <a:pt x="425" y="901"/>
                    <a:pt x="898" y="425"/>
                    <a:pt x="1484" y="425"/>
                  </a:cubicBezTo>
                  <a:close/>
                  <a:moveTo>
                    <a:pt x="1484" y="0"/>
                  </a:moveTo>
                  <a:cubicBezTo>
                    <a:pt x="1292" y="0"/>
                    <a:pt x="1099" y="37"/>
                    <a:pt x="915" y="113"/>
                  </a:cubicBezTo>
                  <a:cubicBezTo>
                    <a:pt x="364" y="343"/>
                    <a:pt x="0" y="884"/>
                    <a:pt x="0" y="1484"/>
                  </a:cubicBezTo>
                  <a:cubicBezTo>
                    <a:pt x="0" y="2303"/>
                    <a:pt x="665" y="2968"/>
                    <a:pt x="1484" y="2971"/>
                  </a:cubicBezTo>
                  <a:cubicBezTo>
                    <a:pt x="2084" y="2971"/>
                    <a:pt x="2625" y="2608"/>
                    <a:pt x="2855" y="2053"/>
                  </a:cubicBezTo>
                  <a:cubicBezTo>
                    <a:pt x="3085" y="1497"/>
                    <a:pt x="2958" y="860"/>
                    <a:pt x="2533" y="435"/>
                  </a:cubicBezTo>
                  <a:cubicBezTo>
                    <a:pt x="2251" y="151"/>
                    <a:pt x="1871" y="0"/>
                    <a:pt x="14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1" name="Google Shape;12601;p85"/>
          <p:cNvGrpSpPr/>
          <p:nvPr/>
        </p:nvGrpSpPr>
        <p:grpSpPr>
          <a:xfrm>
            <a:off x="8074309" y="3200492"/>
            <a:ext cx="234209" cy="367254"/>
            <a:chOff x="8074309" y="3200492"/>
            <a:chExt cx="234209" cy="367254"/>
          </a:xfrm>
        </p:grpSpPr>
        <p:sp>
          <p:nvSpPr>
            <p:cNvPr id="12602" name="Google Shape;12602;p85"/>
            <p:cNvSpPr/>
            <p:nvPr/>
          </p:nvSpPr>
          <p:spPr>
            <a:xfrm>
              <a:off x="8183097" y="3228782"/>
              <a:ext cx="118873" cy="126496"/>
            </a:xfrm>
            <a:custGeom>
              <a:rect b="b" l="l" r="r" t="t"/>
              <a:pathLst>
                <a:path extrusionOk="0" h="4829" w="4538">
                  <a:moveTo>
                    <a:pt x="0" y="0"/>
                  </a:moveTo>
                  <a:lnTo>
                    <a:pt x="0" y="4829"/>
                  </a:lnTo>
                  <a:lnTo>
                    <a:pt x="4274" y="4829"/>
                  </a:lnTo>
                  <a:cubicBezTo>
                    <a:pt x="4431" y="4829"/>
                    <a:pt x="4537" y="4664"/>
                    <a:pt x="4472" y="4520"/>
                  </a:cubicBezTo>
                  <a:lnTo>
                    <a:pt x="3516" y="2413"/>
                  </a:lnTo>
                  <a:lnTo>
                    <a:pt x="4472" y="309"/>
                  </a:lnTo>
                  <a:cubicBezTo>
                    <a:pt x="4537" y="165"/>
                    <a:pt x="4431" y="0"/>
                    <a:pt x="427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5"/>
            <p:cNvSpPr/>
            <p:nvPr/>
          </p:nvSpPr>
          <p:spPr>
            <a:xfrm>
              <a:off x="8183176" y="3228782"/>
              <a:ext cx="34499" cy="22999"/>
            </a:xfrm>
            <a:custGeom>
              <a:rect b="b" l="l" r="r" t="t"/>
              <a:pathLst>
                <a:path extrusionOk="0" h="878" w="1317">
                  <a:moveTo>
                    <a:pt x="1" y="0"/>
                  </a:moveTo>
                  <a:lnTo>
                    <a:pt x="1" y="878"/>
                  </a:lnTo>
                  <a:lnTo>
                    <a:pt x="1317" y="878"/>
                  </a:lnTo>
                  <a:lnTo>
                    <a:pt x="1"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5"/>
            <p:cNvSpPr/>
            <p:nvPr/>
          </p:nvSpPr>
          <p:spPr>
            <a:xfrm>
              <a:off x="8131388" y="3251755"/>
              <a:ext cx="86286" cy="126600"/>
            </a:xfrm>
            <a:custGeom>
              <a:rect b="b" l="l" r="r" t="t"/>
              <a:pathLst>
                <a:path extrusionOk="0" h="4833" w="3294">
                  <a:moveTo>
                    <a:pt x="1" y="1"/>
                  </a:moveTo>
                  <a:lnTo>
                    <a:pt x="1" y="4832"/>
                  </a:lnTo>
                  <a:lnTo>
                    <a:pt x="3074" y="4832"/>
                  </a:lnTo>
                  <a:cubicBezTo>
                    <a:pt x="3194" y="4829"/>
                    <a:pt x="3294" y="4733"/>
                    <a:pt x="3294" y="4610"/>
                  </a:cubicBezTo>
                  <a:lnTo>
                    <a:pt x="3294"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85"/>
            <p:cNvSpPr/>
            <p:nvPr/>
          </p:nvSpPr>
          <p:spPr>
            <a:xfrm>
              <a:off x="8079601" y="3539376"/>
              <a:ext cx="57550" cy="22999"/>
            </a:xfrm>
            <a:custGeom>
              <a:rect b="b" l="l" r="r" t="t"/>
              <a:pathLst>
                <a:path extrusionOk="0" h="878" w="2197">
                  <a:moveTo>
                    <a:pt x="439" y="0"/>
                  </a:moveTo>
                  <a:cubicBezTo>
                    <a:pt x="196" y="0"/>
                    <a:pt x="0" y="195"/>
                    <a:pt x="0" y="439"/>
                  </a:cubicBezTo>
                  <a:lnTo>
                    <a:pt x="0" y="877"/>
                  </a:lnTo>
                  <a:lnTo>
                    <a:pt x="2197" y="877"/>
                  </a:lnTo>
                  <a:lnTo>
                    <a:pt x="2197" y="439"/>
                  </a:lnTo>
                  <a:cubicBezTo>
                    <a:pt x="2197" y="195"/>
                    <a:pt x="2002" y="0"/>
                    <a:pt x="1758"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85"/>
            <p:cNvSpPr/>
            <p:nvPr/>
          </p:nvSpPr>
          <p:spPr>
            <a:xfrm>
              <a:off x="8096837" y="3205704"/>
              <a:ext cx="23078" cy="23104"/>
            </a:xfrm>
            <a:custGeom>
              <a:rect b="b" l="l" r="r" t="t"/>
              <a:pathLst>
                <a:path extrusionOk="0" h="882" w="881">
                  <a:moveTo>
                    <a:pt x="439" y="1"/>
                  </a:moveTo>
                  <a:cubicBezTo>
                    <a:pt x="199" y="1"/>
                    <a:pt x="0" y="199"/>
                    <a:pt x="0" y="439"/>
                  </a:cubicBezTo>
                  <a:cubicBezTo>
                    <a:pt x="0" y="683"/>
                    <a:pt x="199" y="881"/>
                    <a:pt x="439" y="881"/>
                  </a:cubicBezTo>
                  <a:cubicBezTo>
                    <a:pt x="682" y="881"/>
                    <a:pt x="881" y="683"/>
                    <a:pt x="881" y="439"/>
                  </a:cubicBezTo>
                  <a:cubicBezTo>
                    <a:pt x="881" y="199"/>
                    <a:pt x="682" y="1"/>
                    <a:pt x="439"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5"/>
            <p:cNvSpPr/>
            <p:nvPr/>
          </p:nvSpPr>
          <p:spPr>
            <a:xfrm>
              <a:off x="8079601" y="3539350"/>
              <a:ext cx="28841" cy="23025"/>
            </a:xfrm>
            <a:custGeom>
              <a:rect b="b" l="l" r="r" t="t"/>
              <a:pathLst>
                <a:path extrusionOk="0" h="879" w="1101">
                  <a:moveTo>
                    <a:pt x="1094" y="1"/>
                  </a:moveTo>
                  <a:cubicBezTo>
                    <a:pt x="1092" y="1"/>
                    <a:pt x="1090" y="1"/>
                    <a:pt x="1088" y="1"/>
                  </a:cubicBezTo>
                  <a:lnTo>
                    <a:pt x="1100" y="1"/>
                  </a:lnTo>
                  <a:cubicBezTo>
                    <a:pt x="1098" y="1"/>
                    <a:pt x="1096" y="1"/>
                    <a:pt x="1094" y="1"/>
                  </a:cubicBezTo>
                  <a:close/>
                  <a:moveTo>
                    <a:pt x="439" y="1"/>
                  </a:moveTo>
                  <a:cubicBezTo>
                    <a:pt x="196" y="1"/>
                    <a:pt x="0" y="196"/>
                    <a:pt x="0" y="440"/>
                  </a:cubicBezTo>
                  <a:lnTo>
                    <a:pt x="0" y="878"/>
                  </a:lnTo>
                  <a:lnTo>
                    <a:pt x="658" y="878"/>
                  </a:lnTo>
                  <a:lnTo>
                    <a:pt x="658" y="440"/>
                  </a:lnTo>
                  <a:cubicBezTo>
                    <a:pt x="658" y="201"/>
                    <a:pt x="850" y="4"/>
                    <a:pt x="1088"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5"/>
            <p:cNvSpPr/>
            <p:nvPr/>
          </p:nvSpPr>
          <p:spPr>
            <a:xfrm>
              <a:off x="8074309" y="3200492"/>
              <a:ext cx="234209" cy="367254"/>
            </a:xfrm>
            <a:custGeom>
              <a:rect b="b" l="l" r="r" t="t"/>
              <a:pathLst>
                <a:path extrusionOk="0" h="14020" w="8941">
                  <a:moveTo>
                    <a:pt x="1301" y="405"/>
                  </a:moveTo>
                  <a:lnTo>
                    <a:pt x="1301" y="405"/>
                  </a:lnTo>
                  <a:cubicBezTo>
                    <a:pt x="1508" y="407"/>
                    <a:pt x="1614" y="659"/>
                    <a:pt x="1467" y="806"/>
                  </a:cubicBezTo>
                  <a:cubicBezTo>
                    <a:pt x="1419" y="854"/>
                    <a:pt x="1361" y="875"/>
                    <a:pt x="1303" y="875"/>
                  </a:cubicBezTo>
                  <a:cubicBezTo>
                    <a:pt x="1182" y="875"/>
                    <a:pt x="1066" y="781"/>
                    <a:pt x="1066" y="642"/>
                  </a:cubicBezTo>
                  <a:cubicBezTo>
                    <a:pt x="1066" y="512"/>
                    <a:pt x="1171" y="406"/>
                    <a:pt x="1301" y="405"/>
                  </a:cubicBezTo>
                  <a:close/>
                  <a:moveTo>
                    <a:pt x="4359" y="1464"/>
                  </a:moveTo>
                  <a:lnTo>
                    <a:pt x="4794" y="1752"/>
                  </a:lnTo>
                  <a:lnTo>
                    <a:pt x="4359" y="1752"/>
                  </a:lnTo>
                  <a:lnTo>
                    <a:pt x="4359" y="1464"/>
                  </a:lnTo>
                  <a:close/>
                  <a:moveTo>
                    <a:pt x="8423" y="1283"/>
                  </a:moveTo>
                  <a:cubicBezTo>
                    <a:pt x="8433" y="1283"/>
                    <a:pt x="8440" y="1293"/>
                    <a:pt x="8437" y="1303"/>
                  </a:cubicBezTo>
                  <a:lnTo>
                    <a:pt x="7481" y="3407"/>
                  </a:lnTo>
                  <a:cubicBezTo>
                    <a:pt x="7453" y="3462"/>
                    <a:pt x="7453" y="3527"/>
                    <a:pt x="7481" y="3578"/>
                  </a:cubicBezTo>
                  <a:lnTo>
                    <a:pt x="8437" y="5686"/>
                  </a:lnTo>
                  <a:cubicBezTo>
                    <a:pt x="8440" y="5689"/>
                    <a:pt x="8440" y="5693"/>
                    <a:pt x="8437" y="5696"/>
                  </a:cubicBezTo>
                  <a:cubicBezTo>
                    <a:pt x="8433" y="5703"/>
                    <a:pt x="8430" y="5703"/>
                    <a:pt x="8423" y="5703"/>
                  </a:cubicBezTo>
                  <a:lnTo>
                    <a:pt x="5678" y="5703"/>
                  </a:lnTo>
                  <a:lnTo>
                    <a:pt x="5678" y="1958"/>
                  </a:lnTo>
                  <a:cubicBezTo>
                    <a:pt x="5678" y="1889"/>
                    <a:pt x="5644" y="1824"/>
                    <a:pt x="5586" y="1786"/>
                  </a:cubicBezTo>
                  <a:lnTo>
                    <a:pt x="4832" y="1283"/>
                  </a:lnTo>
                  <a:close/>
                  <a:moveTo>
                    <a:pt x="5267" y="2163"/>
                  </a:moveTo>
                  <a:lnTo>
                    <a:pt x="5267" y="6567"/>
                  </a:lnTo>
                  <a:lnTo>
                    <a:pt x="5267" y="6570"/>
                  </a:lnTo>
                  <a:cubicBezTo>
                    <a:pt x="5267" y="6577"/>
                    <a:pt x="5260" y="6584"/>
                    <a:pt x="5253" y="6584"/>
                  </a:cubicBezTo>
                  <a:lnTo>
                    <a:pt x="2382" y="6584"/>
                  </a:lnTo>
                  <a:lnTo>
                    <a:pt x="2382" y="3273"/>
                  </a:lnTo>
                  <a:cubicBezTo>
                    <a:pt x="2377" y="3143"/>
                    <a:pt x="2277" y="3078"/>
                    <a:pt x="2177" y="3078"/>
                  </a:cubicBezTo>
                  <a:cubicBezTo>
                    <a:pt x="2078" y="3078"/>
                    <a:pt x="1977" y="3143"/>
                    <a:pt x="1971" y="3273"/>
                  </a:cubicBezTo>
                  <a:lnTo>
                    <a:pt x="1971" y="6584"/>
                  </a:lnTo>
                  <a:lnTo>
                    <a:pt x="1504" y="6584"/>
                  </a:lnTo>
                  <a:lnTo>
                    <a:pt x="1504" y="2163"/>
                  </a:lnTo>
                  <a:lnTo>
                    <a:pt x="1974" y="2163"/>
                  </a:lnTo>
                  <a:lnTo>
                    <a:pt x="1974" y="2396"/>
                  </a:lnTo>
                  <a:cubicBezTo>
                    <a:pt x="1979" y="2526"/>
                    <a:pt x="2078" y="2592"/>
                    <a:pt x="2178" y="2592"/>
                  </a:cubicBezTo>
                  <a:cubicBezTo>
                    <a:pt x="2278" y="2592"/>
                    <a:pt x="2378" y="2526"/>
                    <a:pt x="2385" y="2396"/>
                  </a:cubicBezTo>
                  <a:lnTo>
                    <a:pt x="2385" y="2163"/>
                  </a:lnTo>
                  <a:close/>
                  <a:moveTo>
                    <a:pt x="1960" y="13143"/>
                  </a:moveTo>
                  <a:cubicBezTo>
                    <a:pt x="2087" y="13143"/>
                    <a:pt x="2193" y="13245"/>
                    <a:pt x="2193" y="13376"/>
                  </a:cubicBezTo>
                  <a:lnTo>
                    <a:pt x="2193" y="13609"/>
                  </a:lnTo>
                  <a:lnTo>
                    <a:pt x="408" y="13609"/>
                  </a:lnTo>
                  <a:lnTo>
                    <a:pt x="408" y="13376"/>
                  </a:lnTo>
                  <a:cubicBezTo>
                    <a:pt x="408" y="13245"/>
                    <a:pt x="514" y="13143"/>
                    <a:pt x="641" y="13143"/>
                  </a:cubicBezTo>
                  <a:close/>
                  <a:moveTo>
                    <a:pt x="1302" y="1"/>
                  </a:moveTo>
                  <a:cubicBezTo>
                    <a:pt x="987" y="1"/>
                    <a:pt x="720" y="227"/>
                    <a:pt x="668" y="539"/>
                  </a:cubicBezTo>
                  <a:cubicBezTo>
                    <a:pt x="617" y="851"/>
                    <a:pt x="799" y="1152"/>
                    <a:pt x="1097" y="1252"/>
                  </a:cubicBezTo>
                  <a:lnTo>
                    <a:pt x="1097" y="12731"/>
                  </a:lnTo>
                  <a:lnTo>
                    <a:pt x="641" y="12731"/>
                  </a:lnTo>
                  <a:cubicBezTo>
                    <a:pt x="288" y="12731"/>
                    <a:pt x="0" y="13019"/>
                    <a:pt x="0" y="13376"/>
                  </a:cubicBezTo>
                  <a:lnTo>
                    <a:pt x="0" y="13814"/>
                  </a:lnTo>
                  <a:cubicBezTo>
                    <a:pt x="0" y="13927"/>
                    <a:pt x="93" y="14020"/>
                    <a:pt x="206" y="14020"/>
                  </a:cubicBezTo>
                  <a:lnTo>
                    <a:pt x="2402" y="14020"/>
                  </a:lnTo>
                  <a:cubicBezTo>
                    <a:pt x="2515" y="14020"/>
                    <a:pt x="2608" y="13927"/>
                    <a:pt x="2608" y="13814"/>
                  </a:cubicBezTo>
                  <a:lnTo>
                    <a:pt x="2608" y="13376"/>
                  </a:lnTo>
                  <a:cubicBezTo>
                    <a:pt x="2604" y="13019"/>
                    <a:pt x="2317" y="12731"/>
                    <a:pt x="1964" y="12731"/>
                  </a:cubicBezTo>
                  <a:lnTo>
                    <a:pt x="1511" y="12731"/>
                  </a:lnTo>
                  <a:lnTo>
                    <a:pt x="1511" y="6995"/>
                  </a:lnTo>
                  <a:lnTo>
                    <a:pt x="5257" y="6995"/>
                  </a:lnTo>
                  <a:cubicBezTo>
                    <a:pt x="5493" y="6992"/>
                    <a:pt x="5682" y="6803"/>
                    <a:pt x="5682" y="6570"/>
                  </a:cubicBezTo>
                  <a:lnTo>
                    <a:pt x="5682" y="6118"/>
                  </a:lnTo>
                  <a:lnTo>
                    <a:pt x="8430" y="6118"/>
                  </a:lnTo>
                  <a:cubicBezTo>
                    <a:pt x="8738" y="6114"/>
                    <a:pt x="8941" y="5796"/>
                    <a:pt x="8814" y="5518"/>
                  </a:cubicBezTo>
                  <a:lnTo>
                    <a:pt x="7895" y="3493"/>
                  </a:lnTo>
                  <a:lnTo>
                    <a:pt x="8810" y="1474"/>
                  </a:lnTo>
                  <a:cubicBezTo>
                    <a:pt x="8937" y="1193"/>
                    <a:pt x="8735" y="875"/>
                    <a:pt x="8427" y="875"/>
                  </a:cubicBezTo>
                  <a:lnTo>
                    <a:pt x="4157" y="875"/>
                  </a:lnTo>
                  <a:cubicBezTo>
                    <a:pt x="4044" y="875"/>
                    <a:pt x="3951" y="967"/>
                    <a:pt x="3951" y="1080"/>
                  </a:cubicBezTo>
                  <a:lnTo>
                    <a:pt x="3951" y="1752"/>
                  </a:lnTo>
                  <a:lnTo>
                    <a:pt x="1508" y="1752"/>
                  </a:lnTo>
                  <a:lnTo>
                    <a:pt x="1508" y="1252"/>
                  </a:lnTo>
                  <a:cubicBezTo>
                    <a:pt x="1806" y="1152"/>
                    <a:pt x="1988" y="851"/>
                    <a:pt x="1936" y="539"/>
                  </a:cubicBezTo>
                  <a:cubicBezTo>
                    <a:pt x="1885" y="227"/>
                    <a:pt x="1618" y="1"/>
                    <a:pt x="13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9" name="Google Shape;12609;p85"/>
          <p:cNvGrpSpPr/>
          <p:nvPr/>
        </p:nvGrpSpPr>
        <p:grpSpPr>
          <a:xfrm>
            <a:off x="4117738" y="4097880"/>
            <a:ext cx="397692" cy="426402"/>
            <a:chOff x="4117738" y="4097880"/>
            <a:chExt cx="397692" cy="426402"/>
          </a:xfrm>
        </p:grpSpPr>
        <p:sp>
          <p:nvSpPr>
            <p:cNvPr id="12610" name="Google Shape;12610;p85"/>
            <p:cNvSpPr/>
            <p:nvPr/>
          </p:nvSpPr>
          <p:spPr>
            <a:xfrm>
              <a:off x="4190088" y="4175993"/>
              <a:ext cx="259357" cy="313187"/>
            </a:xfrm>
            <a:custGeom>
              <a:rect b="b" l="l" r="r" t="t"/>
              <a:pathLst>
                <a:path extrusionOk="0" h="11956" w="9901">
                  <a:moveTo>
                    <a:pt x="4840" y="1"/>
                  </a:moveTo>
                  <a:cubicBezTo>
                    <a:pt x="4665" y="1"/>
                    <a:pt x="4488" y="10"/>
                    <a:pt x="4311" y="31"/>
                  </a:cubicBezTo>
                  <a:cubicBezTo>
                    <a:pt x="2217" y="264"/>
                    <a:pt x="518" y="1939"/>
                    <a:pt x="257" y="4026"/>
                  </a:cubicBezTo>
                  <a:cubicBezTo>
                    <a:pt x="0" y="6014"/>
                    <a:pt x="1052" y="7940"/>
                    <a:pt x="2865" y="8796"/>
                  </a:cubicBezTo>
                  <a:cubicBezTo>
                    <a:pt x="3242" y="8975"/>
                    <a:pt x="3482" y="9355"/>
                    <a:pt x="3479" y="9773"/>
                  </a:cubicBezTo>
                  <a:lnTo>
                    <a:pt x="3479" y="11411"/>
                  </a:lnTo>
                  <a:cubicBezTo>
                    <a:pt x="3479" y="11713"/>
                    <a:pt x="3722" y="11956"/>
                    <a:pt x="4023" y="11956"/>
                  </a:cubicBezTo>
                  <a:lnTo>
                    <a:pt x="5655" y="11956"/>
                  </a:lnTo>
                  <a:cubicBezTo>
                    <a:pt x="5953" y="11956"/>
                    <a:pt x="6196" y="11713"/>
                    <a:pt x="6196" y="11411"/>
                  </a:cubicBezTo>
                  <a:lnTo>
                    <a:pt x="6196" y="9773"/>
                  </a:lnTo>
                  <a:cubicBezTo>
                    <a:pt x="6193" y="9358"/>
                    <a:pt x="6429" y="8978"/>
                    <a:pt x="6803" y="8800"/>
                  </a:cubicBezTo>
                  <a:cubicBezTo>
                    <a:pt x="8852" y="7837"/>
                    <a:pt x="9900" y="5534"/>
                    <a:pt x="9280" y="3358"/>
                  </a:cubicBezTo>
                  <a:cubicBezTo>
                    <a:pt x="8712" y="1354"/>
                    <a:pt x="6882" y="1"/>
                    <a:pt x="484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85"/>
            <p:cNvSpPr/>
            <p:nvPr/>
          </p:nvSpPr>
          <p:spPr>
            <a:xfrm>
              <a:off x="4217200" y="4197342"/>
              <a:ext cx="199292" cy="199292"/>
            </a:xfrm>
            <a:custGeom>
              <a:rect b="b" l="l" r="r" t="t"/>
              <a:pathLst>
                <a:path extrusionOk="0" h="7608" w="7608">
                  <a:moveTo>
                    <a:pt x="3804" y="0"/>
                  </a:moveTo>
                  <a:cubicBezTo>
                    <a:pt x="1703" y="0"/>
                    <a:pt x="0" y="1704"/>
                    <a:pt x="0" y="3804"/>
                  </a:cubicBezTo>
                  <a:cubicBezTo>
                    <a:pt x="0" y="5905"/>
                    <a:pt x="1703" y="7608"/>
                    <a:pt x="3804" y="7608"/>
                  </a:cubicBezTo>
                  <a:cubicBezTo>
                    <a:pt x="5905" y="7608"/>
                    <a:pt x="7608" y="5905"/>
                    <a:pt x="7608" y="3804"/>
                  </a:cubicBezTo>
                  <a:cubicBezTo>
                    <a:pt x="7608" y="1704"/>
                    <a:pt x="5905" y="0"/>
                    <a:pt x="380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85"/>
            <p:cNvSpPr/>
            <p:nvPr/>
          </p:nvSpPr>
          <p:spPr>
            <a:xfrm>
              <a:off x="4238549" y="4218691"/>
              <a:ext cx="156594" cy="156594"/>
            </a:xfrm>
            <a:custGeom>
              <a:rect b="b" l="l" r="r" t="t"/>
              <a:pathLst>
                <a:path extrusionOk="0" h="5978" w="5978">
                  <a:moveTo>
                    <a:pt x="2989" y="1"/>
                  </a:moveTo>
                  <a:cubicBezTo>
                    <a:pt x="1337" y="1"/>
                    <a:pt x="1" y="1341"/>
                    <a:pt x="1" y="2989"/>
                  </a:cubicBezTo>
                  <a:cubicBezTo>
                    <a:pt x="1" y="4641"/>
                    <a:pt x="1337" y="5977"/>
                    <a:pt x="2989" y="5977"/>
                  </a:cubicBezTo>
                  <a:cubicBezTo>
                    <a:pt x="4637" y="5977"/>
                    <a:pt x="5977" y="4641"/>
                    <a:pt x="5977" y="2989"/>
                  </a:cubicBezTo>
                  <a:cubicBezTo>
                    <a:pt x="5977" y="1341"/>
                    <a:pt x="4637" y="1"/>
                    <a:pt x="29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85"/>
            <p:cNvSpPr/>
            <p:nvPr/>
          </p:nvSpPr>
          <p:spPr>
            <a:xfrm>
              <a:off x="4295471" y="4489155"/>
              <a:ext cx="42672" cy="28500"/>
            </a:xfrm>
            <a:custGeom>
              <a:rect b="b" l="l" r="r" t="t"/>
              <a:pathLst>
                <a:path extrusionOk="0" h="1088" w="1629">
                  <a:moveTo>
                    <a:pt x="0" y="1"/>
                  </a:moveTo>
                  <a:lnTo>
                    <a:pt x="0" y="542"/>
                  </a:lnTo>
                  <a:cubicBezTo>
                    <a:pt x="0" y="844"/>
                    <a:pt x="244" y="1087"/>
                    <a:pt x="542" y="1087"/>
                  </a:cubicBezTo>
                  <a:lnTo>
                    <a:pt x="1087" y="1087"/>
                  </a:lnTo>
                  <a:cubicBezTo>
                    <a:pt x="1388" y="1087"/>
                    <a:pt x="1628" y="844"/>
                    <a:pt x="1628" y="542"/>
                  </a:cubicBezTo>
                  <a:lnTo>
                    <a:pt x="1628"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85"/>
            <p:cNvSpPr/>
            <p:nvPr/>
          </p:nvSpPr>
          <p:spPr>
            <a:xfrm>
              <a:off x="4281273" y="4446431"/>
              <a:ext cx="71119" cy="42750"/>
            </a:xfrm>
            <a:custGeom>
              <a:rect b="b" l="l" r="r" t="t"/>
              <a:pathLst>
                <a:path extrusionOk="0" h="1632" w="2715">
                  <a:moveTo>
                    <a:pt x="1" y="1"/>
                  </a:moveTo>
                  <a:lnTo>
                    <a:pt x="1" y="1087"/>
                  </a:lnTo>
                  <a:cubicBezTo>
                    <a:pt x="1" y="1389"/>
                    <a:pt x="241" y="1632"/>
                    <a:pt x="542" y="1632"/>
                  </a:cubicBezTo>
                  <a:lnTo>
                    <a:pt x="2174" y="1632"/>
                  </a:lnTo>
                  <a:cubicBezTo>
                    <a:pt x="2472" y="1632"/>
                    <a:pt x="2715" y="1389"/>
                    <a:pt x="2715" y="1087"/>
                  </a:cubicBezTo>
                  <a:lnTo>
                    <a:pt x="271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5"/>
            <p:cNvSpPr/>
            <p:nvPr/>
          </p:nvSpPr>
          <p:spPr>
            <a:xfrm>
              <a:off x="4183173" y="4169261"/>
              <a:ext cx="266167" cy="355021"/>
            </a:xfrm>
            <a:custGeom>
              <a:rect b="b" l="l" r="r" t="t"/>
              <a:pathLst>
                <a:path extrusionOk="0" h="13553" w="10161">
                  <a:moveTo>
                    <a:pt x="5120" y="514"/>
                  </a:moveTo>
                  <a:cubicBezTo>
                    <a:pt x="6188" y="514"/>
                    <a:pt x="7221" y="911"/>
                    <a:pt x="8012" y="1628"/>
                  </a:cubicBezTo>
                  <a:cubicBezTo>
                    <a:pt x="9613" y="3060"/>
                    <a:pt x="9931" y="5442"/>
                    <a:pt x="8766" y="7247"/>
                  </a:cubicBezTo>
                  <a:lnTo>
                    <a:pt x="8770" y="7244"/>
                  </a:lnTo>
                  <a:lnTo>
                    <a:pt x="8770" y="7244"/>
                  </a:lnTo>
                  <a:cubicBezTo>
                    <a:pt x="8324" y="7929"/>
                    <a:pt x="7697" y="8478"/>
                    <a:pt x="6960" y="8827"/>
                  </a:cubicBezTo>
                  <a:cubicBezTo>
                    <a:pt x="6498" y="9050"/>
                    <a:pt x="6203" y="9516"/>
                    <a:pt x="6206" y="10030"/>
                  </a:cubicBezTo>
                  <a:lnTo>
                    <a:pt x="6206" y="10328"/>
                  </a:lnTo>
                  <a:lnTo>
                    <a:pt x="4000" y="10328"/>
                  </a:lnTo>
                  <a:lnTo>
                    <a:pt x="4000" y="10030"/>
                  </a:lnTo>
                  <a:cubicBezTo>
                    <a:pt x="4000" y="9516"/>
                    <a:pt x="3701" y="9047"/>
                    <a:pt x="3239" y="8824"/>
                  </a:cubicBezTo>
                  <a:cubicBezTo>
                    <a:pt x="1529" y="8012"/>
                    <a:pt x="532" y="6192"/>
                    <a:pt x="775" y="4318"/>
                  </a:cubicBezTo>
                  <a:cubicBezTo>
                    <a:pt x="1018" y="2347"/>
                    <a:pt x="2629" y="761"/>
                    <a:pt x="4603" y="541"/>
                  </a:cubicBezTo>
                  <a:cubicBezTo>
                    <a:pt x="4771" y="524"/>
                    <a:pt x="4938" y="514"/>
                    <a:pt x="5106" y="514"/>
                  </a:cubicBezTo>
                  <a:cubicBezTo>
                    <a:pt x="5111" y="514"/>
                    <a:pt x="5116" y="514"/>
                    <a:pt x="5120" y="514"/>
                  </a:cubicBezTo>
                  <a:close/>
                  <a:moveTo>
                    <a:pt x="6206" y="10835"/>
                  </a:moveTo>
                  <a:lnTo>
                    <a:pt x="6206" y="11668"/>
                  </a:lnTo>
                  <a:cubicBezTo>
                    <a:pt x="6206" y="11826"/>
                    <a:pt x="6076" y="11956"/>
                    <a:pt x="5919" y="11956"/>
                  </a:cubicBezTo>
                  <a:lnTo>
                    <a:pt x="4287" y="11956"/>
                  </a:lnTo>
                  <a:cubicBezTo>
                    <a:pt x="4126" y="11956"/>
                    <a:pt x="4000" y="11829"/>
                    <a:pt x="4000" y="11668"/>
                  </a:cubicBezTo>
                  <a:lnTo>
                    <a:pt x="4000" y="10835"/>
                  </a:lnTo>
                  <a:close/>
                  <a:moveTo>
                    <a:pt x="5662" y="12466"/>
                  </a:moveTo>
                  <a:lnTo>
                    <a:pt x="5662" y="12754"/>
                  </a:lnTo>
                  <a:cubicBezTo>
                    <a:pt x="5662" y="12915"/>
                    <a:pt x="5535" y="13042"/>
                    <a:pt x="5374" y="13042"/>
                  </a:cubicBezTo>
                  <a:lnTo>
                    <a:pt x="4832" y="13042"/>
                  </a:lnTo>
                  <a:cubicBezTo>
                    <a:pt x="4671" y="13042"/>
                    <a:pt x="4541" y="12915"/>
                    <a:pt x="4541" y="12754"/>
                  </a:cubicBezTo>
                  <a:lnTo>
                    <a:pt x="4541" y="12466"/>
                  </a:lnTo>
                  <a:close/>
                  <a:moveTo>
                    <a:pt x="5117" y="0"/>
                  </a:moveTo>
                  <a:cubicBezTo>
                    <a:pt x="4928" y="0"/>
                    <a:pt x="4738" y="12"/>
                    <a:pt x="4548" y="34"/>
                  </a:cubicBezTo>
                  <a:cubicBezTo>
                    <a:pt x="2341" y="277"/>
                    <a:pt x="542" y="2052"/>
                    <a:pt x="268" y="4252"/>
                  </a:cubicBezTo>
                  <a:cubicBezTo>
                    <a:pt x="0" y="6350"/>
                    <a:pt x="1111" y="8378"/>
                    <a:pt x="3019" y="9283"/>
                  </a:cubicBezTo>
                  <a:cubicBezTo>
                    <a:pt x="3307" y="9420"/>
                    <a:pt x="3489" y="9711"/>
                    <a:pt x="3489" y="10030"/>
                  </a:cubicBezTo>
                  <a:lnTo>
                    <a:pt x="3489" y="11668"/>
                  </a:lnTo>
                  <a:cubicBezTo>
                    <a:pt x="3489" y="12011"/>
                    <a:pt x="3708" y="12316"/>
                    <a:pt x="4034" y="12425"/>
                  </a:cubicBezTo>
                  <a:lnTo>
                    <a:pt x="4034" y="12754"/>
                  </a:lnTo>
                  <a:cubicBezTo>
                    <a:pt x="4034" y="13196"/>
                    <a:pt x="4390" y="13553"/>
                    <a:pt x="4832" y="13553"/>
                  </a:cubicBezTo>
                  <a:lnTo>
                    <a:pt x="5374" y="13553"/>
                  </a:lnTo>
                  <a:cubicBezTo>
                    <a:pt x="5816" y="13553"/>
                    <a:pt x="6172" y="13196"/>
                    <a:pt x="6172" y="12754"/>
                  </a:cubicBezTo>
                  <a:lnTo>
                    <a:pt x="6172" y="12425"/>
                  </a:lnTo>
                  <a:cubicBezTo>
                    <a:pt x="6498" y="12316"/>
                    <a:pt x="6714" y="12011"/>
                    <a:pt x="6714" y="11668"/>
                  </a:cubicBezTo>
                  <a:lnTo>
                    <a:pt x="6714" y="10030"/>
                  </a:lnTo>
                  <a:cubicBezTo>
                    <a:pt x="6714" y="9715"/>
                    <a:pt x="6892" y="9424"/>
                    <a:pt x="7176" y="9286"/>
                  </a:cubicBezTo>
                  <a:cubicBezTo>
                    <a:pt x="8657" y="8591"/>
                    <a:pt x="9688" y="7200"/>
                    <a:pt x="9924" y="5582"/>
                  </a:cubicBezTo>
                  <a:cubicBezTo>
                    <a:pt x="10161" y="3965"/>
                    <a:pt x="9572" y="2337"/>
                    <a:pt x="8352" y="1247"/>
                  </a:cubicBezTo>
                  <a:cubicBezTo>
                    <a:pt x="7459" y="440"/>
                    <a:pt x="6306" y="0"/>
                    <a:pt x="51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5"/>
            <p:cNvSpPr/>
            <p:nvPr/>
          </p:nvSpPr>
          <p:spPr>
            <a:xfrm>
              <a:off x="4457775" y="4290335"/>
              <a:ext cx="57655" cy="13307"/>
            </a:xfrm>
            <a:custGeom>
              <a:rect b="b" l="l" r="r" t="t"/>
              <a:pathLst>
                <a:path extrusionOk="0" h="508" w="2201">
                  <a:moveTo>
                    <a:pt x="326" y="1"/>
                  </a:moveTo>
                  <a:cubicBezTo>
                    <a:pt x="0" y="14"/>
                    <a:pt x="0" y="494"/>
                    <a:pt x="326" y="508"/>
                  </a:cubicBezTo>
                  <a:lnTo>
                    <a:pt x="1953" y="508"/>
                  </a:lnTo>
                  <a:cubicBezTo>
                    <a:pt x="2090" y="504"/>
                    <a:pt x="2200" y="391"/>
                    <a:pt x="2200" y="254"/>
                  </a:cubicBezTo>
                  <a:cubicBezTo>
                    <a:pt x="2200" y="117"/>
                    <a:pt x="2090" y="4"/>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5"/>
            <p:cNvSpPr/>
            <p:nvPr/>
          </p:nvSpPr>
          <p:spPr>
            <a:xfrm>
              <a:off x="4117738" y="4290335"/>
              <a:ext cx="56293" cy="13333"/>
            </a:xfrm>
            <a:custGeom>
              <a:rect b="b" l="l" r="r" t="t"/>
              <a:pathLst>
                <a:path extrusionOk="0" h="509" w="2149">
                  <a:moveTo>
                    <a:pt x="252" y="0"/>
                  </a:moveTo>
                  <a:cubicBezTo>
                    <a:pt x="114" y="0"/>
                    <a:pt x="0" y="114"/>
                    <a:pt x="0" y="254"/>
                  </a:cubicBezTo>
                  <a:cubicBezTo>
                    <a:pt x="0" y="394"/>
                    <a:pt x="114" y="508"/>
                    <a:pt x="252" y="508"/>
                  </a:cubicBezTo>
                  <a:cubicBezTo>
                    <a:pt x="256" y="508"/>
                    <a:pt x="260" y="508"/>
                    <a:pt x="264" y="508"/>
                  </a:cubicBezTo>
                  <a:lnTo>
                    <a:pt x="1895" y="508"/>
                  </a:lnTo>
                  <a:cubicBezTo>
                    <a:pt x="2036" y="508"/>
                    <a:pt x="2149" y="395"/>
                    <a:pt x="2149" y="254"/>
                  </a:cubicBezTo>
                  <a:cubicBezTo>
                    <a:pt x="2149" y="114"/>
                    <a:pt x="2036" y="1"/>
                    <a:pt x="1895" y="1"/>
                  </a:cubicBezTo>
                  <a:lnTo>
                    <a:pt x="264" y="1"/>
                  </a:lnTo>
                  <a:cubicBezTo>
                    <a:pt x="260" y="0"/>
                    <a:pt x="256" y="0"/>
                    <a:pt x="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5"/>
            <p:cNvSpPr/>
            <p:nvPr/>
          </p:nvSpPr>
          <p:spPr>
            <a:xfrm>
              <a:off x="4310009" y="4097880"/>
              <a:ext cx="13674" cy="56398"/>
            </a:xfrm>
            <a:custGeom>
              <a:rect b="b" l="l" r="r" t="t"/>
              <a:pathLst>
                <a:path extrusionOk="0" h="2153" w="522">
                  <a:moveTo>
                    <a:pt x="261" y="1"/>
                  </a:moveTo>
                  <a:cubicBezTo>
                    <a:pt x="117" y="1"/>
                    <a:pt x="1" y="120"/>
                    <a:pt x="7" y="268"/>
                  </a:cubicBezTo>
                  <a:lnTo>
                    <a:pt x="7" y="1896"/>
                  </a:lnTo>
                  <a:cubicBezTo>
                    <a:pt x="7" y="2036"/>
                    <a:pt x="120" y="2149"/>
                    <a:pt x="261" y="2153"/>
                  </a:cubicBezTo>
                  <a:cubicBezTo>
                    <a:pt x="401" y="2149"/>
                    <a:pt x="515" y="2036"/>
                    <a:pt x="515" y="1896"/>
                  </a:cubicBezTo>
                  <a:lnTo>
                    <a:pt x="515" y="268"/>
                  </a:lnTo>
                  <a:cubicBezTo>
                    <a:pt x="521" y="120"/>
                    <a:pt x="405"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5"/>
            <p:cNvSpPr/>
            <p:nvPr/>
          </p:nvSpPr>
          <p:spPr>
            <a:xfrm>
              <a:off x="4383984" y="4142228"/>
              <a:ext cx="25959" cy="32036"/>
            </a:xfrm>
            <a:custGeom>
              <a:rect b="b" l="l" r="r" t="t"/>
              <a:pathLst>
                <a:path extrusionOk="0" h="1223" w="991">
                  <a:moveTo>
                    <a:pt x="699" y="0"/>
                  </a:moveTo>
                  <a:cubicBezTo>
                    <a:pt x="610" y="0"/>
                    <a:pt x="523" y="48"/>
                    <a:pt x="477" y="134"/>
                  </a:cubicBezTo>
                  <a:lnTo>
                    <a:pt x="69" y="840"/>
                  </a:lnTo>
                  <a:cubicBezTo>
                    <a:pt x="0" y="963"/>
                    <a:pt x="41" y="1118"/>
                    <a:pt x="161" y="1189"/>
                  </a:cubicBezTo>
                  <a:cubicBezTo>
                    <a:pt x="202" y="1212"/>
                    <a:pt x="245" y="1223"/>
                    <a:pt x="288" y="1223"/>
                  </a:cubicBezTo>
                  <a:cubicBezTo>
                    <a:pt x="377" y="1223"/>
                    <a:pt x="462" y="1178"/>
                    <a:pt x="511" y="1097"/>
                  </a:cubicBezTo>
                  <a:lnTo>
                    <a:pt x="915" y="391"/>
                  </a:lnTo>
                  <a:cubicBezTo>
                    <a:pt x="991" y="268"/>
                    <a:pt x="953" y="107"/>
                    <a:pt x="826" y="35"/>
                  </a:cubicBezTo>
                  <a:cubicBezTo>
                    <a:pt x="786" y="11"/>
                    <a:pt x="742"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5"/>
            <p:cNvSpPr/>
            <p:nvPr/>
          </p:nvSpPr>
          <p:spPr>
            <a:xfrm>
              <a:off x="4223644" y="4419738"/>
              <a:ext cx="26064" cy="32036"/>
            </a:xfrm>
            <a:custGeom>
              <a:rect b="b" l="l" r="r" t="t"/>
              <a:pathLst>
                <a:path extrusionOk="0" h="1223" w="995">
                  <a:moveTo>
                    <a:pt x="703" y="1"/>
                  </a:moveTo>
                  <a:cubicBezTo>
                    <a:pt x="615" y="1"/>
                    <a:pt x="530" y="47"/>
                    <a:pt x="484" y="129"/>
                  </a:cubicBezTo>
                  <a:lnTo>
                    <a:pt x="76" y="835"/>
                  </a:lnTo>
                  <a:cubicBezTo>
                    <a:pt x="1" y="955"/>
                    <a:pt x="42" y="1116"/>
                    <a:pt x="165" y="1188"/>
                  </a:cubicBezTo>
                  <a:cubicBezTo>
                    <a:pt x="207" y="1211"/>
                    <a:pt x="251" y="1222"/>
                    <a:pt x="294" y="1222"/>
                  </a:cubicBezTo>
                  <a:cubicBezTo>
                    <a:pt x="385" y="1222"/>
                    <a:pt x="472" y="1174"/>
                    <a:pt x="518" y="1088"/>
                  </a:cubicBezTo>
                  <a:lnTo>
                    <a:pt x="926" y="382"/>
                  </a:lnTo>
                  <a:cubicBezTo>
                    <a:pt x="995" y="259"/>
                    <a:pt x="954" y="105"/>
                    <a:pt x="834" y="36"/>
                  </a:cubicBezTo>
                  <a:cubicBezTo>
                    <a:pt x="793" y="12"/>
                    <a:pt x="748"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5"/>
            <p:cNvSpPr/>
            <p:nvPr/>
          </p:nvSpPr>
          <p:spPr>
            <a:xfrm>
              <a:off x="4222780" y="4142490"/>
              <a:ext cx="26850" cy="31617"/>
            </a:xfrm>
            <a:custGeom>
              <a:rect b="b" l="l" r="r" t="t"/>
              <a:pathLst>
                <a:path extrusionOk="0" h="1207" w="1025">
                  <a:moveTo>
                    <a:pt x="341" y="0"/>
                  </a:moveTo>
                  <a:cubicBezTo>
                    <a:pt x="169" y="0"/>
                    <a:pt x="1" y="180"/>
                    <a:pt x="109" y="381"/>
                  </a:cubicBezTo>
                  <a:lnTo>
                    <a:pt x="517" y="1087"/>
                  </a:lnTo>
                  <a:cubicBezTo>
                    <a:pt x="565" y="1164"/>
                    <a:pt x="649" y="1207"/>
                    <a:pt x="735" y="1207"/>
                  </a:cubicBezTo>
                  <a:cubicBezTo>
                    <a:pt x="778" y="1207"/>
                    <a:pt x="823" y="1196"/>
                    <a:pt x="863" y="1173"/>
                  </a:cubicBezTo>
                  <a:cubicBezTo>
                    <a:pt x="980" y="1104"/>
                    <a:pt x="1024" y="953"/>
                    <a:pt x="959" y="830"/>
                  </a:cubicBezTo>
                  <a:lnTo>
                    <a:pt x="551" y="124"/>
                  </a:lnTo>
                  <a:cubicBezTo>
                    <a:pt x="497" y="37"/>
                    <a:pt x="419" y="0"/>
                    <a:pt x="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85"/>
            <p:cNvSpPr/>
            <p:nvPr/>
          </p:nvSpPr>
          <p:spPr>
            <a:xfrm>
              <a:off x="4382936" y="4419843"/>
              <a:ext cx="26824" cy="31591"/>
            </a:xfrm>
            <a:custGeom>
              <a:rect b="b" l="l" r="r" t="t"/>
              <a:pathLst>
                <a:path extrusionOk="0" h="1206" w="1024">
                  <a:moveTo>
                    <a:pt x="339" y="0"/>
                  </a:moveTo>
                  <a:cubicBezTo>
                    <a:pt x="167" y="0"/>
                    <a:pt x="0" y="178"/>
                    <a:pt x="109" y="378"/>
                  </a:cubicBezTo>
                  <a:lnTo>
                    <a:pt x="517" y="1084"/>
                  </a:lnTo>
                  <a:cubicBezTo>
                    <a:pt x="564" y="1162"/>
                    <a:pt x="647" y="1206"/>
                    <a:pt x="732" y="1206"/>
                  </a:cubicBezTo>
                  <a:cubicBezTo>
                    <a:pt x="775" y="1206"/>
                    <a:pt x="819" y="1194"/>
                    <a:pt x="859" y="1170"/>
                  </a:cubicBezTo>
                  <a:cubicBezTo>
                    <a:pt x="979" y="1101"/>
                    <a:pt x="1024" y="951"/>
                    <a:pt x="959" y="831"/>
                  </a:cubicBezTo>
                  <a:lnTo>
                    <a:pt x="551" y="125"/>
                  </a:lnTo>
                  <a:cubicBezTo>
                    <a:pt x="496" y="37"/>
                    <a:pt x="417" y="0"/>
                    <a:pt x="3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85"/>
            <p:cNvSpPr/>
            <p:nvPr/>
          </p:nvSpPr>
          <p:spPr>
            <a:xfrm>
              <a:off x="4438469" y="4364938"/>
              <a:ext cx="34132" cy="24257"/>
            </a:xfrm>
            <a:custGeom>
              <a:rect b="b" l="l" r="r" t="t"/>
              <a:pathLst>
                <a:path extrusionOk="0" h="926" w="1303">
                  <a:moveTo>
                    <a:pt x="292" y="0"/>
                  </a:moveTo>
                  <a:cubicBezTo>
                    <a:pt x="204" y="0"/>
                    <a:pt x="120" y="46"/>
                    <a:pt x="72" y="127"/>
                  </a:cubicBezTo>
                  <a:cubicBezTo>
                    <a:pt x="0" y="254"/>
                    <a:pt x="45" y="411"/>
                    <a:pt x="172" y="480"/>
                  </a:cubicBezTo>
                  <a:lnTo>
                    <a:pt x="878" y="888"/>
                  </a:lnTo>
                  <a:cubicBezTo>
                    <a:pt x="918" y="913"/>
                    <a:pt x="964" y="926"/>
                    <a:pt x="1009" y="926"/>
                  </a:cubicBezTo>
                  <a:cubicBezTo>
                    <a:pt x="1097" y="926"/>
                    <a:pt x="1183" y="880"/>
                    <a:pt x="1230" y="799"/>
                  </a:cubicBezTo>
                  <a:cubicBezTo>
                    <a:pt x="1302" y="672"/>
                    <a:pt x="1258" y="514"/>
                    <a:pt x="1131" y="446"/>
                  </a:cubicBezTo>
                  <a:lnTo>
                    <a:pt x="425" y="38"/>
                  </a:lnTo>
                  <a:cubicBezTo>
                    <a:pt x="383" y="12"/>
                    <a:pt x="337" y="0"/>
                    <a:pt x="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5"/>
            <p:cNvSpPr/>
            <p:nvPr/>
          </p:nvSpPr>
          <p:spPr>
            <a:xfrm>
              <a:off x="4161091" y="4204782"/>
              <a:ext cx="33765" cy="24099"/>
            </a:xfrm>
            <a:custGeom>
              <a:rect b="b" l="l" r="r" t="t"/>
              <a:pathLst>
                <a:path extrusionOk="0" h="920" w="1289">
                  <a:moveTo>
                    <a:pt x="294" y="1"/>
                  </a:moveTo>
                  <a:cubicBezTo>
                    <a:pt x="206" y="1"/>
                    <a:pt x="120" y="46"/>
                    <a:pt x="72" y="128"/>
                  </a:cubicBezTo>
                  <a:cubicBezTo>
                    <a:pt x="0" y="254"/>
                    <a:pt x="45" y="412"/>
                    <a:pt x="172" y="481"/>
                  </a:cubicBezTo>
                  <a:lnTo>
                    <a:pt x="878" y="888"/>
                  </a:lnTo>
                  <a:cubicBezTo>
                    <a:pt x="916" y="909"/>
                    <a:pt x="958" y="919"/>
                    <a:pt x="999" y="919"/>
                  </a:cubicBezTo>
                  <a:cubicBezTo>
                    <a:pt x="1086" y="919"/>
                    <a:pt x="1171" y="874"/>
                    <a:pt x="1220" y="792"/>
                  </a:cubicBezTo>
                  <a:cubicBezTo>
                    <a:pt x="1289" y="672"/>
                    <a:pt x="1251" y="518"/>
                    <a:pt x="1131" y="446"/>
                  </a:cubicBezTo>
                  <a:lnTo>
                    <a:pt x="425" y="39"/>
                  </a:lnTo>
                  <a:cubicBezTo>
                    <a:pt x="385" y="13"/>
                    <a:pt x="339"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5"/>
            <p:cNvSpPr/>
            <p:nvPr/>
          </p:nvSpPr>
          <p:spPr>
            <a:xfrm>
              <a:off x="4437029" y="4204991"/>
              <a:ext cx="35206" cy="23968"/>
            </a:xfrm>
            <a:custGeom>
              <a:rect b="b" l="l" r="r" t="t"/>
              <a:pathLst>
                <a:path extrusionOk="0" h="915" w="1344">
                  <a:moveTo>
                    <a:pt x="1050" y="1"/>
                  </a:moveTo>
                  <a:cubicBezTo>
                    <a:pt x="1010" y="1"/>
                    <a:pt x="970" y="10"/>
                    <a:pt x="933" y="31"/>
                  </a:cubicBezTo>
                  <a:lnTo>
                    <a:pt x="227" y="438"/>
                  </a:lnTo>
                  <a:cubicBezTo>
                    <a:pt x="0" y="569"/>
                    <a:pt x="93" y="915"/>
                    <a:pt x="353" y="915"/>
                  </a:cubicBezTo>
                  <a:cubicBezTo>
                    <a:pt x="398" y="915"/>
                    <a:pt x="442" y="904"/>
                    <a:pt x="480" y="880"/>
                  </a:cubicBezTo>
                  <a:lnTo>
                    <a:pt x="1186" y="473"/>
                  </a:lnTo>
                  <a:cubicBezTo>
                    <a:pt x="1303" y="401"/>
                    <a:pt x="1344" y="246"/>
                    <a:pt x="1272" y="130"/>
                  </a:cubicBezTo>
                  <a:cubicBezTo>
                    <a:pt x="1225" y="47"/>
                    <a:pt x="1139" y="1"/>
                    <a:pt x="1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85"/>
            <p:cNvSpPr/>
            <p:nvPr/>
          </p:nvSpPr>
          <p:spPr>
            <a:xfrm>
              <a:off x="4161091" y="4364938"/>
              <a:ext cx="34132" cy="24257"/>
            </a:xfrm>
            <a:custGeom>
              <a:rect b="b" l="l" r="r" t="t"/>
              <a:pathLst>
                <a:path extrusionOk="0" h="926" w="1303">
                  <a:moveTo>
                    <a:pt x="1011" y="0"/>
                  </a:moveTo>
                  <a:cubicBezTo>
                    <a:pt x="966" y="0"/>
                    <a:pt x="920" y="12"/>
                    <a:pt x="878" y="38"/>
                  </a:cubicBezTo>
                  <a:lnTo>
                    <a:pt x="172" y="446"/>
                  </a:lnTo>
                  <a:cubicBezTo>
                    <a:pt x="45" y="514"/>
                    <a:pt x="0" y="672"/>
                    <a:pt x="72" y="799"/>
                  </a:cubicBezTo>
                  <a:cubicBezTo>
                    <a:pt x="120" y="880"/>
                    <a:pt x="206" y="926"/>
                    <a:pt x="294" y="926"/>
                  </a:cubicBezTo>
                  <a:cubicBezTo>
                    <a:pt x="339" y="926"/>
                    <a:pt x="385" y="913"/>
                    <a:pt x="425" y="888"/>
                  </a:cubicBezTo>
                  <a:lnTo>
                    <a:pt x="1131" y="480"/>
                  </a:lnTo>
                  <a:cubicBezTo>
                    <a:pt x="1258" y="411"/>
                    <a:pt x="1303" y="254"/>
                    <a:pt x="1231" y="127"/>
                  </a:cubicBezTo>
                  <a:cubicBezTo>
                    <a:pt x="1183" y="46"/>
                    <a:pt x="1099" y="0"/>
                    <a:pt x="10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7" name="Google Shape;12627;p85"/>
          <p:cNvGrpSpPr/>
          <p:nvPr/>
        </p:nvGrpSpPr>
        <p:grpSpPr>
          <a:xfrm>
            <a:off x="4664768" y="4118574"/>
            <a:ext cx="389520" cy="385328"/>
            <a:chOff x="4664768" y="4118574"/>
            <a:chExt cx="389520" cy="385328"/>
          </a:xfrm>
        </p:grpSpPr>
        <p:sp>
          <p:nvSpPr>
            <p:cNvPr id="12628" name="Google Shape;12628;p85"/>
            <p:cNvSpPr/>
            <p:nvPr/>
          </p:nvSpPr>
          <p:spPr>
            <a:xfrm>
              <a:off x="4669850" y="4289889"/>
              <a:ext cx="209743" cy="208512"/>
            </a:xfrm>
            <a:custGeom>
              <a:rect b="b" l="l" r="r" t="t"/>
              <a:pathLst>
                <a:path extrusionOk="0" h="7960" w="8007">
                  <a:moveTo>
                    <a:pt x="7164" y="0"/>
                  </a:moveTo>
                  <a:lnTo>
                    <a:pt x="4319" y="2848"/>
                  </a:lnTo>
                  <a:cubicBezTo>
                    <a:pt x="3737" y="3427"/>
                    <a:pt x="3185" y="4034"/>
                    <a:pt x="2661" y="4661"/>
                  </a:cubicBezTo>
                  <a:lnTo>
                    <a:pt x="91" y="7738"/>
                  </a:lnTo>
                  <a:cubicBezTo>
                    <a:pt x="1" y="7846"/>
                    <a:pt x="65" y="7959"/>
                    <a:pt x="163" y="7959"/>
                  </a:cubicBezTo>
                  <a:cubicBezTo>
                    <a:pt x="196" y="7959"/>
                    <a:pt x="233" y="7946"/>
                    <a:pt x="269" y="7916"/>
                  </a:cubicBezTo>
                  <a:lnTo>
                    <a:pt x="3346" y="5346"/>
                  </a:lnTo>
                  <a:cubicBezTo>
                    <a:pt x="3973" y="4822"/>
                    <a:pt x="4580" y="4270"/>
                    <a:pt x="5159" y="3688"/>
                  </a:cubicBezTo>
                  <a:lnTo>
                    <a:pt x="8007" y="843"/>
                  </a:lnTo>
                  <a:lnTo>
                    <a:pt x="716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85"/>
            <p:cNvSpPr/>
            <p:nvPr/>
          </p:nvSpPr>
          <p:spPr>
            <a:xfrm>
              <a:off x="4671945" y="4300917"/>
              <a:ext cx="207648" cy="197536"/>
            </a:xfrm>
            <a:custGeom>
              <a:rect b="b" l="l" r="r" t="t"/>
              <a:pathLst>
                <a:path extrusionOk="0" h="7541" w="7927">
                  <a:moveTo>
                    <a:pt x="7505" y="1"/>
                  </a:moveTo>
                  <a:lnTo>
                    <a:pt x="0" y="7506"/>
                  </a:lnTo>
                  <a:cubicBezTo>
                    <a:pt x="22" y="7528"/>
                    <a:pt x="51" y="7540"/>
                    <a:pt x="83" y="7540"/>
                  </a:cubicBezTo>
                  <a:cubicBezTo>
                    <a:pt x="116" y="7540"/>
                    <a:pt x="152" y="7527"/>
                    <a:pt x="189" y="7495"/>
                  </a:cubicBezTo>
                  <a:lnTo>
                    <a:pt x="3266" y="4925"/>
                  </a:lnTo>
                  <a:cubicBezTo>
                    <a:pt x="3893" y="4401"/>
                    <a:pt x="4500" y="3849"/>
                    <a:pt x="5079" y="3267"/>
                  </a:cubicBezTo>
                  <a:lnTo>
                    <a:pt x="7927" y="422"/>
                  </a:lnTo>
                  <a:lnTo>
                    <a:pt x="7505" y="1"/>
                  </a:ln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85"/>
            <p:cNvSpPr/>
            <p:nvPr/>
          </p:nvSpPr>
          <p:spPr>
            <a:xfrm>
              <a:off x="4743694" y="4124023"/>
              <a:ext cx="304648" cy="289481"/>
            </a:xfrm>
            <a:custGeom>
              <a:rect b="b" l="l" r="r" t="t"/>
              <a:pathLst>
                <a:path extrusionOk="0" h="11051" w="11630">
                  <a:moveTo>
                    <a:pt x="7513" y="1"/>
                  </a:moveTo>
                  <a:cubicBezTo>
                    <a:pt x="7242" y="1"/>
                    <a:pt x="6965" y="108"/>
                    <a:pt x="6754" y="322"/>
                  </a:cubicBezTo>
                  <a:cubicBezTo>
                    <a:pt x="6346" y="730"/>
                    <a:pt x="6325" y="1374"/>
                    <a:pt x="6712" y="1761"/>
                  </a:cubicBezTo>
                  <a:lnTo>
                    <a:pt x="6829" y="1881"/>
                  </a:lnTo>
                  <a:cubicBezTo>
                    <a:pt x="6898" y="1950"/>
                    <a:pt x="6894" y="2063"/>
                    <a:pt x="6822" y="2128"/>
                  </a:cubicBezTo>
                  <a:lnTo>
                    <a:pt x="5270" y="3680"/>
                  </a:lnTo>
                  <a:cubicBezTo>
                    <a:pt x="4862" y="4090"/>
                    <a:pt x="4325" y="4303"/>
                    <a:pt x="3793" y="4303"/>
                  </a:cubicBezTo>
                  <a:cubicBezTo>
                    <a:pt x="3440" y="4303"/>
                    <a:pt x="3090" y="4209"/>
                    <a:pt x="2782" y="4016"/>
                  </a:cubicBezTo>
                  <a:cubicBezTo>
                    <a:pt x="2311" y="3720"/>
                    <a:pt x="1799" y="3609"/>
                    <a:pt x="1373" y="3609"/>
                  </a:cubicBezTo>
                  <a:cubicBezTo>
                    <a:pt x="965" y="3609"/>
                    <a:pt x="637" y="3711"/>
                    <a:pt x="500" y="3848"/>
                  </a:cubicBezTo>
                  <a:cubicBezTo>
                    <a:pt x="0" y="4347"/>
                    <a:pt x="6665" y="11050"/>
                    <a:pt x="7594" y="11050"/>
                  </a:cubicBezTo>
                  <a:cubicBezTo>
                    <a:pt x="7628" y="11050"/>
                    <a:pt x="7654" y="11042"/>
                    <a:pt x="7672" y="11024"/>
                  </a:cubicBezTo>
                  <a:cubicBezTo>
                    <a:pt x="7953" y="10743"/>
                    <a:pt x="8083" y="9663"/>
                    <a:pt x="7504" y="8741"/>
                  </a:cubicBezTo>
                  <a:cubicBezTo>
                    <a:pt x="7021" y="7970"/>
                    <a:pt x="7161" y="6932"/>
                    <a:pt x="7843" y="6250"/>
                  </a:cubicBezTo>
                  <a:lnTo>
                    <a:pt x="9396" y="4698"/>
                  </a:lnTo>
                  <a:cubicBezTo>
                    <a:pt x="9429" y="4662"/>
                    <a:pt x="9475" y="4644"/>
                    <a:pt x="9521" y="4644"/>
                  </a:cubicBezTo>
                  <a:cubicBezTo>
                    <a:pt x="9564" y="4644"/>
                    <a:pt x="9606" y="4660"/>
                    <a:pt x="9639" y="4691"/>
                  </a:cubicBezTo>
                  <a:lnTo>
                    <a:pt x="9759" y="4811"/>
                  </a:lnTo>
                  <a:cubicBezTo>
                    <a:pt x="9945" y="4995"/>
                    <a:pt x="10190" y="5087"/>
                    <a:pt x="10441" y="5087"/>
                  </a:cubicBezTo>
                  <a:cubicBezTo>
                    <a:pt x="10712" y="5087"/>
                    <a:pt x="10988" y="4980"/>
                    <a:pt x="11202" y="4766"/>
                  </a:cubicBezTo>
                  <a:cubicBezTo>
                    <a:pt x="11609" y="4359"/>
                    <a:pt x="11630" y="3714"/>
                    <a:pt x="11243" y="3327"/>
                  </a:cubicBezTo>
                  <a:lnTo>
                    <a:pt x="8193" y="277"/>
                  </a:lnTo>
                  <a:cubicBezTo>
                    <a:pt x="8008" y="93"/>
                    <a:pt x="7763" y="1"/>
                    <a:pt x="7513"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85"/>
            <p:cNvSpPr/>
            <p:nvPr/>
          </p:nvSpPr>
          <p:spPr>
            <a:xfrm>
              <a:off x="4750583" y="4187388"/>
              <a:ext cx="297759" cy="225853"/>
            </a:xfrm>
            <a:custGeom>
              <a:rect b="b" l="l" r="r" t="t"/>
              <a:pathLst>
                <a:path extrusionOk="0" h="8622" w="11367">
                  <a:moveTo>
                    <a:pt x="10072" y="0"/>
                  </a:moveTo>
                  <a:lnTo>
                    <a:pt x="10078" y="6"/>
                  </a:lnTo>
                  <a:lnTo>
                    <a:pt x="10078" y="6"/>
                  </a:lnTo>
                  <a:cubicBezTo>
                    <a:pt x="10076" y="4"/>
                    <a:pt x="10074" y="2"/>
                    <a:pt x="10072" y="0"/>
                  </a:cubicBezTo>
                  <a:close/>
                  <a:moveTo>
                    <a:pt x="10078" y="6"/>
                  </a:moveTo>
                  <a:lnTo>
                    <a:pt x="10078" y="6"/>
                  </a:lnTo>
                  <a:cubicBezTo>
                    <a:pt x="10459" y="390"/>
                    <a:pt x="10440" y="1034"/>
                    <a:pt x="10030" y="1439"/>
                  </a:cubicBezTo>
                  <a:cubicBezTo>
                    <a:pt x="9817" y="1653"/>
                    <a:pt x="9540" y="1760"/>
                    <a:pt x="9270" y="1760"/>
                  </a:cubicBezTo>
                  <a:cubicBezTo>
                    <a:pt x="9020" y="1760"/>
                    <a:pt x="8776" y="1668"/>
                    <a:pt x="8591" y="1484"/>
                  </a:cubicBezTo>
                  <a:lnTo>
                    <a:pt x="8471" y="1364"/>
                  </a:lnTo>
                  <a:cubicBezTo>
                    <a:pt x="8437" y="1333"/>
                    <a:pt x="8393" y="1317"/>
                    <a:pt x="8350" y="1317"/>
                  </a:cubicBezTo>
                  <a:cubicBezTo>
                    <a:pt x="8304" y="1317"/>
                    <a:pt x="8258" y="1335"/>
                    <a:pt x="8225" y="1371"/>
                  </a:cubicBezTo>
                  <a:lnTo>
                    <a:pt x="6672" y="2923"/>
                  </a:lnTo>
                  <a:cubicBezTo>
                    <a:pt x="5990" y="3605"/>
                    <a:pt x="5850" y="4640"/>
                    <a:pt x="6333" y="5411"/>
                  </a:cubicBezTo>
                  <a:cubicBezTo>
                    <a:pt x="6912" y="6333"/>
                    <a:pt x="6782" y="7416"/>
                    <a:pt x="6501" y="7697"/>
                  </a:cubicBezTo>
                  <a:cubicBezTo>
                    <a:pt x="6477" y="7715"/>
                    <a:pt x="6450" y="7723"/>
                    <a:pt x="6422" y="7723"/>
                  </a:cubicBezTo>
                  <a:cubicBezTo>
                    <a:pt x="6413" y="7723"/>
                    <a:pt x="6404" y="7722"/>
                    <a:pt x="6395" y="7721"/>
                  </a:cubicBezTo>
                  <a:cubicBezTo>
                    <a:pt x="4339" y="6076"/>
                    <a:pt x="466" y="2060"/>
                    <a:pt x="415" y="1313"/>
                  </a:cubicBezTo>
                  <a:cubicBezTo>
                    <a:pt x="350" y="1340"/>
                    <a:pt x="288" y="1378"/>
                    <a:pt x="237" y="1429"/>
                  </a:cubicBezTo>
                  <a:cubicBezTo>
                    <a:pt x="0" y="1665"/>
                    <a:pt x="1374" y="3297"/>
                    <a:pt x="2985" y="4945"/>
                  </a:cubicBezTo>
                  <a:cubicBezTo>
                    <a:pt x="3252" y="5222"/>
                    <a:pt x="3526" y="5497"/>
                    <a:pt x="3797" y="5764"/>
                  </a:cubicBezTo>
                  <a:lnTo>
                    <a:pt x="3801" y="5767"/>
                  </a:lnTo>
                  <a:lnTo>
                    <a:pt x="3886" y="5853"/>
                  </a:lnTo>
                  <a:lnTo>
                    <a:pt x="3893" y="5860"/>
                  </a:lnTo>
                  <a:lnTo>
                    <a:pt x="3979" y="5942"/>
                  </a:lnTo>
                  <a:lnTo>
                    <a:pt x="3986" y="5949"/>
                  </a:lnTo>
                  <a:lnTo>
                    <a:pt x="4071" y="6031"/>
                  </a:lnTo>
                  <a:lnTo>
                    <a:pt x="4078" y="6038"/>
                  </a:lnTo>
                  <a:lnTo>
                    <a:pt x="4164" y="6120"/>
                  </a:lnTo>
                  <a:lnTo>
                    <a:pt x="4167" y="6124"/>
                  </a:lnTo>
                  <a:cubicBezTo>
                    <a:pt x="4349" y="6298"/>
                    <a:pt x="4530" y="6470"/>
                    <a:pt x="4709" y="6634"/>
                  </a:cubicBezTo>
                  <a:lnTo>
                    <a:pt x="4794" y="6713"/>
                  </a:lnTo>
                  <a:lnTo>
                    <a:pt x="4805" y="6723"/>
                  </a:lnTo>
                  <a:lnTo>
                    <a:pt x="4880" y="6792"/>
                  </a:lnTo>
                  <a:lnTo>
                    <a:pt x="4894" y="6806"/>
                  </a:lnTo>
                  <a:lnTo>
                    <a:pt x="4966" y="6871"/>
                  </a:lnTo>
                  <a:lnTo>
                    <a:pt x="4983" y="6888"/>
                  </a:lnTo>
                  <a:lnTo>
                    <a:pt x="5051" y="6950"/>
                  </a:lnTo>
                  <a:lnTo>
                    <a:pt x="5068" y="6963"/>
                  </a:lnTo>
                  <a:lnTo>
                    <a:pt x="5134" y="7025"/>
                  </a:lnTo>
                  <a:lnTo>
                    <a:pt x="5154" y="7042"/>
                  </a:lnTo>
                  <a:lnTo>
                    <a:pt x="5219" y="7104"/>
                  </a:lnTo>
                  <a:lnTo>
                    <a:pt x="5236" y="7117"/>
                  </a:lnTo>
                  <a:lnTo>
                    <a:pt x="5308" y="7179"/>
                  </a:lnTo>
                  <a:lnTo>
                    <a:pt x="5319" y="7189"/>
                  </a:lnTo>
                  <a:lnTo>
                    <a:pt x="5397" y="7258"/>
                  </a:lnTo>
                  <a:lnTo>
                    <a:pt x="5401" y="7261"/>
                  </a:lnTo>
                  <a:cubicBezTo>
                    <a:pt x="5483" y="7333"/>
                    <a:pt x="5565" y="7405"/>
                    <a:pt x="5644" y="7477"/>
                  </a:cubicBezTo>
                  <a:lnTo>
                    <a:pt x="5651" y="7481"/>
                  </a:lnTo>
                  <a:lnTo>
                    <a:pt x="5720" y="7542"/>
                  </a:lnTo>
                  <a:lnTo>
                    <a:pt x="5740" y="7556"/>
                  </a:lnTo>
                  <a:lnTo>
                    <a:pt x="5798" y="7608"/>
                  </a:lnTo>
                  <a:lnTo>
                    <a:pt x="5819" y="7625"/>
                  </a:lnTo>
                  <a:lnTo>
                    <a:pt x="5870" y="7669"/>
                  </a:lnTo>
                  <a:lnTo>
                    <a:pt x="5894" y="7686"/>
                  </a:lnTo>
                  <a:lnTo>
                    <a:pt x="5946" y="7731"/>
                  </a:lnTo>
                  <a:lnTo>
                    <a:pt x="5970" y="7751"/>
                  </a:lnTo>
                  <a:lnTo>
                    <a:pt x="6018" y="7789"/>
                  </a:lnTo>
                  <a:lnTo>
                    <a:pt x="6045" y="7813"/>
                  </a:lnTo>
                  <a:lnTo>
                    <a:pt x="6090" y="7851"/>
                  </a:lnTo>
                  <a:lnTo>
                    <a:pt x="6114" y="7868"/>
                  </a:lnTo>
                  <a:lnTo>
                    <a:pt x="6162" y="7906"/>
                  </a:lnTo>
                  <a:lnTo>
                    <a:pt x="6186" y="7926"/>
                  </a:lnTo>
                  <a:lnTo>
                    <a:pt x="6230" y="7964"/>
                  </a:lnTo>
                  <a:lnTo>
                    <a:pt x="6254" y="7981"/>
                  </a:lnTo>
                  <a:lnTo>
                    <a:pt x="6306" y="8019"/>
                  </a:lnTo>
                  <a:lnTo>
                    <a:pt x="6319" y="8032"/>
                  </a:lnTo>
                  <a:lnTo>
                    <a:pt x="6384" y="8084"/>
                  </a:lnTo>
                  <a:lnTo>
                    <a:pt x="6449" y="8132"/>
                  </a:lnTo>
                  <a:lnTo>
                    <a:pt x="6460" y="8139"/>
                  </a:lnTo>
                  <a:lnTo>
                    <a:pt x="6511" y="8180"/>
                  </a:lnTo>
                  <a:lnTo>
                    <a:pt x="6532" y="8194"/>
                  </a:lnTo>
                  <a:lnTo>
                    <a:pt x="6573" y="8224"/>
                  </a:lnTo>
                  <a:lnTo>
                    <a:pt x="6597" y="8238"/>
                  </a:lnTo>
                  <a:lnTo>
                    <a:pt x="6631" y="8265"/>
                  </a:lnTo>
                  <a:lnTo>
                    <a:pt x="6655" y="8283"/>
                  </a:lnTo>
                  <a:lnTo>
                    <a:pt x="6689" y="8307"/>
                  </a:lnTo>
                  <a:lnTo>
                    <a:pt x="6713" y="8324"/>
                  </a:lnTo>
                  <a:lnTo>
                    <a:pt x="6744" y="8344"/>
                  </a:lnTo>
                  <a:lnTo>
                    <a:pt x="6768" y="8361"/>
                  </a:lnTo>
                  <a:lnTo>
                    <a:pt x="6799" y="8382"/>
                  </a:lnTo>
                  <a:lnTo>
                    <a:pt x="6823" y="8396"/>
                  </a:lnTo>
                  <a:lnTo>
                    <a:pt x="6850" y="8413"/>
                  </a:lnTo>
                  <a:lnTo>
                    <a:pt x="6874" y="8427"/>
                  </a:lnTo>
                  <a:lnTo>
                    <a:pt x="6902" y="8447"/>
                  </a:lnTo>
                  <a:lnTo>
                    <a:pt x="6922" y="8457"/>
                  </a:lnTo>
                  <a:lnTo>
                    <a:pt x="6950" y="8474"/>
                  </a:lnTo>
                  <a:lnTo>
                    <a:pt x="6970" y="8488"/>
                  </a:lnTo>
                  <a:lnTo>
                    <a:pt x="7001" y="8505"/>
                  </a:lnTo>
                  <a:lnTo>
                    <a:pt x="7015" y="8512"/>
                  </a:lnTo>
                  <a:lnTo>
                    <a:pt x="7053" y="8533"/>
                  </a:lnTo>
                  <a:lnTo>
                    <a:pt x="7059" y="8533"/>
                  </a:lnTo>
                  <a:lnTo>
                    <a:pt x="7101" y="8553"/>
                  </a:lnTo>
                  <a:lnTo>
                    <a:pt x="7111" y="8560"/>
                  </a:lnTo>
                  <a:lnTo>
                    <a:pt x="7138" y="8574"/>
                  </a:lnTo>
                  <a:lnTo>
                    <a:pt x="7155" y="8577"/>
                  </a:lnTo>
                  <a:lnTo>
                    <a:pt x="7176" y="8588"/>
                  </a:lnTo>
                  <a:lnTo>
                    <a:pt x="7190" y="8594"/>
                  </a:lnTo>
                  <a:lnTo>
                    <a:pt x="7210" y="8601"/>
                  </a:lnTo>
                  <a:lnTo>
                    <a:pt x="7224" y="8605"/>
                  </a:lnTo>
                  <a:lnTo>
                    <a:pt x="7244" y="8612"/>
                  </a:lnTo>
                  <a:lnTo>
                    <a:pt x="7258" y="8615"/>
                  </a:lnTo>
                  <a:lnTo>
                    <a:pt x="7272" y="8618"/>
                  </a:lnTo>
                  <a:lnTo>
                    <a:pt x="7286" y="8622"/>
                  </a:lnTo>
                  <a:lnTo>
                    <a:pt x="7358" y="8622"/>
                  </a:lnTo>
                  <a:lnTo>
                    <a:pt x="7371" y="8618"/>
                  </a:lnTo>
                  <a:lnTo>
                    <a:pt x="7378" y="8618"/>
                  </a:lnTo>
                  <a:lnTo>
                    <a:pt x="7388" y="8612"/>
                  </a:lnTo>
                  <a:lnTo>
                    <a:pt x="7395" y="8608"/>
                  </a:lnTo>
                  <a:cubicBezTo>
                    <a:pt x="7399" y="8605"/>
                    <a:pt x="7406" y="8601"/>
                    <a:pt x="7409" y="8598"/>
                  </a:cubicBezTo>
                  <a:cubicBezTo>
                    <a:pt x="7419" y="8591"/>
                    <a:pt x="7430" y="8581"/>
                    <a:pt x="7440" y="8570"/>
                  </a:cubicBezTo>
                  <a:lnTo>
                    <a:pt x="7447" y="8560"/>
                  </a:lnTo>
                  <a:cubicBezTo>
                    <a:pt x="7454" y="8550"/>
                    <a:pt x="7460" y="8543"/>
                    <a:pt x="7467" y="8529"/>
                  </a:cubicBezTo>
                  <a:lnTo>
                    <a:pt x="7474" y="8519"/>
                  </a:lnTo>
                  <a:cubicBezTo>
                    <a:pt x="7481" y="8509"/>
                    <a:pt x="7488" y="8495"/>
                    <a:pt x="7495" y="8485"/>
                  </a:cubicBezTo>
                  <a:lnTo>
                    <a:pt x="7501" y="8474"/>
                  </a:lnTo>
                  <a:cubicBezTo>
                    <a:pt x="7711" y="8070"/>
                    <a:pt x="7755" y="7135"/>
                    <a:pt x="7244" y="6322"/>
                  </a:cubicBezTo>
                  <a:cubicBezTo>
                    <a:pt x="6758" y="5551"/>
                    <a:pt x="6902" y="4513"/>
                    <a:pt x="7580" y="3831"/>
                  </a:cubicBezTo>
                  <a:lnTo>
                    <a:pt x="9133" y="2279"/>
                  </a:lnTo>
                  <a:cubicBezTo>
                    <a:pt x="9166" y="2243"/>
                    <a:pt x="9212" y="2225"/>
                    <a:pt x="9259" y="2225"/>
                  </a:cubicBezTo>
                  <a:cubicBezTo>
                    <a:pt x="9301" y="2225"/>
                    <a:pt x="9345" y="2241"/>
                    <a:pt x="9379" y="2272"/>
                  </a:cubicBezTo>
                  <a:lnTo>
                    <a:pt x="9499" y="2392"/>
                  </a:lnTo>
                  <a:cubicBezTo>
                    <a:pt x="9684" y="2576"/>
                    <a:pt x="9928" y="2668"/>
                    <a:pt x="10178" y="2668"/>
                  </a:cubicBezTo>
                  <a:cubicBezTo>
                    <a:pt x="10449" y="2668"/>
                    <a:pt x="10725" y="2561"/>
                    <a:pt x="10939" y="2347"/>
                  </a:cubicBezTo>
                  <a:cubicBezTo>
                    <a:pt x="11346" y="1940"/>
                    <a:pt x="11367" y="1295"/>
                    <a:pt x="10980" y="908"/>
                  </a:cubicBezTo>
                  <a:lnTo>
                    <a:pt x="10078" y="6"/>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5"/>
            <p:cNvSpPr/>
            <p:nvPr/>
          </p:nvSpPr>
          <p:spPr>
            <a:xfrm>
              <a:off x="4909377" y="4124023"/>
              <a:ext cx="138886" cy="133280"/>
            </a:xfrm>
            <a:custGeom>
              <a:rect b="b" l="l" r="r" t="t"/>
              <a:pathLst>
                <a:path extrusionOk="0" h="5088" w="5302">
                  <a:moveTo>
                    <a:pt x="1188" y="1"/>
                  </a:moveTo>
                  <a:cubicBezTo>
                    <a:pt x="917" y="1"/>
                    <a:pt x="640" y="108"/>
                    <a:pt x="429" y="322"/>
                  </a:cubicBezTo>
                  <a:cubicBezTo>
                    <a:pt x="17" y="730"/>
                    <a:pt x="0" y="1374"/>
                    <a:pt x="384" y="1761"/>
                  </a:cubicBezTo>
                  <a:lnTo>
                    <a:pt x="504" y="1881"/>
                  </a:lnTo>
                  <a:lnTo>
                    <a:pt x="3314" y="4691"/>
                  </a:lnTo>
                  <a:lnTo>
                    <a:pt x="3434" y="4811"/>
                  </a:lnTo>
                  <a:cubicBezTo>
                    <a:pt x="3620" y="4995"/>
                    <a:pt x="3865" y="5087"/>
                    <a:pt x="4116" y="5087"/>
                  </a:cubicBezTo>
                  <a:cubicBezTo>
                    <a:pt x="4386" y="5087"/>
                    <a:pt x="4661" y="4980"/>
                    <a:pt x="4873" y="4766"/>
                  </a:cubicBezTo>
                  <a:cubicBezTo>
                    <a:pt x="5284" y="4359"/>
                    <a:pt x="5301" y="3714"/>
                    <a:pt x="4918" y="3327"/>
                  </a:cubicBezTo>
                  <a:lnTo>
                    <a:pt x="1868" y="277"/>
                  </a:lnTo>
                  <a:cubicBezTo>
                    <a:pt x="1683" y="93"/>
                    <a:pt x="1438" y="1"/>
                    <a:pt x="1188"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5"/>
            <p:cNvSpPr/>
            <p:nvPr/>
          </p:nvSpPr>
          <p:spPr>
            <a:xfrm>
              <a:off x="4910713" y="4146079"/>
              <a:ext cx="137550" cy="111303"/>
            </a:xfrm>
            <a:custGeom>
              <a:rect b="b" l="l" r="r" t="t"/>
              <a:pathLst>
                <a:path extrusionOk="0" h="4249" w="5251">
                  <a:moveTo>
                    <a:pt x="86" y="1"/>
                  </a:moveTo>
                  <a:lnTo>
                    <a:pt x="86" y="1"/>
                  </a:lnTo>
                  <a:cubicBezTo>
                    <a:pt x="1" y="330"/>
                    <a:pt x="97" y="679"/>
                    <a:pt x="333" y="923"/>
                  </a:cubicBezTo>
                  <a:lnTo>
                    <a:pt x="453" y="1042"/>
                  </a:lnTo>
                  <a:lnTo>
                    <a:pt x="3263" y="3852"/>
                  </a:lnTo>
                  <a:lnTo>
                    <a:pt x="3383" y="3969"/>
                  </a:lnTo>
                  <a:cubicBezTo>
                    <a:pt x="3569" y="4155"/>
                    <a:pt x="3816" y="4248"/>
                    <a:pt x="4067" y="4248"/>
                  </a:cubicBezTo>
                  <a:cubicBezTo>
                    <a:pt x="4337" y="4248"/>
                    <a:pt x="4612" y="4141"/>
                    <a:pt x="4826" y="3928"/>
                  </a:cubicBezTo>
                  <a:cubicBezTo>
                    <a:pt x="5233" y="3517"/>
                    <a:pt x="5250" y="2872"/>
                    <a:pt x="4867" y="2489"/>
                  </a:cubicBezTo>
                  <a:lnTo>
                    <a:pt x="4534" y="2153"/>
                  </a:lnTo>
                  <a:cubicBezTo>
                    <a:pt x="4486" y="2351"/>
                    <a:pt x="4383" y="2530"/>
                    <a:pt x="4243" y="2674"/>
                  </a:cubicBezTo>
                  <a:cubicBezTo>
                    <a:pt x="4029" y="2887"/>
                    <a:pt x="3753" y="2994"/>
                    <a:pt x="3482" y="2994"/>
                  </a:cubicBezTo>
                  <a:cubicBezTo>
                    <a:pt x="3232" y="2994"/>
                    <a:pt x="2986" y="2903"/>
                    <a:pt x="2800" y="2718"/>
                  </a:cubicBezTo>
                  <a:lnTo>
                    <a:pt x="2680" y="2598"/>
                  </a:lnTo>
                  <a:lnTo>
                    <a:pt x="86"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5"/>
            <p:cNvSpPr/>
            <p:nvPr/>
          </p:nvSpPr>
          <p:spPr>
            <a:xfrm>
              <a:off x="4664768" y="4118574"/>
              <a:ext cx="389520" cy="385328"/>
            </a:xfrm>
            <a:custGeom>
              <a:rect b="b" l="l" r="r" t="t"/>
              <a:pathLst>
                <a:path extrusionOk="0" h="14710" w="14870">
                  <a:moveTo>
                    <a:pt x="10528" y="420"/>
                  </a:moveTo>
                  <a:cubicBezTo>
                    <a:pt x="10725" y="420"/>
                    <a:pt x="10917" y="491"/>
                    <a:pt x="11062" y="636"/>
                  </a:cubicBezTo>
                  <a:lnTo>
                    <a:pt x="14108" y="3682"/>
                  </a:lnTo>
                  <a:cubicBezTo>
                    <a:pt x="14410" y="3987"/>
                    <a:pt x="14393" y="4501"/>
                    <a:pt x="14064" y="4827"/>
                  </a:cubicBezTo>
                  <a:cubicBezTo>
                    <a:pt x="13893" y="5000"/>
                    <a:pt x="13670" y="5086"/>
                    <a:pt x="13453" y="5086"/>
                  </a:cubicBezTo>
                  <a:cubicBezTo>
                    <a:pt x="13257" y="5086"/>
                    <a:pt x="13064" y="5015"/>
                    <a:pt x="12919" y="4872"/>
                  </a:cubicBezTo>
                  <a:lnTo>
                    <a:pt x="12799" y="4752"/>
                  </a:lnTo>
                  <a:lnTo>
                    <a:pt x="11322" y="3271"/>
                  </a:lnTo>
                  <a:cubicBezTo>
                    <a:pt x="11275" y="3221"/>
                    <a:pt x="11222" y="3200"/>
                    <a:pt x="11171" y="3200"/>
                  </a:cubicBezTo>
                  <a:cubicBezTo>
                    <a:pt x="11005" y="3200"/>
                    <a:pt x="10862" y="3418"/>
                    <a:pt x="11024" y="3569"/>
                  </a:cubicBezTo>
                  <a:lnTo>
                    <a:pt x="12241" y="4779"/>
                  </a:lnTo>
                  <a:lnTo>
                    <a:pt x="10709" y="6311"/>
                  </a:lnTo>
                  <a:cubicBezTo>
                    <a:pt x="10349" y="6671"/>
                    <a:pt x="10116" y="7137"/>
                    <a:pt x="10044" y="7640"/>
                  </a:cubicBezTo>
                  <a:cubicBezTo>
                    <a:pt x="9976" y="8134"/>
                    <a:pt x="10082" y="8634"/>
                    <a:pt x="10342" y="9059"/>
                  </a:cubicBezTo>
                  <a:cubicBezTo>
                    <a:pt x="10846" y="9858"/>
                    <a:pt x="10753" y="10769"/>
                    <a:pt x="10575" y="11040"/>
                  </a:cubicBezTo>
                  <a:cubicBezTo>
                    <a:pt x="10472" y="11009"/>
                    <a:pt x="10140" y="10858"/>
                    <a:pt x="9246" y="10101"/>
                  </a:cubicBezTo>
                  <a:cubicBezTo>
                    <a:pt x="8670" y="9614"/>
                    <a:pt x="7974" y="8973"/>
                    <a:pt x="7251" y="8271"/>
                  </a:cubicBezTo>
                  <a:lnTo>
                    <a:pt x="7104" y="8124"/>
                  </a:lnTo>
                  <a:lnTo>
                    <a:pt x="7053" y="8072"/>
                  </a:lnTo>
                  <a:cubicBezTo>
                    <a:pt x="6926" y="7945"/>
                    <a:pt x="6799" y="7819"/>
                    <a:pt x="6672" y="7692"/>
                  </a:cubicBezTo>
                  <a:lnTo>
                    <a:pt x="6617" y="7637"/>
                  </a:lnTo>
                  <a:lnTo>
                    <a:pt x="6473" y="7493"/>
                  </a:lnTo>
                  <a:cubicBezTo>
                    <a:pt x="5768" y="6770"/>
                    <a:pt x="5130" y="6074"/>
                    <a:pt x="4644" y="5499"/>
                  </a:cubicBezTo>
                  <a:cubicBezTo>
                    <a:pt x="3886" y="4604"/>
                    <a:pt x="3735" y="4272"/>
                    <a:pt x="3705" y="4169"/>
                  </a:cubicBezTo>
                  <a:cubicBezTo>
                    <a:pt x="3826" y="4089"/>
                    <a:pt x="4075" y="4027"/>
                    <a:pt x="4385" y="4027"/>
                  </a:cubicBezTo>
                  <a:cubicBezTo>
                    <a:pt x="4768" y="4027"/>
                    <a:pt x="5244" y="4122"/>
                    <a:pt x="5685" y="4399"/>
                  </a:cubicBezTo>
                  <a:cubicBezTo>
                    <a:pt x="6026" y="4610"/>
                    <a:pt x="6415" y="4721"/>
                    <a:pt x="6811" y="4721"/>
                  </a:cubicBezTo>
                  <a:cubicBezTo>
                    <a:pt x="6908" y="4721"/>
                    <a:pt x="7006" y="4714"/>
                    <a:pt x="7104" y="4700"/>
                  </a:cubicBezTo>
                  <a:cubicBezTo>
                    <a:pt x="7608" y="4628"/>
                    <a:pt x="8074" y="4395"/>
                    <a:pt x="8434" y="4035"/>
                  </a:cubicBezTo>
                  <a:lnTo>
                    <a:pt x="9965" y="2504"/>
                  </a:lnTo>
                  <a:lnTo>
                    <a:pt x="10099" y="2637"/>
                  </a:lnTo>
                  <a:cubicBezTo>
                    <a:pt x="10145" y="2688"/>
                    <a:pt x="10198" y="2709"/>
                    <a:pt x="10249" y="2709"/>
                  </a:cubicBezTo>
                  <a:cubicBezTo>
                    <a:pt x="10413" y="2709"/>
                    <a:pt x="10556" y="2492"/>
                    <a:pt x="10394" y="2343"/>
                  </a:cubicBezTo>
                  <a:lnTo>
                    <a:pt x="9993" y="1942"/>
                  </a:lnTo>
                  <a:lnTo>
                    <a:pt x="9873" y="1822"/>
                  </a:lnTo>
                  <a:cubicBezTo>
                    <a:pt x="9866" y="1811"/>
                    <a:pt x="9856" y="1805"/>
                    <a:pt x="9845" y="1794"/>
                  </a:cubicBezTo>
                  <a:cubicBezTo>
                    <a:pt x="9616" y="1537"/>
                    <a:pt x="9599" y="1147"/>
                    <a:pt x="9787" y="842"/>
                  </a:cubicBezTo>
                  <a:cubicBezTo>
                    <a:pt x="9821" y="783"/>
                    <a:pt x="9866" y="729"/>
                    <a:pt x="9917" y="677"/>
                  </a:cubicBezTo>
                  <a:cubicBezTo>
                    <a:pt x="10088" y="506"/>
                    <a:pt x="10311" y="420"/>
                    <a:pt x="10528" y="420"/>
                  </a:cubicBezTo>
                  <a:close/>
                  <a:moveTo>
                    <a:pt x="10525" y="0"/>
                  </a:moveTo>
                  <a:cubicBezTo>
                    <a:pt x="10201" y="0"/>
                    <a:pt x="9870" y="128"/>
                    <a:pt x="9616" y="382"/>
                  </a:cubicBezTo>
                  <a:cubicBezTo>
                    <a:pt x="9126" y="873"/>
                    <a:pt x="9109" y="1650"/>
                    <a:pt x="9575" y="2120"/>
                  </a:cubicBezTo>
                  <a:lnTo>
                    <a:pt x="9664" y="2209"/>
                  </a:lnTo>
                  <a:lnTo>
                    <a:pt x="8135" y="3741"/>
                  </a:lnTo>
                  <a:cubicBezTo>
                    <a:pt x="7767" y="4107"/>
                    <a:pt x="7280" y="4300"/>
                    <a:pt x="6802" y="4300"/>
                  </a:cubicBezTo>
                  <a:cubicBezTo>
                    <a:pt x="6488" y="4300"/>
                    <a:pt x="6178" y="4217"/>
                    <a:pt x="5908" y="4046"/>
                  </a:cubicBezTo>
                  <a:cubicBezTo>
                    <a:pt x="5459" y="3768"/>
                    <a:pt x="4942" y="3617"/>
                    <a:pt x="4417" y="3607"/>
                  </a:cubicBezTo>
                  <a:cubicBezTo>
                    <a:pt x="4411" y="3607"/>
                    <a:pt x="4404" y="3607"/>
                    <a:pt x="4397" y="3607"/>
                  </a:cubicBezTo>
                  <a:cubicBezTo>
                    <a:pt x="3946" y="3607"/>
                    <a:pt x="3551" y="3720"/>
                    <a:pt x="3365" y="3909"/>
                  </a:cubicBezTo>
                  <a:cubicBezTo>
                    <a:pt x="3173" y="4097"/>
                    <a:pt x="3314" y="4382"/>
                    <a:pt x="3472" y="4642"/>
                  </a:cubicBezTo>
                  <a:cubicBezTo>
                    <a:pt x="3619" y="4889"/>
                    <a:pt x="3859" y="5211"/>
                    <a:pt x="4181" y="5601"/>
                  </a:cubicBezTo>
                  <a:cubicBezTo>
                    <a:pt x="4654" y="6174"/>
                    <a:pt x="5284" y="6869"/>
                    <a:pt x="6001" y="7606"/>
                  </a:cubicBezTo>
                  <a:lnTo>
                    <a:pt x="4366" y="9241"/>
                  </a:lnTo>
                  <a:cubicBezTo>
                    <a:pt x="3783" y="9823"/>
                    <a:pt x="3221" y="10437"/>
                    <a:pt x="2694" y="11067"/>
                  </a:cubicBezTo>
                  <a:lnTo>
                    <a:pt x="124" y="14144"/>
                  </a:lnTo>
                  <a:cubicBezTo>
                    <a:pt x="0" y="14292"/>
                    <a:pt x="4" y="14491"/>
                    <a:pt x="124" y="14614"/>
                  </a:cubicBezTo>
                  <a:cubicBezTo>
                    <a:pt x="185" y="14676"/>
                    <a:pt x="268" y="14710"/>
                    <a:pt x="353" y="14710"/>
                  </a:cubicBezTo>
                  <a:cubicBezTo>
                    <a:pt x="442" y="14710"/>
                    <a:pt x="528" y="14676"/>
                    <a:pt x="596" y="14617"/>
                  </a:cubicBezTo>
                  <a:lnTo>
                    <a:pt x="3547" y="12154"/>
                  </a:lnTo>
                  <a:cubicBezTo>
                    <a:pt x="3703" y="12011"/>
                    <a:pt x="3572" y="11789"/>
                    <a:pt x="3404" y="11789"/>
                  </a:cubicBezTo>
                  <a:cubicBezTo>
                    <a:pt x="3363" y="11789"/>
                    <a:pt x="3319" y="11803"/>
                    <a:pt x="3276" y="11835"/>
                  </a:cubicBezTo>
                  <a:lnTo>
                    <a:pt x="1035" y="13706"/>
                  </a:lnTo>
                  <a:lnTo>
                    <a:pt x="3012" y="11335"/>
                  </a:lnTo>
                  <a:cubicBezTo>
                    <a:pt x="3533" y="10714"/>
                    <a:pt x="4085" y="10111"/>
                    <a:pt x="4657" y="9535"/>
                  </a:cubicBezTo>
                  <a:lnTo>
                    <a:pt x="6288" y="7908"/>
                  </a:lnTo>
                  <a:lnTo>
                    <a:pt x="6316" y="7932"/>
                  </a:lnTo>
                  <a:cubicBezTo>
                    <a:pt x="6395" y="8014"/>
                    <a:pt x="6477" y="8096"/>
                    <a:pt x="6559" y="8178"/>
                  </a:cubicBezTo>
                  <a:cubicBezTo>
                    <a:pt x="6641" y="8261"/>
                    <a:pt x="6727" y="8343"/>
                    <a:pt x="6809" y="8425"/>
                  </a:cubicBezTo>
                  <a:lnTo>
                    <a:pt x="6833" y="8449"/>
                  </a:lnTo>
                  <a:lnTo>
                    <a:pt x="5202" y="10080"/>
                  </a:lnTo>
                  <a:cubicBezTo>
                    <a:pt x="4894" y="10389"/>
                    <a:pt x="4575" y="10694"/>
                    <a:pt x="4253" y="10985"/>
                  </a:cubicBezTo>
                  <a:cubicBezTo>
                    <a:pt x="4099" y="11133"/>
                    <a:pt x="4234" y="11351"/>
                    <a:pt x="4398" y="11351"/>
                  </a:cubicBezTo>
                  <a:cubicBezTo>
                    <a:pt x="4443" y="11351"/>
                    <a:pt x="4490" y="11335"/>
                    <a:pt x="4534" y="11297"/>
                  </a:cubicBezTo>
                  <a:cubicBezTo>
                    <a:pt x="4863" y="10999"/>
                    <a:pt x="5185" y="10690"/>
                    <a:pt x="5500" y="10378"/>
                  </a:cubicBezTo>
                  <a:lnTo>
                    <a:pt x="7135" y="8744"/>
                  </a:lnTo>
                  <a:cubicBezTo>
                    <a:pt x="7872" y="9457"/>
                    <a:pt x="8567" y="10091"/>
                    <a:pt x="9139" y="10560"/>
                  </a:cubicBezTo>
                  <a:cubicBezTo>
                    <a:pt x="9530" y="10886"/>
                    <a:pt x="9852" y="11122"/>
                    <a:pt x="10096" y="11269"/>
                  </a:cubicBezTo>
                  <a:cubicBezTo>
                    <a:pt x="10267" y="11372"/>
                    <a:pt x="10452" y="11468"/>
                    <a:pt x="10610" y="11468"/>
                  </a:cubicBezTo>
                  <a:cubicBezTo>
                    <a:pt x="10695" y="11468"/>
                    <a:pt x="10774" y="11437"/>
                    <a:pt x="10832" y="11379"/>
                  </a:cubicBezTo>
                  <a:cubicBezTo>
                    <a:pt x="11024" y="11187"/>
                    <a:pt x="11137" y="10786"/>
                    <a:pt x="11134" y="10327"/>
                  </a:cubicBezTo>
                  <a:cubicBezTo>
                    <a:pt x="11124" y="9799"/>
                    <a:pt x="10973" y="9282"/>
                    <a:pt x="10695" y="8836"/>
                  </a:cubicBezTo>
                  <a:cubicBezTo>
                    <a:pt x="10267" y="8151"/>
                    <a:pt x="10394" y="7212"/>
                    <a:pt x="11000" y="6609"/>
                  </a:cubicBezTo>
                  <a:lnTo>
                    <a:pt x="12532" y="5077"/>
                  </a:lnTo>
                  <a:lnTo>
                    <a:pt x="12625" y="5166"/>
                  </a:lnTo>
                  <a:lnTo>
                    <a:pt x="12669" y="5207"/>
                  </a:lnTo>
                  <a:lnTo>
                    <a:pt x="12683" y="5221"/>
                  </a:lnTo>
                  <a:cubicBezTo>
                    <a:pt x="12693" y="5228"/>
                    <a:pt x="12703" y="5238"/>
                    <a:pt x="12714" y="5245"/>
                  </a:cubicBezTo>
                  <a:lnTo>
                    <a:pt x="12731" y="5259"/>
                  </a:lnTo>
                  <a:lnTo>
                    <a:pt x="12762" y="5283"/>
                  </a:lnTo>
                  <a:lnTo>
                    <a:pt x="12782" y="5297"/>
                  </a:lnTo>
                  <a:lnTo>
                    <a:pt x="12810" y="5317"/>
                  </a:lnTo>
                  <a:lnTo>
                    <a:pt x="12830" y="5331"/>
                  </a:lnTo>
                  <a:lnTo>
                    <a:pt x="12861" y="5348"/>
                  </a:lnTo>
                  <a:lnTo>
                    <a:pt x="12882" y="5358"/>
                  </a:lnTo>
                  <a:lnTo>
                    <a:pt x="12912" y="5375"/>
                  </a:lnTo>
                  <a:lnTo>
                    <a:pt x="12933" y="5386"/>
                  </a:lnTo>
                  <a:lnTo>
                    <a:pt x="12964" y="5399"/>
                  </a:lnTo>
                  <a:lnTo>
                    <a:pt x="12988" y="5410"/>
                  </a:lnTo>
                  <a:lnTo>
                    <a:pt x="13015" y="5423"/>
                  </a:lnTo>
                  <a:lnTo>
                    <a:pt x="13043" y="5430"/>
                  </a:lnTo>
                  <a:lnTo>
                    <a:pt x="13070" y="5444"/>
                  </a:lnTo>
                  <a:lnTo>
                    <a:pt x="13097" y="5451"/>
                  </a:lnTo>
                  <a:lnTo>
                    <a:pt x="13125" y="5461"/>
                  </a:lnTo>
                  <a:lnTo>
                    <a:pt x="13152" y="5468"/>
                  </a:lnTo>
                  <a:lnTo>
                    <a:pt x="13183" y="5475"/>
                  </a:lnTo>
                  <a:lnTo>
                    <a:pt x="13207" y="5478"/>
                  </a:lnTo>
                  <a:lnTo>
                    <a:pt x="13238" y="5485"/>
                  </a:lnTo>
                  <a:lnTo>
                    <a:pt x="13265" y="5488"/>
                  </a:lnTo>
                  <a:lnTo>
                    <a:pt x="13296" y="5495"/>
                  </a:lnTo>
                  <a:lnTo>
                    <a:pt x="13324" y="5495"/>
                  </a:lnTo>
                  <a:lnTo>
                    <a:pt x="13354" y="5499"/>
                  </a:lnTo>
                  <a:lnTo>
                    <a:pt x="13560" y="5499"/>
                  </a:lnTo>
                  <a:lnTo>
                    <a:pt x="13587" y="5495"/>
                  </a:lnTo>
                  <a:lnTo>
                    <a:pt x="13618" y="5492"/>
                  </a:lnTo>
                  <a:lnTo>
                    <a:pt x="13646" y="5488"/>
                  </a:lnTo>
                  <a:lnTo>
                    <a:pt x="13680" y="5482"/>
                  </a:lnTo>
                  <a:lnTo>
                    <a:pt x="13707" y="5478"/>
                  </a:lnTo>
                  <a:lnTo>
                    <a:pt x="13738" y="5471"/>
                  </a:lnTo>
                  <a:lnTo>
                    <a:pt x="13766" y="5464"/>
                  </a:lnTo>
                  <a:lnTo>
                    <a:pt x="13796" y="5454"/>
                  </a:lnTo>
                  <a:lnTo>
                    <a:pt x="13824" y="5447"/>
                  </a:lnTo>
                  <a:lnTo>
                    <a:pt x="13855" y="5437"/>
                  </a:lnTo>
                  <a:lnTo>
                    <a:pt x="13882" y="5427"/>
                  </a:lnTo>
                  <a:lnTo>
                    <a:pt x="13913" y="5416"/>
                  </a:lnTo>
                  <a:lnTo>
                    <a:pt x="13940" y="5406"/>
                  </a:lnTo>
                  <a:lnTo>
                    <a:pt x="13971" y="5392"/>
                  </a:lnTo>
                  <a:lnTo>
                    <a:pt x="13995" y="5379"/>
                  </a:lnTo>
                  <a:lnTo>
                    <a:pt x="14030" y="5365"/>
                  </a:lnTo>
                  <a:lnTo>
                    <a:pt x="14053" y="5351"/>
                  </a:lnTo>
                  <a:lnTo>
                    <a:pt x="14084" y="5334"/>
                  </a:lnTo>
                  <a:lnTo>
                    <a:pt x="14108" y="5321"/>
                  </a:lnTo>
                  <a:lnTo>
                    <a:pt x="14139" y="5300"/>
                  </a:lnTo>
                  <a:lnTo>
                    <a:pt x="14160" y="5286"/>
                  </a:lnTo>
                  <a:lnTo>
                    <a:pt x="14191" y="5266"/>
                  </a:lnTo>
                  <a:lnTo>
                    <a:pt x="14211" y="5252"/>
                  </a:lnTo>
                  <a:lnTo>
                    <a:pt x="14245" y="5225"/>
                  </a:lnTo>
                  <a:lnTo>
                    <a:pt x="14263" y="5211"/>
                  </a:lnTo>
                  <a:cubicBezTo>
                    <a:pt x="14273" y="5201"/>
                    <a:pt x="14287" y="5190"/>
                    <a:pt x="14297" y="5183"/>
                  </a:cubicBezTo>
                  <a:lnTo>
                    <a:pt x="14314" y="5170"/>
                  </a:lnTo>
                  <a:cubicBezTo>
                    <a:pt x="14328" y="5153"/>
                    <a:pt x="14345" y="5139"/>
                    <a:pt x="14358" y="5122"/>
                  </a:cubicBezTo>
                  <a:cubicBezTo>
                    <a:pt x="14852" y="4635"/>
                    <a:pt x="14869" y="3854"/>
                    <a:pt x="14403" y="3388"/>
                  </a:cubicBezTo>
                  <a:lnTo>
                    <a:pt x="11353" y="338"/>
                  </a:lnTo>
                  <a:cubicBezTo>
                    <a:pt x="11128" y="112"/>
                    <a:pt x="10829" y="0"/>
                    <a:pt x="10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5" name="Google Shape;12635;p85"/>
          <p:cNvGrpSpPr/>
          <p:nvPr/>
        </p:nvGrpSpPr>
        <p:grpSpPr>
          <a:xfrm>
            <a:off x="5134130" y="4136937"/>
            <a:ext cx="531261" cy="348577"/>
            <a:chOff x="5134130" y="4136937"/>
            <a:chExt cx="531261" cy="348577"/>
          </a:xfrm>
        </p:grpSpPr>
        <p:sp>
          <p:nvSpPr>
            <p:cNvPr id="12636" name="Google Shape;12636;p85"/>
            <p:cNvSpPr/>
            <p:nvPr/>
          </p:nvSpPr>
          <p:spPr>
            <a:xfrm>
              <a:off x="5270396" y="4147886"/>
              <a:ext cx="191328" cy="141034"/>
            </a:xfrm>
            <a:custGeom>
              <a:rect b="b" l="l" r="r" t="t"/>
              <a:pathLst>
                <a:path extrusionOk="0" h="5384" w="7304">
                  <a:moveTo>
                    <a:pt x="258" y="0"/>
                  </a:moveTo>
                  <a:cubicBezTo>
                    <a:pt x="93" y="0"/>
                    <a:pt x="1" y="189"/>
                    <a:pt x="104" y="319"/>
                  </a:cubicBezTo>
                  <a:lnTo>
                    <a:pt x="4055" y="5384"/>
                  </a:lnTo>
                  <a:lnTo>
                    <a:pt x="7303" y="5384"/>
                  </a:lnTo>
                  <a:lnTo>
                    <a:pt x="2334" y="651"/>
                  </a:lnTo>
                  <a:cubicBezTo>
                    <a:pt x="1896" y="233"/>
                    <a:pt x="1310" y="0"/>
                    <a:pt x="70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85"/>
            <p:cNvSpPr/>
            <p:nvPr/>
          </p:nvSpPr>
          <p:spPr>
            <a:xfrm>
              <a:off x="5273016" y="4147886"/>
              <a:ext cx="188709" cy="141034"/>
            </a:xfrm>
            <a:custGeom>
              <a:rect b="b" l="l" r="r" t="t"/>
              <a:pathLst>
                <a:path extrusionOk="0" h="5384" w="7204">
                  <a:moveTo>
                    <a:pt x="158" y="0"/>
                  </a:moveTo>
                  <a:cubicBezTo>
                    <a:pt x="96" y="0"/>
                    <a:pt x="38" y="28"/>
                    <a:pt x="0" y="76"/>
                  </a:cubicBezTo>
                  <a:cubicBezTo>
                    <a:pt x="394" y="175"/>
                    <a:pt x="751" y="374"/>
                    <a:pt x="1045" y="651"/>
                  </a:cubicBezTo>
                  <a:lnTo>
                    <a:pt x="6014" y="5384"/>
                  </a:lnTo>
                  <a:lnTo>
                    <a:pt x="7203" y="5384"/>
                  </a:lnTo>
                  <a:lnTo>
                    <a:pt x="2234" y="651"/>
                  </a:lnTo>
                  <a:cubicBezTo>
                    <a:pt x="1792" y="233"/>
                    <a:pt x="1206" y="0"/>
                    <a:pt x="600"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85"/>
            <p:cNvSpPr/>
            <p:nvPr/>
          </p:nvSpPr>
          <p:spPr>
            <a:xfrm>
              <a:off x="5141962" y="4198154"/>
              <a:ext cx="515544" cy="148395"/>
            </a:xfrm>
            <a:custGeom>
              <a:rect b="b" l="l" r="r" t="t"/>
              <a:pathLst>
                <a:path extrusionOk="0" h="5665" w="19681">
                  <a:moveTo>
                    <a:pt x="1075" y="0"/>
                  </a:moveTo>
                  <a:cubicBezTo>
                    <a:pt x="1072" y="0"/>
                    <a:pt x="1069" y="0"/>
                    <a:pt x="1066" y="0"/>
                  </a:cubicBezTo>
                  <a:lnTo>
                    <a:pt x="199" y="0"/>
                  </a:lnTo>
                  <a:cubicBezTo>
                    <a:pt x="89" y="0"/>
                    <a:pt x="0" y="89"/>
                    <a:pt x="0" y="199"/>
                  </a:cubicBezTo>
                  <a:lnTo>
                    <a:pt x="0" y="4853"/>
                  </a:lnTo>
                  <a:cubicBezTo>
                    <a:pt x="0" y="5298"/>
                    <a:pt x="363" y="5661"/>
                    <a:pt x="812" y="5665"/>
                  </a:cubicBezTo>
                  <a:lnTo>
                    <a:pt x="19522" y="5665"/>
                  </a:lnTo>
                  <a:cubicBezTo>
                    <a:pt x="19608" y="5665"/>
                    <a:pt x="19680" y="5593"/>
                    <a:pt x="19680" y="5504"/>
                  </a:cubicBezTo>
                  <a:lnTo>
                    <a:pt x="19680" y="5497"/>
                  </a:lnTo>
                  <a:cubicBezTo>
                    <a:pt x="19680" y="5288"/>
                    <a:pt x="19598" y="5086"/>
                    <a:pt x="19451" y="4935"/>
                  </a:cubicBezTo>
                  <a:lnTo>
                    <a:pt x="18991" y="4476"/>
                  </a:lnTo>
                  <a:lnTo>
                    <a:pt x="18306" y="3787"/>
                  </a:lnTo>
                  <a:cubicBezTo>
                    <a:pt x="17864" y="3341"/>
                    <a:pt x="17261" y="3091"/>
                    <a:pt x="16634" y="3091"/>
                  </a:cubicBezTo>
                  <a:lnTo>
                    <a:pt x="3763" y="3091"/>
                  </a:lnTo>
                  <a:cubicBezTo>
                    <a:pt x="3478" y="3088"/>
                    <a:pt x="3218" y="2937"/>
                    <a:pt x="3077" y="2690"/>
                  </a:cubicBezTo>
                  <a:lnTo>
                    <a:pt x="1751" y="391"/>
                  </a:lnTo>
                  <a:cubicBezTo>
                    <a:pt x="1609" y="150"/>
                    <a:pt x="1353" y="0"/>
                    <a:pt x="107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85"/>
            <p:cNvSpPr/>
            <p:nvPr/>
          </p:nvSpPr>
          <p:spPr>
            <a:xfrm>
              <a:off x="5270396" y="4312784"/>
              <a:ext cx="213856" cy="164924"/>
            </a:xfrm>
            <a:custGeom>
              <a:rect b="b" l="l" r="r" t="t"/>
              <a:pathLst>
                <a:path extrusionOk="0" h="6296" w="8164">
                  <a:moveTo>
                    <a:pt x="4860" y="0"/>
                  </a:moveTo>
                  <a:cubicBezTo>
                    <a:pt x="4798" y="0"/>
                    <a:pt x="4740" y="28"/>
                    <a:pt x="4702" y="76"/>
                  </a:cubicBezTo>
                  <a:lnTo>
                    <a:pt x="104" y="5977"/>
                  </a:lnTo>
                  <a:cubicBezTo>
                    <a:pt x="1" y="6107"/>
                    <a:pt x="93" y="6295"/>
                    <a:pt x="258" y="6295"/>
                  </a:cubicBezTo>
                  <a:lnTo>
                    <a:pt x="703" y="6295"/>
                  </a:lnTo>
                  <a:cubicBezTo>
                    <a:pt x="1310" y="6295"/>
                    <a:pt x="1896" y="6062"/>
                    <a:pt x="2334" y="5644"/>
                  </a:cubicBezTo>
                  <a:lnTo>
                    <a:pt x="8085" y="206"/>
                  </a:lnTo>
                  <a:cubicBezTo>
                    <a:pt x="8163" y="130"/>
                    <a:pt x="8109" y="0"/>
                    <a:pt x="800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5"/>
            <p:cNvSpPr/>
            <p:nvPr/>
          </p:nvSpPr>
          <p:spPr>
            <a:xfrm>
              <a:off x="5574442" y="4279123"/>
              <a:ext cx="65199" cy="36280"/>
            </a:xfrm>
            <a:custGeom>
              <a:rect b="b" l="l" r="r" t="t"/>
              <a:pathLst>
                <a:path extrusionOk="0" h="1385" w="2489">
                  <a:moveTo>
                    <a:pt x="0" y="0"/>
                  </a:moveTo>
                  <a:lnTo>
                    <a:pt x="0" y="792"/>
                  </a:lnTo>
                  <a:cubicBezTo>
                    <a:pt x="0" y="1121"/>
                    <a:pt x="268" y="1385"/>
                    <a:pt x="597" y="1385"/>
                  </a:cubicBezTo>
                  <a:lnTo>
                    <a:pt x="2488" y="1385"/>
                  </a:lnTo>
                  <a:lnTo>
                    <a:pt x="1799" y="696"/>
                  </a:lnTo>
                  <a:cubicBezTo>
                    <a:pt x="1357" y="250"/>
                    <a:pt x="754" y="0"/>
                    <a:pt x="124"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85"/>
            <p:cNvSpPr/>
            <p:nvPr/>
          </p:nvSpPr>
          <p:spPr>
            <a:xfrm>
              <a:off x="5446715" y="4144717"/>
              <a:ext cx="207831" cy="78244"/>
            </a:xfrm>
            <a:custGeom>
              <a:rect b="b" l="l" r="r" t="t"/>
              <a:pathLst>
                <a:path extrusionOk="0" h="2987" w="7934">
                  <a:moveTo>
                    <a:pt x="3906" y="1"/>
                  </a:moveTo>
                  <a:cubicBezTo>
                    <a:pt x="3865" y="1"/>
                    <a:pt x="3824" y="2"/>
                    <a:pt x="3783" y="5"/>
                  </a:cubicBezTo>
                  <a:cubicBezTo>
                    <a:pt x="2841" y="66"/>
                    <a:pt x="2073" y="786"/>
                    <a:pt x="1957" y="1722"/>
                  </a:cubicBezTo>
                  <a:cubicBezTo>
                    <a:pt x="1768" y="1636"/>
                    <a:pt x="1574" y="1597"/>
                    <a:pt x="1386" y="1597"/>
                  </a:cubicBezTo>
                  <a:cubicBezTo>
                    <a:pt x="656" y="1597"/>
                    <a:pt x="0" y="2186"/>
                    <a:pt x="0" y="2986"/>
                  </a:cubicBezTo>
                  <a:lnTo>
                    <a:pt x="7933" y="2986"/>
                  </a:lnTo>
                  <a:cubicBezTo>
                    <a:pt x="7933" y="2072"/>
                    <a:pt x="7186" y="1385"/>
                    <a:pt x="6337" y="1385"/>
                  </a:cubicBezTo>
                  <a:cubicBezTo>
                    <a:pt x="6165" y="1385"/>
                    <a:pt x="5988" y="1414"/>
                    <a:pt x="5812" y="1475"/>
                  </a:cubicBezTo>
                  <a:cubicBezTo>
                    <a:pt x="5586" y="603"/>
                    <a:pt x="4799" y="1"/>
                    <a:pt x="390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85"/>
            <p:cNvSpPr/>
            <p:nvPr/>
          </p:nvSpPr>
          <p:spPr>
            <a:xfrm>
              <a:off x="5533499" y="4144743"/>
              <a:ext cx="121047" cy="78218"/>
            </a:xfrm>
            <a:custGeom>
              <a:rect b="b" l="l" r="r" t="t"/>
              <a:pathLst>
                <a:path extrusionOk="0" h="2986" w="4621">
                  <a:moveTo>
                    <a:pt x="593" y="1"/>
                  </a:moveTo>
                  <a:cubicBezTo>
                    <a:pt x="397" y="1"/>
                    <a:pt x="198" y="30"/>
                    <a:pt x="1" y="93"/>
                  </a:cubicBezTo>
                  <a:cubicBezTo>
                    <a:pt x="645" y="298"/>
                    <a:pt x="1142" y="819"/>
                    <a:pt x="1310" y="1474"/>
                  </a:cubicBezTo>
                  <a:cubicBezTo>
                    <a:pt x="1485" y="1413"/>
                    <a:pt x="1662" y="1384"/>
                    <a:pt x="1835" y="1384"/>
                  </a:cubicBezTo>
                  <a:cubicBezTo>
                    <a:pt x="2684" y="1384"/>
                    <a:pt x="3431" y="2071"/>
                    <a:pt x="3431" y="2985"/>
                  </a:cubicBezTo>
                  <a:lnTo>
                    <a:pt x="4620" y="2985"/>
                  </a:lnTo>
                  <a:cubicBezTo>
                    <a:pt x="4620" y="2071"/>
                    <a:pt x="3873" y="1384"/>
                    <a:pt x="3024" y="1384"/>
                  </a:cubicBezTo>
                  <a:cubicBezTo>
                    <a:pt x="2852" y="1384"/>
                    <a:pt x="2675" y="1413"/>
                    <a:pt x="2499" y="1474"/>
                  </a:cubicBezTo>
                  <a:cubicBezTo>
                    <a:pt x="2267" y="584"/>
                    <a:pt x="1464" y="1"/>
                    <a:pt x="59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85"/>
            <p:cNvSpPr/>
            <p:nvPr/>
          </p:nvSpPr>
          <p:spPr>
            <a:xfrm>
              <a:off x="5273094" y="4312784"/>
              <a:ext cx="211158" cy="164924"/>
            </a:xfrm>
            <a:custGeom>
              <a:rect b="b" l="l" r="r" t="t"/>
              <a:pathLst>
                <a:path extrusionOk="0" h="6296" w="8061">
                  <a:moveTo>
                    <a:pt x="6710" y="0"/>
                  </a:moveTo>
                  <a:cubicBezTo>
                    <a:pt x="6820" y="0"/>
                    <a:pt x="6871" y="130"/>
                    <a:pt x="6792" y="206"/>
                  </a:cubicBezTo>
                  <a:lnTo>
                    <a:pt x="1046" y="5644"/>
                  </a:lnTo>
                  <a:cubicBezTo>
                    <a:pt x="751" y="5922"/>
                    <a:pt x="391" y="6121"/>
                    <a:pt x="1" y="6220"/>
                  </a:cubicBezTo>
                  <a:cubicBezTo>
                    <a:pt x="38" y="6268"/>
                    <a:pt x="97" y="6295"/>
                    <a:pt x="155" y="6295"/>
                  </a:cubicBezTo>
                  <a:lnTo>
                    <a:pt x="600" y="6295"/>
                  </a:lnTo>
                  <a:cubicBezTo>
                    <a:pt x="1207" y="6295"/>
                    <a:pt x="1793" y="6062"/>
                    <a:pt x="2231" y="5644"/>
                  </a:cubicBezTo>
                  <a:lnTo>
                    <a:pt x="7982" y="206"/>
                  </a:lnTo>
                  <a:cubicBezTo>
                    <a:pt x="8060" y="130"/>
                    <a:pt x="8006" y="0"/>
                    <a:pt x="789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85"/>
            <p:cNvSpPr/>
            <p:nvPr/>
          </p:nvSpPr>
          <p:spPr>
            <a:xfrm>
              <a:off x="5546623" y="4279123"/>
              <a:ext cx="27845" cy="6575"/>
            </a:xfrm>
            <a:custGeom>
              <a:rect b="b" l="l" r="r" t="t"/>
              <a:pathLst>
                <a:path extrusionOk="0" h="251" w="1063">
                  <a:moveTo>
                    <a:pt x="21" y="0"/>
                  </a:moveTo>
                  <a:cubicBezTo>
                    <a:pt x="14" y="0"/>
                    <a:pt x="7" y="0"/>
                    <a:pt x="0" y="0"/>
                  </a:cubicBezTo>
                  <a:lnTo>
                    <a:pt x="41" y="0"/>
                  </a:lnTo>
                  <a:cubicBezTo>
                    <a:pt x="34" y="0"/>
                    <a:pt x="27" y="0"/>
                    <a:pt x="21" y="0"/>
                  </a:cubicBezTo>
                  <a:close/>
                  <a:moveTo>
                    <a:pt x="41" y="0"/>
                  </a:moveTo>
                  <a:cubicBezTo>
                    <a:pt x="397" y="4"/>
                    <a:pt x="746" y="92"/>
                    <a:pt x="1062" y="250"/>
                  </a:cubicBezTo>
                  <a:lnTo>
                    <a:pt x="1062" y="0"/>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5"/>
            <p:cNvSpPr/>
            <p:nvPr/>
          </p:nvSpPr>
          <p:spPr>
            <a:xfrm>
              <a:off x="5608548" y="4315377"/>
              <a:ext cx="49037" cy="31172"/>
            </a:xfrm>
            <a:custGeom>
              <a:rect b="b" l="l" r="r" t="t"/>
              <a:pathLst>
                <a:path extrusionOk="0" h="1190" w="1872">
                  <a:moveTo>
                    <a:pt x="1" y="1"/>
                  </a:moveTo>
                  <a:lnTo>
                    <a:pt x="460" y="460"/>
                  </a:lnTo>
                  <a:cubicBezTo>
                    <a:pt x="604" y="611"/>
                    <a:pt x="682" y="813"/>
                    <a:pt x="679" y="1022"/>
                  </a:cubicBezTo>
                  <a:lnTo>
                    <a:pt x="679" y="1029"/>
                  </a:lnTo>
                  <a:cubicBezTo>
                    <a:pt x="679" y="1118"/>
                    <a:pt x="610" y="1186"/>
                    <a:pt x="521" y="1190"/>
                  </a:cubicBezTo>
                  <a:lnTo>
                    <a:pt x="1710" y="1190"/>
                  </a:lnTo>
                  <a:cubicBezTo>
                    <a:pt x="1796" y="1190"/>
                    <a:pt x="1868" y="1118"/>
                    <a:pt x="1868" y="1029"/>
                  </a:cubicBezTo>
                  <a:lnTo>
                    <a:pt x="1868" y="1022"/>
                  </a:lnTo>
                  <a:cubicBezTo>
                    <a:pt x="1872" y="813"/>
                    <a:pt x="1793" y="611"/>
                    <a:pt x="1645" y="460"/>
                  </a:cubicBezTo>
                  <a:lnTo>
                    <a:pt x="1186"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85"/>
            <p:cNvSpPr/>
            <p:nvPr/>
          </p:nvSpPr>
          <p:spPr>
            <a:xfrm>
              <a:off x="5574520" y="4279123"/>
              <a:ext cx="65121" cy="36280"/>
            </a:xfrm>
            <a:custGeom>
              <a:rect b="b" l="l" r="r" t="t"/>
              <a:pathLst>
                <a:path extrusionOk="0" h="1385" w="2486">
                  <a:moveTo>
                    <a:pt x="1" y="0"/>
                  </a:moveTo>
                  <a:lnTo>
                    <a:pt x="1" y="250"/>
                  </a:lnTo>
                  <a:cubicBezTo>
                    <a:pt x="227" y="367"/>
                    <a:pt x="433" y="514"/>
                    <a:pt x="611" y="696"/>
                  </a:cubicBezTo>
                  <a:lnTo>
                    <a:pt x="1296" y="1385"/>
                  </a:lnTo>
                  <a:lnTo>
                    <a:pt x="2485" y="1385"/>
                  </a:lnTo>
                  <a:lnTo>
                    <a:pt x="1800" y="696"/>
                  </a:lnTo>
                  <a:cubicBezTo>
                    <a:pt x="1354" y="250"/>
                    <a:pt x="755" y="0"/>
                    <a:pt x="124"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85"/>
            <p:cNvSpPr/>
            <p:nvPr/>
          </p:nvSpPr>
          <p:spPr>
            <a:xfrm>
              <a:off x="5134130" y="4140080"/>
              <a:ext cx="531261" cy="345433"/>
            </a:xfrm>
            <a:custGeom>
              <a:rect b="b" l="l" r="r" t="t"/>
              <a:pathLst>
                <a:path extrusionOk="0" h="13187" w="20281">
                  <a:moveTo>
                    <a:pt x="5918" y="596"/>
                  </a:moveTo>
                  <a:cubicBezTo>
                    <a:pt x="6445" y="596"/>
                    <a:pt x="6950" y="802"/>
                    <a:pt x="7334" y="1165"/>
                  </a:cubicBezTo>
                  <a:lnTo>
                    <a:pt x="11398" y="5010"/>
                  </a:lnTo>
                  <a:lnTo>
                    <a:pt x="9106" y="5010"/>
                  </a:lnTo>
                  <a:lnTo>
                    <a:pt x="5665" y="596"/>
                  </a:lnTo>
                  <a:lnTo>
                    <a:pt x="5905" y="596"/>
                  </a:lnTo>
                  <a:cubicBezTo>
                    <a:pt x="5910" y="596"/>
                    <a:pt x="5914" y="596"/>
                    <a:pt x="5918" y="596"/>
                  </a:cubicBezTo>
                  <a:close/>
                  <a:moveTo>
                    <a:pt x="17111" y="5613"/>
                  </a:moveTo>
                  <a:cubicBezTo>
                    <a:pt x="17597" y="5651"/>
                    <a:pt x="18057" y="5863"/>
                    <a:pt x="18403" y="6213"/>
                  </a:cubicBezTo>
                  <a:lnTo>
                    <a:pt x="18584" y="6395"/>
                  </a:lnTo>
                  <a:lnTo>
                    <a:pt x="17406" y="6395"/>
                  </a:lnTo>
                  <a:cubicBezTo>
                    <a:pt x="17241" y="6395"/>
                    <a:pt x="17111" y="6261"/>
                    <a:pt x="17111" y="6100"/>
                  </a:cubicBezTo>
                  <a:lnTo>
                    <a:pt x="17111" y="5613"/>
                  </a:lnTo>
                  <a:close/>
                  <a:moveTo>
                    <a:pt x="12755" y="6891"/>
                  </a:moveTo>
                  <a:lnTo>
                    <a:pt x="7334" y="12025"/>
                  </a:lnTo>
                  <a:cubicBezTo>
                    <a:pt x="6947" y="12388"/>
                    <a:pt x="6436" y="12594"/>
                    <a:pt x="5905" y="12594"/>
                  </a:cubicBezTo>
                  <a:lnTo>
                    <a:pt x="5662" y="12594"/>
                  </a:lnTo>
                  <a:lnTo>
                    <a:pt x="10110" y="6891"/>
                  </a:lnTo>
                  <a:close/>
                  <a:moveTo>
                    <a:pt x="5460" y="0"/>
                  </a:moveTo>
                  <a:cubicBezTo>
                    <a:pt x="5049" y="0"/>
                    <a:pt x="4816" y="476"/>
                    <a:pt x="5069" y="799"/>
                  </a:cubicBezTo>
                  <a:lnTo>
                    <a:pt x="8352" y="5010"/>
                  </a:lnTo>
                  <a:lnTo>
                    <a:pt x="4065" y="5010"/>
                  </a:lnTo>
                  <a:cubicBezTo>
                    <a:pt x="3887" y="5010"/>
                    <a:pt x="3722" y="4914"/>
                    <a:pt x="3637" y="4760"/>
                  </a:cubicBezTo>
                  <a:lnTo>
                    <a:pt x="2311" y="2461"/>
                  </a:lnTo>
                  <a:cubicBezTo>
                    <a:pt x="2118" y="2127"/>
                    <a:pt x="1767" y="1922"/>
                    <a:pt x="1384" y="1922"/>
                  </a:cubicBezTo>
                  <a:cubicBezTo>
                    <a:pt x="1377" y="1922"/>
                    <a:pt x="1371" y="1922"/>
                    <a:pt x="1365" y="1923"/>
                  </a:cubicBezTo>
                  <a:lnTo>
                    <a:pt x="498" y="1923"/>
                  </a:lnTo>
                  <a:cubicBezTo>
                    <a:pt x="224" y="1923"/>
                    <a:pt x="4" y="2142"/>
                    <a:pt x="1" y="2416"/>
                  </a:cubicBezTo>
                  <a:lnTo>
                    <a:pt x="1" y="7070"/>
                  </a:lnTo>
                  <a:cubicBezTo>
                    <a:pt x="4" y="7680"/>
                    <a:pt x="498" y="8176"/>
                    <a:pt x="1111" y="8176"/>
                  </a:cubicBezTo>
                  <a:lnTo>
                    <a:pt x="3664" y="8176"/>
                  </a:lnTo>
                  <a:cubicBezTo>
                    <a:pt x="3829" y="8176"/>
                    <a:pt x="3962" y="8043"/>
                    <a:pt x="3962" y="7878"/>
                  </a:cubicBezTo>
                  <a:cubicBezTo>
                    <a:pt x="3962" y="7717"/>
                    <a:pt x="3829" y="7584"/>
                    <a:pt x="3664" y="7584"/>
                  </a:cubicBezTo>
                  <a:lnTo>
                    <a:pt x="1111" y="7584"/>
                  </a:lnTo>
                  <a:cubicBezTo>
                    <a:pt x="827" y="7584"/>
                    <a:pt x="597" y="7354"/>
                    <a:pt x="597" y="7070"/>
                  </a:cubicBezTo>
                  <a:lnTo>
                    <a:pt x="597" y="2515"/>
                  </a:lnTo>
                  <a:lnTo>
                    <a:pt x="1365" y="2515"/>
                  </a:lnTo>
                  <a:cubicBezTo>
                    <a:pt x="1368" y="2515"/>
                    <a:pt x="1371" y="2515"/>
                    <a:pt x="1374" y="2515"/>
                  </a:cubicBezTo>
                  <a:cubicBezTo>
                    <a:pt x="1545" y="2515"/>
                    <a:pt x="1706" y="2607"/>
                    <a:pt x="1793" y="2755"/>
                  </a:cubicBezTo>
                  <a:lnTo>
                    <a:pt x="3119" y="5058"/>
                  </a:lnTo>
                  <a:cubicBezTo>
                    <a:pt x="3315" y="5394"/>
                    <a:pt x="3674" y="5603"/>
                    <a:pt x="4062" y="5603"/>
                  </a:cubicBezTo>
                  <a:lnTo>
                    <a:pt x="16511" y="5603"/>
                  </a:lnTo>
                  <a:lnTo>
                    <a:pt x="16511" y="6100"/>
                  </a:lnTo>
                  <a:cubicBezTo>
                    <a:pt x="16515" y="6593"/>
                    <a:pt x="16912" y="6991"/>
                    <a:pt x="17402" y="6991"/>
                  </a:cubicBezTo>
                  <a:lnTo>
                    <a:pt x="19174" y="6991"/>
                  </a:lnTo>
                  <a:lnTo>
                    <a:pt x="19544" y="7364"/>
                  </a:lnTo>
                  <a:cubicBezTo>
                    <a:pt x="19606" y="7426"/>
                    <a:pt x="19647" y="7501"/>
                    <a:pt x="19664" y="7584"/>
                  </a:cubicBezTo>
                  <a:lnTo>
                    <a:pt x="12889" y="7584"/>
                  </a:lnTo>
                  <a:lnTo>
                    <a:pt x="13708" y="6809"/>
                  </a:lnTo>
                  <a:cubicBezTo>
                    <a:pt x="13903" y="6624"/>
                    <a:pt x="13773" y="6295"/>
                    <a:pt x="13502" y="6295"/>
                  </a:cubicBezTo>
                  <a:lnTo>
                    <a:pt x="10062" y="6295"/>
                  </a:lnTo>
                  <a:cubicBezTo>
                    <a:pt x="9908" y="6295"/>
                    <a:pt x="9764" y="6367"/>
                    <a:pt x="9671" y="6487"/>
                  </a:cubicBezTo>
                  <a:lnTo>
                    <a:pt x="8815" y="7584"/>
                  </a:lnTo>
                  <a:lnTo>
                    <a:pt x="5049" y="7584"/>
                  </a:lnTo>
                  <a:cubicBezTo>
                    <a:pt x="4884" y="7584"/>
                    <a:pt x="4750" y="7717"/>
                    <a:pt x="4750" y="7878"/>
                  </a:cubicBezTo>
                  <a:cubicBezTo>
                    <a:pt x="4750" y="8043"/>
                    <a:pt x="4884" y="8176"/>
                    <a:pt x="5049" y="8176"/>
                  </a:cubicBezTo>
                  <a:lnTo>
                    <a:pt x="8352" y="8176"/>
                  </a:lnTo>
                  <a:lnTo>
                    <a:pt x="5073" y="12388"/>
                  </a:lnTo>
                  <a:cubicBezTo>
                    <a:pt x="4819" y="12710"/>
                    <a:pt x="5052" y="13186"/>
                    <a:pt x="5463" y="13186"/>
                  </a:cubicBezTo>
                  <a:lnTo>
                    <a:pt x="5905" y="13186"/>
                  </a:lnTo>
                  <a:cubicBezTo>
                    <a:pt x="6591" y="13186"/>
                    <a:pt x="7249" y="12926"/>
                    <a:pt x="7745" y="12453"/>
                  </a:cubicBezTo>
                  <a:lnTo>
                    <a:pt x="12262" y="8176"/>
                  </a:lnTo>
                  <a:lnTo>
                    <a:pt x="19821" y="8176"/>
                  </a:lnTo>
                  <a:cubicBezTo>
                    <a:pt x="20072" y="8176"/>
                    <a:pt x="20277" y="7974"/>
                    <a:pt x="20277" y="7721"/>
                  </a:cubicBezTo>
                  <a:lnTo>
                    <a:pt x="20277" y="7714"/>
                  </a:lnTo>
                  <a:cubicBezTo>
                    <a:pt x="20281" y="7426"/>
                    <a:pt x="20168" y="7148"/>
                    <a:pt x="19965" y="6943"/>
                  </a:cubicBezTo>
                  <a:lnTo>
                    <a:pt x="18821" y="5791"/>
                  </a:lnTo>
                  <a:cubicBezTo>
                    <a:pt x="18321" y="5291"/>
                    <a:pt x="17642" y="5010"/>
                    <a:pt x="16936" y="5010"/>
                  </a:cubicBezTo>
                  <a:lnTo>
                    <a:pt x="12262" y="5010"/>
                  </a:lnTo>
                  <a:lnTo>
                    <a:pt x="7742" y="733"/>
                  </a:lnTo>
                  <a:cubicBezTo>
                    <a:pt x="7245" y="261"/>
                    <a:pt x="6587" y="0"/>
                    <a:pt x="5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5"/>
            <p:cNvSpPr/>
            <p:nvPr/>
          </p:nvSpPr>
          <p:spPr>
            <a:xfrm>
              <a:off x="5438883" y="4136937"/>
              <a:ext cx="223470" cy="93726"/>
            </a:xfrm>
            <a:custGeom>
              <a:rect b="b" l="l" r="r" t="t"/>
              <a:pathLst>
                <a:path extrusionOk="0" h="3578" w="8531">
                  <a:moveTo>
                    <a:pt x="4206" y="1"/>
                  </a:moveTo>
                  <a:cubicBezTo>
                    <a:pt x="4168" y="1"/>
                    <a:pt x="4130" y="2"/>
                    <a:pt x="4092" y="4"/>
                  </a:cubicBezTo>
                  <a:cubicBezTo>
                    <a:pt x="3126" y="55"/>
                    <a:pt x="2300" y="710"/>
                    <a:pt x="2033" y="1635"/>
                  </a:cubicBezTo>
                  <a:cubicBezTo>
                    <a:pt x="1916" y="1610"/>
                    <a:pt x="1799" y="1598"/>
                    <a:pt x="1684" y="1598"/>
                  </a:cubicBezTo>
                  <a:cubicBezTo>
                    <a:pt x="779" y="1598"/>
                    <a:pt x="4" y="2334"/>
                    <a:pt x="1" y="3283"/>
                  </a:cubicBezTo>
                  <a:cubicBezTo>
                    <a:pt x="1" y="3448"/>
                    <a:pt x="135" y="3578"/>
                    <a:pt x="299" y="3578"/>
                  </a:cubicBezTo>
                  <a:lnTo>
                    <a:pt x="5415" y="3578"/>
                  </a:lnTo>
                  <a:cubicBezTo>
                    <a:pt x="5580" y="3578"/>
                    <a:pt x="5710" y="3444"/>
                    <a:pt x="5710" y="3283"/>
                  </a:cubicBezTo>
                  <a:cubicBezTo>
                    <a:pt x="5710" y="3119"/>
                    <a:pt x="5580" y="2985"/>
                    <a:pt x="5415" y="2985"/>
                  </a:cubicBezTo>
                  <a:lnTo>
                    <a:pt x="638" y="2985"/>
                  </a:lnTo>
                  <a:cubicBezTo>
                    <a:pt x="772" y="2515"/>
                    <a:pt x="1197" y="2193"/>
                    <a:pt x="1687" y="2193"/>
                  </a:cubicBezTo>
                  <a:cubicBezTo>
                    <a:pt x="1841" y="2193"/>
                    <a:pt x="1992" y="2224"/>
                    <a:pt x="2132" y="2289"/>
                  </a:cubicBezTo>
                  <a:cubicBezTo>
                    <a:pt x="2173" y="2307"/>
                    <a:pt x="2214" y="2316"/>
                    <a:pt x="2255" y="2316"/>
                  </a:cubicBezTo>
                  <a:cubicBezTo>
                    <a:pt x="2399" y="2316"/>
                    <a:pt x="2532" y="2211"/>
                    <a:pt x="2550" y="2056"/>
                  </a:cubicBezTo>
                  <a:cubicBezTo>
                    <a:pt x="2653" y="1261"/>
                    <a:pt x="3304" y="655"/>
                    <a:pt x="4099" y="603"/>
                  </a:cubicBezTo>
                  <a:cubicBezTo>
                    <a:pt x="4136" y="601"/>
                    <a:pt x="4172" y="600"/>
                    <a:pt x="4208" y="600"/>
                  </a:cubicBezTo>
                  <a:cubicBezTo>
                    <a:pt x="4962" y="600"/>
                    <a:pt x="5630" y="1108"/>
                    <a:pt x="5823" y="1847"/>
                  </a:cubicBezTo>
                  <a:cubicBezTo>
                    <a:pt x="5859" y="1982"/>
                    <a:pt x="5980" y="2070"/>
                    <a:pt x="6111" y="2070"/>
                  </a:cubicBezTo>
                  <a:cubicBezTo>
                    <a:pt x="6144" y="2070"/>
                    <a:pt x="6177" y="2064"/>
                    <a:pt x="6210" y="2053"/>
                  </a:cubicBezTo>
                  <a:cubicBezTo>
                    <a:pt x="6351" y="2004"/>
                    <a:pt x="6495" y="1980"/>
                    <a:pt x="6636" y="1980"/>
                  </a:cubicBezTo>
                  <a:cubicBezTo>
                    <a:pt x="7220" y="1980"/>
                    <a:pt x="7759" y="2380"/>
                    <a:pt x="7900" y="2985"/>
                  </a:cubicBezTo>
                  <a:lnTo>
                    <a:pt x="6800" y="2985"/>
                  </a:lnTo>
                  <a:cubicBezTo>
                    <a:pt x="6635" y="2985"/>
                    <a:pt x="6502" y="3119"/>
                    <a:pt x="6502" y="3283"/>
                  </a:cubicBezTo>
                  <a:cubicBezTo>
                    <a:pt x="6502" y="3444"/>
                    <a:pt x="6635" y="3578"/>
                    <a:pt x="6800" y="3578"/>
                  </a:cubicBezTo>
                  <a:lnTo>
                    <a:pt x="8232" y="3578"/>
                  </a:lnTo>
                  <a:cubicBezTo>
                    <a:pt x="8397" y="3578"/>
                    <a:pt x="8530" y="3444"/>
                    <a:pt x="8530" y="3283"/>
                  </a:cubicBezTo>
                  <a:cubicBezTo>
                    <a:pt x="8527" y="2217"/>
                    <a:pt x="7658" y="1387"/>
                    <a:pt x="6636" y="1387"/>
                  </a:cubicBezTo>
                  <a:cubicBezTo>
                    <a:pt x="6527" y="1387"/>
                    <a:pt x="6417" y="1396"/>
                    <a:pt x="6306" y="1415"/>
                  </a:cubicBezTo>
                  <a:cubicBezTo>
                    <a:pt x="5957" y="556"/>
                    <a:pt x="5125" y="1"/>
                    <a:pt x="4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5"/>
            <p:cNvSpPr/>
            <p:nvPr/>
          </p:nvSpPr>
          <p:spPr>
            <a:xfrm>
              <a:off x="5336015" y="4302384"/>
              <a:ext cx="24257" cy="20825"/>
            </a:xfrm>
            <a:custGeom>
              <a:rect b="b" l="l" r="r" t="t"/>
              <a:pathLst>
                <a:path extrusionOk="0" h="795" w="926">
                  <a:moveTo>
                    <a:pt x="528" y="1"/>
                  </a:moveTo>
                  <a:cubicBezTo>
                    <a:pt x="431" y="1"/>
                    <a:pt x="332" y="37"/>
                    <a:pt x="251" y="116"/>
                  </a:cubicBezTo>
                  <a:cubicBezTo>
                    <a:pt x="1" y="366"/>
                    <a:pt x="179" y="795"/>
                    <a:pt x="532" y="795"/>
                  </a:cubicBezTo>
                  <a:cubicBezTo>
                    <a:pt x="751" y="791"/>
                    <a:pt x="926" y="617"/>
                    <a:pt x="926" y="397"/>
                  </a:cubicBezTo>
                  <a:cubicBezTo>
                    <a:pt x="926" y="158"/>
                    <a:pt x="731" y="1"/>
                    <a:pt x="5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5"/>
            <p:cNvSpPr/>
            <p:nvPr/>
          </p:nvSpPr>
          <p:spPr>
            <a:xfrm>
              <a:off x="5294548" y="4302384"/>
              <a:ext cx="24257" cy="20825"/>
            </a:xfrm>
            <a:custGeom>
              <a:rect b="b" l="l" r="r" t="t"/>
              <a:pathLst>
                <a:path extrusionOk="0" h="795" w="926">
                  <a:moveTo>
                    <a:pt x="527" y="1"/>
                  </a:moveTo>
                  <a:cubicBezTo>
                    <a:pt x="430" y="1"/>
                    <a:pt x="331" y="37"/>
                    <a:pt x="251" y="116"/>
                  </a:cubicBezTo>
                  <a:cubicBezTo>
                    <a:pt x="1" y="366"/>
                    <a:pt x="179" y="795"/>
                    <a:pt x="532" y="795"/>
                  </a:cubicBezTo>
                  <a:cubicBezTo>
                    <a:pt x="748" y="791"/>
                    <a:pt x="926" y="617"/>
                    <a:pt x="926" y="397"/>
                  </a:cubicBezTo>
                  <a:cubicBezTo>
                    <a:pt x="926" y="158"/>
                    <a:pt x="731" y="1"/>
                    <a:pt x="5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85"/>
            <p:cNvSpPr/>
            <p:nvPr/>
          </p:nvSpPr>
          <p:spPr>
            <a:xfrm>
              <a:off x="5256592" y="4302384"/>
              <a:ext cx="24257" cy="20825"/>
            </a:xfrm>
            <a:custGeom>
              <a:rect b="b" l="l" r="r" t="t"/>
              <a:pathLst>
                <a:path extrusionOk="0" h="795" w="926">
                  <a:moveTo>
                    <a:pt x="398" y="1"/>
                  </a:moveTo>
                  <a:cubicBezTo>
                    <a:pt x="195" y="1"/>
                    <a:pt x="0" y="158"/>
                    <a:pt x="0" y="397"/>
                  </a:cubicBezTo>
                  <a:cubicBezTo>
                    <a:pt x="0" y="617"/>
                    <a:pt x="175" y="791"/>
                    <a:pt x="394" y="795"/>
                  </a:cubicBezTo>
                  <a:cubicBezTo>
                    <a:pt x="747" y="795"/>
                    <a:pt x="925" y="366"/>
                    <a:pt x="675" y="116"/>
                  </a:cubicBezTo>
                  <a:cubicBezTo>
                    <a:pt x="594" y="37"/>
                    <a:pt x="495" y="1"/>
                    <a:pt x="3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5"/>
            <p:cNvSpPr/>
            <p:nvPr/>
          </p:nvSpPr>
          <p:spPr>
            <a:xfrm>
              <a:off x="5215046" y="4302463"/>
              <a:ext cx="24230" cy="20720"/>
            </a:xfrm>
            <a:custGeom>
              <a:rect b="b" l="l" r="r" t="t"/>
              <a:pathLst>
                <a:path extrusionOk="0" h="791" w="925">
                  <a:moveTo>
                    <a:pt x="397" y="0"/>
                  </a:moveTo>
                  <a:cubicBezTo>
                    <a:pt x="178" y="0"/>
                    <a:pt x="3" y="175"/>
                    <a:pt x="3" y="394"/>
                  </a:cubicBezTo>
                  <a:cubicBezTo>
                    <a:pt x="1" y="633"/>
                    <a:pt x="196" y="791"/>
                    <a:pt x="401" y="791"/>
                  </a:cubicBezTo>
                  <a:cubicBezTo>
                    <a:pt x="498" y="791"/>
                    <a:pt x="597" y="755"/>
                    <a:pt x="678" y="675"/>
                  </a:cubicBezTo>
                  <a:cubicBezTo>
                    <a:pt x="925" y="425"/>
                    <a:pt x="750"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5"/>
            <p:cNvSpPr/>
            <p:nvPr/>
          </p:nvSpPr>
          <p:spPr>
            <a:xfrm>
              <a:off x="5512412" y="4302384"/>
              <a:ext cx="24257" cy="20825"/>
            </a:xfrm>
            <a:custGeom>
              <a:rect b="b" l="l" r="r" t="t"/>
              <a:pathLst>
                <a:path extrusionOk="0" h="795" w="926">
                  <a:moveTo>
                    <a:pt x="525" y="1"/>
                  </a:moveTo>
                  <a:cubicBezTo>
                    <a:pt x="427" y="1"/>
                    <a:pt x="328" y="37"/>
                    <a:pt x="247" y="116"/>
                  </a:cubicBezTo>
                  <a:cubicBezTo>
                    <a:pt x="0" y="366"/>
                    <a:pt x="175" y="795"/>
                    <a:pt x="528" y="795"/>
                  </a:cubicBezTo>
                  <a:cubicBezTo>
                    <a:pt x="747" y="791"/>
                    <a:pt x="922" y="617"/>
                    <a:pt x="926" y="397"/>
                  </a:cubicBezTo>
                  <a:cubicBezTo>
                    <a:pt x="926" y="158"/>
                    <a:pt x="72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4" name="Google Shape;12654;p85"/>
          <p:cNvGrpSpPr/>
          <p:nvPr/>
        </p:nvGrpSpPr>
        <p:grpSpPr>
          <a:xfrm>
            <a:off x="5793012" y="4199412"/>
            <a:ext cx="444005" cy="289952"/>
            <a:chOff x="5716812" y="4199412"/>
            <a:chExt cx="444005" cy="289952"/>
          </a:xfrm>
        </p:grpSpPr>
        <p:sp>
          <p:nvSpPr>
            <p:cNvPr id="12655" name="Google Shape;12655;p85"/>
            <p:cNvSpPr/>
            <p:nvPr/>
          </p:nvSpPr>
          <p:spPr>
            <a:xfrm>
              <a:off x="5723256" y="4205856"/>
              <a:ext cx="429834" cy="232166"/>
            </a:xfrm>
            <a:custGeom>
              <a:rect b="b" l="l" r="r" t="t"/>
              <a:pathLst>
                <a:path extrusionOk="0" h="8863" w="16409">
                  <a:moveTo>
                    <a:pt x="6005" y="1"/>
                  </a:moveTo>
                  <a:cubicBezTo>
                    <a:pt x="5306" y="1"/>
                    <a:pt x="4658" y="371"/>
                    <a:pt x="4305" y="978"/>
                  </a:cubicBezTo>
                  <a:lnTo>
                    <a:pt x="2578" y="3938"/>
                  </a:lnTo>
                  <a:lnTo>
                    <a:pt x="1485" y="4219"/>
                  </a:lnTo>
                  <a:cubicBezTo>
                    <a:pt x="611" y="4442"/>
                    <a:pt x="1" y="5227"/>
                    <a:pt x="1" y="6125"/>
                  </a:cubicBezTo>
                  <a:lnTo>
                    <a:pt x="1" y="7879"/>
                  </a:lnTo>
                  <a:cubicBezTo>
                    <a:pt x="1" y="8424"/>
                    <a:pt x="440" y="8863"/>
                    <a:pt x="984" y="8863"/>
                  </a:cubicBezTo>
                  <a:lnTo>
                    <a:pt x="15329" y="8863"/>
                  </a:lnTo>
                  <a:cubicBezTo>
                    <a:pt x="15874" y="8863"/>
                    <a:pt x="16316" y="8424"/>
                    <a:pt x="16316" y="7879"/>
                  </a:cubicBezTo>
                  <a:lnTo>
                    <a:pt x="16316" y="7396"/>
                  </a:lnTo>
                  <a:cubicBezTo>
                    <a:pt x="16316" y="7231"/>
                    <a:pt x="16247" y="7074"/>
                    <a:pt x="16131" y="6957"/>
                  </a:cubicBezTo>
                  <a:cubicBezTo>
                    <a:pt x="16014" y="6837"/>
                    <a:pt x="15953" y="6680"/>
                    <a:pt x="15953" y="6512"/>
                  </a:cubicBezTo>
                  <a:lnTo>
                    <a:pt x="15953" y="5254"/>
                  </a:lnTo>
                  <a:lnTo>
                    <a:pt x="16275" y="4559"/>
                  </a:lnTo>
                  <a:cubicBezTo>
                    <a:pt x="16408" y="4271"/>
                    <a:pt x="16196" y="3938"/>
                    <a:pt x="15877" y="3938"/>
                  </a:cubicBezTo>
                  <a:lnTo>
                    <a:pt x="14722" y="3938"/>
                  </a:lnTo>
                  <a:lnTo>
                    <a:pt x="12361" y="789"/>
                  </a:lnTo>
                  <a:cubicBezTo>
                    <a:pt x="11988" y="292"/>
                    <a:pt x="11405" y="1"/>
                    <a:pt x="1078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5"/>
            <p:cNvSpPr/>
            <p:nvPr/>
          </p:nvSpPr>
          <p:spPr>
            <a:xfrm>
              <a:off x="5723256" y="4210361"/>
              <a:ext cx="429834" cy="227661"/>
            </a:xfrm>
            <a:custGeom>
              <a:rect b="b" l="l" r="r" t="t"/>
              <a:pathLst>
                <a:path extrusionOk="0" h="8691" w="16409">
                  <a:moveTo>
                    <a:pt x="13489" y="3766"/>
                  </a:moveTo>
                  <a:lnTo>
                    <a:pt x="14082" y="4555"/>
                  </a:lnTo>
                  <a:cubicBezTo>
                    <a:pt x="14174" y="4678"/>
                    <a:pt x="14322" y="4753"/>
                    <a:pt x="14476" y="4753"/>
                  </a:cubicBezTo>
                  <a:lnTo>
                    <a:pt x="14966" y="4753"/>
                  </a:lnTo>
                  <a:lnTo>
                    <a:pt x="14966" y="6347"/>
                  </a:lnTo>
                  <a:cubicBezTo>
                    <a:pt x="14968" y="6476"/>
                    <a:pt x="14863" y="6567"/>
                    <a:pt x="14750" y="6567"/>
                  </a:cubicBezTo>
                  <a:cubicBezTo>
                    <a:pt x="14707" y="6567"/>
                    <a:pt x="14663" y="6554"/>
                    <a:pt x="14623" y="6525"/>
                  </a:cubicBezTo>
                  <a:lnTo>
                    <a:pt x="14623" y="6528"/>
                  </a:lnTo>
                  <a:cubicBezTo>
                    <a:pt x="14130" y="6157"/>
                    <a:pt x="13562" y="5983"/>
                    <a:pt x="13002" y="5983"/>
                  </a:cubicBezTo>
                  <a:cubicBezTo>
                    <a:pt x="11937" y="5983"/>
                    <a:pt x="10904" y="6613"/>
                    <a:pt x="10477" y="7707"/>
                  </a:cubicBezTo>
                  <a:lnTo>
                    <a:pt x="8650" y="7707"/>
                  </a:lnTo>
                  <a:lnTo>
                    <a:pt x="8650" y="3766"/>
                  </a:lnTo>
                  <a:close/>
                  <a:moveTo>
                    <a:pt x="11590" y="0"/>
                  </a:moveTo>
                  <a:cubicBezTo>
                    <a:pt x="11309" y="353"/>
                    <a:pt x="11303" y="847"/>
                    <a:pt x="11570" y="1207"/>
                  </a:cubicBezTo>
                  <a:lnTo>
                    <a:pt x="12581" y="2553"/>
                  </a:lnTo>
                  <a:lnTo>
                    <a:pt x="10388" y="2553"/>
                  </a:lnTo>
                  <a:lnTo>
                    <a:pt x="8650" y="812"/>
                  </a:lnTo>
                  <a:lnTo>
                    <a:pt x="7663" y="812"/>
                  </a:lnTo>
                  <a:lnTo>
                    <a:pt x="7663" y="7707"/>
                  </a:lnTo>
                  <a:lnTo>
                    <a:pt x="4963" y="7707"/>
                  </a:lnTo>
                  <a:cubicBezTo>
                    <a:pt x="4572" y="6809"/>
                    <a:pt x="3685" y="6230"/>
                    <a:pt x="2708" y="6230"/>
                  </a:cubicBezTo>
                  <a:cubicBezTo>
                    <a:pt x="1728" y="6230"/>
                    <a:pt x="844" y="6809"/>
                    <a:pt x="453" y="7707"/>
                  </a:cubicBezTo>
                  <a:lnTo>
                    <a:pt x="1" y="7707"/>
                  </a:lnTo>
                  <a:cubicBezTo>
                    <a:pt x="1" y="8252"/>
                    <a:pt x="440" y="8691"/>
                    <a:pt x="984" y="8691"/>
                  </a:cubicBezTo>
                  <a:lnTo>
                    <a:pt x="15329" y="8691"/>
                  </a:lnTo>
                  <a:cubicBezTo>
                    <a:pt x="15874" y="8691"/>
                    <a:pt x="16316" y="8252"/>
                    <a:pt x="16316" y="7707"/>
                  </a:cubicBezTo>
                  <a:lnTo>
                    <a:pt x="16316" y="7224"/>
                  </a:lnTo>
                  <a:cubicBezTo>
                    <a:pt x="16316" y="7059"/>
                    <a:pt x="16247" y="6902"/>
                    <a:pt x="16131" y="6785"/>
                  </a:cubicBezTo>
                  <a:cubicBezTo>
                    <a:pt x="16014" y="6665"/>
                    <a:pt x="15953" y="6508"/>
                    <a:pt x="15953" y="6340"/>
                  </a:cubicBezTo>
                  <a:lnTo>
                    <a:pt x="15953" y="5082"/>
                  </a:lnTo>
                  <a:lnTo>
                    <a:pt x="16275" y="4387"/>
                  </a:lnTo>
                  <a:cubicBezTo>
                    <a:pt x="16408" y="4099"/>
                    <a:pt x="16196" y="3766"/>
                    <a:pt x="15877" y="3766"/>
                  </a:cubicBezTo>
                  <a:lnTo>
                    <a:pt x="14722" y="3766"/>
                  </a:lnTo>
                  <a:lnTo>
                    <a:pt x="12361" y="617"/>
                  </a:lnTo>
                  <a:cubicBezTo>
                    <a:pt x="12159" y="350"/>
                    <a:pt x="11895" y="137"/>
                    <a:pt x="11590"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85"/>
            <p:cNvSpPr/>
            <p:nvPr/>
          </p:nvSpPr>
          <p:spPr>
            <a:xfrm>
              <a:off x="5820675" y="4231632"/>
              <a:ext cx="103418" cy="77406"/>
            </a:xfrm>
            <a:custGeom>
              <a:rect b="b" l="l" r="r" t="t"/>
              <a:pathLst>
                <a:path extrusionOk="0" h="2955" w="3948">
                  <a:moveTo>
                    <a:pt x="2289" y="0"/>
                  </a:moveTo>
                  <a:cubicBezTo>
                    <a:pt x="1936" y="0"/>
                    <a:pt x="1614" y="185"/>
                    <a:pt x="1439" y="490"/>
                  </a:cubicBezTo>
                  <a:lnTo>
                    <a:pt x="0" y="2954"/>
                  </a:lnTo>
                  <a:lnTo>
                    <a:pt x="3948" y="2954"/>
                  </a:lnTo>
                  <a:lnTo>
                    <a:pt x="3948"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85"/>
            <p:cNvSpPr/>
            <p:nvPr/>
          </p:nvSpPr>
          <p:spPr>
            <a:xfrm>
              <a:off x="5949842" y="4231632"/>
              <a:ext cx="113189" cy="77406"/>
            </a:xfrm>
            <a:custGeom>
              <a:rect b="b" l="l" r="r" t="t"/>
              <a:pathLst>
                <a:path extrusionOk="0" h="2955" w="4321">
                  <a:moveTo>
                    <a:pt x="0" y="0"/>
                  </a:moveTo>
                  <a:lnTo>
                    <a:pt x="0" y="2954"/>
                  </a:lnTo>
                  <a:lnTo>
                    <a:pt x="3365" y="2954"/>
                  </a:lnTo>
                  <a:cubicBezTo>
                    <a:pt x="3367" y="2954"/>
                    <a:pt x="3368" y="2954"/>
                    <a:pt x="3370" y="2954"/>
                  </a:cubicBezTo>
                  <a:cubicBezTo>
                    <a:pt x="3974" y="2954"/>
                    <a:pt x="4320" y="2261"/>
                    <a:pt x="3955" y="1776"/>
                  </a:cubicBezTo>
                  <a:lnTo>
                    <a:pt x="3955" y="1772"/>
                  </a:lnTo>
                  <a:lnTo>
                    <a:pt x="2920" y="395"/>
                  </a:lnTo>
                  <a:cubicBezTo>
                    <a:pt x="2735" y="148"/>
                    <a:pt x="2443" y="0"/>
                    <a:pt x="2132"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85"/>
            <p:cNvSpPr/>
            <p:nvPr/>
          </p:nvSpPr>
          <p:spPr>
            <a:xfrm>
              <a:off x="5745521" y="4392888"/>
              <a:ext cx="93830" cy="90294"/>
            </a:xfrm>
            <a:custGeom>
              <a:rect b="b" l="l" r="r" t="t"/>
              <a:pathLst>
                <a:path extrusionOk="0" h="3447" w="3582">
                  <a:moveTo>
                    <a:pt x="1859" y="1"/>
                  </a:moveTo>
                  <a:cubicBezTo>
                    <a:pt x="1410" y="1"/>
                    <a:pt x="969" y="176"/>
                    <a:pt x="642" y="506"/>
                  </a:cubicBezTo>
                  <a:cubicBezTo>
                    <a:pt x="148" y="996"/>
                    <a:pt x="1" y="1740"/>
                    <a:pt x="268" y="2384"/>
                  </a:cubicBezTo>
                  <a:cubicBezTo>
                    <a:pt x="532" y="3025"/>
                    <a:pt x="1162" y="3446"/>
                    <a:pt x="1858" y="3446"/>
                  </a:cubicBezTo>
                  <a:cubicBezTo>
                    <a:pt x="2811" y="3446"/>
                    <a:pt x="3582" y="2675"/>
                    <a:pt x="3582" y="1723"/>
                  </a:cubicBezTo>
                  <a:cubicBezTo>
                    <a:pt x="3582" y="1027"/>
                    <a:pt x="3160" y="396"/>
                    <a:pt x="2519" y="133"/>
                  </a:cubicBezTo>
                  <a:cubicBezTo>
                    <a:pt x="2306" y="44"/>
                    <a:pt x="2082" y="1"/>
                    <a:pt x="1859" y="1"/>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85"/>
            <p:cNvSpPr/>
            <p:nvPr/>
          </p:nvSpPr>
          <p:spPr>
            <a:xfrm>
              <a:off x="5750027" y="4393752"/>
              <a:ext cx="101532" cy="89430"/>
            </a:xfrm>
            <a:custGeom>
              <a:rect b="b" l="l" r="r" t="t"/>
              <a:pathLst>
                <a:path extrusionOk="0" h="3414" w="3876">
                  <a:moveTo>
                    <a:pt x="2039" y="0"/>
                  </a:moveTo>
                  <a:lnTo>
                    <a:pt x="2039" y="4"/>
                  </a:lnTo>
                  <a:cubicBezTo>
                    <a:pt x="1833" y="387"/>
                    <a:pt x="1902" y="860"/>
                    <a:pt x="2210" y="1169"/>
                  </a:cubicBezTo>
                  <a:lnTo>
                    <a:pt x="1165" y="2211"/>
                  </a:lnTo>
                  <a:cubicBezTo>
                    <a:pt x="975" y="2021"/>
                    <a:pt x="723" y="1922"/>
                    <a:pt x="468" y="1922"/>
                  </a:cubicBezTo>
                  <a:cubicBezTo>
                    <a:pt x="308" y="1922"/>
                    <a:pt x="148" y="1960"/>
                    <a:pt x="0" y="2039"/>
                  </a:cubicBezTo>
                  <a:cubicBezTo>
                    <a:pt x="180" y="2901"/>
                    <a:pt x="927" y="3413"/>
                    <a:pt x="1694" y="3413"/>
                  </a:cubicBezTo>
                  <a:cubicBezTo>
                    <a:pt x="2123" y="3413"/>
                    <a:pt x="2559" y="3254"/>
                    <a:pt x="2906" y="2906"/>
                  </a:cubicBezTo>
                  <a:cubicBezTo>
                    <a:pt x="3876" y="1936"/>
                    <a:pt x="3382" y="281"/>
                    <a:pt x="2039"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5"/>
            <p:cNvSpPr/>
            <p:nvPr/>
          </p:nvSpPr>
          <p:spPr>
            <a:xfrm>
              <a:off x="5768337" y="4418690"/>
              <a:ext cx="45265" cy="38690"/>
            </a:xfrm>
            <a:custGeom>
              <a:rect b="b" l="l" r="r" t="t"/>
              <a:pathLst>
                <a:path extrusionOk="0" h="1477" w="1728">
                  <a:moveTo>
                    <a:pt x="987" y="1"/>
                  </a:moveTo>
                  <a:cubicBezTo>
                    <a:pt x="329" y="1"/>
                    <a:pt x="0" y="796"/>
                    <a:pt x="466" y="1259"/>
                  </a:cubicBezTo>
                  <a:cubicBezTo>
                    <a:pt x="617" y="1409"/>
                    <a:pt x="803" y="1477"/>
                    <a:pt x="984" y="1477"/>
                  </a:cubicBezTo>
                  <a:cubicBezTo>
                    <a:pt x="1364" y="1477"/>
                    <a:pt x="1727" y="1183"/>
                    <a:pt x="1727" y="738"/>
                  </a:cubicBezTo>
                  <a:cubicBezTo>
                    <a:pt x="1727" y="330"/>
                    <a:pt x="1395" y="1"/>
                    <a:pt x="987"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5"/>
            <p:cNvSpPr/>
            <p:nvPr/>
          </p:nvSpPr>
          <p:spPr>
            <a:xfrm>
              <a:off x="6015094" y="4392888"/>
              <a:ext cx="93830" cy="90294"/>
            </a:xfrm>
            <a:custGeom>
              <a:rect b="b" l="l" r="r" t="t"/>
              <a:pathLst>
                <a:path extrusionOk="0" h="3447" w="3582">
                  <a:moveTo>
                    <a:pt x="1858" y="1"/>
                  </a:moveTo>
                  <a:cubicBezTo>
                    <a:pt x="1410" y="1"/>
                    <a:pt x="968" y="176"/>
                    <a:pt x="638" y="506"/>
                  </a:cubicBezTo>
                  <a:cubicBezTo>
                    <a:pt x="148" y="996"/>
                    <a:pt x="0" y="1740"/>
                    <a:pt x="264" y="2384"/>
                  </a:cubicBezTo>
                  <a:cubicBezTo>
                    <a:pt x="532" y="3025"/>
                    <a:pt x="1162" y="3446"/>
                    <a:pt x="1858" y="3446"/>
                  </a:cubicBezTo>
                  <a:cubicBezTo>
                    <a:pt x="2810" y="3446"/>
                    <a:pt x="3581" y="2675"/>
                    <a:pt x="3581" y="1723"/>
                  </a:cubicBezTo>
                  <a:cubicBezTo>
                    <a:pt x="3581" y="1027"/>
                    <a:pt x="3160" y="396"/>
                    <a:pt x="2516" y="133"/>
                  </a:cubicBezTo>
                  <a:cubicBezTo>
                    <a:pt x="2303" y="44"/>
                    <a:pt x="2080" y="1"/>
                    <a:pt x="1858" y="1"/>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5"/>
            <p:cNvSpPr/>
            <p:nvPr/>
          </p:nvSpPr>
          <p:spPr>
            <a:xfrm>
              <a:off x="6019573" y="4393752"/>
              <a:ext cx="101558" cy="89430"/>
            </a:xfrm>
            <a:custGeom>
              <a:rect b="b" l="l" r="r" t="t"/>
              <a:pathLst>
                <a:path extrusionOk="0" h="3414" w="3877">
                  <a:moveTo>
                    <a:pt x="2040" y="0"/>
                  </a:moveTo>
                  <a:lnTo>
                    <a:pt x="2040" y="4"/>
                  </a:lnTo>
                  <a:cubicBezTo>
                    <a:pt x="1834" y="387"/>
                    <a:pt x="1903" y="860"/>
                    <a:pt x="2211" y="1169"/>
                  </a:cubicBezTo>
                  <a:lnTo>
                    <a:pt x="1166" y="2211"/>
                  </a:lnTo>
                  <a:cubicBezTo>
                    <a:pt x="976" y="2021"/>
                    <a:pt x="724" y="1922"/>
                    <a:pt x="468" y="1922"/>
                  </a:cubicBezTo>
                  <a:cubicBezTo>
                    <a:pt x="309" y="1922"/>
                    <a:pt x="148" y="1960"/>
                    <a:pt x="1" y="2039"/>
                  </a:cubicBezTo>
                  <a:cubicBezTo>
                    <a:pt x="181" y="2901"/>
                    <a:pt x="927" y="3413"/>
                    <a:pt x="1695" y="3413"/>
                  </a:cubicBezTo>
                  <a:cubicBezTo>
                    <a:pt x="2124" y="3413"/>
                    <a:pt x="2559" y="3254"/>
                    <a:pt x="2907" y="2906"/>
                  </a:cubicBezTo>
                  <a:cubicBezTo>
                    <a:pt x="3877" y="1936"/>
                    <a:pt x="3383" y="281"/>
                    <a:pt x="204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5"/>
            <p:cNvSpPr/>
            <p:nvPr/>
          </p:nvSpPr>
          <p:spPr>
            <a:xfrm>
              <a:off x="6037884" y="4418690"/>
              <a:ext cx="45265" cy="38690"/>
            </a:xfrm>
            <a:custGeom>
              <a:rect b="b" l="l" r="r" t="t"/>
              <a:pathLst>
                <a:path extrusionOk="0" h="1477" w="1728">
                  <a:moveTo>
                    <a:pt x="988" y="1"/>
                  </a:moveTo>
                  <a:cubicBezTo>
                    <a:pt x="330" y="1"/>
                    <a:pt x="1" y="796"/>
                    <a:pt x="467" y="1259"/>
                  </a:cubicBezTo>
                  <a:cubicBezTo>
                    <a:pt x="618" y="1409"/>
                    <a:pt x="803" y="1477"/>
                    <a:pt x="985" y="1477"/>
                  </a:cubicBezTo>
                  <a:cubicBezTo>
                    <a:pt x="1365" y="1477"/>
                    <a:pt x="1728" y="1183"/>
                    <a:pt x="1728" y="738"/>
                  </a:cubicBezTo>
                  <a:cubicBezTo>
                    <a:pt x="1728" y="330"/>
                    <a:pt x="1396" y="1"/>
                    <a:pt x="988"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5"/>
            <p:cNvSpPr/>
            <p:nvPr/>
          </p:nvSpPr>
          <p:spPr>
            <a:xfrm>
              <a:off x="5723256" y="4315927"/>
              <a:ext cx="40707" cy="50373"/>
            </a:xfrm>
            <a:custGeom>
              <a:rect b="b" l="l" r="r" t="t"/>
              <a:pathLst>
                <a:path extrusionOk="0" h="1923" w="1554">
                  <a:moveTo>
                    <a:pt x="1550" y="0"/>
                  </a:moveTo>
                  <a:lnTo>
                    <a:pt x="1485" y="17"/>
                  </a:lnTo>
                  <a:cubicBezTo>
                    <a:pt x="611" y="237"/>
                    <a:pt x="1" y="1025"/>
                    <a:pt x="1" y="1923"/>
                  </a:cubicBezTo>
                  <a:lnTo>
                    <a:pt x="566" y="1923"/>
                  </a:lnTo>
                  <a:cubicBezTo>
                    <a:pt x="1111" y="1923"/>
                    <a:pt x="1553" y="1484"/>
                    <a:pt x="1553" y="939"/>
                  </a:cubicBezTo>
                  <a:lnTo>
                    <a:pt x="1550" y="0"/>
                  </a:ln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5"/>
            <p:cNvSpPr/>
            <p:nvPr/>
          </p:nvSpPr>
          <p:spPr>
            <a:xfrm>
              <a:off x="6115369" y="4334866"/>
              <a:ext cx="29810" cy="25776"/>
            </a:xfrm>
            <a:custGeom>
              <a:rect b="b" l="l" r="r" t="t"/>
              <a:pathLst>
                <a:path extrusionOk="0" h="984" w="1138">
                  <a:moveTo>
                    <a:pt x="0" y="0"/>
                  </a:moveTo>
                  <a:lnTo>
                    <a:pt x="0" y="984"/>
                  </a:lnTo>
                  <a:lnTo>
                    <a:pt x="984" y="984"/>
                  </a:lnTo>
                  <a:lnTo>
                    <a:pt x="984" y="329"/>
                  </a:lnTo>
                  <a:lnTo>
                    <a:pt x="11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5"/>
            <p:cNvSpPr/>
            <p:nvPr/>
          </p:nvSpPr>
          <p:spPr>
            <a:xfrm>
              <a:off x="5716812" y="4199412"/>
              <a:ext cx="444005" cy="289952"/>
            </a:xfrm>
            <a:custGeom>
              <a:rect b="b" l="l" r="r" t="t"/>
              <a:pathLst>
                <a:path extrusionOk="0" h="11069" w="16950">
                  <a:moveTo>
                    <a:pt x="15952" y="5415"/>
                  </a:moveTo>
                  <a:lnTo>
                    <a:pt x="15952" y="5908"/>
                  </a:lnTo>
                  <a:lnTo>
                    <a:pt x="15462" y="5908"/>
                  </a:lnTo>
                  <a:lnTo>
                    <a:pt x="15462" y="5415"/>
                  </a:lnTo>
                  <a:close/>
                  <a:moveTo>
                    <a:pt x="1553" y="4784"/>
                  </a:moveTo>
                  <a:lnTo>
                    <a:pt x="1553" y="5387"/>
                  </a:lnTo>
                  <a:cubicBezTo>
                    <a:pt x="1549" y="5795"/>
                    <a:pt x="1220" y="6124"/>
                    <a:pt x="812" y="6124"/>
                  </a:cubicBezTo>
                  <a:lnTo>
                    <a:pt x="511" y="6124"/>
                  </a:lnTo>
                  <a:cubicBezTo>
                    <a:pt x="596" y="5528"/>
                    <a:pt x="991" y="5017"/>
                    <a:pt x="1553" y="4784"/>
                  </a:cubicBezTo>
                  <a:close/>
                  <a:moveTo>
                    <a:pt x="11028" y="490"/>
                  </a:moveTo>
                  <a:cubicBezTo>
                    <a:pt x="11573" y="494"/>
                    <a:pt x="12080" y="747"/>
                    <a:pt x="12409" y="1179"/>
                  </a:cubicBezTo>
                  <a:lnTo>
                    <a:pt x="14770" y="4332"/>
                  </a:lnTo>
                  <a:cubicBezTo>
                    <a:pt x="14818" y="4393"/>
                    <a:pt x="14890" y="4431"/>
                    <a:pt x="14968" y="4431"/>
                  </a:cubicBezTo>
                  <a:lnTo>
                    <a:pt x="16123" y="4431"/>
                  </a:lnTo>
                  <a:cubicBezTo>
                    <a:pt x="16260" y="4431"/>
                    <a:pt x="16353" y="4575"/>
                    <a:pt x="16295" y="4702"/>
                  </a:cubicBezTo>
                  <a:lnTo>
                    <a:pt x="16192" y="4921"/>
                  </a:lnTo>
                  <a:lnTo>
                    <a:pt x="15212" y="4921"/>
                  </a:lnTo>
                  <a:cubicBezTo>
                    <a:pt x="15075" y="4921"/>
                    <a:pt x="14965" y="5031"/>
                    <a:pt x="14965" y="5168"/>
                  </a:cubicBezTo>
                  <a:lnTo>
                    <a:pt x="14965" y="6155"/>
                  </a:lnTo>
                  <a:cubicBezTo>
                    <a:pt x="14965" y="6288"/>
                    <a:pt x="15075" y="6398"/>
                    <a:pt x="15212" y="6398"/>
                  </a:cubicBezTo>
                  <a:lnTo>
                    <a:pt x="15952" y="6398"/>
                  </a:lnTo>
                  <a:lnTo>
                    <a:pt x="15952" y="6758"/>
                  </a:lnTo>
                  <a:cubicBezTo>
                    <a:pt x="15949" y="6987"/>
                    <a:pt x="16038" y="7210"/>
                    <a:pt x="16202" y="7375"/>
                  </a:cubicBezTo>
                  <a:cubicBezTo>
                    <a:pt x="16271" y="7447"/>
                    <a:pt x="16312" y="7543"/>
                    <a:pt x="16312" y="7639"/>
                  </a:cubicBezTo>
                  <a:lnTo>
                    <a:pt x="16315" y="8125"/>
                  </a:lnTo>
                  <a:cubicBezTo>
                    <a:pt x="16312" y="8533"/>
                    <a:pt x="15983" y="8862"/>
                    <a:pt x="15575" y="8862"/>
                  </a:cubicBezTo>
                  <a:lnTo>
                    <a:pt x="15198" y="8862"/>
                  </a:lnTo>
                  <a:cubicBezTo>
                    <a:pt x="15068" y="7882"/>
                    <a:pt x="14235" y="7149"/>
                    <a:pt x="13245" y="7149"/>
                  </a:cubicBezTo>
                  <a:cubicBezTo>
                    <a:pt x="12258" y="7149"/>
                    <a:pt x="11422" y="7882"/>
                    <a:pt x="11292" y="8862"/>
                  </a:cubicBezTo>
                  <a:lnTo>
                    <a:pt x="4907" y="8862"/>
                  </a:lnTo>
                  <a:cubicBezTo>
                    <a:pt x="4781" y="7889"/>
                    <a:pt x="3955" y="7155"/>
                    <a:pt x="2975" y="7149"/>
                  </a:cubicBezTo>
                  <a:cubicBezTo>
                    <a:pt x="2968" y="7148"/>
                    <a:pt x="2961" y="7148"/>
                    <a:pt x="2954" y="7148"/>
                  </a:cubicBezTo>
                  <a:cubicBezTo>
                    <a:pt x="1979" y="7148"/>
                    <a:pt x="1151" y="7861"/>
                    <a:pt x="1008" y="8828"/>
                  </a:cubicBezTo>
                  <a:cubicBezTo>
                    <a:pt x="699" y="8728"/>
                    <a:pt x="494" y="8444"/>
                    <a:pt x="494" y="8125"/>
                  </a:cubicBezTo>
                  <a:lnTo>
                    <a:pt x="494" y="6621"/>
                  </a:lnTo>
                  <a:lnTo>
                    <a:pt x="812" y="6621"/>
                  </a:lnTo>
                  <a:cubicBezTo>
                    <a:pt x="1491" y="6617"/>
                    <a:pt x="2043" y="6069"/>
                    <a:pt x="2043" y="5387"/>
                  </a:cubicBezTo>
                  <a:lnTo>
                    <a:pt x="2043" y="4640"/>
                  </a:lnTo>
                  <a:lnTo>
                    <a:pt x="2886" y="4424"/>
                  </a:lnTo>
                  <a:cubicBezTo>
                    <a:pt x="2947" y="4407"/>
                    <a:pt x="3002" y="4366"/>
                    <a:pt x="3036" y="4311"/>
                  </a:cubicBezTo>
                  <a:lnTo>
                    <a:pt x="4763" y="1347"/>
                  </a:lnTo>
                  <a:cubicBezTo>
                    <a:pt x="5072" y="819"/>
                    <a:pt x="5641" y="494"/>
                    <a:pt x="6251" y="490"/>
                  </a:cubicBezTo>
                  <a:close/>
                  <a:moveTo>
                    <a:pt x="2954" y="7632"/>
                  </a:moveTo>
                  <a:cubicBezTo>
                    <a:pt x="3145" y="7632"/>
                    <a:pt x="3337" y="7669"/>
                    <a:pt x="3520" y="7745"/>
                  </a:cubicBezTo>
                  <a:cubicBezTo>
                    <a:pt x="4071" y="7974"/>
                    <a:pt x="4431" y="8512"/>
                    <a:pt x="4431" y="9109"/>
                  </a:cubicBezTo>
                  <a:cubicBezTo>
                    <a:pt x="4431" y="9924"/>
                    <a:pt x="3770" y="10586"/>
                    <a:pt x="2954" y="10586"/>
                  </a:cubicBezTo>
                  <a:cubicBezTo>
                    <a:pt x="2358" y="10586"/>
                    <a:pt x="1820" y="10226"/>
                    <a:pt x="1590" y="9674"/>
                  </a:cubicBezTo>
                  <a:cubicBezTo>
                    <a:pt x="1361" y="9122"/>
                    <a:pt x="1487" y="8488"/>
                    <a:pt x="1909" y="8063"/>
                  </a:cubicBezTo>
                  <a:cubicBezTo>
                    <a:pt x="2193" y="7782"/>
                    <a:pt x="2570" y="7632"/>
                    <a:pt x="2954" y="7632"/>
                  </a:cubicBezTo>
                  <a:close/>
                  <a:moveTo>
                    <a:pt x="13245" y="7632"/>
                  </a:moveTo>
                  <a:cubicBezTo>
                    <a:pt x="13435" y="7632"/>
                    <a:pt x="13627" y="7669"/>
                    <a:pt x="13810" y="7745"/>
                  </a:cubicBezTo>
                  <a:cubicBezTo>
                    <a:pt x="14362" y="7974"/>
                    <a:pt x="14722" y="8512"/>
                    <a:pt x="14722" y="9109"/>
                  </a:cubicBezTo>
                  <a:cubicBezTo>
                    <a:pt x="14722" y="9924"/>
                    <a:pt x="14060" y="10586"/>
                    <a:pt x="13245" y="10586"/>
                  </a:cubicBezTo>
                  <a:cubicBezTo>
                    <a:pt x="12649" y="10586"/>
                    <a:pt x="12111" y="10226"/>
                    <a:pt x="11881" y="9674"/>
                  </a:cubicBezTo>
                  <a:cubicBezTo>
                    <a:pt x="11651" y="9122"/>
                    <a:pt x="11778" y="8488"/>
                    <a:pt x="12200" y="8063"/>
                  </a:cubicBezTo>
                  <a:cubicBezTo>
                    <a:pt x="12484" y="7782"/>
                    <a:pt x="12861" y="7632"/>
                    <a:pt x="13245" y="7632"/>
                  </a:cubicBezTo>
                  <a:close/>
                  <a:moveTo>
                    <a:pt x="6251" y="0"/>
                  </a:moveTo>
                  <a:cubicBezTo>
                    <a:pt x="5466" y="0"/>
                    <a:pt x="4736" y="418"/>
                    <a:pt x="4339" y="1100"/>
                  </a:cubicBezTo>
                  <a:lnTo>
                    <a:pt x="2663" y="3972"/>
                  </a:lnTo>
                  <a:lnTo>
                    <a:pt x="1734" y="4208"/>
                  </a:lnTo>
                  <a:cubicBezTo>
                    <a:pt x="596" y="4500"/>
                    <a:pt x="0" y="5432"/>
                    <a:pt x="0" y="6374"/>
                  </a:cubicBezTo>
                  <a:lnTo>
                    <a:pt x="0" y="8125"/>
                  </a:lnTo>
                  <a:cubicBezTo>
                    <a:pt x="0" y="8715"/>
                    <a:pt x="418" y="9222"/>
                    <a:pt x="997" y="9331"/>
                  </a:cubicBezTo>
                  <a:cubicBezTo>
                    <a:pt x="1114" y="10318"/>
                    <a:pt x="1950" y="11062"/>
                    <a:pt x="2940" y="11069"/>
                  </a:cubicBezTo>
                  <a:cubicBezTo>
                    <a:pt x="2945" y="11069"/>
                    <a:pt x="2950" y="11069"/>
                    <a:pt x="2954" y="11069"/>
                  </a:cubicBezTo>
                  <a:cubicBezTo>
                    <a:pt x="3942" y="11069"/>
                    <a:pt x="4778" y="10334"/>
                    <a:pt x="4907" y="9355"/>
                  </a:cubicBezTo>
                  <a:lnTo>
                    <a:pt x="11288" y="9355"/>
                  </a:lnTo>
                  <a:cubicBezTo>
                    <a:pt x="11418" y="10335"/>
                    <a:pt x="12254" y="11069"/>
                    <a:pt x="13241" y="11069"/>
                  </a:cubicBezTo>
                  <a:cubicBezTo>
                    <a:pt x="14232" y="11069"/>
                    <a:pt x="15068" y="10335"/>
                    <a:pt x="15195" y="9355"/>
                  </a:cubicBezTo>
                  <a:lnTo>
                    <a:pt x="15572" y="9355"/>
                  </a:lnTo>
                  <a:cubicBezTo>
                    <a:pt x="16254" y="9355"/>
                    <a:pt x="16802" y="8804"/>
                    <a:pt x="16805" y="8125"/>
                  </a:cubicBezTo>
                  <a:lnTo>
                    <a:pt x="16805" y="7642"/>
                  </a:lnTo>
                  <a:cubicBezTo>
                    <a:pt x="16805" y="7409"/>
                    <a:pt x="16713" y="7190"/>
                    <a:pt x="16552" y="7029"/>
                  </a:cubicBezTo>
                  <a:cubicBezTo>
                    <a:pt x="16480" y="6957"/>
                    <a:pt x="16442" y="6857"/>
                    <a:pt x="16445" y="6758"/>
                  </a:cubicBezTo>
                  <a:lnTo>
                    <a:pt x="16445" y="5552"/>
                  </a:lnTo>
                  <a:lnTo>
                    <a:pt x="16572" y="5274"/>
                  </a:lnTo>
                  <a:lnTo>
                    <a:pt x="16744" y="4911"/>
                  </a:lnTo>
                  <a:cubicBezTo>
                    <a:pt x="16949" y="4458"/>
                    <a:pt x="16620" y="3941"/>
                    <a:pt x="16123" y="3938"/>
                  </a:cubicBezTo>
                  <a:lnTo>
                    <a:pt x="15092" y="3938"/>
                  </a:lnTo>
                  <a:lnTo>
                    <a:pt x="12803" y="888"/>
                  </a:lnTo>
                  <a:cubicBezTo>
                    <a:pt x="12381" y="329"/>
                    <a:pt x="11727" y="4"/>
                    <a:pt x="11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85"/>
            <p:cNvSpPr/>
            <p:nvPr/>
          </p:nvSpPr>
          <p:spPr>
            <a:xfrm>
              <a:off x="5766163" y="4412246"/>
              <a:ext cx="55691" cy="51604"/>
            </a:xfrm>
            <a:custGeom>
              <a:rect b="b" l="l" r="r" t="t"/>
              <a:pathLst>
                <a:path extrusionOk="0" h="1970" w="2126">
                  <a:moveTo>
                    <a:pt x="1063" y="0"/>
                  </a:moveTo>
                  <a:cubicBezTo>
                    <a:pt x="645" y="4"/>
                    <a:pt x="272" y="271"/>
                    <a:pt x="138" y="668"/>
                  </a:cubicBezTo>
                  <a:cubicBezTo>
                    <a:pt x="1" y="1066"/>
                    <a:pt x="135" y="1505"/>
                    <a:pt x="464" y="1762"/>
                  </a:cubicBezTo>
                  <a:cubicBezTo>
                    <a:pt x="642" y="1900"/>
                    <a:pt x="856" y="1969"/>
                    <a:pt x="1071" y="1969"/>
                  </a:cubicBezTo>
                  <a:cubicBezTo>
                    <a:pt x="1256" y="1969"/>
                    <a:pt x="1441" y="1918"/>
                    <a:pt x="1605" y="1813"/>
                  </a:cubicBezTo>
                  <a:cubicBezTo>
                    <a:pt x="1958" y="1587"/>
                    <a:pt x="2126" y="1158"/>
                    <a:pt x="2026" y="754"/>
                  </a:cubicBezTo>
                  <a:cubicBezTo>
                    <a:pt x="2000" y="639"/>
                    <a:pt x="1898" y="563"/>
                    <a:pt x="1787" y="563"/>
                  </a:cubicBezTo>
                  <a:cubicBezTo>
                    <a:pt x="1769" y="563"/>
                    <a:pt x="1750" y="565"/>
                    <a:pt x="1731" y="569"/>
                  </a:cubicBezTo>
                  <a:cubicBezTo>
                    <a:pt x="1598" y="603"/>
                    <a:pt x="1516" y="737"/>
                    <a:pt x="1550" y="867"/>
                  </a:cubicBezTo>
                  <a:cubicBezTo>
                    <a:pt x="1631" y="1205"/>
                    <a:pt x="1364" y="1479"/>
                    <a:pt x="1069" y="1479"/>
                  </a:cubicBezTo>
                  <a:cubicBezTo>
                    <a:pt x="966" y="1479"/>
                    <a:pt x="861" y="1446"/>
                    <a:pt x="765" y="1371"/>
                  </a:cubicBezTo>
                  <a:cubicBezTo>
                    <a:pt x="400" y="1084"/>
                    <a:pt x="603" y="494"/>
                    <a:pt x="1066" y="494"/>
                  </a:cubicBezTo>
                  <a:cubicBezTo>
                    <a:pt x="1067" y="494"/>
                    <a:pt x="1069" y="494"/>
                    <a:pt x="1070" y="494"/>
                  </a:cubicBezTo>
                  <a:cubicBezTo>
                    <a:pt x="1204" y="487"/>
                    <a:pt x="1307" y="377"/>
                    <a:pt x="1307" y="247"/>
                  </a:cubicBezTo>
                  <a:cubicBezTo>
                    <a:pt x="1307" y="113"/>
                    <a:pt x="1204" y="4"/>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85"/>
            <p:cNvSpPr/>
            <p:nvPr/>
          </p:nvSpPr>
          <p:spPr>
            <a:xfrm>
              <a:off x="6035736" y="4412220"/>
              <a:ext cx="55691" cy="51630"/>
            </a:xfrm>
            <a:custGeom>
              <a:rect b="b" l="l" r="r" t="t"/>
              <a:pathLst>
                <a:path extrusionOk="0" h="1971" w="2126">
                  <a:moveTo>
                    <a:pt x="1082" y="1"/>
                  </a:moveTo>
                  <a:cubicBezTo>
                    <a:pt x="1078" y="1"/>
                    <a:pt x="1074" y="1"/>
                    <a:pt x="1070" y="1"/>
                  </a:cubicBezTo>
                  <a:cubicBezTo>
                    <a:pt x="648" y="1"/>
                    <a:pt x="275" y="265"/>
                    <a:pt x="138" y="663"/>
                  </a:cubicBezTo>
                  <a:cubicBezTo>
                    <a:pt x="1" y="1060"/>
                    <a:pt x="131" y="1502"/>
                    <a:pt x="460" y="1759"/>
                  </a:cubicBezTo>
                  <a:cubicBezTo>
                    <a:pt x="639" y="1899"/>
                    <a:pt x="854" y="1970"/>
                    <a:pt x="1070" y="1970"/>
                  </a:cubicBezTo>
                  <a:cubicBezTo>
                    <a:pt x="1254" y="1970"/>
                    <a:pt x="1440" y="1918"/>
                    <a:pt x="1604" y="1814"/>
                  </a:cubicBezTo>
                  <a:cubicBezTo>
                    <a:pt x="1957" y="1588"/>
                    <a:pt x="2125" y="1159"/>
                    <a:pt x="2026" y="752"/>
                  </a:cubicBezTo>
                  <a:cubicBezTo>
                    <a:pt x="1999" y="640"/>
                    <a:pt x="1897" y="564"/>
                    <a:pt x="1787" y="564"/>
                  </a:cubicBezTo>
                  <a:cubicBezTo>
                    <a:pt x="1768" y="564"/>
                    <a:pt x="1750" y="566"/>
                    <a:pt x="1731" y="570"/>
                  </a:cubicBezTo>
                  <a:cubicBezTo>
                    <a:pt x="1598" y="604"/>
                    <a:pt x="1515" y="738"/>
                    <a:pt x="1550" y="868"/>
                  </a:cubicBezTo>
                  <a:cubicBezTo>
                    <a:pt x="1556" y="906"/>
                    <a:pt x="1563" y="947"/>
                    <a:pt x="1563" y="985"/>
                  </a:cubicBezTo>
                  <a:cubicBezTo>
                    <a:pt x="1563" y="1282"/>
                    <a:pt x="1320" y="1478"/>
                    <a:pt x="1065" y="1478"/>
                  </a:cubicBezTo>
                  <a:cubicBezTo>
                    <a:pt x="944" y="1478"/>
                    <a:pt x="821" y="1434"/>
                    <a:pt x="720" y="1334"/>
                  </a:cubicBezTo>
                  <a:cubicBezTo>
                    <a:pt x="412" y="1022"/>
                    <a:pt x="631" y="491"/>
                    <a:pt x="1070" y="491"/>
                  </a:cubicBezTo>
                  <a:cubicBezTo>
                    <a:pt x="1074" y="491"/>
                    <a:pt x="1078" y="491"/>
                    <a:pt x="1082" y="491"/>
                  </a:cubicBezTo>
                  <a:cubicBezTo>
                    <a:pt x="1217" y="491"/>
                    <a:pt x="1327" y="381"/>
                    <a:pt x="1327" y="248"/>
                  </a:cubicBezTo>
                  <a:cubicBezTo>
                    <a:pt x="1327" y="111"/>
                    <a:pt x="1217" y="1"/>
                    <a:pt x="1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5"/>
            <p:cNvSpPr/>
            <p:nvPr/>
          </p:nvSpPr>
          <p:spPr>
            <a:xfrm>
              <a:off x="5990235" y="4360616"/>
              <a:ext cx="123719" cy="58284"/>
            </a:xfrm>
            <a:custGeom>
              <a:rect b="b" l="l" r="r" t="t"/>
              <a:pathLst>
                <a:path extrusionOk="0" h="2225" w="4723">
                  <a:moveTo>
                    <a:pt x="2809" y="0"/>
                  </a:moveTo>
                  <a:cubicBezTo>
                    <a:pt x="2220" y="0"/>
                    <a:pt x="1631" y="176"/>
                    <a:pt x="1124" y="528"/>
                  </a:cubicBezTo>
                  <a:cubicBezTo>
                    <a:pt x="641" y="864"/>
                    <a:pt x="271" y="1334"/>
                    <a:pt x="55" y="1882"/>
                  </a:cubicBezTo>
                  <a:cubicBezTo>
                    <a:pt x="0" y="2009"/>
                    <a:pt x="62" y="2156"/>
                    <a:pt x="192" y="2208"/>
                  </a:cubicBezTo>
                  <a:cubicBezTo>
                    <a:pt x="222" y="2219"/>
                    <a:pt x="252" y="2225"/>
                    <a:pt x="282" y="2225"/>
                  </a:cubicBezTo>
                  <a:cubicBezTo>
                    <a:pt x="384" y="2225"/>
                    <a:pt x="480" y="2161"/>
                    <a:pt x="514" y="2060"/>
                  </a:cubicBezTo>
                  <a:cubicBezTo>
                    <a:pt x="888" y="1118"/>
                    <a:pt x="1796" y="498"/>
                    <a:pt x="2807" y="494"/>
                  </a:cubicBezTo>
                  <a:cubicBezTo>
                    <a:pt x="2812" y="494"/>
                    <a:pt x="2817" y="494"/>
                    <a:pt x="2822" y="494"/>
                  </a:cubicBezTo>
                  <a:cubicBezTo>
                    <a:pt x="3351" y="494"/>
                    <a:pt x="3863" y="669"/>
                    <a:pt x="4284" y="988"/>
                  </a:cubicBezTo>
                  <a:cubicBezTo>
                    <a:pt x="4330" y="1025"/>
                    <a:pt x="4384" y="1043"/>
                    <a:pt x="4438" y="1043"/>
                  </a:cubicBezTo>
                  <a:cubicBezTo>
                    <a:pt x="4513" y="1043"/>
                    <a:pt x="4587" y="1009"/>
                    <a:pt x="4637" y="943"/>
                  </a:cubicBezTo>
                  <a:cubicBezTo>
                    <a:pt x="4722" y="833"/>
                    <a:pt x="4695" y="672"/>
                    <a:pt x="4578" y="594"/>
                  </a:cubicBezTo>
                  <a:cubicBezTo>
                    <a:pt x="4056" y="198"/>
                    <a:pt x="3433" y="0"/>
                    <a:pt x="2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5"/>
            <p:cNvSpPr/>
            <p:nvPr/>
          </p:nvSpPr>
          <p:spPr>
            <a:xfrm>
              <a:off x="5806032" y="4225161"/>
              <a:ext cx="124426" cy="193214"/>
            </a:xfrm>
            <a:custGeom>
              <a:rect b="b" l="l" r="r" t="t"/>
              <a:pathLst>
                <a:path extrusionOk="0" h="7376" w="4750">
                  <a:moveTo>
                    <a:pt x="4260" y="494"/>
                  </a:moveTo>
                  <a:lnTo>
                    <a:pt x="4260" y="2958"/>
                  </a:lnTo>
                  <a:lnTo>
                    <a:pt x="984" y="2958"/>
                  </a:lnTo>
                  <a:lnTo>
                    <a:pt x="2207" y="861"/>
                  </a:lnTo>
                  <a:cubicBezTo>
                    <a:pt x="2341" y="635"/>
                    <a:pt x="2584" y="494"/>
                    <a:pt x="2845" y="494"/>
                  </a:cubicBezTo>
                  <a:close/>
                  <a:moveTo>
                    <a:pt x="2845" y="1"/>
                  </a:moveTo>
                  <a:cubicBezTo>
                    <a:pt x="2409" y="4"/>
                    <a:pt x="2005" y="234"/>
                    <a:pt x="1782" y="614"/>
                  </a:cubicBezTo>
                  <a:lnTo>
                    <a:pt x="343" y="3078"/>
                  </a:lnTo>
                  <a:lnTo>
                    <a:pt x="76" y="3541"/>
                  </a:lnTo>
                  <a:cubicBezTo>
                    <a:pt x="0" y="3661"/>
                    <a:pt x="38" y="3815"/>
                    <a:pt x="158" y="3883"/>
                  </a:cubicBezTo>
                  <a:cubicBezTo>
                    <a:pt x="197" y="3907"/>
                    <a:pt x="240" y="3918"/>
                    <a:pt x="283" y="3918"/>
                  </a:cubicBezTo>
                  <a:cubicBezTo>
                    <a:pt x="370" y="3918"/>
                    <a:pt x="455" y="3871"/>
                    <a:pt x="501" y="3791"/>
                  </a:cubicBezTo>
                  <a:lnTo>
                    <a:pt x="700" y="3448"/>
                  </a:lnTo>
                  <a:lnTo>
                    <a:pt x="4260" y="3448"/>
                  </a:lnTo>
                  <a:lnTo>
                    <a:pt x="4260" y="7139"/>
                  </a:lnTo>
                  <a:cubicBezTo>
                    <a:pt x="4263" y="7272"/>
                    <a:pt x="4373" y="7375"/>
                    <a:pt x="4503" y="7375"/>
                  </a:cubicBezTo>
                  <a:cubicBezTo>
                    <a:pt x="4637" y="7375"/>
                    <a:pt x="4747" y="7272"/>
                    <a:pt x="4750" y="7139"/>
                  </a:cubicBezTo>
                  <a:lnTo>
                    <a:pt x="4750" y="247"/>
                  </a:lnTo>
                  <a:cubicBezTo>
                    <a:pt x="4750" y="110"/>
                    <a:pt x="4640" y="1"/>
                    <a:pt x="4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5"/>
            <p:cNvSpPr/>
            <p:nvPr/>
          </p:nvSpPr>
          <p:spPr>
            <a:xfrm>
              <a:off x="5943189" y="4225266"/>
              <a:ext cx="128120" cy="102606"/>
            </a:xfrm>
            <a:custGeom>
              <a:rect b="b" l="l" r="r" t="t"/>
              <a:pathLst>
                <a:path extrusionOk="0" h="3917" w="4891">
                  <a:moveTo>
                    <a:pt x="254" y="0"/>
                  </a:moveTo>
                  <a:cubicBezTo>
                    <a:pt x="117" y="0"/>
                    <a:pt x="7" y="110"/>
                    <a:pt x="7" y="247"/>
                  </a:cubicBezTo>
                  <a:lnTo>
                    <a:pt x="7" y="3663"/>
                  </a:lnTo>
                  <a:cubicBezTo>
                    <a:pt x="1" y="3800"/>
                    <a:pt x="114" y="3917"/>
                    <a:pt x="254" y="3917"/>
                  </a:cubicBezTo>
                  <a:cubicBezTo>
                    <a:pt x="395" y="3917"/>
                    <a:pt x="504" y="3800"/>
                    <a:pt x="501" y="3663"/>
                  </a:cubicBezTo>
                  <a:lnTo>
                    <a:pt x="501" y="494"/>
                  </a:lnTo>
                  <a:lnTo>
                    <a:pt x="2386" y="494"/>
                  </a:lnTo>
                  <a:cubicBezTo>
                    <a:pt x="2389" y="494"/>
                    <a:pt x="2393" y="494"/>
                    <a:pt x="2396" y="494"/>
                  </a:cubicBezTo>
                  <a:cubicBezTo>
                    <a:pt x="2625" y="494"/>
                    <a:pt x="2840" y="603"/>
                    <a:pt x="2978" y="785"/>
                  </a:cubicBezTo>
                  <a:lnTo>
                    <a:pt x="4013" y="2166"/>
                  </a:lnTo>
                  <a:cubicBezTo>
                    <a:pt x="4257" y="2488"/>
                    <a:pt x="4024" y="2951"/>
                    <a:pt x="3619" y="2951"/>
                  </a:cubicBezTo>
                  <a:lnTo>
                    <a:pt x="1238" y="2951"/>
                  </a:lnTo>
                  <a:cubicBezTo>
                    <a:pt x="1236" y="2951"/>
                    <a:pt x="1233" y="2951"/>
                    <a:pt x="1231" y="2951"/>
                  </a:cubicBezTo>
                  <a:cubicBezTo>
                    <a:pt x="1094" y="2951"/>
                    <a:pt x="981" y="3059"/>
                    <a:pt x="981" y="3197"/>
                  </a:cubicBezTo>
                  <a:cubicBezTo>
                    <a:pt x="981" y="3334"/>
                    <a:pt x="1091" y="3444"/>
                    <a:pt x="1226" y="3444"/>
                  </a:cubicBezTo>
                  <a:cubicBezTo>
                    <a:pt x="1230" y="3444"/>
                    <a:pt x="1234" y="3444"/>
                    <a:pt x="1238" y="3444"/>
                  </a:cubicBezTo>
                  <a:lnTo>
                    <a:pt x="3619" y="3444"/>
                  </a:lnTo>
                  <a:cubicBezTo>
                    <a:pt x="4428" y="3444"/>
                    <a:pt x="4891" y="2519"/>
                    <a:pt x="4407" y="1868"/>
                  </a:cubicBezTo>
                  <a:lnTo>
                    <a:pt x="3373" y="494"/>
                  </a:lnTo>
                  <a:cubicBezTo>
                    <a:pt x="3140" y="182"/>
                    <a:pt x="2773"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85"/>
            <p:cNvSpPr/>
            <p:nvPr/>
          </p:nvSpPr>
          <p:spPr>
            <a:xfrm>
              <a:off x="5865730" y="4328396"/>
              <a:ext cx="38716" cy="12862"/>
            </a:xfrm>
            <a:custGeom>
              <a:rect b="b" l="l" r="r" t="t"/>
              <a:pathLst>
                <a:path extrusionOk="0" h="491" w="1478">
                  <a:moveTo>
                    <a:pt x="245" y="0"/>
                  </a:moveTo>
                  <a:cubicBezTo>
                    <a:pt x="110" y="0"/>
                    <a:pt x="0" y="111"/>
                    <a:pt x="0" y="247"/>
                  </a:cubicBezTo>
                  <a:cubicBezTo>
                    <a:pt x="0" y="380"/>
                    <a:pt x="110" y="491"/>
                    <a:pt x="245" y="491"/>
                  </a:cubicBezTo>
                  <a:cubicBezTo>
                    <a:pt x="249" y="491"/>
                    <a:pt x="253" y="491"/>
                    <a:pt x="257" y="491"/>
                  </a:cubicBezTo>
                  <a:lnTo>
                    <a:pt x="1241" y="491"/>
                  </a:lnTo>
                  <a:cubicBezTo>
                    <a:pt x="1374" y="487"/>
                    <a:pt x="1477" y="377"/>
                    <a:pt x="1477" y="247"/>
                  </a:cubicBezTo>
                  <a:cubicBezTo>
                    <a:pt x="1477" y="114"/>
                    <a:pt x="1374" y="4"/>
                    <a:pt x="1241" y="1"/>
                  </a:cubicBezTo>
                  <a:lnTo>
                    <a:pt x="257" y="1"/>
                  </a:lnTo>
                  <a:cubicBezTo>
                    <a:pt x="253" y="0"/>
                    <a:pt x="249" y="0"/>
                    <a:pt x="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5"/>
            <p:cNvSpPr/>
            <p:nvPr/>
          </p:nvSpPr>
          <p:spPr>
            <a:xfrm>
              <a:off x="5968860" y="4328396"/>
              <a:ext cx="38978" cy="12862"/>
            </a:xfrm>
            <a:custGeom>
              <a:rect b="b" l="l" r="r" t="t"/>
              <a:pathLst>
                <a:path extrusionOk="0" h="491" w="1488">
                  <a:moveTo>
                    <a:pt x="246" y="0"/>
                  </a:moveTo>
                  <a:cubicBezTo>
                    <a:pt x="111" y="0"/>
                    <a:pt x="1" y="111"/>
                    <a:pt x="1" y="247"/>
                  </a:cubicBezTo>
                  <a:cubicBezTo>
                    <a:pt x="1" y="380"/>
                    <a:pt x="111" y="491"/>
                    <a:pt x="246" y="491"/>
                  </a:cubicBezTo>
                  <a:cubicBezTo>
                    <a:pt x="250" y="491"/>
                    <a:pt x="254" y="491"/>
                    <a:pt x="258" y="491"/>
                  </a:cubicBezTo>
                  <a:lnTo>
                    <a:pt x="1245" y="491"/>
                  </a:lnTo>
                  <a:cubicBezTo>
                    <a:pt x="1378" y="491"/>
                    <a:pt x="1488" y="381"/>
                    <a:pt x="1488" y="247"/>
                  </a:cubicBezTo>
                  <a:cubicBezTo>
                    <a:pt x="1488" y="110"/>
                    <a:pt x="1378" y="1"/>
                    <a:pt x="1245" y="1"/>
                  </a:cubicBezTo>
                  <a:lnTo>
                    <a:pt x="258" y="1"/>
                  </a:lnTo>
                  <a:cubicBezTo>
                    <a:pt x="254" y="0"/>
                    <a:pt x="250"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5" name="Google Shape;12675;p85"/>
          <p:cNvGrpSpPr/>
          <p:nvPr/>
        </p:nvGrpSpPr>
        <p:grpSpPr>
          <a:xfrm>
            <a:off x="850462" y="3680227"/>
            <a:ext cx="385302" cy="355126"/>
            <a:chOff x="850462" y="3680227"/>
            <a:chExt cx="385302" cy="355126"/>
          </a:xfrm>
        </p:grpSpPr>
        <p:sp>
          <p:nvSpPr>
            <p:cNvPr id="12676" name="Google Shape;12676;p85"/>
            <p:cNvSpPr/>
            <p:nvPr/>
          </p:nvSpPr>
          <p:spPr>
            <a:xfrm>
              <a:off x="1021829" y="3747627"/>
              <a:ext cx="42488" cy="42488"/>
            </a:xfrm>
            <a:custGeom>
              <a:rect b="b" l="l" r="r" t="t"/>
              <a:pathLst>
                <a:path extrusionOk="0" h="1622" w="1622">
                  <a:moveTo>
                    <a:pt x="1" y="0"/>
                  </a:moveTo>
                  <a:lnTo>
                    <a:pt x="1" y="1621"/>
                  </a:lnTo>
                  <a:lnTo>
                    <a:pt x="1622" y="1621"/>
                  </a:lnTo>
                  <a:lnTo>
                    <a:pt x="1622"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85"/>
            <p:cNvSpPr/>
            <p:nvPr/>
          </p:nvSpPr>
          <p:spPr>
            <a:xfrm>
              <a:off x="1021829" y="3769788"/>
              <a:ext cx="42488" cy="20327"/>
            </a:xfrm>
            <a:custGeom>
              <a:rect b="b" l="l" r="r" t="t"/>
              <a:pathLst>
                <a:path extrusionOk="0" h="776" w="1622">
                  <a:moveTo>
                    <a:pt x="1" y="1"/>
                  </a:moveTo>
                  <a:lnTo>
                    <a:pt x="1" y="775"/>
                  </a:lnTo>
                  <a:lnTo>
                    <a:pt x="1622" y="775"/>
                  </a:lnTo>
                  <a:lnTo>
                    <a:pt x="1622"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85"/>
            <p:cNvSpPr/>
            <p:nvPr/>
          </p:nvSpPr>
          <p:spPr>
            <a:xfrm>
              <a:off x="871653" y="3685911"/>
              <a:ext cx="150202" cy="104282"/>
            </a:xfrm>
            <a:custGeom>
              <a:rect b="b" l="l" r="r" t="t"/>
              <a:pathLst>
                <a:path extrusionOk="0" h="3981" w="5734">
                  <a:moveTo>
                    <a:pt x="2401" y="0"/>
                  </a:moveTo>
                  <a:cubicBezTo>
                    <a:pt x="1887" y="0"/>
                    <a:pt x="1420" y="288"/>
                    <a:pt x="1097" y="1064"/>
                  </a:cubicBezTo>
                  <a:cubicBezTo>
                    <a:pt x="1" y="3699"/>
                    <a:pt x="2118" y="3980"/>
                    <a:pt x="2118" y="3980"/>
                  </a:cubicBezTo>
                  <a:lnTo>
                    <a:pt x="5734" y="3980"/>
                  </a:lnTo>
                  <a:lnTo>
                    <a:pt x="5734" y="2356"/>
                  </a:lnTo>
                  <a:cubicBezTo>
                    <a:pt x="5734" y="2356"/>
                    <a:pt x="3873" y="0"/>
                    <a:pt x="2401"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85"/>
            <p:cNvSpPr/>
            <p:nvPr/>
          </p:nvSpPr>
          <p:spPr>
            <a:xfrm>
              <a:off x="1064291" y="3685911"/>
              <a:ext cx="150202" cy="104282"/>
            </a:xfrm>
            <a:custGeom>
              <a:rect b="b" l="l" r="r" t="t"/>
              <a:pathLst>
                <a:path extrusionOk="0" h="3981" w="5734">
                  <a:moveTo>
                    <a:pt x="3333" y="0"/>
                  </a:moveTo>
                  <a:cubicBezTo>
                    <a:pt x="1862" y="0"/>
                    <a:pt x="1" y="2356"/>
                    <a:pt x="1" y="2356"/>
                  </a:cubicBezTo>
                  <a:lnTo>
                    <a:pt x="1" y="3980"/>
                  </a:lnTo>
                  <a:lnTo>
                    <a:pt x="3612" y="3980"/>
                  </a:lnTo>
                  <a:cubicBezTo>
                    <a:pt x="3612" y="3980"/>
                    <a:pt x="5734" y="3699"/>
                    <a:pt x="4637" y="1064"/>
                  </a:cubicBezTo>
                  <a:cubicBezTo>
                    <a:pt x="4314" y="288"/>
                    <a:pt x="3847" y="0"/>
                    <a:pt x="3333"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85"/>
            <p:cNvSpPr/>
            <p:nvPr/>
          </p:nvSpPr>
          <p:spPr>
            <a:xfrm>
              <a:off x="885563" y="3738275"/>
              <a:ext cx="136293" cy="51918"/>
            </a:xfrm>
            <a:custGeom>
              <a:rect b="b" l="l" r="r" t="t"/>
              <a:pathLst>
                <a:path extrusionOk="0" h="1982" w="5203">
                  <a:moveTo>
                    <a:pt x="285" y="1"/>
                  </a:moveTo>
                  <a:cubicBezTo>
                    <a:pt x="1" y="1769"/>
                    <a:pt x="1587" y="1981"/>
                    <a:pt x="1587" y="1981"/>
                  </a:cubicBezTo>
                  <a:lnTo>
                    <a:pt x="5203" y="1981"/>
                  </a:lnTo>
                  <a:lnTo>
                    <a:pt x="5203" y="1204"/>
                  </a:lnTo>
                  <a:lnTo>
                    <a:pt x="1587" y="1204"/>
                  </a:lnTo>
                  <a:cubicBezTo>
                    <a:pt x="1587" y="1204"/>
                    <a:pt x="498" y="1060"/>
                    <a:pt x="285"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5"/>
            <p:cNvSpPr/>
            <p:nvPr/>
          </p:nvSpPr>
          <p:spPr>
            <a:xfrm>
              <a:off x="1064291" y="3738275"/>
              <a:ext cx="136293" cy="51840"/>
            </a:xfrm>
            <a:custGeom>
              <a:rect b="b" l="l" r="r" t="t"/>
              <a:pathLst>
                <a:path extrusionOk="0" h="1979" w="5203">
                  <a:moveTo>
                    <a:pt x="4918" y="1"/>
                  </a:moveTo>
                  <a:lnTo>
                    <a:pt x="4918" y="1"/>
                  </a:lnTo>
                  <a:cubicBezTo>
                    <a:pt x="4706" y="1060"/>
                    <a:pt x="3612" y="1204"/>
                    <a:pt x="3612" y="1204"/>
                  </a:cubicBezTo>
                  <a:lnTo>
                    <a:pt x="1" y="1204"/>
                  </a:lnTo>
                  <a:lnTo>
                    <a:pt x="1" y="1978"/>
                  </a:lnTo>
                  <a:lnTo>
                    <a:pt x="3616" y="1978"/>
                  </a:lnTo>
                  <a:cubicBezTo>
                    <a:pt x="3616" y="1978"/>
                    <a:pt x="5202" y="1769"/>
                    <a:pt x="4918"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5"/>
            <p:cNvSpPr/>
            <p:nvPr/>
          </p:nvSpPr>
          <p:spPr>
            <a:xfrm>
              <a:off x="884672" y="3845989"/>
              <a:ext cx="316802" cy="183706"/>
            </a:xfrm>
            <a:custGeom>
              <a:rect b="b" l="l" r="r" t="t"/>
              <a:pathLst>
                <a:path extrusionOk="0" h="7013" w="12094">
                  <a:moveTo>
                    <a:pt x="1" y="1"/>
                  </a:moveTo>
                  <a:lnTo>
                    <a:pt x="1" y="6293"/>
                  </a:lnTo>
                  <a:cubicBezTo>
                    <a:pt x="1" y="6690"/>
                    <a:pt x="323" y="7012"/>
                    <a:pt x="720" y="7012"/>
                  </a:cubicBezTo>
                  <a:lnTo>
                    <a:pt x="11374" y="7012"/>
                  </a:lnTo>
                  <a:cubicBezTo>
                    <a:pt x="11772" y="7012"/>
                    <a:pt x="12094" y="6690"/>
                    <a:pt x="12094" y="6293"/>
                  </a:cubicBezTo>
                  <a:lnTo>
                    <a:pt x="12094"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5"/>
            <p:cNvSpPr/>
            <p:nvPr/>
          </p:nvSpPr>
          <p:spPr>
            <a:xfrm>
              <a:off x="884672" y="3845989"/>
              <a:ext cx="316802" cy="20327"/>
            </a:xfrm>
            <a:custGeom>
              <a:rect b="b" l="l" r="r" t="t"/>
              <a:pathLst>
                <a:path extrusionOk="0" h="776" w="12094">
                  <a:moveTo>
                    <a:pt x="1" y="1"/>
                  </a:moveTo>
                  <a:lnTo>
                    <a:pt x="1" y="775"/>
                  </a:lnTo>
                  <a:lnTo>
                    <a:pt x="12094" y="775"/>
                  </a:lnTo>
                  <a:lnTo>
                    <a:pt x="12094" y="1"/>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85"/>
            <p:cNvSpPr/>
            <p:nvPr/>
          </p:nvSpPr>
          <p:spPr>
            <a:xfrm>
              <a:off x="856041" y="3790089"/>
              <a:ext cx="374065" cy="55926"/>
            </a:xfrm>
            <a:custGeom>
              <a:rect b="b" l="l" r="r" t="t"/>
              <a:pathLst>
                <a:path extrusionOk="0" h="2135" w="14280">
                  <a:moveTo>
                    <a:pt x="0" y="0"/>
                  </a:moveTo>
                  <a:lnTo>
                    <a:pt x="0" y="2135"/>
                  </a:lnTo>
                  <a:lnTo>
                    <a:pt x="14280" y="2135"/>
                  </a:lnTo>
                  <a:lnTo>
                    <a:pt x="142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85"/>
            <p:cNvSpPr/>
            <p:nvPr/>
          </p:nvSpPr>
          <p:spPr>
            <a:xfrm>
              <a:off x="856041" y="3825635"/>
              <a:ext cx="374065" cy="20380"/>
            </a:xfrm>
            <a:custGeom>
              <a:rect b="b" l="l" r="r" t="t"/>
              <a:pathLst>
                <a:path extrusionOk="0" h="778" w="14280">
                  <a:moveTo>
                    <a:pt x="0" y="0"/>
                  </a:moveTo>
                  <a:lnTo>
                    <a:pt x="0" y="778"/>
                  </a:lnTo>
                  <a:lnTo>
                    <a:pt x="14280" y="778"/>
                  </a:lnTo>
                  <a:lnTo>
                    <a:pt x="14280" y="0"/>
                  </a:ln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5"/>
            <p:cNvSpPr/>
            <p:nvPr/>
          </p:nvSpPr>
          <p:spPr>
            <a:xfrm>
              <a:off x="1015097" y="3790089"/>
              <a:ext cx="55953" cy="239606"/>
            </a:xfrm>
            <a:custGeom>
              <a:rect b="b" l="l" r="r" t="t"/>
              <a:pathLst>
                <a:path extrusionOk="0" h="9147" w="2136">
                  <a:moveTo>
                    <a:pt x="1" y="0"/>
                  </a:moveTo>
                  <a:lnTo>
                    <a:pt x="1" y="9146"/>
                  </a:lnTo>
                  <a:lnTo>
                    <a:pt x="2136" y="9146"/>
                  </a:lnTo>
                  <a:lnTo>
                    <a:pt x="2136" y="0"/>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5"/>
            <p:cNvSpPr/>
            <p:nvPr/>
          </p:nvSpPr>
          <p:spPr>
            <a:xfrm>
              <a:off x="1050644" y="3790089"/>
              <a:ext cx="20406" cy="239606"/>
            </a:xfrm>
            <a:custGeom>
              <a:rect b="b" l="l" r="r" t="t"/>
              <a:pathLst>
                <a:path extrusionOk="0" h="9147" w="779">
                  <a:moveTo>
                    <a:pt x="1" y="0"/>
                  </a:moveTo>
                  <a:lnTo>
                    <a:pt x="1" y="9146"/>
                  </a:lnTo>
                  <a:lnTo>
                    <a:pt x="779" y="9146"/>
                  </a:lnTo>
                  <a:lnTo>
                    <a:pt x="779"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5"/>
            <p:cNvSpPr/>
            <p:nvPr/>
          </p:nvSpPr>
          <p:spPr>
            <a:xfrm>
              <a:off x="850462" y="3680227"/>
              <a:ext cx="385302" cy="355126"/>
            </a:xfrm>
            <a:custGeom>
              <a:rect b="b" l="l" r="r" t="t"/>
              <a:pathLst>
                <a:path extrusionOk="0" h="13557" w="14709">
                  <a:moveTo>
                    <a:pt x="7948" y="2789"/>
                  </a:moveTo>
                  <a:lnTo>
                    <a:pt x="7948" y="3978"/>
                  </a:lnTo>
                  <a:lnTo>
                    <a:pt x="6759" y="3978"/>
                  </a:lnTo>
                  <a:lnTo>
                    <a:pt x="6759" y="2789"/>
                  </a:lnTo>
                  <a:close/>
                  <a:moveTo>
                    <a:pt x="11498" y="432"/>
                  </a:moveTo>
                  <a:cubicBezTo>
                    <a:pt x="11548" y="432"/>
                    <a:pt x="11597" y="435"/>
                    <a:pt x="11645" y="442"/>
                  </a:cubicBezTo>
                  <a:cubicBezTo>
                    <a:pt x="12053" y="497"/>
                    <a:pt x="12365" y="798"/>
                    <a:pt x="12601" y="1364"/>
                  </a:cubicBezTo>
                  <a:cubicBezTo>
                    <a:pt x="12951" y="2207"/>
                    <a:pt x="12995" y="2868"/>
                    <a:pt x="12728" y="3334"/>
                  </a:cubicBezTo>
                  <a:cubicBezTo>
                    <a:pt x="12440" y="3841"/>
                    <a:pt x="11851" y="3964"/>
                    <a:pt x="11762" y="3978"/>
                  </a:cubicBezTo>
                  <a:lnTo>
                    <a:pt x="8383" y="3978"/>
                  </a:lnTo>
                  <a:lnTo>
                    <a:pt x="8383" y="2649"/>
                  </a:lnTo>
                  <a:cubicBezTo>
                    <a:pt x="8729" y="2231"/>
                    <a:pt x="9102" y="1840"/>
                    <a:pt x="9507" y="1480"/>
                  </a:cubicBezTo>
                  <a:cubicBezTo>
                    <a:pt x="10286" y="792"/>
                    <a:pt x="10968" y="432"/>
                    <a:pt x="11498" y="432"/>
                  </a:cubicBezTo>
                  <a:close/>
                  <a:moveTo>
                    <a:pt x="6070" y="4413"/>
                  </a:moveTo>
                  <a:lnTo>
                    <a:pt x="6070" y="6113"/>
                  </a:lnTo>
                  <a:lnTo>
                    <a:pt x="429" y="6113"/>
                  </a:lnTo>
                  <a:lnTo>
                    <a:pt x="429" y="4413"/>
                  </a:lnTo>
                  <a:close/>
                  <a:moveTo>
                    <a:pt x="8205" y="4413"/>
                  </a:moveTo>
                  <a:lnTo>
                    <a:pt x="8205" y="13124"/>
                  </a:lnTo>
                  <a:lnTo>
                    <a:pt x="6502" y="13124"/>
                  </a:lnTo>
                  <a:lnTo>
                    <a:pt x="6502" y="4413"/>
                  </a:lnTo>
                  <a:close/>
                  <a:moveTo>
                    <a:pt x="14277" y="4413"/>
                  </a:moveTo>
                  <a:lnTo>
                    <a:pt x="14277" y="6113"/>
                  </a:lnTo>
                  <a:lnTo>
                    <a:pt x="11978" y="6113"/>
                  </a:lnTo>
                  <a:cubicBezTo>
                    <a:pt x="11690" y="6113"/>
                    <a:pt x="11690" y="6545"/>
                    <a:pt x="11978" y="6545"/>
                  </a:cubicBezTo>
                  <a:lnTo>
                    <a:pt x="13184" y="6545"/>
                  </a:lnTo>
                  <a:lnTo>
                    <a:pt x="13184" y="12621"/>
                  </a:lnTo>
                  <a:cubicBezTo>
                    <a:pt x="13184" y="12898"/>
                    <a:pt x="12958" y="13124"/>
                    <a:pt x="12680" y="13124"/>
                  </a:cubicBezTo>
                  <a:lnTo>
                    <a:pt x="8636" y="13124"/>
                  </a:lnTo>
                  <a:lnTo>
                    <a:pt x="8636" y="6545"/>
                  </a:lnTo>
                  <a:lnTo>
                    <a:pt x="11114" y="6545"/>
                  </a:lnTo>
                  <a:cubicBezTo>
                    <a:pt x="11234" y="6545"/>
                    <a:pt x="11330" y="6449"/>
                    <a:pt x="11330" y="6329"/>
                  </a:cubicBezTo>
                  <a:cubicBezTo>
                    <a:pt x="11330" y="6209"/>
                    <a:pt x="11234" y="6113"/>
                    <a:pt x="11114" y="6113"/>
                  </a:cubicBezTo>
                  <a:lnTo>
                    <a:pt x="8636" y="6113"/>
                  </a:lnTo>
                  <a:lnTo>
                    <a:pt x="8636" y="4413"/>
                  </a:lnTo>
                  <a:close/>
                  <a:moveTo>
                    <a:pt x="11504" y="0"/>
                  </a:moveTo>
                  <a:cubicBezTo>
                    <a:pt x="10086" y="0"/>
                    <a:pt x="8417" y="1925"/>
                    <a:pt x="8061" y="2357"/>
                  </a:cubicBezTo>
                  <a:lnTo>
                    <a:pt x="6645" y="2357"/>
                  </a:lnTo>
                  <a:cubicBezTo>
                    <a:pt x="6436" y="2104"/>
                    <a:pt x="5768" y="1329"/>
                    <a:pt x="4966" y="736"/>
                  </a:cubicBezTo>
                  <a:cubicBezTo>
                    <a:pt x="4923" y="704"/>
                    <a:pt x="4878" y="690"/>
                    <a:pt x="4836" y="690"/>
                  </a:cubicBezTo>
                  <a:cubicBezTo>
                    <a:pt x="4657" y="690"/>
                    <a:pt x="4523" y="944"/>
                    <a:pt x="4709" y="1083"/>
                  </a:cubicBezTo>
                  <a:cubicBezTo>
                    <a:pt x="5484" y="1658"/>
                    <a:pt x="6149" y="2436"/>
                    <a:pt x="6327" y="2652"/>
                  </a:cubicBezTo>
                  <a:lnTo>
                    <a:pt x="6327" y="3982"/>
                  </a:lnTo>
                  <a:lnTo>
                    <a:pt x="2945" y="3982"/>
                  </a:lnTo>
                  <a:cubicBezTo>
                    <a:pt x="2855" y="3964"/>
                    <a:pt x="2269" y="3845"/>
                    <a:pt x="1978" y="3337"/>
                  </a:cubicBezTo>
                  <a:cubicBezTo>
                    <a:pt x="1711" y="2871"/>
                    <a:pt x="1755" y="2207"/>
                    <a:pt x="2105" y="1367"/>
                  </a:cubicBezTo>
                  <a:cubicBezTo>
                    <a:pt x="2297" y="911"/>
                    <a:pt x="2544" y="620"/>
                    <a:pt x="2849" y="500"/>
                  </a:cubicBezTo>
                  <a:cubicBezTo>
                    <a:pt x="2960" y="456"/>
                    <a:pt x="3081" y="434"/>
                    <a:pt x="3210" y="434"/>
                  </a:cubicBezTo>
                  <a:cubicBezTo>
                    <a:pt x="3431" y="434"/>
                    <a:pt x="3677" y="497"/>
                    <a:pt x="3949" y="620"/>
                  </a:cubicBezTo>
                  <a:cubicBezTo>
                    <a:pt x="3982" y="635"/>
                    <a:pt x="4015" y="642"/>
                    <a:pt x="4045" y="642"/>
                  </a:cubicBezTo>
                  <a:cubicBezTo>
                    <a:pt x="4248" y="642"/>
                    <a:pt x="4353" y="330"/>
                    <a:pt x="4127" y="226"/>
                  </a:cubicBezTo>
                  <a:cubicBezTo>
                    <a:pt x="3800" y="77"/>
                    <a:pt x="3495" y="3"/>
                    <a:pt x="3214" y="3"/>
                  </a:cubicBezTo>
                  <a:cubicBezTo>
                    <a:pt x="3029" y="3"/>
                    <a:pt x="2854" y="35"/>
                    <a:pt x="2691" y="99"/>
                  </a:cubicBezTo>
                  <a:cubicBezTo>
                    <a:pt x="2280" y="260"/>
                    <a:pt x="1944" y="634"/>
                    <a:pt x="1707" y="1199"/>
                  </a:cubicBezTo>
                  <a:cubicBezTo>
                    <a:pt x="1303" y="2176"/>
                    <a:pt x="1269" y="2971"/>
                    <a:pt x="1608" y="3557"/>
                  </a:cubicBezTo>
                  <a:cubicBezTo>
                    <a:pt x="1701" y="3718"/>
                    <a:pt x="1821" y="3862"/>
                    <a:pt x="1964" y="3982"/>
                  </a:cubicBezTo>
                  <a:lnTo>
                    <a:pt x="213" y="3982"/>
                  </a:lnTo>
                  <a:cubicBezTo>
                    <a:pt x="97" y="3982"/>
                    <a:pt x="1" y="4078"/>
                    <a:pt x="1" y="4197"/>
                  </a:cubicBezTo>
                  <a:lnTo>
                    <a:pt x="1" y="6329"/>
                  </a:lnTo>
                  <a:cubicBezTo>
                    <a:pt x="1" y="6445"/>
                    <a:pt x="97" y="6541"/>
                    <a:pt x="213" y="6541"/>
                  </a:cubicBezTo>
                  <a:lnTo>
                    <a:pt x="1091" y="6541"/>
                  </a:lnTo>
                  <a:lnTo>
                    <a:pt x="1091" y="12617"/>
                  </a:lnTo>
                  <a:cubicBezTo>
                    <a:pt x="1091" y="13135"/>
                    <a:pt x="1509" y="13556"/>
                    <a:pt x="2026" y="13556"/>
                  </a:cubicBezTo>
                  <a:lnTo>
                    <a:pt x="3496" y="13556"/>
                  </a:lnTo>
                  <a:cubicBezTo>
                    <a:pt x="3616" y="13556"/>
                    <a:pt x="3712" y="13460"/>
                    <a:pt x="3712" y="13340"/>
                  </a:cubicBezTo>
                  <a:cubicBezTo>
                    <a:pt x="3712" y="13220"/>
                    <a:pt x="3616" y="13124"/>
                    <a:pt x="3496" y="13124"/>
                  </a:cubicBezTo>
                  <a:lnTo>
                    <a:pt x="2026" y="13124"/>
                  </a:lnTo>
                  <a:cubicBezTo>
                    <a:pt x="1749" y="13124"/>
                    <a:pt x="1522" y="12898"/>
                    <a:pt x="1522" y="12617"/>
                  </a:cubicBezTo>
                  <a:lnTo>
                    <a:pt x="1522" y="6545"/>
                  </a:lnTo>
                  <a:lnTo>
                    <a:pt x="6070" y="6545"/>
                  </a:lnTo>
                  <a:lnTo>
                    <a:pt x="6070" y="13124"/>
                  </a:lnTo>
                  <a:lnTo>
                    <a:pt x="4360" y="13124"/>
                  </a:lnTo>
                  <a:cubicBezTo>
                    <a:pt x="4072" y="13124"/>
                    <a:pt x="4072" y="13556"/>
                    <a:pt x="4360" y="13556"/>
                  </a:cubicBezTo>
                  <a:lnTo>
                    <a:pt x="12680" y="13556"/>
                  </a:lnTo>
                  <a:cubicBezTo>
                    <a:pt x="13197" y="13556"/>
                    <a:pt x="13616" y="13138"/>
                    <a:pt x="13616" y="12617"/>
                  </a:cubicBezTo>
                  <a:lnTo>
                    <a:pt x="13616" y="6545"/>
                  </a:lnTo>
                  <a:lnTo>
                    <a:pt x="14493" y="6545"/>
                  </a:lnTo>
                  <a:cubicBezTo>
                    <a:pt x="14609" y="6545"/>
                    <a:pt x="14705" y="6449"/>
                    <a:pt x="14705" y="6329"/>
                  </a:cubicBezTo>
                  <a:lnTo>
                    <a:pt x="14705" y="4197"/>
                  </a:lnTo>
                  <a:cubicBezTo>
                    <a:pt x="14709" y="4080"/>
                    <a:pt x="14616" y="3982"/>
                    <a:pt x="14499" y="3982"/>
                  </a:cubicBezTo>
                  <a:cubicBezTo>
                    <a:pt x="14497" y="3982"/>
                    <a:pt x="14495" y="3982"/>
                    <a:pt x="14493" y="3982"/>
                  </a:cubicBezTo>
                  <a:lnTo>
                    <a:pt x="12742" y="3982"/>
                  </a:lnTo>
                  <a:cubicBezTo>
                    <a:pt x="12886" y="3858"/>
                    <a:pt x="13006" y="3714"/>
                    <a:pt x="13098" y="3553"/>
                  </a:cubicBezTo>
                  <a:cubicBezTo>
                    <a:pt x="13437" y="2967"/>
                    <a:pt x="13403" y="2172"/>
                    <a:pt x="12999" y="1199"/>
                  </a:cubicBezTo>
                  <a:cubicBezTo>
                    <a:pt x="12704" y="493"/>
                    <a:pt x="12272" y="92"/>
                    <a:pt x="11703" y="13"/>
                  </a:cubicBezTo>
                  <a:cubicBezTo>
                    <a:pt x="11638" y="4"/>
                    <a:pt x="11571" y="0"/>
                    <a:pt x="11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9" name="Google Shape;12689;p85"/>
          <p:cNvGrpSpPr/>
          <p:nvPr/>
        </p:nvGrpSpPr>
        <p:grpSpPr>
          <a:xfrm>
            <a:off x="1374886" y="3665217"/>
            <a:ext cx="418151" cy="385197"/>
            <a:chOff x="1374886" y="3665217"/>
            <a:chExt cx="418151" cy="385197"/>
          </a:xfrm>
        </p:grpSpPr>
        <p:sp>
          <p:nvSpPr>
            <p:cNvPr id="12690" name="Google Shape;12690;p85"/>
            <p:cNvSpPr/>
            <p:nvPr/>
          </p:nvSpPr>
          <p:spPr>
            <a:xfrm>
              <a:off x="1399561" y="3670770"/>
              <a:ext cx="374091" cy="373986"/>
            </a:xfrm>
            <a:custGeom>
              <a:rect b="b" l="l" r="r" t="t"/>
              <a:pathLst>
                <a:path extrusionOk="0" h="14277" w="14281">
                  <a:moveTo>
                    <a:pt x="7139" y="1"/>
                  </a:moveTo>
                  <a:cubicBezTo>
                    <a:pt x="3198" y="1"/>
                    <a:pt x="1" y="3198"/>
                    <a:pt x="1" y="7139"/>
                  </a:cubicBezTo>
                  <a:cubicBezTo>
                    <a:pt x="1" y="11083"/>
                    <a:pt x="3198" y="14277"/>
                    <a:pt x="7139" y="14277"/>
                  </a:cubicBezTo>
                  <a:cubicBezTo>
                    <a:pt x="11083" y="14277"/>
                    <a:pt x="14280" y="11083"/>
                    <a:pt x="14280" y="7139"/>
                  </a:cubicBezTo>
                  <a:cubicBezTo>
                    <a:pt x="14280" y="3198"/>
                    <a:pt x="11083" y="1"/>
                    <a:pt x="7139"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5"/>
            <p:cNvSpPr/>
            <p:nvPr/>
          </p:nvSpPr>
          <p:spPr>
            <a:xfrm>
              <a:off x="1508192"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4" y="1611"/>
                    <a:pt x="1151" y="1354"/>
                    <a:pt x="1151" y="1035"/>
                  </a:cubicBezTo>
                  <a:lnTo>
                    <a:pt x="1151" y="576"/>
                  </a:lnTo>
                  <a:cubicBezTo>
                    <a:pt x="1151" y="257"/>
                    <a:pt x="894"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5"/>
            <p:cNvSpPr/>
            <p:nvPr/>
          </p:nvSpPr>
          <p:spPr>
            <a:xfrm>
              <a:off x="1520215" y="3815524"/>
              <a:ext cx="18153" cy="30229"/>
            </a:xfrm>
            <a:custGeom>
              <a:rect b="b" l="l" r="r" t="t"/>
              <a:pathLst>
                <a:path extrusionOk="0" h="1154" w="693">
                  <a:moveTo>
                    <a:pt x="116" y="1"/>
                  </a:moveTo>
                  <a:cubicBezTo>
                    <a:pt x="78" y="1"/>
                    <a:pt x="39" y="5"/>
                    <a:pt x="0" y="13"/>
                  </a:cubicBezTo>
                  <a:lnTo>
                    <a:pt x="0" y="461"/>
                  </a:lnTo>
                  <a:cubicBezTo>
                    <a:pt x="0" y="842"/>
                    <a:pt x="309" y="1154"/>
                    <a:pt x="692" y="1154"/>
                  </a:cubicBezTo>
                  <a:lnTo>
                    <a:pt x="692" y="578"/>
                  </a:lnTo>
                  <a:cubicBezTo>
                    <a:pt x="692"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5"/>
            <p:cNvSpPr/>
            <p:nvPr/>
          </p:nvSpPr>
          <p:spPr>
            <a:xfrm>
              <a:off x="1375855" y="3712709"/>
              <a:ext cx="355859" cy="332153"/>
            </a:xfrm>
            <a:custGeom>
              <a:rect b="b" l="l" r="r" t="t"/>
              <a:pathLst>
                <a:path extrusionOk="0" h="12680" w="13585">
                  <a:moveTo>
                    <a:pt x="3541" y="0"/>
                  </a:moveTo>
                  <a:lnTo>
                    <a:pt x="3541" y="0"/>
                  </a:lnTo>
                  <a:cubicBezTo>
                    <a:pt x="255" y="2670"/>
                    <a:pt x="1" y="7594"/>
                    <a:pt x="2993" y="10589"/>
                  </a:cubicBezTo>
                  <a:cubicBezTo>
                    <a:pt x="4394" y="11991"/>
                    <a:pt x="6219" y="12680"/>
                    <a:pt x="8038" y="12680"/>
                  </a:cubicBezTo>
                  <a:cubicBezTo>
                    <a:pt x="10105" y="12680"/>
                    <a:pt x="12165" y="11789"/>
                    <a:pt x="13585" y="10041"/>
                  </a:cubicBezTo>
                  <a:lnTo>
                    <a:pt x="13585" y="10041"/>
                  </a:lnTo>
                  <a:cubicBezTo>
                    <a:pt x="12317" y="11076"/>
                    <a:pt x="10730" y="11641"/>
                    <a:pt x="9097" y="11641"/>
                  </a:cubicBezTo>
                  <a:cubicBezTo>
                    <a:pt x="9092" y="11641"/>
                    <a:pt x="9087" y="11641"/>
                    <a:pt x="9082" y="11641"/>
                  </a:cubicBezTo>
                  <a:cubicBezTo>
                    <a:pt x="6327" y="11641"/>
                    <a:pt x="3818" y="10058"/>
                    <a:pt x="2633" y="7570"/>
                  </a:cubicBezTo>
                  <a:cubicBezTo>
                    <a:pt x="1450" y="5082"/>
                    <a:pt x="1803" y="2135"/>
                    <a:pt x="3541"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5"/>
            <p:cNvSpPr/>
            <p:nvPr/>
          </p:nvSpPr>
          <p:spPr>
            <a:xfrm>
              <a:off x="1634923" y="3815576"/>
              <a:ext cx="30203" cy="42200"/>
            </a:xfrm>
            <a:custGeom>
              <a:rect b="b" l="l" r="r" t="t"/>
              <a:pathLst>
                <a:path extrusionOk="0" h="1611" w="1153">
                  <a:moveTo>
                    <a:pt x="576" y="0"/>
                  </a:moveTo>
                  <a:cubicBezTo>
                    <a:pt x="258" y="0"/>
                    <a:pt x="1" y="257"/>
                    <a:pt x="1" y="576"/>
                  </a:cubicBezTo>
                  <a:lnTo>
                    <a:pt x="1" y="1035"/>
                  </a:lnTo>
                  <a:cubicBezTo>
                    <a:pt x="1" y="1354"/>
                    <a:pt x="254" y="1611"/>
                    <a:pt x="573" y="1611"/>
                  </a:cubicBezTo>
                  <a:cubicBezTo>
                    <a:pt x="892" y="1611"/>
                    <a:pt x="1149" y="1354"/>
                    <a:pt x="1152" y="1035"/>
                  </a:cubicBezTo>
                  <a:lnTo>
                    <a:pt x="1152" y="576"/>
                  </a:lnTo>
                  <a:cubicBezTo>
                    <a:pt x="1152" y="257"/>
                    <a:pt x="892"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85"/>
            <p:cNvSpPr/>
            <p:nvPr/>
          </p:nvSpPr>
          <p:spPr>
            <a:xfrm>
              <a:off x="1646868" y="3815524"/>
              <a:ext cx="18153" cy="30229"/>
            </a:xfrm>
            <a:custGeom>
              <a:rect b="b" l="l" r="r" t="t"/>
              <a:pathLst>
                <a:path extrusionOk="0" h="1154" w="693">
                  <a:moveTo>
                    <a:pt x="117" y="1"/>
                  </a:moveTo>
                  <a:cubicBezTo>
                    <a:pt x="79" y="1"/>
                    <a:pt x="40" y="5"/>
                    <a:pt x="0" y="13"/>
                  </a:cubicBezTo>
                  <a:lnTo>
                    <a:pt x="0" y="461"/>
                  </a:lnTo>
                  <a:cubicBezTo>
                    <a:pt x="0" y="842"/>
                    <a:pt x="312" y="1154"/>
                    <a:pt x="693" y="1154"/>
                  </a:cubicBezTo>
                  <a:lnTo>
                    <a:pt x="693" y="578"/>
                  </a:lnTo>
                  <a:cubicBezTo>
                    <a:pt x="693" y="251"/>
                    <a:pt x="429" y="1"/>
                    <a:pt x="117"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85"/>
            <p:cNvSpPr/>
            <p:nvPr/>
          </p:nvSpPr>
          <p:spPr>
            <a:xfrm>
              <a:off x="1502534" y="3809918"/>
              <a:ext cx="41388" cy="53516"/>
            </a:xfrm>
            <a:custGeom>
              <a:rect b="b" l="l" r="r" t="t"/>
              <a:pathLst>
                <a:path extrusionOk="0" h="2043" w="1580">
                  <a:moveTo>
                    <a:pt x="792" y="0"/>
                  </a:moveTo>
                  <a:cubicBezTo>
                    <a:pt x="353" y="0"/>
                    <a:pt x="0" y="353"/>
                    <a:pt x="0" y="792"/>
                  </a:cubicBezTo>
                  <a:lnTo>
                    <a:pt x="0" y="1251"/>
                  </a:lnTo>
                  <a:cubicBezTo>
                    <a:pt x="0" y="1690"/>
                    <a:pt x="353" y="2043"/>
                    <a:pt x="788"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87" y="1611"/>
                    <a:pt x="788" y="1611"/>
                  </a:cubicBezTo>
                  <a:cubicBezTo>
                    <a:pt x="590" y="1611"/>
                    <a:pt x="428" y="1450"/>
                    <a:pt x="428" y="1251"/>
                  </a:cubicBezTo>
                  <a:lnTo>
                    <a:pt x="428" y="792"/>
                  </a:lnTo>
                  <a:cubicBezTo>
                    <a:pt x="428"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5"/>
            <p:cNvSpPr/>
            <p:nvPr/>
          </p:nvSpPr>
          <p:spPr>
            <a:xfrm>
              <a:off x="1629187" y="3809918"/>
              <a:ext cx="41493" cy="53516"/>
            </a:xfrm>
            <a:custGeom>
              <a:rect b="b" l="l" r="r" t="t"/>
              <a:pathLst>
                <a:path extrusionOk="0" h="2043" w="1584">
                  <a:moveTo>
                    <a:pt x="792" y="0"/>
                  </a:moveTo>
                  <a:cubicBezTo>
                    <a:pt x="357" y="0"/>
                    <a:pt x="0" y="353"/>
                    <a:pt x="0" y="792"/>
                  </a:cubicBezTo>
                  <a:lnTo>
                    <a:pt x="0" y="1251"/>
                  </a:lnTo>
                  <a:cubicBezTo>
                    <a:pt x="0" y="1690"/>
                    <a:pt x="353"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5"/>
            <p:cNvSpPr/>
            <p:nvPr/>
          </p:nvSpPr>
          <p:spPr>
            <a:xfrm>
              <a:off x="1518225" y="3912367"/>
              <a:ext cx="136686" cy="35547"/>
            </a:xfrm>
            <a:custGeom>
              <a:rect b="b" l="l" r="r" t="t"/>
              <a:pathLst>
                <a:path extrusionOk="0" h="1357" w="5218">
                  <a:moveTo>
                    <a:pt x="310" y="1"/>
                  </a:moveTo>
                  <a:cubicBezTo>
                    <a:pt x="146" y="1"/>
                    <a:pt x="1" y="206"/>
                    <a:pt x="148" y="366"/>
                  </a:cubicBezTo>
                  <a:cubicBezTo>
                    <a:pt x="717" y="986"/>
                    <a:pt x="1639" y="1356"/>
                    <a:pt x="2609" y="1356"/>
                  </a:cubicBezTo>
                  <a:cubicBezTo>
                    <a:pt x="3582" y="1356"/>
                    <a:pt x="4500" y="986"/>
                    <a:pt x="5072" y="366"/>
                  </a:cubicBezTo>
                  <a:cubicBezTo>
                    <a:pt x="5217" y="206"/>
                    <a:pt x="5073" y="1"/>
                    <a:pt x="4910" y="1"/>
                  </a:cubicBezTo>
                  <a:cubicBezTo>
                    <a:pt x="4857" y="1"/>
                    <a:pt x="4802" y="23"/>
                    <a:pt x="4754" y="75"/>
                  </a:cubicBezTo>
                  <a:cubicBezTo>
                    <a:pt x="4264" y="606"/>
                    <a:pt x="3462" y="925"/>
                    <a:pt x="2609" y="925"/>
                  </a:cubicBezTo>
                  <a:cubicBezTo>
                    <a:pt x="1759" y="925"/>
                    <a:pt x="957" y="606"/>
                    <a:pt x="467" y="75"/>
                  </a:cubicBezTo>
                  <a:cubicBezTo>
                    <a:pt x="419" y="23"/>
                    <a:pt x="363"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5"/>
            <p:cNvSpPr/>
            <p:nvPr/>
          </p:nvSpPr>
          <p:spPr>
            <a:xfrm>
              <a:off x="1374886" y="3665217"/>
              <a:ext cx="343312" cy="321727"/>
            </a:xfrm>
            <a:custGeom>
              <a:rect b="b" l="l" r="r" t="t"/>
              <a:pathLst>
                <a:path extrusionOk="0" h="12282" w="13106">
                  <a:moveTo>
                    <a:pt x="8089" y="1"/>
                  </a:moveTo>
                  <a:cubicBezTo>
                    <a:pt x="6201" y="1"/>
                    <a:pt x="4317" y="724"/>
                    <a:pt x="2886" y="2156"/>
                  </a:cubicBezTo>
                  <a:cubicBezTo>
                    <a:pt x="144" y="4894"/>
                    <a:pt x="0" y="9294"/>
                    <a:pt x="2560" y="12207"/>
                  </a:cubicBezTo>
                  <a:cubicBezTo>
                    <a:pt x="2607" y="12260"/>
                    <a:pt x="2662" y="12282"/>
                    <a:pt x="2716" y="12282"/>
                  </a:cubicBezTo>
                  <a:cubicBezTo>
                    <a:pt x="2877" y="12282"/>
                    <a:pt x="3024" y="12081"/>
                    <a:pt x="2882" y="11919"/>
                  </a:cubicBezTo>
                  <a:cubicBezTo>
                    <a:pt x="1720" y="10603"/>
                    <a:pt x="1107" y="8896"/>
                    <a:pt x="1162" y="7142"/>
                  </a:cubicBezTo>
                  <a:cubicBezTo>
                    <a:pt x="1241" y="4462"/>
                    <a:pt x="2862" y="2070"/>
                    <a:pt x="5322" y="1001"/>
                  </a:cubicBezTo>
                  <a:cubicBezTo>
                    <a:pt x="6209" y="615"/>
                    <a:pt x="7148" y="427"/>
                    <a:pt x="8080" y="427"/>
                  </a:cubicBezTo>
                  <a:cubicBezTo>
                    <a:pt x="9732" y="427"/>
                    <a:pt x="11364" y="1018"/>
                    <a:pt x="12652" y="2149"/>
                  </a:cubicBezTo>
                  <a:cubicBezTo>
                    <a:pt x="12699" y="2190"/>
                    <a:pt x="12748" y="2208"/>
                    <a:pt x="12796" y="2208"/>
                  </a:cubicBezTo>
                  <a:cubicBezTo>
                    <a:pt x="12967" y="2208"/>
                    <a:pt x="13106" y="1977"/>
                    <a:pt x="12936" y="1827"/>
                  </a:cubicBezTo>
                  <a:cubicBezTo>
                    <a:pt x="11545" y="606"/>
                    <a:pt x="9815" y="1"/>
                    <a:pt x="8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85"/>
            <p:cNvSpPr/>
            <p:nvPr/>
          </p:nvSpPr>
          <p:spPr>
            <a:xfrm>
              <a:off x="1454990" y="3728635"/>
              <a:ext cx="338046" cy="321779"/>
            </a:xfrm>
            <a:custGeom>
              <a:rect b="b" l="l" r="r" t="t"/>
              <a:pathLst>
                <a:path extrusionOk="0" h="12284" w="12905">
                  <a:moveTo>
                    <a:pt x="10391" y="1"/>
                  </a:moveTo>
                  <a:cubicBezTo>
                    <a:pt x="10228" y="1"/>
                    <a:pt x="10083" y="200"/>
                    <a:pt x="10224" y="362"/>
                  </a:cubicBezTo>
                  <a:cubicBezTo>
                    <a:pt x="12637" y="3103"/>
                    <a:pt x="12503" y="7246"/>
                    <a:pt x="9920" y="9827"/>
                  </a:cubicBezTo>
                  <a:cubicBezTo>
                    <a:pt x="8573" y="11174"/>
                    <a:pt x="6800" y="11854"/>
                    <a:pt x="5023" y="11854"/>
                  </a:cubicBezTo>
                  <a:cubicBezTo>
                    <a:pt x="3396" y="11854"/>
                    <a:pt x="1765" y="11283"/>
                    <a:pt x="455" y="10132"/>
                  </a:cubicBezTo>
                  <a:cubicBezTo>
                    <a:pt x="408" y="10091"/>
                    <a:pt x="359" y="10073"/>
                    <a:pt x="312" y="10073"/>
                  </a:cubicBezTo>
                  <a:cubicBezTo>
                    <a:pt x="140" y="10073"/>
                    <a:pt x="1" y="10306"/>
                    <a:pt x="170" y="10454"/>
                  </a:cubicBezTo>
                  <a:cubicBezTo>
                    <a:pt x="1507" y="11633"/>
                    <a:pt x="3228" y="12284"/>
                    <a:pt x="5009" y="12284"/>
                  </a:cubicBezTo>
                  <a:cubicBezTo>
                    <a:pt x="5013" y="12284"/>
                    <a:pt x="5018" y="12284"/>
                    <a:pt x="5023" y="12284"/>
                  </a:cubicBezTo>
                  <a:cubicBezTo>
                    <a:pt x="5098" y="12284"/>
                    <a:pt x="5170" y="12284"/>
                    <a:pt x="5245" y="12280"/>
                  </a:cubicBezTo>
                  <a:cubicBezTo>
                    <a:pt x="8093" y="12195"/>
                    <a:pt x="10636" y="10474"/>
                    <a:pt x="11770" y="7860"/>
                  </a:cubicBezTo>
                  <a:cubicBezTo>
                    <a:pt x="12904" y="5249"/>
                    <a:pt x="12428" y="2216"/>
                    <a:pt x="10550" y="78"/>
                  </a:cubicBezTo>
                  <a:cubicBezTo>
                    <a:pt x="10502" y="23"/>
                    <a:pt x="10445" y="1"/>
                    <a:pt x="103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1" name="Google Shape;12701;p85"/>
          <p:cNvGrpSpPr/>
          <p:nvPr/>
        </p:nvGrpSpPr>
        <p:grpSpPr>
          <a:xfrm>
            <a:off x="1918327" y="3665112"/>
            <a:ext cx="418151" cy="385407"/>
            <a:chOff x="1918327" y="3665112"/>
            <a:chExt cx="418151" cy="385407"/>
          </a:xfrm>
        </p:grpSpPr>
        <p:sp>
          <p:nvSpPr>
            <p:cNvPr id="12702" name="Google Shape;12702;p85"/>
            <p:cNvSpPr/>
            <p:nvPr/>
          </p:nvSpPr>
          <p:spPr>
            <a:xfrm>
              <a:off x="1943081" y="3670770"/>
              <a:ext cx="373986" cy="373986"/>
            </a:xfrm>
            <a:custGeom>
              <a:rect b="b" l="l" r="r" t="t"/>
              <a:pathLst>
                <a:path extrusionOk="0" h="14277" w="14277">
                  <a:moveTo>
                    <a:pt x="7139" y="1"/>
                  </a:moveTo>
                  <a:cubicBezTo>
                    <a:pt x="3198" y="1"/>
                    <a:pt x="1" y="3198"/>
                    <a:pt x="1" y="7139"/>
                  </a:cubicBezTo>
                  <a:cubicBezTo>
                    <a:pt x="1" y="11083"/>
                    <a:pt x="3198" y="14277"/>
                    <a:pt x="7139" y="14277"/>
                  </a:cubicBezTo>
                  <a:cubicBezTo>
                    <a:pt x="11083" y="14277"/>
                    <a:pt x="14277" y="11083"/>
                    <a:pt x="14277" y="7139"/>
                  </a:cubicBezTo>
                  <a:cubicBezTo>
                    <a:pt x="14277" y="3198"/>
                    <a:pt x="11083" y="1"/>
                    <a:pt x="7139"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85"/>
            <p:cNvSpPr/>
            <p:nvPr/>
          </p:nvSpPr>
          <p:spPr>
            <a:xfrm>
              <a:off x="1919401" y="3712709"/>
              <a:ext cx="355833" cy="332153"/>
            </a:xfrm>
            <a:custGeom>
              <a:rect b="b" l="l" r="r" t="t"/>
              <a:pathLst>
                <a:path extrusionOk="0" h="12680" w="13584">
                  <a:moveTo>
                    <a:pt x="3540" y="0"/>
                  </a:moveTo>
                  <a:lnTo>
                    <a:pt x="3540" y="0"/>
                  </a:lnTo>
                  <a:cubicBezTo>
                    <a:pt x="254" y="2670"/>
                    <a:pt x="0" y="7594"/>
                    <a:pt x="2992" y="10589"/>
                  </a:cubicBezTo>
                  <a:cubicBezTo>
                    <a:pt x="4393" y="11991"/>
                    <a:pt x="6218" y="12680"/>
                    <a:pt x="8037" y="12680"/>
                  </a:cubicBezTo>
                  <a:cubicBezTo>
                    <a:pt x="10104" y="12680"/>
                    <a:pt x="12164" y="11789"/>
                    <a:pt x="13584" y="10041"/>
                  </a:cubicBezTo>
                  <a:lnTo>
                    <a:pt x="13584" y="10041"/>
                  </a:lnTo>
                  <a:cubicBezTo>
                    <a:pt x="12316" y="11076"/>
                    <a:pt x="10729" y="11641"/>
                    <a:pt x="9096" y="11641"/>
                  </a:cubicBezTo>
                  <a:cubicBezTo>
                    <a:pt x="9091" y="11641"/>
                    <a:pt x="9086" y="11641"/>
                    <a:pt x="9081" y="11641"/>
                  </a:cubicBezTo>
                  <a:cubicBezTo>
                    <a:pt x="6326" y="11641"/>
                    <a:pt x="3818" y="10058"/>
                    <a:pt x="2632" y="7570"/>
                  </a:cubicBezTo>
                  <a:cubicBezTo>
                    <a:pt x="1450" y="5082"/>
                    <a:pt x="1803" y="2135"/>
                    <a:pt x="3540"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85"/>
            <p:cNvSpPr/>
            <p:nvPr/>
          </p:nvSpPr>
          <p:spPr>
            <a:xfrm>
              <a:off x="2178365"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5" y="1611"/>
                    <a:pt x="1152" y="1354"/>
                    <a:pt x="1152" y="1035"/>
                  </a:cubicBezTo>
                  <a:lnTo>
                    <a:pt x="1152" y="576"/>
                  </a:lnTo>
                  <a:cubicBezTo>
                    <a:pt x="1152" y="257"/>
                    <a:pt x="895"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85"/>
            <p:cNvSpPr/>
            <p:nvPr/>
          </p:nvSpPr>
          <p:spPr>
            <a:xfrm>
              <a:off x="2190388" y="3815524"/>
              <a:ext cx="18153" cy="30229"/>
            </a:xfrm>
            <a:custGeom>
              <a:rect b="b" l="l" r="r" t="t"/>
              <a:pathLst>
                <a:path extrusionOk="0" h="1154" w="693">
                  <a:moveTo>
                    <a:pt x="116" y="1"/>
                  </a:moveTo>
                  <a:cubicBezTo>
                    <a:pt x="78" y="1"/>
                    <a:pt x="40" y="5"/>
                    <a:pt x="1" y="13"/>
                  </a:cubicBezTo>
                  <a:lnTo>
                    <a:pt x="1" y="461"/>
                  </a:lnTo>
                  <a:cubicBezTo>
                    <a:pt x="1" y="842"/>
                    <a:pt x="312" y="1154"/>
                    <a:pt x="693" y="1154"/>
                  </a:cubicBezTo>
                  <a:lnTo>
                    <a:pt x="693" y="578"/>
                  </a:lnTo>
                  <a:cubicBezTo>
                    <a:pt x="693"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5"/>
            <p:cNvSpPr/>
            <p:nvPr/>
          </p:nvSpPr>
          <p:spPr>
            <a:xfrm>
              <a:off x="2051712"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1" y="1611"/>
                    <a:pt x="1152" y="1354"/>
                    <a:pt x="1152" y="1035"/>
                  </a:cubicBezTo>
                  <a:lnTo>
                    <a:pt x="1152" y="576"/>
                  </a:lnTo>
                  <a:cubicBezTo>
                    <a:pt x="1152" y="257"/>
                    <a:pt x="891"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85"/>
            <p:cNvSpPr/>
            <p:nvPr/>
          </p:nvSpPr>
          <p:spPr>
            <a:xfrm>
              <a:off x="2063735" y="3815524"/>
              <a:ext cx="18153" cy="30229"/>
            </a:xfrm>
            <a:custGeom>
              <a:rect b="b" l="l" r="r" t="t"/>
              <a:pathLst>
                <a:path extrusionOk="0" h="1154" w="693">
                  <a:moveTo>
                    <a:pt x="116" y="1"/>
                  </a:moveTo>
                  <a:cubicBezTo>
                    <a:pt x="78" y="1"/>
                    <a:pt x="39" y="5"/>
                    <a:pt x="0" y="13"/>
                  </a:cubicBezTo>
                  <a:lnTo>
                    <a:pt x="0" y="461"/>
                  </a:lnTo>
                  <a:cubicBezTo>
                    <a:pt x="0" y="842"/>
                    <a:pt x="309" y="1154"/>
                    <a:pt x="693" y="1154"/>
                  </a:cubicBezTo>
                  <a:lnTo>
                    <a:pt x="693" y="578"/>
                  </a:lnTo>
                  <a:cubicBezTo>
                    <a:pt x="693"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85"/>
            <p:cNvSpPr/>
            <p:nvPr/>
          </p:nvSpPr>
          <p:spPr>
            <a:xfrm>
              <a:off x="2046054" y="3809918"/>
              <a:ext cx="41414" cy="53516"/>
            </a:xfrm>
            <a:custGeom>
              <a:rect b="b" l="l" r="r" t="t"/>
              <a:pathLst>
                <a:path extrusionOk="0" h="2043" w="1581">
                  <a:moveTo>
                    <a:pt x="792" y="0"/>
                  </a:moveTo>
                  <a:cubicBezTo>
                    <a:pt x="353" y="0"/>
                    <a:pt x="0" y="353"/>
                    <a:pt x="0" y="792"/>
                  </a:cubicBezTo>
                  <a:lnTo>
                    <a:pt x="0" y="1251"/>
                  </a:lnTo>
                  <a:cubicBezTo>
                    <a:pt x="0" y="1690"/>
                    <a:pt x="353" y="2043"/>
                    <a:pt x="792"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91" y="1611"/>
                    <a:pt x="792" y="1611"/>
                  </a:cubicBezTo>
                  <a:cubicBezTo>
                    <a:pt x="590" y="1611"/>
                    <a:pt x="429" y="1450"/>
                    <a:pt x="429" y="1251"/>
                  </a:cubicBezTo>
                  <a:lnTo>
                    <a:pt x="429" y="792"/>
                  </a:lnTo>
                  <a:cubicBezTo>
                    <a:pt x="429"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5"/>
            <p:cNvSpPr/>
            <p:nvPr/>
          </p:nvSpPr>
          <p:spPr>
            <a:xfrm>
              <a:off x="2172707" y="3809918"/>
              <a:ext cx="41493" cy="53516"/>
            </a:xfrm>
            <a:custGeom>
              <a:rect b="b" l="l" r="r" t="t"/>
              <a:pathLst>
                <a:path extrusionOk="0" h="2043" w="1584">
                  <a:moveTo>
                    <a:pt x="792" y="0"/>
                  </a:moveTo>
                  <a:cubicBezTo>
                    <a:pt x="357" y="0"/>
                    <a:pt x="1" y="353"/>
                    <a:pt x="1" y="792"/>
                  </a:cubicBezTo>
                  <a:lnTo>
                    <a:pt x="1" y="1251"/>
                  </a:lnTo>
                  <a:cubicBezTo>
                    <a:pt x="1" y="1690"/>
                    <a:pt x="354"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5"/>
            <p:cNvSpPr/>
            <p:nvPr/>
          </p:nvSpPr>
          <p:spPr>
            <a:xfrm>
              <a:off x="2061745" y="3912419"/>
              <a:ext cx="136686" cy="35573"/>
            </a:xfrm>
            <a:custGeom>
              <a:rect b="b" l="l" r="r" t="t"/>
              <a:pathLst>
                <a:path extrusionOk="0" h="1358" w="5218">
                  <a:moveTo>
                    <a:pt x="2609" y="1"/>
                  </a:moveTo>
                  <a:cubicBezTo>
                    <a:pt x="1639" y="1"/>
                    <a:pt x="717" y="374"/>
                    <a:pt x="148" y="995"/>
                  </a:cubicBezTo>
                  <a:cubicBezTo>
                    <a:pt x="1" y="1153"/>
                    <a:pt x="147" y="1358"/>
                    <a:pt x="310" y="1358"/>
                  </a:cubicBezTo>
                  <a:cubicBezTo>
                    <a:pt x="363" y="1358"/>
                    <a:pt x="417" y="1337"/>
                    <a:pt x="464" y="1286"/>
                  </a:cubicBezTo>
                  <a:cubicBezTo>
                    <a:pt x="957" y="751"/>
                    <a:pt x="1759" y="433"/>
                    <a:pt x="2609" y="433"/>
                  </a:cubicBezTo>
                  <a:cubicBezTo>
                    <a:pt x="3462" y="433"/>
                    <a:pt x="4264" y="751"/>
                    <a:pt x="4754" y="1286"/>
                  </a:cubicBezTo>
                  <a:cubicBezTo>
                    <a:pt x="4802" y="1337"/>
                    <a:pt x="4856" y="1358"/>
                    <a:pt x="4909" y="1358"/>
                  </a:cubicBezTo>
                  <a:cubicBezTo>
                    <a:pt x="5073" y="1358"/>
                    <a:pt x="5218" y="1153"/>
                    <a:pt x="5073" y="995"/>
                  </a:cubicBezTo>
                  <a:cubicBezTo>
                    <a:pt x="4500" y="374"/>
                    <a:pt x="3582" y="1"/>
                    <a:pt x="2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5"/>
            <p:cNvSpPr/>
            <p:nvPr/>
          </p:nvSpPr>
          <p:spPr>
            <a:xfrm>
              <a:off x="1918327" y="3665112"/>
              <a:ext cx="343390" cy="321884"/>
            </a:xfrm>
            <a:custGeom>
              <a:rect b="b" l="l" r="r" t="t"/>
              <a:pathLst>
                <a:path extrusionOk="0" h="12288" w="13109">
                  <a:moveTo>
                    <a:pt x="8083" y="0"/>
                  </a:moveTo>
                  <a:cubicBezTo>
                    <a:pt x="6196" y="0"/>
                    <a:pt x="4312" y="722"/>
                    <a:pt x="2882" y="2153"/>
                  </a:cubicBezTo>
                  <a:cubicBezTo>
                    <a:pt x="141" y="4894"/>
                    <a:pt x="0" y="9298"/>
                    <a:pt x="2560" y="12211"/>
                  </a:cubicBezTo>
                  <a:cubicBezTo>
                    <a:pt x="2608" y="12265"/>
                    <a:pt x="2664" y="12287"/>
                    <a:pt x="2718" y="12287"/>
                  </a:cubicBezTo>
                  <a:cubicBezTo>
                    <a:pt x="2881" y="12287"/>
                    <a:pt x="3027" y="12085"/>
                    <a:pt x="2885" y="11923"/>
                  </a:cubicBezTo>
                  <a:cubicBezTo>
                    <a:pt x="1724" y="10607"/>
                    <a:pt x="1110" y="8900"/>
                    <a:pt x="1165" y="7146"/>
                  </a:cubicBezTo>
                  <a:cubicBezTo>
                    <a:pt x="1244" y="4466"/>
                    <a:pt x="2865" y="2074"/>
                    <a:pt x="5325" y="1005"/>
                  </a:cubicBezTo>
                  <a:cubicBezTo>
                    <a:pt x="6213" y="619"/>
                    <a:pt x="7151" y="431"/>
                    <a:pt x="8083" y="431"/>
                  </a:cubicBezTo>
                  <a:cubicBezTo>
                    <a:pt x="9736" y="431"/>
                    <a:pt x="11367" y="1022"/>
                    <a:pt x="12655" y="2153"/>
                  </a:cubicBezTo>
                  <a:cubicBezTo>
                    <a:pt x="12701" y="2194"/>
                    <a:pt x="12750" y="2212"/>
                    <a:pt x="12797" y="2212"/>
                  </a:cubicBezTo>
                  <a:cubicBezTo>
                    <a:pt x="12968" y="2212"/>
                    <a:pt x="13109" y="1981"/>
                    <a:pt x="12940" y="1831"/>
                  </a:cubicBezTo>
                  <a:cubicBezTo>
                    <a:pt x="11547" y="607"/>
                    <a:pt x="9813" y="0"/>
                    <a:pt x="80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85"/>
            <p:cNvSpPr/>
            <p:nvPr/>
          </p:nvSpPr>
          <p:spPr>
            <a:xfrm>
              <a:off x="1998458" y="3728635"/>
              <a:ext cx="338020" cy="321884"/>
            </a:xfrm>
            <a:custGeom>
              <a:rect b="b" l="l" r="r" t="t"/>
              <a:pathLst>
                <a:path extrusionOk="0" h="12288" w="12904">
                  <a:moveTo>
                    <a:pt x="10391" y="1"/>
                  </a:moveTo>
                  <a:cubicBezTo>
                    <a:pt x="10231" y="1"/>
                    <a:pt x="10086" y="200"/>
                    <a:pt x="10227" y="362"/>
                  </a:cubicBezTo>
                  <a:cubicBezTo>
                    <a:pt x="12636" y="3103"/>
                    <a:pt x="12506" y="7246"/>
                    <a:pt x="9922" y="9827"/>
                  </a:cubicBezTo>
                  <a:cubicBezTo>
                    <a:pt x="8575" y="11174"/>
                    <a:pt x="6802" y="11854"/>
                    <a:pt x="5025" y="11854"/>
                  </a:cubicBezTo>
                  <a:cubicBezTo>
                    <a:pt x="3398" y="11854"/>
                    <a:pt x="1767" y="11283"/>
                    <a:pt x="457" y="10132"/>
                  </a:cubicBezTo>
                  <a:cubicBezTo>
                    <a:pt x="411" y="10091"/>
                    <a:pt x="361" y="10073"/>
                    <a:pt x="314" y="10073"/>
                  </a:cubicBezTo>
                  <a:cubicBezTo>
                    <a:pt x="141" y="10073"/>
                    <a:pt x="0" y="10307"/>
                    <a:pt x="173" y="10457"/>
                  </a:cubicBezTo>
                  <a:cubicBezTo>
                    <a:pt x="1512" y="11636"/>
                    <a:pt x="3236" y="12287"/>
                    <a:pt x="5025" y="12287"/>
                  </a:cubicBezTo>
                  <a:cubicBezTo>
                    <a:pt x="5097" y="12287"/>
                    <a:pt x="5172" y="12284"/>
                    <a:pt x="5248" y="12284"/>
                  </a:cubicBezTo>
                  <a:cubicBezTo>
                    <a:pt x="8092" y="12195"/>
                    <a:pt x="10635" y="10474"/>
                    <a:pt x="11769" y="7863"/>
                  </a:cubicBezTo>
                  <a:cubicBezTo>
                    <a:pt x="12903" y="5249"/>
                    <a:pt x="12430" y="2216"/>
                    <a:pt x="10549" y="78"/>
                  </a:cubicBezTo>
                  <a:cubicBezTo>
                    <a:pt x="10501" y="23"/>
                    <a:pt x="10445" y="1"/>
                    <a:pt x="103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3" name="Google Shape;12713;p85"/>
          <p:cNvGrpSpPr/>
          <p:nvPr/>
        </p:nvGrpSpPr>
        <p:grpSpPr>
          <a:xfrm>
            <a:off x="2461742" y="3665034"/>
            <a:ext cx="418334" cy="385381"/>
            <a:chOff x="2461742" y="3665034"/>
            <a:chExt cx="418334" cy="385381"/>
          </a:xfrm>
        </p:grpSpPr>
        <p:sp>
          <p:nvSpPr>
            <p:cNvPr id="12714" name="Google Shape;12714;p85"/>
            <p:cNvSpPr/>
            <p:nvPr/>
          </p:nvSpPr>
          <p:spPr>
            <a:xfrm>
              <a:off x="2486628" y="3670770"/>
              <a:ext cx="373986" cy="373986"/>
            </a:xfrm>
            <a:custGeom>
              <a:rect b="b" l="l" r="r" t="t"/>
              <a:pathLst>
                <a:path extrusionOk="0" h="14277" w="14277">
                  <a:moveTo>
                    <a:pt x="7138" y="1"/>
                  </a:moveTo>
                  <a:cubicBezTo>
                    <a:pt x="3197" y="1"/>
                    <a:pt x="0" y="3198"/>
                    <a:pt x="0" y="7139"/>
                  </a:cubicBezTo>
                  <a:cubicBezTo>
                    <a:pt x="0" y="11083"/>
                    <a:pt x="3197" y="14277"/>
                    <a:pt x="7138" y="14277"/>
                  </a:cubicBezTo>
                  <a:cubicBezTo>
                    <a:pt x="11082" y="14277"/>
                    <a:pt x="14276" y="11083"/>
                    <a:pt x="14276" y="7139"/>
                  </a:cubicBezTo>
                  <a:cubicBezTo>
                    <a:pt x="14276" y="3198"/>
                    <a:pt x="11082" y="1"/>
                    <a:pt x="7138"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5"/>
            <p:cNvSpPr/>
            <p:nvPr/>
          </p:nvSpPr>
          <p:spPr>
            <a:xfrm>
              <a:off x="2462738" y="3712709"/>
              <a:ext cx="355938" cy="332205"/>
            </a:xfrm>
            <a:custGeom>
              <a:rect b="b" l="l" r="r" t="t"/>
              <a:pathLst>
                <a:path extrusionOk="0" h="12682" w="13588">
                  <a:moveTo>
                    <a:pt x="3547" y="0"/>
                  </a:moveTo>
                  <a:cubicBezTo>
                    <a:pt x="258" y="2666"/>
                    <a:pt x="1" y="7594"/>
                    <a:pt x="2996" y="10589"/>
                  </a:cubicBezTo>
                  <a:cubicBezTo>
                    <a:pt x="4398" y="11991"/>
                    <a:pt x="6223" y="12681"/>
                    <a:pt x="8043" y="12681"/>
                  </a:cubicBezTo>
                  <a:cubicBezTo>
                    <a:pt x="10109" y="12681"/>
                    <a:pt x="12168" y="11790"/>
                    <a:pt x="13588" y="10041"/>
                  </a:cubicBezTo>
                  <a:lnTo>
                    <a:pt x="13588" y="10041"/>
                  </a:lnTo>
                  <a:cubicBezTo>
                    <a:pt x="12320" y="11076"/>
                    <a:pt x="10736" y="11641"/>
                    <a:pt x="9103" y="11641"/>
                  </a:cubicBezTo>
                  <a:cubicBezTo>
                    <a:pt x="9098" y="11641"/>
                    <a:pt x="9093" y="11641"/>
                    <a:pt x="9088" y="11641"/>
                  </a:cubicBezTo>
                  <a:cubicBezTo>
                    <a:pt x="6333" y="11641"/>
                    <a:pt x="3825" y="10058"/>
                    <a:pt x="2639" y="7570"/>
                  </a:cubicBezTo>
                  <a:cubicBezTo>
                    <a:pt x="1457" y="5082"/>
                    <a:pt x="1810" y="2135"/>
                    <a:pt x="3547"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5"/>
            <p:cNvSpPr/>
            <p:nvPr/>
          </p:nvSpPr>
          <p:spPr>
            <a:xfrm>
              <a:off x="2564112" y="3881928"/>
              <a:ext cx="218990" cy="96502"/>
            </a:xfrm>
            <a:custGeom>
              <a:rect b="b" l="l" r="r" t="t"/>
              <a:pathLst>
                <a:path extrusionOk="0" h="3684" w="8360">
                  <a:moveTo>
                    <a:pt x="242" y="1"/>
                  </a:moveTo>
                  <a:cubicBezTo>
                    <a:pt x="108" y="1"/>
                    <a:pt x="1" y="147"/>
                    <a:pt x="44" y="301"/>
                  </a:cubicBezTo>
                  <a:cubicBezTo>
                    <a:pt x="603" y="2261"/>
                    <a:pt x="2241" y="3683"/>
                    <a:pt x="4180" y="3683"/>
                  </a:cubicBezTo>
                  <a:cubicBezTo>
                    <a:pt x="6120" y="3683"/>
                    <a:pt x="7761" y="2261"/>
                    <a:pt x="8316" y="301"/>
                  </a:cubicBezTo>
                  <a:cubicBezTo>
                    <a:pt x="8359" y="147"/>
                    <a:pt x="8255" y="1"/>
                    <a:pt x="8119" y="1"/>
                  </a:cubicBezTo>
                  <a:cubicBezTo>
                    <a:pt x="8104" y="1"/>
                    <a:pt x="8089" y="3"/>
                    <a:pt x="8073" y="7"/>
                  </a:cubicBezTo>
                  <a:cubicBezTo>
                    <a:pt x="6812" y="301"/>
                    <a:pt x="5522" y="452"/>
                    <a:pt x="4224" y="452"/>
                  </a:cubicBezTo>
                  <a:cubicBezTo>
                    <a:pt x="4209" y="452"/>
                    <a:pt x="4195" y="452"/>
                    <a:pt x="4180" y="452"/>
                  </a:cubicBezTo>
                  <a:cubicBezTo>
                    <a:pt x="4166" y="452"/>
                    <a:pt x="4151" y="452"/>
                    <a:pt x="4136" y="452"/>
                  </a:cubicBezTo>
                  <a:cubicBezTo>
                    <a:pt x="2842" y="452"/>
                    <a:pt x="1548" y="301"/>
                    <a:pt x="287" y="7"/>
                  </a:cubicBezTo>
                  <a:cubicBezTo>
                    <a:pt x="272" y="3"/>
                    <a:pt x="257" y="1"/>
                    <a:pt x="242"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5"/>
            <p:cNvSpPr/>
            <p:nvPr/>
          </p:nvSpPr>
          <p:spPr>
            <a:xfrm>
              <a:off x="2564112" y="3881928"/>
              <a:ext cx="218990" cy="53700"/>
            </a:xfrm>
            <a:custGeom>
              <a:rect b="b" l="l" r="r" t="t"/>
              <a:pathLst>
                <a:path extrusionOk="0" h="2050" w="8360">
                  <a:moveTo>
                    <a:pt x="242" y="1"/>
                  </a:moveTo>
                  <a:cubicBezTo>
                    <a:pt x="108" y="1"/>
                    <a:pt x="1" y="147"/>
                    <a:pt x="44" y="301"/>
                  </a:cubicBezTo>
                  <a:cubicBezTo>
                    <a:pt x="188" y="802"/>
                    <a:pt x="404" y="1278"/>
                    <a:pt x="692" y="1713"/>
                  </a:cubicBezTo>
                  <a:cubicBezTo>
                    <a:pt x="1843" y="1938"/>
                    <a:pt x="3012" y="2050"/>
                    <a:pt x="4180" y="2050"/>
                  </a:cubicBezTo>
                  <a:cubicBezTo>
                    <a:pt x="5349" y="2050"/>
                    <a:pt x="6517" y="1938"/>
                    <a:pt x="7669" y="1713"/>
                  </a:cubicBezTo>
                  <a:cubicBezTo>
                    <a:pt x="7956" y="1278"/>
                    <a:pt x="8176" y="802"/>
                    <a:pt x="8316" y="301"/>
                  </a:cubicBezTo>
                  <a:cubicBezTo>
                    <a:pt x="8359" y="147"/>
                    <a:pt x="8255" y="1"/>
                    <a:pt x="8119" y="1"/>
                  </a:cubicBezTo>
                  <a:cubicBezTo>
                    <a:pt x="8104" y="1"/>
                    <a:pt x="8089" y="3"/>
                    <a:pt x="8073" y="7"/>
                  </a:cubicBezTo>
                  <a:cubicBezTo>
                    <a:pt x="6793" y="305"/>
                    <a:pt x="5487" y="454"/>
                    <a:pt x="4180" y="454"/>
                  </a:cubicBezTo>
                  <a:cubicBezTo>
                    <a:pt x="2874" y="454"/>
                    <a:pt x="1567" y="305"/>
                    <a:pt x="287" y="7"/>
                  </a:cubicBezTo>
                  <a:cubicBezTo>
                    <a:pt x="272" y="3"/>
                    <a:pt x="257" y="1"/>
                    <a:pt x="24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85"/>
            <p:cNvSpPr/>
            <p:nvPr/>
          </p:nvSpPr>
          <p:spPr>
            <a:xfrm>
              <a:off x="2595232" y="3785400"/>
              <a:ext cx="30177" cy="54617"/>
            </a:xfrm>
            <a:custGeom>
              <a:rect b="b" l="l" r="r" t="t"/>
              <a:pathLst>
                <a:path extrusionOk="0" h="2085" w="1152">
                  <a:moveTo>
                    <a:pt x="576" y="1"/>
                  </a:moveTo>
                  <a:cubicBezTo>
                    <a:pt x="258" y="1"/>
                    <a:pt x="0" y="258"/>
                    <a:pt x="0" y="577"/>
                  </a:cubicBezTo>
                  <a:lnTo>
                    <a:pt x="0" y="1509"/>
                  </a:lnTo>
                  <a:cubicBezTo>
                    <a:pt x="0" y="1827"/>
                    <a:pt x="258" y="2084"/>
                    <a:pt x="576" y="2084"/>
                  </a:cubicBezTo>
                  <a:cubicBezTo>
                    <a:pt x="891" y="2084"/>
                    <a:pt x="1152" y="1827"/>
                    <a:pt x="1152" y="1509"/>
                  </a:cubicBezTo>
                  <a:lnTo>
                    <a:pt x="1152" y="577"/>
                  </a:lnTo>
                  <a:cubicBezTo>
                    <a:pt x="1152" y="258"/>
                    <a:pt x="891" y="1"/>
                    <a:pt x="57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5"/>
            <p:cNvSpPr/>
            <p:nvPr/>
          </p:nvSpPr>
          <p:spPr>
            <a:xfrm>
              <a:off x="2607256" y="3785374"/>
              <a:ext cx="18153" cy="42305"/>
            </a:xfrm>
            <a:custGeom>
              <a:rect b="b" l="l" r="r" t="t"/>
              <a:pathLst>
                <a:path extrusionOk="0" h="1615" w="693">
                  <a:moveTo>
                    <a:pt x="116" y="1"/>
                  </a:moveTo>
                  <a:cubicBezTo>
                    <a:pt x="78" y="1"/>
                    <a:pt x="40" y="4"/>
                    <a:pt x="1" y="12"/>
                  </a:cubicBezTo>
                  <a:lnTo>
                    <a:pt x="1" y="972"/>
                  </a:lnTo>
                  <a:cubicBezTo>
                    <a:pt x="1" y="1329"/>
                    <a:pt x="289" y="1614"/>
                    <a:pt x="644" y="1614"/>
                  </a:cubicBezTo>
                  <a:cubicBezTo>
                    <a:pt x="660" y="1614"/>
                    <a:pt x="677" y="1614"/>
                    <a:pt x="693" y="1612"/>
                  </a:cubicBezTo>
                  <a:lnTo>
                    <a:pt x="693" y="578"/>
                  </a:lnTo>
                  <a:cubicBezTo>
                    <a:pt x="690"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5"/>
            <p:cNvSpPr/>
            <p:nvPr/>
          </p:nvSpPr>
          <p:spPr>
            <a:xfrm>
              <a:off x="2584099" y="3884862"/>
              <a:ext cx="178938" cy="33294"/>
            </a:xfrm>
            <a:custGeom>
              <a:rect b="b" l="l" r="r" t="t"/>
              <a:pathLst>
                <a:path extrusionOk="0" h="1271" w="6831">
                  <a:moveTo>
                    <a:pt x="1" y="1"/>
                  </a:moveTo>
                  <a:cubicBezTo>
                    <a:pt x="86" y="237"/>
                    <a:pt x="196" y="463"/>
                    <a:pt x="323" y="683"/>
                  </a:cubicBezTo>
                  <a:cubicBezTo>
                    <a:pt x="460" y="923"/>
                    <a:pt x="703" y="1084"/>
                    <a:pt x="977" y="1121"/>
                  </a:cubicBezTo>
                  <a:cubicBezTo>
                    <a:pt x="1788" y="1221"/>
                    <a:pt x="2602" y="1270"/>
                    <a:pt x="3417" y="1270"/>
                  </a:cubicBezTo>
                  <a:cubicBezTo>
                    <a:pt x="4231" y="1270"/>
                    <a:pt x="5045" y="1221"/>
                    <a:pt x="5854" y="1121"/>
                  </a:cubicBezTo>
                  <a:cubicBezTo>
                    <a:pt x="6131" y="1084"/>
                    <a:pt x="6374" y="923"/>
                    <a:pt x="6515" y="679"/>
                  </a:cubicBezTo>
                  <a:cubicBezTo>
                    <a:pt x="6638" y="463"/>
                    <a:pt x="6745" y="234"/>
                    <a:pt x="6830" y="1"/>
                  </a:cubicBezTo>
                  <a:lnTo>
                    <a:pt x="6830" y="1"/>
                  </a:lnTo>
                  <a:cubicBezTo>
                    <a:pt x="5703" y="229"/>
                    <a:pt x="4559" y="343"/>
                    <a:pt x="3415" y="343"/>
                  </a:cubicBezTo>
                  <a:cubicBezTo>
                    <a:pt x="2272" y="343"/>
                    <a:pt x="1128" y="22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5"/>
            <p:cNvSpPr/>
            <p:nvPr/>
          </p:nvSpPr>
          <p:spPr>
            <a:xfrm>
              <a:off x="2721885" y="3785400"/>
              <a:ext cx="30203" cy="54617"/>
            </a:xfrm>
            <a:custGeom>
              <a:rect b="b" l="l" r="r" t="t"/>
              <a:pathLst>
                <a:path extrusionOk="0" h="2085" w="1153">
                  <a:moveTo>
                    <a:pt x="576" y="1"/>
                  </a:moveTo>
                  <a:cubicBezTo>
                    <a:pt x="258" y="1"/>
                    <a:pt x="1" y="258"/>
                    <a:pt x="1" y="577"/>
                  </a:cubicBezTo>
                  <a:lnTo>
                    <a:pt x="1" y="1509"/>
                  </a:lnTo>
                  <a:cubicBezTo>
                    <a:pt x="1" y="1827"/>
                    <a:pt x="258" y="2084"/>
                    <a:pt x="576" y="2084"/>
                  </a:cubicBezTo>
                  <a:cubicBezTo>
                    <a:pt x="895" y="2084"/>
                    <a:pt x="1152" y="1827"/>
                    <a:pt x="1152" y="1509"/>
                  </a:cubicBezTo>
                  <a:lnTo>
                    <a:pt x="1152" y="577"/>
                  </a:lnTo>
                  <a:cubicBezTo>
                    <a:pt x="1152" y="258"/>
                    <a:pt x="895" y="1"/>
                    <a:pt x="57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5"/>
            <p:cNvSpPr/>
            <p:nvPr/>
          </p:nvSpPr>
          <p:spPr>
            <a:xfrm>
              <a:off x="2733908" y="3785374"/>
              <a:ext cx="18179" cy="42305"/>
            </a:xfrm>
            <a:custGeom>
              <a:rect b="b" l="l" r="r" t="t"/>
              <a:pathLst>
                <a:path extrusionOk="0" h="1615" w="694">
                  <a:moveTo>
                    <a:pt x="117" y="1"/>
                  </a:moveTo>
                  <a:cubicBezTo>
                    <a:pt x="79" y="1"/>
                    <a:pt x="40" y="4"/>
                    <a:pt x="1" y="12"/>
                  </a:cubicBezTo>
                  <a:lnTo>
                    <a:pt x="1" y="972"/>
                  </a:lnTo>
                  <a:cubicBezTo>
                    <a:pt x="1" y="1329"/>
                    <a:pt x="293" y="1614"/>
                    <a:pt x="645" y="1614"/>
                  </a:cubicBezTo>
                  <a:cubicBezTo>
                    <a:pt x="661" y="1614"/>
                    <a:pt x="677" y="1614"/>
                    <a:pt x="693" y="1612"/>
                  </a:cubicBezTo>
                  <a:lnTo>
                    <a:pt x="693" y="578"/>
                  </a:lnTo>
                  <a:cubicBezTo>
                    <a:pt x="693" y="251"/>
                    <a:pt x="427" y="1"/>
                    <a:pt x="117"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5"/>
            <p:cNvSpPr/>
            <p:nvPr/>
          </p:nvSpPr>
          <p:spPr>
            <a:xfrm>
              <a:off x="2589574" y="3779742"/>
              <a:ext cx="41414" cy="65566"/>
            </a:xfrm>
            <a:custGeom>
              <a:rect b="b" l="l" r="r" t="t"/>
              <a:pathLst>
                <a:path extrusionOk="0" h="2503" w="1581">
                  <a:moveTo>
                    <a:pt x="789" y="1"/>
                  </a:moveTo>
                  <a:cubicBezTo>
                    <a:pt x="354" y="1"/>
                    <a:pt x="1" y="354"/>
                    <a:pt x="1" y="793"/>
                  </a:cubicBezTo>
                  <a:lnTo>
                    <a:pt x="1" y="1714"/>
                  </a:lnTo>
                  <a:cubicBezTo>
                    <a:pt x="1" y="2150"/>
                    <a:pt x="354" y="2503"/>
                    <a:pt x="789" y="2503"/>
                  </a:cubicBezTo>
                  <a:cubicBezTo>
                    <a:pt x="1227" y="2503"/>
                    <a:pt x="1580" y="2150"/>
                    <a:pt x="1580" y="1714"/>
                  </a:cubicBezTo>
                  <a:lnTo>
                    <a:pt x="1580" y="906"/>
                  </a:lnTo>
                  <a:cubicBezTo>
                    <a:pt x="1580" y="762"/>
                    <a:pt x="1473" y="690"/>
                    <a:pt x="1366" y="690"/>
                  </a:cubicBezTo>
                  <a:cubicBezTo>
                    <a:pt x="1259" y="690"/>
                    <a:pt x="1152" y="762"/>
                    <a:pt x="1152" y="906"/>
                  </a:cubicBezTo>
                  <a:lnTo>
                    <a:pt x="1152" y="1714"/>
                  </a:lnTo>
                  <a:cubicBezTo>
                    <a:pt x="1152" y="1913"/>
                    <a:pt x="988" y="2074"/>
                    <a:pt x="789" y="2074"/>
                  </a:cubicBezTo>
                  <a:cubicBezTo>
                    <a:pt x="590" y="2074"/>
                    <a:pt x="429" y="1913"/>
                    <a:pt x="429" y="1714"/>
                  </a:cubicBezTo>
                  <a:lnTo>
                    <a:pt x="429" y="793"/>
                  </a:lnTo>
                  <a:cubicBezTo>
                    <a:pt x="429" y="594"/>
                    <a:pt x="590" y="433"/>
                    <a:pt x="789" y="433"/>
                  </a:cubicBezTo>
                  <a:cubicBezTo>
                    <a:pt x="909" y="433"/>
                    <a:pt x="1005" y="333"/>
                    <a:pt x="1005" y="217"/>
                  </a:cubicBezTo>
                  <a:cubicBezTo>
                    <a:pt x="1005" y="97"/>
                    <a:pt x="909" y="1"/>
                    <a:pt x="7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5"/>
            <p:cNvSpPr/>
            <p:nvPr/>
          </p:nvSpPr>
          <p:spPr>
            <a:xfrm>
              <a:off x="2716227" y="3779742"/>
              <a:ext cx="41493" cy="65566"/>
            </a:xfrm>
            <a:custGeom>
              <a:rect b="b" l="l" r="r" t="t"/>
              <a:pathLst>
                <a:path extrusionOk="0" h="2503" w="1584">
                  <a:moveTo>
                    <a:pt x="792" y="1"/>
                  </a:moveTo>
                  <a:cubicBezTo>
                    <a:pt x="354" y="1"/>
                    <a:pt x="1" y="354"/>
                    <a:pt x="1" y="793"/>
                  </a:cubicBezTo>
                  <a:lnTo>
                    <a:pt x="1" y="1714"/>
                  </a:lnTo>
                  <a:cubicBezTo>
                    <a:pt x="1" y="2150"/>
                    <a:pt x="354" y="2503"/>
                    <a:pt x="792" y="2503"/>
                  </a:cubicBezTo>
                  <a:cubicBezTo>
                    <a:pt x="1228" y="2503"/>
                    <a:pt x="1584" y="2150"/>
                    <a:pt x="1584" y="1714"/>
                  </a:cubicBezTo>
                  <a:lnTo>
                    <a:pt x="1584" y="906"/>
                  </a:lnTo>
                  <a:cubicBezTo>
                    <a:pt x="1584" y="762"/>
                    <a:pt x="1476" y="690"/>
                    <a:pt x="1368" y="690"/>
                  </a:cubicBezTo>
                  <a:cubicBezTo>
                    <a:pt x="1260" y="690"/>
                    <a:pt x="1152" y="762"/>
                    <a:pt x="1152" y="906"/>
                  </a:cubicBezTo>
                  <a:lnTo>
                    <a:pt x="1152" y="1714"/>
                  </a:lnTo>
                  <a:cubicBezTo>
                    <a:pt x="1152" y="1913"/>
                    <a:pt x="991" y="2074"/>
                    <a:pt x="792" y="2074"/>
                  </a:cubicBezTo>
                  <a:cubicBezTo>
                    <a:pt x="594" y="2074"/>
                    <a:pt x="433" y="1913"/>
                    <a:pt x="433" y="1714"/>
                  </a:cubicBezTo>
                  <a:lnTo>
                    <a:pt x="433" y="793"/>
                  </a:lnTo>
                  <a:cubicBezTo>
                    <a:pt x="433" y="594"/>
                    <a:pt x="594" y="433"/>
                    <a:pt x="792" y="433"/>
                  </a:cubicBezTo>
                  <a:cubicBezTo>
                    <a:pt x="912" y="433"/>
                    <a:pt x="1008" y="333"/>
                    <a:pt x="1008" y="217"/>
                  </a:cubicBezTo>
                  <a:cubicBezTo>
                    <a:pt x="1008" y="97"/>
                    <a:pt x="912" y="1"/>
                    <a:pt x="7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5"/>
            <p:cNvSpPr/>
            <p:nvPr/>
          </p:nvSpPr>
          <p:spPr>
            <a:xfrm>
              <a:off x="2461742" y="3665034"/>
              <a:ext cx="343443" cy="321884"/>
            </a:xfrm>
            <a:custGeom>
              <a:rect b="b" l="l" r="r" t="t"/>
              <a:pathLst>
                <a:path extrusionOk="0" h="12288" w="13111">
                  <a:moveTo>
                    <a:pt x="8085" y="1"/>
                  </a:moveTo>
                  <a:cubicBezTo>
                    <a:pt x="6199" y="1"/>
                    <a:pt x="4317" y="724"/>
                    <a:pt x="2886" y="2156"/>
                  </a:cubicBezTo>
                  <a:cubicBezTo>
                    <a:pt x="141" y="4897"/>
                    <a:pt x="1" y="9297"/>
                    <a:pt x="2564" y="12210"/>
                  </a:cubicBezTo>
                  <a:cubicBezTo>
                    <a:pt x="2612" y="12265"/>
                    <a:pt x="2667" y="12287"/>
                    <a:pt x="2722" y="12287"/>
                  </a:cubicBezTo>
                  <a:cubicBezTo>
                    <a:pt x="2882" y="12287"/>
                    <a:pt x="3027" y="12087"/>
                    <a:pt x="2886" y="11926"/>
                  </a:cubicBezTo>
                  <a:cubicBezTo>
                    <a:pt x="1728" y="10610"/>
                    <a:pt x="1111" y="8903"/>
                    <a:pt x="1169" y="7149"/>
                  </a:cubicBezTo>
                  <a:cubicBezTo>
                    <a:pt x="1248" y="4469"/>
                    <a:pt x="2869" y="2077"/>
                    <a:pt x="5330" y="1008"/>
                  </a:cubicBezTo>
                  <a:cubicBezTo>
                    <a:pt x="6217" y="623"/>
                    <a:pt x="7155" y="434"/>
                    <a:pt x="8086" y="434"/>
                  </a:cubicBezTo>
                  <a:cubicBezTo>
                    <a:pt x="9739" y="434"/>
                    <a:pt x="11370" y="1026"/>
                    <a:pt x="12656" y="2159"/>
                  </a:cubicBezTo>
                  <a:cubicBezTo>
                    <a:pt x="12702" y="2199"/>
                    <a:pt x="12752" y="2216"/>
                    <a:pt x="12798" y="2216"/>
                  </a:cubicBezTo>
                  <a:cubicBezTo>
                    <a:pt x="12972" y="2216"/>
                    <a:pt x="13111" y="1982"/>
                    <a:pt x="12940" y="1834"/>
                  </a:cubicBezTo>
                  <a:cubicBezTo>
                    <a:pt x="11547" y="608"/>
                    <a:pt x="9814" y="1"/>
                    <a:pt x="8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5"/>
            <p:cNvSpPr/>
            <p:nvPr/>
          </p:nvSpPr>
          <p:spPr>
            <a:xfrm>
              <a:off x="2542056" y="3728635"/>
              <a:ext cx="338020" cy="321779"/>
            </a:xfrm>
            <a:custGeom>
              <a:rect b="b" l="l" r="r" t="t"/>
              <a:pathLst>
                <a:path extrusionOk="0" h="12284" w="12904">
                  <a:moveTo>
                    <a:pt x="10388" y="1"/>
                  </a:moveTo>
                  <a:cubicBezTo>
                    <a:pt x="10226" y="1"/>
                    <a:pt x="10080" y="200"/>
                    <a:pt x="10224" y="362"/>
                  </a:cubicBezTo>
                  <a:cubicBezTo>
                    <a:pt x="12633" y="3103"/>
                    <a:pt x="12499" y="7246"/>
                    <a:pt x="9919" y="9827"/>
                  </a:cubicBezTo>
                  <a:cubicBezTo>
                    <a:pt x="8572" y="11174"/>
                    <a:pt x="6799" y="11854"/>
                    <a:pt x="5023" y="11854"/>
                  </a:cubicBezTo>
                  <a:cubicBezTo>
                    <a:pt x="3395" y="11854"/>
                    <a:pt x="1765" y="11283"/>
                    <a:pt x="454" y="10132"/>
                  </a:cubicBezTo>
                  <a:cubicBezTo>
                    <a:pt x="408" y="10091"/>
                    <a:pt x="358" y="10073"/>
                    <a:pt x="311" y="10073"/>
                  </a:cubicBezTo>
                  <a:cubicBezTo>
                    <a:pt x="139" y="10073"/>
                    <a:pt x="0" y="10306"/>
                    <a:pt x="170" y="10454"/>
                  </a:cubicBezTo>
                  <a:cubicBezTo>
                    <a:pt x="1506" y="11633"/>
                    <a:pt x="3228" y="12284"/>
                    <a:pt x="5008" y="12284"/>
                  </a:cubicBezTo>
                  <a:cubicBezTo>
                    <a:pt x="5013" y="12284"/>
                    <a:pt x="5017" y="12284"/>
                    <a:pt x="5022" y="12284"/>
                  </a:cubicBezTo>
                  <a:cubicBezTo>
                    <a:pt x="5097" y="12284"/>
                    <a:pt x="5169" y="12284"/>
                    <a:pt x="5245" y="12280"/>
                  </a:cubicBezTo>
                  <a:cubicBezTo>
                    <a:pt x="8092" y="12195"/>
                    <a:pt x="10632" y="10474"/>
                    <a:pt x="11769" y="7860"/>
                  </a:cubicBezTo>
                  <a:cubicBezTo>
                    <a:pt x="12904" y="5249"/>
                    <a:pt x="12427" y="2216"/>
                    <a:pt x="10546" y="78"/>
                  </a:cubicBezTo>
                  <a:cubicBezTo>
                    <a:pt x="10499" y="23"/>
                    <a:pt x="10442" y="1"/>
                    <a:pt x="103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85"/>
            <p:cNvSpPr/>
            <p:nvPr/>
          </p:nvSpPr>
          <p:spPr>
            <a:xfrm>
              <a:off x="2558611" y="3876218"/>
              <a:ext cx="229992" cy="107871"/>
            </a:xfrm>
            <a:custGeom>
              <a:rect b="b" l="l" r="r" t="t"/>
              <a:pathLst>
                <a:path extrusionOk="0" h="4118" w="8780">
                  <a:moveTo>
                    <a:pt x="1285" y="608"/>
                  </a:moveTo>
                  <a:cubicBezTo>
                    <a:pt x="2312" y="793"/>
                    <a:pt x="3351" y="886"/>
                    <a:pt x="4390" y="886"/>
                  </a:cubicBezTo>
                  <a:cubicBezTo>
                    <a:pt x="5429" y="886"/>
                    <a:pt x="6468" y="793"/>
                    <a:pt x="7495" y="608"/>
                  </a:cubicBezTo>
                  <a:lnTo>
                    <a:pt x="7495" y="608"/>
                  </a:lnTo>
                  <a:cubicBezTo>
                    <a:pt x="7437" y="721"/>
                    <a:pt x="7375" y="834"/>
                    <a:pt x="7306" y="944"/>
                  </a:cubicBezTo>
                  <a:cubicBezTo>
                    <a:pt x="7193" y="1115"/>
                    <a:pt x="7008" y="1225"/>
                    <a:pt x="6803" y="1249"/>
                  </a:cubicBezTo>
                  <a:cubicBezTo>
                    <a:pt x="6001" y="1338"/>
                    <a:pt x="5195" y="1383"/>
                    <a:pt x="4388" y="1383"/>
                  </a:cubicBezTo>
                  <a:cubicBezTo>
                    <a:pt x="3582" y="1383"/>
                    <a:pt x="2776" y="1338"/>
                    <a:pt x="1974" y="1249"/>
                  </a:cubicBezTo>
                  <a:cubicBezTo>
                    <a:pt x="1772" y="1225"/>
                    <a:pt x="1587" y="1115"/>
                    <a:pt x="1474" y="944"/>
                  </a:cubicBezTo>
                  <a:cubicBezTo>
                    <a:pt x="1405" y="834"/>
                    <a:pt x="1340" y="725"/>
                    <a:pt x="1285" y="608"/>
                  </a:cubicBezTo>
                  <a:close/>
                  <a:moveTo>
                    <a:pt x="8317" y="437"/>
                  </a:moveTo>
                  <a:cubicBezTo>
                    <a:pt x="8321" y="444"/>
                    <a:pt x="8321" y="451"/>
                    <a:pt x="8317" y="461"/>
                  </a:cubicBezTo>
                  <a:cubicBezTo>
                    <a:pt x="8057" y="1379"/>
                    <a:pt x="7532" y="2202"/>
                    <a:pt x="6840" y="2781"/>
                  </a:cubicBezTo>
                  <a:cubicBezTo>
                    <a:pt x="6124" y="3374"/>
                    <a:pt x="5278" y="3689"/>
                    <a:pt x="4390" y="3689"/>
                  </a:cubicBezTo>
                  <a:cubicBezTo>
                    <a:pt x="3499" y="3689"/>
                    <a:pt x="2653" y="3374"/>
                    <a:pt x="1940" y="2781"/>
                  </a:cubicBezTo>
                  <a:cubicBezTo>
                    <a:pt x="1248" y="2205"/>
                    <a:pt x="720" y="1379"/>
                    <a:pt x="460" y="461"/>
                  </a:cubicBezTo>
                  <a:cubicBezTo>
                    <a:pt x="460" y="451"/>
                    <a:pt x="460" y="444"/>
                    <a:pt x="460" y="437"/>
                  </a:cubicBezTo>
                  <a:cubicBezTo>
                    <a:pt x="562" y="461"/>
                    <a:pt x="665" y="485"/>
                    <a:pt x="768" y="506"/>
                  </a:cubicBezTo>
                  <a:cubicBezTo>
                    <a:pt x="860" y="742"/>
                    <a:pt x="977" y="965"/>
                    <a:pt x="1111" y="1181"/>
                  </a:cubicBezTo>
                  <a:cubicBezTo>
                    <a:pt x="1296" y="1458"/>
                    <a:pt x="1594" y="1640"/>
                    <a:pt x="1926" y="1677"/>
                  </a:cubicBezTo>
                  <a:cubicBezTo>
                    <a:pt x="2744" y="1770"/>
                    <a:pt x="3566" y="1816"/>
                    <a:pt x="4388" y="1816"/>
                  </a:cubicBezTo>
                  <a:cubicBezTo>
                    <a:pt x="5211" y="1816"/>
                    <a:pt x="6033" y="1770"/>
                    <a:pt x="6851" y="1677"/>
                  </a:cubicBezTo>
                  <a:cubicBezTo>
                    <a:pt x="7186" y="1640"/>
                    <a:pt x="7484" y="1458"/>
                    <a:pt x="7666" y="1177"/>
                  </a:cubicBezTo>
                  <a:cubicBezTo>
                    <a:pt x="7803" y="965"/>
                    <a:pt x="7916" y="739"/>
                    <a:pt x="8009" y="506"/>
                  </a:cubicBezTo>
                  <a:cubicBezTo>
                    <a:pt x="8115" y="485"/>
                    <a:pt x="8214" y="461"/>
                    <a:pt x="8317" y="437"/>
                  </a:cubicBezTo>
                  <a:close/>
                  <a:moveTo>
                    <a:pt x="453" y="1"/>
                  </a:moveTo>
                  <a:cubicBezTo>
                    <a:pt x="340" y="1"/>
                    <a:pt x="232" y="47"/>
                    <a:pt x="155" y="132"/>
                  </a:cubicBezTo>
                  <a:cubicBezTo>
                    <a:pt x="41" y="249"/>
                    <a:pt x="0" y="420"/>
                    <a:pt x="48" y="577"/>
                  </a:cubicBezTo>
                  <a:cubicBezTo>
                    <a:pt x="336" y="1595"/>
                    <a:pt x="895" y="2469"/>
                    <a:pt x="1666" y="3113"/>
                  </a:cubicBezTo>
                  <a:cubicBezTo>
                    <a:pt x="2457" y="3771"/>
                    <a:pt x="3400" y="4117"/>
                    <a:pt x="4390" y="4117"/>
                  </a:cubicBezTo>
                  <a:cubicBezTo>
                    <a:pt x="5380" y="4117"/>
                    <a:pt x="6323" y="3771"/>
                    <a:pt x="7114" y="3113"/>
                  </a:cubicBezTo>
                  <a:cubicBezTo>
                    <a:pt x="7885" y="2469"/>
                    <a:pt x="8444" y="1595"/>
                    <a:pt x="8732" y="577"/>
                  </a:cubicBezTo>
                  <a:cubicBezTo>
                    <a:pt x="8780" y="420"/>
                    <a:pt x="8739" y="249"/>
                    <a:pt x="8626" y="132"/>
                  </a:cubicBezTo>
                  <a:cubicBezTo>
                    <a:pt x="8548" y="49"/>
                    <a:pt x="8438" y="1"/>
                    <a:pt x="8326" y="1"/>
                  </a:cubicBezTo>
                  <a:cubicBezTo>
                    <a:pt x="8296" y="1"/>
                    <a:pt x="8265" y="5"/>
                    <a:pt x="8235" y="12"/>
                  </a:cubicBezTo>
                  <a:cubicBezTo>
                    <a:pt x="6970" y="308"/>
                    <a:pt x="5680" y="457"/>
                    <a:pt x="4391" y="457"/>
                  </a:cubicBezTo>
                  <a:cubicBezTo>
                    <a:pt x="3101" y="457"/>
                    <a:pt x="1811" y="308"/>
                    <a:pt x="549" y="12"/>
                  </a:cubicBezTo>
                  <a:cubicBezTo>
                    <a:pt x="517" y="4"/>
                    <a:pt x="485"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8" name="Google Shape;12728;p85"/>
          <p:cNvGrpSpPr/>
          <p:nvPr/>
        </p:nvGrpSpPr>
        <p:grpSpPr>
          <a:xfrm>
            <a:off x="3009951" y="3665139"/>
            <a:ext cx="414745" cy="385328"/>
            <a:chOff x="3009951" y="3665139"/>
            <a:chExt cx="414745" cy="385328"/>
          </a:xfrm>
        </p:grpSpPr>
        <p:sp>
          <p:nvSpPr>
            <p:cNvPr id="12729" name="Google Shape;12729;p85"/>
            <p:cNvSpPr/>
            <p:nvPr/>
          </p:nvSpPr>
          <p:spPr>
            <a:xfrm>
              <a:off x="3015505" y="3670875"/>
              <a:ext cx="388524" cy="373829"/>
            </a:xfrm>
            <a:custGeom>
              <a:rect b="b" l="l" r="r" t="t"/>
              <a:pathLst>
                <a:path extrusionOk="0" h="14271" w="14832">
                  <a:moveTo>
                    <a:pt x="7697" y="0"/>
                  </a:moveTo>
                  <a:cubicBezTo>
                    <a:pt x="4812" y="0"/>
                    <a:pt x="2208" y="1738"/>
                    <a:pt x="1104" y="4404"/>
                  </a:cubicBezTo>
                  <a:cubicBezTo>
                    <a:pt x="1" y="7070"/>
                    <a:pt x="611" y="10140"/>
                    <a:pt x="2653" y="12179"/>
                  </a:cubicBezTo>
                  <a:cubicBezTo>
                    <a:pt x="4017" y="13545"/>
                    <a:pt x="5843" y="14271"/>
                    <a:pt x="7700" y="14271"/>
                  </a:cubicBezTo>
                  <a:cubicBezTo>
                    <a:pt x="8619" y="14271"/>
                    <a:pt x="9546" y="14093"/>
                    <a:pt x="10428" y="13728"/>
                  </a:cubicBezTo>
                  <a:cubicBezTo>
                    <a:pt x="13095" y="12625"/>
                    <a:pt x="14832" y="10020"/>
                    <a:pt x="14832" y="7135"/>
                  </a:cubicBezTo>
                  <a:cubicBezTo>
                    <a:pt x="14832" y="3194"/>
                    <a:pt x="11638" y="0"/>
                    <a:pt x="7697"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5"/>
            <p:cNvSpPr/>
            <p:nvPr/>
          </p:nvSpPr>
          <p:spPr>
            <a:xfrm>
              <a:off x="3029519" y="3683056"/>
              <a:ext cx="379199" cy="349494"/>
            </a:xfrm>
            <a:custGeom>
              <a:rect b="b" l="l" r="r" t="t"/>
              <a:pathLst>
                <a:path extrusionOk="0" h="13342" w="14476">
                  <a:moveTo>
                    <a:pt x="7159" y="1"/>
                  </a:moveTo>
                  <a:cubicBezTo>
                    <a:pt x="6304" y="1"/>
                    <a:pt x="5439" y="165"/>
                    <a:pt x="4609" y="508"/>
                  </a:cubicBezTo>
                  <a:cubicBezTo>
                    <a:pt x="1669" y="1728"/>
                    <a:pt x="0" y="4850"/>
                    <a:pt x="621" y="7972"/>
                  </a:cubicBezTo>
                  <a:cubicBezTo>
                    <a:pt x="1241" y="11094"/>
                    <a:pt x="3979" y="13342"/>
                    <a:pt x="7162" y="13342"/>
                  </a:cubicBezTo>
                  <a:cubicBezTo>
                    <a:pt x="7167" y="13342"/>
                    <a:pt x="7171" y="13342"/>
                    <a:pt x="7175" y="13342"/>
                  </a:cubicBezTo>
                  <a:cubicBezTo>
                    <a:pt x="8942" y="13342"/>
                    <a:pt x="10633" y="12640"/>
                    <a:pt x="11878" y="11389"/>
                  </a:cubicBezTo>
                  <a:cubicBezTo>
                    <a:pt x="14129" y="9137"/>
                    <a:pt x="14475" y="5611"/>
                    <a:pt x="12707" y="2965"/>
                  </a:cubicBezTo>
                  <a:cubicBezTo>
                    <a:pt x="11440" y="1066"/>
                    <a:pt x="9334" y="1"/>
                    <a:pt x="7159"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85"/>
            <p:cNvSpPr/>
            <p:nvPr/>
          </p:nvSpPr>
          <p:spPr>
            <a:xfrm>
              <a:off x="3146113" y="3730102"/>
              <a:ext cx="142029" cy="255323"/>
            </a:xfrm>
            <a:custGeom>
              <a:rect b="b" l="l" r="r" t="t"/>
              <a:pathLst>
                <a:path extrusionOk="0" h="9747" w="5422">
                  <a:moveTo>
                    <a:pt x="2605" y="1"/>
                  </a:moveTo>
                  <a:cubicBezTo>
                    <a:pt x="820" y="1"/>
                    <a:pt x="1" y="1060"/>
                    <a:pt x="1" y="1773"/>
                  </a:cubicBezTo>
                  <a:cubicBezTo>
                    <a:pt x="1" y="2290"/>
                    <a:pt x="436" y="2527"/>
                    <a:pt x="792" y="2527"/>
                  </a:cubicBezTo>
                  <a:cubicBezTo>
                    <a:pt x="1505" y="2527"/>
                    <a:pt x="1217" y="1509"/>
                    <a:pt x="2564" y="1509"/>
                  </a:cubicBezTo>
                  <a:cubicBezTo>
                    <a:pt x="3225" y="1509"/>
                    <a:pt x="3753" y="1800"/>
                    <a:pt x="3753" y="2410"/>
                  </a:cubicBezTo>
                  <a:cubicBezTo>
                    <a:pt x="3753" y="3123"/>
                    <a:pt x="3013" y="3534"/>
                    <a:pt x="2578" y="3904"/>
                  </a:cubicBezTo>
                  <a:cubicBezTo>
                    <a:pt x="2194" y="4233"/>
                    <a:pt x="1694" y="4774"/>
                    <a:pt x="1694" y="5912"/>
                  </a:cubicBezTo>
                  <a:cubicBezTo>
                    <a:pt x="1694" y="6601"/>
                    <a:pt x="1879" y="6800"/>
                    <a:pt x="2420" y="6800"/>
                  </a:cubicBezTo>
                  <a:cubicBezTo>
                    <a:pt x="3068" y="6800"/>
                    <a:pt x="3201" y="6508"/>
                    <a:pt x="3201" y="6258"/>
                  </a:cubicBezTo>
                  <a:cubicBezTo>
                    <a:pt x="3201" y="5570"/>
                    <a:pt x="3212" y="5172"/>
                    <a:pt x="3942" y="4603"/>
                  </a:cubicBezTo>
                  <a:cubicBezTo>
                    <a:pt x="4298" y="4326"/>
                    <a:pt x="5422" y="3428"/>
                    <a:pt x="5422" y="2184"/>
                  </a:cubicBezTo>
                  <a:cubicBezTo>
                    <a:pt x="5422" y="940"/>
                    <a:pt x="4298" y="1"/>
                    <a:pt x="2605" y="1"/>
                  </a:cubicBezTo>
                  <a:close/>
                  <a:moveTo>
                    <a:pt x="2434" y="7711"/>
                  </a:moveTo>
                  <a:cubicBezTo>
                    <a:pt x="1875" y="7718"/>
                    <a:pt x="1426" y="8170"/>
                    <a:pt x="1430" y="8729"/>
                  </a:cubicBezTo>
                  <a:cubicBezTo>
                    <a:pt x="1430" y="9270"/>
                    <a:pt x="1865" y="9747"/>
                    <a:pt x="2434" y="9747"/>
                  </a:cubicBezTo>
                  <a:cubicBezTo>
                    <a:pt x="2992" y="9743"/>
                    <a:pt x="3448" y="9288"/>
                    <a:pt x="3452" y="8729"/>
                  </a:cubicBezTo>
                  <a:cubicBezTo>
                    <a:pt x="3448" y="8170"/>
                    <a:pt x="2992" y="7715"/>
                    <a:pt x="2434" y="771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5"/>
            <p:cNvSpPr/>
            <p:nvPr/>
          </p:nvSpPr>
          <p:spPr>
            <a:xfrm>
              <a:off x="3009951" y="3665139"/>
              <a:ext cx="414745" cy="385328"/>
            </a:xfrm>
            <a:custGeom>
              <a:rect b="b" l="l" r="r" t="t"/>
              <a:pathLst>
                <a:path extrusionOk="0" h="14710" w="15833">
                  <a:moveTo>
                    <a:pt x="7908" y="0"/>
                  </a:moveTo>
                  <a:cubicBezTo>
                    <a:pt x="6198" y="0"/>
                    <a:pt x="4484" y="594"/>
                    <a:pt x="3098" y="1792"/>
                  </a:cubicBezTo>
                  <a:cubicBezTo>
                    <a:pt x="2925" y="1943"/>
                    <a:pt x="3065" y="2179"/>
                    <a:pt x="3239" y="2179"/>
                  </a:cubicBezTo>
                  <a:cubicBezTo>
                    <a:pt x="3286" y="2179"/>
                    <a:pt x="3336" y="2162"/>
                    <a:pt x="3383" y="2121"/>
                  </a:cubicBezTo>
                  <a:cubicBezTo>
                    <a:pt x="4691" y="990"/>
                    <a:pt x="6304" y="434"/>
                    <a:pt x="7911" y="434"/>
                  </a:cubicBezTo>
                  <a:cubicBezTo>
                    <a:pt x="9781" y="434"/>
                    <a:pt x="11643" y="1188"/>
                    <a:pt x="13005" y="2666"/>
                  </a:cubicBezTo>
                  <a:cubicBezTo>
                    <a:pt x="15534" y="5418"/>
                    <a:pt x="15421" y="9681"/>
                    <a:pt x="12748" y="12295"/>
                  </a:cubicBezTo>
                  <a:cubicBezTo>
                    <a:pt x="11402" y="13612"/>
                    <a:pt x="9654" y="14271"/>
                    <a:pt x="7905" y="14271"/>
                  </a:cubicBezTo>
                  <a:cubicBezTo>
                    <a:pt x="6180" y="14271"/>
                    <a:pt x="4454" y="13630"/>
                    <a:pt x="3115" y="12343"/>
                  </a:cubicBezTo>
                  <a:cubicBezTo>
                    <a:pt x="422" y="9756"/>
                    <a:pt x="271" y="5490"/>
                    <a:pt x="2779" y="2714"/>
                  </a:cubicBezTo>
                  <a:cubicBezTo>
                    <a:pt x="2936" y="2552"/>
                    <a:pt x="2785" y="2341"/>
                    <a:pt x="2618" y="2341"/>
                  </a:cubicBezTo>
                  <a:cubicBezTo>
                    <a:pt x="2561" y="2341"/>
                    <a:pt x="2503" y="2365"/>
                    <a:pt x="2454" y="2423"/>
                  </a:cubicBezTo>
                  <a:cubicBezTo>
                    <a:pt x="483" y="4602"/>
                    <a:pt x="0" y="7751"/>
                    <a:pt x="1227" y="10424"/>
                  </a:cubicBezTo>
                  <a:cubicBezTo>
                    <a:pt x="2429" y="13042"/>
                    <a:pt x="5044" y="14710"/>
                    <a:pt x="7913" y="14710"/>
                  </a:cubicBezTo>
                  <a:cubicBezTo>
                    <a:pt x="7973" y="14710"/>
                    <a:pt x="8034" y="14709"/>
                    <a:pt x="8094" y="14708"/>
                  </a:cubicBezTo>
                  <a:cubicBezTo>
                    <a:pt x="11035" y="14632"/>
                    <a:pt x="13649" y="12813"/>
                    <a:pt x="14739" y="10082"/>
                  </a:cubicBezTo>
                  <a:cubicBezTo>
                    <a:pt x="15832" y="7350"/>
                    <a:pt x="15191" y="4232"/>
                    <a:pt x="13111" y="2155"/>
                  </a:cubicBezTo>
                  <a:cubicBezTo>
                    <a:pt x="11680" y="724"/>
                    <a:pt x="9796" y="0"/>
                    <a:pt x="79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85"/>
            <p:cNvSpPr/>
            <p:nvPr/>
          </p:nvSpPr>
          <p:spPr>
            <a:xfrm>
              <a:off x="3170920" y="3926329"/>
              <a:ext cx="71355" cy="64833"/>
            </a:xfrm>
            <a:custGeom>
              <a:rect b="b" l="l" r="r" t="t"/>
              <a:pathLst>
                <a:path extrusionOk="0" h="2475" w="2724">
                  <a:moveTo>
                    <a:pt x="1487" y="440"/>
                  </a:moveTo>
                  <a:cubicBezTo>
                    <a:pt x="1929" y="440"/>
                    <a:pt x="2285" y="796"/>
                    <a:pt x="2285" y="1238"/>
                  </a:cubicBezTo>
                  <a:cubicBezTo>
                    <a:pt x="2285" y="1680"/>
                    <a:pt x="1929" y="2036"/>
                    <a:pt x="1487" y="2036"/>
                  </a:cubicBezTo>
                  <a:cubicBezTo>
                    <a:pt x="1045" y="2036"/>
                    <a:pt x="688" y="1680"/>
                    <a:pt x="688" y="1238"/>
                  </a:cubicBezTo>
                  <a:cubicBezTo>
                    <a:pt x="688" y="796"/>
                    <a:pt x="1045" y="440"/>
                    <a:pt x="1487" y="440"/>
                  </a:cubicBezTo>
                  <a:close/>
                  <a:moveTo>
                    <a:pt x="1482" y="1"/>
                  </a:moveTo>
                  <a:cubicBezTo>
                    <a:pt x="600" y="1"/>
                    <a:pt x="0" y="900"/>
                    <a:pt x="342" y="1714"/>
                  </a:cubicBezTo>
                  <a:cubicBezTo>
                    <a:pt x="546" y="2205"/>
                    <a:pt x="1012" y="2475"/>
                    <a:pt x="1486" y="2475"/>
                  </a:cubicBezTo>
                  <a:cubicBezTo>
                    <a:pt x="1799" y="2475"/>
                    <a:pt x="2117" y="2356"/>
                    <a:pt x="2364" y="2105"/>
                  </a:cubicBezTo>
                  <a:cubicBezTo>
                    <a:pt x="2594" y="1872"/>
                    <a:pt x="2720" y="1564"/>
                    <a:pt x="2724" y="1238"/>
                  </a:cubicBezTo>
                  <a:cubicBezTo>
                    <a:pt x="2717" y="556"/>
                    <a:pt x="2169" y="8"/>
                    <a:pt x="1487" y="1"/>
                  </a:cubicBezTo>
                  <a:cubicBezTo>
                    <a:pt x="1485" y="1"/>
                    <a:pt x="1483" y="1"/>
                    <a:pt x="1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5"/>
            <p:cNvSpPr/>
            <p:nvPr/>
          </p:nvSpPr>
          <p:spPr>
            <a:xfrm>
              <a:off x="3140193" y="3724470"/>
              <a:ext cx="153712" cy="189416"/>
            </a:xfrm>
            <a:custGeom>
              <a:rect b="b" l="l" r="r" t="t"/>
              <a:pathLst>
                <a:path extrusionOk="0" h="7231" w="5868">
                  <a:moveTo>
                    <a:pt x="2831" y="0"/>
                  </a:moveTo>
                  <a:cubicBezTo>
                    <a:pt x="1755" y="0"/>
                    <a:pt x="1090" y="363"/>
                    <a:pt x="720" y="668"/>
                  </a:cubicBezTo>
                  <a:cubicBezTo>
                    <a:pt x="275" y="1035"/>
                    <a:pt x="7" y="1528"/>
                    <a:pt x="7" y="1988"/>
                  </a:cubicBezTo>
                  <a:cubicBezTo>
                    <a:pt x="1" y="2275"/>
                    <a:pt x="127" y="2550"/>
                    <a:pt x="350" y="2728"/>
                  </a:cubicBezTo>
                  <a:cubicBezTo>
                    <a:pt x="542" y="2879"/>
                    <a:pt x="775" y="2961"/>
                    <a:pt x="1018" y="2961"/>
                  </a:cubicBezTo>
                  <a:cubicBezTo>
                    <a:pt x="1433" y="2961"/>
                    <a:pt x="1618" y="2694"/>
                    <a:pt x="1765" y="2474"/>
                  </a:cubicBezTo>
                  <a:cubicBezTo>
                    <a:pt x="1950" y="2200"/>
                    <a:pt x="2125" y="1943"/>
                    <a:pt x="2793" y="1943"/>
                  </a:cubicBezTo>
                  <a:cubicBezTo>
                    <a:pt x="3020" y="1943"/>
                    <a:pt x="3763" y="1991"/>
                    <a:pt x="3763" y="2622"/>
                  </a:cubicBezTo>
                  <a:cubicBezTo>
                    <a:pt x="3763" y="3101"/>
                    <a:pt x="3321" y="3437"/>
                    <a:pt x="2934" y="3735"/>
                  </a:cubicBezTo>
                  <a:cubicBezTo>
                    <a:pt x="2838" y="3811"/>
                    <a:pt x="2745" y="3879"/>
                    <a:pt x="2663" y="3951"/>
                  </a:cubicBezTo>
                  <a:cubicBezTo>
                    <a:pt x="2214" y="4335"/>
                    <a:pt x="1700" y="4935"/>
                    <a:pt x="1700" y="6127"/>
                  </a:cubicBezTo>
                  <a:cubicBezTo>
                    <a:pt x="1700" y="6789"/>
                    <a:pt x="1861" y="7231"/>
                    <a:pt x="2646" y="7231"/>
                  </a:cubicBezTo>
                  <a:cubicBezTo>
                    <a:pt x="2996" y="7231"/>
                    <a:pt x="3256" y="7152"/>
                    <a:pt x="3427" y="6998"/>
                  </a:cubicBezTo>
                  <a:cubicBezTo>
                    <a:pt x="3571" y="6861"/>
                    <a:pt x="3650" y="6669"/>
                    <a:pt x="3647" y="6470"/>
                  </a:cubicBezTo>
                  <a:cubicBezTo>
                    <a:pt x="3647" y="5829"/>
                    <a:pt x="3647" y="5504"/>
                    <a:pt x="4301" y="4989"/>
                  </a:cubicBezTo>
                  <a:lnTo>
                    <a:pt x="4311" y="4979"/>
                  </a:lnTo>
                  <a:cubicBezTo>
                    <a:pt x="4342" y="4959"/>
                    <a:pt x="4377" y="4931"/>
                    <a:pt x="4414" y="4904"/>
                  </a:cubicBezTo>
                  <a:cubicBezTo>
                    <a:pt x="4600" y="4756"/>
                    <a:pt x="4459" y="4507"/>
                    <a:pt x="4280" y="4507"/>
                  </a:cubicBezTo>
                  <a:cubicBezTo>
                    <a:pt x="4234" y="4507"/>
                    <a:pt x="4186" y="4523"/>
                    <a:pt x="4140" y="4561"/>
                  </a:cubicBezTo>
                  <a:cubicBezTo>
                    <a:pt x="4102" y="4592"/>
                    <a:pt x="4072" y="4616"/>
                    <a:pt x="4044" y="4637"/>
                  </a:cubicBezTo>
                  <a:lnTo>
                    <a:pt x="4034" y="4647"/>
                  </a:lnTo>
                  <a:cubicBezTo>
                    <a:pt x="3246" y="5260"/>
                    <a:pt x="3208" y="5716"/>
                    <a:pt x="3208" y="6470"/>
                  </a:cubicBezTo>
                  <a:cubicBezTo>
                    <a:pt x="3208" y="6566"/>
                    <a:pt x="3208" y="6795"/>
                    <a:pt x="2646" y="6795"/>
                  </a:cubicBezTo>
                  <a:cubicBezTo>
                    <a:pt x="2372" y="6795"/>
                    <a:pt x="2290" y="6737"/>
                    <a:pt x="2249" y="6686"/>
                  </a:cubicBezTo>
                  <a:cubicBezTo>
                    <a:pt x="2173" y="6600"/>
                    <a:pt x="2139" y="6415"/>
                    <a:pt x="2139" y="6127"/>
                  </a:cubicBezTo>
                  <a:cubicBezTo>
                    <a:pt x="2139" y="5116"/>
                    <a:pt x="2547" y="4626"/>
                    <a:pt x="2948" y="4284"/>
                  </a:cubicBezTo>
                  <a:cubicBezTo>
                    <a:pt x="3023" y="4222"/>
                    <a:pt x="3109" y="4157"/>
                    <a:pt x="3201" y="4085"/>
                  </a:cubicBezTo>
                  <a:cubicBezTo>
                    <a:pt x="3647" y="3742"/>
                    <a:pt x="4202" y="3317"/>
                    <a:pt x="4202" y="2625"/>
                  </a:cubicBezTo>
                  <a:cubicBezTo>
                    <a:pt x="4202" y="1946"/>
                    <a:pt x="3647" y="1508"/>
                    <a:pt x="2793" y="1508"/>
                  </a:cubicBezTo>
                  <a:cubicBezTo>
                    <a:pt x="1896" y="1508"/>
                    <a:pt x="1611" y="1926"/>
                    <a:pt x="1406" y="2231"/>
                  </a:cubicBezTo>
                  <a:cubicBezTo>
                    <a:pt x="1262" y="2440"/>
                    <a:pt x="1197" y="2526"/>
                    <a:pt x="1018" y="2526"/>
                  </a:cubicBezTo>
                  <a:cubicBezTo>
                    <a:pt x="789" y="2526"/>
                    <a:pt x="443" y="2382"/>
                    <a:pt x="443" y="1988"/>
                  </a:cubicBezTo>
                  <a:cubicBezTo>
                    <a:pt x="443" y="1731"/>
                    <a:pt x="590" y="1340"/>
                    <a:pt x="998" y="1004"/>
                  </a:cubicBezTo>
                  <a:cubicBezTo>
                    <a:pt x="1313" y="747"/>
                    <a:pt x="1885" y="435"/>
                    <a:pt x="2831" y="435"/>
                  </a:cubicBezTo>
                  <a:cubicBezTo>
                    <a:pt x="4359" y="435"/>
                    <a:pt x="5429" y="1244"/>
                    <a:pt x="5429" y="2399"/>
                  </a:cubicBezTo>
                  <a:cubicBezTo>
                    <a:pt x="5429" y="2933"/>
                    <a:pt x="5199" y="3468"/>
                    <a:pt x="4743" y="3989"/>
                  </a:cubicBezTo>
                  <a:cubicBezTo>
                    <a:pt x="4664" y="4078"/>
                    <a:pt x="4675" y="4215"/>
                    <a:pt x="4764" y="4297"/>
                  </a:cubicBezTo>
                  <a:cubicBezTo>
                    <a:pt x="4805" y="4333"/>
                    <a:pt x="4856" y="4350"/>
                    <a:pt x="4906" y="4350"/>
                  </a:cubicBezTo>
                  <a:cubicBezTo>
                    <a:pt x="4968" y="4350"/>
                    <a:pt x="5029" y="4324"/>
                    <a:pt x="5072" y="4273"/>
                  </a:cubicBezTo>
                  <a:cubicBezTo>
                    <a:pt x="5600" y="3670"/>
                    <a:pt x="5867" y="3040"/>
                    <a:pt x="5867" y="2399"/>
                  </a:cubicBezTo>
                  <a:cubicBezTo>
                    <a:pt x="5867" y="1720"/>
                    <a:pt x="5562" y="1107"/>
                    <a:pt x="5011" y="672"/>
                  </a:cubicBezTo>
                  <a:cubicBezTo>
                    <a:pt x="4459" y="233"/>
                    <a:pt x="3701" y="0"/>
                    <a:pt x="28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5" name="Google Shape;12735;p85"/>
          <p:cNvGrpSpPr/>
          <p:nvPr/>
        </p:nvGrpSpPr>
        <p:grpSpPr>
          <a:xfrm>
            <a:off x="3557977" y="3685780"/>
            <a:ext cx="405368" cy="343993"/>
            <a:chOff x="3557977" y="3685780"/>
            <a:chExt cx="405368" cy="343993"/>
          </a:xfrm>
        </p:grpSpPr>
        <p:sp>
          <p:nvSpPr>
            <p:cNvPr id="12736" name="Google Shape;12736;p85"/>
            <p:cNvSpPr/>
            <p:nvPr/>
          </p:nvSpPr>
          <p:spPr>
            <a:xfrm>
              <a:off x="3565128" y="3691465"/>
              <a:ext cx="391065" cy="332650"/>
            </a:xfrm>
            <a:custGeom>
              <a:rect b="b" l="l" r="r" t="t"/>
              <a:pathLst>
                <a:path extrusionOk="0" h="12699" w="14929">
                  <a:moveTo>
                    <a:pt x="7465" y="1"/>
                  </a:moveTo>
                  <a:cubicBezTo>
                    <a:pt x="7004" y="1"/>
                    <a:pt x="6543" y="229"/>
                    <a:pt x="6279" y="684"/>
                  </a:cubicBezTo>
                  <a:lnTo>
                    <a:pt x="529" y="10646"/>
                  </a:lnTo>
                  <a:cubicBezTo>
                    <a:pt x="1" y="11558"/>
                    <a:pt x="659" y="12699"/>
                    <a:pt x="1711" y="12699"/>
                  </a:cubicBezTo>
                  <a:lnTo>
                    <a:pt x="13215" y="12699"/>
                  </a:lnTo>
                  <a:cubicBezTo>
                    <a:pt x="14270" y="12699"/>
                    <a:pt x="14928" y="11558"/>
                    <a:pt x="14400" y="10646"/>
                  </a:cubicBezTo>
                  <a:lnTo>
                    <a:pt x="8650" y="684"/>
                  </a:lnTo>
                  <a:cubicBezTo>
                    <a:pt x="8386" y="229"/>
                    <a:pt x="7925" y="1"/>
                    <a:pt x="7465"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85"/>
            <p:cNvSpPr/>
            <p:nvPr/>
          </p:nvSpPr>
          <p:spPr>
            <a:xfrm>
              <a:off x="3603294" y="3721956"/>
              <a:ext cx="314733" cy="271747"/>
            </a:xfrm>
            <a:custGeom>
              <a:rect b="b" l="l" r="r" t="t"/>
              <a:pathLst>
                <a:path extrusionOk="0" h="10374" w="12015">
                  <a:moveTo>
                    <a:pt x="6008" y="0"/>
                  </a:moveTo>
                  <a:cubicBezTo>
                    <a:pt x="5938" y="0"/>
                    <a:pt x="5869" y="34"/>
                    <a:pt x="5829" y="103"/>
                  </a:cubicBezTo>
                  <a:lnTo>
                    <a:pt x="79" y="10065"/>
                  </a:lnTo>
                  <a:cubicBezTo>
                    <a:pt x="0" y="10202"/>
                    <a:pt x="96" y="10373"/>
                    <a:pt x="254" y="10373"/>
                  </a:cubicBezTo>
                  <a:lnTo>
                    <a:pt x="11758" y="10373"/>
                  </a:lnTo>
                  <a:cubicBezTo>
                    <a:pt x="11915" y="10373"/>
                    <a:pt x="12015" y="10202"/>
                    <a:pt x="11936" y="10065"/>
                  </a:cubicBezTo>
                  <a:lnTo>
                    <a:pt x="6186" y="103"/>
                  </a:lnTo>
                  <a:cubicBezTo>
                    <a:pt x="6146" y="34"/>
                    <a:pt x="6077" y="0"/>
                    <a:pt x="6008"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85"/>
            <p:cNvSpPr/>
            <p:nvPr/>
          </p:nvSpPr>
          <p:spPr>
            <a:xfrm>
              <a:off x="3728506" y="3919964"/>
              <a:ext cx="56214" cy="48146"/>
            </a:xfrm>
            <a:custGeom>
              <a:rect b="b" l="l" r="r" t="t"/>
              <a:pathLst>
                <a:path extrusionOk="0" h="1838" w="2146">
                  <a:moveTo>
                    <a:pt x="1228" y="1"/>
                  </a:moveTo>
                  <a:cubicBezTo>
                    <a:pt x="409" y="1"/>
                    <a:pt x="1" y="988"/>
                    <a:pt x="580" y="1567"/>
                  </a:cubicBezTo>
                  <a:cubicBezTo>
                    <a:pt x="766" y="1754"/>
                    <a:pt x="995" y="1838"/>
                    <a:pt x="1221" y="1838"/>
                  </a:cubicBezTo>
                  <a:cubicBezTo>
                    <a:pt x="1692" y="1838"/>
                    <a:pt x="2146" y="1471"/>
                    <a:pt x="2146" y="919"/>
                  </a:cubicBezTo>
                  <a:cubicBezTo>
                    <a:pt x="2146" y="412"/>
                    <a:pt x="1735" y="1"/>
                    <a:pt x="122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5"/>
            <p:cNvSpPr/>
            <p:nvPr/>
          </p:nvSpPr>
          <p:spPr>
            <a:xfrm>
              <a:off x="3739823" y="3787286"/>
              <a:ext cx="41676" cy="113136"/>
            </a:xfrm>
            <a:custGeom>
              <a:rect b="b" l="l" r="r" t="t"/>
              <a:pathLst>
                <a:path extrusionOk="0" h="4319" w="1591">
                  <a:moveTo>
                    <a:pt x="539" y="1"/>
                  </a:moveTo>
                  <a:cubicBezTo>
                    <a:pt x="240" y="1"/>
                    <a:pt x="1" y="241"/>
                    <a:pt x="1" y="539"/>
                  </a:cubicBezTo>
                  <a:lnTo>
                    <a:pt x="1" y="3777"/>
                  </a:lnTo>
                  <a:cubicBezTo>
                    <a:pt x="1" y="4075"/>
                    <a:pt x="240" y="4319"/>
                    <a:pt x="539" y="4319"/>
                  </a:cubicBezTo>
                  <a:lnTo>
                    <a:pt x="1053" y="4319"/>
                  </a:lnTo>
                  <a:cubicBezTo>
                    <a:pt x="1347" y="4319"/>
                    <a:pt x="1591" y="4075"/>
                    <a:pt x="1591" y="3777"/>
                  </a:cubicBezTo>
                  <a:lnTo>
                    <a:pt x="1591" y="539"/>
                  </a:lnTo>
                  <a:cubicBezTo>
                    <a:pt x="1591" y="241"/>
                    <a:pt x="1351" y="1"/>
                    <a:pt x="1053"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5"/>
            <p:cNvSpPr/>
            <p:nvPr/>
          </p:nvSpPr>
          <p:spPr>
            <a:xfrm>
              <a:off x="3557977" y="3685780"/>
              <a:ext cx="405368" cy="343993"/>
            </a:xfrm>
            <a:custGeom>
              <a:rect b="b" l="l" r="r" t="t"/>
              <a:pathLst>
                <a:path extrusionOk="0" h="13132" w="15475">
                  <a:moveTo>
                    <a:pt x="7728" y="0"/>
                  </a:moveTo>
                  <a:cubicBezTo>
                    <a:pt x="7163" y="0"/>
                    <a:pt x="6643" y="301"/>
                    <a:pt x="6363" y="792"/>
                  </a:cubicBezTo>
                  <a:lnTo>
                    <a:pt x="1395" y="9400"/>
                  </a:lnTo>
                  <a:cubicBezTo>
                    <a:pt x="1329" y="9503"/>
                    <a:pt x="1364" y="9640"/>
                    <a:pt x="1470" y="9701"/>
                  </a:cubicBezTo>
                  <a:cubicBezTo>
                    <a:pt x="1504" y="9721"/>
                    <a:pt x="1542" y="9731"/>
                    <a:pt x="1579" y="9731"/>
                  </a:cubicBezTo>
                  <a:cubicBezTo>
                    <a:pt x="1657" y="9731"/>
                    <a:pt x="1732" y="9690"/>
                    <a:pt x="1772" y="9616"/>
                  </a:cubicBezTo>
                  <a:lnTo>
                    <a:pt x="6740" y="1011"/>
                  </a:lnTo>
                  <a:cubicBezTo>
                    <a:pt x="6961" y="627"/>
                    <a:pt x="7349" y="435"/>
                    <a:pt x="7736" y="435"/>
                  </a:cubicBezTo>
                  <a:cubicBezTo>
                    <a:pt x="8123" y="435"/>
                    <a:pt x="8510" y="627"/>
                    <a:pt x="8731" y="1011"/>
                  </a:cubicBezTo>
                  <a:lnTo>
                    <a:pt x="14485" y="10973"/>
                  </a:lnTo>
                  <a:cubicBezTo>
                    <a:pt x="14927" y="11740"/>
                    <a:pt x="14372" y="12696"/>
                    <a:pt x="13488" y="12696"/>
                  </a:cubicBezTo>
                  <a:lnTo>
                    <a:pt x="1984" y="12696"/>
                  </a:lnTo>
                  <a:cubicBezTo>
                    <a:pt x="1100" y="12696"/>
                    <a:pt x="548" y="11740"/>
                    <a:pt x="990" y="10973"/>
                  </a:cubicBezTo>
                  <a:lnTo>
                    <a:pt x="1340" y="10366"/>
                  </a:lnTo>
                  <a:cubicBezTo>
                    <a:pt x="1438" y="10195"/>
                    <a:pt x="1292" y="10038"/>
                    <a:pt x="1143" y="10038"/>
                  </a:cubicBezTo>
                  <a:cubicBezTo>
                    <a:pt x="1075" y="10038"/>
                    <a:pt x="1006" y="10071"/>
                    <a:pt x="959" y="10150"/>
                  </a:cubicBezTo>
                  <a:lnTo>
                    <a:pt x="613" y="10753"/>
                  </a:lnTo>
                  <a:cubicBezTo>
                    <a:pt x="1" y="11811"/>
                    <a:pt x="762" y="13132"/>
                    <a:pt x="1979" y="13132"/>
                  </a:cubicBezTo>
                  <a:cubicBezTo>
                    <a:pt x="1981" y="13132"/>
                    <a:pt x="1982" y="13132"/>
                    <a:pt x="1984" y="13132"/>
                  </a:cubicBezTo>
                  <a:lnTo>
                    <a:pt x="13488" y="13132"/>
                  </a:lnTo>
                  <a:cubicBezTo>
                    <a:pt x="13489" y="13132"/>
                    <a:pt x="13491" y="13132"/>
                    <a:pt x="13492" y="13132"/>
                  </a:cubicBezTo>
                  <a:cubicBezTo>
                    <a:pt x="14713" y="13132"/>
                    <a:pt x="15474" y="11811"/>
                    <a:pt x="14862" y="10753"/>
                  </a:cubicBezTo>
                  <a:lnTo>
                    <a:pt x="9112" y="792"/>
                  </a:lnTo>
                  <a:cubicBezTo>
                    <a:pt x="8832" y="301"/>
                    <a:pt x="8309" y="0"/>
                    <a:pt x="7747" y="0"/>
                  </a:cubicBezTo>
                  <a:cubicBezTo>
                    <a:pt x="7744" y="0"/>
                    <a:pt x="7741" y="0"/>
                    <a:pt x="7738" y="0"/>
                  </a:cubicBezTo>
                  <a:cubicBezTo>
                    <a:pt x="7734" y="0"/>
                    <a:pt x="7731" y="0"/>
                    <a:pt x="7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5"/>
            <p:cNvSpPr/>
            <p:nvPr/>
          </p:nvSpPr>
          <p:spPr>
            <a:xfrm>
              <a:off x="3596117" y="3716166"/>
              <a:ext cx="329088" cy="283168"/>
            </a:xfrm>
            <a:custGeom>
              <a:rect b="b" l="l" r="r" t="t"/>
              <a:pathLst>
                <a:path extrusionOk="0" h="10810" w="12563">
                  <a:moveTo>
                    <a:pt x="6282" y="451"/>
                  </a:moveTo>
                  <a:lnTo>
                    <a:pt x="12011" y="10375"/>
                  </a:lnTo>
                  <a:lnTo>
                    <a:pt x="552" y="10375"/>
                  </a:lnTo>
                  <a:lnTo>
                    <a:pt x="6282" y="451"/>
                  </a:lnTo>
                  <a:close/>
                  <a:moveTo>
                    <a:pt x="6280" y="1"/>
                  </a:moveTo>
                  <a:cubicBezTo>
                    <a:pt x="6138" y="1"/>
                    <a:pt x="5995" y="72"/>
                    <a:pt x="5915" y="214"/>
                  </a:cubicBezTo>
                  <a:lnTo>
                    <a:pt x="161" y="10176"/>
                  </a:lnTo>
                  <a:cubicBezTo>
                    <a:pt x="0" y="10457"/>
                    <a:pt x="202" y="10810"/>
                    <a:pt x="528" y="10810"/>
                  </a:cubicBezTo>
                  <a:lnTo>
                    <a:pt x="12032" y="10810"/>
                  </a:lnTo>
                  <a:cubicBezTo>
                    <a:pt x="12357" y="10810"/>
                    <a:pt x="12563" y="10457"/>
                    <a:pt x="12398" y="10176"/>
                  </a:cubicBezTo>
                  <a:lnTo>
                    <a:pt x="6648" y="214"/>
                  </a:lnTo>
                  <a:cubicBezTo>
                    <a:pt x="6566" y="72"/>
                    <a:pt x="6423" y="1"/>
                    <a:pt x="6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85"/>
            <p:cNvSpPr/>
            <p:nvPr/>
          </p:nvSpPr>
          <p:spPr>
            <a:xfrm>
              <a:off x="3720884" y="3914227"/>
              <a:ext cx="69495" cy="59541"/>
            </a:xfrm>
            <a:custGeom>
              <a:rect b="b" l="l" r="r" t="t"/>
              <a:pathLst>
                <a:path extrusionOk="0" h="2273" w="2653">
                  <a:moveTo>
                    <a:pt x="1512" y="436"/>
                  </a:moveTo>
                  <a:cubicBezTo>
                    <a:pt x="1872" y="436"/>
                    <a:pt x="2218" y="716"/>
                    <a:pt x="2218" y="1138"/>
                  </a:cubicBezTo>
                  <a:cubicBezTo>
                    <a:pt x="2218" y="1522"/>
                    <a:pt x="1906" y="1837"/>
                    <a:pt x="1519" y="1837"/>
                  </a:cubicBezTo>
                  <a:cubicBezTo>
                    <a:pt x="895" y="1837"/>
                    <a:pt x="583" y="1083"/>
                    <a:pt x="1025" y="641"/>
                  </a:cubicBezTo>
                  <a:cubicBezTo>
                    <a:pt x="1167" y="500"/>
                    <a:pt x="1341" y="436"/>
                    <a:pt x="1512" y="436"/>
                  </a:cubicBezTo>
                  <a:close/>
                  <a:moveTo>
                    <a:pt x="1519" y="0"/>
                  </a:moveTo>
                  <a:cubicBezTo>
                    <a:pt x="508" y="0"/>
                    <a:pt x="0" y="1224"/>
                    <a:pt x="717" y="1940"/>
                  </a:cubicBezTo>
                  <a:cubicBezTo>
                    <a:pt x="932" y="2158"/>
                    <a:pt x="1223" y="2273"/>
                    <a:pt x="1519" y="2273"/>
                  </a:cubicBezTo>
                  <a:cubicBezTo>
                    <a:pt x="1665" y="2273"/>
                    <a:pt x="1813" y="2244"/>
                    <a:pt x="1954" y="2187"/>
                  </a:cubicBezTo>
                  <a:cubicBezTo>
                    <a:pt x="2379" y="2008"/>
                    <a:pt x="2653" y="1597"/>
                    <a:pt x="2653" y="1138"/>
                  </a:cubicBezTo>
                  <a:cubicBezTo>
                    <a:pt x="2653" y="511"/>
                    <a:pt x="2146" y="0"/>
                    <a:pt x="15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85"/>
            <p:cNvSpPr/>
            <p:nvPr/>
          </p:nvSpPr>
          <p:spPr>
            <a:xfrm>
              <a:off x="3734086" y="3781628"/>
              <a:ext cx="53150" cy="124531"/>
            </a:xfrm>
            <a:custGeom>
              <a:rect b="b" l="l" r="r" t="t"/>
              <a:pathLst>
                <a:path extrusionOk="0" h="4754" w="2029">
                  <a:moveTo>
                    <a:pt x="758" y="1"/>
                  </a:moveTo>
                  <a:cubicBezTo>
                    <a:pt x="339" y="1"/>
                    <a:pt x="0" y="340"/>
                    <a:pt x="0" y="758"/>
                  </a:cubicBezTo>
                  <a:lnTo>
                    <a:pt x="0" y="3997"/>
                  </a:lnTo>
                  <a:cubicBezTo>
                    <a:pt x="0" y="4415"/>
                    <a:pt x="339" y="4750"/>
                    <a:pt x="758" y="4754"/>
                  </a:cubicBezTo>
                  <a:lnTo>
                    <a:pt x="1272" y="4754"/>
                  </a:lnTo>
                  <a:cubicBezTo>
                    <a:pt x="1690" y="4750"/>
                    <a:pt x="2025" y="4411"/>
                    <a:pt x="2029" y="3993"/>
                  </a:cubicBezTo>
                  <a:lnTo>
                    <a:pt x="2029" y="2064"/>
                  </a:lnTo>
                  <a:cubicBezTo>
                    <a:pt x="2029" y="1918"/>
                    <a:pt x="1919" y="1845"/>
                    <a:pt x="1810" y="1845"/>
                  </a:cubicBezTo>
                  <a:cubicBezTo>
                    <a:pt x="1700" y="1845"/>
                    <a:pt x="1590" y="1918"/>
                    <a:pt x="1590" y="2064"/>
                  </a:cubicBezTo>
                  <a:lnTo>
                    <a:pt x="1590" y="3993"/>
                  </a:lnTo>
                  <a:cubicBezTo>
                    <a:pt x="1590" y="4171"/>
                    <a:pt x="1446" y="4315"/>
                    <a:pt x="1272" y="4315"/>
                  </a:cubicBezTo>
                  <a:lnTo>
                    <a:pt x="758" y="4315"/>
                  </a:lnTo>
                  <a:cubicBezTo>
                    <a:pt x="579" y="4315"/>
                    <a:pt x="435" y="4171"/>
                    <a:pt x="435" y="3993"/>
                  </a:cubicBezTo>
                  <a:lnTo>
                    <a:pt x="435" y="755"/>
                  </a:lnTo>
                  <a:cubicBezTo>
                    <a:pt x="435" y="580"/>
                    <a:pt x="579" y="436"/>
                    <a:pt x="758" y="436"/>
                  </a:cubicBezTo>
                  <a:lnTo>
                    <a:pt x="1272" y="436"/>
                  </a:lnTo>
                  <a:cubicBezTo>
                    <a:pt x="1446" y="436"/>
                    <a:pt x="1590" y="580"/>
                    <a:pt x="1590" y="755"/>
                  </a:cubicBezTo>
                  <a:lnTo>
                    <a:pt x="1590" y="1193"/>
                  </a:lnTo>
                  <a:cubicBezTo>
                    <a:pt x="1590" y="1313"/>
                    <a:pt x="1690" y="1413"/>
                    <a:pt x="1810" y="1413"/>
                  </a:cubicBezTo>
                  <a:cubicBezTo>
                    <a:pt x="1930" y="1413"/>
                    <a:pt x="2029" y="1313"/>
                    <a:pt x="2029" y="1193"/>
                  </a:cubicBezTo>
                  <a:lnTo>
                    <a:pt x="2029" y="758"/>
                  </a:lnTo>
                  <a:cubicBezTo>
                    <a:pt x="2025" y="340"/>
                    <a:pt x="1690" y="1"/>
                    <a:pt x="1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4" name="Google Shape;12744;p85"/>
          <p:cNvGrpSpPr/>
          <p:nvPr/>
        </p:nvGrpSpPr>
        <p:grpSpPr>
          <a:xfrm>
            <a:off x="4655076" y="3665112"/>
            <a:ext cx="385276" cy="385302"/>
            <a:chOff x="4655076" y="3665112"/>
            <a:chExt cx="385276" cy="385302"/>
          </a:xfrm>
        </p:grpSpPr>
        <p:sp>
          <p:nvSpPr>
            <p:cNvPr id="12745" name="Google Shape;12745;p85"/>
            <p:cNvSpPr/>
            <p:nvPr/>
          </p:nvSpPr>
          <p:spPr>
            <a:xfrm>
              <a:off x="4660734" y="3670875"/>
              <a:ext cx="373881" cy="373881"/>
            </a:xfrm>
            <a:custGeom>
              <a:rect b="b" l="l" r="r" t="t"/>
              <a:pathLst>
                <a:path extrusionOk="0" h="14273" w="14273">
                  <a:moveTo>
                    <a:pt x="2416" y="0"/>
                  </a:moveTo>
                  <a:cubicBezTo>
                    <a:pt x="1083" y="0"/>
                    <a:pt x="0" y="1080"/>
                    <a:pt x="0" y="2416"/>
                  </a:cubicBezTo>
                  <a:lnTo>
                    <a:pt x="0" y="11857"/>
                  </a:lnTo>
                  <a:cubicBezTo>
                    <a:pt x="0" y="13190"/>
                    <a:pt x="1083" y="14273"/>
                    <a:pt x="2416" y="14273"/>
                  </a:cubicBezTo>
                  <a:lnTo>
                    <a:pt x="11857" y="14273"/>
                  </a:lnTo>
                  <a:cubicBezTo>
                    <a:pt x="13193" y="14273"/>
                    <a:pt x="14273" y="13190"/>
                    <a:pt x="14273" y="11857"/>
                  </a:cubicBezTo>
                  <a:lnTo>
                    <a:pt x="14273" y="2416"/>
                  </a:lnTo>
                  <a:cubicBezTo>
                    <a:pt x="14273" y="1080"/>
                    <a:pt x="13193" y="0"/>
                    <a:pt x="11857"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85"/>
            <p:cNvSpPr/>
            <p:nvPr/>
          </p:nvSpPr>
          <p:spPr>
            <a:xfrm>
              <a:off x="4676792" y="3686854"/>
              <a:ext cx="341845" cy="341845"/>
            </a:xfrm>
            <a:custGeom>
              <a:rect b="b" l="l" r="r" t="t"/>
              <a:pathLst>
                <a:path extrusionOk="0" h="13050" w="13050">
                  <a:moveTo>
                    <a:pt x="1803" y="0"/>
                  </a:moveTo>
                  <a:cubicBezTo>
                    <a:pt x="809" y="4"/>
                    <a:pt x="0" y="809"/>
                    <a:pt x="0" y="1806"/>
                  </a:cubicBezTo>
                  <a:lnTo>
                    <a:pt x="0" y="11247"/>
                  </a:lnTo>
                  <a:cubicBezTo>
                    <a:pt x="0" y="12241"/>
                    <a:pt x="809" y="13049"/>
                    <a:pt x="1803" y="13049"/>
                  </a:cubicBezTo>
                  <a:lnTo>
                    <a:pt x="11244" y="13049"/>
                  </a:lnTo>
                  <a:cubicBezTo>
                    <a:pt x="12241" y="13049"/>
                    <a:pt x="13046" y="12241"/>
                    <a:pt x="13050" y="11247"/>
                  </a:cubicBezTo>
                  <a:lnTo>
                    <a:pt x="13050" y="1806"/>
                  </a:lnTo>
                  <a:cubicBezTo>
                    <a:pt x="13046" y="809"/>
                    <a:pt x="12241" y="4"/>
                    <a:pt x="11244"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5"/>
            <p:cNvSpPr/>
            <p:nvPr/>
          </p:nvSpPr>
          <p:spPr>
            <a:xfrm>
              <a:off x="4800930" y="3731281"/>
              <a:ext cx="93018" cy="89482"/>
            </a:xfrm>
            <a:custGeom>
              <a:rect b="b" l="l" r="r" t="t"/>
              <a:pathLst>
                <a:path extrusionOk="0" h="3416" w="3551">
                  <a:moveTo>
                    <a:pt x="1841" y="1"/>
                  </a:moveTo>
                  <a:cubicBezTo>
                    <a:pt x="1152" y="1"/>
                    <a:pt x="528" y="415"/>
                    <a:pt x="265" y="1056"/>
                  </a:cubicBezTo>
                  <a:cubicBezTo>
                    <a:pt x="1" y="1693"/>
                    <a:pt x="148" y="2427"/>
                    <a:pt x="635" y="2913"/>
                  </a:cubicBezTo>
                  <a:cubicBezTo>
                    <a:pt x="962" y="3241"/>
                    <a:pt x="1398" y="3415"/>
                    <a:pt x="1841" y="3415"/>
                  </a:cubicBezTo>
                  <a:cubicBezTo>
                    <a:pt x="2062" y="3415"/>
                    <a:pt x="2284" y="3372"/>
                    <a:pt x="2495" y="3283"/>
                  </a:cubicBezTo>
                  <a:cubicBezTo>
                    <a:pt x="3133" y="3020"/>
                    <a:pt x="3551" y="2399"/>
                    <a:pt x="3551" y="1707"/>
                  </a:cubicBezTo>
                  <a:cubicBezTo>
                    <a:pt x="3551" y="765"/>
                    <a:pt x="2783" y="1"/>
                    <a:pt x="1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5"/>
            <p:cNvSpPr/>
            <p:nvPr/>
          </p:nvSpPr>
          <p:spPr>
            <a:xfrm>
              <a:off x="4775625" y="3845020"/>
              <a:ext cx="144177" cy="139253"/>
            </a:xfrm>
            <a:custGeom>
              <a:rect b="b" l="l" r="r" t="t"/>
              <a:pathLst>
                <a:path extrusionOk="0" h="5316" w="5504">
                  <a:moveTo>
                    <a:pt x="405" y="0"/>
                  </a:moveTo>
                  <a:cubicBezTo>
                    <a:pt x="182" y="0"/>
                    <a:pt x="0" y="182"/>
                    <a:pt x="0" y="408"/>
                  </a:cubicBezTo>
                  <a:lnTo>
                    <a:pt x="0" y="963"/>
                  </a:lnTo>
                  <a:cubicBezTo>
                    <a:pt x="0" y="1186"/>
                    <a:pt x="182" y="1368"/>
                    <a:pt x="405" y="1368"/>
                  </a:cubicBezTo>
                  <a:lnTo>
                    <a:pt x="771" y="1368"/>
                  </a:lnTo>
                  <a:cubicBezTo>
                    <a:pt x="994" y="1368"/>
                    <a:pt x="1176" y="1549"/>
                    <a:pt x="1176" y="1775"/>
                  </a:cubicBezTo>
                  <a:lnTo>
                    <a:pt x="1176" y="3544"/>
                  </a:lnTo>
                  <a:cubicBezTo>
                    <a:pt x="1176" y="3770"/>
                    <a:pt x="994" y="3948"/>
                    <a:pt x="771" y="3951"/>
                  </a:cubicBezTo>
                  <a:lnTo>
                    <a:pt x="518" y="3951"/>
                  </a:lnTo>
                  <a:cubicBezTo>
                    <a:pt x="295" y="3951"/>
                    <a:pt x="113" y="4130"/>
                    <a:pt x="113" y="4356"/>
                  </a:cubicBezTo>
                  <a:lnTo>
                    <a:pt x="113" y="4911"/>
                  </a:lnTo>
                  <a:cubicBezTo>
                    <a:pt x="113" y="5134"/>
                    <a:pt x="295" y="5315"/>
                    <a:pt x="518" y="5315"/>
                  </a:cubicBezTo>
                  <a:lnTo>
                    <a:pt x="5099" y="5315"/>
                  </a:lnTo>
                  <a:cubicBezTo>
                    <a:pt x="5322" y="5315"/>
                    <a:pt x="5504" y="5134"/>
                    <a:pt x="5504" y="4911"/>
                  </a:cubicBezTo>
                  <a:lnTo>
                    <a:pt x="5504" y="4356"/>
                  </a:lnTo>
                  <a:cubicBezTo>
                    <a:pt x="5504" y="4132"/>
                    <a:pt x="5325" y="3951"/>
                    <a:pt x="5106" y="3951"/>
                  </a:cubicBezTo>
                  <a:cubicBezTo>
                    <a:pt x="5104" y="3951"/>
                    <a:pt x="5101" y="3951"/>
                    <a:pt x="5099" y="3951"/>
                  </a:cubicBezTo>
                  <a:lnTo>
                    <a:pt x="4846" y="3948"/>
                  </a:lnTo>
                  <a:cubicBezTo>
                    <a:pt x="4623" y="3948"/>
                    <a:pt x="4441" y="3766"/>
                    <a:pt x="4441" y="3544"/>
                  </a:cubicBezTo>
                  <a:lnTo>
                    <a:pt x="4441" y="408"/>
                  </a:lnTo>
                  <a:cubicBezTo>
                    <a:pt x="4441" y="182"/>
                    <a:pt x="4260" y="4"/>
                    <a:pt x="40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85"/>
            <p:cNvSpPr/>
            <p:nvPr/>
          </p:nvSpPr>
          <p:spPr>
            <a:xfrm>
              <a:off x="4655076" y="3665112"/>
              <a:ext cx="385276" cy="385302"/>
            </a:xfrm>
            <a:custGeom>
              <a:rect b="b" l="l" r="r" t="t"/>
              <a:pathLst>
                <a:path extrusionOk="0" h="14709" w="14708">
                  <a:moveTo>
                    <a:pt x="2632" y="1"/>
                  </a:moveTo>
                  <a:cubicBezTo>
                    <a:pt x="1179" y="1"/>
                    <a:pt x="0" y="1180"/>
                    <a:pt x="0" y="2636"/>
                  </a:cubicBezTo>
                  <a:lnTo>
                    <a:pt x="0" y="12077"/>
                  </a:lnTo>
                  <a:cubicBezTo>
                    <a:pt x="0" y="13530"/>
                    <a:pt x="1179" y="14709"/>
                    <a:pt x="2632" y="14709"/>
                  </a:cubicBezTo>
                  <a:lnTo>
                    <a:pt x="12073" y="14709"/>
                  </a:lnTo>
                  <a:cubicBezTo>
                    <a:pt x="13529" y="14709"/>
                    <a:pt x="14704" y="13530"/>
                    <a:pt x="14708" y="12077"/>
                  </a:cubicBezTo>
                  <a:lnTo>
                    <a:pt x="14708" y="2636"/>
                  </a:lnTo>
                  <a:cubicBezTo>
                    <a:pt x="14704" y="1180"/>
                    <a:pt x="13529" y="1"/>
                    <a:pt x="12073" y="1"/>
                  </a:cubicBezTo>
                  <a:lnTo>
                    <a:pt x="10616" y="1"/>
                  </a:lnTo>
                  <a:cubicBezTo>
                    <a:pt x="10325" y="1"/>
                    <a:pt x="10325" y="440"/>
                    <a:pt x="10616" y="440"/>
                  </a:cubicBezTo>
                  <a:lnTo>
                    <a:pt x="12073" y="440"/>
                  </a:lnTo>
                  <a:cubicBezTo>
                    <a:pt x="13286" y="440"/>
                    <a:pt x="14269" y="1423"/>
                    <a:pt x="14269" y="2636"/>
                  </a:cubicBezTo>
                  <a:lnTo>
                    <a:pt x="14269" y="12077"/>
                  </a:lnTo>
                  <a:cubicBezTo>
                    <a:pt x="14269" y="13290"/>
                    <a:pt x="13286" y="14270"/>
                    <a:pt x="12073" y="14274"/>
                  </a:cubicBezTo>
                  <a:lnTo>
                    <a:pt x="2632" y="14274"/>
                  </a:lnTo>
                  <a:cubicBezTo>
                    <a:pt x="1419" y="14270"/>
                    <a:pt x="439" y="13290"/>
                    <a:pt x="435" y="12077"/>
                  </a:cubicBezTo>
                  <a:lnTo>
                    <a:pt x="435" y="2636"/>
                  </a:lnTo>
                  <a:cubicBezTo>
                    <a:pt x="439" y="1423"/>
                    <a:pt x="1419" y="440"/>
                    <a:pt x="2632" y="440"/>
                  </a:cubicBezTo>
                  <a:lnTo>
                    <a:pt x="9742" y="440"/>
                  </a:lnTo>
                  <a:cubicBezTo>
                    <a:pt x="9862" y="436"/>
                    <a:pt x="9962" y="340"/>
                    <a:pt x="9962" y="220"/>
                  </a:cubicBezTo>
                  <a:cubicBezTo>
                    <a:pt x="9962" y="100"/>
                    <a:pt x="9862" y="1"/>
                    <a:pt x="9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85"/>
            <p:cNvSpPr/>
            <p:nvPr/>
          </p:nvSpPr>
          <p:spPr>
            <a:xfrm>
              <a:off x="4798677" y="3725466"/>
              <a:ext cx="105068" cy="100982"/>
            </a:xfrm>
            <a:custGeom>
              <a:rect b="b" l="l" r="r" t="t"/>
              <a:pathLst>
                <a:path extrusionOk="0" h="3855" w="4011">
                  <a:moveTo>
                    <a:pt x="1927" y="442"/>
                  </a:moveTo>
                  <a:cubicBezTo>
                    <a:pt x="2530" y="442"/>
                    <a:pt x="3071" y="805"/>
                    <a:pt x="3304" y="1360"/>
                  </a:cubicBezTo>
                  <a:cubicBezTo>
                    <a:pt x="3534" y="1915"/>
                    <a:pt x="3407" y="2556"/>
                    <a:pt x="2982" y="2981"/>
                  </a:cubicBezTo>
                  <a:cubicBezTo>
                    <a:pt x="2696" y="3268"/>
                    <a:pt x="2314" y="3419"/>
                    <a:pt x="1926" y="3419"/>
                  </a:cubicBezTo>
                  <a:cubicBezTo>
                    <a:pt x="1734" y="3419"/>
                    <a:pt x="1541" y="3383"/>
                    <a:pt x="1358" y="3307"/>
                  </a:cubicBezTo>
                  <a:cubicBezTo>
                    <a:pt x="803" y="3074"/>
                    <a:pt x="440" y="2532"/>
                    <a:pt x="440" y="1929"/>
                  </a:cubicBezTo>
                  <a:cubicBezTo>
                    <a:pt x="440" y="1107"/>
                    <a:pt x="1108" y="442"/>
                    <a:pt x="1927" y="442"/>
                  </a:cubicBezTo>
                  <a:close/>
                  <a:moveTo>
                    <a:pt x="1930" y="0"/>
                  </a:moveTo>
                  <a:cubicBezTo>
                    <a:pt x="1682" y="0"/>
                    <a:pt x="1432" y="48"/>
                    <a:pt x="1194" y="147"/>
                  </a:cubicBezTo>
                  <a:cubicBezTo>
                    <a:pt x="474" y="445"/>
                    <a:pt x="4" y="1148"/>
                    <a:pt x="4" y="1929"/>
                  </a:cubicBezTo>
                  <a:cubicBezTo>
                    <a:pt x="1" y="2991"/>
                    <a:pt x="865" y="3855"/>
                    <a:pt x="1927" y="3855"/>
                  </a:cubicBezTo>
                  <a:cubicBezTo>
                    <a:pt x="2708" y="3855"/>
                    <a:pt x="3411" y="3385"/>
                    <a:pt x="3709" y="2666"/>
                  </a:cubicBezTo>
                  <a:cubicBezTo>
                    <a:pt x="4010" y="1946"/>
                    <a:pt x="3846" y="1117"/>
                    <a:pt x="3294" y="565"/>
                  </a:cubicBezTo>
                  <a:cubicBezTo>
                    <a:pt x="2925" y="196"/>
                    <a:pt x="2432" y="0"/>
                    <a:pt x="1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5"/>
            <p:cNvSpPr/>
            <p:nvPr/>
          </p:nvSpPr>
          <p:spPr>
            <a:xfrm>
              <a:off x="4769862" y="3839257"/>
              <a:ext cx="155703" cy="150752"/>
            </a:xfrm>
            <a:custGeom>
              <a:rect b="b" l="l" r="r" t="t"/>
              <a:pathLst>
                <a:path extrusionOk="0" h="5755" w="5944">
                  <a:moveTo>
                    <a:pt x="625" y="1"/>
                  </a:moveTo>
                  <a:cubicBezTo>
                    <a:pt x="279" y="1"/>
                    <a:pt x="1" y="282"/>
                    <a:pt x="1" y="625"/>
                  </a:cubicBezTo>
                  <a:lnTo>
                    <a:pt x="1" y="1183"/>
                  </a:lnTo>
                  <a:cubicBezTo>
                    <a:pt x="1" y="1526"/>
                    <a:pt x="279" y="1803"/>
                    <a:pt x="625" y="1807"/>
                  </a:cubicBezTo>
                  <a:lnTo>
                    <a:pt x="991" y="1807"/>
                  </a:lnTo>
                  <a:cubicBezTo>
                    <a:pt x="1094" y="1807"/>
                    <a:pt x="1176" y="1889"/>
                    <a:pt x="1176" y="1992"/>
                  </a:cubicBezTo>
                  <a:lnTo>
                    <a:pt x="1176" y="3764"/>
                  </a:lnTo>
                  <a:cubicBezTo>
                    <a:pt x="1176" y="3866"/>
                    <a:pt x="1094" y="3949"/>
                    <a:pt x="991" y="3949"/>
                  </a:cubicBezTo>
                  <a:lnTo>
                    <a:pt x="738" y="3949"/>
                  </a:lnTo>
                  <a:cubicBezTo>
                    <a:pt x="395" y="3949"/>
                    <a:pt x="114" y="4230"/>
                    <a:pt x="114" y="4572"/>
                  </a:cubicBezTo>
                  <a:lnTo>
                    <a:pt x="114" y="5131"/>
                  </a:lnTo>
                  <a:cubicBezTo>
                    <a:pt x="114" y="5474"/>
                    <a:pt x="395" y="5755"/>
                    <a:pt x="738" y="5755"/>
                  </a:cubicBezTo>
                  <a:lnTo>
                    <a:pt x="5319" y="5755"/>
                  </a:lnTo>
                  <a:cubicBezTo>
                    <a:pt x="5662" y="5755"/>
                    <a:pt x="5940" y="5474"/>
                    <a:pt x="5943" y="5131"/>
                  </a:cubicBezTo>
                  <a:lnTo>
                    <a:pt x="5943" y="4572"/>
                  </a:lnTo>
                  <a:cubicBezTo>
                    <a:pt x="5940" y="4230"/>
                    <a:pt x="5662" y="3949"/>
                    <a:pt x="5319" y="3949"/>
                  </a:cubicBezTo>
                  <a:lnTo>
                    <a:pt x="5066" y="3949"/>
                  </a:lnTo>
                  <a:lnTo>
                    <a:pt x="5066" y="3952"/>
                  </a:lnTo>
                  <a:cubicBezTo>
                    <a:pt x="4963" y="3952"/>
                    <a:pt x="4877" y="3866"/>
                    <a:pt x="4877" y="3764"/>
                  </a:cubicBezTo>
                  <a:lnTo>
                    <a:pt x="4877" y="628"/>
                  </a:lnTo>
                  <a:cubicBezTo>
                    <a:pt x="4877" y="282"/>
                    <a:pt x="4600" y="4"/>
                    <a:pt x="4254" y="4"/>
                  </a:cubicBezTo>
                  <a:lnTo>
                    <a:pt x="1910" y="4"/>
                  </a:lnTo>
                  <a:cubicBezTo>
                    <a:pt x="1618" y="4"/>
                    <a:pt x="1618" y="440"/>
                    <a:pt x="1910" y="440"/>
                  </a:cubicBezTo>
                  <a:lnTo>
                    <a:pt x="4254" y="440"/>
                  </a:lnTo>
                  <a:cubicBezTo>
                    <a:pt x="4356" y="440"/>
                    <a:pt x="4442" y="525"/>
                    <a:pt x="4442" y="628"/>
                  </a:cubicBezTo>
                  <a:lnTo>
                    <a:pt x="4442" y="3764"/>
                  </a:lnTo>
                  <a:cubicBezTo>
                    <a:pt x="4442" y="4110"/>
                    <a:pt x="4720" y="4387"/>
                    <a:pt x="5066" y="4387"/>
                  </a:cubicBezTo>
                  <a:lnTo>
                    <a:pt x="5319" y="4387"/>
                  </a:lnTo>
                  <a:cubicBezTo>
                    <a:pt x="5422" y="4387"/>
                    <a:pt x="5504" y="4473"/>
                    <a:pt x="5504" y="4576"/>
                  </a:cubicBezTo>
                  <a:lnTo>
                    <a:pt x="5504" y="5131"/>
                  </a:lnTo>
                  <a:cubicBezTo>
                    <a:pt x="5504" y="5234"/>
                    <a:pt x="5422" y="5319"/>
                    <a:pt x="5319" y="5319"/>
                  </a:cubicBezTo>
                  <a:lnTo>
                    <a:pt x="738" y="5319"/>
                  </a:lnTo>
                  <a:cubicBezTo>
                    <a:pt x="635" y="5319"/>
                    <a:pt x="553" y="5234"/>
                    <a:pt x="553" y="5131"/>
                  </a:cubicBezTo>
                  <a:lnTo>
                    <a:pt x="553" y="4576"/>
                  </a:lnTo>
                  <a:cubicBezTo>
                    <a:pt x="553" y="4473"/>
                    <a:pt x="635" y="4387"/>
                    <a:pt x="738" y="4387"/>
                  </a:cubicBezTo>
                  <a:lnTo>
                    <a:pt x="991" y="4387"/>
                  </a:lnTo>
                  <a:cubicBezTo>
                    <a:pt x="1334" y="4387"/>
                    <a:pt x="1615" y="4110"/>
                    <a:pt x="1615" y="3764"/>
                  </a:cubicBezTo>
                  <a:lnTo>
                    <a:pt x="1615" y="1992"/>
                  </a:lnTo>
                  <a:cubicBezTo>
                    <a:pt x="1615" y="1649"/>
                    <a:pt x="1334" y="1368"/>
                    <a:pt x="991" y="1368"/>
                  </a:cubicBezTo>
                  <a:lnTo>
                    <a:pt x="625" y="1368"/>
                  </a:lnTo>
                  <a:cubicBezTo>
                    <a:pt x="522" y="1368"/>
                    <a:pt x="436" y="1286"/>
                    <a:pt x="436" y="1183"/>
                  </a:cubicBezTo>
                  <a:lnTo>
                    <a:pt x="436" y="625"/>
                  </a:lnTo>
                  <a:cubicBezTo>
                    <a:pt x="436" y="522"/>
                    <a:pt x="522" y="440"/>
                    <a:pt x="625" y="440"/>
                  </a:cubicBezTo>
                  <a:lnTo>
                    <a:pt x="1036" y="440"/>
                  </a:lnTo>
                  <a:cubicBezTo>
                    <a:pt x="1156" y="440"/>
                    <a:pt x="1252" y="340"/>
                    <a:pt x="1252" y="220"/>
                  </a:cubicBezTo>
                  <a:cubicBezTo>
                    <a:pt x="1252" y="100"/>
                    <a:pt x="1156"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2" name="Google Shape;12752;p85"/>
          <p:cNvGrpSpPr/>
          <p:nvPr/>
        </p:nvGrpSpPr>
        <p:grpSpPr>
          <a:xfrm>
            <a:off x="5778658" y="3703488"/>
            <a:ext cx="312140" cy="308603"/>
            <a:chOff x="5778658" y="3703488"/>
            <a:chExt cx="312140" cy="308603"/>
          </a:xfrm>
        </p:grpSpPr>
        <p:sp>
          <p:nvSpPr>
            <p:cNvPr id="12753" name="Google Shape;12753;p85"/>
            <p:cNvSpPr/>
            <p:nvPr/>
          </p:nvSpPr>
          <p:spPr>
            <a:xfrm>
              <a:off x="5784133" y="3708544"/>
              <a:ext cx="301190" cy="298466"/>
            </a:xfrm>
            <a:custGeom>
              <a:rect b="b" l="l" r="r" t="t"/>
              <a:pathLst>
                <a:path extrusionOk="0" h="11394" w="11498">
                  <a:moveTo>
                    <a:pt x="2709" y="1"/>
                  </a:moveTo>
                  <a:cubicBezTo>
                    <a:pt x="2577" y="1"/>
                    <a:pt x="2445" y="51"/>
                    <a:pt x="2344" y="152"/>
                  </a:cubicBezTo>
                  <a:lnTo>
                    <a:pt x="203" y="2294"/>
                  </a:lnTo>
                  <a:cubicBezTo>
                    <a:pt x="0" y="2493"/>
                    <a:pt x="0" y="2822"/>
                    <a:pt x="203" y="3021"/>
                  </a:cubicBezTo>
                  <a:lnTo>
                    <a:pt x="2879" y="5697"/>
                  </a:lnTo>
                  <a:lnTo>
                    <a:pt x="203" y="8373"/>
                  </a:lnTo>
                  <a:cubicBezTo>
                    <a:pt x="0" y="8572"/>
                    <a:pt x="0" y="8901"/>
                    <a:pt x="203" y="9100"/>
                  </a:cubicBezTo>
                  <a:lnTo>
                    <a:pt x="2344" y="11241"/>
                  </a:lnTo>
                  <a:cubicBezTo>
                    <a:pt x="2445" y="11343"/>
                    <a:pt x="2577" y="11393"/>
                    <a:pt x="2709" y="11393"/>
                  </a:cubicBezTo>
                  <a:cubicBezTo>
                    <a:pt x="2841" y="11393"/>
                    <a:pt x="2973" y="11343"/>
                    <a:pt x="3074" y="11241"/>
                  </a:cubicBezTo>
                  <a:lnTo>
                    <a:pt x="5750" y="8569"/>
                  </a:lnTo>
                  <a:lnTo>
                    <a:pt x="8423" y="11241"/>
                  </a:lnTo>
                  <a:cubicBezTo>
                    <a:pt x="8524" y="11343"/>
                    <a:pt x="8656" y="11393"/>
                    <a:pt x="8788" y="11393"/>
                  </a:cubicBezTo>
                  <a:cubicBezTo>
                    <a:pt x="8920" y="11393"/>
                    <a:pt x="9052" y="11343"/>
                    <a:pt x="9153" y="11241"/>
                  </a:cubicBezTo>
                  <a:lnTo>
                    <a:pt x="11295" y="9100"/>
                  </a:lnTo>
                  <a:cubicBezTo>
                    <a:pt x="11497" y="8901"/>
                    <a:pt x="11497" y="8572"/>
                    <a:pt x="11295" y="8373"/>
                  </a:cubicBezTo>
                  <a:lnTo>
                    <a:pt x="8615" y="5697"/>
                  </a:lnTo>
                  <a:lnTo>
                    <a:pt x="11292" y="3021"/>
                  </a:lnTo>
                  <a:cubicBezTo>
                    <a:pt x="11494" y="2822"/>
                    <a:pt x="11494" y="2493"/>
                    <a:pt x="11292" y="2294"/>
                  </a:cubicBezTo>
                  <a:lnTo>
                    <a:pt x="9150" y="152"/>
                  </a:lnTo>
                  <a:cubicBezTo>
                    <a:pt x="9049" y="51"/>
                    <a:pt x="8917" y="1"/>
                    <a:pt x="8785" y="1"/>
                  </a:cubicBezTo>
                  <a:cubicBezTo>
                    <a:pt x="8653" y="1"/>
                    <a:pt x="8521" y="51"/>
                    <a:pt x="8420" y="152"/>
                  </a:cubicBezTo>
                  <a:lnTo>
                    <a:pt x="5750" y="2829"/>
                  </a:lnTo>
                  <a:lnTo>
                    <a:pt x="3074" y="152"/>
                  </a:lnTo>
                  <a:cubicBezTo>
                    <a:pt x="2973" y="51"/>
                    <a:pt x="2841" y="1"/>
                    <a:pt x="270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5"/>
            <p:cNvSpPr/>
            <p:nvPr/>
          </p:nvSpPr>
          <p:spPr>
            <a:xfrm>
              <a:off x="5887865" y="3703540"/>
              <a:ext cx="202933" cy="308551"/>
            </a:xfrm>
            <a:custGeom>
              <a:rect b="b" l="l" r="r" t="t"/>
              <a:pathLst>
                <a:path extrusionOk="0" h="11779" w="7747">
                  <a:moveTo>
                    <a:pt x="4828" y="1"/>
                  </a:moveTo>
                  <a:cubicBezTo>
                    <a:pt x="4647" y="1"/>
                    <a:pt x="4465" y="69"/>
                    <a:pt x="4326" y="206"/>
                  </a:cubicBezTo>
                  <a:lnTo>
                    <a:pt x="1790" y="2745"/>
                  </a:lnTo>
                  <a:lnTo>
                    <a:pt x="420" y="1375"/>
                  </a:lnTo>
                  <a:cubicBezTo>
                    <a:pt x="377" y="1332"/>
                    <a:pt x="329" y="1314"/>
                    <a:pt x="283" y="1314"/>
                  </a:cubicBezTo>
                  <a:cubicBezTo>
                    <a:pt x="131" y="1314"/>
                    <a:pt x="0" y="1510"/>
                    <a:pt x="142" y="1652"/>
                  </a:cubicBezTo>
                  <a:lnTo>
                    <a:pt x="1650" y="3160"/>
                  </a:lnTo>
                  <a:cubicBezTo>
                    <a:pt x="1688" y="3198"/>
                    <a:pt x="1737" y="3217"/>
                    <a:pt x="1787" y="3217"/>
                  </a:cubicBezTo>
                  <a:cubicBezTo>
                    <a:pt x="1838" y="3217"/>
                    <a:pt x="1888" y="3198"/>
                    <a:pt x="1928" y="3160"/>
                  </a:cubicBezTo>
                  <a:lnTo>
                    <a:pt x="4600" y="484"/>
                  </a:lnTo>
                  <a:cubicBezTo>
                    <a:pt x="4664" y="420"/>
                    <a:pt x="4745" y="389"/>
                    <a:pt x="4827" y="389"/>
                  </a:cubicBezTo>
                  <a:cubicBezTo>
                    <a:pt x="4908" y="389"/>
                    <a:pt x="4989" y="420"/>
                    <a:pt x="5053" y="484"/>
                  </a:cubicBezTo>
                  <a:lnTo>
                    <a:pt x="7195" y="2626"/>
                  </a:lnTo>
                  <a:cubicBezTo>
                    <a:pt x="7318" y="2749"/>
                    <a:pt x="7318" y="2951"/>
                    <a:pt x="7195" y="3074"/>
                  </a:cubicBezTo>
                  <a:lnTo>
                    <a:pt x="4518" y="5751"/>
                  </a:lnTo>
                  <a:cubicBezTo>
                    <a:pt x="4443" y="5826"/>
                    <a:pt x="4443" y="5950"/>
                    <a:pt x="4518" y="6028"/>
                  </a:cubicBezTo>
                  <a:lnTo>
                    <a:pt x="7195" y="8701"/>
                  </a:lnTo>
                  <a:cubicBezTo>
                    <a:pt x="7318" y="8828"/>
                    <a:pt x="7318" y="9027"/>
                    <a:pt x="7195" y="9154"/>
                  </a:cubicBezTo>
                  <a:lnTo>
                    <a:pt x="5053" y="11295"/>
                  </a:lnTo>
                  <a:cubicBezTo>
                    <a:pt x="4989" y="11357"/>
                    <a:pt x="4908" y="11388"/>
                    <a:pt x="4827" y="11388"/>
                  </a:cubicBezTo>
                  <a:cubicBezTo>
                    <a:pt x="4745" y="11388"/>
                    <a:pt x="4664" y="11357"/>
                    <a:pt x="4600" y="11295"/>
                  </a:cubicBezTo>
                  <a:lnTo>
                    <a:pt x="3593" y="10284"/>
                  </a:lnTo>
                  <a:cubicBezTo>
                    <a:pt x="3550" y="10242"/>
                    <a:pt x="3503" y="10225"/>
                    <a:pt x="3457" y="10225"/>
                  </a:cubicBezTo>
                  <a:cubicBezTo>
                    <a:pt x="3306" y="10225"/>
                    <a:pt x="3176" y="10420"/>
                    <a:pt x="3315" y="10562"/>
                  </a:cubicBezTo>
                  <a:lnTo>
                    <a:pt x="4326" y="11569"/>
                  </a:lnTo>
                  <a:cubicBezTo>
                    <a:pt x="4460" y="11703"/>
                    <a:pt x="4638" y="11779"/>
                    <a:pt x="4827" y="11779"/>
                  </a:cubicBezTo>
                  <a:cubicBezTo>
                    <a:pt x="5015" y="11779"/>
                    <a:pt x="5197" y="11703"/>
                    <a:pt x="5327" y="11569"/>
                  </a:cubicBezTo>
                  <a:lnTo>
                    <a:pt x="7469" y="9428"/>
                  </a:lnTo>
                  <a:cubicBezTo>
                    <a:pt x="7746" y="9150"/>
                    <a:pt x="7746" y="8701"/>
                    <a:pt x="7469" y="8427"/>
                  </a:cubicBezTo>
                  <a:lnTo>
                    <a:pt x="4933" y="5888"/>
                  </a:lnTo>
                  <a:lnTo>
                    <a:pt x="7469" y="3352"/>
                  </a:lnTo>
                  <a:cubicBezTo>
                    <a:pt x="7746" y="3074"/>
                    <a:pt x="7746" y="2626"/>
                    <a:pt x="7469" y="2351"/>
                  </a:cubicBezTo>
                  <a:lnTo>
                    <a:pt x="5327" y="206"/>
                  </a:lnTo>
                  <a:cubicBezTo>
                    <a:pt x="5190" y="69"/>
                    <a:pt x="5009" y="1"/>
                    <a:pt x="4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85"/>
            <p:cNvSpPr/>
            <p:nvPr/>
          </p:nvSpPr>
          <p:spPr>
            <a:xfrm>
              <a:off x="5778658" y="3703488"/>
              <a:ext cx="192533" cy="308603"/>
            </a:xfrm>
            <a:custGeom>
              <a:rect b="b" l="l" r="r" t="t"/>
              <a:pathLst>
                <a:path extrusionOk="0" h="11781" w="7350">
                  <a:moveTo>
                    <a:pt x="2919" y="0"/>
                  </a:moveTo>
                  <a:cubicBezTo>
                    <a:pt x="2737" y="0"/>
                    <a:pt x="2557" y="69"/>
                    <a:pt x="2420" y="208"/>
                  </a:cubicBezTo>
                  <a:lnTo>
                    <a:pt x="278" y="2350"/>
                  </a:lnTo>
                  <a:cubicBezTo>
                    <a:pt x="0" y="2628"/>
                    <a:pt x="0" y="3076"/>
                    <a:pt x="278" y="3354"/>
                  </a:cubicBezTo>
                  <a:lnTo>
                    <a:pt x="2814" y="5890"/>
                  </a:lnTo>
                  <a:lnTo>
                    <a:pt x="278" y="8429"/>
                  </a:lnTo>
                  <a:cubicBezTo>
                    <a:pt x="0" y="8703"/>
                    <a:pt x="0" y="9152"/>
                    <a:pt x="278" y="9430"/>
                  </a:cubicBezTo>
                  <a:lnTo>
                    <a:pt x="2420" y="11571"/>
                  </a:lnTo>
                  <a:cubicBezTo>
                    <a:pt x="2550" y="11705"/>
                    <a:pt x="2731" y="11781"/>
                    <a:pt x="2920" y="11781"/>
                  </a:cubicBezTo>
                  <a:cubicBezTo>
                    <a:pt x="3108" y="11781"/>
                    <a:pt x="3287" y="11705"/>
                    <a:pt x="3420" y="11571"/>
                  </a:cubicBezTo>
                  <a:lnTo>
                    <a:pt x="5956" y="9032"/>
                  </a:lnTo>
                  <a:lnTo>
                    <a:pt x="6933" y="10009"/>
                  </a:lnTo>
                  <a:cubicBezTo>
                    <a:pt x="6976" y="10052"/>
                    <a:pt x="7024" y="10070"/>
                    <a:pt x="7070" y="10070"/>
                  </a:cubicBezTo>
                  <a:cubicBezTo>
                    <a:pt x="7221" y="10070"/>
                    <a:pt x="7349" y="9876"/>
                    <a:pt x="7210" y="9735"/>
                  </a:cubicBezTo>
                  <a:lnTo>
                    <a:pt x="6097" y="8621"/>
                  </a:lnTo>
                  <a:cubicBezTo>
                    <a:pt x="6059" y="8583"/>
                    <a:pt x="6008" y="8564"/>
                    <a:pt x="5958" y="8564"/>
                  </a:cubicBezTo>
                  <a:cubicBezTo>
                    <a:pt x="5907" y="8564"/>
                    <a:pt x="5857" y="8583"/>
                    <a:pt x="5819" y="8621"/>
                  </a:cubicBezTo>
                  <a:lnTo>
                    <a:pt x="3146" y="11297"/>
                  </a:lnTo>
                  <a:cubicBezTo>
                    <a:pt x="3083" y="11359"/>
                    <a:pt x="3000" y="11390"/>
                    <a:pt x="2919" y="11390"/>
                  </a:cubicBezTo>
                  <a:cubicBezTo>
                    <a:pt x="2837" y="11390"/>
                    <a:pt x="2755" y="11359"/>
                    <a:pt x="2694" y="11297"/>
                  </a:cubicBezTo>
                  <a:lnTo>
                    <a:pt x="552" y="9156"/>
                  </a:lnTo>
                  <a:cubicBezTo>
                    <a:pt x="429" y="9029"/>
                    <a:pt x="429" y="8827"/>
                    <a:pt x="552" y="8703"/>
                  </a:cubicBezTo>
                  <a:lnTo>
                    <a:pt x="3228" y="6027"/>
                  </a:lnTo>
                  <a:cubicBezTo>
                    <a:pt x="3304" y="5952"/>
                    <a:pt x="3304" y="5828"/>
                    <a:pt x="3228" y="5753"/>
                  </a:cubicBezTo>
                  <a:lnTo>
                    <a:pt x="552" y="3076"/>
                  </a:lnTo>
                  <a:cubicBezTo>
                    <a:pt x="429" y="2953"/>
                    <a:pt x="429" y="2751"/>
                    <a:pt x="552" y="2628"/>
                  </a:cubicBezTo>
                  <a:lnTo>
                    <a:pt x="2694" y="486"/>
                  </a:lnTo>
                  <a:cubicBezTo>
                    <a:pt x="2755" y="422"/>
                    <a:pt x="2837" y="391"/>
                    <a:pt x="2919" y="391"/>
                  </a:cubicBezTo>
                  <a:cubicBezTo>
                    <a:pt x="3000" y="391"/>
                    <a:pt x="3083" y="422"/>
                    <a:pt x="3146" y="486"/>
                  </a:cubicBezTo>
                  <a:lnTo>
                    <a:pt x="3759" y="1103"/>
                  </a:lnTo>
                  <a:cubicBezTo>
                    <a:pt x="3802" y="1145"/>
                    <a:pt x="3850" y="1162"/>
                    <a:pt x="3896" y="1162"/>
                  </a:cubicBezTo>
                  <a:cubicBezTo>
                    <a:pt x="4048" y="1162"/>
                    <a:pt x="4179" y="967"/>
                    <a:pt x="4037" y="825"/>
                  </a:cubicBezTo>
                  <a:lnTo>
                    <a:pt x="3420" y="208"/>
                  </a:lnTo>
                  <a:cubicBezTo>
                    <a:pt x="3281" y="69"/>
                    <a:pt x="3100" y="0"/>
                    <a:pt x="2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6" name="Google Shape;12756;p85"/>
          <p:cNvGrpSpPr/>
          <p:nvPr/>
        </p:nvGrpSpPr>
        <p:grpSpPr>
          <a:xfrm>
            <a:off x="6282597" y="3679546"/>
            <a:ext cx="391406" cy="356514"/>
            <a:chOff x="6282597" y="3679546"/>
            <a:chExt cx="391406" cy="356514"/>
          </a:xfrm>
        </p:grpSpPr>
        <p:sp>
          <p:nvSpPr>
            <p:cNvPr id="12757" name="Google Shape;12757;p85"/>
            <p:cNvSpPr/>
            <p:nvPr/>
          </p:nvSpPr>
          <p:spPr>
            <a:xfrm>
              <a:off x="6348583" y="3733874"/>
              <a:ext cx="48566" cy="66719"/>
            </a:xfrm>
            <a:custGeom>
              <a:rect b="b" l="l" r="r" t="t"/>
              <a:pathLst>
                <a:path extrusionOk="0" h="2547" w="1854">
                  <a:moveTo>
                    <a:pt x="0" y="1"/>
                  </a:moveTo>
                  <a:lnTo>
                    <a:pt x="0" y="2547"/>
                  </a:lnTo>
                  <a:lnTo>
                    <a:pt x="1854" y="933"/>
                  </a:lnTo>
                  <a:lnTo>
                    <a:pt x="1854"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85"/>
            <p:cNvSpPr/>
            <p:nvPr/>
          </p:nvSpPr>
          <p:spPr>
            <a:xfrm>
              <a:off x="6371818" y="3733874"/>
              <a:ext cx="25331" cy="46522"/>
            </a:xfrm>
            <a:custGeom>
              <a:rect b="b" l="l" r="r" t="t"/>
              <a:pathLst>
                <a:path extrusionOk="0" h="1776" w="967">
                  <a:moveTo>
                    <a:pt x="1" y="1"/>
                  </a:moveTo>
                  <a:lnTo>
                    <a:pt x="1" y="1776"/>
                  </a:lnTo>
                  <a:lnTo>
                    <a:pt x="967" y="933"/>
                  </a:lnTo>
                  <a:lnTo>
                    <a:pt x="967"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85"/>
            <p:cNvSpPr/>
            <p:nvPr/>
          </p:nvSpPr>
          <p:spPr>
            <a:xfrm>
              <a:off x="6336533" y="3725308"/>
              <a:ext cx="283430" cy="305277"/>
            </a:xfrm>
            <a:custGeom>
              <a:rect b="b" l="l" r="r" t="t"/>
              <a:pathLst>
                <a:path extrusionOk="0" h="11654" w="10820">
                  <a:moveTo>
                    <a:pt x="5410" y="1"/>
                  </a:moveTo>
                  <a:cubicBezTo>
                    <a:pt x="5383" y="1"/>
                    <a:pt x="5357" y="9"/>
                    <a:pt x="5336" y="26"/>
                  </a:cubicBezTo>
                  <a:lnTo>
                    <a:pt x="1" y="4673"/>
                  </a:lnTo>
                  <a:lnTo>
                    <a:pt x="1" y="11335"/>
                  </a:lnTo>
                  <a:cubicBezTo>
                    <a:pt x="1" y="11510"/>
                    <a:pt x="145" y="11653"/>
                    <a:pt x="320" y="11653"/>
                  </a:cubicBezTo>
                  <a:lnTo>
                    <a:pt x="10501" y="11653"/>
                  </a:lnTo>
                  <a:cubicBezTo>
                    <a:pt x="10675" y="11653"/>
                    <a:pt x="10819" y="11510"/>
                    <a:pt x="10819" y="11335"/>
                  </a:cubicBezTo>
                  <a:lnTo>
                    <a:pt x="10819" y="4673"/>
                  </a:lnTo>
                  <a:lnTo>
                    <a:pt x="5484" y="26"/>
                  </a:lnTo>
                  <a:cubicBezTo>
                    <a:pt x="5463" y="9"/>
                    <a:pt x="5437" y="1"/>
                    <a:pt x="5410"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5"/>
            <p:cNvSpPr/>
            <p:nvPr/>
          </p:nvSpPr>
          <p:spPr>
            <a:xfrm>
              <a:off x="6465177" y="3725308"/>
              <a:ext cx="154786" cy="305277"/>
            </a:xfrm>
            <a:custGeom>
              <a:rect b="b" l="l" r="r" t="t"/>
              <a:pathLst>
                <a:path extrusionOk="0" h="11654" w="5909">
                  <a:moveTo>
                    <a:pt x="499" y="1"/>
                  </a:moveTo>
                  <a:cubicBezTo>
                    <a:pt x="472" y="1"/>
                    <a:pt x="446" y="9"/>
                    <a:pt x="425" y="26"/>
                  </a:cubicBezTo>
                  <a:lnTo>
                    <a:pt x="0" y="396"/>
                  </a:lnTo>
                  <a:cubicBezTo>
                    <a:pt x="1916" y="2031"/>
                    <a:pt x="4959" y="4670"/>
                    <a:pt x="4959" y="4670"/>
                  </a:cubicBezTo>
                  <a:lnTo>
                    <a:pt x="4959" y="11331"/>
                  </a:lnTo>
                  <a:cubicBezTo>
                    <a:pt x="4959" y="11510"/>
                    <a:pt x="4815" y="11653"/>
                    <a:pt x="4640" y="11653"/>
                  </a:cubicBezTo>
                  <a:lnTo>
                    <a:pt x="5590" y="11653"/>
                  </a:lnTo>
                  <a:cubicBezTo>
                    <a:pt x="5764" y="11653"/>
                    <a:pt x="5908" y="11510"/>
                    <a:pt x="5908" y="11331"/>
                  </a:cubicBezTo>
                  <a:lnTo>
                    <a:pt x="5908" y="4673"/>
                  </a:lnTo>
                  <a:lnTo>
                    <a:pt x="573" y="26"/>
                  </a:lnTo>
                  <a:cubicBezTo>
                    <a:pt x="552" y="9"/>
                    <a:pt x="526" y="1"/>
                    <a:pt x="49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5"/>
            <p:cNvSpPr/>
            <p:nvPr/>
          </p:nvSpPr>
          <p:spPr>
            <a:xfrm>
              <a:off x="6336638" y="3715302"/>
              <a:ext cx="70569" cy="22292"/>
            </a:xfrm>
            <a:custGeom>
              <a:rect b="b" l="l" r="r" t="t"/>
              <a:pathLst>
                <a:path extrusionOk="0" h="851" w="2694">
                  <a:moveTo>
                    <a:pt x="117" y="1"/>
                  </a:moveTo>
                  <a:cubicBezTo>
                    <a:pt x="52" y="1"/>
                    <a:pt x="0" y="52"/>
                    <a:pt x="0" y="117"/>
                  </a:cubicBezTo>
                  <a:lnTo>
                    <a:pt x="0" y="734"/>
                  </a:lnTo>
                  <a:cubicBezTo>
                    <a:pt x="0" y="799"/>
                    <a:pt x="52" y="850"/>
                    <a:pt x="117" y="850"/>
                  </a:cubicBezTo>
                  <a:lnTo>
                    <a:pt x="2574" y="850"/>
                  </a:lnTo>
                  <a:cubicBezTo>
                    <a:pt x="2642" y="850"/>
                    <a:pt x="2694" y="799"/>
                    <a:pt x="2694" y="734"/>
                  </a:cubicBezTo>
                  <a:lnTo>
                    <a:pt x="2694" y="117"/>
                  </a:lnTo>
                  <a:cubicBezTo>
                    <a:pt x="2694" y="52"/>
                    <a:pt x="2642" y="1"/>
                    <a:pt x="257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5"/>
            <p:cNvSpPr/>
            <p:nvPr/>
          </p:nvSpPr>
          <p:spPr>
            <a:xfrm>
              <a:off x="6438877" y="3878942"/>
              <a:ext cx="85579" cy="151643"/>
            </a:xfrm>
            <a:custGeom>
              <a:rect b="b" l="l" r="r" t="t"/>
              <a:pathLst>
                <a:path extrusionOk="0" h="5789" w="3267">
                  <a:moveTo>
                    <a:pt x="295" y="1"/>
                  </a:moveTo>
                  <a:cubicBezTo>
                    <a:pt x="131" y="1"/>
                    <a:pt x="0" y="131"/>
                    <a:pt x="0" y="295"/>
                  </a:cubicBezTo>
                  <a:lnTo>
                    <a:pt x="0" y="5788"/>
                  </a:lnTo>
                  <a:lnTo>
                    <a:pt x="3266" y="5788"/>
                  </a:lnTo>
                  <a:lnTo>
                    <a:pt x="3266" y="295"/>
                  </a:lnTo>
                  <a:cubicBezTo>
                    <a:pt x="3266" y="131"/>
                    <a:pt x="3132" y="1"/>
                    <a:pt x="297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5"/>
            <p:cNvSpPr/>
            <p:nvPr/>
          </p:nvSpPr>
          <p:spPr>
            <a:xfrm>
              <a:off x="6491214" y="3878942"/>
              <a:ext cx="33241" cy="151643"/>
            </a:xfrm>
            <a:custGeom>
              <a:rect b="b" l="l" r="r" t="t"/>
              <a:pathLst>
                <a:path extrusionOk="0" h="5789" w="1269">
                  <a:moveTo>
                    <a:pt x="0" y="1"/>
                  </a:moveTo>
                  <a:cubicBezTo>
                    <a:pt x="161" y="1"/>
                    <a:pt x="295" y="131"/>
                    <a:pt x="295" y="295"/>
                  </a:cubicBezTo>
                  <a:lnTo>
                    <a:pt x="295" y="5788"/>
                  </a:lnTo>
                  <a:lnTo>
                    <a:pt x="1268" y="5788"/>
                  </a:lnTo>
                  <a:lnTo>
                    <a:pt x="1268" y="295"/>
                  </a:lnTo>
                  <a:cubicBezTo>
                    <a:pt x="1268" y="131"/>
                    <a:pt x="1134" y="1"/>
                    <a:pt x="973"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85"/>
            <p:cNvSpPr/>
            <p:nvPr/>
          </p:nvSpPr>
          <p:spPr>
            <a:xfrm>
              <a:off x="6289958" y="3685021"/>
              <a:ext cx="376501" cy="166312"/>
            </a:xfrm>
            <a:custGeom>
              <a:rect b="b" l="l" r="r" t="t"/>
              <a:pathLst>
                <a:path extrusionOk="0" h="6349" w="14373">
                  <a:moveTo>
                    <a:pt x="7187" y="0"/>
                  </a:moveTo>
                  <a:cubicBezTo>
                    <a:pt x="7161" y="0"/>
                    <a:pt x="7135" y="9"/>
                    <a:pt x="7114" y="26"/>
                  </a:cubicBezTo>
                  <a:lnTo>
                    <a:pt x="83" y="6149"/>
                  </a:lnTo>
                  <a:cubicBezTo>
                    <a:pt x="0" y="6218"/>
                    <a:pt x="52" y="6348"/>
                    <a:pt x="158" y="6348"/>
                  </a:cubicBezTo>
                  <a:lnTo>
                    <a:pt x="1779" y="6348"/>
                  </a:lnTo>
                  <a:lnTo>
                    <a:pt x="7114" y="1705"/>
                  </a:lnTo>
                  <a:cubicBezTo>
                    <a:pt x="7135" y="1686"/>
                    <a:pt x="7161" y="1677"/>
                    <a:pt x="7187" y="1677"/>
                  </a:cubicBezTo>
                  <a:cubicBezTo>
                    <a:pt x="7213" y="1677"/>
                    <a:pt x="7239" y="1686"/>
                    <a:pt x="7262" y="1705"/>
                  </a:cubicBezTo>
                  <a:lnTo>
                    <a:pt x="12597" y="6348"/>
                  </a:lnTo>
                  <a:lnTo>
                    <a:pt x="14218" y="6348"/>
                  </a:lnTo>
                  <a:cubicBezTo>
                    <a:pt x="14324" y="6348"/>
                    <a:pt x="14372" y="6218"/>
                    <a:pt x="14293" y="6149"/>
                  </a:cubicBezTo>
                  <a:lnTo>
                    <a:pt x="7262" y="26"/>
                  </a:lnTo>
                  <a:cubicBezTo>
                    <a:pt x="7239" y="9"/>
                    <a:pt x="7213" y="0"/>
                    <a:pt x="7187"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85"/>
            <p:cNvSpPr/>
            <p:nvPr/>
          </p:nvSpPr>
          <p:spPr>
            <a:xfrm>
              <a:off x="6381615" y="3715302"/>
              <a:ext cx="25593" cy="22292"/>
            </a:xfrm>
            <a:custGeom>
              <a:rect b="b" l="l" r="r" t="t"/>
              <a:pathLst>
                <a:path extrusionOk="0" h="851" w="977">
                  <a:moveTo>
                    <a:pt x="0" y="1"/>
                  </a:moveTo>
                  <a:lnTo>
                    <a:pt x="0" y="850"/>
                  </a:lnTo>
                  <a:lnTo>
                    <a:pt x="857" y="850"/>
                  </a:lnTo>
                  <a:cubicBezTo>
                    <a:pt x="925" y="850"/>
                    <a:pt x="977" y="799"/>
                    <a:pt x="977" y="734"/>
                  </a:cubicBezTo>
                  <a:lnTo>
                    <a:pt x="977" y="117"/>
                  </a:lnTo>
                  <a:cubicBezTo>
                    <a:pt x="977" y="52"/>
                    <a:pt x="925" y="1"/>
                    <a:pt x="857"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5"/>
            <p:cNvSpPr/>
            <p:nvPr/>
          </p:nvSpPr>
          <p:spPr>
            <a:xfrm>
              <a:off x="6282597" y="3679546"/>
              <a:ext cx="391406" cy="356514"/>
            </a:xfrm>
            <a:custGeom>
              <a:rect b="b" l="l" r="r" t="t"/>
              <a:pathLst>
                <a:path extrusionOk="0" h="13610" w="14942">
                  <a:moveTo>
                    <a:pt x="4548" y="1571"/>
                  </a:moveTo>
                  <a:lnTo>
                    <a:pt x="4548" y="2006"/>
                  </a:lnTo>
                  <a:lnTo>
                    <a:pt x="2272" y="2006"/>
                  </a:lnTo>
                  <a:lnTo>
                    <a:pt x="2272" y="1571"/>
                  </a:lnTo>
                  <a:close/>
                  <a:moveTo>
                    <a:pt x="4164" y="2424"/>
                  </a:moveTo>
                  <a:lnTo>
                    <a:pt x="4164" y="2774"/>
                  </a:lnTo>
                  <a:lnTo>
                    <a:pt x="2728" y="4021"/>
                  </a:lnTo>
                  <a:lnTo>
                    <a:pt x="2728" y="2424"/>
                  </a:lnTo>
                  <a:close/>
                  <a:moveTo>
                    <a:pt x="8937" y="7822"/>
                  </a:moveTo>
                  <a:cubicBezTo>
                    <a:pt x="8985" y="7822"/>
                    <a:pt x="9023" y="7859"/>
                    <a:pt x="9023" y="7907"/>
                  </a:cubicBezTo>
                  <a:lnTo>
                    <a:pt x="9023" y="13191"/>
                  </a:lnTo>
                  <a:lnTo>
                    <a:pt x="6175" y="13191"/>
                  </a:lnTo>
                  <a:lnTo>
                    <a:pt x="6175" y="7907"/>
                  </a:lnTo>
                  <a:cubicBezTo>
                    <a:pt x="6175" y="7859"/>
                    <a:pt x="6213" y="7822"/>
                    <a:pt x="6261" y="7822"/>
                  </a:cubicBezTo>
                  <a:close/>
                  <a:moveTo>
                    <a:pt x="7469" y="1"/>
                  </a:moveTo>
                  <a:cubicBezTo>
                    <a:pt x="7394" y="1"/>
                    <a:pt x="7318" y="27"/>
                    <a:pt x="7258" y="80"/>
                  </a:cubicBezTo>
                  <a:lnTo>
                    <a:pt x="4966" y="2075"/>
                  </a:lnTo>
                  <a:lnTo>
                    <a:pt x="4966" y="1482"/>
                  </a:lnTo>
                  <a:cubicBezTo>
                    <a:pt x="4962" y="1300"/>
                    <a:pt x="4818" y="1153"/>
                    <a:pt x="4637" y="1153"/>
                  </a:cubicBezTo>
                  <a:lnTo>
                    <a:pt x="2180" y="1153"/>
                  </a:lnTo>
                  <a:cubicBezTo>
                    <a:pt x="1998" y="1153"/>
                    <a:pt x="1854" y="1300"/>
                    <a:pt x="1851" y="1482"/>
                  </a:cubicBezTo>
                  <a:lnTo>
                    <a:pt x="1851" y="2099"/>
                  </a:lnTo>
                  <a:cubicBezTo>
                    <a:pt x="1854" y="2277"/>
                    <a:pt x="1998" y="2424"/>
                    <a:pt x="2180" y="2424"/>
                  </a:cubicBezTo>
                  <a:lnTo>
                    <a:pt x="2310" y="2424"/>
                  </a:lnTo>
                  <a:lnTo>
                    <a:pt x="2310" y="4385"/>
                  </a:lnTo>
                  <a:lnTo>
                    <a:pt x="226" y="6201"/>
                  </a:lnTo>
                  <a:cubicBezTo>
                    <a:pt x="0" y="6396"/>
                    <a:pt x="141" y="6766"/>
                    <a:pt x="439" y="6766"/>
                  </a:cubicBezTo>
                  <a:lnTo>
                    <a:pt x="1851" y="6766"/>
                  </a:lnTo>
                  <a:lnTo>
                    <a:pt x="1851" y="10484"/>
                  </a:lnTo>
                  <a:cubicBezTo>
                    <a:pt x="1847" y="10604"/>
                    <a:pt x="1940" y="10704"/>
                    <a:pt x="2060" y="10704"/>
                  </a:cubicBezTo>
                  <a:cubicBezTo>
                    <a:pt x="2180" y="10704"/>
                    <a:pt x="2276" y="10604"/>
                    <a:pt x="2269" y="10484"/>
                  </a:cubicBezTo>
                  <a:lnTo>
                    <a:pt x="2269" y="6653"/>
                  </a:lnTo>
                  <a:lnTo>
                    <a:pt x="7471" y="2126"/>
                  </a:lnTo>
                  <a:lnTo>
                    <a:pt x="12669" y="6653"/>
                  </a:lnTo>
                  <a:lnTo>
                    <a:pt x="12669" y="13082"/>
                  </a:lnTo>
                  <a:cubicBezTo>
                    <a:pt x="12669" y="13140"/>
                    <a:pt x="12618" y="13191"/>
                    <a:pt x="12560" y="13191"/>
                  </a:cubicBezTo>
                  <a:lnTo>
                    <a:pt x="9441" y="13191"/>
                  </a:lnTo>
                  <a:lnTo>
                    <a:pt x="9441" y="7907"/>
                  </a:lnTo>
                  <a:cubicBezTo>
                    <a:pt x="9441" y="7630"/>
                    <a:pt x="9215" y="7404"/>
                    <a:pt x="8937" y="7404"/>
                  </a:cubicBezTo>
                  <a:lnTo>
                    <a:pt x="6261" y="7404"/>
                  </a:lnTo>
                  <a:cubicBezTo>
                    <a:pt x="5983" y="7404"/>
                    <a:pt x="5757" y="7630"/>
                    <a:pt x="5757" y="7907"/>
                  </a:cubicBezTo>
                  <a:lnTo>
                    <a:pt x="5757" y="13191"/>
                  </a:lnTo>
                  <a:lnTo>
                    <a:pt x="2379" y="13191"/>
                  </a:lnTo>
                  <a:cubicBezTo>
                    <a:pt x="2320" y="13191"/>
                    <a:pt x="2269" y="13140"/>
                    <a:pt x="2269" y="13082"/>
                  </a:cubicBezTo>
                  <a:lnTo>
                    <a:pt x="2269" y="11492"/>
                  </a:lnTo>
                  <a:cubicBezTo>
                    <a:pt x="2264" y="11358"/>
                    <a:pt x="2163" y="11291"/>
                    <a:pt x="2061" y="11291"/>
                  </a:cubicBezTo>
                  <a:cubicBezTo>
                    <a:pt x="1960" y="11291"/>
                    <a:pt x="1858" y="11358"/>
                    <a:pt x="1851" y="11492"/>
                  </a:cubicBezTo>
                  <a:lnTo>
                    <a:pt x="1851" y="13082"/>
                  </a:lnTo>
                  <a:cubicBezTo>
                    <a:pt x="1851" y="13373"/>
                    <a:pt x="2087" y="13609"/>
                    <a:pt x="2379" y="13609"/>
                  </a:cubicBezTo>
                  <a:lnTo>
                    <a:pt x="12560" y="13609"/>
                  </a:lnTo>
                  <a:cubicBezTo>
                    <a:pt x="12851" y="13609"/>
                    <a:pt x="13087" y="13373"/>
                    <a:pt x="13087" y="13082"/>
                  </a:cubicBezTo>
                  <a:lnTo>
                    <a:pt x="13087" y="6766"/>
                  </a:lnTo>
                  <a:lnTo>
                    <a:pt x="14499" y="6766"/>
                  </a:lnTo>
                  <a:cubicBezTo>
                    <a:pt x="14801" y="6766"/>
                    <a:pt x="14941" y="6396"/>
                    <a:pt x="14715" y="6201"/>
                  </a:cubicBezTo>
                  <a:lnTo>
                    <a:pt x="14712" y="6201"/>
                  </a:lnTo>
                  <a:lnTo>
                    <a:pt x="11675" y="3555"/>
                  </a:lnTo>
                  <a:cubicBezTo>
                    <a:pt x="11631" y="3517"/>
                    <a:pt x="11583" y="3501"/>
                    <a:pt x="11538" y="3501"/>
                  </a:cubicBezTo>
                  <a:cubicBezTo>
                    <a:pt x="11369" y="3501"/>
                    <a:pt x="11234" y="3727"/>
                    <a:pt x="11401" y="3871"/>
                  </a:cubicBezTo>
                  <a:lnTo>
                    <a:pt x="14245" y="6348"/>
                  </a:lnTo>
                  <a:lnTo>
                    <a:pt x="12954" y="6348"/>
                  </a:lnTo>
                  <a:lnTo>
                    <a:pt x="7680" y="1756"/>
                  </a:lnTo>
                  <a:cubicBezTo>
                    <a:pt x="7620" y="1703"/>
                    <a:pt x="7544" y="1677"/>
                    <a:pt x="7469" y="1677"/>
                  </a:cubicBezTo>
                  <a:cubicBezTo>
                    <a:pt x="7394" y="1677"/>
                    <a:pt x="7318" y="1703"/>
                    <a:pt x="7258" y="1756"/>
                  </a:cubicBezTo>
                  <a:lnTo>
                    <a:pt x="1981" y="6348"/>
                  </a:lnTo>
                  <a:lnTo>
                    <a:pt x="693" y="6348"/>
                  </a:lnTo>
                  <a:lnTo>
                    <a:pt x="2656" y="4638"/>
                  </a:lnTo>
                  <a:lnTo>
                    <a:pt x="4510" y="3024"/>
                  </a:lnTo>
                  <a:lnTo>
                    <a:pt x="7467" y="451"/>
                  </a:lnTo>
                  <a:lnTo>
                    <a:pt x="10644" y="3216"/>
                  </a:lnTo>
                  <a:cubicBezTo>
                    <a:pt x="10689" y="3254"/>
                    <a:pt x="10736" y="3271"/>
                    <a:pt x="10782" y="3271"/>
                  </a:cubicBezTo>
                  <a:cubicBezTo>
                    <a:pt x="10951" y="3271"/>
                    <a:pt x="11086" y="3044"/>
                    <a:pt x="10921" y="2901"/>
                  </a:cubicBezTo>
                  <a:lnTo>
                    <a:pt x="7680" y="80"/>
                  </a:lnTo>
                  <a:cubicBezTo>
                    <a:pt x="7620" y="27"/>
                    <a:pt x="7544" y="1"/>
                    <a:pt x="7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7" name="Google Shape;12767;p85"/>
          <p:cNvGrpSpPr/>
          <p:nvPr/>
        </p:nvGrpSpPr>
        <p:grpSpPr>
          <a:xfrm>
            <a:off x="6829077" y="3723030"/>
            <a:ext cx="385302" cy="269494"/>
            <a:chOff x="6829077" y="3723030"/>
            <a:chExt cx="385302" cy="269494"/>
          </a:xfrm>
        </p:grpSpPr>
        <p:sp>
          <p:nvSpPr>
            <p:cNvPr id="12768" name="Google Shape;12768;p85"/>
            <p:cNvSpPr/>
            <p:nvPr/>
          </p:nvSpPr>
          <p:spPr>
            <a:xfrm>
              <a:off x="6835102" y="3806330"/>
              <a:ext cx="373253" cy="180169"/>
            </a:xfrm>
            <a:custGeom>
              <a:rect b="b" l="l" r="r" t="t"/>
              <a:pathLst>
                <a:path extrusionOk="0" h="6878" w="14249">
                  <a:moveTo>
                    <a:pt x="0" y="0"/>
                  </a:moveTo>
                  <a:lnTo>
                    <a:pt x="0" y="6631"/>
                  </a:lnTo>
                  <a:cubicBezTo>
                    <a:pt x="0" y="6768"/>
                    <a:pt x="110" y="6878"/>
                    <a:pt x="247" y="6878"/>
                  </a:cubicBezTo>
                  <a:lnTo>
                    <a:pt x="14006" y="6878"/>
                  </a:lnTo>
                  <a:cubicBezTo>
                    <a:pt x="14139" y="6878"/>
                    <a:pt x="14249" y="6768"/>
                    <a:pt x="14249" y="6635"/>
                  </a:cubicBezTo>
                  <a:lnTo>
                    <a:pt x="14249"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85"/>
            <p:cNvSpPr/>
            <p:nvPr/>
          </p:nvSpPr>
          <p:spPr>
            <a:xfrm>
              <a:off x="6835102" y="3729028"/>
              <a:ext cx="373253" cy="180274"/>
            </a:xfrm>
            <a:custGeom>
              <a:rect b="b" l="l" r="r" t="t"/>
              <a:pathLst>
                <a:path extrusionOk="0" h="6882" w="14249">
                  <a:moveTo>
                    <a:pt x="247" y="1"/>
                  </a:moveTo>
                  <a:cubicBezTo>
                    <a:pt x="110" y="1"/>
                    <a:pt x="0" y="110"/>
                    <a:pt x="0" y="248"/>
                  </a:cubicBezTo>
                  <a:lnTo>
                    <a:pt x="0" y="6882"/>
                  </a:lnTo>
                  <a:lnTo>
                    <a:pt x="14249" y="6882"/>
                  </a:lnTo>
                  <a:lnTo>
                    <a:pt x="14249" y="248"/>
                  </a:lnTo>
                  <a:cubicBezTo>
                    <a:pt x="14249" y="110"/>
                    <a:pt x="14139" y="1"/>
                    <a:pt x="14006"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5"/>
            <p:cNvSpPr/>
            <p:nvPr/>
          </p:nvSpPr>
          <p:spPr>
            <a:xfrm>
              <a:off x="6860852" y="3754804"/>
              <a:ext cx="321832" cy="128748"/>
            </a:xfrm>
            <a:custGeom>
              <a:rect b="b" l="l" r="r" t="t"/>
              <a:pathLst>
                <a:path extrusionOk="0" h="4915" w="12286">
                  <a:moveTo>
                    <a:pt x="10733" y="737"/>
                  </a:moveTo>
                  <a:cubicBezTo>
                    <a:pt x="10901" y="1097"/>
                    <a:pt x="11189" y="1385"/>
                    <a:pt x="11549" y="1556"/>
                  </a:cubicBezTo>
                  <a:lnTo>
                    <a:pt x="11549" y="3362"/>
                  </a:lnTo>
                  <a:cubicBezTo>
                    <a:pt x="11189" y="3530"/>
                    <a:pt x="10901" y="3818"/>
                    <a:pt x="10733" y="4178"/>
                  </a:cubicBezTo>
                  <a:lnTo>
                    <a:pt x="1556" y="4178"/>
                  </a:lnTo>
                  <a:cubicBezTo>
                    <a:pt x="1385" y="3818"/>
                    <a:pt x="1097" y="3530"/>
                    <a:pt x="737" y="3362"/>
                  </a:cubicBezTo>
                  <a:lnTo>
                    <a:pt x="737" y="1556"/>
                  </a:lnTo>
                  <a:cubicBezTo>
                    <a:pt x="1097" y="1385"/>
                    <a:pt x="1385" y="1097"/>
                    <a:pt x="1556" y="737"/>
                  </a:cubicBezTo>
                  <a:close/>
                  <a:moveTo>
                    <a:pt x="984" y="0"/>
                  </a:moveTo>
                  <a:cubicBezTo>
                    <a:pt x="984" y="545"/>
                    <a:pt x="542" y="984"/>
                    <a:pt x="1" y="984"/>
                  </a:cubicBezTo>
                  <a:lnTo>
                    <a:pt x="1" y="3931"/>
                  </a:lnTo>
                  <a:cubicBezTo>
                    <a:pt x="542" y="3931"/>
                    <a:pt x="984" y="4369"/>
                    <a:pt x="984" y="4914"/>
                  </a:cubicBezTo>
                  <a:lnTo>
                    <a:pt x="11302" y="4914"/>
                  </a:lnTo>
                  <a:cubicBezTo>
                    <a:pt x="11302" y="4369"/>
                    <a:pt x="11741" y="3931"/>
                    <a:pt x="12286" y="3931"/>
                  </a:cubicBezTo>
                  <a:lnTo>
                    <a:pt x="12286" y="984"/>
                  </a:lnTo>
                  <a:cubicBezTo>
                    <a:pt x="11741" y="984"/>
                    <a:pt x="11302" y="542"/>
                    <a:pt x="11302"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85"/>
            <p:cNvSpPr/>
            <p:nvPr/>
          </p:nvSpPr>
          <p:spPr>
            <a:xfrm>
              <a:off x="6854487" y="3748334"/>
              <a:ext cx="12862" cy="12967"/>
            </a:xfrm>
            <a:custGeom>
              <a:rect b="b" l="l" r="r" t="t"/>
              <a:pathLst>
                <a:path extrusionOk="0" h="495" w="491">
                  <a:moveTo>
                    <a:pt x="244" y="1"/>
                  </a:moveTo>
                  <a:cubicBezTo>
                    <a:pt x="110" y="1"/>
                    <a:pt x="0" y="114"/>
                    <a:pt x="0" y="247"/>
                  </a:cubicBezTo>
                  <a:cubicBezTo>
                    <a:pt x="0" y="384"/>
                    <a:pt x="110" y="494"/>
                    <a:pt x="244" y="494"/>
                  </a:cubicBezTo>
                  <a:cubicBezTo>
                    <a:pt x="381" y="494"/>
                    <a:pt x="490" y="384"/>
                    <a:pt x="490" y="247"/>
                  </a:cubicBezTo>
                  <a:cubicBezTo>
                    <a:pt x="490" y="114"/>
                    <a:pt x="381" y="1"/>
                    <a:pt x="244"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85"/>
            <p:cNvSpPr/>
            <p:nvPr/>
          </p:nvSpPr>
          <p:spPr>
            <a:xfrm>
              <a:off x="7176214" y="3748334"/>
              <a:ext cx="12862" cy="12967"/>
            </a:xfrm>
            <a:custGeom>
              <a:rect b="b" l="l" r="r" t="t"/>
              <a:pathLst>
                <a:path extrusionOk="0" h="495" w="491">
                  <a:moveTo>
                    <a:pt x="247" y="1"/>
                  </a:moveTo>
                  <a:cubicBezTo>
                    <a:pt x="110" y="1"/>
                    <a:pt x="0" y="114"/>
                    <a:pt x="0" y="247"/>
                  </a:cubicBezTo>
                  <a:cubicBezTo>
                    <a:pt x="0" y="384"/>
                    <a:pt x="110" y="494"/>
                    <a:pt x="247" y="494"/>
                  </a:cubicBezTo>
                  <a:cubicBezTo>
                    <a:pt x="380" y="494"/>
                    <a:pt x="490" y="384"/>
                    <a:pt x="490" y="247"/>
                  </a:cubicBezTo>
                  <a:cubicBezTo>
                    <a:pt x="490" y="114"/>
                    <a:pt x="380" y="1"/>
                    <a:pt x="247"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85"/>
            <p:cNvSpPr/>
            <p:nvPr/>
          </p:nvSpPr>
          <p:spPr>
            <a:xfrm>
              <a:off x="6854487" y="3877056"/>
              <a:ext cx="12862" cy="12862"/>
            </a:xfrm>
            <a:custGeom>
              <a:rect b="b" l="l" r="r" t="t"/>
              <a:pathLst>
                <a:path extrusionOk="0" h="491" w="491">
                  <a:moveTo>
                    <a:pt x="244" y="1"/>
                  </a:moveTo>
                  <a:cubicBezTo>
                    <a:pt x="110" y="1"/>
                    <a:pt x="0" y="110"/>
                    <a:pt x="0" y="247"/>
                  </a:cubicBezTo>
                  <a:cubicBezTo>
                    <a:pt x="0" y="381"/>
                    <a:pt x="110" y="491"/>
                    <a:pt x="244" y="491"/>
                  </a:cubicBezTo>
                  <a:cubicBezTo>
                    <a:pt x="381" y="491"/>
                    <a:pt x="490" y="381"/>
                    <a:pt x="490" y="247"/>
                  </a:cubicBezTo>
                  <a:cubicBezTo>
                    <a:pt x="490" y="110"/>
                    <a:pt x="381" y="1"/>
                    <a:pt x="244"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5"/>
            <p:cNvSpPr/>
            <p:nvPr/>
          </p:nvSpPr>
          <p:spPr>
            <a:xfrm>
              <a:off x="7176214" y="3877056"/>
              <a:ext cx="12862" cy="12862"/>
            </a:xfrm>
            <a:custGeom>
              <a:rect b="b" l="l" r="r" t="t"/>
              <a:pathLst>
                <a:path extrusionOk="0" h="491" w="491">
                  <a:moveTo>
                    <a:pt x="247" y="1"/>
                  </a:moveTo>
                  <a:cubicBezTo>
                    <a:pt x="110" y="1"/>
                    <a:pt x="0" y="110"/>
                    <a:pt x="0" y="247"/>
                  </a:cubicBezTo>
                  <a:cubicBezTo>
                    <a:pt x="0" y="381"/>
                    <a:pt x="110" y="491"/>
                    <a:pt x="247" y="491"/>
                  </a:cubicBezTo>
                  <a:cubicBezTo>
                    <a:pt x="380" y="491"/>
                    <a:pt x="490" y="381"/>
                    <a:pt x="490" y="247"/>
                  </a:cubicBezTo>
                  <a:cubicBezTo>
                    <a:pt x="490" y="110"/>
                    <a:pt x="380" y="1"/>
                    <a:pt x="247"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5"/>
            <p:cNvSpPr/>
            <p:nvPr/>
          </p:nvSpPr>
          <p:spPr>
            <a:xfrm>
              <a:off x="6835102" y="3928948"/>
              <a:ext cx="373253" cy="12128"/>
            </a:xfrm>
            <a:custGeom>
              <a:rect b="b" l="l" r="r" t="t"/>
              <a:pathLst>
                <a:path extrusionOk="0" h="463" w="14249">
                  <a:moveTo>
                    <a:pt x="0" y="0"/>
                  </a:moveTo>
                  <a:lnTo>
                    <a:pt x="0" y="463"/>
                  </a:lnTo>
                  <a:lnTo>
                    <a:pt x="14249" y="463"/>
                  </a:lnTo>
                  <a:lnTo>
                    <a:pt x="1424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5"/>
            <p:cNvSpPr/>
            <p:nvPr/>
          </p:nvSpPr>
          <p:spPr>
            <a:xfrm>
              <a:off x="6835102" y="3954698"/>
              <a:ext cx="373253" cy="12050"/>
            </a:xfrm>
            <a:custGeom>
              <a:rect b="b" l="l" r="r" t="t"/>
              <a:pathLst>
                <a:path extrusionOk="0" h="460" w="14249">
                  <a:moveTo>
                    <a:pt x="0" y="1"/>
                  </a:moveTo>
                  <a:lnTo>
                    <a:pt x="0" y="460"/>
                  </a:lnTo>
                  <a:lnTo>
                    <a:pt x="14249" y="460"/>
                  </a:lnTo>
                  <a:lnTo>
                    <a:pt x="14249" y="1"/>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85"/>
            <p:cNvSpPr/>
            <p:nvPr/>
          </p:nvSpPr>
          <p:spPr>
            <a:xfrm>
              <a:off x="6957433" y="3754804"/>
              <a:ext cx="128670" cy="128748"/>
            </a:xfrm>
            <a:custGeom>
              <a:rect b="b" l="l" r="r" t="t"/>
              <a:pathLst>
                <a:path extrusionOk="0" h="4915" w="4912">
                  <a:moveTo>
                    <a:pt x="2455" y="0"/>
                  </a:moveTo>
                  <a:cubicBezTo>
                    <a:pt x="1098" y="0"/>
                    <a:pt x="1" y="1100"/>
                    <a:pt x="1" y="2457"/>
                  </a:cubicBezTo>
                  <a:cubicBezTo>
                    <a:pt x="1" y="3814"/>
                    <a:pt x="1098" y="4914"/>
                    <a:pt x="2455" y="4914"/>
                  </a:cubicBezTo>
                  <a:cubicBezTo>
                    <a:pt x="3812" y="4914"/>
                    <a:pt x="4912" y="3814"/>
                    <a:pt x="4912" y="2457"/>
                  </a:cubicBezTo>
                  <a:cubicBezTo>
                    <a:pt x="4912" y="1100"/>
                    <a:pt x="3812" y="0"/>
                    <a:pt x="2455"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85"/>
            <p:cNvSpPr/>
            <p:nvPr/>
          </p:nvSpPr>
          <p:spPr>
            <a:xfrm>
              <a:off x="6829077" y="3723030"/>
              <a:ext cx="385302" cy="269494"/>
            </a:xfrm>
            <a:custGeom>
              <a:rect b="b" l="l" r="r" t="t"/>
              <a:pathLst>
                <a:path extrusionOk="0" h="10288" w="14709">
                  <a:moveTo>
                    <a:pt x="14236" y="459"/>
                  </a:moveTo>
                  <a:cubicBezTo>
                    <a:pt x="14242" y="459"/>
                    <a:pt x="14249" y="466"/>
                    <a:pt x="14249" y="477"/>
                  </a:cubicBezTo>
                  <a:lnTo>
                    <a:pt x="14249" y="6861"/>
                  </a:lnTo>
                  <a:cubicBezTo>
                    <a:pt x="14249" y="6871"/>
                    <a:pt x="14242" y="6878"/>
                    <a:pt x="14236" y="6878"/>
                  </a:cubicBezTo>
                  <a:lnTo>
                    <a:pt x="477" y="6878"/>
                  </a:lnTo>
                  <a:cubicBezTo>
                    <a:pt x="470" y="6878"/>
                    <a:pt x="463" y="6871"/>
                    <a:pt x="463" y="6861"/>
                  </a:cubicBezTo>
                  <a:lnTo>
                    <a:pt x="463" y="477"/>
                  </a:lnTo>
                  <a:cubicBezTo>
                    <a:pt x="463" y="466"/>
                    <a:pt x="470" y="459"/>
                    <a:pt x="477" y="459"/>
                  </a:cubicBezTo>
                  <a:close/>
                  <a:moveTo>
                    <a:pt x="14249" y="7337"/>
                  </a:moveTo>
                  <a:lnTo>
                    <a:pt x="14249" y="7861"/>
                  </a:lnTo>
                  <a:lnTo>
                    <a:pt x="13499" y="7861"/>
                  </a:lnTo>
                  <a:cubicBezTo>
                    <a:pt x="13204" y="7872"/>
                    <a:pt x="13204" y="8307"/>
                    <a:pt x="13499" y="8321"/>
                  </a:cubicBezTo>
                  <a:lnTo>
                    <a:pt x="14249" y="8321"/>
                  </a:lnTo>
                  <a:lnTo>
                    <a:pt x="14249" y="8841"/>
                  </a:lnTo>
                  <a:lnTo>
                    <a:pt x="10548" y="8841"/>
                  </a:lnTo>
                  <a:cubicBezTo>
                    <a:pt x="10257" y="8855"/>
                    <a:pt x="10257" y="9290"/>
                    <a:pt x="10548" y="9304"/>
                  </a:cubicBezTo>
                  <a:lnTo>
                    <a:pt x="14249" y="9304"/>
                  </a:lnTo>
                  <a:lnTo>
                    <a:pt x="14249" y="9815"/>
                  </a:lnTo>
                  <a:cubicBezTo>
                    <a:pt x="14249" y="9821"/>
                    <a:pt x="14242" y="9828"/>
                    <a:pt x="14236" y="9828"/>
                  </a:cubicBezTo>
                  <a:lnTo>
                    <a:pt x="14236" y="9825"/>
                  </a:lnTo>
                  <a:lnTo>
                    <a:pt x="477" y="9825"/>
                  </a:lnTo>
                  <a:cubicBezTo>
                    <a:pt x="470" y="9825"/>
                    <a:pt x="463" y="9818"/>
                    <a:pt x="463" y="9811"/>
                  </a:cubicBezTo>
                  <a:lnTo>
                    <a:pt x="463" y="9304"/>
                  </a:lnTo>
                  <a:lnTo>
                    <a:pt x="9565" y="9304"/>
                  </a:lnTo>
                  <a:cubicBezTo>
                    <a:pt x="9688" y="9297"/>
                    <a:pt x="9788" y="9198"/>
                    <a:pt x="9788" y="9074"/>
                  </a:cubicBezTo>
                  <a:cubicBezTo>
                    <a:pt x="9788" y="8951"/>
                    <a:pt x="9688" y="8848"/>
                    <a:pt x="9565" y="8841"/>
                  </a:cubicBezTo>
                  <a:lnTo>
                    <a:pt x="463" y="8841"/>
                  </a:lnTo>
                  <a:lnTo>
                    <a:pt x="463" y="8321"/>
                  </a:lnTo>
                  <a:lnTo>
                    <a:pt x="12515" y="8321"/>
                  </a:lnTo>
                  <a:cubicBezTo>
                    <a:pt x="12519" y="8321"/>
                    <a:pt x="12523" y="8321"/>
                    <a:pt x="12527" y="8321"/>
                  </a:cubicBezTo>
                  <a:cubicBezTo>
                    <a:pt x="12652" y="8321"/>
                    <a:pt x="12755" y="8217"/>
                    <a:pt x="12755" y="8091"/>
                  </a:cubicBezTo>
                  <a:cubicBezTo>
                    <a:pt x="12755" y="7965"/>
                    <a:pt x="12652" y="7861"/>
                    <a:pt x="12527" y="7861"/>
                  </a:cubicBezTo>
                  <a:cubicBezTo>
                    <a:pt x="12523" y="7861"/>
                    <a:pt x="12519" y="7861"/>
                    <a:pt x="12515" y="7861"/>
                  </a:cubicBezTo>
                  <a:lnTo>
                    <a:pt x="463" y="7861"/>
                  </a:lnTo>
                  <a:lnTo>
                    <a:pt x="463" y="7337"/>
                  </a:lnTo>
                  <a:close/>
                  <a:moveTo>
                    <a:pt x="477" y="0"/>
                  </a:moveTo>
                  <a:cubicBezTo>
                    <a:pt x="213" y="0"/>
                    <a:pt x="1" y="213"/>
                    <a:pt x="1" y="477"/>
                  </a:cubicBezTo>
                  <a:lnTo>
                    <a:pt x="1" y="9815"/>
                  </a:lnTo>
                  <a:cubicBezTo>
                    <a:pt x="1" y="10075"/>
                    <a:pt x="213" y="10287"/>
                    <a:pt x="477" y="10287"/>
                  </a:cubicBezTo>
                  <a:lnTo>
                    <a:pt x="14236" y="10287"/>
                  </a:lnTo>
                  <a:cubicBezTo>
                    <a:pt x="14496" y="10287"/>
                    <a:pt x="14708" y="10075"/>
                    <a:pt x="14708" y="9815"/>
                  </a:cubicBezTo>
                  <a:lnTo>
                    <a:pt x="14708" y="477"/>
                  </a:lnTo>
                  <a:cubicBezTo>
                    <a:pt x="14708" y="213"/>
                    <a:pt x="14496" y="0"/>
                    <a:pt x="142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85"/>
            <p:cNvSpPr/>
            <p:nvPr/>
          </p:nvSpPr>
          <p:spPr>
            <a:xfrm>
              <a:off x="7079790" y="3748779"/>
              <a:ext cx="108919" cy="140798"/>
            </a:xfrm>
            <a:custGeom>
              <a:rect b="b" l="l" r="r" t="t"/>
              <a:pathLst>
                <a:path extrusionOk="0" h="5375" w="4158">
                  <a:moveTo>
                    <a:pt x="229" y="0"/>
                  </a:moveTo>
                  <a:cubicBezTo>
                    <a:pt x="104" y="0"/>
                    <a:pt x="1" y="104"/>
                    <a:pt x="1" y="230"/>
                  </a:cubicBezTo>
                  <a:cubicBezTo>
                    <a:pt x="1" y="357"/>
                    <a:pt x="104" y="460"/>
                    <a:pt x="229" y="460"/>
                  </a:cubicBezTo>
                  <a:cubicBezTo>
                    <a:pt x="233" y="460"/>
                    <a:pt x="237" y="460"/>
                    <a:pt x="241" y="460"/>
                  </a:cubicBezTo>
                  <a:lnTo>
                    <a:pt x="2735" y="460"/>
                  </a:lnTo>
                  <a:cubicBezTo>
                    <a:pt x="2831" y="947"/>
                    <a:pt x="3208" y="1327"/>
                    <a:pt x="3695" y="1423"/>
                  </a:cubicBezTo>
                  <a:lnTo>
                    <a:pt x="3695" y="3952"/>
                  </a:lnTo>
                  <a:cubicBezTo>
                    <a:pt x="3208" y="4048"/>
                    <a:pt x="2831" y="4428"/>
                    <a:pt x="2735" y="4915"/>
                  </a:cubicBezTo>
                  <a:lnTo>
                    <a:pt x="241" y="4915"/>
                  </a:lnTo>
                  <a:cubicBezTo>
                    <a:pt x="237" y="4915"/>
                    <a:pt x="233" y="4914"/>
                    <a:pt x="229" y="4914"/>
                  </a:cubicBezTo>
                  <a:cubicBezTo>
                    <a:pt x="104" y="4914"/>
                    <a:pt x="1" y="5018"/>
                    <a:pt x="1" y="5144"/>
                  </a:cubicBezTo>
                  <a:cubicBezTo>
                    <a:pt x="1" y="5271"/>
                    <a:pt x="104" y="5374"/>
                    <a:pt x="229" y="5374"/>
                  </a:cubicBezTo>
                  <a:cubicBezTo>
                    <a:pt x="233" y="5374"/>
                    <a:pt x="237" y="5374"/>
                    <a:pt x="241" y="5374"/>
                  </a:cubicBezTo>
                  <a:lnTo>
                    <a:pt x="2944" y="5374"/>
                  </a:lnTo>
                  <a:cubicBezTo>
                    <a:pt x="3071" y="5374"/>
                    <a:pt x="3174" y="5271"/>
                    <a:pt x="3174" y="5144"/>
                  </a:cubicBezTo>
                  <a:cubicBezTo>
                    <a:pt x="3174" y="4730"/>
                    <a:pt x="3510" y="4394"/>
                    <a:pt x="3928" y="4390"/>
                  </a:cubicBezTo>
                  <a:cubicBezTo>
                    <a:pt x="4055" y="4390"/>
                    <a:pt x="4157" y="4288"/>
                    <a:pt x="4157" y="4161"/>
                  </a:cubicBezTo>
                  <a:lnTo>
                    <a:pt x="4157" y="1214"/>
                  </a:lnTo>
                  <a:cubicBezTo>
                    <a:pt x="4157" y="1087"/>
                    <a:pt x="4055" y="984"/>
                    <a:pt x="3928" y="984"/>
                  </a:cubicBezTo>
                  <a:cubicBezTo>
                    <a:pt x="3510" y="981"/>
                    <a:pt x="3174" y="645"/>
                    <a:pt x="3174" y="230"/>
                  </a:cubicBezTo>
                  <a:cubicBezTo>
                    <a:pt x="3174" y="104"/>
                    <a:pt x="3071" y="1"/>
                    <a:pt x="2944" y="1"/>
                  </a:cubicBezTo>
                  <a:lnTo>
                    <a:pt x="241" y="1"/>
                  </a:lnTo>
                  <a:cubicBezTo>
                    <a:pt x="237" y="1"/>
                    <a:pt x="233" y="0"/>
                    <a:pt x="2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5"/>
            <p:cNvSpPr/>
            <p:nvPr/>
          </p:nvSpPr>
          <p:spPr>
            <a:xfrm>
              <a:off x="6854853" y="3748779"/>
              <a:ext cx="108369" cy="140772"/>
            </a:xfrm>
            <a:custGeom>
              <a:rect b="b" l="l" r="r" t="t"/>
              <a:pathLst>
                <a:path extrusionOk="0" h="5374" w="4137">
                  <a:moveTo>
                    <a:pt x="1213" y="1"/>
                  </a:moveTo>
                  <a:cubicBezTo>
                    <a:pt x="1086" y="1"/>
                    <a:pt x="984" y="104"/>
                    <a:pt x="984" y="230"/>
                  </a:cubicBezTo>
                  <a:cubicBezTo>
                    <a:pt x="980" y="645"/>
                    <a:pt x="644" y="984"/>
                    <a:pt x="230" y="984"/>
                  </a:cubicBezTo>
                  <a:cubicBezTo>
                    <a:pt x="103" y="984"/>
                    <a:pt x="0" y="1087"/>
                    <a:pt x="0" y="1214"/>
                  </a:cubicBezTo>
                  <a:lnTo>
                    <a:pt x="0" y="4161"/>
                  </a:lnTo>
                  <a:cubicBezTo>
                    <a:pt x="0" y="4288"/>
                    <a:pt x="103" y="4390"/>
                    <a:pt x="230" y="4390"/>
                  </a:cubicBezTo>
                  <a:cubicBezTo>
                    <a:pt x="644" y="4394"/>
                    <a:pt x="980" y="4730"/>
                    <a:pt x="984" y="5144"/>
                  </a:cubicBezTo>
                  <a:cubicBezTo>
                    <a:pt x="984" y="5271"/>
                    <a:pt x="1086" y="5374"/>
                    <a:pt x="1213" y="5374"/>
                  </a:cubicBezTo>
                  <a:lnTo>
                    <a:pt x="3914" y="5374"/>
                  </a:lnTo>
                  <a:cubicBezTo>
                    <a:pt x="4037" y="5371"/>
                    <a:pt x="4136" y="5268"/>
                    <a:pt x="4136" y="5144"/>
                  </a:cubicBezTo>
                  <a:cubicBezTo>
                    <a:pt x="4136" y="5021"/>
                    <a:pt x="4037" y="4918"/>
                    <a:pt x="3914" y="4915"/>
                  </a:cubicBezTo>
                  <a:lnTo>
                    <a:pt x="1422" y="4915"/>
                  </a:lnTo>
                  <a:cubicBezTo>
                    <a:pt x="1326" y="4428"/>
                    <a:pt x="946" y="4048"/>
                    <a:pt x="459" y="3952"/>
                  </a:cubicBezTo>
                  <a:lnTo>
                    <a:pt x="459" y="1423"/>
                  </a:lnTo>
                  <a:cubicBezTo>
                    <a:pt x="946" y="1327"/>
                    <a:pt x="1326" y="947"/>
                    <a:pt x="1422" y="460"/>
                  </a:cubicBezTo>
                  <a:lnTo>
                    <a:pt x="3914" y="460"/>
                  </a:lnTo>
                  <a:cubicBezTo>
                    <a:pt x="4037" y="456"/>
                    <a:pt x="4136" y="354"/>
                    <a:pt x="4136" y="230"/>
                  </a:cubicBezTo>
                  <a:cubicBezTo>
                    <a:pt x="4136" y="107"/>
                    <a:pt x="4037" y="8"/>
                    <a:pt x="3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5"/>
            <p:cNvSpPr/>
            <p:nvPr/>
          </p:nvSpPr>
          <p:spPr>
            <a:xfrm>
              <a:off x="6951330" y="3748779"/>
              <a:ext cx="146351" cy="140772"/>
            </a:xfrm>
            <a:custGeom>
              <a:rect b="b" l="l" r="r" t="t"/>
              <a:pathLst>
                <a:path extrusionOk="0" h="5374" w="5587">
                  <a:moveTo>
                    <a:pt x="2688" y="460"/>
                  </a:moveTo>
                  <a:cubicBezTo>
                    <a:pt x="3589" y="460"/>
                    <a:pt x="4401" y="1005"/>
                    <a:pt x="4747" y="1837"/>
                  </a:cubicBezTo>
                  <a:cubicBezTo>
                    <a:pt x="5090" y="2670"/>
                    <a:pt x="4901" y="3626"/>
                    <a:pt x="4264" y="4264"/>
                  </a:cubicBezTo>
                  <a:cubicBezTo>
                    <a:pt x="3837" y="4690"/>
                    <a:pt x="3269" y="4916"/>
                    <a:pt x="2689" y="4916"/>
                  </a:cubicBezTo>
                  <a:cubicBezTo>
                    <a:pt x="2403" y="4916"/>
                    <a:pt x="2113" y="4860"/>
                    <a:pt x="1838" y="4747"/>
                  </a:cubicBezTo>
                  <a:cubicBezTo>
                    <a:pt x="1005" y="4401"/>
                    <a:pt x="460" y="3589"/>
                    <a:pt x="460" y="2687"/>
                  </a:cubicBezTo>
                  <a:cubicBezTo>
                    <a:pt x="460" y="1457"/>
                    <a:pt x="1457" y="460"/>
                    <a:pt x="2688" y="460"/>
                  </a:cubicBezTo>
                  <a:close/>
                  <a:moveTo>
                    <a:pt x="2690" y="0"/>
                  </a:moveTo>
                  <a:cubicBezTo>
                    <a:pt x="2343" y="0"/>
                    <a:pt x="1993" y="68"/>
                    <a:pt x="1659" y="206"/>
                  </a:cubicBezTo>
                  <a:cubicBezTo>
                    <a:pt x="655" y="621"/>
                    <a:pt x="1" y="1601"/>
                    <a:pt x="1" y="2687"/>
                  </a:cubicBezTo>
                  <a:cubicBezTo>
                    <a:pt x="4" y="4171"/>
                    <a:pt x="1207" y="5374"/>
                    <a:pt x="2688" y="5374"/>
                  </a:cubicBezTo>
                  <a:cubicBezTo>
                    <a:pt x="3777" y="5374"/>
                    <a:pt x="4754" y="4719"/>
                    <a:pt x="5172" y="3715"/>
                  </a:cubicBezTo>
                  <a:cubicBezTo>
                    <a:pt x="5587" y="2711"/>
                    <a:pt x="5357" y="1556"/>
                    <a:pt x="4589" y="789"/>
                  </a:cubicBezTo>
                  <a:cubicBezTo>
                    <a:pt x="4076" y="274"/>
                    <a:pt x="3389" y="0"/>
                    <a:pt x="26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85"/>
            <p:cNvSpPr/>
            <p:nvPr/>
          </p:nvSpPr>
          <p:spPr>
            <a:xfrm>
              <a:off x="6989941" y="3774765"/>
              <a:ext cx="63759" cy="89299"/>
            </a:xfrm>
            <a:custGeom>
              <a:rect b="b" l="l" r="r" t="t"/>
              <a:pathLst>
                <a:path extrusionOk="0" h="3409" w="2434">
                  <a:moveTo>
                    <a:pt x="984" y="715"/>
                  </a:moveTo>
                  <a:lnTo>
                    <a:pt x="984" y="1390"/>
                  </a:lnTo>
                  <a:cubicBezTo>
                    <a:pt x="600" y="1270"/>
                    <a:pt x="463" y="1161"/>
                    <a:pt x="463" y="1003"/>
                  </a:cubicBezTo>
                  <a:cubicBezTo>
                    <a:pt x="463" y="914"/>
                    <a:pt x="655" y="767"/>
                    <a:pt x="984" y="715"/>
                  </a:cubicBezTo>
                  <a:close/>
                  <a:moveTo>
                    <a:pt x="1447" y="2000"/>
                  </a:moveTo>
                  <a:cubicBezTo>
                    <a:pt x="1830" y="2120"/>
                    <a:pt x="1967" y="2230"/>
                    <a:pt x="1967" y="2388"/>
                  </a:cubicBezTo>
                  <a:cubicBezTo>
                    <a:pt x="1967" y="2477"/>
                    <a:pt x="1772" y="2624"/>
                    <a:pt x="1447" y="2675"/>
                  </a:cubicBezTo>
                  <a:lnTo>
                    <a:pt x="1447" y="2000"/>
                  </a:lnTo>
                  <a:close/>
                  <a:moveTo>
                    <a:pt x="1215" y="1"/>
                  </a:moveTo>
                  <a:cubicBezTo>
                    <a:pt x="1103" y="1"/>
                    <a:pt x="991" y="74"/>
                    <a:pt x="984" y="222"/>
                  </a:cubicBezTo>
                  <a:lnTo>
                    <a:pt x="984" y="249"/>
                  </a:lnTo>
                  <a:cubicBezTo>
                    <a:pt x="412" y="314"/>
                    <a:pt x="0" y="616"/>
                    <a:pt x="0" y="1003"/>
                  </a:cubicBezTo>
                  <a:cubicBezTo>
                    <a:pt x="0" y="1545"/>
                    <a:pt x="542" y="1750"/>
                    <a:pt x="984" y="1874"/>
                  </a:cubicBezTo>
                  <a:lnTo>
                    <a:pt x="984" y="2675"/>
                  </a:lnTo>
                  <a:cubicBezTo>
                    <a:pt x="655" y="2627"/>
                    <a:pt x="463" y="2477"/>
                    <a:pt x="463" y="2388"/>
                  </a:cubicBezTo>
                  <a:cubicBezTo>
                    <a:pt x="456" y="2240"/>
                    <a:pt x="344" y="2167"/>
                    <a:pt x="232" y="2167"/>
                  </a:cubicBezTo>
                  <a:cubicBezTo>
                    <a:pt x="120" y="2167"/>
                    <a:pt x="7" y="2240"/>
                    <a:pt x="0" y="2388"/>
                  </a:cubicBezTo>
                  <a:cubicBezTo>
                    <a:pt x="0" y="2771"/>
                    <a:pt x="412" y="3076"/>
                    <a:pt x="984" y="3141"/>
                  </a:cubicBezTo>
                  <a:lnTo>
                    <a:pt x="984" y="3169"/>
                  </a:lnTo>
                  <a:cubicBezTo>
                    <a:pt x="977" y="3299"/>
                    <a:pt x="1083" y="3409"/>
                    <a:pt x="1214" y="3409"/>
                  </a:cubicBezTo>
                  <a:cubicBezTo>
                    <a:pt x="1347" y="3409"/>
                    <a:pt x="1450" y="3299"/>
                    <a:pt x="1447" y="3169"/>
                  </a:cubicBezTo>
                  <a:lnTo>
                    <a:pt x="1447" y="3141"/>
                  </a:lnTo>
                  <a:cubicBezTo>
                    <a:pt x="2019" y="3076"/>
                    <a:pt x="2427" y="2775"/>
                    <a:pt x="2427" y="2388"/>
                  </a:cubicBezTo>
                  <a:cubicBezTo>
                    <a:pt x="2427" y="1846"/>
                    <a:pt x="1889" y="1641"/>
                    <a:pt x="1447" y="1517"/>
                  </a:cubicBezTo>
                  <a:lnTo>
                    <a:pt x="1447" y="715"/>
                  </a:lnTo>
                  <a:cubicBezTo>
                    <a:pt x="1772" y="767"/>
                    <a:pt x="1967" y="914"/>
                    <a:pt x="1967" y="1003"/>
                  </a:cubicBezTo>
                  <a:cubicBezTo>
                    <a:pt x="1961" y="1137"/>
                    <a:pt x="2067" y="1246"/>
                    <a:pt x="2197" y="1246"/>
                  </a:cubicBezTo>
                  <a:cubicBezTo>
                    <a:pt x="2327" y="1246"/>
                    <a:pt x="2433" y="1137"/>
                    <a:pt x="2427" y="1003"/>
                  </a:cubicBezTo>
                  <a:cubicBezTo>
                    <a:pt x="2427" y="619"/>
                    <a:pt x="2019" y="314"/>
                    <a:pt x="1447" y="249"/>
                  </a:cubicBezTo>
                  <a:lnTo>
                    <a:pt x="1447" y="222"/>
                  </a:lnTo>
                  <a:cubicBezTo>
                    <a:pt x="1440" y="74"/>
                    <a:pt x="1327"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3" name="Google Shape;12783;p85"/>
          <p:cNvGrpSpPr/>
          <p:nvPr/>
        </p:nvGrpSpPr>
        <p:grpSpPr>
          <a:xfrm>
            <a:off x="7358871" y="3665165"/>
            <a:ext cx="414483" cy="385381"/>
            <a:chOff x="7358871" y="3665165"/>
            <a:chExt cx="414483" cy="385381"/>
          </a:xfrm>
        </p:grpSpPr>
        <p:sp>
          <p:nvSpPr>
            <p:cNvPr id="12784" name="Google Shape;12784;p85"/>
            <p:cNvSpPr/>
            <p:nvPr/>
          </p:nvSpPr>
          <p:spPr>
            <a:xfrm>
              <a:off x="7447751" y="3670875"/>
              <a:ext cx="304491" cy="304491"/>
            </a:xfrm>
            <a:custGeom>
              <a:rect b="b" l="l" r="r" t="t"/>
              <a:pathLst>
                <a:path extrusionOk="0" h="11624" w="11624">
                  <a:moveTo>
                    <a:pt x="5812" y="0"/>
                  </a:moveTo>
                  <a:cubicBezTo>
                    <a:pt x="2601" y="0"/>
                    <a:pt x="0" y="2601"/>
                    <a:pt x="0" y="5812"/>
                  </a:cubicBezTo>
                  <a:cubicBezTo>
                    <a:pt x="0" y="9023"/>
                    <a:pt x="2601" y="11624"/>
                    <a:pt x="5812" y="11624"/>
                  </a:cubicBezTo>
                  <a:cubicBezTo>
                    <a:pt x="9023" y="11624"/>
                    <a:pt x="11624" y="9023"/>
                    <a:pt x="11624" y="5812"/>
                  </a:cubicBezTo>
                  <a:cubicBezTo>
                    <a:pt x="11624" y="2601"/>
                    <a:pt x="9023" y="0"/>
                    <a:pt x="58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5"/>
            <p:cNvSpPr/>
            <p:nvPr/>
          </p:nvSpPr>
          <p:spPr>
            <a:xfrm>
              <a:off x="7468288" y="3700659"/>
              <a:ext cx="254170" cy="244845"/>
            </a:xfrm>
            <a:custGeom>
              <a:rect b="b" l="l" r="r" t="t"/>
              <a:pathLst>
                <a:path extrusionOk="0" h="9347" w="9703">
                  <a:moveTo>
                    <a:pt x="5028" y="1"/>
                  </a:moveTo>
                  <a:cubicBezTo>
                    <a:pt x="4925" y="1"/>
                    <a:pt x="4822" y="4"/>
                    <a:pt x="4720" y="11"/>
                  </a:cubicBezTo>
                  <a:cubicBezTo>
                    <a:pt x="2862" y="135"/>
                    <a:pt x="1255" y="1348"/>
                    <a:pt x="628" y="3102"/>
                  </a:cubicBezTo>
                  <a:cubicBezTo>
                    <a:pt x="1" y="4857"/>
                    <a:pt x="474" y="6813"/>
                    <a:pt x="1834" y="8085"/>
                  </a:cubicBezTo>
                  <a:cubicBezTo>
                    <a:pt x="2719" y="8911"/>
                    <a:pt x="3867" y="9347"/>
                    <a:pt x="5031" y="9347"/>
                  </a:cubicBezTo>
                  <a:cubicBezTo>
                    <a:pt x="5658" y="9347"/>
                    <a:pt x="6288" y="9221"/>
                    <a:pt x="6885" y="8962"/>
                  </a:cubicBezTo>
                  <a:cubicBezTo>
                    <a:pt x="8595" y="8222"/>
                    <a:pt x="9699" y="6536"/>
                    <a:pt x="9699" y="4675"/>
                  </a:cubicBezTo>
                  <a:lnTo>
                    <a:pt x="9702" y="4675"/>
                  </a:lnTo>
                  <a:cubicBezTo>
                    <a:pt x="9702" y="3274"/>
                    <a:pt x="9072" y="1947"/>
                    <a:pt x="7989" y="1060"/>
                  </a:cubicBezTo>
                  <a:cubicBezTo>
                    <a:pt x="7848" y="943"/>
                    <a:pt x="7701" y="837"/>
                    <a:pt x="7547" y="738"/>
                  </a:cubicBezTo>
                  <a:cubicBezTo>
                    <a:pt x="6796" y="258"/>
                    <a:pt x="5922" y="1"/>
                    <a:pt x="5028"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5"/>
            <p:cNvSpPr/>
            <p:nvPr/>
          </p:nvSpPr>
          <p:spPr>
            <a:xfrm>
              <a:off x="7471981" y="3719965"/>
              <a:ext cx="223365" cy="233948"/>
            </a:xfrm>
            <a:custGeom>
              <a:rect b="b" l="l" r="r" t="t"/>
              <a:pathLst>
                <a:path extrusionOk="0" h="8931" w="8527">
                  <a:moveTo>
                    <a:pt x="7406" y="1"/>
                  </a:moveTo>
                  <a:lnTo>
                    <a:pt x="0" y="7406"/>
                  </a:lnTo>
                  <a:cubicBezTo>
                    <a:pt x="144" y="7937"/>
                    <a:pt x="346" y="8448"/>
                    <a:pt x="607" y="8931"/>
                  </a:cubicBezTo>
                  <a:lnTo>
                    <a:pt x="1957" y="7577"/>
                  </a:lnTo>
                  <a:lnTo>
                    <a:pt x="8526" y="1008"/>
                  </a:lnTo>
                  <a:cubicBezTo>
                    <a:pt x="8324" y="758"/>
                    <a:pt x="8098" y="528"/>
                    <a:pt x="7848" y="323"/>
                  </a:cubicBezTo>
                  <a:cubicBezTo>
                    <a:pt x="7707" y="206"/>
                    <a:pt x="7560" y="100"/>
                    <a:pt x="7406"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5"/>
            <p:cNvSpPr/>
            <p:nvPr/>
          </p:nvSpPr>
          <p:spPr>
            <a:xfrm>
              <a:off x="7480338" y="3700659"/>
              <a:ext cx="144989" cy="137550"/>
            </a:xfrm>
            <a:custGeom>
              <a:rect b="b" l="l" r="r" t="t"/>
              <a:pathLst>
                <a:path extrusionOk="0" h="5251" w="5535">
                  <a:moveTo>
                    <a:pt x="4568" y="1"/>
                  </a:moveTo>
                  <a:cubicBezTo>
                    <a:pt x="4465" y="1"/>
                    <a:pt x="4359" y="4"/>
                    <a:pt x="4260" y="11"/>
                  </a:cubicBezTo>
                  <a:lnTo>
                    <a:pt x="0" y="4271"/>
                  </a:lnTo>
                  <a:cubicBezTo>
                    <a:pt x="89" y="4613"/>
                    <a:pt x="219" y="4939"/>
                    <a:pt x="387" y="5251"/>
                  </a:cubicBezTo>
                  <a:lnTo>
                    <a:pt x="5534" y="104"/>
                  </a:lnTo>
                  <a:cubicBezTo>
                    <a:pt x="5216" y="35"/>
                    <a:pt x="4893" y="1"/>
                    <a:pt x="4568"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5"/>
            <p:cNvSpPr/>
            <p:nvPr/>
          </p:nvSpPr>
          <p:spPr>
            <a:xfrm>
              <a:off x="7362015" y="3739192"/>
              <a:ext cx="336108" cy="305591"/>
            </a:xfrm>
            <a:custGeom>
              <a:rect b="b" l="l" r="r" t="t"/>
              <a:pathLst>
                <a:path extrusionOk="0" h="11666" w="12831">
                  <a:moveTo>
                    <a:pt x="6396" y="0"/>
                  </a:moveTo>
                  <a:cubicBezTo>
                    <a:pt x="4909" y="0"/>
                    <a:pt x="3422" y="568"/>
                    <a:pt x="2286" y="1703"/>
                  </a:cubicBezTo>
                  <a:cubicBezTo>
                    <a:pt x="0" y="3985"/>
                    <a:pt x="18" y="7697"/>
                    <a:pt x="2327" y="9962"/>
                  </a:cubicBezTo>
                  <a:cubicBezTo>
                    <a:pt x="2437" y="10071"/>
                    <a:pt x="2550" y="10178"/>
                    <a:pt x="2667" y="10274"/>
                  </a:cubicBezTo>
                  <a:cubicBezTo>
                    <a:pt x="3757" y="11205"/>
                    <a:pt x="5099" y="11666"/>
                    <a:pt x="6438" y="11666"/>
                  </a:cubicBezTo>
                  <a:cubicBezTo>
                    <a:pt x="7931" y="11666"/>
                    <a:pt x="9419" y="11093"/>
                    <a:pt x="10548" y="9962"/>
                  </a:cubicBezTo>
                  <a:lnTo>
                    <a:pt x="10548" y="9965"/>
                  </a:lnTo>
                  <a:cubicBezTo>
                    <a:pt x="12693" y="7820"/>
                    <a:pt x="12830" y="4390"/>
                    <a:pt x="10860" y="2084"/>
                  </a:cubicBezTo>
                  <a:cubicBezTo>
                    <a:pt x="10761" y="1967"/>
                    <a:pt x="10658" y="1854"/>
                    <a:pt x="10548" y="1744"/>
                  </a:cubicBezTo>
                  <a:cubicBezTo>
                    <a:pt x="9408" y="582"/>
                    <a:pt x="7903" y="0"/>
                    <a:pt x="63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5"/>
            <p:cNvSpPr/>
            <p:nvPr/>
          </p:nvSpPr>
          <p:spPr>
            <a:xfrm>
              <a:off x="7431851" y="3793677"/>
              <a:ext cx="237982" cy="238060"/>
            </a:xfrm>
            <a:custGeom>
              <a:rect b="b" l="l" r="r" t="t"/>
              <a:pathLst>
                <a:path extrusionOk="0" h="9088" w="9085">
                  <a:moveTo>
                    <a:pt x="8197" y="0"/>
                  </a:moveTo>
                  <a:lnTo>
                    <a:pt x="1" y="8197"/>
                  </a:lnTo>
                  <a:cubicBezTo>
                    <a:pt x="429" y="8560"/>
                    <a:pt x="905" y="8858"/>
                    <a:pt x="1416" y="9088"/>
                  </a:cubicBezTo>
                  <a:lnTo>
                    <a:pt x="9085" y="1415"/>
                  </a:lnTo>
                  <a:cubicBezTo>
                    <a:pt x="8859" y="901"/>
                    <a:pt x="8561" y="425"/>
                    <a:pt x="8197"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85"/>
            <p:cNvSpPr/>
            <p:nvPr/>
          </p:nvSpPr>
          <p:spPr>
            <a:xfrm>
              <a:off x="7395492" y="3770023"/>
              <a:ext cx="257575" cy="244871"/>
            </a:xfrm>
            <a:custGeom>
              <a:rect b="b" l="l" r="r" t="t"/>
              <a:pathLst>
                <a:path extrusionOk="0" h="9348" w="9833">
                  <a:moveTo>
                    <a:pt x="5158" y="1"/>
                  </a:moveTo>
                  <a:cubicBezTo>
                    <a:pt x="4143" y="1"/>
                    <a:pt x="3128" y="331"/>
                    <a:pt x="2283" y="992"/>
                  </a:cubicBezTo>
                  <a:cubicBezTo>
                    <a:pt x="559" y="2339"/>
                    <a:pt x="1" y="4697"/>
                    <a:pt x="936" y="6674"/>
                  </a:cubicBezTo>
                  <a:cubicBezTo>
                    <a:pt x="1722" y="8331"/>
                    <a:pt x="3384" y="9348"/>
                    <a:pt x="5158" y="9348"/>
                  </a:cubicBezTo>
                  <a:cubicBezTo>
                    <a:pt x="5497" y="9348"/>
                    <a:pt x="5840" y="9311"/>
                    <a:pt x="6183" y="9234"/>
                  </a:cubicBezTo>
                  <a:cubicBezTo>
                    <a:pt x="8318" y="8754"/>
                    <a:pt x="9832" y="6859"/>
                    <a:pt x="9832" y="4673"/>
                  </a:cubicBezTo>
                  <a:cubicBezTo>
                    <a:pt x="9832" y="3274"/>
                    <a:pt x="9205" y="1948"/>
                    <a:pt x="8122" y="1061"/>
                  </a:cubicBezTo>
                  <a:cubicBezTo>
                    <a:pt x="7261" y="355"/>
                    <a:pt x="6210" y="1"/>
                    <a:pt x="5158"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85"/>
            <p:cNvSpPr/>
            <p:nvPr/>
          </p:nvSpPr>
          <p:spPr>
            <a:xfrm>
              <a:off x="7396042" y="3770023"/>
              <a:ext cx="212232" cy="200051"/>
            </a:xfrm>
            <a:custGeom>
              <a:rect b="b" l="l" r="r" t="t"/>
              <a:pathLst>
                <a:path extrusionOk="0" h="7637" w="8102">
                  <a:moveTo>
                    <a:pt x="5137" y="0"/>
                  </a:moveTo>
                  <a:cubicBezTo>
                    <a:pt x="3936" y="0"/>
                    <a:pt x="2738" y="461"/>
                    <a:pt x="1830" y="1369"/>
                  </a:cubicBezTo>
                  <a:cubicBezTo>
                    <a:pt x="134" y="3065"/>
                    <a:pt x="0" y="5779"/>
                    <a:pt x="1525" y="7637"/>
                  </a:cubicBezTo>
                  <a:lnTo>
                    <a:pt x="8101" y="1061"/>
                  </a:lnTo>
                  <a:cubicBezTo>
                    <a:pt x="7236" y="351"/>
                    <a:pt x="6185" y="0"/>
                    <a:pt x="5137"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85"/>
            <p:cNvSpPr/>
            <p:nvPr/>
          </p:nvSpPr>
          <p:spPr>
            <a:xfrm>
              <a:off x="7412466" y="3774267"/>
              <a:ext cx="175873" cy="175899"/>
            </a:xfrm>
            <a:custGeom>
              <a:rect b="b" l="l" r="r" t="t"/>
              <a:pathLst>
                <a:path extrusionOk="0" h="6715" w="6714">
                  <a:moveTo>
                    <a:pt x="5733" y="1"/>
                  </a:moveTo>
                  <a:lnTo>
                    <a:pt x="0" y="5734"/>
                  </a:lnTo>
                  <a:cubicBezTo>
                    <a:pt x="93" y="6073"/>
                    <a:pt x="223" y="6402"/>
                    <a:pt x="388" y="6714"/>
                  </a:cubicBezTo>
                  <a:lnTo>
                    <a:pt x="6713" y="392"/>
                  </a:lnTo>
                  <a:cubicBezTo>
                    <a:pt x="6402" y="224"/>
                    <a:pt x="6073" y="93"/>
                    <a:pt x="573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5"/>
            <p:cNvSpPr/>
            <p:nvPr/>
          </p:nvSpPr>
          <p:spPr>
            <a:xfrm>
              <a:off x="7358871" y="3734424"/>
              <a:ext cx="342657" cy="316121"/>
            </a:xfrm>
            <a:custGeom>
              <a:rect b="b" l="l" r="r" t="t"/>
              <a:pathLst>
                <a:path extrusionOk="0" h="12068" w="13081">
                  <a:moveTo>
                    <a:pt x="6543" y="0"/>
                  </a:moveTo>
                  <a:cubicBezTo>
                    <a:pt x="4947" y="0"/>
                    <a:pt x="3417" y="637"/>
                    <a:pt x="2293" y="1769"/>
                  </a:cubicBezTo>
                  <a:cubicBezTo>
                    <a:pt x="2123" y="1925"/>
                    <a:pt x="2272" y="2152"/>
                    <a:pt x="2444" y="2152"/>
                  </a:cubicBezTo>
                  <a:cubicBezTo>
                    <a:pt x="2497" y="2152"/>
                    <a:pt x="2553" y="2130"/>
                    <a:pt x="2601" y="2077"/>
                  </a:cubicBezTo>
                  <a:cubicBezTo>
                    <a:pt x="3688" y="996"/>
                    <a:pt x="5114" y="451"/>
                    <a:pt x="6542" y="451"/>
                  </a:cubicBezTo>
                  <a:cubicBezTo>
                    <a:pt x="7883" y="451"/>
                    <a:pt x="9226" y="931"/>
                    <a:pt x="10291" y="1899"/>
                  </a:cubicBezTo>
                  <a:cubicBezTo>
                    <a:pt x="12491" y="3897"/>
                    <a:pt x="12735" y="7269"/>
                    <a:pt x="10846" y="9568"/>
                  </a:cubicBezTo>
                  <a:cubicBezTo>
                    <a:pt x="9746" y="10906"/>
                    <a:pt x="8148" y="11605"/>
                    <a:pt x="6533" y="11605"/>
                  </a:cubicBezTo>
                  <a:cubicBezTo>
                    <a:pt x="5377" y="11605"/>
                    <a:pt x="4212" y="11246"/>
                    <a:pt x="3215" y="10507"/>
                  </a:cubicBezTo>
                  <a:cubicBezTo>
                    <a:pt x="830" y="8735"/>
                    <a:pt x="251" y="5401"/>
                    <a:pt x="1902" y="2930"/>
                  </a:cubicBezTo>
                  <a:cubicBezTo>
                    <a:pt x="2014" y="2758"/>
                    <a:pt x="1865" y="2587"/>
                    <a:pt x="1712" y="2587"/>
                  </a:cubicBezTo>
                  <a:cubicBezTo>
                    <a:pt x="1649" y="2587"/>
                    <a:pt x="1586" y="2615"/>
                    <a:pt x="1539" y="2684"/>
                  </a:cubicBezTo>
                  <a:cubicBezTo>
                    <a:pt x="1" y="4986"/>
                    <a:pt x="227" y="8040"/>
                    <a:pt x="2087" y="10089"/>
                  </a:cubicBezTo>
                  <a:cubicBezTo>
                    <a:pt x="3260" y="11383"/>
                    <a:pt x="4895" y="12068"/>
                    <a:pt x="6555" y="12068"/>
                  </a:cubicBezTo>
                  <a:cubicBezTo>
                    <a:pt x="7524" y="12068"/>
                    <a:pt x="8501" y="11835"/>
                    <a:pt x="9400" y="11353"/>
                  </a:cubicBezTo>
                  <a:cubicBezTo>
                    <a:pt x="11840" y="10048"/>
                    <a:pt x="13081" y="7252"/>
                    <a:pt x="12409" y="4568"/>
                  </a:cubicBezTo>
                  <a:cubicBezTo>
                    <a:pt x="11737" y="1885"/>
                    <a:pt x="9325" y="0"/>
                    <a:pt x="6556" y="0"/>
                  </a:cubicBezTo>
                  <a:cubicBezTo>
                    <a:pt x="6552" y="0"/>
                    <a:pt x="6547"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5"/>
            <p:cNvSpPr/>
            <p:nvPr/>
          </p:nvSpPr>
          <p:spPr>
            <a:xfrm>
              <a:off x="7389755" y="3764339"/>
              <a:ext cx="269049" cy="256266"/>
            </a:xfrm>
            <a:custGeom>
              <a:rect b="b" l="l" r="r" t="t"/>
              <a:pathLst>
                <a:path extrusionOk="0" h="9783" w="10271">
                  <a:moveTo>
                    <a:pt x="5384" y="436"/>
                  </a:moveTo>
                  <a:cubicBezTo>
                    <a:pt x="5956" y="436"/>
                    <a:pt x="6533" y="547"/>
                    <a:pt x="7084" y="774"/>
                  </a:cubicBezTo>
                  <a:cubicBezTo>
                    <a:pt x="8749" y="1463"/>
                    <a:pt x="9835" y="3087"/>
                    <a:pt x="9835" y="4890"/>
                  </a:cubicBezTo>
                  <a:cubicBezTo>
                    <a:pt x="9835" y="6692"/>
                    <a:pt x="8749" y="8316"/>
                    <a:pt x="7084" y="9009"/>
                  </a:cubicBezTo>
                  <a:cubicBezTo>
                    <a:pt x="6533" y="9236"/>
                    <a:pt x="5956" y="9347"/>
                    <a:pt x="5384" y="9347"/>
                  </a:cubicBezTo>
                  <a:cubicBezTo>
                    <a:pt x="4223" y="9347"/>
                    <a:pt x="3083" y="8893"/>
                    <a:pt x="2231" y="8039"/>
                  </a:cubicBezTo>
                  <a:cubicBezTo>
                    <a:pt x="484" y="6305"/>
                    <a:pt x="484" y="3478"/>
                    <a:pt x="2231" y="1744"/>
                  </a:cubicBezTo>
                  <a:cubicBezTo>
                    <a:pt x="3083" y="890"/>
                    <a:pt x="4223" y="436"/>
                    <a:pt x="5384" y="436"/>
                  </a:cubicBezTo>
                  <a:close/>
                  <a:moveTo>
                    <a:pt x="5378" y="0"/>
                  </a:moveTo>
                  <a:cubicBezTo>
                    <a:pt x="4105" y="0"/>
                    <a:pt x="2854" y="497"/>
                    <a:pt x="1919" y="1432"/>
                  </a:cubicBezTo>
                  <a:cubicBezTo>
                    <a:pt x="0" y="3341"/>
                    <a:pt x="0" y="6442"/>
                    <a:pt x="1919" y="8351"/>
                  </a:cubicBezTo>
                  <a:cubicBezTo>
                    <a:pt x="2854" y="9286"/>
                    <a:pt x="4105" y="9782"/>
                    <a:pt x="5378" y="9782"/>
                  </a:cubicBezTo>
                  <a:cubicBezTo>
                    <a:pt x="6009" y="9782"/>
                    <a:pt x="6645" y="9660"/>
                    <a:pt x="7251" y="9410"/>
                  </a:cubicBezTo>
                  <a:cubicBezTo>
                    <a:pt x="9078" y="8652"/>
                    <a:pt x="10270" y="6870"/>
                    <a:pt x="10270" y="4890"/>
                  </a:cubicBezTo>
                  <a:cubicBezTo>
                    <a:pt x="10270" y="2912"/>
                    <a:pt x="9078" y="1130"/>
                    <a:pt x="7251" y="373"/>
                  </a:cubicBezTo>
                  <a:cubicBezTo>
                    <a:pt x="6645" y="122"/>
                    <a:pt x="6009" y="0"/>
                    <a:pt x="5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5"/>
            <p:cNvSpPr/>
            <p:nvPr/>
          </p:nvSpPr>
          <p:spPr>
            <a:xfrm>
              <a:off x="7473998" y="3665165"/>
              <a:ext cx="299356" cy="281727"/>
            </a:xfrm>
            <a:custGeom>
              <a:rect b="b" l="l" r="r" t="t"/>
              <a:pathLst>
                <a:path extrusionOk="0" h="10755" w="11428">
                  <a:moveTo>
                    <a:pt x="4810" y="1"/>
                  </a:moveTo>
                  <a:cubicBezTo>
                    <a:pt x="3265" y="1"/>
                    <a:pt x="1721" y="588"/>
                    <a:pt x="544" y="1764"/>
                  </a:cubicBezTo>
                  <a:cubicBezTo>
                    <a:pt x="400" y="1908"/>
                    <a:pt x="266" y="2058"/>
                    <a:pt x="139" y="2213"/>
                  </a:cubicBezTo>
                  <a:cubicBezTo>
                    <a:pt x="0" y="2379"/>
                    <a:pt x="150" y="2574"/>
                    <a:pt x="313" y="2574"/>
                  </a:cubicBezTo>
                  <a:cubicBezTo>
                    <a:pt x="370" y="2574"/>
                    <a:pt x="430" y="2550"/>
                    <a:pt x="478" y="2490"/>
                  </a:cubicBezTo>
                  <a:cubicBezTo>
                    <a:pt x="595" y="2346"/>
                    <a:pt x="722" y="2209"/>
                    <a:pt x="855" y="2076"/>
                  </a:cubicBezTo>
                  <a:cubicBezTo>
                    <a:pt x="1945" y="984"/>
                    <a:pt x="3378" y="438"/>
                    <a:pt x="4810" y="438"/>
                  </a:cubicBezTo>
                  <a:cubicBezTo>
                    <a:pt x="6242" y="438"/>
                    <a:pt x="7675" y="984"/>
                    <a:pt x="8764" y="2076"/>
                  </a:cubicBezTo>
                  <a:cubicBezTo>
                    <a:pt x="10944" y="4255"/>
                    <a:pt x="10944" y="7805"/>
                    <a:pt x="8764" y="9985"/>
                  </a:cubicBezTo>
                  <a:cubicBezTo>
                    <a:pt x="8631" y="10118"/>
                    <a:pt x="8490" y="10245"/>
                    <a:pt x="8346" y="10362"/>
                  </a:cubicBezTo>
                  <a:cubicBezTo>
                    <a:pt x="8166" y="10509"/>
                    <a:pt x="8306" y="10754"/>
                    <a:pt x="8486" y="10754"/>
                  </a:cubicBezTo>
                  <a:cubicBezTo>
                    <a:pt x="8532" y="10754"/>
                    <a:pt x="8581" y="10738"/>
                    <a:pt x="8627" y="10701"/>
                  </a:cubicBezTo>
                  <a:cubicBezTo>
                    <a:pt x="8782" y="10574"/>
                    <a:pt x="8932" y="10437"/>
                    <a:pt x="9076" y="10296"/>
                  </a:cubicBezTo>
                  <a:cubicBezTo>
                    <a:pt x="11427" y="7942"/>
                    <a:pt x="11427" y="4118"/>
                    <a:pt x="9076" y="1764"/>
                  </a:cubicBezTo>
                  <a:cubicBezTo>
                    <a:pt x="7899" y="588"/>
                    <a:pt x="6355"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5"/>
            <p:cNvSpPr/>
            <p:nvPr/>
          </p:nvSpPr>
          <p:spPr>
            <a:xfrm>
              <a:off x="7696656" y="3783566"/>
              <a:ext cx="36647" cy="111119"/>
            </a:xfrm>
            <a:custGeom>
              <a:rect b="b" l="l" r="r" t="t"/>
              <a:pathLst>
                <a:path extrusionOk="0" h="4242" w="1399">
                  <a:moveTo>
                    <a:pt x="807" y="1"/>
                  </a:moveTo>
                  <a:cubicBezTo>
                    <a:pt x="676" y="1"/>
                    <a:pt x="544" y="110"/>
                    <a:pt x="590" y="280"/>
                  </a:cubicBezTo>
                  <a:cubicBezTo>
                    <a:pt x="943" y="1507"/>
                    <a:pt x="751" y="2826"/>
                    <a:pt x="66" y="3905"/>
                  </a:cubicBezTo>
                  <a:cubicBezTo>
                    <a:pt x="1" y="4005"/>
                    <a:pt x="31" y="4142"/>
                    <a:pt x="134" y="4207"/>
                  </a:cubicBezTo>
                  <a:cubicBezTo>
                    <a:pt x="170" y="4230"/>
                    <a:pt x="210" y="4241"/>
                    <a:pt x="250" y="4241"/>
                  </a:cubicBezTo>
                  <a:cubicBezTo>
                    <a:pt x="322" y="4241"/>
                    <a:pt x="394" y="4206"/>
                    <a:pt x="436" y="4142"/>
                  </a:cubicBezTo>
                  <a:cubicBezTo>
                    <a:pt x="1190" y="2956"/>
                    <a:pt x="1399" y="1507"/>
                    <a:pt x="1011" y="157"/>
                  </a:cubicBezTo>
                  <a:cubicBezTo>
                    <a:pt x="978" y="48"/>
                    <a:pt x="892"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5"/>
            <p:cNvSpPr/>
            <p:nvPr/>
          </p:nvSpPr>
          <p:spPr>
            <a:xfrm>
              <a:off x="7525419" y="3694948"/>
              <a:ext cx="190019" cy="77825"/>
            </a:xfrm>
            <a:custGeom>
              <a:rect b="b" l="l" r="r" t="t"/>
              <a:pathLst>
                <a:path extrusionOk="0" h="2971" w="7254">
                  <a:moveTo>
                    <a:pt x="2845" y="0"/>
                  </a:moveTo>
                  <a:cubicBezTo>
                    <a:pt x="1939" y="0"/>
                    <a:pt x="1026" y="252"/>
                    <a:pt x="219" y="767"/>
                  </a:cubicBezTo>
                  <a:cubicBezTo>
                    <a:pt x="1" y="894"/>
                    <a:pt x="133" y="1180"/>
                    <a:pt x="326" y="1180"/>
                  </a:cubicBezTo>
                  <a:cubicBezTo>
                    <a:pt x="367" y="1180"/>
                    <a:pt x="411" y="1167"/>
                    <a:pt x="455" y="1137"/>
                  </a:cubicBezTo>
                  <a:cubicBezTo>
                    <a:pt x="1199" y="664"/>
                    <a:pt x="2025" y="440"/>
                    <a:pt x="2841" y="440"/>
                  </a:cubicBezTo>
                  <a:cubicBezTo>
                    <a:pt x="4446" y="440"/>
                    <a:pt x="6007" y="1308"/>
                    <a:pt x="6805" y="2851"/>
                  </a:cubicBezTo>
                  <a:cubicBezTo>
                    <a:pt x="6844" y="2926"/>
                    <a:pt x="6922" y="2970"/>
                    <a:pt x="7003" y="2970"/>
                  </a:cubicBezTo>
                  <a:cubicBezTo>
                    <a:pt x="7037" y="2970"/>
                    <a:pt x="7071" y="2963"/>
                    <a:pt x="7103" y="2947"/>
                  </a:cubicBezTo>
                  <a:cubicBezTo>
                    <a:pt x="7209" y="2888"/>
                    <a:pt x="7254" y="2758"/>
                    <a:pt x="7196" y="2649"/>
                  </a:cubicBezTo>
                  <a:cubicBezTo>
                    <a:pt x="6963" y="2200"/>
                    <a:pt x="6664" y="1788"/>
                    <a:pt x="6305" y="1432"/>
                  </a:cubicBezTo>
                  <a:cubicBezTo>
                    <a:pt x="5361" y="488"/>
                    <a:pt x="4109" y="0"/>
                    <a:pt x="2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85"/>
            <p:cNvSpPr/>
            <p:nvPr/>
          </p:nvSpPr>
          <p:spPr>
            <a:xfrm>
              <a:off x="7489296" y="3815603"/>
              <a:ext cx="82698" cy="153765"/>
            </a:xfrm>
            <a:custGeom>
              <a:rect b="b" l="l" r="r" t="t"/>
              <a:pathLst>
                <a:path extrusionOk="0" h="5870" w="3157">
                  <a:moveTo>
                    <a:pt x="1358" y="911"/>
                  </a:moveTo>
                  <a:lnTo>
                    <a:pt x="1358" y="2696"/>
                  </a:lnTo>
                  <a:cubicBezTo>
                    <a:pt x="837" y="2614"/>
                    <a:pt x="439" y="2247"/>
                    <a:pt x="439" y="1802"/>
                  </a:cubicBezTo>
                  <a:cubicBezTo>
                    <a:pt x="439" y="1360"/>
                    <a:pt x="837" y="990"/>
                    <a:pt x="1358" y="911"/>
                  </a:cubicBezTo>
                  <a:close/>
                  <a:moveTo>
                    <a:pt x="1796" y="3169"/>
                  </a:moveTo>
                  <a:cubicBezTo>
                    <a:pt x="2321" y="3255"/>
                    <a:pt x="2715" y="3625"/>
                    <a:pt x="2715" y="4067"/>
                  </a:cubicBezTo>
                  <a:cubicBezTo>
                    <a:pt x="2715" y="4509"/>
                    <a:pt x="2321" y="4879"/>
                    <a:pt x="1796" y="4958"/>
                  </a:cubicBezTo>
                  <a:lnTo>
                    <a:pt x="1796" y="3169"/>
                  </a:lnTo>
                  <a:close/>
                  <a:moveTo>
                    <a:pt x="1579" y="0"/>
                  </a:moveTo>
                  <a:cubicBezTo>
                    <a:pt x="1468" y="0"/>
                    <a:pt x="1358" y="73"/>
                    <a:pt x="1358" y="219"/>
                  </a:cubicBezTo>
                  <a:lnTo>
                    <a:pt x="1358" y="465"/>
                  </a:lnTo>
                  <a:cubicBezTo>
                    <a:pt x="594" y="558"/>
                    <a:pt x="1" y="1123"/>
                    <a:pt x="1" y="1802"/>
                  </a:cubicBezTo>
                  <a:cubicBezTo>
                    <a:pt x="1" y="2484"/>
                    <a:pt x="594" y="3049"/>
                    <a:pt x="1358" y="3142"/>
                  </a:cubicBezTo>
                  <a:lnTo>
                    <a:pt x="1358" y="4958"/>
                  </a:lnTo>
                  <a:cubicBezTo>
                    <a:pt x="837" y="4876"/>
                    <a:pt x="439" y="4509"/>
                    <a:pt x="439" y="4067"/>
                  </a:cubicBezTo>
                  <a:cubicBezTo>
                    <a:pt x="439" y="3920"/>
                    <a:pt x="330" y="3846"/>
                    <a:pt x="220" y="3846"/>
                  </a:cubicBezTo>
                  <a:cubicBezTo>
                    <a:pt x="110" y="3846"/>
                    <a:pt x="1" y="3920"/>
                    <a:pt x="1" y="4067"/>
                  </a:cubicBezTo>
                  <a:cubicBezTo>
                    <a:pt x="1" y="4745"/>
                    <a:pt x="594" y="5311"/>
                    <a:pt x="1358" y="5403"/>
                  </a:cubicBezTo>
                  <a:lnTo>
                    <a:pt x="1358" y="5650"/>
                  </a:lnTo>
                  <a:cubicBezTo>
                    <a:pt x="1358" y="5770"/>
                    <a:pt x="1457" y="5869"/>
                    <a:pt x="1577" y="5869"/>
                  </a:cubicBezTo>
                  <a:cubicBezTo>
                    <a:pt x="1700" y="5869"/>
                    <a:pt x="1796" y="5770"/>
                    <a:pt x="1796" y="5650"/>
                  </a:cubicBezTo>
                  <a:lnTo>
                    <a:pt x="1796" y="5403"/>
                  </a:lnTo>
                  <a:cubicBezTo>
                    <a:pt x="2564" y="5311"/>
                    <a:pt x="3153" y="4745"/>
                    <a:pt x="3153" y="4067"/>
                  </a:cubicBezTo>
                  <a:cubicBezTo>
                    <a:pt x="3153" y="3385"/>
                    <a:pt x="2564" y="2820"/>
                    <a:pt x="1796" y="2727"/>
                  </a:cubicBezTo>
                  <a:lnTo>
                    <a:pt x="1796" y="911"/>
                  </a:lnTo>
                  <a:cubicBezTo>
                    <a:pt x="2321" y="993"/>
                    <a:pt x="2715" y="1360"/>
                    <a:pt x="2715" y="1802"/>
                  </a:cubicBezTo>
                  <a:cubicBezTo>
                    <a:pt x="2715" y="1925"/>
                    <a:pt x="2814" y="2021"/>
                    <a:pt x="2934" y="2021"/>
                  </a:cubicBezTo>
                  <a:cubicBezTo>
                    <a:pt x="3057" y="2021"/>
                    <a:pt x="3157" y="1925"/>
                    <a:pt x="3157" y="1802"/>
                  </a:cubicBezTo>
                  <a:cubicBezTo>
                    <a:pt x="3157" y="1123"/>
                    <a:pt x="2564" y="558"/>
                    <a:pt x="1800" y="465"/>
                  </a:cubicBezTo>
                  <a:lnTo>
                    <a:pt x="1800" y="219"/>
                  </a:lnTo>
                  <a:cubicBezTo>
                    <a:pt x="1800" y="73"/>
                    <a:pt x="1689" y="0"/>
                    <a:pt x="15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9" name="Google Shape;12799;p85"/>
          <p:cNvGrpSpPr/>
          <p:nvPr/>
        </p:nvGrpSpPr>
        <p:grpSpPr>
          <a:xfrm>
            <a:off x="4102650" y="3665322"/>
            <a:ext cx="408459" cy="384752"/>
            <a:chOff x="4102650" y="3665322"/>
            <a:chExt cx="408459" cy="384752"/>
          </a:xfrm>
        </p:grpSpPr>
        <p:sp>
          <p:nvSpPr>
            <p:cNvPr id="12800" name="Google Shape;12800;p85"/>
            <p:cNvSpPr/>
            <p:nvPr/>
          </p:nvSpPr>
          <p:spPr>
            <a:xfrm>
              <a:off x="4117188" y="3671137"/>
              <a:ext cx="373986" cy="373724"/>
            </a:xfrm>
            <a:custGeom>
              <a:rect b="b" l="l" r="r" t="t"/>
              <a:pathLst>
                <a:path extrusionOk="0" h="14267" w="14277">
                  <a:moveTo>
                    <a:pt x="7138" y="1558"/>
                  </a:moveTo>
                  <a:cubicBezTo>
                    <a:pt x="8573" y="1558"/>
                    <a:pt x="9999" y="2111"/>
                    <a:pt x="11080" y="3191"/>
                  </a:cubicBezTo>
                  <a:cubicBezTo>
                    <a:pt x="13050" y="5154"/>
                    <a:pt x="13266" y="8273"/>
                    <a:pt x="11590" y="10493"/>
                  </a:cubicBezTo>
                  <a:lnTo>
                    <a:pt x="3777" y="2687"/>
                  </a:lnTo>
                  <a:cubicBezTo>
                    <a:pt x="4778" y="1930"/>
                    <a:pt x="5961" y="1558"/>
                    <a:pt x="7138" y="1558"/>
                  </a:cubicBezTo>
                  <a:close/>
                  <a:moveTo>
                    <a:pt x="2674" y="3794"/>
                  </a:moveTo>
                  <a:lnTo>
                    <a:pt x="10483" y="11593"/>
                  </a:lnTo>
                  <a:cubicBezTo>
                    <a:pt x="9500" y="12330"/>
                    <a:pt x="8323" y="12707"/>
                    <a:pt x="7138" y="12707"/>
                  </a:cubicBezTo>
                  <a:cubicBezTo>
                    <a:pt x="6288" y="12707"/>
                    <a:pt x="5434" y="12513"/>
                    <a:pt x="4644" y="12118"/>
                  </a:cubicBezTo>
                  <a:cubicBezTo>
                    <a:pt x="2756" y="11175"/>
                    <a:pt x="1563" y="9246"/>
                    <a:pt x="1560" y="7135"/>
                  </a:cubicBezTo>
                  <a:cubicBezTo>
                    <a:pt x="1560" y="5929"/>
                    <a:pt x="1951" y="4757"/>
                    <a:pt x="2674" y="3794"/>
                  </a:cubicBezTo>
                  <a:close/>
                  <a:moveTo>
                    <a:pt x="7139" y="1"/>
                  </a:moveTo>
                  <a:cubicBezTo>
                    <a:pt x="3198" y="1"/>
                    <a:pt x="1" y="3194"/>
                    <a:pt x="1" y="7135"/>
                  </a:cubicBezTo>
                  <a:cubicBezTo>
                    <a:pt x="1" y="11073"/>
                    <a:pt x="3195" y="14266"/>
                    <a:pt x="7139" y="14266"/>
                  </a:cubicBezTo>
                  <a:cubicBezTo>
                    <a:pt x="11080" y="14266"/>
                    <a:pt x="14277" y="11073"/>
                    <a:pt x="14277" y="7135"/>
                  </a:cubicBezTo>
                  <a:cubicBezTo>
                    <a:pt x="14277" y="3194"/>
                    <a:pt x="11083" y="1"/>
                    <a:pt x="71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5"/>
            <p:cNvSpPr/>
            <p:nvPr/>
          </p:nvSpPr>
          <p:spPr>
            <a:xfrm>
              <a:off x="4292878" y="3671137"/>
              <a:ext cx="198296" cy="373724"/>
            </a:xfrm>
            <a:custGeom>
              <a:rect b="b" l="l" r="r" t="t"/>
              <a:pathLst>
                <a:path extrusionOk="0" h="14267" w="7570">
                  <a:moveTo>
                    <a:pt x="432" y="1"/>
                  </a:moveTo>
                  <a:cubicBezTo>
                    <a:pt x="288" y="1"/>
                    <a:pt x="144" y="7"/>
                    <a:pt x="0" y="14"/>
                  </a:cubicBezTo>
                  <a:cubicBezTo>
                    <a:pt x="3742" y="237"/>
                    <a:pt x="6710" y="3338"/>
                    <a:pt x="6710" y="7135"/>
                  </a:cubicBezTo>
                  <a:cubicBezTo>
                    <a:pt x="6710" y="10929"/>
                    <a:pt x="3742" y="14030"/>
                    <a:pt x="0" y="14253"/>
                  </a:cubicBezTo>
                  <a:cubicBezTo>
                    <a:pt x="144" y="14263"/>
                    <a:pt x="288" y="14266"/>
                    <a:pt x="432" y="14266"/>
                  </a:cubicBezTo>
                  <a:cubicBezTo>
                    <a:pt x="4373" y="14266"/>
                    <a:pt x="7570" y="11073"/>
                    <a:pt x="7570" y="7135"/>
                  </a:cubicBezTo>
                  <a:cubicBezTo>
                    <a:pt x="7570" y="3194"/>
                    <a:pt x="4376" y="1"/>
                    <a:pt x="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85"/>
            <p:cNvSpPr/>
            <p:nvPr/>
          </p:nvSpPr>
          <p:spPr>
            <a:xfrm>
              <a:off x="4309590" y="3706920"/>
              <a:ext cx="155651" cy="244661"/>
            </a:xfrm>
            <a:custGeom>
              <a:rect b="b" l="l" r="r" t="t"/>
              <a:pathLst>
                <a:path extrusionOk="0" h="9340" w="5942">
                  <a:moveTo>
                    <a:pt x="292" y="1"/>
                  </a:moveTo>
                  <a:cubicBezTo>
                    <a:pt x="28" y="1"/>
                    <a:pt x="0" y="407"/>
                    <a:pt x="277" y="430"/>
                  </a:cubicBezTo>
                  <a:cubicBezTo>
                    <a:pt x="2172" y="602"/>
                    <a:pt x="3834" y="1760"/>
                    <a:pt x="4646" y="3483"/>
                  </a:cubicBezTo>
                  <a:cubicBezTo>
                    <a:pt x="5458" y="5204"/>
                    <a:pt x="5294" y="7226"/>
                    <a:pt x="4218" y="8795"/>
                  </a:cubicBezTo>
                  <a:lnTo>
                    <a:pt x="1240" y="5821"/>
                  </a:lnTo>
                  <a:cubicBezTo>
                    <a:pt x="1193" y="5774"/>
                    <a:pt x="1141" y="5754"/>
                    <a:pt x="1090" y="5754"/>
                  </a:cubicBezTo>
                  <a:cubicBezTo>
                    <a:pt x="924" y="5754"/>
                    <a:pt x="780" y="5970"/>
                    <a:pt x="935" y="6126"/>
                  </a:cubicBezTo>
                  <a:lnTo>
                    <a:pt x="4091" y="9278"/>
                  </a:lnTo>
                  <a:cubicBezTo>
                    <a:pt x="4132" y="9319"/>
                    <a:pt x="4187" y="9340"/>
                    <a:pt x="4245" y="9340"/>
                  </a:cubicBezTo>
                  <a:lnTo>
                    <a:pt x="4259" y="9340"/>
                  </a:lnTo>
                  <a:cubicBezTo>
                    <a:pt x="4321" y="9336"/>
                    <a:pt x="4379" y="9306"/>
                    <a:pt x="4417" y="9254"/>
                  </a:cubicBezTo>
                  <a:cubicBezTo>
                    <a:pt x="5684" y="7578"/>
                    <a:pt x="5941" y="5344"/>
                    <a:pt x="5088" y="3422"/>
                  </a:cubicBezTo>
                  <a:cubicBezTo>
                    <a:pt x="4235" y="1499"/>
                    <a:pt x="2408" y="190"/>
                    <a:pt x="315" y="2"/>
                  </a:cubicBezTo>
                  <a:cubicBezTo>
                    <a:pt x="307" y="1"/>
                    <a:pt x="299"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5"/>
            <p:cNvSpPr/>
            <p:nvPr/>
          </p:nvSpPr>
          <p:spPr>
            <a:xfrm>
              <a:off x="4209656" y="3706998"/>
              <a:ext cx="117904" cy="143549"/>
            </a:xfrm>
            <a:custGeom>
              <a:rect b="b" l="l" r="r" t="t"/>
              <a:pathLst>
                <a:path extrusionOk="0" h="5480" w="4501">
                  <a:moveTo>
                    <a:pt x="3112" y="1"/>
                  </a:moveTo>
                  <a:cubicBezTo>
                    <a:pt x="3104" y="1"/>
                    <a:pt x="3096" y="1"/>
                    <a:pt x="3088" y="2"/>
                  </a:cubicBezTo>
                  <a:cubicBezTo>
                    <a:pt x="2008" y="98"/>
                    <a:pt x="980" y="492"/>
                    <a:pt x="117" y="1147"/>
                  </a:cubicBezTo>
                  <a:cubicBezTo>
                    <a:pt x="11" y="1226"/>
                    <a:pt x="0" y="1380"/>
                    <a:pt x="96" y="1472"/>
                  </a:cubicBezTo>
                  <a:lnTo>
                    <a:pt x="4041" y="5413"/>
                  </a:lnTo>
                  <a:cubicBezTo>
                    <a:pt x="4087" y="5460"/>
                    <a:pt x="4140" y="5480"/>
                    <a:pt x="4190" y="5480"/>
                  </a:cubicBezTo>
                  <a:cubicBezTo>
                    <a:pt x="4357" y="5480"/>
                    <a:pt x="4501" y="5264"/>
                    <a:pt x="4346" y="5108"/>
                  </a:cubicBezTo>
                  <a:lnTo>
                    <a:pt x="580" y="1346"/>
                  </a:lnTo>
                  <a:cubicBezTo>
                    <a:pt x="1333" y="825"/>
                    <a:pt x="2211" y="509"/>
                    <a:pt x="3126" y="431"/>
                  </a:cubicBezTo>
                  <a:cubicBezTo>
                    <a:pt x="3242" y="420"/>
                    <a:pt x="3331" y="314"/>
                    <a:pt x="3321" y="198"/>
                  </a:cubicBezTo>
                  <a:cubicBezTo>
                    <a:pt x="3311" y="86"/>
                    <a:pt x="3218" y="1"/>
                    <a:pt x="31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85"/>
            <p:cNvSpPr/>
            <p:nvPr/>
          </p:nvSpPr>
          <p:spPr>
            <a:xfrm>
              <a:off x="4152289" y="3764811"/>
              <a:ext cx="245997" cy="244766"/>
            </a:xfrm>
            <a:custGeom>
              <a:rect b="b" l="l" r="r" t="t"/>
              <a:pathLst>
                <a:path extrusionOk="0" h="9344" w="9391">
                  <a:moveTo>
                    <a:pt x="1361" y="547"/>
                  </a:moveTo>
                  <a:lnTo>
                    <a:pt x="8811" y="7990"/>
                  </a:lnTo>
                  <a:cubicBezTo>
                    <a:pt x="7928" y="8593"/>
                    <a:pt x="6882" y="8915"/>
                    <a:pt x="5816" y="8915"/>
                  </a:cubicBezTo>
                  <a:cubicBezTo>
                    <a:pt x="5810" y="8915"/>
                    <a:pt x="5804" y="8915"/>
                    <a:pt x="5799" y="8915"/>
                  </a:cubicBezTo>
                  <a:cubicBezTo>
                    <a:pt x="2841" y="8915"/>
                    <a:pt x="436" y="6513"/>
                    <a:pt x="436" y="3559"/>
                  </a:cubicBezTo>
                  <a:cubicBezTo>
                    <a:pt x="432" y="2483"/>
                    <a:pt x="755" y="1435"/>
                    <a:pt x="1361" y="547"/>
                  </a:cubicBezTo>
                  <a:close/>
                  <a:moveTo>
                    <a:pt x="1341" y="1"/>
                  </a:moveTo>
                  <a:cubicBezTo>
                    <a:pt x="1334" y="1"/>
                    <a:pt x="1327" y="1"/>
                    <a:pt x="1320" y="2"/>
                  </a:cubicBezTo>
                  <a:cubicBezTo>
                    <a:pt x="1258" y="6"/>
                    <a:pt x="1200" y="36"/>
                    <a:pt x="1162" y="88"/>
                  </a:cubicBezTo>
                  <a:cubicBezTo>
                    <a:pt x="408" y="1085"/>
                    <a:pt x="1" y="2305"/>
                    <a:pt x="8" y="3556"/>
                  </a:cubicBezTo>
                  <a:cubicBezTo>
                    <a:pt x="8" y="6749"/>
                    <a:pt x="2605" y="9344"/>
                    <a:pt x="5799" y="9344"/>
                  </a:cubicBezTo>
                  <a:cubicBezTo>
                    <a:pt x="5804" y="9344"/>
                    <a:pt x="5809" y="9344"/>
                    <a:pt x="5815" y="9344"/>
                  </a:cubicBezTo>
                  <a:cubicBezTo>
                    <a:pt x="7063" y="9344"/>
                    <a:pt x="8277" y="8939"/>
                    <a:pt x="9274" y="8189"/>
                  </a:cubicBezTo>
                  <a:cubicBezTo>
                    <a:pt x="9380" y="8110"/>
                    <a:pt x="9390" y="7956"/>
                    <a:pt x="9298" y="7863"/>
                  </a:cubicBezTo>
                  <a:lnTo>
                    <a:pt x="1488" y="64"/>
                  </a:lnTo>
                  <a:cubicBezTo>
                    <a:pt x="1448" y="24"/>
                    <a:pt x="1395" y="1"/>
                    <a:pt x="13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85"/>
            <p:cNvSpPr/>
            <p:nvPr/>
          </p:nvSpPr>
          <p:spPr>
            <a:xfrm>
              <a:off x="4102650" y="3665322"/>
              <a:ext cx="408459" cy="384752"/>
            </a:xfrm>
            <a:custGeom>
              <a:rect b="b" l="l" r="r" t="t"/>
              <a:pathLst>
                <a:path extrusionOk="0" h="14688" w="15593">
                  <a:moveTo>
                    <a:pt x="7685" y="1"/>
                  </a:moveTo>
                  <a:cubicBezTo>
                    <a:pt x="7254" y="1"/>
                    <a:pt x="6820" y="39"/>
                    <a:pt x="6388" y="116"/>
                  </a:cubicBezTo>
                  <a:cubicBezTo>
                    <a:pt x="4017" y="545"/>
                    <a:pt x="2002" y="2107"/>
                    <a:pt x="1001" y="4300"/>
                  </a:cubicBezTo>
                  <a:cubicBezTo>
                    <a:pt x="1" y="6494"/>
                    <a:pt x="138" y="9036"/>
                    <a:pt x="1371" y="11109"/>
                  </a:cubicBezTo>
                  <a:cubicBezTo>
                    <a:pt x="2602" y="13179"/>
                    <a:pt x="4771" y="14519"/>
                    <a:pt x="7176" y="14687"/>
                  </a:cubicBezTo>
                  <a:cubicBezTo>
                    <a:pt x="7181" y="14687"/>
                    <a:pt x="7185" y="14687"/>
                    <a:pt x="7189" y="14687"/>
                  </a:cubicBezTo>
                  <a:cubicBezTo>
                    <a:pt x="7300" y="14687"/>
                    <a:pt x="7396" y="14601"/>
                    <a:pt x="7406" y="14488"/>
                  </a:cubicBezTo>
                  <a:cubicBezTo>
                    <a:pt x="7413" y="14368"/>
                    <a:pt x="7324" y="14266"/>
                    <a:pt x="7204" y="14259"/>
                  </a:cubicBezTo>
                  <a:cubicBezTo>
                    <a:pt x="3482" y="13995"/>
                    <a:pt x="638" y="10832"/>
                    <a:pt x="772" y="7104"/>
                  </a:cubicBezTo>
                  <a:cubicBezTo>
                    <a:pt x="902" y="3379"/>
                    <a:pt x="3962" y="428"/>
                    <a:pt x="7694" y="428"/>
                  </a:cubicBezTo>
                  <a:cubicBezTo>
                    <a:pt x="11422" y="428"/>
                    <a:pt x="14486" y="3379"/>
                    <a:pt x="14616" y="7104"/>
                  </a:cubicBezTo>
                  <a:cubicBezTo>
                    <a:pt x="14746" y="10832"/>
                    <a:pt x="11902" y="13995"/>
                    <a:pt x="8180" y="14259"/>
                  </a:cubicBezTo>
                  <a:cubicBezTo>
                    <a:pt x="7899" y="14269"/>
                    <a:pt x="7909" y="14687"/>
                    <a:pt x="8187" y="14687"/>
                  </a:cubicBezTo>
                  <a:cubicBezTo>
                    <a:pt x="8191" y="14687"/>
                    <a:pt x="8194" y="14687"/>
                    <a:pt x="8198" y="14687"/>
                  </a:cubicBezTo>
                  <a:lnTo>
                    <a:pt x="8211" y="14687"/>
                  </a:lnTo>
                  <a:cubicBezTo>
                    <a:pt x="11083" y="14485"/>
                    <a:pt x="13574" y="12628"/>
                    <a:pt x="14582" y="9931"/>
                  </a:cubicBezTo>
                  <a:cubicBezTo>
                    <a:pt x="15593" y="7234"/>
                    <a:pt x="14931" y="4194"/>
                    <a:pt x="12892" y="2159"/>
                  </a:cubicBezTo>
                  <a:cubicBezTo>
                    <a:pt x="11502" y="766"/>
                    <a:pt x="9622" y="1"/>
                    <a:pt x="76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6" name="Google Shape;12806;p85"/>
          <p:cNvGrpSpPr/>
          <p:nvPr/>
        </p:nvGrpSpPr>
        <p:grpSpPr>
          <a:xfrm>
            <a:off x="6397489" y="4118522"/>
            <a:ext cx="170346" cy="385381"/>
            <a:chOff x="6397489" y="4118522"/>
            <a:chExt cx="170346" cy="385381"/>
          </a:xfrm>
        </p:grpSpPr>
        <p:sp>
          <p:nvSpPr>
            <p:cNvPr id="12807" name="Google Shape;12807;p85"/>
            <p:cNvSpPr/>
            <p:nvPr/>
          </p:nvSpPr>
          <p:spPr>
            <a:xfrm>
              <a:off x="6439951" y="4124285"/>
              <a:ext cx="74525" cy="63759"/>
            </a:xfrm>
            <a:custGeom>
              <a:rect b="b" l="l" r="r" t="t"/>
              <a:pathLst>
                <a:path extrusionOk="0" h="2434" w="2845">
                  <a:moveTo>
                    <a:pt x="1628" y="0"/>
                  </a:moveTo>
                  <a:cubicBezTo>
                    <a:pt x="542" y="0"/>
                    <a:pt x="0" y="1309"/>
                    <a:pt x="768" y="2077"/>
                  </a:cubicBezTo>
                  <a:cubicBezTo>
                    <a:pt x="999" y="2310"/>
                    <a:pt x="1310" y="2434"/>
                    <a:pt x="1627" y="2434"/>
                  </a:cubicBezTo>
                  <a:cubicBezTo>
                    <a:pt x="1784" y="2434"/>
                    <a:pt x="1943" y="2403"/>
                    <a:pt x="2094" y="2341"/>
                  </a:cubicBezTo>
                  <a:cubicBezTo>
                    <a:pt x="2547" y="2152"/>
                    <a:pt x="2845" y="1707"/>
                    <a:pt x="2845" y="1217"/>
                  </a:cubicBezTo>
                  <a:cubicBezTo>
                    <a:pt x="2845" y="545"/>
                    <a:pt x="2300" y="0"/>
                    <a:pt x="1628"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5"/>
            <p:cNvSpPr/>
            <p:nvPr/>
          </p:nvSpPr>
          <p:spPr>
            <a:xfrm>
              <a:off x="6475864" y="4124180"/>
              <a:ext cx="40497" cy="63863"/>
            </a:xfrm>
            <a:custGeom>
              <a:rect b="b" l="l" r="r" t="t"/>
              <a:pathLst>
                <a:path extrusionOk="0" h="2438" w="1546">
                  <a:moveTo>
                    <a:pt x="257" y="1"/>
                  </a:moveTo>
                  <a:lnTo>
                    <a:pt x="257" y="4"/>
                  </a:lnTo>
                  <a:cubicBezTo>
                    <a:pt x="172" y="4"/>
                    <a:pt x="82" y="11"/>
                    <a:pt x="0" y="31"/>
                  </a:cubicBezTo>
                  <a:cubicBezTo>
                    <a:pt x="559" y="151"/>
                    <a:pt x="956" y="648"/>
                    <a:pt x="956" y="1221"/>
                  </a:cubicBezTo>
                  <a:cubicBezTo>
                    <a:pt x="956" y="1793"/>
                    <a:pt x="559" y="2286"/>
                    <a:pt x="0" y="2410"/>
                  </a:cubicBezTo>
                  <a:cubicBezTo>
                    <a:pt x="87" y="2429"/>
                    <a:pt x="174" y="2438"/>
                    <a:pt x="260" y="2438"/>
                  </a:cubicBezTo>
                  <a:cubicBezTo>
                    <a:pt x="866" y="2438"/>
                    <a:pt x="1401" y="1978"/>
                    <a:pt x="1470" y="1347"/>
                  </a:cubicBezTo>
                  <a:cubicBezTo>
                    <a:pt x="1546" y="628"/>
                    <a:pt x="980" y="1"/>
                    <a:pt x="257"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5"/>
            <p:cNvSpPr/>
            <p:nvPr/>
          </p:nvSpPr>
          <p:spPr>
            <a:xfrm>
              <a:off x="6403068" y="4205856"/>
              <a:ext cx="158977" cy="292415"/>
            </a:xfrm>
            <a:custGeom>
              <a:rect b="b" l="l" r="r" t="t"/>
              <a:pathLst>
                <a:path extrusionOk="0" h="11163" w="6069">
                  <a:moveTo>
                    <a:pt x="1624" y="1"/>
                  </a:moveTo>
                  <a:cubicBezTo>
                    <a:pt x="730" y="1"/>
                    <a:pt x="3" y="727"/>
                    <a:pt x="3" y="1622"/>
                  </a:cubicBezTo>
                  <a:lnTo>
                    <a:pt x="3" y="5097"/>
                  </a:lnTo>
                  <a:cubicBezTo>
                    <a:pt x="0" y="5381"/>
                    <a:pt x="223" y="5614"/>
                    <a:pt x="507" y="5631"/>
                  </a:cubicBezTo>
                  <a:cubicBezTo>
                    <a:pt x="513" y="5631"/>
                    <a:pt x="520" y="5632"/>
                    <a:pt x="526" y="5632"/>
                  </a:cubicBezTo>
                  <a:cubicBezTo>
                    <a:pt x="812" y="5632"/>
                    <a:pt x="1049" y="5399"/>
                    <a:pt x="1049" y="5107"/>
                  </a:cubicBezTo>
                  <a:lnTo>
                    <a:pt x="1049" y="1906"/>
                  </a:lnTo>
                  <a:cubicBezTo>
                    <a:pt x="1049" y="1749"/>
                    <a:pt x="1175" y="1622"/>
                    <a:pt x="1333" y="1622"/>
                  </a:cubicBezTo>
                  <a:cubicBezTo>
                    <a:pt x="1491" y="1622"/>
                    <a:pt x="1618" y="1749"/>
                    <a:pt x="1618" y="1906"/>
                  </a:cubicBezTo>
                  <a:lnTo>
                    <a:pt x="1618" y="10627"/>
                  </a:lnTo>
                  <a:cubicBezTo>
                    <a:pt x="1614" y="10912"/>
                    <a:pt x="1837" y="11148"/>
                    <a:pt x="2118" y="11162"/>
                  </a:cubicBezTo>
                  <a:cubicBezTo>
                    <a:pt x="2124" y="11162"/>
                    <a:pt x="2130" y="11162"/>
                    <a:pt x="2137" y="11162"/>
                  </a:cubicBezTo>
                  <a:cubicBezTo>
                    <a:pt x="2426" y="11162"/>
                    <a:pt x="2659" y="10930"/>
                    <a:pt x="2659" y="10641"/>
                  </a:cubicBezTo>
                  <a:lnTo>
                    <a:pt x="2659" y="6861"/>
                  </a:lnTo>
                  <a:cubicBezTo>
                    <a:pt x="2659" y="6656"/>
                    <a:pt x="2827" y="6484"/>
                    <a:pt x="3036" y="6484"/>
                  </a:cubicBezTo>
                  <a:cubicBezTo>
                    <a:pt x="3242" y="6484"/>
                    <a:pt x="3413" y="6656"/>
                    <a:pt x="3413" y="6861"/>
                  </a:cubicBezTo>
                  <a:lnTo>
                    <a:pt x="3413" y="10641"/>
                  </a:lnTo>
                  <a:cubicBezTo>
                    <a:pt x="3413" y="10929"/>
                    <a:pt x="3646" y="11162"/>
                    <a:pt x="3934" y="11162"/>
                  </a:cubicBezTo>
                  <a:cubicBezTo>
                    <a:pt x="4222" y="11162"/>
                    <a:pt x="4455" y="10929"/>
                    <a:pt x="4455" y="10641"/>
                  </a:cubicBezTo>
                  <a:lnTo>
                    <a:pt x="4455" y="1906"/>
                  </a:lnTo>
                  <a:cubicBezTo>
                    <a:pt x="4455" y="1749"/>
                    <a:pt x="4582" y="1622"/>
                    <a:pt x="4739" y="1622"/>
                  </a:cubicBezTo>
                  <a:cubicBezTo>
                    <a:pt x="4897" y="1622"/>
                    <a:pt x="5024" y="1749"/>
                    <a:pt x="5024" y="1906"/>
                  </a:cubicBezTo>
                  <a:lnTo>
                    <a:pt x="5024" y="5107"/>
                  </a:lnTo>
                  <a:cubicBezTo>
                    <a:pt x="5024" y="5395"/>
                    <a:pt x="5257" y="5631"/>
                    <a:pt x="5545" y="5631"/>
                  </a:cubicBezTo>
                  <a:cubicBezTo>
                    <a:pt x="5832" y="5631"/>
                    <a:pt x="6069" y="5395"/>
                    <a:pt x="6069" y="5107"/>
                  </a:cubicBezTo>
                  <a:lnTo>
                    <a:pt x="6069" y="1622"/>
                  </a:lnTo>
                  <a:cubicBezTo>
                    <a:pt x="6069" y="727"/>
                    <a:pt x="5342" y="1"/>
                    <a:pt x="4445"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5"/>
            <p:cNvSpPr/>
            <p:nvPr/>
          </p:nvSpPr>
          <p:spPr>
            <a:xfrm>
              <a:off x="6452341" y="4375704"/>
              <a:ext cx="30281" cy="122540"/>
            </a:xfrm>
            <a:custGeom>
              <a:rect b="b" l="l" r="r" t="t"/>
              <a:pathLst>
                <a:path extrusionOk="0" h="4678" w="1156">
                  <a:moveTo>
                    <a:pt x="693" y="0"/>
                  </a:moveTo>
                  <a:cubicBezTo>
                    <a:pt x="453" y="0"/>
                    <a:pt x="261" y="196"/>
                    <a:pt x="261" y="432"/>
                  </a:cubicBezTo>
                  <a:lnTo>
                    <a:pt x="261" y="4157"/>
                  </a:lnTo>
                  <a:cubicBezTo>
                    <a:pt x="261" y="4342"/>
                    <a:pt x="161" y="4514"/>
                    <a:pt x="0" y="4606"/>
                  </a:cubicBezTo>
                  <a:cubicBezTo>
                    <a:pt x="84" y="4655"/>
                    <a:pt x="173" y="4677"/>
                    <a:pt x="259" y="4677"/>
                  </a:cubicBezTo>
                  <a:cubicBezTo>
                    <a:pt x="530" y="4677"/>
                    <a:pt x="778" y="4459"/>
                    <a:pt x="778" y="4157"/>
                  </a:cubicBezTo>
                  <a:lnTo>
                    <a:pt x="778" y="377"/>
                  </a:lnTo>
                  <a:cubicBezTo>
                    <a:pt x="778" y="168"/>
                    <a:pt x="946" y="0"/>
                    <a:pt x="1155" y="0"/>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5"/>
            <p:cNvSpPr/>
            <p:nvPr/>
          </p:nvSpPr>
          <p:spPr>
            <a:xfrm>
              <a:off x="6499282" y="4248318"/>
              <a:ext cx="27950" cy="249953"/>
            </a:xfrm>
            <a:custGeom>
              <a:rect b="b" l="l" r="r" t="t"/>
              <a:pathLst>
                <a:path extrusionOk="0" h="9542" w="1067">
                  <a:moveTo>
                    <a:pt x="696" y="1"/>
                  </a:moveTo>
                  <a:cubicBezTo>
                    <a:pt x="460" y="1"/>
                    <a:pt x="264" y="193"/>
                    <a:pt x="264" y="433"/>
                  </a:cubicBezTo>
                  <a:lnTo>
                    <a:pt x="264" y="9020"/>
                  </a:lnTo>
                  <a:cubicBezTo>
                    <a:pt x="264" y="9205"/>
                    <a:pt x="165" y="9380"/>
                    <a:pt x="1" y="9472"/>
                  </a:cubicBezTo>
                  <a:cubicBezTo>
                    <a:pt x="78" y="9517"/>
                    <a:pt x="164" y="9541"/>
                    <a:pt x="250" y="9541"/>
                  </a:cubicBezTo>
                  <a:cubicBezTo>
                    <a:pt x="256" y="9541"/>
                    <a:pt x="262" y="9541"/>
                    <a:pt x="268" y="9541"/>
                  </a:cubicBezTo>
                  <a:cubicBezTo>
                    <a:pt x="552" y="9534"/>
                    <a:pt x="778" y="9301"/>
                    <a:pt x="782" y="9020"/>
                  </a:cubicBezTo>
                  <a:lnTo>
                    <a:pt x="782" y="285"/>
                  </a:lnTo>
                  <a:cubicBezTo>
                    <a:pt x="782" y="128"/>
                    <a:pt x="909" y="1"/>
                    <a:pt x="1066"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5"/>
            <p:cNvSpPr/>
            <p:nvPr/>
          </p:nvSpPr>
          <p:spPr>
            <a:xfrm>
              <a:off x="6410062" y="4248318"/>
              <a:ext cx="27950" cy="105068"/>
            </a:xfrm>
            <a:custGeom>
              <a:rect b="b" l="l" r="r" t="t"/>
              <a:pathLst>
                <a:path extrusionOk="0" h="4011" w="1067">
                  <a:moveTo>
                    <a:pt x="696" y="1"/>
                  </a:moveTo>
                  <a:cubicBezTo>
                    <a:pt x="456" y="1"/>
                    <a:pt x="264" y="193"/>
                    <a:pt x="264" y="433"/>
                  </a:cubicBezTo>
                  <a:lnTo>
                    <a:pt x="264" y="3486"/>
                  </a:lnTo>
                  <a:cubicBezTo>
                    <a:pt x="264" y="3674"/>
                    <a:pt x="161" y="3846"/>
                    <a:pt x="0" y="3938"/>
                  </a:cubicBezTo>
                  <a:cubicBezTo>
                    <a:pt x="72" y="3983"/>
                    <a:pt x="155" y="4007"/>
                    <a:pt x="240" y="4010"/>
                  </a:cubicBezTo>
                  <a:cubicBezTo>
                    <a:pt x="246" y="4010"/>
                    <a:pt x="253" y="4011"/>
                    <a:pt x="259" y="4011"/>
                  </a:cubicBezTo>
                  <a:cubicBezTo>
                    <a:pt x="545" y="4011"/>
                    <a:pt x="782" y="3778"/>
                    <a:pt x="782" y="3486"/>
                  </a:cubicBezTo>
                  <a:lnTo>
                    <a:pt x="782" y="285"/>
                  </a:lnTo>
                  <a:cubicBezTo>
                    <a:pt x="782" y="128"/>
                    <a:pt x="908" y="1"/>
                    <a:pt x="1066"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5"/>
            <p:cNvSpPr/>
            <p:nvPr/>
          </p:nvSpPr>
          <p:spPr>
            <a:xfrm>
              <a:off x="6505936" y="4205856"/>
              <a:ext cx="56031" cy="147504"/>
            </a:xfrm>
            <a:custGeom>
              <a:rect b="b" l="l" r="r" t="t"/>
              <a:pathLst>
                <a:path extrusionOk="0" h="5631" w="2139">
                  <a:moveTo>
                    <a:pt x="0" y="1"/>
                  </a:moveTo>
                  <a:cubicBezTo>
                    <a:pt x="895" y="1"/>
                    <a:pt x="1621" y="727"/>
                    <a:pt x="1621" y="1622"/>
                  </a:cubicBezTo>
                  <a:lnTo>
                    <a:pt x="1621" y="5107"/>
                  </a:lnTo>
                  <a:cubicBezTo>
                    <a:pt x="1621" y="5295"/>
                    <a:pt x="1522" y="5467"/>
                    <a:pt x="1357" y="5559"/>
                  </a:cubicBezTo>
                  <a:cubicBezTo>
                    <a:pt x="1442" y="5608"/>
                    <a:pt x="1531" y="5630"/>
                    <a:pt x="1618" y="5630"/>
                  </a:cubicBezTo>
                  <a:cubicBezTo>
                    <a:pt x="1890" y="5630"/>
                    <a:pt x="2138" y="5411"/>
                    <a:pt x="2138" y="5107"/>
                  </a:cubicBezTo>
                  <a:lnTo>
                    <a:pt x="2138" y="1622"/>
                  </a:lnTo>
                  <a:cubicBezTo>
                    <a:pt x="2138" y="727"/>
                    <a:pt x="1412" y="1"/>
                    <a:pt x="518"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85"/>
            <p:cNvSpPr/>
            <p:nvPr/>
          </p:nvSpPr>
          <p:spPr>
            <a:xfrm>
              <a:off x="6486814" y="4292037"/>
              <a:ext cx="38795" cy="211603"/>
            </a:xfrm>
            <a:custGeom>
              <a:rect b="b" l="l" r="r" t="t"/>
              <a:pathLst>
                <a:path extrusionOk="0" h="8078" w="1481">
                  <a:moveTo>
                    <a:pt x="1264" y="1"/>
                  </a:moveTo>
                  <a:cubicBezTo>
                    <a:pt x="1262" y="1"/>
                    <a:pt x="1260" y="1"/>
                    <a:pt x="1258" y="1"/>
                  </a:cubicBezTo>
                  <a:cubicBezTo>
                    <a:pt x="1141" y="1"/>
                    <a:pt x="1045" y="93"/>
                    <a:pt x="1045" y="213"/>
                  </a:cubicBezTo>
                  <a:lnTo>
                    <a:pt x="1045" y="7334"/>
                  </a:lnTo>
                  <a:cubicBezTo>
                    <a:pt x="1045" y="7502"/>
                    <a:pt x="915" y="7642"/>
                    <a:pt x="751" y="7653"/>
                  </a:cubicBezTo>
                  <a:cubicBezTo>
                    <a:pt x="749" y="7653"/>
                    <a:pt x="746" y="7653"/>
                    <a:pt x="744" y="7653"/>
                  </a:cubicBezTo>
                  <a:cubicBezTo>
                    <a:pt x="572" y="7653"/>
                    <a:pt x="432" y="7517"/>
                    <a:pt x="432" y="7348"/>
                  </a:cubicBezTo>
                  <a:lnTo>
                    <a:pt x="432" y="5963"/>
                  </a:lnTo>
                  <a:cubicBezTo>
                    <a:pt x="432" y="5819"/>
                    <a:pt x="324" y="5747"/>
                    <a:pt x="216" y="5747"/>
                  </a:cubicBezTo>
                  <a:cubicBezTo>
                    <a:pt x="108" y="5747"/>
                    <a:pt x="0" y="5819"/>
                    <a:pt x="0" y="5963"/>
                  </a:cubicBezTo>
                  <a:lnTo>
                    <a:pt x="0" y="7348"/>
                  </a:lnTo>
                  <a:cubicBezTo>
                    <a:pt x="4" y="7753"/>
                    <a:pt x="333" y="8078"/>
                    <a:pt x="737" y="8078"/>
                  </a:cubicBezTo>
                  <a:cubicBezTo>
                    <a:pt x="740" y="8078"/>
                    <a:pt x="742" y="8078"/>
                    <a:pt x="744" y="8078"/>
                  </a:cubicBezTo>
                  <a:cubicBezTo>
                    <a:pt x="1152" y="8074"/>
                    <a:pt x="1481" y="7742"/>
                    <a:pt x="1474" y="7334"/>
                  </a:cubicBezTo>
                  <a:lnTo>
                    <a:pt x="1474" y="217"/>
                  </a:lnTo>
                  <a:cubicBezTo>
                    <a:pt x="1477" y="99"/>
                    <a:pt x="1381"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85"/>
            <p:cNvSpPr/>
            <p:nvPr/>
          </p:nvSpPr>
          <p:spPr>
            <a:xfrm>
              <a:off x="6445059" y="4118522"/>
              <a:ext cx="78035" cy="75153"/>
            </a:xfrm>
            <a:custGeom>
              <a:rect b="b" l="l" r="r" t="t"/>
              <a:pathLst>
                <a:path extrusionOk="0" h="2869" w="2979">
                  <a:moveTo>
                    <a:pt x="1433" y="432"/>
                  </a:moveTo>
                  <a:cubicBezTo>
                    <a:pt x="2324" y="432"/>
                    <a:pt x="2773" y="1512"/>
                    <a:pt x="2143" y="2142"/>
                  </a:cubicBezTo>
                  <a:cubicBezTo>
                    <a:pt x="1938" y="2347"/>
                    <a:pt x="1687" y="2438"/>
                    <a:pt x="1441" y="2438"/>
                  </a:cubicBezTo>
                  <a:cubicBezTo>
                    <a:pt x="926" y="2438"/>
                    <a:pt x="433" y="2039"/>
                    <a:pt x="433" y="1437"/>
                  </a:cubicBezTo>
                  <a:cubicBezTo>
                    <a:pt x="433" y="885"/>
                    <a:pt x="881" y="436"/>
                    <a:pt x="1433" y="436"/>
                  </a:cubicBezTo>
                  <a:lnTo>
                    <a:pt x="1433" y="432"/>
                  </a:lnTo>
                  <a:close/>
                  <a:moveTo>
                    <a:pt x="1432" y="1"/>
                  </a:moveTo>
                  <a:cubicBezTo>
                    <a:pt x="1248" y="1"/>
                    <a:pt x="1062" y="37"/>
                    <a:pt x="885" y="110"/>
                  </a:cubicBezTo>
                  <a:cubicBezTo>
                    <a:pt x="347" y="333"/>
                    <a:pt x="1" y="854"/>
                    <a:pt x="1" y="1437"/>
                  </a:cubicBezTo>
                  <a:cubicBezTo>
                    <a:pt x="1" y="2228"/>
                    <a:pt x="642" y="2869"/>
                    <a:pt x="1433" y="2869"/>
                  </a:cubicBezTo>
                  <a:cubicBezTo>
                    <a:pt x="2012" y="2869"/>
                    <a:pt x="2533" y="2519"/>
                    <a:pt x="2756" y="1985"/>
                  </a:cubicBezTo>
                  <a:cubicBezTo>
                    <a:pt x="2979" y="1447"/>
                    <a:pt x="2855" y="833"/>
                    <a:pt x="2444" y="422"/>
                  </a:cubicBezTo>
                  <a:cubicBezTo>
                    <a:pt x="2171" y="147"/>
                    <a:pt x="1805" y="1"/>
                    <a:pt x="1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85"/>
            <p:cNvSpPr/>
            <p:nvPr/>
          </p:nvSpPr>
          <p:spPr>
            <a:xfrm>
              <a:off x="6397489" y="4243026"/>
              <a:ext cx="100667" cy="260876"/>
            </a:xfrm>
            <a:custGeom>
              <a:rect b="b" l="l" r="r" t="t"/>
              <a:pathLst>
                <a:path extrusionOk="0" h="9959" w="3843">
                  <a:moveTo>
                    <a:pt x="1546" y="1"/>
                  </a:moveTo>
                  <a:cubicBezTo>
                    <a:pt x="1275" y="1"/>
                    <a:pt x="1053" y="217"/>
                    <a:pt x="1046" y="487"/>
                  </a:cubicBezTo>
                  <a:lnTo>
                    <a:pt x="1046" y="3688"/>
                  </a:lnTo>
                  <a:cubicBezTo>
                    <a:pt x="1046" y="3859"/>
                    <a:pt x="909" y="3996"/>
                    <a:pt x="737" y="3996"/>
                  </a:cubicBezTo>
                  <a:cubicBezTo>
                    <a:pt x="569" y="3996"/>
                    <a:pt x="432" y="3859"/>
                    <a:pt x="432" y="3688"/>
                  </a:cubicBezTo>
                  <a:lnTo>
                    <a:pt x="432" y="2900"/>
                  </a:lnTo>
                  <a:cubicBezTo>
                    <a:pt x="432" y="2756"/>
                    <a:pt x="324" y="2684"/>
                    <a:pt x="216" y="2684"/>
                  </a:cubicBezTo>
                  <a:cubicBezTo>
                    <a:pt x="109" y="2684"/>
                    <a:pt x="1" y="2756"/>
                    <a:pt x="1" y="2900"/>
                  </a:cubicBezTo>
                  <a:lnTo>
                    <a:pt x="1" y="3688"/>
                  </a:lnTo>
                  <a:cubicBezTo>
                    <a:pt x="1" y="4096"/>
                    <a:pt x="330" y="4428"/>
                    <a:pt x="737" y="4428"/>
                  </a:cubicBezTo>
                  <a:cubicBezTo>
                    <a:pt x="1145" y="4428"/>
                    <a:pt x="1478" y="4096"/>
                    <a:pt x="1478" y="3688"/>
                  </a:cubicBezTo>
                  <a:lnTo>
                    <a:pt x="1478" y="487"/>
                  </a:lnTo>
                  <a:cubicBezTo>
                    <a:pt x="1478" y="443"/>
                    <a:pt x="1511" y="420"/>
                    <a:pt x="1544" y="420"/>
                  </a:cubicBezTo>
                  <a:cubicBezTo>
                    <a:pt x="1578" y="420"/>
                    <a:pt x="1611" y="443"/>
                    <a:pt x="1611" y="487"/>
                  </a:cubicBezTo>
                  <a:lnTo>
                    <a:pt x="1611" y="9222"/>
                  </a:lnTo>
                  <a:cubicBezTo>
                    <a:pt x="1611" y="9627"/>
                    <a:pt x="1944" y="9959"/>
                    <a:pt x="2351" y="9959"/>
                  </a:cubicBezTo>
                  <a:cubicBezTo>
                    <a:pt x="2759" y="9959"/>
                    <a:pt x="3088" y="9627"/>
                    <a:pt x="3088" y="9222"/>
                  </a:cubicBezTo>
                  <a:lnTo>
                    <a:pt x="3088" y="5442"/>
                  </a:lnTo>
                  <a:cubicBezTo>
                    <a:pt x="3088" y="5336"/>
                    <a:pt x="3168" y="5283"/>
                    <a:pt x="3247" y="5283"/>
                  </a:cubicBezTo>
                  <a:cubicBezTo>
                    <a:pt x="3327" y="5283"/>
                    <a:pt x="3407" y="5336"/>
                    <a:pt x="3407" y="5442"/>
                  </a:cubicBezTo>
                  <a:lnTo>
                    <a:pt x="3407" y="6974"/>
                  </a:lnTo>
                  <a:lnTo>
                    <a:pt x="3410" y="6974"/>
                  </a:lnTo>
                  <a:cubicBezTo>
                    <a:pt x="3410" y="7091"/>
                    <a:pt x="3506" y="7190"/>
                    <a:pt x="3626" y="7190"/>
                  </a:cubicBezTo>
                  <a:cubicBezTo>
                    <a:pt x="3743" y="7190"/>
                    <a:pt x="3842" y="7091"/>
                    <a:pt x="3842" y="6974"/>
                  </a:cubicBezTo>
                  <a:lnTo>
                    <a:pt x="3842" y="5442"/>
                  </a:lnTo>
                  <a:cubicBezTo>
                    <a:pt x="3842" y="5117"/>
                    <a:pt x="3575" y="4850"/>
                    <a:pt x="3249" y="4850"/>
                  </a:cubicBezTo>
                  <a:cubicBezTo>
                    <a:pt x="2920" y="4850"/>
                    <a:pt x="2656" y="5117"/>
                    <a:pt x="2656" y="5442"/>
                  </a:cubicBezTo>
                  <a:lnTo>
                    <a:pt x="2656" y="9222"/>
                  </a:lnTo>
                  <a:cubicBezTo>
                    <a:pt x="2656" y="9390"/>
                    <a:pt x="2519" y="9527"/>
                    <a:pt x="2351" y="9527"/>
                  </a:cubicBezTo>
                  <a:cubicBezTo>
                    <a:pt x="2180" y="9527"/>
                    <a:pt x="2043" y="9390"/>
                    <a:pt x="2043" y="9222"/>
                  </a:cubicBezTo>
                  <a:lnTo>
                    <a:pt x="2043" y="487"/>
                  </a:lnTo>
                  <a:cubicBezTo>
                    <a:pt x="2036" y="217"/>
                    <a:pt x="1813" y="1"/>
                    <a:pt x="15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5"/>
            <p:cNvSpPr/>
            <p:nvPr/>
          </p:nvSpPr>
          <p:spPr>
            <a:xfrm>
              <a:off x="6397489" y="4200224"/>
              <a:ext cx="170346" cy="158820"/>
            </a:xfrm>
            <a:custGeom>
              <a:rect b="b" l="l" r="r" t="t"/>
              <a:pathLst>
                <a:path extrusionOk="0" h="6063" w="6503">
                  <a:moveTo>
                    <a:pt x="1837" y="0"/>
                  </a:moveTo>
                  <a:cubicBezTo>
                    <a:pt x="826" y="4"/>
                    <a:pt x="4" y="823"/>
                    <a:pt x="1" y="1837"/>
                  </a:cubicBezTo>
                  <a:lnTo>
                    <a:pt x="1" y="3670"/>
                  </a:lnTo>
                  <a:cubicBezTo>
                    <a:pt x="1" y="3787"/>
                    <a:pt x="97" y="3883"/>
                    <a:pt x="216" y="3883"/>
                  </a:cubicBezTo>
                  <a:cubicBezTo>
                    <a:pt x="336" y="3883"/>
                    <a:pt x="432" y="3787"/>
                    <a:pt x="432" y="3670"/>
                  </a:cubicBezTo>
                  <a:lnTo>
                    <a:pt x="432" y="1837"/>
                  </a:lnTo>
                  <a:cubicBezTo>
                    <a:pt x="436" y="1062"/>
                    <a:pt x="1063" y="432"/>
                    <a:pt x="1837" y="432"/>
                  </a:cubicBezTo>
                  <a:lnTo>
                    <a:pt x="4658" y="432"/>
                  </a:lnTo>
                  <a:cubicBezTo>
                    <a:pt x="5435" y="432"/>
                    <a:pt x="6063" y="1062"/>
                    <a:pt x="6063" y="1837"/>
                  </a:cubicBezTo>
                  <a:lnTo>
                    <a:pt x="6063" y="5312"/>
                  </a:lnTo>
                  <a:cubicBezTo>
                    <a:pt x="6066" y="5480"/>
                    <a:pt x="5936" y="5620"/>
                    <a:pt x="5768" y="5630"/>
                  </a:cubicBezTo>
                  <a:cubicBezTo>
                    <a:pt x="5766" y="5630"/>
                    <a:pt x="5764" y="5630"/>
                    <a:pt x="5762" y="5630"/>
                  </a:cubicBezTo>
                  <a:cubicBezTo>
                    <a:pt x="5593" y="5630"/>
                    <a:pt x="5453" y="5495"/>
                    <a:pt x="5453" y="5322"/>
                  </a:cubicBezTo>
                  <a:lnTo>
                    <a:pt x="5453" y="2121"/>
                  </a:lnTo>
                  <a:cubicBezTo>
                    <a:pt x="5453" y="1844"/>
                    <a:pt x="5226" y="1621"/>
                    <a:pt x="4952" y="1621"/>
                  </a:cubicBezTo>
                  <a:cubicBezTo>
                    <a:pt x="4675" y="1621"/>
                    <a:pt x="4452" y="1844"/>
                    <a:pt x="4452" y="2121"/>
                  </a:cubicBezTo>
                  <a:lnTo>
                    <a:pt x="4452" y="2858"/>
                  </a:lnTo>
                  <a:cubicBezTo>
                    <a:pt x="4452" y="2978"/>
                    <a:pt x="4548" y="3074"/>
                    <a:pt x="4668" y="3074"/>
                  </a:cubicBezTo>
                  <a:cubicBezTo>
                    <a:pt x="4788" y="3074"/>
                    <a:pt x="4884" y="2978"/>
                    <a:pt x="4884" y="2858"/>
                  </a:cubicBezTo>
                  <a:lnTo>
                    <a:pt x="4884" y="2121"/>
                  </a:lnTo>
                  <a:cubicBezTo>
                    <a:pt x="4884" y="2077"/>
                    <a:pt x="4918" y="2054"/>
                    <a:pt x="4952" y="2054"/>
                  </a:cubicBezTo>
                  <a:cubicBezTo>
                    <a:pt x="4987" y="2054"/>
                    <a:pt x="5021" y="2077"/>
                    <a:pt x="5021" y="2121"/>
                  </a:cubicBezTo>
                  <a:lnTo>
                    <a:pt x="5021" y="5322"/>
                  </a:lnTo>
                  <a:cubicBezTo>
                    <a:pt x="5024" y="5623"/>
                    <a:pt x="5202" y="5894"/>
                    <a:pt x="5480" y="6007"/>
                  </a:cubicBezTo>
                  <a:cubicBezTo>
                    <a:pt x="5572" y="6045"/>
                    <a:pt x="5666" y="6062"/>
                    <a:pt x="5758" y="6062"/>
                  </a:cubicBezTo>
                  <a:cubicBezTo>
                    <a:pt x="6152" y="6062"/>
                    <a:pt x="6503" y="5740"/>
                    <a:pt x="6494" y="5312"/>
                  </a:cubicBezTo>
                  <a:lnTo>
                    <a:pt x="6494" y="1837"/>
                  </a:lnTo>
                  <a:cubicBezTo>
                    <a:pt x="6494" y="823"/>
                    <a:pt x="5672" y="4"/>
                    <a:pt x="46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8" name="Google Shape;12818;p85"/>
          <p:cNvGrpSpPr/>
          <p:nvPr/>
        </p:nvGrpSpPr>
        <p:grpSpPr>
          <a:xfrm>
            <a:off x="7909569" y="3720882"/>
            <a:ext cx="398426" cy="273974"/>
            <a:chOff x="7909569" y="3720882"/>
            <a:chExt cx="398426" cy="273974"/>
          </a:xfrm>
        </p:grpSpPr>
        <p:sp>
          <p:nvSpPr>
            <p:cNvPr id="12819" name="Google Shape;12819;p85"/>
            <p:cNvSpPr/>
            <p:nvPr/>
          </p:nvSpPr>
          <p:spPr>
            <a:xfrm>
              <a:off x="7915594" y="3726513"/>
              <a:ext cx="386376" cy="232874"/>
            </a:xfrm>
            <a:custGeom>
              <a:rect b="b" l="l" r="r" t="t"/>
              <a:pathLst>
                <a:path extrusionOk="0" h="8890" w="14750">
                  <a:moveTo>
                    <a:pt x="7375" y="1"/>
                  </a:moveTo>
                  <a:cubicBezTo>
                    <a:pt x="7046" y="1"/>
                    <a:pt x="6758" y="224"/>
                    <a:pt x="6676" y="542"/>
                  </a:cubicBezTo>
                  <a:cubicBezTo>
                    <a:pt x="6594" y="861"/>
                    <a:pt x="6738" y="1197"/>
                    <a:pt x="7029" y="1354"/>
                  </a:cubicBezTo>
                  <a:lnTo>
                    <a:pt x="3626" y="5103"/>
                  </a:lnTo>
                  <a:lnTo>
                    <a:pt x="1495" y="3267"/>
                  </a:lnTo>
                  <a:cubicBezTo>
                    <a:pt x="1635" y="2817"/>
                    <a:pt x="1279" y="2428"/>
                    <a:pt x="880" y="2428"/>
                  </a:cubicBezTo>
                  <a:cubicBezTo>
                    <a:pt x="753" y="2428"/>
                    <a:pt x="622" y="2468"/>
                    <a:pt x="501" y="2557"/>
                  </a:cubicBezTo>
                  <a:cubicBezTo>
                    <a:pt x="1" y="2924"/>
                    <a:pt x="261" y="3716"/>
                    <a:pt x="881" y="3716"/>
                  </a:cubicBezTo>
                  <a:cubicBezTo>
                    <a:pt x="902" y="3716"/>
                    <a:pt x="922" y="3712"/>
                    <a:pt x="939" y="3712"/>
                  </a:cubicBezTo>
                  <a:lnTo>
                    <a:pt x="939" y="8890"/>
                  </a:lnTo>
                  <a:lnTo>
                    <a:pt x="13811" y="8890"/>
                  </a:lnTo>
                  <a:lnTo>
                    <a:pt x="13811" y="3712"/>
                  </a:lnTo>
                  <a:cubicBezTo>
                    <a:pt x="13831" y="3716"/>
                    <a:pt x="13852" y="3716"/>
                    <a:pt x="13872" y="3716"/>
                  </a:cubicBezTo>
                  <a:cubicBezTo>
                    <a:pt x="14492" y="3716"/>
                    <a:pt x="14749" y="2924"/>
                    <a:pt x="14249" y="2557"/>
                  </a:cubicBezTo>
                  <a:cubicBezTo>
                    <a:pt x="14128" y="2468"/>
                    <a:pt x="13997" y="2428"/>
                    <a:pt x="13870" y="2428"/>
                  </a:cubicBezTo>
                  <a:cubicBezTo>
                    <a:pt x="13472" y="2428"/>
                    <a:pt x="13116" y="2817"/>
                    <a:pt x="13259" y="3267"/>
                  </a:cubicBezTo>
                  <a:lnTo>
                    <a:pt x="11124" y="5103"/>
                  </a:lnTo>
                  <a:lnTo>
                    <a:pt x="7725" y="1354"/>
                  </a:lnTo>
                  <a:cubicBezTo>
                    <a:pt x="8012" y="1197"/>
                    <a:pt x="8156" y="861"/>
                    <a:pt x="8074" y="542"/>
                  </a:cubicBezTo>
                  <a:cubicBezTo>
                    <a:pt x="7992" y="224"/>
                    <a:pt x="7704" y="1"/>
                    <a:pt x="7375"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5"/>
            <p:cNvSpPr/>
            <p:nvPr/>
          </p:nvSpPr>
          <p:spPr>
            <a:xfrm>
              <a:off x="8256784" y="3790167"/>
              <a:ext cx="38978" cy="169220"/>
            </a:xfrm>
            <a:custGeom>
              <a:rect b="b" l="l" r="r" t="t"/>
              <a:pathLst>
                <a:path extrusionOk="0" h="6460" w="1488">
                  <a:moveTo>
                    <a:pt x="847" y="0"/>
                  </a:moveTo>
                  <a:cubicBezTo>
                    <a:pt x="412" y="0"/>
                    <a:pt x="100" y="422"/>
                    <a:pt x="234" y="837"/>
                  </a:cubicBezTo>
                  <a:lnTo>
                    <a:pt x="1" y="1035"/>
                  </a:lnTo>
                  <a:lnTo>
                    <a:pt x="1" y="6460"/>
                  </a:lnTo>
                  <a:lnTo>
                    <a:pt x="786" y="6460"/>
                  </a:lnTo>
                  <a:lnTo>
                    <a:pt x="786" y="1282"/>
                  </a:lnTo>
                  <a:cubicBezTo>
                    <a:pt x="806" y="1282"/>
                    <a:pt x="827" y="1286"/>
                    <a:pt x="847" y="1286"/>
                  </a:cubicBezTo>
                  <a:cubicBezTo>
                    <a:pt x="1200" y="1286"/>
                    <a:pt x="1488" y="998"/>
                    <a:pt x="1488" y="645"/>
                  </a:cubicBezTo>
                  <a:cubicBezTo>
                    <a:pt x="1488" y="288"/>
                    <a:pt x="1200" y="0"/>
                    <a:pt x="847"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5"/>
            <p:cNvSpPr/>
            <p:nvPr/>
          </p:nvSpPr>
          <p:spPr>
            <a:xfrm>
              <a:off x="8071428" y="3871215"/>
              <a:ext cx="65383" cy="56031"/>
            </a:xfrm>
            <a:custGeom>
              <a:rect b="b" l="l" r="r" t="t"/>
              <a:pathLst>
                <a:path extrusionOk="0" h="2139" w="2496">
                  <a:moveTo>
                    <a:pt x="1429" y="1"/>
                  </a:moveTo>
                  <a:cubicBezTo>
                    <a:pt x="477" y="1"/>
                    <a:pt x="0" y="1149"/>
                    <a:pt x="672" y="1824"/>
                  </a:cubicBezTo>
                  <a:cubicBezTo>
                    <a:pt x="890" y="2041"/>
                    <a:pt x="1158" y="2138"/>
                    <a:pt x="1420" y="2138"/>
                  </a:cubicBezTo>
                  <a:cubicBezTo>
                    <a:pt x="1969" y="2138"/>
                    <a:pt x="2495" y="1711"/>
                    <a:pt x="2495" y="1067"/>
                  </a:cubicBezTo>
                  <a:cubicBezTo>
                    <a:pt x="2495" y="477"/>
                    <a:pt x="2019" y="1"/>
                    <a:pt x="1429"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85"/>
            <p:cNvSpPr/>
            <p:nvPr/>
          </p:nvSpPr>
          <p:spPr>
            <a:xfrm>
              <a:off x="8098618" y="3871215"/>
              <a:ext cx="40969" cy="56005"/>
            </a:xfrm>
            <a:custGeom>
              <a:rect b="b" l="l" r="r" t="t"/>
              <a:pathLst>
                <a:path extrusionOk="0" h="2138" w="1564">
                  <a:moveTo>
                    <a:pt x="391" y="1"/>
                  </a:moveTo>
                  <a:cubicBezTo>
                    <a:pt x="258" y="1"/>
                    <a:pt x="124" y="25"/>
                    <a:pt x="1" y="76"/>
                  </a:cubicBezTo>
                  <a:cubicBezTo>
                    <a:pt x="409" y="234"/>
                    <a:pt x="679" y="628"/>
                    <a:pt x="679" y="1070"/>
                  </a:cubicBezTo>
                  <a:cubicBezTo>
                    <a:pt x="679" y="1509"/>
                    <a:pt x="409" y="1903"/>
                    <a:pt x="1" y="2064"/>
                  </a:cubicBezTo>
                  <a:cubicBezTo>
                    <a:pt x="129" y="2114"/>
                    <a:pt x="260" y="2137"/>
                    <a:pt x="389" y="2137"/>
                  </a:cubicBezTo>
                  <a:cubicBezTo>
                    <a:pt x="884" y="2137"/>
                    <a:pt x="1339" y="1788"/>
                    <a:pt x="1437" y="1265"/>
                  </a:cubicBezTo>
                  <a:cubicBezTo>
                    <a:pt x="1563" y="611"/>
                    <a:pt x="1060" y="1"/>
                    <a:pt x="39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85"/>
            <p:cNvSpPr/>
            <p:nvPr/>
          </p:nvSpPr>
          <p:spPr>
            <a:xfrm>
              <a:off x="7918187" y="3893664"/>
              <a:ext cx="39162" cy="33556"/>
            </a:xfrm>
            <a:custGeom>
              <a:rect b="b" l="l" r="r" t="t"/>
              <a:pathLst>
                <a:path extrusionOk="0" h="1281" w="1495">
                  <a:moveTo>
                    <a:pt x="854" y="1"/>
                  </a:moveTo>
                  <a:cubicBezTo>
                    <a:pt x="285" y="1"/>
                    <a:pt x="1" y="689"/>
                    <a:pt x="402" y="1090"/>
                  </a:cubicBezTo>
                  <a:cubicBezTo>
                    <a:pt x="533" y="1221"/>
                    <a:pt x="694" y="1280"/>
                    <a:pt x="852" y="1280"/>
                  </a:cubicBezTo>
                  <a:cubicBezTo>
                    <a:pt x="1180" y="1280"/>
                    <a:pt x="1495" y="1025"/>
                    <a:pt x="1495" y="638"/>
                  </a:cubicBezTo>
                  <a:cubicBezTo>
                    <a:pt x="1495" y="285"/>
                    <a:pt x="1207" y="1"/>
                    <a:pt x="85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5"/>
            <p:cNvSpPr/>
            <p:nvPr/>
          </p:nvSpPr>
          <p:spPr>
            <a:xfrm>
              <a:off x="7933825" y="3893664"/>
              <a:ext cx="25331" cy="33530"/>
            </a:xfrm>
            <a:custGeom>
              <a:rect b="b" l="l" r="r" t="t"/>
              <a:pathLst>
                <a:path extrusionOk="0" h="1280" w="967">
                  <a:moveTo>
                    <a:pt x="257" y="1"/>
                  </a:moveTo>
                  <a:cubicBezTo>
                    <a:pt x="168" y="1"/>
                    <a:pt x="79" y="18"/>
                    <a:pt x="0" y="55"/>
                  </a:cubicBezTo>
                  <a:cubicBezTo>
                    <a:pt x="504" y="282"/>
                    <a:pt x="504" y="998"/>
                    <a:pt x="0" y="1224"/>
                  </a:cubicBezTo>
                  <a:cubicBezTo>
                    <a:pt x="85" y="1261"/>
                    <a:pt x="172" y="1279"/>
                    <a:pt x="258" y="1279"/>
                  </a:cubicBezTo>
                  <a:cubicBezTo>
                    <a:pt x="548" y="1279"/>
                    <a:pt x="817" y="1078"/>
                    <a:pt x="881" y="772"/>
                  </a:cubicBezTo>
                  <a:cubicBezTo>
                    <a:pt x="967" y="374"/>
                    <a:pt x="665" y="1"/>
                    <a:pt x="257"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5"/>
            <p:cNvSpPr/>
            <p:nvPr/>
          </p:nvSpPr>
          <p:spPr>
            <a:xfrm>
              <a:off x="7996641" y="3893664"/>
              <a:ext cx="39266" cy="33556"/>
            </a:xfrm>
            <a:custGeom>
              <a:rect b="b" l="l" r="r" t="t"/>
              <a:pathLst>
                <a:path extrusionOk="0" h="1281" w="1499">
                  <a:moveTo>
                    <a:pt x="858" y="1"/>
                  </a:moveTo>
                  <a:cubicBezTo>
                    <a:pt x="289" y="1"/>
                    <a:pt x="1" y="689"/>
                    <a:pt x="405" y="1090"/>
                  </a:cubicBezTo>
                  <a:cubicBezTo>
                    <a:pt x="535" y="1221"/>
                    <a:pt x="696" y="1280"/>
                    <a:pt x="853" y="1280"/>
                  </a:cubicBezTo>
                  <a:cubicBezTo>
                    <a:pt x="1182" y="1280"/>
                    <a:pt x="1498" y="1025"/>
                    <a:pt x="1498" y="638"/>
                  </a:cubicBezTo>
                  <a:cubicBezTo>
                    <a:pt x="1498" y="285"/>
                    <a:pt x="1211" y="1"/>
                    <a:pt x="858"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5"/>
            <p:cNvSpPr/>
            <p:nvPr/>
          </p:nvSpPr>
          <p:spPr>
            <a:xfrm>
              <a:off x="8012279" y="3893664"/>
              <a:ext cx="25409" cy="33530"/>
            </a:xfrm>
            <a:custGeom>
              <a:rect b="b" l="l" r="r" t="t"/>
              <a:pathLst>
                <a:path extrusionOk="0" h="1280" w="970">
                  <a:moveTo>
                    <a:pt x="261" y="1"/>
                  </a:moveTo>
                  <a:cubicBezTo>
                    <a:pt x="172" y="1"/>
                    <a:pt x="82" y="18"/>
                    <a:pt x="0" y="55"/>
                  </a:cubicBezTo>
                  <a:cubicBezTo>
                    <a:pt x="507" y="282"/>
                    <a:pt x="507" y="998"/>
                    <a:pt x="0" y="1224"/>
                  </a:cubicBezTo>
                  <a:cubicBezTo>
                    <a:pt x="85" y="1261"/>
                    <a:pt x="174" y="1279"/>
                    <a:pt x="260" y="1279"/>
                  </a:cubicBezTo>
                  <a:cubicBezTo>
                    <a:pt x="551" y="1279"/>
                    <a:pt x="822" y="1078"/>
                    <a:pt x="888" y="772"/>
                  </a:cubicBezTo>
                  <a:cubicBezTo>
                    <a:pt x="970" y="374"/>
                    <a:pt x="668" y="1"/>
                    <a:pt x="26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85"/>
            <p:cNvSpPr/>
            <p:nvPr/>
          </p:nvSpPr>
          <p:spPr>
            <a:xfrm>
              <a:off x="8254636" y="3893664"/>
              <a:ext cx="39162" cy="33556"/>
            </a:xfrm>
            <a:custGeom>
              <a:rect b="b" l="l" r="r" t="t"/>
              <a:pathLst>
                <a:path extrusionOk="0" h="1281" w="1495">
                  <a:moveTo>
                    <a:pt x="857" y="1"/>
                  </a:moveTo>
                  <a:cubicBezTo>
                    <a:pt x="285" y="1"/>
                    <a:pt x="1" y="689"/>
                    <a:pt x="405" y="1090"/>
                  </a:cubicBezTo>
                  <a:cubicBezTo>
                    <a:pt x="535" y="1221"/>
                    <a:pt x="695" y="1280"/>
                    <a:pt x="852" y="1280"/>
                  </a:cubicBezTo>
                  <a:cubicBezTo>
                    <a:pt x="1180" y="1280"/>
                    <a:pt x="1495" y="1025"/>
                    <a:pt x="1495" y="638"/>
                  </a:cubicBezTo>
                  <a:cubicBezTo>
                    <a:pt x="1495" y="285"/>
                    <a:pt x="1210" y="1"/>
                    <a:pt x="857"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85"/>
            <p:cNvSpPr/>
            <p:nvPr/>
          </p:nvSpPr>
          <p:spPr>
            <a:xfrm>
              <a:off x="8270248" y="3893664"/>
              <a:ext cx="25435" cy="33530"/>
            </a:xfrm>
            <a:custGeom>
              <a:rect b="b" l="l" r="r" t="t"/>
              <a:pathLst>
                <a:path extrusionOk="0" h="1280" w="971">
                  <a:moveTo>
                    <a:pt x="261" y="1"/>
                  </a:moveTo>
                  <a:cubicBezTo>
                    <a:pt x="172" y="1"/>
                    <a:pt x="83" y="18"/>
                    <a:pt x="1" y="55"/>
                  </a:cubicBezTo>
                  <a:cubicBezTo>
                    <a:pt x="508" y="282"/>
                    <a:pt x="508" y="998"/>
                    <a:pt x="1" y="1224"/>
                  </a:cubicBezTo>
                  <a:cubicBezTo>
                    <a:pt x="86" y="1261"/>
                    <a:pt x="174" y="1279"/>
                    <a:pt x="260" y="1279"/>
                  </a:cubicBezTo>
                  <a:cubicBezTo>
                    <a:pt x="552" y="1279"/>
                    <a:pt x="822" y="1078"/>
                    <a:pt x="888" y="772"/>
                  </a:cubicBezTo>
                  <a:cubicBezTo>
                    <a:pt x="971" y="374"/>
                    <a:pt x="669" y="1"/>
                    <a:pt x="26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85"/>
            <p:cNvSpPr/>
            <p:nvPr/>
          </p:nvSpPr>
          <p:spPr>
            <a:xfrm>
              <a:off x="8176182" y="3893664"/>
              <a:ext cx="39162" cy="33556"/>
            </a:xfrm>
            <a:custGeom>
              <a:rect b="b" l="l" r="r" t="t"/>
              <a:pathLst>
                <a:path extrusionOk="0" h="1281" w="1495">
                  <a:moveTo>
                    <a:pt x="854" y="1"/>
                  </a:moveTo>
                  <a:cubicBezTo>
                    <a:pt x="285" y="1"/>
                    <a:pt x="1" y="689"/>
                    <a:pt x="401" y="1090"/>
                  </a:cubicBezTo>
                  <a:cubicBezTo>
                    <a:pt x="533" y="1221"/>
                    <a:pt x="693" y="1280"/>
                    <a:pt x="851" y="1280"/>
                  </a:cubicBezTo>
                  <a:cubicBezTo>
                    <a:pt x="1180" y="1280"/>
                    <a:pt x="1495" y="1025"/>
                    <a:pt x="1495" y="638"/>
                  </a:cubicBezTo>
                  <a:cubicBezTo>
                    <a:pt x="1495" y="285"/>
                    <a:pt x="1207" y="1"/>
                    <a:pt x="85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5"/>
            <p:cNvSpPr/>
            <p:nvPr/>
          </p:nvSpPr>
          <p:spPr>
            <a:xfrm>
              <a:off x="7925391" y="3959361"/>
              <a:ext cx="366782" cy="29758"/>
            </a:xfrm>
            <a:custGeom>
              <a:rect b="b" l="l" r="r" t="t"/>
              <a:pathLst>
                <a:path extrusionOk="0" h="1136" w="14002">
                  <a:moveTo>
                    <a:pt x="565" y="1"/>
                  </a:moveTo>
                  <a:cubicBezTo>
                    <a:pt x="254" y="1"/>
                    <a:pt x="0" y="255"/>
                    <a:pt x="0" y="566"/>
                  </a:cubicBezTo>
                  <a:cubicBezTo>
                    <a:pt x="0" y="878"/>
                    <a:pt x="254" y="1135"/>
                    <a:pt x="565" y="1135"/>
                  </a:cubicBezTo>
                  <a:lnTo>
                    <a:pt x="13437" y="1135"/>
                  </a:lnTo>
                  <a:cubicBezTo>
                    <a:pt x="13748" y="1135"/>
                    <a:pt x="14002" y="878"/>
                    <a:pt x="14002" y="566"/>
                  </a:cubicBezTo>
                  <a:cubicBezTo>
                    <a:pt x="14002" y="255"/>
                    <a:pt x="13748" y="1"/>
                    <a:pt x="1343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5"/>
            <p:cNvSpPr/>
            <p:nvPr/>
          </p:nvSpPr>
          <p:spPr>
            <a:xfrm>
              <a:off x="8256967" y="3959361"/>
              <a:ext cx="35206" cy="29758"/>
            </a:xfrm>
            <a:custGeom>
              <a:rect b="b" l="l" r="r" t="t"/>
              <a:pathLst>
                <a:path extrusionOk="0" h="1136" w="1344">
                  <a:moveTo>
                    <a:pt x="1" y="1"/>
                  </a:moveTo>
                  <a:cubicBezTo>
                    <a:pt x="312" y="1"/>
                    <a:pt x="566" y="255"/>
                    <a:pt x="566" y="566"/>
                  </a:cubicBezTo>
                  <a:cubicBezTo>
                    <a:pt x="566" y="878"/>
                    <a:pt x="312" y="1135"/>
                    <a:pt x="1" y="1135"/>
                  </a:cubicBezTo>
                  <a:lnTo>
                    <a:pt x="779" y="1135"/>
                  </a:lnTo>
                  <a:cubicBezTo>
                    <a:pt x="1090" y="1135"/>
                    <a:pt x="1344" y="878"/>
                    <a:pt x="1344" y="566"/>
                  </a:cubicBezTo>
                  <a:cubicBezTo>
                    <a:pt x="1344" y="255"/>
                    <a:pt x="1090" y="1"/>
                    <a:pt x="779"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5"/>
            <p:cNvSpPr/>
            <p:nvPr/>
          </p:nvSpPr>
          <p:spPr>
            <a:xfrm>
              <a:off x="8191794" y="3893664"/>
              <a:ext cx="25435" cy="33530"/>
            </a:xfrm>
            <a:custGeom>
              <a:rect b="b" l="l" r="r" t="t"/>
              <a:pathLst>
                <a:path extrusionOk="0" h="1280" w="971">
                  <a:moveTo>
                    <a:pt x="258" y="1"/>
                  </a:moveTo>
                  <a:cubicBezTo>
                    <a:pt x="169" y="1"/>
                    <a:pt x="80" y="18"/>
                    <a:pt x="1" y="55"/>
                  </a:cubicBezTo>
                  <a:cubicBezTo>
                    <a:pt x="505" y="282"/>
                    <a:pt x="505" y="998"/>
                    <a:pt x="1" y="1224"/>
                  </a:cubicBezTo>
                  <a:cubicBezTo>
                    <a:pt x="85" y="1261"/>
                    <a:pt x="173" y="1279"/>
                    <a:pt x="259" y="1279"/>
                  </a:cubicBezTo>
                  <a:cubicBezTo>
                    <a:pt x="549" y="1279"/>
                    <a:pt x="819" y="1078"/>
                    <a:pt x="885" y="772"/>
                  </a:cubicBezTo>
                  <a:cubicBezTo>
                    <a:pt x="971" y="374"/>
                    <a:pt x="666" y="1"/>
                    <a:pt x="258"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5"/>
            <p:cNvSpPr/>
            <p:nvPr/>
          </p:nvSpPr>
          <p:spPr>
            <a:xfrm>
              <a:off x="7909569" y="3784457"/>
              <a:ext cx="311354" cy="210215"/>
            </a:xfrm>
            <a:custGeom>
              <a:rect b="b" l="l" r="r" t="t"/>
              <a:pathLst>
                <a:path extrusionOk="0" h="8025" w="11886">
                  <a:moveTo>
                    <a:pt x="1188" y="4387"/>
                  </a:moveTo>
                  <a:cubicBezTo>
                    <a:pt x="1292" y="4387"/>
                    <a:pt x="1398" y="4426"/>
                    <a:pt x="1485" y="4512"/>
                  </a:cubicBezTo>
                  <a:cubicBezTo>
                    <a:pt x="1749" y="4780"/>
                    <a:pt x="1560" y="5235"/>
                    <a:pt x="1183" y="5235"/>
                  </a:cubicBezTo>
                  <a:cubicBezTo>
                    <a:pt x="950" y="5235"/>
                    <a:pt x="758" y="5043"/>
                    <a:pt x="762" y="4807"/>
                  </a:cubicBezTo>
                  <a:lnTo>
                    <a:pt x="762" y="4807"/>
                  </a:lnTo>
                  <a:lnTo>
                    <a:pt x="762" y="4814"/>
                  </a:lnTo>
                  <a:cubicBezTo>
                    <a:pt x="762" y="4557"/>
                    <a:pt x="970" y="4387"/>
                    <a:pt x="1188" y="4387"/>
                  </a:cubicBezTo>
                  <a:close/>
                  <a:moveTo>
                    <a:pt x="1105" y="1"/>
                  </a:moveTo>
                  <a:cubicBezTo>
                    <a:pt x="917" y="1"/>
                    <a:pt x="726" y="63"/>
                    <a:pt x="560" y="201"/>
                  </a:cubicBezTo>
                  <a:cubicBezTo>
                    <a:pt x="1" y="667"/>
                    <a:pt x="237" y="1572"/>
                    <a:pt x="954" y="1706"/>
                  </a:cubicBezTo>
                  <a:lnTo>
                    <a:pt x="954" y="3985"/>
                  </a:lnTo>
                  <a:cubicBezTo>
                    <a:pt x="583" y="4091"/>
                    <a:pt x="330" y="4427"/>
                    <a:pt x="330" y="4807"/>
                  </a:cubicBezTo>
                  <a:cubicBezTo>
                    <a:pt x="330" y="5191"/>
                    <a:pt x="583" y="5527"/>
                    <a:pt x="954" y="5633"/>
                  </a:cubicBezTo>
                  <a:lnTo>
                    <a:pt x="954" y="6493"/>
                  </a:lnTo>
                  <a:cubicBezTo>
                    <a:pt x="577" y="6599"/>
                    <a:pt x="340" y="6966"/>
                    <a:pt x="392" y="7353"/>
                  </a:cubicBezTo>
                  <a:cubicBezTo>
                    <a:pt x="446" y="7737"/>
                    <a:pt x="775" y="8025"/>
                    <a:pt x="1166" y="8025"/>
                  </a:cubicBezTo>
                  <a:lnTo>
                    <a:pt x="2879" y="8025"/>
                  </a:lnTo>
                  <a:cubicBezTo>
                    <a:pt x="2999" y="8025"/>
                    <a:pt x="3095" y="7929"/>
                    <a:pt x="3095" y="7809"/>
                  </a:cubicBezTo>
                  <a:cubicBezTo>
                    <a:pt x="3095" y="7692"/>
                    <a:pt x="2999" y="7593"/>
                    <a:pt x="2879" y="7593"/>
                  </a:cubicBezTo>
                  <a:lnTo>
                    <a:pt x="2883" y="7596"/>
                  </a:lnTo>
                  <a:lnTo>
                    <a:pt x="1169" y="7596"/>
                  </a:lnTo>
                  <a:cubicBezTo>
                    <a:pt x="981" y="7590"/>
                    <a:pt x="830" y="7435"/>
                    <a:pt x="830" y="7247"/>
                  </a:cubicBezTo>
                  <a:cubicBezTo>
                    <a:pt x="830" y="7058"/>
                    <a:pt x="981" y="6904"/>
                    <a:pt x="1169" y="6897"/>
                  </a:cubicBezTo>
                  <a:lnTo>
                    <a:pt x="11669" y="6897"/>
                  </a:lnTo>
                  <a:cubicBezTo>
                    <a:pt x="11789" y="6897"/>
                    <a:pt x="11885" y="6798"/>
                    <a:pt x="11885" y="6681"/>
                  </a:cubicBezTo>
                  <a:cubicBezTo>
                    <a:pt x="11885" y="6561"/>
                    <a:pt x="11789" y="6466"/>
                    <a:pt x="11669" y="6466"/>
                  </a:cubicBezTo>
                  <a:lnTo>
                    <a:pt x="1385" y="6466"/>
                  </a:lnTo>
                  <a:lnTo>
                    <a:pt x="1385" y="5643"/>
                  </a:lnTo>
                  <a:cubicBezTo>
                    <a:pt x="1769" y="5547"/>
                    <a:pt x="2036" y="5204"/>
                    <a:pt x="2036" y="4810"/>
                  </a:cubicBezTo>
                  <a:cubicBezTo>
                    <a:pt x="2036" y="4416"/>
                    <a:pt x="1769" y="4074"/>
                    <a:pt x="1385" y="3981"/>
                  </a:cubicBezTo>
                  <a:lnTo>
                    <a:pt x="1385" y="1504"/>
                  </a:lnTo>
                  <a:cubicBezTo>
                    <a:pt x="1385" y="1385"/>
                    <a:pt x="1289" y="1290"/>
                    <a:pt x="1172" y="1290"/>
                  </a:cubicBezTo>
                  <a:cubicBezTo>
                    <a:pt x="1165" y="1290"/>
                    <a:pt x="1157" y="1290"/>
                    <a:pt x="1149" y="1291"/>
                  </a:cubicBezTo>
                  <a:lnTo>
                    <a:pt x="1111" y="1291"/>
                  </a:lnTo>
                  <a:cubicBezTo>
                    <a:pt x="697" y="1291"/>
                    <a:pt x="522" y="760"/>
                    <a:pt x="854" y="517"/>
                  </a:cubicBezTo>
                  <a:cubicBezTo>
                    <a:pt x="935" y="457"/>
                    <a:pt x="1023" y="431"/>
                    <a:pt x="1108" y="431"/>
                  </a:cubicBezTo>
                  <a:cubicBezTo>
                    <a:pt x="1375" y="431"/>
                    <a:pt x="1613" y="690"/>
                    <a:pt x="1519" y="990"/>
                  </a:cubicBezTo>
                  <a:cubicBezTo>
                    <a:pt x="1492" y="1072"/>
                    <a:pt x="1516" y="1161"/>
                    <a:pt x="1584" y="1219"/>
                  </a:cubicBezTo>
                  <a:lnTo>
                    <a:pt x="3716" y="3052"/>
                  </a:lnTo>
                  <a:cubicBezTo>
                    <a:pt x="3756" y="3089"/>
                    <a:pt x="3807" y="3106"/>
                    <a:pt x="3857" y="3106"/>
                  </a:cubicBezTo>
                  <a:cubicBezTo>
                    <a:pt x="3916" y="3106"/>
                    <a:pt x="3974" y="3082"/>
                    <a:pt x="4017" y="3035"/>
                  </a:cubicBezTo>
                  <a:lnTo>
                    <a:pt x="5357" y="1558"/>
                  </a:lnTo>
                  <a:cubicBezTo>
                    <a:pt x="5502" y="1398"/>
                    <a:pt x="5356" y="1193"/>
                    <a:pt x="5192" y="1193"/>
                  </a:cubicBezTo>
                  <a:cubicBezTo>
                    <a:pt x="5138" y="1193"/>
                    <a:pt x="5083" y="1215"/>
                    <a:pt x="5035" y="1267"/>
                  </a:cubicBezTo>
                  <a:lnTo>
                    <a:pt x="3836" y="2590"/>
                  </a:lnTo>
                  <a:lnTo>
                    <a:pt x="1961" y="976"/>
                  </a:lnTo>
                  <a:cubicBezTo>
                    <a:pt x="1964" y="938"/>
                    <a:pt x="1968" y="900"/>
                    <a:pt x="1968" y="859"/>
                  </a:cubicBezTo>
                  <a:cubicBezTo>
                    <a:pt x="1968" y="349"/>
                    <a:pt x="1548" y="1"/>
                    <a:pt x="11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85"/>
            <p:cNvSpPr/>
            <p:nvPr/>
          </p:nvSpPr>
          <p:spPr>
            <a:xfrm>
              <a:off x="8063805" y="3865426"/>
              <a:ext cx="78664" cy="67400"/>
            </a:xfrm>
            <a:custGeom>
              <a:rect b="b" l="l" r="r" t="t"/>
              <a:pathLst>
                <a:path extrusionOk="0" h="2573" w="3003">
                  <a:moveTo>
                    <a:pt x="1724" y="436"/>
                  </a:moveTo>
                  <a:cubicBezTo>
                    <a:pt x="1934" y="436"/>
                    <a:pt x="2147" y="514"/>
                    <a:pt x="2320" y="688"/>
                  </a:cubicBezTo>
                  <a:cubicBezTo>
                    <a:pt x="2858" y="1223"/>
                    <a:pt x="2478" y="2141"/>
                    <a:pt x="1720" y="2141"/>
                  </a:cubicBezTo>
                  <a:cubicBezTo>
                    <a:pt x="1248" y="2141"/>
                    <a:pt x="867" y="1761"/>
                    <a:pt x="867" y="1288"/>
                  </a:cubicBezTo>
                  <a:cubicBezTo>
                    <a:pt x="867" y="776"/>
                    <a:pt x="1287" y="436"/>
                    <a:pt x="1724" y="436"/>
                  </a:cubicBezTo>
                  <a:close/>
                  <a:moveTo>
                    <a:pt x="1708" y="1"/>
                  </a:moveTo>
                  <a:cubicBezTo>
                    <a:pt x="1392" y="1"/>
                    <a:pt x="1070" y="118"/>
                    <a:pt x="809" y="380"/>
                  </a:cubicBezTo>
                  <a:cubicBezTo>
                    <a:pt x="0" y="1188"/>
                    <a:pt x="572" y="2573"/>
                    <a:pt x="1717" y="2573"/>
                  </a:cubicBezTo>
                  <a:cubicBezTo>
                    <a:pt x="2426" y="2573"/>
                    <a:pt x="3002" y="1997"/>
                    <a:pt x="3002" y="1288"/>
                  </a:cubicBezTo>
                  <a:cubicBezTo>
                    <a:pt x="3002" y="513"/>
                    <a:pt x="2368" y="1"/>
                    <a:pt x="1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5"/>
            <p:cNvSpPr/>
            <p:nvPr/>
          </p:nvSpPr>
          <p:spPr>
            <a:xfrm>
              <a:off x="7996641" y="3887927"/>
              <a:ext cx="52547" cy="44977"/>
            </a:xfrm>
            <a:custGeom>
              <a:rect b="b" l="l" r="r" t="t"/>
              <a:pathLst>
                <a:path extrusionOk="0" h="1717" w="2006">
                  <a:moveTo>
                    <a:pt x="858" y="435"/>
                  </a:moveTo>
                  <a:cubicBezTo>
                    <a:pt x="1091" y="435"/>
                    <a:pt x="1279" y="624"/>
                    <a:pt x="1283" y="857"/>
                  </a:cubicBezTo>
                  <a:lnTo>
                    <a:pt x="1279" y="857"/>
                  </a:lnTo>
                  <a:cubicBezTo>
                    <a:pt x="1279" y="1113"/>
                    <a:pt x="1070" y="1282"/>
                    <a:pt x="852" y="1282"/>
                  </a:cubicBezTo>
                  <a:cubicBezTo>
                    <a:pt x="749" y="1282"/>
                    <a:pt x="644" y="1243"/>
                    <a:pt x="559" y="1159"/>
                  </a:cubicBezTo>
                  <a:cubicBezTo>
                    <a:pt x="292" y="891"/>
                    <a:pt x="481" y="435"/>
                    <a:pt x="858" y="435"/>
                  </a:cubicBezTo>
                  <a:close/>
                  <a:moveTo>
                    <a:pt x="858" y="0"/>
                  </a:moveTo>
                  <a:cubicBezTo>
                    <a:pt x="385" y="0"/>
                    <a:pt x="1" y="384"/>
                    <a:pt x="1" y="857"/>
                  </a:cubicBezTo>
                  <a:cubicBezTo>
                    <a:pt x="1" y="1374"/>
                    <a:pt x="425" y="1717"/>
                    <a:pt x="865" y="1717"/>
                  </a:cubicBezTo>
                  <a:cubicBezTo>
                    <a:pt x="1076" y="1717"/>
                    <a:pt x="1290" y="1639"/>
                    <a:pt x="1464" y="1464"/>
                  </a:cubicBezTo>
                  <a:cubicBezTo>
                    <a:pt x="2006" y="926"/>
                    <a:pt x="1622"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5"/>
            <p:cNvSpPr/>
            <p:nvPr/>
          </p:nvSpPr>
          <p:spPr>
            <a:xfrm>
              <a:off x="8000151" y="3720882"/>
              <a:ext cx="307844" cy="273974"/>
            </a:xfrm>
            <a:custGeom>
              <a:rect b="b" l="l" r="r" t="t"/>
              <a:pathLst>
                <a:path extrusionOk="0" h="10459" w="11752">
                  <a:moveTo>
                    <a:pt x="10568" y="6810"/>
                  </a:moveTo>
                  <a:cubicBezTo>
                    <a:pt x="10785" y="6810"/>
                    <a:pt x="10994" y="6979"/>
                    <a:pt x="10994" y="7234"/>
                  </a:cubicBezTo>
                  <a:cubicBezTo>
                    <a:pt x="10994" y="7467"/>
                    <a:pt x="10805" y="7659"/>
                    <a:pt x="10572" y="7659"/>
                  </a:cubicBezTo>
                  <a:cubicBezTo>
                    <a:pt x="10192" y="7659"/>
                    <a:pt x="10003" y="7203"/>
                    <a:pt x="10271" y="6936"/>
                  </a:cubicBezTo>
                  <a:cubicBezTo>
                    <a:pt x="10357" y="6849"/>
                    <a:pt x="10464" y="6810"/>
                    <a:pt x="10568" y="6810"/>
                  </a:cubicBezTo>
                  <a:close/>
                  <a:moveTo>
                    <a:pt x="4147" y="0"/>
                  </a:moveTo>
                  <a:cubicBezTo>
                    <a:pt x="3314" y="0"/>
                    <a:pt x="2893" y="1007"/>
                    <a:pt x="3482" y="1597"/>
                  </a:cubicBezTo>
                  <a:lnTo>
                    <a:pt x="2163" y="3053"/>
                  </a:lnTo>
                  <a:cubicBezTo>
                    <a:pt x="2016" y="3216"/>
                    <a:pt x="2162" y="3419"/>
                    <a:pt x="2325" y="3419"/>
                  </a:cubicBezTo>
                  <a:cubicBezTo>
                    <a:pt x="2379" y="3419"/>
                    <a:pt x="2434" y="3397"/>
                    <a:pt x="2482" y="3345"/>
                  </a:cubicBezTo>
                  <a:lnTo>
                    <a:pt x="3959" y="1717"/>
                  </a:lnTo>
                  <a:cubicBezTo>
                    <a:pt x="4054" y="1614"/>
                    <a:pt x="4027" y="1450"/>
                    <a:pt x="3904" y="1384"/>
                  </a:cubicBezTo>
                  <a:cubicBezTo>
                    <a:pt x="3445" y="1131"/>
                    <a:pt x="3626" y="435"/>
                    <a:pt x="4147" y="435"/>
                  </a:cubicBezTo>
                  <a:cubicBezTo>
                    <a:pt x="4671" y="435"/>
                    <a:pt x="4849" y="1131"/>
                    <a:pt x="4394" y="1384"/>
                  </a:cubicBezTo>
                  <a:cubicBezTo>
                    <a:pt x="4267" y="1450"/>
                    <a:pt x="4240" y="1614"/>
                    <a:pt x="4335" y="1717"/>
                  </a:cubicBezTo>
                  <a:lnTo>
                    <a:pt x="7738" y="5466"/>
                  </a:lnTo>
                  <a:cubicBezTo>
                    <a:pt x="7779" y="5512"/>
                    <a:pt x="7836" y="5535"/>
                    <a:pt x="7894" y="5535"/>
                  </a:cubicBezTo>
                  <a:cubicBezTo>
                    <a:pt x="7944" y="5535"/>
                    <a:pt x="7995" y="5518"/>
                    <a:pt x="8036" y="5483"/>
                  </a:cubicBezTo>
                  <a:lnTo>
                    <a:pt x="10171" y="3650"/>
                  </a:lnTo>
                  <a:cubicBezTo>
                    <a:pt x="10236" y="3591"/>
                    <a:pt x="10260" y="3502"/>
                    <a:pt x="10236" y="3420"/>
                  </a:cubicBezTo>
                  <a:cubicBezTo>
                    <a:pt x="10140" y="3118"/>
                    <a:pt x="10378" y="2859"/>
                    <a:pt x="10645" y="2859"/>
                  </a:cubicBezTo>
                  <a:cubicBezTo>
                    <a:pt x="10730" y="2859"/>
                    <a:pt x="10817" y="2885"/>
                    <a:pt x="10898" y="2944"/>
                  </a:cubicBezTo>
                  <a:cubicBezTo>
                    <a:pt x="11230" y="3190"/>
                    <a:pt x="11055" y="3718"/>
                    <a:pt x="10641" y="3718"/>
                  </a:cubicBezTo>
                  <a:lnTo>
                    <a:pt x="10603" y="3718"/>
                  </a:lnTo>
                  <a:cubicBezTo>
                    <a:pt x="10595" y="3717"/>
                    <a:pt x="10588" y="3717"/>
                    <a:pt x="10580" y="3717"/>
                  </a:cubicBezTo>
                  <a:cubicBezTo>
                    <a:pt x="10463" y="3717"/>
                    <a:pt x="10367" y="3815"/>
                    <a:pt x="10367" y="3934"/>
                  </a:cubicBezTo>
                  <a:lnTo>
                    <a:pt x="10367" y="6408"/>
                  </a:lnTo>
                  <a:cubicBezTo>
                    <a:pt x="9986" y="6504"/>
                    <a:pt x="9719" y="6847"/>
                    <a:pt x="9719" y="7241"/>
                  </a:cubicBezTo>
                  <a:cubicBezTo>
                    <a:pt x="9719" y="7631"/>
                    <a:pt x="9986" y="7974"/>
                    <a:pt x="10367" y="8070"/>
                  </a:cubicBezTo>
                  <a:lnTo>
                    <a:pt x="10367" y="8893"/>
                  </a:lnTo>
                  <a:lnTo>
                    <a:pt x="9078" y="8893"/>
                  </a:lnTo>
                  <a:cubicBezTo>
                    <a:pt x="8790" y="8893"/>
                    <a:pt x="8790" y="9324"/>
                    <a:pt x="9078" y="9324"/>
                  </a:cubicBezTo>
                  <a:lnTo>
                    <a:pt x="10583" y="9324"/>
                  </a:lnTo>
                  <a:cubicBezTo>
                    <a:pt x="10771" y="9331"/>
                    <a:pt x="10922" y="9485"/>
                    <a:pt x="10922" y="9674"/>
                  </a:cubicBezTo>
                  <a:cubicBezTo>
                    <a:pt x="10922" y="9866"/>
                    <a:pt x="10771" y="10020"/>
                    <a:pt x="10583" y="10027"/>
                  </a:cubicBezTo>
                  <a:lnTo>
                    <a:pt x="288" y="10027"/>
                  </a:lnTo>
                  <a:cubicBezTo>
                    <a:pt x="1" y="10027"/>
                    <a:pt x="1" y="10459"/>
                    <a:pt x="288" y="10459"/>
                  </a:cubicBezTo>
                  <a:lnTo>
                    <a:pt x="10583" y="10459"/>
                  </a:lnTo>
                  <a:cubicBezTo>
                    <a:pt x="10973" y="10455"/>
                    <a:pt x="11302" y="10171"/>
                    <a:pt x="11357" y="9783"/>
                  </a:cubicBezTo>
                  <a:cubicBezTo>
                    <a:pt x="11408" y="9396"/>
                    <a:pt x="11172" y="9030"/>
                    <a:pt x="10798" y="8923"/>
                  </a:cubicBezTo>
                  <a:lnTo>
                    <a:pt x="10798" y="8063"/>
                  </a:lnTo>
                  <a:cubicBezTo>
                    <a:pt x="11168" y="7960"/>
                    <a:pt x="11429" y="7621"/>
                    <a:pt x="11429" y="7234"/>
                  </a:cubicBezTo>
                  <a:cubicBezTo>
                    <a:pt x="11426" y="6850"/>
                    <a:pt x="11168" y="6514"/>
                    <a:pt x="10798" y="6412"/>
                  </a:cubicBezTo>
                  <a:lnTo>
                    <a:pt x="10798" y="4133"/>
                  </a:lnTo>
                  <a:cubicBezTo>
                    <a:pt x="11515" y="4002"/>
                    <a:pt x="11751" y="3094"/>
                    <a:pt x="11192" y="2628"/>
                  </a:cubicBezTo>
                  <a:cubicBezTo>
                    <a:pt x="11027" y="2490"/>
                    <a:pt x="10835" y="2428"/>
                    <a:pt x="10648" y="2428"/>
                  </a:cubicBezTo>
                  <a:cubicBezTo>
                    <a:pt x="10204" y="2428"/>
                    <a:pt x="9784" y="2777"/>
                    <a:pt x="9784" y="3290"/>
                  </a:cubicBezTo>
                  <a:cubicBezTo>
                    <a:pt x="9784" y="3327"/>
                    <a:pt x="9787" y="3365"/>
                    <a:pt x="9791" y="3403"/>
                  </a:cubicBezTo>
                  <a:lnTo>
                    <a:pt x="7916" y="5017"/>
                  </a:lnTo>
                  <a:lnTo>
                    <a:pt x="4815" y="1597"/>
                  </a:lnTo>
                  <a:cubicBezTo>
                    <a:pt x="5401" y="1007"/>
                    <a:pt x="4983" y="0"/>
                    <a:pt x="41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5"/>
            <p:cNvSpPr/>
            <p:nvPr/>
          </p:nvSpPr>
          <p:spPr>
            <a:xfrm>
              <a:off x="8168559" y="3887927"/>
              <a:ext cx="52442" cy="44898"/>
            </a:xfrm>
            <a:custGeom>
              <a:rect b="b" l="l" r="r" t="t"/>
              <a:pathLst>
                <a:path extrusionOk="0" h="1714" w="2002">
                  <a:moveTo>
                    <a:pt x="1149" y="433"/>
                  </a:moveTo>
                  <a:cubicBezTo>
                    <a:pt x="1253" y="433"/>
                    <a:pt x="1360" y="472"/>
                    <a:pt x="1446" y="559"/>
                  </a:cubicBezTo>
                  <a:cubicBezTo>
                    <a:pt x="1710" y="826"/>
                    <a:pt x="1522" y="1282"/>
                    <a:pt x="1145" y="1282"/>
                  </a:cubicBezTo>
                  <a:cubicBezTo>
                    <a:pt x="912" y="1282"/>
                    <a:pt x="723" y="1093"/>
                    <a:pt x="723" y="857"/>
                  </a:cubicBezTo>
                  <a:cubicBezTo>
                    <a:pt x="723" y="602"/>
                    <a:pt x="932" y="433"/>
                    <a:pt x="1149" y="433"/>
                  </a:cubicBezTo>
                  <a:close/>
                  <a:moveTo>
                    <a:pt x="1139" y="0"/>
                  </a:moveTo>
                  <a:cubicBezTo>
                    <a:pt x="929" y="0"/>
                    <a:pt x="713" y="79"/>
                    <a:pt x="538" y="254"/>
                  </a:cubicBezTo>
                  <a:cubicBezTo>
                    <a:pt x="0" y="792"/>
                    <a:pt x="381" y="1714"/>
                    <a:pt x="1145" y="1714"/>
                  </a:cubicBezTo>
                  <a:cubicBezTo>
                    <a:pt x="1618" y="1714"/>
                    <a:pt x="2001" y="1330"/>
                    <a:pt x="2001" y="857"/>
                  </a:cubicBezTo>
                  <a:cubicBezTo>
                    <a:pt x="2001" y="342"/>
                    <a:pt x="1580" y="0"/>
                    <a:pt x="11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8" name="Google Shape;12838;p85"/>
          <p:cNvGrpSpPr/>
          <p:nvPr/>
        </p:nvGrpSpPr>
        <p:grpSpPr>
          <a:xfrm>
            <a:off x="6910596" y="4118967"/>
            <a:ext cx="227032" cy="384490"/>
            <a:chOff x="6910596" y="4118967"/>
            <a:chExt cx="227032" cy="384490"/>
          </a:xfrm>
        </p:grpSpPr>
        <p:sp>
          <p:nvSpPr>
            <p:cNvPr id="12839" name="Google Shape;12839;p85"/>
            <p:cNvSpPr/>
            <p:nvPr/>
          </p:nvSpPr>
          <p:spPr>
            <a:xfrm>
              <a:off x="6916700" y="4206039"/>
              <a:ext cx="214563" cy="291865"/>
            </a:xfrm>
            <a:custGeom>
              <a:rect b="b" l="l" r="r" t="t"/>
              <a:pathLst>
                <a:path extrusionOk="0" h="11142" w="8191">
                  <a:moveTo>
                    <a:pt x="2690" y="1"/>
                  </a:moveTo>
                  <a:cubicBezTo>
                    <a:pt x="1974" y="1"/>
                    <a:pt x="1343" y="474"/>
                    <a:pt x="1138" y="1159"/>
                  </a:cubicBezTo>
                  <a:lnTo>
                    <a:pt x="79" y="4959"/>
                  </a:lnTo>
                  <a:cubicBezTo>
                    <a:pt x="0" y="5237"/>
                    <a:pt x="165" y="5525"/>
                    <a:pt x="442" y="5600"/>
                  </a:cubicBezTo>
                  <a:cubicBezTo>
                    <a:pt x="489" y="5614"/>
                    <a:pt x="536" y="5620"/>
                    <a:pt x="582" y="5620"/>
                  </a:cubicBezTo>
                  <a:cubicBezTo>
                    <a:pt x="808" y="5620"/>
                    <a:pt x="1018" y="5468"/>
                    <a:pt x="1083" y="5240"/>
                  </a:cubicBezTo>
                  <a:lnTo>
                    <a:pt x="2032" y="1831"/>
                  </a:lnTo>
                  <a:cubicBezTo>
                    <a:pt x="2067" y="1701"/>
                    <a:pt x="2183" y="1615"/>
                    <a:pt x="2311" y="1615"/>
                  </a:cubicBezTo>
                  <a:cubicBezTo>
                    <a:pt x="2336" y="1615"/>
                    <a:pt x="2360" y="1619"/>
                    <a:pt x="2385" y="1625"/>
                  </a:cubicBezTo>
                  <a:cubicBezTo>
                    <a:pt x="2539" y="1666"/>
                    <a:pt x="2632" y="1824"/>
                    <a:pt x="2591" y="1978"/>
                  </a:cubicBezTo>
                  <a:lnTo>
                    <a:pt x="1367" y="6734"/>
                  </a:lnTo>
                  <a:lnTo>
                    <a:pt x="2683" y="6734"/>
                  </a:lnTo>
                  <a:lnTo>
                    <a:pt x="2683" y="10610"/>
                  </a:lnTo>
                  <a:cubicBezTo>
                    <a:pt x="2680" y="10891"/>
                    <a:pt x="2899" y="11128"/>
                    <a:pt x="3184" y="11141"/>
                  </a:cubicBezTo>
                  <a:cubicBezTo>
                    <a:pt x="3190" y="11142"/>
                    <a:pt x="3196" y="11142"/>
                    <a:pt x="3202" y="11142"/>
                  </a:cubicBezTo>
                  <a:cubicBezTo>
                    <a:pt x="3488" y="11142"/>
                    <a:pt x="3722" y="10909"/>
                    <a:pt x="3725" y="10620"/>
                  </a:cubicBezTo>
                  <a:lnTo>
                    <a:pt x="3725" y="6734"/>
                  </a:lnTo>
                  <a:lnTo>
                    <a:pt x="4476" y="6734"/>
                  </a:lnTo>
                  <a:lnTo>
                    <a:pt x="4476" y="10620"/>
                  </a:lnTo>
                  <a:cubicBezTo>
                    <a:pt x="4476" y="10908"/>
                    <a:pt x="4709" y="11141"/>
                    <a:pt x="4996" y="11141"/>
                  </a:cubicBezTo>
                  <a:cubicBezTo>
                    <a:pt x="5281" y="11141"/>
                    <a:pt x="5514" y="10908"/>
                    <a:pt x="5517" y="10620"/>
                  </a:cubicBezTo>
                  <a:lnTo>
                    <a:pt x="5517" y="6734"/>
                  </a:lnTo>
                  <a:lnTo>
                    <a:pt x="6826" y="6734"/>
                  </a:lnTo>
                  <a:lnTo>
                    <a:pt x="5603" y="1978"/>
                  </a:lnTo>
                  <a:cubicBezTo>
                    <a:pt x="5562" y="1824"/>
                    <a:pt x="5654" y="1666"/>
                    <a:pt x="5809" y="1625"/>
                  </a:cubicBezTo>
                  <a:cubicBezTo>
                    <a:pt x="5833" y="1619"/>
                    <a:pt x="5857" y="1615"/>
                    <a:pt x="5882" y="1615"/>
                  </a:cubicBezTo>
                  <a:cubicBezTo>
                    <a:pt x="6008" y="1615"/>
                    <a:pt x="6127" y="1701"/>
                    <a:pt x="6162" y="1831"/>
                  </a:cubicBezTo>
                  <a:lnTo>
                    <a:pt x="7111" y="5240"/>
                  </a:lnTo>
                  <a:cubicBezTo>
                    <a:pt x="7173" y="5468"/>
                    <a:pt x="7382" y="5620"/>
                    <a:pt x="7610" y="5620"/>
                  </a:cubicBezTo>
                  <a:cubicBezTo>
                    <a:pt x="7657" y="5620"/>
                    <a:pt x="7704" y="5614"/>
                    <a:pt x="7752" y="5600"/>
                  </a:cubicBezTo>
                  <a:cubicBezTo>
                    <a:pt x="8029" y="5525"/>
                    <a:pt x="8190" y="5237"/>
                    <a:pt x="8111" y="4959"/>
                  </a:cubicBezTo>
                  <a:lnTo>
                    <a:pt x="7056" y="1159"/>
                  </a:lnTo>
                  <a:cubicBezTo>
                    <a:pt x="6850" y="474"/>
                    <a:pt x="6220" y="1"/>
                    <a:pt x="550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85"/>
            <p:cNvSpPr/>
            <p:nvPr/>
          </p:nvSpPr>
          <p:spPr>
            <a:xfrm>
              <a:off x="7048723" y="4248423"/>
              <a:ext cx="46889" cy="134040"/>
            </a:xfrm>
            <a:custGeom>
              <a:rect b="b" l="l" r="r" t="t"/>
              <a:pathLst>
                <a:path extrusionOk="0" h="5117" w="1790">
                  <a:moveTo>
                    <a:pt x="327" y="0"/>
                  </a:moveTo>
                  <a:cubicBezTo>
                    <a:pt x="138" y="0"/>
                    <a:pt x="1" y="178"/>
                    <a:pt x="49" y="360"/>
                  </a:cubicBezTo>
                  <a:lnTo>
                    <a:pt x="1272" y="5116"/>
                  </a:lnTo>
                  <a:lnTo>
                    <a:pt x="1790" y="5116"/>
                  </a:lnTo>
                  <a:lnTo>
                    <a:pt x="566" y="360"/>
                  </a:lnTo>
                  <a:cubicBezTo>
                    <a:pt x="518" y="178"/>
                    <a:pt x="656" y="0"/>
                    <a:pt x="84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85"/>
            <p:cNvSpPr/>
            <p:nvPr/>
          </p:nvSpPr>
          <p:spPr>
            <a:xfrm>
              <a:off x="6981506" y="4124625"/>
              <a:ext cx="74341" cy="63680"/>
            </a:xfrm>
            <a:custGeom>
              <a:rect b="b" l="l" r="r" t="t"/>
              <a:pathLst>
                <a:path extrusionOk="0" h="2431" w="2838">
                  <a:moveTo>
                    <a:pt x="1625" y="1"/>
                  </a:moveTo>
                  <a:cubicBezTo>
                    <a:pt x="542" y="1"/>
                    <a:pt x="0" y="1306"/>
                    <a:pt x="764" y="2074"/>
                  </a:cubicBezTo>
                  <a:cubicBezTo>
                    <a:pt x="996" y="2306"/>
                    <a:pt x="1308" y="2430"/>
                    <a:pt x="1625" y="2430"/>
                  </a:cubicBezTo>
                  <a:cubicBezTo>
                    <a:pt x="1781" y="2430"/>
                    <a:pt x="1938" y="2400"/>
                    <a:pt x="2087" y="2338"/>
                  </a:cubicBezTo>
                  <a:cubicBezTo>
                    <a:pt x="2543" y="2149"/>
                    <a:pt x="2838" y="1707"/>
                    <a:pt x="2838" y="1214"/>
                  </a:cubicBezTo>
                  <a:cubicBezTo>
                    <a:pt x="2838" y="542"/>
                    <a:pt x="2293" y="1"/>
                    <a:pt x="16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85"/>
            <p:cNvSpPr/>
            <p:nvPr/>
          </p:nvSpPr>
          <p:spPr>
            <a:xfrm>
              <a:off x="7017236" y="4124625"/>
              <a:ext cx="40419" cy="63680"/>
            </a:xfrm>
            <a:custGeom>
              <a:rect b="b" l="l" r="r" t="t"/>
              <a:pathLst>
                <a:path extrusionOk="0" h="2431" w="1543">
                  <a:moveTo>
                    <a:pt x="257" y="1"/>
                  </a:moveTo>
                  <a:cubicBezTo>
                    <a:pt x="172" y="1"/>
                    <a:pt x="86" y="8"/>
                    <a:pt x="0" y="28"/>
                  </a:cubicBezTo>
                  <a:cubicBezTo>
                    <a:pt x="559" y="148"/>
                    <a:pt x="960" y="642"/>
                    <a:pt x="960" y="1214"/>
                  </a:cubicBezTo>
                  <a:cubicBezTo>
                    <a:pt x="960" y="1786"/>
                    <a:pt x="559" y="2280"/>
                    <a:pt x="0" y="2403"/>
                  </a:cubicBezTo>
                  <a:cubicBezTo>
                    <a:pt x="86" y="2421"/>
                    <a:pt x="172" y="2430"/>
                    <a:pt x="256" y="2430"/>
                  </a:cubicBezTo>
                  <a:cubicBezTo>
                    <a:pt x="863" y="2430"/>
                    <a:pt x="1398" y="1973"/>
                    <a:pt x="1467" y="1344"/>
                  </a:cubicBezTo>
                  <a:cubicBezTo>
                    <a:pt x="1542" y="624"/>
                    <a:pt x="980" y="1"/>
                    <a:pt x="25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85"/>
            <p:cNvSpPr/>
            <p:nvPr/>
          </p:nvSpPr>
          <p:spPr>
            <a:xfrm>
              <a:off x="6925135" y="4248423"/>
              <a:ext cx="52076" cy="104859"/>
            </a:xfrm>
            <a:custGeom>
              <a:rect b="b" l="l" r="r" t="t"/>
              <a:pathLst>
                <a:path extrusionOk="0" h="4003" w="1988">
                  <a:moveTo>
                    <a:pt x="1470" y="0"/>
                  </a:moveTo>
                  <a:cubicBezTo>
                    <a:pt x="1340" y="0"/>
                    <a:pt x="1227" y="89"/>
                    <a:pt x="1193" y="213"/>
                  </a:cubicBezTo>
                  <a:lnTo>
                    <a:pt x="244" y="3619"/>
                  </a:lnTo>
                  <a:cubicBezTo>
                    <a:pt x="206" y="3753"/>
                    <a:pt x="120" y="3866"/>
                    <a:pt x="0" y="3931"/>
                  </a:cubicBezTo>
                  <a:cubicBezTo>
                    <a:pt x="38" y="3955"/>
                    <a:pt x="79" y="3972"/>
                    <a:pt x="120" y="3982"/>
                  </a:cubicBezTo>
                  <a:cubicBezTo>
                    <a:pt x="168" y="3996"/>
                    <a:pt x="216" y="4002"/>
                    <a:pt x="263" y="4002"/>
                  </a:cubicBezTo>
                  <a:cubicBezTo>
                    <a:pt x="490" y="4002"/>
                    <a:pt x="699" y="3852"/>
                    <a:pt x="761" y="3619"/>
                  </a:cubicBezTo>
                  <a:lnTo>
                    <a:pt x="1710" y="213"/>
                  </a:lnTo>
                  <a:cubicBezTo>
                    <a:pt x="1745" y="89"/>
                    <a:pt x="1858" y="0"/>
                    <a:pt x="1988"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85"/>
            <p:cNvSpPr/>
            <p:nvPr/>
          </p:nvSpPr>
          <p:spPr>
            <a:xfrm>
              <a:off x="7047387" y="4206039"/>
              <a:ext cx="84531" cy="147268"/>
            </a:xfrm>
            <a:custGeom>
              <a:rect b="b" l="l" r="r" t="t"/>
              <a:pathLst>
                <a:path extrusionOk="0" h="5622" w="3227">
                  <a:moveTo>
                    <a:pt x="1" y="1"/>
                  </a:moveTo>
                  <a:cubicBezTo>
                    <a:pt x="717" y="1"/>
                    <a:pt x="1347" y="474"/>
                    <a:pt x="1553" y="1159"/>
                  </a:cubicBezTo>
                  <a:lnTo>
                    <a:pt x="2608" y="4959"/>
                  </a:lnTo>
                  <a:cubicBezTo>
                    <a:pt x="2673" y="5189"/>
                    <a:pt x="2574" y="5432"/>
                    <a:pt x="2365" y="5552"/>
                  </a:cubicBezTo>
                  <a:cubicBezTo>
                    <a:pt x="2450" y="5600"/>
                    <a:pt x="2538" y="5622"/>
                    <a:pt x="2623" y="5622"/>
                  </a:cubicBezTo>
                  <a:cubicBezTo>
                    <a:pt x="2945" y="5622"/>
                    <a:pt x="3226" y="5314"/>
                    <a:pt x="3126" y="4959"/>
                  </a:cubicBezTo>
                  <a:lnTo>
                    <a:pt x="2070" y="1159"/>
                  </a:lnTo>
                  <a:cubicBezTo>
                    <a:pt x="1865" y="474"/>
                    <a:pt x="1234" y="1"/>
                    <a:pt x="518"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85"/>
            <p:cNvSpPr/>
            <p:nvPr/>
          </p:nvSpPr>
          <p:spPr>
            <a:xfrm>
              <a:off x="6993713" y="4382436"/>
              <a:ext cx="20406" cy="115468"/>
            </a:xfrm>
            <a:custGeom>
              <a:rect b="b" l="l" r="r" t="t"/>
              <a:pathLst>
                <a:path extrusionOk="0" h="4408" w="779">
                  <a:moveTo>
                    <a:pt x="405" y="0"/>
                  </a:moveTo>
                  <a:cubicBezTo>
                    <a:pt x="326" y="0"/>
                    <a:pt x="261" y="62"/>
                    <a:pt x="261" y="141"/>
                  </a:cubicBezTo>
                  <a:lnTo>
                    <a:pt x="264" y="3886"/>
                  </a:lnTo>
                  <a:cubicBezTo>
                    <a:pt x="261" y="4071"/>
                    <a:pt x="161" y="4243"/>
                    <a:pt x="0" y="4335"/>
                  </a:cubicBezTo>
                  <a:cubicBezTo>
                    <a:pt x="72" y="4380"/>
                    <a:pt x="155" y="4404"/>
                    <a:pt x="240" y="4407"/>
                  </a:cubicBezTo>
                  <a:cubicBezTo>
                    <a:pt x="246" y="4408"/>
                    <a:pt x="253" y="4408"/>
                    <a:pt x="259" y="4408"/>
                  </a:cubicBezTo>
                  <a:cubicBezTo>
                    <a:pt x="545" y="4408"/>
                    <a:pt x="778" y="4175"/>
                    <a:pt x="778" y="3886"/>
                  </a:cubicBezTo>
                  <a:lnTo>
                    <a:pt x="77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85"/>
            <p:cNvSpPr/>
            <p:nvPr/>
          </p:nvSpPr>
          <p:spPr>
            <a:xfrm>
              <a:off x="7040759" y="4382358"/>
              <a:ext cx="20380" cy="115572"/>
            </a:xfrm>
            <a:custGeom>
              <a:rect b="b" l="l" r="r" t="t"/>
              <a:pathLst>
                <a:path extrusionOk="0" h="4412" w="778">
                  <a:moveTo>
                    <a:pt x="404" y="0"/>
                  </a:moveTo>
                  <a:cubicBezTo>
                    <a:pt x="326" y="0"/>
                    <a:pt x="260" y="65"/>
                    <a:pt x="260" y="144"/>
                  </a:cubicBezTo>
                  <a:lnTo>
                    <a:pt x="260" y="3889"/>
                  </a:lnTo>
                  <a:cubicBezTo>
                    <a:pt x="260" y="4074"/>
                    <a:pt x="161" y="4249"/>
                    <a:pt x="0" y="4342"/>
                  </a:cubicBezTo>
                  <a:cubicBezTo>
                    <a:pt x="83" y="4390"/>
                    <a:pt x="172" y="4411"/>
                    <a:pt x="257" y="4411"/>
                  </a:cubicBezTo>
                  <a:cubicBezTo>
                    <a:pt x="529" y="4411"/>
                    <a:pt x="778" y="4194"/>
                    <a:pt x="778" y="3889"/>
                  </a:cubicBezTo>
                  <a:lnTo>
                    <a:pt x="77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5"/>
            <p:cNvSpPr/>
            <p:nvPr/>
          </p:nvSpPr>
          <p:spPr>
            <a:xfrm>
              <a:off x="6986536" y="4118967"/>
              <a:ext cx="77930" cy="74996"/>
            </a:xfrm>
            <a:custGeom>
              <a:rect b="b" l="l" r="r" t="t"/>
              <a:pathLst>
                <a:path extrusionOk="0" h="2863" w="2975">
                  <a:moveTo>
                    <a:pt x="1429" y="429"/>
                  </a:moveTo>
                  <a:cubicBezTo>
                    <a:pt x="2320" y="429"/>
                    <a:pt x="2766" y="1505"/>
                    <a:pt x="2139" y="2136"/>
                  </a:cubicBezTo>
                  <a:cubicBezTo>
                    <a:pt x="1934" y="2340"/>
                    <a:pt x="1684" y="2431"/>
                    <a:pt x="1438" y="2431"/>
                  </a:cubicBezTo>
                  <a:cubicBezTo>
                    <a:pt x="924" y="2431"/>
                    <a:pt x="432" y="2032"/>
                    <a:pt x="432" y="1430"/>
                  </a:cubicBezTo>
                  <a:cubicBezTo>
                    <a:pt x="432" y="878"/>
                    <a:pt x="877" y="433"/>
                    <a:pt x="1429" y="429"/>
                  </a:cubicBezTo>
                  <a:close/>
                  <a:moveTo>
                    <a:pt x="1432" y="1"/>
                  </a:moveTo>
                  <a:cubicBezTo>
                    <a:pt x="1248" y="1"/>
                    <a:pt x="1062" y="37"/>
                    <a:pt x="884" y="110"/>
                  </a:cubicBezTo>
                  <a:cubicBezTo>
                    <a:pt x="350" y="330"/>
                    <a:pt x="0" y="851"/>
                    <a:pt x="0" y="1430"/>
                  </a:cubicBezTo>
                  <a:cubicBezTo>
                    <a:pt x="0" y="2221"/>
                    <a:pt x="641" y="2859"/>
                    <a:pt x="1429" y="2862"/>
                  </a:cubicBezTo>
                  <a:cubicBezTo>
                    <a:pt x="2008" y="2859"/>
                    <a:pt x="2529" y="2513"/>
                    <a:pt x="2752" y="1978"/>
                  </a:cubicBezTo>
                  <a:cubicBezTo>
                    <a:pt x="2975" y="1444"/>
                    <a:pt x="2851" y="827"/>
                    <a:pt x="2440" y="419"/>
                  </a:cubicBezTo>
                  <a:cubicBezTo>
                    <a:pt x="2168" y="146"/>
                    <a:pt x="1803" y="1"/>
                    <a:pt x="1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5"/>
            <p:cNvSpPr/>
            <p:nvPr/>
          </p:nvSpPr>
          <p:spPr>
            <a:xfrm>
              <a:off x="7008697" y="4340708"/>
              <a:ext cx="93385" cy="162750"/>
            </a:xfrm>
            <a:custGeom>
              <a:rect b="b" l="l" r="r" t="t"/>
              <a:pathLst>
                <a:path extrusionOk="0" h="6213" w="3565">
                  <a:moveTo>
                    <a:pt x="2970" y="1"/>
                  </a:moveTo>
                  <a:cubicBezTo>
                    <a:pt x="2843" y="1"/>
                    <a:pt x="2713" y="106"/>
                    <a:pt x="2756" y="271"/>
                  </a:cubicBezTo>
                  <a:lnTo>
                    <a:pt x="3040" y="1378"/>
                  </a:lnTo>
                  <a:lnTo>
                    <a:pt x="2005" y="1378"/>
                  </a:lnTo>
                  <a:cubicBezTo>
                    <a:pt x="1885" y="1378"/>
                    <a:pt x="1789" y="1470"/>
                    <a:pt x="1789" y="1590"/>
                  </a:cubicBezTo>
                  <a:lnTo>
                    <a:pt x="1789" y="5476"/>
                  </a:lnTo>
                  <a:cubicBezTo>
                    <a:pt x="1789" y="5647"/>
                    <a:pt x="1652" y="5781"/>
                    <a:pt x="1484" y="5781"/>
                  </a:cubicBezTo>
                  <a:cubicBezTo>
                    <a:pt x="1317" y="5781"/>
                    <a:pt x="1179" y="5647"/>
                    <a:pt x="1179" y="5476"/>
                  </a:cubicBezTo>
                  <a:lnTo>
                    <a:pt x="1179" y="1590"/>
                  </a:lnTo>
                  <a:cubicBezTo>
                    <a:pt x="1179" y="1470"/>
                    <a:pt x="1084" y="1378"/>
                    <a:pt x="964" y="1378"/>
                  </a:cubicBezTo>
                  <a:lnTo>
                    <a:pt x="213" y="1378"/>
                  </a:lnTo>
                  <a:cubicBezTo>
                    <a:pt x="97" y="1378"/>
                    <a:pt x="1" y="1470"/>
                    <a:pt x="1" y="1590"/>
                  </a:cubicBezTo>
                  <a:lnTo>
                    <a:pt x="1" y="3166"/>
                  </a:lnTo>
                  <a:cubicBezTo>
                    <a:pt x="1" y="3283"/>
                    <a:pt x="97" y="3382"/>
                    <a:pt x="217" y="3382"/>
                  </a:cubicBezTo>
                  <a:cubicBezTo>
                    <a:pt x="333" y="3382"/>
                    <a:pt x="432" y="3283"/>
                    <a:pt x="432" y="3166"/>
                  </a:cubicBezTo>
                  <a:lnTo>
                    <a:pt x="432" y="1806"/>
                  </a:lnTo>
                  <a:lnTo>
                    <a:pt x="751" y="1806"/>
                  </a:lnTo>
                  <a:lnTo>
                    <a:pt x="751" y="5476"/>
                  </a:lnTo>
                  <a:cubicBezTo>
                    <a:pt x="751" y="5884"/>
                    <a:pt x="1080" y="6213"/>
                    <a:pt x="1488" y="6213"/>
                  </a:cubicBezTo>
                  <a:cubicBezTo>
                    <a:pt x="1892" y="6213"/>
                    <a:pt x="2225" y="5884"/>
                    <a:pt x="2225" y="5476"/>
                  </a:cubicBezTo>
                  <a:lnTo>
                    <a:pt x="2225" y="1806"/>
                  </a:lnTo>
                  <a:lnTo>
                    <a:pt x="3321" y="1806"/>
                  </a:lnTo>
                  <a:cubicBezTo>
                    <a:pt x="3462" y="1802"/>
                    <a:pt x="3565" y="1672"/>
                    <a:pt x="3530" y="1535"/>
                  </a:cubicBezTo>
                  <a:lnTo>
                    <a:pt x="3170" y="164"/>
                  </a:lnTo>
                  <a:cubicBezTo>
                    <a:pt x="3143" y="50"/>
                    <a:pt x="3057" y="1"/>
                    <a:pt x="29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85"/>
            <p:cNvSpPr/>
            <p:nvPr/>
          </p:nvSpPr>
          <p:spPr>
            <a:xfrm>
              <a:off x="6934905" y="4200381"/>
              <a:ext cx="202723" cy="158637"/>
            </a:xfrm>
            <a:custGeom>
              <a:rect b="b" l="l" r="r" t="t"/>
              <a:pathLst>
                <a:path extrusionOk="0" h="6056" w="7739">
                  <a:moveTo>
                    <a:pt x="1995" y="1"/>
                  </a:moveTo>
                  <a:cubicBezTo>
                    <a:pt x="1190" y="4"/>
                    <a:pt x="481" y="529"/>
                    <a:pt x="241" y="1293"/>
                  </a:cubicBezTo>
                  <a:cubicBezTo>
                    <a:pt x="237" y="1303"/>
                    <a:pt x="237" y="1310"/>
                    <a:pt x="234" y="1317"/>
                  </a:cubicBezTo>
                  <a:lnTo>
                    <a:pt x="35" y="2036"/>
                  </a:lnTo>
                  <a:cubicBezTo>
                    <a:pt x="1" y="2150"/>
                    <a:pt x="69" y="2269"/>
                    <a:pt x="182" y="2300"/>
                  </a:cubicBezTo>
                  <a:cubicBezTo>
                    <a:pt x="202" y="2305"/>
                    <a:pt x="221" y="2308"/>
                    <a:pt x="240" y="2308"/>
                  </a:cubicBezTo>
                  <a:cubicBezTo>
                    <a:pt x="336" y="2308"/>
                    <a:pt x="421" y="2247"/>
                    <a:pt x="450" y="2150"/>
                  </a:cubicBezTo>
                  <a:lnTo>
                    <a:pt x="645" y="1450"/>
                  </a:lnTo>
                  <a:cubicBezTo>
                    <a:pt x="645" y="1447"/>
                    <a:pt x="648" y="1440"/>
                    <a:pt x="648" y="1437"/>
                  </a:cubicBezTo>
                  <a:cubicBezTo>
                    <a:pt x="827" y="840"/>
                    <a:pt x="1375" y="436"/>
                    <a:pt x="1992" y="433"/>
                  </a:cubicBezTo>
                  <a:lnTo>
                    <a:pt x="4805" y="433"/>
                  </a:lnTo>
                  <a:cubicBezTo>
                    <a:pt x="5425" y="436"/>
                    <a:pt x="5974" y="844"/>
                    <a:pt x="6152" y="1437"/>
                  </a:cubicBezTo>
                  <a:cubicBezTo>
                    <a:pt x="6152" y="1440"/>
                    <a:pt x="6155" y="1447"/>
                    <a:pt x="6155" y="1450"/>
                  </a:cubicBezTo>
                  <a:lnTo>
                    <a:pt x="7211" y="5234"/>
                  </a:lnTo>
                  <a:cubicBezTo>
                    <a:pt x="7255" y="5395"/>
                    <a:pt x="7159" y="5563"/>
                    <a:pt x="6998" y="5607"/>
                  </a:cubicBezTo>
                  <a:cubicBezTo>
                    <a:pt x="6970" y="5616"/>
                    <a:pt x="6942" y="5620"/>
                    <a:pt x="6914" y="5620"/>
                  </a:cubicBezTo>
                  <a:cubicBezTo>
                    <a:pt x="6781" y="5620"/>
                    <a:pt x="6658" y="5531"/>
                    <a:pt x="6621" y="5398"/>
                  </a:cubicBezTo>
                  <a:lnTo>
                    <a:pt x="5672" y="1988"/>
                  </a:lnTo>
                  <a:cubicBezTo>
                    <a:pt x="5612" y="1764"/>
                    <a:pt x="5409" y="1615"/>
                    <a:pt x="5186" y="1615"/>
                  </a:cubicBezTo>
                  <a:cubicBezTo>
                    <a:pt x="5143" y="1615"/>
                    <a:pt x="5099" y="1620"/>
                    <a:pt x="5055" y="1632"/>
                  </a:cubicBezTo>
                  <a:cubicBezTo>
                    <a:pt x="4788" y="1704"/>
                    <a:pt x="4630" y="1982"/>
                    <a:pt x="4702" y="2249"/>
                  </a:cubicBezTo>
                  <a:lnTo>
                    <a:pt x="5357" y="4795"/>
                  </a:lnTo>
                  <a:cubicBezTo>
                    <a:pt x="5380" y="4891"/>
                    <a:pt x="5471" y="4955"/>
                    <a:pt x="5567" y="4955"/>
                  </a:cubicBezTo>
                  <a:cubicBezTo>
                    <a:pt x="5584" y="4955"/>
                    <a:pt x="5601" y="4953"/>
                    <a:pt x="5617" y="4949"/>
                  </a:cubicBezTo>
                  <a:cubicBezTo>
                    <a:pt x="5734" y="4918"/>
                    <a:pt x="5802" y="4802"/>
                    <a:pt x="5772" y="4685"/>
                  </a:cubicBezTo>
                  <a:lnTo>
                    <a:pt x="5120" y="2143"/>
                  </a:lnTo>
                  <a:cubicBezTo>
                    <a:pt x="5112" y="2089"/>
                    <a:pt x="5153" y="2057"/>
                    <a:pt x="5194" y="2057"/>
                  </a:cubicBezTo>
                  <a:cubicBezTo>
                    <a:pt x="5221" y="2057"/>
                    <a:pt x="5249" y="2072"/>
                    <a:pt x="5261" y="2105"/>
                  </a:cubicBezTo>
                  <a:lnTo>
                    <a:pt x="6210" y="5511"/>
                  </a:lnTo>
                  <a:cubicBezTo>
                    <a:pt x="6299" y="5839"/>
                    <a:pt x="6596" y="6056"/>
                    <a:pt x="6919" y="6056"/>
                  </a:cubicBezTo>
                  <a:cubicBezTo>
                    <a:pt x="6984" y="6056"/>
                    <a:pt x="7049" y="6047"/>
                    <a:pt x="7115" y="6029"/>
                  </a:cubicBezTo>
                  <a:cubicBezTo>
                    <a:pt x="7509" y="5919"/>
                    <a:pt x="7739" y="5508"/>
                    <a:pt x="7629" y="5117"/>
                  </a:cubicBezTo>
                  <a:lnTo>
                    <a:pt x="6570" y="1317"/>
                  </a:lnTo>
                  <a:cubicBezTo>
                    <a:pt x="6567" y="1310"/>
                    <a:pt x="6563" y="1300"/>
                    <a:pt x="6560" y="1293"/>
                  </a:cubicBezTo>
                  <a:cubicBezTo>
                    <a:pt x="6320" y="529"/>
                    <a:pt x="5610" y="4"/>
                    <a:pt x="48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85"/>
            <p:cNvSpPr/>
            <p:nvPr/>
          </p:nvSpPr>
          <p:spPr>
            <a:xfrm>
              <a:off x="6910596" y="4242660"/>
              <a:ext cx="109338" cy="260719"/>
            </a:xfrm>
            <a:custGeom>
              <a:rect b="b" l="l" r="r" t="t"/>
              <a:pathLst>
                <a:path extrusionOk="0" h="9953" w="4174">
                  <a:moveTo>
                    <a:pt x="2546" y="1"/>
                  </a:moveTo>
                  <a:cubicBezTo>
                    <a:pt x="2322" y="1"/>
                    <a:pt x="2120" y="150"/>
                    <a:pt x="2060" y="374"/>
                  </a:cubicBezTo>
                  <a:lnTo>
                    <a:pt x="1110" y="3784"/>
                  </a:lnTo>
                  <a:cubicBezTo>
                    <a:pt x="1073" y="3918"/>
                    <a:pt x="950" y="4007"/>
                    <a:pt x="815" y="4007"/>
                  </a:cubicBezTo>
                  <a:cubicBezTo>
                    <a:pt x="788" y="4007"/>
                    <a:pt x="761" y="4004"/>
                    <a:pt x="733" y="3997"/>
                  </a:cubicBezTo>
                  <a:cubicBezTo>
                    <a:pt x="572" y="3949"/>
                    <a:pt x="476" y="3781"/>
                    <a:pt x="521" y="3620"/>
                  </a:cubicBezTo>
                  <a:lnTo>
                    <a:pt x="1148" y="1368"/>
                  </a:lnTo>
                  <a:cubicBezTo>
                    <a:pt x="1195" y="1202"/>
                    <a:pt x="1064" y="1094"/>
                    <a:pt x="935" y="1094"/>
                  </a:cubicBezTo>
                  <a:cubicBezTo>
                    <a:pt x="849" y="1094"/>
                    <a:pt x="764" y="1142"/>
                    <a:pt x="733" y="1252"/>
                  </a:cubicBezTo>
                  <a:lnTo>
                    <a:pt x="106" y="3503"/>
                  </a:lnTo>
                  <a:cubicBezTo>
                    <a:pt x="0" y="3894"/>
                    <a:pt x="230" y="4298"/>
                    <a:pt x="620" y="4404"/>
                  </a:cubicBezTo>
                  <a:cubicBezTo>
                    <a:pt x="687" y="4423"/>
                    <a:pt x="754" y="4432"/>
                    <a:pt x="820" y="4432"/>
                  </a:cubicBezTo>
                  <a:cubicBezTo>
                    <a:pt x="1141" y="4432"/>
                    <a:pt x="1434" y="4221"/>
                    <a:pt x="1525" y="3897"/>
                  </a:cubicBezTo>
                  <a:lnTo>
                    <a:pt x="2474" y="491"/>
                  </a:lnTo>
                  <a:cubicBezTo>
                    <a:pt x="2485" y="455"/>
                    <a:pt x="2513" y="439"/>
                    <a:pt x="2541" y="439"/>
                  </a:cubicBezTo>
                  <a:cubicBezTo>
                    <a:pt x="2583" y="439"/>
                    <a:pt x="2625" y="474"/>
                    <a:pt x="2615" y="529"/>
                  </a:cubicBezTo>
                  <a:lnTo>
                    <a:pt x="1391" y="5282"/>
                  </a:lnTo>
                  <a:cubicBezTo>
                    <a:pt x="1357" y="5419"/>
                    <a:pt x="1460" y="5549"/>
                    <a:pt x="1600" y="5552"/>
                  </a:cubicBezTo>
                  <a:lnTo>
                    <a:pt x="2700" y="5552"/>
                  </a:lnTo>
                  <a:lnTo>
                    <a:pt x="2700" y="9209"/>
                  </a:lnTo>
                  <a:cubicBezTo>
                    <a:pt x="2697" y="9617"/>
                    <a:pt x="3023" y="9949"/>
                    <a:pt x="3430" y="9952"/>
                  </a:cubicBezTo>
                  <a:cubicBezTo>
                    <a:pt x="3432" y="9952"/>
                    <a:pt x="3435" y="9952"/>
                    <a:pt x="3437" y="9952"/>
                  </a:cubicBezTo>
                  <a:cubicBezTo>
                    <a:pt x="3838" y="9952"/>
                    <a:pt x="4167" y="9625"/>
                    <a:pt x="4174" y="9222"/>
                  </a:cubicBezTo>
                  <a:lnTo>
                    <a:pt x="4174" y="7773"/>
                  </a:lnTo>
                  <a:cubicBezTo>
                    <a:pt x="4174" y="7652"/>
                    <a:pt x="4078" y="7557"/>
                    <a:pt x="3961" y="7557"/>
                  </a:cubicBezTo>
                  <a:cubicBezTo>
                    <a:pt x="3959" y="7557"/>
                    <a:pt x="3957" y="7557"/>
                    <a:pt x="3955" y="7557"/>
                  </a:cubicBezTo>
                  <a:cubicBezTo>
                    <a:pt x="3835" y="7557"/>
                    <a:pt x="3739" y="7653"/>
                    <a:pt x="3739" y="7769"/>
                  </a:cubicBezTo>
                  <a:lnTo>
                    <a:pt x="3739" y="9219"/>
                  </a:lnTo>
                  <a:cubicBezTo>
                    <a:pt x="3739" y="9392"/>
                    <a:pt x="3598" y="9527"/>
                    <a:pt x="3430" y="9527"/>
                  </a:cubicBezTo>
                  <a:cubicBezTo>
                    <a:pt x="3428" y="9527"/>
                    <a:pt x="3426" y="9527"/>
                    <a:pt x="3424" y="9527"/>
                  </a:cubicBezTo>
                  <a:cubicBezTo>
                    <a:pt x="3256" y="9514"/>
                    <a:pt x="3129" y="9377"/>
                    <a:pt x="3129" y="9209"/>
                  </a:cubicBezTo>
                  <a:lnTo>
                    <a:pt x="3129" y="5333"/>
                  </a:lnTo>
                  <a:cubicBezTo>
                    <a:pt x="3129" y="5213"/>
                    <a:pt x="3033" y="5121"/>
                    <a:pt x="2916" y="5121"/>
                  </a:cubicBezTo>
                  <a:lnTo>
                    <a:pt x="1878" y="5121"/>
                  </a:lnTo>
                  <a:lnTo>
                    <a:pt x="3033" y="635"/>
                  </a:lnTo>
                  <a:cubicBezTo>
                    <a:pt x="3105" y="368"/>
                    <a:pt x="2944" y="90"/>
                    <a:pt x="2676" y="18"/>
                  </a:cubicBezTo>
                  <a:cubicBezTo>
                    <a:pt x="2633" y="6"/>
                    <a:pt x="2589" y="1"/>
                    <a:pt x="25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1" name="Google Shape;12851;p85"/>
          <p:cNvGrpSpPr/>
          <p:nvPr/>
        </p:nvGrpSpPr>
        <p:grpSpPr>
          <a:xfrm>
            <a:off x="7372702" y="4132876"/>
            <a:ext cx="385459" cy="356671"/>
            <a:chOff x="7372702" y="4132876"/>
            <a:chExt cx="385459" cy="356671"/>
          </a:xfrm>
        </p:grpSpPr>
        <p:sp>
          <p:nvSpPr>
            <p:cNvPr id="12852" name="Google Shape;12852;p85"/>
            <p:cNvSpPr/>
            <p:nvPr/>
          </p:nvSpPr>
          <p:spPr>
            <a:xfrm>
              <a:off x="7378360" y="4271762"/>
              <a:ext cx="221374" cy="212258"/>
            </a:xfrm>
            <a:custGeom>
              <a:rect b="b" l="l" r="r" t="t"/>
              <a:pathLst>
                <a:path extrusionOk="0" h="8103" w="8451">
                  <a:moveTo>
                    <a:pt x="1885" y="0"/>
                  </a:moveTo>
                  <a:cubicBezTo>
                    <a:pt x="847" y="4"/>
                    <a:pt x="4" y="847"/>
                    <a:pt x="0" y="1885"/>
                  </a:cubicBezTo>
                  <a:lnTo>
                    <a:pt x="0" y="4729"/>
                  </a:lnTo>
                  <a:cubicBezTo>
                    <a:pt x="4" y="5768"/>
                    <a:pt x="847" y="6611"/>
                    <a:pt x="1885" y="6614"/>
                  </a:cubicBezTo>
                  <a:lnTo>
                    <a:pt x="4277" y="6614"/>
                  </a:lnTo>
                  <a:cubicBezTo>
                    <a:pt x="4318" y="6614"/>
                    <a:pt x="4356" y="6641"/>
                    <a:pt x="4362" y="6682"/>
                  </a:cubicBezTo>
                  <a:cubicBezTo>
                    <a:pt x="4414" y="6922"/>
                    <a:pt x="4527" y="7724"/>
                    <a:pt x="3790" y="7950"/>
                  </a:cubicBezTo>
                  <a:cubicBezTo>
                    <a:pt x="3735" y="7968"/>
                    <a:pt x="3739" y="8050"/>
                    <a:pt x="3797" y="8063"/>
                  </a:cubicBezTo>
                  <a:cubicBezTo>
                    <a:pt x="3911" y="8084"/>
                    <a:pt x="4054" y="8103"/>
                    <a:pt x="4209" y="8103"/>
                  </a:cubicBezTo>
                  <a:cubicBezTo>
                    <a:pt x="4764" y="8103"/>
                    <a:pt x="5468" y="7870"/>
                    <a:pt x="5500" y="6696"/>
                  </a:cubicBezTo>
                  <a:cubicBezTo>
                    <a:pt x="5500" y="6652"/>
                    <a:pt x="5541" y="6611"/>
                    <a:pt x="5586" y="6611"/>
                  </a:cubicBezTo>
                  <a:lnTo>
                    <a:pt x="6566" y="6611"/>
                  </a:lnTo>
                  <a:cubicBezTo>
                    <a:pt x="7604" y="6607"/>
                    <a:pt x="8447" y="5768"/>
                    <a:pt x="8451" y="4726"/>
                  </a:cubicBezTo>
                  <a:lnTo>
                    <a:pt x="8451" y="1885"/>
                  </a:lnTo>
                  <a:lnTo>
                    <a:pt x="8447" y="1885"/>
                  </a:lnTo>
                  <a:cubicBezTo>
                    <a:pt x="8444" y="847"/>
                    <a:pt x="7604" y="4"/>
                    <a:pt x="65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85"/>
            <p:cNvSpPr/>
            <p:nvPr/>
          </p:nvSpPr>
          <p:spPr>
            <a:xfrm>
              <a:off x="7527724" y="4271762"/>
              <a:ext cx="72010" cy="173175"/>
            </a:xfrm>
            <a:custGeom>
              <a:rect b="b" l="l" r="r" t="t"/>
              <a:pathLst>
                <a:path extrusionOk="0" h="6611" w="2749">
                  <a:moveTo>
                    <a:pt x="0" y="0"/>
                  </a:moveTo>
                  <a:cubicBezTo>
                    <a:pt x="1042" y="0"/>
                    <a:pt x="1882" y="843"/>
                    <a:pt x="1885" y="1885"/>
                  </a:cubicBezTo>
                  <a:lnTo>
                    <a:pt x="1885" y="4726"/>
                  </a:lnTo>
                  <a:cubicBezTo>
                    <a:pt x="1882" y="5768"/>
                    <a:pt x="1042" y="6607"/>
                    <a:pt x="0" y="6611"/>
                  </a:cubicBezTo>
                  <a:lnTo>
                    <a:pt x="864" y="6611"/>
                  </a:lnTo>
                  <a:cubicBezTo>
                    <a:pt x="1902" y="6607"/>
                    <a:pt x="2745" y="5768"/>
                    <a:pt x="2749" y="4726"/>
                  </a:cubicBezTo>
                  <a:lnTo>
                    <a:pt x="2749" y="1885"/>
                  </a:lnTo>
                  <a:cubicBezTo>
                    <a:pt x="2745" y="843"/>
                    <a:pt x="1902" y="0"/>
                    <a:pt x="86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85"/>
            <p:cNvSpPr/>
            <p:nvPr/>
          </p:nvSpPr>
          <p:spPr>
            <a:xfrm>
              <a:off x="7425826" y="4138535"/>
              <a:ext cx="326704" cy="270909"/>
            </a:xfrm>
            <a:custGeom>
              <a:rect b="b" l="l" r="r" t="t"/>
              <a:pathLst>
                <a:path extrusionOk="0" h="10342" w="12472">
                  <a:moveTo>
                    <a:pt x="1845" y="1"/>
                  </a:moveTo>
                  <a:cubicBezTo>
                    <a:pt x="827" y="1"/>
                    <a:pt x="1" y="823"/>
                    <a:pt x="1" y="1841"/>
                  </a:cubicBezTo>
                  <a:lnTo>
                    <a:pt x="1" y="6083"/>
                  </a:lnTo>
                  <a:cubicBezTo>
                    <a:pt x="1" y="7101"/>
                    <a:pt x="827" y="7927"/>
                    <a:pt x="1845" y="7927"/>
                  </a:cubicBezTo>
                  <a:lnTo>
                    <a:pt x="7540" y="7927"/>
                  </a:lnTo>
                  <a:cubicBezTo>
                    <a:pt x="7660" y="7927"/>
                    <a:pt x="7752" y="8030"/>
                    <a:pt x="7739" y="8150"/>
                  </a:cubicBezTo>
                  <a:cubicBezTo>
                    <a:pt x="7660" y="8763"/>
                    <a:pt x="7629" y="10342"/>
                    <a:pt x="9325" y="10342"/>
                  </a:cubicBezTo>
                  <a:cubicBezTo>
                    <a:pt x="9411" y="10342"/>
                    <a:pt x="9501" y="10338"/>
                    <a:pt x="9596" y="10329"/>
                  </a:cubicBezTo>
                  <a:cubicBezTo>
                    <a:pt x="9661" y="10319"/>
                    <a:pt x="9682" y="10233"/>
                    <a:pt x="9627" y="10199"/>
                  </a:cubicBezTo>
                  <a:cubicBezTo>
                    <a:pt x="9240" y="9980"/>
                    <a:pt x="8499" y="9363"/>
                    <a:pt x="9031" y="8054"/>
                  </a:cubicBezTo>
                  <a:cubicBezTo>
                    <a:pt x="9061" y="7978"/>
                    <a:pt x="9137" y="7927"/>
                    <a:pt x="9219" y="7927"/>
                  </a:cubicBezTo>
                  <a:lnTo>
                    <a:pt x="10627" y="7927"/>
                  </a:lnTo>
                  <a:cubicBezTo>
                    <a:pt x="11645" y="7927"/>
                    <a:pt x="12471" y="7101"/>
                    <a:pt x="12471" y="6087"/>
                  </a:cubicBezTo>
                  <a:lnTo>
                    <a:pt x="12471" y="1841"/>
                  </a:lnTo>
                  <a:cubicBezTo>
                    <a:pt x="12471" y="823"/>
                    <a:pt x="11645" y="1"/>
                    <a:pt x="10627"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85"/>
            <p:cNvSpPr/>
            <p:nvPr/>
          </p:nvSpPr>
          <p:spPr>
            <a:xfrm>
              <a:off x="7681672" y="4138535"/>
              <a:ext cx="70857" cy="207674"/>
            </a:xfrm>
            <a:custGeom>
              <a:rect b="b" l="l" r="r" t="t"/>
              <a:pathLst>
                <a:path extrusionOk="0" h="7928" w="2705">
                  <a:moveTo>
                    <a:pt x="867" y="1"/>
                  </a:moveTo>
                  <a:cubicBezTo>
                    <a:pt x="865" y="1"/>
                    <a:pt x="863" y="1"/>
                    <a:pt x="860" y="1"/>
                  </a:cubicBezTo>
                  <a:lnTo>
                    <a:pt x="0" y="1"/>
                  </a:lnTo>
                  <a:cubicBezTo>
                    <a:pt x="1018" y="1"/>
                    <a:pt x="1844" y="823"/>
                    <a:pt x="1844" y="1841"/>
                  </a:cubicBezTo>
                  <a:lnTo>
                    <a:pt x="1844" y="6087"/>
                  </a:lnTo>
                  <a:cubicBezTo>
                    <a:pt x="1844" y="7101"/>
                    <a:pt x="1018" y="7927"/>
                    <a:pt x="0" y="7927"/>
                  </a:cubicBezTo>
                  <a:lnTo>
                    <a:pt x="864" y="7927"/>
                  </a:lnTo>
                  <a:cubicBezTo>
                    <a:pt x="1878" y="7927"/>
                    <a:pt x="2704" y="7101"/>
                    <a:pt x="2704" y="6087"/>
                  </a:cubicBezTo>
                  <a:lnTo>
                    <a:pt x="2704" y="1841"/>
                  </a:lnTo>
                  <a:cubicBezTo>
                    <a:pt x="2704" y="825"/>
                    <a:pt x="1882" y="1"/>
                    <a:pt x="867"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5"/>
            <p:cNvSpPr/>
            <p:nvPr/>
          </p:nvSpPr>
          <p:spPr>
            <a:xfrm>
              <a:off x="7503573" y="4220132"/>
              <a:ext cx="27033" cy="27059"/>
            </a:xfrm>
            <a:custGeom>
              <a:rect b="b" l="l" r="r" t="t"/>
              <a:pathLst>
                <a:path extrusionOk="0" h="1033" w="1032">
                  <a:moveTo>
                    <a:pt x="515" y="1"/>
                  </a:moveTo>
                  <a:cubicBezTo>
                    <a:pt x="230" y="1"/>
                    <a:pt x="1" y="230"/>
                    <a:pt x="1" y="518"/>
                  </a:cubicBezTo>
                  <a:cubicBezTo>
                    <a:pt x="1" y="803"/>
                    <a:pt x="230" y="1032"/>
                    <a:pt x="515" y="1032"/>
                  </a:cubicBezTo>
                  <a:cubicBezTo>
                    <a:pt x="802" y="1032"/>
                    <a:pt x="1032" y="803"/>
                    <a:pt x="1032" y="518"/>
                  </a:cubicBezTo>
                  <a:cubicBezTo>
                    <a:pt x="1032" y="230"/>
                    <a:pt x="802" y="1"/>
                    <a:pt x="515"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85"/>
            <p:cNvSpPr/>
            <p:nvPr/>
          </p:nvSpPr>
          <p:spPr>
            <a:xfrm>
              <a:off x="7570998" y="4220132"/>
              <a:ext cx="27112" cy="27059"/>
            </a:xfrm>
            <a:custGeom>
              <a:rect b="b" l="l" r="r" t="t"/>
              <a:pathLst>
                <a:path extrusionOk="0" h="1033" w="1035">
                  <a:moveTo>
                    <a:pt x="518" y="1"/>
                  </a:moveTo>
                  <a:cubicBezTo>
                    <a:pt x="230" y="1"/>
                    <a:pt x="0" y="230"/>
                    <a:pt x="0" y="518"/>
                  </a:cubicBezTo>
                  <a:cubicBezTo>
                    <a:pt x="0" y="803"/>
                    <a:pt x="230" y="1032"/>
                    <a:pt x="518" y="1032"/>
                  </a:cubicBezTo>
                  <a:cubicBezTo>
                    <a:pt x="802" y="1032"/>
                    <a:pt x="1035" y="803"/>
                    <a:pt x="1035" y="518"/>
                  </a:cubicBezTo>
                  <a:cubicBezTo>
                    <a:pt x="1035" y="230"/>
                    <a:pt x="802" y="1"/>
                    <a:pt x="518"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5"/>
            <p:cNvSpPr/>
            <p:nvPr/>
          </p:nvSpPr>
          <p:spPr>
            <a:xfrm>
              <a:off x="7638398" y="4220132"/>
              <a:ext cx="27138" cy="27059"/>
            </a:xfrm>
            <a:custGeom>
              <a:rect b="b" l="l" r="r" t="t"/>
              <a:pathLst>
                <a:path extrusionOk="0" h="1033" w="1036">
                  <a:moveTo>
                    <a:pt x="518" y="1"/>
                  </a:moveTo>
                  <a:cubicBezTo>
                    <a:pt x="234" y="1"/>
                    <a:pt x="1" y="230"/>
                    <a:pt x="1" y="518"/>
                  </a:cubicBezTo>
                  <a:cubicBezTo>
                    <a:pt x="1" y="803"/>
                    <a:pt x="234" y="1032"/>
                    <a:pt x="518" y="1032"/>
                  </a:cubicBezTo>
                  <a:cubicBezTo>
                    <a:pt x="802" y="1032"/>
                    <a:pt x="1035" y="803"/>
                    <a:pt x="1035" y="518"/>
                  </a:cubicBezTo>
                  <a:cubicBezTo>
                    <a:pt x="1035" y="230"/>
                    <a:pt x="802" y="1"/>
                    <a:pt x="518"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85"/>
            <p:cNvSpPr/>
            <p:nvPr/>
          </p:nvSpPr>
          <p:spPr>
            <a:xfrm>
              <a:off x="7372702" y="4212247"/>
              <a:ext cx="385197" cy="277300"/>
            </a:xfrm>
            <a:custGeom>
              <a:rect b="b" l="l" r="r" t="t"/>
              <a:pathLst>
                <a:path extrusionOk="0" h="10586" w="14705">
                  <a:moveTo>
                    <a:pt x="14492" y="0"/>
                  </a:moveTo>
                  <a:cubicBezTo>
                    <a:pt x="14493" y="0"/>
                    <a:pt x="14494" y="0"/>
                    <a:pt x="14496" y="0"/>
                  </a:cubicBezTo>
                  <a:lnTo>
                    <a:pt x="14496" y="0"/>
                  </a:lnTo>
                  <a:cubicBezTo>
                    <a:pt x="14497" y="0"/>
                    <a:pt x="14498" y="0"/>
                    <a:pt x="14499" y="0"/>
                  </a:cubicBezTo>
                  <a:close/>
                  <a:moveTo>
                    <a:pt x="14496" y="0"/>
                  </a:moveTo>
                  <a:lnTo>
                    <a:pt x="14496" y="0"/>
                  </a:lnTo>
                  <a:cubicBezTo>
                    <a:pt x="14377" y="2"/>
                    <a:pt x="14283" y="94"/>
                    <a:pt x="14283" y="213"/>
                  </a:cubicBezTo>
                  <a:lnTo>
                    <a:pt x="14283" y="3269"/>
                  </a:lnTo>
                  <a:cubicBezTo>
                    <a:pt x="14283" y="4167"/>
                    <a:pt x="13553" y="4897"/>
                    <a:pt x="12655" y="4897"/>
                  </a:cubicBezTo>
                  <a:lnTo>
                    <a:pt x="11244" y="4897"/>
                  </a:lnTo>
                  <a:cubicBezTo>
                    <a:pt x="11076" y="4897"/>
                    <a:pt x="10921" y="5000"/>
                    <a:pt x="10860" y="5158"/>
                  </a:cubicBezTo>
                  <a:cubicBezTo>
                    <a:pt x="10606" y="5788"/>
                    <a:pt x="10589" y="6343"/>
                    <a:pt x="10815" y="6813"/>
                  </a:cubicBezTo>
                  <a:cubicBezTo>
                    <a:pt x="10908" y="6998"/>
                    <a:pt x="11031" y="7166"/>
                    <a:pt x="11182" y="7306"/>
                  </a:cubicBezTo>
                  <a:cubicBezTo>
                    <a:pt x="10815" y="7279"/>
                    <a:pt x="10531" y="7162"/>
                    <a:pt x="10332" y="6953"/>
                  </a:cubicBezTo>
                  <a:cubicBezTo>
                    <a:pt x="10185" y="6802"/>
                    <a:pt x="9856" y="6343"/>
                    <a:pt x="9979" y="5367"/>
                  </a:cubicBezTo>
                  <a:cubicBezTo>
                    <a:pt x="10010" y="5116"/>
                    <a:pt x="9815" y="4897"/>
                    <a:pt x="9564" y="4897"/>
                  </a:cubicBezTo>
                  <a:lnTo>
                    <a:pt x="7358" y="4897"/>
                  </a:lnTo>
                  <a:cubicBezTo>
                    <a:pt x="7070" y="4897"/>
                    <a:pt x="7070" y="5329"/>
                    <a:pt x="7358" y="5329"/>
                  </a:cubicBezTo>
                  <a:lnTo>
                    <a:pt x="8451" y="5329"/>
                  </a:lnTo>
                  <a:lnTo>
                    <a:pt x="8451" y="6998"/>
                  </a:lnTo>
                  <a:cubicBezTo>
                    <a:pt x="8451" y="7923"/>
                    <a:pt x="7700" y="8670"/>
                    <a:pt x="6778" y="8670"/>
                  </a:cubicBezTo>
                  <a:lnTo>
                    <a:pt x="5802" y="8670"/>
                  </a:lnTo>
                  <a:cubicBezTo>
                    <a:pt x="5637" y="8670"/>
                    <a:pt x="5507" y="8800"/>
                    <a:pt x="5500" y="8965"/>
                  </a:cubicBezTo>
                  <a:cubicBezTo>
                    <a:pt x="5483" y="9650"/>
                    <a:pt x="5219" y="10109"/>
                    <a:pt x="4531" y="10154"/>
                  </a:cubicBezTo>
                  <a:cubicBezTo>
                    <a:pt x="4842" y="9832"/>
                    <a:pt x="4883" y="9338"/>
                    <a:pt x="4788" y="8906"/>
                  </a:cubicBezTo>
                  <a:cubicBezTo>
                    <a:pt x="4757" y="8769"/>
                    <a:pt x="4637" y="8670"/>
                    <a:pt x="4493" y="8670"/>
                  </a:cubicBezTo>
                  <a:lnTo>
                    <a:pt x="2101" y="8670"/>
                  </a:lnTo>
                  <a:cubicBezTo>
                    <a:pt x="1179" y="8670"/>
                    <a:pt x="432" y="7920"/>
                    <a:pt x="432" y="6998"/>
                  </a:cubicBezTo>
                  <a:lnTo>
                    <a:pt x="432" y="6535"/>
                  </a:lnTo>
                  <a:cubicBezTo>
                    <a:pt x="432" y="6391"/>
                    <a:pt x="324" y="6319"/>
                    <a:pt x="216" y="6319"/>
                  </a:cubicBezTo>
                  <a:cubicBezTo>
                    <a:pt x="108" y="6319"/>
                    <a:pt x="0" y="6391"/>
                    <a:pt x="0" y="6535"/>
                  </a:cubicBezTo>
                  <a:lnTo>
                    <a:pt x="0" y="6998"/>
                  </a:lnTo>
                  <a:cubicBezTo>
                    <a:pt x="4" y="8156"/>
                    <a:pt x="943" y="9095"/>
                    <a:pt x="2101" y="9098"/>
                  </a:cubicBezTo>
                  <a:lnTo>
                    <a:pt x="4383" y="9098"/>
                  </a:lnTo>
                  <a:cubicBezTo>
                    <a:pt x="4428" y="9383"/>
                    <a:pt x="4421" y="9866"/>
                    <a:pt x="3941" y="10013"/>
                  </a:cubicBezTo>
                  <a:cubicBezTo>
                    <a:pt x="3667" y="10096"/>
                    <a:pt x="3691" y="10490"/>
                    <a:pt x="3972" y="10541"/>
                  </a:cubicBezTo>
                  <a:cubicBezTo>
                    <a:pt x="4119" y="10572"/>
                    <a:pt x="4270" y="10586"/>
                    <a:pt x="4421" y="10586"/>
                  </a:cubicBezTo>
                  <a:cubicBezTo>
                    <a:pt x="5288" y="10586"/>
                    <a:pt x="5853" y="10085"/>
                    <a:pt x="5922" y="9098"/>
                  </a:cubicBezTo>
                  <a:lnTo>
                    <a:pt x="6778" y="9098"/>
                  </a:lnTo>
                  <a:cubicBezTo>
                    <a:pt x="7937" y="9095"/>
                    <a:pt x="8876" y="8156"/>
                    <a:pt x="8876" y="6998"/>
                  </a:cubicBezTo>
                  <a:lnTo>
                    <a:pt x="8876" y="5329"/>
                  </a:lnTo>
                  <a:lnTo>
                    <a:pt x="9544" y="5329"/>
                  </a:lnTo>
                  <a:cubicBezTo>
                    <a:pt x="9486" y="5812"/>
                    <a:pt x="9475" y="6689"/>
                    <a:pt x="10017" y="7251"/>
                  </a:cubicBezTo>
                  <a:cubicBezTo>
                    <a:pt x="10332" y="7577"/>
                    <a:pt x="10778" y="7741"/>
                    <a:pt x="11343" y="7741"/>
                  </a:cubicBezTo>
                  <a:cubicBezTo>
                    <a:pt x="11439" y="7741"/>
                    <a:pt x="11535" y="7738"/>
                    <a:pt x="11638" y="7728"/>
                  </a:cubicBezTo>
                  <a:cubicBezTo>
                    <a:pt x="11915" y="7704"/>
                    <a:pt x="11994" y="7337"/>
                    <a:pt x="11754" y="7197"/>
                  </a:cubicBezTo>
                  <a:cubicBezTo>
                    <a:pt x="10867" y="6689"/>
                    <a:pt x="11052" y="5812"/>
                    <a:pt x="11247" y="5329"/>
                  </a:cubicBezTo>
                  <a:lnTo>
                    <a:pt x="12649" y="5329"/>
                  </a:lnTo>
                  <a:cubicBezTo>
                    <a:pt x="13783" y="5325"/>
                    <a:pt x="14705" y="4407"/>
                    <a:pt x="14705" y="3273"/>
                  </a:cubicBezTo>
                  <a:lnTo>
                    <a:pt x="14705" y="213"/>
                  </a:lnTo>
                  <a:cubicBezTo>
                    <a:pt x="14705" y="97"/>
                    <a:pt x="14611" y="2"/>
                    <a:pt x="14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85"/>
            <p:cNvSpPr/>
            <p:nvPr/>
          </p:nvSpPr>
          <p:spPr>
            <a:xfrm>
              <a:off x="7372781" y="4132876"/>
              <a:ext cx="385381" cy="231983"/>
            </a:xfrm>
            <a:custGeom>
              <a:rect b="b" l="l" r="r" t="t"/>
              <a:pathLst>
                <a:path extrusionOk="0" h="8856" w="14712">
                  <a:moveTo>
                    <a:pt x="3870" y="1"/>
                  </a:moveTo>
                  <a:cubicBezTo>
                    <a:pt x="2732" y="1"/>
                    <a:pt x="1813" y="923"/>
                    <a:pt x="1813" y="2057"/>
                  </a:cubicBezTo>
                  <a:lnTo>
                    <a:pt x="1813" y="5103"/>
                  </a:lnTo>
                  <a:cubicBezTo>
                    <a:pt x="775" y="5251"/>
                    <a:pt x="4" y="6138"/>
                    <a:pt x="1" y="7184"/>
                  </a:cubicBezTo>
                  <a:lnTo>
                    <a:pt x="1" y="8640"/>
                  </a:lnTo>
                  <a:cubicBezTo>
                    <a:pt x="1" y="8760"/>
                    <a:pt x="100" y="8856"/>
                    <a:pt x="217" y="8856"/>
                  </a:cubicBezTo>
                  <a:cubicBezTo>
                    <a:pt x="337" y="8856"/>
                    <a:pt x="432" y="8760"/>
                    <a:pt x="432" y="8640"/>
                  </a:cubicBezTo>
                  <a:lnTo>
                    <a:pt x="432" y="7184"/>
                  </a:lnTo>
                  <a:cubicBezTo>
                    <a:pt x="436" y="6375"/>
                    <a:pt x="1015" y="5683"/>
                    <a:pt x="1813" y="5542"/>
                  </a:cubicBezTo>
                  <a:lnTo>
                    <a:pt x="1813" y="6299"/>
                  </a:lnTo>
                  <a:cubicBezTo>
                    <a:pt x="1813" y="7434"/>
                    <a:pt x="2732" y="8355"/>
                    <a:pt x="3870" y="8355"/>
                  </a:cubicBezTo>
                  <a:lnTo>
                    <a:pt x="6443" y="8355"/>
                  </a:lnTo>
                  <a:cubicBezTo>
                    <a:pt x="6563" y="8355"/>
                    <a:pt x="6659" y="8260"/>
                    <a:pt x="6659" y="8140"/>
                  </a:cubicBezTo>
                  <a:cubicBezTo>
                    <a:pt x="6659" y="8023"/>
                    <a:pt x="6563" y="7924"/>
                    <a:pt x="6443" y="7924"/>
                  </a:cubicBezTo>
                  <a:lnTo>
                    <a:pt x="3870" y="7924"/>
                  </a:lnTo>
                  <a:cubicBezTo>
                    <a:pt x="2968" y="7924"/>
                    <a:pt x="2242" y="7197"/>
                    <a:pt x="2242" y="6296"/>
                  </a:cubicBezTo>
                  <a:lnTo>
                    <a:pt x="2242" y="2057"/>
                  </a:lnTo>
                  <a:cubicBezTo>
                    <a:pt x="2242" y="1159"/>
                    <a:pt x="2968" y="429"/>
                    <a:pt x="3870" y="429"/>
                  </a:cubicBezTo>
                  <a:lnTo>
                    <a:pt x="12652" y="429"/>
                  </a:lnTo>
                  <a:cubicBezTo>
                    <a:pt x="13550" y="429"/>
                    <a:pt x="14280" y="1159"/>
                    <a:pt x="14280" y="2057"/>
                  </a:cubicBezTo>
                  <a:lnTo>
                    <a:pt x="14280" y="2328"/>
                  </a:lnTo>
                  <a:cubicBezTo>
                    <a:pt x="14280" y="2448"/>
                    <a:pt x="14376" y="2544"/>
                    <a:pt x="14496" y="2544"/>
                  </a:cubicBezTo>
                  <a:cubicBezTo>
                    <a:pt x="14616" y="2544"/>
                    <a:pt x="14712" y="2448"/>
                    <a:pt x="14712" y="2328"/>
                  </a:cubicBezTo>
                  <a:lnTo>
                    <a:pt x="14712" y="2057"/>
                  </a:lnTo>
                  <a:cubicBezTo>
                    <a:pt x="14712" y="919"/>
                    <a:pt x="13790" y="1"/>
                    <a:pt x="12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85"/>
            <p:cNvSpPr/>
            <p:nvPr/>
          </p:nvSpPr>
          <p:spPr>
            <a:xfrm>
              <a:off x="7497914" y="4214474"/>
              <a:ext cx="44820" cy="38428"/>
            </a:xfrm>
            <a:custGeom>
              <a:rect b="b" l="l" r="r" t="t"/>
              <a:pathLst>
                <a:path extrusionOk="0" h="1467" w="1711">
                  <a:moveTo>
                    <a:pt x="734" y="433"/>
                  </a:moveTo>
                  <a:cubicBezTo>
                    <a:pt x="898" y="433"/>
                    <a:pt x="1032" y="566"/>
                    <a:pt x="1032" y="734"/>
                  </a:cubicBezTo>
                  <a:cubicBezTo>
                    <a:pt x="1032" y="913"/>
                    <a:pt x="885" y="1032"/>
                    <a:pt x="731" y="1032"/>
                  </a:cubicBezTo>
                  <a:cubicBezTo>
                    <a:pt x="658" y="1032"/>
                    <a:pt x="583" y="1004"/>
                    <a:pt x="522" y="943"/>
                  </a:cubicBezTo>
                  <a:cubicBezTo>
                    <a:pt x="333" y="755"/>
                    <a:pt x="467" y="433"/>
                    <a:pt x="734" y="433"/>
                  </a:cubicBezTo>
                  <a:close/>
                  <a:moveTo>
                    <a:pt x="731" y="1"/>
                  </a:moveTo>
                  <a:cubicBezTo>
                    <a:pt x="326" y="1"/>
                    <a:pt x="1" y="330"/>
                    <a:pt x="1" y="734"/>
                  </a:cubicBezTo>
                  <a:cubicBezTo>
                    <a:pt x="1" y="1175"/>
                    <a:pt x="362" y="1467"/>
                    <a:pt x="739" y="1467"/>
                  </a:cubicBezTo>
                  <a:cubicBezTo>
                    <a:pt x="918" y="1467"/>
                    <a:pt x="1102" y="1400"/>
                    <a:pt x="1251" y="1252"/>
                  </a:cubicBezTo>
                  <a:cubicBezTo>
                    <a:pt x="1711" y="789"/>
                    <a:pt x="1385"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5"/>
            <p:cNvSpPr/>
            <p:nvPr/>
          </p:nvSpPr>
          <p:spPr>
            <a:xfrm>
              <a:off x="7565340" y="4214422"/>
              <a:ext cx="44820" cy="38428"/>
            </a:xfrm>
            <a:custGeom>
              <a:rect b="b" l="l" r="r" t="t"/>
              <a:pathLst>
                <a:path extrusionOk="0" h="1467" w="1711">
                  <a:moveTo>
                    <a:pt x="734" y="431"/>
                  </a:moveTo>
                  <a:cubicBezTo>
                    <a:pt x="1001" y="431"/>
                    <a:pt x="1134" y="757"/>
                    <a:pt x="943" y="945"/>
                  </a:cubicBezTo>
                  <a:cubicBezTo>
                    <a:pt x="882" y="1006"/>
                    <a:pt x="807" y="1033"/>
                    <a:pt x="733" y="1033"/>
                  </a:cubicBezTo>
                  <a:cubicBezTo>
                    <a:pt x="580" y="1033"/>
                    <a:pt x="432" y="914"/>
                    <a:pt x="432" y="733"/>
                  </a:cubicBezTo>
                  <a:cubicBezTo>
                    <a:pt x="432" y="568"/>
                    <a:pt x="566" y="435"/>
                    <a:pt x="734" y="435"/>
                  </a:cubicBezTo>
                  <a:lnTo>
                    <a:pt x="734" y="431"/>
                  </a:lnTo>
                  <a:close/>
                  <a:moveTo>
                    <a:pt x="739" y="1"/>
                  </a:moveTo>
                  <a:cubicBezTo>
                    <a:pt x="362" y="1"/>
                    <a:pt x="0" y="293"/>
                    <a:pt x="0" y="736"/>
                  </a:cubicBezTo>
                  <a:cubicBezTo>
                    <a:pt x="0" y="1137"/>
                    <a:pt x="329" y="1466"/>
                    <a:pt x="734" y="1466"/>
                  </a:cubicBezTo>
                  <a:cubicBezTo>
                    <a:pt x="1385" y="1466"/>
                    <a:pt x="1710" y="678"/>
                    <a:pt x="1251" y="215"/>
                  </a:cubicBezTo>
                  <a:cubicBezTo>
                    <a:pt x="1102" y="67"/>
                    <a:pt x="918"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85"/>
            <p:cNvSpPr/>
            <p:nvPr/>
          </p:nvSpPr>
          <p:spPr>
            <a:xfrm>
              <a:off x="7632740" y="4214422"/>
              <a:ext cx="44924" cy="38428"/>
            </a:xfrm>
            <a:custGeom>
              <a:rect b="b" l="l" r="r" t="t"/>
              <a:pathLst>
                <a:path extrusionOk="0" h="1467" w="1715">
                  <a:moveTo>
                    <a:pt x="734" y="431"/>
                  </a:moveTo>
                  <a:cubicBezTo>
                    <a:pt x="1001" y="431"/>
                    <a:pt x="1135" y="757"/>
                    <a:pt x="947" y="945"/>
                  </a:cubicBezTo>
                  <a:cubicBezTo>
                    <a:pt x="886" y="1006"/>
                    <a:pt x="810" y="1033"/>
                    <a:pt x="736" y="1033"/>
                  </a:cubicBezTo>
                  <a:cubicBezTo>
                    <a:pt x="582" y="1033"/>
                    <a:pt x="432" y="914"/>
                    <a:pt x="432" y="733"/>
                  </a:cubicBezTo>
                  <a:cubicBezTo>
                    <a:pt x="436" y="568"/>
                    <a:pt x="570" y="435"/>
                    <a:pt x="734" y="435"/>
                  </a:cubicBezTo>
                  <a:lnTo>
                    <a:pt x="734" y="431"/>
                  </a:lnTo>
                  <a:close/>
                  <a:moveTo>
                    <a:pt x="739" y="1"/>
                  </a:moveTo>
                  <a:cubicBezTo>
                    <a:pt x="362" y="1"/>
                    <a:pt x="1" y="293"/>
                    <a:pt x="1" y="736"/>
                  </a:cubicBezTo>
                  <a:cubicBezTo>
                    <a:pt x="1" y="1137"/>
                    <a:pt x="330" y="1466"/>
                    <a:pt x="734" y="1466"/>
                  </a:cubicBezTo>
                  <a:cubicBezTo>
                    <a:pt x="1385" y="1466"/>
                    <a:pt x="1714" y="678"/>
                    <a:pt x="1251" y="215"/>
                  </a:cubicBezTo>
                  <a:cubicBezTo>
                    <a:pt x="1102" y="67"/>
                    <a:pt x="919"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4" name="Google Shape;12864;p85"/>
          <p:cNvGrpSpPr/>
          <p:nvPr/>
        </p:nvGrpSpPr>
        <p:grpSpPr>
          <a:xfrm>
            <a:off x="5197967" y="3714018"/>
            <a:ext cx="386455" cy="287569"/>
            <a:chOff x="5197967" y="3714018"/>
            <a:chExt cx="386455" cy="287569"/>
          </a:xfrm>
        </p:grpSpPr>
        <p:sp>
          <p:nvSpPr>
            <p:cNvPr id="12865" name="Google Shape;12865;p85"/>
            <p:cNvSpPr/>
            <p:nvPr/>
          </p:nvSpPr>
          <p:spPr>
            <a:xfrm>
              <a:off x="5204595" y="3720148"/>
              <a:ext cx="373200" cy="275336"/>
            </a:xfrm>
            <a:custGeom>
              <a:rect b="b" l="l" r="r" t="t"/>
              <a:pathLst>
                <a:path extrusionOk="0" h="10511" w="14247">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85"/>
            <p:cNvSpPr/>
            <p:nvPr/>
          </p:nvSpPr>
          <p:spPr>
            <a:xfrm>
              <a:off x="5319591" y="3758576"/>
              <a:ext cx="258204" cy="236908"/>
            </a:xfrm>
            <a:custGeom>
              <a:rect b="b" l="l" r="r" t="t"/>
              <a:pathLst>
                <a:path extrusionOk="0" h="9044" w="9857">
                  <a:moveTo>
                    <a:pt x="9130" y="0"/>
                  </a:moveTo>
                  <a:lnTo>
                    <a:pt x="830" y="8300"/>
                  </a:lnTo>
                  <a:cubicBezTo>
                    <a:pt x="604" y="8530"/>
                    <a:pt x="316" y="8687"/>
                    <a:pt x="1" y="8756"/>
                  </a:cubicBezTo>
                  <a:cubicBezTo>
                    <a:pt x="261" y="8941"/>
                    <a:pt x="576" y="9044"/>
                    <a:pt x="898" y="9044"/>
                  </a:cubicBezTo>
                  <a:cubicBezTo>
                    <a:pt x="1310" y="9044"/>
                    <a:pt x="1704" y="8879"/>
                    <a:pt x="1995" y="8588"/>
                  </a:cubicBezTo>
                  <a:lnTo>
                    <a:pt x="9856" y="727"/>
                  </a:lnTo>
                  <a:lnTo>
                    <a:pt x="913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85"/>
            <p:cNvSpPr/>
            <p:nvPr/>
          </p:nvSpPr>
          <p:spPr>
            <a:xfrm>
              <a:off x="5197967" y="3810259"/>
              <a:ext cx="323299" cy="191328"/>
            </a:xfrm>
            <a:custGeom>
              <a:rect b="b" l="l" r="r" t="t"/>
              <a:pathLst>
                <a:path extrusionOk="0" h="7304" w="12342">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85"/>
            <p:cNvSpPr/>
            <p:nvPr/>
          </p:nvSpPr>
          <p:spPr>
            <a:xfrm>
              <a:off x="5292217" y="3714018"/>
              <a:ext cx="292205" cy="184622"/>
            </a:xfrm>
            <a:custGeom>
              <a:rect b="b" l="l" r="r" t="t"/>
              <a:pathLst>
                <a:path extrusionOk="0" h="7048" w="11155">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72" name="Shape 12872"/>
        <p:cNvGrpSpPr/>
        <p:nvPr/>
      </p:nvGrpSpPr>
      <p:grpSpPr>
        <a:xfrm>
          <a:off x="0" y="0"/>
          <a:ext cx="0" cy="0"/>
          <a:chOff x="0" y="0"/>
          <a:chExt cx="0" cy="0"/>
        </a:xfrm>
      </p:grpSpPr>
      <p:sp>
        <p:nvSpPr>
          <p:cNvPr id="12873" name="Google Shape;12873;p86"/>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874" name="Google Shape;12874;p86"/>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2875" name="Google Shape;12875;p86"/>
          <p:cNvGrpSpPr/>
          <p:nvPr/>
        </p:nvGrpSpPr>
        <p:grpSpPr>
          <a:xfrm>
            <a:off x="3045189" y="1977348"/>
            <a:ext cx="389401" cy="374453"/>
            <a:chOff x="3045189" y="1977348"/>
            <a:chExt cx="389401" cy="374453"/>
          </a:xfrm>
        </p:grpSpPr>
        <p:sp>
          <p:nvSpPr>
            <p:cNvPr id="12876" name="Google Shape;12876;p86"/>
            <p:cNvSpPr/>
            <p:nvPr/>
          </p:nvSpPr>
          <p:spPr>
            <a:xfrm>
              <a:off x="3052494" y="2027117"/>
              <a:ext cx="331910" cy="318454"/>
            </a:xfrm>
            <a:custGeom>
              <a:rect b="b" l="l" r="r" t="t"/>
              <a:pathLst>
                <a:path extrusionOk="0" h="12164" w="12678">
                  <a:moveTo>
                    <a:pt x="5222" y="1"/>
                  </a:moveTo>
                  <a:lnTo>
                    <a:pt x="2061" y="3167"/>
                  </a:lnTo>
                  <a:cubicBezTo>
                    <a:pt x="0" y="5223"/>
                    <a:pt x="0" y="8561"/>
                    <a:pt x="2061" y="10618"/>
                  </a:cubicBezTo>
                  <a:cubicBezTo>
                    <a:pt x="3090" y="11649"/>
                    <a:pt x="4439" y="12164"/>
                    <a:pt x="5789" y="12164"/>
                  </a:cubicBezTo>
                  <a:cubicBezTo>
                    <a:pt x="7138" y="12164"/>
                    <a:pt x="8487" y="11650"/>
                    <a:pt x="9517" y="10622"/>
                  </a:cubicBezTo>
                  <a:lnTo>
                    <a:pt x="12678" y="7457"/>
                  </a:lnTo>
                  <a:lnTo>
                    <a:pt x="11828" y="5852"/>
                  </a:lnTo>
                  <a:lnTo>
                    <a:pt x="10223" y="5002"/>
                  </a:lnTo>
                  <a:lnTo>
                    <a:pt x="7057" y="8163"/>
                  </a:lnTo>
                  <a:cubicBezTo>
                    <a:pt x="6712" y="8480"/>
                    <a:pt x="6275" y="8638"/>
                    <a:pt x="5838" y="8638"/>
                  </a:cubicBezTo>
                  <a:cubicBezTo>
                    <a:pt x="5376" y="8638"/>
                    <a:pt x="4915" y="8461"/>
                    <a:pt x="4564" y="8110"/>
                  </a:cubicBezTo>
                  <a:cubicBezTo>
                    <a:pt x="3882" y="7428"/>
                    <a:pt x="3862" y="6328"/>
                    <a:pt x="4516" y="5617"/>
                  </a:cubicBezTo>
                  <a:lnTo>
                    <a:pt x="7677" y="2456"/>
                  </a:lnTo>
                  <a:lnTo>
                    <a:pt x="6827" y="851"/>
                  </a:lnTo>
                  <a:lnTo>
                    <a:pt x="522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86"/>
            <p:cNvSpPr/>
            <p:nvPr/>
          </p:nvSpPr>
          <p:spPr>
            <a:xfrm>
              <a:off x="3189075" y="1982611"/>
              <a:ext cx="108804" cy="108673"/>
            </a:xfrm>
            <a:custGeom>
              <a:rect b="b" l="l" r="r" t="t"/>
              <a:pathLst>
                <a:path extrusionOk="0" h="4151" w="4156">
                  <a:moveTo>
                    <a:pt x="1701" y="0"/>
                  </a:moveTo>
                  <a:lnTo>
                    <a:pt x="0" y="1701"/>
                  </a:lnTo>
                  <a:lnTo>
                    <a:pt x="2455" y="4151"/>
                  </a:lnTo>
                  <a:lnTo>
                    <a:pt x="4156" y="2455"/>
                  </a:lnTo>
                  <a:lnTo>
                    <a:pt x="1701"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86"/>
            <p:cNvSpPr/>
            <p:nvPr/>
          </p:nvSpPr>
          <p:spPr>
            <a:xfrm>
              <a:off x="3320132" y="2113537"/>
              <a:ext cx="108673" cy="108804"/>
            </a:xfrm>
            <a:custGeom>
              <a:rect b="b" l="l" r="r" t="t"/>
              <a:pathLst>
                <a:path extrusionOk="0" h="4156" w="4151">
                  <a:moveTo>
                    <a:pt x="1701" y="0"/>
                  </a:moveTo>
                  <a:lnTo>
                    <a:pt x="0" y="1701"/>
                  </a:lnTo>
                  <a:lnTo>
                    <a:pt x="2450" y="4156"/>
                  </a:lnTo>
                  <a:lnTo>
                    <a:pt x="4151" y="2455"/>
                  </a:lnTo>
                  <a:lnTo>
                    <a:pt x="170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6"/>
            <p:cNvSpPr/>
            <p:nvPr/>
          </p:nvSpPr>
          <p:spPr>
            <a:xfrm>
              <a:off x="3045189" y="1977348"/>
              <a:ext cx="389401" cy="374453"/>
            </a:xfrm>
            <a:custGeom>
              <a:rect b="b" l="l" r="r" t="t"/>
              <a:pathLst>
                <a:path extrusionOk="0" h="14303" w="14874">
                  <a:moveTo>
                    <a:pt x="7197" y="485"/>
                  </a:moveTo>
                  <a:lnTo>
                    <a:pt x="9368" y="2656"/>
                  </a:lnTo>
                  <a:lnTo>
                    <a:pt x="7951" y="4073"/>
                  </a:lnTo>
                  <a:lnTo>
                    <a:pt x="5780" y="1902"/>
                  </a:lnTo>
                  <a:lnTo>
                    <a:pt x="7197" y="485"/>
                  </a:lnTo>
                  <a:close/>
                  <a:moveTo>
                    <a:pt x="5501" y="2185"/>
                  </a:moveTo>
                  <a:lnTo>
                    <a:pt x="7672" y="4352"/>
                  </a:lnTo>
                  <a:lnTo>
                    <a:pt x="4651" y="7373"/>
                  </a:lnTo>
                  <a:cubicBezTo>
                    <a:pt x="3868" y="8157"/>
                    <a:pt x="3868" y="9425"/>
                    <a:pt x="4651" y="10203"/>
                  </a:cubicBezTo>
                  <a:cubicBezTo>
                    <a:pt x="5042" y="10595"/>
                    <a:pt x="5555" y="10790"/>
                    <a:pt x="6067" y="10790"/>
                  </a:cubicBezTo>
                  <a:cubicBezTo>
                    <a:pt x="6580" y="10790"/>
                    <a:pt x="7091" y="10595"/>
                    <a:pt x="7480" y="10203"/>
                  </a:cubicBezTo>
                  <a:lnTo>
                    <a:pt x="10502" y="7186"/>
                  </a:lnTo>
                  <a:lnTo>
                    <a:pt x="11684" y="8368"/>
                  </a:lnTo>
                  <a:cubicBezTo>
                    <a:pt x="11727" y="8411"/>
                    <a:pt x="11776" y="8429"/>
                    <a:pt x="11822" y="8429"/>
                  </a:cubicBezTo>
                  <a:cubicBezTo>
                    <a:pt x="11977" y="8429"/>
                    <a:pt x="12110" y="8229"/>
                    <a:pt x="11962" y="8084"/>
                  </a:cubicBezTo>
                  <a:lnTo>
                    <a:pt x="10785" y="6907"/>
                  </a:lnTo>
                  <a:lnTo>
                    <a:pt x="12203" y="5485"/>
                  </a:lnTo>
                  <a:lnTo>
                    <a:pt x="14369" y="7657"/>
                  </a:lnTo>
                  <a:lnTo>
                    <a:pt x="12952" y="9074"/>
                  </a:lnTo>
                  <a:lnTo>
                    <a:pt x="12529" y="8647"/>
                  </a:lnTo>
                  <a:cubicBezTo>
                    <a:pt x="12486" y="8603"/>
                    <a:pt x="12438" y="8585"/>
                    <a:pt x="12391" y="8585"/>
                  </a:cubicBezTo>
                  <a:cubicBezTo>
                    <a:pt x="12236" y="8585"/>
                    <a:pt x="12102" y="8786"/>
                    <a:pt x="12246" y="8930"/>
                  </a:cubicBezTo>
                  <a:lnTo>
                    <a:pt x="12673" y="9358"/>
                  </a:lnTo>
                  <a:lnTo>
                    <a:pt x="9652" y="12374"/>
                  </a:lnTo>
                  <a:cubicBezTo>
                    <a:pt x="8659" y="13386"/>
                    <a:pt x="7347" y="13892"/>
                    <a:pt x="6035" y="13892"/>
                  </a:cubicBezTo>
                  <a:cubicBezTo>
                    <a:pt x="4736" y="13892"/>
                    <a:pt x="3437" y="13397"/>
                    <a:pt x="2446" y="12408"/>
                  </a:cubicBezTo>
                  <a:cubicBezTo>
                    <a:pt x="457" y="10414"/>
                    <a:pt x="466" y="7177"/>
                    <a:pt x="2479" y="5202"/>
                  </a:cubicBezTo>
                  <a:lnTo>
                    <a:pt x="5501" y="2185"/>
                  </a:lnTo>
                  <a:close/>
                  <a:moveTo>
                    <a:pt x="7197" y="1"/>
                  </a:moveTo>
                  <a:cubicBezTo>
                    <a:pt x="7146" y="1"/>
                    <a:pt x="7096" y="21"/>
                    <a:pt x="7058" y="62"/>
                  </a:cubicBezTo>
                  <a:lnTo>
                    <a:pt x="2196" y="4923"/>
                  </a:lnTo>
                  <a:cubicBezTo>
                    <a:pt x="20" y="7052"/>
                    <a:pt x="0" y="10549"/>
                    <a:pt x="2153" y="12701"/>
                  </a:cubicBezTo>
                  <a:cubicBezTo>
                    <a:pt x="3221" y="13769"/>
                    <a:pt x="4621" y="14303"/>
                    <a:pt x="6021" y="14303"/>
                  </a:cubicBezTo>
                  <a:cubicBezTo>
                    <a:pt x="7441" y="14303"/>
                    <a:pt x="8861" y="13754"/>
                    <a:pt x="9935" y="12658"/>
                  </a:cubicBezTo>
                  <a:lnTo>
                    <a:pt x="14797" y="7801"/>
                  </a:lnTo>
                  <a:cubicBezTo>
                    <a:pt x="14874" y="7719"/>
                    <a:pt x="14874" y="7594"/>
                    <a:pt x="14797" y="7518"/>
                  </a:cubicBezTo>
                  <a:lnTo>
                    <a:pt x="12342" y="5068"/>
                  </a:lnTo>
                  <a:cubicBezTo>
                    <a:pt x="12304" y="5027"/>
                    <a:pt x="12252" y="5006"/>
                    <a:pt x="12200" y="5006"/>
                  </a:cubicBezTo>
                  <a:cubicBezTo>
                    <a:pt x="12149" y="5006"/>
                    <a:pt x="12097" y="5027"/>
                    <a:pt x="12059" y="5068"/>
                  </a:cubicBezTo>
                  <a:lnTo>
                    <a:pt x="7197" y="9924"/>
                  </a:lnTo>
                  <a:cubicBezTo>
                    <a:pt x="6885" y="10237"/>
                    <a:pt x="6475" y="10393"/>
                    <a:pt x="6065" y="10393"/>
                  </a:cubicBezTo>
                  <a:cubicBezTo>
                    <a:pt x="5656" y="10393"/>
                    <a:pt x="5246" y="10237"/>
                    <a:pt x="4934" y="9924"/>
                  </a:cubicBezTo>
                  <a:cubicBezTo>
                    <a:pt x="4305" y="9295"/>
                    <a:pt x="4305" y="8281"/>
                    <a:pt x="4934" y="7657"/>
                  </a:cubicBezTo>
                  <a:lnTo>
                    <a:pt x="9791" y="2795"/>
                  </a:lnTo>
                  <a:cubicBezTo>
                    <a:pt x="9873" y="2718"/>
                    <a:pt x="9873" y="2593"/>
                    <a:pt x="9791" y="2517"/>
                  </a:cubicBezTo>
                  <a:lnTo>
                    <a:pt x="7341" y="62"/>
                  </a:lnTo>
                  <a:cubicBezTo>
                    <a:pt x="7300" y="21"/>
                    <a:pt x="7248" y="1"/>
                    <a:pt x="71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86"/>
            <p:cNvSpPr/>
            <p:nvPr/>
          </p:nvSpPr>
          <p:spPr>
            <a:xfrm>
              <a:off x="3092968" y="2216529"/>
              <a:ext cx="11493" cy="10551"/>
            </a:xfrm>
            <a:custGeom>
              <a:rect b="b" l="l" r="r" t="t"/>
              <a:pathLst>
                <a:path extrusionOk="0" h="403" w="439">
                  <a:moveTo>
                    <a:pt x="221" y="1"/>
                  </a:moveTo>
                  <a:cubicBezTo>
                    <a:pt x="170" y="1"/>
                    <a:pt x="119" y="20"/>
                    <a:pt x="78" y="58"/>
                  </a:cubicBezTo>
                  <a:cubicBezTo>
                    <a:pt x="1" y="140"/>
                    <a:pt x="1" y="265"/>
                    <a:pt x="78" y="342"/>
                  </a:cubicBezTo>
                  <a:cubicBezTo>
                    <a:pt x="119" y="382"/>
                    <a:pt x="170" y="403"/>
                    <a:pt x="221" y="403"/>
                  </a:cubicBezTo>
                  <a:cubicBezTo>
                    <a:pt x="272" y="403"/>
                    <a:pt x="323" y="382"/>
                    <a:pt x="361" y="342"/>
                  </a:cubicBezTo>
                  <a:cubicBezTo>
                    <a:pt x="438" y="265"/>
                    <a:pt x="438" y="140"/>
                    <a:pt x="361" y="58"/>
                  </a:cubicBezTo>
                  <a:cubicBezTo>
                    <a:pt x="323" y="20"/>
                    <a:pt x="272" y="1"/>
                    <a:pt x="2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86"/>
            <p:cNvSpPr/>
            <p:nvPr/>
          </p:nvSpPr>
          <p:spPr>
            <a:xfrm>
              <a:off x="3092968" y="2186867"/>
              <a:ext cx="11493" cy="10577"/>
            </a:xfrm>
            <a:custGeom>
              <a:rect b="b" l="l" r="r" t="t"/>
              <a:pathLst>
                <a:path extrusionOk="0" h="404" w="439">
                  <a:moveTo>
                    <a:pt x="221" y="1"/>
                  </a:moveTo>
                  <a:cubicBezTo>
                    <a:pt x="170" y="1"/>
                    <a:pt x="119" y="21"/>
                    <a:pt x="78" y="62"/>
                  </a:cubicBezTo>
                  <a:cubicBezTo>
                    <a:pt x="1" y="139"/>
                    <a:pt x="1" y="264"/>
                    <a:pt x="78" y="346"/>
                  </a:cubicBezTo>
                  <a:cubicBezTo>
                    <a:pt x="119" y="384"/>
                    <a:pt x="170" y="403"/>
                    <a:pt x="221" y="403"/>
                  </a:cubicBezTo>
                  <a:cubicBezTo>
                    <a:pt x="272" y="403"/>
                    <a:pt x="323" y="384"/>
                    <a:pt x="361" y="346"/>
                  </a:cubicBezTo>
                  <a:cubicBezTo>
                    <a:pt x="438" y="264"/>
                    <a:pt x="438" y="139"/>
                    <a:pt x="361" y="62"/>
                  </a:cubicBezTo>
                  <a:cubicBezTo>
                    <a:pt x="323" y="21"/>
                    <a:pt x="272" y="1"/>
                    <a:pt x="2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86"/>
            <p:cNvSpPr/>
            <p:nvPr/>
          </p:nvSpPr>
          <p:spPr>
            <a:xfrm>
              <a:off x="3320132" y="2230876"/>
              <a:ext cx="11467" cy="10446"/>
            </a:xfrm>
            <a:custGeom>
              <a:rect b="b" l="l" r="r" t="t"/>
              <a:pathLst>
                <a:path extrusionOk="0" h="399" w="438">
                  <a:moveTo>
                    <a:pt x="217" y="0"/>
                  </a:moveTo>
                  <a:cubicBezTo>
                    <a:pt x="166" y="0"/>
                    <a:pt x="115" y="19"/>
                    <a:pt x="77" y="58"/>
                  </a:cubicBezTo>
                  <a:cubicBezTo>
                    <a:pt x="0" y="135"/>
                    <a:pt x="0" y="264"/>
                    <a:pt x="77" y="341"/>
                  </a:cubicBezTo>
                  <a:cubicBezTo>
                    <a:pt x="115" y="380"/>
                    <a:pt x="166" y="399"/>
                    <a:pt x="217" y="399"/>
                  </a:cubicBezTo>
                  <a:cubicBezTo>
                    <a:pt x="268" y="399"/>
                    <a:pt x="320" y="380"/>
                    <a:pt x="360" y="341"/>
                  </a:cubicBezTo>
                  <a:cubicBezTo>
                    <a:pt x="437" y="264"/>
                    <a:pt x="437" y="135"/>
                    <a:pt x="360" y="58"/>
                  </a:cubicBezTo>
                  <a:cubicBezTo>
                    <a:pt x="320" y="19"/>
                    <a:pt x="268" y="0"/>
                    <a:pt x="21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3" name="Google Shape;12883;p86"/>
          <p:cNvGrpSpPr/>
          <p:nvPr/>
        </p:nvGrpSpPr>
        <p:grpSpPr>
          <a:xfrm>
            <a:off x="3028591" y="2443798"/>
            <a:ext cx="431158" cy="349817"/>
            <a:chOff x="3028591" y="2443798"/>
            <a:chExt cx="431158" cy="349817"/>
          </a:xfrm>
        </p:grpSpPr>
        <p:sp>
          <p:nvSpPr>
            <p:cNvPr id="12884" name="Google Shape;12884;p86"/>
            <p:cNvSpPr/>
            <p:nvPr/>
          </p:nvSpPr>
          <p:spPr>
            <a:xfrm>
              <a:off x="3068332" y="2658997"/>
              <a:ext cx="144278" cy="120873"/>
            </a:xfrm>
            <a:custGeom>
              <a:rect b="b" l="l" r="r" t="t"/>
              <a:pathLst>
                <a:path extrusionOk="0" h="4617" w="5511">
                  <a:moveTo>
                    <a:pt x="3443" y="603"/>
                  </a:moveTo>
                  <a:cubicBezTo>
                    <a:pt x="3643" y="603"/>
                    <a:pt x="3815" y="858"/>
                    <a:pt x="3637" y="1047"/>
                  </a:cubicBezTo>
                  <a:lnTo>
                    <a:pt x="1413" y="3276"/>
                  </a:lnTo>
                  <a:cubicBezTo>
                    <a:pt x="1356" y="3327"/>
                    <a:pt x="1295" y="3349"/>
                    <a:pt x="1235" y="3349"/>
                  </a:cubicBezTo>
                  <a:cubicBezTo>
                    <a:pt x="1032" y="3349"/>
                    <a:pt x="859" y="3095"/>
                    <a:pt x="1038" y="2902"/>
                  </a:cubicBezTo>
                  <a:lnTo>
                    <a:pt x="3267" y="677"/>
                  </a:lnTo>
                  <a:cubicBezTo>
                    <a:pt x="3323" y="625"/>
                    <a:pt x="3384" y="603"/>
                    <a:pt x="3443" y="603"/>
                  </a:cubicBezTo>
                  <a:close/>
                  <a:moveTo>
                    <a:pt x="2753" y="0"/>
                  </a:moveTo>
                  <a:cubicBezTo>
                    <a:pt x="1235" y="0"/>
                    <a:pt x="0" y="831"/>
                    <a:pt x="0" y="1859"/>
                  </a:cubicBezTo>
                  <a:cubicBezTo>
                    <a:pt x="0" y="2796"/>
                    <a:pt x="476" y="3666"/>
                    <a:pt x="1264" y="4170"/>
                  </a:cubicBezTo>
                  <a:lnTo>
                    <a:pt x="3522" y="1912"/>
                  </a:lnTo>
                  <a:cubicBezTo>
                    <a:pt x="3579" y="1860"/>
                    <a:pt x="3641" y="1837"/>
                    <a:pt x="3700" y="1837"/>
                  </a:cubicBezTo>
                  <a:cubicBezTo>
                    <a:pt x="3901" y="1837"/>
                    <a:pt x="4070" y="2093"/>
                    <a:pt x="3892" y="2282"/>
                  </a:cubicBezTo>
                  <a:lnTo>
                    <a:pt x="1754" y="4425"/>
                  </a:lnTo>
                  <a:cubicBezTo>
                    <a:pt x="2089" y="4555"/>
                    <a:pt x="2428" y="4616"/>
                    <a:pt x="2760" y="4616"/>
                  </a:cubicBezTo>
                  <a:cubicBezTo>
                    <a:pt x="4216" y="4616"/>
                    <a:pt x="5511" y="3440"/>
                    <a:pt x="5511" y="1859"/>
                  </a:cubicBezTo>
                  <a:cubicBezTo>
                    <a:pt x="5506" y="1542"/>
                    <a:pt x="5390" y="1235"/>
                    <a:pt x="5189" y="990"/>
                  </a:cubicBezTo>
                  <a:lnTo>
                    <a:pt x="4636" y="1537"/>
                  </a:lnTo>
                  <a:cubicBezTo>
                    <a:pt x="4579" y="1590"/>
                    <a:pt x="4516" y="1613"/>
                    <a:pt x="4457" y="1613"/>
                  </a:cubicBezTo>
                  <a:cubicBezTo>
                    <a:pt x="4256" y="1613"/>
                    <a:pt x="4089" y="1360"/>
                    <a:pt x="4266" y="1167"/>
                  </a:cubicBezTo>
                  <a:lnTo>
                    <a:pt x="4809" y="620"/>
                  </a:lnTo>
                  <a:cubicBezTo>
                    <a:pt x="4305" y="240"/>
                    <a:pt x="3570" y="0"/>
                    <a:pt x="2753"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6"/>
            <p:cNvSpPr/>
            <p:nvPr/>
          </p:nvSpPr>
          <p:spPr>
            <a:xfrm>
              <a:off x="3275338" y="2658997"/>
              <a:ext cx="144304" cy="120873"/>
            </a:xfrm>
            <a:custGeom>
              <a:rect b="b" l="l" r="r" t="t"/>
              <a:pathLst>
                <a:path extrusionOk="0" h="4617" w="5512">
                  <a:moveTo>
                    <a:pt x="3440" y="605"/>
                  </a:moveTo>
                  <a:cubicBezTo>
                    <a:pt x="3641" y="605"/>
                    <a:pt x="3811" y="859"/>
                    <a:pt x="3633" y="1052"/>
                  </a:cubicBezTo>
                  <a:lnTo>
                    <a:pt x="3637" y="1052"/>
                  </a:lnTo>
                  <a:lnTo>
                    <a:pt x="1408" y="3276"/>
                  </a:lnTo>
                  <a:cubicBezTo>
                    <a:pt x="1352" y="3329"/>
                    <a:pt x="1290" y="3351"/>
                    <a:pt x="1230" y="3351"/>
                  </a:cubicBezTo>
                  <a:cubicBezTo>
                    <a:pt x="1029" y="3351"/>
                    <a:pt x="860" y="3096"/>
                    <a:pt x="1038" y="2907"/>
                  </a:cubicBezTo>
                  <a:lnTo>
                    <a:pt x="3263" y="677"/>
                  </a:lnTo>
                  <a:cubicBezTo>
                    <a:pt x="3319" y="626"/>
                    <a:pt x="3381" y="605"/>
                    <a:pt x="3440" y="605"/>
                  </a:cubicBezTo>
                  <a:close/>
                  <a:moveTo>
                    <a:pt x="2754" y="0"/>
                  </a:moveTo>
                  <a:cubicBezTo>
                    <a:pt x="1235" y="0"/>
                    <a:pt x="1" y="831"/>
                    <a:pt x="1" y="1859"/>
                  </a:cubicBezTo>
                  <a:cubicBezTo>
                    <a:pt x="1" y="2796"/>
                    <a:pt x="476" y="3666"/>
                    <a:pt x="1264" y="4170"/>
                  </a:cubicBezTo>
                  <a:lnTo>
                    <a:pt x="3522" y="1912"/>
                  </a:lnTo>
                  <a:cubicBezTo>
                    <a:pt x="3581" y="1848"/>
                    <a:pt x="3649" y="1822"/>
                    <a:pt x="3713" y="1822"/>
                  </a:cubicBezTo>
                  <a:cubicBezTo>
                    <a:pt x="3920" y="1822"/>
                    <a:pt x="4097" y="2095"/>
                    <a:pt x="3892" y="2282"/>
                  </a:cubicBezTo>
                  <a:lnTo>
                    <a:pt x="1754" y="4425"/>
                  </a:lnTo>
                  <a:cubicBezTo>
                    <a:pt x="2089" y="4555"/>
                    <a:pt x="2429" y="4616"/>
                    <a:pt x="2760" y="4616"/>
                  </a:cubicBezTo>
                  <a:cubicBezTo>
                    <a:pt x="4217" y="4616"/>
                    <a:pt x="5511" y="3440"/>
                    <a:pt x="5511" y="1859"/>
                  </a:cubicBezTo>
                  <a:cubicBezTo>
                    <a:pt x="5506" y="1542"/>
                    <a:pt x="5391" y="1235"/>
                    <a:pt x="5189" y="990"/>
                  </a:cubicBezTo>
                  <a:lnTo>
                    <a:pt x="4637" y="1537"/>
                  </a:lnTo>
                  <a:cubicBezTo>
                    <a:pt x="4577" y="1602"/>
                    <a:pt x="4509" y="1628"/>
                    <a:pt x="4445" y="1628"/>
                  </a:cubicBezTo>
                  <a:cubicBezTo>
                    <a:pt x="4238" y="1628"/>
                    <a:pt x="4062" y="1358"/>
                    <a:pt x="4267" y="1167"/>
                  </a:cubicBezTo>
                  <a:lnTo>
                    <a:pt x="4810" y="620"/>
                  </a:lnTo>
                  <a:cubicBezTo>
                    <a:pt x="4305" y="240"/>
                    <a:pt x="3570" y="0"/>
                    <a:pt x="2754"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86"/>
            <p:cNvSpPr/>
            <p:nvPr/>
          </p:nvSpPr>
          <p:spPr>
            <a:xfrm>
              <a:off x="3041917" y="2696853"/>
              <a:ext cx="13849" cy="18745"/>
            </a:xfrm>
            <a:custGeom>
              <a:rect b="b" l="l" r="r" t="t"/>
              <a:pathLst>
                <a:path extrusionOk="0" h="716" w="529">
                  <a:moveTo>
                    <a:pt x="269" y="0"/>
                  </a:moveTo>
                  <a:cubicBezTo>
                    <a:pt x="121" y="0"/>
                    <a:pt x="0" y="120"/>
                    <a:pt x="0" y="264"/>
                  </a:cubicBezTo>
                  <a:lnTo>
                    <a:pt x="0" y="452"/>
                  </a:lnTo>
                  <a:cubicBezTo>
                    <a:pt x="0" y="596"/>
                    <a:pt x="121" y="716"/>
                    <a:pt x="269" y="716"/>
                  </a:cubicBezTo>
                  <a:lnTo>
                    <a:pt x="495" y="716"/>
                  </a:lnTo>
                  <a:cubicBezTo>
                    <a:pt x="490" y="615"/>
                    <a:pt x="486" y="514"/>
                    <a:pt x="486" y="413"/>
                  </a:cubicBezTo>
                  <a:cubicBezTo>
                    <a:pt x="481" y="274"/>
                    <a:pt x="500" y="135"/>
                    <a:pt x="529" y="0"/>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86"/>
            <p:cNvSpPr/>
            <p:nvPr/>
          </p:nvSpPr>
          <p:spPr>
            <a:xfrm>
              <a:off x="3432051" y="2696853"/>
              <a:ext cx="13875" cy="18745"/>
            </a:xfrm>
            <a:custGeom>
              <a:rect b="b" l="l" r="r" t="t"/>
              <a:pathLst>
                <a:path extrusionOk="0" h="716" w="530">
                  <a:moveTo>
                    <a:pt x="1" y="0"/>
                  </a:moveTo>
                  <a:cubicBezTo>
                    <a:pt x="34" y="135"/>
                    <a:pt x="49" y="274"/>
                    <a:pt x="49" y="413"/>
                  </a:cubicBezTo>
                  <a:cubicBezTo>
                    <a:pt x="49" y="514"/>
                    <a:pt x="44" y="615"/>
                    <a:pt x="34" y="716"/>
                  </a:cubicBezTo>
                  <a:lnTo>
                    <a:pt x="265" y="716"/>
                  </a:lnTo>
                  <a:cubicBezTo>
                    <a:pt x="409" y="716"/>
                    <a:pt x="529" y="596"/>
                    <a:pt x="529" y="452"/>
                  </a:cubicBezTo>
                  <a:lnTo>
                    <a:pt x="529" y="264"/>
                  </a:lnTo>
                  <a:cubicBezTo>
                    <a:pt x="529" y="120"/>
                    <a:pt x="409" y="0"/>
                    <a:pt x="265" y="0"/>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86"/>
            <p:cNvSpPr/>
            <p:nvPr/>
          </p:nvSpPr>
          <p:spPr>
            <a:xfrm>
              <a:off x="3090821" y="2674417"/>
              <a:ext cx="78016" cy="72309"/>
            </a:xfrm>
            <a:custGeom>
              <a:rect b="b" l="l" r="r" t="t"/>
              <a:pathLst>
                <a:path extrusionOk="0" h="2762" w="2980">
                  <a:moveTo>
                    <a:pt x="2595" y="0"/>
                  </a:moveTo>
                  <a:cubicBezTo>
                    <a:pt x="2532" y="0"/>
                    <a:pt x="2466" y="26"/>
                    <a:pt x="2408" y="88"/>
                  </a:cubicBezTo>
                  <a:lnTo>
                    <a:pt x="179" y="2318"/>
                  </a:lnTo>
                  <a:cubicBezTo>
                    <a:pt x="1" y="2507"/>
                    <a:pt x="172" y="2762"/>
                    <a:pt x="375" y="2762"/>
                  </a:cubicBezTo>
                  <a:cubicBezTo>
                    <a:pt x="435" y="2762"/>
                    <a:pt x="497" y="2740"/>
                    <a:pt x="554" y="2687"/>
                  </a:cubicBezTo>
                  <a:lnTo>
                    <a:pt x="2778" y="463"/>
                  </a:lnTo>
                  <a:cubicBezTo>
                    <a:pt x="2980" y="272"/>
                    <a:pt x="2800" y="0"/>
                    <a:pt x="25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6"/>
            <p:cNvSpPr/>
            <p:nvPr/>
          </p:nvSpPr>
          <p:spPr>
            <a:xfrm>
              <a:off x="3098518" y="2782488"/>
              <a:ext cx="1021" cy="654"/>
            </a:xfrm>
            <a:custGeom>
              <a:rect b="b" l="l" r="r" t="t"/>
              <a:pathLst>
                <a:path extrusionOk="0" h="25" w="39">
                  <a:moveTo>
                    <a:pt x="0" y="1"/>
                  </a:moveTo>
                  <a:lnTo>
                    <a:pt x="0" y="1"/>
                  </a:lnTo>
                  <a:cubicBezTo>
                    <a:pt x="10" y="10"/>
                    <a:pt x="24" y="20"/>
                    <a:pt x="39" y="25"/>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6"/>
            <p:cNvSpPr/>
            <p:nvPr/>
          </p:nvSpPr>
          <p:spPr>
            <a:xfrm>
              <a:off x="3101267" y="2706959"/>
              <a:ext cx="71733" cy="67885"/>
            </a:xfrm>
            <a:custGeom>
              <a:rect b="b" l="l" r="r" t="t"/>
              <a:pathLst>
                <a:path extrusionOk="0" h="2593" w="2740">
                  <a:moveTo>
                    <a:pt x="2449" y="1"/>
                  </a:moveTo>
                  <a:cubicBezTo>
                    <a:pt x="2381" y="1"/>
                    <a:pt x="2314" y="27"/>
                    <a:pt x="2264" y="80"/>
                  </a:cubicBezTo>
                  <a:lnTo>
                    <a:pt x="1" y="2338"/>
                  </a:lnTo>
                  <a:cubicBezTo>
                    <a:pt x="160" y="2439"/>
                    <a:pt x="323" y="2525"/>
                    <a:pt x="496" y="2593"/>
                  </a:cubicBezTo>
                  <a:lnTo>
                    <a:pt x="2634" y="450"/>
                  </a:lnTo>
                  <a:cubicBezTo>
                    <a:pt x="2739" y="349"/>
                    <a:pt x="2739" y="181"/>
                    <a:pt x="2634" y="80"/>
                  </a:cubicBezTo>
                  <a:cubicBezTo>
                    <a:pt x="2583" y="27"/>
                    <a:pt x="2516" y="1"/>
                    <a:pt x="24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86"/>
            <p:cNvSpPr/>
            <p:nvPr/>
          </p:nvSpPr>
          <p:spPr>
            <a:xfrm>
              <a:off x="3177241" y="2675203"/>
              <a:ext cx="26939" cy="26128"/>
            </a:xfrm>
            <a:custGeom>
              <a:rect b="b" l="l" r="r" t="t"/>
              <a:pathLst>
                <a:path extrusionOk="0" h="998" w="1029">
                  <a:moveTo>
                    <a:pt x="649" y="1"/>
                  </a:moveTo>
                  <a:lnTo>
                    <a:pt x="106" y="548"/>
                  </a:lnTo>
                  <a:cubicBezTo>
                    <a:pt x="1" y="649"/>
                    <a:pt x="1" y="817"/>
                    <a:pt x="106" y="918"/>
                  </a:cubicBezTo>
                  <a:cubicBezTo>
                    <a:pt x="157" y="971"/>
                    <a:pt x="224" y="998"/>
                    <a:pt x="291" y="998"/>
                  </a:cubicBezTo>
                  <a:cubicBezTo>
                    <a:pt x="359" y="998"/>
                    <a:pt x="426" y="971"/>
                    <a:pt x="476" y="918"/>
                  </a:cubicBezTo>
                  <a:lnTo>
                    <a:pt x="1029" y="371"/>
                  </a:lnTo>
                  <a:cubicBezTo>
                    <a:pt x="918" y="231"/>
                    <a:pt x="788" y="106"/>
                    <a:pt x="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6"/>
            <p:cNvSpPr/>
            <p:nvPr/>
          </p:nvSpPr>
          <p:spPr>
            <a:xfrm>
              <a:off x="3297853" y="2674417"/>
              <a:ext cx="78016" cy="72309"/>
            </a:xfrm>
            <a:custGeom>
              <a:rect b="b" l="l" r="r" t="t"/>
              <a:pathLst>
                <a:path extrusionOk="0" h="2762" w="2980">
                  <a:moveTo>
                    <a:pt x="2595" y="0"/>
                  </a:moveTo>
                  <a:cubicBezTo>
                    <a:pt x="2531" y="0"/>
                    <a:pt x="2465" y="26"/>
                    <a:pt x="2408" y="88"/>
                  </a:cubicBezTo>
                  <a:lnTo>
                    <a:pt x="178" y="2318"/>
                  </a:lnTo>
                  <a:cubicBezTo>
                    <a:pt x="0" y="2507"/>
                    <a:pt x="172" y="2762"/>
                    <a:pt x="374" y="2762"/>
                  </a:cubicBezTo>
                  <a:cubicBezTo>
                    <a:pt x="434" y="2762"/>
                    <a:pt x="496" y="2740"/>
                    <a:pt x="553" y="2687"/>
                  </a:cubicBezTo>
                  <a:lnTo>
                    <a:pt x="2777" y="463"/>
                  </a:lnTo>
                  <a:cubicBezTo>
                    <a:pt x="2979" y="272"/>
                    <a:pt x="2800" y="0"/>
                    <a:pt x="25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6"/>
            <p:cNvSpPr/>
            <p:nvPr/>
          </p:nvSpPr>
          <p:spPr>
            <a:xfrm>
              <a:off x="3305523" y="2782619"/>
              <a:ext cx="1047" cy="524"/>
            </a:xfrm>
            <a:custGeom>
              <a:rect b="b" l="l" r="r" t="t"/>
              <a:pathLst>
                <a:path extrusionOk="0" h="20" w="40">
                  <a:moveTo>
                    <a:pt x="1" y="0"/>
                  </a:moveTo>
                  <a:cubicBezTo>
                    <a:pt x="10" y="5"/>
                    <a:pt x="25" y="15"/>
                    <a:pt x="39" y="20"/>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86"/>
            <p:cNvSpPr/>
            <p:nvPr/>
          </p:nvSpPr>
          <p:spPr>
            <a:xfrm>
              <a:off x="3308298" y="2706959"/>
              <a:ext cx="71707" cy="67885"/>
            </a:xfrm>
            <a:custGeom>
              <a:rect b="b" l="l" r="r" t="t"/>
              <a:pathLst>
                <a:path extrusionOk="0" h="2593" w="2739">
                  <a:moveTo>
                    <a:pt x="2448" y="1"/>
                  </a:moveTo>
                  <a:cubicBezTo>
                    <a:pt x="2381" y="1"/>
                    <a:pt x="2314" y="27"/>
                    <a:pt x="2263" y="80"/>
                  </a:cubicBezTo>
                  <a:lnTo>
                    <a:pt x="0" y="2338"/>
                  </a:lnTo>
                  <a:cubicBezTo>
                    <a:pt x="159" y="2439"/>
                    <a:pt x="322" y="2525"/>
                    <a:pt x="495" y="2593"/>
                  </a:cubicBezTo>
                  <a:lnTo>
                    <a:pt x="2633" y="450"/>
                  </a:lnTo>
                  <a:cubicBezTo>
                    <a:pt x="2739" y="349"/>
                    <a:pt x="2739" y="181"/>
                    <a:pt x="2633" y="80"/>
                  </a:cubicBezTo>
                  <a:cubicBezTo>
                    <a:pt x="2583" y="27"/>
                    <a:pt x="2515" y="1"/>
                    <a:pt x="24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86"/>
            <p:cNvSpPr/>
            <p:nvPr/>
          </p:nvSpPr>
          <p:spPr>
            <a:xfrm>
              <a:off x="3384273" y="2675203"/>
              <a:ext cx="26939" cy="26128"/>
            </a:xfrm>
            <a:custGeom>
              <a:rect b="b" l="l" r="r" t="t"/>
              <a:pathLst>
                <a:path extrusionOk="0" h="998" w="1029">
                  <a:moveTo>
                    <a:pt x="649" y="1"/>
                  </a:moveTo>
                  <a:lnTo>
                    <a:pt x="106" y="548"/>
                  </a:lnTo>
                  <a:cubicBezTo>
                    <a:pt x="0" y="649"/>
                    <a:pt x="0" y="817"/>
                    <a:pt x="106" y="918"/>
                  </a:cubicBezTo>
                  <a:cubicBezTo>
                    <a:pt x="156" y="971"/>
                    <a:pt x="223" y="998"/>
                    <a:pt x="291" y="998"/>
                  </a:cubicBezTo>
                  <a:cubicBezTo>
                    <a:pt x="358" y="998"/>
                    <a:pt x="425" y="971"/>
                    <a:pt x="476" y="918"/>
                  </a:cubicBezTo>
                  <a:lnTo>
                    <a:pt x="1028" y="371"/>
                  </a:lnTo>
                  <a:cubicBezTo>
                    <a:pt x="918" y="231"/>
                    <a:pt x="788" y="106"/>
                    <a:pt x="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6"/>
            <p:cNvSpPr/>
            <p:nvPr/>
          </p:nvSpPr>
          <p:spPr>
            <a:xfrm>
              <a:off x="3028591" y="2443798"/>
              <a:ext cx="431158" cy="349817"/>
            </a:xfrm>
            <a:custGeom>
              <a:rect b="b" l="l" r="r" t="t"/>
              <a:pathLst>
                <a:path extrusionOk="0" h="13362" w="16469">
                  <a:moveTo>
                    <a:pt x="1043" y="9666"/>
                  </a:moveTo>
                  <a:cubicBezTo>
                    <a:pt x="1009" y="9801"/>
                    <a:pt x="990" y="9940"/>
                    <a:pt x="995" y="10079"/>
                  </a:cubicBezTo>
                  <a:cubicBezTo>
                    <a:pt x="995" y="10180"/>
                    <a:pt x="999" y="10281"/>
                    <a:pt x="1009" y="10382"/>
                  </a:cubicBezTo>
                  <a:lnTo>
                    <a:pt x="778" y="10382"/>
                  </a:lnTo>
                  <a:cubicBezTo>
                    <a:pt x="630" y="10382"/>
                    <a:pt x="509" y="10262"/>
                    <a:pt x="509" y="10118"/>
                  </a:cubicBezTo>
                  <a:lnTo>
                    <a:pt x="509" y="9930"/>
                  </a:lnTo>
                  <a:cubicBezTo>
                    <a:pt x="509" y="9786"/>
                    <a:pt x="630" y="9666"/>
                    <a:pt x="778" y="9666"/>
                  </a:cubicBezTo>
                  <a:close/>
                  <a:moveTo>
                    <a:pt x="15676" y="9666"/>
                  </a:moveTo>
                  <a:cubicBezTo>
                    <a:pt x="15820" y="9666"/>
                    <a:pt x="15940" y="9786"/>
                    <a:pt x="15940" y="9930"/>
                  </a:cubicBezTo>
                  <a:lnTo>
                    <a:pt x="15940" y="10118"/>
                  </a:lnTo>
                  <a:cubicBezTo>
                    <a:pt x="15940" y="10262"/>
                    <a:pt x="15820" y="10382"/>
                    <a:pt x="15676" y="10382"/>
                  </a:cubicBezTo>
                  <a:lnTo>
                    <a:pt x="15445" y="10382"/>
                  </a:lnTo>
                  <a:cubicBezTo>
                    <a:pt x="15455" y="10281"/>
                    <a:pt x="15460" y="10180"/>
                    <a:pt x="15460" y="10079"/>
                  </a:cubicBezTo>
                  <a:cubicBezTo>
                    <a:pt x="15460" y="9940"/>
                    <a:pt x="15445" y="9801"/>
                    <a:pt x="15412" y="9666"/>
                  </a:cubicBezTo>
                  <a:close/>
                  <a:moveTo>
                    <a:pt x="4271" y="8220"/>
                  </a:moveTo>
                  <a:cubicBezTo>
                    <a:pt x="5088" y="8220"/>
                    <a:pt x="5823" y="8460"/>
                    <a:pt x="6327" y="8840"/>
                  </a:cubicBezTo>
                  <a:cubicBezTo>
                    <a:pt x="6466" y="8945"/>
                    <a:pt x="6596" y="9070"/>
                    <a:pt x="6707" y="9210"/>
                  </a:cubicBezTo>
                  <a:cubicBezTo>
                    <a:pt x="6908" y="9455"/>
                    <a:pt x="7024" y="9762"/>
                    <a:pt x="7029" y="10079"/>
                  </a:cubicBezTo>
                  <a:cubicBezTo>
                    <a:pt x="7024" y="11602"/>
                    <a:pt x="5794" y="12832"/>
                    <a:pt x="4271" y="12832"/>
                  </a:cubicBezTo>
                  <a:cubicBezTo>
                    <a:pt x="2753" y="12832"/>
                    <a:pt x="1518" y="11597"/>
                    <a:pt x="1518" y="10079"/>
                  </a:cubicBezTo>
                  <a:cubicBezTo>
                    <a:pt x="1518" y="9051"/>
                    <a:pt x="2753" y="8220"/>
                    <a:pt x="4271" y="8220"/>
                  </a:cubicBezTo>
                  <a:close/>
                  <a:moveTo>
                    <a:pt x="12179" y="8220"/>
                  </a:moveTo>
                  <a:cubicBezTo>
                    <a:pt x="12995" y="8220"/>
                    <a:pt x="13730" y="8460"/>
                    <a:pt x="14235" y="8840"/>
                  </a:cubicBezTo>
                  <a:cubicBezTo>
                    <a:pt x="14374" y="8945"/>
                    <a:pt x="14504" y="9070"/>
                    <a:pt x="14614" y="9210"/>
                  </a:cubicBezTo>
                  <a:cubicBezTo>
                    <a:pt x="14816" y="9455"/>
                    <a:pt x="14926" y="9762"/>
                    <a:pt x="14931" y="10079"/>
                  </a:cubicBezTo>
                  <a:cubicBezTo>
                    <a:pt x="14935" y="11660"/>
                    <a:pt x="13638" y="12836"/>
                    <a:pt x="12181" y="12836"/>
                  </a:cubicBezTo>
                  <a:cubicBezTo>
                    <a:pt x="11849" y="12836"/>
                    <a:pt x="11509" y="12775"/>
                    <a:pt x="11174" y="12645"/>
                  </a:cubicBezTo>
                  <a:cubicBezTo>
                    <a:pt x="10122" y="12227"/>
                    <a:pt x="9426" y="11213"/>
                    <a:pt x="9426" y="10079"/>
                  </a:cubicBezTo>
                  <a:cubicBezTo>
                    <a:pt x="9426" y="9051"/>
                    <a:pt x="10660" y="8220"/>
                    <a:pt x="12179" y="8220"/>
                  </a:cubicBezTo>
                  <a:close/>
                  <a:moveTo>
                    <a:pt x="3603" y="0"/>
                  </a:moveTo>
                  <a:cubicBezTo>
                    <a:pt x="2921" y="0"/>
                    <a:pt x="2325" y="462"/>
                    <a:pt x="2162" y="1125"/>
                  </a:cubicBezTo>
                  <a:lnTo>
                    <a:pt x="19" y="9743"/>
                  </a:lnTo>
                  <a:lnTo>
                    <a:pt x="19" y="9748"/>
                  </a:lnTo>
                  <a:cubicBezTo>
                    <a:pt x="5" y="9805"/>
                    <a:pt x="0" y="9868"/>
                    <a:pt x="0" y="9930"/>
                  </a:cubicBezTo>
                  <a:lnTo>
                    <a:pt x="0" y="10118"/>
                  </a:lnTo>
                  <a:cubicBezTo>
                    <a:pt x="0" y="10550"/>
                    <a:pt x="346" y="10901"/>
                    <a:pt x="778" y="10910"/>
                  </a:cubicBezTo>
                  <a:lnTo>
                    <a:pt x="1100" y="10910"/>
                  </a:lnTo>
                  <a:cubicBezTo>
                    <a:pt x="1326" y="11770"/>
                    <a:pt x="1893" y="12500"/>
                    <a:pt x="2671" y="12938"/>
                  </a:cubicBezTo>
                  <a:lnTo>
                    <a:pt x="2710" y="12962"/>
                  </a:lnTo>
                  <a:cubicBezTo>
                    <a:pt x="3216" y="13236"/>
                    <a:pt x="3749" y="13361"/>
                    <a:pt x="4268" y="13361"/>
                  </a:cubicBezTo>
                  <a:cubicBezTo>
                    <a:pt x="5944" y="13361"/>
                    <a:pt x="7483" y="12055"/>
                    <a:pt x="7552" y="10199"/>
                  </a:cubicBezTo>
                  <a:cubicBezTo>
                    <a:pt x="7752" y="10050"/>
                    <a:pt x="7988" y="9976"/>
                    <a:pt x="8225" y="9976"/>
                  </a:cubicBezTo>
                  <a:cubicBezTo>
                    <a:pt x="8463" y="9976"/>
                    <a:pt x="8700" y="10050"/>
                    <a:pt x="8902" y="10199"/>
                  </a:cubicBezTo>
                  <a:cubicBezTo>
                    <a:pt x="8945" y="11343"/>
                    <a:pt x="9580" y="12380"/>
                    <a:pt x="10579" y="12938"/>
                  </a:cubicBezTo>
                  <a:lnTo>
                    <a:pt x="10617" y="12962"/>
                  </a:lnTo>
                  <a:cubicBezTo>
                    <a:pt x="11119" y="13233"/>
                    <a:pt x="11653" y="13360"/>
                    <a:pt x="12177" y="13360"/>
                  </a:cubicBezTo>
                  <a:cubicBezTo>
                    <a:pt x="13608" y="13360"/>
                    <a:pt x="14960" y="12416"/>
                    <a:pt x="15354" y="10910"/>
                  </a:cubicBezTo>
                  <a:lnTo>
                    <a:pt x="15676" y="10910"/>
                  </a:lnTo>
                  <a:cubicBezTo>
                    <a:pt x="16113" y="10906"/>
                    <a:pt x="16469" y="10555"/>
                    <a:pt x="16469" y="10118"/>
                  </a:cubicBezTo>
                  <a:lnTo>
                    <a:pt x="16469" y="9930"/>
                  </a:lnTo>
                  <a:cubicBezTo>
                    <a:pt x="16469" y="9868"/>
                    <a:pt x="16459" y="9805"/>
                    <a:pt x="16445" y="9743"/>
                  </a:cubicBezTo>
                  <a:lnTo>
                    <a:pt x="16445" y="9738"/>
                  </a:lnTo>
                  <a:lnTo>
                    <a:pt x="14302" y="1125"/>
                  </a:lnTo>
                  <a:cubicBezTo>
                    <a:pt x="14139" y="462"/>
                    <a:pt x="13543" y="0"/>
                    <a:pt x="12861" y="0"/>
                  </a:cubicBezTo>
                  <a:cubicBezTo>
                    <a:pt x="12510" y="0"/>
                    <a:pt x="12510" y="524"/>
                    <a:pt x="12861" y="524"/>
                  </a:cubicBezTo>
                  <a:cubicBezTo>
                    <a:pt x="13303" y="524"/>
                    <a:pt x="13687" y="827"/>
                    <a:pt x="13793" y="1254"/>
                  </a:cubicBezTo>
                  <a:lnTo>
                    <a:pt x="15753" y="9142"/>
                  </a:lnTo>
                  <a:lnTo>
                    <a:pt x="15200" y="9142"/>
                  </a:lnTo>
                  <a:cubicBezTo>
                    <a:pt x="15013" y="8830"/>
                    <a:pt x="14763" y="8566"/>
                    <a:pt x="14465" y="8359"/>
                  </a:cubicBezTo>
                  <a:cubicBezTo>
                    <a:pt x="13850" y="7927"/>
                    <a:pt x="13038" y="7692"/>
                    <a:pt x="12183" y="7692"/>
                  </a:cubicBezTo>
                  <a:cubicBezTo>
                    <a:pt x="11328" y="7692"/>
                    <a:pt x="10512" y="7932"/>
                    <a:pt x="9901" y="8359"/>
                  </a:cubicBezTo>
                  <a:cubicBezTo>
                    <a:pt x="9411" y="8705"/>
                    <a:pt x="9090" y="9142"/>
                    <a:pt x="8965" y="9623"/>
                  </a:cubicBezTo>
                  <a:cubicBezTo>
                    <a:pt x="8734" y="9510"/>
                    <a:pt x="8483" y="9454"/>
                    <a:pt x="8232" y="9454"/>
                  </a:cubicBezTo>
                  <a:cubicBezTo>
                    <a:pt x="7981" y="9454"/>
                    <a:pt x="7730" y="9510"/>
                    <a:pt x="7499" y="9623"/>
                  </a:cubicBezTo>
                  <a:cubicBezTo>
                    <a:pt x="7374" y="9142"/>
                    <a:pt x="7053" y="8705"/>
                    <a:pt x="6563" y="8359"/>
                  </a:cubicBezTo>
                  <a:cubicBezTo>
                    <a:pt x="5948" y="7927"/>
                    <a:pt x="5141" y="7692"/>
                    <a:pt x="4281" y="7692"/>
                  </a:cubicBezTo>
                  <a:cubicBezTo>
                    <a:pt x="3426" y="7692"/>
                    <a:pt x="2609" y="7932"/>
                    <a:pt x="1999" y="8359"/>
                  </a:cubicBezTo>
                  <a:cubicBezTo>
                    <a:pt x="1701" y="8566"/>
                    <a:pt x="1451" y="8830"/>
                    <a:pt x="1264" y="9142"/>
                  </a:cubicBezTo>
                  <a:lnTo>
                    <a:pt x="711" y="9142"/>
                  </a:lnTo>
                  <a:lnTo>
                    <a:pt x="2671" y="1254"/>
                  </a:lnTo>
                  <a:cubicBezTo>
                    <a:pt x="2777" y="827"/>
                    <a:pt x="3161" y="524"/>
                    <a:pt x="3603" y="524"/>
                  </a:cubicBezTo>
                  <a:cubicBezTo>
                    <a:pt x="3954" y="524"/>
                    <a:pt x="3954" y="0"/>
                    <a:pt x="3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7" name="Google Shape;12897;p86"/>
          <p:cNvGrpSpPr/>
          <p:nvPr/>
        </p:nvGrpSpPr>
        <p:grpSpPr>
          <a:xfrm>
            <a:off x="3966333" y="1983475"/>
            <a:ext cx="331805" cy="377961"/>
            <a:chOff x="3966333" y="1983475"/>
            <a:chExt cx="331805" cy="377961"/>
          </a:xfrm>
        </p:grpSpPr>
        <p:sp>
          <p:nvSpPr>
            <p:cNvPr id="12898" name="Google Shape;12898;p86"/>
            <p:cNvSpPr/>
            <p:nvPr/>
          </p:nvSpPr>
          <p:spPr>
            <a:xfrm>
              <a:off x="3972982" y="1989025"/>
              <a:ext cx="318113" cy="53460"/>
            </a:xfrm>
            <a:custGeom>
              <a:rect b="b" l="l" r="r" t="t"/>
              <a:pathLst>
                <a:path extrusionOk="0" h="2042" w="12151">
                  <a:moveTo>
                    <a:pt x="1019" y="0"/>
                  </a:moveTo>
                  <a:cubicBezTo>
                    <a:pt x="457" y="0"/>
                    <a:pt x="1" y="456"/>
                    <a:pt x="1" y="1023"/>
                  </a:cubicBezTo>
                  <a:cubicBezTo>
                    <a:pt x="1" y="1585"/>
                    <a:pt x="457" y="2042"/>
                    <a:pt x="1019" y="2042"/>
                  </a:cubicBezTo>
                  <a:lnTo>
                    <a:pt x="11132" y="2042"/>
                  </a:lnTo>
                  <a:cubicBezTo>
                    <a:pt x="11694" y="2042"/>
                    <a:pt x="12150" y="1585"/>
                    <a:pt x="12150" y="1023"/>
                  </a:cubicBezTo>
                  <a:cubicBezTo>
                    <a:pt x="12150" y="456"/>
                    <a:pt x="11694" y="0"/>
                    <a:pt x="11132"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86"/>
            <p:cNvSpPr/>
            <p:nvPr/>
          </p:nvSpPr>
          <p:spPr>
            <a:xfrm>
              <a:off x="3977407" y="2042458"/>
              <a:ext cx="311804" cy="99013"/>
            </a:xfrm>
            <a:custGeom>
              <a:rect b="b" l="l" r="r" t="t"/>
              <a:pathLst>
                <a:path extrusionOk="0" h="3782" w="11910">
                  <a:moveTo>
                    <a:pt x="1891" y="0"/>
                  </a:moveTo>
                  <a:cubicBezTo>
                    <a:pt x="850" y="0"/>
                    <a:pt x="0" y="844"/>
                    <a:pt x="0" y="1889"/>
                  </a:cubicBezTo>
                  <a:cubicBezTo>
                    <a:pt x="0" y="2937"/>
                    <a:pt x="855" y="3782"/>
                    <a:pt x="1900" y="3782"/>
                  </a:cubicBezTo>
                  <a:cubicBezTo>
                    <a:pt x="1909" y="3782"/>
                    <a:pt x="1918" y="3782"/>
                    <a:pt x="1926" y="3782"/>
                  </a:cubicBezTo>
                  <a:lnTo>
                    <a:pt x="9988" y="3782"/>
                  </a:lnTo>
                  <a:cubicBezTo>
                    <a:pt x="9996" y="3782"/>
                    <a:pt x="10005" y="3782"/>
                    <a:pt x="10014" y="3782"/>
                  </a:cubicBezTo>
                  <a:cubicBezTo>
                    <a:pt x="11059" y="3782"/>
                    <a:pt x="11909" y="2937"/>
                    <a:pt x="11909" y="1889"/>
                  </a:cubicBezTo>
                  <a:cubicBezTo>
                    <a:pt x="11909" y="844"/>
                    <a:pt x="11064" y="0"/>
                    <a:pt x="10023" y="0"/>
                  </a:cubicBezTo>
                  <a:cubicBezTo>
                    <a:pt x="10011" y="0"/>
                    <a:pt x="9999" y="1"/>
                    <a:pt x="9988" y="1"/>
                  </a:cubicBezTo>
                  <a:lnTo>
                    <a:pt x="1926" y="1"/>
                  </a:lnTo>
                  <a:cubicBezTo>
                    <a:pt x="1915" y="1"/>
                    <a:pt x="1903" y="0"/>
                    <a:pt x="1891"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86"/>
            <p:cNvSpPr/>
            <p:nvPr/>
          </p:nvSpPr>
          <p:spPr>
            <a:xfrm>
              <a:off x="4031861" y="2180558"/>
              <a:ext cx="200382" cy="175092"/>
            </a:xfrm>
            <a:custGeom>
              <a:rect b="b" l="l" r="r" t="t"/>
              <a:pathLst>
                <a:path extrusionOk="0" h="6688" w="7654">
                  <a:moveTo>
                    <a:pt x="0" y="1"/>
                  </a:moveTo>
                  <a:lnTo>
                    <a:pt x="0" y="6688"/>
                  </a:lnTo>
                  <a:lnTo>
                    <a:pt x="7653" y="6688"/>
                  </a:lnTo>
                  <a:lnTo>
                    <a:pt x="7653" y="1"/>
                  </a:ln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6"/>
            <p:cNvSpPr/>
            <p:nvPr/>
          </p:nvSpPr>
          <p:spPr>
            <a:xfrm>
              <a:off x="4247427" y="1989025"/>
              <a:ext cx="43668" cy="53460"/>
            </a:xfrm>
            <a:custGeom>
              <a:rect b="b" l="l" r="r" t="t"/>
              <a:pathLst>
                <a:path extrusionOk="0" h="2042" w="1668">
                  <a:moveTo>
                    <a:pt x="0" y="0"/>
                  </a:moveTo>
                  <a:cubicBezTo>
                    <a:pt x="562" y="0"/>
                    <a:pt x="1019" y="456"/>
                    <a:pt x="1019" y="1023"/>
                  </a:cubicBezTo>
                  <a:cubicBezTo>
                    <a:pt x="1019" y="1585"/>
                    <a:pt x="562" y="2042"/>
                    <a:pt x="0" y="2042"/>
                  </a:cubicBezTo>
                  <a:lnTo>
                    <a:pt x="649" y="2042"/>
                  </a:lnTo>
                  <a:cubicBezTo>
                    <a:pt x="1211" y="2042"/>
                    <a:pt x="1667" y="1585"/>
                    <a:pt x="1667" y="1023"/>
                  </a:cubicBezTo>
                  <a:cubicBezTo>
                    <a:pt x="1667" y="456"/>
                    <a:pt x="1211" y="0"/>
                    <a:pt x="64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86"/>
            <p:cNvSpPr/>
            <p:nvPr/>
          </p:nvSpPr>
          <p:spPr>
            <a:xfrm>
              <a:off x="4031861" y="2141445"/>
              <a:ext cx="200382" cy="38877"/>
            </a:xfrm>
            <a:custGeom>
              <a:rect b="b" l="l" r="r" t="t"/>
              <a:pathLst>
                <a:path extrusionOk="0" h="1485" w="7654">
                  <a:moveTo>
                    <a:pt x="0" y="1"/>
                  </a:moveTo>
                  <a:lnTo>
                    <a:pt x="0" y="1485"/>
                  </a:lnTo>
                  <a:lnTo>
                    <a:pt x="7653" y="1485"/>
                  </a:lnTo>
                  <a:lnTo>
                    <a:pt x="7653"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6"/>
            <p:cNvSpPr/>
            <p:nvPr/>
          </p:nvSpPr>
          <p:spPr>
            <a:xfrm>
              <a:off x="4221902" y="2042458"/>
              <a:ext cx="67309" cy="99013"/>
            </a:xfrm>
            <a:custGeom>
              <a:rect b="b" l="l" r="r" t="t"/>
              <a:pathLst>
                <a:path extrusionOk="0" h="3782" w="2571">
                  <a:moveTo>
                    <a:pt x="35" y="0"/>
                  </a:moveTo>
                  <a:cubicBezTo>
                    <a:pt x="24" y="0"/>
                    <a:pt x="12" y="1"/>
                    <a:pt x="0" y="1"/>
                  </a:cubicBezTo>
                  <a:lnTo>
                    <a:pt x="70" y="1"/>
                  </a:lnTo>
                  <a:cubicBezTo>
                    <a:pt x="59" y="1"/>
                    <a:pt x="47" y="0"/>
                    <a:pt x="35" y="0"/>
                  </a:cubicBezTo>
                  <a:close/>
                  <a:moveTo>
                    <a:pt x="0" y="3782"/>
                  </a:moveTo>
                  <a:cubicBezTo>
                    <a:pt x="9" y="3782"/>
                    <a:pt x="18" y="3782"/>
                    <a:pt x="27" y="3782"/>
                  </a:cubicBezTo>
                  <a:cubicBezTo>
                    <a:pt x="35" y="3782"/>
                    <a:pt x="44" y="3782"/>
                    <a:pt x="53" y="3782"/>
                  </a:cubicBezTo>
                  <a:close/>
                  <a:moveTo>
                    <a:pt x="684" y="0"/>
                  </a:moveTo>
                  <a:cubicBezTo>
                    <a:pt x="672" y="0"/>
                    <a:pt x="660" y="1"/>
                    <a:pt x="649" y="1"/>
                  </a:cubicBezTo>
                  <a:lnTo>
                    <a:pt x="70" y="1"/>
                  </a:lnTo>
                  <a:cubicBezTo>
                    <a:pt x="1095" y="19"/>
                    <a:pt x="1922" y="855"/>
                    <a:pt x="1922" y="1889"/>
                  </a:cubicBezTo>
                  <a:cubicBezTo>
                    <a:pt x="1922" y="2928"/>
                    <a:pt x="1086" y="3767"/>
                    <a:pt x="53" y="3782"/>
                  </a:cubicBezTo>
                  <a:lnTo>
                    <a:pt x="649" y="3782"/>
                  </a:lnTo>
                  <a:cubicBezTo>
                    <a:pt x="657" y="3782"/>
                    <a:pt x="666" y="3782"/>
                    <a:pt x="675" y="3782"/>
                  </a:cubicBezTo>
                  <a:cubicBezTo>
                    <a:pt x="1720" y="3782"/>
                    <a:pt x="2570" y="2937"/>
                    <a:pt x="2570" y="1889"/>
                  </a:cubicBezTo>
                  <a:cubicBezTo>
                    <a:pt x="2570" y="844"/>
                    <a:pt x="1725" y="0"/>
                    <a:pt x="684"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86"/>
            <p:cNvSpPr/>
            <p:nvPr/>
          </p:nvSpPr>
          <p:spPr>
            <a:xfrm>
              <a:off x="4215226" y="2180558"/>
              <a:ext cx="17017" cy="175092"/>
            </a:xfrm>
            <a:custGeom>
              <a:rect b="b" l="l" r="r" t="t"/>
              <a:pathLst>
                <a:path extrusionOk="0" h="6688" w="650">
                  <a:moveTo>
                    <a:pt x="1" y="1"/>
                  </a:moveTo>
                  <a:lnTo>
                    <a:pt x="1" y="6688"/>
                  </a:lnTo>
                  <a:lnTo>
                    <a:pt x="649" y="6688"/>
                  </a:lnTo>
                  <a:lnTo>
                    <a:pt x="649"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86"/>
            <p:cNvSpPr/>
            <p:nvPr/>
          </p:nvSpPr>
          <p:spPr>
            <a:xfrm>
              <a:off x="4215226" y="2141445"/>
              <a:ext cx="17017" cy="38877"/>
            </a:xfrm>
            <a:custGeom>
              <a:rect b="b" l="l" r="r" t="t"/>
              <a:pathLst>
                <a:path extrusionOk="0" h="1485" w="650">
                  <a:moveTo>
                    <a:pt x="1" y="1"/>
                  </a:moveTo>
                  <a:lnTo>
                    <a:pt x="1" y="1485"/>
                  </a:lnTo>
                  <a:lnTo>
                    <a:pt x="649" y="1485"/>
                  </a:lnTo>
                  <a:lnTo>
                    <a:pt x="649"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86"/>
            <p:cNvSpPr/>
            <p:nvPr/>
          </p:nvSpPr>
          <p:spPr>
            <a:xfrm>
              <a:off x="4061026" y="2209487"/>
              <a:ext cx="30212" cy="146294"/>
            </a:xfrm>
            <a:custGeom>
              <a:rect b="b" l="l" r="r" t="t"/>
              <a:pathLst>
                <a:path extrusionOk="0" h="5588" w="1154">
                  <a:moveTo>
                    <a:pt x="577" y="1"/>
                  </a:moveTo>
                  <a:cubicBezTo>
                    <a:pt x="255" y="1"/>
                    <a:pt x="1" y="255"/>
                    <a:pt x="1" y="577"/>
                  </a:cubicBezTo>
                  <a:lnTo>
                    <a:pt x="1" y="5588"/>
                  </a:lnTo>
                  <a:lnTo>
                    <a:pt x="1154" y="5588"/>
                  </a:lnTo>
                  <a:lnTo>
                    <a:pt x="1154" y="577"/>
                  </a:lnTo>
                  <a:cubicBezTo>
                    <a:pt x="1154" y="255"/>
                    <a:pt x="894" y="1"/>
                    <a:pt x="57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86"/>
            <p:cNvSpPr/>
            <p:nvPr/>
          </p:nvSpPr>
          <p:spPr>
            <a:xfrm>
              <a:off x="4116868" y="2209487"/>
              <a:ext cx="30343" cy="146294"/>
            </a:xfrm>
            <a:custGeom>
              <a:rect b="b" l="l" r="r" t="t"/>
              <a:pathLst>
                <a:path extrusionOk="0" h="5588" w="1159">
                  <a:moveTo>
                    <a:pt x="582" y="1"/>
                  </a:moveTo>
                  <a:cubicBezTo>
                    <a:pt x="260" y="1"/>
                    <a:pt x="1" y="255"/>
                    <a:pt x="1" y="577"/>
                  </a:cubicBezTo>
                  <a:lnTo>
                    <a:pt x="1" y="5588"/>
                  </a:lnTo>
                  <a:lnTo>
                    <a:pt x="1159" y="5588"/>
                  </a:lnTo>
                  <a:lnTo>
                    <a:pt x="1159" y="577"/>
                  </a:lnTo>
                  <a:cubicBezTo>
                    <a:pt x="1159" y="255"/>
                    <a:pt x="899" y="1"/>
                    <a:pt x="582"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86"/>
            <p:cNvSpPr/>
            <p:nvPr/>
          </p:nvSpPr>
          <p:spPr>
            <a:xfrm>
              <a:off x="4172841" y="2209487"/>
              <a:ext cx="30212" cy="146294"/>
            </a:xfrm>
            <a:custGeom>
              <a:rect b="b" l="l" r="r" t="t"/>
              <a:pathLst>
                <a:path extrusionOk="0" h="5588" w="1154">
                  <a:moveTo>
                    <a:pt x="577" y="1"/>
                  </a:moveTo>
                  <a:cubicBezTo>
                    <a:pt x="260" y="1"/>
                    <a:pt x="1" y="255"/>
                    <a:pt x="1" y="577"/>
                  </a:cubicBezTo>
                  <a:lnTo>
                    <a:pt x="1" y="5588"/>
                  </a:lnTo>
                  <a:lnTo>
                    <a:pt x="1154" y="5588"/>
                  </a:lnTo>
                  <a:lnTo>
                    <a:pt x="1154" y="577"/>
                  </a:lnTo>
                  <a:cubicBezTo>
                    <a:pt x="1154" y="255"/>
                    <a:pt x="899" y="1"/>
                    <a:pt x="57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6"/>
            <p:cNvSpPr/>
            <p:nvPr/>
          </p:nvSpPr>
          <p:spPr>
            <a:xfrm>
              <a:off x="4026311" y="2203963"/>
              <a:ext cx="211456" cy="157473"/>
            </a:xfrm>
            <a:custGeom>
              <a:rect b="b" l="l" r="r" t="t"/>
              <a:pathLst>
                <a:path extrusionOk="0" h="6015" w="8077">
                  <a:moveTo>
                    <a:pt x="1908" y="423"/>
                  </a:moveTo>
                  <a:cubicBezTo>
                    <a:pt x="2110" y="423"/>
                    <a:pt x="2273" y="586"/>
                    <a:pt x="2273" y="788"/>
                  </a:cubicBezTo>
                  <a:lnTo>
                    <a:pt x="2273" y="5582"/>
                  </a:lnTo>
                  <a:lnTo>
                    <a:pt x="1538" y="5582"/>
                  </a:lnTo>
                  <a:lnTo>
                    <a:pt x="1538" y="788"/>
                  </a:lnTo>
                  <a:cubicBezTo>
                    <a:pt x="1538" y="586"/>
                    <a:pt x="1701" y="423"/>
                    <a:pt x="1908" y="423"/>
                  </a:cubicBezTo>
                  <a:close/>
                  <a:moveTo>
                    <a:pt x="4041" y="423"/>
                  </a:moveTo>
                  <a:cubicBezTo>
                    <a:pt x="4243" y="423"/>
                    <a:pt x="4406" y="586"/>
                    <a:pt x="4406" y="788"/>
                  </a:cubicBezTo>
                  <a:lnTo>
                    <a:pt x="4406" y="5582"/>
                  </a:lnTo>
                  <a:lnTo>
                    <a:pt x="3676" y="5582"/>
                  </a:lnTo>
                  <a:lnTo>
                    <a:pt x="3676" y="788"/>
                  </a:lnTo>
                  <a:cubicBezTo>
                    <a:pt x="3676" y="586"/>
                    <a:pt x="3839" y="423"/>
                    <a:pt x="4041" y="423"/>
                  </a:cubicBezTo>
                  <a:close/>
                  <a:moveTo>
                    <a:pt x="6179" y="423"/>
                  </a:moveTo>
                  <a:cubicBezTo>
                    <a:pt x="6381" y="423"/>
                    <a:pt x="6544" y="586"/>
                    <a:pt x="6544" y="788"/>
                  </a:cubicBezTo>
                  <a:lnTo>
                    <a:pt x="6544" y="5582"/>
                  </a:lnTo>
                  <a:lnTo>
                    <a:pt x="5814" y="5582"/>
                  </a:lnTo>
                  <a:lnTo>
                    <a:pt x="5814" y="788"/>
                  </a:lnTo>
                  <a:cubicBezTo>
                    <a:pt x="5814" y="586"/>
                    <a:pt x="5977" y="423"/>
                    <a:pt x="6179" y="423"/>
                  </a:cubicBezTo>
                  <a:close/>
                  <a:moveTo>
                    <a:pt x="1903" y="0"/>
                  </a:moveTo>
                  <a:cubicBezTo>
                    <a:pt x="1466" y="0"/>
                    <a:pt x="1115" y="351"/>
                    <a:pt x="1115" y="788"/>
                  </a:cubicBezTo>
                  <a:lnTo>
                    <a:pt x="1115" y="5582"/>
                  </a:lnTo>
                  <a:lnTo>
                    <a:pt x="424" y="5582"/>
                  </a:lnTo>
                  <a:lnTo>
                    <a:pt x="424" y="3334"/>
                  </a:lnTo>
                  <a:cubicBezTo>
                    <a:pt x="409" y="3207"/>
                    <a:pt x="311" y="3143"/>
                    <a:pt x="212" y="3143"/>
                  </a:cubicBezTo>
                  <a:cubicBezTo>
                    <a:pt x="114" y="3143"/>
                    <a:pt x="15" y="3207"/>
                    <a:pt x="1" y="3334"/>
                  </a:cubicBezTo>
                  <a:lnTo>
                    <a:pt x="1" y="5794"/>
                  </a:lnTo>
                  <a:cubicBezTo>
                    <a:pt x="1" y="5914"/>
                    <a:pt x="97" y="6005"/>
                    <a:pt x="212" y="6005"/>
                  </a:cubicBezTo>
                  <a:lnTo>
                    <a:pt x="1279" y="6005"/>
                  </a:lnTo>
                  <a:cubicBezTo>
                    <a:pt x="1293" y="6010"/>
                    <a:pt x="1312" y="6015"/>
                    <a:pt x="1327" y="6015"/>
                  </a:cubicBezTo>
                  <a:lnTo>
                    <a:pt x="2485" y="6015"/>
                  </a:lnTo>
                  <a:cubicBezTo>
                    <a:pt x="2499" y="6015"/>
                    <a:pt x="2518" y="6010"/>
                    <a:pt x="2533" y="6005"/>
                  </a:cubicBezTo>
                  <a:lnTo>
                    <a:pt x="3412" y="6005"/>
                  </a:lnTo>
                  <a:cubicBezTo>
                    <a:pt x="3426" y="6010"/>
                    <a:pt x="3441" y="6015"/>
                    <a:pt x="3460" y="6015"/>
                  </a:cubicBezTo>
                  <a:lnTo>
                    <a:pt x="4618" y="6015"/>
                  </a:lnTo>
                  <a:cubicBezTo>
                    <a:pt x="4632" y="6015"/>
                    <a:pt x="4651" y="6010"/>
                    <a:pt x="4666" y="6005"/>
                  </a:cubicBezTo>
                  <a:lnTo>
                    <a:pt x="5545" y="6005"/>
                  </a:lnTo>
                  <a:cubicBezTo>
                    <a:pt x="5559" y="6010"/>
                    <a:pt x="5578" y="6015"/>
                    <a:pt x="5598" y="6015"/>
                  </a:cubicBezTo>
                  <a:lnTo>
                    <a:pt x="6751" y="6015"/>
                  </a:lnTo>
                  <a:cubicBezTo>
                    <a:pt x="6770" y="6015"/>
                    <a:pt x="6784" y="6010"/>
                    <a:pt x="6803" y="6005"/>
                  </a:cubicBezTo>
                  <a:lnTo>
                    <a:pt x="7865" y="6005"/>
                  </a:lnTo>
                  <a:cubicBezTo>
                    <a:pt x="7980" y="6005"/>
                    <a:pt x="8076" y="5914"/>
                    <a:pt x="8076" y="5794"/>
                  </a:cubicBezTo>
                  <a:lnTo>
                    <a:pt x="8076" y="1105"/>
                  </a:lnTo>
                  <a:cubicBezTo>
                    <a:pt x="8076" y="985"/>
                    <a:pt x="7980" y="894"/>
                    <a:pt x="7865" y="894"/>
                  </a:cubicBezTo>
                  <a:cubicBezTo>
                    <a:pt x="7750" y="894"/>
                    <a:pt x="7654" y="985"/>
                    <a:pt x="7654" y="1105"/>
                  </a:cubicBezTo>
                  <a:lnTo>
                    <a:pt x="7654" y="5582"/>
                  </a:lnTo>
                  <a:lnTo>
                    <a:pt x="6962" y="5582"/>
                  </a:lnTo>
                  <a:lnTo>
                    <a:pt x="6962" y="788"/>
                  </a:lnTo>
                  <a:cubicBezTo>
                    <a:pt x="6962" y="351"/>
                    <a:pt x="6611" y="0"/>
                    <a:pt x="6174" y="0"/>
                  </a:cubicBezTo>
                  <a:cubicBezTo>
                    <a:pt x="5737" y="0"/>
                    <a:pt x="5386" y="351"/>
                    <a:pt x="5386" y="788"/>
                  </a:cubicBezTo>
                  <a:lnTo>
                    <a:pt x="5386" y="5582"/>
                  </a:lnTo>
                  <a:lnTo>
                    <a:pt x="4829" y="5582"/>
                  </a:lnTo>
                  <a:lnTo>
                    <a:pt x="4829" y="788"/>
                  </a:lnTo>
                  <a:cubicBezTo>
                    <a:pt x="4829" y="351"/>
                    <a:pt x="4473" y="0"/>
                    <a:pt x="4036" y="0"/>
                  </a:cubicBezTo>
                  <a:cubicBezTo>
                    <a:pt x="3604" y="0"/>
                    <a:pt x="3248" y="351"/>
                    <a:pt x="3248" y="788"/>
                  </a:cubicBezTo>
                  <a:lnTo>
                    <a:pt x="3248" y="5582"/>
                  </a:lnTo>
                  <a:lnTo>
                    <a:pt x="2691" y="5582"/>
                  </a:lnTo>
                  <a:lnTo>
                    <a:pt x="2691" y="788"/>
                  </a:lnTo>
                  <a:cubicBezTo>
                    <a:pt x="2691" y="351"/>
                    <a:pt x="2340" y="0"/>
                    <a:pt x="1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6"/>
            <p:cNvSpPr/>
            <p:nvPr/>
          </p:nvSpPr>
          <p:spPr>
            <a:xfrm>
              <a:off x="3966333" y="1983475"/>
              <a:ext cx="331805" cy="294080"/>
            </a:xfrm>
            <a:custGeom>
              <a:rect b="b" l="l" r="r" t="t"/>
              <a:pathLst>
                <a:path extrusionOk="0" h="11233" w="12674">
                  <a:moveTo>
                    <a:pt x="11386" y="423"/>
                  </a:moveTo>
                  <a:cubicBezTo>
                    <a:pt x="11833" y="423"/>
                    <a:pt x="12193" y="784"/>
                    <a:pt x="12193" y="1231"/>
                  </a:cubicBezTo>
                  <a:cubicBezTo>
                    <a:pt x="12193" y="1677"/>
                    <a:pt x="11833" y="2042"/>
                    <a:pt x="11386" y="2042"/>
                  </a:cubicBezTo>
                  <a:lnTo>
                    <a:pt x="1278" y="2042"/>
                  </a:lnTo>
                  <a:cubicBezTo>
                    <a:pt x="827" y="2042"/>
                    <a:pt x="466" y="1677"/>
                    <a:pt x="466" y="1231"/>
                  </a:cubicBezTo>
                  <a:cubicBezTo>
                    <a:pt x="466" y="784"/>
                    <a:pt x="827" y="423"/>
                    <a:pt x="1278" y="423"/>
                  </a:cubicBezTo>
                  <a:close/>
                  <a:moveTo>
                    <a:pt x="8965" y="5011"/>
                  </a:moveTo>
                  <a:cubicBezTo>
                    <a:pt x="9003" y="5319"/>
                    <a:pt x="9152" y="5607"/>
                    <a:pt x="9383" y="5818"/>
                  </a:cubicBezTo>
                  <a:lnTo>
                    <a:pt x="3378" y="5818"/>
                  </a:lnTo>
                  <a:cubicBezTo>
                    <a:pt x="3603" y="5602"/>
                    <a:pt x="3752" y="5319"/>
                    <a:pt x="3795" y="5011"/>
                  </a:cubicBezTo>
                  <a:close/>
                  <a:moveTo>
                    <a:pt x="10411" y="2465"/>
                  </a:moveTo>
                  <a:cubicBezTo>
                    <a:pt x="11323" y="2480"/>
                    <a:pt x="12058" y="3224"/>
                    <a:pt x="12058" y="4142"/>
                  </a:cubicBezTo>
                  <a:cubicBezTo>
                    <a:pt x="12058" y="5055"/>
                    <a:pt x="11323" y="5799"/>
                    <a:pt x="10411" y="5818"/>
                  </a:cubicBezTo>
                  <a:lnTo>
                    <a:pt x="10324" y="5818"/>
                  </a:lnTo>
                  <a:cubicBezTo>
                    <a:pt x="10084" y="5785"/>
                    <a:pt x="9863" y="5684"/>
                    <a:pt x="9685" y="5521"/>
                  </a:cubicBezTo>
                  <a:cubicBezTo>
                    <a:pt x="9301" y="5170"/>
                    <a:pt x="9267" y="4574"/>
                    <a:pt x="9608" y="4180"/>
                  </a:cubicBezTo>
                  <a:cubicBezTo>
                    <a:pt x="9749" y="4022"/>
                    <a:pt x="9943" y="3940"/>
                    <a:pt x="10137" y="3940"/>
                  </a:cubicBezTo>
                  <a:cubicBezTo>
                    <a:pt x="10303" y="3940"/>
                    <a:pt x="10468" y="3999"/>
                    <a:pt x="10603" y="4118"/>
                  </a:cubicBezTo>
                  <a:cubicBezTo>
                    <a:pt x="10814" y="4310"/>
                    <a:pt x="10833" y="4637"/>
                    <a:pt x="10646" y="4853"/>
                  </a:cubicBezTo>
                  <a:cubicBezTo>
                    <a:pt x="10506" y="5011"/>
                    <a:pt x="10645" y="5207"/>
                    <a:pt x="10803" y="5207"/>
                  </a:cubicBezTo>
                  <a:cubicBezTo>
                    <a:pt x="10856" y="5207"/>
                    <a:pt x="10911" y="5185"/>
                    <a:pt x="10958" y="5131"/>
                  </a:cubicBezTo>
                  <a:cubicBezTo>
                    <a:pt x="11304" y="4742"/>
                    <a:pt x="11271" y="4147"/>
                    <a:pt x="10881" y="3801"/>
                  </a:cubicBezTo>
                  <a:cubicBezTo>
                    <a:pt x="10666" y="3610"/>
                    <a:pt x="10399" y="3517"/>
                    <a:pt x="10133" y="3517"/>
                  </a:cubicBezTo>
                  <a:cubicBezTo>
                    <a:pt x="9823" y="3517"/>
                    <a:pt x="9514" y="3644"/>
                    <a:pt x="9291" y="3892"/>
                  </a:cubicBezTo>
                  <a:cubicBezTo>
                    <a:pt x="9118" y="4089"/>
                    <a:pt x="9008" y="4329"/>
                    <a:pt x="8969" y="4584"/>
                  </a:cubicBezTo>
                  <a:lnTo>
                    <a:pt x="3791" y="4584"/>
                  </a:lnTo>
                  <a:cubicBezTo>
                    <a:pt x="3752" y="4329"/>
                    <a:pt x="3637" y="4089"/>
                    <a:pt x="3469" y="3892"/>
                  </a:cubicBezTo>
                  <a:cubicBezTo>
                    <a:pt x="3246" y="3644"/>
                    <a:pt x="2936" y="3517"/>
                    <a:pt x="2625" y="3517"/>
                  </a:cubicBezTo>
                  <a:cubicBezTo>
                    <a:pt x="2359" y="3517"/>
                    <a:pt x="2092" y="3610"/>
                    <a:pt x="1879" y="3801"/>
                  </a:cubicBezTo>
                  <a:cubicBezTo>
                    <a:pt x="1490" y="4147"/>
                    <a:pt x="1456" y="4742"/>
                    <a:pt x="1802" y="5131"/>
                  </a:cubicBezTo>
                  <a:cubicBezTo>
                    <a:pt x="1849" y="5185"/>
                    <a:pt x="1904" y="5207"/>
                    <a:pt x="1957" y="5207"/>
                  </a:cubicBezTo>
                  <a:cubicBezTo>
                    <a:pt x="2115" y="5207"/>
                    <a:pt x="2254" y="5011"/>
                    <a:pt x="2114" y="4853"/>
                  </a:cubicBezTo>
                  <a:cubicBezTo>
                    <a:pt x="1927" y="4637"/>
                    <a:pt x="1946" y="4310"/>
                    <a:pt x="2157" y="4118"/>
                  </a:cubicBezTo>
                  <a:cubicBezTo>
                    <a:pt x="2292" y="3999"/>
                    <a:pt x="2458" y="3940"/>
                    <a:pt x="2623" y="3940"/>
                  </a:cubicBezTo>
                  <a:cubicBezTo>
                    <a:pt x="2817" y="3940"/>
                    <a:pt x="3011" y="4022"/>
                    <a:pt x="3152" y="4180"/>
                  </a:cubicBezTo>
                  <a:cubicBezTo>
                    <a:pt x="3493" y="4574"/>
                    <a:pt x="3459" y="5170"/>
                    <a:pt x="3075" y="5521"/>
                  </a:cubicBezTo>
                  <a:cubicBezTo>
                    <a:pt x="2897" y="5684"/>
                    <a:pt x="2671" y="5785"/>
                    <a:pt x="2436" y="5818"/>
                  </a:cubicBezTo>
                  <a:lnTo>
                    <a:pt x="2349" y="5818"/>
                  </a:lnTo>
                  <a:cubicBezTo>
                    <a:pt x="1432" y="5799"/>
                    <a:pt x="702" y="5055"/>
                    <a:pt x="702" y="4142"/>
                  </a:cubicBezTo>
                  <a:cubicBezTo>
                    <a:pt x="702" y="3224"/>
                    <a:pt x="1432" y="2480"/>
                    <a:pt x="2349" y="2465"/>
                  </a:cubicBezTo>
                  <a:close/>
                  <a:moveTo>
                    <a:pt x="9945" y="6241"/>
                  </a:moveTo>
                  <a:lnTo>
                    <a:pt x="9945" y="7303"/>
                  </a:lnTo>
                  <a:lnTo>
                    <a:pt x="2715" y="7303"/>
                  </a:lnTo>
                  <a:lnTo>
                    <a:pt x="2715" y="6241"/>
                  </a:lnTo>
                  <a:close/>
                  <a:moveTo>
                    <a:pt x="1273" y="1"/>
                  </a:moveTo>
                  <a:cubicBezTo>
                    <a:pt x="630" y="1"/>
                    <a:pt x="92" y="500"/>
                    <a:pt x="44" y="1144"/>
                  </a:cubicBezTo>
                  <a:cubicBezTo>
                    <a:pt x="0" y="1793"/>
                    <a:pt x="461" y="2364"/>
                    <a:pt x="1100" y="2451"/>
                  </a:cubicBezTo>
                  <a:cubicBezTo>
                    <a:pt x="385" y="2984"/>
                    <a:pt x="82" y="3911"/>
                    <a:pt x="346" y="4766"/>
                  </a:cubicBezTo>
                  <a:cubicBezTo>
                    <a:pt x="610" y="5617"/>
                    <a:pt x="1384" y="6207"/>
                    <a:pt x="2277" y="6241"/>
                  </a:cubicBezTo>
                  <a:lnTo>
                    <a:pt x="2292" y="6246"/>
                  </a:lnTo>
                  <a:lnTo>
                    <a:pt x="2292" y="7519"/>
                  </a:lnTo>
                  <a:lnTo>
                    <a:pt x="2292" y="7524"/>
                  </a:lnTo>
                  <a:lnTo>
                    <a:pt x="2292" y="10997"/>
                  </a:lnTo>
                  <a:cubicBezTo>
                    <a:pt x="2277" y="11122"/>
                    <a:pt x="2373" y="11232"/>
                    <a:pt x="2503" y="11232"/>
                  </a:cubicBezTo>
                  <a:cubicBezTo>
                    <a:pt x="2628" y="11232"/>
                    <a:pt x="2724" y="11122"/>
                    <a:pt x="2710" y="10997"/>
                  </a:cubicBezTo>
                  <a:lnTo>
                    <a:pt x="2710" y="7740"/>
                  </a:lnTo>
                  <a:lnTo>
                    <a:pt x="9945" y="7740"/>
                  </a:lnTo>
                  <a:lnTo>
                    <a:pt x="9945" y="8778"/>
                  </a:lnTo>
                  <a:cubicBezTo>
                    <a:pt x="9957" y="8903"/>
                    <a:pt x="10055" y="8965"/>
                    <a:pt x="10154" y="8965"/>
                  </a:cubicBezTo>
                  <a:cubicBezTo>
                    <a:pt x="10252" y="8965"/>
                    <a:pt x="10351" y="8903"/>
                    <a:pt x="10363" y="8778"/>
                  </a:cubicBezTo>
                  <a:lnTo>
                    <a:pt x="10363" y="7529"/>
                  </a:lnTo>
                  <a:lnTo>
                    <a:pt x="10363" y="7524"/>
                  </a:lnTo>
                  <a:lnTo>
                    <a:pt x="10363" y="7519"/>
                  </a:lnTo>
                  <a:lnTo>
                    <a:pt x="10363" y="6251"/>
                  </a:lnTo>
                  <a:lnTo>
                    <a:pt x="10406" y="6251"/>
                  </a:lnTo>
                  <a:cubicBezTo>
                    <a:pt x="10430" y="6251"/>
                    <a:pt x="10454" y="6246"/>
                    <a:pt x="10473" y="6241"/>
                  </a:cubicBezTo>
                  <a:cubicBezTo>
                    <a:pt x="11371" y="6207"/>
                    <a:pt x="12150" y="5607"/>
                    <a:pt x="12409" y="4752"/>
                  </a:cubicBezTo>
                  <a:cubicBezTo>
                    <a:pt x="12668" y="3894"/>
                    <a:pt x="12358" y="2970"/>
                    <a:pt x="11637" y="2441"/>
                  </a:cubicBezTo>
                  <a:lnTo>
                    <a:pt x="11637" y="2441"/>
                  </a:lnTo>
                  <a:cubicBezTo>
                    <a:pt x="12256" y="2311"/>
                    <a:pt x="12673" y="1734"/>
                    <a:pt x="12611" y="1106"/>
                  </a:cubicBezTo>
                  <a:cubicBezTo>
                    <a:pt x="12544" y="476"/>
                    <a:pt x="12015" y="1"/>
                    <a:pt x="113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1" name="Google Shape;12911;p86"/>
          <p:cNvGrpSpPr/>
          <p:nvPr/>
        </p:nvGrpSpPr>
        <p:grpSpPr>
          <a:xfrm>
            <a:off x="3085690" y="2894722"/>
            <a:ext cx="316333" cy="382699"/>
            <a:chOff x="3085690" y="2894722"/>
            <a:chExt cx="316333" cy="382699"/>
          </a:xfrm>
        </p:grpSpPr>
        <p:sp>
          <p:nvSpPr>
            <p:cNvPr id="12912" name="Google Shape;12912;p86"/>
            <p:cNvSpPr/>
            <p:nvPr/>
          </p:nvSpPr>
          <p:spPr>
            <a:xfrm>
              <a:off x="3226041" y="3249723"/>
              <a:ext cx="35736" cy="20918"/>
            </a:xfrm>
            <a:custGeom>
              <a:rect b="b" l="l" r="r" t="t"/>
              <a:pathLst>
                <a:path extrusionOk="0" h="799" w="1365">
                  <a:moveTo>
                    <a:pt x="1" y="1"/>
                  </a:moveTo>
                  <a:lnTo>
                    <a:pt x="1" y="318"/>
                  </a:lnTo>
                  <a:cubicBezTo>
                    <a:pt x="1" y="582"/>
                    <a:pt x="217" y="798"/>
                    <a:pt x="481" y="798"/>
                  </a:cubicBezTo>
                  <a:lnTo>
                    <a:pt x="885" y="798"/>
                  </a:lnTo>
                  <a:cubicBezTo>
                    <a:pt x="1149" y="798"/>
                    <a:pt x="1365" y="582"/>
                    <a:pt x="1365" y="318"/>
                  </a:cubicBezTo>
                  <a:lnTo>
                    <a:pt x="1365" y="1"/>
                  </a:lnTo>
                  <a:cubicBezTo>
                    <a:pt x="1235" y="29"/>
                    <a:pt x="1110" y="44"/>
                    <a:pt x="981" y="44"/>
                  </a:cubicBezTo>
                  <a:lnTo>
                    <a:pt x="385" y="44"/>
                  </a:lnTo>
                  <a:cubicBezTo>
                    <a:pt x="255" y="44"/>
                    <a:pt x="126" y="29"/>
                    <a:pt x="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86"/>
            <p:cNvSpPr/>
            <p:nvPr/>
          </p:nvSpPr>
          <p:spPr>
            <a:xfrm>
              <a:off x="3192845" y="3215139"/>
              <a:ext cx="102154" cy="35736"/>
            </a:xfrm>
            <a:custGeom>
              <a:rect b="b" l="l" r="r" t="t"/>
              <a:pathLst>
                <a:path extrusionOk="0" h="1365" w="3902">
                  <a:moveTo>
                    <a:pt x="0" y="0"/>
                  </a:moveTo>
                  <a:cubicBezTo>
                    <a:pt x="154" y="793"/>
                    <a:pt x="846" y="1365"/>
                    <a:pt x="1653" y="1365"/>
                  </a:cubicBezTo>
                  <a:lnTo>
                    <a:pt x="2249" y="1365"/>
                  </a:lnTo>
                  <a:cubicBezTo>
                    <a:pt x="3056" y="1365"/>
                    <a:pt x="3747" y="793"/>
                    <a:pt x="390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86"/>
            <p:cNvSpPr/>
            <p:nvPr/>
          </p:nvSpPr>
          <p:spPr>
            <a:xfrm>
              <a:off x="3192085" y="3191106"/>
              <a:ext cx="103542" cy="24059"/>
            </a:xfrm>
            <a:custGeom>
              <a:rect b="b" l="l" r="r" t="t"/>
              <a:pathLst>
                <a:path extrusionOk="0" h="919" w="3955">
                  <a:moveTo>
                    <a:pt x="1" y="1"/>
                  </a:moveTo>
                  <a:lnTo>
                    <a:pt x="1" y="601"/>
                  </a:lnTo>
                  <a:cubicBezTo>
                    <a:pt x="1" y="707"/>
                    <a:pt x="10" y="813"/>
                    <a:pt x="29" y="918"/>
                  </a:cubicBezTo>
                  <a:lnTo>
                    <a:pt x="3925" y="918"/>
                  </a:lnTo>
                  <a:cubicBezTo>
                    <a:pt x="3945" y="813"/>
                    <a:pt x="3954" y="707"/>
                    <a:pt x="3954" y="601"/>
                  </a:cubicBezTo>
                  <a:lnTo>
                    <a:pt x="3954"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86"/>
            <p:cNvSpPr/>
            <p:nvPr/>
          </p:nvSpPr>
          <p:spPr>
            <a:xfrm>
              <a:off x="3229444" y="3010647"/>
              <a:ext cx="28824" cy="25866"/>
            </a:xfrm>
            <a:custGeom>
              <a:rect b="b" l="l" r="r" t="t"/>
              <a:pathLst>
                <a:path extrusionOk="0" h="988" w="1101">
                  <a:moveTo>
                    <a:pt x="553" y="0"/>
                  </a:moveTo>
                  <a:lnTo>
                    <a:pt x="0" y="822"/>
                  </a:lnTo>
                  <a:cubicBezTo>
                    <a:pt x="166" y="932"/>
                    <a:pt x="358" y="987"/>
                    <a:pt x="550" y="987"/>
                  </a:cubicBezTo>
                  <a:cubicBezTo>
                    <a:pt x="743" y="987"/>
                    <a:pt x="935" y="932"/>
                    <a:pt x="1100" y="822"/>
                  </a:cubicBezTo>
                  <a:lnTo>
                    <a:pt x="553"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86"/>
            <p:cNvSpPr/>
            <p:nvPr/>
          </p:nvSpPr>
          <p:spPr>
            <a:xfrm>
              <a:off x="3216852" y="3032141"/>
              <a:ext cx="54114" cy="24452"/>
            </a:xfrm>
            <a:custGeom>
              <a:rect b="b" l="l" r="r" t="t"/>
              <a:pathLst>
                <a:path extrusionOk="0" h="934" w="2067">
                  <a:moveTo>
                    <a:pt x="486" y="1"/>
                  </a:moveTo>
                  <a:lnTo>
                    <a:pt x="1" y="721"/>
                  </a:lnTo>
                  <a:cubicBezTo>
                    <a:pt x="330" y="863"/>
                    <a:pt x="681" y="934"/>
                    <a:pt x="1032" y="934"/>
                  </a:cubicBezTo>
                  <a:cubicBezTo>
                    <a:pt x="1383" y="934"/>
                    <a:pt x="1735" y="863"/>
                    <a:pt x="2067" y="721"/>
                  </a:cubicBezTo>
                  <a:lnTo>
                    <a:pt x="1581" y="1"/>
                  </a:lnTo>
                  <a:cubicBezTo>
                    <a:pt x="1416" y="111"/>
                    <a:pt x="1225" y="166"/>
                    <a:pt x="1034" y="166"/>
                  </a:cubicBezTo>
                  <a:cubicBezTo>
                    <a:pt x="843" y="166"/>
                    <a:pt x="652" y="111"/>
                    <a:pt x="48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6"/>
            <p:cNvSpPr/>
            <p:nvPr/>
          </p:nvSpPr>
          <p:spPr>
            <a:xfrm>
              <a:off x="3243896" y="3051016"/>
              <a:ext cx="27070" cy="140115"/>
            </a:xfrm>
            <a:custGeom>
              <a:rect b="b" l="l" r="r" t="t"/>
              <a:pathLst>
                <a:path extrusionOk="0" h="5352" w="1034">
                  <a:moveTo>
                    <a:pt x="1034" y="0"/>
                  </a:moveTo>
                  <a:cubicBezTo>
                    <a:pt x="707" y="140"/>
                    <a:pt x="356" y="216"/>
                    <a:pt x="1" y="216"/>
                  </a:cubicBezTo>
                  <a:lnTo>
                    <a:pt x="1" y="5352"/>
                  </a:lnTo>
                  <a:lnTo>
                    <a:pt x="1034" y="5352"/>
                  </a:lnTo>
                  <a:lnTo>
                    <a:pt x="1034" y="0"/>
                  </a:ln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6"/>
            <p:cNvSpPr/>
            <p:nvPr/>
          </p:nvSpPr>
          <p:spPr>
            <a:xfrm>
              <a:off x="3216852" y="3051016"/>
              <a:ext cx="27070" cy="140115"/>
            </a:xfrm>
            <a:custGeom>
              <a:rect b="b" l="l" r="r" t="t"/>
              <a:pathLst>
                <a:path extrusionOk="0" h="5352" w="1034">
                  <a:moveTo>
                    <a:pt x="1" y="0"/>
                  </a:moveTo>
                  <a:lnTo>
                    <a:pt x="1" y="5352"/>
                  </a:lnTo>
                  <a:lnTo>
                    <a:pt x="1034" y="5352"/>
                  </a:lnTo>
                  <a:lnTo>
                    <a:pt x="1034" y="216"/>
                  </a:lnTo>
                  <a:cubicBezTo>
                    <a:pt x="678" y="216"/>
                    <a:pt x="323" y="140"/>
                    <a:pt x="1"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6"/>
            <p:cNvSpPr/>
            <p:nvPr/>
          </p:nvSpPr>
          <p:spPr>
            <a:xfrm>
              <a:off x="3110849" y="2939254"/>
              <a:ext cx="242872" cy="251878"/>
            </a:xfrm>
            <a:custGeom>
              <a:rect b="b" l="l" r="r" t="t"/>
              <a:pathLst>
                <a:path extrusionOk="0" h="9621" w="9277">
                  <a:moveTo>
                    <a:pt x="5083" y="1"/>
                  </a:moveTo>
                  <a:cubicBezTo>
                    <a:pt x="4564" y="1"/>
                    <a:pt x="4031" y="99"/>
                    <a:pt x="3507" y="311"/>
                  </a:cubicBezTo>
                  <a:cubicBezTo>
                    <a:pt x="754" y="1430"/>
                    <a:pt x="0" y="4980"/>
                    <a:pt x="2071" y="7113"/>
                  </a:cubicBezTo>
                  <a:cubicBezTo>
                    <a:pt x="2724" y="7786"/>
                    <a:pt x="3099" y="8684"/>
                    <a:pt x="3104" y="9621"/>
                  </a:cubicBezTo>
                  <a:lnTo>
                    <a:pt x="4045" y="9621"/>
                  </a:lnTo>
                  <a:lnTo>
                    <a:pt x="4045" y="4269"/>
                  </a:lnTo>
                  <a:lnTo>
                    <a:pt x="4530" y="3549"/>
                  </a:lnTo>
                  <a:lnTo>
                    <a:pt x="5078" y="2732"/>
                  </a:lnTo>
                  <a:lnTo>
                    <a:pt x="5630" y="3549"/>
                  </a:lnTo>
                  <a:lnTo>
                    <a:pt x="6111" y="4269"/>
                  </a:lnTo>
                  <a:lnTo>
                    <a:pt x="6111" y="9621"/>
                  </a:lnTo>
                  <a:lnTo>
                    <a:pt x="7057" y="9621"/>
                  </a:lnTo>
                  <a:cubicBezTo>
                    <a:pt x="7062" y="8684"/>
                    <a:pt x="7432" y="7786"/>
                    <a:pt x="8090" y="7118"/>
                  </a:cubicBezTo>
                  <a:cubicBezTo>
                    <a:pt x="8849" y="6335"/>
                    <a:pt x="9277" y="5288"/>
                    <a:pt x="9272" y="4197"/>
                  </a:cubicBezTo>
                  <a:lnTo>
                    <a:pt x="9277" y="4197"/>
                  </a:lnTo>
                  <a:cubicBezTo>
                    <a:pt x="9273" y="1788"/>
                    <a:pt x="7299" y="1"/>
                    <a:pt x="508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6"/>
            <p:cNvSpPr/>
            <p:nvPr/>
          </p:nvSpPr>
          <p:spPr>
            <a:xfrm>
              <a:off x="3257745" y="2958627"/>
              <a:ext cx="79875" cy="97442"/>
            </a:xfrm>
            <a:custGeom>
              <a:rect b="b" l="l" r="r" t="t"/>
              <a:pathLst>
                <a:path extrusionOk="0" h="3722" w="3051">
                  <a:moveTo>
                    <a:pt x="369" y="1"/>
                  </a:moveTo>
                  <a:cubicBezTo>
                    <a:pt x="94" y="1"/>
                    <a:pt x="0" y="429"/>
                    <a:pt x="308" y="517"/>
                  </a:cubicBezTo>
                  <a:cubicBezTo>
                    <a:pt x="1619" y="897"/>
                    <a:pt x="2522" y="2093"/>
                    <a:pt x="2527" y="3457"/>
                  </a:cubicBezTo>
                  <a:cubicBezTo>
                    <a:pt x="2527" y="3601"/>
                    <a:pt x="2642" y="3721"/>
                    <a:pt x="2787" y="3721"/>
                  </a:cubicBezTo>
                  <a:cubicBezTo>
                    <a:pt x="2931" y="3721"/>
                    <a:pt x="3051" y="3601"/>
                    <a:pt x="3051" y="3457"/>
                  </a:cubicBezTo>
                  <a:cubicBezTo>
                    <a:pt x="3046" y="1857"/>
                    <a:pt x="1984" y="459"/>
                    <a:pt x="452" y="13"/>
                  </a:cubicBezTo>
                  <a:cubicBezTo>
                    <a:pt x="423" y="4"/>
                    <a:pt x="395" y="1"/>
                    <a:pt x="3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86"/>
            <p:cNvSpPr/>
            <p:nvPr/>
          </p:nvSpPr>
          <p:spPr>
            <a:xfrm>
              <a:off x="3233293" y="2955433"/>
              <a:ext cx="24766" cy="13849"/>
            </a:xfrm>
            <a:custGeom>
              <a:rect b="b" l="l" r="r" t="t"/>
              <a:pathLst>
                <a:path extrusionOk="0" h="529" w="946">
                  <a:moveTo>
                    <a:pt x="348" y="0"/>
                  </a:moveTo>
                  <a:cubicBezTo>
                    <a:pt x="1" y="5"/>
                    <a:pt x="12" y="524"/>
                    <a:pt x="353" y="524"/>
                  </a:cubicBezTo>
                  <a:cubicBezTo>
                    <a:pt x="356" y="524"/>
                    <a:pt x="359" y="524"/>
                    <a:pt x="363" y="524"/>
                  </a:cubicBezTo>
                  <a:lnTo>
                    <a:pt x="396" y="524"/>
                  </a:lnTo>
                  <a:cubicBezTo>
                    <a:pt x="454" y="524"/>
                    <a:pt x="511" y="524"/>
                    <a:pt x="574" y="529"/>
                  </a:cubicBezTo>
                  <a:lnTo>
                    <a:pt x="588" y="529"/>
                  </a:lnTo>
                  <a:cubicBezTo>
                    <a:pt x="591" y="529"/>
                    <a:pt x="595" y="529"/>
                    <a:pt x="598" y="529"/>
                  </a:cubicBezTo>
                  <a:cubicBezTo>
                    <a:pt x="934" y="529"/>
                    <a:pt x="945" y="14"/>
                    <a:pt x="598" y="5"/>
                  </a:cubicBezTo>
                  <a:cubicBezTo>
                    <a:pt x="516" y="0"/>
                    <a:pt x="430" y="0"/>
                    <a:pt x="3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6"/>
            <p:cNvSpPr/>
            <p:nvPr/>
          </p:nvSpPr>
          <p:spPr>
            <a:xfrm>
              <a:off x="3371680" y="3043712"/>
              <a:ext cx="30343" cy="13744"/>
            </a:xfrm>
            <a:custGeom>
              <a:rect b="b" l="l" r="r" t="t"/>
              <a:pathLst>
                <a:path extrusionOk="0" h="525" w="1159">
                  <a:moveTo>
                    <a:pt x="351" y="1"/>
                  </a:moveTo>
                  <a:cubicBezTo>
                    <a:pt x="1" y="1"/>
                    <a:pt x="1" y="524"/>
                    <a:pt x="351" y="524"/>
                  </a:cubicBezTo>
                  <a:lnTo>
                    <a:pt x="808" y="524"/>
                  </a:lnTo>
                  <a:cubicBezTo>
                    <a:pt x="1158" y="524"/>
                    <a:pt x="1158" y="1"/>
                    <a:pt x="8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6"/>
            <p:cNvSpPr/>
            <p:nvPr/>
          </p:nvSpPr>
          <p:spPr>
            <a:xfrm>
              <a:off x="3085690" y="3043712"/>
              <a:ext cx="30343" cy="13744"/>
            </a:xfrm>
            <a:custGeom>
              <a:rect b="b" l="l" r="r" t="t"/>
              <a:pathLst>
                <a:path extrusionOk="0" h="525" w="1159">
                  <a:moveTo>
                    <a:pt x="351" y="1"/>
                  </a:moveTo>
                  <a:cubicBezTo>
                    <a:pt x="0" y="1"/>
                    <a:pt x="0" y="524"/>
                    <a:pt x="351" y="524"/>
                  </a:cubicBezTo>
                  <a:lnTo>
                    <a:pt x="807" y="524"/>
                  </a:lnTo>
                  <a:cubicBezTo>
                    <a:pt x="1158" y="524"/>
                    <a:pt x="1158" y="1"/>
                    <a:pt x="8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86"/>
            <p:cNvSpPr/>
            <p:nvPr/>
          </p:nvSpPr>
          <p:spPr>
            <a:xfrm>
              <a:off x="3352935" y="2969125"/>
              <a:ext cx="30107" cy="19897"/>
            </a:xfrm>
            <a:custGeom>
              <a:rect b="b" l="l" r="r" t="t"/>
              <a:pathLst>
                <a:path extrusionOk="0" h="760" w="1150">
                  <a:moveTo>
                    <a:pt x="769" y="0"/>
                  </a:moveTo>
                  <a:cubicBezTo>
                    <a:pt x="725" y="0"/>
                    <a:pt x="678" y="12"/>
                    <a:pt x="630" y="39"/>
                  </a:cubicBezTo>
                  <a:lnTo>
                    <a:pt x="236" y="270"/>
                  </a:lnTo>
                  <a:cubicBezTo>
                    <a:pt x="1" y="404"/>
                    <a:pt x="97" y="760"/>
                    <a:pt x="366" y="760"/>
                  </a:cubicBezTo>
                  <a:cubicBezTo>
                    <a:pt x="414" y="760"/>
                    <a:pt x="457" y="745"/>
                    <a:pt x="496" y="721"/>
                  </a:cubicBezTo>
                  <a:lnTo>
                    <a:pt x="894" y="496"/>
                  </a:lnTo>
                  <a:cubicBezTo>
                    <a:pt x="1150" y="346"/>
                    <a:pt x="1005" y="0"/>
                    <a:pt x="7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6"/>
            <p:cNvSpPr/>
            <p:nvPr/>
          </p:nvSpPr>
          <p:spPr>
            <a:xfrm>
              <a:off x="3105168" y="3112121"/>
              <a:ext cx="30107" cy="19897"/>
            </a:xfrm>
            <a:custGeom>
              <a:rect b="b" l="l" r="r" t="t"/>
              <a:pathLst>
                <a:path extrusionOk="0" h="760" w="1150">
                  <a:moveTo>
                    <a:pt x="772" y="1"/>
                  </a:moveTo>
                  <a:cubicBezTo>
                    <a:pt x="728" y="1"/>
                    <a:pt x="682" y="12"/>
                    <a:pt x="635" y="39"/>
                  </a:cubicBezTo>
                  <a:lnTo>
                    <a:pt x="236" y="270"/>
                  </a:lnTo>
                  <a:cubicBezTo>
                    <a:pt x="1" y="404"/>
                    <a:pt x="97" y="760"/>
                    <a:pt x="366" y="760"/>
                  </a:cubicBezTo>
                  <a:cubicBezTo>
                    <a:pt x="414" y="760"/>
                    <a:pt x="457" y="746"/>
                    <a:pt x="501" y="726"/>
                  </a:cubicBezTo>
                  <a:lnTo>
                    <a:pt x="894" y="496"/>
                  </a:lnTo>
                  <a:cubicBezTo>
                    <a:pt x="1150" y="346"/>
                    <a:pt x="1005" y="1"/>
                    <a:pt x="7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6"/>
            <p:cNvSpPr/>
            <p:nvPr/>
          </p:nvSpPr>
          <p:spPr>
            <a:xfrm>
              <a:off x="3303769" y="2914566"/>
              <a:ext cx="23719" cy="24295"/>
            </a:xfrm>
            <a:custGeom>
              <a:rect b="b" l="l" r="r" t="t"/>
              <a:pathLst>
                <a:path extrusionOk="0" h="928" w="906">
                  <a:moveTo>
                    <a:pt x="549" y="1"/>
                  </a:moveTo>
                  <a:cubicBezTo>
                    <a:pt x="468" y="1"/>
                    <a:pt x="386" y="40"/>
                    <a:pt x="332" y="134"/>
                  </a:cubicBezTo>
                  <a:lnTo>
                    <a:pt x="101" y="533"/>
                  </a:lnTo>
                  <a:cubicBezTo>
                    <a:pt x="1" y="706"/>
                    <a:pt x="125" y="927"/>
                    <a:pt x="327" y="927"/>
                  </a:cubicBezTo>
                  <a:cubicBezTo>
                    <a:pt x="423" y="927"/>
                    <a:pt x="510" y="879"/>
                    <a:pt x="558" y="797"/>
                  </a:cubicBezTo>
                  <a:lnTo>
                    <a:pt x="784" y="399"/>
                  </a:lnTo>
                  <a:cubicBezTo>
                    <a:pt x="906" y="190"/>
                    <a:pt x="728" y="1"/>
                    <a:pt x="5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6"/>
            <p:cNvSpPr/>
            <p:nvPr/>
          </p:nvSpPr>
          <p:spPr>
            <a:xfrm>
              <a:off x="3236984" y="2894722"/>
              <a:ext cx="13744" cy="25761"/>
            </a:xfrm>
            <a:custGeom>
              <a:rect b="b" l="l" r="r" t="t"/>
              <a:pathLst>
                <a:path extrusionOk="0" h="984" w="525">
                  <a:moveTo>
                    <a:pt x="262" y="0"/>
                  </a:moveTo>
                  <a:cubicBezTo>
                    <a:pt x="131" y="0"/>
                    <a:pt x="1" y="88"/>
                    <a:pt x="1" y="263"/>
                  </a:cubicBezTo>
                  <a:lnTo>
                    <a:pt x="1" y="719"/>
                  </a:lnTo>
                  <a:cubicBezTo>
                    <a:pt x="1" y="864"/>
                    <a:pt x="116" y="984"/>
                    <a:pt x="265" y="984"/>
                  </a:cubicBezTo>
                  <a:cubicBezTo>
                    <a:pt x="409" y="984"/>
                    <a:pt x="524" y="864"/>
                    <a:pt x="524" y="719"/>
                  </a:cubicBezTo>
                  <a:lnTo>
                    <a:pt x="524" y="263"/>
                  </a:lnTo>
                  <a:cubicBezTo>
                    <a:pt x="524" y="88"/>
                    <a:pt x="393" y="0"/>
                    <a:pt x="2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6"/>
            <p:cNvSpPr/>
            <p:nvPr/>
          </p:nvSpPr>
          <p:spPr>
            <a:xfrm>
              <a:off x="3160198" y="2914566"/>
              <a:ext cx="23745" cy="24295"/>
            </a:xfrm>
            <a:custGeom>
              <a:rect b="b" l="l" r="r" t="t"/>
              <a:pathLst>
                <a:path extrusionOk="0" h="928" w="907">
                  <a:moveTo>
                    <a:pt x="359" y="1"/>
                  </a:moveTo>
                  <a:cubicBezTo>
                    <a:pt x="179" y="1"/>
                    <a:pt x="1" y="190"/>
                    <a:pt x="123" y="399"/>
                  </a:cubicBezTo>
                  <a:lnTo>
                    <a:pt x="354" y="797"/>
                  </a:lnTo>
                  <a:cubicBezTo>
                    <a:pt x="397" y="874"/>
                    <a:pt x="483" y="927"/>
                    <a:pt x="580" y="927"/>
                  </a:cubicBezTo>
                  <a:cubicBezTo>
                    <a:pt x="781" y="927"/>
                    <a:pt x="906" y="706"/>
                    <a:pt x="805" y="533"/>
                  </a:cubicBezTo>
                  <a:lnTo>
                    <a:pt x="580" y="134"/>
                  </a:lnTo>
                  <a:cubicBezTo>
                    <a:pt x="524" y="40"/>
                    <a:pt x="441" y="1"/>
                    <a:pt x="3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6"/>
            <p:cNvSpPr/>
            <p:nvPr/>
          </p:nvSpPr>
          <p:spPr>
            <a:xfrm>
              <a:off x="3104566" y="2969073"/>
              <a:ext cx="30028" cy="19949"/>
            </a:xfrm>
            <a:custGeom>
              <a:rect b="b" l="l" r="r" t="t"/>
              <a:pathLst>
                <a:path extrusionOk="0" h="762" w="1147">
                  <a:moveTo>
                    <a:pt x="380" y="1"/>
                  </a:moveTo>
                  <a:cubicBezTo>
                    <a:pt x="147" y="1"/>
                    <a:pt x="0" y="348"/>
                    <a:pt x="259" y="498"/>
                  </a:cubicBezTo>
                  <a:lnTo>
                    <a:pt x="653" y="723"/>
                  </a:lnTo>
                  <a:cubicBezTo>
                    <a:pt x="696" y="747"/>
                    <a:pt x="740" y="762"/>
                    <a:pt x="788" y="762"/>
                  </a:cubicBezTo>
                  <a:lnTo>
                    <a:pt x="783" y="757"/>
                  </a:lnTo>
                  <a:lnTo>
                    <a:pt x="783" y="757"/>
                  </a:lnTo>
                  <a:cubicBezTo>
                    <a:pt x="785" y="757"/>
                    <a:pt x="787" y="757"/>
                    <a:pt x="788" y="757"/>
                  </a:cubicBezTo>
                  <a:cubicBezTo>
                    <a:pt x="1058" y="757"/>
                    <a:pt x="1147" y="401"/>
                    <a:pt x="917" y="267"/>
                  </a:cubicBezTo>
                  <a:lnTo>
                    <a:pt x="519" y="41"/>
                  </a:lnTo>
                  <a:cubicBezTo>
                    <a:pt x="471" y="13"/>
                    <a:pt x="424" y="1"/>
                    <a:pt x="3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86"/>
            <p:cNvSpPr/>
            <p:nvPr/>
          </p:nvSpPr>
          <p:spPr>
            <a:xfrm>
              <a:off x="3352412" y="3112121"/>
              <a:ext cx="30107" cy="19897"/>
            </a:xfrm>
            <a:custGeom>
              <a:rect b="b" l="l" r="r" t="t"/>
              <a:pathLst>
                <a:path extrusionOk="0" h="760" w="1150">
                  <a:moveTo>
                    <a:pt x="379" y="1"/>
                  </a:moveTo>
                  <a:cubicBezTo>
                    <a:pt x="146" y="1"/>
                    <a:pt x="1" y="346"/>
                    <a:pt x="256" y="496"/>
                  </a:cubicBezTo>
                  <a:lnTo>
                    <a:pt x="650" y="722"/>
                  </a:lnTo>
                  <a:cubicBezTo>
                    <a:pt x="693" y="746"/>
                    <a:pt x="737" y="760"/>
                    <a:pt x="785" y="760"/>
                  </a:cubicBezTo>
                  <a:cubicBezTo>
                    <a:pt x="1054" y="760"/>
                    <a:pt x="1150" y="404"/>
                    <a:pt x="914" y="270"/>
                  </a:cubicBezTo>
                  <a:lnTo>
                    <a:pt x="516" y="39"/>
                  </a:lnTo>
                  <a:cubicBezTo>
                    <a:pt x="469" y="12"/>
                    <a:pt x="422" y="1"/>
                    <a:pt x="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86"/>
            <p:cNvSpPr/>
            <p:nvPr/>
          </p:nvSpPr>
          <p:spPr>
            <a:xfrm>
              <a:off x="3116006" y="2932814"/>
              <a:ext cx="256197" cy="344607"/>
            </a:xfrm>
            <a:custGeom>
              <a:rect b="b" l="l" r="r" t="t"/>
              <a:pathLst>
                <a:path extrusionOk="0" h="13163" w="9786">
                  <a:moveTo>
                    <a:pt x="4886" y="3444"/>
                  </a:moveTo>
                  <a:lnTo>
                    <a:pt x="5040" y="3679"/>
                  </a:lnTo>
                  <a:cubicBezTo>
                    <a:pt x="4989" y="3691"/>
                    <a:pt x="4936" y="3697"/>
                    <a:pt x="4883" y="3697"/>
                  </a:cubicBezTo>
                  <a:cubicBezTo>
                    <a:pt x="4831" y="3697"/>
                    <a:pt x="4778" y="3691"/>
                    <a:pt x="4727" y="3679"/>
                  </a:cubicBezTo>
                  <a:lnTo>
                    <a:pt x="4886" y="3444"/>
                  </a:lnTo>
                  <a:close/>
                  <a:moveTo>
                    <a:pt x="5342" y="4136"/>
                  </a:moveTo>
                  <a:lnTo>
                    <a:pt x="5510" y="4381"/>
                  </a:lnTo>
                  <a:cubicBezTo>
                    <a:pt x="5306" y="4436"/>
                    <a:pt x="5095" y="4464"/>
                    <a:pt x="4883" y="4464"/>
                  </a:cubicBezTo>
                  <a:cubicBezTo>
                    <a:pt x="4672" y="4464"/>
                    <a:pt x="4461" y="4436"/>
                    <a:pt x="4256" y="4381"/>
                  </a:cubicBezTo>
                  <a:lnTo>
                    <a:pt x="4425" y="4136"/>
                  </a:lnTo>
                  <a:cubicBezTo>
                    <a:pt x="4571" y="4193"/>
                    <a:pt x="4727" y="4222"/>
                    <a:pt x="4883" y="4222"/>
                  </a:cubicBezTo>
                  <a:cubicBezTo>
                    <a:pt x="5040" y="4222"/>
                    <a:pt x="5196" y="4193"/>
                    <a:pt x="5342" y="4136"/>
                  </a:cubicBezTo>
                  <a:close/>
                  <a:moveTo>
                    <a:pt x="4112" y="4885"/>
                  </a:moveTo>
                  <a:cubicBezTo>
                    <a:pt x="4280" y="4928"/>
                    <a:pt x="4449" y="4962"/>
                    <a:pt x="4622" y="4976"/>
                  </a:cubicBezTo>
                  <a:lnTo>
                    <a:pt x="4622" y="9603"/>
                  </a:lnTo>
                  <a:lnTo>
                    <a:pt x="4112" y="9603"/>
                  </a:lnTo>
                  <a:lnTo>
                    <a:pt x="4112" y="4885"/>
                  </a:lnTo>
                  <a:close/>
                  <a:moveTo>
                    <a:pt x="5654" y="4885"/>
                  </a:moveTo>
                  <a:lnTo>
                    <a:pt x="5654" y="9603"/>
                  </a:lnTo>
                  <a:lnTo>
                    <a:pt x="5145" y="9603"/>
                  </a:lnTo>
                  <a:lnTo>
                    <a:pt x="5145" y="4976"/>
                  </a:lnTo>
                  <a:cubicBezTo>
                    <a:pt x="5318" y="4962"/>
                    <a:pt x="5486" y="4933"/>
                    <a:pt x="5654" y="4885"/>
                  </a:cubicBezTo>
                  <a:close/>
                  <a:moveTo>
                    <a:pt x="4886" y="513"/>
                  </a:moveTo>
                  <a:cubicBezTo>
                    <a:pt x="6466" y="513"/>
                    <a:pt x="7888" y="1455"/>
                    <a:pt x="8503" y="2911"/>
                  </a:cubicBezTo>
                  <a:cubicBezTo>
                    <a:pt x="9123" y="4361"/>
                    <a:pt x="8806" y="6043"/>
                    <a:pt x="7706" y="7177"/>
                  </a:cubicBezTo>
                  <a:lnTo>
                    <a:pt x="7706" y="7181"/>
                  </a:lnTo>
                  <a:cubicBezTo>
                    <a:pt x="7062" y="7830"/>
                    <a:pt x="6678" y="8690"/>
                    <a:pt x="6610" y="9603"/>
                  </a:cubicBezTo>
                  <a:lnTo>
                    <a:pt x="6183" y="9603"/>
                  </a:lnTo>
                  <a:lnTo>
                    <a:pt x="6183" y="4515"/>
                  </a:lnTo>
                  <a:cubicBezTo>
                    <a:pt x="6183" y="4462"/>
                    <a:pt x="6164" y="4414"/>
                    <a:pt x="6135" y="4371"/>
                  </a:cubicBezTo>
                  <a:lnTo>
                    <a:pt x="5102" y="2829"/>
                  </a:lnTo>
                  <a:cubicBezTo>
                    <a:pt x="5052" y="2750"/>
                    <a:pt x="4969" y="2710"/>
                    <a:pt x="4885" y="2710"/>
                  </a:cubicBezTo>
                  <a:cubicBezTo>
                    <a:pt x="4802" y="2710"/>
                    <a:pt x="4718" y="2750"/>
                    <a:pt x="4665" y="2829"/>
                  </a:cubicBezTo>
                  <a:lnTo>
                    <a:pt x="3632" y="4371"/>
                  </a:lnTo>
                  <a:cubicBezTo>
                    <a:pt x="3603" y="4414"/>
                    <a:pt x="3589" y="4462"/>
                    <a:pt x="3589" y="4515"/>
                  </a:cubicBezTo>
                  <a:lnTo>
                    <a:pt x="3589" y="9603"/>
                  </a:lnTo>
                  <a:lnTo>
                    <a:pt x="3161" y="9603"/>
                  </a:lnTo>
                  <a:cubicBezTo>
                    <a:pt x="3094" y="8690"/>
                    <a:pt x="2705" y="7830"/>
                    <a:pt x="2061" y="7177"/>
                  </a:cubicBezTo>
                  <a:cubicBezTo>
                    <a:pt x="975" y="6048"/>
                    <a:pt x="658" y="4385"/>
                    <a:pt x="1259" y="2939"/>
                  </a:cubicBezTo>
                  <a:cubicBezTo>
                    <a:pt x="1859" y="1489"/>
                    <a:pt x="3262" y="537"/>
                    <a:pt x="4828" y="513"/>
                  </a:cubicBezTo>
                  <a:close/>
                  <a:moveTo>
                    <a:pt x="6601" y="10131"/>
                  </a:moveTo>
                  <a:lnTo>
                    <a:pt x="6601" y="10467"/>
                  </a:lnTo>
                  <a:lnTo>
                    <a:pt x="6601" y="10520"/>
                  </a:lnTo>
                  <a:lnTo>
                    <a:pt x="3171" y="10520"/>
                  </a:lnTo>
                  <a:cubicBezTo>
                    <a:pt x="3171" y="10506"/>
                    <a:pt x="3166" y="10487"/>
                    <a:pt x="3166" y="10467"/>
                  </a:cubicBezTo>
                  <a:lnTo>
                    <a:pt x="3166" y="10131"/>
                  </a:lnTo>
                  <a:close/>
                  <a:moveTo>
                    <a:pt x="6476" y="11044"/>
                  </a:moveTo>
                  <a:cubicBezTo>
                    <a:pt x="6245" y="11558"/>
                    <a:pt x="5741" y="11885"/>
                    <a:pt x="5179" y="11885"/>
                  </a:cubicBezTo>
                  <a:lnTo>
                    <a:pt x="4588" y="11885"/>
                  </a:lnTo>
                  <a:cubicBezTo>
                    <a:pt x="4031" y="11885"/>
                    <a:pt x="3521" y="11558"/>
                    <a:pt x="3291" y="11044"/>
                  </a:cubicBezTo>
                  <a:close/>
                  <a:moveTo>
                    <a:pt x="5299" y="12408"/>
                  </a:moveTo>
                  <a:lnTo>
                    <a:pt x="5299" y="12418"/>
                  </a:lnTo>
                  <a:lnTo>
                    <a:pt x="5304" y="12423"/>
                  </a:lnTo>
                  <a:cubicBezTo>
                    <a:pt x="5304" y="12543"/>
                    <a:pt x="5203" y="12639"/>
                    <a:pt x="5083" y="12639"/>
                  </a:cubicBezTo>
                  <a:lnTo>
                    <a:pt x="4684" y="12639"/>
                  </a:lnTo>
                  <a:cubicBezTo>
                    <a:pt x="4564" y="12639"/>
                    <a:pt x="4463" y="12543"/>
                    <a:pt x="4463" y="12423"/>
                  </a:cubicBezTo>
                  <a:lnTo>
                    <a:pt x="4463" y="12408"/>
                  </a:lnTo>
                  <a:close/>
                  <a:moveTo>
                    <a:pt x="4902" y="1"/>
                  </a:moveTo>
                  <a:cubicBezTo>
                    <a:pt x="3766" y="1"/>
                    <a:pt x="2630" y="432"/>
                    <a:pt x="1763" y="1292"/>
                  </a:cubicBezTo>
                  <a:cubicBezTo>
                    <a:pt x="34" y="3007"/>
                    <a:pt x="0" y="5788"/>
                    <a:pt x="1681" y="7542"/>
                  </a:cubicBezTo>
                  <a:cubicBezTo>
                    <a:pt x="2296" y="8161"/>
                    <a:pt x="2637" y="8997"/>
                    <a:pt x="2642" y="9867"/>
                  </a:cubicBezTo>
                  <a:lnTo>
                    <a:pt x="2642" y="10467"/>
                  </a:lnTo>
                  <a:cubicBezTo>
                    <a:pt x="2647" y="11289"/>
                    <a:pt x="3166" y="12024"/>
                    <a:pt x="3939" y="12298"/>
                  </a:cubicBezTo>
                  <a:lnTo>
                    <a:pt x="3939" y="12418"/>
                  </a:lnTo>
                  <a:cubicBezTo>
                    <a:pt x="3939" y="12831"/>
                    <a:pt x="4276" y="13162"/>
                    <a:pt x="4684" y="13162"/>
                  </a:cubicBezTo>
                  <a:lnTo>
                    <a:pt x="5088" y="13162"/>
                  </a:lnTo>
                  <a:cubicBezTo>
                    <a:pt x="5496" y="13162"/>
                    <a:pt x="5832" y="12831"/>
                    <a:pt x="5832" y="12418"/>
                  </a:cubicBezTo>
                  <a:lnTo>
                    <a:pt x="5832" y="12298"/>
                  </a:lnTo>
                  <a:cubicBezTo>
                    <a:pt x="6606" y="12024"/>
                    <a:pt x="7124" y="11289"/>
                    <a:pt x="7129" y="10467"/>
                  </a:cubicBezTo>
                  <a:lnTo>
                    <a:pt x="7129" y="9867"/>
                  </a:lnTo>
                  <a:cubicBezTo>
                    <a:pt x="7129" y="8997"/>
                    <a:pt x="7470" y="8161"/>
                    <a:pt x="8080" y="7547"/>
                  </a:cubicBezTo>
                  <a:cubicBezTo>
                    <a:pt x="9786" y="5788"/>
                    <a:pt x="9757" y="2988"/>
                    <a:pt x="8013" y="1268"/>
                  </a:cubicBezTo>
                  <a:cubicBezTo>
                    <a:pt x="7149" y="422"/>
                    <a:pt x="6025" y="1"/>
                    <a:pt x="49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2" name="Google Shape;12932;p86"/>
          <p:cNvGrpSpPr/>
          <p:nvPr/>
        </p:nvGrpSpPr>
        <p:grpSpPr>
          <a:xfrm>
            <a:off x="1736294" y="1531477"/>
            <a:ext cx="336465" cy="336439"/>
            <a:chOff x="1736294" y="1531477"/>
            <a:chExt cx="336465" cy="336439"/>
          </a:xfrm>
        </p:grpSpPr>
        <p:sp>
          <p:nvSpPr>
            <p:cNvPr id="12933" name="Google Shape;12933;p86"/>
            <p:cNvSpPr/>
            <p:nvPr/>
          </p:nvSpPr>
          <p:spPr>
            <a:xfrm>
              <a:off x="1741713" y="1536870"/>
              <a:ext cx="325627" cy="325784"/>
            </a:xfrm>
            <a:custGeom>
              <a:rect b="b" l="l" r="r" t="t"/>
              <a:pathLst>
                <a:path extrusionOk="0" h="12444" w="12438">
                  <a:moveTo>
                    <a:pt x="6217" y="1"/>
                  </a:moveTo>
                  <a:cubicBezTo>
                    <a:pt x="2782" y="1"/>
                    <a:pt x="0" y="2297"/>
                    <a:pt x="0" y="5127"/>
                  </a:cubicBezTo>
                  <a:cubicBezTo>
                    <a:pt x="0" y="7653"/>
                    <a:pt x="2215" y="9753"/>
                    <a:pt x="5131" y="10176"/>
                  </a:cubicBezTo>
                  <a:cubicBezTo>
                    <a:pt x="5198" y="11002"/>
                    <a:pt x="4924" y="11823"/>
                    <a:pt x="4372" y="12443"/>
                  </a:cubicBezTo>
                  <a:cubicBezTo>
                    <a:pt x="5751" y="12438"/>
                    <a:pt x="6961" y="11511"/>
                    <a:pt x="7312" y="10176"/>
                  </a:cubicBezTo>
                  <a:cubicBezTo>
                    <a:pt x="10223" y="9748"/>
                    <a:pt x="12438" y="7653"/>
                    <a:pt x="12438" y="5131"/>
                  </a:cubicBezTo>
                  <a:cubicBezTo>
                    <a:pt x="12438" y="2297"/>
                    <a:pt x="9651" y="1"/>
                    <a:pt x="62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6"/>
            <p:cNvSpPr/>
            <p:nvPr/>
          </p:nvSpPr>
          <p:spPr>
            <a:xfrm>
              <a:off x="1893767" y="1660387"/>
              <a:ext cx="21520" cy="21520"/>
            </a:xfrm>
            <a:custGeom>
              <a:rect b="b" l="l" r="r" t="t"/>
              <a:pathLst>
                <a:path extrusionOk="0" h="822" w="822">
                  <a:moveTo>
                    <a:pt x="409" y="0"/>
                  </a:moveTo>
                  <a:cubicBezTo>
                    <a:pt x="183" y="0"/>
                    <a:pt x="0" y="183"/>
                    <a:pt x="0" y="409"/>
                  </a:cubicBezTo>
                  <a:cubicBezTo>
                    <a:pt x="0" y="634"/>
                    <a:pt x="183" y="822"/>
                    <a:pt x="409" y="822"/>
                  </a:cubicBezTo>
                  <a:cubicBezTo>
                    <a:pt x="634" y="822"/>
                    <a:pt x="822" y="634"/>
                    <a:pt x="822" y="409"/>
                  </a:cubicBezTo>
                  <a:cubicBezTo>
                    <a:pt x="822" y="183"/>
                    <a:pt x="634"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6"/>
            <p:cNvSpPr/>
            <p:nvPr/>
          </p:nvSpPr>
          <p:spPr>
            <a:xfrm>
              <a:off x="1843580" y="1660387"/>
              <a:ext cx="21520" cy="21520"/>
            </a:xfrm>
            <a:custGeom>
              <a:rect b="b" l="l" r="r" t="t"/>
              <a:pathLst>
                <a:path extrusionOk="0" h="822" w="822">
                  <a:moveTo>
                    <a:pt x="414" y="0"/>
                  </a:moveTo>
                  <a:cubicBezTo>
                    <a:pt x="188" y="0"/>
                    <a:pt x="0" y="183"/>
                    <a:pt x="0" y="409"/>
                  </a:cubicBezTo>
                  <a:cubicBezTo>
                    <a:pt x="0" y="634"/>
                    <a:pt x="188" y="822"/>
                    <a:pt x="414" y="822"/>
                  </a:cubicBezTo>
                  <a:cubicBezTo>
                    <a:pt x="639" y="822"/>
                    <a:pt x="822" y="634"/>
                    <a:pt x="822" y="409"/>
                  </a:cubicBezTo>
                  <a:cubicBezTo>
                    <a:pt x="822" y="183"/>
                    <a:pt x="639"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86"/>
            <p:cNvSpPr/>
            <p:nvPr/>
          </p:nvSpPr>
          <p:spPr>
            <a:xfrm>
              <a:off x="1943823" y="1660387"/>
              <a:ext cx="21520" cy="21520"/>
            </a:xfrm>
            <a:custGeom>
              <a:rect b="b" l="l" r="r" t="t"/>
              <a:pathLst>
                <a:path extrusionOk="0" h="822" w="822">
                  <a:moveTo>
                    <a:pt x="413" y="0"/>
                  </a:moveTo>
                  <a:cubicBezTo>
                    <a:pt x="183" y="0"/>
                    <a:pt x="0" y="183"/>
                    <a:pt x="0" y="409"/>
                  </a:cubicBezTo>
                  <a:cubicBezTo>
                    <a:pt x="0" y="634"/>
                    <a:pt x="183" y="822"/>
                    <a:pt x="413" y="822"/>
                  </a:cubicBezTo>
                  <a:cubicBezTo>
                    <a:pt x="639" y="822"/>
                    <a:pt x="822" y="634"/>
                    <a:pt x="822" y="409"/>
                  </a:cubicBezTo>
                  <a:cubicBezTo>
                    <a:pt x="822" y="183"/>
                    <a:pt x="639" y="0"/>
                    <a:pt x="4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86"/>
            <p:cNvSpPr/>
            <p:nvPr/>
          </p:nvSpPr>
          <p:spPr>
            <a:xfrm>
              <a:off x="1736294" y="1531477"/>
              <a:ext cx="336465" cy="336439"/>
            </a:xfrm>
            <a:custGeom>
              <a:rect b="b" l="l" r="r" t="t"/>
              <a:pathLst>
                <a:path extrusionOk="0" h="12851" w="12852">
                  <a:moveTo>
                    <a:pt x="6428" y="0"/>
                  </a:moveTo>
                  <a:cubicBezTo>
                    <a:pt x="4723" y="0"/>
                    <a:pt x="3109" y="553"/>
                    <a:pt x="1898" y="1552"/>
                  </a:cubicBezTo>
                  <a:cubicBezTo>
                    <a:pt x="673" y="2561"/>
                    <a:pt x="1" y="3901"/>
                    <a:pt x="1" y="5333"/>
                  </a:cubicBezTo>
                  <a:cubicBezTo>
                    <a:pt x="1" y="6601"/>
                    <a:pt x="548" y="7831"/>
                    <a:pt x="1538" y="8791"/>
                  </a:cubicBezTo>
                  <a:cubicBezTo>
                    <a:pt x="2470" y="9699"/>
                    <a:pt x="3748" y="10324"/>
                    <a:pt x="5146" y="10559"/>
                  </a:cubicBezTo>
                  <a:cubicBezTo>
                    <a:pt x="5165" y="11280"/>
                    <a:pt x="4906" y="11976"/>
                    <a:pt x="4425" y="12510"/>
                  </a:cubicBezTo>
                  <a:cubicBezTo>
                    <a:pt x="4305" y="12644"/>
                    <a:pt x="4401" y="12851"/>
                    <a:pt x="4579" y="12851"/>
                  </a:cubicBezTo>
                  <a:cubicBezTo>
                    <a:pt x="6001" y="12851"/>
                    <a:pt x="7259" y="11924"/>
                    <a:pt x="7677" y="10559"/>
                  </a:cubicBezTo>
                  <a:cubicBezTo>
                    <a:pt x="8792" y="10386"/>
                    <a:pt x="9849" y="9944"/>
                    <a:pt x="10757" y="9272"/>
                  </a:cubicBezTo>
                  <a:cubicBezTo>
                    <a:pt x="10931" y="9136"/>
                    <a:pt x="10806" y="8898"/>
                    <a:pt x="10635" y="8898"/>
                  </a:cubicBezTo>
                  <a:cubicBezTo>
                    <a:pt x="10594" y="8898"/>
                    <a:pt x="10550" y="8912"/>
                    <a:pt x="10507" y="8945"/>
                  </a:cubicBezTo>
                  <a:cubicBezTo>
                    <a:pt x="9662" y="9584"/>
                    <a:pt x="8619" y="10012"/>
                    <a:pt x="7490" y="10175"/>
                  </a:cubicBezTo>
                  <a:cubicBezTo>
                    <a:pt x="7408" y="10189"/>
                    <a:pt x="7341" y="10247"/>
                    <a:pt x="7322" y="10329"/>
                  </a:cubicBezTo>
                  <a:cubicBezTo>
                    <a:pt x="7034" y="11414"/>
                    <a:pt x="6131" y="12231"/>
                    <a:pt x="5021" y="12409"/>
                  </a:cubicBezTo>
                  <a:cubicBezTo>
                    <a:pt x="5420" y="11804"/>
                    <a:pt x="5602" y="11083"/>
                    <a:pt x="5544" y="10367"/>
                  </a:cubicBezTo>
                  <a:cubicBezTo>
                    <a:pt x="5535" y="10271"/>
                    <a:pt x="5463" y="10194"/>
                    <a:pt x="5367" y="10180"/>
                  </a:cubicBezTo>
                  <a:cubicBezTo>
                    <a:pt x="2494" y="9762"/>
                    <a:pt x="409" y="7725"/>
                    <a:pt x="409" y="5333"/>
                  </a:cubicBezTo>
                  <a:cubicBezTo>
                    <a:pt x="409" y="2623"/>
                    <a:pt x="3109" y="413"/>
                    <a:pt x="6428" y="413"/>
                  </a:cubicBezTo>
                  <a:cubicBezTo>
                    <a:pt x="9743" y="413"/>
                    <a:pt x="12438" y="2623"/>
                    <a:pt x="12438" y="5333"/>
                  </a:cubicBezTo>
                  <a:cubicBezTo>
                    <a:pt x="12438" y="6457"/>
                    <a:pt x="11967" y="7552"/>
                    <a:pt x="11108" y="8422"/>
                  </a:cubicBezTo>
                  <a:cubicBezTo>
                    <a:pt x="10961" y="8572"/>
                    <a:pt x="11094" y="8776"/>
                    <a:pt x="11251" y="8776"/>
                  </a:cubicBezTo>
                  <a:cubicBezTo>
                    <a:pt x="11300" y="8776"/>
                    <a:pt x="11350" y="8756"/>
                    <a:pt x="11396" y="8710"/>
                  </a:cubicBezTo>
                  <a:cubicBezTo>
                    <a:pt x="12333" y="7763"/>
                    <a:pt x="12851" y="6562"/>
                    <a:pt x="12851" y="5333"/>
                  </a:cubicBezTo>
                  <a:cubicBezTo>
                    <a:pt x="12851" y="3901"/>
                    <a:pt x="12179" y="2561"/>
                    <a:pt x="10954" y="1552"/>
                  </a:cubicBezTo>
                  <a:cubicBezTo>
                    <a:pt x="9743" y="553"/>
                    <a:pt x="8134" y="0"/>
                    <a:pt x="64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8" name="Google Shape;12938;p86"/>
          <p:cNvGrpSpPr/>
          <p:nvPr/>
        </p:nvGrpSpPr>
        <p:grpSpPr>
          <a:xfrm>
            <a:off x="2807344" y="4294985"/>
            <a:ext cx="344764" cy="353692"/>
            <a:chOff x="2807344" y="4294985"/>
            <a:chExt cx="344764" cy="353692"/>
          </a:xfrm>
        </p:grpSpPr>
        <p:sp>
          <p:nvSpPr>
            <p:cNvPr id="12939" name="Google Shape;12939;p86"/>
            <p:cNvSpPr/>
            <p:nvPr/>
          </p:nvSpPr>
          <p:spPr>
            <a:xfrm>
              <a:off x="2890623" y="4300274"/>
              <a:ext cx="34846" cy="23169"/>
            </a:xfrm>
            <a:custGeom>
              <a:rect b="b" l="l" r="r" t="t"/>
              <a:pathLst>
                <a:path extrusionOk="0" h="885" w="1331">
                  <a:moveTo>
                    <a:pt x="279" y="1"/>
                  </a:moveTo>
                  <a:cubicBezTo>
                    <a:pt x="125" y="1"/>
                    <a:pt x="0" y="125"/>
                    <a:pt x="0" y="279"/>
                  </a:cubicBezTo>
                  <a:lnTo>
                    <a:pt x="0" y="884"/>
                  </a:lnTo>
                  <a:lnTo>
                    <a:pt x="1331" y="884"/>
                  </a:lnTo>
                  <a:lnTo>
                    <a:pt x="1331" y="279"/>
                  </a:lnTo>
                  <a:cubicBezTo>
                    <a:pt x="1331" y="125"/>
                    <a:pt x="1206" y="1"/>
                    <a:pt x="1052"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6"/>
            <p:cNvSpPr/>
            <p:nvPr/>
          </p:nvSpPr>
          <p:spPr>
            <a:xfrm>
              <a:off x="2821193" y="4300064"/>
              <a:ext cx="37490" cy="39349"/>
            </a:xfrm>
            <a:custGeom>
              <a:rect b="b" l="l" r="r" t="t"/>
              <a:pathLst>
                <a:path extrusionOk="0" h="1503" w="1432">
                  <a:moveTo>
                    <a:pt x="714" y="0"/>
                  </a:moveTo>
                  <a:cubicBezTo>
                    <a:pt x="643" y="0"/>
                    <a:pt x="572" y="40"/>
                    <a:pt x="543" y="119"/>
                  </a:cubicBezTo>
                  <a:lnTo>
                    <a:pt x="0" y="1503"/>
                  </a:lnTo>
                  <a:lnTo>
                    <a:pt x="1432" y="1503"/>
                  </a:lnTo>
                  <a:lnTo>
                    <a:pt x="884" y="119"/>
                  </a:lnTo>
                  <a:cubicBezTo>
                    <a:pt x="855" y="40"/>
                    <a:pt x="785" y="0"/>
                    <a:pt x="714" y="0"/>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6"/>
            <p:cNvSpPr/>
            <p:nvPr/>
          </p:nvSpPr>
          <p:spPr>
            <a:xfrm>
              <a:off x="2890858" y="4420126"/>
              <a:ext cx="34243" cy="35710"/>
            </a:xfrm>
            <a:custGeom>
              <a:rect b="b" l="l" r="r" t="t"/>
              <a:pathLst>
                <a:path extrusionOk="0" h="1364" w="1308">
                  <a:moveTo>
                    <a:pt x="1" y="1"/>
                  </a:moveTo>
                  <a:lnTo>
                    <a:pt x="500" y="1259"/>
                  </a:lnTo>
                  <a:cubicBezTo>
                    <a:pt x="529" y="1329"/>
                    <a:pt x="593" y="1364"/>
                    <a:pt x="656" y="1364"/>
                  </a:cubicBezTo>
                  <a:cubicBezTo>
                    <a:pt x="719" y="1364"/>
                    <a:pt x="781" y="1329"/>
                    <a:pt x="808" y="1259"/>
                  </a:cubicBezTo>
                  <a:lnTo>
                    <a:pt x="1308"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6"/>
            <p:cNvSpPr/>
            <p:nvPr/>
          </p:nvSpPr>
          <p:spPr>
            <a:xfrm>
              <a:off x="2886853" y="4319778"/>
              <a:ext cx="42412" cy="103018"/>
            </a:xfrm>
            <a:custGeom>
              <a:rect b="b" l="l" r="r" t="t"/>
              <a:pathLst>
                <a:path extrusionOk="0" h="3935" w="1620">
                  <a:moveTo>
                    <a:pt x="279" y="0"/>
                  </a:moveTo>
                  <a:cubicBezTo>
                    <a:pt x="125" y="0"/>
                    <a:pt x="0" y="125"/>
                    <a:pt x="0" y="279"/>
                  </a:cubicBezTo>
                  <a:lnTo>
                    <a:pt x="0" y="3656"/>
                  </a:lnTo>
                  <a:cubicBezTo>
                    <a:pt x="0" y="3810"/>
                    <a:pt x="125" y="3935"/>
                    <a:pt x="279" y="3935"/>
                  </a:cubicBezTo>
                  <a:lnTo>
                    <a:pt x="1340" y="3935"/>
                  </a:lnTo>
                  <a:cubicBezTo>
                    <a:pt x="1494" y="3935"/>
                    <a:pt x="1619" y="3810"/>
                    <a:pt x="1619" y="3656"/>
                  </a:cubicBezTo>
                  <a:lnTo>
                    <a:pt x="1619" y="279"/>
                  </a:lnTo>
                  <a:cubicBezTo>
                    <a:pt x="1619" y="125"/>
                    <a:pt x="1494" y="0"/>
                    <a:pt x="13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6"/>
            <p:cNvSpPr/>
            <p:nvPr/>
          </p:nvSpPr>
          <p:spPr>
            <a:xfrm>
              <a:off x="2908844" y="4319778"/>
              <a:ext cx="20420" cy="103018"/>
            </a:xfrm>
            <a:custGeom>
              <a:rect b="b" l="l" r="r" t="t"/>
              <a:pathLst>
                <a:path extrusionOk="0" h="3935" w="780">
                  <a:moveTo>
                    <a:pt x="1" y="0"/>
                  </a:moveTo>
                  <a:cubicBezTo>
                    <a:pt x="155" y="0"/>
                    <a:pt x="279" y="125"/>
                    <a:pt x="279" y="279"/>
                  </a:cubicBezTo>
                  <a:lnTo>
                    <a:pt x="279" y="3656"/>
                  </a:lnTo>
                  <a:cubicBezTo>
                    <a:pt x="279" y="3810"/>
                    <a:pt x="155" y="3935"/>
                    <a:pt x="1" y="3935"/>
                  </a:cubicBezTo>
                  <a:lnTo>
                    <a:pt x="500" y="3935"/>
                  </a:lnTo>
                  <a:cubicBezTo>
                    <a:pt x="654" y="3935"/>
                    <a:pt x="779" y="3810"/>
                    <a:pt x="779" y="3656"/>
                  </a:cubicBezTo>
                  <a:lnTo>
                    <a:pt x="779" y="279"/>
                  </a:lnTo>
                  <a:cubicBezTo>
                    <a:pt x="779" y="125"/>
                    <a:pt x="654" y="0"/>
                    <a:pt x="500"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86"/>
            <p:cNvSpPr/>
            <p:nvPr/>
          </p:nvSpPr>
          <p:spPr>
            <a:xfrm>
              <a:off x="2816926" y="4337999"/>
              <a:ext cx="45920" cy="224912"/>
            </a:xfrm>
            <a:custGeom>
              <a:rect b="b" l="l" r="r" t="t"/>
              <a:pathLst>
                <a:path extrusionOk="0" h="8591" w="1754">
                  <a:moveTo>
                    <a:pt x="307" y="1"/>
                  </a:moveTo>
                  <a:cubicBezTo>
                    <a:pt x="139" y="1"/>
                    <a:pt x="0" y="135"/>
                    <a:pt x="5" y="303"/>
                  </a:cubicBezTo>
                  <a:lnTo>
                    <a:pt x="5" y="8288"/>
                  </a:lnTo>
                  <a:cubicBezTo>
                    <a:pt x="0" y="8456"/>
                    <a:pt x="139" y="8590"/>
                    <a:pt x="307" y="8590"/>
                  </a:cubicBezTo>
                  <a:lnTo>
                    <a:pt x="1446" y="8590"/>
                  </a:lnTo>
                  <a:cubicBezTo>
                    <a:pt x="1614" y="8590"/>
                    <a:pt x="1753" y="8456"/>
                    <a:pt x="1753" y="8288"/>
                  </a:cubicBezTo>
                  <a:lnTo>
                    <a:pt x="1753" y="303"/>
                  </a:lnTo>
                  <a:cubicBezTo>
                    <a:pt x="1753" y="135"/>
                    <a:pt x="1614" y="1"/>
                    <a:pt x="1446" y="1"/>
                  </a:cubicBez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6"/>
            <p:cNvSpPr/>
            <p:nvPr/>
          </p:nvSpPr>
          <p:spPr>
            <a:xfrm>
              <a:off x="2839938" y="4337999"/>
              <a:ext cx="22908" cy="224912"/>
            </a:xfrm>
            <a:custGeom>
              <a:rect b="b" l="l" r="r" t="t"/>
              <a:pathLst>
                <a:path extrusionOk="0" h="8591" w="875">
                  <a:moveTo>
                    <a:pt x="0" y="1"/>
                  </a:moveTo>
                  <a:lnTo>
                    <a:pt x="0" y="8590"/>
                  </a:lnTo>
                  <a:lnTo>
                    <a:pt x="567" y="8590"/>
                  </a:lnTo>
                  <a:cubicBezTo>
                    <a:pt x="735" y="8590"/>
                    <a:pt x="874" y="8456"/>
                    <a:pt x="874" y="8288"/>
                  </a:cubicBezTo>
                  <a:lnTo>
                    <a:pt x="874" y="303"/>
                  </a:lnTo>
                  <a:cubicBezTo>
                    <a:pt x="874" y="135"/>
                    <a:pt x="735" y="1"/>
                    <a:pt x="56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6"/>
            <p:cNvSpPr/>
            <p:nvPr/>
          </p:nvSpPr>
          <p:spPr>
            <a:xfrm>
              <a:off x="2816926" y="4532307"/>
              <a:ext cx="45920" cy="30604"/>
            </a:xfrm>
            <a:custGeom>
              <a:rect b="b" l="l" r="r" t="t"/>
              <a:pathLst>
                <a:path extrusionOk="0" h="1169" w="1754">
                  <a:moveTo>
                    <a:pt x="5" y="1"/>
                  </a:moveTo>
                  <a:lnTo>
                    <a:pt x="5" y="866"/>
                  </a:lnTo>
                  <a:cubicBezTo>
                    <a:pt x="0" y="1034"/>
                    <a:pt x="139" y="1168"/>
                    <a:pt x="307" y="1168"/>
                  </a:cubicBezTo>
                  <a:lnTo>
                    <a:pt x="1451" y="1168"/>
                  </a:lnTo>
                  <a:cubicBezTo>
                    <a:pt x="1619" y="1168"/>
                    <a:pt x="1753" y="1034"/>
                    <a:pt x="1753" y="866"/>
                  </a:cubicBezTo>
                  <a:lnTo>
                    <a:pt x="175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86"/>
            <p:cNvSpPr/>
            <p:nvPr/>
          </p:nvSpPr>
          <p:spPr>
            <a:xfrm>
              <a:off x="2888738" y="4484267"/>
              <a:ext cx="38615" cy="53486"/>
            </a:xfrm>
            <a:custGeom>
              <a:rect b="b" l="l" r="r" t="t"/>
              <a:pathLst>
                <a:path extrusionOk="0" h="2043" w="1475">
                  <a:moveTo>
                    <a:pt x="308" y="1"/>
                  </a:moveTo>
                  <a:cubicBezTo>
                    <a:pt x="139" y="1"/>
                    <a:pt x="0" y="140"/>
                    <a:pt x="0" y="308"/>
                  </a:cubicBezTo>
                  <a:lnTo>
                    <a:pt x="0" y="2043"/>
                  </a:lnTo>
                  <a:lnTo>
                    <a:pt x="1475" y="2043"/>
                  </a:lnTo>
                  <a:lnTo>
                    <a:pt x="1475" y="308"/>
                  </a:lnTo>
                  <a:cubicBezTo>
                    <a:pt x="1475" y="140"/>
                    <a:pt x="1340" y="1"/>
                    <a:pt x="1172"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86"/>
            <p:cNvSpPr/>
            <p:nvPr/>
          </p:nvSpPr>
          <p:spPr>
            <a:xfrm>
              <a:off x="2883685" y="4503012"/>
              <a:ext cx="48721" cy="59900"/>
            </a:xfrm>
            <a:custGeom>
              <a:rect b="b" l="l" r="r" t="t"/>
              <a:pathLst>
                <a:path extrusionOk="0" h="2288" w="1861">
                  <a:moveTo>
                    <a:pt x="308" y="1"/>
                  </a:moveTo>
                  <a:cubicBezTo>
                    <a:pt x="140" y="1"/>
                    <a:pt x="1" y="135"/>
                    <a:pt x="1" y="303"/>
                  </a:cubicBezTo>
                  <a:lnTo>
                    <a:pt x="1" y="1985"/>
                  </a:lnTo>
                  <a:cubicBezTo>
                    <a:pt x="1" y="2153"/>
                    <a:pt x="140" y="2287"/>
                    <a:pt x="308" y="2287"/>
                  </a:cubicBezTo>
                  <a:lnTo>
                    <a:pt x="1553" y="2287"/>
                  </a:lnTo>
                  <a:cubicBezTo>
                    <a:pt x="1721" y="2287"/>
                    <a:pt x="1860" y="2153"/>
                    <a:pt x="1860" y="1985"/>
                  </a:cubicBezTo>
                  <a:lnTo>
                    <a:pt x="1860" y="303"/>
                  </a:lnTo>
                  <a:cubicBezTo>
                    <a:pt x="1860" y="135"/>
                    <a:pt x="1721" y="1"/>
                    <a:pt x="1553"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6"/>
            <p:cNvSpPr/>
            <p:nvPr/>
          </p:nvSpPr>
          <p:spPr>
            <a:xfrm>
              <a:off x="2954371" y="4305693"/>
              <a:ext cx="188051" cy="253056"/>
            </a:xfrm>
            <a:custGeom>
              <a:rect b="b" l="l" r="r" t="t"/>
              <a:pathLst>
                <a:path extrusionOk="0" h="9666" w="7183">
                  <a:moveTo>
                    <a:pt x="308" y="0"/>
                  </a:moveTo>
                  <a:cubicBezTo>
                    <a:pt x="140" y="0"/>
                    <a:pt x="1" y="139"/>
                    <a:pt x="1" y="308"/>
                  </a:cubicBezTo>
                  <a:lnTo>
                    <a:pt x="1" y="9358"/>
                  </a:lnTo>
                  <a:cubicBezTo>
                    <a:pt x="1" y="9526"/>
                    <a:pt x="140" y="9666"/>
                    <a:pt x="308" y="9666"/>
                  </a:cubicBezTo>
                  <a:lnTo>
                    <a:pt x="6573" y="9666"/>
                  </a:lnTo>
                  <a:cubicBezTo>
                    <a:pt x="6909" y="9666"/>
                    <a:pt x="7183" y="9392"/>
                    <a:pt x="7183" y="9056"/>
                  </a:cubicBezTo>
                  <a:lnTo>
                    <a:pt x="7183" y="610"/>
                  </a:lnTo>
                  <a:cubicBezTo>
                    <a:pt x="7183" y="274"/>
                    <a:pt x="6909" y="0"/>
                    <a:pt x="657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6"/>
            <p:cNvSpPr/>
            <p:nvPr/>
          </p:nvSpPr>
          <p:spPr>
            <a:xfrm>
              <a:off x="3110718" y="4305693"/>
              <a:ext cx="31704" cy="253056"/>
            </a:xfrm>
            <a:custGeom>
              <a:rect b="b" l="l" r="r" t="t"/>
              <a:pathLst>
                <a:path extrusionOk="0" h="9666" w="1211">
                  <a:moveTo>
                    <a:pt x="0" y="0"/>
                  </a:moveTo>
                  <a:cubicBezTo>
                    <a:pt x="337" y="0"/>
                    <a:pt x="610" y="274"/>
                    <a:pt x="610" y="610"/>
                  </a:cubicBezTo>
                  <a:lnTo>
                    <a:pt x="610" y="9056"/>
                  </a:lnTo>
                  <a:cubicBezTo>
                    <a:pt x="610" y="9392"/>
                    <a:pt x="337" y="9666"/>
                    <a:pt x="0" y="9666"/>
                  </a:cubicBezTo>
                  <a:lnTo>
                    <a:pt x="601" y="9666"/>
                  </a:lnTo>
                  <a:cubicBezTo>
                    <a:pt x="937" y="9666"/>
                    <a:pt x="1211" y="9392"/>
                    <a:pt x="1211" y="9056"/>
                  </a:cubicBezTo>
                  <a:lnTo>
                    <a:pt x="1211" y="610"/>
                  </a:lnTo>
                  <a:cubicBezTo>
                    <a:pt x="1211" y="274"/>
                    <a:pt x="937" y="0"/>
                    <a:pt x="601" y="0"/>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6"/>
            <p:cNvSpPr/>
            <p:nvPr/>
          </p:nvSpPr>
          <p:spPr>
            <a:xfrm>
              <a:off x="2982174" y="4300274"/>
              <a:ext cx="17881" cy="264025"/>
            </a:xfrm>
            <a:custGeom>
              <a:rect b="b" l="l" r="r" t="t"/>
              <a:pathLst>
                <a:path extrusionOk="0" h="10085" w="683">
                  <a:moveTo>
                    <a:pt x="178" y="1"/>
                  </a:moveTo>
                  <a:cubicBezTo>
                    <a:pt x="82" y="1"/>
                    <a:pt x="1" y="77"/>
                    <a:pt x="1" y="178"/>
                  </a:cubicBezTo>
                  <a:lnTo>
                    <a:pt x="1" y="9902"/>
                  </a:lnTo>
                  <a:cubicBezTo>
                    <a:pt x="1" y="10002"/>
                    <a:pt x="82" y="10084"/>
                    <a:pt x="178" y="10084"/>
                  </a:cubicBezTo>
                  <a:lnTo>
                    <a:pt x="500" y="10084"/>
                  </a:lnTo>
                  <a:cubicBezTo>
                    <a:pt x="601" y="10084"/>
                    <a:pt x="683" y="10002"/>
                    <a:pt x="683" y="9902"/>
                  </a:cubicBezTo>
                  <a:lnTo>
                    <a:pt x="683" y="178"/>
                  </a:lnTo>
                  <a:cubicBezTo>
                    <a:pt x="683" y="77"/>
                    <a:pt x="601" y="1"/>
                    <a:pt x="500"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6"/>
            <p:cNvSpPr/>
            <p:nvPr/>
          </p:nvSpPr>
          <p:spPr>
            <a:xfrm>
              <a:off x="2812502" y="4583253"/>
              <a:ext cx="334449" cy="60266"/>
            </a:xfrm>
            <a:custGeom>
              <a:rect b="b" l="l" r="r" t="t"/>
              <a:pathLst>
                <a:path extrusionOk="0" h="2302" w="12775">
                  <a:moveTo>
                    <a:pt x="304" y="1"/>
                  </a:moveTo>
                  <a:cubicBezTo>
                    <a:pt x="135" y="1"/>
                    <a:pt x="1" y="135"/>
                    <a:pt x="1" y="303"/>
                  </a:cubicBezTo>
                  <a:lnTo>
                    <a:pt x="1" y="1994"/>
                  </a:lnTo>
                  <a:cubicBezTo>
                    <a:pt x="1" y="2162"/>
                    <a:pt x="135" y="2302"/>
                    <a:pt x="304" y="2302"/>
                  </a:cubicBezTo>
                  <a:lnTo>
                    <a:pt x="12467" y="2302"/>
                  </a:lnTo>
                  <a:cubicBezTo>
                    <a:pt x="12636" y="2302"/>
                    <a:pt x="12775" y="2162"/>
                    <a:pt x="12775" y="1994"/>
                  </a:cubicBezTo>
                  <a:lnTo>
                    <a:pt x="12775" y="303"/>
                  </a:lnTo>
                  <a:cubicBezTo>
                    <a:pt x="12775" y="135"/>
                    <a:pt x="12636" y="1"/>
                    <a:pt x="12467" y="1"/>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6"/>
            <p:cNvSpPr/>
            <p:nvPr/>
          </p:nvSpPr>
          <p:spPr>
            <a:xfrm>
              <a:off x="3123913" y="4583253"/>
              <a:ext cx="23038" cy="60266"/>
            </a:xfrm>
            <a:custGeom>
              <a:rect b="b" l="l" r="r" t="t"/>
              <a:pathLst>
                <a:path extrusionOk="0" h="2302" w="880">
                  <a:moveTo>
                    <a:pt x="1" y="1"/>
                  </a:moveTo>
                  <a:cubicBezTo>
                    <a:pt x="169" y="1"/>
                    <a:pt x="303" y="135"/>
                    <a:pt x="303" y="303"/>
                  </a:cubicBezTo>
                  <a:lnTo>
                    <a:pt x="303" y="1994"/>
                  </a:lnTo>
                  <a:cubicBezTo>
                    <a:pt x="303" y="2162"/>
                    <a:pt x="169" y="2302"/>
                    <a:pt x="1" y="2302"/>
                  </a:cubicBezTo>
                  <a:lnTo>
                    <a:pt x="572" y="2302"/>
                  </a:lnTo>
                  <a:cubicBezTo>
                    <a:pt x="741" y="2302"/>
                    <a:pt x="880" y="2162"/>
                    <a:pt x="880" y="1994"/>
                  </a:cubicBezTo>
                  <a:lnTo>
                    <a:pt x="880" y="303"/>
                  </a:lnTo>
                  <a:cubicBezTo>
                    <a:pt x="880" y="135"/>
                    <a:pt x="741" y="1"/>
                    <a:pt x="572" y="1"/>
                  </a:cubicBezTo>
                  <a:close/>
                </a:path>
              </a:pathLst>
            </a:custGeom>
            <a:solidFill>
              <a:srgbClr val="BC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6"/>
            <p:cNvSpPr/>
            <p:nvPr/>
          </p:nvSpPr>
          <p:spPr>
            <a:xfrm>
              <a:off x="2881695" y="4294985"/>
              <a:ext cx="52700" cy="166060"/>
            </a:xfrm>
            <a:custGeom>
              <a:rect b="b" l="l" r="r" t="t"/>
              <a:pathLst>
                <a:path extrusionOk="0" h="6343" w="2013">
                  <a:moveTo>
                    <a:pt x="1393" y="399"/>
                  </a:moveTo>
                  <a:cubicBezTo>
                    <a:pt x="1441" y="399"/>
                    <a:pt x="1475" y="433"/>
                    <a:pt x="1475" y="476"/>
                  </a:cubicBezTo>
                  <a:lnTo>
                    <a:pt x="1475" y="750"/>
                  </a:lnTo>
                  <a:lnTo>
                    <a:pt x="538" y="750"/>
                  </a:lnTo>
                  <a:lnTo>
                    <a:pt x="538" y="476"/>
                  </a:lnTo>
                  <a:cubicBezTo>
                    <a:pt x="538" y="433"/>
                    <a:pt x="577" y="399"/>
                    <a:pt x="620" y="399"/>
                  </a:cubicBezTo>
                  <a:close/>
                  <a:moveTo>
                    <a:pt x="1331" y="5079"/>
                  </a:moveTo>
                  <a:lnTo>
                    <a:pt x="1009" y="5890"/>
                  </a:lnTo>
                  <a:lnTo>
                    <a:pt x="682" y="5079"/>
                  </a:lnTo>
                  <a:close/>
                  <a:moveTo>
                    <a:pt x="620" y="1"/>
                  </a:moveTo>
                  <a:cubicBezTo>
                    <a:pt x="356" y="1"/>
                    <a:pt x="144" y="217"/>
                    <a:pt x="144" y="476"/>
                  </a:cubicBezTo>
                  <a:lnTo>
                    <a:pt x="144" y="885"/>
                  </a:lnTo>
                  <a:cubicBezTo>
                    <a:pt x="53" y="976"/>
                    <a:pt x="5" y="1096"/>
                    <a:pt x="0" y="1226"/>
                  </a:cubicBezTo>
                  <a:lnTo>
                    <a:pt x="0" y="4603"/>
                  </a:lnTo>
                  <a:cubicBezTo>
                    <a:pt x="5" y="4766"/>
                    <a:pt x="91" y="4920"/>
                    <a:pt x="231" y="5007"/>
                  </a:cubicBezTo>
                  <a:lnTo>
                    <a:pt x="668" y="6111"/>
                  </a:lnTo>
                  <a:cubicBezTo>
                    <a:pt x="730" y="6265"/>
                    <a:pt x="870" y="6342"/>
                    <a:pt x="1008" y="6342"/>
                  </a:cubicBezTo>
                  <a:cubicBezTo>
                    <a:pt x="1147" y="6342"/>
                    <a:pt x="1285" y="6265"/>
                    <a:pt x="1345" y="6111"/>
                  </a:cubicBezTo>
                  <a:lnTo>
                    <a:pt x="1787" y="5007"/>
                  </a:lnTo>
                  <a:cubicBezTo>
                    <a:pt x="1927" y="4920"/>
                    <a:pt x="2013" y="4766"/>
                    <a:pt x="2013" y="4603"/>
                  </a:cubicBezTo>
                  <a:lnTo>
                    <a:pt x="2013" y="3666"/>
                  </a:lnTo>
                  <a:cubicBezTo>
                    <a:pt x="2006" y="3541"/>
                    <a:pt x="1911" y="3479"/>
                    <a:pt x="1816" y="3479"/>
                  </a:cubicBezTo>
                  <a:cubicBezTo>
                    <a:pt x="1721" y="3479"/>
                    <a:pt x="1626" y="3541"/>
                    <a:pt x="1619" y="3666"/>
                  </a:cubicBezTo>
                  <a:lnTo>
                    <a:pt x="1619" y="4603"/>
                  </a:lnTo>
                  <a:cubicBezTo>
                    <a:pt x="1619" y="4646"/>
                    <a:pt x="1581" y="4680"/>
                    <a:pt x="1537" y="4680"/>
                  </a:cubicBezTo>
                  <a:lnTo>
                    <a:pt x="481" y="4680"/>
                  </a:lnTo>
                  <a:cubicBezTo>
                    <a:pt x="432" y="4680"/>
                    <a:pt x="399" y="4646"/>
                    <a:pt x="399" y="4603"/>
                  </a:cubicBezTo>
                  <a:lnTo>
                    <a:pt x="399" y="1226"/>
                  </a:lnTo>
                  <a:cubicBezTo>
                    <a:pt x="399" y="1183"/>
                    <a:pt x="432" y="1144"/>
                    <a:pt x="481" y="1144"/>
                  </a:cubicBezTo>
                  <a:lnTo>
                    <a:pt x="1537" y="1144"/>
                  </a:lnTo>
                  <a:cubicBezTo>
                    <a:pt x="1581" y="1144"/>
                    <a:pt x="1619" y="1183"/>
                    <a:pt x="1619" y="1226"/>
                  </a:cubicBezTo>
                  <a:lnTo>
                    <a:pt x="1619" y="2806"/>
                  </a:lnTo>
                  <a:cubicBezTo>
                    <a:pt x="1626" y="2929"/>
                    <a:pt x="1721" y="2990"/>
                    <a:pt x="1816" y="2990"/>
                  </a:cubicBezTo>
                  <a:cubicBezTo>
                    <a:pt x="1911" y="2990"/>
                    <a:pt x="2006" y="2929"/>
                    <a:pt x="2013" y="2806"/>
                  </a:cubicBezTo>
                  <a:lnTo>
                    <a:pt x="2013" y="1226"/>
                  </a:lnTo>
                  <a:cubicBezTo>
                    <a:pt x="2013" y="1096"/>
                    <a:pt x="1960" y="976"/>
                    <a:pt x="1874" y="885"/>
                  </a:cubicBezTo>
                  <a:lnTo>
                    <a:pt x="1874" y="476"/>
                  </a:lnTo>
                  <a:cubicBezTo>
                    <a:pt x="1869" y="217"/>
                    <a:pt x="1658" y="1"/>
                    <a:pt x="13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86"/>
            <p:cNvSpPr/>
            <p:nvPr/>
          </p:nvSpPr>
          <p:spPr>
            <a:xfrm>
              <a:off x="2811768" y="4295064"/>
              <a:ext cx="56235" cy="273005"/>
            </a:xfrm>
            <a:custGeom>
              <a:rect b="b" l="l" r="r" t="t"/>
              <a:pathLst>
                <a:path extrusionOk="0" h="10428" w="2148">
                  <a:moveTo>
                    <a:pt x="1076" y="421"/>
                  </a:moveTo>
                  <a:lnTo>
                    <a:pt x="1480" y="1444"/>
                  </a:lnTo>
                  <a:lnTo>
                    <a:pt x="668" y="1444"/>
                  </a:lnTo>
                  <a:lnTo>
                    <a:pt x="1076" y="421"/>
                  </a:lnTo>
                  <a:close/>
                  <a:moveTo>
                    <a:pt x="874" y="1838"/>
                  </a:moveTo>
                  <a:lnTo>
                    <a:pt x="874" y="8866"/>
                  </a:lnTo>
                  <a:lnTo>
                    <a:pt x="442" y="8866"/>
                  </a:lnTo>
                  <a:cubicBezTo>
                    <a:pt x="438" y="8865"/>
                    <a:pt x="434" y="8864"/>
                    <a:pt x="429" y="8864"/>
                  </a:cubicBezTo>
                  <a:cubicBezTo>
                    <a:pt x="419" y="8864"/>
                    <a:pt x="409" y="8867"/>
                    <a:pt x="399" y="8871"/>
                  </a:cubicBezTo>
                  <a:lnTo>
                    <a:pt x="399" y="1943"/>
                  </a:lnTo>
                  <a:cubicBezTo>
                    <a:pt x="394" y="1886"/>
                    <a:pt x="442" y="1838"/>
                    <a:pt x="504" y="1838"/>
                  </a:cubicBezTo>
                  <a:close/>
                  <a:moveTo>
                    <a:pt x="1643" y="1838"/>
                  </a:moveTo>
                  <a:cubicBezTo>
                    <a:pt x="1705" y="1838"/>
                    <a:pt x="1754" y="1886"/>
                    <a:pt x="1754" y="1943"/>
                  </a:cubicBezTo>
                  <a:lnTo>
                    <a:pt x="1754" y="8871"/>
                  </a:lnTo>
                  <a:cubicBezTo>
                    <a:pt x="1734" y="8866"/>
                    <a:pt x="1720" y="8866"/>
                    <a:pt x="1705" y="8866"/>
                  </a:cubicBezTo>
                  <a:lnTo>
                    <a:pt x="1273" y="8866"/>
                  </a:lnTo>
                  <a:lnTo>
                    <a:pt x="1273" y="1838"/>
                  </a:lnTo>
                  <a:close/>
                  <a:moveTo>
                    <a:pt x="1749" y="9255"/>
                  </a:moveTo>
                  <a:lnTo>
                    <a:pt x="1749" y="9923"/>
                  </a:lnTo>
                  <a:cubicBezTo>
                    <a:pt x="1754" y="9985"/>
                    <a:pt x="1705" y="10033"/>
                    <a:pt x="1643" y="10033"/>
                  </a:cubicBezTo>
                  <a:lnTo>
                    <a:pt x="504" y="10033"/>
                  </a:lnTo>
                  <a:cubicBezTo>
                    <a:pt x="447" y="10033"/>
                    <a:pt x="399" y="9985"/>
                    <a:pt x="399" y="9928"/>
                  </a:cubicBezTo>
                  <a:lnTo>
                    <a:pt x="399" y="9255"/>
                  </a:lnTo>
                  <a:cubicBezTo>
                    <a:pt x="413" y="9255"/>
                    <a:pt x="428" y="9260"/>
                    <a:pt x="442" y="9260"/>
                  </a:cubicBezTo>
                  <a:lnTo>
                    <a:pt x="1705" y="9260"/>
                  </a:lnTo>
                  <a:cubicBezTo>
                    <a:pt x="1720" y="9260"/>
                    <a:pt x="1734" y="9255"/>
                    <a:pt x="1749" y="9255"/>
                  </a:cubicBezTo>
                  <a:close/>
                  <a:moveTo>
                    <a:pt x="1074" y="0"/>
                  </a:moveTo>
                  <a:cubicBezTo>
                    <a:pt x="928" y="0"/>
                    <a:pt x="783" y="79"/>
                    <a:pt x="721" y="238"/>
                  </a:cubicBezTo>
                  <a:lnTo>
                    <a:pt x="202" y="1540"/>
                  </a:lnTo>
                  <a:cubicBezTo>
                    <a:pt x="77" y="1636"/>
                    <a:pt x="0" y="1785"/>
                    <a:pt x="0" y="1943"/>
                  </a:cubicBezTo>
                  <a:lnTo>
                    <a:pt x="0" y="9928"/>
                  </a:lnTo>
                  <a:cubicBezTo>
                    <a:pt x="0" y="10206"/>
                    <a:pt x="226" y="10427"/>
                    <a:pt x="504" y="10427"/>
                  </a:cubicBezTo>
                  <a:lnTo>
                    <a:pt x="1643" y="10427"/>
                  </a:lnTo>
                  <a:cubicBezTo>
                    <a:pt x="1922" y="10427"/>
                    <a:pt x="2147" y="10201"/>
                    <a:pt x="2147" y="9928"/>
                  </a:cubicBezTo>
                  <a:lnTo>
                    <a:pt x="2147" y="1943"/>
                  </a:lnTo>
                  <a:cubicBezTo>
                    <a:pt x="2147" y="1785"/>
                    <a:pt x="2071" y="1636"/>
                    <a:pt x="1946" y="1540"/>
                  </a:cubicBezTo>
                  <a:lnTo>
                    <a:pt x="1427" y="238"/>
                  </a:lnTo>
                  <a:cubicBezTo>
                    <a:pt x="1364" y="79"/>
                    <a:pt x="1219" y="0"/>
                    <a:pt x="10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86"/>
            <p:cNvSpPr/>
            <p:nvPr/>
          </p:nvSpPr>
          <p:spPr>
            <a:xfrm>
              <a:off x="2878554" y="4479109"/>
              <a:ext cx="59010" cy="88960"/>
            </a:xfrm>
            <a:custGeom>
              <a:rect b="b" l="l" r="r" t="t"/>
              <a:pathLst>
                <a:path extrusionOk="0" h="3398" w="2254">
                  <a:moveTo>
                    <a:pt x="688" y="399"/>
                  </a:moveTo>
                  <a:cubicBezTo>
                    <a:pt x="691" y="399"/>
                    <a:pt x="694" y="399"/>
                    <a:pt x="697" y="400"/>
                  </a:cubicBezTo>
                  <a:lnTo>
                    <a:pt x="1561" y="400"/>
                  </a:lnTo>
                  <a:cubicBezTo>
                    <a:pt x="1619" y="400"/>
                    <a:pt x="1667" y="443"/>
                    <a:pt x="1667" y="505"/>
                  </a:cubicBezTo>
                  <a:lnTo>
                    <a:pt x="1667" y="717"/>
                  </a:lnTo>
                  <a:lnTo>
                    <a:pt x="586" y="717"/>
                  </a:lnTo>
                  <a:lnTo>
                    <a:pt x="586" y="505"/>
                  </a:lnTo>
                  <a:cubicBezTo>
                    <a:pt x="586" y="446"/>
                    <a:pt x="630" y="399"/>
                    <a:pt x="688" y="399"/>
                  </a:cubicBezTo>
                  <a:close/>
                  <a:moveTo>
                    <a:pt x="1749" y="1111"/>
                  </a:moveTo>
                  <a:cubicBezTo>
                    <a:pt x="1811" y="1111"/>
                    <a:pt x="1859" y="1159"/>
                    <a:pt x="1859" y="1221"/>
                  </a:cubicBezTo>
                  <a:lnTo>
                    <a:pt x="1859" y="2898"/>
                  </a:lnTo>
                  <a:cubicBezTo>
                    <a:pt x="1859" y="2955"/>
                    <a:pt x="1811" y="3003"/>
                    <a:pt x="1749" y="3003"/>
                  </a:cubicBezTo>
                  <a:lnTo>
                    <a:pt x="504" y="3003"/>
                  </a:lnTo>
                  <a:cubicBezTo>
                    <a:pt x="442" y="3003"/>
                    <a:pt x="399" y="2955"/>
                    <a:pt x="399" y="2898"/>
                  </a:cubicBezTo>
                  <a:lnTo>
                    <a:pt x="399" y="1221"/>
                  </a:lnTo>
                  <a:cubicBezTo>
                    <a:pt x="394" y="1159"/>
                    <a:pt x="442" y="1111"/>
                    <a:pt x="504" y="1111"/>
                  </a:cubicBezTo>
                  <a:close/>
                  <a:moveTo>
                    <a:pt x="697" y="1"/>
                  </a:moveTo>
                  <a:cubicBezTo>
                    <a:pt x="418" y="1"/>
                    <a:pt x="192" y="227"/>
                    <a:pt x="192" y="505"/>
                  </a:cubicBezTo>
                  <a:lnTo>
                    <a:pt x="192" y="827"/>
                  </a:lnTo>
                  <a:cubicBezTo>
                    <a:pt x="72" y="918"/>
                    <a:pt x="0" y="1067"/>
                    <a:pt x="0" y="1221"/>
                  </a:cubicBezTo>
                  <a:lnTo>
                    <a:pt x="0" y="2898"/>
                  </a:lnTo>
                  <a:cubicBezTo>
                    <a:pt x="0" y="3176"/>
                    <a:pt x="226" y="3397"/>
                    <a:pt x="504" y="3397"/>
                  </a:cubicBezTo>
                  <a:lnTo>
                    <a:pt x="1749" y="3397"/>
                  </a:lnTo>
                  <a:cubicBezTo>
                    <a:pt x="2027" y="3397"/>
                    <a:pt x="2253" y="3176"/>
                    <a:pt x="2253" y="2898"/>
                  </a:cubicBezTo>
                  <a:lnTo>
                    <a:pt x="2253" y="1221"/>
                  </a:lnTo>
                  <a:cubicBezTo>
                    <a:pt x="2253" y="1067"/>
                    <a:pt x="2181" y="918"/>
                    <a:pt x="2061" y="827"/>
                  </a:cubicBezTo>
                  <a:lnTo>
                    <a:pt x="2061" y="505"/>
                  </a:lnTo>
                  <a:cubicBezTo>
                    <a:pt x="2061" y="227"/>
                    <a:pt x="1835"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86"/>
            <p:cNvSpPr/>
            <p:nvPr/>
          </p:nvSpPr>
          <p:spPr>
            <a:xfrm>
              <a:off x="2949030" y="4294985"/>
              <a:ext cx="198549" cy="274471"/>
            </a:xfrm>
            <a:custGeom>
              <a:rect b="b" l="l" r="r" t="t"/>
              <a:pathLst>
                <a:path extrusionOk="0" h="10484" w="7584">
                  <a:moveTo>
                    <a:pt x="6777" y="611"/>
                  </a:moveTo>
                  <a:cubicBezTo>
                    <a:pt x="7003" y="611"/>
                    <a:pt x="7185" y="793"/>
                    <a:pt x="7185" y="1019"/>
                  </a:cubicBezTo>
                  <a:lnTo>
                    <a:pt x="7190" y="1019"/>
                  </a:lnTo>
                  <a:lnTo>
                    <a:pt x="7190" y="9465"/>
                  </a:lnTo>
                  <a:cubicBezTo>
                    <a:pt x="7185" y="9690"/>
                    <a:pt x="7003" y="9873"/>
                    <a:pt x="6777" y="9873"/>
                  </a:cubicBezTo>
                  <a:lnTo>
                    <a:pt x="2146" y="9873"/>
                  </a:lnTo>
                  <a:lnTo>
                    <a:pt x="2146" y="611"/>
                  </a:lnTo>
                  <a:close/>
                  <a:moveTo>
                    <a:pt x="1752" y="395"/>
                  </a:moveTo>
                  <a:lnTo>
                    <a:pt x="1752" y="10089"/>
                  </a:lnTo>
                  <a:lnTo>
                    <a:pt x="1464" y="10089"/>
                  </a:lnTo>
                  <a:lnTo>
                    <a:pt x="1464" y="395"/>
                  </a:lnTo>
                  <a:close/>
                  <a:moveTo>
                    <a:pt x="1444" y="1"/>
                  </a:moveTo>
                  <a:cubicBezTo>
                    <a:pt x="1300" y="1"/>
                    <a:pt x="1170" y="82"/>
                    <a:pt x="1103" y="212"/>
                  </a:cubicBezTo>
                  <a:lnTo>
                    <a:pt x="512" y="212"/>
                  </a:lnTo>
                  <a:cubicBezTo>
                    <a:pt x="234" y="212"/>
                    <a:pt x="8" y="438"/>
                    <a:pt x="8" y="717"/>
                  </a:cubicBezTo>
                  <a:lnTo>
                    <a:pt x="8" y="2806"/>
                  </a:lnTo>
                  <a:cubicBezTo>
                    <a:pt x="1" y="2946"/>
                    <a:pt x="104" y="3015"/>
                    <a:pt x="207" y="3015"/>
                  </a:cubicBezTo>
                  <a:cubicBezTo>
                    <a:pt x="311" y="3015"/>
                    <a:pt x="414" y="2946"/>
                    <a:pt x="407" y="2806"/>
                  </a:cubicBezTo>
                  <a:lnTo>
                    <a:pt x="407" y="717"/>
                  </a:lnTo>
                  <a:cubicBezTo>
                    <a:pt x="407" y="654"/>
                    <a:pt x="455" y="606"/>
                    <a:pt x="512" y="606"/>
                  </a:cubicBezTo>
                  <a:lnTo>
                    <a:pt x="1065" y="606"/>
                  </a:lnTo>
                  <a:lnTo>
                    <a:pt x="1065" y="9873"/>
                  </a:lnTo>
                  <a:lnTo>
                    <a:pt x="512" y="9873"/>
                  </a:lnTo>
                  <a:cubicBezTo>
                    <a:pt x="455" y="9873"/>
                    <a:pt x="407" y="9825"/>
                    <a:pt x="407" y="9767"/>
                  </a:cubicBezTo>
                  <a:lnTo>
                    <a:pt x="407" y="3666"/>
                  </a:lnTo>
                  <a:cubicBezTo>
                    <a:pt x="399" y="3541"/>
                    <a:pt x="303" y="3479"/>
                    <a:pt x="207" y="3479"/>
                  </a:cubicBezTo>
                  <a:cubicBezTo>
                    <a:pt x="111" y="3479"/>
                    <a:pt x="15" y="3541"/>
                    <a:pt x="8" y="3666"/>
                  </a:cubicBezTo>
                  <a:lnTo>
                    <a:pt x="8" y="9767"/>
                  </a:lnTo>
                  <a:cubicBezTo>
                    <a:pt x="8" y="10046"/>
                    <a:pt x="234" y="10272"/>
                    <a:pt x="512" y="10272"/>
                  </a:cubicBezTo>
                  <a:lnTo>
                    <a:pt x="1103" y="10272"/>
                  </a:lnTo>
                  <a:cubicBezTo>
                    <a:pt x="1170" y="10401"/>
                    <a:pt x="1300" y="10483"/>
                    <a:pt x="1444" y="10483"/>
                  </a:cubicBezTo>
                  <a:lnTo>
                    <a:pt x="1766" y="10483"/>
                  </a:lnTo>
                  <a:cubicBezTo>
                    <a:pt x="1910" y="10483"/>
                    <a:pt x="2045" y="10401"/>
                    <a:pt x="2107" y="10272"/>
                  </a:cubicBezTo>
                  <a:lnTo>
                    <a:pt x="6777" y="10272"/>
                  </a:lnTo>
                  <a:cubicBezTo>
                    <a:pt x="7224" y="10272"/>
                    <a:pt x="7584" y="9907"/>
                    <a:pt x="7584" y="9465"/>
                  </a:cubicBezTo>
                  <a:lnTo>
                    <a:pt x="7584" y="1019"/>
                  </a:lnTo>
                  <a:cubicBezTo>
                    <a:pt x="7584" y="572"/>
                    <a:pt x="7224" y="212"/>
                    <a:pt x="6777" y="212"/>
                  </a:cubicBezTo>
                  <a:lnTo>
                    <a:pt x="2107" y="212"/>
                  </a:lnTo>
                  <a:cubicBezTo>
                    <a:pt x="2045" y="82"/>
                    <a:pt x="1910" y="1"/>
                    <a:pt x="17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86"/>
            <p:cNvSpPr/>
            <p:nvPr/>
          </p:nvSpPr>
          <p:spPr>
            <a:xfrm>
              <a:off x="3086187" y="4526652"/>
              <a:ext cx="31599" cy="10367"/>
            </a:xfrm>
            <a:custGeom>
              <a:rect b="b" l="l" r="r" t="t"/>
              <a:pathLst>
                <a:path extrusionOk="0" h="396" w="1207">
                  <a:moveTo>
                    <a:pt x="256" y="0"/>
                  </a:moveTo>
                  <a:cubicBezTo>
                    <a:pt x="0" y="0"/>
                    <a:pt x="2" y="395"/>
                    <a:pt x="261" y="395"/>
                  </a:cubicBezTo>
                  <a:cubicBezTo>
                    <a:pt x="265" y="395"/>
                    <a:pt x="270" y="395"/>
                    <a:pt x="274" y="395"/>
                  </a:cubicBezTo>
                  <a:lnTo>
                    <a:pt x="957" y="395"/>
                  </a:lnTo>
                  <a:cubicBezTo>
                    <a:pt x="1206" y="380"/>
                    <a:pt x="1206" y="10"/>
                    <a:pt x="957" y="1"/>
                  </a:cubicBezTo>
                  <a:lnTo>
                    <a:pt x="274" y="1"/>
                  </a:lnTo>
                  <a:cubicBezTo>
                    <a:pt x="268" y="0"/>
                    <a:pt x="262" y="0"/>
                    <a:pt x="2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86"/>
            <p:cNvSpPr/>
            <p:nvPr/>
          </p:nvSpPr>
          <p:spPr>
            <a:xfrm>
              <a:off x="3104042" y="4513196"/>
              <a:ext cx="13247" cy="10472"/>
            </a:xfrm>
            <a:custGeom>
              <a:rect b="b" l="l" r="r" t="t"/>
              <a:pathLst>
                <a:path extrusionOk="0" h="400" w="506">
                  <a:moveTo>
                    <a:pt x="250" y="1"/>
                  </a:moveTo>
                  <a:cubicBezTo>
                    <a:pt x="1" y="15"/>
                    <a:pt x="5" y="385"/>
                    <a:pt x="255" y="399"/>
                  </a:cubicBezTo>
                  <a:cubicBezTo>
                    <a:pt x="505" y="385"/>
                    <a:pt x="505" y="15"/>
                    <a:pt x="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86"/>
            <p:cNvSpPr/>
            <p:nvPr/>
          </p:nvSpPr>
          <p:spPr>
            <a:xfrm>
              <a:off x="2807344" y="4578096"/>
              <a:ext cx="344764" cy="70581"/>
            </a:xfrm>
            <a:custGeom>
              <a:rect b="b" l="l" r="r" t="t"/>
              <a:pathLst>
                <a:path extrusionOk="0" h="2696" w="13169">
                  <a:moveTo>
                    <a:pt x="501" y="1"/>
                  </a:moveTo>
                  <a:cubicBezTo>
                    <a:pt x="222" y="1"/>
                    <a:pt x="1" y="222"/>
                    <a:pt x="1" y="500"/>
                  </a:cubicBezTo>
                  <a:lnTo>
                    <a:pt x="1" y="2191"/>
                  </a:lnTo>
                  <a:cubicBezTo>
                    <a:pt x="1" y="2470"/>
                    <a:pt x="222" y="2696"/>
                    <a:pt x="501" y="2696"/>
                  </a:cubicBezTo>
                  <a:lnTo>
                    <a:pt x="10046" y="2696"/>
                  </a:lnTo>
                  <a:cubicBezTo>
                    <a:pt x="10051" y="2696"/>
                    <a:pt x="10055" y="2696"/>
                    <a:pt x="10060" y="2696"/>
                  </a:cubicBezTo>
                  <a:cubicBezTo>
                    <a:pt x="10319" y="2696"/>
                    <a:pt x="10320" y="2301"/>
                    <a:pt x="10064" y="2301"/>
                  </a:cubicBezTo>
                  <a:cubicBezTo>
                    <a:pt x="10058" y="2301"/>
                    <a:pt x="10052" y="2301"/>
                    <a:pt x="10046" y="2302"/>
                  </a:cubicBezTo>
                  <a:lnTo>
                    <a:pt x="501" y="2302"/>
                  </a:lnTo>
                  <a:cubicBezTo>
                    <a:pt x="443" y="2297"/>
                    <a:pt x="395" y="2254"/>
                    <a:pt x="395" y="2191"/>
                  </a:cubicBezTo>
                  <a:lnTo>
                    <a:pt x="395" y="500"/>
                  </a:lnTo>
                  <a:cubicBezTo>
                    <a:pt x="395" y="443"/>
                    <a:pt x="443" y="395"/>
                    <a:pt x="501" y="395"/>
                  </a:cubicBezTo>
                  <a:lnTo>
                    <a:pt x="1240" y="395"/>
                  </a:lnTo>
                  <a:lnTo>
                    <a:pt x="1240" y="697"/>
                  </a:lnTo>
                  <a:cubicBezTo>
                    <a:pt x="1231" y="836"/>
                    <a:pt x="1333" y="906"/>
                    <a:pt x="1436" y="906"/>
                  </a:cubicBezTo>
                  <a:cubicBezTo>
                    <a:pt x="1538" y="906"/>
                    <a:pt x="1641" y="836"/>
                    <a:pt x="1634" y="697"/>
                  </a:cubicBezTo>
                  <a:lnTo>
                    <a:pt x="1634" y="395"/>
                  </a:lnTo>
                  <a:lnTo>
                    <a:pt x="2172" y="395"/>
                  </a:lnTo>
                  <a:lnTo>
                    <a:pt x="2172" y="697"/>
                  </a:lnTo>
                  <a:cubicBezTo>
                    <a:pt x="2165" y="836"/>
                    <a:pt x="2268" y="906"/>
                    <a:pt x="2372" y="906"/>
                  </a:cubicBezTo>
                  <a:cubicBezTo>
                    <a:pt x="2475" y="906"/>
                    <a:pt x="2578" y="836"/>
                    <a:pt x="2571" y="697"/>
                  </a:cubicBezTo>
                  <a:lnTo>
                    <a:pt x="2571" y="395"/>
                  </a:lnTo>
                  <a:lnTo>
                    <a:pt x="3109" y="395"/>
                  </a:lnTo>
                  <a:lnTo>
                    <a:pt x="3109" y="697"/>
                  </a:lnTo>
                  <a:cubicBezTo>
                    <a:pt x="3102" y="836"/>
                    <a:pt x="3205" y="906"/>
                    <a:pt x="3308" y="906"/>
                  </a:cubicBezTo>
                  <a:cubicBezTo>
                    <a:pt x="3412" y="906"/>
                    <a:pt x="3515" y="836"/>
                    <a:pt x="3508" y="697"/>
                  </a:cubicBezTo>
                  <a:lnTo>
                    <a:pt x="3508" y="395"/>
                  </a:lnTo>
                  <a:lnTo>
                    <a:pt x="4046" y="395"/>
                  </a:lnTo>
                  <a:lnTo>
                    <a:pt x="4046" y="697"/>
                  </a:lnTo>
                  <a:cubicBezTo>
                    <a:pt x="4039" y="836"/>
                    <a:pt x="4142" y="906"/>
                    <a:pt x="4245" y="906"/>
                  </a:cubicBezTo>
                  <a:cubicBezTo>
                    <a:pt x="4347" y="906"/>
                    <a:pt x="4449" y="836"/>
                    <a:pt x="4440" y="697"/>
                  </a:cubicBezTo>
                  <a:lnTo>
                    <a:pt x="4440" y="395"/>
                  </a:lnTo>
                  <a:lnTo>
                    <a:pt x="4983" y="395"/>
                  </a:lnTo>
                  <a:lnTo>
                    <a:pt x="4983" y="697"/>
                  </a:lnTo>
                  <a:cubicBezTo>
                    <a:pt x="4976" y="836"/>
                    <a:pt x="5079" y="906"/>
                    <a:pt x="5181" y="906"/>
                  </a:cubicBezTo>
                  <a:cubicBezTo>
                    <a:pt x="5284" y="906"/>
                    <a:pt x="5386" y="836"/>
                    <a:pt x="5377" y="697"/>
                  </a:cubicBezTo>
                  <a:lnTo>
                    <a:pt x="5377" y="395"/>
                  </a:lnTo>
                  <a:lnTo>
                    <a:pt x="5920" y="395"/>
                  </a:lnTo>
                  <a:lnTo>
                    <a:pt x="5920" y="697"/>
                  </a:lnTo>
                  <a:cubicBezTo>
                    <a:pt x="5912" y="836"/>
                    <a:pt x="6014" y="906"/>
                    <a:pt x="6116" y="906"/>
                  </a:cubicBezTo>
                  <a:cubicBezTo>
                    <a:pt x="6219" y="906"/>
                    <a:pt x="6321" y="836"/>
                    <a:pt x="6313" y="697"/>
                  </a:cubicBezTo>
                  <a:lnTo>
                    <a:pt x="6313" y="395"/>
                  </a:lnTo>
                  <a:lnTo>
                    <a:pt x="6856" y="395"/>
                  </a:lnTo>
                  <a:lnTo>
                    <a:pt x="6856" y="697"/>
                  </a:lnTo>
                  <a:cubicBezTo>
                    <a:pt x="6849" y="836"/>
                    <a:pt x="6951" y="906"/>
                    <a:pt x="7053" y="906"/>
                  </a:cubicBezTo>
                  <a:cubicBezTo>
                    <a:pt x="7155" y="906"/>
                    <a:pt x="7257" y="836"/>
                    <a:pt x="7250" y="697"/>
                  </a:cubicBezTo>
                  <a:lnTo>
                    <a:pt x="7250" y="395"/>
                  </a:lnTo>
                  <a:lnTo>
                    <a:pt x="7793" y="395"/>
                  </a:lnTo>
                  <a:lnTo>
                    <a:pt x="7793" y="697"/>
                  </a:lnTo>
                  <a:cubicBezTo>
                    <a:pt x="7783" y="836"/>
                    <a:pt x="7886" y="906"/>
                    <a:pt x="7988" y="906"/>
                  </a:cubicBezTo>
                  <a:cubicBezTo>
                    <a:pt x="8091" y="906"/>
                    <a:pt x="8194" y="836"/>
                    <a:pt x="8187" y="697"/>
                  </a:cubicBezTo>
                  <a:lnTo>
                    <a:pt x="8187" y="395"/>
                  </a:lnTo>
                  <a:lnTo>
                    <a:pt x="8725" y="395"/>
                  </a:lnTo>
                  <a:lnTo>
                    <a:pt x="8725" y="697"/>
                  </a:lnTo>
                  <a:cubicBezTo>
                    <a:pt x="8718" y="836"/>
                    <a:pt x="8821" y="906"/>
                    <a:pt x="8924" y="906"/>
                  </a:cubicBezTo>
                  <a:cubicBezTo>
                    <a:pt x="9028" y="906"/>
                    <a:pt x="9131" y="836"/>
                    <a:pt x="9124" y="697"/>
                  </a:cubicBezTo>
                  <a:lnTo>
                    <a:pt x="9124" y="395"/>
                  </a:lnTo>
                  <a:lnTo>
                    <a:pt x="9662" y="395"/>
                  </a:lnTo>
                  <a:lnTo>
                    <a:pt x="9662" y="697"/>
                  </a:lnTo>
                  <a:cubicBezTo>
                    <a:pt x="9655" y="836"/>
                    <a:pt x="9758" y="906"/>
                    <a:pt x="9861" y="906"/>
                  </a:cubicBezTo>
                  <a:cubicBezTo>
                    <a:pt x="9965" y="906"/>
                    <a:pt x="10068" y="836"/>
                    <a:pt x="10061" y="697"/>
                  </a:cubicBezTo>
                  <a:lnTo>
                    <a:pt x="10061" y="395"/>
                  </a:lnTo>
                  <a:lnTo>
                    <a:pt x="10599" y="395"/>
                  </a:lnTo>
                  <a:lnTo>
                    <a:pt x="10599" y="697"/>
                  </a:lnTo>
                  <a:cubicBezTo>
                    <a:pt x="10591" y="836"/>
                    <a:pt x="10695" y="906"/>
                    <a:pt x="10798" y="906"/>
                  </a:cubicBezTo>
                  <a:cubicBezTo>
                    <a:pt x="10901" y="906"/>
                    <a:pt x="11005" y="836"/>
                    <a:pt x="10997" y="697"/>
                  </a:cubicBezTo>
                  <a:lnTo>
                    <a:pt x="10997" y="395"/>
                  </a:lnTo>
                  <a:lnTo>
                    <a:pt x="11535" y="395"/>
                  </a:lnTo>
                  <a:lnTo>
                    <a:pt x="11535" y="697"/>
                  </a:lnTo>
                  <a:cubicBezTo>
                    <a:pt x="11528" y="836"/>
                    <a:pt x="11632" y="906"/>
                    <a:pt x="11734" y="906"/>
                  </a:cubicBezTo>
                  <a:cubicBezTo>
                    <a:pt x="11837" y="906"/>
                    <a:pt x="11939" y="836"/>
                    <a:pt x="11929" y="697"/>
                  </a:cubicBezTo>
                  <a:lnTo>
                    <a:pt x="11929" y="395"/>
                  </a:lnTo>
                  <a:lnTo>
                    <a:pt x="12669" y="395"/>
                  </a:lnTo>
                  <a:cubicBezTo>
                    <a:pt x="12727" y="395"/>
                    <a:pt x="12775" y="443"/>
                    <a:pt x="12775" y="500"/>
                  </a:cubicBezTo>
                  <a:lnTo>
                    <a:pt x="12775" y="2191"/>
                  </a:lnTo>
                  <a:cubicBezTo>
                    <a:pt x="12775" y="2254"/>
                    <a:pt x="12727" y="2302"/>
                    <a:pt x="12669" y="2302"/>
                  </a:cubicBezTo>
                  <a:lnTo>
                    <a:pt x="10906" y="2302"/>
                  </a:lnTo>
                  <a:cubicBezTo>
                    <a:pt x="10900" y="2301"/>
                    <a:pt x="10894" y="2301"/>
                    <a:pt x="10888" y="2301"/>
                  </a:cubicBezTo>
                  <a:cubicBezTo>
                    <a:pt x="10632" y="2301"/>
                    <a:pt x="10633" y="2696"/>
                    <a:pt x="10892" y="2696"/>
                  </a:cubicBezTo>
                  <a:cubicBezTo>
                    <a:pt x="10897" y="2696"/>
                    <a:pt x="10901" y="2696"/>
                    <a:pt x="10906" y="2696"/>
                  </a:cubicBezTo>
                  <a:lnTo>
                    <a:pt x="12664" y="2696"/>
                  </a:lnTo>
                  <a:cubicBezTo>
                    <a:pt x="12943" y="2696"/>
                    <a:pt x="13169" y="2470"/>
                    <a:pt x="13169" y="2191"/>
                  </a:cubicBezTo>
                  <a:lnTo>
                    <a:pt x="13169" y="500"/>
                  </a:lnTo>
                  <a:cubicBezTo>
                    <a:pt x="13169" y="222"/>
                    <a:pt x="12943" y="1"/>
                    <a:pt x="126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1" name="Google Shape;12961;p86"/>
          <p:cNvGrpSpPr/>
          <p:nvPr/>
        </p:nvGrpSpPr>
        <p:grpSpPr>
          <a:xfrm>
            <a:off x="3966830" y="2450002"/>
            <a:ext cx="314945" cy="331753"/>
            <a:chOff x="3966830" y="2450002"/>
            <a:chExt cx="314945" cy="331753"/>
          </a:xfrm>
        </p:grpSpPr>
        <p:sp>
          <p:nvSpPr>
            <p:cNvPr id="12962" name="Google Shape;12962;p86"/>
            <p:cNvSpPr/>
            <p:nvPr/>
          </p:nvSpPr>
          <p:spPr>
            <a:xfrm>
              <a:off x="3966909" y="2455866"/>
              <a:ext cx="309081" cy="319998"/>
            </a:xfrm>
            <a:custGeom>
              <a:rect b="b" l="l" r="r" t="t"/>
              <a:pathLst>
                <a:path extrusionOk="0" h="12223" w="11806">
                  <a:moveTo>
                    <a:pt x="11204" y="0"/>
                  </a:moveTo>
                  <a:cubicBezTo>
                    <a:pt x="11168" y="0"/>
                    <a:pt x="11132" y="4"/>
                    <a:pt x="11095" y="10"/>
                  </a:cubicBezTo>
                  <a:lnTo>
                    <a:pt x="3783" y="1302"/>
                  </a:lnTo>
                  <a:cubicBezTo>
                    <a:pt x="3495" y="1351"/>
                    <a:pt x="3283" y="1600"/>
                    <a:pt x="3283" y="1893"/>
                  </a:cubicBezTo>
                  <a:lnTo>
                    <a:pt x="3283" y="8230"/>
                  </a:lnTo>
                  <a:cubicBezTo>
                    <a:pt x="2980" y="8080"/>
                    <a:pt x="2662" y="8010"/>
                    <a:pt x="2351" y="8010"/>
                  </a:cubicBezTo>
                  <a:cubicBezTo>
                    <a:pt x="1404" y="8010"/>
                    <a:pt x="519" y="8654"/>
                    <a:pt x="295" y="9652"/>
                  </a:cubicBezTo>
                  <a:cubicBezTo>
                    <a:pt x="0" y="10970"/>
                    <a:pt x="1002" y="12222"/>
                    <a:pt x="2342" y="12222"/>
                  </a:cubicBezTo>
                  <a:cubicBezTo>
                    <a:pt x="2355" y="12222"/>
                    <a:pt x="2368" y="12222"/>
                    <a:pt x="2380" y="12222"/>
                  </a:cubicBezTo>
                  <a:cubicBezTo>
                    <a:pt x="3538" y="12208"/>
                    <a:pt x="4460" y="11247"/>
                    <a:pt x="4460" y="10089"/>
                  </a:cubicBezTo>
                  <a:lnTo>
                    <a:pt x="4460" y="3046"/>
                  </a:lnTo>
                  <a:lnTo>
                    <a:pt x="10629" y="1961"/>
                  </a:lnTo>
                  <a:lnTo>
                    <a:pt x="10629" y="6726"/>
                  </a:lnTo>
                  <a:cubicBezTo>
                    <a:pt x="10325" y="6576"/>
                    <a:pt x="10006" y="6506"/>
                    <a:pt x="9694" y="6506"/>
                  </a:cubicBezTo>
                  <a:cubicBezTo>
                    <a:pt x="8748" y="6506"/>
                    <a:pt x="7865" y="7148"/>
                    <a:pt x="7641" y="8148"/>
                  </a:cubicBezTo>
                  <a:cubicBezTo>
                    <a:pt x="7345" y="9469"/>
                    <a:pt x="8351" y="10719"/>
                    <a:pt x="9695" y="10719"/>
                  </a:cubicBezTo>
                  <a:cubicBezTo>
                    <a:pt x="9705" y="10719"/>
                    <a:pt x="9715" y="10718"/>
                    <a:pt x="9726" y="10718"/>
                  </a:cubicBezTo>
                  <a:cubicBezTo>
                    <a:pt x="10883" y="10704"/>
                    <a:pt x="11806" y="9743"/>
                    <a:pt x="11806" y="8585"/>
                  </a:cubicBezTo>
                  <a:lnTo>
                    <a:pt x="11806" y="601"/>
                  </a:lnTo>
                  <a:cubicBezTo>
                    <a:pt x="11806" y="264"/>
                    <a:pt x="11529" y="0"/>
                    <a:pt x="11204" y="0"/>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86"/>
            <p:cNvSpPr/>
            <p:nvPr/>
          </p:nvSpPr>
          <p:spPr>
            <a:xfrm>
              <a:off x="4019400" y="2535611"/>
              <a:ext cx="64167" cy="240254"/>
            </a:xfrm>
            <a:custGeom>
              <a:rect b="b" l="l" r="r" t="t"/>
              <a:pathLst>
                <a:path extrusionOk="0" h="9177" w="2451">
                  <a:moveTo>
                    <a:pt x="2451" y="0"/>
                  </a:moveTo>
                  <a:lnTo>
                    <a:pt x="2191" y="82"/>
                  </a:lnTo>
                  <a:cubicBezTo>
                    <a:pt x="1932" y="159"/>
                    <a:pt x="1759" y="389"/>
                    <a:pt x="1759" y="658"/>
                  </a:cubicBezTo>
                  <a:lnTo>
                    <a:pt x="1759" y="7043"/>
                  </a:lnTo>
                  <a:cubicBezTo>
                    <a:pt x="1764" y="8076"/>
                    <a:pt x="1019" y="8965"/>
                    <a:pt x="1" y="9147"/>
                  </a:cubicBezTo>
                  <a:cubicBezTo>
                    <a:pt x="125" y="9166"/>
                    <a:pt x="250" y="9176"/>
                    <a:pt x="375" y="9176"/>
                  </a:cubicBezTo>
                  <a:cubicBezTo>
                    <a:pt x="1533" y="9162"/>
                    <a:pt x="2451" y="8196"/>
                    <a:pt x="2451" y="7043"/>
                  </a:cubicBezTo>
                  <a:lnTo>
                    <a:pt x="2451" y="0"/>
                  </a:ln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6"/>
            <p:cNvSpPr/>
            <p:nvPr/>
          </p:nvSpPr>
          <p:spPr>
            <a:xfrm>
              <a:off x="4211587" y="2455107"/>
              <a:ext cx="64298" cy="280623"/>
            </a:xfrm>
            <a:custGeom>
              <a:rect b="b" l="l" r="r" t="t"/>
              <a:pathLst>
                <a:path extrusionOk="0" h="10719" w="2456">
                  <a:moveTo>
                    <a:pt x="1858" y="0"/>
                  </a:moveTo>
                  <a:cubicBezTo>
                    <a:pt x="1822" y="0"/>
                    <a:pt x="1786" y="4"/>
                    <a:pt x="1749" y="10"/>
                  </a:cubicBezTo>
                  <a:lnTo>
                    <a:pt x="1432" y="63"/>
                  </a:lnTo>
                  <a:cubicBezTo>
                    <a:pt x="1634" y="169"/>
                    <a:pt x="1763" y="375"/>
                    <a:pt x="1763" y="601"/>
                  </a:cubicBezTo>
                  <a:lnTo>
                    <a:pt x="1763" y="8586"/>
                  </a:lnTo>
                  <a:cubicBezTo>
                    <a:pt x="1763" y="9618"/>
                    <a:pt x="1023" y="10507"/>
                    <a:pt x="0" y="10690"/>
                  </a:cubicBezTo>
                  <a:cubicBezTo>
                    <a:pt x="125" y="10709"/>
                    <a:pt x="250" y="10719"/>
                    <a:pt x="375" y="10719"/>
                  </a:cubicBezTo>
                  <a:cubicBezTo>
                    <a:pt x="1533" y="10704"/>
                    <a:pt x="2455" y="9739"/>
                    <a:pt x="2455" y="8586"/>
                  </a:cubicBezTo>
                  <a:lnTo>
                    <a:pt x="2455" y="601"/>
                  </a:lnTo>
                  <a:cubicBezTo>
                    <a:pt x="2455" y="264"/>
                    <a:pt x="2182" y="0"/>
                    <a:pt x="1858" y="0"/>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6"/>
            <p:cNvSpPr/>
            <p:nvPr/>
          </p:nvSpPr>
          <p:spPr>
            <a:xfrm>
              <a:off x="3966830" y="2450002"/>
              <a:ext cx="314945" cy="331753"/>
            </a:xfrm>
            <a:custGeom>
              <a:rect b="b" l="l" r="r" t="t"/>
              <a:pathLst>
                <a:path extrusionOk="0" h="12672" w="12030">
                  <a:moveTo>
                    <a:pt x="11204" y="0"/>
                  </a:moveTo>
                  <a:cubicBezTo>
                    <a:pt x="11156" y="0"/>
                    <a:pt x="11107" y="5"/>
                    <a:pt x="11059" y="13"/>
                  </a:cubicBezTo>
                  <a:lnTo>
                    <a:pt x="3743" y="1305"/>
                  </a:lnTo>
                  <a:cubicBezTo>
                    <a:pt x="3349" y="1373"/>
                    <a:pt x="3061" y="1719"/>
                    <a:pt x="3061" y="2117"/>
                  </a:cubicBezTo>
                  <a:lnTo>
                    <a:pt x="3061" y="8118"/>
                  </a:lnTo>
                  <a:cubicBezTo>
                    <a:pt x="2829" y="8045"/>
                    <a:pt x="2585" y="8007"/>
                    <a:pt x="2340" y="8007"/>
                  </a:cubicBezTo>
                  <a:cubicBezTo>
                    <a:pt x="2326" y="8007"/>
                    <a:pt x="2311" y="8007"/>
                    <a:pt x="2297" y="8007"/>
                  </a:cubicBezTo>
                  <a:cubicBezTo>
                    <a:pt x="1019" y="8036"/>
                    <a:pt x="0" y="9093"/>
                    <a:pt x="15" y="10371"/>
                  </a:cubicBezTo>
                  <a:cubicBezTo>
                    <a:pt x="34" y="11646"/>
                    <a:pt x="1067" y="12672"/>
                    <a:pt x="2346" y="12672"/>
                  </a:cubicBezTo>
                  <a:cubicBezTo>
                    <a:pt x="2349" y="12672"/>
                    <a:pt x="2351" y="12672"/>
                    <a:pt x="2354" y="12672"/>
                  </a:cubicBezTo>
                  <a:lnTo>
                    <a:pt x="2388" y="12672"/>
                  </a:lnTo>
                  <a:cubicBezTo>
                    <a:pt x="3652" y="12657"/>
                    <a:pt x="4684" y="11596"/>
                    <a:pt x="4684" y="10313"/>
                  </a:cubicBezTo>
                  <a:lnTo>
                    <a:pt x="4684" y="5576"/>
                  </a:lnTo>
                  <a:cubicBezTo>
                    <a:pt x="4684" y="5425"/>
                    <a:pt x="4572" y="5349"/>
                    <a:pt x="4459" y="5349"/>
                  </a:cubicBezTo>
                  <a:cubicBezTo>
                    <a:pt x="4346" y="5349"/>
                    <a:pt x="4233" y="5425"/>
                    <a:pt x="4233" y="5576"/>
                  </a:cubicBezTo>
                  <a:lnTo>
                    <a:pt x="4233" y="10313"/>
                  </a:lnTo>
                  <a:cubicBezTo>
                    <a:pt x="4233" y="11351"/>
                    <a:pt x="3402" y="12206"/>
                    <a:pt x="2378" y="12220"/>
                  </a:cubicBezTo>
                  <a:lnTo>
                    <a:pt x="2354" y="12220"/>
                  </a:lnTo>
                  <a:cubicBezTo>
                    <a:pt x="1298" y="12220"/>
                    <a:pt x="452" y="11355"/>
                    <a:pt x="471" y="10303"/>
                  </a:cubicBezTo>
                  <a:cubicBezTo>
                    <a:pt x="500" y="9299"/>
                    <a:pt x="1302" y="8492"/>
                    <a:pt x="2306" y="8459"/>
                  </a:cubicBezTo>
                  <a:cubicBezTo>
                    <a:pt x="2325" y="8458"/>
                    <a:pt x="2344" y="8458"/>
                    <a:pt x="2363" y="8458"/>
                  </a:cubicBezTo>
                  <a:cubicBezTo>
                    <a:pt x="2647" y="8458"/>
                    <a:pt x="2929" y="8525"/>
                    <a:pt x="3186" y="8651"/>
                  </a:cubicBezTo>
                  <a:cubicBezTo>
                    <a:pt x="3219" y="8668"/>
                    <a:pt x="3253" y="8676"/>
                    <a:pt x="3287" y="8676"/>
                  </a:cubicBezTo>
                  <a:cubicBezTo>
                    <a:pt x="3405" y="8676"/>
                    <a:pt x="3512" y="8580"/>
                    <a:pt x="3512" y="8449"/>
                  </a:cubicBezTo>
                  <a:lnTo>
                    <a:pt x="3512" y="2117"/>
                  </a:lnTo>
                  <a:cubicBezTo>
                    <a:pt x="3512" y="1935"/>
                    <a:pt x="3642" y="1781"/>
                    <a:pt x="3825" y="1747"/>
                  </a:cubicBezTo>
                  <a:lnTo>
                    <a:pt x="11136" y="455"/>
                  </a:lnTo>
                  <a:cubicBezTo>
                    <a:pt x="11158" y="452"/>
                    <a:pt x="11179" y="450"/>
                    <a:pt x="11199" y="450"/>
                  </a:cubicBezTo>
                  <a:cubicBezTo>
                    <a:pt x="11404" y="450"/>
                    <a:pt x="11578" y="616"/>
                    <a:pt x="11578" y="825"/>
                  </a:cubicBezTo>
                  <a:lnTo>
                    <a:pt x="11578" y="3314"/>
                  </a:lnTo>
                  <a:cubicBezTo>
                    <a:pt x="11578" y="3465"/>
                    <a:pt x="11691" y="3541"/>
                    <a:pt x="11804" y="3541"/>
                  </a:cubicBezTo>
                  <a:cubicBezTo>
                    <a:pt x="11917" y="3541"/>
                    <a:pt x="12030" y="3465"/>
                    <a:pt x="12030" y="3314"/>
                  </a:cubicBezTo>
                  <a:lnTo>
                    <a:pt x="12030" y="825"/>
                  </a:lnTo>
                  <a:cubicBezTo>
                    <a:pt x="12030" y="580"/>
                    <a:pt x="11919" y="349"/>
                    <a:pt x="11732" y="191"/>
                  </a:cubicBezTo>
                  <a:cubicBezTo>
                    <a:pt x="11582" y="68"/>
                    <a:pt x="11395" y="0"/>
                    <a:pt x="11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6"/>
            <p:cNvSpPr/>
            <p:nvPr/>
          </p:nvSpPr>
          <p:spPr>
            <a:xfrm>
              <a:off x="4077624" y="2501184"/>
              <a:ext cx="204047" cy="241327"/>
            </a:xfrm>
            <a:custGeom>
              <a:rect b="b" l="l" r="r" t="t"/>
              <a:pathLst>
                <a:path extrusionOk="0" h="9218" w="7794">
                  <a:moveTo>
                    <a:pt x="6396" y="0"/>
                  </a:moveTo>
                  <a:cubicBezTo>
                    <a:pt x="6383" y="0"/>
                    <a:pt x="6370" y="2"/>
                    <a:pt x="6357" y="4"/>
                  </a:cubicBezTo>
                  <a:lnTo>
                    <a:pt x="188" y="1094"/>
                  </a:lnTo>
                  <a:cubicBezTo>
                    <a:pt x="83" y="1114"/>
                    <a:pt x="1" y="1210"/>
                    <a:pt x="1" y="1320"/>
                  </a:cubicBezTo>
                  <a:lnTo>
                    <a:pt x="1" y="2564"/>
                  </a:lnTo>
                  <a:cubicBezTo>
                    <a:pt x="1" y="2716"/>
                    <a:pt x="114" y="2791"/>
                    <a:pt x="227" y="2791"/>
                  </a:cubicBezTo>
                  <a:cubicBezTo>
                    <a:pt x="340" y="2791"/>
                    <a:pt x="452" y="2716"/>
                    <a:pt x="452" y="2564"/>
                  </a:cubicBezTo>
                  <a:lnTo>
                    <a:pt x="452" y="1512"/>
                  </a:lnTo>
                  <a:lnTo>
                    <a:pt x="6169" y="499"/>
                  </a:lnTo>
                  <a:lnTo>
                    <a:pt x="6169" y="4664"/>
                  </a:lnTo>
                  <a:cubicBezTo>
                    <a:pt x="5939" y="4587"/>
                    <a:pt x="5697" y="4553"/>
                    <a:pt x="5454" y="4553"/>
                  </a:cubicBezTo>
                  <a:cubicBezTo>
                    <a:pt x="5438" y="4553"/>
                    <a:pt x="5422" y="4553"/>
                    <a:pt x="5405" y="4553"/>
                  </a:cubicBezTo>
                  <a:cubicBezTo>
                    <a:pt x="4128" y="4582"/>
                    <a:pt x="3114" y="5634"/>
                    <a:pt x="3128" y="6912"/>
                  </a:cubicBezTo>
                  <a:cubicBezTo>
                    <a:pt x="3143" y="8190"/>
                    <a:pt x="4185" y="9218"/>
                    <a:pt x="5463" y="9218"/>
                  </a:cubicBezTo>
                  <a:lnTo>
                    <a:pt x="5497" y="9218"/>
                  </a:lnTo>
                  <a:cubicBezTo>
                    <a:pt x="6765" y="9199"/>
                    <a:pt x="7793" y="8142"/>
                    <a:pt x="7793" y="6859"/>
                  </a:cubicBezTo>
                  <a:lnTo>
                    <a:pt x="7793" y="2411"/>
                  </a:lnTo>
                  <a:cubicBezTo>
                    <a:pt x="7793" y="2286"/>
                    <a:pt x="7692" y="2190"/>
                    <a:pt x="7572" y="2190"/>
                  </a:cubicBezTo>
                  <a:cubicBezTo>
                    <a:pt x="7447" y="2190"/>
                    <a:pt x="7346" y="2291"/>
                    <a:pt x="7346" y="2415"/>
                  </a:cubicBezTo>
                  <a:lnTo>
                    <a:pt x="7346" y="6859"/>
                  </a:lnTo>
                  <a:cubicBezTo>
                    <a:pt x="7346" y="7897"/>
                    <a:pt x="6515" y="8752"/>
                    <a:pt x="5492" y="8766"/>
                  </a:cubicBezTo>
                  <a:lnTo>
                    <a:pt x="5463" y="8766"/>
                  </a:lnTo>
                  <a:cubicBezTo>
                    <a:pt x="4411" y="8766"/>
                    <a:pt x="3565" y="7902"/>
                    <a:pt x="3585" y="6850"/>
                  </a:cubicBezTo>
                  <a:cubicBezTo>
                    <a:pt x="3609" y="5846"/>
                    <a:pt x="4416" y="5038"/>
                    <a:pt x="5420" y="5005"/>
                  </a:cubicBezTo>
                  <a:cubicBezTo>
                    <a:pt x="5439" y="5004"/>
                    <a:pt x="5458" y="5004"/>
                    <a:pt x="5477" y="5004"/>
                  </a:cubicBezTo>
                  <a:cubicBezTo>
                    <a:pt x="5760" y="5004"/>
                    <a:pt x="6042" y="5071"/>
                    <a:pt x="6299" y="5197"/>
                  </a:cubicBezTo>
                  <a:cubicBezTo>
                    <a:pt x="6332" y="5214"/>
                    <a:pt x="6367" y="5222"/>
                    <a:pt x="6400" y="5222"/>
                  </a:cubicBezTo>
                  <a:cubicBezTo>
                    <a:pt x="6518" y="5222"/>
                    <a:pt x="6626" y="5126"/>
                    <a:pt x="6626" y="4995"/>
                  </a:cubicBezTo>
                  <a:lnTo>
                    <a:pt x="6626" y="230"/>
                  </a:lnTo>
                  <a:cubicBezTo>
                    <a:pt x="6621" y="99"/>
                    <a:pt x="6519" y="0"/>
                    <a:pt x="63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7" name="Google Shape;12967;p86"/>
          <p:cNvGrpSpPr/>
          <p:nvPr/>
        </p:nvGrpSpPr>
        <p:grpSpPr>
          <a:xfrm>
            <a:off x="1774648" y="1976930"/>
            <a:ext cx="298373" cy="390920"/>
            <a:chOff x="1774648" y="1976930"/>
            <a:chExt cx="298373" cy="390920"/>
          </a:xfrm>
        </p:grpSpPr>
        <p:sp>
          <p:nvSpPr>
            <p:cNvPr id="12968" name="Google Shape;12968;p86"/>
            <p:cNvSpPr/>
            <p:nvPr/>
          </p:nvSpPr>
          <p:spPr>
            <a:xfrm>
              <a:off x="1781821" y="2283445"/>
              <a:ext cx="284262" cy="76864"/>
            </a:xfrm>
            <a:custGeom>
              <a:rect b="b" l="l" r="r" t="t"/>
              <a:pathLst>
                <a:path extrusionOk="0" h="2936" w="10858">
                  <a:moveTo>
                    <a:pt x="1471" y="0"/>
                  </a:moveTo>
                  <a:cubicBezTo>
                    <a:pt x="659" y="0"/>
                    <a:pt x="1" y="658"/>
                    <a:pt x="1" y="1470"/>
                  </a:cubicBezTo>
                  <a:cubicBezTo>
                    <a:pt x="1" y="2277"/>
                    <a:pt x="659" y="2936"/>
                    <a:pt x="1471" y="2936"/>
                  </a:cubicBezTo>
                  <a:lnTo>
                    <a:pt x="10858" y="2936"/>
                  </a:lnTo>
                  <a:lnTo>
                    <a:pt x="10858" y="0"/>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86"/>
            <p:cNvSpPr/>
            <p:nvPr/>
          </p:nvSpPr>
          <p:spPr>
            <a:xfrm>
              <a:off x="1820306" y="1983605"/>
              <a:ext cx="245778" cy="299866"/>
            </a:xfrm>
            <a:custGeom>
              <a:rect b="b" l="l" r="r" t="t"/>
              <a:pathLst>
                <a:path extrusionOk="0" h="11454" w="9388">
                  <a:moveTo>
                    <a:pt x="1" y="1"/>
                  </a:moveTo>
                  <a:lnTo>
                    <a:pt x="1" y="11453"/>
                  </a:lnTo>
                  <a:lnTo>
                    <a:pt x="9388" y="11453"/>
                  </a:lnTo>
                  <a:lnTo>
                    <a:pt x="9388"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86"/>
            <p:cNvSpPr/>
            <p:nvPr/>
          </p:nvSpPr>
          <p:spPr>
            <a:xfrm>
              <a:off x="1781821" y="1983605"/>
              <a:ext cx="38511" cy="338219"/>
            </a:xfrm>
            <a:custGeom>
              <a:rect b="b" l="l" r="r" t="t"/>
              <a:pathLst>
                <a:path extrusionOk="0" h="12919" w="1471">
                  <a:moveTo>
                    <a:pt x="1471" y="1"/>
                  </a:moveTo>
                  <a:cubicBezTo>
                    <a:pt x="659" y="1"/>
                    <a:pt x="5" y="654"/>
                    <a:pt x="1" y="1466"/>
                  </a:cubicBezTo>
                  <a:lnTo>
                    <a:pt x="1" y="12919"/>
                  </a:lnTo>
                  <a:cubicBezTo>
                    <a:pt x="1" y="12111"/>
                    <a:pt x="659" y="11453"/>
                    <a:pt x="1471" y="11453"/>
                  </a:cubicBezTo>
                  <a:lnTo>
                    <a:pt x="1471" y="1"/>
                  </a:ln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6"/>
            <p:cNvSpPr/>
            <p:nvPr/>
          </p:nvSpPr>
          <p:spPr>
            <a:xfrm>
              <a:off x="1774910" y="2283445"/>
              <a:ext cx="291174" cy="51967"/>
            </a:xfrm>
            <a:custGeom>
              <a:rect b="b" l="l" r="r" t="t"/>
              <a:pathLst>
                <a:path extrusionOk="0" h="1985" w="11122">
                  <a:moveTo>
                    <a:pt x="1735" y="0"/>
                  </a:moveTo>
                  <a:cubicBezTo>
                    <a:pt x="707" y="0"/>
                    <a:pt x="0" y="1024"/>
                    <a:pt x="361" y="1984"/>
                  </a:cubicBezTo>
                  <a:cubicBezTo>
                    <a:pt x="572" y="1413"/>
                    <a:pt x="1120" y="1033"/>
                    <a:pt x="1735" y="1033"/>
                  </a:cubicBezTo>
                  <a:lnTo>
                    <a:pt x="11122" y="1033"/>
                  </a:lnTo>
                  <a:lnTo>
                    <a:pt x="11122"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6"/>
            <p:cNvSpPr/>
            <p:nvPr/>
          </p:nvSpPr>
          <p:spPr>
            <a:xfrm>
              <a:off x="1774648" y="1976930"/>
              <a:ext cx="298373" cy="390920"/>
            </a:xfrm>
            <a:custGeom>
              <a:rect b="b" l="l" r="r" t="t"/>
              <a:pathLst>
                <a:path extrusionOk="0" h="14932" w="11397">
                  <a:moveTo>
                    <a:pt x="1705" y="12001"/>
                  </a:moveTo>
                  <a:cubicBezTo>
                    <a:pt x="1717" y="12001"/>
                    <a:pt x="1728" y="12001"/>
                    <a:pt x="1740" y="12001"/>
                  </a:cubicBezTo>
                  <a:lnTo>
                    <a:pt x="10853" y="12001"/>
                  </a:lnTo>
                  <a:lnTo>
                    <a:pt x="10853" y="12448"/>
                  </a:lnTo>
                  <a:lnTo>
                    <a:pt x="4267" y="12448"/>
                  </a:lnTo>
                  <a:cubicBezTo>
                    <a:pt x="3935" y="12482"/>
                    <a:pt x="3935" y="12957"/>
                    <a:pt x="4267" y="12991"/>
                  </a:cubicBezTo>
                  <a:lnTo>
                    <a:pt x="10853" y="12991"/>
                  </a:lnTo>
                  <a:lnTo>
                    <a:pt x="10853" y="13394"/>
                  </a:lnTo>
                  <a:lnTo>
                    <a:pt x="8610" y="13394"/>
                  </a:lnTo>
                  <a:cubicBezTo>
                    <a:pt x="8601" y="13394"/>
                    <a:pt x="8593" y="13393"/>
                    <a:pt x="8584" y="13393"/>
                  </a:cubicBezTo>
                  <a:cubicBezTo>
                    <a:pt x="8433" y="13393"/>
                    <a:pt x="8312" y="13513"/>
                    <a:pt x="8312" y="13664"/>
                  </a:cubicBezTo>
                  <a:cubicBezTo>
                    <a:pt x="8312" y="13814"/>
                    <a:pt x="8433" y="13934"/>
                    <a:pt x="8584" y="13934"/>
                  </a:cubicBezTo>
                  <a:cubicBezTo>
                    <a:pt x="8593" y="13934"/>
                    <a:pt x="8601" y="13933"/>
                    <a:pt x="8610" y="13933"/>
                  </a:cubicBezTo>
                  <a:lnTo>
                    <a:pt x="10853" y="13933"/>
                  </a:lnTo>
                  <a:lnTo>
                    <a:pt x="10853" y="14389"/>
                  </a:lnTo>
                  <a:lnTo>
                    <a:pt x="1740" y="14389"/>
                  </a:lnTo>
                  <a:cubicBezTo>
                    <a:pt x="1731" y="14389"/>
                    <a:pt x="1722" y="14389"/>
                    <a:pt x="1713" y="14389"/>
                  </a:cubicBezTo>
                  <a:cubicBezTo>
                    <a:pt x="1053" y="14389"/>
                    <a:pt x="515" y="13856"/>
                    <a:pt x="515" y="13193"/>
                  </a:cubicBezTo>
                  <a:cubicBezTo>
                    <a:pt x="515" y="12536"/>
                    <a:pt x="1048" y="12001"/>
                    <a:pt x="1705" y="12001"/>
                  </a:cubicBezTo>
                  <a:close/>
                  <a:moveTo>
                    <a:pt x="1740" y="1"/>
                  </a:moveTo>
                  <a:cubicBezTo>
                    <a:pt x="779" y="6"/>
                    <a:pt x="1" y="779"/>
                    <a:pt x="1" y="1740"/>
                  </a:cubicBezTo>
                  <a:lnTo>
                    <a:pt x="1" y="13198"/>
                  </a:lnTo>
                  <a:cubicBezTo>
                    <a:pt x="1" y="14154"/>
                    <a:pt x="779" y="14932"/>
                    <a:pt x="1740" y="14932"/>
                  </a:cubicBezTo>
                  <a:lnTo>
                    <a:pt x="11127" y="14932"/>
                  </a:lnTo>
                  <a:cubicBezTo>
                    <a:pt x="11276" y="14932"/>
                    <a:pt x="11396" y="14812"/>
                    <a:pt x="11396" y="14663"/>
                  </a:cubicBezTo>
                  <a:lnTo>
                    <a:pt x="11396" y="2782"/>
                  </a:lnTo>
                  <a:cubicBezTo>
                    <a:pt x="11382" y="2619"/>
                    <a:pt x="11254" y="2537"/>
                    <a:pt x="11127" y="2537"/>
                  </a:cubicBezTo>
                  <a:cubicBezTo>
                    <a:pt x="11000" y="2537"/>
                    <a:pt x="10872" y="2619"/>
                    <a:pt x="10858" y="2782"/>
                  </a:cubicBezTo>
                  <a:lnTo>
                    <a:pt x="10858" y="11458"/>
                  </a:lnTo>
                  <a:lnTo>
                    <a:pt x="2009" y="11458"/>
                  </a:lnTo>
                  <a:lnTo>
                    <a:pt x="2009" y="9926"/>
                  </a:lnTo>
                  <a:cubicBezTo>
                    <a:pt x="2023" y="9767"/>
                    <a:pt x="1898" y="9633"/>
                    <a:pt x="1740" y="9633"/>
                  </a:cubicBezTo>
                  <a:cubicBezTo>
                    <a:pt x="1581" y="9633"/>
                    <a:pt x="1452" y="9767"/>
                    <a:pt x="1471" y="9926"/>
                  </a:cubicBezTo>
                  <a:lnTo>
                    <a:pt x="1471" y="11478"/>
                  </a:lnTo>
                  <a:cubicBezTo>
                    <a:pt x="1120" y="11531"/>
                    <a:pt x="798" y="11689"/>
                    <a:pt x="544" y="11934"/>
                  </a:cubicBezTo>
                  <a:lnTo>
                    <a:pt x="544" y="1740"/>
                  </a:lnTo>
                  <a:cubicBezTo>
                    <a:pt x="544" y="1183"/>
                    <a:pt x="928" y="702"/>
                    <a:pt x="1466" y="577"/>
                  </a:cubicBezTo>
                  <a:lnTo>
                    <a:pt x="1466" y="9047"/>
                  </a:lnTo>
                  <a:cubicBezTo>
                    <a:pt x="1452" y="9205"/>
                    <a:pt x="1577" y="9340"/>
                    <a:pt x="1735" y="9340"/>
                  </a:cubicBezTo>
                  <a:cubicBezTo>
                    <a:pt x="1898" y="9340"/>
                    <a:pt x="2023" y="9205"/>
                    <a:pt x="2009" y="9047"/>
                  </a:cubicBezTo>
                  <a:lnTo>
                    <a:pt x="2009" y="544"/>
                  </a:lnTo>
                  <a:lnTo>
                    <a:pt x="10853" y="544"/>
                  </a:lnTo>
                  <a:lnTo>
                    <a:pt x="10853" y="1898"/>
                  </a:lnTo>
                  <a:cubicBezTo>
                    <a:pt x="10870" y="2062"/>
                    <a:pt x="10997" y="2143"/>
                    <a:pt x="11125" y="2143"/>
                  </a:cubicBezTo>
                  <a:cubicBezTo>
                    <a:pt x="11252" y="2143"/>
                    <a:pt x="11379" y="2062"/>
                    <a:pt x="11396" y="1898"/>
                  </a:cubicBezTo>
                  <a:lnTo>
                    <a:pt x="11396" y="275"/>
                  </a:lnTo>
                  <a:cubicBezTo>
                    <a:pt x="11396" y="121"/>
                    <a:pt x="11276" y="1"/>
                    <a:pt x="11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6"/>
            <p:cNvSpPr/>
            <p:nvPr/>
          </p:nvSpPr>
          <p:spPr>
            <a:xfrm>
              <a:off x="1810488" y="2327715"/>
              <a:ext cx="177239" cy="14111"/>
            </a:xfrm>
            <a:custGeom>
              <a:rect b="b" l="l" r="r" t="t"/>
              <a:pathLst>
                <a:path extrusionOk="0" h="539" w="6770">
                  <a:moveTo>
                    <a:pt x="328" y="0"/>
                  </a:moveTo>
                  <a:cubicBezTo>
                    <a:pt x="1" y="29"/>
                    <a:pt x="1" y="510"/>
                    <a:pt x="328" y="538"/>
                  </a:cubicBezTo>
                  <a:lnTo>
                    <a:pt x="6443" y="538"/>
                  </a:lnTo>
                  <a:cubicBezTo>
                    <a:pt x="6770" y="510"/>
                    <a:pt x="6770" y="29"/>
                    <a:pt x="64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4" name="Google Shape;12974;p86"/>
          <p:cNvGrpSpPr/>
          <p:nvPr/>
        </p:nvGrpSpPr>
        <p:grpSpPr>
          <a:xfrm>
            <a:off x="855285" y="2426309"/>
            <a:ext cx="374950" cy="386129"/>
            <a:chOff x="855285" y="2426309"/>
            <a:chExt cx="374950" cy="386129"/>
          </a:xfrm>
        </p:grpSpPr>
        <p:sp>
          <p:nvSpPr>
            <p:cNvPr id="12975" name="Google Shape;12975;p86"/>
            <p:cNvSpPr/>
            <p:nvPr/>
          </p:nvSpPr>
          <p:spPr>
            <a:xfrm>
              <a:off x="1130096" y="2651065"/>
              <a:ext cx="94222" cy="50449"/>
            </a:xfrm>
            <a:custGeom>
              <a:rect b="b" l="l" r="r" t="t"/>
              <a:pathLst>
                <a:path extrusionOk="0" h="1927" w="3599">
                  <a:moveTo>
                    <a:pt x="0" y="0"/>
                  </a:moveTo>
                  <a:lnTo>
                    <a:pt x="0" y="212"/>
                  </a:lnTo>
                  <a:cubicBezTo>
                    <a:pt x="0" y="1158"/>
                    <a:pt x="769" y="1927"/>
                    <a:pt x="1720" y="1927"/>
                  </a:cubicBezTo>
                  <a:lnTo>
                    <a:pt x="1883" y="1927"/>
                  </a:lnTo>
                  <a:cubicBezTo>
                    <a:pt x="2830" y="1927"/>
                    <a:pt x="3598" y="1158"/>
                    <a:pt x="3598" y="212"/>
                  </a:cubicBezTo>
                  <a:lnTo>
                    <a:pt x="3598" y="0"/>
                  </a:ln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6"/>
            <p:cNvSpPr/>
            <p:nvPr/>
          </p:nvSpPr>
          <p:spPr>
            <a:xfrm>
              <a:off x="1159889" y="2651065"/>
              <a:ext cx="64429" cy="50449"/>
            </a:xfrm>
            <a:custGeom>
              <a:rect b="b" l="l" r="r" t="t"/>
              <a:pathLst>
                <a:path extrusionOk="0" h="1927" w="2461">
                  <a:moveTo>
                    <a:pt x="1110" y="0"/>
                  </a:moveTo>
                  <a:cubicBezTo>
                    <a:pt x="1125" y="0"/>
                    <a:pt x="1134" y="10"/>
                    <a:pt x="1134" y="24"/>
                  </a:cubicBezTo>
                  <a:lnTo>
                    <a:pt x="1134" y="212"/>
                  </a:lnTo>
                  <a:cubicBezTo>
                    <a:pt x="1134" y="932"/>
                    <a:pt x="678" y="1581"/>
                    <a:pt x="1" y="1826"/>
                  </a:cubicBezTo>
                  <a:cubicBezTo>
                    <a:pt x="183" y="1893"/>
                    <a:pt x="380" y="1927"/>
                    <a:pt x="582" y="1927"/>
                  </a:cubicBezTo>
                  <a:lnTo>
                    <a:pt x="745" y="1927"/>
                  </a:lnTo>
                  <a:cubicBezTo>
                    <a:pt x="1692" y="1927"/>
                    <a:pt x="2460" y="1158"/>
                    <a:pt x="2460" y="212"/>
                  </a:cubicBezTo>
                  <a:lnTo>
                    <a:pt x="2460"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86"/>
            <p:cNvSpPr/>
            <p:nvPr/>
          </p:nvSpPr>
          <p:spPr>
            <a:xfrm>
              <a:off x="860547" y="2651065"/>
              <a:ext cx="94248" cy="50449"/>
            </a:xfrm>
            <a:custGeom>
              <a:rect b="b" l="l" r="r" t="t"/>
              <a:pathLst>
                <a:path extrusionOk="0" h="1927" w="3600">
                  <a:moveTo>
                    <a:pt x="1" y="0"/>
                  </a:moveTo>
                  <a:lnTo>
                    <a:pt x="1" y="212"/>
                  </a:lnTo>
                  <a:cubicBezTo>
                    <a:pt x="1" y="1158"/>
                    <a:pt x="770" y="1927"/>
                    <a:pt x="1716" y="1927"/>
                  </a:cubicBezTo>
                  <a:lnTo>
                    <a:pt x="1884" y="1927"/>
                  </a:lnTo>
                  <a:cubicBezTo>
                    <a:pt x="2831" y="1927"/>
                    <a:pt x="3599" y="1158"/>
                    <a:pt x="3599" y="212"/>
                  </a:cubicBezTo>
                  <a:lnTo>
                    <a:pt x="3599" y="0"/>
                  </a:ln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6"/>
            <p:cNvSpPr/>
            <p:nvPr/>
          </p:nvSpPr>
          <p:spPr>
            <a:xfrm>
              <a:off x="890235" y="2651065"/>
              <a:ext cx="64560" cy="50449"/>
            </a:xfrm>
            <a:custGeom>
              <a:rect b="b" l="l" r="r" t="t"/>
              <a:pathLst>
                <a:path extrusionOk="0" h="1927" w="2466">
                  <a:moveTo>
                    <a:pt x="1106" y="0"/>
                  </a:moveTo>
                  <a:cubicBezTo>
                    <a:pt x="1120" y="0"/>
                    <a:pt x="1130" y="10"/>
                    <a:pt x="1130" y="24"/>
                  </a:cubicBezTo>
                  <a:lnTo>
                    <a:pt x="1130" y="212"/>
                  </a:lnTo>
                  <a:cubicBezTo>
                    <a:pt x="1130" y="932"/>
                    <a:pt x="678" y="1576"/>
                    <a:pt x="1" y="1826"/>
                  </a:cubicBezTo>
                  <a:cubicBezTo>
                    <a:pt x="188" y="1893"/>
                    <a:pt x="385" y="1927"/>
                    <a:pt x="582" y="1927"/>
                  </a:cubicBezTo>
                  <a:lnTo>
                    <a:pt x="750" y="1927"/>
                  </a:lnTo>
                  <a:cubicBezTo>
                    <a:pt x="1697" y="1927"/>
                    <a:pt x="2465" y="1158"/>
                    <a:pt x="2465" y="212"/>
                  </a:cubicBezTo>
                  <a:lnTo>
                    <a:pt x="2465"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6"/>
            <p:cNvSpPr/>
            <p:nvPr/>
          </p:nvSpPr>
          <p:spPr>
            <a:xfrm>
              <a:off x="1029853" y="2472596"/>
              <a:ext cx="25185" cy="288792"/>
            </a:xfrm>
            <a:custGeom>
              <a:rect b="b" l="l" r="r" t="t"/>
              <a:pathLst>
                <a:path extrusionOk="0" h="11031" w="962">
                  <a:moveTo>
                    <a:pt x="0" y="1"/>
                  </a:moveTo>
                  <a:lnTo>
                    <a:pt x="0" y="11031"/>
                  </a:lnTo>
                  <a:lnTo>
                    <a:pt x="961" y="11031"/>
                  </a:lnTo>
                  <a:lnTo>
                    <a:pt x="961" y="1"/>
                  </a:lnTo>
                  <a:close/>
                </a:path>
              </a:pathLst>
            </a:custGeom>
            <a:solidFill>
              <a:srgbClr val="C0C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6"/>
            <p:cNvSpPr/>
            <p:nvPr/>
          </p:nvSpPr>
          <p:spPr>
            <a:xfrm>
              <a:off x="1042419" y="2472596"/>
              <a:ext cx="12619" cy="288792"/>
            </a:xfrm>
            <a:custGeom>
              <a:rect b="b" l="l" r="r" t="t"/>
              <a:pathLst>
                <a:path extrusionOk="0" h="11031" w="482">
                  <a:moveTo>
                    <a:pt x="1" y="1"/>
                  </a:moveTo>
                  <a:lnTo>
                    <a:pt x="1" y="11031"/>
                  </a:lnTo>
                  <a:lnTo>
                    <a:pt x="481" y="11031"/>
                  </a:lnTo>
                  <a:lnTo>
                    <a:pt x="481" y="1"/>
                  </a:ln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6"/>
            <p:cNvSpPr/>
            <p:nvPr/>
          </p:nvSpPr>
          <p:spPr>
            <a:xfrm>
              <a:off x="955397" y="2750287"/>
              <a:ext cx="174097" cy="36626"/>
            </a:xfrm>
            <a:custGeom>
              <a:rect b="b" l="l" r="r" t="t"/>
              <a:pathLst>
                <a:path extrusionOk="0" h="1399" w="6650">
                  <a:moveTo>
                    <a:pt x="437" y="1"/>
                  </a:moveTo>
                  <a:cubicBezTo>
                    <a:pt x="197" y="1"/>
                    <a:pt x="0" y="198"/>
                    <a:pt x="0" y="438"/>
                  </a:cubicBezTo>
                  <a:lnTo>
                    <a:pt x="0" y="1399"/>
                  </a:lnTo>
                  <a:lnTo>
                    <a:pt x="6649" y="1399"/>
                  </a:lnTo>
                  <a:lnTo>
                    <a:pt x="6649" y="438"/>
                  </a:lnTo>
                  <a:cubicBezTo>
                    <a:pt x="6649" y="198"/>
                    <a:pt x="6457" y="1"/>
                    <a:pt x="621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86"/>
            <p:cNvSpPr/>
            <p:nvPr/>
          </p:nvSpPr>
          <p:spPr>
            <a:xfrm>
              <a:off x="1019669" y="2431859"/>
              <a:ext cx="45658" cy="45658"/>
            </a:xfrm>
            <a:custGeom>
              <a:rect b="b" l="l" r="r" t="t"/>
              <a:pathLst>
                <a:path extrusionOk="0" h="1744" w="1744">
                  <a:moveTo>
                    <a:pt x="870" y="0"/>
                  </a:moveTo>
                  <a:cubicBezTo>
                    <a:pt x="389" y="0"/>
                    <a:pt x="0" y="389"/>
                    <a:pt x="0" y="870"/>
                  </a:cubicBezTo>
                  <a:cubicBezTo>
                    <a:pt x="0" y="1355"/>
                    <a:pt x="389" y="1744"/>
                    <a:pt x="870" y="1744"/>
                  </a:cubicBezTo>
                  <a:cubicBezTo>
                    <a:pt x="1350" y="1744"/>
                    <a:pt x="1744" y="1355"/>
                    <a:pt x="1744" y="870"/>
                  </a:cubicBezTo>
                  <a:cubicBezTo>
                    <a:pt x="1744" y="389"/>
                    <a:pt x="1350" y="0"/>
                    <a:pt x="870"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6"/>
            <p:cNvSpPr/>
            <p:nvPr/>
          </p:nvSpPr>
          <p:spPr>
            <a:xfrm>
              <a:off x="862694" y="2494482"/>
              <a:ext cx="359608" cy="52465"/>
            </a:xfrm>
            <a:custGeom>
              <a:rect b="b" l="l" r="r" t="t"/>
              <a:pathLst>
                <a:path extrusionOk="0" h="2004" w="13736">
                  <a:moveTo>
                    <a:pt x="4806" y="0"/>
                  </a:moveTo>
                  <a:cubicBezTo>
                    <a:pt x="4217" y="0"/>
                    <a:pt x="3657" y="240"/>
                    <a:pt x="3248" y="663"/>
                  </a:cubicBezTo>
                  <a:cubicBezTo>
                    <a:pt x="2964" y="972"/>
                    <a:pt x="2562" y="1149"/>
                    <a:pt x="2141" y="1149"/>
                  </a:cubicBezTo>
                  <a:cubicBezTo>
                    <a:pt x="2135" y="1149"/>
                    <a:pt x="2130" y="1149"/>
                    <a:pt x="2124" y="1149"/>
                  </a:cubicBezTo>
                  <a:lnTo>
                    <a:pt x="169" y="1149"/>
                  </a:lnTo>
                  <a:cubicBezTo>
                    <a:pt x="73" y="1149"/>
                    <a:pt x="1" y="1225"/>
                    <a:pt x="1" y="1322"/>
                  </a:cubicBezTo>
                  <a:lnTo>
                    <a:pt x="1" y="1831"/>
                  </a:lnTo>
                  <a:cubicBezTo>
                    <a:pt x="1" y="1922"/>
                    <a:pt x="73" y="1999"/>
                    <a:pt x="169" y="1999"/>
                  </a:cubicBezTo>
                  <a:lnTo>
                    <a:pt x="2206" y="1999"/>
                  </a:lnTo>
                  <a:cubicBezTo>
                    <a:pt x="2211" y="1999"/>
                    <a:pt x="2217" y="1999"/>
                    <a:pt x="2223" y="1999"/>
                  </a:cubicBezTo>
                  <a:cubicBezTo>
                    <a:pt x="2808" y="1999"/>
                    <a:pt x="3372" y="1759"/>
                    <a:pt x="3781" y="1336"/>
                  </a:cubicBezTo>
                  <a:cubicBezTo>
                    <a:pt x="4070" y="1024"/>
                    <a:pt x="4478" y="846"/>
                    <a:pt x="4906" y="846"/>
                  </a:cubicBezTo>
                  <a:lnTo>
                    <a:pt x="8912" y="846"/>
                  </a:lnTo>
                  <a:cubicBezTo>
                    <a:pt x="9277" y="851"/>
                    <a:pt x="9628" y="1000"/>
                    <a:pt x="9883" y="1269"/>
                  </a:cubicBezTo>
                  <a:cubicBezTo>
                    <a:pt x="10334" y="1739"/>
                    <a:pt x="10959" y="2004"/>
                    <a:pt x="11607" y="2004"/>
                  </a:cubicBezTo>
                  <a:lnTo>
                    <a:pt x="13562" y="1999"/>
                  </a:lnTo>
                  <a:cubicBezTo>
                    <a:pt x="13659" y="1999"/>
                    <a:pt x="13735" y="1927"/>
                    <a:pt x="13735" y="1831"/>
                  </a:cubicBezTo>
                  <a:lnTo>
                    <a:pt x="13735" y="1322"/>
                  </a:lnTo>
                  <a:cubicBezTo>
                    <a:pt x="13735" y="1230"/>
                    <a:pt x="13659" y="1153"/>
                    <a:pt x="13562" y="1153"/>
                  </a:cubicBezTo>
                  <a:lnTo>
                    <a:pt x="11607" y="1153"/>
                  </a:lnTo>
                  <a:cubicBezTo>
                    <a:pt x="11180" y="1153"/>
                    <a:pt x="10771" y="976"/>
                    <a:pt x="10483" y="663"/>
                  </a:cubicBezTo>
                  <a:cubicBezTo>
                    <a:pt x="10074" y="240"/>
                    <a:pt x="9514" y="0"/>
                    <a:pt x="8925" y="0"/>
                  </a:cubicBezTo>
                  <a:cubicBezTo>
                    <a:pt x="8919" y="0"/>
                    <a:pt x="8913" y="0"/>
                    <a:pt x="8907" y="0"/>
                  </a:cubicBezTo>
                  <a:lnTo>
                    <a:pt x="4824" y="0"/>
                  </a:lnTo>
                  <a:cubicBezTo>
                    <a:pt x="4818" y="0"/>
                    <a:pt x="4812" y="0"/>
                    <a:pt x="4806" y="0"/>
                  </a:cubicBezTo>
                  <a:close/>
                </a:path>
              </a:pathLst>
            </a:custGeom>
            <a:solidFill>
              <a:srgbClr val="C0C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6"/>
            <p:cNvSpPr/>
            <p:nvPr/>
          </p:nvSpPr>
          <p:spPr>
            <a:xfrm>
              <a:off x="955397" y="2750287"/>
              <a:ext cx="174097" cy="36495"/>
            </a:xfrm>
            <a:custGeom>
              <a:rect b="b" l="l" r="r" t="t"/>
              <a:pathLst>
                <a:path extrusionOk="0" h="1394" w="6650">
                  <a:moveTo>
                    <a:pt x="5333" y="1"/>
                  </a:moveTo>
                  <a:lnTo>
                    <a:pt x="5333" y="174"/>
                  </a:lnTo>
                  <a:cubicBezTo>
                    <a:pt x="5333" y="443"/>
                    <a:pt x="5117" y="659"/>
                    <a:pt x="4843" y="659"/>
                  </a:cubicBezTo>
                  <a:lnTo>
                    <a:pt x="0" y="659"/>
                  </a:lnTo>
                  <a:lnTo>
                    <a:pt x="0" y="1394"/>
                  </a:lnTo>
                  <a:lnTo>
                    <a:pt x="6649" y="1394"/>
                  </a:lnTo>
                  <a:lnTo>
                    <a:pt x="6649" y="438"/>
                  </a:lnTo>
                  <a:cubicBezTo>
                    <a:pt x="6649" y="198"/>
                    <a:pt x="6457" y="1"/>
                    <a:pt x="621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6"/>
            <p:cNvSpPr/>
            <p:nvPr/>
          </p:nvSpPr>
          <p:spPr>
            <a:xfrm>
              <a:off x="928353" y="2777331"/>
              <a:ext cx="228290" cy="29583"/>
            </a:xfrm>
            <a:custGeom>
              <a:rect b="b" l="l" r="r" t="t"/>
              <a:pathLst>
                <a:path extrusionOk="0" h="1130" w="8720">
                  <a:moveTo>
                    <a:pt x="447" y="1"/>
                  </a:moveTo>
                  <a:cubicBezTo>
                    <a:pt x="197" y="1"/>
                    <a:pt x="0" y="202"/>
                    <a:pt x="0" y="452"/>
                  </a:cubicBezTo>
                  <a:lnTo>
                    <a:pt x="0" y="1130"/>
                  </a:lnTo>
                  <a:lnTo>
                    <a:pt x="8720" y="1130"/>
                  </a:lnTo>
                  <a:lnTo>
                    <a:pt x="8720" y="452"/>
                  </a:lnTo>
                  <a:cubicBezTo>
                    <a:pt x="8720" y="202"/>
                    <a:pt x="8518" y="1"/>
                    <a:pt x="826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86"/>
            <p:cNvSpPr/>
            <p:nvPr/>
          </p:nvSpPr>
          <p:spPr>
            <a:xfrm>
              <a:off x="928353" y="2777331"/>
              <a:ext cx="228290" cy="29583"/>
            </a:xfrm>
            <a:custGeom>
              <a:rect b="b" l="l" r="r" t="t"/>
              <a:pathLst>
                <a:path extrusionOk="0" h="1130" w="8720">
                  <a:moveTo>
                    <a:pt x="7379" y="1"/>
                  </a:moveTo>
                  <a:lnTo>
                    <a:pt x="7379" y="193"/>
                  </a:lnTo>
                  <a:cubicBezTo>
                    <a:pt x="7379" y="438"/>
                    <a:pt x="7178" y="640"/>
                    <a:pt x="6933" y="640"/>
                  </a:cubicBezTo>
                  <a:lnTo>
                    <a:pt x="0" y="640"/>
                  </a:lnTo>
                  <a:lnTo>
                    <a:pt x="0" y="1130"/>
                  </a:lnTo>
                  <a:lnTo>
                    <a:pt x="8720" y="1130"/>
                  </a:lnTo>
                  <a:lnTo>
                    <a:pt x="8715" y="865"/>
                  </a:lnTo>
                  <a:lnTo>
                    <a:pt x="8715" y="433"/>
                  </a:lnTo>
                  <a:cubicBezTo>
                    <a:pt x="8710" y="193"/>
                    <a:pt x="8508" y="1"/>
                    <a:pt x="82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86"/>
            <p:cNvSpPr/>
            <p:nvPr/>
          </p:nvSpPr>
          <p:spPr>
            <a:xfrm>
              <a:off x="855285" y="2426309"/>
              <a:ext cx="374950" cy="386129"/>
            </a:xfrm>
            <a:custGeom>
              <a:rect b="b" l="l" r="r" t="t"/>
              <a:pathLst>
                <a:path extrusionOk="0" h="14749" w="14322">
                  <a:moveTo>
                    <a:pt x="7151" y="423"/>
                  </a:moveTo>
                  <a:lnTo>
                    <a:pt x="7151" y="423"/>
                  </a:lnTo>
                  <a:cubicBezTo>
                    <a:pt x="7803" y="435"/>
                    <a:pt x="8046" y="1284"/>
                    <a:pt x="7504" y="1639"/>
                  </a:cubicBezTo>
                  <a:lnTo>
                    <a:pt x="7480" y="1653"/>
                  </a:lnTo>
                  <a:lnTo>
                    <a:pt x="7466" y="1663"/>
                  </a:lnTo>
                  <a:lnTo>
                    <a:pt x="7432" y="1677"/>
                  </a:lnTo>
                  <a:lnTo>
                    <a:pt x="7418" y="1682"/>
                  </a:lnTo>
                  <a:lnTo>
                    <a:pt x="7394" y="1696"/>
                  </a:lnTo>
                  <a:lnTo>
                    <a:pt x="7379" y="1701"/>
                  </a:lnTo>
                  <a:lnTo>
                    <a:pt x="7341" y="1711"/>
                  </a:lnTo>
                  <a:lnTo>
                    <a:pt x="7331" y="1711"/>
                  </a:lnTo>
                  <a:lnTo>
                    <a:pt x="7298" y="1720"/>
                  </a:lnTo>
                  <a:lnTo>
                    <a:pt x="7288" y="1720"/>
                  </a:lnTo>
                  <a:lnTo>
                    <a:pt x="7249" y="1730"/>
                  </a:lnTo>
                  <a:lnTo>
                    <a:pt x="7240" y="1730"/>
                  </a:lnTo>
                  <a:lnTo>
                    <a:pt x="7206" y="1735"/>
                  </a:lnTo>
                  <a:lnTo>
                    <a:pt x="7096" y="1735"/>
                  </a:lnTo>
                  <a:lnTo>
                    <a:pt x="7062" y="1730"/>
                  </a:lnTo>
                  <a:lnTo>
                    <a:pt x="7053" y="1730"/>
                  </a:lnTo>
                  <a:lnTo>
                    <a:pt x="7014" y="1720"/>
                  </a:lnTo>
                  <a:lnTo>
                    <a:pt x="7000" y="1720"/>
                  </a:lnTo>
                  <a:lnTo>
                    <a:pt x="6971" y="1711"/>
                  </a:lnTo>
                  <a:lnTo>
                    <a:pt x="6961" y="1711"/>
                  </a:lnTo>
                  <a:lnTo>
                    <a:pt x="6923" y="1701"/>
                  </a:lnTo>
                  <a:lnTo>
                    <a:pt x="6908" y="1696"/>
                  </a:lnTo>
                  <a:lnTo>
                    <a:pt x="6880" y="1682"/>
                  </a:lnTo>
                  <a:lnTo>
                    <a:pt x="6870" y="1677"/>
                  </a:lnTo>
                  <a:lnTo>
                    <a:pt x="6836" y="1663"/>
                  </a:lnTo>
                  <a:lnTo>
                    <a:pt x="6822" y="1653"/>
                  </a:lnTo>
                  <a:lnTo>
                    <a:pt x="6798" y="1639"/>
                  </a:lnTo>
                  <a:cubicBezTo>
                    <a:pt x="6251" y="1284"/>
                    <a:pt x="6499" y="435"/>
                    <a:pt x="7151" y="423"/>
                  </a:cubicBezTo>
                  <a:close/>
                  <a:moveTo>
                    <a:pt x="7418" y="2134"/>
                  </a:moveTo>
                  <a:lnTo>
                    <a:pt x="7418" y="2393"/>
                  </a:lnTo>
                  <a:lnTo>
                    <a:pt x="6884" y="2393"/>
                  </a:lnTo>
                  <a:lnTo>
                    <a:pt x="6884" y="2134"/>
                  </a:lnTo>
                  <a:lnTo>
                    <a:pt x="6894" y="2134"/>
                  </a:lnTo>
                  <a:lnTo>
                    <a:pt x="6942" y="2143"/>
                  </a:lnTo>
                  <a:lnTo>
                    <a:pt x="6956" y="2143"/>
                  </a:lnTo>
                  <a:lnTo>
                    <a:pt x="7009" y="2153"/>
                  </a:lnTo>
                  <a:lnTo>
                    <a:pt x="7019" y="2153"/>
                  </a:lnTo>
                  <a:cubicBezTo>
                    <a:pt x="7062" y="2158"/>
                    <a:pt x="7105" y="2162"/>
                    <a:pt x="7149" y="2162"/>
                  </a:cubicBezTo>
                  <a:lnTo>
                    <a:pt x="7216" y="2162"/>
                  </a:lnTo>
                  <a:cubicBezTo>
                    <a:pt x="7240" y="2162"/>
                    <a:pt x="7259" y="2158"/>
                    <a:pt x="7278" y="2158"/>
                  </a:cubicBezTo>
                  <a:lnTo>
                    <a:pt x="7288" y="2158"/>
                  </a:lnTo>
                  <a:lnTo>
                    <a:pt x="7336" y="2148"/>
                  </a:lnTo>
                  <a:lnTo>
                    <a:pt x="7355" y="2148"/>
                  </a:lnTo>
                  <a:lnTo>
                    <a:pt x="7403" y="2138"/>
                  </a:lnTo>
                  <a:lnTo>
                    <a:pt x="7418" y="2134"/>
                  </a:lnTo>
                  <a:close/>
                  <a:moveTo>
                    <a:pt x="9208" y="2821"/>
                  </a:moveTo>
                  <a:cubicBezTo>
                    <a:pt x="9740" y="2821"/>
                    <a:pt x="10246" y="3036"/>
                    <a:pt x="10612" y="3416"/>
                  </a:cubicBezTo>
                  <a:cubicBezTo>
                    <a:pt x="10944" y="3772"/>
                    <a:pt x="11405" y="3974"/>
                    <a:pt x="11890" y="3974"/>
                  </a:cubicBezTo>
                  <a:lnTo>
                    <a:pt x="13802" y="3974"/>
                  </a:lnTo>
                  <a:lnTo>
                    <a:pt x="13802" y="4392"/>
                  </a:lnTo>
                  <a:lnTo>
                    <a:pt x="11895" y="4392"/>
                  </a:lnTo>
                  <a:cubicBezTo>
                    <a:pt x="11299" y="4392"/>
                    <a:pt x="10732" y="4151"/>
                    <a:pt x="10324" y="3724"/>
                  </a:cubicBezTo>
                  <a:cubicBezTo>
                    <a:pt x="10031" y="3416"/>
                    <a:pt x="9623" y="3243"/>
                    <a:pt x="9195" y="3239"/>
                  </a:cubicBezTo>
                  <a:lnTo>
                    <a:pt x="5189" y="3239"/>
                  </a:lnTo>
                  <a:cubicBezTo>
                    <a:pt x="4703" y="3239"/>
                    <a:pt x="4237" y="3440"/>
                    <a:pt x="3906" y="3796"/>
                  </a:cubicBezTo>
                  <a:cubicBezTo>
                    <a:pt x="3540" y="4176"/>
                    <a:pt x="3033" y="4392"/>
                    <a:pt x="2506" y="4392"/>
                  </a:cubicBezTo>
                  <a:cubicBezTo>
                    <a:pt x="2500" y="4392"/>
                    <a:pt x="2494" y="4392"/>
                    <a:pt x="2489" y="4392"/>
                  </a:cubicBezTo>
                  <a:lnTo>
                    <a:pt x="495" y="4392"/>
                  </a:lnTo>
                  <a:lnTo>
                    <a:pt x="495" y="3974"/>
                  </a:lnTo>
                  <a:lnTo>
                    <a:pt x="2407" y="3974"/>
                  </a:lnTo>
                  <a:cubicBezTo>
                    <a:pt x="2892" y="3974"/>
                    <a:pt x="3358" y="3772"/>
                    <a:pt x="3690" y="3416"/>
                  </a:cubicBezTo>
                  <a:cubicBezTo>
                    <a:pt x="4056" y="3036"/>
                    <a:pt x="4562" y="2821"/>
                    <a:pt x="5089" y="2821"/>
                  </a:cubicBezTo>
                  <a:cubicBezTo>
                    <a:pt x="5095" y="2821"/>
                    <a:pt x="5101" y="2821"/>
                    <a:pt x="5107" y="2821"/>
                  </a:cubicBezTo>
                  <a:lnTo>
                    <a:pt x="9190" y="2821"/>
                  </a:lnTo>
                  <a:cubicBezTo>
                    <a:pt x="9196" y="2821"/>
                    <a:pt x="9202" y="2821"/>
                    <a:pt x="9208" y="2821"/>
                  </a:cubicBezTo>
                  <a:close/>
                  <a:moveTo>
                    <a:pt x="1999" y="5112"/>
                  </a:moveTo>
                  <a:lnTo>
                    <a:pt x="3473" y="8374"/>
                  </a:lnTo>
                  <a:lnTo>
                    <a:pt x="529" y="8374"/>
                  </a:lnTo>
                  <a:lnTo>
                    <a:pt x="1999" y="5112"/>
                  </a:lnTo>
                  <a:close/>
                  <a:moveTo>
                    <a:pt x="12299" y="5112"/>
                  </a:moveTo>
                  <a:lnTo>
                    <a:pt x="13769" y="8374"/>
                  </a:lnTo>
                  <a:lnTo>
                    <a:pt x="10829" y="8374"/>
                  </a:lnTo>
                  <a:lnTo>
                    <a:pt x="12299" y="5112"/>
                  </a:lnTo>
                  <a:close/>
                  <a:moveTo>
                    <a:pt x="3589" y="8797"/>
                  </a:moveTo>
                  <a:cubicBezTo>
                    <a:pt x="3584" y="9628"/>
                    <a:pt x="2911" y="10296"/>
                    <a:pt x="2085" y="10300"/>
                  </a:cubicBezTo>
                  <a:lnTo>
                    <a:pt x="1917" y="10300"/>
                  </a:lnTo>
                  <a:cubicBezTo>
                    <a:pt x="1091" y="10296"/>
                    <a:pt x="418" y="9628"/>
                    <a:pt x="418" y="8797"/>
                  </a:cubicBezTo>
                  <a:close/>
                  <a:moveTo>
                    <a:pt x="13884" y="8802"/>
                  </a:moveTo>
                  <a:cubicBezTo>
                    <a:pt x="13884" y="9628"/>
                    <a:pt x="13207" y="10300"/>
                    <a:pt x="12380" y="10300"/>
                  </a:cubicBezTo>
                  <a:lnTo>
                    <a:pt x="12217" y="10300"/>
                  </a:lnTo>
                  <a:cubicBezTo>
                    <a:pt x="11386" y="10300"/>
                    <a:pt x="10713" y="9628"/>
                    <a:pt x="10713" y="8802"/>
                  </a:cubicBezTo>
                  <a:close/>
                  <a:moveTo>
                    <a:pt x="10036" y="12592"/>
                  </a:moveTo>
                  <a:cubicBezTo>
                    <a:pt x="10161" y="12592"/>
                    <a:pt x="10262" y="12688"/>
                    <a:pt x="10262" y="12813"/>
                  </a:cubicBezTo>
                  <a:lnTo>
                    <a:pt x="10262" y="13197"/>
                  </a:lnTo>
                  <a:lnTo>
                    <a:pt x="5808" y="13197"/>
                  </a:lnTo>
                  <a:cubicBezTo>
                    <a:pt x="5525" y="13197"/>
                    <a:pt x="5525" y="13625"/>
                    <a:pt x="5808" y="13625"/>
                  </a:cubicBezTo>
                  <a:lnTo>
                    <a:pt x="11059" y="13625"/>
                  </a:lnTo>
                  <a:cubicBezTo>
                    <a:pt x="11189" y="13625"/>
                    <a:pt x="11294" y="13731"/>
                    <a:pt x="11294" y="13860"/>
                  </a:cubicBezTo>
                  <a:lnTo>
                    <a:pt x="11294" y="14326"/>
                  </a:lnTo>
                  <a:lnTo>
                    <a:pt x="3003" y="14326"/>
                  </a:lnTo>
                  <a:lnTo>
                    <a:pt x="3003" y="13860"/>
                  </a:lnTo>
                  <a:cubicBezTo>
                    <a:pt x="3003" y="13726"/>
                    <a:pt x="3108" y="13620"/>
                    <a:pt x="3238" y="13620"/>
                  </a:cubicBezTo>
                  <a:lnTo>
                    <a:pt x="4449" y="13620"/>
                  </a:lnTo>
                  <a:cubicBezTo>
                    <a:pt x="4732" y="13620"/>
                    <a:pt x="4732" y="13197"/>
                    <a:pt x="4449" y="13197"/>
                  </a:cubicBezTo>
                  <a:lnTo>
                    <a:pt x="4036" y="13197"/>
                  </a:lnTo>
                  <a:lnTo>
                    <a:pt x="4036" y="12818"/>
                  </a:lnTo>
                  <a:cubicBezTo>
                    <a:pt x="4036" y="12693"/>
                    <a:pt x="4136" y="12592"/>
                    <a:pt x="4261" y="12592"/>
                  </a:cubicBezTo>
                  <a:close/>
                  <a:moveTo>
                    <a:pt x="7149" y="1"/>
                  </a:moveTo>
                  <a:cubicBezTo>
                    <a:pt x="6135" y="1"/>
                    <a:pt x="5674" y="1269"/>
                    <a:pt x="6457" y="1917"/>
                  </a:cubicBezTo>
                  <a:lnTo>
                    <a:pt x="6457" y="2393"/>
                  </a:lnTo>
                  <a:lnTo>
                    <a:pt x="5107" y="2393"/>
                  </a:lnTo>
                  <a:cubicBezTo>
                    <a:pt x="5101" y="2393"/>
                    <a:pt x="5095" y="2393"/>
                    <a:pt x="5089" y="2393"/>
                  </a:cubicBezTo>
                  <a:cubicBezTo>
                    <a:pt x="4442" y="2393"/>
                    <a:pt x="3825" y="2657"/>
                    <a:pt x="3377" y="3123"/>
                  </a:cubicBezTo>
                  <a:cubicBezTo>
                    <a:pt x="3128" y="3392"/>
                    <a:pt x="2777" y="3546"/>
                    <a:pt x="2407" y="3546"/>
                  </a:cubicBezTo>
                  <a:lnTo>
                    <a:pt x="452" y="3546"/>
                  </a:lnTo>
                  <a:cubicBezTo>
                    <a:pt x="240" y="3546"/>
                    <a:pt x="67" y="3719"/>
                    <a:pt x="67" y="3930"/>
                  </a:cubicBezTo>
                  <a:lnTo>
                    <a:pt x="67" y="4435"/>
                  </a:lnTo>
                  <a:cubicBezTo>
                    <a:pt x="67" y="4651"/>
                    <a:pt x="240" y="4819"/>
                    <a:pt x="452" y="4819"/>
                  </a:cubicBezTo>
                  <a:lnTo>
                    <a:pt x="1662" y="4819"/>
                  </a:lnTo>
                  <a:lnTo>
                    <a:pt x="10" y="8499"/>
                  </a:lnTo>
                  <a:lnTo>
                    <a:pt x="0" y="8513"/>
                  </a:lnTo>
                  <a:lnTo>
                    <a:pt x="0" y="8518"/>
                  </a:lnTo>
                  <a:cubicBezTo>
                    <a:pt x="0" y="8523"/>
                    <a:pt x="0" y="8528"/>
                    <a:pt x="0" y="8528"/>
                  </a:cubicBezTo>
                  <a:lnTo>
                    <a:pt x="0" y="8537"/>
                  </a:lnTo>
                  <a:lnTo>
                    <a:pt x="0" y="8547"/>
                  </a:lnTo>
                  <a:lnTo>
                    <a:pt x="0" y="8561"/>
                  </a:lnTo>
                  <a:lnTo>
                    <a:pt x="0" y="8566"/>
                  </a:lnTo>
                  <a:lnTo>
                    <a:pt x="0" y="8581"/>
                  </a:lnTo>
                  <a:lnTo>
                    <a:pt x="0" y="8792"/>
                  </a:lnTo>
                  <a:cubicBezTo>
                    <a:pt x="0" y="9858"/>
                    <a:pt x="865" y="10718"/>
                    <a:pt x="1927" y="10723"/>
                  </a:cubicBezTo>
                  <a:lnTo>
                    <a:pt x="2095" y="10723"/>
                  </a:lnTo>
                  <a:cubicBezTo>
                    <a:pt x="3152" y="10714"/>
                    <a:pt x="4007" y="9854"/>
                    <a:pt x="4012" y="8797"/>
                  </a:cubicBezTo>
                  <a:lnTo>
                    <a:pt x="4012" y="8585"/>
                  </a:lnTo>
                  <a:lnTo>
                    <a:pt x="4012" y="8571"/>
                  </a:lnTo>
                  <a:lnTo>
                    <a:pt x="4012" y="8561"/>
                  </a:lnTo>
                  <a:lnTo>
                    <a:pt x="4012" y="8552"/>
                  </a:lnTo>
                  <a:lnTo>
                    <a:pt x="4012" y="8542"/>
                  </a:lnTo>
                  <a:lnTo>
                    <a:pt x="4012" y="8533"/>
                  </a:lnTo>
                  <a:cubicBezTo>
                    <a:pt x="4012" y="8528"/>
                    <a:pt x="4012" y="8523"/>
                    <a:pt x="4007" y="8518"/>
                  </a:cubicBezTo>
                  <a:lnTo>
                    <a:pt x="4007" y="8513"/>
                  </a:lnTo>
                  <a:lnTo>
                    <a:pt x="4002" y="8499"/>
                  </a:lnTo>
                  <a:lnTo>
                    <a:pt x="2335" y="4819"/>
                  </a:lnTo>
                  <a:lnTo>
                    <a:pt x="2489" y="4819"/>
                  </a:lnTo>
                  <a:cubicBezTo>
                    <a:pt x="2495" y="4819"/>
                    <a:pt x="2500" y="4819"/>
                    <a:pt x="2506" y="4819"/>
                  </a:cubicBezTo>
                  <a:cubicBezTo>
                    <a:pt x="3153" y="4819"/>
                    <a:pt x="3771" y="4555"/>
                    <a:pt x="4218" y="4089"/>
                  </a:cubicBezTo>
                  <a:cubicBezTo>
                    <a:pt x="4468" y="3820"/>
                    <a:pt x="4819" y="3666"/>
                    <a:pt x="5189" y="3666"/>
                  </a:cubicBezTo>
                  <a:lnTo>
                    <a:pt x="6457" y="3666"/>
                  </a:lnTo>
                  <a:lnTo>
                    <a:pt x="6457" y="12164"/>
                  </a:lnTo>
                  <a:lnTo>
                    <a:pt x="4261" y="12164"/>
                  </a:lnTo>
                  <a:cubicBezTo>
                    <a:pt x="3901" y="12164"/>
                    <a:pt x="3608" y="12457"/>
                    <a:pt x="3608" y="12818"/>
                  </a:cubicBezTo>
                  <a:lnTo>
                    <a:pt x="3608" y="13197"/>
                  </a:lnTo>
                  <a:lnTo>
                    <a:pt x="3238" y="13197"/>
                  </a:lnTo>
                  <a:cubicBezTo>
                    <a:pt x="2873" y="13197"/>
                    <a:pt x="2575" y="13495"/>
                    <a:pt x="2575" y="13860"/>
                  </a:cubicBezTo>
                  <a:lnTo>
                    <a:pt x="2575" y="14538"/>
                  </a:lnTo>
                  <a:cubicBezTo>
                    <a:pt x="2575" y="14653"/>
                    <a:pt x="2671" y="14749"/>
                    <a:pt x="2791" y="14749"/>
                  </a:cubicBezTo>
                  <a:lnTo>
                    <a:pt x="11511" y="14749"/>
                  </a:lnTo>
                  <a:cubicBezTo>
                    <a:pt x="11626" y="14749"/>
                    <a:pt x="11722" y="14653"/>
                    <a:pt x="11722" y="14538"/>
                  </a:cubicBezTo>
                  <a:lnTo>
                    <a:pt x="11722" y="13860"/>
                  </a:lnTo>
                  <a:cubicBezTo>
                    <a:pt x="11722" y="13495"/>
                    <a:pt x="11424" y="13197"/>
                    <a:pt x="11064" y="13197"/>
                  </a:cubicBezTo>
                  <a:lnTo>
                    <a:pt x="10689" y="13197"/>
                  </a:lnTo>
                  <a:lnTo>
                    <a:pt x="10689" y="12818"/>
                  </a:lnTo>
                  <a:cubicBezTo>
                    <a:pt x="10689" y="12457"/>
                    <a:pt x="10396" y="12164"/>
                    <a:pt x="10041" y="12164"/>
                  </a:cubicBezTo>
                  <a:lnTo>
                    <a:pt x="7840" y="12164"/>
                  </a:lnTo>
                  <a:lnTo>
                    <a:pt x="7840" y="6001"/>
                  </a:lnTo>
                  <a:cubicBezTo>
                    <a:pt x="7840" y="5859"/>
                    <a:pt x="7733" y="5788"/>
                    <a:pt x="7627" y="5788"/>
                  </a:cubicBezTo>
                  <a:cubicBezTo>
                    <a:pt x="7521" y="5788"/>
                    <a:pt x="7415" y="5859"/>
                    <a:pt x="7418" y="6001"/>
                  </a:cubicBezTo>
                  <a:lnTo>
                    <a:pt x="7418" y="12164"/>
                  </a:lnTo>
                  <a:lnTo>
                    <a:pt x="6884" y="12164"/>
                  </a:lnTo>
                  <a:lnTo>
                    <a:pt x="6884" y="3666"/>
                  </a:lnTo>
                  <a:lnTo>
                    <a:pt x="7418" y="3666"/>
                  </a:lnTo>
                  <a:lnTo>
                    <a:pt x="7418" y="4651"/>
                  </a:lnTo>
                  <a:cubicBezTo>
                    <a:pt x="7418" y="4793"/>
                    <a:pt x="7523" y="4864"/>
                    <a:pt x="7629" y="4864"/>
                  </a:cubicBezTo>
                  <a:cubicBezTo>
                    <a:pt x="7735" y="4864"/>
                    <a:pt x="7840" y="4793"/>
                    <a:pt x="7840" y="4651"/>
                  </a:cubicBezTo>
                  <a:lnTo>
                    <a:pt x="7840" y="3666"/>
                  </a:lnTo>
                  <a:lnTo>
                    <a:pt x="9195" y="3666"/>
                  </a:lnTo>
                  <a:cubicBezTo>
                    <a:pt x="9507" y="3666"/>
                    <a:pt x="9800" y="3796"/>
                    <a:pt x="10017" y="4022"/>
                  </a:cubicBezTo>
                  <a:cubicBezTo>
                    <a:pt x="10507" y="4531"/>
                    <a:pt x="11184" y="4819"/>
                    <a:pt x="11895" y="4819"/>
                  </a:cubicBezTo>
                  <a:lnTo>
                    <a:pt x="11962" y="4819"/>
                  </a:lnTo>
                  <a:lnTo>
                    <a:pt x="10305" y="8499"/>
                  </a:lnTo>
                  <a:cubicBezTo>
                    <a:pt x="10305" y="8504"/>
                    <a:pt x="10305" y="8509"/>
                    <a:pt x="10300" y="8513"/>
                  </a:cubicBezTo>
                  <a:lnTo>
                    <a:pt x="10300" y="8518"/>
                  </a:lnTo>
                  <a:cubicBezTo>
                    <a:pt x="10300" y="8523"/>
                    <a:pt x="10300" y="8528"/>
                    <a:pt x="10295" y="8533"/>
                  </a:cubicBezTo>
                  <a:lnTo>
                    <a:pt x="10295" y="8542"/>
                  </a:lnTo>
                  <a:lnTo>
                    <a:pt x="10295" y="8552"/>
                  </a:lnTo>
                  <a:lnTo>
                    <a:pt x="10295" y="8561"/>
                  </a:lnTo>
                  <a:lnTo>
                    <a:pt x="10295" y="8571"/>
                  </a:lnTo>
                  <a:lnTo>
                    <a:pt x="10295" y="8585"/>
                  </a:lnTo>
                  <a:lnTo>
                    <a:pt x="10295" y="8797"/>
                  </a:lnTo>
                  <a:cubicBezTo>
                    <a:pt x="10300" y="9858"/>
                    <a:pt x="11160" y="10723"/>
                    <a:pt x="12226" y="10723"/>
                  </a:cubicBezTo>
                  <a:lnTo>
                    <a:pt x="12390" y="10723"/>
                  </a:lnTo>
                  <a:cubicBezTo>
                    <a:pt x="13456" y="10723"/>
                    <a:pt x="14321" y="9858"/>
                    <a:pt x="14321" y="8797"/>
                  </a:cubicBezTo>
                  <a:lnTo>
                    <a:pt x="14321" y="8585"/>
                  </a:lnTo>
                  <a:lnTo>
                    <a:pt x="14311" y="8585"/>
                  </a:lnTo>
                  <a:lnTo>
                    <a:pt x="14311" y="8571"/>
                  </a:lnTo>
                  <a:lnTo>
                    <a:pt x="14311" y="8561"/>
                  </a:lnTo>
                  <a:lnTo>
                    <a:pt x="14311" y="8552"/>
                  </a:lnTo>
                  <a:lnTo>
                    <a:pt x="14311" y="8542"/>
                  </a:lnTo>
                  <a:lnTo>
                    <a:pt x="14311" y="8533"/>
                  </a:lnTo>
                  <a:lnTo>
                    <a:pt x="14307" y="8518"/>
                  </a:lnTo>
                  <a:lnTo>
                    <a:pt x="14307" y="8513"/>
                  </a:lnTo>
                  <a:cubicBezTo>
                    <a:pt x="14307" y="8509"/>
                    <a:pt x="14302" y="8504"/>
                    <a:pt x="14302" y="8499"/>
                  </a:cubicBezTo>
                  <a:lnTo>
                    <a:pt x="12640" y="4819"/>
                  </a:lnTo>
                  <a:lnTo>
                    <a:pt x="13855" y="4819"/>
                  </a:lnTo>
                  <a:cubicBezTo>
                    <a:pt x="14066" y="4819"/>
                    <a:pt x="14239" y="4651"/>
                    <a:pt x="14239" y="4435"/>
                  </a:cubicBezTo>
                  <a:lnTo>
                    <a:pt x="14239" y="3930"/>
                  </a:lnTo>
                  <a:cubicBezTo>
                    <a:pt x="14239" y="3719"/>
                    <a:pt x="14066" y="3546"/>
                    <a:pt x="13855" y="3546"/>
                  </a:cubicBezTo>
                  <a:lnTo>
                    <a:pt x="11890" y="3546"/>
                  </a:lnTo>
                  <a:cubicBezTo>
                    <a:pt x="11525" y="3546"/>
                    <a:pt x="11170" y="3392"/>
                    <a:pt x="10920" y="3123"/>
                  </a:cubicBezTo>
                  <a:cubicBezTo>
                    <a:pt x="10472" y="2657"/>
                    <a:pt x="9855" y="2393"/>
                    <a:pt x="9208" y="2393"/>
                  </a:cubicBezTo>
                  <a:cubicBezTo>
                    <a:pt x="9202" y="2393"/>
                    <a:pt x="9196" y="2393"/>
                    <a:pt x="9190" y="2393"/>
                  </a:cubicBezTo>
                  <a:lnTo>
                    <a:pt x="7840" y="2393"/>
                  </a:lnTo>
                  <a:lnTo>
                    <a:pt x="7840" y="1917"/>
                  </a:lnTo>
                  <a:cubicBezTo>
                    <a:pt x="8623" y="1269"/>
                    <a:pt x="8162" y="1"/>
                    <a:pt x="7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8" name="Google Shape;12988;p86"/>
          <p:cNvGrpSpPr/>
          <p:nvPr/>
        </p:nvGrpSpPr>
        <p:grpSpPr>
          <a:xfrm>
            <a:off x="1300502" y="2442148"/>
            <a:ext cx="364504" cy="370290"/>
            <a:chOff x="1300502" y="2442148"/>
            <a:chExt cx="364504" cy="370290"/>
          </a:xfrm>
        </p:grpSpPr>
        <p:sp>
          <p:nvSpPr>
            <p:cNvPr id="12989" name="Google Shape;12989;p86"/>
            <p:cNvSpPr/>
            <p:nvPr/>
          </p:nvSpPr>
          <p:spPr>
            <a:xfrm>
              <a:off x="1420118" y="2771545"/>
              <a:ext cx="125297" cy="15499"/>
            </a:xfrm>
            <a:custGeom>
              <a:rect b="b" l="l" r="r" t="t"/>
              <a:pathLst>
                <a:path extrusionOk="0" h="592" w="4786">
                  <a:moveTo>
                    <a:pt x="0" y="1"/>
                  </a:moveTo>
                  <a:cubicBezTo>
                    <a:pt x="0" y="327"/>
                    <a:pt x="264" y="592"/>
                    <a:pt x="591" y="592"/>
                  </a:cubicBezTo>
                  <a:lnTo>
                    <a:pt x="4194" y="592"/>
                  </a:lnTo>
                  <a:cubicBezTo>
                    <a:pt x="4516" y="592"/>
                    <a:pt x="4785" y="327"/>
                    <a:pt x="478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6"/>
            <p:cNvSpPr/>
            <p:nvPr/>
          </p:nvSpPr>
          <p:spPr>
            <a:xfrm>
              <a:off x="1338856" y="2771545"/>
              <a:ext cx="61785" cy="35369"/>
            </a:xfrm>
            <a:custGeom>
              <a:rect b="b" l="l" r="r" t="t"/>
              <a:pathLst>
                <a:path extrusionOk="0" h="1351" w="2360">
                  <a:moveTo>
                    <a:pt x="1" y="1"/>
                  </a:moveTo>
                  <a:lnTo>
                    <a:pt x="1" y="942"/>
                  </a:lnTo>
                  <a:cubicBezTo>
                    <a:pt x="1" y="1168"/>
                    <a:pt x="179" y="1351"/>
                    <a:pt x="404" y="1351"/>
                  </a:cubicBezTo>
                  <a:lnTo>
                    <a:pt x="1951" y="1351"/>
                  </a:lnTo>
                  <a:cubicBezTo>
                    <a:pt x="2177" y="1351"/>
                    <a:pt x="2360" y="1168"/>
                    <a:pt x="2360" y="942"/>
                  </a:cubicBezTo>
                  <a:lnTo>
                    <a:pt x="236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86"/>
            <p:cNvSpPr/>
            <p:nvPr/>
          </p:nvSpPr>
          <p:spPr>
            <a:xfrm>
              <a:off x="1568506" y="2771545"/>
              <a:ext cx="61916" cy="35369"/>
            </a:xfrm>
            <a:custGeom>
              <a:rect b="b" l="l" r="r" t="t"/>
              <a:pathLst>
                <a:path extrusionOk="0" h="1351" w="2365">
                  <a:moveTo>
                    <a:pt x="1" y="1"/>
                  </a:moveTo>
                  <a:lnTo>
                    <a:pt x="1" y="942"/>
                  </a:lnTo>
                  <a:cubicBezTo>
                    <a:pt x="1" y="1168"/>
                    <a:pt x="184" y="1351"/>
                    <a:pt x="409" y="1351"/>
                  </a:cubicBezTo>
                  <a:lnTo>
                    <a:pt x="1956" y="1351"/>
                  </a:lnTo>
                  <a:cubicBezTo>
                    <a:pt x="2182" y="1351"/>
                    <a:pt x="2365" y="1168"/>
                    <a:pt x="2365" y="942"/>
                  </a:cubicBezTo>
                  <a:lnTo>
                    <a:pt x="236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86"/>
            <p:cNvSpPr/>
            <p:nvPr/>
          </p:nvSpPr>
          <p:spPr>
            <a:xfrm>
              <a:off x="1306026" y="2523411"/>
              <a:ext cx="24321" cy="84038"/>
            </a:xfrm>
            <a:custGeom>
              <a:rect b="b" l="l" r="r" t="t"/>
              <a:pathLst>
                <a:path extrusionOk="0" h="3210" w="929">
                  <a:moveTo>
                    <a:pt x="520" y="0"/>
                  </a:moveTo>
                  <a:cubicBezTo>
                    <a:pt x="231" y="0"/>
                    <a:pt x="1" y="236"/>
                    <a:pt x="1" y="519"/>
                  </a:cubicBezTo>
                  <a:lnTo>
                    <a:pt x="1" y="2691"/>
                  </a:lnTo>
                  <a:cubicBezTo>
                    <a:pt x="1" y="2974"/>
                    <a:pt x="231" y="3209"/>
                    <a:pt x="520" y="3209"/>
                  </a:cubicBezTo>
                  <a:lnTo>
                    <a:pt x="928" y="3209"/>
                  </a:lnTo>
                  <a:lnTo>
                    <a:pt x="92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6"/>
            <p:cNvSpPr/>
            <p:nvPr/>
          </p:nvSpPr>
          <p:spPr>
            <a:xfrm>
              <a:off x="1635187" y="2523411"/>
              <a:ext cx="24295" cy="84038"/>
            </a:xfrm>
            <a:custGeom>
              <a:rect b="b" l="l" r="r" t="t"/>
              <a:pathLst>
                <a:path extrusionOk="0" h="3210" w="928">
                  <a:moveTo>
                    <a:pt x="0" y="0"/>
                  </a:moveTo>
                  <a:lnTo>
                    <a:pt x="0" y="3209"/>
                  </a:lnTo>
                  <a:lnTo>
                    <a:pt x="408" y="3209"/>
                  </a:lnTo>
                  <a:cubicBezTo>
                    <a:pt x="697" y="3209"/>
                    <a:pt x="927" y="2974"/>
                    <a:pt x="927" y="2686"/>
                  </a:cubicBezTo>
                  <a:lnTo>
                    <a:pt x="927" y="519"/>
                  </a:lnTo>
                  <a:cubicBezTo>
                    <a:pt x="927" y="231"/>
                    <a:pt x="692" y="0"/>
                    <a:pt x="40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6"/>
            <p:cNvSpPr/>
            <p:nvPr/>
          </p:nvSpPr>
          <p:spPr>
            <a:xfrm>
              <a:off x="1330321" y="2447567"/>
              <a:ext cx="304892" cy="276225"/>
            </a:xfrm>
            <a:custGeom>
              <a:rect b="b" l="l" r="r" t="t"/>
              <a:pathLst>
                <a:path extrusionOk="0" h="10551" w="11646">
                  <a:moveTo>
                    <a:pt x="1792" y="1"/>
                  </a:moveTo>
                  <a:cubicBezTo>
                    <a:pt x="802" y="1"/>
                    <a:pt x="0" y="803"/>
                    <a:pt x="0" y="1797"/>
                  </a:cubicBezTo>
                  <a:lnTo>
                    <a:pt x="0" y="10550"/>
                  </a:lnTo>
                  <a:lnTo>
                    <a:pt x="11645" y="10550"/>
                  </a:lnTo>
                  <a:lnTo>
                    <a:pt x="11645" y="1797"/>
                  </a:lnTo>
                  <a:cubicBezTo>
                    <a:pt x="11645" y="803"/>
                    <a:pt x="10843" y="1"/>
                    <a:pt x="985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86"/>
            <p:cNvSpPr/>
            <p:nvPr/>
          </p:nvSpPr>
          <p:spPr>
            <a:xfrm>
              <a:off x="1330321" y="2447567"/>
              <a:ext cx="80896" cy="276225"/>
            </a:xfrm>
            <a:custGeom>
              <a:rect b="b" l="l" r="r" t="t"/>
              <a:pathLst>
                <a:path extrusionOk="0" h="10551" w="3090">
                  <a:moveTo>
                    <a:pt x="1792" y="1"/>
                  </a:moveTo>
                  <a:cubicBezTo>
                    <a:pt x="802" y="1"/>
                    <a:pt x="0" y="803"/>
                    <a:pt x="0" y="1797"/>
                  </a:cubicBezTo>
                  <a:lnTo>
                    <a:pt x="0" y="10550"/>
                  </a:lnTo>
                  <a:lnTo>
                    <a:pt x="1292" y="10550"/>
                  </a:lnTo>
                  <a:lnTo>
                    <a:pt x="1292" y="1797"/>
                  </a:lnTo>
                  <a:cubicBezTo>
                    <a:pt x="1292" y="803"/>
                    <a:pt x="2095" y="1"/>
                    <a:pt x="308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86"/>
            <p:cNvSpPr/>
            <p:nvPr/>
          </p:nvSpPr>
          <p:spPr>
            <a:xfrm>
              <a:off x="1317859" y="2719997"/>
              <a:ext cx="333455" cy="51575"/>
            </a:xfrm>
            <a:custGeom>
              <a:rect b="b" l="l" r="r" t="t"/>
              <a:pathLst>
                <a:path extrusionOk="0" h="1970" w="12737">
                  <a:moveTo>
                    <a:pt x="361" y="0"/>
                  </a:moveTo>
                  <a:cubicBezTo>
                    <a:pt x="159" y="0"/>
                    <a:pt x="0" y="163"/>
                    <a:pt x="0" y="360"/>
                  </a:cubicBezTo>
                  <a:lnTo>
                    <a:pt x="0" y="1609"/>
                  </a:lnTo>
                  <a:cubicBezTo>
                    <a:pt x="0" y="1806"/>
                    <a:pt x="159" y="1970"/>
                    <a:pt x="361" y="1970"/>
                  </a:cubicBezTo>
                  <a:lnTo>
                    <a:pt x="12376" y="1970"/>
                  </a:lnTo>
                  <a:cubicBezTo>
                    <a:pt x="12577" y="1970"/>
                    <a:pt x="12736" y="1806"/>
                    <a:pt x="12736" y="1609"/>
                  </a:cubicBezTo>
                  <a:lnTo>
                    <a:pt x="12736" y="365"/>
                  </a:lnTo>
                  <a:cubicBezTo>
                    <a:pt x="12736" y="163"/>
                    <a:pt x="12577" y="0"/>
                    <a:pt x="12376"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6"/>
            <p:cNvSpPr/>
            <p:nvPr/>
          </p:nvSpPr>
          <p:spPr>
            <a:xfrm>
              <a:off x="1317859" y="2720101"/>
              <a:ext cx="47700" cy="51470"/>
            </a:xfrm>
            <a:custGeom>
              <a:rect b="b" l="l" r="r" t="t"/>
              <a:pathLst>
                <a:path extrusionOk="0" h="1966" w="1822">
                  <a:moveTo>
                    <a:pt x="361" y="1"/>
                  </a:moveTo>
                  <a:cubicBezTo>
                    <a:pt x="159" y="1"/>
                    <a:pt x="0" y="159"/>
                    <a:pt x="0" y="361"/>
                  </a:cubicBezTo>
                  <a:lnTo>
                    <a:pt x="0" y="1605"/>
                  </a:lnTo>
                  <a:cubicBezTo>
                    <a:pt x="0" y="1802"/>
                    <a:pt x="159" y="1966"/>
                    <a:pt x="361" y="1966"/>
                  </a:cubicBezTo>
                  <a:lnTo>
                    <a:pt x="1821" y="1966"/>
                  </a:lnTo>
                  <a:cubicBezTo>
                    <a:pt x="1624" y="1966"/>
                    <a:pt x="1461" y="1802"/>
                    <a:pt x="1461" y="1605"/>
                  </a:cubicBezTo>
                  <a:lnTo>
                    <a:pt x="1461" y="361"/>
                  </a:lnTo>
                  <a:cubicBezTo>
                    <a:pt x="1461" y="159"/>
                    <a:pt x="1624" y="1"/>
                    <a:pt x="1821" y="1"/>
                  </a:cubicBez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6"/>
            <p:cNvSpPr/>
            <p:nvPr/>
          </p:nvSpPr>
          <p:spPr>
            <a:xfrm>
              <a:off x="1350191" y="2496995"/>
              <a:ext cx="265151" cy="135612"/>
            </a:xfrm>
            <a:custGeom>
              <a:rect b="b" l="l" r="r" t="t"/>
              <a:pathLst>
                <a:path extrusionOk="0" h="5180" w="10128">
                  <a:moveTo>
                    <a:pt x="9334" y="0"/>
                  </a:moveTo>
                  <a:cubicBezTo>
                    <a:pt x="9331" y="0"/>
                    <a:pt x="9328" y="0"/>
                    <a:pt x="9325" y="1"/>
                  </a:cubicBezTo>
                  <a:lnTo>
                    <a:pt x="798" y="1"/>
                  </a:lnTo>
                  <a:cubicBezTo>
                    <a:pt x="356" y="1"/>
                    <a:pt x="0" y="356"/>
                    <a:pt x="0" y="798"/>
                  </a:cubicBezTo>
                  <a:lnTo>
                    <a:pt x="0" y="4382"/>
                  </a:lnTo>
                  <a:cubicBezTo>
                    <a:pt x="0" y="4821"/>
                    <a:pt x="356" y="5179"/>
                    <a:pt x="794" y="5179"/>
                  </a:cubicBezTo>
                  <a:cubicBezTo>
                    <a:pt x="797" y="5179"/>
                    <a:pt x="799" y="5179"/>
                    <a:pt x="802" y="5179"/>
                  </a:cubicBezTo>
                  <a:lnTo>
                    <a:pt x="9330" y="5179"/>
                  </a:lnTo>
                  <a:cubicBezTo>
                    <a:pt x="9767" y="5179"/>
                    <a:pt x="10127" y="4824"/>
                    <a:pt x="10127" y="4382"/>
                  </a:cubicBezTo>
                  <a:lnTo>
                    <a:pt x="10127" y="798"/>
                  </a:lnTo>
                  <a:cubicBezTo>
                    <a:pt x="10127" y="359"/>
                    <a:pt x="9772" y="0"/>
                    <a:pt x="9334" y="0"/>
                  </a:cubicBez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86"/>
            <p:cNvSpPr/>
            <p:nvPr/>
          </p:nvSpPr>
          <p:spPr>
            <a:xfrm>
              <a:off x="1350191" y="2496995"/>
              <a:ext cx="45920" cy="135612"/>
            </a:xfrm>
            <a:custGeom>
              <a:rect b="b" l="l" r="r" t="t"/>
              <a:pathLst>
                <a:path extrusionOk="0" h="5180" w="1754">
                  <a:moveTo>
                    <a:pt x="789" y="0"/>
                  </a:moveTo>
                  <a:cubicBezTo>
                    <a:pt x="356" y="0"/>
                    <a:pt x="0" y="359"/>
                    <a:pt x="0" y="798"/>
                  </a:cubicBezTo>
                  <a:lnTo>
                    <a:pt x="0" y="4382"/>
                  </a:lnTo>
                  <a:cubicBezTo>
                    <a:pt x="0" y="4824"/>
                    <a:pt x="356" y="5179"/>
                    <a:pt x="798" y="5179"/>
                  </a:cubicBezTo>
                  <a:lnTo>
                    <a:pt x="1754" y="5179"/>
                  </a:lnTo>
                  <a:cubicBezTo>
                    <a:pt x="1312" y="5179"/>
                    <a:pt x="956" y="4824"/>
                    <a:pt x="956" y="4382"/>
                  </a:cubicBezTo>
                  <a:lnTo>
                    <a:pt x="956" y="798"/>
                  </a:lnTo>
                  <a:cubicBezTo>
                    <a:pt x="956" y="356"/>
                    <a:pt x="1316" y="1"/>
                    <a:pt x="1754" y="1"/>
                  </a:cubicBezTo>
                  <a:lnTo>
                    <a:pt x="798" y="1"/>
                  </a:lnTo>
                  <a:cubicBezTo>
                    <a:pt x="795" y="0"/>
                    <a:pt x="792" y="0"/>
                    <a:pt x="789"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86"/>
            <p:cNvSpPr/>
            <p:nvPr/>
          </p:nvSpPr>
          <p:spPr>
            <a:xfrm>
              <a:off x="1350191" y="2496995"/>
              <a:ext cx="265151" cy="39767"/>
            </a:xfrm>
            <a:custGeom>
              <a:rect b="b" l="l" r="r" t="t"/>
              <a:pathLst>
                <a:path extrusionOk="0" h="1519" w="10128">
                  <a:moveTo>
                    <a:pt x="9334" y="0"/>
                  </a:moveTo>
                  <a:cubicBezTo>
                    <a:pt x="9331" y="0"/>
                    <a:pt x="9328" y="0"/>
                    <a:pt x="9325" y="1"/>
                  </a:cubicBezTo>
                  <a:lnTo>
                    <a:pt x="798" y="1"/>
                  </a:lnTo>
                  <a:cubicBezTo>
                    <a:pt x="356" y="1"/>
                    <a:pt x="0" y="356"/>
                    <a:pt x="0" y="798"/>
                  </a:cubicBezTo>
                  <a:lnTo>
                    <a:pt x="0" y="1519"/>
                  </a:lnTo>
                  <a:lnTo>
                    <a:pt x="10127" y="1519"/>
                  </a:lnTo>
                  <a:lnTo>
                    <a:pt x="10127" y="798"/>
                  </a:lnTo>
                  <a:cubicBezTo>
                    <a:pt x="10127" y="359"/>
                    <a:pt x="9772" y="0"/>
                    <a:pt x="933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6"/>
            <p:cNvSpPr/>
            <p:nvPr/>
          </p:nvSpPr>
          <p:spPr>
            <a:xfrm>
              <a:off x="1353202" y="2655201"/>
              <a:ext cx="42647" cy="42804"/>
            </a:xfrm>
            <a:custGeom>
              <a:rect b="b" l="l" r="r" t="t"/>
              <a:pathLst>
                <a:path extrusionOk="0" h="1635" w="1629">
                  <a:moveTo>
                    <a:pt x="812" y="1"/>
                  </a:moveTo>
                  <a:cubicBezTo>
                    <a:pt x="366" y="1"/>
                    <a:pt x="0" y="366"/>
                    <a:pt x="0" y="818"/>
                  </a:cubicBezTo>
                  <a:cubicBezTo>
                    <a:pt x="0" y="1269"/>
                    <a:pt x="366" y="1634"/>
                    <a:pt x="812" y="1634"/>
                  </a:cubicBezTo>
                  <a:cubicBezTo>
                    <a:pt x="1264" y="1634"/>
                    <a:pt x="1629" y="1269"/>
                    <a:pt x="1629" y="818"/>
                  </a:cubicBezTo>
                  <a:cubicBezTo>
                    <a:pt x="1629" y="366"/>
                    <a:pt x="1264" y="1"/>
                    <a:pt x="8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6"/>
            <p:cNvSpPr/>
            <p:nvPr/>
          </p:nvSpPr>
          <p:spPr>
            <a:xfrm>
              <a:off x="1569658" y="2655201"/>
              <a:ext cx="42647" cy="42804"/>
            </a:xfrm>
            <a:custGeom>
              <a:rect b="b" l="l" r="r" t="t"/>
              <a:pathLst>
                <a:path extrusionOk="0" h="1635" w="1629">
                  <a:moveTo>
                    <a:pt x="817" y="1"/>
                  </a:moveTo>
                  <a:cubicBezTo>
                    <a:pt x="365" y="1"/>
                    <a:pt x="0" y="366"/>
                    <a:pt x="0" y="818"/>
                  </a:cubicBezTo>
                  <a:cubicBezTo>
                    <a:pt x="0" y="1269"/>
                    <a:pt x="365" y="1634"/>
                    <a:pt x="817" y="1634"/>
                  </a:cubicBezTo>
                  <a:cubicBezTo>
                    <a:pt x="1264" y="1634"/>
                    <a:pt x="1629" y="1269"/>
                    <a:pt x="1629" y="818"/>
                  </a:cubicBezTo>
                  <a:cubicBezTo>
                    <a:pt x="1629" y="366"/>
                    <a:pt x="1264" y="1"/>
                    <a:pt x="8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6"/>
            <p:cNvSpPr/>
            <p:nvPr/>
          </p:nvSpPr>
          <p:spPr>
            <a:xfrm>
              <a:off x="1422370" y="2651562"/>
              <a:ext cx="120768" cy="68461"/>
            </a:xfrm>
            <a:custGeom>
              <a:rect b="b" l="l" r="r" t="t"/>
              <a:pathLst>
                <a:path extrusionOk="0" h="2615" w="4613">
                  <a:moveTo>
                    <a:pt x="856" y="1"/>
                  </a:moveTo>
                  <a:cubicBezTo>
                    <a:pt x="385" y="1"/>
                    <a:pt x="1" y="385"/>
                    <a:pt x="1" y="856"/>
                  </a:cubicBezTo>
                  <a:lnTo>
                    <a:pt x="1" y="2614"/>
                  </a:lnTo>
                  <a:lnTo>
                    <a:pt x="4613" y="2614"/>
                  </a:lnTo>
                  <a:lnTo>
                    <a:pt x="4613" y="856"/>
                  </a:lnTo>
                  <a:cubicBezTo>
                    <a:pt x="4613" y="385"/>
                    <a:pt x="4228" y="1"/>
                    <a:pt x="375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6"/>
            <p:cNvSpPr/>
            <p:nvPr/>
          </p:nvSpPr>
          <p:spPr>
            <a:xfrm>
              <a:off x="1344641" y="2491471"/>
              <a:ext cx="276225" cy="146791"/>
            </a:xfrm>
            <a:custGeom>
              <a:rect b="b" l="l" r="r" t="t"/>
              <a:pathLst>
                <a:path extrusionOk="0" h="5607" w="10551">
                  <a:moveTo>
                    <a:pt x="10128" y="1941"/>
                  </a:moveTo>
                  <a:lnTo>
                    <a:pt x="10128" y="4598"/>
                  </a:lnTo>
                  <a:cubicBezTo>
                    <a:pt x="10128" y="4919"/>
                    <a:pt x="9863" y="5184"/>
                    <a:pt x="9542" y="5184"/>
                  </a:cubicBezTo>
                  <a:lnTo>
                    <a:pt x="1014" y="5184"/>
                  </a:lnTo>
                  <a:cubicBezTo>
                    <a:pt x="688" y="5184"/>
                    <a:pt x="423" y="4919"/>
                    <a:pt x="423" y="4593"/>
                  </a:cubicBezTo>
                  <a:lnTo>
                    <a:pt x="423" y="1941"/>
                  </a:lnTo>
                  <a:close/>
                  <a:moveTo>
                    <a:pt x="1010" y="0"/>
                  </a:moveTo>
                  <a:cubicBezTo>
                    <a:pt x="452" y="0"/>
                    <a:pt x="1" y="452"/>
                    <a:pt x="1" y="1009"/>
                  </a:cubicBezTo>
                  <a:lnTo>
                    <a:pt x="1" y="4593"/>
                  </a:lnTo>
                  <a:cubicBezTo>
                    <a:pt x="1" y="5150"/>
                    <a:pt x="452" y="5606"/>
                    <a:pt x="1010" y="5606"/>
                  </a:cubicBezTo>
                  <a:lnTo>
                    <a:pt x="9537" y="5606"/>
                  </a:lnTo>
                  <a:cubicBezTo>
                    <a:pt x="10094" y="5606"/>
                    <a:pt x="10550" y="5150"/>
                    <a:pt x="10550" y="4593"/>
                  </a:cubicBezTo>
                  <a:lnTo>
                    <a:pt x="10550" y="1009"/>
                  </a:lnTo>
                  <a:cubicBezTo>
                    <a:pt x="10550" y="452"/>
                    <a:pt x="10094" y="0"/>
                    <a:pt x="9542" y="0"/>
                  </a:cubicBezTo>
                  <a:lnTo>
                    <a:pt x="7601" y="0"/>
                  </a:lnTo>
                  <a:cubicBezTo>
                    <a:pt x="7481" y="0"/>
                    <a:pt x="7389" y="91"/>
                    <a:pt x="7389" y="212"/>
                  </a:cubicBezTo>
                  <a:cubicBezTo>
                    <a:pt x="7389" y="327"/>
                    <a:pt x="7481" y="423"/>
                    <a:pt x="7601" y="423"/>
                  </a:cubicBezTo>
                  <a:lnTo>
                    <a:pt x="9542" y="423"/>
                  </a:lnTo>
                  <a:cubicBezTo>
                    <a:pt x="9868" y="423"/>
                    <a:pt x="10128" y="682"/>
                    <a:pt x="10128" y="1009"/>
                  </a:cubicBezTo>
                  <a:lnTo>
                    <a:pt x="10128" y="1518"/>
                  </a:lnTo>
                  <a:lnTo>
                    <a:pt x="423" y="1518"/>
                  </a:lnTo>
                  <a:lnTo>
                    <a:pt x="423" y="1009"/>
                  </a:lnTo>
                  <a:cubicBezTo>
                    <a:pt x="423" y="682"/>
                    <a:pt x="688" y="423"/>
                    <a:pt x="1010" y="423"/>
                  </a:cubicBezTo>
                  <a:lnTo>
                    <a:pt x="6611" y="423"/>
                  </a:lnTo>
                  <a:cubicBezTo>
                    <a:pt x="6726" y="423"/>
                    <a:pt x="6823" y="327"/>
                    <a:pt x="6823" y="212"/>
                  </a:cubicBezTo>
                  <a:cubicBezTo>
                    <a:pt x="6823" y="91"/>
                    <a:pt x="6726" y="0"/>
                    <a:pt x="66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86"/>
            <p:cNvSpPr/>
            <p:nvPr/>
          </p:nvSpPr>
          <p:spPr>
            <a:xfrm>
              <a:off x="1338620" y="2649677"/>
              <a:ext cx="62780" cy="53826"/>
            </a:xfrm>
            <a:custGeom>
              <a:rect b="b" l="l" r="r" t="t"/>
              <a:pathLst>
                <a:path extrusionOk="0" h="2056" w="2398">
                  <a:moveTo>
                    <a:pt x="1366" y="424"/>
                  </a:moveTo>
                  <a:cubicBezTo>
                    <a:pt x="1677" y="424"/>
                    <a:pt x="1975" y="664"/>
                    <a:pt x="1975" y="1029"/>
                  </a:cubicBezTo>
                  <a:cubicBezTo>
                    <a:pt x="1975" y="1360"/>
                    <a:pt x="1706" y="1634"/>
                    <a:pt x="1369" y="1634"/>
                  </a:cubicBezTo>
                  <a:cubicBezTo>
                    <a:pt x="831" y="1634"/>
                    <a:pt x="562" y="981"/>
                    <a:pt x="942" y="601"/>
                  </a:cubicBezTo>
                  <a:cubicBezTo>
                    <a:pt x="1066" y="478"/>
                    <a:pt x="1218" y="424"/>
                    <a:pt x="1366" y="424"/>
                  </a:cubicBezTo>
                  <a:close/>
                  <a:moveTo>
                    <a:pt x="1369" y="1"/>
                  </a:moveTo>
                  <a:cubicBezTo>
                    <a:pt x="457" y="1"/>
                    <a:pt x="0" y="1106"/>
                    <a:pt x="644" y="1754"/>
                  </a:cubicBezTo>
                  <a:cubicBezTo>
                    <a:pt x="853" y="1962"/>
                    <a:pt x="1111" y="2055"/>
                    <a:pt x="1363" y="2055"/>
                  </a:cubicBezTo>
                  <a:cubicBezTo>
                    <a:pt x="1891" y="2055"/>
                    <a:pt x="2397" y="1646"/>
                    <a:pt x="2397" y="1029"/>
                  </a:cubicBezTo>
                  <a:cubicBezTo>
                    <a:pt x="2397" y="462"/>
                    <a:pt x="1936" y="1"/>
                    <a:pt x="13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6"/>
            <p:cNvSpPr/>
            <p:nvPr/>
          </p:nvSpPr>
          <p:spPr>
            <a:xfrm>
              <a:off x="1555050" y="2649677"/>
              <a:ext cx="62806" cy="53826"/>
            </a:xfrm>
            <a:custGeom>
              <a:rect b="b" l="l" r="r" t="t"/>
              <a:pathLst>
                <a:path extrusionOk="0" h="2056" w="2399">
                  <a:moveTo>
                    <a:pt x="1367" y="424"/>
                  </a:moveTo>
                  <a:cubicBezTo>
                    <a:pt x="1678" y="424"/>
                    <a:pt x="1975" y="664"/>
                    <a:pt x="1975" y="1029"/>
                  </a:cubicBezTo>
                  <a:cubicBezTo>
                    <a:pt x="1975" y="1360"/>
                    <a:pt x="1706" y="1634"/>
                    <a:pt x="1375" y="1634"/>
                  </a:cubicBezTo>
                  <a:cubicBezTo>
                    <a:pt x="832" y="1634"/>
                    <a:pt x="563" y="981"/>
                    <a:pt x="943" y="601"/>
                  </a:cubicBezTo>
                  <a:cubicBezTo>
                    <a:pt x="1067" y="478"/>
                    <a:pt x="1218" y="424"/>
                    <a:pt x="1367" y="424"/>
                  </a:cubicBezTo>
                  <a:close/>
                  <a:moveTo>
                    <a:pt x="1375" y="1"/>
                  </a:moveTo>
                  <a:cubicBezTo>
                    <a:pt x="457" y="1"/>
                    <a:pt x="1" y="1106"/>
                    <a:pt x="645" y="1754"/>
                  </a:cubicBezTo>
                  <a:cubicBezTo>
                    <a:pt x="854" y="1962"/>
                    <a:pt x="1111" y="2055"/>
                    <a:pt x="1364" y="2055"/>
                  </a:cubicBezTo>
                  <a:cubicBezTo>
                    <a:pt x="1892" y="2055"/>
                    <a:pt x="2398" y="1646"/>
                    <a:pt x="2398" y="1029"/>
                  </a:cubicBezTo>
                  <a:cubicBezTo>
                    <a:pt x="2398" y="462"/>
                    <a:pt x="1937" y="1"/>
                    <a:pt x="1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6"/>
            <p:cNvSpPr/>
            <p:nvPr/>
          </p:nvSpPr>
          <p:spPr>
            <a:xfrm>
              <a:off x="1300502" y="2442148"/>
              <a:ext cx="364504" cy="370290"/>
            </a:xfrm>
            <a:custGeom>
              <a:rect b="b" l="l" r="r" t="t"/>
              <a:pathLst>
                <a:path extrusionOk="0" h="14144" w="13923">
                  <a:moveTo>
                    <a:pt x="928" y="3316"/>
                  </a:moveTo>
                  <a:lnTo>
                    <a:pt x="928" y="6102"/>
                  </a:lnTo>
                  <a:lnTo>
                    <a:pt x="731" y="6102"/>
                  </a:lnTo>
                  <a:cubicBezTo>
                    <a:pt x="563" y="6102"/>
                    <a:pt x="423" y="5963"/>
                    <a:pt x="423" y="5795"/>
                  </a:cubicBezTo>
                  <a:lnTo>
                    <a:pt x="423" y="3623"/>
                  </a:lnTo>
                  <a:cubicBezTo>
                    <a:pt x="423" y="3455"/>
                    <a:pt x="563" y="3316"/>
                    <a:pt x="731" y="3316"/>
                  </a:cubicBezTo>
                  <a:close/>
                  <a:moveTo>
                    <a:pt x="13192" y="3316"/>
                  </a:moveTo>
                  <a:cubicBezTo>
                    <a:pt x="13361" y="3316"/>
                    <a:pt x="13500" y="3455"/>
                    <a:pt x="13500" y="3623"/>
                  </a:cubicBezTo>
                  <a:lnTo>
                    <a:pt x="13500" y="5795"/>
                  </a:lnTo>
                  <a:cubicBezTo>
                    <a:pt x="13500" y="5963"/>
                    <a:pt x="13361" y="6102"/>
                    <a:pt x="13192" y="6102"/>
                  </a:cubicBezTo>
                  <a:lnTo>
                    <a:pt x="12995" y="6102"/>
                  </a:lnTo>
                  <a:lnTo>
                    <a:pt x="12995" y="3316"/>
                  </a:lnTo>
                  <a:close/>
                  <a:moveTo>
                    <a:pt x="8412" y="8211"/>
                  </a:moveTo>
                  <a:cubicBezTo>
                    <a:pt x="8768" y="8211"/>
                    <a:pt x="9056" y="8499"/>
                    <a:pt x="9056" y="8855"/>
                  </a:cubicBezTo>
                  <a:lnTo>
                    <a:pt x="9056" y="10402"/>
                  </a:lnTo>
                  <a:lnTo>
                    <a:pt x="4867" y="10402"/>
                  </a:lnTo>
                  <a:lnTo>
                    <a:pt x="4867" y="8855"/>
                  </a:lnTo>
                  <a:cubicBezTo>
                    <a:pt x="4867" y="8499"/>
                    <a:pt x="5155" y="8211"/>
                    <a:pt x="5511" y="8211"/>
                  </a:cubicBezTo>
                  <a:close/>
                  <a:moveTo>
                    <a:pt x="10992" y="419"/>
                  </a:moveTo>
                  <a:cubicBezTo>
                    <a:pt x="11862" y="419"/>
                    <a:pt x="12573" y="1130"/>
                    <a:pt x="12573" y="2004"/>
                  </a:cubicBezTo>
                  <a:lnTo>
                    <a:pt x="12573" y="10406"/>
                  </a:lnTo>
                  <a:lnTo>
                    <a:pt x="9479" y="10406"/>
                  </a:lnTo>
                  <a:lnTo>
                    <a:pt x="9479" y="8855"/>
                  </a:lnTo>
                  <a:cubicBezTo>
                    <a:pt x="9479" y="8264"/>
                    <a:pt x="8999" y="7788"/>
                    <a:pt x="8412" y="7788"/>
                  </a:cubicBezTo>
                  <a:lnTo>
                    <a:pt x="5511" y="7788"/>
                  </a:lnTo>
                  <a:cubicBezTo>
                    <a:pt x="4920" y="7788"/>
                    <a:pt x="4444" y="8264"/>
                    <a:pt x="4444" y="8855"/>
                  </a:cubicBezTo>
                  <a:lnTo>
                    <a:pt x="4444" y="10402"/>
                  </a:lnTo>
                  <a:lnTo>
                    <a:pt x="4247" y="10402"/>
                  </a:lnTo>
                  <a:cubicBezTo>
                    <a:pt x="4132" y="10402"/>
                    <a:pt x="4036" y="10498"/>
                    <a:pt x="4036" y="10613"/>
                  </a:cubicBezTo>
                  <a:cubicBezTo>
                    <a:pt x="4036" y="10728"/>
                    <a:pt x="4132" y="10824"/>
                    <a:pt x="4247" y="10824"/>
                  </a:cubicBezTo>
                  <a:lnTo>
                    <a:pt x="13039" y="10824"/>
                  </a:lnTo>
                  <a:cubicBezTo>
                    <a:pt x="13125" y="10824"/>
                    <a:pt x="13192" y="10892"/>
                    <a:pt x="13192" y="10978"/>
                  </a:cubicBezTo>
                  <a:lnTo>
                    <a:pt x="13192" y="12222"/>
                  </a:lnTo>
                  <a:cubicBezTo>
                    <a:pt x="13192" y="12304"/>
                    <a:pt x="13125" y="12371"/>
                    <a:pt x="13039" y="12371"/>
                  </a:cubicBezTo>
                  <a:lnTo>
                    <a:pt x="1024" y="12371"/>
                  </a:lnTo>
                  <a:cubicBezTo>
                    <a:pt x="942" y="12371"/>
                    <a:pt x="875" y="12304"/>
                    <a:pt x="875" y="12222"/>
                  </a:cubicBezTo>
                  <a:lnTo>
                    <a:pt x="875" y="10978"/>
                  </a:lnTo>
                  <a:cubicBezTo>
                    <a:pt x="875" y="10892"/>
                    <a:pt x="942" y="10824"/>
                    <a:pt x="1024" y="10824"/>
                  </a:cubicBezTo>
                  <a:lnTo>
                    <a:pt x="3262" y="10824"/>
                  </a:lnTo>
                  <a:cubicBezTo>
                    <a:pt x="3378" y="10824"/>
                    <a:pt x="3474" y="10733"/>
                    <a:pt x="3474" y="10613"/>
                  </a:cubicBezTo>
                  <a:cubicBezTo>
                    <a:pt x="3474" y="10498"/>
                    <a:pt x="3378" y="10406"/>
                    <a:pt x="3262" y="10406"/>
                  </a:cubicBezTo>
                  <a:lnTo>
                    <a:pt x="1350" y="10406"/>
                  </a:lnTo>
                  <a:lnTo>
                    <a:pt x="1350" y="2004"/>
                  </a:lnTo>
                  <a:cubicBezTo>
                    <a:pt x="1350" y="1130"/>
                    <a:pt x="2057" y="419"/>
                    <a:pt x="2931" y="419"/>
                  </a:cubicBezTo>
                  <a:close/>
                  <a:moveTo>
                    <a:pt x="9075" y="12794"/>
                  </a:moveTo>
                  <a:cubicBezTo>
                    <a:pt x="9008" y="12900"/>
                    <a:pt x="8888" y="12962"/>
                    <a:pt x="8763" y="12962"/>
                  </a:cubicBezTo>
                  <a:lnTo>
                    <a:pt x="5160" y="12962"/>
                  </a:lnTo>
                  <a:cubicBezTo>
                    <a:pt x="5035" y="12962"/>
                    <a:pt x="4915" y="12900"/>
                    <a:pt x="4848" y="12794"/>
                  </a:cubicBezTo>
                  <a:close/>
                  <a:moveTo>
                    <a:pt x="3613" y="12794"/>
                  </a:moveTo>
                  <a:lnTo>
                    <a:pt x="3613" y="13524"/>
                  </a:lnTo>
                  <a:cubicBezTo>
                    <a:pt x="3613" y="13635"/>
                    <a:pt x="3527" y="13721"/>
                    <a:pt x="3416" y="13721"/>
                  </a:cubicBezTo>
                  <a:lnTo>
                    <a:pt x="1869" y="13721"/>
                  </a:lnTo>
                  <a:cubicBezTo>
                    <a:pt x="1764" y="13721"/>
                    <a:pt x="1672" y="13635"/>
                    <a:pt x="1672" y="13524"/>
                  </a:cubicBezTo>
                  <a:lnTo>
                    <a:pt x="1672" y="12794"/>
                  </a:lnTo>
                  <a:close/>
                  <a:moveTo>
                    <a:pt x="12390" y="12794"/>
                  </a:moveTo>
                  <a:lnTo>
                    <a:pt x="12390" y="13524"/>
                  </a:lnTo>
                  <a:lnTo>
                    <a:pt x="12385" y="13524"/>
                  </a:lnTo>
                  <a:cubicBezTo>
                    <a:pt x="12385" y="13635"/>
                    <a:pt x="12299" y="13721"/>
                    <a:pt x="12188" y="13721"/>
                  </a:cubicBezTo>
                  <a:lnTo>
                    <a:pt x="10646" y="13721"/>
                  </a:lnTo>
                  <a:cubicBezTo>
                    <a:pt x="10536" y="13721"/>
                    <a:pt x="10449" y="13635"/>
                    <a:pt x="10449" y="13524"/>
                  </a:cubicBezTo>
                  <a:lnTo>
                    <a:pt x="10449" y="12794"/>
                  </a:lnTo>
                  <a:close/>
                  <a:moveTo>
                    <a:pt x="2931" y="1"/>
                  </a:moveTo>
                  <a:cubicBezTo>
                    <a:pt x="1826" y="1"/>
                    <a:pt x="933" y="894"/>
                    <a:pt x="928" y="2004"/>
                  </a:cubicBezTo>
                  <a:lnTo>
                    <a:pt x="928" y="2893"/>
                  </a:lnTo>
                  <a:lnTo>
                    <a:pt x="731" y="2893"/>
                  </a:lnTo>
                  <a:cubicBezTo>
                    <a:pt x="327" y="2893"/>
                    <a:pt x="1" y="3220"/>
                    <a:pt x="1" y="3623"/>
                  </a:cubicBezTo>
                  <a:lnTo>
                    <a:pt x="1" y="5795"/>
                  </a:lnTo>
                  <a:cubicBezTo>
                    <a:pt x="1" y="6198"/>
                    <a:pt x="327" y="6525"/>
                    <a:pt x="731" y="6525"/>
                  </a:cubicBezTo>
                  <a:lnTo>
                    <a:pt x="928" y="6525"/>
                  </a:lnTo>
                  <a:lnTo>
                    <a:pt x="928" y="10411"/>
                  </a:lnTo>
                  <a:cubicBezTo>
                    <a:pt x="654" y="10459"/>
                    <a:pt x="447" y="10695"/>
                    <a:pt x="447" y="10978"/>
                  </a:cubicBezTo>
                  <a:lnTo>
                    <a:pt x="447" y="12222"/>
                  </a:lnTo>
                  <a:cubicBezTo>
                    <a:pt x="447" y="12539"/>
                    <a:pt x="707" y="12794"/>
                    <a:pt x="1019" y="12794"/>
                  </a:cubicBezTo>
                  <a:lnTo>
                    <a:pt x="1250" y="12794"/>
                  </a:lnTo>
                  <a:lnTo>
                    <a:pt x="1250" y="13524"/>
                  </a:lnTo>
                  <a:cubicBezTo>
                    <a:pt x="1250" y="13865"/>
                    <a:pt x="1528" y="14144"/>
                    <a:pt x="1869" y="14144"/>
                  </a:cubicBezTo>
                  <a:lnTo>
                    <a:pt x="3416" y="14144"/>
                  </a:lnTo>
                  <a:cubicBezTo>
                    <a:pt x="3757" y="14144"/>
                    <a:pt x="4036" y="13865"/>
                    <a:pt x="4036" y="13524"/>
                  </a:cubicBezTo>
                  <a:lnTo>
                    <a:pt x="4036" y="12794"/>
                  </a:lnTo>
                  <a:lnTo>
                    <a:pt x="4387" y="12794"/>
                  </a:lnTo>
                  <a:cubicBezTo>
                    <a:pt x="4483" y="13140"/>
                    <a:pt x="4800" y="13385"/>
                    <a:pt x="5160" y="13385"/>
                  </a:cubicBezTo>
                  <a:lnTo>
                    <a:pt x="8763" y="13385"/>
                  </a:lnTo>
                  <a:cubicBezTo>
                    <a:pt x="9123" y="13385"/>
                    <a:pt x="9440" y="13140"/>
                    <a:pt x="9537" y="12794"/>
                  </a:cubicBezTo>
                  <a:lnTo>
                    <a:pt x="10027" y="12794"/>
                  </a:lnTo>
                  <a:lnTo>
                    <a:pt x="10027" y="13524"/>
                  </a:lnTo>
                  <a:cubicBezTo>
                    <a:pt x="10027" y="13865"/>
                    <a:pt x="10305" y="14144"/>
                    <a:pt x="10646" y="14144"/>
                  </a:cubicBezTo>
                  <a:lnTo>
                    <a:pt x="12193" y="14144"/>
                  </a:lnTo>
                  <a:cubicBezTo>
                    <a:pt x="12534" y="14144"/>
                    <a:pt x="12813" y="13865"/>
                    <a:pt x="12813" y="13524"/>
                  </a:cubicBezTo>
                  <a:lnTo>
                    <a:pt x="12813" y="12794"/>
                  </a:lnTo>
                  <a:lnTo>
                    <a:pt x="13039" y="12794"/>
                  </a:lnTo>
                  <a:cubicBezTo>
                    <a:pt x="13356" y="12794"/>
                    <a:pt x="13610" y="12539"/>
                    <a:pt x="13610" y="12222"/>
                  </a:cubicBezTo>
                  <a:lnTo>
                    <a:pt x="13610" y="10978"/>
                  </a:lnTo>
                  <a:cubicBezTo>
                    <a:pt x="13610" y="10661"/>
                    <a:pt x="13356" y="10406"/>
                    <a:pt x="13039" y="10406"/>
                  </a:cubicBezTo>
                  <a:lnTo>
                    <a:pt x="12995" y="10406"/>
                  </a:lnTo>
                  <a:lnTo>
                    <a:pt x="12995" y="6525"/>
                  </a:lnTo>
                  <a:lnTo>
                    <a:pt x="13192" y="6525"/>
                  </a:lnTo>
                  <a:cubicBezTo>
                    <a:pt x="13596" y="6525"/>
                    <a:pt x="13923" y="6198"/>
                    <a:pt x="13923" y="5795"/>
                  </a:cubicBezTo>
                  <a:lnTo>
                    <a:pt x="13923" y="3623"/>
                  </a:lnTo>
                  <a:cubicBezTo>
                    <a:pt x="13923" y="3223"/>
                    <a:pt x="13601" y="2898"/>
                    <a:pt x="13201" y="2898"/>
                  </a:cubicBezTo>
                  <a:cubicBezTo>
                    <a:pt x="13198" y="2898"/>
                    <a:pt x="13195" y="2898"/>
                    <a:pt x="13192" y="2898"/>
                  </a:cubicBezTo>
                  <a:lnTo>
                    <a:pt x="12995" y="2898"/>
                  </a:lnTo>
                  <a:lnTo>
                    <a:pt x="12995" y="2004"/>
                  </a:lnTo>
                  <a:cubicBezTo>
                    <a:pt x="12991" y="894"/>
                    <a:pt x="12097" y="1"/>
                    <a:pt x="109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8" name="Google Shape;13008;p86"/>
          <p:cNvGrpSpPr/>
          <p:nvPr/>
        </p:nvGrpSpPr>
        <p:grpSpPr>
          <a:xfrm>
            <a:off x="1757683" y="2438771"/>
            <a:ext cx="330680" cy="356441"/>
            <a:chOff x="1757683" y="2438771"/>
            <a:chExt cx="330680" cy="356441"/>
          </a:xfrm>
        </p:grpSpPr>
        <p:sp>
          <p:nvSpPr>
            <p:cNvPr id="13009" name="Google Shape;13009;p86"/>
            <p:cNvSpPr/>
            <p:nvPr/>
          </p:nvSpPr>
          <p:spPr>
            <a:xfrm>
              <a:off x="1762972" y="2469716"/>
              <a:ext cx="320234" cy="320234"/>
            </a:xfrm>
            <a:custGeom>
              <a:rect b="b" l="l" r="r" t="t"/>
              <a:pathLst>
                <a:path extrusionOk="0" h="12232" w="12232">
                  <a:moveTo>
                    <a:pt x="538" y="0"/>
                  </a:moveTo>
                  <a:cubicBezTo>
                    <a:pt x="240" y="0"/>
                    <a:pt x="0" y="240"/>
                    <a:pt x="0" y="538"/>
                  </a:cubicBezTo>
                  <a:lnTo>
                    <a:pt x="0" y="11698"/>
                  </a:lnTo>
                  <a:cubicBezTo>
                    <a:pt x="0" y="11991"/>
                    <a:pt x="240" y="12231"/>
                    <a:pt x="538" y="12231"/>
                  </a:cubicBezTo>
                  <a:lnTo>
                    <a:pt x="11693" y="12231"/>
                  </a:lnTo>
                  <a:cubicBezTo>
                    <a:pt x="11991" y="12231"/>
                    <a:pt x="12231" y="11991"/>
                    <a:pt x="12231" y="11698"/>
                  </a:cubicBezTo>
                  <a:lnTo>
                    <a:pt x="12231" y="538"/>
                  </a:lnTo>
                  <a:cubicBezTo>
                    <a:pt x="12231" y="240"/>
                    <a:pt x="11991" y="0"/>
                    <a:pt x="1169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6"/>
            <p:cNvSpPr/>
            <p:nvPr/>
          </p:nvSpPr>
          <p:spPr>
            <a:xfrm>
              <a:off x="2047208" y="2469716"/>
              <a:ext cx="35997" cy="320234"/>
            </a:xfrm>
            <a:custGeom>
              <a:rect b="b" l="l" r="r" t="t"/>
              <a:pathLst>
                <a:path extrusionOk="0" h="12232" w="1375">
                  <a:moveTo>
                    <a:pt x="0" y="0"/>
                  </a:moveTo>
                  <a:lnTo>
                    <a:pt x="0" y="12231"/>
                  </a:lnTo>
                  <a:lnTo>
                    <a:pt x="836" y="12231"/>
                  </a:lnTo>
                  <a:cubicBezTo>
                    <a:pt x="1134" y="12231"/>
                    <a:pt x="1374" y="11991"/>
                    <a:pt x="1374" y="11698"/>
                  </a:cubicBezTo>
                  <a:lnTo>
                    <a:pt x="1374" y="538"/>
                  </a:lnTo>
                  <a:cubicBezTo>
                    <a:pt x="1374" y="240"/>
                    <a:pt x="1134" y="0"/>
                    <a:pt x="83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86"/>
            <p:cNvSpPr/>
            <p:nvPr/>
          </p:nvSpPr>
          <p:spPr>
            <a:xfrm>
              <a:off x="1762972" y="2469716"/>
              <a:ext cx="320234" cy="57753"/>
            </a:xfrm>
            <a:custGeom>
              <a:rect b="b" l="l" r="r" t="t"/>
              <a:pathLst>
                <a:path extrusionOk="0" h="2206" w="12232">
                  <a:moveTo>
                    <a:pt x="538" y="0"/>
                  </a:moveTo>
                  <a:cubicBezTo>
                    <a:pt x="240" y="0"/>
                    <a:pt x="0" y="240"/>
                    <a:pt x="0" y="538"/>
                  </a:cubicBezTo>
                  <a:lnTo>
                    <a:pt x="0" y="2205"/>
                  </a:lnTo>
                  <a:lnTo>
                    <a:pt x="12231" y="2205"/>
                  </a:lnTo>
                  <a:lnTo>
                    <a:pt x="12231" y="538"/>
                  </a:lnTo>
                  <a:cubicBezTo>
                    <a:pt x="12231" y="240"/>
                    <a:pt x="11991" y="0"/>
                    <a:pt x="11693"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86"/>
            <p:cNvSpPr/>
            <p:nvPr/>
          </p:nvSpPr>
          <p:spPr>
            <a:xfrm>
              <a:off x="2047208" y="2469716"/>
              <a:ext cx="35997" cy="57753"/>
            </a:xfrm>
            <a:custGeom>
              <a:rect b="b" l="l" r="r" t="t"/>
              <a:pathLst>
                <a:path extrusionOk="0" h="2206" w="1375">
                  <a:moveTo>
                    <a:pt x="0" y="0"/>
                  </a:moveTo>
                  <a:lnTo>
                    <a:pt x="0" y="2205"/>
                  </a:lnTo>
                  <a:lnTo>
                    <a:pt x="1374" y="2205"/>
                  </a:lnTo>
                  <a:lnTo>
                    <a:pt x="1374" y="538"/>
                  </a:lnTo>
                  <a:cubicBezTo>
                    <a:pt x="1374" y="240"/>
                    <a:pt x="1134" y="0"/>
                    <a:pt x="83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6"/>
            <p:cNvSpPr/>
            <p:nvPr/>
          </p:nvSpPr>
          <p:spPr>
            <a:xfrm>
              <a:off x="1796168" y="2444059"/>
              <a:ext cx="29583" cy="51575"/>
            </a:xfrm>
            <a:custGeom>
              <a:rect b="b" l="l" r="r" t="t"/>
              <a:pathLst>
                <a:path extrusionOk="0" h="1970" w="1130">
                  <a:moveTo>
                    <a:pt x="567" y="0"/>
                  </a:moveTo>
                  <a:cubicBezTo>
                    <a:pt x="255" y="0"/>
                    <a:pt x="0" y="255"/>
                    <a:pt x="0" y="567"/>
                  </a:cubicBezTo>
                  <a:lnTo>
                    <a:pt x="0" y="1408"/>
                  </a:lnTo>
                  <a:cubicBezTo>
                    <a:pt x="0" y="1720"/>
                    <a:pt x="255" y="1970"/>
                    <a:pt x="567" y="1970"/>
                  </a:cubicBezTo>
                  <a:cubicBezTo>
                    <a:pt x="875" y="1970"/>
                    <a:pt x="1129" y="1720"/>
                    <a:pt x="1129" y="1408"/>
                  </a:cubicBezTo>
                  <a:lnTo>
                    <a:pt x="1129" y="567"/>
                  </a:lnTo>
                  <a:cubicBezTo>
                    <a:pt x="1129" y="255"/>
                    <a:pt x="875" y="0"/>
                    <a:pt x="56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86"/>
            <p:cNvSpPr/>
            <p:nvPr/>
          </p:nvSpPr>
          <p:spPr>
            <a:xfrm>
              <a:off x="1870859" y="2444059"/>
              <a:ext cx="29583" cy="51575"/>
            </a:xfrm>
            <a:custGeom>
              <a:rect b="b" l="l" r="r" t="t"/>
              <a:pathLst>
                <a:path extrusionOk="0" h="1970" w="1130">
                  <a:moveTo>
                    <a:pt x="568" y="0"/>
                  </a:moveTo>
                  <a:cubicBezTo>
                    <a:pt x="256" y="0"/>
                    <a:pt x="1" y="255"/>
                    <a:pt x="1" y="567"/>
                  </a:cubicBezTo>
                  <a:lnTo>
                    <a:pt x="1" y="1408"/>
                  </a:lnTo>
                  <a:cubicBezTo>
                    <a:pt x="1" y="1720"/>
                    <a:pt x="256" y="1970"/>
                    <a:pt x="568" y="1970"/>
                  </a:cubicBezTo>
                  <a:cubicBezTo>
                    <a:pt x="880" y="1970"/>
                    <a:pt x="1130" y="1715"/>
                    <a:pt x="1130" y="1403"/>
                  </a:cubicBezTo>
                  <a:lnTo>
                    <a:pt x="1130" y="562"/>
                  </a:lnTo>
                  <a:cubicBezTo>
                    <a:pt x="1130" y="255"/>
                    <a:pt x="875" y="0"/>
                    <a:pt x="56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86"/>
            <p:cNvSpPr/>
            <p:nvPr/>
          </p:nvSpPr>
          <p:spPr>
            <a:xfrm>
              <a:off x="1945708" y="2444059"/>
              <a:ext cx="29453" cy="51575"/>
            </a:xfrm>
            <a:custGeom>
              <a:rect b="b" l="l" r="r" t="t"/>
              <a:pathLst>
                <a:path extrusionOk="0" h="1970" w="1125">
                  <a:moveTo>
                    <a:pt x="562" y="0"/>
                  </a:moveTo>
                  <a:cubicBezTo>
                    <a:pt x="250" y="0"/>
                    <a:pt x="0" y="255"/>
                    <a:pt x="0" y="567"/>
                  </a:cubicBezTo>
                  <a:lnTo>
                    <a:pt x="0" y="1408"/>
                  </a:lnTo>
                  <a:cubicBezTo>
                    <a:pt x="0" y="1720"/>
                    <a:pt x="250" y="1970"/>
                    <a:pt x="562" y="1970"/>
                  </a:cubicBezTo>
                  <a:cubicBezTo>
                    <a:pt x="875" y="1970"/>
                    <a:pt x="1124" y="1720"/>
                    <a:pt x="1124" y="1408"/>
                  </a:cubicBezTo>
                  <a:lnTo>
                    <a:pt x="1124" y="567"/>
                  </a:lnTo>
                  <a:cubicBezTo>
                    <a:pt x="1124" y="255"/>
                    <a:pt x="875" y="0"/>
                    <a:pt x="56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6"/>
            <p:cNvSpPr/>
            <p:nvPr/>
          </p:nvSpPr>
          <p:spPr>
            <a:xfrm>
              <a:off x="2020399" y="2444059"/>
              <a:ext cx="29479" cy="51575"/>
            </a:xfrm>
            <a:custGeom>
              <a:rect b="b" l="l" r="r" t="t"/>
              <a:pathLst>
                <a:path extrusionOk="0" h="1970" w="1126">
                  <a:moveTo>
                    <a:pt x="563" y="0"/>
                  </a:moveTo>
                  <a:cubicBezTo>
                    <a:pt x="251" y="0"/>
                    <a:pt x="1" y="255"/>
                    <a:pt x="1" y="567"/>
                  </a:cubicBezTo>
                  <a:lnTo>
                    <a:pt x="1" y="1408"/>
                  </a:lnTo>
                  <a:cubicBezTo>
                    <a:pt x="1" y="1720"/>
                    <a:pt x="251" y="1970"/>
                    <a:pt x="563" y="1970"/>
                  </a:cubicBezTo>
                  <a:cubicBezTo>
                    <a:pt x="875" y="1970"/>
                    <a:pt x="1125" y="1720"/>
                    <a:pt x="1125" y="1408"/>
                  </a:cubicBezTo>
                  <a:lnTo>
                    <a:pt x="1125" y="567"/>
                  </a:lnTo>
                  <a:cubicBezTo>
                    <a:pt x="1125" y="255"/>
                    <a:pt x="875" y="0"/>
                    <a:pt x="56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86"/>
            <p:cNvSpPr/>
            <p:nvPr/>
          </p:nvSpPr>
          <p:spPr>
            <a:xfrm>
              <a:off x="1757683" y="2438771"/>
              <a:ext cx="330680" cy="300128"/>
            </a:xfrm>
            <a:custGeom>
              <a:rect b="b" l="l" r="r" t="t"/>
              <a:pathLst>
                <a:path extrusionOk="0" h="11464" w="12631">
                  <a:moveTo>
                    <a:pt x="2037" y="399"/>
                  </a:moveTo>
                  <a:cubicBezTo>
                    <a:pt x="2239" y="399"/>
                    <a:pt x="2397" y="562"/>
                    <a:pt x="2402" y="764"/>
                  </a:cubicBezTo>
                  <a:lnTo>
                    <a:pt x="2402" y="1605"/>
                  </a:lnTo>
                  <a:cubicBezTo>
                    <a:pt x="2397" y="1807"/>
                    <a:pt x="2239" y="1970"/>
                    <a:pt x="2037" y="1970"/>
                  </a:cubicBezTo>
                  <a:cubicBezTo>
                    <a:pt x="1835" y="1970"/>
                    <a:pt x="1672" y="1807"/>
                    <a:pt x="1672" y="1605"/>
                  </a:cubicBezTo>
                  <a:lnTo>
                    <a:pt x="1672" y="764"/>
                  </a:lnTo>
                  <a:cubicBezTo>
                    <a:pt x="1672" y="562"/>
                    <a:pt x="1835" y="404"/>
                    <a:pt x="2037" y="399"/>
                  </a:cubicBezTo>
                  <a:close/>
                  <a:moveTo>
                    <a:pt x="4891" y="399"/>
                  </a:moveTo>
                  <a:cubicBezTo>
                    <a:pt x="5093" y="399"/>
                    <a:pt x="5256" y="562"/>
                    <a:pt x="5256" y="764"/>
                  </a:cubicBezTo>
                  <a:lnTo>
                    <a:pt x="5256" y="1605"/>
                  </a:lnTo>
                  <a:cubicBezTo>
                    <a:pt x="5256" y="1807"/>
                    <a:pt x="5093" y="1970"/>
                    <a:pt x="4891" y="1970"/>
                  </a:cubicBezTo>
                  <a:cubicBezTo>
                    <a:pt x="4689" y="1970"/>
                    <a:pt x="4526" y="1807"/>
                    <a:pt x="4526" y="1605"/>
                  </a:cubicBezTo>
                  <a:lnTo>
                    <a:pt x="4526" y="764"/>
                  </a:lnTo>
                  <a:cubicBezTo>
                    <a:pt x="4526" y="562"/>
                    <a:pt x="4689" y="399"/>
                    <a:pt x="4891" y="399"/>
                  </a:cubicBezTo>
                  <a:close/>
                  <a:moveTo>
                    <a:pt x="7744" y="399"/>
                  </a:moveTo>
                  <a:cubicBezTo>
                    <a:pt x="7946" y="399"/>
                    <a:pt x="8110" y="562"/>
                    <a:pt x="8110" y="764"/>
                  </a:cubicBezTo>
                  <a:lnTo>
                    <a:pt x="8110" y="1605"/>
                  </a:lnTo>
                  <a:cubicBezTo>
                    <a:pt x="8110" y="1807"/>
                    <a:pt x="7946" y="1970"/>
                    <a:pt x="7744" y="1970"/>
                  </a:cubicBezTo>
                  <a:cubicBezTo>
                    <a:pt x="7543" y="1970"/>
                    <a:pt x="7379" y="1807"/>
                    <a:pt x="7379" y="1605"/>
                  </a:cubicBezTo>
                  <a:lnTo>
                    <a:pt x="7379" y="764"/>
                  </a:lnTo>
                  <a:cubicBezTo>
                    <a:pt x="7379" y="562"/>
                    <a:pt x="7543" y="399"/>
                    <a:pt x="7744" y="399"/>
                  </a:cubicBezTo>
                  <a:close/>
                  <a:moveTo>
                    <a:pt x="10598" y="399"/>
                  </a:moveTo>
                  <a:cubicBezTo>
                    <a:pt x="10800" y="399"/>
                    <a:pt x="10963" y="562"/>
                    <a:pt x="10963" y="764"/>
                  </a:cubicBezTo>
                  <a:lnTo>
                    <a:pt x="10963" y="1605"/>
                  </a:lnTo>
                  <a:cubicBezTo>
                    <a:pt x="10963" y="1807"/>
                    <a:pt x="10800" y="1970"/>
                    <a:pt x="10598" y="1970"/>
                  </a:cubicBezTo>
                  <a:cubicBezTo>
                    <a:pt x="10396" y="1970"/>
                    <a:pt x="10233" y="1807"/>
                    <a:pt x="10233" y="1605"/>
                  </a:cubicBezTo>
                  <a:lnTo>
                    <a:pt x="10233" y="764"/>
                  </a:lnTo>
                  <a:cubicBezTo>
                    <a:pt x="10233" y="562"/>
                    <a:pt x="10396" y="399"/>
                    <a:pt x="10598" y="399"/>
                  </a:cubicBezTo>
                  <a:close/>
                  <a:moveTo>
                    <a:pt x="11900" y="1384"/>
                  </a:moveTo>
                  <a:cubicBezTo>
                    <a:pt x="12082" y="1384"/>
                    <a:pt x="12236" y="1533"/>
                    <a:pt x="12236" y="1720"/>
                  </a:cubicBezTo>
                  <a:lnTo>
                    <a:pt x="12236" y="3185"/>
                  </a:lnTo>
                  <a:lnTo>
                    <a:pt x="399" y="3185"/>
                  </a:lnTo>
                  <a:lnTo>
                    <a:pt x="399" y="1720"/>
                  </a:lnTo>
                  <a:cubicBezTo>
                    <a:pt x="399" y="1533"/>
                    <a:pt x="553" y="1384"/>
                    <a:pt x="740" y="1384"/>
                  </a:cubicBezTo>
                  <a:lnTo>
                    <a:pt x="1273" y="1384"/>
                  </a:lnTo>
                  <a:lnTo>
                    <a:pt x="1273" y="1610"/>
                  </a:lnTo>
                  <a:cubicBezTo>
                    <a:pt x="1273" y="2032"/>
                    <a:pt x="1614" y="2373"/>
                    <a:pt x="2037" y="2373"/>
                  </a:cubicBezTo>
                  <a:cubicBezTo>
                    <a:pt x="2455" y="2373"/>
                    <a:pt x="2796" y="2032"/>
                    <a:pt x="2796" y="1610"/>
                  </a:cubicBezTo>
                  <a:lnTo>
                    <a:pt x="2796" y="1384"/>
                  </a:lnTo>
                  <a:lnTo>
                    <a:pt x="4127" y="1384"/>
                  </a:lnTo>
                  <a:lnTo>
                    <a:pt x="4127" y="1610"/>
                  </a:lnTo>
                  <a:cubicBezTo>
                    <a:pt x="4127" y="2032"/>
                    <a:pt x="4468" y="2373"/>
                    <a:pt x="4891" y="2373"/>
                  </a:cubicBezTo>
                  <a:cubicBezTo>
                    <a:pt x="5309" y="2373"/>
                    <a:pt x="5655" y="2032"/>
                    <a:pt x="5655" y="1610"/>
                  </a:cubicBezTo>
                  <a:lnTo>
                    <a:pt x="5655" y="1384"/>
                  </a:lnTo>
                  <a:lnTo>
                    <a:pt x="6981" y="1384"/>
                  </a:lnTo>
                  <a:lnTo>
                    <a:pt x="6981" y="1610"/>
                  </a:lnTo>
                  <a:cubicBezTo>
                    <a:pt x="6981" y="2032"/>
                    <a:pt x="7322" y="2373"/>
                    <a:pt x="7744" y="2373"/>
                  </a:cubicBezTo>
                  <a:cubicBezTo>
                    <a:pt x="8167" y="2373"/>
                    <a:pt x="8508" y="2032"/>
                    <a:pt x="8508" y="1610"/>
                  </a:cubicBezTo>
                  <a:lnTo>
                    <a:pt x="8508" y="1384"/>
                  </a:lnTo>
                  <a:lnTo>
                    <a:pt x="9839" y="1384"/>
                  </a:lnTo>
                  <a:lnTo>
                    <a:pt x="9839" y="1610"/>
                  </a:lnTo>
                  <a:cubicBezTo>
                    <a:pt x="9839" y="2032"/>
                    <a:pt x="10180" y="2373"/>
                    <a:pt x="10598" y="2373"/>
                  </a:cubicBezTo>
                  <a:cubicBezTo>
                    <a:pt x="11021" y="2373"/>
                    <a:pt x="11362" y="2032"/>
                    <a:pt x="11362" y="1610"/>
                  </a:cubicBezTo>
                  <a:lnTo>
                    <a:pt x="11362" y="1384"/>
                  </a:lnTo>
                  <a:close/>
                  <a:moveTo>
                    <a:pt x="2037" y="0"/>
                  </a:moveTo>
                  <a:cubicBezTo>
                    <a:pt x="1614" y="0"/>
                    <a:pt x="1273" y="341"/>
                    <a:pt x="1273" y="764"/>
                  </a:cubicBezTo>
                  <a:lnTo>
                    <a:pt x="1273" y="985"/>
                  </a:lnTo>
                  <a:lnTo>
                    <a:pt x="740" y="985"/>
                  </a:lnTo>
                  <a:cubicBezTo>
                    <a:pt x="332" y="985"/>
                    <a:pt x="0" y="1312"/>
                    <a:pt x="0" y="1720"/>
                  </a:cubicBezTo>
                  <a:lnTo>
                    <a:pt x="0" y="4521"/>
                  </a:lnTo>
                  <a:cubicBezTo>
                    <a:pt x="0" y="4655"/>
                    <a:pt x="100" y="4723"/>
                    <a:pt x="200" y="4723"/>
                  </a:cubicBezTo>
                  <a:cubicBezTo>
                    <a:pt x="299" y="4723"/>
                    <a:pt x="399" y="4655"/>
                    <a:pt x="399" y="4521"/>
                  </a:cubicBezTo>
                  <a:lnTo>
                    <a:pt x="399" y="3584"/>
                  </a:lnTo>
                  <a:lnTo>
                    <a:pt x="12231" y="3584"/>
                  </a:lnTo>
                  <a:lnTo>
                    <a:pt x="12231" y="11266"/>
                  </a:lnTo>
                  <a:cubicBezTo>
                    <a:pt x="12231" y="11398"/>
                    <a:pt x="12331" y="11464"/>
                    <a:pt x="12431" y="11464"/>
                  </a:cubicBezTo>
                  <a:cubicBezTo>
                    <a:pt x="12530" y="11464"/>
                    <a:pt x="12630" y="11398"/>
                    <a:pt x="12630" y="11266"/>
                  </a:cubicBezTo>
                  <a:lnTo>
                    <a:pt x="12630" y="1715"/>
                  </a:lnTo>
                  <a:cubicBezTo>
                    <a:pt x="12630" y="1312"/>
                    <a:pt x="12303" y="985"/>
                    <a:pt x="11895" y="985"/>
                  </a:cubicBezTo>
                  <a:lnTo>
                    <a:pt x="11362" y="985"/>
                  </a:lnTo>
                  <a:lnTo>
                    <a:pt x="11362" y="764"/>
                  </a:lnTo>
                  <a:cubicBezTo>
                    <a:pt x="11362" y="341"/>
                    <a:pt x="11021" y="0"/>
                    <a:pt x="10598" y="0"/>
                  </a:cubicBezTo>
                  <a:cubicBezTo>
                    <a:pt x="10175" y="0"/>
                    <a:pt x="9834" y="341"/>
                    <a:pt x="9834" y="764"/>
                  </a:cubicBezTo>
                  <a:lnTo>
                    <a:pt x="9834" y="985"/>
                  </a:lnTo>
                  <a:lnTo>
                    <a:pt x="8508" y="985"/>
                  </a:lnTo>
                  <a:lnTo>
                    <a:pt x="8508" y="764"/>
                  </a:lnTo>
                  <a:cubicBezTo>
                    <a:pt x="8508" y="341"/>
                    <a:pt x="8167" y="0"/>
                    <a:pt x="7744" y="0"/>
                  </a:cubicBezTo>
                  <a:cubicBezTo>
                    <a:pt x="7322" y="0"/>
                    <a:pt x="6981" y="341"/>
                    <a:pt x="6981" y="764"/>
                  </a:cubicBezTo>
                  <a:lnTo>
                    <a:pt x="6981" y="985"/>
                  </a:lnTo>
                  <a:lnTo>
                    <a:pt x="5655" y="985"/>
                  </a:lnTo>
                  <a:lnTo>
                    <a:pt x="5655" y="764"/>
                  </a:lnTo>
                  <a:cubicBezTo>
                    <a:pt x="5655" y="341"/>
                    <a:pt x="5309" y="0"/>
                    <a:pt x="4891" y="0"/>
                  </a:cubicBezTo>
                  <a:cubicBezTo>
                    <a:pt x="4468" y="0"/>
                    <a:pt x="4127" y="341"/>
                    <a:pt x="4127" y="764"/>
                  </a:cubicBezTo>
                  <a:lnTo>
                    <a:pt x="4127" y="985"/>
                  </a:lnTo>
                  <a:lnTo>
                    <a:pt x="2796" y="985"/>
                  </a:lnTo>
                  <a:lnTo>
                    <a:pt x="2796" y="764"/>
                  </a:lnTo>
                  <a:cubicBezTo>
                    <a:pt x="2796" y="341"/>
                    <a:pt x="2455" y="0"/>
                    <a:pt x="20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6"/>
            <p:cNvSpPr/>
            <p:nvPr/>
          </p:nvSpPr>
          <p:spPr>
            <a:xfrm>
              <a:off x="1757683" y="2576452"/>
              <a:ext cx="330680" cy="218760"/>
            </a:xfrm>
            <a:custGeom>
              <a:rect b="b" l="l" r="r" t="t"/>
              <a:pathLst>
                <a:path extrusionOk="0" h="8356" w="12631">
                  <a:moveTo>
                    <a:pt x="200" y="0"/>
                  </a:moveTo>
                  <a:cubicBezTo>
                    <a:pt x="100" y="0"/>
                    <a:pt x="0" y="66"/>
                    <a:pt x="0" y="199"/>
                  </a:cubicBezTo>
                  <a:lnTo>
                    <a:pt x="0" y="7621"/>
                  </a:lnTo>
                  <a:cubicBezTo>
                    <a:pt x="0" y="8024"/>
                    <a:pt x="332" y="8356"/>
                    <a:pt x="740" y="8356"/>
                  </a:cubicBezTo>
                  <a:lnTo>
                    <a:pt x="11895" y="8356"/>
                  </a:lnTo>
                  <a:cubicBezTo>
                    <a:pt x="12303" y="8356"/>
                    <a:pt x="12630" y="8024"/>
                    <a:pt x="12630" y="7621"/>
                  </a:cubicBezTo>
                  <a:lnTo>
                    <a:pt x="12630" y="6953"/>
                  </a:lnTo>
                  <a:cubicBezTo>
                    <a:pt x="12630" y="6843"/>
                    <a:pt x="12544" y="6756"/>
                    <a:pt x="12433" y="6756"/>
                  </a:cubicBezTo>
                  <a:cubicBezTo>
                    <a:pt x="12323" y="6756"/>
                    <a:pt x="12231" y="6843"/>
                    <a:pt x="12231" y="6953"/>
                  </a:cubicBezTo>
                  <a:lnTo>
                    <a:pt x="12231" y="7621"/>
                  </a:lnTo>
                  <a:cubicBezTo>
                    <a:pt x="12231" y="7803"/>
                    <a:pt x="12082" y="7957"/>
                    <a:pt x="11895" y="7957"/>
                  </a:cubicBezTo>
                  <a:lnTo>
                    <a:pt x="740" y="7957"/>
                  </a:lnTo>
                  <a:cubicBezTo>
                    <a:pt x="553" y="7957"/>
                    <a:pt x="399" y="7803"/>
                    <a:pt x="399" y="7621"/>
                  </a:cubicBezTo>
                  <a:lnTo>
                    <a:pt x="399" y="199"/>
                  </a:lnTo>
                  <a:cubicBezTo>
                    <a:pt x="399" y="66"/>
                    <a:pt x="299" y="0"/>
                    <a:pt x="2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9" name="Google Shape;13019;p86"/>
          <p:cNvGrpSpPr/>
          <p:nvPr/>
        </p:nvGrpSpPr>
        <p:grpSpPr>
          <a:xfrm>
            <a:off x="3943687" y="3825107"/>
            <a:ext cx="367908" cy="354477"/>
            <a:chOff x="3943687" y="3825107"/>
            <a:chExt cx="367908" cy="354477"/>
          </a:xfrm>
        </p:grpSpPr>
        <p:sp>
          <p:nvSpPr>
            <p:cNvPr id="13020" name="Google Shape;13020;p86"/>
            <p:cNvSpPr/>
            <p:nvPr/>
          </p:nvSpPr>
          <p:spPr>
            <a:xfrm>
              <a:off x="4140508" y="4012398"/>
              <a:ext cx="87834" cy="87808"/>
            </a:xfrm>
            <a:custGeom>
              <a:rect b="b" l="l" r="r" t="t"/>
              <a:pathLst>
                <a:path extrusionOk="0" h="3354" w="3355">
                  <a:moveTo>
                    <a:pt x="621" y="0"/>
                  </a:moveTo>
                  <a:lnTo>
                    <a:pt x="1" y="615"/>
                  </a:lnTo>
                  <a:lnTo>
                    <a:pt x="2734" y="3353"/>
                  </a:lnTo>
                  <a:lnTo>
                    <a:pt x="3354" y="2734"/>
                  </a:lnTo>
                  <a:lnTo>
                    <a:pt x="621" y="0"/>
                  </a:lnTo>
                  <a:close/>
                </a:path>
              </a:pathLst>
            </a:custGeom>
            <a:solidFill>
              <a:srgbClr val="EB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6"/>
            <p:cNvSpPr/>
            <p:nvPr/>
          </p:nvSpPr>
          <p:spPr>
            <a:xfrm>
              <a:off x="4177631" y="4050412"/>
              <a:ext cx="128308" cy="124067"/>
            </a:xfrm>
            <a:custGeom>
              <a:rect b="b" l="l" r="r" t="t"/>
              <a:pathLst>
                <a:path extrusionOk="0" h="4739" w="4901">
                  <a:moveTo>
                    <a:pt x="1029" y="0"/>
                  </a:moveTo>
                  <a:cubicBezTo>
                    <a:pt x="939" y="0"/>
                    <a:pt x="848" y="35"/>
                    <a:pt x="778" y="105"/>
                  </a:cubicBezTo>
                  <a:lnTo>
                    <a:pt x="144" y="744"/>
                  </a:lnTo>
                  <a:cubicBezTo>
                    <a:pt x="10" y="878"/>
                    <a:pt x="0" y="1089"/>
                    <a:pt x="125" y="1234"/>
                  </a:cubicBezTo>
                  <a:lnTo>
                    <a:pt x="2868" y="4366"/>
                  </a:lnTo>
                  <a:cubicBezTo>
                    <a:pt x="3083" y="4613"/>
                    <a:pt x="3384" y="4739"/>
                    <a:pt x="3687" y="4739"/>
                  </a:cubicBezTo>
                  <a:cubicBezTo>
                    <a:pt x="3965" y="4739"/>
                    <a:pt x="4244" y="4633"/>
                    <a:pt x="4458" y="4419"/>
                  </a:cubicBezTo>
                  <a:cubicBezTo>
                    <a:pt x="4900" y="3972"/>
                    <a:pt x="4876" y="3246"/>
                    <a:pt x="4405" y="2833"/>
                  </a:cubicBezTo>
                  <a:lnTo>
                    <a:pt x="1268" y="90"/>
                  </a:lnTo>
                  <a:cubicBezTo>
                    <a:pt x="1199" y="30"/>
                    <a:pt x="1114" y="0"/>
                    <a:pt x="102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6"/>
            <p:cNvSpPr/>
            <p:nvPr/>
          </p:nvSpPr>
          <p:spPr>
            <a:xfrm>
              <a:off x="4177736" y="4059051"/>
              <a:ext cx="123177" cy="115454"/>
            </a:xfrm>
            <a:custGeom>
              <a:rect b="b" l="l" r="r" t="t"/>
              <a:pathLst>
                <a:path extrusionOk="0" h="4410" w="4705">
                  <a:moveTo>
                    <a:pt x="553" y="0"/>
                  </a:moveTo>
                  <a:lnTo>
                    <a:pt x="140" y="414"/>
                  </a:lnTo>
                  <a:cubicBezTo>
                    <a:pt x="6" y="548"/>
                    <a:pt x="1" y="759"/>
                    <a:pt x="121" y="904"/>
                  </a:cubicBezTo>
                  <a:lnTo>
                    <a:pt x="2864" y="4041"/>
                  </a:lnTo>
                  <a:cubicBezTo>
                    <a:pt x="3082" y="4286"/>
                    <a:pt x="3383" y="4410"/>
                    <a:pt x="3684" y="4410"/>
                  </a:cubicBezTo>
                  <a:cubicBezTo>
                    <a:pt x="3961" y="4410"/>
                    <a:pt x="4238" y="4305"/>
                    <a:pt x="4449" y="4093"/>
                  </a:cubicBezTo>
                  <a:cubicBezTo>
                    <a:pt x="4565" y="3978"/>
                    <a:pt x="4651" y="3844"/>
                    <a:pt x="4704" y="3690"/>
                  </a:cubicBezTo>
                  <a:lnTo>
                    <a:pt x="4704" y="3690"/>
                  </a:lnTo>
                  <a:cubicBezTo>
                    <a:pt x="4583" y="3734"/>
                    <a:pt x="4458" y="3756"/>
                    <a:pt x="4333" y="3756"/>
                  </a:cubicBezTo>
                  <a:cubicBezTo>
                    <a:pt x="4028" y="3756"/>
                    <a:pt x="3729" y="3626"/>
                    <a:pt x="3517" y="3387"/>
                  </a:cubicBezTo>
                  <a:lnTo>
                    <a:pt x="553"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6"/>
            <p:cNvSpPr/>
            <p:nvPr/>
          </p:nvSpPr>
          <p:spPr>
            <a:xfrm>
              <a:off x="3946462" y="3830343"/>
              <a:ext cx="270308" cy="246144"/>
            </a:xfrm>
            <a:custGeom>
              <a:rect b="b" l="l" r="r" t="t"/>
              <a:pathLst>
                <a:path extrusionOk="0" h="9402" w="10325">
                  <a:moveTo>
                    <a:pt x="5160" y="0"/>
                  </a:moveTo>
                  <a:cubicBezTo>
                    <a:pt x="3956" y="0"/>
                    <a:pt x="2753" y="459"/>
                    <a:pt x="1835" y="1377"/>
                  </a:cubicBezTo>
                  <a:cubicBezTo>
                    <a:pt x="0" y="3212"/>
                    <a:pt x="0" y="6190"/>
                    <a:pt x="1835" y="8025"/>
                  </a:cubicBezTo>
                  <a:cubicBezTo>
                    <a:pt x="2753" y="8943"/>
                    <a:pt x="3956" y="9402"/>
                    <a:pt x="5160" y="9402"/>
                  </a:cubicBezTo>
                  <a:cubicBezTo>
                    <a:pt x="6363" y="9402"/>
                    <a:pt x="7567" y="8943"/>
                    <a:pt x="8484" y="8025"/>
                  </a:cubicBezTo>
                  <a:cubicBezTo>
                    <a:pt x="10324" y="6190"/>
                    <a:pt x="10324" y="3212"/>
                    <a:pt x="8484" y="1377"/>
                  </a:cubicBezTo>
                  <a:cubicBezTo>
                    <a:pt x="7567" y="459"/>
                    <a:pt x="6363" y="0"/>
                    <a:pt x="5160" y="0"/>
                  </a:cubicBezTo>
                  <a:close/>
                </a:path>
              </a:pathLst>
            </a:custGeom>
            <a:solidFill>
              <a:srgbClr val="ED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6"/>
            <p:cNvSpPr/>
            <p:nvPr/>
          </p:nvSpPr>
          <p:spPr>
            <a:xfrm>
              <a:off x="3978035" y="3858984"/>
              <a:ext cx="207162" cy="188863"/>
            </a:xfrm>
            <a:custGeom>
              <a:rect b="b" l="l" r="r" t="t"/>
              <a:pathLst>
                <a:path extrusionOk="0" h="7214" w="7913">
                  <a:moveTo>
                    <a:pt x="3956" y="0"/>
                  </a:moveTo>
                  <a:cubicBezTo>
                    <a:pt x="3034" y="0"/>
                    <a:pt x="2111" y="352"/>
                    <a:pt x="1408" y="1056"/>
                  </a:cubicBezTo>
                  <a:cubicBezTo>
                    <a:pt x="0" y="2464"/>
                    <a:pt x="0" y="4750"/>
                    <a:pt x="1408" y="6158"/>
                  </a:cubicBezTo>
                  <a:cubicBezTo>
                    <a:pt x="2111" y="6862"/>
                    <a:pt x="3034" y="7214"/>
                    <a:pt x="3956" y="7214"/>
                  </a:cubicBezTo>
                  <a:cubicBezTo>
                    <a:pt x="4879" y="7214"/>
                    <a:pt x="5801" y="6862"/>
                    <a:pt x="6505" y="6158"/>
                  </a:cubicBezTo>
                  <a:cubicBezTo>
                    <a:pt x="7912" y="4750"/>
                    <a:pt x="7912" y="2464"/>
                    <a:pt x="6505" y="1056"/>
                  </a:cubicBezTo>
                  <a:cubicBezTo>
                    <a:pt x="5801" y="352"/>
                    <a:pt x="4879" y="0"/>
                    <a:pt x="3956"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6"/>
            <p:cNvSpPr/>
            <p:nvPr/>
          </p:nvSpPr>
          <p:spPr>
            <a:xfrm>
              <a:off x="3977407" y="3878697"/>
              <a:ext cx="178862" cy="167840"/>
            </a:xfrm>
            <a:custGeom>
              <a:rect b="b" l="l" r="r" t="t"/>
              <a:pathLst>
                <a:path extrusionOk="0" h="6411" w="6832">
                  <a:moveTo>
                    <a:pt x="1773" y="0"/>
                  </a:moveTo>
                  <a:lnTo>
                    <a:pt x="1773" y="0"/>
                  </a:lnTo>
                  <a:cubicBezTo>
                    <a:pt x="1653" y="92"/>
                    <a:pt x="1537" y="193"/>
                    <a:pt x="1432" y="303"/>
                  </a:cubicBezTo>
                  <a:lnTo>
                    <a:pt x="1427" y="303"/>
                  </a:lnTo>
                  <a:cubicBezTo>
                    <a:pt x="0" y="1783"/>
                    <a:pt x="96" y="4156"/>
                    <a:pt x="1643" y="5511"/>
                  </a:cubicBezTo>
                  <a:cubicBezTo>
                    <a:pt x="2329" y="6115"/>
                    <a:pt x="3177" y="6410"/>
                    <a:pt x="4020" y="6410"/>
                  </a:cubicBezTo>
                  <a:cubicBezTo>
                    <a:pt x="5073" y="6410"/>
                    <a:pt x="6119" y="5950"/>
                    <a:pt x="6831" y="5059"/>
                  </a:cubicBezTo>
                  <a:lnTo>
                    <a:pt x="6831" y="5059"/>
                  </a:lnTo>
                  <a:cubicBezTo>
                    <a:pt x="6177" y="5573"/>
                    <a:pt x="5394" y="5826"/>
                    <a:pt x="4613" y="5826"/>
                  </a:cubicBezTo>
                  <a:cubicBezTo>
                    <a:pt x="3687" y="5826"/>
                    <a:pt x="2765" y="5470"/>
                    <a:pt x="2066" y="4771"/>
                  </a:cubicBezTo>
                  <a:cubicBezTo>
                    <a:pt x="778" y="3483"/>
                    <a:pt x="653" y="1437"/>
                    <a:pt x="1773" y="0"/>
                  </a:cubicBezTo>
                  <a:close/>
                </a:path>
              </a:pathLst>
            </a:custGeom>
            <a:solidFill>
              <a:srgbClr val="D0D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6"/>
            <p:cNvSpPr/>
            <p:nvPr/>
          </p:nvSpPr>
          <p:spPr>
            <a:xfrm>
              <a:off x="4177736" y="4050464"/>
              <a:ext cx="51863" cy="50999"/>
            </a:xfrm>
            <a:custGeom>
              <a:rect b="b" l="l" r="r" t="t"/>
              <a:pathLst>
                <a:path extrusionOk="0" h="1948" w="1981">
                  <a:moveTo>
                    <a:pt x="1032" y="0"/>
                  </a:moveTo>
                  <a:cubicBezTo>
                    <a:pt x="939" y="0"/>
                    <a:pt x="845" y="36"/>
                    <a:pt x="774" y="107"/>
                  </a:cubicBezTo>
                  <a:lnTo>
                    <a:pt x="140" y="742"/>
                  </a:lnTo>
                  <a:cubicBezTo>
                    <a:pt x="6" y="876"/>
                    <a:pt x="1" y="1087"/>
                    <a:pt x="121" y="1232"/>
                  </a:cubicBezTo>
                  <a:lnTo>
                    <a:pt x="750" y="1947"/>
                  </a:lnTo>
                  <a:lnTo>
                    <a:pt x="1980" y="713"/>
                  </a:lnTo>
                  <a:lnTo>
                    <a:pt x="1264" y="88"/>
                  </a:lnTo>
                  <a:cubicBezTo>
                    <a:pt x="1199" y="29"/>
                    <a:pt x="1116" y="0"/>
                    <a:pt x="103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86"/>
            <p:cNvSpPr/>
            <p:nvPr/>
          </p:nvSpPr>
          <p:spPr>
            <a:xfrm>
              <a:off x="4177736" y="4059051"/>
              <a:ext cx="36757" cy="42412"/>
            </a:xfrm>
            <a:custGeom>
              <a:rect b="b" l="l" r="r" t="t"/>
              <a:pathLst>
                <a:path extrusionOk="0" h="1620" w="1404">
                  <a:moveTo>
                    <a:pt x="553" y="0"/>
                  </a:moveTo>
                  <a:lnTo>
                    <a:pt x="140" y="414"/>
                  </a:lnTo>
                  <a:cubicBezTo>
                    <a:pt x="6" y="548"/>
                    <a:pt x="1" y="759"/>
                    <a:pt x="121" y="904"/>
                  </a:cubicBezTo>
                  <a:lnTo>
                    <a:pt x="750" y="1619"/>
                  </a:lnTo>
                  <a:lnTo>
                    <a:pt x="1404" y="966"/>
                  </a:lnTo>
                  <a:lnTo>
                    <a:pt x="553" y="0"/>
                  </a:lnTo>
                  <a:close/>
                </a:path>
              </a:pathLst>
            </a:custGeom>
            <a:solidFill>
              <a:srgbClr val="DB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86"/>
            <p:cNvSpPr/>
            <p:nvPr/>
          </p:nvSpPr>
          <p:spPr>
            <a:xfrm>
              <a:off x="4029479" y="3885111"/>
              <a:ext cx="104144" cy="28955"/>
            </a:xfrm>
            <a:custGeom>
              <a:rect b="b" l="l" r="r" t="t"/>
              <a:pathLst>
                <a:path extrusionOk="0" h="1106" w="3978">
                  <a:moveTo>
                    <a:pt x="1989" y="0"/>
                  </a:moveTo>
                  <a:cubicBezTo>
                    <a:pt x="1321" y="0"/>
                    <a:pt x="653" y="255"/>
                    <a:pt x="144" y="764"/>
                  </a:cubicBezTo>
                  <a:cubicBezTo>
                    <a:pt x="0" y="908"/>
                    <a:pt x="131" y="1105"/>
                    <a:pt x="283" y="1105"/>
                  </a:cubicBezTo>
                  <a:cubicBezTo>
                    <a:pt x="330" y="1105"/>
                    <a:pt x="379" y="1087"/>
                    <a:pt x="423" y="1043"/>
                  </a:cubicBezTo>
                  <a:cubicBezTo>
                    <a:pt x="855" y="611"/>
                    <a:pt x="1422" y="394"/>
                    <a:pt x="1989" y="394"/>
                  </a:cubicBezTo>
                  <a:cubicBezTo>
                    <a:pt x="2556" y="394"/>
                    <a:pt x="3123" y="611"/>
                    <a:pt x="3555" y="1043"/>
                  </a:cubicBezTo>
                  <a:cubicBezTo>
                    <a:pt x="3599" y="1087"/>
                    <a:pt x="3647" y="1105"/>
                    <a:pt x="3694" y="1105"/>
                  </a:cubicBezTo>
                  <a:cubicBezTo>
                    <a:pt x="3847" y="1105"/>
                    <a:pt x="3977" y="908"/>
                    <a:pt x="3834" y="764"/>
                  </a:cubicBezTo>
                  <a:cubicBezTo>
                    <a:pt x="3324" y="255"/>
                    <a:pt x="2657" y="0"/>
                    <a:pt x="19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86"/>
            <p:cNvSpPr/>
            <p:nvPr/>
          </p:nvSpPr>
          <p:spPr>
            <a:xfrm>
              <a:off x="3943687" y="3825107"/>
              <a:ext cx="367908" cy="354477"/>
            </a:xfrm>
            <a:custGeom>
              <a:rect b="b" l="l" r="r" t="t"/>
              <a:pathLst>
                <a:path extrusionOk="0" h="13540" w="14053">
                  <a:moveTo>
                    <a:pt x="8898" y="8192"/>
                  </a:moveTo>
                  <a:lnTo>
                    <a:pt x="9426" y="8720"/>
                  </a:lnTo>
                  <a:lnTo>
                    <a:pt x="9090" y="9057"/>
                  </a:lnTo>
                  <a:lnTo>
                    <a:pt x="8557" y="8528"/>
                  </a:lnTo>
                  <a:cubicBezTo>
                    <a:pt x="8677" y="8418"/>
                    <a:pt x="8792" y="8307"/>
                    <a:pt x="8898" y="8192"/>
                  </a:cubicBezTo>
                  <a:close/>
                  <a:moveTo>
                    <a:pt x="5262" y="395"/>
                  </a:moveTo>
                  <a:cubicBezTo>
                    <a:pt x="6965" y="395"/>
                    <a:pt x="8530" y="1355"/>
                    <a:pt x="9296" y="2888"/>
                  </a:cubicBezTo>
                  <a:cubicBezTo>
                    <a:pt x="10094" y="4483"/>
                    <a:pt x="9873" y="6395"/>
                    <a:pt x="8734" y="7769"/>
                  </a:cubicBezTo>
                  <a:lnTo>
                    <a:pt x="8730" y="7779"/>
                  </a:lnTo>
                  <a:cubicBezTo>
                    <a:pt x="8552" y="7990"/>
                    <a:pt x="8360" y="8187"/>
                    <a:pt x="8143" y="8360"/>
                  </a:cubicBezTo>
                  <a:lnTo>
                    <a:pt x="8139" y="8370"/>
                  </a:lnTo>
                  <a:cubicBezTo>
                    <a:pt x="7301" y="9061"/>
                    <a:pt x="6282" y="9403"/>
                    <a:pt x="5266" y="9403"/>
                  </a:cubicBezTo>
                  <a:cubicBezTo>
                    <a:pt x="4109" y="9403"/>
                    <a:pt x="2956" y="8959"/>
                    <a:pt x="2081" y="8081"/>
                  </a:cubicBezTo>
                  <a:cubicBezTo>
                    <a:pt x="822" y="6823"/>
                    <a:pt x="423" y="4935"/>
                    <a:pt x="1067" y="3272"/>
                  </a:cubicBezTo>
                  <a:cubicBezTo>
                    <a:pt x="1711" y="1610"/>
                    <a:pt x="3272" y="486"/>
                    <a:pt x="5054" y="400"/>
                  </a:cubicBezTo>
                  <a:cubicBezTo>
                    <a:pt x="5124" y="396"/>
                    <a:pt x="5193" y="395"/>
                    <a:pt x="5262" y="395"/>
                  </a:cubicBezTo>
                  <a:close/>
                  <a:moveTo>
                    <a:pt x="9969" y="8807"/>
                  </a:moveTo>
                  <a:cubicBezTo>
                    <a:pt x="10007" y="8807"/>
                    <a:pt x="10045" y="8820"/>
                    <a:pt x="10075" y="8845"/>
                  </a:cubicBezTo>
                  <a:lnTo>
                    <a:pt x="10632" y="9330"/>
                  </a:lnTo>
                  <a:lnTo>
                    <a:pt x="9695" y="10262"/>
                  </a:lnTo>
                  <a:lnTo>
                    <a:pt x="9210" y="9710"/>
                  </a:lnTo>
                  <a:cubicBezTo>
                    <a:pt x="9157" y="9647"/>
                    <a:pt x="9157" y="9551"/>
                    <a:pt x="9220" y="9489"/>
                  </a:cubicBezTo>
                  <a:lnTo>
                    <a:pt x="9854" y="8855"/>
                  </a:lnTo>
                  <a:cubicBezTo>
                    <a:pt x="9886" y="8822"/>
                    <a:pt x="9928" y="8807"/>
                    <a:pt x="9969" y="8807"/>
                  </a:cubicBezTo>
                  <a:close/>
                  <a:moveTo>
                    <a:pt x="10930" y="9595"/>
                  </a:moveTo>
                  <a:lnTo>
                    <a:pt x="13212" y="11588"/>
                  </a:lnTo>
                  <a:cubicBezTo>
                    <a:pt x="13601" y="11929"/>
                    <a:pt x="13620" y="12525"/>
                    <a:pt x="13255" y="12890"/>
                  </a:cubicBezTo>
                  <a:cubicBezTo>
                    <a:pt x="13081" y="13064"/>
                    <a:pt x="12855" y="13150"/>
                    <a:pt x="12629" y="13150"/>
                  </a:cubicBezTo>
                  <a:cubicBezTo>
                    <a:pt x="12381" y="13150"/>
                    <a:pt x="12134" y="13046"/>
                    <a:pt x="11958" y="12842"/>
                  </a:cubicBezTo>
                  <a:lnTo>
                    <a:pt x="9959" y="10565"/>
                  </a:lnTo>
                  <a:lnTo>
                    <a:pt x="10930" y="9595"/>
                  </a:lnTo>
                  <a:close/>
                  <a:moveTo>
                    <a:pt x="5268" y="0"/>
                  </a:moveTo>
                  <a:cubicBezTo>
                    <a:pt x="5162" y="0"/>
                    <a:pt x="5055" y="4"/>
                    <a:pt x="4949" y="11"/>
                  </a:cubicBezTo>
                  <a:cubicBezTo>
                    <a:pt x="3027" y="135"/>
                    <a:pt x="1355" y="1375"/>
                    <a:pt x="678" y="3176"/>
                  </a:cubicBezTo>
                  <a:cubicBezTo>
                    <a:pt x="1" y="4978"/>
                    <a:pt x="438" y="7010"/>
                    <a:pt x="1802" y="8370"/>
                  </a:cubicBezTo>
                  <a:lnTo>
                    <a:pt x="1802" y="8365"/>
                  </a:lnTo>
                  <a:cubicBezTo>
                    <a:pt x="2752" y="9317"/>
                    <a:pt x="4007" y="9803"/>
                    <a:pt x="5269" y="9803"/>
                  </a:cubicBezTo>
                  <a:cubicBezTo>
                    <a:pt x="6317" y="9803"/>
                    <a:pt x="7369" y="9468"/>
                    <a:pt x="8254" y="8787"/>
                  </a:cubicBezTo>
                  <a:lnTo>
                    <a:pt x="8830" y="9364"/>
                  </a:lnTo>
                  <a:cubicBezTo>
                    <a:pt x="8734" y="9566"/>
                    <a:pt x="8768" y="9801"/>
                    <a:pt x="8912" y="9969"/>
                  </a:cubicBezTo>
                  <a:lnTo>
                    <a:pt x="11655" y="13106"/>
                  </a:lnTo>
                  <a:cubicBezTo>
                    <a:pt x="11910" y="13394"/>
                    <a:pt x="12265" y="13539"/>
                    <a:pt x="12621" y="13539"/>
                  </a:cubicBezTo>
                  <a:cubicBezTo>
                    <a:pt x="12949" y="13539"/>
                    <a:pt x="13277" y="13415"/>
                    <a:pt x="13529" y="13164"/>
                  </a:cubicBezTo>
                  <a:cubicBezTo>
                    <a:pt x="14052" y="12640"/>
                    <a:pt x="14028" y="11780"/>
                    <a:pt x="13471" y="11290"/>
                  </a:cubicBezTo>
                  <a:lnTo>
                    <a:pt x="10339" y="8547"/>
                  </a:lnTo>
                  <a:cubicBezTo>
                    <a:pt x="10236" y="8456"/>
                    <a:pt x="10106" y="8410"/>
                    <a:pt x="9974" y="8410"/>
                  </a:cubicBezTo>
                  <a:cubicBezTo>
                    <a:pt x="9891" y="8410"/>
                    <a:pt x="9807" y="8428"/>
                    <a:pt x="9729" y="8466"/>
                  </a:cubicBezTo>
                  <a:lnTo>
                    <a:pt x="9152" y="7889"/>
                  </a:lnTo>
                  <a:cubicBezTo>
                    <a:pt x="10324" y="6361"/>
                    <a:pt x="10497" y="4291"/>
                    <a:pt x="9589" y="2590"/>
                  </a:cubicBezTo>
                  <a:cubicBezTo>
                    <a:pt x="8732" y="989"/>
                    <a:pt x="7065" y="0"/>
                    <a:pt x="5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6"/>
            <p:cNvSpPr/>
            <p:nvPr/>
          </p:nvSpPr>
          <p:spPr>
            <a:xfrm>
              <a:off x="4087389" y="3854742"/>
              <a:ext cx="93908" cy="197371"/>
            </a:xfrm>
            <a:custGeom>
              <a:rect b="b" l="l" r="r" t="t"/>
              <a:pathLst>
                <a:path extrusionOk="0" h="7539" w="3587">
                  <a:moveTo>
                    <a:pt x="289" y="0"/>
                  </a:moveTo>
                  <a:cubicBezTo>
                    <a:pt x="56" y="0"/>
                    <a:pt x="15" y="360"/>
                    <a:pt x="267" y="397"/>
                  </a:cubicBezTo>
                  <a:cubicBezTo>
                    <a:pt x="1943" y="642"/>
                    <a:pt x="3188" y="2083"/>
                    <a:pt x="3183" y="3774"/>
                  </a:cubicBezTo>
                  <a:cubicBezTo>
                    <a:pt x="3178" y="5470"/>
                    <a:pt x="1929" y="6906"/>
                    <a:pt x="252" y="7141"/>
                  </a:cubicBezTo>
                  <a:cubicBezTo>
                    <a:pt x="0" y="7178"/>
                    <a:pt x="41" y="7538"/>
                    <a:pt x="270" y="7538"/>
                  </a:cubicBezTo>
                  <a:cubicBezTo>
                    <a:pt x="282" y="7538"/>
                    <a:pt x="293" y="7537"/>
                    <a:pt x="305" y="7535"/>
                  </a:cubicBezTo>
                  <a:cubicBezTo>
                    <a:pt x="2184" y="7271"/>
                    <a:pt x="3577" y="5671"/>
                    <a:pt x="3582" y="3774"/>
                  </a:cubicBezTo>
                  <a:cubicBezTo>
                    <a:pt x="3586" y="1881"/>
                    <a:pt x="2198" y="277"/>
                    <a:pt x="324" y="3"/>
                  </a:cubicBezTo>
                  <a:cubicBezTo>
                    <a:pt x="312" y="1"/>
                    <a:pt x="300" y="0"/>
                    <a:pt x="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6"/>
            <p:cNvSpPr/>
            <p:nvPr/>
          </p:nvSpPr>
          <p:spPr>
            <a:xfrm>
              <a:off x="3972249" y="3854376"/>
              <a:ext cx="105532" cy="197921"/>
            </a:xfrm>
            <a:custGeom>
              <a:rect b="b" l="l" r="r" t="t"/>
              <a:pathLst>
                <a:path extrusionOk="0" h="7560" w="4031">
                  <a:moveTo>
                    <a:pt x="3755" y="1"/>
                  </a:moveTo>
                  <a:cubicBezTo>
                    <a:pt x="3746" y="1"/>
                    <a:pt x="3737" y="1"/>
                    <a:pt x="3728" y="2"/>
                  </a:cubicBezTo>
                  <a:cubicBezTo>
                    <a:pt x="2878" y="103"/>
                    <a:pt x="2085" y="487"/>
                    <a:pt x="1485" y="1093"/>
                  </a:cubicBezTo>
                  <a:cubicBezTo>
                    <a:pt x="0" y="2582"/>
                    <a:pt x="0" y="4984"/>
                    <a:pt x="1485" y="6473"/>
                  </a:cubicBezTo>
                  <a:cubicBezTo>
                    <a:pt x="2085" y="7079"/>
                    <a:pt x="2878" y="7463"/>
                    <a:pt x="3728" y="7559"/>
                  </a:cubicBezTo>
                  <a:lnTo>
                    <a:pt x="3752" y="7559"/>
                  </a:lnTo>
                  <a:cubicBezTo>
                    <a:pt x="3757" y="7559"/>
                    <a:pt x="3761" y="7559"/>
                    <a:pt x="3766" y="7559"/>
                  </a:cubicBezTo>
                  <a:cubicBezTo>
                    <a:pt x="4017" y="7559"/>
                    <a:pt x="4031" y="7179"/>
                    <a:pt x="3771" y="7165"/>
                  </a:cubicBezTo>
                  <a:cubicBezTo>
                    <a:pt x="3012" y="7079"/>
                    <a:pt x="2306" y="6733"/>
                    <a:pt x="1763" y="6190"/>
                  </a:cubicBezTo>
                  <a:cubicBezTo>
                    <a:pt x="437" y="4859"/>
                    <a:pt x="437" y="2702"/>
                    <a:pt x="1763" y="1371"/>
                  </a:cubicBezTo>
                  <a:cubicBezTo>
                    <a:pt x="2306" y="829"/>
                    <a:pt x="3012" y="487"/>
                    <a:pt x="3771" y="396"/>
                  </a:cubicBezTo>
                  <a:cubicBezTo>
                    <a:pt x="4026" y="368"/>
                    <a:pt x="3995" y="1"/>
                    <a:pt x="37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2" name="Google Shape;13032;p86"/>
          <p:cNvGrpSpPr/>
          <p:nvPr/>
        </p:nvGrpSpPr>
        <p:grpSpPr>
          <a:xfrm>
            <a:off x="2195360" y="1976930"/>
            <a:ext cx="340235" cy="390763"/>
            <a:chOff x="2195360" y="1976930"/>
            <a:chExt cx="340235" cy="390763"/>
          </a:xfrm>
        </p:grpSpPr>
        <p:sp>
          <p:nvSpPr>
            <p:cNvPr id="13033" name="Google Shape;13033;p86"/>
            <p:cNvSpPr/>
            <p:nvPr/>
          </p:nvSpPr>
          <p:spPr>
            <a:xfrm>
              <a:off x="2265156" y="1982715"/>
              <a:ext cx="195224" cy="87939"/>
            </a:xfrm>
            <a:custGeom>
              <a:rect b="b" l="l" r="r" t="t"/>
              <a:pathLst>
                <a:path extrusionOk="0" h="3359" w="7457">
                  <a:moveTo>
                    <a:pt x="409" y="1"/>
                  </a:moveTo>
                  <a:lnTo>
                    <a:pt x="1" y="3359"/>
                  </a:lnTo>
                  <a:lnTo>
                    <a:pt x="7457" y="3359"/>
                  </a:lnTo>
                  <a:lnTo>
                    <a:pt x="7260"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86"/>
            <p:cNvSpPr/>
            <p:nvPr/>
          </p:nvSpPr>
          <p:spPr>
            <a:xfrm>
              <a:off x="2202010" y="1982715"/>
              <a:ext cx="152970" cy="200879"/>
            </a:xfrm>
            <a:custGeom>
              <a:rect b="b" l="l" r="r" t="t"/>
              <a:pathLst>
                <a:path extrusionOk="0" h="7673" w="5843">
                  <a:moveTo>
                    <a:pt x="2821" y="1"/>
                  </a:moveTo>
                  <a:lnTo>
                    <a:pt x="928" y="928"/>
                  </a:lnTo>
                  <a:cubicBezTo>
                    <a:pt x="270" y="1250"/>
                    <a:pt x="1" y="2047"/>
                    <a:pt x="323" y="2706"/>
                  </a:cubicBezTo>
                  <a:lnTo>
                    <a:pt x="2268" y="6669"/>
                  </a:lnTo>
                  <a:lnTo>
                    <a:pt x="2759" y="7673"/>
                  </a:lnTo>
                  <a:lnTo>
                    <a:pt x="5843" y="6164"/>
                  </a:lnTo>
                  <a:lnTo>
                    <a:pt x="5069" y="4594"/>
                  </a:lnTo>
                  <a:lnTo>
                    <a:pt x="2821" y="1"/>
                  </a:ln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6"/>
            <p:cNvSpPr/>
            <p:nvPr/>
          </p:nvSpPr>
          <p:spPr>
            <a:xfrm>
              <a:off x="2376081" y="1982846"/>
              <a:ext cx="152839" cy="200748"/>
            </a:xfrm>
            <a:custGeom>
              <a:rect b="b" l="l" r="r" t="t"/>
              <a:pathLst>
                <a:path extrusionOk="0" h="7668" w="5838">
                  <a:moveTo>
                    <a:pt x="3023" y="1"/>
                  </a:moveTo>
                  <a:lnTo>
                    <a:pt x="769" y="4589"/>
                  </a:lnTo>
                  <a:lnTo>
                    <a:pt x="1" y="6159"/>
                  </a:lnTo>
                  <a:lnTo>
                    <a:pt x="3080" y="7668"/>
                  </a:lnTo>
                  <a:lnTo>
                    <a:pt x="3575" y="6664"/>
                  </a:lnTo>
                  <a:lnTo>
                    <a:pt x="5516" y="2701"/>
                  </a:lnTo>
                  <a:cubicBezTo>
                    <a:pt x="5838" y="2042"/>
                    <a:pt x="5569" y="1245"/>
                    <a:pt x="4911" y="923"/>
                  </a:cubicBezTo>
                  <a:lnTo>
                    <a:pt x="3023" y="1"/>
                  </a:ln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6"/>
            <p:cNvSpPr/>
            <p:nvPr/>
          </p:nvSpPr>
          <p:spPr>
            <a:xfrm>
              <a:off x="2261386" y="2102960"/>
              <a:ext cx="93594" cy="80634"/>
            </a:xfrm>
            <a:custGeom>
              <a:rect b="b" l="l" r="r" t="t"/>
              <a:pathLst>
                <a:path extrusionOk="0" h="3080" w="3575">
                  <a:moveTo>
                    <a:pt x="2801" y="1"/>
                  </a:moveTo>
                  <a:cubicBezTo>
                    <a:pt x="1634" y="303"/>
                    <a:pt x="630" y="1048"/>
                    <a:pt x="0" y="2071"/>
                  </a:cubicBezTo>
                  <a:lnTo>
                    <a:pt x="495" y="3080"/>
                  </a:lnTo>
                  <a:lnTo>
                    <a:pt x="3575" y="1571"/>
                  </a:lnTo>
                  <a:lnTo>
                    <a:pt x="2801"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6"/>
            <p:cNvSpPr/>
            <p:nvPr/>
          </p:nvSpPr>
          <p:spPr>
            <a:xfrm>
              <a:off x="2375950" y="2102960"/>
              <a:ext cx="93620" cy="80634"/>
            </a:xfrm>
            <a:custGeom>
              <a:rect b="b" l="l" r="r" t="t"/>
              <a:pathLst>
                <a:path extrusionOk="0" h="3080" w="3576">
                  <a:moveTo>
                    <a:pt x="774" y="1"/>
                  </a:moveTo>
                  <a:lnTo>
                    <a:pt x="1" y="1571"/>
                  </a:lnTo>
                  <a:lnTo>
                    <a:pt x="3080" y="3080"/>
                  </a:lnTo>
                  <a:lnTo>
                    <a:pt x="3575" y="2076"/>
                  </a:lnTo>
                  <a:cubicBezTo>
                    <a:pt x="2946" y="1048"/>
                    <a:pt x="1942" y="303"/>
                    <a:pt x="774"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6"/>
            <p:cNvSpPr/>
            <p:nvPr/>
          </p:nvSpPr>
          <p:spPr>
            <a:xfrm>
              <a:off x="2233714" y="2117673"/>
              <a:ext cx="253946" cy="244364"/>
            </a:xfrm>
            <a:custGeom>
              <a:rect b="b" l="l" r="r" t="t"/>
              <a:pathLst>
                <a:path extrusionOk="0" h="9334" w="9700">
                  <a:moveTo>
                    <a:pt x="5035" y="1"/>
                  </a:moveTo>
                  <a:cubicBezTo>
                    <a:pt x="3147" y="1"/>
                    <a:pt x="1442" y="1134"/>
                    <a:pt x="721" y="2878"/>
                  </a:cubicBezTo>
                  <a:cubicBezTo>
                    <a:pt x="1" y="4622"/>
                    <a:pt x="399" y="6630"/>
                    <a:pt x="1735" y="7966"/>
                  </a:cubicBezTo>
                  <a:cubicBezTo>
                    <a:pt x="2625" y="8859"/>
                    <a:pt x="3819" y="9334"/>
                    <a:pt x="5034" y="9334"/>
                  </a:cubicBezTo>
                  <a:cubicBezTo>
                    <a:pt x="5635" y="9334"/>
                    <a:pt x="6241" y="9218"/>
                    <a:pt x="6818" y="8979"/>
                  </a:cubicBezTo>
                  <a:cubicBezTo>
                    <a:pt x="8566" y="8259"/>
                    <a:pt x="9700" y="6553"/>
                    <a:pt x="9700" y="4665"/>
                  </a:cubicBezTo>
                  <a:cubicBezTo>
                    <a:pt x="9700" y="2090"/>
                    <a:pt x="7610" y="1"/>
                    <a:pt x="5035" y="1"/>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6"/>
            <p:cNvSpPr/>
            <p:nvPr/>
          </p:nvSpPr>
          <p:spPr>
            <a:xfrm>
              <a:off x="2277356" y="2158174"/>
              <a:ext cx="169830" cy="163311"/>
            </a:xfrm>
            <a:custGeom>
              <a:rect b="b" l="l" r="r" t="t"/>
              <a:pathLst>
                <a:path extrusionOk="0" h="6238" w="6487">
                  <a:moveTo>
                    <a:pt x="3368" y="0"/>
                  </a:moveTo>
                  <a:cubicBezTo>
                    <a:pt x="2105" y="0"/>
                    <a:pt x="966" y="760"/>
                    <a:pt x="486" y="1927"/>
                  </a:cubicBezTo>
                  <a:cubicBezTo>
                    <a:pt x="1" y="3089"/>
                    <a:pt x="270" y="4435"/>
                    <a:pt x="1163" y="5323"/>
                  </a:cubicBezTo>
                  <a:cubicBezTo>
                    <a:pt x="1758" y="5921"/>
                    <a:pt x="2554" y="6237"/>
                    <a:pt x="3366" y="6237"/>
                  </a:cubicBezTo>
                  <a:cubicBezTo>
                    <a:pt x="3768" y="6237"/>
                    <a:pt x="4173" y="6160"/>
                    <a:pt x="4560" y="6001"/>
                  </a:cubicBezTo>
                  <a:cubicBezTo>
                    <a:pt x="5727" y="5515"/>
                    <a:pt x="6486" y="4382"/>
                    <a:pt x="6486" y="3118"/>
                  </a:cubicBezTo>
                  <a:cubicBezTo>
                    <a:pt x="6486" y="1398"/>
                    <a:pt x="5088" y="0"/>
                    <a:pt x="336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6"/>
            <p:cNvSpPr/>
            <p:nvPr/>
          </p:nvSpPr>
          <p:spPr>
            <a:xfrm>
              <a:off x="2311940" y="2188804"/>
              <a:ext cx="106945" cy="95950"/>
            </a:xfrm>
            <a:custGeom>
              <a:rect b="b" l="l" r="r" t="t"/>
              <a:pathLst>
                <a:path extrusionOk="0" h="3665" w="4085">
                  <a:moveTo>
                    <a:pt x="2042" y="0"/>
                  </a:moveTo>
                  <a:cubicBezTo>
                    <a:pt x="1864" y="0"/>
                    <a:pt x="1685" y="94"/>
                    <a:pt x="1596" y="281"/>
                  </a:cubicBezTo>
                  <a:lnTo>
                    <a:pt x="1394" y="694"/>
                  </a:lnTo>
                  <a:cubicBezTo>
                    <a:pt x="1322" y="839"/>
                    <a:pt x="1183" y="939"/>
                    <a:pt x="1019" y="963"/>
                  </a:cubicBezTo>
                  <a:lnTo>
                    <a:pt x="563" y="1031"/>
                  </a:lnTo>
                  <a:cubicBezTo>
                    <a:pt x="164" y="1093"/>
                    <a:pt x="1" y="1588"/>
                    <a:pt x="289" y="1871"/>
                  </a:cubicBezTo>
                  <a:lnTo>
                    <a:pt x="620" y="2193"/>
                  </a:lnTo>
                  <a:cubicBezTo>
                    <a:pt x="736" y="2309"/>
                    <a:pt x="789" y="2472"/>
                    <a:pt x="765" y="2630"/>
                  </a:cubicBezTo>
                  <a:lnTo>
                    <a:pt x="683" y="3082"/>
                  </a:lnTo>
                  <a:cubicBezTo>
                    <a:pt x="630" y="3405"/>
                    <a:pt x="886" y="3664"/>
                    <a:pt x="1173" y="3664"/>
                  </a:cubicBezTo>
                  <a:cubicBezTo>
                    <a:pt x="1249" y="3664"/>
                    <a:pt x="1328" y="3646"/>
                    <a:pt x="1404" y="3606"/>
                  </a:cubicBezTo>
                  <a:lnTo>
                    <a:pt x="1812" y="3389"/>
                  </a:lnTo>
                  <a:cubicBezTo>
                    <a:pt x="1884" y="3351"/>
                    <a:pt x="1963" y="3332"/>
                    <a:pt x="2042" y="3332"/>
                  </a:cubicBezTo>
                  <a:cubicBezTo>
                    <a:pt x="2122" y="3332"/>
                    <a:pt x="2201" y="3351"/>
                    <a:pt x="2273" y="3389"/>
                  </a:cubicBezTo>
                  <a:lnTo>
                    <a:pt x="2681" y="3606"/>
                  </a:lnTo>
                  <a:cubicBezTo>
                    <a:pt x="2757" y="3646"/>
                    <a:pt x="2836" y="3664"/>
                    <a:pt x="2912" y="3664"/>
                  </a:cubicBezTo>
                  <a:cubicBezTo>
                    <a:pt x="3199" y="3664"/>
                    <a:pt x="3455" y="3405"/>
                    <a:pt x="3402" y="3082"/>
                  </a:cubicBezTo>
                  <a:lnTo>
                    <a:pt x="3320" y="2630"/>
                  </a:lnTo>
                  <a:cubicBezTo>
                    <a:pt x="3296" y="2472"/>
                    <a:pt x="3349" y="2309"/>
                    <a:pt x="3464" y="2193"/>
                  </a:cubicBezTo>
                  <a:lnTo>
                    <a:pt x="3791" y="1871"/>
                  </a:lnTo>
                  <a:cubicBezTo>
                    <a:pt x="4084" y="1588"/>
                    <a:pt x="3921" y="1093"/>
                    <a:pt x="3517" y="1031"/>
                  </a:cubicBezTo>
                  <a:lnTo>
                    <a:pt x="3066" y="963"/>
                  </a:lnTo>
                  <a:cubicBezTo>
                    <a:pt x="2902" y="939"/>
                    <a:pt x="2763" y="839"/>
                    <a:pt x="2691" y="694"/>
                  </a:cubicBezTo>
                  <a:lnTo>
                    <a:pt x="2489" y="281"/>
                  </a:lnTo>
                  <a:cubicBezTo>
                    <a:pt x="2400" y="94"/>
                    <a:pt x="2221" y="0"/>
                    <a:pt x="2042" y="0"/>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6"/>
            <p:cNvSpPr/>
            <p:nvPr/>
          </p:nvSpPr>
          <p:spPr>
            <a:xfrm>
              <a:off x="2277984" y="2152362"/>
              <a:ext cx="181899" cy="174987"/>
            </a:xfrm>
            <a:custGeom>
              <a:rect b="b" l="l" r="r" t="t"/>
              <a:pathLst>
                <a:path extrusionOk="0" h="6684" w="6948">
                  <a:moveTo>
                    <a:pt x="3344" y="448"/>
                  </a:moveTo>
                  <a:cubicBezTo>
                    <a:pt x="4512" y="448"/>
                    <a:pt x="5569" y="1150"/>
                    <a:pt x="6015" y="2235"/>
                  </a:cubicBezTo>
                  <a:cubicBezTo>
                    <a:pt x="6467" y="3316"/>
                    <a:pt x="6217" y="4561"/>
                    <a:pt x="5391" y="5392"/>
                  </a:cubicBezTo>
                  <a:cubicBezTo>
                    <a:pt x="4835" y="5944"/>
                    <a:pt x="4095" y="6239"/>
                    <a:pt x="3343" y="6239"/>
                  </a:cubicBezTo>
                  <a:cubicBezTo>
                    <a:pt x="2970" y="6239"/>
                    <a:pt x="2593" y="6166"/>
                    <a:pt x="2235" y="6016"/>
                  </a:cubicBezTo>
                  <a:cubicBezTo>
                    <a:pt x="1154" y="5569"/>
                    <a:pt x="447" y="4512"/>
                    <a:pt x="447" y="3340"/>
                  </a:cubicBezTo>
                  <a:cubicBezTo>
                    <a:pt x="447" y="1745"/>
                    <a:pt x="1745" y="448"/>
                    <a:pt x="3344" y="448"/>
                  </a:cubicBezTo>
                  <a:close/>
                  <a:moveTo>
                    <a:pt x="3340" y="1"/>
                  </a:moveTo>
                  <a:cubicBezTo>
                    <a:pt x="2910" y="1"/>
                    <a:pt x="2475" y="84"/>
                    <a:pt x="2062" y="256"/>
                  </a:cubicBezTo>
                  <a:cubicBezTo>
                    <a:pt x="813" y="770"/>
                    <a:pt x="1" y="1990"/>
                    <a:pt x="1" y="3340"/>
                  </a:cubicBezTo>
                  <a:cubicBezTo>
                    <a:pt x="5" y="5185"/>
                    <a:pt x="1500" y="6679"/>
                    <a:pt x="3344" y="6684"/>
                  </a:cubicBezTo>
                  <a:cubicBezTo>
                    <a:pt x="4694" y="6684"/>
                    <a:pt x="5914" y="5867"/>
                    <a:pt x="6428" y="4618"/>
                  </a:cubicBezTo>
                  <a:cubicBezTo>
                    <a:pt x="6947" y="3369"/>
                    <a:pt x="6659" y="1933"/>
                    <a:pt x="5703" y="977"/>
                  </a:cubicBezTo>
                  <a:cubicBezTo>
                    <a:pt x="5064" y="341"/>
                    <a:pt x="4209" y="1"/>
                    <a:pt x="33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6"/>
            <p:cNvSpPr/>
            <p:nvPr/>
          </p:nvSpPr>
          <p:spPr>
            <a:xfrm>
              <a:off x="2195360" y="1976930"/>
              <a:ext cx="340235" cy="390763"/>
            </a:xfrm>
            <a:custGeom>
              <a:rect b="b" l="l" r="r" t="t"/>
              <a:pathLst>
                <a:path extrusionOk="0" h="14926" w="12996">
                  <a:moveTo>
                    <a:pt x="9565" y="448"/>
                  </a:moveTo>
                  <a:lnTo>
                    <a:pt x="8138" y="3359"/>
                  </a:lnTo>
                  <a:lnTo>
                    <a:pt x="4862" y="3359"/>
                  </a:lnTo>
                  <a:lnTo>
                    <a:pt x="3435" y="448"/>
                  </a:lnTo>
                  <a:close/>
                  <a:moveTo>
                    <a:pt x="7917" y="3806"/>
                  </a:moveTo>
                  <a:lnTo>
                    <a:pt x="7230" y="5208"/>
                  </a:lnTo>
                  <a:cubicBezTo>
                    <a:pt x="6990" y="5170"/>
                    <a:pt x="6745" y="5151"/>
                    <a:pt x="6500" y="5151"/>
                  </a:cubicBezTo>
                  <a:cubicBezTo>
                    <a:pt x="6255" y="5151"/>
                    <a:pt x="6010" y="5170"/>
                    <a:pt x="5765" y="5204"/>
                  </a:cubicBezTo>
                  <a:lnTo>
                    <a:pt x="5078" y="3806"/>
                  </a:lnTo>
                  <a:close/>
                  <a:moveTo>
                    <a:pt x="2969" y="520"/>
                  </a:moveTo>
                  <a:lnTo>
                    <a:pt x="5314" y="5295"/>
                  </a:lnTo>
                  <a:cubicBezTo>
                    <a:pt x="4319" y="5545"/>
                    <a:pt x="3430" y="6102"/>
                    <a:pt x="2768" y="6885"/>
                  </a:cubicBezTo>
                  <a:lnTo>
                    <a:pt x="779" y="2826"/>
                  </a:lnTo>
                  <a:cubicBezTo>
                    <a:pt x="510" y="2278"/>
                    <a:pt x="735" y="1615"/>
                    <a:pt x="1283" y="1346"/>
                  </a:cubicBezTo>
                  <a:lnTo>
                    <a:pt x="2969" y="520"/>
                  </a:lnTo>
                  <a:close/>
                  <a:moveTo>
                    <a:pt x="3075" y="1"/>
                  </a:moveTo>
                  <a:cubicBezTo>
                    <a:pt x="3041" y="1"/>
                    <a:pt x="3008" y="10"/>
                    <a:pt x="2974" y="25"/>
                  </a:cubicBezTo>
                  <a:lnTo>
                    <a:pt x="1086" y="952"/>
                  </a:lnTo>
                  <a:cubicBezTo>
                    <a:pt x="317" y="1327"/>
                    <a:pt x="0" y="2254"/>
                    <a:pt x="375" y="3023"/>
                  </a:cubicBezTo>
                  <a:lnTo>
                    <a:pt x="2465" y="7279"/>
                  </a:lnTo>
                  <a:cubicBezTo>
                    <a:pt x="1610" y="8528"/>
                    <a:pt x="1379" y="10109"/>
                    <a:pt x="1845" y="11550"/>
                  </a:cubicBezTo>
                  <a:cubicBezTo>
                    <a:pt x="1880" y="11659"/>
                    <a:pt x="1964" y="11705"/>
                    <a:pt x="2049" y="11705"/>
                  </a:cubicBezTo>
                  <a:cubicBezTo>
                    <a:pt x="2185" y="11705"/>
                    <a:pt x="2324" y="11585"/>
                    <a:pt x="2268" y="11410"/>
                  </a:cubicBezTo>
                  <a:cubicBezTo>
                    <a:pt x="1533" y="9153"/>
                    <a:pt x="2710" y="6712"/>
                    <a:pt x="4934" y="5876"/>
                  </a:cubicBezTo>
                  <a:cubicBezTo>
                    <a:pt x="5447" y="5683"/>
                    <a:pt x="5975" y="5591"/>
                    <a:pt x="6494" y="5591"/>
                  </a:cubicBezTo>
                  <a:cubicBezTo>
                    <a:pt x="8221" y="5591"/>
                    <a:pt x="9859" y="6607"/>
                    <a:pt x="10579" y="8288"/>
                  </a:cubicBezTo>
                  <a:cubicBezTo>
                    <a:pt x="11516" y="10469"/>
                    <a:pt x="10574" y="13005"/>
                    <a:pt x="8436" y="14043"/>
                  </a:cubicBezTo>
                  <a:cubicBezTo>
                    <a:pt x="7813" y="14344"/>
                    <a:pt x="7153" y="14487"/>
                    <a:pt x="6503" y="14487"/>
                  </a:cubicBezTo>
                  <a:cubicBezTo>
                    <a:pt x="4920" y="14487"/>
                    <a:pt x="3393" y="13641"/>
                    <a:pt x="2590" y="12160"/>
                  </a:cubicBezTo>
                  <a:cubicBezTo>
                    <a:pt x="2545" y="12072"/>
                    <a:pt x="2472" y="12036"/>
                    <a:pt x="2399" y="12036"/>
                  </a:cubicBezTo>
                  <a:cubicBezTo>
                    <a:pt x="2249" y="12036"/>
                    <a:pt x="2099" y="12193"/>
                    <a:pt x="2196" y="12371"/>
                  </a:cubicBezTo>
                  <a:cubicBezTo>
                    <a:pt x="3089" y="14006"/>
                    <a:pt x="4770" y="14925"/>
                    <a:pt x="6498" y="14925"/>
                  </a:cubicBezTo>
                  <a:cubicBezTo>
                    <a:pt x="7365" y="14925"/>
                    <a:pt x="8244" y="14694"/>
                    <a:pt x="9042" y="14206"/>
                  </a:cubicBezTo>
                  <a:cubicBezTo>
                    <a:pt x="11429" y="12751"/>
                    <a:pt x="12107" y="9590"/>
                    <a:pt x="10536" y="7279"/>
                  </a:cubicBezTo>
                  <a:lnTo>
                    <a:pt x="11400" y="5511"/>
                  </a:lnTo>
                  <a:cubicBezTo>
                    <a:pt x="11483" y="5336"/>
                    <a:pt x="11338" y="5193"/>
                    <a:pt x="11193" y="5193"/>
                  </a:cubicBezTo>
                  <a:cubicBezTo>
                    <a:pt x="11119" y="5193"/>
                    <a:pt x="11045" y="5230"/>
                    <a:pt x="11002" y="5319"/>
                  </a:cubicBezTo>
                  <a:lnTo>
                    <a:pt x="10228" y="6885"/>
                  </a:lnTo>
                  <a:cubicBezTo>
                    <a:pt x="9565" y="6102"/>
                    <a:pt x="8676" y="5545"/>
                    <a:pt x="7682" y="5295"/>
                  </a:cubicBezTo>
                  <a:lnTo>
                    <a:pt x="10026" y="520"/>
                  </a:lnTo>
                  <a:lnTo>
                    <a:pt x="11717" y="1346"/>
                  </a:lnTo>
                  <a:cubicBezTo>
                    <a:pt x="12260" y="1615"/>
                    <a:pt x="12486" y="2278"/>
                    <a:pt x="12222" y="2826"/>
                  </a:cubicBezTo>
                  <a:lnTo>
                    <a:pt x="11396" y="4507"/>
                  </a:lnTo>
                  <a:cubicBezTo>
                    <a:pt x="11310" y="4686"/>
                    <a:pt x="11454" y="4830"/>
                    <a:pt x="11600" y="4830"/>
                  </a:cubicBezTo>
                  <a:cubicBezTo>
                    <a:pt x="11674" y="4830"/>
                    <a:pt x="11749" y="4793"/>
                    <a:pt x="11794" y="4704"/>
                  </a:cubicBezTo>
                  <a:lnTo>
                    <a:pt x="12621" y="3018"/>
                  </a:lnTo>
                  <a:cubicBezTo>
                    <a:pt x="12995" y="2254"/>
                    <a:pt x="12678" y="1332"/>
                    <a:pt x="11914" y="952"/>
                  </a:cubicBezTo>
                  <a:lnTo>
                    <a:pt x="10026" y="25"/>
                  </a:lnTo>
                  <a:cubicBezTo>
                    <a:pt x="9993" y="10"/>
                    <a:pt x="9959" y="1"/>
                    <a:pt x="99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86"/>
            <p:cNvSpPr/>
            <p:nvPr/>
          </p:nvSpPr>
          <p:spPr>
            <a:xfrm>
              <a:off x="2304662" y="2183176"/>
              <a:ext cx="121763" cy="107495"/>
            </a:xfrm>
            <a:custGeom>
              <a:rect b="b" l="l" r="r" t="t"/>
              <a:pathLst>
                <a:path extrusionOk="0" h="4106" w="4651">
                  <a:moveTo>
                    <a:pt x="2325" y="446"/>
                  </a:moveTo>
                  <a:cubicBezTo>
                    <a:pt x="2421" y="446"/>
                    <a:pt x="2517" y="496"/>
                    <a:pt x="2565" y="597"/>
                  </a:cubicBezTo>
                  <a:lnTo>
                    <a:pt x="2772" y="1006"/>
                  </a:lnTo>
                  <a:cubicBezTo>
                    <a:pt x="2873" y="1222"/>
                    <a:pt x="3079" y="1366"/>
                    <a:pt x="3310" y="1399"/>
                  </a:cubicBezTo>
                  <a:lnTo>
                    <a:pt x="3766" y="1467"/>
                  </a:lnTo>
                  <a:cubicBezTo>
                    <a:pt x="3987" y="1500"/>
                    <a:pt x="4079" y="1774"/>
                    <a:pt x="3915" y="1933"/>
                  </a:cubicBezTo>
                  <a:lnTo>
                    <a:pt x="3589" y="2250"/>
                  </a:lnTo>
                  <a:cubicBezTo>
                    <a:pt x="3421" y="2418"/>
                    <a:pt x="3339" y="2653"/>
                    <a:pt x="3382" y="2884"/>
                  </a:cubicBezTo>
                  <a:lnTo>
                    <a:pt x="3459" y="3340"/>
                  </a:lnTo>
                  <a:cubicBezTo>
                    <a:pt x="3489" y="3515"/>
                    <a:pt x="3349" y="3656"/>
                    <a:pt x="3192" y="3656"/>
                  </a:cubicBezTo>
                  <a:cubicBezTo>
                    <a:pt x="3150" y="3656"/>
                    <a:pt x="3107" y="3646"/>
                    <a:pt x="3065" y="3624"/>
                  </a:cubicBezTo>
                  <a:lnTo>
                    <a:pt x="2657" y="3412"/>
                  </a:lnTo>
                  <a:cubicBezTo>
                    <a:pt x="2553" y="3357"/>
                    <a:pt x="2439" y="3329"/>
                    <a:pt x="2325" y="3329"/>
                  </a:cubicBezTo>
                  <a:cubicBezTo>
                    <a:pt x="2210" y="3329"/>
                    <a:pt x="2095" y="3357"/>
                    <a:pt x="1989" y="3412"/>
                  </a:cubicBezTo>
                  <a:lnTo>
                    <a:pt x="1581" y="3624"/>
                  </a:lnTo>
                  <a:cubicBezTo>
                    <a:pt x="1539" y="3646"/>
                    <a:pt x="1496" y="3656"/>
                    <a:pt x="1454" y="3656"/>
                  </a:cubicBezTo>
                  <a:cubicBezTo>
                    <a:pt x="1298" y="3656"/>
                    <a:pt x="1160" y="3515"/>
                    <a:pt x="1187" y="3340"/>
                  </a:cubicBezTo>
                  <a:lnTo>
                    <a:pt x="1264" y="2884"/>
                  </a:lnTo>
                  <a:cubicBezTo>
                    <a:pt x="1307" y="2653"/>
                    <a:pt x="1230" y="2413"/>
                    <a:pt x="1057" y="2250"/>
                  </a:cubicBezTo>
                  <a:lnTo>
                    <a:pt x="730" y="1928"/>
                  </a:lnTo>
                  <a:cubicBezTo>
                    <a:pt x="653" y="1856"/>
                    <a:pt x="629" y="1750"/>
                    <a:pt x="663" y="1654"/>
                  </a:cubicBezTo>
                  <a:cubicBezTo>
                    <a:pt x="692" y="1553"/>
                    <a:pt x="778" y="1481"/>
                    <a:pt x="884" y="1467"/>
                  </a:cubicBezTo>
                  <a:lnTo>
                    <a:pt x="1336" y="1399"/>
                  </a:lnTo>
                  <a:cubicBezTo>
                    <a:pt x="1571" y="1366"/>
                    <a:pt x="1773" y="1222"/>
                    <a:pt x="1878" y="1006"/>
                  </a:cubicBezTo>
                  <a:lnTo>
                    <a:pt x="2080" y="597"/>
                  </a:lnTo>
                  <a:cubicBezTo>
                    <a:pt x="2131" y="496"/>
                    <a:pt x="2228" y="446"/>
                    <a:pt x="2325" y="446"/>
                  </a:cubicBezTo>
                  <a:close/>
                  <a:moveTo>
                    <a:pt x="2323" y="0"/>
                  </a:moveTo>
                  <a:cubicBezTo>
                    <a:pt x="2067" y="0"/>
                    <a:pt x="1811" y="134"/>
                    <a:pt x="1682" y="400"/>
                  </a:cubicBezTo>
                  <a:lnTo>
                    <a:pt x="1475" y="813"/>
                  </a:lnTo>
                  <a:cubicBezTo>
                    <a:pt x="1437" y="890"/>
                    <a:pt x="1360" y="948"/>
                    <a:pt x="1273" y="962"/>
                  </a:cubicBezTo>
                  <a:lnTo>
                    <a:pt x="817" y="1025"/>
                  </a:lnTo>
                  <a:cubicBezTo>
                    <a:pt x="231" y="1111"/>
                    <a:pt x="0" y="1832"/>
                    <a:pt x="418" y="2250"/>
                  </a:cubicBezTo>
                  <a:lnTo>
                    <a:pt x="750" y="2572"/>
                  </a:lnTo>
                  <a:cubicBezTo>
                    <a:pt x="812" y="2634"/>
                    <a:pt x="841" y="2721"/>
                    <a:pt x="826" y="2812"/>
                  </a:cubicBezTo>
                  <a:lnTo>
                    <a:pt x="750" y="3263"/>
                  </a:lnTo>
                  <a:cubicBezTo>
                    <a:pt x="670" y="3727"/>
                    <a:pt x="1037" y="4103"/>
                    <a:pt x="1455" y="4103"/>
                  </a:cubicBezTo>
                  <a:cubicBezTo>
                    <a:pt x="1566" y="4103"/>
                    <a:pt x="1681" y="4076"/>
                    <a:pt x="1792" y="4018"/>
                  </a:cubicBezTo>
                  <a:lnTo>
                    <a:pt x="2196" y="3811"/>
                  </a:lnTo>
                  <a:cubicBezTo>
                    <a:pt x="2236" y="3789"/>
                    <a:pt x="2280" y="3779"/>
                    <a:pt x="2323" y="3779"/>
                  </a:cubicBezTo>
                  <a:cubicBezTo>
                    <a:pt x="2366" y="3779"/>
                    <a:pt x="2409" y="3789"/>
                    <a:pt x="2450" y="3811"/>
                  </a:cubicBezTo>
                  <a:lnTo>
                    <a:pt x="2859" y="4022"/>
                  </a:lnTo>
                  <a:cubicBezTo>
                    <a:pt x="2967" y="4079"/>
                    <a:pt x="3080" y="4105"/>
                    <a:pt x="3189" y="4105"/>
                  </a:cubicBezTo>
                  <a:cubicBezTo>
                    <a:pt x="3606" y="4105"/>
                    <a:pt x="3976" y="3728"/>
                    <a:pt x="3896" y="3263"/>
                  </a:cubicBezTo>
                  <a:lnTo>
                    <a:pt x="3819" y="2812"/>
                  </a:lnTo>
                  <a:cubicBezTo>
                    <a:pt x="3805" y="2721"/>
                    <a:pt x="3834" y="2634"/>
                    <a:pt x="3896" y="2572"/>
                  </a:cubicBezTo>
                  <a:lnTo>
                    <a:pt x="4228" y="2250"/>
                  </a:lnTo>
                  <a:cubicBezTo>
                    <a:pt x="4650" y="1837"/>
                    <a:pt x="4415" y="1111"/>
                    <a:pt x="3829" y="1025"/>
                  </a:cubicBezTo>
                  <a:lnTo>
                    <a:pt x="3373" y="962"/>
                  </a:lnTo>
                  <a:cubicBezTo>
                    <a:pt x="3286" y="948"/>
                    <a:pt x="3209" y="890"/>
                    <a:pt x="3171" y="813"/>
                  </a:cubicBezTo>
                  <a:lnTo>
                    <a:pt x="2964" y="400"/>
                  </a:lnTo>
                  <a:cubicBezTo>
                    <a:pt x="2834" y="134"/>
                    <a:pt x="2579" y="0"/>
                    <a:pt x="23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4" name="Google Shape;13044;p86"/>
          <p:cNvGrpSpPr/>
          <p:nvPr/>
        </p:nvGrpSpPr>
        <p:grpSpPr>
          <a:xfrm>
            <a:off x="2567509" y="2002219"/>
            <a:ext cx="432179" cy="332172"/>
            <a:chOff x="2567509" y="2002219"/>
            <a:chExt cx="432179" cy="332172"/>
          </a:xfrm>
        </p:grpSpPr>
        <p:sp>
          <p:nvSpPr>
            <p:cNvPr id="13045" name="Google Shape;13045;p86"/>
            <p:cNvSpPr/>
            <p:nvPr/>
          </p:nvSpPr>
          <p:spPr>
            <a:xfrm>
              <a:off x="2608271" y="2008503"/>
              <a:ext cx="350419" cy="242139"/>
            </a:xfrm>
            <a:custGeom>
              <a:rect b="b" l="l" r="r" t="t"/>
              <a:pathLst>
                <a:path extrusionOk="0" h="9249" w="13385">
                  <a:moveTo>
                    <a:pt x="231" y="1"/>
                  </a:moveTo>
                  <a:cubicBezTo>
                    <a:pt x="101" y="1"/>
                    <a:pt x="0" y="102"/>
                    <a:pt x="0" y="226"/>
                  </a:cubicBezTo>
                  <a:lnTo>
                    <a:pt x="0" y="9248"/>
                  </a:lnTo>
                  <a:lnTo>
                    <a:pt x="13384" y="9248"/>
                  </a:lnTo>
                  <a:lnTo>
                    <a:pt x="13384" y="226"/>
                  </a:lnTo>
                  <a:cubicBezTo>
                    <a:pt x="13384" y="102"/>
                    <a:pt x="13283" y="1"/>
                    <a:pt x="13158"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6"/>
            <p:cNvSpPr/>
            <p:nvPr/>
          </p:nvSpPr>
          <p:spPr>
            <a:xfrm>
              <a:off x="2608271" y="2008503"/>
              <a:ext cx="350419" cy="242008"/>
            </a:xfrm>
            <a:custGeom>
              <a:rect b="b" l="l" r="r" t="t"/>
              <a:pathLst>
                <a:path extrusionOk="0" h="9244" w="13385">
                  <a:moveTo>
                    <a:pt x="11477" y="1"/>
                  </a:moveTo>
                  <a:cubicBezTo>
                    <a:pt x="11602" y="1"/>
                    <a:pt x="11703" y="102"/>
                    <a:pt x="11703" y="226"/>
                  </a:cubicBezTo>
                  <a:lnTo>
                    <a:pt x="11703" y="7918"/>
                  </a:lnTo>
                  <a:cubicBezTo>
                    <a:pt x="11703" y="8062"/>
                    <a:pt x="11583" y="8182"/>
                    <a:pt x="11434" y="8182"/>
                  </a:cubicBezTo>
                  <a:lnTo>
                    <a:pt x="0" y="8182"/>
                  </a:lnTo>
                  <a:lnTo>
                    <a:pt x="0" y="9244"/>
                  </a:lnTo>
                  <a:lnTo>
                    <a:pt x="13384" y="9244"/>
                  </a:lnTo>
                  <a:lnTo>
                    <a:pt x="13384" y="226"/>
                  </a:lnTo>
                  <a:cubicBezTo>
                    <a:pt x="13384" y="102"/>
                    <a:pt x="13283" y="1"/>
                    <a:pt x="13158" y="1"/>
                  </a:cubicBez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86"/>
            <p:cNvSpPr/>
            <p:nvPr/>
          </p:nvSpPr>
          <p:spPr>
            <a:xfrm>
              <a:off x="2634425" y="2034656"/>
              <a:ext cx="298085" cy="174856"/>
            </a:xfrm>
            <a:custGeom>
              <a:rect b="b" l="l" r="r" t="t"/>
              <a:pathLst>
                <a:path extrusionOk="0" h="6679" w="11386">
                  <a:moveTo>
                    <a:pt x="140" y="1"/>
                  </a:moveTo>
                  <a:cubicBezTo>
                    <a:pt x="63" y="1"/>
                    <a:pt x="0" y="63"/>
                    <a:pt x="0" y="140"/>
                  </a:cubicBezTo>
                  <a:lnTo>
                    <a:pt x="0" y="6539"/>
                  </a:lnTo>
                  <a:cubicBezTo>
                    <a:pt x="0" y="6616"/>
                    <a:pt x="63" y="6679"/>
                    <a:pt x="140" y="6679"/>
                  </a:cubicBezTo>
                  <a:lnTo>
                    <a:pt x="11251" y="6679"/>
                  </a:lnTo>
                  <a:cubicBezTo>
                    <a:pt x="11323" y="6679"/>
                    <a:pt x="11386" y="6616"/>
                    <a:pt x="11386" y="6539"/>
                  </a:cubicBezTo>
                  <a:lnTo>
                    <a:pt x="11386" y="140"/>
                  </a:lnTo>
                  <a:cubicBezTo>
                    <a:pt x="11386" y="63"/>
                    <a:pt x="11323" y="1"/>
                    <a:pt x="1125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86"/>
            <p:cNvSpPr/>
            <p:nvPr/>
          </p:nvSpPr>
          <p:spPr>
            <a:xfrm>
              <a:off x="2634425" y="2034656"/>
              <a:ext cx="298085" cy="174856"/>
            </a:xfrm>
            <a:custGeom>
              <a:rect b="b" l="l" r="r" t="t"/>
              <a:pathLst>
                <a:path extrusionOk="0" h="6679" w="11386">
                  <a:moveTo>
                    <a:pt x="10704" y="1"/>
                  </a:moveTo>
                  <a:lnTo>
                    <a:pt x="10704" y="5895"/>
                  </a:lnTo>
                  <a:cubicBezTo>
                    <a:pt x="10704" y="5972"/>
                    <a:pt x="10641" y="6035"/>
                    <a:pt x="10564" y="6035"/>
                  </a:cubicBezTo>
                  <a:lnTo>
                    <a:pt x="0" y="6035"/>
                  </a:lnTo>
                  <a:lnTo>
                    <a:pt x="0" y="6539"/>
                  </a:lnTo>
                  <a:cubicBezTo>
                    <a:pt x="0" y="6616"/>
                    <a:pt x="63" y="6679"/>
                    <a:pt x="140" y="6679"/>
                  </a:cubicBezTo>
                  <a:lnTo>
                    <a:pt x="11247" y="6679"/>
                  </a:lnTo>
                  <a:cubicBezTo>
                    <a:pt x="11323" y="6679"/>
                    <a:pt x="11386" y="6616"/>
                    <a:pt x="11386" y="6539"/>
                  </a:cubicBezTo>
                  <a:lnTo>
                    <a:pt x="11386" y="140"/>
                  </a:lnTo>
                  <a:cubicBezTo>
                    <a:pt x="11386" y="63"/>
                    <a:pt x="11323" y="1"/>
                    <a:pt x="11247" y="1"/>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86"/>
            <p:cNvSpPr/>
            <p:nvPr/>
          </p:nvSpPr>
          <p:spPr>
            <a:xfrm>
              <a:off x="2573792" y="2303813"/>
              <a:ext cx="419351" cy="24295"/>
            </a:xfrm>
            <a:custGeom>
              <a:rect b="b" l="l" r="r" t="t"/>
              <a:pathLst>
                <a:path extrusionOk="0" h="928" w="16018">
                  <a:moveTo>
                    <a:pt x="1" y="1"/>
                  </a:moveTo>
                  <a:lnTo>
                    <a:pt x="1" y="611"/>
                  </a:lnTo>
                  <a:cubicBezTo>
                    <a:pt x="1" y="784"/>
                    <a:pt x="140" y="928"/>
                    <a:pt x="313" y="928"/>
                  </a:cubicBezTo>
                  <a:lnTo>
                    <a:pt x="15705" y="928"/>
                  </a:lnTo>
                  <a:cubicBezTo>
                    <a:pt x="15878" y="928"/>
                    <a:pt x="16017" y="784"/>
                    <a:pt x="16017" y="611"/>
                  </a:cubicBezTo>
                  <a:lnTo>
                    <a:pt x="16017" y="1"/>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6"/>
            <p:cNvSpPr/>
            <p:nvPr/>
          </p:nvSpPr>
          <p:spPr>
            <a:xfrm>
              <a:off x="2573792" y="2235640"/>
              <a:ext cx="419482" cy="68199"/>
            </a:xfrm>
            <a:custGeom>
              <a:rect b="b" l="l" r="r" t="t"/>
              <a:pathLst>
                <a:path extrusionOk="0" h="2605" w="16023">
                  <a:moveTo>
                    <a:pt x="1317" y="1"/>
                  </a:moveTo>
                  <a:lnTo>
                    <a:pt x="1" y="2605"/>
                  </a:lnTo>
                  <a:lnTo>
                    <a:pt x="16022" y="2605"/>
                  </a:lnTo>
                  <a:lnTo>
                    <a:pt x="1470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6"/>
            <p:cNvSpPr/>
            <p:nvPr/>
          </p:nvSpPr>
          <p:spPr>
            <a:xfrm>
              <a:off x="2573792" y="2235771"/>
              <a:ext cx="419482" cy="68068"/>
            </a:xfrm>
            <a:custGeom>
              <a:rect b="b" l="l" r="r" t="t"/>
              <a:pathLst>
                <a:path extrusionOk="0" h="2600" w="16023">
                  <a:moveTo>
                    <a:pt x="12808" y="1"/>
                  </a:moveTo>
                  <a:lnTo>
                    <a:pt x="13678" y="1706"/>
                  </a:lnTo>
                  <a:cubicBezTo>
                    <a:pt x="13774" y="1898"/>
                    <a:pt x="13635" y="2124"/>
                    <a:pt x="13419" y="2124"/>
                  </a:cubicBezTo>
                  <a:lnTo>
                    <a:pt x="241" y="2124"/>
                  </a:lnTo>
                  <a:lnTo>
                    <a:pt x="1" y="2600"/>
                  </a:lnTo>
                  <a:lnTo>
                    <a:pt x="16022" y="2600"/>
                  </a:lnTo>
                  <a:lnTo>
                    <a:pt x="14701" y="1"/>
                  </a:lnTo>
                  <a:close/>
                </a:path>
              </a:pathLst>
            </a:custGeom>
            <a:solidFill>
              <a:srgbClr val="C2CB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6"/>
            <p:cNvSpPr/>
            <p:nvPr/>
          </p:nvSpPr>
          <p:spPr>
            <a:xfrm>
              <a:off x="2727992" y="2269727"/>
              <a:ext cx="111082" cy="34113"/>
            </a:xfrm>
            <a:custGeom>
              <a:rect b="b" l="l" r="r" t="t"/>
              <a:pathLst>
                <a:path extrusionOk="0" h="1303" w="4243">
                  <a:moveTo>
                    <a:pt x="519" y="1"/>
                  </a:moveTo>
                  <a:cubicBezTo>
                    <a:pt x="423" y="1"/>
                    <a:pt x="342" y="63"/>
                    <a:pt x="313" y="159"/>
                  </a:cubicBezTo>
                  <a:lnTo>
                    <a:pt x="1" y="1303"/>
                  </a:lnTo>
                  <a:lnTo>
                    <a:pt x="4243" y="1303"/>
                  </a:lnTo>
                  <a:lnTo>
                    <a:pt x="3925" y="159"/>
                  </a:lnTo>
                  <a:cubicBezTo>
                    <a:pt x="3901" y="63"/>
                    <a:pt x="3815" y="1"/>
                    <a:pt x="3719"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86"/>
            <p:cNvSpPr/>
            <p:nvPr/>
          </p:nvSpPr>
          <p:spPr>
            <a:xfrm>
              <a:off x="2727992" y="2291351"/>
              <a:ext cx="111082" cy="12488"/>
            </a:xfrm>
            <a:custGeom>
              <a:rect b="b" l="l" r="r" t="t"/>
              <a:pathLst>
                <a:path extrusionOk="0" h="477" w="4243">
                  <a:moveTo>
                    <a:pt x="130" y="1"/>
                  </a:moveTo>
                  <a:lnTo>
                    <a:pt x="1" y="477"/>
                  </a:lnTo>
                  <a:lnTo>
                    <a:pt x="4243" y="477"/>
                  </a:lnTo>
                  <a:lnTo>
                    <a:pt x="4108" y="1"/>
                  </a:ln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86"/>
            <p:cNvSpPr/>
            <p:nvPr/>
          </p:nvSpPr>
          <p:spPr>
            <a:xfrm>
              <a:off x="2567509" y="2002219"/>
              <a:ext cx="432179" cy="332172"/>
            </a:xfrm>
            <a:custGeom>
              <a:rect b="b" l="l" r="r" t="t"/>
              <a:pathLst>
                <a:path extrusionOk="0" h="12688" w="16508">
                  <a:moveTo>
                    <a:pt x="14701" y="486"/>
                  </a:moveTo>
                  <a:lnTo>
                    <a:pt x="14701" y="8677"/>
                  </a:lnTo>
                  <a:lnTo>
                    <a:pt x="1802" y="8677"/>
                  </a:lnTo>
                  <a:lnTo>
                    <a:pt x="1802" y="486"/>
                  </a:lnTo>
                  <a:close/>
                  <a:moveTo>
                    <a:pt x="14792" y="9162"/>
                  </a:moveTo>
                  <a:lnTo>
                    <a:pt x="15868" y="11276"/>
                  </a:lnTo>
                  <a:lnTo>
                    <a:pt x="10555" y="11276"/>
                  </a:lnTo>
                  <a:lnTo>
                    <a:pt x="10286" y="10310"/>
                  </a:lnTo>
                  <a:cubicBezTo>
                    <a:pt x="10233" y="10113"/>
                    <a:pt x="10055" y="9978"/>
                    <a:pt x="9849" y="9978"/>
                  </a:cubicBezTo>
                  <a:lnTo>
                    <a:pt x="6649" y="9978"/>
                  </a:lnTo>
                  <a:cubicBezTo>
                    <a:pt x="6443" y="9978"/>
                    <a:pt x="6265" y="10113"/>
                    <a:pt x="6212" y="10310"/>
                  </a:cubicBezTo>
                  <a:lnTo>
                    <a:pt x="5943" y="11276"/>
                  </a:lnTo>
                  <a:lnTo>
                    <a:pt x="635" y="11276"/>
                  </a:lnTo>
                  <a:lnTo>
                    <a:pt x="1706" y="9162"/>
                  </a:lnTo>
                  <a:close/>
                  <a:moveTo>
                    <a:pt x="9830" y="10459"/>
                  </a:moveTo>
                  <a:lnTo>
                    <a:pt x="10055" y="11280"/>
                  </a:lnTo>
                  <a:lnTo>
                    <a:pt x="6448" y="11280"/>
                  </a:lnTo>
                  <a:lnTo>
                    <a:pt x="6673" y="10459"/>
                  </a:lnTo>
                  <a:close/>
                  <a:moveTo>
                    <a:pt x="16017" y="11761"/>
                  </a:moveTo>
                  <a:lnTo>
                    <a:pt x="16017" y="12135"/>
                  </a:lnTo>
                  <a:cubicBezTo>
                    <a:pt x="16017" y="12174"/>
                    <a:pt x="15988" y="12203"/>
                    <a:pt x="15945" y="12208"/>
                  </a:cubicBezTo>
                  <a:lnTo>
                    <a:pt x="553" y="12208"/>
                  </a:lnTo>
                  <a:cubicBezTo>
                    <a:pt x="515" y="12203"/>
                    <a:pt x="481" y="12174"/>
                    <a:pt x="481" y="12135"/>
                  </a:cubicBezTo>
                  <a:lnTo>
                    <a:pt x="481" y="11761"/>
                  </a:lnTo>
                  <a:close/>
                  <a:moveTo>
                    <a:pt x="1783" y="0"/>
                  </a:moveTo>
                  <a:cubicBezTo>
                    <a:pt x="1523" y="0"/>
                    <a:pt x="1317" y="212"/>
                    <a:pt x="1317" y="466"/>
                  </a:cubicBezTo>
                  <a:lnTo>
                    <a:pt x="1317" y="8859"/>
                  </a:lnTo>
                  <a:lnTo>
                    <a:pt x="25" y="11410"/>
                  </a:lnTo>
                  <a:lnTo>
                    <a:pt x="25" y="11415"/>
                  </a:lnTo>
                  <a:cubicBezTo>
                    <a:pt x="20" y="11420"/>
                    <a:pt x="15" y="11429"/>
                    <a:pt x="15" y="11434"/>
                  </a:cubicBezTo>
                  <a:lnTo>
                    <a:pt x="15" y="11444"/>
                  </a:lnTo>
                  <a:cubicBezTo>
                    <a:pt x="10" y="11448"/>
                    <a:pt x="10" y="11458"/>
                    <a:pt x="5" y="11468"/>
                  </a:cubicBezTo>
                  <a:cubicBezTo>
                    <a:pt x="5" y="11477"/>
                    <a:pt x="1" y="11487"/>
                    <a:pt x="1" y="11497"/>
                  </a:cubicBezTo>
                  <a:lnTo>
                    <a:pt x="1" y="11501"/>
                  </a:lnTo>
                  <a:lnTo>
                    <a:pt x="1" y="11516"/>
                  </a:lnTo>
                  <a:lnTo>
                    <a:pt x="1" y="12131"/>
                  </a:lnTo>
                  <a:cubicBezTo>
                    <a:pt x="1" y="12438"/>
                    <a:pt x="250" y="12688"/>
                    <a:pt x="558" y="12688"/>
                  </a:cubicBezTo>
                  <a:lnTo>
                    <a:pt x="15950" y="12688"/>
                  </a:lnTo>
                  <a:cubicBezTo>
                    <a:pt x="16257" y="12688"/>
                    <a:pt x="16507" y="12438"/>
                    <a:pt x="16507" y="12131"/>
                  </a:cubicBezTo>
                  <a:lnTo>
                    <a:pt x="16507" y="11521"/>
                  </a:lnTo>
                  <a:cubicBezTo>
                    <a:pt x="16503" y="11516"/>
                    <a:pt x="16503" y="11511"/>
                    <a:pt x="16503" y="11501"/>
                  </a:cubicBezTo>
                  <a:lnTo>
                    <a:pt x="16503" y="11497"/>
                  </a:lnTo>
                  <a:cubicBezTo>
                    <a:pt x="16498" y="11487"/>
                    <a:pt x="16498" y="11477"/>
                    <a:pt x="16498" y="11468"/>
                  </a:cubicBezTo>
                  <a:cubicBezTo>
                    <a:pt x="16493" y="11458"/>
                    <a:pt x="16493" y="11448"/>
                    <a:pt x="16488" y="11439"/>
                  </a:cubicBezTo>
                  <a:lnTo>
                    <a:pt x="16488" y="11434"/>
                  </a:lnTo>
                  <a:cubicBezTo>
                    <a:pt x="16488" y="11429"/>
                    <a:pt x="16483" y="11420"/>
                    <a:pt x="16478" y="11415"/>
                  </a:cubicBezTo>
                  <a:lnTo>
                    <a:pt x="16478" y="11410"/>
                  </a:lnTo>
                  <a:lnTo>
                    <a:pt x="15181" y="8859"/>
                  </a:lnTo>
                  <a:lnTo>
                    <a:pt x="15181" y="466"/>
                  </a:lnTo>
                  <a:cubicBezTo>
                    <a:pt x="15181" y="212"/>
                    <a:pt x="14975" y="0"/>
                    <a:pt x="14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6"/>
            <p:cNvSpPr/>
            <p:nvPr/>
          </p:nvSpPr>
          <p:spPr>
            <a:xfrm>
              <a:off x="2628142" y="2132622"/>
              <a:ext cx="310783" cy="83174"/>
            </a:xfrm>
            <a:custGeom>
              <a:rect b="b" l="l" r="r" t="t"/>
              <a:pathLst>
                <a:path extrusionOk="0" h="3177" w="11871">
                  <a:moveTo>
                    <a:pt x="243" y="0"/>
                  </a:moveTo>
                  <a:cubicBezTo>
                    <a:pt x="121" y="0"/>
                    <a:pt x="0" y="81"/>
                    <a:pt x="0" y="241"/>
                  </a:cubicBezTo>
                  <a:lnTo>
                    <a:pt x="0" y="2797"/>
                  </a:lnTo>
                  <a:cubicBezTo>
                    <a:pt x="0" y="3009"/>
                    <a:pt x="168" y="3177"/>
                    <a:pt x="380" y="3177"/>
                  </a:cubicBezTo>
                  <a:lnTo>
                    <a:pt x="11491" y="3177"/>
                  </a:lnTo>
                  <a:cubicBezTo>
                    <a:pt x="11698" y="3177"/>
                    <a:pt x="11866" y="3009"/>
                    <a:pt x="11866" y="2797"/>
                  </a:cubicBezTo>
                  <a:lnTo>
                    <a:pt x="11866" y="241"/>
                  </a:lnTo>
                  <a:cubicBezTo>
                    <a:pt x="11871" y="107"/>
                    <a:pt x="11760" y="1"/>
                    <a:pt x="11626" y="1"/>
                  </a:cubicBezTo>
                  <a:cubicBezTo>
                    <a:pt x="11491" y="1"/>
                    <a:pt x="11386" y="107"/>
                    <a:pt x="11386" y="241"/>
                  </a:cubicBezTo>
                  <a:lnTo>
                    <a:pt x="11386" y="2692"/>
                  </a:lnTo>
                  <a:lnTo>
                    <a:pt x="485" y="2692"/>
                  </a:lnTo>
                  <a:lnTo>
                    <a:pt x="485" y="241"/>
                  </a:lnTo>
                  <a:cubicBezTo>
                    <a:pt x="485" y="81"/>
                    <a:pt x="364" y="0"/>
                    <a:pt x="2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86"/>
            <p:cNvSpPr/>
            <p:nvPr/>
          </p:nvSpPr>
          <p:spPr>
            <a:xfrm>
              <a:off x="2628142" y="2028373"/>
              <a:ext cx="310678" cy="83200"/>
            </a:xfrm>
            <a:custGeom>
              <a:rect b="b" l="l" r="r" t="t"/>
              <a:pathLst>
                <a:path extrusionOk="0" h="3178" w="11867">
                  <a:moveTo>
                    <a:pt x="380" y="1"/>
                  </a:moveTo>
                  <a:cubicBezTo>
                    <a:pt x="168" y="1"/>
                    <a:pt x="0" y="169"/>
                    <a:pt x="0" y="380"/>
                  </a:cubicBezTo>
                  <a:lnTo>
                    <a:pt x="0" y="2936"/>
                  </a:lnTo>
                  <a:cubicBezTo>
                    <a:pt x="0" y="3097"/>
                    <a:pt x="121" y="3177"/>
                    <a:pt x="243" y="3177"/>
                  </a:cubicBezTo>
                  <a:cubicBezTo>
                    <a:pt x="364" y="3177"/>
                    <a:pt x="485" y="3097"/>
                    <a:pt x="485" y="2936"/>
                  </a:cubicBezTo>
                  <a:lnTo>
                    <a:pt x="485" y="486"/>
                  </a:lnTo>
                  <a:lnTo>
                    <a:pt x="11381" y="486"/>
                  </a:lnTo>
                  <a:lnTo>
                    <a:pt x="11381" y="2936"/>
                  </a:lnTo>
                  <a:cubicBezTo>
                    <a:pt x="11381" y="3097"/>
                    <a:pt x="11502" y="3177"/>
                    <a:pt x="11624" y="3177"/>
                  </a:cubicBezTo>
                  <a:cubicBezTo>
                    <a:pt x="11745" y="3177"/>
                    <a:pt x="11866" y="3097"/>
                    <a:pt x="11866" y="2936"/>
                  </a:cubicBezTo>
                  <a:lnTo>
                    <a:pt x="11866" y="380"/>
                  </a:lnTo>
                  <a:cubicBezTo>
                    <a:pt x="11866" y="169"/>
                    <a:pt x="11698" y="1"/>
                    <a:pt x="114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7" name="Google Shape;13057;p86"/>
          <p:cNvGrpSpPr/>
          <p:nvPr/>
        </p:nvGrpSpPr>
        <p:grpSpPr>
          <a:xfrm>
            <a:off x="1323907" y="3359888"/>
            <a:ext cx="281854" cy="359242"/>
            <a:chOff x="1323907" y="3359888"/>
            <a:chExt cx="281854" cy="359242"/>
          </a:xfrm>
        </p:grpSpPr>
        <p:sp>
          <p:nvSpPr>
            <p:cNvPr id="13058" name="Google Shape;13058;p86"/>
            <p:cNvSpPr/>
            <p:nvPr/>
          </p:nvSpPr>
          <p:spPr>
            <a:xfrm>
              <a:off x="1352940" y="3424919"/>
              <a:ext cx="247034" cy="288922"/>
            </a:xfrm>
            <a:custGeom>
              <a:rect b="b" l="l" r="r" t="t"/>
              <a:pathLst>
                <a:path extrusionOk="0" h="11036" w="9436">
                  <a:moveTo>
                    <a:pt x="448" y="1"/>
                  </a:moveTo>
                  <a:cubicBezTo>
                    <a:pt x="203" y="1"/>
                    <a:pt x="1" y="178"/>
                    <a:pt x="1" y="404"/>
                  </a:cubicBezTo>
                  <a:lnTo>
                    <a:pt x="1" y="10637"/>
                  </a:lnTo>
                  <a:cubicBezTo>
                    <a:pt x="1" y="10858"/>
                    <a:pt x="203" y="11035"/>
                    <a:pt x="448" y="11035"/>
                  </a:cubicBezTo>
                  <a:lnTo>
                    <a:pt x="8989" y="11035"/>
                  </a:lnTo>
                  <a:cubicBezTo>
                    <a:pt x="9234" y="11035"/>
                    <a:pt x="9436" y="10858"/>
                    <a:pt x="9436" y="10637"/>
                  </a:cubicBezTo>
                  <a:lnTo>
                    <a:pt x="9436" y="404"/>
                  </a:lnTo>
                  <a:cubicBezTo>
                    <a:pt x="9436" y="178"/>
                    <a:pt x="9234" y="1"/>
                    <a:pt x="8989"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86"/>
            <p:cNvSpPr/>
            <p:nvPr/>
          </p:nvSpPr>
          <p:spPr>
            <a:xfrm>
              <a:off x="1329693" y="3395100"/>
              <a:ext cx="247034" cy="288922"/>
            </a:xfrm>
            <a:custGeom>
              <a:rect b="b" l="l" r="r" t="t"/>
              <a:pathLst>
                <a:path extrusionOk="0" h="11036" w="9436">
                  <a:moveTo>
                    <a:pt x="447" y="1"/>
                  </a:moveTo>
                  <a:cubicBezTo>
                    <a:pt x="197" y="1"/>
                    <a:pt x="0" y="179"/>
                    <a:pt x="0" y="405"/>
                  </a:cubicBezTo>
                  <a:lnTo>
                    <a:pt x="0" y="10637"/>
                  </a:lnTo>
                  <a:cubicBezTo>
                    <a:pt x="0" y="10858"/>
                    <a:pt x="202" y="11036"/>
                    <a:pt x="447" y="11036"/>
                  </a:cubicBezTo>
                  <a:lnTo>
                    <a:pt x="8988" y="11036"/>
                  </a:lnTo>
                  <a:cubicBezTo>
                    <a:pt x="9233" y="11036"/>
                    <a:pt x="9435" y="10858"/>
                    <a:pt x="9435" y="10637"/>
                  </a:cubicBezTo>
                  <a:lnTo>
                    <a:pt x="9435" y="405"/>
                  </a:lnTo>
                  <a:cubicBezTo>
                    <a:pt x="9435" y="179"/>
                    <a:pt x="9233" y="1"/>
                    <a:pt x="8988"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86"/>
            <p:cNvSpPr/>
            <p:nvPr/>
          </p:nvSpPr>
          <p:spPr>
            <a:xfrm>
              <a:off x="1553296" y="3395100"/>
              <a:ext cx="23431" cy="288922"/>
            </a:xfrm>
            <a:custGeom>
              <a:rect b="b" l="l" r="r" t="t"/>
              <a:pathLst>
                <a:path extrusionOk="0" h="11036" w="895">
                  <a:moveTo>
                    <a:pt x="1" y="1"/>
                  </a:moveTo>
                  <a:lnTo>
                    <a:pt x="1" y="11036"/>
                  </a:lnTo>
                  <a:lnTo>
                    <a:pt x="447" y="11036"/>
                  </a:lnTo>
                  <a:cubicBezTo>
                    <a:pt x="692" y="11036"/>
                    <a:pt x="894" y="10858"/>
                    <a:pt x="894" y="10637"/>
                  </a:cubicBezTo>
                  <a:lnTo>
                    <a:pt x="894" y="405"/>
                  </a:lnTo>
                  <a:cubicBezTo>
                    <a:pt x="894" y="179"/>
                    <a:pt x="692" y="1"/>
                    <a:pt x="447"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86"/>
            <p:cNvSpPr/>
            <p:nvPr/>
          </p:nvSpPr>
          <p:spPr>
            <a:xfrm>
              <a:off x="1368910" y="3473954"/>
              <a:ext cx="46705" cy="42176"/>
            </a:xfrm>
            <a:custGeom>
              <a:rect b="b" l="l" r="r" t="t"/>
              <a:pathLst>
                <a:path extrusionOk="0" h="1611" w="1784">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6"/>
            <p:cNvSpPr/>
            <p:nvPr/>
          </p:nvSpPr>
          <p:spPr>
            <a:xfrm>
              <a:off x="1368910" y="3541996"/>
              <a:ext cx="46705" cy="42176"/>
            </a:xfrm>
            <a:custGeom>
              <a:rect b="b" l="l" r="r" t="t"/>
              <a:pathLst>
                <a:path extrusionOk="0" h="1611" w="1784">
                  <a:moveTo>
                    <a:pt x="112" y="1"/>
                  </a:moveTo>
                  <a:cubicBezTo>
                    <a:pt x="49" y="1"/>
                    <a:pt x="1" y="47"/>
                    <a:pt x="1" y="107"/>
                  </a:cubicBezTo>
                  <a:lnTo>
                    <a:pt x="1" y="1500"/>
                  </a:lnTo>
                  <a:cubicBezTo>
                    <a:pt x="1" y="1562"/>
                    <a:pt x="54" y="1610"/>
                    <a:pt x="121" y="1610"/>
                  </a:cubicBezTo>
                  <a:lnTo>
                    <a:pt x="1663" y="1610"/>
                  </a:lnTo>
                  <a:cubicBezTo>
                    <a:pt x="1726" y="1610"/>
                    <a:pt x="1778" y="1562"/>
                    <a:pt x="1783" y="1500"/>
                  </a:cubicBezTo>
                  <a:lnTo>
                    <a:pt x="1783" y="107"/>
                  </a:lnTo>
                  <a:cubicBezTo>
                    <a:pt x="1779" y="47"/>
                    <a:pt x="1730" y="1"/>
                    <a:pt x="1672" y="1"/>
                  </a:cubicBezTo>
                  <a:cubicBezTo>
                    <a:pt x="1669" y="1"/>
                    <a:pt x="1666" y="1"/>
                    <a:pt x="1663" y="1"/>
                  </a:cubicBezTo>
                  <a:lnTo>
                    <a:pt x="121" y="1"/>
                  </a:lnTo>
                  <a:cubicBezTo>
                    <a:pt x="118" y="1"/>
                    <a:pt x="115" y="1"/>
                    <a:pt x="112" y="1"/>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6"/>
            <p:cNvSpPr/>
            <p:nvPr/>
          </p:nvSpPr>
          <p:spPr>
            <a:xfrm>
              <a:off x="1368910" y="3610038"/>
              <a:ext cx="46705" cy="42176"/>
            </a:xfrm>
            <a:custGeom>
              <a:rect b="b" l="l" r="r" t="t"/>
              <a:pathLst>
                <a:path extrusionOk="0" h="1611" w="1784">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6"/>
            <p:cNvSpPr/>
            <p:nvPr/>
          </p:nvSpPr>
          <p:spPr>
            <a:xfrm>
              <a:off x="1357731" y="3386435"/>
              <a:ext cx="77755" cy="36390"/>
            </a:xfrm>
            <a:custGeom>
              <a:rect b="b" l="l" r="r" t="t"/>
              <a:pathLst>
                <a:path extrusionOk="0" h="1390" w="2970">
                  <a:moveTo>
                    <a:pt x="442" y="1"/>
                  </a:moveTo>
                  <a:cubicBezTo>
                    <a:pt x="197" y="1"/>
                    <a:pt x="0" y="178"/>
                    <a:pt x="0" y="394"/>
                  </a:cubicBezTo>
                  <a:lnTo>
                    <a:pt x="0" y="1211"/>
                  </a:lnTo>
                  <a:cubicBezTo>
                    <a:pt x="10" y="1314"/>
                    <a:pt x="91" y="1389"/>
                    <a:pt x="193" y="1389"/>
                  </a:cubicBezTo>
                  <a:cubicBezTo>
                    <a:pt x="196" y="1389"/>
                    <a:pt x="199" y="1389"/>
                    <a:pt x="202" y="1389"/>
                  </a:cubicBezTo>
                  <a:lnTo>
                    <a:pt x="2767" y="1389"/>
                  </a:lnTo>
                  <a:cubicBezTo>
                    <a:pt x="2770" y="1389"/>
                    <a:pt x="2773" y="1389"/>
                    <a:pt x="2776" y="1389"/>
                  </a:cubicBezTo>
                  <a:cubicBezTo>
                    <a:pt x="2878" y="1389"/>
                    <a:pt x="2965" y="1309"/>
                    <a:pt x="2969" y="1206"/>
                  </a:cubicBezTo>
                  <a:lnTo>
                    <a:pt x="2969" y="394"/>
                  </a:lnTo>
                  <a:cubicBezTo>
                    <a:pt x="2969" y="178"/>
                    <a:pt x="2767" y="1"/>
                    <a:pt x="252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6"/>
            <p:cNvSpPr/>
            <p:nvPr/>
          </p:nvSpPr>
          <p:spPr>
            <a:xfrm>
              <a:off x="1400614" y="3386304"/>
              <a:ext cx="34872" cy="36390"/>
            </a:xfrm>
            <a:custGeom>
              <a:rect b="b" l="l" r="r" t="t"/>
              <a:pathLst>
                <a:path extrusionOk="0" h="1390" w="1332">
                  <a:moveTo>
                    <a:pt x="236" y="1389"/>
                  </a:moveTo>
                  <a:cubicBezTo>
                    <a:pt x="239" y="1389"/>
                    <a:pt x="242" y="1389"/>
                    <a:pt x="245" y="1389"/>
                  </a:cubicBezTo>
                  <a:cubicBezTo>
                    <a:pt x="248" y="1389"/>
                    <a:pt x="251" y="1389"/>
                    <a:pt x="254" y="1389"/>
                  </a:cubicBezTo>
                  <a:close/>
                  <a:moveTo>
                    <a:pt x="1" y="1"/>
                  </a:moveTo>
                  <a:cubicBezTo>
                    <a:pt x="241" y="1"/>
                    <a:pt x="443" y="183"/>
                    <a:pt x="443" y="399"/>
                  </a:cubicBezTo>
                  <a:lnTo>
                    <a:pt x="443" y="1211"/>
                  </a:lnTo>
                  <a:cubicBezTo>
                    <a:pt x="433" y="1307"/>
                    <a:pt x="352" y="1385"/>
                    <a:pt x="254" y="1389"/>
                  </a:cubicBezTo>
                  <a:lnTo>
                    <a:pt x="1129" y="1389"/>
                  </a:lnTo>
                  <a:cubicBezTo>
                    <a:pt x="1132" y="1389"/>
                    <a:pt x="1135" y="1389"/>
                    <a:pt x="1138" y="1389"/>
                  </a:cubicBezTo>
                  <a:cubicBezTo>
                    <a:pt x="1240" y="1389"/>
                    <a:pt x="1322" y="1309"/>
                    <a:pt x="1331" y="1211"/>
                  </a:cubicBezTo>
                  <a:lnTo>
                    <a:pt x="1331" y="395"/>
                  </a:lnTo>
                  <a:cubicBezTo>
                    <a:pt x="1331" y="178"/>
                    <a:pt x="1134" y="1"/>
                    <a:pt x="889"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6"/>
            <p:cNvSpPr/>
            <p:nvPr/>
          </p:nvSpPr>
          <p:spPr>
            <a:xfrm>
              <a:off x="1323907" y="3389917"/>
              <a:ext cx="281854" cy="329214"/>
            </a:xfrm>
            <a:custGeom>
              <a:rect b="b" l="l" r="r" t="t"/>
              <a:pathLst>
                <a:path extrusionOk="0" h="12575" w="10766">
                  <a:moveTo>
                    <a:pt x="8199" y="1"/>
                  </a:moveTo>
                  <a:cubicBezTo>
                    <a:pt x="7939" y="1"/>
                    <a:pt x="7940" y="406"/>
                    <a:pt x="8203" y="406"/>
                  </a:cubicBezTo>
                  <a:cubicBezTo>
                    <a:pt x="8210" y="406"/>
                    <a:pt x="8217" y="406"/>
                    <a:pt x="8225" y="406"/>
                  </a:cubicBezTo>
                  <a:lnTo>
                    <a:pt x="9209" y="406"/>
                  </a:lnTo>
                  <a:cubicBezTo>
                    <a:pt x="9215" y="405"/>
                    <a:pt x="9221" y="405"/>
                    <a:pt x="9226" y="405"/>
                  </a:cubicBezTo>
                  <a:cubicBezTo>
                    <a:pt x="9334" y="405"/>
                    <a:pt x="9426" y="493"/>
                    <a:pt x="9430" y="603"/>
                  </a:cubicBezTo>
                  <a:lnTo>
                    <a:pt x="9430" y="10840"/>
                  </a:lnTo>
                  <a:cubicBezTo>
                    <a:pt x="9426" y="10950"/>
                    <a:pt x="9334" y="11038"/>
                    <a:pt x="9226" y="11038"/>
                  </a:cubicBezTo>
                  <a:cubicBezTo>
                    <a:pt x="9221" y="11038"/>
                    <a:pt x="9215" y="11037"/>
                    <a:pt x="9209" y="11037"/>
                  </a:cubicBezTo>
                  <a:lnTo>
                    <a:pt x="668" y="11037"/>
                  </a:lnTo>
                  <a:cubicBezTo>
                    <a:pt x="662" y="11037"/>
                    <a:pt x="656" y="11038"/>
                    <a:pt x="651" y="11038"/>
                  </a:cubicBezTo>
                  <a:cubicBezTo>
                    <a:pt x="539" y="11038"/>
                    <a:pt x="451" y="10950"/>
                    <a:pt x="442" y="10840"/>
                  </a:cubicBezTo>
                  <a:lnTo>
                    <a:pt x="442" y="10018"/>
                  </a:lnTo>
                  <a:cubicBezTo>
                    <a:pt x="430" y="9884"/>
                    <a:pt x="326" y="9817"/>
                    <a:pt x="221" y="9817"/>
                  </a:cubicBezTo>
                  <a:cubicBezTo>
                    <a:pt x="117" y="9817"/>
                    <a:pt x="12" y="9884"/>
                    <a:pt x="0" y="10018"/>
                  </a:cubicBezTo>
                  <a:lnTo>
                    <a:pt x="0" y="10835"/>
                  </a:lnTo>
                  <a:cubicBezTo>
                    <a:pt x="0" y="11167"/>
                    <a:pt x="298" y="11436"/>
                    <a:pt x="668" y="11436"/>
                  </a:cubicBezTo>
                  <a:lnTo>
                    <a:pt x="889" y="11436"/>
                  </a:lnTo>
                  <a:lnTo>
                    <a:pt x="889" y="11974"/>
                  </a:lnTo>
                  <a:cubicBezTo>
                    <a:pt x="889" y="12305"/>
                    <a:pt x="1191" y="12574"/>
                    <a:pt x="1557" y="12574"/>
                  </a:cubicBezTo>
                  <a:lnTo>
                    <a:pt x="10098" y="12574"/>
                  </a:lnTo>
                  <a:cubicBezTo>
                    <a:pt x="10468" y="12574"/>
                    <a:pt x="10766" y="12300"/>
                    <a:pt x="10766" y="11974"/>
                  </a:cubicBezTo>
                  <a:lnTo>
                    <a:pt x="10766" y="11714"/>
                  </a:lnTo>
                  <a:cubicBezTo>
                    <a:pt x="10754" y="11580"/>
                    <a:pt x="10649" y="11512"/>
                    <a:pt x="10545" y="11512"/>
                  </a:cubicBezTo>
                  <a:cubicBezTo>
                    <a:pt x="10440" y="11512"/>
                    <a:pt x="10336" y="11580"/>
                    <a:pt x="10324" y="11714"/>
                  </a:cubicBezTo>
                  <a:lnTo>
                    <a:pt x="10324" y="11974"/>
                  </a:lnTo>
                  <a:cubicBezTo>
                    <a:pt x="10315" y="12086"/>
                    <a:pt x="10223" y="12176"/>
                    <a:pt x="10107" y="12176"/>
                  </a:cubicBezTo>
                  <a:cubicBezTo>
                    <a:pt x="10104" y="12176"/>
                    <a:pt x="10101" y="12176"/>
                    <a:pt x="10098" y="12175"/>
                  </a:cubicBezTo>
                  <a:lnTo>
                    <a:pt x="1557" y="12175"/>
                  </a:lnTo>
                  <a:cubicBezTo>
                    <a:pt x="1554" y="12176"/>
                    <a:pt x="1551" y="12176"/>
                    <a:pt x="1548" y="12176"/>
                  </a:cubicBezTo>
                  <a:cubicBezTo>
                    <a:pt x="1436" y="12176"/>
                    <a:pt x="1340" y="12086"/>
                    <a:pt x="1336" y="11974"/>
                  </a:cubicBezTo>
                  <a:lnTo>
                    <a:pt x="1336" y="11436"/>
                  </a:lnTo>
                  <a:lnTo>
                    <a:pt x="9209" y="11436"/>
                  </a:lnTo>
                  <a:cubicBezTo>
                    <a:pt x="9579" y="11436"/>
                    <a:pt x="9877" y="11167"/>
                    <a:pt x="9877" y="10835"/>
                  </a:cubicBezTo>
                  <a:lnTo>
                    <a:pt x="9877" y="1539"/>
                  </a:lnTo>
                  <a:lnTo>
                    <a:pt x="10098" y="1539"/>
                  </a:lnTo>
                  <a:cubicBezTo>
                    <a:pt x="10101" y="1539"/>
                    <a:pt x="10105" y="1539"/>
                    <a:pt x="10108" y="1539"/>
                  </a:cubicBezTo>
                  <a:cubicBezTo>
                    <a:pt x="10223" y="1539"/>
                    <a:pt x="10315" y="1624"/>
                    <a:pt x="10324" y="1741"/>
                  </a:cubicBezTo>
                  <a:lnTo>
                    <a:pt x="10324" y="10854"/>
                  </a:lnTo>
                  <a:cubicBezTo>
                    <a:pt x="10329" y="10967"/>
                    <a:pt x="10424" y="11051"/>
                    <a:pt x="10536" y="11051"/>
                  </a:cubicBezTo>
                  <a:cubicBezTo>
                    <a:pt x="10539" y="11051"/>
                    <a:pt x="10542" y="11051"/>
                    <a:pt x="10545" y="11051"/>
                  </a:cubicBezTo>
                  <a:cubicBezTo>
                    <a:pt x="10548" y="11051"/>
                    <a:pt x="10551" y="11051"/>
                    <a:pt x="10554" y="11051"/>
                  </a:cubicBezTo>
                  <a:cubicBezTo>
                    <a:pt x="10666" y="11051"/>
                    <a:pt x="10761" y="10966"/>
                    <a:pt x="10766" y="10850"/>
                  </a:cubicBezTo>
                  <a:lnTo>
                    <a:pt x="10766" y="1736"/>
                  </a:lnTo>
                  <a:cubicBezTo>
                    <a:pt x="10766" y="1405"/>
                    <a:pt x="10468" y="1136"/>
                    <a:pt x="10098" y="1136"/>
                  </a:cubicBezTo>
                  <a:lnTo>
                    <a:pt x="9877" y="1136"/>
                  </a:lnTo>
                  <a:lnTo>
                    <a:pt x="9877" y="603"/>
                  </a:lnTo>
                  <a:cubicBezTo>
                    <a:pt x="9877" y="271"/>
                    <a:pt x="9575" y="2"/>
                    <a:pt x="9209" y="2"/>
                  </a:cubicBezTo>
                  <a:lnTo>
                    <a:pt x="8225" y="2"/>
                  </a:lnTo>
                  <a:cubicBezTo>
                    <a:pt x="8216" y="1"/>
                    <a:pt x="8207" y="1"/>
                    <a:pt x="81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86"/>
            <p:cNvSpPr/>
            <p:nvPr/>
          </p:nvSpPr>
          <p:spPr>
            <a:xfrm>
              <a:off x="1323907" y="3359888"/>
              <a:ext cx="196219" cy="274471"/>
            </a:xfrm>
            <a:custGeom>
              <a:rect b="b" l="l" r="r" t="t"/>
              <a:pathLst>
                <a:path extrusionOk="0" h="10484" w="7495">
                  <a:moveTo>
                    <a:pt x="3069" y="409"/>
                  </a:moveTo>
                  <a:cubicBezTo>
                    <a:pt x="3142" y="409"/>
                    <a:pt x="3205" y="470"/>
                    <a:pt x="3209" y="544"/>
                  </a:cubicBezTo>
                  <a:lnTo>
                    <a:pt x="3209" y="813"/>
                  </a:lnTo>
                  <a:lnTo>
                    <a:pt x="2344" y="813"/>
                  </a:lnTo>
                  <a:lnTo>
                    <a:pt x="2344" y="544"/>
                  </a:lnTo>
                  <a:lnTo>
                    <a:pt x="2349" y="544"/>
                  </a:lnTo>
                  <a:cubicBezTo>
                    <a:pt x="2354" y="470"/>
                    <a:pt x="2417" y="409"/>
                    <a:pt x="2490" y="409"/>
                  </a:cubicBezTo>
                  <a:cubicBezTo>
                    <a:pt x="2493" y="409"/>
                    <a:pt x="2495" y="409"/>
                    <a:pt x="2498" y="409"/>
                  </a:cubicBezTo>
                  <a:lnTo>
                    <a:pt x="3060" y="409"/>
                  </a:lnTo>
                  <a:cubicBezTo>
                    <a:pt x="3063" y="409"/>
                    <a:pt x="3066" y="409"/>
                    <a:pt x="3069" y="409"/>
                  </a:cubicBezTo>
                  <a:close/>
                  <a:moveTo>
                    <a:pt x="3833" y="1211"/>
                  </a:moveTo>
                  <a:cubicBezTo>
                    <a:pt x="3940" y="1211"/>
                    <a:pt x="4031" y="1296"/>
                    <a:pt x="4040" y="1408"/>
                  </a:cubicBezTo>
                  <a:lnTo>
                    <a:pt x="4040" y="2201"/>
                  </a:lnTo>
                  <a:lnTo>
                    <a:pt x="1518" y="2201"/>
                  </a:lnTo>
                  <a:lnTo>
                    <a:pt x="1518" y="1408"/>
                  </a:lnTo>
                  <a:cubicBezTo>
                    <a:pt x="1523" y="1296"/>
                    <a:pt x="1614" y="1211"/>
                    <a:pt x="1725" y="1211"/>
                  </a:cubicBezTo>
                  <a:cubicBezTo>
                    <a:pt x="1728" y="1211"/>
                    <a:pt x="1731" y="1211"/>
                    <a:pt x="1734" y="1211"/>
                  </a:cubicBezTo>
                  <a:lnTo>
                    <a:pt x="3824" y="1211"/>
                  </a:lnTo>
                  <a:cubicBezTo>
                    <a:pt x="3827" y="1211"/>
                    <a:pt x="3830" y="1211"/>
                    <a:pt x="3833" y="1211"/>
                  </a:cubicBezTo>
                  <a:close/>
                  <a:moveTo>
                    <a:pt x="2498" y="1"/>
                  </a:moveTo>
                  <a:cubicBezTo>
                    <a:pt x="2167" y="1"/>
                    <a:pt x="1902" y="241"/>
                    <a:pt x="1902" y="539"/>
                  </a:cubicBezTo>
                  <a:lnTo>
                    <a:pt x="1902" y="808"/>
                  </a:lnTo>
                  <a:lnTo>
                    <a:pt x="1734" y="808"/>
                  </a:lnTo>
                  <a:cubicBezTo>
                    <a:pt x="1730" y="808"/>
                    <a:pt x="1725" y="808"/>
                    <a:pt x="1721" y="808"/>
                  </a:cubicBezTo>
                  <a:cubicBezTo>
                    <a:pt x="1481" y="808"/>
                    <a:pt x="1261" y="932"/>
                    <a:pt x="1139" y="1144"/>
                  </a:cubicBezTo>
                  <a:lnTo>
                    <a:pt x="668" y="1144"/>
                  </a:lnTo>
                  <a:cubicBezTo>
                    <a:pt x="298" y="1144"/>
                    <a:pt x="0" y="1413"/>
                    <a:pt x="0" y="1745"/>
                  </a:cubicBezTo>
                  <a:lnTo>
                    <a:pt x="0" y="10281"/>
                  </a:lnTo>
                  <a:cubicBezTo>
                    <a:pt x="5" y="10398"/>
                    <a:pt x="100" y="10483"/>
                    <a:pt x="212" y="10483"/>
                  </a:cubicBezTo>
                  <a:cubicBezTo>
                    <a:pt x="215" y="10483"/>
                    <a:pt x="218" y="10483"/>
                    <a:pt x="221" y="10483"/>
                  </a:cubicBezTo>
                  <a:lnTo>
                    <a:pt x="226" y="10483"/>
                  </a:lnTo>
                  <a:cubicBezTo>
                    <a:pt x="229" y="10483"/>
                    <a:pt x="232" y="10483"/>
                    <a:pt x="235" y="10483"/>
                  </a:cubicBezTo>
                  <a:cubicBezTo>
                    <a:pt x="346" y="10483"/>
                    <a:pt x="442" y="10398"/>
                    <a:pt x="447" y="10281"/>
                  </a:cubicBezTo>
                  <a:lnTo>
                    <a:pt x="447" y="1750"/>
                  </a:lnTo>
                  <a:cubicBezTo>
                    <a:pt x="451" y="1635"/>
                    <a:pt x="543" y="1547"/>
                    <a:pt x="651" y="1547"/>
                  </a:cubicBezTo>
                  <a:cubicBezTo>
                    <a:pt x="657" y="1547"/>
                    <a:pt x="662" y="1547"/>
                    <a:pt x="668" y="1548"/>
                  </a:cubicBezTo>
                  <a:lnTo>
                    <a:pt x="1071" y="1548"/>
                  </a:lnTo>
                  <a:lnTo>
                    <a:pt x="1071" y="2220"/>
                  </a:lnTo>
                  <a:cubicBezTo>
                    <a:pt x="1071" y="2432"/>
                    <a:pt x="1264" y="2600"/>
                    <a:pt x="1499" y="2600"/>
                  </a:cubicBezTo>
                  <a:lnTo>
                    <a:pt x="4059" y="2600"/>
                  </a:lnTo>
                  <a:cubicBezTo>
                    <a:pt x="4295" y="2600"/>
                    <a:pt x="4487" y="2432"/>
                    <a:pt x="4487" y="2220"/>
                  </a:cubicBezTo>
                  <a:lnTo>
                    <a:pt x="4487" y="1543"/>
                  </a:lnTo>
                  <a:lnTo>
                    <a:pt x="7273" y="1543"/>
                  </a:lnTo>
                  <a:cubicBezTo>
                    <a:pt x="7279" y="1543"/>
                    <a:pt x="7285" y="1544"/>
                    <a:pt x="7291" y="1544"/>
                  </a:cubicBezTo>
                  <a:cubicBezTo>
                    <a:pt x="7403" y="1544"/>
                    <a:pt x="7494" y="1455"/>
                    <a:pt x="7494" y="1341"/>
                  </a:cubicBezTo>
                  <a:cubicBezTo>
                    <a:pt x="7494" y="1234"/>
                    <a:pt x="7407" y="1143"/>
                    <a:pt x="7297" y="1143"/>
                  </a:cubicBezTo>
                  <a:cubicBezTo>
                    <a:pt x="7289" y="1143"/>
                    <a:pt x="7281" y="1143"/>
                    <a:pt x="7273" y="1144"/>
                  </a:cubicBezTo>
                  <a:lnTo>
                    <a:pt x="4415" y="1144"/>
                  </a:lnTo>
                  <a:cubicBezTo>
                    <a:pt x="4292" y="932"/>
                    <a:pt x="4073" y="808"/>
                    <a:pt x="3833" y="808"/>
                  </a:cubicBezTo>
                  <a:cubicBezTo>
                    <a:pt x="3828" y="808"/>
                    <a:pt x="3824" y="808"/>
                    <a:pt x="3819" y="808"/>
                  </a:cubicBezTo>
                  <a:lnTo>
                    <a:pt x="3651" y="808"/>
                  </a:lnTo>
                  <a:lnTo>
                    <a:pt x="3651" y="539"/>
                  </a:lnTo>
                  <a:cubicBezTo>
                    <a:pt x="3651" y="246"/>
                    <a:pt x="3387" y="1"/>
                    <a:pt x="30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86"/>
            <p:cNvSpPr/>
            <p:nvPr/>
          </p:nvSpPr>
          <p:spPr>
            <a:xfrm>
              <a:off x="1436690" y="3477070"/>
              <a:ext cx="106579" cy="10681"/>
            </a:xfrm>
            <a:custGeom>
              <a:rect b="b" l="l" r="r" t="t"/>
              <a:pathLst>
                <a:path extrusionOk="0" h="408" w="4071">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2"/>
                    <a:pt x="3866" y="2"/>
                  </a:cubicBezTo>
                  <a:cubicBezTo>
                    <a:pt x="3861" y="2"/>
                    <a:pt x="3855" y="2"/>
                    <a:pt x="3849" y="2"/>
                  </a:cubicBezTo>
                  <a:lnTo>
                    <a:pt x="290" y="2"/>
                  </a:lnTo>
                  <a:cubicBezTo>
                    <a:pt x="281" y="1"/>
                    <a:pt x="272"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6"/>
            <p:cNvSpPr/>
            <p:nvPr/>
          </p:nvSpPr>
          <p:spPr>
            <a:xfrm>
              <a:off x="1436690" y="3499585"/>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204"/>
                  </a:cubicBezTo>
                  <a:cubicBezTo>
                    <a:pt x="4070" y="92"/>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6"/>
            <p:cNvSpPr/>
            <p:nvPr/>
          </p:nvSpPr>
          <p:spPr>
            <a:xfrm>
              <a:off x="1436690" y="3545112"/>
              <a:ext cx="106579" cy="10681"/>
            </a:xfrm>
            <a:custGeom>
              <a:rect b="b" l="l" r="r" t="t"/>
              <a:pathLst>
                <a:path extrusionOk="0" h="408" w="4071">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1"/>
                    <a:pt x="3866" y="1"/>
                  </a:cubicBezTo>
                  <a:cubicBezTo>
                    <a:pt x="3861" y="1"/>
                    <a:pt x="3855" y="2"/>
                    <a:pt x="3849" y="2"/>
                  </a:cubicBezTo>
                  <a:lnTo>
                    <a:pt x="290" y="2"/>
                  </a:lnTo>
                  <a:cubicBezTo>
                    <a:pt x="281" y="1"/>
                    <a:pt x="272"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86"/>
            <p:cNvSpPr/>
            <p:nvPr/>
          </p:nvSpPr>
          <p:spPr>
            <a:xfrm>
              <a:off x="1436690" y="3567626"/>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199"/>
                  </a:cubicBezTo>
                  <a:cubicBezTo>
                    <a:pt x="4070" y="92"/>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86"/>
            <p:cNvSpPr/>
            <p:nvPr/>
          </p:nvSpPr>
          <p:spPr>
            <a:xfrm>
              <a:off x="1436664" y="3613153"/>
              <a:ext cx="106605" cy="10655"/>
            </a:xfrm>
            <a:custGeom>
              <a:rect b="b" l="l" r="r" t="t"/>
              <a:pathLst>
                <a:path extrusionOk="0" h="407" w="4072">
                  <a:moveTo>
                    <a:pt x="264" y="1"/>
                  </a:moveTo>
                  <a:cubicBezTo>
                    <a:pt x="0" y="1"/>
                    <a:pt x="2" y="407"/>
                    <a:pt x="268" y="407"/>
                  </a:cubicBezTo>
                  <a:cubicBezTo>
                    <a:pt x="275" y="407"/>
                    <a:pt x="283" y="406"/>
                    <a:pt x="291" y="406"/>
                  </a:cubicBezTo>
                  <a:lnTo>
                    <a:pt x="3850" y="406"/>
                  </a:lnTo>
                  <a:cubicBezTo>
                    <a:pt x="3856" y="406"/>
                    <a:pt x="3862" y="406"/>
                    <a:pt x="3867" y="406"/>
                  </a:cubicBezTo>
                  <a:cubicBezTo>
                    <a:pt x="3976" y="406"/>
                    <a:pt x="4071" y="318"/>
                    <a:pt x="4071" y="204"/>
                  </a:cubicBezTo>
                  <a:cubicBezTo>
                    <a:pt x="4071" y="90"/>
                    <a:pt x="3976" y="1"/>
                    <a:pt x="3867" y="1"/>
                  </a:cubicBezTo>
                  <a:cubicBezTo>
                    <a:pt x="3862" y="1"/>
                    <a:pt x="3856" y="2"/>
                    <a:pt x="3850" y="2"/>
                  </a:cubicBezTo>
                  <a:lnTo>
                    <a:pt x="291" y="2"/>
                  </a:lnTo>
                  <a:cubicBezTo>
                    <a:pt x="281" y="1"/>
                    <a:pt x="273" y="1"/>
                    <a:pt x="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6"/>
            <p:cNvSpPr/>
            <p:nvPr/>
          </p:nvSpPr>
          <p:spPr>
            <a:xfrm>
              <a:off x="1436690" y="3635668"/>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5" y="401"/>
                    <a:pt x="3861" y="402"/>
                    <a:pt x="3866" y="402"/>
                  </a:cubicBezTo>
                  <a:cubicBezTo>
                    <a:pt x="3975" y="402"/>
                    <a:pt x="4070" y="313"/>
                    <a:pt x="4070" y="199"/>
                  </a:cubicBezTo>
                  <a:cubicBezTo>
                    <a:pt x="4070" y="91"/>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86"/>
            <p:cNvSpPr/>
            <p:nvPr/>
          </p:nvSpPr>
          <p:spPr>
            <a:xfrm>
              <a:off x="1363124" y="3467671"/>
              <a:ext cx="72859" cy="53748"/>
            </a:xfrm>
            <a:custGeom>
              <a:rect b="b" l="l" r="r" t="t"/>
              <a:pathLst>
                <a:path extrusionOk="0" h="2053" w="2783">
                  <a:moveTo>
                    <a:pt x="1778" y="443"/>
                  </a:moveTo>
                  <a:lnTo>
                    <a:pt x="1778" y="520"/>
                  </a:lnTo>
                  <a:lnTo>
                    <a:pt x="1336" y="861"/>
                  </a:lnTo>
                  <a:lnTo>
                    <a:pt x="1125" y="654"/>
                  </a:lnTo>
                  <a:cubicBezTo>
                    <a:pt x="1080" y="612"/>
                    <a:pt x="1022" y="590"/>
                    <a:pt x="963" y="590"/>
                  </a:cubicBezTo>
                  <a:cubicBezTo>
                    <a:pt x="910" y="590"/>
                    <a:pt x="856" y="608"/>
                    <a:pt x="813" y="645"/>
                  </a:cubicBezTo>
                  <a:cubicBezTo>
                    <a:pt x="722" y="717"/>
                    <a:pt x="717" y="851"/>
                    <a:pt x="798" y="928"/>
                  </a:cubicBezTo>
                  <a:lnTo>
                    <a:pt x="1154" y="1274"/>
                  </a:lnTo>
                  <a:cubicBezTo>
                    <a:pt x="1197" y="1317"/>
                    <a:pt x="1260" y="1341"/>
                    <a:pt x="1317" y="1341"/>
                  </a:cubicBezTo>
                  <a:cubicBezTo>
                    <a:pt x="1370" y="1341"/>
                    <a:pt x="1423" y="1327"/>
                    <a:pt x="1461" y="1293"/>
                  </a:cubicBezTo>
                  <a:lnTo>
                    <a:pt x="1778" y="1053"/>
                  </a:lnTo>
                  <a:lnTo>
                    <a:pt x="1778" y="1649"/>
                  </a:lnTo>
                  <a:lnTo>
                    <a:pt x="443" y="1649"/>
                  </a:lnTo>
                  <a:lnTo>
                    <a:pt x="443" y="443"/>
                  </a:lnTo>
                  <a:close/>
                  <a:moveTo>
                    <a:pt x="2534" y="1"/>
                  </a:moveTo>
                  <a:cubicBezTo>
                    <a:pt x="2484" y="1"/>
                    <a:pt x="2434" y="17"/>
                    <a:pt x="2393" y="49"/>
                  </a:cubicBezTo>
                  <a:lnTo>
                    <a:pt x="2187" y="207"/>
                  </a:lnTo>
                  <a:cubicBezTo>
                    <a:pt x="2120" y="102"/>
                    <a:pt x="2009" y="39"/>
                    <a:pt x="1884" y="39"/>
                  </a:cubicBezTo>
                  <a:lnTo>
                    <a:pt x="342" y="39"/>
                  </a:lnTo>
                  <a:cubicBezTo>
                    <a:pt x="339" y="39"/>
                    <a:pt x="336" y="39"/>
                    <a:pt x="333" y="39"/>
                  </a:cubicBezTo>
                  <a:cubicBezTo>
                    <a:pt x="154" y="39"/>
                    <a:pt x="10" y="172"/>
                    <a:pt x="1" y="352"/>
                  </a:cubicBezTo>
                  <a:lnTo>
                    <a:pt x="1" y="1745"/>
                  </a:lnTo>
                  <a:cubicBezTo>
                    <a:pt x="10" y="1919"/>
                    <a:pt x="154" y="2052"/>
                    <a:pt x="333" y="2052"/>
                  </a:cubicBezTo>
                  <a:cubicBezTo>
                    <a:pt x="336" y="2052"/>
                    <a:pt x="339" y="2052"/>
                    <a:pt x="342" y="2052"/>
                  </a:cubicBezTo>
                  <a:lnTo>
                    <a:pt x="1884" y="2052"/>
                  </a:lnTo>
                  <a:cubicBezTo>
                    <a:pt x="1887" y="2052"/>
                    <a:pt x="1890" y="2052"/>
                    <a:pt x="1893" y="2052"/>
                  </a:cubicBezTo>
                  <a:cubicBezTo>
                    <a:pt x="2067" y="2052"/>
                    <a:pt x="2216" y="1919"/>
                    <a:pt x="2225" y="1745"/>
                  </a:cubicBezTo>
                  <a:lnTo>
                    <a:pt x="2225" y="707"/>
                  </a:lnTo>
                  <a:lnTo>
                    <a:pt x="2682" y="356"/>
                  </a:lnTo>
                  <a:cubicBezTo>
                    <a:pt x="2773" y="289"/>
                    <a:pt x="2782" y="155"/>
                    <a:pt x="2706" y="73"/>
                  </a:cubicBezTo>
                  <a:cubicBezTo>
                    <a:pt x="2658" y="25"/>
                    <a:pt x="2595" y="1"/>
                    <a:pt x="25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86"/>
            <p:cNvSpPr/>
            <p:nvPr/>
          </p:nvSpPr>
          <p:spPr>
            <a:xfrm>
              <a:off x="1363124" y="3536184"/>
              <a:ext cx="72859" cy="53145"/>
            </a:xfrm>
            <a:custGeom>
              <a:rect b="b" l="l" r="r" t="t"/>
              <a:pathLst>
                <a:path extrusionOk="0" h="2030" w="2783">
                  <a:moveTo>
                    <a:pt x="1778" y="425"/>
                  </a:moveTo>
                  <a:lnTo>
                    <a:pt x="1778" y="521"/>
                  </a:lnTo>
                  <a:lnTo>
                    <a:pt x="1336" y="862"/>
                  </a:lnTo>
                  <a:lnTo>
                    <a:pt x="1125" y="655"/>
                  </a:lnTo>
                  <a:cubicBezTo>
                    <a:pt x="1080" y="613"/>
                    <a:pt x="1022" y="591"/>
                    <a:pt x="963" y="591"/>
                  </a:cubicBezTo>
                  <a:cubicBezTo>
                    <a:pt x="910" y="591"/>
                    <a:pt x="856" y="609"/>
                    <a:pt x="813" y="646"/>
                  </a:cubicBezTo>
                  <a:cubicBezTo>
                    <a:pt x="722" y="713"/>
                    <a:pt x="717" y="852"/>
                    <a:pt x="798" y="929"/>
                  </a:cubicBezTo>
                  <a:lnTo>
                    <a:pt x="1154" y="1275"/>
                  </a:lnTo>
                  <a:cubicBezTo>
                    <a:pt x="1197" y="1318"/>
                    <a:pt x="1260" y="1342"/>
                    <a:pt x="1317" y="1342"/>
                  </a:cubicBezTo>
                  <a:cubicBezTo>
                    <a:pt x="1370" y="1342"/>
                    <a:pt x="1423" y="1323"/>
                    <a:pt x="1461" y="1294"/>
                  </a:cubicBezTo>
                  <a:lnTo>
                    <a:pt x="1778" y="1054"/>
                  </a:lnTo>
                  <a:lnTo>
                    <a:pt x="1778" y="1631"/>
                  </a:lnTo>
                  <a:lnTo>
                    <a:pt x="443" y="1631"/>
                  </a:lnTo>
                  <a:lnTo>
                    <a:pt x="443" y="425"/>
                  </a:lnTo>
                  <a:close/>
                  <a:moveTo>
                    <a:pt x="2531" y="0"/>
                  </a:moveTo>
                  <a:cubicBezTo>
                    <a:pt x="2481" y="0"/>
                    <a:pt x="2431" y="16"/>
                    <a:pt x="2389" y="50"/>
                  </a:cubicBezTo>
                  <a:lnTo>
                    <a:pt x="2192" y="199"/>
                  </a:lnTo>
                  <a:cubicBezTo>
                    <a:pt x="2131" y="92"/>
                    <a:pt x="2017" y="21"/>
                    <a:pt x="1892" y="21"/>
                  </a:cubicBezTo>
                  <a:cubicBezTo>
                    <a:pt x="1887" y="21"/>
                    <a:pt x="1883" y="21"/>
                    <a:pt x="1879" y="21"/>
                  </a:cubicBezTo>
                  <a:lnTo>
                    <a:pt x="342" y="21"/>
                  </a:lnTo>
                  <a:cubicBezTo>
                    <a:pt x="336" y="21"/>
                    <a:pt x="330" y="21"/>
                    <a:pt x="324" y="21"/>
                  </a:cubicBezTo>
                  <a:cubicBezTo>
                    <a:pt x="150" y="21"/>
                    <a:pt x="10" y="157"/>
                    <a:pt x="1" y="329"/>
                  </a:cubicBezTo>
                  <a:lnTo>
                    <a:pt x="1" y="1722"/>
                  </a:lnTo>
                  <a:cubicBezTo>
                    <a:pt x="10" y="1894"/>
                    <a:pt x="150" y="2030"/>
                    <a:pt x="324" y="2030"/>
                  </a:cubicBezTo>
                  <a:cubicBezTo>
                    <a:pt x="330" y="2030"/>
                    <a:pt x="336" y="2030"/>
                    <a:pt x="342" y="2029"/>
                  </a:cubicBezTo>
                  <a:lnTo>
                    <a:pt x="1884" y="2029"/>
                  </a:lnTo>
                  <a:cubicBezTo>
                    <a:pt x="1890" y="2030"/>
                    <a:pt x="1896" y="2030"/>
                    <a:pt x="1901" y="2030"/>
                  </a:cubicBezTo>
                  <a:cubicBezTo>
                    <a:pt x="2072" y="2030"/>
                    <a:pt x="2216" y="1894"/>
                    <a:pt x="2225" y="1722"/>
                  </a:cubicBezTo>
                  <a:lnTo>
                    <a:pt x="2225" y="708"/>
                  </a:lnTo>
                  <a:lnTo>
                    <a:pt x="2682" y="358"/>
                  </a:lnTo>
                  <a:cubicBezTo>
                    <a:pt x="2773" y="290"/>
                    <a:pt x="2782" y="156"/>
                    <a:pt x="2706" y="74"/>
                  </a:cubicBezTo>
                  <a:cubicBezTo>
                    <a:pt x="2657" y="26"/>
                    <a:pt x="2594" y="0"/>
                    <a:pt x="25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86"/>
            <p:cNvSpPr/>
            <p:nvPr/>
          </p:nvSpPr>
          <p:spPr>
            <a:xfrm>
              <a:off x="1363124" y="3604750"/>
              <a:ext cx="72859" cy="52753"/>
            </a:xfrm>
            <a:custGeom>
              <a:rect b="b" l="l" r="r" t="t"/>
              <a:pathLst>
                <a:path extrusionOk="0" h="2015" w="2783">
                  <a:moveTo>
                    <a:pt x="1778" y="405"/>
                  </a:moveTo>
                  <a:lnTo>
                    <a:pt x="1778" y="554"/>
                  </a:lnTo>
                  <a:lnTo>
                    <a:pt x="1336" y="890"/>
                  </a:lnTo>
                  <a:lnTo>
                    <a:pt x="1125" y="688"/>
                  </a:lnTo>
                  <a:cubicBezTo>
                    <a:pt x="1079" y="645"/>
                    <a:pt x="1020" y="623"/>
                    <a:pt x="960" y="623"/>
                  </a:cubicBezTo>
                  <a:cubicBezTo>
                    <a:pt x="908" y="623"/>
                    <a:pt x="856" y="640"/>
                    <a:pt x="813" y="674"/>
                  </a:cubicBezTo>
                  <a:cubicBezTo>
                    <a:pt x="722" y="746"/>
                    <a:pt x="717" y="880"/>
                    <a:pt x="798" y="957"/>
                  </a:cubicBezTo>
                  <a:lnTo>
                    <a:pt x="1154" y="1308"/>
                  </a:lnTo>
                  <a:cubicBezTo>
                    <a:pt x="1197" y="1351"/>
                    <a:pt x="1260" y="1370"/>
                    <a:pt x="1317" y="1370"/>
                  </a:cubicBezTo>
                  <a:cubicBezTo>
                    <a:pt x="1370" y="1370"/>
                    <a:pt x="1423" y="1356"/>
                    <a:pt x="1461" y="1322"/>
                  </a:cubicBezTo>
                  <a:lnTo>
                    <a:pt x="1778" y="1082"/>
                  </a:lnTo>
                  <a:lnTo>
                    <a:pt x="1778" y="1611"/>
                  </a:lnTo>
                  <a:lnTo>
                    <a:pt x="443" y="1611"/>
                  </a:lnTo>
                  <a:lnTo>
                    <a:pt x="443" y="405"/>
                  </a:lnTo>
                  <a:close/>
                  <a:moveTo>
                    <a:pt x="324" y="1"/>
                  </a:moveTo>
                  <a:cubicBezTo>
                    <a:pt x="150" y="1"/>
                    <a:pt x="10" y="137"/>
                    <a:pt x="1" y="309"/>
                  </a:cubicBezTo>
                  <a:lnTo>
                    <a:pt x="1" y="1702"/>
                  </a:lnTo>
                  <a:cubicBezTo>
                    <a:pt x="10" y="1881"/>
                    <a:pt x="154" y="2014"/>
                    <a:pt x="333" y="2014"/>
                  </a:cubicBezTo>
                  <a:cubicBezTo>
                    <a:pt x="336" y="2014"/>
                    <a:pt x="339" y="2014"/>
                    <a:pt x="342" y="2014"/>
                  </a:cubicBezTo>
                  <a:lnTo>
                    <a:pt x="1884" y="2014"/>
                  </a:lnTo>
                  <a:cubicBezTo>
                    <a:pt x="1887" y="2014"/>
                    <a:pt x="1890" y="2014"/>
                    <a:pt x="1893" y="2014"/>
                  </a:cubicBezTo>
                  <a:cubicBezTo>
                    <a:pt x="2067" y="2014"/>
                    <a:pt x="2216" y="1881"/>
                    <a:pt x="2225" y="1702"/>
                  </a:cubicBezTo>
                  <a:lnTo>
                    <a:pt x="2225" y="732"/>
                  </a:lnTo>
                  <a:lnTo>
                    <a:pt x="2682" y="381"/>
                  </a:lnTo>
                  <a:cubicBezTo>
                    <a:pt x="2773" y="314"/>
                    <a:pt x="2782" y="179"/>
                    <a:pt x="2706" y="97"/>
                  </a:cubicBezTo>
                  <a:cubicBezTo>
                    <a:pt x="2658" y="50"/>
                    <a:pt x="2595" y="25"/>
                    <a:pt x="2533" y="25"/>
                  </a:cubicBezTo>
                  <a:cubicBezTo>
                    <a:pt x="2482" y="25"/>
                    <a:pt x="2432" y="41"/>
                    <a:pt x="2389" y="73"/>
                  </a:cubicBezTo>
                  <a:lnTo>
                    <a:pt x="2389" y="78"/>
                  </a:lnTo>
                  <a:lnTo>
                    <a:pt x="2211" y="217"/>
                  </a:lnTo>
                  <a:cubicBezTo>
                    <a:pt x="2159" y="87"/>
                    <a:pt x="2035" y="1"/>
                    <a:pt x="1896" y="1"/>
                  </a:cubicBezTo>
                  <a:cubicBezTo>
                    <a:pt x="1892" y="1"/>
                    <a:pt x="1888" y="1"/>
                    <a:pt x="1884" y="1"/>
                  </a:cubicBezTo>
                  <a:lnTo>
                    <a:pt x="342" y="1"/>
                  </a:lnTo>
                  <a:cubicBezTo>
                    <a:pt x="336" y="1"/>
                    <a:pt x="330" y="1"/>
                    <a:pt x="3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7" name="Google Shape;13077;p86"/>
          <p:cNvGrpSpPr/>
          <p:nvPr/>
        </p:nvGrpSpPr>
        <p:grpSpPr>
          <a:xfrm>
            <a:off x="2184548" y="3859455"/>
            <a:ext cx="354948" cy="286776"/>
            <a:chOff x="2184548" y="3859455"/>
            <a:chExt cx="354948" cy="286776"/>
          </a:xfrm>
        </p:grpSpPr>
        <p:sp>
          <p:nvSpPr>
            <p:cNvPr id="13078" name="Google Shape;13078;p86"/>
            <p:cNvSpPr/>
            <p:nvPr/>
          </p:nvSpPr>
          <p:spPr>
            <a:xfrm>
              <a:off x="2189810" y="3864743"/>
              <a:ext cx="68958" cy="276199"/>
            </a:xfrm>
            <a:custGeom>
              <a:rect b="b" l="l" r="r" t="t"/>
              <a:pathLst>
                <a:path extrusionOk="0" h="10550" w="2634">
                  <a:moveTo>
                    <a:pt x="1" y="0"/>
                  </a:moveTo>
                  <a:lnTo>
                    <a:pt x="1" y="10550"/>
                  </a:lnTo>
                  <a:lnTo>
                    <a:pt x="2634" y="10550"/>
                  </a:lnTo>
                  <a:lnTo>
                    <a:pt x="2634" y="6558"/>
                  </a:lnTo>
                  <a:lnTo>
                    <a:pt x="2634"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86"/>
            <p:cNvSpPr/>
            <p:nvPr/>
          </p:nvSpPr>
          <p:spPr>
            <a:xfrm>
              <a:off x="2189810" y="3864743"/>
              <a:ext cx="15629" cy="276199"/>
            </a:xfrm>
            <a:custGeom>
              <a:rect b="b" l="l" r="r" t="t"/>
              <a:pathLst>
                <a:path extrusionOk="0" h="10550" w="597">
                  <a:moveTo>
                    <a:pt x="1" y="0"/>
                  </a:moveTo>
                  <a:lnTo>
                    <a:pt x="1" y="10550"/>
                  </a:lnTo>
                  <a:lnTo>
                    <a:pt x="597" y="10550"/>
                  </a:lnTo>
                  <a:lnTo>
                    <a:pt x="59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6"/>
            <p:cNvSpPr/>
            <p:nvPr/>
          </p:nvSpPr>
          <p:spPr>
            <a:xfrm>
              <a:off x="2258742" y="3864743"/>
              <a:ext cx="68827" cy="276199"/>
            </a:xfrm>
            <a:custGeom>
              <a:rect b="b" l="l" r="r" t="t"/>
              <a:pathLst>
                <a:path extrusionOk="0" h="10550" w="2629">
                  <a:moveTo>
                    <a:pt x="1" y="0"/>
                  </a:moveTo>
                  <a:lnTo>
                    <a:pt x="1" y="6558"/>
                  </a:lnTo>
                  <a:lnTo>
                    <a:pt x="1" y="10550"/>
                  </a:lnTo>
                  <a:lnTo>
                    <a:pt x="2628" y="10550"/>
                  </a:lnTo>
                  <a:lnTo>
                    <a:pt x="2628"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6"/>
            <p:cNvSpPr/>
            <p:nvPr/>
          </p:nvSpPr>
          <p:spPr>
            <a:xfrm>
              <a:off x="2258742" y="3864743"/>
              <a:ext cx="15499" cy="276199"/>
            </a:xfrm>
            <a:custGeom>
              <a:rect b="b" l="l" r="r" t="t"/>
              <a:pathLst>
                <a:path extrusionOk="0" h="10550" w="592">
                  <a:moveTo>
                    <a:pt x="1" y="0"/>
                  </a:moveTo>
                  <a:lnTo>
                    <a:pt x="1" y="10550"/>
                  </a:lnTo>
                  <a:lnTo>
                    <a:pt x="592" y="10550"/>
                  </a:lnTo>
                  <a:lnTo>
                    <a:pt x="592"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6"/>
            <p:cNvSpPr/>
            <p:nvPr/>
          </p:nvSpPr>
          <p:spPr>
            <a:xfrm>
              <a:off x="2327543" y="3864743"/>
              <a:ext cx="68958" cy="276199"/>
            </a:xfrm>
            <a:custGeom>
              <a:rect b="b" l="l" r="r" t="t"/>
              <a:pathLst>
                <a:path extrusionOk="0" h="10550" w="2634">
                  <a:moveTo>
                    <a:pt x="0" y="0"/>
                  </a:moveTo>
                  <a:lnTo>
                    <a:pt x="0" y="10550"/>
                  </a:lnTo>
                  <a:lnTo>
                    <a:pt x="2633" y="10550"/>
                  </a:lnTo>
                  <a:lnTo>
                    <a:pt x="2633" y="6558"/>
                  </a:lnTo>
                  <a:lnTo>
                    <a:pt x="2633"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86"/>
            <p:cNvSpPr/>
            <p:nvPr/>
          </p:nvSpPr>
          <p:spPr>
            <a:xfrm>
              <a:off x="2396475" y="3864743"/>
              <a:ext cx="68801" cy="276199"/>
            </a:xfrm>
            <a:custGeom>
              <a:rect b="b" l="l" r="r" t="t"/>
              <a:pathLst>
                <a:path extrusionOk="0" h="10550" w="2628">
                  <a:moveTo>
                    <a:pt x="0" y="0"/>
                  </a:moveTo>
                  <a:lnTo>
                    <a:pt x="0" y="10550"/>
                  </a:lnTo>
                  <a:lnTo>
                    <a:pt x="2628" y="10550"/>
                  </a:lnTo>
                  <a:lnTo>
                    <a:pt x="2628"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86"/>
            <p:cNvSpPr/>
            <p:nvPr/>
          </p:nvSpPr>
          <p:spPr>
            <a:xfrm>
              <a:off x="2465250" y="3864743"/>
              <a:ext cx="68958" cy="276199"/>
            </a:xfrm>
            <a:custGeom>
              <a:rect b="b" l="l" r="r" t="t"/>
              <a:pathLst>
                <a:path extrusionOk="0" h="10550" w="2634">
                  <a:moveTo>
                    <a:pt x="1" y="0"/>
                  </a:moveTo>
                  <a:lnTo>
                    <a:pt x="1" y="6558"/>
                  </a:lnTo>
                  <a:lnTo>
                    <a:pt x="1" y="10550"/>
                  </a:lnTo>
                  <a:lnTo>
                    <a:pt x="2633" y="10550"/>
                  </a:lnTo>
                  <a:lnTo>
                    <a:pt x="2633"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86"/>
            <p:cNvSpPr/>
            <p:nvPr/>
          </p:nvSpPr>
          <p:spPr>
            <a:xfrm>
              <a:off x="2327543" y="3864743"/>
              <a:ext cx="15629" cy="276199"/>
            </a:xfrm>
            <a:custGeom>
              <a:rect b="b" l="l" r="r" t="t"/>
              <a:pathLst>
                <a:path extrusionOk="0" h="10550" w="597">
                  <a:moveTo>
                    <a:pt x="0" y="0"/>
                  </a:moveTo>
                  <a:lnTo>
                    <a:pt x="0" y="10550"/>
                  </a:lnTo>
                  <a:lnTo>
                    <a:pt x="596" y="10550"/>
                  </a:lnTo>
                  <a:lnTo>
                    <a:pt x="596"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86"/>
            <p:cNvSpPr/>
            <p:nvPr/>
          </p:nvSpPr>
          <p:spPr>
            <a:xfrm>
              <a:off x="2396475" y="3864743"/>
              <a:ext cx="15472" cy="276199"/>
            </a:xfrm>
            <a:custGeom>
              <a:rect b="b" l="l" r="r" t="t"/>
              <a:pathLst>
                <a:path extrusionOk="0" h="10550" w="591">
                  <a:moveTo>
                    <a:pt x="0" y="0"/>
                  </a:moveTo>
                  <a:lnTo>
                    <a:pt x="0" y="10550"/>
                  </a:lnTo>
                  <a:lnTo>
                    <a:pt x="591" y="10550"/>
                  </a:lnTo>
                  <a:lnTo>
                    <a:pt x="591"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6"/>
            <p:cNvSpPr/>
            <p:nvPr/>
          </p:nvSpPr>
          <p:spPr>
            <a:xfrm>
              <a:off x="2465250" y="3864743"/>
              <a:ext cx="15629" cy="276199"/>
            </a:xfrm>
            <a:custGeom>
              <a:rect b="b" l="l" r="r" t="t"/>
              <a:pathLst>
                <a:path extrusionOk="0" h="10550" w="597">
                  <a:moveTo>
                    <a:pt x="1" y="0"/>
                  </a:moveTo>
                  <a:lnTo>
                    <a:pt x="1" y="10550"/>
                  </a:lnTo>
                  <a:lnTo>
                    <a:pt x="597" y="10550"/>
                  </a:lnTo>
                  <a:lnTo>
                    <a:pt x="59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6"/>
            <p:cNvSpPr/>
            <p:nvPr/>
          </p:nvSpPr>
          <p:spPr>
            <a:xfrm>
              <a:off x="2238505" y="3864743"/>
              <a:ext cx="40527" cy="171688"/>
            </a:xfrm>
            <a:custGeom>
              <a:rect b="b" l="l" r="r" t="t"/>
              <a:pathLst>
                <a:path extrusionOk="0" h="6558" w="1548">
                  <a:moveTo>
                    <a:pt x="0" y="0"/>
                  </a:moveTo>
                  <a:lnTo>
                    <a:pt x="0" y="6558"/>
                  </a:lnTo>
                  <a:lnTo>
                    <a:pt x="1547" y="6558"/>
                  </a:lnTo>
                  <a:lnTo>
                    <a:pt x="1547"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86"/>
            <p:cNvSpPr/>
            <p:nvPr/>
          </p:nvSpPr>
          <p:spPr>
            <a:xfrm>
              <a:off x="2238505" y="3864743"/>
              <a:ext cx="13352" cy="171688"/>
            </a:xfrm>
            <a:custGeom>
              <a:rect b="b" l="l" r="r" t="t"/>
              <a:pathLst>
                <a:path extrusionOk="0" h="6558" w="510">
                  <a:moveTo>
                    <a:pt x="0" y="0"/>
                  </a:moveTo>
                  <a:lnTo>
                    <a:pt x="0" y="6558"/>
                  </a:lnTo>
                  <a:lnTo>
                    <a:pt x="509" y="6558"/>
                  </a:lnTo>
                  <a:lnTo>
                    <a:pt x="509"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86"/>
            <p:cNvSpPr/>
            <p:nvPr/>
          </p:nvSpPr>
          <p:spPr>
            <a:xfrm>
              <a:off x="2376212" y="3864743"/>
              <a:ext cx="40527" cy="171688"/>
            </a:xfrm>
            <a:custGeom>
              <a:rect b="b" l="l" r="r" t="t"/>
              <a:pathLst>
                <a:path extrusionOk="0" h="6558" w="1548">
                  <a:moveTo>
                    <a:pt x="1" y="0"/>
                  </a:moveTo>
                  <a:lnTo>
                    <a:pt x="1" y="6558"/>
                  </a:lnTo>
                  <a:lnTo>
                    <a:pt x="1548" y="6558"/>
                  </a:lnTo>
                  <a:lnTo>
                    <a:pt x="1548"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6"/>
            <p:cNvSpPr/>
            <p:nvPr/>
          </p:nvSpPr>
          <p:spPr>
            <a:xfrm>
              <a:off x="2376212" y="3864743"/>
              <a:ext cx="13352" cy="171688"/>
            </a:xfrm>
            <a:custGeom>
              <a:rect b="b" l="l" r="r" t="t"/>
              <a:pathLst>
                <a:path extrusionOk="0" h="6558" w="510">
                  <a:moveTo>
                    <a:pt x="1" y="0"/>
                  </a:moveTo>
                  <a:lnTo>
                    <a:pt x="1" y="6558"/>
                  </a:lnTo>
                  <a:lnTo>
                    <a:pt x="510" y="6558"/>
                  </a:lnTo>
                  <a:lnTo>
                    <a:pt x="510"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86"/>
            <p:cNvSpPr/>
            <p:nvPr/>
          </p:nvSpPr>
          <p:spPr>
            <a:xfrm>
              <a:off x="2445013" y="3864743"/>
              <a:ext cx="40527" cy="171688"/>
            </a:xfrm>
            <a:custGeom>
              <a:rect b="b" l="l" r="r" t="t"/>
              <a:pathLst>
                <a:path extrusionOk="0" h="6558" w="1548">
                  <a:moveTo>
                    <a:pt x="0" y="0"/>
                  </a:moveTo>
                  <a:lnTo>
                    <a:pt x="0" y="6558"/>
                  </a:lnTo>
                  <a:lnTo>
                    <a:pt x="1547" y="6558"/>
                  </a:lnTo>
                  <a:lnTo>
                    <a:pt x="1547"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86"/>
            <p:cNvSpPr/>
            <p:nvPr/>
          </p:nvSpPr>
          <p:spPr>
            <a:xfrm>
              <a:off x="2445013" y="3864743"/>
              <a:ext cx="13352" cy="171688"/>
            </a:xfrm>
            <a:custGeom>
              <a:rect b="b" l="l" r="r" t="t"/>
              <a:pathLst>
                <a:path extrusionOk="0" h="6558" w="510">
                  <a:moveTo>
                    <a:pt x="0" y="0"/>
                  </a:moveTo>
                  <a:lnTo>
                    <a:pt x="0" y="6558"/>
                  </a:lnTo>
                  <a:lnTo>
                    <a:pt x="510" y="6558"/>
                  </a:lnTo>
                  <a:lnTo>
                    <a:pt x="510"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86"/>
            <p:cNvSpPr/>
            <p:nvPr/>
          </p:nvSpPr>
          <p:spPr>
            <a:xfrm>
              <a:off x="2184548" y="3859455"/>
              <a:ext cx="354948" cy="286776"/>
            </a:xfrm>
            <a:custGeom>
              <a:rect b="b" l="l" r="r" t="t"/>
              <a:pathLst>
                <a:path extrusionOk="0" h="10954" w="13558">
                  <a:moveTo>
                    <a:pt x="8667" y="404"/>
                  </a:moveTo>
                  <a:lnTo>
                    <a:pt x="8667" y="6563"/>
                  </a:lnTo>
                  <a:lnTo>
                    <a:pt x="7523" y="6563"/>
                  </a:lnTo>
                  <a:lnTo>
                    <a:pt x="7523" y="404"/>
                  </a:lnTo>
                  <a:close/>
                  <a:moveTo>
                    <a:pt x="11295" y="404"/>
                  </a:moveTo>
                  <a:lnTo>
                    <a:pt x="11295" y="6563"/>
                  </a:lnTo>
                  <a:lnTo>
                    <a:pt x="10156" y="6563"/>
                  </a:lnTo>
                  <a:lnTo>
                    <a:pt x="10156" y="404"/>
                  </a:lnTo>
                  <a:close/>
                  <a:moveTo>
                    <a:pt x="1859" y="404"/>
                  </a:moveTo>
                  <a:lnTo>
                    <a:pt x="1859" y="6760"/>
                  </a:lnTo>
                  <a:cubicBezTo>
                    <a:pt x="1859" y="6875"/>
                    <a:pt x="1951" y="6961"/>
                    <a:pt x="2061" y="6961"/>
                  </a:cubicBezTo>
                  <a:lnTo>
                    <a:pt x="2633" y="6961"/>
                  </a:lnTo>
                  <a:lnTo>
                    <a:pt x="2633" y="10550"/>
                  </a:lnTo>
                  <a:lnTo>
                    <a:pt x="404" y="10550"/>
                  </a:lnTo>
                  <a:lnTo>
                    <a:pt x="404" y="404"/>
                  </a:lnTo>
                  <a:close/>
                  <a:moveTo>
                    <a:pt x="5261" y="404"/>
                  </a:moveTo>
                  <a:lnTo>
                    <a:pt x="5261" y="10550"/>
                  </a:lnTo>
                  <a:lnTo>
                    <a:pt x="3036" y="10550"/>
                  </a:lnTo>
                  <a:lnTo>
                    <a:pt x="3036" y="6961"/>
                  </a:lnTo>
                  <a:lnTo>
                    <a:pt x="3608" y="6961"/>
                  </a:lnTo>
                  <a:cubicBezTo>
                    <a:pt x="3719" y="6961"/>
                    <a:pt x="3810" y="6875"/>
                    <a:pt x="3810" y="6764"/>
                  </a:cubicBezTo>
                  <a:lnTo>
                    <a:pt x="3810" y="3796"/>
                  </a:lnTo>
                  <a:cubicBezTo>
                    <a:pt x="3810" y="3680"/>
                    <a:pt x="3719" y="3594"/>
                    <a:pt x="3608" y="3594"/>
                  </a:cubicBezTo>
                  <a:cubicBezTo>
                    <a:pt x="3498" y="3594"/>
                    <a:pt x="3406" y="3680"/>
                    <a:pt x="3406" y="3796"/>
                  </a:cubicBezTo>
                  <a:lnTo>
                    <a:pt x="3406" y="6558"/>
                  </a:lnTo>
                  <a:lnTo>
                    <a:pt x="2263" y="6558"/>
                  </a:lnTo>
                  <a:lnTo>
                    <a:pt x="2263" y="404"/>
                  </a:lnTo>
                  <a:lnTo>
                    <a:pt x="3406" y="404"/>
                  </a:lnTo>
                  <a:lnTo>
                    <a:pt x="3406" y="2859"/>
                  </a:lnTo>
                  <a:cubicBezTo>
                    <a:pt x="3406" y="2969"/>
                    <a:pt x="3498" y="3056"/>
                    <a:pt x="3608" y="3056"/>
                  </a:cubicBezTo>
                  <a:cubicBezTo>
                    <a:pt x="3719" y="3056"/>
                    <a:pt x="3810" y="2969"/>
                    <a:pt x="3810" y="2859"/>
                  </a:cubicBezTo>
                  <a:lnTo>
                    <a:pt x="3810" y="404"/>
                  </a:lnTo>
                  <a:close/>
                  <a:moveTo>
                    <a:pt x="7120" y="404"/>
                  </a:moveTo>
                  <a:lnTo>
                    <a:pt x="7120" y="6760"/>
                  </a:lnTo>
                  <a:cubicBezTo>
                    <a:pt x="7120" y="6875"/>
                    <a:pt x="7211" y="6961"/>
                    <a:pt x="7322" y="6961"/>
                  </a:cubicBezTo>
                  <a:lnTo>
                    <a:pt x="7893" y="6961"/>
                  </a:lnTo>
                  <a:lnTo>
                    <a:pt x="7893" y="10550"/>
                  </a:lnTo>
                  <a:lnTo>
                    <a:pt x="5664" y="10550"/>
                  </a:lnTo>
                  <a:lnTo>
                    <a:pt x="5664" y="404"/>
                  </a:lnTo>
                  <a:close/>
                  <a:moveTo>
                    <a:pt x="9752" y="404"/>
                  </a:moveTo>
                  <a:lnTo>
                    <a:pt x="9752" y="6760"/>
                  </a:lnTo>
                  <a:cubicBezTo>
                    <a:pt x="9752" y="6875"/>
                    <a:pt x="9839" y="6961"/>
                    <a:pt x="9949" y="6961"/>
                  </a:cubicBezTo>
                  <a:lnTo>
                    <a:pt x="10526" y="6961"/>
                  </a:lnTo>
                  <a:lnTo>
                    <a:pt x="10526" y="10550"/>
                  </a:lnTo>
                  <a:lnTo>
                    <a:pt x="8297" y="10550"/>
                  </a:lnTo>
                  <a:lnTo>
                    <a:pt x="8297" y="6961"/>
                  </a:lnTo>
                  <a:lnTo>
                    <a:pt x="8869" y="6961"/>
                  </a:lnTo>
                  <a:cubicBezTo>
                    <a:pt x="8979" y="6961"/>
                    <a:pt x="9070" y="6875"/>
                    <a:pt x="9070" y="6760"/>
                  </a:cubicBezTo>
                  <a:lnTo>
                    <a:pt x="9070" y="404"/>
                  </a:lnTo>
                  <a:close/>
                  <a:moveTo>
                    <a:pt x="202" y="0"/>
                  </a:moveTo>
                  <a:cubicBezTo>
                    <a:pt x="91" y="0"/>
                    <a:pt x="0" y="87"/>
                    <a:pt x="0" y="202"/>
                  </a:cubicBezTo>
                  <a:lnTo>
                    <a:pt x="0" y="10752"/>
                  </a:lnTo>
                  <a:cubicBezTo>
                    <a:pt x="0" y="10862"/>
                    <a:pt x="91" y="10954"/>
                    <a:pt x="202" y="10954"/>
                  </a:cubicBezTo>
                  <a:lnTo>
                    <a:pt x="13355" y="10954"/>
                  </a:lnTo>
                  <a:cubicBezTo>
                    <a:pt x="13466" y="10954"/>
                    <a:pt x="13557" y="10862"/>
                    <a:pt x="13557" y="10752"/>
                  </a:cubicBezTo>
                  <a:lnTo>
                    <a:pt x="13557" y="5410"/>
                  </a:lnTo>
                  <a:cubicBezTo>
                    <a:pt x="13557" y="5294"/>
                    <a:pt x="13466" y="5208"/>
                    <a:pt x="13355" y="5208"/>
                  </a:cubicBezTo>
                  <a:cubicBezTo>
                    <a:pt x="13245" y="5208"/>
                    <a:pt x="13154" y="5294"/>
                    <a:pt x="13154" y="5410"/>
                  </a:cubicBezTo>
                  <a:lnTo>
                    <a:pt x="13154" y="10550"/>
                  </a:lnTo>
                  <a:lnTo>
                    <a:pt x="10925" y="10550"/>
                  </a:lnTo>
                  <a:lnTo>
                    <a:pt x="10925" y="6966"/>
                  </a:lnTo>
                  <a:lnTo>
                    <a:pt x="11496" y="6966"/>
                  </a:lnTo>
                  <a:cubicBezTo>
                    <a:pt x="11607" y="6966"/>
                    <a:pt x="11698" y="6875"/>
                    <a:pt x="11698" y="6764"/>
                  </a:cubicBezTo>
                  <a:lnTo>
                    <a:pt x="11698" y="404"/>
                  </a:lnTo>
                  <a:lnTo>
                    <a:pt x="13154" y="404"/>
                  </a:lnTo>
                  <a:lnTo>
                    <a:pt x="13154" y="4468"/>
                  </a:lnTo>
                  <a:cubicBezTo>
                    <a:pt x="13154" y="4579"/>
                    <a:pt x="13245" y="4670"/>
                    <a:pt x="13355" y="4670"/>
                  </a:cubicBezTo>
                  <a:cubicBezTo>
                    <a:pt x="13466" y="4670"/>
                    <a:pt x="13557" y="4579"/>
                    <a:pt x="13557" y="4468"/>
                  </a:cubicBezTo>
                  <a:lnTo>
                    <a:pt x="13557" y="202"/>
                  </a:lnTo>
                  <a:cubicBezTo>
                    <a:pt x="13557" y="87"/>
                    <a:pt x="13466" y="0"/>
                    <a:pt x="133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5" name="Google Shape;13095;p86"/>
          <p:cNvGrpSpPr/>
          <p:nvPr/>
        </p:nvGrpSpPr>
        <p:grpSpPr>
          <a:xfrm>
            <a:off x="3140511" y="3840108"/>
            <a:ext cx="216823" cy="334162"/>
            <a:chOff x="3140511" y="3840108"/>
            <a:chExt cx="216823" cy="334162"/>
          </a:xfrm>
        </p:grpSpPr>
        <p:sp>
          <p:nvSpPr>
            <p:cNvPr id="13096" name="Google Shape;13096;p86"/>
            <p:cNvSpPr/>
            <p:nvPr/>
          </p:nvSpPr>
          <p:spPr>
            <a:xfrm>
              <a:off x="3146925" y="3846155"/>
              <a:ext cx="210068" cy="246511"/>
            </a:xfrm>
            <a:custGeom>
              <a:rect b="b" l="l" r="r" t="t"/>
              <a:pathLst>
                <a:path extrusionOk="0" h="9416" w="8024">
                  <a:moveTo>
                    <a:pt x="4012" y="0"/>
                  </a:moveTo>
                  <a:cubicBezTo>
                    <a:pt x="3946" y="0"/>
                    <a:pt x="3880" y="30"/>
                    <a:pt x="3839" y="90"/>
                  </a:cubicBezTo>
                  <a:lnTo>
                    <a:pt x="164" y="5485"/>
                  </a:lnTo>
                  <a:cubicBezTo>
                    <a:pt x="1" y="5721"/>
                    <a:pt x="30" y="6038"/>
                    <a:pt x="231" y="6244"/>
                  </a:cubicBezTo>
                  <a:lnTo>
                    <a:pt x="1980" y="8017"/>
                  </a:lnTo>
                  <a:cubicBezTo>
                    <a:pt x="2086" y="8128"/>
                    <a:pt x="2148" y="8272"/>
                    <a:pt x="2148" y="8421"/>
                  </a:cubicBezTo>
                  <a:lnTo>
                    <a:pt x="2148" y="9415"/>
                  </a:lnTo>
                  <a:lnTo>
                    <a:pt x="5876" y="9415"/>
                  </a:lnTo>
                  <a:lnTo>
                    <a:pt x="5876" y="8421"/>
                  </a:lnTo>
                  <a:cubicBezTo>
                    <a:pt x="5876" y="8272"/>
                    <a:pt x="5934" y="8128"/>
                    <a:pt x="6044" y="8017"/>
                  </a:cubicBezTo>
                  <a:lnTo>
                    <a:pt x="7793" y="6244"/>
                  </a:lnTo>
                  <a:cubicBezTo>
                    <a:pt x="7995" y="6038"/>
                    <a:pt x="8024" y="5721"/>
                    <a:pt x="7860" y="5485"/>
                  </a:cubicBezTo>
                  <a:lnTo>
                    <a:pt x="4185" y="90"/>
                  </a:lnTo>
                  <a:cubicBezTo>
                    <a:pt x="4144" y="30"/>
                    <a:pt x="4078" y="0"/>
                    <a:pt x="4012"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86"/>
            <p:cNvSpPr/>
            <p:nvPr/>
          </p:nvSpPr>
          <p:spPr>
            <a:xfrm>
              <a:off x="3146925" y="3846182"/>
              <a:ext cx="112862" cy="246485"/>
            </a:xfrm>
            <a:custGeom>
              <a:rect b="b" l="l" r="r" t="t"/>
              <a:pathLst>
                <a:path extrusionOk="0" h="9415" w="4311">
                  <a:moveTo>
                    <a:pt x="4012" y="1"/>
                  </a:moveTo>
                  <a:cubicBezTo>
                    <a:pt x="3945" y="1"/>
                    <a:pt x="3878" y="32"/>
                    <a:pt x="3834" y="94"/>
                  </a:cubicBezTo>
                  <a:lnTo>
                    <a:pt x="164" y="5484"/>
                  </a:lnTo>
                  <a:cubicBezTo>
                    <a:pt x="1" y="5720"/>
                    <a:pt x="30" y="6037"/>
                    <a:pt x="231" y="6243"/>
                  </a:cubicBezTo>
                  <a:lnTo>
                    <a:pt x="1980" y="8021"/>
                  </a:lnTo>
                  <a:cubicBezTo>
                    <a:pt x="2086" y="8127"/>
                    <a:pt x="2148" y="8271"/>
                    <a:pt x="2148" y="8424"/>
                  </a:cubicBezTo>
                  <a:lnTo>
                    <a:pt x="2148" y="9414"/>
                  </a:lnTo>
                  <a:lnTo>
                    <a:pt x="2744" y="9414"/>
                  </a:lnTo>
                  <a:lnTo>
                    <a:pt x="2744" y="8424"/>
                  </a:lnTo>
                  <a:cubicBezTo>
                    <a:pt x="2744" y="8271"/>
                    <a:pt x="2686" y="8127"/>
                    <a:pt x="2581" y="8016"/>
                  </a:cubicBezTo>
                  <a:lnTo>
                    <a:pt x="827" y="6243"/>
                  </a:lnTo>
                  <a:cubicBezTo>
                    <a:pt x="625" y="6037"/>
                    <a:pt x="597" y="5720"/>
                    <a:pt x="760" y="5484"/>
                  </a:cubicBezTo>
                  <a:lnTo>
                    <a:pt x="4310" y="272"/>
                  </a:lnTo>
                  <a:lnTo>
                    <a:pt x="4185" y="94"/>
                  </a:lnTo>
                  <a:cubicBezTo>
                    <a:pt x="4144" y="32"/>
                    <a:pt x="4078" y="1"/>
                    <a:pt x="401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86"/>
            <p:cNvSpPr/>
            <p:nvPr/>
          </p:nvSpPr>
          <p:spPr>
            <a:xfrm>
              <a:off x="3229182" y="3996298"/>
              <a:ext cx="45422" cy="29191"/>
            </a:xfrm>
            <a:custGeom>
              <a:rect b="b" l="l" r="r" t="t"/>
              <a:pathLst>
                <a:path extrusionOk="0" h="1115" w="1735">
                  <a:moveTo>
                    <a:pt x="558" y="0"/>
                  </a:moveTo>
                  <a:cubicBezTo>
                    <a:pt x="251" y="0"/>
                    <a:pt x="1" y="250"/>
                    <a:pt x="1" y="557"/>
                  </a:cubicBezTo>
                  <a:cubicBezTo>
                    <a:pt x="1" y="865"/>
                    <a:pt x="251" y="1115"/>
                    <a:pt x="558" y="1115"/>
                  </a:cubicBezTo>
                  <a:lnTo>
                    <a:pt x="1178" y="1115"/>
                  </a:lnTo>
                  <a:cubicBezTo>
                    <a:pt x="1485" y="1115"/>
                    <a:pt x="1735" y="865"/>
                    <a:pt x="1735" y="557"/>
                  </a:cubicBezTo>
                  <a:cubicBezTo>
                    <a:pt x="1735" y="250"/>
                    <a:pt x="1485" y="0"/>
                    <a:pt x="1178"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6"/>
            <p:cNvSpPr/>
            <p:nvPr/>
          </p:nvSpPr>
          <p:spPr>
            <a:xfrm>
              <a:off x="3225282" y="4003078"/>
              <a:ext cx="53224" cy="22410"/>
            </a:xfrm>
            <a:custGeom>
              <a:rect b="b" l="l" r="r" t="t"/>
              <a:pathLst>
                <a:path extrusionOk="0" h="856" w="2033">
                  <a:moveTo>
                    <a:pt x="236" y="1"/>
                  </a:moveTo>
                  <a:cubicBezTo>
                    <a:pt x="1" y="375"/>
                    <a:pt x="270" y="856"/>
                    <a:pt x="707" y="856"/>
                  </a:cubicBezTo>
                  <a:lnTo>
                    <a:pt x="1327" y="856"/>
                  </a:lnTo>
                  <a:cubicBezTo>
                    <a:pt x="1764" y="856"/>
                    <a:pt x="2033" y="375"/>
                    <a:pt x="1802" y="1"/>
                  </a:cubicBezTo>
                  <a:lnTo>
                    <a:pt x="1802" y="1"/>
                  </a:lnTo>
                  <a:cubicBezTo>
                    <a:pt x="1697" y="169"/>
                    <a:pt x="1519" y="265"/>
                    <a:pt x="1327" y="265"/>
                  </a:cubicBezTo>
                  <a:lnTo>
                    <a:pt x="707" y="265"/>
                  </a:lnTo>
                  <a:cubicBezTo>
                    <a:pt x="515" y="265"/>
                    <a:pt x="337" y="169"/>
                    <a:pt x="236" y="1"/>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86"/>
            <p:cNvSpPr/>
            <p:nvPr/>
          </p:nvSpPr>
          <p:spPr>
            <a:xfrm>
              <a:off x="3212218" y="4134135"/>
              <a:ext cx="79509" cy="34348"/>
            </a:xfrm>
            <a:custGeom>
              <a:rect b="b" l="l" r="r" t="t"/>
              <a:pathLst>
                <a:path extrusionOk="0" h="1312" w="3037">
                  <a:moveTo>
                    <a:pt x="0" y="0"/>
                  </a:moveTo>
                  <a:lnTo>
                    <a:pt x="0" y="990"/>
                  </a:lnTo>
                  <a:cubicBezTo>
                    <a:pt x="0" y="1168"/>
                    <a:pt x="144" y="1312"/>
                    <a:pt x="327" y="1312"/>
                  </a:cubicBezTo>
                  <a:lnTo>
                    <a:pt x="2710" y="1312"/>
                  </a:lnTo>
                  <a:cubicBezTo>
                    <a:pt x="2887" y="1312"/>
                    <a:pt x="3036" y="1168"/>
                    <a:pt x="3036" y="990"/>
                  </a:cubicBezTo>
                  <a:lnTo>
                    <a:pt x="3036" y="0"/>
                  </a:ln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86"/>
            <p:cNvSpPr/>
            <p:nvPr/>
          </p:nvSpPr>
          <p:spPr>
            <a:xfrm>
              <a:off x="3212218" y="4134135"/>
              <a:ext cx="24164" cy="34348"/>
            </a:xfrm>
            <a:custGeom>
              <a:rect b="b" l="l" r="r" t="t"/>
              <a:pathLst>
                <a:path extrusionOk="0" h="1312" w="923">
                  <a:moveTo>
                    <a:pt x="0" y="0"/>
                  </a:moveTo>
                  <a:lnTo>
                    <a:pt x="0" y="990"/>
                  </a:lnTo>
                  <a:cubicBezTo>
                    <a:pt x="0" y="1168"/>
                    <a:pt x="144" y="1312"/>
                    <a:pt x="327" y="1312"/>
                  </a:cubicBezTo>
                  <a:lnTo>
                    <a:pt x="923" y="1312"/>
                  </a:lnTo>
                  <a:cubicBezTo>
                    <a:pt x="745" y="1312"/>
                    <a:pt x="601" y="1168"/>
                    <a:pt x="601" y="990"/>
                  </a:cubicBezTo>
                  <a:lnTo>
                    <a:pt x="601" y="0"/>
                  </a:ln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86"/>
            <p:cNvSpPr/>
            <p:nvPr/>
          </p:nvSpPr>
          <p:spPr>
            <a:xfrm>
              <a:off x="3190069" y="4092012"/>
              <a:ext cx="123779" cy="42647"/>
            </a:xfrm>
            <a:custGeom>
              <a:rect b="b" l="l" r="r" t="t"/>
              <a:pathLst>
                <a:path extrusionOk="0" h="1629" w="4728">
                  <a:moveTo>
                    <a:pt x="361" y="0"/>
                  </a:moveTo>
                  <a:cubicBezTo>
                    <a:pt x="159" y="0"/>
                    <a:pt x="1" y="159"/>
                    <a:pt x="1" y="360"/>
                  </a:cubicBezTo>
                  <a:lnTo>
                    <a:pt x="1" y="1268"/>
                  </a:lnTo>
                  <a:cubicBezTo>
                    <a:pt x="1" y="1470"/>
                    <a:pt x="159" y="1629"/>
                    <a:pt x="361" y="1629"/>
                  </a:cubicBezTo>
                  <a:lnTo>
                    <a:pt x="4368" y="1629"/>
                  </a:lnTo>
                  <a:cubicBezTo>
                    <a:pt x="4569" y="1629"/>
                    <a:pt x="4728" y="1470"/>
                    <a:pt x="4728" y="1268"/>
                  </a:cubicBezTo>
                  <a:lnTo>
                    <a:pt x="4728" y="356"/>
                  </a:lnTo>
                  <a:cubicBezTo>
                    <a:pt x="4728" y="159"/>
                    <a:pt x="4564" y="0"/>
                    <a:pt x="4368"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86"/>
            <p:cNvSpPr/>
            <p:nvPr/>
          </p:nvSpPr>
          <p:spPr>
            <a:xfrm>
              <a:off x="3190069" y="4109474"/>
              <a:ext cx="123779" cy="25185"/>
            </a:xfrm>
            <a:custGeom>
              <a:rect b="b" l="l" r="r" t="t"/>
              <a:pathLst>
                <a:path extrusionOk="0" h="962" w="4728">
                  <a:moveTo>
                    <a:pt x="1" y="1"/>
                  </a:moveTo>
                  <a:lnTo>
                    <a:pt x="1" y="601"/>
                  </a:lnTo>
                  <a:cubicBezTo>
                    <a:pt x="1" y="798"/>
                    <a:pt x="159" y="962"/>
                    <a:pt x="361" y="962"/>
                  </a:cubicBezTo>
                  <a:lnTo>
                    <a:pt x="4368" y="962"/>
                  </a:lnTo>
                  <a:cubicBezTo>
                    <a:pt x="4569" y="962"/>
                    <a:pt x="4728" y="798"/>
                    <a:pt x="4728" y="601"/>
                  </a:cubicBezTo>
                  <a:lnTo>
                    <a:pt x="4728" y="1"/>
                  </a:lnTo>
                  <a:cubicBezTo>
                    <a:pt x="4728" y="203"/>
                    <a:pt x="4569" y="361"/>
                    <a:pt x="4368" y="361"/>
                  </a:cubicBezTo>
                  <a:lnTo>
                    <a:pt x="361" y="361"/>
                  </a:lnTo>
                  <a:cubicBezTo>
                    <a:pt x="159" y="361"/>
                    <a:pt x="1" y="203"/>
                    <a:pt x="1" y="1"/>
                  </a:cubicBezTo>
                  <a:close/>
                </a:path>
              </a:pathLst>
            </a:custGeom>
            <a:solidFill>
              <a:srgbClr val="DA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86"/>
            <p:cNvSpPr/>
            <p:nvPr/>
          </p:nvSpPr>
          <p:spPr>
            <a:xfrm>
              <a:off x="3140511" y="3840108"/>
              <a:ext cx="216823" cy="334162"/>
            </a:xfrm>
            <a:custGeom>
              <a:rect b="b" l="l" r="r" t="t"/>
              <a:pathLst>
                <a:path extrusionOk="0" h="12764" w="8282">
                  <a:moveTo>
                    <a:pt x="4565" y="6178"/>
                  </a:moveTo>
                  <a:cubicBezTo>
                    <a:pt x="4752" y="6178"/>
                    <a:pt x="4901" y="6331"/>
                    <a:pt x="4901" y="6514"/>
                  </a:cubicBezTo>
                  <a:cubicBezTo>
                    <a:pt x="4901" y="6696"/>
                    <a:pt x="4752" y="6850"/>
                    <a:pt x="4565" y="6850"/>
                  </a:cubicBezTo>
                  <a:lnTo>
                    <a:pt x="3950" y="6850"/>
                  </a:lnTo>
                  <a:cubicBezTo>
                    <a:pt x="3762" y="6850"/>
                    <a:pt x="3613" y="6696"/>
                    <a:pt x="3613" y="6514"/>
                  </a:cubicBezTo>
                  <a:cubicBezTo>
                    <a:pt x="3613" y="6331"/>
                    <a:pt x="3762" y="6178"/>
                    <a:pt x="3950" y="6178"/>
                  </a:cubicBezTo>
                  <a:close/>
                  <a:moveTo>
                    <a:pt x="6261" y="9862"/>
                  </a:moveTo>
                  <a:cubicBezTo>
                    <a:pt x="6337" y="9862"/>
                    <a:pt x="6395" y="9925"/>
                    <a:pt x="6395" y="9997"/>
                  </a:cubicBezTo>
                  <a:lnTo>
                    <a:pt x="6395" y="10866"/>
                  </a:lnTo>
                  <a:cubicBezTo>
                    <a:pt x="6395" y="10938"/>
                    <a:pt x="6337" y="10996"/>
                    <a:pt x="6261" y="11001"/>
                  </a:cubicBezTo>
                  <a:lnTo>
                    <a:pt x="2254" y="11001"/>
                  </a:lnTo>
                  <a:cubicBezTo>
                    <a:pt x="2177" y="10996"/>
                    <a:pt x="2119" y="10938"/>
                    <a:pt x="2119" y="10866"/>
                  </a:cubicBezTo>
                  <a:lnTo>
                    <a:pt x="2119" y="9997"/>
                  </a:lnTo>
                  <a:cubicBezTo>
                    <a:pt x="2119" y="9925"/>
                    <a:pt x="2177" y="9862"/>
                    <a:pt x="2254" y="9862"/>
                  </a:cubicBezTo>
                  <a:close/>
                  <a:moveTo>
                    <a:pt x="4257" y="1"/>
                  </a:moveTo>
                  <a:cubicBezTo>
                    <a:pt x="4120" y="1"/>
                    <a:pt x="3983" y="64"/>
                    <a:pt x="3897" y="192"/>
                  </a:cubicBezTo>
                  <a:lnTo>
                    <a:pt x="222" y="5582"/>
                  </a:lnTo>
                  <a:cubicBezTo>
                    <a:pt x="1" y="5909"/>
                    <a:pt x="39" y="6346"/>
                    <a:pt x="318" y="6624"/>
                  </a:cubicBezTo>
                  <a:lnTo>
                    <a:pt x="2067" y="8402"/>
                  </a:lnTo>
                  <a:cubicBezTo>
                    <a:pt x="2134" y="8464"/>
                    <a:pt x="2167" y="8556"/>
                    <a:pt x="2167" y="8647"/>
                  </a:cubicBezTo>
                  <a:lnTo>
                    <a:pt x="2167" y="9420"/>
                  </a:lnTo>
                  <a:cubicBezTo>
                    <a:pt x="1884" y="9464"/>
                    <a:pt x="1668" y="9709"/>
                    <a:pt x="1668" y="9997"/>
                  </a:cubicBezTo>
                  <a:lnTo>
                    <a:pt x="1668" y="10866"/>
                  </a:lnTo>
                  <a:cubicBezTo>
                    <a:pt x="1668" y="11188"/>
                    <a:pt x="1932" y="11448"/>
                    <a:pt x="2254" y="11448"/>
                  </a:cubicBezTo>
                  <a:lnTo>
                    <a:pt x="2518" y="11448"/>
                  </a:lnTo>
                  <a:lnTo>
                    <a:pt x="2518" y="12211"/>
                  </a:lnTo>
                  <a:cubicBezTo>
                    <a:pt x="2518" y="12514"/>
                    <a:pt x="2763" y="12764"/>
                    <a:pt x="3066" y="12764"/>
                  </a:cubicBezTo>
                  <a:lnTo>
                    <a:pt x="3705" y="12764"/>
                  </a:lnTo>
                  <a:cubicBezTo>
                    <a:pt x="4003" y="12764"/>
                    <a:pt x="4003" y="12312"/>
                    <a:pt x="3705" y="12312"/>
                  </a:cubicBezTo>
                  <a:lnTo>
                    <a:pt x="3066" y="12312"/>
                  </a:lnTo>
                  <a:cubicBezTo>
                    <a:pt x="3008" y="12312"/>
                    <a:pt x="2965" y="12269"/>
                    <a:pt x="2965" y="12211"/>
                  </a:cubicBezTo>
                  <a:lnTo>
                    <a:pt x="2965" y="11448"/>
                  </a:lnTo>
                  <a:lnTo>
                    <a:pt x="5545" y="11448"/>
                  </a:lnTo>
                  <a:lnTo>
                    <a:pt x="5545" y="12211"/>
                  </a:lnTo>
                  <a:cubicBezTo>
                    <a:pt x="5545" y="12269"/>
                    <a:pt x="5501" y="12312"/>
                    <a:pt x="5444" y="12312"/>
                  </a:cubicBezTo>
                  <a:lnTo>
                    <a:pt x="4747" y="12312"/>
                  </a:lnTo>
                  <a:cubicBezTo>
                    <a:pt x="4445" y="12312"/>
                    <a:pt x="4445" y="12764"/>
                    <a:pt x="4747" y="12764"/>
                  </a:cubicBezTo>
                  <a:lnTo>
                    <a:pt x="5444" y="12764"/>
                  </a:lnTo>
                  <a:cubicBezTo>
                    <a:pt x="5746" y="12764"/>
                    <a:pt x="5996" y="12514"/>
                    <a:pt x="5996" y="12211"/>
                  </a:cubicBezTo>
                  <a:lnTo>
                    <a:pt x="5996" y="11448"/>
                  </a:lnTo>
                  <a:lnTo>
                    <a:pt x="6261" y="11448"/>
                  </a:lnTo>
                  <a:cubicBezTo>
                    <a:pt x="6582" y="11448"/>
                    <a:pt x="6842" y="11188"/>
                    <a:pt x="6842" y="10866"/>
                  </a:cubicBezTo>
                  <a:lnTo>
                    <a:pt x="6842" y="9997"/>
                  </a:lnTo>
                  <a:cubicBezTo>
                    <a:pt x="6842" y="9709"/>
                    <a:pt x="6630" y="9464"/>
                    <a:pt x="6342" y="9420"/>
                  </a:cubicBezTo>
                  <a:lnTo>
                    <a:pt x="6342" y="8647"/>
                  </a:lnTo>
                  <a:cubicBezTo>
                    <a:pt x="6342" y="8551"/>
                    <a:pt x="6381" y="8464"/>
                    <a:pt x="6443" y="8397"/>
                  </a:cubicBezTo>
                  <a:lnTo>
                    <a:pt x="8120" y="6696"/>
                  </a:lnTo>
                  <a:cubicBezTo>
                    <a:pt x="8281" y="6535"/>
                    <a:pt x="8134" y="6314"/>
                    <a:pt x="7961" y="6314"/>
                  </a:cubicBezTo>
                  <a:cubicBezTo>
                    <a:pt x="7908" y="6314"/>
                    <a:pt x="7852" y="6335"/>
                    <a:pt x="7803" y="6384"/>
                  </a:cubicBezTo>
                  <a:lnTo>
                    <a:pt x="7807" y="6384"/>
                  </a:lnTo>
                  <a:lnTo>
                    <a:pt x="6126" y="8085"/>
                  </a:lnTo>
                  <a:cubicBezTo>
                    <a:pt x="5982" y="8234"/>
                    <a:pt x="5895" y="8435"/>
                    <a:pt x="5900" y="8647"/>
                  </a:cubicBezTo>
                  <a:lnTo>
                    <a:pt x="5900" y="9415"/>
                  </a:lnTo>
                  <a:lnTo>
                    <a:pt x="2619" y="9415"/>
                  </a:lnTo>
                  <a:lnTo>
                    <a:pt x="2619" y="8647"/>
                  </a:lnTo>
                  <a:cubicBezTo>
                    <a:pt x="2619" y="8435"/>
                    <a:pt x="2537" y="8234"/>
                    <a:pt x="2388" y="8085"/>
                  </a:cubicBezTo>
                  <a:lnTo>
                    <a:pt x="635" y="6312"/>
                  </a:lnTo>
                  <a:cubicBezTo>
                    <a:pt x="510" y="6182"/>
                    <a:pt x="491" y="5981"/>
                    <a:pt x="592" y="5832"/>
                  </a:cubicBezTo>
                  <a:lnTo>
                    <a:pt x="4031" y="787"/>
                  </a:lnTo>
                  <a:lnTo>
                    <a:pt x="4031" y="5736"/>
                  </a:lnTo>
                  <a:lnTo>
                    <a:pt x="3950" y="5736"/>
                  </a:lnTo>
                  <a:cubicBezTo>
                    <a:pt x="3517" y="5736"/>
                    <a:pt x="3167" y="6082"/>
                    <a:pt x="3167" y="6514"/>
                  </a:cubicBezTo>
                  <a:cubicBezTo>
                    <a:pt x="3167" y="6946"/>
                    <a:pt x="3517" y="7297"/>
                    <a:pt x="3950" y="7297"/>
                  </a:cubicBezTo>
                  <a:lnTo>
                    <a:pt x="4565" y="7297"/>
                  </a:lnTo>
                  <a:cubicBezTo>
                    <a:pt x="4997" y="7297"/>
                    <a:pt x="5348" y="6946"/>
                    <a:pt x="5348" y="6514"/>
                  </a:cubicBezTo>
                  <a:cubicBezTo>
                    <a:pt x="5348" y="6082"/>
                    <a:pt x="4997" y="5736"/>
                    <a:pt x="4565" y="5736"/>
                  </a:cubicBezTo>
                  <a:lnTo>
                    <a:pt x="4483" y="5736"/>
                  </a:lnTo>
                  <a:lnTo>
                    <a:pt x="4483" y="787"/>
                  </a:lnTo>
                  <a:lnTo>
                    <a:pt x="7779" y="5620"/>
                  </a:lnTo>
                  <a:cubicBezTo>
                    <a:pt x="7827" y="5698"/>
                    <a:pt x="7894" y="5730"/>
                    <a:pt x="7961" y="5730"/>
                  </a:cubicBezTo>
                  <a:cubicBezTo>
                    <a:pt x="8122" y="5730"/>
                    <a:pt x="8277" y="5547"/>
                    <a:pt x="8149" y="5371"/>
                  </a:cubicBezTo>
                  <a:lnTo>
                    <a:pt x="4618" y="192"/>
                  </a:lnTo>
                  <a:cubicBezTo>
                    <a:pt x="4531" y="64"/>
                    <a:pt x="4394" y="1"/>
                    <a:pt x="42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5" name="Google Shape;13105;p86"/>
          <p:cNvGrpSpPr/>
          <p:nvPr/>
        </p:nvGrpSpPr>
        <p:grpSpPr>
          <a:xfrm>
            <a:off x="883193" y="3362794"/>
            <a:ext cx="275099" cy="363876"/>
            <a:chOff x="883193" y="3362794"/>
            <a:chExt cx="275099" cy="363876"/>
          </a:xfrm>
        </p:grpSpPr>
        <p:sp>
          <p:nvSpPr>
            <p:cNvPr id="13106" name="Google Shape;13106;p86"/>
            <p:cNvSpPr/>
            <p:nvPr/>
          </p:nvSpPr>
          <p:spPr>
            <a:xfrm>
              <a:off x="889869" y="3373475"/>
              <a:ext cx="261748" cy="347906"/>
            </a:xfrm>
            <a:custGeom>
              <a:rect b="b" l="l" r="r" t="t"/>
              <a:pathLst>
                <a:path extrusionOk="0" h="13289" w="9998">
                  <a:moveTo>
                    <a:pt x="3699" y="1"/>
                  </a:moveTo>
                  <a:lnTo>
                    <a:pt x="3699" y="5621"/>
                  </a:lnTo>
                  <a:cubicBezTo>
                    <a:pt x="3695" y="5761"/>
                    <a:pt x="3661" y="5900"/>
                    <a:pt x="3594" y="6025"/>
                  </a:cubicBezTo>
                  <a:lnTo>
                    <a:pt x="231" y="12337"/>
                  </a:lnTo>
                  <a:cubicBezTo>
                    <a:pt x="0" y="12770"/>
                    <a:pt x="313" y="13289"/>
                    <a:pt x="798" y="13289"/>
                  </a:cubicBezTo>
                  <a:lnTo>
                    <a:pt x="9205" y="13289"/>
                  </a:lnTo>
                  <a:cubicBezTo>
                    <a:pt x="9690" y="13284"/>
                    <a:pt x="9998" y="12765"/>
                    <a:pt x="9772" y="12337"/>
                  </a:cubicBezTo>
                  <a:lnTo>
                    <a:pt x="6399" y="6025"/>
                  </a:lnTo>
                  <a:cubicBezTo>
                    <a:pt x="6332" y="5900"/>
                    <a:pt x="6298" y="5761"/>
                    <a:pt x="6298" y="5621"/>
                  </a:cubicBezTo>
                  <a:lnTo>
                    <a:pt x="6298" y="1"/>
                  </a:ln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86"/>
            <p:cNvSpPr/>
            <p:nvPr/>
          </p:nvSpPr>
          <p:spPr>
            <a:xfrm>
              <a:off x="1025821" y="3373475"/>
              <a:ext cx="125926" cy="347906"/>
            </a:xfrm>
            <a:custGeom>
              <a:rect b="b" l="l" r="r" t="t"/>
              <a:pathLst>
                <a:path extrusionOk="0" h="13289" w="4810">
                  <a:moveTo>
                    <a:pt x="0" y="1"/>
                  </a:moveTo>
                  <a:lnTo>
                    <a:pt x="0" y="5698"/>
                  </a:lnTo>
                  <a:cubicBezTo>
                    <a:pt x="0" y="5790"/>
                    <a:pt x="20" y="5881"/>
                    <a:pt x="63" y="5958"/>
                  </a:cubicBezTo>
                  <a:lnTo>
                    <a:pt x="3469" y="12337"/>
                  </a:lnTo>
                  <a:cubicBezTo>
                    <a:pt x="3700" y="12770"/>
                    <a:pt x="3387" y="13289"/>
                    <a:pt x="2902" y="13289"/>
                  </a:cubicBezTo>
                  <a:lnTo>
                    <a:pt x="4012" y="13289"/>
                  </a:lnTo>
                  <a:cubicBezTo>
                    <a:pt x="4497" y="13289"/>
                    <a:pt x="4809" y="12765"/>
                    <a:pt x="4579" y="12337"/>
                  </a:cubicBezTo>
                  <a:lnTo>
                    <a:pt x="1206" y="6025"/>
                  </a:lnTo>
                  <a:cubicBezTo>
                    <a:pt x="1139" y="5900"/>
                    <a:pt x="1105" y="5761"/>
                    <a:pt x="1105" y="5621"/>
                  </a:cubicBezTo>
                  <a:lnTo>
                    <a:pt x="1105" y="1"/>
                  </a:ln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86"/>
            <p:cNvSpPr/>
            <p:nvPr/>
          </p:nvSpPr>
          <p:spPr>
            <a:xfrm>
              <a:off x="942307" y="3609593"/>
              <a:ext cx="156871" cy="82100"/>
            </a:xfrm>
            <a:custGeom>
              <a:rect b="b" l="l" r="r" t="t"/>
              <a:pathLst>
                <a:path extrusionOk="0" h="3136" w="5992">
                  <a:moveTo>
                    <a:pt x="2983" y="1"/>
                  </a:moveTo>
                  <a:cubicBezTo>
                    <a:pt x="2548" y="1"/>
                    <a:pt x="2113" y="50"/>
                    <a:pt x="1687" y="148"/>
                  </a:cubicBezTo>
                  <a:cubicBezTo>
                    <a:pt x="1528" y="181"/>
                    <a:pt x="1394" y="282"/>
                    <a:pt x="1322" y="426"/>
                  </a:cubicBezTo>
                  <a:lnTo>
                    <a:pt x="97" y="2732"/>
                  </a:lnTo>
                  <a:cubicBezTo>
                    <a:pt x="1" y="2915"/>
                    <a:pt x="135" y="3136"/>
                    <a:pt x="342" y="3136"/>
                  </a:cubicBezTo>
                  <a:lnTo>
                    <a:pt x="5650" y="3136"/>
                  </a:lnTo>
                  <a:cubicBezTo>
                    <a:pt x="5857" y="3136"/>
                    <a:pt x="5991" y="2915"/>
                    <a:pt x="5895" y="2732"/>
                  </a:cubicBezTo>
                  <a:lnTo>
                    <a:pt x="4675" y="436"/>
                  </a:lnTo>
                  <a:cubicBezTo>
                    <a:pt x="4598" y="287"/>
                    <a:pt x="4459" y="181"/>
                    <a:pt x="4295" y="153"/>
                  </a:cubicBezTo>
                  <a:lnTo>
                    <a:pt x="4113" y="114"/>
                  </a:lnTo>
                  <a:cubicBezTo>
                    <a:pt x="3740" y="38"/>
                    <a:pt x="3361" y="1"/>
                    <a:pt x="2983"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86"/>
            <p:cNvSpPr/>
            <p:nvPr/>
          </p:nvSpPr>
          <p:spPr>
            <a:xfrm>
              <a:off x="1005584" y="3609671"/>
              <a:ext cx="93593" cy="82153"/>
            </a:xfrm>
            <a:custGeom>
              <a:rect b="b" l="l" r="r" t="t"/>
              <a:pathLst>
                <a:path extrusionOk="0" h="3138" w="3575">
                  <a:moveTo>
                    <a:pt x="568" y="1"/>
                  </a:moveTo>
                  <a:cubicBezTo>
                    <a:pt x="378" y="1"/>
                    <a:pt x="189" y="10"/>
                    <a:pt x="0" y="29"/>
                  </a:cubicBezTo>
                  <a:cubicBezTo>
                    <a:pt x="197" y="49"/>
                    <a:pt x="394" y="78"/>
                    <a:pt x="591" y="116"/>
                  </a:cubicBezTo>
                  <a:lnTo>
                    <a:pt x="769" y="150"/>
                  </a:lnTo>
                  <a:cubicBezTo>
                    <a:pt x="932" y="183"/>
                    <a:pt x="1071" y="289"/>
                    <a:pt x="1148" y="433"/>
                  </a:cubicBezTo>
                  <a:lnTo>
                    <a:pt x="2368" y="2729"/>
                  </a:lnTo>
                  <a:cubicBezTo>
                    <a:pt x="2464" y="2917"/>
                    <a:pt x="2330" y="3138"/>
                    <a:pt x="2123" y="3138"/>
                  </a:cubicBezTo>
                  <a:lnTo>
                    <a:pt x="3233" y="3138"/>
                  </a:lnTo>
                  <a:cubicBezTo>
                    <a:pt x="3440" y="3138"/>
                    <a:pt x="3574" y="2917"/>
                    <a:pt x="3478" y="2729"/>
                  </a:cubicBezTo>
                  <a:lnTo>
                    <a:pt x="2258" y="433"/>
                  </a:lnTo>
                  <a:cubicBezTo>
                    <a:pt x="2181" y="289"/>
                    <a:pt x="2042" y="183"/>
                    <a:pt x="1878" y="150"/>
                  </a:cubicBezTo>
                  <a:lnTo>
                    <a:pt x="1696" y="116"/>
                  </a:lnTo>
                  <a:cubicBezTo>
                    <a:pt x="1324" y="39"/>
                    <a:pt x="946" y="1"/>
                    <a:pt x="5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86"/>
            <p:cNvSpPr/>
            <p:nvPr/>
          </p:nvSpPr>
          <p:spPr>
            <a:xfrm>
              <a:off x="1042681" y="3655198"/>
              <a:ext cx="21153" cy="18143"/>
            </a:xfrm>
            <a:custGeom>
              <a:rect b="b" l="l" r="r" t="t"/>
              <a:pathLst>
                <a:path extrusionOk="0" h="693" w="808">
                  <a:moveTo>
                    <a:pt x="461" y="1"/>
                  </a:moveTo>
                  <a:cubicBezTo>
                    <a:pt x="154" y="1"/>
                    <a:pt x="0" y="375"/>
                    <a:pt x="216" y="592"/>
                  </a:cubicBezTo>
                  <a:cubicBezTo>
                    <a:pt x="286" y="661"/>
                    <a:pt x="372" y="693"/>
                    <a:pt x="457" y="693"/>
                  </a:cubicBezTo>
                  <a:cubicBezTo>
                    <a:pt x="635" y="693"/>
                    <a:pt x="807" y="555"/>
                    <a:pt x="807" y="347"/>
                  </a:cubicBezTo>
                  <a:cubicBezTo>
                    <a:pt x="807" y="154"/>
                    <a:pt x="654" y="1"/>
                    <a:pt x="461" y="1"/>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86"/>
            <p:cNvSpPr/>
            <p:nvPr/>
          </p:nvSpPr>
          <p:spPr>
            <a:xfrm>
              <a:off x="1051111" y="3655198"/>
              <a:ext cx="13718" cy="18143"/>
            </a:xfrm>
            <a:custGeom>
              <a:rect b="b" l="l" r="r" t="t"/>
              <a:pathLst>
                <a:path extrusionOk="0" h="693" w="524">
                  <a:moveTo>
                    <a:pt x="139" y="1"/>
                  </a:moveTo>
                  <a:cubicBezTo>
                    <a:pt x="91" y="1"/>
                    <a:pt x="43" y="10"/>
                    <a:pt x="0" y="30"/>
                  </a:cubicBezTo>
                  <a:cubicBezTo>
                    <a:pt x="279" y="150"/>
                    <a:pt x="279" y="544"/>
                    <a:pt x="0" y="664"/>
                  </a:cubicBezTo>
                  <a:cubicBezTo>
                    <a:pt x="46" y="683"/>
                    <a:pt x="93" y="693"/>
                    <a:pt x="140" y="693"/>
                  </a:cubicBezTo>
                  <a:cubicBezTo>
                    <a:pt x="299" y="693"/>
                    <a:pt x="447" y="586"/>
                    <a:pt x="480" y="419"/>
                  </a:cubicBezTo>
                  <a:cubicBezTo>
                    <a:pt x="524" y="202"/>
                    <a:pt x="360" y="1"/>
                    <a:pt x="139" y="1"/>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6"/>
            <p:cNvSpPr/>
            <p:nvPr/>
          </p:nvSpPr>
          <p:spPr>
            <a:xfrm>
              <a:off x="971864" y="3659989"/>
              <a:ext cx="21284" cy="18143"/>
            </a:xfrm>
            <a:custGeom>
              <a:rect b="b" l="l" r="r" t="t"/>
              <a:pathLst>
                <a:path extrusionOk="0" h="693" w="813">
                  <a:moveTo>
                    <a:pt x="467" y="0"/>
                  </a:moveTo>
                  <a:cubicBezTo>
                    <a:pt x="154" y="0"/>
                    <a:pt x="1" y="370"/>
                    <a:pt x="222" y="591"/>
                  </a:cubicBezTo>
                  <a:cubicBezTo>
                    <a:pt x="291" y="661"/>
                    <a:pt x="377" y="692"/>
                    <a:pt x="462" y="692"/>
                  </a:cubicBezTo>
                  <a:cubicBezTo>
                    <a:pt x="640" y="692"/>
                    <a:pt x="812" y="554"/>
                    <a:pt x="812" y="346"/>
                  </a:cubicBezTo>
                  <a:cubicBezTo>
                    <a:pt x="812" y="154"/>
                    <a:pt x="654" y="0"/>
                    <a:pt x="467" y="0"/>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6"/>
            <p:cNvSpPr/>
            <p:nvPr/>
          </p:nvSpPr>
          <p:spPr>
            <a:xfrm>
              <a:off x="980425" y="3659989"/>
              <a:ext cx="13718" cy="18117"/>
            </a:xfrm>
            <a:custGeom>
              <a:rect b="b" l="l" r="r" t="t"/>
              <a:pathLst>
                <a:path extrusionOk="0" h="692" w="524">
                  <a:moveTo>
                    <a:pt x="147" y="0"/>
                  </a:moveTo>
                  <a:cubicBezTo>
                    <a:pt x="144" y="0"/>
                    <a:pt x="142" y="0"/>
                    <a:pt x="140" y="0"/>
                  </a:cubicBezTo>
                  <a:cubicBezTo>
                    <a:pt x="91" y="0"/>
                    <a:pt x="43" y="10"/>
                    <a:pt x="0" y="29"/>
                  </a:cubicBezTo>
                  <a:cubicBezTo>
                    <a:pt x="279" y="149"/>
                    <a:pt x="279" y="543"/>
                    <a:pt x="0" y="663"/>
                  </a:cubicBezTo>
                  <a:cubicBezTo>
                    <a:pt x="45" y="683"/>
                    <a:pt x="92" y="692"/>
                    <a:pt x="137" y="692"/>
                  </a:cubicBezTo>
                  <a:cubicBezTo>
                    <a:pt x="296" y="692"/>
                    <a:pt x="442" y="582"/>
                    <a:pt x="476" y="418"/>
                  </a:cubicBezTo>
                  <a:cubicBezTo>
                    <a:pt x="523" y="205"/>
                    <a:pt x="360" y="0"/>
                    <a:pt x="147"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6"/>
            <p:cNvSpPr/>
            <p:nvPr/>
          </p:nvSpPr>
          <p:spPr>
            <a:xfrm>
              <a:off x="1000296" y="3629542"/>
              <a:ext cx="25552" cy="21834"/>
            </a:xfrm>
            <a:custGeom>
              <a:rect b="b" l="l" r="r" t="t"/>
              <a:pathLst>
                <a:path extrusionOk="0" h="834" w="976">
                  <a:moveTo>
                    <a:pt x="558" y="1"/>
                  </a:moveTo>
                  <a:cubicBezTo>
                    <a:pt x="188" y="1"/>
                    <a:pt x="0" y="447"/>
                    <a:pt x="264" y="712"/>
                  </a:cubicBezTo>
                  <a:cubicBezTo>
                    <a:pt x="348" y="796"/>
                    <a:pt x="453" y="833"/>
                    <a:pt x="555" y="833"/>
                  </a:cubicBezTo>
                  <a:cubicBezTo>
                    <a:pt x="769" y="833"/>
                    <a:pt x="975" y="669"/>
                    <a:pt x="975" y="419"/>
                  </a:cubicBezTo>
                  <a:cubicBezTo>
                    <a:pt x="975" y="188"/>
                    <a:pt x="788" y="1"/>
                    <a:pt x="558" y="1"/>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6"/>
            <p:cNvSpPr/>
            <p:nvPr/>
          </p:nvSpPr>
          <p:spPr>
            <a:xfrm>
              <a:off x="1010480" y="3629516"/>
              <a:ext cx="15368" cy="21860"/>
            </a:xfrm>
            <a:custGeom>
              <a:rect b="b" l="l" r="r" t="t"/>
              <a:pathLst>
                <a:path extrusionOk="0" h="835" w="587">
                  <a:moveTo>
                    <a:pt x="168" y="0"/>
                  </a:moveTo>
                  <a:cubicBezTo>
                    <a:pt x="113" y="0"/>
                    <a:pt x="56" y="11"/>
                    <a:pt x="0" y="35"/>
                  </a:cubicBezTo>
                  <a:cubicBezTo>
                    <a:pt x="332" y="179"/>
                    <a:pt x="332" y="655"/>
                    <a:pt x="0" y="799"/>
                  </a:cubicBezTo>
                  <a:cubicBezTo>
                    <a:pt x="56" y="823"/>
                    <a:pt x="113" y="834"/>
                    <a:pt x="168" y="834"/>
                  </a:cubicBezTo>
                  <a:cubicBezTo>
                    <a:pt x="388" y="834"/>
                    <a:pt x="583" y="658"/>
                    <a:pt x="586" y="420"/>
                  </a:cubicBezTo>
                  <a:cubicBezTo>
                    <a:pt x="583" y="178"/>
                    <a:pt x="388" y="0"/>
                    <a:pt x="168"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6"/>
            <p:cNvSpPr/>
            <p:nvPr/>
          </p:nvSpPr>
          <p:spPr>
            <a:xfrm>
              <a:off x="986970" y="3570428"/>
              <a:ext cx="25421" cy="21756"/>
            </a:xfrm>
            <a:custGeom>
              <a:rect b="b" l="l" r="r" t="t"/>
              <a:pathLst>
                <a:path extrusionOk="0" h="831" w="971">
                  <a:moveTo>
                    <a:pt x="552" y="1"/>
                  </a:moveTo>
                  <a:cubicBezTo>
                    <a:pt x="183" y="1"/>
                    <a:pt x="0" y="448"/>
                    <a:pt x="259" y="707"/>
                  </a:cubicBezTo>
                  <a:cubicBezTo>
                    <a:pt x="345" y="793"/>
                    <a:pt x="450" y="831"/>
                    <a:pt x="552" y="831"/>
                  </a:cubicBezTo>
                  <a:cubicBezTo>
                    <a:pt x="766" y="831"/>
                    <a:pt x="970" y="664"/>
                    <a:pt x="970" y="414"/>
                  </a:cubicBezTo>
                  <a:cubicBezTo>
                    <a:pt x="970" y="183"/>
                    <a:pt x="783" y="1"/>
                    <a:pt x="552"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86"/>
            <p:cNvSpPr/>
            <p:nvPr/>
          </p:nvSpPr>
          <p:spPr>
            <a:xfrm>
              <a:off x="996761" y="3570428"/>
              <a:ext cx="16886" cy="21808"/>
            </a:xfrm>
            <a:custGeom>
              <a:rect b="b" l="l" r="r" t="t"/>
              <a:pathLst>
                <a:path extrusionOk="0" h="833" w="645">
                  <a:moveTo>
                    <a:pt x="178" y="1"/>
                  </a:moveTo>
                  <a:cubicBezTo>
                    <a:pt x="116" y="1"/>
                    <a:pt x="54" y="15"/>
                    <a:pt x="1" y="44"/>
                  </a:cubicBezTo>
                  <a:cubicBezTo>
                    <a:pt x="313" y="193"/>
                    <a:pt x="313" y="640"/>
                    <a:pt x="1" y="789"/>
                  </a:cubicBezTo>
                  <a:cubicBezTo>
                    <a:pt x="60" y="818"/>
                    <a:pt x="123" y="832"/>
                    <a:pt x="183" y="832"/>
                  </a:cubicBezTo>
                  <a:cubicBezTo>
                    <a:pt x="368" y="832"/>
                    <a:pt x="540" y="705"/>
                    <a:pt x="587" y="510"/>
                  </a:cubicBezTo>
                  <a:cubicBezTo>
                    <a:pt x="644" y="251"/>
                    <a:pt x="448" y="1"/>
                    <a:pt x="1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86"/>
            <p:cNvSpPr/>
            <p:nvPr/>
          </p:nvSpPr>
          <p:spPr>
            <a:xfrm>
              <a:off x="1019905" y="3541630"/>
              <a:ext cx="25447" cy="21886"/>
            </a:xfrm>
            <a:custGeom>
              <a:rect b="b" l="l" r="r" t="t"/>
              <a:pathLst>
                <a:path extrusionOk="0" h="836" w="972">
                  <a:moveTo>
                    <a:pt x="558" y="1"/>
                  </a:moveTo>
                  <a:cubicBezTo>
                    <a:pt x="188" y="1"/>
                    <a:pt x="1" y="452"/>
                    <a:pt x="265" y="712"/>
                  </a:cubicBezTo>
                  <a:cubicBezTo>
                    <a:pt x="349" y="797"/>
                    <a:pt x="453" y="835"/>
                    <a:pt x="554" y="835"/>
                  </a:cubicBezTo>
                  <a:cubicBezTo>
                    <a:pt x="767" y="835"/>
                    <a:pt x="971" y="669"/>
                    <a:pt x="971" y="419"/>
                  </a:cubicBezTo>
                  <a:cubicBezTo>
                    <a:pt x="971" y="188"/>
                    <a:pt x="789" y="1"/>
                    <a:pt x="558"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86"/>
            <p:cNvSpPr/>
            <p:nvPr/>
          </p:nvSpPr>
          <p:spPr>
            <a:xfrm>
              <a:off x="1029722" y="3541630"/>
              <a:ext cx="16991" cy="21860"/>
            </a:xfrm>
            <a:custGeom>
              <a:rect b="b" l="l" r="r" t="t"/>
              <a:pathLst>
                <a:path extrusionOk="0" h="835" w="649">
                  <a:moveTo>
                    <a:pt x="183" y="1"/>
                  </a:moveTo>
                  <a:cubicBezTo>
                    <a:pt x="120" y="1"/>
                    <a:pt x="58" y="15"/>
                    <a:pt x="0" y="44"/>
                  </a:cubicBezTo>
                  <a:cubicBezTo>
                    <a:pt x="317" y="193"/>
                    <a:pt x="317" y="640"/>
                    <a:pt x="0" y="793"/>
                  </a:cubicBezTo>
                  <a:cubicBezTo>
                    <a:pt x="58" y="821"/>
                    <a:pt x="119" y="834"/>
                    <a:pt x="179" y="834"/>
                  </a:cubicBezTo>
                  <a:cubicBezTo>
                    <a:pt x="367" y="834"/>
                    <a:pt x="543" y="707"/>
                    <a:pt x="586" y="510"/>
                  </a:cubicBezTo>
                  <a:cubicBezTo>
                    <a:pt x="649" y="250"/>
                    <a:pt x="447" y="1"/>
                    <a:pt x="1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86"/>
            <p:cNvSpPr/>
            <p:nvPr/>
          </p:nvSpPr>
          <p:spPr>
            <a:xfrm>
              <a:off x="1004930" y="3500998"/>
              <a:ext cx="21180" cy="18143"/>
            </a:xfrm>
            <a:custGeom>
              <a:rect b="b" l="l" r="r" t="t"/>
              <a:pathLst>
                <a:path extrusionOk="0" h="693" w="809">
                  <a:moveTo>
                    <a:pt x="462" y="1"/>
                  </a:moveTo>
                  <a:cubicBezTo>
                    <a:pt x="155" y="1"/>
                    <a:pt x="1" y="371"/>
                    <a:pt x="217" y="592"/>
                  </a:cubicBezTo>
                  <a:cubicBezTo>
                    <a:pt x="288" y="662"/>
                    <a:pt x="375" y="693"/>
                    <a:pt x="460" y="693"/>
                  </a:cubicBezTo>
                  <a:cubicBezTo>
                    <a:pt x="638" y="693"/>
                    <a:pt x="808" y="555"/>
                    <a:pt x="808" y="347"/>
                  </a:cubicBezTo>
                  <a:cubicBezTo>
                    <a:pt x="808" y="155"/>
                    <a:pt x="654" y="1"/>
                    <a:pt x="462"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86"/>
            <p:cNvSpPr/>
            <p:nvPr/>
          </p:nvSpPr>
          <p:spPr>
            <a:xfrm>
              <a:off x="1013360" y="3500998"/>
              <a:ext cx="13744" cy="18143"/>
            </a:xfrm>
            <a:custGeom>
              <a:rect b="b" l="l" r="r" t="t"/>
              <a:pathLst>
                <a:path extrusionOk="0" h="693" w="525">
                  <a:moveTo>
                    <a:pt x="140" y="1"/>
                  </a:moveTo>
                  <a:cubicBezTo>
                    <a:pt x="92" y="1"/>
                    <a:pt x="44" y="11"/>
                    <a:pt x="1" y="30"/>
                  </a:cubicBezTo>
                  <a:cubicBezTo>
                    <a:pt x="279" y="150"/>
                    <a:pt x="279" y="544"/>
                    <a:pt x="1" y="664"/>
                  </a:cubicBezTo>
                  <a:cubicBezTo>
                    <a:pt x="47" y="684"/>
                    <a:pt x="94" y="693"/>
                    <a:pt x="141" y="693"/>
                  </a:cubicBezTo>
                  <a:cubicBezTo>
                    <a:pt x="300" y="693"/>
                    <a:pt x="448" y="586"/>
                    <a:pt x="481" y="419"/>
                  </a:cubicBezTo>
                  <a:cubicBezTo>
                    <a:pt x="525" y="203"/>
                    <a:pt x="361" y="1"/>
                    <a:pt x="1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86"/>
            <p:cNvSpPr/>
            <p:nvPr/>
          </p:nvSpPr>
          <p:spPr>
            <a:xfrm>
              <a:off x="975268" y="3368082"/>
              <a:ext cx="90949" cy="28065"/>
            </a:xfrm>
            <a:custGeom>
              <a:rect b="b" l="l" r="r" t="t"/>
              <a:pathLst>
                <a:path extrusionOk="0" h="1072" w="3474">
                  <a:moveTo>
                    <a:pt x="264" y="0"/>
                  </a:moveTo>
                  <a:cubicBezTo>
                    <a:pt x="120" y="0"/>
                    <a:pt x="0" y="120"/>
                    <a:pt x="0" y="269"/>
                  </a:cubicBezTo>
                  <a:lnTo>
                    <a:pt x="0" y="802"/>
                  </a:lnTo>
                  <a:cubicBezTo>
                    <a:pt x="0" y="951"/>
                    <a:pt x="120" y="1071"/>
                    <a:pt x="264" y="1071"/>
                  </a:cubicBezTo>
                  <a:lnTo>
                    <a:pt x="3209" y="1071"/>
                  </a:lnTo>
                  <a:cubicBezTo>
                    <a:pt x="3353" y="1071"/>
                    <a:pt x="3474" y="951"/>
                    <a:pt x="3474" y="802"/>
                  </a:cubicBezTo>
                  <a:lnTo>
                    <a:pt x="3474" y="269"/>
                  </a:lnTo>
                  <a:cubicBezTo>
                    <a:pt x="3474" y="120"/>
                    <a:pt x="3353" y="0"/>
                    <a:pt x="3209" y="0"/>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86"/>
            <p:cNvSpPr/>
            <p:nvPr/>
          </p:nvSpPr>
          <p:spPr>
            <a:xfrm>
              <a:off x="1031241" y="3368082"/>
              <a:ext cx="34976" cy="28065"/>
            </a:xfrm>
            <a:custGeom>
              <a:rect b="b" l="l" r="r" t="t"/>
              <a:pathLst>
                <a:path extrusionOk="0" h="1072" w="1336">
                  <a:moveTo>
                    <a:pt x="0" y="0"/>
                  </a:moveTo>
                  <a:cubicBezTo>
                    <a:pt x="149" y="0"/>
                    <a:pt x="269" y="120"/>
                    <a:pt x="269" y="269"/>
                  </a:cubicBezTo>
                  <a:lnTo>
                    <a:pt x="269" y="802"/>
                  </a:lnTo>
                  <a:cubicBezTo>
                    <a:pt x="269" y="951"/>
                    <a:pt x="149" y="1071"/>
                    <a:pt x="0" y="1071"/>
                  </a:cubicBezTo>
                  <a:lnTo>
                    <a:pt x="1067" y="1071"/>
                  </a:lnTo>
                  <a:cubicBezTo>
                    <a:pt x="1215" y="1071"/>
                    <a:pt x="1336" y="951"/>
                    <a:pt x="1336" y="802"/>
                  </a:cubicBezTo>
                  <a:lnTo>
                    <a:pt x="1336" y="269"/>
                  </a:lnTo>
                  <a:cubicBezTo>
                    <a:pt x="1336" y="120"/>
                    <a:pt x="1215" y="0"/>
                    <a:pt x="1067"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86"/>
            <p:cNvSpPr/>
            <p:nvPr/>
          </p:nvSpPr>
          <p:spPr>
            <a:xfrm>
              <a:off x="883193" y="3362794"/>
              <a:ext cx="275099" cy="363876"/>
            </a:xfrm>
            <a:custGeom>
              <a:rect b="b" l="l" r="r" t="t"/>
              <a:pathLst>
                <a:path extrusionOk="0" h="13899" w="10508">
                  <a:moveTo>
                    <a:pt x="6726" y="404"/>
                  </a:moveTo>
                  <a:cubicBezTo>
                    <a:pt x="6760" y="404"/>
                    <a:pt x="6789" y="433"/>
                    <a:pt x="6789" y="471"/>
                  </a:cubicBezTo>
                  <a:lnTo>
                    <a:pt x="6789" y="1004"/>
                  </a:lnTo>
                  <a:cubicBezTo>
                    <a:pt x="6789" y="1038"/>
                    <a:pt x="6760" y="1067"/>
                    <a:pt x="6726" y="1067"/>
                  </a:cubicBezTo>
                  <a:lnTo>
                    <a:pt x="3781" y="1067"/>
                  </a:lnTo>
                  <a:cubicBezTo>
                    <a:pt x="3748" y="1067"/>
                    <a:pt x="3719" y="1038"/>
                    <a:pt x="3719" y="1004"/>
                  </a:cubicBezTo>
                  <a:lnTo>
                    <a:pt x="3719" y="471"/>
                  </a:lnTo>
                  <a:cubicBezTo>
                    <a:pt x="3719" y="433"/>
                    <a:pt x="3748" y="404"/>
                    <a:pt x="3781" y="404"/>
                  </a:cubicBezTo>
                  <a:close/>
                  <a:moveTo>
                    <a:pt x="3781" y="0"/>
                  </a:moveTo>
                  <a:cubicBezTo>
                    <a:pt x="3522" y="0"/>
                    <a:pt x="3311" y="212"/>
                    <a:pt x="3311" y="471"/>
                  </a:cubicBezTo>
                  <a:lnTo>
                    <a:pt x="3311" y="1004"/>
                  </a:lnTo>
                  <a:cubicBezTo>
                    <a:pt x="3311" y="1249"/>
                    <a:pt x="3503" y="1456"/>
                    <a:pt x="3748" y="1475"/>
                  </a:cubicBezTo>
                  <a:lnTo>
                    <a:pt x="3748" y="6029"/>
                  </a:lnTo>
                  <a:cubicBezTo>
                    <a:pt x="3748" y="6140"/>
                    <a:pt x="3719" y="6246"/>
                    <a:pt x="3671" y="6342"/>
                  </a:cubicBezTo>
                  <a:lnTo>
                    <a:pt x="2547" y="8441"/>
                  </a:lnTo>
                  <a:lnTo>
                    <a:pt x="1365" y="10656"/>
                  </a:lnTo>
                  <a:lnTo>
                    <a:pt x="774" y="11765"/>
                  </a:lnTo>
                  <a:lnTo>
                    <a:pt x="303" y="12649"/>
                  </a:lnTo>
                  <a:cubicBezTo>
                    <a:pt x="1" y="13216"/>
                    <a:pt x="409" y="13898"/>
                    <a:pt x="1053" y="13898"/>
                  </a:cubicBezTo>
                  <a:lnTo>
                    <a:pt x="4771" y="13898"/>
                  </a:lnTo>
                  <a:cubicBezTo>
                    <a:pt x="5040" y="13898"/>
                    <a:pt x="5040" y="13490"/>
                    <a:pt x="4771" y="13490"/>
                  </a:cubicBezTo>
                  <a:lnTo>
                    <a:pt x="1048" y="13490"/>
                  </a:lnTo>
                  <a:cubicBezTo>
                    <a:pt x="716" y="13490"/>
                    <a:pt x="505" y="13135"/>
                    <a:pt x="659" y="12842"/>
                  </a:cubicBezTo>
                  <a:lnTo>
                    <a:pt x="1077" y="12063"/>
                  </a:lnTo>
                  <a:lnTo>
                    <a:pt x="1639" y="12063"/>
                  </a:lnTo>
                  <a:cubicBezTo>
                    <a:pt x="1908" y="12063"/>
                    <a:pt x="1908" y="11660"/>
                    <a:pt x="1639" y="11660"/>
                  </a:cubicBezTo>
                  <a:lnTo>
                    <a:pt x="1293" y="11660"/>
                  </a:lnTo>
                  <a:lnTo>
                    <a:pt x="1668" y="10958"/>
                  </a:lnTo>
                  <a:lnTo>
                    <a:pt x="2225" y="10958"/>
                  </a:lnTo>
                  <a:cubicBezTo>
                    <a:pt x="2494" y="10958"/>
                    <a:pt x="2494" y="10550"/>
                    <a:pt x="2225" y="10550"/>
                  </a:cubicBezTo>
                  <a:lnTo>
                    <a:pt x="1884" y="10550"/>
                  </a:lnTo>
                  <a:lnTo>
                    <a:pt x="2259" y="9849"/>
                  </a:lnTo>
                  <a:lnTo>
                    <a:pt x="2821" y="9849"/>
                  </a:lnTo>
                  <a:cubicBezTo>
                    <a:pt x="3090" y="9849"/>
                    <a:pt x="3090" y="9440"/>
                    <a:pt x="2821" y="9440"/>
                  </a:cubicBezTo>
                  <a:lnTo>
                    <a:pt x="2475" y="9440"/>
                  </a:lnTo>
                  <a:lnTo>
                    <a:pt x="2849" y="8739"/>
                  </a:lnTo>
                  <a:lnTo>
                    <a:pt x="3412" y="8739"/>
                  </a:lnTo>
                  <a:cubicBezTo>
                    <a:pt x="3685" y="8739"/>
                    <a:pt x="3685" y="8331"/>
                    <a:pt x="3412" y="8331"/>
                  </a:cubicBezTo>
                  <a:lnTo>
                    <a:pt x="3066" y="8331"/>
                  </a:lnTo>
                  <a:lnTo>
                    <a:pt x="4026" y="6529"/>
                  </a:lnTo>
                  <a:cubicBezTo>
                    <a:pt x="4108" y="6375"/>
                    <a:pt x="4151" y="6202"/>
                    <a:pt x="4151" y="6029"/>
                  </a:cubicBezTo>
                  <a:lnTo>
                    <a:pt x="4151" y="1475"/>
                  </a:lnTo>
                  <a:lnTo>
                    <a:pt x="6347" y="1475"/>
                  </a:lnTo>
                  <a:lnTo>
                    <a:pt x="6347" y="6029"/>
                  </a:lnTo>
                  <a:cubicBezTo>
                    <a:pt x="6347" y="6202"/>
                    <a:pt x="6390" y="6375"/>
                    <a:pt x="6472" y="6529"/>
                  </a:cubicBezTo>
                  <a:lnTo>
                    <a:pt x="9844" y="12842"/>
                  </a:lnTo>
                  <a:cubicBezTo>
                    <a:pt x="9998" y="13135"/>
                    <a:pt x="9787" y="13490"/>
                    <a:pt x="9455" y="13490"/>
                  </a:cubicBezTo>
                  <a:lnTo>
                    <a:pt x="5727" y="13490"/>
                  </a:lnTo>
                  <a:cubicBezTo>
                    <a:pt x="5458" y="13490"/>
                    <a:pt x="5458" y="13898"/>
                    <a:pt x="5727" y="13898"/>
                  </a:cubicBezTo>
                  <a:lnTo>
                    <a:pt x="9455" y="13898"/>
                  </a:lnTo>
                  <a:cubicBezTo>
                    <a:pt x="10099" y="13898"/>
                    <a:pt x="10507" y="13216"/>
                    <a:pt x="10204" y="12649"/>
                  </a:cubicBezTo>
                  <a:lnTo>
                    <a:pt x="6837" y="6337"/>
                  </a:lnTo>
                  <a:cubicBezTo>
                    <a:pt x="6784" y="6246"/>
                    <a:pt x="6760" y="6135"/>
                    <a:pt x="6755" y="6029"/>
                  </a:cubicBezTo>
                  <a:lnTo>
                    <a:pt x="6755" y="1475"/>
                  </a:lnTo>
                  <a:cubicBezTo>
                    <a:pt x="7005" y="1456"/>
                    <a:pt x="7192" y="1249"/>
                    <a:pt x="7192" y="1004"/>
                  </a:cubicBezTo>
                  <a:lnTo>
                    <a:pt x="7192" y="471"/>
                  </a:lnTo>
                  <a:cubicBezTo>
                    <a:pt x="7192" y="212"/>
                    <a:pt x="6981" y="0"/>
                    <a:pt x="67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86"/>
            <p:cNvSpPr/>
            <p:nvPr/>
          </p:nvSpPr>
          <p:spPr>
            <a:xfrm>
              <a:off x="935631" y="3604305"/>
              <a:ext cx="170091" cy="92808"/>
            </a:xfrm>
            <a:custGeom>
              <a:rect b="b" l="l" r="r" t="t"/>
              <a:pathLst>
                <a:path extrusionOk="0" h="3545" w="6497">
                  <a:moveTo>
                    <a:pt x="3232" y="410"/>
                  </a:moveTo>
                  <a:cubicBezTo>
                    <a:pt x="3600" y="410"/>
                    <a:pt x="3968" y="446"/>
                    <a:pt x="4329" y="518"/>
                  </a:cubicBezTo>
                  <a:lnTo>
                    <a:pt x="4507" y="556"/>
                  </a:lnTo>
                  <a:cubicBezTo>
                    <a:pt x="4613" y="576"/>
                    <a:pt x="4699" y="643"/>
                    <a:pt x="4747" y="734"/>
                  </a:cubicBezTo>
                  <a:lnTo>
                    <a:pt x="5968" y="3030"/>
                  </a:lnTo>
                  <a:cubicBezTo>
                    <a:pt x="5992" y="3078"/>
                    <a:pt x="5958" y="3136"/>
                    <a:pt x="5905" y="3141"/>
                  </a:cubicBezTo>
                  <a:lnTo>
                    <a:pt x="597" y="3141"/>
                  </a:lnTo>
                  <a:cubicBezTo>
                    <a:pt x="544" y="3141"/>
                    <a:pt x="505" y="3078"/>
                    <a:pt x="534" y="3030"/>
                  </a:cubicBezTo>
                  <a:lnTo>
                    <a:pt x="1754" y="724"/>
                  </a:lnTo>
                  <a:cubicBezTo>
                    <a:pt x="1802" y="638"/>
                    <a:pt x="1889" y="571"/>
                    <a:pt x="1985" y="547"/>
                  </a:cubicBezTo>
                  <a:lnTo>
                    <a:pt x="1985" y="552"/>
                  </a:lnTo>
                  <a:cubicBezTo>
                    <a:pt x="2394" y="457"/>
                    <a:pt x="2813" y="410"/>
                    <a:pt x="3232" y="410"/>
                  </a:cubicBezTo>
                  <a:close/>
                  <a:moveTo>
                    <a:pt x="3227" y="0"/>
                  </a:moveTo>
                  <a:cubicBezTo>
                    <a:pt x="2779" y="0"/>
                    <a:pt x="2332" y="51"/>
                    <a:pt x="1894" y="153"/>
                  </a:cubicBezTo>
                  <a:cubicBezTo>
                    <a:pt x="1682" y="201"/>
                    <a:pt x="1500" y="340"/>
                    <a:pt x="1394" y="537"/>
                  </a:cubicBezTo>
                  <a:lnTo>
                    <a:pt x="174" y="2843"/>
                  </a:lnTo>
                  <a:cubicBezTo>
                    <a:pt x="1" y="3160"/>
                    <a:pt x="236" y="3544"/>
                    <a:pt x="597" y="3544"/>
                  </a:cubicBezTo>
                  <a:lnTo>
                    <a:pt x="5905" y="3544"/>
                  </a:lnTo>
                  <a:cubicBezTo>
                    <a:pt x="6265" y="3544"/>
                    <a:pt x="6496" y="3160"/>
                    <a:pt x="6328" y="2843"/>
                  </a:cubicBezTo>
                  <a:lnTo>
                    <a:pt x="5108" y="542"/>
                  </a:lnTo>
                  <a:cubicBezTo>
                    <a:pt x="5002" y="345"/>
                    <a:pt x="4815" y="201"/>
                    <a:pt x="4589" y="158"/>
                  </a:cubicBezTo>
                  <a:lnTo>
                    <a:pt x="4411" y="119"/>
                  </a:lnTo>
                  <a:cubicBezTo>
                    <a:pt x="4020" y="40"/>
                    <a:pt x="3623" y="0"/>
                    <a:pt x="32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86"/>
            <p:cNvSpPr/>
            <p:nvPr/>
          </p:nvSpPr>
          <p:spPr>
            <a:xfrm>
              <a:off x="1040404" y="3649832"/>
              <a:ext cx="33615" cy="28798"/>
            </a:xfrm>
            <a:custGeom>
              <a:rect b="b" l="l" r="r" t="t"/>
              <a:pathLst>
                <a:path extrusionOk="0" h="1100" w="1284">
                  <a:moveTo>
                    <a:pt x="548" y="407"/>
                  </a:moveTo>
                  <a:cubicBezTo>
                    <a:pt x="678" y="407"/>
                    <a:pt x="741" y="561"/>
                    <a:pt x="649" y="652"/>
                  </a:cubicBezTo>
                  <a:cubicBezTo>
                    <a:pt x="620" y="682"/>
                    <a:pt x="584" y="695"/>
                    <a:pt x="549" y="695"/>
                  </a:cubicBezTo>
                  <a:cubicBezTo>
                    <a:pt x="475" y="695"/>
                    <a:pt x="404" y="636"/>
                    <a:pt x="404" y="552"/>
                  </a:cubicBezTo>
                  <a:cubicBezTo>
                    <a:pt x="404" y="470"/>
                    <a:pt x="472" y="407"/>
                    <a:pt x="548" y="407"/>
                  </a:cubicBezTo>
                  <a:close/>
                  <a:moveTo>
                    <a:pt x="554" y="1"/>
                  </a:moveTo>
                  <a:cubicBezTo>
                    <a:pt x="271" y="1"/>
                    <a:pt x="1" y="220"/>
                    <a:pt x="1" y="552"/>
                  </a:cubicBezTo>
                  <a:cubicBezTo>
                    <a:pt x="1" y="854"/>
                    <a:pt x="246" y="1099"/>
                    <a:pt x="548" y="1099"/>
                  </a:cubicBezTo>
                  <a:cubicBezTo>
                    <a:pt x="1038" y="1099"/>
                    <a:pt x="1283" y="508"/>
                    <a:pt x="938" y="162"/>
                  </a:cubicBezTo>
                  <a:cubicBezTo>
                    <a:pt x="826" y="51"/>
                    <a:pt x="688" y="1"/>
                    <a:pt x="5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86"/>
            <p:cNvSpPr/>
            <p:nvPr/>
          </p:nvSpPr>
          <p:spPr>
            <a:xfrm>
              <a:off x="969613" y="3654623"/>
              <a:ext cx="33720" cy="28772"/>
            </a:xfrm>
            <a:custGeom>
              <a:rect b="b" l="l" r="r" t="t"/>
              <a:pathLst>
                <a:path extrusionOk="0" h="1099" w="1288">
                  <a:moveTo>
                    <a:pt x="553" y="407"/>
                  </a:moveTo>
                  <a:cubicBezTo>
                    <a:pt x="677" y="407"/>
                    <a:pt x="740" y="561"/>
                    <a:pt x="653" y="652"/>
                  </a:cubicBezTo>
                  <a:cubicBezTo>
                    <a:pt x="624" y="681"/>
                    <a:pt x="588" y="694"/>
                    <a:pt x="553" y="694"/>
                  </a:cubicBezTo>
                  <a:cubicBezTo>
                    <a:pt x="479" y="694"/>
                    <a:pt x="408" y="636"/>
                    <a:pt x="408" y="551"/>
                  </a:cubicBezTo>
                  <a:cubicBezTo>
                    <a:pt x="408" y="469"/>
                    <a:pt x="471" y="407"/>
                    <a:pt x="553" y="407"/>
                  </a:cubicBezTo>
                  <a:close/>
                  <a:moveTo>
                    <a:pt x="554" y="0"/>
                  </a:moveTo>
                  <a:cubicBezTo>
                    <a:pt x="271" y="0"/>
                    <a:pt x="0" y="220"/>
                    <a:pt x="0" y="551"/>
                  </a:cubicBezTo>
                  <a:cubicBezTo>
                    <a:pt x="0" y="854"/>
                    <a:pt x="245" y="1099"/>
                    <a:pt x="553" y="1099"/>
                  </a:cubicBezTo>
                  <a:cubicBezTo>
                    <a:pt x="1043" y="1099"/>
                    <a:pt x="1288" y="508"/>
                    <a:pt x="942" y="162"/>
                  </a:cubicBezTo>
                  <a:cubicBezTo>
                    <a:pt x="828" y="50"/>
                    <a:pt x="690" y="0"/>
                    <a:pt x="5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86"/>
            <p:cNvSpPr/>
            <p:nvPr/>
          </p:nvSpPr>
          <p:spPr>
            <a:xfrm>
              <a:off x="998646" y="3624175"/>
              <a:ext cx="37882" cy="32437"/>
            </a:xfrm>
            <a:custGeom>
              <a:rect b="b" l="l" r="r" t="t"/>
              <a:pathLst>
                <a:path extrusionOk="0" h="1239" w="1447">
                  <a:moveTo>
                    <a:pt x="621" y="407"/>
                  </a:moveTo>
                  <a:cubicBezTo>
                    <a:pt x="808" y="407"/>
                    <a:pt x="904" y="638"/>
                    <a:pt x="769" y="773"/>
                  </a:cubicBezTo>
                  <a:cubicBezTo>
                    <a:pt x="726" y="814"/>
                    <a:pt x="673" y="833"/>
                    <a:pt x="621" y="833"/>
                  </a:cubicBezTo>
                  <a:cubicBezTo>
                    <a:pt x="513" y="833"/>
                    <a:pt x="409" y="750"/>
                    <a:pt x="409" y="624"/>
                  </a:cubicBezTo>
                  <a:cubicBezTo>
                    <a:pt x="409" y="504"/>
                    <a:pt x="505" y="412"/>
                    <a:pt x="621" y="412"/>
                  </a:cubicBezTo>
                  <a:lnTo>
                    <a:pt x="621" y="407"/>
                  </a:lnTo>
                  <a:close/>
                  <a:moveTo>
                    <a:pt x="627" y="0"/>
                  </a:moveTo>
                  <a:cubicBezTo>
                    <a:pt x="308" y="0"/>
                    <a:pt x="1" y="249"/>
                    <a:pt x="1" y="624"/>
                  </a:cubicBezTo>
                  <a:cubicBezTo>
                    <a:pt x="1" y="965"/>
                    <a:pt x="279" y="1239"/>
                    <a:pt x="621" y="1239"/>
                  </a:cubicBezTo>
                  <a:cubicBezTo>
                    <a:pt x="1173" y="1239"/>
                    <a:pt x="1447" y="576"/>
                    <a:pt x="1058" y="182"/>
                  </a:cubicBezTo>
                  <a:cubicBezTo>
                    <a:pt x="932" y="56"/>
                    <a:pt x="778" y="0"/>
                    <a:pt x="6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86"/>
            <p:cNvSpPr/>
            <p:nvPr/>
          </p:nvSpPr>
          <p:spPr>
            <a:xfrm>
              <a:off x="985190" y="3565035"/>
              <a:ext cx="38013" cy="32463"/>
            </a:xfrm>
            <a:custGeom>
              <a:rect b="b" l="l" r="r" t="t"/>
              <a:pathLst>
                <a:path extrusionOk="0" h="1240" w="1452">
                  <a:moveTo>
                    <a:pt x="620" y="409"/>
                  </a:moveTo>
                  <a:cubicBezTo>
                    <a:pt x="741" y="409"/>
                    <a:pt x="832" y="505"/>
                    <a:pt x="832" y="620"/>
                  </a:cubicBezTo>
                  <a:cubicBezTo>
                    <a:pt x="832" y="747"/>
                    <a:pt x="728" y="832"/>
                    <a:pt x="620" y="832"/>
                  </a:cubicBezTo>
                  <a:cubicBezTo>
                    <a:pt x="568" y="832"/>
                    <a:pt x="515" y="812"/>
                    <a:pt x="472" y="769"/>
                  </a:cubicBezTo>
                  <a:cubicBezTo>
                    <a:pt x="337" y="634"/>
                    <a:pt x="433" y="409"/>
                    <a:pt x="620" y="409"/>
                  </a:cubicBezTo>
                  <a:close/>
                  <a:moveTo>
                    <a:pt x="620" y="0"/>
                  </a:moveTo>
                  <a:cubicBezTo>
                    <a:pt x="279" y="0"/>
                    <a:pt x="1" y="279"/>
                    <a:pt x="1" y="620"/>
                  </a:cubicBezTo>
                  <a:cubicBezTo>
                    <a:pt x="1" y="993"/>
                    <a:pt x="306" y="1240"/>
                    <a:pt x="624" y="1240"/>
                  </a:cubicBezTo>
                  <a:cubicBezTo>
                    <a:pt x="776" y="1240"/>
                    <a:pt x="932" y="1183"/>
                    <a:pt x="1058" y="1057"/>
                  </a:cubicBezTo>
                  <a:cubicBezTo>
                    <a:pt x="1452" y="668"/>
                    <a:pt x="1173" y="0"/>
                    <a:pt x="6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86"/>
            <p:cNvSpPr/>
            <p:nvPr/>
          </p:nvSpPr>
          <p:spPr>
            <a:xfrm>
              <a:off x="1018281" y="3536341"/>
              <a:ext cx="37882" cy="32489"/>
            </a:xfrm>
            <a:custGeom>
              <a:rect b="b" l="l" r="r" t="t"/>
              <a:pathLst>
                <a:path extrusionOk="0" h="1241" w="1447">
                  <a:moveTo>
                    <a:pt x="620" y="409"/>
                  </a:moveTo>
                  <a:cubicBezTo>
                    <a:pt x="807" y="409"/>
                    <a:pt x="903" y="635"/>
                    <a:pt x="769" y="770"/>
                  </a:cubicBezTo>
                  <a:cubicBezTo>
                    <a:pt x="725" y="813"/>
                    <a:pt x="672" y="832"/>
                    <a:pt x="621" y="832"/>
                  </a:cubicBezTo>
                  <a:cubicBezTo>
                    <a:pt x="512" y="832"/>
                    <a:pt x="409" y="747"/>
                    <a:pt x="409" y="621"/>
                  </a:cubicBezTo>
                  <a:cubicBezTo>
                    <a:pt x="409" y="505"/>
                    <a:pt x="500" y="409"/>
                    <a:pt x="620" y="409"/>
                  </a:cubicBezTo>
                  <a:close/>
                  <a:moveTo>
                    <a:pt x="620" y="1"/>
                  </a:moveTo>
                  <a:cubicBezTo>
                    <a:pt x="279" y="1"/>
                    <a:pt x="0" y="280"/>
                    <a:pt x="0" y="621"/>
                  </a:cubicBezTo>
                  <a:cubicBezTo>
                    <a:pt x="0" y="994"/>
                    <a:pt x="305" y="1240"/>
                    <a:pt x="623" y="1240"/>
                  </a:cubicBezTo>
                  <a:cubicBezTo>
                    <a:pt x="776" y="1240"/>
                    <a:pt x="931" y="1184"/>
                    <a:pt x="1057" y="1058"/>
                  </a:cubicBezTo>
                  <a:cubicBezTo>
                    <a:pt x="1446" y="669"/>
                    <a:pt x="1172" y="1"/>
                    <a:pt x="6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86"/>
            <p:cNvSpPr/>
            <p:nvPr/>
          </p:nvSpPr>
          <p:spPr>
            <a:xfrm>
              <a:off x="997782" y="3495736"/>
              <a:ext cx="33720" cy="28772"/>
            </a:xfrm>
            <a:custGeom>
              <a:rect b="b" l="l" r="r" t="t"/>
              <a:pathLst>
                <a:path extrusionOk="0" h="1099" w="1288">
                  <a:moveTo>
                    <a:pt x="736" y="404"/>
                  </a:moveTo>
                  <a:cubicBezTo>
                    <a:pt x="810" y="404"/>
                    <a:pt x="879" y="461"/>
                    <a:pt x="879" y="548"/>
                  </a:cubicBezTo>
                  <a:cubicBezTo>
                    <a:pt x="879" y="630"/>
                    <a:pt x="817" y="692"/>
                    <a:pt x="735" y="692"/>
                  </a:cubicBezTo>
                  <a:cubicBezTo>
                    <a:pt x="610" y="692"/>
                    <a:pt x="543" y="538"/>
                    <a:pt x="634" y="447"/>
                  </a:cubicBezTo>
                  <a:cubicBezTo>
                    <a:pt x="664" y="417"/>
                    <a:pt x="701" y="404"/>
                    <a:pt x="736" y="404"/>
                  </a:cubicBezTo>
                  <a:close/>
                  <a:moveTo>
                    <a:pt x="735" y="0"/>
                  </a:moveTo>
                  <a:cubicBezTo>
                    <a:pt x="245" y="0"/>
                    <a:pt x="0" y="591"/>
                    <a:pt x="346" y="937"/>
                  </a:cubicBezTo>
                  <a:cubicBezTo>
                    <a:pt x="458" y="1049"/>
                    <a:pt x="596" y="1099"/>
                    <a:pt x="731" y="1099"/>
                  </a:cubicBezTo>
                  <a:cubicBezTo>
                    <a:pt x="1015" y="1099"/>
                    <a:pt x="1288" y="879"/>
                    <a:pt x="1288" y="548"/>
                  </a:cubicBezTo>
                  <a:cubicBezTo>
                    <a:pt x="1288" y="245"/>
                    <a:pt x="1038" y="0"/>
                    <a:pt x="7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2" name="Google Shape;13132;p86"/>
          <p:cNvGrpSpPr/>
          <p:nvPr/>
        </p:nvGrpSpPr>
        <p:grpSpPr>
          <a:xfrm>
            <a:off x="2633404" y="2896764"/>
            <a:ext cx="368798" cy="365420"/>
            <a:chOff x="2633404" y="2896764"/>
            <a:chExt cx="368798" cy="365420"/>
          </a:xfrm>
        </p:grpSpPr>
        <p:sp>
          <p:nvSpPr>
            <p:cNvPr id="13133" name="Google Shape;13133;p86"/>
            <p:cNvSpPr/>
            <p:nvPr/>
          </p:nvSpPr>
          <p:spPr>
            <a:xfrm>
              <a:off x="2665606" y="2902235"/>
              <a:ext cx="330549" cy="327145"/>
            </a:xfrm>
            <a:custGeom>
              <a:rect b="b" l="l" r="r" t="t"/>
              <a:pathLst>
                <a:path extrusionOk="0" h="12496" w="12626">
                  <a:moveTo>
                    <a:pt x="11341" y="0"/>
                  </a:moveTo>
                  <a:cubicBezTo>
                    <a:pt x="11114" y="0"/>
                    <a:pt x="10887" y="87"/>
                    <a:pt x="10714" y="259"/>
                  </a:cubicBezTo>
                  <a:lnTo>
                    <a:pt x="5511" y="5457"/>
                  </a:lnTo>
                  <a:lnTo>
                    <a:pt x="1115" y="9853"/>
                  </a:lnTo>
                  <a:lnTo>
                    <a:pt x="174" y="10795"/>
                  </a:lnTo>
                  <a:cubicBezTo>
                    <a:pt x="1" y="10968"/>
                    <a:pt x="1" y="11251"/>
                    <a:pt x="174" y="11424"/>
                  </a:cubicBezTo>
                  <a:lnTo>
                    <a:pt x="1115" y="12366"/>
                  </a:lnTo>
                  <a:cubicBezTo>
                    <a:pt x="1202" y="12452"/>
                    <a:pt x="1316" y="12495"/>
                    <a:pt x="1430" y="12495"/>
                  </a:cubicBezTo>
                  <a:cubicBezTo>
                    <a:pt x="1544" y="12495"/>
                    <a:pt x="1658" y="12452"/>
                    <a:pt x="1745" y="12366"/>
                  </a:cubicBezTo>
                  <a:lnTo>
                    <a:pt x="2686" y="11424"/>
                  </a:lnTo>
                  <a:cubicBezTo>
                    <a:pt x="6140" y="10482"/>
                    <a:pt x="5511" y="8912"/>
                    <a:pt x="7082" y="7028"/>
                  </a:cubicBezTo>
                  <a:lnTo>
                    <a:pt x="12280" y="1830"/>
                  </a:lnTo>
                  <a:cubicBezTo>
                    <a:pt x="12626" y="1484"/>
                    <a:pt x="12626" y="922"/>
                    <a:pt x="12280" y="572"/>
                  </a:cubicBezTo>
                  <a:lnTo>
                    <a:pt x="11968" y="259"/>
                  </a:lnTo>
                  <a:cubicBezTo>
                    <a:pt x="11795" y="87"/>
                    <a:pt x="11568" y="0"/>
                    <a:pt x="11341"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86"/>
            <p:cNvSpPr/>
            <p:nvPr/>
          </p:nvSpPr>
          <p:spPr>
            <a:xfrm>
              <a:off x="2809857" y="2942474"/>
              <a:ext cx="143911" cy="143781"/>
            </a:xfrm>
            <a:custGeom>
              <a:rect b="b" l="l" r="r" t="t"/>
              <a:pathLst>
                <a:path extrusionOk="0" h="5492" w="5497">
                  <a:moveTo>
                    <a:pt x="3926" y="0"/>
                  </a:moveTo>
                  <a:lnTo>
                    <a:pt x="1" y="3925"/>
                  </a:lnTo>
                  <a:lnTo>
                    <a:pt x="1572" y="5491"/>
                  </a:lnTo>
                  <a:lnTo>
                    <a:pt x="5497" y="1566"/>
                  </a:lnTo>
                  <a:lnTo>
                    <a:pt x="3926" y="0"/>
                  </a:lnTo>
                  <a:close/>
                </a:path>
              </a:pathLst>
            </a:custGeom>
            <a:solidFill>
              <a:srgbClr val="566A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86"/>
            <p:cNvSpPr/>
            <p:nvPr/>
          </p:nvSpPr>
          <p:spPr>
            <a:xfrm>
              <a:off x="2665606" y="3160187"/>
              <a:ext cx="70346" cy="69194"/>
            </a:xfrm>
            <a:custGeom>
              <a:rect b="b" l="l" r="r" t="t"/>
              <a:pathLst>
                <a:path extrusionOk="0" h="2643" w="2687">
                  <a:moveTo>
                    <a:pt x="1115" y="0"/>
                  </a:moveTo>
                  <a:lnTo>
                    <a:pt x="174" y="942"/>
                  </a:lnTo>
                  <a:cubicBezTo>
                    <a:pt x="1" y="1115"/>
                    <a:pt x="1" y="1398"/>
                    <a:pt x="174" y="1571"/>
                  </a:cubicBezTo>
                  <a:lnTo>
                    <a:pt x="1115" y="2513"/>
                  </a:lnTo>
                  <a:cubicBezTo>
                    <a:pt x="1202" y="2599"/>
                    <a:pt x="1316" y="2642"/>
                    <a:pt x="1430" y="2642"/>
                  </a:cubicBezTo>
                  <a:cubicBezTo>
                    <a:pt x="1544" y="2642"/>
                    <a:pt x="1658" y="2599"/>
                    <a:pt x="1745" y="2513"/>
                  </a:cubicBezTo>
                  <a:lnTo>
                    <a:pt x="2686" y="1571"/>
                  </a:lnTo>
                  <a:lnTo>
                    <a:pt x="1115" y="0"/>
                  </a:lnTo>
                  <a:close/>
                </a:path>
              </a:pathLst>
            </a:custGeom>
            <a:solidFill>
              <a:srgbClr val="566A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86"/>
            <p:cNvSpPr/>
            <p:nvPr/>
          </p:nvSpPr>
          <p:spPr>
            <a:xfrm>
              <a:off x="2839310" y="2971900"/>
              <a:ext cx="114459" cy="114354"/>
            </a:xfrm>
            <a:custGeom>
              <a:rect b="b" l="l" r="r" t="t"/>
              <a:pathLst>
                <a:path extrusionOk="0" h="4368" w="4372">
                  <a:moveTo>
                    <a:pt x="3925" y="0"/>
                  </a:moveTo>
                  <a:lnTo>
                    <a:pt x="0" y="3925"/>
                  </a:lnTo>
                  <a:lnTo>
                    <a:pt x="447" y="4367"/>
                  </a:lnTo>
                  <a:lnTo>
                    <a:pt x="4372" y="442"/>
                  </a:lnTo>
                  <a:lnTo>
                    <a:pt x="3925" y="0"/>
                  </a:lnTo>
                  <a:close/>
                </a:path>
              </a:pathLst>
            </a:custGeom>
            <a:solidFill>
              <a:srgbClr val="334B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86"/>
            <p:cNvSpPr/>
            <p:nvPr/>
          </p:nvSpPr>
          <p:spPr>
            <a:xfrm>
              <a:off x="2683094" y="3189744"/>
              <a:ext cx="52727" cy="39637"/>
            </a:xfrm>
            <a:custGeom>
              <a:rect b="b" l="l" r="r" t="t"/>
              <a:pathLst>
                <a:path extrusionOk="0" h="1514" w="2014">
                  <a:moveTo>
                    <a:pt x="0" y="942"/>
                  </a:moveTo>
                  <a:lnTo>
                    <a:pt x="0" y="942"/>
                  </a:lnTo>
                  <a:cubicBezTo>
                    <a:pt x="2" y="943"/>
                    <a:pt x="3" y="944"/>
                    <a:pt x="4" y="945"/>
                  </a:cubicBezTo>
                  <a:lnTo>
                    <a:pt x="4" y="945"/>
                  </a:lnTo>
                  <a:lnTo>
                    <a:pt x="0" y="942"/>
                  </a:lnTo>
                  <a:close/>
                  <a:moveTo>
                    <a:pt x="1571" y="0"/>
                  </a:moveTo>
                  <a:lnTo>
                    <a:pt x="630" y="942"/>
                  </a:lnTo>
                  <a:cubicBezTo>
                    <a:pt x="543" y="1028"/>
                    <a:pt x="429" y="1071"/>
                    <a:pt x="315" y="1071"/>
                  </a:cubicBezTo>
                  <a:cubicBezTo>
                    <a:pt x="203" y="1071"/>
                    <a:pt x="90" y="1029"/>
                    <a:pt x="4" y="945"/>
                  </a:cubicBezTo>
                  <a:lnTo>
                    <a:pt x="4" y="945"/>
                  </a:lnTo>
                  <a:lnTo>
                    <a:pt x="447" y="1384"/>
                  </a:lnTo>
                  <a:cubicBezTo>
                    <a:pt x="534" y="1470"/>
                    <a:pt x="647" y="1513"/>
                    <a:pt x="760" y="1513"/>
                  </a:cubicBezTo>
                  <a:cubicBezTo>
                    <a:pt x="872" y="1513"/>
                    <a:pt x="985" y="1470"/>
                    <a:pt x="1072" y="1384"/>
                  </a:cubicBezTo>
                  <a:lnTo>
                    <a:pt x="2013" y="442"/>
                  </a:lnTo>
                  <a:lnTo>
                    <a:pt x="1571" y="0"/>
                  </a:lnTo>
                  <a:close/>
                </a:path>
              </a:pathLst>
            </a:custGeom>
            <a:solidFill>
              <a:srgbClr val="334B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86"/>
            <p:cNvSpPr/>
            <p:nvPr/>
          </p:nvSpPr>
          <p:spPr>
            <a:xfrm>
              <a:off x="2942171" y="2907393"/>
              <a:ext cx="54114" cy="76105"/>
            </a:xfrm>
            <a:custGeom>
              <a:rect b="b" l="l" r="r" t="t"/>
              <a:pathLst>
                <a:path extrusionOk="0" h="2907" w="2067">
                  <a:moveTo>
                    <a:pt x="1332" y="0"/>
                  </a:moveTo>
                  <a:lnTo>
                    <a:pt x="1332" y="0"/>
                  </a:lnTo>
                  <a:cubicBezTo>
                    <a:pt x="1620" y="351"/>
                    <a:pt x="1596" y="865"/>
                    <a:pt x="1274" y="1187"/>
                  </a:cubicBezTo>
                  <a:lnTo>
                    <a:pt x="1" y="2464"/>
                  </a:lnTo>
                  <a:lnTo>
                    <a:pt x="443" y="2906"/>
                  </a:lnTo>
                  <a:lnTo>
                    <a:pt x="1716" y="1633"/>
                  </a:lnTo>
                  <a:cubicBezTo>
                    <a:pt x="2067" y="1283"/>
                    <a:pt x="2067" y="721"/>
                    <a:pt x="1716" y="375"/>
                  </a:cubicBezTo>
                  <a:lnTo>
                    <a:pt x="1404" y="58"/>
                  </a:lnTo>
                  <a:cubicBezTo>
                    <a:pt x="1380" y="38"/>
                    <a:pt x="1356" y="19"/>
                    <a:pt x="1332"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86"/>
            <p:cNvSpPr/>
            <p:nvPr/>
          </p:nvSpPr>
          <p:spPr>
            <a:xfrm>
              <a:off x="2724353" y="3074657"/>
              <a:ext cx="126659" cy="126659"/>
            </a:xfrm>
            <a:custGeom>
              <a:rect b="b" l="l" r="r" t="t"/>
              <a:pathLst>
                <a:path extrusionOk="0" h="4838" w="4838">
                  <a:moveTo>
                    <a:pt x="4391" y="0"/>
                  </a:moveTo>
                  <a:cubicBezTo>
                    <a:pt x="2825" y="1884"/>
                    <a:pt x="3450" y="3454"/>
                    <a:pt x="0" y="4396"/>
                  </a:cubicBezTo>
                  <a:lnTo>
                    <a:pt x="442" y="4838"/>
                  </a:lnTo>
                  <a:cubicBezTo>
                    <a:pt x="3896" y="3896"/>
                    <a:pt x="3267" y="2326"/>
                    <a:pt x="4838" y="442"/>
                  </a:cubicBezTo>
                  <a:lnTo>
                    <a:pt x="4391"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86"/>
            <p:cNvSpPr/>
            <p:nvPr/>
          </p:nvSpPr>
          <p:spPr>
            <a:xfrm>
              <a:off x="2649138" y="3205452"/>
              <a:ext cx="41521" cy="40396"/>
            </a:xfrm>
            <a:custGeom>
              <a:rect b="b" l="l" r="r" t="t"/>
              <a:pathLst>
                <a:path extrusionOk="0" h="1543" w="1586">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86"/>
            <p:cNvSpPr/>
            <p:nvPr/>
          </p:nvSpPr>
          <p:spPr>
            <a:xfrm>
              <a:off x="2649138" y="3205452"/>
              <a:ext cx="41521" cy="40396"/>
            </a:xfrm>
            <a:custGeom>
              <a:rect b="b" l="l" r="r" t="t"/>
              <a:pathLst>
                <a:path extrusionOk="0" h="1543" w="1586">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86"/>
            <p:cNvSpPr/>
            <p:nvPr/>
          </p:nvSpPr>
          <p:spPr>
            <a:xfrm>
              <a:off x="2650526" y="3213254"/>
              <a:ext cx="40265" cy="32594"/>
            </a:xfrm>
            <a:custGeom>
              <a:rect b="b" l="l" r="r" t="t"/>
              <a:pathLst>
                <a:path extrusionOk="0" h="1245" w="1538">
                  <a:moveTo>
                    <a:pt x="1206" y="0"/>
                  </a:moveTo>
                  <a:lnTo>
                    <a:pt x="423" y="783"/>
                  </a:lnTo>
                  <a:cubicBezTo>
                    <a:pt x="338" y="869"/>
                    <a:pt x="224" y="917"/>
                    <a:pt x="106" y="917"/>
                  </a:cubicBezTo>
                  <a:cubicBezTo>
                    <a:pt x="71" y="917"/>
                    <a:pt x="36" y="912"/>
                    <a:pt x="0" y="904"/>
                  </a:cubicBezTo>
                  <a:lnTo>
                    <a:pt x="0" y="904"/>
                  </a:lnTo>
                  <a:cubicBezTo>
                    <a:pt x="19" y="985"/>
                    <a:pt x="63" y="1057"/>
                    <a:pt x="120" y="1115"/>
                  </a:cubicBezTo>
                  <a:cubicBezTo>
                    <a:pt x="207" y="1201"/>
                    <a:pt x="321" y="1245"/>
                    <a:pt x="435" y="1245"/>
                  </a:cubicBezTo>
                  <a:cubicBezTo>
                    <a:pt x="549" y="1245"/>
                    <a:pt x="663" y="1201"/>
                    <a:pt x="750" y="1115"/>
                  </a:cubicBezTo>
                  <a:lnTo>
                    <a:pt x="1538" y="332"/>
                  </a:lnTo>
                  <a:lnTo>
                    <a:pt x="1206"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86"/>
            <p:cNvSpPr/>
            <p:nvPr/>
          </p:nvSpPr>
          <p:spPr>
            <a:xfrm>
              <a:off x="2633404" y="2896764"/>
              <a:ext cx="368798" cy="365420"/>
            </a:xfrm>
            <a:custGeom>
              <a:rect b="b" l="l" r="r" t="t"/>
              <a:pathLst>
                <a:path extrusionOk="0" h="13958" w="14087">
                  <a:moveTo>
                    <a:pt x="12568" y="419"/>
                  </a:moveTo>
                  <a:cubicBezTo>
                    <a:pt x="12742" y="419"/>
                    <a:pt x="12917" y="485"/>
                    <a:pt x="13049" y="617"/>
                  </a:cubicBezTo>
                  <a:lnTo>
                    <a:pt x="13366" y="930"/>
                  </a:lnTo>
                  <a:cubicBezTo>
                    <a:pt x="13630" y="1199"/>
                    <a:pt x="13630" y="1626"/>
                    <a:pt x="13366" y="1890"/>
                  </a:cubicBezTo>
                  <a:lnTo>
                    <a:pt x="13366" y="1895"/>
                  </a:lnTo>
                  <a:lnTo>
                    <a:pt x="12237" y="3024"/>
                  </a:lnTo>
                  <a:lnTo>
                    <a:pt x="10959" y="1746"/>
                  </a:lnTo>
                  <a:lnTo>
                    <a:pt x="12088" y="617"/>
                  </a:lnTo>
                  <a:cubicBezTo>
                    <a:pt x="12220" y="485"/>
                    <a:pt x="12394" y="419"/>
                    <a:pt x="12568" y="419"/>
                  </a:cubicBezTo>
                  <a:close/>
                  <a:moveTo>
                    <a:pt x="10666" y="2039"/>
                  </a:moveTo>
                  <a:lnTo>
                    <a:pt x="11944" y="3317"/>
                  </a:lnTo>
                  <a:lnTo>
                    <a:pt x="8312" y="6944"/>
                  </a:lnTo>
                  <a:lnTo>
                    <a:pt x="7039" y="5671"/>
                  </a:lnTo>
                  <a:lnTo>
                    <a:pt x="10666" y="2039"/>
                  </a:lnTo>
                  <a:close/>
                  <a:moveTo>
                    <a:pt x="2350" y="10360"/>
                  </a:moveTo>
                  <a:lnTo>
                    <a:pt x="3623" y="11638"/>
                  </a:lnTo>
                  <a:lnTo>
                    <a:pt x="2830" y="12430"/>
                  </a:lnTo>
                  <a:cubicBezTo>
                    <a:pt x="2782" y="12476"/>
                    <a:pt x="2721" y="12499"/>
                    <a:pt x="2661" y="12499"/>
                  </a:cubicBezTo>
                  <a:cubicBezTo>
                    <a:pt x="2600" y="12499"/>
                    <a:pt x="2540" y="12476"/>
                    <a:pt x="2494" y="12430"/>
                  </a:cubicBezTo>
                  <a:lnTo>
                    <a:pt x="1553" y="11489"/>
                  </a:lnTo>
                  <a:cubicBezTo>
                    <a:pt x="1461" y="11398"/>
                    <a:pt x="1461" y="11249"/>
                    <a:pt x="1553" y="11157"/>
                  </a:cubicBezTo>
                  <a:lnTo>
                    <a:pt x="2350" y="10360"/>
                  </a:lnTo>
                  <a:close/>
                  <a:moveTo>
                    <a:pt x="1562" y="12089"/>
                  </a:moveTo>
                  <a:lnTo>
                    <a:pt x="1894" y="12421"/>
                  </a:lnTo>
                  <a:lnTo>
                    <a:pt x="1260" y="13060"/>
                  </a:lnTo>
                  <a:cubicBezTo>
                    <a:pt x="1212" y="13102"/>
                    <a:pt x="1152" y="13124"/>
                    <a:pt x="1092" y="13124"/>
                  </a:cubicBezTo>
                  <a:cubicBezTo>
                    <a:pt x="1031" y="13124"/>
                    <a:pt x="970" y="13101"/>
                    <a:pt x="923" y="13055"/>
                  </a:cubicBezTo>
                  <a:lnTo>
                    <a:pt x="923" y="13060"/>
                  </a:lnTo>
                  <a:cubicBezTo>
                    <a:pt x="837" y="12964"/>
                    <a:pt x="837" y="12820"/>
                    <a:pt x="923" y="12724"/>
                  </a:cubicBezTo>
                  <a:lnTo>
                    <a:pt x="1562" y="12089"/>
                  </a:lnTo>
                  <a:close/>
                  <a:moveTo>
                    <a:pt x="12571" y="0"/>
                  </a:moveTo>
                  <a:cubicBezTo>
                    <a:pt x="12290" y="0"/>
                    <a:pt x="12009" y="108"/>
                    <a:pt x="11795" y="324"/>
                  </a:cubicBezTo>
                  <a:lnTo>
                    <a:pt x="10666" y="1453"/>
                  </a:lnTo>
                  <a:lnTo>
                    <a:pt x="10488" y="1271"/>
                  </a:lnTo>
                  <a:cubicBezTo>
                    <a:pt x="10443" y="1230"/>
                    <a:pt x="10395" y="1213"/>
                    <a:pt x="10348" y="1213"/>
                  </a:cubicBezTo>
                  <a:cubicBezTo>
                    <a:pt x="10190" y="1213"/>
                    <a:pt x="10057" y="1412"/>
                    <a:pt x="10190" y="1564"/>
                  </a:cubicBezTo>
                  <a:lnTo>
                    <a:pt x="10373" y="1746"/>
                  </a:lnTo>
                  <a:lnTo>
                    <a:pt x="6073" y="6041"/>
                  </a:lnTo>
                  <a:cubicBezTo>
                    <a:pt x="5908" y="6191"/>
                    <a:pt x="6054" y="6412"/>
                    <a:pt x="6219" y="6412"/>
                  </a:cubicBezTo>
                  <a:cubicBezTo>
                    <a:pt x="6271" y="6412"/>
                    <a:pt x="6324" y="6390"/>
                    <a:pt x="6371" y="6339"/>
                  </a:cubicBezTo>
                  <a:lnTo>
                    <a:pt x="6741" y="5964"/>
                  </a:lnTo>
                  <a:lnTo>
                    <a:pt x="8033" y="7252"/>
                  </a:lnTo>
                  <a:cubicBezTo>
                    <a:pt x="7591" y="7819"/>
                    <a:pt x="7327" y="8357"/>
                    <a:pt x="7092" y="8837"/>
                  </a:cubicBezTo>
                  <a:cubicBezTo>
                    <a:pt x="6563" y="9923"/>
                    <a:pt x="6140" y="10787"/>
                    <a:pt x="3979" y="11402"/>
                  </a:cubicBezTo>
                  <a:lnTo>
                    <a:pt x="2643" y="10062"/>
                  </a:lnTo>
                  <a:lnTo>
                    <a:pt x="5569" y="7136"/>
                  </a:lnTo>
                  <a:cubicBezTo>
                    <a:pt x="5733" y="6987"/>
                    <a:pt x="5590" y="6768"/>
                    <a:pt x="5427" y="6768"/>
                  </a:cubicBezTo>
                  <a:cubicBezTo>
                    <a:pt x="5376" y="6768"/>
                    <a:pt x="5322" y="6790"/>
                    <a:pt x="5276" y="6843"/>
                  </a:cubicBezTo>
                  <a:lnTo>
                    <a:pt x="1260" y="10860"/>
                  </a:lnTo>
                  <a:cubicBezTo>
                    <a:pt x="1005" y="11114"/>
                    <a:pt x="1005" y="11527"/>
                    <a:pt x="1260" y="11782"/>
                  </a:cubicBezTo>
                  <a:lnTo>
                    <a:pt x="1269" y="11792"/>
                  </a:lnTo>
                  <a:lnTo>
                    <a:pt x="630" y="12430"/>
                  </a:lnTo>
                  <a:cubicBezTo>
                    <a:pt x="433" y="12627"/>
                    <a:pt x="385" y="12930"/>
                    <a:pt x="510" y="13180"/>
                  </a:cubicBezTo>
                  <a:lnTo>
                    <a:pt x="87" y="13603"/>
                  </a:lnTo>
                  <a:cubicBezTo>
                    <a:pt x="11" y="13680"/>
                    <a:pt x="1" y="13800"/>
                    <a:pt x="73" y="13886"/>
                  </a:cubicBezTo>
                  <a:cubicBezTo>
                    <a:pt x="113" y="13934"/>
                    <a:pt x="170" y="13958"/>
                    <a:pt x="227" y="13958"/>
                  </a:cubicBezTo>
                  <a:cubicBezTo>
                    <a:pt x="280" y="13958"/>
                    <a:pt x="334" y="13937"/>
                    <a:pt x="376" y="13896"/>
                  </a:cubicBezTo>
                  <a:lnTo>
                    <a:pt x="798" y="13478"/>
                  </a:lnTo>
                  <a:cubicBezTo>
                    <a:pt x="889" y="13522"/>
                    <a:pt x="988" y="13543"/>
                    <a:pt x="1085" y="13543"/>
                  </a:cubicBezTo>
                  <a:cubicBezTo>
                    <a:pt x="1255" y="13543"/>
                    <a:pt x="1423" y="13478"/>
                    <a:pt x="1548" y="13353"/>
                  </a:cubicBezTo>
                  <a:lnTo>
                    <a:pt x="2187" y="12714"/>
                  </a:lnTo>
                  <a:cubicBezTo>
                    <a:pt x="2307" y="12839"/>
                    <a:pt x="2470" y="12911"/>
                    <a:pt x="2638" y="12916"/>
                  </a:cubicBezTo>
                  <a:cubicBezTo>
                    <a:pt x="2644" y="12916"/>
                    <a:pt x="2651" y="12916"/>
                    <a:pt x="2657" y="12916"/>
                  </a:cubicBezTo>
                  <a:cubicBezTo>
                    <a:pt x="2832" y="12916"/>
                    <a:pt x="2998" y="12849"/>
                    <a:pt x="3119" y="12724"/>
                  </a:cubicBezTo>
                  <a:lnTo>
                    <a:pt x="4022" y="11825"/>
                  </a:lnTo>
                  <a:cubicBezTo>
                    <a:pt x="6424" y="11157"/>
                    <a:pt x="6904" y="10168"/>
                    <a:pt x="7462" y="9024"/>
                  </a:cubicBezTo>
                  <a:cubicBezTo>
                    <a:pt x="7716" y="8501"/>
                    <a:pt x="7980" y="7963"/>
                    <a:pt x="8461" y="7386"/>
                  </a:cubicBezTo>
                  <a:lnTo>
                    <a:pt x="12237" y="3610"/>
                  </a:lnTo>
                  <a:lnTo>
                    <a:pt x="12602" y="3971"/>
                  </a:lnTo>
                  <a:lnTo>
                    <a:pt x="10080" y="6493"/>
                  </a:lnTo>
                  <a:cubicBezTo>
                    <a:pt x="9911" y="6643"/>
                    <a:pt x="10056" y="6863"/>
                    <a:pt x="10221" y="6863"/>
                  </a:cubicBezTo>
                  <a:cubicBezTo>
                    <a:pt x="10273" y="6863"/>
                    <a:pt x="10326" y="6842"/>
                    <a:pt x="10373" y="6791"/>
                  </a:cubicBezTo>
                  <a:lnTo>
                    <a:pt x="13044" y="4120"/>
                  </a:lnTo>
                  <a:cubicBezTo>
                    <a:pt x="13121" y="4038"/>
                    <a:pt x="13121" y="3908"/>
                    <a:pt x="13044" y="3826"/>
                  </a:cubicBezTo>
                  <a:lnTo>
                    <a:pt x="12530" y="3317"/>
                  </a:lnTo>
                  <a:lnTo>
                    <a:pt x="13659" y="2188"/>
                  </a:lnTo>
                  <a:cubicBezTo>
                    <a:pt x="14086" y="1756"/>
                    <a:pt x="14086" y="1064"/>
                    <a:pt x="13659" y="637"/>
                  </a:cubicBezTo>
                  <a:lnTo>
                    <a:pt x="13347" y="324"/>
                  </a:lnTo>
                  <a:cubicBezTo>
                    <a:pt x="13133" y="108"/>
                    <a:pt x="12852" y="0"/>
                    <a:pt x="125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4" name="Google Shape;13144;p86"/>
          <p:cNvGrpSpPr/>
          <p:nvPr/>
        </p:nvGrpSpPr>
        <p:grpSpPr>
          <a:xfrm>
            <a:off x="2593035" y="1538755"/>
            <a:ext cx="382621" cy="308688"/>
            <a:chOff x="2593035" y="1538755"/>
            <a:chExt cx="382621" cy="308688"/>
          </a:xfrm>
        </p:grpSpPr>
        <p:sp>
          <p:nvSpPr>
            <p:cNvPr id="13145" name="Google Shape;13145;p86"/>
            <p:cNvSpPr/>
            <p:nvPr/>
          </p:nvSpPr>
          <p:spPr>
            <a:xfrm>
              <a:off x="2817162" y="1836212"/>
              <a:ext cx="12985" cy="11231"/>
            </a:xfrm>
            <a:custGeom>
              <a:rect b="b" l="l" r="r" t="t"/>
              <a:pathLst>
                <a:path extrusionOk="0" h="429" w="496">
                  <a:moveTo>
                    <a:pt x="284" y="0"/>
                  </a:moveTo>
                  <a:cubicBezTo>
                    <a:pt x="92" y="0"/>
                    <a:pt x="1" y="231"/>
                    <a:pt x="130" y="365"/>
                  </a:cubicBezTo>
                  <a:cubicBezTo>
                    <a:pt x="174" y="409"/>
                    <a:pt x="227" y="428"/>
                    <a:pt x="280" y="428"/>
                  </a:cubicBezTo>
                  <a:cubicBezTo>
                    <a:pt x="390" y="428"/>
                    <a:pt x="495" y="343"/>
                    <a:pt x="495" y="216"/>
                  </a:cubicBezTo>
                  <a:cubicBezTo>
                    <a:pt x="495" y="96"/>
                    <a:pt x="399"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86"/>
            <p:cNvSpPr/>
            <p:nvPr/>
          </p:nvSpPr>
          <p:spPr>
            <a:xfrm>
              <a:off x="2599082" y="1658869"/>
              <a:ext cx="221876" cy="183024"/>
            </a:xfrm>
            <a:custGeom>
              <a:rect b="b" l="l" r="r" t="t"/>
              <a:pathLst>
                <a:path extrusionOk="0" h="6991" w="8475">
                  <a:moveTo>
                    <a:pt x="4454" y="1"/>
                  </a:moveTo>
                  <a:lnTo>
                    <a:pt x="221" y="4233"/>
                  </a:lnTo>
                  <a:cubicBezTo>
                    <a:pt x="0" y="4454"/>
                    <a:pt x="0" y="4814"/>
                    <a:pt x="221" y="5035"/>
                  </a:cubicBezTo>
                  <a:lnTo>
                    <a:pt x="1922" y="6741"/>
                  </a:lnTo>
                  <a:cubicBezTo>
                    <a:pt x="2081" y="6899"/>
                    <a:pt x="2297" y="6990"/>
                    <a:pt x="2523" y="6990"/>
                  </a:cubicBezTo>
                  <a:lnTo>
                    <a:pt x="5150" y="6990"/>
                  </a:lnTo>
                  <a:cubicBezTo>
                    <a:pt x="5376" y="6990"/>
                    <a:pt x="5592" y="6899"/>
                    <a:pt x="5751" y="6741"/>
                  </a:cubicBezTo>
                  <a:lnTo>
                    <a:pt x="8475" y="4021"/>
                  </a:lnTo>
                  <a:lnTo>
                    <a:pt x="4454"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86"/>
            <p:cNvSpPr/>
            <p:nvPr/>
          </p:nvSpPr>
          <p:spPr>
            <a:xfrm>
              <a:off x="2633666" y="1748404"/>
              <a:ext cx="187292" cy="93358"/>
            </a:xfrm>
            <a:custGeom>
              <a:rect b="b" l="l" r="r" t="t"/>
              <a:pathLst>
                <a:path extrusionOk="0" h="3566" w="7154">
                  <a:moveTo>
                    <a:pt x="6553" y="1"/>
                  </a:moveTo>
                  <a:lnTo>
                    <a:pt x="4329" y="2220"/>
                  </a:lnTo>
                  <a:cubicBezTo>
                    <a:pt x="4012" y="2538"/>
                    <a:pt x="3575" y="2715"/>
                    <a:pt x="3128" y="2715"/>
                  </a:cubicBezTo>
                  <a:lnTo>
                    <a:pt x="1" y="2715"/>
                  </a:lnTo>
                  <a:lnTo>
                    <a:pt x="601" y="3316"/>
                  </a:lnTo>
                  <a:cubicBezTo>
                    <a:pt x="760" y="3474"/>
                    <a:pt x="976" y="3566"/>
                    <a:pt x="1202" y="3566"/>
                  </a:cubicBezTo>
                  <a:lnTo>
                    <a:pt x="3829" y="3566"/>
                  </a:lnTo>
                  <a:cubicBezTo>
                    <a:pt x="4055" y="3566"/>
                    <a:pt x="4267" y="3474"/>
                    <a:pt x="4430" y="3316"/>
                  </a:cubicBezTo>
                  <a:lnTo>
                    <a:pt x="7154" y="601"/>
                  </a:lnTo>
                  <a:lnTo>
                    <a:pt x="6553" y="1"/>
                  </a:lnTo>
                  <a:close/>
                </a:path>
              </a:pathLst>
            </a:custGeom>
            <a:solidFill>
              <a:srgbClr val="A5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86"/>
            <p:cNvSpPr/>
            <p:nvPr/>
          </p:nvSpPr>
          <p:spPr>
            <a:xfrm>
              <a:off x="2715662" y="1544357"/>
              <a:ext cx="221273" cy="219807"/>
            </a:xfrm>
            <a:custGeom>
              <a:rect b="b" l="l" r="r" t="t"/>
              <a:pathLst>
                <a:path extrusionOk="0" h="8396" w="8452">
                  <a:moveTo>
                    <a:pt x="4610" y="0"/>
                  </a:moveTo>
                  <a:cubicBezTo>
                    <a:pt x="4465" y="0"/>
                    <a:pt x="4320" y="56"/>
                    <a:pt x="4209" y="166"/>
                  </a:cubicBezTo>
                  <a:lnTo>
                    <a:pt x="1" y="4375"/>
                  </a:lnTo>
                  <a:lnTo>
                    <a:pt x="4022" y="8395"/>
                  </a:lnTo>
                  <a:lnTo>
                    <a:pt x="8230" y="4187"/>
                  </a:lnTo>
                  <a:cubicBezTo>
                    <a:pt x="8451" y="3961"/>
                    <a:pt x="8451" y="3606"/>
                    <a:pt x="8230" y="3380"/>
                  </a:cubicBezTo>
                  <a:lnTo>
                    <a:pt x="5011" y="166"/>
                  </a:lnTo>
                  <a:cubicBezTo>
                    <a:pt x="4901" y="56"/>
                    <a:pt x="4756" y="0"/>
                    <a:pt x="4610" y="0"/>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86"/>
            <p:cNvSpPr/>
            <p:nvPr/>
          </p:nvSpPr>
          <p:spPr>
            <a:xfrm>
              <a:off x="2593035" y="1538755"/>
              <a:ext cx="350053" cy="308531"/>
            </a:xfrm>
            <a:custGeom>
              <a:rect b="b" l="l" r="r" t="t"/>
              <a:pathLst>
                <a:path extrusionOk="0" h="11785" w="13371">
                  <a:moveTo>
                    <a:pt x="9294" y="425"/>
                  </a:moveTo>
                  <a:cubicBezTo>
                    <a:pt x="9386" y="425"/>
                    <a:pt x="9477" y="459"/>
                    <a:pt x="9546" y="529"/>
                  </a:cubicBezTo>
                  <a:lnTo>
                    <a:pt x="11641" y="2628"/>
                  </a:lnTo>
                  <a:lnTo>
                    <a:pt x="12760" y="3748"/>
                  </a:lnTo>
                  <a:cubicBezTo>
                    <a:pt x="12900" y="3887"/>
                    <a:pt x="12900" y="4108"/>
                    <a:pt x="12760" y="4247"/>
                  </a:cubicBezTo>
                  <a:lnTo>
                    <a:pt x="8706" y="8307"/>
                  </a:lnTo>
                  <a:lnTo>
                    <a:pt x="4987" y="4589"/>
                  </a:lnTo>
                  <a:lnTo>
                    <a:pt x="9042" y="529"/>
                  </a:lnTo>
                  <a:cubicBezTo>
                    <a:pt x="9112" y="459"/>
                    <a:pt x="9203" y="425"/>
                    <a:pt x="9294" y="425"/>
                  </a:cubicBezTo>
                  <a:close/>
                  <a:moveTo>
                    <a:pt x="9297" y="1"/>
                  </a:moveTo>
                  <a:cubicBezTo>
                    <a:pt x="9090" y="1"/>
                    <a:pt x="8893" y="82"/>
                    <a:pt x="8744" y="231"/>
                  </a:cubicBezTo>
                  <a:lnTo>
                    <a:pt x="4536" y="4435"/>
                  </a:lnTo>
                  <a:lnTo>
                    <a:pt x="303" y="8667"/>
                  </a:lnTo>
                  <a:cubicBezTo>
                    <a:pt x="1" y="8975"/>
                    <a:pt x="1" y="9469"/>
                    <a:pt x="303" y="9772"/>
                  </a:cubicBezTo>
                  <a:lnTo>
                    <a:pt x="2004" y="11473"/>
                  </a:lnTo>
                  <a:cubicBezTo>
                    <a:pt x="2206" y="11674"/>
                    <a:pt x="2475" y="11785"/>
                    <a:pt x="2758" y="11785"/>
                  </a:cubicBezTo>
                  <a:lnTo>
                    <a:pt x="7995" y="11785"/>
                  </a:lnTo>
                  <a:cubicBezTo>
                    <a:pt x="8277" y="11785"/>
                    <a:pt x="8278" y="11362"/>
                    <a:pt x="7999" y="11362"/>
                  </a:cubicBezTo>
                  <a:cubicBezTo>
                    <a:pt x="7998" y="11362"/>
                    <a:pt x="7996" y="11362"/>
                    <a:pt x="7995" y="11362"/>
                  </a:cubicBezTo>
                  <a:lnTo>
                    <a:pt x="2758" y="11362"/>
                  </a:lnTo>
                  <a:cubicBezTo>
                    <a:pt x="2585" y="11362"/>
                    <a:pt x="2422" y="11295"/>
                    <a:pt x="2302" y="11175"/>
                  </a:cubicBezTo>
                  <a:lnTo>
                    <a:pt x="601" y="9474"/>
                  </a:lnTo>
                  <a:cubicBezTo>
                    <a:pt x="462" y="9335"/>
                    <a:pt x="462" y="9109"/>
                    <a:pt x="601" y="8975"/>
                  </a:cubicBezTo>
                  <a:lnTo>
                    <a:pt x="4685" y="4886"/>
                  </a:lnTo>
                  <a:lnTo>
                    <a:pt x="8403" y="8609"/>
                  </a:lnTo>
                  <a:lnTo>
                    <a:pt x="6429" y="10584"/>
                  </a:lnTo>
                  <a:cubicBezTo>
                    <a:pt x="6246" y="10734"/>
                    <a:pt x="6399" y="10966"/>
                    <a:pt x="6570" y="10966"/>
                  </a:cubicBezTo>
                  <a:cubicBezTo>
                    <a:pt x="6624" y="10966"/>
                    <a:pt x="6679" y="10943"/>
                    <a:pt x="6726" y="10887"/>
                  </a:cubicBezTo>
                  <a:lnTo>
                    <a:pt x="13063" y="4550"/>
                  </a:lnTo>
                  <a:cubicBezTo>
                    <a:pt x="13370" y="4247"/>
                    <a:pt x="13370" y="3748"/>
                    <a:pt x="13063" y="3445"/>
                  </a:cubicBezTo>
                  <a:lnTo>
                    <a:pt x="10858" y="1240"/>
                  </a:lnTo>
                  <a:lnTo>
                    <a:pt x="9849" y="231"/>
                  </a:lnTo>
                  <a:cubicBezTo>
                    <a:pt x="9700" y="82"/>
                    <a:pt x="9503" y="1"/>
                    <a:pt x="92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86"/>
            <p:cNvSpPr/>
            <p:nvPr/>
          </p:nvSpPr>
          <p:spPr>
            <a:xfrm>
              <a:off x="2861694" y="1836212"/>
              <a:ext cx="37254" cy="11205"/>
            </a:xfrm>
            <a:custGeom>
              <a:rect b="b" l="l" r="r" t="t"/>
              <a:pathLst>
                <a:path extrusionOk="0" h="428" w="1423">
                  <a:moveTo>
                    <a:pt x="289" y="0"/>
                  </a:moveTo>
                  <a:cubicBezTo>
                    <a:pt x="0" y="0"/>
                    <a:pt x="0" y="428"/>
                    <a:pt x="289" y="428"/>
                  </a:cubicBezTo>
                  <a:lnTo>
                    <a:pt x="1139" y="428"/>
                  </a:lnTo>
                  <a:cubicBezTo>
                    <a:pt x="1422" y="428"/>
                    <a:pt x="1422" y="0"/>
                    <a:pt x="11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6"/>
            <p:cNvSpPr/>
            <p:nvPr/>
          </p:nvSpPr>
          <p:spPr>
            <a:xfrm>
              <a:off x="2962670" y="1836212"/>
              <a:ext cx="12985" cy="11231"/>
            </a:xfrm>
            <a:custGeom>
              <a:rect b="b" l="l" r="r" t="t"/>
              <a:pathLst>
                <a:path extrusionOk="0" h="429" w="496">
                  <a:moveTo>
                    <a:pt x="284" y="0"/>
                  </a:moveTo>
                  <a:cubicBezTo>
                    <a:pt x="92" y="0"/>
                    <a:pt x="1" y="231"/>
                    <a:pt x="131" y="365"/>
                  </a:cubicBezTo>
                  <a:cubicBezTo>
                    <a:pt x="174" y="409"/>
                    <a:pt x="228" y="428"/>
                    <a:pt x="280" y="428"/>
                  </a:cubicBezTo>
                  <a:cubicBezTo>
                    <a:pt x="390" y="428"/>
                    <a:pt x="496" y="343"/>
                    <a:pt x="496" y="216"/>
                  </a:cubicBezTo>
                  <a:cubicBezTo>
                    <a:pt x="496" y="96"/>
                    <a:pt x="400"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86"/>
            <p:cNvSpPr/>
            <p:nvPr/>
          </p:nvSpPr>
          <p:spPr>
            <a:xfrm>
              <a:off x="2904943" y="1836212"/>
              <a:ext cx="41417" cy="11205"/>
            </a:xfrm>
            <a:custGeom>
              <a:rect b="b" l="l" r="r" t="t"/>
              <a:pathLst>
                <a:path extrusionOk="0" h="428" w="1582">
                  <a:moveTo>
                    <a:pt x="289" y="0"/>
                  </a:moveTo>
                  <a:cubicBezTo>
                    <a:pt x="1" y="0"/>
                    <a:pt x="1" y="428"/>
                    <a:pt x="289" y="428"/>
                  </a:cubicBezTo>
                  <a:lnTo>
                    <a:pt x="1298" y="428"/>
                  </a:lnTo>
                  <a:cubicBezTo>
                    <a:pt x="1581" y="428"/>
                    <a:pt x="1581" y="0"/>
                    <a:pt x="1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3" name="Google Shape;13153;p86"/>
          <p:cNvGrpSpPr/>
          <p:nvPr/>
        </p:nvGrpSpPr>
        <p:grpSpPr>
          <a:xfrm>
            <a:off x="3011234" y="1552081"/>
            <a:ext cx="429012" cy="329292"/>
            <a:chOff x="3011234" y="1552081"/>
            <a:chExt cx="429012" cy="329292"/>
          </a:xfrm>
        </p:grpSpPr>
        <p:sp>
          <p:nvSpPr>
            <p:cNvPr id="13154" name="Google Shape;13154;p86"/>
            <p:cNvSpPr/>
            <p:nvPr/>
          </p:nvSpPr>
          <p:spPr>
            <a:xfrm>
              <a:off x="3017517" y="1558390"/>
              <a:ext cx="416445" cy="316699"/>
            </a:xfrm>
            <a:custGeom>
              <a:rect b="b" l="l" r="r" t="t"/>
              <a:pathLst>
                <a:path extrusionOk="0" h="12097" w="15907">
                  <a:moveTo>
                    <a:pt x="0" y="0"/>
                  </a:moveTo>
                  <a:lnTo>
                    <a:pt x="0" y="12097"/>
                  </a:lnTo>
                  <a:lnTo>
                    <a:pt x="15907" y="12097"/>
                  </a:lnTo>
                  <a:lnTo>
                    <a:pt x="15907" y="0"/>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86"/>
            <p:cNvSpPr/>
            <p:nvPr/>
          </p:nvSpPr>
          <p:spPr>
            <a:xfrm>
              <a:off x="3017517" y="1801628"/>
              <a:ext cx="416445" cy="73461"/>
            </a:xfrm>
            <a:custGeom>
              <a:rect b="b" l="l" r="r" t="t"/>
              <a:pathLst>
                <a:path extrusionOk="0" h="2806" w="15907">
                  <a:moveTo>
                    <a:pt x="0" y="0"/>
                  </a:moveTo>
                  <a:lnTo>
                    <a:pt x="0" y="2806"/>
                  </a:lnTo>
                  <a:lnTo>
                    <a:pt x="15907" y="2806"/>
                  </a:lnTo>
                  <a:lnTo>
                    <a:pt x="15907"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86"/>
            <p:cNvSpPr/>
            <p:nvPr/>
          </p:nvSpPr>
          <p:spPr>
            <a:xfrm>
              <a:off x="3017517" y="1811681"/>
              <a:ext cx="416445" cy="63408"/>
            </a:xfrm>
            <a:custGeom>
              <a:rect b="b" l="l" r="r" t="t"/>
              <a:pathLst>
                <a:path extrusionOk="0" h="2422" w="15907">
                  <a:moveTo>
                    <a:pt x="0" y="0"/>
                  </a:moveTo>
                  <a:lnTo>
                    <a:pt x="0" y="2422"/>
                  </a:lnTo>
                  <a:lnTo>
                    <a:pt x="15907" y="2422"/>
                  </a:lnTo>
                  <a:lnTo>
                    <a:pt x="15907" y="0"/>
                  </a:ln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86"/>
            <p:cNvSpPr/>
            <p:nvPr/>
          </p:nvSpPr>
          <p:spPr>
            <a:xfrm>
              <a:off x="3017517" y="1558390"/>
              <a:ext cx="416445" cy="70319"/>
            </a:xfrm>
            <a:custGeom>
              <a:rect b="b" l="l" r="r" t="t"/>
              <a:pathLst>
                <a:path extrusionOk="0" h="2686" w="15907">
                  <a:moveTo>
                    <a:pt x="0" y="0"/>
                  </a:moveTo>
                  <a:lnTo>
                    <a:pt x="0" y="2686"/>
                  </a:lnTo>
                  <a:lnTo>
                    <a:pt x="15907" y="2686"/>
                  </a:lnTo>
                  <a:lnTo>
                    <a:pt x="15907"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86"/>
            <p:cNvSpPr/>
            <p:nvPr/>
          </p:nvSpPr>
          <p:spPr>
            <a:xfrm>
              <a:off x="3017517" y="1558390"/>
              <a:ext cx="416445" cy="60266"/>
            </a:xfrm>
            <a:custGeom>
              <a:rect b="b" l="l" r="r" t="t"/>
              <a:pathLst>
                <a:path extrusionOk="0" h="2302" w="15907">
                  <a:moveTo>
                    <a:pt x="0" y="0"/>
                  </a:moveTo>
                  <a:lnTo>
                    <a:pt x="0" y="2301"/>
                  </a:lnTo>
                  <a:lnTo>
                    <a:pt x="15907" y="2301"/>
                  </a:lnTo>
                  <a:lnTo>
                    <a:pt x="1590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86"/>
            <p:cNvSpPr/>
            <p:nvPr/>
          </p:nvSpPr>
          <p:spPr>
            <a:xfrm>
              <a:off x="3045818" y="1582266"/>
              <a:ext cx="16886" cy="12619"/>
            </a:xfrm>
            <a:custGeom>
              <a:rect b="b" l="l" r="r" t="t"/>
              <a:pathLst>
                <a:path extrusionOk="0" h="482" w="645">
                  <a:moveTo>
                    <a:pt x="317" y="1"/>
                  </a:moveTo>
                  <a:cubicBezTo>
                    <a:pt x="0" y="1"/>
                    <a:pt x="0" y="481"/>
                    <a:pt x="317" y="481"/>
                  </a:cubicBezTo>
                  <a:lnTo>
                    <a:pt x="322" y="481"/>
                  </a:lnTo>
                  <a:cubicBezTo>
                    <a:pt x="644" y="481"/>
                    <a:pt x="644" y="1"/>
                    <a:pt x="32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6"/>
            <p:cNvSpPr/>
            <p:nvPr/>
          </p:nvSpPr>
          <p:spPr>
            <a:xfrm>
              <a:off x="3069092" y="1582266"/>
              <a:ext cx="16860" cy="12619"/>
            </a:xfrm>
            <a:custGeom>
              <a:rect b="b" l="l" r="r" t="t"/>
              <a:pathLst>
                <a:path extrusionOk="0" h="482" w="644">
                  <a:moveTo>
                    <a:pt x="322" y="1"/>
                  </a:moveTo>
                  <a:cubicBezTo>
                    <a:pt x="0" y="1"/>
                    <a:pt x="0" y="481"/>
                    <a:pt x="322" y="481"/>
                  </a:cubicBezTo>
                  <a:cubicBezTo>
                    <a:pt x="644" y="481"/>
                    <a:pt x="644" y="1"/>
                    <a:pt x="322"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86"/>
            <p:cNvSpPr/>
            <p:nvPr/>
          </p:nvSpPr>
          <p:spPr>
            <a:xfrm>
              <a:off x="3092340" y="1582266"/>
              <a:ext cx="16886" cy="12619"/>
            </a:xfrm>
            <a:custGeom>
              <a:rect b="b" l="l" r="r" t="t"/>
              <a:pathLst>
                <a:path extrusionOk="0" h="482" w="645">
                  <a:moveTo>
                    <a:pt x="323" y="1"/>
                  </a:moveTo>
                  <a:cubicBezTo>
                    <a:pt x="1" y="1"/>
                    <a:pt x="1" y="481"/>
                    <a:pt x="323" y="481"/>
                  </a:cubicBezTo>
                  <a:lnTo>
                    <a:pt x="328" y="481"/>
                  </a:lnTo>
                  <a:cubicBezTo>
                    <a:pt x="645" y="481"/>
                    <a:pt x="645" y="1"/>
                    <a:pt x="32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86"/>
            <p:cNvSpPr/>
            <p:nvPr/>
          </p:nvSpPr>
          <p:spPr>
            <a:xfrm>
              <a:off x="3144804" y="1655989"/>
              <a:ext cx="161766" cy="115087"/>
            </a:xfrm>
            <a:custGeom>
              <a:rect b="b" l="l" r="r" t="t"/>
              <a:pathLst>
                <a:path extrusionOk="0" h="4396" w="6179">
                  <a:moveTo>
                    <a:pt x="1259" y="0"/>
                  </a:moveTo>
                  <a:cubicBezTo>
                    <a:pt x="562" y="0"/>
                    <a:pt x="0" y="562"/>
                    <a:pt x="0" y="1259"/>
                  </a:cubicBezTo>
                  <a:lnTo>
                    <a:pt x="0" y="3137"/>
                  </a:lnTo>
                  <a:cubicBezTo>
                    <a:pt x="0" y="3834"/>
                    <a:pt x="562" y="4396"/>
                    <a:pt x="1259" y="4396"/>
                  </a:cubicBezTo>
                  <a:lnTo>
                    <a:pt x="4920" y="4396"/>
                  </a:lnTo>
                  <a:cubicBezTo>
                    <a:pt x="5616" y="4396"/>
                    <a:pt x="6178" y="3834"/>
                    <a:pt x="6178" y="3137"/>
                  </a:cubicBezTo>
                  <a:lnTo>
                    <a:pt x="6178" y="1259"/>
                  </a:lnTo>
                  <a:cubicBezTo>
                    <a:pt x="6178" y="562"/>
                    <a:pt x="5616" y="0"/>
                    <a:pt x="49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86"/>
            <p:cNvSpPr/>
            <p:nvPr/>
          </p:nvSpPr>
          <p:spPr>
            <a:xfrm>
              <a:off x="3144804" y="1655989"/>
              <a:ext cx="161766" cy="46915"/>
            </a:xfrm>
            <a:custGeom>
              <a:rect b="b" l="l" r="r" t="t"/>
              <a:pathLst>
                <a:path extrusionOk="0" h="1792" w="6179">
                  <a:moveTo>
                    <a:pt x="1259" y="0"/>
                  </a:moveTo>
                  <a:cubicBezTo>
                    <a:pt x="562" y="0"/>
                    <a:pt x="0" y="562"/>
                    <a:pt x="0" y="1259"/>
                  </a:cubicBezTo>
                  <a:lnTo>
                    <a:pt x="0" y="1792"/>
                  </a:lnTo>
                  <a:cubicBezTo>
                    <a:pt x="0" y="1095"/>
                    <a:pt x="562" y="533"/>
                    <a:pt x="1259" y="533"/>
                  </a:cubicBezTo>
                  <a:lnTo>
                    <a:pt x="4920" y="533"/>
                  </a:lnTo>
                  <a:cubicBezTo>
                    <a:pt x="5616" y="533"/>
                    <a:pt x="6178" y="1095"/>
                    <a:pt x="6178" y="1792"/>
                  </a:cubicBezTo>
                  <a:lnTo>
                    <a:pt x="6178" y="1259"/>
                  </a:lnTo>
                  <a:cubicBezTo>
                    <a:pt x="6178" y="562"/>
                    <a:pt x="5616" y="0"/>
                    <a:pt x="4920"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86"/>
            <p:cNvSpPr/>
            <p:nvPr/>
          </p:nvSpPr>
          <p:spPr>
            <a:xfrm>
              <a:off x="3205437" y="1692013"/>
              <a:ext cx="44663" cy="42961"/>
            </a:xfrm>
            <a:custGeom>
              <a:rect b="b" l="l" r="r" t="t"/>
              <a:pathLst>
                <a:path extrusionOk="0" h="1641" w="1706">
                  <a:moveTo>
                    <a:pt x="211" y="1"/>
                  </a:moveTo>
                  <a:cubicBezTo>
                    <a:pt x="100" y="1"/>
                    <a:pt x="1" y="89"/>
                    <a:pt x="5" y="209"/>
                  </a:cubicBezTo>
                  <a:lnTo>
                    <a:pt x="5" y="1434"/>
                  </a:lnTo>
                  <a:cubicBezTo>
                    <a:pt x="1" y="1553"/>
                    <a:pt x="98" y="1641"/>
                    <a:pt x="206" y="1641"/>
                  </a:cubicBezTo>
                  <a:cubicBezTo>
                    <a:pt x="238" y="1641"/>
                    <a:pt x="271" y="1633"/>
                    <a:pt x="302" y="1617"/>
                  </a:cubicBezTo>
                  <a:lnTo>
                    <a:pt x="1551" y="1007"/>
                  </a:lnTo>
                  <a:cubicBezTo>
                    <a:pt x="1705" y="930"/>
                    <a:pt x="1705" y="709"/>
                    <a:pt x="1551" y="637"/>
                  </a:cubicBezTo>
                  <a:lnTo>
                    <a:pt x="302" y="22"/>
                  </a:lnTo>
                  <a:cubicBezTo>
                    <a:pt x="272" y="7"/>
                    <a:pt x="241" y="1"/>
                    <a:pt x="211"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86"/>
            <p:cNvSpPr/>
            <p:nvPr/>
          </p:nvSpPr>
          <p:spPr>
            <a:xfrm>
              <a:off x="3011234" y="1552081"/>
              <a:ext cx="429012" cy="329292"/>
            </a:xfrm>
            <a:custGeom>
              <a:rect b="b" l="l" r="r" t="t"/>
              <a:pathLst>
                <a:path extrusionOk="0" h="12578" w="16387">
                  <a:moveTo>
                    <a:pt x="240" y="1"/>
                  </a:moveTo>
                  <a:cubicBezTo>
                    <a:pt x="106" y="1"/>
                    <a:pt x="0" y="111"/>
                    <a:pt x="0" y="241"/>
                  </a:cubicBezTo>
                  <a:lnTo>
                    <a:pt x="0" y="12338"/>
                  </a:lnTo>
                  <a:cubicBezTo>
                    <a:pt x="0" y="12467"/>
                    <a:pt x="106" y="12578"/>
                    <a:pt x="240" y="12578"/>
                  </a:cubicBezTo>
                  <a:lnTo>
                    <a:pt x="3027" y="12578"/>
                  </a:lnTo>
                  <a:cubicBezTo>
                    <a:pt x="3349" y="12578"/>
                    <a:pt x="3349" y="12097"/>
                    <a:pt x="3027" y="12097"/>
                  </a:cubicBezTo>
                  <a:lnTo>
                    <a:pt x="481" y="12097"/>
                  </a:lnTo>
                  <a:lnTo>
                    <a:pt x="481" y="10157"/>
                  </a:lnTo>
                  <a:lnTo>
                    <a:pt x="10516" y="10157"/>
                  </a:lnTo>
                  <a:cubicBezTo>
                    <a:pt x="10833" y="10157"/>
                    <a:pt x="10833" y="9676"/>
                    <a:pt x="10516" y="9676"/>
                  </a:cubicBezTo>
                  <a:lnTo>
                    <a:pt x="481" y="9676"/>
                  </a:lnTo>
                  <a:lnTo>
                    <a:pt x="481" y="2782"/>
                  </a:lnTo>
                  <a:lnTo>
                    <a:pt x="15907" y="2782"/>
                  </a:lnTo>
                  <a:lnTo>
                    <a:pt x="15907" y="9676"/>
                  </a:lnTo>
                  <a:lnTo>
                    <a:pt x="11780" y="9676"/>
                  </a:lnTo>
                  <a:cubicBezTo>
                    <a:pt x="11463" y="9676"/>
                    <a:pt x="11463" y="10157"/>
                    <a:pt x="11780" y="10157"/>
                  </a:cubicBezTo>
                  <a:lnTo>
                    <a:pt x="15907" y="10157"/>
                  </a:lnTo>
                  <a:lnTo>
                    <a:pt x="15907" y="12097"/>
                  </a:lnTo>
                  <a:lnTo>
                    <a:pt x="4122" y="12097"/>
                  </a:lnTo>
                  <a:cubicBezTo>
                    <a:pt x="3800" y="12097"/>
                    <a:pt x="3800" y="12578"/>
                    <a:pt x="4122" y="12578"/>
                  </a:cubicBezTo>
                  <a:lnTo>
                    <a:pt x="16147" y="12578"/>
                  </a:lnTo>
                  <a:cubicBezTo>
                    <a:pt x="16276" y="12578"/>
                    <a:pt x="16387" y="12467"/>
                    <a:pt x="16387" y="12338"/>
                  </a:cubicBezTo>
                  <a:lnTo>
                    <a:pt x="16387" y="241"/>
                  </a:lnTo>
                  <a:cubicBezTo>
                    <a:pt x="16387" y="111"/>
                    <a:pt x="16276" y="1"/>
                    <a:pt x="16147" y="1"/>
                  </a:cubicBezTo>
                  <a:lnTo>
                    <a:pt x="8710" y="1"/>
                  </a:lnTo>
                  <a:cubicBezTo>
                    <a:pt x="8388" y="1"/>
                    <a:pt x="8388" y="481"/>
                    <a:pt x="8710" y="481"/>
                  </a:cubicBezTo>
                  <a:lnTo>
                    <a:pt x="15907" y="481"/>
                  </a:lnTo>
                  <a:lnTo>
                    <a:pt x="15907" y="2302"/>
                  </a:lnTo>
                  <a:lnTo>
                    <a:pt x="481" y="2302"/>
                  </a:lnTo>
                  <a:lnTo>
                    <a:pt x="481" y="481"/>
                  </a:lnTo>
                  <a:lnTo>
                    <a:pt x="7615" y="481"/>
                  </a:lnTo>
                  <a:cubicBezTo>
                    <a:pt x="7937" y="481"/>
                    <a:pt x="7937" y="1"/>
                    <a:pt x="76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86"/>
            <p:cNvSpPr/>
            <p:nvPr/>
          </p:nvSpPr>
          <p:spPr>
            <a:xfrm>
              <a:off x="3322121" y="1582266"/>
              <a:ext cx="86813" cy="12619"/>
            </a:xfrm>
            <a:custGeom>
              <a:rect b="b" l="l" r="r" t="t"/>
              <a:pathLst>
                <a:path extrusionOk="0" h="482" w="3316">
                  <a:moveTo>
                    <a:pt x="323" y="1"/>
                  </a:moveTo>
                  <a:cubicBezTo>
                    <a:pt x="1" y="1"/>
                    <a:pt x="1" y="481"/>
                    <a:pt x="323" y="481"/>
                  </a:cubicBezTo>
                  <a:lnTo>
                    <a:pt x="2999" y="481"/>
                  </a:lnTo>
                  <a:cubicBezTo>
                    <a:pt x="3316" y="481"/>
                    <a:pt x="3316" y="1"/>
                    <a:pt x="29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86"/>
            <p:cNvSpPr/>
            <p:nvPr/>
          </p:nvSpPr>
          <p:spPr>
            <a:xfrm>
              <a:off x="3284160" y="1582266"/>
              <a:ext cx="32201" cy="12619"/>
            </a:xfrm>
            <a:custGeom>
              <a:rect b="b" l="l" r="r" t="t"/>
              <a:pathLst>
                <a:path extrusionOk="0" h="482" w="1230">
                  <a:moveTo>
                    <a:pt x="322" y="1"/>
                  </a:moveTo>
                  <a:cubicBezTo>
                    <a:pt x="0" y="1"/>
                    <a:pt x="0" y="481"/>
                    <a:pt x="322" y="481"/>
                  </a:cubicBezTo>
                  <a:lnTo>
                    <a:pt x="913" y="481"/>
                  </a:lnTo>
                  <a:cubicBezTo>
                    <a:pt x="1230" y="481"/>
                    <a:pt x="1230" y="1"/>
                    <a:pt x="9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86"/>
            <p:cNvSpPr/>
            <p:nvPr/>
          </p:nvSpPr>
          <p:spPr>
            <a:xfrm>
              <a:off x="3138495" y="1649680"/>
              <a:ext cx="174359" cy="127680"/>
            </a:xfrm>
            <a:custGeom>
              <a:rect b="b" l="l" r="r" t="t"/>
              <a:pathLst>
                <a:path extrusionOk="0" h="4877" w="6660">
                  <a:moveTo>
                    <a:pt x="5161" y="481"/>
                  </a:moveTo>
                  <a:cubicBezTo>
                    <a:pt x="5723" y="481"/>
                    <a:pt x="6179" y="938"/>
                    <a:pt x="6179" y="1500"/>
                  </a:cubicBezTo>
                  <a:lnTo>
                    <a:pt x="6179" y="3378"/>
                  </a:lnTo>
                  <a:cubicBezTo>
                    <a:pt x="6179" y="3940"/>
                    <a:pt x="5723" y="4392"/>
                    <a:pt x="5161" y="4397"/>
                  </a:cubicBezTo>
                  <a:lnTo>
                    <a:pt x="1500" y="4397"/>
                  </a:lnTo>
                  <a:cubicBezTo>
                    <a:pt x="938" y="4392"/>
                    <a:pt x="481" y="3940"/>
                    <a:pt x="481" y="3378"/>
                  </a:cubicBezTo>
                  <a:lnTo>
                    <a:pt x="481" y="1500"/>
                  </a:lnTo>
                  <a:cubicBezTo>
                    <a:pt x="481" y="938"/>
                    <a:pt x="938" y="481"/>
                    <a:pt x="1500" y="481"/>
                  </a:cubicBezTo>
                  <a:close/>
                  <a:moveTo>
                    <a:pt x="1500" y="1"/>
                  </a:moveTo>
                  <a:cubicBezTo>
                    <a:pt x="674" y="1"/>
                    <a:pt x="6" y="673"/>
                    <a:pt x="1" y="1500"/>
                  </a:cubicBezTo>
                  <a:lnTo>
                    <a:pt x="1" y="3378"/>
                  </a:lnTo>
                  <a:cubicBezTo>
                    <a:pt x="6" y="4204"/>
                    <a:pt x="674" y="4872"/>
                    <a:pt x="1500" y="4877"/>
                  </a:cubicBezTo>
                  <a:lnTo>
                    <a:pt x="5161" y="4877"/>
                  </a:lnTo>
                  <a:cubicBezTo>
                    <a:pt x="5987" y="4872"/>
                    <a:pt x="6659" y="4204"/>
                    <a:pt x="6659" y="3378"/>
                  </a:cubicBezTo>
                  <a:lnTo>
                    <a:pt x="6659" y="1500"/>
                  </a:lnTo>
                  <a:cubicBezTo>
                    <a:pt x="6659" y="673"/>
                    <a:pt x="5987" y="1"/>
                    <a:pt x="51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86"/>
            <p:cNvSpPr/>
            <p:nvPr/>
          </p:nvSpPr>
          <p:spPr>
            <a:xfrm>
              <a:off x="3199154" y="1685860"/>
              <a:ext cx="58486" cy="55397"/>
            </a:xfrm>
            <a:custGeom>
              <a:rect b="b" l="l" r="r" t="t"/>
              <a:pathLst>
                <a:path extrusionOk="0" h="2116" w="2234">
                  <a:moveTo>
                    <a:pt x="485" y="497"/>
                  </a:moveTo>
                  <a:lnTo>
                    <a:pt x="1623" y="1059"/>
                  </a:lnTo>
                  <a:lnTo>
                    <a:pt x="485" y="1617"/>
                  </a:lnTo>
                  <a:lnTo>
                    <a:pt x="485" y="497"/>
                  </a:lnTo>
                  <a:close/>
                  <a:moveTo>
                    <a:pt x="452" y="0"/>
                  </a:moveTo>
                  <a:cubicBezTo>
                    <a:pt x="217" y="0"/>
                    <a:pt x="4" y="189"/>
                    <a:pt x="4" y="449"/>
                  </a:cubicBezTo>
                  <a:lnTo>
                    <a:pt x="4" y="1669"/>
                  </a:lnTo>
                  <a:cubicBezTo>
                    <a:pt x="1" y="1925"/>
                    <a:pt x="214" y="2116"/>
                    <a:pt x="450" y="2116"/>
                  </a:cubicBezTo>
                  <a:cubicBezTo>
                    <a:pt x="516" y="2116"/>
                    <a:pt x="583" y="2101"/>
                    <a:pt x="648" y="2068"/>
                  </a:cubicBezTo>
                  <a:lnTo>
                    <a:pt x="1897" y="1458"/>
                  </a:lnTo>
                  <a:cubicBezTo>
                    <a:pt x="2233" y="1295"/>
                    <a:pt x="2233" y="819"/>
                    <a:pt x="1897" y="656"/>
                  </a:cubicBezTo>
                  <a:lnTo>
                    <a:pt x="648" y="46"/>
                  </a:lnTo>
                  <a:cubicBezTo>
                    <a:pt x="584" y="15"/>
                    <a:pt x="517" y="0"/>
                    <a:pt x="4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6"/>
            <p:cNvSpPr/>
            <p:nvPr/>
          </p:nvSpPr>
          <p:spPr>
            <a:xfrm>
              <a:off x="3055635" y="1835453"/>
              <a:ext cx="169673" cy="12593"/>
            </a:xfrm>
            <a:custGeom>
              <a:rect b="b" l="l" r="r" t="t"/>
              <a:pathLst>
                <a:path extrusionOk="0" h="481" w="6481">
                  <a:moveTo>
                    <a:pt x="322" y="0"/>
                  </a:moveTo>
                  <a:cubicBezTo>
                    <a:pt x="0" y="0"/>
                    <a:pt x="0" y="481"/>
                    <a:pt x="322" y="481"/>
                  </a:cubicBezTo>
                  <a:lnTo>
                    <a:pt x="6241" y="481"/>
                  </a:lnTo>
                  <a:cubicBezTo>
                    <a:pt x="6375" y="481"/>
                    <a:pt x="6481" y="370"/>
                    <a:pt x="6481" y="241"/>
                  </a:cubicBezTo>
                  <a:cubicBezTo>
                    <a:pt x="6481" y="106"/>
                    <a:pt x="6375" y="0"/>
                    <a:pt x="62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6"/>
            <p:cNvSpPr/>
            <p:nvPr/>
          </p:nvSpPr>
          <p:spPr>
            <a:xfrm>
              <a:off x="3349663" y="1834955"/>
              <a:ext cx="49585" cy="12593"/>
            </a:xfrm>
            <a:custGeom>
              <a:rect b="b" l="l" r="r" t="t"/>
              <a:pathLst>
                <a:path extrusionOk="0" h="481" w="1894">
                  <a:moveTo>
                    <a:pt x="323" y="0"/>
                  </a:moveTo>
                  <a:cubicBezTo>
                    <a:pt x="1" y="0"/>
                    <a:pt x="1" y="481"/>
                    <a:pt x="323" y="481"/>
                  </a:cubicBezTo>
                  <a:lnTo>
                    <a:pt x="1572" y="481"/>
                  </a:lnTo>
                  <a:cubicBezTo>
                    <a:pt x="1894" y="481"/>
                    <a:pt x="1894" y="0"/>
                    <a:pt x="15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2" name="Google Shape;13172;p86"/>
          <p:cNvGrpSpPr/>
          <p:nvPr/>
        </p:nvGrpSpPr>
        <p:grpSpPr>
          <a:xfrm>
            <a:off x="3500721" y="1993659"/>
            <a:ext cx="381626" cy="360237"/>
            <a:chOff x="3500721" y="1993659"/>
            <a:chExt cx="381626" cy="360237"/>
          </a:xfrm>
        </p:grpSpPr>
        <p:sp>
          <p:nvSpPr>
            <p:cNvPr id="13173" name="Google Shape;13173;p86"/>
            <p:cNvSpPr/>
            <p:nvPr/>
          </p:nvSpPr>
          <p:spPr>
            <a:xfrm>
              <a:off x="3546013" y="2262946"/>
              <a:ext cx="299473" cy="51077"/>
            </a:xfrm>
            <a:custGeom>
              <a:rect b="b" l="l" r="r" t="t"/>
              <a:pathLst>
                <a:path extrusionOk="0" h="1951" w="11439">
                  <a:moveTo>
                    <a:pt x="971" y="0"/>
                  </a:moveTo>
                  <a:cubicBezTo>
                    <a:pt x="432" y="0"/>
                    <a:pt x="0" y="437"/>
                    <a:pt x="0" y="975"/>
                  </a:cubicBezTo>
                  <a:cubicBezTo>
                    <a:pt x="0" y="1513"/>
                    <a:pt x="432" y="1951"/>
                    <a:pt x="971" y="1951"/>
                  </a:cubicBezTo>
                  <a:lnTo>
                    <a:pt x="11439" y="1951"/>
                  </a:lnTo>
                  <a:lnTo>
                    <a:pt x="11439"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86"/>
            <p:cNvSpPr/>
            <p:nvPr/>
          </p:nvSpPr>
          <p:spPr>
            <a:xfrm>
              <a:off x="3547374" y="2262946"/>
              <a:ext cx="298112" cy="50946"/>
            </a:xfrm>
            <a:custGeom>
              <a:rect b="b" l="l" r="r" t="t"/>
              <a:pathLst>
                <a:path extrusionOk="0" h="1946" w="11387">
                  <a:moveTo>
                    <a:pt x="10738" y="0"/>
                  </a:moveTo>
                  <a:lnTo>
                    <a:pt x="10738" y="894"/>
                  </a:lnTo>
                  <a:cubicBezTo>
                    <a:pt x="10738" y="1115"/>
                    <a:pt x="10555" y="1297"/>
                    <a:pt x="10330" y="1297"/>
                  </a:cubicBezTo>
                  <a:lnTo>
                    <a:pt x="1" y="1297"/>
                  </a:lnTo>
                  <a:cubicBezTo>
                    <a:pt x="140" y="1686"/>
                    <a:pt x="510" y="1946"/>
                    <a:pt x="919" y="1946"/>
                  </a:cubicBezTo>
                  <a:lnTo>
                    <a:pt x="11387" y="1946"/>
                  </a:lnTo>
                  <a:lnTo>
                    <a:pt x="11387" y="0"/>
                  </a:ln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86"/>
            <p:cNvSpPr/>
            <p:nvPr/>
          </p:nvSpPr>
          <p:spPr>
            <a:xfrm>
              <a:off x="3514047" y="2231111"/>
              <a:ext cx="352697" cy="114747"/>
            </a:xfrm>
            <a:custGeom>
              <a:rect b="b" l="l" r="r" t="t"/>
              <a:pathLst>
                <a:path extrusionOk="0" h="4383" w="13472">
                  <a:moveTo>
                    <a:pt x="2192" y="1"/>
                  </a:moveTo>
                  <a:cubicBezTo>
                    <a:pt x="981" y="1"/>
                    <a:pt x="1" y="981"/>
                    <a:pt x="1" y="2191"/>
                  </a:cubicBezTo>
                  <a:cubicBezTo>
                    <a:pt x="1" y="3402"/>
                    <a:pt x="981" y="4382"/>
                    <a:pt x="2192" y="4382"/>
                  </a:cubicBezTo>
                  <a:lnTo>
                    <a:pt x="13471" y="4382"/>
                  </a:lnTo>
                  <a:lnTo>
                    <a:pt x="13471" y="3167"/>
                  </a:lnTo>
                  <a:lnTo>
                    <a:pt x="2192" y="3167"/>
                  </a:lnTo>
                  <a:cubicBezTo>
                    <a:pt x="1653" y="3167"/>
                    <a:pt x="1221" y="2729"/>
                    <a:pt x="1221" y="2191"/>
                  </a:cubicBezTo>
                  <a:cubicBezTo>
                    <a:pt x="1221" y="1653"/>
                    <a:pt x="1653" y="1216"/>
                    <a:pt x="2192" y="1216"/>
                  </a:cubicBezTo>
                  <a:lnTo>
                    <a:pt x="13471" y="1216"/>
                  </a:lnTo>
                  <a:lnTo>
                    <a:pt x="1347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86"/>
            <p:cNvSpPr/>
            <p:nvPr/>
          </p:nvSpPr>
          <p:spPr>
            <a:xfrm>
              <a:off x="3846585" y="2231111"/>
              <a:ext cx="20159" cy="31861"/>
            </a:xfrm>
            <a:custGeom>
              <a:rect b="b" l="l" r="r" t="t"/>
              <a:pathLst>
                <a:path extrusionOk="0" h="1217" w="770">
                  <a:moveTo>
                    <a:pt x="1" y="1"/>
                  </a:moveTo>
                  <a:lnTo>
                    <a:pt x="1" y="1216"/>
                  </a:lnTo>
                  <a:lnTo>
                    <a:pt x="769" y="1216"/>
                  </a:lnTo>
                  <a:lnTo>
                    <a:pt x="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86"/>
            <p:cNvSpPr/>
            <p:nvPr/>
          </p:nvSpPr>
          <p:spPr>
            <a:xfrm>
              <a:off x="3846585" y="2313997"/>
              <a:ext cx="20159" cy="31861"/>
            </a:xfrm>
            <a:custGeom>
              <a:rect b="b" l="l" r="r" t="t"/>
              <a:pathLst>
                <a:path extrusionOk="0" h="1217" w="770">
                  <a:moveTo>
                    <a:pt x="1" y="1"/>
                  </a:moveTo>
                  <a:lnTo>
                    <a:pt x="1" y="1216"/>
                  </a:lnTo>
                  <a:lnTo>
                    <a:pt x="769" y="1216"/>
                  </a:lnTo>
                  <a:lnTo>
                    <a:pt x="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86"/>
            <p:cNvSpPr/>
            <p:nvPr/>
          </p:nvSpPr>
          <p:spPr>
            <a:xfrm>
              <a:off x="3571407" y="2288472"/>
              <a:ext cx="49951" cy="55240"/>
            </a:xfrm>
            <a:custGeom>
              <a:rect b="b" l="l" r="r" t="t"/>
              <a:pathLst>
                <a:path extrusionOk="0" h="2110" w="1908">
                  <a:moveTo>
                    <a:pt x="1" y="0"/>
                  </a:moveTo>
                  <a:lnTo>
                    <a:pt x="1" y="2109"/>
                  </a:lnTo>
                  <a:lnTo>
                    <a:pt x="976" y="1701"/>
                  </a:lnTo>
                  <a:lnTo>
                    <a:pt x="1908" y="2109"/>
                  </a:lnTo>
                  <a:lnTo>
                    <a:pt x="19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86"/>
            <p:cNvSpPr/>
            <p:nvPr/>
          </p:nvSpPr>
          <p:spPr>
            <a:xfrm>
              <a:off x="3546641" y="2033531"/>
              <a:ext cx="298845" cy="50972"/>
            </a:xfrm>
            <a:custGeom>
              <a:rect b="b" l="l" r="r" t="t"/>
              <a:pathLst>
                <a:path extrusionOk="0" h="1947" w="11415">
                  <a:moveTo>
                    <a:pt x="947" y="1"/>
                  </a:moveTo>
                  <a:cubicBezTo>
                    <a:pt x="418" y="15"/>
                    <a:pt x="0" y="447"/>
                    <a:pt x="0" y="976"/>
                  </a:cubicBezTo>
                  <a:cubicBezTo>
                    <a:pt x="0" y="1504"/>
                    <a:pt x="418" y="1937"/>
                    <a:pt x="947" y="1946"/>
                  </a:cubicBezTo>
                  <a:lnTo>
                    <a:pt x="11415" y="1946"/>
                  </a:lnTo>
                  <a:lnTo>
                    <a:pt x="11415"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86"/>
            <p:cNvSpPr/>
            <p:nvPr/>
          </p:nvSpPr>
          <p:spPr>
            <a:xfrm>
              <a:off x="3547374" y="2033531"/>
              <a:ext cx="298112" cy="51103"/>
            </a:xfrm>
            <a:custGeom>
              <a:rect b="b" l="l" r="r" t="t"/>
              <a:pathLst>
                <a:path extrusionOk="0" h="1952" w="11387">
                  <a:moveTo>
                    <a:pt x="10738" y="1"/>
                  </a:moveTo>
                  <a:lnTo>
                    <a:pt x="10738" y="894"/>
                  </a:lnTo>
                  <a:cubicBezTo>
                    <a:pt x="10738" y="1120"/>
                    <a:pt x="10555" y="1298"/>
                    <a:pt x="10330" y="1298"/>
                  </a:cubicBezTo>
                  <a:lnTo>
                    <a:pt x="1" y="1298"/>
                  </a:lnTo>
                  <a:cubicBezTo>
                    <a:pt x="140" y="1687"/>
                    <a:pt x="510" y="1946"/>
                    <a:pt x="919" y="1951"/>
                  </a:cubicBezTo>
                  <a:lnTo>
                    <a:pt x="11387" y="1951"/>
                  </a:lnTo>
                  <a:lnTo>
                    <a:pt x="11387" y="1"/>
                  </a:ln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86"/>
            <p:cNvSpPr/>
            <p:nvPr/>
          </p:nvSpPr>
          <p:spPr>
            <a:xfrm>
              <a:off x="3514047" y="2001722"/>
              <a:ext cx="352697" cy="114721"/>
            </a:xfrm>
            <a:custGeom>
              <a:rect b="b" l="l" r="r" t="t"/>
              <a:pathLst>
                <a:path extrusionOk="0" h="4382" w="13472">
                  <a:moveTo>
                    <a:pt x="2192" y="0"/>
                  </a:moveTo>
                  <a:cubicBezTo>
                    <a:pt x="981" y="0"/>
                    <a:pt x="1" y="980"/>
                    <a:pt x="1" y="2191"/>
                  </a:cubicBezTo>
                  <a:cubicBezTo>
                    <a:pt x="1" y="3402"/>
                    <a:pt x="981" y="4382"/>
                    <a:pt x="2192" y="4382"/>
                  </a:cubicBezTo>
                  <a:lnTo>
                    <a:pt x="13471" y="4382"/>
                  </a:lnTo>
                  <a:lnTo>
                    <a:pt x="13471" y="3161"/>
                  </a:lnTo>
                  <a:lnTo>
                    <a:pt x="2192" y="3161"/>
                  </a:lnTo>
                  <a:cubicBezTo>
                    <a:pt x="1663" y="3152"/>
                    <a:pt x="1245" y="2719"/>
                    <a:pt x="1245" y="2191"/>
                  </a:cubicBezTo>
                  <a:cubicBezTo>
                    <a:pt x="1245" y="1662"/>
                    <a:pt x="1663" y="1230"/>
                    <a:pt x="2192" y="1216"/>
                  </a:cubicBezTo>
                  <a:lnTo>
                    <a:pt x="13471" y="1216"/>
                  </a:lnTo>
                  <a:lnTo>
                    <a:pt x="13471"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86"/>
            <p:cNvSpPr/>
            <p:nvPr/>
          </p:nvSpPr>
          <p:spPr>
            <a:xfrm>
              <a:off x="3846585" y="2001722"/>
              <a:ext cx="20159" cy="31835"/>
            </a:xfrm>
            <a:custGeom>
              <a:rect b="b" l="l" r="r" t="t"/>
              <a:pathLst>
                <a:path extrusionOk="0" h="1216" w="770">
                  <a:moveTo>
                    <a:pt x="1" y="0"/>
                  </a:moveTo>
                  <a:lnTo>
                    <a:pt x="1" y="1216"/>
                  </a:lnTo>
                  <a:lnTo>
                    <a:pt x="769" y="1216"/>
                  </a:lnTo>
                  <a:lnTo>
                    <a:pt x="769" y="0"/>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86"/>
            <p:cNvSpPr/>
            <p:nvPr/>
          </p:nvSpPr>
          <p:spPr>
            <a:xfrm>
              <a:off x="3846585" y="2084477"/>
              <a:ext cx="20159" cy="31966"/>
            </a:xfrm>
            <a:custGeom>
              <a:rect b="b" l="l" r="r" t="t"/>
              <a:pathLst>
                <a:path extrusionOk="0" h="1221" w="770">
                  <a:moveTo>
                    <a:pt x="1" y="0"/>
                  </a:moveTo>
                  <a:lnTo>
                    <a:pt x="1" y="1221"/>
                  </a:lnTo>
                  <a:lnTo>
                    <a:pt x="769" y="1221"/>
                  </a:lnTo>
                  <a:lnTo>
                    <a:pt x="769" y="0"/>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86"/>
            <p:cNvSpPr/>
            <p:nvPr/>
          </p:nvSpPr>
          <p:spPr>
            <a:xfrm>
              <a:off x="3571407" y="2059056"/>
              <a:ext cx="49951" cy="55240"/>
            </a:xfrm>
            <a:custGeom>
              <a:rect b="b" l="l" r="r" t="t"/>
              <a:pathLst>
                <a:path extrusionOk="0" h="2110" w="1908">
                  <a:moveTo>
                    <a:pt x="1" y="1"/>
                  </a:moveTo>
                  <a:lnTo>
                    <a:pt x="1" y="2110"/>
                  </a:lnTo>
                  <a:lnTo>
                    <a:pt x="976" y="1702"/>
                  </a:lnTo>
                  <a:lnTo>
                    <a:pt x="1908" y="2110"/>
                  </a:lnTo>
                  <a:lnTo>
                    <a:pt x="1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86"/>
            <p:cNvSpPr/>
            <p:nvPr/>
          </p:nvSpPr>
          <p:spPr>
            <a:xfrm>
              <a:off x="3535305" y="2148225"/>
              <a:ext cx="299002" cy="51103"/>
            </a:xfrm>
            <a:custGeom>
              <a:rect b="b" l="l" r="r" t="t"/>
              <a:pathLst>
                <a:path extrusionOk="0" h="1952" w="11421">
                  <a:moveTo>
                    <a:pt x="1" y="1"/>
                  </a:moveTo>
                  <a:lnTo>
                    <a:pt x="1" y="1951"/>
                  </a:lnTo>
                  <a:lnTo>
                    <a:pt x="10469" y="1951"/>
                  </a:lnTo>
                  <a:cubicBezTo>
                    <a:pt x="10997" y="1937"/>
                    <a:pt x="11420" y="1505"/>
                    <a:pt x="11420" y="976"/>
                  </a:cubicBezTo>
                  <a:cubicBezTo>
                    <a:pt x="11420" y="448"/>
                    <a:pt x="10997" y="15"/>
                    <a:pt x="10469"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86"/>
            <p:cNvSpPr/>
            <p:nvPr/>
          </p:nvSpPr>
          <p:spPr>
            <a:xfrm>
              <a:off x="3535305" y="2148225"/>
              <a:ext cx="299002" cy="51103"/>
            </a:xfrm>
            <a:custGeom>
              <a:rect b="b" l="l" r="r" t="t"/>
              <a:pathLst>
                <a:path extrusionOk="0" h="1952" w="11421">
                  <a:moveTo>
                    <a:pt x="10454" y="1"/>
                  </a:moveTo>
                  <a:cubicBezTo>
                    <a:pt x="10680" y="635"/>
                    <a:pt x="10209" y="1303"/>
                    <a:pt x="9537" y="1303"/>
                  </a:cubicBezTo>
                  <a:lnTo>
                    <a:pt x="1" y="1303"/>
                  </a:lnTo>
                  <a:lnTo>
                    <a:pt x="1" y="1951"/>
                  </a:lnTo>
                  <a:lnTo>
                    <a:pt x="10469" y="1951"/>
                  </a:lnTo>
                  <a:cubicBezTo>
                    <a:pt x="10997" y="1937"/>
                    <a:pt x="11420" y="1505"/>
                    <a:pt x="11420" y="976"/>
                  </a:cubicBezTo>
                  <a:cubicBezTo>
                    <a:pt x="11420" y="448"/>
                    <a:pt x="10997" y="15"/>
                    <a:pt x="10469"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86"/>
            <p:cNvSpPr/>
            <p:nvPr/>
          </p:nvSpPr>
          <p:spPr>
            <a:xfrm>
              <a:off x="3514047" y="2116417"/>
              <a:ext cx="352697" cy="114721"/>
            </a:xfrm>
            <a:custGeom>
              <a:rect b="b" l="l" r="r" t="t"/>
              <a:pathLst>
                <a:path extrusionOk="0" h="4382" w="13472">
                  <a:moveTo>
                    <a:pt x="1" y="1"/>
                  </a:moveTo>
                  <a:lnTo>
                    <a:pt x="1" y="1216"/>
                  </a:lnTo>
                  <a:lnTo>
                    <a:pt x="11281" y="1216"/>
                  </a:lnTo>
                  <a:cubicBezTo>
                    <a:pt x="11809" y="1230"/>
                    <a:pt x="12232" y="1663"/>
                    <a:pt x="12232" y="2191"/>
                  </a:cubicBezTo>
                  <a:cubicBezTo>
                    <a:pt x="12232" y="2720"/>
                    <a:pt x="11809" y="3152"/>
                    <a:pt x="11281" y="3166"/>
                  </a:cubicBezTo>
                  <a:lnTo>
                    <a:pt x="1" y="3166"/>
                  </a:lnTo>
                  <a:lnTo>
                    <a:pt x="1" y="4382"/>
                  </a:lnTo>
                  <a:lnTo>
                    <a:pt x="11281" y="4382"/>
                  </a:lnTo>
                  <a:cubicBezTo>
                    <a:pt x="12491" y="4382"/>
                    <a:pt x="13471" y="3402"/>
                    <a:pt x="13471" y="2191"/>
                  </a:cubicBezTo>
                  <a:cubicBezTo>
                    <a:pt x="13471" y="981"/>
                    <a:pt x="12491" y="1"/>
                    <a:pt x="11281" y="1"/>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86"/>
            <p:cNvSpPr/>
            <p:nvPr/>
          </p:nvSpPr>
          <p:spPr>
            <a:xfrm>
              <a:off x="3791267" y="2116417"/>
              <a:ext cx="75477" cy="114721"/>
            </a:xfrm>
            <a:custGeom>
              <a:rect b="b" l="l" r="r" t="t"/>
              <a:pathLst>
                <a:path extrusionOk="0" h="4382" w="2883">
                  <a:moveTo>
                    <a:pt x="0" y="1"/>
                  </a:moveTo>
                  <a:cubicBezTo>
                    <a:pt x="1211" y="1"/>
                    <a:pt x="2191" y="981"/>
                    <a:pt x="2191" y="2191"/>
                  </a:cubicBezTo>
                  <a:cubicBezTo>
                    <a:pt x="2191" y="3402"/>
                    <a:pt x="1211" y="4382"/>
                    <a:pt x="0" y="4382"/>
                  </a:cubicBezTo>
                  <a:lnTo>
                    <a:pt x="692" y="4382"/>
                  </a:lnTo>
                  <a:cubicBezTo>
                    <a:pt x="1902" y="4382"/>
                    <a:pt x="2882" y="3402"/>
                    <a:pt x="2882" y="2191"/>
                  </a:cubicBezTo>
                  <a:cubicBezTo>
                    <a:pt x="2882" y="981"/>
                    <a:pt x="1902" y="1"/>
                    <a:pt x="692" y="1"/>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86"/>
            <p:cNvSpPr/>
            <p:nvPr/>
          </p:nvSpPr>
          <p:spPr>
            <a:xfrm>
              <a:off x="3759432" y="2173777"/>
              <a:ext cx="49951" cy="55345"/>
            </a:xfrm>
            <a:custGeom>
              <a:rect b="b" l="l" r="r" t="t"/>
              <a:pathLst>
                <a:path extrusionOk="0" h="2114" w="1908">
                  <a:moveTo>
                    <a:pt x="1" y="0"/>
                  </a:moveTo>
                  <a:lnTo>
                    <a:pt x="1" y="2114"/>
                  </a:lnTo>
                  <a:lnTo>
                    <a:pt x="933" y="1706"/>
                  </a:lnTo>
                  <a:lnTo>
                    <a:pt x="1908" y="2109"/>
                  </a:lnTo>
                  <a:lnTo>
                    <a:pt x="19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86"/>
            <p:cNvSpPr/>
            <p:nvPr/>
          </p:nvSpPr>
          <p:spPr>
            <a:xfrm>
              <a:off x="3500721" y="1993659"/>
              <a:ext cx="381626" cy="360237"/>
            </a:xfrm>
            <a:custGeom>
              <a:rect b="b" l="l" r="r" t="t"/>
              <a:pathLst>
                <a:path extrusionOk="0" h="13760" w="14577">
                  <a:moveTo>
                    <a:pt x="12866" y="1826"/>
                  </a:moveTo>
                  <a:lnTo>
                    <a:pt x="12866" y="3171"/>
                  </a:lnTo>
                  <a:lnTo>
                    <a:pt x="4915" y="3171"/>
                  </a:lnTo>
                  <a:lnTo>
                    <a:pt x="4915" y="2499"/>
                  </a:lnTo>
                  <a:cubicBezTo>
                    <a:pt x="4915" y="2331"/>
                    <a:pt x="4776" y="2191"/>
                    <a:pt x="4608" y="2191"/>
                  </a:cubicBezTo>
                  <a:lnTo>
                    <a:pt x="2701" y="2191"/>
                  </a:lnTo>
                  <a:cubicBezTo>
                    <a:pt x="2532" y="2191"/>
                    <a:pt x="2398" y="2331"/>
                    <a:pt x="2398" y="2499"/>
                  </a:cubicBezTo>
                  <a:lnTo>
                    <a:pt x="2398" y="3095"/>
                  </a:lnTo>
                  <a:cubicBezTo>
                    <a:pt x="1773" y="2773"/>
                    <a:pt x="1999" y="1826"/>
                    <a:pt x="2701" y="1826"/>
                  </a:cubicBezTo>
                  <a:close/>
                  <a:moveTo>
                    <a:pt x="4300" y="2802"/>
                  </a:moveTo>
                  <a:lnTo>
                    <a:pt x="4300" y="4140"/>
                  </a:lnTo>
                  <a:lnTo>
                    <a:pt x="3796" y="3921"/>
                  </a:lnTo>
                  <a:cubicBezTo>
                    <a:pt x="3757" y="3904"/>
                    <a:pt x="3717" y="3896"/>
                    <a:pt x="3676" y="3896"/>
                  </a:cubicBezTo>
                  <a:cubicBezTo>
                    <a:pt x="3635" y="3896"/>
                    <a:pt x="3594" y="3904"/>
                    <a:pt x="3556" y="3921"/>
                  </a:cubicBezTo>
                  <a:lnTo>
                    <a:pt x="3003" y="4151"/>
                  </a:lnTo>
                  <a:lnTo>
                    <a:pt x="3003" y="2802"/>
                  </a:lnTo>
                  <a:close/>
                  <a:moveTo>
                    <a:pt x="13678" y="3777"/>
                  </a:moveTo>
                  <a:lnTo>
                    <a:pt x="13678" y="4387"/>
                  </a:lnTo>
                  <a:lnTo>
                    <a:pt x="4915" y="4387"/>
                  </a:lnTo>
                  <a:lnTo>
                    <a:pt x="4915" y="3777"/>
                  </a:lnTo>
                  <a:close/>
                  <a:moveTo>
                    <a:pt x="11790" y="6208"/>
                  </a:moveTo>
                  <a:cubicBezTo>
                    <a:pt x="12491" y="6208"/>
                    <a:pt x="12722" y="7154"/>
                    <a:pt x="12092" y="7476"/>
                  </a:cubicBezTo>
                  <a:lnTo>
                    <a:pt x="12092" y="6880"/>
                  </a:lnTo>
                  <a:cubicBezTo>
                    <a:pt x="12092" y="6712"/>
                    <a:pt x="11958" y="6573"/>
                    <a:pt x="11790" y="6573"/>
                  </a:cubicBezTo>
                  <a:lnTo>
                    <a:pt x="9883" y="6573"/>
                  </a:lnTo>
                  <a:cubicBezTo>
                    <a:pt x="9714" y="6573"/>
                    <a:pt x="9580" y="6712"/>
                    <a:pt x="9580" y="6880"/>
                  </a:cubicBezTo>
                  <a:lnTo>
                    <a:pt x="9580" y="7548"/>
                  </a:lnTo>
                  <a:lnTo>
                    <a:pt x="1629" y="7548"/>
                  </a:lnTo>
                  <a:lnTo>
                    <a:pt x="1629" y="6208"/>
                  </a:lnTo>
                  <a:close/>
                  <a:moveTo>
                    <a:pt x="11482" y="7183"/>
                  </a:moveTo>
                  <a:lnTo>
                    <a:pt x="11487" y="8533"/>
                  </a:lnTo>
                  <a:lnTo>
                    <a:pt x="10935" y="8302"/>
                  </a:lnTo>
                  <a:cubicBezTo>
                    <a:pt x="10896" y="8285"/>
                    <a:pt x="10855" y="8277"/>
                    <a:pt x="10815" y="8277"/>
                  </a:cubicBezTo>
                  <a:cubicBezTo>
                    <a:pt x="10774" y="8277"/>
                    <a:pt x="10733" y="8285"/>
                    <a:pt x="10694" y="8302"/>
                  </a:cubicBezTo>
                  <a:lnTo>
                    <a:pt x="10185" y="8523"/>
                  </a:lnTo>
                  <a:lnTo>
                    <a:pt x="10185" y="7183"/>
                  </a:lnTo>
                  <a:close/>
                  <a:moveTo>
                    <a:pt x="11790" y="4992"/>
                  </a:moveTo>
                  <a:cubicBezTo>
                    <a:pt x="12832" y="4992"/>
                    <a:pt x="13673" y="5838"/>
                    <a:pt x="13678" y="6880"/>
                  </a:cubicBezTo>
                  <a:cubicBezTo>
                    <a:pt x="13678" y="7807"/>
                    <a:pt x="13005" y="8595"/>
                    <a:pt x="12092" y="8744"/>
                  </a:cubicBezTo>
                  <a:lnTo>
                    <a:pt x="12092" y="8120"/>
                  </a:lnTo>
                  <a:cubicBezTo>
                    <a:pt x="12722" y="7966"/>
                    <a:pt x="13135" y="7365"/>
                    <a:pt x="13058" y="6726"/>
                  </a:cubicBezTo>
                  <a:cubicBezTo>
                    <a:pt x="12981" y="6083"/>
                    <a:pt x="12434" y="5602"/>
                    <a:pt x="11790" y="5602"/>
                  </a:cubicBezTo>
                  <a:lnTo>
                    <a:pt x="817" y="5602"/>
                  </a:lnTo>
                  <a:lnTo>
                    <a:pt x="817" y="4992"/>
                  </a:lnTo>
                  <a:close/>
                  <a:moveTo>
                    <a:pt x="9580" y="8158"/>
                  </a:moveTo>
                  <a:lnTo>
                    <a:pt x="9580" y="8768"/>
                  </a:lnTo>
                  <a:lnTo>
                    <a:pt x="817" y="8768"/>
                  </a:lnTo>
                  <a:lnTo>
                    <a:pt x="817" y="8158"/>
                  </a:lnTo>
                  <a:close/>
                  <a:moveTo>
                    <a:pt x="12866" y="10589"/>
                  </a:moveTo>
                  <a:lnTo>
                    <a:pt x="12866" y="11934"/>
                  </a:lnTo>
                  <a:lnTo>
                    <a:pt x="4915" y="11934"/>
                  </a:lnTo>
                  <a:lnTo>
                    <a:pt x="4915" y="11261"/>
                  </a:lnTo>
                  <a:cubicBezTo>
                    <a:pt x="4915" y="11093"/>
                    <a:pt x="4776" y="10954"/>
                    <a:pt x="4608" y="10954"/>
                  </a:cubicBezTo>
                  <a:lnTo>
                    <a:pt x="2701" y="10954"/>
                  </a:lnTo>
                  <a:cubicBezTo>
                    <a:pt x="2532" y="10954"/>
                    <a:pt x="2398" y="11093"/>
                    <a:pt x="2398" y="11261"/>
                  </a:cubicBezTo>
                  <a:lnTo>
                    <a:pt x="2398" y="11857"/>
                  </a:lnTo>
                  <a:cubicBezTo>
                    <a:pt x="1773" y="11535"/>
                    <a:pt x="1999" y="10589"/>
                    <a:pt x="2701" y="10589"/>
                  </a:cubicBezTo>
                  <a:close/>
                  <a:moveTo>
                    <a:pt x="4300" y="11564"/>
                  </a:moveTo>
                  <a:lnTo>
                    <a:pt x="4300" y="12904"/>
                  </a:lnTo>
                  <a:lnTo>
                    <a:pt x="4305" y="12909"/>
                  </a:lnTo>
                  <a:lnTo>
                    <a:pt x="3796" y="12688"/>
                  </a:lnTo>
                  <a:cubicBezTo>
                    <a:pt x="3757" y="12671"/>
                    <a:pt x="3717" y="12663"/>
                    <a:pt x="3676" y="12663"/>
                  </a:cubicBezTo>
                  <a:cubicBezTo>
                    <a:pt x="3635" y="12663"/>
                    <a:pt x="3594" y="12671"/>
                    <a:pt x="3556" y="12688"/>
                  </a:cubicBezTo>
                  <a:lnTo>
                    <a:pt x="3003" y="12919"/>
                  </a:lnTo>
                  <a:lnTo>
                    <a:pt x="3003" y="11564"/>
                  </a:lnTo>
                  <a:close/>
                  <a:moveTo>
                    <a:pt x="13678" y="9378"/>
                  </a:moveTo>
                  <a:lnTo>
                    <a:pt x="13678" y="9984"/>
                  </a:lnTo>
                  <a:lnTo>
                    <a:pt x="2701" y="9984"/>
                  </a:lnTo>
                  <a:cubicBezTo>
                    <a:pt x="2057" y="9984"/>
                    <a:pt x="1509" y="10469"/>
                    <a:pt x="1432" y="11108"/>
                  </a:cubicBezTo>
                  <a:cubicBezTo>
                    <a:pt x="1355" y="11751"/>
                    <a:pt x="1769" y="12352"/>
                    <a:pt x="2398" y="12506"/>
                  </a:cubicBezTo>
                  <a:lnTo>
                    <a:pt x="2398" y="13125"/>
                  </a:lnTo>
                  <a:cubicBezTo>
                    <a:pt x="1427" y="12967"/>
                    <a:pt x="745" y="12088"/>
                    <a:pt x="822" y="11113"/>
                  </a:cubicBezTo>
                  <a:cubicBezTo>
                    <a:pt x="904" y="10132"/>
                    <a:pt x="1721" y="9378"/>
                    <a:pt x="2701" y="9378"/>
                  </a:cubicBezTo>
                  <a:close/>
                  <a:moveTo>
                    <a:pt x="11911" y="1"/>
                  </a:moveTo>
                  <a:cubicBezTo>
                    <a:pt x="11742" y="1"/>
                    <a:pt x="11602" y="134"/>
                    <a:pt x="11602" y="308"/>
                  </a:cubicBezTo>
                  <a:cubicBezTo>
                    <a:pt x="11602" y="478"/>
                    <a:pt x="11742" y="611"/>
                    <a:pt x="11911" y="611"/>
                  </a:cubicBezTo>
                  <a:cubicBezTo>
                    <a:pt x="11914" y="611"/>
                    <a:pt x="11917" y="611"/>
                    <a:pt x="11920" y="611"/>
                  </a:cubicBezTo>
                  <a:lnTo>
                    <a:pt x="13678" y="611"/>
                  </a:lnTo>
                  <a:lnTo>
                    <a:pt x="13678" y="1221"/>
                  </a:lnTo>
                  <a:lnTo>
                    <a:pt x="2701" y="1221"/>
                  </a:lnTo>
                  <a:cubicBezTo>
                    <a:pt x="2697" y="1221"/>
                    <a:pt x="2694" y="1221"/>
                    <a:pt x="2691" y="1221"/>
                  </a:cubicBezTo>
                  <a:cubicBezTo>
                    <a:pt x="2051" y="1221"/>
                    <a:pt x="1509" y="1705"/>
                    <a:pt x="1432" y="2345"/>
                  </a:cubicBezTo>
                  <a:cubicBezTo>
                    <a:pt x="1355" y="2984"/>
                    <a:pt x="1769" y="3585"/>
                    <a:pt x="2398" y="3738"/>
                  </a:cubicBezTo>
                  <a:lnTo>
                    <a:pt x="2398" y="4358"/>
                  </a:lnTo>
                  <a:cubicBezTo>
                    <a:pt x="1427" y="4204"/>
                    <a:pt x="736" y="3325"/>
                    <a:pt x="817" y="2345"/>
                  </a:cubicBezTo>
                  <a:cubicBezTo>
                    <a:pt x="899" y="1368"/>
                    <a:pt x="1711" y="611"/>
                    <a:pt x="2691" y="611"/>
                  </a:cubicBezTo>
                  <a:cubicBezTo>
                    <a:pt x="2694" y="611"/>
                    <a:pt x="2697" y="611"/>
                    <a:pt x="2701" y="611"/>
                  </a:cubicBezTo>
                  <a:lnTo>
                    <a:pt x="10507" y="611"/>
                  </a:lnTo>
                  <a:cubicBezTo>
                    <a:pt x="10896" y="592"/>
                    <a:pt x="10896" y="20"/>
                    <a:pt x="10507" y="1"/>
                  </a:cubicBezTo>
                  <a:lnTo>
                    <a:pt x="2701" y="1"/>
                  </a:lnTo>
                  <a:cubicBezTo>
                    <a:pt x="1692" y="1"/>
                    <a:pt x="784" y="611"/>
                    <a:pt x="395" y="1543"/>
                  </a:cubicBezTo>
                  <a:cubicBezTo>
                    <a:pt x="10" y="2475"/>
                    <a:pt x="226" y="3546"/>
                    <a:pt x="937" y="4262"/>
                  </a:cubicBezTo>
                  <a:cubicBezTo>
                    <a:pt x="981" y="4305"/>
                    <a:pt x="1024" y="4344"/>
                    <a:pt x="1072" y="4382"/>
                  </a:cubicBezTo>
                  <a:lnTo>
                    <a:pt x="510" y="4382"/>
                  </a:lnTo>
                  <a:cubicBezTo>
                    <a:pt x="342" y="4382"/>
                    <a:pt x="207" y="4517"/>
                    <a:pt x="207" y="4685"/>
                  </a:cubicBezTo>
                  <a:lnTo>
                    <a:pt x="207" y="5905"/>
                  </a:lnTo>
                  <a:cubicBezTo>
                    <a:pt x="207" y="6073"/>
                    <a:pt x="342" y="6208"/>
                    <a:pt x="510" y="6208"/>
                  </a:cubicBezTo>
                  <a:lnTo>
                    <a:pt x="1019" y="6208"/>
                  </a:lnTo>
                  <a:lnTo>
                    <a:pt x="1019" y="7548"/>
                  </a:lnTo>
                  <a:lnTo>
                    <a:pt x="510" y="7548"/>
                  </a:lnTo>
                  <a:cubicBezTo>
                    <a:pt x="342" y="7548"/>
                    <a:pt x="207" y="7682"/>
                    <a:pt x="207" y="7851"/>
                  </a:cubicBezTo>
                  <a:lnTo>
                    <a:pt x="207" y="9071"/>
                  </a:lnTo>
                  <a:cubicBezTo>
                    <a:pt x="207" y="9239"/>
                    <a:pt x="342" y="9373"/>
                    <a:pt x="510" y="9373"/>
                  </a:cubicBezTo>
                  <a:lnTo>
                    <a:pt x="1072" y="9373"/>
                  </a:lnTo>
                  <a:cubicBezTo>
                    <a:pt x="284" y="10056"/>
                    <a:pt x="1" y="11156"/>
                    <a:pt x="361" y="12131"/>
                  </a:cubicBezTo>
                  <a:cubicBezTo>
                    <a:pt x="725" y="13107"/>
                    <a:pt x="1651" y="13755"/>
                    <a:pt x="2689" y="13755"/>
                  </a:cubicBezTo>
                  <a:cubicBezTo>
                    <a:pt x="2693" y="13755"/>
                    <a:pt x="2697" y="13755"/>
                    <a:pt x="2701" y="13755"/>
                  </a:cubicBezTo>
                  <a:lnTo>
                    <a:pt x="7264" y="13755"/>
                  </a:lnTo>
                  <a:cubicBezTo>
                    <a:pt x="7654" y="13740"/>
                    <a:pt x="7654" y="13164"/>
                    <a:pt x="7264" y="13149"/>
                  </a:cubicBezTo>
                  <a:lnTo>
                    <a:pt x="4910" y="13149"/>
                  </a:lnTo>
                  <a:lnTo>
                    <a:pt x="4910" y="12539"/>
                  </a:lnTo>
                  <a:lnTo>
                    <a:pt x="13673" y="12539"/>
                  </a:lnTo>
                  <a:lnTo>
                    <a:pt x="13673" y="13149"/>
                  </a:lnTo>
                  <a:lnTo>
                    <a:pt x="8686" y="13149"/>
                  </a:lnTo>
                  <a:cubicBezTo>
                    <a:pt x="8297" y="13169"/>
                    <a:pt x="8297" y="13740"/>
                    <a:pt x="8686" y="13760"/>
                  </a:cubicBezTo>
                  <a:lnTo>
                    <a:pt x="13980" y="13760"/>
                  </a:lnTo>
                  <a:cubicBezTo>
                    <a:pt x="14149" y="13760"/>
                    <a:pt x="14283" y="13620"/>
                    <a:pt x="14283" y="13452"/>
                  </a:cubicBezTo>
                  <a:lnTo>
                    <a:pt x="14283" y="12237"/>
                  </a:lnTo>
                  <a:cubicBezTo>
                    <a:pt x="14283" y="12064"/>
                    <a:pt x="14149" y="11929"/>
                    <a:pt x="13980" y="11929"/>
                  </a:cubicBezTo>
                  <a:lnTo>
                    <a:pt x="13471" y="11929"/>
                  </a:lnTo>
                  <a:lnTo>
                    <a:pt x="13471" y="10589"/>
                  </a:lnTo>
                  <a:lnTo>
                    <a:pt x="13980" y="10589"/>
                  </a:lnTo>
                  <a:cubicBezTo>
                    <a:pt x="14149" y="10589"/>
                    <a:pt x="14283" y="10454"/>
                    <a:pt x="14283" y="10286"/>
                  </a:cubicBezTo>
                  <a:lnTo>
                    <a:pt x="14283" y="9071"/>
                  </a:lnTo>
                  <a:cubicBezTo>
                    <a:pt x="14283" y="8903"/>
                    <a:pt x="14149" y="8763"/>
                    <a:pt x="13980" y="8763"/>
                  </a:cubicBezTo>
                  <a:lnTo>
                    <a:pt x="13418" y="8763"/>
                  </a:lnTo>
                  <a:cubicBezTo>
                    <a:pt x="13466" y="8725"/>
                    <a:pt x="13510" y="8686"/>
                    <a:pt x="13553" y="8643"/>
                  </a:cubicBezTo>
                  <a:cubicBezTo>
                    <a:pt x="14576" y="7620"/>
                    <a:pt x="14514" y="5939"/>
                    <a:pt x="13418" y="4992"/>
                  </a:cubicBezTo>
                  <a:lnTo>
                    <a:pt x="13980" y="4992"/>
                  </a:lnTo>
                  <a:cubicBezTo>
                    <a:pt x="14149" y="4992"/>
                    <a:pt x="14283" y="4858"/>
                    <a:pt x="14283" y="4690"/>
                  </a:cubicBezTo>
                  <a:lnTo>
                    <a:pt x="14283" y="3469"/>
                  </a:lnTo>
                  <a:cubicBezTo>
                    <a:pt x="14283" y="3301"/>
                    <a:pt x="14149" y="3167"/>
                    <a:pt x="13980" y="3167"/>
                  </a:cubicBezTo>
                  <a:lnTo>
                    <a:pt x="13471" y="3167"/>
                  </a:lnTo>
                  <a:lnTo>
                    <a:pt x="13471" y="1826"/>
                  </a:lnTo>
                  <a:lnTo>
                    <a:pt x="13980" y="1826"/>
                  </a:lnTo>
                  <a:cubicBezTo>
                    <a:pt x="14149" y="1826"/>
                    <a:pt x="14283" y="1692"/>
                    <a:pt x="14283" y="1524"/>
                  </a:cubicBezTo>
                  <a:lnTo>
                    <a:pt x="14283" y="308"/>
                  </a:lnTo>
                  <a:cubicBezTo>
                    <a:pt x="14283" y="140"/>
                    <a:pt x="14149" y="1"/>
                    <a:pt x="13980" y="1"/>
                  </a:cubicBezTo>
                  <a:lnTo>
                    <a:pt x="11920" y="1"/>
                  </a:lnTo>
                  <a:cubicBezTo>
                    <a:pt x="11917" y="1"/>
                    <a:pt x="11914" y="1"/>
                    <a:pt x="1191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1" name="Google Shape;13191;p86"/>
          <p:cNvGrpSpPr/>
          <p:nvPr/>
        </p:nvGrpSpPr>
        <p:grpSpPr>
          <a:xfrm>
            <a:off x="3479228" y="1510926"/>
            <a:ext cx="373798" cy="370368"/>
            <a:chOff x="3479228" y="1510926"/>
            <a:chExt cx="373798" cy="370368"/>
          </a:xfrm>
        </p:grpSpPr>
        <p:sp>
          <p:nvSpPr>
            <p:cNvPr id="13192" name="Google Shape;13192;p86"/>
            <p:cNvSpPr/>
            <p:nvPr/>
          </p:nvSpPr>
          <p:spPr>
            <a:xfrm>
              <a:off x="3485511" y="1516554"/>
              <a:ext cx="361232" cy="359033"/>
            </a:xfrm>
            <a:custGeom>
              <a:rect b="b" l="l" r="r" t="t"/>
              <a:pathLst>
                <a:path extrusionOk="0" h="13714" w="13798">
                  <a:moveTo>
                    <a:pt x="11492" y="1"/>
                  </a:moveTo>
                  <a:cubicBezTo>
                    <a:pt x="11375" y="1"/>
                    <a:pt x="11259" y="46"/>
                    <a:pt x="11170" y="138"/>
                  </a:cubicBezTo>
                  <a:lnTo>
                    <a:pt x="178" y="11124"/>
                  </a:lnTo>
                  <a:cubicBezTo>
                    <a:pt x="0" y="11302"/>
                    <a:pt x="0" y="11595"/>
                    <a:pt x="178" y="11773"/>
                  </a:cubicBezTo>
                  <a:lnTo>
                    <a:pt x="1989" y="13579"/>
                  </a:lnTo>
                  <a:cubicBezTo>
                    <a:pt x="2076" y="13669"/>
                    <a:pt x="2193" y="13713"/>
                    <a:pt x="2309" y="13713"/>
                  </a:cubicBezTo>
                  <a:cubicBezTo>
                    <a:pt x="2424" y="13713"/>
                    <a:pt x="2540" y="13670"/>
                    <a:pt x="2628" y="13584"/>
                  </a:cubicBezTo>
                  <a:lnTo>
                    <a:pt x="13620" y="2597"/>
                  </a:lnTo>
                  <a:cubicBezTo>
                    <a:pt x="13798" y="2415"/>
                    <a:pt x="13798" y="2127"/>
                    <a:pt x="13620" y="1949"/>
                  </a:cubicBezTo>
                  <a:lnTo>
                    <a:pt x="11814" y="138"/>
                  </a:lnTo>
                  <a:cubicBezTo>
                    <a:pt x="11725" y="46"/>
                    <a:pt x="11608" y="1"/>
                    <a:pt x="1149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86"/>
            <p:cNvSpPr/>
            <p:nvPr/>
          </p:nvSpPr>
          <p:spPr>
            <a:xfrm>
              <a:off x="3595807" y="1655361"/>
              <a:ext cx="111213" cy="111056"/>
            </a:xfrm>
            <a:custGeom>
              <a:rect b="b" l="l" r="r" t="t"/>
              <a:pathLst>
                <a:path extrusionOk="0" h="4242" w="4248">
                  <a:moveTo>
                    <a:pt x="1788" y="0"/>
                  </a:moveTo>
                  <a:lnTo>
                    <a:pt x="1" y="1787"/>
                  </a:lnTo>
                  <a:lnTo>
                    <a:pt x="2455" y="4242"/>
                  </a:lnTo>
                  <a:lnTo>
                    <a:pt x="4247" y="2455"/>
                  </a:lnTo>
                  <a:lnTo>
                    <a:pt x="1788" y="0"/>
                  </a:lnTo>
                  <a:close/>
                </a:path>
              </a:pathLst>
            </a:custGeom>
            <a:solidFill>
              <a:srgbClr val="CB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86"/>
            <p:cNvSpPr/>
            <p:nvPr/>
          </p:nvSpPr>
          <p:spPr>
            <a:xfrm>
              <a:off x="3488155" y="1521371"/>
              <a:ext cx="323009" cy="319763"/>
            </a:xfrm>
            <a:custGeom>
              <a:rect b="b" l="l" r="r" t="t"/>
              <a:pathLst>
                <a:path extrusionOk="0" h="12214" w="12338">
                  <a:moveTo>
                    <a:pt x="1389" y="1"/>
                  </a:moveTo>
                  <a:cubicBezTo>
                    <a:pt x="1066" y="1"/>
                    <a:pt x="742" y="124"/>
                    <a:pt x="495" y="372"/>
                  </a:cubicBezTo>
                  <a:cubicBezTo>
                    <a:pt x="0" y="866"/>
                    <a:pt x="0" y="1669"/>
                    <a:pt x="495" y="2159"/>
                  </a:cubicBezTo>
                  <a:lnTo>
                    <a:pt x="10545" y="12214"/>
                  </a:lnTo>
                  <a:lnTo>
                    <a:pt x="12337" y="10426"/>
                  </a:lnTo>
                  <a:lnTo>
                    <a:pt x="2282" y="372"/>
                  </a:lnTo>
                  <a:cubicBezTo>
                    <a:pt x="2035" y="124"/>
                    <a:pt x="1712" y="1"/>
                    <a:pt x="1389" y="1"/>
                  </a:cubicBez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86"/>
            <p:cNvSpPr/>
            <p:nvPr/>
          </p:nvSpPr>
          <p:spPr>
            <a:xfrm>
              <a:off x="3764223" y="1794324"/>
              <a:ext cx="74665" cy="73854"/>
            </a:xfrm>
            <a:custGeom>
              <a:rect b="b" l="l" r="r" t="t"/>
              <a:pathLst>
                <a:path extrusionOk="0" h="2821" w="2852">
                  <a:moveTo>
                    <a:pt x="1792" y="0"/>
                  </a:moveTo>
                  <a:lnTo>
                    <a:pt x="0" y="1788"/>
                  </a:lnTo>
                  <a:lnTo>
                    <a:pt x="2638" y="2811"/>
                  </a:lnTo>
                  <a:cubicBezTo>
                    <a:pt x="2655" y="2818"/>
                    <a:pt x="2672" y="2821"/>
                    <a:pt x="2689" y="2821"/>
                  </a:cubicBezTo>
                  <a:cubicBezTo>
                    <a:pt x="2779" y="2821"/>
                    <a:pt x="2852" y="2731"/>
                    <a:pt x="2815" y="2638"/>
                  </a:cubicBezTo>
                  <a:lnTo>
                    <a:pt x="179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86"/>
            <p:cNvSpPr/>
            <p:nvPr/>
          </p:nvSpPr>
          <p:spPr>
            <a:xfrm>
              <a:off x="3799042" y="1794324"/>
              <a:ext cx="39767" cy="73801"/>
            </a:xfrm>
            <a:custGeom>
              <a:rect b="b" l="l" r="r" t="t"/>
              <a:pathLst>
                <a:path extrusionOk="0" h="2819" w="1519">
                  <a:moveTo>
                    <a:pt x="462" y="0"/>
                  </a:moveTo>
                  <a:lnTo>
                    <a:pt x="1" y="462"/>
                  </a:lnTo>
                  <a:lnTo>
                    <a:pt x="842" y="2628"/>
                  </a:lnTo>
                  <a:lnTo>
                    <a:pt x="1312" y="2811"/>
                  </a:lnTo>
                  <a:cubicBezTo>
                    <a:pt x="1328" y="2816"/>
                    <a:pt x="1343" y="2819"/>
                    <a:pt x="1358" y="2819"/>
                  </a:cubicBezTo>
                  <a:cubicBezTo>
                    <a:pt x="1445" y="2819"/>
                    <a:pt x="1518" y="2728"/>
                    <a:pt x="1485" y="2638"/>
                  </a:cubicBezTo>
                  <a:lnTo>
                    <a:pt x="46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86"/>
            <p:cNvSpPr/>
            <p:nvPr/>
          </p:nvSpPr>
          <p:spPr>
            <a:xfrm>
              <a:off x="3512790" y="1521371"/>
              <a:ext cx="298373" cy="319763"/>
            </a:xfrm>
            <a:custGeom>
              <a:rect b="b" l="l" r="r" t="t"/>
              <a:pathLst>
                <a:path extrusionOk="0" h="12214" w="11397">
                  <a:moveTo>
                    <a:pt x="448" y="1"/>
                  </a:moveTo>
                  <a:cubicBezTo>
                    <a:pt x="298" y="1"/>
                    <a:pt x="147" y="28"/>
                    <a:pt x="1" y="83"/>
                  </a:cubicBezTo>
                  <a:cubicBezTo>
                    <a:pt x="169" y="146"/>
                    <a:pt x="323" y="247"/>
                    <a:pt x="448" y="372"/>
                  </a:cubicBezTo>
                  <a:lnTo>
                    <a:pt x="9157" y="9081"/>
                  </a:lnTo>
                  <a:cubicBezTo>
                    <a:pt x="9902" y="9826"/>
                    <a:pt x="9902" y="11027"/>
                    <a:pt x="9157" y="11767"/>
                  </a:cubicBezTo>
                  <a:lnTo>
                    <a:pt x="9604" y="12214"/>
                  </a:lnTo>
                  <a:lnTo>
                    <a:pt x="11396" y="10426"/>
                  </a:lnTo>
                  <a:lnTo>
                    <a:pt x="1341" y="372"/>
                  </a:lnTo>
                  <a:cubicBezTo>
                    <a:pt x="1100" y="131"/>
                    <a:pt x="778" y="1"/>
                    <a:pt x="448"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86"/>
            <p:cNvSpPr/>
            <p:nvPr/>
          </p:nvSpPr>
          <p:spPr>
            <a:xfrm>
              <a:off x="3811635" y="1841736"/>
              <a:ext cx="27253" cy="26442"/>
            </a:xfrm>
            <a:custGeom>
              <a:rect b="b" l="l" r="r" t="t"/>
              <a:pathLst>
                <a:path extrusionOk="0" h="1010" w="1041">
                  <a:moveTo>
                    <a:pt x="682" y="1"/>
                  </a:moveTo>
                  <a:lnTo>
                    <a:pt x="0" y="678"/>
                  </a:lnTo>
                  <a:lnTo>
                    <a:pt x="831" y="1000"/>
                  </a:lnTo>
                  <a:cubicBezTo>
                    <a:pt x="848" y="1007"/>
                    <a:pt x="865" y="1010"/>
                    <a:pt x="881" y="1010"/>
                  </a:cubicBezTo>
                  <a:cubicBezTo>
                    <a:pt x="968" y="1010"/>
                    <a:pt x="1041" y="920"/>
                    <a:pt x="1004" y="827"/>
                  </a:cubicBezTo>
                  <a:lnTo>
                    <a:pt x="6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6"/>
            <p:cNvSpPr/>
            <p:nvPr/>
          </p:nvSpPr>
          <p:spPr>
            <a:xfrm>
              <a:off x="3523236" y="1553232"/>
              <a:ext cx="69717" cy="69691"/>
            </a:xfrm>
            <a:custGeom>
              <a:rect b="b" l="l" r="r" t="t"/>
              <a:pathLst>
                <a:path extrusionOk="0" h="2662" w="2663">
                  <a:moveTo>
                    <a:pt x="1788" y="0"/>
                  </a:moveTo>
                  <a:lnTo>
                    <a:pt x="1" y="1787"/>
                  </a:lnTo>
                  <a:lnTo>
                    <a:pt x="870" y="2662"/>
                  </a:lnTo>
                  <a:lnTo>
                    <a:pt x="2662" y="874"/>
                  </a:lnTo>
                  <a:lnTo>
                    <a:pt x="1788" y="0"/>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86"/>
            <p:cNvSpPr/>
            <p:nvPr/>
          </p:nvSpPr>
          <p:spPr>
            <a:xfrm>
              <a:off x="3479228" y="1510926"/>
              <a:ext cx="373798" cy="370368"/>
            </a:xfrm>
            <a:custGeom>
              <a:rect b="b" l="l" r="r" t="t"/>
              <a:pathLst>
                <a:path extrusionOk="0" h="14147" w="14278">
                  <a:moveTo>
                    <a:pt x="1730" y="623"/>
                  </a:moveTo>
                  <a:cubicBezTo>
                    <a:pt x="1997" y="623"/>
                    <a:pt x="2265" y="725"/>
                    <a:pt x="2469" y="929"/>
                  </a:cubicBezTo>
                  <a:lnTo>
                    <a:pt x="3161" y="1616"/>
                  </a:lnTo>
                  <a:lnTo>
                    <a:pt x="1677" y="3096"/>
                  </a:lnTo>
                  <a:lnTo>
                    <a:pt x="990" y="2404"/>
                  </a:lnTo>
                  <a:cubicBezTo>
                    <a:pt x="581" y="1996"/>
                    <a:pt x="581" y="1333"/>
                    <a:pt x="990" y="924"/>
                  </a:cubicBezTo>
                  <a:lnTo>
                    <a:pt x="990" y="929"/>
                  </a:lnTo>
                  <a:cubicBezTo>
                    <a:pt x="1194" y="725"/>
                    <a:pt x="1462" y="623"/>
                    <a:pt x="1730" y="623"/>
                  </a:cubicBezTo>
                  <a:close/>
                  <a:moveTo>
                    <a:pt x="3469" y="1924"/>
                  </a:moveTo>
                  <a:lnTo>
                    <a:pt x="4036" y="2490"/>
                  </a:lnTo>
                  <a:lnTo>
                    <a:pt x="3296" y="3230"/>
                  </a:lnTo>
                  <a:lnTo>
                    <a:pt x="2556" y="3970"/>
                  </a:lnTo>
                  <a:lnTo>
                    <a:pt x="1989" y="3403"/>
                  </a:lnTo>
                  <a:lnTo>
                    <a:pt x="3469" y="1924"/>
                  </a:lnTo>
                  <a:close/>
                  <a:moveTo>
                    <a:pt x="12596" y="11215"/>
                  </a:moveTo>
                  <a:lnTo>
                    <a:pt x="13432" y="13367"/>
                  </a:lnTo>
                  <a:lnTo>
                    <a:pt x="11280" y="12531"/>
                  </a:lnTo>
                  <a:lnTo>
                    <a:pt x="12596" y="11215"/>
                  </a:lnTo>
                  <a:close/>
                  <a:moveTo>
                    <a:pt x="5016" y="7049"/>
                  </a:moveTo>
                  <a:lnTo>
                    <a:pt x="7163" y="9197"/>
                  </a:lnTo>
                  <a:lnTo>
                    <a:pt x="6735" y="9629"/>
                  </a:lnTo>
                  <a:lnTo>
                    <a:pt x="6226" y="9115"/>
                  </a:lnTo>
                  <a:cubicBezTo>
                    <a:pt x="6177" y="9060"/>
                    <a:pt x="6121" y="9037"/>
                    <a:pt x="6066" y="9037"/>
                  </a:cubicBezTo>
                  <a:cubicBezTo>
                    <a:pt x="5893" y="9037"/>
                    <a:pt x="5742" y="9269"/>
                    <a:pt x="5914" y="9423"/>
                  </a:cubicBezTo>
                  <a:lnTo>
                    <a:pt x="6428" y="9937"/>
                  </a:lnTo>
                  <a:lnTo>
                    <a:pt x="5919" y="10441"/>
                  </a:lnTo>
                  <a:lnTo>
                    <a:pt x="4756" y="9279"/>
                  </a:lnTo>
                  <a:cubicBezTo>
                    <a:pt x="4710" y="9238"/>
                    <a:pt x="4660" y="9220"/>
                    <a:pt x="4612" y="9220"/>
                  </a:cubicBezTo>
                  <a:cubicBezTo>
                    <a:pt x="4446" y="9220"/>
                    <a:pt x="4307" y="9429"/>
                    <a:pt x="4449" y="9586"/>
                  </a:cubicBezTo>
                  <a:lnTo>
                    <a:pt x="5611" y="10753"/>
                  </a:lnTo>
                  <a:lnTo>
                    <a:pt x="5102" y="11258"/>
                  </a:lnTo>
                  <a:lnTo>
                    <a:pt x="4593" y="10749"/>
                  </a:lnTo>
                  <a:cubicBezTo>
                    <a:pt x="4546" y="10706"/>
                    <a:pt x="4495" y="10688"/>
                    <a:pt x="4446" y="10688"/>
                  </a:cubicBezTo>
                  <a:cubicBezTo>
                    <a:pt x="4280" y="10688"/>
                    <a:pt x="4141" y="10896"/>
                    <a:pt x="4285" y="11056"/>
                  </a:cubicBezTo>
                  <a:lnTo>
                    <a:pt x="4795" y="11565"/>
                  </a:lnTo>
                  <a:lnTo>
                    <a:pt x="4290" y="12075"/>
                  </a:lnTo>
                  <a:lnTo>
                    <a:pt x="3776" y="11560"/>
                  </a:lnTo>
                  <a:cubicBezTo>
                    <a:pt x="3730" y="11520"/>
                    <a:pt x="3680" y="11502"/>
                    <a:pt x="3632" y="11502"/>
                  </a:cubicBezTo>
                  <a:cubicBezTo>
                    <a:pt x="3466" y="11502"/>
                    <a:pt x="3327" y="11712"/>
                    <a:pt x="3469" y="11873"/>
                  </a:cubicBezTo>
                  <a:lnTo>
                    <a:pt x="3978" y="12382"/>
                  </a:lnTo>
                  <a:lnTo>
                    <a:pt x="3473" y="12886"/>
                  </a:lnTo>
                  <a:lnTo>
                    <a:pt x="2311" y="11724"/>
                  </a:lnTo>
                  <a:cubicBezTo>
                    <a:pt x="2265" y="11683"/>
                    <a:pt x="2215" y="11666"/>
                    <a:pt x="2167" y="11666"/>
                  </a:cubicBezTo>
                  <a:cubicBezTo>
                    <a:pt x="1999" y="11666"/>
                    <a:pt x="1858" y="11876"/>
                    <a:pt x="2003" y="12036"/>
                  </a:cubicBezTo>
                  <a:lnTo>
                    <a:pt x="3166" y="13199"/>
                  </a:lnTo>
                  <a:lnTo>
                    <a:pt x="2719" y="13641"/>
                  </a:lnTo>
                  <a:cubicBezTo>
                    <a:pt x="2674" y="13686"/>
                    <a:pt x="2612" y="13709"/>
                    <a:pt x="2551" y="13709"/>
                  </a:cubicBezTo>
                  <a:cubicBezTo>
                    <a:pt x="2490" y="13709"/>
                    <a:pt x="2429" y="13686"/>
                    <a:pt x="2383" y="13641"/>
                  </a:cubicBezTo>
                  <a:lnTo>
                    <a:pt x="572" y="11834"/>
                  </a:lnTo>
                  <a:cubicBezTo>
                    <a:pt x="481" y="11738"/>
                    <a:pt x="481" y="11589"/>
                    <a:pt x="572" y="11493"/>
                  </a:cubicBezTo>
                  <a:lnTo>
                    <a:pt x="5016" y="7049"/>
                  </a:lnTo>
                  <a:close/>
                  <a:moveTo>
                    <a:pt x="11729" y="1"/>
                  </a:moveTo>
                  <a:cubicBezTo>
                    <a:pt x="11556" y="1"/>
                    <a:pt x="11383" y="67"/>
                    <a:pt x="11251" y="199"/>
                  </a:cubicBezTo>
                  <a:lnTo>
                    <a:pt x="7845" y="3605"/>
                  </a:lnTo>
                  <a:cubicBezTo>
                    <a:pt x="7704" y="3765"/>
                    <a:pt x="7841" y="3973"/>
                    <a:pt x="8006" y="3973"/>
                  </a:cubicBezTo>
                  <a:cubicBezTo>
                    <a:pt x="8055" y="3973"/>
                    <a:pt x="8106" y="3955"/>
                    <a:pt x="8153" y="3912"/>
                  </a:cubicBezTo>
                  <a:lnTo>
                    <a:pt x="11559" y="506"/>
                  </a:lnTo>
                  <a:cubicBezTo>
                    <a:pt x="11604" y="461"/>
                    <a:pt x="11666" y="438"/>
                    <a:pt x="11727" y="438"/>
                  </a:cubicBezTo>
                  <a:cubicBezTo>
                    <a:pt x="11788" y="438"/>
                    <a:pt x="11849" y="461"/>
                    <a:pt x="11895" y="506"/>
                  </a:cubicBezTo>
                  <a:lnTo>
                    <a:pt x="13706" y="2318"/>
                  </a:lnTo>
                  <a:cubicBezTo>
                    <a:pt x="13797" y="2409"/>
                    <a:pt x="13797" y="2563"/>
                    <a:pt x="13706" y="2654"/>
                  </a:cubicBezTo>
                  <a:lnTo>
                    <a:pt x="13264" y="3101"/>
                  </a:lnTo>
                  <a:lnTo>
                    <a:pt x="12102" y="1938"/>
                  </a:lnTo>
                  <a:cubicBezTo>
                    <a:pt x="12052" y="1883"/>
                    <a:pt x="11995" y="1860"/>
                    <a:pt x="11940" y="1860"/>
                  </a:cubicBezTo>
                  <a:cubicBezTo>
                    <a:pt x="11768" y="1860"/>
                    <a:pt x="11618" y="2089"/>
                    <a:pt x="11789" y="2245"/>
                  </a:cubicBezTo>
                  <a:lnTo>
                    <a:pt x="12952" y="3408"/>
                  </a:lnTo>
                  <a:lnTo>
                    <a:pt x="12447" y="3912"/>
                  </a:lnTo>
                  <a:lnTo>
                    <a:pt x="11938" y="3403"/>
                  </a:lnTo>
                  <a:cubicBezTo>
                    <a:pt x="11889" y="3348"/>
                    <a:pt x="11832" y="3325"/>
                    <a:pt x="11777" y="3325"/>
                  </a:cubicBezTo>
                  <a:cubicBezTo>
                    <a:pt x="11604" y="3325"/>
                    <a:pt x="11454" y="3554"/>
                    <a:pt x="11626" y="3711"/>
                  </a:cubicBezTo>
                  <a:lnTo>
                    <a:pt x="12140" y="4225"/>
                  </a:lnTo>
                  <a:lnTo>
                    <a:pt x="11631" y="4729"/>
                  </a:lnTo>
                  <a:lnTo>
                    <a:pt x="11122" y="4220"/>
                  </a:lnTo>
                  <a:cubicBezTo>
                    <a:pt x="11075" y="4177"/>
                    <a:pt x="11023" y="4159"/>
                    <a:pt x="10975" y="4159"/>
                  </a:cubicBezTo>
                  <a:cubicBezTo>
                    <a:pt x="10808" y="4159"/>
                    <a:pt x="10668" y="4368"/>
                    <a:pt x="10809" y="4527"/>
                  </a:cubicBezTo>
                  <a:lnTo>
                    <a:pt x="11323" y="5037"/>
                  </a:lnTo>
                  <a:lnTo>
                    <a:pt x="10814" y="5546"/>
                  </a:lnTo>
                  <a:lnTo>
                    <a:pt x="9656" y="4388"/>
                  </a:lnTo>
                  <a:cubicBezTo>
                    <a:pt x="9609" y="4345"/>
                    <a:pt x="9558" y="4327"/>
                    <a:pt x="9509" y="4327"/>
                  </a:cubicBezTo>
                  <a:cubicBezTo>
                    <a:pt x="9343" y="4327"/>
                    <a:pt x="9203" y="4536"/>
                    <a:pt x="9344" y="4696"/>
                  </a:cubicBezTo>
                  <a:lnTo>
                    <a:pt x="10507" y="5858"/>
                  </a:lnTo>
                  <a:lnTo>
                    <a:pt x="10002" y="6363"/>
                  </a:lnTo>
                  <a:lnTo>
                    <a:pt x="9488" y="5853"/>
                  </a:lnTo>
                  <a:cubicBezTo>
                    <a:pt x="9443" y="5812"/>
                    <a:pt x="9393" y="5795"/>
                    <a:pt x="9345" y="5795"/>
                  </a:cubicBezTo>
                  <a:cubicBezTo>
                    <a:pt x="9180" y="5795"/>
                    <a:pt x="9039" y="6001"/>
                    <a:pt x="9181" y="6161"/>
                  </a:cubicBezTo>
                  <a:lnTo>
                    <a:pt x="9690" y="6675"/>
                  </a:lnTo>
                  <a:lnTo>
                    <a:pt x="9262" y="7102"/>
                  </a:lnTo>
                  <a:lnTo>
                    <a:pt x="7115" y="4955"/>
                  </a:lnTo>
                  <a:lnTo>
                    <a:pt x="7519" y="4556"/>
                  </a:lnTo>
                  <a:cubicBezTo>
                    <a:pt x="7660" y="4397"/>
                    <a:pt x="7520" y="4188"/>
                    <a:pt x="7353" y="4188"/>
                  </a:cubicBezTo>
                  <a:cubicBezTo>
                    <a:pt x="7304" y="4188"/>
                    <a:pt x="7253" y="4206"/>
                    <a:pt x="7206" y="4249"/>
                  </a:cubicBezTo>
                  <a:lnTo>
                    <a:pt x="6808" y="4647"/>
                  </a:lnTo>
                  <a:lnTo>
                    <a:pt x="2777" y="617"/>
                  </a:lnTo>
                  <a:cubicBezTo>
                    <a:pt x="2490" y="339"/>
                    <a:pt x="2120" y="201"/>
                    <a:pt x="1750" y="201"/>
                  </a:cubicBezTo>
                  <a:cubicBezTo>
                    <a:pt x="1370" y="201"/>
                    <a:pt x="991" y="347"/>
                    <a:pt x="702" y="636"/>
                  </a:cubicBezTo>
                  <a:cubicBezTo>
                    <a:pt x="130" y="1208"/>
                    <a:pt x="120" y="2130"/>
                    <a:pt x="682" y="2716"/>
                  </a:cubicBezTo>
                  <a:lnTo>
                    <a:pt x="4708" y="6742"/>
                  </a:lnTo>
                  <a:lnTo>
                    <a:pt x="264" y="11186"/>
                  </a:lnTo>
                  <a:cubicBezTo>
                    <a:pt x="0" y="11450"/>
                    <a:pt x="0" y="11878"/>
                    <a:pt x="264" y="12142"/>
                  </a:cubicBezTo>
                  <a:lnTo>
                    <a:pt x="2076" y="13948"/>
                  </a:lnTo>
                  <a:cubicBezTo>
                    <a:pt x="2208" y="14080"/>
                    <a:pt x="2381" y="14146"/>
                    <a:pt x="2553" y="14146"/>
                  </a:cubicBezTo>
                  <a:cubicBezTo>
                    <a:pt x="2725" y="14146"/>
                    <a:pt x="2897" y="14080"/>
                    <a:pt x="3027" y="13948"/>
                  </a:cubicBezTo>
                  <a:lnTo>
                    <a:pt x="7470" y="9504"/>
                  </a:lnTo>
                  <a:lnTo>
                    <a:pt x="7788" y="9821"/>
                  </a:lnTo>
                  <a:cubicBezTo>
                    <a:pt x="7837" y="9877"/>
                    <a:pt x="7894" y="9900"/>
                    <a:pt x="7949" y="9900"/>
                  </a:cubicBezTo>
                  <a:cubicBezTo>
                    <a:pt x="8121" y="9900"/>
                    <a:pt x="8271" y="9671"/>
                    <a:pt x="8100" y="9514"/>
                  </a:cubicBezTo>
                  <a:lnTo>
                    <a:pt x="7663" y="9077"/>
                  </a:lnTo>
                  <a:cubicBezTo>
                    <a:pt x="7643" y="9048"/>
                    <a:pt x="7619" y="9024"/>
                    <a:pt x="7591" y="9010"/>
                  </a:cubicBezTo>
                  <a:lnTo>
                    <a:pt x="2863" y="4278"/>
                  </a:lnTo>
                  <a:lnTo>
                    <a:pt x="3449" y="3691"/>
                  </a:lnTo>
                  <a:lnTo>
                    <a:pt x="3810" y="4052"/>
                  </a:lnTo>
                  <a:cubicBezTo>
                    <a:pt x="3858" y="4107"/>
                    <a:pt x="3915" y="4130"/>
                    <a:pt x="3969" y="4130"/>
                  </a:cubicBezTo>
                  <a:cubicBezTo>
                    <a:pt x="4141" y="4130"/>
                    <a:pt x="4292" y="3901"/>
                    <a:pt x="4117" y="3744"/>
                  </a:cubicBezTo>
                  <a:lnTo>
                    <a:pt x="3757" y="3384"/>
                  </a:lnTo>
                  <a:lnTo>
                    <a:pt x="4343" y="2798"/>
                  </a:lnTo>
                  <a:lnTo>
                    <a:pt x="6654" y="5109"/>
                  </a:lnTo>
                  <a:lnTo>
                    <a:pt x="9085" y="7540"/>
                  </a:lnTo>
                  <a:cubicBezTo>
                    <a:pt x="9099" y="7559"/>
                    <a:pt x="9113" y="7573"/>
                    <a:pt x="9128" y="7583"/>
                  </a:cubicBezTo>
                  <a:lnTo>
                    <a:pt x="12371" y="10825"/>
                  </a:lnTo>
                  <a:lnTo>
                    <a:pt x="11785" y="11412"/>
                  </a:lnTo>
                  <a:lnTo>
                    <a:pt x="8513" y="8140"/>
                  </a:lnTo>
                  <a:lnTo>
                    <a:pt x="8508" y="8135"/>
                  </a:lnTo>
                  <a:lnTo>
                    <a:pt x="7201" y="6829"/>
                  </a:lnTo>
                  <a:lnTo>
                    <a:pt x="7197" y="6824"/>
                  </a:lnTo>
                  <a:lnTo>
                    <a:pt x="4895" y="4523"/>
                  </a:lnTo>
                  <a:cubicBezTo>
                    <a:pt x="4849" y="4480"/>
                    <a:pt x="4797" y="4462"/>
                    <a:pt x="4749" y="4462"/>
                  </a:cubicBezTo>
                  <a:cubicBezTo>
                    <a:pt x="4582" y="4462"/>
                    <a:pt x="4442" y="4670"/>
                    <a:pt x="4583" y="4830"/>
                  </a:cubicBezTo>
                  <a:lnTo>
                    <a:pt x="11472" y="11719"/>
                  </a:lnTo>
                  <a:lnTo>
                    <a:pt x="10886" y="12305"/>
                  </a:lnTo>
                  <a:lnTo>
                    <a:pt x="8816" y="10230"/>
                  </a:lnTo>
                  <a:cubicBezTo>
                    <a:pt x="8769" y="10189"/>
                    <a:pt x="8718" y="10171"/>
                    <a:pt x="8670" y="10171"/>
                  </a:cubicBezTo>
                  <a:cubicBezTo>
                    <a:pt x="8503" y="10171"/>
                    <a:pt x="8362" y="10377"/>
                    <a:pt x="8503" y="10537"/>
                  </a:cubicBezTo>
                  <a:lnTo>
                    <a:pt x="10737" y="12766"/>
                  </a:lnTo>
                  <a:lnTo>
                    <a:pt x="10737" y="12771"/>
                  </a:lnTo>
                  <a:lnTo>
                    <a:pt x="10747" y="12776"/>
                  </a:lnTo>
                  <a:lnTo>
                    <a:pt x="10761" y="12785"/>
                  </a:lnTo>
                  <a:lnTo>
                    <a:pt x="10766" y="12790"/>
                  </a:lnTo>
                  <a:lnTo>
                    <a:pt x="10785" y="12805"/>
                  </a:lnTo>
                  <a:lnTo>
                    <a:pt x="10804" y="12814"/>
                  </a:lnTo>
                  <a:lnTo>
                    <a:pt x="13447" y="13838"/>
                  </a:lnTo>
                  <a:cubicBezTo>
                    <a:pt x="13490" y="13854"/>
                    <a:pt x="13533" y="13862"/>
                    <a:pt x="13574" y="13862"/>
                  </a:cubicBezTo>
                  <a:cubicBezTo>
                    <a:pt x="13807" y="13862"/>
                    <a:pt x="13997" y="13622"/>
                    <a:pt x="13903" y="13381"/>
                  </a:cubicBezTo>
                  <a:lnTo>
                    <a:pt x="12880" y="10744"/>
                  </a:lnTo>
                  <a:cubicBezTo>
                    <a:pt x="12875" y="10734"/>
                    <a:pt x="12870" y="10729"/>
                    <a:pt x="12870" y="10720"/>
                  </a:cubicBezTo>
                  <a:lnTo>
                    <a:pt x="12870" y="10715"/>
                  </a:lnTo>
                  <a:cubicBezTo>
                    <a:pt x="12865" y="10710"/>
                    <a:pt x="12861" y="10705"/>
                    <a:pt x="12856" y="10701"/>
                  </a:cubicBezTo>
                  <a:lnTo>
                    <a:pt x="12851" y="10691"/>
                  </a:lnTo>
                  <a:lnTo>
                    <a:pt x="12841" y="10681"/>
                  </a:lnTo>
                  <a:lnTo>
                    <a:pt x="12837" y="10672"/>
                  </a:lnTo>
                  <a:lnTo>
                    <a:pt x="12832" y="10667"/>
                  </a:lnTo>
                  <a:lnTo>
                    <a:pt x="9570" y="7410"/>
                  </a:lnTo>
                  <a:lnTo>
                    <a:pt x="14014" y="2961"/>
                  </a:lnTo>
                  <a:cubicBezTo>
                    <a:pt x="14278" y="2702"/>
                    <a:pt x="14278" y="2274"/>
                    <a:pt x="14014" y="2010"/>
                  </a:cubicBezTo>
                  <a:lnTo>
                    <a:pt x="12207" y="199"/>
                  </a:lnTo>
                  <a:cubicBezTo>
                    <a:pt x="12075" y="67"/>
                    <a:pt x="11902" y="1"/>
                    <a:pt x="117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1" name="Google Shape;13201;p86"/>
          <p:cNvGrpSpPr/>
          <p:nvPr/>
        </p:nvGrpSpPr>
        <p:grpSpPr>
          <a:xfrm>
            <a:off x="862432" y="2897209"/>
            <a:ext cx="339240" cy="378196"/>
            <a:chOff x="862432" y="2897209"/>
            <a:chExt cx="339240" cy="378196"/>
          </a:xfrm>
        </p:grpSpPr>
        <p:sp>
          <p:nvSpPr>
            <p:cNvPr id="13202" name="Google Shape;13202;p86"/>
            <p:cNvSpPr/>
            <p:nvPr/>
          </p:nvSpPr>
          <p:spPr>
            <a:xfrm>
              <a:off x="868872" y="3000280"/>
              <a:ext cx="306385" cy="268581"/>
            </a:xfrm>
            <a:custGeom>
              <a:rect b="b" l="l" r="r" t="t"/>
              <a:pathLst>
                <a:path extrusionOk="0" h="10259" w="11703">
                  <a:moveTo>
                    <a:pt x="3465" y="1"/>
                  </a:moveTo>
                  <a:cubicBezTo>
                    <a:pt x="3221" y="1"/>
                    <a:pt x="2978" y="25"/>
                    <a:pt x="2748" y="84"/>
                  </a:cubicBezTo>
                  <a:cubicBezTo>
                    <a:pt x="1417" y="430"/>
                    <a:pt x="0" y="1857"/>
                    <a:pt x="0" y="4225"/>
                  </a:cubicBezTo>
                  <a:cubicBezTo>
                    <a:pt x="0" y="5825"/>
                    <a:pt x="1023" y="8030"/>
                    <a:pt x="2272" y="9284"/>
                  </a:cubicBezTo>
                  <a:cubicBezTo>
                    <a:pt x="2868" y="9879"/>
                    <a:pt x="3517" y="10259"/>
                    <a:pt x="4127" y="10259"/>
                  </a:cubicBezTo>
                  <a:cubicBezTo>
                    <a:pt x="4487" y="10259"/>
                    <a:pt x="4842" y="10206"/>
                    <a:pt x="5188" y="10105"/>
                  </a:cubicBezTo>
                  <a:cubicBezTo>
                    <a:pt x="5405" y="10038"/>
                    <a:pt x="5629" y="10004"/>
                    <a:pt x="5854" y="10004"/>
                  </a:cubicBezTo>
                  <a:cubicBezTo>
                    <a:pt x="6078" y="10004"/>
                    <a:pt x="6303" y="10038"/>
                    <a:pt x="6519" y="10105"/>
                  </a:cubicBezTo>
                  <a:cubicBezTo>
                    <a:pt x="6865" y="10206"/>
                    <a:pt x="7220" y="10259"/>
                    <a:pt x="7576" y="10259"/>
                  </a:cubicBezTo>
                  <a:cubicBezTo>
                    <a:pt x="8162" y="10259"/>
                    <a:pt x="8777" y="9913"/>
                    <a:pt x="9349" y="9365"/>
                  </a:cubicBezTo>
                  <a:cubicBezTo>
                    <a:pt x="10641" y="8126"/>
                    <a:pt x="11703" y="5863"/>
                    <a:pt x="11703" y="4225"/>
                  </a:cubicBezTo>
                  <a:cubicBezTo>
                    <a:pt x="11703" y="1857"/>
                    <a:pt x="10290" y="430"/>
                    <a:pt x="8960" y="84"/>
                  </a:cubicBezTo>
                  <a:cubicBezTo>
                    <a:pt x="8732" y="26"/>
                    <a:pt x="8493" y="2"/>
                    <a:pt x="8251" y="2"/>
                  </a:cubicBezTo>
                  <a:cubicBezTo>
                    <a:pt x="7813" y="2"/>
                    <a:pt x="7369" y="81"/>
                    <a:pt x="6985" y="180"/>
                  </a:cubicBezTo>
                  <a:cubicBezTo>
                    <a:pt x="6860" y="214"/>
                    <a:pt x="6735" y="238"/>
                    <a:pt x="6610" y="262"/>
                  </a:cubicBezTo>
                  <a:cubicBezTo>
                    <a:pt x="6361" y="303"/>
                    <a:pt x="6110" y="324"/>
                    <a:pt x="5859" y="324"/>
                  </a:cubicBezTo>
                  <a:cubicBezTo>
                    <a:pt x="5476" y="324"/>
                    <a:pt x="5094" y="276"/>
                    <a:pt x="4722" y="180"/>
                  </a:cubicBezTo>
                  <a:cubicBezTo>
                    <a:pt x="4341" y="78"/>
                    <a:pt x="3900" y="1"/>
                    <a:pt x="3465"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86"/>
            <p:cNvSpPr/>
            <p:nvPr/>
          </p:nvSpPr>
          <p:spPr>
            <a:xfrm>
              <a:off x="868977" y="3000253"/>
              <a:ext cx="244783" cy="268607"/>
            </a:xfrm>
            <a:custGeom>
              <a:rect b="b" l="l" r="r" t="t"/>
              <a:pathLst>
                <a:path extrusionOk="0" h="10260" w="9350">
                  <a:moveTo>
                    <a:pt x="3451" y="1"/>
                  </a:moveTo>
                  <a:cubicBezTo>
                    <a:pt x="3210" y="1"/>
                    <a:pt x="2971" y="25"/>
                    <a:pt x="2744" y="85"/>
                  </a:cubicBezTo>
                  <a:cubicBezTo>
                    <a:pt x="1413" y="431"/>
                    <a:pt x="1" y="1858"/>
                    <a:pt x="1" y="4226"/>
                  </a:cubicBezTo>
                  <a:cubicBezTo>
                    <a:pt x="1" y="6589"/>
                    <a:pt x="2220" y="10260"/>
                    <a:pt x="4127" y="10260"/>
                  </a:cubicBezTo>
                  <a:cubicBezTo>
                    <a:pt x="4483" y="10260"/>
                    <a:pt x="4838" y="10207"/>
                    <a:pt x="5184" y="10106"/>
                  </a:cubicBezTo>
                  <a:cubicBezTo>
                    <a:pt x="5401" y="10039"/>
                    <a:pt x="5625" y="10005"/>
                    <a:pt x="5850" y="10005"/>
                  </a:cubicBezTo>
                  <a:cubicBezTo>
                    <a:pt x="6076" y="10005"/>
                    <a:pt x="6301" y="10039"/>
                    <a:pt x="6520" y="10106"/>
                  </a:cubicBezTo>
                  <a:cubicBezTo>
                    <a:pt x="6861" y="10207"/>
                    <a:pt x="7216" y="10260"/>
                    <a:pt x="7577" y="10260"/>
                  </a:cubicBezTo>
                  <a:cubicBezTo>
                    <a:pt x="8163" y="10260"/>
                    <a:pt x="8778" y="9914"/>
                    <a:pt x="9349" y="9366"/>
                  </a:cubicBezTo>
                  <a:lnTo>
                    <a:pt x="9345" y="9366"/>
                  </a:lnTo>
                  <a:cubicBezTo>
                    <a:pt x="8632" y="9492"/>
                    <a:pt x="7993" y="9545"/>
                    <a:pt x="7423" y="9545"/>
                  </a:cubicBezTo>
                  <a:cubicBezTo>
                    <a:pt x="6728" y="9545"/>
                    <a:pt x="6135" y="9466"/>
                    <a:pt x="5631" y="9342"/>
                  </a:cubicBezTo>
                  <a:cubicBezTo>
                    <a:pt x="4127" y="8977"/>
                    <a:pt x="3013" y="7718"/>
                    <a:pt x="2830" y="6186"/>
                  </a:cubicBezTo>
                  <a:cubicBezTo>
                    <a:pt x="2364" y="2352"/>
                    <a:pt x="4872" y="1238"/>
                    <a:pt x="4872" y="1238"/>
                  </a:cubicBezTo>
                  <a:cubicBezTo>
                    <a:pt x="5229" y="1400"/>
                    <a:pt x="5611" y="1441"/>
                    <a:pt x="5907" y="1441"/>
                  </a:cubicBezTo>
                  <a:cubicBezTo>
                    <a:pt x="6217" y="1441"/>
                    <a:pt x="6433" y="1396"/>
                    <a:pt x="6433" y="1396"/>
                  </a:cubicBezTo>
                  <a:cubicBezTo>
                    <a:pt x="5905" y="868"/>
                    <a:pt x="6606" y="263"/>
                    <a:pt x="6606" y="263"/>
                  </a:cubicBezTo>
                  <a:lnTo>
                    <a:pt x="6606" y="263"/>
                  </a:lnTo>
                  <a:cubicBezTo>
                    <a:pt x="6357" y="304"/>
                    <a:pt x="6107" y="325"/>
                    <a:pt x="5857" y="325"/>
                  </a:cubicBezTo>
                  <a:cubicBezTo>
                    <a:pt x="5474" y="325"/>
                    <a:pt x="5093" y="277"/>
                    <a:pt x="4718" y="181"/>
                  </a:cubicBezTo>
                  <a:cubicBezTo>
                    <a:pt x="4334" y="82"/>
                    <a:pt x="3890" y="1"/>
                    <a:pt x="3451"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86"/>
            <p:cNvSpPr/>
            <p:nvPr/>
          </p:nvSpPr>
          <p:spPr>
            <a:xfrm>
              <a:off x="1041163" y="2903728"/>
              <a:ext cx="153729" cy="85006"/>
            </a:xfrm>
            <a:custGeom>
              <a:rect b="b" l="l" r="r" t="t"/>
              <a:pathLst>
                <a:path extrusionOk="0" h="3247" w="5872">
                  <a:moveTo>
                    <a:pt x="2779" y="0"/>
                  </a:moveTo>
                  <a:cubicBezTo>
                    <a:pt x="2653" y="0"/>
                    <a:pt x="2523" y="5"/>
                    <a:pt x="2388" y="15"/>
                  </a:cubicBezTo>
                  <a:cubicBezTo>
                    <a:pt x="688" y="145"/>
                    <a:pt x="25" y="2124"/>
                    <a:pt x="1" y="2187"/>
                  </a:cubicBezTo>
                  <a:cubicBezTo>
                    <a:pt x="25" y="2172"/>
                    <a:pt x="53" y="2158"/>
                    <a:pt x="77" y="2153"/>
                  </a:cubicBezTo>
                  <a:cubicBezTo>
                    <a:pt x="100" y="2148"/>
                    <a:pt x="124" y="2145"/>
                    <a:pt x="150" y="2145"/>
                  </a:cubicBezTo>
                  <a:cubicBezTo>
                    <a:pt x="689" y="2145"/>
                    <a:pt x="1775" y="3247"/>
                    <a:pt x="3049" y="3247"/>
                  </a:cubicBezTo>
                  <a:cubicBezTo>
                    <a:pt x="3298" y="3247"/>
                    <a:pt x="3554" y="3205"/>
                    <a:pt x="3815" y="3104"/>
                  </a:cubicBezTo>
                  <a:cubicBezTo>
                    <a:pt x="5544" y="2436"/>
                    <a:pt x="5871" y="150"/>
                    <a:pt x="5871" y="150"/>
                  </a:cubicBezTo>
                  <a:lnTo>
                    <a:pt x="5871" y="150"/>
                  </a:lnTo>
                  <a:cubicBezTo>
                    <a:pt x="5664" y="283"/>
                    <a:pt x="5449" y="331"/>
                    <a:pt x="5214" y="331"/>
                  </a:cubicBezTo>
                  <a:cubicBezTo>
                    <a:pt x="4600" y="331"/>
                    <a:pt x="3854" y="0"/>
                    <a:pt x="2779" y="0"/>
                  </a:cubicBezTo>
                  <a:close/>
                </a:path>
              </a:pathLst>
            </a:custGeom>
            <a:solidFill>
              <a:srgbClr val="ABB8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86"/>
            <p:cNvSpPr/>
            <p:nvPr/>
          </p:nvSpPr>
          <p:spPr>
            <a:xfrm>
              <a:off x="1041163" y="2903728"/>
              <a:ext cx="153729" cy="57125"/>
            </a:xfrm>
            <a:custGeom>
              <a:rect b="b" l="l" r="r" t="t"/>
              <a:pathLst>
                <a:path extrusionOk="0" h="2182" w="5872">
                  <a:moveTo>
                    <a:pt x="2779" y="0"/>
                  </a:moveTo>
                  <a:cubicBezTo>
                    <a:pt x="2653" y="0"/>
                    <a:pt x="2523" y="5"/>
                    <a:pt x="2388" y="15"/>
                  </a:cubicBezTo>
                  <a:cubicBezTo>
                    <a:pt x="688" y="145"/>
                    <a:pt x="25" y="2124"/>
                    <a:pt x="1" y="2182"/>
                  </a:cubicBezTo>
                  <a:lnTo>
                    <a:pt x="77" y="2153"/>
                  </a:lnTo>
                  <a:cubicBezTo>
                    <a:pt x="447" y="2014"/>
                    <a:pt x="2042" y="1427"/>
                    <a:pt x="3344" y="1427"/>
                  </a:cubicBezTo>
                  <a:cubicBezTo>
                    <a:pt x="4819" y="1427"/>
                    <a:pt x="5871" y="150"/>
                    <a:pt x="5871" y="150"/>
                  </a:cubicBezTo>
                  <a:lnTo>
                    <a:pt x="5871" y="150"/>
                  </a:lnTo>
                  <a:cubicBezTo>
                    <a:pt x="5664" y="283"/>
                    <a:pt x="5449" y="331"/>
                    <a:pt x="5214" y="331"/>
                  </a:cubicBezTo>
                  <a:cubicBezTo>
                    <a:pt x="4600" y="331"/>
                    <a:pt x="3854" y="0"/>
                    <a:pt x="277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86"/>
            <p:cNvSpPr/>
            <p:nvPr/>
          </p:nvSpPr>
          <p:spPr>
            <a:xfrm>
              <a:off x="1104047" y="3053713"/>
              <a:ext cx="43302" cy="61785"/>
            </a:xfrm>
            <a:custGeom>
              <a:rect b="b" l="l" r="r" t="t"/>
              <a:pathLst>
                <a:path extrusionOk="0" h="2360" w="1654">
                  <a:moveTo>
                    <a:pt x="758" y="1"/>
                  </a:moveTo>
                  <a:cubicBezTo>
                    <a:pt x="742" y="1"/>
                    <a:pt x="727" y="1"/>
                    <a:pt x="712" y="3"/>
                  </a:cubicBezTo>
                  <a:cubicBezTo>
                    <a:pt x="289" y="46"/>
                    <a:pt x="1" y="608"/>
                    <a:pt x="68" y="1257"/>
                  </a:cubicBezTo>
                  <a:cubicBezTo>
                    <a:pt x="128" y="1879"/>
                    <a:pt x="493" y="2359"/>
                    <a:pt x="895" y="2359"/>
                  </a:cubicBezTo>
                  <a:cubicBezTo>
                    <a:pt x="913" y="2359"/>
                    <a:pt x="930" y="2359"/>
                    <a:pt x="947" y="2357"/>
                  </a:cubicBezTo>
                  <a:cubicBezTo>
                    <a:pt x="1365" y="2314"/>
                    <a:pt x="1653" y="1756"/>
                    <a:pt x="1591" y="1103"/>
                  </a:cubicBezTo>
                  <a:cubicBezTo>
                    <a:pt x="1526" y="478"/>
                    <a:pt x="1158" y="1"/>
                    <a:pt x="758"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6"/>
            <p:cNvSpPr/>
            <p:nvPr/>
          </p:nvSpPr>
          <p:spPr>
            <a:xfrm>
              <a:off x="862432" y="2993865"/>
              <a:ext cx="319370" cy="281540"/>
            </a:xfrm>
            <a:custGeom>
              <a:rect b="b" l="l" r="r" t="t"/>
              <a:pathLst>
                <a:path extrusionOk="0" h="10754" w="12199">
                  <a:moveTo>
                    <a:pt x="3713" y="1"/>
                  </a:moveTo>
                  <a:cubicBezTo>
                    <a:pt x="3431" y="1"/>
                    <a:pt x="3170" y="32"/>
                    <a:pt x="2931" y="93"/>
                  </a:cubicBezTo>
                  <a:cubicBezTo>
                    <a:pt x="2168" y="286"/>
                    <a:pt x="1452" y="785"/>
                    <a:pt x="923" y="1491"/>
                  </a:cubicBezTo>
                  <a:cubicBezTo>
                    <a:pt x="323" y="2303"/>
                    <a:pt x="1" y="3331"/>
                    <a:pt x="1" y="4470"/>
                  </a:cubicBezTo>
                  <a:cubicBezTo>
                    <a:pt x="1" y="5652"/>
                    <a:pt x="534" y="7199"/>
                    <a:pt x="1389" y="8510"/>
                  </a:cubicBezTo>
                  <a:cubicBezTo>
                    <a:pt x="2321" y="9932"/>
                    <a:pt x="3412" y="10754"/>
                    <a:pt x="4373" y="10754"/>
                  </a:cubicBezTo>
                  <a:cubicBezTo>
                    <a:pt x="4757" y="10749"/>
                    <a:pt x="5137" y="10696"/>
                    <a:pt x="5502" y="10585"/>
                  </a:cubicBezTo>
                  <a:cubicBezTo>
                    <a:pt x="5696" y="10525"/>
                    <a:pt x="5898" y="10495"/>
                    <a:pt x="6099" y="10495"/>
                  </a:cubicBezTo>
                  <a:cubicBezTo>
                    <a:pt x="6300" y="10495"/>
                    <a:pt x="6501" y="10525"/>
                    <a:pt x="6693" y="10585"/>
                  </a:cubicBezTo>
                  <a:cubicBezTo>
                    <a:pt x="7063" y="10696"/>
                    <a:pt x="7442" y="10749"/>
                    <a:pt x="7822" y="10754"/>
                  </a:cubicBezTo>
                  <a:cubicBezTo>
                    <a:pt x="8788" y="10754"/>
                    <a:pt x="9878" y="9932"/>
                    <a:pt x="10810" y="8510"/>
                  </a:cubicBezTo>
                  <a:cubicBezTo>
                    <a:pt x="11665" y="7199"/>
                    <a:pt x="12198" y="5652"/>
                    <a:pt x="12198" y="4470"/>
                  </a:cubicBezTo>
                  <a:cubicBezTo>
                    <a:pt x="12198" y="3620"/>
                    <a:pt x="12026" y="2841"/>
                    <a:pt x="11684" y="2159"/>
                  </a:cubicBezTo>
                  <a:cubicBezTo>
                    <a:pt x="11640" y="2071"/>
                    <a:pt x="11554" y="2021"/>
                    <a:pt x="11464" y="2021"/>
                  </a:cubicBezTo>
                  <a:cubicBezTo>
                    <a:pt x="11427" y="2021"/>
                    <a:pt x="11389" y="2030"/>
                    <a:pt x="11353" y="2049"/>
                  </a:cubicBezTo>
                  <a:cubicBezTo>
                    <a:pt x="11228" y="2106"/>
                    <a:pt x="11180" y="2255"/>
                    <a:pt x="11242" y="2375"/>
                  </a:cubicBezTo>
                  <a:cubicBezTo>
                    <a:pt x="11550" y="2995"/>
                    <a:pt x="11704" y="3696"/>
                    <a:pt x="11704" y="4470"/>
                  </a:cubicBezTo>
                  <a:cubicBezTo>
                    <a:pt x="11704" y="5560"/>
                    <a:pt x="11204" y="7002"/>
                    <a:pt x="10397" y="8236"/>
                  </a:cubicBezTo>
                  <a:cubicBezTo>
                    <a:pt x="9566" y="9505"/>
                    <a:pt x="8605" y="10259"/>
                    <a:pt x="7822" y="10259"/>
                  </a:cubicBezTo>
                  <a:cubicBezTo>
                    <a:pt x="7491" y="10259"/>
                    <a:pt x="7159" y="10206"/>
                    <a:pt x="6837" y="10115"/>
                  </a:cubicBezTo>
                  <a:cubicBezTo>
                    <a:pt x="6597" y="10040"/>
                    <a:pt x="6348" y="10003"/>
                    <a:pt x="6100" y="10003"/>
                  </a:cubicBezTo>
                  <a:cubicBezTo>
                    <a:pt x="5851" y="10003"/>
                    <a:pt x="5603" y="10040"/>
                    <a:pt x="5362" y="10115"/>
                  </a:cubicBezTo>
                  <a:cubicBezTo>
                    <a:pt x="5040" y="10206"/>
                    <a:pt x="4709" y="10259"/>
                    <a:pt x="4373" y="10259"/>
                  </a:cubicBezTo>
                  <a:cubicBezTo>
                    <a:pt x="3594" y="10259"/>
                    <a:pt x="2629" y="9505"/>
                    <a:pt x="1803" y="8236"/>
                  </a:cubicBezTo>
                  <a:cubicBezTo>
                    <a:pt x="995" y="7006"/>
                    <a:pt x="496" y="5560"/>
                    <a:pt x="496" y="4470"/>
                  </a:cubicBezTo>
                  <a:cubicBezTo>
                    <a:pt x="496" y="3437"/>
                    <a:pt x="779" y="2510"/>
                    <a:pt x="1322" y="1789"/>
                  </a:cubicBezTo>
                  <a:cubicBezTo>
                    <a:pt x="1774" y="1179"/>
                    <a:pt x="2408" y="737"/>
                    <a:pt x="3056" y="569"/>
                  </a:cubicBezTo>
                  <a:cubicBezTo>
                    <a:pt x="3250" y="517"/>
                    <a:pt x="3468" y="491"/>
                    <a:pt x="3707" y="491"/>
                  </a:cubicBezTo>
                  <a:cubicBezTo>
                    <a:pt x="4066" y="491"/>
                    <a:pt x="4470" y="550"/>
                    <a:pt x="4906" y="665"/>
                  </a:cubicBezTo>
                  <a:cubicBezTo>
                    <a:pt x="4988" y="684"/>
                    <a:pt x="5069" y="704"/>
                    <a:pt x="5146" y="718"/>
                  </a:cubicBezTo>
                  <a:cubicBezTo>
                    <a:pt x="5171" y="726"/>
                    <a:pt x="5195" y="729"/>
                    <a:pt x="5219" y="729"/>
                  </a:cubicBezTo>
                  <a:cubicBezTo>
                    <a:pt x="5333" y="729"/>
                    <a:pt x="5435" y="650"/>
                    <a:pt x="5458" y="535"/>
                  </a:cubicBezTo>
                  <a:cubicBezTo>
                    <a:pt x="5487" y="391"/>
                    <a:pt x="5391" y="257"/>
                    <a:pt x="5247" y="238"/>
                  </a:cubicBezTo>
                  <a:cubicBezTo>
                    <a:pt x="5175" y="223"/>
                    <a:pt x="5103" y="209"/>
                    <a:pt x="5031" y="190"/>
                  </a:cubicBezTo>
                  <a:cubicBezTo>
                    <a:pt x="4552" y="63"/>
                    <a:pt x="4112" y="1"/>
                    <a:pt x="37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86"/>
            <p:cNvSpPr/>
            <p:nvPr/>
          </p:nvSpPr>
          <p:spPr>
            <a:xfrm>
              <a:off x="1027680" y="2993787"/>
              <a:ext cx="131162" cy="46260"/>
            </a:xfrm>
            <a:custGeom>
              <a:rect b="b" l="l" r="r" t="t"/>
              <a:pathLst>
                <a:path extrusionOk="0" h="1767" w="5010">
                  <a:moveTo>
                    <a:pt x="2183" y="0"/>
                  </a:moveTo>
                  <a:cubicBezTo>
                    <a:pt x="1782" y="0"/>
                    <a:pt x="1338" y="63"/>
                    <a:pt x="857" y="188"/>
                  </a:cubicBezTo>
                  <a:cubicBezTo>
                    <a:pt x="679" y="236"/>
                    <a:pt x="496" y="269"/>
                    <a:pt x="314" y="293"/>
                  </a:cubicBezTo>
                  <a:cubicBezTo>
                    <a:pt x="1" y="330"/>
                    <a:pt x="45" y="781"/>
                    <a:pt x="336" y="781"/>
                  </a:cubicBezTo>
                  <a:cubicBezTo>
                    <a:pt x="349" y="781"/>
                    <a:pt x="362" y="780"/>
                    <a:pt x="376" y="779"/>
                  </a:cubicBezTo>
                  <a:cubicBezTo>
                    <a:pt x="578" y="755"/>
                    <a:pt x="780" y="716"/>
                    <a:pt x="977" y="663"/>
                  </a:cubicBezTo>
                  <a:cubicBezTo>
                    <a:pt x="1415" y="550"/>
                    <a:pt x="1823" y="493"/>
                    <a:pt x="2184" y="493"/>
                  </a:cubicBezTo>
                  <a:cubicBezTo>
                    <a:pt x="2422" y="493"/>
                    <a:pt x="2639" y="518"/>
                    <a:pt x="2831" y="567"/>
                  </a:cubicBezTo>
                  <a:cubicBezTo>
                    <a:pt x="3441" y="731"/>
                    <a:pt x="4023" y="1120"/>
                    <a:pt x="4474" y="1672"/>
                  </a:cubicBezTo>
                  <a:cubicBezTo>
                    <a:pt x="4528" y="1739"/>
                    <a:pt x="4595" y="1767"/>
                    <a:pt x="4660" y="1767"/>
                  </a:cubicBezTo>
                  <a:cubicBezTo>
                    <a:pt x="4841" y="1767"/>
                    <a:pt x="5010" y="1548"/>
                    <a:pt x="4854" y="1360"/>
                  </a:cubicBezTo>
                  <a:cubicBezTo>
                    <a:pt x="4340" y="726"/>
                    <a:pt x="3667" y="279"/>
                    <a:pt x="2956" y="92"/>
                  </a:cubicBezTo>
                  <a:cubicBezTo>
                    <a:pt x="2720" y="31"/>
                    <a:pt x="2461" y="0"/>
                    <a:pt x="21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86"/>
            <p:cNvSpPr/>
            <p:nvPr/>
          </p:nvSpPr>
          <p:spPr>
            <a:xfrm>
              <a:off x="983567" y="2897209"/>
              <a:ext cx="218106" cy="147681"/>
            </a:xfrm>
            <a:custGeom>
              <a:rect b="b" l="l" r="r" t="t"/>
              <a:pathLst>
                <a:path extrusionOk="0" h="5641" w="8331">
                  <a:moveTo>
                    <a:pt x="4991" y="0"/>
                  </a:moveTo>
                  <a:cubicBezTo>
                    <a:pt x="4850" y="0"/>
                    <a:pt x="4710" y="5"/>
                    <a:pt x="4569" y="14"/>
                  </a:cubicBezTo>
                  <a:cubicBezTo>
                    <a:pt x="3791" y="77"/>
                    <a:pt x="3089" y="504"/>
                    <a:pt x="2546" y="1249"/>
                  </a:cubicBezTo>
                  <a:cubicBezTo>
                    <a:pt x="2311" y="1580"/>
                    <a:pt x="2119" y="1941"/>
                    <a:pt x="1980" y="2320"/>
                  </a:cubicBezTo>
                  <a:lnTo>
                    <a:pt x="1331" y="3305"/>
                  </a:lnTo>
                  <a:cubicBezTo>
                    <a:pt x="1230" y="2988"/>
                    <a:pt x="1100" y="2681"/>
                    <a:pt x="952" y="2378"/>
                  </a:cubicBezTo>
                  <a:cubicBezTo>
                    <a:pt x="902" y="2285"/>
                    <a:pt x="822" y="2246"/>
                    <a:pt x="743" y="2246"/>
                  </a:cubicBezTo>
                  <a:cubicBezTo>
                    <a:pt x="577" y="2246"/>
                    <a:pt x="410" y="2415"/>
                    <a:pt x="514" y="2613"/>
                  </a:cubicBezTo>
                  <a:cubicBezTo>
                    <a:pt x="899" y="3401"/>
                    <a:pt x="1129" y="4256"/>
                    <a:pt x="1206" y="5135"/>
                  </a:cubicBezTo>
                  <a:cubicBezTo>
                    <a:pt x="1033" y="5116"/>
                    <a:pt x="865" y="5073"/>
                    <a:pt x="706" y="5006"/>
                  </a:cubicBezTo>
                  <a:cubicBezTo>
                    <a:pt x="543" y="4934"/>
                    <a:pt x="495" y="4857"/>
                    <a:pt x="495" y="4838"/>
                  </a:cubicBezTo>
                  <a:cubicBezTo>
                    <a:pt x="495" y="4674"/>
                    <a:pt x="371" y="4593"/>
                    <a:pt x="248" y="4593"/>
                  </a:cubicBezTo>
                  <a:cubicBezTo>
                    <a:pt x="124" y="4593"/>
                    <a:pt x="0" y="4674"/>
                    <a:pt x="0" y="4838"/>
                  </a:cubicBezTo>
                  <a:cubicBezTo>
                    <a:pt x="0" y="4986"/>
                    <a:pt x="68" y="5260"/>
                    <a:pt x="505" y="5457"/>
                  </a:cubicBezTo>
                  <a:cubicBezTo>
                    <a:pt x="801" y="5578"/>
                    <a:pt x="1116" y="5640"/>
                    <a:pt x="1435" y="5640"/>
                  </a:cubicBezTo>
                  <a:cubicBezTo>
                    <a:pt x="1447" y="5640"/>
                    <a:pt x="1458" y="5640"/>
                    <a:pt x="1470" y="5640"/>
                  </a:cubicBezTo>
                  <a:cubicBezTo>
                    <a:pt x="1482" y="5640"/>
                    <a:pt x="1494" y="5640"/>
                    <a:pt x="1506" y="5640"/>
                  </a:cubicBezTo>
                  <a:cubicBezTo>
                    <a:pt x="1830" y="5640"/>
                    <a:pt x="2144" y="5578"/>
                    <a:pt x="2441" y="5457"/>
                  </a:cubicBezTo>
                  <a:cubicBezTo>
                    <a:pt x="2878" y="5260"/>
                    <a:pt x="2945" y="4982"/>
                    <a:pt x="2945" y="4838"/>
                  </a:cubicBezTo>
                  <a:cubicBezTo>
                    <a:pt x="2945" y="4674"/>
                    <a:pt x="2821" y="4593"/>
                    <a:pt x="2698" y="4593"/>
                  </a:cubicBezTo>
                  <a:cubicBezTo>
                    <a:pt x="2574" y="4593"/>
                    <a:pt x="2450" y="4674"/>
                    <a:pt x="2450" y="4838"/>
                  </a:cubicBezTo>
                  <a:cubicBezTo>
                    <a:pt x="2450" y="4857"/>
                    <a:pt x="2402" y="4934"/>
                    <a:pt x="2239" y="5006"/>
                  </a:cubicBezTo>
                  <a:cubicBezTo>
                    <a:pt x="2066" y="5078"/>
                    <a:pt x="1883" y="5121"/>
                    <a:pt x="1701" y="5135"/>
                  </a:cubicBezTo>
                  <a:cubicBezTo>
                    <a:pt x="1672" y="4732"/>
                    <a:pt x="1605" y="4328"/>
                    <a:pt x="1509" y="3934"/>
                  </a:cubicBezTo>
                  <a:lnTo>
                    <a:pt x="2359" y="2642"/>
                  </a:lnTo>
                  <a:cubicBezTo>
                    <a:pt x="2417" y="2647"/>
                    <a:pt x="2474" y="2661"/>
                    <a:pt x="2532" y="2685"/>
                  </a:cubicBezTo>
                  <a:cubicBezTo>
                    <a:pt x="2729" y="2772"/>
                    <a:pt x="2916" y="2873"/>
                    <a:pt x="3099" y="2988"/>
                  </a:cubicBezTo>
                  <a:cubicBezTo>
                    <a:pt x="3680" y="3319"/>
                    <a:pt x="4415" y="3742"/>
                    <a:pt x="5246" y="3742"/>
                  </a:cubicBezTo>
                  <a:cubicBezTo>
                    <a:pt x="5539" y="3742"/>
                    <a:pt x="5828" y="3689"/>
                    <a:pt x="6101" y="3584"/>
                  </a:cubicBezTo>
                  <a:cubicBezTo>
                    <a:pt x="7946" y="2873"/>
                    <a:pt x="8302" y="528"/>
                    <a:pt x="8316" y="432"/>
                  </a:cubicBezTo>
                  <a:cubicBezTo>
                    <a:pt x="8331" y="336"/>
                    <a:pt x="8287" y="240"/>
                    <a:pt x="8206" y="187"/>
                  </a:cubicBezTo>
                  <a:cubicBezTo>
                    <a:pt x="8165" y="161"/>
                    <a:pt x="8118" y="148"/>
                    <a:pt x="8071" y="148"/>
                  </a:cubicBezTo>
                  <a:cubicBezTo>
                    <a:pt x="8024" y="148"/>
                    <a:pt x="7977" y="161"/>
                    <a:pt x="7937" y="187"/>
                  </a:cubicBezTo>
                  <a:cubicBezTo>
                    <a:pt x="7776" y="293"/>
                    <a:pt x="7605" y="333"/>
                    <a:pt x="7410" y="333"/>
                  </a:cubicBezTo>
                  <a:cubicBezTo>
                    <a:pt x="7178" y="333"/>
                    <a:pt x="6912" y="277"/>
                    <a:pt x="6587" y="206"/>
                  </a:cubicBezTo>
                  <a:lnTo>
                    <a:pt x="6423" y="173"/>
                  </a:lnTo>
                  <a:cubicBezTo>
                    <a:pt x="6411" y="171"/>
                    <a:pt x="6398" y="170"/>
                    <a:pt x="6387" y="170"/>
                  </a:cubicBezTo>
                  <a:cubicBezTo>
                    <a:pt x="6118" y="170"/>
                    <a:pt x="6046" y="570"/>
                    <a:pt x="6322" y="653"/>
                  </a:cubicBezTo>
                  <a:lnTo>
                    <a:pt x="6481" y="687"/>
                  </a:lnTo>
                  <a:cubicBezTo>
                    <a:pt x="6812" y="757"/>
                    <a:pt x="7123" y="820"/>
                    <a:pt x="7416" y="820"/>
                  </a:cubicBezTo>
                  <a:cubicBezTo>
                    <a:pt x="7523" y="820"/>
                    <a:pt x="7628" y="812"/>
                    <a:pt x="7730" y="793"/>
                  </a:cubicBezTo>
                  <a:lnTo>
                    <a:pt x="7730" y="793"/>
                  </a:lnTo>
                  <a:cubicBezTo>
                    <a:pt x="7543" y="1456"/>
                    <a:pt x="7057" y="2685"/>
                    <a:pt x="5929" y="3118"/>
                  </a:cubicBezTo>
                  <a:cubicBezTo>
                    <a:pt x="5696" y="3207"/>
                    <a:pt x="5468" y="3245"/>
                    <a:pt x="5245" y="3245"/>
                  </a:cubicBezTo>
                  <a:cubicBezTo>
                    <a:pt x="4544" y="3245"/>
                    <a:pt x="3894" y="2873"/>
                    <a:pt x="3344" y="2556"/>
                  </a:cubicBezTo>
                  <a:cubicBezTo>
                    <a:pt x="3056" y="2387"/>
                    <a:pt x="2801" y="2243"/>
                    <a:pt x="2570" y="2181"/>
                  </a:cubicBezTo>
                  <a:cubicBezTo>
                    <a:pt x="2825" y="1633"/>
                    <a:pt x="3464" y="596"/>
                    <a:pt x="4607" y="509"/>
                  </a:cubicBezTo>
                  <a:cubicBezTo>
                    <a:pt x="4737" y="498"/>
                    <a:pt x="4867" y="493"/>
                    <a:pt x="4997" y="493"/>
                  </a:cubicBezTo>
                  <a:cubicBezTo>
                    <a:pt x="5205" y="493"/>
                    <a:pt x="5414" y="507"/>
                    <a:pt x="5621" y="533"/>
                  </a:cubicBezTo>
                  <a:cubicBezTo>
                    <a:pt x="5633" y="535"/>
                    <a:pt x="5645" y="535"/>
                    <a:pt x="5656" y="535"/>
                  </a:cubicBezTo>
                  <a:cubicBezTo>
                    <a:pt x="5947" y="535"/>
                    <a:pt x="5993" y="80"/>
                    <a:pt x="5679" y="43"/>
                  </a:cubicBezTo>
                  <a:cubicBezTo>
                    <a:pt x="5450" y="13"/>
                    <a:pt x="5220" y="0"/>
                    <a:pt x="49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0" name="Google Shape;13210;p86"/>
          <p:cNvGrpSpPr/>
          <p:nvPr/>
        </p:nvGrpSpPr>
        <p:grpSpPr>
          <a:xfrm>
            <a:off x="850625" y="1526817"/>
            <a:ext cx="346021" cy="345131"/>
            <a:chOff x="850625" y="1526817"/>
            <a:chExt cx="346021" cy="345131"/>
          </a:xfrm>
        </p:grpSpPr>
        <p:sp>
          <p:nvSpPr>
            <p:cNvPr id="13211" name="Google Shape;13211;p86"/>
            <p:cNvSpPr/>
            <p:nvPr/>
          </p:nvSpPr>
          <p:spPr>
            <a:xfrm>
              <a:off x="999798" y="1531974"/>
              <a:ext cx="47805" cy="21913"/>
            </a:xfrm>
            <a:custGeom>
              <a:rect b="b" l="l" r="r" t="t"/>
              <a:pathLst>
                <a:path extrusionOk="0" h="837" w="1826">
                  <a:moveTo>
                    <a:pt x="0" y="0"/>
                  </a:moveTo>
                  <a:lnTo>
                    <a:pt x="0" y="836"/>
                  </a:lnTo>
                  <a:lnTo>
                    <a:pt x="1826" y="836"/>
                  </a:lnTo>
                  <a:lnTo>
                    <a:pt x="1826" y="0"/>
                  </a:ln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86"/>
            <p:cNvSpPr/>
            <p:nvPr/>
          </p:nvSpPr>
          <p:spPr>
            <a:xfrm>
              <a:off x="876019" y="1581402"/>
              <a:ext cx="295206" cy="174725"/>
            </a:xfrm>
            <a:custGeom>
              <a:rect b="b" l="l" r="r" t="t"/>
              <a:pathLst>
                <a:path extrusionOk="0" h="6674" w="11276">
                  <a:moveTo>
                    <a:pt x="1" y="0"/>
                  </a:moveTo>
                  <a:lnTo>
                    <a:pt x="1" y="6673"/>
                  </a:lnTo>
                  <a:lnTo>
                    <a:pt x="11276" y="6673"/>
                  </a:lnTo>
                  <a:lnTo>
                    <a:pt x="11276"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86"/>
            <p:cNvSpPr/>
            <p:nvPr/>
          </p:nvSpPr>
          <p:spPr>
            <a:xfrm>
              <a:off x="1155622" y="1581402"/>
              <a:ext cx="15603" cy="174725"/>
            </a:xfrm>
            <a:custGeom>
              <a:rect b="b" l="l" r="r" t="t"/>
              <a:pathLst>
                <a:path extrusionOk="0" h="6674" w="596">
                  <a:moveTo>
                    <a:pt x="0" y="0"/>
                  </a:moveTo>
                  <a:lnTo>
                    <a:pt x="0" y="6673"/>
                  </a:lnTo>
                  <a:lnTo>
                    <a:pt x="596" y="6673"/>
                  </a:lnTo>
                  <a:lnTo>
                    <a:pt x="596"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86"/>
            <p:cNvSpPr/>
            <p:nvPr/>
          </p:nvSpPr>
          <p:spPr>
            <a:xfrm>
              <a:off x="855782" y="1553861"/>
              <a:ext cx="335837" cy="27568"/>
            </a:xfrm>
            <a:custGeom>
              <a:rect b="b" l="l" r="r" t="t"/>
              <a:pathLst>
                <a:path extrusionOk="0" h="1053" w="12828">
                  <a:moveTo>
                    <a:pt x="0" y="0"/>
                  </a:moveTo>
                  <a:lnTo>
                    <a:pt x="0" y="1052"/>
                  </a:lnTo>
                  <a:lnTo>
                    <a:pt x="12827" y="1052"/>
                  </a:lnTo>
                  <a:lnTo>
                    <a:pt x="1282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86"/>
            <p:cNvSpPr/>
            <p:nvPr/>
          </p:nvSpPr>
          <p:spPr>
            <a:xfrm>
              <a:off x="855782" y="1756101"/>
              <a:ext cx="335837" cy="27568"/>
            </a:xfrm>
            <a:custGeom>
              <a:rect b="b" l="l" r="r" t="t"/>
              <a:pathLst>
                <a:path extrusionOk="0" h="1053" w="12828">
                  <a:moveTo>
                    <a:pt x="0" y="0"/>
                  </a:moveTo>
                  <a:lnTo>
                    <a:pt x="0" y="1052"/>
                  </a:lnTo>
                  <a:lnTo>
                    <a:pt x="12827" y="1052"/>
                  </a:lnTo>
                  <a:lnTo>
                    <a:pt x="1282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86"/>
            <p:cNvSpPr/>
            <p:nvPr/>
          </p:nvSpPr>
          <p:spPr>
            <a:xfrm>
              <a:off x="1175361" y="1553861"/>
              <a:ext cx="16258" cy="27568"/>
            </a:xfrm>
            <a:custGeom>
              <a:rect b="b" l="l" r="r" t="t"/>
              <a:pathLst>
                <a:path extrusionOk="0" h="1053" w="621">
                  <a:moveTo>
                    <a:pt x="0" y="0"/>
                  </a:moveTo>
                  <a:lnTo>
                    <a:pt x="0" y="1052"/>
                  </a:lnTo>
                  <a:lnTo>
                    <a:pt x="620" y="1052"/>
                  </a:lnTo>
                  <a:lnTo>
                    <a:pt x="620"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86"/>
            <p:cNvSpPr/>
            <p:nvPr/>
          </p:nvSpPr>
          <p:spPr>
            <a:xfrm>
              <a:off x="1175361" y="1756101"/>
              <a:ext cx="16258" cy="27568"/>
            </a:xfrm>
            <a:custGeom>
              <a:rect b="b" l="l" r="r" t="t"/>
              <a:pathLst>
                <a:path extrusionOk="0" h="1053" w="621">
                  <a:moveTo>
                    <a:pt x="0" y="0"/>
                  </a:moveTo>
                  <a:lnTo>
                    <a:pt x="0" y="1052"/>
                  </a:lnTo>
                  <a:lnTo>
                    <a:pt x="620" y="1052"/>
                  </a:lnTo>
                  <a:lnTo>
                    <a:pt x="620"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86"/>
            <p:cNvSpPr/>
            <p:nvPr/>
          </p:nvSpPr>
          <p:spPr>
            <a:xfrm>
              <a:off x="922306" y="1783643"/>
              <a:ext cx="72100" cy="83279"/>
            </a:xfrm>
            <a:custGeom>
              <a:rect b="b" l="l" r="r" t="t"/>
              <a:pathLst>
                <a:path extrusionOk="0" h="3181" w="2754">
                  <a:moveTo>
                    <a:pt x="1749" y="0"/>
                  </a:moveTo>
                  <a:lnTo>
                    <a:pt x="1" y="3180"/>
                  </a:lnTo>
                  <a:lnTo>
                    <a:pt x="1005" y="3180"/>
                  </a:lnTo>
                  <a:lnTo>
                    <a:pt x="2753"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86"/>
            <p:cNvSpPr/>
            <p:nvPr/>
          </p:nvSpPr>
          <p:spPr>
            <a:xfrm>
              <a:off x="1052865" y="1783643"/>
              <a:ext cx="72100" cy="83279"/>
            </a:xfrm>
            <a:custGeom>
              <a:rect b="b" l="l" r="r" t="t"/>
              <a:pathLst>
                <a:path extrusionOk="0" h="3181" w="2754">
                  <a:moveTo>
                    <a:pt x="0" y="0"/>
                  </a:moveTo>
                  <a:lnTo>
                    <a:pt x="1749" y="3180"/>
                  </a:lnTo>
                  <a:lnTo>
                    <a:pt x="2753" y="3180"/>
                  </a:lnTo>
                  <a:lnTo>
                    <a:pt x="1009"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86"/>
            <p:cNvSpPr/>
            <p:nvPr/>
          </p:nvSpPr>
          <p:spPr>
            <a:xfrm>
              <a:off x="961811" y="1821499"/>
              <a:ext cx="123779" cy="21520"/>
            </a:xfrm>
            <a:custGeom>
              <a:rect b="b" l="l" r="r" t="t"/>
              <a:pathLst>
                <a:path extrusionOk="0" h="822" w="4728">
                  <a:moveTo>
                    <a:pt x="452" y="0"/>
                  </a:moveTo>
                  <a:lnTo>
                    <a:pt x="0" y="822"/>
                  </a:lnTo>
                  <a:lnTo>
                    <a:pt x="4727" y="822"/>
                  </a:lnTo>
                  <a:lnTo>
                    <a:pt x="427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86"/>
            <p:cNvSpPr/>
            <p:nvPr/>
          </p:nvSpPr>
          <p:spPr>
            <a:xfrm>
              <a:off x="1030717" y="1531974"/>
              <a:ext cx="16886" cy="21913"/>
            </a:xfrm>
            <a:custGeom>
              <a:rect b="b" l="l" r="r" t="t"/>
              <a:pathLst>
                <a:path extrusionOk="0" h="837" w="645">
                  <a:moveTo>
                    <a:pt x="1" y="0"/>
                  </a:moveTo>
                  <a:lnTo>
                    <a:pt x="1" y="836"/>
                  </a:lnTo>
                  <a:lnTo>
                    <a:pt x="645" y="836"/>
                  </a:lnTo>
                  <a:lnTo>
                    <a:pt x="645"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6"/>
            <p:cNvSpPr/>
            <p:nvPr/>
          </p:nvSpPr>
          <p:spPr>
            <a:xfrm>
              <a:off x="959533" y="1783643"/>
              <a:ext cx="34872" cy="15603"/>
            </a:xfrm>
            <a:custGeom>
              <a:rect b="b" l="l" r="r" t="t"/>
              <a:pathLst>
                <a:path extrusionOk="0" h="596" w="1332">
                  <a:moveTo>
                    <a:pt x="327" y="0"/>
                  </a:moveTo>
                  <a:lnTo>
                    <a:pt x="1" y="596"/>
                  </a:lnTo>
                  <a:lnTo>
                    <a:pt x="1005" y="596"/>
                  </a:lnTo>
                  <a:lnTo>
                    <a:pt x="1331"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86"/>
            <p:cNvSpPr/>
            <p:nvPr/>
          </p:nvSpPr>
          <p:spPr>
            <a:xfrm>
              <a:off x="1052865" y="1783643"/>
              <a:ext cx="34976" cy="15603"/>
            </a:xfrm>
            <a:custGeom>
              <a:rect b="b" l="l" r="r" t="t"/>
              <a:pathLst>
                <a:path extrusionOk="0" h="596" w="1336">
                  <a:moveTo>
                    <a:pt x="0" y="0"/>
                  </a:moveTo>
                  <a:lnTo>
                    <a:pt x="327" y="596"/>
                  </a:lnTo>
                  <a:lnTo>
                    <a:pt x="1336" y="596"/>
                  </a:lnTo>
                  <a:lnTo>
                    <a:pt x="10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86"/>
            <p:cNvSpPr/>
            <p:nvPr/>
          </p:nvSpPr>
          <p:spPr>
            <a:xfrm>
              <a:off x="928589" y="1703401"/>
              <a:ext cx="29348" cy="29322"/>
            </a:xfrm>
            <a:custGeom>
              <a:rect b="b" l="l" r="r" t="t"/>
              <a:pathLst>
                <a:path extrusionOk="0" h="1120" w="1121">
                  <a:moveTo>
                    <a:pt x="558" y="0"/>
                  </a:moveTo>
                  <a:cubicBezTo>
                    <a:pt x="251" y="0"/>
                    <a:pt x="1" y="250"/>
                    <a:pt x="1" y="562"/>
                  </a:cubicBezTo>
                  <a:cubicBezTo>
                    <a:pt x="1" y="870"/>
                    <a:pt x="251" y="1119"/>
                    <a:pt x="558" y="1119"/>
                  </a:cubicBezTo>
                  <a:cubicBezTo>
                    <a:pt x="870" y="1119"/>
                    <a:pt x="1120" y="870"/>
                    <a:pt x="1120" y="562"/>
                  </a:cubicBezTo>
                  <a:cubicBezTo>
                    <a:pt x="1120" y="250"/>
                    <a:pt x="870" y="0"/>
                    <a:pt x="55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86"/>
            <p:cNvSpPr/>
            <p:nvPr/>
          </p:nvSpPr>
          <p:spPr>
            <a:xfrm>
              <a:off x="976760" y="1636223"/>
              <a:ext cx="29348" cy="29348"/>
            </a:xfrm>
            <a:custGeom>
              <a:rect b="b" l="l" r="r" t="t"/>
              <a:pathLst>
                <a:path extrusionOk="0" h="1121" w="1121">
                  <a:moveTo>
                    <a:pt x="558" y="1"/>
                  </a:moveTo>
                  <a:cubicBezTo>
                    <a:pt x="251" y="1"/>
                    <a:pt x="1" y="251"/>
                    <a:pt x="1" y="558"/>
                  </a:cubicBezTo>
                  <a:cubicBezTo>
                    <a:pt x="1" y="870"/>
                    <a:pt x="251" y="1120"/>
                    <a:pt x="558" y="1120"/>
                  </a:cubicBezTo>
                  <a:cubicBezTo>
                    <a:pt x="866" y="1120"/>
                    <a:pt x="1120" y="870"/>
                    <a:pt x="1120" y="558"/>
                  </a:cubicBezTo>
                  <a:cubicBezTo>
                    <a:pt x="1120" y="251"/>
                    <a:pt x="866" y="1"/>
                    <a:pt x="55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86"/>
            <p:cNvSpPr/>
            <p:nvPr/>
          </p:nvSpPr>
          <p:spPr>
            <a:xfrm>
              <a:off x="1036136" y="1670074"/>
              <a:ext cx="29322" cy="29322"/>
            </a:xfrm>
            <a:custGeom>
              <a:rect b="b" l="l" r="r" t="t"/>
              <a:pathLst>
                <a:path extrusionOk="0" h="1120" w="1120">
                  <a:moveTo>
                    <a:pt x="558" y="0"/>
                  </a:moveTo>
                  <a:cubicBezTo>
                    <a:pt x="250" y="0"/>
                    <a:pt x="0" y="250"/>
                    <a:pt x="0" y="562"/>
                  </a:cubicBezTo>
                  <a:cubicBezTo>
                    <a:pt x="0" y="870"/>
                    <a:pt x="250" y="1119"/>
                    <a:pt x="558" y="1119"/>
                  </a:cubicBezTo>
                  <a:cubicBezTo>
                    <a:pt x="865" y="1119"/>
                    <a:pt x="1120" y="870"/>
                    <a:pt x="1120" y="562"/>
                  </a:cubicBezTo>
                  <a:cubicBezTo>
                    <a:pt x="1120" y="250"/>
                    <a:pt x="865" y="0"/>
                    <a:pt x="55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86"/>
            <p:cNvSpPr/>
            <p:nvPr/>
          </p:nvSpPr>
          <p:spPr>
            <a:xfrm>
              <a:off x="1085302" y="1604153"/>
              <a:ext cx="29348" cy="29348"/>
            </a:xfrm>
            <a:custGeom>
              <a:rect b="b" l="l" r="r" t="t"/>
              <a:pathLst>
                <a:path extrusionOk="0" h="1121" w="1121">
                  <a:moveTo>
                    <a:pt x="563" y="1"/>
                  </a:moveTo>
                  <a:cubicBezTo>
                    <a:pt x="251" y="1"/>
                    <a:pt x="1" y="251"/>
                    <a:pt x="1" y="563"/>
                  </a:cubicBezTo>
                  <a:cubicBezTo>
                    <a:pt x="1" y="870"/>
                    <a:pt x="251" y="1120"/>
                    <a:pt x="563" y="1120"/>
                  </a:cubicBezTo>
                  <a:cubicBezTo>
                    <a:pt x="870" y="1120"/>
                    <a:pt x="1120" y="870"/>
                    <a:pt x="1120" y="563"/>
                  </a:cubicBezTo>
                  <a:cubicBezTo>
                    <a:pt x="1120" y="251"/>
                    <a:pt x="870" y="1"/>
                    <a:pt x="563"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86"/>
            <p:cNvSpPr/>
            <p:nvPr/>
          </p:nvSpPr>
          <p:spPr>
            <a:xfrm>
              <a:off x="850625" y="1526817"/>
              <a:ext cx="346021" cy="183836"/>
            </a:xfrm>
            <a:custGeom>
              <a:rect b="b" l="l" r="r" t="t"/>
              <a:pathLst>
                <a:path extrusionOk="0" h="7022" w="13217">
                  <a:moveTo>
                    <a:pt x="7331" y="389"/>
                  </a:moveTo>
                  <a:lnTo>
                    <a:pt x="7331" y="841"/>
                  </a:lnTo>
                  <a:lnTo>
                    <a:pt x="5890" y="841"/>
                  </a:lnTo>
                  <a:lnTo>
                    <a:pt x="5890" y="389"/>
                  </a:lnTo>
                  <a:close/>
                  <a:moveTo>
                    <a:pt x="12827" y="1225"/>
                  </a:moveTo>
                  <a:lnTo>
                    <a:pt x="12827" y="1893"/>
                  </a:lnTo>
                  <a:lnTo>
                    <a:pt x="390" y="1893"/>
                  </a:lnTo>
                  <a:lnTo>
                    <a:pt x="390" y="1225"/>
                  </a:lnTo>
                  <a:close/>
                  <a:moveTo>
                    <a:pt x="5698" y="0"/>
                  </a:moveTo>
                  <a:cubicBezTo>
                    <a:pt x="5588" y="0"/>
                    <a:pt x="5501" y="92"/>
                    <a:pt x="5501" y="197"/>
                  </a:cubicBezTo>
                  <a:lnTo>
                    <a:pt x="5501" y="841"/>
                  </a:lnTo>
                  <a:lnTo>
                    <a:pt x="197" y="841"/>
                  </a:lnTo>
                  <a:cubicBezTo>
                    <a:pt x="92" y="841"/>
                    <a:pt x="0" y="927"/>
                    <a:pt x="5" y="1033"/>
                  </a:cubicBezTo>
                  <a:lnTo>
                    <a:pt x="5" y="2085"/>
                  </a:lnTo>
                  <a:cubicBezTo>
                    <a:pt x="5" y="2191"/>
                    <a:pt x="92" y="2277"/>
                    <a:pt x="197" y="2277"/>
                  </a:cubicBezTo>
                  <a:lnTo>
                    <a:pt x="779" y="2277"/>
                  </a:lnTo>
                  <a:lnTo>
                    <a:pt x="779" y="3128"/>
                  </a:lnTo>
                  <a:cubicBezTo>
                    <a:pt x="779" y="3257"/>
                    <a:pt x="876" y="3322"/>
                    <a:pt x="973" y="3322"/>
                  </a:cubicBezTo>
                  <a:cubicBezTo>
                    <a:pt x="1071" y="3322"/>
                    <a:pt x="1168" y="3257"/>
                    <a:pt x="1168" y="3128"/>
                  </a:cubicBezTo>
                  <a:lnTo>
                    <a:pt x="1168" y="2277"/>
                  </a:lnTo>
                  <a:lnTo>
                    <a:pt x="12054" y="2277"/>
                  </a:lnTo>
                  <a:lnTo>
                    <a:pt x="12054" y="6827"/>
                  </a:lnTo>
                  <a:cubicBezTo>
                    <a:pt x="12054" y="6957"/>
                    <a:pt x="12150" y="7021"/>
                    <a:pt x="12246" y="7021"/>
                  </a:cubicBezTo>
                  <a:cubicBezTo>
                    <a:pt x="12342" y="7021"/>
                    <a:pt x="12438" y="6957"/>
                    <a:pt x="12438" y="6827"/>
                  </a:cubicBezTo>
                  <a:lnTo>
                    <a:pt x="12438" y="2277"/>
                  </a:lnTo>
                  <a:lnTo>
                    <a:pt x="13019" y="2277"/>
                  </a:lnTo>
                  <a:cubicBezTo>
                    <a:pt x="13130" y="2277"/>
                    <a:pt x="13216" y="2191"/>
                    <a:pt x="13216" y="2085"/>
                  </a:cubicBezTo>
                  <a:lnTo>
                    <a:pt x="13216" y="1033"/>
                  </a:lnTo>
                  <a:cubicBezTo>
                    <a:pt x="13216" y="927"/>
                    <a:pt x="13130" y="841"/>
                    <a:pt x="13024" y="841"/>
                  </a:cubicBezTo>
                  <a:lnTo>
                    <a:pt x="7716" y="841"/>
                  </a:lnTo>
                  <a:lnTo>
                    <a:pt x="7716" y="197"/>
                  </a:lnTo>
                  <a:cubicBezTo>
                    <a:pt x="7716" y="92"/>
                    <a:pt x="7629" y="5"/>
                    <a:pt x="7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86"/>
            <p:cNvSpPr/>
            <p:nvPr/>
          </p:nvSpPr>
          <p:spPr>
            <a:xfrm>
              <a:off x="850625" y="1623945"/>
              <a:ext cx="346021" cy="248003"/>
            </a:xfrm>
            <a:custGeom>
              <a:rect b="b" l="l" r="r" t="t"/>
              <a:pathLst>
                <a:path extrusionOk="0" h="9473" w="13217">
                  <a:moveTo>
                    <a:pt x="12827" y="5240"/>
                  </a:moveTo>
                  <a:lnTo>
                    <a:pt x="12827" y="5908"/>
                  </a:lnTo>
                  <a:lnTo>
                    <a:pt x="390" y="5908"/>
                  </a:lnTo>
                  <a:lnTo>
                    <a:pt x="390" y="5240"/>
                  </a:lnTo>
                  <a:close/>
                  <a:moveTo>
                    <a:pt x="7615" y="6292"/>
                  </a:moveTo>
                  <a:lnTo>
                    <a:pt x="8196" y="7349"/>
                  </a:lnTo>
                  <a:lnTo>
                    <a:pt x="5025" y="7349"/>
                  </a:lnTo>
                  <a:lnTo>
                    <a:pt x="5607" y="6292"/>
                  </a:lnTo>
                  <a:close/>
                  <a:moveTo>
                    <a:pt x="5165" y="6292"/>
                  </a:moveTo>
                  <a:lnTo>
                    <a:pt x="4314" y="7844"/>
                  </a:lnTo>
                  <a:lnTo>
                    <a:pt x="4074" y="8276"/>
                  </a:lnTo>
                  <a:lnTo>
                    <a:pt x="3627" y="9083"/>
                  </a:lnTo>
                  <a:lnTo>
                    <a:pt x="3065" y="9083"/>
                  </a:lnTo>
                  <a:lnTo>
                    <a:pt x="4603" y="6292"/>
                  </a:lnTo>
                  <a:close/>
                  <a:moveTo>
                    <a:pt x="8619" y="6292"/>
                  </a:moveTo>
                  <a:lnTo>
                    <a:pt x="10156" y="9083"/>
                  </a:lnTo>
                  <a:lnTo>
                    <a:pt x="9589" y="9083"/>
                  </a:lnTo>
                  <a:lnTo>
                    <a:pt x="8057" y="6292"/>
                  </a:lnTo>
                  <a:close/>
                  <a:moveTo>
                    <a:pt x="973" y="0"/>
                  </a:moveTo>
                  <a:cubicBezTo>
                    <a:pt x="876" y="0"/>
                    <a:pt x="779" y="64"/>
                    <a:pt x="779" y="191"/>
                  </a:cubicBezTo>
                  <a:lnTo>
                    <a:pt x="779" y="4856"/>
                  </a:lnTo>
                  <a:lnTo>
                    <a:pt x="197" y="4856"/>
                  </a:lnTo>
                  <a:cubicBezTo>
                    <a:pt x="92" y="4856"/>
                    <a:pt x="0" y="4942"/>
                    <a:pt x="0" y="5048"/>
                  </a:cubicBezTo>
                  <a:lnTo>
                    <a:pt x="0" y="6100"/>
                  </a:lnTo>
                  <a:cubicBezTo>
                    <a:pt x="5" y="6206"/>
                    <a:pt x="92" y="6292"/>
                    <a:pt x="197" y="6292"/>
                  </a:cubicBezTo>
                  <a:lnTo>
                    <a:pt x="4161" y="6292"/>
                  </a:lnTo>
                  <a:lnTo>
                    <a:pt x="2571" y="9184"/>
                  </a:lnTo>
                  <a:cubicBezTo>
                    <a:pt x="2499" y="9314"/>
                    <a:pt x="2590" y="9473"/>
                    <a:pt x="2739" y="9473"/>
                  </a:cubicBezTo>
                  <a:lnTo>
                    <a:pt x="3743" y="9473"/>
                  </a:lnTo>
                  <a:cubicBezTo>
                    <a:pt x="3815" y="9473"/>
                    <a:pt x="3877" y="9434"/>
                    <a:pt x="3911" y="9372"/>
                  </a:cubicBezTo>
                  <a:lnTo>
                    <a:pt x="4358" y="8560"/>
                  </a:lnTo>
                  <a:lnTo>
                    <a:pt x="5549" y="8560"/>
                  </a:lnTo>
                  <a:cubicBezTo>
                    <a:pt x="5809" y="8560"/>
                    <a:pt x="5809" y="8175"/>
                    <a:pt x="5549" y="8175"/>
                  </a:cubicBezTo>
                  <a:lnTo>
                    <a:pt x="4574" y="8175"/>
                  </a:lnTo>
                  <a:lnTo>
                    <a:pt x="4627" y="8075"/>
                  </a:lnTo>
                  <a:lnTo>
                    <a:pt x="4809" y="7738"/>
                  </a:lnTo>
                  <a:lnTo>
                    <a:pt x="8408" y="7738"/>
                  </a:lnTo>
                  <a:lnTo>
                    <a:pt x="8648" y="8175"/>
                  </a:lnTo>
                  <a:lnTo>
                    <a:pt x="6323" y="8175"/>
                  </a:lnTo>
                  <a:cubicBezTo>
                    <a:pt x="6068" y="8175"/>
                    <a:pt x="6068" y="8560"/>
                    <a:pt x="6323" y="8560"/>
                  </a:cubicBezTo>
                  <a:lnTo>
                    <a:pt x="8859" y="8560"/>
                  </a:lnTo>
                  <a:lnTo>
                    <a:pt x="9306" y="9372"/>
                  </a:lnTo>
                  <a:cubicBezTo>
                    <a:pt x="9339" y="9434"/>
                    <a:pt x="9402" y="9473"/>
                    <a:pt x="9474" y="9473"/>
                  </a:cubicBezTo>
                  <a:lnTo>
                    <a:pt x="10478" y="9473"/>
                  </a:lnTo>
                  <a:cubicBezTo>
                    <a:pt x="10627" y="9473"/>
                    <a:pt x="10718" y="9314"/>
                    <a:pt x="10651" y="9184"/>
                  </a:cubicBezTo>
                  <a:lnTo>
                    <a:pt x="9061" y="6292"/>
                  </a:lnTo>
                  <a:lnTo>
                    <a:pt x="13024" y="6292"/>
                  </a:lnTo>
                  <a:cubicBezTo>
                    <a:pt x="13130" y="6292"/>
                    <a:pt x="13216" y="6206"/>
                    <a:pt x="13216" y="6100"/>
                  </a:cubicBezTo>
                  <a:lnTo>
                    <a:pt x="13216" y="5048"/>
                  </a:lnTo>
                  <a:cubicBezTo>
                    <a:pt x="13216" y="4940"/>
                    <a:pt x="13134" y="4856"/>
                    <a:pt x="13033" y="4856"/>
                  </a:cubicBezTo>
                  <a:cubicBezTo>
                    <a:pt x="13030" y="4856"/>
                    <a:pt x="13027" y="4856"/>
                    <a:pt x="13024" y="4856"/>
                  </a:cubicBezTo>
                  <a:lnTo>
                    <a:pt x="12438" y="4856"/>
                  </a:lnTo>
                  <a:lnTo>
                    <a:pt x="12438" y="3895"/>
                  </a:lnTo>
                  <a:cubicBezTo>
                    <a:pt x="12438" y="3765"/>
                    <a:pt x="12342" y="3701"/>
                    <a:pt x="12246" y="3701"/>
                  </a:cubicBezTo>
                  <a:cubicBezTo>
                    <a:pt x="12150" y="3701"/>
                    <a:pt x="12054" y="3765"/>
                    <a:pt x="12054" y="3895"/>
                  </a:cubicBezTo>
                  <a:lnTo>
                    <a:pt x="12054" y="4856"/>
                  </a:lnTo>
                  <a:lnTo>
                    <a:pt x="1168" y="4856"/>
                  </a:lnTo>
                  <a:lnTo>
                    <a:pt x="1168" y="191"/>
                  </a:lnTo>
                  <a:cubicBezTo>
                    <a:pt x="1168" y="64"/>
                    <a:pt x="1071" y="0"/>
                    <a:pt x="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86"/>
            <p:cNvSpPr/>
            <p:nvPr/>
          </p:nvSpPr>
          <p:spPr>
            <a:xfrm>
              <a:off x="915656" y="1599047"/>
              <a:ext cx="206534" cy="138963"/>
            </a:xfrm>
            <a:custGeom>
              <a:rect b="b" l="l" r="r" t="t"/>
              <a:pathLst>
                <a:path extrusionOk="0" h="5308" w="7889">
                  <a:moveTo>
                    <a:pt x="7043" y="388"/>
                  </a:moveTo>
                  <a:cubicBezTo>
                    <a:pt x="7370" y="388"/>
                    <a:pt x="7533" y="787"/>
                    <a:pt x="7302" y="1017"/>
                  </a:cubicBezTo>
                  <a:cubicBezTo>
                    <a:pt x="7228" y="1092"/>
                    <a:pt x="7136" y="1125"/>
                    <a:pt x="7045" y="1125"/>
                  </a:cubicBezTo>
                  <a:cubicBezTo>
                    <a:pt x="6856" y="1125"/>
                    <a:pt x="6673" y="979"/>
                    <a:pt x="6673" y="758"/>
                  </a:cubicBezTo>
                  <a:cubicBezTo>
                    <a:pt x="6673" y="556"/>
                    <a:pt x="6841" y="388"/>
                    <a:pt x="7043" y="388"/>
                  </a:cubicBezTo>
                  <a:close/>
                  <a:moveTo>
                    <a:pt x="2892" y="1613"/>
                  </a:moveTo>
                  <a:cubicBezTo>
                    <a:pt x="3219" y="1613"/>
                    <a:pt x="3382" y="2007"/>
                    <a:pt x="3152" y="2237"/>
                  </a:cubicBezTo>
                  <a:cubicBezTo>
                    <a:pt x="3077" y="2312"/>
                    <a:pt x="2985" y="2345"/>
                    <a:pt x="2896" y="2345"/>
                  </a:cubicBezTo>
                  <a:cubicBezTo>
                    <a:pt x="2707" y="2345"/>
                    <a:pt x="2527" y="2199"/>
                    <a:pt x="2527" y="1978"/>
                  </a:cubicBezTo>
                  <a:cubicBezTo>
                    <a:pt x="2527" y="1776"/>
                    <a:pt x="2690" y="1613"/>
                    <a:pt x="2892" y="1613"/>
                  </a:cubicBezTo>
                  <a:close/>
                  <a:moveTo>
                    <a:pt x="5160" y="2910"/>
                  </a:moveTo>
                  <a:cubicBezTo>
                    <a:pt x="5486" y="2910"/>
                    <a:pt x="5650" y="3304"/>
                    <a:pt x="5419" y="3535"/>
                  </a:cubicBezTo>
                  <a:cubicBezTo>
                    <a:pt x="5345" y="3609"/>
                    <a:pt x="5253" y="3642"/>
                    <a:pt x="5163" y="3642"/>
                  </a:cubicBezTo>
                  <a:cubicBezTo>
                    <a:pt x="4975" y="3642"/>
                    <a:pt x="4795" y="3496"/>
                    <a:pt x="4795" y="3275"/>
                  </a:cubicBezTo>
                  <a:cubicBezTo>
                    <a:pt x="4795" y="3073"/>
                    <a:pt x="4958" y="2910"/>
                    <a:pt x="5160" y="2910"/>
                  </a:cubicBezTo>
                  <a:close/>
                  <a:moveTo>
                    <a:pt x="1052" y="4183"/>
                  </a:moveTo>
                  <a:cubicBezTo>
                    <a:pt x="1254" y="4183"/>
                    <a:pt x="1422" y="4346"/>
                    <a:pt x="1422" y="4548"/>
                  </a:cubicBezTo>
                  <a:cubicBezTo>
                    <a:pt x="1422" y="4769"/>
                    <a:pt x="1240" y="4916"/>
                    <a:pt x="1050" y="4916"/>
                  </a:cubicBezTo>
                  <a:cubicBezTo>
                    <a:pt x="959" y="4916"/>
                    <a:pt x="867" y="4882"/>
                    <a:pt x="793" y="4808"/>
                  </a:cubicBezTo>
                  <a:cubicBezTo>
                    <a:pt x="562" y="4577"/>
                    <a:pt x="726" y="4183"/>
                    <a:pt x="1052" y="4183"/>
                  </a:cubicBezTo>
                  <a:close/>
                  <a:moveTo>
                    <a:pt x="7042" y="1"/>
                  </a:moveTo>
                  <a:cubicBezTo>
                    <a:pt x="6828" y="1"/>
                    <a:pt x="6618" y="90"/>
                    <a:pt x="6471" y="263"/>
                  </a:cubicBezTo>
                  <a:cubicBezTo>
                    <a:pt x="6221" y="551"/>
                    <a:pt x="6226" y="979"/>
                    <a:pt x="6481" y="1262"/>
                  </a:cubicBezTo>
                  <a:lnTo>
                    <a:pt x="5400" y="2559"/>
                  </a:lnTo>
                  <a:cubicBezTo>
                    <a:pt x="5323" y="2535"/>
                    <a:pt x="5244" y="2523"/>
                    <a:pt x="5166" y="2523"/>
                  </a:cubicBezTo>
                  <a:cubicBezTo>
                    <a:pt x="4941" y="2523"/>
                    <a:pt x="4721" y="2622"/>
                    <a:pt x="4578" y="2804"/>
                  </a:cubicBezTo>
                  <a:lnTo>
                    <a:pt x="3598" y="2252"/>
                  </a:lnTo>
                  <a:cubicBezTo>
                    <a:pt x="3793" y="1747"/>
                    <a:pt x="3413" y="1227"/>
                    <a:pt x="2897" y="1227"/>
                  </a:cubicBezTo>
                  <a:cubicBezTo>
                    <a:pt x="2853" y="1227"/>
                    <a:pt x="2808" y="1230"/>
                    <a:pt x="2762" y="1238"/>
                  </a:cubicBezTo>
                  <a:cubicBezTo>
                    <a:pt x="2186" y="1339"/>
                    <a:pt x="1941" y="2036"/>
                    <a:pt x="2330" y="2478"/>
                  </a:cubicBezTo>
                  <a:lnTo>
                    <a:pt x="1297" y="3832"/>
                  </a:lnTo>
                  <a:cubicBezTo>
                    <a:pt x="1220" y="3808"/>
                    <a:pt x="1139" y="3794"/>
                    <a:pt x="1052" y="3794"/>
                  </a:cubicBezTo>
                  <a:cubicBezTo>
                    <a:pt x="240" y="3794"/>
                    <a:pt x="0" y="4899"/>
                    <a:pt x="740" y="5235"/>
                  </a:cubicBezTo>
                  <a:cubicBezTo>
                    <a:pt x="850" y="5285"/>
                    <a:pt x="959" y="5308"/>
                    <a:pt x="1062" y="5308"/>
                  </a:cubicBezTo>
                  <a:cubicBezTo>
                    <a:pt x="1654" y="5308"/>
                    <a:pt x="2077" y="4572"/>
                    <a:pt x="1619" y="4049"/>
                  </a:cubicBezTo>
                  <a:lnTo>
                    <a:pt x="2647" y="2694"/>
                  </a:lnTo>
                  <a:cubicBezTo>
                    <a:pt x="2726" y="2720"/>
                    <a:pt x="2807" y="2733"/>
                    <a:pt x="2888" y="2733"/>
                  </a:cubicBezTo>
                  <a:cubicBezTo>
                    <a:pt x="3060" y="2733"/>
                    <a:pt x="3231" y="2675"/>
                    <a:pt x="3368" y="2564"/>
                  </a:cubicBezTo>
                  <a:lnTo>
                    <a:pt x="4415" y="3160"/>
                  </a:lnTo>
                  <a:cubicBezTo>
                    <a:pt x="4340" y="3630"/>
                    <a:pt x="4715" y="4031"/>
                    <a:pt x="5163" y="4031"/>
                  </a:cubicBezTo>
                  <a:cubicBezTo>
                    <a:pt x="5233" y="4031"/>
                    <a:pt x="5304" y="4021"/>
                    <a:pt x="5376" y="4001"/>
                  </a:cubicBezTo>
                  <a:cubicBezTo>
                    <a:pt x="5904" y="3842"/>
                    <a:pt x="6092" y="3184"/>
                    <a:pt x="5722" y="2771"/>
                  </a:cubicBezTo>
                  <a:lnTo>
                    <a:pt x="6803" y="1474"/>
                  </a:lnTo>
                  <a:cubicBezTo>
                    <a:pt x="6881" y="1500"/>
                    <a:pt x="6961" y="1512"/>
                    <a:pt x="7040" y="1512"/>
                  </a:cubicBezTo>
                  <a:cubicBezTo>
                    <a:pt x="7324" y="1512"/>
                    <a:pt x="7592" y="1351"/>
                    <a:pt x="7720" y="1085"/>
                  </a:cubicBezTo>
                  <a:cubicBezTo>
                    <a:pt x="7888" y="743"/>
                    <a:pt x="7773" y="335"/>
                    <a:pt x="7456" y="124"/>
                  </a:cubicBezTo>
                  <a:cubicBezTo>
                    <a:pt x="7329" y="41"/>
                    <a:pt x="7185" y="1"/>
                    <a:pt x="70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1" name="Google Shape;13231;p86"/>
          <p:cNvGrpSpPr/>
          <p:nvPr/>
        </p:nvGrpSpPr>
        <p:grpSpPr>
          <a:xfrm>
            <a:off x="3046943" y="3367847"/>
            <a:ext cx="379479" cy="370395"/>
            <a:chOff x="3046943" y="3367847"/>
            <a:chExt cx="379479" cy="370395"/>
          </a:xfrm>
        </p:grpSpPr>
        <p:sp>
          <p:nvSpPr>
            <p:cNvPr id="13232" name="Google Shape;13232;p86"/>
            <p:cNvSpPr/>
            <p:nvPr/>
          </p:nvSpPr>
          <p:spPr>
            <a:xfrm>
              <a:off x="3047834" y="3373737"/>
              <a:ext cx="372803" cy="358692"/>
            </a:xfrm>
            <a:custGeom>
              <a:rect b="b" l="l" r="r" t="t"/>
              <a:pathLst>
                <a:path extrusionOk="0" h="13701" w="14240">
                  <a:moveTo>
                    <a:pt x="7389" y="0"/>
                  </a:moveTo>
                  <a:cubicBezTo>
                    <a:pt x="4617" y="0"/>
                    <a:pt x="2119" y="1667"/>
                    <a:pt x="1062" y="4228"/>
                  </a:cubicBezTo>
                  <a:cubicBezTo>
                    <a:pt x="0" y="6788"/>
                    <a:pt x="586" y="9733"/>
                    <a:pt x="2546" y="11693"/>
                  </a:cubicBezTo>
                  <a:cubicBezTo>
                    <a:pt x="3857" y="13004"/>
                    <a:pt x="5608" y="13700"/>
                    <a:pt x="7389" y="13700"/>
                  </a:cubicBezTo>
                  <a:cubicBezTo>
                    <a:pt x="8271" y="13700"/>
                    <a:pt x="9160" y="13529"/>
                    <a:pt x="10007" y="13178"/>
                  </a:cubicBezTo>
                  <a:cubicBezTo>
                    <a:pt x="12568" y="12116"/>
                    <a:pt x="14239" y="9618"/>
                    <a:pt x="14239" y="6851"/>
                  </a:cubicBezTo>
                  <a:cubicBezTo>
                    <a:pt x="14239" y="3065"/>
                    <a:pt x="11170" y="0"/>
                    <a:pt x="7389" y="0"/>
                  </a:cubicBezTo>
                  <a:close/>
                </a:path>
              </a:pathLst>
            </a:custGeom>
            <a:solidFill>
              <a:srgbClr val="A7B9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86"/>
            <p:cNvSpPr/>
            <p:nvPr/>
          </p:nvSpPr>
          <p:spPr>
            <a:xfrm>
              <a:off x="3159387" y="3373763"/>
              <a:ext cx="261250" cy="358614"/>
            </a:xfrm>
            <a:custGeom>
              <a:rect b="b" l="l" r="r" t="t"/>
              <a:pathLst>
                <a:path extrusionOk="0" h="13698" w="9979">
                  <a:moveTo>
                    <a:pt x="3128" y="0"/>
                  </a:moveTo>
                  <a:cubicBezTo>
                    <a:pt x="2057" y="0"/>
                    <a:pt x="984" y="250"/>
                    <a:pt x="0" y="754"/>
                  </a:cubicBezTo>
                  <a:cubicBezTo>
                    <a:pt x="2287" y="1926"/>
                    <a:pt x="3724" y="4280"/>
                    <a:pt x="3724" y="6850"/>
                  </a:cubicBezTo>
                  <a:cubicBezTo>
                    <a:pt x="3724" y="9420"/>
                    <a:pt x="2287" y="11769"/>
                    <a:pt x="0" y="12946"/>
                  </a:cubicBezTo>
                  <a:cubicBezTo>
                    <a:pt x="982" y="13448"/>
                    <a:pt x="2052" y="13698"/>
                    <a:pt x="3121" y="13698"/>
                  </a:cubicBezTo>
                  <a:cubicBezTo>
                    <a:pt x="4363" y="13698"/>
                    <a:pt x="5602" y="13360"/>
                    <a:pt x="6697" y="12692"/>
                  </a:cubicBezTo>
                  <a:cubicBezTo>
                    <a:pt x="8734" y="11447"/>
                    <a:pt x="9974" y="9233"/>
                    <a:pt x="9978" y="6850"/>
                  </a:cubicBezTo>
                  <a:cubicBezTo>
                    <a:pt x="9974" y="4462"/>
                    <a:pt x="8734" y="2248"/>
                    <a:pt x="6697" y="1003"/>
                  </a:cubicBezTo>
                  <a:cubicBezTo>
                    <a:pt x="5604" y="336"/>
                    <a:pt x="4367" y="0"/>
                    <a:pt x="3128" y="0"/>
                  </a:cubicBezTo>
                  <a:close/>
                </a:path>
              </a:pathLst>
            </a:custGeom>
            <a:solidFill>
              <a:srgbClr val="A1B4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86"/>
            <p:cNvSpPr/>
            <p:nvPr/>
          </p:nvSpPr>
          <p:spPr>
            <a:xfrm>
              <a:off x="3061918" y="3553070"/>
              <a:ext cx="358718" cy="179254"/>
            </a:xfrm>
            <a:custGeom>
              <a:rect b="b" l="l" r="r" t="t"/>
              <a:pathLst>
                <a:path extrusionOk="0" h="6847" w="13702">
                  <a:moveTo>
                    <a:pt x="0" y="1"/>
                  </a:moveTo>
                  <a:cubicBezTo>
                    <a:pt x="0" y="3782"/>
                    <a:pt x="3065" y="6847"/>
                    <a:pt x="6851" y="6847"/>
                  </a:cubicBezTo>
                  <a:cubicBezTo>
                    <a:pt x="10632" y="6847"/>
                    <a:pt x="13701" y="3782"/>
                    <a:pt x="13701" y="1"/>
                  </a:cubicBezTo>
                  <a:close/>
                </a:path>
              </a:pathLst>
            </a:custGeom>
            <a:solidFill>
              <a:srgbClr val="99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86"/>
            <p:cNvSpPr/>
            <p:nvPr/>
          </p:nvSpPr>
          <p:spPr>
            <a:xfrm>
              <a:off x="3159387" y="3553070"/>
              <a:ext cx="261250" cy="179307"/>
            </a:xfrm>
            <a:custGeom>
              <a:rect b="b" l="l" r="r" t="t"/>
              <a:pathLst>
                <a:path extrusionOk="0" h="6849" w="9979">
                  <a:moveTo>
                    <a:pt x="3724" y="1"/>
                  </a:moveTo>
                  <a:cubicBezTo>
                    <a:pt x="3724" y="2571"/>
                    <a:pt x="2287" y="4925"/>
                    <a:pt x="0" y="6097"/>
                  </a:cubicBezTo>
                  <a:cubicBezTo>
                    <a:pt x="982" y="6599"/>
                    <a:pt x="2052" y="6849"/>
                    <a:pt x="3121" y="6849"/>
                  </a:cubicBezTo>
                  <a:cubicBezTo>
                    <a:pt x="4363" y="6849"/>
                    <a:pt x="5602" y="6511"/>
                    <a:pt x="6697" y="5843"/>
                  </a:cubicBezTo>
                  <a:cubicBezTo>
                    <a:pt x="8734" y="4598"/>
                    <a:pt x="9974" y="2384"/>
                    <a:pt x="9978"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86"/>
            <p:cNvSpPr/>
            <p:nvPr/>
          </p:nvSpPr>
          <p:spPr>
            <a:xfrm>
              <a:off x="3061918" y="3475106"/>
              <a:ext cx="358718" cy="155980"/>
            </a:xfrm>
            <a:custGeom>
              <a:rect b="b" l="l" r="r" t="t"/>
              <a:pathLst>
                <a:path extrusionOk="0" h="5958" w="13702">
                  <a:moveTo>
                    <a:pt x="6851" y="0"/>
                  </a:moveTo>
                  <a:cubicBezTo>
                    <a:pt x="3070" y="0"/>
                    <a:pt x="0" y="1331"/>
                    <a:pt x="0" y="2979"/>
                  </a:cubicBezTo>
                  <a:cubicBezTo>
                    <a:pt x="0" y="4622"/>
                    <a:pt x="3070" y="5957"/>
                    <a:pt x="6851" y="5957"/>
                  </a:cubicBezTo>
                  <a:cubicBezTo>
                    <a:pt x="10632" y="5957"/>
                    <a:pt x="13701" y="4622"/>
                    <a:pt x="13701" y="2979"/>
                  </a:cubicBezTo>
                  <a:cubicBezTo>
                    <a:pt x="13701" y="1331"/>
                    <a:pt x="10632" y="0"/>
                    <a:pt x="6851" y="0"/>
                  </a:cubicBezTo>
                  <a:close/>
                </a:path>
              </a:pathLst>
            </a:custGeom>
            <a:solidFill>
              <a:srgbClr val="AABC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6"/>
            <p:cNvSpPr/>
            <p:nvPr/>
          </p:nvSpPr>
          <p:spPr>
            <a:xfrm>
              <a:off x="3061918" y="3475106"/>
              <a:ext cx="200879" cy="155980"/>
            </a:xfrm>
            <a:custGeom>
              <a:rect b="b" l="l" r="r" t="t"/>
              <a:pathLst>
                <a:path extrusionOk="0" h="5958" w="7673">
                  <a:moveTo>
                    <a:pt x="6764" y="0"/>
                  </a:moveTo>
                  <a:cubicBezTo>
                    <a:pt x="3022" y="20"/>
                    <a:pt x="0" y="1345"/>
                    <a:pt x="0" y="2979"/>
                  </a:cubicBezTo>
                  <a:cubicBezTo>
                    <a:pt x="0" y="4612"/>
                    <a:pt x="3022" y="5938"/>
                    <a:pt x="6764" y="5957"/>
                  </a:cubicBezTo>
                  <a:cubicBezTo>
                    <a:pt x="7672" y="4074"/>
                    <a:pt x="7672" y="1884"/>
                    <a:pt x="676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86"/>
            <p:cNvSpPr/>
            <p:nvPr/>
          </p:nvSpPr>
          <p:spPr>
            <a:xfrm>
              <a:off x="3046943" y="3367847"/>
              <a:ext cx="379479" cy="370395"/>
            </a:xfrm>
            <a:custGeom>
              <a:rect b="b" l="l" r="r" t="t"/>
              <a:pathLst>
                <a:path extrusionOk="0" h="14148" w="14495">
                  <a:moveTo>
                    <a:pt x="4165" y="1793"/>
                  </a:moveTo>
                  <a:cubicBezTo>
                    <a:pt x="4146" y="1793"/>
                    <a:pt x="4125" y="1796"/>
                    <a:pt x="4103" y="1801"/>
                  </a:cubicBezTo>
                  <a:lnTo>
                    <a:pt x="4046" y="1811"/>
                  </a:lnTo>
                  <a:cubicBezTo>
                    <a:pt x="3926" y="1835"/>
                    <a:pt x="3844" y="1955"/>
                    <a:pt x="3868" y="2075"/>
                  </a:cubicBezTo>
                  <a:lnTo>
                    <a:pt x="3873" y="2075"/>
                  </a:lnTo>
                  <a:cubicBezTo>
                    <a:pt x="3894" y="2180"/>
                    <a:pt x="3985" y="2252"/>
                    <a:pt x="4088" y="2252"/>
                  </a:cubicBezTo>
                  <a:cubicBezTo>
                    <a:pt x="4103" y="2252"/>
                    <a:pt x="4117" y="2251"/>
                    <a:pt x="4132" y="2248"/>
                  </a:cubicBezTo>
                  <a:lnTo>
                    <a:pt x="4190" y="2238"/>
                  </a:lnTo>
                  <a:cubicBezTo>
                    <a:pt x="4471" y="2194"/>
                    <a:pt x="4416" y="1793"/>
                    <a:pt x="4165" y="1793"/>
                  </a:cubicBezTo>
                  <a:close/>
                  <a:moveTo>
                    <a:pt x="7423" y="446"/>
                  </a:moveTo>
                  <a:cubicBezTo>
                    <a:pt x="8984" y="446"/>
                    <a:pt x="10502" y="1004"/>
                    <a:pt x="11694" y="2017"/>
                  </a:cubicBezTo>
                  <a:cubicBezTo>
                    <a:pt x="10314" y="1666"/>
                    <a:pt x="8897" y="1489"/>
                    <a:pt x="7480" y="1489"/>
                  </a:cubicBezTo>
                  <a:cubicBezTo>
                    <a:pt x="7461" y="1489"/>
                    <a:pt x="7442" y="1489"/>
                    <a:pt x="7423" y="1489"/>
                  </a:cubicBezTo>
                  <a:cubicBezTo>
                    <a:pt x="6616" y="1489"/>
                    <a:pt x="5809" y="1542"/>
                    <a:pt x="5006" y="1652"/>
                  </a:cubicBezTo>
                  <a:cubicBezTo>
                    <a:pt x="4734" y="1698"/>
                    <a:pt x="4777" y="2096"/>
                    <a:pt x="5037" y="2096"/>
                  </a:cubicBezTo>
                  <a:cubicBezTo>
                    <a:pt x="5047" y="2096"/>
                    <a:pt x="5058" y="2095"/>
                    <a:pt x="5069" y="2094"/>
                  </a:cubicBezTo>
                  <a:cubicBezTo>
                    <a:pt x="5847" y="1988"/>
                    <a:pt x="6635" y="1936"/>
                    <a:pt x="7423" y="1936"/>
                  </a:cubicBezTo>
                  <a:cubicBezTo>
                    <a:pt x="9172" y="1936"/>
                    <a:pt x="10882" y="2195"/>
                    <a:pt x="12376" y="2680"/>
                  </a:cubicBezTo>
                  <a:cubicBezTo>
                    <a:pt x="13159" y="3559"/>
                    <a:pt x="13692" y="4635"/>
                    <a:pt x="13923" y="5788"/>
                  </a:cubicBezTo>
                  <a:cubicBezTo>
                    <a:pt x="13562" y="5409"/>
                    <a:pt x="13034" y="5058"/>
                    <a:pt x="12352" y="4765"/>
                  </a:cubicBezTo>
                  <a:cubicBezTo>
                    <a:pt x="11031" y="4189"/>
                    <a:pt x="9282" y="3872"/>
                    <a:pt x="7423" y="3872"/>
                  </a:cubicBezTo>
                  <a:cubicBezTo>
                    <a:pt x="5559" y="3872"/>
                    <a:pt x="3810" y="4189"/>
                    <a:pt x="2489" y="4765"/>
                  </a:cubicBezTo>
                  <a:cubicBezTo>
                    <a:pt x="1812" y="5058"/>
                    <a:pt x="1283" y="5409"/>
                    <a:pt x="918" y="5788"/>
                  </a:cubicBezTo>
                  <a:cubicBezTo>
                    <a:pt x="1538" y="2685"/>
                    <a:pt x="4257" y="451"/>
                    <a:pt x="7423" y="446"/>
                  </a:cubicBezTo>
                  <a:close/>
                  <a:moveTo>
                    <a:pt x="7125" y="6850"/>
                  </a:moveTo>
                  <a:cubicBezTo>
                    <a:pt x="7000" y="6850"/>
                    <a:pt x="6899" y="6951"/>
                    <a:pt x="6899" y="7076"/>
                  </a:cubicBezTo>
                  <a:cubicBezTo>
                    <a:pt x="6899" y="7196"/>
                    <a:pt x="7000" y="7297"/>
                    <a:pt x="7125" y="7297"/>
                  </a:cubicBezTo>
                  <a:lnTo>
                    <a:pt x="7154" y="7297"/>
                  </a:lnTo>
                  <a:cubicBezTo>
                    <a:pt x="7452" y="7297"/>
                    <a:pt x="7452" y="6850"/>
                    <a:pt x="7154" y="6850"/>
                  </a:cubicBezTo>
                  <a:close/>
                  <a:moveTo>
                    <a:pt x="7418" y="4318"/>
                  </a:moveTo>
                  <a:cubicBezTo>
                    <a:pt x="9220" y="4318"/>
                    <a:pt x="10906" y="4621"/>
                    <a:pt x="12174" y="5173"/>
                  </a:cubicBezTo>
                  <a:cubicBezTo>
                    <a:pt x="13366" y="5692"/>
                    <a:pt x="14048" y="6384"/>
                    <a:pt x="14048" y="7076"/>
                  </a:cubicBezTo>
                  <a:cubicBezTo>
                    <a:pt x="14048" y="7768"/>
                    <a:pt x="13366" y="8455"/>
                    <a:pt x="12174" y="8978"/>
                  </a:cubicBezTo>
                  <a:cubicBezTo>
                    <a:pt x="10906" y="9526"/>
                    <a:pt x="9220" y="9829"/>
                    <a:pt x="7418" y="9829"/>
                  </a:cubicBezTo>
                  <a:cubicBezTo>
                    <a:pt x="5621" y="9829"/>
                    <a:pt x="3930" y="9531"/>
                    <a:pt x="2667" y="8978"/>
                  </a:cubicBezTo>
                  <a:cubicBezTo>
                    <a:pt x="1605" y="8517"/>
                    <a:pt x="947" y="7912"/>
                    <a:pt x="817" y="7297"/>
                  </a:cubicBezTo>
                  <a:lnTo>
                    <a:pt x="6231" y="7297"/>
                  </a:lnTo>
                  <a:cubicBezTo>
                    <a:pt x="6525" y="7297"/>
                    <a:pt x="6525" y="6850"/>
                    <a:pt x="6231" y="6850"/>
                  </a:cubicBezTo>
                  <a:lnTo>
                    <a:pt x="817" y="6850"/>
                  </a:lnTo>
                  <a:cubicBezTo>
                    <a:pt x="947" y="6235"/>
                    <a:pt x="1605" y="5635"/>
                    <a:pt x="2667" y="5173"/>
                  </a:cubicBezTo>
                  <a:cubicBezTo>
                    <a:pt x="3930" y="4621"/>
                    <a:pt x="5621" y="4318"/>
                    <a:pt x="7418" y="4318"/>
                  </a:cubicBezTo>
                  <a:close/>
                  <a:moveTo>
                    <a:pt x="10743" y="11895"/>
                  </a:moveTo>
                  <a:cubicBezTo>
                    <a:pt x="10729" y="11895"/>
                    <a:pt x="10714" y="11896"/>
                    <a:pt x="10699" y="11899"/>
                  </a:cubicBezTo>
                  <a:lnTo>
                    <a:pt x="10642" y="11913"/>
                  </a:lnTo>
                  <a:cubicBezTo>
                    <a:pt x="10359" y="11954"/>
                    <a:pt x="10415" y="12357"/>
                    <a:pt x="10670" y="12357"/>
                  </a:cubicBezTo>
                  <a:cubicBezTo>
                    <a:pt x="10688" y="12357"/>
                    <a:pt x="10708" y="12355"/>
                    <a:pt x="10728" y="12351"/>
                  </a:cubicBezTo>
                  <a:lnTo>
                    <a:pt x="10786" y="12336"/>
                  </a:lnTo>
                  <a:cubicBezTo>
                    <a:pt x="10906" y="12317"/>
                    <a:pt x="10988" y="12197"/>
                    <a:pt x="10963" y="12077"/>
                  </a:cubicBezTo>
                  <a:cubicBezTo>
                    <a:pt x="10942" y="11967"/>
                    <a:pt x="10847" y="11895"/>
                    <a:pt x="10743" y="11895"/>
                  </a:cubicBezTo>
                  <a:close/>
                  <a:moveTo>
                    <a:pt x="13923" y="8359"/>
                  </a:moveTo>
                  <a:lnTo>
                    <a:pt x="13923" y="8359"/>
                  </a:lnTo>
                  <a:cubicBezTo>
                    <a:pt x="13308" y="11462"/>
                    <a:pt x="10584" y="13696"/>
                    <a:pt x="7423" y="13701"/>
                  </a:cubicBezTo>
                  <a:cubicBezTo>
                    <a:pt x="7416" y="13701"/>
                    <a:pt x="7410" y="13701"/>
                    <a:pt x="7403" y="13701"/>
                  </a:cubicBezTo>
                  <a:cubicBezTo>
                    <a:pt x="5844" y="13701"/>
                    <a:pt x="4338" y="13144"/>
                    <a:pt x="3152" y="12139"/>
                  </a:cubicBezTo>
                  <a:lnTo>
                    <a:pt x="3152" y="12139"/>
                  </a:lnTo>
                  <a:cubicBezTo>
                    <a:pt x="4527" y="12485"/>
                    <a:pt x="5935" y="12663"/>
                    <a:pt x="7352" y="12663"/>
                  </a:cubicBezTo>
                  <a:cubicBezTo>
                    <a:pt x="7371" y="12663"/>
                    <a:pt x="7390" y="12663"/>
                    <a:pt x="7408" y="12663"/>
                  </a:cubicBezTo>
                  <a:cubicBezTo>
                    <a:pt x="8216" y="12663"/>
                    <a:pt x="9023" y="12610"/>
                    <a:pt x="9825" y="12500"/>
                  </a:cubicBezTo>
                  <a:cubicBezTo>
                    <a:pt x="10098" y="12453"/>
                    <a:pt x="10055" y="12056"/>
                    <a:pt x="9794" y="12056"/>
                  </a:cubicBezTo>
                  <a:cubicBezTo>
                    <a:pt x="9784" y="12056"/>
                    <a:pt x="9773" y="12056"/>
                    <a:pt x="9762" y="12058"/>
                  </a:cubicBezTo>
                  <a:cubicBezTo>
                    <a:pt x="8984" y="12163"/>
                    <a:pt x="8196" y="12216"/>
                    <a:pt x="7408" y="12216"/>
                  </a:cubicBezTo>
                  <a:cubicBezTo>
                    <a:pt x="5665" y="12216"/>
                    <a:pt x="3959" y="11962"/>
                    <a:pt x="2470" y="11476"/>
                  </a:cubicBezTo>
                  <a:cubicBezTo>
                    <a:pt x="1682" y="10597"/>
                    <a:pt x="1149" y="9521"/>
                    <a:pt x="918" y="8363"/>
                  </a:cubicBezTo>
                  <a:lnTo>
                    <a:pt x="918" y="8363"/>
                  </a:lnTo>
                  <a:cubicBezTo>
                    <a:pt x="1279" y="8743"/>
                    <a:pt x="1812" y="9094"/>
                    <a:pt x="2489" y="9387"/>
                  </a:cubicBezTo>
                  <a:cubicBezTo>
                    <a:pt x="3810" y="9963"/>
                    <a:pt x="5559" y="10280"/>
                    <a:pt x="7423" y="10280"/>
                  </a:cubicBezTo>
                  <a:cubicBezTo>
                    <a:pt x="9282" y="10280"/>
                    <a:pt x="11036" y="9963"/>
                    <a:pt x="12357" y="9387"/>
                  </a:cubicBezTo>
                  <a:cubicBezTo>
                    <a:pt x="13034" y="9089"/>
                    <a:pt x="13562" y="8743"/>
                    <a:pt x="13923" y="8359"/>
                  </a:cubicBezTo>
                  <a:close/>
                  <a:moveTo>
                    <a:pt x="572" y="13701"/>
                  </a:moveTo>
                  <a:cubicBezTo>
                    <a:pt x="274" y="13701"/>
                    <a:pt x="274" y="14147"/>
                    <a:pt x="572" y="14147"/>
                  </a:cubicBezTo>
                  <a:lnTo>
                    <a:pt x="601" y="14147"/>
                  </a:lnTo>
                  <a:cubicBezTo>
                    <a:pt x="726" y="14147"/>
                    <a:pt x="827" y="14046"/>
                    <a:pt x="827" y="13926"/>
                  </a:cubicBezTo>
                  <a:cubicBezTo>
                    <a:pt x="827" y="13801"/>
                    <a:pt x="726" y="13701"/>
                    <a:pt x="601" y="13701"/>
                  </a:cubicBezTo>
                  <a:close/>
                  <a:moveTo>
                    <a:pt x="7423" y="0"/>
                  </a:moveTo>
                  <a:cubicBezTo>
                    <a:pt x="6578" y="0"/>
                    <a:pt x="5729" y="152"/>
                    <a:pt x="4915" y="461"/>
                  </a:cubicBezTo>
                  <a:cubicBezTo>
                    <a:pt x="2744" y="1282"/>
                    <a:pt x="1110" y="3122"/>
                    <a:pt x="553" y="5380"/>
                  </a:cubicBezTo>
                  <a:cubicBezTo>
                    <a:pt x="1" y="7638"/>
                    <a:pt x="587" y="10021"/>
                    <a:pt x="2129" y="11765"/>
                  </a:cubicBezTo>
                  <a:cubicBezTo>
                    <a:pt x="2143" y="11798"/>
                    <a:pt x="2172" y="11827"/>
                    <a:pt x="2206" y="11846"/>
                  </a:cubicBezTo>
                  <a:cubicBezTo>
                    <a:pt x="2273" y="11923"/>
                    <a:pt x="2345" y="12000"/>
                    <a:pt x="2422" y="12072"/>
                  </a:cubicBezTo>
                  <a:cubicBezTo>
                    <a:pt x="3133" y="12788"/>
                    <a:pt x="3993" y="13345"/>
                    <a:pt x="4939" y="13701"/>
                  </a:cubicBezTo>
                  <a:lnTo>
                    <a:pt x="1764" y="13701"/>
                  </a:lnTo>
                  <a:cubicBezTo>
                    <a:pt x="1466" y="13701"/>
                    <a:pt x="1466" y="14147"/>
                    <a:pt x="1764" y="14147"/>
                  </a:cubicBezTo>
                  <a:lnTo>
                    <a:pt x="12184" y="14147"/>
                  </a:lnTo>
                  <a:cubicBezTo>
                    <a:pt x="12482" y="14147"/>
                    <a:pt x="12482" y="13701"/>
                    <a:pt x="12184" y="13701"/>
                  </a:cubicBezTo>
                  <a:lnTo>
                    <a:pt x="9902" y="13701"/>
                  </a:lnTo>
                  <a:cubicBezTo>
                    <a:pt x="12664" y="12658"/>
                    <a:pt x="14489" y="10021"/>
                    <a:pt x="14494" y="7072"/>
                  </a:cubicBezTo>
                  <a:lnTo>
                    <a:pt x="14494" y="7072"/>
                  </a:lnTo>
                  <a:cubicBezTo>
                    <a:pt x="14494" y="7073"/>
                    <a:pt x="14494" y="7074"/>
                    <a:pt x="14494" y="7076"/>
                  </a:cubicBezTo>
                  <a:lnTo>
                    <a:pt x="14494" y="7071"/>
                  </a:lnTo>
                  <a:cubicBezTo>
                    <a:pt x="14494" y="7071"/>
                    <a:pt x="14494" y="7072"/>
                    <a:pt x="14494" y="7072"/>
                  </a:cubicBezTo>
                  <a:lnTo>
                    <a:pt x="14494" y="7072"/>
                  </a:lnTo>
                  <a:cubicBezTo>
                    <a:pt x="14493" y="4748"/>
                    <a:pt x="13355" y="2574"/>
                    <a:pt x="11439" y="1253"/>
                  </a:cubicBezTo>
                  <a:cubicBezTo>
                    <a:pt x="10242" y="426"/>
                    <a:pt x="8839" y="0"/>
                    <a:pt x="74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9" name="Google Shape;13239;p86"/>
          <p:cNvGrpSpPr/>
          <p:nvPr/>
        </p:nvGrpSpPr>
        <p:grpSpPr>
          <a:xfrm>
            <a:off x="1289506" y="1983658"/>
            <a:ext cx="391103" cy="377777"/>
            <a:chOff x="1289506" y="1983658"/>
            <a:chExt cx="391103" cy="377777"/>
          </a:xfrm>
        </p:grpSpPr>
        <p:sp>
          <p:nvSpPr>
            <p:cNvPr id="13240" name="Google Shape;13240;p86"/>
            <p:cNvSpPr/>
            <p:nvPr/>
          </p:nvSpPr>
          <p:spPr>
            <a:xfrm>
              <a:off x="1450304" y="2142387"/>
              <a:ext cx="62911" cy="60057"/>
            </a:xfrm>
            <a:custGeom>
              <a:rect b="b" l="l" r="r" t="t"/>
              <a:pathLst>
                <a:path extrusionOk="0" h="2294" w="2403">
                  <a:moveTo>
                    <a:pt x="1198" y="1"/>
                  </a:moveTo>
                  <a:cubicBezTo>
                    <a:pt x="1156" y="1"/>
                    <a:pt x="1114" y="3"/>
                    <a:pt x="1071" y="8"/>
                  </a:cubicBezTo>
                  <a:cubicBezTo>
                    <a:pt x="543" y="70"/>
                    <a:pt x="130" y="479"/>
                    <a:pt x="63" y="1007"/>
                  </a:cubicBezTo>
                  <a:cubicBezTo>
                    <a:pt x="0" y="1531"/>
                    <a:pt x="303" y="2035"/>
                    <a:pt x="798" y="2222"/>
                  </a:cubicBezTo>
                  <a:cubicBezTo>
                    <a:pt x="928" y="2270"/>
                    <a:pt x="1063" y="2294"/>
                    <a:pt x="1196" y="2294"/>
                  </a:cubicBezTo>
                  <a:cubicBezTo>
                    <a:pt x="1570" y="2294"/>
                    <a:pt x="1933" y="2112"/>
                    <a:pt x="2152" y="1790"/>
                  </a:cubicBezTo>
                  <a:cubicBezTo>
                    <a:pt x="2354" y="1483"/>
                    <a:pt x="2402" y="1103"/>
                    <a:pt x="2277" y="757"/>
                  </a:cubicBezTo>
                  <a:cubicBezTo>
                    <a:pt x="2109" y="298"/>
                    <a:pt x="1678" y="1"/>
                    <a:pt x="1198" y="1"/>
                  </a:cubicBezTo>
                  <a:close/>
                </a:path>
              </a:pathLst>
            </a:custGeom>
            <a:solidFill>
              <a:srgbClr val="AE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86"/>
            <p:cNvSpPr/>
            <p:nvPr/>
          </p:nvSpPr>
          <p:spPr>
            <a:xfrm>
              <a:off x="1291208" y="2049422"/>
              <a:ext cx="63460" cy="49140"/>
            </a:xfrm>
            <a:custGeom>
              <a:rect b="b" l="l" r="r" t="t"/>
              <a:pathLst>
                <a:path extrusionOk="0" h="1877" w="2424">
                  <a:moveTo>
                    <a:pt x="1224" y="0"/>
                  </a:moveTo>
                  <a:cubicBezTo>
                    <a:pt x="1163" y="0"/>
                    <a:pt x="1101" y="6"/>
                    <a:pt x="1038" y="18"/>
                  </a:cubicBezTo>
                  <a:cubicBezTo>
                    <a:pt x="216" y="177"/>
                    <a:pt x="0" y="1248"/>
                    <a:pt x="692" y="1719"/>
                  </a:cubicBezTo>
                  <a:cubicBezTo>
                    <a:pt x="783" y="1776"/>
                    <a:pt x="884" y="1825"/>
                    <a:pt x="994" y="1849"/>
                  </a:cubicBezTo>
                  <a:cubicBezTo>
                    <a:pt x="1070" y="1868"/>
                    <a:pt x="1146" y="1877"/>
                    <a:pt x="1221" y="1877"/>
                  </a:cubicBezTo>
                  <a:cubicBezTo>
                    <a:pt x="1527" y="1877"/>
                    <a:pt x="1820" y="1726"/>
                    <a:pt x="1994" y="1464"/>
                  </a:cubicBezTo>
                  <a:cubicBezTo>
                    <a:pt x="2424" y="826"/>
                    <a:pt x="1942" y="0"/>
                    <a:pt x="1224"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86"/>
            <p:cNvSpPr/>
            <p:nvPr/>
          </p:nvSpPr>
          <p:spPr>
            <a:xfrm>
              <a:off x="1615185" y="2244070"/>
              <a:ext cx="51836" cy="49140"/>
            </a:xfrm>
            <a:custGeom>
              <a:rect b="b" l="l" r="r" t="t"/>
              <a:pathLst>
                <a:path extrusionOk="0" h="1877" w="1980">
                  <a:moveTo>
                    <a:pt x="1002" y="0"/>
                  </a:moveTo>
                  <a:cubicBezTo>
                    <a:pt x="991" y="0"/>
                    <a:pt x="981" y="0"/>
                    <a:pt x="971" y="1"/>
                  </a:cubicBezTo>
                  <a:cubicBezTo>
                    <a:pt x="529" y="15"/>
                    <a:pt x="159" y="337"/>
                    <a:pt x="77" y="774"/>
                  </a:cubicBezTo>
                  <a:cubicBezTo>
                    <a:pt x="0" y="1211"/>
                    <a:pt x="240" y="1639"/>
                    <a:pt x="649" y="1807"/>
                  </a:cubicBezTo>
                  <a:cubicBezTo>
                    <a:pt x="765" y="1854"/>
                    <a:pt x="885" y="1877"/>
                    <a:pt x="1003" y="1877"/>
                  </a:cubicBezTo>
                  <a:cubicBezTo>
                    <a:pt x="1308" y="1877"/>
                    <a:pt x="1603" y="1727"/>
                    <a:pt x="1783" y="1461"/>
                  </a:cubicBezTo>
                  <a:cubicBezTo>
                    <a:pt x="1927" y="1240"/>
                    <a:pt x="1980" y="971"/>
                    <a:pt x="1912" y="716"/>
                  </a:cubicBezTo>
                  <a:cubicBezTo>
                    <a:pt x="1809" y="294"/>
                    <a:pt x="1435" y="0"/>
                    <a:pt x="100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86"/>
            <p:cNvSpPr/>
            <p:nvPr/>
          </p:nvSpPr>
          <p:spPr>
            <a:xfrm>
              <a:off x="1464153" y="2160347"/>
              <a:ext cx="49061" cy="42071"/>
            </a:xfrm>
            <a:custGeom>
              <a:rect b="b" l="l" r="r" t="t"/>
              <a:pathLst>
                <a:path extrusionOk="0" h="1607" w="1874">
                  <a:moveTo>
                    <a:pt x="1353" y="0"/>
                  </a:moveTo>
                  <a:cubicBezTo>
                    <a:pt x="603" y="0"/>
                    <a:pt x="0" y="761"/>
                    <a:pt x="283" y="1536"/>
                  </a:cubicBezTo>
                  <a:cubicBezTo>
                    <a:pt x="412" y="1584"/>
                    <a:pt x="545" y="1607"/>
                    <a:pt x="675" y="1607"/>
                  </a:cubicBezTo>
                  <a:cubicBezTo>
                    <a:pt x="1046" y="1607"/>
                    <a:pt x="1403" y="1424"/>
                    <a:pt x="1623" y="1104"/>
                  </a:cubicBezTo>
                  <a:cubicBezTo>
                    <a:pt x="1825" y="797"/>
                    <a:pt x="1873" y="417"/>
                    <a:pt x="1748" y="71"/>
                  </a:cubicBezTo>
                  <a:cubicBezTo>
                    <a:pt x="1615" y="23"/>
                    <a:pt x="1482" y="0"/>
                    <a:pt x="1353" y="0"/>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86"/>
            <p:cNvSpPr/>
            <p:nvPr/>
          </p:nvSpPr>
          <p:spPr>
            <a:xfrm>
              <a:off x="1313199" y="2067381"/>
              <a:ext cx="35369" cy="31180"/>
            </a:xfrm>
            <a:custGeom>
              <a:rect b="b" l="l" r="r" t="t"/>
              <a:pathLst>
                <a:path extrusionOk="0" h="1191" w="1351">
                  <a:moveTo>
                    <a:pt x="1060" y="1"/>
                  </a:moveTo>
                  <a:cubicBezTo>
                    <a:pt x="472" y="1"/>
                    <a:pt x="1" y="557"/>
                    <a:pt x="154" y="1163"/>
                  </a:cubicBezTo>
                  <a:cubicBezTo>
                    <a:pt x="230" y="1182"/>
                    <a:pt x="306" y="1191"/>
                    <a:pt x="381" y="1191"/>
                  </a:cubicBezTo>
                  <a:cubicBezTo>
                    <a:pt x="687" y="1191"/>
                    <a:pt x="980" y="1040"/>
                    <a:pt x="1154" y="778"/>
                  </a:cubicBezTo>
                  <a:cubicBezTo>
                    <a:pt x="1303" y="557"/>
                    <a:pt x="1351" y="288"/>
                    <a:pt x="1288" y="29"/>
                  </a:cubicBezTo>
                  <a:cubicBezTo>
                    <a:pt x="1211" y="10"/>
                    <a:pt x="1134" y="1"/>
                    <a:pt x="106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86"/>
            <p:cNvSpPr/>
            <p:nvPr/>
          </p:nvSpPr>
          <p:spPr>
            <a:xfrm>
              <a:off x="1631653" y="2262082"/>
              <a:ext cx="35369" cy="31128"/>
            </a:xfrm>
            <a:custGeom>
              <a:rect b="b" l="l" r="r" t="t"/>
              <a:pathLst>
                <a:path extrusionOk="0" h="1189" w="1351">
                  <a:moveTo>
                    <a:pt x="1055" y="0"/>
                  </a:moveTo>
                  <a:cubicBezTo>
                    <a:pt x="471" y="0"/>
                    <a:pt x="0" y="553"/>
                    <a:pt x="150" y="1162"/>
                  </a:cubicBezTo>
                  <a:cubicBezTo>
                    <a:pt x="223" y="1180"/>
                    <a:pt x="297" y="1188"/>
                    <a:pt x="371" y="1188"/>
                  </a:cubicBezTo>
                  <a:cubicBezTo>
                    <a:pt x="680" y="1188"/>
                    <a:pt x="975" y="1037"/>
                    <a:pt x="1154" y="773"/>
                  </a:cubicBezTo>
                  <a:cubicBezTo>
                    <a:pt x="1302" y="557"/>
                    <a:pt x="1351" y="283"/>
                    <a:pt x="1283" y="28"/>
                  </a:cubicBezTo>
                  <a:cubicBezTo>
                    <a:pt x="1206" y="9"/>
                    <a:pt x="1130" y="0"/>
                    <a:pt x="1055" y="0"/>
                  </a:cubicBez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86"/>
            <p:cNvSpPr/>
            <p:nvPr/>
          </p:nvSpPr>
          <p:spPr>
            <a:xfrm>
              <a:off x="1446141" y="2136863"/>
              <a:ext cx="73592" cy="70267"/>
            </a:xfrm>
            <a:custGeom>
              <a:rect b="b" l="l" r="r" t="t"/>
              <a:pathLst>
                <a:path extrusionOk="0" h="2684" w="2811">
                  <a:moveTo>
                    <a:pt x="1368" y="1"/>
                  </a:moveTo>
                  <a:cubicBezTo>
                    <a:pt x="666" y="1"/>
                    <a:pt x="1" y="552"/>
                    <a:pt x="1" y="1357"/>
                  </a:cubicBezTo>
                  <a:cubicBezTo>
                    <a:pt x="14" y="2100"/>
                    <a:pt x="625" y="2684"/>
                    <a:pt x="1353" y="2684"/>
                  </a:cubicBezTo>
                  <a:cubicBezTo>
                    <a:pt x="1392" y="2684"/>
                    <a:pt x="1431" y="2682"/>
                    <a:pt x="1471" y="2678"/>
                  </a:cubicBezTo>
                  <a:cubicBezTo>
                    <a:pt x="2249" y="2611"/>
                    <a:pt x="2811" y="1905"/>
                    <a:pt x="2700" y="1132"/>
                  </a:cubicBezTo>
                  <a:cubicBezTo>
                    <a:pt x="2679" y="1008"/>
                    <a:pt x="2588" y="952"/>
                    <a:pt x="2495" y="952"/>
                  </a:cubicBezTo>
                  <a:cubicBezTo>
                    <a:pt x="2376" y="952"/>
                    <a:pt x="2256" y="1044"/>
                    <a:pt x="2283" y="1204"/>
                  </a:cubicBezTo>
                  <a:cubicBezTo>
                    <a:pt x="2384" y="1810"/>
                    <a:pt x="1895" y="2293"/>
                    <a:pt x="1358" y="2293"/>
                  </a:cubicBezTo>
                  <a:cubicBezTo>
                    <a:pt x="1185" y="2293"/>
                    <a:pt x="1006" y="2243"/>
                    <a:pt x="841" y="2131"/>
                  </a:cubicBezTo>
                  <a:cubicBezTo>
                    <a:pt x="77" y="1622"/>
                    <a:pt x="443" y="425"/>
                    <a:pt x="1360" y="425"/>
                  </a:cubicBezTo>
                  <a:cubicBezTo>
                    <a:pt x="1567" y="425"/>
                    <a:pt x="1769" y="493"/>
                    <a:pt x="1932" y="622"/>
                  </a:cubicBezTo>
                  <a:cubicBezTo>
                    <a:pt x="1976" y="656"/>
                    <a:pt x="2021" y="670"/>
                    <a:pt x="2064" y="670"/>
                  </a:cubicBezTo>
                  <a:cubicBezTo>
                    <a:pt x="2240" y="670"/>
                    <a:pt x="2373" y="425"/>
                    <a:pt x="2191" y="286"/>
                  </a:cubicBezTo>
                  <a:cubicBezTo>
                    <a:pt x="1938" y="89"/>
                    <a:pt x="1650" y="1"/>
                    <a:pt x="13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86"/>
            <p:cNvSpPr/>
            <p:nvPr/>
          </p:nvSpPr>
          <p:spPr>
            <a:xfrm>
              <a:off x="1289506" y="1983658"/>
              <a:ext cx="391103" cy="377777"/>
            </a:xfrm>
            <a:custGeom>
              <a:rect b="b" l="l" r="r" t="t"/>
              <a:pathLst>
                <a:path extrusionOk="0" h="14430" w="14939">
                  <a:moveTo>
                    <a:pt x="1289" y="2724"/>
                  </a:moveTo>
                  <a:cubicBezTo>
                    <a:pt x="1442" y="2724"/>
                    <a:pt x="1598" y="2773"/>
                    <a:pt x="1737" y="2886"/>
                  </a:cubicBezTo>
                  <a:cubicBezTo>
                    <a:pt x="2131" y="3203"/>
                    <a:pt x="2088" y="3808"/>
                    <a:pt x="1655" y="4068"/>
                  </a:cubicBezTo>
                  <a:cubicBezTo>
                    <a:pt x="1537" y="4139"/>
                    <a:pt x="1409" y="4172"/>
                    <a:pt x="1282" y="4172"/>
                  </a:cubicBezTo>
                  <a:cubicBezTo>
                    <a:pt x="952" y="4172"/>
                    <a:pt x="639" y="3945"/>
                    <a:pt x="569" y="3587"/>
                  </a:cubicBezTo>
                  <a:cubicBezTo>
                    <a:pt x="478" y="3104"/>
                    <a:pt x="868" y="2724"/>
                    <a:pt x="1289" y="2724"/>
                  </a:cubicBezTo>
                  <a:close/>
                  <a:moveTo>
                    <a:pt x="5354" y="3779"/>
                  </a:moveTo>
                  <a:lnTo>
                    <a:pt x="6916" y="4673"/>
                  </a:lnTo>
                  <a:lnTo>
                    <a:pt x="5354" y="5566"/>
                  </a:lnTo>
                  <a:lnTo>
                    <a:pt x="5354" y="3779"/>
                  </a:lnTo>
                  <a:close/>
                  <a:moveTo>
                    <a:pt x="9332" y="3779"/>
                  </a:moveTo>
                  <a:lnTo>
                    <a:pt x="9332" y="5566"/>
                  </a:lnTo>
                  <a:lnTo>
                    <a:pt x="7771" y="4673"/>
                  </a:lnTo>
                  <a:lnTo>
                    <a:pt x="9332" y="3779"/>
                  </a:lnTo>
                  <a:close/>
                  <a:moveTo>
                    <a:pt x="3178" y="2836"/>
                  </a:moveTo>
                  <a:cubicBezTo>
                    <a:pt x="3518" y="2836"/>
                    <a:pt x="3858" y="2924"/>
                    <a:pt x="4163" y="3097"/>
                  </a:cubicBezTo>
                  <a:lnTo>
                    <a:pt x="4927" y="3534"/>
                  </a:lnTo>
                  <a:lnTo>
                    <a:pt x="4927" y="5807"/>
                  </a:lnTo>
                  <a:lnTo>
                    <a:pt x="2909" y="6964"/>
                  </a:lnTo>
                  <a:lnTo>
                    <a:pt x="2188" y="6551"/>
                  </a:lnTo>
                  <a:cubicBezTo>
                    <a:pt x="1732" y="6287"/>
                    <a:pt x="1396" y="5855"/>
                    <a:pt x="1261" y="5345"/>
                  </a:cubicBezTo>
                  <a:cubicBezTo>
                    <a:pt x="1194" y="5100"/>
                    <a:pt x="1175" y="4851"/>
                    <a:pt x="1199" y="4596"/>
                  </a:cubicBezTo>
                  <a:lnTo>
                    <a:pt x="1199" y="4596"/>
                  </a:lnTo>
                  <a:cubicBezTo>
                    <a:pt x="1228" y="4598"/>
                    <a:pt x="1258" y="4599"/>
                    <a:pt x="1287" y="4599"/>
                  </a:cubicBezTo>
                  <a:cubicBezTo>
                    <a:pt x="2091" y="4599"/>
                    <a:pt x="2658" y="3780"/>
                    <a:pt x="2352" y="3015"/>
                  </a:cubicBezTo>
                  <a:cubicBezTo>
                    <a:pt x="2615" y="2896"/>
                    <a:pt x="2897" y="2836"/>
                    <a:pt x="3178" y="2836"/>
                  </a:cubicBezTo>
                  <a:close/>
                  <a:moveTo>
                    <a:pt x="11503" y="2838"/>
                  </a:moveTo>
                  <a:cubicBezTo>
                    <a:pt x="12402" y="2838"/>
                    <a:pt x="13195" y="3443"/>
                    <a:pt x="13425" y="4313"/>
                  </a:cubicBezTo>
                  <a:cubicBezTo>
                    <a:pt x="13660" y="5182"/>
                    <a:pt x="13276" y="6100"/>
                    <a:pt x="12498" y="6551"/>
                  </a:cubicBezTo>
                  <a:lnTo>
                    <a:pt x="11777" y="6964"/>
                  </a:lnTo>
                  <a:lnTo>
                    <a:pt x="9760" y="5807"/>
                  </a:lnTo>
                  <a:lnTo>
                    <a:pt x="9760" y="3539"/>
                  </a:lnTo>
                  <a:lnTo>
                    <a:pt x="9755" y="3534"/>
                  </a:lnTo>
                  <a:cubicBezTo>
                    <a:pt x="10341" y="3246"/>
                    <a:pt x="10730" y="2838"/>
                    <a:pt x="11503" y="2838"/>
                  </a:cubicBezTo>
                  <a:close/>
                  <a:moveTo>
                    <a:pt x="4932" y="6301"/>
                  </a:moveTo>
                  <a:lnTo>
                    <a:pt x="4927" y="8117"/>
                  </a:lnTo>
                  <a:lnTo>
                    <a:pt x="3341" y="7209"/>
                  </a:lnTo>
                  <a:lnTo>
                    <a:pt x="4932" y="6301"/>
                  </a:lnTo>
                  <a:close/>
                  <a:moveTo>
                    <a:pt x="9755" y="6297"/>
                  </a:moveTo>
                  <a:lnTo>
                    <a:pt x="11345" y="7209"/>
                  </a:lnTo>
                  <a:lnTo>
                    <a:pt x="9755" y="8117"/>
                  </a:lnTo>
                  <a:lnTo>
                    <a:pt x="9755" y="6297"/>
                  </a:lnTo>
                  <a:close/>
                  <a:moveTo>
                    <a:pt x="7343" y="4918"/>
                  </a:moveTo>
                  <a:lnTo>
                    <a:pt x="9332" y="6052"/>
                  </a:lnTo>
                  <a:lnTo>
                    <a:pt x="9332" y="8362"/>
                  </a:lnTo>
                  <a:lnTo>
                    <a:pt x="7343" y="9501"/>
                  </a:lnTo>
                  <a:lnTo>
                    <a:pt x="5354" y="8367"/>
                  </a:lnTo>
                  <a:lnTo>
                    <a:pt x="5354" y="6056"/>
                  </a:lnTo>
                  <a:lnTo>
                    <a:pt x="7343" y="4918"/>
                  </a:lnTo>
                  <a:close/>
                  <a:moveTo>
                    <a:pt x="5354" y="8852"/>
                  </a:moveTo>
                  <a:lnTo>
                    <a:pt x="6916" y="9746"/>
                  </a:lnTo>
                  <a:lnTo>
                    <a:pt x="5354" y="10639"/>
                  </a:lnTo>
                  <a:lnTo>
                    <a:pt x="5354" y="8852"/>
                  </a:lnTo>
                  <a:close/>
                  <a:moveTo>
                    <a:pt x="9332" y="8852"/>
                  </a:moveTo>
                  <a:lnTo>
                    <a:pt x="9332" y="10639"/>
                  </a:lnTo>
                  <a:lnTo>
                    <a:pt x="7771" y="9746"/>
                  </a:lnTo>
                  <a:lnTo>
                    <a:pt x="9332" y="8852"/>
                  </a:lnTo>
                  <a:close/>
                  <a:moveTo>
                    <a:pt x="11773" y="7454"/>
                  </a:moveTo>
                  <a:lnTo>
                    <a:pt x="12493" y="7867"/>
                  </a:lnTo>
                  <a:cubicBezTo>
                    <a:pt x="12954" y="8127"/>
                    <a:pt x="13291" y="8559"/>
                    <a:pt x="13430" y="9073"/>
                  </a:cubicBezTo>
                  <a:cubicBezTo>
                    <a:pt x="13488" y="9289"/>
                    <a:pt x="13507" y="9510"/>
                    <a:pt x="13492" y="9731"/>
                  </a:cubicBezTo>
                  <a:cubicBezTo>
                    <a:pt x="13474" y="9731"/>
                    <a:pt x="13457" y="9730"/>
                    <a:pt x="13439" y="9730"/>
                  </a:cubicBezTo>
                  <a:cubicBezTo>
                    <a:pt x="12608" y="9730"/>
                    <a:pt x="12040" y="10603"/>
                    <a:pt x="12402" y="11370"/>
                  </a:cubicBezTo>
                  <a:lnTo>
                    <a:pt x="12397" y="11370"/>
                  </a:lnTo>
                  <a:cubicBezTo>
                    <a:pt x="12116" y="11510"/>
                    <a:pt x="11811" y="11580"/>
                    <a:pt x="11506" y="11580"/>
                  </a:cubicBezTo>
                  <a:cubicBezTo>
                    <a:pt x="11164" y="11580"/>
                    <a:pt x="10823" y="11492"/>
                    <a:pt x="10519" y="11317"/>
                  </a:cubicBezTo>
                  <a:lnTo>
                    <a:pt x="9755" y="10880"/>
                  </a:lnTo>
                  <a:lnTo>
                    <a:pt x="9755" y="8607"/>
                  </a:lnTo>
                  <a:lnTo>
                    <a:pt x="11773" y="7454"/>
                  </a:lnTo>
                  <a:close/>
                  <a:moveTo>
                    <a:pt x="13442" y="10157"/>
                  </a:moveTo>
                  <a:cubicBezTo>
                    <a:pt x="13580" y="10157"/>
                    <a:pt x="13721" y="10197"/>
                    <a:pt x="13848" y="10284"/>
                  </a:cubicBezTo>
                  <a:cubicBezTo>
                    <a:pt x="14381" y="10644"/>
                    <a:pt x="14213" y="11470"/>
                    <a:pt x="13584" y="11595"/>
                  </a:cubicBezTo>
                  <a:lnTo>
                    <a:pt x="13579" y="11595"/>
                  </a:lnTo>
                  <a:cubicBezTo>
                    <a:pt x="13532" y="11604"/>
                    <a:pt x="13486" y="11609"/>
                    <a:pt x="13441" y="11609"/>
                  </a:cubicBezTo>
                  <a:cubicBezTo>
                    <a:pt x="12997" y="11609"/>
                    <a:pt x="12637" y="11198"/>
                    <a:pt x="12729" y="10735"/>
                  </a:cubicBezTo>
                  <a:cubicBezTo>
                    <a:pt x="12803" y="10381"/>
                    <a:pt x="13115" y="10157"/>
                    <a:pt x="13442" y="10157"/>
                  </a:cubicBezTo>
                  <a:close/>
                  <a:moveTo>
                    <a:pt x="7343" y="9991"/>
                  </a:moveTo>
                  <a:lnTo>
                    <a:pt x="9332" y="11129"/>
                  </a:lnTo>
                  <a:lnTo>
                    <a:pt x="9332" y="12009"/>
                  </a:lnTo>
                  <a:cubicBezTo>
                    <a:pt x="9351" y="13118"/>
                    <a:pt x="8453" y="14031"/>
                    <a:pt x="7343" y="14031"/>
                  </a:cubicBezTo>
                  <a:cubicBezTo>
                    <a:pt x="6229" y="14031"/>
                    <a:pt x="5335" y="13118"/>
                    <a:pt x="5354" y="12009"/>
                  </a:cubicBezTo>
                  <a:lnTo>
                    <a:pt x="5354" y="11129"/>
                  </a:lnTo>
                  <a:lnTo>
                    <a:pt x="7343" y="9991"/>
                  </a:lnTo>
                  <a:close/>
                  <a:moveTo>
                    <a:pt x="7339" y="0"/>
                  </a:moveTo>
                  <a:cubicBezTo>
                    <a:pt x="7100" y="0"/>
                    <a:pt x="6859" y="36"/>
                    <a:pt x="6623" y="109"/>
                  </a:cubicBezTo>
                  <a:cubicBezTo>
                    <a:pt x="5614" y="426"/>
                    <a:pt x="4927" y="1358"/>
                    <a:pt x="4927" y="2415"/>
                  </a:cubicBezTo>
                  <a:lnTo>
                    <a:pt x="4927" y="3054"/>
                  </a:lnTo>
                  <a:lnTo>
                    <a:pt x="4374" y="2737"/>
                  </a:lnTo>
                  <a:cubicBezTo>
                    <a:pt x="4005" y="2524"/>
                    <a:pt x="3592" y="2417"/>
                    <a:pt x="3178" y="2417"/>
                  </a:cubicBezTo>
                  <a:cubicBezTo>
                    <a:pt x="2816" y="2417"/>
                    <a:pt x="2453" y="2499"/>
                    <a:pt x="2116" y="2665"/>
                  </a:cubicBezTo>
                  <a:cubicBezTo>
                    <a:pt x="1876" y="2413"/>
                    <a:pt x="1583" y="2303"/>
                    <a:pt x="1296" y="2303"/>
                  </a:cubicBezTo>
                  <a:cubicBezTo>
                    <a:pt x="631" y="2303"/>
                    <a:pt x="0" y="2895"/>
                    <a:pt x="151" y="3674"/>
                  </a:cubicBezTo>
                  <a:cubicBezTo>
                    <a:pt x="224" y="4034"/>
                    <a:pt x="459" y="4337"/>
                    <a:pt x="786" y="4495"/>
                  </a:cubicBezTo>
                  <a:cubicBezTo>
                    <a:pt x="646" y="5470"/>
                    <a:pt x="1122" y="6436"/>
                    <a:pt x="1977" y="6926"/>
                  </a:cubicBezTo>
                  <a:lnTo>
                    <a:pt x="2481" y="7214"/>
                  </a:lnTo>
                  <a:lnTo>
                    <a:pt x="1977" y="7502"/>
                  </a:lnTo>
                  <a:cubicBezTo>
                    <a:pt x="1059" y="8026"/>
                    <a:pt x="593" y="9088"/>
                    <a:pt x="819" y="10116"/>
                  </a:cubicBezTo>
                  <a:cubicBezTo>
                    <a:pt x="1045" y="11149"/>
                    <a:pt x="1919" y="11912"/>
                    <a:pt x="2971" y="12004"/>
                  </a:cubicBezTo>
                  <a:lnTo>
                    <a:pt x="2986" y="12004"/>
                  </a:lnTo>
                  <a:cubicBezTo>
                    <a:pt x="3265" y="12004"/>
                    <a:pt x="3279" y="11595"/>
                    <a:pt x="3005" y="11576"/>
                  </a:cubicBezTo>
                  <a:cubicBezTo>
                    <a:pt x="2140" y="11504"/>
                    <a:pt x="1425" y="10875"/>
                    <a:pt x="1237" y="10024"/>
                  </a:cubicBezTo>
                  <a:cubicBezTo>
                    <a:pt x="1050" y="9174"/>
                    <a:pt x="1434" y="8305"/>
                    <a:pt x="2188" y="7872"/>
                  </a:cubicBezTo>
                  <a:lnTo>
                    <a:pt x="2909" y="7459"/>
                  </a:lnTo>
                  <a:lnTo>
                    <a:pt x="4927" y="8617"/>
                  </a:lnTo>
                  <a:lnTo>
                    <a:pt x="4927" y="10889"/>
                  </a:lnTo>
                  <a:cubicBezTo>
                    <a:pt x="4249" y="11264"/>
                    <a:pt x="4096" y="11394"/>
                    <a:pt x="3764" y="11499"/>
                  </a:cubicBezTo>
                  <a:cubicBezTo>
                    <a:pt x="3521" y="11573"/>
                    <a:pt x="3600" y="11915"/>
                    <a:pt x="3817" y="11915"/>
                  </a:cubicBezTo>
                  <a:cubicBezTo>
                    <a:pt x="3839" y="11915"/>
                    <a:pt x="3864" y="11911"/>
                    <a:pt x="3889" y="11903"/>
                  </a:cubicBezTo>
                  <a:cubicBezTo>
                    <a:pt x="4273" y="11783"/>
                    <a:pt x="4466" y="11629"/>
                    <a:pt x="4927" y="11379"/>
                  </a:cubicBezTo>
                  <a:lnTo>
                    <a:pt x="4927" y="12013"/>
                  </a:lnTo>
                  <a:cubicBezTo>
                    <a:pt x="4927" y="13349"/>
                    <a:pt x="6008" y="14430"/>
                    <a:pt x="7343" y="14430"/>
                  </a:cubicBezTo>
                  <a:cubicBezTo>
                    <a:pt x="8674" y="14430"/>
                    <a:pt x="9755" y="13349"/>
                    <a:pt x="9755" y="12013"/>
                  </a:cubicBezTo>
                  <a:lnTo>
                    <a:pt x="9755" y="11374"/>
                  </a:lnTo>
                  <a:cubicBezTo>
                    <a:pt x="10355" y="11720"/>
                    <a:pt x="10764" y="12009"/>
                    <a:pt x="11503" y="12009"/>
                  </a:cubicBezTo>
                  <a:cubicBezTo>
                    <a:pt x="11902" y="12009"/>
                    <a:pt x="12296" y="11908"/>
                    <a:pt x="12652" y="11720"/>
                  </a:cubicBezTo>
                  <a:cubicBezTo>
                    <a:pt x="12866" y="11924"/>
                    <a:pt x="13149" y="12035"/>
                    <a:pt x="13439" y="12035"/>
                  </a:cubicBezTo>
                  <a:cubicBezTo>
                    <a:pt x="13513" y="12035"/>
                    <a:pt x="13587" y="12028"/>
                    <a:pt x="13660" y="12013"/>
                  </a:cubicBezTo>
                  <a:cubicBezTo>
                    <a:pt x="14756" y="11802"/>
                    <a:pt x="14938" y="10289"/>
                    <a:pt x="13910" y="9832"/>
                  </a:cubicBezTo>
                  <a:cubicBezTo>
                    <a:pt x="14006" y="8886"/>
                    <a:pt x="13536" y="7973"/>
                    <a:pt x="12709" y="7498"/>
                  </a:cubicBezTo>
                  <a:lnTo>
                    <a:pt x="12205" y="7209"/>
                  </a:lnTo>
                  <a:lnTo>
                    <a:pt x="12709" y="6921"/>
                  </a:lnTo>
                  <a:cubicBezTo>
                    <a:pt x="13660" y="6378"/>
                    <a:pt x="14126" y="5264"/>
                    <a:pt x="13843" y="4202"/>
                  </a:cubicBezTo>
                  <a:cubicBezTo>
                    <a:pt x="13561" y="3149"/>
                    <a:pt x="12605" y="2415"/>
                    <a:pt x="11514" y="2415"/>
                  </a:cubicBezTo>
                  <a:cubicBezTo>
                    <a:pt x="11511" y="2415"/>
                    <a:pt x="11507" y="2415"/>
                    <a:pt x="11503" y="2415"/>
                  </a:cubicBezTo>
                  <a:cubicBezTo>
                    <a:pt x="10624" y="2415"/>
                    <a:pt x="10130" y="2871"/>
                    <a:pt x="9760" y="3049"/>
                  </a:cubicBezTo>
                  <a:cubicBezTo>
                    <a:pt x="9750" y="2521"/>
                    <a:pt x="9788" y="2276"/>
                    <a:pt x="9697" y="1886"/>
                  </a:cubicBezTo>
                  <a:cubicBezTo>
                    <a:pt x="9671" y="1770"/>
                    <a:pt x="9584" y="1719"/>
                    <a:pt x="9496" y="1719"/>
                  </a:cubicBezTo>
                  <a:cubicBezTo>
                    <a:pt x="9373" y="1719"/>
                    <a:pt x="9248" y="1818"/>
                    <a:pt x="9284" y="1978"/>
                  </a:cubicBezTo>
                  <a:cubicBezTo>
                    <a:pt x="9361" y="2319"/>
                    <a:pt x="9322" y="2506"/>
                    <a:pt x="9332" y="3289"/>
                  </a:cubicBezTo>
                  <a:lnTo>
                    <a:pt x="7343" y="4428"/>
                  </a:lnTo>
                  <a:lnTo>
                    <a:pt x="5354" y="3289"/>
                  </a:lnTo>
                  <a:lnTo>
                    <a:pt x="5354" y="2410"/>
                  </a:lnTo>
                  <a:cubicBezTo>
                    <a:pt x="5354" y="1541"/>
                    <a:pt x="5921" y="772"/>
                    <a:pt x="6752" y="513"/>
                  </a:cubicBezTo>
                  <a:cubicBezTo>
                    <a:pt x="6946" y="453"/>
                    <a:pt x="7143" y="424"/>
                    <a:pt x="7339" y="424"/>
                  </a:cubicBezTo>
                  <a:cubicBezTo>
                    <a:pt x="7979" y="424"/>
                    <a:pt x="8598" y="733"/>
                    <a:pt x="8977" y="1281"/>
                  </a:cubicBezTo>
                  <a:cubicBezTo>
                    <a:pt x="9022" y="1359"/>
                    <a:pt x="9088" y="1391"/>
                    <a:pt x="9153" y="1391"/>
                  </a:cubicBezTo>
                  <a:cubicBezTo>
                    <a:pt x="9308" y="1391"/>
                    <a:pt x="9459" y="1210"/>
                    <a:pt x="9327" y="1041"/>
                  </a:cubicBezTo>
                  <a:cubicBezTo>
                    <a:pt x="8868" y="376"/>
                    <a:pt x="8116" y="0"/>
                    <a:pt x="73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8" name="Google Shape;13248;p86"/>
          <p:cNvGrpSpPr/>
          <p:nvPr/>
        </p:nvGrpSpPr>
        <p:grpSpPr>
          <a:xfrm>
            <a:off x="1287935" y="1510978"/>
            <a:ext cx="350288" cy="362357"/>
            <a:chOff x="1287935" y="1510978"/>
            <a:chExt cx="350288" cy="362357"/>
          </a:xfrm>
        </p:grpSpPr>
        <p:sp>
          <p:nvSpPr>
            <p:cNvPr id="13249" name="Google Shape;13249;p86"/>
            <p:cNvSpPr/>
            <p:nvPr/>
          </p:nvSpPr>
          <p:spPr>
            <a:xfrm>
              <a:off x="1335714" y="1516371"/>
              <a:ext cx="256721" cy="70974"/>
            </a:xfrm>
            <a:custGeom>
              <a:rect b="b" l="l" r="r" t="t"/>
              <a:pathLst>
                <a:path extrusionOk="0" h="2711" w="9806">
                  <a:moveTo>
                    <a:pt x="3849" y="1"/>
                  </a:moveTo>
                  <a:cubicBezTo>
                    <a:pt x="3090" y="1"/>
                    <a:pt x="2393" y="399"/>
                    <a:pt x="2004" y="1048"/>
                  </a:cubicBezTo>
                  <a:lnTo>
                    <a:pt x="1831" y="1331"/>
                  </a:lnTo>
                  <a:cubicBezTo>
                    <a:pt x="1668" y="1605"/>
                    <a:pt x="1375" y="1768"/>
                    <a:pt x="1058" y="1773"/>
                  </a:cubicBezTo>
                  <a:lnTo>
                    <a:pt x="471" y="1773"/>
                  </a:lnTo>
                  <a:cubicBezTo>
                    <a:pt x="212" y="1773"/>
                    <a:pt x="1" y="1980"/>
                    <a:pt x="1" y="2239"/>
                  </a:cubicBezTo>
                  <a:cubicBezTo>
                    <a:pt x="1" y="2499"/>
                    <a:pt x="212" y="2710"/>
                    <a:pt x="471" y="2710"/>
                  </a:cubicBezTo>
                  <a:lnTo>
                    <a:pt x="1058" y="2710"/>
                  </a:lnTo>
                  <a:cubicBezTo>
                    <a:pt x="1706" y="2710"/>
                    <a:pt x="2307" y="2369"/>
                    <a:pt x="2638" y="1816"/>
                  </a:cubicBezTo>
                  <a:lnTo>
                    <a:pt x="2811" y="1528"/>
                  </a:lnTo>
                  <a:cubicBezTo>
                    <a:pt x="3027" y="1163"/>
                    <a:pt x="3421" y="942"/>
                    <a:pt x="3849" y="937"/>
                  </a:cubicBezTo>
                  <a:lnTo>
                    <a:pt x="5814" y="937"/>
                  </a:lnTo>
                  <a:cubicBezTo>
                    <a:pt x="6236" y="942"/>
                    <a:pt x="6630" y="1163"/>
                    <a:pt x="6851" y="1528"/>
                  </a:cubicBezTo>
                  <a:lnTo>
                    <a:pt x="7019" y="1816"/>
                  </a:lnTo>
                  <a:cubicBezTo>
                    <a:pt x="7356" y="2369"/>
                    <a:pt x="7951" y="2710"/>
                    <a:pt x="8600" y="2710"/>
                  </a:cubicBezTo>
                  <a:lnTo>
                    <a:pt x="9335" y="2710"/>
                  </a:lnTo>
                  <a:cubicBezTo>
                    <a:pt x="9594" y="2710"/>
                    <a:pt x="9806" y="2499"/>
                    <a:pt x="9806" y="2239"/>
                  </a:cubicBezTo>
                  <a:cubicBezTo>
                    <a:pt x="9806" y="1980"/>
                    <a:pt x="9594" y="1773"/>
                    <a:pt x="9335" y="1773"/>
                  </a:cubicBezTo>
                  <a:lnTo>
                    <a:pt x="8600" y="1773"/>
                  </a:lnTo>
                  <a:cubicBezTo>
                    <a:pt x="8283" y="1773"/>
                    <a:pt x="7990" y="1605"/>
                    <a:pt x="7826" y="1331"/>
                  </a:cubicBezTo>
                  <a:lnTo>
                    <a:pt x="7654" y="1048"/>
                  </a:lnTo>
                  <a:cubicBezTo>
                    <a:pt x="7264" y="399"/>
                    <a:pt x="6563" y="1"/>
                    <a:pt x="580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86"/>
            <p:cNvSpPr/>
            <p:nvPr/>
          </p:nvSpPr>
          <p:spPr>
            <a:xfrm>
              <a:off x="1337861" y="1603393"/>
              <a:ext cx="69325" cy="66916"/>
            </a:xfrm>
            <a:custGeom>
              <a:rect b="b" l="l" r="r" t="t"/>
              <a:pathLst>
                <a:path extrusionOk="0" h="2556" w="2648">
                  <a:moveTo>
                    <a:pt x="500" y="1"/>
                  </a:moveTo>
                  <a:cubicBezTo>
                    <a:pt x="383" y="1"/>
                    <a:pt x="267" y="44"/>
                    <a:pt x="178" y="131"/>
                  </a:cubicBezTo>
                  <a:cubicBezTo>
                    <a:pt x="0" y="308"/>
                    <a:pt x="0" y="597"/>
                    <a:pt x="178" y="774"/>
                  </a:cubicBezTo>
                  <a:lnTo>
                    <a:pt x="1826" y="2422"/>
                  </a:lnTo>
                  <a:cubicBezTo>
                    <a:pt x="1915" y="2511"/>
                    <a:pt x="2031" y="2555"/>
                    <a:pt x="2148" y="2555"/>
                  </a:cubicBezTo>
                  <a:cubicBezTo>
                    <a:pt x="2264" y="2555"/>
                    <a:pt x="2381" y="2511"/>
                    <a:pt x="2470" y="2422"/>
                  </a:cubicBezTo>
                  <a:cubicBezTo>
                    <a:pt x="2647" y="2244"/>
                    <a:pt x="2647" y="1961"/>
                    <a:pt x="2470" y="1783"/>
                  </a:cubicBezTo>
                  <a:lnTo>
                    <a:pt x="822" y="131"/>
                  </a:lnTo>
                  <a:cubicBezTo>
                    <a:pt x="733" y="44"/>
                    <a:pt x="616" y="1"/>
                    <a:pt x="500"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86"/>
            <p:cNvSpPr/>
            <p:nvPr/>
          </p:nvSpPr>
          <p:spPr>
            <a:xfrm>
              <a:off x="1520990" y="1603315"/>
              <a:ext cx="69325" cy="66995"/>
            </a:xfrm>
            <a:custGeom>
              <a:rect b="b" l="l" r="r" t="t"/>
              <a:pathLst>
                <a:path extrusionOk="0" h="2559" w="2648">
                  <a:moveTo>
                    <a:pt x="2150" y="1"/>
                  </a:moveTo>
                  <a:cubicBezTo>
                    <a:pt x="2032" y="1"/>
                    <a:pt x="1915" y="47"/>
                    <a:pt x="1826" y="138"/>
                  </a:cubicBezTo>
                  <a:lnTo>
                    <a:pt x="178" y="1786"/>
                  </a:lnTo>
                  <a:cubicBezTo>
                    <a:pt x="0" y="1964"/>
                    <a:pt x="0" y="2247"/>
                    <a:pt x="178" y="2425"/>
                  </a:cubicBezTo>
                  <a:cubicBezTo>
                    <a:pt x="267" y="2514"/>
                    <a:pt x="382" y="2558"/>
                    <a:pt x="498" y="2558"/>
                  </a:cubicBezTo>
                  <a:cubicBezTo>
                    <a:pt x="614" y="2558"/>
                    <a:pt x="730" y="2514"/>
                    <a:pt x="822" y="2425"/>
                  </a:cubicBezTo>
                  <a:lnTo>
                    <a:pt x="2469" y="777"/>
                  </a:lnTo>
                  <a:cubicBezTo>
                    <a:pt x="2647" y="600"/>
                    <a:pt x="2647" y="311"/>
                    <a:pt x="2469" y="134"/>
                  </a:cubicBezTo>
                  <a:cubicBezTo>
                    <a:pt x="2381" y="45"/>
                    <a:pt x="2265" y="1"/>
                    <a:pt x="2150"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86"/>
            <p:cNvSpPr/>
            <p:nvPr/>
          </p:nvSpPr>
          <p:spPr>
            <a:xfrm>
              <a:off x="1349040" y="1784192"/>
              <a:ext cx="87572" cy="83697"/>
            </a:xfrm>
            <a:custGeom>
              <a:rect b="b" l="l" r="r" t="t"/>
              <a:pathLst>
                <a:path extrusionOk="0" h="3197" w="3345">
                  <a:moveTo>
                    <a:pt x="2514" y="1"/>
                  </a:moveTo>
                  <a:cubicBezTo>
                    <a:pt x="2320" y="1"/>
                    <a:pt x="2127" y="75"/>
                    <a:pt x="1980" y="224"/>
                  </a:cubicBezTo>
                  <a:lnTo>
                    <a:pt x="299" y="1906"/>
                  </a:lnTo>
                  <a:cubicBezTo>
                    <a:pt x="1" y="2199"/>
                    <a:pt x="1" y="2679"/>
                    <a:pt x="299" y="2977"/>
                  </a:cubicBezTo>
                  <a:cubicBezTo>
                    <a:pt x="445" y="3123"/>
                    <a:pt x="639" y="3197"/>
                    <a:pt x="833" y="3197"/>
                  </a:cubicBezTo>
                  <a:cubicBezTo>
                    <a:pt x="1027" y="3197"/>
                    <a:pt x="1221" y="3123"/>
                    <a:pt x="1370" y="2977"/>
                  </a:cubicBezTo>
                  <a:lnTo>
                    <a:pt x="3051" y="1295"/>
                  </a:lnTo>
                  <a:cubicBezTo>
                    <a:pt x="3345" y="998"/>
                    <a:pt x="3345" y="517"/>
                    <a:pt x="3051" y="224"/>
                  </a:cubicBezTo>
                  <a:cubicBezTo>
                    <a:pt x="2903" y="75"/>
                    <a:pt x="2708" y="1"/>
                    <a:pt x="2514"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86"/>
            <p:cNvSpPr/>
            <p:nvPr/>
          </p:nvSpPr>
          <p:spPr>
            <a:xfrm>
              <a:off x="1491537" y="1784192"/>
              <a:ext cx="87572" cy="83697"/>
            </a:xfrm>
            <a:custGeom>
              <a:rect b="b" l="l" r="r" t="t"/>
              <a:pathLst>
                <a:path extrusionOk="0" h="3197" w="3345">
                  <a:moveTo>
                    <a:pt x="831" y="1"/>
                  </a:moveTo>
                  <a:cubicBezTo>
                    <a:pt x="637" y="1"/>
                    <a:pt x="443" y="75"/>
                    <a:pt x="294" y="224"/>
                  </a:cubicBezTo>
                  <a:cubicBezTo>
                    <a:pt x="1" y="517"/>
                    <a:pt x="1" y="998"/>
                    <a:pt x="294" y="1295"/>
                  </a:cubicBezTo>
                  <a:lnTo>
                    <a:pt x="1975" y="2977"/>
                  </a:lnTo>
                  <a:cubicBezTo>
                    <a:pt x="2124" y="3123"/>
                    <a:pt x="2319" y="3197"/>
                    <a:pt x="2513" y="3197"/>
                  </a:cubicBezTo>
                  <a:cubicBezTo>
                    <a:pt x="2707" y="3197"/>
                    <a:pt x="2900" y="3123"/>
                    <a:pt x="3047" y="2977"/>
                  </a:cubicBezTo>
                  <a:cubicBezTo>
                    <a:pt x="3345" y="2679"/>
                    <a:pt x="3345" y="2199"/>
                    <a:pt x="3047" y="1906"/>
                  </a:cubicBezTo>
                  <a:lnTo>
                    <a:pt x="1365" y="224"/>
                  </a:lnTo>
                  <a:cubicBezTo>
                    <a:pt x="1219" y="75"/>
                    <a:pt x="1025" y="1"/>
                    <a:pt x="831"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86"/>
            <p:cNvSpPr/>
            <p:nvPr/>
          </p:nvSpPr>
          <p:spPr>
            <a:xfrm>
              <a:off x="1342887" y="1606168"/>
              <a:ext cx="242270" cy="242270"/>
            </a:xfrm>
            <a:custGeom>
              <a:rect b="b" l="l" r="r" t="t"/>
              <a:pathLst>
                <a:path extrusionOk="0" h="9254" w="9254">
                  <a:moveTo>
                    <a:pt x="4627" y="1"/>
                  </a:moveTo>
                  <a:cubicBezTo>
                    <a:pt x="2076" y="1"/>
                    <a:pt x="0" y="2071"/>
                    <a:pt x="0" y="4627"/>
                  </a:cubicBezTo>
                  <a:cubicBezTo>
                    <a:pt x="0" y="7183"/>
                    <a:pt x="2076" y="9253"/>
                    <a:pt x="4627" y="9253"/>
                  </a:cubicBezTo>
                  <a:cubicBezTo>
                    <a:pt x="7183" y="9253"/>
                    <a:pt x="9253" y="7183"/>
                    <a:pt x="9253" y="4627"/>
                  </a:cubicBezTo>
                  <a:cubicBezTo>
                    <a:pt x="9253" y="2071"/>
                    <a:pt x="7183" y="1"/>
                    <a:pt x="4627"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86"/>
            <p:cNvSpPr/>
            <p:nvPr/>
          </p:nvSpPr>
          <p:spPr>
            <a:xfrm>
              <a:off x="1364774" y="1629312"/>
              <a:ext cx="208052" cy="195931"/>
            </a:xfrm>
            <a:custGeom>
              <a:rect b="b" l="l" r="r" t="t"/>
              <a:pathLst>
                <a:path extrusionOk="0" h="7484" w="7947">
                  <a:moveTo>
                    <a:pt x="3790" y="0"/>
                  </a:moveTo>
                  <a:cubicBezTo>
                    <a:pt x="3347" y="0"/>
                    <a:pt x="2900" y="79"/>
                    <a:pt x="2470" y="241"/>
                  </a:cubicBezTo>
                  <a:cubicBezTo>
                    <a:pt x="1057" y="774"/>
                    <a:pt x="101" y="2110"/>
                    <a:pt x="48" y="3623"/>
                  </a:cubicBezTo>
                  <a:cubicBezTo>
                    <a:pt x="0" y="5136"/>
                    <a:pt x="870" y="6529"/>
                    <a:pt x="2249" y="7154"/>
                  </a:cubicBezTo>
                  <a:cubicBezTo>
                    <a:pt x="2742" y="7375"/>
                    <a:pt x="3266" y="7483"/>
                    <a:pt x="3786" y="7483"/>
                  </a:cubicBezTo>
                  <a:cubicBezTo>
                    <a:pt x="4720" y="7483"/>
                    <a:pt x="5642" y="7135"/>
                    <a:pt x="6351" y="6472"/>
                  </a:cubicBezTo>
                  <a:cubicBezTo>
                    <a:pt x="7869" y="5059"/>
                    <a:pt x="7946" y="2686"/>
                    <a:pt x="6524" y="1187"/>
                  </a:cubicBezTo>
                  <a:cubicBezTo>
                    <a:pt x="5802" y="414"/>
                    <a:pt x="4806" y="0"/>
                    <a:pt x="3790" y="0"/>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86"/>
            <p:cNvSpPr/>
            <p:nvPr/>
          </p:nvSpPr>
          <p:spPr>
            <a:xfrm>
              <a:off x="1402630" y="1630961"/>
              <a:ext cx="165798" cy="192554"/>
            </a:xfrm>
            <a:custGeom>
              <a:rect b="b" l="l" r="r" t="t"/>
              <a:pathLst>
                <a:path extrusionOk="0" h="7355" w="6333">
                  <a:moveTo>
                    <a:pt x="3046" y="0"/>
                  </a:moveTo>
                  <a:cubicBezTo>
                    <a:pt x="1278" y="336"/>
                    <a:pt x="0" y="1878"/>
                    <a:pt x="0" y="3675"/>
                  </a:cubicBezTo>
                  <a:cubicBezTo>
                    <a:pt x="0" y="5477"/>
                    <a:pt x="1278" y="7019"/>
                    <a:pt x="3046" y="7355"/>
                  </a:cubicBezTo>
                  <a:cubicBezTo>
                    <a:pt x="3743" y="7220"/>
                    <a:pt x="4387" y="6894"/>
                    <a:pt x="4905" y="6409"/>
                  </a:cubicBezTo>
                  <a:cubicBezTo>
                    <a:pt x="5933" y="5443"/>
                    <a:pt x="6332" y="3983"/>
                    <a:pt x="5938" y="2633"/>
                  </a:cubicBezTo>
                  <a:cubicBezTo>
                    <a:pt x="5544" y="1283"/>
                    <a:pt x="4430" y="264"/>
                    <a:pt x="3046"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86"/>
            <p:cNvSpPr/>
            <p:nvPr/>
          </p:nvSpPr>
          <p:spPr>
            <a:xfrm>
              <a:off x="1449675" y="1653842"/>
              <a:ext cx="26416" cy="94222"/>
            </a:xfrm>
            <a:custGeom>
              <a:rect b="b" l="l" r="r" t="t"/>
              <a:pathLst>
                <a:path extrusionOk="0" h="3599" w="1009">
                  <a:moveTo>
                    <a:pt x="505" y="0"/>
                  </a:moveTo>
                  <a:cubicBezTo>
                    <a:pt x="226" y="0"/>
                    <a:pt x="0" y="226"/>
                    <a:pt x="0" y="505"/>
                  </a:cubicBezTo>
                  <a:lnTo>
                    <a:pt x="0" y="3094"/>
                  </a:lnTo>
                  <a:cubicBezTo>
                    <a:pt x="0" y="3373"/>
                    <a:pt x="226" y="3599"/>
                    <a:pt x="505" y="3599"/>
                  </a:cubicBezTo>
                  <a:cubicBezTo>
                    <a:pt x="783" y="3599"/>
                    <a:pt x="1009" y="3373"/>
                    <a:pt x="1009" y="3094"/>
                  </a:cubicBezTo>
                  <a:lnTo>
                    <a:pt x="1009" y="505"/>
                  </a:lnTo>
                  <a:cubicBezTo>
                    <a:pt x="1009" y="226"/>
                    <a:pt x="783" y="0"/>
                    <a:pt x="505"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86"/>
            <p:cNvSpPr/>
            <p:nvPr/>
          </p:nvSpPr>
          <p:spPr>
            <a:xfrm>
              <a:off x="1448419" y="1722172"/>
              <a:ext cx="65424" cy="62832"/>
            </a:xfrm>
            <a:custGeom>
              <a:rect b="b" l="l" r="r" t="t"/>
              <a:pathLst>
                <a:path extrusionOk="0" h="2400" w="2499">
                  <a:moveTo>
                    <a:pt x="553" y="0"/>
                  </a:moveTo>
                  <a:cubicBezTo>
                    <a:pt x="424" y="0"/>
                    <a:pt x="296" y="49"/>
                    <a:pt x="197" y="148"/>
                  </a:cubicBezTo>
                  <a:cubicBezTo>
                    <a:pt x="0" y="345"/>
                    <a:pt x="0" y="667"/>
                    <a:pt x="197" y="864"/>
                  </a:cubicBezTo>
                  <a:lnTo>
                    <a:pt x="1590" y="2252"/>
                  </a:lnTo>
                  <a:cubicBezTo>
                    <a:pt x="1689" y="2351"/>
                    <a:pt x="1817" y="2400"/>
                    <a:pt x="1946" y="2400"/>
                  </a:cubicBezTo>
                  <a:cubicBezTo>
                    <a:pt x="2074" y="2400"/>
                    <a:pt x="2203" y="2351"/>
                    <a:pt x="2301" y="2252"/>
                  </a:cubicBezTo>
                  <a:cubicBezTo>
                    <a:pt x="2498" y="2055"/>
                    <a:pt x="2498" y="1738"/>
                    <a:pt x="2301" y="1541"/>
                  </a:cubicBezTo>
                  <a:lnTo>
                    <a:pt x="908" y="148"/>
                  </a:lnTo>
                  <a:cubicBezTo>
                    <a:pt x="810" y="49"/>
                    <a:pt x="681" y="0"/>
                    <a:pt x="553" y="0"/>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86"/>
            <p:cNvSpPr/>
            <p:nvPr/>
          </p:nvSpPr>
          <p:spPr>
            <a:xfrm>
              <a:off x="1293721" y="1560432"/>
              <a:ext cx="96238" cy="89536"/>
            </a:xfrm>
            <a:custGeom>
              <a:rect b="b" l="l" r="r" t="t"/>
              <a:pathLst>
                <a:path extrusionOk="0" h="3420" w="3676">
                  <a:moveTo>
                    <a:pt x="1922" y="0"/>
                  </a:moveTo>
                  <a:cubicBezTo>
                    <a:pt x="1474" y="0"/>
                    <a:pt x="1026" y="170"/>
                    <a:pt x="682" y="508"/>
                  </a:cubicBezTo>
                  <a:cubicBezTo>
                    <a:pt x="668" y="527"/>
                    <a:pt x="649" y="547"/>
                    <a:pt x="634" y="561"/>
                  </a:cubicBezTo>
                  <a:cubicBezTo>
                    <a:pt x="0" y="1253"/>
                    <a:pt x="24" y="2319"/>
                    <a:pt x="682" y="2987"/>
                  </a:cubicBezTo>
                  <a:lnTo>
                    <a:pt x="860" y="3160"/>
                  </a:lnTo>
                  <a:cubicBezTo>
                    <a:pt x="1031" y="3333"/>
                    <a:pt x="1255" y="3419"/>
                    <a:pt x="1480" y="3419"/>
                  </a:cubicBezTo>
                  <a:cubicBezTo>
                    <a:pt x="1706" y="3419"/>
                    <a:pt x="1931" y="3333"/>
                    <a:pt x="2104" y="3160"/>
                  </a:cubicBezTo>
                  <a:lnTo>
                    <a:pt x="3334" y="1930"/>
                  </a:lnTo>
                  <a:cubicBezTo>
                    <a:pt x="3675" y="1589"/>
                    <a:pt x="3675" y="1032"/>
                    <a:pt x="3334" y="686"/>
                  </a:cubicBezTo>
                  <a:lnTo>
                    <a:pt x="3161" y="508"/>
                  </a:lnTo>
                  <a:cubicBezTo>
                    <a:pt x="2818" y="170"/>
                    <a:pt x="2370" y="0"/>
                    <a:pt x="1922" y="0"/>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86"/>
            <p:cNvSpPr/>
            <p:nvPr/>
          </p:nvSpPr>
          <p:spPr>
            <a:xfrm>
              <a:off x="1309429" y="1560432"/>
              <a:ext cx="77624" cy="61392"/>
            </a:xfrm>
            <a:custGeom>
              <a:rect b="b" l="l" r="r" t="t"/>
              <a:pathLst>
                <a:path extrusionOk="0" h="2345" w="2965">
                  <a:moveTo>
                    <a:pt x="1321" y="0"/>
                  </a:moveTo>
                  <a:cubicBezTo>
                    <a:pt x="874" y="0"/>
                    <a:pt x="426" y="170"/>
                    <a:pt x="82" y="508"/>
                  </a:cubicBezTo>
                  <a:cubicBezTo>
                    <a:pt x="68" y="527"/>
                    <a:pt x="49" y="547"/>
                    <a:pt x="34" y="561"/>
                  </a:cubicBezTo>
                  <a:cubicBezTo>
                    <a:pt x="1" y="1065"/>
                    <a:pt x="183" y="1555"/>
                    <a:pt x="539" y="1911"/>
                  </a:cubicBezTo>
                  <a:lnTo>
                    <a:pt x="716" y="2089"/>
                  </a:lnTo>
                  <a:cubicBezTo>
                    <a:pt x="887" y="2259"/>
                    <a:pt x="1112" y="2345"/>
                    <a:pt x="1337" y="2345"/>
                  </a:cubicBezTo>
                  <a:cubicBezTo>
                    <a:pt x="1562" y="2345"/>
                    <a:pt x="1788" y="2259"/>
                    <a:pt x="1961" y="2089"/>
                  </a:cubicBezTo>
                  <a:lnTo>
                    <a:pt x="2965" y="1085"/>
                  </a:lnTo>
                  <a:cubicBezTo>
                    <a:pt x="2921" y="936"/>
                    <a:pt x="2845" y="796"/>
                    <a:pt x="2734" y="686"/>
                  </a:cubicBezTo>
                  <a:lnTo>
                    <a:pt x="2556" y="508"/>
                  </a:lnTo>
                  <a:cubicBezTo>
                    <a:pt x="2215" y="170"/>
                    <a:pt x="1768" y="0"/>
                    <a:pt x="1321"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86"/>
            <p:cNvSpPr/>
            <p:nvPr/>
          </p:nvSpPr>
          <p:spPr>
            <a:xfrm>
              <a:off x="1538085" y="1560510"/>
              <a:ext cx="96238" cy="89457"/>
            </a:xfrm>
            <a:custGeom>
              <a:rect b="b" l="l" r="r" t="t"/>
              <a:pathLst>
                <a:path extrusionOk="0" h="3417" w="3676">
                  <a:moveTo>
                    <a:pt x="1760" y="1"/>
                  </a:moveTo>
                  <a:cubicBezTo>
                    <a:pt x="1307" y="1"/>
                    <a:pt x="858" y="174"/>
                    <a:pt x="519" y="510"/>
                  </a:cubicBezTo>
                  <a:lnTo>
                    <a:pt x="346" y="683"/>
                  </a:lnTo>
                  <a:cubicBezTo>
                    <a:pt x="0" y="1029"/>
                    <a:pt x="0" y="1586"/>
                    <a:pt x="346" y="1927"/>
                  </a:cubicBezTo>
                  <a:lnTo>
                    <a:pt x="1576" y="3157"/>
                  </a:lnTo>
                  <a:cubicBezTo>
                    <a:pt x="1745" y="3326"/>
                    <a:pt x="1970" y="3416"/>
                    <a:pt x="2197" y="3416"/>
                  </a:cubicBezTo>
                  <a:cubicBezTo>
                    <a:pt x="2305" y="3416"/>
                    <a:pt x="2414" y="3396"/>
                    <a:pt x="2518" y="3354"/>
                  </a:cubicBezTo>
                  <a:cubicBezTo>
                    <a:pt x="2633" y="3311"/>
                    <a:pt x="2734" y="3243"/>
                    <a:pt x="2820" y="3157"/>
                  </a:cubicBezTo>
                  <a:lnTo>
                    <a:pt x="2998" y="2984"/>
                  </a:lnTo>
                  <a:cubicBezTo>
                    <a:pt x="3675" y="2297"/>
                    <a:pt x="3675" y="1192"/>
                    <a:pt x="2998" y="510"/>
                  </a:cubicBezTo>
                  <a:cubicBezTo>
                    <a:pt x="2916" y="428"/>
                    <a:pt x="2825" y="356"/>
                    <a:pt x="2734" y="294"/>
                  </a:cubicBezTo>
                  <a:cubicBezTo>
                    <a:pt x="2437" y="97"/>
                    <a:pt x="2097" y="1"/>
                    <a:pt x="1760" y="1"/>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86"/>
            <p:cNvSpPr/>
            <p:nvPr/>
          </p:nvSpPr>
          <p:spPr>
            <a:xfrm>
              <a:off x="1565365" y="1568181"/>
              <a:ext cx="68958" cy="80137"/>
            </a:xfrm>
            <a:custGeom>
              <a:rect b="b" l="l" r="r" t="t"/>
              <a:pathLst>
                <a:path extrusionOk="0" h="3061" w="2634">
                  <a:moveTo>
                    <a:pt x="1692" y="1"/>
                  </a:moveTo>
                  <a:cubicBezTo>
                    <a:pt x="1250" y="15"/>
                    <a:pt x="832" y="198"/>
                    <a:pt x="520" y="510"/>
                  </a:cubicBezTo>
                  <a:lnTo>
                    <a:pt x="342" y="683"/>
                  </a:lnTo>
                  <a:cubicBezTo>
                    <a:pt x="1" y="1029"/>
                    <a:pt x="1" y="1586"/>
                    <a:pt x="342" y="1927"/>
                  </a:cubicBezTo>
                  <a:lnTo>
                    <a:pt x="1476" y="3061"/>
                  </a:lnTo>
                  <a:cubicBezTo>
                    <a:pt x="1591" y="3018"/>
                    <a:pt x="1692" y="2950"/>
                    <a:pt x="1778" y="2864"/>
                  </a:cubicBezTo>
                  <a:lnTo>
                    <a:pt x="1956" y="2691"/>
                  </a:lnTo>
                  <a:cubicBezTo>
                    <a:pt x="2633" y="2004"/>
                    <a:pt x="2633" y="899"/>
                    <a:pt x="1956" y="217"/>
                  </a:cubicBezTo>
                  <a:cubicBezTo>
                    <a:pt x="1874" y="135"/>
                    <a:pt x="1783" y="63"/>
                    <a:pt x="169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86"/>
            <p:cNvSpPr/>
            <p:nvPr/>
          </p:nvSpPr>
          <p:spPr>
            <a:xfrm>
              <a:off x="1287935" y="1510978"/>
              <a:ext cx="350288" cy="362357"/>
            </a:xfrm>
            <a:custGeom>
              <a:rect b="b" l="l" r="r" t="t"/>
              <a:pathLst>
                <a:path extrusionOk="0" h="13841" w="13380">
                  <a:moveTo>
                    <a:pt x="7634" y="413"/>
                  </a:moveTo>
                  <a:cubicBezTo>
                    <a:pt x="8316" y="413"/>
                    <a:pt x="8950" y="773"/>
                    <a:pt x="9301" y="1360"/>
                  </a:cubicBezTo>
                  <a:cubicBezTo>
                    <a:pt x="9421" y="1508"/>
                    <a:pt x="9546" y="1950"/>
                    <a:pt x="10074" y="2123"/>
                  </a:cubicBezTo>
                  <a:cubicBezTo>
                    <a:pt x="9930" y="2248"/>
                    <a:pt x="9796" y="2383"/>
                    <a:pt x="9671" y="2527"/>
                  </a:cubicBezTo>
                  <a:cubicBezTo>
                    <a:pt x="9113" y="2239"/>
                    <a:pt x="8960" y="1782"/>
                    <a:pt x="8849" y="1629"/>
                  </a:cubicBezTo>
                  <a:cubicBezTo>
                    <a:pt x="8595" y="1201"/>
                    <a:pt x="8133" y="942"/>
                    <a:pt x="7634" y="942"/>
                  </a:cubicBezTo>
                  <a:lnTo>
                    <a:pt x="5674" y="942"/>
                  </a:lnTo>
                  <a:cubicBezTo>
                    <a:pt x="5174" y="942"/>
                    <a:pt x="4713" y="1201"/>
                    <a:pt x="4458" y="1629"/>
                  </a:cubicBezTo>
                  <a:cubicBezTo>
                    <a:pt x="4338" y="1797"/>
                    <a:pt x="4208" y="2181"/>
                    <a:pt x="3738" y="2469"/>
                  </a:cubicBezTo>
                  <a:cubicBezTo>
                    <a:pt x="3723" y="2455"/>
                    <a:pt x="3714" y="2445"/>
                    <a:pt x="3699" y="2431"/>
                  </a:cubicBezTo>
                  <a:lnTo>
                    <a:pt x="3526" y="2258"/>
                  </a:lnTo>
                  <a:cubicBezTo>
                    <a:pt x="3464" y="2195"/>
                    <a:pt x="3401" y="2138"/>
                    <a:pt x="3334" y="2090"/>
                  </a:cubicBezTo>
                  <a:cubicBezTo>
                    <a:pt x="3776" y="1888"/>
                    <a:pt x="3882" y="1523"/>
                    <a:pt x="4007" y="1360"/>
                  </a:cubicBezTo>
                  <a:cubicBezTo>
                    <a:pt x="4357" y="773"/>
                    <a:pt x="4987" y="413"/>
                    <a:pt x="5674" y="413"/>
                  </a:cubicBezTo>
                  <a:close/>
                  <a:moveTo>
                    <a:pt x="3219" y="4444"/>
                  </a:moveTo>
                  <a:lnTo>
                    <a:pt x="3469" y="4694"/>
                  </a:lnTo>
                  <a:cubicBezTo>
                    <a:pt x="3349" y="4804"/>
                    <a:pt x="3228" y="4924"/>
                    <a:pt x="3118" y="5049"/>
                  </a:cubicBezTo>
                  <a:lnTo>
                    <a:pt x="2868" y="4799"/>
                  </a:lnTo>
                  <a:lnTo>
                    <a:pt x="3219" y="4444"/>
                  </a:lnTo>
                  <a:close/>
                  <a:moveTo>
                    <a:pt x="10233" y="4444"/>
                  </a:moveTo>
                  <a:lnTo>
                    <a:pt x="10588" y="4794"/>
                  </a:lnTo>
                  <a:lnTo>
                    <a:pt x="10338" y="5049"/>
                  </a:lnTo>
                  <a:cubicBezTo>
                    <a:pt x="10228" y="4924"/>
                    <a:pt x="10108" y="4804"/>
                    <a:pt x="9988" y="4694"/>
                  </a:cubicBezTo>
                  <a:lnTo>
                    <a:pt x="10233" y="4444"/>
                  </a:lnTo>
                  <a:close/>
                  <a:moveTo>
                    <a:pt x="2143" y="2095"/>
                  </a:moveTo>
                  <a:cubicBezTo>
                    <a:pt x="2959" y="2095"/>
                    <a:pt x="3344" y="2681"/>
                    <a:pt x="3411" y="2719"/>
                  </a:cubicBezTo>
                  <a:cubicBezTo>
                    <a:pt x="3603" y="2916"/>
                    <a:pt x="3661" y="3204"/>
                    <a:pt x="3555" y="3459"/>
                  </a:cubicBezTo>
                  <a:cubicBezTo>
                    <a:pt x="3488" y="3627"/>
                    <a:pt x="3536" y="3545"/>
                    <a:pt x="2181" y="4905"/>
                  </a:cubicBezTo>
                  <a:cubicBezTo>
                    <a:pt x="2049" y="5037"/>
                    <a:pt x="1876" y="5103"/>
                    <a:pt x="1703" y="5103"/>
                  </a:cubicBezTo>
                  <a:cubicBezTo>
                    <a:pt x="1530" y="5103"/>
                    <a:pt x="1357" y="5037"/>
                    <a:pt x="1225" y="4905"/>
                  </a:cubicBezTo>
                  <a:lnTo>
                    <a:pt x="1052" y="4732"/>
                  </a:lnTo>
                  <a:cubicBezTo>
                    <a:pt x="96" y="3776"/>
                    <a:pt x="745" y="2095"/>
                    <a:pt x="2143" y="2095"/>
                  </a:cubicBezTo>
                  <a:close/>
                  <a:moveTo>
                    <a:pt x="7634" y="1355"/>
                  </a:moveTo>
                  <a:cubicBezTo>
                    <a:pt x="7989" y="1355"/>
                    <a:pt x="8316" y="1537"/>
                    <a:pt x="8498" y="1840"/>
                  </a:cubicBezTo>
                  <a:cubicBezTo>
                    <a:pt x="8609" y="1994"/>
                    <a:pt x="8806" y="2541"/>
                    <a:pt x="9483" y="2892"/>
                  </a:cubicBezTo>
                  <a:cubicBezTo>
                    <a:pt x="9373" y="3272"/>
                    <a:pt x="9474" y="3685"/>
                    <a:pt x="9757" y="3963"/>
                  </a:cubicBezTo>
                  <a:lnTo>
                    <a:pt x="9945" y="4155"/>
                  </a:lnTo>
                  <a:lnTo>
                    <a:pt x="9671" y="4429"/>
                  </a:lnTo>
                  <a:cubicBezTo>
                    <a:pt x="8812" y="3771"/>
                    <a:pt x="7775" y="3430"/>
                    <a:pt x="6727" y="3430"/>
                  </a:cubicBezTo>
                  <a:cubicBezTo>
                    <a:pt x="6123" y="3430"/>
                    <a:pt x="5514" y="3544"/>
                    <a:pt x="4934" y="3776"/>
                  </a:cubicBezTo>
                  <a:cubicBezTo>
                    <a:pt x="4709" y="3865"/>
                    <a:pt x="4803" y="4172"/>
                    <a:pt x="5004" y="4172"/>
                  </a:cubicBezTo>
                  <a:cubicBezTo>
                    <a:pt x="5030" y="4172"/>
                    <a:pt x="5058" y="4167"/>
                    <a:pt x="5088" y="4155"/>
                  </a:cubicBezTo>
                  <a:cubicBezTo>
                    <a:pt x="5630" y="3939"/>
                    <a:pt x="6182" y="3839"/>
                    <a:pt x="6722" y="3839"/>
                  </a:cubicBezTo>
                  <a:cubicBezTo>
                    <a:pt x="9050" y="3839"/>
                    <a:pt x="11146" y="5709"/>
                    <a:pt x="11146" y="8263"/>
                  </a:cubicBezTo>
                  <a:cubicBezTo>
                    <a:pt x="11146" y="10813"/>
                    <a:pt x="9054" y="12685"/>
                    <a:pt x="6729" y="12685"/>
                  </a:cubicBezTo>
                  <a:cubicBezTo>
                    <a:pt x="6175" y="12685"/>
                    <a:pt x="5609" y="12579"/>
                    <a:pt x="5054" y="12351"/>
                  </a:cubicBezTo>
                  <a:cubicBezTo>
                    <a:pt x="1768" y="11011"/>
                    <a:pt x="1297" y="6442"/>
                    <a:pt x="4381" y="4511"/>
                  </a:cubicBezTo>
                  <a:cubicBezTo>
                    <a:pt x="4564" y="4385"/>
                    <a:pt x="4445" y="4132"/>
                    <a:pt x="4267" y="4132"/>
                  </a:cubicBezTo>
                  <a:cubicBezTo>
                    <a:pt x="4235" y="4132"/>
                    <a:pt x="4200" y="4141"/>
                    <a:pt x="4165" y="4160"/>
                  </a:cubicBezTo>
                  <a:cubicBezTo>
                    <a:pt x="4036" y="4247"/>
                    <a:pt x="3906" y="4333"/>
                    <a:pt x="3781" y="4429"/>
                  </a:cubicBezTo>
                  <a:lnTo>
                    <a:pt x="3507" y="4155"/>
                  </a:lnTo>
                  <a:cubicBezTo>
                    <a:pt x="3598" y="4040"/>
                    <a:pt x="4016" y="3786"/>
                    <a:pt x="4016" y="3195"/>
                  </a:cubicBezTo>
                  <a:cubicBezTo>
                    <a:pt x="4016" y="3070"/>
                    <a:pt x="3992" y="2945"/>
                    <a:pt x="3954" y="2825"/>
                  </a:cubicBezTo>
                  <a:cubicBezTo>
                    <a:pt x="4526" y="2474"/>
                    <a:pt x="4698" y="1998"/>
                    <a:pt x="4814" y="1840"/>
                  </a:cubicBezTo>
                  <a:cubicBezTo>
                    <a:pt x="4992" y="1537"/>
                    <a:pt x="5318" y="1355"/>
                    <a:pt x="5674" y="1355"/>
                  </a:cubicBezTo>
                  <a:close/>
                  <a:moveTo>
                    <a:pt x="3449" y="11813"/>
                  </a:moveTo>
                  <a:cubicBezTo>
                    <a:pt x="3728" y="12068"/>
                    <a:pt x="4031" y="12289"/>
                    <a:pt x="4357" y="12471"/>
                  </a:cubicBezTo>
                  <a:lnTo>
                    <a:pt x="3560" y="13269"/>
                  </a:lnTo>
                  <a:cubicBezTo>
                    <a:pt x="3453" y="13367"/>
                    <a:pt x="3318" y="13415"/>
                    <a:pt x="3184" y="13415"/>
                  </a:cubicBezTo>
                  <a:cubicBezTo>
                    <a:pt x="3042" y="13415"/>
                    <a:pt x="2900" y="13361"/>
                    <a:pt x="2791" y="13254"/>
                  </a:cubicBezTo>
                  <a:cubicBezTo>
                    <a:pt x="2585" y="13043"/>
                    <a:pt x="2575" y="12707"/>
                    <a:pt x="2777" y="12486"/>
                  </a:cubicBezTo>
                  <a:lnTo>
                    <a:pt x="3449" y="11813"/>
                  </a:lnTo>
                  <a:close/>
                  <a:moveTo>
                    <a:pt x="10007" y="11808"/>
                  </a:moveTo>
                  <a:lnTo>
                    <a:pt x="10680" y="12486"/>
                  </a:lnTo>
                  <a:cubicBezTo>
                    <a:pt x="10910" y="12702"/>
                    <a:pt x="10920" y="13062"/>
                    <a:pt x="10694" y="13283"/>
                  </a:cubicBezTo>
                  <a:cubicBezTo>
                    <a:pt x="10586" y="13391"/>
                    <a:pt x="10444" y="13445"/>
                    <a:pt x="10303" y="13445"/>
                  </a:cubicBezTo>
                  <a:cubicBezTo>
                    <a:pt x="10156" y="13445"/>
                    <a:pt x="10009" y="13386"/>
                    <a:pt x="9901" y="13269"/>
                  </a:cubicBezTo>
                  <a:lnTo>
                    <a:pt x="9104" y="12471"/>
                  </a:lnTo>
                  <a:cubicBezTo>
                    <a:pt x="9430" y="12284"/>
                    <a:pt x="9733" y="12063"/>
                    <a:pt x="10007" y="11808"/>
                  </a:cubicBezTo>
                  <a:close/>
                  <a:moveTo>
                    <a:pt x="5674" y="0"/>
                  </a:moveTo>
                  <a:cubicBezTo>
                    <a:pt x="4843" y="0"/>
                    <a:pt x="4079" y="437"/>
                    <a:pt x="3651" y="1148"/>
                  </a:cubicBezTo>
                  <a:lnTo>
                    <a:pt x="3478" y="1432"/>
                  </a:lnTo>
                  <a:cubicBezTo>
                    <a:pt x="3296" y="1742"/>
                    <a:pt x="2998" y="1774"/>
                    <a:pt x="2837" y="1774"/>
                  </a:cubicBezTo>
                  <a:cubicBezTo>
                    <a:pt x="2794" y="1774"/>
                    <a:pt x="2761" y="1772"/>
                    <a:pt x="2742" y="1772"/>
                  </a:cubicBezTo>
                  <a:cubicBezTo>
                    <a:pt x="2736" y="1772"/>
                    <a:pt x="2732" y="1772"/>
                    <a:pt x="2729" y="1773"/>
                  </a:cubicBezTo>
                  <a:cubicBezTo>
                    <a:pt x="2533" y="1710"/>
                    <a:pt x="2334" y="1680"/>
                    <a:pt x="2137" y="1680"/>
                  </a:cubicBezTo>
                  <a:cubicBezTo>
                    <a:pt x="1469" y="1680"/>
                    <a:pt x="830" y="2026"/>
                    <a:pt x="466" y="2623"/>
                  </a:cubicBezTo>
                  <a:cubicBezTo>
                    <a:pt x="0" y="3392"/>
                    <a:pt x="120" y="4381"/>
                    <a:pt x="759" y="5020"/>
                  </a:cubicBezTo>
                  <a:cubicBezTo>
                    <a:pt x="855" y="5092"/>
                    <a:pt x="1119" y="5515"/>
                    <a:pt x="1701" y="5515"/>
                  </a:cubicBezTo>
                  <a:cubicBezTo>
                    <a:pt x="2253" y="5515"/>
                    <a:pt x="2522" y="5126"/>
                    <a:pt x="2575" y="5087"/>
                  </a:cubicBezTo>
                  <a:lnTo>
                    <a:pt x="2859" y="5371"/>
                  </a:lnTo>
                  <a:cubicBezTo>
                    <a:pt x="1403" y="7321"/>
                    <a:pt x="1682" y="9973"/>
                    <a:pt x="3161" y="11520"/>
                  </a:cubicBezTo>
                  <a:lnTo>
                    <a:pt x="2484" y="12197"/>
                  </a:lnTo>
                  <a:cubicBezTo>
                    <a:pt x="1883" y="12798"/>
                    <a:pt x="2306" y="13840"/>
                    <a:pt x="3166" y="13840"/>
                  </a:cubicBezTo>
                  <a:cubicBezTo>
                    <a:pt x="3421" y="13840"/>
                    <a:pt x="3666" y="13739"/>
                    <a:pt x="3848" y="13557"/>
                  </a:cubicBezTo>
                  <a:lnTo>
                    <a:pt x="4742" y="12663"/>
                  </a:lnTo>
                  <a:cubicBezTo>
                    <a:pt x="5373" y="12949"/>
                    <a:pt x="6051" y="13092"/>
                    <a:pt x="6728" y="13092"/>
                  </a:cubicBezTo>
                  <a:cubicBezTo>
                    <a:pt x="7406" y="13092"/>
                    <a:pt x="8083" y="12949"/>
                    <a:pt x="8715" y="12663"/>
                  </a:cubicBezTo>
                  <a:lnTo>
                    <a:pt x="9603" y="13557"/>
                  </a:lnTo>
                  <a:cubicBezTo>
                    <a:pt x="9786" y="13739"/>
                    <a:pt x="10031" y="13840"/>
                    <a:pt x="10286" y="13840"/>
                  </a:cubicBezTo>
                  <a:cubicBezTo>
                    <a:pt x="11141" y="13840"/>
                    <a:pt x="11578" y="12803"/>
                    <a:pt x="10968" y="12193"/>
                  </a:cubicBezTo>
                  <a:lnTo>
                    <a:pt x="10295" y="11520"/>
                  </a:lnTo>
                  <a:cubicBezTo>
                    <a:pt x="11857" y="9805"/>
                    <a:pt x="11981" y="7225"/>
                    <a:pt x="10593" y="5366"/>
                  </a:cubicBezTo>
                  <a:lnTo>
                    <a:pt x="10872" y="5087"/>
                  </a:lnTo>
                  <a:cubicBezTo>
                    <a:pt x="10934" y="5131"/>
                    <a:pt x="11189" y="5510"/>
                    <a:pt x="11751" y="5510"/>
                  </a:cubicBezTo>
                  <a:cubicBezTo>
                    <a:pt x="12039" y="5510"/>
                    <a:pt x="12313" y="5400"/>
                    <a:pt x="12519" y="5193"/>
                  </a:cubicBezTo>
                  <a:cubicBezTo>
                    <a:pt x="12568" y="5126"/>
                    <a:pt x="13379" y="4540"/>
                    <a:pt x="13255" y="3425"/>
                  </a:cubicBezTo>
                  <a:cubicBezTo>
                    <a:pt x="13241" y="3299"/>
                    <a:pt x="13147" y="3240"/>
                    <a:pt x="13053" y="3240"/>
                  </a:cubicBezTo>
                  <a:cubicBezTo>
                    <a:pt x="12942" y="3240"/>
                    <a:pt x="12831" y="3321"/>
                    <a:pt x="12846" y="3469"/>
                  </a:cubicBezTo>
                  <a:cubicBezTo>
                    <a:pt x="12947" y="4367"/>
                    <a:pt x="12284" y="4823"/>
                    <a:pt x="12231" y="4905"/>
                  </a:cubicBezTo>
                  <a:cubicBezTo>
                    <a:pt x="12099" y="5035"/>
                    <a:pt x="11926" y="5099"/>
                    <a:pt x="11753" y="5099"/>
                  </a:cubicBezTo>
                  <a:cubicBezTo>
                    <a:pt x="11580" y="5099"/>
                    <a:pt x="11407" y="5035"/>
                    <a:pt x="11275" y="4905"/>
                  </a:cubicBezTo>
                  <a:lnTo>
                    <a:pt x="10045" y="3675"/>
                  </a:lnTo>
                  <a:cubicBezTo>
                    <a:pt x="9781" y="3411"/>
                    <a:pt x="9781" y="2983"/>
                    <a:pt x="10045" y="2719"/>
                  </a:cubicBezTo>
                  <a:cubicBezTo>
                    <a:pt x="10137" y="2657"/>
                    <a:pt x="10511" y="2095"/>
                    <a:pt x="11314" y="2095"/>
                  </a:cubicBezTo>
                  <a:cubicBezTo>
                    <a:pt x="11833" y="2095"/>
                    <a:pt x="12323" y="2354"/>
                    <a:pt x="12606" y="2791"/>
                  </a:cubicBezTo>
                  <a:cubicBezTo>
                    <a:pt x="12650" y="2859"/>
                    <a:pt x="12711" y="2888"/>
                    <a:pt x="12772" y="2888"/>
                  </a:cubicBezTo>
                  <a:cubicBezTo>
                    <a:pt x="12916" y="2888"/>
                    <a:pt x="13057" y="2728"/>
                    <a:pt x="12952" y="2565"/>
                  </a:cubicBezTo>
                  <a:cubicBezTo>
                    <a:pt x="12583" y="2005"/>
                    <a:pt x="11962" y="1682"/>
                    <a:pt x="11315" y="1682"/>
                  </a:cubicBezTo>
                  <a:cubicBezTo>
                    <a:pt x="11120" y="1682"/>
                    <a:pt x="10922" y="1711"/>
                    <a:pt x="10728" y="1773"/>
                  </a:cubicBezTo>
                  <a:lnTo>
                    <a:pt x="10425" y="1773"/>
                  </a:lnTo>
                  <a:cubicBezTo>
                    <a:pt x="10180" y="1773"/>
                    <a:pt x="9949" y="1643"/>
                    <a:pt x="9824" y="1432"/>
                  </a:cubicBezTo>
                  <a:lnTo>
                    <a:pt x="9651" y="1148"/>
                  </a:lnTo>
                  <a:cubicBezTo>
                    <a:pt x="9229" y="437"/>
                    <a:pt x="8460" y="5"/>
                    <a:pt x="76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86"/>
            <p:cNvSpPr/>
            <p:nvPr/>
          </p:nvSpPr>
          <p:spPr>
            <a:xfrm>
              <a:off x="1345662" y="1623892"/>
              <a:ext cx="225410" cy="206874"/>
            </a:xfrm>
            <a:custGeom>
              <a:rect b="b" l="l" r="r" t="t"/>
              <a:pathLst>
                <a:path extrusionOk="0" h="7902" w="8610">
                  <a:moveTo>
                    <a:pt x="4580" y="1"/>
                  </a:moveTo>
                  <a:cubicBezTo>
                    <a:pt x="2561" y="1"/>
                    <a:pt x="577" y="1533"/>
                    <a:pt x="577" y="3950"/>
                  </a:cubicBezTo>
                  <a:cubicBezTo>
                    <a:pt x="577" y="6334"/>
                    <a:pt x="2542" y="7902"/>
                    <a:pt x="4570" y="7902"/>
                  </a:cubicBezTo>
                  <a:cubicBezTo>
                    <a:pt x="5603" y="7902"/>
                    <a:pt x="6652" y="7495"/>
                    <a:pt x="7466" y="6583"/>
                  </a:cubicBezTo>
                  <a:cubicBezTo>
                    <a:pt x="7730" y="6285"/>
                    <a:pt x="7951" y="5948"/>
                    <a:pt x="8119" y="5583"/>
                  </a:cubicBezTo>
                  <a:cubicBezTo>
                    <a:pt x="8191" y="5420"/>
                    <a:pt x="8057" y="5292"/>
                    <a:pt x="7922" y="5292"/>
                  </a:cubicBezTo>
                  <a:cubicBezTo>
                    <a:pt x="7851" y="5292"/>
                    <a:pt x="7780" y="5328"/>
                    <a:pt x="7740" y="5415"/>
                  </a:cubicBezTo>
                  <a:cubicBezTo>
                    <a:pt x="7163" y="6674"/>
                    <a:pt x="5909" y="7486"/>
                    <a:pt x="4521" y="7486"/>
                  </a:cubicBezTo>
                  <a:cubicBezTo>
                    <a:pt x="1658" y="7486"/>
                    <a:pt x="0" y="4253"/>
                    <a:pt x="1610" y="1937"/>
                  </a:cubicBezTo>
                  <a:cubicBezTo>
                    <a:pt x="2312" y="926"/>
                    <a:pt x="3418" y="413"/>
                    <a:pt x="4525" y="413"/>
                  </a:cubicBezTo>
                  <a:cubicBezTo>
                    <a:pt x="5622" y="413"/>
                    <a:pt x="6720" y="916"/>
                    <a:pt x="7427" y="1937"/>
                  </a:cubicBezTo>
                  <a:cubicBezTo>
                    <a:pt x="7980" y="2734"/>
                    <a:pt x="8181" y="3729"/>
                    <a:pt x="7980" y="4680"/>
                  </a:cubicBezTo>
                  <a:cubicBezTo>
                    <a:pt x="7946" y="4833"/>
                    <a:pt x="8067" y="4926"/>
                    <a:pt x="8185" y="4926"/>
                  </a:cubicBezTo>
                  <a:cubicBezTo>
                    <a:pt x="8273" y="4926"/>
                    <a:pt x="8359" y="4876"/>
                    <a:pt x="8383" y="4762"/>
                  </a:cubicBezTo>
                  <a:cubicBezTo>
                    <a:pt x="8609" y="3695"/>
                    <a:pt x="8383" y="2581"/>
                    <a:pt x="7759" y="1687"/>
                  </a:cubicBezTo>
                  <a:cubicBezTo>
                    <a:pt x="6944" y="520"/>
                    <a:pt x="5756" y="1"/>
                    <a:pt x="45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86"/>
            <p:cNvSpPr/>
            <p:nvPr/>
          </p:nvSpPr>
          <p:spPr>
            <a:xfrm>
              <a:off x="1444125" y="1648423"/>
              <a:ext cx="80687" cy="141974"/>
            </a:xfrm>
            <a:custGeom>
              <a:rect b="b" l="l" r="r" t="t"/>
              <a:pathLst>
                <a:path extrusionOk="0" h="5423" w="3082">
                  <a:moveTo>
                    <a:pt x="717" y="376"/>
                  </a:moveTo>
                  <a:cubicBezTo>
                    <a:pt x="894" y="376"/>
                    <a:pt x="1034" y="534"/>
                    <a:pt x="1014" y="712"/>
                  </a:cubicBezTo>
                  <a:lnTo>
                    <a:pt x="1014" y="2677"/>
                  </a:lnTo>
                  <a:cubicBezTo>
                    <a:pt x="918" y="2633"/>
                    <a:pt x="816" y="2612"/>
                    <a:pt x="715" y="2612"/>
                  </a:cubicBezTo>
                  <a:cubicBezTo>
                    <a:pt x="613" y="2612"/>
                    <a:pt x="512" y="2633"/>
                    <a:pt x="419" y="2677"/>
                  </a:cubicBezTo>
                  <a:lnTo>
                    <a:pt x="419" y="712"/>
                  </a:lnTo>
                  <a:cubicBezTo>
                    <a:pt x="395" y="534"/>
                    <a:pt x="534" y="376"/>
                    <a:pt x="717" y="376"/>
                  </a:cubicBezTo>
                  <a:close/>
                  <a:moveTo>
                    <a:pt x="751" y="3027"/>
                  </a:moveTo>
                  <a:cubicBezTo>
                    <a:pt x="883" y="3027"/>
                    <a:pt x="921" y="3102"/>
                    <a:pt x="2321" y="4502"/>
                  </a:cubicBezTo>
                  <a:lnTo>
                    <a:pt x="2316" y="4502"/>
                  </a:lnTo>
                  <a:cubicBezTo>
                    <a:pt x="2465" y="4613"/>
                    <a:pt x="2480" y="4824"/>
                    <a:pt x="2350" y="4954"/>
                  </a:cubicBezTo>
                  <a:cubicBezTo>
                    <a:pt x="2291" y="5013"/>
                    <a:pt x="2214" y="5042"/>
                    <a:pt x="2138" y="5042"/>
                  </a:cubicBezTo>
                  <a:cubicBezTo>
                    <a:pt x="2048" y="5042"/>
                    <a:pt x="1958" y="5001"/>
                    <a:pt x="1898" y="4920"/>
                  </a:cubicBezTo>
                  <a:lnTo>
                    <a:pt x="510" y="3537"/>
                  </a:lnTo>
                  <a:cubicBezTo>
                    <a:pt x="327" y="3344"/>
                    <a:pt x="457" y="3032"/>
                    <a:pt x="721" y="3027"/>
                  </a:cubicBezTo>
                  <a:cubicBezTo>
                    <a:pt x="732" y="3027"/>
                    <a:pt x="742" y="3027"/>
                    <a:pt x="751" y="3027"/>
                  </a:cubicBezTo>
                  <a:close/>
                  <a:moveTo>
                    <a:pt x="717" y="1"/>
                  </a:moveTo>
                  <a:cubicBezTo>
                    <a:pt x="327" y="1"/>
                    <a:pt x="6" y="318"/>
                    <a:pt x="6" y="712"/>
                  </a:cubicBezTo>
                  <a:lnTo>
                    <a:pt x="6" y="3306"/>
                  </a:lnTo>
                  <a:cubicBezTo>
                    <a:pt x="1" y="3498"/>
                    <a:pt x="78" y="3685"/>
                    <a:pt x="217" y="3820"/>
                  </a:cubicBezTo>
                  <a:cubicBezTo>
                    <a:pt x="1629" y="5204"/>
                    <a:pt x="1610" y="5285"/>
                    <a:pt x="1865" y="5376"/>
                  </a:cubicBezTo>
                  <a:cubicBezTo>
                    <a:pt x="1953" y="5408"/>
                    <a:pt x="2038" y="5423"/>
                    <a:pt x="2120" y="5423"/>
                  </a:cubicBezTo>
                  <a:cubicBezTo>
                    <a:pt x="2703" y="5423"/>
                    <a:pt x="3081" y="4681"/>
                    <a:pt x="2609" y="4209"/>
                  </a:cubicBezTo>
                  <a:lnTo>
                    <a:pt x="1428" y="3027"/>
                  </a:lnTo>
                  <a:lnTo>
                    <a:pt x="1428" y="712"/>
                  </a:lnTo>
                  <a:cubicBezTo>
                    <a:pt x="1428" y="318"/>
                    <a:pt x="1110" y="1"/>
                    <a:pt x="7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86"/>
            <p:cNvSpPr/>
            <p:nvPr/>
          </p:nvSpPr>
          <p:spPr>
            <a:xfrm>
              <a:off x="1493684" y="1777098"/>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86"/>
            <p:cNvSpPr/>
            <p:nvPr/>
          </p:nvSpPr>
          <p:spPr>
            <a:xfrm>
              <a:off x="1493815" y="1777333"/>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8" name="Google Shape;13268;p86"/>
          <p:cNvGrpSpPr/>
          <p:nvPr/>
        </p:nvGrpSpPr>
        <p:grpSpPr>
          <a:xfrm>
            <a:off x="2477973" y="4289959"/>
            <a:ext cx="210042" cy="361991"/>
            <a:chOff x="2477973" y="4289959"/>
            <a:chExt cx="210042" cy="361991"/>
          </a:xfrm>
        </p:grpSpPr>
        <p:sp>
          <p:nvSpPr>
            <p:cNvPr id="13269" name="Google Shape;13269;p86"/>
            <p:cNvSpPr/>
            <p:nvPr/>
          </p:nvSpPr>
          <p:spPr>
            <a:xfrm>
              <a:off x="2493551" y="4295745"/>
              <a:ext cx="178888" cy="350288"/>
            </a:xfrm>
            <a:custGeom>
              <a:rect b="b" l="l" r="r" t="t"/>
              <a:pathLst>
                <a:path extrusionOk="0" h="13380" w="6833">
                  <a:moveTo>
                    <a:pt x="1" y="1"/>
                  </a:moveTo>
                  <a:lnTo>
                    <a:pt x="1" y="3397"/>
                  </a:lnTo>
                  <a:cubicBezTo>
                    <a:pt x="1" y="4934"/>
                    <a:pt x="1029" y="6284"/>
                    <a:pt x="2513" y="6693"/>
                  </a:cubicBezTo>
                  <a:cubicBezTo>
                    <a:pt x="1029" y="7096"/>
                    <a:pt x="1" y="8446"/>
                    <a:pt x="1" y="9983"/>
                  </a:cubicBezTo>
                  <a:lnTo>
                    <a:pt x="1" y="13380"/>
                  </a:lnTo>
                  <a:lnTo>
                    <a:pt x="6832" y="13380"/>
                  </a:lnTo>
                  <a:lnTo>
                    <a:pt x="6832" y="9983"/>
                  </a:lnTo>
                  <a:cubicBezTo>
                    <a:pt x="6827" y="8446"/>
                    <a:pt x="5799" y="7096"/>
                    <a:pt x="4320" y="6693"/>
                  </a:cubicBezTo>
                  <a:cubicBezTo>
                    <a:pt x="5799" y="6284"/>
                    <a:pt x="6827" y="4934"/>
                    <a:pt x="6832" y="3397"/>
                  </a:cubicBezTo>
                  <a:lnTo>
                    <a:pt x="6832" y="1"/>
                  </a:lnTo>
                  <a:close/>
                </a:path>
              </a:pathLst>
            </a:custGeom>
            <a:solidFill>
              <a:srgbClr val="E5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86"/>
            <p:cNvSpPr/>
            <p:nvPr/>
          </p:nvSpPr>
          <p:spPr>
            <a:xfrm>
              <a:off x="2516825" y="4404025"/>
              <a:ext cx="132078" cy="218760"/>
            </a:xfrm>
            <a:custGeom>
              <a:rect b="b" l="l" r="r" t="t"/>
              <a:pathLst>
                <a:path extrusionOk="0" h="8356" w="5045">
                  <a:moveTo>
                    <a:pt x="116" y="1"/>
                  </a:moveTo>
                  <a:cubicBezTo>
                    <a:pt x="366" y="832"/>
                    <a:pt x="1024" y="1471"/>
                    <a:pt x="1860" y="1692"/>
                  </a:cubicBezTo>
                  <a:cubicBezTo>
                    <a:pt x="2004" y="1735"/>
                    <a:pt x="2153" y="1764"/>
                    <a:pt x="2302" y="1778"/>
                  </a:cubicBezTo>
                  <a:lnTo>
                    <a:pt x="2302" y="4704"/>
                  </a:lnTo>
                  <a:cubicBezTo>
                    <a:pt x="1000" y="4819"/>
                    <a:pt x="1" y="5910"/>
                    <a:pt x="1" y="7216"/>
                  </a:cubicBezTo>
                  <a:lnTo>
                    <a:pt x="1" y="8355"/>
                  </a:lnTo>
                  <a:lnTo>
                    <a:pt x="5045" y="8355"/>
                  </a:lnTo>
                  <a:lnTo>
                    <a:pt x="5045" y="7216"/>
                  </a:lnTo>
                  <a:cubicBezTo>
                    <a:pt x="5045" y="5910"/>
                    <a:pt x="4050" y="4819"/>
                    <a:pt x="2748" y="4704"/>
                  </a:cubicBezTo>
                  <a:lnTo>
                    <a:pt x="2748" y="1778"/>
                  </a:lnTo>
                  <a:cubicBezTo>
                    <a:pt x="2902" y="1764"/>
                    <a:pt x="3051" y="1735"/>
                    <a:pt x="3195" y="1692"/>
                  </a:cubicBezTo>
                  <a:cubicBezTo>
                    <a:pt x="4031" y="1471"/>
                    <a:pt x="4689" y="832"/>
                    <a:pt x="4934" y="1"/>
                  </a:cubicBezTo>
                  <a:close/>
                </a:path>
              </a:pathLst>
            </a:custGeom>
            <a:solidFill>
              <a:srgbClr val="AE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86"/>
            <p:cNvSpPr/>
            <p:nvPr/>
          </p:nvSpPr>
          <p:spPr>
            <a:xfrm>
              <a:off x="2477973" y="4289959"/>
              <a:ext cx="210042" cy="361991"/>
            </a:xfrm>
            <a:custGeom>
              <a:rect b="b" l="l" r="r" t="t"/>
              <a:pathLst>
                <a:path extrusionOk="0" h="13827" w="8023">
                  <a:moveTo>
                    <a:pt x="7201" y="443"/>
                  </a:moveTo>
                  <a:lnTo>
                    <a:pt x="7201" y="3618"/>
                  </a:lnTo>
                  <a:cubicBezTo>
                    <a:pt x="7201" y="5054"/>
                    <a:pt x="6241" y="6313"/>
                    <a:pt x="4857" y="6697"/>
                  </a:cubicBezTo>
                  <a:cubicBezTo>
                    <a:pt x="4636" y="6755"/>
                    <a:pt x="4636" y="7067"/>
                    <a:pt x="4857" y="7125"/>
                  </a:cubicBezTo>
                  <a:cubicBezTo>
                    <a:pt x="6241" y="7509"/>
                    <a:pt x="7201" y="8768"/>
                    <a:pt x="7201" y="10204"/>
                  </a:cubicBezTo>
                  <a:lnTo>
                    <a:pt x="7201" y="13380"/>
                  </a:lnTo>
                  <a:lnTo>
                    <a:pt x="822" y="13380"/>
                  </a:lnTo>
                  <a:lnTo>
                    <a:pt x="822" y="10204"/>
                  </a:lnTo>
                  <a:cubicBezTo>
                    <a:pt x="822" y="8768"/>
                    <a:pt x="1782" y="7509"/>
                    <a:pt x="3166" y="7125"/>
                  </a:cubicBezTo>
                  <a:cubicBezTo>
                    <a:pt x="3387" y="7067"/>
                    <a:pt x="3387" y="6755"/>
                    <a:pt x="3166" y="6697"/>
                  </a:cubicBezTo>
                  <a:cubicBezTo>
                    <a:pt x="1782" y="6313"/>
                    <a:pt x="822" y="5054"/>
                    <a:pt x="822" y="3618"/>
                  </a:cubicBezTo>
                  <a:lnTo>
                    <a:pt x="822" y="443"/>
                  </a:lnTo>
                  <a:close/>
                  <a:moveTo>
                    <a:pt x="298" y="1"/>
                  </a:moveTo>
                  <a:cubicBezTo>
                    <a:pt x="0" y="1"/>
                    <a:pt x="0" y="443"/>
                    <a:pt x="298" y="443"/>
                  </a:cubicBezTo>
                  <a:lnTo>
                    <a:pt x="375" y="443"/>
                  </a:lnTo>
                  <a:lnTo>
                    <a:pt x="375" y="3618"/>
                  </a:lnTo>
                  <a:cubicBezTo>
                    <a:pt x="375" y="5026"/>
                    <a:pt x="1191" y="6308"/>
                    <a:pt x="2465" y="6914"/>
                  </a:cubicBezTo>
                  <a:cubicBezTo>
                    <a:pt x="1191" y="7514"/>
                    <a:pt x="375" y="8797"/>
                    <a:pt x="375" y="10204"/>
                  </a:cubicBezTo>
                  <a:lnTo>
                    <a:pt x="375" y="13380"/>
                  </a:lnTo>
                  <a:lnTo>
                    <a:pt x="298" y="13380"/>
                  </a:lnTo>
                  <a:cubicBezTo>
                    <a:pt x="0" y="13380"/>
                    <a:pt x="0" y="13827"/>
                    <a:pt x="298" y="13827"/>
                  </a:cubicBezTo>
                  <a:lnTo>
                    <a:pt x="7725" y="13827"/>
                  </a:lnTo>
                  <a:cubicBezTo>
                    <a:pt x="8023" y="13827"/>
                    <a:pt x="8023" y="13380"/>
                    <a:pt x="7725" y="13380"/>
                  </a:cubicBezTo>
                  <a:lnTo>
                    <a:pt x="7653" y="13380"/>
                  </a:lnTo>
                  <a:lnTo>
                    <a:pt x="7653" y="10204"/>
                  </a:lnTo>
                  <a:cubicBezTo>
                    <a:pt x="7648" y="8797"/>
                    <a:pt x="6831" y="7514"/>
                    <a:pt x="5558" y="6914"/>
                  </a:cubicBezTo>
                  <a:cubicBezTo>
                    <a:pt x="6831" y="6308"/>
                    <a:pt x="7648" y="5026"/>
                    <a:pt x="7653" y="3618"/>
                  </a:cubicBezTo>
                  <a:lnTo>
                    <a:pt x="7653" y="443"/>
                  </a:lnTo>
                  <a:lnTo>
                    <a:pt x="7725" y="443"/>
                  </a:lnTo>
                  <a:cubicBezTo>
                    <a:pt x="8023" y="443"/>
                    <a:pt x="8023" y="1"/>
                    <a:pt x="77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86"/>
            <p:cNvSpPr/>
            <p:nvPr/>
          </p:nvSpPr>
          <p:spPr>
            <a:xfrm>
              <a:off x="2513055" y="4398135"/>
              <a:ext cx="139880" cy="108856"/>
            </a:xfrm>
            <a:custGeom>
              <a:rect b="b" l="l" r="r" t="t"/>
              <a:pathLst>
                <a:path extrusionOk="0" h="4158" w="5343">
                  <a:moveTo>
                    <a:pt x="260" y="0"/>
                  </a:moveTo>
                  <a:cubicBezTo>
                    <a:pt x="111" y="0"/>
                    <a:pt x="0" y="149"/>
                    <a:pt x="48" y="288"/>
                  </a:cubicBezTo>
                  <a:cubicBezTo>
                    <a:pt x="322" y="1191"/>
                    <a:pt x="1038" y="1888"/>
                    <a:pt x="1946" y="2133"/>
                  </a:cubicBezTo>
                  <a:cubicBezTo>
                    <a:pt x="2114" y="2176"/>
                    <a:pt x="2278" y="2210"/>
                    <a:pt x="2450" y="2224"/>
                  </a:cubicBezTo>
                  <a:lnTo>
                    <a:pt x="2450" y="3935"/>
                  </a:lnTo>
                  <a:cubicBezTo>
                    <a:pt x="2450" y="4083"/>
                    <a:pt x="2561" y="4158"/>
                    <a:pt x="2671" y="4158"/>
                  </a:cubicBezTo>
                  <a:cubicBezTo>
                    <a:pt x="2782" y="4158"/>
                    <a:pt x="2892" y="4083"/>
                    <a:pt x="2892" y="3935"/>
                  </a:cubicBezTo>
                  <a:lnTo>
                    <a:pt x="2892" y="2224"/>
                  </a:lnTo>
                  <a:cubicBezTo>
                    <a:pt x="3065" y="2210"/>
                    <a:pt x="3234" y="2176"/>
                    <a:pt x="3397" y="2133"/>
                  </a:cubicBezTo>
                  <a:cubicBezTo>
                    <a:pt x="4305" y="1888"/>
                    <a:pt x="5021" y="1191"/>
                    <a:pt x="5299" y="288"/>
                  </a:cubicBezTo>
                  <a:cubicBezTo>
                    <a:pt x="5343" y="149"/>
                    <a:pt x="5232" y="0"/>
                    <a:pt x="5083" y="0"/>
                  </a:cubicBezTo>
                  <a:lnTo>
                    <a:pt x="3089" y="0"/>
                  </a:lnTo>
                  <a:cubicBezTo>
                    <a:pt x="2792" y="0"/>
                    <a:pt x="2792" y="447"/>
                    <a:pt x="3089" y="447"/>
                  </a:cubicBezTo>
                  <a:lnTo>
                    <a:pt x="4761" y="447"/>
                  </a:lnTo>
                  <a:cubicBezTo>
                    <a:pt x="4478" y="1067"/>
                    <a:pt x="3940" y="1523"/>
                    <a:pt x="3282" y="1701"/>
                  </a:cubicBezTo>
                  <a:cubicBezTo>
                    <a:pt x="3082" y="1758"/>
                    <a:pt x="2877" y="1787"/>
                    <a:pt x="2671" y="1787"/>
                  </a:cubicBezTo>
                  <a:cubicBezTo>
                    <a:pt x="2466" y="1787"/>
                    <a:pt x="2261" y="1758"/>
                    <a:pt x="2061" y="1701"/>
                  </a:cubicBezTo>
                  <a:cubicBezTo>
                    <a:pt x="1403" y="1523"/>
                    <a:pt x="865" y="1067"/>
                    <a:pt x="582" y="447"/>
                  </a:cubicBezTo>
                  <a:lnTo>
                    <a:pt x="2254" y="447"/>
                  </a:lnTo>
                  <a:cubicBezTo>
                    <a:pt x="2551" y="447"/>
                    <a:pt x="2551" y="0"/>
                    <a:pt x="22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86"/>
            <p:cNvSpPr/>
            <p:nvPr/>
          </p:nvSpPr>
          <p:spPr>
            <a:xfrm>
              <a:off x="2510908" y="4529532"/>
              <a:ext cx="143781" cy="99013"/>
            </a:xfrm>
            <a:custGeom>
              <a:rect b="b" l="l" r="r" t="t"/>
              <a:pathLst>
                <a:path extrusionOk="0" h="3782" w="5492">
                  <a:moveTo>
                    <a:pt x="2092" y="1"/>
                  </a:moveTo>
                  <a:cubicBezTo>
                    <a:pt x="2071" y="1"/>
                    <a:pt x="2048" y="4"/>
                    <a:pt x="2023" y="11"/>
                  </a:cubicBezTo>
                  <a:cubicBezTo>
                    <a:pt x="832" y="342"/>
                    <a:pt x="6" y="1423"/>
                    <a:pt x="1" y="2663"/>
                  </a:cubicBezTo>
                  <a:lnTo>
                    <a:pt x="1" y="3561"/>
                  </a:lnTo>
                  <a:cubicBezTo>
                    <a:pt x="1" y="3686"/>
                    <a:pt x="102" y="3782"/>
                    <a:pt x="227" y="3782"/>
                  </a:cubicBezTo>
                  <a:lnTo>
                    <a:pt x="5271" y="3782"/>
                  </a:lnTo>
                  <a:cubicBezTo>
                    <a:pt x="5391" y="3782"/>
                    <a:pt x="5492" y="3686"/>
                    <a:pt x="5492" y="3561"/>
                  </a:cubicBezTo>
                  <a:lnTo>
                    <a:pt x="5492" y="2663"/>
                  </a:lnTo>
                  <a:cubicBezTo>
                    <a:pt x="5492" y="1428"/>
                    <a:pt x="4670" y="342"/>
                    <a:pt x="3479" y="11"/>
                  </a:cubicBezTo>
                  <a:cubicBezTo>
                    <a:pt x="3455" y="4"/>
                    <a:pt x="3432" y="1"/>
                    <a:pt x="3410" y="1"/>
                  </a:cubicBezTo>
                  <a:cubicBezTo>
                    <a:pt x="3178" y="1"/>
                    <a:pt x="3100" y="369"/>
                    <a:pt x="3359" y="443"/>
                  </a:cubicBezTo>
                  <a:cubicBezTo>
                    <a:pt x="4358" y="717"/>
                    <a:pt x="5050" y="1625"/>
                    <a:pt x="5050" y="2658"/>
                  </a:cubicBezTo>
                  <a:lnTo>
                    <a:pt x="5050" y="3335"/>
                  </a:lnTo>
                  <a:lnTo>
                    <a:pt x="452" y="3335"/>
                  </a:lnTo>
                  <a:lnTo>
                    <a:pt x="452" y="2658"/>
                  </a:lnTo>
                  <a:cubicBezTo>
                    <a:pt x="452" y="1625"/>
                    <a:pt x="1144" y="717"/>
                    <a:pt x="2143" y="443"/>
                  </a:cubicBezTo>
                  <a:cubicBezTo>
                    <a:pt x="2403" y="369"/>
                    <a:pt x="2324" y="1"/>
                    <a:pt x="20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86"/>
            <p:cNvSpPr/>
            <p:nvPr/>
          </p:nvSpPr>
          <p:spPr>
            <a:xfrm>
              <a:off x="2577196" y="4518746"/>
              <a:ext cx="11598" cy="13535"/>
            </a:xfrm>
            <a:custGeom>
              <a:rect b="b" l="l" r="r" t="t"/>
              <a:pathLst>
                <a:path extrusionOk="0" h="517" w="443">
                  <a:moveTo>
                    <a:pt x="221" y="0"/>
                  </a:moveTo>
                  <a:cubicBezTo>
                    <a:pt x="97" y="0"/>
                    <a:pt x="0" y="101"/>
                    <a:pt x="0" y="221"/>
                  </a:cubicBezTo>
                  <a:lnTo>
                    <a:pt x="0" y="293"/>
                  </a:lnTo>
                  <a:cubicBezTo>
                    <a:pt x="0" y="442"/>
                    <a:pt x="111" y="517"/>
                    <a:pt x="221" y="517"/>
                  </a:cubicBezTo>
                  <a:cubicBezTo>
                    <a:pt x="332" y="517"/>
                    <a:pt x="442" y="442"/>
                    <a:pt x="442" y="293"/>
                  </a:cubicBezTo>
                  <a:lnTo>
                    <a:pt x="442" y="221"/>
                  </a:lnTo>
                  <a:cubicBezTo>
                    <a:pt x="442" y="96"/>
                    <a:pt x="346" y="0"/>
                    <a:pt x="2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5" name="Google Shape;13275;p86"/>
          <p:cNvGrpSpPr/>
          <p:nvPr/>
        </p:nvGrpSpPr>
        <p:grpSpPr>
          <a:xfrm>
            <a:off x="3518969" y="2909749"/>
            <a:ext cx="347827" cy="345602"/>
            <a:chOff x="3518969" y="2909749"/>
            <a:chExt cx="347827" cy="345602"/>
          </a:xfrm>
        </p:grpSpPr>
        <p:sp>
          <p:nvSpPr>
            <p:cNvPr id="13276" name="Google Shape;13276;p86"/>
            <p:cNvSpPr/>
            <p:nvPr/>
          </p:nvSpPr>
          <p:spPr>
            <a:xfrm>
              <a:off x="3670760" y="2915718"/>
              <a:ext cx="192344" cy="188496"/>
            </a:xfrm>
            <a:custGeom>
              <a:rect b="b" l="l" r="r" t="t"/>
              <a:pathLst>
                <a:path extrusionOk="0" h="7200" w="7347">
                  <a:moveTo>
                    <a:pt x="6520" y="0"/>
                  </a:moveTo>
                  <a:cubicBezTo>
                    <a:pt x="6326" y="0"/>
                    <a:pt x="6133" y="74"/>
                    <a:pt x="5987" y="220"/>
                  </a:cubicBezTo>
                  <a:lnTo>
                    <a:pt x="299" y="5913"/>
                  </a:lnTo>
                  <a:cubicBezTo>
                    <a:pt x="1" y="6206"/>
                    <a:pt x="1" y="6686"/>
                    <a:pt x="294" y="6979"/>
                  </a:cubicBezTo>
                  <a:cubicBezTo>
                    <a:pt x="443" y="7126"/>
                    <a:pt x="636" y="7199"/>
                    <a:pt x="829" y="7199"/>
                  </a:cubicBezTo>
                  <a:cubicBezTo>
                    <a:pt x="1023" y="7199"/>
                    <a:pt x="1216" y="7126"/>
                    <a:pt x="1365" y="6979"/>
                  </a:cubicBezTo>
                  <a:lnTo>
                    <a:pt x="7053" y="1291"/>
                  </a:lnTo>
                  <a:cubicBezTo>
                    <a:pt x="7346" y="994"/>
                    <a:pt x="7346" y="518"/>
                    <a:pt x="7053" y="220"/>
                  </a:cubicBezTo>
                  <a:cubicBezTo>
                    <a:pt x="6907" y="74"/>
                    <a:pt x="6713" y="0"/>
                    <a:pt x="652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86"/>
            <p:cNvSpPr/>
            <p:nvPr/>
          </p:nvSpPr>
          <p:spPr>
            <a:xfrm>
              <a:off x="3681075" y="2928913"/>
              <a:ext cx="183155" cy="178024"/>
            </a:xfrm>
            <a:custGeom>
              <a:rect b="b" l="l" r="r" t="t"/>
              <a:pathLst>
                <a:path extrusionOk="0" h="6800" w="6996">
                  <a:moveTo>
                    <a:pt x="6506" y="0"/>
                  </a:moveTo>
                  <a:cubicBezTo>
                    <a:pt x="6348" y="0"/>
                    <a:pt x="6193" y="91"/>
                    <a:pt x="6126" y="254"/>
                  </a:cubicBezTo>
                  <a:lnTo>
                    <a:pt x="438" y="5942"/>
                  </a:lnTo>
                  <a:cubicBezTo>
                    <a:pt x="111" y="6029"/>
                    <a:pt x="1" y="6437"/>
                    <a:pt x="241" y="6672"/>
                  </a:cubicBezTo>
                  <a:cubicBezTo>
                    <a:pt x="328" y="6759"/>
                    <a:pt x="438" y="6800"/>
                    <a:pt x="547" y="6800"/>
                  </a:cubicBezTo>
                  <a:cubicBezTo>
                    <a:pt x="734" y="6800"/>
                    <a:pt x="917" y="6681"/>
                    <a:pt x="971" y="6475"/>
                  </a:cubicBezTo>
                  <a:lnTo>
                    <a:pt x="6659" y="787"/>
                  </a:lnTo>
                  <a:cubicBezTo>
                    <a:pt x="6928" y="672"/>
                    <a:pt x="6995" y="326"/>
                    <a:pt x="6794" y="120"/>
                  </a:cubicBezTo>
                  <a:cubicBezTo>
                    <a:pt x="6712" y="38"/>
                    <a:pt x="6609" y="0"/>
                    <a:pt x="6506"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86"/>
            <p:cNvSpPr/>
            <p:nvPr/>
          </p:nvSpPr>
          <p:spPr>
            <a:xfrm>
              <a:off x="3550280" y="3012322"/>
              <a:ext cx="216980" cy="214414"/>
            </a:xfrm>
            <a:custGeom>
              <a:rect b="b" l="l" r="r" t="t"/>
              <a:pathLst>
                <a:path extrusionOk="0" h="8190" w="8288">
                  <a:moveTo>
                    <a:pt x="6326" y="0"/>
                  </a:moveTo>
                  <a:cubicBezTo>
                    <a:pt x="6008" y="0"/>
                    <a:pt x="5671" y="77"/>
                    <a:pt x="5333" y="248"/>
                  </a:cubicBezTo>
                  <a:cubicBezTo>
                    <a:pt x="4417" y="706"/>
                    <a:pt x="2047" y="1783"/>
                    <a:pt x="705" y="1783"/>
                  </a:cubicBezTo>
                  <a:cubicBezTo>
                    <a:pt x="413" y="1783"/>
                    <a:pt x="169" y="1732"/>
                    <a:pt x="0" y="1613"/>
                  </a:cubicBezTo>
                  <a:lnTo>
                    <a:pt x="0" y="1613"/>
                  </a:lnTo>
                  <a:lnTo>
                    <a:pt x="6582" y="8189"/>
                  </a:lnTo>
                  <a:cubicBezTo>
                    <a:pt x="5909" y="7243"/>
                    <a:pt x="7384" y="3971"/>
                    <a:pt x="7942" y="2857"/>
                  </a:cubicBezTo>
                  <a:cubicBezTo>
                    <a:pt x="8287" y="2165"/>
                    <a:pt x="8254" y="1497"/>
                    <a:pt x="7980" y="979"/>
                  </a:cubicBezTo>
                  <a:cubicBezTo>
                    <a:pt x="7667" y="393"/>
                    <a:pt x="7045" y="0"/>
                    <a:pt x="632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86"/>
            <p:cNvSpPr/>
            <p:nvPr/>
          </p:nvSpPr>
          <p:spPr>
            <a:xfrm>
              <a:off x="3570151" y="3032167"/>
              <a:ext cx="197240" cy="194570"/>
            </a:xfrm>
            <a:custGeom>
              <a:rect b="b" l="l" r="r" t="t"/>
              <a:pathLst>
                <a:path extrusionOk="0" h="7432" w="7534">
                  <a:moveTo>
                    <a:pt x="6325" y="0"/>
                  </a:moveTo>
                  <a:cubicBezTo>
                    <a:pt x="6007" y="0"/>
                    <a:pt x="5670" y="76"/>
                    <a:pt x="5333" y="245"/>
                  </a:cubicBezTo>
                  <a:cubicBezTo>
                    <a:pt x="4414" y="702"/>
                    <a:pt x="2049" y="1781"/>
                    <a:pt x="707" y="1781"/>
                  </a:cubicBezTo>
                  <a:cubicBezTo>
                    <a:pt x="414" y="1781"/>
                    <a:pt x="170" y="1729"/>
                    <a:pt x="0" y="1609"/>
                  </a:cubicBezTo>
                  <a:lnTo>
                    <a:pt x="0" y="1609"/>
                  </a:lnTo>
                  <a:lnTo>
                    <a:pt x="5823" y="7431"/>
                  </a:lnTo>
                  <a:cubicBezTo>
                    <a:pt x="5150" y="6485"/>
                    <a:pt x="6625" y="3213"/>
                    <a:pt x="7183" y="2099"/>
                  </a:cubicBezTo>
                  <a:cubicBezTo>
                    <a:pt x="7533" y="1407"/>
                    <a:pt x="7495" y="739"/>
                    <a:pt x="7221" y="221"/>
                  </a:cubicBezTo>
                  <a:cubicBezTo>
                    <a:pt x="6956" y="80"/>
                    <a:pt x="6651" y="0"/>
                    <a:pt x="6325"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86"/>
            <p:cNvSpPr/>
            <p:nvPr/>
          </p:nvSpPr>
          <p:spPr>
            <a:xfrm>
              <a:off x="3528263" y="3038371"/>
              <a:ext cx="212215" cy="208262"/>
            </a:xfrm>
            <a:custGeom>
              <a:rect b="b" l="l" r="r" t="t"/>
              <a:pathLst>
                <a:path extrusionOk="0" h="7955" w="8106">
                  <a:moveTo>
                    <a:pt x="794" y="0"/>
                  </a:moveTo>
                  <a:cubicBezTo>
                    <a:pt x="646" y="0"/>
                    <a:pt x="497" y="45"/>
                    <a:pt x="371" y="137"/>
                  </a:cubicBezTo>
                  <a:cubicBezTo>
                    <a:pt x="87" y="349"/>
                    <a:pt x="1" y="738"/>
                    <a:pt x="164" y="1050"/>
                  </a:cubicBezTo>
                  <a:cubicBezTo>
                    <a:pt x="198" y="1113"/>
                    <a:pt x="241" y="1170"/>
                    <a:pt x="289" y="1218"/>
                  </a:cubicBezTo>
                  <a:lnTo>
                    <a:pt x="6818" y="7747"/>
                  </a:lnTo>
                  <a:cubicBezTo>
                    <a:pt x="6958" y="7885"/>
                    <a:pt x="7142" y="7955"/>
                    <a:pt x="7324" y="7955"/>
                  </a:cubicBezTo>
                  <a:cubicBezTo>
                    <a:pt x="7504" y="7955"/>
                    <a:pt x="7684" y="7887"/>
                    <a:pt x="7822" y="7752"/>
                  </a:cubicBezTo>
                  <a:lnTo>
                    <a:pt x="7827" y="7742"/>
                  </a:lnTo>
                  <a:cubicBezTo>
                    <a:pt x="8105" y="7463"/>
                    <a:pt x="8105" y="7012"/>
                    <a:pt x="7827" y="6733"/>
                  </a:cubicBezTo>
                  <a:lnTo>
                    <a:pt x="1303" y="209"/>
                  </a:lnTo>
                  <a:cubicBezTo>
                    <a:pt x="1164" y="71"/>
                    <a:pt x="979" y="0"/>
                    <a:pt x="7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86"/>
            <p:cNvSpPr/>
            <p:nvPr/>
          </p:nvSpPr>
          <p:spPr>
            <a:xfrm>
              <a:off x="3532556" y="3060494"/>
              <a:ext cx="200486" cy="186140"/>
            </a:xfrm>
            <a:custGeom>
              <a:rect b="b" l="l" r="r" t="t"/>
              <a:pathLst>
                <a:path extrusionOk="0" h="7110" w="7658">
                  <a:moveTo>
                    <a:pt x="500" y="0"/>
                  </a:moveTo>
                  <a:cubicBezTo>
                    <a:pt x="319" y="0"/>
                    <a:pt x="139" y="69"/>
                    <a:pt x="0" y="205"/>
                  </a:cubicBezTo>
                  <a:cubicBezTo>
                    <a:pt x="34" y="268"/>
                    <a:pt x="77" y="325"/>
                    <a:pt x="125" y="373"/>
                  </a:cubicBezTo>
                  <a:lnTo>
                    <a:pt x="6654" y="6902"/>
                  </a:lnTo>
                  <a:cubicBezTo>
                    <a:pt x="6794" y="7040"/>
                    <a:pt x="6978" y="7110"/>
                    <a:pt x="7160" y="7110"/>
                  </a:cubicBezTo>
                  <a:cubicBezTo>
                    <a:pt x="7340" y="7110"/>
                    <a:pt x="7520" y="7042"/>
                    <a:pt x="7658" y="6907"/>
                  </a:cubicBezTo>
                  <a:cubicBezTo>
                    <a:pt x="7624" y="6844"/>
                    <a:pt x="7581" y="6787"/>
                    <a:pt x="7533" y="6739"/>
                  </a:cubicBezTo>
                  <a:lnTo>
                    <a:pt x="1004" y="210"/>
                  </a:lnTo>
                  <a:cubicBezTo>
                    <a:pt x="864" y="70"/>
                    <a:pt x="682" y="0"/>
                    <a:pt x="50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86"/>
            <p:cNvSpPr/>
            <p:nvPr/>
          </p:nvSpPr>
          <p:spPr>
            <a:xfrm>
              <a:off x="3564653" y="3174665"/>
              <a:ext cx="38851" cy="35317"/>
            </a:xfrm>
            <a:custGeom>
              <a:rect b="b" l="l" r="r" t="t"/>
              <a:pathLst>
                <a:path extrusionOk="0" h="1349" w="1484">
                  <a:moveTo>
                    <a:pt x="769" y="1"/>
                  </a:moveTo>
                  <a:cubicBezTo>
                    <a:pt x="480" y="1"/>
                    <a:pt x="192" y="177"/>
                    <a:pt x="110" y="518"/>
                  </a:cubicBezTo>
                  <a:cubicBezTo>
                    <a:pt x="1" y="985"/>
                    <a:pt x="375" y="1348"/>
                    <a:pt x="773" y="1348"/>
                  </a:cubicBezTo>
                  <a:cubicBezTo>
                    <a:pt x="937" y="1348"/>
                    <a:pt x="1104" y="1287"/>
                    <a:pt x="1243" y="1148"/>
                  </a:cubicBezTo>
                  <a:cubicBezTo>
                    <a:pt x="1421" y="970"/>
                    <a:pt x="1484" y="701"/>
                    <a:pt x="1407" y="461"/>
                  </a:cubicBezTo>
                  <a:cubicBezTo>
                    <a:pt x="1303" y="151"/>
                    <a:pt x="1036" y="1"/>
                    <a:pt x="76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86"/>
            <p:cNvSpPr/>
            <p:nvPr/>
          </p:nvSpPr>
          <p:spPr>
            <a:xfrm>
              <a:off x="3581382" y="3183513"/>
              <a:ext cx="22122" cy="21808"/>
            </a:xfrm>
            <a:custGeom>
              <a:rect b="b" l="l" r="r" t="t"/>
              <a:pathLst>
                <a:path extrusionOk="0" h="833" w="845">
                  <a:moveTo>
                    <a:pt x="474" y="0"/>
                  </a:moveTo>
                  <a:cubicBezTo>
                    <a:pt x="292" y="0"/>
                    <a:pt x="115" y="118"/>
                    <a:pt x="66" y="320"/>
                  </a:cubicBezTo>
                  <a:cubicBezTo>
                    <a:pt x="1" y="590"/>
                    <a:pt x="211" y="833"/>
                    <a:pt x="468" y="833"/>
                  </a:cubicBezTo>
                  <a:cubicBezTo>
                    <a:pt x="513" y="833"/>
                    <a:pt x="558" y="825"/>
                    <a:pt x="604" y="810"/>
                  </a:cubicBezTo>
                  <a:cubicBezTo>
                    <a:pt x="782" y="632"/>
                    <a:pt x="845" y="363"/>
                    <a:pt x="768" y="123"/>
                  </a:cubicBezTo>
                  <a:cubicBezTo>
                    <a:pt x="684" y="39"/>
                    <a:pt x="578" y="0"/>
                    <a:pt x="4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86"/>
            <p:cNvSpPr/>
            <p:nvPr/>
          </p:nvSpPr>
          <p:spPr>
            <a:xfrm>
              <a:off x="3521613" y="2909749"/>
              <a:ext cx="345183" cy="342879"/>
            </a:xfrm>
            <a:custGeom>
              <a:rect b="b" l="l" r="r" t="t"/>
              <a:pathLst>
                <a:path extrusionOk="0" h="13097" w="13185">
                  <a:moveTo>
                    <a:pt x="2411" y="10353"/>
                  </a:moveTo>
                  <a:cubicBezTo>
                    <a:pt x="2519" y="10353"/>
                    <a:pt x="2629" y="10393"/>
                    <a:pt x="2719" y="10484"/>
                  </a:cubicBezTo>
                  <a:cubicBezTo>
                    <a:pt x="2892" y="10652"/>
                    <a:pt x="2892" y="10930"/>
                    <a:pt x="2724" y="11103"/>
                  </a:cubicBezTo>
                  <a:lnTo>
                    <a:pt x="2719" y="11108"/>
                  </a:lnTo>
                  <a:cubicBezTo>
                    <a:pt x="2630" y="11196"/>
                    <a:pt x="2520" y="11236"/>
                    <a:pt x="2413" y="11236"/>
                  </a:cubicBezTo>
                  <a:cubicBezTo>
                    <a:pt x="2187" y="11236"/>
                    <a:pt x="1970" y="11060"/>
                    <a:pt x="1970" y="10796"/>
                  </a:cubicBezTo>
                  <a:cubicBezTo>
                    <a:pt x="1970" y="10529"/>
                    <a:pt x="2185" y="10353"/>
                    <a:pt x="2411" y="10353"/>
                  </a:cubicBezTo>
                  <a:close/>
                  <a:moveTo>
                    <a:pt x="12216" y="1"/>
                  </a:moveTo>
                  <a:cubicBezTo>
                    <a:pt x="11967" y="1"/>
                    <a:pt x="11716" y="94"/>
                    <a:pt x="11520" y="290"/>
                  </a:cubicBezTo>
                  <a:lnTo>
                    <a:pt x="8037" y="3777"/>
                  </a:lnTo>
                  <a:cubicBezTo>
                    <a:pt x="7830" y="3720"/>
                    <a:pt x="7618" y="3692"/>
                    <a:pt x="7407" y="3692"/>
                  </a:cubicBezTo>
                  <a:cubicBezTo>
                    <a:pt x="7033" y="3692"/>
                    <a:pt x="6662" y="3782"/>
                    <a:pt x="6327" y="3960"/>
                  </a:cubicBezTo>
                  <a:cubicBezTo>
                    <a:pt x="6092" y="4075"/>
                    <a:pt x="5462" y="4378"/>
                    <a:pt x="4703" y="4690"/>
                  </a:cubicBezTo>
                  <a:cubicBezTo>
                    <a:pt x="4460" y="4797"/>
                    <a:pt x="4562" y="5135"/>
                    <a:pt x="4786" y="5135"/>
                  </a:cubicBezTo>
                  <a:cubicBezTo>
                    <a:pt x="4814" y="5135"/>
                    <a:pt x="4845" y="5129"/>
                    <a:pt x="4876" y="5118"/>
                  </a:cubicBezTo>
                  <a:cubicBezTo>
                    <a:pt x="5650" y="4805"/>
                    <a:pt x="6293" y="4493"/>
                    <a:pt x="6534" y="4373"/>
                  </a:cubicBezTo>
                  <a:cubicBezTo>
                    <a:pt x="6841" y="4218"/>
                    <a:pt x="7145" y="4148"/>
                    <a:pt x="7430" y="4148"/>
                  </a:cubicBezTo>
                  <a:cubicBezTo>
                    <a:pt x="8624" y="4148"/>
                    <a:pt x="9489" y="5367"/>
                    <a:pt x="8830" y="6669"/>
                  </a:cubicBezTo>
                  <a:cubicBezTo>
                    <a:pt x="8388" y="7563"/>
                    <a:pt x="7999" y="8490"/>
                    <a:pt x="7677" y="9432"/>
                  </a:cubicBezTo>
                  <a:cubicBezTo>
                    <a:pt x="7547" y="9816"/>
                    <a:pt x="7442" y="10205"/>
                    <a:pt x="7360" y="10599"/>
                  </a:cubicBezTo>
                  <a:lnTo>
                    <a:pt x="2609" y="5843"/>
                  </a:lnTo>
                  <a:cubicBezTo>
                    <a:pt x="3080" y="5742"/>
                    <a:pt x="3541" y="5612"/>
                    <a:pt x="3992" y="5449"/>
                  </a:cubicBezTo>
                  <a:cubicBezTo>
                    <a:pt x="4237" y="5348"/>
                    <a:pt x="4144" y="5001"/>
                    <a:pt x="3915" y="5001"/>
                  </a:cubicBezTo>
                  <a:cubicBezTo>
                    <a:pt x="3892" y="5001"/>
                    <a:pt x="3868" y="5005"/>
                    <a:pt x="3843" y="5012"/>
                  </a:cubicBezTo>
                  <a:cubicBezTo>
                    <a:pt x="3123" y="5262"/>
                    <a:pt x="2594" y="5387"/>
                    <a:pt x="2205" y="5439"/>
                  </a:cubicBezTo>
                  <a:lnTo>
                    <a:pt x="1720" y="4954"/>
                  </a:lnTo>
                  <a:cubicBezTo>
                    <a:pt x="1537" y="4769"/>
                    <a:pt x="1294" y="4674"/>
                    <a:pt x="1049" y="4674"/>
                  </a:cubicBezTo>
                  <a:cubicBezTo>
                    <a:pt x="869" y="4674"/>
                    <a:pt x="687" y="4725"/>
                    <a:pt x="529" y="4829"/>
                  </a:cubicBezTo>
                  <a:cubicBezTo>
                    <a:pt x="154" y="5074"/>
                    <a:pt x="0" y="5555"/>
                    <a:pt x="168" y="5973"/>
                  </a:cubicBezTo>
                  <a:cubicBezTo>
                    <a:pt x="205" y="6085"/>
                    <a:pt x="290" y="6132"/>
                    <a:pt x="377" y="6132"/>
                  </a:cubicBezTo>
                  <a:cubicBezTo>
                    <a:pt x="529" y="6132"/>
                    <a:pt x="686" y="5989"/>
                    <a:pt x="601" y="5800"/>
                  </a:cubicBezTo>
                  <a:cubicBezTo>
                    <a:pt x="461" y="5450"/>
                    <a:pt x="746" y="5142"/>
                    <a:pt x="1055" y="5142"/>
                  </a:cubicBezTo>
                  <a:cubicBezTo>
                    <a:pt x="1172" y="5142"/>
                    <a:pt x="1291" y="5185"/>
                    <a:pt x="1393" y="5286"/>
                  </a:cubicBezTo>
                  <a:lnTo>
                    <a:pt x="7917" y="11810"/>
                  </a:lnTo>
                  <a:cubicBezTo>
                    <a:pt x="8105" y="12002"/>
                    <a:pt x="8105" y="12304"/>
                    <a:pt x="7917" y="12492"/>
                  </a:cubicBezTo>
                  <a:cubicBezTo>
                    <a:pt x="7823" y="12588"/>
                    <a:pt x="7698" y="12636"/>
                    <a:pt x="7574" y="12636"/>
                  </a:cubicBezTo>
                  <a:cubicBezTo>
                    <a:pt x="7451" y="12636"/>
                    <a:pt x="7328" y="12590"/>
                    <a:pt x="7235" y="12497"/>
                  </a:cubicBezTo>
                  <a:lnTo>
                    <a:pt x="1153" y="6415"/>
                  </a:lnTo>
                  <a:cubicBezTo>
                    <a:pt x="1101" y="6355"/>
                    <a:pt x="1041" y="6330"/>
                    <a:pt x="983" y="6330"/>
                  </a:cubicBezTo>
                  <a:cubicBezTo>
                    <a:pt x="799" y="6330"/>
                    <a:pt x="638" y="6577"/>
                    <a:pt x="831" y="6741"/>
                  </a:cubicBezTo>
                  <a:lnTo>
                    <a:pt x="3483" y="9393"/>
                  </a:lnTo>
                  <a:lnTo>
                    <a:pt x="2868" y="10008"/>
                  </a:lnTo>
                  <a:cubicBezTo>
                    <a:pt x="2725" y="9926"/>
                    <a:pt x="2568" y="9887"/>
                    <a:pt x="2412" y="9887"/>
                  </a:cubicBezTo>
                  <a:cubicBezTo>
                    <a:pt x="2139" y="9887"/>
                    <a:pt x="1871" y="10009"/>
                    <a:pt x="1696" y="10239"/>
                  </a:cubicBezTo>
                  <a:cubicBezTo>
                    <a:pt x="1417" y="10599"/>
                    <a:pt x="1451" y="11108"/>
                    <a:pt x="1773" y="11430"/>
                  </a:cubicBezTo>
                  <a:cubicBezTo>
                    <a:pt x="1949" y="11606"/>
                    <a:pt x="2180" y="11696"/>
                    <a:pt x="2413" y="11696"/>
                  </a:cubicBezTo>
                  <a:cubicBezTo>
                    <a:pt x="2606" y="11696"/>
                    <a:pt x="2801" y="11633"/>
                    <a:pt x="2964" y="11507"/>
                  </a:cubicBezTo>
                  <a:cubicBezTo>
                    <a:pt x="3325" y="11233"/>
                    <a:pt x="3421" y="10729"/>
                    <a:pt x="3195" y="10335"/>
                  </a:cubicBezTo>
                  <a:lnTo>
                    <a:pt x="3810" y="9720"/>
                  </a:lnTo>
                  <a:lnTo>
                    <a:pt x="6908" y="12823"/>
                  </a:lnTo>
                  <a:cubicBezTo>
                    <a:pt x="7093" y="13005"/>
                    <a:pt x="7334" y="13096"/>
                    <a:pt x="7576" y="13096"/>
                  </a:cubicBezTo>
                  <a:cubicBezTo>
                    <a:pt x="7820" y="13096"/>
                    <a:pt x="8063" y="13004"/>
                    <a:pt x="8249" y="12818"/>
                  </a:cubicBezTo>
                  <a:cubicBezTo>
                    <a:pt x="8619" y="12453"/>
                    <a:pt x="8619" y="11853"/>
                    <a:pt x="8249" y="11483"/>
                  </a:cubicBezTo>
                  <a:lnTo>
                    <a:pt x="8244" y="11488"/>
                  </a:lnTo>
                  <a:lnTo>
                    <a:pt x="7763" y="11002"/>
                  </a:lnTo>
                  <a:cubicBezTo>
                    <a:pt x="7903" y="9931"/>
                    <a:pt x="8542" y="8293"/>
                    <a:pt x="9243" y="6881"/>
                  </a:cubicBezTo>
                  <a:cubicBezTo>
                    <a:pt x="9531" y="6304"/>
                    <a:pt x="9594" y="5699"/>
                    <a:pt x="9435" y="5166"/>
                  </a:cubicBezTo>
                  <a:cubicBezTo>
                    <a:pt x="13139" y="1457"/>
                    <a:pt x="12923" y="1678"/>
                    <a:pt x="12961" y="1635"/>
                  </a:cubicBezTo>
                  <a:cubicBezTo>
                    <a:pt x="13129" y="1460"/>
                    <a:pt x="12966" y="1235"/>
                    <a:pt x="12788" y="1235"/>
                  </a:cubicBezTo>
                  <a:cubicBezTo>
                    <a:pt x="12726" y="1235"/>
                    <a:pt x="12663" y="1262"/>
                    <a:pt x="12611" y="1327"/>
                  </a:cubicBezTo>
                  <a:cubicBezTo>
                    <a:pt x="12592" y="1356"/>
                    <a:pt x="12813" y="1130"/>
                    <a:pt x="9234" y="4709"/>
                  </a:cubicBezTo>
                  <a:cubicBezTo>
                    <a:pt x="9051" y="4407"/>
                    <a:pt x="8796" y="4152"/>
                    <a:pt x="8494" y="3974"/>
                  </a:cubicBezTo>
                  <a:lnTo>
                    <a:pt x="11847" y="616"/>
                  </a:lnTo>
                  <a:cubicBezTo>
                    <a:pt x="11950" y="513"/>
                    <a:pt x="12083" y="463"/>
                    <a:pt x="12216" y="463"/>
                  </a:cubicBezTo>
                  <a:cubicBezTo>
                    <a:pt x="12397" y="463"/>
                    <a:pt x="12576" y="556"/>
                    <a:pt x="12673" y="732"/>
                  </a:cubicBezTo>
                  <a:cubicBezTo>
                    <a:pt x="12721" y="818"/>
                    <a:pt x="12794" y="855"/>
                    <a:pt x="12868" y="855"/>
                  </a:cubicBezTo>
                  <a:cubicBezTo>
                    <a:pt x="13027" y="855"/>
                    <a:pt x="13185" y="688"/>
                    <a:pt x="13077" y="501"/>
                  </a:cubicBezTo>
                  <a:cubicBezTo>
                    <a:pt x="12891" y="174"/>
                    <a:pt x="12556" y="1"/>
                    <a:pt x="12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6"/>
            <p:cNvSpPr/>
            <p:nvPr/>
          </p:nvSpPr>
          <p:spPr>
            <a:xfrm>
              <a:off x="3518969" y="2974152"/>
              <a:ext cx="172474" cy="41155"/>
            </a:xfrm>
            <a:custGeom>
              <a:rect b="b" l="l" r="r" t="t"/>
              <a:pathLst>
                <a:path extrusionOk="0" h="1572" w="6588">
                  <a:moveTo>
                    <a:pt x="4072" y="1"/>
                  </a:moveTo>
                  <a:cubicBezTo>
                    <a:pt x="2679" y="1"/>
                    <a:pt x="1247" y="407"/>
                    <a:pt x="202" y="1149"/>
                  </a:cubicBezTo>
                  <a:cubicBezTo>
                    <a:pt x="1" y="1295"/>
                    <a:pt x="140" y="1571"/>
                    <a:pt x="335" y="1571"/>
                  </a:cubicBezTo>
                  <a:cubicBezTo>
                    <a:pt x="377" y="1571"/>
                    <a:pt x="422" y="1558"/>
                    <a:pt x="466" y="1529"/>
                  </a:cubicBezTo>
                  <a:cubicBezTo>
                    <a:pt x="1192" y="1015"/>
                    <a:pt x="2157" y="659"/>
                    <a:pt x="3181" y="525"/>
                  </a:cubicBezTo>
                  <a:cubicBezTo>
                    <a:pt x="3480" y="484"/>
                    <a:pt x="3778" y="465"/>
                    <a:pt x="4071" y="465"/>
                  </a:cubicBezTo>
                  <a:cubicBezTo>
                    <a:pt x="4829" y="465"/>
                    <a:pt x="5554" y="596"/>
                    <a:pt x="6173" y="842"/>
                  </a:cubicBezTo>
                  <a:cubicBezTo>
                    <a:pt x="6202" y="852"/>
                    <a:pt x="6230" y="856"/>
                    <a:pt x="6256" y="856"/>
                  </a:cubicBezTo>
                  <a:cubicBezTo>
                    <a:pt x="6478" y="856"/>
                    <a:pt x="6587" y="522"/>
                    <a:pt x="6346" y="414"/>
                  </a:cubicBezTo>
                  <a:cubicBezTo>
                    <a:pt x="5655" y="134"/>
                    <a:pt x="4870" y="1"/>
                    <a:pt x="40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86"/>
            <p:cNvSpPr/>
            <p:nvPr/>
          </p:nvSpPr>
          <p:spPr>
            <a:xfrm>
              <a:off x="3538211" y="2936034"/>
              <a:ext cx="131869" cy="33667"/>
            </a:xfrm>
            <a:custGeom>
              <a:rect b="b" l="l" r="r" t="t"/>
              <a:pathLst>
                <a:path extrusionOk="0" h="1286" w="5037">
                  <a:moveTo>
                    <a:pt x="3099" y="0"/>
                  </a:moveTo>
                  <a:cubicBezTo>
                    <a:pt x="2061" y="0"/>
                    <a:pt x="992" y="302"/>
                    <a:pt x="212" y="856"/>
                  </a:cubicBezTo>
                  <a:cubicBezTo>
                    <a:pt x="1" y="1001"/>
                    <a:pt x="143" y="1286"/>
                    <a:pt x="337" y="1286"/>
                  </a:cubicBezTo>
                  <a:cubicBezTo>
                    <a:pt x="382" y="1286"/>
                    <a:pt x="429" y="1271"/>
                    <a:pt x="476" y="1236"/>
                  </a:cubicBezTo>
                  <a:cubicBezTo>
                    <a:pt x="1182" y="734"/>
                    <a:pt x="2159" y="463"/>
                    <a:pt x="3101" y="463"/>
                  </a:cubicBezTo>
                  <a:cubicBezTo>
                    <a:pt x="3638" y="463"/>
                    <a:pt x="4164" y="551"/>
                    <a:pt x="4622" y="736"/>
                  </a:cubicBezTo>
                  <a:cubicBezTo>
                    <a:pt x="4651" y="746"/>
                    <a:pt x="4679" y="751"/>
                    <a:pt x="4705" y="751"/>
                  </a:cubicBezTo>
                  <a:cubicBezTo>
                    <a:pt x="4930" y="751"/>
                    <a:pt x="5036" y="416"/>
                    <a:pt x="4800" y="309"/>
                  </a:cubicBezTo>
                  <a:cubicBezTo>
                    <a:pt x="4284" y="100"/>
                    <a:pt x="3696" y="0"/>
                    <a:pt x="30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86"/>
            <p:cNvSpPr/>
            <p:nvPr/>
          </p:nvSpPr>
          <p:spPr>
            <a:xfrm>
              <a:off x="3759589" y="3087747"/>
              <a:ext cx="52439" cy="167604"/>
            </a:xfrm>
            <a:custGeom>
              <a:rect b="b" l="l" r="r" t="t"/>
              <a:pathLst>
                <a:path extrusionOk="0" h="6402" w="2003">
                  <a:moveTo>
                    <a:pt x="1031" y="1"/>
                  </a:moveTo>
                  <a:cubicBezTo>
                    <a:pt x="880" y="1"/>
                    <a:pt x="726" y="145"/>
                    <a:pt x="811" y="331"/>
                  </a:cubicBezTo>
                  <a:cubicBezTo>
                    <a:pt x="1157" y="1187"/>
                    <a:pt x="1268" y="2253"/>
                    <a:pt x="1128" y="3324"/>
                  </a:cubicBezTo>
                  <a:cubicBezTo>
                    <a:pt x="994" y="4348"/>
                    <a:pt x="638" y="5308"/>
                    <a:pt x="124" y="6034"/>
                  </a:cubicBezTo>
                  <a:cubicBezTo>
                    <a:pt x="0" y="6216"/>
                    <a:pt x="155" y="6401"/>
                    <a:pt x="320" y="6401"/>
                  </a:cubicBezTo>
                  <a:cubicBezTo>
                    <a:pt x="385" y="6401"/>
                    <a:pt x="452" y="6372"/>
                    <a:pt x="504" y="6303"/>
                  </a:cubicBezTo>
                  <a:cubicBezTo>
                    <a:pt x="1671" y="4655"/>
                    <a:pt x="2003" y="2051"/>
                    <a:pt x="1239" y="159"/>
                  </a:cubicBezTo>
                  <a:cubicBezTo>
                    <a:pt x="1201" y="47"/>
                    <a:pt x="1116" y="1"/>
                    <a:pt x="10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86"/>
            <p:cNvSpPr/>
            <p:nvPr/>
          </p:nvSpPr>
          <p:spPr>
            <a:xfrm>
              <a:off x="3805116" y="3109057"/>
              <a:ext cx="42752" cy="126947"/>
            </a:xfrm>
            <a:custGeom>
              <a:rect b="b" l="l" r="r" t="t"/>
              <a:pathLst>
                <a:path extrusionOk="0" h="4849" w="1633">
                  <a:moveTo>
                    <a:pt x="853" y="1"/>
                  </a:moveTo>
                  <a:cubicBezTo>
                    <a:pt x="702" y="1"/>
                    <a:pt x="548" y="143"/>
                    <a:pt x="634" y="329"/>
                  </a:cubicBezTo>
                  <a:cubicBezTo>
                    <a:pt x="1143" y="1593"/>
                    <a:pt x="922" y="3365"/>
                    <a:pt x="134" y="4475"/>
                  </a:cubicBezTo>
                  <a:cubicBezTo>
                    <a:pt x="0" y="4657"/>
                    <a:pt x="161" y="4849"/>
                    <a:pt x="328" y="4849"/>
                  </a:cubicBezTo>
                  <a:cubicBezTo>
                    <a:pt x="395" y="4849"/>
                    <a:pt x="463" y="4818"/>
                    <a:pt x="514" y="4744"/>
                  </a:cubicBezTo>
                  <a:cubicBezTo>
                    <a:pt x="1388" y="3510"/>
                    <a:pt x="1633" y="1569"/>
                    <a:pt x="1061" y="156"/>
                  </a:cubicBezTo>
                  <a:cubicBezTo>
                    <a:pt x="1023" y="47"/>
                    <a:pt x="938" y="1"/>
                    <a:pt x="8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9" name="Google Shape;13289;p86"/>
          <p:cNvGrpSpPr/>
          <p:nvPr/>
        </p:nvGrpSpPr>
        <p:grpSpPr>
          <a:xfrm>
            <a:off x="2137005" y="1523256"/>
            <a:ext cx="415817" cy="355734"/>
            <a:chOff x="2137005" y="1523256"/>
            <a:chExt cx="415817" cy="355734"/>
          </a:xfrm>
        </p:grpSpPr>
        <p:sp>
          <p:nvSpPr>
            <p:cNvPr id="13290" name="Google Shape;13290;p86"/>
            <p:cNvSpPr/>
            <p:nvPr/>
          </p:nvSpPr>
          <p:spPr>
            <a:xfrm>
              <a:off x="2143027" y="1845139"/>
              <a:ext cx="403643" cy="27934"/>
            </a:xfrm>
            <a:custGeom>
              <a:rect b="b" l="l" r="r" t="t"/>
              <a:pathLst>
                <a:path extrusionOk="0" h="1067" w="15418">
                  <a:moveTo>
                    <a:pt x="294" y="0"/>
                  </a:moveTo>
                  <a:cubicBezTo>
                    <a:pt x="131" y="0"/>
                    <a:pt x="1" y="130"/>
                    <a:pt x="1" y="289"/>
                  </a:cubicBezTo>
                  <a:lnTo>
                    <a:pt x="1" y="774"/>
                  </a:lnTo>
                  <a:cubicBezTo>
                    <a:pt x="1" y="937"/>
                    <a:pt x="131" y="1062"/>
                    <a:pt x="294" y="1067"/>
                  </a:cubicBezTo>
                  <a:lnTo>
                    <a:pt x="15129" y="1067"/>
                  </a:lnTo>
                  <a:cubicBezTo>
                    <a:pt x="15287" y="1067"/>
                    <a:pt x="15417" y="937"/>
                    <a:pt x="15417" y="774"/>
                  </a:cubicBezTo>
                  <a:lnTo>
                    <a:pt x="15417" y="289"/>
                  </a:lnTo>
                  <a:cubicBezTo>
                    <a:pt x="15417" y="130"/>
                    <a:pt x="15287" y="0"/>
                    <a:pt x="15129"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86"/>
            <p:cNvSpPr/>
            <p:nvPr/>
          </p:nvSpPr>
          <p:spPr>
            <a:xfrm>
              <a:off x="2509520" y="1845139"/>
              <a:ext cx="37149" cy="27803"/>
            </a:xfrm>
            <a:custGeom>
              <a:rect b="b" l="l" r="r" t="t"/>
              <a:pathLst>
                <a:path extrusionOk="0" h="1062" w="1419">
                  <a:moveTo>
                    <a:pt x="1" y="0"/>
                  </a:moveTo>
                  <a:cubicBezTo>
                    <a:pt x="159" y="0"/>
                    <a:pt x="289" y="130"/>
                    <a:pt x="289" y="289"/>
                  </a:cubicBezTo>
                  <a:lnTo>
                    <a:pt x="289" y="774"/>
                  </a:lnTo>
                  <a:cubicBezTo>
                    <a:pt x="289" y="932"/>
                    <a:pt x="159" y="1062"/>
                    <a:pt x="1" y="1062"/>
                  </a:cubicBezTo>
                  <a:lnTo>
                    <a:pt x="1130" y="1062"/>
                  </a:lnTo>
                  <a:cubicBezTo>
                    <a:pt x="1288" y="1062"/>
                    <a:pt x="1418" y="932"/>
                    <a:pt x="1418" y="774"/>
                  </a:cubicBezTo>
                  <a:lnTo>
                    <a:pt x="1418" y="289"/>
                  </a:lnTo>
                  <a:cubicBezTo>
                    <a:pt x="1418" y="130"/>
                    <a:pt x="1288" y="0"/>
                    <a:pt x="113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86"/>
            <p:cNvSpPr/>
            <p:nvPr/>
          </p:nvSpPr>
          <p:spPr>
            <a:xfrm>
              <a:off x="2158499" y="1612975"/>
              <a:ext cx="372803" cy="232190"/>
            </a:xfrm>
            <a:custGeom>
              <a:rect b="b" l="l" r="r" t="t"/>
              <a:pathLst>
                <a:path extrusionOk="0" h="8869" w="14240">
                  <a:moveTo>
                    <a:pt x="294" y="0"/>
                  </a:moveTo>
                  <a:cubicBezTo>
                    <a:pt x="130" y="0"/>
                    <a:pt x="1" y="130"/>
                    <a:pt x="1" y="293"/>
                  </a:cubicBezTo>
                  <a:lnTo>
                    <a:pt x="1" y="8580"/>
                  </a:lnTo>
                  <a:cubicBezTo>
                    <a:pt x="1" y="8739"/>
                    <a:pt x="130" y="8868"/>
                    <a:pt x="294" y="8868"/>
                  </a:cubicBezTo>
                  <a:lnTo>
                    <a:pt x="13947" y="8868"/>
                  </a:lnTo>
                  <a:cubicBezTo>
                    <a:pt x="14110" y="8868"/>
                    <a:pt x="14240" y="8734"/>
                    <a:pt x="14235" y="8575"/>
                  </a:cubicBezTo>
                  <a:lnTo>
                    <a:pt x="14235" y="288"/>
                  </a:lnTo>
                  <a:cubicBezTo>
                    <a:pt x="14235" y="130"/>
                    <a:pt x="14105" y="0"/>
                    <a:pt x="1394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86"/>
            <p:cNvSpPr/>
            <p:nvPr/>
          </p:nvSpPr>
          <p:spPr>
            <a:xfrm>
              <a:off x="2158499" y="1612975"/>
              <a:ext cx="372803" cy="232190"/>
            </a:xfrm>
            <a:custGeom>
              <a:rect b="b" l="l" r="r" t="t"/>
              <a:pathLst>
                <a:path extrusionOk="0" h="8869" w="14240">
                  <a:moveTo>
                    <a:pt x="13274" y="0"/>
                  </a:moveTo>
                  <a:lnTo>
                    <a:pt x="13274" y="7552"/>
                  </a:lnTo>
                  <a:cubicBezTo>
                    <a:pt x="13274" y="7711"/>
                    <a:pt x="13145" y="7840"/>
                    <a:pt x="12986" y="7840"/>
                  </a:cubicBezTo>
                  <a:lnTo>
                    <a:pt x="1" y="7840"/>
                  </a:lnTo>
                  <a:lnTo>
                    <a:pt x="1" y="8580"/>
                  </a:lnTo>
                  <a:cubicBezTo>
                    <a:pt x="1" y="8739"/>
                    <a:pt x="130" y="8868"/>
                    <a:pt x="294" y="8868"/>
                  </a:cubicBezTo>
                  <a:lnTo>
                    <a:pt x="13947" y="8868"/>
                  </a:lnTo>
                  <a:cubicBezTo>
                    <a:pt x="14105" y="8868"/>
                    <a:pt x="14235" y="8739"/>
                    <a:pt x="14235" y="8580"/>
                  </a:cubicBezTo>
                  <a:lnTo>
                    <a:pt x="14235" y="293"/>
                  </a:lnTo>
                  <a:cubicBezTo>
                    <a:pt x="14240" y="130"/>
                    <a:pt x="14110" y="0"/>
                    <a:pt x="13947"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86"/>
            <p:cNvSpPr/>
            <p:nvPr/>
          </p:nvSpPr>
          <p:spPr>
            <a:xfrm>
              <a:off x="2182899" y="1637244"/>
              <a:ext cx="324030" cy="183522"/>
            </a:xfrm>
            <a:custGeom>
              <a:rect b="b" l="l" r="r" t="t"/>
              <a:pathLst>
                <a:path extrusionOk="0" h="7010" w="12377">
                  <a:moveTo>
                    <a:pt x="1" y="0"/>
                  </a:moveTo>
                  <a:lnTo>
                    <a:pt x="1" y="7009"/>
                  </a:lnTo>
                  <a:lnTo>
                    <a:pt x="12376" y="7009"/>
                  </a:lnTo>
                  <a:lnTo>
                    <a:pt x="1237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86"/>
            <p:cNvSpPr/>
            <p:nvPr/>
          </p:nvSpPr>
          <p:spPr>
            <a:xfrm>
              <a:off x="2182899" y="1637244"/>
              <a:ext cx="324030" cy="183522"/>
            </a:xfrm>
            <a:custGeom>
              <a:rect b="b" l="l" r="r" t="t"/>
              <a:pathLst>
                <a:path extrusionOk="0" h="7010" w="12377">
                  <a:moveTo>
                    <a:pt x="11559" y="0"/>
                  </a:moveTo>
                  <a:lnTo>
                    <a:pt x="11559" y="5318"/>
                  </a:lnTo>
                  <a:cubicBezTo>
                    <a:pt x="11559" y="5799"/>
                    <a:pt x="11165" y="6193"/>
                    <a:pt x="10680" y="6193"/>
                  </a:cubicBezTo>
                  <a:lnTo>
                    <a:pt x="1" y="6193"/>
                  </a:lnTo>
                  <a:lnTo>
                    <a:pt x="1" y="7009"/>
                  </a:lnTo>
                  <a:lnTo>
                    <a:pt x="12376" y="7009"/>
                  </a:lnTo>
                  <a:lnTo>
                    <a:pt x="12376" y="0"/>
                  </a:ln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86"/>
            <p:cNvSpPr/>
            <p:nvPr/>
          </p:nvSpPr>
          <p:spPr>
            <a:xfrm>
              <a:off x="2238505" y="1808671"/>
              <a:ext cx="81263" cy="36495"/>
            </a:xfrm>
            <a:custGeom>
              <a:rect b="b" l="l" r="r" t="t"/>
              <a:pathLst>
                <a:path extrusionOk="0" h="1394" w="3104">
                  <a:moveTo>
                    <a:pt x="586" y="0"/>
                  </a:moveTo>
                  <a:cubicBezTo>
                    <a:pt x="260" y="0"/>
                    <a:pt x="0" y="264"/>
                    <a:pt x="0" y="591"/>
                  </a:cubicBezTo>
                  <a:lnTo>
                    <a:pt x="0" y="1393"/>
                  </a:lnTo>
                  <a:lnTo>
                    <a:pt x="3104" y="1393"/>
                  </a:lnTo>
                  <a:lnTo>
                    <a:pt x="3099" y="591"/>
                  </a:lnTo>
                  <a:cubicBezTo>
                    <a:pt x="3099" y="264"/>
                    <a:pt x="2835" y="0"/>
                    <a:pt x="2508"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86"/>
            <p:cNvSpPr/>
            <p:nvPr/>
          </p:nvSpPr>
          <p:spPr>
            <a:xfrm>
              <a:off x="2280498" y="1808671"/>
              <a:ext cx="39270" cy="36495"/>
            </a:xfrm>
            <a:custGeom>
              <a:rect b="b" l="l" r="r" t="t"/>
              <a:pathLst>
                <a:path extrusionOk="0" h="1394" w="1500">
                  <a:moveTo>
                    <a:pt x="1" y="0"/>
                  </a:moveTo>
                  <a:cubicBezTo>
                    <a:pt x="323" y="0"/>
                    <a:pt x="587" y="264"/>
                    <a:pt x="587" y="591"/>
                  </a:cubicBezTo>
                  <a:lnTo>
                    <a:pt x="587" y="1393"/>
                  </a:lnTo>
                  <a:lnTo>
                    <a:pt x="1500" y="1393"/>
                  </a:lnTo>
                  <a:lnTo>
                    <a:pt x="1500" y="591"/>
                  </a:lnTo>
                  <a:cubicBezTo>
                    <a:pt x="1500" y="264"/>
                    <a:pt x="1235" y="0"/>
                    <a:pt x="90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6"/>
            <p:cNvSpPr/>
            <p:nvPr/>
          </p:nvSpPr>
          <p:spPr>
            <a:xfrm>
              <a:off x="2326417" y="1529330"/>
              <a:ext cx="32332" cy="27620"/>
            </a:xfrm>
            <a:custGeom>
              <a:rect b="b" l="l" r="r" t="t"/>
              <a:pathLst>
                <a:path extrusionOk="0" h="1055" w="1235">
                  <a:moveTo>
                    <a:pt x="706" y="0"/>
                  </a:moveTo>
                  <a:cubicBezTo>
                    <a:pt x="236" y="0"/>
                    <a:pt x="0" y="567"/>
                    <a:pt x="332" y="899"/>
                  </a:cubicBezTo>
                  <a:cubicBezTo>
                    <a:pt x="439" y="1007"/>
                    <a:pt x="573" y="1055"/>
                    <a:pt x="703" y="1055"/>
                  </a:cubicBezTo>
                  <a:cubicBezTo>
                    <a:pt x="974" y="1055"/>
                    <a:pt x="1235" y="847"/>
                    <a:pt x="1235" y="529"/>
                  </a:cubicBezTo>
                  <a:cubicBezTo>
                    <a:pt x="1235" y="236"/>
                    <a:pt x="995" y="0"/>
                    <a:pt x="706"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6"/>
            <p:cNvSpPr/>
            <p:nvPr/>
          </p:nvSpPr>
          <p:spPr>
            <a:xfrm>
              <a:off x="2137005" y="1523256"/>
              <a:ext cx="415817" cy="355734"/>
            </a:xfrm>
            <a:custGeom>
              <a:rect b="b" l="l" r="r" t="t"/>
              <a:pathLst>
                <a:path extrusionOk="0" h="13588" w="15883">
                  <a:moveTo>
                    <a:pt x="7940" y="465"/>
                  </a:moveTo>
                  <a:cubicBezTo>
                    <a:pt x="7953" y="465"/>
                    <a:pt x="7966" y="466"/>
                    <a:pt x="7980" y="468"/>
                  </a:cubicBezTo>
                  <a:cubicBezTo>
                    <a:pt x="8124" y="487"/>
                    <a:pt x="8234" y="612"/>
                    <a:pt x="8234" y="761"/>
                  </a:cubicBezTo>
                  <a:cubicBezTo>
                    <a:pt x="8234" y="939"/>
                    <a:pt x="8087" y="1056"/>
                    <a:pt x="7935" y="1056"/>
                  </a:cubicBezTo>
                  <a:cubicBezTo>
                    <a:pt x="7858" y="1056"/>
                    <a:pt x="7780" y="1026"/>
                    <a:pt x="7720" y="958"/>
                  </a:cubicBezTo>
                  <a:cubicBezTo>
                    <a:pt x="7547" y="761"/>
                    <a:pt x="7690" y="465"/>
                    <a:pt x="7940" y="465"/>
                  </a:cubicBezTo>
                  <a:close/>
                  <a:moveTo>
                    <a:pt x="8681" y="929"/>
                  </a:moveTo>
                  <a:lnTo>
                    <a:pt x="10963" y="3196"/>
                  </a:lnTo>
                  <a:lnTo>
                    <a:pt x="4920" y="3196"/>
                  </a:lnTo>
                  <a:lnTo>
                    <a:pt x="7202" y="929"/>
                  </a:lnTo>
                  <a:cubicBezTo>
                    <a:pt x="7278" y="1275"/>
                    <a:pt x="7586" y="1520"/>
                    <a:pt x="7941" y="1520"/>
                  </a:cubicBezTo>
                  <a:cubicBezTo>
                    <a:pt x="8297" y="1520"/>
                    <a:pt x="8604" y="1275"/>
                    <a:pt x="8681" y="929"/>
                  </a:cubicBezTo>
                  <a:close/>
                  <a:moveTo>
                    <a:pt x="6210" y="11136"/>
                  </a:moveTo>
                  <a:cubicBezTo>
                    <a:pt x="6445" y="11136"/>
                    <a:pt x="6431" y="11138"/>
                    <a:pt x="6457" y="11142"/>
                  </a:cubicBezTo>
                  <a:cubicBezTo>
                    <a:pt x="6625" y="11176"/>
                    <a:pt x="6745" y="11320"/>
                    <a:pt x="6745" y="11493"/>
                  </a:cubicBezTo>
                  <a:lnTo>
                    <a:pt x="6745" y="12060"/>
                  </a:lnTo>
                  <a:lnTo>
                    <a:pt x="4113" y="12060"/>
                  </a:lnTo>
                  <a:lnTo>
                    <a:pt x="4113" y="11493"/>
                  </a:lnTo>
                  <a:cubicBezTo>
                    <a:pt x="4113" y="11296"/>
                    <a:pt x="4271" y="11138"/>
                    <a:pt x="4468" y="11138"/>
                  </a:cubicBezTo>
                  <a:cubicBezTo>
                    <a:pt x="5491" y="11138"/>
                    <a:pt x="5975" y="11136"/>
                    <a:pt x="6210" y="11136"/>
                  </a:cubicBezTo>
                  <a:close/>
                  <a:moveTo>
                    <a:pt x="14768" y="3658"/>
                  </a:moveTo>
                  <a:cubicBezTo>
                    <a:pt x="14802" y="3662"/>
                    <a:pt x="14826" y="3686"/>
                    <a:pt x="14826" y="3715"/>
                  </a:cubicBezTo>
                  <a:lnTo>
                    <a:pt x="14826" y="12002"/>
                  </a:lnTo>
                  <a:cubicBezTo>
                    <a:pt x="14826" y="12031"/>
                    <a:pt x="14802" y="12055"/>
                    <a:pt x="14768" y="12060"/>
                  </a:cubicBezTo>
                  <a:lnTo>
                    <a:pt x="7211" y="12060"/>
                  </a:lnTo>
                  <a:lnTo>
                    <a:pt x="7211" y="11594"/>
                  </a:lnTo>
                  <a:lnTo>
                    <a:pt x="14129" y="11594"/>
                  </a:lnTo>
                  <a:cubicBezTo>
                    <a:pt x="14254" y="11594"/>
                    <a:pt x="14360" y="11488"/>
                    <a:pt x="14360" y="11363"/>
                  </a:cubicBezTo>
                  <a:lnTo>
                    <a:pt x="14360" y="4354"/>
                  </a:lnTo>
                  <a:cubicBezTo>
                    <a:pt x="14360" y="4229"/>
                    <a:pt x="14254" y="4124"/>
                    <a:pt x="14129" y="4124"/>
                  </a:cubicBezTo>
                  <a:lnTo>
                    <a:pt x="4189" y="4124"/>
                  </a:lnTo>
                  <a:cubicBezTo>
                    <a:pt x="3877" y="4124"/>
                    <a:pt x="3877" y="4590"/>
                    <a:pt x="4189" y="4590"/>
                  </a:cubicBezTo>
                  <a:lnTo>
                    <a:pt x="13894" y="4590"/>
                  </a:lnTo>
                  <a:lnTo>
                    <a:pt x="13894" y="11133"/>
                  </a:lnTo>
                  <a:lnTo>
                    <a:pt x="7130" y="11133"/>
                  </a:lnTo>
                  <a:cubicBezTo>
                    <a:pt x="7000" y="10873"/>
                    <a:pt x="6750" y="10696"/>
                    <a:pt x="6462" y="10672"/>
                  </a:cubicBezTo>
                  <a:cubicBezTo>
                    <a:pt x="6430" y="10670"/>
                    <a:pt x="6193" y="10669"/>
                    <a:pt x="5891" y="10669"/>
                  </a:cubicBezTo>
                  <a:cubicBezTo>
                    <a:pt x="5286" y="10669"/>
                    <a:pt x="4418" y="10672"/>
                    <a:pt x="4396" y="10672"/>
                  </a:cubicBezTo>
                  <a:cubicBezTo>
                    <a:pt x="4108" y="10696"/>
                    <a:pt x="3853" y="10873"/>
                    <a:pt x="3728" y="11133"/>
                  </a:cubicBezTo>
                  <a:lnTo>
                    <a:pt x="1984" y="11133"/>
                  </a:lnTo>
                  <a:lnTo>
                    <a:pt x="1984" y="4590"/>
                  </a:lnTo>
                  <a:lnTo>
                    <a:pt x="3320" y="4590"/>
                  </a:lnTo>
                  <a:cubicBezTo>
                    <a:pt x="3627" y="4590"/>
                    <a:pt x="3627" y="4124"/>
                    <a:pt x="3320" y="4124"/>
                  </a:cubicBezTo>
                  <a:lnTo>
                    <a:pt x="1754" y="4124"/>
                  </a:lnTo>
                  <a:cubicBezTo>
                    <a:pt x="1624" y="4124"/>
                    <a:pt x="1523" y="4229"/>
                    <a:pt x="1523" y="4354"/>
                  </a:cubicBezTo>
                  <a:lnTo>
                    <a:pt x="1523" y="11363"/>
                  </a:lnTo>
                  <a:cubicBezTo>
                    <a:pt x="1523" y="11488"/>
                    <a:pt x="1624" y="11594"/>
                    <a:pt x="1754" y="11594"/>
                  </a:cubicBezTo>
                  <a:lnTo>
                    <a:pt x="3647" y="11594"/>
                  </a:lnTo>
                  <a:lnTo>
                    <a:pt x="3647" y="12060"/>
                  </a:lnTo>
                  <a:lnTo>
                    <a:pt x="1115" y="12060"/>
                  </a:lnTo>
                  <a:cubicBezTo>
                    <a:pt x="1081" y="12055"/>
                    <a:pt x="1057" y="12031"/>
                    <a:pt x="1057" y="12002"/>
                  </a:cubicBezTo>
                  <a:lnTo>
                    <a:pt x="1057" y="3715"/>
                  </a:lnTo>
                  <a:cubicBezTo>
                    <a:pt x="1057" y="3686"/>
                    <a:pt x="1081" y="3662"/>
                    <a:pt x="1115" y="3658"/>
                  </a:cubicBezTo>
                  <a:close/>
                  <a:moveTo>
                    <a:pt x="7941" y="1"/>
                  </a:moveTo>
                  <a:cubicBezTo>
                    <a:pt x="7654" y="1"/>
                    <a:pt x="7367" y="110"/>
                    <a:pt x="7149" y="328"/>
                  </a:cubicBezTo>
                  <a:lnTo>
                    <a:pt x="4257" y="3196"/>
                  </a:lnTo>
                  <a:lnTo>
                    <a:pt x="1115" y="3196"/>
                  </a:lnTo>
                  <a:cubicBezTo>
                    <a:pt x="827" y="3196"/>
                    <a:pt x="591" y="3427"/>
                    <a:pt x="591" y="3715"/>
                  </a:cubicBezTo>
                  <a:lnTo>
                    <a:pt x="591" y="12002"/>
                  </a:lnTo>
                  <a:cubicBezTo>
                    <a:pt x="591" y="12021"/>
                    <a:pt x="591" y="12041"/>
                    <a:pt x="591" y="12060"/>
                  </a:cubicBezTo>
                  <a:lnTo>
                    <a:pt x="524" y="12060"/>
                  </a:lnTo>
                  <a:cubicBezTo>
                    <a:pt x="236" y="12060"/>
                    <a:pt x="0" y="12295"/>
                    <a:pt x="0" y="12584"/>
                  </a:cubicBezTo>
                  <a:lnTo>
                    <a:pt x="0" y="13069"/>
                  </a:lnTo>
                  <a:cubicBezTo>
                    <a:pt x="0" y="13357"/>
                    <a:pt x="236" y="13588"/>
                    <a:pt x="524" y="13588"/>
                  </a:cubicBezTo>
                  <a:lnTo>
                    <a:pt x="9897" y="13588"/>
                  </a:lnTo>
                  <a:cubicBezTo>
                    <a:pt x="10204" y="13588"/>
                    <a:pt x="10204" y="13122"/>
                    <a:pt x="9897" y="13122"/>
                  </a:cubicBezTo>
                  <a:lnTo>
                    <a:pt x="524" y="13122"/>
                  </a:lnTo>
                  <a:cubicBezTo>
                    <a:pt x="490" y="13122"/>
                    <a:pt x="466" y="13098"/>
                    <a:pt x="466" y="13069"/>
                  </a:cubicBezTo>
                  <a:lnTo>
                    <a:pt x="466" y="12579"/>
                  </a:lnTo>
                  <a:cubicBezTo>
                    <a:pt x="466" y="12550"/>
                    <a:pt x="490" y="12526"/>
                    <a:pt x="524" y="12526"/>
                  </a:cubicBezTo>
                  <a:lnTo>
                    <a:pt x="15359" y="12526"/>
                  </a:lnTo>
                  <a:cubicBezTo>
                    <a:pt x="15392" y="12526"/>
                    <a:pt x="15417" y="12550"/>
                    <a:pt x="15417" y="12579"/>
                  </a:cubicBezTo>
                  <a:lnTo>
                    <a:pt x="15417" y="13069"/>
                  </a:lnTo>
                  <a:cubicBezTo>
                    <a:pt x="15417" y="13098"/>
                    <a:pt x="15392" y="13122"/>
                    <a:pt x="15359" y="13122"/>
                  </a:cubicBezTo>
                  <a:lnTo>
                    <a:pt x="10761" y="13122"/>
                  </a:lnTo>
                  <a:cubicBezTo>
                    <a:pt x="10454" y="13122"/>
                    <a:pt x="10454" y="13588"/>
                    <a:pt x="10761" y="13588"/>
                  </a:cubicBezTo>
                  <a:lnTo>
                    <a:pt x="15359" y="13588"/>
                  </a:lnTo>
                  <a:cubicBezTo>
                    <a:pt x="15647" y="13588"/>
                    <a:pt x="15882" y="13357"/>
                    <a:pt x="15882" y="13069"/>
                  </a:cubicBezTo>
                  <a:lnTo>
                    <a:pt x="15882" y="12584"/>
                  </a:lnTo>
                  <a:cubicBezTo>
                    <a:pt x="15878" y="12295"/>
                    <a:pt x="15647" y="12065"/>
                    <a:pt x="15359" y="12060"/>
                  </a:cubicBezTo>
                  <a:lnTo>
                    <a:pt x="15287" y="12060"/>
                  </a:lnTo>
                  <a:cubicBezTo>
                    <a:pt x="15292" y="12041"/>
                    <a:pt x="15292" y="12026"/>
                    <a:pt x="15292" y="12007"/>
                  </a:cubicBezTo>
                  <a:lnTo>
                    <a:pt x="15292" y="3720"/>
                  </a:lnTo>
                  <a:cubicBezTo>
                    <a:pt x="15292" y="3432"/>
                    <a:pt x="15056" y="3196"/>
                    <a:pt x="14768" y="3196"/>
                  </a:cubicBezTo>
                  <a:lnTo>
                    <a:pt x="11621" y="3196"/>
                  </a:lnTo>
                  <a:lnTo>
                    <a:pt x="8734" y="328"/>
                  </a:lnTo>
                  <a:cubicBezTo>
                    <a:pt x="8515" y="110"/>
                    <a:pt x="8228" y="1"/>
                    <a:pt x="79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0" name="Google Shape;13300;p86"/>
          <p:cNvGrpSpPr/>
          <p:nvPr/>
        </p:nvGrpSpPr>
        <p:grpSpPr>
          <a:xfrm>
            <a:off x="1713413" y="3359548"/>
            <a:ext cx="397700" cy="389637"/>
            <a:chOff x="1713413" y="3359548"/>
            <a:chExt cx="397700" cy="389637"/>
          </a:xfrm>
        </p:grpSpPr>
        <p:sp>
          <p:nvSpPr>
            <p:cNvPr id="13301" name="Google Shape;13301;p86"/>
            <p:cNvSpPr/>
            <p:nvPr/>
          </p:nvSpPr>
          <p:spPr>
            <a:xfrm>
              <a:off x="1800069" y="3427720"/>
              <a:ext cx="161138" cy="305102"/>
            </a:xfrm>
            <a:custGeom>
              <a:rect b="b" l="l" r="r" t="t"/>
              <a:pathLst>
                <a:path extrusionOk="0" h="11654" w="6155">
                  <a:moveTo>
                    <a:pt x="5431" y="0"/>
                  </a:moveTo>
                  <a:cubicBezTo>
                    <a:pt x="5263" y="0"/>
                    <a:pt x="5095" y="64"/>
                    <a:pt x="4968" y="191"/>
                  </a:cubicBezTo>
                  <a:lnTo>
                    <a:pt x="192" y="4991"/>
                  </a:lnTo>
                  <a:cubicBezTo>
                    <a:pt x="72" y="5111"/>
                    <a:pt x="0" y="5279"/>
                    <a:pt x="5" y="5452"/>
                  </a:cubicBezTo>
                  <a:lnTo>
                    <a:pt x="5" y="10996"/>
                  </a:lnTo>
                  <a:cubicBezTo>
                    <a:pt x="0" y="11361"/>
                    <a:pt x="298" y="11654"/>
                    <a:pt x="658" y="11654"/>
                  </a:cubicBezTo>
                  <a:cubicBezTo>
                    <a:pt x="1023" y="11654"/>
                    <a:pt x="1317" y="11356"/>
                    <a:pt x="1317" y="10996"/>
                  </a:cubicBezTo>
                  <a:lnTo>
                    <a:pt x="1317" y="5721"/>
                  </a:lnTo>
                  <a:lnTo>
                    <a:pt x="5900" y="1119"/>
                  </a:lnTo>
                  <a:cubicBezTo>
                    <a:pt x="6154" y="864"/>
                    <a:pt x="6154" y="446"/>
                    <a:pt x="5895" y="191"/>
                  </a:cubicBezTo>
                  <a:cubicBezTo>
                    <a:pt x="5767" y="64"/>
                    <a:pt x="5599" y="0"/>
                    <a:pt x="5431"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6"/>
            <p:cNvSpPr/>
            <p:nvPr/>
          </p:nvSpPr>
          <p:spPr>
            <a:xfrm>
              <a:off x="1800199" y="3550190"/>
              <a:ext cx="51077" cy="86813"/>
            </a:xfrm>
            <a:custGeom>
              <a:rect b="b" l="l" r="r" t="t"/>
              <a:pathLst>
                <a:path extrusionOk="0" h="3316" w="1951">
                  <a:moveTo>
                    <a:pt x="865" y="0"/>
                  </a:moveTo>
                  <a:cubicBezTo>
                    <a:pt x="725" y="0"/>
                    <a:pt x="586" y="20"/>
                    <a:pt x="447" y="53"/>
                  </a:cubicBezTo>
                  <a:lnTo>
                    <a:pt x="192" y="313"/>
                  </a:lnTo>
                  <a:cubicBezTo>
                    <a:pt x="67" y="438"/>
                    <a:pt x="0" y="601"/>
                    <a:pt x="0" y="779"/>
                  </a:cubicBezTo>
                  <a:lnTo>
                    <a:pt x="0" y="3070"/>
                  </a:lnTo>
                  <a:cubicBezTo>
                    <a:pt x="263" y="3232"/>
                    <a:pt x="565" y="3316"/>
                    <a:pt x="871" y="3316"/>
                  </a:cubicBezTo>
                  <a:cubicBezTo>
                    <a:pt x="1018" y="3316"/>
                    <a:pt x="1167" y="3296"/>
                    <a:pt x="1312" y="3257"/>
                  </a:cubicBezTo>
                  <a:lnTo>
                    <a:pt x="1312" y="1048"/>
                  </a:lnTo>
                  <a:lnTo>
                    <a:pt x="1950" y="404"/>
                  </a:lnTo>
                  <a:cubicBezTo>
                    <a:pt x="1648" y="144"/>
                    <a:pt x="1263" y="0"/>
                    <a:pt x="86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6"/>
            <p:cNvSpPr/>
            <p:nvPr/>
          </p:nvSpPr>
          <p:spPr>
            <a:xfrm>
              <a:off x="1892877" y="3427747"/>
              <a:ext cx="66550" cy="61209"/>
            </a:xfrm>
            <a:custGeom>
              <a:rect b="b" l="l" r="r" t="t"/>
              <a:pathLst>
                <a:path extrusionOk="0" h="2338" w="2542">
                  <a:moveTo>
                    <a:pt x="1885" y="0"/>
                  </a:moveTo>
                  <a:cubicBezTo>
                    <a:pt x="1723" y="0"/>
                    <a:pt x="1557" y="61"/>
                    <a:pt x="1423" y="195"/>
                  </a:cubicBezTo>
                  <a:lnTo>
                    <a:pt x="1" y="1622"/>
                  </a:lnTo>
                  <a:lnTo>
                    <a:pt x="1144" y="2338"/>
                  </a:lnTo>
                  <a:lnTo>
                    <a:pt x="1994" y="1483"/>
                  </a:lnTo>
                  <a:lnTo>
                    <a:pt x="2542" y="608"/>
                  </a:lnTo>
                  <a:cubicBezTo>
                    <a:pt x="2513" y="236"/>
                    <a:pt x="2206" y="0"/>
                    <a:pt x="188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86"/>
            <p:cNvSpPr/>
            <p:nvPr/>
          </p:nvSpPr>
          <p:spPr>
            <a:xfrm>
              <a:off x="1719199" y="3698474"/>
              <a:ext cx="232452" cy="44925"/>
            </a:xfrm>
            <a:custGeom>
              <a:rect b="b" l="l" r="r" t="t"/>
              <a:pathLst>
                <a:path extrusionOk="0" h="1716" w="8879">
                  <a:moveTo>
                    <a:pt x="1100" y="0"/>
                  </a:moveTo>
                  <a:cubicBezTo>
                    <a:pt x="490" y="0"/>
                    <a:pt x="0" y="490"/>
                    <a:pt x="0" y="1096"/>
                  </a:cubicBezTo>
                  <a:lnTo>
                    <a:pt x="0" y="1715"/>
                  </a:lnTo>
                  <a:lnTo>
                    <a:pt x="8878" y="1715"/>
                  </a:lnTo>
                  <a:lnTo>
                    <a:pt x="8873" y="1100"/>
                  </a:lnTo>
                  <a:cubicBezTo>
                    <a:pt x="8873" y="490"/>
                    <a:pt x="8383" y="0"/>
                    <a:pt x="7778"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86"/>
            <p:cNvSpPr/>
            <p:nvPr/>
          </p:nvSpPr>
          <p:spPr>
            <a:xfrm>
              <a:off x="1887588" y="3698474"/>
              <a:ext cx="64062" cy="44925"/>
            </a:xfrm>
            <a:custGeom>
              <a:rect b="b" l="l" r="r" t="t"/>
              <a:pathLst>
                <a:path extrusionOk="0" h="1716" w="2447">
                  <a:moveTo>
                    <a:pt x="1" y="0"/>
                  </a:moveTo>
                  <a:cubicBezTo>
                    <a:pt x="606" y="0"/>
                    <a:pt x="1096" y="490"/>
                    <a:pt x="1096" y="1100"/>
                  </a:cubicBezTo>
                  <a:lnTo>
                    <a:pt x="1096" y="1715"/>
                  </a:lnTo>
                  <a:lnTo>
                    <a:pt x="2446" y="1715"/>
                  </a:lnTo>
                  <a:lnTo>
                    <a:pt x="2446" y="1096"/>
                  </a:lnTo>
                  <a:cubicBezTo>
                    <a:pt x="2446" y="490"/>
                    <a:pt x="1951" y="0"/>
                    <a:pt x="1346"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86"/>
            <p:cNvSpPr/>
            <p:nvPr/>
          </p:nvSpPr>
          <p:spPr>
            <a:xfrm>
              <a:off x="1764856" y="3531446"/>
              <a:ext cx="101395" cy="86761"/>
            </a:xfrm>
            <a:custGeom>
              <a:rect b="b" l="l" r="r" t="t"/>
              <a:pathLst>
                <a:path extrusionOk="0" h="3314" w="3873">
                  <a:moveTo>
                    <a:pt x="2215" y="1"/>
                  </a:moveTo>
                  <a:cubicBezTo>
                    <a:pt x="740" y="1"/>
                    <a:pt x="0" y="1783"/>
                    <a:pt x="1043" y="2830"/>
                  </a:cubicBezTo>
                  <a:cubicBezTo>
                    <a:pt x="1360" y="3145"/>
                    <a:pt x="1783" y="3313"/>
                    <a:pt x="2214" y="3313"/>
                  </a:cubicBezTo>
                  <a:cubicBezTo>
                    <a:pt x="2427" y="3313"/>
                    <a:pt x="2643" y="3272"/>
                    <a:pt x="2849" y="3186"/>
                  </a:cubicBezTo>
                  <a:cubicBezTo>
                    <a:pt x="3469" y="2931"/>
                    <a:pt x="3872" y="2326"/>
                    <a:pt x="3872" y="1658"/>
                  </a:cubicBezTo>
                  <a:cubicBezTo>
                    <a:pt x="3872" y="740"/>
                    <a:pt x="3132" y="1"/>
                    <a:pt x="2215"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86"/>
            <p:cNvSpPr/>
            <p:nvPr/>
          </p:nvSpPr>
          <p:spPr>
            <a:xfrm>
              <a:off x="1812766" y="3531446"/>
              <a:ext cx="56366" cy="86787"/>
            </a:xfrm>
            <a:custGeom>
              <a:rect b="b" l="l" r="r" t="t"/>
              <a:pathLst>
                <a:path extrusionOk="0" h="3315" w="2153">
                  <a:moveTo>
                    <a:pt x="393" y="1"/>
                  </a:moveTo>
                  <a:cubicBezTo>
                    <a:pt x="390" y="1"/>
                    <a:pt x="387" y="1"/>
                    <a:pt x="385" y="1"/>
                  </a:cubicBezTo>
                  <a:cubicBezTo>
                    <a:pt x="255" y="1"/>
                    <a:pt x="125" y="15"/>
                    <a:pt x="0" y="44"/>
                  </a:cubicBezTo>
                  <a:cubicBezTo>
                    <a:pt x="740" y="226"/>
                    <a:pt x="1264" y="889"/>
                    <a:pt x="1264" y="1658"/>
                  </a:cubicBezTo>
                  <a:cubicBezTo>
                    <a:pt x="1264" y="2422"/>
                    <a:pt x="740" y="3085"/>
                    <a:pt x="0" y="3267"/>
                  </a:cubicBezTo>
                  <a:cubicBezTo>
                    <a:pt x="133" y="3300"/>
                    <a:pt x="265" y="3315"/>
                    <a:pt x="394" y="3315"/>
                  </a:cubicBezTo>
                  <a:cubicBezTo>
                    <a:pt x="1211" y="3315"/>
                    <a:pt x="1934" y="2704"/>
                    <a:pt x="2037" y="1850"/>
                  </a:cubicBezTo>
                  <a:cubicBezTo>
                    <a:pt x="2152" y="868"/>
                    <a:pt x="1383" y="1"/>
                    <a:pt x="393"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86"/>
            <p:cNvSpPr/>
            <p:nvPr/>
          </p:nvSpPr>
          <p:spPr>
            <a:xfrm>
              <a:off x="1800435" y="3557992"/>
              <a:ext cx="39270" cy="33720"/>
            </a:xfrm>
            <a:custGeom>
              <a:rect b="b" l="l" r="r" t="t"/>
              <a:pathLst>
                <a:path extrusionOk="0" h="1288" w="1500">
                  <a:moveTo>
                    <a:pt x="856" y="0"/>
                  </a:moveTo>
                  <a:cubicBezTo>
                    <a:pt x="284" y="0"/>
                    <a:pt x="1" y="692"/>
                    <a:pt x="404" y="1096"/>
                  </a:cubicBezTo>
                  <a:cubicBezTo>
                    <a:pt x="535" y="1228"/>
                    <a:pt x="696" y="1287"/>
                    <a:pt x="854" y="1287"/>
                  </a:cubicBezTo>
                  <a:cubicBezTo>
                    <a:pt x="1184" y="1287"/>
                    <a:pt x="1500" y="1030"/>
                    <a:pt x="1500" y="644"/>
                  </a:cubicBezTo>
                  <a:cubicBezTo>
                    <a:pt x="1500" y="288"/>
                    <a:pt x="1211" y="0"/>
                    <a:pt x="856"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86"/>
            <p:cNvSpPr/>
            <p:nvPr/>
          </p:nvSpPr>
          <p:spPr>
            <a:xfrm>
              <a:off x="1872875" y="3367245"/>
              <a:ext cx="102652" cy="104877"/>
            </a:xfrm>
            <a:custGeom>
              <a:rect b="b" l="l" r="r" t="t"/>
              <a:pathLst>
                <a:path extrusionOk="0" h="4006" w="3921">
                  <a:moveTo>
                    <a:pt x="1742" y="1"/>
                  </a:moveTo>
                  <a:cubicBezTo>
                    <a:pt x="1593" y="1"/>
                    <a:pt x="1447" y="76"/>
                    <a:pt x="1360" y="210"/>
                  </a:cubicBezTo>
                  <a:lnTo>
                    <a:pt x="135" y="2170"/>
                  </a:lnTo>
                  <a:cubicBezTo>
                    <a:pt x="1" y="2376"/>
                    <a:pt x="68" y="2655"/>
                    <a:pt x="275" y="2790"/>
                  </a:cubicBezTo>
                  <a:lnTo>
                    <a:pt x="2220" y="4005"/>
                  </a:lnTo>
                  <a:lnTo>
                    <a:pt x="3921" y="1286"/>
                  </a:lnTo>
                  <a:lnTo>
                    <a:pt x="1980" y="71"/>
                  </a:lnTo>
                  <a:cubicBezTo>
                    <a:pt x="1906" y="23"/>
                    <a:pt x="1823" y="1"/>
                    <a:pt x="1742"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86"/>
            <p:cNvSpPr/>
            <p:nvPr/>
          </p:nvSpPr>
          <p:spPr>
            <a:xfrm>
              <a:off x="1909239" y="3387822"/>
              <a:ext cx="66288" cy="84300"/>
            </a:xfrm>
            <a:custGeom>
              <a:rect b="b" l="l" r="r" t="t"/>
              <a:pathLst>
                <a:path extrusionOk="0" h="3220" w="2532">
                  <a:moveTo>
                    <a:pt x="1691" y="0"/>
                  </a:moveTo>
                  <a:lnTo>
                    <a:pt x="0" y="2700"/>
                  </a:lnTo>
                  <a:lnTo>
                    <a:pt x="831" y="3219"/>
                  </a:lnTo>
                  <a:lnTo>
                    <a:pt x="2532" y="500"/>
                  </a:lnTo>
                  <a:lnTo>
                    <a:pt x="1739" y="5"/>
                  </a:lnTo>
                  <a:lnTo>
                    <a:pt x="1691" y="0"/>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86"/>
            <p:cNvSpPr/>
            <p:nvPr/>
          </p:nvSpPr>
          <p:spPr>
            <a:xfrm>
              <a:off x="1930733" y="3400886"/>
              <a:ext cx="151713" cy="158991"/>
            </a:xfrm>
            <a:custGeom>
              <a:rect b="b" l="l" r="r" t="t"/>
              <a:pathLst>
                <a:path extrusionOk="0" h="6073" w="5795">
                  <a:moveTo>
                    <a:pt x="1706" y="1"/>
                  </a:moveTo>
                  <a:lnTo>
                    <a:pt x="1" y="2715"/>
                  </a:lnTo>
                  <a:lnTo>
                    <a:pt x="1884" y="5900"/>
                  </a:lnTo>
                  <a:cubicBezTo>
                    <a:pt x="1950" y="6015"/>
                    <a:pt x="2065" y="6073"/>
                    <a:pt x="2181" y="6073"/>
                  </a:cubicBezTo>
                  <a:cubicBezTo>
                    <a:pt x="2293" y="6073"/>
                    <a:pt x="2406" y="6019"/>
                    <a:pt x="2475" y="5910"/>
                  </a:cubicBezTo>
                  <a:lnTo>
                    <a:pt x="5655" y="832"/>
                  </a:lnTo>
                  <a:cubicBezTo>
                    <a:pt x="5794" y="611"/>
                    <a:pt x="5650" y="323"/>
                    <a:pt x="5391" y="304"/>
                  </a:cubicBezTo>
                  <a:lnTo>
                    <a:pt x="170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86"/>
            <p:cNvSpPr/>
            <p:nvPr/>
          </p:nvSpPr>
          <p:spPr>
            <a:xfrm>
              <a:off x="1973747" y="3407824"/>
              <a:ext cx="108699" cy="152053"/>
            </a:xfrm>
            <a:custGeom>
              <a:rect b="b" l="l" r="r" t="t"/>
              <a:pathLst>
                <a:path extrusionOk="0" h="5808" w="4152">
                  <a:moveTo>
                    <a:pt x="3287" y="0"/>
                  </a:moveTo>
                  <a:cubicBezTo>
                    <a:pt x="3282" y="24"/>
                    <a:pt x="3267" y="48"/>
                    <a:pt x="3258" y="67"/>
                  </a:cubicBezTo>
                  <a:lnTo>
                    <a:pt x="73" y="5145"/>
                  </a:lnTo>
                  <a:cubicBezTo>
                    <a:pt x="53" y="5179"/>
                    <a:pt x="29" y="5208"/>
                    <a:pt x="1" y="5232"/>
                  </a:cubicBezTo>
                  <a:lnTo>
                    <a:pt x="241" y="5635"/>
                  </a:lnTo>
                  <a:cubicBezTo>
                    <a:pt x="307" y="5750"/>
                    <a:pt x="422" y="5808"/>
                    <a:pt x="538" y="5808"/>
                  </a:cubicBezTo>
                  <a:cubicBezTo>
                    <a:pt x="650" y="5808"/>
                    <a:pt x="763" y="5754"/>
                    <a:pt x="832" y="5645"/>
                  </a:cubicBezTo>
                  <a:lnTo>
                    <a:pt x="4012" y="567"/>
                  </a:lnTo>
                  <a:cubicBezTo>
                    <a:pt x="4151" y="346"/>
                    <a:pt x="4007" y="58"/>
                    <a:pt x="3748" y="39"/>
                  </a:cubicBezTo>
                  <a:lnTo>
                    <a:pt x="3287" y="0"/>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86"/>
            <p:cNvSpPr/>
            <p:nvPr/>
          </p:nvSpPr>
          <p:spPr>
            <a:xfrm>
              <a:off x="2012362" y="3449581"/>
              <a:ext cx="92834" cy="95505"/>
            </a:xfrm>
            <a:custGeom>
              <a:rect b="b" l="l" r="r" t="t"/>
              <a:pathLst>
                <a:path extrusionOk="0" h="3648" w="3546">
                  <a:moveTo>
                    <a:pt x="1893" y="0"/>
                  </a:moveTo>
                  <a:lnTo>
                    <a:pt x="0" y="3022"/>
                  </a:lnTo>
                  <a:lnTo>
                    <a:pt x="567" y="3377"/>
                  </a:lnTo>
                  <a:cubicBezTo>
                    <a:pt x="860" y="3560"/>
                    <a:pt x="1186" y="3648"/>
                    <a:pt x="1509" y="3648"/>
                  </a:cubicBezTo>
                  <a:cubicBezTo>
                    <a:pt x="2102" y="3648"/>
                    <a:pt x="2683" y="3352"/>
                    <a:pt x="3022" y="2810"/>
                  </a:cubicBezTo>
                  <a:cubicBezTo>
                    <a:pt x="3546" y="1979"/>
                    <a:pt x="3291" y="879"/>
                    <a:pt x="2460" y="356"/>
                  </a:cubicBezTo>
                  <a:lnTo>
                    <a:pt x="1893"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86"/>
            <p:cNvSpPr/>
            <p:nvPr/>
          </p:nvSpPr>
          <p:spPr>
            <a:xfrm>
              <a:off x="2013619" y="3449581"/>
              <a:ext cx="90714" cy="95086"/>
            </a:xfrm>
            <a:custGeom>
              <a:rect b="b" l="l" r="r" t="t"/>
              <a:pathLst>
                <a:path extrusionOk="0" h="3632" w="3465">
                  <a:moveTo>
                    <a:pt x="1836" y="0"/>
                  </a:moveTo>
                  <a:lnTo>
                    <a:pt x="1826" y="19"/>
                  </a:lnTo>
                  <a:cubicBezTo>
                    <a:pt x="2556" y="562"/>
                    <a:pt x="2753" y="1576"/>
                    <a:pt x="2282" y="2359"/>
                  </a:cubicBezTo>
                  <a:cubicBezTo>
                    <a:pt x="1950" y="2911"/>
                    <a:pt x="1362" y="3225"/>
                    <a:pt x="755" y="3225"/>
                  </a:cubicBezTo>
                  <a:cubicBezTo>
                    <a:pt x="501" y="3225"/>
                    <a:pt x="244" y="3170"/>
                    <a:pt x="1" y="3055"/>
                  </a:cubicBezTo>
                  <a:lnTo>
                    <a:pt x="1" y="3055"/>
                  </a:lnTo>
                  <a:lnTo>
                    <a:pt x="534" y="3382"/>
                  </a:lnTo>
                  <a:cubicBezTo>
                    <a:pt x="819" y="3551"/>
                    <a:pt x="1132" y="3631"/>
                    <a:pt x="1441" y="3631"/>
                  </a:cubicBezTo>
                  <a:cubicBezTo>
                    <a:pt x="2038" y="3631"/>
                    <a:pt x="2619" y="3331"/>
                    <a:pt x="2955" y="2786"/>
                  </a:cubicBezTo>
                  <a:cubicBezTo>
                    <a:pt x="3464" y="1960"/>
                    <a:pt x="3219" y="879"/>
                    <a:pt x="2403" y="356"/>
                  </a:cubicBezTo>
                  <a:lnTo>
                    <a:pt x="1836"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86"/>
            <p:cNvSpPr/>
            <p:nvPr/>
          </p:nvSpPr>
          <p:spPr>
            <a:xfrm>
              <a:off x="1851120" y="3365307"/>
              <a:ext cx="50842" cy="48197"/>
            </a:xfrm>
            <a:custGeom>
              <a:rect b="b" l="l" r="r" t="t"/>
              <a:pathLst>
                <a:path extrusionOk="0" h="1841" w="1942">
                  <a:moveTo>
                    <a:pt x="747" y="1"/>
                  </a:moveTo>
                  <a:cubicBezTo>
                    <a:pt x="643" y="1"/>
                    <a:pt x="540" y="52"/>
                    <a:pt x="481" y="145"/>
                  </a:cubicBezTo>
                  <a:lnTo>
                    <a:pt x="97" y="764"/>
                  </a:lnTo>
                  <a:cubicBezTo>
                    <a:pt x="1" y="908"/>
                    <a:pt x="49" y="1105"/>
                    <a:pt x="193" y="1197"/>
                  </a:cubicBezTo>
                  <a:lnTo>
                    <a:pt x="1221" y="1840"/>
                  </a:lnTo>
                  <a:lnTo>
                    <a:pt x="1942" y="692"/>
                  </a:lnTo>
                  <a:lnTo>
                    <a:pt x="913" y="48"/>
                  </a:lnTo>
                  <a:cubicBezTo>
                    <a:pt x="862" y="16"/>
                    <a:pt x="804" y="1"/>
                    <a:pt x="747" y="1"/>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86"/>
            <p:cNvSpPr/>
            <p:nvPr/>
          </p:nvSpPr>
          <p:spPr>
            <a:xfrm>
              <a:off x="1868608" y="3374366"/>
              <a:ext cx="33353" cy="39139"/>
            </a:xfrm>
            <a:custGeom>
              <a:rect b="b" l="l" r="r" t="t"/>
              <a:pathLst>
                <a:path extrusionOk="0" h="1495" w="1274">
                  <a:moveTo>
                    <a:pt x="721" y="0"/>
                  </a:moveTo>
                  <a:lnTo>
                    <a:pt x="0" y="1148"/>
                  </a:lnTo>
                  <a:lnTo>
                    <a:pt x="553" y="1494"/>
                  </a:lnTo>
                  <a:lnTo>
                    <a:pt x="1274" y="346"/>
                  </a:lnTo>
                  <a:lnTo>
                    <a:pt x="721"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86"/>
            <p:cNvSpPr/>
            <p:nvPr/>
          </p:nvSpPr>
          <p:spPr>
            <a:xfrm>
              <a:off x="1863319" y="3663262"/>
              <a:ext cx="45684" cy="35238"/>
            </a:xfrm>
            <a:custGeom>
              <a:rect b="b" l="l" r="r" t="t"/>
              <a:pathLst>
                <a:path extrusionOk="0" h="1346" w="1745">
                  <a:moveTo>
                    <a:pt x="721" y="0"/>
                  </a:moveTo>
                  <a:cubicBezTo>
                    <a:pt x="323" y="0"/>
                    <a:pt x="1" y="322"/>
                    <a:pt x="1" y="721"/>
                  </a:cubicBezTo>
                  <a:lnTo>
                    <a:pt x="1" y="1345"/>
                  </a:lnTo>
                  <a:lnTo>
                    <a:pt x="1745" y="1345"/>
                  </a:lnTo>
                  <a:lnTo>
                    <a:pt x="1745" y="721"/>
                  </a:lnTo>
                  <a:cubicBezTo>
                    <a:pt x="1745" y="322"/>
                    <a:pt x="1423" y="0"/>
                    <a:pt x="1024"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86"/>
            <p:cNvSpPr/>
            <p:nvPr/>
          </p:nvSpPr>
          <p:spPr>
            <a:xfrm>
              <a:off x="1876279" y="3663262"/>
              <a:ext cx="32725" cy="35238"/>
            </a:xfrm>
            <a:custGeom>
              <a:rect b="b" l="l" r="r" t="t"/>
              <a:pathLst>
                <a:path extrusionOk="0" h="1346" w="1250">
                  <a:moveTo>
                    <a:pt x="226" y="0"/>
                  </a:moveTo>
                  <a:cubicBezTo>
                    <a:pt x="149" y="0"/>
                    <a:pt x="73" y="10"/>
                    <a:pt x="0" y="34"/>
                  </a:cubicBezTo>
                  <a:cubicBezTo>
                    <a:pt x="289" y="135"/>
                    <a:pt x="486" y="409"/>
                    <a:pt x="490" y="716"/>
                  </a:cubicBezTo>
                  <a:lnTo>
                    <a:pt x="490" y="1345"/>
                  </a:lnTo>
                  <a:lnTo>
                    <a:pt x="1250" y="1345"/>
                  </a:lnTo>
                  <a:lnTo>
                    <a:pt x="1250" y="721"/>
                  </a:lnTo>
                  <a:cubicBezTo>
                    <a:pt x="1250" y="322"/>
                    <a:pt x="928" y="0"/>
                    <a:pt x="529"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86"/>
            <p:cNvSpPr/>
            <p:nvPr/>
          </p:nvSpPr>
          <p:spPr>
            <a:xfrm>
              <a:off x="1792633" y="3552206"/>
              <a:ext cx="52857" cy="45161"/>
            </a:xfrm>
            <a:custGeom>
              <a:rect b="b" l="l" r="r" t="t"/>
              <a:pathLst>
                <a:path extrusionOk="0" h="1725" w="2019">
                  <a:moveTo>
                    <a:pt x="1151" y="437"/>
                  </a:moveTo>
                  <a:cubicBezTo>
                    <a:pt x="1370" y="437"/>
                    <a:pt x="1581" y="608"/>
                    <a:pt x="1581" y="865"/>
                  </a:cubicBezTo>
                  <a:cubicBezTo>
                    <a:pt x="1581" y="1096"/>
                    <a:pt x="1389" y="1288"/>
                    <a:pt x="1154" y="1288"/>
                  </a:cubicBezTo>
                  <a:cubicBezTo>
                    <a:pt x="774" y="1288"/>
                    <a:pt x="587" y="831"/>
                    <a:pt x="856" y="562"/>
                  </a:cubicBezTo>
                  <a:cubicBezTo>
                    <a:pt x="941" y="476"/>
                    <a:pt x="1047" y="437"/>
                    <a:pt x="1151" y="437"/>
                  </a:cubicBezTo>
                  <a:close/>
                  <a:moveTo>
                    <a:pt x="1154" y="0"/>
                  </a:moveTo>
                  <a:cubicBezTo>
                    <a:pt x="385" y="0"/>
                    <a:pt x="1" y="927"/>
                    <a:pt x="544" y="1470"/>
                  </a:cubicBezTo>
                  <a:cubicBezTo>
                    <a:pt x="719" y="1646"/>
                    <a:pt x="936" y="1725"/>
                    <a:pt x="1148" y="1725"/>
                  </a:cubicBezTo>
                  <a:cubicBezTo>
                    <a:pt x="1592" y="1725"/>
                    <a:pt x="2018" y="1382"/>
                    <a:pt x="2018" y="865"/>
                  </a:cubicBezTo>
                  <a:cubicBezTo>
                    <a:pt x="2014" y="389"/>
                    <a:pt x="1629" y="0"/>
                    <a:pt x="11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86"/>
            <p:cNvSpPr/>
            <p:nvPr/>
          </p:nvSpPr>
          <p:spPr>
            <a:xfrm>
              <a:off x="1713413" y="3359548"/>
              <a:ext cx="397700" cy="389637"/>
            </a:xfrm>
            <a:custGeom>
              <a:rect b="b" l="l" r="r" t="t"/>
              <a:pathLst>
                <a:path extrusionOk="0" h="14883" w="15191">
                  <a:moveTo>
                    <a:pt x="6011" y="438"/>
                  </a:moveTo>
                  <a:cubicBezTo>
                    <a:pt x="6070" y="438"/>
                    <a:pt x="6143" y="519"/>
                    <a:pt x="6894" y="979"/>
                  </a:cubicBezTo>
                  <a:lnTo>
                    <a:pt x="6409" y="1763"/>
                  </a:lnTo>
                  <a:lnTo>
                    <a:pt x="5568" y="1234"/>
                  </a:lnTo>
                  <a:cubicBezTo>
                    <a:pt x="5520" y="1205"/>
                    <a:pt x="5510" y="1143"/>
                    <a:pt x="5539" y="1100"/>
                  </a:cubicBezTo>
                  <a:cubicBezTo>
                    <a:pt x="5924" y="513"/>
                    <a:pt x="5909" y="461"/>
                    <a:pt x="5986" y="441"/>
                  </a:cubicBezTo>
                  <a:cubicBezTo>
                    <a:pt x="5995" y="439"/>
                    <a:pt x="6003" y="438"/>
                    <a:pt x="6011" y="438"/>
                  </a:cubicBezTo>
                  <a:close/>
                  <a:moveTo>
                    <a:pt x="7830" y="517"/>
                  </a:moveTo>
                  <a:cubicBezTo>
                    <a:pt x="7872" y="517"/>
                    <a:pt x="7914" y="528"/>
                    <a:pt x="7951" y="552"/>
                  </a:cubicBezTo>
                  <a:lnTo>
                    <a:pt x="9700" y="1652"/>
                  </a:lnTo>
                  <a:lnTo>
                    <a:pt x="8230" y="3996"/>
                  </a:lnTo>
                  <a:lnTo>
                    <a:pt x="6486" y="2896"/>
                  </a:lnTo>
                  <a:cubicBezTo>
                    <a:pt x="6375" y="2829"/>
                    <a:pt x="6342" y="2685"/>
                    <a:pt x="6409" y="2579"/>
                  </a:cubicBezTo>
                  <a:lnTo>
                    <a:pt x="7634" y="624"/>
                  </a:lnTo>
                  <a:cubicBezTo>
                    <a:pt x="7678" y="555"/>
                    <a:pt x="7754" y="517"/>
                    <a:pt x="7830" y="517"/>
                  </a:cubicBezTo>
                  <a:close/>
                  <a:moveTo>
                    <a:pt x="13380" y="3742"/>
                  </a:moveTo>
                  <a:cubicBezTo>
                    <a:pt x="13572" y="3900"/>
                    <a:pt x="14263" y="4126"/>
                    <a:pt x="14451" y="4957"/>
                  </a:cubicBezTo>
                  <a:cubicBezTo>
                    <a:pt x="14699" y="6014"/>
                    <a:pt x="13857" y="6870"/>
                    <a:pt x="12926" y="6870"/>
                  </a:cubicBezTo>
                  <a:cubicBezTo>
                    <a:pt x="12650" y="6870"/>
                    <a:pt x="12367" y="6796"/>
                    <a:pt x="12102" y="6629"/>
                  </a:cubicBezTo>
                  <a:lnTo>
                    <a:pt x="12097" y="6629"/>
                  </a:lnTo>
                  <a:lnTo>
                    <a:pt x="11717" y="6389"/>
                  </a:lnTo>
                  <a:lnTo>
                    <a:pt x="13380" y="3742"/>
                  </a:lnTo>
                  <a:close/>
                  <a:moveTo>
                    <a:pt x="7398" y="3992"/>
                  </a:moveTo>
                  <a:lnTo>
                    <a:pt x="8138" y="4453"/>
                  </a:lnTo>
                  <a:lnTo>
                    <a:pt x="8148" y="4477"/>
                  </a:lnTo>
                  <a:lnTo>
                    <a:pt x="5616" y="7023"/>
                  </a:lnTo>
                  <a:cubicBezTo>
                    <a:pt x="5424" y="6792"/>
                    <a:pt x="5184" y="6610"/>
                    <a:pt x="4905" y="6494"/>
                  </a:cubicBezTo>
                  <a:lnTo>
                    <a:pt x="7398" y="3992"/>
                  </a:lnTo>
                  <a:close/>
                  <a:moveTo>
                    <a:pt x="4169" y="6780"/>
                  </a:moveTo>
                  <a:cubicBezTo>
                    <a:pt x="4386" y="6780"/>
                    <a:pt x="4608" y="6830"/>
                    <a:pt x="4819" y="6936"/>
                  </a:cubicBezTo>
                  <a:cubicBezTo>
                    <a:pt x="6187" y="7618"/>
                    <a:pt x="5673" y="9663"/>
                    <a:pt x="4190" y="9663"/>
                  </a:cubicBezTo>
                  <a:cubicBezTo>
                    <a:pt x="4158" y="9663"/>
                    <a:pt x="4126" y="9662"/>
                    <a:pt x="4093" y="9660"/>
                  </a:cubicBezTo>
                  <a:lnTo>
                    <a:pt x="4088" y="9660"/>
                  </a:lnTo>
                  <a:cubicBezTo>
                    <a:pt x="3176" y="9612"/>
                    <a:pt x="2537" y="8733"/>
                    <a:pt x="2772" y="7849"/>
                  </a:cubicBezTo>
                  <a:cubicBezTo>
                    <a:pt x="2950" y="7193"/>
                    <a:pt x="3542" y="6780"/>
                    <a:pt x="4169" y="6780"/>
                  </a:cubicBezTo>
                  <a:close/>
                  <a:moveTo>
                    <a:pt x="6745" y="11822"/>
                  </a:moveTo>
                  <a:cubicBezTo>
                    <a:pt x="7019" y="11822"/>
                    <a:pt x="7245" y="12043"/>
                    <a:pt x="7245" y="12322"/>
                  </a:cubicBezTo>
                  <a:lnTo>
                    <a:pt x="7245" y="12730"/>
                  </a:lnTo>
                  <a:lnTo>
                    <a:pt x="5943" y="12730"/>
                  </a:lnTo>
                  <a:lnTo>
                    <a:pt x="5943" y="12322"/>
                  </a:lnTo>
                  <a:cubicBezTo>
                    <a:pt x="5943" y="12043"/>
                    <a:pt x="6169" y="11822"/>
                    <a:pt x="6442" y="11822"/>
                  </a:cubicBezTo>
                  <a:close/>
                  <a:moveTo>
                    <a:pt x="7999" y="13162"/>
                  </a:moveTo>
                  <a:cubicBezTo>
                    <a:pt x="8484" y="13162"/>
                    <a:pt x="8878" y="13556"/>
                    <a:pt x="8878" y="14046"/>
                  </a:cubicBezTo>
                  <a:lnTo>
                    <a:pt x="8878" y="14445"/>
                  </a:lnTo>
                  <a:lnTo>
                    <a:pt x="442" y="14445"/>
                  </a:lnTo>
                  <a:lnTo>
                    <a:pt x="442" y="14046"/>
                  </a:lnTo>
                  <a:cubicBezTo>
                    <a:pt x="442" y="13556"/>
                    <a:pt x="831" y="13167"/>
                    <a:pt x="1321" y="13162"/>
                  </a:cubicBezTo>
                  <a:close/>
                  <a:moveTo>
                    <a:pt x="6004" y="1"/>
                  </a:moveTo>
                  <a:cubicBezTo>
                    <a:pt x="5827" y="1"/>
                    <a:pt x="5653" y="88"/>
                    <a:pt x="5554" y="249"/>
                  </a:cubicBezTo>
                  <a:lnTo>
                    <a:pt x="5165" y="869"/>
                  </a:lnTo>
                  <a:cubicBezTo>
                    <a:pt x="5011" y="1119"/>
                    <a:pt x="5088" y="1445"/>
                    <a:pt x="5333" y="1604"/>
                  </a:cubicBezTo>
                  <a:lnTo>
                    <a:pt x="6173" y="2128"/>
                  </a:lnTo>
                  <a:cubicBezTo>
                    <a:pt x="6111" y="2267"/>
                    <a:pt x="5866" y="2483"/>
                    <a:pt x="5952" y="2848"/>
                  </a:cubicBezTo>
                  <a:cubicBezTo>
                    <a:pt x="5991" y="3021"/>
                    <a:pt x="6097" y="3170"/>
                    <a:pt x="6250" y="3266"/>
                  </a:cubicBezTo>
                  <a:lnTo>
                    <a:pt x="7019" y="3751"/>
                  </a:lnTo>
                  <a:lnTo>
                    <a:pt x="4420" y="6360"/>
                  </a:lnTo>
                  <a:cubicBezTo>
                    <a:pt x="4339" y="6350"/>
                    <a:pt x="4259" y="6344"/>
                    <a:pt x="4179" y="6344"/>
                  </a:cubicBezTo>
                  <a:cubicBezTo>
                    <a:pt x="3418" y="6344"/>
                    <a:pt x="2719" y="6811"/>
                    <a:pt x="2436" y="7537"/>
                  </a:cubicBezTo>
                  <a:cubicBezTo>
                    <a:pt x="2119" y="8334"/>
                    <a:pt x="2393" y="9252"/>
                    <a:pt x="3094" y="9747"/>
                  </a:cubicBezTo>
                  <a:lnTo>
                    <a:pt x="3094" y="11001"/>
                  </a:lnTo>
                  <a:cubicBezTo>
                    <a:pt x="3094" y="11147"/>
                    <a:pt x="3203" y="11220"/>
                    <a:pt x="3313" y="11220"/>
                  </a:cubicBezTo>
                  <a:cubicBezTo>
                    <a:pt x="3422" y="11220"/>
                    <a:pt x="3531" y="11147"/>
                    <a:pt x="3531" y="11001"/>
                  </a:cubicBezTo>
                  <a:lnTo>
                    <a:pt x="3531" y="9982"/>
                  </a:lnTo>
                  <a:cubicBezTo>
                    <a:pt x="3738" y="10057"/>
                    <a:pt x="3956" y="10098"/>
                    <a:pt x="4177" y="10098"/>
                  </a:cubicBezTo>
                  <a:cubicBezTo>
                    <a:pt x="4253" y="10098"/>
                    <a:pt x="4329" y="10093"/>
                    <a:pt x="4406" y="10083"/>
                  </a:cubicBezTo>
                  <a:lnTo>
                    <a:pt x="4406" y="12725"/>
                  </a:lnTo>
                  <a:lnTo>
                    <a:pt x="3531" y="12725"/>
                  </a:lnTo>
                  <a:lnTo>
                    <a:pt x="3531" y="11822"/>
                  </a:lnTo>
                  <a:cubicBezTo>
                    <a:pt x="3531" y="11676"/>
                    <a:pt x="3422" y="11602"/>
                    <a:pt x="3313" y="11602"/>
                  </a:cubicBezTo>
                  <a:cubicBezTo>
                    <a:pt x="3203" y="11602"/>
                    <a:pt x="3094" y="11676"/>
                    <a:pt x="3094" y="11822"/>
                  </a:cubicBezTo>
                  <a:lnTo>
                    <a:pt x="3094" y="12725"/>
                  </a:lnTo>
                  <a:lnTo>
                    <a:pt x="1321" y="12725"/>
                  </a:lnTo>
                  <a:cubicBezTo>
                    <a:pt x="591" y="12730"/>
                    <a:pt x="0" y="13316"/>
                    <a:pt x="0" y="14046"/>
                  </a:cubicBezTo>
                  <a:lnTo>
                    <a:pt x="0" y="14661"/>
                  </a:lnTo>
                  <a:cubicBezTo>
                    <a:pt x="0" y="14781"/>
                    <a:pt x="96" y="14882"/>
                    <a:pt x="221" y="14882"/>
                  </a:cubicBezTo>
                  <a:lnTo>
                    <a:pt x="9099" y="14882"/>
                  </a:lnTo>
                  <a:cubicBezTo>
                    <a:pt x="9219" y="14882"/>
                    <a:pt x="9315" y="14781"/>
                    <a:pt x="9315" y="14661"/>
                  </a:cubicBezTo>
                  <a:lnTo>
                    <a:pt x="9315" y="14042"/>
                  </a:lnTo>
                  <a:cubicBezTo>
                    <a:pt x="9315" y="13316"/>
                    <a:pt x="8724" y="12725"/>
                    <a:pt x="7999" y="12725"/>
                  </a:cubicBezTo>
                  <a:lnTo>
                    <a:pt x="7687" y="12725"/>
                  </a:lnTo>
                  <a:lnTo>
                    <a:pt x="7687" y="12322"/>
                  </a:lnTo>
                  <a:cubicBezTo>
                    <a:pt x="7682" y="11803"/>
                    <a:pt x="7264" y="11385"/>
                    <a:pt x="6750" y="11385"/>
                  </a:cubicBezTo>
                  <a:lnTo>
                    <a:pt x="6442" y="11385"/>
                  </a:lnTo>
                  <a:cubicBezTo>
                    <a:pt x="5928" y="11385"/>
                    <a:pt x="5506" y="11803"/>
                    <a:pt x="5506" y="12322"/>
                  </a:cubicBezTo>
                  <a:lnTo>
                    <a:pt x="5506" y="12730"/>
                  </a:lnTo>
                  <a:lnTo>
                    <a:pt x="4843" y="12730"/>
                  </a:lnTo>
                  <a:lnTo>
                    <a:pt x="4843" y="9977"/>
                  </a:lnTo>
                  <a:cubicBezTo>
                    <a:pt x="5876" y="9583"/>
                    <a:pt x="6351" y="8387"/>
                    <a:pt x="5861" y="7398"/>
                  </a:cubicBezTo>
                  <a:lnTo>
                    <a:pt x="8383" y="4866"/>
                  </a:lnTo>
                  <a:lnTo>
                    <a:pt x="9993" y="7595"/>
                  </a:lnTo>
                  <a:cubicBezTo>
                    <a:pt x="10102" y="7780"/>
                    <a:pt x="10291" y="7872"/>
                    <a:pt x="10479" y="7872"/>
                  </a:cubicBezTo>
                  <a:cubicBezTo>
                    <a:pt x="10663" y="7872"/>
                    <a:pt x="10847" y="7784"/>
                    <a:pt x="10958" y="7609"/>
                  </a:cubicBezTo>
                  <a:lnTo>
                    <a:pt x="11487" y="6764"/>
                  </a:lnTo>
                  <a:lnTo>
                    <a:pt x="11871" y="7004"/>
                  </a:lnTo>
                  <a:cubicBezTo>
                    <a:pt x="12209" y="7215"/>
                    <a:pt x="12569" y="7310"/>
                    <a:pt x="12920" y="7310"/>
                  </a:cubicBezTo>
                  <a:cubicBezTo>
                    <a:pt x="14113" y="7310"/>
                    <a:pt x="15190" y="6209"/>
                    <a:pt x="14878" y="4861"/>
                  </a:cubicBezTo>
                  <a:cubicBezTo>
                    <a:pt x="14638" y="3819"/>
                    <a:pt x="13788" y="3521"/>
                    <a:pt x="13610" y="3372"/>
                  </a:cubicBezTo>
                  <a:lnTo>
                    <a:pt x="14143" y="2526"/>
                  </a:lnTo>
                  <a:cubicBezTo>
                    <a:pt x="14369" y="2171"/>
                    <a:pt x="14134" y="1700"/>
                    <a:pt x="13711" y="1666"/>
                  </a:cubicBezTo>
                  <a:lnTo>
                    <a:pt x="12299" y="1546"/>
                  </a:lnTo>
                  <a:cubicBezTo>
                    <a:pt x="12291" y="1546"/>
                    <a:pt x="12283" y="1545"/>
                    <a:pt x="12276" y="1545"/>
                  </a:cubicBezTo>
                  <a:cubicBezTo>
                    <a:pt x="12004" y="1545"/>
                    <a:pt x="11980" y="1960"/>
                    <a:pt x="12260" y="1984"/>
                  </a:cubicBezTo>
                  <a:lnTo>
                    <a:pt x="13673" y="2099"/>
                  </a:lnTo>
                  <a:cubicBezTo>
                    <a:pt x="13769" y="2108"/>
                    <a:pt x="13821" y="2214"/>
                    <a:pt x="13773" y="2296"/>
                  </a:cubicBezTo>
                  <a:lnTo>
                    <a:pt x="10588" y="7374"/>
                  </a:lnTo>
                  <a:cubicBezTo>
                    <a:pt x="10564" y="7414"/>
                    <a:pt x="10522" y="7435"/>
                    <a:pt x="10480" y="7435"/>
                  </a:cubicBezTo>
                  <a:cubicBezTo>
                    <a:pt x="10438" y="7435"/>
                    <a:pt x="10396" y="7414"/>
                    <a:pt x="10372" y="7374"/>
                  </a:cubicBezTo>
                  <a:lnTo>
                    <a:pt x="8585" y="4347"/>
                  </a:lnTo>
                  <a:lnTo>
                    <a:pt x="8561" y="4309"/>
                  </a:lnTo>
                  <a:lnTo>
                    <a:pt x="10127" y="1806"/>
                  </a:lnTo>
                  <a:lnTo>
                    <a:pt x="11443" y="1916"/>
                  </a:lnTo>
                  <a:cubicBezTo>
                    <a:pt x="11451" y="1917"/>
                    <a:pt x="11459" y="1917"/>
                    <a:pt x="11466" y="1917"/>
                  </a:cubicBezTo>
                  <a:cubicBezTo>
                    <a:pt x="11738" y="1917"/>
                    <a:pt x="11762" y="1502"/>
                    <a:pt x="11482" y="1479"/>
                  </a:cubicBezTo>
                  <a:lnTo>
                    <a:pt x="10074" y="1364"/>
                  </a:lnTo>
                  <a:lnTo>
                    <a:pt x="8186" y="177"/>
                  </a:lnTo>
                  <a:cubicBezTo>
                    <a:pt x="8076" y="109"/>
                    <a:pt x="7954" y="77"/>
                    <a:pt x="7832" y="77"/>
                  </a:cubicBezTo>
                  <a:cubicBezTo>
                    <a:pt x="7610" y="77"/>
                    <a:pt x="7391" y="186"/>
                    <a:pt x="7264" y="389"/>
                  </a:cubicBezTo>
                  <a:lnTo>
                    <a:pt x="7129" y="610"/>
                  </a:lnTo>
                  <a:lnTo>
                    <a:pt x="6289" y="81"/>
                  </a:lnTo>
                  <a:cubicBezTo>
                    <a:pt x="6200" y="27"/>
                    <a:pt x="6102" y="1"/>
                    <a:pt x="60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1" name="Google Shape;13321;p86"/>
          <p:cNvGrpSpPr/>
          <p:nvPr/>
        </p:nvGrpSpPr>
        <p:grpSpPr>
          <a:xfrm>
            <a:off x="1976129" y="4284173"/>
            <a:ext cx="401496" cy="371154"/>
            <a:chOff x="1976129" y="4284173"/>
            <a:chExt cx="401496" cy="371154"/>
          </a:xfrm>
        </p:grpSpPr>
        <p:sp>
          <p:nvSpPr>
            <p:cNvPr id="13322" name="Google Shape;13322;p86"/>
            <p:cNvSpPr/>
            <p:nvPr/>
          </p:nvSpPr>
          <p:spPr>
            <a:xfrm>
              <a:off x="1996628" y="4290063"/>
              <a:ext cx="378275" cy="359687"/>
            </a:xfrm>
            <a:custGeom>
              <a:rect b="b" l="l" r="r" t="t"/>
              <a:pathLst>
                <a:path extrusionOk="0" h="13739" w="14449">
                  <a:moveTo>
                    <a:pt x="7359" y="1"/>
                  </a:moveTo>
                  <a:cubicBezTo>
                    <a:pt x="5655" y="1"/>
                    <a:pt x="3979" y="623"/>
                    <a:pt x="2677" y="1798"/>
                  </a:cubicBezTo>
                  <a:cubicBezTo>
                    <a:pt x="818" y="3480"/>
                    <a:pt x="1" y="6026"/>
                    <a:pt x="534" y="8471"/>
                  </a:cubicBezTo>
                  <a:cubicBezTo>
                    <a:pt x="1063" y="10921"/>
                    <a:pt x="2869" y="12895"/>
                    <a:pt x="5257" y="13650"/>
                  </a:cubicBezTo>
                  <a:cubicBezTo>
                    <a:pt x="5450" y="13710"/>
                    <a:pt x="5643" y="13738"/>
                    <a:pt x="5831" y="13738"/>
                  </a:cubicBezTo>
                  <a:cubicBezTo>
                    <a:pt x="6945" y="13738"/>
                    <a:pt x="7882" y="12747"/>
                    <a:pt x="7726" y="11555"/>
                  </a:cubicBezTo>
                  <a:cubicBezTo>
                    <a:pt x="7582" y="10508"/>
                    <a:pt x="7937" y="9456"/>
                    <a:pt x="8682" y="8711"/>
                  </a:cubicBezTo>
                  <a:cubicBezTo>
                    <a:pt x="9322" y="8071"/>
                    <a:pt x="10183" y="7722"/>
                    <a:pt x="11067" y="7722"/>
                  </a:cubicBezTo>
                  <a:cubicBezTo>
                    <a:pt x="11332" y="7722"/>
                    <a:pt x="11599" y="7753"/>
                    <a:pt x="11862" y="7818"/>
                  </a:cubicBezTo>
                  <a:cubicBezTo>
                    <a:pt x="12016" y="7854"/>
                    <a:pt x="12169" y="7871"/>
                    <a:pt x="12318" y="7871"/>
                  </a:cubicBezTo>
                  <a:cubicBezTo>
                    <a:pt x="13493" y="7871"/>
                    <a:pt x="14448" y="6802"/>
                    <a:pt x="14197" y="5579"/>
                  </a:cubicBezTo>
                  <a:cubicBezTo>
                    <a:pt x="13693" y="3124"/>
                    <a:pt x="11915" y="1130"/>
                    <a:pt x="9532" y="347"/>
                  </a:cubicBezTo>
                  <a:cubicBezTo>
                    <a:pt x="8820" y="114"/>
                    <a:pt x="8087" y="1"/>
                    <a:pt x="735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86"/>
            <p:cNvSpPr/>
            <p:nvPr/>
          </p:nvSpPr>
          <p:spPr>
            <a:xfrm>
              <a:off x="2046579" y="4289802"/>
              <a:ext cx="326648" cy="202555"/>
            </a:xfrm>
            <a:custGeom>
              <a:rect b="b" l="l" r="r" t="t"/>
              <a:pathLst>
                <a:path extrusionOk="0" h="7737" w="12477">
                  <a:moveTo>
                    <a:pt x="5442" y="0"/>
                  </a:moveTo>
                  <a:cubicBezTo>
                    <a:pt x="3613" y="0"/>
                    <a:pt x="1825" y="721"/>
                    <a:pt x="495" y="2058"/>
                  </a:cubicBezTo>
                  <a:lnTo>
                    <a:pt x="495" y="2063"/>
                  </a:lnTo>
                  <a:cubicBezTo>
                    <a:pt x="322" y="2236"/>
                    <a:pt x="154" y="2418"/>
                    <a:pt x="0" y="2615"/>
                  </a:cubicBezTo>
                  <a:cubicBezTo>
                    <a:pt x="1259" y="1601"/>
                    <a:pt x="2808" y="1074"/>
                    <a:pt x="4377" y="1074"/>
                  </a:cubicBezTo>
                  <a:cubicBezTo>
                    <a:pt x="5173" y="1074"/>
                    <a:pt x="5974" y="1210"/>
                    <a:pt x="6745" y="1486"/>
                  </a:cubicBezTo>
                  <a:cubicBezTo>
                    <a:pt x="9037" y="2313"/>
                    <a:pt x="10732" y="4273"/>
                    <a:pt x="11222" y="6655"/>
                  </a:cubicBezTo>
                  <a:cubicBezTo>
                    <a:pt x="11295" y="7016"/>
                    <a:pt x="11261" y="7395"/>
                    <a:pt x="11126" y="7736"/>
                  </a:cubicBezTo>
                  <a:cubicBezTo>
                    <a:pt x="11986" y="7395"/>
                    <a:pt x="12476" y="6487"/>
                    <a:pt x="12289" y="5584"/>
                  </a:cubicBezTo>
                  <a:cubicBezTo>
                    <a:pt x="11775" y="3062"/>
                    <a:pt x="9911" y="1030"/>
                    <a:pt x="7446" y="295"/>
                  </a:cubicBezTo>
                  <a:cubicBezTo>
                    <a:pt x="6786" y="97"/>
                    <a:pt x="6112" y="0"/>
                    <a:pt x="5442"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86"/>
            <p:cNvSpPr/>
            <p:nvPr/>
          </p:nvSpPr>
          <p:spPr>
            <a:xfrm>
              <a:off x="2189077" y="4345617"/>
              <a:ext cx="123648" cy="114799"/>
            </a:xfrm>
            <a:custGeom>
              <a:rect b="b" l="l" r="r" t="t"/>
              <a:pathLst>
                <a:path extrusionOk="0" h="4385" w="4723">
                  <a:moveTo>
                    <a:pt x="2361" y="0"/>
                  </a:moveTo>
                  <a:cubicBezTo>
                    <a:pt x="1800" y="0"/>
                    <a:pt x="1240" y="214"/>
                    <a:pt x="812" y="642"/>
                  </a:cubicBezTo>
                  <a:cubicBezTo>
                    <a:pt x="188" y="1271"/>
                    <a:pt x="0" y="2213"/>
                    <a:pt x="336" y="3029"/>
                  </a:cubicBezTo>
                  <a:cubicBezTo>
                    <a:pt x="678" y="3851"/>
                    <a:pt x="1475" y="4384"/>
                    <a:pt x="2364" y="4384"/>
                  </a:cubicBezTo>
                  <a:cubicBezTo>
                    <a:pt x="3248" y="4384"/>
                    <a:pt x="4045" y="3851"/>
                    <a:pt x="4386" y="3029"/>
                  </a:cubicBezTo>
                  <a:cubicBezTo>
                    <a:pt x="4723" y="2213"/>
                    <a:pt x="4535" y="1271"/>
                    <a:pt x="3911" y="642"/>
                  </a:cubicBezTo>
                  <a:cubicBezTo>
                    <a:pt x="3483" y="214"/>
                    <a:pt x="2922" y="0"/>
                    <a:pt x="2361"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86"/>
            <p:cNvSpPr/>
            <p:nvPr/>
          </p:nvSpPr>
          <p:spPr>
            <a:xfrm>
              <a:off x="2201774" y="4345539"/>
              <a:ext cx="115611" cy="106683"/>
            </a:xfrm>
            <a:custGeom>
              <a:rect b="b" l="l" r="r" t="t"/>
              <a:pathLst>
                <a:path extrusionOk="0" h="4075" w="4416">
                  <a:moveTo>
                    <a:pt x="1880" y="1"/>
                  </a:moveTo>
                  <a:cubicBezTo>
                    <a:pt x="1321" y="1"/>
                    <a:pt x="759" y="213"/>
                    <a:pt x="327" y="645"/>
                  </a:cubicBezTo>
                  <a:cubicBezTo>
                    <a:pt x="202" y="774"/>
                    <a:pt x="92" y="914"/>
                    <a:pt x="0" y="1067"/>
                  </a:cubicBezTo>
                  <a:cubicBezTo>
                    <a:pt x="350" y="856"/>
                    <a:pt x="741" y="753"/>
                    <a:pt x="1128" y="753"/>
                  </a:cubicBezTo>
                  <a:cubicBezTo>
                    <a:pt x="1694" y="753"/>
                    <a:pt x="2254" y="972"/>
                    <a:pt x="2676" y="1394"/>
                  </a:cubicBezTo>
                  <a:cubicBezTo>
                    <a:pt x="3387" y="2105"/>
                    <a:pt x="3522" y="3210"/>
                    <a:pt x="3003" y="4075"/>
                  </a:cubicBezTo>
                  <a:cubicBezTo>
                    <a:pt x="4137" y="3397"/>
                    <a:pt x="4415" y="1884"/>
                    <a:pt x="3608" y="842"/>
                  </a:cubicBezTo>
                  <a:cubicBezTo>
                    <a:pt x="3173" y="285"/>
                    <a:pt x="2528" y="1"/>
                    <a:pt x="1880"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86"/>
            <p:cNvSpPr/>
            <p:nvPr/>
          </p:nvSpPr>
          <p:spPr>
            <a:xfrm>
              <a:off x="2058779" y="4529951"/>
              <a:ext cx="87310" cy="65267"/>
            </a:xfrm>
            <a:custGeom>
              <a:rect b="b" l="l" r="r" t="t"/>
              <a:pathLst>
                <a:path extrusionOk="0" h="2493" w="3335">
                  <a:moveTo>
                    <a:pt x="1668" y="1"/>
                  </a:moveTo>
                  <a:cubicBezTo>
                    <a:pt x="1349" y="1"/>
                    <a:pt x="1031" y="122"/>
                    <a:pt x="788" y="365"/>
                  </a:cubicBezTo>
                  <a:cubicBezTo>
                    <a:pt x="0" y="1153"/>
                    <a:pt x="557" y="2493"/>
                    <a:pt x="1667" y="2493"/>
                  </a:cubicBezTo>
                  <a:cubicBezTo>
                    <a:pt x="2777" y="2493"/>
                    <a:pt x="3334" y="1153"/>
                    <a:pt x="2551" y="365"/>
                  </a:cubicBezTo>
                  <a:cubicBezTo>
                    <a:pt x="2306" y="122"/>
                    <a:pt x="1987" y="1"/>
                    <a:pt x="166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86"/>
            <p:cNvSpPr/>
            <p:nvPr/>
          </p:nvSpPr>
          <p:spPr>
            <a:xfrm>
              <a:off x="2073231" y="4529925"/>
              <a:ext cx="67571" cy="62047"/>
            </a:xfrm>
            <a:custGeom>
              <a:rect b="b" l="l" r="r" t="t"/>
              <a:pathLst>
                <a:path extrusionOk="0" h="2370" w="2581">
                  <a:moveTo>
                    <a:pt x="1117" y="1"/>
                  </a:moveTo>
                  <a:cubicBezTo>
                    <a:pt x="800" y="1"/>
                    <a:pt x="481" y="121"/>
                    <a:pt x="236" y="366"/>
                  </a:cubicBezTo>
                  <a:cubicBezTo>
                    <a:pt x="140" y="462"/>
                    <a:pt x="58" y="572"/>
                    <a:pt x="1" y="697"/>
                  </a:cubicBezTo>
                  <a:cubicBezTo>
                    <a:pt x="188" y="605"/>
                    <a:pt x="377" y="563"/>
                    <a:pt x="558" y="563"/>
                  </a:cubicBezTo>
                  <a:cubicBezTo>
                    <a:pt x="1412" y="563"/>
                    <a:pt x="2103" y="1486"/>
                    <a:pt x="1668" y="2369"/>
                  </a:cubicBezTo>
                  <a:cubicBezTo>
                    <a:pt x="2359" y="2028"/>
                    <a:pt x="2580" y="1149"/>
                    <a:pt x="2129" y="519"/>
                  </a:cubicBezTo>
                  <a:cubicBezTo>
                    <a:pt x="1884" y="177"/>
                    <a:pt x="1502" y="1"/>
                    <a:pt x="111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86"/>
            <p:cNvSpPr/>
            <p:nvPr/>
          </p:nvSpPr>
          <p:spPr>
            <a:xfrm>
              <a:off x="2024562" y="4440782"/>
              <a:ext cx="87310" cy="65267"/>
            </a:xfrm>
            <a:custGeom>
              <a:rect b="b" l="l" r="r" t="t"/>
              <a:pathLst>
                <a:path extrusionOk="0" h="2493" w="3335">
                  <a:moveTo>
                    <a:pt x="1667" y="1"/>
                  </a:moveTo>
                  <a:cubicBezTo>
                    <a:pt x="1348" y="1"/>
                    <a:pt x="1029" y="122"/>
                    <a:pt x="784" y="365"/>
                  </a:cubicBezTo>
                  <a:cubicBezTo>
                    <a:pt x="0" y="1153"/>
                    <a:pt x="558" y="2493"/>
                    <a:pt x="1667" y="2493"/>
                  </a:cubicBezTo>
                  <a:cubicBezTo>
                    <a:pt x="2777" y="2493"/>
                    <a:pt x="3334" y="1153"/>
                    <a:pt x="2547" y="365"/>
                  </a:cubicBezTo>
                  <a:cubicBezTo>
                    <a:pt x="2304" y="122"/>
                    <a:pt x="1986" y="1"/>
                    <a:pt x="1667"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86"/>
            <p:cNvSpPr/>
            <p:nvPr/>
          </p:nvSpPr>
          <p:spPr>
            <a:xfrm>
              <a:off x="2039275" y="4440441"/>
              <a:ext cx="67440" cy="61837"/>
            </a:xfrm>
            <a:custGeom>
              <a:rect b="b" l="l" r="r" t="t"/>
              <a:pathLst>
                <a:path extrusionOk="0" h="2362" w="2576">
                  <a:moveTo>
                    <a:pt x="1115" y="0"/>
                  </a:moveTo>
                  <a:cubicBezTo>
                    <a:pt x="793" y="0"/>
                    <a:pt x="469" y="124"/>
                    <a:pt x="222" y="378"/>
                  </a:cubicBezTo>
                  <a:cubicBezTo>
                    <a:pt x="130" y="464"/>
                    <a:pt x="58" y="565"/>
                    <a:pt x="1" y="680"/>
                  </a:cubicBezTo>
                  <a:cubicBezTo>
                    <a:pt x="195" y="579"/>
                    <a:pt x="392" y="534"/>
                    <a:pt x="581" y="534"/>
                  </a:cubicBezTo>
                  <a:cubicBezTo>
                    <a:pt x="1443" y="534"/>
                    <a:pt x="2139" y="1475"/>
                    <a:pt x="1682" y="2362"/>
                  </a:cubicBezTo>
                  <a:cubicBezTo>
                    <a:pt x="2369" y="2011"/>
                    <a:pt x="2576" y="1127"/>
                    <a:pt x="2119" y="507"/>
                  </a:cubicBezTo>
                  <a:cubicBezTo>
                    <a:pt x="1872" y="172"/>
                    <a:pt x="1495" y="0"/>
                    <a:pt x="1115" y="0"/>
                  </a:cubicBez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86"/>
            <p:cNvSpPr/>
            <p:nvPr/>
          </p:nvSpPr>
          <p:spPr>
            <a:xfrm>
              <a:off x="2064434" y="4348000"/>
              <a:ext cx="87310" cy="65371"/>
            </a:xfrm>
            <a:custGeom>
              <a:rect b="b" l="l" r="r" t="t"/>
              <a:pathLst>
                <a:path extrusionOk="0" h="2497" w="3335">
                  <a:moveTo>
                    <a:pt x="1667" y="1"/>
                  </a:moveTo>
                  <a:cubicBezTo>
                    <a:pt x="1348" y="1"/>
                    <a:pt x="1028" y="123"/>
                    <a:pt x="783" y="368"/>
                  </a:cubicBezTo>
                  <a:cubicBezTo>
                    <a:pt x="0" y="1151"/>
                    <a:pt x="558" y="2496"/>
                    <a:pt x="1667" y="2496"/>
                  </a:cubicBezTo>
                  <a:cubicBezTo>
                    <a:pt x="2777" y="2496"/>
                    <a:pt x="3334" y="1151"/>
                    <a:pt x="2551" y="368"/>
                  </a:cubicBezTo>
                  <a:cubicBezTo>
                    <a:pt x="2306" y="123"/>
                    <a:pt x="1987" y="1"/>
                    <a:pt x="1667"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86"/>
            <p:cNvSpPr/>
            <p:nvPr/>
          </p:nvSpPr>
          <p:spPr>
            <a:xfrm>
              <a:off x="2079016" y="4348000"/>
              <a:ext cx="67309" cy="61837"/>
            </a:xfrm>
            <a:custGeom>
              <a:rect b="b" l="l" r="r" t="t"/>
              <a:pathLst>
                <a:path extrusionOk="0" h="2362" w="2571">
                  <a:moveTo>
                    <a:pt x="1112" y="1"/>
                  </a:moveTo>
                  <a:cubicBezTo>
                    <a:pt x="794" y="1"/>
                    <a:pt x="473" y="121"/>
                    <a:pt x="226" y="368"/>
                  </a:cubicBezTo>
                  <a:cubicBezTo>
                    <a:pt x="135" y="459"/>
                    <a:pt x="58" y="565"/>
                    <a:pt x="1" y="680"/>
                  </a:cubicBezTo>
                  <a:cubicBezTo>
                    <a:pt x="192" y="583"/>
                    <a:pt x="386" y="539"/>
                    <a:pt x="572" y="539"/>
                  </a:cubicBezTo>
                  <a:cubicBezTo>
                    <a:pt x="1432" y="539"/>
                    <a:pt x="2127" y="1473"/>
                    <a:pt x="1677" y="2362"/>
                  </a:cubicBezTo>
                  <a:cubicBezTo>
                    <a:pt x="2359" y="2011"/>
                    <a:pt x="2571" y="1137"/>
                    <a:pt x="2119" y="512"/>
                  </a:cubicBezTo>
                  <a:cubicBezTo>
                    <a:pt x="1873" y="174"/>
                    <a:pt x="1494" y="1"/>
                    <a:pt x="1112"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86"/>
            <p:cNvSpPr/>
            <p:nvPr/>
          </p:nvSpPr>
          <p:spPr>
            <a:xfrm>
              <a:off x="2060533" y="4524270"/>
              <a:ext cx="80137" cy="76734"/>
            </a:xfrm>
            <a:custGeom>
              <a:rect b="b" l="l" r="r" t="t"/>
              <a:pathLst>
                <a:path extrusionOk="0" h="2931" w="3061">
                  <a:moveTo>
                    <a:pt x="1600" y="433"/>
                  </a:moveTo>
                  <a:cubicBezTo>
                    <a:pt x="1864" y="433"/>
                    <a:pt x="2129" y="534"/>
                    <a:pt x="2330" y="735"/>
                  </a:cubicBezTo>
                  <a:cubicBezTo>
                    <a:pt x="2984" y="1384"/>
                    <a:pt x="2523" y="2499"/>
                    <a:pt x="1600" y="2499"/>
                  </a:cubicBezTo>
                  <a:cubicBezTo>
                    <a:pt x="683" y="2499"/>
                    <a:pt x="221" y="1384"/>
                    <a:pt x="870" y="735"/>
                  </a:cubicBezTo>
                  <a:cubicBezTo>
                    <a:pt x="1072" y="534"/>
                    <a:pt x="1336" y="433"/>
                    <a:pt x="1600" y="433"/>
                  </a:cubicBezTo>
                  <a:close/>
                  <a:moveTo>
                    <a:pt x="1591" y="1"/>
                  </a:moveTo>
                  <a:cubicBezTo>
                    <a:pt x="1232" y="1"/>
                    <a:pt x="866" y="134"/>
                    <a:pt x="567" y="433"/>
                  </a:cubicBezTo>
                  <a:cubicBezTo>
                    <a:pt x="0" y="1005"/>
                    <a:pt x="0" y="1927"/>
                    <a:pt x="567" y="2499"/>
                  </a:cubicBezTo>
                  <a:cubicBezTo>
                    <a:pt x="866" y="2797"/>
                    <a:pt x="1232" y="2930"/>
                    <a:pt x="1591" y="2930"/>
                  </a:cubicBezTo>
                  <a:cubicBezTo>
                    <a:pt x="2342" y="2930"/>
                    <a:pt x="3061" y="2346"/>
                    <a:pt x="3061" y="1466"/>
                  </a:cubicBezTo>
                  <a:cubicBezTo>
                    <a:pt x="3061" y="585"/>
                    <a:pt x="2342" y="1"/>
                    <a:pt x="15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86"/>
            <p:cNvSpPr/>
            <p:nvPr/>
          </p:nvSpPr>
          <p:spPr>
            <a:xfrm>
              <a:off x="2029981" y="4435101"/>
              <a:ext cx="80137" cy="76681"/>
            </a:xfrm>
            <a:custGeom>
              <a:rect b="b" l="l" r="r" t="t"/>
              <a:pathLst>
                <a:path extrusionOk="0" h="2929" w="3061">
                  <a:moveTo>
                    <a:pt x="1460" y="433"/>
                  </a:moveTo>
                  <a:cubicBezTo>
                    <a:pt x="2378" y="433"/>
                    <a:pt x="2839" y="1543"/>
                    <a:pt x="2191" y="2196"/>
                  </a:cubicBezTo>
                  <a:cubicBezTo>
                    <a:pt x="1989" y="2398"/>
                    <a:pt x="1725" y="2499"/>
                    <a:pt x="1460" y="2499"/>
                  </a:cubicBezTo>
                  <a:cubicBezTo>
                    <a:pt x="1196" y="2499"/>
                    <a:pt x="932" y="2398"/>
                    <a:pt x="730" y="2196"/>
                  </a:cubicBezTo>
                  <a:cubicBezTo>
                    <a:pt x="77" y="1543"/>
                    <a:pt x="538" y="433"/>
                    <a:pt x="1460" y="433"/>
                  </a:cubicBezTo>
                  <a:close/>
                  <a:moveTo>
                    <a:pt x="1470" y="1"/>
                  </a:moveTo>
                  <a:cubicBezTo>
                    <a:pt x="719" y="1"/>
                    <a:pt x="0" y="585"/>
                    <a:pt x="0" y="1466"/>
                  </a:cubicBezTo>
                  <a:cubicBezTo>
                    <a:pt x="0" y="2346"/>
                    <a:pt x="719" y="2928"/>
                    <a:pt x="1470" y="2928"/>
                  </a:cubicBezTo>
                  <a:cubicBezTo>
                    <a:pt x="1829" y="2928"/>
                    <a:pt x="2195" y="2795"/>
                    <a:pt x="2493" y="2499"/>
                  </a:cubicBezTo>
                  <a:cubicBezTo>
                    <a:pt x="3060" y="1927"/>
                    <a:pt x="3060" y="1000"/>
                    <a:pt x="2493" y="433"/>
                  </a:cubicBezTo>
                  <a:cubicBezTo>
                    <a:pt x="2195" y="134"/>
                    <a:pt x="1829" y="1"/>
                    <a:pt x="1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86"/>
            <p:cNvSpPr/>
            <p:nvPr/>
          </p:nvSpPr>
          <p:spPr>
            <a:xfrm>
              <a:off x="2056894" y="4342476"/>
              <a:ext cx="102390" cy="76419"/>
            </a:xfrm>
            <a:custGeom>
              <a:rect b="b" l="l" r="r" t="t"/>
              <a:pathLst>
                <a:path extrusionOk="0" h="2919" w="3911">
                  <a:moveTo>
                    <a:pt x="1965" y="425"/>
                  </a:moveTo>
                  <a:cubicBezTo>
                    <a:pt x="2218" y="425"/>
                    <a:pt x="2476" y="519"/>
                    <a:pt x="2686" y="728"/>
                  </a:cubicBezTo>
                  <a:cubicBezTo>
                    <a:pt x="3089" y="1132"/>
                    <a:pt x="3089" y="1785"/>
                    <a:pt x="2686" y="2188"/>
                  </a:cubicBezTo>
                  <a:cubicBezTo>
                    <a:pt x="2476" y="2400"/>
                    <a:pt x="2217" y="2495"/>
                    <a:pt x="1963" y="2495"/>
                  </a:cubicBezTo>
                  <a:cubicBezTo>
                    <a:pt x="1432" y="2495"/>
                    <a:pt x="922" y="2082"/>
                    <a:pt x="922" y="1458"/>
                  </a:cubicBezTo>
                  <a:cubicBezTo>
                    <a:pt x="922" y="837"/>
                    <a:pt x="1433" y="425"/>
                    <a:pt x="1965" y="425"/>
                  </a:cubicBezTo>
                  <a:close/>
                  <a:moveTo>
                    <a:pt x="1955" y="0"/>
                  </a:moveTo>
                  <a:cubicBezTo>
                    <a:pt x="1582" y="0"/>
                    <a:pt x="1208" y="142"/>
                    <a:pt x="922" y="425"/>
                  </a:cubicBezTo>
                  <a:cubicBezTo>
                    <a:pt x="0" y="1348"/>
                    <a:pt x="653" y="2919"/>
                    <a:pt x="1955" y="2919"/>
                  </a:cubicBezTo>
                  <a:cubicBezTo>
                    <a:pt x="3257" y="2919"/>
                    <a:pt x="3911" y="1348"/>
                    <a:pt x="2988" y="425"/>
                  </a:cubicBezTo>
                  <a:cubicBezTo>
                    <a:pt x="2702" y="142"/>
                    <a:pt x="2329" y="0"/>
                    <a:pt x="19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86"/>
            <p:cNvSpPr/>
            <p:nvPr/>
          </p:nvSpPr>
          <p:spPr>
            <a:xfrm>
              <a:off x="2180019" y="4339936"/>
              <a:ext cx="140508" cy="126031"/>
            </a:xfrm>
            <a:custGeom>
              <a:rect b="b" l="l" r="r" t="t"/>
              <a:pathLst>
                <a:path extrusionOk="0" h="4814" w="5367">
                  <a:moveTo>
                    <a:pt x="2707" y="0"/>
                  </a:moveTo>
                  <a:cubicBezTo>
                    <a:pt x="1836" y="0"/>
                    <a:pt x="1002" y="478"/>
                    <a:pt x="577" y="1296"/>
                  </a:cubicBezTo>
                  <a:cubicBezTo>
                    <a:pt x="0" y="2391"/>
                    <a:pt x="356" y="3746"/>
                    <a:pt x="1393" y="4423"/>
                  </a:cubicBezTo>
                  <a:cubicBezTo>
                    <a:pt x="1797" y="4687"/>
                    <a:pt x="2252" y="4813"/>
                    <a:pt x="2704" y="4813"/>
                  </a:cubicBezTo>
                  <a:cubicBezTo>
                    <a:pt x="3414" y="4813"/>
                    <a:pt x="4115" y="4500"/>
                    <a:pt x="4588" y="3909"/>
                  </a:cubicBezTo>
                  <a:cubicBezTo>
                    <a:pt x="4706" y="3746"/>
                    <a:pt x="4565" y="3566"/>
                    <a:pt x="4409" y="3566"/>
                  </a:cubicBezTo>
                  <a:cubicBezTo>
                    <a:pt x="4355" y="3566"/>
                    <a:pt x="4299" y="3588"/>
                    <a:pt x="4252" y="3640"/>
                  </a:cubicBezTo>
                  <a:cubicBezTo>
                    <a:pt x="3864" y="4125"/>
                    <a:pt x="3289" y="4383"/>
                    <a:pt x="2707" y="4383"/>
                  </a:cubicBezTo>
                  <a:cubicBezTo>
                    <a:pt x="2337" y="4383"/>
                    <a:pt x="1964" y="4279"/>
                    <a:pt x="1634" y="4063"/>
                  </a:cubicBezTo>
                  <a:cubicBezTo>
                    <a:pt x="783" y="3511"/>
                    <a:pt x="490" y="2396"/>
                    <a:pt x="961" y="1498"/>
                  </a:cubicBezTo>
                  <a:cubicBezTo>
                    <a:pt x="1311" y="827"/>
                    <a:pt x="1995" y="434"/>
                    <a:pt x="2709" y="434"/>
                  </a:cubicBezTo>
                  <a:cubicBezTo>
                    <a:pt x="2956" y="434"/>
                    <a:pt x="3207" y="481"/>
                    <a:pt x="3450" y="580"/>
                  </a:cubicBezTo>
                  <a:cubicBezTo>
                    <a:pt x="4391" y="960"/>
                    <a:pt x="4891" y="1997"/>
                    <a:pt x="4603" y="2968"/>
                  </a:cubicBezTo>
                  <a:lnTo>
                    <a:pt x="4603" y="2972"/>
                  </a:lnTo>
                  <a:cubicBezTo>
                    <a:pt x="4567" y="3130"/>
                    <a:pt x="4694" y="3233"/>
                    <a:pt x="4819" y="3233"/>
                  </a:cubicBezTo>
                  <a:cubicBezTo>
                    <a:pt x="4900" y="3233"/>
                    <a:pt x="4980" y="3190"/>
                    <a:pt x="5016" y="3093"/>
                  </a:cubicBezTo>
                  <a:cubicBezTo>
                    <a:pt x="5366" y="1901"/>
                    <a:pt x="4761" y="643"/>
                    <a:pt x="3608" y="177"/>
                  </a:cubicBezTo>
                  <a:cubicBezTo>
                    <a:pt x="3314" y="57"/>
                    <a:pt x="3008" y="0"/>
                    <a:pt x="2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86"/>
            <p:cNvSpPr/>
            <p:nvPr/>
          </p:nvSpPr>
          <p:spPr>
            <a:xfrm>
              <a:off x="1976129" y="4284173"/>
              <a:ext cx="401496" cy="371154"/>
            </a:xfrm>
            <a:custGeom>
              <a:rect b="b" l="l" r="r" t="t"/>
              <a:pathLst>
                <a:path extrusionOk="0" h="14177" w="15336">
                  <a:moveTo>
                    <a:pt x="8146" y="0"/>
                  </a:moveTo>
                  <a:cubicBezTo>
                    <a:pt x="8132" y="0"/>
                    <a:pt x="8119" y="1"/>
                    <a:pt x="8105" y="1"/>
                  </a:cubicBezTo>
                  <a:cubicBezTo>
                    <a:pt x="5362" y="15"/>
                    <a:pt x="2864" y="1586"/>
                    <a:pt x="1663" y="4055"/>
                  </a:cubicBezTo>
                  <a:cubicBezTo>
                    <a:pt x="1568" y="4227"/>
                    <a:pt x="1714" y="4373"/>
                    <a:pt x="1859" y="4373"/>
                  </a:cubicBezTo>
                  <a:cubicBezTo>
                    <a:pt x="1933" y="4373"/>
                    <a:pt x="2007" y="4335"/>
                    <a:pt x="2047" y="4243"/>
                  </a:cubicBezTo>
                  <a:cubicBezTo>
                    <a:pt x="2379" y="3565"/>
                    <a:pt x="2816" y="2950"/>
                    <a:pt x="3349" y="2422"/>
                  </a:cubicBezTo>
                  <a:cubicBezTo>
                    <a:pt x="4668" y="1103"/>
                    <a:pt x="6405" y="443"/>
                    <a:pt x="8141" y="443"/>
                  </a:cubicBezTo>
                  <a:cubicBezTo>
                    <a:pt x="9859" y="443"/>
                    <a:pt x="11576" y="1089"/>
                    <a:pt x="12890" y="2383"/>
                  </a:cubicBezTo>
                  <a:cubicBezTo>
                    <a:pt x="13846" y="3325"/>
                    <a:pt x="14504" y="4531"/>
                    <a:pt x="14769" y="5847"/>
                  </a:cubicBezTo>
                  <a:cubicBezTo>
                    <a:pt x="14994" y="6954"/>
                    <a:pt x="14130" y="7884"/>
                    <a:pt x="13097" y="7884"/>
                  </a:cubicBezTo>
                  <a:cubicBezTo>
                    <a:pt x="12965" y="7884"/>
                    <a:pt x="12829" y="7868"/>
                    <a:pt x="12693" y="7836"/>
                  </a:cubicBezTo>
                  <a:cubicBezTo>
                    <a:pt x="12406" y="7768"/>
                    <a:pt x="12122" y="7736"/>
                    <a:pt x="11845" y="7736"/>
                  </a:cubicBezTo>
                  <a:cubicBezTo>
                    <a:pt x="9733" y="7736"/>
                    <a:pt x="8000" y="9605"/>
                    <a:pt x="8293" y="11809"/>
                  </a:cubicBezTo>
                  <a:cubicBezTo>
                    <a:pt x="8436" y="12868"/>
                    <a:pt x="7605" y="13748"/>
                    <a:pt x="6617" y="13748"/>
                  </a:cubicBezTo>
                  <a:cubicBezTo>
                    <a:pt x="6448" y="13748"/>
                    <a:pt x="6275" y="13723"/>
                    <a:pt x="6102" y="13668"/>
                  </a:cubicBezTo>
                  <a:cubicBezTo>
                    <a:pt x="2610" y="12573"/>
                    <a:pt x="452" y="8763"/>
                    <a:pt x="1726" y="5016"/>
                  </a:cubicBezTo>
                  <a:cubicBezTo>
                    <a:pt x="1794" y="4844"/>
                    <a:pt x="1655" y="4722"/>
                    <a:pt x="1520" y="4722"/>
                  </a:cubicBezTo>
                  <a:cubicBezTo>
                    <a:pt x="1436" y="4722"/>
                    <a:pt x="1353" y="4769"/>
                    <a:pt x="1322" y="4881"/>
                  </a:cubicBezTo>
                  <a:cubicBezTo>
                    <a:pt x="1" y="8754"/>
                    <a:pt x="2168" y="12885"/>
                    <a:pt x="5972" y="14076"/>
                  </a:cubicBezTo>
                  <a:cubicBezTo>
                    <a:pt x="6183" y="14144"/>
                    <a:pt x="6400" y="14177"/>
                    <a:pt x="6616" y="14177"/>
                  </a:cubicBezTo>
                  <a:cubicBezTo>
                    <a:pt x="7108" y="14177"/>
                    <a:pt x="7592" y="14005"/>
                    <a:pt x="7976" y="13678"/>
                  </a:cubicBezTo>
                  <a:cubicBezTo>
                    <a:pt x="8538" y="13207"/>
                    <a:pt x="8816" y="12477"/>
                    <a:pt x="8715" y="11751"/>
                  </a:cubicBezTo>
                  <a:cubicBezTo>
                    <a:pt x="8457" y="9804"/>
                    <a:pt x="9992" y="8164"/>
                    <a:pt x="11843" y="8164"/>
                  </a:cubicBezTo>
                  <a:cubicBezTo>
                    <a:pt x="12088" y="8164"/>
                    <a:pt x="12339" y="8193"/>
                    <a:pt x="12592" y="8254"/>
                  </a:cubicBezTo>
                  <a:cubicBezTo>
                    <a:pt x="12759" y="8294"/>
                    <a:pt x="12929" y="8314"/>
                    <a:pt x="13096" y="8314"/>
                  </a:cubicBezTo>
                  <a:cubicBezTo>
                    <a:pt x="13648" y="8314"/>
                    <a:pt x="14186" y="8101"/>
                    <a:pt x="14591" y="7711"/>
                  </a:cubicBezTo>
                  <a:cubicBezTo>
                    <a:pt x="15110" y="7207"/>
                    <a:pt x="15335" y="6472"/>
                    <a:pt x="15191" y="5765"/>
                  </a:cubicBezTo>
                  <a:cubicBezTo>
                    <a:pt x="14521" y="2478"/>
                    <a:pt x="11616" y="0"/>
                    <a:pt x="81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7" name="Google Shape;13337;p86"/>
          <p:cNvGrpSpPr/>
          <p:nvPr/>
        </p:nvGrpSpPr>
        <p:grpSpPr>
          <a:xfrm>
            <a:off x="1830123" y="2904984"/>
            <a:ext cx="184412" cy="367541"/>
            <a:chOff x="1830123" y="2904984"/>
            <a:chExt cx="184412" cy="367541"/>
          </a:xfrm>
        </p:grpSpPr>
        <p:sp>
          <p:nvSpPr>
            <p:cNvPr id="13338" name="Google Shape;13338;p86"/>
            <p:cNvSpPr/>
            <p:nvPr/>
          </p:nvSpPr>
          <p:spPr>
            <a:xfrm>
              <a:off x="1835516" y="2910404"/>
              <a:ext cx="173730" cy="55606"/>
            </a:xfrm>
            <a:custGeom>
              <a:rect b="b" l="l" r="r" t="t"/>
              <a:pathLst>
                <a:path extrusionOk="0" h="2124" w="6636">
                  <a:moveTo>
                    <a:pt x="866" y="0"/>
                  </a:moveTo>
                  <a:cubicBezTo>
                    <a:pt x="385" y="0"/>
                    <a:pt x="1" y="385"/>
                    <a:pt x="1" y="860"/>
                  </a:cubicBezTo>
                  <a:lnTo>
                    <a:pt x="1" y="1259"/>
                  </a:lnTo>
                  <a:cubicBezTo>
                    <a:pt x="1" y="1735"/>
                    <a:pt x="385" y="2124"/>
                    <a:pt x="866" y="2124"/>
                  </a:cubicBezTo>
                  <a:lnTo>
                    <a:pt x="5771" y="2124"/>
                  </a:lnTo>
                  <a:cubicBezTo>
                    <a:pt x="6246" y="2124"/>
                    <a:pt x="6635" y="1735"/>
                    <a:pt x="6635" y="1259"/>
                  </a:cubicBezTo>
                  <a:lnTo>
                    <a:pt x="6635" y="860"/>
                  </a:lnTo>
                  <a:cubicBezTo>
                    <a:pt x="6635" y="385"/>
                    <a:pt x="6246" y="0"/>
                    <a:pt x="5771" y="0"/>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6"/>
            <p:cNvSpPr/>
            <p:nvPr/>
          </p:nvSpPr>
          <p:spPr>
            <a:xfrm>
              <a:off x="1952881" y="2910404"/>
              <a:ext cx="56366" cy="55606"/>
            </a:xfrm>
            <a:custGeom>
              <a:rect b="b" l="l" r="r" t="t"/>
              <a:pathLst>
                <a:path extrusionOk="0" h="2124" w="2153">
                  <a:moveTo>
                    <a:pt x="0" y="0"/>
                  </a:moveTo>
                  <a:cubicBezTo>
                    <a:pt x="476" y="0"/>
                    <a:pt x="865" y="385"/>
                    <a:pt x="865" y="860"/>
                  </a:cubicBezTo>
                  <a:lnTo>
                    <a:pt x="865" y="1259"/>
                  </a:lnTo>
                  <a:cubicBezTo>
                    <a:pt x="865" y="1735"/>
                    <a:pt x="476" y="2124"/>
                    <a:pt x="0" y="2124"/>
                  </a:cubicBezTo>
                  <a:lnTo>
                    <a:pt x="1288" y="2124"/>
                  </a:lnTo>
                  <a:cubicBezTo>
                    <a:pt x="1763" y="2124"/>
                    <a:pt x="2152" y="1735"/>
                    <a:pt x="2152" y="1259"/>
                  </a:cubicBezTo>
                  <a:lnTo>
                    <a:pt x="2152" y="860"/>
                  </a:lnTo>
                  <a:cubicBezTo>
                    <a:pt x="2152" y="385"/>
                    <a:pt x="1763" y="0"/>
                    <a:pt x="1288" y="0"/>
                  </a:cubicBezTo>
                  <a:close/>
                </a:path>
              </a:pathLst>
            </a:custGeom>
            <a:solidFill>
              <a:srgbClr val="C5CE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86"/>
            <p:cNvSpPr/>
            <p:nvPr/>
          </p:nvSpPr>
          <p:spPr>
            <a:xfrm>
              <a:off x="1863712" y="2965984"/>
              <a:ext cx="116475" cy="301122"/>
            </a:xfrm>
            <a:custGeom>
              <a:rect b="b" l="l" r="r" t="t"/>
              <a:pathLst>
                <a:path extrusionOk="0" h="11502" w="4449">
                  <a:moveTo>
                    <a:pt x="0" y="1"/>
                  </a:moveTo>
                  <a:lnTo>
                    <a:pt x="0" y="9277"/>
                  </a:lnTo>
                  <a:cubicBezTo>
                    <a:pt x="0" y="10502"/>
                    <a:pt x="995" y="11502"/>
                    <a:pt x="2224" y="11502"/>
                  </a:cubicBezTo>
                  <a:cubicBezTo>
                    <a:pt x="3449" y="11502"/>
                    <a:pt x="4449" y="10507"/>
                    <a:pt x="4449" y="9277"/>
                  </a:cubicBezTo>
                  <a:lnTo>
                    <a:pt x="4449" y="1"/>
                  </a:ln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86"/>
            <p:cNvSpPr/>
            <p:nvPr/>
          </p:nvSpPr>
          <p:spPr>
            <a:xfrm>
              <a:off x="1863712" y="2965984"/>
              <a:ext cx="116475" cy="301227"/>
            </a:xfrm>
            <a:custGeom>
              <a:rect b="b" l="l" r="r" t="t"/>
              <a:pathLst>
                <a:path extrusionOk="0" h="11506" w="4449">
                  <a:moveTo>
                    <a:pt x="0" y="1"/>
                  </a:moveTo>
                  <a:lnTo>
                    <a:pt x="0" y="630"/>
                  </a:lnTo>
                  <a:lnTo>
                    <a:pt x="1739" y="630"/>
                  </a:lnTo>
                  <a:cubicBezTo>
                    <a:pt x="2758" y="630"/>
                    <a:pt x="3589" y="1461"/>
                    <a:pt x="3589" y="2484"/>
                  </a:cubicBezTo>
                  <a:lnTo>
                    <a:pt x="3589" y="8417"/>
                  </a:lnTo>
                  <a:cubicBezTo>
                    <a:pt x="3592" y="9712"/>
                    <a:pt x="2527" y="10645"/>
                    <a:pt x="1365" y="10645"/>
                  </a:cubicBezTo>
                  <a:cubicBezTo>
                    <a:pt x="1004" y="10645"/>
                    <a:pt x="634" y="10555"/>
                    <a:pt x="284" y="10358"/>
                  </a:cubicBezTo>
                  <a:lnTo>
                    <a:pt x="284" y="10358"/>
                  </a:lnTo>
                  <a:cubicBezTo>
                    <a:pt x="681" y="11079"/>
                    <a:pt x="1432" y="11506"/>
                    <a:pt x="2224" y="11506"/>
                  </a:cubicBezTo>
                  <a:cubicBezTo>
                    <a:pt x="2409" y="11506"/>
                    <a:pt x="2596" y="11482"/>
                    <a:pt x="2782" y="11434"/>
                  </a:cubicBezTo>
                  <a:cubicBezTo>
                    <a:pt x="3766" y="11180"/>
                    <a:pt x="4449" y="10291"/>
                    <a:pt x="4449" y="9277"/>
                  </a:cubicBezTo>
                  <a:lnTo>
                    <a:pt x="4449" y="1"/>
                  </a:ln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86"/>
            <p:cNvSpPr/>
            <p:nvPr/>
          </p:nvSpPr>
          <p:spPr>
            <a:xfrm>
              <a:off x="1830123" y="2904984"/>
              <a:ext cx="184412" cy="367541"/>
            </a:xfrm>
            <a:custGeom>
              <a:rect b="b" l="l" r="r" t="t"/>
              <a:pathLst>
                <a:path extrusionOk="0" h="14039" w="7044">
                  <a:moveTo>
                    <a:pt x="1072" y="1"/>
                  </a:moveTo>
                  <a:cubicBezTo>
                    <a:pt x="481" y="1"/>
                    <a:pt x="0" y="481"/>
                    <a:pt x="0" y="1067"/>
                  </a:cubicBezTo>
                  <a:lnTo>
                    <a:pt x="0" y="1466"/>
                  </a:lnTo>
                  <a:cubicBezTo>
                    <a:pt x="0" y="2057"/>
                    <a:pt x="481" y="2532"/>
                    <a:pt x="1072" y="2537"/>
                  </a:cubicBezTo>
                  <a:lnTo>
                    <a:pt x="1077" y="2537"/>
                  </a:lnTo>
                  <a:lnTo>
                    <a:pt x="1077" y="10152"/>
                  </a:lnTo>
                  <a:cubicBezTo>
                    <a:pt x="1077" y="10289"/>
                    <a:pt x="1180" y="10357"/>
                    <a:pt x="1283" y="10357"/>
                  </a:cubicBezTo>
                  <a:cubicBezTo>
                    <a:pt x="1386" y="10357"/>
                    <a:pt x="1490" y="10289"/>
                    <a:pt x="1490" y="10152"/>
                  </a:cubicBezTo>
                  <a:lnTo>
                    <a:pt x="1490" y="2537"/>
                  </a:lnTo>
                  <a:lnTo>
                    <a:pt x="5525" y="2537"/>
                  </a:lnTo>
                  <a:lnTo>
                    <a:pt x="5525" y="3133"/>
                  </a:lnTo>
                  <a:lnTo>
                    <a:pt x="4487" y="3133"/>
                  </a:lnTo>
                  <a:cubicBezTo>
                    <a:pt x="4214" y="3133"/>
                    <a:pt x="4214" y="3546"/>
                    <a:pt x="4487" y="3546"/>
                  </a:cubicBezTo>
                  <a:lnTo>
                    <a:pt x="5525" y="3546"/>
                  </a:lnTo>
                  <a:lnTo>
                    <a:pt x="5525" y="4574"/>
                  </a:lnTo>
                  <a:lnTo>
                    <a:pt x="4487" y="4574"/>
                  </a:lnTo>
                  <a:cubicBezTo>
                    <a:pt x="4214" y="4574"/>
                    <a:pt x="4214" y="4983"/>
                    <a:pt x="4487" y="4983"/>
                  </a:cubicBezTo>
                  <a:lnTo>
                    <a:pt x="5525" y="4983"/>
                  </a:lnTo>
                  <a:lnTo>
                    <a:pt x="5525" y="6011"/>
                  </a:lnTo>
                  <a:lnTo>
                    <a:pt x="4487" y="6011"/>
                  </a:lnTo>
                  <a:cubicBezTo>
                    <a:pt x="4214" y="6011"/>
                    <a:pt x="4214" y="6424"/>
                    <a:pt x="4487" y="6424"/>
                  </a:cubicBezTo>
                  <a:lnTo>
                    <a:pt x="5525" y="6424"/>
                  </a:lnTo>
                  <a:lnTo>
                    <a:pt x="5525" y="7452"/>
                  </a:lnTo>
                  <a:lnTo>
                    <a:pt x="4487" y="7452"/>
                  </a:lnTo>
                  <a:cubicBezTo>
                    <a:pt x="4214" y="7452"/>
                    <a:pt x="4214" y="7865"/>
                    <a:pt x="4487" y="7865"/>
                  </a:cubicBezTo>
                  <a:lnTo>
                    <a:pt x="5525" y="7865"/>
                  </a:lnTo>
                  <a:lnTo>
                    <a:pt x="5525" y="8893"/>
                  </a:lnTo>
                  <a:lnTo>
                    <a:pt x="4487" y="8893"/>
                  </a:lnTo>
                  <a:cubicBezTo>
                    <a:pt x="4214" y="8893"/>
                    <a:pt x="4214" y="9301"/>
                    <a:pt x="4487" y="9301"/>
                  </a:cubicBezTo>
                  <a:lnTo>
                    <a:pt x="5525" y="9301"/>
                  </a:lnTo>
                  <a:lnTo>
                    <a:pt x="5525" y="10329"/>
                  </a:lnTo>
                  <a:lnTo>
                    <a:pt x="4487" y="10329"/>
                  </a:lnTo>
                  <a:cubicBezTo>
                    <a:pt x="4214" y="10329"/>
                    <a:pt x="4214" y="10743"/>
                    <a:pt x="4487" y="10743"/>
                  </a:cubicBezTo>
                  <a:lnTo>
                    <a:pt x="5525" y="10743"/>
                  </a:lnTo>
                  <a:lnTo>
                    <a:pt x="5525" y="11607"/>
                  </a:lnTo>
                  <a:cubicBezTo>
                    <a:pt x="5525" y="12722"/>
                    <a:pt x="4622" y="13625"/>
                    <a:pt x="3507" y="13625"/>
                  </a:cubicBezTo>
                  <a:cubicBezTo>
                    <a:pt x="2393" y="13625"/>
                    <a:pt x="1490" y="12722"/>
                    <a:pt x="1490" y="11607"/>
                  </a:cubicBezTo>
                  <a:lnTo>
                    <a:pt x="1490" y="10920"/>
                  </a:lnTo>
                  <a:cubicBezTo>
                    <a:pt x="1490" y="10783"/>
                    <a:pt x="1386" y="10715"/>
                    <a:pt x="1283" y="10715"/>
                  </a:cubicBezTo>
                  <a:cubicBezTo>
                    <a:pt x="1180" y="10715"/>
                    <a:pt x="1077" y="10783"/>
                    <a:pt x="1077" y="10920"/>
                  </a:cubicBezTo>
                  <a:lnTo>
                    <a:pt x="1077" y="11607"/>
                  </a:lnTo>
                  <a:cubicBezTo>
                    <a:pt x="1077" y="12948"/>
                    <a:pt x="2162" y="14038"/>
                    <a:pt x="3507" y="14038"/>
                  </a:cubicBezTo>
                  <a:cubicBezTo>
                    <a:pt x="4848" y="14038"/>
                    <a:pt x="5933" y="12948"/>
                    <a:pt x="5933" y="11607"/>
                  </a:cubicBezTo>
                  <a:lnTo>
                    <a:pt x="5933" y="2537"/>
                  </a:lnTo>
                  <a:lnTo>
                    <a:pt x="5977" y="2537"/>
                  </a:lnTo>
                  <a:cubicBezTo>
                    <a:pt x="6568" y="2537"/>
                    <a:pt x="7043" y="2057"/>
                    <a:pt x="7043" y="1466"/>
                  </a:cubicBezTo>
                  <a:lnTo>
                    <a:pt x="7043" y="1072"/>
                  </a:lnTo>
                  <a:cubicBezTo>
                    <a:pt x="7043" y="481"/>
                    <a:pt x="6568" y="1"/>
                    <a:pt x="5977" y="1"/>
                  </a:cubicBezTo>
                  <a:lnTo>
                    <a:pt x="5318" y="1"/>
                  </a:lnTo>
                  <a:cubicBezTo>
                    <a:pt x="5045" y="1"/>
                    <a:pt x="5045" y="414"/>
                    <a:pt x="5318" y="414"/>
                  </a:cubicBezTo>
                  <a:lnTo>
                    <a:pt x="5977" y="414"/>
                  </a:lnTo>
                  <a:cubicBezTo>
                    <a:pt x="6342" y="414"/>
                    <a:pt x="6640" y="707"/>
                    <a:pt x="6640" y="1072"/>
                  </a:cubicBezTo>
                  <a:lnTo>
                    <a:pt x="6640" y="1471"/>
                  </a:lnTo>
                  <a:cubicBezTo>
                    <a:pt x="6640" y="1836"/>
                    <a:pt x="6342" y="2129"/>
                    <a:pt x="5977" y="2129"/>
                  </a:cubicBezTo>
                  <a:lnTo>
                    <a:pt x="1072" y="2129"/>
                  </a:lnTo>
                  <a:cubicBezTo>
                    <a:pt x="707" y="2129"/>
                    <a:pt x="409" y="1836"/>
                    <a:pt x="409" y="1471"/>
                  </a:cubicBezTo>
                  <a:lnTo>
                    <a:pt x="409" y="1072"/>
                  </a:lnTo>
                  <a:cubicBezTo>
                    <a:pt x="409" y="707"/>
                    <a:pt x="707" y="414"/>
                    <a:pt x="1072" y="414"/>
                  </a:cubicBezTo>
                  <a:lnTo>
                    <a:pt x="4550" y="414"/>
                  </a:lnTo>
                  <a:cubicBezTo>
                    <a:pt x="4824" y="414"/>
                    <a:pt x="4824" y="1"/>
                    <a:pt x="45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3" name="Google Shape;13343;p86"/>
          <p:cNvGrpSpPr/>
          <p:nvPr/>
        </p:nvGrpSpPr>
        <p:grpSpPr>
          <a:xfrm>
            <a:off x="2602224" y="3825918"/>
            <a:ext cx="376966" cy="349765"/>
            <a:chOff x="2602224" y="3825918"/>
            <a:chExt cx="376966" cy="349765"/>
          </a:xfrm>
        </p:grpSpPr>
        <p:sp>
          <p:nvSpPr>
            <p:cNvPr id="13344" name="Google Shape;13344;p86"/>
            <p:cNvSpPr/>
            <p:nvPr/>
          </p:nvSpPr>
          <p:spPr>
            <a:xfrm>
              <a:off x="2880308" y="4107458"/>
              <a:ext cx="39270" cy="53983"/>
            </a:xfrm>
            <a:custGeom>
              <a:rect b="b" l="l" r="r" t="t"/>
              <a:pathLst>
                <a:path extrusionOk="0" h="2062" w="1500">
                  <a:moveTo>
                    <a:pt x="0" y="1"/>
                  </a:moveTo>
                  <a:lnTo>
                    <a:pt x="0" y="2062"/>
                  </a:lnTo>
                  <a:lnTo>
                    <a:pt x="1096" y="2062"/>
                  </a:lnTo>
                  <a:cubicBezTo>
                    <a:pt x="1321" y="2062"/>
                    <a:pt x="1499" y="1879"/>
                    <a:pt x="1499" y="1658"/>
                  </a:cubicBezTo>
                  <a:lnTo>
                    <a:pt x="1499" y="404"/>
                  </a:lnTo>
                  <a:cubicBezTo>
                    <a:pt x="1499" y="179"/>
                    <a:pt x="1321" y="1"/>
                    <a:pt x="109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86"/>
            <p:cNvSpPr/>
            <p:nvPr/>
          </p:nvSpPr>
          <p:spPr>
            <a:xfrm>
              <a:off x="2896408" y="4107458"/>
              <a:ext cx="23169" cy="53983"/>
            </a:xfrm>
            <a:custGeom>
              <a:rect b="b" l="l" r="r" t="t"/>
              <a:pathLst>
                <a:path extrusionOk="0" h="2062" w="885">
                  <a:moveTo>
                    <a:pt x="0" y="1"/>
                  </a:moveTo>
                  <a:cubicBezTo>
                    <a:pt x="226" y="1"/>
                    <a:pt x="404" y="179"/>
                    <a:pt x="404" y="404"/>
                  </a:cubicBezTo>
                  <a:lnTo>
                    <a:pt x="404" y="1658"/>
                  </a:lnTo>
                  <a:cubicBezTo>
                    <a:pt x="404" y="1879"/>
                    <a:pt x="226" y="2062"/>
                    <a:pt x="0" y="2062"/>
                  </a:cubicBezTo>
                  <a:lnTo>
                    <a:pt x="481" y="2062"/>
                  </a:lnTo>
                  <a:cubicBezTo>
                    <a:pt x="706" y="2062"/>
                    <a:pt x="884" y="1879"/>
                    <a:pt x="884" y="1658"/>
                  </a:cubicBezTo>
                  <a:lnTo>
                    <a:pt x="884" y="404"/>
                  </a:lnTo>
                  <a:cubicBezTo>
                    <a:pt x="884" y="179"/>
                    <a:pt x="706" y="1"/>
                    <a:pt x="481"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86"/>
            <p:cNvSpPr/>
            <p:nvPr/>
          </p:nvSpPr>
          <p:spPr>
            <a:xfrm>
              <a:off x="2625367" y="4040306"/>
              <a:ext cx="266905" cy="130062"/>
            </a:xfrm>
            <a:custGeom>
              <a:rect b="b" l="l" r="r" t="t"/>
              <a:pathLst>
                <a:path extrusionOk="0" h="4968" w="10195">
                  <a:moveTo>
                    <a:pt x="1960" y="1"/>
                  </a:moveTo>
                  <a:lnTo>
                    <a:pt x="207" y="1985"/>
                  </a:lnTo>
                  <a:cubicBezTo>
                    <a:pt x="72" y="2138"/>
                    <a:pt x="0" y="2331"/>
                    <a:pt x="0" y="2532"/>
                  </a:cubicBezTo>
                  <a:lnTo>
                    <a:pt x="0" y="4276"/>
                  </a:lnTo>
                  <a:cubicBezTo>
                    <a:pt x="0" y="4661"/>
                    <a:pt x="308" y="4968"/>
                    <a:pt x="692" y="4968"/>
                  </a:cubicBezTo>
                  <a:lnTo>
                    <a:pt x="9503" y="4968"/>
                  </a:lnTo>
                  <a:cubicBezTo>
                    <a:pt x="9882" y="4968"/>
                    <a:pt x="10195" y="4661"/>
                    <a:pt x="10195" y="4276"/>
                  </a:cubicBezTo>
                  <a:lnTo>
                    <a:pt x="10195" y="2532"/>
                  </a:lnTo>
                  <a:cubicBezTo>
                    <a:pt x="10195" y="2331"/>
                    <a:pt x="10123" y="2134"/>
                    <a:pt x="9988" y="1985"/>
                  </a:cubicBezTo>
                  <a:lnTo>
                    <a:pt x="8235" y="1"/>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86"/>
            <p:cNvSpPr/>
            <p:nvPr/>
          </p:nvSpPr>
          <p:spPr>
            <a:xfrm>
              <a:off x="2645604" y="4040306"/>
              <a:ext cx="246668" cy="130062"/>
            </a:xfrm>
            <a:custGeom>
              <a:rect b="b" l="l" r="r" t="t"/>
              <a:pathLst>
                <a:path extrusionOk="0" h="4968" w="9422">
                  <a:moveTo>
                    <a:pt x="1187" y="1"/>
                  </a:moveTo>
                  <a:lnTo>
                    <a:pt x="1" y="1346"/>
                  </a:lnTo>
                  <a:cubicBezTo>
                    <a:pt x="1179" y="2717"/>
                    <a:pt x="2874" y="3459"/>
                    <a:pt x="4607" y="3459"/>
                  </a:cubicBezTo>
                  <a:cubicBezTo>
                    <a:pt x="5418" y="3459"/>
                    <a:pt x="6237" y="3297"/>
                    <a:pt x="7015" y="2960"/>
                  </a:cubicBezTo>
                  <a:cubicBezTo>
                    <a:pt x="7130" y="2909"/>
                    <a:pt x="7247" y="2886"/>
                    <a:pt x="7362" y="2886"/>
                  </a:cubicBezTo>
                  <a:cubicBezTo>
                    <a:pt x="7814" y="2886"/>
                    <a:pt x="8221" y="3250"/>
                    <a:pt x="8221" y="3748"/>
                  </a:cubicBezTo>
                  <a:lnTo>
                    <a:pt x="8221" y="4276"/>
                  </a:lnTo>
                  <a:cubicBezTo>
                    <a:pt x="8221" y="4661"/>
                    <a:pt x="7913" y="4968"/>
                    <a:pt x="7529" y="4968"/>
                  </a:cubicBezTo>
                  <a:lnTo>
                    <a:pt x="8730" y="4968"/>
                  </a:lnTo>
                  <a:cubicBezTo>
                    <a:pt x="9109" y="4968"/>
                    <a:pt x="9422" y="4661"/>
                    <a:pt x="9422" y="4276"/>
                  </a:cubicBezTo>
                  <a:lnTo>
                    <a:pt x="9422" y="2532"/>
                  </a:lnTo>
                  <a:cubicBezTo>
                    <a:pt x="9422" y="2331"/>
                    <a:pt x="9345" y="2134"/>
                    <a:pt x="9215" y="1985"/>
                  </a:cubicBezTo>
                  <a:lnTo>
                    <a:pt x="7462" y="1"/>
                  </a:ln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86"/>
            <p:cNvSpPr/>
            <p:nvPr/>
          </p:nvSpPr>
          <p:spPr>
            <a:xfrm>
              <a:off x="2921541" y="3956426"/>
              <a:ext cx="52360" cy="44846"/>
            </a:xfrm>
            <a:custGeom>
              <a:rect b="b" l="l" r="r" t="t"/>
              <a:pathLst>
                <a:path extrusionOk="0" h="1713" w="2000">
                  <a:moveTo>
                    <a:pt x="1144" y="0"/>
                  </a:moveTo>
                  <a:cubicBezTo>
                    <a:pt x="385" y="0"/>
                    <a:pt x="1" y="923"/>
                    <a:pt x="539" y="1461"/>
                  </a:cubicBezTo>
                  <a:cubicBezTo>
                    <a:pt x="713" y="1635"/>
                    <a:pt x="928" y="1713"/>
                    <a:pt x="1138" y="1713"/>
                  </a:cubicBezTo>
                  <a:cubicBezTo>
                    <a:pt x="1578" y="1713"/>
                    <a:pt x="1999" y="1372"/>
                    <a:pt x="1999" y="855"/>
                  </a:cubicBezTo>
                  <a:cubicBezTo>
                    <a:pt x="1999" y="385"/>
                    <a:pt x="1615" y="0"/>
                    <a:pt x="114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86"/>
            <p:cNvSpPr/>
            <p:nvPr/>
          </p:nvSpPr>
          <p:spPr>
            <a:xfrm>
              <a:off x="2942433" y="3956426"/>
              <a:ext cx="33982" cy="44715"/>
            </a:xfrm>
            <a:custGeom>
              <a:rect b="b" l="l" r="r" t="t"/>
              <a:pathLst>
                <a:path extrusionOk="0" h="1708" w="1298">
                  <a:moveTo>
                    <a:pt x="346" y="0"/>
                  </a:moveTo>
                  <a:cubicBezTo>
                    <a:pt x="226" y="0"/>
                    <a:pt x="111" y="24"/>
                    <a:pt x="0" y="72"/>
                  </a:cubicBezTo>
                  <a:cubicBezTo>
                    <a:pt x="673" y="375"/>
                    <a:pt x="673" y="1331"/>
                    <a:pt x="0" y="1634"/>
                  </a:cubicBezTo>
                  <a:cubicBezTo>
                    <a:pt x="114" y="1684"/>
                    <a:pt x="231" y="1708"/>
                    <a:pt x="347" y="1708"/>
                  </a:cubicBezTo>
                  <a:cubicBezTo>
                    <a:pt x="735" y="1708"/>
                    <a:pt x="1097" y="1440"/>
                    <a:pt x="1182" y="1028"/>
                  </a:cubicBezTo>
                  <a:cubicBezTo>
                    <a:pt x="1298" y="500"/>
                    <a:pt x="889" y="0"/>
                    <a:pt x="34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86"/>
            <p:cNvSpPr/>
            <p:nvPr/>
          </p:nvSpPr>
          <p:spPr>
            <a:xfrm>
              <a:off x="2614293" y="3831154"/>
              <a:ext cx="292692" cy="281618"/>
            </a:xfrm>
            <a:custGeom>
              <a:rect b="b" l="l" r="r" t="t"/>
              <a:pathLst>
                <a:path extrusionOk="0" h="10757" w="11180">
                  <a:moveTo>
                    <a:pt x="5799" y="1"/>
                  </a:moveTo>
                  <a:cubicBezTo>
                    <a:pt x="3628" y="1"/>
                    <a:pt x="1663" y="1312"/>
                    <a:pt x="832" y="3320"/>
                  </a:cubicBezTo>
                  <a:cubicBezTo>
                    <a:pt x="1" y="5333"/>
                    <a:pt x="462" y="7644"/>
                    <a:pt x="1999" y="9181"/>
                  </a:cubicBezTo>
                  <a:cubicBezTo>
                    <a:pt x="3028" y="10210"/>
                    <a:pt x="4403" y="10757"/>
                    <a:pt x="5804" y="10757"/>
                  </a:cubicBezTo>
                  <a:cubicBezTo>
                    <a:pt x="6496" y="10757"/>
                    <a:pt x="7194" y="10623"/>
                    <a:pt x="7860" y="10348"/>
                  </a:cubicBezTo>
                  <a:cubicBezTo>
                    <a:pt x="9868" y="9517"/>
                    <a:pt x="11180" y="7552"/>
                    <a:pt x="11180" y="5381"/>
                  </a:cubicBezTo>
                  <a:cubicBezTo>
                    <a:pt x="11180" y="2412"/>
                    <a:pt x="8768" y="1"/>
                    <a:pt x="579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86"/>
            <p:cNvSpPr/>
            <p:nvPr/>
          </p:nvSpPr>
          <p:spPr>
            <a:xfrm>
              <a:off x="2746737" y="3831154"/>
              <a:ext cx="160248" cy="281618"/>
            </a:xfrm>
            <a:custGeom>
              <a:rect b="b" l="l" r="r" t="t"/>
              <a:pathLst>
                <a:path extrusionOk="0" h="10757" w="6121">
                  <a:moveTo>
                    <a:pt x="740" y="1"/>
                  </a:moveTo>
                  <a:cubicBezTo>
                    <a:pt x="495" y="1"/>
                    <a:pt x="245" y="20"/>
                    <a:pt x="0" y="53"/>
                  </a:cubicBezTo>
                  <a:cubicBezTo>
                    <a:pt x="2662" y="423"/>
                    <a:pt x="4641" y="2696"/>
                    <a:pt x="4641" y="5381"/>
                  </a:cubicBezTo>
                  <a:cubicBezTo>
                    <a:pt x="4641" y="8066"/>
                    <a:pt x="2662" y="10339"/>
                    <a:pt x="0" y="10709"/>
                  </a:cubicBezTo>
                  <a:cubicBezTo>
                    <a:pt x="245" y="10742"/>
                    <a:pt x="495" y="10757"/>
                    <a:pt x="740" y="10757"/>
                  </a:cubicBezTo>
                  <a:cubicBezTo>
                    <a:pt x="3709" y="10757"/>
                    <a:pt x="6121" y="8350"/>
                    <a:pt x="6121" y="5381"/>
                  </a:cubicBezTo>
                  <a:cubicBezTo>
                    <a:pt x="6121" y="2407"/>
                    <a:pt x="3709" y="1"/>
                    <a:pt x="740"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86"/>
            <p:cNvSpPr/>
            <p:nvPr/>
          </p:nvSpPr>
          <p:spPr>
            <a:xfrm>
              <a:off x="2724720" y="3941084"/>
              <a:ext cx="72335" cy="61968"/>
            </a:xfrm>
            <a:custGeom>
              <a:rect b="b" l="l" r="r" t="t"/>
              <a:pathLst>
                <a:path extrusionOk="0" h="2367" w="2763">
                  <a:moveTo>
                    <a:pt x="1581" y="0"/>
                  </a:moveTo>
                  <a:cubicBezTo>
                    <a:pt x="529" y="0"/>
                    <a:pt x="1" y="1273"/>
                    <a:pt x="745" y="2018"/>
                  </a:cubicBezTo>
                  <a:cubicBezTo>
                    <a:pt x="986" y="2259"/>
                    <a:pt x="1282" y="2366"/>
                    <a:pt x="1572" y="2366"/>
                  </a:cubicBezTo>
                  <a:cubicBezTo>
                    <a:pt x="2180" y="2366"/>
                    <a:pt x="2763" y="1894"/>
                    <a:pt x="2763" y="1182"/>
                  </a:cubicBezTo>
                  <a:cubicBezTo>
                    <a:pt x="2763" y="529"/>
                    <a:pt x="2235" y="0"/>
                    <a:pt x="1581" y="0"/>
                  </a:cubicBezTo>
                  <a:close/>
                </a:path>
              </a:pathLst>
            </a:custGeom>
            <a:solidFill>
              <a:srgbClr val="CB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86"/>
            <p:cNvSpPr/>
            <p:nvPr/>
          </p:nvSpPr>
          <p:spPr>
            <a:xfrm>
              <a:off x="2754539" y="3940953"/>
              <a:ext cx="45553" cy="61968"/>
            </a:xfrm>
            <a:custGeom>
              <a:rect b="b" l="l" r="r" t="t"/>
              <a:pathLst>
                <a:path extrusionOk="0" h="2367" w="1740">
                  <a:moveTo>
                    <a:pt x="442" y="0"/>
                  </a:moveTo>
                  <a:lnTo>
                    <a:pt x="442" y="5"/>
                  </a:lnTo>
                  <a:cubicBezTo>
                    <a:pt x="293" y="5"/>
                    <a:pt x="140" y="34"/>
                    <a:pt x="0" y="92"/>
                  </a:cubicBezTo>
                  <a:cubicBezTo>
                    <a:pt x="990" y="486"/>
                    <a:pt x="990" y="1884"/>
                    <a:pt x="0" y="2282"/>
                  </a:cubicBezTo>
                  <a:cubicBezTo>
                    <a:pt x="144" y="2340"/>
                    <a:pt x="291" y="2366"/>
                    <a:pt x="435" y="2366"/>
                  </a:cubicBezTo>
                  <a:cubicBezTo>
                    <a:pt x="981" y="2366"/>
                    <a:pt x="1485" y="1982"/>
                    <a:pt x="1595" y="1408"/>
                  </a:cubicBezTo>
                  <a:cubicBezTo>
                    <a:pt x="1739" y="683"/>
                    <a:pt x="1182" y="5"/>
                    <a:pt x="4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6"/>
            <p:cNvSpPr/>
            <p:nvPr/>
          </p:nvSpPr>
          <p:spPr>
            <a:xfrm>
              <a:off x="2602224" y="3825918"/>
              <a:ext cx="376966" cy="349765"/>
            </a:xfrm>
            <a:custGeom>
              <a:rect b="b" l="l" r="r" t="t"/>
              <a:pathLst>
                <a:path extrusionOk="0" h="13360" w="14399">
                  <a:moveTo>
                    <a:pt x="13339" y="5186"/>
                  </a:moveTo>
                  <a:cubicBezTo>
                    <a:pt x="13676" y="5186"/>
                    <a:pt x="14000" y="5447"/>
                    <a:pt x="14000" y="5840"/>
                  </a:cubicBezTo>
                  <a:cubicBezTo>
                    <a:pt x="13995" y="6201"/>
                    <a:pt x="13702" y="6494"/>
                    <a:pt x="13341" y="6494"/>
                  </a:cubicBezTo>
                  <a:cubicBezTo>
                    <a:pt x="12760" y="6494"/>
                    <a:pt x="12467" y="5788"/>
                    <a:pt x="12880" y="5379"/>
                  </a:cubicBezTo>
                  <a:cubicBezTo>
                    <a:pt x="13014" y="5246"/>
                    <a:pt x="13178" y="5186"/>
                    <a:pt x="13339" y="5186"/>
                  </a:cubicBezTo>
                  <a:close/>
                  <a:moveTo>
                    <a:pt x="11718" y="10957"/>
                  </a:moveTo>
                  <a:cubicBezTo>
                    <a:pt x="11828" y="10957"/>
                    <a:pt x="11919" y="11048"/>
                    <a:pt x="11919" y="11158"/>
                  </a:cubicBezTo>
                  <a:lnTo>
                    <a:pt x="11919" y="12412"/>
                  </a:lnTo>
                  <a:cubicBezTo>
                    <a:pt x="11919" y="12523"/>
                    <a:pt x="11833" y="12614"/>
                    <a:pt x="11718" y="12614"/>
                  </a:cubicBezTo>
                  <a:lnTo>
                    <a:pt x="11266" y="12614"/>
                  </a:lnTo>
                  <a:cubicBezTo>
                    <a:pt x="11295" y="12451"/>
                    <a:pt x="11271" y="12249"/>
                    <a:pt x="11280" y="10957"/>
                  </a:cubicBezTo>
                  <a:close/>
                  <a:moveTo>
                    <a:pt x="6232" y="1"/>
                  </a:moveTo>
                  <a:cubicBezTo>
                    <a:pt x="5264" y="1"/>
                    <a:pt x="4275" y="256"/>
                    <a:pt x="3359" y="815"/>
                  </a:cubicBezTo>
                  <a:cubicBezTo>
                    <a:pt x="3155" y="927"/>
                    <a:pt x="3273" y="1198"/>
                    <a:pt x="3454" y="1198"/>
                  </a:cubicBezTo>
                  <a:cubicBezTo>
                    <a:pt x="3491" y="1198"/>
                    <a:pt x="3530" y="1187"/>
                    <a:pt x="3570" y="1161"/>
                  </a:cubicBezTo>
                  <a:cubicBezTo>
                    <a:pt x="4421" y="641"/>
                    <a:pt x="5338" y="403"/>
                    <a:pt x="6236" y="403"/>
                  </a:cubicBezTo>
                  <a:cubicBezTo>
                    <a:pt x="8927" y="403"/>
                    <a:pt x="11439" y="2537"/>
                    <a:pt x="11439" y="5581"/>
                  </a:cubicBezTo>
                  <a:cubicBezTo>
                    <a:pt x="11439" y="7354"/>
                    <a:pt x="10531" y="9006"/>
                    <a:pt x="9032" y="9953"/>
                  </a:cubicBezTo>
                  <a:cubicBezTo>
                    <a:pt x="8190" y="10487"/>
                    <a:pt x="7229" y="10758"/>
                    <a:pt x="6263" y="10758"/>
                  </a:cubicBezTo>
                  <a:cubicBezTo>
                    <a:pt x="5509" y="10758"/>
                    <a:pt x="4754" y="10593"/>
                    <a:pt x="4050" y="10260"/>
                  </a:cubicBezTo>
                  <a:cubicBezTo>
                    <a:pt x="2446" y="9506"/>
                    <a:pt x="1341" y="7978"/>
                    <a:pt x="1125" y="6220"/>
                  </a:cubicBezTo>
                  <a:cubicBezTo>
                    <a:pt x="904" y="4462"/>
                    <a:pt x="1600" y="2708"/>
                    <a:pt x="2969" y="1584"/>
                  </a:cubicBezTo>
                  <a:cubicBezTo>
                    <a:pt x="3148" y="1451"/>
                    <a:pt x="3017" y="1216"/>
                    <a:pt x="2850" y="1216"/>
                  </a:cubicBezTo>
                  <a:cubicBezTo>
                    <a:pt x="2806" y="1216"/>
                    <a:pt x="2759" y="1233"/>
                    <a:pt x="2715" y="1272"/>
                  </a:cubicBezTo>
                  <a:cubicBezTo>
                    <a:pt x="385" y="3193"/>
                    <a:pt x="0" y="6619"/>
                    <a:pt x="1860" y="9001"/>
                  </a:cubicBezTo>
                  <a:lnTo>
                    <a:pt x="937" y="10044"/>
                  </a:lnTo>
                  <a:cubicBezTo>
                    <a:pt x="769" y="10231"/>
                    <a:pt x="678" y="10472"/>
                    <a:pt x="678" y="10721"/>
                  </a:cubicBezTo>
                  <a:lnTo>
                    <a:pt x="678" y="12465"/>
                  </a:lnTo>
                  <a:cubicBezTo>
                    <a:pt x="678" y="12960"/>
                    <a:pt x="1081" y="13359"/>
                    <a:pt x="1571" y="13359"/>
                  </a:cubicBezTo>
                  <a:lnTo>
                    <a:pt x="8393" y="13359"/>
                  </a:lnTo>
                  <a:cubicBezTo>
                    <a:pt x="8398" y="13359"/>
                    <a:pt x="8402" y="13359"/>
                    <a:pt x="8407" y="13359"/>
                  </a:cubicBezTo>
                  <a:cubicBezTo>
                    <a:pt x="8671" y="13359"/>
                    <a:pt x="8672" y="12959"/>
                    <a:pt x="8411" y="12959"/>
                  </a:cubicBezTo>
                  <a:cubicBezTo>
                    <a:pt x="8405" y="12959"/>
                    <a:pt x="8399" y="12960"/>
                    <a:pt x="8393" y="12960"/>
                  </a:cubicBezTo>
                  <a:lnTo>
                    <a:pt x="1576" y="12960"/>
                  </a:lnTo>
                  <a:cubicBezTo>
                    <a:pt x="1302" y="12960"/>
                    <a:pt x="1086" y="12739"/>
                    <a:pt x="1081" y="12465"/>
                  </a:cubicBezTo>
                  <a:lnTo>
                    <a:pt x="1081" y="10721"/>
                  </a:lnTo>
                  <a:cubicBezTo>
                    <a:pt x="1081" y="10568"/>
                    <a:pt x="1139" y="10423"/>
                    <a:pt x="1240" y="10308"/>
                  </a:cubicBezTo>
                  <a:lnTo>
                    <a:pt x="2114" y="9314"/>
                  </a:lnTo>
                  <a:cubicBezTo>
                    <a:pt x="3220" y="10538"/>
                    <a:pt x="4739" y="11157"/>
                    <a:pt x="6261" y="11157"/>
                  </a:cubicBezTo>
                  <a:cubicBezTo>
                    <a:pt x="7643" y="11157"/>
                    <a:pt x="9027" y="10647"/>
                    <a:pt x="10108" y="9616"/>
                  </a:cubicBezTo>
                  <a:lnTo>
                    <a:pt x="10718" y="10303"/>
                  </a:lnTo>
                  <a:cubicBezTo>
                    <a:pt x="10819" y="10419"/>
                    <a:pt x="10877" y="10568"/>
                    <a:pt x="10877" y="10721"/>
                  </a:cubicBezTo>
                  <a:cubicBezTo>
                    <a:pt x="10858" y="12456"/>
                    <a:pt x="10925" y="12513"/>
                    <a:pt x="10810" y="12710"/>
                  </a:cubicBezTo>
                  <a:cubicBezTo>
                    <a:pt x="10723" y="12864"/>
                    <a:pt x="10560" y="12955"/>
                    <a:pt x="10387" y="12955"/>
                  </a:cubicBezTo>
                  <a:lnTo>
                    <a:pt x="9147" y="12955"/>
                  </a:lnTo>
                  <a:cubicBezTo>
                    <a:pt x="9143" y="12955"/>
                    <a:pt x="9138" y="12955"/>
                    <a:pt x="9134" y="12955"/>
                  </a:cubicBezTo>
                  <a:cubicBezTo>
                    <a:pt x="8869" y="12955"/>
                    <a:pt x="8869" y="13359"/>
                    <a:pt x="9134" y="13359"/>
                  </a:cubicBezTo>
                  <a:cubicBezTo>
                    <a:pt x="9138" y="13359"/>
                    <a:pt x="9143" y="13359"/>
                    <a:pt x="9147" y="13359"/>
                  </a:cubicBezTo>
                  <a:lnTo>
                    <a:pt x="10387" y="13359"/>
                  </a:lnTo>
                  <a:cubicBezTo>
                    <a:pt x="10661" y="13359"/>
                    <a:pt x="10920" y="13229"/>
                    <a:pt x="11088" y="13013"/>
                  </a:cubicBezTo>
                  <a:lnTo>
                    <a:pt x="11718" y="13013"/>
                  </a:lnTo>
                  <a:cubicBezTo>
                    <a:pt x="12049" y="13013"/>
                    <a:pt x="12318" y="12744"/>
                    <a:pt x="12318" y="12412"/>
                  </a:cubicBezTo>
                  <a:lnTo>
                    <a:pt x="12318" y="11985"/>
                  </a:lnTo>
                  <a:lnTo>
                    <a:pt x="12573" y="11985"/>
                  </a:lnTo>
                  <a:cubicBezTo>
                    <a:pt x="13106" y="11985"/>
                    <a:pt x="13534" y="11557"/>
                    <a:pt x="13534" y="11024"/>
                  </a:cubicBezTo>
                  <a:lnTo>
                    <a:pt x="13534" y="6883"/>
                  </a:lnTo>
                  <a:cubicBezTo>
                    <a:pt x="14038" y="6787"/>
                    <a:pt x="14398" y="6350"/>
                    <a:pt x="14398" y="5840"/>
                  </a:cubicBezTo>
                  <a:cubicBezTo>
                    <a:pt x="14398" y="5211"/>
                    <a:pt x="13883" y="4781"/>
                    <a:pt x="13336" y="4781"/>
                  </a:cubicBezTo>
                  <a:cubicBezTo>
                    <a:pt x="13107" y="4781"/>
                    <a:pt x="12873" y="4856"/>
                    <a:pt x="12669" y="5024"/>
                  </a:cubicBezTo>
                  <a:cubicBezTo>
                    <a:pt x="11982" y="5595"/>
                    <a:pt x="12265" y="6710"/>
                    <a:pt x="13140" y="6878"/>
                  </a:cubicBezTo>
                  <a:lnTo>
                    <a:pt x="13140" y="11019"/>
                  </a:lnTo>
                  <a:cubicBezTo>
                    <a:pt x="13140" y="11331"/>
                    <a:pt x="12890" y="11581"/>
                    <a:pt x="12578" y="11581"/>
                  </a:cubicBezTo>
                  <a:lnTo>
                    <a:pt x="12323" y="11581"/>
                  </a:lnTo>
                  <a:lnTo>
                    <a:pt x="12323" y="11154"/>
                  </a:lnTo>
                  <a:cubicBezTo>
                    <a:pt x="12323" y="10822"/>
                    <a:pt x="12054" y="10553"/>
                    <a:pt x="11722" y="10553"/>
                  </a:cubicBezTo>
                  <a:lnTo>
                    <a:pt x="11266" y="10553"/>
                  </a:lnTo>
                  <a:cubicBezTo>
                    <a:pt x="11232" y="10366"/>
                    <a:pt x="11151" y="10188"/>
                    <a:pt x="11021" y="10044"/>
                  </a:cubicBezTo>
                  <a:lnTo>
                    <a:pt x="10392" y="9328"/>
                  </a:lnTo>
                  <a:cubicBezTo>
                    <a:pt x="11324" y="8305"/>
                    <a:pt x="11842" y="6969"/>
                    <a:pt x="11842" y="5581"/>
                  </a:cubicBezTo>
                  <a:cubicBezTo>
                    <a:pt x="11842" y="2293"/>
                    <a:pt x="9132" y="1"/>
                    <a:pt x="62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6"/>
            <p:cNvSpPr/>
            <p:nvPr/>
          </p:nvSpPr>
          <p:spPr>
            <a:xfrm>
              <a:off x="2717808" y="3935770"/>
              <a:ext cx="84535" cy="72362"/>
            </a:xfrm>
            <a:custGeom>
              <a:rect b="b" l="l" r="r" t="t"/>
              <a:pathLst>
                <a:path extrusionOk="0" h="2764" w="3229">
                  <a:moveTo>
                    <a:pt x="1856" y="401"/>
                  </a:moveTo>
                  <a:cubicBezTo>
                    <a:pt x="2096" y="401"/>
                    <a:pt x="2342" y="490"/>
                    <a:pt x="2542" y="688"/>
                  </a:cubicBezTo>
                  <a:cubicBezTo>
                    <a:pt x="3157" y="1308"/>
                    <a:pt x="2720" y="2365"/>
                    <a:pt x="1845" y="2365"/>
                  </a:cubicBezTo>
                  <a:cubicBezTo>
                    <a:pt x="1302" y="2365"/>
                    <a:pt x="865" y="1928"/>
                    <a:pt x="865" y="1385"/>
                  </a:cubicBezTo>
                  <a:cubicBezTo>
                    <a:pt x="865" y="793"/>
                    <a:pt x="1350" y="401"/>
                    <a:pt x="1856" y="401"/>
                  </a:cubicBezTo>
                  <a:close/>
                  <a:moveTo>
                    <a:pt x="1837" y="0"/>
                  </a:moveTo>
                  <a:cubicBezTo>
                    <a:pt x="1498" y="0"/>
                    <a:pt x="1151" y="127"/>
                    <a:pt x="870" y="410"/>
                  </a:cubicBezTo>
                  <a:cubicBezTo>
                    <a:pt x="0" y="1279"/>
                    <a:pt x="615" y="2764"/>
                    <a:pt x="1850" y="2764"/>
                  </a:cubicBezTo>
                  <a:cubicBezTo>
                    <a:pt x="2609" y="2764"/>
                    <a:pt x="3229" y="2144"/>
                    <a:pt x="3229" y="1385"/>
                  </a:cubicBezTo>
                  <a:cubicBezTo>
                    <a:pt x="3229" y="553"/>
                    <a:pt x="2547" y="0"/>
                    <a:pt x="18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6" name="Google Shape;13356;p86"/>
          <p:cNvGrpSpPr/>
          <p:nvPr/>
        </p:nvGrpSpPr>
        <p:grpSpPr>
          <a:xfrm>
            <a:off x="3479725" y="3421123"/>
            <a:ext cx="411419" cy="256616"/>
            <a:chOff x="3479725" y="3421123"/>
            <a:chExt cx="411419" cy="256616"/>
          </a:xfrm>
        </p:grpSpPr>
        <p:sp>
          <p:nvSpPr>
            <p:cNvPr id="13357" name="Google Shape;13357;p86"/>
            <p:cNvSpPr/>
            <p:nvPr/>
          </p:nvSpPr>
          <p:spPr>
            <a:xfrm>
              <a:off x="3485642" y="3487542"/>
              <a:ext cx="399585" cy="153467"/>
            </a:xfrm>
            <a:custGeom>
              <a:rect b="b" l="l" r="r" t="t"/>
              <a:pathLst>
                <a:path extrusionOk="0" h="5862" w="15263">
                  <a:moveTo>
                    <a:pt x="644" y="1"/>
                  </a:moveTo>
                  <a:cubicBezTo>
                    <a:pt x="288" y="1"/>
                    <a:pt x="0" y="284"/>
                    <a:pt x="5" y="640"/>
                  </a:cubicBezTo>
                  <a:lnTo>
                    <a:pt x="5" y="5223"/>
                  </a:lnTo>
                  <a:cubicBezTo>
                    <a:pt x="5" y="5574"/>
                    <a:pt x="288" y="5862"/>
                    <a:pt x="644" y="5862"/>
                  </a:cubicBezTo>
                  <a:lnTo>
                    <a:pt x="14619" y="5862"/>
                  </a:lnTo>
                  <a:cubicBezTo>
                    <a:pt x="14974" y="5862"/>
                    <a:pt x="15263" y="5578"/>
                    <a:pt x="15263" y="5223"/>
                  </a:cubicBezTo>
                  <a:lnTo>
                    <a:pt x="15263" y="640"/>
                  </a:lnTo>
                  <a:cubicBezTo>
                    <a:pt x="15258" y="284"/>
                    <a:pt x="14974" y="1"/>
                    <a:pt x="14624"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86"/>
            <p:cNvSpPr/>
            <p:nvPr/>
          </p:nvSpPr>
          <p:spPr>
            <a:xfrm>
              <a:off x="3830249" y="3487542"/>
              <a:ext cx="54847" cy="153467"/>
            </a:xfrm>
            <a:custGeom>
              <a:rect b="b" l="l" r="r" t="t"/>
              <a:pathLst>
                <a:path extrusionOk="0" h="5862" w="2095">
                  <a:moveTo>
                    <a:pt x="0" y="1"/>
                  </a:moveTo>
                  <a:cubicBezTo>
                    <a:pt x="356" y="1"/>
                    <a:pt x="639" y="289"/>
                    <a:pt x="639" y="640"/>
                  </a:cubicBezTo>
                  <a:lnTo>
                    <a:pt x="639" y="5223"/>
                  </a:lnTo>
                  <a:cubicBezTo>
                    <a:pt x="639" y="5574"/>
                    <a:pt x="356" y="5862"/>
                    <a:pt x="0" y="5862"/>
                  </a:cubicBezTo>
                  <a:lnTo>
                    <a:pt x="1456" y="5862"/>
                  </a:lnTo>
                  <a:cubicBezTo>
                    <a:pt x="1807" y="5862"/>
                    <a:pt x="2095" y="5574"/>
                    <a:pt x="2095" y="5223"/>
                  </a:cubicBezTo>
                  <a:lnTo>
                    <a:pt x="2095" y="640"/>
                  </a:lnTo>
                  <a:cubicBezTo>
                    <a:pt x="2095" y="289"/>
                    <a:pt x="1807" y="1"/>
                    <a:pt x="1456"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86"/>
            <p:cNvSpPr/>
            <p:nvPr/>
          </p:nvSpPr>
          <p:spPr>
            <a:xfrm>
              <a:off x="3539468" y="3640983"/>
              <a:ext cx="78749" cy="30735"/>
            </a:xfrm>
            <a:custGeom>
              <a:rect b="b" l="l" r="r" t="t"/>
              <a:pathLst>
                <a:path extrusionOk="0" h="1174" w="3008">
                  <a:moveTo>
                    <a:pt x="0" y="1"/>
                  </a:moveTo>
                  <a:lnTo>
                    <a:pt x="0" y="750"/>
                  </a:lnTo>
                  <a:cubicBezTo>
                    <a:pt x="0" y="986"/>
                    <a:pt x="188" y="1173"/>
                    <a:pt x="418" y="1173"/>
                  </a:cubicBezTo>
                  <a:lnTo>
                    <a:pt x="2590" y="1173"/>
                  </a:lnTo>
                  <a:cubicBezTo>
                    <a:pt x="2820" y="1168"/>
                    <a:pt x="3008" y="981"/>
                    <a:pt x="3008" y="750"/>
                  </a:cubicBezTo>
                  <a:lnTo>
                    <a:pt x="3008"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86"/>
            <p:cNvSpPr/>
            <p:nvPr/>
          </p:nvSpPr>
          <p:spPr>
            <a:xfrm>
              <a:off x="3579209" y="3640983"/>
              <a:ext cx="39008" cy="30735"/>
            </a:xfrm>
            <a:custGeom>
              <a:rect b="b" l="l" r="r" t="t"/>
              <a:pathLst>
                <a:path extrusionOk="0" h="1174" w="1490">
                  <a:moveTo>
                    <a:pt x="418" y="1"/>
                  </a:moveTo>
                  <a:lnTo>
                    <a:pt x="418" y="755"/>
                  </a:lnTo>
                  <a:cubicBezTo>
                    <a:pt x="418" y="986"/>
                    <a:pt x="231" y="1173"/>
                    <a:pt x="0" y="1173"/>
                  </a:cubicBezTo>
                  <a:lnTo>
                    <a:pt x="1072" y="1173"/>
                  </a:lnTo>
                  <a:cubicBezTo>
                    <a:pt x="1302" y="1173"/>
                    <a:pt x="1490" y="986"/>
                    <a:pt x="1490" y="755"/>
                  </a:cubicBezTo>
                  <a:lnTo>
                    <a:pt x="1490"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86"/>
            <p:cNvSpPr/>
            <p:nvPr/>
          </p:nvSpPr>
          <p:spPr>
            <a:xfrm>
              <a:off x="3752390" y="3640983"/>
              <a:ext cx="78749" cy="30735"/>
            </a:xfrm>
            <a:custGeom>
              <a:rect b="b" l="l" r="r" t="t"/>
              <a:pathLst>
                <a:path extrusionOk="0" h="1174" w="3008">
                  <a:moveTo>
                    <a:pt x="1" y="1"/>
                  </a:moveTo>
                  <a:lnTo>
                    <a:pt x="1" y="750"/>
                  </a:lnTo>
                  <a:cubicBezTo>
                    <a:pt x="1" y="986"/>
                    <a:pt x="188" y="1173"/>
                    <a:pt x="423" y="1173"/>
                  </a:cubicBezTo>
                  <a:lnTo>
                    <a:pt x="2595" y="1173"/>
                  </a:lnTo>
                  <a:cubicBezTo>
                    <a:pt x="2825" y="1168"/>
                    <a:pt x="3008" y="981"/>
                    <a:pt x="3008" y="750"/>
                  </a:cubicBezTo>
                  <a:lnTo>
                    <a:pt x="3008"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86"/>
            <p:cNvSpPr/>
            <p:nvPr/>
          </p:nvSpPr>
          <p:spPr>
            <a:xfrm>
              <a:off x="3795665" y="3640983"/>
              <a:ext cx="35605" cy="30735"/>
            </a:xfrm>
            <a:custGeom>
              <a:rect b="b" l="l" r="r" t="t"/>
              <a:pathLst>
                <a:path extrusionOk="0" h="1174" w="1360">
                  <a:moveTo>
                    <a:pt x="418" y="1"/>
                  </a:moveTo>
                  <a:lnTo>
                    <a:pt x="418" y="755"/>
                  </a:lnTo>
                  <a:cubicBezTo>
                    <a:pt x="418" y="986"/>
                    <a:pt x="231" y="1173"/>
                    <a:pt x="0" y="1173"/>
                  </a:cubicBezTo>
                  <a:lnTo>
                    <a:pt x="937" y="1173"/>
                  </a:lnTo>
                  <a:cubicBezTo>
                    <a:pt x="1172" y="1173"/>
                    <a:pt x="1360" y="986"/>
                    <a:pt x="1360" y="755"/>
                  </a:cubicBezTo>
                  <a:lnTo>
                    <a:pt x="1360"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86"/>
            <p:cNvSpPr/>
            <p:nvPr/>
          </p:nvSpPr>
          <p:spPr>
            <a:xfrm>
              <a:off x="3514178" y="3427197"/>
              <a:ext cx="177500" cy="170772"/>
            </a:xfrm>
            <a:custGeom>
              <a:rect b="b" l="l" r="r" t="t"/>
              <a:pathLst>
                <a:path extrusionOk="0" h="6523" w="6780">
                  <a:moveTo>
                    <a:pt x="3517" y="0"/>
                  </a:moveTo>
                  <a:cubicBezTo>
                    <a:pt x="2196" y="0"/>
                    <a:pt x="1010" y="793"/>
                    <a:pt x="505" y="2013"/>
                  </a:cubicBezTo>
                  <a:cubicBezTo>
                    <a:pt x="1" y="3228"/>
                    <a:pt x="279" y="4636"/>
                    <a:pt x="1211" y="5568"/>
                  </a:cubicBezTo>
                  <a:cubicBezTo>
                    <a:pt x="1835" y="6191"/>
                    <a:pt x="2669" y="6522"/>
                    <a:pt x="3518" y="6522"/>
                  </a:cubicBezTo>
                  <a:cubicBezTo>
                    <a:pt x="3938" y="6522"/>
                    <a:pt x="4362" y="6441"/>
                    <a:pt x="4766" y="6274"/>
                  </a:cubicBezTo>
                  <a:cubicBezTo>
                    <a:pt x="5987" y="5770"/>
                    <a:pt x="6779" y="4578"/>
                    <a:pt x="6779" y="3262"/>
                  </a:cubicBezTo>
                  <a:cubicBezTo>
                    <a:pt x="6779" y="1460"/>
                    <a:pt x="5319" y="0"/>
                    <a:pt x="3517"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86"/>
            <p:cNvSpPr/>
            <p:nvPr/>
          </p:nvSpPr>
          <p:spPr>
            <a:xfrm>
              <a:off x="3588634" y="3427197"/>
              <a:ext cx="107809" cy="170772"/>
            </a:xfrm>
            <a:custGeom>
              <a:rect b="b" l="l" r="r" t="t"/>
              <a:pathLst>
                <a:path extrusionOk="0" h="6523" w="4118">
                  <a:moveTo>
                    <a:pt x="673" y="0"/>
                  </a:moveTo>
                  <a:cubicBezTo>
                    <a:pt x="443" y="0"/>
                    <a:pt x="222" y="19"/>
                    <a:pt x="1" y="67"/>
                  </a:cubicBezTo>
                  <a:cubicBezTo>
                    <a:pt x="1504" y="389"/>
                    <a:pt x="2585" y="1720"/>
                    <a:pt x="2585" y="3262"/>
                  </a:cubicBezTo>
                  <a:cubicBezTo>
                    <a:pt x="2585" y="4799"/>
                    <a:pt x="1504" y="6135"/>
                    <a:pt x="1" y="6452"/>
                  </a:cubicBezTo>
                  <a:cubicBezTo>
                    <a:pt x="228" y="6500"/>
                    <a:pt x="455" y="6523"/>
                    <a:pt x="678" y="6523"/>
                  </a:cubicBezTo>
                  <a:cubicBezTo>
                    <a:pt x="2308" y="6523"/>
                    <a:pt x="3739" y="5293"/>
                    <a:pt x="3916" y="3598"/>
                  </a:cubicBezTo>
                  <a:cubicBezTo>
                    <a:pt x="4118" y="1672"/>
                    <a:pt x="2604" y="0"/>
                    <a:pt x="673"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86"/>
            <p:cNvSpPr/>
            <p:nvPr/>
          </p:nvSpPr>
          <p:spPr>
            <a:xfrm>
              <a:off x="3546510" y="3457121"/>
              <a:ext cx="115218" cy="110872"/>
            </a:xfrm>
            <a:custGeom>
              <a:rect b="b" l="l" r="r" t="t"/>
              <a:pathLst>
                <a:path extrusionOk="0" h="4235" w="4401">
                  <a:moveTo>
                    <a:pt x="2282" y="0"/>
                  </a:moveTo>
                  <a:cubicBezTo>
                    <a:pt x="1427" y="0"/>
                    <a:pt x="654" y="514"/>
                    <a:pt x="327" y="1307"/>
                  </a:cubicBezTo>
                  <a:cubicBezTo>
                    <a:pt x="0" y="2100"/>
                    <a:pt x="178" y="3008"/>
                    <a:pt x="783" y="3613"/>
                  </a:cubicBezTo>
                  <a:cubicBezTo>
                    <a:pt x="1189" y="4019"/>
                    <a:pt x="1733" y="4234"/>
                    <a:pt x="2286" y="4234"/>
                  </a:cubicBezTo>
                  <a:cubicBezTo>
                    <a:pt x="2558" y="4234"/>
                    <a:pt x="2833" y="4182"/>
                    <a:pt x="3094" y="4074"/>
                  </a:cubicBezTo>
                  <a:cubicBezTo>
                    <a:pt x="3887" y="3748"/>
                    <a:pt x="4401" y="2974"/>
                    <a:pt x="4401" y="2119"/>
                  </a:cubicBezTo>
                  <a:cubicBezTo>
                    <a:pt x="4401" y="947"/>
                    <a:pt x="3454" y="0"/>
                    <a:pt x="2282" y="0"/>
                  </a:cubicBez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86"/>
            <p:cNvSpPr/>
            <p:nvPr/>
          </p:nvSpPr>
          <p:spPr>
            <a:xfrm>
              <a:off x="3592299" y="3457121"/>
              <a:ext cx="73199" cy="110872"/>
            </a:xfrm>
            <a:custGeom>
              <a:rect b="b" l="l" r="r" t="t"/>
              <a:pathLst>
                <a:path extrusionOk="0" h="4235" w="2796">
                  <a:moveTo>
                    <a:pt x="541" y="0"/>
                  </a:moveTo>
                  <a:cubicBezTo>
                    <a:pt x="539" y="0"/>
                    <a:pt x="536" y="0"/>
                    <a:pt x="533" y="0"/>
                  </a:cubicBezTo>
                  <a:cubicBezTo>
                    <a:pt x="351" y="0"/>
                    <a:pt x="173" y="20"/>
                    <a:pt x="0" y="68"/>
                  </a:cubicBezTo>
                  <a:cubicBezTo>
                    <a:pt x="932" y="308"/>
                    <a:pt x="1585" y="1153"/>
                    <a:pt x="1585" y="2114"/>
                  </a:cubicBezTo>
                  <a:cubicBezTo>
                    <a:pt x="1585" y="3080"/>
                    <a:pt x="932" y="3925"/>
                    <a:pt x="0" y="4165"/>
                  </a:cubicBezTo>
                  <a:cubicBezTo>
                    <a:pt x="180" y="4212"/>
                    <a:pt x="360" y="4235"/>
                    <a:pt x="536" y="4235"/>
                  </a:cubicBezTo>
                  <a:cubicBezTo>
                    <a:pt x="1573" y="4235"/>
                    <a:pt x="2497" y="3467"/>
                    <a:pt x="2633" y="2383"/>
                  </a:cubicBezTo>
                  <a:cubicBezTo>
                    <a:pt x="2796" y="1122"/>
                    <a:pt x="1811" y="0"/>
                    <a:pt x="541" y="0"/>
                  </a:cubicBez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86"/>
            <p:cNvSpPr/>
            <p:nvPr/>
          </p:nvSpPr>
          <p:spPr>
            <a:xfrm>
              <a:off x="3702700" y="3536734"/>
              <a:ext cx="64560" cy="55187"/>
            </a:xfrm>
            <a:custGeom>
              <a:rect b="b" l="l" r="r" t="t"/>
              <a:pathLst>
                <a:path extrusionOk="0" h="2108" w="2466">
                  <a:moveTo>
                    <a:pt x="1413" y="0"/>
                  </a:moveTo>
                  <a:cubicBezTo>
                    <a:pt x="472" y="0"/>
                    <a:pt x="1" y="1134"/>
                    <a:pt x="669" y="1797"/>
                  </a:cubicBezTo>
                  <a:cubicBezTo>
                    <a:pt x="883" y="2011"/>
                    <a:pt x="1146" y="2107"/>
                    <a:pt x="1405" y="2107"/>
                  </a:cubicBezTo>
                  <a:cubicBezTo>
                    <a:pt x="1946" y="2107"/>
                    <a:pt x="2465" y="1686"/>
                    <a:pt x="2465" y="1052"/>
                  </a:cubicBezTo>
                  <a:cubicBezTo>
                    <a:pt x="2465" y="471"/>
                    <a:pt x="1995" y="0"/>
                    <a:pt x="1413"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86"/>
            <p:cNvSpPr/>
            <p:nvPr/>
          </p:nvSpPr>
          <p:spPr>
            <a:xfrm>
              <a:off x="3729508" y="3536734"/>
              <a:ext cx="40527" cy="55187"/>
            </a:xfrm>
            <a:custGeom>
              <a:rect b="b" l="l" r="r" t="t"/>
              <a:pathLst>
                <a:path extrusionOk="0" h="2108" w="1548">
                  <a:moveTo>
                    <a:pt x="389" y="0"/>
                  </a:moveTo>
                  <a:cubicBezTo>
                    <a:pt x="255" y="0"/>
                    <a:pt x="120" y="24"/>
                    <a:pt x="0" y="72"/>
                  </a:cubicBezTo>
                  <a:cubicBezTo>
                    <a:pt x="884" y="428"/>
                    <a:pt x="884" y="1677"/>
                    <a:pt x="0" y="2032"/>
                  </a:cubicBezTo>
                  <a:cubicBezTo>
                    <a:pt x="128" y="2084"/>
                    <a:pt x="260" y="2107"/>
                    <a:pt x="388" y="2107"/>
                  </a:cubicBezTo>
                  <a:cubicBezTo>
                    <a:pt x="875" y="2107"/>
                    <a:pt x="1323" y="1763"/>
                    <a:pt x="1422" y="1249"/>
                  </a:cubicBezTo>
                  <a:cubicBezTo>
                    <a:pt x="1547" y="601"/>
                    <a:pt x="1048" y="0"/>
                    <a:pt x="389"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86"/>
            <p:cNvSpPr/>
            <p:nvPr/>
          </p:nvSpPr>
          <p:spPr>
            <a:xfrm>
              <a:off x="3782575" y="3536734"/>
              <a:ext cx="64429" cy="55187"/>
            </a:xfrm>
            <a:custGeom>
              <a:rect b="b" l="l" r="r" t="t"/>
              <a:pathLst>
                <a:path extrusionOk="0" h="2108" w="2461">
                  <a:moveTo>
                    <a:pt x="1408" y="0"/>
                  </a:moveTo>
                  <a:cubicBezTo>
                    <a:pt x="471" y="0"/>
                    <a:pt x="1" y="1134"/>
                    <a:pt x="664" y="1797"/>
                  </a:cubicBezTo>
                  <a:cubicBezTo>
                    <a:pt x="878" y="2011"/>
                    <a:pt x="1141" y="2107"/>
                    <a:pt x="1399" y="2107"/>
                  </a:cubicBezTo>
                  <a:cubicBezTo>
                    <a:pt x="1941" y="2107"/>
                    <a:pt x="2460" y="1686"/>
                    <a:pt x="2460" y="1052"/>
                  </a:cubicBezTo>
                  <a:cubicBezTo>
                    <a:pt x="2460" y="471"/>
                    <a:pt x="1989" y="0"/>
                    <a:pt x="140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86"/>
            <p:cNvSpPr/>
            <p:nvPr/>
          </p:nvSpPr>
          <p:spPr>
            <a:xfrm>
              <a:off x="3809122" y="3536734"/>
              <a:ext cx="40631" cy="55135"/>
            </a:xfrm>
            <a:custGeom>
              <a:rect b="b" l="l" r="r" t="t"/>
              <a:pathLst>
                <a:path extrusionOk="0" h="2106" w="1552">
                  <a:moveTo>
                    <a:pt x="394" y="0"/>
                  </a:moveTo>
                  <a:cubicBezTo>
                    <a:pt x="260" y="0"/>
                    <a:pt x="125" y="24"/>
                    <a:pt x="0" y="77"/>
                  </a:cubicBezTo>
                  <a:cubicBezTo>
                    <a:pt x="879" y="428"/>
                    <a:pt x="879" y="1677"/>
                    <a:pt x="0" y="2028"/>
                  </a:cubicBezTo>
                  <a:cubicBezTo>
                    <a:pt x="131" y="2081"/>
                    <a:pt x="265" y="2106"/>
                    <a:pt x="396" y="2106"/>
                  </a:cubicBezTo>
                  <a:cubicBezTo>
                    <a:pt x="882" y="2106"/>
                    <a:pt x="1329" y="1765"/>
                    <a:pt x="1427" y="1254"/>
                  </a:cubicBezTo>
                  <a:cubicBezTo>
                    <a:pt x="1552" y="601"/>
                    <a:pt x="1057" y="0"/>
                    <a:pt x="39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86"/>
            <p:cNvSpPr/>
            <p:nvPr/>
          </p:nvSpPr>
          <p:spPr>
            <a:xfrm>
              <a:off x="3752390" y="3460000"/>
              <a:ext cx="70450" cy="27568"/>
            </a:xfrm>
            <a:custGeom>
              <a:rect b="b" l="l" r="r" t="t"/>
              <a:pathLst>
                <a:path extrusionOk="0" h="1053" w="2691">
                  <a:moveTo>
                    <a:pt x="1643" y="1"/>
                  </a:moveTo>
                  <a:cubicBezTo>
                    <a:pt x="1640" y="1"/>
                    <a:pt x="1637" y="1"/>
                    <a:pt x="1634" y="1"/>
                  </a:cubicBezTo>
                  <a:lnTo>
                    <a:pt x="1053" y="1"/>
                  </a:lnTo>
                  <a:cubicBezTo>
                    <a:pt x="471" y="1"/>
                    <a:pt x="1" y="472"/>
                    <a:pt x="1" y="1053"/>
                  </a:cubicBezTo>
                  <a:lnTo>
                    <a:pt x="2691" y="1053"/>
                  </a:lnTo>
                  <a:cubicBezTo>
                    <a:pt x="2691" y="475"/>
                    <a:pt x="2220" y="1"/>
                    <a:pt x="1643" y="1"/>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6"/>
            <p:cNvSpPr/>
            <p:nvPr/>
          </p:nvSpPr>
          <p:spPr>
            <a:xfrm>
              <a:off x="3544756" y="3451021"/>
              <a:ext cx="127785" cy="123098"/>
            </a:xfrm>
            <a:custGeom>
              <a:rect b="b" l="l" r="r" t="t"/>
              <a:pathLst>
                <a:path extrusionOk="0" h="4702" w="4881">
                  <a:moveTo>
                    <a:pt x="2349" y="464"/>
                  </a:moveTo>
                  <a:cubicBezTo>
                    <a:pt x="3108" y="464"/>
                    <a:pt x="3800" y="920"/>
                    <a:pt x="4093" y="1627"/>
                  </a:cubicBezTo>
                  <a:cubicBezTo>
                    <a:pt x="4381" y="2333"/>
                    <a:pt x="4223" y="3145"/>
                    <a:pt x="3680" y="3687"/>
                  </a:cubicBezTo>
                  <a:cubicBezTo>
                    <a:pt x="3320" y="4048"/>
                    <a:pt x="2837" y="4240"/>
                    <a:pt x="2346" y="4240"/>
                  </a:cubicBezTo>
                  <a:cubicBezTo>
                    <a:pt x="2103" y="4240"/>
                    <a:pt x="1857" y="4193"/>
                    <a:pt x="1624" y="4096"/>
                  </a:cubicBezTo>
                  <a:cubicBezTo>
                    <a:pt x="918" y="3803"/>
                    <a:pt x="461" y="3116"/>
                    <a:pt x="461" y="2352"/>
                  </a:cubicBezTo>
                  <a:cubicBezTo>
                    <a:pt x="461" y="1309"/>
                    <a:pt x="1307" y="464"/>
                    <a:pt x="2349" y="464"/>
                  </a:cubicBezTo>
                  <a:close/>
                  <a:moveTo>
                    <a:pt x="2346" y="1"/>
                  </a:moveTo>
                  <a:cubicBezTo>
                    <a:pt x="2043" y="1"/>
                    <a:pt x="1737" y="60"/>
                    <a:pt x="1446" y="181"/>
                  </a:cubicBezTo>
                  <a:cubicBezTo>
                    <a:pt x="572" y="546"/>
                    <a:pt x="0" y="1401"/>
                    <a:pt x="0" y="2352"/>
                  </a:cubicBezTo>
                  <a:cubicBezTo>
                    <a:pt x="0" y="3649"/>
                    <a:pt x="1052" y="4696"/>
                    <a:pt x="2349" y="4701"/>
                  </a:cubicBezTo>
                  <a:cubicBezTo>
                    <a:pt x="3296" y="4701"/>
                    <a:pt x="4151" y="4125"/>
                    <a:pt x="4516" y="3250"/>
                  </a:cubicBezTo>
                  <a:cubicBezTo>
                    <a:pt x="4881" y="2371"/>
                    <a:pt x="4679" y="1362"/>
                    <a:pt x="4007" y="690"/>
                  </a:cubicBezTo>
                  <a:cubicBezTo>
                    <a:pt x="3557" y="240"/>
                    <a:pt x="2957" y="1"/>
                    <a:pt x="2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86"/>
            <p:cNvSpPr/>
            <p:nvPr/>
          </p:nvSpPr>
          <p:spPr>
            <a:xfrm>
              <a:off x="3694794" y="3530608"/>
              <a:ext cx="78514" cy="67283"/>
            </a:xfrm>
            <a:custGeom>
              <a:rect b="b" l="l" r="r" t="t"/>
              <a:pathLst>
                <a:path extrusionOk="0" h="2570" w="2999">
                  <a:moveTo>
                    <a:pt x="1719" y="462"/>
                  </a:moveTo>
                  <a:cubicBezTo>
                    <a:pt x="1922" y="462"/>
                    <a:pt x="2129" y="537"/>
                    <a:pt x="2297" y="705"/>
                  </a:cubicBezTo>
                  <a:cubicBezTo>
                    <a:pt x="2815" y="1224"/>
                    <a:pt x="2450" y="2113"/>
                    <a:pt x="1715" y="2113"/>
                  </a:cubicBezTo>
                  <a:cubicBezTo>
                    <a:pt x="1259" y="2113"/>
                    <a:pt x="889" y="1743"/>
                    <a:pt x="889" y="1286"/>
                  </a:cubicBezTo>
                  <a:cubicBezTo>
                    <a:pt x="889" y="790"/>
                    <a:pt x="1295" y="462"/>
                    <a:pt x="1719" y="462"/>
                  </a:cubicBezTo>
                  <a:close/>
                  <a:moveTo>
                    <a:pt x="1705" y="1"/>
                  </a:moveTo>
                  <a:cubicBezTo>
                    <a:pt x="1389" y="1"/>
                    <a:pt x="1068" y="118"/>
                    <a:pt x="807" y="378"/>
                  </a:cubicBezTo>
                  <a:cubicBezTo>
                    <a:pt x="0" y="1186"/>
                    <a:pt x="572" y="2569"/>
                    <a:pt x="1715" y="2569"/>
                  </a:cubicBezTo>
                  <a:cubicBezTo>
                    <a:pt x="2422" y="2569"/>
                    <a:pt x="2998" y="1997"/>
                    <a:pt x="2998" y="1286"/>
                  </a:cubicBezTo>
                  <a:cubicBezTo>
                    <a:pt x="2998" y="513"/>
                    <a:pt x="2364" y="1"/>
                    <a:pt x="17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86"/>
            <p:cNvSpPr/>
            <p:nvPr/>
          </p:nvSpPr>
          <p:spPr>
            <a:xfrm>
              <a:off x="3774407" y="3530608"/>
              <a:ext cx="78619" cy="67283"/>
            </a:xfrm>
            <a:custGeom>
              <a:rect b="b" l="l" r="r" t="t"/>
              <a:pathLst>
                <a:path extrusionOk="0" h="2570" w="3003">
                  <a:moveTo>
                    <a:pt x="1723" y="462"/>
                  </a:moveTo>
                  <a:cubicBezTo>
                    <a:pt x="1926" y="462"/>
                    <a:pt x="2133" y="537"/>
                    <a:pt x="2301" y="705"/>
                  </a:cubicBezTo>
                  <a:cubicBezTo>
                    <a:pt x="2820" y="1224"/>
                    <a:pt x="2455" y="2113"/>
                    <a:pt x="1720" y="2113"/>
                  </a:cubicBezTo>
                  <a:cubicBezTo>
                    <a:pt x="1264" y="2108"/>
                    <a:pt x="899" y="1743"/>
                    <a:pt x="899" y="1286"/>
                  </a:cubicBezTo>
                  <a:lnTo>
                    <a:pt x="894" y="1286"/>
                  </a:lnTo>
                  <a:cubicBezTo>
                    <a:pt x="894" y="790"/>
                    <a:pt x="1300" y="462"/>
                    <a:pt x="1723" y="462"/>
                  </a:cubicBezTo>
                  <a:close/>
                  <a:moveTo>
                    <a:pt x="1709" y="1"/>
                  </a:moveTo>
                  <a:cubicBezTo>
                    <a:pt x="1394" y="1"/>
                    <a:pt x="1073" y="118"/>
                    <a:pt x="812" y="378"/>
                  </a:cubicBezTo>
                  <a:cubicBezTo>
                    <a:pt x="0" y="1186"/>
                    <a:pt x="577" y="2569"/>
                    <a:pt x="1720" y="2569"/>
                  </a:cubicBezTo>
                  <a:cubicBezTo>
                    <a:pt x="2426" y="2569"/>
                    <a:pt x="3003" y="1997"/>
                    <a:pt x="3003" y="1286"/>
                  </a:cubicBezTo>
                  <a:cubicBezTo>
                    <a:pt x="3003" y="513"/>
                    <a:pt x="2369" y="1"/>
                    <a:pt x="1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86"/>
            <p:cNvSpPr/>
            <p:nvPr/>
          </p:nvSpPr>
          <p:spPr>
            <a:xfrm>
              <a:off x="3479725" y="3421123"/>
              <a:ext cx="411419" cy="256616"/>
            </a:xfrm>
            <a:custGeom>
              <a:rect b="b" l="l" r="r" t="t"/>
              <a:pathLst>
                <a:path extrusionOk="0" h="9802" w="15715">
                  <a:moveTo>
                    <a:pt x="12049" y="1716"/>
                  </a:moveTo>
                  <a:cubicBezTo>
                    <a:pt x="12414" y="1716"/>
                    <a:pt x="12736" y="1957"/>
                    <a:pt x="12842" y="2307"/>
                  </a:cubicBezTo>
                  <a:lnTo>
                    <a:pt x="10680" y="2307"/>
                  </a:lnTo>
                  <a:cubicBezTo>
                    <a:pt x="10785" y="1957"/>
                    <a:pt x="11107" y="1716"/>
                    <a:pt x="11472" y="1716"/>
                  </a:cubicBezTo>
                  <a:close/>
                  <a:moveTo>
                    <a:pt x="5059" y="8629"/>
                  </a:moveTo>
                  <a:lnTo>
                    <a:pt x="5059" y="9153"/>
                  </a:lnTo>
                  <a:cubicBezTo>
                    <a:pt x="5059" y="9254"/>
                    <a:pt x="4977" y="9340"/>
                    <a:pt x="4872" y="9340"/>
                  </a:cubicBezTo>
                  <a:lnTo>
                    <a:pt x="2700" y="9340"/>
                  </a:lnTo>
                  <a:cubicBezTo>
                    <a:pt x="2599" y="9340"/>
                    <a:pt x="2513" y="9254"/>
                    <a:pt x="2513" y="9153"/>
                  </a:cubicBezTo>
                  <a:lnTo>
                    <a:pt x="2513" y="8629"/>
                  </a:lnTo>
                  <a:close/>
                  <a:moveTo>
                    <a:pt x="13197" y="8629"/>
                  </a:moveTo>
                  <a:lnTo>
                    <a:pt x="13197" y="9153"/>
                  </a:lnTo>
                  <a:cubicBezTo>
                    <a:pt x="13197" y="9259"/>
                    <a:pt x="13111" y="9340"/>
                    <a:pt x="13010" y="9340"/>
                  </a:cubicBezTo>
                  <a:lnTo>
                    <a:pt x="10838" y="9340"/>
                  </a:lnTo>
                  <a:cubicBezTo>
                    <a:pt x="10733" y="9340"/>
                    <a:pt x="10646" y="9259"/>
                    <a:pt x="10646" y="9153"/>
                  </a:cubicBezTo>
                  <a:lnTo>
                    <a:pt x="10646" y="8629"/>
                  </a:lnTo>
                  <a:close/>
                  <a:moveTo>
                    <a:pt x="4833" y="0"/>
                  </a:moveTo>
                  <a:cubicBezTo>
                    <a:pt x="4439" y="0"/>
                    <a:pt x="4039" y="67"/>
                    <a:pt x="3647" y="208"/>
                  </a:cubicBezTo>
                  <a:cubicBezTo>
                    <a:pt x="3389" y="302"/>
                    <a:pt x="3488" y="657"/>
                    <a:pt x="3717" y="657"/>
                  </a:cubicBezTo>
                  <a:cubicBezTo>
                    <a:pt x="3745" y="657"/>
                    <a:pt x="3774" y="652"/>
                    <a:pt x="3805" y="640"/>
                  </a:cubicBezTo>
                  <a:cubicBezTo>
                    <a:pt x="4149" y="516"/>
                    <a:pt x="4498" y="457"/>
                    <a:pt x="4838" y="457"/>
                  </a:cubicBezTo>
                  <a:cubicBezTo>
                    <a:pt x="6399" y="457"/>
                    <a:pt x="7794" y="1683"/>
                    <a:pt x="7869" y="3359"/>
                  </a:cubicBezTo>
                  <a:cubicBezTo>
                    <a:pt x="7945" y="5168"/>
                    <a:pt x="6477" y="6525"/>
                    <a:pt x="4839" y="6525"/>
                  </a:cubicBezTo>
                  <a:cubicBezTo>
                    <a:pt x="4401" y="6525"/>
                    <a:pt x="3952" y="6428"/>
                    <a:pt x="3517" y="6218"/>
                  </a:cubicBezTo>
                  <a:cubicBezTo>
                    <a:pt x="1451" y="5219"/>
                    <a:pt x="1201" y="2379"/>
                    <a:pt x="3065" y="1034"/>
                  </a:cubicBezTo>
                  <a:cubicBezTo>
                    <a:pt x="3264" y="886"/>
                    <a:pt x="3121" y="611"/>
                    <a:pt x="2929" y="611"/>
                  </a:cubicBezTo>
                  <a:cubicBezTo>
                    <a:pt x="2884" y="611"/>
                    <a:pt x="2837" y="625"/>
                    <a:pt x="2792" y="660"/>
                  </a:cubicBezTo>
                  <a:cubicBezTo>
                    <a:pt x="2220" y="1073"/>
                    <a:pt x="1787" y="1644"/>
                    <a:pt x="1547" y="2307"/>
                  </a:cubicBezTo>
                  <a:lnTo>
                    <a:pt x="870" y="2307"/>
                  </a:lnTo>
                  <a:cubicBezTo>
                    <a:pt x="390" y="2307"/>
                    <a:pt x="0" y="2696"/>
                    <a:pt x="0" y="3177"/>
                  </a:cubicBezTo>
                  <a:lnTo>
                    <a:pt x="0" y="7760"/>
                  </a:lnTo>
                  <a:cubicBezTo>
                    <a:pt x="0" y="8240"/>
                    <a:pt x="390" y="8629"/>
                    <a:pt x="870" y="8629"/>
                  </a:cubicBezTo>
                  <a:lnTo>
                    <a:pt x="2057" y="8629"/>
                  </a:lnTo>
                  <a:lnTo>
                    <a:pt x="2057" y="9153"/>
                  </a:lnTo>
                  <a:cubicBezTo>
                    <a:pt x="2057" y="9509"/>
                    <a:pt x="2345" y="9802"/>
                    <a:pt x="2705" y="9802"/>
                  </a:cubicBezTo>
                  <a:lnTo>
                    <a:pt x="4876" y="9802"/>
                  </a:lnTo>
                  <a:cubicBezTo>
                    <a:pt x="5232" y="9802"/>
                    <a:pt x="5525" y="9509"/>
                    <a:pt x="5525" y="9153"/>
                  </a:cubicBezTo>
                  <a:lnTo>
                    <a:pt x="5525" y="8629"/>
                  </a:lnTo>
                  <a:lnTo>
                    <a:pt x="8604" y="8629"/>
                  </a:lnTo>
                  <a:cubicBezTo>
                    <a:pt x="8912" y="8629"/>
                    <a:pt x="8912" y="8168"/>
                    <a:pt x="8604" y="8168"/>
                  </a:cubicBezTo>
                  <a:lnTo>
                    <a:pt x="870" y="8168"/>
                  </a:lnTo>
                  <a:cubicBezTo>
                    <a:pt x="644" y="8168"/>
                    <a:pt x="462" y="7986"/>
                    <a:pt x="462" y="7760"/>
                  </a:cubicBezTo>
                  <a:lnTo>
                    <a:pt x="462" y="3177"/>
                  </a:lnTo>
                  <a:cubicBezTo>
                    <a:pt x="462" y="2951"/>
                    <a:pt x="644" y="2769"/>
                    <a:pt x="870" y="2769"/>
                  </a:cubicBezTo>
                  <a:lnTo>
                    <a:pt x="1418" y="2769"/>
                  </a:lnTo>
                  <a:cubicBezTo>
                    <a:pt x="971" y="4892"/>
                    <a:pt x="2575" y="6986"/>
                    <a:pt x="4838" y="6986"/>
                  </a:cubicBezTo>
                  <a:cubicBezTo>
                    <a:pt x="7067" y="6986"/>
                    <a:pt x="8705" y="4906"/>
                    <a:pt x="8254" y="2769"/>
                  </a:cubicBezTo>
                  <a:lnTo>
                    <a:pt x="14850" y="2769"/>
                  </a:lnTo>
                  <a:cubicBezTo>
                    <a:pt x="15071" y="2769"/>
                    <a:pt x="15253" y="2951"/>
                    <a:pt x="15258" y="3177"/>
                  </a:cubicBezTo>
                  <a:lnTo>
                    <a:pt x="15258" y="7760"/>
                  </a:lnTo>
                  <a:cubicBezTo>
                    <a:pt x="15253" y="7986"/>
                    <a:pt x="15071" y="8168"/>
                    <a:pt x="14850" y="8168"/>
                  </a:cubicBezTo>
                  <a:lnTo>
                    <a:pt x="9464" y="8168"/>
                  </a:lnTo>
                  <a:cubicBezTo>
                    <a:pt x="9157" y="8168"/>
                    <a:pt x="9157" y="8629"/>
                    <a:pt x="9464" y="8629"/>
                  </a:cubicBezTo>
                  <a:lnTo>
                    <a:pt x="10190" y="8629"/>
                  </a:lnTo>
                  <a:lnTo>
                    <a:pt x="10190" y="9153"/>
                  </a:lnTo>
                  <a:cubicBezTo>
                    <a:pt x="10190" y="9509"/>
                    <a:pt x="10483" y="9802"/>
                    <a:pt x="10838" y="9802"/>
                  </a:cubicBezTo>
                  <a:lnTo>
                    <a:pt x="13010" y="9802"/>
                  </a:lnTo>
                  <a:cubicBezTo>
                    <a:pt x="13370" y="9802"/>
                    <a:pt x="13658" y="9509"/>
                    <a:pt x="13658" y="9153"/>
                  </a:cubicBezTo>
                  <a:lnTo>
                    <a:pt x="13658" y="8629"/>
                  </a:lnTo>
                  <a:lnTo>
                    <a:pt x="14845" y="8629"/>
                  </a:lnTo>
                  <a:cubicBezTo>
                    <a:pt x="15325" y="8629"/>
                    <a:pt x="15714" y="8240"/>
                    <a:pt x="15714" y="7760"/>
                  </a:cubicBezTo>
                  <a:lnTo>
                    <a:pt x="15714" y="3177"/>
                  </a:lnTo>
                  <a:cubicBezTo>
                    <a:pt x="15714" y="2696"/>
                    <a:pt x="15325" y="2307"/>
                    <a:pt x="14845" y="2307"/>
                  </a:cubicBezTo>
                  <a:lnTo>
                    <a:pt x="13312" y="2307"/>
                  </a:lnTo>
                  <a:cubicBezTo>
                    <a:pt x="13202" y="1697"/>
                    <a:pt x="12673" y="1255"/>
                    <a:pt x="12054" y="1255"/>
                  </a:cubicBezTo>
                  <a:lnTo>
                    <a:pt x="11472" y="1255"/>
                  </a:lnTo>
                  <a:cubicBezTo>
                    <a:pt x="10853" y="1255"/>
                    <a:pt x="10324" y="1697"/>
                    <a:pt x="10214" y="2307"/>
                  </a:cubicBezTo>
                  <a:lnTo>
                    <a:pt x="8124" y="2307"/>
                  </a:lnTo>
                  <a:cubicBezTo>
                    <a:pt x="7608" y="883"/>
                    <a:pt x="6265" y="0"/>
                    <a:pt x="48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6" name="Google Shape;13376;p86"/>
          <p:cNvGrpSpPr/>
          <p:nvPr/>
        </p:nvGrpSpPr>
        <p:grpSpPr>
          <a:xfrm>
            <a:off x="1283275" y="3819478"/>
            <a:ext cx="373824" cy="362881"/>
            <a:chOff x="1283275" y="3819478"/>
            <a:chExt cx="373824" cy="362881"/>
          </a:xfrm>
        </p:grpSpPr>
        <p:sp>
          <p:nvSpPr>
            <p:cNvPr id="13377" name="Google Shape;13377;p86"/>
            <p:cNvSpPr/>
            <p:nvPr/>
          </p:nvSpPr>
          <p:spPr>
            <a:xfrm>
              <a:off x="1431428" y="3969489"/>
              <a:ext cx="80399" cy="70712"/>
            </a:xfrm>
            <a:custGeom>
              <a:rect b="b" l="l" r="r" t="t"/>
              <a:pathLst>
                <a:path extrusionOk="0" h="2701" w="3071">
                  <a:moveTo>
                    <a:pt x="1" y="1"/>
                  </a:moveTo>
                  <a:lnTo>
                    <a:pt x="1" y="1735"/>
                  </a:lnTo>
                  <a:cubicBezTo>
                    <a:pt x="1" y="2268"/>
                    <a:pt x="433" y="2701"/>
                    <a:pt x="966" y="2701"/>
                  </a:cubicBezTo>
                  <a:lnTo>
                    <a:pt x="2100" y="2701"/>
                  </a:lnTo>
                  <a:cubicBezTo>
                    <a:pt x="2633" y="2701"/>
                    <a:pt x="3066" y="2268"/>
                    <a:pt x="3070" y="1735"/>
                  </a:cubicBezTo>
                  <a:lnTo>
                    <a:pt x="3070"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86"/>
            <p:cNvSpPr/>
            <p:nvPr/>
          </p:nvSpPr>
          <p:spPr>
            <a:xfrm>
              <a:off x="1431428" y="3969489"/>
              <a:ext cx="80268" cy="70712"/>
            </a:xfrm>
            <a:custGeom>
              <a:rect b="b" l="l" r="r" t="t"/>
              <a:pathLst>
                <a:path extrusionOk="0" h="2701" w="3066">
                  <a:moveTo>
                    <a:pt x="1" y="1"/>
                  </a:moveTo>
                  <a:lnTo>
                    <a:pt x="1" y="1735"/>
                  </a:lnTo>
                  <a:cubicBezTo>
                    <a:pt x="1" y="2268"/>
                    <a:pt x="433" y="2701"/>
                    <a:pt x="966" y="2701"/>
                  </a:cubicBezTo>
                  <a:lnTo>
                    <a:pt x="1567" y="2701"/>
                  </a:lnTo>
                  <a:cubicBezTo>
                    <a:pt x="1033" y="2701"/>
                    <a:pt x="596" y="2268"/>
                    <a:pt x="601" y="1735"/>
                  </a:cubicBezTo>
                  <a:cubicBezTo>
                    <a:pt x="601" y="1395"/>
                    <a:pt x="879" y="1130"/>
                    <a:pt x="1203" y="1130"/>
                  </a:cubicBezTo>
                  <a:cubicBezTo>
                    <a:pt x="1245" y="1130"/>
                    <a:pt x="1288" y="1135"/>
                    <a:pt x="1331" y="1144"/>
                  </a:cubicBezTo>
                  <a:lnTo>
                    <a:pt x="3066" y="1529"/>
                  </a:lnTo>
                  <a:lnTo>
                    <a:pt x="3066"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86"/>
            <p:cNvSpPr/>
            <p:nvPr/>
          </p:nvSpPr>
          <p:spPr>
            <a:xfrm>
              <a:off x="1355349" y="3857072"/>
              <a:ext cx="215723" cy="143388"/>
            </a:xfrm>
            <a:custGeom>
              <a:rect b="b" l="l" r="r" t="t"/>
              <a:pathLst>
                <a:path extrusionOk="0" h="5477" w="8240">
                  <a:moveTo>
                    <a:pt x="1071" y="0"/>
                  </a:moveTo>
                  <a:lnTo>
                    <a:pt x="0" y="3949"/>
                  </a:lnTo>
                  <a:lnTo>
                    <a:pt x="6884" y="5462"/>
                  </a:lnTo>
                  <a:cubicBezTo>
                    <a:pt x="6927" y="5472"/>
                    <a:pt x="6969" y="5477"/>
                    <a:pt x="7011" y="5477"/>
                  </a:cubicBezTo>
                  <a:cubicBezTo>
                    <a:pt x="7263" y="5477"/>
                    <a:pt x="7491" y="5310"/>
                    <a:pt x="7557" y="5059"/>
                  </a:cubicBezTo>
                  <a:lnTo>
                    <a:pt x="8162" y="2825"/>
                  </a:lnTo>
                  <a:cubicBezTo>
                    <a:pt x="8239" y="2527"/>
                    <a:pt x="8076" y="2224"/>
                    <a:pt x="7783" y="2133"/>
                  </a:cubicBezTo>
                  <a:lnTo>
                    <a:pt x="1071" y="0"/>
                  </a:ln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6"/>
            <p:cNvSpPr/>
            <p:nvPr/>
          </p:nvSpPr>
          <p:spPr>
            <a:xfrm>
              <a:off x="1355454" y="3857072"/>
              <a:ext cx="198261" cy="143388"/>
            </a:xfrm>
            <a:custGeom>
              <a:rect b="b" l="l" r="r" t="t"/>
              <a:pathLst>
                <a:path extrusionOk="0" h="5477" w="7573">
                  <a:moveTo>
                    <a:pt x="1067" y="0"/>
                  </a:moveTo>
                  <a:lnTo>
                    <a:pt x="1" y="3949"/>
                  </a:lnTo>
                  <a:lnTo>
                    <a:pt x="6880" y="5462"/>
                  </a:lnTo>
                  <a:cubicBezTo>
                    <a:pt x="6923" y="5472"/>
                    <a:pt x="6965" y="5477"/>
                    <a:pt x="7007" y="5477"/>
                  </a:cubicBezTo>
                  <a:cubicBezTo>
                    <a:pt x="7259" y="5477"/>
                    <a:pt x="7487" y="5310"/>
                    <a:pt x="7553" y="5059"/>
                  </a:cubicBezTo>
                  <a:lnTo>
                    <a:pt x="7572" y="5001"/>
                  </a:lnTo>
                  <a:lnTo>
                    <a:pt x="2273" y="3834"/>
                  </a:lnTo>
                  <a:cubicBezTo>
                    <a:pt x="1452" y="3656"/>
                    <a:pt x="947" y="2825"/>
                    <a:pt x="1163" y="2013"/>
                  </a:cubicBezTo>
                  <a:lnTo>
                    <a:pt x="1658" y="188"/>
                  </a:lnTo>
                  <a:lnTo>
                    <a:pt x="106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86"/>
            <p:cNvSpPr/>
            <p:nvPr/>
          </p:nvSpPr>
          <p:spPr>
            <a:xfrm>
              <a:off x="1317100" y="3824374"/>
              <a:ext cx="71969" cy="160091"/>
            </a:xfrm>
            <a:custGeom>
              <a:rect b="b" l="l" r="r" t="t"/>
              <a:pathLst>
                <a:path extrusionOk="0" h="6115" w="2749">
                  <a:moveTo>
                    <a:pt x="2025" y="1"/>
                  </a:moveTo>
                  <a:cubicBezTo>
                    <a:pt x="1735" y="1"/>
                    <a:pt x="1471" y="197"/>
                    <a:pt x="1399" y="495"/>
                  </a:cubicBezTo>
                  <a:lnTo>
                    <a:pt x="106" y="5285"/>
                  </a:lnTo>
                  <a:cubicBezTo>
                    <a:pt x="1" y="5630"/>
                    <a:pt x="207" y="5996"/>
                    <a:pt x="553" y="6092"/>
                  </a:cubicBezTo>
                  <a:cubicBezTo>
                    <a:pt x="610" y="6107"/>
                    <a:pt x="666" y="6114"/>
                    <a:pt x="722" y="6114"/>
                  </a:cubicBezTo>
                  <a:cubicBezTo>
                    <a:pt x="1013" y="6114"/>
                    <a:pt x="1278" y="5915"/>
                    <a:pt x="1351" y="5621"/>
                  </a:cubicBezTo>
                  <a:lnTo>
                    <a:pt x="2643" y="831"/>
                  </a:lnTo>
                  <a:cubicBezTo>
                    <a:pt x="2749" y="481"/>
                    <a:pt x="2547" y="115"/>
                    <a:pt x="2196" y="24"/>
                  </a:cubicBezTo>
                  <a:cubicBezTo>
                    <a:pt x="2139" y="8"/>
                    <a:pt x="2081" y="1"/>
                    <a:pt x="2025"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86"/>
            <p:cNvSpPr/>
            <p:nvPr/>
          </p:nvSpPr>
          <p:spPr>
            <a:xfrm>
              <a:off x="1317493" y="3824819"/>
              <a:ext cx="60135" cy="159148"/>
            </a:xfrm>
            <a:custGeom>
              <a:rect b="b" l="l" r="r" t="t"/>
              <a:pathLst>
                <a:path extrusionOk="0" h="6079" w="2297">
                  <a:moveTo>
                    <a:pt x="2007" y="1"/>
                  </a:moveTo>
                  <a:cubicBezTo>
                    <a:pt x="1727" y="1"/>
                    <a:pt x="1462" y="185"/>
                    <a:pt x="1384" y="478"/>
                  </a:cubicBezTo>
                  <a:lnTo>
                    <a:pt x="91" y="5268"/>
                  </a:lnTo>
                  <a:cubicBezTo>
                    <a:pt x="0" y="5609"/>
                    <a:pt x="202" y="5964"/>
                    <a:pt x="543" y="6055"/>
                  </a:cubicBezTo>
                  <a:cubicBezTo>
                    <a:pt x="598" y="6071"/>
                    <a:pt x="655" y="6078"/>
                    <a:pt x="712" y="6078"/>
                  </a:cubicBezTo>
                  <a:cubicBezTo>
                    <a:pt x="812" y="6078"/>
                    <a:pt x="910" y="6055"/>
                    <a:pt x="999" y="6012"/>
                  </a:cubicBezTo>
                  <a:cubicBezTo>
                    <a:pt x="725" y="5873"/>
                    <a:pt x="586" y="5561"/>
                    <a:pt x="668" y="5268"/>
                  </a:cubicBezTo>
                  <a:lnTo>
                    <a:pt x="1960" y="478"/>
                  </a:lnTo>
                  <a:cubicBezTo>
                    <a:pt x="2008" y="300"/>
                    <a:pt x="2128" y="151"/>
                    <a:pt x="2296" y="70"/>
                  </a:cubicBezTo>
                  <a:cubicBezTo>
                    <a:pt x="2203" y="23"/>
                    <a:pt x="2104" y="1"/>
                    <a:pt x="2007"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86"/>
            <p:cNvSpPr/>
            <p:nvPr/>
          </p:nvSpPr>
          <p:spPr>
            <a:xfrm>
              <a:off x="1288668" y="3852098"/>
              <a:ext cx="60659" cy="94274"/>
            </a:xfrm>
            <a:custGeom>
              <a:rect b="b" l="l" r="r" t="t"/>
              <a:pathLst>
                <a:path extrusionOk="0" h="3601" w="2317">
                  <a:moveTo>
                    <a:pt x="1900" y="0"/>
                  </a:moveTo>
                  <a:cubicBezTo>
                    <a:pt x="1192" y="0"/>
                    <a:pt x="545" y="474"/>
                    <a:pt x="352" y="1189"/>
                  </a:cubicBezTo>
                  <a:lnTo>
                    <a:pt x="232" y="1636"/>
                  </a:lnTo>
                  <a:cubicBezTo>
                    <a:pt x="1" y="2491"/>
                    <a:pt x="505" y="3370"/>
                    <a:pt x="1360" y="3601"/>
                  </a:cubicBezTo>
                  <a:lnTo>
                    <a:pt x="2316" y="56"/>
                  </a:lnTo>
                  <a:cubicBezTo>
                    <a:pt x="2177" y="18"/>
                    <a:pt x="2037" y="0"/>
                    <a:pt x="1900" y="0"/>
                  </a:cubicBez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86"/>
            <p:cNvSpPr/>
            <p:nvPr/>
          </p:nvSpPr>
          <p:spPr>
            <a:xfrm>
              <a:off x="1288668" y="3852098"/>
              <a:ext cx="60659" cy="94274"/>
            </a:xfrm>
            <a:custGeom>
              <a:rect b="b" l="l" r="r" t="t"/>
              <a:pathLst>
                <a:path extrusionOk="0" h="3601" w="2317">
                  <a:moveTo>
                    <a:pt x="1900" y="0"/>
                  </a:moveTo>
                  <a:cubicBezTo>
                    <a:pt x="1192" y="0"/>
                    <a:pt x="545" y="474"/>
                    <a:pt x="352" y="1189"/>
                  </a:cubicBezTo>
                  <a:lnTo>
                    <a:pt x="232" y="1636"/>
                  </a:lnTo>
                  <a:cubicBezTo>
                    <a:pt x="1" y="2491"/>
                    <a:pt x="505" y="3370"/>
                    <a:pt x="1360" y="3601"/>
                  </a:cubicBezTo>
                  <a:lnTo>
                    <a:pt x="1433" y="3337"/>
                  </a:lnTo>
                  <a:cubicBezTo>
                    <a:pt x="957" y="2933"/>
                    <a:pt x="755" y="2290"/>
                    <a:pt x="919" y="1689"/>
                  </a:cubicBezTo>
                  <a:lnTo>
                    <a:pt x="1039" y="1242"/>
                  </a:lnTo>
                  <a:cubicBezTo>
                    <a:pt x="1197" y="637"/>
                    <a:pt x="1697" y="185"/>
                    <a:pt x="2312" y="80"/>
                  </a:cubicBezTo>
                  <a:lnTo>
                    <a:pt x="2316" y="56"/>
                  </a:lnTo>
                  <a:cubicBezTo>
                    <a:pt x="2177" y="18"/>
                    <a:pt x="2037" y="0"/>
                    <a:pt x="1900" y="0"/>
                  </a:cubicBez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86"/>
            <p:cNvSpPr/>
            <p:nvPr/>
          </p:nvSpPr>
          <p:spPr>
            <a:xfrm>
              <a:off x="1555181" y="3938440"/>
              <a:ext cx="68696" cy="58879"/>
            </a:xfrm>
            <a:custGeom>
              <a:rect b="b" l="l" r="r" t="t"/>
              <a:pathLst>
                <a:path extrusionOk="0" h="2249" w="2624">
                  <a:moveTo>
                    <a:pt x="452" y="0"/>
                  </a:moveTo>
                  <a:lnTo>
                    <a:pt x="1" y="1663"/>
                  </a:lnTo>
                  <a:lnTo>
                    <a:pt x="2172" y="2249"/>
                  </a:lnTo>
                  <a:lnTo>
                    <a:pt x="2624" y="586"/>
                  </a:lnTo>
                  <a:lnTo>
                    <a:pt x="452"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86"/>
            <p:cNvSpPr/>
            <p:nvPr/>
          </p:nvSpPr>
          <p:spPr>
            <a:xfrm>
              <a:off x="1555181" y="3938571"/>
              <a:ext cx="30474" cy="48564"/>
            </a:xfrm>
            <a:custGeom>
              <a:rect b="b" l="l" r="r" t="t"/>
              <a:pathLst>
                <a:path extrusionOk="0" h="1855" w="1164">
                  <a:moveTo>
                    <a:pt x="452" y="0"/>
                  </a:moveTo>
                  <a:lnTo>
                    <a:pt x="1" y="1662"/>
                  </a:lnTo>
                  <a:lnTo>
                    <a:pt x="712" y="1855"/>
                  </a:lnTo>
                  <a:lnTo>
                    <a:pt x="1163" y="192"/>
                  </a:lnTo>
                  <a:lnTo>
                    <a:pt x="452"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86"/>
            <p:cNvSpPr/>
            <p:nvPr/>
          </p:nvSpPr>
          <p:spPr>
            <a:xfrm>
              <a:off x="1609007" y="3940246"/>
              <a:ext cx="42307" cy="77283"/>
            </a:xfrm>
            <a:custGeom>
              <a:rect b="b" l="l" r="r" t="t"/>
              <a:pathLst>
                <a:path extrusionOk="0" h="2952" w="1616">
                  <a:moveTo>
                    <a:pt x="1074" y="0"/>
                  </a:moveTo>
                  <a:cubicBezTo>
                    <a:pt x="863" y="0"/>
                    <a:pt x="667" y="143"/>
                    <a:pt x="611" y="359"/>
                  </a:cubicBezTo>
                  <a:lnTo>
                    <a:pt x="73" y="2343"/>
                  </a:lnTo>
                  <a:cubicBezTo>
                    <a:pt x="1" y="2598"/>
                    <a:pt x="155" y="2867"/>
                    <a:pt x="414" y="2934"/>
                  </a:cubicBezTo>
                  <a:cubicBezTo>
                    <a:pt x="457" y="2946"/>
                    <a:pt x="501" y="2952"/>
                    <a:pt x="543" y="2952"/>
                  </a:cubicBezTo>
                  <a:cubicBezTo>
                    <a:pt x="756" y="2952"/>
                    <a:pt x="950" y="2809"/>
                    <a:pt x="1010" y="2593"/>
                  </a:cubicBezTo>
                  <a:lnTo>
                    <a:pt x="1543" y="609"/>
                  </a:lnTo>
                  <a:cubicBezTo>
                    <a:pt x="1615" y="354"/>
                    <a:pt x="1461" y="85"/>
                    <a:pt x="1202" y="18"/>
                  </a:cubicBezTo>
                  <a:cubicBezTo>
                    <a:pt x="1159" y="6"/>
                    <a:pt x="1116" y="0"/>
                    <a:pt x="1074"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86"/>
            <p:cNvSpPr/>
            <p:nvPr/>
          </p:nvSpPr>
          <p:spPr>
            <a:xfrm>
              <a:off x="1401871" y="4076906"/>
              <a:ext cx="139251" cy="25185"/>
            </a:xfrm>
            <a:custGeom>
              <a:rect b="b" l="l" r="r" t="t"/>
              <a:pathLst>
                <a:path extrusionOk="0" h="962" w="5319">
                  <a:moveTo>
                    <a:pt x="486" y="1"/>
                  </a:moveTo>
                  <a:cubicBezTo>
                    <a:pt x="217" y="1"/>
                    <a:pt x="5" y="212"/>
                    <a:pt x="5" y="481"/>
                  </a:cubicBezTo>
                  <a:cubicBezTo>
                    <a:pt x="1" y="745"/>
                    <a:pt x="217" y="961"/>
                    <a:pt x="486" y="961"/>
                  </a:cubicBezTo>
                  <a:lnTo>
                    <a:pt x="4838" y="961"/>
                  </a:lnTo>
                  <a:cubicBezTo>
                    <a:pt x="5102" y="961"/>
                    <a:pt x="5319" y="745"/>
                    <a:pt x="5319" y="481"/>
                  </a:cubicBezTo>
                  <a:cubicBezTo>
                    <a:pt x="5319" y="212"/>
                    <a:pt x="5102" y="1"/>
                    <a:pt x="4838"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86"/>
            <p:cNvSpPr/>
            <p:nvPr/>
          </p:nvSpPr>
          <p:spPr>
            <a:xfrm>
              <a:off x="1402002" y="4076906"/>
              <a:ext cx="39270" cy="25185"/>
            </a:xfrm>
            <a:custGeom>
              <a:rect b="b" l="l" r="r" t="t"/>
              <a:pathLst>
                <a:path extrusionOk="0" h="962" w="1500">
                  <a:moveTo>
                    <a:pt x="481" y="1"/>
                  </a:moveTo>
                  <a:cubicBezTo>
                    <a:pt x="212" y="1"/>
                    <a:pt x="0" y="212"/>
                    <a:pt x="0" y="481"/>
                  </a:cubicBezTo>
                  <a:cubicBezTo>
                    <a:pt x="0" y="745"/>
                    <a:pt x="212" y="961"/>
                    <a:pt x="481" y="961"/>
                  </a:cubicBezTo>
                  <a:lnTo>
                    <a:pt x="1499" y="961"/>
                  </a:lnTo>
                  <a:cubicBezTo>
                    <a:pt x="1235" y="961"/>
                    <a:pt x="1019" y="745"/>
                    <a:pt x="1019" y="481"/>
                  </a:cubicBezTo>
                  <a:cubicBezTo>
                    <a:pt x="1019" y="212"/>
                    <a:pt x="1235" y="1"/>
                    <a:pt x="1499"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86"/>
            <p:cNvSpPr/>
            <p:nvPr/>
          </p:nvSpPr>
          <p:spPr>
            <a:xfrm>
              <a:off x="1283275" y="3819478"/>
              <a:ext cx="373824" cy="362881"/>
            </a:xfrm>
            <a:custGeom>
              <a:rect b="b" l="l" r="r" t="t"/>
              <a:pathLst>
                <a:path extrusionOk="0" h="13861" w="14279">
                  <a:moveTo>
                    <a:pt x="2103" y="1455"/>
                  </a:moveTo>
                  <a:cubicBezTo>
                    <a:pt x="2158" y="1455"/>
                    <a:pt x="2213" y="1458"/>
                    <a:pt x="2268" y="1465"/>
                  </a:cubicBezTo>
                  <a:lnTo>
                    <a:pt x="1427" y="4588"/>
                  </a:lnTo>
                  <a:cubicBezTo>
                    <a:pt x="793" y="4309"/>
                    <a:pt x="452" y="3608"/>
                    <a:pt x="634" y="2935"/>
                  </a:cubicBezTo>
                  <a:lnTo>
                    <a:pt x="639" y="2935"/>
                  </a:lnTo>
                  <a:lnTo>
                    <a:pt x="759" y="2488"/>
                  </a:lnTo>
                  <a:cubicBezTo>
                    <a:pt x="923" y="1874"/>
                    <a:pt x="1480" y="1455"/>
                    <a:pt x="2103" y="1455"/>
                  </a:cubicBezTo>
                  <a:close/>
                  <a:moveTo>
                    <a:pt x="3314" y="412"/>
                  </a:moveTo>
                  <a:cubicBezTo>
                    <a:pt x="3353" y="412"/>
                    <a:pt x="3392" y="417"/>
                    <a:pt x="3430" y="427"/>
                  </a:cubicBezTo>
                  <a:cubicBezTo>
                    <a:pt x="3666" y="490"/>
                    <a:pt x="3800" y="730"/>
                    <a:pt x="3738" y="965"/>
                  </a:cubicBezTo>
                  <a:lnTo>
                    <a:pt x="2446" y="5755"/>
                  </a:lnTo>
                  <a:cubicBezTo>
                    <a:pt x="2393" y="5948"/>
                    <a:pt x="2216" y="6077"/>
                    <a:pt x="2022" y="6077"/>
                  </a:cubicBezTo>
                  <a:cubicBezTo>
                    <a:pt x="1984" y="6077"/>
                    <a:pt x="1946" y="6073"/>
                    <a:pt x="1908" y="6062"/>
                  </a:cubicBezTo>
                  <a:cubicBezTo>
                    <a:pt x="1672" y="6000"/>
                    <a:pt x="1538" y="5760"/>
                    <a:pt x="1600" y="5524"/>
                  </a:cubicBezTo>
                  <a:lnTo>
                    <a:pt x="2892" y="735"/>
                  </a:lnTo>
                  <a:cubicBezTo>
                    <a:pt x="2945" y="538"/>
                    <a:pt x="3121" y="412"/>
                    <a:pt x="3314" y="412"/>
                  </a:cubicBezTo>
                  <a:close/>
                  <a:moveTo>
                    <a:pt x="10982" y="4794"/>
                  </a:moveTo>
                  <a:lnTo>
                    <a:pt x="12755" y="5275"/>
                  </a:lnTo>
                  <a:lnTo>
                    <a:pt x="12414" y="6543"/>
                  </a:lnTo>
                  <a:lnTo>
                    <a:pt x="10641" y="6062"/>
                  </a:lnTo>
                  <a:lnTo>
                    <a:pt x="10982" y="4794"/>
                  </a:lnTo>
                  <a:close/>
                  <a:moveTo>
                    <a:pt x="13513" y="4816"/>
                  </a:moveTo>
                  <a:cubicBezTo>
                    <a:pt x="13679" y="4816"/>
                    <a:pt x="13848" y="4954"/>
                    <a:pt x="13788" y="5169"/>
                  </a:cubicBezTo>
                  <a:lnTo>
                    <a:pt x="13255" y="7153"/>
                  </a:lnTo>
                  <a:cubicBezTo>
                    <a:pt x="13218" y="7278"/>
                    <a:pt x="13108" y="7359"/>
                    <a:pt x="12985" y="7359"/>
                  </a:cubicBezTo>
                  <a:cubicBezTo>
                    <a:pt x="12961" y="7359"/>
                    <a:pt x="12938" y="7356"/>
                    <a:pt x="12914" y="7350"/>
                  </a:cubicBezTo>
                  <a:cubicBezTo>
                    <a:pt x="12760" y="7311"/>
                    <a:pt x="12693" y="7081"/>
                    <a:pt x="12712" y="7009"/>
                  </a:cubicBezTo>
                  <a:lnTo>
                    <a:pt x="13250" y="5025"/>
                  </a:lnTo>
                  <a:cubicBezTo>
                    <a:pt x="13289" y="4879"/>
                    <a:pt x="13400" y="4816"/>
                    <a:pt x="13513" y="4816"/>
                  </a:cubicBezTo>
                  <a:close/>
                  <a:moveTo>
                    <a:pt x="5861" y="6283"/>
                  </a:moveTo>
                  <a:lnTo>
                    <a:pt x="8523" y="6865"/>
                  </a:lnTo>
                  <a:lnTo>
                    <a:pt x="8523" y="7465"/>
                  </a:lnTo>
                  <a:cubicBezTo>
                    <a:pt x="8523" y="7888"/>
                    <a:pt x="8182" y="8229"/>
                    <a:pt x="7759" y="8229"/>
                  </a:cubicBezTo>
                  <a:lnTo>
                    <a:pt x="6625" y="8229"/>
                  </a:lnTo>
                  <a:cubicBezTo>
                    <a:pt x="6202" y="8229"/>
                    <a:pt x="5861" y="7888"/>
                    <a:pt x="5861" y="7465"/>
                  </a:cubicBezTo>
                  <a:lnTo>
                    <a:pt x="5861" y="6283"/>
                  </a:lnTo>
                  <a:close/>
                  <a:moveTo>
                    <a:pt x="3319" y="0"/>
                  </a:moveTo>
                  <a:cubicBezTo>
                    <a:pt x="2960" y="0"/>
                    <a:pt x="2604" y="221"/>
                    <a:pt x="2494" y="629"/>
                  </a:cubicBezTo>
                  <a:lnTo>
                    <a:pt x="2374" y="1061"/>
                  </a:lnTo>
                  <a:cubicBezTo>
                    <a:pt x="2284" y="1048"/>
                    <a:pt x="2195" y="1042"/>
                    <a:pt x="2107" y="1042"/>
                  </a:cubicBezTo>
                  <a:cubicBezTo>
                    <a:pt x="1301" y="1042"/>
                    <a:pt x="577" y="1581"/>
                    <a:pt x="361" y="2378"/>
                  </a:cubicBezTo>
                  <a:lnTo>
                    <a:pt x="241" y="2829"/>
                  </a:lnTo>
                  <a:cubicBezTo>
                    <a:pt x="0" y="3713"/>
                    <a:pt x="462" y="4640"/>
                    <a:pt x="1317" y="4982"/>
                  </a:cubicBezTo>
                  <a:lnTo>
                    <a:pt x="1197" y="5419"/>
                  </a:lnTo>
                  <a:cubicBezTo>
                    <a:pt x="1041" y="5993"/>
                    <a:pt x="1501" y="6491"/>
                    <a:pt x="2024" y="6491"/>
                  </a:cubicBezTo>
                  <a:cubicBezTo>
                    <a:pt x="2162" y="6491"/>
                    <a:pt x="2304" y="6457"/>
                    <a:pt x="2441" y="6379"/>
                  </a:cubicBezTo>
                  <a:cubicBezTo>
                    <a:pt x="2844" y="6149"/>
                    <a:pt x="2849" y="5750"/>
                    <a:pt x="2902" y="5630"/>
                  </a:cubicBezTo>
                  <a:lnTo>
                    <a:pt x="5448" y="6192"/>
                  </a:lnTo>
                  <a:lnTo>
                    <a:pt x="5448" y="7470"/>
                  </a:lnTo>
                  <a:cubicBezTo>
                    <a:pt x="5448" y="8114"/>
                    <a:pt x="5972" y="8637"/>
                    <a:pt x="6620" y="8642"/>
                  </a:cubicBezTo>
                  <a:lnTo>
                    <a:pt x="6981" y="8642"/>
                  </a:lnTo>
                  <a:lnTo>
                    <a:pt x="6981" y="9627"/>
                  </a:lnTo>
                  <a:lnTo>
                    <a:pt x="5016" y="9627"/>
                  </a:lnTo>
                  <a:cubicBezTo>
                    <a:pt x="4636" y="9627"/>
                    <a:pt x="4329" y="9934"/>
                    <a:pt x="4329" y="10314"/>
                  </a:cubicBezTo>
                  <a:cubicBezTo>
                    <a:pt x="4329" y="10694"/>
                    <a:pt x="4636" y="11001"/>
                    <a:pt x="5016" y="11001"/>
                  </a:cubicBezTo>
                  <a:lnTo>
                    <a:pt x="5381" y="11001"/>
                  </a:lnTo>
                  <a:lnTo>
                    <a:pt x="3349" y="13523"/>
                  </a:lnTo>
                  <a:cubicBezTo>
                    <a:pt x="3221" y="13679"/>
                    <a:pt x="3363" y="13861"/>
                    <a:pt x="3515" y="13861"/>
                  </a:cubicBezTo>
                  <a:cubicBezTo>
                    <a:pt x="3570" y="13861"/>
                    <a:pt x="3625" y="13838"/>
                    <a:pt x="3671" y="13782"/>
                  </a:cubicBezTo>
                  <a:lnTo>
                    <a:pt x="5909" y="10996"/>
                  </a:lnTo>
                  <a:lnTo>
                    <a:pt x="6985" y="10996"/>
                  </a:lnTo>
                  <a:lnTo>
                    <a:pt x="6985" y="13653"/>
                  </a:lnTo>
                  <a:cubicBezTo>
                    <a:pt x="6985" y="13790"/>
                    <a:pt x="7089" y="13858"/>
                    <a:pt x="7192" y="13858"/>
                  </a:cubicBezTo>
                  <a:cubicBezTo>
                    <a:pt x="7295" y="13858"/>
                    <a:pt x="7399" y="13790"/>
                    <a:pt x="7399" y="13653"/>
                  </a:cubicBezTo>
                  <a:lnTo>
                    <a:pt x="7399" y="10996"/>
                  </a:lnTo>
                  <a:lnTo>
                    <a:pt x="8475" y="10996"/>
                  </a:lnTo>
                  <a:lnTo>
                    <a:pt x="10713" y="13782"/>
                  </a:lnTo>
                  <a:cubicBezTo>
                    <a:pt x="10759" y="13838"/>
                    <a:pt x="10814" y="13861"/>
                    <a:pt x="10868" y="13861"/>
                  </a:cubicBezTo>
                  <a:cubicBezTo>
                    <a:pt x="11019" y="13861"/>
                    <a:pt x="11159" y="13679"/>
                    <a:pt x="11035" y="13523"/>
                  </a:cubicBezTo>
                  <a:lnTo>
                    <a:pt x="8998" y="11001"/>
                  </a:lnTo>
                  <a:lnTo>
                    <a:pt x="9368" y="11001"/>
                  </a:lnTo>
                  <a:cubicBezTo>
                    <a:pt x="9748" y="11001"/>
                    <a:pt x="10055" y="10694"/>
                    <a:pt x="10055" y="10314"/>
                  </a:cubicBezTo>
                  <a:cubicBezTo>
                    <a:pt x="10055" y="9934"/>
                    <a:pt x="9748" y="9627"/>
                    <a:pt x="9368" y="9627"/>
                  </a:cubicBezTo>
                  <a:lnTo>
                    <a:pt x="8883" y="9627"/>
                  </a:lnTo>
                  <a:cubicBezTo>
                    <a:pt x="8604" y="9627"/>
                    <a:pt x="8604" y="10040"/>
                    <a:pt x="8883" y="10040"/>
                  </a:cubicBezTo>
                  <a:lnTo>
                    <a:pt x="9368" y="10040"/>
                  </a:lnTo>
                  <a:cubicBezTo>
                    <a:pt x="9733" y="10040"/>
                    <a:pt x="9733" y="10588"/>
                    <a:pt x="9368" y="10588"/>
                  </a:cubicBezTo>
                  <a:lnTo>
                    <a:pt x="5016" y="10588"/>
                  </a:lnTo>
                  <a:cubicBezTo>
                    <a:pt x="4646" y="10588"/>
                    <a:pt x="4646" y="10040"/>
                    <a:pt x="5016" y="10040"/>
                  </a:cubicBezTo>
                  <a:lnTo>
                    <a:pt x="8114" y="10040"/>
                  </a:lnTo>
                  <a:cubicBezTo>
                    <a:pt x="8388" y="10040"/>
                    <a:pt x="8388" y="9627"/>
                    <a:pt x="8114" y="9627"/>
                  </a:cubicBezTo>
                  <a:lnTo>
                    <a:pt x="7399" y="9627"/>
                  </a:lnTo>
                  <a:lnTo>
                    <a:pt x="7399" y="8642"/>
                  </a:lnTo>
                  <a:lnTo>
                    <a:pt x="7759" y="8642"/>
                  </a:lnTo>
                  <a:cubicBezTo>
                    <a:pt x="8403" y="8637"/>
                    <a:pt x="8926" y="8114"/>
                    <a:pt x="8931" y="7470"/>
                  </a:cubicBezTo>
                  <a:lnTo>
                    <a:pt x="8931" y="6956"/>
                  </a:lnTo>
                  <a:lnTo>
                    <a:pt x="9589" y="7105"/>
                  </a:lnTo>
                  <a:cubicBezTo>
                    <a:pt x="9646" y="7118"/>
                    <a:pt x="9703" y="7124"/>
                    <a:pt x="9759" y="7124"/>
                  </a:cubicBezTo>
                  <a:cubicBezTo>
                    <a:pt x="10102" y="7124"/>
                    <a:pt x="10416" y="6894"/>
                    <a:pt x="10507" y="6548"/>
                  </a:cubicBezTo>
                  <a:lnTo>
                    <a:pt x="10531" y="6461"/>
                  </a:lnTo>
                  <a:lnTo>
                    <a:pt x="12304" y="6942"/>
                  </a:lnTo>
                  <a:cubicBezTo>
                    <a:pt x="12231" y="7307"/>
                    <a:pt x="12457" y="7662"/>
                    <a:pt x="12818" y="7749"/>
                  </a:cubicBezTo>
                  <a:cubicBezTo>
                    <a:pt x="12874" y="7763"/>
                    <a:pt x="12931" y="7770"/>
                    <a:pt x="12986" y="7770"/>
                  </a:cubicBezTo>
                  <a:cubicBezTo>
                    <a:pt x="13289" y="7770"/>
                    <a:pt x="13563" y="7568"/>
                    <a:pt x="13644" y="7263"/>
                  </a:cubicBezTo>
                  <a:lnTo>
                    <a:pt x="14182" y="5279"/>
                  </a:lnTo>
                  <a:cubicBezTo>
                    <a:pt x="14278" y="4919"/>
                    <a:pt x="14071" y="4549"/>
                    <a:pt x="13711" y="4443"/>
                  </a:cubicBezTo>
                  <a:cubicBezTo>
                    <a:pt x="13644" y="4423"/>
                    <a:pt x="13576" y="4413"/>
                    <a:pt x="13509" y="4413"/>
                  </a:cubicBezTo>
                  <a:cubicBezTo>
                    <a:pt x="13222" y="4413"/>
                    <a:pt x="12954" y="4596"/>
                    <a:pt x="12861" y="4881"/>
                  </a:cubicBezTo>
                  <a:lnTo>
                    <a:pt x="11088" y="4400"/>
                  </a:lnTo>
                  <a:lnTo>
                    <a:pt x="11107" y="4314"/>
                  </a:lnTo>
                  <a:cubicBezTo>
                    <a:pt x="11218" y="3915"/>
                    <a:pt x="10992" y="3497"/>
                    <a:pt x="10598" y="3372"/>
                  </a:cubicBezTo>
                  <a:lnTo>
                    <a:pt x="7130" y="2277"/>
                  </a:lnTo>
                  <a:cubicBezTo>
                    <a:pt x="7105" y="2269"/>
                    <a:pt x="7082" y="2266"/>
                    <a:pt x="7060" y="2266"/>
                  </a:cubicBezTo>
                  <a:cubicBezTo>
                    <a:pt x="6850" y="2266"/>
                    <a:pt x="6770" y="2592"/>
                    <a:pt x="7009" y="2666"/>
                  </a:cubicBezTo>
                  <a:lnTo>
                    <a:pt x="10473" y="3766"/>
                  </a:lnTo>
                  <a:cubicBezTo>
                    <a:pt x="10661" y="3824"/>
                    <a:pt x="10766" y="4021"/>
                    <a:pt x="10713" y="4208"/>
                  </a:cubicBezTo>
                  <a:lnTo>
                    <a:pt x="10108" y="6442"/>
                  </a:lnTo>
                  <a:cubicBezTo>
                    <a:pt x="10067" y="6603"/>
                    <a:pt x="9920" y="6710"/>
                    <a:pt x="9760" y="6710"/>
                  </a:cubicBezTo>
                  <a:cubicBezTo>
                    <a:pt x="9734" y="6710"/>
                    <a:pt x="9707" y="6707"/>
                    <a:pt x="9681" y="6701"/>
                  </a:cubicBezTo>
                  <a:lnTo>
                    <a:pt x="3008" y="5236"/>
                  </a:lnTo>
                  <a:lnTo>
                    <a:pt x="3959" y="1700"/>
                  </a:lnTo>
                  <a:lnTo>
                    <a:pt x="6241" y="2421"/>
                  </a:lnTo>
                  <a:cubicBezTo>
                    <a:pt x="6266" y="2429"/>
                    <a:pt x="6289" y="2432"/>
                    <a:pt x="6311" y="2432"/>
                  </a:cubicBezTo>
                  <a:cubicBezTo>
                    <a:pt x="6525" y="2432"/>
                    <a:pt x="6605" y="2105"/>
                    <a:pt x="6366" y="2027"/>
                  </a:cubicBezTo>
                  <a:lnTo>
                    <a:pt x="4069" y="1302"/>
                  </a:lnTo>
                  <a:cubicBezTo>
                    <a:pt x="4089" y="1172"/>
                    <a:pt x="4281" y="826"/>
                    <a:pt x="4050" y="427"/>
                  </a:cubicBezTo>
                  <a:cubicBezTo>
                    <a:pt x="3885" y="137"/>
                    <a:pt x="3601" y="0"/>
                    <a:pt x="33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1" name="Google Shape;13391;p86"/>
          <p:cNvGrpSpPr/>
          <p:nvPr/>
        </p:nvGrpSpPr>
        <p:grpSpPr>
          <a:xfrm>
            <a:off x="3462865" y="2459296"/>
            <a:ext cx="442730" cy="362331"/>
            <a:chOff x="3462865" y="2459296"/>
            <a:chExt cx="442730" cy="362331"/>
          </a:xfrm>
        </p:grpSpPr>
        <p:sp>
          <p:nvSpPr>
            <p:cNvPr id="13392" name="Google Shape;13392;p86"/>
            <p:cNvSpPr/>
            <p:nvPr/>
          </p:nvSpPr>
          <p:spPr>
            <a:xfrm>
              <a:off x="3770009" y="2778221"/>
              <a:ext cx="43040" cy="36888"/>
            </a:xfrm>
            <a:custGeom>
              <a:rect b="b" l="l" r="r" t="t"/>
              <a:pathLst>
                <a:path extrusionOk="0" h="1409" w="1644">
                  <a:moveTo>
                    <a:pt x="942" y="0"/>
                  </a:moveTo>
                  <a:cubicBezTo>
                    <a:pt x="312" y="0"/>
                    <a:pt x="0" y="759"/>
                    <a:pt x="442" y="1201"/>
                  </a:cubicBezTo>
                  <a:cubicBezTo>
                    <a:pt x="585" y="1344"/>
                    <a:pt x="761" y="1408"/>
                    <a:pt x="934" y="1408"/>
                  </a:cubicBezTo>
                  <a:cubicBezTo>
                    <a:pt x="1296" y="1408"/>
                    <a:pt x="1643" y="1129"/>
                    <a:pt x="1643" y="706"/>
                  </a:cubicBezTo>
                  <a:cubicBezTo>
                    <a:pt x="1643" y="317"/>
                    <a:pt x="1326" y="0"/>
                    <a:pt x="942"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86"/>
            <p:cNvSpPr/>
            <p:nvPr/>
          </p:nvSpPr>
          <p:spPr>
            <a:xfrm>
              <a:off x="3540724" y="2605040"/>
              <a:ext cx="287038" cy="158415"/>
            </a:xfrm>
            <a:custGeom>
              <a:rect b="b" l="l" r="r" t="t"/>
              <a:pathLst>
                <a:path extrusionOk="0" h="6051" w="10964">
                  <a:moveTo>
                    <a:pt x="0" y="0"/>
                  </a:moveTo>
                  <a:lnTo>
                    <a:pt x="0" y="4127"/>
                  </a:lnTo>
                  <a:cubicBezTo>
                    <a:pt x="1603" y="5409"/>
                    <a:pt x="3542" y="6051"/>
                    <a:pt x="5482" y="6051"/>
                  </a:cubicBezTo>
                  <a:cubicBezTo>
                    <a:pt x="7421" y="6051"/>
                    <a:pt x="9361" y="5409"/>
                    <a:pt x="10963" y="4127"/>
                  </a:cubicBezTo>
                  <a:lnTo>
                    <a:pt x="10963"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86"/>
            <p:cNvSpPr/>
            <p:nvPr/>
          </p:nvSpPr>
          <p:spPr>
            <a:xfrm>
              <a:off x="3540724" y="2605040"/>
              <a:ext cx="70450" cy="146529"/>
            </a:xfrm>
            <a:custGeom>
              <a:rect b="b" l="l" r="r" t="t"/>
              <a:pathLst>
                <a:path extrusionOk="0" h="5597" w="2691">
                  <a:moveTo>
                    <a:pt x="0" y="0"/>
                  </a:moveTo>
                  <a:lnTo>
                    <a:pt x="0" y="4127"/>
                  </a:lnTo>
                  <a:cubicBezTo>
                    <a:pt x="803" y="4771"/>
                    <a:pt x="1715" y="5270"/>
                    <a:pt x="2691" y="5597"/>
                  </a:cubicBezTo>
                  <a:lnTo>
                    <a:pt x="2691"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86"/>
            <p:cNvSpPr/>
            <p:nvPr/>
          </p:nvSpPr>
          <p:spPr>
            <a:xfrm>
              <a:off x="3764956" y="2619806"/>
              <a:ext cx="13247" cy="133021"/>
            </a:xfrm>
            <a:custGeom>
              <a:rect b="b" l="l" r="r" t="t"/>
              <a:pathLst>
                <a:path extrusionOk="0" h="5081" w="506">
                  <a:moveTo>
                    <a:pt x="253" y="1"/>
                  </a:moveTo>
                  <a:cubicBezTo>
                    <a:pt x="127" y="1"/>
                    <a:pt x="1" y="85"/>
                    <a:pt x="1" y="253"/>
                  </a:cubicBezTo>
                  <a:lnTo>
                    <a:pt x="1" y="4831"/>
                  </a:lnTo>
                  <a:cubicBezTo>
                    <a:pt x="1" y="4970"/>
                    <a:pt x="116" y="5081"/>
                    <a:pt x="251" y="5081"/>
                  </a:cubicBezTo>
                  <a:cubicBezTo>
                    <a:pt x="390" y="5081"/>
                    <a:pt x="505" y="4970"/>
                    <a:pt x="505" y="4831"/>
                  </a:cubicBezTo>
                  <a:lnTo>
                    <a:pt x="505" y="253"/>
                  </a:lnTo>
                  <a:cubicBezTo>
                    <a:pt x="505" y="85"/>
                    <a:pt x="379" y="1"/>
                    <a:pt x="25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86"/>
            <p:cNvSpPr/>
            <p:nvPr/>
          </p:nvSpPr>
          <p:spPr>
            <a:xfrm>
              <a:off x="3469410" y="2465920"/>
              <a:ext cx="429666" cy="193837"/>
            </a:xfrm>
            <a:custGeom>
              <a:rect b="b" l="l" r="r" t="t"/>
              <a:pathLst>
                <a:path extrusionOk="0" h="7404" w="16412">
                  <a:moveTo>
                    <a:pt x="8206" y="1"/>
                  </a:moveTo>
                  <a:lnTo>
                    <a:pt x="0" y="3128"/>
                  </a:lnTo>
                  <a:lnTo>
                    <a:pt x="0" y="4272"/>
                  </a:lnTo>
                  <a:lnTo>
                    <a:pt x="8206" y="7404"/>
                  </a:lnTo>
                  <a:lnTo>
                    <a:pt x="16411" y="4272"/>
                  </a:lnTo>
                  <a:lnTo>
                    <a:pt x="16411" y="3128"/>
                  </a:lnTo>
                  <a:lnTo>
                    <a:pt x="8206"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86"/>
            <p:cNvSpPr/>
            <p:nvPr/>
          </p:nvSpPr>
          <p:spPr>
            <a:xfrm>
              <a:off x="3469410" y="2547811"/>
              <a:ext cx="214833" cy="111946"/>
            </a:xfrm>
            <a:custGeom>
              <a:rect b="b" l="l" r="r" t="t"/>
              <a:pathLst>
                <a:path extrusionOk="0" h="4276" w="8206">
                  <a:moveTo>
                    <a:pt x="0" y="0"/>
                  </a:moveTo>
                  <a:lnTo>
                    <a:pt x="0" y="1144"/>
                  </a:lnTo>
                  <a:lnTo>
                    <a:pt x="8206" y="4276"/>
                  </a:lnTo>
                  <a:lnTo>
                    <a:pt x="8206" y="3128"/>
                  </a:lnTo>
                  <a:lnTo>
                    <a:pt x="0"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86"/>
            <p:cNvSpPr/>
            <p:nvPr/>
          </p:nvSpPr>
          <p:spPr>
            <a:xfrm>
              <a:off x="3462865" y="2459296"/>
              <a:ext cx="442730" cy="362331"/>
            </a:xfrm>
            <a:custGeom>
              <a:rect b="b" l="l" r="r" t="t"/>
              <a:pathLst>
                <a:path extrusionOk="0" h="13840" w="16911">
                  <a:moveTo>
                    <a:pt x="16406" y="3746"/>
                  </a:moveTo>
                  <a:lnTo>
                    <a:pt x="16406" y="4352"/>
                  </a:lnTo>
                  <a:lnTo>
                    <a:pt x="12924" y="5682"/>
                  </a:lnTo>
                  <a:lnTo>
                    <a:pt x="12924" y="5072"/>
                  </a:lnTo>
                  <a:lnTo>
                    <a:pt x="16406" y="3746"/>
                  </a:lnTo>
                  <a:close/>
                  <a:moveTo>
                    <a:pt x="12419" y="5265"/>
                  </a:moveTo>
                  <a:lnTo>
                    <a:pt x="12419" y="5875"/>
                  </a:lnTo>
                  <a:lnTo>
                    <a:pt x="8706" y="7287"/>
                  </a:lnTo>
                  <a:lnTo>
                    <a:pt x="8706" y="6682"/>
                  </a:lnTo>
                  <a:lnTo>
                    <a:pt x="12419" y="5265"/>
                  </a:lnTo>
                  <a:close/>
                  <a:moveTo>
                    <a:pt x="505" y="3746"/>
                  </a:moveTo>
                  <a:lnTo>
                    <a:pt x="8206" y="6682"/>
                  </a:lnTo>
                  <a:lnTo>
                    <a:pt x="8206" y="7292"/>
                  </a:lnTo>
                  <a:lnTo>
                    <a:pt x="505" y="4352"/>
                  </a:lnTo>
                  <a:lnTo>
                    <a:pt x="505" y="3746"/>
                  </a:lnTo>
                  <a:close/>
                  <a:moveTo>
                    <a:pt x="13687" y="5927"/>
                  </a:moveTo>
                  <a:lnTo>
                    <a:pt x="13687" y="9569"/>
                  </a:lnTo>
                  <a:cubicBezTo>
                    <a:pt x="13442" y="9761"/>
                    <a:pt x="13188" y="9934"/>
                    <a:pt x="12924" y="10097"/>
                  </a:cubicBezTo>
                  <a:lnTo>
                    <a:pt x="12924" y="6221"/>
                  </a:lnTo>
                  <a:lnTo>
                    <a:pt x="13687" y="5927"/>
                  </a:lnTo>
                  <a:close/>
                  <a:moveTo>
                    <a:pt x="12674" y="12437"/>
                  </a:moveTo>
                  <a:cubicBezTo>
                    <a:pt x="12919" y="12437"/>
                    <a:pt x="13125" y="12639"/>
                    <a:pt x="13125" y="12888"/>
                  </a:cubicBezTo>
                  <a:cubicBezTo>
                    <a:pt x="13125" y="13158"/>
                    <a:pt x="12901" y="13338"/>
                    <a:pt x="12668" y="13338"/>
                  </a:cubicBezTo>
                  <a:cubicBezTo>
                    <a:pt x="12557" y="13338"/>
                    <a:pt x="12443" y="13297"/>
                    <a:pt x="12352" y="13206"/>
                  </a:cubicBezTo>
                  <a:cubicBezTo>
                    <a:pt x="12068" y="12922"/>
                    <a:pt x="12270" y="12437"/>
                    <a:pt x="12674" y="12437"/>
                  </a:cubicBezTo>
                  <a:close/>
                  <a:moveTo>
                    <a:pt x="8456" y="0"/>
                  </a:moveTo>
                  <a:cubicBezTo>
                    <a:pt x="8425" y="0"/>
                    <a:pt x="8393" y="7"/>
                    <a:pt x="8364" y="19"/>
                  </a:cubicBezTo>
                  <a:lnTo>
                    <a:pt x="159" y="3146"/>
                  </a:lnTo>
                  <a:cubicBezTo>
                    <a:pt x="63" y="3184"/>
                    <a:pt x="1" y="3276"/>
                    <a:pt x="1" y="3381"/>
                  </a:cubicBezTo>
                  <a:lnTo>
                    <a:pt x="1" y="4529"/>
                  </a:lnTo>
                  <a:cubicBezTo>
                    <a:pt x="1" y="4630"/>
                    <a:pt x="63" y="4726"/>
                    <a:pt x="159" y="4760"/>
                  </a:cubicBezTo>
                  <a:lnTo>
                    <a:pt x="2725" y="5740"/>
                  </a:lnTo>
                  <a:lnTo>
                    <a:pt x="2725" y="6610"/>
                  </a:lnTo>
                  <a:cubicBezTo>
                    <a:pt x="2725" y="6775"/>
                    <a:pt x="2849" y="6858"/>
                    <a:pt x="2974" y="6858"/>
                  </a:cubicBezTo>
                  <a:cubicBezTo>
                    <a:pt x="3099" y="6858"/>
                    <a:pt x="3224" y="6775"/>
                    <a:pt x="3224" y="6610"/>
                  </a:cubicBezTo>
                  <a:lnTo>
                    <a:pt x="3224" y="5932"/>
                  </a:lnTo>
                  <a:lnTo>
                    <a:pt x="8364" y="7892"/>
                  </a:lnTo>
                  <a:cubicBezTo>
                    <a:pt x="8393" y="7904"/>
                    <a:pt x="8423" y="7910"/>
                    <a:pt x="8454" y="7910"/>
                  </a:cubicBezTo>
                  <a:cubicBezTo>
                    <a:pt x="8485" y="7910"/>
                    <a:pt x="8516" y="7904"/>
                    <a:pt x="8547" y="7892"/>
                  </a:cubicBezTo>
                  <a:lnTo>
                    <a:pt x="12419" y="6413"/>
                  </a:lnTo>
                  <a:lnTo>
                    <a:pt x="12419" y="10390"/>
                  </a:lnTo>
                  <a:cubicBezTo>
                    <a:pt x="11171" y="11047"/>
                    <a:pt x="9810" y="11370"/>
                    <a:pt x="8455" y="11370"/>
                  </a:cubicBezTo>
                  <a:cubicBezTo>
                    <a:pt x="6598" y="11370"/>
                    <a:pt x="4752" y="10763"/>
                    <a:pt x="3224" y="9574"/>
                  </a:cubicBezTo>
                  <a:lnTo>
                    <a:pt x="3224" y="7614"/>
                  </a:lnTo>
                  <a:cubicBezTo>
                    <a:pt x="3224" y="7446"/>
                    <a:pt x="3099" y="7361"/>
                    <a:pt x="2974" y="7361"/>
                  </a:cubicBezTo>
                  <a:cubicBezTo>
                    <a:pt x="2849" y="7361"/>
                    <a:pt x="2725" y="7446"/>
                    <a:pt x="2725" y="7614"/>
                  </a:cubicBezTo>
                  <a:lnTo>
                    <a:pt x="2725" y="9694"/>
                  </a:lnTo>
                  <a:cubicBezTo>
                    <a:pt x="2725" y="9771"/>
                    <a:pt x="2758" y="9843"/>
                    <a:pt x="2821" y="9891"/>
                  </a:cubicBezTo>
                  <a:cubicBezTo>
                    <a:pt x="4451" y="11199"/>
                    <a:pt x="6445" y="11872"/>
                    <a:pt x="8455" y="11872"/>
                  </a:cubicBezTo>
                  <a:cubicBezTo>
                    <a:pt x="9804" y="11872"/>
                    <a:pt x="11160" y="11570"/>
                    <a:pt x="12419" y="10952"/>
                  </a:cubicBezTo>
                  <a:lnTo>
                    <a:pt x="12419" y="11966"/>
                  </a:lnTo>
                  <a:cubicBezTo>
                    <a:pt x="11958" y="12091"/>
                    <a:pt x="11660" y="12543"/>
                    <a:pt x="11727" y="13013"/>
                  </a:cubicBezTo>
                  <a:cubicBezTo>
                    <a:pt x="11790" y="13489"/>
                    <a:pt x="12193" y="13840"/>
                    <a:pt x="12669" y="13840"/>
                  </a:cubicBezTo>
                  <a:cubicBezTo>
                    <a:pt x="13149" y="13840"/>
                    <a:pt x="13553" y="13489"/>
                    <a:pt x="13615" y="13013"/>
                  </a:cubicBezTo>
                  <a:cubicBezTo>
                    <a:pt x="13678" y="12543"/>
                    <a:pt x="13385" y="12091"/>
                    <a:pt x="12924" y="11966"/>
                  </a:cubicBezTo>
                  <a:lnTo>
                    <a:pt x="12924" y="10683"/>
                  </a:lnTo>
                  <a:cubicBezTo>
                    <a:pt x="13332" y="10453"/>
                    <a:pt x="13726" y="10184"/>
                    <a:pt x="14096" y="9891"/>
                  </a:cubicBezTo>
                  <a:cubicBezTo>
                    <a:pt x="14153" y="9843"/>
                    <a:pt x="14187" y="9771"/>
                    <a:pt x="14187" y="9694"/>
                  </a:cubicBezTo>
                  <a:lnTo>
                    <a:pt x="14187" y="5740"/>
                  </a:lnTo>
                  <a:lnTo>
                    <a:pt x="16748" y="4760"/>
                  </a:lnTo>
                  <a:cubicBezTo>
                    <a:pt x="16848" y="4726"/>
                    <a:pt x="16911" y="4630"/>
                    <a:pt x="16911" y="4525"/>
                  </a:cubicBezTo>
                  <a:lnTo>
                    <a:pt x="16911" y="3381"/>
                  </a:lnTo>
                  <a:cubicBezTo>
                    <a:pt x="16911" y="3276"/>
                    <a:pt x="16848" y="3184"/>
                    <a:pt x="16752" y="3146"/>
                  </a:cubicBezTo>
                  <a:lnTo>
                    <a:pt x="11401" y="1104"/>
                  </a:lnTo>
                  <a:cubicBezTo>
                    <a:pt x="11366" y="1091"/>
                    <a:pt x="11333" y="1085"/>
                    <a:pt x="11302" y="1085"/>
                  </a:cubicBezTo>
                  <a:cubicBezTo>
                    <a:pt x="11055" y="1085"/>
                    <a:pt x="10945" y="1468"/>
                    <a:pt x="11223" y="1575"/>
                  </a:cubicBezTo>
                  <a:lnTo>
                    <a:pt x="15955" y="3377"/>
                  </a:lnTo>
                  <a:lnTo>
                    <a:pt x="12683" y="4630"/>
                  </a:lnTo>
                  <a:lnTo>
                    <a:pt x="8561" y="2762"/>
                  </a:lnTo>
                  <a:cubicBezTo>
                    <a:pt x="8523" y="2745"/>
                    <a:pt x="8486" y="2737"/>
                    <a:pt x="8451" y="2737"/>
                  </a:cubicBezTo>
                  <a:cubicBezTo>
                    <a:pt x="8210" y="2737"/>
                    <a:pt x="8086" y="3101"/>
                    <a:pt x="8355" y="3223"/>
                  </a:cubicBezTo>
                  <a:lnTo>
                    <a:pt x="12016" y="4880"/>
                  </a:lnTo>
                  <a:lnTo>
                    <a:pt x="8456" y="6240"/>
                  </a:lnTo>
                  <a:lnTo>
                    <a:pt x="957" y="3381"/>
                  </a:lnTo>
                  <a:lnTo>
                    <a:pt x="8456" y="523"/>
                  </a:lnTo>
                  <a:lnTo>
                    <a:pt x="10301" y="1224"/>
                  </a:lnTo>
                  <a:cubicBezTo>
                    <a:pt x="10336" y="1238"/>
                    <a:pt x="10370" y="1244"/>
                    <a:pt x="10401" y="1244"/>
                  </a:cubicBezTo>
                  <a:cubicBezTo>
                    <a:pt x="10651" y="1244"/>
                    <a:pt x="10761" y="860"/>
                    <a:pt x="10483" y="754"/>
                  </a:cubicBezTo>
                  <a:lnTo>
                    <a:pt x="8547" y="19"/>
                  </a:lnTo>
                  <a:cubicBezTo>
                    <a:pt x="8518" y="7"/>
                    <a:pt x="8487" y="0"/>
                    <a:pt x="84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9" name="Google Shape;13399;p86"/>
          <p:cNvGrpSpPr/>
          <p:nvPr/>
        </p:nvGrpSpPr>
        <p:grpSpPr>
          <a:xfrm>
            <a:off x="3988847" y="3358134"/>
            <a:ext cx="281121" cy="367279"/>
            <a:chOff x="3988847" y="3358134"/>
            <a:chExt cx="281121" cy="367279"/>
          </a:xfrm>
        </p:grpSpPr>
        <p:sp>
          <p:nvSpPr>
            <p:cNvPr id="13400" name="Google Shape;13400;p86"/>
            <p:cNvSpPr/>
            <p:nvPr/>
          </p:nvSpPr>
          <p:spPr>
            <a:xfrm>
              <a:off x="3994371" y="3406803"/>
              <a:ext cx="153965" cy="270047"/>
            </a:xfrm>
            <a:custGeom>
              <a:rect b="b" l="l" r="r" t="t"/>
              <a:pathLst>
                <a:path extrusionOk="0" h="10315" w="5881">
                  <a:moveTo>
                    <a:pt x="5160" y="1"/>
                  </a:moveTo>
                  <a:cubicBezTo>
                    <a:pt x="2311" y="1"/>
                    <a:pt x="1" y="2307"/>
                    <a:pt x="1" y="5155"/>
                  </a:cubicBezTo>
                  <a:cubicBezTo>
                    <a:pt x="1" y="8004"/>
                    <a:pt x="2311" y="10310"/>
                    <a:pt x="5160" y="10315"/>
                  </a:cubicBezTo>
                  <a:lnTo>
                    <a:pt x="5160" y="7817"/>
                  </a:lnTo>
                  <a:cubicBezTo>
                    <a:pt x="3690" y="7817"/>
                    <a:pt x="2499" y="6626"/>
                    <a:pt x="2499" y="5155"/>
                  </a:cubicBezTo>
                  <a:cubicBezTo>
                    <a:pt x="2499" y="3685"/>
                    <a:pt x="3690" y="2494"/>
                    <a:pt x="5160" y="2494"/>
                  </a:cubicBezTo>
                  <a:lnTo>
                    <a:pt x="5881" y="2494"/>
                  </a:lnTo>
                  <a:lnTo>
                    <a:pt x="5881"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86"/>
            <p:cNvSpPr/>
            <p:nvPr/>
          </p:nvSpPr>
          <p:spPr>
            <a:xfrm>
              <a:off x="4129460" y="3665513"/>
              <a:ext cx="52334" cy="42543"/>
            </a:xfrm>
            <a:custGeom>
              <a:rect b="b" l="l" r="r" t="t"/>
              <a:pathLst>
                <a:path extrusionOk="0" h="1625" w="1999">
                  <a:moveTo>
                    <a:pt x="0" y="1"/>
                  </a:moveTo>
                  <a:lnTo>
                    <a:pt x="0" y="1624"/>
                  </a:lnTo>
                  <a:lnTo>
                    <a:pt x="1999" y="1624"/>
                  </a:lnTo>
                  <a:lnTo>
                    <a:pt x="1999" y="1"/>
                  </a:ln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86"/>
            <p:cNvSpPr/>
            <p:nvPr/>
          </p:nvSpPr>
          <p:spPr>
            <a:xfrm>
              <a:off x="4148310" y="3386435"/>
              <a:ext cx="59638" cy="142026"/>
            </a:xfrm>
            <a:custGeom>
              <a:rect b="b" l="l" r="r" t="t"/>
              <a:pathLst>
                <a:path extrusionOk="0" h="5425" w="2278">
                  <a:moveTo>
                    <a:pt x="1" y="1"/>
                  </a:moveTo>
                  <a:lnTo>
                    <a:pt x="1" y="5424"/>
                  </a:lnTo>
                  <a:lnTo>
                    <a:pt x="2278" y="5424"/>
                  </a:lnTo>
                  <a:lnTo>
                    <a:pt x="2278" y="1"/>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86"/>
            <p:cNvSpPr/>
            <p:nvPr/>
          </p:nvSpPr>
          <p:spPr>
            <a:xfrm>
              <a:off x="4148310" y="3386435"/>
              <a:ext cx="21153" cy="142026"/>
            </a:xfrm>
            <a:custGeom>
              <a:rect b="b" l="l" r="r" t="t"/>
              <a:pathLst>
                <a:path extrusionOk="0" h="5425" w="808">
                  <a:moveTo>
                    <a:pt x="1" y="1"/>
                  </a:moveTo>
                  <a:lnTo>
                    <a:pt x="1" y="5424"/>
                  </a:lnTo>
                  <a:lnTo>
                    <a:pt x="808" y="5424"/>
                  </a:lnTo>
                  <a:lnTo>
                    <a:pt x="80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86"/>
            <p:cNvSpPr/>
            <p:nvPr/>
          </p:nvSpPr>
          <p:spPr>
            <a:xfrm>
              <a:off x="4157761" y="3528435"/>
              <a:ext cx="20394" cy="28824"/>
            </a:xfrm>
            <a:custGeom>
              <a:rect b="b" l="l" r="r" t="t"/>
              <a:pathLst>
                <a:path extrusionOk="0" h="1101" w="779">
                  <a:moveTo>
                    <a:pt x="0" y="0"/>
                  </a:moveTo>
                  <a:lnTo>
                    <a:pt x="0" y="1100"/>
                  </a:lnTo>
                  <a:lnTo>
                    <a:pt x="778" y="1100"/>
                  </a:lnTo>
                  <a:lnTo>
                    <a:pt x="778"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86"/>
            <p:cNvSpPr/>
            <p:nvPr/>
          </p:nvSpPr>
          <p:spPr>
            <a:xfrm>
              <a:off x="4178129" y="3528435"/>
              <a:ext cx="20394" cy="48433"/>
            </a:xfrm>
            <a:custGeom>
              <a:rect b="b" l="l" r="r" t="t"/>
              <a:pathLst>
                <a:path extrusionOk="0" h="1850" w="779">
                  <a:moveTo>
                    <a:pt x="0" y="0"/>
                  </a:moveTo>
                  <a:lnTo>
                    <a:pt x="0" y="1850"/>
                  </a:lnTo>
                  <a:lnTo>
                    <a:pt x="779" y="1850"/>
                  </a:lnTo>
                  <a:lnTo>
                    <a:pt x="779"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86"/>
            <p:cNvSpPr/>
            <p:nvPr/>
          </p:nvSpPr>
          <p:spPr>
            <a:xfrm>
              <a:off x="4129460" y="3611426"/>
              <a:ext cx="99746" cy="36626"/>
            </a:xfrm>
            <a:custGeom>
              <a:rect b="b" l="l" r="r" t="t"/>
              <a:pathLst>
                <a:path extrusionOk="0" h="1399" w="3810">
                  <a:moveTo>
                    <a:pt x="0" y="1"/>
                  </a:moveTo>
                  <a:lnTo>
                    <a:pt x="0" y="1399"/>
                  </a:lnTo>
                  <a:lnTo>
                    <a:pt x="3113" y="1399"/>
                  </a:lnTo>
                  <a:cubicBezTo>
                    <a:pt x="3497" y="1399"/>
                    <a:pt x="3810" y="1087"/>
                    <a:pt x="3810" y="702"/>
                  </a:cubicBezTo>
                  <a:cubicBezTo>
                    <a:pt x="3810" y="313"/>
                    <a:pt x="3497" y="1"/>
                    <a:pt x="311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86"/>
            <p:cNvSpPr/>
            <p:nvPr/>
          </p:nvSpPr>
          <p:spPr>
            <a:xfrm>
              <a:off x="4129460" y="3611426"/>
              <a:ext cx="97625" cy="19399"/>
            </a:xfrm>
            <a:custGeom>
              <a:rect b="b" l="l" r="r" t="t"/>
              <a:pathLst>
                <a:path extrusionOk="0" h="741" w="3729">
                  <a:moveTo>
                    <a:pt x="0" y="1"/>
                  </a:moveTo>
                  <a:lnTo>
                    <a:pt x="0" y="741"/>
                  </a:lnTo>
                  <a:lnTo>
                    <a:pt x="3113" y="741"/>
                  </a:lnTo>
                  <a:cubicBezTo>
                    <a:pt x="3368" y="741"/>
                    <a:pt x="3608" y="597"/>
                    <a:pt x="3728" y="371"/>
                  </a:cubicBezTo>
                  <a:cubicBezTo>
                    <a:pt x="3608" y="140"/>
                    <a:pt x="3368" y="1"/>
                    <a:pt x="3113"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86"/>
            <p:cNvSpPr/>
            <p:nvPr/>
          </p:nvSpPr>
          <p:spPr>
            <a:xfrm>
              <a:off x="4129460" y="3648025"/>
              <a:ext cx="74220" cy="28824"/>
            </a:xfrm>
            <a:custGeom>
              <a:rect b="b" l="l" r="r" t="t"/>
              <a:pathLst>
                <a:path extrusionOk="0" h="1101" w="2835">
                  <a:moveTo>
                    <a:pt x="0" y="1"/>
                  </a:moveTo>
                  <a:lnTo>
                    <a:pt x="0" y="1101"/>
                  </a:lnTo>
                  <a:lnTo>
                    <a:pt x="1907" y="1101"/>
                  </a:lnTo>
                  <a:cubicBezTo>
                    <a:pt x="2417" y="1101"/>
                    <a:pt x="2835" y="688"/>
                    <a:pt x="2835" y="179"/>
                  </a:cubicBezTo>
                  <a:lnTo>
                    <a:pt x="2835"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86"/>
            <p:cNvSpPr/>
            <p:nvPr/>
          </p:nvSpPr>
          <p:spPr>
            <a:xfrm>
              <a:off x="4159881" y="3363658"/>
              <a:ext cx="36390" cy="22803"/>
            </a:xfrm>
            <a:custGeom>
              <a:rect b="b" l="l" r="r" t="t"/>
              <a:pathLst>
                <a:path extrusionOk="0" h="871" w="1390">
                  <a:moveTo>
                    <a:pt x="1" y="1"/>
                  </a:moveTo>
                  <a:lnTo>
                    <a:pt x="1" y="871"/>
                  </a:lnTo>
                  <a:lnTo>
                    <a:pt x="1389" y="871"/>
                  </a:lnTo>
                  <a:lnTo>
                    <a:pt x="1389"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86"/>
            <p:cNvSpPr/>
            <p:nvPr/>
          </p:nvSpPr>
          <p:spPr>
            <a:xfrm>
              <a:off x="4159881" y="3363658"/>
              <a:ext cx="13875" cy="22803"/>
            </a:xfrm>
            <a:custGeom>
              <a:rect b="b" l="l" r="r" t="t"/>
              <a:pathLst>
                <a:path extrusionOk="0" h="871" w="530">
                  <a:moveTo>
                    <a:pt x="1" y="1"/>
                  </a:moveTo>
                  <a:lnTo>
                    <a:pt x="1" y="871"/>
                  </a:lnTo>
                  <a:lnTo>
                    <a:pt x="529" y="871"/>
                  </a:lnTo>
                  <a:lnTo>
                    <a:pt x="52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86"/>
            <p:cNvSpPr/>
            <p:nvPr/>
          </p:nvSpPr>
          <p:spPr>
            <a:xfrm>
              <a:off x="4043171" y="3696825"/>
              <a:ext cx="221378" cy="23038"/>
            </a:xfrm>
            <a:custGeom>
              <a:rect b="b" l="l" r="r" t="t"/>
              <a:pathLst>
                <a:path extrusionOk="0" h="880" w="8456">
                  <a:moveTo>
                    <a:pt x="428" y="1"/>
                  </a:moveTo>
                  <a:cubicBezTo>
                    <a:pt x="188" y="6"/>
                    <a:pt x="1" y="203"/>
                    <a:pt x="1" y="438"/>
                  </a:cubicBezTo>
                  <a:cubicBezTo>
                    <a:pt x="1" y="678"/>
                    <a:pt x="188" y="870"/>
                    <a:pt x="428" y="880"/>
                  </a:cubicBezTo>
                  <a:lnTo>
                    <a:pt x="8014" y="880"/>
                  </a:lnTo>
                  <a:cubicBezTo>
                    <a:pt x="8259" y="880"/>
                    <a:pt x="8456" y="683"/>
                    <a:pt x="8456" y="438"/>
                  </a:cubicBezTo>
                  <a:cubicBezTo>
                    <a:pt x="8456" y="198"/>
                    <a:pt x="8259" y="1"/>
                    <a:pt x="8014"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86"/>
            <p:cNvSpPr/>
            <p:nvPr/>
          </p:nvSpPr>
          <p:spPr>
            <a:xfrm>
              <a:off x="4084038" y="3696825"/>
              <a:ext cx="180642" cy="23038"/>
            </a:xfrm>
            <a:custGeom>
              <a:rect b="b" l="l" r="r" t="t"/>
              <a:pathLst>
                <a:path extrusionOk="0" h="880" w="6900">
                  <a:moveTo>
                    <a:pt x="424" y="1"/>
                  </a:moveTo>
                  <a:cubicBezTo>
                    <a:pt x="188" y="6"/>
                    <a:pt x="1" y="203"/>
                    <a:pt x="1" y="438"/>
                  </a:cubicBezTo>
                  <a:cubicBezTo>
                    <a:pt x="1" y="678"/>
                    <a:pt x="188" y="870"/>
                    <a:pt x="424" y="880"/>
                  </a:cubicBezTo>
                  <a:lnTo>
                    <a:pt x="6453" y="880"/>
                  </a:lnTo>
                  <a:cubicBezTo>
                    <a:pt x="6698" y="880"/>
                    <a:pt x="6895" y="683"/>
                    <a:pt x="6895" y="438"/>
                  </a:cubicBezTo>
                  <a:lnTo>
                    <a:pt x="6899" y="438"/>
                  </a:lnTo>
                  <a:cubicBezTo>
                    <a:pt x="6899" y="198"/>
                    <a:pt x="6698" y="1"/>
                    <a:pt x="6458"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86"/>
            <p:cNvSpPr/>
            <p:nvPr/>
          </p:nvSpPr>
          <p:spPr>
            <a:xfrm>
              <a:off x="4101029" y="3428951"/>
              <a:ext cx="30578" cy="26154"/>
            </a:xfrm>
            <a:custGeom>
              <a:rect b="b" l="l" r="r" t="t"/>
              <a:pathLst>
                <a:path extrusionOk="0" h="999" w="1168">
                  <a:moveTo>
                    <a:pt x="668" y="0"/>
                  </a:moveTo>
                  <a:cubicBezTo>
                    <a:pt x="221" y="0"/>
                    <a:pt x="0" y="538"/>
                    <a:pt x="313" y="851"/>
                  </a:cubicBezTo>
                  <a:cubicBezTo>
                    <a:pt x="415" y="953"/>
                    <a:pt x="541" y="999"/>
                    <a:pt x="664" y="999"/>
                  </a:cubicBezTo>
                  <a:cubicBezTo>
                    <a:pt x="922" y="999"/>
                    <a:pt x="1168" y="799"/>
                    <a:pt x="1168" y="500"/>
                  </a:cubicBezTo>
                  <a:cubicBezTo>
                    <a:pt x="1168" y="221"/>
                    <a:pt x="942" y="0"/>
                    <a:pt x="668"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86"/>
            <p:cNvSpPr/>
            <p:nvPr/>
          </p:nvSpPr>
          <p:spPr>
            <a:xfrm>
              <a:off x="4082912" y="3627029"/>
              <a:ext cx="30604" cy="26180"/>
            </a:xfrm>
            <a:custGeom>
              <a:rect b="b" l="l" r="r" t="t"/>
              <a:pathLst>
                <a:path extrusionOk="0" h="1000" w="1169">
                  <a:moveTo>
                    <a:pt x="668" y="1"/>
                  </a:moveTo>
                  <a:cubicBezTo>
                    <a:pt x="226" y="1"/>
                    <a:pt x="1" y="539"/>
                    <a:pt x="318" y="851"/>
                  </a:cubicBezTo>
                  <a:cubicBezTo>
                    <a:pt x="419" y="953"/>
                    <a:pt x="543" y="999"/>
                    <a:pt x="666" y="999"/>
                  </a:cubicBezTo>
                  <a:cubicBezTo>
                    <a:pt x="922" y="999"/>
                    <a:pt x="1168" y="799"/>
                    <a:pt x="1168" y="500"/>
                  </a:cubicBezTo>
                  <a:cubicBezTo>
                    <a:pt x="1168" y="222"/>
                    <a:pt x="947" y="1"/>
                    <a:pt x="668"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86"/>
            <p:cNvSpPr/>
            <p:nvPr/>
          </p:nvSpPr>
          <p:spPr>
            <a:xfrm>
              <a:off x="3988847" y="3358134"/>
              <a:ext cx="281121" cy="367279"/>
            </a:xfrm>
            <a:custGeom>
              <a:rect b="b" l="l" r="r" t="t"/>
              <a:pathLst>
                <a:path extrusionOk="0" h="14029" w="10738">
                  <a:moveTo>
                    <a:pt x="7716" y="419"/>
                  </a:moveTo>
                  <a:lnTo>
                    <a:pt x="7716" y="870"/>
                  </a:lnTo>
                  <a:lnTo>
                    <a:pt x="6745" y="870"/>
                  </a:lnTo>
                  <a:lnTo>
                    <a:pt x="6745" y="419"/>
                  </a:lnTo>
                  <a:close/>
                  <a:moveTo>
                    <a:pt x="8162" y="1288"/>
                  </a:moveTo>
                  <a:lnTo>
                    <a:pt x="8162" y="6299"/>
                  </a:lnTo>
                  <a:lnTo>
                    <a:pt x="6303" y="6299"/>
                  </a:lnTo>
                  <a:lnTo>
                    <a:pt x="6303" y="1288"/>
                  </a:lnTo>
                  <a:close/>
                  <a:moveTo>
                    <a:pt x="7019" y="6712"/>
                  </a:moveTo>
                  <a:lnTo>
                    <a:pt x="7019" y="7399"/>
                  </a:lnTo>
                  <a:lnTo>
                    <a:pt x="6659" y="7399"/>
                  </a:lnTo>
                  <a:lnTo>
                    <a:pt x="6659" y="6712"/>
                  </a:lnTo>
                  <a:close/>
                  <a:moveTo>
                    <a:pt x="7802" y="6712"/>
                  </a:moveTo>
                  <a:lnTo>
                    <a:pt x="7802" y="8148"/>
                  </a:lnTo>
                  <a:lnTo>
                    <a:pt x="7442" y="8148"/>
                  </a:lnTo>
                  <a:lnTo>
                    <a:pt x="7442" y="6712"/>
                  </a:lnTo>
                  <a:close/>
                  <a:moveTo>
                    <a:pt x="8484" y="9882"/>
                  </a:moveTo>
                  <a:cubicBezTo>
                    <a:pt x="8753" y="9882"/>
                    <a:pt x="8974" y="10103"/>
                    <a:pt x="8974" y="10377"/>
                  </a:cubicBezTo>
                  <a:cubicBezTo>
                    <a:pt x="8974" y="10646"/>
                    <a:pt x="8758" y="10867"/>
                    <a:pt x="8484" y="10867"/>
                  </a:cubicBezTo>
                  <a:lnTo>
                    <a:pt x="5578" y="10867"/>
                  </a:lnTo>
                  <a:lnTo>
                    <a:pt x="5578" y="9882"/>
                  </a:lnTo>
                  <a:close/>
                  <a:moveTo>
                    <a:pt x="7994" y="11285"/>
                  </a:moveTo>
                  <a:cubicBezTo>
                    <a:pt x="7975" y="11665"/>
                    <a:pt x="7663" y="11963"/>
                    <a:pt x="7278" y="11963"/>
                  </a:cubicBezTo>
                  <a:lnTo>
                    <a:pt x="5578" y="11963"/>
                  </a:lnTo>
                  <a:lnTo>
                    <a:pt x="5578" y="11285"/>
                  </a:lnTo>
                  <a:close/>
                  <a:moveTo>
                    <a:pt x="7163" y="12381"/>
                  </a:moveTo>
                  <a:lnTo>
                    <a:pt x="7163" y="12726"/>
                  </a:lnTo>
                  <a:lnTo>
                    <a:pt x="5578" y="12726"/>
                  </a:lnTo>
                  <a:lnTo>
                    <a:pt x="5578" y="12381"/>
                  </a:lnTo>
                  <a:close/>
                  <a:moveTo>
                    <a:pt x="6092" y="1"/>
                  </a:moveTo>
                  <a:cubicBezTo>
                    <a:pt x="5813" y="1"/>
                    <a:pt x="5813" y="419"/>
                    <a:pt x="6092" y="419"/>
                  </a:cubicBezTo>
                  <a:lnTo>
                    <a:pt x="6327" y="419"/>
                  </a:lnTo>
                  <a:lnTo>
                    <a:pt x="6327" y="870"/>
                  </a:lnTo>
                  <a:lnTo>
                    <a:pt x="6092" y="870"/>
                  </a:lnTo>
                  <a:cubicBezTo>
                    <a:pt x="5976" y="870"/>
                    <a:pt x="5880" y="966"/>
                    <a:pt x="5880" y="1082"/>
                  </a:cubicBezTo>
                  <a:lnTo>
                    <a:pt x="5880" y="1648"/>
                  </a:lnTo>
                  <a:lnTo>
                    <a:pt x="5371" y="1648"/>
                  </a:lnTo>
                  <a:cubicBezTo>
                    <a:pt x="4482" y="1648"/>
                    <a:pt x="3608" y="1869"/>
                    <a:pt x="2825" y="2287"/>
                  </a:cubicBezTo>
                  <a:cubicBezTo>
                    <a:pt x="2602" y="2393"/>
                    <a:pt x="2718" y="2690"/>
                    <a:pt x="2910" y="2690"/>
                  </a:cubicBezTo>
                  <a:cubicBezTo>
                    <a:pt x="2945" y="2690"/>
                    <a:pt x="2983" y="2680"/>
                    <a:pt x="3022" y="2657"/>
                  </a:cubicBezTo>
                  <a:cubicBezTo>
                    <a:pt x="3743" y="2268"/>
                    <a:pt x="4550" y="2066"/>
                    <a:pt x="5371" y="2066"/>
                  </a:cubicBezTo>
                  <a:lnTo>
                    <a:pt x="5880" y="2066"/>
                  </a:lnTo>
                  <a:lnTo>
                    <a:pt x="5880" y="4146"/>
                  </a:lnTo>
                  <a:lnTo>
                    <a:pt x="5371" y="4146"/>
                  </a:lnTo>
                  <a:cubicBezTo>
                    <a:pt x="3824" y="4146"/>
                    <a:pt x="2561" y="5372"/>
                    <a:pt x="2503" y="6914"/>
                  </a:cubicBezTo>
                  <a:cubicBezTo>
                    <a:pt x="2450" y="8451"/>
                    <a:pt x="3622" y="9762"/>
                    <a:pt x="5160" y="9878"/>
                  </a:cubicBezTo>
                  <a:lnTo>
                    <a:pt x="5160" y="11958"/>
                  </a:lnTo>
                  <a:cubicBezTo>
                    <a:pt x="3080" y="11871"/>
                    <a:pt x="1278" y="10493"/>
                    <a:pt x="649" y="8504"/>
                  </a:cubicBezTo>
                  <a:cubicBezTo>
                    <a:pt x="24" y="6520"/>
                    <a:pt x="706" y="4353"/>
                    <a:pt x="2359" y="3085"/>
                  </a:cubicBezTo>
                  <a:cubicBezTo>
                    <a:pt x="2528" y="2948"/>
                    <a:pt x="2398" y="2714"/>
                    <a:pt x="2228" y="2714"/>
                  </a:cubicBezTo>
                  <a:cubicBezTo>
                    <a:pt x="2189" y="2714"/>
                    <a:pt x="2149" y="2726"/>
                    <a:pt x="2109" y="2753"/>
                  </a:cubicBezTo>
                  <a:cubicBezTo>
                    <a:pt x="1465" y="3248"/>
                    <a:pt x="942" y="3877"/>
                    <a:pt x="577" y="4603"/>
                  </a:cubicBezTo>
                  <a:cubicBezTo>
                    <a:pt x="197" y="5347"/>
                    <a:pt x="0" y="6179"/>
                    <a:pt x="5" y="7014"/>
                  </a:cubicBezTo>
                  <a:cubicBezTo>
                    <a:pt x="5" y="9897"/>
                    <a:pt x="2282" y="12260"/>
                    <a:pt x="5160" y="12376"/>
                  </a:cubicBezTo>
                  <a:lnTo>
                    <a:pt x="5160" y="12731"/>
                  </a:lnTo>
                  <a:lnTo>
                    <a:pt x="2503" y="12731"/>
                  </a:lnTo>
                  <a:cubicBezTo>
                    <a:pt x="2143" y="12731"/>
                    <a:pt x="1855" y="13020"/>
                    <a:pt x="1855" y="13380"/>
                  </a:cubicBezTo>
                  <a:cubicBezTo>
                    <a:pt x="1855" y="13735"/>
                    <a:pt x="2143" y="14028"/>
                    <a:pt x="2503" y="14028"/>
                  </a:cubicBezTo>
                  <a:lnTo>
                    <a:pt x="10089" y="14028"/>
                  </a:lnTo>
                  <a:cubicBezTo>
                    <a:pt x="10449" y="14028"/>
                    <a:pt x="10737" y="13735"/>
                    <a:pt x="10737" y="13380"/>
                  </a:cubicBezTo>
                  <a:cubicBezTo>
                    <a:pt x="10737" y="13020"/>
                    <a:pt x="10449" y="12731"/>
                    <a:pt x="10089" y="12731"/>
                  </a:cubicBezTo>
                  <a:lnTo>
                    <a:pt x="10089" y="12726"/>
                  </a:lnTo>
                  <a:lnTo>
                    <a:pt x="9118" y="12726"/>
                  </a:lnTo>
                  <a:cubicBezTo>
                    <a:pt x="8840" y="12726"/>
                    <a:pt x="8840" y="13144"/>
                    <a:pt x="9118" y="13144"/>
                  </a:cubicBezTo>
                  <a:lnTo>
                    <a:pt x="10089" y="13144"/>
                  </a:lnTo>
                  <a:cubicBezTo>
                    <a:pt x="10401" y="13144"/>
                    <a:pt x="10401" y="13610"/>
                    <a:pt x="10089" y="13610"/>
                  </a:cubicBezTo>
                  <a:lnTo>
                    <a:pt x="2503" y="13610"/>
                  </a:lnTo>
                  <a:cubicBezTo>
                    <a:pt x="2191" y="13610"/>
                    <a:pt x="2191" y="13144"/>
                    <a:pt x="2503" y="13144"/>
                  </a:cubicBezTo>
                  <a:lnTo>
                    <a:pt x="8287" y="13144"/>
                  </a:lnTo>
                  <a:cubicBezTo>
                    <a:pt x="8561" y="13144"/>
                    <a:pt x="8561" y="12726"/>
                    <a:pt x="8287" y="12726"/>
                  </a:cubicBezTo>
                  <a:lnTo>
                    <a:pt x="7576" y="12726"/>
                  </a:lnTo>
                  <a:lnTo>
                    <a:pt x="7576" y="12342"/>
                  </a:lnTo>
                  <a:cubicBezTo>
                    <a:pt x="8057" y="12208"/>
                    <a:pt x="8393" y="11780"/>
                    <a:pt x="8407" y="11285"/>
                  </a:cubicBezTo>
                  <a:lnTo>
                    <a:pt x="8484" y="11285"/>
                  </a:lnTo>
                  <a:cubicBezTo>
                    <a:pt x="8984" y="11285"/>
                    <a:pt x="9392" y="10877"/>
                    <a:pt x="9392" y="10377"/>
                  </a:cubicBezTo>
                  <a:cubicBezTo>
                    <a:pt x="9392" y="9873"/>
                    <a:pt x="8984" y="9469"/>
                    <a:pt x="8484" y="9469"/>
                  </a:cubicBezTo>
                  <a:lnTo>
                    <a:pt x="5371" y="9469"/>
                  </a:lnTo>
                  <a:cubicBezTo>
                    <a:pt x="4016" y="9469"/>
                    <a:pt x="2916" y="8369"/>
                    <a:pt x="2916" y="7014"/>
                  </a:cubicBezTo>
                  <a:cubicBezTo>
                    <a:pt x="2916" y="5660"/>
                    <a:pt x="4016" y="4560"/>
                    <a:pt x="5371" y="4560"/>
                  </a:cubicBezTo>
                  <a:lnTo>
                    <a:pt x="5885" y="4560"/>
                  </a:lnTo>
                  <a:lnTo>
                    <a:pt x="5885" y="6505"/>
                  </a:lnTo>
                  <a:cubicBezTo>
                    <a:pt x="5885" y="6621"/>
                    <a:pt x="5976" y="6712"/>
                    <a:pt x="6092" y="6712"/>
                  </a:cubicBezTo>
                  <a:lnTo>
                    <a:pt x="6245" y="6712"/>
                  </a:lnTo>
                  <a:lnTo>
                    <a:pt x="6245" y="7605"/>
                  </a:lnTo>
                  <a:cubicBezTo>
                    <a:pt x="6245" y="7721"/>
                    <a:pt x="6337" y="7812"/>
                    <a:pt x="6452" y="7812"/>
                  </a:cubicBezTo>
                  <a:lnTo>
                    <a:pt x="7024" y="7812"/>
                  </a:lnTo>
                  <a:lnTo>
                    <a:pt x="7024" y="8355"/>
                  </a:lnTo>
                  <a:cubicBezTo>
                    <a:pt x="7024" y="8470"/>
                    <a:pt x="7115" y="8561"/>
                    <a:pt x="7230" y="8561"/>
                  </a:cubicBezTo>
                  <a:lnTo>
                    <a:pt x="8009" y="8561"/>
                  </a:lnTo>
                  <a:cubicBezTo>
                    <a:pt x="8124" y="8561"/>
                    <a:pt x="8215" y="8470"/>
                    <a:pt x="8215" y="8355"/>
                  </a:cubicBezTo>
                  <a:lnTo>
                    <a:pt x="8215" y="6712"/>
                  </a:lnTo>
                  <a:lnTo>
                    <a:pt x="8369" y="6712"/>
                  </a:lnTo>
                  <a:cubicBezTo>
                    <a:pt x="8484" y="6712"/>
                    <a:pt x="8575" y="6621"/>
                    <a:pt x="8575" y="6505"/>
                  </a:cubicBezTo>
                  <a:lnTo>
                    <a:pt x="8575" y="1082"/>
                  </a:lnTo>
                  <a:cubicBezTo>
                    <a:pt x="8575" y="966"/>
                    <a:pt x="8484" y="870"/>
                    <a:pt x="8369" y="870"/>
                  </a:cubicBezTo>
                  <a:lnTo>
                    <a:pt x="8133" y="870"/>
                  </a:lnTo>
                  <a:lnTo>
                    <a:pt x="8133" y="419"/>
                  </a:lnTo>
                  <a:lnTo>
                    <a:pt x="8369" y="419"/>
                  </a:lnTo>
                  <a:cubicBezTo>
                    <a:pt x="8648" y="419"/>
                    <a:pt x="8648" y="1"/>
                    <a:pt x="83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86"/>
            <p:cNvSpPr/>
            <p:nvPr/>
          </p:nvSpPr>
          <p:spPr>
            <a:xfrm>
              <a:off x="4093725" y="3423453"/>
              <a:ext cx="43302" cy="37097"/>
            </a:xfrm>
            <a:custGeom>
              <a:rect b="b" l="l" r="r" t="t"/>
              <a:pathLst>
                <a:path extrusionOk="0" h="1417" w="1654">
                  <a:moveTo>
                    <a:pt x="950" y="416"/>
                  </a:moveTo>
                  <a:cubicBezTo>
                    <a:pt x="1022" y="416"/>
                    <a:pt x="1095" y="443"/>
                    <a:pt x="1154" y="503"/>
                  </a:cubicBezTo>
                  <a:cubicBezTo>
                    <a:pt x="1336" y="686"/>
                    <a:pt x="1207" y="998"/>
                    <a:pt x="947" y="998"/>
                  </a:cubicBezTo>
                  <a:cubicBezTo>
                    <a:pt x="784" y="998"/>
                    <a:pt x="654" y="868"/>
                    <a:pt x="654" y="710"/>
                  </a:cubicBezTo>
                  <a:cubicBezTo>
                    <a:pt x="654" y="534"/>
                    <a:pt x="799" y="416"/>
                    <a:pt x="950" y="416"/>
                  </a:cubicBezTo>
                  <a:close/>
                  <a:moveTo>
                    <a:pt x="945" y="0"/>
                  </a:moveTo>
                  <a:cubicBezTo>
                    <a:pt x="771" y="0"/>
                    <a:pt x="593" y="65"/>
                    <a:pt x="448" y="210"/>
                  </a:cubicBezTo>
                  <a:cubicBezTo>
                    <a:pt x="1" y="652"/>
                    <a:pt x="318" y="1416"/>
                    <a:pt x="947" y="1416"/>
                  </a:cubicBezTo>
                  <a:cubicBezTo>
                    <a:pt x="1336" y="1416"/>
                    <a:pt x="1653" y="1099"/>
                    <a:pt x="1653" y="710"/>
                  </a:cubicBezTo>
                  <a:cubicBezTo>
                    <a:pt x="1653" y="282"/>
                    <a:pt x="1307" y="0"/>
                    <a:pt x="9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86"/>
            <p:cNvSpPr/>
            <p:nvPr/>
          </p:nvSpPr>
          <p:spPr>
            <a:xfrm>
              <a:off x="4075634" y="3621505"/>
              <a:ext cx="43406" cy="37123"/>
            </a:xfrm>
            <a:custGeom>
              <a:rect b="b" l="l" r="r" t="t"/>
              <a:pathLst>
                <a:path extrusionOk="0" h="1418" w="1658">
                  <a:moveTo>
                    <a:pt x="951" y="419"/>
                  </a:moveTo>
                  <a:cubicBezTo>
                    <a:pt x="1022" y="419"/>
                    <a:pt x="1094" y="446"/>
                    <a:pt x="1153" y="505"/>
                  </a:cubicBezTo>
                  <a:cubicBezTo>
                    <a:pt x="1336" y="687"/>
                    <a:pt x="1206" y="999"/>
                    <a:pt x="946" y="999"/>
                  </a:cubicBezTo>
                  <a:cubicBezTo>
                    <a:pt x="788" y="999"/>
                    <a:pt x="658" y="870"/>
                    <a:pt x="658" y="711"/>
                  </a:cubicBezTo>
                  <a:cubicBezTo>
                    <a:pt x="658" y="536"/>
                    <a:pt x="801" y="419"/>
                    <a:pt x="951" y="419"/>
                  </a:cubicBezTo>
                  <a:close/>
                  <a:moveTo>
                    <a:pt x="942" y="0"/>
                  </a:moveTo>
                  <a:cubicBezTo>
                    <a:pt x="768" y="0"/>
                    <a:pt x="591" y="64"/>
                    <a:pt x="447" y="207"/>
                  </a:cubicBezTo>
                  <a:cubicBezTo>
                    <a:pt x="0" y="654"/>
                    <a:pt x="317" y="1417"/>
                    <a:pt x="946" y="1417"/>
                  </a:cubicBezTo>
                  <a:cubicBezTo>
                    <a:pt x="1340" y="1417"/>
                    <a:pt x="1657" y="1100"/>
                    <a:pt x="1657" y="711"/>
                  </a:cubicBezTo>
                  <a:cubicBezTo>
                    <a:pt x="1657" y="282"/>
                    <a:pt x="1307" y="0"/>
                    <a:pt x="9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8" name="Google Shape;13418;p86"/>
          <p:cNvGrpSpPr/>
          <p:nvPr/>
        </p:nvGrpSpPr>
        <p:grpSpPr>
          <a:xfrm>
            <a:off x="3951620" y="2906032"/>
            <a:ext cx="370290" cy="366729"/>
            <a:chOff x="3951620" y="2906032"/>
            <a:chExt cx="370290" cy="366729"/>
          </a:xfrm>
        </p:grpSpPr>
        <p:sp>
          <p:nvSpPr>
            <p:cNvPr id="13419" name="Google Shape;13419;p86"/>
            <p:cNvSpPr/>
            <p:nvPr/>
          </p:nvSpPr>
          <p:spPr>
            <a:xfrm>
              <a:off x="3957641" y="2911398"/>
              <a:ext cx="358352" cy="355865"/>
            </a:xfrm>
            <a:custGeom>
              <a:rect b="b" l="l" r="r" t="t"/>
              <a:pathLst>
                <a:path extrusionOk="0" h="13593" w="13688">
                  <a:moveTo>
                    <a:pt x="11165" y="1"/>
                  </a:moveTo>
                  <a:cubicBezTo>
                    <a:pt x="11041" y="1"/>
                    <a:pt x="10916" y="49"/>
                    <a:pt x="10820" y="145"/>
                  </a:cubicBezTo>
                  <a:lnTo>
                    <a:pt x="193" y="10771"/>
                  </a:lnTo>
                  <a:cubicBezTo>
                    <a:pt x="1" y="10964"/>
                    <a:pt x="1" y="11271"/>
                    <a:pt x="193" y="11458"/>
                  </a:cubicBezTo>
                  <a:lnTo>
                    <a:pt x="2182" y="13452"/>
                  </a:lnTo>
                  <a:cubicBezTo>
                    <a:pt x="2276" y="13546"/>
                    <a:pt x="2400" y="13593"/>
                    <a:pt x="2525" y="13593"/>
                  </a:cubicBezTo>
                  <a:cubicBezTo>
                    <a:pt x="2650" y="13593"/>
                    <a:pt x="2775" y="13546"/>
                    <a:pt x="2869" y="13452"/>
                  </a:cubicBezTo>
                  <a:lnTo>
                    <a:pt x="13500" y="2821"/>
                  </a:lnTo>
                  <a:cubicBezTo>
                    <a:pt x="13688" y="2633"/>
                    <a:pt x="13688" y="2326"/>
                    <a:pt x="13500" y="2134"/>
                  </a:cubicBezTo>
                  <a:lnTo>
                    <a:pt x="11511" y="145"/>
                  </a:lnTo>
                  <a:cubicBezTo>
                    <a:pt x="11415" y="49"/>
                    <a:pt x="11290" y="1"/>
                    <a:pt x="11165"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86"/>
            <p:cNvSpPr/>
            <p:nvPr/>
          </p:nvSpPr>
          <p:spPr>
            <a:xfrm>
              <a:off x="3951620" y="2906032"/>
              <a:ext cx="370290" cy="366729"/>
            </a:xfrm>
            <a:custGeom>
              <a:rect b="b" l="l" r="r" t="t"/>
              <a:pathLst>
                <a:path extrusionOk="0" h="14008" w="14144">
                  <a:moveTo>
                    <a:pt x="11386" y="0"/>
                  </a:moveTo>
                  <a:cubicBezTo>
                    <a:pt x="11208" y="0"/>
                    <a:pt x="11030" y="69"/>
                    <a:pt x="10896" y="206"/>
                  </a:cubicBezTo>
                  <a:lnTo>
                    <a:pt x="264" y="10832"/>
                  </a:lnTo>
                  <a:cubicBezTo>
                    <a:pt x="0" y="11106"/>
                    <a:pt x="5" y="11543"/>
                    <a:pt x="274" y="11812"/>
                  </a:cubicBezTo>
                  <a:lnTo>
                    <a:pt x="2263" y="13806"/>
                  </a:lnTo>
                  <a:cubicBezTo>
                    <a:pt x="2400" y="13940"/>
                    <a:pt x="2578" y="14008"/>
                    <a:pt x="2755" y="14008"/>
                  </a:cubicBezTo>
                  <a:cubicBezTo>
                    <a:pt x="2933" y="14008"/>
                    <a:pt x="3111" y="13940"/>
                    <a:pt x="3248" y="13806"/>
                  </a:cubicBezTo>
                  <a:lnTo>
                    <a:pt x="11833" y="5221"/>
                  </a:lnTo>
                  <a:cubicBezTo>
                    <a:pt x="11970" y="5069"/>
                    <a:pt x="11835" y="4869"/>
                    <a:pt x="11676" y="4869"/>
                  </a:cubicBezTo>
                  <a:cubicBezTo>
                    <a:pt x="11629" y="4869"/>
                    <a:pt x="11580" y="4886"/>
                    <a:pt x="11535" y="4928"/>
                  </a:cubicBezTo>
                  <a:lnTo>
                    <a:pt x="2950" y="13508"/>
                  </a:lnTo>
                  <a:cubicBezTo>
                    <a:pt x="2897" y="13561"/>
                    <a:pt x="2826" y="13587"/>
                    <a:pt x="2755" y="13587"/>
                  </a:cubicBezTo>
                  <a:cubicBezTo>
                    <a:pt x="2684" y="13587"/>
                    <a:pt x="2614" y="13561"/>
                    <a:pt x="2561" y="13508"/>
                  </a:cubicBezTo>
                  <a:lnTo>
                    <a:pt x="572" y="11519"/>
                  </a:lnTo>
                  <a:cubicBezTo>
                    <a:pt x="461" y="11409"/>
                    <a:pt x="461" y="11236"/>
                    <a:pt x="572" y="11125"/>
                  </a:cubicBezTo>
                  <a:lnTo>
                    <a:pt x="884" y="10808"/>
                  </a:lnTo>
                  <a:lnTo>
                    <a:pt x="1384" y="11308"/>
                  </a:lnTo>
                  <a:cubicBezTo>
                    <a:pt x="1428" y="11348"/>
                    <a:pt x="1476" y="11365"/>
                    <a:pt x="1522" y="11365"/>
                  </a:cubicBezTo>
                  <a:cubicBezTo>
                    <a:pt x="1681" y="11365"/>
                    <a:pt x="1815" y="11163"/>
                    <a:pt x="1677" y="11010"/>
                  </a:cubicBezTo>
                  <a:lnTo>
                    <a:pt x="1182" y="10515"/>
                  </a:lnTo>
                  <a:lnTo>
                    <a:pt x="1850" y="9843"/>
                  </a:lnTo>
                  <a:lnTo>
                    <a:pt x="2345" y="10342"/>
                  </a:lnTo>
                  <a:cubicBezTo>
                    <a:pt x="2389" y="10382"/>
                    <a:pt x="2437" y="10399"/>
                    <a:pt x="2483" y="10399"/>
                  </a:cubicBezTo>
                  <a:cubicBezTo>
                    <a:pt x="2644" y="10399"/>
                    <a:pt x="2780" y="10197"/>
                    <a:pt x="2642" y="10044"/>
                  </a:cubicBezTo>
                  <a:lnTo>
                    <a:pt x="2148" y="9550"/>
                  </a:lnTo>
                  <a:lnTo>
                    <a:pt x="2815" y="8877"/>
                  </a:lnTo>
                  <a:lnTo>
                    <a:pt x="3589" y="9655"/>
                  </a:lnTo>
                  <a:cubicBezTo>
                    <a:pt x="3635" y="9701"/>
                    <a:pt x="3687" y="9720"/>
                    <a:pt x="3736" y="9720"/>
                  </a:cubicBezTo>
                  <a:cubicBezTo>
                    <a:pt x="3900" y="9720"/>
                    <a:pt x="4038" y="9509"/>
                    <a:pt x="3887" y="9357"/>
                  </a:cubicBezTo>
                  <a:lnTo>
                    <a:pt x="3113" y="8584"/>
                  </a:lnTo>
                  <a:lnTo>
                    <a:pt x="3781" y="7911"/>
                  </a:lnTo>
                  <a:lnTo>
                    <a:pt x="4276" y="8411"/>
                  </a:lnTo>
                  <a:cubicBezTo>
                    <a:pt x="4322" y="8458"/>
                    <a:pt x="4373" y="8478"/>
                    <a:pt x="4423" y="8478"/>
                  </a:cubicBezTo>
                  <a:cubicBezTo>
                    <a:pt x="4586" y="8478"/>
                    <a:pt x="4728" y="8264"/>
                    <a:pt x="4574" y="8113"/>
                  </a:cubicBezTo>
                  <a:lnTo>
                    <a:pt x="4079" y="7618"/>
                  </a:lnTo>
                  <a:lnTo>
                    <a:pt x="4747" y="6946"/>
                  </a:lnTo>
                  <a:lnTo>
                    <a:pt x="5241" y="7445"/>
                  </a:lnTo>
                  <a:cubicBezTo>
                    <a:pt x="5287" y="7491"/>
                    <a:pt x="5338" y="7510"/>
                    <a:pt x="5387" y="7510"/>
                  </a:cubicBezTo>
                  <a:cubicBezTo>
                    <a:pt x="5550" y="7510"/>
                    <a:pt x="5691" y="7299"/>
                    <a:pt x="5539" y="7148"/>
                  </a:cubicBezTo>
                  <a:lnTo>
                    <a:pt x="5044" y="6653"/>
                  </a:lnTo>
                  <a:lnTo>
                    <a:pt x="5712" y="5985"/>
                  </a:lnTo>
                  <a:lnTo>
                    <a:pt x="6207" y="6480"/>
                  </a:lnTo>
                  <a:cubicBezTo>
                    <a:pt x="6251" y="6520"/>
                    <a:pt x="6300" y="6537"/>
                    <a:pt x="6346" y="6537"/>
                  </a:cubicBezTo>
                  <a:cubicBezTo>
                    <a:pt x="6506" y="6537"/>
                    <a:pt x="6643" y="6335"/>
                    <a:pt x="6505" y="6182"/>
                  </a:cubicBezTo>
                  <a:lnTo>
                    <a:pt x="6005" y="5687"/>
                  </a:lnTo>
                  <a:lnTo>
                    <a:pt x="6678" y="5019"/>
                  </a:lnTo>
                  <a:lnTo>
                    <a:pt x="7451" y="5793"/>
                  </a:lnTo>
                  <a:cubicBezTo>
                    <a:pt x="7498" y="5844"/>
                    <a:pt x="7551" y="5865"/>
                    <a:pt x="7603" y="5865"/>
                  </a:cubicBezTo>
                  <a:cubicBezTo>
                    <a:pt x="7769" y="5865"/>
                    <a:pt x="7914" y="5645"/>
                    <a:pt x="7749" y="5495"/>
                  </a:cubicBezTo>
                  <a:lnTo>
                    <a:pt x="6976" y="4722"/>
                  </a:lnTo>
                  <a:lnTo>
                    <a:pt x="7643" y="4054"/>
                  </a:lnTo>
                  <a:lnTo>
                    <a:pt x="8138" y="4549"/>
                  </a:lnTo>
                  <a:cubicBezTo>
                    <a:pt x="8184" y="4593"/>
                    <a:pt x="8235" y="4612"/>
                    <a:pt x="8283" y="4612"/>
                  </a:cubicBezTo>
                  <a:cubicBezTo>
                    <a:pt x="8445" y="4612"/>
                    <a:pt x="8584" y="4406"/>
                    <a:pt x="8436" y="4251"/>
                  </a:cubicBezTo>
                  <a:lnTo>
                    <a:pt x="7941" y="3756"/>
                  </a:lnTo>
                  <a:lnTo>
                    <a:pt x="8604" y="3088"/>
                  </a:lnTo>
                  <a:lnTo>
                    <a:pt x="9099" y="3583"/>
                  </a:lnTo>
                  <a:cubicBezTo>
                    <a:pt x="9144" y="3623"/>
                    <a:pt x="9193" y="3640"/>
                    <a:pt x="9240" y="3640"/>
                  </a:cubicBezTo>
                  <a:cubicBezTo>
                    <a:pt x="9399" y="3640"/>
                    <a:pt x="9534" y="3442"/>
                    <a:pt x="9397" y="3290"/>
                  </a:cubicBezTo>
                  <a:lnTo>
                    <a:pt x="8902" y="2790"/>
                  </a:lnTo>
                  <a:lnTo>
                    <a:pt x="9570" y="2123"/>
                  </a:lnTo>
                  <a:lnTo>
                    <a:pt x="10065" y="2617"/>
                  </a:lnTo>
                  <a:cubicBezTo>
                    <a:pt x="10110" y="2659"/>
                    <a:pt x="10159" y="2677"/>
                    <a:pt x="10206" y="2677"/>
                  </a:cubicBezTo>
                  <a:cubicBezTo>
                    <a:pt x="10365" y="2677"/>
                    <a:pt x="10500" y="2476"/>
                    <a:pt x="10363" y="2324"/>
                  </a:cubicBezTo>
                  <a:lnTo>
                    <a:pt x="9863" y="1825"/>
                  </a:lnTo>
                  <a:lnTo>
                    <a:pt x="10535" y="1157"/>
                  </a:lnTo>
                  <a:lnTo>
                    <a:pt x="11309" y="1935"/>
                  </a:lnTo>
                  <a:cubicBezTo>
                    <a:pt x="11353" y="1975"/>
                    <a:pt x="11401" y="1992"/>
                    <a:pt x="11448" y="1992"/>
                  </a:cubicBezTo>
                  <a:cubicBezTo>
                    <a:pt x="11608" y="1992"/>
                    <a:pt x="11745" y="1790"/>
                    <a:pt x="11607" y="1637"/>
                  </a:cubicBezTo>
                  <a:lnTo>
                    <a:pt x="10829" y="864"/>
                  </a:lnTo>
                  <a:lnTo>
                    <a:pt x="11189" y="504"/>
                  </a:lnTo>
                  <a:cubicBezTo>
                    <a:pt x="11244" y="448"/>
                    <a:pt x="11315" y="421"/>
                    <a:pt x="11386" y="421"/>
                  </a:cubicBezTo>
                  <a:cubicBezTo>
                    <a:pt x="11457" y="421"/>
                    <a:pt x="11528" y="448"/>
                    <a:pt x="11583" y="504"/>
                  </a:cubicBezTo>
                  <a:lnTo>
                    <a:pt x="13572" y="2492"/>
                  </a:lnTo>
                  <a:cubicBezTo>
                    <a:pt x="13682" y="2598"/>
                    <a:pt x="13682" y="2776"/>
                    <a:pt x="13572" y="2882"/>
                  </a:cubicBezTo>
                  <a:lnTo>
                    <a:pt x="12130" y="4323"/>
                  </a:lnTo>
                  <a:cubicBezTo>
                    <a:pt x="11979" y="4477"/>
                    <a:pt x="12119" y="4686"/>
                    <a:pt x="12282" y="4686"/>
                  </a:cubicBezTo>
                  <a:cubicBezTo>
                    <a:pt x="12331" y="4686"/>
                    <a:pt x="12382" y="4667"/>
                    <a:pt x="12428" y="4621"/>
                  </a:cubicBezTo>
                  <a:lnTo>
                    <a:pt x="13870" y="3179"/>
                  </a:lnTo>
                  <a:cubicBezTo>
                    <a:pt x="14143" y="2910"/>
                    <a:pt x="14143" y="2468"/>
                    <a:pt x="13870" y="2195"/>
                  </a:cubicBezTo>
                  <a:lnTo>
                    <a:pt x="11881" y="206"/>
                  </a:lnTo>
                  <a:cubicBezTo>
                    <a:pt x="11744" y="69"/>
                    <a:pt x="11565" y="0"/>
                    <a:pt x="11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1" name="Google Shape;13421;p86"/>
          <p:cNvGrpSpPr/>
          <p:nvPr/>
        </p:nvGrpSpPr>
        <p:grpSpPr>
          <a:xfrm>
            <a:off x="2145304" y="3358605"/>
            <a:ext cx="404245" cy="388433"/>
            <a:chOff x="2145304" y="3358605"/>
            <a:chExt cx="404245" cy="388433"/>
          </a:xfrm>
        </p:grpSpPr>
        <p:sp>
          <p:nvSpPr>
            <p:cNvPr id="13422" name="Google Shape;13422;p86"/>
            <p:cNvSpPr/>
            <p:nvPr/>
          </p:nvSpPr>
          <p:spPr>
            <a:xfrm>
              <a:off x="2145304" y="3364312"/>
              <a:ext cx="398460" cy="377018"/>
            </a:xfrm>
            <a:custGeom>
              <a:rect b="b" l="l" r="r" t="t"/>
              <a:pathLst>
                <a:path extrusionOk="0" h="14401" w="15220">
                  <a:moveTo>
                    <a:pt x="11130" y="0"/>
                  </a:moveTo>
                  <a:cubicBezTo>
                    <a:pt x="8419" y="0"/>
                    <a:pt x="5762" y="1064"/>
                    <a:pt x="3776" y="3046"/>
                  </a:cubicBezTo>
                  <a:cubicBezTo>
                    <a:pt x="956" y="5866"/>
                    <a:pt x="0" y="10055"/>
                    <a:pt x="1317" y="13821"/>
                  </a:cubicBezTo>
                  <a:cubicBezTo>
                    <a:pt x="2431" y="14209"/>
                    <a:pt x="3588" y="14400"/>
                    <a:pt x="4739" y="14400"/>
                  </a:cubicBezTo>
                  <a:cubicBezTo>
                    <a:pt x="6724" y="14400"/>
                    <a:pt x="8691" y="13832"/>
                    <a:pt x="10396" y="12726"/>
                  </a:cubicBezTo>
                  <a:cubicBezTo>
                    <a:pt x="13091" y="10982"/>
                    <a:pt x="14826" y="8085"/>
                    <a:pt x="15100" y="4881"/>
                  </a:cubicBezTo>
                  <a:cubicBezTo>
                    <a:pt x="15220" y="3425"/>
                    <a:pt x="15032" y="1965"/>
                    <a:pt x="14552" y="581"/>
                  </a:cubicBezTo>
                  <a:cubicBezTo>
                    <a:pt x="13433" y="190"/>
                    <a:pt x="12277" y="0"/>
                    <a:pt x="1113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86"/>
            <p:cNvSpPr/>
            <p:nvPr/>
          </p:nvSpPr>
          <p:spPr>
            <a:xfrm>
              <a:off x="2145304" y="3364286"/>
              <a:ext cx="380971" cy="361755"/>
            </a:xfrm>
            <a:custGeom>
              <a:rect b="b" l="l" r="r" t="t"/>
              <a:pathLst>
                <a:path extrusionOk="0" h="13818" w="14552">
                  <a:moveTo>
                    <a:pt x="11125" y="0"/>
                  </a:moveTo>
                  <a:cubicBezTo>
                    <a:pt x="8415" y="0"/>
                    <a:pt x="5760" y="1061"/>
                    <a:pt x="3776" y="3042"/>
                  </a:cubicBezTo>
                  <a:cubicBezTo>
                    <a:pt x="956" y="5862"/>
                    <a:pt x="0" y="10051"/>
                    <a:pt x="1317" y="13817"/>
                  </a:cubicBezTo>
                  <a:cubicBezTo>
                    <a:pt x="1307" y="12900"/>
                    <a:pt x="1542" y="11853"/>
                    <a:pt x="1999" y="10738"/>
                  </a:cubicBezTo>
                  <a:cubicBezTo>
                    <a:pt x="2186" y="10277"/>
                    <a:pt x="2402" y="9825"/>
                    <a:pt x="2643" y="9388"/>
                  </a:cubicBezTo>
                  <a:cubicBezTo>
                    <a:pt x="3416" y="7971"/>
                    <a:pt x="4511" y="6506"/>
                    <a:pt x="5876" y="5141"/>
                  </a:cubicBezTo>
                  <a:cubicBezTo>
                    <a:pt x="7245" y="3772"/>
                    <a:pt x="8710" y="2682"/>
                    <a:pt x="10127" y="1908"/>
                  </a:cubicBezTo>
                  <a:cubicBezTo>
                    <a:pt x="10564" y="1668"/>
                    <a:pt x="11011" y="1452"/>
                    <a:pt x="11472" y="1260"/>
                  </a:cubicBezTo>
                  <a:cubicBezTo>
                    <a:pt x="12555" y="816"/>
                    <a:pt x="13578" y="582"/>
                    <a:pt x="14472" y="582"/>
                  </a:cubicBezTo>
                  <a:cubicBezTo>
                    <a:pt x="14499" y="582"/>
                    <a:pt x="14525" y="582"/>
                    <a:pt x="14552" y="582"/>
                  </a:cubicBezTo>
                  <a:cubicBezTo>
                    <a:pt x="13431" y="191"/>
                    <a:pt x="12273" y="0"/>
                    <a:pt x="1112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86"/>
            <p:cNvSpPr/>
            <p:nvPr/>
          </p:nvSpPr>
          <p:spPr>
            <a:xfrm>
              <a:off x="2369039" y="3365307"/>
              <a:ext cx="171584" cy="171584"/>
            </a:xfrm>
            <a:custGeom>
              <a:rect b="b" l="l" r="r" t="t"/>
              <a:pathLst>
                <a:path extrusionOk="0" h="6554" w="6554">
                  <a:moveTo>
                    <a:pt x="1706" y="0"/>
                  </a:moveTo>
                  <a:cubicBezTo>
                    <a:pt x="1130" y="48"/>
                    <a:pt x="558" y="145"/>
                    <a:pt x="1" y="289"/>
                  </a:cubicBezTo>
                  <a:lnTo>
                    <a:pt x="6265" y="6553"/>
                  </a:lnTo>
                  <a:cubicBezTo>
                    <a:pt x="6409" y="5991"/>
                    <a:pt x="6505" y="5419"/>
                    <a:pt x="6554" y="4843"/>
                  </a:cubicBezTo>
                  <a:lnTo>
                    <a:pt x="1706"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86"/>
            <p:cNvSpPr/>
            <p:nvPr/>
          </p:nvSpPr>
          <p:spPr>
            <a:xfrm>
              <a:off x="2165541" y="3568674"/>
              <a:ext cx="171584" cy="171584"/>
            </a:xfrm>
            <a:custGeom>
              <a:rect b="b" l="l" r="r" t="t"/>
              <a:pathLst>
                <a:path extrusionOk="0" h="6554" w="6554">
                  <a:moveTo>
                    <a:pt x="289" y="1"/>
                  </a:moveTo>
                  <a:cubicBezTo>
                    <a:pt x="145" y="563"/>
                    <a:pt x="49" y="1134"/>
                    <a:pt x="1" y="1711"/>
                  </a:cubicBezTo>
                  <a:lnTo>
                    <a:pt x="1226" y="2931"/>
                  </a:lnTo>
                  <a:lnTo>
                    <a:pt x="4848" y="6553"/>
                  </a:lnTo>
                  <a:cubicBezTo>
                    <a:pt x="5420" y="6505"/>
                    <a:pt x="5991" y="6409"/>
                    <a:pt x="6554" y="6270"/>
                  </a:cubicBezTo>
                  <a:lnTo>
                    <a:pt x="1870" y="1581"/>
                  </a:lnTo>
                  <a:lnTo>
                    <a:pt x="289"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86"/>
            <p:cNvSpPr/>
            <p:nvPr/>
          </p:nvSpPr>
          <p:spPr>
            <a:xfrm>
              <a:off x="2369039" y="3365307"/>
              <a:ext cx="76629" cy="48957"/>
            </a:xfrm>
            <a:custGeom>
              <a:rect b="b" l="l" r="r" t="t"/>
              <a:pathLst>
                <a:path extrusionOk="0" h="1870" w="2927">
                  <a:moveTo>
                    <a:pt x="1706" y="0"/>
                  </a:moveTo>
                  <a:cubicBezTo>
                    <a:pt x="1130" y="48"/>
                    <a:pt x="558" y="145"/>
                    <a:pt x="1" y="289"/>
                  </a:cubicBezTo>
                  <a:lnTo>
                    <a:pt x="1581" y="1869"/>
                  </a:lnTo>
                  <a:cubicBezTo>
                    <a:pt x="2018" y="1629"/>
                    <a:pt x="2465" y="1413"/>
                    <a:pt x="2926" y="1221"/>
                  </a:cubicBezTo>
                  <a:lnTo>
                    <a:pt x="1706"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86"/>
            <p:cNvSpPr/>
            <p:nvPr/>
          </p:nvSpPr>
          <p:spPr>
            <a:xfrm>
              <a:off x="2264685" y="3468849"/>
              <a:ext cx="176689" cy="167840"/>
            </a:xfrm>
            <a:custGeom>
              <a:rect b="b" l="l" r="r" t="t"/>
              <a:pathLst>
                <a:path extrusionOk="0" h="6411" w="6749">
                  <a:moveTo>
                    <a:pt x="6142" y="1"/>
                  </a:moveTo>
                  <a:cubicBezTo>
                    <a:pt x="6044" y="1"/>
                    <a:pt x="5943" y="37"/>
                    <a:pt x="5851" y="124"/>
                  </a:cubicBezTo>
                  <a:lnTo>
                    <a:pt x="297" y="5682"/>
                  </a:lnTo>
                  <a:cubicBezTo>
                    <a:pt x="1" y="5994"/>
                    <a:pt x="282" y="6411"/>
                    <a:pt x="609" y="6411"/>
                  </a:cubicBezTo>
                  <a:cubicBezTo>
                    <a:pt x="706" y="6411"/>
                    <a:pt x="807" y="6374"/>
                    <a:pt x="898" y="6288"/>
                  </a:cubicBezTo>
                  <a:lnTo>
                    <a:pt x="6456" y="729"/>
                  </a:lnTo>
                  <a:cubicBezTo>
                    <a:pt x="6749" y="418"/>
                    <a:pt x="6470" y="1"/>
                    <a:pt x="614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86"/>
            <p:cNvSpPr/>
            <p:nvPr/>
          </p:nvSpPr>
          <p:spPr>
            <a:xfrm>
              <a:off x="2263402" y="3463430"/>
              <a:ext cx="180616" cy="179071"/>
            </a:xfrm>
            <a:custGeom>
              <a:rect b="b" l="l" r="r" t="t"/>
              <a:pathLst>
                <a:path extrusionOk="0" h="6840" w="6899">
                  <a:moveTo>
                    <a:pt x="6202" y="419"/>
                  </a:moveTo>
                  <a:cubicBezTo>
                    <a:pt x="6361" y="419"/>
                    <a:pt x="6499" y="627"/>
                    <a:pt x="6351" y="778"/>
                  </a:cubicBezTo>
                  <a:lnTo>
                    <a:pt x="5823" y="1306"/>
                  </a:lnTo>
                  <a:lnTo>
                    <a:pt x="5530" y="1013"/>
                  </a:lnTo>
                  <a:lnTo>
                    <a:pt x="6058" y="485"/>
                  </a:lnTo>
                  <a:cubicBezTo>
                    <a:pt x="6103" y="439"/>
                    <a:pt x="6154" y="419"/>
                    <a:pt x="6202" y="419"/>
                  </a:cubicBezTo>
                  <a:close/>
                  <a:moveTo>
                    <a:pt x="5218" y="1325"/>
                  </a:moveTo>
                  <a:lnTo>
                    <a:pt x="5511" y="1619"/>
                  </a:lnTo>
                  <a:lnTo>
                    <a:pt x="4425" y="2709"/>
                  </a:lnTo>
                  <a:lnTo>
                    <a:pt x="4132" y="2411"/>
                  </a:lnTo>
                  <a:lnTo>
                    <a:pt x="5218" y="1325"/>
                  </a:lnTo>
                  <a:close/>
                  <a:moveTo>
                    <a:pt x="3820" y="2723"/>
                  </a:moveTo>
                  <a:lnTo>
                    <a:pt x="4113" y="3017"/>
                  </a:lnTo>
                  <a:lnTo>
                    <a:pt x="3027" y="4102"/>
                  </a:lnTo>
                  <a:lnTo>
                    <a:pt x="2734" y="3809"/>
                  </a:lnTo>
                  <a:lnTo>
                    <a:pt x="3820" y="2723"/>
                  </a:lnTo>
                  <a:close/>
                  <a:moveTo>
                    <a:pt x="2422" y="4121"/>
                  </a:moveTo>
                  <a:lnTo>
                    <a:pt x="2715" y="4414"/>
                  </a:lnTo>
                  <a:lnTo>
                    <a:pt x="1629" y="5500"/>
                  </a:lnTo>
                  <a:lnTo>
                    <a:pt x="1336" y="5207"/>
                  </a:lnTo>
                  <a:lnTo>
                    <a:pt x="2422" y="4121"/>
                  </a:lnTo>
                  <a:close/>
                  <a:moveTo>
                    <a:pt x="1028" y="5519"/>
                  </a:moveTo>
                  <a:lnTo>
                    <a:pt x="1321" y="5812"/>
                  </a:lnTo>
                  <a:lnTo>
                    <a:pt x="793" y="6336"/>
                  </a:lnTo>
                  <a:cubicBezTo>
                    <a:pt x="747" y="6389"/>
                    <a:pt x="693" y="6411"/>
                    <a:pt x="642" y="6411"/>
                  </a:cubicBezTo>
                  <a:cubicBezTo>
                    <a:pt x="479" y="6411"/>
                    <a:pt x="337" y="6193"/>
                    <a:pt x="505" y="6043"/>
                  </a:cubicBezTo>
                  <a:lnTo>
                    <a:pt x="500" y="6043"/>
                  </a:lnTo>
                  <a:lnTo>
                    <a:pt x="1028" y="5519"/>
                  </a:lnTo>
                  <a:close/>
                  <a:moveTo>
                    <a:pt x="6187" y="0"/>
                  </a:moveTo>
                  <a:cubicBezTo>
                    <a:pt x="6029" y="0"/>
                    <a:pt x="5870" y="58"/>
                    <a:pt x="5746" y="173"/>
                  </a:cubicBezTo>
                  <a:lnTo>
                    <a:pt x="5222" y="701"/>
                  </a:lnTo>
                  <a:lnTo>
                    <a:pt x="5016" y="499"/>
                  </a:lnTo>
                  <a:cubicBezTo>
                    <a:pt x="4968" y="451"/>
                    <a:pt x="4914" y="431"/>
                    <a:pt x="4862" y="431"/>
                  </a:cubicBezTo>
                  <a:cubicBezTo>
                    <a:pt x="4693" y="431"/>
                    <a:pt x="4549" y="648"/>
                    <a:pt x="4704" y="807"/>
                  </a:cubicBezTo>
                  <a:lnTo>
                    <a:pt x="4910" y="1013"/>
                  </a:lnTo>
                  <a:lnTo>
                    <a:pt x="3824" y="2099"/>
                  </a:lnTo>
                  <a:lnTo>
                    <a:pt x="3618" y="1897"/>
                  </a:lnTo>
                  <a:cubicBezTo>
                    <a:pt x="3569" y="1847"/>
                    <a:pt x="3515" y="1827"/>
                    <a:pt x="3462" y="1827"/>
                  </a:cubicBezTo>
                  <a:cubicBezTo>
                    <a:pt x="3291" y="1827"/>
                    <a:pt x="3144" y="2047"/>
                    <a:pt x="3306" y="2205"/>
                  </a:cubicBezTo>
                  <a:lnTo>
                    <a:pt x="3512" y="2411"/>
                  </a:lnTo>
                  <a:lnTo>
                    <a:pt x="2426" y="3497"/>
                  </a:lnTo>
                  <a:lnTo>
                    <a:pt x="2220" y="3295"/>
                  </a:lnTo>
                  <a:cubicBezTo>
                    <a:pt x="2172" y="3247"/>
                    <a:pt x="2118" y="3227"/>
                    <a:pt x="2066" y="3227"/>
                  </a:cubicBezTo>
                  <a:cubicBezTo>
                    <a:pt x="1897" y="3227"/>
                    <a:pt x="1753" y="3444"/>
                    <a:pt x="1908" y="3603"/>
                  </a:cubicBezTo>
                  <a:lnTo>
                    <a:pt x="2114" y="3809"/>
                  </a:lnTo>
                  <a:lnTo>
                    <a:pt x="1028" y="4895"/>
                  </a:lnTo>
                  <a:lnTo>
                    <a:pt x="822" y="4693"/>
                  </a:lnTo>
                  <a:cubicBezTo>
                    <a:pt x="774" y="4645"/>
                    <a:pt x="720" y="4625"/>
                    <a:pt x="668" y="4625"/>
                  </a:cubicBezTo>
                  <a:cubicBezTo>
                    <a:pt x="499" y="4625"/>
                    <a:pt x="355" y="4842"/>
                    <a:pt x="510" y="5001"/>
                  </a:cubicBezTo>
                  <a:lnTo>
                    <a:pt x="716" y="5207"/>
                  </a:lnTo>
                  <a:lnTo>
                    <a:pt x="188" y="5731"/>
                  </a:lnTo>
                  <a:cubicBezTo>
                    <a:pt x="68" y="5851"/>
                    <a:pt x="0" y="6019"/>
                    <a:pt x="0" y="6192"/>
                  </a:cubicBezTo>
                  <a:cubicBezTo>
                    <a:pt x="0" y="6582"/>
                    <a:pt x="319" y="6840"/>
                    <a:pt x="651" y="6840"/>
                  </a:cubicBezTo>
                  <a:cubicBezTo>
                    <a:pt x="811" y="6840"/>
                    <a:pt x="973" y="6781"/>
                    <a:pt x="1105" y="6648"/>
                  </a:cubicBezTo>
                  <a:lnTo>
                    <a:pt x="1629" y="6120"/>
                  </a:lnTo>
                  <a:lnTo>
                    <a:pt x="1836" y="6326"/>
                  </a:lnTo>
                  <a:cubicBezTo>
                    <a:pt x="1883" y="6373"/>
                    <a:pt x="1936" y="6392"/>
                    <a:pt x="1986" y="6392"/>
                  </a:cubicBezTo>
                  <a:cubicBezTo>
                    <a:pt x="2156" y="6392"/>
                    <a:pt x="2303" y="6173"/>
                    <a:pt x="2148" y="6014"/>
                  </a:cubicBezTo>
                  <a:lnTo>
                    <a:pt x="1941" y="5812"/>
                  </a:lnTo>
                  <a:lnTo>
                    <a:pt x="3027" y="4722"/>
                  </a:lnTo>
                  <a:lnTo>
                    <a:pt x="3233" y="4929"/>
                  </a:lnTo>
                  <a:cubicBezTo>
                    <a:pt x="3281" y="4975"/>
                    <a:pt x="3334" y="4994"/>
                    <a:pt x="3384" y="4994"/>
                  </a:cubicBezTo>
                  <a:cubicBezTo>
                    <a:pt x="3554" y="4994"/>
                    <a:pt x="3701" y="4775"/>
                    <a:pt x="3546" y="4616"/>
                  </a:cubicBezTo>
                  <a:lnTo>
                    <a:pt x="3339" y="4414"/>
                  </a:lnTo>
                  <a:lnTo>
                    <a:pt x="4425" y="3324"/>
                  </a:lnTo>
                  <a:lnTo>
                    <a:pt x="4631" y="3531"/>
                  </a:lnTo>
                  <a:cubicBezTo>
                    <a:pt x="4680" y="3580"/>
                    <a:pt x="4733" y="3600"/>
                    <a:pt x="4785" y="3600"/>
                  </a:cubicBezTo>
                  <a:cubicBezTo>
                    <a:pt x="4955" y="3600"/>
                    <a:pt x="5102" y="3377"/>
                    <a:pt x="4944" y="3218"/>
                  </a:cubicBezTo>
                  <a:lnTo>
                    <a:pt x="4737" y="3017"/>
                  </a:lnTo>
                  <a:lnTo>
                    <a:pt x="5823" y="1926"/>
                  </a:lnTo>
                  <a:lnTo>
                    <a:pt x="6029" y="2133"/>
                  </a:lnTo>
                  <a:cubicBezTo>
                    <a:pt x="6078" y="2182"/>
                    <a:pt x="6131" y="2202"/>
                    <a:pt x="6183" y="2202"/>
                  </a:cubicBezTo>
                  <a:cubicBezTo>
                    <a:pt x="6353" y="2202"/>
                    <a:pt x="6500" y="1979"/>
                    <a:pt x="6342" y="1820"/>
                  </a:cubicBezTo>
                  <a:lnTo>
                    <a:pt x="6135" y="1619"/>
                  </a:lnTo>
                  <a:lnTo>
                    <a:pt x="6664" y="1090"/>
                  </a:lnTo>
                  <a:cubicBezTo>
                    <a:pt x="6899" y="835"/>
                    <a:pt x="6894" y="437"/>
                    <a:pt x="6644" y="192"/>
                  </a:cubicBezTo>
                  <a:cubicBezTo>
                    <a:pt x="6519" y="64"/>
                    <a:pt x="6353" y="0"/>
                    <a:pt x="61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86"/>
            <p:cNvSpPr/>
            <p:nvPr/>
          </p:nvSpPr>
          <p:spPr>
            <a:xfrm>
              <a:off x="2151587" y="3358605"/>
              <a:ext cx="397962" cy="388433"/>
            </a:xfrm>
            <a:custGeom>
              <a:rect b="b" l="l" r="r" t="t"/>
              <a:pathLst>
                <a:path extrusionOk="0" h="14837" w="15201">
                  <a:moveTo>
                    <a:pt x="10878" y="442"/>
                  </a:moveTo>
                  <a:cubicBezTo>
                    <a:pt x="11986" y="442"/>
                    <a:pt x="13086" y="621"/>
                    <a:pt x="14139" y="972"/>
                  </a:cubicBezTo>
                  <a:lnTo>
                    <a:pt x="14139" y="977"/>
                  </a:lnTo>
                  <a:cubicBezTo>
                    <a:pt x="14528" y="2140"/>
                    <a:pt x="14711" y="3369"/>
                    <a:pt x="14667" y="4599"/>
                  </a:cubicBezTo>
                  <a:lnTo>
                    <a:pt x="10517" y="449"/>
                  </a:lnTo>
                  <a:cubicBezTo>
                    <a:pt x="10637" y="444"/>
                    <a:pt x="10758" y="442"/>
                    <a:pt x="10878" y="442"/>
                  </a:cubicBezTo>
                  <a:close/>
                  <a:moveTo>
                    <a:pt x="942" y="8467"/>
                  </a:moveTo>
                  <a:lnTo>
                    <a:pt x="6649" y="14169"/>
                  </a:lnTo>
                  <a:cubicBezTo>
                    <a:pt x="6255" y="14251"/>
                    <a:pt x="5857" y="14313"/>
                    <a:pt x="5458" y="14351"/>
                  </a:cubicBezTo>
                  <a:lnTo>
                    <a:pt x="764" y="9653"/>
                  </a:lnTo>
                  <a:cubicBezTo>
                    <a:pt x="798" y="9254"/>
                    <a:pt x="860" y="8856"/>
                    <a:pt x="942" y="8467"/>
                  </a:cubicBezTo>
                  <a:close/>
                  <a:moveTo>
                    <a:pt x="726" y="10239"/>
                  </a:moveTo>
                  <a:lnTo>
                    <a:pt x="4881" y="14385"/>
                  </a:lnTo>
                  <a:cubicBezTo>
                    <a:pt x="4760" y="14389"/>
                    <a:pt x="4639" y="14391"/>
                    <a:pt x="4519" y="14391"/>
                  </a:cubicBezTo>
                  <a:cubicBezTo>
                    <a:pt x="3406" y="14391"/>
                    <a:pt x="2303" y="14212"/>
                    <a:pt x="1250" y="13861"/>
                  </a:cubicBezTo>
                  <a:cubicBezTo>
                    <a:pt x="860" y="12694"/>
                    <a:pt x="683" y="11469"/>
                    <a:pt x="726" y="10239"/>
                  </a:cubicBezTo>
                  <a:close/>
                  <a:moveTo>
                    <a:pt x="10877" y="0"/>
                  </a:moveTo>
                  <a:cubicBezTo>
                    <a:pt x="9996" y="0"/>
                    <a:pt x="9113" y="110"/>
                    <a:pt x="8249" y="329"/>
                  </a:cubicBezTo>
                  <a:cubicBezTo>
                    <a:pt x="5424" y="1059"/>
                    <a:pt x="3018" y="2918"/>
                    <a:pt x="1600" y="5469"/>
                  </a:cubicBezTo>
                  <a:cubicBezTo>
                    <a:pt x="1496" y="5648"/>
                    <a:pt x="1646" y="5807"/>
                    <a:pt x="1797" y="5807"/>
                  </a:cubicBezTo>
                  <a:cubicBezTo>
                    <a:pt x="1868" y="5807"/>
                    <a:pt x="1940" y="5772"/>
                    <a:pt x="1985" y="5685"/>
                  </a:cubicBezTo>
                  <a:cubicBezTo>
                    <a:pt x="3325" y="3273"/>
                    <a:pt x="5578" y="1505"/>
                    <a:pt x="8244" y="790"/>
                  </a:cubicBezTo>
                  <a:lnTo>
                    <a:pt x="12251" y="4796"/>
                  </a:lnTo>
                  <a:cubicBezTo>
                    <a:pt x="12299" y="4845"/>
                    <a:pt x="12353" y="4866"/>
                    <a:pt x="12405" y="4866"/>
                  </a:cubicBezTo>
                  <a:cubicBezTo>
                    <a:pt x="12576" y="4866"/>
                    <a:pt x="12725" y="4642"/>
                    <a:pt x="12563" y="4484"/>
                  </a:cubicBezTo>
                  <a:lnTo>
                    <a:pt x="8744" y="665"/>
                  </a:lnTo>
                  <a:cubicBezTo>
                    <a:pt x="9138" y="583"/>
                    <a:pt x="9532" y="521"/>
                    <a:pt x="9935" y="487"/>
                  </a:cubicBezTo>
                  <a:lnTo>
                    <a:pt x="14629" y="5185"/>
                  </a:lnTo>
                  <a:cubicBezTo>
                    <a:pt x="14595" y="5584"/>
                    <a:pt x="14533" y="5983"/>
                    <a:pt x="14451" y="6372"/>
                  </a:cubicBezTo>
                  <a:lnTo>
                    <a:pt x="13298" y="5219"/>
                  </a:lnTo>
                  <a:cubicBezTo>
                    <a:pt x="13251" y="5173"/>
                    <a:pt x="13198" y="5153"/>
                    <a:pt x="13147" y="5153"/>
                  </a:cubicBezTo>
                  <a:cubicBezTo>
                    <a:pt x="12976" y="5153"/>
                    <a:pt x="12827" y="5372"/>
                    <a:pt x="12986" y="5531"/>
                  </a:cubicBezTo>
                  <a:lnTo>
                    <a:pt x="14331" y="6876"/>
                  </a:lnTo>
                  <a:cubicBezTo>
                    <a:pt x="13385" y="10374"/>
                    <a:pt x="10656" y="13102"/>
                    <a:pt x="7159" y="14049"/>
                  </a:cubicBezTo>
                  <a:lnTo>
                    <a:pt x="1067" y="7962"/>
                  </a:lnTo>
                  <a:cubicBezTo>
                    <a:pt x="1187" y="7506"/>
                    <a:pt x="1341" y="7064"/>
                    <a:pt x="1523" y="6627"/>
                  </a:cubicBezTo>
                  <a:cubicBezTo>
                    <a:pt x="1598" y="6453"/>
                    <a:pt x="1457" y="6320"/>
                    <a:pt x="1316" y="6320"/>
                  </a:cubicBezTo>
                  <a:cubicBezTo>
                    <a:pt x="1239" y="6320"/>
                    <a:pt x="1161" y="6361"/>
                    <a:pt x="1120" y="6458"/>
                  </a:cubicBezTo>
                  <a:cubicBezTo>
                    <a:pt x="92" y="8889"/>
                    <a:pt x="1" y="11613"/>
                    <a:pt x="870" y="14106"/>
                  </a:cubicBezTo>
                  <a:cubicBezTo>
                    <a:pt x="894" y="14169"/>
                    <a:pt x="942" y="14222"/>
                    <a:pt x="1005" y="14241"/>
                  </a:cubicBezTo>
                  <a:cubicBezTo>
                    <a:pt x="2134" y="14635"/>
                    <a:pt x="3325" y="14837"/>
                    <a:pt x="4521" y="14837"/>
                  </a:cubicBezTo>
                  <a:cubicBezTo>
                    <a:pt x="4814" y="14837"/>
                    <a:pt x="5102" y="14822"/>
                    <a:pt x="5396" y="14798"/>
                  </a:cubicBezTo>
                  <a:cubicBezTo>
                    <a:pt x="10555" y="14366"/>
                    <a:pt x="14648" y="10278"/>
                    <a:pt x="15076" y="5118"/>
                  </a:cubicBezTo>
                  <a:cubicBezTo>
                    <a:pt x="15201" y="3629"/>
                    <a:pt x="15008" y="2135"/>
                    <a:pt x="14523" y="727"/>
                  </a:cubicBezTo>
                  <a:cubicBezTo>
                    <a:pt x="14499" y="665"/>
                    <a:pt x="14451" y="612"/>
                    <a:pt x="14384" y="593"/>
                  </a:cubicBezTo>
                  <a:cubicBezTo>
                    <a:pt x="13251" y="198"/>
                    <a:pt x="12065" y="0"/>
                    <a:pt x="108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0" name="Google Shape;13430;p86"/>
          <p:cNvGrpSpPr/>
          <p:nvPr/>
        </p:nvGrpSpPr>
        <p:grpSpPr>
          <a:xfrm>
            <a:off x="2593925" y="3370596"/>
            <a:ext cx="406392" cy="365263"/>
            <a:chOff x="2593925" y="3370596"/>
            <a:chExt cx="406392" cy="365263"/>
          </a:xfrm>
        </p:grpSpPr>
        <p:sp>
          <p:nvSpPr>
            <p:cNvPr id="13431" name="Google Shape;13431;p86"/>
            <p:cNvSpPr/>
            <p:nvPr/>
          </p:nvSpPr>
          <p:spPr>
            <a:xfrm>
              <a:off x="2614162" y="3590560"/>
              <a:ext cx="365892" cy="139121"/>
            </a:xfrm>
            <a:custGeom>
              <a:rect b="b" l="l" r="r" t="t"/>
              <a:pathLst>
                <a:path extrusionOk="0" h="5314" w="13976">
                  <a:moveTo>
                    <a:pt x="1" y="0"/>
                  </a:moveTo>
                  <a:lnTo>
                    <a:pt x="1" y="4113"/>
                  </a:lnTo>
                  <a:cubicBezTo>
                    <a:pt x="1" y="4776"/>
                    <a:pt x="539" y="5314"/>
                    <a:pt x="1202" y="5314"/>
                  </a:cubicBezTo>
                  <a:lnTo>
                    <a:pt x="12775" y="5314"/>
                  </a:lnTo>
                  <a:cubicBezTo>
                    <a:pt x="13438" y="5314"/>
                    <a:pt x="13976" y="4776"/>
                    <a:pt x="13976" y="4113"/>
                  </a:cubicBezTo>
                  <a:lnTo>
                    <a:pt x="1397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86"/>
            <p:cNvSpPr/>
            <p:nvPr/>
          </p:nvSpPr>
          <p:spPr>
            <a:xfrm>
              <a:off x="2614162" y="3590560"/>
              <a:ext cx="52360" cy="139121"/>
            </a:xfrm>
            <a:custGeom>
              <a:rect b="b" l="l" r="r" t="t"/>
              <a:pathLst>
                <a:path extrusionOk="0" h="5314" w="2000">
                  <a:moveTo>
                    <a:pt x="1" y="0"/>
                  </a:moveTo>
                  <a:lnTo>
                    <a:pt x="1" y="4113"/>
                  </a:lnTo>
                  <a:cubicBezTo>
                    <a:pt x="1" y="4776"/>
                    <a:pt x="539" y="5314"/>
                    <a:pt x="1202" y="5314"/>
                  </a:cubicBezTo>
                  <a:lnTo>
                    <a:pt x="1999" y="5314"/>
                  </a:lnTo>
                  <a:cubicBezTo>
                    <a:pt x="1336" y="5314"/>
                    <a:pt x="798" y="4776"/>
                    <a:pt x="798" y="4113"/>
                  </a:cubicBezTo>
                  <a:lnTo>
                    <a:pt x="79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86"/>
            <p:cNvSpPr/>
            <p:nvPr/>
          </p:nvSpPr>
          <p:spPr>
            <a:xfrm>
              <a:off x="2614162" y="3590560"/>
              <a:ext cx="365892" cy="75241"/>
            </a:xfrm>
            <a:custGeom>
              <a:rect b="b" l="l" r="r" t="t"/>
              <a:pathLst>
                <a:path extrusionOk="0" h="2874" w="13976">
                  <a:moveTo>
                    <a:pt x="1" y="0"/>
                  </a:moveTo>
                  <a:lnTo>
                    <a:pt x="1" y="1201"/>
                  </a:lnTo>
                  <a:cubicBezTo>
                    <a:pt x="1754" y="2129"/>
                    <a:pt x="3681" y="2695"/>
                    <a:pt x="5655" y="2873"/>
                  </a:cubicBezTo>
                  <a:lnTo>
                    <a:pt x="8321" y="2873"/>
                  </a:lnTo>
                  <a:cubicBezTo>
                    <a:pt x="10301" y="2695"/>
                    <a:pt x="12222" y="2129"/>
                    <a:pt x="13976" y="1201"/>
                  </a:cubicBezTo>
                  <a:lnTo>
                    <a:pt x="13976"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86"/>
            <p:cNvSpPr/>
            <p:nvPr/>
          </p:nvSpPr>
          <p:spPr>
            <a:xfrm>
              <a:off x="2600077" y="3442774"/>
              <a:ext cx="394192" cy="191585"/>
            </a:xfrm>
            <a:custGeom>
              <a:rect b="b" l="l" r="r" t="t"/>
              <a:pathLst>
                <a:path extrusionOk="0" h="7318" w="15057">
                  <a:moveTo>
                    <a:pt x="13860" y="1"/>
                  </a:moveTo>
                  <a:cubicBezTo>
                    <a:pt x="13857" y="1"/>
                    <a:pt x="13854" y="1"/>
                    <a:pt x="13851" y="1"/>
                  </a:cubicBezTo>
                  <a:lnTo>
                    <a:pt x="1202" y="1"/>
                  </a:lnTo>
                  <a:cubicBezTo>
                    <a:pt x="534" y="1"/>
                    <a:pt x="1" y="534"/>
                    <a:pt x="1" y="1202"/>
                  </a:cubicBezTo>
                  <a:lnTo>
                    <a:pt x="1" y="5343"/>
                  </a:lnTo>
                  <a:cubicBezTo>
                    <a:pt x="1894" y="6448"/>
                    <a:pt x="4007" y="7120"/>
                    <a:pt x="6193" y="7317"/>
                  </a:cubicBezTo>
                  <a:lnTo>
                    <a:pt x="8859" y="7317"/>
                  </a:lnTo>
                  <a:cubicBezTo>
                    <a:pt x="11045" y="7120"/>
                    <a:pt x="13159" y="6448"/>
                    <a:pt x="15057" y="5343"/>
                  </a:cubicBezTo>
                  <a:lnTo>
                    <a:pt x="15057" y="1202"/>
                  </a:lnTo>
                  <a:cubicBezTo>
                    <a:pt x="15057" y="537"/>
                    <a:pt x="14519" y="1"/>
                    <a:pt x="1386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86"/>
            <p:cNvSpPr/>
            <p:nvPr/>
          </p:nvSpPr>
          <p:spPr>
            <a:xfrm>
              <a:off x="2599972" y="3442643"/>
              <a:ext cx="52072" cy="151085"/>
            </a:xfrm>
            <a:custGeom>
              <a:rect b="b" l="l" r="r" t="t"/>
              <a:pathLst>
                <a:path extrusionOk="0" h="5771" w="1989">
                  <a:moveTo>
                    <a:pt x="1206" y="1"/>
                  </a:moveTo>
                  <a:cubicBezTo>
                    <a:pt x="538" y="1"/>
                    <a:pt x="0" y="539"/>
                    <a:pt x="5" y="1202"/>
                  </a:cubicBezTo>
                  <a:lnTo>
                    <a:pt x="5" y="5348"/>
                  </a:lnTo>
                  <a:cubicBezTo>
                    <a:pt x="259" y="5497"/>
                    <a:pt x="524" y="5636"/>
                    <a:pt x="788" y="5771"/>
                  </a:cubicBezTo>
                  <a:lnTo>
                    <a:pt x="788" y="1202"/>
                  </a:lnTo>
                  <a:cubicBezTo>
                    <a:pt x="788" y="539"/>
                    <a:pt x="1326" y="1"/>
                    <a:pt x="198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86"/>
            <p:cNvSpPr/>
            <p:nvPr/>
          </p:nvSpPr>
          <p:spPr>
            <a:xfrm>
              <a:off x="2715033" y="3542389"/>
              <a:ext cx="164175" cy="91970"/>
            </a:xfrm>
            <a:custGeom>
              <a:rect b="b" l="l" r="r" t="t"/>
              <a:pathLst>
                <a:path extrusionOk="0" h="3513" w="6271">
                  <a:moveTo>
                    <a:pt x="1024" y="1"/>
                  </a:moveTo>
                  <a:cubicBezTo>
                    <a:pt x="457" y="1"/>
                    <a:pt x="1" y="457"/>
                    <a:pt x="1" y="1019"/>
                  </a:cubicBezTo>
                  <a:lnTo>
                    <a:pt x="1" y="3238"/>
                  </a:lnTo>
                  <a:cubicBezTo>
                    <a:pt x="596" y="3368"/>
                    <a:pt x="1197" y="3459"/>
                    <a:pt x="1802" y="3512"/>
                  </a:cubicBezTo>
                  <a:lnTo>
                    <a:pt x="4468" y="3512"/>
                  </a:lnTo>
                  <a:cubicBezTo>
                    <a:pt x="5074" y="3459"/>
                    <a:pt x="5679" y="3368"/>
                    <a:pt x="6270" y="3238"/>
                  </a:cubicBezTo>
                  <a:lnTo>
                    <a:pt x="6270" y="1019"/>
                  </a:lnTo>
                  <a:cubicBezTo>
                    <a:pt x="6270" y="457"/>
                    <a:pt x="5814" y="1"/>
                    <a:pt x="5252"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86"/>
            <p:cNvSpPr/>
            <p:nvPr/>
          </p:nvSpPr>
          <p:spPr>
            <a:xfrm>
              <a:off x="2762210" y="3591319"/>
              <a:ext cx="69822" cy="87310"/>
            </a:xfrm>
            <a:custGeom>
              <a:rect b="b" l="l" r="r" t="t"/>
              <a:pathLst>
                <a:path extrusionOk="0" h="3335" w="2667">
                  <a:moveTo>
                    <a:pt x="697" y="0"/>
                  </a:moveTo>
                  <a:cubicBezTo>
                    <a:pt x="313" y="0"/>
                    <a:pt x="0" y="313"/>
                    <a:pt x="0" y="697"/>
                  </a:cubicBezTo>
                  <a:lnTo>
                    <a:pt x="0" y="2638"/>
                  </a:lnTo>
                  <a:cubicBezTo>
                    <a:pt x="0" y="3022"/>
                    <a:pt x="313" y="3334"/>
                    <a:pt x="697" y="3334"/>
                  </a:cubicBezTo>
                  <a:lnTo>
                    <a:pt x="1975" y="3334"/>
                  </a:lnTo>
                  <a:cubicBezTo>
                    <a:pt x="2354" y="3334"/>
                    <a:pt x="2666" y="3022"/>
                    <a:pt x="2666" y="2638"/>
                  </a:cubicBezTo>
                  <a:lnTo>
                    <a:pt x="2666" y="697"/>
                  </a:lnTo>
                  <a:cubicBezTo>
                    <a:pt x="2666" y="313"/>
                    <a:pt x="2354" y="0"/>
                    <a:pt x="1975"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86"/>
            <p:cNvSpPr/>
            <p:nvPr/>
          </p:nvSpPr>
          <p:spPr>
            <a:xfrm>
              <a:off x="2786348" y="3615457"/>
              <a:ext cx="21546" cy="39008"/>
            </a:xfrm>
            <a:custGeom>
              <a:rect b="b" l="l" r="r" t="t"/>
              <a:pathLst>
                <a:path extrusionOk="0" h="1490" w="823">
                  <a:moveTo>
                    <a:pt x="1" y="1"/>
                  </a:moveTo>
                  <a:lnTo>
                    <a:pt x="1" y="1490"/>
                  </a:lnTo>
                  <a:lnTo>
                    <a:pt x="822" y="1490"/>
                  </a:lnTo>
                  <a:lnTo>
                    <a:pt x="822" y="1"/>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86"/>
            <p:cNvSpPr/>
            <p:nvPr/>
          </p:nvSpPr>
          <p:spPr>
            <a:xfrm>
              <a:off x="2733150" y="3376617"/>
              <a:ext cx="127942" cy="32097"/>
            </a:xfrm>
            <a:custGeom>
              <a:rect b="b" l="l" r="r" t="t"/>
              <a:pathLst>
                <a:path extrusionOk="0" h="1226" w="4887">
                  <a:moveTo>
                    <a:pt x="1" y="1"/>
                  </a:moveTo>
                  <a:lnTo>
                    <a:pt x="1" y="15"/>
                  </a:lnTo>
                  <a:cubicBezTo>
                    <a:pt x="1" y="683"/>
                    <a:pt x="543" y="1226"/>
                    <a:pt x="1211" y="1226"/>
                  </a:cubicBezTo>
                  <a:lnTo>
                    <a:pt x="3676" y="1226"/>
                  </a:lnTo>
                  <a:cubicBezTo>
                    <a:pt x="4343" y="1221"/>
                    <a:pt x="4886" y="683"/>
                    <a:pt x="4886" y="15"/>
                  </a:cubicBezTo>
                  <a:lnTo>
                    <a:pt x="48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86"/>
            <p:cNvSpPr/>
            <p:nvPr/>
          </p:nvSpPr>
          <p:spPr>
            <a:xfrm>
              <a:off x="2593925" y="3370596"/>
              <a:ext cx="406392" cy="365263"/>
            </a:xfrm>
            <a:custGeom>
              <a:rect b="b" l="l" r="r" t="t"/>
              <a:pathLst>
                <a:path extrusionOk="0" h="13952" w="15523">
                  <a:moveTo>
                    <a:pt x="9950" y="461"/>
                  </a:moveTo>
                  <a:cubicBezTo>
                    <a:pt x="9844" y="908"/>
                    <a:pt x="9450" y="1225"/>
                    <a:pt x="8994" y="1225"/>
                  </a:cubicBezTo>
                  <a:lnTo>
                    <a:pt x="6529" y="1225"/>
                  </a:lnTo>
                  <a:cubicBezTo>
                    <a:pt x="6073" y="1225"/>
                    <a:pt x="5679" y="908"/>
                    <a:pt x="5573" y="461"/>
                  </a:cubicBezTo>
                  <a:close/>
                  <a:moveTo>
                    <a:pt x="10416" y="481"/>
                  </a:moveTo>
                  <a:cubicBezTo>
                    <a:pt x="10882" y="572"/>
                    <a:pt x="11218" y="980"/>
                    <a:pt x="11223" y="1456"/>
                  </a:cubicBezTo>
                  <a:lnTo>
                    <a:pt x="11223" y="2522"/>
                  </a:lnTo>
                  <a:lnTo>
                    <a:pt x="4305" y="2522"/>
                  </a:lnTo>
                  <a:lnTo>
                    <a:pt x="4305" y="1456"/>
                  </a:lnTo>
                  <a:cubicBezTo>
                    <a:pt x="4305" y="980"/>
                    <a:pt x="4641" y="572"/>
                    <a:pt x="5107" y="481"/>
                  </a:cubicBezTo>
                  <a:cubicBezTo>
                    <a:pt x="5222" y="1177"/>
                    <a:pt x="5828" y="1686"/>
                    <a:pt x="6529" y="1686"/>
                  </a:cubicBezTo>
                  <a:lnTo>
                    <a:pt x="8994" y="1686"/>
                  </a:lnTo>
                  <a:cubicBezTo>
                    <a:pt x="9695" y="1686"/>
                    <a:pt x="10300" y="1177"/>
                    <a:pt x="10416" y="481"/>
                  </a:cubicBezTo>
                  <a:close/>
                  <a:moveTo>
                    <a:pt x="9878" y="6793"/>
                  </a:moveTo>
                  <a:cubicBezTo>
                    <a:pt x="10315" y="6793"/>
                    <a:pt x="10665" y="7149"/>
                    <a:pt x="10665" y="7586"/>
                  </a:cubicBezTo>
                  <a:lnTo>
                    <a:pt x="10665" y="9618"/>
                  </a:lnTo>
                  <a:cubicBezTo>
                    <a:pt x="10223" y="9704"/>
                    <a:pt x="9777" y="9772"/>
                    <a:pt x="9325" y="9820"/>
                  </a:cubicBezTo>
                  <a:lnTo>
                    <a:pt x="9325" y="9128"/>
                  </a:lnTo>
                  <a:cubicBezTo>
                    <a:pt x="9325" y="8614"/>
                    <a:pt x="8912" y="8201"/>
                    <a:pt x="8403" y="8201"/>
                  </a:cubicBezTo>
                  <a:lnTo>
                    <a:pt x="7125" y="8201"/>
                  </a:lnTo>
                  <a:cubicBezTo>
                    <a:pt x="6611" y="8201"/>
                    <a:pt x="6198" y="8614"/>
                    <a:pt x="6198" y="9128"/>
                  </a:cubicBezTo>
                  <a:lnTo>
                    <a:pt x="6198" y="9820"/>
                  </a:lnTo>
                  <a:cubicBezTo>
                    <a:pt x="5746" y="9772"/>
                    <a:pt x="5299" y="9704"/>
                    <a:pt x="4857" y="9618"/>
                  </a:cubicBezTo>
                  <a:lnTo>
                    <a:pt x="4857" y="7586"/>
                  </a:lnTo>
                  <a:cubicBezTo>
                    <a:pt x="4857" y="7149"/>
                    <a:pt x="5213" y="6793"/>
                    <a:pt x="5645" y="6793"/>
                  </a:cubicBezTo>
                  <a:close/>
                  <a:moveTo>
                    <a:pt x="8403" y="8662"/>
                  </a:moveTo>
                  <a:cubicBezTo>
                    <a:pt x="8657" y="8662"/>
                    <a:pt x="8864" y="8868"/>
                    <a:pt x="8864" y="9128"/>
                  </a:cubicBezTo>
                  <a:lnTo>
                    <a:pt x="8864" y="11069"/>
                  </a:lnTo>
                  <a:cubicBezTo>
                    <a:pt x="8864" y="11328"/>
                    <a:pt x="8657" y="11535"/>
                    <a:pt x="8398" y="11535"/>
                  </a:cubicBezTo>
                  <a:lnTo>
                    <a:pt x="7125" y="11535"/>
                  </a:lnTo>
                  <a:cubicBezTo>
                    <a:pt x="6865" y="11535"/>
                    <a:pt x="6659" y="11328"/>
                    <a:pt x="6659" y="11069"/>
                  </a:cubicBezTo>
                  <a:lnTo>
                    <a:pt x="6659" y="9128"/>
                  </a:lnTo>
                  <a:cubicBezTo>
                    <a:pt x="6659" y="8868"/>
                    <a:pt x="6865" y="8662"/>
                    <a:pt x="7125" y="8662"/>
                  </a:cubicBezTo>
                  <a:close/>
                  <a:moveTo>
                    <a:pt x="5299" y="0"/>
                  </a:moveTo>
                  <a:cubicBezTo>
                    <a:pt x="4497" y="0"/>
                    <a:pt x="3848" y="654"/>
                    <a:pt x="3844" y="1456"/>
                  </a:cubicBezTo>
                  <a:lnTo>
                    <a:pt x="3844" y="2522"/>
                  </a:lnTo>
                  <a:lnTo>
                    <a:pt x="1437" y="2522"/>
                  </a:lnTo>
                  <a:cubicBezTo>
                    <a:pt x="644" y="2522"/>
                    <a:pt x="0" y="3166"/>
                    <a:pt x="0" y="3954"/>
                  </a:cubicBezTo>
                  <a:lnTo>
                    <a:pt x="0" y="8100"/>
                  </a:lnTo>
                  <a:cubicBezTo>
                    <a:pt x="0" y="8181"/>
                    <a:pt x="44" y="8258"/>
                    <a:pt x="116" y="8297"/>
                  </a:cubicBezTo>
                  <a:cubicBezTo>
                    <a:pt x="255" y="8383"/>
                    <a:pt x="399" y="8460"/>
                    <a:pt x="543" y="8537"/>
                  </a:cubicBezTo>
                  <a:lnTo>
                    <a:pt x="543" y="9618"/>
                  </a:lnTo>
                  <a:cubicBezTo>
                    <a:pt x="543" y="9769"/>
                    <a:pt x="659" y="9845"/>
                    <a:pt x="774" y="9845"/>
                  </a:cubicBezTo>
                  <a:cubicBezTo>
                    <a:pt x="889" y="9845"/>
                    <a:pt x="1004" y="9769"/>
                    <a:pt x="1004" y="9618"/>
                  </a:cubicBezTo>
                  <a:lnTo>
                    <a:pt x="1004" y="8782"/>
                  </a:lnTo>
                  <a:cubicBezTo>
                    <a:pt x="2628" y="9589"/>
                    <a:pt x="4387" y="10103"/>
                    <a:pt x="6198" y="10286"/>
                  </a:cubicBezTo>
                  <a:lnTo>
                    <a:pt x="6198" y="11069"/>
                  </a:lnTo>
                  <a:cubicBezTo>
                    <a:pt x="6198" y="11583"/>
                    <a:pt x="6611" y="11996"/>
                    <a:pt x="7125" y="11996"/>
                  </a:cubicBezTo>
                  <a:lnTo>
                    <a:pt x="8403" y="11996"/>
                  </a:lnTo>
                  <a:cubicBezTo>
                    <a:pt x="8912" y="11996"/>
                    <a:pt x="9325" y="11583"/>
                    <a:pt x="9325" y="11069"/>
                  </a:cubicBezTo>
                  <a:lnTo>
                    <a:pt x="9325" y="10286"/>
                  </a:lnTo>
                  <a:cubicBezTo>
                    <a:pt x="11131" y="10103"/>
                    <a:pt x="12895" y="9589"/>
                    <a:pt x="14518" y="8782"/>
                  </a:cubicBezTo>
                  <a:lnTo>
                    <a:pt x="14518" y="12519"/>
                  </a:lnTo>
                  <a:cubicBezTo>
                    <a:pt x="14518" y="13053"/>
                    <a:pt x="14086" y="13485"/>
                    <a:pt x="13553" y="13490"/>
                  </a:cubicBezTo>
                  <a:lnTo>
                    <a:pt x="1975" y="13490"/>
                  </a:lnTo>
                  <a:cubicBezTo>
                    <a:pt x="1442" y="13485"/>
                    <a:pt x="1004" y="13053"/>
                    <a:pt x="1004" y="12519"/>
                  </a:cubicBezTo>
                  <a:lnTo>
                    <a:pt x="1004" y="10535"/>
                  </a:lnTo>
                  <a:cubicBezTo>
                    <a:pt x="1004" y="10382"/>
                    <a:pt x="889" y="10305"/>
                    <a:pt x="774" y="10305"/>
                  </a:cubicBezTo>
                  <a:cubicBezTo>
                    <a:pt x="659" y="10305"/>
                    <a:pt x="543" y="10382"/>
                    <a:pt x="543" y="10535"/>
                  </a:cubicBezTo>
                  <a:lnTo>
                    <a:pt x="543" y="12519"/>
                  </a:lnTo>
                  <a:cubicBezTo>
                    <a:pt x="543" y="13307"/>
                    <a:pt x="1187" y="13946"/>
                    <a:pt x="1975" y="13951"/>
                  </a:cubicBezTo>
                  <a:lnTo>
                    <a:pt x="13553" y="13951"/>
                  </a:lnTo>
                  <a:cubicBezTo>
                    <a:pt x="14341" y="13946"/>
                    <a:pt x="14979" y="13307"/>
                    <a:pt x="14979" y="12519"/>
                  </a:cubicBezTo>
                  <a:lnTo>
                    <a:pt x="14979" y="8542"/>
                  </a:lnTo>
                  <a:cubicBezTo>
                    <a:pt x="15124" y="8465"/>
                    <a:pt x="15268" y="8383"/>
                    <a:pt x="15407" y="8302"/>
                  </a:cubicBezTo>
                  <a:cubicBezTo>
                    <a:pt x="15479" y="8258"/>
                    <a:pt x="15522" y="8181"/>
                    <a:pt x="15522" y="8100"/>
                  </a:cubicBezTo>
                  <a:lnTo>
                    <a:pt x="15522" y="3959"/>
                  </a:lnTo>
                  <a:cubicBezTo>
                    <a:pt x="15522" y="3166"/>
                    <a:pt x="14879" y="2522"/>
                    <a:pt x="14091" y="2522"/>
                  </a:cubicBezTo>
                  <a:lnTo>
                    <a:pt x="13500" y="2522"/>
                  </a:lnTo>
                  <a:cubicBezTo>
                    <a:pt x="13192" y="2522"/>
                    <a:pt x="13192" y="2984"/>
                    <a:pt x="13500" y="2984"/>
                  </a:cubicBezTo>
                  <a:lnTo>
                    <a:pt x="14091" y="2984"/>
                  </a:lnTo>
                  <a:cubicBezTo>
                    <a:pt x="14624" y="2984"/>
                    <a:pt x="15061" y="3421"/>
                    <a:pt x="15061" y="3959"/>
                  </a:cubicBezTo>
                  <a:lnTo>
                    <a:pt x="15061" y="7965"/>
                  </a:lnTo>
                  <a:cubicBezTo>
                    <a:pt x="14922" y="8047"/>
                    <a:pt x="14783" y="8124"/>
                    <a:pt x="14643" y="8196"/>
                  </a:cubicBezTo>
                  <a:cubicBezTo>
                    <a:pt x="13533" y="8787"/>
                    <a:pt x="12352" y="9229"/>
                    <a:pt x="11131" y="9517"/>
                  </a:cubicBezTo>
                  <a:lnTo>
                    <a:pt x="11131" y="7581"/>
                  </a:lnTo>
                  <a:cubicBezTo>
                    <a:pt x="11127" y="6894"/>
                    <a:pt x="10569" y="6332"/>
                    <a:pt x="9878" y="6332"/>
                  </a:cubicBezTo>
                  <a:lnTo>
                    <a:pt x="5650" y="6332"/>
                  </a:lnTo>
                  <a:cubicBezTo>
                    <a:pt x="4958" y="6332"/>
                    <a:pt x="4401" y="6894"/>
                    <a:pt x="4401" y="7581"/>
                  </a:cubicBezTo>
                  <a:lnTo>
                    <a:pt x="4401" y="9517"/>
                  </a:lnTo>
                  <a:cubicBezTo>
                    <a:pt x="3017" y="9190"/>
                    <a:pt x="1696" y="8671"/>
                    <a:pt x="466" y="7965"/>
                  </a:cubicBezTo>
                  <a:lnTo>
                    <a:pt x="466" y="3954"/>
                  </a:lnTo>
                  <a:cubicBezTo>
                    <a:pt x="466" y="3421"/>
                    <a:pt x="899" y="2984"/>
                    <a:pt x="1437" y="2984"/>
                  </a:cubicBezTo>
                  <a:lnTo>
                    <a:pt x="12577" y="2984"/>
                  </a:lnTo>
                  <a:cubicBezTo>
                    <a:pt x="12885" y="2984"/>
                    <a:pt x="12885" y="2522"/>
                    <a:pt x="12577" y="2522"/>
                  </a:cubicBezTo>
                  <a:lnTo>
                    <a:pt x="11684" y="2522"/>
                  </a:lnTo>
                  <a:lnTo>
                    <a:pt x="11684" y="1456"/>
                  </a:lnTo>
                  <a:cubicBezTo>
                    <a:pt x="11684" y="654"/>
                    <a:pt x="11031" y="0"/>
                    <a:pt x="102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86"/>
            <p:cNvSpPr/>
            <p:nvPr/>
          </p:nvSpPr>
          <p:spPr>
            <a:xfrm>
              <a:off x="2780326" y="3609436"/>
              <a:ext cx="33589" cy="51077"/>
            </a:xfrm>
            <a:custGeom>
              <a:rect b="b" l="l" r="r" t="t"/>
              <a:pathLst>
                <a:path extrusionOk="0" h="1951" w="1283">
                  <a:moveTo>
                    <a:pt x="822" y="461"/>
                  </a:moveTo>
                  <a:lnTo>
                    <a:pt x="822" y="1489"/>
                  </a:lnTo>
                  <a:lnTo>
                    <a:pt x="461" y="1489"/>
                  </a:lnTo>
                  <a:lnTo>
                    <a:pt x="461" y="461"/>
                  </a:lnTo>
                  <a:close/>
                  <a:moveTo>
                    <a:pt x="231" y="0"/>
                  </a:moveTo>
                  <a:cubicBezTo>
                    <a:pt x="106" y="0"/>
                    <a:pt x="0" y="101"/>
                    <a:pt x="0" y="231"/>
                  </a:cubicBezTo>
                  <a:lnTo>
                    <a:pt x="0" y="1720"/>
                  </a:lnTo>
                  <a:cubicBezTo>
                    <a:pt x="0" y="1845"/>
                    <a:pt x="106" y="1950"/>
                    <a:pt x="231" y="1950"/>
                  </a:cubicBezTo>
                  <a:lnTo>
                    <a:pt x="1052" y="1950"/>
                  </a:lnTo>
                  <a:cubicBezTo>
                    <a:pt x="1182" y="1950"/>
                    <a:pt x="1283" y="1845"/>
                    <a:pt x="1283" y="1720"/>
                  </a:cubicBezTo>
                  <a:lnTo>
                    <a:pt x="1283" y="231"/>
                  </a:lnTo>
                  <a:cubicBezTo>
                    <a:pt x="1283" y="101"/>
                    <a:pt x="1182" y="0"/>
                    <a:pt x="10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2" name="Google Shape;13442;p86"/>
          <p:cNvGrpSpPr/>
          <p:nvPr/>
        </p:nvGrpSpPr>
        <p:grpSpPr>
          <a:xfrm>
            <a:off x="848975" y="1987716"/>
            <a:ext cx="384898" cy="358221"/>
            <a:chOff x="848975" y="1987716"/>
            <a:chExt cx="384898" cy="358221"/>
          </a:xfrm>
        </p:grpSpPr>
        <p:sp>
          <p:nvSpPr>
            <p:cNvPr id="13443" name="Google Shape;13443;p86"/>
            <p:cNvSpPr/>
            <p:nvPr/>
          </p:nvSpPr>
          <p:spPr>
            <a:xfrm>
              <a:off x="894633" y="2178934"/>
              <a:ext cx="144932" cy="145037"/>
            </a:xfrm>
            <a:custGeom>
              <a:rect b="b" l="l" r="r" t="t"/>
              <a:pathLst>
                <a:path extrusionOk="0" h="5540" w="5536">
                  <a:moveTo>
                    <a:pt x="1951" y="0"/>
                  </a:moveTo>
                  <a:lnTo>
                    <a:pt x="760" y="1192"/>
                  </a:lnTo>
                  <a:lnTo>
                    <a:pt x="1" y="1955"/>
                  </a:lnTo>
                  <a:lnTo>
                    <a:pt x="3580" y="5539"/>
                  </a:lnTo>
                  <a:lnTo>
                    <a:pt x="5535" y="3584"/>
                  </a:lnTo>
                  <a:lnTo>
                    <a:pt x="1951"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86"/>
            <p:cNvSpPr/>
            <p:nvPr/>
          </p:nvSpPr>
          <p:spPr>
            <a:xfrm>
              <a:off x="894633" y="2178934"/>
              <a:ext cx="144932" cy="125036"/>
            </a:xfrm>
            <a:custGeom>
              <a:rect b="b" l="l" r="r" t="t"/>
              <a:pathLst>
                <a:path extrusionOk="0" h="4776" w="5536">
                  <a:moveTo>
                    <a:pt x="1951" y="0"/>
                  </a:moveTo>
                  <a:lnTo>
                    <a:pt x="1" y="1955"/>
                  </a:lnTo>
                  <a:lnTo>
                    <a:pt x="553" y="2513"/>
                  </a:lnTo>
                  <a:lnTo>
                    <a:pt x="894" y="2176"/>
                  </a:lnTo>
                  <a:cubicBezTo>
                    <a:pt x="1010" y="2056"/>
                    <a:pt x="1163" y="1996"/>
                    <a:pt x="1318" y="1996"/>
                  </a:cubicBezTo>
                  <a:cubicBezTo>
                    <a:pt x="1472" y="1996"/>
                    <a:pt x="1627" y="2056"/>
                    <a:pt x="1745" y="2176"/>
                  </a:cubicBezTo>
                  <a:lnTo>
                    <a:pt x="4344" y="4775"/>
                  </a:lnTo>
                  <a:lnTo>
                    <a:pt x="5535" y="3584"/>
                  </a:lnTo>
                  <a:lnTo>
                    <a:pt x="2124" y="173"/>
                  </a:lnTo>
                  <a:lnTo>
                    <a:pt x="1951"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86"/>
            <p:cNvSpPr/>
            <p:nvPr/>
          </p:nvSpPr>
          <p:spPr>
            <a:xfrm>
              <a:off x="910367" y="1993449"/>
              <a:ext cx="317223" cy="314788"/>
            </a:xfrm>
            <a:custGeom>
              <a:rect b="b" l="l" r="r" t="t"/>
              <a:pathLst>
                <a:path extrusionOk="0" h="12024" w="12117">
                  <a:moveTo>
                    <a:pt x="7766" y="0"/>
                  </a:moveTo>
                  <a:cubicBezTo>
                    <a:pt x="7522" y="0"/>
                    <a:pt x="7278" y="93"/>
                    <a:pt x="7091" y="278"/>
                  </a:cubicBezTo>
                  <a:lnTo>
                    <a:pt x="0" y="7369"/>
                  </a:lnTo>
                  <a:lnTo>
                    <a:pt x="4651" y="12024"/>
                  </a:lnTo>
                  <a:lnTo>
                    <a:pt x="11741" y="4928"/>
                  </a:lnTo>
                  <a:cubicBezTo>
                    <a:pt x="12116" y="4558"/>
                    <a:pt x="12116" y="3953"/>
                    <a:pt x="11741" y="3583"/>
                  </a:cubicBezTo>
                  <a:lnTo>
                    <a:pt x="8441" y="278"/>
                  </a:lnTo>
                  <a:cubicBezTo>
                    <a:pt x="8254" y="93"/>
                    <a:pt x="8010" y="0"/>
                    <a:pt x="776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86"/>
            <p:cNvSpPr/>
            <p:nvPr/>
          </p:nvSpPr>
          <p:spPr>
            <a:xfrm>
              <a:off x="910367" y="1993449"/>
              <a:ext cx="232452" cy="204492"/>
            </a:xfrm>
            <a:custGeom>
              <a:rect b="b" l="l" r="r" t="t"/>
              <a:pathLst>
                <a:path extrusionOk="0" h="7811" w="8879">
                  <a:moveTo>
                    <a:pt x="7766" y="0"/>
                  </a:moveTo>
                  <a:cubicBezTo>
                    <a:pt x="7522" y="0"/>
                    <a:pt x="7278" y="93"/>
                    <a:pt x="7091" y="278"/>
                  </a:cubicBezTo>
                  <a:lnTo>
                    <a:pt x="0" y="7369"/>
                  </a:lnTo>
                  <a:lnTo>
                    <a:pt x="442" y="7811"/>
                  </a:lnTo>
                  <a:lnTo>
                    <a:pt x="7533" y="715"/>
                  </a:lnTo>
                  <a:cubicBezTo>
                    <a:pt x="7718" y="530"/>
                    <a:pt x="7962" y="438"/>
                    <a:pt x="8206" y="438"/>
                  </a:cubicBezTo>
                  <a:cubicBezTo>
                    <a:pt x="8449" y="438"/>
                    <a:pt x="8693" y="530"/>
                    <a:pt x="8878" y="715"/>
                  </a:cubicBezTo>
                  <a:lnTo>
                    <a:pt x="8441" y="278"/>
                  </a:lnTo>
                  <a:cubicBezTo>
                    <a:pt x="8254" y="93"/>
                    <a:pt x="8010" y="0"/>
                    <a:pt x="77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86"/>
            <p:cNvSpPr/>
            <p:nvPr/>
          </p:nvSpPr>
          <p:spPr>
            <a:xfrm>
              <a:off x="856018" y="2253129"/>
              <a:ext cx="109328" cy="87179"/>
            </a:xfrm>
            <a:custGeom>
              <a:rect b="b" l="l" r="r" t="t"/>
              <a:pathLst>
                <a:path extrusionOk="0" h="3330" w="4176">
                  <a:moveTo>
                    <a:pt x="2350" y="1"/>
                  </a:moveTo>
                  <a:lnTo>
                    <a:pt x="1" y="2354"/>
                  </a:lnTo>
                  <a:lnTo>
                    <a:pt x="1101" y="2758"/>
                  </a:lnTo>
                  <a:lnTo>
                    <a:pt x="2677" y="3330"/>
                  </a:lnTo>
                  <a:lnTo>
                    <a:pt x="4176" y="1826"/>
                  </a:lnTo>
                  <a:lnTo>
                    <a:pt x="3104" y="755"/>
                  </a:lnTo>
                  <a:lnTo>
                    <a:pt x="2350"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86"/>
            <p:cNvSpPr/>
            <p:nvPr/>
          </p:nvSpPr>
          <p:spPr>
            <a:xfrm>
              <a:off x="884947" y="2292529"/>
              <a:ext cx="67832" cy="47648"/>
            </a:xfrm>
            <a:custGeom>
              <a:rect b="b" l="l" r="r" t="t"/>
              <a:pathLst>
                <a:path extrusionOk="0" h="1820" w="2591">
                  <a:moveTo>
                    <a:pt x="1519" y="0"/>
                  </a:moveTo>
                  <a:cubicBezTo>
                    <a:pt x="1352" y="0"/>
                    <a:pt x="1185" y="64"/>
                    <a:pt x="1058" y="191"/>
                  </a:cubicBezTo>
                  <a:lnTo>
                    <a:pt x="1" y="1248"/>
                  </a:lnTo>
                  <a:lnTo>
                    <a:pt x="1577" y="1820"/>
                  </a:lnTo>
                  <a:lnTo>
                    <a:pt x="2590" y="806"/>
                  </a:lnTo>
                  <a:lnTo>
                    <a:pt x="1980" y="191"/>
                  </a:lnTo>
                  <a:cubicBezTo>
                    <a:pt x="1853" y="64"/>
                    <a:pt x="1686" y="0"/>
                    <a:pt x="15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86"/>
            <p:cNvSpPr/>
            <p:nvPr/>
          </p:nvSpPr>
          <p:spPr>
            <a:xfrm>
              <a:off x="987075" y="2071884"/>
              <a:ext cx="161269" cy="157865"/>
            </a:xfrm>
            <a:custGeom>
              <a:rect b="b" l="l" r="r" t="t"/>
              <a:pathLst>
                <a:path extrusionOk="0" h="6030" w="6160">
                  <a:moveTo>
                    <a:pt x="4185" y="1"/>
                  </a:moveTo>
                  <a:cubicBezTo>
                    <a:pt x="4022" y="1"/>
                    <a:pt x="3858" y="63"/>
                    <a:pt x="3734" y="188"/>
                  </a:cubicBezTo>
                  <a:lnTo>
                    <a:pt x="251" y="3671"/>
                  </a:lnTo>
                  <a:cubicBezTo>
                    <a:pt x="1" y="3916"/>
                    <a:pt x="1" y="4320"/>
                    <a:pt x="251" y="4570"/>
                  </a:cubicBezTo>
                  <a:lnTo>
                    <a:pt x="1529" y="5843"/>
                  </a:lnTo>
                  <a:cubicBezTo>
                    <a:pt x="1651" y="5968"/>
                    <a:pt x="1813" y="6030"/>
                    <a:pt x="1976" y="6030"/>
                  </a:cubicBezTo>
                  <a:cubicBezTo>
                    <a:pt x="2139" y="6030"/>
                    <a:pt x="2302" y="5968"/>
                    <a:pt x="2427" y="5843"/>
                  </a:cubicBezTo>
                  <a:lnTo>
                    <a:pt x="5910" y="2360"/>
                  </a:lnTo>
                  <a:cubicBezTo>
                    <a:pt x="6160" y="2115"/>
                    <a:pt x="6160" y="1711"/>
                    <a:pt x="5910" y="1461"/>
                  </a:cubicBezTo>
                  <a:lnTo>
                    <a:pt x="4637" y="188"/>
                  </a:lnTo>
                  <a:cubicBezTo>
                    <a:pt x="4512" y="63"/>
                    <a:pt x="4348" y="1"/>
                    <a:pt x="4185"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86"/>
            <p:cNvSpPr/>
            <p:nvPr/>
          </p:nvSpPr>
          <p:spPr>
            <a:xfrm>
              <a:off x="848975" y="1987716"/>
              <a:ext cx="384898" cy="358221"/>
            </a:xfrm>
            <a:custGeom>
              <a:rect b="b" l="l" r="r" t="t"/>
              <a:pathLst>
                <a:path extrusionOk="0" h="13683" w="14702">
                  <a:moveTo>
                    <a:pt x="2879" y="8433"/>
                  </a:moveTo>
                  <a:lnTo>
                    <a:pt x="6150" y="11705"/>
                  </a:lnTo>
                  <a:lnTo>
                    <a:pt x="5329" y="12531"/>
                  </a:lnTo>
                  <a:lnTo>
                    <a:pt x="2052" y="9259"/>
                  </a:lnTo>
                  <a:lnTo>
                    <a:pt x="2879" y="8433"/>
                  </a:lnTo>
                  <a:close/>
                  <a:moveTo>
                    <a:pt x="10113" y="1"/>
                  </a:moveTo>
                  <a:cubicBezTo>
                    <a:pt x="9813" y="1"/>
                    <a:pt x="9513" y="115"/>
                    <a:pt x="9282" y="343"/>
                  </a:cubicBezTo>
                  <a:lnTo>
                    <a:pt x="2192" y="7434"/>
                  </a:lnTo>
                  <a:cubicBezTo>
                    <a:pt x="2105" y="7516"/>
                    <a:pt x="2105" y="7655"/>
                    <a:pt x="2192" y="7741"/>
                  </a:cubicBezTo>
                  <a:lnTo>
                    <a:pt x="2566" y="8121"/>
                  </a:lnTo>
                  <a:lnTo>
                    <a:pt x="1586" y="9106"/>
                  </a:lnTo>
                  <a:cubicBezTo>
                    <a:pt x="1500" y="9192"/>
                    <a:pt x="1500" y="9331"/>
                    <a:pt x="1586" y="9413"/>
                  </a:cubicBezTo>
                  <a:lnTo>
                    <a:pt x="2307" y="10134"/>
                  </a:lnTo>
                  <a:lnTo>
                    <a:pt x="1759" y="10686"/>
                  </a:lnTo>
                  <a:cubicBezTo>
                    <a:pt x="1604" y="10845"/>
                    <a:pt x="1747" y="11060"/>
                    <a:pt x="1917" y="11060"/>
                  </a:cubicBezTo>
                  <a:cubicBezTo>
                    <a:pt x="1968" y="11060"/>
                    <a:pt x="2022" y="11040"/>
                    <a:pt x="2072" y="10994"/>
                  </a:cubicBezTo>
                  <a:lnTo>
                    <a:pt x="2619" y="10446"/>
                  </a:lnTo>
                  <a:lnTo>
                    <a:pt x="4132" y="11964"/>
                  </a:lnTo>
                  <a:lnTo>
                    <a:pt x="2893" y="13208"/>
                  </a:lnTo>
                  <a:lnTo>
                    <a:pt x="669" y="12401"/>
                  </a:lnTo>
                  <a:lnTo>
                    <a:pt x="1413" y="11657"/>
                  </a:lnTo>
                  <a:cubicBezTo>
                    <a:pt x="1569" y="11497"/>
                    <a:pt x="1424" y="11280"/>
                    <a:pt x="1255" y="11280"/>
                  </a:cubicBezTo>
                  <a:cubicBezTo>
                    <a:pt x="1205" y="11280"/>
                    <a:pt x="1153" y="11299"/>
                    <a:pt x="1106" y="11344"/>
                  </a:cubicBezTo>
                  <a:lnTo>
                    <a:pt x="111" y="12334"/>
                  </a:lnTo>
                  <a:cubicBezTo>
                    <a:pt x="1" y="12449"/>
                    <a:pt x="44" y="12641"/>
                    <a:pt x="193" y="12694"/>
                  </a:cubicBezTo>
                  <a:lnTo>
                    <a:pt x="2874" y="13669"/>
                  </a:lnTo>
                  <a:cubicBezTo>
                    <a:pt x="2898" y="13678"/>
                    <a:pt x="2923" y="13683"/>
                    <a:pt x="2948" y="13683"/>
                  </a:cubicBezTo>
                  <a:cubicBezTo>
                    <a:pt x="3004" y="13683"/>
                    <a:pt x="3061" y="13661"/>
                    <a:pt x="3104" y="13621"/>
                  </a:cubicBezTo>
                  <a:lnTo>
                    <a:pt x="4445" y="12276"/>
                  </a:lnTo>
                  <a:lnTo>
                    <a:pt x="5165" y="12997"/>
                  </a:lnTo>
                  <a:cubicBezTo>
                    <a:pt x="5209" y="13040"/>
                    <a:pt x="5265" y="13062"/>
                    <a:pt x="5321" y="13062"/>
                  </a:cubicBezTo>
                  <a:cubicBezTo>
                    <a:pt x="5378" y="13062"/>
                    <a:pt x="5434" y="13040"/>
                    <a:pt x="5478" y="12997"/>
                  </a:cubicBezTo>
                  <a:lnTo>
                    <a:pt x="6458" y="12012"/>
                  </a:lnTo>
                  <a:lnTo>
                    <a:pt x="6837" y="12392"/>
                  </a:lnTo>
                  <a:cubicBezTo>
                    <a:pt x="6880" y="12435"/>
                    <a:pt x="6937" y="12456"/>
                    <a:pt x="6993" y="12456"/>
                  </a:cubicBezTo>
                  <a:cubicBezTo>
                    <a:pt x="7050" y="12456"/>
                    <a:pt x="7106" y="12435"/>
                    <a:pt x="7149" y="12392"/>
                  </a:cubicBezTo>
                  <a:lnTo>
                    <a:pt x="12559" y="6982"/>
                  </a:lnTo>
                  <a:cubicBezTo>
                    <a:pt x="12711" y="6823"/>
                    <a:pt x="12565" y="6606"/>
                    <a:pt x="12396" y="6606"/>
                  </a:cubicBezTo>
                  <a:cubicBezTo>
                    <a:pt x="12346" y="6606"/>
                    <a:pt x="12294" y="6625"/>
                    <a:pt x="12246" y="6670"/>
                  </a:cubicBezTo>
                  <a:lnTo>
                    <a:pt x="6991" y="11926"/>
                  </a:lnTo>
                  <a:lnTo>
                    <a:pt x="2658" y="7588"/>
                  </a:lnTo>
                  <a:lnTo>
                    <a:pt x="9595" y="651"/>
                  </a:lnTo>
                  <a:cubicBezTo>
                    <a:pt x="9736" y="509"/>
                    <a:pt x="9924" y="438"/>
                    <a:pt x="10112" y="438"/>
                  </a:cubicBezTo>
                  <a:cubicBezTo>
                    <a:pt x="10300" y="438"/>
                    <a:pt x="10488" y="509"/>
                    <a:pt x="10632" y="651"/>
                  </a:cubicBezTo>
                  <a:lnTo>
                    <a:pt x="13933" y="3956"/>
                  </a:lnTo>
                  <a:cubicBezTo>
                    <a:pt x="14221" y="4239"/>
                    <a:pt x="14221" y="4705"/>
                    <a:pt x="13933" y="4993"/>
                  </a:cubicBezTo>
                  <a:lnTo>
                    <a:pt x="12866" y="6060"/>
                  </a:lnTo>
                  <a:cubicBezTo>
                    <a:pt x="12700" y="6218"/>
                    <a:pt x="12851" y="6442"/>
                    <a:pt x="13024" y="6442"/>
                  </a:cubicBezTo>
                  <a:cubicBezTo>
                    <a:pt x="13076" y="6442"/>
                    <a:pt x="13130" y="6421"/>
                    <a:pt x="13178" y="6372"/>
                  </a:cubicBezTo>
                  <a:lnTo>
                    <a:pt x="14245" y="5301"/>
                  </a:lnTo>
                  <a:cubicBezTo>
                    <a:pt x="14701" y="4844"/>
                    <a:pt x="14701" y="4100"/>
                    <a:pt x="14245" y="3643"/>
                  </a:cubicBezTo>
                  <a:lnTo>
                    <a:pt x="10940" y="343"/>
                  </a:lnTo>
                  <a:cubicBezTo>
                    <a:pt x="10712" y="115"/>
                    <a:pt x="10413" y="1"/>
                    <a:pt x="101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86"/>
            <p:cNvSpPr/>
            <p:nvPr/>
          </p:nvSpPr>
          <p:spPr>
            <a:xfrm>
              <a:off x="980792" y="2066151"/>
              <a:ext cx="173835" cy="169358"/>
            </a:xfrm>
            <a:custGeom>
              <a:rect b="b" l="l" r="r" t="t"/>
              <a:pathLst>
                <a:path extrusionOk="0" h="6469" w="6640">
                  <a:moveTo>
                    <a:pt x="4428" y="439"/>
                  </a:moveTo>
                  <a:cubicBezTo>
                    <a:pt x="4534" y="439"/>
                    <a:pt x="4641" y="479"/>
                    <a:pt x="4723" y="561"/>
                  </a:cubicBezTo>
                  <a:lnTo>
                    <a:pt x="5996" y="1834"/>
                  </a:lnTo>
                  <a:cubicBezTo>
                    <a:pt x="6073" y="1911"/>
                    <a:pt x="6116" y="2021"/>
                    <a:pt x="6116" y="2132"/>
                  </a:cubicBezTo>
                  <a:cubicBezTo>
                    <a:pt x="6116" y="2238"/>
                    <a:pt x="6073" y="2348"/>
                    <a:pt x="5996" y="2425"/>
                  </a:cubicBezTo>
                  <a:lnTo>
                    <a:pt x="2513" y="5908"/>
                  </a:lnTo>
                  <a:cubicBezTo>
                    <a:pt x="2431" y="5987"/>
                    <a:pt x="2325" y="6027"/>
                    <a:pt x="2218" y="6027"/>
                  </a:cubicBezTo>
                  <a:cubicBezTo>
                    <a:pt x="2111" y="6027"/>
                    <a:pt x="2004" y="5987"/>
                    <a:pt x="1922" y="5908"/>
                  </a:cubicBezTo>
                  <a:lnTo>
                    <a:pt x="649" y="4630"/>
                  </a:lnTo>
                  <a:cubicBezTo>
                    <a:pt x="486" y="4467"/>
                    <a:pt x="486" y="4207"/>
                    <a:pt x="649" y="4044"/>
                  </a:cubicBezTo>
                  <a:lnTo>
                    <a:pt x="4132" y="561"/>
                  </a:lnTo>
                  <a:cubicBezTo>
                    <a:pt x="4214" y="479"/>
                    <a:pt x="4321" y="439"/>
                    <a:pt x="4428" y="439"/>
                  </a:cubicBezTo>
                  <a:close/>
                  <a:moveTo>
                    <a:pt x="4425" y="0"/>
                  </a:moveTo>
                  <a:cubicBezTo>
                    <a:pt x="4207" y="0"/>
                    <a:pt x="3988" y="83"/>
                    <a:pt x="3820" y="249"/>
                  </a:cubicBezTo>
                  <a:lnTo>
                    <a:pt x="337" y="3732"/>
                  </a:lnTo>
                  <a:cubicBezTo>
                    <a:pt x="1" y="4068"/>
                    <a:pt x="1" y="4611"/>
                    <a:pt x="337" y="4942"/>
                  </a:cubicBezTo>
                  <a:lnTo>
                    <a:pt x="1610" y="6220"/>
                  </a:lnTo>
                  <a:cubicBezTo>
                    <a:pt x="1778" y="6386"/>
                    <a:pt x="1998" y="6469"/>
                    <a:pt x="2217" y="6469"/>
                  </a:cubicBezTo>
                  <a:cubicBezTo>
                    <a:pt x="2436" y="6469"/>
                    <a:pt x="2655" y="6386"/>
                    <a:pt x="2821" y="6220"/>
                  </a:cubicBezTo>
                  <a:lnTo>
                    <a:pt x="6304" y="2737"/>
                  </a:lnTo>
                  <a:cubicBezTo>
                    <a:pt x="6640" y="2401"/>
                    <a:pt x="6640" y="1858"/>
                    <a:pt x="6304" y="1527"/>
                  </a:cubicBezTo>
                  <a:lnTo>
                    <a:pt x="5030" y="249"/>
                  </a:lnTo>
                  <a:cubicBezTo>
                    <a:pt x="4862" y="83"/>
                    <a:pt x="4644" y="0"/>
                    <a:pt x="44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2" name="Google Shape;13452;p86"/>
          <p:cNvGrpSpPr/>
          <p:nvPr/>
        </p:nvGrpSpPr>
        <p:grpSpPr>
          <a:xfrm>
            <a:off x="2255731" y="2927892"/>
            <a:ext cx="226405" cy="386260"/>
            <a:chOff x="2255731" y="2927892"/>
            <a:chExt cx="226405" cy="386260"/>
          </a:xfrm>
        </p:grpSpPr>
        <p:sp>
          <p:nvSpPr>
            <p:cNvPr id="13453" name="Google Shape;13453;p86"/>
            <p:cNvSpPr/>
            <p:nvPr/>
          </p:nvSpPr>
          <p:spPr>
            <a:xfrm>
              <a:off x="2341366" y="3257786"/>
              <a:ext cx="54114" cy="50711"/>
            </a:xfrm>
            <a:custGeom>
              <a:rect b="b" l="l" r="r" t="t"/>
              <a:pathLst>
                <a:path extrusionOk="0" h="1937" w="2067">
                  <a:moveTo>
                    <a:pt x="1" y="0"/>
                  </a:moveTo>
                  <a:lnTo>
                    <a:pt x="1" y="1360"/>
                  </a:lnTo>
                  <a:cubicBezTo>
                    <a:pt x="1" y="1677"/>
                    <a:pt x="260" y="1936"/>
                    <a:pt x="577" y="1936"/>
                  </a:cubicBezTo>
                  <a:lnTo>
                    <a:pt x="1490" y="1936"/>
                  </a:lnTo>
                  <a:cubicBezTo>
                    <a:pt x="1812" y="1936"/>
                    <a:pt x="2067" y="1677"/>
                    <a:pt x="2067" y="1360"/>
                  </a:cubicBezTo>
                  <a:lnTo>
                    <a:pt x="2067" y="0"/>
                  </a:ln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86"/>
            <p:cNvSpPr/>
            <p:nvPr/>
          </p:nvSpPr>
          <p:spPr>
            <a:xfrm>
              <a:off x="2354954" y="3257786"/>
              <a:ext cx="40527" cy="50711"/>
            </a:xfrm>
            <a:custGeom>
              <a:rect b="b" l="l" r="r" t="t"/>
              <a:pathLst>
                <a:path extrusionOk="0" h="1937" w="1548">
                  <a:moveTo>
                    <a:pt x="515" y="0"/>
                  </a:moveTo>
                  <a:lnTo>
                    <a:pt x="515" y="1360"/>
                  </a:lnTo>
                  <a:cubicBezTo>
                    <a:pt x="515" y="1653"/>
                    <a:pt x="294" y="1902"/>
                    <a:pt x="1" y="1931"/>
                  </a:cubicBezTo>
                  <a:cubicBezTo>
                    <a:pt x="20" y="1936"/>
                    <a:pt x="39" y="1936"/>
                    <a:pt x="58" y="1936"/>
                  </a:cubicBezTo>
                  <a:lnTo>
                    <a:pt x="971" y="1936"/>
                  </a:lnTo>
                  <a:cubicBezTo>
                    <a:pt x="1293" y="1936"/>
                    <a:pt x="1548" y="1677"/>
                    <a:pt x="1548" y="1360"/>
                  </a:cubicBezTo>
                  <a:lnTo>
                    <a:pt x="1548" y="0"/>
                  </a:ln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86"/>
            <p:cNvSpPr/>
            <p:nvPr/>
          </p:nvSpPr>
          <p:spPr>
            <a:xfrm>
              <a:off x="2261386" y="2933547"/>
              <a:ext cx="215095" cy="344764"/>
            </a:xfrm>
            <a:custGeom>
              <a:rect b="b" l="l" r="r" t="t"/>
              <a:pathLst>
                <a:path extrusionOk="0" h="13169" w="8216">
                  <a:moveTo>
                    <a:pt x="3171" y="0"/>
                  </a:moveTo>
                  <a:cubicBezTo>
                    <a:pt x="1423" y="0"/>
                    <a:pt x="0" y="1417"/>
                    <a:pt x="0" y="3171"/>
                  </a:cubicBezTo>
                  <a:lnTo>
                    <a:pt x="0" y="10579"/>
                  </a:lnTo>
                  <a:cubicBezTo>
                    <a:pt x="5" y="12010"/>
                    <a:pt x="1163" y="13168"/>
                    <a:pt x="2595" y="13168"/>
                  </a:cubicBezTo>
                  <a:lnTo>
                    <a:pt x="5621" y="13168"/>
                  </a:lnTo>
                  <a:cubicBezTo>
                    <a:pt x="7053" y="13168"/>
                    <a:pt x="8215" y="12005"/>
                    <a:pt x="8215" y="10579"/>
                  </a:cubicBezTo>
                  <a:lnTo>
                    <a:pt x="8215" y="3171"/>
                  </a:lnTo>
                  <a:cubicBezTo>
                    <a:pt x="8215" y="1417"/>
                    <a:pt x="6793" y="0"/>
                    <a:pt x="5045"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86"/>
            <p:cNvSpPr/>
            <p:nvPr/>
          </p:nvSpPr>
          <p:spPr>
            <a:xfrm>
              <a:off x="2337989" y="2933547"/>
              <a:ext cx="138492" cy="344764"/>
            </a:xfrm>
            <a:custGeom>
              <a:rect b="b" l="l" r="r" t="t"/>
              <a:pathLst>
                <a:path extrusionOk="0" h="13169" w="5290">
                  <a:moveTo>
                    <a:pt x="245" y="0"/>
                  </a:moveTo>
                  <a:cubicBezTo>
                    <a:pt x="164" y="0"/>
                    <a:pt x="82" y="5"/>
                    <a:pt x="0" y="10"/>
                  </a:cubicBezTo>
                  <a:cubicBezTo>
                    <a:pt x="1648" y="140"/>
                    <a:pt x="2921" y="1514"/>
                    <a:pt x="2926" y="3171"/>
                  </a:cubicBezTo>
                  <a:lnTo>
                    <a:pt x="2926" y="10579"/>
                  </a:lnTo>
                  <a:cubicBezTo>
                    <a:pt x="2926" y="12010"/>
                    <a:pt x="1763" y="13168"/>
                    <a:pt x="332" y="13168"/>
                  </a:cubicBezTo>
                  <a:lnTo>
                    <a:pt x="2695" y="13168"/>
                  </a:lnTo>
                  <a:cubicBezTo>
                    <a:pt x="4127" y="13168"/>
                    <a:pt x="5289" y="12010"/>
                    <a:pt x="5289" y="10579"/>
                  </a:cubicBezTo>
                  <a:lnTo>
                    <a:pt x="5289" y="3171"/>
                  </a:lnTo>
                  <a:cubicBezTo>
                    <a:pt x="5289" y="1417"/>
                    <a:pt x="3872" y="0"/>
                    <a:pt x="2119" y="0"/>
                  </a:cubicBezTo>
                  <a:close/>
                </a:path>
              </a:pathLst>
            </a:custGeom>
            <a:solidFill>
              <a:srgbClr val="EB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86"/>
            <p:cNvSpPr/>
            <p:nvPr/>
          </p:nvSpPr>
          <p:spPr>
            <a:xfrm>
              <a:off x="2341759" y="2989258"/>
              <a:ext cx="54219" cy="52857"/>
            </a:xfrm>
            <a:custGeom>
              <a:rect b="b" l="l" r="r" t="t"/>
              <a:pathLst>
                <a:path extrusionOk="0" h="2019" w="2071">
                  <a:moveTo>
                    <a:pt x="1038" y="0"/>
                  </a:moveTo>
                  <a:cubicBezTo>
                    <a:pt x="466" y="0"/>
                    <a:pt x="0" y="462"/>
                    <a:pt x="5" y="1033"/>
                  </a:cubicBezTo>
                  <a:lnTo>
                    <a:pt x="5" y="1442"/>
                  </a:lnTo>
                  <a:cubicBezTo>
                    <a:pt x="5" y="1759"/>
                    <a:pt x="260" y="2018"/>
                    <a:pt x="582" y="2018"/>
                  </a:cubicBezTo>
                  <a:lnTo>
                    <a:pt x="1494" y="2018"/>
                  </a:lnTo>
                  <a:cubicBezTo>
                    <a:pt x="1811" y="2018"/>
                    <a:pt x="2071" y="1759"/>
                    <a:pt x="2071" y="1442"/>
                  </a:cubicBezTo>
                  <a:lnTo>
                    <a:pt x="2071" y="1033"/>
                  </a:lnTo>
                  <a:cubicBezTo>
                    <a:pt x="2071" y="462"/>
                    <a:pt x="1610" y="0"/>
                    <a:pt x="1038" y="0"/>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86"/>
            <p:cNvSpPr/>
            <p:nvPr/>
          </p:nvSpPr>
          <p:spPr>
            <a:xfrm>
              <a:off x="2355451" y="2989258"/>
              <a:ext cx="40527" cy="52857"/>
            </a:xfrm>
            <a:custGeom>
              <a:rect b="b" l="l" r="r" t="t"/>
              <a:pathLst>
                <a:path extrusionOk="0" h="2019" w="1548">
                  <a:moveTo>
                    <a:pt x="515" y="0"/>
                  </a:moveTo>
                  <a:cubicBezTo>
                    <a:pt x="332" y="0"/>
                    <a:pt x="155" y="48"/>
                    <a:pt x="1" y="140"/>
                  </a:cubicBezTo>
                  <a:cubicBezTo>
                    <a:pt x="318" y="322"/>
                    <a:pt x="515" y="663"/>
                    <a:pt x="515" y="1033"/>
                  </a:cubicBezTo>
                  <a:lnTo>
                    <a:pt x="515" y="1442"/>
                  </a:lnTo>
                  <a:cubicBezTo>
                    <a:pt x="515" y="1735"/>
                    <a:pt x="294" y="1984"/>
                    <a:pt x="1" y="2013"/>
                  </a:cubicBezTo>
                  <a:cubicBezTo>
                    <a:pt x="20" y="2018"/>
                    <a:pt x="39" y="2018"/>
                    <a:pt x="59" y="2018"/>
                  </a:cubicBezTo>
                  <a:lnTo>
                    <a:pt x="971" y="2018"/>
                  </a:lnTo>
                  <a:cubicBezTo>
                    <a:pt x="1288" y="2018"/>
                    <a:pt x="1548" y="1759"/>
                    <a:pt x="1548" y="1442"/>
                  </a:cubicBezTo>
                  <a:lnTo>
                    <a:pt x="1548" y="1033"/>
                  </a:lnTo>
                  <a:cubicBezTo>
                    <a:pt x="1548" y="462"/>
                    <a:pt x="1087" y="0"/>
                    <a:pt x="515"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86"/>
            <p:cNvSpPr/>
            <p:nvPr/>
          </p:nvSpPr>
          <p:spPr>
            <a:xfrm>
              <a:off x="2261386" y="3058687"/>
              <a:ext cx="33982" cy="124538"/>
            </a:xfrm>
            <a:custGeom>
              <a:rect b="b" l="l" r="r" t="t"/>
              <a:pathLst>
                <a:path extrusionOk="0" h="4757" w="1298">
                  <a:moveTo>
                    <a:pt x="0" y="0"/>
                  </a:moveTo>
                  <a:lnTo>
                    <a:pt x="0" y="4756"/>
                  </a:lnTo>
                  <a:lnTo>
                    <a:pt x="721" y="4756"/>
                  </a:lnTo>
                  <a:cubicBezTo>
                    <a:pt x="1043" y="4756"/>
                    <a:pt x="1298" y="4497"/>
                    <a:pt x="1298" y="4180"/>
                  </a:cubicBezTo>
                  <a:lnTo>
                    <a:pt x="1298" y="577"/>
                  </a:lnTo>
                  <a:cubicBezTo>
                    <a:pt x="1298" y="260"/>
                    <a:pt x="1043" y="0"/>
                    <a:pt x="7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86"/>
            <p:cNvSpPr/>
            <p:nvPr/>
          </p:nvSpPr>
          <p:spPr>
            <a:xfrm>
              <a:off x="2263271" y="3058687"/>
              <a:ext cx="32097" cy="124538"/>
            </a:xfrm>
            <a:custGeom>
              <a:rect b="b" l="l" r="r" t="t"/>
              <a:pathLst>
                <a:path extrusionOk="0" h="4757" w="1226">
                  <a:moveTo>
                    <a:pt x="1" y="0"/>
                  </a:moveTo>
                  <a:cubicBezTo>
                    <a:pt x="322" y="0"/>
                    <a:pt x="577" y="260"/>
                    <a:pt x="577" y="577"/>
                  </a:cubicBezTo>
                  <a:lnTo>
                    <a:pt x="577" y="4180"/>
                  </a:lnTo>
                  <a:cubicBezTo>
                    <a:pt x="577" y="4502"/>
                    <a:pt x="322" y="4756"/>
                    <a:pt x="1" y="4756"/>
                  </a:cubicBezTo>
                  <a:lnTo>
                    <a:pt x="649" y="4756"/>
                  </a:lnTo>
                  <a:cubicBezTo>
                    <a:pt x="971" y="4756"/>
                    <a:pt x="1226" y="4502"/>
                    <a:pt x="1226" y="4180"/>
                  </a:cubicBezTo>
                  <a:lnTo>
                    <a:pt x="1226" y="577"/>
                  </a:lnTo>
                  <a:cubicBezTo>
                    <a:pt x="1226" y="260"/>
                    <a:pt x="971" y="0"/>
                    <a:pt x="649" y="0"/>
                  </a:cubicBez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86"/>
            <p:cNvSpPr/>
            <p:nvPr/>
          </p:nvSpPr>
          <p:spPr>
            <a:xfrm>
              <a:off x="2442500" y="3058687"/>
              <a:ext cx="33982" cy="124538"/>
            </a:xfrm>
            <a:custGeom>
              <a:rect b="b" l="l" r="r" t="t"/>
              <a:pathLst>
                <a:path extrusionOk="0" h="4757" w="1298">
                  <a:moveTo>
                    <a:pt x="577" y="0"/>
                  </a:moveTo>
                  <a:cubicBezTo>
                    <a:pt x="260" y="0"/>
                    <a:pt x="0" y="260"/>
                    <a:pt x="0" y="577"/>
                  </a:cubicBezTo>
                  <a:lnTo>
                    <a:pt x="0" y="4180"/>
                  </a:lnTo>
                  <a:cubicBezTo>
                    <a:pt x="0" y="4497"/>
                    <a:pt x="260" y="4756"/>
                    <a:pt x="577" y="4756"/>
                  </a:cubicBezTo>
                  <a:lnTo>
                    <a:pt x="1297" y="4756"/>
                  </a:lnTo>
                  <a:lnTo>
                    <a:pt x="1297" y="0"/>
                  </a:ln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86"/>
            <p:cNvSpPr/>
            <p:nvPr/>
          </p:nvSpPr>
          <p:spPr>
            <a:xfrm>
              <a:off x="2459464" y="3058687"/>
              <a:ext cx="17017" cy="124538"/>
            </a:xfrm>
            <a:custGeom>
              <a:rect b="b" l="l" r="r" t="t"/>
              <a:pathLst>
                <a:path extrusionOk="0" h="4757" w="650">
                  <a:moveTo>
                    <a:pt x="1" y="0"/>
                  </a:moveTo>
                  <a:lnTo>
                    <a:pt x="1" y="4756"/>
                  </a:lnTo>
                  <a:lnTo>
                    <a:pt x="649" y="4756"/>
                  </a:lnTo>
                  <a:lnTo>
                    <a:pt x="649" y="0"/>
                  </a:ln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86"/>
            <p:cNvSpPr/>
            <p:nvPr/>
          </p:nvSpPr>
          <p:spPr>
            <a:xfrm>
              <a:off x="2255731" y="2927892"/>
              <a:ext cx="226405" cy="386260"/>
            </a:xfrm>
            <a:custGeom>
              <a:rect b="b" l="l" r="r" t="t"/>
              <a:pathLst>
                <a:path extrusionOk="0" h="14754" w="8648">
                  <a:moveTo>
                    <a:pt x="4324" y="2561"/>
                  </a:moveTo>
                  <a:cubicBezTo>
                    <a:pt x="4771" y="2561"/>
                    <a:pt x="5136" y="2926"/>
                    <a:pt x="5141" y="3377"/>
                  </a:cubicBezTo>
                  <a:lnTo>
                    <a:pt x="5141" y="3786"/>
                  </a:lnTo>
                  <a:cubicBezTo>
                    <a:pt x="5141" y="3983"/>
                    <a:pt x="4982" y="4146"/>
                    <a:pt x="4780" y="4146"/>
                  </a:cubicBezTo>
                  <a:lnTo>
                    <a:pt x="3868" y="4146"/>
                  </a:lnTo>
                  <a:cubicBezTo>
                    <a:pt x="3666" y="4146"/>
                    <a:pt x="3507" y="3983"/>
                    <a:pt x="3507" y="3786"/>
                  </a:cubicBezTo>
                  <a:lnTo>
                    <a:pt x="3507" y="3377"/>
                  </a:lnTo>
                  <a:cubicBezTo>
                    <a:pt x="3507" y="2926"/>
                    <a:pt x="3872" y="2561"/>
                    <a:pt x="4324" y="2561"/>
                  </a:cubicBezTo>
                  <a:close/>
                  <a:moveTo>
                    <a:pt x="5121" y="13600"/>
                  </a:moveTo>
                  <a:lnTo>
                    <a:pt x="5126" y="13961"/>
                  </a:lnTo>
                  <a:cubicBezTo>
                    <a:pt x="5126" y="14158"/>
                    <a:pt x="4963" y="14321"/>
                    <a:pt x="4766" y="14321"/>
                  </a:cubicBezTo>
                  <a:lnTo>
                    <a:pt x="3848" y="14321"/>
                  </a:lnTo>
                  <a:cubicBezTo>
                    <a:pt x="3651" y="14321"/>
                    <a:pt x="3488" y="14158"/>
                    <a:pt x="3488" y="13961"/>
                  </a:cubicBezTo>
                  <a:lnTo>
                    <a:pt x="3488" y="13600"/>
                  </a:lnTo>
                  <a:close/>
                  <a:moveTo>
                    <a:pt x="3387" y="0"/>
                  </a:moveTo>
                  <a:cubicBezTo>
                    <a:pt x="1518" y="0"/>
                    <a:pt x="0" y="1518"/>
                    <a:pt x="0" y="3387"/>
                  </a:cubicBezTo>
                  <a:lnTo>
                    <a:pt x="0" y="3613"/>
                  </a:lnTo>
                  <a:cubicBezTo>
                    <a:pt x="0" y="3757"/>
                    <a:pt x="108" y="3829"/>
                    <a:pt x="216" y="3829"/>
                  </a:cubicBezTo>
                  <a:cubicBezTo>
                    <a:pt x="325" y="3829"/>
                    <a:pt x="433" y="3757"/>
                    <a:pt x="433" y="3613"/>
                  </a:cubicBezTo>
                  <a:lnTo>
                    <a:pt x="433" y="3387"/>
                  </a:lnTo>
                  <a:cubicBezTo>
                    <a:pt x="433" y="1754"/>
                    <a:pt x="1754" y="432"/>
                    <a:pt x="3387" y="432"/>
                  </a:cubicBezTo>
                  <a:lnTo>
                    <a:pt x="4108" y="432"/>
                  </a:lnTo>
                  <a:lnTo>
                    <a:pt x="4108" y="2147"/>
                  </a:lnTo>
                  <a:cubicBezTo>
                    <a:pt x="3507" y="2248"/>
                    <a:pt x="3070" y="2767"/>
                    <a:pt x="3070" y="3377"/>
                  </a:cubicBezTo>
                  <a:lnTo>
                    <a:pt x="3070" y="3786"/>
                  </a:lnTo>
                  <a:cubicBezTo>
                    <a:pt x="3070" y="4223"/>
                    <a:pt x="3426" y="4578"/>
                    <a:pt x="3863" y="4578"/>
                  </a:cubicBezTo>
                  <a:lnTo>
                    <a:pt x="4776" y="4578"/>
                  </a:lnTo>
                  <a:cubicBezTo>
                    <a:pt x="5213" y="4578"/>
                    <a:pt x="5568" y="4223"/>
                    <a:pt x="5568" y="3786"/>
                  </a:cubicBezTo>
                  <a:lnTo>
                    <a:pt x="5568" y="3377"/>
                  </a:lnTo>
                  <a:cubicBezTo>
                    <a:pt x="5568" y="2772"/>
                    <a:pt x="5136" y="2253"/>
                    <a:pt x="4540" y="2147"/>
                  </a:cubicBezTo>
                  <a:lnTo>
                    <a:pt x="4540" y="432"/>
                  </a:lnTo>
                  <a:lnTo>
                    <a:pt x="5261" y="432"/>
                  </a:lnTo>
                  <a:cubicBezTo>
                    <a:pt x="6889" y="432"/>
                    <a:pt x="8210" y="1754"/>
                    <a:pt x="8215" y="3387"/>
                  </a:cubicBezTo>
                  <a:lnTo>
                    <a:pt x="8215" y="4780"/>
                  </a:lnTo>
                  <a:lnTo>
                    <a:pt x="7711" y="4780"/>
                  </a:lnTo>
                  <a:cubicBezTo>
                    <a:pt x="7274" y="4780"/>
                    <a:pt x="6918" y="5136"/>
                    <a:pt x="6918" y="5573"/>
                  </a:cubicBezTo>
                  <a:lnTo>
                    <a:pt x="6918" y="5832"/>
                  </a:lnTo>
                  <a:cubicBezTo>
                    <a:pt x="6918" y="5976"/>
                    <a:pt x="7026" y="6048"/>
                    <a:pt x="7134" y="6048"/>
                  </a:cubicBezTo>
                  <a:cubicBezTo>
                    <a:pt x="7242" y="6048"/>
                    <a:pt x="7351" y="5976"/>
                    <a:pt x="7351" y="5832"/>
                  </a:cubicBezTo>
                  <a:lnTo>
                    <a:pt x="7351" y="5573"/>
                  </a:lnTo>
                  <a:cubicBezTo>
                    <a:pt x="7351" y="5376"/>
                    <a:pt x="7509" y="5212"/>
                    <a:pt x="7711" y="5212"/>
                  </a:cubicBezTo>
                  <a:lnTo>
                    <a:pt x="8215" y="5212"/>
                  </a:lnTo>
                  <a:lnTo>
                    <a:pt x="8215" y="9536"/>
                  </a:lnTo>
                  <a:lnTo>
                    <a:pt x="7711" y="9536"/>
                  </a:lnTo>
                  <a:cubicBezTo>
                    <a:pt x="7509" y="9536"/>
                    <a:pt x="7351" y="9378"/>
                    <a:pt x="7351" y="9176"/>
                  </a:cubicBezTo>
                  <a:lnTo>
                    <a:pt x="7351" y="6841"/>
                  </a:lnTo>
                  <a:cubicBezTo>
                    <a:pt x="7351" y="6697"/>
                    <a:pt x="7242" y="6625"/>
                    <a:pt x="7134" y="6625"/>
                  </a:cubicBezTo>
                  <a:cubicBezTo>
                    <a:pt x="7026" y="6625"/>
                    <a:pt x="6918" y="6697"/>
                    <a:pt x="6918" y="6841"/>
                  </a:cubicBezTo>
                  <a:lnTo>
                    <a:pt x="6918" y="9176"/>
                  </a:lnTo>
                  <a:cubicBezTo>
                    <a:pt x="6918" y="9613"/>
                    <a:pt x="7274" y="9968"/>
                    <a:pt x="7711" y="9968"/>
                  </a:cubicBezTo>
                  <a:lnTo>
                    <a:pt x="8215" y="9968"/>
                  </a:lnTo>
                  <a:lnTo>
                    <a:pt x="8215" y="10795"/>
                  </a:lnTo>
                  <a:cubicBezTo>
                    <a:pt x="8215" y="12106"/>
                    <a:pt x="7149" y="13168"/>
                    <a:pt x="5837" y="13168"/>
                  </a:cubicBezTo>
                  <a:lnTo>
                    <a:pt x="2811" y="13168"/>
                  </a:lnTo>
                  <a:cubicBezTo>
                    <a:pt x="1499" y="13168"/>
                    <a:pt x="437" y="12106"/>
                    <a:pt x="433" y="10795"/>
                  </a:cubicBezTo>
                  <a:lnTo>
                    <a:pt x="433" y="9968"/>
                  </a:lnTo>
                  <a:lnTo>
                    <a:pt x="937" y="9968"/>
                  </a:lnTo>
                  <a:cubicBezTo>
                    <a:pt x="1374" y="9968"/>
                    <a:pt x="1730" y="9613"/>
                    <a:pt x="1730" y="9176"/>
                  </a:cubicBezTo>
                  <a:lnTo>
                    <a:pt x="1730" y="8936"/>
                  </a:lnTo>
                  <a:cubicBezTo>
                    <a:pt x="1730" y="8791"/>
                    <a:pt x="1622" y="8719"/>
                    <a:pt x="1514" y="8719"/>
                  </a:cubicBezTo>
                  <a:cubicBezTo>
                    <a:pt x="1406" y="8719"/>
                    <a:pt x="1297" y="8791"/>
                    <a:pt x="1297" y="8936"/>
                  </a:cubicBezTo>
                  <a:lnTo>
                    <a:pt x="1297" y="9176"/>
                  </a:lnTo>
                  <a:cubicBezTo>
                    <a:pt x="1297" y="9378"/>
                    <a:pt x="1139" y="9536"/>
                    <a:pt x="937" y="9536"/>
                  </a:cubicBezTo>
                  <a:lnTo>
                    <a:pt x="433" y="9536"/>
                  </a:lnTo>
                  <a:lnTo>
                    <a:pt x="433" y="5212"/>
                  </a:lnTo>
                  <a:lnTo>
                    <a:pt x="937" y="5212"/>
                  </a:lnTo>
                  <a:cubicBezTo>
                    <a:pt x="1139" y="5212"/>
                    <a:pt x="1297" y="5376"/>
                    <a:pt x="1297" y="5573"/>
                  </a:cubicBezTo>
                  <a:lnTo>
                    <a:pt x="1297" y="7932"/>
                  </a:lnTo>
                  <a:cubicBezTo>
                    <a:pt x="1297" y="8073"/>
                    <a:pt x="1406" y="8144"/>
                    <a:pt x="1514" y="8144"/>
                  </a:cubicBezTo>
                  <a:cubicBezTo>
                    <a:pt x="1622" y="8144"/>
                    <a:pt x="1730" y="8073"/>
                    <a:pt x="1730" y="7932"/>
                  </a:cubicBezTo>
                  <a:lnTo>
                    <a:pt x="1730" y="5573"/>
                  </a:lnTo>
                  <a:cubicBezTo>
                    <a:pt x="1730" y="5136"/>
                    <a:pt x="1374" y="4780"/>
                    <a:pt x="937" y="4780"/>
                  </a:cubicBezTo>
                  <a:lnTo>
                    <a:pt x="433" y="4780"/>
                  </a:lnTo>
                  <a:lnTo>
                    <a:pt x="433" y="4622"/>
                  </a:lnTo>
                  <a:cubicBezTo>
                    <a:pt x="433" y="4477"/>
                    <a:pt x="325" y="4405"/>
                    <a:pt x="216" y="4405"/>
                  </a:cubicBezTo>
                  <a:cubicBezTo>
                    <a:pt x="108" y="4405"/>
                    <a:pt x="0" y="4477"/>
                    <a:pt x="0" y="4622"/>
                  </a:cubicBezTo>
                  <a:lnTo>
                    <a:pt x="0" y="10795"/>
                  </a:lnTo>
                  <a:cubicBezTo>
                    <a:pt x="5" y="12342"/>
                    <a:pt x="1259" y="13600"/>
                    <a:pt x="2811" y="13600"/>
                  </a:cubicBezTo>
                  <a:lnTo>
                    <a:pt x="3056" y="13600"/>
                  </a:lnTo>
                  <a:lnTo>
                    <a:pt x="3056" y="13961"/>
                  </a:lnTo>
                  <a:cubicBezTo>
                    <a:pt x="3056" y="14398"/>
                    <a:pt x="3411" y="14753"/>
                    <a:pt x="3848" y="14753"/>
                  </a:cubicBezTo>
                  <a:lnTo>
                    <a:pt x="4761" y="14753"/>
                  </a:lnTo>
                  <a:cubicBezTo>
                    <a:pt x="5198" y="14753"/>
                    <a:pt x="5554" y="14398"/>
                    <a:pt x="5554" y="13961"/>
                  </a:cubicBezTo>
                  <a:lnTo>
                    <a:pt x="5554" y="13600"/>
                  </a:lnTo>
                  <a:lnTo>
                    <a:pt x="5837" y="13600"/>
                  </a:lnTo>
                  <a:cubicBezTo>
                    <a:pt x="7389" y="13600"/>
                    <a:pt x="8648" y="12342"/>
                    <a:pt x="8648" y="10795"/>
                  </a:cubicBezTo>
                  <a:lnTo>
                    <a:pt x="8648" y="3387"/>
                  </a:lnTo>
                  <a:cubicBezTo>
                    <a:pt x="8648" y="1518"/>
                    <a:pt x="7130" y="0"/>
                    <a:pt x="5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4" name="Google Shape;13464;p86"/>
          <p:cNvGrpSpPr/>
          <p:nvPr/>
        </p:nvGrpSpPr>
        <p:grpSpPr>
          <a:xfrm>
            <a:off x="2209576" y="2442148"/>
            <a:ext cx="307641" cy="346571"/>
            <a:chOff x="2209576" y="2442148"/>
            <a:chExt cx="307641" cy="346571"/>
          </a:xfrm>
        </p:grpSpPr>
        <p:sp>
          <p:nvSpPr>
            <p:cNvPr id="13465" name="Google Shape;13465;p86"/>
            <p:cNvSpPr/>
            <p:nvPr/>
          </p:nvSpPr>
          <p:spPr>
            <a:xfrm>
              <a:off x="2213084" y="2643001"/>
              <a:ext cx="300494" cy="15629"/>
            </a:xfrm>
            <a:custGeom>
              <a:rect b="b" l="l" r="r" t="t"/>
              <a:pathLst>
                <a:path extrusionOk="0" h="597" w="11478">
                  <a:moveTo>
                    <a:pt x="356" y="1"/>
                  </a:moveTo>
                  <a:cubicBezTo>
                    <a:pt x="1" y="39"/>
                    <a:pt x="1" y="558"/>
                    <a:pt x="356" y="597"/>
                  </a:cubicBezTo>
                  <a:lnTo>
                    <a:pt x="11122" y="597"/>
                  </a:lnTo>
                  <a:cubicBezTo>
                    <a:pt x="11478" y="558"/>
                    <a:pt x="11478" y="39"/>
                    <a:pt x="11122"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86"/>
            <p:cNvSpPr/>
            <p:nvPr/>
          </p:nvSpPr>
          <p:spPr>
            <a:xfrm>
              <a:off x="2234342" y="2506682"/>
              <a:ext cx="135351" cy="253606"/>
            </a:xfrm>
            <a:custGeom>
              <a:rect b="b" l="l" r="r" t="t"/>
              <a:pathLst>
                <a:path extrusionOk="0" h="9687" w="5170">
                  <a:moveTo>
                    <a:pt x="3714" y="0"/>
                  </a:moveTo>
                  <a:lnTo>
                    <a:pt x="712" y="5852"/>
                  </a:lnTo>
                  <a:cubicBezTo>
                    <a:pt x="198" y="6851"/>
                    <a:pt x="1" y="7985"/>
                    <a:pt x="145" y="9099"/>
                  </a:cubicBezTo>
                  <a:cubicBezTo>
                    <a:pt x="159" y="9224"/>
                    <a:pt x="241" y="9330"/>
                    <a:pt x="356" y="9378"/>
                  </a:cubicBezTo>
                  <a:lnTo>
                    <a:pt x="1067" y="9661"/>
                  </a:lnTo>
                  <a:cubicBezTo>
                    <a:pt x="1110" y="9679"/>
                    <a:pt x="1154" y="9687"/>
                    <a:pt x="1197" y="9687"/>
                  </a:cubicBezTo>
                  <a:cubicBezTo>
                    <a:pt x="1332" y="9687"/>
                    <a:pt x="1459" y="9605"/>
                    <a:pt x="1514" y="9474"/>
                  </a:cubicBezTo>
                  <a:lnTo>
                    <a:pt x="5170" y="587"/>
                  </a:lnTo>
                  <a:lnTo>
                    <a:pt x="3714"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86"/>
            <p:cNvSpPr/>
            <p:nvPr/>
          </p:nvSpPr>
          <p:spPr>
            <a:xfrm>
              <a:off x="2255234" y="2506682"/>
              <a:ext cx="114459" cy="253606"/>
            </a:xfrm>
            <a:custGeom>
              <a:rect b="b" l="l" r="r" t="t"/>
              <a:pathLst>
                <a:path extrusionOk="0" h="9687" w="4372">
                  <a:moveTo>
                    <a:pt x="2916" y="0"/>
                  </a:moveTo>
                  <a:lnTo>
                    <a:pt x="2316" y="1173"/>
                  </a:lnTo>
                  <a:cubicBezTo>
                    <a:pt x="2407" y="1336"/>
                    <a:pt x="2513" y="1485"/>
                    <a:pt x="2642" y="1615"/>
                  </a:cubicBezTo>
                  <a:cubicBezTo>
                    <a:pt x="2911" y="1898"/>
                    <a:pt x="2993" y="2311"/>
                    <a:pt x="2844" y="2671"/>
                  </a:cubicBezTo>
                  <a:lnTo>
                    <a:pt x="48" y="9474"/>
                  </a:lnTo>
                  <a:cubicBezTo>
                    <a:pt x="34" y="9503"/>
                    <a:pt x="19" y="9532"/>
                    <a:pt x="0" y="9556"/>
                  </a:cubicBezTo>
                  <a:lnTo>
                    <a:pt x="269" y="9661"/>
                  </a:lnTo>
                  <a:cubicBezTo>
                    <a:pt x="312" y="9679"/>
                    <a:pt x="356" y="9687"/>
                    <a:pt x="399" y="9687"/>
                  </a:cubicBezTo>
                  <a:cubicBezTo>
                    <a:pt x="535" y="9687"/>
                    <a:pt x="662" y="9605"/>
                    <a:pt x="721" y="9474"/>
                  </a:cubicBezTo>
                  <a:lnTo>
                    <a:pt x="4372" y="587"/>
                  </a:lnTo>
                  <a:lnTo>
                    <a:pt x="2916"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86"/>
            <p:cNvSpPr/>
            <p:nvPr/>
          </p:nvSpPr>
          <p:spPr>
            <a:xfrm>
              <a:off x="2243767" y="2752695"/>
              <a:ext cx="20525" cy="30945"/>
            </a:xfrm>
            <a:custGeom>
              <a:rect b="b" l="l" r="r" t="t"/>
              <a:pathLst>
                <a:path extrusionOk="0" h="1182" w="784">
                  <a:moveTo>
                    <a:pt x="54" y="0"/>
                  </a:moveTo>
                  <a:lnTo>
                    <a:pt x="1" y="1182"/>
                  </a:lnTo>
                  <a:lnTo>
                    <a:pt x="784" y="298"/>
                  </a:lnTo>
                  <a:lnTo>
                    <a:pt x="54"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86"/>
            <p:cNvSpPr/>
            <p:nvPr/>
          </p:nvSpPr>
          <p:spPr>
            <a:xfrm>
              <a:off x="2356970" y="2506682"/>
              <a:ext cx="135351" cy="253606"/>
            </a:xfrm>
            <a:custGeom>
              <a:rect b="b" l="l" r="r" t="t"/>
              <a:pathLst>
                <a:path extrusionOk="0" h="9687" w="5170">
                  <a:moveTo>
                    <a:pt x="1456" y="0"/>
                  </a:moveTo>
                  <a:lnTo>
                    <a:pt x="1" y="587"/>
                  </a:lnTo>
                  <a:lnTo>
                    <a:pt x="3656" y="9474"/>
                  </a:lnTo>
                  <a:cubicBezTo>
                    <a:pt x="3711" y="9605"/>
                    <a:pt x="3838" y="9687"/>
                    <a:pt x="3974" y="9687"/>
                  </a:cubicBezTo>
                  <a:cubicBezTo>
                    <a:pt x="4017" y="9687"/>
                    <a:pt x="4061" y="9679"/>
                    <a:pt x="4103" y="9661"/>
                  </a:cubicBezTo>
                  <a:lnTo>
                    <a:pt x="4814" y="9378"/>
                  </a:lnTo>
                  <a:cubicBezTo>
                    <a:pt x="4930" y="9330"/>
                    <a:pt x="5011" y="9224"/>
                    <a:pt x="5026" y="9099"/>
                  </a:cubicBezTo>
                  <a:cubicBezTo>
                    <a:pt x="5170" y="7985"/>
                    <a:pt x="4973" y="6851"/>
                    <a:pt x="4459" y="5852"/>
                  </a:cubicBezTo>
                  <a:lnTo>
                    <a:pt x="1456"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86"/>
            <p:cNvSpPr/>
            <p:nvPr/>
          </p:nvSpPr>
          <p:spPr>
            <a:xfrm>
              <a:off x="2356970" y="2506682"/>
              <a:ext cx="135351" cy="248553"/>
            </a:xfrm>
            <a:custGeom>
              <a:rect b="b" l="l" r="r" t="t"/>
              <a:pathLst>
                <a:path extrusionOk="0" h="9494" w="5170">
                  <a:moveTo>
                    <a:pt x="1456" y="0"/>
                  </a:moveTo>
                  <a:lnTo>
                    <a:pt x="1" y="587"/>
                  </a:lnTo>
                  <a:lnTo>
                    <a:pt x="111" y="846"/>
                  </a:lnTo>
                  <a:lnTo>
                    <a:pt x="668" y="2205"/>
                  </a:lnTo>
                  <a:cubicBezTo>
                    <a:pt x="760" y="2186"/>
                    <a:pt x="856" y="2157"/>
                    <a:pt x="947" y="2124"/>
                  </a:cubicBezTo>
                  <a:cubicBezTo>
                    <a:pt x="1039" y="2092"/>
                    <a:pt x="1134" y="2077"/>
                    <a:pt x="1227" y="2077"/>
                  </a:cubicBezTo>
                  <a:cubicBezTo>
                    <a:pt x="1542" y="2077"/>
                    <a:pt x="1841" y="2250"/>
                    <a:pt x="1989" y="2547"/>
                  </a:cubicBezTo>
                  <a:lnTo>
                    <a:pt x="3950" y="6366"/>
                  </a:lnTo>
                  <a:cubicBezTo>
                    <a:pt x="4444" y="7327"/>
                    <a:pt x="4646" y="8417"/>
                    <a:pt x="4531" y="9493"/>
                  </a:cubicBezTo>
                  <a:lnTo>
                    <a:pt x="4853" y="9363"/>
                  </a:lnTo>
                  <a:cubicBezTo>
                    <a:pt x="4958" y="9320"/>
                    <a:pt x="5026" y="9219"/>
                    <a:pt x="5026" y="9104"/>
                  </a:cubicBezTo>
                  <a:cubicBezTo>
                    <a:pt x="5170" y="7985"/>
                    <a:pt x="4973" y="6851"/>
                    <a:pt x="4459" y="5852"/>
                  </a:cubicBezTo>
                  <a:lnTo>
                    <a:pt x="2057" y="1173"/>
                  </a:lnTo>
                  <a:lnTo>
                    <a:pt x="1456"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86"/>
            <p:cNvSpPr/>
            <p:nvPr/>
          </p:nvSpPr>
          <p:spPr>
            <a:xfrm>
              <a:off x="2462370" y="2752695"/>
              <a:ext cx="20525" cy="30945"/>
            </a:xfrm>
            <a:custGeom>
              <a:rect b="b" l="l" r="r" t="t"/>
              <a:pathLst>
                <a:path extrusionOk="0" h="1182" w="784">
                  <a:moveTo>
                    <a:pt x="731" y="0"/>
                  </a:moveTo>
                  <a:lnTo>
                    <a:pt x="0" y="298"/>
                  </a:lnTo>
                  <a:lnTo>
                    <a:pt x="783" y="1182"/>
                  </a:lnTo>
                  <a:lnTo>
                    <a:pt x="731"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86"/>
            <p:cNvSpPr/>
            <p:nvPr/>
          </p:nvSpPr>
          <p:spPr>
            <a:xfrm>
              <a:off x="2346419" y="2447201"/>
              <a:ext cx="33851" cy="30840"/>
            </a:xfrm>
            <a:custGeom>
              <a:rect b="b" l="l" r="r" t="t"/>
              <a:pathLst>
                <a:path extrusionOk="0" h="1178" w="1293">
                  <a:moveTo>
                    <a:pt x="370" y="0"/>
                  </a:moveTo>
                  <a:cubicBezTo>
                    <a:pt x="163" y="0"/>
                    <a:pt x="0" y="163"/>
                    <a:pt x="0" y="370"/>
                  </a:cubicBezTo>
                  <a:lnTo>
                    <a:pt x="0" y="1177"/>
                  </a:lnTo>
                  <a:lnTo>
                    <a:pt x="1292" y="1177"/>
                  </a:lnTo>
                  <a:lnTo>
                    <a:pt x="1292" y="370"/>
                  </a:lnTo>
                  <a:cubicBezTo>
                    <a:pt x="1292" y="163"/>
                    <a:pt x="1129" y="0"/>
                    <a:pt x="927"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86"/>
            <p:cNvSpPr/>
            <p:nvPr/>
          </p:nvSpPr>
          <p:spPr>
            <a:xfrm>
              <a:off x="2311181" y="2472334"/>
              <a:ext cx="91211" cy="78043"/>
            </a:xfrm>
            <a:custGeom>
              <a:rect b="b" l="l" r="r" t="t"/>
              <a:pathLst>
                <a:path extrusionOk="0" h="2981" w="3484">
                  <a:moveTo>
                    <a:pt x="1995" y="1"/>
                  </a:moveTo>
                  <a:cubicBezTo>
                    <a:pt x="669" y="1"/>
                    <a:pt x="1" y="1601"/>
                    <a:pt x="943" y="2542"/>
                  </a:cubicBezTo>
                  <a:cubicBezTo>
                    <a:pt x="1245" y="2845"/>
                    <a:pt x="1618" y="2981"/>
                    <a:pt x="1984" y="2981"/>
                  </a:cubicBezTo>
                  <a:cubicBezTo>
                    <a:pt x="2749" y="2981"/>
                    <a:pt x="3484" y="2387"/>
                    <a:pt x="3484" y="1490"/>
                  </a:cubicBezTo>
                  <a:cubicBezTo>
                    <a:pt x="3479" y="664"/>
                    <a:pt x="2816" y="1"/>
                    <a:pt x="1995"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86"/>
            <p:cNvSpPr/>
            <p:nvPr/>
          </p:nvSpPr>
          <p:spPr>
            <a:xfrm>
              <a:off x="2353959" y="2472334"/>
              <a:ext cx="51077" cy="77964"/>
            </a:xfrm>
            <a:custGeom>
              <a:rect b="b" l="l" r="r" t="t"/>
              <a:pathLst>
                <a:path extrusionOk="0" h="2978" w="1951">
                  <a:moveTo>
                    <a:pt x="369" y="1"/>
                  </a:moveTo>
                  <a:cubicBezTo>
                    <a:pt x="366" y="1"/>
                    <a:pt x="363" y="1"/>
                    <a:pt x="361" y="1"/>
                  </a:cubicBezTo>
                  <a:cubicBezTo>
                    <a:pt x="236" y="1"/>
                    <a:pt x="116" y="15"/>
                    <a:pt x="0" y="44"/>
                  </a:cubicBezTo>
                  <a:cubicBezTo>
                    <a:pt x="663" y="207"/>
                    <a:pt x="1124" y="803"/>
                    <a:pt x="1124" y="1485"/>
                  </a:cubicBezTo>
                  <a:cubicBezTo>
                    <a:pt x="1124" y="2172"/>
                    <a:pt x="663" y="2768"/>
                    <a:pt x="0" y="2931"/>
                  </a:cubicBezTo>
                  <a:cubicBezTo>
                    <a:pt x="123" y="2963"/>
                    <a:pt x="245" y="2978"/>
                    <a:pt x="366" y="2978"/>
                  </a:cubicBezTo>
                  <a:cubicBezTo>
                    <a:pt x="1095" y="2978"/>
                    <a:pt x="1745" y="2431"/>
                    <a:pt x="1840" y="1668"/>
                  </a:cubicBezTo>
                  <a:cubicBezTo>
                    <a:pt x="1950" y="782"/>
                    <a:pt x="1258" y="1"/>
                    <a:pt x="369"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86"/>
            <p:cNvSpPr/>
            <p:nvPr/>
          </p:nvSpPr>
          <p:spPr>
            <a:xfrm>
              <a:off x="2343146" y="2496236"/>
              <a:ext cx="35238" cy="30159"/>
            </a:xfrm>
            <a:custGeom>
              <a:rect b="b" l="l" r="r" t="t"/>
              <a:pathLst>
                <a:path extrusionOk="0" h="1152" w="1346">
                  <a:moveTo>
                    <a:pt x="769" y="1"/>
                  </a:moveTo>
                  <a:cubicBezTo>
                    <a:pt x="260" y="1"/>
                    <a:pt x="0" y="620"/>
                    <a:pt x="365" y="981"/>
                  </a:cubicBezTo>
                  <a:cubicBezTo>
                    <a:pt x="482" y="1099"/>
                    <a:pt x="626" y="1152"/>
                    <a:pt x="767" y="1152"/>
                  </a:cubicBezTo>
                  <a:cubicBezTo>
                    <a:pt x="1062" y="1152"/>
                    <a:pt x="1345" y="922"/>
                    <a:pt x="1345" y="577"/>
                  </a:cubicBezTo>
                  <a:cubicBezTo>
                    <a:pt x="1345" y="255"/>
                    <a:pt x="1086" y="1"/>
                    <a:pt x="769"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86"/>
            <p:cNvSpPr/>
            <p:nvPr/>
          </p:nvSpPr>
          <p:spPr>
            <a:xfrm>
              <a:off x="2346419" y="2623654"/>
              <a:ext cx="33851" cy="54219"/>
            </a:xfrm>
            <a:custGeom>
              <a:rect b="b" l="l" r="r" t="t"/>
              <a:pathLst>
                <a:path extrusionOk="0" h="2071" w="1293">
                  <a:moveTo>
                    <a:pt x="553" y="0"/>
                  </a:moveTo>
                  <a:cubicBezTo>
                    <a:pt x="250" y="0"/>
                    <a:pt x="0" y="250"/>
                    <a:pt x="0" y="557"/>
                  </a:cubicBezTo>
                  <a:lnTo>
                    <a:pt x="0" y="1518"/>
                  </a:lnTo>
                  <a:cubicBezTo>
                    <a:pt x="0" y="1821"/>
                    <a:pt x="250" y="2071"/>
                    <a:pt x="553" y="2071"/>
                  </a:cubicBezTo>
                  <a:lnTo>
                    <a:pt x="740" y="2071"/>
                  </a:lnTo>
                  <a:cubicBezTo>
                    <a:pt x="1047" y="2071"/>
                    <a:pt x="1292" y="1821"/>
                    <a:pt x="1292" y="1518"/>
                  </a:cubicBezTo>
                  <a:lnTo>
                    <a:pt x="1292" y="557"/>
                  </a:lnTo>
                  <a:cubicBezTo>
                    <a:pt x="1292" y="250"/>
                    <a:pt x="1047" y="0"/>
                    <a:pt x="740"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86"/>
            <p:cNvSpPr/>
            <p:nvPr/>
          </p:nvSpPr>
          <p:spPr>
            <a:xfrm>
              <a:off x="2355844" y="2623759"/>
              <a:ext cx="24426" cy="54114"/>
            </a:xfrm>
            <a:custGeom>
              <a:rect b="b" l="l" r="r" t="t"/>
              <a:pathLst>
                <a:path extrusionOk="0" h="2067" w="933">
                  <a:moveTo>
                    <a:pt x="193" y="1"/>
                  </a:moveTo>
                  <a:cubicBezTo>
                    <a:pt x="125" y="1"/>
                    <a:pt x="63" y="11"/>
                    <a:pt x="0" y="35"/>
                  </a:cubicBezTo>
                  <a:cubicBezTo>
                    <a:pt x="217" y="116"/>
                    <a:pt x="361" y="323"/>
                    <a:pt x="361" y="553"/>
                  </a:cubicBezTo>
                  <a:lnTo>
                    <a:pt x="361" y="1514"/>
                  </a:lnTo>
                  <a:cubicBezTo>
                    <a:pt x="361" y="1745"/>
                    <a:pt x="217" y="1951"/>
                    <a:pt x="0" y="2033"/>
                  </a:cubicBezTo>
                  <a:cubicBezTo>
                    <a:pt x="63" y="2057"/>
                    <a:pt x="125" y="2067"/>
                    <a:pt x="193" y="2067"/>
                  </a:cubicBezTo>
                  <a:lnTo>
                    <a:pt x="380" y="2067"/>
                  </a:lnTo>
                  <a:cubicBezTo>
                    <a:pt x="687" y="2067"/>
                    <a:pt x="932" y="1822"/>
                    <a:pt x="932" y="1514"/>
                  </a:cubicBezTo>
                  <a:lnTo>
                    <a:pt x="932" y="553"/>
                  </a:lnTo>
                  <a:cubicBezTo>
                    <a:pt x="932" y="246"/>
                    <a:pt x="683" y="1"/>
                    <a:pt x="38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86"/>
            <p:cNvSpPr/>
            <p:nvPr/>
          </p:nvSpPr>
          <p:spPr>
            <a:xfrm>
              <a:off x="2209576" y="2442148"/>
              <a:ext cx="307641" cy="346571"/>
            </a:xfrm>
            <a:custGeom>
              <a:rect b="b" l="l" r="r" t="t"/>
              <a:pathLst>
                <a:path extrusionOk="0" h="13238" w="11751">
                  <a:moveTo>
                    <a:pt x="6149" y="385"/>
                  </a:moveTo>
                  <a:cubicBezTo>
                    <a:pt x="6246" y="385"/>
                    <a:pt x="6327" y="467"/>
                    <a:pt x="6327" y="563"/>
                  </a:cubicBezTo>
                  <a:lnTo>
                    <a:pt x="6327" y="1019"/>
                  </a:lnTo>
                  <a:cubicBezTo>
                    <a:pt x="6178" y="979"/>
                    <a:pt x="6026" y="958"/>
                    <a:pt x="5873" y="958"/>
                  </a:cubicBezTo>
                  <a:cubicBezTo>
                    <a:pt x="5721" y="958"/>
                    <a:pt x="5568" y="979"/>
                    <a:pt x="5419" y="1019"/>
                  </a:cubicBezTo>
                  <a:lnTo>
                    <a:pt x="5419" y="563"/>
                  </a:lnTo>
                  <a:cubicBezTo>
                    <a:pt x="5419" y="467"/>
                    <a:pt x="5496" y="385"/>
                    <a:pt x="5592" y="385"/>
                  </a:cubicBezTo>
                  <a:close/>
                  <a:moveTo>
                    <a:pt x="5874" y="1346"/>
                  </a:moveTo>
                  <a:cubicBezTo>
                    <a:pt x="7020" y="1346"/>
                    <a:pt x="7606" y="2734"/>
                    <a:pt x="6793" y="3551"/>
                  </a:cubicBezTo>
                  <a:cubicBezTo>
                    <a:pt x="6529" y="3820"/>
                    <a:pt x="6202" y="3940"/>
                    <a:pt x="5881" y="3940"/>
                  </a:cubicBezTo>
                  <a:cubicBezTo>
                    <a:pt x="5217" y="3940"/>
                    <a:pt x="4578" y="3424"/>
                    <a:pt x="4578" y="2643"/>
                  </a:cubicBezTo>
                  <a:cubicBezTo>
                    <a:pt x="4578" y="1932"/>
                    <a:pt x="5150" y="1356"/>
                    <a:pt x="5856" y="1346"/>
                  </a:cubicBezTo>
                  <a:cubicBezTo>
                    <a:pt x="5862" y="1346"/>
                    <a:pt x="5868" y="1346"/>
                    <a:pt x="5874" y="1346"/>
                  </a:cubicBezTo>
                  <a:close/>
                  <a:moveTo>
                    <a:pt x="5943" y="4320"/>
                  </a:moveTo>
                  <a:lnTo>
                    <a:pt x="7245" y="7476"/>
                  </a:lnTo>
                  <a:lnTo>
                    <a:pt x="6716" y="7476"/>
                  </a:lnTo>
                  <a:cubicBezTo>
                    <a:pt x="6707" y="7068"/>
                    <a:pt x="6375" y="6741"/>
                    <a:pt x="5967" y="6741"/>
                  </a:cubicBezTo>
                  <a:lnTo>
                    <a:pt x="5780" y="6741"/>
                  </a:lnTo>
                  <a:cubicBezTo>
                    <a:pt x="5376" y="6741"/>
                    <a:pt x="5040" y="7068"/>
                    <a:pt x="5035" y="7476"/>
                  </a:cubicBezTo>
                  <a:lnTo>
                    <a:pt x="4506" y="7476"/>
                  </a:lnTo>
                  <a:lnTo>
                    <a:pt x="5804" y="4320"/>
                  </a:lnTo>
                  <a:close/>
                  <a:moveTo>
                    <a:pt x="7403" y="7865"/>
                  </a:moveTo>
                  <a:lnTo>
                    <a:pt x="7490" y="8072"/>
                  </a:lnTo>
                  <a:lnTo>
                    <a:pt x="6716" y="8072"/>
                  </a:lnTo>
                  <a:lnTo>
                    <a:pt x="6716" y="7865"/>
                  </a:lnTo>
                  <a:close/>
                  <a:moveTo>
                    <a:pt x="11256" y="7865"/>
                  </a:moveTo>
                  <a:cubicBezTo>
                    <a:pt x="11395" y="7865"/>
                    <a:pt x="11395" y="8072"/>
                    <a:pt x="11256" y="8072"/>
                  </a:cubicBezTo>
                  <a:lnTo>
                    <a:pt x="10185" y="8072"/>
                  </a:lnTo>
                  <a:lnTo>
                    <a:pt x="10079" y="7865"/>
                  </a:lnTo>
                  <a:close/>
                  <a:moveTo>
                    <a:pt x="1667" y="7865"/>
                  </a:moveTo>
                  <a:lnTo>
                    <a:pt x="1562" y="8077"/>
                  </a:lnTo>
                  <a:lnTo>
                    <a:pt x="490" y="8077"/>
                  </a:lnTo>
                  <a:cubicBezTo>
                    <a:pt x="433" y="8077"/>
                    <a:pt x="385" y="8028"/>
                    <a:pt x="389" y="7971"/>
                  </a:cubicBezTo>
                  <a:lnTo>
                    <a:pt x="385" y="7971"/>
                  </a:lnTo>
                  <a:cubicBezTo>
                    <a:pt x="385" y="7913"/>
                    <a:pt x="433" y="7865"/>
                    <a:pt x="490" y="7865"/>
                  </a:cubicBezTo>
                  <a:close/>
                  <a:moveTo>
                    <a:pt x="5035" y="7865"/>
                  </a:moveTo>
                  <a:lnTo>
                    <a:pt x="5035" y="8077"/>
                  </a:lnTo>
                  <a:lnTo>
                    <a:pt x="4261" y="8077"/>
                  </a:lnTo>
                  <a:lnTo>
                    <a:pt x="4348" y="7865"/>
                  </a:lnTo>
                  <a:close/>
                  <a:moveTo>
                    <a:pt x="5967" y="7130"/>
                  </a:moveTo>
                  <a:cubicBezTo>
                    <a:pt x="6164" y="7130"/>
                    <a:pt x="6327" y="7289"/>
                    <a:pt x="6327" y="7490"/>
                  </a:cubicBezTo>
                  <a:lnTo>
                    <a:pt x="6327" y="8451"/>
                  </a:lnTo>
                  <a:cubicBezTo>
                    <a:pt x="6327" y="8648"/>
                    <a:pt x="6164" y="8812"/>
                    <a:pt x="5967" y="8812"/>
                  </a:cubicBezTo>
                  <a:lnTo>
                    <a:pt x="5780" y="8812"/>
                  </a:lnTo>
                  <a:cubicBezTo>
                    <a:pt x="5583" y="8812"/>
                    <a:pt x="5419" y="8648"/>
                    <a:pt x="5419" y="8451"/>
                  </a:cubicBezTo>
                  <a:lnTo>
                    <a:pt x="5419" y="7490"/>
                  </a:lnTo>
                  <a:cubicBezTo>
                    <a:pt x="5419" y="7289"/>
                    <a:pt x="5583" y="7130"/>
                    <a:pt x="5780" y="7130"/>
                  </a:cubicBezTo>
                  <a:close/>
                  <a:moveTo>
                    <a:pt x="1542" y="12146"/>
                  </a:moveTo>
                  <a:lnTo>
                    <a:pt x="1763" y="12237"/>
                  </a:lnTo>
                  <a:lnTo>
                    <a:pt x="1523" y="12506"/>
                  </a:lnTo>
                  <a:lnTo>
                    <a:pt x="1542" y="12146"/>
                  </a:lnTo>
                  <a:close/>
                  <a:moveTo>
                    <a:pt x="10204" y="12146"/>
                  </a:moveTo>
                  <a:lnTo>
                    <a:pt x="10218" y="12506"/>
                  </a:lnTo>
                  <a:lnTo>
                    <a:pt x="9983" y="12237"/>
                  </a:lnTo>
                  <a:lnTo>
                    <a:pt x="10204" y="12146"/>
                  </a:lnTo>
                  <a:close/>
                  <a:moveTo>
                    <a:pt x="5597" y="1"/>
                  </a:moveTo>
                  <a:cubicBezTo>
                    <a:pt x="5285" y="1"/>
                    <a:pt x="5035" y="251"/>
                    <a:pt x="5035" y="563"/>
                  </a:cubicBezTo>
                  <a:lnTo>
                    <a:pt x="5035" y="1183"/>
                  </a:lnTo>
                  <a:cubicBezTo>
                    <a:pt x="4425" y="1533"/>
                    <a:pt x="4098" y="2220"/>
                    <a:pt x="4213" y="2912"/>
                  </a:cubicBezTo>
                  <a:lnTo>
                    <a:pt x="3704" y="3902"/>
                  </a:lnTo>
                  <a:cubicBezTo>
                    <a:pt x="3623" y="4054"/>
                    <a:pt x="3754" y="4186"/>
                    <a:pt x="3884" y="4186"/>
                  </a:cubicBezTo>
                  <a:cubicBezTo>
                    <a:pt x="3947" y="4186"/>
                    <a:pt x="4011" y="4155"/>
                    <a:pt x="4050" y="4080"/>
                  </a:cubicBezTo>
                  <a:lnTo>
                    <a:pt x="4386" y="3431"/>
                  </a:lnTo>
                  <a:cubicBezTo>
                    <a:pt x="4598" y="3835"/>
                    <a:pt x="4968" y="4132"/>
                    <a:pt x="5410" y="4262"/>
                  </a:cubicBezTo>
                  <a:lnTo>
                    <a:pt x="2282" y="11867"/>
                  </a:lnTo>
                  <a:cubicBezTo>
                    <a:pt x="2260" y="11925"/>
                    <a:pt x="2202" y="11959"/>
                    <a:pt x="2142" y="11959"/>
                  </a:cubicBezTo>
                  <a:cubicBezTo>
                    <a:pt x="2123" y="11959"/>
                    <a:pt x="2104" y="11955"/>
                    <a:pt x="2085" y="11949"/>
                  </a:cubicBezTo>
                  <a:lnTo>
                    <a:pt x="1379" y="11660"/>
                  </a:lnTo>
                  <a:cubicBezTo>
                    <a:pt x="1326" y="11641"/>
                    <a:pt x="1293" y="11593"/>
                    <a:pt x="1283" y="11540"/>
                  </a:cubicBezTo>
                  <a:cubicBezTo>
                    <a:pt x="1028" y="9566"/>
                    <a:pt x="1931" y="8269"/>
                    <a:pt x="1999" y="8081"/>
                  </a:cubicBezTo>
                  <a:lnTo>
                    <a:pt x="3704" y="4757"/>
                  </a:lnTo>
                  <a:cubicBezTo>
                    <a:pt x="3785" y="4602"/>
                    <a:pt x="3654" y="4468"/>
                    <a:pt x="3524" y="4468"/>
                  </a:cubicBezTo>
                  <a:cubicBezTo>
                    <a:pt x="3461" y="4468"/>
                    <a:pt x="3397" y="4499"/>
                    <a:pt x="3358" y="4574"/>
                  </a:cubicBezTo>
                  <a:lnTo>
                    <a:pt x="1869" y="7476"/>
                  </a:lnTo>
                  <a:lnTo>
                    <a:pt x="490" y="7476"/>
                  </a:lnTo>
                  <a:cubicBezTo>
                    <a:pt x="221" y="7476"/>
                    <a:pt x="0" y="7697"/>
                    <a:pt x="0" y="7966"/>
                  </a:cubicBezTo>
                  <a:cubicBezTo>
                    <a:pt x="0" y="8240"/>
                    <a:pt x="221" y="8461"/>
                    <a:pt x="490" y="8461"/>
                  </a:cubicBezTo>
                  <a:lnTo>
                    <a:pt x="1369" y="8461"/>
                  </a:lnTo>
                  <a:cubicBezTo>
                    <a:pt x="923" y="9436"/>
                    <a:pt x="759" y="10522"/>
                    <a:pt x="899" y="11588"/>
                  </a:cubicBezTo>
                  <a:cubicBezTo>
                    <a:pt x="918" y="11752"/>
                    <a:pt x="1019" y="11901"/>
                    <a:pt x="1163" y="11987"/>
                  </a:cubicBezTo>
                  <a:lnTo>
                    <a:pt x="1115" y="13034"/>
                  </a:lnTo>
                  <a:cubicBezTo>
                    <a:pt x="1108" y="13155"/>
                    <a:pt x="1206" y="13236"/>
                    <a:pt x="1308" y="13236"/>
                  </a:cubicBezTo>
                  <a:cubicBezTo>
                    <a:pt x="1360" y="13236"/>
                    <a:pt x="1414" y="13216"/>
                    <a:pt x="1456" y="13169"/>
                  </a:cubicBezTo>
                  <a:lnTo>
                    <a:pt x="2186" y="12347"/>
                  </a:lnTo>
                  <a:cubicBezTo>
                    <a:pt x="2388" y="12328"/>
                    <a:pt x="2566" y="12198"/>
                    <a:pt x="2642" y="12011"/>
                  </a:cubicBezTo>
                  <a:lnTo>
                    <a:pt x="4103" y="8461"/>
                  </a:lnTo>
                  <a:lnTo>
                    <a:pt x="5035" y="8461"/>
                  </a:lnTo>
                  <a:cubicBezTo>
                    <a:pt x="5040" y="8869"/>
                    <a:pt x="5371" y="9196"/>
                    <a:pt x="5780" y="9196"/>
                  </a:cubicBezTo>
                  <a:lnTo>
                    <a:pt x="5967" y="9196"/>
                  </a:lnTo>
                  <a:cubicBezTo>
                    <a:pt x="6375" y="9196"/>
                    <a:pt x="6707" y="8869"/>
                    <a:pt x="6716" y="8461"/>
                  </a:cubicBezTo>
                  <a:lnTo>
                    <a:pt x="7648" y="8461"/>
                  </a:lnTo>
                  <a:lnTo>
                    <a:pt x="8417" y="10330"/>
                  </a:lnTo>
                  <a:cubicBezTo>
                    <a:pt x="8451" y="10415"/>
                    <a:pt x="8519" y="10452"/>
                    <a:pt x="8588" y="10452"/>
                  </a:cubicBezTo>
                  <a:cubicBezTo>
                    <a:pt x="8712" y="10452"/>
                    <a:pt x="8839" y="10335"/>
                    <a:pt x="8777" y="10181"/>
                  </a:cubicBezTo>
                  <a:lnTo>
                    <a:pt x="6342" y="4257"/>
                  </a:lnTo>
                  <a:cubicBezTo>
                    <a:pt x="6784" y="4132"/>
                    <a:pt x="7153" y="3830"/>
                    <a:pt x="7365" y="3426"/>
                  </a:cubicBezTo>
                  <a:lnTo>
                    <a:pt x="9921" y="8403"/>
                  </a:lnTo>
                  <a:cubicBezTo>
                    <a:pt x="10420" y="9369"/>
                    <a:pt x="10608" y="10464"/>
                    <a:pt x="10468" y="11540"/>
                  </a:cubicBezTo>
                  <a:cubicBezTo>
                    <a:pt x="10459" y="11593"/>
                    <a:pt x="10425" y="11641"/>
                    <a:pt x="10377" y="11660"/>
                  </a:cubicBezTo>
                  <a:lnTo>
                    <a:pt x="9666" y="11949"/>
                  </a:lnTo>
                  <a:cubicBezTo>
                    <a:pt x="9649" y="11955"/>
                    <a:pt x="9631" y="11958"/>
                    <a:pt x="9613" y="11958"/>
                  </a:cubicBezTo>
                  <a:cubicBezTo>
                    <a:pt x="9551" y="11958"/>
                    <a:pt x="9491" y="11922"/>
                    <a:pt x="9469" y="11862"/>
                  </a:cubicBezTo>
                  <a:lnTo>
                    <a:pt x="9075" y="10906"/>
                  </a:lnTo>
                  <a:cubicBezTo>
                    <a:pt x="9039" y="10820"/>
                    <a:pt x="8970" y="10784"/>
                    <a:pt x="8900" y="10784"/>
                  </a:cubicBezTo>
                  <a:cubicBezTo>
                    <a:pt x="8776" y="10784"/>
                    <a:pt x="8650" y="10901"/>
                    <a:pt x="8715" y="11055"/>
                  </a:cubicBezTo>
                  <a:lnTo>
                    <a:pt x="9109" y="12011"/>
                  </a:lnTo>
                  <a:cubicBezTo>
                    <a:pt x="9186" y="12198"/>
                    <a:pt x="9363" y="12328"/>
                    <a:pt x="9565" y="12342"/>
                  </a:cubicBezTo>
                  <a:lnTo>
                    <a:pt x="10295" y="13174"/>
                  </a:lnTo>
                  <a:cubicBezTo>
                    <a:pt x="10335" y="13218"/>
                    <a:pt x="10386" y="13238"/>
                    <a:pt x="10437" y="13238"/>
                  </a:cubicBezTo>
                  <a:cubicBezTo>
                    <a:pt x="10539" y="13238"/>
                    <a:pt x="10640" y="13156"/>
                    <a:pt x="10636" y="13034"/>
                  </a:cubicBezTo>
                  <a:lnTo>
                    <a:pt x="10588" y="11987"/>
                  </a:lnTo>
                  <a:cubicBezTo>
                    <a:pt x="10732" y="11901"/>
                    <a:pt x="10829" y="11756"/>
                    <a:pt x="10853" y="11588"/>
                  </a:cubicBezTo>
                  <a:cubicBezTo>
                    <a:pt x="10992" y="10522"/>
                    <a:pt x="10829" y="9441"/>
                    <a:pt x="10377" y="8461"/>
                  </a:cubicBezTo>
                  <a:lnTo>
                    <a:pt x="11256" y="8461"/>
                  </a:lnTo>
                  <a:cubicBezTo>
                    <a:pt x="11530" y="8461"/>
                    <a:pt x="11751" y="8240"/>
                    <a:pt x="11751" y="7971"/>
                  </a:cubicBezTo>
                  <a:cubicBezTo>
                    <a:pt x="11751" y="7697"/>
                    <a:pt x="11530" y="7476"/>
                    <a:pt x="11256" y="7476"/>
                  </a:cubicBezTo>
                  <a:lnTo>
                    <a:pt x="9877" y="7476"/>
                  </a:lnTo>
                  <a:lnTo>
                    <a:pt x="7538" y="2912"/>
                  </a:lnTo>
                  <a:cubicBezTo>
                    <a:pt x="7648" y="2220"/>
                    <a:pt x="7322" y="1533"/>
                    <a:pt x="6716" y="1183"/>
                  </a:cubicBezTo>
                  <a:lnTo>
                    <a:pt x="6716" y="563"/>
                  </a:lnTo>
                  <a:cubicBezTo>
                    <a:pt x="6711" y="251"/>
                    <a:pt x="6462" y="1"/>
                    <a:pt x="6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86"/>
            <p:cNvSpPr/>
            <p:nvPr/>
          </p:nvSpPr>
          <p:spPr>
            <a:xfrm>
              <a:off x="2343251" y="2491052"/>
              <a:ext cx="47072" cy="40422"/>
            </a:xfrm>
            <a:custGeom>
              <a:rect b="b" l="l" r="r" t="t"/>
              <a:pathLst>
                <a:path extrusionOk="0" h="1544" w="1798">
                  <a:moveTo>
                    <a:pt x="770" y="391"/>
                  </a:moveTo>
                  <a:cubicBezTo>
                    <a:pt x="1106" y="391"/>
                    <a:pt x="1279" y="799"/>
                    <a:pt x="1039" y="1039"/>
                  </a:cubicBezTo>
                  <a:cubicBezTo>
                    <a:pt x="961" y="1117"/>
                    <a:pt x="865" y="1152"/>
                    <a:pt x="770" y="1152"/>
                  </a:cubicBezTo>
                  <a:cubicBezTo>
                    <a:pt x="574" y="1152"/>
                    <a:pt x="385" y="1001"/>
                    <a:pt x="385" y="770"/>
                  </a:cubicBezTo>
                  <a:cubicBezTo>
                    <a:pt x="385" y="564"/>
                    <a:pt x="558" y="391"/>
                    <a:pt x="770" y="391"/>
                  </a:cubicBezTo>
                  <a:close/>
                  <a:moveTo>
                    <a:pt x="776" y="1"/>
                  </a:moveTo>
                  <a:cubicBezTo>
                    <a:pt x="380" y="1"/>
                    <a:pt x="1" y="310"/>
                    <a:pt x="1" y="775"/>
                  </a:cubicBezTo>
                  <a:cubicBezTo>
                    <a:pt x="1" y="1198"/>
                    <a:pt x="342" y="1539"/>
                    <a:pt x="770" y="1544"/>
                  </a:cubicBezTo>
                  <a:cubicBezTo>
                    <a:pt x="1452" y="1544"/>
                    <a:pt x="1798" y="713"/>
                    <a:pt x="1312" y="228"/>
                  </a:cubicBezTo>
                  <a:cubicBezTo>
                    <a:pt x="1156" y="71"/>
                    <a:pt x="964" y="1"/>
                    <a:pt x="77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0" name="Google Shape;13480;p86"/>
          <p:cNvGrpSpPr/>
          <p:nvPr/>
        </p:nvGrpSpPr>
        <p:grpSpPr>
          <a:xfrm>
            <a:off x="1334850" y="2910142"/>
            <a:ext cx="280231" cy="357854"/>
            <a:chOff x="1334850" y="2910142"/>
            <a:chExt cx="280231" cy="357854"/>
          </a:xfrm>
        </p:grpSpPr>
        <p:sp>
          <p:nvSpPr>
            <p:cNvPr id="13481" name="Google Shape;13481;p86"/>
            <p:cNvSpPr/>
            <p:nvPr/>
          </p:nvSpPr>
          <p:spPr>
            <a:xfrm>
              <a:off x="1339981" y="2915430"/>
              <a:ext cx="269942" cy="347513"/>
            </a:xfrm>
            <a:custGeom>
              <a:rect b="b" l="l" r="r" t="t"/>
              <a:pathLst>
                <a:path extrusionOk="0" h="13274" w="10311">
                  <a:moveTo>
                    <a:pt x="904" y="0"/>
                  </a:moveTo>
                  <a:cubicBezTo>
                    <a:pt x="405" y="0"/>
                    <a:pt x="1" y="399"/>
                    <a:pt x="1" y="899"/>
                  </a:cubicBezTo>
                  <a:lnTo>
                    <a:pt x="1" y="2950"/>
                  </a:lnTo>
                  <a:cubicBezTo>
                    <a:pt x="1" y="3334"/>
                    <a:pt x="188" y="3695"/>
                    <a:pt x="496" y="3916"/>
                  </a:cubicBezTo>
                  <a:cubicBezTo>
                    <a:pt x="1082" y="4334"/>
                    <a:pt x="1500" y="5463"/>
                    <a:pt x="1500" y="6798"/>
                  </a:cubicBezTo>
                  <a:cubicBezTo>
                    <a:pt x="1500" y="8134"/>
                    <a:pt x="1077" y="9263"/>
                    <a:pt x="496" y="9681"/>
                  </a:cubicBezTo>
                  <a:cubicBezTo>
                    <a:pt x="188" y="9902"/>
                    <a:pt x="1" y="10262"/>
                    <a:pt x="1" y="10646"/>
                  </a:cubicBezTo>
                  <a:lnTo>
                    <a:pt x="1" y="12371"/>
                  </a:lnTo>
                  <a:cubicBezTo>
                    <a:pt x="1" y="12870"/>
                    <a:pt x="405" y="13274"/>
                    <a:pt x="904" y="13274"/>
                  </a:cubicBezTo>
                  <a:lnTo>
                    <a:pt x="9407" y="13274"/>
                  </a:lnTo>
                  <a:cubicBezTo>
                    <a:pt x="9902" y="13274"/>
                    <a:pt x="10306" y="12870"/>
                    <a:pt x="10306" y="12371"/>
                  </a:cubicBezTo>
                  <a:lnTo>
                    <a:pt x="10306" y="10646"/>
                  </a:lnTo>
                  <a:cubicBezTo>
                    <a:pt x="10306" y="10262"/>
                    <a:pt x="10123" y="9902"/>
                    <a:pt x="9811" y="9681"/>
                  </a:cubicBezTo>
                  <a:cubicBezTo>
                    <a:pt x="9230" y="9258"/>
                    <a:pt x="8812" y="8124"/>
                    <a:pt x="8812" y="6793"/>
                  </a:cubicBezTo>
                  <a:cubicBezTo>
                    <a:pt x="8812" y="5463"/>
                    <a:pt x="9234" y="4334"/>
                    <a:pt x="9816" y="3911"/>
                  </a:cubicBezTo>
                  <a:cubicBezTo>
                    <a:pt x="10123" y="3690"/>
                    <a:pt x="10310" y="3330"/>
                    <a:pt x="10310" y="2950"/>
                  </a:cubicBezTo>
                  <a:lnTo>
                    <a:pt x="10310" y="899"/>
                  </a:lnTo>
                  <a:cubicBezTo>
                    <a:pt x="10310" y="399"/>
                    <a:pt x="9907" y="0"/>
                    <a:pt x="940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86"/>
            <p:cNvSpPr/>
            <p:nvPr/>
          </p:nvSpPr>
          <p:spPr>
            <a:xfrm>
              <a:off x="1539970" y="2915430"/>
              <a:ext cx="69953" cy="347513"/>
            </a:xfrm>
            <a:custGeom>
              <a:rect b="b" l="l" r="r" t="t"/>
              <a:pathLst>
                <a:path extrusionOk="0" h="13274" w="2672">
                  <a:moveTo>
                    <a:pt x="591" y="0"/>
                  </a:moveTo>
                  <a:cubicBezTo>
                    <a:pt x="1091" y="0"/>
                    <a:pt x="1495" y="399"/>
                    <a:pt x="1495" y="899"/>
                  </a:cubicBezTo>
                  <a:lnTo>
                    <a:pt x="1495" y="2950"/>
                  </a:lnTo>
                  <a:cubicBezTo>
                    <a:pt x="1495" y="3334"/>
                    <a:pt x="1312" y="3695"/>
                    <a:pt x="1000" y="3916"/>
                  </a:cubicBezTo>
                  <a:cubicBezTo>
                    <a:pt x="418" y="4334"/>
                    <a:pt x="0" y="5463"/>
                    <a:pt x="0" y="6798"/>
                  </a:cubicBezTo>
                  <a:cubicBezTo>
                    <a:pt x="0" y="8134"/>
                    <a:pt x="418" y="9263"/>
                    <a:pt x="1000" y="9681"/>
                  </a:cubicBezTo>
                  <a:cubicBezTo>
                    <a:pt x="1312" y="9902"/>
                    <a:pt x="1495" y="10262"/>
                    <a:pt x="1495" y="10646"/>
                  </a:cubicBezTo>
                  <a:lnTo>
                    <a:pt x="1495" y="12371"/>
                  </a:lnTo>
                  <a:cubicBezTo>
                    <a:pt x="1495" y="12870"/>
                    <a:pt x="1091" y="13274"/>
                    <a:pt x="591" y="13274"/>
                  </a:cubicBezTo>
                  <a:lnTo>
                    <a:pt x="1768" y="13274"/>
                  </a:lnTo>
                  <a:cubicBezTo>
                    <a:pt x="2263" y="13274"/>
                    <a:pt x="2667" y="12870"/>
                    <a:pt x="2667" y="12371"/>
                  </a:cubicBezTo>
                  <a:lnTo>
                    <a:pt x="2667" y="10646"/>
                  </a:lnTo>
                  <a:cubicBezTo>
                    <a:pt x="2667" y="10262"/>
                    <a:pt x="2484" y="9902"/>
                    <a:pt x="2172" y="9681"/>
                  </a:cubicBezTo>
                  <a:cubicBezTo>
                    <a:pt x="1591" y="9263"/>
                    <a:pt x="1173" y="8134"/>
                    <a:pt x="1173" y="6798"/>
                  </a:cubicBezTo>
                  <a:cubicBezTo>
                    <a:pt x="1173" y="5463"/>
                    <a:pt x="1591" y="4334"/>
                    <a:pt x="2177" y="3916"/>
                  </a:cubicBezTo>
                  <a:cubicBezTo>
                    <a:pt x="2484" y="3695"/>
                    <a:pt x="2671" y="3334"/>
                    <a:pt x="2671" y="2950"/>
                  </a:cubicBezTo>
                  <a:lnTo>
                    <a:pt x="2671" y="899"/>
                  </a:lnTo>
                  <a:cubicBezTo>
                    <a:pt x="2671" y="399"/>
                    <a:pt x="2268" y="0"/>
                    <a:pt x="17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86"/>
            <p:cNvSpPr/>
            <p:nvPr/>
          </p:nvSpPr>
          <p:spPr>
            <a:xfrm>
              <a:off x="1409934" y="3016433"/>
              <a:ext cx="130062" cy="246406"/>
            </a:xfrm>
            <a:custGeom>
              <a:rect b="b" l="l" r="r" t="t"/>
              <a:pathLst>
                <a:path extrusionOk="0" h="9412" w="4968">
                  <a:moveTo>
                    <a:pt x="653" y="0"/>
                  </a:moveTo>
                  <a:cubicBezTo>
                    <a:pt x="293" y="0"/>
                    <a:pt x="0" y="288"/>
                    <a:pt x="0" y="653"/>
                  </a:cubicBezTo>
                  <a:lnTo>
                    <a:pt x="0" y="9411"/>
                  </a:lnTo>
                  <a:lnTo>
                    <a:pt x="4967" y="9411"/>
                  </a:lnTo>
                  <a:lnTo>
                    <a:pt x="4967" y="1960"/>
                  </a:lnTo>
                  <a:cubicBezTo>
                    <a:pt x="4967" y="874"/>
                    <a:pt x="4088" y="0"/>
                    <a:pt x="300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86"/>
            <p:cNvSpPr/>
            <p:nvPr/>
          </p:nvSpPr>
          <p:spPr>
            <a:xfrm>
              <a:off x="1464624" y="3016406"/>
              <a:ext cx="55371" cy="246432"/>
            </a:xfrm>
            <a:custGeom>
              <a:rect b="b" l="l" r="r" t="t"/>
              <a:pathLst>
                <a:path extrusionOk="0" h="9413" w="2115">
                  <a:moveTo>
                    <a:pt x="935" y="1"/>
                  </a:moveTo>
                  <a:cubicBezTo>
                    <a:pt x="928" y="1"/>
                    <a:pt x="921" y="1"/>
                    <a:pt x="914" y="1"/>
                  </a:cubicBezTo>
                  <a:lnTo>
                    <a:pt x="1" y="1"/>
                  </a:lnTo>
                  <a:lnTo>
                    <a:pt x="1" y="9412"/>
                  </a:lnTo>
                  <a:lnTo>
                    <a:pt x="2115" y="9412"/>
                  </a:lnTo>
                  <a:lnTo>
                    <a:pt x="2115" y="405"/>
                  </a:lnTo>
                  <a:cubicBezTo>
                    <a:pt x="1774" y="145"/>
                    <a:pt x="1360" y="1"/>
                    <a:pt x="935"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86"/>
            <p:cNvSpPr/>
            <p:nvPr/>
          </p:nvSpPr>
          <p:spPr>
            <a:xfrm>
              <a:off x="1484626" y="3016433"/>
              <a:ext cx="55371" cy="246406"/>
            </a:xfrm>
            <a:custGeom>
              <a:rect b="b" l="l" r="r" t="t"/>
              <a:pathLst>
                <a:path extrusionOk="0" h="9412" w="2115">
                  <a:moveTo>
                    <a:pt x="158" y="0"/>
                  </a:moveTo>
                  <a:cubicBezTo>
                    <a:pt x="155" y="0"/>
                    <a:pt x="153" y="0"/>
                    <a:pt x="150" y="0"/>
                  </a:cubicBezTo>
                  <a:lnTo>
                    <a:pt x="1" y="0"/>
                  </a:lnTo>
                  <a:lnTo>
                    <a:pt x="1" y="9411"/>
                  </a:lnTo>
                  <a:lnTo>
                    <a:pt x="2114" y="9411"/>
                  </a:lnTo>
                  <a:lnTo>
                    <a:pt x="2114" y="1965"/>
                  </a:lnTo>
                  <a:cubicBezTo>
                    <a:pt x="2114" y="882"/>
                    <a:pt x="1240" y="0"/>
                    <a:pt x="15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86"/>
            <p:cNvSpPr/>
            <p:nvPr/>
          </p:nvSpPr>
          <p:spPr>
            <a:xfrm>
              <a:off x="1484626" y="3016433"/>
              <a:ext cx="55371" cy="246275"/>
            </a:xfrm>
            <a:custGeom>
              <a:rect b="b" l="l" r="r" t="t"/>
              <a:pathLst>
                <a:path extrusionOk="0" h="9407" w="2115">
                  <a:moveTo>
                    <a:pt x="158" y="0"/>
                  </a:moveTo>
                  <a:cubicBezTo>
                    <a:pt x="155" y="0"/>
                    <a:pt x="153" y="0"/>
                    <a:pt x="150" y="0"/>
                  </a:cubicBezTo>
                  <a:lnTo>
                    <a:pt x="1" y="0"/>
                  </a:lnTo>
                  <a:lnTo>
                    <a:pt x="1" y="96"/>
                  </a:lnTo>
                  <a:cubicBezTo>
                    <a:pt x="803" y="365"/>
                    <a:pt x="1346" y="1115"/>
                    <a:pt x="1346" y="1960"/>
                  </a:cubicBezTo>
                  <a:lnTo>
                    <a:pt x="1346" y="9406"/>
                  </a:lnTo>
                  <a:lnTo>
                    <a:pt x="2114" y="9406"/>
                  </a:lnTo>
                  <a:lnTo>
                    <a:pt x="2114" y="1960"/>
                  </a:lnTo>
                  <a:cubicBezTo>
                    <a:pt x="2114" y="877"/>
                    <a:pt x="1240" y="0"/>
                    <a:pt x="158"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86"/>
            <p:cNvSpPr/>
            <p:nvPr/>
          </p:nvSpPr>
          <p:spPr>
            <a:xfrm>
              <a:off x="1431428" y="3126598"/>
              <a:ext cx="30212" cy="25997"/>
            </a:xfrm>
            <a:custGeom>
              <a:rect b="b" l="l" r="r" t="t"/>
              <a:pathLst>
                <a:path extrusionOk="0" h="993" w="1154">
                  <a:moveTo>
                    <a:pt x="659" y="0"/>
                  </a:moveTo>
                  <a:cubicBezTo>
                    <a:pt x="222" y="0"/>
                    <a:pt x="1" y="534"/>
                    <a:pt x="313" y="846"/>
                  </a:cubicBezTo>
                  <a:cubicBezTo>
                    <a:pt x="412" y="947"/>
                    <a:pt x="535" y="992"/>
                    <a:pt x="656" y="992"/>
                  </a:cubicBezTo>
                  <a:cubicBezTo>
                    <a:pt x="909" y="992"/>
                    <a:pt x="1154" y="794"/>
                    <a:pt x="1154" y="495"/>
                  </a:cubicBezTo>
                  <a:cubicBezTo>
                    <a:pt x="1154" y="221"/>
                    <a:pt x="933" y="0"/>
                    <a:pt x="659"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86"/>
            <p:cNvSpPr/>
            <p:nvPr/>
          </p:nvSpPr>
          <p:spPr>
            <a:xfrm>
              <a:off x="1424386" y="3121362"/>
              <a:ext cx="42542" cy="36443"/>
            </a:xfrm>
            <a:custGeom>
              <a:rect b="b" l="l" r="r" t="t"/>
              <a:pathLst>
                <a:path extrusionOk="0" h="1392" w="1625">
                  <a:moveTo>
                    <a:pt x="932" y="401"/>
                  </a:moveTo>
                  <a:cubicBezTo>
                    <a:pt x="1005" y="401"/>
                    <a:pt x="1079" y="428"/>
                    <a:pt x="1139" y="489"/>
                  </a:cubicBezTo>
                  <a:cubicBezTo>
                    <a:pt x="1322" y="671"/>
                    <a:pt x="1192" y="988"/>
                    <a:pt x="928" y="988"/>
                  </a:cubicBezTo>
                  <a:cubicBezTo>
                    <a:pt x="769" y="988"/>
                    <a:pt x="635" y="859"/>
                    <a:pt x="635" y="695"/>
                  </a:cubicBezTo>
                  <a:cubicBezTo>
                    <a:pt x="635" y="520"/>
                    <a:pt x="780" y="401"/>
                    <a:pt x="932" y="401"/>
                  </a:cubicBezTo>
                  <a:close/>
                  <a:moveTo>
                    <a:pt x="925" y="0"/>
                  </a:moveTo>
                  <a:cubicBezTo>
                    <a:pt x="754" y="0"/>
                    <a:pt x="579" y="64"/>
                    <a:pt x="438" y="205"/>
                  </a:cubicBezTo>
                  <a:cubicBezTo>
                    <a:pt x="1" y="642"/>
                    <a:pt x="313" y="1392"/>
                    <a:pt x="928" y="1392"/>
                  </a:cubicBezTo>
                  <a:cubicBezTo>
                    <a:pt x="1312" y="1392"/>
                    <a:pt x="1624" y="1080"/>
                    <a:pt x="1624" y="695"/>
                  </a:cubicBezTo>
                  <a:cubicBezTo>
                    <a:pt x="1624" y="276"/>
                    <a:pt x="1282" y="0"/>
                    <a:pt x="9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86"/>
            <p:cNvSpPr/>
            <p:nvPr/>
          </p:nvSpPr>
          <p:spPr>
            <a:xfrm>
              <a:off x="1334850" y="2910142"/>
              <a:ext cx="280231" cy="357854"/>
            </a:xfrm>
            <a:custGeom>
              <a:rect b="b" l="l" r="r" t="t"/>
              <a:pathLst>
                <a:path extrusionOk="0" h="13669" w="10704">
                  <a:moveTo>
                    <a:pt x="5923" y="4257"/>
                  </a:moveTo>
                  <a:cubicBezTo>
                    <a:pt x="6875" y="4291"/>
                    <a:pt x="7634" y="5069"/>
                    <a:pt x="7634" y="6020"/>
                  </a:cubicBezTo>
                  <a:lnTo>
                    <a:pt x="7634" y="13274"/>
                  </a:lnTo>
                  <a:lnTo>
                    <a:pt x="5923" y="13274"/>
                  </a:lnTo>
                  <a:lnTo>
                    <a:pt x="5923" y="4257"/>
                  </a:lnTo>
                  <a:close/>
                  <a:moveTo>
                    <a:pt x="1100" y="1"/>
                  </a:moveTo>
                  <a:cubicBezTo>
                    <a:pt x="490" y="1"/>
                    <a:pt x="0" y="496"/>
                    <a:pt x="0" y="1101"/>
                  </a:cubicBezTo>
                  <a:lnTo>
                    <a:pt x="0" y="3152"/>
                  </a:lnTo>
                  <a:cubicBezTo>
                    <a:pt x="0" y="3599"/>
                    <a:pt x="211" y="4022"/>
                    <a:pt x="577" y="4281"/>
                  </a:cubicBezTo>
                  <a:cubicBezTo>
                    <a:pt x="1115" y="4665"/>
                    <a:pt x="1494" y="5780"/>
                    <a:pt x="1494" y="6995"/>
                  </a:cubicBezTo>
                  <a:cubicBezTo>
                    <a:pt x="1494" y="8211"/>
                    <a:pt x="1115" y="9330"/>
                    <a:pt x="577" y="9714"/>
                  </a:cubicBezTo>
                  <a:cubicBezTo>
                    <a:pt x="211" y="9974"/>
                    <a:pt x="0" y="10392"/>
                    <a:pt x="0" y="10843"/>
                  </a:cubicBezTo>
                  <a:lnTo>
                    <a:pt x="0" y="12568"/>
                  </a:lnTo>
                  <a:cubicBezTo>
                    <a:pt x="0" y="13178"/>
                    <a:pt x="490" y="13668"/>
                    <a:pt x="1100" y="13668"/>
                  </a:cubicBezTo>
                  <a:lnTo>
                    <a:pt x="9603" y="13668"/>
                  </a:lnTo>
                  <a:cubicBezTo>
                    <a:pt x="10209" y="13668"/>
                    <a:pt x="10703" y="13178"/>
                    <a:pt x="10703" y="12568"/>
                  </a:cubicBezTo>
                  <a:lnTo>
                    <a:pt x="10703" y="10843"/>
                  </a:lnTo>
                  <a:cubicBezTo>
                    <a:pt x="10703" y="10392"/>
                    <a:pt x="10487" y="9974"/>
                    <a:pt x="10127" y="9714"/>
                  </a:cubicBezTo>
                  <a:cubicBezTo>
                    <a:pt x="9584" y="9330"/>
                    <a:pt x="9209" y="8211"/>
                    <a:pt x="9209" y="6995"/>
                  </a:cubicBezTo>
                  <a:cubicBezTo>
                    <a:pt x="9209" y="5780"/>
                    <a:pt x="9584" y="4665"/>
                    <a:pt x="10127" y="4281"/>
                  </a:cubicBezTo>
                  <a:cubicBezTo>
                    <a:pt x="10487" y="4022"/>
                    <a:pt x="10703" y="3599"/>
                    <a:pt x="10703" y="3152"/>
                  </a:cubicBezTo>
                  <a:lnTo>
                    <a:pt x="10703" y="2081"/>
                  </a:lnTo>
                  <a:cubicBezTo>
                    <a:pt x="10703" y="1946"/>
                    <a:pt x="10604" y="1879"/>
                    <a:pt x="10504" y="1879"/>
                  </a:cubicBezTo>
                  <a:cubicBezTo>
                    <a:pt x="10404" y="1879"/>
                    <a:pt x="10305" y="1946"/>
                    <a:pt x="10305" y="2081"/>
                  </a:cubicBezTo>
                  <a:lnTo>
                    <a:pt x="10305" y="3152"/>
                  </a:lnTo>
                  <a:cubicBezTo>
                    <a:pt x="10305" y="3469"/>
                    <a:pt x="10151" y="3767"/>
                    <a:pt x="9896" y="3954"/>
                  </a:cubicBezTo>
                  <a:cubicBezTo>
                    <a:pt x="8455" y="4987"/>
                    <a:pt x="8450" y="9003"/>
                    <a:pt x="9896" y="10041"/>
                  </a:cubicBezTo>
                  <a:cubicBezTo>
                    <a:pt x="10151" y="10224"/>
                    <a:pt x="10305" y="10522"/>
                    <a:pt x="10305" y="10843"/>
                  </a:cubicBezTo>
                  <a:lnTo>
                    <a:pt x="10305" y="12568"/>
                  </a:lnTo>
                  <a:cubicBezTo>
                    <a:pt x="10305" y="12957"/>
                    <a:pt x="9992" y="13274"/>
                    <a:pt x="9603" y="13274"/>
                  </a:cubicBezTo>
                  <a:lnTo>
                    <a:pt x="8032" y="13274"/>
                  </a:lnTo>
                  <a:lnTo>
                    <a:pt x="8032" y="6020"/>
                  </a:lnTo>
                  <a:cubicBezTo>
                    <a:pt x="8032" y="4829"/>
                    <a:pt x="7062" y="3858"/>
                    <a:pt x="5871" y="3858"/>
                  </a:cubicBezTo>
                  <a:lnTo>
                    <a:pt x="3521" y="3858"/>
                  </a:lnTo>
                  <a:cubicBezTo>
                    <a:pt x="3051" y="3858"/>
                    <a:pt x="2666" y="4243"/>
                    <a:pt x="2666" y="4713"/>
                  </a:cubicBezTo>
                  <a:lnTo>
                    <a:pt x="2666" y="11617"/>
                  </a:lnTo>
                  <a:cubicBezTo>
                    <a:pt x="2666" y="11749"/>
                    <a:pt x="2767" y="11815"/>
                    <a:pt x="2868" y="11815"/>
                  </a:cubicBezTo>
                  <a:cubicBezTo>
                    <a:pt x="2969" y="11815"/>
                    <a:pt x="3070" y="11749"/>
                    <a:pt x="3070" y="11617"/>
                  </a:cubicBezTo>
                  <a:lnTo>
                    <a:pt x="3070" y="4713"/>
                  </a:lnTo>
                  <a:cubicBezTo>
                    <a:pt x="3070" y="4459"/>
                    <a:pt x="3272" y="4257"/>
                    <a:pt x="3521" y="4257"/>
                  </a:cubicBezTo>
                  <a:lnTo>
                    <a:pt x="5525" y="4257"/>
                  </a:lnTo>
                  <a:lnTo>
                    <a:pt x="5525" y="13274"/>
                  </a:lnTo>
                  <a:lnTo>
                    <a:pt x="3070" y="13274"/>
                  </a:lnTo>
                  <a:lnTo>
                    <a:pt x="3070" y="12366"/>
                  </a:lnTo>
                  <a:cubicBezTo>
                    <a:pt x="3070" y="12232"/>
                    <a:pt x="2969" y="12164"/>
                    <a:pt x="2868" y="12164"/>
                  </a:cubicBezTo>
                  <a:cubicBezTo>
                    <a:pt x="2767" y="12164"/>
                    <a:pt x="2666" y="12232"/>
                    <a:pt x="2666" y="12366"/>
                  </a:cubicBezTo>
                  <a:lnTo>
                    <a:pt x="2666" y="13274"/>
                  </a:lnTo>
                  <a:lnTo>
                    <a:pt x="1100" y="13274"/>
                  </a:lnTo>
                  <a:cubicBezTo>
                    <a:pt x="711" y="13269"/>
                    <a:pt x="399" y="12957"/>
                    <a:pt x="399" y="12573"/>
                  </a:cubicBezTo>
                  <a:lnTo>
                    <a:pt x="399" y="10843"/>
                  </a:lnTo>
                  <a:cubicBezTo>
                    <a:pt x="399" y="10526"/>
                    <a:pt x="552" y="10228"/>
                    <a:pt x="807" y="10041"/>
                  </a:cubicBezTo>
                  <a:cubicBezTo>
                    <a:pt x="2248" y="9008"/>
                    <a:pt x="2253" y="4992"/>
                    <a:pt x="807" y="3959"/>
                  </a:cubicBezTo>
                  <a:cubicBezTo>
                    <a:pt x="552" y="3772"/>
                    <a:pt x="399" y="3474"/>
                    <a:pt x="399" y="3157"/>
                  </a:cubicBezTo>
                  <a:lnTo>
                    <a:pt x="399" y="1101"/>
                  </a:lnTo>
                  <a:cubicBezTo>
                    <a:pt x="399" y="712"/>
                    <a:pt x="711" y="399"/>
                    <a:pt x="1100" y="399"/>
                  </a:cubicBezTo>
                  <a:lnTo>
                    <a:pt x="9603" y="399"/>
                  </a:lnTo>
                  <a:cubicBezTo>
                    <a:pt x="9988" y="399"/>
                    <a:pt x="10305" y="712"/>
                    <a:pt x="10305" y="1101"/>
                  </a:cubicBezTo>
                  <a:lnTo>
                    <a:pt x="10305" y="1331"/>
                  </a:lnTo>
                  <a:cubicBezTo>
                    <a:pt x="10305" y="1442"/>
                    <a:pt x="10391" y="1533"/>
                    <a:pt x="10506" y="1533"/>
                  </a:cubicBezTo>
                  <a:cubicBezTo>
                    <a:pt x="10612" y="1533"/>
                    <a:pt x="10703" y="1442"/>
                    <a:pt x="10703" y="1331"/>
                  </a:cubicBezTo>
                  <a:lnTo>
                    <a:pt x="10703" y="1101"/>
                  </a:lnTo>
                  <a:cubicBezTo>
                    <a:pt x="10703" y="496"/>
                    <a:pt x="10209" y="1"/>
                    <a:pt x="96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0" name="Google Shape;13490;p86"/>
          <p:cNvGrpSpPr/>
          <p:nvPr/>
        </p:nvGrpSpPr>
        <p:grpSpPr>
          <a:xfrm>
            <a:off x="920682" y="3811650"/>
            <a:ext cx="220357" cy="378353"/>
            <a:chOff x="920682" y="3811650"/>
            <a:chExt cx="220357" cy="378353"/>
          </a:xfrm>
        </p:grpSpPr>
        <p:sp>
          <p:nvSpPr>
            <p:cNvPr id="13491" name="Google Shape;13491;p86"/>
            <p:cNvSpPr/>
            <p:nvPr/>
          </p:nvSpPr>
          <p:spPr>
            <a:xfrm>
              <a:off x="1004563" y="3984464"/>
              <a:ext cx="52596" cy="94850"/>
            </a:xfrm>
            <a:custGeom>
              <a:rect b="b" l="l" r="r" t="t"/>
              <a:pathLst>
                <a:path extrusionOk="0" h="3623" w="2009">
                  <a:moveTo>
                    <a:pt x="1" y="1"/>
                  </a:moveTo>
                  <a:lnTo>
                    <a:pt x="1" y="3623"/>
                  </a:lnTo>
                  <a:lnTo>
                    <a:pt x="2009" y="3623"/>
                  </a:lnTo>
                  <a:lnTo>
                    <a:pt x="2009"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86"/>
            <p:cNvSpPr/>
            <p:nvPr/>
          </p:nvSpPr>
          <p:spPr>
            <a:xfrm>
              <a:off x="1030848" y="3984464"/>
              <a:ext cx="26311" cy="94850"/>
            </a:xfrm>
            <a:custGeom>
              <a:rect b="b" l="l" r="r" t="t"/>
              <a:pathLst>
                <a:path extrusionOk="0" h="3623" w="1005">
                  <a:moveTo>
                    <a:pt x="1" y="1"/>
                  </a:moveTo>
                  <a:lnTo>
                    <a:pt x="1" y="3623"/>
                  </a:lnTo>
                  <a:lnTo>
                    <a:pt x="1005" y="3623"/>
                  </a:lnTo>
                  <a:lnTo>
                    <a:pt x="1005"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86"/>
            <p:cNvSpPr/>
            <p:nvPr/>
          </p:nvSpPr>
          <p:spPr>
            <a:xfrm>
              <a:off x="957413" y="3836443"/>
              <a:ext cx="146791" cy="177108"/>
            </a:xfrm>
            <a:custGeom>
              <a:rect b="b" l="l" r="r" t="t"/>
              <a:pathLst>
                <a:path extrusionOk="0" h="6765" w="5607">
                  <a:moveTo>
                    <a:pt x="120" y="0"/>
                  </a:moveTo>
                  <a:cubicBezTo>
                    <a:pt x="67" y="0"/>
                    <a:pt x="24" y="39"/>
                    <a:pt x="24" y="92"/>
                  </a:cubicBezTo>
                  <a:lnTo>
                    <a:pt x="24" y="3944"/>
                  </a:lnTo>
                  <a:cubicBezTo>
                    <a:pt x="0" y="5496"/>
                    <a:pt x="1254" y="6764"/>
                    <a:pt x="2806" y="6764"/>
                  </a:cubicBezTo>
                  <a:cubicBezTo>
                    <a:pt x="4357" y="6764"/>
                    <a:pt x="5606" y="5496"/>
                    <a:pt x="5587" y="3944"/>
                  </a:cubicBezTo>
                  <a:lnTo>
                    <a:pt x="5587" y="92"/>
                  </a:lnTo>
                  <a:cubicBezTo>
                    <a:pt x="5587" y="39"/>
                    <a:pt x="5544" y="0"/>
                    <a:pt x="549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86"/>
            <p:cNvSpPr/>
            <p:nvPr/>
          </p:nvSpPr>
          <p:spPr>
            <a:xfrm>
              <a:off x="978540" y="3836443"/>
              <a:ext cx="125167" cy="157028"/>
            </a:xfrm>
            <a:custGeom>
              <a:rect b="b" l="l" r="r" t="t"/>
              <a:pathLst>
                <a:path extrusionOk="0" h="5998" w="4781">
                  <a:moveTo>
                    <a:pt x="0" y="0"/>
                  </a:moveTo>
                  <a:lnTo>
                    <a:pt x="0" y="3214"/>
                  </a:lnTo>
                  <a:cubicBezTo>
                    <a:pt x="0" y="4843"/>
                    <a:pt x="1337" y="5998"/>
                    <a:pt x="2785" y="5998"/>
                  </a:cubicBezTo>
                  <a:cubicBezTo>
                    <a:pt x="3275" y="5998"/>
                    <a:pt x="3779" y="5865"/>
                    <a:pt x="4247" y="5573"/>
                  </a:cubicBezTo>
                  <a:cubicBezTo>
                    <a:pt x="4593" y="5102"/>
                    <a:pt x="4780" y="4530"/>
                    <a:pt x="4780" y="3944"/>
                  </a:cubicBezTo>
                  <a:lnTo>
                    <a:pt x="4780" y="92"/>
                  </a:lnTo>
                  <a:cubicBezTo>
                    <a:pt x="4780" y="39"/>
                    <a:pt x="4737" y="0"/>
                    <a:pt x="468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86"/>
            <p:cNvSpPr/>
            <p:nvPr/>
          </p:nvSpPr>
          <p:spPr>
            <a:xfrm>
              <a:off x="926206" y="3817331"/>
              <a:ext cx="209178" cy="40003"/>
            </a:xfrm>
            <a:custGeom>
              <a:rect b="b" l="l" r="r" t="t"/>
              <a:pathLst>
                <a:path extrusionOk="0" h="1528" w="7990">
                  <a:moveTo>
                    <a:pt x="577" y="0"/>
                  </a:moveTo>
                  <a:cubicBezTo>
                    <a:pt x="260" y="0"/>
                    <a:pt x="5" y="260"/>
                    <a:pt x="1" y="577"/>
                  </a:cubicBezTo>
                  <a:lnTo>
                    <a:pt x="1" y="956"/>
                  </a:lnTo>
                  <a:cubicBezTo>
                    <a:pt x="5" y="1273"/>
                    <a:pt x="260" y="1528"/>
                    <a:pt x="577" y="1528"/>
                  </a:cubicBezTo>
                  <a:lnTo>
                    <a:pt x="7418" y="1528"/>
                  </a:lnTo>
                  <a:cubicBezTo>
                    <a:pt x="7735" y="1528"/>
                    <a:pt x="7990" y="1273"/>
                    <a:pt x="7990" y="956"/>
                  </a:cubicBezTo>
                  <a:lnTo>
                    <a:pt x="7990" y="577"/>
                  </a:lnTo>
                  <a:cubicBezTo>
                    <a:pt x="7990" y="260"/>
                    <a:pt x="7735" y="0"/>
                    <a:pt x="741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86"/>
            <p:cNvSpPr/>
            <p:nvPr/>
          </p:nvSpPr>
          <p:spPr>
            <a:xfrm>
              <a:off x="952622" y="3817331"/>
              <a:ext cx="182763" cy="40003"/>
            </a:xfrm>
            <a:custGeom>
              <a:rect b="b" l="l" r="r" t="t"/>
              <a:pathLst>
                <a:path extrusionOk="0" h="1528" w="6981">
                  <a:moveTo>
                    <a:pt x="577" y="0"/>
                  </a:moveTo>
                  <a:cubicBezTo>
                    <a:pt x="255" y="0"/>
                    <a:pt x="1" y="260"/>
                    <a:pt x="1" y="577"/>
                  </a:cubicBezTo>
                  <a:lnTo>
                    <a:pt x="1" y="956"/>
                  </a:lnTo>
                  <a:cubicBezTo>
                    <a:pt x="1" y="1273"/>
                    <a:pt x="255" y="1528"/>
                    <a:pt x="577" y="1528"/>
                  </a:cubicBezTo>
                  <a:lnTo>
                    <a:pt x="6409" y="1528"/>
                  </a:lnTo>
                  <a:cubicBezTo>
                    <a:pt x="6726" y="1528"/>
                    <a:pt x="6981" y="1273"/>
                    <a:pt x="6981" y="956"/>
                  </a:cubicBezTo>
                  <a:lnTo>
                    <a:pt x="6981" y="577"/>
                  </a:lnTo>
                  <a:cubicBezTo>
                    <a:pt x="6981" y="260"/>
                    <a:pt x="6726" y="0"/>
                    <a:pt x="6409"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86"/>
            <p:cNvSpPr/>
            <p:nvPr/>
          </p:nvSpPr>
          <p:spPr>
            <a:xfrm>
              <a:off x="981420" y="3879430"/>
              <a:ext cx="99013" cy="91316"/>
            </a:xfrm>
            <a:custGeom>
              <a:rect b="b" l="l" r="r" t="t"/>
              <a:pathLst>
                <a:path extrusionOk="0" h="3488" w="3782">
                  <a:moveTo>
                    <a:pt x="1889" y="1"/>
                  </a:moveTo>
                  <a:cubicBezTo>
                    <a:pt x="1807" y="1"/>
                    <a:pt x="1725" y="43"/>
                    <a:pt x="1682" y="126"/>
                  </a:cubicBezTo>
                  <a:lnTo>
                    <a:pt x="1303" y="900"/>
                  </a:lnTo>
                  <a:cubicBezTo>
                    <a:pt x="1264" y="967"/>
                    <a:pt x="1197" y="1015"/>
                    <a:pt x="1120" y="1029"/>
                  </a:cubicBezTo>
                  <a:lnTo>
                    <a:pt x="270" y="1149"/>
                  </a:lnTo>
                  <a:cubicBezTo>
                    <a:pt x="77" y="1178"/>
                    <a:pt x="1" y="1418"/>
                    <a:pt x="140" y="1553"/>
                  </a:cubicBezTo>
                  <a:lnTo>
                    <a:pt x="755" y="2153"/>
                  </a:lnTo>
                  <a:cubicBezTo>
                    <a:pt x="808" y="2211"/>
                    <a:pt x="832" y="2288"/>
                    <a:pt x="817" y="2365"/>
                  </a:cubicBezTo>
                  <a:lnTo>
                    <a:pt x="673" y="3210"/>
                  </a:lnTo>
                  <a:cubicBezTo>
                    <a:pt x="647" y="3363"/>
                    <a:pt x="768" y="3488"/>
                    <a:pt x="905" y="3488"/>
                  </a:cubicBezTo>
                  <a:cubicBezTo>
                    <a:pt x="941" y="3488"/>
                    <a:pt x="978" y="3479"/>
                    <a:pt x="1014" y="3460"/>
                  </a:cubicBezTo>
                  <a:lnTo>
                    <a:pt x="1778" y="3061"/>
                  </a:lnTo>
                  <a:cubicBezTo>
                    <a:pt x="1812" y="3042"/>
                    <a:pt x="1849" y="3033"/>
                    <a:pt x="1886" y="3033"/>
                  </a:cubicBezTo>
                  <a:cubicBezTo>
                    <a:pt x="1923" y="3033"/>
                    <a:pt x="1961" y="3042"/>
                    <a:pt x="1994" y="3061"/>
                  </a:cubicBezTo>
                  <a:lnTo>
                    <a:pt x="2753" y="3460"/>
                  </a:lnTo>
                  <a:cubicBezTo>
                    <a:pt x="2789" y="3479"/>
                    <a:pt x="2826" y="3488"/>
                    <a:pt x="2863" y="3488"/>
                  </a:cubicBezTo>
                  <a:cubicBezTo>
                    <a:pt x="3000" y="3488"/>
                    <a:pt x="3122" y="3363"/>
                    <a:pt x="3099" y="3210"/>
                  </a:cubicBezTo>
                  <a:lnTo>
                    <a:pt x="2960" y="2365"/>
                  </a:lnTo>
                  <a:cubicBezTo>
                    <a:pt x="2946" y="2288"/>
                    <a:pt x="2970" y="2211"/>
                    <a:pt x="3027" y="2153"/>
                  </a:cubicBezTo>
                  <a:lnTo>
                    <a:pt x="3642" y="1553"/>
                  </a:lnTo>
                  <a:cubicBezTo>
                    <a:pt x="3781" y="1418"/>
                    <a:pt x="3705" y="1178"/>
                    <a:pt x="3508" y="1154"/>
                  </a:cubicBezTo>
                  <a:lnTo>
                    <a:pt x="2662" y="1029"/>
                  </a:lnTo>
                  <a:cubicBezTo>
                    <a:pt x="2580" y="1020"/>
                    <a:pt x="2513" y="972"/>
                    <a:pt x="2480" y="900"/>
                  </a:cubicBezTo>
                  <a:lnTo>
                    <a:pt x="2100" y="131"/>
                  </a:lnTo>
                  <a:cubicBezTo>
                    <a:pt x="2056" y="44"/>
                    <a:pt x="1973" y="1"/>
                    <a:pt x="1889"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86"/>
            <p:cNvSpPr/>
            <p:nvPr/>
          </p:nvSpPr>
          <p:spPr>
            <a:xfrm>
              <a:off x="980661" y="4063816"/>
              <a:ext cx="100400" cy="39663"/>
            </a:xfrm>
            <a:custGeom>
              <a:rect b="b" l="l" r="r" t="t"/>
              <a:pathLst>
                <a:path extrusionOk="0" h="1515" w="3835">
                  <a:moveTo>
                    <a:pt x="231" y="1"/>
                  </a:moveTo>
                  <a:cubicBezTo>
                    <a:pt x="106" y="1"/>
                    <a:pt x="1" y="102"/>
                    <a:pt x="6" y="232"/>
                  </a:cubicBezTo>
                  <a:lnTo>
                    <a:pt x="6" y="1514"/>
                  </a:lnTo>
                  <a:lnTo>
                    <a:pt x="3834" y="1514"/>
                  </a:lnTo>
                  <a:lnTo>
                    <a:pt x="3834" y="232"/>
                  </a:lnTo>
                  <a:cubicBezTo>
                    <a:pt x="3834" y="102"/>
                    <a:pt x="3734" y="1"/>
                    <a:pt x="3609" y="1"/>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86"/>
            <p:cNvSpPr/>
            <p:nvPr/>
          </p:nvSpPr>
          <p:spPr>
            <a:xfrm>
              <a:off x="958041" y="4091750"/>
              <a:ext cx="145666" cy="41521"/>
            </a:xfrm>
            <a:custGeom>
              <a:rect b="b" l="l" r="r" t="t"/>
              <a:pathLst>
                <a:path extrusionOk="0" h="1586" w="5564">
                  <a:moveTo>
                    <a:pt x="288" y="0"/>
                  </a:moveTo>
                  <a:cubicBezTo>
                    <a:pt x="130" y="0"/>
                    <a:pt x="0" y="130"/>
                    <a:pt x="0" y="289"/>
                  </a:cubicBezTo>
                  <a:lnTo>
                    <a:pt x="0" y="1586"/>
                  </a:lnTo>
                  <a:lnTo>
                    <a:pt x="5563" y="1586"/>
                  </a:lnTo>
                  <a:lnTo>
                    <a:pt x="5563" y="289"/>
                  </a:lnTo>
                  <a:cubicBezTo>
                    <a:pt x="5563" y="130"/>
                    <a:pt x="5433" y="0"/>
                    <a:pt x="5275"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86"/>
            <p:cNvSpPr/>
            <p:nvPr/>
          </p:nvSpPr>
          <p:spPr>
            <a:xfrm>
              <a:off x="926206" y="4112511"/>
              <a:ext cx="209178" cy="72074"/>
            </a:xfrm>
            <a:custGeom>
              <a:rect b="b" l="l" r="r" t="t"/>
              <a:pathLst>
                <a:path extrusionOk="0" h="2753" w="7990">
                  <a:moveTo>
                    <a:pt x="659" y="0"/>
                  </a:moveTo>
                  <a:cubicBezTo>
                    <a:pt x="299" y="5"/>
                    <a:pt x="5" y="298"/>
                    <a:pt x="1" y="658"/>
                  </a:cubicBezTo>
                  <a:lnTo>
                    <a:pt x="1" y="2090"/>
                  </a:lnTo>
                  <a:cubicBezTo>
                    <a:pt x="1" y="2455"/>
                    <a:pt x="299" y="2748"/>
                    <a:pt x="659" y="2753"/>
                  </a:cubicBezTo>
                  <a:lnTo>
                    <a:pt x="7332" y="2753"/>
                  </a:lnTo>
                  <a:cubicBezTo>
                    <a:pt x="7697" y="2748"/>
                    <a:pt x="7990" y="2455"/>
                    <a:pt x="7990" y="2090"/>
                  </a:cubicBezTo>
                  <a:lnTo>
                    <a:pt x="7990" y="658"/>
                  </a:lnTo>
                  <a:cubicBezTo>
                    <a:pt x="7990" y="298"/>
                    <a:pt x="7697" y="5"/>
                    <a:pt x="7332" y="0"/>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86"/>
            <p:cNvSpPr/>
            <p:nvPr/>
          </p:nvSpPr>
          <p:spPr>
            <a:xfrm>
              <a:off x="952491" y="4112511"/>
              <a:ext cx="182893" cy="72074"/>
            </a:xfrm>
            <a:custGeom>
              <a:rect b="b" l="l" r="r" t="t"/>
              <a:pathLst>
                <a:path extrusionOk="0" h="2753" w="6986">
                  <a:moveTo>
                    <a:pt x="659" y="0"/>
                  </a:moveTo>
                  <a:cubicBezTo>
                    <a:pt x="299" y="5"/>
                    <a:pt x="1" y="298"/>
                    <a:pt x="1" y="658"/>
                  </a:cubicBezTo>
                  <a:lnTo>
                    <a:pt x="1" y="2090"/>
                  </a:lnTo>
                  <a:cubicBezTo>
                    <a:pt x="1" y="2455"/>
                    <a:pt x="294" y="2748"/>
                    <a:pt x="659" y="2753"/>
                  </a:cubicBezTo>
                  <a:lnTo>
                    <a:pt x="6328" y="2753"/>
                  </a:lnTo>
                  <a:cubicBezTo>
                    <a:pt x="6693" y="2748"/>
                    <a:pt x="6986" y="2455"/>
                    <a:pt x="6986" y="2090"/>
                  </a:cubicBezTo>
                  <a:lnTo>
                    <a:pt x="6986" y="658"/>
                  </a:lnTo>
                  <a:cubicBezTo>
                    <a:pt x="6986" y="293"/>
                    <a:pt x="6688" y="0"/>
                    <a:pt x="6328"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86"/>
            <p:cNvSpPr/>
            <p:nvPr/>
          </p:nvSpPr>
          <p:spPr>
            <a:xfrm>
              <a:off x="920682" y="3811650"/>
              <a:ext cx="220357" cy="378353"/>
            </a:xfrm>
            <a:custGeom>
              <a:rect b="b" l="l" r="r" t="t"/>
              <a:pathLst>
                <a:path extrusionOk="0" h="14452" w="8417">
                  <a:moveTo>
                    <a:pt x="5001" y="7774"/>
                  </a:moveTo>
                  <a:lnTo>
                    <a:pt x="5001" y="9422"/>
                  </a:lnTo>
                  <a:lnTo>
                    <a:pt x="3416" y="9422"/>
                  </a:lnTo>
                  <a:lnTo>
                    <a:pt x="3416" y="7774"/>
                  </a:lnTo>
                  <a:cubicBezTo>
                    <a:pt x="3675" y="7846"/>
                    <a:pt x="3942" y="7882"/>
                    <a:pt x="4209" y="7882"/>
                  </a:cubicBezTo>
                  <a:cubicBezTo>
                    <a:pt x="4475" y="7882"/>
                    <a:pt x="4742" y="7846"/>
                    <a:pt x="5001" y="7774"/>
                  </a:cubicBezTo>
                  <a:close/>
                  <a:moveTo>
                    <a:pt x="5909" y="9849"/>
                  </a:moveTo>
                  <a:lnTo>
                    <a:pt x="5909" y="10488"/>
                  </a:lnTo>
                  <a:lnTo>
                    <a:pt x="2503" y="10488"/>
                  </a:lnTo>
                  <a:lnTo>
                    <a:pt x="2503" y="9849"/>
                  </a:lnTo>
                  <a:close/>
                  <a:moveTo>
                    <a:pt x="6774" y="10916"/>
                  </a:moveTo>
                  <a:lnTo>
                    <a:pt x="6774" y="11281"/>
                  </a:lnTo>
                  <a:lnTo>
                    <a:pt x="1638" y="11281"/>
                  </a:lnTo>
                  <a:lnTo>
                    <a:pt x="1638" y="10916"/>
                  </a:lnTo>
                  <a:lnTo>
                    <a:pt x="2503" y="10916"/>
                  </a:lnTo>
                  <a:lnTo>
                    <a:pt x="2503" y="10935"/>
                  </a:lnTo>
                  <a:lnTo>
                    <a:pt x="5914" y="10935"/>
                  </a:lnTo>
                  <a:lnTo>
                    <a:pt x="5914" y="10916"/>
                  </a:lnTo>
                  <a:close/>
                  <a:moveTo>
                    <a:pt x="7543" y="11708"/>
                  </a:moveTo>
                  <a:cubicBezTo>
                    <a:pt x="7792" y="11708"/>
                    <a:pt x="7989" y="11905"/>
                    <a:pt x="7989" y="12150"/>
                  </a:cubicBezTo>
                  <a:lnTo>
                    <a:pt x="7989" y="13582"/>
                  </a:lnTo>
                  <a:cubicBezTo>
                    <a:pt x="7989" y="13827"/>
                    <a:pt x="7792" y="14029"/>
                    <a:pt x="7543" y="14029"/>
                  </a:cubicBezTo>
                  <a:lnTo>
                    <a:pt x="870" y="14029"/>
                  </a:lnTo>
                  <a:cubicBezTo>
                    <a:pt x="625" y="14029"/>
                    <a:pt x="428" y="13827"/>
                    <a:pt x="428" y="13582"/>
                  </a:cubicBezTo>
                  <a:lnTo>
                    <a:pt x="428" y="12150"/>
                  </a:lnTo>
                  <a:cubicBezTo>
                    <a:pt x="428" y="11905"/>
                    <a:pt x="625" y="11708"/>
                    <a:pt x="870" y="11708"/>
                  </a:cubicBezTo>
                  <a:close/>
                  <a:moveTo>
                    <a:pt x="788" y="1"/>
                  </a:moveTo>
                  <a:cubicBezTo>
                    <a:pt x="356" y="1"/>
                    <a:pt x="0" y="352"/>
                    <a:pt x="0" y="789"/>
                  </a:cubicBezTo>
                  <a:lnTo>
                    <a:pt x="0" y="1168"/>
                  </a:lnTo>
                  <a:cubicBezTo>
                    <a:pt x="0" y="1605"/>
                    <a:pt x="356" y="1956"/>
                    <a:pt x="788" y="1956"/>
                  </a:cubicBezTo>
                  <a:lnTo>
                    <a:pt x="1216" y="1956"/>
                  </a:lnTo>
                  <a:lnTo>
                    <a:pt x="1216" y="4887"/>
                  </a:lnTo>
                  <a:cubicBezTo>
                    <a:pt x="1216" y="6068"/>
                    <a:pt x="1907" y="7140"/>
                    <a:pt x="2988" y="7620"/>
                  </a:cubicBezTo>
                  <a:lnTo>
                    <a:pt x="2988" y="9422"/>
                  </a:lnTo>
                  <a:lnTo>
                    <a:pt x="2297" y="9422"/>
                  </a:lnTo>
                  <a:cubicBezTo>
                    <a:pt x="2177" y="9422"/>
                    <a:pt x="2080" y="9518"/>
                    <a:pt x="2080" y="9633"/>
                  </a:cubicBezTo>
                  <a:lnTo>
                    <a:pt x="2080" y="10488"/>
                  </a:lnTo>
                  <a:lnTo>
                    <a:pt x="1427" y="10488"/>
                  </a:lnTo>
                  <a:cubicBezTo>
                    <a:pt x="1312" y="10488"/>
                    <a:pt x="1216" y="10584"/>
                    <a:pt x="1216" y="10699"/>
                  </a:cubicBezTo>
                  <a:lnTo>
                    <a:pt x="1216" y="11281"/>
                  </a:lnTo>
                  <a:lnTo>
                    <a:pt x="870" y="11281"/>
                  </a:lnTo>
                  <a:cubicBezTo>
                    <a:pt x="389" y="11281"/>
                    <a:pt x="0" y="11670"/>
                    <a:pt x="0" y="12150"/>
                  </a:cubicBezTo>
                  <a:lnTo>
                    <a:pt x="0" y="13582"/>
                  </a:lnTo>
                  <a:cubicBezTo>
                    <a:pt x="0" y="14062"/>
                    <a:pt x="389" y="14451"/>
                    <a:pt x="870" y="14451"/>
                  </a:cubicBezTo>
                  <a:lnTo>
                    <a:pt x="7543" y="14451"/>
                  </a:lnTo>
                  <a:cubicBezTo>
                    <a:pt x="8023" y="14451"/>
                    <a:pt x="8412" y="14062"/>
                    <a:pt x="8417" y="13582"/>
                  </a:cubicBezTo>
                  <a:lnTo>
                    <a:pt x="8417" y="12150"/>
                  </a:lnTo>
                  <a:cubicBezTo>
                    <a:pt x="8412" y="11670"/>
                    <a:pt x="8023" y="11281"/>
                    <a:pt x="7543" y="11281"/>
                  </a:cubicBezTo>
                  <a:lnTo>
                    <a:pt x="7202" y="11281"/>
                  </a:lnTo>
                  <a:lnTo>
                    <a:pt x="7202" y="10704"/>
                  </a:lnTo>
                  <a:cubicBezTo>
                    <a:pt x="7202" y="10584"/>
                    <a:pt x="7105" y="10488"/>
                    <a:pt x="6990" y="10488"/>
                  </a:cubicBezTo>
                  <a:lnTo>
                    <a:pt x="6337" y="10488"/>
                  </a:lnTo>
                  <a:lnTo>
                    <a:pt x="6337" y="9638"/>
                  </a:lnTo>
                  <a:cubicBezTo>
                    <a:pt x="6337" y="9518"/>
                    <a:pt x="6241" y="9422"/>
                    <a:pt x="6125" y="9422"/>
                  </a:cubicBezTo>
                  <a:lnTo>
                    <a:pt x="5424" y="9422"/>
                  </a:lnTo>
                  <a:lnTo>
                    <a:pt x="5424" y="7620"/>
                  </a:lnTo>
                  <a:cubicBezTo>
                    <a:pt x="5808" y="7452"/>
                    <a:pt x="6149" y="7202"/>
                    <a:pt x="6433" y="6890"/>
                  </a:cubicBezTo>
                  <a:cubicBezTo>
                    <a:pt x="6574" y="6731"/>
                    <a:pt x="6430" y="6532"/>
                    <a:pt x="6270" y="6532"/>
                  </a:cubicBezTo>
                  <a:cubicBezTo>
                    <a:pt x="6217" y="6532"/>
                    <a:pt x="6163" y="6554"/>
                    <a:pt x="6116" y="6606"/>
                  </a:cubicBezTo>
                  <a:cubicBezTo>
                    <a:pt x="5620" y="7156"/>
                    <a:pt x="4922" y="7456"/>
                    <a:pt x="4208" y="7456"/>
                  </a:cubicBezTo>
                  <a:cubicBezTo>
                    <a:pt x="3899" y="7456"/>
                    <a:pt x="3587" y="7400"/>
                    <a:pt x="3286" y="7284"/>
                  </a:cubicBezTo>
                  <a:cubicBezTo>
                    <a:pt x="2297" y="6904"/>
                    <a:pt x="1638" y="5953"/>
                    <a:pt x="1638" y="4887"/>
                  </a:cubicBezTo>
                  <a:lnTo>
                    <a:pt x="1638" y="1956"/>
                  </a:lnTo>
                  <a:lnTo>
                    <a:pt x="6774" y="1956"/>
                  </a:lnTo>
                  <a:lnTo>
                    <a:pt x="6774" y="4887"/>
                  </a:lnTo>
                  <a:cubicBezTo>
                    <a:pt x="6774" y="5257"/>
                    <a:pt x="6697" y="5617"/>
                    <a:pt x="6543" y="5953"/>
                  </a:cubicBezTo>
                  <a:cubicBezTo>
                    <a:pt x="6495" y="6059"/>
                    <a:pt x="6543" y="6188"/>
                    <a:pt x="6649" y="6237"/>
                  </a:cubicBezTo>
                  <a:cubicBezTo>
                    <a:pt x="6678" y="6246"/>
                    <a:pt x="6707" y="6256"/>
                    <a:pt x="6740" y="6256"/>
                  </a:cubicBezTo>
                  <a:cubicBezTo>
                    <a:pt x="6822" y="6256"/>
                    <a:pt x="6899" y="6208"/>
                    <a:pt x="6933" y="6131"/>
                  </a:cubicBezTo>
                  <a:cubicBezTo>
                    <a:pt x="7110" y="5742"/>
                    <a:pt x="7202" y="5319"/>
                    <a:pt x="7202" y="4891"/>
                  </a:cubicBezTo>
                  <a:lnTo>
                    <a:pt x="7202" y="1956"/>
                  </a:lnTo>
                  <a:lnTo>
                    <a:pt x="7629" y="1956"/>
                  </a:lnTo>
                  <a:cubicBezTo>
                    <a:pt x="8061" y="1956"/>
                    <a:pt x="8412" y="1605"/>
                    <a:pt x="8417" y="1168"/>
                  </a:cubicBezTo>
                  <a:lnTo>
                    <a:pt x="8417" y="789"/>
                  </a:lnTo>
                  <a:cubicBezTo>
                    <a:pt x="8412" y="352"/>
                    <a:pt x="8061" y="1"/>
                    <a:pt x="7629" y="1"/>
                  </a:cubicBezTo>
                  <a:lnTo>
                    <a:pt x="2671" y="1"/>
                  </a:lnTo>
                  <a:cubicBezTo>
                    <a:pt x="2388" y="1"/>
                    <a:pt x="2388" y="424"/>
                    <a:pt x="2671" y="428"/>
                  </a:cubicBezTo>
                  <a:lnTo>
                    <a:pt x="7629" y="428"/>
                  </a:lnTo>
                  <a:cubicBezTo>
                    <a:pt x="7826" y="428"/>
                    <a:pt x="7989" y="587"/>
                    <a:pt x="7989" y="789"/>
                  </a:cubicBezTo>
                  <a:lnTo>
                    <a:pt x="7989" y="1168"/>
                  </a:lnTo>
                  <a:cubicBezTo>
                    <a:pt x="7989" y="1365"/>
                    <a:pt x="7826" y="1529"/>
                    <a:pt x="7629" y="1529"/>
                  </a:cubicBezTo>
                  <a:lnTo>
                    <a:pt x="788" y="1529"/>
                  </a:lnTo>
                  <a:cubicBezTo>
                    <a:pt x="591" y="1529"/>
                    <a:pt x="428" y="1365"/>
                    <a:pt x="428" y="1168"/>
                  </a:cubicBezTo>
                  <a:lnTo>
                    <a:pt x="428" y="789"/>
                  </a:lnTo>
                  <a:cubicBezTo>
                    <a:pt x="428" y="587"/>
                    <a:pt x="591" y="428"/>
                    <a:pt x="788" y="428"/>
                  </a:cubicBezTo>
                  <a:lnTo>
                    <a:pt x="1821" y="428"/>
                  </a:lnTo>
                  <a:cubicBezTo>
                    <a:pt x="2104" y="424"/>
                    <a:pt x="2104" y="1"/>
                    <a:pt x="18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86"/>
            <p:cNvSpPr/>
            <p:nvPr/>
          </p:nvSpPr>
          <p:spPr>
            <a:xfrm>
              <a:off x="974011" y="3873828"/>
              <a:ext cx="113464" cy="102495"/>
            </a:xfrm>
            <a:custGeom>
              <a:rect b="b" l="l" r="r" t="t"/>
              <a:pathLst>
                <a:path extrusionOk="0" h="3915" w="4334">
                  <a:moveTo>
                    <a:pt x="2170" y="0"/>
                  </a:moveTo>
                  <a:cubicBezTo>
                    <a:pt x="2009" y="0"/>
                    <a:pt x="1850" y="83"/>
                    <a:pt x="1768" y="249"/>
                  </a:cubicBezTo>
                  <a:cubicBezTo>
                    <a:pt x="1365" y="1070"/>
                    <a:pt x="1389" y="1022"/>
                    <a:pt x="1384" y="1027"/>
                  </a:cubicBezTo>
                  <a:cubicBezTo>
                    <a:pt x="1249" y="1181"/>
                    <a:pt x="1385" y="1379"/>
                    <a:pt x="1544" y="1379"/>
                  </a:cubicBezTo>
                  <a:cubicBezTo>
                    <a:pt x="1623" y="1379"/>
                    <a:pt x="1708" y="1330"/>
                    <a:pt x="1768" y="1205"/>
                  </a:cubicBezTo>
                  <a:cubicBezTo>
                    <a:pt x="2132" y="473"/>
                    <a:pt x="2150" y="426"/>
                    <a:pt x="2164" y="426"/>
                  </a:cubicBezTo>
                  <a:cubicBezTo>
                    <a:pt x="2166" y="426"/>
                    <a:pt x="2169" y="427"/>
                    <a:pt x="2172" y="427"/>
                  </a:cubicBezTo>
                  <a:cubicBezTo>
                    <a:pt x="2174" y="427"/>
                    <a:pt x="2176" y="425"/>
                    <a:pt x="2178" y="425"/>
                  </a:cubicBezTo>
                  <a:cubicBezTo>
                    <a:pt x="2189" y="425"/>
                    <a:pt x="2210" y="475"/>
                    <a:pt x="2570" y="1205"/>
                  </a:cubicBezTo>
                  <a:cubicBezTo>
                    <a:pt x="2638" y="1339"/>
                    <a:pt x="2763" y="1431"/>
                    <a:pt x="2911" y="1450"/>
                  </a:cubicBezTo>
                  <a:lnTo>
                    <a:pt x="3757" y="1575"/>
                  </a:lnTo>
                  <a:cubicBezTo>
                    <a:pt x="3771" y="1575"/>
                    <a:pt x="3781" y="1584"/>
                    <a:pt x="3781" y="1599"/>
                  </a:cubicBezTo>
                  <a:cubicBezTo>
                    <a:pt x="3781" y="1613"/>
                    <a:pt x="3810" y="1575"/>
                    <a:pt x="3156" y="2214"/>
                  </a:cubicBezTo>
                  <a:cubicBezTo>
                    <a:pt x="3070" y="2295"/>
                    <a:pt x="3022" y="2416"/>
                    <a:pt x="3022" y="2536"/>
                  </a:cubicBezTo>
                  <a:cubicBezTo>
                    <a:pt x="3022" y="2617"/>
                    <a:pt x="3176" y="3439"/>
                    <a:pt x="3176" y="3463"/>
                  </a:cubicBezTo>
                  <a:cubicBezTo>
                    <a:pt x="3172" y="3474"/>
                    <a:pt x="3162" y="3485"/>
                    <a:pt x="3152" y="3485"/>
                  </a:cubicBezTo>
                  <a:cubicBezTo>
                    <a:pt x="3149" y="3485"/>
                    <a:pt x="3145" y="3484"/>
                    <a:pt x="3142" y="3482"/>
                  </a:cubicBezTo>
                  <a:lnTo>
                    <a:pt x="2378" y="3083"/>
                  </a:lnTo>
                  <a:cubicBezTo>
                    <a:pt x="2313" y="3050"/>
                    <a:pt x="2242" y="3033"/>
                    <a:pt x="2172" y="3033"/>
                  </a:cubicBezTo>
                  <a:cubicBezTo>
                    <a:pt x="2101" y="3033"/>
                    <a:pt x="2030" y="3050"/>
                    <a:pt x="1965" y="3083"/>
                  </a:cubicBezTo>
                  <a:cubicBezTo>
                    <a:pt x="1219" y="3474"/>
                    <a:pt x="1200" y="3487"/>
                    <a:pt x="1193" y="3487"/>
                  </a:cubicBezTo>
                  <a:cubicBezTo>
                    <a:pt x="1193" y="3487"/>
                    <a:pt x="1192" y="3487"/>
                    <a:pt x="1192" y="3487"/>
                  </a:cubicBezTo>
                  <a:cubicBezTo>
                    <a:pt x="1177" y="3487"/>
                    <a:pt x="1168" y="3472"/>
                    <a:pt x="1168" y="3458"/>
                  </a:cubicBezTo>
                  <a:cubicBezTo>
                    <a:pt x="1321" y="2564"/>
                    <a:pt x="1321" y="2603"/>
                    <a:pt x="1321" y="2536"/>
                  </a:cubicBezTo>
                  <a:cubicBezTo>
                    <a:pt x="1321" y="2416"/>
                    <a:pt x="1273" y="2300"/>
                    <a:pt x="1187" y="2214"/>
                  </a:cubicBezTo>
                  <a:lnTo>
                    <a:pt x="572" y="1613"/>
                  </a:lnTo>
                  <a:cubicBezTo>
                    <a:pt x="557" y="1599"/>
                    <a:pt x="562" y="1575"/>
                    <a:pt x="581" y="1575"/>
                  </a:cubicBezTo>
                  <a:lnTo>
                    <a:pt x="759" y="1551"/>
                  </a:lnTo>
                  <a:cubicBezTo>
                    <a:pt x="1016" y="1500"/>
                    <a:pt x="969" y="1127"/>
                    <a:pt x="720" y="1127"/>
                  </a:cubicBezTo>
                  <a:cubicBezTo>
                    <a:pt x="712" y="1127"/>
                    <a:pt x="705" y="1127"/>
                    <a:pt x="697" y="1128"/>
                  </a:cubicBezTo>
                  <a:lnTo>
                    <a:pt x="524" y="1152"/>
                  </a:lnTo>
                  <a:cubicBezTo>
                    <a:pt x="149" y="1205"/>
                    <a:pt x="0" y="1666"/>
                    <a:pt x="274" y="1926"/>
                  </a:cubicBezTo>
                  <a:cubicBezTo>
                    <a:pt x="913" y="2555"/>
                    <a:pt x="899" y="2521"/>
                    <a:pt x="894" y="2545"/>
                  </a:cubicBezTo>
                  <a:cubicBezTo>
                    <a:pt x="745" y="3434"/>
                    <a:pt x="745" y="3400"/>
                    <a:pt x="745" y="3468"/>
                  </a:cubicBezTo>
                  <a:cubicBezTo>
                    <a:pt x="745" y="3727"/>
                    <a:pt x="956" y="3915"/>
                    <a:pt x="1189" y="3915"/>
                  </a:cubicBezTo>
                  <a:cubicBezTo>
                    <a:pt x="1258" y="3915"/>
                    <a:pt x="1330" y="3898"/>
                    <a:pt x="1398" y="3862"/>
                  </a:cubicBezTo>
                  <a:cubicBezTo>
                    <a:pt x="2083" y="3507"/>
                    <a:pt x="2155" y="3460"/>
                    <a:pt x="2174" y="3460"/>
                  </a:cubicBezTo>
                  <a:cubicBezTo>
                    <a:pt x="2177" y="3460"/>
                    <a:pt x="2179" y="3461"/>
                    <a:pt x="2181" y="3463"/>
                  </a:cubicBezTo>
                  <a:cubicBezTo>
                    <a:pt x="2907" y="3828"/>
                    <a:pt x="2959" y="3914"/>
                    <a:pt x="3152" y="3914"/>
                  </a:cubicBezTo>
                  <a:cubicBezTo>
                    <a:pt x="3425" y="3914"/>
                    <a:pt x="3637" y="3665"/>
                    <a:pt x="3594" y="3391"/>
                  </a:cubicBezTo>
                  <a:cubicBezTo>
                    <a:pt x="3445" y="2502"/>
                    <a:pt x="3435" y="2536"/>
                    <a:pt x="3454" y="2521"/>
                  </a:cubicBezTo>
                  <a:lnTo>
                    <a:pt x="4069" y="1921"/>
                  </a:lnTo>
                  <a:cubicBezTo>
                    <a:pt x="4333" y="1661"/>
                    <a:pt x="4189" y="1210"/>
                    <a:pt x="3819" y="1157"/>
                  </a:cubicBezTo>
                  <a:lnTo>
                    <a:pt x="2969" y="1032"/>
                  </a:lnTo>
                  <a:cubicBezTo>
                    <a:pt x="2945" y="1027"/>
                    <a:pt x="2969" y="1051"/>
                    <a:pt x="2575" y="249"/>
                  </a:cubicBezTo>
                  <a:cubicBezTo>
                    <a:pt x="2491" y="83"/>
                    <a:pt x="2330" y="0"/>
                    <a:pt x="21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86"/>
            <p:cNvSpPr/>
            <p:nvPr/>
          </p:nvSpPr>
          <p:spPr>
            <a:xfrm>
              <a:off x="985190" y="4129973"/>
              <a:ext cx="91342" cy="11231"/>
            </a:xfrm>
            <a:custGeom>
              <a:rect b="b" l="l" r="r" t="t"/>
              <a:pathLst>
                <a:path extrusionOk="0" h="429" w="3489">
                  <a:moveTo>
                    <a:pt x="284" y="1"/>
                  </a:moveTo>
                  <a:cubicBezTo>
                    <a:pt x="1" y="1"/>
                    <a:pt x="1" y="424"/>
                    <a:pt x="284" y="428"/>
                  </a:cubicBezTo>
                  <a:lnTo>
                    <a:pt x="3205" y="428"/>
                  </a:lnTo>
                  <a:cubicBezTo>
                    <a:pt x="3488" y="428"/>
                    <a:pt x="3488" y="1"/>
                    <a:pt x="3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86"/>
            <p:cNvSpPr/>
            <p:nvPr/>
          </p:nvSpPr>
          <p:spPr>
            <a:xfrm>
              <a:off x="985190" y="4154373"/>
              <a:ext cx="91342" cy="11231"/>
            </a:xfrm>
            <a:custGeom>
              <a:rect b="b" l="l" r="r" t="t"/>
              <a:pathLst>
                <a:path extrusionOk="0" h="429" w="3489">
                  <a:moveTo>
                    <a:pt x="284" y="1"/>
                  </a:moveTo>
                  <a:cubicBezTo>
                    <a:pt x="1" y="1"/>
                    <a:pt x="1" y="428"/>
                    <a:pt x="284" y="428"/>
                  </a:cubicBezTo>
                  <a:lnTo>
                    <a:pt x="3205" y="428"/>
                  </a:lnTo>
                  <a:cubicBezTo>
                    <a:pt x="3488" y="428"/>
                    <a:pt x="3488" y="1"/>
                    <a:pt x="3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6" name="Google Shape;13506;p86"/>
          <p:cNvGrpSpPr/>
          <p:nvPr/>
        </p:nvGrpSpPr>
        <p:grpSpPr>
          <a:xfrm>
            <a:off x="3900804" y="1547918"/>
            <a:ext cx="411550" cy="337748"/>
            <a:chOff x="3900804" y="1547918"/>
            <a:chExt cx="411550" cy="337748"/>
          </a:xfrm>
        </p:grpSpPr>
        <p:sp>
          <p:nvSpPr>
            <p:cNvPr id="13507" name="Google Shape;13507;p86"/>
            <p:cNvSpPr/>
            <p:nvPr/>
          </p:nvSpPr>
          <p:spPr>
            <a:xfrm>
              <a:off x="3906956" y="1582266"/>
              <a:ext cx="399350" cy="267298"/>
            </a:xfrm>
            <a:custGeom>
              <a:rect b="b" l="l" r="r" t="t"/>
              <a:pathLst>
                <a:path extrusionOk="0" h="10210" w="15254">
                  <a:moveTo>
                    <a:pt x="299" y="1"/>
                  </a:moveTo>
                  <a:cubicBezTo>
                    <a:pt x="130" y="1"/>
                    <a:pt x="1" y="135"/>
                    <a:pt x="1" y="299"/>
                  </a:cubicBezTo>
                  <a:lnTo>
                    <a:pt x="1" y="9907"/>
                  </a:lnTo>
                  <a:cubicBezTo>
                    <a:pt x="1" y="10075"/>
                    <a:pt x="130" y="10209"/>
                    <a:pt x="299" y="10209"/>
                  </a:cubicBezTo>
                  <a:lnTo>
                    <a:pt x="14951" y="10209"/>
                  </a:lnTo>
                  <a:cubicBezTo>
                    <a:pt x="15119" y="10209"/>
                    <a:pt x="15254" y="10075"/>
                    <a:pt x="15254" y="9907"/>
                  </a:cubicBezTo>
                  <a:lnTo>
                    <a:pt x="15254" y="9330"/>
                  </a:lnTo>
                  <a:lnTo>
                    <a:pt x="15254" y="299"/>
                  </a:lnTo>
                  <a:cubicBezTo>
                    <a:pt x="15254" y="135"/>
                    <a:pt x="15119" y="1"/>
                    <a:pt x="1495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86"/>
            <p:cNvSpPr/>
            <p:nvPr/>
          </p:nvSpPr>
          <p:spPr>
            <a:xfrm>
              <a:off x="3934629" y="1582266"/>
              <a:ext cx="371677" cy="244286"/>
            </a:xfrm>
            <a:custGeom>
              <a:rect b="b" l="l" r="r" t="t"/>
              <a:pathLst>
                <a:path extrusionOk="0" h="9331" w="14197">
                  <a:moveTo>
                    <a:pt x="1" y="1"/>
                  </a:moveTo>
                  <a:lnTo>
                    <a:pt x="1" y="9032"/>
                  </a:lnTo>
                  <a:cubicBezTo>
                    <a:pt x="1" y="9196"/>
                    <a:pt x="135" y="9330"/>
                    <a:pt x="299" y="9330"/>
                  </a:cubicBezTo>
                  <a:lnTo>
                    <a:pt x="14197" y="9330"/>
                  </a:lnTo>
                  <a:lnTo>
                    <a:pt x="14197" y="299"/>
                  </a:lnTo>
                  <a:cubicBezTo>
                    <a:pt x="14197" y="135"/>
                    <a:pt x="14062" y="1"/>
                    <a:pt x="13894" y="1"/>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86"/>
            <p:cNvSpPr/>
            <p:nvPr/>
          </p:nvSpPr>
          <p:spPr>
            <a:xfrm>
              <a:off x="3947719" y="1553965"/>
              <a:ext cx="317590" cy="271330"/>
            </a:xfrm>
            <a:custGeom>
              <a:rect b="b" l="l" r="r" t="t"/>
              <a:pathLst>
                <a:path extrusionOk="0" h="10364" w="12131">
                  <a:moveTo>
                    <a:pt x="3020" y="0"/>
                  </a:moveTo>
                  <a:cubicBezTo>
                    <a:pt x="2134" y="0"/>
                    <a:pt x="1115" y="161"/>
                    <a:pt x="48" y="640"/>
                  </a:cubicBezTo>
                  <a:cubicBezTo>
                    <a:pt x="19" y="654"/>
                    <a:pt x="0" y="678"/>
                    <a:pt x="0" y="707"/>
                  </a:cubicBezTo>
                  <a:lnTo>
                    <a:pt x="0" y="10248"/>
                  </a:lnTo>
                  <a:cubicBezTo>
                    <a:pt x="0" y="10291"/>
                    <a:pt x="39" y="10325"/>
                    <a:pt x="80" y="10325"/>
                  </a:cubicBezTo>
                  <a:cubicBezTo>
                    <a:pt x="88" y="10325"/>
                    <a:pt x="97" y="10323"/>
                    <a:pt x="106" y="10320"/>
                  </a:cubicBezTo>
                  <a:cubicBezTo>
                    <a:pt x="1153" y="9860"/>
                    <a:pt x="2151" y="9705"/>
                    <a:pt x="3021" y="9705"/>
                  </a:cubicBezTo>
                  <a:cubicBezTo>
                    <a:pt x="4815" y="9705"/>
                    <a:pt x="6063" y="10363"/>
                    <a:pt x="6063" y="10363"/>
                  </a:cubicBezTo>
                  <a:cubicBezTo>
                    <a:pt x="6063" y="10363"/>
                    <a:pt x="7313" y="9705"/>
                    <a:pt x="9108" y="9705"/>
                  </a:cubicBezTo>
                  <a:cubicBezTo>
                    <a:pt x="9979" y="9705"/>
                    <a:pt x="10978" y="9860"/>
                    <a:pt x="12025" y="10320"/>
                  </a:cubicBezTo>
                  <a:cubicBezTo>
                    <a:pt x="12033" y="10323"/>
                    <a:pt x="12042" y="10325"/>
                    <a:pt x="12051" y="10325"/>
                  </a:cubicBezTo>
                  <a:cubicBezTo>
                    <a:pt x="12092" y="10325"/>
                    <a:pt x="12131" y="10291"/>
                    <a:pt x="12131" y="10248"/>
                  </a:cubicBezTo>
                  <a:lnTo>
                    <a:pt x="12131" y="707"/>
                  </a:lnTo>
                  <a:cubicBezTo>
                    <a:pt x="12131" y="678"/>
                    <a:pt x="12111" y="654"/>
                    <a:pt x="12087" y="640"/>
                  </a:cubicBezTo>
                  <a:cubicBezTo>
                    <a:pt x="11021" y="161"/>
                    <a:pt x="10002" y="0"/>
                    <a:pt x="9115" y="0"/>
                  </a:cubicBezTo>
                  <a:cubicBezTo>
                    <a:pt x="7319" y="0"/>
                    <a:pt x="6068" y="659"/>
                    <a:pt x="6068" y="659"/>
                  </a:cubicBezTo>
                  <a:cubicBezTo>
                    <a:pt x="6068" y="659"/>
                    <a:pt x="4816" y="0"/>
                    <a:pt x="302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86"/>
            <p:cNvSpPr/>
            <p:nvPr/>
          </p:nvSpPr>
          <p:spPr>
            <a:xfrm>
              <a:off x="3961673" y="1553887"/>
              <a:ext cx="303636" cy="248631"/>
            </a:xfrm>
            <a:custGeom>
              <a:rect b="b" l="l" r="r" t="t"/>
              <a:pathLst>
                <a:path extrusionOk="0" h="9497" w="11598">
                  <a:moveTo>
                    <a:pt x="8582" y="1"/>
                  </a:moveTo>
                  <a:cubicBezTo>
                    <a:pt x="6786" y="1"/>
                    <a:pt x="5535" y="662"/>
                    <a:pt x="5535" y="662"/>
                  </a:cubicBezTo>
                  <a:cubicBezTo>
                    <a:pt x="5535" y="662"/>
                    <a:pt x="4284" y="2"/>
                    <a:pt x="2487" y="2"/>
                  </a:cubicBezTo>
                  <a:cubicBezTo>
                    <a:pt x="1741" y="2"/>
                    <a:pt x="902" y="115"/>
                    <a:pt x="20" y="436"/>
                  </a:cubicBezTo>
                  <a:lnTo>
                    <a:pt x="1" y="446"/>
                  </a:lnTo>
                  <a:lnTo>
                    <a:pt x="1" y="9377"/>
                  </a:lnTo>
                  <a:cubicBezTo>
                    <a:pt x="1" y="9420"/>
                    <a:pt x="36" y="9454"/>
                    <a:pt x="78" y="9454"/>
                  </a:cubicBezTo>
                  <a:cubicBezTo>
                    <a:pt x="87" y="9454"/>
                    <a:pt x="97" y="9452"/>
                    <a:pt x="106" y="9449"/>
                  </a:cubicBezTo>
                  <a:cubicBezTo>
                    <a:pt x="1151" y="8990"/>
                    <a:pt x="2091" y="8835"/>
                    <a:pt x="2884" y="8835"/>
                  </a:cubicBezTo>
                  <a:cubicBezTo>
                    <a:pt x="4524" y="8835"/>
                    <a:pt x="5535" y="9497"/>
                    <a:pt x="5535" y="9497"/>
                  </a:cubicBezTo>
                  <a:cubicBezTo>
                    <a:pt x="6630" y="9060"/>
                    <a:pt x="7802" y="8834"/>
                    <a:pt x="8979" y="8834"/>
                  </a:cubicBezTo>
                  <a:cubicBezTo>
                    <a:pt x="8993" y="8834"/>
                    <a:pt x="9007" y="8834"/>
                    <a:pt x="9021" y="8834"/>
                  </a:cubicBezTo>
                  <a:cubicBezTo>
                    <a:pt x="9900" y="8834"/>
                    <a:pt x="10770" y="8983"/>
                    <a:pt x="11598" y="9276"/>
                  </a:cubicBezTo>
                  <a:lnTo>
                    <a:pt x="11598" y="710"/>
                  </a:lnTo>
                  <a:cubicBezTo>
                    <a:pt x="11598" y="681"/>
                    <a:pt x="11583" y="653"/>
                    <a:pt x="11554" y="643"/>
                  </a:cubicBezTo>
                  <a:cubicBezTo>
                    <a:pt x="10488" y="162"/>
                    <a:pt x="9469" y="1"/>
                    <a:pt x="8582" y="1"/>
                  </a:cubicBez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86"/>
            <p:cNvSpPr/>
            <p:nvPr/>
          </p:nvSpPr>
          <p:spPr>
            <a:xfrm>
              <a:off x="4106553" y="1553965"/>
              <a:ext cx="158756" cy="248553"/>
            </a:xfrm>
            <a:custGeom>
              <a:rect b="b" l="l" r="r" t="t"/>
              <a:pathLst>
                <a:path extrusionOk="0" h="9494" w="6064">
                  <a:moveTo>
                    <a:pt x="3048" y="0"/>
                  </a:moveTo>
                  <a:cubicBezTo>
                    <a:pt x="1252" y="0"/>
                    <a:pt x="1" y="659"/>
                    <a:pt x="1" y="659"/>
                  </a:cubicBezTo>
                  <a:lnTo>
                    <a:pt x="1" y="9494"/>
                  </a:lnTo>
                  <a:cubicBezTo>
                    <a:pt x="1096" y="9057"/>
                    <a:pt x="2268" y="8831"/>
                    <a:pt x="3445" y="8831"/>
                  </a:cubicBezTo>
                  <a:cubicBezTo>
                    <a:pt x="3459" y="8831"/>
                    <a:pt x="3473" y="8831"/>
                    <a:pt x="3487" y="8831"/>
                  </a:cubicBezTo>
                  <a:cubicBezTo>
                    <a:pt x="4366" y="8831"/>
                    <a:pt x="5236" y="8980"/>
                    <a:pt x="6064" y="9273"/>
                  </a:cubicBezTo>
                  <a:lnTo>
                    <a:pt x="6064" y="707"/>
                  </a:lnTo>
                  <a:cubicBezTo>
                    <a:pt x="6064" y="678"/>
                    <a:pt x="6049" y="650"/>
                    <a:pt x="6020" y="640"/>
                  </a:cubicBezTo>
                  <a:cubicBezTo>
                    <a:pt x="4954" y="161"/>
                    <a:pt x="3935" y="0"/>
                    <a:pt x="3048"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86"/>
            <p:cNvSpPr/>
            <p:nvPr/>
          </p:nvSpPr>
          <p:spPr>
            <a:xfrm>
              <a:off x="4106422" y="1815085"/>
              <a:ext cx="27829" cy="62439"/>
            </a:xfrm>
            <a:custGeom>
              <a:rect b="b" l="l" r="r" t="t"/>
              <a:pathLst>
                <a:path extrusionOk="0" h="2385" w="1063">
                  <a:moveTo>
                    <a:pt x="1063" y="0"/>
                  </a:moveTo>
                  <a:cubicBezTo>
                    <a:pt x="698" y="96"/>
                    <a:pt x="342" y="226"/>
                    <a:pt x="1" y="389"/>
                  </a:cubicBezTo>
                  <a:lnTo>
                    <a:pt x="1" y="2311"/>
                  </a:lnTo>
                  <a:cubicBezTo>
                    <a:pt x="1" y="2355"/>
                    <a:pt x="37" y="2385"/>
                    <a:pt x="75" y="2385"/>
                  </a:cubicBezTo>
                  <a:cubicBezTo>
                    <a:pt x="91" y="2385"/>
                    <a:pt x="107" y="2380"/>
                    <a:pt x="121" y="2368"/>
                  </a:cubicBezTo>
                  <a:lnTo>
                    <a:pt x="496" y="2066"/>
                  </a:lnTo>
                  <a:cubicBezTo>
                    <a:pt x="510" y="2056"/>
                    <a:pt x="527" y="2051"/>
                    <a:pt x="544" y="2051"/>
                  </a:cubicBezTo>
                  <a:cubicBezTo>
                    <a:pt x="561" y="2051"/>
                    <a:pt x="577" y="2056"/>
                    <a:pt x="592" y="2066"/>
                  </a:cubicBezTo>
                  <a:lnTo>
                    <a:pt x="943" y="2364"/>
                  </a:lnTo>
                  <a:cubicBezTo>
                    <a:pt x="957" y="2375"/>
                    <a:pt x="973" y="2380"/>
                    <a:pt x="988" y="2380"/>
                  </a:cubicBezTo>
                  <a:cubicBezTo>
                    <a:pt x="1027" y="2380"/>
                    <a:pt x="1063" y="2350"/>
                    <a:pt x="1063" y="2306"/>
                  </a:cubicBezTo>
                  <a:lnTo>
                    <a:pt x="1063" y="0"/>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86"/>
            <p:cNvSpPr/>
            <p:nvPr/>
          </p:nvSpPr>
          <p:spPr>
            <a:xfrm>
              <a:off x="3900804" y="1547918"/>
              <a:ext cx="411550" cy="337748"/>
            </a:xfrm>
            <a:custGeom>
              <a:rect b="b" l="l" r="r" t="t"/>
              <a:pathLst>
                <a:path extrusionOk="0" h="12901" w="15720">
                  <a:moveTo>
                    <a:pt x="10912" y="464"/>
                  </a:moveTo>
                  <a:cubicBezTo>
                    <a:pt x="11744" y="464"/>
                    <a:pt x="12697" y="609"/>
                    <a:pt x="13692" y="1039"/>
                  </a:cubicBezTo>
                  <a:lnTo>
                    <a:pt x="13692" y="10244"/>
                  </a:lnTo>
                  <a:cubicBezTo>
                    <a:pt x="12790" y="9885"/>
                    <a:pt x="11837" y="9706"/>
                    <a:pt x="10885" y="9706"/>
                  </a:cubicBezTo>
                  <a:cubicBezTo>
                    <a:pt x="9936" y="9706"/>
                    <a:pt x="8987" y="9884"/>
                    <a:pt x="8090" y="10239"/>
                  </a:cubicBezTo>
                  <a:lnTo>
                    <a:pt x="8090" y="1034"/>
                  </a:lnTo>
                  <a:cubicBezTo>
                    <a:pt x="8438" y="880"/>
                    <a:pt x="9503" y="464"/>
                    <a:pt x="10912" y="464"/>
                  </a:cubicBezTo>
                  <a:close/>
                  <a:moveTo>
                    <a:pt x="4848" y="460"/>
                  </a:moveTo>
                  <a:cubicBezTo>
                    <a:pt x="5840" y="460"/>
                    <a:pt x="6799" y="664"/>
                    <a:pt x="7629" y="1034"/>
                  </a:cubicBezTo>
                  <a:cubicBezTo>
                    <a:pt x="7629" y="2187"/>
                    <a:pt x="7629" y="8894"/>
                    <a:pt x="7629" y="10239"/>
                  </a:cubicBezTo>
                  <a:cubicBezTo>
                    <a:pt x="6731" y="9883"/>
                    <a:pt x="5775" y="9705"/>
                    <a:pt x="4809" y="9705"/>
                  </a:cubicBezTo>
                  <a:cubicBezTo>
                    <a:pt x="3858" y="9705"/>
                    <a:pt x="2912" y="9888"/>
                    <a:pt x="2023" y="10244"/>
                  </a:cubicBezTo>
                  <a:lnTo>
                    <a:pt x="2023" y="5050"/>
                  </a:lnTo>
                  <a:cubicBezTo>
                    <a:pt x="2023" y="4897"/>
                    <a:pt x="1908" y="4820"/>
                    <a:pt x="1792" y="4820"/>
                  </a:cubicBezTo>
                  <a:cubicBezTo>
                    <a:pt x="1677" y="4820"/>
                    <a:pt x="1562" y="4897"/>
                    <a:pt x="1562" y="5050"/>
                  </a:cubicBezTo>
                  <a:lnTo>
                    <a:pt x="1562" y="10479"/>
                  </a:lnTo>
                  <a:cubicBezTo>
                    <a:pt x="1562" y="10647"/>
                    <a:pt x="1701" y="10786"/>
                    <a:pt x="1869" y="10786"/>
                  </a:cubicBezTo>
                  <a:cubicBezTo>
                    <a:pt x="1912" y="10786"/>
                    <a:pt x="1951" y="10777"/>
                    <a:pt x="1989" y="10762"/>
                  </a:cubicBezTo>
                  <a:cubicBezTo>
                    <a:pt x="2878" y="10368"/>
                    <a:pt x="3839" y="10167"/>
                    <a:pt x="4809" y="10167"/>
                  </a:cubicBezTo>
                  <a:cubicBezTo>
                    <a:pt x="5775" y="10167"/>
                    <a:pt x="6736" y="10364"/>
                    <a:pt x="7624" y="10743"/>
                  </a:cubicBezTo>
                  <a:lnTo>
                    <a:pt x="7624" y="11291"/>
                  </a:lnTo>
                  <a:lnTo>
                    <a:pt x="534" y="11291"/>
                  </a:lnTo>
                  <a:cubicBezTo>
                    <a:pt x="495" y="11291"/>
                    <a:pt x="462" y="11262"/>
                    <a:pt x="462" y="11219"/>
                  </a:cubicBezTo>
                  <a:lnTo>
                    <a:pt x="462" y="1611"/>
                  </a:lnTo>
                  <a:cubicBezTo>
                    <a:pt x="462" y="1572"/>
                    <a:pt x="495" y="1543"/>
                    <a:pt x="534" y="1543"/>
                  </a:cubicBezTo>
                  <a:lnTo>
                    <a:pt x="1562" y="1543"/>
                  </a:lnTo>
                  <a:lnTo>
                    <a:pt x="1562" y="4123"/>
                  </a:lnTo>
                  <a:cubicBezTo>
                    <a:pt x="1562" y="4277"/>
                    <a:pt x="1677" y="4354"/>
                    <a:pt x="1792" y="4354"/>
                  </a:cubicBezTo>
                  <a:cubicBezTo>
                    <a:pt x="1908" y="4354"/>
                    <a:pt x="2023" y="4277"/>
                    <a:pt x="2023" y="4123"/>
                  </a:cubicBezTo>
                  <a:lnTo>
                    <a:pt x="2023" y="1039"/>
                  </a:lnTo>
                  <a:cubicBezTo>
                    <a:pt x="2940" y="642"/>
                    <a:pt x="3909" y="460"/>
                    <a:pt x="4848" y="460"/>
                  </a:cubicBezTo>
                  <a:close/>
                  <a:moveTo>
                    <a:pt x="8686" y="10517"/>
                  </a:moveTo>
                  <a:lnTo>
                    <a:pt x="8686" y="12175"/>
                  </a:lnTo>
                  <a:lnTo>
                    <a:pt x="8542" y="12059"/>
                  </a:lnTo>
                  <a:cubicBezTo>
                    <a:pt x="8500" y="12023"/>
                    <a:pt x="8449" y="12005"/>
                    <a:pt x="8397" y="12005"/>
                  </a:cubicBezTo>
                  <a:cubicBezTo>
                    <a:pt x="8347" y="12005"/>
                    <a:pt x="8296" y="12022"/>
                    <a:pt x="8254" y="12055"/>
                  </a:cubicBezTo>
                  <a:lnTo>
                    <a:pt x="8086" y="12184"/>
                  </a:lnTo>
                  <a:lnTo>
                    <a:pt x="8086" y="10743"/>
                  </a:lnTo>
                  <a:cubicBezTo>
                    <a:pt x="8283" y="10657"/>
                    <a:pt x="8480" y="10585"/>
                    <a:pt x="8686" y="10517"/>
                  </a:cubicBezTo>
                  <a:close/>
                  <a:moveTo>
                    <a:pt x="4831" y="1"/>
                  </a:moveTo>
                  <a:cubicBezTo>
                    <a:pt x="3779" y="1"/>
                    <a:pt x="2727" y="221"/>
                    <a:pt x="1744" y="660"/>
                  </a:cubicBezTo>
                  <a:cubicBezTo>
                    <a:pt x="1509" y="765"/>
                    <a:pt x="1571" y="1034"/>
                    <a:pt x="1566" y="1082"/>
                  </a:cubicBezTo>
                  <a:lnTo>
                    <a:pt x="538" y="1082"/>
                  </a:lnTo>
                  <a:cubicBezTo>
                    <a:pt x="241" y="1082"/>
                    <a:pt x="5" y="1322"/>
                    <a:pt x="0" y="1616"/>
                  </a:cubicBezTo>
                  <a:lnTo>
                    <a:pt x="0" y="11224"/>
                  </a:lnTo>
                  <a:cubicBezTo>
                    <a:pt x="5" y="11517"/>
                    <a:pt x="241" y="11757"/>
                    <a:pt x="538" y="11757"/>
                  </a:cubicBezTo>
                  <a:lnTo>
                    <a:pt x="7629" y="11757"/>
                  </a:lnTo>
                  <a:lnTo>
                    <a:pt x="7629" y="12670"/>
                  </a:lnTo>
                  <a:cubicBezTo>
                    <a:pt x="7629" y="12806"/>
                    <a:pt x="7742" y="12898"/>
                    <a:pt x="7861" y="12898"/>
                  </a:cubicBezTo>
                  <a:cubicBezTo>
                    <a:pt x="7910" y="12898"/>
                    <a:pt x="7960" y="12882"/>
                    <a:pt x="8004" y="12847"/>
                  </a:cubicBezTo>
                  <a:lnTo>
                    <a:pt x="8398" y="12535"/>
                  </a:lnTo>
                  <a:cubicBezTo>
                    <a:pt x="8749" y="12804"/>
                    <a:pt x="8777" y="12900"/>
                    <a:pt x="8921" y="12900"/>
                  </a:cubicBezTo>
                  <a:cubicBezTo>
                    <a:pt x="9046" y="12900"/>
                    <a:pt x="9152" y="12794"/>
                    <a:pt x="9152" y="12670"/>
                  </a:cubicBezTo>
                  <a:lnTo>
                    <a:pt x="9152" y="11757"/>
                  </a:lnTo>
                  <a:lnTo>
                    <a:pt x="12275" y="11757"/>
                  </a:lnTo>
                  <a:cubicBezTo>
                    <a:pt x="12582" y="11757"/>
                    <a:pt x="12582" y="11291"/>
                    <a:pt x="12275" y="11291"/>
                  </a:cubicBezTo>
                  <a:lnTo>
                    <a:pt x="9152" y="11291"/>
                  </a:lnTo>
                  <a:lnTo>
                    <a:pt x="9152" y="10383"/>
                  </a:lnTo>
                  <a:cubicBezTo>
                    <a:pt x="9721" y="10239"/>
                    <a:pt x="10302" y="10168"/>
                    <a:pt x="10882" y="10168"/>
                  </a:cubicBezTo>
                  <a:cubicBezTo>
                    <a:pt x="11854" y="10168"/>
                    <a:pt x="12823" y="10368"/>
                    <a:pt x="13726" y="10762"/>
                  </a:cubicBezTo>
                  <a:cubicBezTo>
                    <a:pt x="13766" y="10779"/>
                    <a:pt x="13808" y="10787"/>
                    <a:pt x="13848" y="10787"/>
                  </a:cubicBezTo>
                  <a:cubicBezTo>
                    <a:pt x="14012" y="10787"/>
                    <a:pt x="14158" y="10656"/>
                    <a:pt x="14158" y="10479"/>
                  </a:cubicBezTo>
                  <a:lnTo>
                    <a:pt x="14158" y="1543"/>
                  </a:lnTo>
                  <a:lnTo>
                    <a:pt x="15186" y="1543"/>
                  </a:lnTo>
                  <a:cubicBezTo>
                    <a:pt x="15224" y="1543"/>
                    <a:pt x="15258" y="1577"/>
                    <a:pt x="15258" y="1616"/>
                  </a:cubicBezTo>
                  <a:lnTo>
                    <a:pt x="15258" y="11224"/>
                  </a:lnTo>
                  <a:cubicBezTo>
                    <a:pt x="15258" y="11262"/>
                    <a:pt x="15224" y="11296"/>
                    <a:pt x="15186" y="11296"/>
                  </a:cubicBezTo>
                  <a:lnTo>
                    <a:pt x="13197" y="11296"/>
                  </a:lnTo>
                  <a:cubicBezTo>
                    <a:pt x="12890" y="11296"/>
                    <a:pt x="12890" y="11757"/>
                    <a:pt x="13197" y="11757"/>
                  </a:cubicBezTo>
                  <a:lnTo>
                    <a:pt x="15186" y="11757"/>
                  </a:lnTo>
                  <a:cubicBezTo>
                    <a:pt x="15479" y="11757"/>
                    <a:pt x="15719" y="11517"/>
                    <a:pt x="15719" y="11224"/>
                  </a:cubicBezTo>
                  <a:lnTo>
                    <a:pt x="15719" y="1616"/>
                  </a:lnTo>
                  <a:cubicBezTo>
                    <a:pt x="15719" y="1318"/>
                    <a:pt x="15479" y="1082"/>
                    <a:pt x="15181" y="1082"/>
                  </a:cubicBezTo>
                  <a:lnTo>
                    <a:pt x="14153" y="1082"/>
                  </a:lnTo>
                  <a:cubicBezTo>
                    <a:pt x="14144" y="1029"/>
                    <a:pt x="14211" y="765"/>
                    <a:pt x="13975" y="660"/>
                  </a:cubicBezTo>
                  <a:cubicBezTo>
                    <a:pt x="12964" y="206"/>
                    <a:pt x="11891" y="4"/>
                    <a:pt x="10863" y="4"/>
                  </a:cubicBezTo>
                  <a:cubicBezTo>
                    <a:pt x="9767" y="4"/>
                    <a:pt x="8723" y="234"/>
                    <a:pt x="7860" y="636"/>
                  </a:cubicBezTo>
                  <a:cubicBezTo>
                    <a:pt x="6894" y="212"/>
                    <a:pt x="5862" y="1"/>
                    <a:pt x="48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4" name="Google Shape;13514;p86"/>
          <p:cNvGrpSpPr/>
          <p:nvPr/>
        </p:nvGrpSpPr>
        <p:grpSpPr>
          <a:xfrm>
            <a:off x="3508654" y="3811781"/>
            <a:ext cx="363876" cy="364007"/>
            <a:chOff x="3508654" y="3811781"/>
            <a:chExt cx="363876" cy="364007"/>
          </a:xfrm>
        </p:grpSpPr>
        <p:sp>
          <p:nvSpPr>
            <p:cNvPr id="13515" name="Google Shape;13515;p86"/>
            <p:cNvSpPr/>
            <p:nvPr/>
          </p:nvSpPr>
          <p:spPr>
            <a:xfrm>
              <a:off x="3514047" y="3817069"/>
              <a:ext cx="133727" cy="64534"/>
            </a:xfrm>
            <a:custGeom>
              <a:rect b="b" l="l" r="r" t="t"/>
              <a:pathLst>
                <a:path extrusionOk="0" h="2465" w="5108">
                  <a:moveTo>
                    <a:pt x="1437" y="0"/>
                  </a:moveTo>
                  <a:cubicBezTo>
                    <a:pt x="645" y="0"/>
                    <a:pt x="1" y="639"/>
                    <a:pt x="1" y="1437"/>
                  </a:cubicBezTo>
                  <a:cubicBezTo>
                    <a:pt x="1" y="2004"/>
                    <a:pt x="467" y="2465"/>
                    <a:pt x="1034" y="2465"/>
                  </a:cubicBezTo>
                  <a:cubicBezTo>
                    <a:pt x="1605" y="2465"/>
                    <a:pt x="4132" y="2004"/>
                    <a:pt x="4132" y="1437"/>
                  </a:cubicBezTo>
                  <a:lnTo>
                    <a:pt x="4939" y="1437"/>
                  </a:lnTo>
                  <a:cubicBezTo>
                    <a:pt x="4939" y="1038"/>
                    <a:pt x="5108" y="678"/>
                    <a:pt x="4848" y="418"/>
                  </a:cubicBezTo>
                  <a:cubicBezTo>
                    <a:pt x="4589" y="159"/>
                    <a:pt x="1836" y="0"/>
                    <a:pt x="143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86"/>
            <p:cNvSpPr/>
            <p:nvPr/>
          </p:nvSpPr>
          <p:spPr>
            <a:xfrm>
              <a:off x="3541222" y="3854664"/>
              <a:ext cx="58879" cy="27070"/>
            </a:xfrm>
            <a:custGeom>
              <a:rect b="b" l="l" r="r" t="t"/>
              <a:pathLst>
                <a:path extrusionOk="0" h="1034" w="2249">
                  <a:moveTo>
                    <a:pt x="1029" y="1"/>
                  </a:moveTo>
                  <a:cubicBezTo>
                    <a:pt x="1029" y="573"/>
                    <a:pt x="567" y="1034"/>
                    <a:pt x="1" y="1034"/>
                  </a:cubicBezTo>
                  <a:lnTo>
                    <a:pt x="2249" y="1034"/>
                  </a:lnTo>
                  <a:lnTo>
                    <a:pt x="2249"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86"/>
            <p:cNvSpPr/>
            <p:nvPr/>
          </p:nvSpPr>
          <p:spPr>
            <a:xfrm>
              <a:off x="3551668" y="3816939"/>
              <a:ext cx="240359" cy="353430"/>
            </a:xfrm>
            <a:custGeom>
              <a:rect b="b" l="l" r="r" t="t"/>
              <a:pathLst>
                <a:path extrusionOk="0" h="13500" w="9181">
                  <a:moveTo>
                    <a:pt x="0" y="1"/>
                  </a:moveTo>
                  <a:cubicBezTo>
                    <a:pt x="380" y="1"/>
                    <a:pt x="745" y="154"/>
                    <a:pt x="1014" y="423"/>
                  </a:cubicBezTo>
                  <a:cubicBezTo>
                    <a:pt x="1067" y="476"/>
                    <a:pt x="1115" y="534"/>
                    <a:pt x="1163" y="596"/>
                  </a:cubicBezTo>
                  <a:cubicBezTo>
                    <a:pt x="1341" y="841"/>
                    <a:pt x="1437" y="1134"/>
                    <a:pt x="1437" y="1437"/>
                  </a:cubicBezTo>
                  <a:lnTo>
                    <a:pt x="1437" y="12064"/>
                  </a:lnTo>
                  <a:cubicBezTo>
                    <a:pt x="1437" y="12856"/>
                    <a:pt x="2076" y="13500"/>
                    <a:pt x="2873" y="13500"/>
                  </a:cubicBezTo>
                  <a:lnTo>
                    <a:pt x="5035" y="13500"/>
                  </a:lnTo>
                  <a:cubicBezTo>
                    <a:pt x="5294" y="13241"/>
                    <a:pt x="6505" y="13341"/>
                    <a:pt x="6505" y="12943"/>
                  </a:cubicBezTo>
                  <a:lnTo>
                    <a:pt x="9181" y="11036"/>
                  </a:lnTo>
                  <a:lnTo>
                    <a:pt x="9181" y="1442"/>
                  </a:lnTo>
                  <a:lnTo>
                    <a:pt x="9181" y="1437"/>
                  </a:lnTo>
                  <a:cubicBezTo>
                    <a:pt x="9181" y="644"/>
                    <a:pt x="8537" y="1"/>
                    <a:pt x="7744"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86"/>
            <p:cNvSpPr/>
            <p:nvPr/>
          </p:nvSpPr>
          <p:spPr>
            <a:xfrm>
              <a:off x="3589262" y="4089996"/>
              <a:ext cx="202764" cy="80373"/>
            </a:xfrm>
            <a:custGeom>
              <a:rect b="b" l="l" r="r" t="t"/>
              <a:pathLst>
                <a:path extrusionOk="0" h="3070" w="7745">
                  <a:moveTo>
                    <a:pt x="1" y="0"/>
                  </a:moveTo>
                  <a:lnTo>
                    <a:pt x="1" y="1634"/>
                  </a:lnTo>
                  <a:cubicBezTo>
                    <a:pt x="1" y="2426"/>
                    <a:pt x="640" y="3070"/>
                    <a:pt x="1437" y="3070"/>
                  </a:cubicBezTo>
                  <a:lnTo>
                    <a:pt x="3599" y="3070"/>
                  </a:lnTo>
                  <a:cubicBezTo>
                    <a:pt x="3858" y="2811"/>
                    <a:pt x="5069" y="2911"/>
                    <a:pt x="5069" y="2513"/>
                  </a:cubicBezTo>
                  <a:lnTo>
                    <a:pt x="7745" y="601"/>
                  </a:lnTo>
                  <a:lnTo>
                    <a:pt x="7745"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86"/>
            <p:cNvSpPr/>
            <p:nvPr/>
          </p:nvSpPr>
          <p:spPr>
            <a:xfrm>
              <a:off x="3551668" y="3817069"/>
              <a:ext cx="233211" cy="15499"/>
            </a:xfrm>
            <a:custGeom>
              <a:rect b="b" l="l" r="r" t="t"/>
              <a:pathLst>
                <a:path extrusionOk="0" h="592" w="8908">
                  <a:moveTo>
                    <a:pt x="0" y="0"/>
                  </a:moveTo>
                  <a:cubicBezTo>
                    <a:pt x="385" y="0"/>
                    <a:pt x="750" y="149"/>
                    <a:pt x="1019" y="418"/>
                  </a:cubicBezTo>
                  <a:cubicBezTo>
                    <a:pt x="1072" y="471"/>
                    <a:pt x="1120" y="529"/>
                    <a:pt x="1163" y="591"/>
                  </a:cubicBezTo>
                  <a:lnTo>
                    <a:pt x="8907" y="591"/>
                  </a:lnTo>
                  <a:cubicBezTo>
                    <a:pt x="8638" y="221"/>
                    <a:pt x="8206" y="0"/>
                    <a:pt x="7744"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86"/>
            <p:cNvSpPr/>
            <p:nvPr/>
          </p:nvSpPr>
          <p:spPr>
            <a:xfrm>
              <a:off x="3626883" y="4105835"/>
              <a:ext cx="240359" cy="64665"/>
            </a:xfrm>
            <a:custGeom>
              <a:rect b="b" l="l" r="r" t="t"/>
              <a:pathLst>
                <a:path extrusionOk="0" h="2470" w="9181">
                  <a:moveTo>
                    <a:pt x="404" y="1"/>
                  </a:moveTo>
                  <a:cubicBezTo>
                    <a:pt x="975" y="1"/>
                    <a:pt x="1437" y="462"/>
                    <a:pt x="1437" y="1033"/>
                  </a:cubicBezTo>
                  <a:cubicBezTo>
                    <a:pt x="1437" y="1350"/>
                    <a:pt x="1331" y="1658"/>
                    <a:pt x="1139" y="1913"/>
                  </a:cubicBezTo>
                  <a:cubicBezTo>
                    <a:pt x="1100" y="1961"/>
                    <a:pt x="1062" y="2004"/>
                    <a:pt x="1019" y="2047"/>
                  </a:cubicBezTo>
                  <a:cubicBezTo>
                    <a:pt x="750" y="2316"/>
                    <a:pt x="384" y="2470"/>
                    <a:pt x="0" y="2470"/>
                  </a:cubicBezTo>
                  <a:lnTo>
                    <a:pt x="7744" y="2470"/>
                  </a:lnTo>
                  <a:cubicBezTo>
                    <a:pt x="8124" y="2470"/>
                    <a:pt x="8489" y="2316"/>
                    <a:pt x="8758" y="2047"/>
                  </a:cubicBezTo>
                  <a:cubicBezTo>
                    <a:pt x="8801" y="2004"/>
                    <a:pt x="8840" y="1961"/>
                    <a:pt x="8878" y="1913"/>
                  </a:cubicBezTo>
                  <a:cubicBezTo>
                    <a:pt x="9075" y="1658"/>
                    <a:pt x="9181" y="1350"/>
                    <a:pt x="9181" y="1033"/>
                  </a:cubicBezTo>
                  <a:cubicBezTo>
                    <a:pt x="9181" y="462"/>
                    <a:pt x="8719" y="1"/>
                    <a:pt x="8148"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86"/>
            <p:cNvSpPr/>
            <p:nvPr/>
          </p:nvSpPr>
          <p:spPr>
            <a:xfrm>
              <a:off x="3626883" y="4155891"/>
              <a:ext cx="232452" cy="14608"/>
            </a:xfrm>
            <a:custGeom>
              <a:rect b="b" l="l" r="r" t="t"/>
              <a:pathLst>
                <a:path extrusionOk="0" h="558" w="8879">
                  <a:moveTo>
                    <a:pt x="1139" y="1"/>
                  </a:moveTo>
                  <a:cubicBezTo>
                    <a:pt x="1100" y="49"/>
                    <a:pt x="1062" y="92"/>
                    <a:pt x="1019" y="135"/>
                  </a:cubicBezTo>
                  <a:cubicBezTo>
                    <a:pt x="750" y="404"/>
                    <a:pt x="384" y="558"/>
                    <a:pt x="0" y="558"/>
                  </a:cubicBezTo>
                  <a:lnTo>
                    <a:pt x="7744" y="558"/>
                  </a:lnTo>
                  <a:cubicBezTo>
                    <a:pt x="8124" y="558"/>
                    <a:pt x="8489" y="404"/>
                    <a:pt x="8758" y="135"/>
                  </a:cubicBezTo>
                  <a:cubicBezTo>
                    <a:pt x="8801" y="92"/>
                    <a:pt x="8840" y="49"/>
                    <a:pt x="887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86"/>
            <p:cNvSpPr/>
            <p:nvPr/>
          </p:nvSpPr>
          <p:spPr>
            <a:xfrm>
              <a:off x="3610389" y="4105835"/>
              <a:ext cx="54114" cy="27070"/>
            </a:xfrm>
            <a:custGeom>
              <a:rect b="b" l="l" r="r" t="t"/>
              <a:pathLst>
                <a:path extrusionOk="0" h="1034" w="2067">
                  <a:moveTo>
                    <a:pt x="1034" y="1"/>
                  </a:moveTo>
                  <a:cubicBezTo>
                    <a:pt x="467" y="1"/>
                    <a:pt x="1" y="462"/>
                    <a:pt x="1" y="1033"/>
                  </a:cubicBezTo>
                  <a:lnTo>
                    <a:pt x="2067" y="1033"/>
                  </a:lnTo>
                  <a:cubicBezTo>
                    <a:pt x="2067" y="462"/>
                    <a:pt x="1605" y="1"/>
                    <a:pt x="103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86"/>
            <p:cNvSpPr/>
            <p:nvPr/>
          </p:nvSpPr>
          <p:spPr>
            <a:xfrm>
              <a:off x="3718303" y="3889379"/>
              <a:ext cx="147943" cy="148074"/>
            </a:xfrm>
            <a:custGeom>
              <a:rect b="b" l="l" r="r" t="t"/>
              <a:pathLst>
                <a:path extrusionOk="0" h="5656" w="5651">
                  <a:moveTo>
                    <a:pt x="5650" y="1"/>
                  </a:moveTo>
                  <a:cubicBezTo>
                    <a:pt x="3834" y="106"/>
                    <a:pt x="2278" y="707"/>
                    <a:pt x="1139" y="1846"/>
                  </a:cubicBezTo>
                  <a:cubicBezTo>
                    <a:pt x="1" y="2984"/>
                    <a:pt x="250" y="3690"/>
                    <a:pt x="145" y="5511"/>
                  </a:cubicBezTo>
                  <a:cubicBezTo>
                    <a:pt x="1961" y="5401"/>
                    <a:pt x="2667" y="5655"/>
                    <a:pt x="3805" y="4512"/>
                  </a:cubicBezTo>
                  <a:cubicBezTo>
                    <a:pt x="4084" y="4233"/>
                    <a:pt x="4339" y="3926"/>
                    <a:pt x="4555" y="3594"/>
                  </a:cubicBezTo>
                  <a:lnTo>
                    <a:pt x="3560" y="3421"/>
                  </a:lnTo>
                  <a:lnTo>
                    <a:pt x="3585" y="3407"/>
                  </a:lnTo>
                  <a:cubicBezTo>
                    <a:pt x="4790" y="2691"/>
                    <a:pt x="5559" y="1428"/>
                    <a:pt x="5650" y="30"/>
                  </a:cubicBezTo>
                  <a:lnTo>
                    <a:pt x="565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86"/>
            <p:cNvSpPr/>
            <p:nvPr/>
          </p:nvSpPr>
          <p:spPr>
            <a:xfrm>
              <a:off x="3689767" y="3938178"/>
              <a:ext cx="127680" cy="127680"/>
            </a:xfrm>
            <a:custGeom>
              <a:rect b="b" l="l" r="r" t="t"/>
              <a:pathLst>
                <a:path extrusionOk="0" h="4877" w="4877">
                  <a:moveTo>
                    <a:pt x="4876" y="1"/>
                  </a:moveTo>
                  <a:lnTo>
                    <a:pt x="4876" y="1"/>
                  </a:lnTo>
                  <a:cubicBezTo>
                    <a:pt x="2863" y="1183"/>
                    <a:pt x="1187" y="2864"/>
                    <a:pt x="0" y="4877"/>
                  </a:cubicBezTo>
                  <a:cubicBezTo>
                    <a:pt x="2013" y="3690"/>
                    <a:pt x="3690" y="2014"/>
                    <a:pt x="4876"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86"/>
            <p:cNvSpPr/>
            <p:nvPr/>
          </p:nvSpPr>
          <p:spPr>
            <a:xfrm>
              <a:off x="3508654" y="3811781"/>
              <a:ext cx="363876" cy="364007"/>
            </a:xfrm>
            <a:custGeom>
              <a:rect b="b" l="l" r="r" t="t"/>
              <a:pathLst>
                <a:path extrusionOk="0" h="13904" w="13899">
                  <a:moveTo>
                    <a:pt x="1645" y="405"/>
                  </a:moveTo>
                  <a:cubicBezTo>
                    <a:pt x="2237" y="405"/>
                    <a:pt x="2754" y="833"/>
                    <a:pt x="2859" y="1432"/>
                  </a:cubicBezTo>
                  <a:lnTo>
                    <a:pt x="2277" y="1432"/>
                  </a:lnTo>
                  <a:cubicBezTo>
                    <a:pt x="2162" y="1432"/>
                    <a:pt x="2071" y="1524"/>
                    <a:pt x="2071" y="1639"/>
                  </a:cubicBezTo>
                  <a:cubicBezTo>
                    <a:pt x="2071" y="2090"/>
                    <a:pt x="1701" y="2460"/>
                    <a:pt x="1245" y="2460"/>
                  </a:cubicBezTo>
                  <a:cubicBezTo>
                    <a:pt x="788" y="2460"/>
                    <a:pt x="418" y="2090"/>
                    <a:pt x="418" y="1639"/>
                  </a:cubicBezTo>
                  <a:cubicBezTo>
                    <a:pt x="418" y="1000"/>
                    <a:pt x="903" y="467"/>
                    <a:pt x="1542" y="409"/>
                  </a:cubicBezTo>
                  <a:cubicBezTo>
                    <a:pt x="1577" y="406"/>
                    <a:pt x="1611" y="405"/>
                    <a:pt x="1645" y="405"/>
                  </a:cubicBezTo>
                  <a:close/>
                  <a:moveTo>
                    <a:pt x="2878" y="1845"/>
                  </a:moveTo>
                  <a:lnTo>
                    <a:pt x="2878" y="2460"/>
                  </a:lnTo>
                  <a:lnTo>
                    <a:pt x="2167" y="2460"/>
                  </a:lnTo>
                  <a:cubicBezTo>
                    <a:pt x="2321" y="2287"/>
                    <a:pt x="2426" y="2076"/>
                    <a:pt x="2465" y="1845"/>
                  </a:cubicBezTo>
                  <a:close/>
                  <a:moveTo>
                    <a:pt x="11141" y="5477"/>
                  </a:moveTo>
                  <a:cubicBezTo>
                    <a:pt x="10180" y="6880"/>
                    <a:pt x="8969" y="8091"/>
                    <a:pt x="7572" y="9051"/>
                  </a:cubicBezTo>
                  <a:cubicBezTo>
                    <a:pt x="8047" y="8350"/>
                    <a:pt x="8590" y="7697"/>
                    <a:pt x="9190" y="7101"/>
                  </a:cubicBezTo>
                  <a:cubicBezTo>
                    <a:pt x="9786" y="6501"/>
                    <a:pt x="10440" y="5958"/>
                    <a:pt x="11141" y="5477"/>
                  </a:cubicBezTo>
                  <a:close/>
                  <a:moveTo>
                    <a:pt x="4920" y="11439"/>
                  </a:moveTo>
                  <a:cubicBezTo>
                    <a:pt x="5266" y="11439"/>
                    <a:pt x="5611" y="11646"/>
                    <a:pt x="5717" y="12059"/>
                  </a:cubicBezTo>
                  <a:lnTo>
                    <a:pt x="4122" y="12059"/>
                  </a:lnTo>
                  <a:cubicBezTo>
                    <a:pt x="4228" y="11646"/>
                    <a:pt x="4574" y="11439"/>
                    <a:pt x="4920" y="11439"/>
                  </a:cubicBezTo>
                  <a:close/>
                  <a:moveTo>
                    <a:pt x="12664" y="11439"/>
                  </a:moveTo>
                  <a:cubicBezTo>
                    <a:pt x="13120" y="11439"/>
                    <a:pt x="13490" y="11809"/>
                    <a:pt x="13490" y="12265"/>
                  </a:cubicBezTo>
                  <a:cubicBezTo>
                    <a:pt x="13490" y="12943"/>
                    <a:pt x="12938" y="13490"/>
                    <a:pt x="12260" y="13495"/>
                  </a:cubicBezTo>
                  <a:lnTo>
                    <a:pt x="5607" y="13495"/>
                  </a:lnTo>
                  <a:cubicBezTo>
                    <a:pt x="5957" y="13183"/>
                    <a:pt x="6159" y="12736"/>
                    <a:pt x="6159" y="12265"/>
                  </a:cubicBezTo>
                  <a:cubicBezTo>
                    <a:pt x="6159" y="11958"/>
                    <a:pt x="6049" y="11665"/>
                    <a:pt x="5842" y="11439"/>
                  </a:cubicBezTo>
                  <a:close/>
                  <a:moveTo>
                    <a:pt x="1638" y="1"/>
                  </a:moveTo>
                  <a:cubicBezTo>
                    <a:pt x="731" y="1"/>
                    <a:pt x="0" y="736"/>
                    <a:pt x="0" y="1644"/>
                  </a:cubicBezTo>
                  <a:cubicBezTo>
                    <a:pt x="0" y="2326"/>
                    <a:pt x="553" y="2878"/>
                    <a:pt x="1235" y="2883"/>
                  </a:cubicBezTo>
                  <a:lnTo>
                    <a:pt x="2868" y="2883"/>
                  </a:lnTo>
                  <a:lnTo>
                    <a:pt x="2868" y="9200"/>
                  </a:lnTo>
                  <a:cubicBezTo>
                    <a:pt x="2868" y="9337"/>
                    <a:pt x="2972" y="9406"/>
                    <a:pt x="3075" y="9406"/>
                  </a:cubicBezTo>
                  <a:cubicBezTo>
                    <a:pt x="3178" y="9406"/>
                    <a:pt x="3281" y="9337"/>
                    <a:pt x="3281" y="9200"/>
                  </a:cubicBezTo>
                  <a:lnTo>
                    <a:pt x="3281" y="1639"/>
                  </a:lnTo>
                  <a:cubicBezTo>
                    <a:pt x="3281" y="1168"/>
                    <a:pt x="3080" y="717"/>
                    <a:pt x="2729" y="409"/>
                  </a:cubicBezTo>
                  <a:lnTo>
                    <a:pt x="9383" y="409"/>
                  </a:lnTo>
                  <a:cubicBezTo>
                    <a:pt x="10065" y="409"/>
                    <a:pt x="10612" y="957"/>
                    <a:pt x="10612" y="1639"/>
                  </a:cubicBezTo>
                  <a:lnTo>
                    <a:pt x="10612" y="3508"/>
                  </a:lnTo>
                  <a:cubicBezTo>
                    <a:pt x="10012" y="3801"/>
                    <a:pt x="9469" y="4190"/>
                    <a:pt x="8994" y="4661"/>
                  </a:cubicBezTo>
                  <a:cubicBezTo>
                    <a:pt x="8018" y="5636"/>
                    <a:pt x="8004" y="6347"/>
                    <a:pt x="7975" y="7524"/>
                  </a:cubicBezTo>
                  <a:cubicBezTo>
                    <a:pt x="7975" y="7625"/>
                    <a:pt x="7970" y="7726"/>
                    <a:pt x="7965" y="7831"/>
                  </a:cubicBezTo>
                  <a:cubicBezTo>
                    <a:pt x="7509" y="8384"/>
                    <a:pt x="7096" y="8975"/>
                    <a:pt x="6736" y="9599"/>
                  </a:cubicBezTo>
                  <a:cubicBezTo>
                    <a:pt x="6650" y="9747"/>
                    <a:pt x="6770" y="9911"/>
                    <a:pt x="6916" y="9911"/>
                  </a:cubicBezTo>
                  <a:cubicBezTo>
                    <a:pt x="6949" y="9911"/>
                    <a:pt x="6985" y="9902"/>
                    <a:pt x="7019" y="9883"/>
                  </a:cubicBezTo>
                  <a:cubicBezTo>
                    <a:pt x="7644" y="9522"/>
                    <a:pt x="8234" y="9109"/>
                    <a:pt x="8787" y="8648"/>
                  </a:cubicBezTo>
                  <a:lnTo>
                    <a:pt x="9090" y="8643"/>
                  </a:lnTo>
                  <a:cubicBezTo>
                    <a:pt x="9685" y="8629"/>
                    <a:pt x="10161" y="8614"/>
                    <a:pt x="10612" y="8480"/>
                  </a:cubicBezTo>
                  <a:lnTo>
                    <a:pt x="10612" y="11026"/>
                  </a:lnTo>
                  <a:lnTo>
                    <a:pt x="4915" y="11026"/>
                  </a:lnTo>
                  <a:cubicBezTo>
                    <a:pt x="4233" y="11026"/>
                    <a:pt x="3675" y="11578"/>
                    <a:pt x="3675" y="12261"/>
                  </a:cubicBezTo>
                  <a:cubicBezTo>
                    <a:pt x="3675" y="12376"/>
                    <a:pt x="3767" y="12467"/>
                    <a:pt x="3882" y="12467"/>
                  </a:cubicBezTo>
                  <a:lnTo>
                    <a:pt x="5722" y="12467"/>
                  </a:lnTo>
                  <a:cubicBezTo>
                    <a:pt x="5622" y="13062"/>
                    <a:pt x="5105" y="13490"/>
                    <a:pt x="4513" y="13490"/>
                  </a:cubicBezTo>
                  <a:cubicBezTo>
                    <a:pt x="4479" y="13490"/>
                    <a:pt x="4445" y="13488"/>
                    <a:pt x="4410" y="13486"/>
                  </a:cubicBezTo>
                  <a:cubicBezTo>
                    <a:pt x="3771" y="13433"/>
                    <a:pt x="3286" y="12899"/>
                    <a:pt x="3281" y="12261"/>
                  </a:cubicBezTo>
                  <a:lnTo>
                    <a:pt x="3281" y="10017"/>
                  </a:lnTo>
                  <a:cubicBezTo>
                    <a:pt x="3281" y="9880"/>
                    <a:pt x="3178" y="9812"/>
                    <a:pt x="3075" y="9812"/>
                  </a:cubicBezTo>
                  <a:cubicBezTo>
                    <a:pt x="2972" y="9812"/>
                    <a:pt x="2868" y="9880"/>
                    <a:pt x="2868" y="10017"/>
                  </a:cubicBezTo>
                  <a:lnTo>
                    <a:pt x="2868" y="12261"/>
                  </a:lnTo>
                  <a:cubicBezTo>
                    <a:pt x="2868" y="13169"/>
                    <a:pt x="3603" y="13904"/>
                    <a:pt x="4511" y="13904"/>
                  </a:cubicBezTo>
                  <a:lnTo>
                    <a:pt x="12255" y="13904"/>
                  </a:lnTo>
                  <a:cubicBezTo>
                    <a:pt x="13163" y="13904"/>
                    <a:pt x="13898" y="13169"/>
                    <a:pt x="13898" y="12261"/>
                  </a:cubicBezTo>
                  <a:cubicBezTo>
                    <a:pt x="13898" y="11578"/>
                    <a:pt x="13346" y="11026"/>
                    <a:pt x="12664" y="11026"/>
                  </a:cubicBezTo>
                  <a:lnTo>
                    <a:pt x="11030" y="11026"/>
                  </a:lnTo>
                  <a:lnTo>
                    <a:pt x="11030" y="8321"/>
                  </a:lnTo>
                  <a:cubicBezTo>
                    <a:pt x="11376" y="8139"/>
                    <a:pt x="11689" y="7903"/>
                    <a:pt x="11958" y="7625"/>
                  </a:cubicBezTo>
                  <a:cubicBezTo>
                    <a:pt x="12251" y="7332"/>
                    <a:pt x="12510" y="7015"/>
                    <a:pt x="12731" y="6673"/>
                  </a:cubicBezTo>
                  <a:cubicBezTo>
                    <a:pt x="12813" y="6549"/>
                    <a:pt x="12741" y="6380"/>
                    <a:pt x="12597" y="6356"/>
                  </a:cubicBezTo>
                  <a:lnTo>
                    <a:pt x="12111" y="6270"/>
                  </a:lnTo>
                  <a:cubicBezTo>
                    <a:pt x="13139" y="5487"/>
                    <a:pt x="13778" y="4296"/>
                    <a:pt x="13860" y="3008"/>
                  </a:cubicBezTo>
                  <a:lnTo>
                    <a:pt x="13860" y="2998"/>
                  </a:lnTo>
                  <a:lnTo>
                    <a:pt x="13860" y="2974"/>
                  </a:lnTo>
                  <a:cubicBezTo>
                    <a:pt x="13865" y="2852"/>
                    <a:pt x="13769" y="2758"/>
                    <a:pt x="13652" y="2758"/>
                  </a:cubicBezTo>
                  <a:cubicBezTo>
                    <a:pt x="13650" y="2758"/>
                    <a:pt x="13647" y="2758"/>
                    <a:pt x="13644" y="2758"/>
                  </a:cubicBezTo>
                  <a:cubicBezTo>
                    <a:pt x="13183" y="2787"/>
                    <a:pt x="12726" y="2849"/>
                    <a:pt x="12275" y="2946"/>
                  </a:cubicBezTo>
                  <a:cubicBezTo>
                    <a:pt x="12024" y="2999"/>
                    <a:pt x="12082" y="3355"/>
                    <a:pt x="12310" y="3355"/>
                  </a:cubicBezTo>
                  <a:cubicBezTo>
                    <a:pt x="12326" y="3355"/>
                    <a:pt x="12343" y="3353"/>
                    <a:pt x="12361" y="3349"/>
                  </a:cubicBezTo>
                  <a:cubicBezTo>
                    <a:pt x="12712" y="3272"/>
                    <a:pt x="13072" y="3219"/>
                    <a:pt x="13428" y="3191"/>
                  </a:cubicBezTo>
                  <a:lnTo>
                    <a:pt x="13428" y="3191"/>
                  </a:lnTo>
                  <a:cubicBezTo>
                    <a:pt x="13284" y="4440"/>
                    <a:pt x="12563" y="5549"/>
                    <a:pt x="11482" y="6193"/>
                  </a:cubicBezTo>
                  <a:lnTo>
                    <a:pt x="11463" y="6208"/>
                  </a:lnTo>
                  <a:cubicBezTo>
                    <a:pt x="11295" y="6304"/>
                    <a:pt x="11343" y="6553"/>
                    <a:pt x="11530" y="6587"/>
                  </a:cubicBezTo>
                  <a:lnTo>
                    <a:pt x="12203" y="6707"/>
                  </a:lnTo>
                  <a:cubicBezTo>
                    <a:pt x="12039" y="6928"/>
                    <a:pt x="11857" y="7135"/>
                    <a:pt x="11665" y="7332"/>
                  </a:cubicBezTo>
                  <a:cubicBezTo>
                    <a:pt x="10853" y="8139"/>
                    <a:pt x="10295" y="8201"/>
                    <a:pt x="9282" y="8230"/>
                  </a:cubicBezTo>
                  <a:cubicBezTo>
                    <a:pt x="9460" y="8067"/>
                    <a:pt x="9632" y="7899"/>
                    <a:pt x="9810" y="7726"/>
                  </a:cubicBezTo>
                  <a:cubicBezTo>
                    <a:pt x="10651" y="6894"/>
                    <a:pt x="11376" y="5958"/>
                    <a:pt x="11972" y="4934"/>
                  </a:cubicBezTo>
                  <a:cubicBezTo>
                    <a:pt x="12058" y="4786"/>
                    <a:pt x="11938" y="4622"/>
                    <a:pt x="11792" y="4622"/>
                  </a:cubicBezTo>
                  <a:cubicBezTo>
                    <a:pt x="11758" y="4622"/>
                    <a:pt x="11723" y="4631"/>
                    <a:pt x="11689" y="4651"/>
                  </a:cubicBezTo>
                  <a:cubicBezTo>
                    <a:pt x="10665" y="5247"/>
                    <a:pt x="9729" y="5972"/>
                    <a:pt x="8897" y="6813"/>
                  </a:cubicBezTo>
                  <a:cubicBezTo>
                    <a:pt x="8724" y="6986"/>
                    <a:pt x="8556" y="7164"/>
                    <a:pt x="8393" y="7341"/>
                  </a:cubicBezTo>
                  <a:cubicBezTo>
                    <a:pt x="8422" y="6323"/>
                    <a:pt x="8479" y="5766"/>
                    <a:pt x="9291" y="4958"/>
                  </a:cubicBezTo>
                  <a:cubicBezTo>
                    <a:pt x="9935" y="4320"/>
                    <a:pt x="10723" y="3844"/>
                    <a:pt x="11588" y="3560"/>
                  </a:cubicBezTo>
                  <a:cubicBezTo>
                    <a:pt x="11814" y="3478"/>
                    <a:pt x="11733" y="3160"/>
                    <a:pt x="11524" y="3160"/>
                  </a:cubicBezTo>
                  <a:cubicBezTo>
                    <a:pt x="11502" y="3160"/>
                    <a:pt x="11478" y="3164"/>
                    <a:pt x="11453" y="3171"/>
                  </a:cubicBezTo>
                  <a:cubicBezTo>
                    <a:pt x="11309" y="3219"/>
                    <a:pt x="11165" y="3272"/>
                    <a:pt x="11030" y="3330"/>
                  </a:cubicBezTo>
                  <a:lnTo>
                    <a:pt x="11030" y="1644"/>
                  </a:lnTo>
                  <a:cubicBezTo>
                    <a:pt x="11026" y="736"/>
                    <a:pt x="10291" y="1"/>
                    <a:pt x="93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86"/>
            <p:cNvSpPr/>
            <p:nvPr/>
          </p:nvSpPr>
          <p:spPr>
            <a:xfrm>
              <a:off x="3612274" y="3916553"/>
              <a:ext cx="130952" cy="25185"/>
            </a:xfrm>
            <a:custGeom>
              <a:rect b="b" l="l" r="r" t="t"/>
              <a:pathLst>
                <a:path extrusionOk="0" h="962" w="5002">
                  <a:moveTo>
                    <a:pt x="279" y="0"/>
                  </a:moveTo>
                  <a:cubicBezTo>
                    <a:pt x="1" y="0"/>
                    <a:pt x="1" y="414"/>
                    <a:pt x="279" y="414"/>
                  </a:cubicBezTo>
                  <a:cubicBezTo>
                    <a:pt x="472" y="414"/>
                    <a:pt x="558" y="495"/>
                    <a:pt x="688" y="625"/>
                  </a:cubicBezTo>
                  <a:cubicBezTo>
                    <a:pt x="837" y="779"/>
                    <a:pt x="1029" y="961"/>
                    <a:pt x="1389" y="961"/>
                  </a:cubicBezTo>
                  <a:cubicBezTo>
                    <a:pt x="1754" y="961"/>
                    <a:pt x="1942" y="779"/>
                    <a:pt x="2091" y="625"/>
                  </a:cubicBezTo>
                  <a:cubicBezTo>
                    <a:pt x="2220" y="495"/>
                    <a:pt x="2312" y="414"/>
                    <a:pt x="2504" y="414"/>
                  </a:cubicBezTo>
                  <a:cubicBezTo>
                    <a:pt x="2696" y="414"/>
                    <a:pt x="2782" y="495"/>
                    <a:pt x="2912" y="625"/>
                  </a:cubicBezTo>
                  <a:cubicBezTo>
                    <a:pt x="3066" y="779"/>
                    <a:pt x="3253" y="961"/>
                    <a:pt x="3614" y="961"/>
                  </a:cubicBezTo>
                  <a:cubicBezTo>
                    <a:pt x="3979" y="961"/>
                    <a:pt x="4166" y="779"/>
                    <a:pt x="4315" y="625"/>
                  </a:cubicBezTo>
                  <a:cubicBezTo>
                    <a:pt x="4449" y="495"/>
                    <a:pt x="4536" y="414"/>
                    <a:pt x="4728" y="414"/>
                  </a:cubicBezTo>
                  <a:cubicBezTo>
                    <a:pt x="5002" y="414"/>
                    <a:pt x="5002" y="0"/>
                    <a:pt x="4728" y="0"/>
                  </a:cubicBezTo>
                  <a:cubicBezTo>
                    <a:pt x="4368" y="0"/>
                    <a:pt x="4176" y="183"/>
                    <a:pt x="4027" y="332"/>
                  </a:cubicBezTo>
                  <a:cubicBezTo>
                    <a:pt x="3897" y="462"/>
                    <a:pt x="3806" y="548"/>
                    <a:pt x="3614" y="548"/>
                  </a:cubicBezTo>
                  <a:cubicBezTo>
                    <a:pt x="3421" y="548"/>
                    <a:pt x="3335" y="462"/>
                    <a:pt x="3205" y="332"/>
                  </a:cubicBezTo>
                  <a:cubicBezTo>
                    <a:pt x="3051" y="183"/>
                    <a:pt x="2864" y="0"/>
                    <a:pt x="2504" y="0"/>
                  </a:cubicBezTo>
                  <a:cubicBezTo>
                    <a:pt x="2139" y="0"/>
                    <a:pt x="1951" y="183"/>
                    <a:pt x="1802" y="332"/>
                  </a:cubicBezTo>
                  <a:cubicBezTo>
                    <a:pt x="1668" y="462"/>
                    <a:pt x="1581" y="548"/>
                    <a:pt x="1389" y="548"/>
                  </a:cubicBezTo>
                  <a:cubicBezTo>
                    <a:pt x="1197" y="548"/>
                    <a:pt x="1111" y="462"/>
                    <a:pt x="981" y="332"/>
                  </a:cubicBezTo>
                  <a:cubicBezTo>
                    <a:pt x="827" y="183"/>
                    <a:pt x="640" y="0"/>
                    <a:pt x="2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86"/>
            <p:cNvSpPr/>
            <p:nvPr/>
          </p:nvSpPr>
          <p:spPr>
            <a:xfrm>
              <a:off x="3612274" y="3958572"/>
              <a:ext cx="101919" cy="25290"/>
            </a:xfrm>
            <a:custGeom>
              <a:rect b="b" l="l" r="r" t="t"/>
              <a:pathLst>
                <a:path extrusionOk="0" h="966" w="3893">
                  <a:moveTo>
                    <a:pt x="275" y="0"/>
                  </a:moveTo>
                  <a:cubicBezTo>
                    <a:pt x="1" y="0"/>
                    <a:pt x="1" y="413"/>
                    <a:pt x="275"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892" y="966"/>
                    <a:pt x="3892" y="552"/>
                    <a:pt x="3614" y="552"/>
                  </a:cubicBezTo>
                  <a:cubicBezTo>
                    <a:pt x="3421" y="552"/>
                    <a:pt x="3335" y="466"/>
                    <a:pt x="3205" y="336"/>
                  </a:cubicBezTo>
                  <a:cubicBezTo>
                    <a:pt x="3056" y="187"/>
                    <a:pt x="2864" y="0"/>
                    <a:pt x="2504" y="0"/>
                  </a:cubicBezTo>
                  <a:cubicBezTo>
                    <a:pt x="2139" y="0"/>
                    <a:pt x="1951" y="187"/>
                    <a:pt x="1802" y="336"/>
                  </a:cubicBezTo>
                  <a:cubicBezTo>
                    <a:pt x="1668" y="466"/>
                    <a:pt x="1581" y="552"/>
                    <a:pt x="1389" y="552"/>
                  </a:cubicBezTo>
                  <a:cubicBezTo>
                    <a:pt x="1197" y="552"/>
                    <a:pt x="1111" y="466"/>
                    <a:pt x="981" y="336"/>
                  </a:cubicBezTo>
                  <a:cubicBezTo>
                    <a:pt x="827" y="187"/>
                    <a:pt x="640"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86"/>
            <p:cNvSpPr/>
            <p:nvPr/>
          </p:nvSpPr>
          <p:spPr>
            <a:xfrm>
              <a:off x="3612274" y="3874430"/>
              <a:ext cx="160143" cy="25290"/>
            </a:xfrm>
            <a:custGeom>
              <a:rect b="b" l="l" r="r" t="t"/>
              <a:pathLst>
                <a:path extrusionOk="0" h="966" w="6117">
                  <a:moveTo>
                    <a:pt x="279" y="0"/>
                  </a:moveTo>
                  <a:cubicBezTo>
                    <a:pt x="1" y="0"/>
                    <a:pt x="1" y="413"/>
                    <a:pt x="279"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979" y="966"/>
                    <a:pt x="4166" y="778"/>
                    <a:pt x="4315" y="629"/>
                  </a:cubicBezTo>
                  <a:cubicBezTo>
                    <a:pt x="4449" y="500"/>
                    <a:pt x="4536" y="413"/>
                    <a:pt x="4728" y="413"/>
                  </a:cubicBezTo>
                  <a:cubicBezTo>
                    <a:pt x="4920" y="413"/>
                    <a:pt x="5007" y="500"/>
                    <a:pt x="5141" y="629"/>
                  </a:cubicBezTo>
                  <a:cubicBezTo>
                    <a:pt x="5290" y="778"/>
                    <a:pt x="5477" y="966"/>
                    <a:pt x="5843" y="966"/>
                  </a:cubicBezTo>
                  <a:cubicBezTo>
                    <a:pt x="6116" y="966"/>
                    <a:pt x="6116" y="553"/>
                    <a:pt x="5843" y="553"/>
                  </a:cubicBezTo>
                  <a:cubicBezTo>
                    <a:pt x="5646" y="553"/>
                    <a:pt x="5559" y="466"/>
                    <a:pt x="5429" y="336"/>
                  </a:cubicBezTo>
                  <a:cubicBezTo>
                    <a:pt x="5281" y="187"/>
                    <a:pt x="5093" y="0"/>
                    <a:pt x="4728" y="0"/>
                  </a:cubicBezTo>
                  <a:cubicBezTo>
                    <a:pt x="4363" y="0"/>
                    <a:pt x="4176" y="187"/>
                    <a:pt x="4027" y="336"/>
                  </a:cubicBezTo>
                  <a:cubicBezTo>
                    <a:pt x="3897" y="466"/>
                    <a:pt x="3806" y="553"/>
                    <a:pt x="3614" y="553"/>
                  </a:cubicBezTo>
                  <a:cubicBezTo>
                    <a:pt x="3421" y="553"/>
                    <a:pt x="3335" y="466"/>
                    <a:pt x="3205" y="336"/>
                  </a:cubicBezTo>
                  <a:cubicBezTo>
                    <a:pt x="3051" y="187"/>
                    <a:pt x="2864" y="0"/>
                    <a:pt x="2504" y="0"/>
                  </a:cubicBezTo>
                  <a:cubicBezTo>
                    <a:pt x="2139" y="0"/>
                    <a:pt x="1951" y="187"/>
                    <a:pt x="1802" y="336"/>
                  </a:cubicBezTo>
                  <a:cubicBezTo>
                    <a:pt x="1668" y="466"/>
                    <a:pt x="1581" y="553"/>
                    <a:pt x="1389" y="553"/>
                  </a:cubicBezTo>
                  <a:cubicBezTo>
                    <a:pt x="1197" y="553"/>
                    <a:pt x="1111" y="466"/>
                    <a:pt x="981" y="336"/>
                  </a:cubicBezTo>
                  <a:cubicBezTo>
                    <a:pt x="827" y="187"/>
                    <a:pt x="640" y="0"/>
                    <a:pt x="2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9" name="Google Shape;13529;p86"/>
          <p:cNvGrpSpPr/>
          <p:nvPr/>
        </p:nvGrpSpPr>
        <p:grpSpPr>
          <a:xfrm>
            <a:off x="1761322" y="3814923"/>
            <a:ext cx="310050" cy="374688"/>
            <a:chOff x="1761322" y="3814923"/>
            <a:chExt cx="310050" cy="374688"/>
          </a:xfrm>
        </p:grpSpPr>
        <p:sp>
          <p:nvSpPr>
            <p:cNvPr id="13530" name="Google Shape;13530;p86"/>
            <p:cNvSpPr/>
            <p:nvPr/>
          </p:nvSpPr>
          <p:spPr>
            <a:xfrm>
              <a:off x="1786979" y="3829767"/>
              <a:ext cx="257978" cy="333455"/>
            </a:xfrm>
            <a:custGeom>
              <a:rect b="b" l="l" r="r" t="t"/>
              <a:pathLst>
                <a:path extrusionOk="0" h="12737" w="9854">
                  <a:moveTo>
                    <a:pt x="1" y="1"/>
                  </a:moveTo>
                  <a:lnTo>
                    <a:pt x="1" y="12736"/>
                  </a:lnTo>
                  <a:lnTo>
                    <a:pt x="9854" y="12736"/>
                  </a:lnTo>
                  <a:lnTo>
                    <a:pt x="9854"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86"/>
            <p:cNvSpPr/>
            <p:nvPr/>
          </p:nvSpPr>
          <p:spPr>
            <a:xfrm>
              <a:off x="1786979" y="3829767"/>
              <a:ext cx="57622" cy="333455"/>
            </a:xfrm>
            <a:custGeom>
              <a:rect b="b" l="l" r="r" t="t"/>
              <a:pathLst>
                <a:path extrusionOk="0" h="12737" w="2201">
                  <a:moveTo>
                    <a:pt x="1" y="1"/>
                  </a:moveTo>
                  <a:lnTo>
                    <a:pt x="1" y="12736"/>
                  </a:lnTo>
                  <a:lnTo>
                    <a:pt x="2201" y="12736"/>
                  </a:lnTo>
                  <a:lnTo>
                    <a:pt x="2201" y="1"/>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86"/>
            <p:cNvSpPr/>
            <p:nvPr/>
          </p:nvSpPr>
          <p:spPr>
            <a:xfrm>
              <a:off x="1766846" y="4149215"/>
              <a:ext cx="299002" cy="34872"/>
            </a:xfrm>
            <a:custGeom>
              <a:rect b="b" l="l" r="r" t="t"/>
              <a:pathLst>
                <a:path extrusionOk="0" h="1332" w="11421">
                  <a:moveTo>
                    <a:pt x="414" y="1"/>
                  </a:moveTo>
                  <a:cubicBezTo>
                    <a:pt x="184" y="1"/>
                    <a:pt x="1" y="183"/>
                    <a:pt x="1" y="414"/>
                  </a:cubicBezTo>
                  <a:lnTo>
                    <a:pt x="1" y="1039"/>
                  </a:lnTo>
                  <a:cubicBezTo>
                    <a:pt x="1" y="1202"/>
                    <a:pt x="131" y="1332"/>
                    <a:pt x="294" y="1332"/>
                  </a:cubicBezTo>
                  <a:lnTo>
                    <a:pt x="11127" y="1332"/>
                  </a:lnTo>
                  <a:cubicBezTo>
                    <a:pt x="11290" y="1332"/>
                    <a:pt x="11420" y="1202"/>
                    <a:pt x="11420" y="1039"/>
                  </a:cubicBezTo>
                  <a:lnTo>
                    <a:pt x="11420" y="414"/>
                  </a:lnTo>
                  <a:cubicBezTo>
                    <a:pt x="11420" y="183"/>
                    <a:pt x="11238" y="1"/>
                    <a:pt x="11012"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86"/>
            <p:cNvSpPr/>
            <p:nvPr/>
          </p:nvSpPr>
          <p:spPr>
            <a:xfrm>
              <a:off x="1927330" y="3864979"/>
              <a:ext cx="95636" cy="262271"/>
            </a:xfrm>
            <a:custGeom>
              <a:rect b="b" l="l" r="r" t="t"/>
              <a:pathLst>
                <a:path extrusionOk="0" h="10018" w="3653">
                  <a:moveTo>
                    <a:pt x="97" y="1"/>
                  </a:moveTo>
                  <a:cubicBezTo>
                    <a:pt x="44" y="1"/>
                    <a:pt x="1" y="44"/>
                    <a:pt x="1" y="97"/>
                  </a:cubicBezTo>
                  <a:lnTo>
                    <a:pt x="1" y="9921"/>
                  </a:lnTo>
                  <a:cubicBezTo>
                    <a:pt x="1" y="9974"/>
                    <a:pt x="44" y="10017"/>
                    <a:pt x="97" y="10017"/>
                  </a:cubicBezTo>
                  <a:lnTo>
                    <a:pt x="3556" y="10017"/>
                  </a:lnTo>
                  <a:cubicBezTo>
                    <a:pt x="3609" y="10017"/>
                    <a:pt x="3652" y="9974"/>
                    <a:pt x="3652" y="9921"/>
                  </a:cubicBezTo>
                  <a:lnTo>
                    <a:pt x="3652" y="97"/>
                  </a:lnTo>
                  <a:cubicBezTo>
                    <a:pt x="3652" y="44"/>
                    <a:pt x="3609" y="1"/>
                    <a:pt x="3556"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86"/>
            <p:cNvSpPr/>
            <p:nvPr/>
          </p:nvSpPr>
          <p:spPr>
            <a:xfrm>
              <a:off x="1809127" y="3864874"/>
              <a:ext cx="96238" cy="156216"/>
            </a:xfrm>
            <a:custGeom>
              <a:rect b="b" l="l" r="r" t="t"/>
              <a:pathLst>
                <a:path extrusionOk="0" h="5967" w="3676">
                  <a:moveTo>
                    <a:pt x="96" y="0"/>
                  </a:moveTo>
                  <a:cubicBezTo>
                    <a:pt x="43" y="0"/>
                    <a:pt x="0" y="43"/>
                    <a:pt x="0" y="96"/>
                  </a:cubicBezTo>
                  <a:lnTo>
                    <a:pt x="0" y="5871"/>
                  </a:lnTo>
                  <a:cubicBezTo>
                    <a:pt x="0" y="5923"/>
                    <a:pt x="43" y="5967"/>
                    <a:pt x="96" y="5967"/>
                  </a:cubicBezTo>
                  <a:lnTo>
                    <a:pt x="3579" y="5967"/>
                  </a:lnTo>
                  <a:cubicBezTo>
                    <a:pt x="3632" y="5967"/>
                    <a:pt x="3675" y="5923"/>
                    <a:pt x="3675" y="5871"/>
                  </a:cubicBezTo>
                  <a:lnTo>
                    <a:pt x="3675" y="101"/>
                  </a:lnTo>
                  <a:lnTo>
                    <a:pt x="3675" y="96"/>
                  </a:lnTo>
                  <a:cubicBezTo>
                    <a:pt x="3675" y="43"/>
                    <a:pt x="3632" y="0"/>
                    <a:pt x="3579"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86"/>
            <p:cNvSpPr/>
            <p:nvPr/>
          </p:nvSpPr>
          <p:spPr>
            <a:xfrm>
              <a:off x="1808996" y="3864979"/>
              <a:ext cx="35605" cy="156111"/>
            </a:xfrm>
            <a:custGeom>
              <a:rect b="b" l="l" r="r" t="t"/>
              <a:pathLst>
                <a:path extrusionOk="0" h="5963" w="1360">
                  <a:moveTo>
                    <a:pt x="96" y="1"/>
                  </a:moveTo>
                  <a:cubicBezTo>
                    <a:pt x="44" y="1"/>
                    <a:pt x="0" y="44"/>
                    <a:pt x="0" y="97"/>
                  </a:cubicBezTo>
                  <a:lnTo>
                    <a:pt x="0" y="5867"/>
                  </a:lnTo>
                  <a:cubicBezTo>
                    <a:pt x="0" y="5919"/>
                    <a:pt x="44" y="5963"/>
                    <a:pt x="96" y="5963"/>
                  </a:cubicBezTo>
                  <a:lnTo>
                    <a:pt x="1360" y="5963"/>
                  </a:lnTo>
                  <a:lnTo>
                    <a:pt x="1360"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86"/>
            <p:cNvSpPr/>
            <p:nvPr/>
          </p:nvSpPr>
          <p:spPr>
            <a:xfrm>
              <a:off x="1808996" y="4049626"/>
              <a:ext cx="23667" cy="62020"/>
            </a:xfrm>
            <a:custGeom>
              <a:rect b="b" l="l" r="r" t="t"/>
              <a:pathLst>
                <a:path extrusionOk="0" h="2369" w="904">
                  <a:moveTo>
                    <a:pt x="0" y="0"/>
                  </a:moveTo>
                  <a:lnTo>
                    <a:pt x="0" y="2368"/>
                  </a:lnTo>
                  <a:lnTo>
                    <a:pt x="510" y="2368"/>
                  </a:lnTo>
                  <a:cubicBezTo>
                    <a:pt x="726" y="2368"/>
                    <a:pt x="903" y="2191"/>
                    <a:pt x="903" y="1975"/>
                  </a:cubicBezTo>
                  <a:lnTo>
                    <a:pt x="903" y="389"/>
                  </a:lnTo>
                  <a:cubicBezTo>
                    <a:pt x="903" y="173"/>
                    <a:pt x="726" y="0"/>
                    <a:pt x="510"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86"/>
            <p:cNvSpPr/>
            <p:nvPr/>
          </p:nvSpPr>
          <p:spPr>
            <a:xfrm>
              <a:off x="1858424" y="4068109"/>
              <a:ext cx="21284" cy="21284"/>
            </a:xfrm>
            <a:custGeom>
              <a:rect b="b" l="l" r="r" t="t"/>
              <a:pathLst>
                <a:path extrusionOk="0" h="813" w="813">
                  <a:moveTo>
                    <a:pt x="409" y="0"/>
                  </a:moveTo>
                  <a:cubicBezTo>
                    <a:pt x="183" y="0"/>
                    <a:pt x="0" y="183"/>
                    <a:pt x="0" y="404"/>
                  </a:cubicBezTo>
                  <a:cubicBezTo>
                    <a:pt x="0" y="630"/>
                    <a:pt x="183" y="812"/>
                    <a:pt x="409" y="812"/>
                  </a:cubicBezTo>
                  <a:cubicBezTo>
                    <a:pt x="630" y="812"/>
                    <a:pt x="812" y="630"/>
                    <a:pt x="812" y="404"/>
                  </a:cubicBezTo>
                  <a:cubicBezTo>
                    <a:pt x="812" y="183"/>
                    <a:pt x="630" y="0"/>
                    <a:pt x="409"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86"/>
            <p:cNvSpPr/>
            <p:nvPr/>
          </p:nvSpPr>
          <p:spPr>
            <a:xfrm>
              <a:off x="1803446" y="4036589"/>
              <a:ext cx="11100" cy="88253"/>
            </a:xfrm>
            <a:custGeom>
              <a:rect b="b" l="l" r="r" t="t"/>
              <a:pathLst>
                <a:path extrusionOk="0" h="3371" w="424">
                  <a:moveTo>
                    <a:pt x="212" y="1"/>
                  </a:moveTo>
                  <a:cubicBezTo>
                    <a:pt x="107" y="1"/>
                    <a:pt x="1" y="71"/>
                    <a:pt x="1" y="210"/>
                  </a:cubicBezTo>
                  <a:lnTo>
                    <a:pt x="1" y="3160"/>
                  </a:lnTo>
                  <a:cubicBezTo>
                    <a:pt x="1" y="3280"/>
                    <a:pt x="97" y="3371"/>
                    <a:pt x="212" y="3371"/>
                  </a:cubicBezTo>
                  <a:cubicBezTo>
                    <a:pt x="328" y="3371"/>
                    <a:pt x="424" y="3275"/>
                    <a:pt x="424" y="3160"/>
                  </a:cubicBezTo>
                  <a:lnTo>
                    <a:pt x="424" y="210"/>
                  </a:lnTo>
                  <a:cubicBezTo>
                    <a:pt x="424" y="71"/>
                    <a:pt x="318" y="1"/>
                    <a:pt x="212"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86"/>
            <p:cNvSpPr/>
            <p:nvPr/>
          </p:nvSpPr>
          <p:spPr>
            <a:xfrm>
              <a:off x="1927330" y="3992135"/>
              <a:ext cx="95636" cy="22044"/>
            </a:xfrm>
            <a:custGeom>
              <a:rect b="b" l="l" r="r" t="t"/>
              <a:pathLst>
                <a:path extrusionOk="0" h="842" w="3653">
                  <a:moveTo>
                    <a:pt x="1" y="1"/>
                  </a:moveTo>
                  <a:lnTo>
                    <a:pt x="1" y="841"/>
                  </a:lnTo>
                  <a:lnTo>
                    <a:pt x="3652" y="841"/>
                  </a:lnTo>
                  <a:lnTo>
                    <a:pt x="3652"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86"/>
            <p:cNvSpPr/>
            <p:nvPr/>
          </p:nvSpPr>
          <p:spPr>
            <a:xfrm>
              <a:off x="1993382" y="3909014"/>
              <a:ext cx="29583" cy="83148"/>
            </a:xfrm>
            <a:custGeom>
              <a:rect b="b" l="l" r="r" t="t"/>
              <a:pathLst>
                <a:path extrusionOk="0" h="3176" w="1130">
                  <a:moveTo>
                    <a:pt x="207" y="0"/>
                  </a:moveTo>
                  <a:cubicBezTo>
                    <a:pt x="91" y="0"/>
                    <a:pt x="0" y="91"/>
                    <a:pt x="0" y="207"/>
                  </a:cubicBezTo>
                  <a:lnTo>
                    <a:pt x="0" y="3176"/>
                  </a:lnTo>
                  <a:lnTo>
                    <a:pt x="1129" y="3176"/>
                  </a:lnTo>
                  <a:lnTo>
                    <a:pt x="1129" y="207"/>
                  </a:lnTo>
                  <a:cubicBezTo>
                    <a:pt x="1129" y="91"/>
                    <a:pt x="1038" y="0"/>
                    <a:pt x="92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86"/>
            <p:cNvSpPr/>
            <p:nvPr/>
          </p:nvSpPr>
          <p:spPr>
            <a:xfrm>
              <a:off x="1971364" y="3934670"/>
              <a:ext cx="22044" cy="57491"/>
            </a:xfrm>
            <a:custGeom>
              <a:rect b="b" l="l" r="r" t="t"/>
              <a:pathLst>
                <a:path extrusionOk="0" h="2196" w="842">
                  <a:moveTo>
                    <a:pt x="207" y="0"/>
                  </a:moveTo>
                  <a:cubicBezTo>
                    <a:pt x="92" y="0"/>
                    <a:pt x="0" y="92"/>
                    <a:pt x="0" y="202"/>
                  </a:cubicBezTo>
                  <a:lnTo>
                    <a:pt x="0" y="2196"/>
                  </a:lnTo>
                  <a:lnTo>
                    <a:pt x="841" y="2196"/>
                  </a:lnTo>
                  <a:lnTo>
                    <a:pt x="841" y="202"/>
                  </a:lnTo>
                  <a:cubicBezTo>
                    <a:pt x="841" y="92"/>
                    <a:pt x="750" y="0"/>
                    <a:pt x="639"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86"/>
            <p:cNvSpPr/>
            <p:nvPr/>
          </p:nvSpPr>
          <p:spPr>
            <a:xfrm>
              <a:off x="1927330" y="3909773"/>
              <a:ext cx="22044" cy="82388"/>
            </a:xfrm>
            <a:custGeom>
              <a:rect b="b" l="l" r="r" t="t"/>
              <a:pathLst>
                <a:path extrusionOk="0" h="3147" w="842">
                  <a:moveTo>
                    <a:pt x="208" y="0"/>
                  </a:moveTo>
                  <a:cubicBezTo>
                    <a:pt x="92" y="0"/>
                    <a:pt x="1" y="91"/>
                    <a:pt x="1" y="207"/>
                  </a:cubicBezTo>
                  <a:lnTo>
                    <a:pt x="1" y="3147"/>
                  </a:lnTo>
                  <a:lnTo>
                    <a:pt x="842" y="3147"/>
                  </a:lnTo>
                  <a:lnTo>
                    <a:pt x="842" y="1475"/>
                  </a:lnTo>
                  <a:lnTo>
                    <a:pt x="842" y="207"/>
                  </a:lnTo>
                  <a:cubicBezTo>
                    <a:pt x="842" y="91"/>
                    <a:pt x="750" y="0"/>
                    <a:pt x="640"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86"/>
            <p:cNvSpPr/>
            <p:nvPr/>
          </p:nvSpPr>
          <p:spPr>
            <a:xfrm>
              <a:off x="1949347" y="3942969"/>
              <a:ext cx="22044" cy="49192"/>
            </a:xfrm>
            <a:custGeom>
              <a:rect b="b" l="l" r="r" t="t"/>
              <a:pathLst>
                <a:path extrusionOk="0" h="1879" w="842">
                  <a:moveTo>
                    <a:pt x="207" y="0"/>
                  </a:moveTo>
                  <a:cubicBezTo>
                    <a:pt x="92" y="0"/>
                    <a:pt x="1" y="92"/>
                    <a:pt x="1" y="207"/>
                  </a:cubicBezTo>
                  <a:lnTo>
                    <a:pt x="1" y="1879"/>
                  </a:lnTo>
                  <a:lnTo>
                    <a:pt x="841" y="1879"/>
                  </a:lnTo>
                  <a:lnTo>
                    <a:pt x="841" y="207"/>
                  </a:lnTo>
                  <a:cubicBezTo>
                    <a:pt x="841" y="92"/>
                    <a:pt x="750" y="0"/>
                    <a:pt x="640"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86"/>
            <p:cNvSpPr/>
            <p:nvPr/>
          </p:nvSpPr>
          <p:spPr>
            <a:xfrm>
              <a:off x="1974139" y="4054182"/>
              <a:ext cx="46679" cy="72545"/>
            </a:xfrm>
            <a:custGeom>
              <a:rect b="b" l="l" r="r" t="t"/>
              <a:pathLst>
                <a:path extrusionOk="0" h="2771" w="1783">
                  <a:moveTo>
                    <a:pt x="638" y="0"/>
                  </a:moveTo>
                  <a:cubicBezTo>
                    <a:pt x="615" y="0"/>
                    <a:pt x="591" y="4"/>
                    <a:pt x="567" y="13"/>
                  </a:cubicBezTo>
                  <a:lnTo>
                    <a:pt x="149" y="191"/>
                  </a:lnTo>
                  <a:cubicBezTo>
                    <a:pt x="48" y="230"/>
                    <a:pt x="0" y="345"/>
                    <a:pt x="43" y="441"/>
                  </a:cubicBezTo>
                  <a:lnTo>
                    <a:pt x="990" y="2723"/>
                  </a:lnTo>
                  <a:cubicBezTo>
                    <a:pt x="1005" y="2753"/>
                    <a:pt x="1034" y="2771"/>
                    <a:pt x="1064" y="2771"/>
                  </a:cubicBezTo>
                  <a:cubicBezTo>
                    <a:pt x="1073" y="2771"/>
                    <a:pt x="1082" y="2769"/>
                    <a:pt x="1091" y="2766"/>
                  </a:cubicBezTo>
                  <a:lnTo>
                    <a:pt x="1725" y="2497"/>
                  </a:lnTo>
                  <a:cubicBezTo>
                    <a:pt x="1763" y="2478"/>
                    <a:pt x="1782" y="2435"/>
                    <a:pt x="1763" y="2401"/>
                  </a:cubicBezTo>
                  <a:lnTo>
                    <a:pt x="817" y="119"/>
                  </a:lnTo>
                  <a:lnTo>
                    <a:pt x="822" y="119"/>
                  </a:lnTo>
                  <a:cubicBezTo>
                    <a:pt x="788" y="46"/>
                    <a:pt x="716" y="0"/>
                    <a:pt x="63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86"/>
            <p:cNvSpPr/>
            <p:nvPr/>
          </p:nvSpPr>
          <p:spPr>
            <a:xfrm>
              <a:off x="1927330" y="4044966"/>
              <a:ext cx="22044" cy="82284"/>
            </a:xfrm>
            <a:custGeom>
              <a:rect b="b" l="l" r="r" t="t"/>
              <a:pathLst>
                <a:path extrusionOk="0" h="3143" w="842">
                  <a:moveTo>
                    <a:pt x="208" y="0"/>
                  </a:moveTo>
                  <a:cubicBezTo>
                    <a:pt x="92" y="0"/>
                    <a:pt x="1" y="92"/>
                    <a:pt x="1" y="202"/>
                  </a:cubicBezTo>
                  <a:lnTo>
                    <a:pt x="1" y="2955"/>
                  </a:lnTo>
                  <a:cubicBezTo>
                    <a:pt x="1" y="3061"/>
                    <a:pt x="87" y="3142"/>
                    <a:pt x="188" y="3142"/>
                  </a:cubicBezTo>
                  <a:lnTo>
                    <a:pt x="842" y="3142"/>
                  </a:lnTo>
                  <a:lnTo>
                    <a:pt x="842" y="1288"/>
                  </a:lnTo>
                  <a:lnTo>
                    <a:pt x="842" y="202"/>
                  </a:lnTo>
                  <a:cubicBezTo>
                    <a:pt x="842" y="92"/>
                    <a:pt x="750" y="0"/>
                    <a:pt x="640"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86"/>
            <p:cNvSpPr/>
            <p:nvPr/>
          </p:nvSpPr>
          <p:spPr>
            <a:xfrm>
              <a:off x="1949347" y="4073633"/>
              <a:ext cx="22044" cy="53617"/>
            </a:xfrm>
            <a:custGeom>
              <a:rect b="b" l="l" r="r" t="t"/>
              <a:pathLst>
                <a:path extrusionOk="0" h="2048" w="842">
                  <a:moveTo>
                    <a:pt x="193" y="1"/>
                  </a:moveTo>
                  <a:cubicBezTo>
                    <a:pt x="87" y="1"/>
                    <a:pt x="1" y="87"/>
                    <a:pt x="1" y="193"/>
                  </a:cubicBezTo>
                  <a:lnTo>
                    <a:pt x="1" y="2047"/>
                  </a:lnTo>
                  <a:lnTo>
                    <a:pt x="841" y="2047"/>
                  </a:lnTo>
                  <a:lnTo>
                    <a:pt x="841" y="193"/>
                  </a:lnTo>
                  <a:cubicBezTo>
                    <a:pt x="841" y="87"/>
                    <a:pt x="755" y="1"/>
                    <a:pt x="649"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86"/>
            <p:cNvSpPr/>
            <p:nvPr/>
          </p:nvSpPr>
          <p:spPr>
            <a:xfrm>
              <a:off x="1777685" y="3820473"/>
              <a:ext cx="277351" cy="22541"/>
            </a:xfrm>
            <a:custGeom>
              <a:rect b="b" l="l" r="r" t="t"/>
              <a:pathLst>
                <a:path extrusionOk="0" h="861" w="10594">
                  <a:moveTo>
                    <a:pt x="284" y="0"/>
                  </a:moveTo>
                  <a:cubicBezTo>
                    <a:pt x="130" y="0"/>
                    <a:pt x="0" y="125"/>
                    <a:pt x="0" y="284"/>
                  </a:cubicBezTo>
                  <a:lnTo>
                    <a:pt x="0" y="572"/>
                  </a:lnTo>
                  <a:cubicBezTo>
                    <a:pt x="0" y="730"/>
                    <a:pt x="130" y="860"/>
                    <a:pt x="284" y="860"/>
                  </a:cubicBezTo>
                  <a:lnTo>
                    <a:pt x="10310" y="860"/>
                  </a:lnTo>
                  <a:cubicBezTo>
                    <a:pt x="10468" y="860"/>
                    <a:pt x="10593" y="730"/>
                    <a:pt x="10593" y="572"/>
                  </a:cubicBezTo>
                  <a:lnTo>
                    <a:pt x="10593" y="284"/>
                  </a:lnTo>
                  <a:cubicBezTo>
                    <a:pt x="10593" y="125"/>
                    <a:pt x="10468" y="0"/>
                    <a:pt x="10310" y="0"/>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86"/>
            <p:cNvSpPr/>
            <p:nvPr/>
          </p:nvSpPr>
          <p:spPr>
            <a:xfrm>
              <a:off x="1761322" y="3814923"/>
              <a:ext cx="310050" cy="374688"/>
            </a:xfrm>
            <a:custGeom>
              <a:rect b="b" l="l" r="r" t="t"/>
              <a:pathLst>
                <a:path extrusionOk="0" h="14312" w="11843">
                  <a:moveTo>
                    <a:pt x="10935" y="419"/>
                  </a:moveTo>
                  <a:cubicBezTo>
                    <a:pt x="10973" y="419"/>
                    <a:pt x="11007" y="452"/>
                    <a:pt x="11007" y="496"/>
                  </a:cubicBezTo>
                  <a:lnTo>
                    <a:pt x="11007" y="784"/>
                  </a:lnTo>
                  <a:cubicBezTo>
                    <a:pt x="11007" y="827"/>
                    <a:pt x="10973" y="861"/>
                    <a:pt x="10935" y="861"/>
                  </a:cubicBezTo>
                  <a:lnTo>
                    <a:pt x="9791" y="861"/>
                  </a:lnTo>
                  <a:cubicBezTo>
                    <a:pt x="9513" y="861"/>
                    <a:pt x="9513" y="1279"/>
                    <a:pt x="9791" y="1279"/>
                  </a:cubicBezTo>
                  <a:lnTo>
                    <a:pt x="10627" y="1279"/>
                  </a:lnTo>
                  <a:lnTo>
                    <a:pt x="10627" y="12563"/>
                  </a:lnTo>
                  <a:lnTo>
                    <a:pt x="8893" y="12563"/>
                  </a:lnTo>
                  <a:cubicBezTo>
                    <a:pt x="8609" y="12563"/>
                    <a:pt x="8609" y="12981"/>
                    <a:pt x="8893" y="12981"/>
                  </a:cubicBezTo>
                  <a:lnTo>
                    <a:pt x="11223" y="12981"/>
                  </a:lnTo>
                  <a:cubicBezTo>
                    <a:pt x="11333" y="12981"/>
                    <a:pt x="11420" y="13073"/>
                    <a:pt x="11420" y="13183"/>
                  </a:cubicBezTo>
                  <a:lnTo>
                    <a:pt x="11420" y="13894"/>
                  </a:lnTo>
                  <a:lnTo>
                    <a:pt x="423" y="13894"/>
                  </a:lnTo>
                  <a:lnTo>
                    <a:pt x="423" y="13183"/>
                  </a:lnTo>
                  <a:cubicBezTo>
                    <a:pt x="423" y="13073"/>
                    <a:pt x="515" y="12981"/>
                    <a:pt x="625" y="12981"/>
                  </a:cubicBezTo>
                  <a:lnTo>
                    <a:pt x="7995" y="12981"/>
                  </a:lnTo>
                  <a:cubicBezTo>
                    <a:pt x="8278" y="12981"/>
                    <a:pt x="8278" y="12559"/>
                    <a:pt x="7995" y="12559"/>
                  </a:cubicBezTo>
                  <a:lnTo>
                    <a:pt x="1192" y="12559"/>
                  </a:lnTo>
                  <a:lnTo>
                    <a:pt x="1192" y="1279"/>
                  </a:lnTo>
                  <a:lnTo>
                    <a:pt x="8893" y="1279"/>
                  </a:lnTo>
                  <a:cubicBezTo>
                    <a:pt x="9172" y="1279"/>
                    <a:pt x="9172" y="861"/>
                    <a:pt x="8893" y="861"/>
                  </a:cubicBezTo>
                  <a:lnTo>
                    <a:pt x="909" y="861"/>
                  </a:lnTo>
                  <a:cubicBezTo>
                    <a:pt x="870" y="861"/>
                    <a:pt x="836" y="827"/>
                    <a:pt x="836" y="784"/>
                  </a:cubicBezTo>
                  <a:lnTo>
                    <a:pt x="836" y="496"/>
                  </a:lnTo>
                  <a:cubicBezTo>
                    <a:pt x="836" y="452"/>
                    <a:pt x="870" y="419"/>
                    <a:pt x="909" y="419"/>
                  </a:cubicBezTo>
                  <a:close/>
                  <a:moveTo>
                    <a:pt x="909" y="1"/>
                  </a:moveTo>
                  <a:cubicBezTo>
                    <a:pt x="640" y="1"/>
                    <a:pt x="414" y="227"/>
                    <a:pt x="414" y="500"/>
                  </a:cubicBezTo>
                  <a:lnTo>
                    <a:pt x="414" y="789"/>
                  </a:lnTo>
                  <a:cubicBezTo>
                    <a:pt x="414" y="1005"/>
                    <a:pt x="558" y="1202"/>
                    <a:pt x="769" y="1264"/>
                  </a:cubicBezTo>
                  <a:lnTo>
                    <a:pt x="769" y="12563"/>
                  </a:lnTo>
                  <a:lnTo>
                    <a:pt x="620" y="12563"/>
                  </a:lnTo>
                  <a:cubicBezTo>
                    <a:pt x="279" y="12563"/>
                    <a:pt x="5" y="12837"/>
                    <a:pt x="1" y="13183"/>
                  </a:cubicBezTo>
                  <a:lnTo>
                    <a:pt x="1" y="14101"/>
                  </a:lnTo>
                  <a:cubicBezTo>
                    <a:pt x="1" y="14216"/>
                    <a:pt x="97" y="14312"/>
                    <a:pt x="212" y="14312"/>
                  </a:cubicBezTo>
                  <a:lnTo>
                    <a:pt x="11631" y="14312"/>
                  </a:lnTo>
                  <a:cubicBezTo>
                    <a:pt x="11746" y="14312"/>
                    <a:pt x="11843" y="14216"/>
                    <a:pt x="11843" y="14101"/>
                  </a:cubicBezTo>
                  <a:lnTo>
                    <a:pt x="11843" y="13183"/>
                  </a:lnTo>
                  <a:cubicBezTo>
                    <a:pt x="11843" y="12837"/>
                    <a:pt x="11564" y="12559"/>
                    <a:pt x="11223" y="12559"/>
                  </a:cubicBezTo>
                  <a:lnTo>
                    <a:pt x="11223" y="12563"/>
                  </a:lnTo>
                  <a:lnTo>
                    <a:pt x="11045" y="12563"/>
                  </a:lnTo>
                  <a:lnTo>
                    <a:pt x="11045" y="1269"/>
                  </a:lnTo>
                  <a:cubicBezTo>
                    <a:pt x="11271" y="1216"/>
                    <a:pt x="11429" y="1014"/>
                    <a:pt x="11429" y="789"/>
                  </a:cubicBezTo>
                  <a:lnTo>
                    <a:pt x="11429" y="500"/>
                  </a:lnTo>
                  <a:cubicBezTo>
                    <a:pt x="11429" y="227"/>
                    <a:pt x="11208" y="1"/>
                    <a:pt x="109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86"/>
            <p:cNvSpPr/>
            <p:nvPr/>
          </p:nvSpPr>
          <p:spPr>
            <a:xfrm>
              <a:off x="1921806" y="3859455"/>
              <a:ext cx="106683" cy="273319"/>
            </a:xfrm>
            <a:custGeom>
              <a:rect b="b" l="l" r="r" t="t"/>
              <a:pathLst>
                <a:path extrusionOk="0" h="10440" w="4075">
                  <a:moveTo>
                    <a:pt x="3656" y="418"/>
                  </a:moveTo>
                  <a:lnTo>
                    <a:pt x="3656" y="1687"/>
                  </a:lnTo>
                  <a:lnTo>
                    <a:pt x="2941" y="1687"/>
                  </a:lnTo>
                  <a:cubicBezTo>
                    <a:pt x="2710" y="1687"/>
                    <a:pt x="2523" y="1869"/>
                    <a:pt x="2523" y="2100"/>
                  </a:cubicBezTo>
                  <a:lnTo>
                    <a:pt x="2523" y="2662"/>
                  </a:lnTo>
                  <a:lnTo>
                    <a:pt x="2100" y="2662"/>
                  </a:lnTo>
                  <a:cubicBezTo>
                    <a:pt x="1903" y="2662"/>
                    <a:pt x="1740" y="2796"/>
                    <a:pt x="1696" y="2984"/>
                  </a:cubicBezTo>
                  <a:lnTo>
                    <a:pt x="1264" y="2984"/>
                  </a:lnTo>
                  <a:lnTo>
                    <a:pt x="1264" y="2129"/>
                  </a:lnTo>
                  <a:cubicBezTo>
                    <a:pt x="1264" y="1898"/>
                    <a:pt x="1077" y="1715"/>
                    <a:pt x="851" y="1715"/>
                  </a:cubicBezTo>
                  <a:lnTo>
                    <a:pt x="423" y="1715"/>
                  </a:lnTo>
                  <a:lnTo>
                    <a:pt x="423" y="418"/>
                  </a:lnTo>
                  <a:close/>
                  <a:moveTo>
                    <a:pt x="841" y="2133"/>
                  </a:moveTo>
                  <a:lnTo>
                    <a:pt x="841" y="4857"/>
                  </a:lnTo>
                  <a:lnTo>
                    <a:pt x="423" y="4857"/>
                  </a:lnTo>
                  <a:lnTo>
                    <a:pt x="423" y="2133"/>
                  </a:lnTo>
                  <a:close/>
                  <a:moveTo>
                    <a:pt x="1682" y="3402"/>
                  </a:moveTo>
                  <a:lnTo>
                    <a:pt x="1682" y="4857"/>
                  </a:lnTo>
                  <a:lnTo>
                    <a:pt x="1264" y="4857"/>
                  </a:lnTo>
                  <a:lnTo>
                    <a:pt x="1264" y="3402"/>
                  </a:lnTo>
                  <a:close/>
                  <a:moveTo>
                    <a:pt x="2523" y="3080"/>
                  </a:moveTo>
                  <a:lnTo>
                    <a:pt x="2523" y="4857"/>
                  </a:lnTo>
                  <a:lnTo>
                    <a:pt x="2105" y="4857"/>
                  </a:lnTo>
                  <a:lnTo>
                    <a:pt x="2105" y="3080"/>
                  </a:lnTo>
                  <a:close/>
                  <a:moveTo>
                    <a:pt x="3656" y="2105"/>
                  </a:moveTo>
                  <a:lnTo>
                    <a:pt x="3656" y="4857"/>
                  </a:lnTo>
                  <a:lnTo>
                    <a:pt x="2945" y="4857"/>
                  </a:lnTo>
                  <a:lnTo>
                    <a:pt x="2945" y="2105"/>
                  </a:lnTo>
                  <a:close/>
                  <a:moveTo>
                    <a:pt x="3656" y="5280"/>
                  </a:moveTo>
                  <a:lnTo>
                    <a:pt x="3656" y="5698"/>
                  </a:lnTo>
                  <a:lnTo>
                    <a:pt x="423" y="5698"/>
                  </a:lnTo>
                  <a:lnTo>
                    <a:pt x="423" y="5280"/>
                  </a:lnTo>
                  <a:close/>
                  <a:moveTo>
                    <a:pt x="3656" y="6121"/>
                  </a:moveTo>
                  <a:lnTo>
                    <a:pt x="3656" y="9027"/>
                  </a:lnTo>
                  <a:lnTo>
                    <a:pt x="3013" y="7475"/>
                  </a:lnTo>
                  <a:cubicBezTo>
                    <a:pt x="2947" y="7319"/>
                    <a:pt x="2796" y="7225"/>
                    <a:pt x="2636" y="7225"/>
                  </a:cubicBezTo>
                  <a:cubicBezTo>
                    <a:pt x="2585" y="7225"/>
                    <a:pt x="2534" y="7235"/>
                    <a:pt x="2484" y="7255"/>
                  </a:cubicBezTo>
                  <a:lnTo>
                    <a:pt x="2066" y="7432"/>
                  </a:lnTo>
                  <a:cubicBezTo>
                    <a:pt x="1965" y="7471"/>
                    <a:pt x="1889" y="7548"/>
                    <a:pt x="1845" y="7648"/>
                  </a:cubicBezTo>
                  <a:cubicBezTo>
                    <a:pt x="1807" y="7749"/>
                    <a:pt x="1807" y="7860"/>
                    <a:pt x="1845" y="7956"/>
                  </a:cubicBezTo>
                  <a:lnTo>
                    <a:pt x="1869" y="8009"/>
                  </a:lnTo>
                  <a:cubicBezTo>
                    <a:pt x="1816" y="7985"/>
                    <a:pt x="1759" y="7970"/>
                    <a:pt x="1701" y="7970"/>
                  </a:cubicBezTo>
                  <a:lnTo>
                    <a:pt x="1264" y="7970"/>
                  </a:lnTo>
                  <a:lnTo>
                    <a:pt x="1264" y="7288"/>
                  </a:lnTo>
                  <a:cubicBezTo>
                    <a:pt x="1264" y="7062"/>
                    <a:pt x="1077" y="6875"/>
                    <a:pt x="851" y="6875"/>
                  </a:cubicBezTo>
                  <a:lnTo>
                    <a:pt x="423" y="6875"/>
                  </a:lnTo>
                  <a:lnTo>
                    <a:pt x="423" y="6121"/>
                  </a:lnTo>
                  <a:close/>
                  <a:moveTo>
                    <a:pt x="2628" y="7653"/>
                  </a:moveTo>
                  <a:lnTo>
                    <a:pt x="3517" y="9796"/>
                  </a:lnTo>
                  <a:lnTo>
                    <a:pt x="3128" y="9954"/>
                  </a:lnTo>
                  <a:lnTo>
                    <a:pt x="2239" y="7812"/>
                  </a:lnTo>
                  <a:lnTo>
                    <a:pt x="2628" y="7653"/>
                  </a:lnTo>
                  <a:close/>
                  <a:moveTo>
                    <a:pt x="841" y="7298"/>
                  </a:moveTo>
                  <a:lnTo>
                    <a:pt x="841" y="8374"/>
                  </a:lnTo>
                  <a:lnTo>
                    <a:pt x="841" y="10022"/>
                  </a:lnTo>
                  <a:lnTo>
                    <a:pt x="423" y="10022"/>
                  </a:lnTo>
                  <a:lnTo>
                    <a:pt x="423" y="7298"/>
                  </a:lnTo>
                  <a:close/>
                  <a:moveTo>
                    <a:pt x="1682" y="8393"/>
                  </a:moveTo>
                  <a:lnTo>
                    <a:pt x="1682" y="10022"/>
                  </a:lnTo>
                  <a:lnTo>
                    <a:pt x="1264" y="10022"/>
                  </a:lnTo>
                  <a:lnTo>
                    <a:pt x="1264" y="8393"/>
                  </a:lnTo>
                  <a:close/>
                  <a:moveTo>
                    <a:pt x="2105" y="8580"/>
                  </a:moveTo>
                  <a:lnTo>
                    <a:pt x="2700" y="10022"/>
                  </a:lnTo>
                  <a:lnTo>
                    <a:pt x="2105" y="10022"/>
                  </a:lnTo>
                  <a:lnTo>
                    <a:pt x="2105" y="8580"/>
                  </a:lnTo>
                  <a:close/>
                  <a:moveTo>
                    <a:pt x="308" y="0"/>
                  </a:moveTo>
                  <a:cubicBezTo>
                    <a:pt x="140" y="0"/>
                    <a:pt x="1" y="140"/>
                    <a:pt x="1" y="308"/>
                  </a:cubicBezTo>
                  <a:lnTo>
                    <a:pt x="1" y="10132"/>
                  </a:lnTo>
                  <a:cubicBezTo>
                    <a:pt x="1" y="10300"/>
                    <a:pt x="140" y="10440"/>
                    <a:pt x="308" y="10440"/>
                  </a:cubicBezTo>
                  <a:lnTo>
                    <a:pt x="3767" y="10440"/>
                  </a:lnTo>
                  <a:cubicBezTo>
                    <a:pt x="3935" y="10440"/>
                    <a:pt x="4074" y="10300"/>
                    <a:pt x="4074" y="10132"/>
                  </a:cubicBezTo>
                  <a:lnTo>
                    <a:pt x="4074" y="308"/>
                  </a:lnTo>
                  <a:cubicBezTo>
                    <a:pt x="4074" y="140"/>
                    <a:pt x="3935" y="0"/>
                    <a:pt x="37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86"/>
            <p:cNvSpPr/>
            <p:nvPr/>
          </p:nvSpPr>
          <p:spPr>
            <a:xfrm>
              <a:off x="1803446" y="3859324"/>
              <a:ext cx="107443" cy="167290"/>
            </a:xfrm>
            <a:custGeom>
              <a:rect b="b" l="l" r="r" t="t"/>
              <a:pathLst>
                <a:path extrusionOk="0" h="6390" w="4104">
                  <a:moveTo>
                    <a:pt x="3796" y="1"/>
                  </a:moveTo>
                  <a:lnTo>
                    <a:pt x="3796" y="5"/>
                  </a:lnTo>
                  <a:lnTo>
                    <a:pt x="308" y="5"/>
                  </a:lnTo>
                  <a:cubicBezTo>
                    <a:pt x="140" y="5"/>
                    <a:pt x="1" y="145"/>
                    <a:pt x="1" y="313"/>
                  </a:cubicBezTo>
                  <a:lnTo>
                    <a:pt x="1" y="6083"/>
                  </a:lnTo>
                  <a:cubicBezTo>
                    <a:pt x="1" y="6251"/>
                    <a:pt x="140" y="6390"/>
                    <a:pt x="308" y="6390"/>
                  </a:cubicBezTo>
                  <a:lnTo>
                    <a:pt x="875" y="6390"/>
                  </a:lnTo>
                  <a:cubicBezTo>
                    <a:pt x="1154" y="6390"/>
                    <a:pt x="1154" y="5967"/>
                    <a:pt x="875" y="5967"/>
                  </a:cubicBezTo>
                  <a:lnTo>
                    <a:pt x="424" y="5967"/>
                  </a:lnTo>
                  <a:lnTo>
                    <a:pt x="424" y="423"/>
                  </a:lnTo>
                  <a:lnTo>
                    <a:pt x="3681" y="423"/>
                  </a:lnTo>
                  <a:lnTo>
                    <a:pt x="3681" y="5967"/>
                  </a:lnTo>
                  <a:lnTo>
                    <a:pt x="1769" y="5967"/>
                  </a:lnTo>
                  <a:cubicBezTo>
                    <a:pt x="1490" y="5967"/>
                    <a:pt x="1490" y="6390"/>
                    <a:pt x="1769" y="6390"/>
                  </a:cubicBezTo>
                  <a:lnTo>
                    <a:pt x="3796" y="6390"/>
                  </a:lnTo>
                  <a:cubicBezTo>
                    <a:pt x="3964" y="6390"/>
                    <a:pt x="4104" y="6251"/>
                    <a:pt x="4104" y="6083"/>
                  </a:cubicBezTo>
                  <a:lnTo>
                    <a:pt x="4104" y="308"/>
                  </a:lnTo>
                  <a:cubicBezTo>
                    <a:pt x="4104" y="140"/>
                    <a:pt x="3964" y="1"/>
                    <a:pt x="37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86"/>
            <p:cNvSpPr/>
            <p:nvPr/>
          </p:nvSpPr>
          <p:spPr>
            <a:xfrm>
              <a:off x="1822688" y="3937550"/>
              <a:ext cx="67335" cy="10969"/>
            </a:xfrm>
            <a:custGeom>
              <a:rect b="b" l="l" r="r" t="t"/>
              <a:pathLst>
                <a:path extrusionOk="0" h="419" w="2572">
                  <a:moveTo>
                    <a:pt x="280" y="1"/>
                  </a:moveTo>
                  <a:cubicBezTo>
                    <a:pt x="1" y="1"/>
                    <a:pt x="1" y="419"/>
                    <a:pt x="280" y="419"/>
                  </a:cubicBezTo>
                  <a:lnTo>
                    <a:pt x="2292" y="419"/>
                  </a:lnTo>
                  <a:cubicBezTo>
                    <a:pt x="2571" y="419"/>
                    <a:pt x="2571" y="1"/>
                    <a:pt x="2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86"/>
            <p:cNvSpPr/>
            <p:nvPr/>
          </p:nvSpPr>
          <p:spPr>
            <a:xfrm>
              <a:off x="1822688" y="3962709"/>
              <a:ext cx="67335" cy="11100"/>
            </a:xfrm>
            <a:custGeom>
              <a:rect b="b" l="l" r="r" t="t"/>
              <a:pathLst>
                <a:path extrusionOk="0" h="424" w="2572">
                  <a:moveTo>
                    <a:pt x="280" y="1"/>
                  </a:moveTo>
                  <a:cubicBezTo>
                    <a:pt x="1" y="1"/>
                    <a:pt x="1" y="423"/>
                    <a:pt x="280" y="423"/>
                  </a:cubicBezTo>
                  <a:lnTo>
                    <a:pt x="2292" y="423"/>
                  </a:lnTo>
                  <a:cubicBezTo>
                    <a:pt x="2571" y="423"/>
                    <a:pt x="2571" y="1"/>
                    <a:pt x="2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86"/>
            <p:cNvSpPr/>
            <p:nvPr/>
          </p:nvSpPr>
          <p:spPr>
            <a:xfrm>
              <a:off x="1822688" y="3987999"/>
              <a:ext cx="67335" cy="10969"/>
            </a:xfrm>
            <a:custGeom>
              <a:rect b="b" l="l" r="r" t="t"/>
              <a:pathLst>
                <a:path extrusionOk="0" h="419" w="2572">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86"/>
            <p:cNvSpPr/>
            <p:nvPr/>
          </p:nvSpPr>
          <p:spPr>
            <a:xfrm>
              <a:off x="1847611" y="4062690"/>
              <a:ext cx="37621" cy="32149"/>
            </a:xfrm>
            <a:custGeom>
              <a:rect b="b" l="l" r="r" t="t"/>
              <a:pathLst>
                <a:path extrusionOk="0" h="1228" w="1437">
                  <a:moveTo>
                    <a:pt x="818" y="421"/>
                  </a:moveTo>
                  <a:cubicBezTo>
                    <a:pt x="918" y="421"/>
                    <a:pt x="1014" y="498"/>
                    <a:pt x="1014" y="616"/>
                  </a:cubicBezTo>
                  <a:cubicBezTo>
                    <a:pt x="1014" y="721"/>
                    <a:pt x="927" y="808"/>
                    <a:pt x="822" y="808"/>
                  </a:cubicBezTo>
                  <a:cubicBezTo>
                    <a:pt x="649" y="808"/>
                    <a:pt x="562" y="596"/>
                    <a:pt x="682" y="476"/>
                  </a:cubicBezTo>
                  <a:cubicBezTo>
                    <a:pt x="722" y="438"/>
                    <a:pt x="771" y="421"/>
                    <a:pt x="818" y="421"/>
                  </a:cubicBezTo>
                  <a:close/>
                  <a:moveTo>
                    <a:pt x="822" y="1"/>
                  </a:moveTo>
                  <a:cubicBezTo>
                    <a:pt x="274" y="1"/>
                    <a:pt x="0" y="659"/>
                    <a:pt x="384" y="1048"/>
                  </a:cubicBezTo>
                  <a:cubicBezTo>
                    <a:pt x="510" y="1172"/>
                    <a:pt x="664" y="1228"/>
                    <a:pt x="815" y="1228"/>
                  </a:cubicBezTo>
                  <a:cubicBezTo>
                    <a:pt x="1133" y="1228"/>
                    <a:pt x="1437" y="983"/>
                    <a:pt x="1437" y="616"/>
                  </a:cubicBezTo>
                  <a:cubicBezTo>
                    <a:pt x="1432" y="275"/>
                    <a:pt x="1158" y="1"/>
                    <a:pt x="8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86"/>
            <p:cNvSpPr/>
            <p:nvPr/>
          </p:nvSpPr>
          <p:spPr>
            <a:xfrm>
              <a:off x="1803446" y="4036589"/>
              <a:ext cx="34636" cy="88305"/>
            </a:xfrm>
            <a:custGeom>
              <a:rect b="b" l="l" r="r" t="t"/>
              <a:pathLst>
                <a:path extrusionOk="0" h="3373" w="1323">
                  <a:moveTo>
                    <a:pt x="722" y="705"/>
                  </a:moveTo>
                  <a:cubicBezTo>
                    <a:pt x="822" y="705"/>
                    <a:pt x="904" y="786"/>
                    <a:pt x="904" y="887"/>
                  </a:cubicBezTo>
                  <a:lnTo>
                    <a:pt x="904" y="2473"/>
                  </a:lnTo>
                  <a:cubicBezTo>
                    <a:pt x="904" y="2573"/>
                    <a:pt x="822" y="2655"/>
                    <a:pt x="722" y="2655"/>
                  </a:cubicBezTo>
                  <a:lnTo>
                    <a:pt x="424" y="2655"/>
                  </a:lnTo>
                  <a:lnTo>
                    <a:pt x="424" y="705"/>
                  </a:lnTo>
                  <a:close/>
                  <a:moveTo>
                    <a:pt x="212" y="1"/>
                  </a:moveTo>
                  <a:cubicBezTo>
                    <a:pt x="107" y="1"/>
                    <a:pt x="1" y="71"/>
                    <a:pt x="1" y="210"/>
                  </a:cubicBezTo>
                  <a:lnTo>
                    <a:pt x="1" y="3160"/>
                  </a:lnTo>
                  <a:cubicBezTo>
                    <a:pt x="1" y="3301"/>
                    <a:pt x="107" y="3372"/>
                    <a:pt x="212" y="3372"/>
                  </a:cubicBezTo>
                  <a:cubicBezTo>
                    <a:pt x="318" y="3372"/>
                    <a:pt x="424" y="3301"/>
                    <a:pt x="424" y="3160"/>
                  </a:cubicBezTo>
                  <a:lnTo>
                    <a:pt x="424" y="3078"/>
                  </a:lnTo>
                  <a:lnTo>
                    <a:pt x="722" y="3078"/>
                  </a:lnTo>
                  <a:cubicBezTo>
                    <a:pt x="1053" y="3078"/>
                    <a:pt x="1322" y="2809"/>
                    <a:pt x="1322" y="2477"/>
                  </a:cubicBezTo>
                  <a:lnTo>
                    <a:pt x="1322" y="892"/>
                  </a:lnTo>
                  <a:cubicBezTo>
                    <a:pt x="1322" y="556"/>
                    <a:pt x="1053" y="287"/>
                    <a:pt x="722" y="287"/>
                  </a:cubicBezTo>
                  <a:lnTo>
                    <a:pt x="424" y="287"/>
                  </a:lnTo>
                  <a:lnTo>
                    <a:pt x="424" y="210"/>
                  </a:lnTo>
                  <a:cubicBezTo>
                    <a:pt x="424" y="71"/>
                    <a:pt x="318"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86"/>
            <p:cNvSpPr/>
            <p:nvPr/>
          </p:nvSpPr>
          <p:spPr>
            <a:xfrm>
              <a:off x="1822688" y="3912286"/>
              <a:ext cx="67335" cy="11074"/>
            </a:xfrm>
            <a:custGeom>
              <a:rect b="b" l="l" r="r" t="t"/>
              <a:pathLst>
                <a:path extrusionOk="0" h="423" w="2572">
                  <a:moveTo>
                    <a:pt x="280" y="0"/>
                  </a:moveTo>
                  <a:cubicBezTo>
                    <a:pt x="1" y="0"/>
                    <a:pt x="1" y="423"/>
                    <a:pt x="280" y="423"/>
                  </a:cubicBezTo>
                  <a:lnTo>
                    <a:pt x="2292" y="423"/>
                  </a:lnTo>
                  <a:cubicBezTo>
                    <a:pt x="2571" y="423"/>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86"/>
            <p:cNvSpPr/>
            <p:nvPr/>
          </p:nvSpPr>
          <p:spPr>
            <a:xfrm>
              <a:off x="1822688" y="3887127"/>
              <a:ext cx="67335" cy="10969"/>
            </a:xfrm>
            <a:custGeom>
              <a:rect b="b" l="l" r="r" t="t"/>
              <a:pathLst>
                <a:path extrusionOk="0" h="419" w="2572">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8" name="Google Shape;13558;p86"/>
          <p:cNvGrpSpPr/>
          <p:nvPr/>
        </p:nvGrpSpPr>
        <p:grpSpPr>
          <a:xfrm>
            <a:off x="2604109" y="2439295"/>
            <a:ext cx="399088" cy="373144"/>
            <a:chOff x="2604109" y="2439295"/>
            <a:chExt cx="399088" cy="373144"/>
          </a:xfrm>
        </p:grpSpPr>
        <p:sp>
          <p:nvSpPr>
            <p:cNvPr id="13559" name="Google Shape;13559;p86"/>
            <p:cNvSpPr/>
            <p:nvPr/>
          </p:nvSpPr>
          <p:spPr>
            <a:xfrm>
              <a:off x="2619712" y="2611559"/>
              <a:ext cx="95845" cy="194989"/>
            </a:xfrm>
            <a:custGeom>
              <a:rect b="b" l="l" r="r" t="t"/>
              <a:pathLst>
                <a:path extrusionOk="0" h="7448" w="3661">
                  <a:moveTo>
                    <a:pt x="0" y="1"/>
                  </a:moveTo>
                  <a:lnTo>
                    <a:pt x="0" y="7447"/>
                  </a:lnTo>
                  <a:lnTo>
                    <a:pt x="3661" y="7447"/>
                  </a:lnTo>
                  <a:lnTo>
                    <a:pt x="3661" y="1"/>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86"/>
            <p:cNvSpPr/>
            <p:nvPr/>
          </p:nvSpPr>
          <p:spPr>
            <a:xfrm>
              <a:off x="2695922" y="2611559"/>
              <a:ext cx="19635" cy="154095"/>
            </a:xfrm>
            <a:custGeom>
              <a:rect b="b" l="l" r="r" t="t"/>
              <a:pathLst>
                <a:path extrusionOk="0" h="5886" w="750">
                  <a:moveTo>
                    <a:pt x="298" y="1"/>
                  </a:moveTo>
                  <a:lnTo>
                    <a:pt x="298" y="3710"/>
                  </a:lnTo>
                  <a:cubicBezTo>
                    <a:pt x="298" y="3791"/>
                    <a:pt x="270" y="3868"/>
                    <a:pt x="212" y="3921"/>
                  </a:cubicBezTo>
                  <a:lnTo>
                    <a:pt x="87" y="4046"/>
                  </a:lnTo>
                  <a:cubicBezTo>
                    <a:pt x="34" y="4104"/>
                    <a:pt x="1" y="4180"/>
                    <a:pt x="1" y="4262"/>
                  </a:cubicBezTo>
                  <a:lnTo>
                    <a:pt x="1" y="5886"/>
                  </a:lnTo>
                  <a:lnTo>
                    <a:pt x="750" y="5886"/>
                  </a:lnTo>
                  <a:lnTo>
                    <a:pt x="750"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86"/>
            <p:cNvSpPr/>
            <p:nvPr/>
          </p:nvSpPr>
          <p:spPr>
            <a:xfrm>
              <a:off x="2619712" y="2778221"/>
              <a:ext cx="56627" cy="28327"/>
            </a:xfrm>
            <a:custGeom>
              <a:rect b="b" l="l" r="r" t="t"/>
              <a:pathLst>
                <a:path extrusionOk="0" h="1082" w="2163">
                  <a:moveTo>
                    <a:pt x="0" y="0"/>
                  </a:moveTo>
                  <a:lnTo>
                    <a:pt x="0" y="1081"/>
                  </a:lnTo>
                  <a:lnTo>
                    <a:pt x="2162" y="1081"/>
                  </a:lnTo>
                  <a:lnTo>
                    <a:pt x="21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86"/>
            <p:cNvSpPr/>
            <p:nvPr/>
          </p:nvSpPr>
          <p:spPr>
            <a:xfrm>
              <a:off x="2610156" y="2554984"/>
              <a:ext cx="105401" cy="56601"/>
            </a:xfrm>
            <a:custGeom>
              <a:rect b="b" l="l" r="r" t="t"/>
              <a:pathLst>
                <a:path extrusionOk="0" h="2162" w="4026">
                  <a:moveTo>
                    <a:pt x="485" y="0"/>
                  </a:moveTo>
                  <a:cubicBezTo>
                    <a:pt x="332" y="0"/>
                    <a:pt x="197" y="115"/>
                    <a:pt x="183" y="274"/>
                  </a:cubicBezTo>
                  <a:lnTo>
                    <a:pt x="0" y="2162"/>
                  </a:lnTo>
                  <a:lnTo>
                    <a:pt x="4026" y="2162"/>
                  </a:lnTo>
                  <a:lnTo>
                    <a:pt x="4026"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86"/>
            <p:cNvSpPr/>
            <p:nvPr/>
          </p:nvSpPr>
          <p:spPr>
            <a:xfrm>
              <a:off x="2610261" y="2554984"/>
              <a:ext cx="105427" cy="56601"/>
            </a:xfrm>
            <a:custGeom>
              <a:rect b="b" l="l" r="r" t="t"/>
              <a:pathLst>
                <a:path extrusionOk="0" h="2162" w="4027">
                  <a:moveTo>
                    <a:pt x="3244" y="0"/>
                  </a:moveTo>
                  <a:lnTo>
                    <a:pt x="3244" y="1028"/>
                  </a:lnTo>
                  <a:cubicBezTo>
                    <a:pt x="3244" y="1105"/>
                    <a:pt x="3273" y="1182"/>
                    <a:pt x="3330" y="1240"/>
                  </a:cubicBezTo>
                  <a:lnTo>
                    <a:pt x="3455" y="1364"/>
                  </a:lnTo>
                  <a:cubicBezTo>
                    <a:pt x="3503" y="1408"/>
                    <a:pt x="3532" y="1470"/>
                    <a:pt x="3542" y="1533"/>
                  </a:cubicBezTo>
                  <a:lnTo>
                    <a:pt x="63" y="1533"/>
                  </a:lnTo>
                  <a:lnTo>
                    <a:pt x="1" y="2162"/>
                  </a:lnTo>
                  <a:lnTo>
                    <a:pt x="4027" y="2162"/>
                  </a:lnTo>
                  <a:lnTo>
                    <a:pt x="402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86"/>
            <p:cNvSpPr/>
            <p:nvPr/>
          </p:nvSpPr>
          <p:spPr>
            <a:xfrm>
              <a:off x="2646363" y="2639860"/>
              <a:ext cx="42542" cy="60659"/>
            </a:xfrm>
            <a:custGeom>
              <a:rect b="b" l="l" r="r" t="t"/>
              <a:pathLst>
                <a:path extrusionOk="0" h="2317" w="1625">
                  <a:moveTo>
                    <a:pt x="813" y="1"/>
                  </a:moveTo>
                  <a:cubicBezTo>
                    <a:pt x="366" y="1"/>
                    <a:pt x="1" y="366"/>
                    <a:pt x="1" y="813"/>
                  </a:cubicBezTo>
                  <a:lnTo>
                    <a:pt x="1" y="2316"/>
                  </a:lnTo>
                  <a:lnTo>
                    <a:pt x="1624" y="2316"/>
                  </a:lnTo>
                  <a:lnTo>
                    <a:pt x="1624" y="813"/>
                  </a:lnTo>
                  <a:cubicBezTo>
                    <a:pt x="1624" y="366"/>
                    <a:pt x="1259" y="1"/>
                    <a:pt x="813"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86"/>
            <p:cNvSpPr/>
            <p:nvPr/>
          </p:nvSpPr>
          <p:spPr>
            <a:xfrm>
              <a:off x="2662464" y="2639860"/>
              <a:ext cx="26442" cy="60659"/>
            </a:xfrm>
            <a:custGeom>
              <a:rect b="b" l="l" r="r" t="t"/>
              <a:pathLst>
                <a:path extrusionOk="0" h="2317" w="1010">
                  <a:moveTo>
                    <a:pt x="198" y="1"/>
                  </a:moveTo>
                  <a:cubicBezTo>
                    <a:pt x="130" y="1"/>
                    <a:pt x="68" y="10"/>
                    <a:pt x="1" y="25"/>
                  </a:cubicBezTo>
                  <a:cubicBezTo>
                    <a:pt x="366" y="116"/>
                    <a:pt x="616" y="438"/>
                    <a:pt x="620" y="813"/>
                  </a:cubicBezTo>
                  <a:lnTo>
                    <a:pt x="620" y="2316"/>
                  </a:lnTo>
                  <a:lnTo>
                    <a:pt x="1009" y="2316"/>
                  </a:lnTo>
                  <a:lnTo>
                    <a:pt x="1009" y="813"/>
                  </a:lnTo>
                  <a:cubicBezTo>
                    <a:pt x="1009" y="366"/>
                    <a:pt x="644" y="1"/>
                    <a:pt x="198"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86"/>
            <p:cNvSpPr/>
            <p:nvPr/>
          </p:nvSpPr>
          <p:spPr>
            <a:xfrm>
              <a:off x="2891748" y="2611559"/>
              <a:ext cx="95871" cy="194989"/>
            </a:xfrm>
            <a:custGeom>
              <a:rect b="b" l="l" r="r" t="t"/>
              <a:pathLst>
                <a:path extrusionOk="0" h="7448" w="3662">
                  <a:moveTo>
                    <a:pt x="0" y="1"/>
                  </a:moveTo>
                  <a:lnTo>
                    <a:pt x="0" y="7447"/>
                  </a:lnTo>
                  <a:lnTo>
                    <a:pt x="3661" y="7447"/>
                  </a:lnTo>
                  <a:lnTo>
                    <a:pt x="3661" y="1"/>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86"/>
            <p:cNvSpPr/>
            <p:nvPr/>
          </p:nvSpPr>
          <p:spPr>
            <a:xfrm>
              <a:off x="2971859" y="2611559"/>
              <a:ext cx="15760" cy="194989"/>
            </a:xfrm>
            <a:custGeom>
              <a:rect b="b" l="l" r="r" t="t"/>
              <a:pathLst>
                <a:path extrusionOk="0" h="7448" w="602">
                  <a:moveTo>
                    <a:pt x="1" y="1"/>
                  </a:moveTo>
                  <a:lnTo>
                    <a:pt x="1" y="7447"/>
                  </a:lnTo>
                  <a:lnTo>
                    <a:pt x="601" y="7447"/>
                  </a:lnTo>
                  <a:lnTo>
                    <a:pt x="601"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86"/>
            <p:cNvSpPr/>
            <p:nvPr/>
          </p:nvSpPr>
          <p:spPr>
            <a:xfrm>
              <a:off x="2891748" y="2611559"/>
              <a:ext cx="20394" cy="154095"/>
            </a:xfrm>
            <a:custGeom>
              <a:rect b="b" l="l" r="r" t="t"/>
              <a:pathLst>
                <a:path extrusionOk="0" h="5886" w="779">
                  <a:moveTo>
                    <a:pt x="0" y="1"/>
                  </a:moveTo>
                  <a:lnTo>
                    <a:pt x="0" y="5886"/>
                  </a:lnTo>
                  <a:lnTo>
                    <a:pt x="779" y="5886"/>
                  </a:lnTo>
                  <a:lnTo>
                    <a:pt x="779" y="4262"/>
                  </a:lnTo>
                  <a:cubicBezTo>
                    <a:pt x="779" y="4180"/>
                    <a:pt x="745" y="4104"/>
                    <a:pt x="692" y="4046"/>
                  </a:cubicBezTo>
                  <a:lnTo>
                    <a:pt x="567" y="3921"/>
                  </a:lnTo>
                  <a:cubicBezTo>
                    <a:pt x="510" y="3868"/>
                    <a:pt x="481" y="3791"/>
                    <a:pt x="481" y="3710"/>
                  </a:cubicBezTo>
                  <a:lnTo>
                    <a:pt x="481"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86"/>
            <p:cNvSpPr/>
            <p:nvPr/>
          </p:nvSpPr>
          <p:spPr>
            <a:xfrm>
              <a:off x="2930992" y="2778221"/>
              <a:ext cx="56627" cy="28327"/>
            </a:xfrm>
            <a:custGeom>
              <a:rect b="b" l="l" r="r" t="t"/>
              <a:pathLst>
                <a:path extrusionOk="0" h="1082" w="2163">
                  <a:moveTo>
                    <a:pt x="0" y="0"/>
                  </a:moveTo>
                  <a:lnTo>
                    <a:pt x="0" y="1081"/>
                  </a:lnTo>
                  <a:lnTo>
                    <a:pt x="2162" y="1081"/>
                  </a:lnTo>
                  <a:lnTo>
                    <a:pt x="21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6"/>
            <p:cNvSpPr/>
            <p:nvPr/>
          </p:nvSpPr>
          <p:spPr>
            <a:xfrm>
              <a:off x="2971859" y="2778221"/>
              <a:ext cx="15760" cy="28327"/>
            </a:xfrm>
            <a:custGeom>
              <a:rect b="b" l="l" r="r" t="t"/>
              <a:pathLst>
                <a:path extrusionOk="0" h="1082" w="602">
                  <a:moveTo>
                    <a:pt x="1" y="0"/>
                  </a:moveTo>
                  <a:lnTo>
                    <a:pt x="1" y="1081"/>
                  </a:lnTo>
                  <a:lnTo>
                    <a:pt x="601" y="1081"/>
                  </a:lnTo>
                  <a:lnTo>
                    <a:pt x="6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86"/>
            <p:cNvSpPr/>
            <p:nvPr/>
          </p:nvSpPr>
          <p:spPr>
            <a:xfrm>
              <a:off x="2891748" y="2554984"/>
              <a:ext cx="105427" cy="56601"/>
            </a:xfrm>
            <a:custGeom>
              <a:rect b="b" l="l" r="r" t="t"/>
              <a:pathLst>
                <a:path extrusionOk="0" h="2162" w="4027">
                  <a:moveTo>
                    <a:pt x="0" y="0"/>
                  </a:moveTo>
                  <a:lnTo>
                    <a:pt x="0" y="2162"/>
                  </a:lnTo>
                  <a:lnTo>
                    <a:pt x="4026" y="2162"/>
                  </a:lnTo>
                  <a:lnTo>
                    <a:pt x="3844" y="274"/>
                  </a:lnTo>
                  <a:cubicBezTo>
                    <a:pt x="3824" y="115"/>
                    <a:pt x="3695" y="0"/>
                    <a:pt x="354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86"/>
            <p:cNvSpPr/>
            <p:nvPr/>
          </p:nvSpPr>
          <p:spPr>
            <a:xfrm>
              <a:off x="2891617" y="2554984"/>
              <a:ext cx="105427" cy="56601"/>
            </a:xfrm>
            <a:custGeom>
              <a:rect b="b" l="l" r="r" t="t"/>
              <a:pathLst>
                <a:path extrusionOk="0" h="2162" w="4027">
                  <a:moveTo>
                    <a:pt x="3186" y="0"/>
                  </a:moveTo>
                  <a:lnTo>
                    <a:pt x="3306" y="1201"/>
                  </a:lnTo>
                  <a:cubicBezTo>
                    <a:pt x="3320" y="1379"/>
                    <a:pt x="3181" y="1533"/>
                    <a:pt x="3003" y="1533"/>
                  </a:cubicBezTo>
                  <a:lnTo>
                    <a:pt x="1" y="1533"/>
                  </a:lnTo>
                  <a:lnTo>
                    <a:pt x="1" y="2162"/>
                  </a:lnTo>
                  <a:lnTo>
                    <a:pt x="4026" y="2162"/>
                  </a:lnTo>
                  <a:lnTo>
                    <a:pt x="3839" y="269"/>
                  </a:lnTo>
                  <a:cubicBezTo>
                    <a:pt x="3825" y="120"/>
                    <a:pt x="3695" y="0"/>
                    <a:pt x="354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86"/>
            <p:cNvSpPr/>
            <p:nvPr/>
          </p:nvSpPr>
          <p:spPr>
            <a:xfrm>
              <a:off x="2692021" y="2749920"/>
              <a:ext cx="223263" cy="28327"/>
            </a:xfrm>
            <a:custGeom>
              <a:rect b="b" l="l" r="r" t="t"/>
              <a:pathLst>
                <a:path extrusionOk="0" h="1082" w="8528">
                  <a:moveTo>
                    <a:pt x="1" y="0"/>
                  </a:moveTo>
                  <a:lnTo>
                    <a:pt x="1" y="1081"/>
                  </a:lnTo>
                  <a:lnTo>
                    <a:pt x="8528" y="1081"/>
                  </a:lnTo>
                  <a:lnTo>
                    <a:pt x="8528"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86"/>
            <p:cNvSpPr/>
            <p:nvPr/>
          </p:nvSpPr>
          <p:spPr>
            <a:xfrm>
              <a:off x="2692021" y="2749920"/>
              <a:ext cx="223263" cy="28327"/>
            </a:xfrm>
            <a:custGeom>
              <a:rect b="b" l="l" r="r" t="t"/>
              <a:pathLst>
                <a:path extrusionOk="0" h="1082" w="8528">
                  <a:moveTo>
                    <a:pt x="8167" y="0"/>
                  </a:moveTo>
                  <a:lnTo>
                    <a:pt x="8167" y="423"/>
                  </a:lnTo>
                  <a:cubicBezTo>
                    <a:pt x="8167" y="586"/>
                    <a:pt x="8033" y="721"/>
                    <a:pt x="7870" y="721"/>
                  </a:cubicBezTo>
                  <a:lnTo>
                    <a:pt x="1" y="721"/>
                  </a:lnTo>
                  <a:lnTo>
                    <a:pt x="1" y="1081"/>
                  </a:lnTo>
                  <a:lnTo>
                    <a:pt x="8528" y="1081"/>
                  </a:lnTo>
                  <a:lnTo>
                    <a:pt x="8528"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86"/>
            <p:cNvSpPr/>
            <p:nvPr/>
          </p:nvSpPr>
          <p:spPr>
            <a:xfrm>
              <a:off x="2676313" y="2778221"/>
              <a:ext cx="254705" cy="28327"/>
            </a:xfrm>
            <a:custGeom>
              <a:rect b="b" l="l" r="r" t="t"/>
              <a:pathLst>
                <a:path extrusionOk="0" h="1082" w="9729">
                  <a:moveTo>
                    <a:pt x="0" y="0"/>
                  </a:moveTo>
                  <a:lnTo>
                    <a:pt x="0" y="1081"/>
                  </a:lnTo>
                  <a:lnTo>
                    <a:pt x="9728" y="1081"/>
                  </a:lnTo>
                  <a:lnTo>
                    <a:pt x="9728"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86"/>
            <p:cNvSpPr/>
            <p:nvPr/>
          </p:nvSpPr>
          <p:spPr>
            <a:xfrm>
              <a:off x="2676313" y="2778221"/>
              <a:ext cx="254705" cy="28327"/>
            </a:xfrm>
            <a:custGeom>
              <a:rect b="b" l="l" r="r" t="t"/>
              <a:pathLst>
                <a:path extrusionOk="0" h="1082" w="9729">
                  <a:moveTo>
                    <a:pt x="9368" y="0"/>
                  </a:moveTo>
                  <a:lnTo>
                    <a:pt x="9368" y="423"/>
                  </a:lnTo>
                  <a:cubicBezTo>
                    <a:pt x="9368" y="586"/>
                    <a:pt x="9233" y="721"/>
                    <a:pt x="9070" y="721"/>
                  </a:cubicBezTo>
                  <a:lnTo>
                    <a:pt x="0" y="721"/>
                  </a:lnTo>
                  <a:lnTo>
                    <a:pt x="0" y="1081"/>
                  </a:lnTo>
                  <a:lnTo>
                    <a:pt x="9728" y="1081"/>
                  </a:lnTo>
                  <a:lnTo>
                    <a:pt x="9728"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86"/>
            <p:cNvSpPr/>
            <p:nvPr/>
          </p:nvSpPr>
          <p:spPr>
            <a:xfrm>
              <a:off x="2731265" y="2554984"/>
              <a:ext cx="145535" cy="194962"/>
            </a:xfrm>
            <a:custGeom>
              <a:rect b="b" l="l" r="r" t="t"/>
              <a:pathLst>
                <a:path extrusionOk="0" h="7447" w="5559">
                  <a:moveTo>
                    <a:pt x="5" y="0"/>
                  </a:moveTo>
                  <a:lnTo>
                    <a:pt x="0" y="7446"/>
                  </a:lnTo>
                  <a:lnTo>
                    <a:pt x="5559" y="7446"/>
                  </a:lnTo>
                  <a:lnTo>
                    <a:pt x="5559"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86"/>
            <p:cNvSpPr/>
            <p:nvPr/>
          </p:nvSpPr>
          <p:spPr>
            <a:xfrm>
              <a:off x="2777682" y="2655725"/>
              <a:ext cx="51967" cy="94222"/>
            </a:xfrm>
            <a:custGeom>
              <a:rect b="b" l="l" r="r" t="t"/>
              <a:pathLst>
                <a:path extrusionOk="0" h="3599" w="1985">
                  <a:moveTo>
                    <a:pt x="992" y="0"/>
                  </a:moveTo>
                  <a:cubicBezTo>
                    <a:pt x="874" y="0"/>
                    <a:pt x="757" y="34"/>
                    <a:pt x="653" y="101"/>
                  </a:cubicBezTo>
                  <a:lnTo>
                    <a:pt x="269" y="360"/>
                  </a:lnTo>
                  <a:cubicBezTo>
                    <a:pt x="101" y="471"/>
                    <a:pt x="0" y="658"/>
                    <a:pt x="0" y="860"/>
                  </a:cubicBezTo>
                  <a:lnTo>
                    <a:pt x="0" y="3598"/>
                  </a:lnTo>
                  <a:lnTo>
                    <a:pt x="1984" y="3598"/>
                  </a:lnTo>
                  <a:lnTo>
                    <a:pt x="1984" y="865"/>
                  </a:lnTo>
                  <a:cubicBezTo>
                    <a:pt x="1979" y="663"/>
                    <a:pt x="1883" y="476"/>
                    <a:pt x="1715" y="365"/>
                  </a:cubicBezTo>
                  <a:lnTo>
                    <a:pt x="1326" y="101"/>
                  </a:lnTo>
                  <a:cubicBezTo>
                    <a:pt x="1225" y="34"/>
                    <a:pt x="1109" y="0"/>
                    <a:pt x="9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86"/>
            <p:cNvSpPr/>
            <p:nvPr/>
          </p:nvSpPr>
          <p:spPr>
            <a:xfrm>
              <a:off x="2797657" y="2655672"/>
              <a:ext cx="31992" cy="94274"/>
            </a:xfrm>
            <a:custGeom>
              <a:rect b="b" l="l" r="r" t="t"/>
              <a:pathLst>
                <a:path extrusionOk="0" h="3601" w="1222">
                  <a:moveTo>
                    <a:pt x="228" y="1"/>
                  </a:moveTo>
                  <a:cubicBezTo>
                    <a:pt x="152" y="1"/>
                    <a:pt x="74" y="15"/>
                    <a:pt x="1" y="45"/>
                  </a:cubicBezTo>
                  <a:cubicBezTo>
                    <a:pt x="39" y="60"/>
                    <a:pt x="78" y="79"/>
                    <a:pt x="111" y="103"/>
                  </a:cubicBezTo>
                  <a:lnTo>
                    <a:pt x="505" y="367"/>
                  </a:lnTo>
                  <a:cubicBezTo>
                    <a:pt x="669" y="478"/>
                    <a:pt x="770" y="665"/>
                    <a:pt x="770" y="867"/>
                  </a:cubicBezTo>
                  <a:lnTo>
                    <a:pt x="770" y="3600"/>
                  </a:lnTo>
                  <a:lnTo>
                    <a:pt x="1221" y="3600"/>
                  </a:lnTo>
                  <a:lnTo>
                    <a:pt x="1221" y="867"/>
                  </a:lnTo>
                  <a:cubicBezTo>
                    <a:pt x="1221" y="665"/>
                    <a:pt x="1120" y="478"/>
                    <a:pt x="957" y="367"/>
                  </a:cubicBezTo>
                  <a:lnTo>
                    <a:pt x="563" y="103"/>
                  </a:lnTo>
                  <a:cubicBezTo>
                    <a:pt x="464" y="36"/>
                    <a:pt x="347" y="1"/>
                    <a:pt x="228"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6"/>
            <p:cNvSpPr/>
            <p:nvPr/>
          </p:nvSpPr>
          <p:spPr>
            <a:xfrm>
              <a:off x="2707755" y="2554984"/>
              <a:ext cx="47176" cy="31468"/>
            </a:xfrm>
            <a:custGeom>
              <a:rect b="b" l="l" r="r" t="t"/>
              <a:pathLst>
                <a:path extrusionOk="0" h="1202" w="1802">
                  <a:moveTo>
                    <a:pt x="0" y="0"/>
                  </a:moveTo>
                  <a:lnTo>
                    <a:pt x="0" y="903"/>
                  </a:lnTo>
                  <a:lnTo>
                    <a:pt x="303" y="1201"/>
                  </a:lnTo>
                  <a:lnTo>
                    <a:pt x="1504" y="1201"/>
                  </a:lnTo>
                  <a:lnTo>
                    <a:pt x="1802" y="903"/>
                  </a:lnTo>
                  <a:lnTo>
                    <a:pt x="180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86"/>
            <p:cNvSpPr/>
            <p:nvPr/>
          </p:nvSpPr>
          <p:spPr>
            <a:xfrm>
              <a:off x="2734537" y="2554984"/>
              <a:ext cx="20394" cy="31468"/>
            </a:xfrm>
            <a:custGeom>
              <a:rect b="b" l="l" r="r" t="t"/>
              <a:pathLst>
                <a:path extrusionOk="0" h="1202" w="779">
                  <a:moveTo>
                    <a:pt x="298" y="0"/>
                  </a:moveTo>
                  <a:lnTo>
                    <a:pt x="298" y="903"/>
                  </a:lnTo>
                  <a:lnTo>
                    <a:pt x="0" y="1201"/>
                  </a:lnTo>
                  <a:lnTo>
                    <a:pt x="481" y="1201"/>
                  </a:lnTo>
                  <a:lnTo>
                    <a:pt x="779" y="903"/>
                  </a:lnTo>
                  <a:lnTo>
                    <a:pt x="779"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86"/>
            <p:cNvSpPr/>
            <p:nvPr/>
          </p:nvSpPr>
          <p:spPr>
            <a:xfrm>
              <a:off x="2707755" y="2718478"/>
              <a:ext cx="47176" cy="31468"/>
            </a:xfrm>
            <a:custGeom>
              <a:rect b="b" l="l" r="r" t="t"/>
              <a:pathLst>
                <a:path extrusionOk="0" h="1202" w="1802">
                  <a:moveTo>
                    <a:pt x="298" y="0"/>
                  </a:moveTo>
                  <a:lnTo>
                    <a:pt x="0" y="303"/>
                  </a:lnTo>
                  <a:lnTo>
                    <a:pt x="0" y="1201"/>
                  </a:lnTo>
                  <a:lnTo>
                    <a:pt x="1802" y="1201"/>
                  </a:lnTo>
                  <a:lnTo>
                    <a:pt x="1802" y="303"/>
                  </a:lnTo>
                  <a:lnTo>
                    <a:pt x="14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86"/>
            <p:cNvSpPr/>
            <p:nvPr/>
          </p:nvSpPr>
          <p:spPr>
            <a:xfrm>
              <a:off x="2734537" y="2718478"/>
              <a:ext cx="20394" cy="31468"/>
            </a:xfrm>
            <a:custGeom>
              <a:rect b="b" l="l" r="r" t="t"/>
              <a:pathLst>
                <a:path extrusionOk="0" h="1202" w="779">
                  <a:moveTo>
                    <a:pt x="0" y="0"/>
                  </a:moveTo>
                  <a:lnTo>
                    <a:pt x="298" y="303"/>
                  </a:lnTo>
                  <a:lnTo>
                    <a:pt x="298" y="1201"/>
                  </a:lnTo>
                  <a:lnTo>
                    <a:pt x="779" y="1201"/>
                  </a:lnTo>
                  <a:lnTo>
                    <a:pt x="779" y="303"/>
                  </a:lnTo>
                  <a:lnTo>
                    <a:pt x="481"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86"/>
            <p:cNvSpPr/>
            <p:nvPr/>
          </p:nvSpPr>
          <p:spPr>
            <a:xfrm>
              <a:off x="2715531" y="2586426"/>
              <a:ext cx="31468" cy="132078"/>
            </a:xfrm>
            <a:custGeom>
              <a:rect b="b" l="l" r="r" t="t"/>
              <a:pathLst>
                <a:path extrusionOk="0" h="5045" w="1202">
                  <a:moveTo>
                    <a:pt x="1" y="0"/>
                  </a:moveTo>
                  <a:lnTo>
                    <a:pt x="1" y="5044"/>
                  </a:lnTo>
                  <a:lnTo>
                    <a:pt x="1202" y="5044"/>
                  </a:lnTo>
                  <a:lnTo>
                    <a:pt x="1202"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86"/>
            <p:cNvSpPr/>
            <p:nvPr/>
          </p:nvSpPr>
          <p:spPr>
            <a:xfrm>
              <a:off x="2852374" y="2554984"/>
              <a:ext cx="47203" cy="31468"/>
            </a:xfrm>
            <a:custGeom>
              <a:rect b="b" l="l" r="r" t="t"/>
              <a:pathLst>
                <a:path extrusionOk="0" h="1202" w="1803">
                  <a:moveTo>
                    <a:pt x="1" y="0"/>
                  </a:moveTo>
                  <a:lnTo>
                    <a:pt x="1" y="903"/>
                  </a:lnTo>
                  <a:lnTo>
                    <a:pt x="303" y="1201"/>
                  </a:lnTo>
                  <a:lnTo>
                    <a:pt x="1504" y="1201"/>
                  </a:lnTo>
                  <a:lnTo>
                    <a:pt x="1802" y="903"/>
                  </a:lnTo>
                  <a:lnTo>
                    <a:pt x="180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86"/>
            <p:cNvSpPr/>
            <p:nvPr/>
          </p:nvSpPr>
          <p:spPr>
            <a:xfrm>
              <a:off x="2852374" y="2718478"/>
              <a:ext cx="47203" cy="31468"/>
            </a:xfrm>
            <a:custGeom>
              <a:rect b="b" l="l" r="r" t="t"/>
              <a:pathLst>
                <a:path extrusionOk="0" h="1202" w="1803">
                  <a:moveTo>
                    <a:pt x="303" y="0"/>
                  </a:moveTo>
                  <a:lnTo>
                    <a:pt x="1" y="303"/>
                  </a:lnTo>
                  <a:lnTo>
                    <a:pt x="1" y="1201"/>
                  </a:lnTo>
                  <a:lnTo>
                    <a:pt x="1802" y="1201"/>
                  </a:lnTo>
                  <a:lnTo>
                    <a:pt x="1802" y="303"/>
                  </a:lnTo>
                  <a:lnTo>
                    <a:pt x="15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86"/>
            <p:cNvSpPr/>
            <p:nvPr/>
          </p:nvSpPr>
          <p:spPr>
            <a:xfrm>
              <a:off x="2879182" y="2554984"/>
              <a:ext cx="20394" cy="31468"/>
            </a:xfrm>
            <a:custGeom>
              <a:rect b="b" l="l" r="r" t="t"/>
              <a:pathLst>
                <a:path extrusionOk="0" h="1202" w="779">
                  <a:moveTo>
                    <a:pt x="298" y="0"/>
                  </a:moveTo>
                  <a:lnTo>
                    <a:pt x="298" y="903"/>
                  </a:lnTo>
                  <a:lnTo>
                    <a:pt x="0" y="1201"/>
                  </a:lnTo>
                  <a:lnTo>
                    <a:pt x="480" y="1201"/>
                  </a:lnTo>
                  <a:lnTo>
                    <a:pt x="778" y="903"/>
                  </a:lnTo>
                  <a:lnTo>
                    <a:pt x="778"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86"/>
            <p:cNvSpPr/>
            <p:nvPr/>
          </p:nvSpPr>
          <p:spPr>
            <a:xfrm>
              <a:off x="2879182" y="2718478"/>
              <a:ext cx="20394" cy="31468"/>
            </a:xfrm>
            <a:custGeom>
              <a:rect b="b" l="l" r="r" t="t"/>
              <a:pathLst>
                <a:path extrusionOk="0" h="1202" w="779">
                  <a:moveTo>
                    <a:pt x="0" y="0"/>
                  </a:moveTo>
                  <a:lnTo>
                    <a:pt x="298" y="303"/>
                  </a:lnTo>
                  <a:lnTo>
                    <a:pt x="298" y="1201"/>
                  </a:lnTo>
                  <a:lnTo>
                    <a:pt x="778" y="1201"/>
                  </a:lnTo>
                  <a:lnTo>
                    <a:pt x="778" y="303"/>
                  </a:lnTo>
                  <a:lnTo>
                    <a:pt x="480"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86"/>
            <p:cNvSpPr/>
            <p:nvPr/>
          </p:nvSpPr>
          <p:spPr>
            <a:xfrm>
              <a:off x="2860306" y="2586426"/>
              <a:ext cx="31468" cy="132078"/>
            </a:xfrm>
            <a:custGeom>
              <a:rect b="b" l="l" r="r" t="t"/>
              <a:pathLst>
                <a:path extrusionOk="0" h="5045" w="1202">
                  <a:moveTo>
                    <a:pt x="0" y="0"/>
                  </a:moveTo>
                  <a:lnTo>
                    <a:pt x="0" y="5044"/>
                  </a:lnTo>
                  <a:lnTo>
                    <a:pt x="1201" y="5044"/>
                  </a:lnTo>
                  <a:lnTo>
                    <a:pt x="1201"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86"/>
            <p:cNvSpPr/>
            <p:nvPr/>
          </p:nvSpPr>
          <p:spPr>
            <a:xfrm>
              <a:off x="2699064" y="2445185"/>
              <a:ext cx="209178" cy="81525"/>
            </a:xfrm>
            <a:custGeom>
              <a:rect b="b" l="l" r="r" t="t"/>
              <a:pathLst>
                <a:path extrusionOk="0" h="3114" w="7990">
                  <a:moveTo>
                    <a:pt x="3998" y="0"/>
                  </a:moveTo>
                  <a:lnTo>
                    <a:pt x="1" y="3113"/>
                  </a:lnTo>
                  <a:lnTo>
                    <a:pt x="7990" y="3113"/>
                  </a:lnTo>
                  <a:lnTo>
                    <a:pt x="3998"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86"/>
            <p:cNvSpPr/>
            <p:nvPr/>
          </p:nvSpPr>
          <p:spPr>
            <a:xfrm>
              <a:off x="2699064" y="2445185"/>
              <a:ext cx="209178" cy="81525"/>
            </a:xfrm>
            <a:custGeom>
              <a:rect b="b" l="l" r="r" t="t"/>
              <a:pathLst>
                <a:path extrusionOk="0" h="3114" w="7990">
                  <a:moveTo>
                    <a:pt x="3998" y="0"/>
                  </a:moveTo>
                  <a:lnTo>
                    <a:pt x="3656" y="260"/>
                  </a:lnTo>
                  <a:lnTo>
                    <a:pt x="6035" y="2124"/>
                  </a:lnTo>
                  <a:cubicBezTo>
                    <a:pt x="6264" y="2295"/>
                    <a:pt x="6142" y="2662"/>
                    <a:pt x="5853" y="2662"/>
                  </a:cubicBezTo>
                  <a:cubicBezTo>
                    <a:pt x="5851" y="2662"/>
                    <a:pt x="5849" y="2662"/>
                    <a:pt x="5847" y="2662"/>
                  </a:cubicBezTo>
                  <a:lnTo>
                    <a:pt x="582" y="2662"/>
                  </a:lnTo>
                  <a:lnTo>
                    <a:pt x="1" y="3113"/>
                  </a:lnTo>
                  <a:lnTo>
                    <a:pt x="7990" y="3113"/>
                  </a:lnTo>
                  <a:lnTo>
                    <a:pt x="399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86"/>
            <p:cNvSpPr/>
            <p:nvPr/>
          </p:nvSpPr>
          <p:spPr>
            <a:xfrm>
              <a:off x="2684220" y="2526683"/>
              <a:ext cx="238997" cy="28327"/>
            </a:xfrm>
            <a:custGeom>
              <a:rect b="b" l="l" r="r" t="t"/>
              <a:pathLst>
                <a:path extrusionOk="0" h="1082" w="9129">
                  <a:moveTo>
                    <a:pt x="299" y="0"/>
                  </a:moveTo>
                  <a:cubicBezTo>
                    <a:pt x="130" y="0"/>
                    <a:pt x="1" y="135"/>
                    <a:pt x="1" y="303"/>
                  </a:cubicBez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86"/>
            <p:cNvSpPr/>
            <p:nvPr/>
          </p:nvSpPr>
          <p:spPr>
            <a:xfrm>
              <a:off x="2684220" y="2526683"/>
              <a:ext cx="238997" cy="28327"/>
            </a:xfrm>
            <a:custGeom>
              <a:rect b="b" l="l" r="r" t="t"/>
              <a:pathLst>
                <a:path extrusionOk="0" h="1082" w="9129">
                  <a:moveTo>
                    <a:pt x="8768" y="0"/>
                  </a:moveTo>
                  <a:lnTo>
                    <a:pt x="8768" y="423"/>
                  </a:lnTo>
                  <a:cubicBezTo>
                    <a:pt x="8768" y="586"/>
                    <a:pt x="8634" y="721"/>
                    <a:pt x="8465" y="721"/>
                  </a:cubicBezTo>
                  <a:lnTo>
                    <a:pt x="1" y="721"/>
                  </a:ln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86"/>
            <p:cNvSpPr/>
            <p:nvPr/>
          </p:nvSpPr>
          <p:spPr>
            <a:xfrm>
              <a:off x="2918400" y="2639860"/>
              <a:ext cx="42542" cy="60659"/>
            </a:xfrm>
            <a:custGeom>
              <a:rect b="b" l="l" r="r" t="t"/>
              <a:pathLst>
                <a:path extrusionOk="0" h="2317" w="1625">
                  <a:moveTo>
                    <a:pt x="813" y="1"/>
                  </a:moveTo>
                  <a:cubicBezTo>
                    <a:pt x="366" y="1"/>
                    <a:pt x="1" y="366"/>
                    <a:pt x="1" y="813"/>
                  </a:cubicBezTo>
                  <a:lnTo>
                    <a:pt x="1" y="2316"/>
                  </a:lnTo>
                  <a:lnTo>
                    <a:pt x="1625" y="2316"/>
                  </a:lnTo>
                  <a:lnTo>
                    <a:pt x="1625" y="813"/>
                  </a:lnTo>
                  <a:cubicBezTo>
                    <a:pt x="1625" y="366"/>
                    <a:pt x="1260" y="1"/>
                    <a:pt x="813"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86"/>
            <p:cNvSpPr/>
            <p:nvPr/>
          </p:nvSpPr>
          <p:spPr>
            <a:xfrm>
              <a:off x="2934500" y="2639860"/>
              <a:ext cx="26311" cy="60659"/>
            </a:xfrm>
            <a:custGeom>
              <a:rect b="b" l="l" r="r" t="t"/>
              <a:pathLst>
                <a:path extrusionOk="0" h="2317" w="1005">
                  <a:moveTo>
                    <a:pt x="198" y="1"/>
                  </a:moveTo>
                  <a:cubicBezTo>
                    <a:pt x="131" y="1"/>
                    <a:pt x="63" y="10"/>
                    <a:pt x="1" y="25"/>
                  </a:cubicBezTo>
                  <a:cubicBezTo>
                    <a:pt x="361" y="116"/>
                    <a:pt x="616" y="438"/>
                    <a:pt x="616" y="813"/>
                  </a:cubicBezTo>
                  <a:lnTo>
                    <a:pt x="616" y="2316"/>
                  </a:lnTo>
                  <a:lnTo>
                    <a:pt x="1005" y="2316"/>
                  </a:lnTo>
                  <a:lnTo>
                    <a:pt x="1005" y="813"/>
                  </a:lnTo>
                  <a:cubicBezTo>
                    <a:pt x="1005" y="366"/>
                    <a:pt x="645" y="1"/>
                    <a:pt x="198"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86"/>
            <p:cNvSpPr/>
            <p:nvPr/>
          </p:nvSpPr>
          <p:spPr>
            <a:xfrm>
              <a:off x="2773520" y="2580117"/>
              <a:ext cx="53355" cy="45736"/>
            </a:xfrm>
            <a:custGeom>
              <a:rect b="b" l="l" r="r" t="t"/>
              <a:pathLst>
                <a:path extrusionOk="0" h="1747" w="2038">
                  <a:moveTo>
                    <a:pt x="1168" y="1"/>
                  </a:moveTo>
                  <a:cubicBezTo>
                    <a:pt x="390" y="1"/>
                    <a:pt x="1" y="938"/>
                    <a:pt x="548" y="1490"/>
                  </a:cubicBezTo>
                  <a:cubicBezTo>
                    <a:pt x="727" y="1667"/>
                    <a:pt x="945" y="1746"/>
                    <a:pt x="1159" y="1746"/>
                  </a:cubicBezTo>
                  <a:cubicBezTo>
                    <a:pt x="1608" y="1746"/>
                    <a:pt x="2038" y="1398"/>
                    <a:pt x="2038" y="870"/>
                  </a:cubicBezTo>
                  <a:cubicBezTo>
                    <a:pt x="2038" y="390"/>
                    <a:pt x="1648" y="1"/>
                    <a:pt x="1168"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86"/>
            <p:cNvSpPr/>
            <p:nvPr/>
          </p:nvSpPr>
          <p:spPr>
            <a:xfrm>
              <a:off x="2784594" y="2583520"/>
              <a:ext cx="46051" cy="42281"/>
            </a:xfrm>
            <a:custGeom>
              <a:rect b="b" l="l" r="r" t="t"/>
              <a:pathLst>
                <a:path extrusionOk="0" h="1615" w="1759">
                  <a:moveTo>
                    <a:pt x="1197" y="1"/>
                  </a:moveTo>
                  <a:lnTo>
                    <a:pt x="1197" y="1"/>
                  </a:lnTo>
                  <a:cubicBezTo>
                    <a:pt x="1576" y="628"/>
                    <a:pt x="1071" y="1328"/>
                    <a:pt x="454" y="1328"/>
                  </a:cubicBezTo>
                  <a:cubicBezTo>
                    <a:pt x="305" y="1328"/>
                    <a:pt x="151" y="1288"/>
                    <a:pt x="0" y="1197"/>
                  </a:cubicBezTo>
                  <a:lnTo>
                    <a:pt x="0" y="1197"/>
                  </a:lnTo>
                  <a:cubicBezTo>
                    <a:pt x="167" y="1470"/>
                    <a:pt x="455" y="1615"/>
                    <a:pt x="746" y="1615"/>
                  </a:cubicBezTo>
                  <a:cubicBezTo>
                    <a:pt x="966" y="1615"/>
                    <a:pt x="1188" y="1532"/>
                    <a:pt x="1360" y="1360"/>
                  </a:cubicBezTo>
                  <a:cubicBezTo>
                    <a:pt x="1759" y="957"/>
                    <a:pt x="1677" y="289"/>
                    <a:pt x="1197"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86"/>
            <p:cNvSpPr/>
            <p:nvPr/>
          </p:nvSpPr>
          <p:spPr>
            <a:xfrm>
              <a:off x="2604109" y="2439295"/>
              <a:ext cx="399088" cy="373144"/>
            </a:xfrm>
            <a:custGeom>
              <a:rect b="b" l="l" r="r" t="t"/>
              <a:pathLst>
                <a:path extrusionOk="0" h="14253" w="15244">
                  <a:moveTo>
                    <a:pt x="11886" y="3564"/>
                  </a:moveTo>
                  <a:cubicBezTo>
                    <a:pt x="11924" y="3564"/>
                    <a:pt x="11958" y="3598"/>
                    <a:pt x="11958" y="3641"/>
                  </a:cubicBezTo>
                  <a:lnTo>
                    <a:pt x="11958" y="4121"/>
                  </a:lnTo>
                  <a:cubicBezTo>
                    <a:pt x="11958" y="4160"/>
                    <a:pt x="11924" y="4193"/>
                    <a:pt x="11886" y="4193"/>
                  </a:cubicBezTo>
                  <a:lnTo>
                    <a:pt x="3359" y="4193"/>
                  </a:lnTo>
                  <a:cubicBezTo>
                    <a:pt x="3315" y="4193"/>
                    <a:pt x="3282" y="4160"/>
                    <a:pt x="3282" y="4121"/>
                  </a:cubicBezTo>
                  <a:lnTo>
                    <a:pt x="3282" y="3641"/>
                  </a:lnTo>
                  <a:cubicBezTo>
                    <a:pt x="3282" y="3598"/>
                    <a:pt x="3315" y="3564"/>
                    <a:pt x="3359" y="3564"/>
                  </a:cubicBezTo>
                  <a:close/>
                  <a:moveTo>
                    <a:pt x="5535" y="4645"/>
                  </a:moveTo>
                  <a:lnTo>
                    <a:pt x="5535" y="5226"/>
                  </a:lnTo>
                  <a:lnTo>
                    <a:pt x="5367" y="5394"/>
                  </a:lnTo>
                  <a:lnTo>
                    <a:pt x="4353" y="5394"/>
                  </a:lnTo>
                  <a:lnTo>
                    <a:pt x="4185" y="5226"/>
                  </a:lnTo>
                  <a:lnTo>
                    <a:pt x="4185" y="4645"/>
                  </a:lnTo>
                  <a:close/>
                  <a:moveTo>
                    <a:pt x="11059" y="4645"/>
                  </a:moveTo>
                  <a:lnTo>
                    <a:pt x="11059" y="5226"/>
                  </a:lnTo>
                  <a:lnTo>
                    <a:pt x="10891" y="5394"/>
                  </a:lnTo>
                  <a:lnTo>
                    <a:pt x="9878" y="5394"/>
                  </a:lnTo>
                  <a:lnTo>
                    <a:pt x="9710" y="5226"/>
                  </a:lnTo>
                  <a:lnTo>
                    <a:pt x="9710" y="4645"/>
                  </a:lnTo>
                  <a:close/>
                  <a:moveTo>
                    <a:pt x="3733" y="4645"/>
                  </a:moveTo>
                  <a:lnTo>
                    <a:pt x="3733" y="5322"/>
                  </a:lnTo>
                  <a:cubicBezTo>
                    <a:pt x="3733" y="5380"/>
                    <a:pt x="3757" y="5438"/>
                    <a:pt x="3801" y="5481"/>
                  </a:cubicBezTo>
                  <a:lnTo>
                    <a:pt x="4031" y="5716"/>
                  </a:lnTo>
                  <a:lnTo>
                    <a:pt x="4031" y="6355"/>
                  </a:lnTo>
                  <a:lnTo>
                    <a:pt x="481" y="6355"/>
                  </a:lnTo>
                  <a:lnTo>
                    <a:pt x="644" y="4712"/>
                  </a:lnTo>
                  <a:cubicBezTo>
                    <a:pt x="644" y="4674"/>
                    <a:pt x="678" y="4645"/>
                    <a:pt x="716" y="4645"/>
                  </a:cubicBezTo>
                  <a:close/>
                  <a:moveTo>
                    <a:pt x="14523" y="4645"/>
                  </a:moveTo>
                  <a:cubicBezTo>
                    <a:pt x="14562" y="4645"/>
                    <a:pt x="14595" y="4674"/>
                    <a:pt x="14600" y="4712"/>
                  </a:cubicBezTo>
                  <a:lnTo>
                    <a:pt x="14759" y="6355"/>
                  </a:lnTo>
                  <a:lnTo>
                    <a:pt x="11208" y="6355"/>
                  </a:lnTo>
                  <a:lnTo>
                    <a:pt x="11208" y="5716"/>
                  </a:lnTo>
                  <a:lnTo>
                    <a:pt x="11444" y="5481"/>
                  </a:lnTo>
                  <a:cubicBezTo>
                    <a:pt x="11487" y="5438"/>
                    <a:pt x="11511" y="5380"/>
                    <a:pt x="11511" y="5322"/>
                  </a:cubicBezTo>
                  <a:lnTo>
                    <a:pt x="11511" y="4645"/>
                  </a:lnTo>
                  <a:close/>
                  <a:moveTo>
                    <a:pt x="5232" y="5846"/>
                  </a:moveTo>
                  <a:lnTo>
                    <a:pt x="5232" y="10439"/>
                  </a:lnTo>
                  <a:lnTo>
                    <a:pt x="4483" y="10439"/>
                  </a:lnTo>
                  <a:lnTo>
                    <a:pt x="4483" y="5846"/>
                  </a:lnTo>
                  <a:close/>
                  <a:moveTo>
                    <a:pt x="10757" y="5846"/>
                  </a:moveTo>
                  <a:lnTo>
                    <a:pt x="10757" y="10439"/>
                  </a:lnTo>
                  <a:lnTo>
                    <a:pt x="10007" y="10439"/>
                  </a:lnTo>
                  <a:lnTo>
                    <a:pt x="10007" y="5846"/>
                  </a:lnTo>
                  <a:close/>
                  <a:moveTo>
                    <a:pt x="5371" y="10890"/>
                  </a:moveTo>
                  <a:lnTo>
                    <a:pt x="5540" y="11058"/>
                  </a:lnTo>
                  <a:lnTo>
                    <a:pt x="5540" y="11640"/>
                  </a:lnTo>
                  <a:lnTo>
                    <a:pt x="4185" y="11640"/>
                  </a:lnTo>
                  <a:lnTo>
                    <a:pt x="4185" y="11058"/>
                  </a:lnTo>
                  <a:lnTo>
                    <a:pt x="4353" y="10890"/>
                  </a:lnTo>
                  <a:close/>
                  <a:moveTo>
                    <a:pt x="7622" y="8491"/>
                  </a:moveTo>
                  <a:cubicBezTo>
                    <a:pt x="7695" y="8491"/>
                    <a:pt x="7769" y="8512"/>
                    <a:pt x="7831" y="8555"/>
                  </a:cubicBezTo>
                  <a:lnTo>
                    <a:pt x="8225" y="8820"/>
                  </a:lnTo>
                  <a:cubicBezTo>
                    <a:pt x="8326" y="8887"/>
                    <a:pt x="8388" y="9002"/>
                    <a:pt x="8388" y="9127"/>
                  </a:cubicBezTo>
                  <a:lnTo>
                    <a:pt x="8388" y="11640"/>
                  </a:lnTo>
                  <a:lnTo>
                    <a:pt x="6856" y="11640"/>
                  </a:lnTo>
                  <a:lnTo>
                    <a:pt x="6856" y="9127"/>
                  </a:lnTo>
                  <a:cubicBezTo>
                    <a:pt x="6856" y="8997"/>
                    <a:pt x="6918" y="8882"/>
                    <a:pt x="7024" y="8815"/>
                  </a:cubicBezTo>
                  <a:lnTo>
                    <a:pt x="7413" y="8555"/>
                  </a:lnTo>
                  <a:cubicBezTo>
                    <a:pt x="7476" y="8512"/>
                    <a:pt x="7549" y="8491"/>
                    <a:pt x="7622" y="8491"/>
                  </a:cubicBezTo>
                  <a:close/>
                  <a:moveTo>
                    <a:pt x="10896" y="10890"/>
                  </a:moveTo>
                  <a:lnTo>
                    <a:pt x="11064" y="11058"/>
                  </a:lnTo>
                  <a:lnTo>
                    <a:pt x="11064" y="11640"/>
                  </a:lnTo>
                  <a:lnTo>
                    <a:pt x="9710" y="11640"/>
                  </a:lnTo>
                  <a:lnTo>
                    <a:pt x="9710" y="11058"/>
                  </a:lnTo>
                  <a:lnTo>
                    <a:pt x="9878" y="10890"/>
                  </a:lnTo>
                  <a:close/>
                  <a:moveTo>
                    <a:pt x="9258" y="4645"/>
                  </a:moveTo>
                  <a:lnTo>
                    <a:pt x="9258" y="5322"/>
                  </a:lnTo>
                  <a:cubicBezTo>
                    <a:pt x="9258" y="5380"/>
                    <a:pt x="9282" y="5438"/>
                    <a:pt x="9325" y="5481"/>
                  </a:cubicBezTo>
                  <a:lnTo>
                    <a:pt x="9561" y="5716"/>
                  </a:lnTo>
                  <a:lnTo>
                    <a:pt x="9561" y="10573"/>
                  </a:lnTo>
                  <a:lnTo>
                    <a:pt x="9325" y="10804"/>
                  </a:lnTo>
                  <a:cubicBezTo>
                    <a:pt x="9282" y="10847"/>
                    <a:pt x="9258" y="10905"/>
                    <a:pt x="9258" y="10967"/>
                  </a:cubicBezTo>
                  <a:lnTo>
                    <a:pt x="9258" y="11640"/>
                  </a:lnTo>
                  <a:lnTo>
                    <a:pt x="8835" y="11640"/>
                  </a:lnTo>
                  <a:lnTo>
                    <a:pt x="8835" y="9132"/>
                  </a:lnTo>
                  <a:cubicBezTo>
                    <a:pt x="8835" y="8858"/>
                    <a:pt x="8701" y="8599"/>
                    <a:pt x="8475" y="8445"/>
                  </a:cubicBezTo>
                  <a:lnTo>
                    <a:pt x="8081" y="8181"/>
                  </a:lnTo>
                  <a:cubicBezTo>
                    <a:pt x="7942" y="8087"/>
                    <a:pt x="7781" y="8040"/>
                    <a:pt x="7620" y="8040"/>
                  </a:cubicBezTo>
                  <a:cubicBezTo>
                    <a:pt x="7460" y="8040"/>
                    <a:pt x="7300" y="8087"/>
                    <a:pt x="7163" y="8181"/>
                  </a:cubicBezTo>
                  <a:lnTo>
                    <a:pt x="6774" y="8440"/>
                  </a:lnTo>
                  <a:cubicBezTo>
                    <a:pt x="6544" y="8594"/>
                    <a:pt x="6404" y="8853"/>
                    <a:pt x="6404" y="9127"/>
                  </a:cubicBezTo>
                  <a:lnTo>
                    <a:pt x="6404" y="11644"/>
                  </a:lnTo>
                  <a:lnTo>
                    <a:pt x="5986" y="11644"/>
                  </a:lnTo>
                  <a:lnTo>
                    <a:pt x="5986" y="10967"/>
                  </a:lnTo>
                  <a:cubicBezTo>
                    <a:pt x="5986" y="10905"/>
                    <a:pt x="5962" y="10847"/>
                    <a:pt x="5919" y="10809"/>
                  </a:cubicBezTo>
                  <a:lnTo>
                    <a:pt x="5684" y="10573"/>
                  </a:lnTo>
                  <a:lnTo>
                    <a:pt x="5684" y="5716"/>
                  </a:lnTo>
                  <a:lnTo>
                    <a:pt x="5919" y="5481"/>
                  </a:lnTo>
                  <a:cubicBezTo>
                    <a:pt x="5962" y="5438"/>
                    <a:pt x="5986" y="5380"/>
                    <a:pt x="5986" y="5322"/>
                  </a:cubicBezTo>
                  <a:lnTo>
                    <a:pt x="5986" y="4645"/>
                  </a:lnTo>
                  <a:close/>
                  <a:moveTo>
                    <a:pt x="11660" y="12091"/>
                  </a:moveTo>
                  <a:lnTo>
                    <a:pt x="11660" y="12720"/>
                  </a:lnTo>
                  <a:lnTo>
                    <a:pt x="3584" y="12720"/>
                  </a:lnTo>
                  <a:lnTo>
                    <a:pt x="3584" y="12091"/>
                  </a:lnTo>
                  <a:close/>
                  <a:moveTo>
                    <a:pt x="2532" y="13172"/>
                  </a:moveTo>
                  <a:lnTo>
                    <a:pt x="2532" y="13801"/>
                  </a:lnTo>
                  <a:lnTo>
                    <a:pt x="822" y="13801"/>
                  </a:lnTo>
                  <a:lnTo>
                    <a:pt x="822" y="13172"/>
                  </a:lnTo>
                  <a:close/>
                  <a:moveTo>
                    <a:pt x="12261" y="13172"/>
                  </a:moveTo>
                  <a:lnTo>
                    <a:pt x="12261" y="13801"/>
                  </a:lnTo>
                  <a:lnTo>
                    <a:pt x="2984" y="13801"/>
                  </a:lnTo>
                  <a:lnTo>
                    <a:pt x="2984" y="13172"/>
                  </a:lnTo>
                  <a:close/>
                  <a:moveTo>
                    <a:pt x="14422" y="13172"/>
                  </a:moveTo>
                  <a:lnTo>
                    <a:pt x="14422" y="13801"/>
                  </a:lnTo>
                  <a:lnTo>
                    <a:pt x="12712" y="13801"/>
                  </a:lnTo>
                  <a:lnTo>
                    <a:pt x="12712" y="13172"/>
                  </a:lnTo>
                  <a:close/>
                  <a:moveTo>
                    <a:pt x="7622" y="1"/>
                  </a:moveTo>
                  <a:cubicBezTo>
                    <a:pt x="7574" y="1"/>
                    <a:pt x="7526" y="16"/>
                    <a:pt x="7485" y="48"/>
                  </a:cubicBezTo>
                  <a:lnTo>
                    <a:pt x="6058" y="1157"/>
                  </a:lnTo>
                  <a:cubicBezTo>
                    <a:pt x="5879" y="1309"/>
                    <a:pt x="6019" y="1558"/>
                    <a:pt x="6203" y="1558"/>
                  </a:cubicBezTo>
                  <a:cubicBezTo>
                    <a:pt x="6247" y="1558"/>
                    <a:pt x="6292" y="1545"/>
                    <a:pt x="6337" y="1513"/>
                  </a:cubicBezTo>
                  <a:lnTo>
                    <a:pt x="7625" y="513"/>
                  </a:lnTo>
                  <a:lnTo>
                    <a:pt x="10959" y="3117"/>
                  </a:lnTo>
                  <a:lnTo>
                    <a:pt x="4286" y="3117"/>
                  </a:lnTo>
                  <a:lnTo>
                    <a:pt x="5516" y="2156"/>
                  </a:lnTo>
                  <a:cubicBezTo>
                    <a:pt x="5704" y="2006"/>
                    <a:pt x="5566" y="1748"/>
                    <a:pt x="5380" y="1748"/>
                  </a:cubicBezTo>
                  <a:cubicBezTo>
                    <a:pt x="5334" y="1748"/>
                    <a:pt x="5285" y="1764"/>
                    <a:pt x="5237" y="1801"/>
                  </a:cubicBezTo>
                  <a:lnTo>
                    <a:pt x="3551" y="3112"/>
                  </a:lnTo>
                  <a:lnTo>
                    <a:pt x="3359" y="3112"/>
                  </a:lnTo>
                  <a:cubicBezTo>
                    <a:pt x="3070" y="3112"/>
                    <a:pt x="2835" y="3348"/>
                    <a:pt x="2835" y="3641"/>
                  </a:cubicBezTo>
                  <a:lnTo>
                    <a:pt x="2835" y="4121"/>
                  </a:lnTo>
                  <a:cubicBezTo>
                    <a:pt x="2835" y="4145"/>
                    <a:pt x="2835" y="4169"/>
                    <a:pt x="2840" y="4193"/>
                  </a:cubicBezTo>
                  <a:lnTo>
                    <a:pt x="721" y="4193"/>
                  </a:lnTo>
                  <a:cubicBezTo>
                    <a:pt x="447" y="4193"/>
                    <a:pt x="222" y="4400"/>
                    <a:pt x="198" y="4669"/>
                  </a:cubicBezTo>
                  <a:lnTo>
                    <a:pt x="10" y="6562"/>
                  </a:lnTo>
                  <a:cubicBezTo>
                    <a:pt x="1" y="6691"/>
                    <a:pt x="101" y="6807"/>
                    <a:pt x="236" y="6807"/>
                  </a:cubicBezTo>
                  <a:lnTo>
                    <a:pt x="370" y="6807"/>
                  </a:lnTo>
                  <a:lnTo>
                    <a:pt x="370" y="7921"/>
                  </a:lnTo>
                  <a:cubicBezTo>
                    <a:pt x="370" y="8073"/>
                    <a:pt x="483" y="8148"/>
                    <a:pt x="596" y="8148"/>
                  </a:cubicBezTo>
                  <a:cubicBezTo>
                    <a:pt x="709" y="8148"/>
                    <a:pt x="822" y="8073"/>
                    <a:pt x="822" y="7921"/>
                  </a:cubicBezTo>
                  <a:lnTo>
                    <a:pt x="822" y="6807"/>
                  </a:lnTo>
                  <a:lnTo>
                    <a:pt x="4036" y="6807"/>
                  </a:lnTo>
                  <a:lnTo>
                    <a:pt x="4036" y="10573"/>
                  </a:lnTo>
                  <a:lnTo>
                    <a:pt x="3801" y="10809"/>
                  </a:lnTo>
                  <a:cubicBezTo>
                    <a:pt x="3757" y="10847"/>
                    <a:pt x="3733" y="10905"/>
                    <a:pt x="3733" y="10967"/>
                  </a:cubicBezTo>
                  <a:lnTo>
                    <a:pt x="3733" y="11640"/>
                  </a:lnTo>
                  <a:lnTo>
                    <a:pt x="3359" y="11640"/>
                  </a:lnTo>
                  <a:cubicBezTo>
                    <a:pt x="3234" y="11640"/>
                    <a:pt x="3133" y="11740"/>
                    <a:pt x="3133" y="11865"/>
                  </a:cubicBezTo>
                  <a:lnTo>
                    <a:pt x="3133" y="12720"/>
                  </a:lnTo>
                  <a:lnTo>
                    <a:pt x="822" y="12720"/>
                  </a:lnTo>
                  <a:lnTo>
                    <a:pt x="822" y="8973"/>
                  </a:lnTo>
                  <a:cubicBezTo>
                    <a:pt x="822" y="8824"/>
                    <a:pt x="709" y="8750"/>
                    <a:pt x="596" y="8750"/>
                  </a:cubicBezTo>
                  <a:cubicBezTo>
                    <a:pt x="483" y="8750"/>
                    <a:pt x="370" y="8824"/>
                    <a:pt x="370" y="8973"/>
                  </a:cubicBezTo>
                  <a:lnTo>
                    <a:pt x="370" y="14027"/>
                  </a:lnTo>
                  <a:cubicBezTo>
                    <a:pt x="370" y="14152"/>
                    <a:pt x="471" y="14253"/>
                    <a:pt x="596" y="14253"/>
                  </a:cubicBezTo>
                  <a:lnTo>
                    <a:pt x="14648" y="14253"/>
                  </a:lnTo>
                  <a:cubicBezTo>
                    <a:pt x="14773" y="14253"/>
                    <a:pt x="14874" y="14152"/>
                    <a:pt x="14874" y="14027"/>
                  </a:cubicBezTo>
                  <a:lnTo>
                    <a:pt x="14874" y="11375"/>
                  </a:lnTo>
                  <a:cubicBezTo>
                    <a:pt x="14874" y="11226"/>
                    <a:pt x="14761" y="11152"/>
                    <a:pt x="14648" y="11152"/>
                  </a:cubicBezTo>
                  <a:cubicBezTo>
                    <a:pt x="14535" y="11152"/>
                    <a:pt x="14422" y="11226"/>
                    <a:pt x="14422" y="11375"/>
                  </a:cubicBezTo>
                  <a:lnTo>
                    <a:pt x="14422" y="12720"/>
                  </a:lnTo>
                  <a:lnTo>
                    <a:pt x="12112" y="12720"/>
                  </a:lnTo>
                  <a:lnTo>
                    <a:pt x="12112" y="11865"/>
                  </a:lnTo>
                  <a:cubicBezTo>
                    <a:pt x="12112" y="11740"/>
                    <a:pt x="12011" y="11640"/>
                    <a:pt x="11886" y="11640"/>
                  </a:cubicBezTo>
                  <a:lnTo>
                    <a:pt x="11511" y="11640"/>
                  </a:lnTo>
                  <a:lnTo>
                    <a:pt x="11511" y="10967"/>
                  </a:lnTo>
                  <a:cubicBezTo>
                    <a:pt x="11511" y="10905"/>
                    <a:pt x="11487" y="10847"/>
                    <a:pt x="11444" y="10809"/>
                  </a:cubicBezTo>
                  <a:lnTo>
                    <a:pt x="11208" y="10573"/>
                  </a:lnTo>
                  <a:lnTo>
                    <a:pt x="11208" y="6807"/>
                  </a:lnTo>
                  <a:lnTo>
                    <a:pt x="14422" y="6807"/>
                  </a:lnTo>
                  <a:lnTo>
                    <a:pt x="14422" y="10328"/>
                  </a:lnTo>
                  <a:cubicBezTo>
                    <a:pt x="14422" y="10477"/>
                    <a:pt x="14535" y="10551"/>
                    <a:pt x="14648" y="10551"/>
                  </a:cubicBezTo>
                  <a:cubicBezTo>
                    <a:pt x="14761" y="10551"/>
                    <a:pt x="14874" y="10477"/>
                    <a:pt x="14874" y="10328"/>
                  </a:cubicBezTo>
                  <a:lnTo>
                    <a:pt x="14874" y="6807"/>
                  </a:lnTo>
                  <a:lnTo>
                    <a:pt x="15008" y="6807"/>
                  </a:lnTo>
                  <a:cubicBezTo>
                    <a:pt x="15143" y="6807"/>
                    <a:pt x="15244" y="6691"/>
                    <a:pt x="15234" y="6562"/>
                  </a:cubicBezTo>
                  <a:lnTo>
                    <a:pt x="15047" y="4669"/>
                  </a:lnTo>
                  <a:cubicBezTo>
                    <a:pt x="15023" y="4400"/>
                    <a:pt x="14797" y="4193"/>
                    <a:pt x="14528" y="4193"/>
                  </a:cubicBezTo>
                  <a:lnTo>
                    <a:pt x="12405" y="4193"/>
                  </a:lnTo>
                  <a:cubicBezTo>
                    <a:pt x="12409" y="4169"/>
                    <a:pt x="12409" y="4145"/>
                    <a:pt x="12409" y="4121"/>
                  </a:cubicBezTo>
                  <a:lnTo>
                    <a:pt x="12409" y="3641"/>
                  </a:lnTo>
                  <a:cubicBezTo>
                    <a:pt x="12409" y="3348"/>
                    <a:pt x="12174" y="3112"/>
                    <a:pt x="11886" y="3112"/>
                  </a:cubicBezTo>
                  <a:lnTo>
                    <a:pt x="11694" y="3112"/>
                  </a:lnTo>
                  <a:lnTo>
                    <a:pt x="7759" y="48"/>
                  </a:lnTo>
                  <a:cubicBezTo>
                    <a:pt x="7718" y="16"/>
                    <a:pt x="7670" y="1"/>
                    <a:pt x="76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86"/>
            <p:cNvSpPr/>
            <p:nvPr/>
          </p:nvSpPr>
          <p:spPr>
            <a:xfrm>
              <a:off x="2912509" y="2633969"/>
              <a:ext cx="54219" cy="72335"/>
            </a:xfrm>
            <a:custGeom>
              <a:rect b="b" l="l" r="r" t="t"/>
              <a:pathLst>
                <a:path extrusionOk="0" h="2763" w="2071">
                  <a:moveTo>
                    <a:pt x="1038" y="452"/>
                  </a:moveTo>
                  <a:cubicBezTo>
                    <a:pt x="1360" y="452"/>
                    <a:pt x="1624" y="716"/>
                    <a:pt x="1624" y="1038"/>
                  </a:cubicBezTo>
                  <a:lnTo>
                    <a:pt x="1624" y="2316"/>
                  </a:lnTo>
                  <a:lnTo>
                    <a:pt x="452" y="2316"/>
                  </a:lnTo>
                  <a:lnTo>
                    <a:pt x="452" y="1038"/>
                  </a:lnTo>
                  <a:cubicBezTo>
                    <a:pt x="452" y="716"/>
                    <a:pt x="711" y="452"/>
                    <a:pt x="1038" y="452"/>
                  </a:cubicBezTo>
                  <a:close/>
                  <a:moveTo>
                    <a:pt x="1038" y="0"/>
                  </a:moveTo>
                  <a:cubicBezTo>
                    <a:pt x="466" y="0"/>
                    <a:pt x="0" y="466"/>
                    <a:pt x="0" y="1038"/>
                  </a:cubicBezTo>
                  <a:lnTo>
                    <a:pt x="0" y="2541"/>
                  </a:lnTo>
                  <a:cubicBezTo>
                    <a:pt x="0" y="2662"/>
                    <a:pt x="101" y="2762"/>
                    <a:pt x="226" y="2762"/>
                  </a:cubicBezTo>
                  <a:lnTo>
                    <a:pt x="1850" y="2762"/>
                  </a:lnTo>
                  <a:cubicBezTo>
                    <a:pt x="1970" y="2762"/>
                    <a:pt x="2071" y="2662"/>
                    <a:pt x="2071" y="2541"/>
                  </a:cubicBezTo>
                  <a:lnTo>
                    <a:pt x="2071" y="1038"/>
                  </a:lnTo>
                  <a:cubicBezTo>
                    <a:pt x="2071" y="466"/>
                    <a:pt x="1609" y="0"/>
                    <a:pt x="10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86"/>
            <p:cNvSpPr/>
            <p:nvPr/>
          </p:nvSpPr>
          <p:spPr>
            <a:xfrm>
              <a:off x="2765587" y="2574226"/>
              <a:ext cx="67204" cy="57491"/>
            </a:xfrm>
            <a:custGeom>
              <a:rect b="b" l="l" r="r" t="t"/>
              <a:pathLst>
                <a:path extrusionOk="0" h="2196" w="2567">
                  <a:moveTo>
                    <a:pt x="1463" y="451"/>
                  </a:moveTo>
                  <a:cubicBezTo>
                    <a:pt x="1795" y="451"/>
                    <a:pt x="2115" y="708"/>
                    <a:pt x="2115" y="1095"/>
                  </a:cubicBezTo>
                  <a:cubicBezTo>
                    <a:pt x="2115" y="1456"/>
                    <a:pt x="1826" y="1744"/>
                    <a:pt x="1471" y="1744"/>
                  </a:cubicBezTo>
                  <a:cubicBezTo>
                    <a:pt x="895" y="1744"/>
                    <a:pt x="606" y="1047"/>
                    <a:pt x="1015" y="639"/>
                  </a:cubicBezTo>
                  <a:cubicBezTo>
                    <a:pt x="1145" y="509"/>
                    <a:pt x="1305" y="451"/>
                    <a:pt x="1463" y="451"/>
                  </a:cubicBezTo>
                  <a:close/>
                  <a:moveTo>
                    <a:pt x="1471" y="0"/>
                  </a:moveTo>
                  <a:cubicBezTo>
                    <a:pt x="491" y="0"/>
                    <a:pt x="1" y="1182"/>
                    <a:pt x="693" y="1874"/>
                  </a:cubicBezTo>
                  <a:cubicBezTo>
                    <a:pt x="916" y="2096"/>
                    <a:pt x="1191" y="2195"/>
                    <a:pt x="1460" y="2195"/>
                  </a:cubicBezTo>
                  <a:cubicBezTo>
                    <a:pt x="2023" y="2195"/>
                    <a:pt x="2563" y="1759"/>
                    <a:pt x="2566" y="1095"/>
                  </a:cubicBezTo>
                  <a:cubicBezTo>
                    <a:pt x="2562" y="495"/>
                    <a:pt x="2072" y="5"/>
                    <a:pt x="14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86"/>
            <p:cNvSpPr/>
            <p:nvPr/>
          </p:nvSpPr>
          <p:spPr>
            <a:xfrm>
              <a:off x="2640577" y="2633969"/>
              <a:ext cx="54245" cy="72335"/>
            </a:xfrm>
            <a:custGeom>
              <a:rect b="b" l="l" r="r" t="t"/>
              <a:pathLst>
                <a:path extrusionOk="0" h="2763" w="2072">
                  <a:moveTo>
                    <a:pt x="1034" y="452"/>
                  </a:moveTo>
                  <a:cubicBezTo>
                    <a:pt x="1355" y="452"/>
                    <a:pt x="1620" y="716"/>
                    <a:pt x="1620" y="1038"/>
                  </a:cubicBezTo>
                  <a:lnTo>
                    <a:pt x="1620" y="2316"/>
                  </a:lnTo>
                  <a:lnTo>
                    <a:pt x="448" y="2316"/>
                  </a:lnTo>
                  <a:lnTo>
                    <a:pt x="448" y="1038"/>
                  </a:lnTo>
                  <a:cubicBezTo>
                    <a:pt x="448" y="716"/>
                    <a:pt x="712" y="452"/>
                    <a:pt x="1034" y="452"/>
                  </a:cubicBezTo>
                  <a:close/>
                  <a:moveTo>
                    <a:pt x="1034" y="0"/>
                  </a:moveTo>
                  <a:cubicBezTo>
                    <a:pt x="462" y="0"/>
                    <a:pt x="1" y="466"/>
                    <a:pt x="1" y="1038"/>
                  </a:cubicBezTo>
                  <a:lnTo>
                    <a:pt x="1" y="2541"/>
                  </a:lnTo>
                  <a:cubicBezTo>
                    <a:pt x="1" y="2662"/>
                    <a:pt x="97" y="2762"/>
                    <a:pt x="222" y="2762"/>
                  </a:cubicBezTo>
                  <a:lnTo>
                    <a:pt x="1845" y="2762"/>
                  </a:lnTo>
                  <a:cubicBezTo>
                    <a:pt x="1970" y="2762"/>
                    <a:pt x="2071" y="2662"/>
                    <a:pt x="2071" y="2541"/>
                  </a:cubicBezTo>
                  <a:lnTo>
                    <a:pt x="2071" y="1038"/>
                  </a:lnTo>
                  <a:cubicBezTo>
                    <a:pt x="2071" y="466"/>
                    <a:pt x="1605" y="0"/>
                    <a:pt x="10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2" name="Google Shape;13602;p86"/>
          <p:cNvGrpSpPr/>
          <p:nvPr/>
        </p:nvGrpSpPr>
        <p:grpSpPr>
          <a:xfrm>
            <a:off x="7086308" y="2461521"/>
            <a:ext cx="368536" cy="353692"/>
            <a:chOff x="7086308" y="2461521"/>
            <a:chExt cx="368536" cy="353692"/>
          </a:xfrm>
        </p:grpSpPr>
        <p:sp>
          <p:nvSpPr>
            <p:cNvPr id="13603" name="Google Shape;13603;p86"/>
            <p:cNvSpPr/>
            <p:nvPr/>
          </p:nvSpPr>
          <p:spPr>
            <a:xfrm>
              <a:off x="7181629" y="2468695"/>
              <a:ext cx="177762" cy="98515"/>
            </a:xfrm>
            <a:custGeom>
              <a:rect b="b" l="l" r="r" t="t"/>
              <a:pathLst>
                <a:path extrusionOk="0" h="3763" w="6790">
                  <a:moveTo>
                    <a:pt x="1836" y="1"/>
                  </a:moveTo>
                  <a:cubicBezTo>
                    <a:pt x="822" y="1"/>
                    <a:pt x="1" y="822"/>
                    <a:pt x="1" y="1836"/>
                  </a:cubicBezTo>
                  <a:lnTo>
                    <a:pt x="1" y="2729"/>
                  </a:lnTo>
                  <a:lnTo>
                    <a:pt x="1" y="3757"/>
                  </a:lnTo>
                  <a:lnTo>
                    <a:pt x="1019" y="3757"/>
                  </a:lnTo>
                  <a:lnTo>
                    <a:pt x="1019" y="1836"/>
                  </a:lnTo>
                  <a:cubicBezTo>
                    <a:pt x="1019" y="1384"/>
                    <a:pt x="1385" y="1019"/>
                    <a:pt x="1836" y="1019"/>
                  </a:cubicBezTo>
                  <a:lnTo>
                    <a:pt x="4959" y="1019"/>
                  </a:lnTo>
                  <a:cubicBezTo>
                    <a:pt x="5410" y="1019"/>
                    <a:pt x="5771" y="1384"/>
                    <a:pt x="5771" y="1836"/>
                  </a:cubicBezTo>
                  <a:lnTo>
                    <a:pt x="5771" y="3762"/>
                  </a:lnTo>
                  <a:lnTo>
                    <a:pt x="6789" y="3762"/>
                  </a:lnTo>
                  <a:lnTo>
                    <a:pt x="6789" y="1836"/>
                  </a:lnTo>
                  <a:cubicBezTo>
                    <a:pt x="6789" y="822"/>
                    <a:pt x="5968" y="1"/>
                    <a:pt x="495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86"/>
            <p:cNvSpPr/>
            <p:nvPr/>
          </p:nvSpPr>
          <p:spPr>
            <a:xfrm>
              <a:off x="7181525" y="2540140"/>
              <a:ext cx="26808" cy="26939"/>
            </a:xfrm>
            <a:custGeom>
              <a:rect b="b" l="l" r="r" t="t"/>
              <a:pathLst>
                <a:path extrusionOk="0" h="1029" w="1024">
                  <a:moveTo>
                    <a:pt x="260" y="0"/>
                  </a:moveTo>
                  <a:cubicBezTo>
                    <a:pt x="173" y="0"/>
                    <a:pt x="87" y="0"/>
                    <a:pt x="0" y="10"/>
                  </a:cubicBezTo>
                  <a:lnTo>
                    <a:pt x="0" y="1028"/>
                  </a:lnTo>
                  <a:lnTo>
                    <a:pt x="1019" y="1028"/>
                  </a:lnTo>
                  <a:lnTo>
                    <a:pt x="1023" y="0"/>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86"/>
            <p:cNvSpPr/>
            <p:nvPr/>
          </p:nvSpPr>
          <p:spPr>
            <a:xfrm>
              <a:off x="7332688" y="2540140"/>
              <a:ext cx="26808" cy="27175"/>
            </a:xfrm>
            <a:custGeom>
              <a:rect b="b" l="l" r="r" t="t"/>
              <a:pathLst>
                <a:path extrusionOk="0" h="1038" w="1024">
                  <a:moveTo>
                    <a:pt x="1" y="0"/>
                  </a:moveTo>
                  <a:lnTo>
                    <a:pt x="5" y="1038"/>
                  </a:lnTo>
                  <a:lnTo>
                    <a:pt x="1024" y="1038"/>
                  </a:lnTo>
                  <a:lnTo>
                    <a:pt x="1024" y="10"/>
                  </a:lnTo>
                  <a:cubicBezTo>
                    <a:pt x="937" y="0"/>
                    <a:pt x="851" y="0"/>
                    <a:pt x="76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86"/>
            <p:cNvSpPr/>
            <p:nvPr/>
          </p:nvSpPr>
          <p:spPr>
            <a:xfrm>
              <a:off x="7093481" y="2567053"/>
              <a:ext cx="354189" cy="241118"/>
            </a:xfrm>
            <a:custGeom>
              <a:rect b="b" l="l" r="r" t="t"/>
              <a:pathLst>
                <a:path extrusionOk="0" h="9210" w="13529">
                  <a:moveTo>
                    <a:pt x="3627" y="0"/>
                  </a:moveTo>
                  <a:cubicBezTo>
                    <a:pt x="1624" y="0"/>
                    <a:pt x="0" y="1624"/>
                    <a:pt x="0" y="3623"/>
                  </a:cubicBezTo>
                  <a:lnTo>
                    <a:pt x="0" y="8422"/>
                  </a:lnTo>
                  <a:cubicBezTo>
                    <a:pt x="0" y="8859"/>
                    <a:pt x="356" y="9210"/>
                    <a:pt x="793" y="9210"/>
                  </a:cubicBezTo>
                  <a:lnTo>
                    <a:pt x="12741" y="9210"/>
                  </a:lnTo>
                  <a:cubicBezTo>
                    <a:pt x="13178" y="9210"/>
                    <a:pt x="13529" y="8859"/>
                    <a:pt x="13524" y="8422"/>
                  </a:cubicBezTo>
                  <a:lnTo>
                    <a:pt x="13524" y="3623"/>
                  </a:lnTo>
                  <a:cubicBezTo>
                    <a:pt x="13529" y="1624"/>
                    <a:pt x="11905" y="0"/>
                    <a:pt x="9901"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86"/>
            <p:cNvSpPr/>
            <p:nvPr/>
          </p:nvSpPr>
          <p:spPr>
            <a:xfrm>
              <a:off x="7310932" y="2567053"/>
              <a:ext cx="136738" cy="241118"/>
            </a:xfrm>
            <a:custGeom>
              <a:rect b="b" l="l" r="r" t="t"/>
              <a:pathLst>
                <a:path extrusionOk="0" h="9210" w="5223">
                  <a:moveTo>
                    <a:pt x="1" y="0"/>
                  </a:moveTo>
                  <a:cubicBezTo>
                    <a:pt x="1999" y="0"/>
                    <a:pt x="3623" y="1624"/>
                    <a:pt x="3623" y="3623"/>
                  </a:cubicBezTo>
                  <a:lnTo>
                    <a:pt x="3623" y="8422"/>
                  </a:lnTo>
                  <a:cubicBezTo>
                    <a:pt x="3623" y="8859"/>
                    <a:pt x="3272" y="9210"/>
                    <a:pt x="2835" y="9210"/>
                  </a:cubicBezTo>
                  <a:lnTo>
                    <a:pt x="4435" y="9210"/>
                  </a:lnTo>
                  <a:cubicBezTo>
                    <a:pt x="4867" y="9210"/>
                    <a:pt x="5223" y="8859"/>
                    <a:pt x="5218" y="8422"/>
                  </a:cubicBezTo>
                  <a:lnTo>
                    <a:pt x="5218" y="3623"/>
                  </a:lnTo>
                  <a:cubicBezTo>
                    <a:pt x="5223" y="1624"/>
                    <a:pt x="3599" y="0"/>
                    <a:pt x="1595"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86"/>
            <p:cNvSpPr/>
            <p:nvPr/>
          </p:nvSpPr>
          <p:spPr>
            <a:xfrm>
              <a:off x="7093481" y="2761361"/>
              <a:ext cx="354189" cy="46810"/>
            </a:xfrm>
            <a:custGeom>
              <a:rect b="b" l="l" r="r" t="t"/>
              <a:pathLst>
                <a:path extrusionOk="0" h="1788" w="13529">
                  <a:moveTo>
                    <a:pt x="0" y="1"/>
                  </a:moveTo>
                  <a:lnTo>
                    <a:pt x="0" y="1000"/>
                  </a:lnTo>
                  <a:cubicBezTo>
                    <a:pt x="0" y="1437"/>
                    <a:pt x="351" y="1788"/>
                    <a:pt x="788" y="1788"/>
                  </a:cubicBezTo>
                  <a:lnTo>
                    <a:pt x="12736" y="1788"/>
                  </a:lnTo>
                  <a:cubicBezTo>
                    <a:pt x="13173" y="1788"/>
                    <a:pt x="13529" y="1437"/>
                    <a:pt x="13524" y="1000"/>
                  </a:cubicBezTo>
                  <a:lnTo>
                    <a:pt x="13524"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86"/>
            <p:cNvSpPr/>
            <p:nvPr/>
          </p:nvSpPr>
          <p:spPr>
            <a:xfrm>
              <a:off x="7385257" y="2761492"/>
              <a:ext cx="62413" cy="46810"/>
            </a:xfrm>
            <a:custGeom>
              <a:rect b="b" l="l" r="r" t="t"/>
              <a:pathLst>
                <a:path extrusionOk="0" h="1788" w="2384">
                  <a:moveTo>
                    <a:pt x="789" y="0"/>
                  </a:moveTo>
                  <a:lnTo>
                    <a:pt x="789" y="1000"/>
                  </a:lnTo>
                  <a:cubicBezTo>
                    <a:pt x="789" y="1432"/>
                    <a:pt x="438" y="1787"/>
                    <a:pt x="1" y="1787"/>
                  </a:cubicBezTo>
                  <a:lnTo>
                    <a:pt x="1596" y="1787"/>
                  </a:lnTo>
                  <a:cubicBezTo>
                    <a:pt x="2033" y="1787"/>
                    <a:pt x="2384" y="1432"/>
                    <a:pt x="2384" y="1000"/>
                  </a:cubicBezTo>
                  <a:lnTo>
                    <a:pt x="2384"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86"/>
            <p:cNvSpPr/>
            <p:nvPr/>
          </p:nvSpPr>
          <p:spPr>
            <a:xfrm>
              <a:off x="7214093" y="2614596"/>
              <a:ext cx="112967" cy="113098"/>
            </a:xfrm>
            <a:custGeom>
              <a:rect b="b" l="l" r="r" t="t"/>
              <a:pathLst>
                <a:path extrusionOk="0" h="4320" w="4315">
                  <a:moveTo>
                    <a:pt x="1360" y="0"/>
                  </a:moveTo>
                  <a:lnTo>
                    <a:pt x="1360" y="1360"/>
                  </a:lnTo>
                  <a:lnTo>
                    <a:pt x="0" y="1360"/>
                  </a:lnTo>
                  <a:lnTo>
                    <a:pt x="0" y="2955"/>
                  </a:lnTo>
                  <a:lnTo>
                    <a:pt x="1360" y="2955"/>
                  </a:lnTo>
                  <a:lnTo>
                    <a:pt x="1360" y="4319"/>
                  </a:lnTo>
                  <a:lnTo>
                    <a:pt x="2955" y="4319"/>
                  </a:lnTo>
                  <a:lnTo>
                    <a:pt x="2955" y="2960"/>
                  </a:lnTo>
                  <a:lnTo>
                    <a:pt x="4314" y="2960"/>
                  </a:lnTo>
                  <a:lnTo>
                    <a:pt x="4314" y="1360"/>
                  </a:lnTo>
                  <a:lnTo>
                    <a:pt x="2955" y="1360"/>
                  </a:lnTo>
                  <a:lnTo>
                    <a:pt x="2955"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86"/>
            <p:cNvSpPr/>
            <p:nvPr/>
          </p:nvSpPr>
          <p:spPr>
            <a:xfrm>
              <a:off x="7270563" y="2614596"/>
              <a:ext cx="56496" cy="113098"/>
            </a:xfrm>
            <a:custGeom>
              <a:rect b="b" l="l" r="r" t="t"/>
              <a:pathLst>
                <a:path extrusionOk="0" h="4320" w="2158">
                  <a:moveTo>
                    <a:pt x="0" y="0"/>
                  </a:moveTo>
                  <a:lnTo>
                    <a:pt x="0" y="4319"/>
                  </a:lnTo>
                  <a:lnTo>
                    <a:pt x="798" y="4319"/>
                  </a:lnTo>
                  <a:lnTo>
                    <a:pt x="798" y="2960"/>
                  </a:lnTo>
                  <a:lnTo>
                    <a:pt x="2157" y="2960"/>
                  </a:lnTo>
                  <a:lnTo>
                    <a:pt x="2157" y="1360"/>
                  </a:lnTo>
                  <a:lnTo>
                    <a:pt x="798" y="1360"/>
                  </a:lnTo>
                  <a:lnTo>
                    <a:pt x="798"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86"/>
            <p:cNvSpPr/>
            <p:nvPr/>
          </p:nvSpPr>
          <p:spPr>
            <a:xfrm>
              <a:off x="7086308" y="2461521"/>
              <a:ext cx="368536" cy="353692"/>
            </a:xfrm>
            <a:custGeom>
              <a:rect b="b" l="l" r="r" t="t"/>
              <a:pathLst>
                <a:path extrusionOk="0" h="13510" w="14077">
                  <a:moveTo>
                    <a:pt x="8619" y="414"/>
                  </a:moveTo>
                  <a:cubicBezTo>
                    <a:pt x="9527" y="414"/>
                    <a:pt x="10262" y="1154"/>
                    <a:pt x="10262" y="2062"/>
                  </a:cubicBezTo>
                  <a:lnTo>
                    <a:pt x="10262" y="3796"/>
                  </a:lnTo>
                  <a:lnTo>
                    <a:pt x="9647" y="3796"/>
                  </a:lnTo>
                  <a:lnTo>
                    <a:pt x="9647" y="2062"/>
                  </a:lnTo>
                  <a:cubicBezTo>
                    <a:pt x="9647" y="1490"/>
                    <a:pt x="9186" y="1029"/>
                    <a:pt x="8619" y="1029"/>
                  </a:cubicBezTo>
                  <a:lnTo>
                    <a:pt x="5463" y="1029"/>
                  </a:lnTo>
                  <a:cubicBezTo>
                    <a:pt x="4891" y="1029"/>
                    <a:pt x="4430" y="1490"/>
                    <a:pt x="4430" y="2062"/>
                  </a:cubicBezTo>
                  <a:lnTo>
                    <a:pt x="4430" y="2960"/>
                  </a:lnTo>
                  <a:cubicBezTo>
                    <a:pt x="4430" y="3097"/>
                    <a:pt x="4533" y="3165"/>
                    <a:pt x="4636" y="3165"/>
                  </a:cubicBezTo>
                  <a:cubicBezTo>
                    <a:pt x="4740" y="3165"/>
                    <a:pt x="4843" y="3097"/>
                    <a:pt x="4843" y="2960"/>
                  </a:cubicBezTo>
                  <a:lnTo>
                    <a:pt x="4843" y="2062"/>
                  </a:lnTo>
                  <a:cubicBezTo>
                    <a:pt x="4843" y="1721"/>
                    <a:pt x="5117" y="1442"/>
                    <a:pt x="5458" y="1442"/>
                  </a:cubicBezTo>
                  <a:lnTo>
                    <a:pt x="8614" y="1442"/>
                  </a:lnTo>
                  <a:cubicBezTo>
                    <a:pt x="8955" y="1442"/>
                    <a:pt x="9229" y="1721"/>
                    <a:pt x="9229" y="2062"/>
                  </a:cubicBezTo>
                  <a:lnTo>
                    <a:pt x="9229" y="3796"/>
                  </a:lnTo>
                  <a:lnTo>
                    <a:pt x="3810" y="3796"/>
                  </a:lnTo>
                  <a:lnTo>
                    <a:pt x="3815" y="2062"/>
                  </a:lnTo>
                  <a:cubicBezTo>
                    <a:pt x="3820" y="1154"/>
                    <a:pt x="4555" y="414"/>
                    <a:pt x="5463" y="414"/>
                  </a:cubicBezTo>
                  <a:close/>
                  <a:moveTo>
                    <a:pt x="10248" y="4209"/>
                  </a:moveTo>
                  <a:cubicBezTo>
                    <a:pt x="12131" y="4214"/>
                    <a:pt x="13663" y="5742"/>
                    <a:pt x="13663" y="7630"/>
                  </a:cubicBezTo>
                  <a:lnTo>
                    <a:pt x="13663" y="11300"/>
                  </a:lnTo>
                  <a:lnTo>
                    <a:pt x="3555" y="11300"/>
                  </a:lnTo>
                  <a:cubicBezTo>
                    <a:pt x="3286" y="11300"/>
                    <a:pt x="3286" y="11708"/>
                    <a:pt x="3555" y="11708"/>
                  </a:cubicBezTo>
                  <a:lnTo>
                    <a:pt x="13663" y="11708"/>
                  </a:lnTo>
                  <a:cubicBezTo>
                    <a:pt x="13663" y="12587"/>
                    <a:pt x="13663" y="12515"/>
                    <a:pt x="13663" y="12554"/>
                  </a:cubicBezTo>
                  <a:cubicBezTo>
                    <a:pt x="13639" y="12856"/>
                    <a:pt x="13394" y="13092"/>
                    <a:pt x="13092" y="13101"/>
                  </a:cubicBezTo>
                  <a:lnTo>
                    <a:pt x="956" y="13101"/>
                  </a:lnTo>
                  <a:cubicBezTo>
                    <a:pt x="649" y="13077"/>
                    <a:pt x="414" y="12823"/>
                    <a:pt x="414" y="12515"/>
                  </a:cubicBezTo>
                  <a:lnTo>
                    <a:pt x="414" y="11708"/>
                  </a:lnTo>
                  <a:lnTo>
                    <a:pt x="2542" y="11708"/>
                  </a:lnTo>
                  <a:cubicBezTo>
                    <a:pt x="2816" y="11708"/>
                    <a:pt x="2816" y="11300"/>
                    <a:pt x="2542" y="11300"/>
                  </a:cubicBezTo>
                  <a:lnTo>
                    <a:pt x="414" y="11300"/>
                  </a:lnTo>
                  <a:lnTo>
                    <a:pt x="414" y="7630"/>
                  </a:lnTo>
                  <a:cubicBezTo>
                    <a:pt x="414" y="5742"/>
                    <a:pt x="1941" y="4214"/>
                    <a:pt x="3829" y="4209"/>
                  </a:cubicBezTo>
                  <a:close/>
                  <a:moveTo>
                    <a:pt x="5458" y="1"/>
                  </a:moveTo>
                  <a:cubicBezTo>
                    <a:pt x="4324" y="1"/>
                    <a:pt x="3402" y="923"/>
                    <a:pt x="3402" y="2062"/>
                  </a:cubicBezTo>
                  <a:lnTo>
                    <a:pt x="3402" y="3820"/>
                  </a:lnTo>
                  <a:cubicBezTo>
                    <a:pt x="1466" y="4041"/>
                    <a:pt x="0" y="5679"/>
                    <a:pt x="0" y="7625"/>
                  </a:cubicBezTo>
                  <a:lnTo>
                    <a:pt x="0" y="12520"/>
                  </a:lnTo>
                  <a:cubicBezTo>
                    <a:pt x="0" y="13068"/>
                    <a:pt x="442" y="13510"/>
                    <a:pt x="990" y="13510"/>
                  </a:cubicBezTo>
                  <a:lnTo>
                    <a:pt x="13082" y="13510"/>
                  </a:lnTo>
                  <a:cubicBezTo>
                    <a:pt x="13630" y="13510"/>
                    <a:pt x="14072" y="13068"/>
                    <a:pt x="14076" y="12520"/>
                  </a:cubicBezTo>
                  <a:lnTo>
                    <a:pt x="14076" y="7630"/>
                  </a:lnTo>
                  <a:cubicBezTo>
                    <a:pt x="14072" y="5679"/>
                    <a:pt x="12611" y="4041"/>
                    <a:pt x="10675" y="3820"/>
                  </a:cubicBezTo>
                  <a:lnTo>
                    <a:pt x="10675" y="2062"/>
                  </a:lnTo>
                  <a:cubicBezTo>
                    <a:pt x="10670" y="923"/>
                    <a:pt x="9753" y="1"/>
                    <a:pt x="86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86"/>
            <p:cNvSpPr/>
            <p:nvPr/>
          </p:nvSpPr>
          <p:spPr>
            <a:xfrm>
              <a:off x="7208176" y="2609046"/>
              <a:ext cx="124800" cy="124800"/>
            </a:xfrm>
            <a:custGeom>
              <a:rect b="b" l="l" r="r" t="t"/>
              <a:pathLst>
                <a:path extrusionOk="0" h="4767" w="4767">
                  <a:moveTo>
                    <a:pt x="2984" y="409"/>
                  </a:moveTo>
                  <a:lnTo>
                    <a:pt x="2984" y="1581"/>
                  </a:lnTo>
                  <a:cubicBezTo>
                    <a:pt x="2984" y="1692"/>
                    <a:pt x="3075" y="1783"/>
                    <a:pt x="3190" y="1783"/>
                  </a:cubicBezTo>
                  <a:lnTo>
                    <a:pt x="4358" y="1783"/>
                  </a:lnTo>
                  <a:lnTo>
                    <a:pt x="4358" y="2984"/>
                  </a:lnTo>
                  <a:lnTo>
                    <a:pt x="3190" y="2984"/>
                  </a:lnTo>
                  <a:cubicBezTo>
                    <a:pt x="3075" y="2984"/>
                    <a:pt x="2984" y="3075"/>
                    <a:pt x="2984" y="3191"/>
                  </a:cubicBezTo>
                  <a:lnTo>
                    <a:pt x="2984" y="4358"/>
                  </a:lnTo>
                  <a:lnTo>
                    <a:pt x="1783" y="4358"/>
                  </a:lnTo>
                  <a:lnTo>
                    <a:pt x="1783" y="3191"/>
                  </a:lnTo>
                  <a:cubicBezTo>
                    <a:pt x="1783" y="3075"/>
                    <a:pt x="1692" y="2984"/>
                    <a:pt x="1576" y="2984"/>
                  </a:cubicBezTo>
                  <a:lnTo>
                    <a:pt x="414" y="2984"/>
                  </a:lnTo>
                  <a:lnTo>
                    <a:pt x="409" y="1783"/>
                  </a:lnTo>
                  <a:lnTo>
                    <a:pt x="1576" y="1783"/>
                  </a:lnTo>
                  <a:cubicBezTo>
                    <a:pt x="1692" y="1783"/>
                    <a:pt x="1783" y="1692"/>
                    <a:pt x="1783" y="1577"/>
                  </a:cubicBezTo>
                  <a:lnTo>
                    <a:pt x="1783" y="409"/>
                  </a:lnTo>
                  <a:close/>
                  <a:moveTo>
                    <a:pt x="1576" y="1"/>
                  </a:moveTo>
                  <a:cubicBezTo>
                    <a:pt x="1466" y="1"/>
                    <a:pt x="1370" y="92"/>
                    <a:pt x="1375" y="207"/>
                  </a:cubicBezTo>
                  <a:lnTo>
                    <a:pt x="1375" y="1375"/>
                  </a:lnTo>
                  <a:lnTo>
                    <a:pt x="202" y="1375"/>
                  </a:lnTo>
                  <a:cubicBezTo>
                    <a:pt x="92" y="1375"/>
                    <a:pt x="1" y="1466"/>
                    <a:pt x="1" y="1581"/>
                  </a:cubicBezTo>
                  <a:lnTo>
                    <a:pt x="1" y="3191"/>
                  </a:lnTo>
                  <a:cubicBezTo>
                    <a:pt x="1" y="3306"/>
                    <a:pt x="92" y="3397"/>
                    <a:pt x="207" y="3397"/>
                  </a:cubicBezTo>
                  <a:lnTo>
                    <a:pt x="1375" y="3397"/>
                  </a:lnTo>
                  <a:lnTo>
                    <a:pt x="1375" y="4565"/>
                  </a:lnTo>
                  <a:cubicBezTo>
                    <a:pt x="1370" y="4675"/>
                    <a:pt x="1466" y="4766"/>
                    <a:pt x="1576" y="4766"/>
                  </a:cubicBezTo>
                  <a:lnTo>
                    <a:pt x="3190" y="4766"/>
                  </a:lnTo>
                  <a:cubicBezTo>
                    <a:pt x="3301" y="4766"/>
                    <a:pt x="3392" y="4675"/>
                    <a:pt x="3392" y="4565"/>
                  </a:cubicBezTo>
                  <a:lnTo>
                    <a:pt x="3392" y="3397"/>
                  </a:lnTo>
                  <a:lnTo>
                    <a:pt x="4564" y="3397"/>
                  </a:lnTo>
                  <a:cubicBezTo>
                    <a:pt x="4675" y="3397"/>
                    <a:pt x="4766" y="3301"/>
                    <a:pt x="4766" y="3191"/>
                  </a:cubicBezTo>
                  <a:lnTo>
                    <a:pt x="4766" y="1581"/>
                  </a:lnTo>
                  <a:cubicBezTo>
                    <a:pt x="4766" y="1466"/>
                    <a:pt x="4675" y="1375"/>
                    <a:pt x="4564" y="1375"/>
                  </a:cubicBezTo>
                  <a:lnTo>
                    <a:pt x="3392" y="1375"/>
                  </a:lnTo>
                  <a:lnTo>
                    <a:pt x="3392" y="207"/>
                  </a:lnTo>
                  <a:cubicBezTo>
                    <a:pt x="3392" y="92"/>
                    <a:pt x="3301" y="1"/>
                    <a:pt x="31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4" name="Google Shape;13614;p86"/>
          <p:cNvGrpSpPr/>
          <p:nvPr/>
        </p:nvGrpSpPr>
        <p:grpSpPr>
          <a:xfrm>
            <a:off x="6644992" y="2454243"/>
            <a:ext cx="375552" cy="368405"/>
            <a:chOff x="6644992" y="2454243"/>
            <a:chExt cx="375552" cy="368405"/>
          </a:xfrm>
        </p:grpSpPr>
        <p:sp>
          <p:nvSpPr>
            <p:cNvPr id="13615" name="Google Shape;13615;p86"/>
            <p:cNvSpPr/>
            <p:nvPr/>
          </p:nvSpPr>
          <p:spPr>
            <a:xfrm>
              <a:off x="6652139" y="2461390"/>
              <a:ext cx="178129" cy="354085"/>
            </a:xfrm>
            <a:custGeom>
              <a:rect b="b" l="l" r="r" t="t"/>
              <a:pathLst>
                <a:path extrusionOk="0" h="13525" w="6804">
                  <a:moveTo>
                    <a:pt x="3402" y="1"/>
                  </a:moveTo>
                  <a:cubicBezTo>
                    <a:pt x="1524" y="1"/>
                    <a:pt x="1" y="1524"/>
                    <a:pt x="1" y="3402"/>
                  </a:cubicBezTo>
                  <a:lnTo>
                    <a:pt x="1" y="10128"/>
                  </a:lnTo>
                  <a:cubicBezTo>
                    <a:pt x="1" y="12001"/>
                    <a:pt x="1524" y="13524"/>
                    <a:pt x="3402" y="13524"/>
                  </a:cubicBezTo>
                  <a:cubicBezTo>
                    <a:pt x="3405" y="13524"/>
                    <a:pt x="3408" y="13524"/>
                    <a:pt x="3411" y="13524"/>
                  </a:cubicBezTo>
                  <a:cubicBezTo>
                    <a:pt x="5285" y="13524"/>
                    <a:pt x="6803" y="12003"/>
                    <a:pt x="6799" y="10128"/>
                  </a:cubicBezTo>
                  <a:lnTo>
                    <a:pt x="6799" y="3402"/>
                  </a:lnTo>
                  <a:cubicBezTo>
                    <a:pt x="6799" y="1524"/>
                    <a:pt x="5276" y="1"/>
                    <a:pt x="34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86"/>
            <p:cNvSpPr/>
            <p:nvPr/>
          </p:nvSpPr>
          <p:spPr>
            <a:xfrm>
              <a:off x="6675413" y="2466443"/>
              <a:ext cx="154855" cy="349163"/>
            </a:xfrm>
            <a:custGeom>
              <a:rect b="b" l="l" r="r" t="t"/>
              <a:pathLst>
                <a:path extrusionOk="0" h="13337" w="5915">
                  <a:moveTo>
                    <a:pt x="3647" y="0"/>
                  </a:moveTo>
                  <a:cubicBezTo>
                    <a:pt x="4223" y="629"/>
                    <a:pt x="4540" y="1446"/>
                    <a:pt x="4540" y="2296"/>
                  </a:cubicBezTo>
                  <a:lnTo>
                    <a:pt x="4540" y="9022"/>
                  </a:lnTo>
                  <a:cubicBezTo>
                    <a:pt x="4540" y="10900"/>
                    <a:pt x="3018" y="12423"/>
                    <a:pt x="1139" y="12423"/>
                  </a:cubicBezTo>
                  <a:cubicBezTo>
                    <a:pt x="750" y="12423"/>
                    <a:pt x="366" y="12356"/>
                    <a:pt x="1" y="12231"/>
                  </a:cubicBezTo>
                  <a:lnTo>
                    <a:pt x="1" y="12231"/>
                  </a:lnTo>
                  <a:cubicBezTo>
                    <a:pt x="658" y="12948"/>
                    <a:pt x="1574" y="13336"/>
                    <a:pt x="2512" y="13336"/>
                  </a:cubicBezTo>
                  <a:cubicBezTo>
                    <a:pt x="2925" y="13336"/>
                    <a:pt x="3342" y="13261"/>
                    <a:pt x="3743" y="13105"/>
                  </a:cubicBezTo>
                  <a:cubicBezTo>
                    <a:pt x="5050" y="12596"/>
                    <a:pt x="5910" y="11338"/>
                    <a:pt x="5910" y="9935"/>
                  </a:cubicBezTo>
                  <a:lnTo>
                    <a:pt x="5910" y="3209"/>
                  </a:lnTo>
                  <a:cubicBezTo>
                    <a:pt x="5914" y="1768"/>
                    <a:pt x="5006" y="481"/>
                    <a:pt x="364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86"/>
            <p:cNvSpPr/>
            <p:nvPr/>
          </p:nvSpPr>
          <p:spPr>
            <a:xfrm>
              <a:off x="6652139" y="2638498"/>
              <a:ext cx="178129" cy="176977"/>
            </a:xfrm>
            <a:custGeom>
              <a:rect b="b" l="l" r="r" t="t"/>
              <a:pathLst>
                <a:path extrusionOk="0" h="6760" w="6804">
                  <a:moveTo>
                    <a:pt x="1" y="0"/>
                  </a:moveTo>
                  <a:lnTo>
                    <a:pt x="1" y="3358"/>
                  </a:lnTo>
                  <a:cubicBezTo>
                    <a:pt x="1" y="5236"/>
                    <a:pt x="1524" y="6759"/>
                    <a:pt x="3402" y="6759"/>
                  </a:cubicBezTo>
                  <a:cubicBezTo>
                    <a:pt x="5281" y="6759"/>
                    <a:pt x="6803" y="5236"/>
                    <a:pt x="6803" y="3358"/>
                  </a:cubicBezTo>
                  <a:lnTo>
                    <a:pt x="6803"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86"/>
            <p:cNvSpPr/>
            <p:nvPr/>
          </p:nvSpPr>
          <p:spPr>
            <a:xfrm>
              <a:off x="6675413" y="2638498"/>
              <a:ext cx="154724" cy="177108"/>
            </a:xfrm>
            <a:custGeom>
              <a:rect b="b" l="l" r="r" t="t"/>
              <a:pathLst>
                <a:path extrusionOk="0" h="6765" w="5910">
                  <a:moveTo>
                    <a:pt x="4540" y="0"/>
                  </a:moveTo>
                  <a:lnTo>
                    <a:pt x="4540" y="2450"/>
                  </a:lnTo>
                  <a:cubicBezTo>
                    <a:pt x="4540" y="4328"/>
                    <a:pt x="3018" y="5851"/>
                    <a:pt x="1139" y="5851"/>
                  </a:cubicBezTo>
                  <a:cubicBezTo>
                    <a:pt x="750" y="5851"/>
                    <a:pt x="366" y="5784"/>
                    <a:pt x="1" y="5659"/>
                  </a:cubicBezTo>
                  <a:lnTo>
                    <a:pt x="1" y="5659"/>
                  </a:lnTo>
                  <a:cubicBezTo>
                    <a:pt x="658" y="6376"/>
                    <a:pt x="1574" y="6764"/>
                    <a:pt x="2512" y="6764"/>
                  </a:cubicBezTo>
                  <a:cubicBezTo>
                    <a:pt x="2925" y="6764"/>
                    <a:pt x="3342" y="6689"/>
                    <a:pt x="3743" y="6533"/>
                  </a:cubicBezTo>
                  <a:cubicBezTo>
                    <a:pt x="5050" y="6024"/>
                    <a:pt x="5910" y="4766"/>
                    <a:pt x="5910" y="3363"/>
                  </a:cubicBezTo>
                  <a:lnTo>
                    <a:pt x="5910"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86"/>
            <p:cNvSpPr/>
            <p:nvPr/>
          </p:nvSpPr>
          <p:spPr>
            <a:xfrm>
              <a:off x="6856029" y="2491890"/>
              <a:ext cx="157604" cy="150168"/>
            </a:xfrm>
            <a:custGeom>
              <a:rect b="b" l="l" r="r" t="t"/>
              <a:pathLst>
                <a:path extrusionOk="0" h="5736" w="6020">
                  <a:moveTo>
                    <a:pt x="2869" y="0"/>
                  </a:moveTo>
                  <a:cubicBezTo>
                    <a:pt x="2500" y="0"/>
                    <a:pt x="2127" y="72"/>
                    <a:pt x="1773" y="220"/>
                  </a:cubicBezTo>
                  <a:cubicBezTo>
                    <a:pt x="702" y="661"/>
                    <a:pt x="0" y="1709"/>
                    <a:pt x="0" y="2867"/>
                  </a:cubicBezTo>
                  <a:cubicBezTo>
                    <a:pt x="0" y="4029"/>
                    <a:pt x="702" y="5072"/>
                    <a:pt x="1773" y="5518"/>
                  </a:cubicBezTo>
                  <a:cubicBezTo>
                    <a:pt x="2127" y="5664"/>
                    <a:pt x="2499" y="5735"/>
                    <a:pt x="2868" y="5735"/>
                  </a:cubicBezTo>
                  <a:cubicBezTo>
                    <a:pt x="3615" y="5735"/>
                    <a:pt x="4349" y="5444"/>
                    <a:pt x="4896" y="4894"/>
                  </a:cubicBezTo>
                  <a:cubicBezTo>
                    <a:pt x="6020" y="3774"/>
                    <a:pt x="6020" y="1959"/>
                    <a:pt x="4896" y="839"/>
                  </a:cubicBezTo>
                  <a:cubicBezTo>
                    <a:pt x="4349" y="293"/>
                    <a:pt x="3616" y="0"/>
                    <a:pt x="286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86"/>
            <p:cNvSpPr/>
            <p:nvPr/>
          </p:nvSpPr>
          <p:spPr>
            <a:xfrm>
              <a:off x="6866448" y="2502284"/>
              <a:ext cx="147053" cy="139854"/>
            </a:xfrm>
            <a:custGeom>
              <a:rect b="b" l="l" r="r" t="t"/>
              <a:pathLst>
                <a:path extrusionOk="0" h="5342" w="5617">
                  <a:moveTo>
                    <a:pt x="3931" y="0"/>
                  </a:moveTo>
                  <a:lnTo>
                    <a:pt x="3931" y="0"/>
                  </a:lnTo>
                  <a:cubicBezTo>
                    <a:pt x="4594" y="1129"/>
                    <a:pt x="4411" y="2561"/>
                    <a:pt x="3484" y="3488"/>
                  </a:cubicBezTo>
                  <a:cubicBezTo>
                    <a:pt x="2932" y="4039"/>
                    <a:pt x="2197" y="4326"/>
                    <a:pt x="1455" y="4326"/>
                  </a:cubicBezTo>
                  <a:cubicBezTo>
                    <a:pt x="956" y="4326"/>
                    <a:pt x="453" y="4197"/>
                    <a:pt x="1" y="3930"/>
                  </a:cubicBezTo>
                  <a:lnTo>
                    <a:pt x="1" y="3930"/>
                  </a:lnTo>
                  <a:cubicBezTo>
                    <a:pt x="121" y="4137"/>
                    <a:pt x="270" y="4329"/>
                    <a:pt x="443" y="4502"/>
                  </a:cubicBezTo>
                  <a:cubicBezTo>
                    <a:pt x="1003" y="5061"/>
                    <a:pt x="1736" y="5341"/>
                    <a:pt x="2470" y="5341"/>
                  </a:cubicBezTo>
                  <a:cubicBezTo>
                    <a:pt x="3204" y="5341"/>
                    <a:pt x="3938" y="5061"/>
                    <a:pt x="4498" y="4502"/>
                  </a:cubicBezTo>
                  <a:cubicBezTo>
                    <a:pt x="5617" y="3382"/>
                    <a:pt x="5617" y="1566"/>
                    <a:pt x="4498" y="447"/>
                  </a:cubicBezTo>
                  <a:lnTo>
                    <a:pt x="4498" y="442"/>
                  </a:lnTo>
                  <a:cubicBezTo>
                    <a:pt x="4329" y="274"/>
                    <a:pt x="4137" y="125"/>
                    <a:pt x="393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86"/>
            <p:cNvSpPr/>
            <p:nvPr/>
          </p:nvSpPr>
          <p:spPr>
            <a:xfrm>
              <a:off x="6856029" y="2657191"/>
              <a:ext cx="157604" cy="150142"/>
            </a:xfrm>
            <a:custGeom>
              <a:rect b="b" l="l" r="r" t="t"/>
              <a:pathLst>
                <a:path extrusionOk="0" h="5735" w="6020">
                  <a:moveTo>
                    <a:pt x="2869" y="1"/>
                  </a:moveTo>
                  <a:cubicBezTo>
                    <a:pt x="2500" y="1"/>
                    <a:pt x="2127" y="72"/>
                    <a:pt x="1773" y="218"/>
                  </a:cubicBezTo>
                  <a:cubicBezTo>
                    <a:pt x="702" y="660"/>
                    <a:pt x="0" y="1707"/>
                    <a:pt x="0" y="2865"/>
                  </a:cubicBezTo>
                  <a:cubicBezTo>
                    <a:pt x="0" y="4028"/>
                    <a:pt x="702" y="5070"/>
                    <a:pt x="1773" y="5517"/>
                  </a:cubicBezTo>
                  <a:cubicBezTo>
                    <a:pt x="2127" y="5663"/>
                    <a:pt x="2500" y="5734"/>
                    <a:pt x="2869" y="5734"/>
                  </a:cubicBezTo>
                  <a:cubicBezTo>
                    <a:pt x="3615" y="5734"/>
                    <a:pt x="4349" y="5444"/>
                    <a:pt x="4896" y="4897"/>
                  </a:cubicBezTo>
                  <a:cubicBezTo>
                    <a:pt x="6020" y="3773"/>
                    <a:pt x="6020" y="1957"/>
                    <a:pt x="4896" y="838"/>
                  </a:cubicBezTo>
                  <a:cubicBezTo>
                    <a:pt x="4349" y="291"/>
                    <a:pt x="3615" y="1"/>
                    <a:pt x="2869"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86"/>
            <p:cNvSpPr/>
            <p:nvPr/>
          </p:nvSpPr>
          <p:spPr>
            <a:xfrm>
              <a:off x="6866448" y="2667663"/>
              <a:ext cx="147184" cy="139827"/>
            </a:xfrm>
            <a:custGeom>
              <a:rect b="b" l="l" r="r" t="t"/>
              <a:pathLst>
                <a:path extrusionOk="0" h="5341" w="5622">
                  <a:moveTo>
                    <a:pt x="3936" y="1"/>
                  </a:moveTo>
                  <a:lnTo>
                    <a:pt x="3936" y="1"/>
                  </a:lnTo>
                  <a:cubicBezTo>
                    <a:pt x="4603" y="1130"/>
                    <a:pt x="4421" y="2566"/>
                    <a:pt x="3494" y="3493"/>
                  </a:cubicBezTo>
                  <a:cubicBezTo>
                    <a:pt x="2940" y="4047"/>
                    <a:pt x="2204" y="4335"/>
                    <a:pt x="1461" y="4335"/>
                  </a:cubicBezTo>
                  <a:cubicBezTo>
                    <a:pt x="960" y="4335"/>
                    <a:pt x="456" y="4204"/>
                    <a:pt x="1" y="3935"/>
                  </a:cubicBezTo>
                  <a:lnTo>
                    <a:pt x="1" y="3935"/>
                  </a:lnTo>
                  <a:cubicBezTo>
                    <a:pt x="121" y="4142"/>
                    <a:pt x="270" y="4329"/>
                    <a:pt x="443" y="4497"/>
                  </a:cubicBezTo>
                  <a:cubicBezTo>
                    <a:pt x="1003" y="5059"/>
                    <a:pt x="1736" y="5340"/>
                    <a:pt x="2470" y="5340"/>
                  </a:cubicBezTo>
                  <a:cubicBezTo>
                    <a:pt x="3204" y="5340"/>
                    <a:pt x="3938" y="5059"/>
                    <a:pt x="4498" y="4497"/>
                  </a:cubicBezTo>
                  <a:cubicBezTo>
                    <a:pt x="5622" y="3378"/>
                    <a:pt x="5622" y="1562"/>
                    <a:pt x="4498" y="438"/>
                  </a:cubicBezTo>
                  <a:cubicBezTo>
                    <a:pt x="4329" y="270"/>
                    <a:pt x="4142" y="121"/>
                    <a:pt x="393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86"/>
            <p:cNvSpPr/>
            <p:nvPr/>
          </p:nvSpPr>
          <p:spPr>
            <a:xfrm>
              <a:off x="6644992" y="2454243"/>
              <a:ext cx="190800" cy="368405"/>
            </a:xfrm>
            <a:custGeom>
              <a:rect b="b" l="l" r="r" t="t"/>
              <a:pathLst>
                <a:path extrusionOk="0" h="14072" w="7288">
                  <a:moveTo>
                    <a:pt x="3675" y="413"/>
                  </a:moveTo>
                  <a:cubicBezTo>
                    <a:pt x="5443" y="413"/>
                    <a:pt x="6870" y="1845"/>
                    <a:pt x="6875" y="3608"/>
                  </a:cubicBezTo>
                  <a:lnTo>
                    <a:pt x="6870" y="6831"/>
                  </a:lnTo>
                  <a:lnTo>
                    <a:pt x="3622" y="6831"/>
                  </a:lnTo>
                  <a:cubicBezTo>
                    <a:pt x="3348" y="6831"/>
                    <a:pt x="3348" y="7245"/>
                    <a:pt x="3622" y="7245"/>
                  </a:cubicBezTo>
                  <a:lnTo>
                    <a:pt x="6870" y="7245"/>
                  </a:lnTo>
                  <a:lnTo>
                    <a:pt x="6870" y="10468"/>
                  </a:lnTo>
                  <a:cubicBezTo>
                    <a:pt x="6870" y="12231"/>
                    <a:pt x="5438" y="13658"/>
                    <a:pt x="3675" y="13663"/>
                  </a:cubicBezTo>
                  <a:lnTo>
                    <a:pt x="3608" y="13663"/>
                  </a:lnTo>
                  <a:cubicBezTo>
                    <a:pt x="1845" y="13658"/>
                    <a:pt x="413" y="12231"/>
                    <a:pt x="413" y="10468"/>
                  </a:cubicBezTo>
                  <a:lnTo>
                    <a:pt x="413" y="7240"/>
                  </a:lnTo>
                  <a:lnTo>
                    <a:pt x="2565" y="7240"/>
                  </a:lnTo>
                  <a:cubicBezTo>
                    <a:pt x="2839" y="7240"/>
                    <a:pt x="2839" y="6831"/>
                    <a:pt x="2565" y="6831"/>
                  </a:cubicBezTo>
                  <a:lnTo>
                    <a:pt x="413" y="6831"/>
                  </a:lnTo>
                  <a:lnTo>
                    <a:pt x="413" y="3608"/>
                  </a:lnTo>
                  <a:cubicBezTo>
                    <a:pt x="413" y="1845"/>
                    <a:pt x="1845" y="413"/>
                    <a:pt x="3608" y="413"/>
                  </a:cubicBezTo>
                  <a:close/>
                  <a:moveTo>
                    <a:pt x="3608" y="0"/>
                  </a:moveTo>
                  <a:cubicBezTo>
                    <a:pt x="1614" y="0"/>
                    <a:pt x="0" y="1614"/>
                    <a:pt x="0" y="3608"/>
                  </a:cubicBezTo>
                  <a:lnTo>
                    <a:pt x="0" y="10468"/>
                  </a:lnTo>
                  <a:cubicBezTo>
                    <a:pt x="0" y="12457"/>
                    <a:pt x="1614" y="14071"/>
                    <a:pt x="3608" y="14071"/>
                  </a:cubicBezTo>
                  <a:lnTo>
                    <a:pt x="3675" y="14071"/>
                  </a:lnTo>
                  <a:cubicBezTo>
                    <a:pt x="5669" y="14071"/>
                    <a:pt x="7283" y="12457"/>
                    <a:pt x="7288" y="10463"/>
                  </a:cubicBezTo>
                  <a:lnTo>
                    <a:pt x="7288" y="3608"/>
                  </a:lnTo>
                  <a:cubicBezTo>
                    <a:pt x="7283" y="1614"/>
                    <a:pt x="5669" y="5"/>
                    <a:pt x="36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86"/>
            <p:cNvSpPr/>
            <p:nvPr/>
          </p:nvSpPr>
          <p:spPr>
            <a:xfrm>
              <a:off x="6844457" y="2485162"/>
              <a:ext cx="175354" cy="162525"/>
            </a:xfrm>
            <a:custGeom>
              <a:rect b="b" l="l" r="r" t="t"/>
              <a:pathLst>
                <a:path extrusionOk="0" h="6208" w="6698">
                  <a:moveTo>
                    <a:pt x="3346" y="413"/>
                  </a:moveTo>
                  <a:cubicBezTo>
                    <a:pt x="4037" y="413"/>
                    <a:pt x="4727" y="678"/>
                    <a:pt x="5251" y="1202"/>
                  </a:cubicBezTo>
                  <a:cubicBezTo>
                    <a:pt x="6246" y="2192"/>
                    <a:pt x="6308" y="3786"/>
                    <a:pt x="5395" y="4853"/>
                  </a:cubicBezTo>
                  <a:lnTo>
                    <a:pt x="4127" y="3585"/>
                  </a:lnTo>
                  <a:cubicBezTo>
                    <a:pt x="4081" y="3539"/>
                    <a:pt x="4030" y="3519"/>
                    <a:pt x="3981" y="3519"/>
                  </a:cubicBezTo>
                  <a:cubicBezTo>
                    <a:pt x="3820" y="3519"/>
                    <a:pt x="3683" y="3727"/>
                    <a:pt x="3834" y="3878"/>
                  </a:cubicBezTo>
                  <a:lnTo>
                    <a:pt x="5102" y="5146"/>
                  </a:lnTo>
                  <a:cubicBezTo>
                    <a:pt x="4598" y="5578"/>
                    <a:pt x="3976" y="5791"/>
                    <a:pt x="3356" y="5791"/>
                  </a:cubicBezTo>
                  <a:cubicBezTo>
                    <a:pt x="2665" y="5791"/>
                    <a:pt x="1975" y="5526"/>
                    <a:pt x="1451" y="5002"/>
                  </a:cubicBezTo>
                  <a:cubicBezTo>
                    <a:pt x="457" y="4007"/>
                    <a:pt x="394" y="2417"/>
                    <a:pt x="1307" y="1351"/>
                  </a:cubicBezTo>
                  <a:lnTo>
                    <a:pt x="1307" y="1351"/>
                  </a:lnTo>
                  <a:lnTo>
                    <a:pt x="3205" y="3248"/>
                  </a:lnTo>
                  <a:cubicBezTo>
                    <a:pt x="3251" y="3294"/>
                    <a:pt x="3302" y="3314"/>
                    <a:pt x="3351" y="3314"/>
                  </a:cubicBezTo>
                  <a:cubicBezTo>
                    <a:pt x="3512" y="3314"/>
                    <a:pt x="3649" y="3106"/>
                    <a:pt x="3498" y="2955"/>
                  </a:cubicBezTo>
                  <a:lnTo>
                    <a:pt x="1600" y="1058"/>
                  </a:lnTo>
                  <a:cubicBezTo>
                    <a:pt x="2104" y="626"/>
                    <a:pt x="2726" y="413"/>
                    <a:pt x="3346" y="413"/>
                  </a:cubicBezTo>
                  <a:close/>
                  <a:moveTo>
                    <a:pt x="3349" y="1"/>
                  </a:moveTo>
                  <a:cubicBezTo>
                    <a:pt x="2095" y="1"/>
                    <a:pt x="961" y="755"/>
                    <a:pt x="481" y="1918"/>
                  </a:cubicBezTo>
                  <a:cubicBezTo>
                    <a:pt x="0" y="3075"/>
                    <a:pt x="269" y="4411"/>
                    <a:pt x="1153" y="5300"/>
                  </a:cubicBezTo>
                  <a:cubicBezTo>
                    <a:pt x="1761" y="5905"/>
                    <a:pt x="2556" y="6208"/>
                    <a:pt x="3351" y="6208"/>
                  </a:cubicBezTo>
                  <a:cubicBezTo>
                    <a:pt x="4145" y="6208"/>
                    <a:pt x="4939" y="5905"/>
                    <a:pt x="5544" y="5300"/>
                  </a:cubicBezTo>
                  <a:cubicBezTo>
                    <a:pt x="6433" y="4411"/>
                    <a:pt x="6697" y="3075"/>
                    <a:pt x="6217" y="1918"/>
                  </a:cubicBezTo>
                  <a:cubicBezTo>
                    <a:pt x="5736" y="755"/>
                    <a:pt x="4603" y="1"/>
                    <a:pt x="33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86"/>
            <p:cNvSpPr/>
            <p:nvPr/>
          </p:nvSpPr>
          <p:spPr>
            <a:xfrm>
              <a:off x="6850871" y="2651902"/>
              <a:ext cx="169673" cy="162473"/>
            </a:xfrm>
            <a:custGeom>
              <a:rect b="b" l="l" r="r" t="t"/>
              <a:pathLst>
                <a:path extrusionOk="0" h="6206" w="6481">
                  <a:moveTo>
                    <a:pt x="3109" y="414"/>
                  </a:moveTo>
                  <a:cubicBezTo>
                    <a:pt x="3730" y="414"/>
                    <a:pt x="4353" y="627"/>
                    <a:pt x="4857" y="1059"/>
                  </a:cubicBezTo>
                  <a:lnTo>
                    <a:pt x="1067" y="4854"/>
                  </a:lnTo>
                  <a:cubicBezTo>
                    <a:pt x="144" y="3788"/>
                    <a:pt x="207" y="2197"/>
                    <a:pt x="1201" y="1203"/>
                  </a:cubicBezTo>
                  <a:cubicBezTo>
                    <a:pt x="1725" y="679"/>
                    <a:pt x="2416" y="414"/>
                    <a:pt x="3109" y="414"/>
                  </a:cubicBezTo>
                  <a:close/>
                  <a:moveTo>
                    <a:pt x="3104" y="1"/>
                  </a:moveTo>
                  <a:cubicBezTo>
                    <a:pt x="2704" y="1"/>
                    <a:pt x="2301" y="78"/>
                    <a:pt x="1917" y="237"/>
                  </a:cubicBezTo>
                  <a:cubicBezTo>
                    <a:pt x="759" y="718"/>
                    <a:pt x="0" y="1847"/>
                    <a:pt x="0" y="3105"/>
                  </a:cubicBezTo>
                  <a:cubicBezTo>
                    <a:pt x="0" y="4359"/>
                    <a:pt x="759" y="5488"/>
                    <a:pt x="1917" y="5969"/>
                  </a:cubicBezTo>
                  <a:cubicBezTo>
                    <a:pt x="2301" y="6128"/>
                    <a:pt x="2704" y="6205"/>
                    <a:pt x="3104" y="6205"/>
                  </a:cubicBezTo>
                  <a:cubicBezTo>
                    <a:pt x="3911" y="6205"/>
                    <a:pt x="4705" y="5890"/>
                    <a:pt x="5299" y="5296"/>
                  </a:cubicBezTo>
                  <a:cubicBezTo>
                    <a:pt x="5451" y="5148"/>
                    <a:pt x="5312" y="4940"/>
                    <a:pt x="5150" y="4940"/>
                  </a:cubicBezTo>
                  <a:cubicBezTo>
                    <a:pt x="5102" y="4940"/>
                    <a:pt x="5051" y="4959"/>
                    <a:pt x="5006" y="5003"/>
                  </a:cubicBezTo>
                  <a:cubicBezTo>
                    <a:pt x="4483" y="5529"/>
                    <a:pt x="3793" y="5794"/>
                    <a:pt x="3101" y="5794"/>
                  </a:cubicBezTo>
                  <a:cubicBezTo>
                    <a:pt x="2479" y="5794"/>
                    <a:pt x="1855" y="5579"/>
                    <a:pt x="1350" y="5147"/>
                  </a:cubicBezTo>
                  <a:lnTo>
                    <a:pt x="2618" y="3879"/>
                  </a:lnTo>
                  <a:lnTo>
                    <a:pt x="5145" y="1352"/>
                  </a:lnTo>
                  <a:cubicBezTo>
                    <a:pt x="5866" y="2183"/>
                    <a:pt x="6001" y="3374"/>
                    <a:pt x="5487" y="4345"/>
                  </a:cubicBezTo>
                  <a:cubicBezTo>
                    <a:pt x="5402" y="4510"/>
                    <a:pt x="5540" y="4648"/>
                    <a:pt x="5677" y="4648"/>
                  </a:cubicBezTo>
                  <a:cubicBezTo>
                    <a:pt x="5744" y="4648"/>
                    <a:pt x="5811" y="4616"/>
                    <a:pt x="5852" y="4537"/>
                  </a:cubicBezTo>
                  <a:cubicBezTo>
                    <a:pt x="6481" y="3336"/>
                    <a:pt x="6260" y="1866"/>
                    <a:pt x="5299" y="910"/>
                  </a:cubicBezTo>
                  <a:cubicBezTo>
                    <a:pt x="4705" y="316"/>
                    <a:pt x="3911" y="1"/>
                    <a:pt x="31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6" name="Google Shape;13626;p86"/>
          <p:cNvGrpSpPr/>
          <p:nvPr/>
        </p:nvGrpSpPr>
        <p:grpSpPr>
          <a:xfrm>
            <a:off x="6186789" y="2457333"/>
            <a:ext cx="371049" cy="362096"/>
            <a:chOff x="6186789" y="2457333"/>
            <a:chExt cx="371049" cy="362096"/>
          </a:xfrm>
        </p:grpSpPr>
        <p:sp>
          <p:nvSpPr>
            <p:cNvPr id="13627" name="Google Shape;13627;p86"/>
            <p:cNvSpPr/>
            <p:nvPr/>
          </p:nvSpPr>
          <p:spPr>
            <a:xfrm>
              <a:off x="6189067" y="2629178"/>
              <a:ext cx="193837" cy="186480"/>
            </a:xfrm>
            <a:custGeom>
              <a:rect b="b" l="l" r="r" t="t"/>
              <a:pathLst>
                <a:path extrusionOk="0" h="7123" w="7404">
                  <a:moveTo>
                    <a:pt x="3844" y="1"/>
                  </a:moveTo>
                  <a:cubicBezTo>
                    <a:pt x="2402" y="1"/>
                    <a:pt x="1105" y="870"/>
                    <a:pt x="553" y="2201"/>
                  </a:cubicBezTo>
                  <a:cubicBezTo>
                    <a:pt x="0" y="3531"/>
                    <a:pt x="308" y="5059"/>
                    <a:pt x="1326" y="6078"/>
                  </a:cubicBezTo>
                  <a:cubicBezTo>
                    <a:pt x="2008" y="6759"/>
                    <a:pt x="2920" y="7122"/>
                    <a:pt x="3847" y="7122"/>
                  </a:cubicBezTo>
                  <a:cubicBezTo>
                    <a:pt x="4306" y="7122"/>
                    <a:pt x="4768" y="7034"/>
                    <a:pt x="5208" y="6851"/>
                  </a:cubicBezTo>
                  <a:cubicBezTo>
                    <a:pt x="6539" y="6299"/>
                    <a:pt x="7403" y="5002"/>
                    <a:pt x="7403" y="3560"/>
                  </a:cubicBezTo>
                  <a:cubicBezTo>
                    <a:pt x="7403" y="1595"/>
                    <a:pt x="5808" y="1"/>
                    <a:pt x="384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86"/>
            <p:cNvSpPr/>
            <p:nvPr/>
          </p:nvSpPr>
          <p:spPr>
            <a:xfrm>
              <a:off x="6234332" y="2680988"/>
              <a:ext cx="96761" cy="82807"/>
            </a:xfrm>
            <a:custGeom>
              <a:rect b="b" l="l" r="r" t="t"/>
              <a:pathLst>
                <a:path extrusionOk="0" h="3163" w="3696">
                  <a:moveTo>
                    <a:pt x="2115" y="1"/>
                  </a:moveTo>
                  <a:cubicBezTo>
                    <a:pt x="707" y="1"/>
                    <a:pt x="1" y="1706"/>
                    <a:pt x="995" y="2701"/>
                  </a:cubicBezTo>
                  <a:cubicBezTo>
                    <a:pt x="1297" y="3002"/>
                    <a:pt x="1702" y="3163"/>
                    <a:pt x="2113" y="3163"/>
                  </a:cubicBezTo>
                  <a:cubicBezTo>
                    <a:pt x="2318" y="3163"/>
                    <a:pt x="2524" y="3123"/>
                    <a:pt x="2720" y="3042"/>
                  </a:cubicBezTo>
                  <a:cubicBezTo>
                    <a:pt x="3311" y="2797"/>
                    <a:pt x="3695" y="2220"/>
                    <a:pt x="3695" y="1581"/>
                  </a:cubicBezTo>
                  <a:cubicBezTo>
                    <a:pt x="3695" y="712"/>
                    <a:pt x="2989" y="1"/>
                    <a:pt x="2115"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86"/>
            <p:cNvSpPr/>
            <p:nvPr/>
          </p:nvSpPr>
          <p:spPr>
            <a:xfrm>
              <a:off x="6265774" y="2680988"/>
              <a:ext cx="71943" cy="82886"/>
            </a:xfrm>
            <a:custGeom>
              <a:rect b="b" l="l" r="r" t="t"/>
              <a:pathLst>
                <a:path extrusionOk="0" h="3166" w="2748">
                  <a:moveTo>
                    <a:pt x="921" y="1"/>
                  </a:moveTo>
                  <a:cubicBezTo>
                    <a:pt x="919" y="1"/>
                    <a:pt x="916" y="1"/>
                    <a:pt x="914" y="1"/>
                  </a:cubicBezTo>
                  <a:lnTo>
                    <a:pt x="904" y="1"/>
                  </a:lnTo>
                  <a:cubicBezTo>
                    <a:pt x="1461" y="395"/>
                    <a:pt x="1701" y="1111"/>
                    <a:pt x="1500" y="1764"/>
                  </a:cubicBezTo>
                  <a:cubicBezTo>
                    <a:pt x="1293" y="2417"/>
                    <a:pt x="688" y="2864"/>
                    <a:pt x="1" y="2874"/>
                  </a:cubicBezTo>
                  <a:cubicBezTo>
                    <a:pt x="282" y="3073"/>
                    <a:pt x="599" y="3165"/>
                    <a:pt x="911" y="3165"/>
                  </a:cubicBezTo>
                  <a:cubicBezTo>
                    <a:pt x="1570" y="3165"/>
                    <a:pt x="2205" y="2753"/>
                    <a:pt x="2427" y="2062"/>
                  </a:cubicBezTo>
                  <a:cubicBezTo>
                    <a:pt x="2748" y="1041"/>
                    <a:pt x="1988" y="1"/>
                    <a:pt x="92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86"/>
            <p:cNvSpPr/>
            <p:nvPr/>
          </p:nvSpPr>
          <p:spPr>
            <a:xfrm>
              <a:off x="6275330" y="2629178"/>
              <a:ext cx="107574" cy="186533"/>
            </a:xfrm>
            <a:custGeom>
              <a:rect b="b" l="l" r="r" t="t"/>
              <a:pathLst>
                <a:path extrusionOk="0" h="7125" w="4109">
                  <a:moveTo>
                    <a:pt x="549" y="1"/>
                  </a:moveTo>
                  <a:cubicBezTo>
                    <a:pt x="366" y="1"/>
                    <a:pt x="179" y="15"/>
                    <a:pt x="1" y="44"/>
                  </a:cubicBezTo>
                  <a:cubicBezTo>
                    <a:pt x="1730" y="318"/>
                    <a:pt x="3008" y="1807"/>
                    <a:pt x="3008" y="3560"/>
                  </a:cubicBezTo>
                  <a:cubicBezTo>
                    <a:pt x="3008" y="5314"/>
                    <a:pt x="1730" y="6808"/>
                    <a:pt x="1" y="7082"/>
                  </a:cubicBezTo>
                  <a:cubicBezTo>
                    <a:pt x="179" y="7110"/>
                    <a:pt x="366" y="7125"/>
                    <a:pt x="549" y="7125"/>
                  </a:cubicBezTo>
                  <a:cubicBezTo>
                    <a:pt x="2513" y="7125"/>
                    <a:pt x="4108" y="5530"/>
                    <a:pt x="4108" y="3560"/>
                  </a:cubicBezTo>
                  <a:cubicBezTo>
                    <a:pt x="4108" y="1595"/>
                    <a:pt x="2513" y="1"/>
                    <a:pt x="549"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86"/>
            <p:cNvSpPr/>
            <p:nvPr/>
          </p:nvSpPr>
          <p:spPr>
            <a:xfrm>
              <a:off x="6428405" y="2736595"/>
              <a:ext cx="92337" cy="79090"/>
            </a:xfrm>
            <a:custGeom>
              <a:rect b="b" l="l" r="r" t="t"/>
              <a:pathLst>
                <a:path extrusionOk="0" h="3021" w="3527">
                  <a:moveTo>
                    <a:pt x="2018" y="0"/>
                  </a:moveTo>
                  <a:cubicBezTo>
                    <a:pt x="673" y="0"/>
                    <a:pt x="0" y="1624"/>
                    <a:pt x="952" y="2575"/>
                  </a:cubicBezTo>
                  <a:cubicBezTo>
                    <a:pt x="1259" y="2883"/>
                    <a:pt x="1638" y="3021"/>
                    <a:pt x="2008" y="3021"/>
                  </a:cubicBezTo>
                  <a:cubicBezTo>
                    <a:pt x="2784" y="3021"/>
                    <a:pt x="3527" y="2419"/>
                    <a:pt x="3527" y="1509"/>
                  </a:cubicBezTo>
                  <a:cubicBezTo>
                    <a:pt x="3527" y="678"/>
                    <a:pt x="2854" y="0"/>
                    <a:pt x="2018" y="0"/>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86"/>
            <p:cNvSpPr/>
            <p:nvPr/>
          </p:nvSpPr>
          <p:spPr>
            <a:xfrm>
              <a:off x="6467779" y="2736699"/>
              <a:ext cx="53721" cy="79037"/>
            </a:xfrm>
            <a:custGeom>
              <a:rect b="b" l="l" r="r" t="t"/>
              <a:pathLst>
                <a:path extrusionOk="0" h="3019" w="2052">
                  <a:moveTo>
                    <a:pt x="549" y="1"/>
                  </a:moveTo>
                  <a:cubicBezTo>
                    <a:pt x="537" y="1"/>
                    <a:pt x="526" y="1"/>
                    <a:pt x="514" y="1"/>
                  </a:cubicBezTo>
                  <a:cubicBezTo>
                    <a:pt x="341" y="1"/>
                    <a:pt x="163" y="30"/>
                    <a:pt x="0" y="92"/>
                  </a:cubicBezTo>
                  <a:cubicBezTo>
                    <a:pt x="596" y="308"/>
                    <a:pt x="995" y="875"/>
                    <a:pt x="995" y="1509"/>
                  </a:cubicBezTo>
                  <a:cubicBezTo>
                    <a:pt x="995" y="2144"/>
                    <a:pt x="596" y="2710"/>
                    <a:pt x="0" y="2927"/>
                  </a:cubicBezTo>
                  <a:cubicBezTo>
                    <a:pt x="163" y="2984"/>
                    <a:pt x="341" y="3018"/>
                    <a:pt x="514" y="3018"/>
                  </a:cubicBezTo>
                  <a:cubicBezTo>
                    <a:pt x="523" y="3018"/>
                    <a:pt x="532" y="3018"/>
                    <a:pt x="541" y="3018"/>
                  </a:cubicBezTo>
                  <a:cubicBezTo>
                    <a:pt x="1374" y="3018"/>
                    <a:pt x="2051" y="2346"/>
                    <a:pt x="2051" y="1509"/>
                  </a:cubicBezTo>
                  <a:cubicBezTo>
                    <a:pt x="2051" y="676"/>
                    <a:pt x="1379" y="1"/>
                    <a:pt x="549"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86"/>
            <p:cNvSpPr/>
            <p:nvPr/>
          </p:nvSpPr>
          <p:spPr>
            <a:xfrm>
              <a:off x="6194591" y="2467412"/>
              <a:ext cx="42412" cy="38040"/>
            </a:xfrm>
            <a:custGeom>
              <a:rect b="b" l="l" r="r" t="t"/>
              <a:pathLst>
                <a:path extrusionOk="0" h="1453" w="1620">
                  <a:moveTo>
                    <a:pt x="545" y="1"/>
                  </a:moveTo>
                  <a:cubicBezTo>
                    <a:pt x="391" y="1"/>
                    <a:pt x="238" y="75"/>
                    <a:pt x="145" y="213"/>
                  </a:cubicBezTo>
                  <a:cubicBezTo>
                    <a:pt x="1" y="434"/>
                    <a:pt x="63" y="732"/>
                    <a:pt x="284" y="881"/>
                  </a:cubicBezTo>
                  <a:lnTo>
                    <a:pt x="1091" y="1452"/>
                  </a:lnTo>
                  <a:lnTo>
                    <a:pt x="1620" y="655"/>
                  </a:lnTo>
                  <a:lnTo>
                    <a:pt x="813" y="83"/>
                  </a:lnTo>
                  <a:cubicBezTo>
                    <a:pt x="731" y="27"/>
                    <a:pt x="638" y="1"/>
                    <a:pt x="545"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86"/>
            <p:cNvSpPr/>
            <p:nvPr/>
          </p:nvSpPr>
          <p:spPr>
            <a:xfrm>
              <a:off x="6249176" y="2586793"/>
              <a:ext cx="232086" cy="117993"/>
            </a:xfrm>
            <a:custGeom>
              <a:rect b="b" l="l" r="r" t="t"/>
              <a:pathLst>
                <a:path extrusionOk="0" h="4507" w="8865">
                  <a:moveTo>
                    <a:pt x="1" y="1"/>
                  </a:moveTo>
                  <a:lnTo>
                    <a:pt x="1" y="1975"/>
                  </a:lnTo>
                  <a:cubicBezTo>
                    <a:pt x="504" y="1733"/>
                    <a:pt x="1029" y="1620"/>
                    <a:pt x="1543" y="1620"/>
                  </a:cubicBezTo>
                  <a:cubicBezTo>
                    <a:pt x="3180" y="1620"/>
                    <a:pt x="4704" y="2763"/>
                    <a:pt x="5040" y="4507"/>
                  </a:cubicBezTo>
                  <a:lnTo>
                    <a:pt x="8864" y="4507"/>
                  </a:lnTo>
                  <a:lnTo>
                    <a:pt x="8864" y="3647"/>
                  </a:lnTo>
                  <a:lnTo>
                    <a:pt x="8859" y="2724"/>
                  </a:lnTo>
                  <a:cubicBezTo>
                    <a:pt x="8778" y="1197"/>
                    <a:pt x="7514" y="1"/>
                    <a:pt x="598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86"/>
            <p:cNvSpPr/>
            <p:nvPr/>
          </p:nvSpPr>
          <p:spPr>
            <a:xfrm>
              <a:off x="6249176" y="2605747"/>
              <a:ext cx="155850" cy="99039"/>
            </a:xfrm>
            <a:custGeom>
              <a:rect b="b" l="l" r="r" t="t"/>
              <a:pathLst>
                <a:path extrusionOk="0" h="3783" w="5953">
                  <a:moveTo>
                    <a:pt x="1552" y="0"/>
                  </a:moveTo>
                  <a:cubicBezTo>
                    <a:pt x="1040" y="0"/>
                    <a:pt x="516" y="90"/>
                    <a:pt x="1" y="281"/>
                  </a:cubicBezTo>
                  <a:lnTo>
                    <a:pt x="1" y="1251"/>
                  </a:lnTo>
                  <a:cubicBezTo>
                    <a:pt x="504" y="1009"/>
                    <a:pt x="1029" y="896"/>
                    <a:pt x="1543" y="896"/>
                  </a:cubicBezTo>
                  <a:cubicBezTo>
                    <a:pt x="3180" y="896"/>
                    <a:pt x="4704" y="2039"/>
                    <a:pt x="5040" y="3783"/>
                  </a:cubicBezTo>
                  <a:lnTo>
                    <a:pt x="5953" y="3783"/>
                  </a:lnTo>
                  <a:cubicBezTo>
                    <a:pt x="5609" y="1535"/>
                    <a:pt x="3675" y="0"/>
                    <a:pt x="1552"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86"/>
            <p:cNvSpPr/>
            <p:nvPr/>
          </p:nvSpPr>
          <p:spPr>
            <a:xfrm>
              <a:off x="6430551" y="2532469"/>
              <a:ext cx="63905" cy="28327"/>
            </a:xfrm>
            <a:custGeom>
              <a:rect b="b" l="l" r="r" t="t"/>
              <a:pathLst>
                <a:path extrusionOk="0" h="1082" w="2441">
                  <a:moveTo>
                    <a:pt x="0" y="0"/>
                  </a:moveTo>
                  <a:lnTo>
                    <a:pt x="0" y="1081"/>
                  </a:lnTo>
                  <a:lnTo>
                    <a:pt x="1898" y="1081"/>
                  </a:lnTo>
                  <a:cubicBezTo>
                    <a:pt x="2196" y="1081"/>
                    <a:pt x="2441" y="836"/>
                    <a:pt x="2441" y="538"/>
                  </a:cubicBezTo>
                  <a:cubicBezTo>
                    <a:pt x="2441" y="240"/>
                    <a:pt x="2196" y="0"/>
                    <a:pt x="189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86"/>
            <p:cNvSpPr/>
            <p:nvPr/>
          </p:nvSpPr>
          <p:spPr>
            <a:xfrm>
              <a:off x="6186789" y="2457333"/>
              <a:ext cx="371049" cy="362096"/>
            </a:xfrm>
            <a:custGeom>
              <a:rect b="b" l="l" r="r" t="t"/>
              <a:pathLst>
                <a:path extrusionOk="0" h="13831" w="14173">
                  <a:moveTo>
                    <a:pt x="800" y="426"/>
                  </a:moveTo>
                  <a:cubicBezTo>
                    <a:pt x="844" y="426"/>
                    <a:pt x="890" y="437"/>
                    <a:pt x="938" y="463"/>
                  </a:cubicBezTo>
                  <a:lnTo>
                    <a:pt x="1586" y="920"/>
                  </a:lnTo>
                  <a:cubicBezTo>
                    <a:pt x="1538" y="992"/>
                    <a:pt x="1346" y="1270"/>
                    <a:pt x="1284" y="1376"/>
                  </a:cubicBezTo>
                  <a:cubicBezTo>
                    <a:pt x="703" y="970"/>
                    <a:pt x="633" y="921"/>
                    <a:pt x="634" y="921"/>
                  </a:cubicBezTo>
                  <a:lnTo>
                    <a:pt x="634" y="921"/>
                  </a:lnTo>
                  <a:cubicBezTo>
                    <a:pt x="635" y="921"/>
                    <a:pt x="642" y="926"/>
                    <a:pt x="643" y="926"/>
                  </a:cubicBezTo>
                  <a:cubicBezTo>
                    <a:pt x="643" y="926"/>
                    <a:pt x="641" y="924"/>
                    <a:pt x="635" y="920"/>
                  </a:cubicBezTo>
                  <a:cubicBezTo>
                    <a:pt x="409" y="746"/>
                    <a:pt x="567" y="426"/>
                    <a:pt x="800" y="426"/>
                  </a:cubicBezTo>
                  <a:close/>
                  <a:moveTo>
                    <a:pt x="11252" y="3072"/>
                  </a:moveTo>
                  <a:cubicBezTo>
                    <a:pt x="11439" y="3072"/>
                    <a:pt x="11588" y="3221"/>
                    <a:pt x="11588" y="3403"/>
                  </a:cubicBezTo>
                  <a:lnTo>
                    <a:pt x="11588" y="3413"/>
                  </a:lnTo>
                  <a:cubicBezTo>
                    <a:pt x="11588" y="3600"/>
                    <a:pt x="11439" y="3749"/>
                    <a:pt x="11252" y="3749"/>
                  </a:cubicBezTo>
                  <a:lnTo>
                    <a:pt x="9537" y="3749"/>
                  </a:lnTo>
                  <a:lnTo>
                    <a:pt x="9537" y="3072"/>
                  </a:lnTo>
                  <a:close/>
                  <a:moveTo>
                    <a:pt x="7966" y="3615"/>
                  </a:moveTo>
                  <a:lnTo>
                    <a:pt x="7966" y="4604"/>
                  </a:lnTo>
                  <a:lnTo>
                    <a:pt x="2547" y="4604"/>
                  </a:lnTo>
                  <a:lnTo>
                    <a:pt x="2547" y="3615"/>
                  </a:lnTo>
                  <a:close/>
                  <a:moveTo>
                    <a:pt x="3902" y="6644"/>
                  </a:moveTo>
                  <a:cubicBezTo>
                    <a:pt x="4337" y="6644"/>
                    <a:pt x="4776" y="6728"/>
                    <a:pt x="5194" y="6901"/>
                  </a:cubicBezTo>
                  <a:cubicBezTo>
                    <a:pt x="6458" y="7424"/>
                    <a:pt x="7284" y="8659"/>
                    <a:pt x="7289" y="10033"/>
                  </a:cubicBezTo>
                  <a:cubicBezTo>
                    <a:pt x="7284" y="11902"/>
                    <a:pt x="5771" y="13420"/>
                    <a:pt x="3897" y="13420"/>
                  </a:cubicBezTo>
                  <a:cubicBezTo>
                    <a:pt x="2528" y="13420"/>
                    <a:pt x="1293" y="12598"/>
                    <a:pt x="770" y="11330"/>
                  </a:cubicBezTo>
                  <a:cubicBezTo>
                    <a:pt x="246" y="10067"/>
                    <a:pt x="534" y="8606"/>
                    <a:pt x="1500" y="7641"/>
                  </a:cubicBezTo>
                  <a:cubicBezTo>
                    <a:pt x="2150" y="6990"/>
                    <a:pt x="3018" y="6644"/>
                    <a:pt x="3902" y="6644"/>
                  </a:cubicBezTo>
                  <a:close/>
                  <a:moveTo>
                    <a:pt x="11278" y="10787"/>
                  </a:moveTo>
                  <a:cubicBezTo>
                    <a:pt x="11954" y="10787"/>
                    <a:pt x="12602" y="11311"/>
                    <a:pt x="12602" y="12104"/>
                  </a:cubicBezTo>
                  <a:cubicBezTo>
                    <a:pt x="12597" y="12829"/>
                    <a:pt x="12011" y="13415"/>
                    <a:pt x="11286" y="13420"/>
                  </a:cubicBezTo>
                  <a:cubicBezTo>
                    <a:pt x="10113" y="13420"/>
                    <a:pt x="9527" y="12003"/>
                    <a:pt x="10354" y="11176"/>
                  </a:cubicBezTo>
                  <a:cubicBezTo>
                    <a:pt x="10623" y="10907"/>
                    <a:pt x="10954" y="10787"/>
                    <a:pt x="11278" y="10787"/>
                  </a:cubicBezTo>
                  <a:close/>
                  <a:moveTo>
                    <a:pt x="783" y="0"/>
                  </a:moveTo>
                  <a:cubicBezTo>
                    <a:pt x="561" y="0"/>
                    <a:pt x="344" y="107"/>
                    <a:pt x="212" y="305"/>
                  </a:cubicBezTo>
                  <a:cubicBezTo>
                    <a:pt x="1" y="622"/>
                    <a:pt x="87" y="1045"/>
                    <a:pt x="400" y="1256"/>
                  </a:cubicBezTo>
                  <a:cubicBezTo>
                    <a:pt x="1122" y="1746"/>
                    <a:pt x="1209" y="1871"/>
                    <a:pt x="1327" y="1871"/>
                  </a:cubicBezTo>
                  <a:cubicBezTo>
                    <a:pt x="1340" y="1871"/>
                    <a:pt x="1354" y="1869"/>
                    <a:pt x="1370" y="1866"/>
                  </a:cubicBezTo>
                  <a:cubicBezTo>
                    <a:pt x="1500" y="1842"/>
                    <a:pt x="1524" y="1727"/>
                    <a:pt x="1625" y="1597"/>
                  </a:cubicBezTo>
                  <a:lnTo>
                    <a:pt x="2129" y="1933"/>
                  </a:lnTo>
                  <a:lnTo>
                    <a:pt x="2129" y="6670"/>
                  </a:lnTo>
                  <a:cubicBezTo>
                    <a:pt x="875" y="7324"/>
                    <a:pt x="92" y="8625"/>
                    <a:pt x="92" y="10038"/>
                  </a:cubicBezTo>
                  <a:cubicBezTo>
                    <a:pt x="97" y="11450"/>
                    <a:pt x="885" y="12747"/>
                    <a:pt x="2139" y="13401"/>
                  </a:cubicBezTo>
                  <a:cubicBezTo>
                    <a:pt x="2691" y="13688"/>
                    <a:pt x="3293" y="13831"/>
                    <a:pt x="3893" y="13831"/>
                  </a:cubicBezTo>
                  <a:cubicBezTo>
                    <a:pt x="4657" y="13831"/>
                    <a:pt x="5418" y="13600"/>
                    <a:pt x="6068" y="13146"/>
                  </a:cubicBezTo>
                  <a:cubicBezTo>
                    <a:pt x="7226" y="12339"/>
                    <a:pt x="7841" y="10955"/>
                    <a:pt x="7663" y="9553"/>
                  </a:cubicBezTo>
                  <a:lnTo>
                    <a:pt x="11074" y="9553"/>
                  </a:lnTo>
                  <a:lnTo>
                    <a:pt x="11074" y="10384"/>
                  </a:lnTo>
                  <a:cubicBezTo>
                    <a:pt x="9638" y="10557"/>
                    <a:pt x="9032" y="12305"/>
                    <a:pt x="10056" y="13324"/>
                  </a:cubicBezTo>
                  <a:cubicBezTo>
                    <a:pt x="10404" y="13672"/>
                    <a:pt x="10839" y="13831"/>
                    <a:pt x="11266" y="13831"/>
                  </a:cubicBezTo>
                  <a:cubicBezTo>
                    <a:pt x="12087" y="13831"/>
                    <a:pt x="12882" y="13247"/>
                    <a:pt x="12996" y="12305"/>
                  </a:cubicBezTo>
                  <a:lnTo>
                    <a:pt x="13966" y="12305"/>
                  </a:lnTo>
                  <a:cubicBezTo>
                    <a:pt x="14077" y="12305"/>
                    <a:pt x="14173" y="12214"/>
                    <a:pt x="14173" y="12099"/>
                  </a:cubicBezTo>
                  <a:cubicBezTo>
                    <a:pt x="14168" y="11988"/>
                    <a:pt x="14077" y="11897"/>
                    <a:pt x="13966" y="11897"/>
                  </a:cubicBezTo>
                  <a:lnTo>
                    <a:pt x="13005" y="11897"/>
                  </a:lnTo>
                  <a:cubicBezTo>
                    <a:pt x="12905" y="11109"/>
                    <a:pt x="12285" y="10485"/>
                    <a:pt x="11492" y="10393"/>
                  </a:cubicBezTo>
                  <a:lnTo>
                    <a:pt x="11492" y="8481"/>
                  </a:lnTo>
                  <a:cubicBezTo>
                    <a:pt x="11492" y="8342"/>
                    <a:pt x="11389" y="8272"/>
                    <a:pt x="11286" y="8272"/>
                  </a:cubicBezTo>
                  <a:cubicBezTo>
                    <a:pt x="11182" y="8272"/>
                    <a:pt x="11079" y="8342"/>
                    <a:pt x="11079" y="8481"/>
                  </a:cubicBezTo>
                  <a:lnTo>
                    <a:pt x="11079" y="9144"/>
                  </a:lnTo>
                  <a:lnTo>
                    <a:pt x="7596" y="9144"/>
                  </a:lnTo>
                  <a:cubicBezTo>
                    <a:pt x="7184" y="7419"/>
                    <a:pt x="5616" y="6228"/>
                    <a:pt x="3893" y="6228"/>
                  </a:cubicBezTo>
                  <a:cubicBezTo>
                    <a:pt x="3447" y="6228"/>
                    <a:pt x="2991" y="6307"/>
                    <a:pt x="2542" y="6478"/>
                  </a:cubicBezTo>
                  <a:lnTo>
                    <a:pt x="2542" y="5013"/>
                  </a:lnTo>
                  <a:lnTo>
                    <a:pt x="8379" y="5013"/>
                  </a:lnTo>
                  <a:cubicBezTo>
                    <a:pt x="9811" y="5013"/>
                    <a:pt x="10997" y="6137"/>
                    <a:pt x="11074" y="7569"/>
                  </a:cubicBezTo>
                  <a:cubicBezTo>
                    <a:pt x="11081" y="7699"/>
                    <a:pt x="11179" y="7762"/>
                    <a:pt x="11278" y="7762"/>
                  </a:cubicBezTo>
                  <a:cubicBezTo>
                    <a:pt x="11386" y="7762"/>
                    <a:pt x="11495" y="7687"/>
                    <a:pt x="11487" y="7545"/>
                  </a:cubicBezTo>
                  <a:cubicBezTo>
                    <a:pt x="11396" y="5897"/>
                    <a:pt x="10032" y="4604"/>
                    <a:pt x="8379" y="4604"/>
                  </a:cubicBezTo>
                  <a:lnTo>
                    <a:pt x="8379" y="3610"/>
                  </a:lnTo>
                  <a:lnTo>
                    <a:pt x="9124" y="3610"/>
                  </a:lnTo>
                  <a:lnTo>
                    <a:pt x="9124" y="3951"/>
                  </a:lnTo>
                  <a:cubicBezTo>
                    <a:pt x="9124" y="4066"/>
                    <a:pt x="9220" y="4158"/>
                    <a:pt x="9335" y="4158"/>
                  </a:cubicBezTo>
                  <a:lnTo>
                    <a:pt x="11257" y="4158"/>
                  </a:lnTo>
                  <a:cubicBezTo>
                    <a:pt x="11665" y="4158"/>
                    <a:pt x="12001" y="3826"/>
                    <a:pt x="12001" y="3413"/>
                  </a:cubicBezTo>
                  <a:lnTo>
                    <a:pt x="12001" y="3403"/>
                  </a:lnTo>
                  <a:cubicBezTo>
                    <a:pt x="12001" y="2990"/>
                    <a:pt x="11665" y="2659"/>
                    <a:pt x="11257" y="2659"/>
                  </a:cubicBezTo>
                  <a:lnTo>
                    <a:pt x="9335" y="2659"/>
                  </a:lnTo>
                  <a:cubicBezTo>
                    <a:pt x="9220" y="2659"/>
                    <a:pt x="9124" y="2750"/>
                    <a:pt x="9124" y="2865"/>
                  </a:cubicBezTo>
                  <a:lnTo>
                    <a:pt x="9124" y="3207"/>
                  </a:lnTo>
                  <a:lnTo>
                    <a:pt x="2542" y="3207"/>
                  </a:lnTo>
                  <a:lnTo>
                    <a:pt x="2542" y="1828"/>
                  </a:lnTo>
                  <a:cubicBezTo>
                    <a:pt x="2542" y="1761"/>
                    <a:pt x="2509" y="1698"/>
                    <a:pt x="2451" y="1655"/>
                  </a:cubicBezTo>
                  <a:lnTo>
                    <a:pt x="1860" y="1256"/>
                  </a:lnTo>
                  <a:lnTo>
                    <a:pt x="2038" y="982"/>
                  </a:lnTo>
                  <a:cubicBezTo>
                    <a:pt x="2100" y="886"/>
                    <a:pt x="2076" y="761"/>
                    <a:pt x="1985" y="694"/>
                  </a:cubicBezTo>
                  <a:cubicBezTo>
                    <a:pt x="1261" y="183"/>
                    <a:pt x="1169" y="116"/>
                    <a:pt x="1169" y="116"/>
                  </a:cubicBezTo>
                  <a:lnTo>
                    <a:pt x="1169" y="116"/>
                  </a:lnTo>
                  <a:cubicBezTo>
                    <a:pt x="1169" y="116"/>
                    <a:pt x="1180" y="124"/>
                    <a:pt x="1179" y="124"/>
                  </a:cubicBezTo>
                  <a:cubicBezTo>
                    <a:pt x="1179" y="124"/>
                    <a:pt x="1176" y="123"/>
                    <a:pt x="1168" y="118"/>
                  </a:cubicBezTo>
                  <a:cubicBezTo>
                    <a:pt x="1050" y="38"/>
                    <a:pt x="915" y="0"/>
                    <a:pt x="7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86"/>
            <p:cNvSpPr/>
            <p:nvPr/>
          </p:nvSpPr>
          <p:spPr>
            <a:xfrm>
              <a:off x="6240642" y="2676616"/>
              <a:ext cx="96238" cy="88672"/>
            </a:xfrm>
            <a:custGeom>
              <a:rect b="b" l="l" r="r" t="t"/>
              <a:pathLst>
                <a:path extrusionOk="0" h="3387" w="3676">
                  <a:moveTo>
                    <a:pt x="1375" y="0"/>
                  </a:moveTo>
                  <a:cubicBezTo>
                    <a:pt x="1355" y="0"/>
                    <a:pt x="1334" y="3"/>
                    <a:pt x="1312" y="9"/>
                  </a:cubicBezTo>
                  <a:cubicBezTo>
                    <a:pt x="500" y="269"/>
                    <a:pt x="0" y="1081"/>
                    <a:pt x="130" y="1921"/>
                  </a:cubicBezTo>
                  <a:cubicBezTo>
                    <a:pt x="259" y="2762"/>
                    <a:pt x="985" y="3386"/>
                    <a:pt x="1835" y="3386"/>
                  </a:cubicBezTo>
                  <a:cubicBezTo>
                    <a:pt x="2690" y="3386"/>
                    <a:pt x="3416" y="2762"/>
                    <a:pt x="3545" y="1921"/>
                  </a:cubicBezTo>
                  <a:cubicBezTo>
                    <a:pt x="3675" y="1081"/>
                    <a:pt x="3175" y="269"/>
                    <a:pt x="2364" y="9"/>
                  </a:cubicBezTo>
                  <a:cubicBezTo>
                    <a:pt x="2341" y="3"/>
                    <a:pt x="2320" y="0"/>
                    <a:pt x="2300" y="0"/>
                  </a:cubicBezTo>
                  <a:cubicBezTo>
                    <a:pt x="2086" y="0"/>
                    <a:pt x="2006" y="325"/>
                    <a:pt x="2239" y="408"/>
                  </a:cubicBezTo>
                  <a:cubicBezTo>
                    <a:pt x="2854" y="605"/>
                    <a:pt x="3238" y="1220"/>
                    <a:pt x="3137" y="1864"/>
                  </a:cubicBezTo>
                  <a:cubicBezTo>
                    <a:pt x="3036" y="2503"/>
                    <a:pt x="2489" y="2978"/>
                    <a:pt x="1840" y="2978"/>
                  </a:cubicBezTo>
                  <a:cubicBezTo>
                    <a:pt x="1187" y="2978"/>
                    <a:pt x="639" y="2503"/>
                    <a:pt x="538" y="1864"/>
                  </a:cubicBezTo>
                  <a:cubicBezTo>
                    <a:pt x="437" y="1220"/>
                    <a:pt x="821" y="605"/>
                    <a:pt x="1436" y="408"/>
                  </a:cubicBezTo>
                  <a:cubicBezTo>
                    <a:pt x="1669" y="325"/>
                    <a:pt x="1589" y="0"/>
                    <a:pt x="13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9" name="Google Shape;13639;p86"/>
          <p:cNvGrpSpPr/>
          <p:nvPr/>
        </p:nvGrpSpPr>
        <p:grpSpPr>
          <a:xfrm>
            <a:off x="7957893" y="2454479"/>
            <a:ext cx="375081" cy="368169"/>
            <a:chOff x="7957893" y="2454479"/>
            <a:chExt cx="375081" cy="368169"/>
          </a:xfrm>
        </p:grpSpPr>
        <p:sp>
          <p:nvSpPr>
            <p:cNvPr id="13640" name="Google Shape;13640;p86"/>
            <p:cNvSpPr/>
            <p:nvPr/>
          </p:nvSpPr>
          <p:spPr>
            <a:xfrm>
              <a:off x="8023159" y="2461521"/>
              <a:ext cx="40291" cy="46941"/>
            </a:xfrm>
            <a:custGeom>
              <a:rect b="b" l="l" r="r" t="t"/>
              <a:pathLst>
                <a:path extrusionOk="0" h="1793" w="1539">
                  <a:moveTo>
                    <a:pt x="376" y="1"/>
                  </a:moveTo>
                  <a:cubicBezTo>
                    <a:pt x="169" y="1"/>
                    <a:pt x="1" y="169"/>
                    <a:pt x="1" y="375"/>
                  </a:cubicBezTo>
                  <a:lnTo>
                    <a:pt x="1" y="1413"/>
                  </a:lnTo>
                  <a:cubicBezTo>
                    <a:pt x="1" y="1625"/>
                    <a:pt x="169" y="1793"/>
                    <a:pt x="376" y="1793"/>
                  </a:cubicBezTo>
                  <a:lnTo>
                    <a:pt x="640" y="1793"/>
                  </a:lnTo>
                  <a:cubicBezTo>
                    <a:pt x="1139" y="1793"/>
                    <a:pt x="1538" y="1389"/>
                    <a:pt x="1538" y="894"/>
                  </a:cubicBezTo>
                  <a:cubicBezTo>
                    <a:pt x="1538" y="400"/>
                    <a:pt x="1139" y="1"/>
                    <a:pt x="64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86"/>
            <p:cNvSpPr/>
            <p:nvPr/>
          </p:nvSpPr>
          <p:spPr>
            <a:xfrm>
              <a:off x="8023159" y="2461390"/>
              <a:ext cx="22934" cy="46941"/>
            </a:xfrm>
            <a:custGeom>
              <a:rect b="b" l="l" r="r" t="t"/>
              <a:pathLst>
                <a:path extrusionOk="0" h="1793" w="876">
                  <a:moveTo>
                    <a:pt x="380" y="1"/>
                  </a:moveTo>
                  <a:cubicBezTo>
                    <a:pt x="174" y="1"/>
                    <a:pt x="6" y="169"/>
                    <a:pt x="1" y="376"/>
                  </a:cubicBezTo>
                  <a:lnTo>
                    <a:pt x="1" y="1418"/>
                  </a:lnTo>
                  <a:cubicBezTo>
                    <a:pt x="6" y="1625"/>
                    <a:pt x="174" y="1793"/>
                    <a:pt x="380" y="1793"/>
                  </a:cubicBezTo>
                  <a:lnTo>
                    <a:pt x="645" y="1793"/>
                  </a:lnTo>
                  <a:cubicBezTo>
                    <a:pt x="721" y="1793"/>
                    <a:pt x="798" y="1783"/>
                    <a:pt x="875" y="1764"/>
                  </a:cubicBezTo>
                  <a:cubicBezTo>
                    <a:pt x="736" y="1706"/>
                    <a:pt x="645" y="1567"/>
                    <a:pt x="645" y="1418"/>
                  </a:cubicBezTo>
                  <a:lnTo>
                    <a:pt x="645" y="376"/>
                  </a:lnTo>
                  <a:cubicBezTo>
                    <a:pt x="645" y="227"/>
                    <a:pt x="736" y="87"/>
                    <a:pt x="875" y="30"/>
                  </a:cubicBezTo>
                  <a:cubicBezTo>
                    <a:pt x="798" y="11"/>
                    <a:pt x="721" y="1"/>
                    <a:pt x="645"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86"/>
            <p:cNvSpPr/>
            <p:nvPr/>
          </p:nvSpPr>
          <p:spPr>
            <a:xfrm>
              <a:off x="8109710" y="2461521"/>
              <a:ext cx="40265" cy="46941"/>
            </a:xfrm>
            <a:custGeom>
              <a:rect b="b" l="l" r="r" t="t"/>
              <a:pathLst>
                <a:path extrusionOk="0" h="1793" w="1538">
                  <a:moveTo>
                    <a:pt x="898" y="1"/>
                  </a:moveTo>
                  <a:cubicBezTo>
                    <a:pt x="399" y="1"/>
                    <a:pt x="0" y="400"/>
                    <a:pt x="0" y="894"/>
                  </a:cubicBezTo>
                  <a:cubicBezTo>
                    <a:pt x="0" y="1389"/>
                    <a:pt x="399" y="1793"/>
                    <a:pt x="898" y="1793"/>
                  </a:cubicBezTo>
                  <a:lnTo>
                    <a:pt x="1163" y="1793"/>
                  </a:lnTo>
                  <a:cubicBezTo>
                    <a:pt x="1369" y="1793"/>
                    <a:pt x="1537" y="1625"/>
                    <a:pt x="1537" y="1413"/>
                  </a:cubicBezTo>
                  <a:lnTo>
                    <a:pt x="1537" y="375"/>
                  </a:lnTo>
                  <a:cubicBezTo>
                    <a:pt x="1537" y="169"/>
                    <a:pt x="1369" y="1"/>
                    <a:pt x="116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86"/>
            <p:cNvSpPr/>
            <p:nvPr/>
          </p:nvSpPr>
          <p:spPr>
            <a:xfrm>
              <a:off x="8127068" y="2461390"/>
              <a:ext cx="23143" cy="47333"/>
            </a:xfrm>
            <a:custGeom>
              <a:rect b="b" l="l" r="r" t="t"/>
              <a:pathLst>
                <a:path extrusionOk="0" h="1808" w="884">
                  <a:moveTo>
                    <a:pt x="240" y="1"/>
                  </a:moveTo>
                  <a:cubicBezTo>
                    <a:pt x="159" y="1"/>
                    <a:pt x="77" y="11"/>
                    <a:pt x="0" y="35"/>
                  </a:cubicBezTo>
                  <a:cubicBezTo>
                    <a:pt x="135" y="97"/>
                    <a:pt x="226" y="232"/>
                    <a:pt x="226" y="385"/>
                  </a:cubicBezTo>
                  <a:lnTo>
                    <a:pt x="226" y="1423"/>
                  </a:lnTo>
                  <a:cubicBezTo>
                    <a:pt x="221" y="1572"/>
                    <a:pt x="135" y="1711"/>
                    <a:pt x="0" y="1774"/>
                  </a:cubicBezTo>
                  <a:cubicBezTo>
                    <a:pt x="77" y="1798"/>
                    <a:pt x="159" y="1807"/>
                    <a:pt x="240" y="1807"/>
                  </a:cubicBezTo>
                  <a:lnTo>
                    <a:pt x="504" y="1807"/>
                  </a:lnTo>
                  <a:cubicBezTo>
                    <a:pt x="711" y="1807"/>
                    <a:pt x="879" y="1639"/>
                    <a:pt x="879" y="1428"/>
                  </a:cubicBezTo>
                  <a:lnTo>
                    <a:pt x="879" y="390"/>
                  </a:lnTo>
                  <a:cubicBezTo>
                    <a:pt x="884" y="174"/>
                    <a:pt x="716" y="1"/>
                    <a:pt x="504"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86"/>
            <p:cNvSpPr/>
            <p:nvPr/>
          </p:nvSpPr>
          <p:spPr>
            <a:xfrm>
              <a:off x="8217232" y="2615355"/>
              <a:ext cx="103149" cy="103018"/>
            </a:xfrm>
            <a:custGeom>
              <a:rect b="b" l="l" r="r" t="t"/>
              <a:pathLst>
                <a:path extrusionOk="0" h="3935" w="3940">
                  <a:moveTo>
                    <a:pt x="1973" y="0"/>
                  </a:moveTo>
                  <a:cubicBezTo>
                    <a:pt x="1839" y="0"/>
                    <a:pt x="1706" y="14"/>
                    <a:pt x="1576" y="43"/>
                  </a:cubicBezTo>
                  <a:cubicBezTo>
                    <a:pt x="803" y="216"/>
                    <a:pt x="1" y="966"/>
                    <a:pt x="5" y="1970"/>
                  </a:cubicBezTo>
                  <a:cubicBezTo>
                    <a:pt x="10" y="3003"/>
                    <a:pt x="865" y="3935"/>
                    <a:pt x="1975" y="3935"/>
                  </a:cubicBezTo>
                  <a:cubicBezTo>
                    <a:pt x="3080" y="3935"/>
                    <a:pt x="3940" y="3003"/>
                    <a:pt x="3940" y="1970"/>
                  </a:cubicBezTo>
                  <a:cubicBezTo>
                    <a:pt x="3940" y="1076"/>
                    <a:pt x="3291" y="264"/>
                    <a:pt x="2369" y="43"/>
                  </a:cubicBezTo>
                  <a:cubicBezTo>
                    <a:pt x="2239" y="14"/>
                    <a:pt x="2106" y="0"/>
                    <a:pt x="1973"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86"/>
            <p:cNvSpPr/>
            <p:nvPr/>
          </p:nvSpPr>
          <p:spPr>
            <a:xfrm>
              <a:off x="8254721" y="2615250"/>
              <a:ext cx="68068" cy="102992"/>
            </a:xfrm>
            <a:custGeom>
              <a:rect b="b" l="l" r="r" t="t"/>
              <a:pathLst>
                <a:path extrusionOk="0" h="3934" w="2600">
                  <a:moveTo>
                    <a:pt x="538" y="0"/>
                  </a:moveTo>
                  <a:cubicBezTo>
                    <a:pt x="406" y="0"/>
                    <a:pt x="274" y="16"/>
                    <a:pt x="144" y="47"/>
                  </a:cubicBezTo>
                  <a:cubicBezTo>
                    <a:pt x="91" y="57"/>
                    <a:pt x="48" y="67"/>
                    <a:pt x="0" y="81"/>
                  </a:cubicBezTo>
                  <a:cubicBezTo>
                    <a:pt x="846" y="316"/>
                    <a:pt x="1432" y="1090"/>
                    <a:pt x="1432" y="1969"/>
                  </a:cubicBezTo>
                  <a:cubicBezTo>
                    <a:pt x="1432" y="2848"/>
                    <a:pt x="846" y="3622"/>
                    <a:pt x="0" y="3857"/>
                  </a:cubicBezTo>
                  <a:cubicBezTo>
                    <a:pt x="178" y="3910"/>
                    <a:pt x="356" y="3934"/>
                    <a:pt x="538" y="3934"/>
                  </a:cubicBezTo>
                  <a:cubicBezTo>
                    <a:pt x="541" y="3934"/>
                    <a:pt x="545" y="3934"/>
                    <a:pt x="548" y="3934"/>
                  </a:cubicBezTo>
                  <a:cubicBezTo>
                    <a:pt x="1552" y="3934"/>
                    <a:pt x="2398" y="3172"/>
                    <a:pt x="2498" y="2166"/>
                  </a:cubicBezTo>
                  <a:cubicBezTo>
                    <a:pt x="2599" y="1162"/>
                    <a:pt x="1922" y="244"/>
                    <a:pt x="932" y="47"/>
                  </a:cubicBezTo>
                  <a:cubicBezTo>
                    <a:pt x="802" y="16"/>
                    <a:pt x="670" y="0"/>
                    <a:pt x="538"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86"/>
            <p:cNvSpPr/>
            <p:nvPr/>
          </p:nvSpPr>
          <p:spPr>
            <a:xfrm>
              <a:off x="8245401" y="2649415"/>
              <a:ext cx="40893" cy="34950"/>
            </a:xfrm>
            <a:custGeom>
              <a:rect b="b" l="l" r="r" t="t"/>
              <a:pathLst>
                <a:path extrusionOk="0" h="1335" w="1562">
                  <a:moveTo>
                    <a:pt x="894" y="1"/>
                  </a:moveTo>
                  <a:cubicBezTo>
                    <a:pt x="299" y="1"/>
                    <a:pt x="1" y="717"/>
                    <a:pt x="419" y="1140"/>
                  </a:cubicBezTo>
                  <a:cubicBezTo>
                    <a:pt x="555" y="1274"/>
                    <a:pt x="722" y="1335"/>
                    <a:pt x="887" y="1335"/>
                  </a:cubicBezTo>
                  <a:cubicBezTo>
                    <a:pt x="1231" y="1335"/>
                    <a:pt x="1562" y="1069"/>
                    <a:pt x="1562" y="669"/>
                  </a:cubicBezTo>
                  <a:cubicBezTo>
                    <a:pt x="1562" y="299"/>
                    <a:pt x="1264" y="1"/>
                    <a:pt x="89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86"/>
            <p:cNvSpPr/>
            <p:nvPr/>
          </p:nvSpPr>
          <p:spPr>
            <a:xfrm>
              <a:off x="7965328" y="2545559"/>
              <a:ext cx="241877" cy="183496"/>
            </a:xfrm>
            <a:custGeom>
              <a:rect b="b" l="l" r="r" t="t"/>
              <a:pathLst>
                <a:path extrusionOk="0" h="7009" w="9239">
                  <a:moveTo>
                    <a:pt x="590" y="0"/>
                  </a:moveTo>
                  <a:cubicBezTo>
                    <a:pt x="566" y="0"/>
                    <a:pt x="543" y="2"/>
                    <a:pt x="519" y="5"/>
                  </a:cubicBezTo>
                  <a:cubicBezTo>
                    <a:pt x="216" y="38"/>
                    <a:pt x="0" y="312"/>
                    <a:pt x="34" y="615"/>
                  </a:cubicBezTo>
                  <a:lnTo>
                    <a:pt x="293" y="2719"/>
                  </a:lnTo>
                  <a:cubicBezTo>
                    <a:pt x="485" y="4247"/>
                    <a:pt x="1782" y="5390"/>
                    <a:pt x="3324" y="5395"/>
                  </a:cubicBezTo>
                  <a:lnTo>
                    <a:pt x="4064" y="5395"/>
                  </a:lnTo>
                  <a:lnTo>
                    <a:pt x="4064" y="6456"/>
                  </a:lnTo>
                  <a:cubicBezTo>
                    <a:pt x="4064" y="6764"/>
                    <a:pt x="4314" y="7009"/>
                    <a:pt x="4622" y="7009"/>
                  </a:cubicBezTo>
                  <a:cubicBezTo>
                    <a:pt x="4929" y="7009"/>
                    <a:pt x="5179" y="6764"/>
                    <a:pt x="5179" y="6456"/>
                  </a:cubicBezTo>
                  <a:lnTo>
                    <a:pt x="5179" y="5395"/>
                  </a:lnTo>
                  <a:lnTo>
                    <a:pt x="5914" y="5395"/>
                  </a:lnTo>
                  <a:cubicBezTo>
                    <a:pt x="7456" y="5390"/>
                    <a:pt x="8753" y="4247"/>
                    <a:pt x="8945" y="2719"/>
                  </a:cubicBezTo>
                  <a:lnTo>
                    <a:pt x="9205" y="615"/>
                  </a:lnTo>
                  <a:cubicBezTo>
                    <a:pt x="9238" y="312"/>
                    <a:pt x="9022" y="38"/>
                    <a:pt x="8719" y="5"/>
                  </a:cubicBezTo>
                  <a:cubicBezTo>
                    <a:pt x="8696" y="2"/>
                    <a:pt x="8672" y="0"/>
                    <a:pt x="8648" y="0"/>
                  </a:cubicBezTo>
                  <a:cubicBezTo>
                    <a:pt x="8375" y="0"/>
                    <a:pt x="8139" y="201"/>
                    <a:pt x="8100" y="480"/>
                  </a:cubicBezTo>
                  <a:lnTo>
                    <a:pt x="7840" y="2584"/>
                  </a:lnTo>
                  <a:cubicBezTo>
                    <a:pt x="7715" y="3555"/>
                    <a:pt x="6894" y="4280"/>
                    <a:pt x="5919" y="4285"/>
                  </a:cubicBezTo>
                  <a:lnTo>
                    <a:pt x="3320" y="4285"/>
                  </a:lnTo>
                  <a:cubicBezTo>
                    <a:pt x="2344" y="4280"/>
                    <a:pt x="1523" y="3555"/>
                    <a:pt x="1398" y="2584"/>
                  </a:cubicBezTo>
                  <a:lnTo>
                    <a:pt x="1139" y="480"/>
                  </a:lnTo>
                  <a:cubicBezTo>
                    <a:pt x="1099" y="201"/>
                    <a:pt x="863" y="0"/>
                    <a:pt x="590"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86"/>
            <p:cNvSpPr/>
            <p:nvPr/>
          </p:nvSpPr>
          <p:spPr>
            <a:xfrm>
              <a:off x="8246658" y="2644022"/>
              <a:ext cx="53983" cy="46234"/>
            </a:xfrm>
            <a:custGeom>
              <a:rect b="b" l="l" r="r" t="t"/>
              <a:pathLst>
                <a:path extrusionOk="0" h="1766" w="2062">
                  <a:moveTo>
                    <a:pt x="885" y="414"/>
                  </a:moveTo>
                  <a:cubicBezTo>
                    <a:pt x="1144" y="414"/>
                    <a:pt x="1351" y="625"/>
                    <a:pt x="1351" y="884"/>
                  </a:cubicBezTo>
                  <a:cubicBezTo>
                    <a:pt x="1351" y="1167"/>
                    <a:pt x="1120" y="1353"/>
                    <a:pt x="880" y="1353"/>
                  </a:cubicBezTo>
                  <a:cubicBezTo>
                    <a:pt x="765" y="1353"/>
                    <a:pt x="648" y="1311"/>
                    <a:pt x="553" y="1216"/>
                  </a:cubicBezTo>
                  <a:cubicBezTo>
                    <a:pt x="255" y="918"/>
                    <a:pt x="467" y="414"/>
                    <a:pt x="885" y="414"/>
                  </a:cubicBezTo>
                  <a:close/>
                  <a:moveTo>
                    <a:pt x="885" y="0"/>
                  </a:moveTo>
                  <a:cubicBezTo>
                    <a:pt x="395" y="0"/>
                    <a:pt x="1" y="394"/>
                    <a:pt x="1" y="884"/>
                  </a:cubicBezTo>
                  <a:cubicBezTo>
                    <a:pt x="1" y="1414"/>
                    <a:pt x="435" y="1765"/>
                    <a:pt x="888" y="1765"/>
                  </a:cubicBezTo>
                  <a:cubicBezTo>
                    <a:pt x="1105" y="1765"/>
                    <a:pt x="1325" y="1685"/>
                    <a:pt x="1504" y="1504"/>
                  </a:cubicBezTo>
                  <a:cubicBezTo>
                    <a:pt x="2062" y="952"/>
                    <a:pt x="1668" y="0"/>
                    <a:pt x="8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86"/>
            <p:cNvSpPr/>
            <p:nvPr/>
          </p:nvSpPr>
          <p:spPr>
            <a:xfrm>
              <a:off x="7957893" y="2454479"/>
              <a:ext cx="375081" cy="368169"/>
            </a:xfrm>
            <a:custGeom>
              <a:rect b="b" l="l" r="r" t="t"/>
              <a:pathLst>
                <a:path extrusionOk="0" h="14063" w="14327">
                  <a:moveTo>
                    <a:pt x="3104" y="409"/>
                  </a:moveTo>
                  <a:cubicBezTo>
                    <a:pt x="3484" y="409"/>
                    <a:pt x="3796" y="721"/>
                    <a:pt x="3796" y="1101"/>
                  </a:cubicBezTo>
                  <a:lnTo>
                    <a:pt x="3796" y="1120"/>
                  </a:lnTo>
                  <a:cubicBezTo>
                    <a:pt x="3796" y="1500"/>
                    <a:pt x="3484" y="1812"/>
                    <a:pt x="3104" y="1812"/>
                  </a:cubicBezTo>
                  <a:lnTo>
                    <a:pt x="2821" y="1812"/>
                  </a:lnTo>
                  <a:cubicBezTo>
                    <a:pt x="2724" y="1812"/>
                    <a:pt x="2648" y="1735"/>
                    <a:pt x="2648" y="1639"/>
                  </a:cubicBezTo>
                  <a:lnTo>
                    <a:pt x="2648" y="582"/>
                  </a:lnTo>
                  <a:cubicBezTo>
                    <a:pt x="2652" y="486"/>
                    <a:pt x="2729" y="409"/>
                    <a:pt x="2821" y="409"/>
                  </a:cubicBezTo>
                  <a:close/>
                  <a:moveTo>
                    <a:pt x="6962" y="409"/>
                  </a:moveTo>
                  <a:cubicBezTo>
                    <a:pt x="7058" y="409"/>
                    <a:pt x="7135" y="486"/>
                    <a:pt x="7135" y="582"/>
                  </a:cubicBezTo>
                  <a:lnTo>
                    <a:pt x="7135" y="1639"/>
                  </a:lnTo>
                  <a:cubicBezTo>
                    <a:pt x="7135" y="1735"/>
                    <a:pt x="7058" y="1812"/>
                    <a:pt x="6962" y="1812"/>
                  </a:cubicBezTo>
                  <a:lnTo>
                    <a:pt x="6678" y="1812"/>
                  </a:lnTo>
                  <a:cubicBezTo>
                    <a:pt x="6299" y="1812"/>
                    <a:pt x="5986" y="1500"/>
                    <a:pt x="5986" y="1120"/>
                  </a:cubicBezTo>
                  <a:lnTo>
                    <a:pt x="5986" y="1101"/>
                  </a:lnTo>
                  <a:cubicBezTo>
                    <a:pt x="5986" y="721"/>
                    <a:pt x="6299" y="409"/>
                    <a:pt x="6678" y="409"/>
                  </a:cubicBezTo>
                  <a:close/>
                  <a:moveTo>
                    <a:pt x="2821" y="1"/>
                  </a:moveTo>
                  <a:cubicBezTo>
                    <a:pt x="2499" y="1"/>
                    <a:pt x="2234" y="260"/>
                    <a:pt x="2234" y="582"/>
                  </a:cubicBezTo>
                  <a:lnTo>
                    <a:pt x="2234" y="904"/>
                  </a:lnTo>
                  <a:lnTo>
                    <a:pt x="1768" y="904"/>
                  </a:lnTo>
                  <a:cubicBezTo>
                    <a:pt x="1086" y="904"/>
                    <a:pt x="534" y="1461"/>
                    <a:pt x="534" y="2143"/>
                  </a:cubicBezTo>
                  <a:lnTo>
                    <a:pt x="534" y="3282"/>
                  </a:lnTo>
                  <a:cubicBezTo>
                    <a:pt x="202" y="3412"/>
                    <a:pt x="1" y="3748"/>
                    <a:pt x="44" y="4099"/>
                  </a:cubicBezTo>
                  <a:lnTo>
                    <a:pt x="308" y="6217"/>
                  </a:lnTo>
                  <a:cubicBezTo>
                    <a:pt x="515" y="7865"/>
                    <a:pt x="1913" y="9100"/>
                    <a:pt x="3570" y="9100"/>
                  </a:cubicBezTo>
                  <a:lnTo>
                    <a:pt x="4108" y="9100"/>
                  </a:lnTo>
                  <a:lnTo>
                    <a:pt x="4108" y="9964"/>
                  </a:lnTo>
                  <a:cubicBezTo>
                    <a:pt x="4113" y="10310"/>
                    <a:pt x="4343" y="10613"/>
                    <a:pt x="4675" y="10704"/>
                  </a:cubicBezTo>
                  <a:lnTo>
                    <a:pt x="4675" y="11468"/>
                  </a:lnTo>
                  <a:cubicBezTo>
                    <a:pt x="4675" y="12900"/>
                    <a:pt x="5838" y="14062"/>
                    <a:pt x="7269" y="14062"/>
                  </a:cubicBezTo>
                  <a:lnTo>
                    <a:pt x="9513" y="14062"/>
                  </a:lnTo>
                  <a:cubicBezTo>
                    <a:pt x="10949" y="14062"/>
                    <a:pt x="12107" y="12900"/>
                    <a:pt x="12107" y="11468"/>
                  </a:cubicBezTo>
                  <a:lnTo>
                    <a:pt x="12107" y="10315"/>
                  </a:lnTo>
                  <a:cubicBezTo>
                    <a:pt x="12626" y="10272"/>
                    <a:pt x="13111" y="10046"/>
                    <a:pt x="13476" y="9681"/>
                  </a:cubicBezTo>
                  <a:cubicBezTo>
                    <a:pt x="14206" y="8941"/>
                    <a:pt x="14326" y="7793"/>
                    <a:pt x="13755" y="6923"/>
                  </a:cubicBezTo>
                  <a:cubicBezTo>
                    <a:pt x="13709" y="6858"/>
                    <a:pt x="13648" y="6831"/>
                    <a:pt x="13588" y="6831"/>
                  </a:cubicBezTo>
                  <a:cubicBezTo>
                    <a:pt x="13444" y="6831"/>
                    <a:pt x="13307" y="6987"/>
                    <a:pt x="13409" y="7149"/>
                  </a:cubicBezTo>
                  <a:cubicBezTo>
                    <a:pt x="14187" y="8333"/>
                    <a:pt x="13337" y="9902"/>
                    <a:pt x="11926" y="9902"/>
                  </a:cubicBezTo>
                  <a:cubicBezTo>
                    <a:pt x="11917" y="9902"/>
                    <a:pt x="11909" y="9902"/>
                    <a:pt x="11900" y="9902"/>
                  </a:cubicBezTo>
                  <a:cubicBezTo>
                    <a:pt x="10353" y="9902"/>
                    <a:pt x="9551" y="7990"/>
                    <a:pt x="10670" y="6870"/>
                  </a:cubicBezTo>
                  <a:cubicBezTo>
                    <a:pt x="11013" y="6528"/>
                    <a:pt x="11467" y="6350"/>
                    <a:pt x="11926" y="6350"/>
                  </a:cubicBezTo>
                  <a:cubicBezTo>
                    <a:pt x="12264" y="6350"/>
                    <a:pt x="12604" y="6447"/>
                    <a:pt x="12904" y="6645"/>
                  </a:cubicBezTo>
                  <a:cubicBezTo>
                    <a:pt x="12946" y="6675"/>
                    <a:pt x="12989" y="6688"/>
                    <a:pt x="13028" y="6688"/>
                  </a:cubicBezTo>
                  <a:cubicBezTo>
                    <a:pt x="13210" y="6688"/>
                    <a:pt x="13335" y="6417"/>
                    <a:pt x="13130" y="6299"/>
                  </a:cubicBezTo>
                  <a:cubicBezTo>
                    <a:pt x="12752" y="6047"/>
                    <a:pt x="12339" y="5933"/>
                    <a:pt x="11935" y="5933"/>
                  </a:cubicBezTo>
                  <a:cubicBezTo>
                    <a:pt x="10798" y="5933"/>
                    <a:pt x="9734" y="6838"/>
                    <a:pt x="9734" y="8124"/>
                  </a:cubicBezTo>
                  <a:cubicBezTo>
                    <a:pt x="9734" y="9248"/>
                    <a:pt x="10579" y="10185"/>
                    <a:pt x="11694" y="10305"/>
                  </a:cubicBezTo>
                  <a:lnTo>
                    <a:pt x="11694" y="11463"/>
                  </a:lnTo>
                  <a:cubicBezTo>
                    <a:pt x="11689" y="12669"/>
                    <a:pt x="10714" y="13644"/>
                    <a:pt x="9508" y="13644"/>
                  </a:cubicBezTo>
                  <a:lnTo>
                    <a:pt x="7264" y="13644"/>
                  </a:lnTo>
                  <a:cubicBezTo>
                    <a:pt x="6058" y="13644"/>
                    <a:pt x="5083" y="12669"/>
                    <a:pt x="5083" y="11463"/>
                  </a:cubicBezTo>
                  <a:lnTo>
                    <a:pt x="5083" y="10704"/>
                  </a:lnTo>
                  <a:cubicBezTo>
                    <a:pt x="5415" y="10613"/>
                    <a:pt x="5645" y="10310"/>
                    <a:pt x="5645" y="9964"/>
                  </a:cubicBezTo>
                  <a:lnTo>
                    <a:pt x="5645" y="9104"/>
                  </a:lnTo>
                  <a:lnTo>
                    <a:pt x="6188" y="9104"/>
                  </a:lnTo>
                  <a:cubicBezTo>
                    <a:pt x="7846" y="9100"/>
                    <a:pt x="9239" y="7865"/>
                    <a:pt x="9450" y="6222"/>
                  </a:cubicBezTo>
                  <a:lnTo>
                    <a:pt x="9714" y="4099"/>
                  </a:lnTo>
                  <a:cubicBezTo>
                    <a:pt x="9758" y="3757"/>
                    <a:pt x="9565" y="3426"/>
                    <a:pt x="9248" y="3296"/>
                  </a:cubicBezTo>
                  <a:lnTo>
                    <a:pt x="9248" y="2143"/>
                  </a:lnTo>
                  <a:cubicBezTo>
                    <a:pt x="9248" y="1461"/>
                    <a:pt x="8691" y="904"/>
                    <a:pt x="8009" y="904"/>
                  </a:cubicBezTo>
                  <a:lnTo>
                    <a:pt x="7543" y="904"/>
                  </a:lnTo>
                  <a:lnTo>
                    <a:pt x="7543" y="587"/>
                  </a:lnTo>
                  <a:cubicBezTo>
                    <a:pt x="7543" y="260"/>
                    <a:pt x="7279" y="1"/>
                    <a:pt x="6957" y="1"/>
                  </a:cubicBezTo>
                  <a:lnTo>
                    <a:pt x="6678" y="1"/>
                  </a:lnTo>
                  <a:cubicBezTo>
                    <a:pt x="6068" y="1"/>
                    <a:pt x="5573" y="496"/>
                    <a:pt x="5573" y="1106"/>
                  </a:cubicBezTo>
                  <a:lnTo>
                    <a:pt x="5573" y="1120"/>
                  </a:lnTo>
                  <a:cubicBezTo>
                    <a:pt x="5573" y="1730"/>
                    <a:pt x="6068" y="2225"/>
                    <a:pt x="6678" y="2225"/>
                  </a:cubicBezTo>
                  <a:lnTo>
                    <a:pt x="6957" y="2225"/>
                  </a:lnTo>
                  <a:cubicBezTo>
                    <a:pt x="7279" y="2225"/>
                    <a:pt x="7543" y="1961"/>
                    <a:pt x="7543" y="1639"/>
                  </a:cubicBezTo>
                  <a:lnTo>
                    <a:pt x="7543" y="1312"/>
                  </a:lnTo>
                  <a:lnTo>
                    <a:pt x="8009" y="1312"/>
                  </a:lnTo>
                  <a:cubicBezTo>
                    <a:pt x="8465" y="1312"/>
                    <a:pt x="8835" y="1682"/>
                    <a:pt x="8835" y="2139"/>
                  </a:cubicBezTo>
                  <a:lnTo>
                    <a:pt x="8835" y="3239"/>
                  </a:lnTo>
                  <a:cubicBezTo>
                    <a:pt x="8494" y="3291"/>
                    <a:pt x="8230" y="3561"/>
                    <a:pt x="8187" y="3902"/>
                  </a:cubicBezTo>
                  <a:lnTo>
                    <a:pt x="7922" y="6025"/>
                  </a:lnTo>
                  <a:cubicBezTo>
                    <a:pt x="7812" y="6899"/>
                    <a:pt x="7067" y="7557"/>
                    <a:pt x="6188" y="7557"/>
                  </a:cubicBezTo>
                  <a:lnTo>
                    <a:pt x="5295" y="7557"/>
                  </a:lnTo>
                  <a:cubicBezTo>
                    <a:pt x="5021" y="7557"/>
                    <a:pt x="5021" y="7966"/>
                    <a:pt x="5295" y="7966"/>
                  </a:cubicBezTo>
                  <a:lnTo>
                    <a:pt x="6188" y="7966"/>
                  </a:lnTo>
                  <a:cubicBezTo>
                    <a:pt x="7279" y="7966"/>
                    <a:pt x="8201" y="7154"/>
                    <a:pt x="8336" y="6073"/>
                  </a:cubicBezTo>
                  <a:lnTo>
                    <a:pt x="8600" y="3950"/>
                  </a:lnTo>
                  <a:cubicBezTo>
                    <a:pt x="8622" y="3770"/>
                    <a:pt x="8771" y="3638"/>
                    <a:pt x="8943" y="3638"/>
                  </a:cubicBezTo>
                  <a:cubicBezTo>
                    <a:pt x="8960" y="3638"/>
                    <a:pt x="8977" y="3640"/>
                    <a:pt x="8994" y="3642"/>
                  </a:cubicBezTo>
                  <a:cubicBezTo>
                    <a:pt x="9191" y="3666"/>
                    <a:pt x="9330" y="3844"/>
                    <a:pt x="9306" y="4041"/>
                  </a:cubicBezTo>
                  <a:lnTo>
                    <a:pt x="9042" y="6159"/>
                  </a:lnTo>
                  <a:cubicBezTo>
                    <a:pt x="8859" y="7601"/>
                    <a:pt x="7639" y="8677"/>
                    <a:pt x="6188" y="8682"/>
                  </a:cubicBezTo>
                  <a:lnTo>
                    <a:pt x="5444" y="8682"/>
                  </a:lnTo>
                  <a:cubicBezTo>
                    <a:pt x="5328" y="8682"/>
                    <a:pt x="5237" y="8773"/>
                    <a:pt x="5237" y="8888"/>
                  </a:cubicBezTo>
                  <a:lnTo>
                    <a:pt x="5237" y="9955"/>
                  </a:lnTo>
                  <a:cubicBezTo>
                    <a:pt x="5237" y="10152"/>
                    <a:pt x="5078" y="10310"/>
                    <a:pt x="4882" y="10310"/>
                  </a:cubicBezTo>
                  <a:cubicBezTo>
                    <a:pt x="4685" y="10310"/>
                    <a:pt x="4526" y="10152"/>
                    <a:pt x="4526" y="9955"/>
                  </a:cubicBezTo>
                  <a:lnTo>
                    <a:pt x="4526" y="8888"/>
                  </a:lnTo>
                  <a:cubicBezTo>
                    <a:pt x="4526" y="8773"/>
                    <a:pt x="4435" y="8682"/>
                    <a:pt x="4324" y="8682"/>
                  </a:cubicBezTo>
                  <a:lnTo>
                    <a:pt x="3575" y="8682"/>
                  </a:lnTo>
                  <a:cubicBezTo>
                    <a:pt x="2129" y="8677"/>
                    <a:pt x="904" y="7596"/>
                    <a:pt x="721" y="6159"/>
                  </a:cubicBezTo>
                  <a:lnTo>
                    <a:pt x="457" y="4046"/>
                  </a:lnTo>
                  <a:cubicBezTo>
                    <a:pt x="433" y="3849"/>
                    <a:pt x="572" y="3671"/>
                    <a:pt x="769" y="3647"/>
                  </a:cubicBezTo>
                  <a:cubicBezTo>
                    <a:pt x="784" y="3645"/>
                    <a:pt x="798" y="3644"/>
                    <a:pt x="812" y="3644"/>
                  </a:cubicBezTo>
                  <a:cubicBezTo>
                    <a:pt x="987" y="3644"/>
                    <a:pt x="1141" y="3777"/>
                    <a:pt x="1163" y="3954"/>
                  </a:cubicBezTo>
                  <a:lnTo>
                    <a:pt x="1427" y="6078"/>
                  </a:lnTo>
                  <a:cubicBezTo>
                    <a:pt x="1562" y="7159"/>
                    <a:pt x="2484" y="7975"/>
                    <a:pt x="3575" y="7975"/>
                  </a:cubicBezTo>
                  <a:lnTo>
                    <a:pt x="4468" y="7975"/>
                  </a:lnTo>
                  <a:cubicBezTo>
                    <a:pt x="4742" y="7975"/>
                    <a:pt x="4742" y="7562"/>
                    <a:pt x="4468" y="7562"/>
                  </a:cubicBezTo>
                  <a:lnTo>
                    <a:pt x="3575" y="7562"/>
                  </a:lnTo>
                  <a:cubicBezTo>
                    <a:pt x="2691" y="7562"/>
                    <a:pt x="1946" y="6904"/>
                    <a:pt x="1836" y="6030"/>
                  </a:cubicBezTo>
                  <a:lnTo>
                    <a:pt x="1576" y="3906"/>
                  </a:lnTo>
                  <a:cubicBezTo>
                    <a:pt x="1533" y="3575"/>
                    <a:pt x="1278" y="3306"/>
                    <a:pt x="947" y="3248"/>
                  </a:cubicBezTo>
                  <a:lnTo>
                    <a:pt x="947" y="2143"/>
                  </a:lnTo>
                  <a:cubicBezTo>
                    <a:pt x="947" y="1687"/>
                    <a:pt x="1317" y="1317"/>
                    <a:pt x="1773" y="1317"/>
                  </a:cubicBezTo>
                  <a:lnTo>
                    <a:pt x="2239" y="1317"/>
                  </a:lnTo>
                  <a:lnTo>
                    <a:pt x="2239" y="1639"/>
                  </a:lnTo>
                  <a:cubicBezTo>
                    <a:pt x="2239" y="1961"/>
                    <a:pt x="2499" y="2225"/>
                    <a:pt x="2825" y="2225"/>
                  </a:cubicBezTo>
                  <a:lnTo>
                    <a:pt x="3104" y="2225"/>
                  </a:lnTo>
                  <a:cubicBezTo>
                    <a:pt x="3714" y="2225"/>
                    <a:pt x="4209" y="1730"/>
                    <a:pt x="4209" y="1120"/>
                  </a:cubicBezTo>
                  <a:lnTo>
                    <a:pt x="4209" y="1106"/>
                  </a:lnTo>
                  <a:cubicBezTo>
                    <a:pt x="4209" y="496"/>
                    <a:pt x="3714" y="1"/>
                    <a:pt x="31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0" name="Google Shape;13650;p86"/>
          <p:cNvGrpSpPr/>
          <p:nvPr/>
        </p:nvGrpSpPr>
        <p:grpSpPr>
          <a:xfrm>
            <a:off x="5738562" y="2454348"/>
            <a:ext cx="368536" cy="368300"/>
            <a:chOff x="5738562" y="2454348"/>
            <a:chExt cx="368536" cy="368300"/>
          </a:xfrm>
        </p:grpSpPr>
        <p:sp>
          <p:nvSpPr>
            <p:cNvPr id="13651" name="Google Shape;13651;p86"/>
            <p:cNvSpPr/>
            <p:nvPr/>
          </p:nvSpPr>
          <p:spPr>
            <a:xfrm>
              <a:off x="5743955" y="2796835"/>
              <a:ext cx="357724" cy="20525"/>
            </a:xfrm>
            <a:custGeom>
              <a:rect b="b" l="l" r="r" t="t"/>
              <a:pathLst>
                <a:path extrusionOk="0" h="784" w="13664">
                  <a:moveTo>
                    <a:pt x="1" y="0"/>
                  </a:moveTo>
                  <a:lnTo>
                    <a:pt x="1" y="783"/>
                  </a:lnTo>
                  <a:lnTo>
                    <a:pt x="13664" y="783"/>
                  </a:lnTo>
                  <a:lnTo>
                    <a:pt x="13664" y="0"/>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86"/>
            <p:cNvSpPr/>
            <p:nvPr/>
          </p:nvSpPr>
          <p:spPr>
            <a:xfrm>
              <a:off x="5743955" y="2796835"/>
              <a:ext cx="357724" cy="9189"/>
            </a:xfrm>
            <a:custGeom>
              <a:rect b="b" l="l" r="r" t="t"/>
              <a:pathLst>
                <a:path extrusionOk="0" h="351" w="13664">
                  <a:moveTo>
                    <a:pt x="1" y="0"/>
                  </a:moveTo>
                  <a:lnTo>
                    <a:pt x="1" y="351"/>
                  </a:lnTo>
                  <a:lnTo>
                    <a:pt x="13664" y="351"/>
                  </a:lnTo>
                  <a:lnTo>
                    <a:pt x="1366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6"/>
            <p:cNvSpPr/>
            <p:nvPr/>
          </p:nvSpPr>
          <p:spPr>
            <a:xfrm>
              <a:off x="5832626" y="2550455"/>
              <a:ext cx="180249" cy="246406"/>
            </a:xfrm>
            <a:custGeom>
              <a:rect b="b" l="l" r="r" t="t"/>
              <a:pathLst>
                <a:path extrusionOk="0" h="9412" w="6885">
                  <a:moveTo>
                    <a:pt x="1" y="0"/>
                  </a:moveTo>
                  <a:lnTo>
                    <a:pt x="1" y="9411"/>
                  </a:lnTo>
                  <a:lnTo>
                    <a:pt x="6885" y="9411"/>
                  </a:lnTo>
                  <a:lnTo>
                    <a:pt x="6885" y="0"/>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86"/>
            <p:cNvSpPr/>
            <p:nvPr/>
          </p:nvSpPr>
          <p:spPr>
            <a:xfrm>
              <a:off x="5818934" y="2530951"/>
              <a:ext cx="207529" cy="19530"/>
            </a:xfrm>
            <a:custGeom>
              <a:rect b="b" l="l" r="r" t="t"/>
              <a:pathLst>
                <a:path extrusionOk="0" h="746" w="7927">
                  <a:moveTo>
                    <a:pt x="0" y="1"/>
                  </a:moveTo>
                  <a:lnTo>
                    <a:pt x="0" y="745"/>
                  </a:lnTo>
                  <a:lnTo>
                    <a:pt x="7927" y="745"/>
                  </a:lnTo>
                  <a:lnTo>
                    <a:pt x="7927"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86"/>
            <p:cNvSpPr/>
            <p:nvPr/>
          </p:nvSpPr>
          <p:spPr>
            <a:xfrm>
              <a:off x="5993110" y="2530951"/>
              <a:ext cx="33484" cy="19530"/>
            </a:xfrm>
            <a:custGeom>
              <a:rect b="b" l="l" r="r" t="t"/>
              <a:pathLst>
                <a:path extrusionOk="0" h="746" w="1279">
                  <a:moveTo>
                    <a:pt x="1" y="1"/>
                  </a:moveTo>
                  <a:lnTo>
                    <a:pt x="1" y="745"/>
                  </a:lnTo>
                  <a:lnTo>
                    <a:pt x="1279" y="745"/>
                  </a:lnTo>
                  <a:lnTo>
                    <a:pt x="1279"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86"/>
            <p:cNvSpPr/>
            <p:nvPr/>
          </p:nvSpPr>
          <p:spPr>
            <a:xfrm>
              <a:off x="5743955" y="2586531"/>
              <a:ext cx="88698" cy="19399"/>
            </a:xfrm>
            <a:custGeom>
              <a:rect b="b" l="l" r="r" t="t"/>
              <a:pathLst>
                <a:path extrusionOk="0" h="741" w="3388">
                  <a:moveTo>
                    <a:pt x="1" y="1"/>
                  </a:moveTo>
                  <a:lnTo>
                    <a:pt x="1" y="741"/>
                  </a:lnTo>
                  <a:lnTo>
                    <a:pt x="3388" y="741"/>
                  </a:lnTo>
                  <a:lnTo>
                    <a:pt x="3388"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86"/>
            <p:cNvSpPr/>
            <p:nvPr/>
          </p:nvSpPr>
          <p:spPr>
            <a:xfrm>
              <a:off x="5815531" y="2586531"/>
              <a:ext cx="17122" cy="19399"/>
            </a:xfrm>
            <a:custGeom>
              <a:rect b="b" l="l" r="r" t="t"/>
              <a:pathLst>
                <a:path extrusionOk="0" h="741" w="654">
                  <a:moveTo>
                    <a:pt x="0" y="1"/>
                  </a:moveTo>
                  <a:lnTo>
                    <a:pt x="0" y="741"/>
                  </a:lnTo>
                  <a:lnTo>
                    <a:pt x="654" y="741"/>
                  </a:lnTo>
                  <a:lnTo>
                    <a:pt x="654"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86"/>
            <p:cNvSpPr/>
            <p:nvPr/>
          </p:nvSpPr>
          <p:spPr>
            <a:xfrm>
              <a:off x="5815531" y="2586531"/>
              <a:ext cx="17122" cy="19399"/>
            </a:xfrm>
            <a:custGeom>
              <a:rect b="b" l="l" r="r" t="t"/>
              <a:pathLst>
                <a:path extrusionOk="0" h="741" w="654">
                  <a:moveTo>
                    <a:pt x="0" y="1"/>
                  </a:moveTo>
                  <a:lnTo>
                    <a:pt x="0" y="741"/>
                  </a:lnTo>
                  <a:lnTo>
                    <a:pt x="654" y="741"/>
                  </a:lnTo>
                  <a:lnTo>
                    <a:pt x="654"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86"/>
            <p:cNvSpPr/>
            <p:nvPr/>
          </p:nvSpPr>
          <p:spPr>
            <a:xfrm>
              <a:off x="5874514" y="2706147"/>
              <a:ext cx="96499" cy="90845"/>
            </a:xfrm>
            <a:custGeom>
              <a:rect b="b" l="l" r="r" t="t"/>
              <a:pathLst>
                <a:path extrusionOk="0" h="3470" w="3686">
                  <a:moveTo>
                    <a:pt x="0" y="1"/>
                  </a:moveTo>
                  <a:lnTo>
                    <a:pt x="0" y="3469"/>
                  </a:lnTo>
                  <a:lnTo>
                    <a:pt x="3685" y="3469"/>
                  </a:lnTo>
                  <a:lnTo>
                    <a:pt x="368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86"/>
            <p:cNvSpPr/>
            <p:nvPr/>
          </p:nvSpPr>
          <p:spPr>
            <a:xfrm>
              <a:off x="5910486" y="2706147"/>
              <a:ext cx="24662" cy="90845"/>
            </a:xfrm>
            <a:custGeom>
              <a:rect b="b" l="l" r="r" t="t"/>
              <a:pathLst>
                <a:path extrusionOk="0" h="3470" w="942">
                  <a:moveTo>
                    <a:pt x="0" y="1"/>
                  </a:moveTo>
                  <a:lnTo>
                    <a:pt x="0" y="3469"/>
                  </a:lnTo>
                  <a:lnTo>
                    <a:pt x="942" y="3469"/>
                  </a:lnTo>
                  <a:lnTo>
                    <a:pt x="942"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86"/>
            <p:cNvSpPr/>
            <p:nvPr/>
          </p:nvSpPr>
          <p:spPr>
            <a:xfrm>
              <a:off x="5751756" y="2605904"/>
              <a:ext cx="80896" cy="191088"/>
            </a:xfrm>
            <a:custGeom>
              <a:rect b="b" l="l" r="r" t="t"/>
              <a:pathLst>
                <a:path extrusionOk="0" h="7299" w="3090">
                  <a:moveTo>
                    <a:pt x="1" y="1"/>
                  </a:moveTo>
                  <a:lnTo>
                    <a:pt x="1" y="7298"/>
                  </a:lnTo>
                  <a:lnTo>
                    <a:pt x="3090" y="7298"/>
                  </a:lnTo>
                  <a:lnTo>
                    <a:pt x="3090" y="1"/>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86"/>
            <p:cNvSpPr/>
            <p:nvPr/>
          </p:nvSpPr>
          <p:spPr>
            <a:xfrm>
              <a:off x="5815531" y="2605904"/>
              <a:ext cx="17122" cy="191088"/>
            </a:xfrm>
            <a:custGeom>
              <a:rect b="b" l="l" r="r" t="t"/>
              <a:pathLst>
                <a:path extrusionOk="0" h="7299" w="654">
                  <a:moveTo>
                    <a:pt x="0" y="1"/>
                  </a:moveTo>
                  <a:lnTo>
                    <a:pt x="0" y="7298"/>
                  </a:lnTo>
                  <a:lnTo>
                    <a:pt x="654" y="7298"/>
                  </a:lnTo>
                  <a:lnTo>
                    <a:pt x="654"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86"/>
            <p:cNvSpPr/>
            <p:nvPr/>
          </p:nvSpPr>
          <p:spPr>
            <a:xfrm>
              <a:off x="5815531" y="2605904"/>
              <a:ext cx="17122" cy="191088"/>
            </a:xfrm>
            <a:custGeom>
              <a:rect b="b" l="l" r="r" t="t"/>
              <a:pathLst>
                <a:path extrusionOk="0" h="7299" w="654">
                  <a:moveTo>
                    <a:pt x="0" y="1"/>
                  </a:moveTo>
                  <a:lnTo>
                    <a:pt x="0" y="7298"/>
                  </a:lnTo>
                  <a:lnTo>
                    <a:pt x="654" y="7298"/>
                  </a:lnTo>
                  <a:lnTo>
                    <a:pt x="654"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86"/>
            <p:cNvSpPr/>
            <p:nvPr/>
          </p:nvSpPr>
          <p:spPr>
            <a:xfrm>
              <a:off x="6012849" y="2605904"/>
              <a:ext cx="81027" cy="190957"/>
            </a:xfrm>
            <a:custGeom>
              <a:rect b="b" l="l" r="r" t="t"/>
              <a:pathLst>
                <a:path extrusionOk="0" h="7294" w="3095">
                  <a:moveTo>
                    <a:pt x="1" y="1"/>
                  </a:moveTo>
                  <a:lnTo>
                    <a:pt x="1" y="7293"/>
                  </a:lnTo>
                  <a:lnTo>
                    <a:pt x="3095" y="7293"/>
                  </a:lnTo>
                  <a:lnTo>
                    <a:pt x="3095" y="1"/>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86"/>
            <p:cNvSpPr/>
            <p:nvPr/>
          </p:nvSpPr>
          <p:spPr>
            <a:xfrm>
              <a:off x="6012849" y="2605904"/>
              <a:ext cx="17279" cy="191088"/>
            </a:xfrm>
            <a:custGeom>
              <a:rect b="b" l="l" r="r" t="t"/>
              <a:pathLst>
                <a:path extrusionOk="0" h="7299" w="660">
                  <a:moveTo>
                    <a:pt x="1" y="1"/>
                  </a:moveTo>
                  <a:lnTo>
                    <a:pt x="1" y="7298"/>
                  </a:lnTo>
                  <a:lnTo>
                    <a:pt x="659" y="7298"/>
                  </a:lnTo>
                  <a:lnTo>
                    <a:pt x="659"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86"/>
            <p:cNvSpPr/>
            <p:nvPr/>
          </p:nvSpPr>
          <p:spPr>
            <a:xfrm>
              <a:off x="5852497" y="2588809"/>
              <a:ext cx="29217" cy="58015"/>
            </a:xfrm>
            <a:custGeom>
              <a:rect b="b" l="l" r="r" t="t"/>
              <a:pathLst>
                <a:path extrusionOk="0" h="2216" w="1116">
                  <a:moveTo>
                    <a:pt x="1" y="0"/>
                  </a:moveTo>
                  <a:lnTo>
                    <a:pt x="1" y="2215"/>
                  </a:lnTo>
                  <a:lnTo>
                    <a:pt x="1115" y="2215"/>
                  </a:lnTo>
                  <a:lnTo>
                    <a:pt x="111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86"/>
            <p:cNvSpPr/>
            <p:nvPr/>
          </p:nvSpPr>
          <p:spPr>
            <a:xfrm>
              <a:off x="5908103" y="2588809"/>
              <a:ext cx="29322" cy="58015"/>
            </a:xfrm>
            <a:custGeom>
              <a:rect b="b" l="l" r="r" t="t"/>
              <a:pathLst>
                <a:path extrusionOk="0" h="2216" w="1120">
                  <a:moveTo>
                    <a:pt x="0" y="0"/>
                  </a:moveTo>
                  <a:lnTo>
                    <a:pt x="0" y="2215"/>
                  </a:lnTo>
                  <a:lnTo>
                    <a:pt x="1119" y="2215"/>
                  </a:lnTo>
                  <a:lnTo>
                    <a:pt x="111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86"/>
            <p:cNvSpPr/>
            <p:nvPr/>
          </p:nvSpPr>
          <p:spPr>
            <a:xfrm>
              <a:off x="5963814" y="2588809"/>
              <a:ext cx="29322" cy="58015"/>
            </a:xfrm>
            <a:custGeom>
              <a:rect b="b" l="l" r="r" t="t"/>
              <a:pathLst>
                <a:path extrusionOk="0" h="2216" w="1120">
                  <a:moveTo>
                    <a:pt x="0" y="0"/>
                  </a:moveTo>
                  <a:lnTo>
                    <a:pt x="0"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86"/>
            <p:cNvSpPr/>
            <p:nvPr/>
          </p:nvSpPr>
          <p:spPr>
            <a:xfrm>
              <a:off x="5777544" y="2672454"/>
              <a:ext cx="29322" cy="57989"/>
            </a:xfrm>
            <a:custGeom>
              <a:rect b="b" l="l" r="r" t="t"/>
              <a:pathLst>
                <a:path extrusionOk="0" h="2215" w="1120">
                  <a:moveTo>
                    <a:pt x="0" y="0"/>
                  </a:moveTo>
                  <a:lnTo>
                    <a:pt x="0"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86"/>
            <p:cNvSpPr/>
            <p:nvPr/>
          </p:nvSpPr>
          <p:spPr>
            <a:xfrm>
              <a:off x="6038637" y="2672454"/>
              <a:ext cx="29348" cy="57989"/>
            </a:xfrm>
            <a:custGeom>
              <a:rect b="b" l="l" r="r" t="t"/>
              <a:pathLst>
                <a:path extrusionOk="0" h="2215" w="1121">
                  <a:moveTo>
                    <a:pt x="1" y="0"/>
                  </a:moveTo>
                  <a:lnTo>
                    <a:pt x="1"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86"/>
            <p:cNvSpPr/>
            <p:nvPr/>
          </p:nvSpPr>
          <p:spPr>
            <a:xfrm>
              <a:off x="6012849" y="2586531"/>
              <a:ext cx="88829" cy="19399"/>
            </a:xfrm>
            <a:custGeom>
              <a:rect b="b" l="l" r="r" t="t"/>
              <a:pathLst>
                <a:path extrusionOk="0" h="741" w="3393">
                  <a:moveTo>
                    <a:pt x="1" y="1"/>
                  </a:moveTo>
                  <a:lnTo>
                    <a:pt x="1" y="741"/>
                  </a:lnTo>
                  <a:lnTo>
                    <a:pt x="3393" y="741"/>
                  </a:lnTo>
                  <a:lnTo>
                    <a:pt x="3393"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86"/>
            <p:cNvSpPr/>
            <p:nvPr/>
          </p:nvSpPr>
          <p:spPr>
            <a:xfrm>
              <a:off x="6012849" y="2586531"/>
              <a:ext cx="17279" cy="19399"/>
            </a:xfrm>
            <a:custGeom>
              <a:rect b="b" l="l" r="r" t="t"/>
              <a:pathLst>
                <a:path extrusionOk="0" h="741" w="660">
                  <a:moveTo>
                    <a:pt x="1" y="1"/>
                  </a:moveTo>
                  <a:lnTo>
                    <a:pt x="1" y="741"/>
                  </a:lnTo>
                  <a:lnTo>
                    <a:pt x="659" y="741"/>
                  </a:lnTo>
                  <a:lnTo>
                    <a:pt x="659"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86"/>
            <p:cNvSpPr/>
            <p:nvPr/>
          </p:nvSpPr>
          <p:spPr>
            <a:xfrm>
              <a:off x="5872629" y="2459506"/>
              <a:ext cx="100505" cy="71471"/>
            </a:xfrm>
            <a:custGeom>
              <a:rect b="b" l="l" r="r" t="t"/>
              <a:pathLst>
                <a:path extrusionOk="0" h="2730" w="3839">
                  <a:moveTo>
                    <a:pt x="0" y="1"/>
                  </a:moveTo>
                  <a:lnTo>
                    <a:pt x="0" y="2730"/>
                  </a:lnTo>
                  <a:lnTo>
                    <a:pt x="3839" y="2730"/>
                  </a:lnTo>
                  <a:lnTo>
                    <a:pt x="383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86"/>
            <p:cNvSpPr/>
            <p:nvPr/>
          </p:nvSpPr>
          <p:spPr>
            <a:xfrm>
              <a:off x="5955253" y="2459636"/>
              <a:ext cx="17750" cy="71471"/>
            </a:xfrm>
            <a:custGeom>
              <a:rect b="b" l="l" r="r" t="t"/>
              <a:pathLst>
                <a:path extrusionOk="0" h="2730" w="678">
                  <a:moveTo>
                    <a:pt x="1" y="1"/>
                  </a:moveTo>
                  <a:lnTo>
                    <a:pt x="1" y="2729"/>
                  </a:lnTo>
                  <a:lnTo>
                    <a:pt x="678" y="2729"/>
                  </a:lnTo>
                  <a:lnTo>
                    <a:pt x="678"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86"/>
            <p:cNvSpPr/>
            <p:nvPr/>
          </p:nvSpPr>
          <p:spPr>
            <a:xfrm>
              <a:off x="5899150" y="2473381"/>
              <a:ext cx="47333" cy="43721"/>
            </a:xfrm>
            <a:custGeom>
              <a:rect b="b" l="l" r="r" t="t"/>
              <a:pathLst>
                <a:path extrusionOk="0" h="1670" w="1808">
                  <a:moveTo>
                    <a:pt x="907" y="1"/>
                  </a:moveTo>
                  <a:cubicBezTo>
                    <a:pt x="804" y="1"/>
                    <a:pt x="702" y="69"/>
                    <a:pt x="702" y="206"/>
                  </a:cubicBezTo>
                  <a:lnTo>
                    <a:pt x="702" y="633"/>
                  </a:lnTo>
                  <a:lnTo>
                    <a:pt x="275" y="633"/>
                  </a:lnTo>
                  <a:cubicBezTo>
                    <a:pt x="1" y="633"/>
                    <a:pt x="1" y="1042"/>
                    <a:pt x="275" y="1042"/>
                  </a:cubicBezTo>
                  <a:lnTo>
                    <a:pt x="702" y="1042"/>
                  </a:lnTo>
                  <a:lnTo>
                    <a:pt x="702" y="1465"/>
                  </a:lnTo>
                  <a:cubicBezTo>
                    <a:pt x="702" y="1601"/>
                    <a:pt x="804" y="1670"/>
                    <a:pt x="907" y="1670"/>
                  </a:cubicBezTo>
                  <a:cubicBezTo>
                    <a:pt x="1009" y="1670"/>
                    <a:pt x="1111" y="1601"/>
                    <a:pt x="1111" y="1465"/>
                  </a:cubicBezTo>
                  <a:lnTo>
                    <a:pt x="1111" y="1042"/>
                  </a:lnTo>
                  <a:lnTo>
                    <a:pt x="1538" y="1042"/>
                  </a:lnTo>
                  <a:cubicBezTo>
                    <a:pt x="1807" y="1042"/>
                    <a:pt x="1807" y="629"/>
                    <a:pt x="1538" y="629"/>
                  </a:cubicBezTo>
                  <a:lnTo>
                    <a:pt x="1111" y="629"/>
                  </a:lnTo>
                  <a:lnTo>
                    <a:pt x="1111" y="206"/>
                  </a:lnTo>
                  <a:cubicBezTo>
                    <a:pt x="1111" y="69"/>
                    <a:pt x="1009" y="1"/>
                    <a:pt x="9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86"/>
            <p:cNvSpPr/>
            <p:nvPr/>
          </p:nvSpPr>
          <p:spPr>
            <a:xfrm>
              <a:off x="5847104" y="2583520"/>
              <a:ext cx="40003" cy="68827"/>
            </a:xfrm>
            <a:custGeom>
              <a:rect b="b" l="l" r="r" t="t"/>
              <a:pathLst>
                <a:path extrusionOk="0" h="2629" w="1528">
                  <a:moveTo>
                    <a:pt x="1119" y="409"/>
                  </a:moveTo>
                  <a:lnTo>
                    <a:pt x="1119" y="2211"/>
                  </a:lnTo>
                  <a:lnTo>
                    <a:pt x="413" y="2211"/>
                  </a:lnTo>
                  <a:lnTo>
                    <a:pt x="413" y="409"/>
                  </a:lnTo>
                  <a:close/>
                  <a:moveTo>
                    <a:pt x="207" y="1"/>
                  </a:moveTo>
                  <a:cubicBezTo>
                    <a:pt x="91" y="1"/>
                    <a:pt x="0" y="92"/>
                    <a:pt x="0" y="207"/>
                  </a:cubicBezTo>
                  <a:lnTo>
                    <a:pt x="0" y="2422"/>
                  </a:lnTo>
                  <a:cubicBezTo>
                    <a:pt x="0" y="2537"/>
                    <a:pt x="91" y="2628"/>
                    <a:pt x="207" y="2628"/>
                  </a:cubicBezTo>
                  <a:lnTo>
                    <a:pt x="1321" y="2628"/>
                  </a:lnTo>
                  <a:cubicBezTo>
                    <a:pt x="1437" y="2628"/>
                    <a:pt x="1528" y="2537"/>
                    <a:pt x="1528" y="2422"/>
                  </a:cubicBezTo>
                  <a:lnTo>
                    <a:pt x="1528" y="207"/>
                  </a:lnTo>
                  <a:cubicBezTo>
                    <a:pt x="1528" y="92"/>
                    <a:pt x="1437" y="1"/>
                    <a:pt x="13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86"/>
            <p:cNvSpPr/>
            <p:nvPr/>
          </p:nvSpPr>
          <p:spPr>
            <a:xfrm>
              <a:off x="5902684" y="2583520"/>
              <a:ext cx="40029" cy="68827"/>
            </a:xfrm>
            <a:custGeom>
              <a:rect b="b" l="l" r="r" t="t"/>
              <a:pathLst>
                <a:path extrusionOk="0" h="2629" w="1529">
                  <a:moveTo>
                    <a:pt x="1120" y="409"/>
                  </a:moveTo>
                  <a:lnTo>
                    <a:pt x="1120" y="2211"/>
                  </a:lnTo>
                  <a:lnTo>
                    <a:pt x="414" y="2211"/>
                  </a:lnTo>
                  <a:lnTo>
                    <a:pt x="414" y="409"/>
                  </a:lnTo>
                  <a:close/>
                  <a:moveTo>
                    <a:pt x="207" y="1"/>
                  </a:moveTo>
                  <a:cubicBezTo>
                    <a:pt x="97" y="1"/>
                    <a:pt x="1" y="92"/>
                    <a:pt x="5" y="207"/>
                  </a:cubicBezTo>
                  <a:lnTo>
                    <a:pt x="5" y="2422"/>
                  </a:lnTo>
                  <a:cubicBezTo>
                    <a:pt x="1" y="2537"/>
                    <a:pt x="97" y="2628"/>
                    <a:pt x="207" y="2628"/>
                  </a:cubicBezTo>
                  <a:lnTo>
                    <a:pt x="1326" y="2628"/>
                  </a:lnTo>
                  <a:cubicBezTo>
                    <a:pt x="1437" y="2628"/>
                    <a:pt x="1528" y="2537"/>
                    <a:pt x="1528" y="2422"/>
                  </a:cubicBezTo>
                  <a:lnTo>
                    <a:pt x="1528" y="207"/>
                  </a:lnTo>
                  <a:cubicBezTo>
                    <a:pt x="1528" y="92"/>
                    <a:pt x="1437" y="1"/>
                    <a:pt x="13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86"/>
            <p:cNvSpPr/>
            <p:nvPr/>
          </p:nvSpPr>
          <p:spPr>
            <a:xfrm>
              <a:off x="5772124" y="2667165"/>
              <a:ext cx="40029" cy="68696"/>
            </a:xfrm>
            <a:custGeom>
              <a:rect b="b" l="l" r="r" t="t"/>
              <a:pathLst>
                <a:path extrusionOk="0" h="2624" w="1529">
                  <a:moveTo>
                    <a:pt x="1120" y="409"/>
                  </a:moveTo>
                  <a:lnTo>
                    <a:pt x="1120" y="2210"/>
                  </a:lnTo>
                  <a:lnTo>
                    <a:pt x="414" y="2210"/>
                  </a:lnTo>
                  <a:lnTo>
                    <a:pt x="414" y="409"/>
                  </a:lnTo>
                  <a:close/>
                  <a:moveTo>
                    <a:pt x="207" y="0"/>
                  </a:moveTo>
                  <a:cubicBezTo>
                    <a:pt x="92" y="0"/>
                    <a:pt x="1" y="92"/>
                    <a:pt x="1" y="202"/>
                  </a:cubicBezTo>
                  <a:lnTo>
                    <a:pt x="1" y="2422"/>
                  </a:lnTo>
                  <a:cubicBezTo>
                    <a:pt x="1" y="2532"/>
                    <a:pt x="92"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86"/>
            <p:cNvSpPr/>
            <p:nvPr/>
          </p:nvSpPr>
          <p:spPr>
            <a:xfrm>
              <a:off x="6033348" y="2667165"/>
              <a:ext cx="40029" cy="68696"/>
            </a:xfrm>
            <a:custGeom>
              <a:rect b="b" l="l" r="r" t="t"/>
              <a:pathLst>
                <a:path extrusionOk="0" h="2624" w="1529">
                  <a:moveTo>
                    <a:pt x="1120" y="409"/>
                  </a:moveTo>
                  <a:lnTo>
                    <a:pt x="1120" y="2210"/>
                  </a:lnTo>
                  <a:lnTo>
                    <a:pt x="414" y="2210"/>
                  </a:lnTo>
                  <a:lnTo>
                    <a:pt x="414" y="409"/>
                  </a:lnTo>
                  <a:close/>
                  <a:moveTo>
                    <a:pt x="207" y="0"/>
                  </a:moveTo>
                  <a:cubicBezTo>
                    <a:pt x="92" y="0"/>
                    <a:pt x="1" y="92"/>
                    <a:pt x="1" y="202"/>
                  </a:cubicBezTo>
                  <a:lnTo>
                    <a:pt x="1" y="2422"/>
                  </a:lnTo>
                  <a:cubicBezTo>
                    <a:pt x="1" y="2529"/>
                    <a:pt x="88" y="2624"/>
                    <a:pt x="199" y="2624"/>
                  </a:cubicBezTo>
                  <a:cubicBezTo>
                    <a:pt x="202" y="2624"/>
                    <a:pt x="205"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86"/>
            <p:cNvSpPr/>
            <p:nvPr/>
          </p:nvSpPr>
          <p:spPr>
            <a:xfrm>
              <a:off x="5958395" y="2583520"/>
              <a:ext cx="40029" cy="68827"/>
            </a:xfrm>
            <a:custGeom>
              <a:rect b="b" l="l" r="r" t="t"/>
              <a:pathLst>
                <a:path extrusionOk="0" h="2629" w="1529">
                  <a:moveTo>
                    <a:pt x="1120" y="409"/>
                  </a:moveTo>
                  <a:lnTo>
                    <a:pt x="1120" y="2211"/>
                  </a:lnTo>
                  <a:lnTo>
                    <a:pt x="414" y="2211"/>
                  </a:lnTo>
                  <a:lnTo>
                    <a:pt x="414" y="409"/>
                  </a:lnTo>
                  <a:close/>
                  <a:moveTo>
                    <a:pt x="207" y="1"/>
                  </a:moveTo>
                  <a:cubicBezTo>
                    <a:pt x="97" y="1"/>
                    <a:pt x="1" y="92"/>
                    <a:pt x="6" y="207"/>
                  </a:cubicBezTo>
                  <a:lnTo>
                    <a:pt x="6" y="2422"/>
                  </a:lnTo>
                  <a:cubicBezTo>
                    <a:pt x="1" y="2537"/>
                    <a:pt x="92" y="2628"/>
                    <a:pt x="207" y="2628"/>
                  </a:cubicBezTo>
                  <a:lnTo>
                    <a:pt x="1327" y="2628"/>
                  </a:lnTo>
                  <a:cubicBezTo>
                    <a:pt x="1437" y="2628"/>
                    <a:pt x="1528" y="2537"/>
                    <a:pt x="1528" y="2422"/>
                  </a:cubicBezTo>
                  <a:lnTo>
                    <a:pt x="1528" y="207"/>
                  </a:lnTo>
                  <a:cubicBezTo>
                    <a:pt x="1528" y="92"/>
                    <a:pt x="1437" y="1"/>
                    <a:pt x="13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86"/>
            <p:cNvSpPr/>
            <p:nvPr/>
          </p:nvSpPr>
          <p:spPr>
            <a:xfrm>
              <a:off x="5899045" y="2473512"/>
              <a:ext cx="47307" cy="43721"/>
            </a:xfrm>
            <a:custGeom>
              <a:rect b="b" l="l" r="r" t="t"/>
              <a:pathLst>
                <a:path extrusionOk="0" h="1670" w="1807">
                  <a:moveTo>
                    <a:pt x="906" y="0"/>
                  </a:moveTo>
                  <a:cubicBezTo>
                    <a:pt x="804" y="0"/>
                    <a:pt x="702" y="69"/>
                    <a:pt x="702" y="206"/>
                  </a:cubicBezTo>
                  <a:lnTo>
                    <a:pt x="702" y="628"/>
                  </a:lnTo>
                  <a:lnTo>
                    <a:pt x="274" y="628"/>
                  </a:lnTo>
                  <a:cubicBezTo>
                    <a:pt x="0" y="628"/>
                    <a:pt x="0" y="1037"/>
                    <a:pt x="274" y="1037"/>
                  </a:cubicBezTo>
                  <a:lnTo>
                    <a:pt x="702" y="1037"/>
                  </a:lnTo>
                  <a:lnTo>
                    <a:pt x="702" y="1464"/>
                  </a:lnTo>
                  <a:cubicBezTo>
                    <a:pt x="702" y="1601"/>
                    <a:pt x="804" y="1670"/>
                    <a:pt x="906" y="1670"/>
                  </a:cubicBezTo>
                  <a:cubicBezTo>
                    <a:pt x="1008" y="1670"/>
                    <a:pt x="1110" y="1601"/>
                    <a:pt x="1110" y="1464"/>
                  </a:cubicBezTo>
                  <a:lnTo>
                    <a:pt x="1110" y="1037"/>
                  </a:lnTo>
                  <a:lnTo>
                    <a:pt x="1537" y="1037"/>
                  </a:lnTo>
                  <a:cubicBezTo>
                    <a:pt x="1807" y="1037"/>
                    <a:pt x="1807" y="628"/>
                    <a:pt x="1537" y="628"/>
                  </a:cubicBezTo>
                  <a:lnTo>
                    <a:pt x="1110" y="628"/>
                  </a:lnTo>
                  <a:lnTo>
                    <a:pt x="1110" y="206"/>
                  </a:lnTo>
                  <a:cubicBezTo>
                    <a:pt x="1110" y="69"/>
                    <a:pt x="1008" y="0"/>
                    <a:pt x="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86"/>
            <p:cNvSpPr/>
            <p:nvPr/>
          </p:nvSpPr>
          <p:spPr>
            <a:xfrm>
              <a:off x="5738562" y="2454348"/>
              <a:ext cx="368536" cy="368300"/>
            </a:xfrm>
            <a:custGeom>
              <a:rect b="b" l="l" r="r" t="t"/>
              <a:pathLst>
                <a:path extrusionOk="0" h="14068" w="14077">
                  <a:moveTo>
                    <a:pt x="8748" y="409"/>
                  </a:moveTo>
                  <a:lnTo>
                    <a:pt x="8748" y="2725"/>
                  </a:lnTo>
                  <a:lnTo>
                    <a:pt x="7648" y="2725"/>
                  </a:lnTo>
                  <a:cubicBezTo>
                    <a:pt x="7374" y="2725"/>
                    <a:pt x="7374" y="3133"/>
                    <a:pt x="7648" y="3133"/>
                  </a:cubicBezTo>
                  <a:lnTo>
                    <a:pt x="10790" y="3133"/>
                  </a:lnTo>
                  <a:lnTo>
                    <a:pt x="10790" y="3465"/>
                  </a:lnTo>
                  <a:lnTo>
                    <a:pt x="3277" y="3465"/>
                  </a:lnTo>
                  <a:lnTo>
                    <a:pt x="3277" y="3133"/>
                  </a:lnTo>
                  <a:lnTo>
                    <a:pt x="6481" y="3133"/>
                  </a:lnTo>
                  <a:cubicBezTo>
                    <a:pt x="6755" y="3133"/>
                    <a:pt x="6755" y="2725"/>
                    <a:pt x="6481" y="2725"/>
                  </a:cubicBezTo>
                  <a:lnTo>
                    <a:pt x="5323" y="2725"/>
                  </a:lnTo>
                  <a:lnTo>
                    <a:pt x="5323" y="409"/>
                  </a:lnTo>
                  <a:close/>
                  <a:moveTo>
                    <a:pt x="3387" y="5257"/>
                  </a:moveTo>
                  <a:lnTo>
                    <a:pt x="3387" y="5588"/>
                  </a:lnTo>
                  <a:lnTo>
                    <a:pt x="409" y="5588"/>
                  </a:lnTo>
                  <a:lnTo>
                    <a:pt x="409" y="5257"/>
                  </a:lnTo>
                  <a:close/>
                  <a:moveTo>
                    <a:pt x="8676" y="9820"/>
                  </a:moveTo>
                  <a:lnTo>
                    <a:pt x="8676" y="12876"/>
                  </a:lnTo>
                  <a:lnTo>
                    <a:pt x="7245" y="12876"/>
                  </a:lnTo>
                  <a:lnTo>
                    <a:pt x="7245" y="9820"/>
                  </a:lnTo>
                  <a:close/>
                  <a:moveTo>
                    <a:pt x="10271" y="3873"/>
                  </a:moveTo>
                  <a:lnTo>
                    <a:pt x="10271" y="12876"/>
                  </a:lnTo>
                  <a:lnTo>
                    <a:pt x="9085" y="12876"/>
                  </a:lnTo>
                  <a:lnTo>
                    <a:pt x="9085" y="9614"/>
                  </a:lnTo>
                  <a:cubicBezTo>
                    <a:pt x="9085" y="9498"/>
                    <a:pt x="8993" y="9407"/>
                    <a:pt x="8878" y="9407"/>
                  </a:cubicBezTo>
                  <a:lnTo>
                    <a:pt x="5193" y="9407"/>
                  </a:lnTo>
                  <a:cubicBezTo>
                    <a:pt x="5083" y="9407"/>
                    <a:pt x="4987" y="9498"/>
                    <a:pt x="4992" y="9614"/>
                  </a:cubicBezTo>
                  <a:lnTo>
                    <a:pt x="4992" y="12876"/>
                  </a:lnTo>
                  <a:lnTo>
                    <a:pt x="3800" y="12876"/>
                  </a:lnTo>
                  <a:lnTo>
                    <a:pt x="3800" y="3873"/>
                  </a:lnTo>
                  <a:close/>
                  <a:moveTo>
                    <a:pt x="13365" y="5996"/>
                  </a:moveTo>
                  <a:lnTo>
                    <a:pt x="13365" y="12876"/>
                  </a:lnTo>
                  <a:lnTo>
                    <a:pt x="10684" y="12876"/>
                  </a:lnTo>
                  <a:lnTo>
                    <a:pt x="10684" y="5996"/>
                  </a:lnTo>
                  <a:close/>
                  <a:moveTo>
                    <a:pt x="6832" y="9825"/>
                  </a:moveTo>
                  <a:lnTo>
                    <a:pt x="6832" y="12881"/>
                  </a:lnTo>
                  <a:lnTo>
                    <a:pt x="5405" y="12881"/>
                  </a:lnTo>
                  <a:lnTo>
                    <a:pt x="5405" y="9825"/>
                  </a:lnTo>
                  <a:close/>
                  <a:moveTo>
                    <a:pt x="13663" y="13289"/>
                  </a:moveTo>
                  <a:lnTo>
                    <a:pt x="13663" y="13659"/>
                  </a:lnTo>
                  <a:lnTo>
                    <a:pt x="409" y="13659"/>
                  </a:lnTo>
                  <a:lnTo>
                    <a:pt x="409" y="13289"/>
                  </a:lnTo>
                  <a:close/>
                  <a:moveTo>
                    <a:pt x="5117" y="1"/>
                  </a:moveTo>
                  <a:cubicBezTo>
                    <a:pt x="5006" y="1"/>
                    <a:pt x="4915" y="92"/>
                    <a:pt x="4915" y="208"/>
                  </a:cubicBezTo>
                  <a:lnTo>
                    <a:pt x="4915" y="2725"/>
                  </a:lnTo>
                  <a:lnTo>
                    <a:pt x="3070" y="2725"/>
                  </a:lnTo>
                  <a:cubicBezTo>
                    <a:pt x="2960" y="2725"/>
                    <a:pt x="2868" y="2816"/>
                    <a:pt x="2868" y="2931"/>
                  </a:cubicBezTo>
                  <a:lnTo>
                    <a:pt x="2868" y="3671"/>
                  </a:lnTo>
                  <a:cubicBezTo>
                    <a:pt x="2868" y="3787"/>
                    <a:pt x="2960" y="3878"/>
                    <a:pt x="3070" y="3878"/>
                  </a:cubicBezTo>
                  <a:lnTo>
                    <a:pt x="3392" y="3878"/>
                  </a:lnTo>
                  <a:lnTo>
                    <a:pt x="3392" y="4843"/>
                  </a:lnTo>
                  <a:lnTo>
                    <a:pt x="207" y="4843"/>
                  </a:lnTo>
                  <a:cubicBezTo>
                    <a:pt x="96" y="4843"/>
                    <a:pt x="0" y="4935"/>
                    <a:pt x="5" y="5050"/>
                  </a:cubicBezTo>
                  <a:lnTo>
                    <a:pt x="5" y="5790"/>
                  </a:lnTo>
                  <a:cubicBezTo>
                    <a:pt x="0" y="5905"/>
                    <a:pt x="96" y="5996"/>
                    <a:pt x="207" y="5996"/>
                  </a:cubicBezTo>
                  <a:lnTo>
                    <a:pt x="298" y="5996"/>
                  </a:lnTo>
                  <a:lnTo>
                    <a:pt x="298" y="7356"/>
                  </a:lnTo>
                  <a:cubicBezTo>
                    <a:pt x="298" y="7490"/>
                    <a:pt x="400" y="7558"/>
                    <a:pt x="502" y="7558"/>
                  </a:cubicBezTo>
                  <a:cubicBezTo>
                    <a:pt x="604" y="7558"/>
                    <a:pt x="706" y="7490"/>
                    <a:pt x="706" y="7356"/>
                  </a:cubicBezTo>
                  <a:lnTo>
                    <a:pt x="706" y="5996"/>
                  </a:lnTo>
                  <a:lnTo>
                    <a:pt x="3387" y="5996"/>
                  </a:lnTo>
                  <a:lnTo>
                    <a:pt x="3387" y="12881"/>
                  </a:lnTo>
                  <a:lnTo>
                    <a:pt x="706" y="12881"/>
                  </a:lnTo>
                  <a:lnTo>
                    <a:pt x="706" y="8374"/>
                  </a:lnTo>
                  <a:cubicBezTo>
                    <a:pt x="706" y="8237"/>
                    <a:pt x="604" y="8169"/>
                    <a:pt x="502" y="8169"/>
                  </a:cubicBezTo>
                  <a:cubicBezTo>
                    <a:pt x="400" y="8169"/>
                    <a:pt x="298" y="8237"/>
                    <a:pt x="298" y="8374"/>
                  </a:cubicBezTo>
                  <a:lnTo>
                    <a:pt x="298" y="12876"/>
                  </a:lnTo>
                  <a:lnTo>
                    <a:pt x="207" y="12876"/>
                  </a:lnTo>
                  <a:cubicBezTo>
                    <a:pt x="96" y="12876"/>
                    <a:pt x="0" y="12967"/>
                    <a:pt x="5" y="13077"/>
                  </a:cubicBezTo>
                  <a:lnTo>
                    <a:pt x="5" y="13861"/>
                  </a:lnTo>
                  <a:cubicBezTo>
                    <a:pt x="0" y="13971"/>
                    <a:pt x="96" y="14067"/>
                    <a:pt x="207" y="14067"/>
                  </a:cubicBezTo>
                  <a:lnTo>
                    <a:pt x="13874" y="14067"/>
                  </a:lnTo>
                  <a:cubicBezTo>
                    <a:pt x="13985" y="14067"/>
                    <a:pt x="14076" y="13971"/>
                    <a:pt x="14076" y="13861"/>
                  </a:cubicBezTo>
                  <a:lnTo>
                    <a:pt x="14076" y="13077"/>
                  </a:lnTo>
                  <a:cubicBezTo>
                    <a:pt x="14076" y="12967"/>
                    <a:pt x="13985" y="12876"/>
                    <a:pt x="13874" y="12876"/>
                  </a:cubicBezTo>
                  <a:lnTo>
                    <a:pt x="13783" y="12876"/>
                  </a:lnTo>
                  <a:lnTo>
                    <a:pt x="13783" y="5992"/>
                  </a:lnTo>
                  <a:lnTo>
                    <a:pt x="13870" y="5996"/>
                  </a:lnTo>
                  <a:cubicBezTo>
                    <a:pt x="13985" y="5996"/>
                    <a:pt x="14076" y="5905"/>
                    <a:pt x="14076" y="5790"/>
                  </a:cubicBezTo>
                  <a:lnTo>
                    <a:pt x="14076" y="5050"/>
                  </a:lnTo>
                  <a:cubicBezTo>
                    <a:pt x="14076" y="4935"/>
                    <a:pt x="13985" y="4843"/>
                    <a:pt x="13870" y="4843"/>
                  </a:cubicBezTo>
                  <a:lnTo>
                    <a:pt x="12620" y="4843"/>
                  </a:lnTo>
                  <a:cubicBezTo>
                    <a:pt x="12347" y="4843"/>
                    <a:pt x="12347" y="5252"/>
                    <a:pt x="12620" y="5252"/>
                  </a:cubicBezTo>
                  <a:lnTo>
                    <a:pt x="13663" y="5252"/>
                  </a:lnTo>
                  <a:lnTo>
                    <a:pt x="13663" y="5583"/>
                  </a:lnTo>
                  <a:lnTo>
                    <a:pt x="10684" y="5583"/>
                  </a:lnTo>
                  <a:lnTo>
                    <a:pt x="10684" y="5252"/>
                  </a:lnTo>
                  <a:lnTo>
                    <a:pt x="11592" y="5252"/>
                  </a:lnTo>
                  <a:cubicBezTo>
                    <a:pt x="11866" y="5252"/>
                    <a:pt x="11866" y="4839"/>
                    <a:pt x="11592" y="4839"/>
                  </a:cubicBezTo>
                  <a:lnTo>
                    <a:pt x="10684" y="4839"/>
                  </a:lnTo>
                  <a:lnTo>
                    <a:pt x="10684" y="3873"/>
                  </a:lnTo>
                  <a:lnTo>
                    <a:pt x="11006" y="3873"/>
                  </a:lnTo>
                  <a:cubicBezTo>
                    <a:pt x="11117" y="3873"/>
                    <a:pt x="11208" y="3782"/>
                    <a:pt x="11208" y="3671"/>
                  </a:cubicBezTo>
                  <a:lnTo>
                    <a:pt x="11208" y="2931"/>
                  </a:lnTo>
                  <a:cubicBezTo>
                    <a:pt x="11208" y="2816"/>
                    <a:pt x="11117" y="2725"/>
                    <a:pt x="11006" y="2725"/>
                  </a:cubicBezTo>
                  <a:lnTo>
                    <a:pt x="9166" y="2725"/>
                  </a:lnTo>
                  <a:lnTo>
                    <a:pt x="9166" y="208"/>
                  </a:lnTo>
                  <a:cubicBezTo>
                    <a:pt x="9166" y="92"/>
                    <a:pt x="9075" y="1"/>
                    <a:pt x="89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3" name="Google Shape;13683;p86"/>
          <p:cNvGrpSpPr/>
          <p:nvPr/>
        </p:nvGrpSpPr>
        <p:grpSpPr>
          <a:xfrm>
            <a:off x="4870747" y="2494220"/>
            <a:ext cx="368536" cy="288687"/>
            <a:chOff x="4870747" y="2494220"/>
            <a:chExt cx="368536" cy="288687"/>
          </a:xfrm>
        </p:grpSpPr>
        <p:sp>
          <p:nvSpPr>
            <p:cNvPr id="13684" name="Google Shape;13684;p86"/>
            <p:cNvSpPr/>
            <p:nvPr/>
          </p:nvSpPr>
          <p:spPr>
            <a:xfrm>
              <a:off x="4876035" y="2512075"/>
              <a:ext cx="196088" cy="217739"/>
            </a:xfrm>
            <a:custGeom>
              <a:rect b="b" l="l" r="r" t="t"/>
              <a:pathLst>
                <a:path extrusionOk="0" h="8317" w="7490">
                  <a:moveTo>
                    <a:pt x="634" y="1"/>
                  </a:moveTo>
                  <a:lnTo>
                    <a:pt x="634" y="6"/>
                  </a:lnTo>
                  <a:cubicBezTo>
                    <a:pt x="283" y="6"/>
                    <a:pt x="0" y="284"/>
                    <a:pt x="0" y="635"/>
                  </a:cubicBezTo>
                  <a:lnTo>
                    <a:pt x="0" y="7683"/>
                  </a:lnTo>
                  <a:cubicBezTo>
                    <a:pt x="0" y="8033"/>
                    <a:pt x="283" y="8317"/>
                    <a:pt x="634" y="8317"/>
                  </a:cubicBezTo>
                  <a:lnTo>
                    <a:pt x="2191" y="8317"/>
                  </a:lnTo>
                  <a:cubicBezTo>
                    <a:pt x="2306" y="7548"/>
                    <a:pt x="2969" y="6976"/>
                    <a:pt x="3747" y="6976"/>
                  </a:cubicBezTo>
                  <a:cubicBezTo>
                    <a:pt x="4525" y="6976"/>
                    <a:pt x="5184" y="7548"/>
                    <a:pt x="5299" y="8317"/>
                  </a:cubicBezTo>
                  <a:lnTo>
                    <a:pt x="7490" y="8317"/>
                  </a:lnTo>
                  <a:lnTo>
                    <a:pt x="7490" y="635"/>
                  </a:lnTo>
                  <a:cubicBezTo>
                    <a:pt x="7490" y="284"/>
                    <a:pt x="7206" y="1"/>
                    <a:pt x="6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86"/>
            <p:cNvSpPr/>
            <p:nvPr/>
          </p:nvSpPr>
          <p:spPr>
            <a:xfrm>
              <a:off x="5024293" y="2512206"/>
              <a:ext cx="47962" cy="217608"/>
            </a:xfrm>
            <a:custGeom>
              <a:rect b="b" l="l" r="r" t="t"/>
              <a:pathLst>
                <a:path extrusionOk="0" h="8312" w="1832">
                  <a:moveTo>
                    <a:pt x="1211" y="1"/>
                  </a:moveTo>
                  <a:cubicBezTo>
                    <a:pt x="1208" y="1"/>
                    <a:pt x="1205" y="1"/>
                    <a:pt x="1202" y="1"/>
                  </a:cubicBezTo>
                  <a:lnTo>
                    <a:pt x="1" y="1"/>
                  </a:lnTo>
                  <a:cubicBezTo>
                    <a:pt x="347" y="1"/>
                    <a:pt x="630" y="279"/>
                    <a:pt x="630" y="630"/>
                  </a:cubicBezTo>
                  <a:lnTo>
                    <a:pt x="630" y="8312"/>
                  </a:lnTo>
                  <a:lnTo>
                    <a:pt x="1831" y="8312"/>
                  </a:lnTo>
                  <a:lnTo>
                    <a:pt x="1831" y="630"/>
                  </a:lnTo>
                  <a:cubicBezTo>
                    <a:pt x="1831" y="282"/>
                    <a:pt x="1553" y="1"/>
                    <a:pt x="121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86"/>
            <p:cNvSpPr/>
            <p:nvPr/>
          </p:nvSpPr>
          <p:spPr>
            <a:xfrm>
              <a:off x="5072228" y="2553832"/>
              <a:ext cx="161504" cy="176113"/>
            </a:xfrm>
            <a:custGeom>
              <a:rect b="b" l="l" r="r" t="t"/>
              <a:pathLst>
                <a:path extrusionOk="0" h="6727" w="6169">
                  <a:moveTo>
                    <a:pt x="0" y="1"/>
                  </a:moveTo>
                  <a:lnTo>
                    <a:pt x="0" y="6727"/>
                  </a:lnTo>
                  <a:lnTo>
                    <a:pt x="1293" y="6727"/>
                  </a:lnTo>
                  <a:cubicBezTo>
                    <a:pt x="1408" y="5958"/>
                    <a:pt x="2071" y="5386"/>
                    <a:pt x="2849" y="5386"/>
                  </a:cubicBezTo>
                  <a:cubicBezTo>
                    <a:pt x="3627" y="5386"/>
                    <a:pt x="4286" y="5958"/>
                    <a:pt x="4401" y="6727"/>
                  </a:cubicBezTo>
                  <a:lnTo>
                    <a:pt x="5539" y="6727"/>
                  </a:lnTo>
                  <a:cubicBezTo>
                    <a:pt x="5885" y="6727"/>
                    <a:pt x="6169" y="6443"/>
                    <a:pt x="6169" y="6092"/>
                  </a:cubicBezTo>
                  <a:lnTo>
                    <a:pt x="6169" y="2970"/>
                  </a:lnTo>
                  <a:cubicBezTo>
                    <a:pt x="6169" y="2749"/>
                    <a:pt x="6087" y="2533"/>
                    <a:pt x="5938" y="2369"/>
                  </a:cubicBezTo>
                  <a:lnTo>
                    <a:pt x="4089" y="299"/>
                  </a:lnTo>
                  <a:cubicBezTo>
                    <a:pt x="3916" y="111"/>
                    <a:pt x="3675" y="1"/>
                    <a:pt x="3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86"/>
            <p:cNvSpPr/>
            <p:nvPr/>
          </p:nvSpPr>
          <p:spPr>
            <a:xfrm>
              <a:off x="5134353" y="2553727"/>
              <a:ext cx="99510" cy="176218"/>
            </a:xfrm>
            <a:custGeom>
              <a:rect b="b" l="l" r="r" t="t"/>
              <a:pathLst>
                <a:path extrusionOk="0" h="6731" w="3801">
                  <a:moveTo>
                    <a:pt x="1" y="0"/>
                  </a:moveTo>
                  <a:cubicBezTo>
                    <a:pt x="255" y="0"/>
                    <a:pt x="500" y="106"/>
                    <a:pt x="668" y="298"/>
                  </a:cubicBezTo>
                  <a:lnTo>
                    <a:pt x="1043" y="716"/>
                  </a:lnTo>
                  <a:lnTo>
                    <a:pt x="1624" y="1364"/>
                  </a:lnTo>
                  <a:lnTo>
                    <a:pt x="2523" y="2373"/>
                  </a:lnTo>
                  <a:cubicBezTo>
                    <a:pt x="2672" y="2537"/>
                    <a:pt x="2753" y="2753"/>
                    <a:pt x="2753" y="2974"/>
                  </a:cubicBezTo>
                  <a:lnTo>
                    <a:pt x="2753" y="6096"/>
                  </a:lnTo>
                  <a:cubicBezTo>
                    <a:pt x="2753" y="6447"/>
                    <a:pt x="2470" y="6731"/>
                    <a:pt x="2119" y="6731"/>
                  </a:cubicBezTo>
                  <a:lnTo>
                    <a:pt x="3166" y="6731"/>
                  </a:lnTo>
                  <a:cubicBezTo>
                    <a:pt x="3517" y="6731"/>
                    <a:pt x="3801" y="6447"/>
                    <a:pt x="3801" y="6096"/>
                  </a:cubicBezTo>
                  <a:lnTo>
                    <a:pt x="3801" y="2974"/>
                  </a:lnTo>
                  <a:cubicBezTo>
                    <a:pt x="3796" y="2753"/>
                    <a:pt x="3714" y="2537"/>
                    <a:pt x="3565" y="2373"/>
                  </a:cubicBezTo>
                  <a:lnTo>
                    <a:pt x="2667" y="1364"/>
                  </a:lnTo>
                  <a:lnTo>
                    <a:pt x="2085" y="716"/>
                  </a:lnTo>
                  <a:lnTo>
                    <a:pt x="1711" y="298"/>
                  </a:lnTo>
                  <a:cubicBezTo>
                    <a:pt x="1543" y="106"/>
                    <a:pt x="1298" y="0"/>
                    <a:pt x="1043"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86"/>
            <p:cNvSpPr/>
            <p:nvPr/>
          </p:nvSpPr>
          <p:spPr>
            <a:xfrm>
              <a:off x="5109587" y="2580248"/>
              <a:ext cx="66052" cy="61523"/>
            </a:xfrm>
            <a:custGeom>
              <a:rect b="b" l="l" r="r" t="t"/>
              <a:pathLst>
                <a:path extrusionOk="0" h="2350" w="2523">
                  <a:moveTo>
                    <a:pt x="0" y="1"/>
                  </a:moveTo>
                  <a:lnTo>
                    <a:pt x="0" y="2350"/>
                  </a:lnTo>
                  <a:lnTo>
                    <a:pt x="2522" y="2350"/>
                  </a:lnTo>
                  <a:lnTo>
                    <a:pt x="2517" y="1264"/>
                  </a:lnTo>
                  <a:lnTo>
                    <a:pt x="143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86"/>
            <p:cNvSpPr/>
            <p:nvPr/>
          </p:nvSpPr>
          <p:spPr>
            <a:xfrm>
              <a:off x="5098251" y="2538124"/>
              <a:ext cx="54742" cy="15629"/>
            </a:xfrm>
            <a:custGeom>
              <a:rect b="b" l="l" r="r" t="t"/>
              <a:pathLst>
                <a:path extrusionOk="0" h="597" w="2091">
                  <a:moveTo>
                    <a:pt x="1" y="0"/>
                  </a:moveTo>
                  <a:lnTo>
                    <a:pt x="1" y="596"/>
                  </a:lnTo>
                  <a:lnTo>
                    <a:pt x="2091" y="596"/>
                  </a:lnTo>
                  <a:lnTo>
                    <a:pt x="2091"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86"/>
            <p:cNvSpPr/>
            <p:nvPr/>
          </p:nvSpPr>
          <p:spPr>
            <a:xfrm>
              <a:off x="5104534" y="2499770"/>
              <a:ext cx="42307" cy="38380"/>
            </a:xfrm>
            <a:custGeom>
              <a:rect b="b" l="l" r="r" t="t"/>
              <a:pathLst>
                <a:path extrusionOk="0" h="1466" w="1616">
                  <a:moveTo>
                    <a:pt x="808" y="0"/>
                  </a:moveTo>
                  <a:cubicBezTo>
                    <a:pt x="361" y="0"/>
                    <a:pt x="1" y="360"/>
                    <a:pt x="1" y="802"/>
                  </a:cubicBezTo>
                  <a:lnTo>
                    <a:pt x="1" y="1465"/>
                  </a:lnTo>
                  <a:lnTo>
                    <a:pt x="1615" y="1465"/>
                  </a:lnTo>
                  <a:lnTo>
                    <a:pt x="1615" y="802"/>
                  </a:lnTo>
                  <a:cubicBezTo>
                    <a:pt x="1615" y="360"/>
                    <a:pt x="1255" y="0"/>
                    <a:pt x="808"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86"/>
            <p:cNvSpPr/>
            <p:nvPr/>
          </p:nvSpPr>
          <p:spPr>
            <a:xfrm>
              <a:off x="5117624" y="2499639"/>
              <a:ext cx="29086" cy="38511"/>
            </a:xfrm>
            <a:custGeom>
              <a:rect b="b" l="l" r="r" t="t"/>
              <a:pathLst>
                <a:path extrusionOk="0" h="1471" w="1111">
                  <a:moveTo>
                    <a:pt x="303" y="0"/>
                  </a:moveTo>
                  <a:cubicBezTo>
                    <a:pt x="202" y="0"/>
                    <a:pt x="97" y="24"/>
                    <a:pt x="1" y="63"/>
                  </a:cubicBezTo>
                  <a:cubicBezTo>
                    <a:pt x="303" y="188"/>
                    <a:pt x="495" y="481"/>
                    <a:pt x="495" y="807"/>
                  </a:cubicBezTo>
                  <a:lnTo>
                    <a:pt x="495" y="1470"/>
                  </a:lnTo>
                  <a:lnTo>
                    <a:pt x="1110" y="1470"/>
                  </a:lnTo>
                  <a:lnTo>
                    <a:pt x="1110" y="807"/>
                  </a:lnTo>
                  <a:cubicBezTo>
                    <a:pt x="1110" y="365"/>
                    <a:pt x="750" y="0"/>
                    <a:pt x="303"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86"/>
            <p:cNvSpPr/>
            <p:nvPr/>
          </p:nvSpPr>
          <p:spPr>
            <a:xfrm>
              <a:off x="4918918" y="2694838"/>
              <a:ext cx="96473" cy="82415"/>
            </a:xfrm>
            <a:custGeom>
              <a:rect b="b" l="l" r="r" t="t"/>
              <a:pathLst>
                <a:path extrusionOk="0" h="3148" w="3685">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0" y="1571"/>
                  </a:cubicBezTo>
                  <a:cubicBezTo>
                    <a:pt x="3680" y="702"/>
                    <a:pt x="2974" y="0"/>
                    <a:pt x="210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86"/>
            <p:cNvSpPr/>
            <p:nvPr/>
          </p:nvSpPr>
          <p:spPr>
            <a:xfrm>
              <a:off x="4940674" y="2701252"/>
              <a:ext cx="82388" cy="75974"/>
            </a:xfrm>
            <a:custGeom>
              <a:rect b="b" l="l" r="r" t="t"/>
              <a:pathLst>
                <a:path extrusionOk="0" h="2902" w="3147">
                  <a:moveTo>
                    <a:pt x="2172" y="0"/>
                  </a:moveTo>
                  <a:lnTo>
                    <a:pt x="2172" y="0"/>
                  </a:lnTo>
                  <a:cubicBezTo>
                    <a:pt x="2570" y="625"/>
                    <a:pt x="2484" y="1437"/>
                    <a:pt x="1960" y="1960"/>
                  </a:cubicBezTo>
                  <a:cubicBezTo>
                    <a:pt x="1656" y="2264"/>
                    <a:pt x="1254" y="2421"/>
                    <a:pt x="848" y="2421"/>
                  </a:cubicBezTo>
                  <a:cubicBezTo>
                    <a:pt x="555" y="2421"/>
                    <a:pt x="260" y="2339"/>
                    <a:pt x="0" y="2172"/>
                  </a:cubicBezTo>
                  <a:lnTo>
                    <a:pt x="0" y="2172"/>
                  </a:lnTo>
                  <a:cubicBezTo>
                    <a:pt x="304" y="2651"/>
                    <a:pt x="813" y="2901"/>
                    <a:pt x="1327" y="2901"/>
                  </a:cubicBezTo>
                  <a:cubicBezTo>
                    <a:pt x="1725" y="2901"/>
                    <a:pt x="2126" y="2751"/>
                    <a:pt x="2436" y="2441"/>
                  </a:cubicBezTo>
                  <a:cubicBezTo>
                    <a:pt x="3147" y="1730"/>
                    <a:pt x="3017" y="543"/>
                    <a:pt x="217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86"/>
            <p:cNvSpPr/>
            <p:nvPr/>
          </p:nvSpPr>
          <p:spPr>
            <a:xfrm>
              <a:off x="4950727" y="2718478"/>
              <a:ext cx="40893" cy="35029"/>
            </a:xfrm>
            <a:custGeom>
              <a:rect b="b" l="l" r="r" t="t"/>
              <a:pathLst>
                <a:path extrusionOk="0" h="1338" w="1562">
                  <a:moveTo>
                    <a:pt x="894" y="0"/>
                  </a:moveTo>
                  <a:cubicBezTo>
                    <a:pt x="298" y="0"/>
                    <a:pt x="1" y="721"/>
                    <a:pt x="423" y="1139"/>
                  </a:cubicBezTo>
                  <a:cubicBezTo>
                    <a:pt x="560" y="1276"/>
                    <a:pt x="728" y="1337"/>
                    <a:pt x="893" y="1337"/>
                  </a:cubicBezTo>
                  <a:cubicBezTo>
                    <a:pt x="1235" y="1337"/>
                    <a:pt x="1562" y="1071"/>
                    <a:pt x="1562" y="668"/>
                  </a:cubicBezTo>
                  <a:cubicBezTo>
                    <a:pt x="1562" y="298"/>
                    <a:pt x="1264" y="0"/>
                    <a:pt x="89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86"/>
            <p:cNvSpPr/>
            <p:nvPr/>
          </p:nvSpPr>
          <p:spPr>
            <a:xfrm>
              <a:off x="5091601" y="2694838"/>
              <a:ext cx="96473" cy="82415"/>
            </a:xfrm>
            <a:custGeom>
              <a:rect b="b" l="l" r="r" t="t"/>
              <a:pathLst>
                <a:path extrusionOk="0" h="3148" w="3685">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5" y="1571"/>
                  </a:cubicBezTo>
                  <a:cubicBezTo>
                    <a:pt x="3680" y="702"/>
                    <a:pt x="2979" y="0"/>
                    <a:pt x="210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86"/>
            <p:cNvSpPr/>
            <p:nvPr/>
          </p:nvSpPr>
          <p:spPr>
            <a:xfrm>
              <a:off x="5111969" y="2701252"/>
              <a:ext cx="82519" cy="75974"/>
            </a:xfrm>
            <a:custGeom>
              <a:rect b="b" l="l" r="r" t="t"/>
              <a:pathLst>
                <a:path extrusionOk="0" h="2902" w="3152">
                  <a:moveTo>
                    <a:pt x="2177" y="0"/>
                  </a:moveTo>
                  <a:lnTo>
                    <a:pt x="2177" y="0"/>
                  </a:lnTo>
                  <a:cubicBezTo>
                    <a:pt x="2571" y="625"/>
                    <a:pt x="2484" y="1437"/>
                    <a:pt x="1960" y="1960"/>
                  </a:cubicBezTo>
                  <a:cubicBezTo>
                    <a:pt x="1659" y="2264"/>
                    <a:pt x="1258" y="2421"/>
                    <a:pt x="852" y="2421"/>
                  </a:cubicBezTo>
                  <a:cubicBezTo>
                    <a:pt x="558" y="2421"/>
                    <a:pt x="262" y="2339"/>
                    <a:pt x="0" y="2172"/>
                  </a:cubicBezTo>
                  <a:lnTo>
                    <a:pt x="0" y="2172"/>
                  </a:lnTo>
                  <a:cubicBezTo>
                    <a:pt x="306" y="2651"/>
                    <a:pt x="817" y="2901"/>
                    <a:pt x="1331" y="2901"/>
                  </a:cubicBezTo>
                  <a:cubicBezTo>
                    <a:pt x="1730" y="2901"/>
                    <a:pt x="2131" y="2751"/>
                    <a:pt x="2441" y="2441"/>
                  </a:cubicBezTo>
                  <a:cubicBezTo>
                    <a:pt x="3152" y="1730"/>
                    <a:pt x="3022" y="543"/>
                    <a:pt x="2177"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86"/>
            <p:cNvSpPr/>
            <p:nvPr/>
          </p:nvSpPr>
          <p:spPr>
            <a:xfrm>
              <a:off x="5123410" y="2718478"/>
              <a:ext cx="40893" cy="35029"/>
            </a:xfrm>
            <a:custGeom>
              <a:rect b="b" l="l" r="r" t="t"/>
              <a:pathLst>
                <a:path extrusionOk="0" h="1338" w="1562">
                  <a:moveTo>
                    <a:pt x="894" y="0"/>
                  </a:moveTo>
                  <a:cubicBezTo>
                    <a:pt x="298" y="0"/>
                    <a:pt x="1" y="721"/>
                    <a:pt x="419" y="1139"/>
                  </a:cubicBezTo>
                  <a:cubicBezTo>
                    <a:pt x="556" y="1276"/>
                    <a:pt x="724" y="1337"/>
                    <a:pt x="889" y="1337"/>
                  </a:cubicBezTo>
                  <a:cubicBezTo>
                    <a:pt x="1233" y="1337"/>
                    <a:pt x="1562" y="1071"/>
                    <a:pt x="1562" y="668"/>
                  </a:cubicBezTo>
                  <a:cubicBezTo>
                    <a:pt x="1562" y="298"/>
                    <a:pt x="1264" y="0"/>
                    <a:pt x="89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86"/>
            <p:cNvSpPr/>
            <p:nvPr/>
          </p:nvSpPr>
          <p:spPr>
            <a:xfrm>
              <a:off x="4928971" y="2549198"/>
              <a:ext cx="90321" cy="90321"/>
            </a:xfrm>
            <a:custGeom>
              <a:rect b="b" l="l" r="r" t="t"/>
              <a:pathLst>
                <a:path extrusionOk="0" h="3450" w="3450">
                  <a:moveTo>
                    <a:pt x="1480" y="0"/>
                  </a:moveTo>
                  <a:cubicBezTo>
                    <a:pt x="1298" y="0"/>
                    <a:pt x="1153" y="144"/>
                    <a:pt x="1158" y="322"/>
                  </a:cubicBezTo>
                  <a:lnTo>
                    <a:pt x="1158" y="1158"/>
                  </a:lnTo>
                  <a:lnTo>
                    <a:pt x="322" y="1158"/>
                  </a:lnTo>
                  <a:cubicBezTo>
                    <a:pt x="145" y="1158"/>
                    <a:pt x="1" y="1302"/>
                    <a:pt x="1" y="1480"/>
                  </a:cubicBezTo>
                  <a:lnTo>
                    <a:pt x="1" y="1975"/>
                  </a:lnTo>
                  <a:cubicBezTo>
                    <a:pt x="1" y="2152"/>
                    <a:pt x="145" y="2296"/>
                    <a:pt x="322" y="2296"/>
                  </a:cubicBezTo>
                  <a:lnTo>
                    <a:pt x="1158" y="2296"/>
                  </a:lnTo>
                  <a:lnTo>
                    <a:pt x="1158" y="3128"/>
                  </a:lnTo>
                  <a:cubicBezTo>
                    <a:pt x="1153" y="3305"/>
                    <a:pt x="1298" y="3449"/>
                    <a:pt x="1480" y="3449"/>
                  </a:cubicBezTo>
                  <a:lnTo>
                    <a:pt x="1970" y="3449"/>
                  </a:lnTo>
                  <a:cubicBezTo>
                    <a:pt x="2148" y="3449"/>
                    <a:pt x="2297" y="3305"/>
                    <a:pt x="2292" y="3128"/>
                  </a:cubicBezTo>
                  <a:lnTo>
                    <a:pt x="2292" y="2296"/>
                  </a:lnTo>
                  <a:lnTo>
                    <a:pt x="3128" y="2296"/>
                  </a:lnTo>
                  <a:cubicBezTo>
                    <a:pt x="3306" y="2296"/>
                    <a:pt x="3450" y="2152"/>
                    <a:pt x="3450" y="1975"/>
                  </a:cubicBezTo>
                  <a:lnTo>
                    <a:pt x="3450" y="1480"/>
                  </a:lnTo>
                  <a:cubicBezTo>
                    <a:pt x="3445" y="1302"/>
                    <a:pt x="3306" y="1158"/>
                    <a:pt x="3128" y="1158"/>
                  </a:cubicBezTo>
                  <a:lnTo>
                    <a:pt x="2292" y="1158"/>
                  </a:lnTo>
                  <a:lnTo>
                    <a:pt x="2292" y="322"/>
                  </a:lnTo>
                  <a:cubicBezTo>
                    <a:pt x="2297" y="144"/>
                    <a:pt x="2153" y="0"/>
                    <a:pt x="1975"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86"/>
            <p:cNvSpPr/>
            <p:nvPr/>
          </p:nvSpPr>
          <p:spPr>
            <a:xfrm>
              <a:off x="5072228" y="2677611"/>
              <a:ext cx="161504" cy="52465"/>
            </a:xfrm>
            <a:custGeom>
              <a:rect b="b" l="l" r="r" t="t"/>
              <a:pathLst>
                <a:path extrusionOk="0" h="2004" w="6169">
                  <a:moveTo>
                    <a:pt x="0" y="0"/>
                  </a:moveTo>
                  <a:lnTo>
                    <a:pt x="0" y="2003"/>
                  </a:lnTo>
                  <a:lnTo>
                    <a:pt x="1293" y="2003"/>
                  </a:lnTo>
                  <a:cubicBezTo>
                    <a:pt x="1403" y="1230"/>
                    <a:pt x="2066" y="658"/>
                    <a:pt x="2849" y="658"/>
                  </a:cubicBezTo>
                  <a:cubicBezTo>
                    <a:pt x="3627" y="658"/>
                    <a:pt x="4290" y="1225"/>
                    <a:pt x="4406" y="1999"/>
                  </a:cubicBezTo>
                  <a:lnTo>
                    <a:pt x="5539" y="1999"/>
                  </a:lnTo>
                  <a:cubicBezTo>
                    <a:pt x="5885" y="1999"/>
                    <a:pt x="6169" y="1715"/>
                    <a:pt x="6169" y="1364"/>
                  </a:cubicBezTo>
                  <a:lnTo>
                    <a:pt x="6169"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86"/>
            <p:cNvSpPr/>
            <p:nvPr/>
          </p:nvSpPr>
          <p:spPr>
            <a:xfrm>
              <a:off x="5189829" y="2677480"/>
              <a:ext cx="43904" cy="52334"/>
            </a:xfrm>
            <a:custGeom>
              <a:rect b="b" l="l" r="r" t="t"/>
              <a:pathLst>
                <a:path extrusionOk="0" h="1999" w="1677">
                  <a:moveTo>
                    <a:pt x="634" y="0"/>
                  </a:moveTo>
                  <a:lnTo>
                    <a:pt x="634" y="1365"/>
                  </a:lnTo>
                  <a:cubicBezTo>
                    <a:pt x="634" y="1715"/>
                    <a:pt x="351" y="1999"/>
                    <a:pt x="0" y="1999"/>
                  </a:cubicBezTo>
                  <a:lnTo>
                    <a:pt x="1047" y="1999"/>
                  </a:lnTo>
                  <a:cubicBezTo>
                    <a:pt x="1393" y="1999"/>
                    <a:pt x="1677" y="1715"/>
                    <a:pt x="1677" y="1365"/>
                  </a:cubicBezTo>
                  <a:lnTo>
                    <a:pt x="1677"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86"/>
            <p:cNvSpPr/>
            <p:nvPr/>
          </p:nvSpPr>
          <p:spPr>
            <a:xfrm>
              <a:off x="4875904" y="2677480"/>
              <a:ext cx="196219" cy="52334"/>
            </a:xfrm>
            <a:custGeom>
              <a:rect b="b" l="l" r="r" t="t"/>
              <a:pathLst>
                <a:path extrusionOk="0" h="1999" w="7495">
                  <a:moveTo>
                    <a:pt x="0" y="0"/>
                  </a:moveTo>
                  <a:lnTo>
                    <a:pt x="0" y="1365"/>
                  </a:lnTo>
                  <a:cubicBezTo>
                    <a:pt x="5" y="1715"/>
                    <a:pt x="288" y="1994"/>
                    <a:pt x="639" y="1999"/>
                  </a:cubicBezTo>
                  <a:lnTo>
                    <a:pt x="2196" y="1999"/>
                  </a:lnTo>
                  <a:cubicBezTo>
                    <a:pt x="2311" y="1230"/>
                    <a:pt x="2974" y="658"/>
                    <a:pt x="3752" y="658"/>
                  </a:cubicBezTo>
                  <a:cubicBezTo>
                    <a:pt x="4530" y="658"/>
                    <a:pt x="5189" y="1230"/>
                    <a:pt x="5304" y="1999"/>
                  </a:cubicBezTo>
                  <a:lnTo>
                    <a:pt x="7495" y="1999"/>
                  </a:lnTo>
                  <a:lnTo>
                    <a:pt x="7495"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86"/>
            <p:cNvSpPr/>
            <p:nvPr/>
          </p:nvSpPr>
          <p:spPr>
            <a:xfrm>
              <a:off x="5040917" y="2677480"/>
              <a:ext cx="31468" cy="52334"/>
            </a:xfrm>
            <a:custGeom>
              <a:rect b="b" l="l" r="r" t="t"/>
              <a:pathLst>
                <a:path extrusionOk="0" h="1999" w="1202">
                  <a:moveTo>
                    <a:pt x="0" y="0"/>
                  </a:moveTo>
                  <a:lnTo>
                    <a:pt x="0" y="1999"/>
                  </a:lnTo>
                  <a:lnTo>
                    <a:pt x="1201" y="1999"/>
                  </a:lnTo>
                  <a:lnTo>
                    <a:pt x="1201"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86"/>
            <p:cNvSpPr/>
            <p:nvPr/>
          </p:nvSpPr>
          <p:spPr>
            <a:xfrm>
              <a:off x="5104299" y="2574855"/>
              <a:ext cx="76629" cy="72335"/>
            </a:xfrm>
            <a:custGeom>
              <a:rect b="b" l="l" r="r" t="t"/>
              <a:pathLst>
                <a:path extrusionOk="0" h="2763" w="2927">
                  <a:moveTo>
                    <a:pt x="1533" y="413"/>
                  </a:moveTo>
                  <a:lnTo>
                    <a:pt x="2513" y="1552"/>
                  </a:lnTo>
                  <a:lnTo>
                    <a:pt x="2513" y="2349"/>
                  </a:lnTo>
                  <a:lnTo>
                    <a:pt x="409" y="2349"/>
                  </a:lnTo>
                  <a:lnTo>
                    <a:pt x="409" y="413"/>
                  </a:lnTo>
                  <a:close/>
                  <a:moveTo>
                    <a:pt x="202" y="0"/>
                  </a:moveTo>
                  <a:cubicBezTo>
                    <a:pt x="92" y="0"/>
                    <a:pt x="0" y="91"/>
                    <a:pt x="0" y="207"/>
                  </a:cubicBezTo>
                  <a:lnTo>
                    <a:pt x="0" y="2556"/>
                  </a:lnTo>
                  <a:cubicBezTo>
                    <a:pt x="0" y="2666"/>
                    <a:pt x="92" y="2763"/>
                    <a:pt x="202" y="2763"/>
                  </a:cubicBezTo>
                  <a:lnTo>
                    <a:pt x="2724" y="2763"/>
                  </a:lnTo>
                  <a:cubicBezTo>
                    <a:pt x="2835" y="2763"/>
                    <a:pt x="2926" y="2666"/>
                    <a:pt x="2926" y="2556"/>
                  </a:cubicBezTo>
                  <a:lnTo>
                    <a:pt x="2926" y="1475"/>
                  </a:lnTo>
                  <a:cubicBezTo>
                    <a:pt x="2926" y="1341"/>
                    <a:pt x="2907" y="1408"/>
                    <a:pt x="1787" y="72"/>
                  </a:cubicBezTo>
                  <a:cubicBezTo>
                    <a:pt x="1749" y="29"/>
                    <a:pt x="1691" y="0"/>
                    <a:pt x="16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86"/>
            <p:cNvSpPr/>
            <p:nvPr/>
          </p:nvSpPr>
          <p:spPr>
            <a:xfrm>
              <a:off x="4943554" y="2713059"/>
              <a:ext cx="53617" cy="45894"/>
            </a:xfrm>
            <a:custGeom>
              <a:rect b="b" l="l" r="r" t="t"/>
              <a:pathLst>
                <a:path extrusionOk="0" h="1753" w="2048">
                  <a:moveTo>
                    <a:pt x="1167" y="411"/>
                  </a:moveTo>
                  <a:cubicBezTo>
                    <a:pt x="1406" y="411"/>
                    <a:pt x="1634" y="596"/>
                    <a:pt x="1634" y="875"/>
                  </a:cubicBezTo>
                  <a:cubicBezTo>
                    <a:pt x="1634" y="1130"/>
                    <a:pt x="1428" y="1336"/>
                    <a:pt x="1168" y="1336"/>
                  </a:cubicBezTo>
                  <a:cubicBezTo>
                    <a:pt x="760" y="1336"/>
                    <a:pt x="553" y="837"/>
                    <a:pt x="841" y="548"/>
                  </a:cubicBezTo>
                  <a:cubicBezTo>
                    <a:pt x="936" y="453"/>
                    <a:pt x="1053" y="411"/>
                    <a:pt x="1167" y="411"/>
                  </a:cubicBezTo>
                  <a:close/>
                  <a:moveTo>
                    <a:pt x="1168" y="1"/>
                  </a:moveTo>
                  <a:cubicBezTo>
                    <a:pt x="390" y="1"/>
                    <a:pt x="1" y="942"/>
                    <a:pt x="553" y="1495"/>
                  </a:cubicBezTo>
                  <a:cubicBezTo>
                    <a:pt x="730" y="1673"/>
                    <a:pt x="948" y="1753"/>
                    <a:pt x="1163" y="1753"/>
                  </a:cubicBezTo>
                  <a:cubicBezTo>
                    <a:pt x="1613" y="1753"/>
                    <a:pt x="2047" y="1402"/>
                    <a:pt x="2047" y="875"/>
                  </a:cubicBezTo>
                  <a:cubicBezTo>
                    <a:pt x="2043" y="390"/>
                    <a:pt x="1653" y="1"/>
                    <a:pt x="1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86"/>
            <p:cNvSpPr/>
            <p:nvPr/>
          </p:nvSpPr>
          <p:spPr>
            <a:xfrm>
              <a:off x="5116106" y="2713059"/>
              <a:ext cx="53617" cy="45894"/>
            </a:xfrm>
            <a:custGeom>
              <a:rect b="b" l="l" r="r" t="t"/>
              <a:pathLst>
                <a:path extrusionOk="0" h="1753" w="2048">
                  <a:moveTo>
                    <a:pt x="1169" y="411"/>
                  </a:moveTo>
                  <a:cubicBezTo>
                    <a:pt x="1406" y="411"/>
                    <a:pt x="1634" y="596"/>
                    <a:pt x="1634" y="875"/>
                  </a:cubicBezTo>
                  <a:cubicBezTo>
                    <a:pt x="1634" y="1130"/>
                    <a:pt x="1428" y="1336"/>
                    <a:pt x="1173" y="1336"/>
                  </a:cubicBezTo>
                  <a:cubicBezTo>
                    <a:pt x="760" y="1336"/>
                    <a:pt x="553" y="837"/>
                    <a:pt x="846" y="548"/>
                  </a:cubicBezTo>
                  <a:cubicBezTo>
                    <a:pt x="940" y="453"/>
                    <a:pt x="1055" y="411"/>
                    <a:pt x="1169" y="411"/>
                  </a:cubicBezTo>
                  <a:close/>
                  <a:moveTo>
                    <a:pt x="1173" y="1"/>
                  </a:moveTo>
                  <a:cubicBezTo>
                    <a:pt x="390" y="1"/>
                    <a:pt x="1" y="942"/>
                    <a:pt x="553" y="1495"/>
                  </a:cubicBezTo>
                  <a:cubicBezTo>
                    <a:pt x="732" y="1673"/>
                    <a:pt x="951" y="1753"/>
                    <a:pt x="1165" y="1753"/>
                  </a:cubicBezTo>
                  <a:cubicBezTo>
                    <a:pt x="1616" y="1753"/>
                    <a:pt x="2047" y="1402"/>
                    <a:pt x="2047" y="875"/>
                  </a:cubicBezTo>
                  <a:cubicBezTo>
                    <a:pt x="2047" y="390"/>
                    <a:pt x="1654" y="1"/>
                    <a:pt x="11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86"/>
            <p:cNvSpPr/>
            <p:nvPr/>
          </p:nvSpPr>
          <p:spPr>
            <a:xfrm>
              <a:off x="4923552" y="2543910"/>
              <a:ext cx="101160" cy="101029"/>
            </a:xfrm>
            <a:custGeom>
              <a:rect b="b" l="l" r="r" t="t"/>
              <a:pathLst>
                <a:path extrusionOk="0" h="3859" w="3864">
                  <a:moveTo>
                    <a:pt x="2182" y="414"/>
                  </a:moveTo>
                  <a:cubicBezTo>
                    <a:pt x="2244" y="414"/>
                    <a:pt x="2297" y="462"/>
                    <a:pt x="2297" y="529"/>
                  </a:cubicBezTo>
                  <a:lnTo>
                    <a:pt x="2297" y="1365"/>
                  </a:lnTo>
                  <a:cubicBezTo>
                    <a:pt x="2297" y="1475"/>
                    <a:pt x="2389" y="1567"/>
                    <a:pt x="2504" y="1567"/>
                  </a:cubicBezTo>
                  <a:lnTo>
                    <a:pt x="3340" y="1567"/>
                  </a:lnTo>
                  <a:cubicBezTo>
                    <a:pt x="3402" y="1567"/>
                    <a:pt x="3455" y="1619"/>
                    <a:pt x="3455" y="1682"/>
                  </a:cubicBezTo>
                  <a:lnTo>
                    <a:pt x="3455" y="2177"/>
                  </a:lnTo>
                  <a:cubicBezTo>
                    <a:pt x="3455" y="2244"/>
                    <a:pt x="3402" y="2297"/>
                    <a:pt x="3340" y="2297"/>
                  </a:cubicBezTo>
                  <a:lnTo>
                    <a:pt x="2504" y="2297"/>
                  </a:lnTo>
                  <a:cubicBezTo>
                    <a:pt x="2501" y="2297"/>
                    <a:pt x="2498" y="2297"/>
                    <a:pt x="2496" y="2297"/>
                  </a:cubicBezTo>
                  <a:cubicBezTo>
                    <a:pt x="2384" y="2297"/>
                    <a:pt x="2297" y="2391"/>
                    <a:pt x="2297" y="2498"/>
                  </a:cubicBezTo>
                  <a:lnTo>
                    <a:pt x="2297" y="3334"/>
                  </a:lnTo>
                  <a:cubicBezTo>
                    <a:pt x="2297" y="3397"/>
                    <a:pt x="2244" y="3450"/>
                    <a:pt x="2182" y="3450"/>
                  </a:cubicBezTo>
                  <a:lnTo>
                    <a:pt x="1687" y="3450"/>
                  </a:lnTo>
                  <a:cubicBezTo>
                    <a:pt x="1625" y="3450"/>
                    <a:pt x="1572" y="3397"/>
                    <a:pt x="1572" y="3334"/>
                  </a:cubicBezTo>
                  <a:lnTo>
                    <a:pt x="1572" y="2498"/>
                  </a:lnTo>
                  <a:cubicBezTo>
                    <a:pt x="1572" y="2388"/>
                    <a:pt x="1481" y="2297"/>
                    <a:pt x="1365" y="2297"/>
                  </a:cubicBezTo>
                  <a:lnTo>
                    <a:pt x="534" y="2297"/>
                  </a:lnTo>
                  <a:cubicBezTo>
                    <a:pt x="467" y="2297"/>
                    <a:pt x="414" y="2244"/>
                    <a:pt x="414" y="2177"/>
                  </a:cubicBezTo>
                  <a:lnTo>
                    <a:pt x="414" y="1682"/>
                  </a:lnTo>
                  <a:cubicBezTo>
                    <a:pt x="414" y="1619"/>
                    <a:pt x="467" y="1567"/>
                    <a:pt x="534" y="1567"/>
                  </a:cubicBezTo>
                  <a:lnTo>
                    <a:pt x="1365" y="1567"/>
                  </a:lnTo>
                  <a:cubicBezTo>
                    <a:pt x="1481" y="1567"/>
                    <a:pt x="1572" y="1475"/>
                    <a:pt x="1572" y="1360"/>
                  </a:cubicBezTo>
                  <a:lnTo>
                    <a:pt x="1572" y="529"/>
                  </a:lnTo>
                  <a:cubicBezTo>
                    <a:pt x="1572" y="462"/>
                    <a:pt x="1625" y="414"/>
                    <a:pt x="1687" y="414"/>
                  </a:cubicBezTo>
                  <a:close/>
                  <a:moveTo>
                    <a:pt x="1687" y="0"/>
                  </a:moveTo>
                  <a:cubicBezTo>
                    <a:pt x="1394" y="0"/>
                    <a:pt x="1159" y="236"/>
                    <a:pt x="1159" y="529"/>
                  </a:cubicBezTo>
                  <a:lnTo>
                    <a:pt x="1159" y="1153"/>
                  </a:lnTo>
                  <a:lnTo>
                    <a:pt x="534" y="1153"/>
                  </a:lnTo>
                  <a:cubicBezTo>
                    <a:pt x="241" y="1153"/>
                    <a:pt x="1" y="1389"/>
                    <a:pt x="6" y="1682"/>
                  </a:cubicBezTo>
                  <a:lnTo>
                    <a:pt x="6" y="2172"/>
                  </a:lnTo>
                  <a:cubicBezTo>
                    <a:pt x="1" y="2465"/>
                    <a:pt x="236" y="2705"/>
                    <a:pt x="529" y="2705"/>
                  </a:cubicBezTo>
                  <a:lnTo>
                    <a:pt x="1154" y="2705"/>
                  </a:lnTo>
                  <a:lnTo>
                    <a:pt x="1154" y="3330"/>
                  </a:lnTo>
                  <a:cubicBezTo>
                    <a:pt x="1154" y="3623"/>
                    <a:pt x="1389" y="3858"/>
                    <a:pt x="1682" y="3858"/>
                  </a:cubicBezTo>
                  <a:lnTo>
                    <a:pt x="2177" y="3858"/>
                  </a:lnTo>
                  <a:cubicBezTo>
                    <a:pt x="2180" y="3858"/>
                    <a:pt x="2183" y="3858"/>
                    <a:pt x="2186" y="3858"/>
                  </a:cubicBezTo>
                  <a:cubicBezTo>
                    <a:pt x="2475" y="3858"/>
                    <a:pt x="2706" y="3620"/>
                    <a:pt x="2706" y="3330"/>
                  </a:cubicBezTo>
                  <a:lnTo>
                    <a:pt x="2706" y="2705"/>
                  </a:lnTo>
                  <a:lnTo>
                    <a:pt x="3330" y="2705"/>
                  </a:lnTo>
                  <a:cubicBezTo>
                    <a:pt x="3623" y="2705"/>
                    <a:pt x="3863" y="2470"/>
                    <a:pt x="3859" y="2177"/>
                  </a:cubicBezTo>
                  <a:lnTo>
                    <a:pt x="3859" y="1682"/>
                  </a:lnTo>
                  <a:cubicBezTo>
                    <a:pt x="3859" y="1389"/>
                    <a:pt x="3623" y="1153"/>
                    <a:pt x="3330" y="1153"/>
                  </a:cubicBezTo>
                  <a:lnTo>
                    <a:pt x="2706" y="1153"/>
                  </a:lnTo>
                  <a:lnTo>
                    <a:pt x="2706" y="529"/>
                  </a:lnTo>
                  <a:cubicBezTo>
                    <a:pt x="2706" y="236"/>
                    <a:pt x="2470" y="0"/>
                    <a:pt x="2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86"/>
            <p:cNvSpPr/>
            <p:nvPr/>
          </p:nvSpPr>
          <p:spPr>
            <a:xfrm>
              <a:off x="4870747" y="2494220"/>
              <a:ext cx="368536" cy="288687"/>
            </a:xfrm>
            <a:custGeom>
              <a:rect b="b" l="l" r="r" t="t"/>
              <a:pathLst>
                <a:path extrusionOk="0" h="11027" w="14077">
                  <a:moveTo>
                    <a:pt x="9738" y="419"/>
                  </a:moveTo>
                  <a:cubicBezTo>
                    <a:pt x="10070" y="419"/>
                    <a:pt x="10339" y="688"/>
                    <a:pt x="10339" y="1019"/>
                  </a:cubicBezTo>
                  <a:lnTo>
                    <a:pt x="10339" y="1471"/>
                  </a:lnTo>
                  <a:lnTo>
                    <a:pt x="9138" y="1471"/>
                  </a:lnTo>
                  <a:lnTo>
                    <a:pt x="9138" y="1019"/>
                  </a:lnTo>
                  <a:cubicBezTo>
                    <a:pt x="9138" y="688"/>
                    <a:pt x="9407" y="419"/>
                    <a:pt x="9738" y="419"/>
                  </a:cubicBezTo>
                  <a:close/>
                  <a:moveTo>
                    <a:pt x="10574" y="1884"/>
                  </a:moveTo>
                  <a:lnTo>
                    <a:pt x="10574" y="2067"/>
                  </a:lnTo>
                  <a:lnTo>
                    <a:pt x="8902" y="2067"/>
                  </a:lnTo>
                  <a:lnTo>
                    <a:pt x="8902" y="1884"/>
                  </a:lnTo>
                  <a:close/>
                  <a:moveTo>
                    <a:pt x="13663" y="7207"/>
                  </a:moveTo>
                  <a:lnTo>
                    <a:pt x="13663" y="8365"/>
                  </a:lnTo>
                  <a:cubicBezTo>
                    <a:pt x="13658" y="8600"/>
                    <a:pt x="13471" y="8792"/>
                    <a:pt x="13231" y="8792"/>
                  </a:cubicBezTo>
                  <a:lnTo>
                    <a:pt x="12270" y="8792"/>
                  </a:lnTo>
                  <a:cubicBezTo>
                    <a:pt x="12265" y="8768"/>
                    <a:pt x="12255" y="8754"/>
                    <a:pt x="12246" y="8735"/>
                  </a:cubicBezTo>
                  <a:cubicBezTo>
                    <a:pt x="12030" y="7975"/>
                    <a:pt x="11338" y="7452"/>
                    <a:pt x="10545" y="7452"/>
                  </a:cubicBezTo>
                  <a:cubicBezTo>
                    <a:pt x="9757" y="7452"/>
                    <a:pt x="9061" y="7975"/>
                    <a:pt x="8845" y="8735"/>
                  </a:cubicBezTo>
                  <a:cubicBezTo>
                    <a:pt x="8840" y="8749"/>
                    <a:pt x="8825" y="8768"/>
                    <a:pt x="8820" y="8792"/>
                  </a:cubicBezTo>
                  <a:lnTo>
                    <a:pt x="7908" y="8792"/>
                  </a:lnTo>
                  <a:lnTo>
                    <a:pt x="7908" y="7207"/>
                  </a:lnTo>
                  <a:close/>
                  <a:moveTo>
                    <a:pt x="7485" y="7212"/>
                  </a:moveTo>
                  <a:lnTo>
                    <a:pt x="7485" y="8797"/>
                  </a:lnTo>
                  <a:lnTo>
                    <a:pt x="5674" y="8797"/>
                  </a:lnTo>
                  <a:cubicBezTo>
                    <a:pt x="5664" y="8773"/>
                    <a:pt x="5655" y="8759"/>
                    <a:pt x="5645" y="8735"/>
                  </a:cubicBezTo>
                  <a:cubicBezTo>
                    <a:pt x="5397" y="7877"/>
                    <a:pt x="4682" y="7459"/>
                    <a:pt x="3963" y="7459"/>
                  </a:cubicBezTo>
                  <a:cubicBezTo>
                    <a:pt x="3232" y="7459"/>
                    <a:pt x="2498" y="7892"/>
                    <a:pt x="2249" y="8735"/>
                  </a:cubicBezTo>
                  <a:lnTo>
                    <a:pt x="2249" y="8739"/>
                  </a:lnTo>
                  <a:cubicBezTo>
                    <a:pt x="2239" y="8759"/>
                    <a:pt x="2229" y="8778"/>
                    <a:pt x="2220" y="8797"/>
                  </a:cubicBezTo>
                  <a:lnTo>
                    <a:pt x="831" y="8797"/>
                  </a:lnTo>
                  <a:cubicBezTo>
                    <a:pt x="596" y="8797"/>
                    <a:pt x="404" y="8605"/>
                    <a:pt x="404" y="8369"/>
                  </a:cubicBezTo>
                  <a:lnTo>
                    <a:pt x="404" y="7212"/>
                  </a:lnTo>
                  <a:close/>
                  <a:moveTo>
                    <a:pt x="3949" y="7860"/>
                  </a:moveTo>
                  <a:cubicBezTo>
                    <a:pt x="4708" y="7860"/>
                    <a:pt x="5318" y="8475"/>
                    <a:pt x="5318" y="9229"/>
                  </a:cubicBezTo>
                  <a:cubicBezTo>
                    <a:pt x="5318" y="9988"/>
                    <a:pt x="4708" y="10598"/>
                    <a:pt x="3949" y="10598"/>
                  </a:cubicBezTo>
                  <a:cubicBezTo>
                    <a:pt x="3195" y="10598"/>
                    <a:pt x="2580" y="9988"/>
                    <a:pt x="2580" y="9229"/>
                  </a:cubicBezTo>
                  <a:cubicBezTo>
                    <a:pt x="2580" y="8475"/>
                    <a:pt x="3195" y="7860"/>
                    <a:pt x="3949" y="7860"/>
                  </a:cubicBezTo>
                  <a:close/>
                  <a:moveTo>
                    <a:pt x="10545" y="7860"/>
                  </a:moveTo>
                  <a:cubicBezTo>
                    <a:pt x="11299" y="7860"/>
                    <a:pt x="11914" y="8475"/>
                    <a:pt x="11914" y="9229"/>
                  </a:cubicBezTo>
                  <a:cubicBezTo>
                    <a:pt x="11914" y="9988"/>
                    <a:pt x="11299" y="10598"/>
                    <a:pt x="10545" y="10598"/>
                  </a:cubicBezTo>
                  <a:cubicBezTo>
                    <a:pt x="9786" y="10598"/>
                    <a:pt x="9176" y="9988"/>
                    <a:pt x="9176" y="9229"/>
                  </a:cubicBezTo>
                  <a:cubicBezTo>
                    <a:pt x="9176" y="8475"/>
                    <a:pt x="9786" y="7860"/>
                    <a:pt x="10545" y="7860"/>
                  </a:cubicBezTo>
                  <a:close/>
                  <a:moveTo>
                    <a:pt x="9743" y="1"/>
                  </a:moveTo>
                  <a:cubicBezTo>
                    <a:pt x="9186" y="1"/>
                    <a:pt x="8729" y="457"/>
                    <a:pt x="8729" y="1014"/>
                  </a:cubicBezTo>
                  <a:lnTo>
                    <a:pt x="8729" y="1471"/>
                  </a:lnTo>
                  <a:lnTo>
                    <a:pt x="8700" y="1471"/>
                  </a:lnTo>
                  <a:cubicBezTo>
                    <a:pt x="8585" y="1471"/>
                    <a:pt x="8494" y="1562"/>
                    <a:pt x="8494" y="1673"/>
                  </a:cubicBezTo>
                  <a:lnTo>
                    <a:pt x="8494" y="2067"/>
                  </a:lnTo>
                  <a:lnTo>
                    <a:pt x="7908" y="2067"/>
                  </a:lnTo>
                  <a:lnTo>
                    <a:pt x="7908" y="1317"/>
                  </a:lnTo>
                  <a:cubicBezTo>
                    <a:pt x="7908" y="851"/>
                    <a:pt x="7528" y="476"/>
                    <a:pt x="7067" y="476"/>
                  </a:cubicBezTo>
                  <a:lnTo>
                    <a:pt x="2830" y="476"/>
                  </a:lnTo>
                  <a:cubicBezTo>
                    <a:pt x="2556" y="476"/>
                    <a:pt x="2556" y="885"/>
                    <a:pt x="2830" y="885"/>
                  </a:cubicBezTo>
                  <a:lnTo>
                    <a:pt x="7067" y="885"/>
                  </a:lnTo>
                  <a:cubicBezTo>
                    <a:pt x="7302" y="885"/>
                    <a:pt x="7495" y="1077"/>
                    <a:pt x="7495" y="1312"/>
                  </a:cubicBezTo>
                  <a:lnTo>
                    <a:pt x="7495" y="6789"/>
                  </a:lnTo>
                  <a:lnTo>
                    <a:pt x="413" y="6789"/>
                  </a:lnTo>
                  <a:lnTo>
                    <a:pt x="413" y="1312"/>
                  </a:lnTo>
                  <a:cubicBezTo>
                    <a:pt x="413" y="1077"/>
                    <a:pt x="606" y="885"/>
                    <a:pt x="841" y="885"/>
                  </a:cubicBezTo>
                  <a:lnTo>
                    <a:pt x="1802" y="885"/>
                  </a:lnTo>
                  <a:cubicBezTo>
                    <a:pt x="2076" y="885"/>
                    <a:pt x="2076" y="476"/>
                    <a:pt x="1802" y="472"/>
                  </a:cubicBezTo>
                  <a:lnTo>
                    <a:pt x="841" y="472"/>
                  </a:lnTo>
                  <a:cubicBezTo>
                    <a:pt x="375" y="472"/>
                    <a:pt x="0" y="851"/>
                    <a:pt x="0" y="1312"/>
                  </a:cubicBezTo>
                  <a:lnTo>
                    <a:pt x="0" y="8360"/>
                  </a:lnTo>
                  <a:cubicBezTo>
                    <a:pt x="0" y="8826"/>
                    <a:pt x="375" y="9201"/>
                    <a:pt x="841" y="9201"/>
                  </a:cubicBezTo>
                  <a:lnTo>
                    <a:pt x="2176" y="9201"/>
                  </a:lnTo>
                  <a:cubicBezTo>
                    <a:pt x="2148" y="10200"/>
                    <a:pt x="2950" y="11026"/>
                    <a:pt x="3949" y="11026"/>
                  </a:cubicBezTo>
                  <a:cubicBezTo>
                    <a:pt x="4948" y="11026"/>
                    <a:pt x="5751" y="10200"/>
                    <a:pt x="5727" y="9201"/>
                  </a:cubicBezTo>
                  <a:lnTo>
                    <a:pt x="8768" y="9201"/>
                  </a:lnTo>
                  <a:cubicBezTo>
                    <a:pt x="8744" y="10200"/>
                    <a:pt x="9546" y="11026"/>
                    <a:pt x="10545" y="11026"/>
                  </a:cubicBezTo>
                  <a:cubicBezTo>
                    <a:pt x="11544" y="11026"/>
                    <a:pt x="12347" y="10200"/>
                    <a:pt x="12318" y="9201"/>
                  </a:cubicBezTo>
                  <a:lnTo>
                    <a:pt x="13231" y="9201"/>
                  </a:lnTo>
                  <a:cubicBezTo>
                    <a:pt x="13692" y="9201"/>
                    <a:pt x="14071" y="8826"/>
                    <a:pt x="14071" y="8360"/>
                  </a:cubicBezTo>
                  <a:lnTo>
                    <a:pt x="14071" y="5247"/>
                  </a:lnTo>
                  <a:lnTo>
                    <a:pt x="14076" y="5247"/>
                  </a:lnTo>
                  <a:cubicBezTo>
                    <a:pt x="14071" y="4973"/>
                    <a:pt x="13975" y="4709"/>
                    <a:pt x="13793" y="4507"/>
                  </a:cubicBezTo>
                  <a:lnTo>
                    <a:pt x="13034" y="3661"/>
                  </a:lnTo>
                  <a:cubicBezTo>
                    <a:pt x="12988" y="3610"/>
                    <a:pt x="12935" y="3589"/>
                    <a:pt x="12883" y="3589"/>
                  </a:cubicBezTo>
                  <a:cubicBezTo>
                    <a:pt x="12727" y="3589"/>
                    <a:pt x="12585" y="3785"/>
                    <a:pt x="12726" y="3940"/>
                  </a:cubicBezTo>
                  <a:lnTo>
                    <a:pt x="13485" y="4786"/>
                  </a:lnTo>
                  <a:cubicBezTo>
                    <a:pt x="13601" y="4911"/>
                    <a:pt x="13663" y="5079"/>
                    <a:pt x="13663" y="5247"/>
                  </a:cubicBezTo>
                  <a:lnTo>
                    <a:pt x="13663" y="6799"/>
                  </a:lnTo>
                  <a:lnTo>
                    <a:pt x="7908" y="6799"/>
                  </a:lnTo>
                  <a:lnTo>
                    <a:pt x="7908" y="2480"/>
                  </a:lnTo>
                  <a:lnTo>
                    <a:pt x="11117" y="2480"/>
                  </a:lnTo>
                  <a:cubicBezTo>
                    <a:pt x="11314" y="2480"/>
                    <a:pt x="11501" y="2566"/>
                    <a:pt x="11636" y="2710"/>
                  </a:cubicBezTo>
                  <a:lnTo>
                    <a:pt x="12010" y="3123"/>
                  </a:lnTo>
                  <a:cubicBezTo>
                    <a:pt x="12056" y="3175"/>
                    <a:pt x="12110" y="3197"/>
                    <a:pt x="12162" y="3197"/>
                  </a:cubicBezTo>
                  <a:cubicBezTo>
                    <a:pt x="12316" y="3197"/>
                    <a:pt x="12455" y="3004"/>
                    <a:pt x="12318" y="2850"/>
                  </a:cubicBezTo>
                  <a:lnTo>
                    <a:pt x="11943" y="2432"/>
                  </a:lnTo>
                  <a:cubicBezTo>
                    <a:pt x="11643" y="2098"/>
                    <a:pt x="11271" y="2065"/>
                    <a:pt x="11095" y="2065"/>
                  </a:cubicBezTo>
                  <a:cubicBezTo>
                    <a:pt x="11051" y="2065"/>
                    <a:pt x="11019" y="2067"/>
                    <a:pt x="11004" y="2067"/>
                  </a:cubicBezTo>
                  <a:cubicBezTo>
                    <a:pt x="11001" y="2067"/>
                    <a:pt x="10998" y="2067"/>
                    <a:pt x="10997" y="2067"/>
                  </a:cubicBezTo>
                  <a:lnTo>
                    <a:pt x="10997" y="1673"/>
                  </a:lnTo>
                  <a:cubicBezTo>
                    <a:pt x="10997" y="1562"/>
                    <a:pt x="10901" y="1471"/>
                    <a:pt x="10790" y="1471"/>
                  </a:cubicBezTo>
                  <a:lnTo>
                    <a:pt x="10757" y="1471"/>
                  </a:lnTo>
                  <a:lnTo>
                    <a:pt x="10757" y="1014"/>
                  </a:lnTo>
                  <a:cubicBezTo>
                    <a:pt x="10757" y="457"/>
                    <a:pt x="10305" y="1"/>
                    <a:pt x="97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8" name="Google Shape;13708;p86"/>
          <p:cNvGrpSpPr/>
          <p:nvPr/>
        </p:nvGrpSpPr>
        <p:grpSpPr>
          <a:xfrm>
            <a:off x="5300308" y="2454505"/>
            <a:ext cx="370604" cy="367960"/>
            <a:chOff x="5300308" y="2454505"/>
            <a:chExt cx="370604" cy="367960"/>
          </a:xfrm>
        </p:grpSpPr>
        <p:sp>
          <p:nvSpPr>
            <p:cNvPr id="13709" name="Google Shape;13709;p86"/>
            <p:cNvSpPr/>
            <p:nvPr/>
          </p:nvSpPr>
          <p:spPr>
            <a:xfrm>
              <a:off x="5585487" y="2460029"/>
              <a:ext cx="79509" cy="79378"/>
            </a:xfrm>
            <a:custGeom>
              <a:rect b="b" l="l" r="r" t="t"/>
              <a:pathLst>
                <a:path extrusionOk="0" h="3032" w="3037">
                  <a:moveTo>
                    <a:pt x="380" y="0"/>
                  </a:moveTo>
                  <a:lnTo>
                    <a:pt x="1" y="375"/>
                  </a:lnTo>
                  <a:lnTo>
                    <a:pt x="2657" y="3031"/>
                  </a:lnTo>
                  <a:lnTo>
                    <a:pt x="3037" y="2657"/>
                  </a:lnTo>
                  <a:lnTo>
                    <a:pt x="38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86"/>
            <p:cNvSpPr/>
            <p:nvPr/>
          </p:nvSpPr>
          <p:spPr>
            <a:xfrm>
              <a:off x="5372565" y="2708791"/>
              <a:ext cx="43537" cy="42464"/>
            </a:xfrm>
            <a:custGeom>
              <a:rect b="b" l="l" r="r" t="t"/>
              <a:pathLst>
                <a:path extrusionOk="0" h="1622" w="1663">
                  <a:moveTo>
                    <a:pt x="721" y="0"/>
                  </a:moveTo>
                  <a:lnTo>
                    <a:pt x="169" y="558"/>
                  </a:lnTo>
                  <a:cubicBezTo>
                    <a:pt x="0" y="726"/>
                    <a:pt x="0" y="995"/>
                    <a:pt x="169" y="1168"/>
                  </a:cubicBezTo>
                  <a:lnTo>
                    <a:pt x="500" y="1499"/>
                  </a:lnTo>
                  <a:cubicBezTo>
                    <a:pt x="584" y="1581"/>
                    <a:pt x="693" y="1622"/>
                    <a:pt x="803" y="1622"/>
                  </a:cubicBezTo>
                  <a:cubicBezTo>
                    <a:pt x="913" y="1622"/>
                    <a:pt x="1024" y="1581"/>
                    <a:pt x="1110" y="1499"/>
                  </a:cubicBezTo>
                  <a:lnTo>
                    <a:pt x="1663" y="942"/>
                  </a:lnTo>
                  <a:lnTo>
                    <a:pt x="721"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86"/>
            <p:cNvSpPr/>
            <p:nvPr/>
          </p:nvSpPr>
          <p:spPr>
            <a:xfrm>
              <a:off x="5390682" y="2530322"/>
              <a:ext cx="204152" cy="202607"/>
            </a:xfrm>
            <a:custGeom>
              <a:rect b="b" l="l" r="r" t="t"/>
              <a:pathLst>
                <a:path extrusionOk="0" h="7739" w="7798">
                  <a:moveTo>
                    <a:pt x="5338" y="1"/>
                  </a:moveTo>
                  <a:lnTo>
                    <a:pt x="961" y="4377"/>
                  </a:lnTo>
                  <a:cubicBezTo>
                    <a:pt x="327" y="5011"/>
                    <a:pt x="0" y="5900"/>
                    <a:pt x="67" y="6798"/>
                  </a:cubicBezTo>
                  <a:cubicBezTo>
                    <a:pt x="106" y="7293"/>
                    <a:pt x="500" y="7692"/>
                    <a:pt x="999" y="7730"/>
                  </a:cubicBezTo>
                  <a:cubicBezTo>
                    <a:pt x="1077" y="7736"/>
                    <a:pt x="1154" y="7739"/>
                    <a:pt x="1231" y="7739"/>
                  </a:cubicBezTo>
                  <a:cubicBezTo>
                    <a:pt x="2048" y="7739"/>
                    <a:pt x="2837" y="7416"/>
                    <a:pt x="3421" y="6837"/>
                  </a:cubicBezTo>
                  <a:lnTo>
                    <a:pt x="6404" y="3849"/>
                  </a:lnTo>
                  <a:lnTo>
                    <a:pt x="6894" y="3354"/>
                  </a:lnTo>
                  <a:lnTo>
                    <a:pt x="7797" y="2455"/>
                  </a:lnTo>
                  <a:lnTo>
                    <a:pt x="5338" y="1"/>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86"/>
            <p:cNvSpPr/>
            <p:nvPr/>
          </p:nvSpPr>
          <p:spPr>
            <a:xfrm>
              <a:off x="5394321" y="2580117"/>
              <a:ext cx="200513" cy="152708"/>
            </a:xfrm>
            <a:custGeom>
              <a:rect b="b" l="l" r="r" t="t"/>
              <a:pathLst>
                <a:path extrusionOk="0" h="5833" w="7659">
                  <a:moveTo>
                    <a:pt x="7106" y="1"/>
                  </a:moveTo>
                  <a:lnTo>
                    <a:pt x="2729" y="4382"/>
                  </a:lnTo>
                  <a:cubicBezTo>
                    <a:pt x="2145" y="4962"/>
                    <a:pt x="1357" y="5284"/>
                    <a:pt x="540" y="5284"/>
                  </a:cubicBezTo>
                  <a:cubicBezTo>
                    <a:pt x="463" y="5284"/>
                    <a:pt x="385" y="5282"/>
                    <a:pt x="308" y="5276"/>
                  </a:cubicBezTo>
                  <a:cubicBezTo>
                    <a:pt x="202" y="5266"/>
                    <a:pt x="97" y="5242"/>
                    <a:pt x="1" y="5199"/>
                  </a:cubicBezTo>
                  <a:lnTo>
                    <a:pt x="1" y="5199"/>
                  </a:lnTo>
                  <a:cubicBezTo>
                    <a:pt x="145" y="5550"/>
                    <a:pt x="476" y="5790"/>
                    <a:pt x="856" y="5823"/>
                  </a:cubicBezTo>
                  <a:cubicBezTo>
                    <a:pt x="933" y="5829"/>
                    <a:pt x="1011" y="5832"/>
                    <a:pt x="1088" y="5832"/>
                  </a:cubicBezTo>
                  <a:cubicBezTo>
                    <a:pt x="1909" y="5832"/>
                    <a:pt x="2698" y="5509"/>
                    <a:pt x="3282" y="4925"/>
                  </a:cubicBezTo>
                  <a:lnTo>
                    <a:pt x="7658" y="549"/>
                  </a:lnTo>
                  <a:lnTo>
                    <a:pt x="7106" y="1"/>
                  </a:lnTo>
                  <a:close/>
                </a:path>
              </a:pathLst>
            </a:custGeom>
            <a:solidFill>
              <a:srgbClr val="B8C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86"/>
            <p:cNvSpPr/>
            <p:nvPr/>
          </p:nvSpPr>
          <p:spPr>
            <a:xfrm>
              <a:off x="5390289" y="2604412"/>
              <a:ext cx="132104" cy="128413"/>
            </a:xfrm>
            <a:custGeom>
              <a:rect b="b" l="l" r="r" t="t"/>
              <a:pathLst>
                <a:path extrusionOk="0" h="4905" w="5046">
                  <a:moveTo>
                    <a:pt x="2509" y="0"/>
                  </a:moveTo>
                  <a:lnTo>
                    <a:pt x="966" y="1542"/>
                  </a:lnTo>
                  <a:cubicBezTo>
                    <a:pt x="327" y="2181"/>
                    <a:pt x="1" y="3065"/>
                    <a:pt x="73" y="3963"/>
                  </a:cubicBezTo>
                  <a:cubicBezTo>
                    <a:pt x="111" y="4463"/>
                    <a:pt x="505" y="4857"/>
                    <a:pt x="1005" y="4895"/>
                  </a:cubicBezTo>
                  <a:cubicBezTo>
                    <a:pt x="1082" y="4901"/>
                    <a:pt x="1159" y="4904"/>
                    <a:pt x="1237" y="4904"/>
                  </a:cubicBezTo>
                  <a:cubicBezTo>
                    <a:pt x="2054" y="4904"/>
                    <a:pt x="2842" y="4581"/>
                    <a:pt x="3426" y="3997"/>
                  </a:cubicBezTo>
                  <a:lnTo>
                    <a:pt x="5045" y="2388"/>
                  </a:lnTo>
                  <a:lnTo>
                    <a:pt x="5045" y="2388"/>
                  </a:lnTo>
                  <a:cubicBezTo>
                    <a:pt x="5045" y="2388"/>
                    <a:pt x="5042" y="2388"/>
                    <a:pt x="5037" y="2388"/>
                  </a:cubicBezTo>
                  <a:cubicBezTo>
                    <a:pt x="4954" y="2388"/>
                    <a:pt x="4249" y="2354"/>
                    <a:pt x="3743" y="1230"/>
                  </a:cubicBezTo>
                  <a:cubicBezTo>
                    <a:pt x="3205" y="34"/>
                    <a:pt x="2509" y="0"/>
                    <a:pt x="250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86"/>
            <p:cNvSpPr/>
            <p:nvPr/>
          </p:nvSpPr>
          <p:spPr>
            <a:xfrm>
              <a:off x="5394190" y="2657845"/>
              <a:ext cx="128308" cy="74980"/>
            </a:xfrm>
            <a:custGeom>
              <a:rect b="b" l="l" r="r" t="t"/>
              <a:pathLst>
                <a:path extrusionOk="0" h="2864" w="4901">
                  <a:moveTo>
                    <a:pt x="4901" y="337"/>
                  </a:moveTo>
                  <a:lnTo>
                    <a:pt x="4900" y="338"/>
                  </a:lnTo>
                  <a:lnTo>
                    <a:pt x="4900" y="338"/>
                  </a:lnTo>
                  <a:cubicBezTo>
                    <a:pt x="4901" y="337"/>
                    <a:pt x="4901" y="337"/>
                    <a:pt x="4901" y="337"/>
                  </a:cubicBezTo>
                  <a:close/>
                  <a:moveTo>
                    <a:pt x="4142" y="1"/>
                  </a:moveTo>
                  <a:lnTo>
                    <a:pt x="2729" y="1413"/>
                  </a:lnTo>
                  <a:cubicBezTo>
                    <a:pt x="2146" y="1993"/>
                    <a:pt x="1357" y="2315"/>
                    <a:pt x="540" y="2315"/>
                  </a:cubicBezTo>
                  <a:cubicBezTo>
                    <a:pt x="463" y="2315"/>
                    <a:pt x="386" y="2313"/>
                    <a:pt x="308" y="2307"/>
                  </a:cubicBezTo>
                  <a:cubicBezTo>
                    <a:pt x="202" y="2297"/>
                    <a:pt x="97" y="2273"/>
                    <a:pt x="1" y="2230"/>
                  </a:cubicBezTo>
                  <a:lnTo>
                    <a:pt x="1" y="2230"/>
                  </a:lnTo>
                  <a:cubicBezTo>
                    <a:pt x="150" y="2581"/>
                    <a:pt x="481" y="2821"/>
                    <a:pt x="861" y="2854"/>
                  </a:cubicBezTo>
                  <a:cubicBezTo>
                    <a:pt x="938" y="2860"/>
                    <a:pt x="1015" y="2863"/>
                    <a:pt x="1092" y="2863"/>
                  </a:cubicBezTo>
                  <a:cubicBezTo>
                    <a:pt x="1909" y="2863"/>
                    <a:pt x="2698" y="2540"/>
                    <a:pt x="3282" y="1956"/>
                  </a:cubicBezTo>
                  <a:lnTo>
                    <a:pt x="4900" y="338"/>
                  </a:lnTo>
                  <a:lnTo>
                    <a:pt x="4900" y="338"/>
                  </a:lnTo>
                  <a:cubicBezTo>
                    <a:pt x="4898" y="339"/>
                    <a:pt x="4886" y="341"/>
                    <a:pt x="4865" y="341"/>
                  </a:cubicBezTo>
                  <a:cubicBezTo>
                    <a:pt x="4765" y="341"/>
                    <a:pt x="4468" y="299"/>
                    <a:pt x="4142"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86"/>
            <p:cNvSpPr/>
            <p:nvPr/>
          </p:nvSpPr>
          <p:spPr>
            <a:xfrm>
              <a:off x="5514566" y="2502284"/>
              <a:ext cx="108045" cy="107940"/>
            </a:xfrm>
            <a:custGeom>
              <a:rect b="b" l="l" r="r" t="t"/>
              <a:pathLst>
                <a:path extrusionOk="0" h="4123" w="4127">
                  <a:moveTo>
                    <a:pt x="466" y="0"/>
                  </a:moveTo>
                  <a:lnTo>
                    <a:pt x="0" y="466"/>
                  </a:lnTo>
                  <a:lnTo>
                    <a:pt x="3661" y="4122"/>
                  </a:lnTo>
                  <a:lnTo>
                    <a:pt x="4127" y="3656"/>
                  </a:lnTo>
                  <a:lnTo>
                    <a:pt x="466"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86"/>
            <p:cNvSpPr/>
            <p:nvPr/>
          </p:nvSpPr>
          <p:spPr>
            <a:xfrm>
              <a:off x="5526765" y="2502284"/>
              <a:ext cx="95845" cy="107940"/>
            </a:xfrm>
            <a:custGeom>
              <a:rect b="b" l="l" r="r" t="t"/>
              <a:pathLst>
                <a:path extrusionOk="0" h="4123" w="3661">
                  <a:moveTo>
                    <a:pt x="0" y="0"/>
                  </a:moveTo>
                  <a:lnTo>
                    <a:pt x="3094" y="3090"/>
                  </a:lnTo>
                  <a:lnTo>
                    <a:pt x="3094" y="3089"/>
                  </a:lnTo>
                  <a:lnTo>
                    <a:pt x="0" y="0"/>
                  </a:lnTo>
                  <a:close/>
                  <a:moveTo>
                    <a:pt x="3094" y="3090"/>
                  </a:moveTo>
                  <a:lnTo>
                    <a:pt x="2628" y="3555"/>
                  </a:lnTo>
                  <a:lnTo>
                    <a:pt x="3195" y="4122"/>
                  </a:lnTo>
                  <a:lnTo>
                    <a:pt x="3661" y="3656"/>
                  </a:lnTo>
                  <a:lnTo>
                    <a:pt x="3094" y="309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86"/>
            <p:cNvSpPr/>
            <p:nvPr/>
          </p:nvSpPr>
          <p:spPr>
            <a:xfrm>
              <a:off x="5551898" y="2481916"/>
              <a:ext cx="91106" cy="91080"/>
            </a:xfrm>
            <a:custGeom>
              <a:rect b="b" l="l" r="r" t="t"/>
              <a:pathLst>
                <a:path extrusionOk="0" h="3479" w="3480">
                  <a:moveTo>
                    <a:pt x="1740" y="0"/>
                  </a:moveTo>
                  <a:lnTo>
                    <a:pt x="1" y="1739"/>
                  </a:lnTo>
                  <a:lnTo>
                    <a:pt x="1740" y="3478"/>
                  </a:lnTo>
                  <a:lnTo>
                    <a:pt x="3479" y="1739"/>
                  </a:lnTo>
                  <a:lnTo>
                    <a:pt x="1740" y="0"/>
                  </a:ln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86"/>
            <p:cNvSpPr/>
            <p:nvPr/>
          </p:nvSpPr>
          <p:spPr>
            <a:xfrm>
              <a:off x="5551898" y="2481916"/>
              <a:ext cx="90975" cy="91080"/>
            </a:xfrm>
            <a:custGeom>
              <a:rect b="b" l="l" r="r" t="t"/>
              <a:pathLst>
                <a:path extrusionOk="0" h="3479" w="3475">
                  <a:moveTo>
                    <a:pt x="1" y="1739"/>
                  </a:moveTo>
                  <a:lnTo>
                    <a:pt x="1255" y="2998"/>
                  </a:lnTo>
                  <a:lnTo>
                    <a:pt x="1257" y="2995"/>
                  </a:lnTo>
                  <a:lnTo>
                    <a:pt x="1257" y="2995"/>
                  </a:lnTo>
                  <a:lnTo>
                    <a:pt x="1" y="1739"/>
                  </a:lnTo>
                  <a:close/>
                  <a:moveTo>
                    <a:pt x="1740" y="0"/>
                  </a:moveTo>
                  <a:lnTo>
                    <a:pt x="1447" y="298"/>
                  </a:lnTo>
                  <a:lnTo>
                    <a:pt x="2360" y="1211"/>
                  </a:lnTo>
                  <a:cubicBezTo>
                    <a:pt x="2547" y="1398"/>
                    <a:pt x="2547" y="1705"/>
                    <a:pt x="2360" y="1898"/>
                  </a:cubicBezTo>
                  <a:lnTo>
                    <a:pt x="1257" y="2995"/>
                  </a:lnTo>
                  <a:lnTo>
                    <a:pt x="1257" y="2995"/>
                  </a:lnTo>
                  <a:lnTo>
                    <a:pt x="1740" y="3478"/>
                  </a:lnTo>
                  <a:lnTo>
                    <a:pt x="3181" y="2037"/>
                  </a:lnTo>
                  <a:lnTo>
                    <a:pt x="3474" y="1744"/>
                  </a:lnTo>
                  <a:lnTo>
                    <a:pt x="17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86"/>
            <p:cNvSpPr/>
            <p:nvPr/>
          </p:nvSpPr>
          <p:spPr>
            <a:xfrm>
              <a:off x="5300308" y="2454505"/>
              <a:ext cx="370604" cy="367960"/>
            </a:xfrm>
            <a:custGeom>
              <a:rect b="b" l="l" r="r" t="t"/>
              <a:pathLst>
                <a:path extrusionOk="0" h="14055" w="14156">
                  <a:moveTo>
                    <a:pt x="11273" y="504"/>
                  </a:moveTo>
                  <a:lnTo>
                    <a:pt x="13642" y="2868"/>
                  </a:lnTo>
                  <a:lnTo>
                    <a:pt x="13555" y="2954"/>
                  </a:lnTo>
                  <a:lnTo>
                    <a:pt x="11187" y="591"/>
                  </a:lnTo>
                  <a:lnTo>
                    <a:pt x="11273" y="504"/>
                  </a:lnTo>
                  <a:close/>
                  <a:moveTo>
                    <a:pt x="8655" y="2114"/>
                  </a:moveTo>
                  <a:lnTo>
                    <a:pt x="12027" y="5486"/>
                  </a:lnTo>
                  <a:lnTo>
                    <a:pt x="11850" y="5659"/>
                  </a:lnTo>
                  <a:lnTo>
                    <a:pt x="8482" y="2291"/>
                  </a:lnTo>
                  <a:lnTo>
                    <a:pt x="8655" y="2114"/>
                  </a:lnTo>
                  <a:close/>
                  <a:moveTo>
                    <a:pt x="6162" y="6010"/>
                  </a:moveTo>
                  <a:lnTo>
                    <a:pt x="6162" y="6010"/>
                  </a:lnTo>
                  <a:cubicBezTo>
                    <a:pt x="6373" y="6125"/>
                    <a:pt x="6705" y="6399"/>
                    <a:pt x="6993" y="7042"/>
                  </a:cubicBezTo>
                  <a:lnTo>
                    <a:pt x="6998" y="7042"/>
                  </a:lnTo>
                  <a:cubicBezTo>
                    <a:pt x="7334" y="7792"/>
                    <a:pt x="7761" y="8104"/>
                    <a:pt x="8079" y="8234"/>
                  </a:cubicBezTo>
                  <a:lnTo>
                    <a:pt x="6724" y="9589"/>
                  </a:lnTo>
                  <a:cubicBezTo>
                    <a:pt x="6182" y="10126"/>
                    <a:pt x="5450" y="10429"/>
                    <a:pt x="4693" y="10429"/>
                  </a:cubicBezTo>
                  <a:cubicBezTo>
                    <a:pt x="4617" y="10429"/>
                    <a:pt x="4542" y="10426"/>
                    <a:pt x="4466" y="10420"/>
                  </a:cubicBezTo>
                  <a:cubicBezTo>
                    <a:pt x="4067" y="10391"/>
                    <a:pt x="3750" y="10074"/>
                    <a:pt x="3721" y="9680"/>
                  </a:cubicBezTo>
                  <a:cubicBezTo>
                    <a:pt x="3668" y="8950"/>
                    <a:pt x="3889" y="8234"/>
                    <a:pt x="4341" y="7662"/>
                  </a:cubicBezTo>
                  <a:cubicBezTo>
                    <a:pt x="5359" y="8647"/>
                    <a:pt x="5326" y="8714"/>
                    <a:pt x="5480" y="8714"/>
                  </a:cubicBezTo>
                  <a:cubicBezTo>
                    <a:pt x="5662" y="8714"/>
                    <a:pt x="5753" y="8493"/>
                    <a:pt x="5624" y="8364"/>
                  </a:cubicBezTo>
                  <a:lnTo>
                    <a:pt x="4620" y="7355"/>
                  </a:lnTo>
                  <a:lnTo>
                    <a:pt x="5052" y="6927"/>
                  </a:lnTo>
                  <a:cubicBezTo>
                    <a:pt x="5494" y="7340"/>
                    <a:pt x="5513" y="7446"/>
                    <a:pt x="5657" y="7446"/>
                  </a:cubicBezTo>
                  <a:cubicBezTo>
                    <a:pt x="5840" y="7446"/>
                    <a:pt x="5931" y="7220"/>
                    <a:pt x="5801" y="7090"/>
                  </a:cubicBezTo>
                  <a:lnTo>
                    <a:pt x="5340" y="6634"/>
                  </a:lnTo>
                  <a:lnTo>
                    <a:pt x="5773" y="6202"/>
                  </a:lnTo>
                  <a:cubicBezTo>
                    <a:pt x="6215" y="6615"/>
                    <a:pt x="6234" y="6721"/>
                    <a:pt x="6378" y="6721"/>
                  </a:cubicBezTo>
                  <a:cubicBezTo>
                    <a:pt x="6560" y="6721"/>
                    <a:pt x="6652" y="6500"/>
                    <a:pt x="6522" y="6370"/>
                  </a:cubicBezTo>
                  <a:lnTo>
                    <a:pt x="6162" y="6010"/>
                  </a:lnTo>
                  <a:close/>
                  <a:moveTo>
                    <a:pt x="3404" y="10088"/>
                  </a:moveTo>
                  <a:cubicBezTo>
                    <a:pt x="3524" y="10381"/>
                    <a:pt x="3760" y="10617"/>
                    <a:pt x="4053" y="10742"/>
                  </a:cubicBezTo>
                  <a:cubicBezTo>
                    <a:pt x="3756" y="11009"/>
                    <a:pt x="3717" y="11129"/>
                    <a:pt x="3565" y="11131"/>
                  </a:cubicBezTo>
                  <a:lnTo>
                    <a:pt x="3565" y="11131"/>
                  </a:lnTo>
                  <a:cubicBezTo>
                    <a:pt x="3413" y="11129"/>
                    <a:pt x="3374" y="11009"/>
                    <a:pt x="3077" y="10737"/>
                  </a:cubicBezTo>
                  <a:cubicBezTo>
                    <a:pt x="2986" y="10645"/>
                    <a:pt x="2986" y="10501"/>
                    <a:pt x="3077" y="10415"/>
                  </a:cubicBezTo>
                  <a:lnTo>
                    <a:pt x="3404" y="10088"/>
                  </a:lnTo>
                  <a:close/>
                  <a:moveTo>
                    <a:pt x="11271" y="1"/>
                  </a:moveTo>
                  <a:cubicBezTo>
                    <a:pt x="11218" y="1"/>
                    <a:pt x="11165" y="21"/>
                    <a:pt x="11124" y="62"/>
                  </a:cubicBezTo>
                  <a:lnTo>
                    <a:pt x="10750" y="437"/>
                  </a:lnTo>
                  <a:cubicBezTo>
                    <a:pt x="10668" y="519"/>
                    <a:pt x="10668" y="648"/>
                    <a:pt x="10750" y="730"/>
                  </a:cubicBezTo>
                  <a:lnTo>
                    <a:pt x="11062" y="1042"/>
                  </a:lnTo>
                  <a:lnTo>
                    <a:pt x="10740" y="1359"/>
                  </a:lnTo>
                  <a:cubicBezTo>
                    <a:pt x="10593" y="1510"/>
                    <a:pt x="10730" y="1718"/>
                    <a:pt x="10889" y="1718"/>
                  </a:cubicBezTo>
                  <a:cubicBezTo>
                    <a:pt x="10938" y="1718"/>
                    <a:pt x="10988" y="1698"/>
                    <a:pt x="11033" y="1652"/>
                  </a:cubicBezTo>
                  <a:lnTo>
                    <a:pt x="11355" y="1335"/>
                  </a:lnTo>
                  <a:lnTo>
                    <a:pt x="12801" y="2781"/>
                  </a:lnTo>
                  <a:lnTo>
                    <a:pt x="11355" y="4227"/>
                  </a:lnTo>
                  <a:lnTo>
                    <a:pt x="9909" y="2781"/>
                  </a:lnTo>
                  <a:lnTo>
                    <a:pt x="10308" y="2383"/>
                  </a:lnTo>
                  <a:cubicBezTo>
                    <a:pt x="10459" y="2232"/>
                    <a:pt x="10322" y="2024"/>
                    <a:pt x="10161" y="2024"/>
                  </a:cubicBezTo>
                  <a:cubicBezTo>
                    <a:pt x="10112" y="2024"/>
                    <a:pt x="10061" y="2043"/>
                    <a:pt x="10015" y="2089"/>
                  </a:cubicBezTo>
                  <a:lnTo>
                    <a:pt x="9616" y="2488"/>
                  </a:lnTo>
                  <a:cubicBezTo>
                    <a:pt x="8794" y="1696"/>
                    <a:pt x="8804" y="1614"/>
                    <a:pt x="8655" y="1614"/>
                  </a:cubicBezTo>
                  <a:cubicBezTo>
                    <a:pt x="8506" y="1614"/>
                    <a:pt x="8472" y="1729"/>
                    <a:pt x="8045" y="2142"/>
                  </a:cubicBezTo>
                  <a:cubicBezTo>
                    <a:pt x="7963" y="2224"/>
                    <a:pt x="7963" y="2354"/>
                    <a:pt x="8045" y="2435"/>
                  </a:cubicBezTo>
                  <a:lnTo>
                    <a:pt x="8501" y="2892"/>
                  </a:lnTo>
                  <a:cubicBezTo>
                    <a:pt x="4096" y="7292"/>
                    <a:pt x="4178" y="7215"/>
                    <a:pt x="4154" y="7244"/>
                  </a:cubicBezTo>
                  <a:cubicBezTo>
                    <a:pt x="3572" y="7888"/>
                    <a:pt x="3270" y="8733"/>
                    <a:pt x="3308" y="9598"/>
                  </a:cubicBezTo>
                  <a:lnTo>
                    <a:pt x="2784" y="10122"/>
                  </a:lnTo>
                  <a:cubicBezTo>
                    <a:pt x="2664" y="10242"/>
                    <a:pt x="2597" y="10400"/>
                    <a:pt x="2597" y="10573"/>
                  </a:cubicBezTo>
                  <a:cubicBezTo>
                    <a:pt x="2597" y="10751"/>
                    <a:pt x="2674" y="10919"/>
                    <a:pt x="2804" y="11044"/>
                  </a:cubicBezTo>
                  <a:lnTo>
                    <a:pt x="152" y="13696"/>
                  </a:lnTo>
                  <a:cubicBezTo>
                    <a:pt x="1" y="13847"/>
                    <a:pt x="138" y="14054"/>
                    <a:pt x="299" y="14054"/>
                  </a:cubicBezTo>
                  <a:cubicBezTo>
                    <a:pt x="348" y="14054"/>
                    <a:pt x="399" y="14035"/>
                    <a:pt x="445" y="13989"/>
                  </a:cubicBezTo>
                  <a:lnTo>
                    <a:pt x="3097" y="11337"/>
                  </a:lnTo>
                  <a:lnTo>
                    <a:pt x="3116" y="11356"/>
                  </a:lnTo>
                  <a:cubicBezTo>
                    <a:pt x="3241" y="11479"/>
                    <a:pt x="3403" y="11540"/>
                    <a:pt x="3565" y="11540"/>
                  </a:cubicBezTo>
                  <a:cubicBezTo>
                    <a:pt x="3727" y="11540"/>
                    <a:pt x="3889" y="11479"/>
                    <a:pt x="4014" y="11356"/>
                  </a:cubicBezTo>
                  <a:lnTo>
                    <a:pt x="4538" y="10833"/>
                  </a:lnTo>
                  <a:cubicBezTo>
                    <a:pt x="4589" y="10835"/>
                    <a:pt x="4640" y="10836"/>
                    <a:pt x="4690" y="10836"/>
                  </a:cubicBezTo>
                  <a:cubicBezTo>
                    <a:pt x="5559" y="10836"/>
                    <a:pt x="6395" y="10489"/>
                    <a:pt x="7012" y="9872"/>
                  </a:cubicBezTo>
                  <a:lnTo>
                    <a:pt x="9649" y="7235"/>
                  </a:lnTo>
                  <a:cubicBezTo>
                    <a:pt x="9801" y="7087"/>
                    <a:pt x="9662" y="6879"/>
                    <a:pt x="9500" y="6879"/>
                  </a:cubicBezTo>
                  <a:cubicBezTo>
                    <a:pt x="9452" y="6879"/>
                    <a:pt x="9402" y="6897"/>
                    <a:pt x="9356" y="6942"/>
                  </a:cubicBezTo>
                  <a:lnTo>
                    <a:pt x="8405" y="7893"/>
                  </a:lnTo>
                  <a:cubicBezTo>
                    <a:pt x="8227" y="7864"/>
                    <a:pt x="7742" y="7705"/>
                    <a:pt x="7368" y="6869"/>
                  </a:cubicBezTo>
                  <a:cubicBezTo>
                    <a:pt x="7031" y="6110"/>
                    <a:pt x="6623" y="5784"/>
                    <a:pt x="6335" y="5635"/>
                  </a:cubicBezTo>
                  <a:lnTo>
                    <a:pt x="6493" y="5472"/>
                  </a:lnTo>
                  <a:lnTo>
                    <a:pt x="7502" y="6476"/>
                  </a:lnTo>
                  <a:cubicBezTo>
                    <a:pt x="7547" y="6522"/>
                    <a:pt x="7597" y="6541"/>
                    <a:pt x="7646" y="6541"/>
                  </a:cubicBezTo>
                  <a:cubicBezTo>
                    <a:pt x="7805" y="6541"/>
                    <a:pt x="7942" y="6333"/>
                    <a:pt x="7795" y="6183"/>
                  </a:cubicBezTo>
                  <a:lnTo>
                    <a:pt x="6786" y="5178"/>
                  </a:lnTo>
                  <a:lnTo>
                    <a:pt x="7219" y="4746"/>
                  </a:lnTo>
                  <a:lnTo>
                    <a:pt x="7680" y="5212"/>
                  </a:lnTo>
                  <a:cubicBezTo>
                    <a:pt x="7725" y="5256"/>
                    <a:pt x="7775" y="5275"/>
                    <a:pt x="7824" y="5275"/>
                  </a:cubicBezTo>
                  <a:cubicBezTo>
                    <a:pt x="7986" y="5275"/>
                    <a:pt x="8124" y="5067"/>
                    <a:pt x="7973" y="4919"/>
                  </a:cubicBezTo>
                  <a:lnTo>
                    <a:pt x="7512" y="4458"/>
                  </a:lnTo>
                  <a:lnTo>
                    <a:pt x="7939" y="4026"/>
                  </a:lnTo>
                  <a:lnTo>
                    <a:pt x="8400" y="4487"/>
                  </a:lnTo>
                  <a:cubicBezTo>
                    <a:pt x="8446" y="4531"/>
                    <a:pt x="8496" y="4549"/>
                    <a:pt x="8544" y="4549"/>
                  </a:cubicBezTo>
                  <a:cubicBezTo>
                    <a:pt x="8706" y="4549"/>
                    <a:pt x="8845" y="4342"/>
                    <a:pt x="8693" y="4194"/>
                  </a:cubicBezTo>
                  <a:lnTo>
                    <a:pt x="8232" y="3732"/>
                  </a:lnTo>
                  <a:lnTo>
                    <a:pt x="8790" y="3180"/>
                  </a:lnTo>
                  <a:lnTo>
                    <a:pt x="10956" y="5347"/>
                  </a:lnTo>
                  <a:lnTo>
                    <a:pt x="10202" y="6101"/>
                  </a:lnTo>
                  <a:cubicBezTo>
                    <a:pt x="10051" y="6252"/>
                    <a:pt x="10188" y="6459"/>
                    <a:pt x="10349" y="6459"/>
                  </a:cubicBezTo>
                  <a:cubicBezTo>
                    <a:pt x="10398" y="6459"/>
                    <a:pt x="10449" y="6440"/>
                    <a:pt x="10495" y="6394"/>
                  </a:cubicBezTo>
                  <a:lnTo>
                    <a:pt x="11249" y="5640"/>
                  </a:lnTo>
                  <a:cubicBezTo>
                    <a:pt x="11686" y="6053"/>
                    <a:pt x="11706" y="6158"/>
                    <a:pt x="11850" y="6158"/>
                  </a:cubicBezTo>
                  <a:cubicBezTo>
                    <a:pt x="11903" y="6158"/>
                    <a:pt x="11955" y="6134"/>
                    <a:pt x="11994" y="6096"/>
                  </a:cubicBezTo>
                  <a:cubicBezTo>
                    <a:pt x="12421" y="5644"/>
                    <a:pt x="12522" y="5630"/>
                    <a:pt x="12522" y="5486"/>
                  </a:cubicBezTo>
                  <a:cubicBezTo>
                    <a:pt x="12522" y="5342"/>
                    <a:pt x="12445" y="5356"/>
                    <a:pt x="11648" y="4525"/>
                  </a:cubicBezTo>
                  <a:lnTo>
                    <a:pt x="13089" y="3079"/>
                  </a:lnTo>
                  <a:cubicBezTo>
                    <a:pt x="13377" y="3343"/>
                    <a:pt x="13411" y="3454"/>
                    <a:pt x="13550" y="3454"/>
                  </a:cubicBezTo>
                  <a:cubicBezTo>
                    <a:pt x="13603" y="3454"/>
                    <a:pt x="13656" y="3435"/>
                    <a:pt x="13694" y="3396"/>
                  </a:cubicBezTo>
                  <a:lnTo>
                    <a:pt x="14079" y="3012"/>
                  </a:lnTo>
                  <a:cubicBezTo>
                    <a:pt x="14156" y="2930"/>
                    <a:pt x="14156" y="2800"/>
                    <a:pt x="14079" y="2719"/>
                  </a:cubicBezTo>
                  <a:lnTo>
                    <a:pt x="11417" y="62"/>
                  </a:lnTo>
                  <a:cubicBezTo>
                    <a:pt x="11376" y="21"/>
                    <a:pt x="11324" y="1"/>
                    <a:pt x="112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0" name="Google Shape;13720;p86"/>
          <p:cNvGrpSpPr/>
          <p:nvPr/>
        </p:nvGrpSpPr>
        <p:grpSpPr>
          <a:xfrm>
            <a:off x="4929600" y="3825735"/>
            <a:ext cx="230803" cy="340235"/>
            <a:chOff x="4929600" y="3825735"/>
            <a:chExt cx="230803" cy="340235"/>
          </a:xfrm>
        </p:grpSpPr>
        <p:sp>
          <p:nvSpPr>
            <p:cNvPr id="13721" name="Google Shape;13721;p86"/>
            <p:cNvSpPr/>
            <p:nvPr/>
          </p:nvSpPr>
          <p:spPr>
            <a:xfrm>
              <a:off x="4934757" y="3830657"/>
              <a:ext cx="220750" cy="330418"/>
            </a:xfrm>
            <a:custGeom>
              <a:rect b="b" l="l" r="r" t="t"/>
              <a:pathLst>
                <a:path extrusionOk="0" h="12621" w="8432">
                  <a:moveTo>
                    <a:pt x="721" y="0"/>
                  </a:moveTo>
                  <a:cubicBezTo>
                    <a:pt x="322" y="0"/>
                    <a:pt x="1" y="327"/>
                    <a:pt x="1" y="721"/>
                  </a:cubicBezTo>
                  <a:lnTo>
                    <a:pt x="1" y="11900"/>
                  </a:lnTo>
                  <a:cubicBezTo>
                    <a:pt x="1" y="12294"/>
                    <a:pt x="322" y="12620"/>
                    <a:pt x="721" y="12620"/>
                  </a:cubicBezTo>
                  <a:lnTo>
                    <a:pt x="7711" y="12620"/>
                  </a:lnTo>
                  <a:cubicBezTo>
                    <a:pt x="8110" y="12620"/>
                    <a:pt x="8432" y="12294"/>
                    <a:pt x="8432" y="11900"/>
                  </a:cubicBezTo>
                  <a:lnTo>
                    <a:pt x="8432" y="5438"/>
                  </a:lnTo>
                  <a:lnTo>
                    <a:pt x="8432" y="4434"/>
                  </a:lnTo>
                  <a:lnTo>
                    <a:pt x="8432" y="721"/>
                  </a:lnTo>
                  <a:cubicBezTo>
                    <a:pt x="8432" y="327"/>
                    <a:pt x="8110" y="0"/>
                    <a:pt x="771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86"/>
            <p:cNvSpPr/>
            <p:nvPr/>
          </p:nvSpPr>
          <p:spPr>
            <a:xfrm>
              <a:off x="4934757" y="3830788"/>
              <a:ext cx="220750" cy="330287"/>
            </a:xfrm>
            <a:custGeom>
              <a:rect b="b" l="l" r="r" t="t"/>
              <a:pathLst>
                <a:path extrusionOk="0" h="12616" w="8432">
                  <a:moveTo>
                    <a:pt x="7720" y="0"/>
                  </a:moveTo>
                  <a:cubicBezTo>
                    <a:pt x="7717" y="0"/>
                    <a:pt x="7714" y="0"/>
                    <a:pt x="7711" y="0"/>
                  </a:cubicBezTo>
                  <a:lnTo>
                    <a:pt x="7528" y="0"/>
                  </a:lnTo>
                  <a:lnTo>
                    <a:pt x="7528" y="10992"/>
                  </a:lnTo>
                  <a:cubicBezTo>
                    <a:pt x="7528" y="11390"/>
                    <a:pt x="7202" y="11712"/>
                    <a:pt x="6808" y="11712"/>
                  </a:cubicBezTo>
                  <a:lnTo>
                    <a:pt x="1" y="11712"/>
                  </a:lnTo>
                  <a:lnTo>
                    <a:pt x="1" y="11895"/>
                  </a:lnTo>
                  <a:cubicBezTo>
                    <a:pt x="1" y="12294"/>
                    <a:pt x="322" y="12615"/>
                    <a:pt x="721" y="12615"/>
                  </a:cubicBezTo>
                  <a:lnTo>
                    <a:pt x="7711" y="12615"/>
                  </a:lnTo>
                  <a:cubicBezTo>
                    <a:pt x="8105" y="12615"/>
                    <a:pt x="8432" y="12294"/>
                    <a:pt x="8432" y="11895"/>
                  </a:cubicBezTo>
                  <a:lnTo>
                    <a:pt x="8432" y="721"/>
                  </a:lnTo>
                  <a:cubicBezTo>
                    <a:pt x="8432" y="325"/>
                    <a:pt x="8114" y="0"/>
                    <a:pt x="7720"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86"/>
            <p:cNvSpPr/>
            <p:nvPr/>
          </p:nvSpPr>
          <p:spPr>
            <a:xfrm>
              <a:off x="4956251" y="3857805"/>
              <a:ext cx="76001" cy="65110"/>
            </a:xfrm>
            <a:custGeom>
              <a:rect b="b" l="l" r="r" t="t"/>
              <a:pathLst>
                <a:path extrusionOk="0" h="2487" w="2903">
                  <a:moveTo>
                    <a:pt x="1658" y="1"/>
                  </a:moveTo>
                  <a:cubicBezTo>
                    <a:pt x="553" y="1"/>
                    <a:pt x="1" y="1341"/>
                    <a:pt x="784" y="2120"/>
                  </a:cubicBezTo>
                  <a:cubicBezTo>
                    <a:pt x="1036" y="2373"/>
                    <a:pt x="1347" y="2487"/>
                    <a:pt x="1653" y="2487"/>
                  </a:cubicBezTo>
                  <a:cubicBezTo>
                    <a:pt x="2290" y="2487"/>
                    <a:pt x="2903" y="1992"/>
                    <a:pt x="2903" y="1245"/>
                  </a:cubicBezTo>
                  <a:cubicBezTo>
                    <a:pt x="2903"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86"/>
            <p:cNvSpPr/>
            <p:nvPr/>
          </p:nvSpPr>
          <p:spPr>
            <a:xfrm>
              <a:off x="4993479" y="3857805"/>
              <a:ext cx="40291" cy="65136"/>
            </a:xfrm>
            <a:custGeom>
              <a:rect b="b" l="l" r="r" t="t"/>
              <a:pathLst>
                <a:path extrusionOk="0" h="2488" w="1539">
                  <a:moveTo>
                    <a:pt x="241" y="1"/>
                  </a:moveTo>
                  <a:cubicBezTo>
                    <a:pt x="160" y="1"/>
                    <a:pt x="83" y="11"/>
                    <a:pt x="1" y="25"/>
                  </a:cubicBezTo>
                  <a:cubicBezTo>
                    <a:pt x="587" y="135"/>
                    <a:pt x="1010" y="650"/>
                    <a:pt x="1010" y="1245"/>
                  </a:cubicBezTo>
                  <a:cubicBezTo>
                    <a:pt x="1010" y="1841"/>
                    <a:pt x="587" y="2350"/>
                    <a:pt x="1" y="2465"/>
                  </a:cubicBezTo>
                  <a:cubicBezTo>
                    <a:pt x="79" y="2480"/>
                    <a:pt x="157" y="2487"/>
                    <a:pt x="233" y="2487"/>
                  </a:cubicBezTo>
                  <a:cubicBezTo>
                    <a:pt x="861" y="2487"/>
                    <a:pt x="1407" y="2012"/>
                    <a:pt x="1471" y="1361"/>
                  </a:cubicBezTo>
                  <a:cubicBezTo>
                    <a:pt x="1538" y="635"/>
                    <a:pt x="971" y="6"/>
                    <a:pt x="241"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86"/>
            <p:cNvSpPr/>
            <p:nvPr/>
          </p:nvSpPr>
          <p:spPr>
            <a:xfrm>
              <a:off x="5047069" y="3857805"/>
              <a:ext cx="75870" cy="65110"/>
            </a:xfrm>
            <a:custGeom>
              <a:rect b="b" l="l" r="r" t="t"/>
              <a:pathLst>
                <a:path extrusionOk="0" h="2487" w="2898">
                  <a:moveTo>
                    <a:pt x="1658" y="1"/>
                  </a:moveTo>
                  <a:cubicBezTo>
                    <a:pt x="553" y="1"/>
                    <a:pt x="1" y="1341"/>
                    <a:pt x="779" y="2120"/>
                  </a:cubicBezTo>
                  <a:cubicBezTo>
                    <a:pt x="1032" y="2373"/>
                    <a:pt x="1344" y="2487"/>
                    <a:pt x="1649" y="2487"/>
                  </a:cubicBezTo>
                  <a:cubicBezTo>
                    <a:pt x="2287" y="2487"/>
                    <a:pt x="2897" y="1992"/>
                    <a:pt x="2897" y="1245"/>
                  </a:cubicBezTo>
                  <a:cubicBezTo>
                    <a:pt x="2897"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86"/>
            <p:cNvSpPr/>
            <p:nvPr/>
          </p:nvSpPr>
          <p:spPr>
            <a:xfrm>
              <a:off x="5084035" y="3857805"/>
              <a:ext cx="38903" cy="65057"/>
            </a:xfrm>
            <a:custGeom>
              <a:rect b="b" l="l" r="r" t="t"/>
              <a:pathLst>
                <a:path extrusionOk="0" h="2485" w="1486">
                  <a:moveTo>
                    <a:pt x="246" y="1"/>
                  </a:moveTo>
                  <a:cubicBezTo>
                    <a:pt x="164" y="1"/>
                    <a:pt x="83" y="11"/>
                    <a:pt x="1" y="30"/>
                  </a:cubicBezTo>
                  <a:cubicBezTo>
                    <a:pt x="582" y="145"/>
                    <a:pt x="995" y="654"/>
                    <a:pt x="995" y="1245"/>
                  </a:cubicBezTo>
                  <a:cubicBezTo>
                    <a:pt x="995" y="1836"/>
                    <a:pt x="582" y="2345"/>
                    <a:pt x="1" y="2461"/>
                  </a:cubicBezTo>
                  <a:cubicBezTo>
                    <a:pt x="83" y="2475"/>
                    <a:pt x="164" y="2485"/>
                    <a:pt x="246" y="2485"/>
                  </a:cubicBezTo>
                  <a:cubicBezTo>
                    <a:pt x="933" y="2485"/>
                    <a:pt x="1485" y="1927"/>
                    <a:pt x="1485" y="1245"/>
                  </a:cubicBezTo>
                  <a:cubicBezTo>
                    <a:pt x="1485" y="558"/>
                    <a:pt x="933" y="6"/>
                    <a:pt x="246" y="6"/>
                  </a:cubicBezTo>
                  <a:lnTo>
                    <a:pt x="246"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86"/>
            <p:cNvSpPr/>
            <p:nvPr/>
          </p:nvSpPr>
          <p:spPr>
            <a:xfrm>
              <a:off x="4956251" y="4063947"/>
              <a:ext cx="76001" cy="65083"/>
            </a:xfrm>
            <a:custGeom>
              <a:rect b="b" l="l" r="r" t="t"/>
              <a:pathLst>
                <a:path extrusionOk="0" h="2486" w="2903">
                  <a:moveTo>
                    <a:pt x="1658" y="1"/>
                  </a:moveTo>
                  <a:cubicBezTo>
                    <a:pt x="553" y="1"/>
                    <a:pt x="1" y="1336"/>
                    <a:pt x="784" y="2119"/>
                  </a:cubicBezTo>
                  <a:cubicBezTo>
                    <a:pt x="1035" y="2372"/>
                    <a:pt x="1345" y="2485"/>
                    <a:pt x="1650" y="2485"/>
                  </a:cubicBezTo>
                  <a:cubicBezTo>
                    <a:pt x="2288" y="2485"/>
                    <a:pt x="2903" y="1988"/>
                    <a:pt x="2903" y="1240"/>
                  </a:cubicBezTo>
                  <a:cubicBezTo>
                    <a:pt x="2903"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86"/>
            <p:cNvSpPr/>
            <p:nvPr/>
          </p:nvSpPr>
          <p:spPr>
            <a:xfrm>
              <a:off x="4993479" y="4063947"/>
              <a:ext cx="40291" cy="65005"/>
            </a:xfrm>
            <a:custGeom>
              <a:rect b="b" l="l" r="r" t="t"/>
              <a:pathLst>
                <a:path extrusionOk="0" h="2483" w="1539">
                  <a:moveTo>
                    <a:pt x="241" y="1"/>
                  </a:moveTo>
                  <a:cubicBezTo>
                    <a:pt x="160" y="1"/>
                    <a:pt x="83" y="6"/>
                    <a:pt x="1" y="20"/>
                  </a:cubicBezTo>
                  <a:cubicBezTo>
                    <a:pt x="587" y="135"/>
                    <a:pt x="1010" y="645"/>
                    <a:pt x="1010" y="1240"/>
                  </a:cubicBezTo>
                  <a:cubicBezTo>
                    <a:pt x="1010" y="1836"/>
                    <a:pt x="587" y="2345"/>
                    <a:pt x="1" y="2460"/>
                  </a:cubicBezTo>
                  <a:cubicBezTo>
                    <a:pt x="79" y="2475"/>
                    <a:pt x="157" y="2482"/>
                    <a:pt x="233" y="2482"/>
                  </a:cubicBezTo>
                  <a:cubicBezTo>
                    <a:pt x="861" y="2482"/>
                    <a:pt x="1407" y="2007"/>
                    <a:pt x="1471" y="1360"/>
                  </a:cubicBezTo>
                  <a:cubicBezTo>
                    <a:pt x="1538" y="635"/>
                    <a:pt x="971" y="1"/>
                    <a:pt x="241"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86"/>
            <p:cNvSpPr/>
            <p:nvPr/>
          </p:nvSpPr>
          <p:spPr>
            <a:xfrm>
              <a:off x="5047069" y="4063947"/>
              <a:ext cx="75870" cy="65083"/>
            </a:xfrm>
            <a:custGeom>
              <a:rect b="b" l="l" r="r" t="t"/>
              <a:pathLst>
                <a:path extrusionOk="0" h="2486" w="2898">
                  <a:moveTo>
                    <a:pt x="1658" y="1"/>
                  </a:moveTo>
                  <a:cubicBezTo>
                    <a:pt x="553" y="1"/>
                    <a:pt x="1" y="1336"/>
                    <a:pt x="779" y="2119"/>
                  </a:cubicBezTo>
                  <a:cubicBezTo>
                    <a:pt x="1032" y="2372"/>
                    <a:pt x="1342" y="2485"/>
                    <a:pt x="1647" y="2485"/>
                  </a:cubicBezTo>
                  <a:cubicBezTo>
                    <a:pt x="2285" y="2485"/>
                    <a:pt x="2897" y="1988"/>
                    <a:pt x="2897" y="1240"/>
                  </a:cubicBezTo>
                  <a:cubicBezTo>
                    <a:pt x="2897"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86"/>
            <p:cNvSpPr/>
            <p:nvPr/>
          </p:nvSpPr>
          <p:spPr>
            <a:xfrm>
              <a:off x="5084035" y="4063947"/>
              <a:ext cx="38903" cy="64926"/>
            </a:xfrm>
            <a:custGeom>
              <a:rect b="b" l="l" r="r" t="t"/>
              <a:pathLst>
                <a:path extrusionOk="0" h="2480" w="1486">
                  <a:moveTo>
                    <a:pt x="246" y="1"/>
                  </a:moveTo>
                  <a:cubicBezTo>
                    <a:pt x="164" y="1"/>
                    <a:pt x="83" y="10"/>
                    <a:pt x="1" y="25"/>
                  </a:cubicBezTo>
                  <a:cubicBezTo>
                    <a:pt x="582" y="140"/>
                    <a:pt x="995" y="649"/>
                    <a:pt x="995" y="1240"/>
                  </a:cubicBezTo>
                  <a:cubicBezTo>
                    <a:pt x="995" y="1831"/>
                    <a:pt x="582" y="2340"/>
                    <a:pt x="1" y="2456"/>
                  </a:cubicBezTo>
                  <a:cubicBezTo>
                    <a:pt x="83" y="2475"/>
                    <a:pt x="164" y="2480"/>
                    <a:pt x="246" y="2480"/>
                  </a:cubicBezTo>
                  <a:cubicBezTo>
                    <a:pt x="933" y="2480"/>
                    <a:pt x="1485" y="1922"/>
                    <a:pt x="1485" y="1240"/>
                  </a:cubicBezTo>
                  <a:cubicBezTo>
                    <a:pt x="1485" y="558"/>
                    <a:pt x="933" y="1"/>
                    <a:pt x="246"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86"/>
            <p:cNvSpPr/>
            <p:nvPr/>
          </p:nvSpPr>
          <p:spPr>
            <a:xfrm>
              <a:off x="4956251" y="3960824"/>
              <a:ext cx="76001" cy="65110"/>
            </a:xfrm>
            <a:custGeom>
              <a:rect b="b" l="l" r="r" t="t"/>
              <a:pathLst>
                <a:path extrusionOk="0" h="2487" w="2903">
                  <a:moveTo>
                    <a:pt x="1658" y="0"/>
                  </a:moveTo>
                  <a:cubicBezTo>
                    <a:pt x="553" y="0"/>
                    <a:pt x="1" y="1336"/>
                    <a:pt x="784" y="2119"/>
                  </a:cubicBezTo>
                  <a:cubicBezTo>
                    <a:pt x="1036" y="2373"/>
                    <a:pt x="1347" y="2486"/>
                    <a:pt x="1653" y="2486"/>
                  </a:cubicBezTo>
                  <a:cubicBezTo>
                    <a:pt x="2290" y="2486"/>
                    <a:pt x="2903" y="1992"/>
                    <a:pt x="2903" y="1245"/>
                  </a:cubicBezTo>
                  <a:cubicBezTo>
                    <a:pt x="2903" y="558"/>
                    <a:pt x="2345" y="0"/>
                    <a:pt x="16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86"/>
            <p:cNvSpPr/>
            <p:nvPr/>
          </p:nvSpPr>
          <p:spPr>
            <a:xfrm>
              <a:off x="4993479" y="3960955"/>
              <a:ext cx="40291" cy="64979"/>
            </a:xfrm>
            <a:custGeom>
              <a:rect b="b" l="l" r="r" t="t"/>
              <a:pathLst>
                <a:path extrusionOk="0" h="2482" w="1539">
                  <a:moveTo>
                    <a:pt x="241" y="0"/>
                  </a:moveTo>
                  <a:cubicBezTo>
                    <a:pt x="160" y="0"/>
                    <a:pt x="83" y="5"/>
                    <a:pt x="1" y="19"/>
                  </a:cubicBezTo>
                  <a:cubicBezTo>
                    <a:pt x="587" y="135"/>
                    <a:pt x="1010" y="644"/>
                    <a:pt x="1010" y="1240"/>
                  </a:cubicBezTo>
                  <a:cubicBezTo>
                    <a:pt x="1010" y="1835"/>
                    <a:pt x="587" y="2345"/>
                    <a:pt x="1" y="2460"/>
                  </a:cubicBezTo>
                  <a:cubicBezTo>
                    <a:pt x="79" y="2475"/>
                    <a:pt x="157" y="2482"/>
                    <a:pt x="233" y="2482"/>
                  </a:cubicBezTo>
                  <a:cubicBezTo>
                    <a:pt x="861" y="2482"/>
                    <a:pt x="1407" y="2007"/>
                    <a:pt x="1471" y="1360"/>
                  </a:cubicBezTo>
                  <a:cubicBezTo>
                    <a:pt x="1538" y="630"/>
                    <a:pt x="971" y="0"/>
                    <a:pt x="241"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86"/>
            <p:cNvSpPr/>
            <p:nvPr/>
          </p:nvSpPr>
          <p:spPr>
            <a:xfrm>
              <a:off x="5047069" y="3960824"/>
              <a:ext cx="75870" cy="65110"/>
            </a:xfrm>
            <a:custGeom>
              <a:rect b="b" l="l" r="r" t="t"/>
              <a:pathLst>
                <a:path extrusionOk="0" h="2487" w="2898">
                  <a:moveTo>
                    <a:pt x="1658" y="0"/>
                  </a:moveTo>
                  <a:cubicBezTo>
                    <a:pt x="553" y="0"/>
                    <a:pt x="1" y="1336"/>
                    <a:pt x="779" y="2119"/>
                  </a:cubicBezTo>
                  <a:cubicBezTo>
                    <a:pt x="1032" y="2373"/>
                    <a:pt x="1344" y="2486"/>
                    <a:pt x="1649" y="2486"/>
                  </a:cubicBezTo>
                  <a:cubicBezTo>
                    <a:pt x="2287" y="2486"/>
                    <a:pt x="2897" y="1992"/>
                    <a:pt x="2897" y="1245"/>
                  </a:cubicBezTo>
                  <a:cubicBezTo>
                    <a:pt x="2897" y="558"/>
                    <a:pt x="2345" y="0"/>
                    <a:pt x="16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86"/>
            <p:cNvSpPr/>
            <p:nvPr/>
          </p:nvSpPr>
          <p:spPr>
            <a:xfrm>
              <a:off x="5084035" y="3960955"/>
              <a:ext cx="38903" cy="64926"/>
            </a:xfrm>
            <a:custGeom>
              <a:rect b="b" l="l" r="r" t="t"/>
              <a:pathLst>
                <a:path extrusionOk="0" h="2480" w="1486">
                  <a:moveTo>
                    <a:pt x="246" y="0"/>
                  </a:moveTo>
                  <a:cubicBezTo>
                    <a:pt x="164" y="0"/>
                    <a:pt x="83" y="5"/>
                    <a:pt x="1" y="24"/>
                  </a:cubicBezTo>
                  <a:cubicBezTo>
                    <a:pt x="582" y="140"/>
                    <a:pt x="995" y="649"/>
                    <a:pt x="995" y="1240"/>
                  </a:cubicBezTo>
                  <a:cubicBezTo>
                    <a:pt x="995" y="1831"/>
                    <a:pt x="582" y="2340"/>
                    <a:pt x="1" y="2455"/>
                  </a:cubicBezTo>
                  <a:cubicBezTo>
                    <a:pt x="83" y="2470"/>
                    <a:pt x="164" y="2479"/>
                    <a:pt x="246" y="2479"/>
                  </a:cubicBezTo>
                  <a:cubicBezTo>
                    <a:pt x="933" y="2479"/>
                    <a:pt x="1485" y="1922"/>
                    <a:pt x="1485" y="1240"/>
                  </a:cubicBezTo>
                  <a:cubicBezTo>
                    <a:pt x="1485" y="553"/>
                    <a:pt x="933" y="0"/>
                    <a:pt x="246"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86"/>
            <p:cNvSpPr/>
            <p:nvPr/>
          </p:nvSpPr>
          <p:spPr>
            <a:xfrm>
              <a:off x="4962298" y="3852936"/>
              <a:ext cx="74849" cy="74927"/>
            </a:xfrm>
            <a:custGeom>
              <a:rect b="b" l="l" r="r" t="t"/>
              <a:pathLst>
                <a:path extrusionOk="0" h="2862" w="2859">
                  <a:moveTo>
                    <a:pt x="1411" y="385"/>
                  </a:moveTo>
                  <a:cubicBezTo>
                    <a:pt x="1606" y="385"/>
                    <a:pt x="1811" y="443"/>
                    <a:pt x="2009" y="576"/>
                  </a:cubicBezTo>
                  <a:lnTo>
                    <a:pt x="2004" y="576"/>
                  </a:lnTo>
                  <a:lnTo>
                    <a:pt x="572" y="2003"/>
                  </a:lnTo>
                  <a:cubicBezTo>
                    <a:pt x="61" y="1244"/>
                    <a:pt x="661" y="385"/>
                    <a:pt x="1411" y="385"/>
                  </a:cubicBezTo>
                  <a:close/>
                  <a:moveTo>
                    <a:pt x="2273" y="840"/>
                  </a:moveTo>
                  <a:lnTo>
                    <a:pt x="2273" y="840"/>
                  </a:lnTo>
                  <a:cubicBezTo>
                    <a:pt x="2809" y="1604"/>
                    <a:pt x="2206" y="2479"/>
                    <a:pt x="1452" y="2479"/>
                  </a:cubicBezTo>
                  <a:cubicBezTo>
                    <a:pt x="1253" y="2479"/>
                    <a:pt x="1043" y="2417"/>
                    <a:pt x="841" y="2277"/>
                  </a:cubicBezTo>
                  <a:lnTo>
                    <a:pt x="2273" y="840"/>
                  </a:lnTo>
                  <a:close/>
                  <a:moveTo>
                    <a:pt x="1445" y="1"/>
                  </a:moveTo>
                  <a:cubicBezTo>
                    <a:pt x="712" y="1"/>
                    <a:pt x="1" y="563"/>
                    <a:pt x="1" y="1431"/>
                  </a:cubicBezTo>
                  <a:cubicBezTo>
                    <a:pt x="1" y="1806"/>
                    <a:pt x="145" y="2166"/>
                    <a:pt x="409" y="2430"/>
                  </a:cubicBezTo>
                  <a:lnTo>
                    <a:pt x="409" y="2440"/>
                  </a:lnTo>
                  <a:lnTo>
                    <a:pt x="414" y="2440"/>
                  </a:lnTo>
                  <a:cubicBezTo>
                    <a:pt x="704" y="2731"/>
                    <a:pt x="1063" y="2861"/>
                    <a:pt x="1415" y="2861"/>
                  </a:cubicBezTo>
                  <a:cubicBezTo>
                    <a:pt x="2151" y="2861"/>
                    <a:pt x="2859" y="2292"/>
                    <a:pt x="2859" y="1431"/>
                  </a:cubicBezTo>
                  <a:cubicBezTo>
                    <a:pt x="2859" y="1052"/>
                    <a:pt x="2705" y="682"/>
                    <a:pt x="2436" y="413"/>
                  </a:cubicBezTo>
                  <a:cubicBezTo>
                    <a:pt x="2151" y="129"/>
                    <a:pt x="1795" y="1"/>
                    <a:pt x="14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86"/>
            <p:cNvSpPr/>
            <p:nvPr/>
          </p:nvSpPr>
          <p:spPr>
            <a:xfrm>
              <a:off x="5040786" y="3852910"/>
              <a:ext cx="87179" cy="74901"/>
            </a:xfrm>
            <a:custGeom>
              <a:rect b="b" l="l" r="r" t="t"/>
              <a:pathLst>
                <a:path extrusionOk="0" h="2861" w="3330">
                  <a:moveTo>
                    <a:pt x="1877" y="386"/>
                  </a:moveTo>
                  <a:cubicBezTo>
                    <a:pt x="2072" y="386"/>
                    <a:pt x="2277" y="444"/>
                    <a:pt x="2474" y="577"/>
                  </a:cubicBezTo>
                  <a:lnTo>
                    <a:pt x="1043" y="2004"/>
                  </a:lnTo>
                  <a:cubicBezTo>
                    <a:pt x="525" y="1242"/>
                    <a:pt x="1128" y="386"/>
                    <a:pt x="1877" y="386"/>
                  </a:cubicBezTo>
                  <a:close/>
                  <a:moveTo>
                    <a:pt x="2739" y="841"/>
                  </a:moveTo>
                  <a:lnTo>
                    <a:pt x="2739" y="841"/>
                  </a:lnTo>
                  <a:cubicBezTo>
                    <a:pt x="3270" y="1597"/>
                    <a:pt x="2673" y="2482"/>
                    <a:pt x="1920" y="2482"/>
                  </a:cubicBezTo>
                  <a:cubicBezTo>
                    <a:pt x="1720" y="2482"/>
                    <a:pt x="1510" y="2420"/>
                    <a:pt x="1307" y="2278"/>
                  </a:cubicBezTo>
                  <a:lnTo>
                    <a:pt x="2739" y="841"/>
                  </a:lnTo>
                  <a:close/>
                  <a:moveTo>
                    <a:pt x="1893" y="1"/>
                  </a:moveTo>
                  <a:cubicBezTo>
                    <a:pt x="596" y="1"/>
                    <a:pt x="0" y="1591"/>
                    <a:pt x="879" y="2436"/>
                  </a:cubicBezTo>
                  <a:cubicBezTo>
                    <a:pt x="1171" y="2729"/>
                    <a:pt x="1531" y="2861"/>
                    <a:pt x="1885" y="2861"/>
                  </a:cubicBezTo>
                  <a:cubicBezTo>
                    <a:pt x="2622" y="2861"/>
                    <a:pt x="3330" y="2292"/>
                    <a:pt x="3330" y="1432"/>
                  </a:cubicBezTo>
                  <a:cubicBezTo>
                    <a:pt x="3330" y="1048"/>
                    <a:pt x="3176" y="683"/>
                    <a:pt x="2902" y="414"/>
                  </a:cubicBezTo>
                  <a:cubicBezTo>
                    <a:pt x="2633" y="150"/>
                    <a:pt x="2273" y="1"/>
                    <a:pt x="18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86"/>
            <p:cNvSpPr/>
            <p:nvPr/>
          </p:nvSpPr>
          <p:spPr>
            <a:xfrm>
              <a:off x="4949732" y="3955928"/>
              <a:ext cx="87415" cy="74953"/>
            </a:xfrm>
            <a:custGeom>
              <a:rect b="b" l="l" r="r" t="t"/>
              <a:pathLst>
                <a:path extrusionOk="0" h="2863" w="3339">
                  <a:moveTo>
                    <a:pt x="1890" y="385"/>
                  </a:moveTo>
                  <a:cubicBezTo>
                    <a:pt x="2085" y="385"/>
                    <a:pt x="2290" y="444"/>
                    <a:pt x="2489" y="577"/>
                  </a:cubicBezTo>
                  <a:lnTo>
                    <a:pt x="2484" y="577"/>
                  </a:lnTo>
                  <a:lnTo>
                    <a:pt x="1052" y="2008"/>
                  </a:lnTo>
                  <a:cubicBezTo>
                    <a:pt x="542" y="1242"/>
                    <a:pt x="1141" y="385"/>
                    <a:pt x="1890" y="385"/>
                  </a:cubicBezTo>
                  <a:close/>
                  <a:moveTo>
                    <a:pt x="2753" y="846"/>
                  </a:moveTo>
                  <a:lnTo>
                    <a:pt x="2753" y="846"/>
                  </a:lnTo>
                  <a:cubicBezTo>
                    <a:pt x="3288" y="1605"/>
                    <a:pt x="2687" y="2481"/>
                    <a:pt x="1934" y="2481"/>
                  </a:cubicBezTo>
                  <a:cubicBezTo>
                    <a:pt x="1734" y="2481"/>
                    <a:pt x="1524" y="2419"/>
                    <a:pt x="1321" y="2277"/>
                  </a:cubicBezTo>
                  <a:lnTo>
                    <a:pt x="2753" y="846"/>
                  </a:lnTo>
                  <a:close/>
                  <a:moveTo>
                    <a:pt x="1907" y="0"/>
                  </a:moveTo>
                  <a:cubicBezTo>
                    <a:pt x="654" y="0"/>
                    <a:pt x="0" y="1528"/>
                    <a:pt x="889" y="2436"/>
                  </a:cubicBezTo>
                  <a:lnTo>
                    <a:pt x="889" y="2441"/>
                  </a:lnTo>
                  <a:cubicBezTo>
                    <a:pt x="1180" y="2732"/>
                    <a:pt x="1541" y="2863"/>
                    <a:pt x="1894" y="2863"/>
                  </a:cubicBezTo>
                  <a:cubicBezTo>
                    <a:pt x="2631" y="2863"/>
                    <a:pt x="3339" y="2296"/>
                    <a:pt x="3339" y="1437"/>
                  </a:cubicBezTo>
                  <a:cubicBezTo>
                    <a:pt x="3339" y="644"/>
                    <a:pt x="2695" y="0"/>
                    <a:pt x="19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86"/>
            <p:cNvSpPr/>
            <p:nvPr/>
          </p:nvSpPr>
          <p:spPr>
            <a:xfrm>
              <a:off x="5040786" y="3955928"/>
              <a:ext cx="87310" cy="74953"/>
            </a:xfrm>
            <a:custGeom>
              <a:rect b="b" l="l" r="r" t="t"/>
              <a:pathLst>
                <a:path extrusionOk="0" h="2863" w="3335">
                  <a:moveTo>
                    <a:pt x="1875" y="385"/>
                  </a:moveTo>
                  <a:cubicBezTo>
                    <a:pt x="2069" y="385"/>
                    <a:pt x="2275" y="443"/>
                    <a:pt x="2474" y="577"/>
                  </a:cubicBezTo>
                  <a:lnTo>
                    <a:pt x="1043" y="2008"/>
                  </a:lnTo>
                  <a:cubicBezTo>
                    <a:pt x="531" y="1253"/>
                    <a:pt x="1123" y="385"/>
                    <a:pt x="1875" y="385"/>
                  </a:cubicBezTo>
                  <a:close/>
                  <a:moveTo>
                    <a:pt x="2743" y="846"/>
                  </a:moveTo>
                  <a:cubicBezTo>
                    <a:pt x="3271" y="1598"/>
                    <a:pt x="2673" y="2482"/>
                    <a:pt x="1920" y="2482"/>
                  </a:cubicBezTo>
                  <a:cubicBezTo>
                    <a:pt x="1720" y="2482"/>
                    <a:pt x="1510" y="2420"/>
                    <a:pt x="1307" y="2277"/>
                  </a:cubicBezTo>
                  <a:lnTo>
                    <a:pt x="2743" y="846"/>
                  </a:lnTo>
                  <a:close/>
                  <a:moveTo>
                    <a:pt x="1898" y="0"/>
                  </a:moveTo>
                  <a:cubicBezTo>
                    <a:pt x="606" y="0"/>
                    <a:pt x="0" y="1585"/>
                    <a:pt x="884" y="2441"/>
                  </a:cubicBezTo>
                  <a:cubicBezTo>
                    <a:pt x="1176" y="2732"/>
                    <a:pt x="1536" y="2863"/>
                    <a:pt x="1890" y="2863"/>
                  </a:cubicBezTo>
                  <a:cubicBezTo>
                    <a:pt x="2626" y="2863"/>
                    <a:pt x="3334" y="2296"/>
                    <a:pt x="3334" y="1437"/>
                  </a:cubicBezTo>
                  <a:cubicBezTo>
                    <a:pt x="3330" y="644"/>
                    <a:pt x="2691" y="5"/>
                    <a:pt x="1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86"/>
            <p:cNvSpPr/>
            <p:nvPr/>
          </p:nvSpPr>
          <p:spPr>
            <a:xfrm>
              <a:off x="4962298" y="4058920"/>
              <a:ext cx="74980" cy="74953"/>
            </a:xfrm>
            <a:custGeom>
              <a:rect b="b" l="l" r="r" t="t"/>
              <a:pathLst>
                <a:path extrusionOk="0" h="2863" w="2864">
                  <a:moveTo>
                    <a:pt x="2273" y="846"/>
                  </a:moveTo>
                  <a:lnTo>
                    <a:pt x="2273" y="846"/>
                  </a:lnTo>
                  <a:cubicBezTo>
                    <a:pt x="2805" y="1603"/>
                    <a:pt x="2206" y="2485"/>
                    <a:pt x="1452" y="2485"/>
                  </a:cubicBezTo>
                  <a:cubicBezTo>
                    <a:pt x="1254" y="2485"/>
                    <a:pt x="1044" y="2424"/>
                    <a:pt x="841" y="2283"/>
                  </a:cubicBezTo>
                  <a:lnTo>
                    <a:pt x="2273" y="846"/>
                  </a:lnTo>
                  <a:close/>
                  <a:moveTo>
                    <a:pt x="1431" y="0"/>
                  </a:moveTo>
                  <a:cubicBezTo>
                    <a:pt x="1194" y="0"/>
                    <a:pt x="951" y="61"/>
                    <a:pt x="721" y="193"/>
                  </a:cubicBezTo>
                  <a:cubicBezTo>
                    <a:pt x="535" y="298"/>
                    <a:pt x="639" y="547"/>
                    <a:pt x="809" y="547"/>
                  </a:cubicBezTo>
                  <a:cubicBezTo>
                    <a:pt x="840" y="547"/>
                    <a:pt x="874" y="539"/>
                    <a:pt x="909" y="519"/>
                  </a:cubicBezTo>
                  <a:cubicBezTo>
                    <a:pt x="1067" y="428"/>
                    <a:pt x="1250" y="380"/>
                    <a:pt x="1432" y="380"/>
                  </a:cubicBezTo>
                  <a:cubicBezTo>
                    <a:pt x="1639" y="385"/>
                    <a:pt x="1841" y="452"/>
                    <a:pt x="2009" y="572"/>
                  </a:cubicBezTo>
                  <a:lnTo>
                    <a:pt x="577" y="2004"/>
                  </a:lnTo>
                  <a:cubicBezTo>
                    <a:pt x="404" y="1744"/>
                    <a:pt x="337" y="1485"/>
                    <a:pt x="409" y="1182"/>
                  </a:cubicBezTo>
                  <a:cubicBezTo>
                    <a:pt x="446" y="1039"/>
                    <a:pt x="333" y="948"/>
                    <a:pt x="222" y="948"/>
                  </a:cubicBezTo>
                  <a:cubicBezTo>
                    <a:pt x="143" y="948"/>
                    <a:pt x="65" y="993"/>
                    <a:pt x="39" y="1096"/>
                  </a:cubicBezTo>
                  <a:cubicBezTo>
                    <a:pt x="15" y="1206"/>
                    <a:pt x="1" y="1317"/>
                    <a:pt x="1" y="1427"/>
                  </a:cubicBezTo>
                  <a:cubicBezTo>
                    <a:pt x="1" y="1807"/>
                    <a:pt x="150" y="2172"/>
                    <a:pt x="414" y="2436"/>
                  </a:cubicBezTo>
                  <a:cubicBezTo>
                    <a:pt x="709" y="2731"/>
                    <a:pt x="1069" y="2863"/>
                    <a:pt x="1422" y="2863"/>
                  </a:cubicBezTo>
                  <a:cubicBezTo>
                    <a:pt x="2160" y="2863"/>
                    <a:pt x="2864" y="2287"/>
                    <a:pt x="2864" y="1432"/>
                  </a:cubicBezTo>
                  <a:cubicBezTo>
                    <a:pt x="2864" y="597"/>
                    <a:pt x="2178" y="0"/>
                    <a:pt x="14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86"/>
            <p:cNvSpPr/>
            <p:nvPr/>
          </p:nvSpPr>
          <p:spPr>
            <a:xfrm>
              <a:off x="5040655" y="4059051"/>
              <a:ext cx="87179" cy="74796"/>
            </a:xfrm>
            <a:custGeom>
              <a:rect b="b" l="l" r="r" t="t"/>
              <a:pathLst>
                <a:path extrusionOk="0" h="2857" w="3330">
                  <a:moveTo>
                    <a:pt x="1883" y="383"/>
                  </a:moveTo>
                  <a:cubicBezTo>
                    <a:pt x="2078" y="383"/>
                    <a:pt x="2282" y="440"/>
                    <a:pt x="2479" y="572"/>
                  </a:cubicBezTo>
                  <a:lnTo>
                    <a:pt x="1048" y="2004"/>
                  </a:lnTo>
                  <a:cubicBezTo>
                    <a:pt x="529" y="1237"/>
                    <a:pt x="1134" y="383"/>
                    <a:pt x="1883" y="383"/>
                  </a:cubicBezTo>
                  <a:close/>
                  <a:moveTo>
                    <a:pt x="2748" y="841"/>
                  </a:moveTo>
                  <a:lnTo>
                    <a:pt x="2748" y="841"/>
                  </a:lnTo>
                  <a:cubicBezTo>
                    <a:pt x="3284" y="1605"/>
                    <a:pt x="2678" y="2479"/>
                    <a:pt x="1924" y="2479"/>
                  </a:cubicBezTo>
                  <a:cubicBezTo>
                    <a:pt x="1724" y="2479"/>
                    <a:pt x="1514" y="2418"/>
                    <a:pt x="1312" y="2278"/>
                  </a:cubicBezTo>
                  <a:lnTo>
                    <a:pt x="2748" y="841"/>
                  </a:lnTo>
                  <a:close/>
                  <a:moveTo>
                    <a:pt x="1903" y="0"/>
                  </a:moveTo>
                  <a:cubicBezTo>
                    <a:pt x="630" y="0"/>
                    <a:pt x="1" y="1552"/>
                    <a:pt x="884" y="2436"/>
                  </a:cubicBezTo>
                  <a:cubicBezTo>
                    <a:pt x="1174" y="2727"/>
                    <a:pt x="1532" y="2857"/>
                    <a:pt x="1884" y="2857"/>
                  </a:cubicBezTo>
                  <a:cubicBezTo>
                    <a:pt x="2620" y="2857"/>
                    <a:pt x="3330" y="2288"/>
                    <a:pt x="3330" y="1427"/>
                  </a:cubicBezTo>
                  <a:cubicBezTo>
                    <a:pt x="3330" y="639"/>
                    <a:pt x="2691" y="0"/>
                    <a:pt x="1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86"/>
            <p:cNvSpPr/>
            <p:nvPr/>
          </p:nvSpPr>
          <p:spPr>
            <a:xfrm>
              <a:off x="4929600" y="3825735"/>
              <a:ext cx="230803" cy="340235"/>
            </a:xfrm>
            <a:custGeom>
              <a:rect b="b" l="l" r="r" t="t"/>
              <a:pathLst>
                <a:path extrusionOk="0" h="12996" w="8816">
                  <a:moveTo>
                    <a:pt x="913" y="1"/>
                  </a:moveTo>
                  <a:cubicBezTo>
                    <a:pt x="409" y="1"/>
                    <a:pt x="1" y="409"/>
                    <a:pt x="1" y="909"/>
                  </a:cubicBezTo>
                  <a:lnTo>
                    <a:pt x="1" y="12088"/>
                  </a:lnTo>
                  <a:cubicBezTo>
                    <a:pt x="1" y="12587"/>
                    <a:pt x="409" y="12996"/>
                    <a:pt x="913" y="12996"/>
                  </a:cubicBezTo>
                  <a:lnTo>
                    <a:pt x="7903" y="12996"/>
                  </a:lnTo>
                  <a:cubicBezTo>
                    <a:pt x="8408" y="12996"/>
                    <a:pt x="8816" y="12587"/>
                    <a:pt x="8816" y="12088"/>
                  </a:cubicBezTo>
                  <a:lnTo>
                    <a:pt x="8816" y="5626"/>
                  </a:lnTo>
                  <a:cubicBezTo>
                    <a:pt x="8816" y="5502"/>
                    <a:pt x="8721" y="5439"/>
                    <a:pt x="8626" y="5439"/>
                  </a:cubicBezTo>
                  <a:cubicBezTo>
                    <a:pt x="8531" y="5439"/>
                    <a:pt x="8436" y="5502"/>
                    <a:pt x="8436" y="5626"/>
                  </a:cubicBezTo>
                  <a:lnTo>
                    <a:pt x="8436" y="12088"/>
                  </a:lnTo>
                  <a:cubicBezTo>
                    <a:pt x="8436" y="12381"/>
                    <a:pt x="8196" y="12616"/>
                    <a:pt x="7903" y="12616"/>
                  </a:cubicBezTo>
                  <a:lnTo>
                    <a:pt x="918" y="12616"/>
                  </a:lnTo>
                  <a:cubicBezTo>
                    <a:pt x="625" y="12616"/>
                    <a:pt x="390" y="12381"/>
                    <a:pt x="390" y="12088"/>
                  </a:cubicBezTo>
                  <a:lnTo>
                    <a:pt x="390" y="909"/>
                  </a:lnTo>
                  <a:cubicBezTo>
                    <a:pt x="390" y="616"/>
                    <a:pt x="625" y="380"/>
                    <a:pt x="918" y="380"/>
                  </a:cubicBezTo>
                  <a:lnTo>
                    <a:pt x="7908" y="380"/>
                  </a:lnTo>
                  <a:cubicBezTo>
                    <a:pt x="8201" y="380"/>
                    <a:pt x="8441" y="616"/>
                    <a:pt x="8436" y="909"/>
                  </a:cubicBezTo>
                  <a:lnTo>
                    <a:pt x="8436" y="4622"/>
                  </a:lnTo>
                  <a:cubicBezTo>
                    <a:pt x="8436" y="4728"/>
                    <a:pt x="8523" y="4810"/>
                    <a:pt x="8629" y="4810"/>
                  </a:cubicBezTo>
                  <a:cubicBezTo>
                    <a:pt x="8730" y="4810"/>
                    <a:pt x="8816" y="4728"/>
                    <a:pt x="8816" y="4622"/>
                  </a:cubicBezTo>
                  <a:lnTo>
                    <a:pt x="8816" y="909"/>
                  </a:lnTo>
                  <a:cubicBezTo>
                    <a:pt x="8816" y="409"/>
                    <a:pt x="8408" y="1"/>
                    <a:pt x="79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2" name="Google Shape;13742;p86"/>
          <p:cNvGrpSpPr/>
          <p:nvPr/>
        </p:nvGrpSpPr>
        <p:grpSpPr>
          <a:xfrm>
            <a:off x="6264518" y="3825395"/>
            <a:ext cx="249810" cy="340968"/>
            <a:chOff x="6264518" y="3825395"/>
            <a:chExt cx="249810" cy="340968"/>
          </a:xfrm>
        </p:grpSpPr>
        <p:sp>
          <p:nvSpPr>
            <p:cNvPr id="13743" name="Google Shape;13743;p86"/>
            <p:cNvSpPr/>
            <p:nvPr/>
          </p:nvSpPr>
          <p:spPr>
            <a:xfrm>
              <a:off x="6269309" y="3867832"/>
              <a:ext cx="211325" cy="293740"/>
            </a:xfrm>
            <a:custGeom>
              <a:rect b="b" l="l" r="r" t="t"/>
              <a:pathLst>
                <a:path extrusionOk="0" h="11220" w="8072">
                  <a:moveTo>
                    <a:pt x="4620" y="0"/>
                  </a:moveTo>
                  <a:cubicBezTo>
                    <a:pt x="4343" y="0"/>
                    <a:pt x="4064" y="41"/>
                    <a:pt x="3791" y="132"/>
                  </a:cubicBezTo>
                  <a:cubicBezTo>
                    <a:pt x="3243" y="315"/>
                    <a:pt x="2777" y="680"/>
                    <a:pt x="2465" y="1160"/>
                  </a:cubicBezTo>
                  <a:cubicBezTo>
                    <a:pt x="1970" y="1905"/>
                    <a:pt x="1888" y="2851"/>
                    <a:pt x="2249" y="3668"/>
                  </a:cubicBezTo>
                  <a:cubicBezTo>
                    <a:pt x="2364" y="3946"/>
                    <a:pt x="2551" y="4191"/>
                    <a:pt x="2787" y="4379"/>
                  </a:cubicBezTo>
                  <a:cubicBezTo>
                    <a:pt x="2907" y="4475"/>
                    <a:pt x="2988" y="4609"/>
                    <a:pt x="3022" y="4758"/>
                  </a:cubicBezTo>
                  <a:cubicBezTo>
                    <a:pt x="3056" y="4888"/>
                    <a:pt x="3046" y="5027"/>
                    <a:pt x="3008" y="5157"/>
                  </a:cubicBezTo>
                  <a:cubicBezTo>
                    <a:pt x="2940" y="5340"/>
                    <a:pt x="2796" y="5484"/>
                    <a:pt x="2614" y="5541"/>
                  </a:cubicBezTo>
                  <a:cubicBezTo>
                    <a:pt x="2508" y="5575"/>
                    <a:pt x="2402" y="5613"/>
                    <a:pt x="2301" y="5661"/>
                  </a:cubicBezTo>
                  <a:cubicBezTo>
                    <a:pt x="1744" y="5916"/>
                    <a:pt x="1374" y="6464"/>
                    <a:pt x="1350" y="7079"/>
                  </a:cubicBezTo>
                  <a:cubicBezTo>
                    <a:pt x="606" y="7083"/>
                    <a:pt x="0" y="7694"/>
                    <a:pt x="0" y="8443"/>
                  </a:cubicBezTo>
                  <a:lnTo>
                    <a:pt x="0" y="11220"/>
                  </a:lnTo>
                  <a:lnTo>
                    <a:pt x="1014" y="11215"/>
                  </a:lnTo>
                  <a:lnTo>
                    <a:pt x="1019" y="11210"/>
                  </a:lnTo>
                  <a:lnTo>
                    <a:pt x="1019" y="8433"/>
                  </a:lnTo>
                  <a:cubicBezTo>
                    <a:pt x="1019" y="8246"/>
                    <a:pt x="1173" y="8087"/>
                    <a:pt x="1365" y="8087"/>
                  </a:cubicBezTo>
                  <a:lnTo>
                    <a:pt x="1639" y="8087"/>
                  </a:lnTo>
                  <a:cubicBezTo>
                    <a:pt x="1687" y="8155"/>
                    <a:pt x="1735" y="8217"/>
                    <a:pt x="1792" y="8275"/>
                  </a:cubicBezTo>
                  <a:cubicBezTo>
                    <a:pt x="1807" y="8289"/>
                    <a:pt x="1821" y="8308"/>
                    <a:pt x="1840" y="8323"/>
                  </a:cubicBezTo>
                  <a:cubicBezTo>
                    <a:pt x="2251" y="8721"/>
                    <a:pt x="2797" y="8940"/>
                    <a:pt x="3362" y="8940"/>
                  </a:cubicBezTo>
                  <a:cubicBezTo>
                    <a:pt x="3452" y="8940"/>
                    <a:pt x="3542" y="8935"/>
                    <a:pt x="3632" y="8923"/>
                  </a:cubicBezTo>
                  <a:cubicBezTo>
                    <a:pt x="5006" y="8755"/>
                    <a:pt x="6125" y="8102"/>
                    <a:pt x="6957" y="6896"/>
                  </a:cubicBezTo>
                  <a:cubicBezTo>
                    <a:pt x="7778" y="5705"/>
                    <a:pt x="8071" y="4225"/>
                    <a:pt x="7764" y="2813"/>
                  </a:cubicBezTo>
                  <a:cubicBezTo>
                    <a:pt x="7557" y="1900"/>
                    <a:pt x="7139" y="1179"/>
                    <a:pt x="6495" y="656"/>
                  </a:cubicBezTo>
                  <a:lnTo>
                    <a:pt x="6409" y="588"/>
                  </a:lnTo>
                  <a:cubicBezTo>
                    <a:pt x="6409" y="588"/>
                    <a:pt x="6010" y="300"/>
                    <a:pt x="5741" y="204"/>
                  </a:cubicBezTo>
                  <a:cubicBezTo>
                    <a:pt x="5378" y="76"/>
                    <a:pt x="4999" y="0"/>
                    <a:pt x="4620"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86"/>
            <p:cNvSpPr/>
            <p:nvPr/>
          </p:nvSpPr>
          <p:spPr>
            <a:xfrm>
              <a:off x="6332429" y="3867623"/>
              <a:ext cx="148205" cy="234154"/>
            </a:xfrm>
            <a:custGeom>
              <a:rect b="b" l="l" r="r" t="t"/>
              <a:pathLst>
                <a:path extrusionOk="0" h="8944" w="5661">
                  <a:moveTo>
                    <a:pt x="2288" y="1"/>
                  </a:moveTo>
                  <a:lnTo>
                    <a:pt x="2288" y="1"/>
                  </a:lnTo>
                  <a:cubicBezTo>
                    <a:pt x="2557" y="102"/>
                    <a:pt x="2927" y="375"/>
                    <a:pt x="2927" y="375"/>
                  </a:cubicBezTo>
                  <a:cubicBezTo>
                    <a:pt x="2960" y="399"/>
                    <a:pt x="2989" y="423"/>
                    <a:pt x="3018" y="443"/>
                  </a:cubicBezTo>
                  <a:cubicBezTo>
                    <a:pt x="3657" y="966"/>
                    <a:pt x="4075" y="1692"/>
                    <a:pt x="4281" y="2600"/>
                  </a:cubicBezTo>
                  <a:cubicBezTo>
                    <a:pt x="4589" y="4017"/>
                    <a:pt x="4301" y="5496"/>
                    <a:pt x="3479" y="6688"/>
                  </a:cubicBezTo>
                  <a:cubicBezTo>
                    <a:pt x="2648" y="7894"/>
                    <a:pt x="1529" y="8547"/>
                    <a:pt x="155" y="8710"/>
                  </a:cubicBezTo>
                  <a:cubicBezTo>
                    <a:pt x="102" y="8720"/>
                    <a:pt x="49" y="8720"/>
                    <a:pt x="1" y="8725"/>
                  </a:cubicBezTo>
                  <a:cubicBezTo>
                    <a:pt x="299" y="8868"/>
                    <a:pt x="624" y="8943"/>
                    <a:pt x="955" y="8943"/>
                  </a:cubicBezTo>
                  <a:cubicBezTo>
                    <a:pt x="1045" y="8943"/>
                    <a:pt x="1135" y="8938"/>
                    <a:pt x="1226" y="8927"/>
                  </a:cubicBezTo>
                  <a:cubicBezTo>
                    <a:pt x="2600" y="8763"/>
                    <a:pt x="3719" y="8110"/>
                    <a:pt x="4550" y="6904"/>
                  </a:cubicBezTo>
                  <a:cubicBezTo>
                    <a:pt x="5367" y="5708"/>
                    <a:pt x="5660" y="4228"/>
                    <a:pt x="5353" y="2816"/>
                  </a:cubicBezTo>
                  <a:cubicBezTo>
                    <a:pt x="5146" y="1903"/>
                    <a:pt x="4728" y="1182"/>
                    <a:pt x="4084" y="659"/>
                  </a:cubicBezTo>
                  <a:lnTo>
                    <a:pt x="3998" y="592"/>
                  </a:lnTo>
                  <a:cubicBezTo>
                    <a:pt x="3998" y="592"/>
                    <a:pt x="3599" y="303"/>
                    <a:pt x="3335" y="207"/>
                  </a:cubicBezTo>
                  <a:cubicBezTo>
                    <a:pt x="2999" y="82"/>
                    <a:pt x="2648" y="15"/>
                    <a:pt x="22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86"/>
            <p:cNvSpPr/>
            <p:nvPr/>
          </p:nvSpPr>
          <p:spPr>
            <a:xfrm>
              <a:off x="6277215" y="3830395"/>
              <a:ext cx="55868" cy="93593"/>
            </a:xfrm>
            <a:custGeom>
              <a:rect b="b" l="l" r="r" t="t"/>
              <a:pathLst>
                <a:path extrusionOk="0" h="3575" w="2134">
                  <a:moveTo>
                    <a:pt x="1" y="1"/>
                  </a:moveTo>
                  <a:lnTo>
                    <a:pt x="1" y="1490"/>
                  </a:lnTo>
                  <a:cubicBezTo>
                    <a:pt x="1" y="2475"/>
                    <a:pt x="683" y="3330"/>
                    <a:pt x="1644" y="3546"/>
                  </a:cubicBezTo>
                  <a:lnTo>
                    <a:pt x="1764" y="3575"/>
                  </a:lnTo>
                  <a:cubicBezTo>
                    <a:pt x="1827" y="3239"/>
                    <a:pt x="1951" y="2917"/>
                    <a:pt x="2134" y="2629"/>
                  </a:cubicBezTo>
                  <a:cubicBezTo>
                    <a:pt x="2096" y="2609"/>
                    <a:pt x="2057" y="2595"/>
                    <a:pt x="2019" y="2585"/>
                  </a:cubicBezTo>
                  <a:lnTo>
                    <a:pt x="1870" y="2552"/>
                  </a:lnTo>
                  <a:cubicBezTo>
                    <a:pt x="1370" y="2446"/>
                    <a:pt x="1019" y="1999"/>
                    <a:pt x="1019" y="1490"/>
                  </a:cubicBezTo>
                  <a:lnTo>
                    <a:pt x="1019"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86"/>
            <p:cNvSpPr/>
            <p:nvPr/>
          </p:nvSpPr>
          <p:spPr>
            <a:xfrm>
              <a:off x="6306144" y="3890400"/>
              <a:ext cx="26939" cy="33484"/>
            </a:xfrm>
            <a:custGeom>
              <a:rect b="b" l="l" r="r" t="t"/>
              <a:pathLst>
                <a:path extrusionOk="0" h="1279" w="1029">
                  <a:moveTo>
                    <a:pt x="265" y="0"/>
                  </a:moveTo>
                  <a:cubicBezTo>
                    <a:pt x="107" y="327"/>
                    <a:pt x="20" y="687"/>
                    <a:pt x="1" y="1052"/>
                  </a:cubicBezTo>
                  <a:cubicBezTo>
                    <a:pt x="174" y="1144"/>
                    <a:pt x="352" y="1211"/>
                    <a:pt x="539" y="1254"/>
                  </a:cubicBezTo>
                  <a:lnTo>
                    <a:pt x="659" y="1278"/>
                  </a:lnTo>
                  <a:cubicBezTo>
                    <a:pt x="722" y="942"/>
                    <a:pt x="846" y="625"/>
                    <a:pt x="1029" y="337"/>
                  </a:cubicBezTo>
                  <a:cubicBezTo>
                    <a:pt x="991" y="312"/>
                    <a:pt x="952" y="298"/>
                    <a:pt x="914" y="288"/>
                  </a:cubicBezTo>
                  <a:lnTo>
                    <a:pt x="765" y="260"/>
                  </a:lnTo>
                  <a:cubicBezTo>
                    <a:pt x="577" y="221"/>
                    <a:pt x="404" y="13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86"/>
            <p:cNvSpPr/>
            <p:nvPr/>
          </p:nvSpPr>
          <p:spPr>
            <a:xfrm>
              <a:off x="6264518" y="3825395"/>
              <a:ext cx="249810" cy="340968"/>
            </a:xfrm>
            <a:custGeom>
              <a:rect b="b" l="l" r="r" t="t"/>
              <a:pathLst>
                <a:path extrusionOk="0" h="13024" w="9542">
                  <a:moveTo>
                    <a:pt x="1512" y="1"/>
                  </a:moveTo>
                  <a:cubicBezTo>
                    <a:pt x="1417" y="1"/>
                    <a:pt x="1322" y="64"/>
                    <a:pt x="1322" y="192"/>
                  </a:cubicBezTo>
                  <a:lnTo>
                    <a:pt x="1322" y="1676"/>
                  </a:lnTo>
                  <a:cubicBezTo>
                    <a:pt x="1322" y="2277"/>
                    <a:pt x="1735" y="2800"/>
                    <a:pt x="2321" y="2930"/>
                  </a:cubicBezTo>
                  <a:lnTo>
                    <a:pt x="2345" y="2935"/>
                  </a:lnTo>
                  <a:cubicBezTo>
                    <a:pt x="2307" y="3002"/>
                    <a:pt x="2292" y="3079"/>
                    <a:pt x="2259" y="3151"/>
                  </a:cubicBezTo>
                  <a:cubicBezTo>
                    <a:pt x="2225" y="3242"/>
                    <a:pt x="2187" y="3324"/>
                    <a:pt x="2158" y="3415"/>
                  </a:cubicBezTo>
                  <a:cubicBezTo>
                    <a:pt x="2148" y="3454"/>
                    <a:pt x="2124" y="3492"/>
                    <a:pt x="2115" y="3535"/>
                  </a:cubicBezTo>
                  <a:cubicBezTo>
                    <a:pt x="1269" y="3314"/>
                    <a:pt x="683" y="2550"/>
                    <a:pt x="683" y="1681"/>
                  </a:cubicBezTo>
                  <a:lnTo>
                    <a:pt x="683" y="192"/>
                  </a:lnTo>
                  <a:cubicBezTo>
                    <a:pt x="683" y="67"/>
                    <a:pt x="588" y="4"/>
                    <a:pt x="493" y="4"/>
                  </a:cubicBezTo>
                  <a:cubicBezTo>
                    <a:pt x="398" y="4"/>
                    <a:pt x="303" y="67"/>
                    <a:pt x="303" y="192"/>
                  </a:cubicBezTo>
                  <a:lnTo>
                    <a:pt x="303" y="1681"/>
                  </a:lnTo>
                  <a:cubicBezTo>
                    <a:pt x="303" y="2743"/>
                    <a:pt x="1024" y="3660"/>
                    <a:pt x="2052" y="3910"/>
                  </a:cubicBezTo>
                  <a:cubicBezTo>
                    <a:pt x="1937" y="4909"/>
                    <a:pt x="2336" y="5740"/>
                    <a:pt x="2864" y="6144"/>
                  </a:cubicBezTo>
                  <a:cubicBezTo>
                    <a:pt x="3128" y="6350"/>
                    <a:pt x="3114" y="6860"/>
                    <a:pt x="2744" y="6975"/>
                  </a:cubicBezTo>
                  <a:cubicBezTo>
                    <a:pt x="2633" y="7009"/>
                    <a:pt x="2523" y="7047"/>
                    <a:pt x="2417" y="7095"/>
                  </a:cubicBezTo>
                  <a:cubicBezTo>
                    <a:pt x="1846" y="7350"/>
                    <a:pt x="1447" y="7888"/>
                    <a:pt x="1370" y="8507"/>
                  </a:cubicBezTo>
                  <a:cubicBezTo>
                    <a:pt x="592" y="8604"/>
                    <a:pt x="6" y="9266"/>
                    <a:pt x="1" y="10054"/>
                  </a:cubicBezTo>
                  <a:lnTo>
                    <a:pt x="1" y="12831"/>
                  </a:lnTo>
                  <a:cubicBezTo>
                    <a:pt x="1" y="12956"/>
                    <a:pt x="96" y="13018"/>
                    <a:pt x="191" y="13018"/>
                  </a:cubicBezTo>
                  <a:cubicBezTo>
                    <a:pt x="285" y="13018"/>
                    <a:pt x="380" y="12956"/>
                    <a:pt x="380" y="12831"/>
                  </a:cubicBezTo>
                  <a:lnTo>
                    <a:pt x="380" y="10054"/>
                  </a:lnTo>
                  <a:cubicBezTo>
                    <a:pt x="380" y="9411"/>
                    <a:pt x="899" y="8887"/>
                    <a:pt x="1543" y="8877"/>
                  </a:cubicBezTo>
                  <a:cubicBezTo>
                    <a:pt x="1644" y="8877"/>
                    <a:pt x="1725" y="8801"/>
                    <a:pt x="1730" y="8700"/>
                  </a:cubicBezTo>
                  <a:cubicBezTo>
                    <a:pt x="1749" y="8157"/>
                    <a:pt x="2071" y="7667"/>
                    <a:pt x="2566" y="7441"/>
                  </a:cubicBezTo>
                  <a:cubicBezTo>
                    <a:pt x="2662" y="7403"/>
                    <a:pt x="2758" y="7364"/>
                    <a:pt x="2854" y="7335"/>
                  </a:cubicBezTo>
                  <a:cubicBezTo>
                    <a:pt x="3095" y="7258"/>
                    <a:pt x="3287" y="7071"/>
                    <a:pt x="3373" y="6836"/>
                  </a:cubicBezTo>
                  <a:cubicBezTo>
                    <a:pt x="3412" y="6716"/>
                    <a:pt x="3426" y="6595"/>
                    <a:pt x="3412" y="6471"/>
                  </a:cubicBezTo>
                  <a:cubicBezTo>
                    <a:pt x="3550" y="6391"/>
                    <a:pt x="3851" y="6247"/>
                    <a:pt x="4226" y="6247"/>
                  </a:cubicBezTo>
                  <a:cubicBezTo>
                    <a:pt x="4487" y="6247"/>
                    <a:pt x="4784" y="6317"/>
                    <a:pt x="5088" y="6528"/>
                  </a:cubicBezTo>
                  <a:cubicBezTo>
                    <a:pt x="5376" y="6726"/>
                    <a:pt x="5725" y="6804"/>
                    <a:pt x="6092" y="6804"/>
                  </a:cubicBezTo>
                  <a:cubicBezTo>
                    <a:pt x="6671" y="6804"/>
                    <a:pt x="7297" y="6610"/>
                    <a:pt x="7803" y="6384"/>
                  </a:cubicBezTo>
                  <a:lnTo>
                    <a:pt x="7803" y="6384"/>
                  </a:lnTo>
                  <a:cubicBezTo>
                    <a:pt x="7682" y="7109"/>
                    <a:pt x="7404" y="7801"/>
                    <a:pt x="6991" y="8407"/>
                  </a:cubicBezTo>
                  <a:cubicBezTo>
                    <a:pt x="6203" y="9555"/>
                    <a:pt x="5160" y="10189"/>
                    <a:pt x="3801" y="10352"/>
                  </a:cubicBezTo>
                  <a:cubicBezTo>
                    <a:pt x="3719" y="10362"/>
                    <a:pt x="3638" y="10367"/>
                    <a:pt x="3558" y="10367"/>
                  </a:cubicBezTo>
                  <a:cubicBezTo>
                    <a:pt x="2891" y="10367"/>
                    <a:pt x="2298" y="10040"/>
                    <a:pt x="1985" y="9598"/>
                  </a:cubicBezTo>
                  <a:cubicBezTo>
                    <a:pt x="1949" y="9544"/>
                    <a:pt x="1889" y="9516"/>
                    <a:pt x="1826" y="9516"/>
                  </a:cubicBezTo>
                  <a:cubicBezTo>
                    <a:pt x="1822" y="9516"/>
                    <a:pt x="1817" y="9516"/>
                    <a:pt x="1812" y="9516"/>
                  </a:cubicBezTo>
                  <a:lnTo>
                    <a:pt x="1552" y="9516"/>
                  </a:lnTo>
                  <a:cubicBezTo>
                    <a:pt x="1250" y="9516"/>
                    <a:pt x="1010" y="9761"/>
                    <a:pt x="1010" y="10059"/>
                  </a:cubicBezTo>
                  <a:lnTo>
                    <a:pt x="1010" y="12836"/>
                  </a:lnTo>
                  <a:cubicBezTo>
                    <a:pt x="1010" y="12961"/>
                    <a:pt x="1105" y="13023"/>
                    <a:pt x="1199" y="13023"/>
                  </a:cubicBezTo>
                  <a:cubicBezTo>
                    <a:pt x="1294" y="13023"/>
                    <a:pt x="1389" y="12961"/>
                    <a:pt x="1389" y="12836"/>
                  </a:cubicBezTo>
                  <a:lnTo>
                    <a:pt x="1389" y="10059"/>
                  </a:lnTo>
                  <a:cubicBezTo>
                    <a:pt x="1389" y="9973"/>
                    <a:pt x="1461" y="9901"/>
                    <a:pt x="1548" y="9901"/>
                  </a:cubicBezTo>
                  <a:lnTo>
                    <a:pt x="1725" y="9901"/>
                  </a:lnTo>
                  <a:cubicBezTo>
                    <a:pt x="2127" y="10405"/>
                    <a:pt x="2798" y="10753"/>
                    <a:pt x="3554" y="10753"/>
                  </a:cubicBezTo>
                  <a:cubicBezTo>
                    <a:pt x="3648" y="10753"/>
                    <a:pt x="3743" y="10748"/>
                    <a:pt x="3839" y="10737"/>
                  </a:cubicBezTo>
                  <a:cubicBezTo>
                    <a:pt x="8331" y="10194"/>
                    <a:pt x="9542" y="4366"/>
                    <a:pt x="6803" y="2123"/>
                  </a:cubicBezTo>
                  <a:cubicBezTo>
                    <a:pt x="6760" y="2083"/>
                    <a:pt x="6715" y="2067"/>
                    <a:pt x="6672" y="2067"/>
                  </a:cubicBezTo>
                  <a:cubicBezTo>
                    <a:pt x="6513" y="2067"/>
                    <a:pt x="6389" y="2295"/>
                    <a:pt x="6563" y="2416"/>
                  </a:cubicBezTo>
                  <a:cubicBezTo>
                    <a:pt x="7577" y="3252"/>
                    <a:pt x="7961" y="4640"/>
                    <a:pt x="7860" y="5937"/>
                  </a:cubicBezTo>
                  <a:cubicBezTo>
                    <a:pt x="7600" y="6067"/>
                    <a:pt x="6814" y="6426"/>
                    <a:pt x="6099" y="6426"/>
                  </a:cubicBezTo>
                  <a:cubicBezTo>
                    <a:pt x="5809" y="6426"/>
                    <a:pt x="5531" y="6367"/>
                    <a:pt x="5304" y="6211"/>
                  </a:cubicBezTo>
                  <a:cubicBezTo>
                    <a:pt x="4967" y="5978"/>
                    <a:pt x="4597" y="5867"/>
                    <a:pt x="4224" y="5867"/>
                  </a:cubicBezTo>
                  <a:cubicBezTo>
                    <a:pt x="3912" y="5867"/>
                    <a:pt x="3599" y="5945"/>
                    <a:pt x="3301" y="6096"/>
                  </a:cubicBezTo>
                  <a:cubicBezTo>
                    <a:pt x="3248" y="5995"/>
                    <a:pt x="3176" y="5908"/>
                    <a:pt x="3095" y="5841"/>
                  </a:cubicBezTo>
                  <a:cubicBezTo>
                    <a:pt x="2576" y="5442"/>
                    <a:pt x="2220" y="4520"/>
                    <a:pt x="2518" y="3535"/>
                  </a:cubicBezTo>
                  <a:cubicBezTo>
                    <a:pt x="2851" y="2412"/>
                    <a:pt x="3816" y="1792"/>
                    <a:pt x="4847" y="1792"/>
                  </a:cubicBezTo>
                  <a:cubicBezTo>
                    <a:pt x="5183" y="1792"/>
                    <a:pt x="5526" y="1857"/>
                    <a:pt x="5857" y="1993"/>
                  </a:cubicBezTo>
                  <a:cubicBezTo>
                    <a:pt x="5885" y="2005"/>
                    <a:pt x="5912" y="2010"/>
                    <a:pt x="5937" y="2010"/>
                  </a:cubicBezTo>
                  <a:cubicBezTo>
                    <a:pt x="6122" y="2010"/>
                    <a:pt x="6213" y="1727"/>
                    <a:pt x="6006" y="1643"/>
                  </a:cubicBezTo>
                  <a:cubicBezTo>
                    <a:pt x="5634" y="1489"/>
                    <a:pt x="5239" y="1411"/>
                    <a:pt x="4847" y="1411"/>
                  </a:cubicBezTo>
                  <a:cubicBezTo>
                    <a:pt x="3979" y="1411"/>
                    <a:pt x="3124" y="1794"/>
                    <a:pt x="2561" y="2589"/>
                  </a:cubicBezTo>
                  <a:cubicBezTo>
                    <a:pt x="2561" y="2589"/>
                    <a:pt x="2446" y="2565"/>
                    <a:pt x="2403" y="2555"/>
                  </a:cubicBezTo>
                  <a:cubicBezTo>
                    <a:pt x="1994" y="2464"/>
                    <a:pt x="1701" y="2099"/>
                    <a:pt x="1701" y="1676"/>
                  </a:cubicBezTo>
                  <a:lnTo>
                    <a:pt x="1701" y="192"/>
                  </a:lnTo>
                  <a:cubicBezTo>
                    <a:pt x="1701" y="64"/>
                    <a:pt x="1607" y="1"/>
                    <a:pt x="15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86"/>
            <p:cNvSpPr/>
            <p:nvPr/>
          </p:nvSpPr>
          <p:spPr>
            <a:xfrm>
              <a:off x="6360729" y="4014283"/>
              <a:ext cx="14739" cy="12593"/>
            </a:xfrm>
            <a:custGeom>
              <a:rect b="b" l="l" r="r" t="t"/>
              <a:pathLst>
                <a:path extrusionOk="0" h="481" w="563">
                  <a:moveTo>
                    <a:pt x="323" y="0"/>
                  </a:moveTo>
                  <a:cubicBezTo>
                    <a:pt x="107" y="0"/>
                    <a:pt x="1" y="260"/>
                    <a:pt x="150" y="409"/>
                  </a:cubicBezTo>
                  <a:cubicBezTo>
                    <a:pt x="199" y="458"/>
                    <a:pt x="260" y="480"/>
                    <a:pt x="320" y="480"/>
                  </a:cubicBezTo>
                  <a:cubicBezTo>
                    <a:pt x="444" y="480"/>
                    <a:pt x="563" y="383"/>
                    <a:pt x="563" y="240"/>
                  </a:cubicBezTo>
                  <a:cubicBezTo>
                    <a:pt x="563" y="106"/>
                    <a:pt x="452" y="0"/>
                    <a:pt x="323"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86"/>
            <p:cNvSpPr/>
            <p:nvPr/>
          </p:nvSpPr>
          <p:spPr>
            <a:xfrm>
              <a:off x="6412304" y="4027216"/>
              <a:ext cx="14608" cy="12645"/>
            </a:xfrm>
            <a:custGeom>
              <a:rect b="b" l="l" r="r" t="t"/>
              <a:pathLst>
                <a:path extrusionOk="0" h="483" w="558">
                  <a:moveTo>
                    <a:pt x="318" y="1"/>
                  </a:moveTo>
                  <a:cubicBezTo>
                    <a:pt x="106" y="1"/>
                    <a:pt x="1" y="260"/>
                    <a:pt x="149" y="409"/>
                  </a:cubicBezTo>
                  <a:cubicBezTo>
                    <a:pt x="200" y="460"/>
                    <a:pt x="261" y="482"/>
                    <a:pt x="320" y="482"/>
                  </a:cubicBezTo>
                  <a:cubicBezTo>
                    <a:pt x="442" y="482"/>
                    <a:pt x="558" y="387"/>
                    <a:pt x="558" y="241"/>
                  </a:cubicBezTo>
                  <a:cubicBezTo>
                    <a:pt x="558" y="111"/>
                    <a:pt x="452" y="1"/>
                    <a:pt x="31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86"/>
            <p:cNvSpPr/>
            <p:nvPr/>
          </p:nvSpPr>
          <p:spPr>
            <a:xfrm>
              <a:off x="6355965" y="4058920"/>
              <a:ext cx="14739" cy="12540"/>
            </a:xfrm>
            <a:custGeom>
              <a:rect b="b" l="l" r="r" t="t"/>
              <a:pathLst>
                <a:path extrusionOk="0" h="479" w="563">
                  <a:moveTo>
                    <a:pt x="322" y="1"/>
                  </a:moveTo>
                  <a:cubicBezTo>
                    <a:pt x="106" y="1"/>
                    <a:pt x="0" y="255"/>
                    <a:pt x="154" y="409"/>
                  </a:cubicBezTo>
                  <a:cubicBezTo>
                    <a:pt x="202" y="457"/>
                    <a:pt x="262" y="479"/>
                    <a:pt x="320" y="479"/>
                  </a:cubicBezTo>
                  <a:cubicBezTo>
                    <a:pt x="443" y="479"/>
                    <a:pt x="562" y="384"/>
                    <a:pt x="562" y="241"/>
                  </a:cubicBezTo>
                  <a:cubicBezTo>
                    <a:pt x="562" y="106"/>
                    <a:pt x="452" y="1"/>
                    <a:pt x="32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1" name="Google Shape;13751;p86"/>
          <p:cNvGrpSpPr/>
          <p:nvPr/>
        </p:nvGrpSpPr>
        <p:grpSpPr>
          <a:xfrm>
            <a:off x="5376073" y="3825368"/>
            <a:ext cx="223158" cy="340994"/>
            <a:chOff x="5376073" y="3825368"/>
            <a:chExt cx="223158" cy="340994"/>
          </a:xfrm>
        </p:grpSpPr>
        <p:sp>
          <p:nvSpPr>
            <p:cNvPr id="13752" name="Google Shape;13752;p86"/>
            <p:cNvSpPr/>
            <p:nvPr/>
          </p:nvSpPr>
          <p:spPr>
            <a:xfrm>
              <a:off x="5380995" y="3830395"/>
              <a:ext cx="213079" cy="242008"/>
            </a:xfrm>
            <a:custGeom>
              <a:rect b="b" l="l" r="r" t="t"/>
              <a:pathLst>
                <a:path extrusionOk="0" h="9244" w="8139">
                  <a:moveTo>
                    <a:pt x="1941" y="1"/>
                  </a:moveTo>
                  <a:cubicBezTo>
                    <a:pt x="870" y="1"/>
                    <a:pt x="0" y="870"/>
                    <a:pt x="5" y="1942"/>
                  </a:cubicBezTo>
                  <a:lnTo>
                    <a:pt x="5" y="8192"/>
                  </a:lnTo>
                  <a:cubicBezTo>
                    <a:pt x="0" y="8773"/>
                    <a:pt x="471" y="9244"/>
                    <a:pt x="1052" y="9244"/>
                  </a:cubicBezTo>
                  <a:lnTo>
                    <a:pt x="3200" y="9244"/>
                  </a:lnTo>
                  <a:lnTo>
                    <a:pt x="3200" y="8009"/>
                  </a:lnTo>
                  <a:lnTo>
                    <a:pt x="4944" y="8009"/>
                  </a:lnTo>
                  <a:lnTo>
                    <a:pt x="4944" y="9244"/>
                  </a:lnTo>
                  <a:lnTo>
                    <a:pt x="7091" y="9244"/>
                  </a:lnTo>
                  <a:cubicBezTo>
                    <a:pt x="7672" y="9244"/>
                    <a:pt x="8138" y="8773"/>
                    <a:pt x="8138" y="8192"/>
                  </a:cubicBezTo>
                  <a:lnTo>
                    <a:pt x="8138" y="1942"/>
                  </a:lnTo>
                  <a:cubicBezTo>
                    <a:pt x="8138" y="870"/>
                    <a:pt x="7269" y="1"/>
                    <a:pt x="6198"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86"/>
            <p:cNvSpPr/>
            <p:nvPr/>
          </p:nvSpPr>
          <p:spPr>
            <a:xfrm>
              <a:off x="5515822" y="3830395"/>
              <a:ext cx="78252" cy="242008"/>
            </a:xfrm>
            <a:custGeom>
              <a:rect b="b" l="l" r="r" t="t"/>
              <a:pathLst>
                <a:path extrusionOk="0" h="9244" w="2989">
                  <a:moveTo>
                    <a:pt x="0" y="1"/>
                  </a:moveTo>
                  <a:cubicBezTo>
                    <a:pt x="1072" y="1"/>
                    <a:pt x="1941" y="870"/>
                    <a:pt x="1941" y="1942"/>
                  </a:cubicBezTo>
                  <a:lnTo>
                    <a:pt x="1941" y="8192"/>
                  </a:lnTo>
                  <a:cubicBezTo>
                    <a:pt x="1941" y="8773"/>
                    <a:pt x="1470" y="9244"/>
                    <a:pt x="894" y="9244"/>
                  </a:cubicBezTo>
                  <a:lnTo>
                    <a:pt x="1941" y="9244"/>
                  </a:lnTo>
                  <a:cubicBezTo>
                    <a:pt x="2522" y="9244"/>
                    <a:pt x="2988" y="8773"/>
                    <a:pt x="2988" y="8192"/>
                  </a:cubicBezTo>
                  <a:lnTo>
                    <a:pt x="2988" y="1942"/>
                  </a:lnTo>
                  <a:cubicBezTo>
                    <a:pt x="2988" y="870"/>
                    <a:pt x="2124" y="1"/>
                    <a:pt x="10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86"/>
            <p:cNvSpPr/>
            <p:nvPr/>
          </p:nvSpPr>
          <p:spPr>
            <a:xfrm>
              <a:off x="5428669" y="3853407"/>
              <a:ext cx="117862" cy="100400"/>
            </a:xfrm>
            <a:custGeom>
              <a:rect b="b" l="l" r="r" t="t"/>
              <a:pathLst>
                <a:path extrusionOk="0" h="3835" w="4502">
                  <a:moveTo>
                    <a:pt x="2248" y="1"/>
                  </a:moveTo>
                  <a:cubicBezTo>
                    <a:pt x="1004" y="1"/>
                    <a:pt x="0" y="1010"/>
                    <a:pt x="0" y="2249"/>
                  </a:cubicBezTo>
                  <a:lnTo>
                    <a:pt x="0" y="3234"/>
                  </a:lnTo>
                  <a:cubicBezTo>
                    <a:pt x="0" y="3565"/>
                    <a:pt x="269" y="3834"/>
                    <a:pt x="601" y="3834"/>
                  </a:cubicBezTo>
                  <a:lnTo>
                    <a:pt x="3901" y="3834"/>
                  </a:lnTo>
                  <a:cubicBezTo>
                    <a:pt x="4232" y="3834"/>
                    <a:pt x="4501" y="3565"/>
                    <a:pt x="4497" y="3234"/>
                  </a:cubicBezTo>
                  <a:lnTo>
                    <a:pt x="4497" y="2249"/>
                  </a:lnTo>
                  <a:cubicBezTo>
                    <a:pt x="4497" y="1010"/>
                    <a:pt x="3493" y="1"/>
                    <a:pt x="224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86"/>
            <p:cNvSpPr/>
            <p:nvPr/>
          </p:nvSpPr>
          <p:spPr>
            <a:xfrm>
              <a:off x="5428669" y="3863356"/>
              <a:ext cx="117993" cy="90583"/>
            </a:xfrm>
            <a:custGeom>
              <a:rect b="b" l="l" r="r" t="t"/>
              <a:pathLst>
                <a:path extrusionOk="0" h="3460" w="4507">
                  <a:moveTo>
                    <a:pt x="3507" y="0"/>
                  </a:moveTo>
                  <a:lnTo>
                    <a:pt x="3507" y="0"/>
                  </a:lnTo>
                  <a:cubicBezTo>
                    <a:pt x="3757" y="375"/>
                    <a:pt x="3891" y="812"/>
                    <a:pt x="3891" y="1264"/>
                  </a:cubicBezTo>
                  <a:lnTo>
                    <a:pt x="3891" y="2249"/>
                  </a:lnTo>
                  <a:cubicBezTo>
                    <a:pt x="3891" y="2580"/>
                    <a:pt x="3622" y="2849"/>
                    <a:pt x="3291" y="2849"/>
                  </a:cubicBezTo>
                  <a:lnTo>
                    <a:pt x="0" y="2849"/>
                  </a:lnTo>
                  <a:lnTo>
                    <a:pt x="0" y="2859"/>
                  </a:lnTo>
                  <a:cubicBezTo>
                    <a:pt x="0" y="3190"/>
                    <a:pt x="269" y="3459"/>
                    <a:pt x="601" y="3459"/>
                  </a:cubicBezTo>
                  <a:lnTo>
                    <a:pt x="3906" y="3459"/>
                  </a:lnTo>
                  <a:cubicBezTo>
                    <a:pt x="4237" y="3459"/>
                    <a:pt x="4506" y="3190"/>
                    <a:pt x="4506" y="2859"/>
                  </a:cubicBezTo>
                  <a:lnTo>
                    <a:pt x="4506" y="1874"/>
                  </a:lnTo>
                  <a:cubicBezTo>
                    <a:pt x="4506" y="1120"/>
                    <a:pt x="4132" y="418"/>
                    <a:pt x="350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86"/>
            <p:cNvSpPr/>
            <p:nvPr/>
          </p:nvSpPr>
          <p:spPr>
            <a:xfrm>
              <a:off x="5464745" y="4040071"/>
              <a:ext cx="45684" cy="121266"/>
            </a:xfrm>
            <a:custGeom>
              <a:rect b="b" l="l" r="r" t="t"/>
              <a:pathLst>
                <a:path extrusionOk="0" h="4632" w="1745">
                  <a:moveTo>
                    <a:pt x="1" y="0"/>
                  </a:moveTo>
                  <a:lnTo>
                    <a:pt x="1" y="4631"/>
                  </a:lnTo>
                  <a:lnTo>
                    <a:pt x="1745" y="4631"/>
                  </a:lnTo>
                  <a:lnTo>
                    <a:pt x="174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86"/>
            <p:cNvSpPr/>
            <p:nvPr/>
          </p:nvSpPr>
          <p:spPr>
            <a:xfrm>
              <a:off x="5495192" y="4040071"/>
              <a:ext cx="15237" cy="121266"/>
            </a:xfrm>
            <a:custGeom>
              <a:rect b="b" l="l" r="r" t="t"/>
              <a:pathLst>
                <a:path extrusionOk="0" h="4632" w="582">
                  <a:moveTo>
                    <a:pt x="0" y="0"/>
                  </a:moveTo>
                  <a:lnTo>
                    <a:pt x="0" y="4631"/>
                  </a:lnTo>
                  <a:lnTo>
                    <a:pt x="582" y="4631"/>
                  </a:lnTo>
                  <a:lnTo>
                    <a:pt x="58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86"/>
            <p:cNvSpPr/>
            <p:nvPr/>
          </p:nvSpPr>
          <p:spPr>
            <a:xfrm>
              <a:off x="5401992" y="3988234"/>
              <a:ext cx="33118" cy="25552"/>
            </a:xfrm>
            <a:custGeom>
              <a:rect b="b" l="l" r="r" t="t"/>
              <a:pathLst>
                <a:path extrusionOk="0" h="976" w="1265">
                  <a:moveTo>
                    <a:pt x="346" y="1"/>
                  </a:moveTo>
                  <a:cubicBezTo>
                    <a:pt x="154" y="1"/>
                    <a:pt x="1" y="150"/>
                    <a:pt x="5" y="342"/>
                  </a:cubicBezTo>
                  <a:lnTo>
                    <a:pt x="5" y="635"/>
                  </a:lnTo>
                  <a:cubicBezTo>
                    <a:pt x="1" y="822"/>
                    <a:pt x="154" y="976"/>
                    <a:pt x="346" y="976"/>
                  </a:cubicBezTo>
                  <a:lnTo>
                    <a:pt x="923" y="976"/>
                  </a:lnTo>
                  <a:cubicBezTo>
                    <a:pt x="1110" y="971"/>
                    <a:pt x="1259" y="822"/>
                    <a:pt x="1264" y="635"/>
                  </a:cubicBezTo>
                  <a:lnTo>
                    <a:pt x="1264" y="342"/>
                  </a:lnTo>
                  <a:cubicBezTo>
                    <a:pt x="1264" y="150"/>
                    <a:pt x="1110" y="1"/>
                    <a:pt x="923"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86"/>
            <p:cNvSpPr/>
            <p:nvPr/>
          </p:nvSpPr>
          <p:spPr>
            <a:xfrm>
              <a:off x="5402122" y="3995408"/>
              <a:ext cx="32987" cy="18378"/>
            </a:xfrm>
            <a:custGeom>
              <a:rect b="b" l="l" r="r" t="t"/>
              <a:pathLst>
                <a:path extrusionOk="0" h="702" w="1260">
                  <a:moveTo>
                    <a:pt x="1249" y="1"/>
                  </a:moveTo>
                  <a:cubicBezTo>
                    <a:pt x="1221" y="164"/>
                    <a:pt x="1081" y="284"/>
                    <a:pt x="918" y="284"/>
                  </a:cubicBezTo>
                  <a:lnTo>
                    <a:pt x="341" y="284"/>
                  </a:lnTo>
                  <a:cubicBezTo>
                    <a:pt x="173" y="284"/>
                    <a:pt x="34" y="169"/>
                    <a:pt x="5" y="5"/>
                  </a:cubicBezTo>
                  <a:cubicBezTo>
                    <a:pt x="0" y="25"/>
                    <a:pt x="0" y="49"/>
                    <a:pt x="0" y="68"/>
                  </a:cubicBezTo>
                  <a:lnTo>
                    <a:pt x="0" y="366"/>
                  </a:lnTo>
                  <a:cubicBezTo>
                    <a:pt x="0" y="553"/>
                    <a:pt x="149" y="702"/>
                    <a:pt x="341" y="702"/>
                  </a:cubicBezTo>
                  <a:lnTo>
                    <a:pt x="918" y="702"/>
                  </a:lnTo>
                  <a:cubicBezTo>
                    <a:pt x="1105" y="702"/>
                    <a:pt x="1259" y="548"/>
                    <a:pt x="1259" y="361"/>
                  </a:cubicBezTo>
                  <a:lnTo>
                    <a:pt x="1259" y="68"/>
                  </a:lnTo>
                  <a:cubicBezTo>
                    <a:pt x="1254" y="44"/>
                    <a:pt x="1254" y="25"/>
                    <a:pt x="1249"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86"/>
            <p:cNvSpPr/>
            <p:nvPr/>
          </p:nvSpPr>
          <p:spPr>
            <a:xfrm>
              <a:off x="5464876" y="3988234"/>
              <a:ext cx="45553" cy="25552"/>
            </a:xfrm>
            <a:custGeom>
              <a:rect b="b" l="l" r="r" t="t"/>
              <a:pathLst>
                <a:path extrusionOk="0" h="976" w="1740">
                  <a:moveTo>
                    <a:pt x="342" y="1"/>
                  </a:moveTo>
                  <a:cubicBezTo>
                    <a:pt x="154" y="1"/>
                    <a:pt x="1" y="150"/>
                    <a:pt x="1" y="342"/>
                  </a:cubicBezTo>
                  <a:lnTo>
                    <a:pt x="1" y="635"/>
                  </a:lnTo>
                  <a:cubicBezTo>
                    <a:pt x="1" y="822"/>
                    <a:pt x="154" y="976"/>
                    <a:pt x="342" y="976"/>
                  </a:cubicBezTo>
                  <a:lnTo>
                    <a:pt x="1399" y="976"/>
                  </a:lnTo>
                  <a:cubicBezTo>
                    <a:pt x="1586" y="976"/>
                    <a:pt x="1740" y="822"/>
                    <a:pt x="1740" y="635"/>
                  </a:cubicBezTo>
                  <a:lnTo>
                    <a:pt x="1740" y="342"/>
                  </a:lnTo>
                  <a:cubicBezTo>
                    <a:pt x="1740" y="150"/>
                    <a:pt x="1586" y="1"/>
                    <a:pt x="139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86"/>
            <p:cNvSpPr/>
            <p:nvPr/>
          </p:nvSpPr>
          <p:spPr>
            <a:xfrm>
              <a:off x="5464876" y="3995538"/>
              <a:ext cx="45553" cy="18378"/>
            </a:xfrm>
            <a:custGeom>
              <a:rect b="b" l="l" r="r" t="t"/>
              <a:pathLst>
                <a:path extrusionOk="0" h="702" w="1740">
                  <a:moveTo>
                    <a:pt x="5" y="0"/>
                  </a:moveTo>
                  <a:cubicBezTo>
                    <a:pt x="1" y="20"/>
                    <a:pt x="1" y="44"/>
                    <a:pt x="1" y="63"/>
                  </a:cubicBezTo>
                  <a:lnTo>
                    <a:pt x="1" y="361"/>
                  </a:lnTo>
                  <a:cubicBezTo>
                    <a:pt x="1" y="548"/>
                    <a:pt x="154" y="702"/>
                    <a:pt x="342" y="702"/>
                  </a:cubicBezTo>
                  <a:lnTo>
                    <a:pt x="1399" y="702"/>
                  </a:lnTo>
                  <a:cubicBezTo>
                    <a:pt x="1586" y="702"/>
                    <a:pt x="1740" y="548"/>
                    <a:pt x="1740" y="361"/>
                  </a:cubicBezTo>
                  <a:lnTo>
                    <a:pt x="1740" y="63"/>
                  </a:lnTo>
                  <a:cubicBezTo>
                    <a:pt x="1740" y="44"/>
                    <a:pt x="1735" y="20"/>
                    <a:pt x="1735" y="0"/>
                  </a:cubicBezTo>
                  <a:cubicBezTo>
                    <a:pt x="1701" y="159"/>
                    <a:pt x="1562" y="279"/>
                    <a:pt x="1399" y="279"/>
                  </a:cubicBezTo>
                  <a:lnTo>
                    <a:pt x="342" y="279"/>
                  </a:lnTo>
                  <a:cubicBezTo>
                    <a:pt x="178" y="279"/>
                    <a:pt x="34" y="164"/>
                    <a:pt x="5"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86"/>
            <p:cNvSpPr/>
            <p:nvPr/>
          </p:nvSpPr>
          <p:spPr>
            <a:xfrm>
              <a:off x="5540091" y="3988234"/>
              <a:ext cx="33092" cy="25552"/>
            </a:xfrm>
            <a:custGeom>
              <a:rect b="b" l="l" r="r" t="t"/>
              <a:pathLst>
                <a:path extrusionOk="0" h="976" w="1264">
                  <a:moveTo>
                    <a:pt x="342" y="1"/>
                  </a:moveTo>
                  <a:cubicBezTo>
                    <a:pt x="154" y="1"/>
                    <a:pt x="0" y="150"/>
                    <a:pt x="0" y="342"/>
                  </a:cubicBezTo>
                  <a:lnTo>
                    <a:pt x="0" y="635"/>
                  </a:lnTo>
                  <a:cubicBezTo>
                    <a:pt x="0" y="822"/>
                    <a:pt x="154" y="976"/>
                    <a:pt x="342" y="976"/>
                  </a:cubicBezTo>
                  <a:lnTo>
                    <a:pt x="918" y="976"/>
                  </a:lnTo>
                  <a:cubicBezTo>
                    <a:pt x="1110" y="976"/>
                    <a:pt x="1259" y="822"/>
                    <a:pt x="1259" y="635"/>
                  </a:cubicBezTo>
                  <a:lnTo>
                    <a:pt x="1259" y="342"/>
                  </a:lnTo>
                  <a:cubicBezTo>
                    <a:pt x="1264" y="150"/>
                    <a:pt x="1110" y="1"/>
                    <a:pt x="918"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86"/>
            <p:cNvSpPr/>
            <p:nvPr/>
          </p:nvSpPr>
          <p:spPr>
            <a:xfrm>
              <a:off x="5540222" y="3995905"/>
              <a:ext cx="33092" cy="18012"/>
            </a:xfrm>
            <a:custGeom>
              <a:rect b="b" l="l" r="r" t="t"/>
              <a:pathLst>
                <a:path extrusionOk="0" h="688" w="1264">
                  <a:moveTo>
                    <a:pt x="5" y="1"/>
                  </a:moveTo>
                  <a:cubicBezTo>
                    <a:pt x="0" y="15"/>
                    <a:pt x="0" y="34"/>
                    <a:pt x="5" y="49"/>
                  </a:cubicBezTo>
                  <a:lnTo>
                    <a:pt x="5" y="347"/>
                  </a:lnTo>
                  <a:cubicBezTo>
                    <a:pt x="0" y="534"/>
                    <a:pt x="154" y="688"/>
                    <a:pt x="341" y="688"/>
                  </a:cubicBezTo>
                  <a:lnTo>
                    <a:pt x="923" y="688"/>
                  </a:lnTo>
                  <a:cubicBezTo>
                    <a:pt x="1110" y="688"/>
                    <a:pt x="1264" y="534"/>
                    <a:pt x="1264" y="347"/>
                  </a:cubicBezTo>
                  <a:lnTo>
                    <a:pt x="1264" y="49"/>
                  </a:lnTo>
                  <a:lnTo>
                    <a:pt x="1264" y="1"/>
                  </a:lnTo>
                  <a:cubicBezTo>
                    <a:pt x="1235" y="169"/>
                    <a:pt x="1086" y="294"/>
                    <a:pt x="913" y="294"/>
                  </a:cubicBezTo>
                  <a:lnTo>
                    <a:pt x="337" y="294"/>
                  </a:lnTo>
                  <a:cubicBezTo>
                    <a:pt x="168" y="294"/>
                    <a:pt x="24" y="169"/>
                    <a:pt x="5"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86"/>
            <p:cNvSpPr/>
            <p:nvPr/>
          </p:nvSpPr>
          <p:spPr>
            <a:xfrm>
              <a:off x="5464745" y="4112380"/>
              <a:ext cx="45684" cy="48957"/>
            </a:xfrm>
            <a:custGeom>
              <a:rect b="b" l="l" r="r" t="t"/>
              <a:pathLst>
                <a:path extrusionOk="0" h="1870" w="1745">
                  <a:moveTo>
                    <a:pt x="1" y="0"/>
                  </a:moveTo>
                  <a:lnTo>
                    <a:pt x="1" y="1869"/>
                  </a:lnTo>
                  <a:lnTo>
                    <a:pt x="1745" y="1869"/>
                  </a:lnTo>
                  <a:lnTo>
                    <a:pt x="1745"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86"/>
            <p:cNvSpPr/>
            <p:nvPr/>
          </p:nvSpPr>
          <p:spPr>
            <a:xfrm>
              <a:off x="5495192" y="4112380"/>
              <a:ext cx="15237" cy="48957"/>
            </a:xfrm>
            <a:custGeom>
              <a:rect b="b" l="l" r="r" t="t"/>
              <a:pathLst>
                <a:path extrusionOk="0" h="1870" w="582">
                  <a:moveTo>
                    <a:pt x="0" y="0"/>
                  </a:moveTo>
                  <a:lnTo>
                    <a:pt x="0" y="1869"/>
                  </a:lnTo>
                  <a:lnTo>
                    <a:pt x="582" y="1869"/>
                  </a:lnTo>
                  <a:lnTo>
                    <a:pt x="582" y="0"/>
                  </a:lnTo>
                  <a:close/>
                </a:path>
              </a:pathLst>
            </a:custGeom>
            <a:solidFill>
              <a:srgbClr val="C3CB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86"/>
            <p:cNvSpPr/>
            <p:nvPr/>
          </p:nvSpPr>
          <p:spPr>
            <a:xfrm>
              <a:off x="5477442" y="4130104"/>
              <a:ext cx="17776" cy="15158"/>
            </a:xfrm>
            <a:custGeom>
              <a:rect b="b" l="l" r="r" t="t"/>
              <a:pathLst>
                <a:path extrusionOk="0" h="579" w="679">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6"/>
            <p:cNvSpPr/>
            <p:nvPr/>
          </p:nvSpPr>
          <p:spPr>
            <a:xfrm>
              <a:off x="5423747" y="3848381"/>
              <a:ext cx="127942" cy="110453"/>
            </a:xfrm>
            <a:custGeom>
              <a:rect b="b" l="l" r="r" t="t"/>
              <a:pathLst>
                <a:path extrusionOk="0" h="4219" w="4887">
                  <a:moveTo>
                    <a:pt x="2436" y="385"/>
                  </a:moveTo>
                  <a:cubicBezTo>
                    <a:pt x="3570" y="385"/>
                    <a:pt x="4492" y="1307"/>
                    <a:pt x="4492" y="2441"/>
                  </a:cubicBezTo>
                  <a:lnTo>
                    <a:pt x="4492" y="3426"/>
                  </a:lnTo>
                  <a:lnTo>
                    <a:pt x="4497" y="3426"/>
                  </a:lnTo>
                  <a:cubicBezTo>
                    <a:pt x="4497" y="3657"/>
                    <a:pt x="4315" y="3839"/>
                    <a:pt x="4089" y="3839"/>
                  </a:cubicBezTo>
                  <a:lnTo>
                    <a:pt x="784" y="3839"/>
                  </a:lnTo>
                  <a:cubicBezTo>
                    <a:pt x="558" y="3839"/>
                    <a:pt x="375" y="3657"/>
                    <a:pt x="375" y="3426"/>
                  </a:cubicBezTo>
                  <a:lnTo>
                    <a:pt x="375" y="2441"/>
                  </a:lnTo>
                  <a:cubicBezTo>
                    <a:pt x="375" y="1307"/>
                    <a:pt x="1298" y="385"/>
                    <a:pt x="2436" y="385"/>
                  </a:cubicBezTo>
                  <a:close/>
                  <a:moveTo>
                    <a:pt x="2441" y="1"/>
                  </a:moveTo>
                  <a:cubicBezTo>
                    <a:pt x="1091" y="1"/>
                    <a:pt x="1" y="1091"/>
                    <a:pt x="1" y="2441"/>
                  </a:cubicBezTo>
                  <a:lnTo>
                    <a:pt x="1" y="3426"/>
                  </a:lnTo>
                  <a:cubicBezTo>
                    <a:pt x="1" y="3863"/>
                    <a:pt x="351" y="4219"/>
                    <a:pt x="793" y="4219"/>
                  </a:cubicBezTo>
                  <a:lnTo>
                    <a:pt x="4094" y="4219"/>
                  </a:lnTo>
                  <a:cubicBezTo>
                    <a:pt x="4531" y="4219"/>
                    <a:pt x="4886" y="3863"/>
                    <a:pt x="4886" y="3426"/>
                  </a:cubicBezTo>
                  <a:lnTo>
                    <a:pt x="4886" y="2441"/>
                  </a:lnTo>
                  <a:cubicBezTo>
                    <a:pt x="4882" y="1091"/>
                    <a:pt x="3786" y="1"/>
                    <a:pt x="24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86"/>
            <p:cNvSpPr/>
            <p:nvPr/>
          </p:nvSpPr>
          <p:spPr>
            <a:xfrm>
              <a:off x="5397096" y="3983208"/>
              <a:ext cx="43040" cy="35736"/>
            </a:xfrm>
            <a:custGeom>
              <a:rect b="b" l="l" r="r" t="t"/>
              <a:pathLst>
                <a:path extrusionOk="0" h="1365" w="1644">
                  <a:moveTo>
                    <a:pt x="1110" y="380"/>
                  </a:moveTo>
                  <a:cubicBezTo>
                    <a:pt x="1192" y="385"/>
                    <a:pt x="1254" y="452"/>
                    <a:pt x="1259" y="534"/>
                  </a:cubicBezTo>
                  <a:lnTo>
                    <a:pt x="1259" y="827"/>
                  </a:lnTo>
                  <a:cubicBezTo>
                    <a:pt x="1259" y="909"/>
                    <a:pt x="1187" y="981"/>
                    <a:pt x="1105" y="981"/>
                  </a:cubicBezTo>
                  <a:lnTo>
                    <a:pt x="533" y="981"/>
                  </a:lnTo>
                  <a:cubicBezTo>
                    <a:pt x="447" y="981"/>
                    <a:pt x="380" y="909"/>
                    <a:pt x="380" y="827"/>
                  </a:cubicBezTo>
                  <a:lnTo>
                    <a:pt x="380" y="534"/>
                  </a:lnTo>
                  <a:cubicBezTo>
                    <a:pt x="380" y="447"/>
                    <a:pt x="447" y="380"/>
                    <a:pt x="533" y="380"/>
                  </a:cubicBezTo>
                  <a:close/>
                  <a:moveTo>
                    <a:pt x="533" y="1"/>
                  </a:moveTo>
                  <a:cubicBezTo>
                    <a:pt x="236" y="1"/>
                    <a:pt x="0" y="241"/>
                    <a:pt x="0" y="534"/>
                  </a:cubicBezTo>
                  <a:lnTo>
                    <a:pt x="0" y="832"/>
                  </a:lnTo>
                  <a:cubicBezTo>
                    <a:pt x="0" y="1125"/>
                    <a:pt x="236" y="1365"/>
                    <a:pt x="533" y="1365"/>
                  </a:cubicBezTo>
                  <a:lnTo>
                    <a:pt x="1110" y="1365"/>
                  </a:lnTo>
                  <a:cubicBezTo>
                    <a:pt x="1403" y="1365"/>
                    <a:pt x="1643" y="1125"/>
                    <a:pt x="1643" y="832"/>
                  </a:cubicBezTo>
                  <a:lnTo>
                    <a:pt x="1643" y="534"/>
                  </a:lnTo>
                  <a:cubicBezTo>
                    <a:pt x="1643" y="241"/>
                    <a:pt x="1403" y="1"/>
                    <a:pt x="1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86"/>
            <p:cNvSpPr/>
            <p:nvPr/>
          </p:nvSpPr>
          <p:spPr>
            <a:xfrm>
              <a:off x="5459718" y="3983208"/>
              <a:ext cx="55632" cy="35736"/>
            </a:xfrm>
            <a:custGeom>
              <a:rect b="b" l="l" r="r" t="t"/>
              <a:pathLst>
                <a:path extrusionOk="0" h="1365" w="2125">
                  <a:moveTo>
                    <a:pt x="1591" y="380"/>
                  </a:moveTo>
                  <a:cubicBezTo>
                    <a:pt x="1672" y="385"/>
                    <a:pt x="1740" y="452"/>
                    <a:pt x="1744" y="534"/>
                  </a:cubicBezTo>
                  <a:lnTo>
                    <a:pt x="1744" y="827"/>
                  </a:lnTo>
                  <a:cubicBezTo>
                    <a:pt x="1744" y="909"/>
                    <a:pt x="1677" y="981"/>
                    <a:pt x="1591" y="981"/>
                  </a:cubicBezTo>
                  <a:lnTo>
                    <a:pt x="534" y="981"/>
                  </a:lnTo>
                  <a:cubicBezTo>
                    <a:pt x="452" y="981"/>
                    <a:pt x="385" y="909"/>
                    <a:pt x="385" y="827"/>
                  </a:cubicBezTo>
                  <a:lnTo>
                    <a:pt x="385" y="534"/>
                  </a:lnTo>
                  <a:cubicBezTo>
                    <a:pt x="385" y="447"/>
                    <a:pt x="452" y="380"/>
                    <a:pt x="534" y="380"/>
                  </a:cubicBezTo>
                  <a:close/>
                  <a:moveTo>
                    <a:pt x="534" y="1"/>
                  </a:moveTo>
                  <a:cubicBezTo>
                    <a:pt x="241" y="1"/>
                    <a:pt x="1" y="241"/>
                    <a:pt x="1" y="534"/>
                  </a:cubicBezTo>
                  <a:lnTo>
                    <a:pt x="1" y="832"/>
                  </a:lnTo>
                  <a:cubicBezTo>
                    <a:pt x="1" y="1125"/>
                    <a:pt x="241" y="1365"/>
                    <a:pt x="534" y="1365"/>
                  </a:cubicBezTo>
                  <a:lnTo>
                    <a:pt x="1591" y="1365"/>
                  </a:lnTo>
                  <a:cubicBezTo>
                    <a:pt x="1889" y="1365"/>
                    <a:pt x="2124" y="1125"/>
                    <a:pt x="2124" y="832"/>
                  </a:cubicBezTo>
                  <a:lnTo>
                    <a:pt x="2124" y="534"/>
                  </a:lnTo>
                  <a:cubicBezTo>
                    <a:pt x="2124" y="241"/>
                    <a:pt x="1889" y="1"/>
                    <a:pt x="15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86"/>
            <p:cNvSpPr/>
            <p:nvPr/>
          </p:nvSpPr>
          <p:spPr>
            <a:xfrm>
              <a:off x="5535195" y="3983208"/>
              <a:ext cx="43040" cy="35631"/>
            </a:xfrm>
            <a:custGeom>
              <a:rect b="b" l="l" r="r" t="t"/>
              <a:pathLst>
                <a:path extrusionOk="0" h="1361" w="1644">
                  <a:moveTo>
                    <a:pt x="1110" y="380"/>
                  </a:moveTo>
                  <a:cubicBezTo>
                    <a:pt x="1191" y="385"/>
                    <a:pt x="1259" y="452"/>
                    <a:pt x="1264" y="534"/>
                  </a:cubicBezTo>
                  <a:lnTo>
                    <a:pt x="1264" y="827"/>
                  </a:lnTo>
                  <a:cubicBezTo>
                    <a:pt x="1264" y="909"/>
                    <a:pt x="1191" y="981"/>
                    <a:pt x="1110" y="981"/>
                  </a:cubicBezTo>
                  <a:lnTo>
                    <a:pt x="533" y="981"/>
                  </a:lnTo>
                  <a:cubicBezTo>
                    <a:pt x="447" y="981"/>
                    <a:pt x="380" y="909"/>
                    <a:pt x="380" y="827"/>
                  </a:cubicBezTo>
                  <a:lnTo>
                    <a:pt x="380" y="534"/>
                  </a:lnTo>
                  <a:cubicBezTo>
                    <a:pt x="380" y="447"/>
                    <a:pt x="447" y="380"/>
                    <a:pt x="533" y="380"/>
                  </a:cubicBezTo>
                  <a:close/>
                  <a:moveTo>
                    <a:pt x="533" y="1"/>
                  </a:moveTo>
                  <a:cubicBezTo>
                    <a:pt x="240" y="1"/>
                    <a:pt x="0" y="241"/>
                    <a:pt x="0" y="534"/>
                  </a:cubicBezTo>
                  <a:lnTo>
                    <a:pt x="0" y="827"/>
                  </a:lnTo>
                  <a:cubicBezTo>
                    <a:pt x="0" y="1120"/>
                    <a:pt x="240" y="1360"/>
                    <a:pt x="533" y="1360"/>
                  </a:cubicBezTo>
                  <a:lnTo>
                    <a:pt x="1110" y="1360"/>
                  </a:lnTo>
                  <a:cubicBezTo>
                    <a:pt x="1403" y="1360"/>
                    <a:pt x="1643" y="1120"/>
                    <a:pt x="1643" y="827"/>
                  </a:cubicBezTo>
                  <a:lnTo>
                    <a:pt x="1643" y="534"/>
                  </a:lnTo>
                  <a:cubicBezTo>
                    <a:pt x="1643" y="236"/>
                    <a:pt x="1403" y="1"/>
                    <a:pt x="1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86"/>
            <p:cNvSpPr/>
            <p:nvPr/>
          </p:nvSpPr>
          <p:spPr>
            <a:xfrm>
              <a:off x="5376073" y="3825368"/>
              <a:ext cx="223158" cy="340994"/>
            </a:xfrm>
            <a:custGeom>
              <a:rect b="b" l="l" r="r" t="t"/>
              <a:pathLst>
                <a:path extrusionOk="0" h="13025" w="8524">
                  <a:moveTo>
                    <a:pt x="4939" y="11151"/>
                  </a:moveTo>
                  <a:lnTo>
                    <a:pt x="4939" y="12640"/>
                  </a:lnTo>
                  <a:lnTo>
                    <a:pt x="3580" y="12640"/>
                  </a:lnTo>
                  <a:lnTo>
                    <a:pt x="3580" y="11151"/>
                  </a:lnTo>
                  <a:close/>
                  <a:moveTo>
                    <a:pt x="2134" y="1"/>
                  </a:moveTo>
                  <a:cubicBezTo>
                    <a:pt x="957" y="1"/>
                    <a:pt x="6" y="957"/>
                    <a:pt x="1" y="2129"/>
                  </a:cubicBezTo>
                  <a:lnTo>
                    <a:pt x="1" y="8384"/>
                  </a:lnTo>
                  <a:cubicBezTo>
                    <a:pt x="1" y="9066"/>
                    <a:pt x="558" y="9623"/>
                    <a:pt x="1245" y="9623"/>
                  </a:cubicBezTo>
                  <a:lnTo>
                    <a:pt x="3200" y="9623"/>
                  </a:lnTo>
                  <a:lnTo>
                    <a:pt x="3200" y="9709"/>
                  </a:lnTo>
                  <a:cubicBezTo>
                    <a:pt x="3200" y="9834"/>
                    <a:pt x="3295" y="9897"/>
                    <a:pt x="3390" y="9897"/>
                  </a:cubicBezTo>
                  <a:cubicBezTo>
                    <a:pt x="3485" y="9897"/>
                    <a:pt x="3580" y="9834"/>
                    <a:pt x="3580" y="9709"/>
                  </a:cubicBezTo>
                  <a:lnTo>
                    <a:pt x="3580" y="8393"/>
                  </a:lnTo>
                  <a:lnTo>
                    <a:pt x="4939" y="8393"/>
                  </a:lnTo>
                  <a:lnTo>
                    <a:pt x="4939" y="10776"/>
                  </a:lnTo>
                  <a:lnTo>
                    <a:pt x="3580" y="10776"/>
                  </a:lnTo>
                  <a:lnTo>
                    <a:pt x="3580" y="10627"/>
                  </a:lnTo>
                  <a:cubicBezTo>
                    <a:pt x="3580" y="10500"/>
                    <a:pt x="3485" y="10436"/>
                    <a:pt x="3390" y="10436"/>
                  </a:cubicBezTo>
                  <a:cubicBezTo>
                    <a:pt x="3295" y="10436"/>
                    <a:pt x="3200" y="10500"/>
                    <a:pt x="3200" y="10627"/>
                  </a:cubicBezTo>
                  <a:lnTo>
                    <a:pt x="3200" y="12832"/>
                  </a:lnTo>
                  <a:cubicBezTo>
                    <a:pt x="3200" y="12938"/>
                    <a:pt x="3287" y="13024"/>
                    <a:pt x="3388" y="13024"/>
                  </a:cubicBezTo>
                  <a:lnTo>
                    <a:pt x="5132" y="13024"/>
                  </a:lnTo>
                  <a:cubicBezTo>
                    <a:pt x="5237" y="13024"/>
                    <a:pt x="5319" y="12938"/>
                    <a:pt x="5319" y="12832"/>
                  </a:cubicBezTo>
                  <a:lnTo>
                    <a:pt x="5319" y="9623"/>
                  </a:lnTo>
                  <a:lnTo>
                    <a:pt x="7279" y="9623"/>
                  </a:lnTo>
                  <a:cubicBezTo>
                    <a:pt x="7961" y="9623"/>
                    <a:pt x="8519" y="9066"/>
                    <a:pt x="8519" y="8384"/>
                  </a:cubicBezTo>
                  <a:lnTo>
                    <a:pt x="8519" y="2129"/>
                  </a:lnTo>
                  <a:cubicBezTo>
                    <a:pt x="8523" y="952"/>
                    <a:pt x="7567" y="1"/>
                    <a:pt x="6390" y="1"/>
                  </a:cubicBezTo>
                  <a:lnTo>
                    <a:pt x="6016" y="1"/>
                  </a:lnTo>
                  <a:cubicBezTo>
                    <a:pt x="5761" y="1"/>
                    <a:pt x="5761" y="380"/>
                    <a:pt x="6016" y="380"/>
                  </a:cubicBezTo>
                  <a:lnTo>
                    <a:pt x="6390" y="380"/>
                  </a:lnTo>
                  <a:cubicBezTo>
                    <a:pt x="7356" y="380"/>
                    <a:pt x="8139" y="1163"/>
                    <a:pt x="8139" y="2129"/>
                  </a:cubicBezTo>
                  <a:lnTo>
                    <a:pt x="8139" y="8379"/>
                  </a:lnTo>
                  <a:cubicBezTo>
                    <a:pt x="8139" y="8854"/>
                    <a:pt x="7755" y="9239"/>
                    <a:pt x="7279" y="9239"/>
                  </a:cubicBezTo>
                  <a:lnTo>
                    <a:pt x="5324" y="9239"/>
                  </a:lnTo>
                  <a:lnTo>
                    <a:pt x="5324" y="8388"/>
                  </a:lnTo>
                  <a:lnTo>
                    <a:pt x="5550" y="8388"/>
                  </a:lnTo>
                  <a:cubicBezTo>
                    <a:pt x="5799" y="8388"/>
                    <a:pt x="5799" y="8009"/>
                    <a:pt x="5550" y="8009"/>
                  </a:cubicBezTo>
                  <a:lnTo>
                    <a:pt x="2975" y="8009"/>
                  </a:lnTo>
                  <a:cubicBezTo>
                    <a:pt x="2720" y="8009"/>
                    <a:pt x="2720" y="8388"/>
                    <a:pt x="2975" y="8388"/>
                  </a:cubicBezTo>
                  <a:lnTo>
                    <a:pt x="3200" y="8388"/>
                  </a:lnTo>
                  <a:lnTo>
                    <a:pt x="3200" y="9239"/>
                  </a:lnTo>
                  <a:lnTo>
                    <a:pt x="1245" y="9239"/>
                  </a:lnTo>
                  <a:cubicBezTo>
                    <a:pt x="770" y="9239"/>
                    <a:pt x="385" y="8854"/>
                    <a:pt x="385" y="8379"/>
                  </a:cubicBezTo>
                  <a:lnTo>
                    <a:pt x="385" y="2129"/>
                  </a:lnTo>
                  <a:cubicBezTo>
                    <a:pt x="385" y="1163"/>
                    <a:pt x="1168" y="380"/>
                    <a:pt x="2134" y="380"/>
                  </a:cubicBezTo>
                  <a:lnTo>
                    <a:pt x="4925" y="380"/>
                  </a:lnTo>
                  <a:cubicBezTo>
                    <a:pt x="5180" y="380"/>
                    <a:pt x="5180" y="1"/>
                    <a:pt x="49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86"/>
            <p:cNvSpPr/>
            <p:nvPr/>
          </p:nvSpPr>
          <p:spPr>
            <a:xfrm>
              <a:off x="5477442" y="4130104"/>
              <a:ext cx="17776" cy="15158"/>
            </a:xfrm>
            <a:custGeom>
              <a:rect b="b" l="l" r="r" t="t"/>
              <a:pathLst>
                <a:path extrusionOk="0" h="579" w="679">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86"/>
            <p:cNvSpPr/>
            <p:nvPr/>
          </p:nvSpPr>
          <p:spPr>
            <a:xfrm>
              <a:off x="5447911" y="3888122"/>
              <a:ext cx="28196" cy="46312"/>
            </a:xfrm>
            <a:custGeom>
              <a:rect b="b" l="l" r="r" t="t"/>
              <a:pathLst>
                <a:path extrusionOk="0" h="1769" w="1077">
                  <a:moveTo>
                    <a:pt x="697" y="380"/>
                  </a:moveTo>
                  <a:lnTo>
                    <a:pt x="697" y="693"/>
                  </a:lnTo>
                  <a:lnTo>
                    <a:pt x="384" y="693"/>
                  </a:lnTo>
                  <a:lnTo>
                    <a:pt x="384" y="380"/>
                  </a:lnTo>
                  <a:close/>
                  <a:moveTo>
                    <a:pt x="697" y="1077"/>
                  </a:moveTo>
                  <a:lnTo>
                    <a:pt x="697" y="1389"/>
                  </a:lnTo>
                  <a:lnTo>
                    <a:pt x="384" y="1389"/>
                  </a:lnTo>
                  <a:lnTo>
                    <a:pt x="384" y="1077"/>
                  </a:lnTo>
                  <a:close/>
                  <a:moveTo>
                    <a:pt x="192" y="1"/>
                  </a:moveTo>
                  <a:cubicBezTo>
                    <a:pt x="87" y="1"/>
                    <a:pt x="0" y="87"/>
                    <a:pt x="0" y="193"/>
                  </a:cubicBezTo>
                  <a:lnTo>
                    <a:pt x="0" y="1581"/>
                  </a:lnTo>
                  <a:cubicBezTo>
                    <a:pt x="0" y="1682"/>
                    <a:pt x="87" y="1769"/>
                    <a:pt x="192" y="1769"/>
                  </a:cubicBezTo>
                  <a:lnTo>
                    <a:pt x="889" y="1769"/>
                  </a:lnTo>
                  <a:cubicBezTo>
                    <a:pt x="990" y="1769"/>
                    <a:pt x="1076" y="1682"/>
                    <a:pt x="1076" y="1581"/>
                  </a:cubicBezTo>
                  <a:lnTo>
                    <a:pt x="1076" y="193"/>
                  </a:lnTo>
                  <a:cubicBezTo>
                    <a:pt x="1076" y="87"/>
                    <a:pt x="990" y="1"/>
                    <a:pt x="8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86"/>
            <p:cNvSpPr/>
            <p:nvPr/>
          </p:nvSpPr>
          <p:spPr>
            <a:xfrm>
              <a:off x="5499093" y="3888122"/>
              <a:ext cx="29714" cy="46312"/>
            </a:xfrm>
            <a:custGeom>
              <a:rect b="b" l="l" r="r" t="t"/>
              <a:pathLst>
                <a:path extrusionOk="0" h="1769" w="1135">
                  <a:moveTo>
                    <a:pt x="692" y="1077"/>
                  </a:moveTo>
                  <a:lnTo>
                    <a:pt x="692" y="1389"/>
                  </a:lnTo>
                  <a:lnTo>
                    <a:pt x="380" y="1389"/>
                  </a:lnTo>
                  <a:lnTo>
                    <a:pt x="380" y="1077"/>
                  </a:lnTo>
                  <a:close/>
                  <a:moveTo>
                    <a:pt x="188" y="1"/>
                  </a:moveTo>
                  <a:cubicBezTo>
                    <a:pt x="82" y="1"/>
                    <a:pt x="0" y="87"/>
                    <a:pt x="0" y="193"/>
                  </a:cubicBezTo>
                  <a:lnTo>
                    <a:pt x="0" y="1581"/>
                  </a:lnTo>
                  <a:cubicBezTo>
                    <a:pt x="0" y="1682"/>
                    <a:pt x="82" y="1769"/>
                    <a:pt x="188" y="1769"/>
                  </a:cubicBezTo>
                  <a:lnTo>
                    <a:pt x="884" y="1769"/>
                  </a:lnTo>
                  <a:cubicBezTo>
                    <a:pt x="990" y="1769"/>
                    <a:pt x="1072" y="1682"/>
                    <a:pt x="1072" y="1581"/>
                  </a:cubicBezTo>
                  <a:lnTo>
                    <a:pt x="1072" y="885"/>
                  </a:lnTo>
                  <a:cubicBezTo>
                    <a:pt x="1072" y="779"/>
                    <a:pt x="990" y="697"/>
                    <a:pt x="884" y="697"/>
                  </a:cubicBezTo>
                  <a:lnTo>
                    <a:pt x="380" y="697"/>
                  </a:lnTo>
                  <a:lnTo>
                    <a:pt x="380" y="385"/>
                  </a:lnTo>
                  <a:lnTo>
                    <a:pt x="884" y="385"/>
                  </a:lnTo>
                  <a:cubicBezTo>
                    <a:pt x="1134" y="385"/>
                    <a:pt x="1134" y="6"/>
                    <a:pt x="884" y="6"/>
                  </a:cubicBezTo>
                  <a:lnTo>
                    <a:pt x="188" y="6"/>
                  </a:lnTo>
                  <a:lnTo>
                    <a:pt x="1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86"/>
            <p:cNvSpPr/>
            <p:nvPr/>
          </p:nvSpPr>
          <p:spPr>
            <a:xfrm>
              <a:off x="5480898" y="3922601"/>
              <a:ext cx="15708" cy="17305"/>
            </a:xfrm>
            <a:custGeom>
              <a:rect b="b" l="l" r="r" t="t"/>
              <a:pathLst>
                <a:path extrusionOk="0" h="661" w="600">
                  <a:moveTo>
                    <a:pt x="378" y="0"/>
                  </a:moveTo>
                  <a:cubicBezTo>
                    <a:pt x="309" y="0"/>
                    <a:pt x="245" y="39"/>
                    <a:pt x="215" y="106"/>
                  </a:cubicBezTo>
                  <a:lnTo>
                    <a:pt x="71" y="384"/>
                  </a:lnTo>
                  <a:cubicBezTo>
                    <a:pt x="0" y="536"/>
                    <a:pt x="125" y="661"/>
                    <a:pt x="250" y="661"/>
                  </a:cubicBezTo>
                  <a:cubicBezTo>
                    <a:pt x="312" y="661"/>
                    <a:pt x="374" y="630"/>
                    <a:pt x="412" y="557"/>
                  </a:cubicBezTo>
                  <a:lnTo>
                    <a:pt x="556" y="279"/>
                  </a:lnTo>
                  <a:cubicBezTo>
                    <a:pt x="599" y="183"/>
                    <a:pt x="561" y="72"/>
                    <a:pt x="470" y="24"/>
                  </a:cubicBezTo>
                  <a:cubicBezTo>
                    <a:pt x="440" y="8"/>
                    <a:pt x="409" y="0"/>
                    <a:pt x="37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6" name="Google Shape;13776;p86"/>
          <p:cNvGrpSpPr/>
          <p:nvPr/>
        </p:nvGrpSpPr>
        <p:grpSpPr>
          <a:xfrm>
            <a:off x="6716044" y="3825395"/>
            <a:ext cx="197973" cy="340314"/>
            <a:chOff x="6716044" y="3825395"/>
            <a:chExt cx="197973" cy="340314"/>
          </a:xfrm>
        </p:grpSpPr>
        <p:sp>
          <p:nvSpPr>
            <p:cNvPr id="13777" name="Google Shape;13777;p86"/>
            <p:cNvSpPr/>
            <p:nvPr/>
          </p:nvSpPr>
          <p:spPr>
            <a:xfrm>
              <a:off x="6721568" y="3982841"/>
              <a:ext cx="186925" cy="179700"/>
            </a:xfrm>
            <a:custGeom>
              <a:rect b="b" l="l" r="r" t="t"/>
              <a:pathLst>
                <a:path extrusionOk="0" h="6864" w="7140">
                  <a:moveTo>
                    <a:pt x="2888" y="0"/>
                  </a:moveTo>
                  <a:lnTo>
                    <a:pt x="2888" y="1081"/>
                  </a:lnTo>
                  <a:lnTo>
                    <a:pt x="2725" y="1081"/>
                  </a:lnTo>
                  <a:cubicBezTo>
                    <a:pt x="1735" y="1081"/>
                    <a:pt x="875" y="1758"/>
                    <a:pt x="640" y="2719"/>
                  </a:cubicBezTo>
                  <a:lnTo>
                    <a:pt x="529" y="3185"/>
                  </a:lnTo>
                  <a:lnTo>
                    <a:pt x="385" y="3776"/>
                  </a:lnTo>
                  <a:lnTo>
                    <a:pt x="97" y="4953"/>
                  </a:lnTo>
                  <a:cubicBezTo>
                    <a:pt x="1" y="5361"/>
                    <a:pt x="183" y="5784"/>
                    <a:pt x="548" y="5996"/>
                  </a:cubicBezTo>
                  <a:cubicBezTo>
                    <a:pt x="1555" y="6574"/>
                    <a:pt x="2562" y="6864"/>
                    <a:pt x="3570" y="6864"/>
                  </a:cubicBezTo>
                  <a:cubicBezTo>
                    <a:pt x="4578" y="6864"/>
                    <a:pt x="5585" y="6574"/>
                    <a:pt x="6592" y="5996"/>
                  </a:cubicBezTo>
                  <a:cubicBezTo>
                    <a:pt x="6957" y="5784"/>
                    <a:pt x="7140" y="5361"/>
                    <a:pt x="7043" y="4953"/>
                  </a:cubicBezTo>
                  <a:lnTo>
                    <a:pt x="6496" y="2719"/>
                  </a:lnTo>
                  <a:cubicBezTo>
                    <a:pt x="6265" y="1758"/>
                    <a:pt x="5405" y="1081"/>
                    <a:pt x="4416" y="1081"/>
                  </a:cubicBezTo>
                  <a:lnTo>
                    <a:pt x="4252" y="1081"/>
                  </a:lnTo>
                  <a:lnTo>
                    <a:pt x="4252" y="0"/>
                  </a:lnTo>
                  <a:cubicBezTo>
                    <a:pt x="4039" y="111"/>
                    <a:pt x="3804" y="166"/>
                    <a:pt x="3570" y="166"/>
                  </a:cubicBezTo>
                  <a:cubicBezTo>
                    <a:pt x="3336" y="166"/>
                    <a:pt x="3102" y="111"/>
                    <a:pt x="288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86"/>
            <p:cNvSpPr/>
            <p:nvPr/>
          </p:nvSpPr>
          <p:spPr>
            <a:xfrm>
              <a:off x="6803459" y="3982841"/>
              <a:ext cx="105165" cy="179726"/>
            </a:xfrm>
            <a:custGeom>
              <a:rect b="b" l="l" r="r" t="t"/>
              <a:pathLst>
                <a:path extrusionOk="0" h="6865" w="4017">
                  <a:moveTo>
                    <a:pt x="1124" y="0"/>
                  </a:moveTo>
                  <a:cubicBezTo>
                    <a:pt x="913" y="111"/>
                    <a:pt x="678" y="168"/>
                    <a:pt x="442" y="168"/>
                  </a:cubicBezTo>
                  <a:cubicBezTo>
                    <a:pt x="378" y="168"/>
                    <a:pt x="309" y="270"/>
                    <a:pt x="244" y="270"/>
                  </a:cubicBezTo>
                  <a:cubicBezTo>
                    <a:pt x="241" y="270"/>
                    <a:pt x="238" y="270"/>
                    <a:pt x="236" y="269"/>
                  </a:cubicBezTo>
                  <a:lnTo>
                    <a:pt x="236" y="1081"/>
                  </a:lnTo>
                  <a:lnTo>
                    <a:pt x="399" y="1081"/>
                  </a:lnTo>
                  <a:cubicBezTo>
                    <a:pt x="1389" y="1081"/>
                    <a:pt x="2248" y="1758"/>
                    <a:pt x="2484" y="2719"/>
                  </a:cubicBezTo>
                  <a:lnTo>
                    <a:pt x="3027" y="4953"/>
                  </a:lnTo>
                  <a:cubicBezTo>
                    <a:pt x="3128" y="5361"/>
                    <a:pt x="2940" y="5784"/>
                    <a:pt x="2580" y="5996"/>
                  </a:cubicBezTo>
                  <a:cubicBezTo>
                    <a:pt x="1720" y="6490"/>
                    <a:pt x="860" y="6774"/>
                    <a:pt x="0" y="6846"/>
                  </a:cubicBezTo>
                  <a:cubicBezTo>
                    <a:pt x="147" y="6858"/>
                    <a:pt x="293" y="6864"/>
                    <a:pt x="440" y="6864"/>
                  </a:cubicBezTo>
                  <a:cubicBezTo>
                    <a:pt x="1451" y="6864"/>
                    <a:pt x="2462" y="6575"/>
                    <a:pt x="3469" y="5996"/>
                  </a:cubicBezTo>
                  <a:cubicBezTo>
                    <a:pt x="3834" y="5784"/>
                    <a:pt x="4016" y="5361"/>
                    <a:pt x="3915" y="4953"/>
                  </a:cubicBezTo>
                  <a:lnTo>
                    <a:pt x="3368" y="2719"/>
                  </a:lnTo>
                  <a:cubicBezTo>
                    <a:pt x="3137" y="1758"/>
                    <a:pt x="2277" y="1081"/>
                    <a:pt x="1288" y="1081"/>
                  </a:cubicBezTo>
                  <a:lnTo>
                    <a:pt x="1124" y="1081"/>
                  </a:lnTo>
                  <a:lnTo>
                    <a:pt x="1124"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86"/>
            <p:cNvSpPr/>
            <p:nvPr/>
          </p:nvSpPr>
          <p:spPr>
            <a:xfrm>
              <a:off x="6797045" y="3982841"/>
              <a:ext cx="6309" cy="7069"/>
            </a:xfrm>
            <a:custGeom>
              <a:rect b="b" l="l" r="r" t="t"/>
              <a:pathLst>
                <a:path extrusionOk="0" h="270" w="241">
                  <a:moveTo>
                    <a:pt x="0" y="0"/>
                  </a:moveTo>
                  <a:lnTo>
                    <a:pt x="0" y="269"/>
                  </a:lnTo>
                  <a:cubicBezTo>
                    <a:pt x="82" y="260"/>
                    <a:pt x="163" y="245"/>
                    <a:pt x="240" y="216"/>
                  </a:cubicBezTo>
                  <a:cubicBezTo>
                    <a:pt x="159" y="192"/>
                    <a:pt x="77" y="39"/>
                    <a:pt x="0"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86"/>
            <p:cNvSpPr/>
            <p:nvPr/>
          </p:nvSpPr>
          <p:spPr>
            <a:xfrm>
              <a:off x="6761309" y="3982841"/>
              <a:ext cx="109197" cy="121135"/>
            </a:xfrm>
            <a:custGeom>
              <a:rect b="b" l="l" r="r" t="t"/>
              <a:pathLst>
                <a:path extrusionOk="0" h="4627" w="4171">
                  <a:moveTo>
                    <a:pt x="1375" y="0"/>
                  </a:moveTo>
                  <a:lnTo>
                    <a:pt x="1375" y="1081"/>
                  </a:lnTo>
                  <a:lnTo>
                    <a:pt x="1211" y="1081"/>
                  </a:lnTo>
                  <a:cubicBezTo>
                    <a:pt x="942" y="1081"/>
                    <a:pt x="678" y="1129"/>
                    <a:pt x="428" y="1225"/>
                  </a:cubicBezTo>
                  <a:lnTo>
                    <a:pt x="1" y="2570"/>
                  </a:lnTo>
                  <a:lnTo>
                    <a:pt x="1" y="2570"/>
                  </a:lnTo>
                  <a:lnTo>
                    <a:pt x="721" y="2301"/>
                  </a:lnTo>
                  <a:lnTo>
                    <a:pt x="2086" y="4626"/>
                  </a:lnTo>
                  <a:lnTo>
                    <a:pt x="3450" y="2311"/>
                  </a:lnTo>
                  <a:lnTo>
                    <a:pt x="4171" y="2575"/>
                  </a:lnTo>
                  <a:lnTo>
                    <a:pt x="4171" y="2575"/>
                  </a:lnTo>
                  <a:lnTo>
                    <a:pt x="3753" y="1259"/>
                  </a:lnTo>
                  <a:cubicBezTo>
                    <a:pt x="3484" y="1144"/>
                    <a:pt x="3195" y="1081"/>
                    <a:pt x="2902" y="1081"/>
                  </a:cubicBezTo>
                  <a:lnTo>
                    <a:pt x="2739" y="1081"/>
                  </a:lnTo>
                  <a:lnTo>
                    <a:pt x="2739" y="0"/>
                  </a:lnTo>
                  <a:cubicBezTo>
                    <a:pt x="2525" y="111"/>
                    <a:pt x="2291" y="166"/>
                    <a:pt x="2057" y="166"/>
                  </a:cubicBezTo>
                  <a:cubicBezTo>
                    <a:pt x="1823" y="166"/>
                    <a:pt x="1589" y="111"/>
                    <a:pt x="1375"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86"/>
            <p:cNvSpPr/>
            <p:nvPr/>
          </p:nvSpPr>
          <p:spPr>
            <a:xfrm>
              <a:off x="6781573" y="3982841"/>
              <a:ext cx="66183" cy="121266"/>
            </a:xfrm>
            <a:custGeom>
              <a:rect b="b" l="l" r="r" t="t"/>
              <a:pathLst>
                <a:path extrusionOk="0" h="4632" w="2528">
                  <a:moveTo>
                    <a:pt x="596" y="0"/>
                  </a:moveTo>
                  <a:lnTo>
                    <a:pt x="596" y="1081"/>
                  </a:lnTo>
                  <a:lnTo>
                    <a:pt x="433" y="1081"/>
                  </a:lnTo>
                  <a:cubicBezTo>
                    <a:pt x="288" y="1081"/>
                    <a:pt x="144" y="1095"/>
                    <a:pt x="0" y="1124"/>
                  </a:cubicBezTo>
                  <a:cubicBezTo>
                    <a:pt x="15" y="1144"/>
                    <a:pt x="29" y="1163"/>
                    <a:pt x="48" y="1177"/>
                  </a:cubicBezTo>
                  <a:lnTo>
                    <a:pt x="1312" y="4631"/>
                  </a:lnTo>
                  <a:lnTo>
                    <a:pt x="2508" y="1177"/>
                  </a:lnTo>
                  <a:lnTo>
                    <a:pt x="2527" y="1124"/>
                  </a:lnTo>
                  <a:cubicBezTo>
                    <a:pt x="2393" y="1095"/>
                    <a:pt x="2258" y="1081"/>
                    <a:pt x="2124" y="1081"/>
                  </a:cubicBezTo>
                  <a:lnTo>
                    <a:pt x="1960" y="1081"/>
                  </a:lnTo>
                  <a:lnTo>
                    <a:pt x="1960" y="0"/>
                  </a:lnTo>
                  <a:cubicBezTo>
                    <a:pt x="1747" y="111"/>
                    <a:pt x="1512" y="166"/>
                    <a:pt x="1278" y="166"/>
                  </a:cubicBezTo>
                  <a:cubicBezTo>
                    <a:pt x="1044" y="166"/>
                    <a:pt x="810" y="111"/>
                    <a:pt x="59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86"/>
            <p:cNvSpPr/>
            <p:nvPr/>
          </p:nvSpPr>
          <p:spPr>
            <a:xfrm>
              <a:off x="6781573" y="3995041"/>
              <a:ext cx="66288" cy="43773"/>
            </a:xfrm>
            <a:custGeom>
              <a:rect b="b" l="l" r="r" t="t"/>
              <a:pathLst>
                <a:path extrusionOk="0" h="1672" w="2532">
                  <a:moveTo>
                    <a:pt x="1960" y="0"/>
                  </a:moveTo>
                  <a:lnTo>
                    <a:pt x="1158" y="245"/>
                  </a:lnTo>
                  <a:lnTo>
                    <a:pt x="596" y="178"/>
                  </a:lnTo>
                  <a:lnTo>
                    <a:pt x="596" y="620"/>
                  </a:lnTo>
                  <a:lnTo>
                    <a:pt x="433" y="620"/>
                  </a:lnTo>
                  <a:cubicBezTo>
                    <a:pt x="288" y="620"/>
                    <a:pt x="144" y="634"/>
                    <a:pt x="0" y="663"/>
                  </a:cubicBezTo>
                  <a:cubicBezTo>
                    <a:pt x="29" y="697"/>
                    <a:pt x="48" y="716"/>
                    <a:pt x="48" y="716"/>
                  </a:cubicBezTo>
                  <a:lnTo>
                    <a:pt x="399" y="1672"/>
                  </a:lnTo>
                  <a:lnTo>
                    <a:pt x="1307" y="764"/>
                  </a:lnTo>
                  <a:lnTo>
                    <a:pt x="2176" y="1672"/>
                  </a:lnTo>
                  <a:lnTo>
                    <a:pt x="2513" y="721"/>
                  </a:lnTo>
                  <a:lnTo>
                    <a:pt x="2532" y="663"/>
                  </a:lnTo>
                  <a:cubicBezTo>
                    <a:pt x="2397" y="634"/>
                    <a:pt x="2263" y="625"/>
                    <a:pt x="2128" y="620"/>
                  </a:cubicBezTo>
                  <a:lnTo>
                    <a:pt x="1960" y="620"/>
                  </a:lnTo>
                  <a:lnTo>
                    <a:pt x="1960"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86"/>
            <p:cNvSpPr/>
            <p:nvPr/>
          </p:nvSpPr>
          <p:spPr>
            <a:xfrm>
              <a:off x="6741439" y="3832306"/>
              <a:ext cx="144540" cy="121763"/>
            </a:xfrm>
            <a:custGeom>
              <a:rect b="b" l="l" r="r" t="t"/>
              <a:pathLst>
                <a:path extrusionOk="0" h="4651" w="5521">
                  <a:moveTo>
                    <a:pt x="2117" y="1"/>
                  </a:moveTo>
                  <a:cubicBezTo>
                    <a:pt x="1003" y="1"/>
                    <a:pt x="9" y="917"/>
                    <a:pt x="1" y="2123"/>
                  </a:cubicBezTo>
                  <a:cubicBezTo>
                    <a:pt x="1" y="2743"/>
                    <a:pt x="44" y="3363"/>
                    <a:pt x="135" y="3977"/>
                  </a:cubicBezTo>
                  <a:cubicBezTo>
                    <a:pt x="188" y="4362"/>
                    <a:pt x="515" y="4650"/>
                    <a:pt x="909" y="4650"/>
                  </a:cubicBezTo>
                  <a:lnTo>
                    <a:pt x="4613" y="4650"/>
                  </a:lnTo>
                  <a:cubicBezTo>
                    <a:pt x="5007" y="4650"/>
                    <a:pt x="5343" y="4357"/>
                    <a:pt x="5391" y="3968"/>
                  </a:cubicBezTo>
                  <a:cubicBezTo>
                    <a:pt x="5453" y="3444"/>
                    <a:pt x="5501" y="2930"/>
                    <a:pt x="5516" y="2445"/>
                  </a:cubicBezTo>
                  <a:lnTo>
                    <a:pt x="5521" y="1830"/>
                  </a:lnTo>
                  <a:cubicBezTo>
                    <a:pt x="5521" y="1624"/>
                    <a:pt x="5511" y="1422"/>
                    <a:pt x="5482" y="1215"/>
                  </a:cubicBezTo>
                  <a:cubicBezTo>
                    <a:pt x="5422" y="574"/>
                    <a:pt x="4886" y="174"/>
                    <a:pt x="4333" y="174"/>
                  </a:cubicBezTo>
                  <a:cubicBezTo>
                    <a:pt x="4041" y="174"/>
                    <a:pt x="3745" y="285"/>
                    <a:pt x="3513" y="533"/>
                  </a:cubicBezTo>
                  <a:lnTo>
                    <a:pt x="3493" y="547"/>
                  </a:lnTo>
                  <a:cubicBezTo>
                    <a:pt x="3311" y="365"/>
                    <a:pt x="3090" y="221"/>
                    <a:pt x="2845" y="134"/>
                  </a:cubicBezTo>
                  <a:cubicBezTo>
                    <a:pt x="2602" y="43"/>
                    <a:pt x="2357" y="1"/>
                    <a:pt x="2117"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86"/>
            <p:cNvSpPr/>
            <p:nvPr/>
          </p:nvSpPr>
          <p:spPr>
            <a:xfrm>
              <a:off x="6742329" y="3832306"/>
              <a:ext cx="143650" cy="117470"/>
            </a:xfrm>
            <a:custGeom>
              <a:rect b="b" l="l" r="r" t="t"/>
              <a:pathLst>
                <a:path extrusionOk="0" h="4487" w="5487">
                  <a:moveTo>
                    <a:pt x="2081" y="0"/>
                  </a:moveTo>
                  <a:cubicBezTo>
                    <a:pt x="1082" y="0"/>
                    <a:pt x="182" y="736"/>
                    <a:pt x="0" y="1758"/>
                  </a:cubicBezTo>
                  <a:cubicBezTo>
                    <a:pt x="398" y="1151"/>
                    <a:pt x="1062" y="809"/>
                    <a:pt x="1754" y="809"/>
                  </a:cubicBezTo>
                  <a:cubicBezTo>
                    <a:pt x="1999" y="809"/>
                    <a:pt x="2248" y="852"/>
                    <a:pt x="2489" y="941"/>
                  </a:cubicBezTo>
                  <a:cubicBezTo>
                    <a:pt x="2729" y="1028"/>
                    <a:pt x="2950" y="1167"/>
                    <a:pt x="3133" y="1354"/>
                  </a:cubicBezTo>
                  <a:lnTo>
                    <a:pt x="3152" y="1335"/>
                  </a:lnTo>
                  <a:cubicBezTo>
                    <a:pt x="3384" y="1090"/>
                    <a:pt x="3679" y="979"/>
                    <a:pt x="3971" y="979"/>
                  </a:cubicBezTo>
                  <a:cubicBezTo>
                    <a:pt x="4525" y="979"/>
                    <a:pt x="5065" y="1380"/>
                    <a:pt x="5122" y="2022"/>
                  </a:cubicBezTo>
                  <a:cubicBezTo>
                    <a:pt x="5150" y="2224"/>
                    <a:pt x="5160" y="2431"/>
                    <a:pt x="5160" y="2637"/>
                  </a:cubicBezTo>
                  <a:lnTo>
                    <a:pt x="5155" y="3247"/>
                  </a:lnTo>
                  <a:cubicBezTo>
                    <a:pt x="5146" y="3646"/>
                    <a:pt x="5107" y="4059"/>
                    <a:pt x="5064" y="4487"/>
                  </a:cubicBezTo>
                  <a:cubicBezTo>
                    <a:pt x="5227" y="4357"/>
                    <a:pt x="5333" y="4174"/>
                    <a:pt x="5357" y="3968"/>
                  </a:cubicBezTo>
                  <a:cubicBezTo>
                    <a:pt x="5419" y="3439"/>
                    <a:pt x="5463" y="2930"/>
                    <a:pt x="5482" y="2445"/>
                  </a:cubicBezTo>
                  <a:lnTo>
                    <a:pt x="5487" y="1835"/>
                  </a:lnTo>
                  <a:cubicBezTo>
                    <a:pt x="5487" y="1628"/>
                    <a:pt x="5477" y="1422"/>
                    <a:pt x="5448" y="1215"/>
                  </a:cubicBezTo>
                  <a:cubicBezTo>
                    <a:pt x="5388" y="574"/>
                    <a:pt x="4852" y="176"/>
                    <a:pt x="4300" y="176"/>
                  </a:cubicBezTo>
                  <a:cubicBezTo>
                    <a:pt x="4008" y="176"/>
                    <a:pt x="3711" y="287"/>
                    <a:pt x="3479" y="533"/>
                  </a:cubicBezTo>
                  <a:lnTo>
                    <a:pt x="3459" y="547"/>
                  </a:lnTo>
                  <a:cubicBezTo>
                    <a:pt x="3277" y="365"/>
                    <a:pt x="3056" y="226"/>
                    <a:pt x="2811" y="134"/>
                  </a:cubicBezTo>
                  <a:cubicBezTo>
                    <a:pt x="2568" y="43"/>
                    <a:pt x="2322" y="0"/>
                    <a:pt x="20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86"/>
            <p:cNvSpPr/>
            <p:nvPr/>
          </p:nvSpPr>
          <p:spPr>
            <a:xfrm>
              <a:off x="6797150" y="3982946"/>
              <a:ext cx="35762" cy="32097"/>
            </a:xfrm>
            <a:custGeom>
              <a:rect b="b" l="l" r="r" t="t"/>
              <a:pathLst>
                <a:path extrusionOk="0" h="1226" w="1366">
                  <a:moveTo>
                    <a:pt x="1" y="1"/>
                  </a:moveTo>
                  <a:lnTo>
                    <a:pt x="1" y="1082"/>
                  </a:lnTo>
                  <a:cubicBezTo>
                    <a:pt x="220" y="1178"/>
                    <a:pt x="453" y="1226"/>
                    <a:pt x="685" y="1226"/>
                  </a:cubicBezTo>
                  <a:cubicBezTo>
                    <a:pt x="917" y="1226"/>
                    <a:pt x="1149" y="1178"/>
                    <a:pt x="1365" y="1082"/>
                  </a:cubicBezTo>
                  <a:lnTo>
                    <a:pt x="1365" y="1"/>
                  </a:lnTo>
                  <a:cubicBezTo>
                    <a:pt x="1152" y="111"/>
                    <a:pt x="917" y="167"/>
                    <a:pt x="683" y="167"/>
                  </a:cubicBezTo>
                  <a:cubicBezTo>
                    <a:pt x="449" y="167"/>
                    <a:pt x="215" y="111"/>
                    <a:pt x="1"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86"/>
            <p:cNvSpPr/>
            <p:nvPr/>
          </p:nvSpPr>
          <p:spPr>
            <a:xfrm>
              <a:off x="6797150" y="3982841"/>
              <a:ext cx="35762" cy="17488"/>
            </a:xfrm>
            <a:custGeom>
              <a:rect b="b" l="l" r="r" t="t"/>
              <a:pathLst>
                <a:path extrusionOk="0" h="668" w="1366">
                  <a:moveTo>
                    <a:pt x="1" y="0"/>
                  </a:moveTo>
                  <a:lnTo>
                    <a:pt x="1" y="524"/>
                  </a:lnTo>
                  <a:cubicBezTo>
                    <a:pt x="217" y="620"/>
                    <a:pt x="450" y="668"/>
                    <a:pt x="683" y="668"/>
                  </a:cubicBezTo>
                  <a:cubicBezTo>
                    <a:pt x="916" y="668"/>
                    <a:pt x="1149" y="620"/>
                    <a:pt x="1365" y="524"/>
                  </a:cubicBezTo>
                  <a:lnTo>
                    <a:pt x="1365" y="0"/>
                  </a:lnTo>
                  <a:cubicBezTo>
                    <a:pt x="1154" y="111"/>
                    <a:pt x="919" y="168"/>
                    <a:pt x="683" y="168"/>
                  </a:cubicBezTo>
                  <a:cubicBezTo>
                    <a:pt x="448" y="168"/>
                    <a:pt x="212" y="111"/>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86"/>
            <p:cNvSpPr/>
            <p:nvPr/>
          </p:nvSpPr>
          <p:spPr>
            <a:xfrm>
              <a:off x="6770865" y="3886865"/>
              <a:ext cx="88331" cy="101160"/>
            </a:xfrm>
            <a:custGeom>
              <a:rect b="b" l="l" r="r" t="t"/>
              <a:pathLst>
                <a:path extrusionOk="0" h="3864" w="3374">
                  <a:moveTo>
                    <a:pt x="1058" y="1"/>
                  </a:moveTo>
                  <a:cubicBezTo>
                    <a:pt x="1058" y="1"/>
                    <a:pt x="592" y="476"/>
                    <a:pt x="1" y="721"/>
                  </a:cubicBezTo>
                  <a:lnTo>
                    <a:pt x="1" y="2177"/>
                  </a:lnTo>
                  <a:cubicBezTo>
                    <a:pt x="1" y="3109"/>
                    <a:pt x="755" y="3863"/>
                    <a:pt x="1687" y="3863"/>
                  </a:cubicBezTo>
                  <a:cubicBezTo>
                    <a:pt x="2619" y="3863"/>
                    <a:pt x="3373" y="3109"/>
                    <a:pt x="3373" y="2177"/>
                  </a:cubicBezTo>
                  <a:lnTo>
                    <a:pt x="3373" y="721"/>
                  </a:lnTo>
                  <a:cubicBezTo>
                    <a:pt x="2547" y="712"/>
                    <a:pt x="1740" y="462"/>
                    <a:pt x="105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86"/>
            <p:cNvSpPr/>
            <p:nvPr/>
          </p:nvSpPr>
          <p:spPr>
            <a:xfrm>
              <a:off x="6785971" y="3886734"/>
              <a:ext cx="73225" cy="97887"/>
            </a:xfrm>
            <a:custGeom>
              <a:rect b="b" l="l" r="r" t="t"/>
              <a:pathLst>
                <a:path extrusionOk="0" h="3739" w="2797">
                  <a:moveTo>
                    <a:pt x="481" y="1"/>
                  </a:moveTo>
                  <a:cubicBezTo>
                    <a:pt x="332" y="150"/>
                    <a:pt x="169" y="284"/>
                    <a:pt x="0" y="400"/>
                  </a:cubicBezTo>
                  <a:cubicBezTo>
                    <a:pt x="673" y="837"/>
                    <a:pt x="1456" y="1077"/>
                    <a:pt x="2258" y="1087"/>
                  </a:cubicBezTo>
                  <a:lnTo>
                    <a:pt x="2258" y="2542"/>
                  </a:lnTo>
                  <a:cubicBezTo>
                    <a:pt x="2258" y="2989"/>
                    <a:pt x="2081" y="3421"/>
                    <a:pt x="1763" y="3738"/>
                  </a:cubicBezTo>
                  <a:cubicBezTo>
                    <a:pt x="2388" y="3474"/>
                    <a:pt x="2796" y="2859"/>
                    <a:pt x="2796" y="2182"/>
                  </a:cubicBezTo>
                  <a:lnTo>
                    <a:pt x="2796" y="726"/>
                  </a:lnTo>
                  <a:cubicBezTo>
                    <a:pt x="1970" y="722"/>
                    <a:pt x="1163" y="467"/>
                    <a:pt x="48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86"/>
            <p:cNvSpPr/>
            <p:nvPr/>
          </p:nvSpPr>
          <p:spPr>
            <a:xfrm>
              <a:off x="6716044" y="3825395"/>
              <a:ext cx="197973" cy="340314"/>
            </a:xfrm>
            <a:custGeom>
              <a:rect b="b" l="l" r="r" t="t"/>
              <a:pathLst>
                <a:path extrusionOk="0" h="12999" w="7562">
                  <a:moveTo>
                    <a:pt x="3171" y="2531"/>
                  </a:moveTo>
                  <a:cubicBezTo>
                    <a:pt x="3805" y="2916"/>
                    <a:pt x="4531" y="3137"/>
                    <a:pt x="5270" y="3180"/>
                  </a:cubicBezTo>
                  <a:lnTo>
                    <a:pt x="5270" y="4462"/>
                  </a:lnTo>
                  <a:cubicBezTo>
                    <a:pt x="5290" y="5298"/>
                    <a:pt x="4617" y="5990"/>
                    <a:pt x="3776" y="5990"/>
                  </a:cubicBezTo>
                  <a:cubicBezTo>
                    <a:pt x="2940" y="5990"/>
                    <a:pt x="2268" y="5298"/>
                    <a:pt x="2282" y="4462"/>
                  </a:cubicBezTo>
                  <a:lnTo>
                    <a:pt x="2287" y="4462"/>
                  </a:lnTo>
                  <a:lnTo>
                    <a:pt x="2287" y="3122"/>
                  </a:lnTo>
                  <a:cubicBezTo>
                    <a:pt x="2604" y="2968"/>
                    <a:pt x="2902" y="2767"/>
                    <a:pt x="3171" y="2531"/>
                  </a:cubicBezTo>
                  <a:close/>
                  <a:moveTo>
                    <a:pt x="4271" y="6355"/>
                  </a:moveTo>
                  <a:lnTo>
                    <a:pt x="4271" y="6893"/>
                  </a:lnTo>
                  <a:cubicBezTo>
                    <a:pt x="4113" y="6951"/>
                    <a:pt x="3947" y="6980"/>
                    <a:pt x="3781" y="6980"/>
                  </a:cubicBezTo>
                  <a:cubicBezTo>
                    <a:pt x="3615" y="6980"/>
                    <a:pt x="3450" y="6951"/>
                    <a:pt x="3291" y="6893"/>
                  </a:cubicBezTo>
                  <a:lnTo>
                    <a:pt x="3291" y="6355"/>
                  </a:lnTo>
                  <a:cubicBezTo>
                    <a:pt x="3450" y="6403"/>
                    <a:pt x="3614" y="6427"/>
                    <a:pt x="3779" y="6427"/>
                  </a:cubicBezTo>
                  <a:cubicBezTo>
                    <a:pt x="3944" y="6427"/>
                    <a:pt x="4110" y="6403"/>
                    <a:pt x="4271" y="6355"/>
                  </a:cubicBezTo>
                  <a:close/>
                  <a:moveTo>
                    <a:pt x="4631" y="7225"/>
                  </a:moveTo>
                  <a:cubicBezTo>
                    <a:pt x="4679" y="7230"/>
                    <a:pt x="4723" y="7234"/>
                    <a:pt x="4771" y="7239"/>
                  </a:cubicBezTo>
                  <a:lnTo>
                    <a:pt x="4603" y="7724"/>
                  </a:lnTo>
                  <a:lnTo>
                    <a:pt x="4209" y="7311"/>
                  </a:lnTo>
                  <a:cubicBezTo>
                    <a:pt x="4305" y="7287"/>
                    <a:pt x="4401" y="7258"/>
                    <a:pt x="4492" y="7225"/>
                  </a:cubicBezTo>
                  <a:close/>
                  <a:moveTo>
                    <a:pt x="3075" y="7230"/>
                  </a:moveTo>
                  <a:cubicBezTo>
                    <a:pt x="3176" y="7273"/>
                    <a:pt x="3282" y="7306"/>
                    <a:pt x="3392" y="7330"/>
                  </a:cubicBezTo>
                  <a:lnTo>
                    <a:pt x="2984" y="7739"/>
                  </a:lnTo>
                  <a:lnTo>
                    <a:pt x="2801" y="7239"/>
                  </a:lnTo>
                  <a:cubicBezTo>
                    <a:pt x="2844" y="7234"/>
                    <a:pt x="2892" y="7230"/>
                    <a:pt x="2936" y="7230"/>
                  </a:cubicBezTo>
                  <a:close/>
                  <a:moveTo>
                    <a:pt x="2412" y="7302"/>
                  </a:moveTo>
                  <a:lnTo>
                    <a:pt x="2902" y="8642"/>
                  </a:lnTo>
                  <a:lnTo>
                    <a:pt x="2619" y="8162"/>
                  </a:lnTo>
                  <a:cubicBezTo>
                    <a:pt x="2583" y="8101"/>
                    <a:pt x="2521" y="8067"/>
                    <a:pt x="2456" y="8067"/>
                  </a:cubicBezTo>
                  <a:cubicBezTo>
                    <a:pt x="2433" y="8067"/>
                    <a:pt x="2410" y="8071"/>
                    <a:pt x="2388" y="8080"/>
                  </a:cubicBezTo>
                  <a:lnTo>
                    <a:pt x="2032" y="8210"/>
                  </a:lnTo>
                  <a:lnTo>
                    <a:pt x="2032" y="8210"/>
                  </a:lnTo>
                  <a:lnTo>
                    <a:pt x="2316" y="7326"/>
                  </a:lnTo>
                  <a:cubicBezTo>
                    <a:pt x="2345" y="7316"/>
                    <a:pt x="2378" y="7306"/>
                    <a:pt x="2412" y="7302"/>
                  </a:cubicBezTo>
                  <a:close/>
                  <a:moveTo>
                    <a:pt x="5150" y="7306"/>
                  </a:moveTo>
                  <a:cubicBezTo>
                    <a:pt x="5213" y="7321"/>
                    <a:pt x="5266" y="7335"/>
                    <a:pt x="5323" y="7359"/>
                  </a:cubicBezTo>
                  <a:lnTo>
                    <a:pt x="5592" y="8210"/>
                  </a:lnTo>
                  <a:lnTo>
                    <a:pt x="5592" y="8210"/>
                  </a:lnTo>
                  <a:lnTo>
                    <a:pt x="5242" y="8080"/>
                  </a:lnTo>
                  <a:cubicBezTo>
                    <a:pt x="5220" y="8072"/>
                    <a:pt x="5198" y="8068"/>
                    <a:pt x="5176" y="8068"/>
                  </a:cubicBezTo>
                  <a:cubicBezTo>
                    <a:pt x="5109" y="8068"/>
                    <a:pt x="5044" y="8105"/>
                    <a:pt x="5011" y="8166"/>
                  </a:cubicBezTo>
                  <a:lnTo>
                    <a:pt x="4636" y="8801"/>
                  </a:lnTo>
                  <a:lnTo>
                    <a:pt x="5150" y="7306"/>
                  </a:lnTo>
                  <a:close/>
                  <a:moveTo>
                    <a:pt x="3810" y="7455"/>
                  </a:moveTo>
                  <a:lnTo>
                    <a:pt x="4458" y="8133"/>
                  </a:lnTo>
                  <a:lnTo>
                    <a:pt x="3810" y="10006"/>
                  </a:lnTo>
                  <a:lnTo>
                    <a:pt x="3128" y="8133"/>
                  </a:lnTo>
                  <a:lnTo>
                    <a:pt x="3810" y="7455"/>
                  </a:lnTo>
                  <a:close/>
                  <a:moveTo>
                    <a:pt x="5818" y="7624"/>
                  </a:moveTo>
                  <a:lnTo>
                    <a:pt x="5818" y="7624"/>
                  </a:lnTo>
                  <a:cubicBezTo>
                    <a:pt x="6169" y="7893"/>
                    <a:pt x="6419" y="8277"/>
                    <a:pt x="6524" y="8709"/>
                  </a:cubicBezTo>
                  <a:lnTo>
                    <a:pt x="7072" y="10938"/>
                  </a:lnTo>
                  <a:cubicBezTo>
                    <a:pt x="7154" y="11270"/>
                    <a:pt x="7005" y="11611"/>
                    <a:pt x="6712" y="11779"/>
                  </a:cubicBezTo>
                  <a:cubicBezTo>
                    <a:pt x="5804" y="12303"/>
                    <a:pt x="4905" y="12576"/>
                    <a:pt x="4007" y="12615"/>
                  </a:cubicBezTo>
                  <a:lnTo>
                    <a:pt x="4007" y="10636"/>
                  </a:lnTo>
                  <a:lnTo>
                    <a:pt x="5261" y="8493"/>
                  </a:lnTo>
                  <a:lnTo>
                    <a:pt x="5832" y="8700"/>
                  </a:lnTo>
                  <a:cubicBezTo>
                    <a:pt x="5854" y="8707"/>
                    <a:pt x="5876" y="8711"/>
                    <a:pt x="5898" y="8711"/>
                  </a:cubicBezTo>
                  <a:cubicBezTo>
                    <a:pt x="6021" y="8711"/>
                    <a:pt x="6123" y="8590"/>
                    <a:pt x="6082" y="8459"/>
                  </a:cubicBezTo>
                  <a:lnTo>
                    <a:pt x="5818" y="7624"/>
                  </a:lnTo>
                  <a:close/>
                  <a:moveTo>
                    <a:pt x="3081" y="1"/>
                  </a:moveTo>
                  <a:cubicBezTo>
                    <a:pt x="1856" y="1"/>
                    <a:pt x="786" y="1018"/>
                    <a:pt x="779" y="2315"/>
                  </a:cubicBezTo>
                  <a:cubicBezTo>
                    <a:pt x="779" y="2944"/>
                    <a:pt x="822" y="3574"/>
                    <a:pt x="913" y="4193"/>
                  </a:cubicBezTo>
                  <a:cubicBezTo>
                    <a:pt x="980" y="4674"/>
                    <a:pt x="1389" y="5034"/>
                    <a:pt x="1874" y="5034"/>
                  </a:cubicBezTo>
                  <a:lnTo>
                    <a:pt x="2004" y="5034"/>
                  </a:lnTo>
                  <a:cubicBezTo>
                    <a:pt x="2157" y="5495"/>
                    <a:pt x="2479" y="5880"/>
                    <a:pt x="2902" y="6105"/>
                  </a:cubicBezTo>
                  <a:lnTo>
                    <a:pt x="2902" y="6836"/>
                  </a:lnTo>
                  <a:cubicBezTo>
                    <a:pt x="1840" y="6855"/>
                    <a:pt x="918" y="7585"/>
                    <a:pt x="663" y="8618"/>
                  </a:cubicBezTo>
                  <a:lnTo>
                    <a:pt x="582" y="8964"/>
                  </a:lnTo>
                  <a:cubicBezTo>
                    <a:pt x="545" y="9111"/>
                    <a:pt x="657" y="9201"/>
                    <a:pt x="768" y="9201"/>
                  </a:cubicBezTo>
                  <a:cubicBezTo>
                    <a:pt x="846" y="9201"/>
                    <a:pt x="923" y="9156"/>
                    <a:pt x="947" y="9055"/>
                  </a:cubicBezTo>
                  <a:lnTo>
                    <a:pt x="1033" y="8709"/>
                  </a:lnTo>
                  <a:cubicBezTo>
                    <a:pt x="1149" y="8243"/>
                    <a:pt x="1427" y="7840"/>
                    <a:pt x="1821" y="7566"/>
                  </a:cubicBezTo>
                  <a:lnTo>
                    <a:pt x="1821" y="7566"/>
                  </a:lnTo>
                  <a:lnTo>
                    <a:pt x="1542" y="8455"/>
                  </a:lnTo>
                  <a:cubicBezTo>
                    <a:pt x="1498" y="8585"/>
                    <a:pt x="1597" y="8708"/>
                    <a:pt x="1722" y="8708"/>
                  </a:cubicBezTo>
                  <a:cubicBezTo>
                    <a:pt x="1745" y="8708"/>
                    <a:pt x="1769" y="8704"/>
                    <a:pt x="1792" y="8695"/>
                  </a:cubicBezTo>
                  <a:lnTo>
                    <a:pt x="2364" y="8488"/>
                  </a:lnTo>
                  <a:lnTo>
                    <a:pt x="3613" y="10631"/>
                  </a:lnTo>
                  <a:lnTo>
                    <a:pt x="3613" y="12610"/>
                  </a:lnTo>
                  <a:cubicBezTo>
                    <a:pt x="2695" y="12581"/>
                    <a:pt x="1778" y="12312"/>
                    <a:pt x="846" y="11769"/>
                  </a:cubicBezTo>
                  <a:cubicBezTo>
                    <a:pt x="558" y="11601"/>
                    <a:pt x="409" y="11265"/>
                    <a:pt x="486" y="10938"/>
                  </a:cubicBezTo>
                  <a:lnTo>
                    <a:pt x="721" y="9968"/>
                  </a:lnTo>
                  <a:cubicBezTo>
                    <a:pt x="758" y="9821"/>
                    <a:pt x="645" y="9731"/>
                    <a:pt x="533" y="9731"/>
                  </a:cubicBezTo>
                  <a:cubicBezTo>
                    <a:pt x="455" y="9731"/>
                    <a:pt x="377" y="9775"/>
                    <a:pt x="351" y="9877"/>
                  </a:cubicBezTo>
                  <a:lnTo>
                    <a:pt x="116" y="10847"/>
                  </a:lnTo>
                  <a:cubicBezTo>
                    <a:pt x="0" y="11337"/>
                    <a:pt x="217" y="11851"/>
                    <a:pt x="658" y="12101"/>
                  </a:cubicBezTo>
                  <a:cubicBezTo>
                    <a:pt x="1691" y="12699"/>
                    <a:pt x="2734" y="12998"/>
                    <a:pt x="3777" y="12998"/>
                  </a:cubicBezTo>
                  <a:cubicBezTo>
                    <a:pt x="4820" y="12998"/>
                    <a:pt x="5864" y="12699"/>
                    <a:pt x="6899" y="12101"/>
                  </a:cubicBezTo>
                  <a:cubicBezTo>
                    <a:pt x="7341" y="11861"/>
                    <a:pt x="7562" y="11347"/>
                    <a:pt x="7442" y="10861"/>
                  </a:cubicBezTo>
                  <a:lnTo>
                    <a:pt x="6894" y="8628"/>
                  </a:lnTo>
                  <a:cubicBezTo>
                    <a:pt x="6635" y="7595"/>
                    <a:pt x="5717" y="6864"/>
                    <a:pt x="4655" y="6845"/>
                  </a:cubicBezTo>
                  <a:lnTo>
                    <a:pt x="4655" y="6115"/>
                  </a:lnTo>
                  <a:cubicBezTo>
                    <a:pt x="5083" y="5889"/>
                    <a:pt x="5405" y="5505"/>
                    <a:pt x="5554" y="5044"/>
                  </a:cubicBezTo>
                  <a:lnTo>
                    <a:pt x="5583" y="5044"/>
                  </a:lnTo>
                  <a:cubicBezTo>
                    <a:pt x="6073" y="5044"/>
                    <a:pt x="6486" y="4679"/>
                    <a:pt x="6548" y="4189"/>
                  </a:cubicBezTo>
                  <a:cubicBezTo>
                    <a:pt x="6611" y="3723"/>
                    <a:pt x="6644" y="3295"/>
                    <a:pt x="6664" y="2892"/>
                  </a:cubicBezTo>
                  <a:cubicBezTo>
                    <a:pt x="6661" y="2768"/>
                    <a:pt x="6567" y="2704"/>
                    <a:pt x="6472" y="2704"/>
                  </a:cubicBezTo>
                  <a:cubicBezTo>
                    <a:pt x="6383" y="2704"/>
                    <a:pt x="6293" y="2761"/>
                    <a:pt x="6279" y="2877"/>
                  </a:cubicBezTo>
                  <a:cubicBezTo>
                    <a:pt x="6260" y="3271"/>
                    <a:pt x="6226" y="3684"/>
                    <a:pt x="6169" y="4145"/>
                  </a:cubicBezTo>
                  <a:cubicBezTo>
                    <a:pt x="6135" y="4414"/>
                    <a:pt x="5914" y="4626"/>
                    <a:pt x="5645" y="4650"/>
                  </a:cubicBezTo>
                  <a:cubicBezTo>
                    <a:pt x="5684" y="4256"/>
                    <a:pt x="5645" y="4890"/>
                    <a:pt x="5664" y="3002"/>
                  </a:cubicBezTo>
                  <a:cubicBezTo>
                    <a:pt x="5664" y="2978"/>
                    <a:pt x="5645" y="2959"/>
                    <a:pt x="5635" y="2935"/>
                  </a:cubicBezTo>
                  <a:cubicBezTo>
                    <a:pt x="5631" y="2911"/>
                    <a:pt x="5621" y="2887"/>
                    <a:pt x="5607" y="2868"/>
                  </a:cubicBezTo>
                  <a:cubicBezTo>
                    <a:pt x="5592" y="2848"/>
                    <a:pt x="5559" y="2848"/>
                    <a:pt x="5539" y="2839"/>
                  </a:cubicBezTo>
                  <a:cubicBezTo>
                    <a:pt x="5520" y="2824"/>
                    <a:pt x="5501" y="2810"/>
                    <a:pt x="5472" y="2810"/>
                  </a:cubicBezTo>
                  <a:cubicBezTo>
                    <a:pt x="4689" y="2800"/>
                    <a:pt x="3920" y="2565"/>
                    <a:pt x="3272" y="2123"/>
                  </a:cubicBezTo>
                  <a:cubicBezTo>
                    <a:pt x="3238" y="2097"/>
                    <a:pt x="3197" y="2085"/>
                    <a:pt x="3157" y="2085"/>
                  </a:cubicBezTo>
                  <a:cubicBezTo>
                    <a:pt x="3106" y="2085"/>
                    <a:pt x="3055" y="2105"/>
                    <a:pt x="3017" y="2142"/>
                  </a:cubicBezTo>
                  <a:cubicBezTo>
                    <a:pt x="3017" y="2142"/>
                    <a:pt x="2571" y="2594"/>
                    <a:pt x="2018" y="2820"/>
                  </a:cubicBezTo>
                  <a:cubicBezTo>
                    <a:pt x="2008" y="2824"/>
                    <a:pt x="1999" y="2839"/>
                    <a:pt x="1994" y="2848"/>
                  </a:cubicBezTo>
                  <a:cubicBezTo>
                    <a:pt x="1951" y="2872"/>
                    <a:pt x="1922" y="2916"/>
                    <a:pt x="1912" y="2964"/>
                  </a:cubicBezTo>
                  <a:cubicBezTo>
                    <a:pt x="1912" y="2973"/>
                    <a:pt x="1898" y="2983"/>
                    <a:pt x="1898" y="2997"/>
                  </a:cubicBezTo>
                  <a:lnTo>
                    <a:pt x="1898" y="4453"/>
                  </a:lnTo>
                  <a:cubicBezTo>
                    <a:pt x="1903" y="4520"/>
                    <a:pt x="1908" y="4587"/>
                    <a:pt x="1922" y="4655"/>
                  </a:cubicBezTo>
                  <a:lnTo>
                    <a:pt x="1874" y="4655"/>
                  </a:lnTo>
                  <a:cubicBezTo>
                    <a:pt x="1581" y="4650"/>
                    <a:pt x="1331" y="4434"/>
                    <a:pt x="1293" y="4145"/>
                  </a:cubicBezTo>
                  <a:cubicBezTo>
                    <a:pt x="1201" y="3540"/>
                    <a:pt x="1158" y="2930"/>
                    <a:pt x="1158" y="2320"/>
                  </a:cubicBezTo>
                  <a:cubicBezTo>
                    <a:pt x="1166" y="1235"/>
                    <a:pt x="2062" y="388"/>
                    <a:pt x="3085" y="388"/>
                  </a:cubicBezTo>
                  <a:cubicBezTo>
                    <a:pt x="3302" y="388"/>
                    <a:pt x="3526" y="426"/>
                    <a:pt x="3747" y="509"/>
                  </a:cubicBezTo>
                  <a:cubicBezTo>
                    <a:pt x="3964" y="586"/>
                    <a:pt x="4161" y="711"/>
                    <a:pt x="4324" y="874"/>
                  </a:cubicBezTo>
                  <a:cubicBezTo>
                    <a:pt x="4362" y="912"/>
                    <a:pt x="4414" y="932"/>
                    <a:pt x="4466" y="932"/>
                  </a:cubicBezTo>
                  <a:cubicBezTo>
                    <a:pt x="4517" y="932"/>
                    <a:pt x="4569" y="912"/>
                    <a:pt x="4607" y="874"/>
                  </a:cubicBezTo>
                  <a:lnTo>
                    <a:pt x="4622" y="855"/>
                  </a:lnTo>
                  <a:cubicBezTo>
                    <a:pt x="4816" y="651"/>
                    <a:pt x="5062" y="558"/>
                    <a:pt x="5304" y="558"/>
                  </a:cubicBezTo>
                  <a:cubicBezTo>
                    <a:pt x="5764" y="558"/>
                    <a:pt x="6211" y="891"/>
                    <a:pt x="6265" y="1426"/>
                  </a:cubicBezTo>
                  <a:cubicBezTo>
                    <a:pt x="6270" y="1479"/>
                    <a:pt x="6274" y="1527"/>
                    <a:pt x="6279" y="1570"/>
                  </a:cubicBezTo>
                  <a:cubicBezTo>
                    <a:pt x="6294" y="1719"/>
                    <a:pt x="6303" y="1873"/>
                    <a:pt x="6298" y="2022"/>
                  </a:cubicBezTo>
                  <a:cubicBezTo>
                    <a:pt x="6298" y="2128"/>
                    <a:pt x="6385" y="2214"/>
                    <a:pt x="6491" y="2214"/>
                  </a:cubicBezTo>
                  <a:cubicBezTo>
                    <a:pt x="6601" y="2214"/>
                    <a:pt x="6683" y="2128"/>
                    <a:pt x="6683" y="2022"/>
                  </a:cubicBezTo>
                  <a:cubicBezTo>
                    <a:pt x="6688" y="1859"/>
                    <a:pt x="6678" y="1695"/>
                    <a:pt x="6659" y="1527"/>
                  </a:cubicBezTo>
                  <a:cubicBezTo>
                    <a:pt x="6659" y="1489"/>
                    <a:pt x="6649" y="1441"/>
                    <a:pt x="6644" y="1388"/>
                  </a:cubicBezTo>
                  <a:cubicBezTo>
                    <a:pt x="6575" y="650"/>
                    <a:pt x="5953" y="172"/>
                    <a:pt x="5302" y="172"/>
                  </a:cubicBezTo>
                  <a:cubicBezTo>
                    <a:pt x="5013" y="172"/>
                    <a:pt x="4718" y="267"/>
                    <a:pt x="4463" y="475"/>
                  </a:cubicBezTo>
                  <a:cubicBezTo>
                    <a:pt x="4290" y="336"/>
                    <a:pt x="4093" y="225"/>
                    <a:pt x="3882" y="148"/>
                  </a:cubicBezTo>
                  <a:cubicBezTo>
                    <a:pt x="3614" y="47"/>
                    <a:pt x="3344" y="1"/>
                    <a:pt x="30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0" name="Google Shape;13790;p86"/>
          <p:cNvGrpSpPr/>
          <p:nvPr/>
        </p:nvGrpSpPr>
        <p:grpSpPr>
          <a:xfrm>
            <a:off x="7517833" y="2465815"/>
            <a:ext cx="370656" cy="345157"/>
            <a:chOff x="7517833" y="2465815"/>
            <a:chExt cx="370656" cy="345157"/>
          </a:xfrm>
        </p:grpSpPr>
        <p:sp>
          <p:nvSpPr>
            <p:cNvPr id="13791" name="Google Shape;13791;p86"/>
            <p:cNvSpPr/>
            <p:nvPr/>
          </p:nvSpPr>
          <p:spPr>
            <a:xfrm>
              <a:off x="7674416" y="2471182"/>
              <a:ext cx="208157" cy="204466"/>
            </a:xfrm>
            <a:custGeom>
              <a:rect b="b" l="l" r="r" t="t"/>
              <a:pathLst>
                <a:path extrusionOk="0" h="7810" w="7951">
                  <a:moveTo>
                    <a:pt x="5611" y="0"/>
                  </a:moveTo>
                  <a:cubicBezTo>
                    <a:pt x="5425" y="0"/>
                    <a:pt x="5239" y="71"/>
                    <a:pt x="5097" y="213"/>
                  </a:cubicBezTo>
                  <a:lnTo>
                    <a:pt x="284" y="5027"/>
                  </a:lnTo>
                  <a:cubicBezTo>
                    <a:pt x="0" y="5315"/>
                    <a:pt x="0" y="5771"/>
                    <a:pt x="284" y="6060"/>
                  </a:cubicBezTo>
                  <a:lnTo>
                    <a:pt x="1821" y="7597"/>
                  </a:lnTo>
                  <a:cubicBezTo>
                    <a:pt x="1963" y="7739"/>
                    <a:pt x="2149" y="7809"/>
                    <a:pt x="2336" y="7809"/>
                  </a:cubicBezTo>
                  <a:cubicBezTo>
                    <a:pt x="2522" y="7809"/>
                    <a:pt x="2710" y="7739"/>
                    <a:pt x="2854" y="7597"/>
                  </a:cubicBezTo>
                  <a:lnTo>
                    <a:pt x="7668" y="2783"/>
                  </a:lnTo>
                  <a:cubicBezTo>
                    <a:pt x="7951" y="2500"/>
                    <a:pt x="7951" y="2039"/>
                    <a:pt x="7668" y="1755"/>
                  </a:cubicBezTo>
                  <a:lnTo>
                    <a:pt x="6125" y="213"/>
                  </a:lnTo>
                  <a:cubicBezTo>
                    <a:pt x="5984" y="71"/>
                    <a:pt x="5798" y="0"/>
                    <a:pt x="56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86"/>
            <p:cNvSpPr/>
            <p:nvPr/>
          </p:nvSpPr>
          <p:spPr>
            <a:xfrm>
              <a:off x="7699313" y="2494220"/>
              <a:ext cx="183260" cy="181427"/>
            </a:xfrm>
            <a:custGeom>
              <a:rect b="b" l="l" r="r" t="t"/>
              <a:pathLst>
                <a:path extrusionOk="0" h="6930" w="7000">
                  <a:moveTo>
                    <a:pt x="5842" y="1"/>
                  </a:moveTo>
                  <a:cubicBezTo>
                    <a:pt x="6126" y="284"/>
                    <a:pt x="6126" y="745"/>
                    <a:pt x="5842" y="1029"/>
                  </a:cubicBezTo>
                  <a:lnTo>
                    <a:pt x="1029" y="5843"/>
                  </a:lnTo>
                  <a:cubicBezTo>
                    <a:pt x="887" y="5984"/>
                    <a:pt x="701" y="6055"/>
                    <a:pt x="514" y="6055"/>
                  </a:cubicBezTo>
                  <a:cubicBezTo>
                    <a:pt x="328" y="6055"/>
                    <a:pt x="142" y="5984"/>
                    <a:pt x="0" y="5843"/>
                  </a:cubicBezTo>
                  <a:lnTo>
                    <a:pt x="0" y="5843"/>
                  </a:lnTo>
                  <a:lnTo>
                    <a:pt x="870" y="6717"/>
                  </a:lnTo>
                  <a:cubicBezTo>
                    <a:pt x="1012" y="6859"/>
                    <a:pt x="1198" y="6929"/>
                    <a:pt x="1385" y="6929"/>
                  </a:cubicBezTo>
                  <a:cubicBezTo>
                    <a:pt x="1571" y="6929"/>
                    <a:pt x="1759" y="6859"/>
                    <a:pt x="1903" y="6717"/>
                  </a:cubicBezTo>
                  <a:lnTo>
                    <a:pt x="6717" y="1903"/>
                  </a:lnTo>
                  <a:cubicBezTo>
                    <a:pt x="7000" y="1615"/>
                    <a:pt x="7000" y="1154"/>
                    <a:pt x="6717" y="870"/>
                  </a:cubicBezTo>
                  <a:lnTo>
                    <a:pt x="584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86"/>
            <p:cNvSpPr/>
            <p:nvPr/>
          </p:nvSpPr>
          <p:spPr>
            <a:xfrm>
              <a:off x="7762956" y="2505661"/>
              <a:ext cx="83148" cy="83305"/>
            </a:xfrm>
            <a:custGeom>
              <a:rect b="b" l="l" r="r" t="t"/>
              <a:pathLst>
                <a:path extrusionOk="0" h="3182" w="3176">
                  <a:moveTo>
                    <a:pt x="610" y="1"/>
                  </a:moveTo>
                  <a:lnTo>
                    <a:pt x="0" y="611"/>
                  </a:lnTo>
                  <a:lnTo>
                    <a:pt x="2561" y="3181"/>
                  </a:lnTo>
                  <a:lnTo>
                    <a:pt x="3176" y="2566"/>
                  </a:lnTo>
                  <a:lnTo>
                    <a:pt x="61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6"/>
            <p:cNvSpPr/>
            <p:nvPr/>
          </p:nvSpPr>
          <p:spPr>
            <a:xfrm>
              <a:off x="7807227" y="2549931"/>
              <a:ext cx="39008" cy="39034"/>
            </a:xfrm>
            <a:custGeom>
              <a:rect b="b" l="l" r="r" t="t"/>
              <a:pathLst>
                <a:path extrusionOk="0" h="1491" w="1490">
                  <a:moveTo>
                    <a:pt x="615" y="1"/>
                  </a:moveTo>
                  <a:lnTo>
                    <a:pt x="0" y="616"/>
                  </a:lnTo>
                  <a:lnTo>
                    <a:pt x="875" y="1490"/>
                  </a:lnTo>
                  <a:lnTo>
                    <a:pt x="1490" y="875"/>
                  </a:lnTo>
                  <a:lnTo>
                    <a:pt x="61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86"/>
            <p:cNvSpPr/>
            <p:nvPr/>
          </p:nvSpPr>
          <p:spPr>
            <a:xfrm>
              <a:off x="7523619" y="2632817"/>
              <a:ext cx="193444" cy="172971"/>
            </a:xfrm>
            <a:custGeom>
              <a:rect b="b" l="l" r="r" t="t"/>
              <a:pathLst>
                <a:path extrusionOk="0" h="6607" w="7389">
                  <a:moveTo>
                    <a:pt x="6164" y="1"/>
                  </a:moveTo>
                  <a:lnTo>
                    <a:pt x="0" y="6164"/>
                  </a:lnTo>
                  <a:cubicBezTo>
                    <a:pt x="81" y="6466"/>
                    <a:pt x="463" y="6607"/>
                    <a:pt x="995" y="6607"/>
                  </a:cubicBezTo>
                  <a:cubicBezTo>
                    <a:pt x="2608" y="6607"/>
                    <a:pt x="5594" y="5306"/>
                    <a:pt x="5703" y="3224"/>
                  </a:cubicBezTo>
                  <a:cubicBezTo>
                    <a:pt x="5717" y="2979"/>
                    <a:pt x="5856" y="2763"/>
                    <a:pt x="6029" y="2590"/>
                  </a:cubicBezTo>
                  <a:lnTo>
                    <a:pt x="7389" y="1226"/>
                  </a:lnTo>
                  <a:lnTo>
                    <a:pt x="6164" y="1"/>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86"/>
            <p:cNvSpPr/>
            <p:nvPr/>
          </p:nvSpPr>
          <p:spPr>
            <a:xfrm>
              <a:off x="7523619" y="2647295"/>
              <a:ext cx="193444" cy="158494"/>
            </a:xfrm>
            <a:custGeom>
              <a:rect b="b" l="l" r="r" t="t"/>
              <a:pathLst>
                <a:path extrusionOk="0" h="6054" w="7389">
                  <a:moveTo>
                    <a:pt x="6711" y="0"/>
                  </a:moveTo>
                  <a:lnTo>
                    <a:pt x="5352" y="1360"/>
                  </a:lnTo>
                  <a:cubicBezTo>
                    <a:pt x="5179" y="1533"/>
                    <a:pt x="5040" y="1754"/>
                    <a:pt x="5025" y="1994"/>
                  </a:cubicBezTo>
                  <a:cubicBezTo>
                    <a:pt x="4917" y="4071"/>
                    <a:pt x="1940" y="5378"/>
                    <a:pt x="329" y="5378"/>
                  </a:cubicBezTo>
                  <a:cubicBezTo>
                    <a:pt x="298" y="5378"/>
                    <a:pt x="266" y="5377"/>
                    <a:pt x="236" y="5376"/>
                  </a:cubicBezTo>
                  <a:lnTo>
                    <a:pt x="0" y="5611"/>
                  </a:lnTo>
                  <a:cubicBezTo>
                    <a:pt x="81" y="5913"/>
                    <a:pt x="463" y="6054"/>
                    <a:pt x="995" y="6054"/>
                  </a:cubicBezTo>
                  <a:cubicBezTo>
                    <a:pt x="2608" y="6054"/>
                    <a:pt x="5595" y="4753"/>
                    <a:pt x="5707" y="2671"/>
                  </a:cubicBezTo>
                  <a:cubicBezTo>
                    <a:pt x="5717" y="2426"/>
                    <a:pt x="5856" y="2210"/>
                    <a:pt x="6029" y="2037"/>
                  </a:cubicBezTo>
                  <a:lnTo>
                    <a:pt x="7389" y="673"/>
                  </a:lnTo>
                  <a:lnTo>
                    <a:pt x="671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86"/>
            <p:cNvSpPr/>
            <p:nvPr/>
          </p:nvSpPr>
          <p:spPr>
            <a:xfrm>
              <a:off x="7517833" y="2465815"/>
              <a:ext cx="370656" cy="345157"/>
            </a:xfrm>
            <a:custGeom>
              <a:rect b="b" l="l" r="r" t="t"/>
              <a:pathLst>
                <a:path extrusionOk="0" h="13184" w="14158">
                  <a:moveTo>
                    <a:pt x="11592" y="411"/>
                  </a:moveTo>
                  <a:cubicBezTo>
                    <a:pt x="11727" y="411"/>
                    <a:pt x="11861" y="461"/>
                    <a:pt x="11962" y="562"/>
                  </a:cubicBezTo>
                  <a:lnTo>
                    <a:pt x="13504" y="2104"/>
                  </a:lnTo>
                  <a:cubicBezTo>
                    <a:pt x="13706" y="2306"/>
                    <a:pt x="13706" y="2638"/>
                    <a:pt x="13504" y="2839"/>
                  </a:cubicBezTo>
                  <a:lnTo>
                    <a:pt x="12544" y="3800"/>
                  </a:lnTo>
                  <a:lnTo>
                    <a:pt x="10266" y="1523"/>
                  </a:lnTo>
                  <a:lnTo>
                    <a:pt x="11222" y="562"/>
                  </a:lnTo>
                  <a:cubicBezTo>
                    <a:pt x="11323" y="461"/>
                    <a:pt x="11458" y="411"/>
                    <a:pt x="11592" y="411"/>
                  </a:cubicBezTo>
                  <a:close/>
                  <a:moveTo>
                    <a:pt x="9973" y="1816"/>
                  </a:moveTo>
                  <a:lnTo>
                    <a:pt x="12251" y="4088"/>
                  </a:lnTo>
                  <a:lnTo>
                    <a:pt x="11929" y="4410"/>
                  </a:lnTo>
                  <a:lnTo>
                    <a:pt x="9656" y="2133"/>
                  </a:lnTo>
                  <a:lnTo>
                    <a:pt x="9973" y="1816"/>
                  </a:lnTo>
                  <a:close/>
                  <a:moveTo>
                    <a:pt x="11590" y="0"/>
                  </a:moveTo>
                  <a:cubicBezTo>
                    <a:pt x="11351" y="0"/>
                    <a:pt x="11112" y="91"/>
                    <a:pt x="10929" y="274"/>
                  </a:cubicBezTo>
                  <a:lnTo>
                    <a:pt x="8503" y="2700"/>
                  </a:lnTo>
                  <a:cubicBezTo>
                    <a:pt x="8352" y="2851"/>
                    <a:pt x="8489" y="3058"/>
                    <a:pt x="8650" y="3058"/>
                  </a:cubicBezTo>
                  <a:cubicBezTo>
                    <a:pt x="8699" y="3058"/>
                    <a:pt x="8750" y="3039"/>
                    <a:pt x="8796" y="2993"/>
                  </a:cubicBezTo>
                  <a:lnTo>
                    <a:pt x="9358" y="2426"/>
                  </a:lnTo>
                  <a:lnTo>
                    <a:pt x="11636" y="4703"/>
                  </a:lnTo>
                  <a:lnTo>
                    <a:pt x="8681" y="7658"/>
                  </a:lnTo>
                  <a:cubicBezTo>
                    <a:pt x="8580" y="7761"/>
                    <a:pt x="8447" y="7813"/>
                    <a:pt x="8313" y="7813"/>
                  </a:cubicBezTo>
                  <a:cubicBezTo>
                    <a:pt x="8179" y="7813"/>
                    <a:pt x="8045" y="7761"/>
                    <a:pt x="7941" y="7658"/>
                  </a:cubicBezTo>
                  <a:lnTo>
                    <a:pt x="6404" y="6120"/>
                  </a:lnTo>
                  <a:cubicBezTo>
                    <a:pt x="6197" y="5914"/>
                    <a:pt x="6197" y="5582"/>
                    <a:pt x="6404" y="5381"/>
                  </a:cubicBezTo>
                  <a:lnTo>
                    <a:pt x="8124" y="3661"/>
                  </a:lnTo>
                  <a:cubicBezTo>
                    <a:pt x="8271" y="3510"/>
                    <a:pt x="8133" y="3302"/>
                    <a:pt x="7975" y="3302"/>
                  </a:cubicBezTo>
                  <a:cubicBezTo>
                    <a:pt x="7926" y="3302"/>
                    <a:pt x="7876" y="3322"/>
                    <a:pt x="7831" y="3368"/>
                  </a:cubicBezTo>
                  <a:lnTo>
                    <a:pt x="6111" y="5083"/>
                  </a:lnTo>
                  <a:cubicBezTo>
                    <a:pt x="5760" y="5438"/>
                    <a:pt x="5751" y="6005"/>
                    <a:pt x="6092" y="6370"/>
                  </a:cubicBezTo>
                  <a:lnTo>
                    <a:pt x="2042" y="10415"/>
                  </a:lnTo>
                  <a:cubicBezTo>
                    <a:pt x="1895" y="10566"/>
                    <a:pt x="2032" y="10774"/>
                    <a:pt x="2191" y="10774"/>
                  </a:cubicBezTo>
                  <a:cubicBezTo>
                    <a:pt x="2240" y="10774"/>
                    <a:pt x="2290" y="10754"/>
                    <a:pt x="2335" y="10708"/>
                  </a:cubicBezTo>
                  <a:lnTo>
                    <a:pt x="6375" y="6673"/>
                  </a:lnTo>
                  <a:lnTo>
                    <a:pt x="7312" y="7605"/>
                  </a:lnTo>
                  <a:lnTo>
                    <a:pt x="6101" y="8815"/>
                  </a:lnTo>
                  <a:cubicBezTo>
                    <a:pt x="5861" y="9056"/>
                    <a:pt x="5727" y="9320"/>
                    <a:pt x="5717" y="9589"/>
                  </a:cubicBezTo>
                  <a:cubicBezTo>
                    <a:pt x="5612" y="11583"/>
                    <a:pt x="2659" y="12782"/>
                    <a:pt x="1198" y="12782"/>
                  </a:cubicBezTo>
                  <a:cubicBezTo>
                    <a:pt x="854" y="12782"/>
                    <a:pt x="593" y="12715"/>
                    <a:pt x="471" y="12577"/>
                  </a:cubicBezTo>
                  <a:lnTo>
                    <a:pt x="1643" y="11405"/>
                  </a:lnTo>
                  <a:cubicBezTo>
                    <a:pt x="1794" y="11254"/>
                    <a:pt x="1657" y="11047"/>
                    <a:pt x="1496" y="11047"/>
                  </a:cubicBezTo>
                  <a:cubicBezTo>
                    <a:pt x="1447" y="11047"/>
                    <a:pt x="1396" y="11066"/>
                    <a:pt x="1350" y="11112"/>
                  </a:cubicBezTo>
                  <a:lnTo>
                    <a:pt x="72" y="12390"/>
                  </a:lnTo>
                  <a:cubicBezTo>
                    <a:pt x="19" y="12438"/>
                    <a:pt x="0" y="12515"/>
                    <a:pt x="19" y="12587"/>
                  </a:cubicBezTo>
                  <a:cubicBezTo>
                    <a:pt x="146" y="13056"/>
                    <a:pt x="705" y="13183"/>
                    <a:pt x="1233" y="13183"/>
                  </a:cubicBezTo>
                  <a:cubicBezTo>
                    <a:pt x="1364" y="13183"/>
                    <a:pt x="1494" y="13176"/>
                    <a:pt x="1614" y="13163"/>
                  </a:cubicBezTo>
                  <a:cubicBezTo>
                    <a:pt x="3478" y="12966"/>
                    <a:pt x="6024" y="11587"/>
                    <a:pt x="6125" y="9608"/>
                  </a:cubicBezTo>
                  <a:cubicBezTo>
                    <a:pt x="6145" y="9233"/>
                    <a:pt x="6466" y="9060"/>
                    <a:pt x="7600" y="7893"/>
                  </a:cubicBezTo>
                  <a:cubicBezTo>
                    <a:pt x="7778" y="8095"/>
                    <a:pt x="8037" y="8210"/>
                    <a:pt x="8311" y="8215"/>
                  </a:cubicBezTo>
                  <a:cubicBezTo>
                    <a:pt x="8556" y="8215"/>
                    <a:pt x="8796" y="8114"/>
                    <a:pt x="8969" y="7941"/>
                  </a:cubicBezTo>
                  <a:lnTo>
                    <a:pt x="13783" y="3123"/>
                  </a:lnTo>
                  <a:cubicBezTo>
                    <a:pt x="14153" y="2767"/>
                    <a:pt x="14158" y="2176"/>
                    <a:pt x="13793" y="1811"/>
                  </a:cubicBezTo>
                  <a:lnTo>
                    <a:pt x="12251" y="274"/>
                  </a:lnTo>
                  <a:cubicBezTo>
                    <a:pt x="12068" y="91"/>
                    <a:pt x="11829" y="0"/>
                    <a:pt x="115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8" name="Google Shape;13798;p86"/>
          <p:cNvGrpSpPr/>
          <p:nvPr/>
        </p:nvGrpSpPr>
        <p:grpSpPr>
          <a:xfrm>
            <a:off x="5804954" y="3825709"/>
            <a:ext cx="251197" cy="340392"/>
            <a:chOff x="5804954" y="3825709"/>
            <a:chExt cx="251197" cy="340392"/>
          </a:xfrm>
        </p:grpSpPr>
        <p:sp>
          <p:nvSpPr>
            <p:cNvPr id="13799" name="Google Shape;13799;p86"/>
            <p:cNvSpPr/>
            <p:nvPr/>
          </p:nvSpPr>
          <p:spPr>
            <a:xfrm>
              <a:off x="5804954" y="3830709"/>
              <a:ext cx="236091" cy="330365"/>
            </a:xfrm>
            <a:custGeom>
              <a:rect b="b" l="l" r="r" t="t"/>
              <a:pathLst>
                <a:path extrusionOk="0" h="12619" w="9018">
                  <a:moveTo>
                    <a:pt x="5367" y="1"/>
                  </a:moveTo>
                  <a:cubicBezTo>
                    <a:pt x="5135" y="1"/>
                    <a:pt x="4900" y="28"/>
                    <a:pt x="4665" y="85"/>
                  </a:cubicBezTo>
                  <a:cubicBezTo>
                    <a:pt x="4377" y="157"/>
                    <a:pt x="4099" y="258"/>
                    <a:pt x="3830" y="392"/>
                  </a:cubicBezTo>
                  <a:cubicBezTo>
                    <a:pt x="3412" y="608"/>
                    <a:pt x="3037" y="901"/>
                    <a:pt x="2729" y="1257"/>
                  </a:cubicBezTo>
                  <a:cubicBezTo>
                    <a:pt x="2350" y="1694"/>
                    <a:pt x="1807" y="1958"/>
                    <a:pt x="1231" y="1987"/>
                  </a:cubicBezTo>
                  <a:cubicBezTo>
                    <a:pt x="1231" y="1987"/>
                    <a:pt x="452" y="3231"/>
                    <a:pt x="1154" y="4043"/>
                  </a:cubicBezTo>
                  <a:cubicBezTo>
                    <a:pt x="1855" y="4860"/>
                    <a:pt x="1" y="6244"/>
                    <a:pt x="1159" y="8304"/>
                  </a:cubicBezTo>
                  <a:cubicBezTo>
                    <a:pt x="1519" y="8953"/>
                    <a:pt x="1293" y="9750"/>
                    <a:pt x="1207" y="10442"/>
                  </a:cubicBezTo>
                  <a:cubicBezTo>
                    <a:pt x="1115" y="11105"/>
                    <a:pt x="1370" y="11768"/>
                    <a:pt x="1884" y="12201"/>
                  </a:cubicBezTo>
                  <a:cubicBezTo>
                    <a:pt x="2206" y="12470"/>
                    <a:pt x="2616" y="12619"/>
                    <a:pt x="3036" y="12619"/>
                  </a:cubicBezTo>
                  <a:cubicBezTo>
                    <a:pt x="3043" y="12619"/>
                    <a:pt x="3049" y="12619"/>
                    <a:pt x="3056" y="12618"/>
                  </a:cubicBezTo>
                  <a:cubicBezTo>
                    <a:pt x="3729" y="12614"/>
                    <a:pt x="4363" y="12282"/>
                    <a:pt x="4752" y="11725"/>
                  </a:cubicBezTo>
                  <a:lnTo>
                    <a:pt x="5449" y="10750"/>
                  </a:lnTo>
                  <a:lnTo>
                    <a:pt x="5429" y="10750"/>
                  </a:lnTo>
                  <a:lnTo>
                    <a:pt x="5943" y="10058"/>
                  </a:lnTo>
                  <a:lnTo>
                    <a:pt x="6847" y="8790"/>
                  </a:lnTo>
                  <a:cubicBezTo>
                    <a:pt x="8638" y="6023"/>
                    <a:pt x="9018" y="3721"/>
                    <a:pt x="8158" y="1829"/>
                  </a:cubicBezTo>
                  <a:cubicBezTo>
                    <a:pt x="7652" y="708"/>
                    <a:pt x="6549" y="1"/>
                    <a:pt x="5367"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86"/>
            <p:cNvSpPr/>
            <p:nvPr/>
          </p:nvSpPr>
          <p:spPr>
            <a:xfrm>
              <a:off x="5843831" y="3847124"/>
              <a:ext cx="197214" cy="313951"/>
            </a:xfrm>
            <a:custGeom>
              <a:rect b="b" l="l" r="r" t="t"/>
              <a:pathLst>
                <a:path extrusionOk="0" h="11992" w="7533">
                  <a:moveTo>
                    <a:pt x="5727" y="1"/>
                  </a:moveTo>
                  <a:lnTo>
                    <a:pt x="5727" y="1"/>
                  </a:lnTo>
                  <a:cubicBezTo>
                    <a:pt x="5871" y="193"/>
                    <a:pt x="5996" y="399"/>
                    <a:pt x="6097" y="620"/>
                  </a:cubicBezTo>
                  <a:cubicBezTo>
                    <a:pt x="6952" y="2508"/>
                    <a:pt x="6577" y="4809"/>
                    <a:pt x="4780" y="7581"/>
                  </a:cubicBezTo>
                  <a:lnTo>
                    <a:pt x="3877" y="8850"/>
                  </a:lnTo>
                  <a:lnTo>
                    <a:pt x="3363" y="9541"/>
                  </a:lnTo>
                  <a:lnTo>
                    <a:pt x="3382" y="9541"/>
                  </a:lnTo>
                  <a:lnTo>
                    <a:pt x="2686" y="10521"/>
                  </a:lnTo>
                  <a:cubicBezTo>
                    <a:pt x="2292" y="11074"/>
                    <a:pt x="1662" y="11405"/>
                    <a:pt x="985" y="11410"/>
                  </a:cubicBezTo>
                  <a:cubicBezTo>
                    <a:pt x="977" y="11410"/>
                    <a:pt x="969" y="11410"/>
                    <a:pt x="961" y="11410"/>
                  </a:cubicBezTo>
                  <a:cubicBezTo>
                    <a:pt x="619" y="11410"/>
                    <a:pt x="287" y="11310"/>
                    <a:pt x="0" y="11127"/>
                  </a:cubicBezTo>
                  <a:lnTo>
                    <a:pt x="0" y="11127"/>
                  </a:lnTo>
                  <a:cubicBezTo>
                    <a:pt x="341" y="11665"/>
                    <a:pt x="932" y="11991"/>
                    <a:pt x="1571" y="11991"/>
                  </a:cubicBezTo>
                  <a:cubicBezTo>
                    <a:pt x="2244" y="11987"/>
                    <a:pt x="2878" y="11655"/>
                    <a:pt x="3267" y="11103"/>
                  </a:cubicBezTo>
                  <a:lnTo>
                    <a:pt x="3964" y="10128"/>
                  </a:lnTo>
                  <a:lnTo>
                    <a:pt x="3944" y="10128"/>
                  </a:lnTo>
                  <a:lnTo>
                    <a:pt x="4458" y="9431"/>
                  </a:lnTo>
                  <a:lnTo>
                    <a:pt x="5362" y="8167"/>
                  </a:lnTo>
                  <a:cubicBezTo>
                    <a:pt x="7153" y="5396"/>
                    <a:pt x="7533" y="3094"/>
                    <a:pt x="6678" y="1202"/>
                  </a:cubicBezTo>
                  <a:cubicBezTo>
                    <a:pt x="6462" y="731"/>
                    <a:pt x="6135" y="318"/>
                    <a:pt x="5727"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86"/>
            <p:cNvSpPr/>
            <p:nvPr/>
          </p:nvSpPr>
          <p:spPr>
            <a:xfrm>
              <a:off x="5863021" y="3875058"/>
              <a:ext cx="145954" cy="189936"/>
            </a:xfrm>
            <a:custGeom>
              <a:rect b="b" l="l" r="r" t="t"/>
              <a:pathLst>
                <a:path extrusionOk="0" h="7255" w="5575">
                  <a:moveTo>
                    <a:pt x="2710" y="0"/>
                  </a:moveTo>
                  <a:cubicBezTo>
                    <a:pt x="2600" y="0"/>
                    <a:pt x="2490" y="7"/>
                    <a:pt x="2380" y="19"/>
                  </a:cubicBezTo>
                  <a:cubicBezTo>
                    <a:pt x="2380" y="19"/>
                    <a:pt x="2010" y="48"/>
                    <a:pt x="1770" y="207"/>
                  </a:cubicBezTo>
                  <a:cubicBezTo>
                    <a:pt x="1395" y="461"/>
                    <a:pt x="1078" y="807"/>
                    <a:pt x="992" y="1268"/>
                  </a:cubicBezTo>
                  <a:cubicBezTo>
                    <a:pt x="953" y="1446"/>
                    <a:pt x="934" y="1629"/>
                    <a:pt x="929" y="1811"/>
                  </a:cubicBezTo>
                  <a:cubicBezTo>
                    <a:pt x="915" y="2585"/>
                    <a:pt x="1285" y="3315"/>
                    <a:pt x="1914" y="3762"/>
                  </a:cubicBezTo>
                  <a:lnTo>
                    <a:pt x="2318" y="4045"/>
                  </a:lnTo>
                  <a:cubicBezTo>
                    <a:pt x="2399" y="4103"/>
                    <a:pt x="2457" y="4189"/>
                    <a:pt x="2476" y="4285"/>
                  </a:cubicBezTo>
                  <a:cubicBezTo>
                    <a:pt x="2515" y="4415"/>
                    <a:pt x="2486" y="4554"/>
                    <a:pt x="2404" y="4665"/>
                  </a:cubicBezTo>
                  <a:cubicBezTo>
                    <a:pt x="2327" y="4756"/>
                    <a:pt x="2215" y="4803"/>
                    <a:pt x="2102" y="4803"/>
                  </a:cubicBezTo>
                  <a:cubicBezTo>
                    <a:pt x="2019" y="4803"/>
                    <a:pt x="1934" y="4778"/>
                    <a:pt x="1861" y="4727"/>
                  </a:cubicBezTo>
                  <a:lnTo>
                    <a:pt x="795" y="3978"/>
                  </a:lnTo>
                  <a:cubicBezTo>
                    <a:pt x="766" y="3956"/>
                    <a:pt x="734" y="3947"/>
                    <a:pt x="703" y="3947"/>
                  </a:cubicBezTo>
                  <a:cubicBezTo>
                    <a:pt x="616" y="3947"/>
                    <a:pt x="537" y="4023"/>
                    <a:pt x="555" y="4122"/>
                  </a:cubicBezTo>
                  <a:cubicBezTo>
                    <a:pt x="656" y="4867"/>
                    <a:pt x="598" y="5534"/>
                    <a:pt x="363" y="6101"/>
                  </a:cubicBezTo>
                  <a:lnTo>
                    <a:pt x="137" y="6596"/>
                  </a:lnTo>
                  <a:cubicBezTo>
                    <a:pt x="1" y="6912"/>
                    <a:pt x="259" y="7179"/>
                    <a:pt x="527" y="7179"/>
                  </a:cubicBezTo>
                  <a:cubicBezTo>
                    <a:pt x="647" y="7179"/>
                    <a:pt x="768" y="7126"/>
                    <a:pt x="857" y="7000"/>
                  </a:cubicBezTo>
                  <a:lnTo>
                    <a:pt x="1232" y="6438"/>
                  </a:lnTo>
                  <a:cubicBezTo>
                    <a:pt x="3562" y="5803"/>
                    <a:pt x="3994" y="4055"/>
                    <a:pt x="3303" y="1648"/>
                  </a:cubicBezTo>
                  <a:cubicBezTo>
                    <a:pt x="3259" y="1509"/>
                    <a:pt x="3317" y="1360"/>
                    <a:pt x="3442" y="1288"/>
                  </a:cubicBezTo>
                  <a:cubicBezTo>
                    <a:pt x="3487" y="1262"/>
                    <a:pt x="3535" y="1249"/>
                    <a:pt x="3584" y="1249"/>
                  </a:cubicBezTo>
                  <a:cubicBezTo>
                    <a:pt x="3655" y="1249"/>
                    <a:pt x="3730" y="1275"/>
                    <a:pt x="3812" y="1326"/>
                  </a:cubicBezTo>
                  <a:cubicBezTo>
                    <a:pt x="3831" y="1340"/>
                    <a:pt x="3845" y="1350"/>
                    <a:pt x="3860" y="1369"/>
                  </a:cubicBezTo>
                  <a:cubicBezTo>
                    <a:pt x="5373" y="2859"/>
                    <a:pt x="4624" y="4924"/>
                    <a:pt x="2841" y="7254"/>
                  </a:cubicBezTo>
                  <a:cubicBezTo>
                    <a:pt x="4725" y="5203"/>
                    <a:pt x="5575" y="3262"/>
                    <a:pt x="4960" y="1465"/>
                  </a:cubicBezTo>
                  <a:cubicBezTo>
                    <a:pt x="4777" y="918"/>
                    <a:pt x="4364" y="466"/>
                    <a:pt x="3831" y="236"/>
                  </a:cubicBezTo>
                  <a:cubicBezTo>
                    <a:pt x="3476" y="79"/>
                    <a:pt x="3095" y="0"/>
                    <a:pt x="2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86"/>
            <p:cNvSpPr/>
            <p:nvPr/>
          </p:nvSpPr>
          <p:spPr>
            <a:xfrm>
              <a:off x="5854382" y="3870005"/>
              <a:ext cx="162656" cy="200041"/>
            </a:xfrm>
            <a:custGeom>
              <a:rect b="b" l="l" r="r" t="t"/>
              <a:pathLst>
                <a:path extrusionOk="0" h="7641" w="6213">
                  <a:moveTo>
                    <a:pt x="3027" y="1"/>
                  </a:moveTo>
                  <a:cubicBezTo>
                    <a:pt x="2773" y="1"/>
                    <a:pt x="2773" y="385"/>
                    <a:pt x="3027" y="385"/>
                  </a:cubicBezTo>
                  <a:cubicBezTo>
                    <a:pt x="3397" y="395"/>
                    <a:pt x="3700" y="433"/>
                    <a:pt x="4089" y="601"/>
                  </a:cubicBezTo>
                  <a:cubicBezTo>
                    <a:pt x="5271" y="1116"/>
                    <a:pt x="5492" y="2638"/>
                    <a:pt x="5165" y="3878"/>
                  </a:cubicBezTo>
                  <a:cubicBezTo>
                    <a:pt x="5285" y="2922"/>
                    <a:pt x="5002" y="2100"/>
                    <a:pt x="4324" y="1428"/>
                  </a:cubicBezTo>
                  <a:cubicBezTo>
                    <a:pt x="4219" y="1329"/>
                    <a:pt x="4065" y="1257"/>
                    <a:pt x="3908" y="1257"/>
                  </a:cubicBezTo>
                  <a:cubicBezTo>
                    <a:pt x="3829" y="1257"/>
                    <a:pt x="3750" y="1275"/>
                    <a:pt x="3676" y="1317"/>
                  </a:cubicBezTo>
                  <a:cubicBezTo>
                    <a:pt x="3474" y="1437"/>
                    <a:pt x="3383" y="1673"/>
                    <a:pt x="3445" y="1899"/>
                  </a:cubicBezTo>
                  <a:cubicBezTo>
                    <a:pt x="4257" y="4714"/>
                    <a:pt x="3311" y="5963"/>
                    <a:pt x="1504" y="6448"/>
                  </a:cubicBezTo>
                  <a:cubicBezTo>
                    <a:pt x="1384" y="6482"/>
                    <a:pt x="1384" y="6568"/>
                    <a:pt x="1024" y="7092"/>
                  </a:cubicBezTo>
                  <a:cubicBezTo>
                    <a:pt x="978" y="7153"/>
                    <a:pt x="907" y="7190"/>
                    <a:pt x="832" y="7190"/>
                  </a:cubicBezTo>
                  <a:cubicBezTo>
                    <a:pt x="813" y="7190"/>
                    <a:pt x="793" y="7188"/>
                    <a:pt x="774" y="7183"/>
                  </a:cubicBezTo>
                  <a:cubicBezTo>
                    <a:pt x="640" y="7149"/>
                    <a:pt x="572" y="7000"/>
                    <a:pt x="630" y="6876"/>
                  </a:cubicBezTo>
                  <a:cubicBezTo>
                    <a:pt x="861" y="6381"/>
                    <a:pt x="1240" y="5747"/>
                    <a:pt x="1077" y="4382"/>
                  </a:cubicBezTo>
                  <a:lnTo>
                    <a:pt x="1077" y="4382"/>
                  </a:lnTo>
                  <a:lnTo>
                    <a:pt x="2076" y="5079"/>
                  </a:lnTo>
                  <a:cubicBezTo>
                    <a:pt x="2181" y="5157"/>
                    <a:pt x="2303" y="5195"/>
                    <a:pt x="2425" y="5195"/>
                  </a:cubicBezTo>
                  <a:cubicBezTo>
                    <a:pt x="2593" y="5195"/>
                    <a:pt x="2759" y="5122"/>
                    <a:pt x="2874" y="4983"/>
                  </a:cubicBezTo>
                  <a:cubicBezTo>
                    <a:pt x="3090" y="4699"/>
                    <a:pt x="3032" y="4296"/>
                    <a:pt x="2749" y="4084"/>
                  </a:cubicBezTo>
                  <a:lnTo>
                    <a:pt x="2350" y="3806"/>
                  </a:lnTo>
                  <a:cubicBezTo>
                    <a:pt x="1773" y="3393"/>
                    <a:pt x="1437" y="2720"/>
                    <a:pt x="1452" y="2014"/>
                  </a:cubicBezTo>
                  <a:cubicBezTo>
                    <a:pt x="1461" y="1404"/>
                    <a:pt x="1629" y="880"/>
                    <a:pt x="2196" y="573"/>
                  </a:cubicBezTo>
                  <a:cubicBezTo>
                    <a:pt x="2384" y="466"/>
                    <a:pt x="2280" y="211"/>
                    <a:pt x="2109" y="211"/>
                  </a:cubicBezTo>
                  <a:cubicBezTo>
                    <a:pt x="2079" y="211"/>
                    <a:pt x="2047" y="218"/>
                    <a:pt x="2014" y="236"/>
                  </a:cubicBezTo>
                  <a:cubicBezTo>
                    <a:pt x="1557" y="486"/>
                    <a:pt x="1235" y="919"/>
                    <a:pt x="1130" y="1428"/>
                  </a:cubicBezTo>
                  <a:cubicBezTo>
                    <a:pt x="904" y="2576"/>
                    <a:pt x="1336" y="3542"/>
                    <a:pt x="2129" y="4118"/>
                  </a:cubicBezTo>
                  <a:cubicBezTo>
                    <a:pt x="2133" y="4121"/>
                    <a:pt x="2135" y="4122"/>
                    <a:pt x="2135" y="4122"/>
                  </a:cubicBezTo>
                  <a:cubicBezTo>
                    <a:pt x="2135" y="4122"/>
                    <a:pt x="2133" y="4121"/>
                    <a:pt x="2134" y="4121"/>
                  </a:cubicBezTo>
                  <a:lnTo>
                    <a:pt x="2134" y="4121"/>
                  </a:lnTo>
                  <a:cubicBezTo>
                    <a:pt x="2136" y="4121"/>
                    <a:pt x="2174" y="4145"/>
                    <a:pt x="2532" y="4397"/>
                  </a:cubicBezTo>
                  <a:cubicBezTo>
                    <a:pt x="2633" y="4483"/>
                    <a:pt x="2657" y="4632"/>
                    <a:pt x="2581" y="4743"/>
                  </a:cubicBezTo>
                  <a:cubicBezTo>
                    <a:pt x="2539" y="4789"/>
                    <a:pt x="2481" y="4814"/>
                    <a:pt x="2422" y="4814"/>
                  </a:cubicBezTo>
                  <a:cubicBezTo>
                    <a:pt x="2378" y="4814"/>
                    <a:pt x="2334" y="4800"/>
                    <a:pt x="2297" y="4771"/>
                  </a:cubicBezTo>
                  <a:lnTo>
                    <a:pt x="1231" y="4022"/>
                  </a:lnTo>
                  <a:cubicBezTo>
                    <a:pt x="1168" y="3978"/>
                    <a:pt x="1100" y="3958"/>
                    <a:pt x="1034" y="3958"/>
                  </a:cubicBezTo>
                  <a:cubicBezTo>
                    <a:pt x="841" y="3958"/>
                    <a:pt x="664" y="4127"/>
                    <a:pt x="693" y="4349"/>
                  </a:cubicBezTo>
                  <a:cubicBezTo>
                    <a:pt x="962" y="6333"/>
                    <a:pt x="1" y="6592"/>
                    <a:pt x="289" y="7221"/>
                  </a:cubicBezTo>
                  <a:cubicBezTo>
                    <a:pt x="398" y="7452"/>
                    <a:pt x="619" y="7570"/>
                    <a:pt x="841" y="7570"/>
                  </a:cubicBezTo>
                  <a:cubicBezTo>
                    <a:pt x="1032" y="7570"/>
                    <a:pt x="1224" y="7483"/>
                    <a:pt x="1346" y="7303"/>
                  </a:cubicBezTo>
                  <a:lnTo>
                    <a:pt x="1677" y="6794"/>
                  </a:lnTo>
                  <a:cubicBezTo>
                    <a:pt x="4084" y="6102"/>
                    <a:pt x="4517" y="4233"/>
                    <a:pt x="3815" y="1788"/>
                  </a:cubicBezTo>
                  <a:cubicBezTo>
                    <a:pt x="3798" y="1729"/>
                    <a:pt x="3823" y="1636"/>
                    <a:pt x="3912" y="1636"/>
                  </a:cubicBezTo>
                  <a:cubicBezTo>
                    <a:pt x="3946" y="1636"/>
                    <a:pt x="3988" y="1650"/>
                    <a:pt x="4041" y="1682"/>
                  </a:cubicBezTo>
                  <a:cubicBezTo>
                    <a:pt x="4046" y="1687"/>
                    <a:pt x="4055" y="1692"/>
                    <a:pt x="4060" y="1697"/>
                  </a:cubicBezTo>
                  <a:cubicBezTo>
                    <a:pt x="5333" y="2960"/>
                    <a:pt x="5002" y="4747"/>
                    <a:pt x="3023" y="7332"/>
                  </a:cubicBezTo>
                  <a:cubicBezTo>
                    <a:pt x="2915" y="7476"/>
                    <a:pt x="3038" y="7641"/>
                    <a:pt x="3177" y="7641"/>
                  </a:cubicBezTo>
                  <a:cubicBezTo>
                    <a:pt x="3224" y="7641"/>
                    <a:pt x="3273" y="7622"/>
                    <a:pt x="3316" y="7577"/>
                  </a:cubicBezTo>
                  <a:cubicBezTo>
                    <a:pt x="4858" y="5900"/>
                    <a:pt x="6212" y="3758"/>
                    <a:pt x="5477" y="1601"/>
                  </a:cubicBezTo>
                  <a:cubicBezTo>
                    <a:pt x="5122" y="553"/>
                    <a:pt x="4137" y="1"/>
                    <a:pt x="30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86"/>
            <p:cNvSpPr/>
            <p:nvPr/>
          </p:nvSpPr>
          <p:spPr>
            <a:xfrm>
              <a:off x="5828856" y="4043160"/>
              <a:ext cx="125036" cy="122941"/>
            </a:xfrm>
            <a:custGeom>
              <a:rect b="b" l="l" r="r" t="t"/>
              <a:pathLst>
                <a:path extrusionOk="0" h="4696" w="4776">
                  <a:moveTo>
                    <a:pt x="248" y="0"/>
                  </a:moveTo>
                  <a:cubicBezTo>
                    <a:pt x="141" y="0"/>
                    <a:pt x="32" y="81"/>
                    <a:pt x="53" y="223"/>
                  </a:cubicBezTo>
                  <a:cubicBezTo>
                    <a:pt x="164" y="910"/>
                    <a:pt x="183" y="1611"/>
                    <a:pt x="101" y="2308"/>
                  </a:cubicBezTo>
                  <a:cubicBezTo>
                    <a:pt x="1" y="3033"/>
                    <a:pt x="279" y="3768"/>
                    <a:pt x="846" y="4239"/>
                  </a:cubicBezTo>
                  <a:cubicBezTo>
                    <a:pt x="1206" y="4533"/>
                    <a:pt x="1654" y="4696"/>
                    <a:pt x="2114" y="4696"/>
                  </a:cubicBezTo>
                  <a:cubicBezTo>
                    <a:pt x="2120" y="4696"/>
                    <a:pt x="2127" y="4696"/>
                    <a:pt x="2134" y="4696"/>
                  </a:cubicBezTo>
                  <a:cubicBezTo>
                    <a:pt x="2873" y="4691"/>
                    <a:pt x="3560" y="4331"/>
                    <a:pt x="3988" y="3725"/>
                  </a:cubicBezTo>
                  <a:lnTo>
                    <a:pt x="4684" y="2750"/>
                  </a:lnTo>
                  <a:cubicBezTo>
                    <a:pt x="4776" y="2625"/>
                    <a:pt x="4689" y="2447"/>
                    <a:pt x="4536" y="2447"/>
                  </a:cubicBezTo>
                  <a:cubicBezTo>
                    <a:pt x="4529" y="2447"/>
                    <a:pt x="4523" y="2446"/>
                    <a:pt x="4516" y="2446"/>
                  </a:cubicBezTo>
                  <a:cubicBezTo>
                    <a:pt x="4424" y="2446"/>
                    <a:pt x="4347" y="2511"/>
                    <a:pt x="4329" y="2596"/>
                  </a:cubicBezTo>
                  <a:lnTo>
                    <a:pt x="3680" y="3499"/>
                  </a:lnTo>
                  <a:cubicBezTo>
                    <a:pt x="3330" y="4004"/>
                    <a:pt x="2753" y="4307"/>
                    <a:pt x="2138" y="4311"/>
                  </a:cubicBezTo>
                  <a:cubicBezTo>
                    <a:pt x="1134" y="4311"/>
                    <a:pt x="346" y="3423"/>
                    <a:pt x="481" y="2351"/>
                  </a:cubicBezTo>
                  <a:cubicBezTo>
                    <a:pt x="567" y="1621"/>
                    <a:pt x="553" y="886"/>
                    <a:pt x="433" y="161"/>
                  </a:cubicBezTo>
                  <a:cubicBezTo>
                    <a:pt x="416" y="50"/>
                    <a:pt x="333" y="0"/>
                    <a:pt x="2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86"/>
            <p:cNvSpPr/>
            <p:nvPr/>
          </p:nvSpPr>
          <p:spPr>
            <a:xfrm>
              <a:off x="5830532" y="3825709"/>
              <a:ext cx="225619" cy="268607"/>
            </a:xfrm>
            <a:custGeom>
              <a:rect b="b" l="l" r="r" t="t"/>
              <a:pathLst>
                <a:path extrusionOk="0" h="10260" w="8618">
                  <a:moveTo>
                    <a:pt x="4386" y="1"/>
                  </a:moveTo>
                  <a:cubicBezTo>
                    <a:pt x="4140" y="1"/>
                    <a:pt x="3892" y="29"/>
                    <a:pt x="3645" y="88"/>
                  </a:cubicBezTo>
                  <a:cubicBezTo>
                    <a:pt x="2853" y="281"/>
                    <a:pt x="2142" y="708"/>
                    <a:pt x="1608" y="1323"/>
                  </a:cubicBezTo>
                  <a:cubicBezTo>
                    <a:pt x="1262" y="1722"/>
                    <a:pt x="768" y="1962"/>
                    <a:pt x="244" y="1991"/>
                  </a:cubicBezTo>
                  <a:cubicBezTo>
                    <a:pt x="1" y="2019"/>
                    <a:pt x="23" y="2375"/>
                    <a:pt x="263" y="2375"/>
                  </a:cubicBezTo>
                  <a:cubicBezTo>
                    <a:pt x="265" y="2375"/>
                    <a:pt x="266" y="2375"/>
                    <a:pt x="268" y="2375"/>
                  </a:cubicBezTo>
                  <a:cubicBezTo>
                    <a:pt x="897" y="2337"/>
                    <a:pt x="1479" y="2053"/>
                    <a:pt x="1897" y="1578"/>
                  </a:cubicBezTo>
                  <a:cubicBezTo>
                    <a:pt x="2613" y="774"/>
                    <a:pt x="3523" y="393"/>
                    <a:pt x="4393" y="393"/>
                  </a:cubicBezTo>
                  <a:cubicBezTo>
                    <a:pt x="5482" y="393"/>
                    <a:pt x="6508" y="990"/>
                    <a:pt x="7013" y="2101"/>
                  </a:cubicBezTo>
                  <a:cubicBezTo>
                    <a:pt x="8617" y="5642"/>
                    <a:pt x="5072" y="9687"/>
                    <a:pt x="4942" y="9956"/>
                  </a:cubicBezTo>
                  <a:cubicBezTo>
                    <a:pt x="4836" y="10104"/>
                    <a:pt x="4963" y="10260"/>
                    <a:pt x="5099" y="10260"/>
                  </a:cubicBezTo>
                  <a:cubicBezTo>
                    <a:pt x="5153" y="10260"/>
                    <a:pt x="5208" y="10235"/>
                    <a:pt x="5250" y="10177"/>
                  </a:cubicBezTo>
                  <a:cubicBezTo>
                    <a:pt x="6071" y="9034"/>
                    <a:pt x="6023" y="9091"/>
                    <a:pt x="6033" y="9086"/>
                  </a:cubicBezTo>
                  <a:cubicBezTo>
                    <a:pt x="7445" y="6901"/>
                    <a:pt x="8435" y="4316"/>
                    <a:pt x="7359" y="1943"/>
                  </a:cubicBezTo>
                  <a:cubicBezTo>
                    <a:pt x="6813" y="739"/>
                    <a:pt x="5633" y="1"/>
                    <a:pt x="43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5" name="Google Shape;13805;p86"/>
          <p:cNvGrpSpPr/>
          <p:nvPr/>
        </p:nvGrpSpPr>
        <p:grpSpPr>
          <a:xfrm>
            <a:off x="4872134" y="3359993"/>
            <a:ext cx="374819" cy="368562"/>
            <a:chOff x="4872134" y="3359993"/>
            <a:chExt cx="374819" cy="368562"/>
          </a:xfrm>
        </p:grpSpPr>
        <p:sp>
          <p:nvSpPr>
            <p:cNvPr id="13806" name="Google Shape;13806;p86"/>
            <p:cNvSpPr/>
            <p:nvPr/>
          </p:nvSpPr>
          <p:spPr>
            <a:xfrm>
              <a:off x="4880538" y="3368318"/>
              <a:ext cx="357724" cy="352383"/>
            </a:xfrm>
            <a:custGeom>
              <a:rect b="b" l="l" r="r" t="t"/>
              <a:pathLst>
                <a:path extrusionOk="0" h="13460" w="13664">
                  <a:moveTo>
                    <a:pt x="10887" y="1"/>
                  </a:moveTo>
                  <a:cubicBezTo>
                    <a:pt x="10607" y="1"/>
                    <a:pt x="10327" y="106"/>
                    <a:pt x="10113" y="318"/>
                  </a:cubicBezTo>
                  <a:lnTo>
                    <a:pt x="6092" y="4344"/>
                  </a:lnTo>
                  <a:cubicBezTo>
                    <a:pt x="5329" y="5107"/>
                    <a:pt x="4733" y="6030"/>
                    <a:pt x="4349" y="7043"/>
                  </a:cubicBezTo>
                  <a:cubicBezTo>
                    <a:pt x="4089" y="7730"/>
                    <a:pt x="3724" y="8379"/>
                    <a:pt x="3277" y="8970"/>
                  </a:cubicBezTo>
                  <a:lnTo>
                    <a:pt x="2600" y="9729"/>
                  </a:lnTo>
                  <a:lnTo>
                    <a:pt x="356" y="11977"/>
                  </a:lnTo>
                  <a:cubicBezTo>
                    <a:pt x="6" y="12309"/>
                    <a:pt x="1" y="12866"/>
                    <a:pt x="342" y="13207"/>
                  </a:cubicBezTo>
                  <a:cubicBezTo>
                    <a:pt x="510" y="13375"/>
                    <a:pt x="731" y="13459"/>
                    <a:pt x="951" y="13459"/>
                  </a:cubicBezTo>
                  <a:cubicBezTo>
                    <a:pt x="1178" y="13459"/>
                    <a:pt x="1404" y="13370"/>
                    <a:pt x="1572" y="13193"/>
                  </a:cubicBezTo>
                  <a:lnTo>
                    <a:pt x="3820" y="10949"/>
                  </a:lnTo>
                  <a:cubicBezTo>
                    <a:pt x="4584" y="10185"/>
                    <a:pt x="5502" y="9590"/>
                    <a:pt x="6515" y="9205"/>
                  </a:cubicBezTo>
                  <a:cubicBezTo>
                    <a:pt x="7529" y="8826"/>
                    <a:pt x="8446" y="8230"/>
                    <a:pt x="9215" y="7466"/>
                  </a:cubicBezTo>
                  <a:lnTo>
                    <a:pt x="13241" y="3440"/>
                  </a:lnTo>
                  <a:cubicBezTo>
                    <a:pt x="13664" y="3018"/>
                    <a:pt x="13664" y="2326"/>
                    <a:pt x="13241" y="1898"/>
                  </a:cubicBezTo>
                  <a:lnTo>
                    <a:pt x="11660" y="318"/>
                  </a:lnTo>
                  <a:cubicBezTo>
                    <a:pt x="11447" y="106"/>
                    <a:pt x="11167" y="1"/>
                    <a:pt x="1088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86"/>
            <p:cNvSpPr/>
            <p:nvPr/>
          </p:nvSpPr>
          <p:spPr>
            <a:xfrm>
              <a:off x="4883444" y="3399891"/>
              <a:ext cx="354818" cy="320391"/>
            </a:xfrm>
            <a:custGeom>
              <a:rect b="b" l="l" r="r" t="t"/>
              <a:pathLst>
                <a:path extrusionOk="0" h="12238" w="13553">
                  <a:moveTo>
                    <a:pt x="12438" y="1"/>
                  </a:moveTo>
                  <a:lnTo>
                    <a:pt x="12438" y="1"/>
                  </a:lnTo>
                  <a:cubicBezTo>
                    <a:pt x="12861" y="428"/>
                    <a:pt x="12861" y="1115"/>
                    <a:pt x="12438" y="1543"/>
                  </a:cubicBezTo>
                  <a:lnTo>
                    <a:pt x="8412" y="5568"/>
                  </a:lnTo>
                  <a:cubicBezTo>
                    <a:pt x="7649" y="6332"/>
                    <a:pt x="6726" y="6923"/>
                    <a:pt x="5712" y="7307"/>
                  </a:cubicBezTo>
                  <a:cubicBezTo>
                    <a:pt x="4704" y="7692"/>
                    <a:pt x="3781" y="8287"/>
                    <a:pt x="3017" y="9051"/>
                  </a:cubicBezTo>
                  <a:lnTo>
                    <a:pt x="769" y="11295"/>
                  </a:lnTo>
                  <a:cubicBezTo>
                    <a:pt x="605" y="11459"/>
                    <a:pt x="384" y="11550"/>
                    <a:pt x="158" y="11550"/>
                  </a:cubicBezTo>
                  <a:cubicBezTo>
                    <a:pt x="105" y="11550"/>
                    <a:pt x="53" y="11545"/>
                    <a:pt x="0" y="11535"/>
                  </a:cubicBezTo>
                  <a:lnTo>
                    <a:pt x="0" y="11535"/>
                  </a:lnTo>
                  <a:cubicBezTo>
                    <a:pt x="84" y="11975"/>
                    <a:pt x="462" y="12238"/>
                    <a:pt x="852" y="12238"/>
                  </a:cubicBezTo>
                  <a:cubicBezTo>
                    <a:pt x="1065" y="12238"/>
                    <a:pt x="1282" y="12159"/>
                    <a:pt x="1456" y="11987"/>
                  </a:cubicBezTo>
                  <a:lnTo>
                    <a:pt x="3700" y="9738"/>
                  </a:lnTo>
                  <a:cubicBezTo>
                    <a:pt x="4468" y="8974"/>
                    <a:pt x="5386" y="8384"/>
                    <a:pt x="6399" y="7999"/>
                  </a:cubicBezTo>
                  <a:cubicBezTo>
                    <a:pt x="7413" y="7615"/>
                    <a:pt x="8331" y="7019"/>
                    <a:pt x="9099" y="6255"/>
                  </a:cubicBezTo>
                  <a:lnTo>
                    <a:pt x="13120" y="2234"/>
                  </a:lnTo>
                  <a:cubicBezTo>
                    <a:pt x="13548" y="1807"/>
                    <a:pt x="13553" y="1115"/>
                    <a:pt x="13125" y="692"/>
                  </a:cubicBezTo>
                  <a:lnTo>
                    <a:pt x="12438"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86"/>
            <p:cNvSpPr/>
            <p:nvPr/>
          </p:nvSpPr>
          <p:spPr>
            <a:xfrm>
              <a:off x="4982274" y="3368239"/>
              <a:ext cx="256119" cy="244652"/>
            </a:xfrm>
            <a:custGeom>
              <a:rect b="b" l="l" r="r" t="t"/>
              <a:pathLst>
                <a:path extrusionOk="0" h="9345" w="9783">
                  <a:moveTo>
                    <a:pt x="6999" y="0"/>
                  </a:moveTo>
                  <a:cubicBezTo>
                    <a:pt x="6720" y="0"/>
                    <a:pt x="6441" y="107"/>
                    <a:pt x="6227" y="321"/>
                  </a:cubicBezTo>
                  <a:lnTo>
                    <a:pt x="2202" y="4342"/>
                  </a:lnTo>
                  <a:cubicBezTo>
                    <a:pt x="1438" y="5106"/>
                    <a:pt x="847" y="6028"/>
                    <a:pt x="463" y="7042"/>
                  </a:cubicBezTo>
                  <a:cubicBezTo>
                    <a:pt x="453" y="7056"/>
                    <a:pt x="448" y="7070"/>
                    <a:pt x="448" y="7085"/>
                  </a:cubicBezTo>
                  <a:cubicBezTo>
                    <a:pt x="1" y="8223"/>
                    <a:pt x="882" y="9345"/>
                    <a:pt x="1979" y="9345"/>
                  </a:cubicBezTo>
                  <a:cubicBezTo>
                    <a:pt x="2178" y="9345"/>
                    <a:pt x="2384" y="9308"/>
                    <a:pt x="2591" y="9227"/>
                  </a:cubicBezTo>
                  <a:cubicBezTo>
                    <a:pt x="2605" y="9223"/>
                    <a:pt x="2620" y="9218"/>
                    <a:pt x="2634" y="9213"/>
                  </a:cubicBezTo>
                  <a:cubicBezTo>
                    <a:pt x="3648" y="8829"/>
                    <a:pt x="4565" y="8238"/>
                    <a:pt x="5334" y="7474"/>
                  </a:cubicBezTo>
                  <a:lnTo>
                    <a:pt x="9355" y="3448"/>
                  </a:lnTo>
                  <a:cubicBezTo>
                    <a:pt x="9782" y="3016"/>
                    <a:pt x="9778" y="2324"/>
                    <a:pt x="9350" y="1901"/>
                  </a:cubicBezTo>
                  <a:lnTo>
                    <a:pt x="7770" y="321"/>
                  </a:lnTo>
                  <a:cubicBezTo>
                    <a:pt x="7556" y="107"/>
                    <a:pt x="7277" y="0"/>
                    <a:pt x="6999" y="0"/>
                  </a:cubicBez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86"/>
            <p:cNvSpPr/>
            <p:nvPr/>
          </p:nvSpPr>
          <p:spPr>
            <a:xfrm>
              <a:off x="5185666" y="3376512"/>
              <a:ext cx="11729" cy="11702"/>
            </a:xfrm>
            <a:custGeom>
              <a:rect b="b" l="l" r="r" t="t"/>
              <a:pathLst>
                <a:path extrusionOk="0" h="447" w="448">
                  <a:moveTo>
                    <a:pt x="447" y="447"/>
                  </a:moveTo>
                  <a:lnTo>
                    <a:pt x="1" y="0"/>
                  </a:ln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86"/>
            <p:cNvSpPr/>
            <p:nvPr/>
          </p:nvSpPr>
          <p:spPr>
            <a:xfrm>
              <a:off x="4995756" y="3399891"/>
              <a:ext cx="242505" cy="212686"/>
            </a:xfrm>
            <a:custGeom>
              <a:rect b="b" l="l" r="r" t="t"/>
              <a:pathLst>
                <a:path extrusionOk="0" h="8124" w="9263">
                  <a:moveTo>
                    <a:pt x="8148" y="1"/>
                  </a:moveTo>
                  <a:lnTo>
                    <a:pt x="8148" y="1"/>
                  </a:lnTo>
                  <a:cubicBezTo>
                    <a:pt x="8571" y="428"/>
                    <a:pt x="8571" y="1115"/>
                    <a:pt x="8148" y="1543"/>
                  </a:cubicBezTo>
                  <a:lnTo>
                    <a:pt x="4122" y="5568"/>
                  </a:lnTo>
                  <a:cubicBezTo>
                    <a:pt x="3359" y="6332"/>
                    <a:pt x="2436" y="6923"/>
                    <a:pt x="1422" y="7307"/>
                  </a:cubicBezTo>
                  <a:cubicBezTo>
                    <a:pt x="1408" y="7317"/>
                    <a:pt x="1394" y="7322"/>
                    <a:pt x="1379" y="7322"/>
                  </a:cubicBezTo>
                  <a:cubicBezTo>
                    <a:pt x="1183" y="7399"/>
                    <a:pt x="978" y="7437"/>
                    <a:pt x="773" y="7437"/>
                  </a:cubicBezTo>
                  <a:cubicBezTo>
                    <a:pt x="507" y="7437"/>
                    <a:pt x="242" y="7373"/>
                    <a:pt x="0" y="7245"/>
                  </a:cubicBezTo>
                  <a:lnTo>
                    <a:pt x="0" y="7245"/>
                  </a:lnTo>
                  <a:cubicBezTo>
                    <a:pt x="77" y="7389"/>
                    <a:pt x="173" y="7524"/>
                    <a:pt x="294" y="7639"/>
                  </a:cubicBezTo>
                  <a:cubicBezTo>
                    <a:pt x="607" y="7955"/>
                    <a:pt x="1029" y="8123"/>
                    <a:pt x="1460" y="8123"/>
                  </a:cubicBezTo>
                  <a:cubicBezTo>
                    <a:pt x="1663" y="8123"/>
                    <a:pt x="1869" y="8086"/>
                    <a:pt x="2066" y="8009"/>
                  </a:cubicBezTo>
                  <a:cubicBezTo>
                    <a:pt x="2081" y="8004"/>
                    <a:pt x="2095" y="7999"/>
                    <a:pt x="2109" y="7994"/>
                  </a:cubicBezTo>
                  <a:cubicBezTo>
                    <a:pt x="3118" y="7610"/>
                    <a:pt x="4041" y="7014"/>
                    <a:pt x="4809" y="6255"/>
                  </a:cubicBezTo>
                  <a:lnTo>
                    <a:pt x="8830" y="2230"/>
                  </a:lnTo>
                  <a:cubicBezTo>
                    <a:pt x="9258" y="1807"/>
                    <a:pt x="9263" y="1115"/>
                    <a:pt x="8835" y="692"/>
                  </a:cubicBezTo>
                  <a:lnTo>
                    <a:pt x="8148"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86"/>
            <p:cNvSpPr/>
            <p:nvPr/>
          </p:nvSpPr>
          <p:spPr>
            <a:xfrm>
              <a:off x="5026439" y="3415023"/>
              <a:ext cx="163651" cy="160640"/>
            </a:xfrm>
            <a:custGeom>
              <a:rect b="b" l="l" r="r" t="t"/>
              <a:pathLst>
                <a:path extrusionOk="0" h="6136" w="6251">
                  <a:moveTo>
                    <a:pt x="5621" y="0"/>
                  </a:moveTo>
                  <a:cubicBezTo>
                    <a:pt x="5478" y="0"/>
                    <a:pt x="5334" y="53"/>
                    <a:pt x="5223" y="158"/>
                  </a:cubicBezTo>
                  <a:lnTo>
                    <a:pt x="236" y="5144"/>
                  </a:lnTo>
                  <a:cubicBezTo>
                    <a:pt x="5" y="5365"/>
                    <a:pt x="1" y="5740"/>
                    <a:pt x="226" y="5966"/>
                  </a:cubicBezTo>
                  <a:cubicBezTo>
                    <a:pt x="340" y="6079"/>
                    <a:pt x="487" y="6136"/>
                    <a:pt x="634" y="6136"/>
                  </a:cubicBezTo>
                  <a:cubicBezTo>
                    <a:pt x="786" y="6136"/>
                    <a:pt x="938" y="6076"/>
                    <a:pt x="1053" y="5956"/>
                  </a:cubicBezTo>
                  <a:lnTo>
                    <a:pt x="5295" y="1714"/>
                  </a:lnTo>
                  <a:lnTo>
                    <a:pt x="6035" y="974"/>
                  </a:lnTo>
                  <a:cubicBezTo>
                    <a:pt x="6251" y="744"/>
                    <a:pt x="6246" y="388"/>
                    <a:pt x="6025" y="167"/>
                  </a:cubicBezTo>
                  <a:cubicBezTo>
                    <a:pt x="5913" y="55"/>
                    <a:pt x="5767" y="0"/>
                    <a:pt x="5621"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86"/>
            <p:cNvSpPr/>
            <p:nvPr/>
          </p:nvSpPr>
          <p:spPr>
            <a:xfrm>
              <a:off x="5020418" y="3407405"/>
              <a:ext cx="181925" cy="173835"/>
            </a:xfrm>
            <a:custGeom>
              <a:rect b="b" l="l" r="r" t="t"/>
              <a:pathLst>
                <a:path extrusionOk="0" h="6640" w="6949">
                  <a:moveTo>
                    <a:pt x="5921" y="1"/>
                  </a:moveTo>
                  <a:cubicBezTo>
                    <a:pt x="5720" y="1"/>
                    <a:pt x="5519" y="77"/>
                    <a:pt x="5366" y="232"/>
                  </a:cubicBezTo>
                  <a:lnTo>
                    <a:pt x="303" y="5296"/>
                  </a:lnTo>
                  <a:cubicBezTo>
                    <a:pt x="0" y="5608"/>
                    <a:pt x="5" y="6103"/>
                    <a:pt x="308" y="6410"/>
                  </a:cubicBezTo>
                  <a:cubicBezTo>
                    <a:pt x="462" y="6563"/>
                    <a:pt x="665" y="6640"/>
                    <a:pt x="868" y="6640"/>
                  </a:cubicBezTo>
                  <a:cubicBezTo>
                    <a:pt x="1067" y="6640"/>
                    <a:pt x="1267" y="6565"/>
                    <a:pt x="1422" y="6415"/>
                  </a:cubicBezTo>
                  <a:lnTo>
                    <a:pt x="5731" y="2106"/>
                  </a:lnTo>
                  <a:cubicBezTo>
                    <a:pt x="5883" y="1954"/>
                    <a:pt x="5744" y="1745"/>
                    <a:pt x="5582" y="1745"/>
                  </a:cubicBezTo>
                  <a:cubicBezTo>
                    <a:pt x="5534" y="1745"/>
                    <a:pt x="5483" y="1764"/>
                    <a:pt x="5438" y="1808"/>
                  </a:cubicBezTo>
                  <a:lnTo>
                    <a:pt x="1129" y="6122"/>
                  </a:lnTo>
                  <a:cubicBezTo>
                    <a:pt x="1046" y="6205"/>
                    <a:pt x="954" y="6239"/>
                    <a:pt x="865" y="6239"/>
                  </a:cubicBezTo>
                  <a:cubicBezTo>
                    <a:pt x="572" y="6239"/>
                    <a:pt x="319" y="5861"/>
                    <a:pt x="596" y="5584"/>
                  </a:cubicBezTo>
                  <a:lnTo>
                    <a:pt x="5654" y="525"/>
                  </a:lnTo>
                  <a:cubicBezTo>
                    <a:pt x="5732" y="450"/>
                    <a:pt x="5826" y="416"/>
                    <a:pt x="5919" y="416"/>
                  </a:cubicBezTo>
                  <a:cubicBezTo>
                    <a:pt x="6115" y="416"/>
                    <a:pt x="6303" y="566"/>
                    <a:pt x="6303" y="794"/>
                  </a:cubicBezTo>
                  <a:cubicBezTo>
                    <a:pt x="6308" y="895"/>
                    <a:pt x="6265" y="991"/>
                    <a:pt x="6192" y="1063"/>
                  </a:cubicBezTo>
                  <a:cubicBezTo>
                    <a:pt x="6116" y="1145"/>
                    <a:pt x="6116" y="1275"/>
                    <a:pt x="6192" y="1357"/>
                  </a:cubicBezTo>
                  <a:cubicBezTo>
                    <a:pt x="6235" y="1398"/>
                    <a:pt x="6281" y="1417"/>
                    <a:pt x="6328" y="1417"/>
                  </a:cubicBezTo>
                  <a:cubicBezTo>
                    <a:pt x="6621" y="1417"/>
                    <a:pt x="6949" y="700"/>
                    <a:pt x="6486" y="237"/>
                  </a:cubicBezTo>
                  <a:cubicBezTo>
                    <a:pt x="6331" y="80"/>
                    <a:pt x="6126" y="1"/>
                    <a:pt x="59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86"/>
            <p:cNvSpPr/>
            <p:nvPr/>
          </p:nvSpPr>
          <p:spPr>
            <a:xfrm>
              <a:off x="4872134" y="3359993"/>
              <a:ext cx="374819" cy="368562"/>
            </a:xfrm>
            <a:custGeom>
              <a:rect b="b" l="l" r="r" t="t"/>
              <a:pathLst>
                <a:path extrusionOk="0" h="14078" w="14317">
                  <a:moveTo>
                    <a:pt x="11279" y="405"/>
                  </a:moveTo>
                  <a:cubicBezTo>
                    <a:pt x="11481" y="405"/>
                    <a:pt x="11684" y="473"/>
                    <a:pt x="11852" y="612"/>
                  </a:cubicBezTo>
                  <a:cubicBezTo>
                    <a:pt x="11909" y="660"/>
                    <a:pt x="11832" y="588"/>
                    <a:pt x="13523" y="2274"/>
                  </a:cubicBezTo>
                  <a:cubicBezTo>
                    <a:pt x="13865" y="2639"/>
                    <a:pt x="13860" y="3206"/>
                    <a:pt x="13509" y="3561"/>
                  </a:cubicBezTo>
                  <a:cubicBezTo>
                    <a:pt x="9248" y="7818"/>
                    <a:pt x="9397" y="7683"/>
                    <a:pt x="9133" y="7919"/>
                  </a:cubicBezTo>
                  <a:cubicBezTo>
                    <a:pt x="8388" y="8596"/>
                    <a:pt x="7615" y="9038"/>
                    <a:pt x="6716" y="9389"/>
                  </a:cubicBezTo>
                  <a:cubicBezTo>
                    <a:pt x="6533" y="9459"/>
                    <a:pt x="6351" y="9491"/>
                    <a:pt x="6175" y="9491"/>
                  </a:cubicBezTo>
                  <a:cubicBezTo>
                    <a:pt x="5195" y="9491"/>
                    <a:pt x="4409" y="8491"/>
                    <a:pt x="4804" y="7477"/>
                  </a:cubicBezTo>
                  <a:cubicBezTo>
                    <a:pt x="5083" y="6722"/>
                    <a:pt x="5482" y="6021"/>
                    <a:pt x="5981" y="5397"/>
                  </a:cubicBezTo>
                  <a:lnTo>
                    <a:pt x="6317" y="5733"/>
                  </a:lnTo>
                  <a:cubicBezTo>
                    <a:pt x="6363" y="5777"/>
                    <a:pt x="6413" y="5796"/>
                    <a:pt x="6461" y="5796"/>
                  </a:cubicBezTo>
                  <a:cubicBezTo>
                    <a:pt x="6623" y="5796"/>
                    <a:pt x="6762" y="5588"/>
                    <a:pt x="6610" y="5440"/>
                  </a:cubicBezTo>
                  <a:lnTo>
                    <a:pt x="6250" y="5080"/>
                  </a:lnTo>
                  <a:cubicBezTo>
                    <a:pt x="6462" y="4839"/>
                    <a:pt x="6601" y="4719"/>
                    <a:pt x="6731" y="4580"/>
                  </a:cubicBezTo>
                  <a:lnTo>
                    <a:pt x="7100" y="4950"/>
                  </a:lnTo>
                  <a:cubicBezTo>
                    <a:pt x="7141" y="4988"/>
                    <a:pt x="7194" y="5007"/>
                    <a:pt x="7247" y="5007"/>
                  </a:cubicBezTo>
                  <a:cubicBezTo>
                    <a:pt x="7300" y="5007"/>
                    <a:pt x="7353" y="4988"/>
                    <a:pt x="7394" y="4950"/>
                  </a:cubicBezTo>
                  <a:cubicBezTo>
                    <a:pt x="7470" y="4868"/>
                    <a:pt x="7470" y="4738"/>
                    <a:pt x="7394" y="4657"/>
                  </a:cubicBezTo>
                  <a:lnTo>
                    <a:pt x="7024" y="4287"/>
                  </a:lnTo>
                  <a:lnTo>
                    <a:pt x="7514" y="3797"/>
                  </a:lnTo>
                  <a:lnTo>
                    <a:pt x="7884" y="4162"/>
                  </a:lnTo>
                  <a:cubicBezTo>
                    <a:pt x="7930" y="4208"/>
                    <a:pt x="7981" y="4227"/>
                    <a:pt x="8030" y="4227"/>
                  </a:cubicBezTo>
                  <a:cubicBezTo>
                    <a:pt x="8191" y="4227"/>
                    <a:pt x="8328" y="4020"/>
                    <a:pt x="8177" y="3869"/>
                  </a:cubicBezTo>
                  <a:lnTo>
                    <a:pt x="7807" y="3504"/>
                  </a:lnTo>
                  <a:lnTo>
                    <a:pt x="8301" y="3014"/>
                  </a:lnTo>
                  <a:lnTo>
                    <a:pt x="8667" y="3379"/>
                  </a:lnTo>
                  <a:cubicBezTo>
                    <a:pt x="8713" y="3425"/>
                    <a:pt x="8764" y="3444"/>
                    <a:pt x="8813" y="3444"/>
                  </a:cubicBezTo>
                  <a:cubicBezTo>
                    <a:pt x="8974" y="3444"/>
                    <a:pt x="9111" y="3237"/>
                    <a:pt x="8960" y="3086"/>
                  </a:cubicBezTo>
                  <a:lnTo>
                    <a:pt x="8595" y="2721"/>
                  </a:lnTo>
                  <a:lnTo>
                    <a:pt x="9085" y="2226"/>
                  </a:lnTo>
                  <a:lnTo>
                    <a:pt x="9450" y="2596"/>
                  </a:lnTo>
                  <a:cubicBezTo>
                    <a:pt x="9496" y="2642"/>
                    <a:pt x="9547" y="2661"/>
                    <a:pt x="9596" y="2661"/>
                  </a:cubicBezTo>
                  <a:cubicBezTo>
                    <a:pt x="9757" y="2661"/>
                    <a:pt x="9894" y="2454"/>
                    <a:pt x="9743" y="2303"/>
                  </a:cubicBezTo>
                  <a:lnTo>
                    <a:pt x="9378" y="1933"/>
                  </a:lnTo>
                  <a:lnTo>
                    <a:pt x="9868" y="1443"/>
                  </a:lnTo>
                  <a:lnTo>
                    <a:pt x="10238" y="1813"/>
                  </a:lnTo>
                  <a:cubicBezTo>
                    <a:pt x="10278" y="1851"/>
                    <a:pt x="10331" y="1870"/>
                    <a:pt x="10384" y="1870"/>
                  </a:cubicBezTo>
                  <a:cubicBezTo>
                    <a:pt x="10437" y="1870"/>
                    <a:pt x="10490" y="1851"/>
                    <a:pt x="10531" y="1813"/>
                  </a:cubicBezTo>
                  <a:cubicBezTo>
                    <a:pt x="10607" y="1731"/>
                    <a:pt x="10607" y="1601"/>
                    <a:pt x="10531" y="1520"/>
                  </a:cubicBezTo>
                  <a:lnTo>
                    <a:pt x="10161" y="1150"/>
                  </a:lnTo>
                  <a:lnTo>
                    <a:pt x="10641" y="669"/>
                  </a:lnTo>
                  <a:cubicBezTo>
                    <a:pt x="10816" y="495"/>
                    <a:pt x="11047" y="405"/>
                    <a:pt x="11279" y="405"/>
                  </a:cubicBezTo>
                  <a:close/>
                  <a:moveTo>
                    <a:pt x="1465" y="11772"/>
                  </a:moveTo>
                  <a:lnTo>
                    <a:pt x="2412" y="12723"/>
                  </a:lnTo>
                  <a:lnTo>
                    <a:pt x="1667" y="13472"/>
                  </a:lnTo>
                  <a:cubicBezTo>
                    <a:pt x="1542" y="13597"/>
                    <a:pt x="1369" y="13669"/>
                    <a:pt x="1191" y="13669"/>
                  </a:cubicBezTo>
                  <a:cubicBezTo>
                    <a:pt x="591" y="13669"/>
                    <a:pt x="298" y="12944"/>
                    <a:pt x="716" y="12521"/>
                  </a:cubicBezTo>
                  <a:lnTo>
                    <a:pt x="1465" y="11772"/>
                  </a:lnTo>
                  <a:close/>
                  <a:moveTo>
                    <a:pt x="11268" y="0"/>
                  </a:moveTo>
                  <a:cubicBezTo>
                    <a:pt x="10932" y="0"/>
                    <a:pt x="10595" y="129"/>
                    <a:pt x="10338" y="386"/>
                  </a:cubicBezTo>
                  <a:cubicBezTo>
                    <a:pt x="6000" y="4729"/>
                    <a:pt x="6212" y="4498"/>
                    <a:pt x="5962" y="4777"/>
                  </a:cubicBezTo>
                  <a:cubicBezTo>
                    <a:pt x="4319" y="6602"/>
                    <a:pt x="4689" y="7467"/>
                    <a:pt x="3373" y="9187"/>
                  </a:cubicBezTo>
                  <a:cubicBezTo>
                    <a:pt x="3260" y="9346"/>
                    <a:pt x="3398" y="9518"/>
                    <a:pt x="3546" y="9518"/>
                  </a:cubicBezTo>
                  <a:cubicBezTo>
                    <a:pt x="3600" y="9518"/>
                    <a:pt x="3655" y="9495"/>
                    <a:pt x="3699" y="9442"/>
                  </a:cubicBezTo>
                  <a:cubicBezTo>
                    <a:pt x="3939" y="9129"/>
                    <a:pt x="4156" y="8798"/>
                    <a:pt x="4343" y="8457"/>
                  </a:cubicBezTo>
                  <a:cubicBezTo>
                    <a:pt x="4506" y="9144"/>
                    <a:pt x="5044" y="9682"/>
                    <a:pt x="5731" y="9845"/>
                  </a:cubicBezTo>
                  <a:cubicBezTo>
                    <a:pt x="4300" y="10638"/>
                    <a:pt x="3680" y="11522"/>
                    <a:pt x="2705" y="12430"/>
                  </a:cubicBezTo>
                  <a:lnTo>
                    <a:pt x="1758" y="11478"/>
                  </a:lnTo>
                  <a:lnTo>
                    <a:pt x="2998" y="10239"/>
                  </a:lnTo>
                  <a:cubicBezTo>
                    <a:pt x="3149" y="10088"/>
                    <a:pt x="3012" y="9881"/>
                    <a:pt x="2851" y="9881"/>
                  </a:cubicBezTo>
                  <a:cubicBezTo>
                    <a:pt x="2802" y="9881"/>
                    <a:pt x="2751" y="9900"/>
                    <a:pt x="2705" y="9946"/>
                  </a:cubicBezTo>
                  <a:lnTo>
                    <a:pt x="423" y="12228"/>
                  </a:lnTo>
                  <a:cubicBezTo>
                    <a:pt x="0" y="12651"/>
                    <a:pt x="0" y="13338"/>
                    <a:pt x="423" y="13760"/>
                  </a:cubicBezTo>
                  <a:cubicBezTo>
                    <a:pt x="634" y="13972"/>
                    <a:pt x="912" y="14077"/>
                    <a:pt x="1189" y="14077"/>
                  </a:cubicBezTo>
                  <a:cubicBezTo>
                    <a:pt x="1467" y="14077"/>
                    <a:pt x="1744" y="13972"/>
                    <a:pt x="1955" y="13760"/>
                  </a:cubicBezTo>
                  <a:lnTo>
                    <a:pt x="4237" y="11478"/>
                  </a:lnTo>
                  <a:cubicBezTo>
                    <a:pt x="5525" y="10191"/>
                    <a:pt x="6740" y="9836"/>
                    <a:pt x="7297" y="9586"/>
                  </a:cubicBezTo>
                  <a:cubicBezTo>
                    <a:pt x="8201" y="9187"/>
                    <a:pt x="9022" y="8625"/>
                    <a:pt x="9719" y="7928"/>
                  </a:cubicBezTo>
                  <a:lnTo>
                    <a:pt x="13802" y="3845"/>
                  </a:lnTo>
                  <a:cubicBezTo>
                    <a:pt x="14311" y="3336"/>
                    <a:pt x="14316" y="2505"/>
                    <a:pt x="13802" y="1991"/>
                  </a:cubicBezTo>
                  <a:lnTo>
                    <a:pt x="12198" y="386"/>
                  </a:lnTo>
                  <a:cubicBezTo>
                    <a:pt x="11941" y="129"/>
                    <a:pt x="11604" y="0"/>
                    <a:pt x="11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4" name="Google Shape;13814;p86"/>
          <p:cNvGrpSpPr/>
          <p:nvPr/>
        </p:nvGrpSpPr>
        <p:grpSpPr>
          <a:xfrm>
            <a:off x="6614911" y="1516162"/>
            <a:ext cx="391810" cy="368484"/>
            <a:chOff x="6614911" y="1516162"/>
            <a:chExt cx="391810" cy="368484"/>
          </a:xfrm>
        </p:grpSpPr>
        <p:sp>
          <p:nvSpPr>
            <p:cNvPr id="13815" name="Google Shape;13815;p86"/>
            <p:cNvSpPr/>
            <p:nvPr/>
          </p:nvSpPr>
          <p:spPr>
            <a:xfrm>
              <a:off x="6622582" y="1523413"/>
              <a:ext cx="370185" cy="354189"/>
            </a:xfrm>
            <a:custGeom>
              <a:rect b="b" l="l" r="r" t="t"/>
              <a:pathLst>
                <a:path extrusionOk="0" h="13529" w="14140">
                  <a:moveTo>
                    <a:pt x="10738" y="1"/>
                  </a:moveTo>
                  <a:cubicBezTo>
                    <a:pt x="9945" y="1"/>
                    <a:pt x="9153" y="303"/>
                    <a:pt x="8547" y="909"/>
                  </a:cubicBezTo>
                  <a:lnTo>
                    <a:pt x="1212" y="8239"/>
                  </a:lnTo>
                  <a:cubicBezTo>
                    <a:pt x="1" y="9450"/>
                    <a:pt x="1" y="11410"/>
                    <a:pt x="1212" y="12621"/>
                  </a:cubicBezTo>
                  <a:cubicBezTo>
                    <a:pt x="1814" y="13226"/>
                    <a:pt x="2607" y="13529"/>
                    <a:pt x="3400" y="13529"/>
                  </a:cubicBezTo>
                  <a:cubicBezTo>
                    <a:pt x="4192" y="13529"/>
                    <a:pt x="4985" y="13226"/>
                    <a:pt x="5588" y="12621"/>
                  </a:cubicBezTo>
                  <a:lnTo>
                    <a:pt x="12929" y="5285"/>
                  </a:lnTo>
                  <a:cubicBezTo>
                    <a:pt x="14139" y="4074"/>
                    <a:pt x="14139" y="2114"/>
                    <a:pt x="12929" y="909"/>
                  </a:cubicBezTo>
                  <a:cubicBezTo>
                    <a:pt x="12323" y="303"/>
                    <a:pt x="11531" y="1"/>
                    <a:pt x="107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86"/>
            <p:cNvSpPr/>
            <p:nvPr/>
          </p:nvSpPr>
          <p:spPr>
            <a:xfrm>
              <a:off x="6680204" y="1573103"/>
              <a:ext cx="254836" cy="254705"/>
            </a:xfrm>
            <a:custGeom>
              <a:rect b="b" l="l" r="r" t="t"/>
              <a:pathLst>
                <a:path extrusionOk="0" h="9729" w="9734">
                  <a:moveTo>
                    <a:pt x="5352" y="0"/>
                  </a:moveTo>
                  <a:lnTo>
                    <a:pt x="0" y="5347"/>
                  </a:lnTo>
                  <a:lnTo>
                    <a:pt x="4381" y="9728"/>
                  </a:lnTo>
                  <a:lnTo>
                    <a:pt x="9733" y="4381"/>
                  </a:lnTo>
                  <a:lnTo>
                    <a:pt x="535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86"/>
            <p:cNvSpPr/>
            <p:nvPr/>
          </p:nvSpPr>
          <p:spPr>
            <a:xfrm>
              <a:off x="6622843" y="1523675"/>
              <a:ext cx="369793" cy="353927"/>
            </a:xfrm>
            <a:custGeom>
              <a:rect b="b" l="l" r="r" t="t"/>
              <a:pathLst>
                <a:path extrusionOk="0" h="13519" w="14125">
                  <a:moveTo>
                    <a:pt x="3400" y="1"/>
                  </a:moveTo>
                  <a:cubicBezTo>
                    <a:pt x="2608" y="1"/>
                    <a:pt x="1816" y="303"/>
                    <a:pt x="1211" y="908"/>
                  </a:cubicBezTo>
                  <a:cubicBezTo>
                    <a:pt x="5" y="2114"/>
                    <a:pt x="1" y="4064"/>
                    <a:pt x="1202" y="5275"/>
                  </a:cubicBezTo>
                  <a:lnTo>
                    <a:pt x="8537" y="12611"/>
                  </a:lnTo>
                  <a:cubicBezTo>
                    <a:pt x="9143" y="13216"/>
                    <a:pt x="9935" y="13519"/>
                    <a:pt x="10728" y="13519"/>
                  </a:cubicBezTo>
                  <a:cubicBezTo>
                    <a:pt x="11521" y="13519"/>
                    <a:pt x="12313" y="13216"/>
                    <a:pt x="12919" y="12611"/>
                  </a:cubicBezTo>
                  <a:cubicBezTo>
                    <a:pt x="14124" y="11400"/>
                    <a:pt x="14124" y="9440"/>
                    <a:pt x="12919" y="8234"/>
                  </a:cubicBezTo>
                  <a:lnTo>
                    <a:pt x="5578" y="899"/>
                  </a:lnTo>
                  <a:cubicBezTo>
                    <a:pt x="4975" y="300"/>
                    <a:pt x="4187" y="1"/>
                    <a:pt x="34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86"/>
            <p:cNvSpPr/>
            <p:nvPr/>
          </p:nvSpPr>
          <p:spPr>
            <a:xfrm>
              <a:off x="6822571" y="1715470"/>
              <a:ext cx="170065" cy="162133"/>
            </a:xfrm>
            <a:custGeom>
              <a:rect b="b" l="l" r="r" t="t"/>
              <a:pathLst>
                <a:path extrusionOk="0" h="6193" w="6496">
                  <a:moveTo>
                    <a:pt x="0" y="4382"/>
                  </a:moveTo>
                  <a:cubicBezTo>
                    <a:pt x="1" y="4383"/>
                    <a:pt x="2" y="4384"/>
                    <a:pt x="3" y="4385"/>
                  </a:cubicBezTo>
                  <a:lnTo>
                    <a:pt x="3" y="4385"/>
                  </a:lnTo>
                  <a:lnTo>
                    <a:pt x="0" y="4382"/>
                  </a:lnTo>
                  <a:close/>
                  <a:moveTo>
                    <a:pt x="4382" y="1"/>
                  </a:moveTo>
                  <a:cubicBezTo>
                    <a:pt x="5592" y="1211"/>
                    <a:pt x="5592" y="3171"/>
                    <a:pt x="4382" y="4377"/>
                  </a:cubicBezTo>
                  <a:cubicBezTo>
                    <a:pt x="3776" y="4983"/>
                    <a:pt x="2982" y="5285"/>
                    <a:pt x="2189" y="5285"/>
                  </a:cubicBezTo>
                  <a:cubicBezTo>
                    <a:pt x="1398" y="5285"/>
                    <a:pt x="608" y="4985"/>
                    <a:pt x="3" y="4385"/>
                  </a:cubicBezTo>
                  <a:lnTo>
                    <a:pt x="3" y="4385"/>
                  </a:lnTo>
                  <a:lnTo>
                    <a:pt x="908" y="5285"/>
                  </a:lnTo>
                  <a:cubicBezTo>
                    <a:pt x="1514" y="5890"/>
                    <a:pt x="2306" y="6193"/>
                    <a:pt x="3098" y="6193"/>
                  </a:cubicBezTo>
                  <a:cubicBezTo>
                    <a:pt x="3890" y="6193"/>
                    <a:pt x="4682" y="5890"/>
                    <a:pt x="5285" y="5285"/>
                  </a:cubicBezTo>
                  <a:cubicBezTo>
                    <a:pt x="6495" y="4074"/>
                    <a:pt x="6495" y="2114"/>
                    <a:pt x="5290" y="908"/>
                  </a:cubicBezTo>
                  <a:lnTo>
                    <a:pt x="4382"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86"/>
            <p:cNvSpPr/>
            <p:nvPr/>
          </p:nvSpPr>
          <p:spPr>
            <a:xfrm>
              <a:off x="6732014" y="1624782"/>
              <a:ext cx="149828" cy="149828"/>
            </a:xfrm>
            <a:custGeom>
              <a:rect b="b" l="l" r="r" t="t"/>
              <a:pathLst>
                <a:path extrusionOk="0" h="5723" w="5723">
                  <a:moveTo>
                    <a:pt x="2431" y="1"/>
                  </a:moveTo>
                  <a:lnTo>
                    <a:pt x="0" y="2431"/>
                  </a:lnTo>
                  <a:lnTo>
                    <a:pt x="3296" y="5722"/>
                  </a:lnTo>
                  <a:lnTo>
                    <a:pt x="5722" y="3296"/>
                  </a:lnTo>
                  <a:lnTo>
                    <a:pt x="2431"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86"/>
            <p:cNvSpPr/>
            <p:nvPr/>
          </p:nvSpPr>
          <p:spPr>
            <a:xfrm>
              <a:off x="6778929" y="1624782"/>
              <a:ext cx="103018" cy="149959"/>
            </a:xfrm>
            <a:custGeom>
              <a:rect b="b" l="l" r="r" t="t"/>
              <a:pathLst>
                <a:path extrusionOk="0" h="5728" w="3935">
                  <a:moveTo>
                    <a:pt x="639" y="1"/>
                  </a:moveTo>
                  <a:lnTo>
                    <a:pt x="0" y="640"/>
                  </a:lnTo>
                  <a:lnTo>
                    <a:pt x="1216" y="1860"/>
                  </a:lnTo>
                  <a:cubicBezTo>
                    <a:pt x="2013" y="2657"/>
                    <a:pt x="2013" y="3940"/>
                    <a:pt x="1216" y="4737"/>
                  </a:cubicBezTo>
                  <a:lnTo>
                    <a:pt x="870" y="5088"/>
                  </a:lnTo>
                  <a:lnTo>
                    <a:pt x="1509" y="5727"/>
                  </a:lnTo>
                  <a:lnTo>
                    <a:pt x="3935" y="3296"/>
                  </a:lnTo>
                  <a:lnTo>
                    <a:pt x="639"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86"/>
            <p:cNvSpPr/>
            <p:nvPr/>
          </p:nvSpPr>
          <p:spPr>
            <a:xfrm>
              <a:off x="6614911" y="1516162"/>
              <a:ext cx="391810" cy="368484"/>
            </a:xfrm>
            <a:custGeom>
              <a:rect b="b" l="l" r="r" t="t"/>
              <a:pathLst>
                <a:path extrusionOk="0" h="14075" w="14966">
                  <a:moveTo>
                    <a:pt x="2946" y="7330"/>
                  </a:moveTo>
                  <a:lnTo>
                    <a:pt x="7072" y="11452"/>
                  </a:lnTo>
                  <a:lnTo>
                    <a:pt x="5732" y="12792"/>
                  </a:lnTo>
                  <a:cubicBezTo>
                    <a:pt x="5163" y="13361"/>
                    <a:pt x="4416" y="13646"/>
                    <a:pt x="3669" y="13646"/>
                  </a:cubicBezTo>
                  <a:cubicBezTo>
                    <a:pt x="2922" y="13646"/>
                    <a:pt x="2175" y="13361"/>
                    <a:pt x="1605" y="12792"/>
                  </a:cubicBezTo>
                  <a:cubicBezTo>
                    <a:pt x="467" y="11654"/>
                    <a:pt x="467" y="9804"/>
                    <a:pt x="1605" y="8665"/>
                  </a:cubicBezTo>
                  <a:lnTo>
                    <a:pt x="2946" y="7330"/>
                  </a:lnTo>
                  <a:close/>
                  <a:moveTo>
                    <a:pt x="3662" y="412"/>
                  </a:moveTo>
                  <a:cubicBezTo>
                    <a:pt x="4430" y="412"/>
                    <a:pt x="5165" y="715"/>
                    <a:pt x="5703" y="1258"/>
                  </a:cubicBezTo>
                  <a:lnTo>
                    <a:pt x="13140" y="8694"/>
                  </a:lnTo>
                  <a:cubicBezTo>
                    <a:pt x="14264" y="9823"/>
                    <a:pt x="14269" y="11649"/>
                    <a:pt x="13145" y="12782"/>
                  </a:cubicBezTo>
                  <a:lnTo>
                    <a:pt x="13106" y="12821"/>
                  </a:lnTo>
                  <a:cubicBezTo>
                    <a:pt x="12542" y="13383"/>
                    <a:pt x="11802" y="13664"/>
                    <a:pt x="11062" y="13664"/>
                  </a:cubicBezTo>
                  <a:cubicBezTo>
                    <a:pt x="10322" y="13664"/>
                    <a:pt x="9583" y="13383"/>
                    <a:pt x="9018" y="12821"/>
                  </a:cubicBezTo>
                  <a:lnTo>
                    <a:pt x="1581" y="5384"/>
                  </a:lnTo>
                  <a:cubicBezTo>
                    <a:pt x="452" y="4255"/>
                    <a:pt x="452" y="2425"/>
                    <a:pt x="1581" y="1296"/>
                  </a:cubicBezTo>
                  <a:cubicBezTo>
                    <a:pt x="2129" y="734"/>
                    <a:pt x="2879" y="417"/>
                    <a:pt x="3662" y="412"/>
                  </a:cubicBezTo>
                  <a:close/>
                  <a:moveTo>
                    <a:pt x="3663" y="0"/>
                  </a:moveTo>
                  <a:cubicBezTo>
                    <a:pt x="2818" y="0"/>
                    <a:pt x="1973" y="323"/>
                    <a:pt x="1327" y="969"/>
                  </a:cubicBezTo>
                  <a:lnTo>
                    <a:pt x="1288" y="1008"/>
                  </a:lnTo>
                  <a:cubicBezTo>
                    <a:pt x="1" y="2295"/>
                    <a:pt x="1" y="4385"/>
                    <a:pt x="1288" y="5677"/>
                  </a:cubicBezTo>
                  <a:lnTo>
                    <a:pt x="2653" y="7037"/>
                  </a:lnTo>
                  <a:lnTo>
                    <a:pt x="1317" y="8377"/>
                  </a:lnTo>
                  <a:cubicBezTo>
                    <a:pt x="15" y="9674"/>
                    <a:pt x="15" y="11783"/>
                    <a:pt x="1317" y="13085"/>
                  </a:cubicBezTo>
                  <a:cubicBezTo>
                    <a:pt x="1966" y="13734"/>
                    <a:pt x="2817" y="14058"/>
                    <a:pt x="3669" y="14058"/>
                  </a:cubicBezTo>
                  <a:cubicBezTo>
                    <a:pt x="4520" y="14058"/>
                    <a:pt x="5372" y="13734"/>
                    <a:pt x="6020" y="13085"/>
                  </a:cubicBezTo>
                  <a:lnTo>
                    <a:pt x="7361" y="11745"/>
                  </a:lnTo>
                  <a:lnTo>
                    <a:pt x="8725" y="13109"/>
                  </a:lnTo>
                  <a:cubicBezTo>
                    <a:pt x="9369" y="13753"/>
                    <a:pt x="10213" y="14075"/>
                    <a:pt x="11058" y="14075"/>
                  </a:cubicBezTo>
                  <a:cubicBezTo>
                    <a:pt x="11903" y="14075"/>
                    <a:pt x="12748" y="13753"/>
                    <a:pt x="13395" y="13109"/>
                  </a:cubicBezTo>
                  <a:lnTo>
                    <a:pt x="13433" y="13071"/>
                  </a:lnTo>
                  <a:cubicBezTo>
                    <a:pt x="14720" y="11783"/>
                    <a:pt x="14720" y="9693"/>
                    <a:pt x="13433" y="8401"/>
                  </a:cubicBezTo>
                  <a:lnTo>
                    <a:pt x="7654" y="2622"/>
                  </a:lnTo>
                  <a:lnTo>
                    <a:pt x="8999" y="1277"/>
                  </a:lnTo>
                  <a:cubicBezTo>
                    <a:pt x="9542" y="729"/>
                    <a:pt x="10286" y="422"/>
                    <a:pt x="11060" y="422"/>
                  </a:cubicBezTo>
                  <a:cubicBezTo>
                    <a:pt x="13635" y="422"/>
                    <a:pt x="14966" y="3559"/>
                    <a:pt x="13121" y="5403"/>
                  </a:cubicBezTo>
                  <a:lnTo>
                    <a:pt x="12203" y="6316"/>
                  </a:lnTo>
                  <a:cubicBezTo>
                    <a:pt x="12073" y="6446"/>
                    <a:pt x="12165" y="6672"/>
                    <a:pt x="12352" y="6672"/>
                  </a:cubicBezTo>
                  <a:cubicBezTo>
                    <a:pt x="12501" y="6672"/>
                    <a:pt x="12482" y="6600"/>
                    <a:pt x="13414" y="5697"/>
                  </a:cubicBezTo>
                  <a:cubicBezTo>
                    <a:pt x="14711" y="4395"/>
                    <a:pt x="14711" y="2286"/>
                    <a:pt x="13414" y="989"/>
                  </a:cubicBezTo>
                  <a:cubicBezTo>
                    <a:pt x="12763" y="338"/>
                    <a:pt x="11910" y="12"/>
                    <a:pt x="11058" y="12"/>
                  </a:cubicBezTo>
                  <a:cubicBezTo>
                    <a:pt x="10206" y="12"/>
                    <a:pt x="9354" y="338"/>
                    <a:pt x="8706" y="989"/>
                  </a:cubicBezTo>
                  <a:lnTo>
                    <a:pt x="7361" y="2334"/>
                  </a:lnTo>
                  <a:lnTo>
                    <a:pt x="5996" y="969"/>
                  </a:lnTo>
                  <a:cubicBezTo>
                    <a:pt x="5353" y="323"/>
                    <a:pt x="4508" y="0"/>
                    <a:pt x="36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86"/>
            <p:cNvSpPr/>
            <p:nvPr/>
          </p:nvSpPr>
          <p:spPr>
            <a:xfrm>
              <a:off x="6725600" y="1618866"/>
              <a:ext cx="162892" cy="161897"/>
            </a:xfrm>
            <a:custGeom>
              <a:rect b="b" l="l" r="r" t="t"/>
              <a:pathLst>
                <a:path extrusionOk="0" h="6184" w="6222">
                  <a:moveTo>
                    <a:pt x="2669" y="1"/>
                  </a:moveTo>
                  <a:cubicBezTo>
                    <a:pt x="2616" y="1"/>
                    <a:pt x="2563" y="20"/>
                    <a:pt x="2523" y="58"/>
                  </a:cubicBezTo>
                  <a:lnTo>
                    <a:pt x="77" y="2504"/>
                  </a:lnTo>
                  <a:cubicBezTo>
                    <a:pt x="0" y="2585"/>
                    <a:pt x="0" y="2715"/>
                    <a:pt x="77" y="2797"/>
                  </a:cubicBezTo>
                  <a:lnTo>
                    <a:pt x="630" y="3349"/>
                  </a:lnTo>
                  <a:cubicBezTo>
                    <a:pt x="671" y="3388"/>
                    <a:pt x="723" y="3407"/>
                    <a:pt x="776" y="3407"/>
                  </a:cubicBezTo>
                  <a:cubicBezTo>
                    <a:pt x="829" y="3407"/>
                    <a:pt x="882" y="3388"/>
                    <a:pt x="923" y="3349"/>
                  </a:cubicBezTo>
                  <a:cubicBezTo>
                    <a:pt x="1000" y="3268"/>
                    <a:pt x="1000" y="3138"/>
                    <a:pt x="923" y="3056"/>
                  </a:cubicBezTo>
                  <a:lnTo>
                    <a:pt x="514" y="2653"/>
                  </a:lnTo>
                  <a:lnTo>
                    <a:pt x="2671" y="496"/>
                  </a:lnTo>
                  <a:lnTo>
                    <a:pt x="5703" y="3527"/>
                  </a:lnTo>
                  <a:lnTo>
                    <a:pt x="3546" y="5684"/>
                  </a:lnTo>
                  <a:lnTo>
                    <a:pt x="1615" y="3748"/>
                  </a:lnTo>
                  <a:cubicBezTo>
                    <a:pt x="1574" y="3710"/>
                    <a:pt x="1521" y="3690"/>
                    <a:pt x="1468" y="3690"/>
                  </a:cubicBezTo>
                  <a:cubicBezTo>
                    <a:pt x="1415" y="3690"/>
                    <a:pt x="1362" y="3710"/>
                    <a:pt x="1322" y="3748"/>
                  </a:cubicBezTo>
                  <a:cubicBezTo>
                    <a:pt x="1240" y="3830"/>
                    <a:pt x="1240" y="3959"/>
                    <a:pt x="1322" y="4041"/>
                  </a:cubicBezTo>
                  <a:lnTo>
                    <a:pt x="3402" y="6126"/>
                  </a:lnTo>
                  <a:cubicBezTo>
                    <a:pt x="3443" y="6164"/>
                    <a:pt x="3495" y="6184"/>
                    <a:pt x="3548" y="6184"/>
                  </a:cubicBezTo>
                  <a:cubicBezTo>
                    <a:pt x="3601" y="6184"/>
                    <a:pt x="3654" y="6164"/>
                    <a:pt x="3695" y="6126"/>
                  </a:cubicBezTo>
                  <a:lnTo>
                    <a:pt x="6140" y="3676"/>
                  </a:lnTo>
                  <a:cubicBezTo>
                    <a:pt x="6222" y="3594"/>
                    <a:pt x="6222" y="3465"/>
                    <a:pt x="6140" y="3388"/>
                  </a:cubicBezTo>
                  <a:lnTo>
                    <a:pt x="2816" y="58"/>
                  </a:lnTo>
                  <a:cubicBezTo>
                    <a:pt x="2775" y="20"/>
                    <a:pt x="2722" y="1"/>
                    <a:pt x="26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86"/>
            <p:cNvSpPr/>
            <p:nvPr/>
          </p:nvSpPr>
          <p:spPr>
            <a:xfrm>
              <a:off x="6682481" y="1641642"/>
              <a:ext cx="19216" cy="14739"/>
            </a:xfrm>
            <a:custGeom>
              <a:rect b="b" l="l" r="r" t="t"/>
              <a:pathLst>
                <a:path extrusionOk="0" h="563" w="734">
                  <a:moveTo>
                    <a:pt x="300" y="0"/>
                  </a:moveTo>
                  <a:cubicBezTo>
                    <a:pt x="140" y="0"/>
                    <a:pt x="1" y="208"/>
                    <a:pt x="149" y="356"/>
                  </a:cubicBezTo>
                  <a:lnTo>
                    <a:pt x="293" y="500"/>
                  </a:lnTo>
                  <a:cubicBezTo>
                    <a:pt x="337" y="544"/>
                    <a:pt x="386" y="563"/>
                    <a:pt x="434" y="563"/>
                  </a:cubicBezTo>
                  <a:cubicBezTo>
                    <a:pt x="594" y="563"/>
                    <a:pt x="734" y="355"/>
                    <a:pt x="586" y="207"/>
                  </a:cubicBezTo>
                  <a:lnTo>
                    <a:pt x="442" y="63"/>
                  </a:lnTo>
                  <a:cubicBezTo>
                    <a:pt x="397" y="19"/>
                    <a:pt x="348"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86"/>
            <p:cNvSpPr/>
            <p:nvPr/>
          </p:nvSpPr>
          <p:spPr>
            <a:xfrm>
              <a:off x="6678057" y="1604283"/>
              <a:ext cx="16886" cy="14608"/>
            </a:xfrm>
            <a:custGeom>
              <a:rect b="b" l="l" r="r" t="t"/>
              <a:pathLst>
                <a:path extrusionOk="0" h="558" w="645">
                  <a:moveTo>
                    <a:pt x="224" y="1"/>
                  </a:moveTo>
                  <a:cubicBezTo>
                    <a:pt x="171" y="1"/>
                    <a:pt x="118" y="20"/>
                    <a:pt x="77" y="58"/>
                  </a:cubicBezTo>
                  <a:cubicBezTo>
                    <a:pt x="1" y="140"/>
                    <a:pt x="1" y="270"/>
                    <a:pt x="77" y="351"/>
                  </a:cubicBezTo>
                  <a:cubicBezTo>
                    <a:pt x="193" y="447"/>
                    <a:pt x="236" y="558"/>
                    <a:pt x="370" y="558"/>
                  </a:cubicBezTo>
                  <a:cubicBezTo>
                    <a:pt x="553" y="553"/>
                    <a:pt x="644" y="332"/>
                    <a:pt x="515" y="202"/>
                  </a:cubicBezTo>
                  <a:lnTo>
                    <a:pt x="370" y="58"/>
                  </a:lnTo>
                  <a:cubicBezTo>
                    <a:pt x="330" y="20"/>
                    <a:pt x="277" y="1"/>
                    <a:pt x="2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86"/>
            <p:cNvSpPr/>
            <p:nvPr/>
          </p:nvSpPr>
          <p:spPr>
            <a:xfrm>
              <a:off x="6710756" y="1571454"/>
              <a:ext cx="17017" cy="14608"/>
            </a:xfrm>
            <a:custGeom>
              <a:rect b="b" l="l" r="r" t="t"/>
              <a:pathLst>
                <a:path extrusionOk="0" h="558" w="650">
                  <a:moveTo>
                    <a:pt x="229" y="1"/>
                  </a:moveTo>
                  <a:cubicBezTo>
                    <a:pt x="176" y="1"/>
                    <a:pt x="123" y="20"/>
                    <a:pt x="82" y="58"/>
                  </a:cubicBezTo>
                  <a:cubicBezTo>
                    <a:pt x="1" y="140"/>
                    <a:pt x="1" y="270"/>
                    <a:pt x="82" y="351"/>
                  </a:cubicBezTo>
                  <a:cubicBezTo>
                    <a:pt x="198" y="452"/>
                    <a:pt x="241" y="558"/>
                    <a:pt x="370" y="558"/>
                  </a:cubicBezTo>
                  <a:cubicBezTo>
                    <a:pt x="558" y="553"/>
                    <a:pt x="649" y="332"/>
                    <a:pt x="519" y="203"/>
                  </a:cubicBezTo>
                  <a:lnTo>
                    <a:pt x="375" y="58"/>
                  </a:lnTo>
                  <a:cubicBezTo>
                    <a:pt x="334" y="20"/>
                    <a:pt x="282" y="1"/>
                    <a:pt x="2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86"/>
            <p:cNvSpPr/>
            <p:nvPr/>
          </p:nvSpPr>
          <p:spPr>
            <a:xfrm>
              <a:off x="6714473" y="1609624"/>
              <a:ext cx="17567" cy="14713"/>
            </a:xfrm>
            <a:custGeom>
              <a:rect b="b" l="l" r="r" t="t"/>
              <a:pathLst>
                <a:path extrusionOk="0" h="562" w="671">
                  <a:moveTo>
                    <a:pt x="298" y="0"/>
                  </a:moveTo>
                  <a:cubicBezTo>
                    <a:pt x="138" y="0"/>
                    <a:pt x="1" y="208"/>
                    <a:pt x="152" y="359"/>
                  </a:cubicBezTo>
                  <a:cubicBezTo>
                    <a:pt x="267" y="455"/>
                    <a:pt x="310" y="560"/>
                    <a:pt x="440" y="560"/>
                  </a:cubicBezTo>
                  <a:cubicBezTo>
                    <a:pt x="445" y="561"/>
                    <a:pt x="450" y="561"/>
                    <a:pt x="454" y="561"/>
                  </a:cubicBezTo>
                  <a:cubicBezTo>
                    <a:pt x="506" y="561"/>
                    <a:pt x="553" y="538"/>
                    <a:pt x="584" y="503"/>
                  </a:cubicBezTo>
                  <a:cubicBezTo>
                    <a:pt x="670" y="421"/>
                    <a:pt x="670" y="287"/>
                    <a:pt x="589" y="205"/>
                  </a:cubicBezTo>
                  <a:lnTo>
                    <a:pt x="445" y="66"/>
                  </a:lnTo>
                  <a:cubicBezTo>
                    <a:pt x="399" y="20"/>
                    <a:pt x="347" y="0"/>
                    <a:pt x="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86"/>
            <p:cNvSpPr/>
            <p:nvPr/>
          </p:nvSpPr>
          <p:spPr>
            <a:xfrm>
              <a:off x="6748350" y="1577632"/>
              <a:ext cx="17017" cy="14478"/>
            </a:xfrm>
            <a:custGeom>
              <a:rect b="b" l="l" r="r" t="t"/>
              <a:pathLst>
                <a:path extrusionOk="0" h="553" w="650">
                  <a:moveTo>
                    <a:pt x="229" y="0"/>
                  </a:moveTo>
                  <a:cubicBezTo>
                    <a:pt x="176" y="0"/>
                    <a:pt x="123" y="19"/>
                    <a:pt x="83" y="58"/>
                  </a:cubicBezTo>
                  <a:cubicBezTo>
                    <a:pt x="1" y="139"/>
                    <a:pt x="1" y="269"/>
                    <a:pt x="83" y="351"/>
                  </a:cubicBezTo>
                  <a:cubicBezTo>
                    <a:pt x="198" y="452"/>
                    <a:pt x="241" y="553"/>
                    <a:pt x="376" y="553"/>
                  </a:cubicBezTo>
                  <a:cubicBezTo>
                    <a:pt x="558" y="553"/>
                    <a:pt x="650" y="332"/>
                    <a:pt x="520" y="202"/>
                  </a:cubicBezTo>
                  <a:lnTo>
                    <a:pt x="376" y="58"/>
                  </a:lnTo>
                  <a:cubicBezTo>
                    <a:pt x="335" y="19"/>
                    <a:pt x="282" y="0"/>
                    <a:pt x="2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86"/>
            <p:cNvSpPr/>
            <p:nvPr/>
          </p:nvSpPr>
          <p:spPr>
            <a:xfrm>
              <a:off x="6849405" y="1808540"/>
              <a:ext cx="17462" cy="14608"/>
            </a:xfrm>
            <a:custGeom>
              <a:rect b="b" l="l" r="r" t="t"/>
              <a:pathLst>
                <a:path extrusionOk="0" h="558" w="667">
                  <a:moveTo>
                    <a:pt x="301" y="0"/>
                  </a:moveTo>
                  <a:cubicBezTo>
                    <a:pt x="140" y="0"/>
                    <a:pt x="1" y="208"/>
                    <a:pt x="152" y="356"/>
                  </a:cubicBezTo>
                  <a:lnTo>
                    <a:pt x="292" y="500"/>
                  </a:lnTo>
                  <a:cubicBezTo>
                    <a:pt x="333" y="538"/>
                    <a:pt x="385" y="558"/>
                    <a:pt x="438" y="558"/>
                  </a:cubicBezTo>
                  <a:cubicBezTo>
                    <a:pt x="491" y="558"/>
                    <a:pt x="544" y="538"/>
                    <a:pt x="585" y="500"/>
                  </a:cubicBezTo>
                  <a:cubicBezTo>
                    <a:pt x="666" y="418"/>
                    <a:pt x="666" y="289"/>
                    <a:pt x="585" y="207"/>
                  </a:cubicBezTo>
                  <a:lnTo>
                    <a:pt x="445" y="63"/>
                  </a:lnTo>
                  <a:cubicBezTo>
                    <a:pt x="400" y="19"/>
                    <a:pt x="350"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86"/>
            <p:cNvSpPr/>
            <p:nvPr/>
          </p:nvSpPr>
          <p:spPr>
            <a:xfrm>
              <a:off x="6886895" y="1814823"/>
              <a:ext cx="19268" cy="14739"/>
            </a:xfrm>
            <a:custGeom>
              <a:rect b="b" l="l" r="r" t="t"/>
              <a:pathLst>
                <a:path extrusionOk="0" h="563" w="736">
                  <a:moveTo>
                    <a:pt x="301" y="0"/>
                  </a:moveTo>
                  <a:cubicBezTo>
                    <a:pt x="139" y="0"/>
                    <a:pt x="0" y="208"/>
                    <a:pt x="152" y="356"/>
                  </a:cubicBezTo>
                  <a:lnTo>
                    <a:pt x="291" y="500"/>
                  </a:lnTo>
                  <a:cubicBezTo>
                    <a:pt x="337" y="544"/>
                    <a:pt x="387" y="563"/>
                    <a:pt x="435" y="563"/>
                  </a:cubicBezTo>
                  <a:cubicBezTo>
                    <a:pt x="597" y="563"/>
                    <a:pt x="736" y="355"/>
                    <a:pt x="584" y="207"/>
                  </a:cubicBezTo>
                  <a:lnTo>
                    <a:pt x="445" y="63"/>
                  </a:lnTo>
                  <a:cubicBezTo>
                    <a:pt x="400" y="19"/>
                    <a:pt x="349"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86"/>
            <p:cNvSpPr/>
            <p:nvPr/>
          </p:nvSpPr>
          <p:spPr>
            <a:xfrm>
              <a:off x="6919725" y="1781993"/>
              <a:ext cx="17436" cy="14608"/>
            </a:xfrm>
            <a:custGeom>
              <a:rect b="b" l="l" r="r" t="t"/>
              <a:pathLst>
                <a:path extrusionOk="0" h="558" w="666">
                  <a:moveTo>
                    <a:pt x="301" y="0"/>
                  </a:moveTo>
                  <a:cubicBezTo>
                    <a:pt x="139" y="0"/>
                    <a:pt x="0" y="208"/>
                    <a:pt x="152" y="356"/>
                  </a:cubicBezTo>
                  <a:lnTo>
                    <a:pt x="296" y="500"/>
                  </a:lnTo>
                  <a:cubicBezTo>
                    <a:pt x="337" y="539"/>
                    <a:pt x="390" y="558"/>
                    <a:pt x="442" y="558"/>
                  </a:cubicBezTo>
                  <a:cubicBezTo>
                    <a:pt x="495" y="558"/>
                    <a:pt x="548" y="539"/>
                    <a:pt x="589" y="500"/>
                  </a:cubicBezTo>
                  <a:cubicBezTo>
                    <a:pt x="666" y="419"/>
                    <a:pt x="666" y="289"/>
                    <a:pt x="589" y="207"/>
                  </a:cubicBezTo>
                  <a:lnTo>
                    <a:pt x="445" y="63"/>
                  </a:lnTo>
                  <a:cubicBezTo>
                    <a:pt x="400" y="19"/>
                    <a:pt x="349"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86"/>
            <p:cNvSpPr/>
            <p:nvPr/>
          </p:nvSpPr>
          <p:spPr>
            <a:xfrm>
              <a:off x="6881476" y="1776522"/>
              <a:ext cx="18719" cy="14818"/>
            </a:xfrm>
            <a:custGeom>
              <a:rect b="b" l="l" r="r" t="t"/>
              <a:pathLst>
                <a:path extrusionOk="0" h="566" w="715">
                  <a:moveTo>
                    <a:pt x="297" y="0"/>
                  </a:moveTo>
                  <a:cubicBezTo>
                    <a:pt x="138" y="0"/>
                    <a:pt x="0" y="208"/>
                    <a:pt x="148" y="359"/>
                  </a:cubicBezTo>
                  <a:cubicBezTo>
                    <a:pt x="263" y="459"/>
                    <a:pt x="306" y="565"/>
                    <a:pt x="441" y="565"/>
                  </a:cubicBezTo>
                  <a:cubicBezTo>
                    <a:pt x="623" y="560"/>
                    <a:pt x="714" y="339"/>
                    <a:pt x="585" y="210"/>
                  </a:cubicBezTo>
                  <a:lnTo>
                    <a:pt x="441" y="66"/>
                  </a:lnTo>
                  <a:cubicBezTo>
                    <a:pt x="396" y="20"/>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86"/>
            <p:cNvSpPr/>
            <p:nvPr/>
          </p:nvSpPr>
          <p:spPr>
            <a:xfrm>
              <a:off x="6913520" y="1744504"/>
              <a:ext cx="18745" cy="14766"/>
            </a:xfrm>
            <a:custGeom>
              <a:rect b="b" l="l" r="r" t="t"/>
              <a:pathLst>
                <a:path extrusionOk="0" h="564" w="716">
                  <a:moveTo>
                    <a:pt x="300" y="1"/>
                  </a:moveTo>
                  <a:cubicBezTo>
                    <a:pt x="140" y="1"/>
                    <a:pt x="1" y="209"/>
                    <a:pt x="149" y="357"/>
                  </a:cubicBezTo>
                  <a:cubicBezTo>
                    <a:pt x="264" y="457"/>
                    <a:pt x="307" y="563"/>
                    <a:pt x="442" y="563"/>
                  </a:cubicBezTo>
                  <a:cubicBezTo>
                    <a:pt x="624" y="563"/>
                    <a:pt x="716" y="337"/>
                    <a:pt x="586" y="208"/>
                  </a:cubicBezTo>
                  <a:lnTo>
                    <a:pt x="442" y="64"/>
                  </a:lnTo>
                  <a:cubicBezTo>
                    <a:pt x="397" y="19"/>
                    <a:pt x="348"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3" name="Google Shape;13833;p86"/>
          <p:cNvGrpSpPr/>
          <p:nvPr/>
        </p:nvGrpSpPr>
        <p:grpSpPr>
          <a:xfrm>
            <a:off x="5822573" y="3360019"/>
            <a:ext cx="231065" cy="368405"/>
            <a:chOff x="5822573" y="3360019"/>
            <a:chExt cx="231065" cy="368405"/>
          </a:xfrm>
        </p:grpSpPr>
        <p:sp>
          <p:nvSpPr>
            <p:cNvPr id="13834" name="Google Shape;13834;p86"/>
            <p:cNvSpPr/>
            <p:nvPr/>
          </p:nvSpPr>
          <p:spPr>
            <a:xfrm>
              <a:off x="5828987" y="3458377"/>
              <a:ext cx="218106" cy="263004"/>
            </a:xfrm>
            <a:custGeom>
              <a:rect b="b" l="l" r="r" t="t"/>
              <a:pathLst>
                <a:path extrusionOk="0" h="10046" w="8331">
                  <a:moveTo>
                    <a:pt x="865" y="0"/>
                  </a:moveTo>
                  <a:cubicBezTo>
                    <a:pt x="389" y="0"/>
                    <a:pt x="0" y="390"/>
                    <a:pt x="0" y="865"/>
                  </a:cubicBezTo>
                  <a:lnTo>
                    <a:pt x="0" y="9181"/>
                  </a:lnTo>
                  <a:cubicBezTo>
                    <a:pt x="0" y="9656"/>
                    <a:pt x="389" y="10046"/>
                    <a:pt x="865" y="10046"/>
                  </a:cubicBezTo>
                  <a:lnTo>
                    <a:pt x="7466" y="10046"/>
                  </a:lnTo>
                  <a:cubicBezTo>
                    <a:pt x="7946" y="10046"/>
                    <a:pt x="8331" y="9656"/>
                    <a:pt x="8331" y="9176"/>
                  </a:cubicBezTo>
                  <a:lnTo>
                    <a:pt x="8331" y="865"/>
                  </a:lnTo>
                  <a:cubicBezTo>
                    <a:pt x="8331" y="390"/>
                    <a:pt x="7941" y="0"/>
                    <a:pt x="746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86"/>
            <p:cNvSpPr/>
            <p:nvPr/>
          </p:nvSpPr>
          <p:spPr>
            <a:xfrm>
              <a:off x="5987586" y="3458377"/>
              <a:ext cx="59507" cy="263004"/>
            </a:xfrm>
            <a:custGeom>
              <a:rect b="b" l="l" r="r" t="t"/>
              <a:pathLst>
                <a:path extrusionOk="0" h="10046" w="2273">
                  <a:moveTo>
                    <a:pt x="0" y="0"/>
                  </a:moveTo>
                  <a:cubicBezTo>
                    <a:pt x="476" y="0"/>
                    <a:pt x="865" y="390"/>
                    <a:pt x="865" y="865"/>
                  </a:cubicBezTo>
                  <a:lnTo>
                    <a:pt x="865" y="9176"/>
                  </a:lnTo>
                  <a:cubicBezTo>
                    <a:pt x="865" y="9656"/>
                    <a:pt x="476" y="10046"/>
                    <a:pt x="0" y="10046"/>
                  </a:cubicBezTo>
                  <a:lnTo>
                    <a:pt x="1408" y="10046"/>
                  </a:lnTo>
                  <a:cubicBezTo>
                    <a:pt x="1883" y="10046"/>
                    <a:pt x="2273" y="9656"/>
                    <a:pt x="2273" y="9176"/>
                  </a:cubicBezTo>
                  <a:lnTo>
                    <a:pt x="2273" y="865"/>
                  </a:lnTo>
                  <a:cubicBezTo>
                    <a:pt x="2273" y="390"/>
                    <a:pt x="1883" y="0"/>
                    <a:pt x="1408"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86"/>
            <p:cNvSpPr/>
            <p:nvPr/>
          </p:nvSpPr>
          <p:spPr>
            <a:xfrm>
              <a:off x="5878415" y="3434868"/>
              <a:ext cx="119512" cy="23667"/>
            </a:xfrm>
            <a:custGeom>
              <a:rect b="b" l="l" r="r" t="t"/>
              <a:pathLst>
                <a:path extrusionOk="0" h="904" w="4565">
                  <a:moveTo>
                    <a:pt x="0" y="0"/>
                  </a:moveTo>
                  <a:lnTo>
                    <a:pt x="0" y="903"/>
                  </a:lnTo>
                  <a:lnTo>
                    <a:pt x="4564" y="903"/>
                  </a:lnTo>
                  <a:lnTo>
                    <a:pt x="4564"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86"/>
            <p:cNvSpPr/>
            <p:nvPr/>
          </p:nvSpPr>
          <p:spPr>
            <a:xfrm>
              <a:off x="5878415" y="3434868"/>
              <a:ext cx="119512" cy="23667"/>
            </a:xfrm>
            <a:custGeom>
              <a:rect b="b" l="l" r="r" t="t"/>
              <a:pathLst>
                <a:path extrusionOk="0" h="904" w="4565">
                  <a:moveTo>
                    <a:pt x="0" y="0"/>
                  </a:moveTo>
                  <a:lnTo>
                    <a:pt x="0" y="903"/>
                  </a:lnTo>
                  <a:lnTo>
                    <a:pt x="4564" y="903"/>
                  </a:lnTo>
                  <a:lnTo>
                    <a:pt x="4564"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86"/>
            <p:cNvSpPr/>
            <p:nvPr/>
          </p:nvSpPr>
          <p:spPr>
            <a:xfrm>
              <a:off x="5961798" y="3434868"/>
              <a:ext cx="35997" cy="23667"/>
            </a:xfrm>
            <a:custGeom>
              <a:rect b="b" l="l" r="r" t="t"/>
              <a:pathLst>
                <a:path extrusionOk="0" h="904" w="1375">
                  <a:moveTo>
                    <a:pt x="0" y="0"/>
                  </a:moveTo>
                  <a:lnTo>
                    <a:pt x="0" y="903"/>
                  </a:lnTo>
                  <a:lnTo>
                    <a:pt x="1374" y="903"/>
                  </a:lnTo>
                  <a:lnTo>
                    <a:pt x="1374"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86"/>
            <p:cNvSpPr/>
            <p:nvPr/>
          </p:nvSpPr>
          <p:spPr>
            <a:xfrm>
              <a:off x="5853518" y="3367192"/>
              <a:ext cx="169175" cy="67571"/>
            </a:xfrm>
            <a:custGeom>
              <a:rect b="b" l="l" r="r" t="t"/>
              <a:pathLst>
                <a:path extrusionOk="0" h="2581" w="6462">
                  <a:moveTo>
                    <a:pt x="0" y="1"/>
                  </a:moveTo>
                  <a:lnTo>
                    <a:pt x="0" y="2580"/>
                  </a:lnTo>
                  <a:lnTo>
                    <a:pt x="6462" y="2580"/>
                  </a:lnTo>
                  <a:lnTo>
                    <a:pt x="646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86"/>
            <p:cNvSpPr/>
            <p:nvPr/>
          </p:nvSpPr>
          <p:spPr>
            <a:xfrm>
              <a:off x="5979391" y="3367192"/>
              <a:ext cx="43171" cy="67571"/>
            </a:xfrm>
            <a:custGeom>
              <a:rect b="b" l="l" r="r" t="t"/>
              <a:pathLst>
                <a:path extrusionOk="0" h="2581" w="1649">
                  <a:moveTo>
                    <a:pt x="1" y="1"/>
                  </a:moveTo>
                  <a:lnTo>
                    <a:pt x="1" y="2580"/>
                  </a:lnTo>
                  <a:lnTo>
                    <a:pt x="1649" y="2580"/>
                  </a:lnTo>
                  <a:lnTo>
                    <a:pt x="1649"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86"/>
            <p:cNvSpPr/>
            <p:nvPr/>
          </p:nvSpPr>
          <p:spPr>
            <a:xfrm>
              <a:off x="5863309" y="3497621"/>
              <a:ext cx="149462" cy="184517"/>
            </a:xfrm>
            <a:custGeom>
              <a:rect b="b" l="l" r="r" t="t"/>
              <a:pathLst>
                <a:path extrusionOk="0" h="7048" w="5709">
                  <a:moveTo>
                    <a:pt x="1" y="0"/>
                  </a:moveTo>
                  <a:lnTo>
                    <a:pt x="1" y="7048"/>
                  </a:lnTo>
                  <a:lnTo>
                    <a:pt x="5708" y="7048"/>
                  </a:lnTo>
                  <a:lnTo>
                    <a:pt x="570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86"/>
            <p:cNvSpPr/>
            <p:nvPr/>
          </p:nvSpPr>
          <p:spPr>
            <a:xfrm>
              <a:off x="5969469" y="3497621"/>
              <a:ext cx="43302" cy="184517"/>
            </a:xfrm>
            <a:custGeom>
              <a:rect b="b" l="l" r="r" t="t"/>
              <a:pathLst>
                <a:path extrusionOk="0" h="7048" w="1654">
                  <a:moveTo>
                    <a:pt x="0" y="0"/>
                  </a:moveTo>
                  <a:lnTo>
                    <a:pt x="0" y="7048"/>
                  </a:lnTo>
                  <a:lnTo>
                    <a:pt x="1653" y="7048"/>
                  </a:lnTo>
                  <a:lnTo>
                    <a:pt x="1653" y="0"/>
                  </a:ln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86"/>
            <p:cNvSpPr/>
            <p:nvPr/>
          </p:nvSpPr>
          <p:spPr>
            <a:xfrm>
              <a:off x="5883075" y="3538855"/>
              <a:ext cx="105924" cy="101919"/>
            </a:xfrm>
            <a:custGeom>
              <a:rect b="b" l="l" r="r" t="t"/>
              <a:pathLst>
                <a:path extrusionOk="0" h="3893" w="4046">
                  <a:moveTo>
                    <a:pt x="2099" y="1"/>
                  </a:moveTo>
                  <a:cubicBezTo>
                    <a:pt x="1312" y="1"/>
                    <a:pt x="605" y="477"/>
                    <a:pt x="303" y="1202"/>
                  </a:cubicBezTo>
                  <a:cubicBezTo>
                    <a:pt x="0" y="1932"/>
                    <a:pt x="168" y="2768"/>
                    <a:pt x="725" y="3325"/>
                  </a:cubicBezTo>
                  <a:cubicBezTo>
                    <a:pt x="1098" y="3695"/>
                    <a:pt x="1595" y="3892"/>
                    <a:pt x="2100" y="3892"/>
                  </a:cubicBezTo>
                  <a:cubicBezTo>
                    <a:pt x="2351" y="3892"/>
                    <a:pt x="2604" y="3844"/>
                    <a:pt x="2844" y="3743"/>
                  </a:cubicBezTo>
                  <a:cubicBezTo>
                    <a:pt x="3569" y="3445"/>
                    <a:pt x="4045" y="2734"/>
                    <a:pt x="4045" y="1947"/>
                  </a:cubicBezTo>
                  <a:cubicBezTo>
                    <a:pt x="4045" y="875"/>
                    <a:pt x="3176" y="1"/>
                    <a:pt x="2099"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86"/>
            <p:cNvSpPr/>
            <p:nvPr/>
          </p:nvSpPr>
          <p:spPr>
            <a:xfrm>
              <a:off x="5893757" y="3545530"/>
              <a:ext cx="104170" cy="95295"/>
            </a:xfrm>
            <a:custGeom>
              <a:rect b="b" l="l" r="r" t="t"/>
              <a:pathLst>
                <a:path extrusionOk="0" h="3640" w="3979">
                  <a:moveTo>
                    <a:pt x="2652" y="1"/>
                  </a:moveTo>
                  <a:lnTo>
                    <a:pt x="2652" y="1"/>
                  </a:lnTo>
                  <a:cubicBezTo>
                    <a:pt x="3085" y="760"/>
                    <a:pt x="2950" y="1716"/>
                    <a:pt x="2335" y="2331"/>
                  </a:cubicBezTo>
                  <a:cubicBezTo>
                    <a:pt x="1959" y="2707"/>
                    <a:pt x="1461" y="2902"/>
                    <a:pt x="956" y="2902"/>
                  </a:cubicBezTo>
                  <a:cubicBezTo>
                    <a:pt x="630" y="2902"/>
                    <a:pt x="301" y="2820"/>
                    <a:pt x="0" y="2652"/>
                  </a:cubicBezTo>
                  <a:lnTo>
                    <a:pt x="0" y="2652"/>
                  </a:lnTo>
                  <a:cubicBezTo>
                    <a:pt x="366" y="3298"/>
                    <a:pt x="1028" y="3640"/>
                    <a:pt x="1698" y="3640"/>
                  </a:cubicBezTo>
                  <a:cubicBezTo>
                    <a:pt x="2190" y="3640"/>
                    <a:pt x="2686" y="3455"/>
                    <a:pt x="3070" y="3070"/>
                  </a:cubicBezTo>
                  <a:cubicBezTo>
                    <a:pt x="3978" y="2158"/>
                    <a:pt x="3772" y="630"/>
                    <a:pt x="2652"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86"/>
            <p:cNvSpPr/>
            <p:nvPr/>
          </p:nvSpPr>
          <p:spPr>
            <a:xfrm>
              <a:off x="5822573" y="3360019"/>
              <a:ext cx="231065" cy="368405"/>
            </a:xfrm>
            <a:custGeom>
              <a:rect b="b" l="l" r="r" t="t"/>
              <a:pathLst>
                <a:path extrusionOk="0" h="14072" w="8826">
                  <a:moveTo>
                    <a:pt x="2542" y="414"/>
                  </a:moveTo>
                  <a:lnTo>
                    <a:pt x="2542" y="2609"/>
                  </a:lnTo>
                  <a:lnTo>
                    <a:pt x="1355" y="2609"/>
                  </a:lnTo>
                  <a:lnTo>
                    <a:pt x="1355" y="414"/>
                  </a:lnTo>
                  <a:close/>
                  <a:moveTo>
                    <a:pt x="4209" y="414"/>
                  </a:moveTo>
                  <a:lnTo>
                    <a:pt x="4209" y="2609"/>
                  </a:lnTo>
                  <a:lnTo>
                    <a:pt x="2950" y="2609"/>
                  </a:lnTo>
                  <a:lnTo>
                    <a:pt x="2950" y="414"/>
                  </a:lnTo>
                  <a:close/>
                  <a:moveTo>
                    <a:pt x="5871" y="414"/>
                  </a:moveTo>
                  <a:lnTo>
                    <a:pt x="5871" y="2609"/>
                  </a:lnTo>
                  <a:lnTo>
                    <a:pt x="4617" y="2609"/>
                  </a:lnTo>
                  <a:lnTo>
                    <a:pt x="4617" y="414"/>
                  </a:lnTo>
                  <a:close/>
                  <a:moveTo>
                    <a:pt x="6510" y="3027"/>
                  </a:moveTo>
                  <a:lnTo>
                    <a:pt x="6510" y="3517"/>
                  </a:lnTo>
                  <a:lnTo>
                    <a:pt x="2316" y="3517"/>
                  </a:lnTo>
                  <a:lnTo>
                    <a:pt x="2316" y="3027"/>
                  </a:lnTo>
                  <a:close/>
                  <a:moveTo>
                    <a:pt x="7754" y="3930"/>
                  </a:moveTo>
                  <a:cubicBezTo>
                    <a:pt x="8119" y="3930"/>
                    <a:pt x="8417" y="4228"/>
                    <a:pt x="8417" y="4589"/>
                  </a:cubicBezTo>
                  <a:lnTo>
                    <a:pt x="8412" y="13005"/>
                  </a:lnTo>
                  <a:cubicBezTo>
                    <a:pt x="8412" y="13370"/>
                    <a:pt x="8114" y="13668"/>
                    <a:pt x="7754" y="13668"/>
                  </a:cubicBezTo>
                  <a:lnTo>
                    <a:pt x="1072" y="13668"/>
                  </a:lnTo>
                  <a:cubicBezTo>
                    <a:pt x="707" y="13668"/>
                    <a:pt x="413" y="13370"/>
                    <a:pt x="413" y="13005"/>
                  </a:cubicBezTo>
                  <a:lnTo>
                    <a:pt x="413" y="4589"/>
                  </a:lnTo>
                  <a:cubicBezTo>
                    <a:pt x="413" y="4228"/>
                    <a:pt x="707" y="3930"/>
                    <a:pt x="1072" y="3930"/>
                  </a:cubicBezTo>
                  <a:close/>
                  <a:moveTo>
                    <a:pt x="1148" y="1"/>
                  </a:moveTo>
                  <a:cubicBezTo>
                    <a:pt x="1033" y="1"/>
                    <a:pt x="942" y="92"/>
                    <a:pt x="942" y="207"/>
                  </a:cubicBezTo>
                  <a:lnTo>
                    <a:pt x="942" y="2816"/>
                  </a:lnTo>
                  <a:cubicBezTo>
                    <a:pt x="942" y="2931"/>
                    <a:pt x="1033" y="3022"/>
                    <a:pt x="1148" y="3022"/>
                  </a:cubicBezTo>
                  <a:lnTo>
                    <a:pt x="1903" y="3022"/>
                  </a:lnTo>
                  <a:lnTo>
                    <a:pt x="1903" y="3517"/>
                  </a:lnTo>
                  <a:lnTo>
                    <a:pt x="1072" y="3517"/>
                  </a:lnTo>
                  <a:cubicBezTo>
                    <a:pt x="481" y="3517"/>
                    <a:pt x="5" y="3998"/>
                    <a:pt x="0" y="4589"/>
                  </a:cubicBezTo>
                  <a:lnTo>
                    <a:pt x="0" y="13000"/>
                  </a:lnTo>
                  <a:cubicBezTo>
                    <a:pt x="5" y="13591"/>
                    <a:pt x="481" y="14072"/>
                    <a:pt x="1072" y="14072"/>
                  </a:cubicBezTo>
                  <a:lnTo>
                    <a:pt x="7754" y="14072"/>
                  </a:lnTo>
                  <a:cubicBezTo>
                    <a:pt x="8345" y="14072"/>
                    <a:pt x="8825" y="13591"/>
                    <a:pt x="8825" y="13000"/>
                  </a:cubicBezTo>
                  <a:lnTo>
                    <a:pt x="8825" y="4589"/>
                  </a:lnTo>
                  <a:cubicBezTo>
                    <a:pt x="8825" y="3998"/>
                    <a:pt x="8345" y="3517"/>
                    <a:pt x="7754" y="3517"/>
                  </a:cubicBezTo>
                  <a:lnTo>
                    <a:pt x="6923" y="3517"/>
                  </a:lnTo>
                  <a:lnTo>
                    <a:pt x="6923" y="3022"/>
                  </a:lnTo>
                  <a:lnTo>
                    <a:pt x="7677" y="3022"/>
                  </a:lnTo>
                  <a:cubicBezTo>
                    <a:pt x="7788" y="3022"/>
                    <a:pt x="7879" y="2931"/>
                    <a:pt x="7879" y="2821"/>
                  </a:cubicBezTo>
                  <a:lnTo>
                    <a:pt x="7879" y="1514"/>
                  </a:lnTo>
                  <a:cubicBezTo>
                    <a:pt x="7879" y="1377"/>
                    <a:pt x="7777" y="1309"/>
                    <a:pt x="7675" y="1309"/>
                  </a:cubicBezTo>
                  <a:cubicBezTo>
                    <a:pt x="7573" y="1309"/>
                    <a:pt x="7471" y="1377"/>
                    <a:pt x="7471" y="1514"/>
                  </a:cubicBezTo>
                  <a:lnTo>
                    <a:pt x="7471" y="2609"/>
                  </a:lnTo>
                  <a:lnTo>
                    <a:pt x="6289" y="2609"/>
                  </a:lnTo>
                  <a:lnTo>
                    <a:pt x="6289" y="414"/>
                  </a:lnTo>
                  <a:lnTo>
                    <a:pt x="7471" y="414"/>
                  </a:lnTo>
                  <a:lnTo>
                    <a:pt x="7471" y="659"/>
                  </a:lnTo>
                  <a:cubicBezTo>
                    <a:pt x="7471" y="796"/>
                    <a:pt x="7573" y="864"/>
                    <a:pt x="7675" y="864"/>
                  </a:cubicBezTo>
                  <a:cubicBezTo>
                    <a:pt x="7777" y="864"/>
                    <a:pt x="7879" y="796"/>
                    <a:pt x="7879" y="659"/>
                  </a:cubicBezTo>
                  <a:lnTo>
                    <a:pt x="7879" y="207"/>
                  </a:lnTo>
                  <a:cubicBezTo>
                    <a:pt x="7879" y="92"/>
                    <a:pt x="7788" y="1"/>
                    <a:pt x="76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86"/>
            <p:cNvSpPr/>
            <p:nvPr/>
          </p:nvSpPr>
          <p:spPr>
            <a:xfrm>
              <a:off x="5907213" y="3561422"/>
              <a:ext cx="61523" cy="57832"/>
            </a:xfrm>
            <a:custGeom>
              <a:rect b="b" l="l" r="r" t="t"/>
              <a:pathLst>
                <a:path extrusionOk="0" h="2209" w="2350">
                  <a:moveTo>
                    <a:pt x="1175" y="0"/>
                  </a:moveTo>
                  <a:cubicBezTo>
                    <a:pt x="1073" y="0"/>
                    <a:pt x="971" y="69"/>
                    <a:pt x="971" y="205"/>
                  </a:cubicBezTo>
                  <a:lnTo>
                    <a:pt x="971" y="902"/>
                  </a:lnTo>
                  <a:lnTo>
                    <a:pt x="274" y="902"/>
                  </a:lnTo>
                  <a:cubicBezTo>
                    <a:pt x="0" y="902"/>
                    <a:pt x="0" y="1310"/>
                    <a:pt x="274" y="1310"/>
                  </a:cubicBezTo>
                  <a:lnTo>
                    <a:pt x="971" y="1310"/>
                  </a:lnTo>
                  <a:lnTo>
                    <a:pt x="971" y="2007"/>
                  </a:lnTo>
                  <a:cubicBezTo>
                    <a:pt x="971" y="2142"/>
                    <a:pt x="1073" y="2209"/>
                    <a:pt x="1175" y="2209"/>
                  </a:cubicBezTo>
                  <a:cubicBezTo>
                    <a:pt x="1277" y="2209"/>
                    <a:pt x="1379" y="2142"/>
                    <a:pt x="1379" y="2007"/>
                  </a:cubicBezTo>
                  <a:lnTo>
                    <a:pt x="1379" y="1310"/>
                  </a:lnTo>
                  <a:lnTo>
                    <a:pt x="2076" y="1310"/>
                  </a:lnTo>
                  <a:cubicBezTo>
                    <a:pt x="2348" y="1310"/>
                    <a:pt x="2350" y="902"/>
                    <a:pt x="2081" y="902"/>
                  </a:cubicBezTo>
                  <a:cubicBezTo>
                    <a:pt x="2079" y="902"/>
                    <a:pt x="2077" y="902"/>
                    <a:pt x="2076" y="902"/>
                  </a:cubicBezTo>
                  <a:lnTo>
                    <a:pt x="1379" y="902"/>
                  </a:lnTo>
                  <a:lnTo>
                    <a:pt x="1379" y="205"/>
                  </a:lnTo>
                  <a:cubicBezTo>
                    <a:pt x="1379" y="69"/>
                    <a:pt x="1277" y="0"/>
                    <a:pt x="11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86"/>
            <p:cNvSpPr/>
            <p:nvPr/>
          </p:nvSpPr>
          <p:spPr>
            <a:xfrm>
              <a:off x="5881190" y="3533540"/>
              <a:ext cx="118124" cy="113647"/>
            </a:xfrm>
            <a:custGeom>
              <a:rect b="b" l="l" r="r" t="t"/>
              <a:pathLst>
                <a:path extrusionOk="0" h="4341" w="4512">
                  <a:moveTo>
                    <a:pt x="2171" y="411"/>
                  </a:moveTo>
                  <a:cubicBezTo>
                    <a:pt x="2882" y="411"/>
                    <a:pt x="3526" y="838"/>
                    <a:pt x="3795" y="1496"/>
                  </a:cubicBezTo>
                  <a:cubicBezTo>
                    <a:pt x="4069" y="2154"/>
                    <a:pt x="3920" y="2909"/>
                    <a:pt x="3416" y="3413"/>
                  </a:cubicBezTo>
                  <a:cubicBezTo>
                    <a:pt x="3078" y="3751"/>
                    <a:pt x="2628" y="3929"/>
                    <a:pt x="2169" y="3929"/>
                  </a:cubicBezTo>
                  <a:cubicBezTo>
                    <a:pt x="1944" y="3929"/>
                    <a:pt x="1716" y="3886"/>
                    <a:pt x="1499" y="3797"/>
                  </a:cubicBezTo>
                  <a:cubicBezTo>
                    <a:pt x="841" y="3524"/>
                    <a:pt x="413" y="2880"/>
                    <a:pt x="413" y="2169"/>
                  </a:cubicBezTo>
                  <a:cubicBezTo>
                    <a:pt x="413" y="1198"/>
                    <a:pt x="1201" y="411"/>
                    <a:pt x="2171" y="411"/>
                  </a:cubicBezTo>
                  <a:close/>
                  <a:moveTo>
                    <a:pt x="2169" y="0"/>
                  </a:moveTo>
                  <a:cubicBezTo>
                    <a:pt x="1890" y="0"/>
                    <a:pt x="1609" y="54"/>
                    <a:pt x="1340" y="166"/>
                  </a:cubicBezTo>
                  <a:cubicBezTo>
                    <a:pt x="528" y="502"/>
                    <a:pt x="0" y="1290"/>
                    <a:pt x="0" y="2169"/>
                  </a:cubicBezTo>
                  <a:cubicBezTo>
                    <a:pt x="5" y="3365"/>
                    <a:pt x="975" y="4340"/>
                    <a:pt x="2171" y="4340"/>
                  </a:cubicBezTo>
                  <a:cubicBezTo>
                    <a:pt x="3051" y="4340"/>
                    <a:pt x="3838" y="3812"/>
                    <a:pt x="4175" y="3000"/>
                  </a:cubicBezTo>
                  <a:cubicBezTo>
                    <a:pt x="4511" y="2188"/>
                    <a:pt x="4324" y="1256"/>
                    <a:pt x="3704" y="636"/>
                  </a:cubicBezTo>
                  <a:cubicBezTo>
                    <a:pt x="3289" y="222"/>
                    <a:pt x="2734" y="0"/>
                    <a:pt x="21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86"/>
            <p:cNvSpPr/>
            <p:nvPr/>
          </p:nvSpPr>
          <p:spPr>
            <a:xfrm>
              <a:off x="5857288" y="3491704"/>
              <a:ext cx="161766" cy="197109"/>
            </a:xfrm>
            <a:custGeom>
              <a:rect b="b" l="l" r="r" t="t"/>
              <a:pathLst>
                <a:path extrusionOk="0" h="7529" w="6179">
                  <a:moveTo>
                    <a:pt x="5975" y="0"/>
                  </a:moveTo>
                  <a:cubicBezTo>
                    <a:pt x="5972" y="0"/>
                    <a:pt x="5970" y="0"/>
                    <a:pt x="5967" y="0"/>
                  </a:cubicBezTo>
                  <a:lnTo>
                    <a:pt x="2186" y="0"/>
                  </a:lnTo>
                  <a:cubicBezTo>
                    <a:pt x="1912" y="0"/>
                    <a:pt x="1912" y="414"/>
                    <a:pt x="2186" y="414"/>
                  </a:cubicBezTo>
                  <a:lnTo>
                    <a:pt x="5760" y="414"/>
                  </a:lnTo>
                  <a:lnTo>
                    <a:pt x="5760" y="7120"/>
                  </a:lnTo>
                  <a:lnTo>
                    <a:pt x="413" y="7120"/>
                  </a:lnTo>
                  <a:lnTo>
                    <a:pt x="413" y="414"/>
                  </a:lnTo>
                  <a:lnTo>
                    <a:pt x="1120" y="414"/>
                  </a:lnTo>
                  <a:cubicBezTo>
                    <a:pt x="1393" y="414"/>
                    <a:pt x="1393" y="0"/>
                    <a:pt x="1120" y="0"/>
                  </a:cubicBezTo>
                  <a:lnTo>
                    <a:pt x="207" y="0"/>
                  </a:lnTo>
                  <a:cubicBezTo>
                    <a:pt x="92" y="0"/>
                    <a:pt x="0" y="92"/>
                    <a:pt x="0" y="207"/>
                  </a:cubicBezTo>
                  <a:lnTo>
                    <a:pt x="0" y="7327"/>
                  </a:lnTo>
                  <a:cubicBezTo>
                    <a:pt x="0" y="7437"/>
                    <a:pt x="92" y="7528"/>
                    <a:pt x="207" y="7528"/>
                  </a:cubicBezTo>
                  <a:lnTo>
                    <a:pt x="5972" y="7528"/>
                  </a:lnTo>
                  <a:cubicBezTo>
                    <a:pt x="6082" y="7528"/>
                    <a:pt x="6173" y="7437"/>
                    <a:pt x="6173" y="7327"/>
                  </a:cubicBezTo>
                  <a:lnTo>
                    <a:pt x="6173" y="207"/>
                  </a:lnTo>
                  <a:cubicBezTo>
                    <a:pt x="6178" y="95"/>
                    <a:pt x="6087" y="0"/>
                    <a:pt x="5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9" name="Google Shape;13849;p86"/>
          <p:cNvGrpSpPr/>
          <p:nvPr/>
        </p:nvGrpSpPr>
        <p:grpSpPr>
          <a:xfrm>
            <a:off x="7494690" y="1516188"/>
            <a:ext cx="374557" cy="368614"/>
            <a:chOff x="7494690" y="1516188"/>
            <a:chExt cx="374557" cy="368614"/>
          </a:xfrm>
        </p:grpSpPr>
        <p:sp>
          <p:nvSpPr>
            <p:cNvPr id="13850" name="Google Shape;13850;p86"/>
            <p:cNvSpPr/>
            <p:nvPr/>
          </p:nvSpPr>
          <p:spPr>
            <a:xfrm>
              <a:off x="7656299" y="1607844"/>
              <a:ext cx="119643" cy="118150"/>
            </a:xfrm>
            <a:custGeom>
              <a:rect b="b" l="l" r="r" t="t"/>
              <a:pathLst>
                <a:path extrusionOk="0" h="4513" w="4570">
                  <a:moveTo>
                    <a:pt x="784" y="0"/>
                  </a:moveTo>
                  <a:cubicBezTo>
                    <a:pt x="703" y="0"/>
                    <a:pt x="623" y="30"/>
                    <a:pt x="563" y="90"/>
                  </a:cubicBezTo>
                  <a:lnTo>
                    <a:pt x="121" y="532"/>
                  </a:lnTo>
                  <a:cubicBezTo>
                    <a:pt x="0" y="657"/>
                    <a:pt x="0" y="854"/>
                    <a:pt x="121" y="979"/>
                  </a:cubicBezTo>
                  <a:lnTo>
                    <a:pt x="3565" y="4419"/>
                  </a:lnTo>
                  <a:cubicBezTo>
                    <a:pt x="3625" y="4481"/>
                    <a:pt x="3704" y="4512"/>
                    <a:pt x="3784" y="4512"/>
                  </a:cubicBezTo>
                  <a:cubicBezTo>
                    <a:pt x="3864" y="4512"/>
                    <a:pt x="3945" y="4481"/>
                    <a:pt x="4007" y="4419"/>
                  </a:cubicBezTo>
                  <a:lnTo>
                    <a:pt x="4449" y="3977"/>
                  </a:lnTo>
                  <a:cubicBezTo>
                    <a:pt x="4569" y="3857"/>
                    <a:pt x="4569" y="3655"/>
                    <a:pt x="4449" y="3535"/>
                  </a:cubicBezTo>
                  <a:lnTo>
                    <a:pt x="1005" y="90"/>
                  </a:lnTo>
                  <a:cubicBezTo>
                    <a:pt x="944" y="30"/>
                    <a:pt x="864" y="0"/>
                    <a:pt x="78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86"/>
            <p:cNvSpPr/>
            <p:nvPr/>
          </p:nvSpPr>
          <p:spPr>
            <a:xfrm>
              <a:off x="7659441" y="1633474"/>
              <a:ext cx="116501" cy="92520"/>
            </a:xfrm>
            <a:custGeom>
              <a:rect b="b" l="l" r="r" t="t"/>
              <a:pathLst>
                <a:path extrusionOk="0" h="3534" w="4450">
                  <a:moveTo>
                    <a:pt x="1" y="0"/>
                  </a:moveTo>
                  <a:lnTo>
                    <a:pt x="3440" y="3440"/>
                  </a:lnTo>
                  <a:cubicBezTo>
                    <a:pt x="3503" y="3502"/>
                    <a:pt x="3583" y="3533"/>
                    <a:pt x="3664" y="3533"/>
                  </a:cubicBezTo>
                  <a:cubicBezTo>
                    <a:pt x="3744" y="3533"/>
                    <a:pt x="3825" y="3502"/>
                    <a:pt x="3887" y="3440"/>
                  </a:cubicBezTo>
                  <a:lnTo>
                    <a:pt x="4329" y="2998"/>
                  </a:lnTo>
                  <a:cubicBezTo>
                    <a:pt x="4449" y="2878"/>
                    <a:pt x="4449" y="2676"/>
                    <a:pt x="4329" y="2556"/>
                  </a:cubicBezTo>
                  <a:lnTo>
                    <a:pt x="3267" y="1494"/>
                  </a:lnTo>
                  <a:lnTo>
                    <a:pt x="3267" y="1494"/>
                  </a:lnTo>
                  <a:cubicBezTo>
                    <a:pt x="3387" y="1614"/>
                    <a:pt x="3387" y="1816"/>
                    <a:pt x="3267" y="1936"/>
                  </a:cubicBezTo>
                  <a:lnTo>
                    <a:pt x="2825" y="2378"/>
                  </a:lnTo>
                  <a:cubicBezTo>
                    <a:pt x="2765" y="2441"/>
                    <a:pt x="2685" y="2472"/>
                    <a:pt x="2604" y="2472"/>
                  </a:cubicBezTo>
                  <a:cubicBezTo>
                    <a:pt x="2524" y="2472"/>
                    <a:pt x="2443" y="2441"/>
                    <a:pt x="2383" y="2378"/>
                  </a:cubicBezTo>
                  <a:lnTo>
                    <a:pt x="1"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86"/>
            <p:cNvSpPr/>
            <p:nvPr/>
          </p:nvSpPr>
          <p:spPr>
            <a:xfrm>
              <a:off x="7706722" y="1521686"/>
              <a:ext cx="156609" cy="154567"/>
            </a:xfrm>
            <a:custGeom>
              <a:rect b="b" l="l" r="r" t="t"/>
              <a:pathLst>
                <a:path extrusionOk="0" h="5904" w="5982">
                  <a:moveTo>
                    <a:pt x="5172" y="0"/>
                  </a:moveTo>
                  <a:cubicBezTo>
                    <a:pt x="5000" y="0"/>
                    <a:pt x="4827" y="60"/>
                    <a:pt x="4690" y="182"/>
                  </a:cubicBezTo>
                  <a:lnTo>
                    <a:pt x="3258" y="1441"/>
                  </a:lnTo>
                  <a:lnTo>
                    <a:pt x="2710" y="1916"/>
                  </a:lnTo>
                  <a:lnTo>
                    <a:pt x="1" y="4304"/>
                  </a:lnTo>
                  <a:lnTo>
                    <a:pt x="1601" y="5903"/>
                  </a:lnTo>
                  <a:lnTo>
                    <a:pt x="5727" y="1220"/>
                  </a:lnTo>
                  <a:cubicBezTo>
                    <a:pt x="5982" y="931"/>
                    <a:pt x="5968" y="489"/>
                    <a:pt x="5694" y="216"/>
                  </a:cubicBezTo>
                  <a:cubicBezTo>
                    <a:pt x="5551" y="72"/>
                    <a:pt x="5361" y="0"/>
                    <a:pt x="517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86"/>
            <p:cNvSpPr/>
            <p:nvPr/>
          </p:nvSpPr>
          <p:spPr>
            <a:xfrm>
              <a:off x="7706722" y="1521686"/>
              <a:ext cx="156609" cy="154698"/>
            </a:xfrm>
            <a:custGeom>
              <a:rect b="b" l="l" r="r" t="t"/>
              <a:pathLst>
                <a:path extrusionOk="0" h="5909" w="5982">
                  <a:moveTo>
                    <a:pt x="5172" y="0"/>
                  </a:moveTo>
                  <a:cubicBezTo>
                    <a:pt x="5000" y="0"/>
                    <a:pt x="4827" y="60"/>
                    <a:pt x="4690" y="182"/>
                  </a:cubicBezTo>
                  <a:lnTo>
                    <a:pt x="1" y="4304"/>
                  </a:lnTo>
                  <a:lnTo>
                    <a:pt x="1601" y="5908"/>
                  </a:lnTo>
                  <a:lnTo>
                    <a:pt x="5727" y="1220"/>
                  </a:lnTo>
                  <a:cubicBezTo>
                    <a:pt x="5982" y="931"/>
                    <a:pt x="5968" y="489"/>
                    <a:pt x="5694" y="216"/>
                  </a:cubicBezTo>
                  <a:cubicBezTo>
                    <a:pt x="5551" y="72"/>
                    <a:pt x="5361" y="0"/>
                    <a:pt x="517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86"/>
            <p:cNvSpPr/>
            <p:nvPr/>
          </p:nvSpPr>
          <p:spPr>
            <a:xfrm>
              <a:off x="7735912" y="1522419"/>
              <a:ext cx="127418" cy="153703"/>
            </a:xfrm>
            <a:custGeom>
              <a:rect b="b" l="l" r="r" t="t"/>
              <a:pathLst>
                <a:path extrusionOk="0" h="5871" w="4867">
                  <a:moveTo>
                    <a:pt x="4276" y="0"/>
                  </a:moveTo>
                  <a:lnTo>
                    <a:pt x="4276" y="0"/>
                  </a:lnTo>
                  <a:cubicBezTo>
                    <a:pt x="4353" y="245"/>
                    <a:pt x="4295" y="514"/>
                    <a:pt x="4122" y="706"/>
                  </a:cubicBezTo>
                  <a:lnTo>
                    <a:pt x="0" y="5390"/>
                  </a:lnTo>
                  <a:lnTo>
                    <a:pt x="486" y="5871"/>
                  </a:lnTo>
                  <a:lnTo>
                    <a:pt x="4608" y="1187"/>
                  </a:lnTo>
                  <a:cubicBezTo>
                    <a:pt x="4867" y="899"/>
                    <a:pt x="4853" y="457"/>
                    <a:pt x="4579" y="183"/>
                  </a:cubicBezTo>
                  <a:cubicBezTo>
                    <a:pt x="4492" y="96"/>
                    <a:pt x="4391" y="39"/>
                    <a:pt x="42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86"/>
            <p:cNvSpPr/>
            <p:nvPr/>
          </p:nvSpPr>
          <p:spPr>
            <a:xfrm>
              <a:off x="7502099" y="1637715"/>
              <a:ext cx="250307" cy="241615"/>
            </a:xfrm>
            <a:custGeom>
              <a:rect b="b" l="l" r="r" t="t"/>
              <a:pathLst>
                <a:path extrusionOk="0" h="9229" w="9561">
                  <a:moveTo>
                    <a:pt x="5205" y="0"/>
                  </a:moveTo>
                  <a:cubicBezTo>
                    <a:pt x="3943" y="0"/>
                    <a:pt x="2630" y="524"/>
                    <a:pt x="1605" y="1548"/>
                  </a:cubicBezTo>
                  <a:cubicBezTo>
                    <a:pt x="524" y="2634"/>
                    <a:pt x="1" y="4046"/>
                    <a:pt x="68" y="5377"/>
                  </a:cubicBezTo>
                  <a:cubicBezTo>
                    <a:pt x="92" y="5886"/>
                    <a:pt x="303" y="6367"/>
                    <a:pt x="668" y="6722"/>
                  </a:cubicBezTo>
                  <a:lnTo>
                    <a:pt x="2566" y="8625"/>
                  </a:lnTo>
                  <a:cubicBezTo>
                    <a:pt x="2926" y="8980"/>
                    <a:pt x="3407" y="9196"/>
                    <a:pt x="3911" y="9225"/>
                  </a:cubicBezTo>
                  <a:cubicBezTo>
                    <a:pt x="3977" y="9227"/>
                    <a:pt x="4042" y="9229"/>
                    <a:pt x="4108" y="9229"/>
                  </a:cubicBezTo>
                  <a:cubicBezTo>
                    <a:pt x="4319" y="9229"/>
                    <a:pt x="4528" y="9216"/>
                    <a:pt x="4737" y="9187"/>
                  </a:cubicBezTo>
                  <a:cubicBezTo>
                    <a:pt x="5055" y="9139"/>
                    <a:pt x="5367" y="9067"/>
                    <a:pt x="5674" y="8980"/>
                  </a:cubicBezTo>
                  <a:cubicBezTo>
                    <a:pt x="6457" y="8716"/>
                    <a:pt x="7164" y="8274"/>
                    <a:pt x="7745" y="7688"/>
                  </a:cubicBezTo>
                  <a:cubicBezTo>
                    <a:pt x="9076" y="6357"/>
                    <a:pt x="9561" y="4536"/>
                    <a:pt x="9152" y="2980"/>
                  </a:cubicBezTo>
                  <a:lnTo>
                    <a:pt x="6313" y="141"/>
                  </a:lnTo>
                  <a:cubicBezTo>
                    <a:pt x="5954" y="47"/>
                    <a:pt x="5582" y="0"/>
                    <a:pt x="5205"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86"/>
            <p:cNvSpPr/>
            <p:nvPr/>
          </p:nvSpPr>
          <p:spPr>
            <a:xfrm>
              <a:off x="7543228" y="1689552"/>
              <a:ext cx="209047" cy="189779"/>
            </a:xfrm>
            <a:custGeom>
              <a:rect b="b" l="l" r="r" t="t"/>
              <a:pathLst>
                <a:path extrusionOk="0" h="7249" w="7985">
                  <a:moveTo>
                    <a:pt x="6582" y="1"/>
                  </a:moveTo>
                  <a:lnTo>
                    <a:pt x="6582" y="1"/>
                  </a:lnTo>
                  <a:cubicBezTo>
                    <a:pt x="6991" y="1557"/>
                    <a:pt x="6505" y="3378"/>
                    <a:pt x="5175" y="4709"/>
                  </a:cubicBezTo>
                  <a:cubicBezTo>
                    <a:pt x="4593" y="5295"/>
                    <a:pt x="3887" y="5737"/>
                    <a:pt x="3104" y="6001"/>
                  </a:cubicBezTo>
                  <a:lnTo>
                    <a:pt x="2172" y="6212"/>
                  </a:lnTo>
                  <a:cubicBezTo>
                    <a:pt x="1963" y="6242"/>
                    <a:pt x="1754" y="6254"/>
                    <a:pt x="1542" y="6254"/>
                  </a:cubicBezTo>
                  <a:cubicBezTo>
                    <a:pt x="1477" y="6254"/>
                    <a:pt x="1412" y="6253"/>
                    <a:pt x="1346" y="6251"/>
                  </a:cubicBezTo>
                  <a:cubicBezTo>
                    <a:pt x="841" y="6222"/>
                    <a:pt x="361" y="6006"/>
                    <a:pt x="1" y="5650"/>
                  </a:cubicBezTo>
                  <a:lnTo>
                    <a:pt x="1" y="5650"/>
                  </a:lnTo>
                  <a:lnTo>
                    <a:pt x="995" y="6645"/>
                  </a:lnTo>
                  <a:cubicBezTo>
                    <a:pt x="1355" y="7005"/>
                    <a:pt x="1836" y="7216"/>
                    <a:pt x="2345" y="7245"/>
                  </a:cubicBezTo>
                  <a:cubicBezTo>
                    <a:pt x="2410" y="7247"/>
                    <a:pt x="2474" y="7249"/>
                    <a:pt x="2539" y="7249"/>
                  </a:cubicBezTo>
                  <a:cubicBezTo>
                    <a:pt x="2748" y="7249"/>
                    <a:pt x="2957" y="7236"/>
                    <a:pt x="3166" y="7207"/>
                  </a:cubicBezTo>
                  <a:lnTo>
                    <a:pt x="4098" y="6995"/>
                  </a:lnTo>
                  <a:cubicBezTo>
                    <a:pt x="4882" y="6726"/>
                    <a:pt x="5588" y="6289"/>
                    <a:pt x="6174" y="5703"/>
                  </a:cubicBezTo>
                  <a:cubicBezTo>
                    <a:pt x="7500" y="4372"/>
                    <a:pt x="7985" y="2552"/>
                    <a:pt x="7577" y="995"/>
                  </a:cubicBezTo>
                  <a:lnTo>
                    <a:pt x="658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86"/>
            <p:cNvSpPr/>
            <p:nvPr/>
          </p:nvSpPr>
          <p:spPr>
            <a:xfrm>
              <a:off x="7494690" y="1516188"/>
              <a:ext cx="374557" cy="368614"/>
            </a:xfrm>
            <a:custGeom>
              <a:rect b="b" l="l" r="r" t="t"/>
              <a:pathLst>
                <a:path extrusionOk="0" h="14080" w="14307">
                  <a:moveTo>
                    <a:pt x="6952" y="3703"/>
                  </a:moveTo>
                  <a:cubicBezTo>
                    <a:pt x="6979" y="3703"/>
                    <a:pt x="7007" y="3714"/>
                    <a:pt x="7029" y="3735"/>
                  </a:cubicBezTo>
                  <a:lnTo>
                    <a:pt x="10473" y="7180"/>
                  </a:lnTo>
                  <a:cubicBezTo>
                    <a:pt x="10516" y="7223"/>
                    <a:pt x="10521" y="7290"/>
                    <a:pt x="10478" y="7334"/>
                  </a:cubicBezTo>
                  <a:lnTo>
                    <a:pt x="10473" y="7334"/>
                  </a:lnTo>
                  <a:cubicBezTo>
                    <a:pt x="10026" y="7771"/>
                    <a:pt x="10036" y="7809"/>
                    <a:pt x="9954" y="7809"/>
                  </a:cubicBezTo>
                  <a:cubicBezTo>
                    <a:pt x="9873" y="7809"/>
                    <a:pt x="9877" y="7756"/>
                    <a:pt x="9580" y="7473"/>
                  </a:cubicBezTo>
                  <a:cubicBezTo>
                    <a:pt x="6236" y="4129"/>
                    <a:pt x="6404" y="4322"/>
                    <a:pt x="6404" y="4254"/>
                  </a:cubicBezTo>
                  <a:cubicBezTo>
                    <a:pt x="6404" y="4177"/>
                    <a:pt x="6438" y="4187"/>
                    <a:pt x="6875" y="3735"/>
                  </a:cubicBezTo>
                  <a:cubicBezTo>
                    <a:pt x="6896" y="3714"/>
                    <a:pt x="6924" y="3703"/>
                    <a:pt x="6952" y="3703"/>
                  </a:cubicBezTo>
                  <a:close/>
                  <a:moveTo>
                    <a:pt x="13270" y="0"/>
                  </a:moveTo>
                  <a:cubicBezTo>
                    <a:pt x="13049" y="0"/>
                    <a:pt x="12828" y="78"/>
                    <a:pt x="12649" y="233"/>
                  </a:cubicBezTo>
                  <a:lnTo>
                    <a:pt x="11223" y="1492"/>
                  </a:lnTo>
                  <a:cubicBezTo>
                    <a:pt x="11053" y="1631"/>
                    <a:pt x="11188" y="1857"/>
                    <a:pt x="11354" y="1857"/>
                  </a:cubicBezTo>
                  <a:cubicBezTo>
                    <a:pt x="11399" y="1857"/>
                    <a:pt x="11447" y="1840"/>
                    <a:pt x="11492" y="1799"/>
                  </a:cubicBezTo>
                  <a:lnTo>
                    <a:pt x="12923" y="541"/>
                  </a:lnTo>
                  <a:cubicBezTo>
                    <a:pt x="13022" y="454"/>
                    <a:pt x="13146" y="410"/>
                    <a:pt x="13270" y="410"/>
                  </a:cubicBezTo>
                  <a:cubicBezTo>
                    <a:pt x="13405" y="410"/>
                    <a:pt x="13541" y="462"/>
                    <a:pt x="13644" y="565"/>
                  </a:cubicBezTo>
                  <a:cubicBezTo>
                    <a:pt x="13846" y="762"/>
                    <a:pt x="13855" y="1079"/>
                    <a:pt x="13668" y="1290"/>
                  </a:cubicBezTo>
                  <a:lnTo>
                    <a:pt x="9690" y="5811"/>
                  </a:lnTo>
                  <a:lnTo>
                    <a:pt x="8398" y="4519"/>
                  </a:lnTo>
                  <a:lnTo>
                    <a:pt x="10708" y="2486"/>
                  </a:lnTo>
                  <a:cubicBezTo>
                    <a:pt x="10877" y="2344"/>
                    <a:pt x="10741" y="2119"/>
                    <a:pt x="10578" y="2119"/>
                  </a:cubicBezTo>
                  <a:cubicBezTo>
                    <a:pt x="10532" y="2119"/>
                    <a:pt x="10484" y="2137"/>
                    <a:pt x="10439" y="2179"/>
                  </a:cubicBezTo>
                  <a:lnTo>
                    <a:pt x="8109" y="4226"/>
                  </a:lnTo>
                  <a:lnTo>
                    <a:pt x="7322" y="3442"/>
                  </a:lnTo>
                  <a:cubicBezTo>
                    <a:pt x="7221" y="3339"/>
                    <a:pt x="7089" y="3288"/>
                    <a:pt x="6957" y="3288"/>
                  </a:cubicBezTo>
                  <a:cubicBezTo>
                    <a:pt x="6824" y="3288"/>
                    <a:pt x="6692" y="3339"/>
                    <a:pt x="6591" y="3442"/>
                  </a:cubicBezTo>
                  <a:lnTo>
                    <a:pt x="6149" y="3884"/>
                  </a:lnTo>
                  <a:cubicBezTo>
                    <a:pt x="5996" y="4038"/>
                    <a:pt x="5952" y="4274"/>
                    <a:pt x="6049" y="4466"/>
                  </a:cubicBezTo>
                  <a:cubicBezTo>
                    <a:pt x="5858" y="4443"/>
                    <a:pt x="5668" y="4432"/>
                    <a:pt x="5479" y="4432"/>
                  </a:cubicBezTo>
                  <a:cubicBezTo>
                    <a:pt x="2586" y="4432"/>
                    <a:pt x="0" y="7052"/>
                    <a:pt x="149" y="10024"/>
                  </a:cubicBezTo>
                  <a:cubicBezTo>
                    <a:pt x="178" y="10581"/>
                    <a:pt x="413" y="11110"/>
                    <a:pt x="807" y="11508"/>
                  </a:cubicBezTo>
                  <a:lnTo>
                    <a:pt x="2705" y="13406"/>
                  </a:lnTo>
                  <a:cubicBezTo>
                    <a:pt x="3203" y="13904"/>
                    <a:pt x="3783" y="14079"/>
                    <a:pt x="4437" y="14079"/>
                  </a:cubicBezTo>
                  <a:cubicBezTo>
                    <a:pt x="4635" y="14079"/>
                    <a:pt x="4839" y="14063"/>
                    <a:pt x="5049" y="14035"/>
                  </a:cubicBezTo>
                  <a:cubicBezTo>
                    <a:pt x="5160" y="14021"/>
                    <a:pt x="5241" y="13915"/>
                    <a:pt x="5227" y="13805"/>
                  </a:cubicBezTo>
                  <a:cubicBezTo>
                    <a:pt x="5214" y="13698"/>
                    <a:pt x="5123" y="13621"/>
                    <a:pt x="5022" y="13621"/>
                  </a:cubicBezTo>
                  <a:cubicBezTo>
                    <a:pt x="5013" y="13621"/>
                    <a:pt x="5005" y="13621"/>
                    <a:pt x="4996" y="13622"/>
                  </a:cubicBezTo>
                  <a:cubicBezTo>
                    <a:pt x="4800" y="13648"/>
                    <a:pt x="4611" y="13663"/>
                    <a:pt x="4429" y="13663"/>
                  </a:cubicBezTo>
                  <a:cubicBezTo>
                    <a:pt x="3887" y="13663"/>
                    <a:pt x="3410" y="13527"/>
                    <a:pt x="2993" y="13113"/>
                  </a:cubicBezTo>
                  <a:lnTo>
                    <a:pt x="1100" y="11211"/>
                  </a:lnTo>
                  <a:cubicBezTo>
                    <a:pt x="774" y="10889"/>
                    <a:pt x="582" y="10456"/>
                    <a:pt x="553" y="10000"/>
                  </a:cubicBezTo>
                  <a:cubicBezTo>
                    <a:pt x="416" y="7256"/>
                    <a:pt x="2841" y="4838"/>
                    <a:pt x="5476" y="4838"/>
                  </a:cubicBezTo>
                  <a:cubicBezTo>
                    <a:pt x="5812" y="4838"/>
                    <a:pt x="6152" y="4877"/>
                    <a:pt x="6491" y="4961"/>
                  </a:cubicBezTo>
                  <a:lnTo>
                    <a:pt x="9248" y="7718"/>
                  </a:lnTo>
                  <a:cubicBezTo>
                    <a:pt x="9810" y="10010"/>
                    <a:pt x="8350" y="12484"/>
                    <a:pt x="6073" y="13353"/>
                  </a:cubicBezTo>
                  <a:cubicBezTo>
                    <a:pt x="5848" y="13439"/>
                    <a:pt x="5942" y="13750"/>
                    <a:pt x="6144" y="13750"/>
                  </a:cubicBezTo>
                  <a:cubicBezTo>
                    <a:pt x="6167" y="13750"/>
                    <a:pt x="6191" y="13746"/>
                    <a:pt x="6217" y="13737"/>
                  </a:cubicBezTo>
                  <a:cubicBezTo>
                    <a:pt x="8494" y="12873"/>
                    <a:pt x="10026" y="10519"/>
                    <a:pt x="9743" y="8160"/>
                  </a:cubicBezTo>
                  <a:lnTo>
                    <a:pt x="9743" y="8160"/>
                  </a:lnTo>
                  <a:cubicBezTo>
                    <a:pt x="9813" y="8194"/>
                    <a:pt x="9889" y="8211"/>
                    <a:pt x="9964" y="8211"/>
                  </a:cubicBezTo>
                  <a:cubicBezTo>
                    <a:pt x="10098" y="8211"/>
                    <a:pt x="10230" y="8158"/>
                    <a:pt x="10329" y="8059"/>
                  </a:cubicBezTo>
                  <a:lnTo>
                    <a:pt x="10766" y="7622"/>
                  </a:lnTo>
                  <a:cubicBezTo>
                    <a:pt x="10973" y="7420"/>
                    <a:pt x="10973" y="7089"/>
                    <a:pt x="10766" y="6887"/>
                  </a:cubicBezTo>
                  <a:lnTo>
                    <a:pt x="9983" y="6109"/>
                  </a:lnTo>
                  <a:lnTo>
                    <a:pt x="13980" y="1564"/>
                  </a:lnTo>
                  <a:cubicBezTo>
                    <a:pt x="14307" y="1189"/>
                    <a:pt x="14288" y="627"/>
                    <a:pt x="13937" y="277"/>
                  </a:cubicBezTo>
                  <a:cubicBezTo>
                    <a:pt x="13753" y="93"/>
                    <a:pt x="13512" y="0"/>
                    <a:pt x="13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8" name="Google Shape;13858;p86"/>
          <p:cNvGrpSpPr/>
          <p:nvPr/>
        </p:nvGrpSpPr>
        <p:grpSpPr>
          <a:xfrm>
            <a:off x="5314707" y="3360019"/>
            <a:ext cx="381731" cy="368405"/>
            <a:chOff x="5314707" y="3360019"/>
            <a:chExt cx="381731" cy="368405"/>
          </a:xfrm>
        </p:grpSpPr>
        <p:sp>
          <p:nvSpPr>
            <p:cNvPr id="13859" name="Google Shape;13859;p86"/>
            <p:cNvSpPr/>
            <p:nvPr/>
          </p:nvSpPr>
          <p:spPr>
            <a:xfrm>
              <a:off x="5452179" y="3369444"/>
              <a:ext cx="60397" cy="187056"/>
            </a:xfrm>
            <a:custGeom>
              <a:rect b="b" l="l" r="r" t="t"/>
              <a:pathLst>
                <a:path extrusionOk="0" h="7145" w="2307">
                  <a:moveTo>
                    <a:pt x="0" y="1"/>
                  </a:moveTo>
                  <a:cubicBezTo>
                    <a:pt x="116" y="111"/>
                    <a:pt x="178" y="265"/>
                    <a:pt x="178" y="424"/>
                  </a:cubicBezTo>
                  <a:lnTo>
                    <a:pt x="178" y="6722"/>
                  </a:lnTo>
                  <a:cubicBezTo>
                    <a:pt x="178" y="6880"/>
                    <a:pt x="116" y="7034"/>
                    <a:pt x="0" y="7145"/>
                  </a:cubicBezTo>
                  <a:lnTo>
                    <a:pt x="1091" y="7145"/>
                  </a:lnTo>
                  <a:cubicBezTo>
                    <a:pt x="1763" y="7145"/>
                    <a:pt x="2306" y="6597"/>
                    <a:pt x="2306" y="5929"/>
                  </a:cubicBezTo>
                  <a:lnTo>
                    <a:pt x="2306" y="1216"/>
                  </a:lnTo>
                  <a:cubicBezTo>
                    <a:pt x="2306" y="544"/>
                    <a:pt x="1759" y="1"/>
                    <a:pt x="109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86"/>
            <p:cNvSpPr/>
            <p:nvPr/>
          </p:nvSpPr>
          <p:spPr>
            <a:xfrm>
              <a:off x="5452179" y="3369575"/>
              <a:ext cx="22044" cy="186925"/>
            </a:xfrm>
            <a:custGeom>
              <a:rect b="b" l="l" r="r" t="t"/>
              <a:pathLst>
                <a:path extrusionOk="0" h="7140" w="842">
                  <a:moveTo>
                    <a:pt x="0" y="1"/>
                  </a:moveTo>
                  <a:cubicBezTo>
                    <a:pt x="116" y="106"/>
                    <a:pt x="178" y="260"/>
                    <a:pt x="183" y="419"/>
                  </a:cubicBezTo>
                  <a:lnTo>
                    <a:pt x="183" y="6722"/>
                  </a:lnTo>
                  <a:cubicBezTo>
                    <a:pt x="183" y="6880"/>
                    <a:pt x="116" y="7029"/>
                    <a:pt x="0" y="7140"/>
                  </a:cubicBezTo>
                  <a:lnTo>
                    <a:pt x="663" y="7140"/>
                  </a:lnTo>
                  <a:cubicBezTo>
                    <a:pt x="779" y="7029"/>
                    <a:pt x="841" y="6880"/>
                    <a:pt x="841" y="6722"/>
                  </a:cubicBezTo>
                  <a:lnTo>
                    <a:pt x="841" y="419"/>
                  </a:lnTo>
                  <a:cubicBezTo>
                    <a:pt x="841" y="260"/>
                    <a:pt x="779" y="106"/>
                    <a:pt x="663"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86"/>
            <p:cNvSpPr/>
            <p:nvPr/>
          </p:nvSpPr>
          <p:spPr>
            <a:xfrm>
              <a:off x="5534305" y="3443402"/>
              <a:ext cx="68330" cy="21782"/>
            </a:xfrm>
            <a:custGeom>
              <a:rect b="b" l="l" r="r" t="t"/>
              <a:pathLst>
                <a:path extrusionOk="0" h="832" w="2610">
                  <a:moveTo>
                    <a:pt x="361" y="1"/>
                  </a:moveTo>
                  <a:cubicBezTo>
                    <a:pt x="159" y="1"/>
                    <a:pt x="0" y="159"/>
                    <a:pt x="0" y="361"/>
                  </a:cubicBezTo>
                  <a:lnTo>
                    <a:pt x="0" y="472"/>
                  </a:lnTo>
                  <a:cubicBezTo>
                    <a:pt x="0" y="668"/>
                    <a:pt x="159" y="832"/>
                    <a:pt x="361" y="832"/>
                  </a:cubicBezTo>
                  <a:lnTo>
                    <a:pt x="2249" y="832"/>
                  </a:lnTo>
                  <a:cubicBezTo>
                    <a:pt x="2446" y="832"/>
                    <a:pt x="2609" y="668"/>
                    <a:pt x="2609" y="472"/>
                  </a:cubicBezTo>
                  <a:lnTo>
                    <a:pt x="2609" y="361"/>
                  </a:lnTo>
                  <a:cubicBezTo>
                    <a:pt x="2609" y="159"/>
                    <a:pt x="2446" y="1"/>
                    <a:pt x="224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86"/>
            <p:cNvSpPr/>
            <p:nvPr/>
          </p:nvSpPr>
          <p:spPr>
            <a:xfrm>
              <a:off x="5576193" y="3443533"/>
              <a:ext cx="26442" cy="21782"/>
            </a:xfrm>
            <a:custGeom>
              <a:rect b="b" l="l" r="r" t="t"/>
              <a:pathLst>
                <a:path extrusionOk="0" h="832" w="1010">
                  <a:moveTo>
                    <a:pt x="0" y="1"/>
                  </a:moveTo>
                  <a:cubicBezTo>
                    <a:pt x="197" y="1"/>
                    <a:pt x="360" y="159"/>
                    <a:pt x="360" y="361"/>
                  </a:cubicBezTo>
                  <a:lnTo>
                    <a:pt x="360" y="471"/>
                  </a:lnTo>
                  <a:cubicBezTo>
                    <a:pt x="360" y="668"/>
                    <a:pt x="197" y="832"/>
                    <a:pt x="0" y="832"/>
                  </a:cubicBezTo>
                  <a:lnTo>
                    <a:pt x="649" y="832"/>
                  </a:lnTo>
                  <a:cubicBezTo>
                    <a:pt x="846" y="832"/>
                    <a:pt x="1009" y="668"/>
                    <a:pt x="1009" y="471"/>
                  </a:cubicBezTo>
                  <a:lnTo>
                    <a:pt x="1009" y="361"/>
                  </a:lnTo>
                  <a:cubicBezTo>
                    <a:pt x="1009" y="159"/>
                    <a:pt x="846" y="1"/>
                    <a:pt x="64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86"/>
            <p:cNvSpPr/>
            <p:nvPr/>
          </p:nvSpPr>
          <p:spPr>
            <a:xfrm>
              <a:off x="5602085" y="3549562"/>
              <a:ext cx="68330" cy="21782"/>
            </a:xfrm>
            <a:custGeom>
              <a:rect b="b" l="l" r="r" t="t"/>
              <a:pathLst>
                <a:path extrusionOk="0" h="832" w="2610">
                  <a:moveTo>
                    <a:pt x="361" y="0"/>
                  </a:moveTo>
                  <a:cubicBezTo>
                    <a:pt x="159" y="0"/>
                    <a:pt x="1" y="164"/>
                    <a:pt x="1" y="361"/>
                  </a:cubicBezTo>
                  <a:lnTo>
                    <a:pt x="1" y="471"/>
                  </a:lnTo>
                  <a:cubicBezTo>
                    <a:pt x="1" y="673"/>
                    <a:pt x="159" y="831"/>
                    <a:pt x="361" y="831"/>
                  </a:cubicBezTo>
                  <a:lnTo>
                    <a:pt x="2249" y="831"/>
                  </a:lnTo>
                  <a:cubicBezTo>
                    <a:pt x="2446" y="831"/>
                    <a:pt x="2609" y="673"/>
                    <a:pt x="2609" y="471"/>
                  </a:cubicBezTo>
                  <a:lnTo>
                    <a:pt x="2609" y="361"/>
                  </a:lnTo>
                  <a:cubicBezTo>
                    <a:pt x="2609" y="164"/>
                    <a:pt x="2446" y="0"/>
                    <a:pt x="2249"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86"/>
            <p:cNvSpPr/>
            <p:nvPr/>
          </p:nvSpPr>
          <p:spPr>
            <a:xfrm>
              <a:off x="5645492" y="3549798"/>
              <a:ext cx="24923" cy="21808"/>
            </a:xfrm>
            <a:custGeom>
              <a:rect b="b" l="l" r="r" t="t"/>
              <a:pathLst>
                <a:path extrusionOk="0" h="833" w="952">
                  <a:moveTo>
                    <a:pt x="0" y="1"/>
                  </a:moveTo>
                  <a:cubicBezTo>
                    <a:pt x="197" y="1"/>
                    <a:pt x="361" y="159"/>
                    <a:pt x="361" y="361"/>
                  </a:cubicBezTo>
                  <a:lnTo>
                    <a:pt x="361" y="472"/>
                  </a:lnTo>
                  <a:cubicBezTo>
                    <a:pt x="361" y="669"/>
                    <a:pt x="197" y="832"/>
                    <a:pt x="0" y="832"/>
                  </a:cubicBezTo>
                  <a:lnTo>
                    <a:pt x="591" y="832"/>
                  </a:lnTo>
                  <a:cubicBezTo>
                    <a:pt x="788" y="832"/>
                    <a:pt x="951" y="669"/>
                    <a:pt x="951" y="472"/>
                  </a:cubicBezTo>
                  <a:lnTo>
                    <a:pt x="951" y="361"/>
                  </a:lnTo>
                  <a:cubicBezTo>
                    <a:pt x="951" y="159"/>
                    <a:pt x="788" y="1"/>
                    <a:pt x="591"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86"/>
            <p:cNvSpPr/>
            <p:nvPr/>
          </p:nvSpPr>
          <p:spPr>
            <a:xfrm>
              <a:off x="5581717" y="3481520"/>
              <a:ext cx="109066" cy="69456"/>
            </a:xfrm>
            <a:custGeom>
              <a:rect b="b" l="l" r="r" t="t"/>
              <a:pathLst>
                <a:path extrusionOk="0" h="2653" w="4166">
                  <a:moveTo>
                    <a:pt x="2081" y="0"/>
                  </a:moveTo>
                  <a:cubicBezTo>
                    <a:pt x="702" y="0"/>
                    <a:pt x="1" y="1663"/>
                    <a:pt x="966" y="2652"/>
                  </a:cubicBezTo>
                  <a:cubicBezTo>
                    <a:pt x="1019" y="2623"/>
                    <a:pt x="1077" y="2609"/>
                    <a:pt x="1134" y="2609"/>
                  </a:cubicBezTo>
                  <a:lnTo>
                    <a:pt x="3027" y="2609"/>
                  </a:lnTo>
                  <a:cubicBezTo>
                    <a:pt x="3090" y="2609"/>
                    <a:pt x="3147" y="2623"/>
                    <a:pt x="3200" y="2652"/>
                  </a:cubicBezTo>
                  <a:cubicBezTo>
                    <a:pt x="4166" y="1663"/>
                    <a:pt x="3464" y="0"/>
                    <a:pt x="2081"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86"/>
            <p:cNvSpPr/>
            <p:nvPr/>
          </p:nvSpPr>
          <p:spPr>
            <a:xfrm>
              <a:off x="5605986" y="3549798"/>
              <a:ext cx="5445" cy="1178"/>
            </a:xfrm>
            <a:custGeom>
              <a:rect b="b" l="l" r="r" t="t"/>
              <a:pathLst>
                <a:path extrusionOk="0" h="45" w="208">
                  <a:moveTo>
                    <a:pt x="1" y="1"/>
                  </a:moveTo>
                  <a:cubicBezTo>
                    <a:pt x="10" y="15"/>
                    <a:pt x="25" y="30"/>
                    <a:pt x="34" y="44"/>
                  </a:cubicBezTo>
                  <a:cubicBezTo>
                    <a:pt x="87" y="15"/>
                    <a:pt x="150" y="1"/>
                    <a:pt x="207"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86"/>
            <p:cNvSpPr/>
            <p:nvPr/>
          </p:nvSpPr>
          <p:spPr>
            <a:xfrm>
              <a:off x="5626616" y="3481651"/>
              <a:ext cx="64036" cy="69325"/>
            </a:xfrm>
            <a:custGeom>
              <a:rect b="b" l="l" r="r" t="t"/>
              <a:pathLst>
                <a:path extrusionOk="0" h="2648" w="2446">
                  <a:moveTo>
                    <a:pt x="366" y="0"/>
                  </a:moveTo>
                  <a:cubicBezTo>
                    <a:pt x="241" y="0"/>
                    <a:pt x="121" y="15"/>
                    <a:pt x="1" y="43"/>
                  </a:cubicBezTo>
                  <a:cubicBezTo>
                    <a:pt x="1149" y="322"/>
                    <a:pt x="1581" y="1725"/>
                    <a:pt x="793" y="2604"/>
                  </a:cubicBezTo>
                  <a:lnTo>
                    <a:pt x="1312" y="2604"/>
                  </a:lnTo>
                  <a:cubicBezTo>
                    <a:pt x="1375" y="2604"/>
                    <a:pt x="1432" y="2618"/>
                    <a:pt x="1485" y="2647"/>
                  </a:cubicBezTo>
                  <a:cubicBezTo>
                    <a:pt x="2446" y="1658"/>
                    <a:pt x="1744" y="0"/>
                    <a:pt x="36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86"/>
            <p:cNvSpPr/>
            <p:nvPr/>
          </p:nvSpPr>
          <p:spPr>
            <a:xfrm>
              <a:off x="5559464" y="3365412"/>
              <a:ext cx="44297" cy="78147"/>
            </a:xfrm>
            <a:custGeom>
              <a:rect b="b" l="l" r="r" t="t"/>
              <a:pathLst>
                <a:path extrusionOk="0" h="2985" w="1692">
                  <a:moveTo>
                    <a:pt x="306" y="1"/>
                  </a:moveTo>
                  <a:cubicBezTo>
                    <a:pt x="203" y="1"/>
                    <a:pt x="100" y="20"/>
                    <a:pt x="0" y="54"/>
                  </a:cubicBezTo>
                  <a:cubicBezTo>
                    <a:pt x="548" y="227"/>
                    <a:pt x="956" y="794"/>
                    <a:pt x="1004" y="1495"/>
                  </a:cubicBezTo>
                  <a:lnTo>
                    <a:pt x="951" y="2173"/>
                  </a:lnTo>
                  <a:cubicBezTo>
                    <a:pt x="899" y="2490"/>
                    <a:pt x="798" y="2807"/>
                    <a:pt x="658" y="2985"/>
                  </a:cubicBezTo>
                  <a:lnTo>
                    <a:pt x="1350" y="2985"/>
                  </a:lnTo>
                  <a:cubicBezTo>
                    <a:pt x="1480" y="2807"/>
                    <a:pt x="1586" y="2490"/>
                    <a:pt x="1643" y="2173"/>
                  </a:cubicBezTo>
                  <a:lnTo>
                    <a:pt x="1691" y="1495"/>
                  </a:lnTo>
                  <a:cubicBezTo>
                    <a:pt x="1638" y="659"/>
                    <a:pt x="1057" y="1"/>
                    <a:pt x="341" y="1"/>
                  </a:cubicBezTo>
                  <a:cubicBezTo>
                    <a:pt x="330" y="1"/>
                    <a:pt x="318" y="1"/>
                    <a:pt x="306"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86"/>
            <p:cNvSpPr/>
            <p:nvPr/>
          </p:nvSpPr>
          <p:spPr>
            <a:xfrm>
              <a:off x="5532918" y="3365438"/>
              <a:ext cx="71340" cy="78121"/>
            </a:xfrm>
            <a:custGeom>
              <a:rect b="b" l="l" r="r" t="t"/>
              <a:pathLst>
                <a:path extrusionOk="0" h="2984" w="2725">
                  <a:moveTo>
                    <a:pt x="1355" y="0"/>
                  </a:moveTo>
                  <a:cubicBezTo>
                    <a:pt x="611" y="0"/>
                    <a:pt x="1" y="726"/>
                    <a:pt x="1" y="1624"/>
                  </a:cubicBezTo>
                  <a:cubicBezTo>
                    <a:pt x="1" y="2037"/>
                    <a:pt x="135" y="2695"/>
                    <a:pt x="346" y="2984"/>
                  </a:cubicBezTo>
                  <a:lnTo>
                    <a:pt x="2369" y="2984"/>
                  </a:lnTo>
                  <a:cubicBezTo>
                    <a:pt x="2503" y="2801"/>
                    <a:pt x="2604" y="2484"/>
                    <a:pt x="2662" y="2167"/>
                  </a:cubicBezTo>
                  <a:cubicBezTo>
                    <a:pt x="2705" y="1946"/>
                    <a:pt x="2724" y="1715"/>
                    <a:pt x="2715" y="1489"/>
                  </a:cubicBezTo>
                  <a:cubicBezTo>
                    <a:pt x="2652" y="658"/>
                    <a:pt x="2071" y="0"/>
                    <a:pt x="1355"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86"/>
            <p:cNvSpPr/>
            <p:nvPr/>
          </p:nvSpPr>
          <p:spPr>
            <a:xfrm>
              <a:off x="5319734" y="3365438"/>
              <a:ext cx="137236" cy="195093"/>
            </a:xfrm>
            <a:custGeom>
              <a:rect b="b" l="l" r="r" t="t"/>
              <a:pathLst>
                <a:path extrusionOk="0" h="7452" w="5242">
                  <a:moveTo>
                    <a:pt x="4669" y="0"/>
                  </a:moveTo>
                  <a:cubicBezTo>
                    <a:pt x="4666" y="0"/>
                    <a:pt x="4664" y="0"/>
                    <a:pt x="4661" y="0"/>
                  </a:cubicBezTo>
                  <a:lnTo>
                    <a:pt x="1216" y="0"/>
                  </a:lnTo>
                  <a:cubicBezTo>
                    <a:pt x="544" y="0"/>
                    <a:pt x="1" y="543"/>
                    <a:pt x="1" y="1216"/>
                  </a:cubicBezTo>
                  <a:lnTo>
                    <a:pt x="1" y="6236"/>
                  </a:lnTo>
                  <a:cubicBezTo>
                    <a:pt x="1" y="6908"/>
                    <a:pt x="544" y="7451"/>
                    <a:pt x="1216" y="7451"/>
                  </a:cubicBezTo>
                  <a:lnTo>
                    <a:pt x="4661" y="7451"/>
                  </a:lnTo>
                  <a:cubicBezTo>
                    <a:pt x="4978" y="7451"/>
                    <a:pt x="5237" y="7192"/>
                    <a:pt x="5242" y="6870"/>
                  </a:cubicBezTo>
                  <a:lnTo>
                    <a:pt x="5242" y="577"/>
                  </a:lnTo>
                  <a:cubicBezTo>
                    <a:pt x="5237" y="258"/>
                    <a:pt x="4982" y="0"/>
                    <a:pt x="466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86"/>
            <p:cNvSpPr/>
            <p:nvPr/>
          </p:nvSpPr>
          <p:spPr>
            <a:xfrm>
              <a:off x="5319734" y="3367323"/>
              <a:ext cx="137236" cy="193208"/>
            </a:xfrm>
            <a:custGeom>
              <a:rect b="b" l="l" r="r" t="t"/>
              <a:pathLst>
                <a:path extrusionOk="0" h="7380" w="5242">
                  <a:moveTo>
                    <a:pt x="793" y="0"/>
                  </a:moveTo>
                  <a:cubicBezTo>
                    <a:pt x="318" y="178"/>
                    <a:pt x="1" y="634"/>
                    <a:pt x="6" y="1144"/>
                  </a:cubicBezTo>
                  <a:lnTo>
                    <a:pt x="6" y="6164"/>
                  </a:lnTo>
                  <a:cubicBezTo>
                    <a:pt x="6" y="6836"/>
                    <a:pt x="548" y="7379"/>
                    <a:pt x="1221" y="7379"/>
                  </a:cubicBezTo>
                  <a:lnTo>
                    <a:pt x="4665" y="7379"/>
                  </a:lnTo>
                  <a:cubicBezTo>
                    <a:pt x="4983" y="7379"/>
                    <a:pt x="5242" y="7120"/>
                    <a:pt x="5242" y="6803"/>
                  </a:cubicBezTo>
                  <a:lnTo>
                    <a:pt x="5242" y="6663"/>
                  </a:lnTo>
                  <a:lnTo>
                    <a:pt x="1932" y="6663"/>
                  </a:lnTo>
                  <a:cubicBezTo>
                    <a:pt x="1264" y="6663"/>
                    <a:pt x="717" y="6121"/>
                    <a:pt x="717" y="5448"/>
                  </a:cubicBezTo>
                  <a:lnTo>
                    <a:pt x="717" y="428"/>
                  </a:lnTo>
                  <a:cubicBezTo>
                    <a:pt x="717" y="284"/>
                    <a:pt x="745" y="140"/>
                    <a:pt x="793" y="0"/>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86"/>
            <p:cNvSpPr/>
            <p:nvPr/>
          </p:nvSpPr>
          <p:spPr>
            <a:xfrm>
              <a:off x="5314707" y="3360019"/>
              <a:ext cx="381731" cy="368405"/>
            </a:xfrm>
            <a:custGeom>
              <a:rect b="b" l="l" r="r" t="t"/>
              <a:pathLst>
                <a:path extrusionOk="0" h="14072" w="14581">
                  <a:moveTo>
                    <a:pt x="10646" y="3392"/>
                  </a:moveTo>
                  <a:cubicBezTo>
                    <a:pt x="10728" y="3392"/>
                    <a:pt x="10795" y="3460"/>
                    <a:pt x="10795" y="3546"/>
                  </a:cubicBezTo>
                  <a:lnTo>
                    <a:pt x="10795" y="3657"/>
                  </a:lnTo>
                  <a:cubicBezTo>
                    <a:pt x="10795" y="3738"/>
                    <a:pt x="10728" y="3805"/>
                    <a:pt x="10646" y="3805"/>
                  </a:cubicBezTo>
                  <a:lnTo>
                    <a:pt x="8754" y="3805"/>
                  </a:lnTo>
                  <a:cubicBezTo>
                    <a:pt x="8672" y="3805"/>
                    <a:pt x="8605" y="3738"/>
                    <a:pt x="8605" y="3657"/>
                  </a:cubicBezTo>
                  <a:lnTo>
                    <a:pt x="8605" y="3546"/>
                  </a:lnTo>
                  <a:cubicBezTo>
                    <a:pt x="8605" y="3460"/>
                    <a:pt x="8672" y="3392"/>
                    <a:pt x="8758" y="3392"/>
                  </a:cubicBezTo>
                  <a:close/>
                  <a:moveTo>
                    <a:pt x="12289" y="4858"/>
                  </a:moveTo>
                  <a:cubicBezTo>
                    <a:pt x="13433" y="4858"/>
                    <a:pt x="14048" y="6179"/>
                    <a:pt x="13346" y="7058"/>
                  </a:cubicBezTo>
                  <a:cubicBezTo>
                    <a:pt x="13296" y="7048"/>
                    <a:pt x="13283" y="7046"/>
                    <a:pt x="13038" y="7046"/>
                  </a:cubicBezTo>
                  <a:cubicBezTo>
                    <a:pt x="12794" y="7046"/>
                    <a:pt x="12318" y="7048"/>
                    <a:pt x="11343" y="7048"/>
                  </a:cubicBezTo>
                  <a:cubicBezTo>
                    <a:pt x="11309" y="7048"/>
                    <a:pt x="11271" y="7048"/>
                    <a:pt x="11237" y="7058"/>
                  </a:cubicBezTo>
                  <a:cubicBezTo>
                    <a:pt x="10531" y="6183"/>
                    <a:pt x="11146" y="4858"/>
                    <a:pt x="12289" y="4858"/>
                  </a:cubicBezTo>
                  <a:close/>
                  <a:moveTo>
                    <a:pt x="5616" y="558"/>
                  </a:moveTo>
                  <a:lnTo>
                    <a:pt x="6352" y="563"/>
                  </a:lnTo>
                  <a:lnTo>
                    <a:pt x="6352" y="568"/>
                  </a:lnTo>
                  <a:cubicBezTo>
                    <a:pt x="6909" y="568"/>
                    <a:pt x="7360" y="1014"/>
                    <a:pt x="7360" y="1572"/>
                  </a:cubicBezTo>
                  <a:lnTo>
                    <a:pt x="7360" y="6284"/>
                  </a:lnTo>
                  <a:cubicBezTo>
                    <a:pt x="7360" y="6842"/>
                    <a:pt x="6909" y="7288"/>
                    <a:pt x="6352" y="7293"/>
                  </a:cubicBezTo>
                  <a:lnTo>
                    <a:pt x="5616" y="7293"/>
                  </a:lnTo>
                  <a:cubicBezTo>
                    <a:pt x="5636" y="7221"/>
                    <a:pt x="5645" y="7149"/>
                    <a:pt x="5650" y="7072"/>
                  </a:cubicBezTo>
                  <a:cubicBezTo>
                    <a:pt x="5636" y="476"/>
                    <a:pt x="5679" y="760"/>
                    <a:pt x="5616" y="558"/>
                  </a:cubicBezTo>
                  <a:close/>
                  <a:moveTo>
                    <a:pt x="13236" y="7457"/>
                  </a:moveTo>
                  <a:cubicBezTo>
                    <a:pt x="13317" y="7457"/>
                    <a:pt x="13385" y="7524"/>
                    <a:pt x="13385" y="7605"/>
                  </a:cubicBezTo>
                  <a:lnTo>
                    <a:pt x="13385" y="7716"/>
                  </a:lnTo>
                  <a:cubicBezTo>
                    <a:pt x="13385" y="7802"/>
                    <a:pt x="13317" y="7870"/>
                    <a:pt x="13236" y="7870"/>
                  </a:cubicBezTo>
                  <a:lnTo>
                    <a:pt x="11343" y="7870"/>
                  </a:lnTo>
                  <a:cubicBezTo>
                    <a:pt x="11261" y="7870"/>
                    <a:pt x="11194" y="7802"/>
                    <a:pt x="11194" y="7716"/>
                  </a:cubicBezTo>
                  <a:lnTo>
                    <a:pt x="11194" y="7605"/>
                  </a:lnTo>
                  <a:cubicBezTo>
                    <a:pt x="11194" y="7524"/>
                    <a:pt x="11261" y="7457"/>
                    <a:pt x="11343" y="7457"/>
                  </a:cubicBezTo>
                  <a:close/>
                  <a:moveTo>
                    <a:pt x="1423" y="1"/>
                  </a:moveTo>
                  <a:cubicBezTo>
                    <a:pt x="635" y="1"/>
                    <a:pt x="1" y="640"/>
                    <a:pt x="1" y="1423"/>
                  </a:cubicBezTo>
                  <a:lnTo>
                    <a:pt x="1" y="6443"/>
                  </a:lnTo>
                  <a:cubicBezTo>
                    <a:pt x="1" y="7231"/>
                    <a:pt x="635" y="7865"/>
                    <a:pt x="1423" y="7865"/>
                  </a:cubicBezTo>
                  <a:lnTo>
                    <a:pt x="2624" y="7865"/>
                  </a:lnTo>
                  <a:lnTo>
                    <a:pt x="2624" y="11756"/>
                  </a:lnTo>
                  <a:cubicBezTo>
                    <a:pt x="2624" y="13034"/>
                    <a:pt x="3661" y="14072"/>
                    <a:pt x="4939" y="14072"/>
                  </a:cubicBezTo>
                  <a:lnTo>
                    <a:pt x="10190" y="14072"/>
                  </a:lnTo>
                  <a:cubicBezTo>
                    <a:pt x="11468" y="14072"/>
                    <a:pt x="12501" y="13034"/>
                    <a:pt x="12506" y="11756"/>
                  </a:cubicBezTo>
                  <a:lnTo>
                    <a:pt x="12506" y="8278"/>
                  </a:lnTo>
                  <a:lnTo>
                    <a:pt x="13245" y="8278"/>
                  </a:lnTo>
                  <a:cubicBezTo>
                    <a:pt x="13558" y="8278"/>
                    <a:pt x="13807" y="8028"/>
                    <a:pt x="13807" y="7716"/>
                  </a:cubicBezTo>
                  <a:cubicBezTo>
                    <a:pt x="13798" y="7649"/>
                    <a:pt x="13851" y="7490"/>
                    <a:pt x="13692" y="7279"/>
                  </a:cubicBezTo>
                  <a:cubicBezTo>
                    <a:pt x="14581" y="6107"/>
                    <a:pt x="13740" y="4440"/>
                    <a:pt x="12289" y="4440"/>
                  </a:cubicBezTo>
                  <a:cubicBezTo>
                    <a:pt x="10834" y="4440"/>
                    <a:pt x="9998" y="6107"/>
                    <a:pt x="10901" y="7279"/>
                  </a:cubicBezTo>
                  <a:cubicBezTo>
                    <a:pt x="10742" y="7490"/>
                    <a:pt x="10795" y="7649"/>
                    <a:pt x="10786" y="7716"/>
                  </a:cubicBezTo>
                  <a:cubicBezTo>
                    <a:pt x="10786" y="8023"/>
                    <a:pt x="11035" y="8278"/>
                    <a:pt x="11348" y="8278"/>
                  </a:cubicBezTo>
                  <a:lnTo>
                    <a:pt x="12088" y="8278"/>
                  </a:lnTo>
                  <a:lnTo>
                    <a:pt x="12088" y="11756"/>
                  </a:lnTo>
                  <a:cubicBezTo>
                    <a:pt x="12083" y="12808"/>
                    <a:pt x="11232" y="13659"/>
                    <a:pt x="10180" y="13663"/>
                  </a:cubicBezTo>
                  <a:lnTo>
                    <a:pt x="4930" y="13663"/>
                  </a:lnTo>
                  <a:cubicBezTo>
                    <a:pt x="3882" y="13659"/>
                    <a:pt x="3027" y="12808"/>
                    <a:pt x="3027" y="11756"/>
                  </a:cubicBezTo>
                  <a:lnTo>
                    <a:pt x="3027" y="7865"/>
                  </a:lnTo>
                  <a:lnTo>
                    <a:pt x="4862" y="7865"/>
                  </a:lnTo>
                  <a:cubicBezTo>
                    <a:pt x="5026" y="7865"/>
                    <a:pt x="5179" y="7807"/>
                    <a:pt x="5304" y="7706"/>
                  </a:cubicBezTo>
                  <a:lnTo>
                    <a:pt x="5592" y="7706"/>
                  </a:lnTo>
                  <a:lnTo>
                    <a:pt x="5592" y="10108"/>
                  </a:lnTo>
                  <a:cubicBezTo>
                    <a:pt x="5592" y="11002"/>
                    <a:pt x="6313" y="11722"/>
                    <a:pt x="7207" y="11722"/>
                  </a:cubicBezTo>
                  <a:lnTo>
                    <a:pt x="8292" y="11722"/>
                  </a:lnTo>
                  <a:cubicBezTo>
                    <a:pt x="9186" y="11722"/>
                    <a:pt x="9907" y="11002"/>
                    <a:pt x="9907" y="10108"/>
                  </a:cubicBezTo>
                  <a:lnTo>
                    <a:pt x="9907" y="4219"/>
                  </a:lnTo>
                  <a:lnTo>
                    <a:pt x="10646" y="4219"/>
                  </a:lnTo>
                  <a:cubicBezTo>
                    <a:pt x="10959" y="4219"/>
                    <a:pt x="11208" y="3969"/>
                    <a:pt x="11208" y="3657"/>
                  </a:cubicBezTo>
                  <a:lnTo>
                    <a:pt x="11208" y="3546"/>
                  </a:lnTo>
                  <a:cubicBezTo>
                    <a:pt x="11208" y="3373"/>
                    <a:pt x="11127" y="3215"/>
                    <a:pt x="10992" y="3109"/>
                  </a:cubicBezTo>
                  <a:cubicBezTo>
                    <a:pt x="11093" y="2888"/>
                    <a:pt x="11165" y="2652"/>
                    <a:pt x="11204" y="2407"/>
                  </a:cubicBezTo>
                  <a:cubicBezTo>
                    <a:pt x="11242" y="2248"/>
                    <a:pt x="11119" y="2153"/>
                    <a:pt x="10999" y="2153"/>
                  </a:cubicBezTo>
                  <a:cubicBezTo>
                    <a:pt x="10906" y="2153"/>
                    <a:pt x="10815" y="2210"/>
                    <a:pt x="10800" y="2335"/>
                  </a:cubicBezTo>
                  <a:cubicBezTo>
                    <a:pt x="10762" y="2561"/>
                    <a:pt x="10694" y="2777"/>
                    <a:pt x="10598" y="2984"/>
                  </a:cubicBezTo>
                  <a:lnTo>
                    <a:pt x="8806" y="2984"/>
                  </a:lnTo>
                  <a:cubicBezTo>
                    <a:pt x="8653" y="2705"/>
                    <a:pt x="8552" y="2187"/>
                    <a:pt x="8552" y="1831"/>
                  </a:cubicBezTo>
                  <a:cubicBezTo>
                    <a:pt x="8552" y="1053"/>
                    <a:pt x="9066" y="414"/>
                    <a:pt x="9700" y="414"/>
                  </a:cubicBezTo>
                  <a:cubicBezTo>
                    <a:pt x="10209" y="414"/>
                    <a:pt x="10661" y="837"/>
                    <a:pt x="10800" y="1447"/>
                  </a:cubicBezTo>
                  <a:cubicBezTo>
                    <a:pt x="10830" y="1550"/>
                    <a:pt x="10912" y="1596"/>
                    <a:pt x="10995" y="1596"/>
                  </a:cubicBezTo>
                  <a:cubicBezTo>
                    <a:pt x="11113" y="1596"/>
                    <a:pt x="11232" y="1503"/>
                    <a:pt x="11204" y="1351"/>
                  </a:cubicBezTo>
                  <a:cubicBezTo>
                    <a:pt x="11026" y="558"/>
                    <a:pt x="10401" y="1"/>
                    <a:pt x="9700" y="1"/>
                  </a:cubicBezTo>
                  <a:cubicBezTo>
                    <a:pt x="8840" y="1"/>
                    <a:pt x="8139" y="827"/>
                    <a:pt x="8139" y="1831"/>
                  </a:cubicBezTo>
                  <a:cubicBezTo>
                    <a:pt x="8139" y="2167"/>
                    <a:pt x="8230" y="2725"/>
                    <a:pt x="8417" y="3109"/>
                  </a:cubicBezTo>
                  <a:cubicBezTo>
                    <a:pt x="8273" y="3210"/>
                    <a:pt x="8191" y="3373"/>
                    <a:pt x="8187" y="3546"/>
                  </a:cubicBezTo>
                  <a:lnTo>
                    <a:pt x="8187" y="3657"/>
                  </a:lnTo>
                  <a:cubicBezTo>
                    <a:pt x="8187" y="3969"/>
                    <a:pt x="8441" y="4223"/>
                    <a:pt x="8754" y="4223"/>
                  </a:cubicBezTo>
                  <a:lnTo>
                    <a:pt x="9493" y="4223"/>
                  </a:lnTo>
                  <a:lnTo>
                    <a:pt x="9493" y="10113"/>
                  </a:lnTo>
                  <a:cubicBezTo>
                    <a:pt x="9493" y="10776"/>
                    <a:pt x="8955" y="11314"/>
                    <a:pt x="8292" y="11314"/>
                  </a:cubicBezTo>
                  <a:lnTo>
                    <a:pt x="7202" y="11314"/>
                  </a:lnTo>
                  <a:cubicBezTo>
                    <a:pt x="6539" y="11314"/>
                    <a:pt x="6001" y="10776"/>
                    <a:pt x="6001" y="10113"/>
                  </a:cubicBezTo>
                  <a:lnTo>
                    <a:pt x="6001" y="7711"/>
                  </a:lnTo>
                  <a:lnTo>
                    <a:pt x="6347" y="7711"/>
                  </a:lnTo>
                  <a:cubicBezTo>
                    <a:pt x="7130" y="7711"/>
                    <a:pt x="7769" y="7077"/>
                    <a:pt x="7769" y="6289"/>
                  </a:cubicBezTo>
                  <a:lnTo>
                    <a:pt x="7769" y="1576"/>
                  </a:lnTo>
                  <a:cubicBezTo>
                    <a:pt x="7769" y="793"/>
                    <a:pt x="7130" y="159"/>
                    <a:pt x="6347" y="159"/>
                  </a:cubicBezTo>
                  <a:lnTo>
                    <a:pt x="5304" y="159"/>
                  </a:lnTo>
                  <a:cubicBezTo>
                    <a:pt x="5175" y="58"/>
                    <a:pt x="5021" y="5"/>
                    <a:pt x="4857" y="1"/>
                  </a:cubicBezTo>
                  <a:lnTo>
                    <a:pt x="2960" y="1"/>
                  </a:lnTo>
                  <a:cubicBezTo>
                    <a:pt x="2686" y="1"/>
                    <a:pt x="2686" y="409"/>
                    <a:pt x="2960" y="409"/>
                  </a:cubicBezTo>
                  <a:lnTo>
                    <a:pt x="4857" y="409"/>
                  </a:lnTo>
                  <a:cubicBezTo>
                    <a:pt x="5059" y="414"/>
                    <a:pt x="5227" y="577"/>
                    <a:pt x="5232" y="784"/>
                  </a:cubicBezTo>
                  <a:cubicBezTo>
                    <a:pt x="5218" y="7730"/>
                    <a:pt x="5266" y="7096"/>
                    <a:pt x="5184" y="7250"/>
                  </a:cubicBezTo>
                  <a:cubicBezTo>
                    <a:pt x="5122" y="7375"/>
                    <a:pt x="4997" y="7452"/>
                    <a:pt x="4857" y="7452"/>
                  </a:cubicBezTo>
                  <a:lnTo>
                    <a:pt x="1423" y="7452"/>
                  </a:lnTo>
                  <a:cubicBezTo>
                    <a:pt x="865" y="7452"/>
                    <a:pt x="414" y="7000"/>
                    <a:pt x="414" y="6448"/>
                  </a:cubicBezTo>
                  <a:lnTo>
                    <a:pt x="414" y="1423"/>
                  </a:lnTo>
                  <a:cubicBezTo>
                    <a:pt x="414" y="865"/>
                    <a:pt x="865" y="414"/>
                    <a:pt x="1423" y="414"/>
                  </a:cubicBezTo>
                  <a:lnTo>
                    <a:pt x="1951" y="414"/>
                  </a:lnTo>
                  <a:cubicBezTo>
                    <a:pt x="2220" y="414"/>
                    <a:pt x="2220" y="1"/>
                    <a:pt x="19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86"/>
            <p:cNvSpPr/>
            <p:nvPr/>
          </p:nvSpPr>
          <p:spPr>
            <a:xfrm>
              <a:off x="5631014" y="3497150"/>
              <a:ext cx="10839" cy="27777"/>
            </a:xfrm>
            <a:custGeom>
              <a:rect b="b" l="l" r="r" t="t"/>
              <a:pathLst>
                <a:path extrusionOk="0" h="1061" w="414">
                  <a:moveTo>
                    <a:pt x="207" y="0"/>
                  </a:moveTo>
                  <a:cubicBezTo>
                    <a:pt x="104" y="0"/>
                    <a:pt x="1" y="69"/>
                    <a:pt x="1" y="206"/>
                  </a:cubicBezTo>
                  <a:lnTo>
                    <a:pt x="1" y="859"/>
                  </a:lnTo>
                  <a:cubicBezTo>
                    <a:pt x="1" y="969"/>
                    <a:pt x="92" y="1061"/>
                    <a:pt x="207" y="1061"/>
                  </a:cubicBezTo>
                  <a:cubicBezTo>
                    <a:pt x="323" y="1061"/>
                    <a:pt x="414" y="969"/>
                    <a:pt x="414" y="859"/>
                  </a:cubicBezTo>
                  <a:lnTo>
                    <a:pt x="414" y="206"/>
                  </a:lnTo>
                  <a:cubicBezTo>
                    <a:pt x="414" y="69"/>
                    <a:pt x="311"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4" name="Google Shape;13874;p86"/>
          <p:cNvGrpSpPr/>
          <p:nvPr/>
        </p:nvGrpSpPr>
        <p:grpSpPr>
          <a:xfrm>
            <a:off x="5308058" y="1517156"/>
            <a:ext cx="374295" cy="366599"/>
            <a:chOff x="5308058" y="1517156"/>
            <a:chExt cx="374295" cy="366599"/>
          </a:xfrm>
        </p:grpSpPr>
        <p:sp>
          <p:nvSpPr>
            <p:cNvPr id="13875" name="Google Shape;13875;p86"/>
            <p:cNvSpPr/>
            <p:nvPr/>
          </p:nvSpPr>
          <p:spPr>
            <a:xfrm>
              <a:off x="5315493" y="1522078"/>
              <a:ext cx="359425" cy="357043"/>
            </a:xfrm>
            <a:custGeom>
              <a:rect b="b" l="l" r="r" t="t"/>
              <a:pathLst>
                <a:path extrusionOk="0" h="13638" w="13729">
                  <a:moveTo>
                    <a:pt x="10004" y="1"/>
                  </a:moveTo>
                  <a:cubicBezTo>
                    <a:pt x="9972" y="1"/>
                    <a:pt x="9941" y="2"/>
                    <a:pt x="9910" y="4"/>
                  </a:cubicBezTo>
                  <a:cubicBezTo>
                    <a:pt x="9487" y="23"/>
                    <a:pt x="9089" y="205"/>
                    <a:pt x="8796" y="513"/>
                  </a:cubicBezTo>
                  <a:cubicBezTo>
                    <a:pt x="8373" y="955"/>
                    <a:pt x="8224" y="1594"/>
                    <a:pt x="8411" y="2175"/>
                  </a:cubicBezTo>
                  <a:cubicBezTo>
                    <a:pt x="8522" y="2530"/>
                    <a:pt x="8426" y="2920"/>
                    <a:pt x="8161" y="3184"/>
                  </a:cubicBezTo>
                  <a:lnTo>
                    <a:pt x="3233" y="8113"/>
                  </a:lnTo>
                  <a:cubicBezTo>
                    <a:pt x="3041" y="8304"/>
                    <a:pt x="2783" y="8408"/>
                    <a:pt x="2521" y="8408"/>
                  </a:cubicBezTo>
                  <a:cubicBezTo>
                    <a:pt x="2421" y="8408"/>
                    <a:pt x="2321" y="8393"/>
                    <a:pt x="2224" y="8363"/>
                  </a:cubicBezTo>
                  <a:cubicBezTo>
                    <a:pt x="2053" y="8308"/>
                    <a:pt x="1881" y="8282"/>
                    <a:pt x="1713" y="8282"/>
                  </a:cubicBezTo>
                  <a:cubicBezTo>
                    <a:pt x="846" y="8282"/>
                    <a:pt x="79" y="8965"/>
                    <a:pt x="43" y="9890"/>
                  </a:cubicBezTo>
                  <a:cubicBezTo>
                    <a:pt x="0" y="10861"/>
                    <a:pt x="785" y="11638"/>
                    <a:pt x="1710" y="11638"/>
                  </a:cubicBezTo>
                  <a:cubicBezTo>
                    <a:pt x="1833" y="11638"/>
                    <a:pt x="1958" y="11624"/>
                    <a:pt x="2084" y="11596"/>
                  </a:cubicBezTo>
                  <a:lnTo>
                    <a:pt x="2084" y="11596"/>
                  </a:lnTo>
                  <a:cubicBezTo>
                    <a:pt x="1955" y="12158"/>
                    <a:pt x="2123" y="12749"/>
                    <a:pt x="2536" y="13157"/>
                  </a:cubicBezTo>
                  <a:cubicBezTo>
                    <a:pt x="2866" y="13478"/>
                    <a:pt x="3294" y="13638"/>
                    <a:pt x="3721" y="13638"/>
                  </a:cubicBezTo>
                  <a:cubicBezTo>
                    <a:pt x="4163" y="13638"/>
                    <a:pt x="4605" y="13466"/>
                    <a:pt x="4938" y="13123"/>
                  </a:cubicBezTo>
                  <a:cubicBezTo>
                    <a:pt x="5361" y="12681"/>
                    <a:pt x="5505" y="12042"/>
                    <a:pt x="5322" y="11461"/>
                  </a:cubicBezTo>
                  <a:cubicBezTo>
                    <a:pt x="5207" y="11106"/>
                    <a:pt x="5303" y="10717"/>
                    <a:pt x="5572" y="10452"/>
                  </a:cubicBezTo>
                  <a:lnTo>
                    <a:pt x="6634" y="9391"/>
                  </a:lnTo>
                  <a:lnTo>
                    <a:pt x="7374" y="8646"/>
                  </a:lnTo>
                  <a:lnTo>
                    <a:pt x="10496" y="5523"/>
                  </a:lnTo>
                  <a:cubicBezTo>
                    <a:pt x="10688" y="5332"/>
                    <a:pt x="10945" y="5228"/>
                    <a:pt x="11208" y="5228"/>
                  </a:cubicBezTo>
                  <a:cubicBezTo>
                    <a:pt x="11307" y="5228"/>
                    <a:pt x="11408" y="5243"/>
                    <a:pt x="11505" y="5274"/>
                  </a:cubicBezTo>
                  <a:cubicBezTo>
                    <a:pt x="11676" y="5328"/>
                    <a:pt x="11848" y="5354"/>
                    <a:pt x="12016" y="5354"/>
                  </a:cubicBezTo>
                  <a:cubicBezTo>
                    <a:pt x="12881" y="5354"/>
                    <a:pt x="13646" y="4672"/>
                    <a:pt x="13686" y="3751"/>
                  </a:cubicBezTo>
                  <a:cubicBezTo>
                    <a:pt x="13729" y="2774"/>
                    <a:pt x="12941" y="1999"/>
                    <a:pt x="12014" y="1999"/>
                  </a:cubicBezTo>
                  <a:cubicBezTo>
                    <a:pt x="11893" y="1999"/>
                    <a:pt x="11769" y="2013"/>
                    <a:pt x="11644" y="2040"/>
                  </a:cubicBezTo>
                  <a:cubicBezTo>
                    <a:pt x="11774" y="1478"/>
                    <a:pt x="11606" y="887"/>
                    <a:pt x="11193" y="479"/>
                  </a:cubicBezTo>
                  <a:cubicBezTo>
                    <a:pt x="11034" y="325"/>
                    <a:pt x="10847" y="201"/>
                    <a:pt x="10636" y="119"/>
                  </a:cubicBezTo>
                  <a:cubicBezTo>
                    <a:pt x="10434" y="43"/>
                    <a:pt x="10218" y="1"/>
                    <a:pt x="10004"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86"/>
            <p:cNvSpPr/>
            <p:nvPr/>
          </p:nvSpPr>
          <p:spPr>
            <a:xfrm>
              <a:off x="5372199" y="1577632"/>
              <a:ext cx="306149" cy="301594"/>
            </a:xfrm>
            <a:custGeom>
              <a:rect b="b" l="l" r="r" t="t"/>
              <a:pathLst>
                <a:path extrusionOk="0" h="11520" w="11694">
                  <a:moveTo>
                    <a:pt x="10482" y="0"/>
                  </a:moveTo>
                  <a:cubicBezTo>
                    <a:pt x="10742" y="639"/>
                    <a:pt x="10588" y="1374"/>
                    <a:pt x="10093" y="1859"/>
                  </a:cubicBezTo>
                  <a:cubicBezTo>
                    <a:pt x="9776" y="2159"/>
                    <a:pt x="9358" y="2320"/>
                    <a:pt x="8933" y="2320"/>
                  </a:cubicBezTo>
                  <a:cubicBezTo>
                    <a:pt x="8765" y="2320"/>
                    <a:pt x="8596" y="2295"/>
                    <a:pt x="8431" y="2244"/>
                  </a:cubicBezTo>
                  <a:cubicBezTo>
                    <a:pt x="8331" y="2211"/>
                    <a:pt x="8229" y="2196"/>
                    <a:pt x="8127" y="2196"/>
                  </a:cubicBezTo>
                  <a:cubicBezTo>
                    <a:pt x="7867" y="2196"/>
                    <a:pt x="7612" y="2299"/>
                    <a:pt x="7422" y="2489"/>
                  </a:cubicBezTo>
                  <a:lnTo>
                    <a:pt x="4300" y="5611"/>
                  </a:lnTo>
                  <a:lnTo>
                    <a:pt x="3555" y="6361"/>
                  </a:lnTo>
                  <a:lnTo>
                    <a:pt x="2489" y="7422"/>
                  </a:lnTo>
                  <a:cubicBezTo>
                    <a:pt x="2224" y="7687"/>
                    <a:pt x="2128" y="8076"/>
                    <a:pt x="2239" y="8431"/>
                  </a:cubicBezTo>
                  <a:cubicBezTo>
                    <a:pt x="2426" y="9012"/>
                    <a:pt x="2277" y="9651"/>
                    <a:pt x="1854" y="10093"/>
                  </a:cubicBezTo>
                  <a:cubicBezTo>
                    <a:pt x="1529" y="10428"/>
                    <a:pt x="1087" y="10607"/>
                    <a:pt x="638" y="10607"/>
                  </a:cubicBezTo>
                  <a:cubicBezTo>
                    <a:pt x="423" y="10607"/>
                    <a:pt x="206" y="10566"/>
                    <a:pt x="0" y="10483"/>
                  </a:cubicBezTo>
                  <a:lnTo>
                    <a:pt x="0" y="10483"/>
                  </a:lnTo>
                  <a:cubicBezTo>
                    <a:pt x="82" y="10689"/>
                    <a:pt x="207" y="10876"/>
                    <a:pt x="365" y="11035"/>
                  </a:cubicBezTo>
                  <a:cubicBezTo>
                    <a:pt x="695" y="11358"/>
                    <a:pt x="1123" y="11519"/>
                    <a:pt x="1550" y="11519"/>
                  </a:cubicBezTo>
                  <a:cubicBezTo>
                    <a:pt x="1993" y="11519"/>
                    <a:pt x="2435" y="11346"/>
                    <a:pt x="2767" y="11001"/>
                  </a:cubicBezTo>
                  <a:cubicBezTo>
                    <a:pt x="3190" y="10559"/>
                    <a:pt x="3339" y="9920"/>
                    <a:pt x="3151" y="9339"/>
                  </a:cubicBezTo>
                  <a:cubicBezTo>
                    <a:pt x="3041" y="8984"/>
                    <a:pt x="3137" y="8595"/>
                    <a:pt x="3401" y="8330"/>
                  </a:cubicBezTo>
                  <a:lnTo>
                    <a:pt x="4463" y="7269"/>
                  </a:lnTo>
                  <a:lnTo>
                    <a:pt x="5208" y="6524"/>
                  </a:lnTo>
                  <a:lnTo>
                    <a:pt x="8330" y="3401"/>
                  </a:lnTo>
                  <a:cubicBezTo>
                    <a:pt x="8521" y="3208"/>
                    <a:pt x="8776" y="3104"/>
                    <a:pt x="9036" y="3104"/>
                  </a:cubicBezTo>
                  <a:cubicBezTo>
                    <a:pt x="9137" y="3104"/>
                    <a:pt x="9240" y="3119"/>
                    <a:pt x="9339" y="3152"/>
                  </a:cubicBezTo>
                  <a:cubicBezTo>
                    <a:pt x="9505" y="3204"/>
                    <a:pt x="9676" y="3229"/>
                    <a:pt x="9845" y="3229"/>
                  </a:cubicBezTo>
                  <a:cubicBezTo>
                    <a:pt x="10269" y="3229"/>
                    <a:pt x="10685" y="3069"/>
                    <a:pt x="11001" y="2767"/>
                  </a:cubicBezTo>
                  <a:cubicBezTo>
                    <a:pt x="11674" y="2114"/>
                    <a:pt x="11693" y="1038"/>
                    <a:pt x="11040" y="370"/>
                  </a:cubicBezTo>
                  <a:cubicBezTo>
                    <a:pt x="10881" y="207"/>
                    <a:pt x="10689" y="82"/>
                    <a:pt x="1048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86"/>
            <p:cNvSpPr/>
            <p:nvPr/>
          </p:nvSpPr>
          <p:spPr>
            <a:xfrm>
              <a:off x="5308058" y="1517156"/>
              <a:ext cx="266539" cy="366599"/>
            </a:xfrm>
            <a:custGeom>
              <a:rect b="b" l="l" r="r" t="t"/>
              <a:pathLst>
                <a:path extrusionOk="0" h="14003" w="10181">
                  <a:moveTo>
                    <a:pt x="9898" y="1"/>
                  </a:moveTo>
                  <a:cubicBezTo>
                    <a:pt x="9885" y="1"/>
                    <a:pt x="9872" y="2"/>
                    <a:pt x="9858" y="4"/>
                  </a:cubicBezTo>
                  <a:cubicBezTo>
                    <a:pt x="8791" y="254"/>
                    <a:pt x="8167" y="1354"/>
                    <a:pt x="8498" y="2397"/>
                  </a:cubicBezTo>
                  <a:cubicBezTo>
                    <a:pt x="8590" y="2680"/>
                    <a:pt x="8513" y="2992"/>
                    <a:pt x="8301" y="3199"/>
                  </a:cubicBezTo>
                  <a:lnTo>
                    <a:pt x="3372" y="8133"/>
                  </a:lnTo>
                  <a:cubicBezTo>
                    <a:pt x="3220" y="8285"/>
                    <a:pt x="3018" y="8367"/>
                    <a:pt x="2811" y="8367"/>
                  </a:cubicBezTo>
                  <a:cubicBezTo>
                    <a:pt x="2730" y="8367"/>
                    <a:pt x="2649" y="8355"/>
                    <a:pt x="2570" y="8330"/>
                  </a:cubicBezTo>
                  <a:cubicBezTo>
                    <a:pt x="2382" y="8271"/>
                    <a:pt x="2192" y="8243"/>
                    <a:pt x="2007" y="8243"/>
                  </a:cubicBezTo>
                  <a:cubicBezTo>
                    <a:pt x="1084" y="8243"/>
                    <a:pt x="255" y="8929"/>
                    <a:pt x="139" y="9900"/>
                  </a:cubicBezTo>
                  <a:cubicBezTo>
                    <a:pt x="0" y="11026"/>
                    <a:pt x="884" y="12004"/>
                    <a:pt x="2002" y="12004"/>
                  </a:cubicBezTo>
                  <a:cubicBezTo>
                    <a:pt x="2044" y="12004"/>
                    <a:pt x="2086" y="12003"/>
                    <a:pt x="2128" y="12000"/>
                  </a:cubicBezTo>
                  <a:lnTo>
                    <a:pt x="2128" y="12000"/>
                  </a:lnTo>
                  <a:cubicBezTo>
                    <a:pt x="2056" y="13100"/>
                    <a:pt x="2932" y="14002"/>
                    <a:pt x="4000" y="14002"/>
                  </a:cubicBezTo>
                  <a:cubicBezTo>
                    <a:pt x="4075" y="14002"/>
                    <a:pt x="4151" y="13998"/>
                    <a:pt x="4228" y="13989"/>
                  </a:cubicBezTo>
                  <a:cubicBezTo>
                    <a:pt x="5395" y="13849"/>
                    <a:pt x="6149" y="12682"/>
                    <a:pt x="5798" y="11558"/>
                  </a:cubicBezTo>
                  <a:cubicBezTo>
                    <a:pt x="5707" y="11274"/>
                    <a:pt x="5784" y="10967"/>
                    <a:pt x="5995" y="10756"/>
                  </a:cubicBezTo>
                  <a:lnTo>
                    <a:pt x="7062" y="9694"/>
                  </a:lnTo>
                  <a:cubicBezTo>
                    <a:pt x="7139" y="9612"/>
                    <a:pt x="7139" y="9483"/>
                    <a:pt x="7062" y="9401"/>
                  </a:cubicBezTo>
                  <a:cubicBezTo>
                    <a:pt x="7022" y="9365"/>
                    <a:pt x="6970" y="9347"/>
                    <a:pt x="6919" y="9347"/>
                  </a:cubicBezTo>
                  <a:cubicBezTo>
                    <a:pt x="6865" y="9347"/>
                    <a:pt x="6813" y="9367"/>
                    <a:pt x="6774" y="9406"/>
                  </a:cubicBezTo>
                  <a:lnTo>
                    <a:pt x="5707" y="10472"/>
                  </a:lnTo>
                  <a:cubicBezTo>
                    <a:pt x="5390" y="10789"/>
                    <a:pt x="5275" y="11255"/>
                    <a:pt x="5409" y="11688"/>
                  </a:cubicBezTo>
                  <a:cubicBezTo>
                    <a:pt x="5698" y="12610"/>
                    <a:pt x="5030" y="13556"/>
                    <a:pt x="4064" y="13595"/>
                  </a:cubicBezTo>
                  <a:cubicBezTo>
                    <a:pt x="4042" y="13596"/>
                    <a:pt x="4019" y="13596"/>
                    <a:pt x="3997" y="13596"/>
                  </a:cubicBezTo>
                  <a:cubicBezTo>
                    <a:pt x="3064" y="13596"/>
                    <a:pt x="2364" y="12727"/>
                    <a:pt x="2565" y="11808"/>
                  </a:cubicBezTo>
                  <a:cubicBezTo>
                    <a:pt x="2595" y="11676"/>
                    <a:pt x="2497" y="11556"/>
                    <a:pt x="2372" y="11556"/>
                  </a:cubicBezTo>
                  <a:cubicBezTo>
                    <a:pt x="2355" y="11556"/>
                    <a:pt x="2338" y="11558"/>
                    <a:pt x="2320" y="11563"/>
                  </a:cubicBezTo>
                  <a:cubicBezTo>
                    <a:pt x="2213" y="11586"/>
                    <a:pt x="2107" y="11597"/>
                    <a:pt x="2003" y="11597"/>
                  </a:cubicBezTo>
                  <a:cubicBezTo>
                    <a:pt x="1189" y="11597"/>
                    <a:pt x="495" y="10915"/>
                    <a:pt x="533" y="10059"/>
                  </a:cubicBezTo>
                  <a:cubicBezTo>
                    <a:pt x="565" y="9248"/>
                    <a:pt x="1238" y="8651"/>
                    <a:pt x="1999" y="8651"/>
                  </a:cubicBezTo>
                  <a:cubicBezTo>
                    <a:pt x="2144" y="8651"/>
                    <a:pt x="2293" y="8672"/>
                    <a:pt x="2440" y="8719"/>
                  </a:cubicBezTo>
                  <a:cubicBezTo>
                    <a:pt x="2560" y="8756"/>
                    <a:pt x="2681" y="8774"/>
                    <a:pt x="2802" y="8774"/>
                  </a:cubicBezTo>
                  <a:cubicBezTo>
                    <a:pt x="3118" y="8774"/>
                    <a:pt x="3426" y="8649"/>
                    <a:pt x="3656" y="8416"/>
                  </a:cubicBezTo>
                  <a:lnTo>
                    <a:pt x="8590" y="3487"/>
                  </a:lnTo>
                  <a:cubicBezTo>
                    <a:pt x="8907" y="3170"/>
                    <a:pt x="9022" y="2699"/>
                    <a:pt x="8887" y="2272"/>
                  </a:cubicBezTo>
                  <a:cubicBezTo>
                    <a:pt x="8628" y="1460"/>
                    <a:pt x="9118" y="595"/>
                    <a:pt x="9949" y="403"/>
                  </a:cubicBezTo>
                  <a:cubicBezTo>
                    <a:pt x="10181" y="330"/>
                    <a:pt x="10116" y="1"/>
                    <a:pt x="98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86"/>
            <p:cNvSpPr/>
            <p:nvPr/>
          </p:nvSpPr>
          <p:spPr>
            <a:xfrm>
              <a:off x="5501476" y="1519068"/>
              <a:ext cx="180878" cy="234023"/>
            </a:xfrm>
            <a:custGeom>
              <a:rect b="b" l="l" r="r" t="t"/>
              <a:pathLst>
                <a:path extrusionOk="0" h="8939" w="6909">
                  <a:moveTo>
                    <a:pt x="3522" y="1"/>
                  </a:moveTo>
                  <a:cubicBezTo>
                    <a:pt x="3325" y="1"/>
                    <a:pt x="3234" y="312"/>
                    <a:pt x="3459" y="397"/>
                  </a:cubicBezTo>
                  <a:cubicBezTo>
                    <a:pt x="4127" y="661"/>
                    <a:pt x="4502" y="1377"/>
                    <a:pt x="4343" y="2083"/>
                  </a:cubicBezTo>
                  <a:cubicBezTo>
                    <a:pt x="4313" y="2212"/>
                    <a:pt x="4414" y="2334"/>
                    <a:pt x="4542" y="2334"/>
                  </a:cubicBezTo>
                  <a:cubicBezTo>
                    <a:pt x="4557" y="2334"/>
                    <a:pt x="4573" y="2332"/>
                    <a:pt x="4588" y="2328"/>
                  </a:cubicBezTo>
                  <a:cubicBezTo>
                    <a:pt x="4700" y="2303"/>
                    <a:pt x="4811" y="2291"/>
                    <a:pt x="4919" y="2291"/>
                  </a:cubicBezTo>
                  <a:cubicBezTo>
                    <a:pt x="5732" y="2291"/>
                    <a:pt x="6423" y="2971"/>
                    <a:pt x="6385" y="3827"/>
                  </a:cubicBezTo>
                  <a:cubicBezTo>
                    <a:pt x="6353" y="4640"/>
                    <a:pt x="5677" y="5237"/>
                    <a:pt x="4916" y="5237"/>
                  </a:cubicBezTo>
                  <a:cubicBezTo>
                    <a:pt x="4768" y="5237"/>
                    <a:pt x="4618" y="5215"/>
                    <a:pt x="4468" y="5168"/>
                  </a:cubicBezTo>
                  <a:cubicBezTo>
                    <a:pt x="4349" y="5130"/>
                    <a:pt x="4227" y="5112"/>
                    <a:pt x="4107" y="5112"/>
                  </a:cubicBezTo>
                  <a:cubicBezTo>
                    <a:pt x="3790" y="5112"/>
                    <a:pt x="3483" y="5237"/>
                    <a:pt x="3253" y="5470"/>
                  </a:cubicBezTo>
                  <a:lnTo>
                    <a:pt x="130" y="8588"/>
                  </a:lnTo>
                  <a:cubicBezTo>
                    <a:pt x="1" y="8718"/>
                    <a:pt x="92" y="8939"/>
                    <a:pt x="274" y="8939"/>
                  </a:cubicBezTo>
                  <a:cubicBezTo>
                    <a:pt x="279" y="8939"/>
                    <a:pt x="283" y="8939"/>
                    <a:pt x="287" y="8939"/>
                  </a:cubicBezTo>
                  <a:cubicBezTo>
                    <a:pt x="432" y="8939"/>
                    <a:pt x="364" y="8898"/>
                    <a:pt x="3541" y="5758"/>
                  </a:cubicBezTo>
                  <a:cubicBezTo>
                    <a:pt x="3694" y="5602"/>
                    <a:pt x="3896" y="5519"/>
                    <a:pt x="4104" y="5519"/>
                  </a:cubicBezTo>
                  <a:cubicBezTo>
                    <a:pt x="4184" y="5519"/>
                    <a:pt x="4265" y="5531"/>
                    <a:pt x="4343" y="5557"/>
                  </a:cubicBezTo>
                  <a:cubicBezTo>
                    <a:pt x="4533" y="5615"/>
                    <a:pt x="4723" y="5643"/>
                    <a:pt x="4909" y="5643"/>
                  </a:cubicBezTo>
                  <a:cubicBezTo>
                    <a:pt x="5833" y="5643"/>
                    <a:pt x="6658" y="4958"/>
                    <a:pt x="6774" y="3986"/>
                  </a:cubicBezTo>
                  <a:cubicBezTo>
                    <a:pt x="6909" y="2856"/>
                    <a:pt x="6025" y="1878"/>
                    <a:pt x="4911" y="1878"/>
                  </a:cubicBezTo>
                  <a:cubicBezTo>
                    <a:pt x="4870" y="1878"/>
                    <a:pt x="4828" y="1879"/>
                    <a:pt x="4786" y="1882"/>
                  </a:cubicBezTo>
                  <a:lnTo>
                    <a:pt x="4786" y="1882"/>
                  </a:lnTo>
                  <a:cubicBezTo>
                    <a:pt x="4836" y="1072"/>
                    <a:pt x="4361" y="315"/>
                    <a:pt x="3604" y="18"/>
                  </a:cubicBezTo>
                  <a:cubicBezTo>
                    <a:pt x="3575" y="6"/>
                    <a:pt x="3548" y="1"/>
                    <a:pt x="35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9" name="Google Shape;13879;p86"/>
          <p:cNvGrpSpPr/>
          <p:nvPr/>
        </p:nvGrpSpPr>
        <p:grpSpPr>
          <a:xfrm>
            <a:off x="6184800" y="1540902"/>
            <a:ext cx="370761" cy="319108"/>
            <a:chOff x="6184800" y="1540902"/>
            <a:chExt cx="370761" cy="319108"/>
          </a:xfrm>
        </p:grpSpPr>
        <p:sp>
          <p:nvSpPr>
            <p:cNvPr id="13880" name="Google Shape;13880;p86"/>
            <p:cNvSpPr/>
            <p:nvPr/>
          </p:nvSpPr>
          <p:spPr>
            <a:xfrm>
              <a:off x="6392695" y="1636485"/>
              <a:ext cx="156975" cy="217975"/>
            </a:xfrm>
            <a:custGeom>
              <a:rect b="b" l="l" r="r" t="t"/>
              <a:pathLst>
                <a:path extrusionOk="0" h="8326" w="5996">
                  <a:moveTo>
                    <a:pt x="2421" y="0"/>
                  </a:moveTo>
                  <a:cubicBezTo>
                    <a:pt x="1686" y="0"/>
                    <a:pt x="524" y="567"/>
                    <a:pt x="461" y="1297"/>
                  </a:cubicBezTo>
                  <a:lnTo>
                    <a:pt x="370" y="2374"/>
                  </a:lnTo>
                  <a:cubicBezTo>
                    <a:pt x="807" y="2873"/>
                    <a:pt x="1437" y="3368"/>
                    <a:pt x="2234" y="3378"/>
                  </a:cubicBezTo>
                  <a:lnTo>
                    <a:pt x="2215" y="4617"/>
                  </a:lnTo>
                  <a:lnTo>
                    <a:pt x="2224" y="4622"/>
                  </a:lnTo>
                  <a:lnTo>
                    <a:pt x="2220" y="4622"/>
                  </a:lnTo>
                  <a:cubicBezTo>
                    <a:pt x="1432" y="4612"/>
                    <a:pt x="774" y="4319"/>
                    <a:pt x="245" y="3935"/>
                  </a:cubicBezTo>
                  <a:lnTo>
                    <a:pt x="96" y="6308"/>
                  </a:lnTo>
                  <a:cubicBezTo>
                    <a:pt x="0" y="7394"/>
                    <a:pt x="860" y="8326"/>
                    <a:pt x="1951" y="8326"/>
                  </a:cubicBezTo>
                  <a:lnTo>
                    <a:pt x="5424" y="8326"/>
                  </a:lnTo>
                  <a:cubicBezTo>
                    <a:pt x="5746" y="8326"/>
                    <a:pt x="5996" y="8042"/>
                    <a:pt x="5952" y="7720"/>
                  </a:cubicBezTo>
                  <a:cubicBezTo>
                    <a:pt x="5534" y="4564"/>
                    <a:pt x="5131" y="1514"/>
                    <a:pt x="3200" y="236"/>
                  </a:cubicBezTo>
                  <a:cubicBezTo>
                    <a:pt x="2969" y="82"/>
                    <a:pt x="2700" y="0"/>
                    <a:pt x="242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86"/>
            <p:cNvSpPr/>
            <p:nvPr/>
          </p:nvSpPr>
          <p:spPr>
            <a:xfrm>
              <a:off x="6438850" y="1636485"/>
              <a:ext cx="110689" cy="217975"/>
            </a:xfrm>
            <a:custGeom>
              <a:rect b="b" l="l" r="r" t="t"/>
              <a:pathLst>
                <a:path extrusionOk="0" h="8326" w="4228">
                  <a:moveTo>
                    <a:pt x="654" y="0"/>
                  </a:moveTo>
                  <a:cubicBezTo>
                    <a:pt x="433" y="5"/>
                    <a:pt x="212" y="44"/>
                    <a:pt x="0" y="116"/>
                  </a:cubicBezTo>
                  <a:cubicBezTo>
                    <a:pt x="77" y="149"/>
                    <a:pt x="154" y="193"/>
                    <a:pt x="226" y="236"/>
                  </a:cubicBezTo>
                  <a:cubicBezTo>
                    <a:pt x="2152" y="1514"/>
                    <a:pt x="2556" y="4564"/>
                    <a:pt x="2974" y="7720"/>
                  </a:cubicBezTo>
                  <a:cubicBezTo>
                    <a:pt x="3022" y="8038"/>
                    <a:pt x="2772" y="8326"/>
                    <a:pt x="2445" y="8326"/>
                  </a:cubicBezTo>
                  <a:lnTo>
                    <a:pt x="3646" y="8326"/>
                  </a:lnTo>
                  <a:cubicBezTo>
                    <a:pt x="3649" y="8326"/>
                    <a:pt x="3652" y="8326"/>
                    <a:pt x="3655" y="8326"/>
                  </a:cubicBezTo>
                  <a:cubicBezTo>
                    <a:pt x="3977" y="8326"/>
                    <a:pt x="4227" y="8040"/>
                    <a:pt x="4185" y="7720"/>
                  </a:cubicBezTo>
                  <a:cubicBezTo>
                    <a:pt x="3767" y="4569"/>
                    <a:pt x="3363" y="1514"/>
                    <a:pt x="1432" y="236"/>
                  </a:cubicBezTo>
                  <a:cubicBezTo>
                    <a:pt x="1201" y="87"/>
                    <a:pt x="932" y="5"/>
                    <a:pt x="6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86"/>
            <p:cNvSpPr/>
            <p:nvPr/>
          </p:nvSpPr>
          <p:spPr>
            <a:xfrm>
              <a:off x="6190455" y="1636485"/>
              <a:ext cx="156975" cy="217975"/>
            </a:xfrm>
            <a:custGeom>
              <a:rect b="b" l="l" r="r" t="t"/>
              <a:pathLst>
                <a:path extrusionOk="0" h="8326" w="5996">
                  <a:moveTo>
                    <a:pt x="3574" y="0"/>
                  </a:moveTo>
                  <a:cubicBezTo>
                    <a:pt x="3296" y="0"/>
                    <a:pt x="3027" y="82"/>
                    <a:pt x="2796" y="236"/>
                  </a:cubicBezTo>
                  <a:cubicBezTo>
                    <a:pt x="865" y="1514"/>
                    <a:pt x="461" y="4564"/>
                    <a:pt x="43" y="7720"/>
                  </a:cubicBezTo>
                  <a:cubicBezTo>
                    <a:pt x="0" y="8042"/>
                    <a:pt x="250" y="8326"/>
                    <a:pt x="572" y="8326"/>
                  </a:cubicBezTo>
                  <a:lnTo>
                    <a:pt x="4045" y="8326"/>
                  </a:lnTo>
                  <a:cubicBezTo>
                    <a:pt x="5136" y="8326"/>
                    <a:pt x="5996" y="7394"/>
                    <a:pt x="5904" y="6308"/>
                  </a:cubicBezTo>
                  <a:lnTo>
                    <a:pt x="5751" y="3935"/>
                  </a:lnTo>
                  <a:cubicBezTo>
                    <a:pt x="5217" y="4319"/>
                    <a:pt x="4559" y="4612"/>
                    <a:pt x="3771" y="4622"/>
                  </a:cubicBezTo>
                  <a:lnTo>
                    <a:pt x="3767" y="4622"/>
                  </a:lnTo>
                  <a:lnTo>
                    <a:pt x="3781" y="4617"/>
                  </a:lnTo>
                  <a:lnTo>
                    <a:pt x="3762" y="3378"/>
                  </a:lnTo>
                  <a:cubicBezTo>
                    <a:pt x="4559" y="3368"/>
                    <a:pt x="5189" y="2873"/>
                    <a:pt x="5626" y="2374"/>
                  </a:cubicBezTo>
                  <a:lnTo>
                    <a:pt x="5534" y="1297"/>
                  </a:lnTo>
                  <a:cubicBezTo>
                    <a:pt x="5472" y="567"/>
                    <a:pt x="4309" y="0"/>
                    <a:pt x="3574"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86"/>
            <p:cNvSpPr/>
            <p:nvPr/>
          </p:nvSpPr>
          <p:spPr>
            <a:xfrm>
              <a:off x="6190455" y="1636485"/>
              <a:ext cx="110820" cy="217975"/>
            </a:xfrm>
            <a:custGeom>
              <a:rect b="b" l="l" r="r" t="t"/>
              <a:pathLst>
                <a:path extrusionOk="0" h="8326" w="4233">
                  <a:moveTo>
                    <a:pt x="3579" y="0"/>
                  </a:moveTo>
                  <a:cubicBezTo>
                    <a:pt x="3301" y="0"/>
                    <a:pt x="3032" y="87"/>
                    <a:pt x="2796" y="236"/>
                  </a:cubicBezTo>
                  <a:cubicBezTo>
                    <a:pt x="870" y="1514"/>
                    <a:pt x="466" y="4569"/>
                    <a:pt x="48" y="7720"/>
                  </a:cubicBezTo>
                  <a:cubicBezTo>
                    <a:pt x="1" y="8044"/>
                    <a:pt x="251" y="8326"/>
                    <a:pt x="573" y="8326"/>
                  </a:cubicBezTo>
                  <a:cubicBezTo>
                    <a:pt x="576" y="8326"/>
                    <a:pt x="579" y="8326"/>
                    <a:pt x="581" y="8326"/>
                  </a:cubicBezTo>
                  <a:lnTo>
                    <a:pt x="1782" y="8326"/>
                  </a:lnTo>
                  <a:cubicBezTo>
                    <a:pt x="1461" y="8326"/>
                    <a:pt x="1211" y="8038"/>
                    <a:pt x="1254" y="7720"/>
                  </a:cubicBezTo>
                  <a:cubicBezTo>
                    <a:pt x="1677" y="4564"/>
                    <a:pt x="2076" y="1514"/>
                    <a:pt x="4007" y="236"/>
                  </a:cubicBezTo>
                  <a:cubicBezTo>
                    <a:pt x="4079" y="193"/>
                    <a:pt x="4151" y="149"/>
                    <a:pt x="4233" y="116"/>
                  </a:cubicBezTo>
                  <a:cubicBezTo>
                    <a:pt x="4021" y="44"/>
                    <a:pt x="3800" y="5"/>
                    <a:pt x="357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86"/>
            <p:cNvSpPr/>
            <p:nvPr/>
          </p:nvSpPr>
          <p:spPr>
            <a:xfrm>
              <a:off x="6274964" y="1709684"/>
              <a:ext cx="27698" cy="63277"/>
            </a:xfrm>
            <a:custGeom>
              <a:rect b="b" l="l" r="r" t="t"/>
              <a:pathLst>
                <a:path extrusionOk="0" h="2417" w="1058">
                  <a:moveTo>
                    <a:pt x="529" y="0"/>
                  </a:moveTo>
                  <a:cubicBezTo>
                    <a:pt x="236" y="0"/>
                    <a:pt x="1" y="538"/>
                    <a:pt x="1" y="1206"/>
                  </a:cubicBezTo>
                  <a:cubicBezTo>
                    <a:pt x="1" y="1874"/>
                    <a:pt x="236" y="2417"/>
                    <a:pt x="529" y="2417"/>
                  </a:cubicBezTo>
                  <a:cubicBezTo>
                    <a:pt x="822" y="2417"/>
                    <a:pt x="1057" y="1874"/>
                    <a:pt x="1057" y="1206"/>
                  </a:cubicBezTo>
                  <a:cubicBezTo>
                    <a:pt x="1057" y="538"/>
                    <a:pt x="822" y="0"/>
                    <a:pt x="52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86"/>
            <p:cNvSpPr/>
            <p:nvPr/>
          </p:nvSpPr>
          <p:spPr>
            <a:xfrm>
              <a:off x="6437332" y="1709684"/>
              <a:ext cx="27829" cy="63277"/>
            </a:xfrm>
            <a:custGeom>
              <a:rect b="b" l="l" r="r" t="t"/>
              <a:pathLst>
                <a:path extrusionOk="0" h="2417" w="1063">
                  <a:moveTo>
                    <a:pt x="529" y="0"/>
                  </a:moveTo>
                  <a:cubicBezTo>
                    <a:pt x="236" y="0"/>
                    <a:pt x="1" y="538"/>
                    <a:pt x="1" y="1206"/>
                  </a:cubicBezTo>
                  <a:cubicBezTo>
                    <a:pt x="1" y="1874"/>
                    <a:pt x="236" y="2417"/>
                    <a:pt x="529" y="2417"/>
                  </a:cubicBezTo>
                  <a:cubicBezTo>
                    <a:pt x="822" y="2417"/>
                    <a:pt x="1062" y="1874"/>
                    <a:pt x="1062" y="1206"/>
                  </a:cubicBezTo>
                  <a:cubicBezTo>
                    <a:pt x="1062" y="538"/>
                    <a:pt x="822" y="0"/>
                    <a:pt x="52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86"/>
            <p:cNvSpPr/>
            <p:nvPr/>
          </p:nvSpPr>
          <p:spPr>
            <a:xfrm>
              <a:off x="6288054" y="1546295"/>
              <a:ext cx="163128" cy="211194"/>
            </a:xfrm>
            <a:custGeom>
              <a:rect b="b" l="l" r="r" t="t"/>
              <a:pathLst>
                <a:path extrusionOk="0" h="8067" w="6231">
                  <a:moveTo>
                    <a:pt x="2498" y="1"/>
                  </a:moveTo>
                  <a:lnTo>
                    <a:pt x="2498" y="4642"/>
                  </a:lnTo>
                  <a:cubicBezTo>
                    <a:pt x="2498" y="4829"/>
                    <a:pt x="2445" y="5012"/>
                    <a:pt x="2349" y="5170"/>
                  </a:cubicBezTo>
                  <a:cubicBezTo>
                    <a:pt x="2205" y="5405"/>
                    <a:pt x="2042" y="5626"/>
                    <a:pt x="1859" y="5833"/>
                  </a:cubicBezTo>
                  <a:cubicBezTo>
                    <a:pt x="1288" y="6482"/>
                    <a:pt x="658" y="6823"/>
                    <a:pt x="0" y="6827"/>
                  </a:cubicBezTo>
                  <a:lnTo>
                    <a:pt x="5" y="8067"/>
                  </a:lnTo>
                  <a:lnTo>
                    <a:pt x="15" y="8067"/>
                  </a:lnTo>
                  <a:cubicBezTo>
                    <a:pt x="1168" y="8048"/>
                    <a:pt x="2042" y="7442"/>
                    <a:pt x="2647" y="6799"/>
                  </a:cubicBezTo>
                  <a:cubicBezTo>
                    <a:pt x="2774" y="6667"/>
                    <a:pt x="2944" y="6600"/>
                    <a:pt x="3113" y="6600"/>
                  </a:cubicBezTo>
                  <a:cubicBezTo>
                    <a:pt x="3281" y="6600"/>
                    <a:pt x="3449" y="6667"/>
                    <a:pt x="3574" y="6799"/>
                  </a:cubicBezTo>
                  <a:cubicBezTo>
                    <a:pt x="4180" y="7442"/>
                    <a:pt x="5059" y="8048"/>
                    <a:pt x="6212" y="8067"/>
                  </a:cubicBezTo>
                  <a:lnTo>
                    <a:pt x="6217" y="8067"/>
                  </a:lnTo>
                  <a:lnTo>
                    <a:pt x="6231" y="6832"/>
                  </a:lnTo>
                  <a:cubicBezTo>
                    <a:pt x="5059" y="6818"/>
                    <a:pt x="4247" y="5756"/>
                    <a:pt x="3887" y="5170"/>
                  </a:cubicBezTo>
                  <a:cubicBezTo>
                    <a:pt x="3791" y="5012"/>
                    <a:pt x="3738" y="4829"/>
                    <a:pt x="3738" y="4642"/>
                  </a:cubicBezTo>
                  <a:lnTo>
                    <a:pt x="3738"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86"/>
            <p:cNvSpPr/>
            <p:nvPr/>
          </p:nvSpPr>
          <p:spPr>
            <a:xfrm>
              <a:off x="6272084" y="1713611"/>
              <a:ext cx="196088" cy="146137"/>
            </a:xfrm>
            <a:custGeom>
              <a:rect b="b" l="l" r="r" t="t"/>
              <a:pathLst>
                <a:path extrusionOk="0" h="5582" w="7490">
                  <a:moveTo>
                    <a:pt x="3729" y="0"/>
                  </a:moveTo>
                  <a:cubicBezTo>
                    <a:pt x="3506" y="0"/>
                    <a:pt x="3284" y="88"/>
                    <a:pt x="3118" y="263"/>
                  </a:cubicBezTo>
                  <a:cubicBezTo>
                    <a:pt x="2009" y="1434"/>
                    <a:pt x="879" y="1464"/>
                    <a:pt x="661" y="1464"/>
                  </a:cubicBezTo>
                  <a:cubicBezTo>
                    <a:pt x="649" y="1464"/>
                    <a:pt x="640" y="1464"/>
                    <a:pt x="634" y="1464"/>
                  </a:cubicBezTo>
                  <a:cubicBezTo>
                    <a:pt x="629" y="1464"/>
                    <a:pt x="626" y="1464"/>
                    <a:pt x="625" y="1465"/>
                  </a:cubicBezTo>
                  <a:cubicBezTo>
                    <a:pt x="351" y="1465"/>
                    <a:pt x="351" y="1873"/>
                    <a:pt x="625" y="1873"/>
                  </a:cubicBezTo>
                  <a:cubicBezTo>
                    <a:pt x="793" y="1873"/>
                    <a:pt x="961" y="1858"/>
                    <a:pt x="1129" y="1830"/>
                  </a:cubicBezTo>
                  <a:lnTo>
                    <a:pt x="1129" y="1830"/>
                  </a:lnTo>
                  <a:cubicBezTo>
                    <a:pt x="1100" y="2065"/>
                    <a:pt x="994" y="2401"/>
                    <a:pt x="649" y="2478"/>
                  </a:cubicBezTo>
                  <a:cubicBezTo>
                    <a:pt x="408" y="2536"/>
                    <a:pt x="461" y="2888"/>
                    <a:pt x="685" y="2888"/>
                  </a:cubicBezTo>
                  <a:cubicBezTo>
                    <a:pt x="702" y="2888"/>
                    <a:pt x="721" y="2886"/>
                    <a:pt x="740" y="2882"/>
                  </a:cubicBezTo>
                  <a:cubicBezTo>
                    <a:pt x="1350" y="2742"/>
                    <a:pt x="1533" y="2142"/>
                    <a:pt x="1552" y="1738"/>
                  </a:cubicBezTo>
                  <a:cubicBezTo>
                    <a:pt x="1720" y="1685"/>
                    <a:pt x="1888" y="1623"/>
                    <a:pt x="2051" y="1546"/>
                  </a:cubicBezTo>
                  <a:cubicBezTo>
                    <a:pt x="2056" y="1546"/>
                    <a:pt x="2402" y="1368"/>
                    <a:pt x="2455" y="1335"/>
                  </a:cubicBezTo>
                  <a:cubicBezTo>
                    <a:pt x="2574" y="3240"/>
                    <a:pt x="2583" y="3371"/>
                    <a:pt x="2584" y="3371"/>
                  </a:cubicBezTo>
                  <a:cubicBezTo>
                    <a:pt x="2584" y="3371"/>
                    <a:pt x="2584" y="3368"/>
                    <a:pt x="2584" y="3368"/>
                  </a:cubicBezTo>
                  <a:cubicBezTo>
                    <a:pt x="2584" y="3368"/>
                    <a:pt x="2584" y="3369"/>
                    <a:pt x="2585" y="3372"/>
                  </a:cubicBezTo>
                  <a:cubicBezTo>
                    <a:pt x="2666" y="4337"/>
                    <a:pt x="1907" y="5168"/>
                    <a:pt x="937" y="5173"/>
                  </a:cubicBezTo>
                  <a:lnTo>
                    <a:pt x="274" y="5173"/>
                  </a:lnTo>
                  <a:cubicBezTo>
                    <a:pt x="272" y="5173"/>
                    <a:pt x="271" y="5173"/>
                    <a:pt x="269" y="5173"/>
                  </a:cubicBezTo>
                  <a:cubicBezTo>
                    <a:pt x="0" y="5173"/>
                    <a:pt x="2" y="5582"/>
                    <a:pt x="274" y="5582"/>
                  </a:cubicBezTo>
                  <a:lnTo>
                    <a:pt x="927" y="5582"/>
                  </a:lnTo>
                  <a:cubicBezTo>
                    <a:pt x="2138" y="5582"/>
                    <a:pt x="3089" y="4549"/>
                    <a:pt x="2988" y="3343"/>
                  </a:cubicBezTo>
                  <a:lnTo>
                    <a:pt x="2839" y="1056"/>
                  </a:lnTo>
                  <a:cubicBezTo>
                    <a:pt x="3041" y="898"/>
                    <a:pt x="3228" y="729"/>
                    <a:pt x="3406" y="542"/>
                  </a:cubicBezTo>
                  <a:cubicBezTo>
                    <a:pt x="3488" y="460"/>
                    <a:pt x="3598" y="408"/>
                    <a:pt x="3718" y="408"/>
                  </a:cubicBezTo>
                  <a:cubicBezTo>
                    <a:pt x="4016" y="408"/>
                    <a:pt x="3992" y="590"/>
                    <a:pt x="4626" y="1075"/>
                  </a:cubicBezTo>
                  <a:lnTo>
                    <a:pt x="4482" y="3338"/>
                  </a:lnTo>
                  <a:cubicBezTo>
                    <a:pt x="4381" y="4544"/>
                    <a:pt x="5333" y="5577"/>
                    <a:pt x="6543" y="5577"/>
                  </a:cubicBezTo>
                  <a:lnTo>
                    <a:pt x="7283" y="5577"/>
                  </a:lnTo>
                  <a:cubicBezTo>
                    <a:pt x="7398" y="5577"/>
                    <a:pt x="7490" y="5485"/>
                    <a:pt x="7490" y="5370"/>
                  </a:cubicBezTo>
                  <a:cubicBezTo>
                    <a:pt x="7490" y="5262"/>
                    <a:pt x="7407" y="5173"/>
                    <a:pt x="7301" y="5173"/>
                  </a:cubicBezTo>
                  <a:cubicBezTo>
                    <a:pt x="7298" y="5173"/>
                    <a:pt x="7295" y="5173"/>
                    <a:pt x="7293" y="5173"/>
                  </a:cubicBezTo>
                  <a:lnTo>
                    <a:pt x="6553" y="5173"/>
                  </a:lnTo>
                  <a:cubicBezTo>
                    <a:pt x="5582" y="5168"/>
                    <a:pt x="4818" y="4342"/>
                    <a:pt x="4905" y="3372"/>
                  </a:cubicBezTo>
                  <a:lnTo>
                    <a:pt x="5035" y="1354"/>
                  </a:lnTo>
                  <a:cubicBezTo>
                    <a:pt x="5107" y="1397"/>
                    <a:pt x="5184" y="1436"/>
                    <a:pt x="5260" y="1469"/>
                  </a:cubicBezTo>
                  <a:cubicBezTo>
                    <a:pt x="5457" y="1580"/>
                    <a:pt x="5669" y="1666"/>
                    <a:pt x="5890" y="1734"/>
                  </a:cubicBezTo>
                  <a:cubicBezTo>
                    <a:pt x="5909" y="2137"/>
                    <a:pt x="6092" y="2742"/>
                    <a:pt x="6702" y="2882"/>
                  </a:cubicBezTo>
                  <a:cubicBezTo>
                    <a:pt x="6721" y="2886"/>
                    <a:pt x="6739" y="2888"/>
                    <a:pt x="6756" y="2888"/>
                  </a:cubicBezTo>
                  <a:cubicBezTo>
                    <a:pt x="6981" y="2888"/>
                    <a:pt x="7038" y="2536"/>
                    <a:pt x="6793" y="2478"/>
                  </a:cubicBezTo>
                  <a:cubicBezTo>
                    <a:pt x="6442" y="2401"/>
                    <a:pt x="6341" y="2060"/>
                    <a:pt x="6313" y="1830"/>
                  </a:cubicBezTo>
                  <a:lnTo>
                    <a:pt x="6313" y="1830"/>
                  </a:lnTo>
                  <a:cubicBezTo>
                    <a:pt x="6485" y="1854"/>
                    <a:pt x="6658" y="1873"/>
                    <a:pt x="6836" y="1873"/>
                  </a:cubicBezTo>
                  <a:cubicBezTo>
                    <a:pt x="7110" y="1873"/>
                    <a:pt x="7110" y="1465"/>
                    <a:pt x="6836" y="1465"/>
                  </a:cubicBezTo>
                  <a:lnTo>
                    <a:pt x="6831" y="1465"/>
                  </a:lnTo>
                  <a:cubicBezTo>
                    <a:pt x="5895" y="1450"/>
                    <a:pt x="5011" y="974"/>
                    <a:pt x="4343" y="263"/>
                  </a:cubicBezTo>
                  <a:cubicBezTo>
                    <a:pt x="4175" y="88"/>
                    <a:pt x="3951" y="0"/>
                    <a:pt x="37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86"/>
            <p:cNvSpPr/>
            <p:nvPr/>
          </p:nvSpPr>
          <p:spPr>
            <a:xfrm>
              <a:off x="6380495" y="1540902"/>
              <a:ext cx="175066" cy="318977"/>
            </a:xfrm>
            <a:custGeom>
              <a:rect b="b" l="l" r="r" t="t"/>
              <a:pathLst>
                <a:path extrusionOk="0" h="12184" w="6687">
                  <a:moveTo>
                    <a:pt x="207" y="0"/>
                  </a:moveTo>
                  <a:cubicBezTo>
                    <a:pt x="103" y="0"/>
                    <a:pt x="0" y="68"/>
                    <a:pt x="0" y="202"/>
                  </a:cubicBezTo>
                  <a:lnTo>
                    <a:pt x="0" y="4843"/>
                  </a:lnTo>
                  <a:cubicBezTo>
                    <a:pt x="0" y="5069"/>
                    <a:pt x="63" y="5290"/>
                    <a:pt x="183" y="5487"/>
                  </a:cubicBezTo>
                  <a:cubicBezTo>
                    <a:pt x="332" y="5727"/>
                    <a:pt x="500" y="5953"/>
                    <a:pt x="682" y="6169"/>
                  </a:cubicBezTo>
                  <a:cubicBezTo>
                    <a:pt x="942" y="6471"/>
                    <a:pt x="1254" y="6731"/>
                    <a:pt x="1605" y="6928"/>
                  </a:cubicBezTo>
                  <a:cubicBezTo>
                    <a:pt x="1614" y="6933"/>
                    <a:pt x="1629" y="6952"/>
                    <a:pt x="1648" y="6957"/>
                  </a:cubicBezTo>
                  <a:cubicBezTo>
                    <a:pt x="1667" y="6971"/>
                    <a:pt x="1691" y="6981"/>
                    <a:pt x="1715" y="6985"/>
                  </a:cubicBezTo>
                  <a:cubicBezTo>
                    <a:pt x="2023" y="7144"/>
                    <a:pt x="2364" y="7230"/>
                    <a:pt x="2710" y="7240"/>
                  </a:cubicBezTo>
                  <a:cubicBezTo>
                    <a:pt x="2734" y="7240"/>
                    <a:pt x="2762" y="7226"/>
                    <a:pt x="2786" y="7211"/>
                  </a:cubicBezTo>
                  <a:cubicBezTo>
                    <a:pt x="2810" y="7202"/>
                    <a:pt x="2835" y="7202"/>
                    <a:pt x="2854" y="7182"/>
                  </a:cubicBezTo>
                  <a:cubicBezTo>
                    <a:pt x="2979" y="7053"/>
                    <a:pt x="2892" y="6832"/>
                    <a:pt x="2710" y="6832"/>
                  </a:cubicBezTo>
                  <a:cubicBezTo>
                    <a:pt x="2614" y="6822"/>
                    <a:pt x="2513" y="6812"/>
                    <a:pt x="2417" y="6793"/>
                  </a:cubicBezTo>
                  <a:cubicBezTo>
                    <a:pt x="2652" y="6625"/>
                    <a:pt x="2820" y="6380"/>
                    <a:pt x="2892" y="6101"/>
                  </a:cubicBezTo>
                  <a:cubicBezTo>
                    <a:pt x="2935" y="5941"/>
                    <a:pt x="2810" y="5838"/>
                    <a:pt x="2688" y="5838"/>
                  </a:cubicBezTo>
                  <a:cubicBezTo>
                    <a:pt x="2606" y="5838"/>
                    <a:pt x="2525" y="5885"/>
                    <a:pt x="2498" y="5991"/>
                  </a:cubicBezTo>
                  <a:cubicBezTo>
                    <a:pt x="2426" y="6308"/>
                    <a:pt x="2162" y="6548"/>
                    <a:pt x="1840" y="6591"/>
                  </a:cubicBezTo>
                  <a:cubicBezTo>
                    <a:pt x="1547" y="6428"/>
                    <a:pt x="1283" y="6217"/>
                    <a:pt x="1057" y="5967"/>
                  </a:cubicBezTo>
                  <a:lnTo>
                    <a:pt x="1139" y="4977"/>
                  </a:lnTo>
                  <a:cubicBezTo>
                    <a:pt x="1187" y="4377"/>
                    <a:pt x="2248" y="3868"/>
                    <a:pt x="2892" y="3868"/>
                  </a:cubicBezTo>
                  <a:cubicBezTo>
                    <a:pt x="3128" y="3868"/>
                    <a:pt x="3358" y="3940"/>
                    <a:pt x="3555" y="4069"/>
                  </a:cubicBezTo>
                  <a:cubicBezTo>
                    <a:pt x="5395" y="5285"/>
                    <a:pt x="5794" y="8234"/>
                    <a:pt x="6212" y="11357"/>
                  </a:cubicBezTo>
                  <a:lnTo>
                    <a:pt x="6217" y="11405"/>
                  </a:lnTo>
                  <a:cubicBezTo>
                    <a:pt x="6241" y="11602"/>
                    <a:pt x="6092" y="11775"/>
                    <a:pt x="5895" y="11775"/>
                  </a:cubicBezTo>
                  <a:lnTo>
                    <a:pt x="4064" y="11775"/>
                  </a:lnTo>
                  <a:cubicBezTo>
                    <a:pt x="3791" y="11775"/>
                    <a:pt x="3791" y="12183"/>
                    <a:pt x="4064" y="12183"/>
                  </a:cubicBezTo>
                  <a:lnTo>
                    <a:pt x="5895" y="12183"/>
                  </a:lnTo>
                  <a:cubicBezTo>
                    <a:pt x="5897" y="12183"/>
                    <a:pt x="5900" y="12183"/>
                    <a:pt x="5903" y="12183"/>
                  </a:cubicBezTo>
                  <a:cubicBezTo>
                    <a:pt x="6346" y="12183"/>
                    <a:pt x="6687" y="11792"/>
                    <a:pt x="6630" y="11347"/>
                  </a:cubicBezTo>
                  <a:lnTo>
                    <a:pt x="6610" y="11299"/>
                  </a:lnTo>
                  <a:cubicBezTo>
                    <a:pt x="6178" y="8081"/>
                    <a:pt x="5770" y="5045"/>
                    <a:pt x="3776" y="3723"/>
                  </a:cubicBezTo>
                  <a:cubicBezTo>
                    <a:pt x="3518" y="3550"/>
                    <a:pt x="3214" y="3454"/>
                    <a:pt x="2905" y="3454"/>
                  </a:cubicBezTo>
                  <a:cubicBezTo>
                    <a:pt x="2898" y="3454"/>
                    <a:pt x="2890" y="3454"/>
                    <a:pt x="2883" y="3454"/>
                  </a:cubicBezTo>
                  <a:cubicBezTo>
                    <a:pt x="2061" y="3454"/>
                    <a:pt x="788" y="4079"/>
                    <a:pt x="721" y="4939"/>
                  </a:cubicBezTo>
                  <a:lnTo>
                    <a:pt x="677" y="5487"/>
                  </a:lnTo>
                  <a:cubicBezTo>
                    <a:pt x="524" y="5266"/>
                    <a:pt x="413" y="5112"/>
                    <a:pt x="413" y="4843"/>
                  </a:cubicBezTo>
                  <a:lnTo>
                    <a:pt x="413" y="202"/>
                  </a:lnTo>
                  <a:cubicBezTo>
                    <a:pt x="413" y="68"/>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86"/>
            <p:cNvSpPr/>
            <p:nvPr/>
          </p:nvSpPr>
          <p:spPr>
            <a:xfrm>
              <a:off x="6184800" y="1540928"/>
              <a:ext cx="174071" cy="319082"/>
            </a:xfrm>
            <a:custGeom>
              <a:rect b="b" l="l" r="r" t="t"/>
              <a:pathLst>
                <a:path extrusionOk="0" h="12188" w="6649">
                  <a:moveTo>
                    <a:pt x="6445" y="1"/>
                  </a:moveTo>
                  <a:cubicBezTo>
                    <a:pt x="6343" y="1"/>
                    <a:pt x="6240" y="69"/>
                    <a:pt x="6240" y="206"/>
                  </a:cubicBezTo>
                  <a:lnTo>
                    <a:pt x="6240" y="4847"/>
                  </a:lnTo>
                  <a:cubicBezTo>
                    <a:pt x="6240" y="5178"/>
                    <a:pt x="6053" y="5351"/>
                    <a:pt x="6000" y="5428"/>
                  </a:cubicBezTo>
                  <a:lnTo>
                    <a:pt x="5957" y="4938"/>
                  </a:lnTo>
                  <a:cubicBezTo>
                    <a:pt x="5885" y="4073"/>
                    <a:pt x="4612" y="3453"/>
                    <a:pt x="3795" y="3453"/>
                  </a:cubicBezTo>
                  <a:cubicBezTo>
                    <a:pt x="3478" y="3453"/>
                    <a:pt x="3166" y="3545"/>
                    <a:pt x="2902" y="3722"/>
                  </a:cubicBezTo>
                  <a:cubicBezTo>
                    <a:pt x="783" y="5125"/>
                    <a:pt x="428" y="8599"/>
                    <a:pt x="62" y="11346"/>
                  </a:cubicBezTo>
                  <a:cubicBezTo>
                    <a:pt x="0" y="11793"/>
                    <a:pt x="346" y="12187"/>
                    <a:pt x="793" y="12187"/>
                  </a:cubicBezTo>
                  <a:lnTo>
                    <a:pt x="2426" y="12187"/>
                  </a:lnTo>
                  <a:cubicBezTo>
                    <a:pt x="2700" y="12187"/>
                    <a:pt x="2700" y="11779"/>
                    <a:pt x="2426" y="11779"/>
                  </a:cubicBezTo>
                  <a:lnTo>
                    <a:pt x="793" y="11779"/>
                  </a:lnTo>
                  <a:cubicBezTo>
                    <a:pt x="701" y="11779"/>
                    <a:pt x="610" y="11740"/>
                    <a:pt x="548" y="11668"/>
                  </a:cubicBezTo>
                  <a:cubicBezTo>
                    <a:pt x="476" y="11582"/>
                    <a:pt x="452" y="11467"/>
                    <a:pt x="480" y="11361"/>
                  </a:cubicBezTo>
                  <a:cubicBezTo>
                    <a:pt x="889" y="8229"/>
                    <a:pt x="1287" y="5284"/>
                    <a:pt x="3127" y="4059"/>
                  </a:cubicBezTo>
                  <a:cubicBezTo>
                    <a:pt x="3324" y="3929"/>
                    <a:pt x="3555" y="3862"/>
                    <a:pt x="3790" y="3862"/>
                  </a:cubicBezTo>
                  <a:cubicBezTo>
                    <a:pt x="4434" y="3862"/>
                    <a:pt x="5496" y="4371"/>
                    <a:pt x="5544" y="4972"/>
                  </a:cubicBezTo>
                  <a:lnTo>
                    <a:pt x="5626" y="5928"/>
                  </a:lnTo>
                  <a:cubicBezTo>
                    <a:pt x="5553" y="6009"/>
                    <a:pt x="5481" y="6072"/>
                    <a:pt x="5405" y="6144"/>
                  </a:cubicBezTo>
                  <a:cubicBezTo>
                    <a:pt x="5227" y="6312"/>
                    <a:pt x="5304" y="6273"/>
                    <a:pt x="4982" y="6480"/>
                  </a:cubicBezTo>
                  <a:cubicBezTo>
                    <a:pt x="4929" y="6514"/>
                    <a:pt x="4876" y="6557"/>
                    <a:pt x="4818" y="6590"/>
                  </a:cubicBezTo>
                  <a:cubicBezTo>
                    <a:pt x="4487" y="6552"/>
                    <a:pt x="4218" y="6312"/>
                    <a:pt x="4141" y="5990"/>
                  </a:cubicBezTo>
                  <a:cubicBezTo>
                    <a:pt x="4117" y="5898"/>
                    <a:pt x="4033" y="5839"/>
                    <a:pt x="3944" y="5839"/>
                  </a:cubicBezTo>
                  <a:cubicBezTo>
                    <a:pt x="3926" y="5839"/>
                    <a:pt x="3909" y="5841"/>
                    <a:pt x="3891" y="5846"/>
                  </a:cubicBezTo>
                  <a:cubicBezTo>
                    <a:pt x="3776" y="5875"/>
                    <a:pt x="3714" y="5985"/>
                    <a:pt x="3742" y="6096"/>
                  </a:cubicBezTo>
                  <a:cubicBezTo>
                    <a:pt x="3814" y="6379"/>
                    <a:pt x="3983" y="6624"/>
                    <a:pt x="4218" y="6792"/>
                  </a:cubicBezTo>
                  <a:cubicBezTo>
                    <a:pt x="4127" y="6811"/>
                    <a:pt x="4035" y="6826"/>
                    <a:pt x="3939" y="6831"/>
                  </a:cubicBezTo>
                  <a:cubicBezTo>
                    <a:pt x="3757" y="6831"/>
                    <a:pt x="3665" y="7056"/>
                    <a:pt x="3800" y="7181"/>
                  </a:cubicBezTo>
                  <a:cubicBezTo>
                    <a:pt x="3810" y="7196"/>
                    <a:pt x="3834" y="7196"/>
                    <a:pt x="3848" y="7201"/>
                  </a:cubicBezTo>
                  <a:cubicBezTo>
                    <a:pt x="3877" y="7225"/>
                    <a:pt x="3911" y="7234"/>
                    <a:pt x="3944" y="7239"/>
                  </a:cubicBezTo>
                  <a:cubicBezTo>
                    <a:pt x="4247" y="7234"/>
                    <a:pt x="4737" y="7100"/>
                    <a:pt x="4996" y="6960"/>
                  </a:cubicBezTo>
                  <a:cubicBezTo>
                    <a:pt x="5616" y="6629"/>
                    <a:pt x="6135" y="6019"/>
                    <a:pt x="6466" y="5481"/>
                  </a:cubicBezTo>
                  <a:cubicBezTo>
                    <a:pt x="6586" y="5289"/>
                    <a:pt x="6649" y="5068"/>
                    <a:pt x="6649" y="4842"/>
                  </a:cubicBezTo>
                  <a:lnTo>
                    <a:pt x="6649" y="206"/>
                  </a:lnTo>
                  <a:cubicBezTo>
                    <a:pt x="6649" y="69"/>
                    <a:pt x="6547" y="1"/>
                    <a:pt x="64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0" name="Google Shape;13890;p86"/>
          <p:cNvGrpSpPr/>
          <p:nvPr/>
        </p:nvGrpSpPr>
        <p:grpSpPr>
          <a:xfrm>
            <a:off x="7060102" y="1516371"/>
            <a:ext cx="370709" cy="367829"/>
            <a:chOff x="7060102" y="1516371"/>
            <a:chExt cx="370709" cy="367829"/>
          </a:xfrm>
        </p:grpSpPr>
        <p:sp>
          <p:nvSpPr>
            <p:cNvPr id="13891" name="Google Shape;13891;p86"/>
            <p:cNvSpPr/>
            <p:nvPr/>
          </p:nvSpPr>
          <p:spPr>
            <a:xfrm>
              <a:off x="7066699" y="1521790"/>
              <a:ext cx="356833" cy="357069"/>
            </a:xfrm>
            <a:custGeom>
              <a:rect b="b" l="l" r="r" t="t"/>
              <a:pathLst>
                <a:path extrusionOk="0" h="13639" w="13630">
                  <a:moveTo>
                    <a:pt x="6894" y="0"/>
                  </a:moveTo>
                  <a:cubicBezTo>
                    <a:pt x="6783" y="149"/>
                    <a:pt x="6682" y="308"/>
                    <a:pt x="6577" y="485"/>
                  </a:cubicBezTo>
                  <a:cubicBezTo>
                    <a:pt x="6039" y="1403"/>
                    <a:pt x="5477" y="2902"/>
                    <a:pt x="5678" y="4982"/>
                  </a:cubicBezTo>
                  <a:cubicBezTo>
                    <a:pt x="4429" y="5847"/>
                    <a:pt x="3300" y="6870"/>
                    <a:pt x="2316" y="8023"/>
                  </a:cubicBezTo>
                  <a:cubicBezTo>
                    <a:pt x="1427" y="9061"/>
                    <a:pt x="649" y="10189"/>
                    <a:pt x="0" y="11386"/>
                  </a:cubicBezTo>
                  <a:lnTo>
                    <a:pt x="2239" y="13639"/>
                  </a:lnTo>
                  <a:cubicBezTo>
                    <a:pt x="2873" y="12289"/>
                    <a:pt x="3690" y="11035"/>
                    <a:pt x="4670" y="9911"/>
                  </a:cubicBezTo>
                  <a:cubicBezTo>
                    <a:pt x="6197" y="8153"/>
                    <a:pt x="7711" y="6976"/>
                    <a:pt x="9723" y="6178"/>
                  </a:cubicBezTo>
                  <a:lnTo>
                    <a:pt x="10545" y="5866"/>
                  </a:lnTo>
                  <a:cubicBezTo>
                    <a:pt x="11544" y="5525"/>
                    <a:pt x="12577" y="5294"/>
                    <a:pt x="13629" y="5184"/>
                  </a:cubicBezTo>
                  <a:lnTo>
                    <a:pt x="13629" y="2162"/>
                  </a:lnTo>
                  <a:cubicBezTo>
                    <a:pt x="13581" y="2162"/>
                    <a:pt x="13533" y="2162"/>
                    <a:pt x="13485" y="2167"/>
                  </a:cubicBezTo>
                  <a:cubicBezTo>
                    <a:pt x="11847" y="2320"/>
                    <a:pt x="10237" y="2714"/>
                    <a:pt x="8710" y="3334"/>
                  </a:cubicBezTo>
                  <a:cubicBezTo>
                    <a:pt x="8950" y="1898"/>
                    <a:pt x="10041" y="500"/>
                    <a:pt x="10790"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86"/>
            <p:cNvSpPr/>
            <p:nvPr/>
          </p:nvSpPr>
          <p:spPr>
            <a:xfrm>
              <a:off x="7121180" y="1786156"/>
              <a:ext cx="22515" cy="19216"/>
            </a:xfrm>
            <a:custGeom>
              <a:rect b="b" l="l" r="r" t="t"/>
              <a:pathLst>
                <a:path extrusionOk="0" h="734" w="860">
                  <a:moveTo>
                    <a:pt x="488" y="0"/>
                  </a:moveTo>
                  <a:cubicBezTo>
                    <a:pt x="161" y="0"/>
                    <a:pt x="1" y="396"/>
                    <a:pt x="230" y="625"/>
                  </a:cubicBezTo>
                  <a:cubicBezTo>
                    <a:pt x="305" y="700"/>
                    <a:pt x="398" y="734"/>
                    <a:pt x="489" y="734"/>
                  </a:cubicBezTo>
                  <a:cubicBezTo>
                    <a:pt x="676" y="734"/>
                    <a:pt x="856" y="590"/>
                    <a:pt x="859" y="370"/>
                  </a:cubicBezTo>
                  <a:cubicBezTo>
                    <a:pt x="859" y="164"/>
                    <a:pt x="696" y="0"/>
                    <a:pt x="494" y="0"/>
                  </a:cubicBezTo>
                  <a:cubicBezTo>
                    <a:pt x="492" y="0"/>
                    <a:pt x="490" y="0"/>
                    <a:pt x="48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86"/>
            <p:cNvSpPr/>
            <p:nvPr/>
          </p:nvSpPr>
          <p:spPr>
            <a:xfrm>
              <a:off x="7256347" y="1559123"/>
              <a:ext cx="22672" cy="19347"/>
            </a:xfrm>
            <a:custGeom>
              <a:rect b="b" l="l" r="r" t="t"/>
              <a:pathLst>
                <a:path extrusionOk="0" h="739" w="866">
                  <a:moveTo>
                    <a:pt x="495" y="1"/>
                  </a:moveTo>
                  <a:cubicBezTo>
                    <a:pt x="164" y="1"/>
                    <a:pt x="1" y="400"/>
                    <a:pt x="236" y="630"/>
                  </a:cubicBezTo>
                  <a:cubicBezTo>
                    <a:pt x="310" y="705"/>
                    <a:pt x="402" y="738"/>
                    <a:pt x="492" y="738"/>
                  </a:cubicBezTo>
                  <a:cubicBezTo>
                    <a:pt x="680" y="738"/>
                    <a:pt x="860" y="592"/>
                    <a:pt x="860" y="371"/>
                  </a:cubicBezTo>
                  <a:cubicBezTo>
                    <a:pt x="865" y="164"/>
                    <a:pt x="697" y="1"/>
                    <a:pt x="49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86"/>
            <p:cNvSpPr/>
            <p:nvPr/>
          </p:nvSpPr>
          <p:spPr>
            <a:xfrm>
              <a:off x="7299623" y="1651198"/>
              <a:ext cx="22646" cy="19321"/>
            </a:xfrm>
            <a:custGeom>
              <a:rect b="b" l="l" r="r" t="t"/>
              <a:pathLst>
                <a:path extrusionOk="0" h="738" w="865">
                  <a:moveTo>
                    <a:pt x="499" y="0"/>
                  </a:moveTo>
                  <a:cubicBezTo>
                    <a:pt x="496" y="0"/>
                    <a:pt x="493" y="0"/>
                    <a:pt x="490" y="0"/>
                  </a:cubicBezTo>
                  <a:cubicBezTo>
                    <a:pt x="163" y="0"/>
                    <a:pt x="0" y="399"/>
                    <a:pt x="231" y="630"/>
                  </a:cubicBezTo>
                  <a:cubicBezTo>
                    <a:pt x="305" y="704"/>
                    <a:pt x="397" y="738"/>
                    <a:pt x="488" y="738"/>
                  </a:cubicBezTo>
                  <a:cubicBezTo>
                    <a:pt x="677" y="738"/>
                    <a:pt x="860" y="591"/>
                    <a:pt x="860" y="370"/>
                  </a:cubicBezTo>
                  <a:cubicBezTo>
                    <a:pt x="865" y="167"/>
                    <a:pt x="701" y="0"/>
                    <a:pt x="49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86"/>
            <p:cNvSpPr/>
            <p:nvPr/>
          </p:nvSpPr>
          <p:spPr>
            <a:xfrm>
              <a:off x="7236738" y="1632715"/>
              <a:ext cx="22646" cy="19321"/>
            </a:xfrm>
            <a:custGeom>
              <a:rect b="b" l="l" r="r" t="t"/>
              <a:pathLst>
                <a:path extrusionOk="0" h="738" w="865">
                  <a:moveTo>
                    <a:pt x="495" y="0"/>
                  </a:moveTo>
                  <a:cubicBezTo>
                    <a:pt x="168" y="0"/>
                    <a:pt x="0" y="394"/>
                    <a:pt x="236" y="630"/>
                  </a:cubicBezTo>
                  <a:cubicBezTo>
                    <a:pt x="310" y="704"/>
                    <a:pt x="402" y="737"/>
                    <a:pt x="492" y="737"/>
                  </a:cubicBezTo>
                  <a:cubicBezTo>
                    <a:pt x="682" y="737"/>
                    <a:pt x="865" y="590"/>
                    <a:pt x="865" y="365"/>
                  </a:cubicBezTo>
                  <a:cubicBezTo>
                    <a:pt x="860" y="164"/>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86"/>
            <p:cNvSpPr/>
            <p:nvPr/>
          </p:nvSpPr>
          <p:spPr>
            <a:xfrm>
              <a:off x="7209825" y="1707799"/>
              <a:ext cx="22515" cy="19321"/>
            </a:xfrm>
            <a:custGeom>
              <a:rect b="b" l="l" r="r" t="t"/>
              <a:pathLst>
                <a:path extrusionOk="0" h="738" w="860">
                  <a:moveTo>
                    <a:pt x="495" y="0"/>
                  </a:moveTo>
                  <a:cubicBezTo>
                    <a:pt x="163" y="0"/>
                    <a:pt x="0" y="394"/>
                    <a:pt x="231" y="630"/>
                  </a:cubicBezTo>
                  <a:cubicBezTo>
                    <a:pt x="307" y="704"/>
                    <a:pt x="399" y="737"/>
                    <a:pt x="489" y="737"/>
                  </a:cubicBezTo>
                  <a:cubicBezTo>
                    <a:pt x="679" y="737"/>
                    <a:pt x="860" y="590"/>
                    <a:pt x="860" y="365"/>
                  </a:cubicBezTo>
                  <a:cubicBezTo>
                    <a:pt x="860" y="164"/>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86"/>
            <p:cNvSpPr/>
            <p:nvPr/>
          </p:nvSpPr>
          <p:spPr>
            <a:xfrm>
              <a:off x="7374812" y="1606928"/>
              <a:ext cx="22541" cy="19321"/>
            </a:xfrm>
            <a:custGeom>
              <a:rect b="b" l="l" r="r" t="t"/>
              <a:pathLst>
                <a:path extrusionOk="0" h="738" w="861">
                  <a:moveTo>
                    <a:pt x="496" y="0"/>
                  </a:moveTo>
                  <a:cubicBezTo>
                    <a:pt x="164" y="0"/>
                    <a:pt x="1" y="399"/>
                    <a:pt x="232" y="630"/>
                  </a:cubicBezTo>
                  <a:cubicBezTo>
                    <a:pt x="308" y="704"/>
                    <a:pt x="400" y="738"/>
                    <a:pt x="491" y="738"/>
                  </a:cubicBezTo>
                  <a:cubicBezTo>
                    <a:pt x="680" y="738"/>
                    <a:pt x="861" y="591"/>
                    <a:pt x="861" y="370"/>
                  </a:cubicBezTo>
                  <a:cubicBezTo>
                    <a:pt x="861" y="169"/>
                    <a:pt x="698" y="0"/>
                    <a:pt x="49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86"/>
            <p:cNvSpPr/>
            <p:nvPr/>
          </p:nvSpPr>
          <p:spPr>
            <a:xfrm>
              <a:off x="7089580" y="1805529"/>
              <a:ext cx="22672" cy="19321"/>
            </a:xfrm>
            <a:custGeom>
              <a:rect b="b" l="l" r="r" t="t"/>
              <a:pathLst>
                <a:path extrusionOk="0" h="738" w="866">
                  <a:moveTo>
                    <a:pt x="495" y="0"/>
                  </a:moveTo>
                  <a:cubicBezTo>
                    <a:pt x="169" y="0"/>
                    <a:pt x="0" y="399"/>
                    <a:pt x="236" y="629"/>
                  </a:cubicBezTo>
                  <a:cubicBezTo>
                    <a:pt x="310" y="704"/>
                    <a:pt x="402" y="737"/>
                    <a:pt x="493" y="737"/>
                  </a:cubicBezTo>
                  <a:cubicBezTo>
                    <a:pt x="682" y="737"/>
                    <a:pt x="865" y="591"/>
                    <a:pt x="865" y="370"/>
                  </a:cubicBezTo>
                  <a:cubicBezTo>
                    <a:pt x="860" y="163"/>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86"/>
            <p:cNvSpPr/>
            <p:nvPr/>
          </p:nvSpPr>
          <p:spPr>
            <a:xfrm>
              <a:off x="7108954" y="1835819"/>
              <a:ext cx="22646" cy="19295"/>
            </a:xfrm>
            <a:custGeom>
              <a:rect b="b" l="l" r="r" t="t"/>
              <a:pathLst>
                <a:path extrusionOk="0" h="737" w="865">
                  <a:moveTo>
                    <a:pt x="504" y="1"/>
                  </a:moveTo>
                  <a:cubicBezTo>
                    <a:pt x="501" y="1"/>
                    <a:pt x="498" y="1"/>
                    <a:pt x="495" y="1"/>
                  </a:cubicBezTo>
                  <a:cubicBezTo>
                    <a:pt x="168" y="1"/>
                    <a:pt x="0" y="395"/>
                    <a:pt x="236" y="625"/>
                  </a:cubicBezTo>
                  <a:cubicBezTo>
                    <a:pt x="311" y="702"/>
                    <a:pt x="404" y="736"/>
                    <a:pt x="495" y="736"/>
                  </a:cubicBezTo>
                  <a:cubicBezTo>
                    <a:pt x="684" y="736"/>
                    <a:pt x="865" y="589"/>
                    <a:pt x="865" y="366"/>
                  </a:cubicBezTo>
                  <a:cubicBezTo>
                    <a:pt x="865" y="167"/>
                    <a:pt x="706" y="1"/>
                    <a:pt x="50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86"/>
            <p:cNvSpPr/>
            <p:nvPr/>
          </p:nvSpPr>
          <p:spPr>
            <a:xfrm>
              <a:off x="7109949" y="1578261"/>
              <a:ext cx="313689" cy="300599"/>
            </a:xfrm>
            <a:custGeom>
              <a:rect b="b" l="l" r="r" t="t"/>
              <a:pathLst>
                <a:path extrusionOk="0" h="11482" w="11982">
                  <a:moveTo>
                    <a:pt x="11982" y="0"/>
                  </a:moveTo>
                  <a:cubicBezTo>
                    <a:pt x="11934" y="5"/>
                    <a:pt x="11881" y="5"/>
                    <a:pt x="11838" y="15"/>
                  </a:cubicBezTo>
                  <a:cubicBezTo>
                    <a:pt x="11689" y="24"/>
                    <a:pt x="11540" y="43"/>
                    <a:pt x="11396" y="63"/>
                  </a:cubicBezTo>
                  <a:lnTo>
                    <a:pt x="11396" y="1595"/>
                  </a:lnTo>
                  <a:cubicBezTo>
                    <a:pt x="11396" y="2071"/>
                    <a:pt x="11055" y="2469"/>
                    <a:pt x="10589" y="2546"/>
                  </a:cubicBezTo>
                  <a:cubicBezTo>
                    <a:pt x="9815" y="2671"/>
                    <a:pt x="9051" y="2863"/>
                    <a:pt x="8307" y="3118"/>
                  </a:cubicBezTo>
                  <a:lnTo>
                    <a:pt x="7485" y="3435"/>
                  </a:lnTo>
                  <a:cubicBezTo>
                    <a:pt x="5472" y="4232"/>
                    <a:pt x="3959" y="5405"/>
                    <a:pt x="2431" y="7168"/>
                  </a:cubicBezTo>
                  <a:cubicBezTo>
                    <a:pt x="1451" y="8292"/>
                    <a:pt x="635" y="9546"/>
                    <a:pt x="1" y="10896"/>
                  </a:cubicBezTo>
                  <a:lnTo>
                    <a:pt x="592" y="11482"/>
                  </a:lnTo>
                  <a:cubicBezTo>
                    <a:pt x="1226" y="10137"/>
                    <a:pt x="2042" y="8878"/>
                    <a:pt x="3018" y="7754"/>
                  </a:cubicBezTo>
                  <a:cubicBezTo>
                    <a:pt x="4550" y="5996"/>
                    <a:pt x="6063" y="4819"/>
                    <a:pt x="8076" y="4026"/>
                  </a:cubicBezTo>
                  <a:lnTo>
                    <a:pt x="8893" y="3709"/>
                  </a:lnTo>
                  <a:cubicBezTo>
                    <a:pt x="9892" y="3368"/>
                    <a:pt x="10930" y="3137"/>
                    <a:pt x="11982" y="3031"/>
                  </a:cubicBezTo>
                  <a:lnTo>
                    <a:pt x="11982"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86"/>
            <p:cNvSpPr/>
            <p:nvPr/>
          </p:nvSpPr>
          <p:spPr>
            <a:xfrm>
              <a:off x="7098010" y="1662141"/>
              <a:ext cx="105165" cy="110113"/>
            </a:xfrm>
            <a:custGeom>
              <a:rect b="b" l="l" r="r" t="t"/>
              <a:pathLst>
                <a:path extrusionOk="0" h="4206" w="4017">
                  <a:moveTo>
                    <a:pt x="3959" y="0"/>
                  </a:moveTo>
                  <a:cubicBezTo>
                    <a:pt x="2912" y="783"/>
                    <a:pt x="1960" y="1677"/>
                    <a:pt x="1110" y="2667"/>
                  </a:cubicBezTo>
                  <a:cubicBezTo>
                    <a:pt x="697" y="3157"/>
                    <a:pt x="327" y="3632"/>
                    <a:pt x="0" y="4103"/>
                  </a:cubicBezTo>
                  <a:cubicBezTo>
                    <a:pt x="20" y="4102"/>
                    <a:pt x="38" y="4102"/>
                    <a:pt x="56" y="4102"/>
                  </a:cubicBezTo>
                  <a:cubicBezTo>
                    <a:pt x="340" y="4102"/>
                    <a:pt x="362" y="4206"/>
                    <a:pt x="552" y="4206"/>
                  </a:cubicBezTo>
                  <a:cubicBezTo>
                    <a:pt x="620" y="4206"/>
                    <a:pt x="710" y="4192"/>
                    <a:pt x="841" y="4156"/>
                  </a:cubicBezTo>
                  <a:cubicBezTo>
                    <a:pt x="1100" y="4084"/>
                    <a:pt x="1307" y="3772"/>
                    <a:pt x="1610" y="3623"/>
                  </a:cubicBezTo>
                  <a:cubicBezTo>
                    <a:pt x="1859" y="3498"/>
                    <a:pt x="2239" y="3517"/>
                    <a:pt x="2489" y="3315"/>
                  </a:cubicBezTo>
                  <a:cubicBezTo>
                    <a:pt x="2710" y="3133"/>
                    <a:pt x="2767" y="2768"/>
                    <a:pt x="2960" y="2513"/>
                  </a:cubicBezTo>
                  <a:cubicBezTo>
                    <a:pt x="3132" y="2282"/>
                    <a:pt x="3474" y="2138"/>
                    <a:pt x="3603" y="1840"/>
                  </a:cubicBezTo>
                  <a:cubicBezTo>
                    <a:pt x="3723" y="1581"/>
                    <a:pt x="3608" y="1230"/>
                    <a:pt x="3675" y="913"/>
                  </a:cubicBezTo>
                  <a:cubicBezTo>
                    <a:pt x="3738" y="635"/>
                    <a:pt x="3997" y="366"/>
                    <a:pt x="4016" y="44"/>
                  </a:cubicBezTo>
                  <a:lnTo>
                    <a:pt x="3959"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86"/>
            <p:cNvSpPr/>
            <p:nvPr/>
          </p:nvSpPr>
          <p:spPr>
            <a:xfrm>
              <a:off x="7098010" y="1662141"/>
              <a:ext cx="105165" cy="110035"/>
            </a:xfrm>
            <a:custGeom>
              <a:rect b="b" l="l" r="r" t="t"/>
              <a:pathLst>
                <a:path extrusionOk="0" h="4203" w="4017">
                  <a:moveTo>
                    <a:pt x="3954" y="0"/>
                  </a:moveTo>
                  <a:cubicBezTo>
                    <a:pt x="3714" y="183"/>
                    <a:pt x="3478" y="366"/>
                    <a:pt x="3248" y="558"/>
                  </a:cubicBezTo>
                  <a:cubicBezTo>
                    <a:pt x="3205" y="860"/>
                    <a:pt x="3296" y="1182"/>
                    <a:pt x="3190" y="1422"/>
                  </a:cubicBezTo>
                  <a:cubicBezTo>
                    <a:pt x="3056" y="1720"/>
                    <a:pt x="2715" y="1864"/>
                    <a:pt x="2542" y="2090"/>
                  </a:cubicBezTo>
                  <a:cubicBezTo>
                    <a:pt x="2349" y="2345"/>
                    <a:pt x="2297" y="2710"/>
                    <a:pt x="2071" y="2892"/>
                  </a:cubicBezTo>
                  <a:cubicBezTo>
                    <a:pt x="1821" y="3099"/>
                    <a:pt x="1446" y="3075"/>
                    <a:pt x="1192" y="3200"/>
                  </a:cubicBezTo>
                  <a:cubicBezTo>
                    <a:pt x="894" y="3354"/>
                    <a:pt x="687" y="3661"/>
                    <a:pt x="428" y="3733"/>
                  </a:cubicBezTo>
                  <a:cubicBezTo>
                    <a:pt x="361" y="3752"/>
                    <a:pt x="298" y="3767"/>
                    <a:pt x="231" y="3776"/>
                  </a:cubicBezTo>
                  <a:cubicBezTo>
                    <a:pt x="154" y="3882"/>
                    <a:pt x="72" y="3993"/>
                    <a:pt x="0" y="4098"/>
                  </a:cubicBezTo>
                  <a:cubicBezTo>
                    <a:pt x="20" y="4097"/>
                    <a:pt x="38" y="4097"/>
                    <a:pt x="55" y="4097"/>
                  </a:cubicBezTo>
                  <a:cubicBezTo>
                    <a:pt x="343" y="4097"/>
                    <a:pt x="366" y="4203"/>
                    <a:pt x="555" y="4203"/>
                  </a:cubicBezTo>
                  <a:cubicBezTo>
                    <a:pt x="623" y="4203"/>
                    <a:pt x="714" y="4189"/>
                    <a:pt x="846" y="4151"/>
                  </a:cubicBezTo>
                  <a:cubicBezTo>
                    <a:pt x="1100" y="4079"/>
                    <a:pt x="1312" y="3772"/>
                    <a:pt x="1610" y="3618"/>
                  </a:cubicBezTo>
                  <a:cubicBezTo>
                    <a:pt x="1864" y="3493"/>
                    <a:pt x="2244" y="3512"/>
                    <a:pt x="2489" y="3310"/>
                  </a:cubicBezTo>
                  <a:cubicBezTo>
                    <a:pt x="2715" y="3133"/>
                    <a:pt x="2767" y="2763"/>
                    <a:pt x="2960" y="2508"/>
                  </a:cubicBezTo>
                  <a:cubicBezTo>
                    <a:pt x="3132" y="2282"/>
                    <a:pt x="3478" y="2133"/>
                    <a:pt x="3608" y="1840"/>
                  </a:cubicBezTo>
                  <a:cubicBezTo>
                    <a:pt x="3723" y="1581"/>
                    <a:pt x="3608" y="1230"/>
                    <a:pt x="3680" y="913"/>
                  </a:cubicBezTo>
                  <a:cubicBezTo>
                    <a:pt x="3738" y="635"/>
                    <a:pt x="3997" y="366"/>
                    <a:pt x="4016" y="44"/>
                  </a:cubicBezTo>
                  <a:lnTo>
                    <a:pt x="3954"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86"/>
            <p:cNvSpPr/>
            <p:nvPr/>
          </p:nvSpPr>
          <p:spPr>
            <a:xfrm>
              <a:off x="7116624" y="1783014"/>
              <a:ext cx="22541" cy="19242"/>
            </a:xfrm>
            <a:custGeom>
              <a:rect b="b" l="l" r="r" t="t"/>
              <a:pathLst>
                <a:path extrusionOk="0" h="735" w="861">
                  <a:moveTo>
                    <a:pt x="490" y="0"/>
                  </a:moveTo>
                  <a:cubicBezTo>
                    <a:pt x="164" y="0"/>
                    <a:pt x="0" y="394"/>
                    <a:pt x="231" y="625"/>
                  </a:cubicBezTo>
                  <a:cubicBezTo>
                    <a:pt x="305" y="701"/>
                    <a:pt x="398" y="735"/>
                    <a:pt x="488" y="735"/>
                  </a:cubicBezTo>
                  <a:cubicBezTo>
                    <a:pt x="678" y="735"/>
                    <a:pt x="860" y="586"/>
                    <a:pt x="860" y="365"/>
                  </a:cubicBezTo>
                  <a:cubicBezTo>
                    <a:pt x="860" y="163"/>
                    <a:pt x="697" y="0"/>
                    <a:pt x="49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86"/>
            <p:cNvSpPr/>
            <p:nvPr/>
          </p:nvSpPr>
          <p:spPr>
            <a:xfrm>
              <a:off x="7251949" y="1555877"/>
              <a:ext cx="22541" cy="19321"/>
            </a:xfrm>
            <a:custGeom>
              <a:rect b="b" l="l" r="r" t="t"/>
              <a:pathLst>
                <a:path extrusionOk="0" h="738" w="861">
                  <a:moveTo>
                    <a:pt x="490" y="0"/>
                  </a:moveTo>
                  <a:cubicBezTo>
                    <a:pt x="164" y="0"/>
                    <a:pt x="0" y="394"/>
                    <a:pt x="231" y="629"/>
                  </a:cubicBezTo>
                  <a:cubicBezTo>
                    <a:pt x="306" y="704"/>
                    <a:pt x="398" y="737"/>
                    <a:pt x="488" y="737"/>
                  </a:cubicBezTo>
                  <a:cubicBezTo>
                    <a:pt x="678" y="737"/>
                    <a:pt x="860" y="591"/>
                    <a:pt x="860" y="370"/>
                  </a:cubicBezTo>
                  <a:cubicBezTo>
                    <a:pt x="860" y="163"/>
                    <a:pt x="697" y="0"/>
                    <a:pt x="49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86"/>
            <p:cNvSpPr/>
            <p:nvPr/>
          </p:nvSpPr>
          <p:spPr>
            <a:xfrm>
              <a:off x="7295093" y="1648056"/>
              <a:ext cx="22646" cy="19268"/>
            </a:xfrm>
            <a:custGeom>
              <a:rect b="b" l="l" r="r" t="t"/>
              <a:pathLst>
                <a:path extrusionOk="0" h="736" w="865">
                  <a:moveTo>
                    <a:pt x="503" y="0"/>
                  </a:moveTo>
                  <a:cubicBezTo>
                    <a:pt x="501" y="0"/>
                    <a:pt x="498" y="0"/>
                    <a:pt x="495" y="0"/>
                  </a:cubicBezTo>
                  <a:cubicBezTo>
                    <a:pt x="168" y="0"/>
                    <a:pt x="0" y="394"/>
                    <a:pt x="236" y="625"/>
                  </a:cubicBezTo>
                  <a:cubicBezTo>
                    <a:pt x="311" y="702"/>
                    <a:pt x="404" y="736"/>
                    <a:pt x="495" y="736"/>
                  </a:cubicBezTo>
                  <a:cubicBezTo>
                    <a:pt x="684" y="736"/>
                    <a:pt x="865" y="589"/>
                    <a:pt x="865" y="365"/>
                  </a:cubicBezTo>
                  <a:cubicBezTo>
                    <a:pt x="865" y="167"/>
                    <a:pt x="701" y="0"/>
                    <a:pt x="503"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86"/>
            <p:cNvSpPr/>
            <p:nvPr/>
          </p:nvSpPr>
          <p:spPr>
            <a:xfrm>
              <a:off x="7232209" y="1629442"/>
              <a:ext cx="22646" cy="19321"/>
            </a:xfrm>
            <a:custGeom>
              <a:rect b="b" l="l" r="r" t="t"/>
              <a:pathLst>
                <a:path extrusionOk="0" h="738" w="865">
                  <a:moveTo>
                    <a:pt x="495" y="0"/>
                  </a:moveTo>
                  <a:cubicBezTo>
                    <a:pt x="164" y="0"/>
                    <a:pt x="0" y="399"/>
                    <a:pt x="236" y="630"/>
                  </a:cubicBezTo>
                  <a:cubicBezTo>
                    <a:pt x="310" y="704"/>
                    <a:pt x="402" y="738"/>
                    <a:pt x="492" y="738"/>
                  </a:cubicBezTo>
                  <a:cubicBezTo>
                    <a:pt x="680" y="738"/>
                    <a:pt x="860" y="591"/>
                    <a:pt x="860" y="370"/>
                  </a:cubicBezTo>
                  <a:cubicBezTo>
                    <a:pt x="865" y="164"/>
                    <a:pt x="697" y="0"/>
                    <a:pt x="495"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86"/>
            <p:cNvSpPr/>
            <p:nvPr/>
          </p:nvSpPr>
          <p:spPr>
            <a:xfrm>
              <a:off x="7205296" y="1704527"/>
              <a:ext cx="22646" cy="19321"/>
            </a:xfrm>
            <a:custGeom>
              <a:rect b="b" l="l" r="r" t="t"/>
              <a:pathLst>
                <a:path extrusionOk="0" h="738" w="865">
                  <a:moveTo>
                    <a:pt x="503" y="0"/>
                  </a:moveTo>
                  <a:cubicBezTo>
                    <a:pt x="501" y="0"/>
                    <a:pt x="498" y="0"/>
                    <a:pt x="495" y="0"/>
                  </a:cubicBezTo>
                  <a:cubicBezTo>
                    <a:pt x="163" y="0"/>
                    <a:pt x="0" y="399"/>
                    <a:pt x="231" y="630"/>
                  </a:cubicBezTo>
                  <a:cubicBezTo>
                    <a:pt x="307" y="704"/>
                    <a:pt x="399" y="738"/>
                    <a:pt x="490" y="738"/>
                  </a:cubicBezTo>
                  <a:cubicBezTo>
                    <a:pt x="680" y="738"/>
                    <a:pt x="860" y="591"/>
                    <a:pt x="860" y="370"/>
                  </a:cubicBezTo>
                  <a:cubicBezTo>
                    <a:pt x="865" y="167"/>
                    <a:pt x="701" y="0"/>
                    <a:pt x="503"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86"/>
            <p:cNvSpPr/>
            <p:nvPr/>
          </p:nvSpPr>
          <p:spPr>
            <a:xfrm>
              <a:off x="7370413" y="1603655"/>
              <a:ext cx="22541" cy="19321"/>
            </a:xfrm>
            <a:custGeom>
              <a:rect b="b" l="l" r="r" t="t"/>
              <a:pathLst>
                <a:path extrusionOk="0" h="738" w="861">
                  <a:moveTo>
                    <a:pt x="491" y="1"/>
                  </a:moveTo>
                  <a:cubicBezTo>
                    <a:pt x="164" y="1"/>
                    <a:pt x="1" y="399"/>
                    <a:pt x="231" y="630"/>
                  </a:cubicBezTo>
                  <a:cubicBezTo>
                    <a:pt x="306" y="704"/>
                    <a:pt x="398" y="738"/>
                    <a:pt x="489" y="738"/>
                  </a:cubicBezTo>
                  <a:cubicBezTo>
                    <a:pt x="678" y="738"/>
                    <a:pt x="861" y="592"/>
                    <a:pt x="861" y="370"/>
                  </a:cubicBezTo>
                  <a:cubicBezTo>
                    <a:pt x="861" y="164"/>
                    <a:pt x="697" y="1"/>
                    <a:pt x="4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86"/>
            <p:cNvSpPr/>
            <p:nvPr/>
          </p:nvSpPr>
          <p:spPr>
            <a:xfrm>
              <a:off x="7085051" y="1802361"/>
              <a:ext cx="22672" cy="19268"/>
            </a:xfrm>
            <a:custGeom>
              <a:rect b="b" l="l" r="r" t="t"/>
              <a:pathLst>
                <a:path extrusionOk="0" h="736" w="866">
                  <a:moveTo>
                    <a:pt x="504" y="1"/>
                  </a:moveTo>
                  <a:cubicBezTo>
                    <a:pt x="501" y="1"/>
                    <a:pt x="498" y="1"/>
                    <a:pt x="495" y="1"/>
                  </a:cubicBezTo>
                  <a:cubicBezTo>
                    <a:pt x="169" y="1"/>
                    <a:pt x="0" y="395"/>
                    <a:pt x="236" y="625"/>
                  </a:cubicBezTo>
                  <a:cubicBezTo>
                    <a:pt x="310" y="702"/>
                    <a:pt x="403" y="735"/>
                    <a:pt x="493" y="735"/>
                  </a:cubicBezTo>
                  <a:cubicBezTo>
                    <a:pt x="683" y="735"/>
                    <a:pt x="865" y="587"/>
                    <a:pt x="865" y="366"/>
                  </a:cubicBezTo>
                  <a:cubicBezTo>
                    <a:pt x="865" y="167"/>
                    <a:pt x="702" y="1"/>
                    <a:pt x="504"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86"/>
            <p:cNvSpPr/>
            <p:nvPr/>
          </p:nvSpPr>
          <p:spPr>
            <a:xfrm>
              <a:off x="7104555" y="1832547"/>
              <a:ext cx="22515" cy="19268"/>
            </a:xfrm>
            <a:custGeom>
              <a:rect b="b" l="l" r="r" t="t"/>
              <a:pathLst>
                <a:path extrusionOk="0" h="736" w="860">
                  <a:moveTo>
                    <a:pt x="495" y="1"/>
                  </a:moveTo>
                  <a:cubicBezTo>
                    <a:pt x="163" y="1"/>
                    <a:pt x="0" y="395"/>
                    <a:pt x="231" y="625"/>
                  </a:cubicBezTo>
                  <a:cubicBezTo>
                    <a:pt x="307" y="702"/>
                    <a:pt x="400" y="735"/>
                    <a:pt x="490" y="735"/>
                  </a:cubicBezTo>
                  <a:cubicBezTo>
                    <a:pt x="680" y="735"/>
                    <a:pt x="860" y="587"/>
                    <a:pt x="860" y="366"/>
                  </a:cubicBezTo>
                  <a:cubicBezTo>
                    <a:pt x="860" y="164"/>
                    <a:pt x="697" y="1"/>
                    <a:pt x="495"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86"/>
            <p:cNvSpPr/>
            <p:nvPr/>
          </p:nvSpPr>
          <p:spPr>
            <a:xfrm>
              <a:off x="7139008" y="1744661"/>
              <a:ext cx="84928" cy="95845"/>
            </a:xfrm>
            <a:custGeom>
              <a:rect b="b" l="l" r="r" t="t"/>
              <a:pathLst>
                <a:path extrusionOk="0" h="3661" w="3244">
                  <a:moveTo>
                    <a:pt x="2811" y="0"/>
                  </a:moveTo>
                  <a:cubicBezTo>
                    <a:pt x="2685" y="0"/>
                    <a:pt x="2565" y="11"/>
                    <a:pt x="2460" y="58"/>
                  </a:cubicBezTo>
                  <a:cubicBezTo>
                    <a:pt x="2167" y="187"/>
                    <a:pt x="2018" y="528"/>
                    <a:pt x="1792" y="701"/>
                  </a:cubicBezTo>
                  <a:cubicBezTo>
                    <a:pt x="1533" y="893"/>
                    <a:pt x="1168" y="951"/>
                    <a:pt x="985" y="1172"/>
                  </a:cubicBezTo>
                  <a:cubicBezTo>
                    <a:pt x="783" y="1422"/>
                    <a:pt x="807" y="1801"/>
                    <a:pt x="678" y="2051"/>
                  </a:cubicBezTo>
                  <a:cubicBezTo>
                    <a:pt x="529" y="2354"/>
                    <a:pt x="217" y="2560"/>
                    <a:pt x="144" y="2820"/>
                  </a:cubicBezTo>
                  <a:cubicBezTo>
                    <a:pt x="0" y="3334"/>
                    <a:pt x="221" y="3204"/>
                    <a:pt x="202" y="3661"/>
                  </a:cubicBezTo>
                  <a:cubicBezTo>
                    <a:pt x="202" y="3661"/>
                    <a:pt x="226" y="3656"/>
                    <a:pt x="265" y="3656"/>
                  </a:cubicBezTo>
                  <a:cubicBezTo>
                    <a:pt x="745" y="2858"/>
                    <a:pt x="1293" y="2104"/>
                    <a:pt x="1903" y="1403"/>
                  </a:cubicBezTo>
                  <a:cubicBezTo>
                    <a:pt x="2321" y="913"/>
                    <a:pt x="2768" y="451"/>
                    <a:pt x="3243" y="14"/>
                  </a:cubicBezTo>
                  <a:lnTo>
                    <a:pt x="3224" y="5"/>
                  </a:lnTo>
                  <a:cubicBezTo>
                    <a:pt x="3190" y="6"/>
                    <a:pt x="3157" y="7"/>
                    <a:pt x="3123" y="7"/>
                  </a:cubicBezTo>
                  <a:cubicBezTo>
                    <a:pt x="3018" y="7"/>
                    <a:pt x="2912" y="0"/>
                    <a:pt x="2811" y="0"/>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86"/>
            <p:cNvSpPr/>
            <p:nvPr/>
          </p:nvSpPr>
          <p:spPr>
            <a:xfrm>
              <a:off x="7288810" y="1516371"/>
              <a:ext cx="142000" cy="98227"/>
            </a:xfrm>
            <a:custGeom>
              <a:rect b="b" l="l" r="r" t="t"/>
              <a:pathLst>
                <a:path extrusionOk="0" h="3752" w="5424">
                  <a:moveTo>
                    <a:pt x="2315" y="0"/>
                  </a:moveTo>
                  <a:cubicBezTo>
                    <a:pt x="2277" y="0"/>
                    <a:pt x="2236" y="12"/>
                    <a:pt x="2195" y="39"/>
                  </a:cubicBezTo>
                  <a:cubicBezTo>
                    <a:pt x="1312" y="630"/>
                    <a:pt x="259" y="2114"/>
                    <a:pt x="24" y="3512"/>
                  </a:cubicBezTo>
                  <a:cubicBezTo>
                    <a:pt x="1" y="3641"/>
                    <a:pt x="105" y="3751"/>
                    <a:pt x="224" y="3751"/>
                  </a:cubicBezTo>
                  <a:cubicBezTo>
                    <a:pt x="252" y="3751"/>
                    <a:pt x="280" y="3746"/>
                    <a:pt x="307" y="3733"/>
                  </a:cubicBezTo>
                  <a:cubicBezTo>
                    <a:pt x="1816" y="3123"/>
                    <a:pt x="3406" y="2734"/>
                    <a:pt x="5025" y="2580"/>
                  </a:cubicBezTo>
                  <a:cubicBezTo>
                    <a:pt x="5068" y="2576"/>
                    <a:pt x="5107" y="2571"/>
                    <a:pt x="5155" y="2571"/>
                  </a:cubicBezTo>
                  <a:cubicBezTo>
                    <a:pt x="5424" y="2571"/>
                    <a:pt x="5424" y="2162"/>
                    <a:pt x="5155" y="2162"/>
                  </a:cubicBezTo>
                  <a:cubicBezTo>
                    <a:pt x="4280" y="2186"/>
                    <a:pt x="2277" y="2537"/>
                    <a:pt x="519" y="3210"/>
                  </a:cubicBezTo>
                  <a:cubicBezTo>
                    <a:pt x="860" y="1922"/>
                    <a:pt x="1826" y="784"/>
                    <a:pt x="2431" y="385"/>
                  </a:cubicBezTo>
                  <a:cubicBezTo>
                    <a:pt x="2617" y="254"/>
                    <a:pt x="2493" y="0"/>
                    <a:pt x="23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86"/>
            <p:cNvSpPr/>
            <p:nvPr/>
          </p:nvSpPr>
          <p:spPr>
            <a:xfrm>
              <a:off x="7060102" y="1516528"/>
              <a:ext cx="194308" cy="308531"/>
            </a:xfrm>
            <a:custGeom>
              <a:rect b="b" l="l" r="r" t="t"/>
              <a:pathLst>
                <a:path extrusionOk="0" h="11785" w="7422">
                  <a:moveTo>
                    <a:pt x="5056" y="6096"/>
                  </a:moveTo>
                  <a:cubicBezTo>
                    <a:pt x="4922" y="6360"/>
                    <a:pt x="4883" y="6485"/>
                    <a:pt x="4893" y="6917"/>
                  </a:cubicBezTo>
                  <a:cubicBezTo>
                    <a:pt x="4907" y="7321"/>
                    <a:pt x="4893" y="7374"/>
                    <a:pt x="4542" y="7662"/>
                  </a:cubicBezTo>
                  <a:cubicBezTo>
                    <a:pt x="4263" y="7883"/>
                    <a:pt x="4191" y="7964"/>
                    <a:pt x="4018" y="8354"/>
                  </a:cubicBezTo>
                  <a:cubicBezTo>
                    <a:pt x="3850" y="8733"/>
                    <a:pt x="3812" y="8781"/>
                    <a:pt x="3370" y="8872"/>
                  </a:cubicBezTo>
                  <a:cubicBezTo>
                    <a:pt x="3014" y="8949"/>
                    <a:pt x="2904" y="8993"/>
                    <a:pt x="2548" y="9295"/>
                  </a:cubicBezTo>
                  <a:cubicBezTo>
                    <a:pt x="2433" y="9396"/>
                    <a:pt x="2327" y="9487"/>
                    <a:pt x="2231" y="9516"/>
                  </a:cubicBezTo>
                  <a:cubicBezTo>
                    <a:pt x="2126" y="9544"/>
                    <a:pt x="2061" y="9556"/>
                    <a:pt x="2010" y="9556"/>
                  </a:cubicBezTo>
                  <a:cubicBezTo>
                    <a:pt x="1947" y="9556"/>
                    <a:pt x="1904" y="9538"/>
                    <a:pt x="1833" y="9511"/>
                  </a:cubicBezTo>
                  <a:cubicBezTo>
                    <a:pt x="2116" y="9122"/>
                    <a:pt x="2404" y="8733"/>
                    <a:pt x="2717" y="8368"/>
                  </a:cubicBezTo>
                  <a:cubicBezTo>
                    <a:pt x="3423" y="7537"/>
                    <a:pt x="4211" y="6778"/>
                    <a:pt x="5056" y="6096"/>
                  </a:cubicBezTo>
                  <a:close/>
                  <a:moveTo>
                    <a:pt x="7135" y="0"/>
                  </a:moveTo>
                  <a:cubicBezTo>
                    <a:pt x="7077" y="0"/>
                    <a:pt x="7018" y="27"/>
                    <a:pt x="6973" y="91"/>
                  </a:cubicBezTo>
                  <a:cubicBezTo>
                    <a:pt x="5950" y="1522"/>
                    <a:pt x="5556" y="3285"/>
                    <a:pt x="5709" y="5087"/>
                  </a:cubicBezTo>
                  <a:cubicBezTo>
                    <a:pt x="3327" y="6754"/>
                    <a:pt x="1405" y="9026"/>
                    <a:pt x="69" y="11495"/>
                  </a:cubicBezTo>
                  <a:cubicBezTo>
                    <a:pt x="0" y="11654"/>
                    <a:pt x="128" y="11785"/>
                    <a:pt x="261" y="11785"/>
                  </a:cubicBezTo>
                  <a:cubicBezTo>
                    <a:pt x="322" y="11785"/>
                    <a:pt x="385" y="11757"/>
                    <a:pt x="430" y="11692"/>
                  </a:cubicBezTo>
                  <a:cubicBezTo>
                    <a:pt x="771" y="11068"/>
                    <a:pt x="1146" y="10463"/>
                    <a:pt x="1559" y="9876"/>
                  </a:cubicBezTo>
                  <a:cubicBezTo>
                    <a:pt x="1738" y="9890"/>
                    <a:pt x="1805" y="9972"/>
                    <a:pt x="1997" y="9972"/>
                  </a:cubicBezTo>
                  <a:cubicBezTo>
                    <a:pt x="2082" y="9972"/>
                    <a:pt x="2191" y="9956"/>
                    <a:pt x="2347" y="9910"/>
                  </a:cubicBezTo>
                  <a:cubicBezTo>
                    <a:pt x="2659" y="9819"/>
                    <a:pt x="2875" y="9502"/>
                    <a:pt x="3149" y="9367"/>
                  </a:cubicBezTo>
                  <a:cubicBezTo>
                    <a:pt x="3245" y="9324"/>
                    <a:pt x="3351" y="9295"/>
                    <a:pt x="3456" y="9276"/>
                  </a:cubicBezTo>
                  <a:cubicBezTo>
                    <a:pt x="4047" y="9151"/>
                    <a:pt x="4182" y="9007"/>
                    <a:pt x="4398" y="8522"/>
                  </a:cubicBezTo>
                  <a:cubicBezTo>
                    <a:pt x="4537" y="8200"/>
                    <a:pt x="4571" y="8166"/>
                    <a:pt x="4801" y="7979"/>
                  </a:cubicBezTo>
                  <a:cubicBezTo>
                    <a:pt x="5277" y="7599"/>
                    <a:pt x="5325" y="7412"/>
                    <a:pt x="5306" y="6903"/>
                  </a:cubicBezTo>
                  <a:cubicBezTo>
                    <a:pt x="5296" y="6538"/>
                    <a:pt x="5311" y="6494"/>
                    <a:pt x="5460" y="6216"/>
                  </a:cubicBezTo>
                  <a:cubicBezTo>
                    <a:pt x="5551" y="6048"/>
                    <a:pt x="5647" y="5855"/>
                    <a:pt x="5661" y="5639"/>
                  </a:cubicBezTo>
                  <a:cubicBezTo>
                    <a:pt x="5791" y="5548"/>
                    <a:pt x="5911" y="5447"/>
                    <a:pt x="6036" y="5361"/>
                  </a:cubicBezTo>
                  <a:cubicBezTo>
                    <a:pt x="6099" y="5317"/>
                    <a:pt x="6132" y="5245"/>
                    <a:pt x="6127" y="5173"/>
                  </a:cubicBezTo>
                  <a:cubicBezTo>
                    <a:pt x="5964" y="3453"/>
                    <a:pt x="6300" y="1734"/>
                    <a:pt x="7304" y="331"/>
                  </a:cubicBezTo>
                  <a:cubicBezTo>
                    <a:pt x="7421" y="169"/>
                    <a:pt x="7282" y="0"/>
                    <a:pt x="71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86"/>
            <p:cNvSpPr/>
            <p:nvPr/>
          </p:nvSpPr>
          <p:spPr>
            <a:xfrm>
              <a:off x="7118536" y="1678216"/>
              <a:ext cx="208785" cy="205984"/>
            </a:xfrm>
            <a:custGeom>
              <a:rect b="b" l="l" r="r" t="t"/>
              <a:pathLst>
                <a:path extrusionOk="0" h="7868" w="7975">
                  <a:moveTo>
                    <a:pt x="3525" y="2749"/>
                  </a:moveTo>
                  <a:lnTo>
                    <a:pt x="3525" y="2749"/>
                  </a:lnTo>
                  <a:cubicBezTo>
                    <a:pt x="2603" y="3643"/>
                    <a:pt x="1791" y="4637"/>
                    <a:pt x="1104" y="5723"/>
                  </a:cubicBezTo>
                  <a:cubicBezTo>
                    <a:pt x="1085" y="5665"/>
                    <a:pt x="1080" y="5603"/>
                    <a:pt x="1133" y="5411"/>
                  </a:cubicBezTo>
                  <a:cubicBezTo>
                    <a:pt x="1162" y="5319"/>
                    <a:pt x="1253" y="5209"/>
                    <a:pt x="1354" y="5094"/>
                  </a:cubicBezTo>
                  <a:cubicBezTo>
                    <a:pt x="1652" y="4743"/>
                    <a:pt x="1700" y="4632"/>
                    <a:pt x="1772" y="4277"/>
                  </a:cubicBezTo>
                  <a:cubicBezTo>
                    <a:pt x="1868" y="3830"/>
                    <a:pt x="1916" y="3792"/>
                    <a:pt x="2296" y="3624"/>
                  </a:cubicBezTo>
                  <a:cubicBezTo>
                    <a:pt x="2685" y="3451"/>
                    <a:pt x="2766" y="3379"/>
                    <a:pt x="2987" y="3100"/>
                  </a:cubicBezTo>
                  <a:cubicBezTo>
                    <a:pt x="3223" y="2807"/>
                    <a:pt x="3300" y="2754"/>
                    <a:pt x="3525" y="2749"/>
                  </a:cubicBezTo>
                  <a:close/>
                  <a:moveTo>
                    <a:pt x="7745" y="1"/>
                  </a:moveTo>
                  <a:cubicBezTo>
                    <a:pt x="7720" y="1"/>
                    <a:pt x="7695" y="5"/>
                    <a:pt x="7671" y="16"/>
                  </a:cubicBezTo>
                  <a:cubicBezTo>
                    <a:pt x="6297" y="549"/>
                    <a:pt x="5039" y="1337"/>
                    <a:pt x="3963" y="2341"/>
                  </a:cubicBezTo>
                  <a:cubicBezTo>
                    <a:pt x="3950" y="2341"/>
                    <a:pt x="3937" y="2341"/>
                    <a:pt x="3924" y="2341"/>
                  </a:cubicBezTo>
                  <a:cubicBezTo>
                    <a:pt x="3806" y="2341"/>
                    <a:pt x="3691" y="2333"/>
                    <a:pt x="3578" y="2333"/>
                  </a:cubicBezTo>
                  <a:cubicBezTo>
                    <a:pt x="3435" y="2333"/>
                    <a:pt x="3294" y="2346"/>
                    <a:pt x="3156" y="2408"/>
                  </a:cubicBezTo>
                  <a:cubicBezTo>
                    <a:pt x="2810" y="2562"/>
                    <a:pt x="2646" y="2927"/>
                    <a:pt x="2449" y="3076"/>
                  </a:cubicBezTo>
                  <a:cubicBezTo>
                    <a:pt x="2348" y="3148"/>
                    <a:pt x="2238" y="3206"/>
                    <a:pt x="2123" y="3249"/>
                  </a:cubicBezTo>
                  <a:cubicBezTo>
                    <a:pt x="1642" y="3465"/>
                    <a:pt x="1498" y="3600"/>
                    <a:pt x="1368" y="4195"/>
                  </a:cubicBezTo>
                  <a:cubicBezTo>
                    <a:pt x="1311" y="4488"/>
                    <a:pt x="1292" y="4536"/>
                    <a:pt x="1037" y="4829"/>
                  </a:cubicBezTo>
                  <a:cubicBezTo>
                    <a:pt x="917" y="4969"/>
                    <a:pt x="782" y="5122"/>
                    <a:pt x="730" y="5300"/>
                  </a:cubicBezTo>
                  <a:cubicBezTo>
                    <a:pt x="566" y="5872"/>
                    <a:pt x="792" y="5829"/>
                    <a:pt x="773" y="6194"/>
                  </a:cubicBezTo>
                  <a:cubicBezTo>
                    <a:pt x="773" y="6203"/>
                    <a:pt x="787" y="6213"/>
                    <a:pt x="787" y="6227"/>
                  </a:cubicBezTo>
                  <a:cubicBezTo>
                    <a:pt x="523" y="6665"/>
                    <a:pt x="283" y="7116"/>
                    <a:pt x="67" y="7582"/>
                  </a:cubicBezTo>
                  <a:cubicBezTo>
                    <a:pt x="0" y="7743"/>
                    <a:pt x="132" y="7867"/>
                    <a:pt x="263" y="7867"/>
                  </a:cubicBezTo>
                  <a:cubicBezTo>
                    <a:pt x="332" y="7867"/>
                    <a:pt x="400" y="7834"/>
                    <a:pt x="441" y="7755"/>
                  </a:cubicBezTo>
                  <a:cubicBezTo>
                    <a:pt x="1066" y="6424"/>
                    <a:pt x="1873" y="5185"/>
                    <a:pt x="2839" y="4075"/>
                  </a:cubicBezTo>
                  <a:cubicBezTo>
                    <a:pt x="4419" y="2250"/>
                    <a:pt x="5908" y="1154"/>
                    <a:pt x="7816" y="400"/>
                  </a:cubicBezTo>
                  <a:cubicBezTo>
                    <a:pt x="7921" y="357"/>
                    <a:pt x="7974" y="237"/>
                    <a:pt x="7931" y="131"/>
                  </a:cubicBezTo>
                  <a:cubicBezTo>
                    <a:pt x="7902" y="50"/>
                    <a:pt x="7825" y="1"/>
                    <a:pt x="7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86"/>
            <p:cNvSpPr/>
            <p:nvPr/>
          </p:nvSpPr>
          <p:spPr>
            <a:xfrm>
              <a:off x="7335018" y="1652193"/>
              <a:ext cx="94169" cy="28693"/>
            </a:xfrm>
            <a:custGeom>
              <a:rect b="b" l="l" r="r" t="t"/>
              <a:pathLst>
                <a:path extrusionOk="0" h="1096" w="3597">
                  <a:moveTo>
                    <a:pt x="3379" y="0"/>
                  </a:moveTo>
                  <a:cubicBezTo>
                    <a:pt x="3373" y="0"/>
                    <a:pt x="3367" y="0"/>
                    <a:pt x="3361" y="1"/>
                  </a:cubicBezTo>
                  <a:cubicBezTo>
                    <a:pt x="2294" y="111"/>
                    <a:pt x="1242" y="342"/>
                    <a:pt x="229" y="693"/>
                  </a:cubicBezTo>
                  <a:cubicBezTo>
                    <a:pt x="0" y="770"/>
                    <a:pt x="81" y="1095"/>
                    <a:pt x="288" y="1095"/>
                  </a:cubicBezTo>
                  <a:cubicBezTo>
                    <a:pt x="311" y="1095"/>
                    <a:pt x="337" y="1091"/>
                    <a:pt x="363" y="1082"/>
                  </a:cubicBezTo>
                  <a:cubicBezTo>
                    <a:pt x="1348" y="741"/>
                    <a:pt x="2371" y="520"/>
                    <a:pt x="3404" y="414"/>
                  </a:cubicBezTo>
                  <a:cubicBezTo>
                    <a:pt x="3519" y="400"/>
                    <a:pt x="3596" y="299"/>
                    <a:pt x="3587" y="188"/>
                  </a:cubicBezTo>
                  <a:cubicBezTo>
                    <a:pt x="3573" y="79"/>
                    <a:pt x="3482" y="0"/>
                    <a:pt x="33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6" name="Google Shape;13916;p86"/>
          <p:cNvGrpSpPr/>
          <p:nvPr/>
        </p:nvGrpSpPr>
        <p:grpSpPr>
          <a:xfrm>
            <a:off x="7935247" y="1516162"/>
            <a:ext cx="381704" cy="368588"/>
            <a:chOff x="7935247" y="1516162"/>
            <a:chExt cx="381704" cy="368588"/>
          </a:xfrm>
        </p:grpSpPr>
        <p:sp>
          <p:nvSpPr>
            <p:cNvPr id="13917" name="Google Shape;13917;p86"/>
            <p:cNvSpPr/>
            <p:nvPr/>
          </p:nvSpPr>
          <p:spPr>
            <a:xfrm>
              <a:off x="8127801" y="1641773"/>
              <a:ext cx="52098" cy="51496"/>
            </a:xfrm>
            <a:custGeom>
              <a:rect b="b" l="l" r="r" t="t"/>
              <a:pathLst>
                <a:path extrusionOk="0" h="1967" w="1990">
                  <a:moveTo>
                    <a:pt x="808" y="0"/>
                  </a:moveTo>
                  <a:lnTo>
                    <a:pt x="111" y="697"/>
                  </a:lnTo>
                  <a:cubicBezTo>
                    <a:pt x="1" y="812"/>
                    <a:pt x="1" y="990"/>
                    <a:pt x="111" y="1100"/>
                  </a:cubicBezTo>
                  <a:lnTo>
                    <a:pt x="890" y="1883"/>
                  </a:lnTo>
                  <a:cubicBezTo>
                    <a:pt x="947" y="1939"/>
                    <a:pt x="1021" y="1966"/>
                    <a:pt x="1093" y="1966"/>
                  </a:cubicBezTo>
                  <a:cubicBezTo>
                    <a:pt x="1166" y="1966"/>
                    <a:pt x="1238" y="1939"/>
                    <a:pt x="1293" y="1883"/>
                  </a:cubicBezTo>
                  <a:lnTo>
                    <a:pt x="1990" y="1187"/>
                  </a:lnTo>
                  <a:cubicBezTo>
                    <a:pt x="1735" y="1052"/>
                    <a:pt x="1505" y="884"/>
                    <a:pt x="1303" y="682"/>
                  </a:cubicBezTo>
                  <a:cubicBezTo>
                    <a:pt x="1101" y="485"/>
                    <a:pt x="933" y="255"/>
                    <a:pt x="80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86"/>
            <p:cNvSpPr/>
            <p:nvPr/>
          </p:nvSpPr>
          <p:spPr>
            <a:xfrm>
              <a:off x="8130707" y="1661879"/>
              <a:ext cx="49323" cy="31259"/>
            </a:xfrm>
            <a:custGeom>
              <a:rect b="b" l="l" r="r" t="t"/>
              <a:pathLst>
                <a:path extrusionOk="0" h="1194" w="1884">
                  <a:moveTo>
                    <a:pt x="0" y="327"/>
                  </a:moveTo>
                  <a:lnTo>
                    <a:pt x="274" y="606"/>
                  </a:lnTo>
                  <a:cubicBezTo>
                    <a:pt x="282" y="613"/>
                    <a:pt x="289" y="620"/>
                    <a:pt x="297" y="626"/>
                  </a:cubicBezTo>
                  <a:lnTo>
                    <a:pt x="297" y="626"/>
                  </a:lnTo>
                  <a:lnTo>
                    <a:pt x="0" y="327"/>
                  </a:lnTo>
                  <a:close/>
                  <a:moveTo>
                    <a:pt x="1283" y="1"/>
                  </a:moveTo>
                  <a:lnTo>
                    <a:pt x="678" y="606"/>
                  </a:lnTo>
                  <a:cubicBezTo>
                    <a:pt x="622" y="661"/>
                    <a:pt x="550" y="689"/>
                    <a:pt x="478" y="689"/>
                  </a:cubicBezTo>
                  <a:cubicBezTo>
                    <a:pt x="414" y="689"/>
                    <a:pt x="350" y="668"/>
                    <a:pt x="297" y="626"/>
                  </a:cubicBezTo>
                  <a:lnTo>
                    <a:pt x="297" y="626"/>
                  </a:lnTo>
                  <a:lnTo>
                    <a:pt x="779" y="1111"/>
                  </a:lnTo>
                  <a:cubicBezTo>
                    <a:pt x="836" y="1166"/>
                    <a:pt x="910" y="1193"/>
                    <a:pt x="982" y="1193"/>
                  </a:cubicBezTo>
                  <a:cubicBezTo>
                    <a:pt x="1055" y="1193"/>
                    <a:pt x="1127" y="1166"/>
                    <a:pt x="1182" y="1111"/>
                  </a:cubicBezTo>
                  <a:lnTo>
                    <a:pt x="1884" y="414"/>
                  </a:lnTo>
                  <a:cubicBezTo>
                    <a:pt x="1663" y="308"/>
                    <a:pt x="1461" y="169"/>
                    <a:pt x="1283"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86"/>
            <p:cNvSpPr/>
            <p:nvPr/>
          </p:nvSpPr>
          <p:spPr>
            <a:xfrm>
              <a:off x="7938022" y="1671435"/>
              <a:ext cx="213210" cy="207581"/>
            </a:xfrm>
            <a:custGeom>
              <a:rect b="b" l="l" r="r" t="t"/>
              <a:pathLst>
                <a:path extrusionOk="0" h="7929" w="8144">
                  <a:moveTo>
                    <a:pt x="7394" y="1"/>
                  </a:moveTo>
                  <a:cubicBezTo>
                    <a:pt x="7043" y="299"/>
                    <a:pt x="6433" y="971"/>
                    <a:pt x="5934" y="2355"/>
                  </a:cubicBezTo>
                  <a:cubicBezTo>
                    <a:pt x="5479" y="3617"/>
                    <a:pt x="4678" y="4123"/>
                    <a:pt x="3486" y="4123"/>
                  </a:cubicBezTo>
                  <a:cubicBezTo>
                    <a:pt x="3480" y="4123"/>
                    <a:pt x="3475" y="4123"/>
                    <a:pt x="3469" y="4123"/>
                  </a:cubicBezTo>
                  <a:cubicBezTo>
                    <a:pt x="3467" y="4123"/>
                    <a:pt x="3466" y="4123"/>
                    <a:pt x="3464" y="4123"/>
                  </a:cubicBezTo>
                  <a:cubicBezTo>
                    <a:pt x="898" y="4123"/>
                    <a:pt x="1" y="7678"/>
                    <a:pt x="169" y="7846"/>
                  </a:cubicBezTo>
                  <a:cubicBezTo>
                    <a:pt x="202" y="7875"/>
                    <a:pt x="236" y="7904"/>
                    <a:pt x="279" y="7923"/>
                  </a:cubicBezTo>
                  <a:cubicBezTo>
                    <a:pt x="285" y="7926"/>
                    <a:pt x="292" y="7928"/>
                    <a:pt x="299" y="7928"/>
                  </a:cubicBezTo>
                  <a:cubicBezTo>
                    <a:pt x="577" y="7928"/>
                    <a:pt x="1702" y="5145"/>
                    <a:pt x="3656" y="5145"/>
                  </a:cubicBezTo>
                  <a:cubicBezTo>
                    <a:pt x="3682" y="5145"/>
                    <a:pt x="3707" y="5145"/>
                    <a:pt x="3733" y="5146"/>
                  </a:cubicBezTo>
                  <a:cubicBezTo>
                    <a:pt x="3775" y="5148"/>
                    <a:pt x="3816" y="5148"/>
                    <a:pt x="3858" y="5148"/>
                  </a:cubicBezTo>
                  <a:cubicBezTo>
                    <a:pt x="5097" y="5148"/>
                    <a:pt x="6296" y="4449"/>
                    <a:pt x="6923" y="2710"/>
                  </a:cubicBezTo>
                  <a:cubicBezTo>
                    <a:pt x="7418" y="1341"/>
                    <a:pt x="8004" y="851"/>
                    <a:pt x="8143" y="750"/>
                  </a:cubicBezTo>
                  <a:lnTo>
                    <a:pt x="8139" y="746"/>
                  </a:lnTo>
                  <a:lnTo>
                    <a:pt x="7394"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86"/>
            <p:cNvSpPr/>
            <p:nvPr/>
          </p:nvSpPr>
          <p:spPr>
            <a:xfrm>
              <a:off x="8131466" y="1671435"/>
              <a:ext cx="9948" cy="9844"/>
            </a:xfrm>
            <a:custGeom>
              <a:rect b="b" l="l" r="r" t="t"/>
              <a:pathLst>
                <a:path extrusionOk="0" h="376" w="380">
                  <a:moveTo>
                    <a:pt x="380" y="376"/>
                  </a:moveTo>
                  <a:lnTo>
                    <a:pt x="380" y="376"/>
                  </a:lnTo>
                  <a:lnTo>
                    <a:pt x="0"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86"/>
            <p:cNvSpPr/>
            <p:nvPr/>
          </p:nvSpPr>
          <p:spPr>
            <a:xfrm>
              <a:off x="7941294" y="1681514"/>
              <a:ext cx="209937" cy="197371"/>
            </a:xfrm>
            <a:custGeom>
              <a:rect b="b" l="l" r="r" t="t"/>
              <a:pathLst>
                <a:path extrusionOk="0" h="7539" w="8019">
                  <a:moveTo>
                    <a:pt x="7653" y="0"/>
                  </a:moveTo>
                  <a:cubicBezTo>
                    <a:pt x="7519" y="101"/>
                    <a:pt x="6928" y="596"/>
                    <a:pt x="6433" y="1960"/>
                  </a:cubicBezTo>
                  <a:cubicBezTo>
                    <a:pt x="5806" y="3699"/>
                    <a:pt x="4611" y="4398"/>
                    <a:pt x="3360" y="4398"/>
                  </a:cubicBezTo>
                  <a:cubicBezTo>
                    <a:pt x="3318" y="4398"/>
                    <a:pt x="3276" y="4397"/>
                    <a:pt x="3234" y="4396"/>
                  </a:cubicBezTo>
                  <a:cubicBezTo>
                    <a:pt x="3206" y="4395"/>
                    <a:pt x="3178" y="4394"/>
                    <a:pt x="3151" y="4394"/>
                  </a:cubicBezTo>
                  <a:cubicBezTo>
                    <a:pt x="1645" y="4394"/>
                    <a:pt x="635" y="6053"/>
                    <a:pt x="121" y="6808"/>
                  </a:cubicBezTo>
                  <a:cubicBezTo>
                    <a:pt x="20" y="7163"/>
                    <a:pt x="0" y="7408"/>
                    <a:pt x="39" y="7451"/>
                  </a:cubicBezTo>
                  <a:cubicBezTo>
                    <a:pt x="73" y="7485"/>
                    <a:pt x="106" y="7514"/>
                    <a:pt x="149" y="7533"/>
                  </a:cubicBezTo>
                  <a:cubicBezTo>
                    <a:pt x="155" y="7537"/>
                    <a:pt x="162" y="7538"/>
                    <a:pt x="169" y="7538"/>
                  </a:cubicBezTo>
                  <a:cubicBezTo>
                    <a:pt x="447" y="7538"/>
                    <a:pt x="1572" y="4755"/>
                    <a:pt x="3526" y="4755"/>
                  </a:cubicBezTo>
                  <a:cubicBezTo>
                    <a:pt x="3552" y="4755"/>
                    <a:pt x="3578" y="4755"/>
                    <a:pt x="3603" y="4756"/>
                  </a:cubicBezTo>
                  <a:cubicBezTo>
                    <a:pt x="3649" y="4758"/>
                    <a:pt x="3695" y="4759"/>
                    <a:pt x="3740" y="4759"/>
                  </a:cubicBezTo>
                  <a:cubicBezTo>
                    <a:pt x="4979" y="4759"/>
                    <a:pt x="6173" y="4058"/>
                    <a:pt x="6798" y="2321"/>
                  </a:cubicBezTo>
                  <a:cubicBezTo>
                    <a:pt x="7293" y="951"/>
                    <a:pt x="7879" y="466"/>
                    <a:pt x="8018" y="365"/>
                  </a:cubicBezTo>
                  <a:cubicBezTo>
                    <a:pt x="8014" y="361"/>
                    <a:pt x="8014" y="361"/>
                    <a:pt x="8009" y="356"/>
                  </a:cubicBezTo>
                  <a:lnTo>
                    <a:pt x="765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86"/>
            <p:cNvSpPr/>
            <p:nvPr/>
          </p:nvSpPr>
          <p:spPr>
            <a:xfrm>
              <a:off x="8134215" y="1523125"/>
              <a:ext cx="178757" cy="156164"/>
            </a:xfrm>
            <a:custGeom>
              <a:rect b="b" l="l" r="r" t="t"/>
              <a:pathLst>
                <a:path extrusionOk="0" h="5965" w="6828">
                  <a:moveTo>
                    <a:pt x="4614" y="1"/>
                  </a:moveTo>
                  <a:cubicBezTo>
                    <a:pt x="3998" y="1"/>
                    <a:pt x="3290" y="199"/>
                    <a:pt x="2638" y="516"/>
                  </a:cubicBezTo>
                  <a:cubicBezTo>
                    <a:pt x="2413" y="627"/>
                    <a:pt x="2192" y="747"/>
                    <a:pt x="1980" y="881"/>
                  </a:cubicBezTo>
                  <a:cubicBezTo>
                    <a:pt x="1702" y="1064"/>
                    <a:pt x="1437" y="1275"/>
                    <a:pt x="1202" y="1510"/>
                  </a:cubicBezTo>
                  <a:cubicBezTo>
                    <a:pt x="1" y="2711"/>
                    <a:pt x="73" y="4230"/>
                    <a:pt x="1058" y="5214"/>
                  </a:cubicBezTo>
                  <a:cubicBezTo>
                    <a:pt x="1543" y="5700"/>
                    <a:pt x="2158" y="5965"/>
                    <a:pt x="2801" y="5965"/>
                  </a:cubicBezTo>
                  <a:cubicBezTo>
                    <a:pt x="3462" y="5965"/>
                    <a:pt x="4153" y="5684"/>
                    <a:pt x="4762" y="5075"/>
                  </a:cubicBezTo>
                  <a:cubicBezTo>
                    <a:pt x="5963" y="3869"/>
                    <a:pt x="6827" y="1410"/>
                    <a:pt x="5843" y="430"/>
                  </a:cubicBezTo>
                  <a:cubicBezTo>
                    <a:pt x="5545" y="130"/>
                    <a:pt x="5109" y="1"/>
                    <a:pt x="4614"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86"/>
            <p:cNvSpPr/>
            <p:nvPr/>
          </p:nvSpPr>
          <p:spPr>
            <a:xfrm>
              <a:off x="8153981" y="1527183"/>
              <a:ext cx="158991" cy="152001"/>
            </a:xfrm>
            <a:custGeom>
              <a:rect b="b" l="l" r="r" t="t"/>
              <a:pathLst>
                <a:path extrusionOk="0" h="5806" w="6073">
                  <a:moveTo>
                    <a:pt x="4694" y="1"/>
                  </a:moveTo>
                  <a:lnTo>
                    <a:pt x="4694" y="1"/>
                  </a:lnTo>
                  <a:cubicBezTo>
                    <a:pt x="5198" y="1144"/>
                    <a:pt x="4401" y="3186"/>
                    <a:pt x="3344" y="4252"/>
                  </a:cubicBezTo>
                  <a:cubicBezTo>
                    <a:pt x="2737" y="4862"/>
                    <a:pt x="2043" y="5142"/>
                    <a:pt x="1380" y="5142"/>
                  </a:cubicBezTo>
                  <a:cubicBezTo>
                    <a:pt x="887" y="5142"/>
                    <a:pt x="411" y="4988"/>
                    <a:pt x="0" y="4699"/>
                  </a:cubicBezTo>
                  <a:lnTo>
                    <a:pt x="0" y="4699"/>
                  </a:lnTo>
                  <a:cubicBezTo>
                    <a:pt x="87" y="4829"/>
                    <a:pt x="192" y="4949"/>
                    <a:pt x="303" y="5059"/>
                  </a:cubicBezTo>
                  <a:cubicBezTo>
                    <a:pt x="788" y="5542"/>
                    <a:pt x="1402" y="5805"/>
                    <a:pt x="2044" y="5805"/>
                  </a:cubicBezTo>
                  <a:cubicBezTo>
                    <a:pt x="2707" y="5805"/>
                    <a:pt x="3399" y="5525"/>
                    <a:pt x="4011" y="4915"/>
                  </a:cubicBezTo>
                  <a:cubicBezTo>
                    <a:pt x="5213" y="3714"/>
                    <a:pt x="6072" y="1255"/>
                    <a:pt x="5088" y="275"/>
                  </a:cubicBezTo>
                  <a:cubicBezTo>
                    <a:pt x="4977" y="159"/>
                    <a:pt x="4838" y="68"/>
                    <a:pt x="4694"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86"/>
            <p:cNvSpPr/>
            <p:nvPr/>
          </p:nvSpPr>
          <p:spPr>
            <a:xfrm>
              <a:off x="8041145" y="1521633"/>
              <a:ext cx="92232" cy="80503"/>
            </a:xfrm>
            <a:custGeom>
              <a:rect b="b" l="l" r="r" t="t"/>
              <a:pathLst>
                <a:path extrusionOk="0" h="3075" w="3523">
                  <a:moveTo>
                    <a:pt x="2382" y="1"/>
                  </a:moveTo>
                  <a:cubicBezTo>
                    <a:pt x="1797" y="1"/>
                    <a:pt x="1052" y="348"/>
                    <a:pt x="621" y="780"/>
                  </a:cubicBezTo>
                  <a:cubicBezTo>
                    <a:pt x="1" y="1399"/>
                    <a:pt x="39" y="2187"/>
                    <a:pt x="544" y="2692"/>
                  </a:cubicBezTo>
                  <a:cubicBezTo>
                    <a:pt x="794" y="2939"/>
                    <a:pt x="1110" y="3075"/>
                    <a:pt x="1441" y="3075"/>
                  </a:cubicBezTo>
                  <a:cubicBezTo>
                    <a:pt x="1783" y="3075"/>
                    <a:pt x="2141" y="2930"/>
                    <a:pt x="2456" y="2615"/>
                  </a:cubicBezTo>
                  <a:cubicBezTo>
                    <a:pt x="3075" y="1995"/>
                    <a:pt x="3522" y="727"/>
                    <a:pt x="3018" y="222"/>
                  </a:cubicBezTo>
                  <a:cubicBezTo>
                    <a:pt x="2863" y="67"/>
                    <a:pt x="2638" y="1"/>
                    <a:pt x="238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86"/>
            <p:cNvSpPr/>
            <p:nvPr/>
          </p:nvSpPr>
          <p:spPr>
            <a:xfrm>
              <a:off x="8049339" y="1522419"/>
              <a:ext cx="84038" cy="79613"/>
            </a:xfrm>
            <a:custGeom>
              <a:rect b="b" l="l" r="r" t="t"/>
              <a:pathLst>
                <a:path extrusionOk="0" h="3041" w="3210">
                  <a:moveTo>
                    <a:pt x="2359" y="0"/>
                  </a:moveTo>
                  <a:lnTo>
                    <a:pt x="2359" y="0"/>
                  </a:lnTo>
                  <a:cubicBezTo>
                    <a:pt x="2508" y="605"/>
                    <a:pt x="2119" y="1547"/>
                    <a:pt x="1609" y="2056"/>
                  </a:cubicBezTo>
                  <a:cubicBezTo>
                    <a:pt x="1297" y="2369"/>
                    <a:pt x="941" y="2513"/>
                    <a:pt x="599" y="2513"/>
                  </a:cubicBezTo>
                  <a:cubicBezTo>
                    <a:pt x="389" y="2513"/>
                    <a:pt x="185" y="2458"/>
                    <a:pt x="0" y="2354"/>
                  </a:cubicBezTo>
                  <a:lnTo>
                    <a:pt x="0" y="2354"/>
                  </a:lnTo>
                  <a:cubicBezTo>
                    <a:pt x="63" y="2465"/>
                    <a:pt x="139" y="2566"/>
                    <a:pt x="226" y="2657"/>
                  </a:cubicBezTo>
                  <a:cubicBezTo>
                    <a:pt x="476" y="2905"/>
                    <a:pt x="793" y="3040"/>
                    <a:pt x="1123" y="3040"/>
                  </a:cubicBezTo>
                  <a:cubicBezTo>
                    <a:pt x="1465" y="3040"/>
                    <a:pt x="1823" y="2895"/>
                    <a:pt x="2138" y="2580"/>
                  </a:cubicBezTo>
                  <a:cubicBezTo>
                    <a:pt x="2758" y="1960"/>
                    <a:pt x="3209" y="697"/>
                    <a:pt x="2700" y="188"/>
                  </a:cubicBezTo>
                  <a:cubicBezTo>
                    <a:pt x="2604" y="96"/>
                    <a:pt x="2489" y="34"/>
                    <a:pt x="235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86"/>
            <p:cNvSpPr/>
            <p:nvPr/>
          </p:nvSpPr>
          <p:spPr>
            <a:xfrm>
              <a:off x="8037768" y="1582790"/>
              <a:ext cx="26939" cy="26468"/>
            </a:xfrm>
            <a:custGeom>
              <a:rect b="b" l="l" r="r" t="t"/>
              <a:pathLst>
                <a:path extrusionOk="0" h="1011" w="1029">
                  <a:moveTo>
                    <a:pt x="418" y="0"/>
                  </a:moveTo>
                  <a:lnTo>
                    <a:pt x="58" y="360"/>
                  </a:lnTo>
                  <a:cubicBezTo>
                    <a:pt x="0" y="418"/>
                    <a:pt x="0" y="509"/>
                    <a:pt x="58" y="567"/>
                  </a:cubicBezTo>
                  <a:lnTo>
                    <a:pt x="457" y="971"/>
                  </a:lnTo>
                  <a:cubicBezTo>
                    <a:pt x="485" y="997"/>
                    <a:pt x="524" y="1010"/>
                    <a:pt x="562" y="1010"/>
                  </a:cubicBezTo>
                  <a:cubicBezTo>
                    <a:pt x="601" y="1010"/>
                    <a:pt x="639" y="997"/>
                    <a:pt x="668" y="971"/>
                  </a:cubicBezTo>
                  <a:lnTo>
                    <a:pt x="1028" y="610"/>
                  </a:lnTo>
                  <a:cubicBezTo>
                    <a:pt x="899" y="543"/>
                    <a:pt x="778" y="456"/>
                    <a:pt x="673" y="356"/>
                  </a:cubicBezTo>
                  <a:cubicBezTo>
                    <a:pt x="572" y="250"/>
                    <a:pt x="485" y="130"/>
                    <a:pt x="41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86"/>
            <p:cNvSpPr/>
            <p:nvPr/>
          </p:nvSpPr>
          <p:spPr>
            <a:xfrm>
              <a:off x="7939907" y="1598000"/>
              <a:ext cx="109956" cy="107129"/>
            </a:xfrm>
            <a:custGeom>
              <a:rect b="b" l="l" r="r" t="t"/>
              <a:pathLst>
                <a:path extrusionOk="0" h="4092" w="4200">
                  <a:moveTo>
                    <a:pt x="3810" y="0"/>
                  </a:moveTo>
                  <a:cubicBezTo>
                    <a:pt x="3632" y="154"/>
                    <a:pt x="3315" y="505"/>
                    <a:pt x="3056" y="1216"/>
                  </a:cubicBezTo>
                  <a:cubicBezTo>
                    <a:pt x="2821" y="1869"/>
                    <a:pt x="2407" y="2129"/>
                    <a:pt x="1788" y="2129"/>
                  </a:cubicBezTo>
                  <a:cubicBezTo>
                    <a:pt x="462" y="2129"/>
                    <a:pt x="1" y="3964"/>
                    <a:pt x="87" y="4050"/>
                  </a:cubicBezTo>
                  <a:cubicBezTo>
                    <a:pt x="101" y="4065"/>
                    <a:pt x="121" y="4079"/>
                    <a:pt x="140" y="4089"/>
                  </a:cubicBezTo>
                  <a:cubicBezTo>
                    <a:pt x="143" y="4090"/>
                    <a:pt x="146" y="4091"/>
                    <a:pt x="150" y="4091"/>
                  </a:cubicBezTo>
                  <a:cubicBezTo>
                    <a:pt x="297" y="4091"/>
                    <a:pt x="874" y="2656"/>
                    <a:pt x="1879" y="2656"/>
                  </a:cubicBezTo>
                  <a:cubicBezTo>
                    <a:pt x="1893" y="2656"/>
                    <a:pt x="1908" y="2656"/>
                    <a:pt x="1922" y="2657"/>
                  </a:cubicBezTo>
                  <a:cubicBezTo>
                    <a:pt x="1950" y="2659"/>
                    <a:pt x="1979" y="2659"/>
                    <a:pt x="2007" y="2659"/>
                  </a:cubicBezTo>
                  <a:cubicBezTo>
                    <a:pt x="2314" y="2659"/>
                    <a:pt x="2613" y="2564"/>
                    <a:pt x="2869" y="2388"/>
                  </a:cubicBezTo>
                  <a:cubicBezTo>
                    <a:pt x="3003" y="2297"/>
                    <a:pt x="3123" y="2181"/>
                    <a:pt x="3219" y="2047"/>
                  </a:cubicBezTo>
                  <a:cubicBezTo>
                    <a:pt x="3368" y="1850"/>
                    <a:pt x="3488" y="1634"/>
                    <a:pt x="3570" y="1398"/>
                  </a:cubicBezTo>
                  <a:cubicBezTo>
                    <a:pt x="3825" y="687"/>
                    <a:pt x="4127" y="438"/>
                    <a:pt x="4199" y="390"/>
                  </a:cubicBezTo>
                  <a:lnTo>
                    <a:pt x="4195" y="385"/>
                  </a:lnTo>
                  <a:lnTo>
                    <a:pt x="3810"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86"/>
            <p:cNvSpPr/>
            <p:nvPr/>
          </p:nvSpPr>
          <p:spPr>
            <a:xfrm>
              <a:off x="8213724" y="1695809"/>
              <a:ext cx="92206" cy="80451"/>
            </a:xfrm>
            <a:custGeom>
              <a:rect b="b" l="l" r="r" t="t"/>
              <a:pathLst>
                <a:path extrusionOk="0" h="3073" w="3522">
                  <a:moveTo>
                    <a:pt x="2378" y="1"/>
                  </a:moveTo>
                  <a:cubicBezTo>
                    <a:pt x="1794" y="1"/>
                    <a:pt x="1050" y="346"/>
                    <a:pt x="620" y="780"/>
                  </a:cubicBezTo>
                  <a:cubicBezTo>
                    <a:pt x="0" y="1400"/>
                    <a:pt x="38" y="2188"/>
                    <a:pt x="543" y="2687"/>
                  </a:cubicBezTo>
                  <a:cubicBezTo>
                    <a:pt x="794" y="2936"/>
                    <a:pt x="1112" y="3073"/>
                    <a:pt x="1444" y="3073"/>
                  </a:cubicBezTo>
                  <a:cubicBezTo>
                    <a:pt x="1785" y="3073"/>
                    <a:pt x="2141" y="2929"/>
                    <a:pt x="2455" y="2615"/>
                  </a:cubicBezTo>
                  <a:cubicBezTo>
                    <a:pt x="3079" y="1996"/>
                    <a:pt x="3521" y="727"/>
                    <a:pt x="3017" y="223"/>
                  </a:cubicBezTo>
                  <a:cubicBezTo>
                    <a:pt x="2861" y="67"/>
                    <a:pt x="2635" y="1"/>
                    <a:pt x="237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86"/>
            <p:cNvSpPr/>
            <p:nvPr/>
          </p:nvSpPr>
          <p:spPr>
            <a:xfrm>
              <a:off x="8221630" y="1696463"/>
              <a:ext cx="84169" cy="79744"/>
            </a:xfrm>
            <a:custGeom>
              <a:rect b="b" l="l" r="r" t="t"/>
              <a:pathLst>
                <a:path extrusionOk="0" h="3046" w="3215">
                  <a:moveTo>
                    <a:pt x="2340" y="1"/>
                  </a:moveTo>
                  <a:lnTo>
                    <a:pt x="2340" y="1"/>
                  </a:lnTo>
                  <a:cubicBezTo>
                    <a:pt x="2480" y="606"/>
                    <a:pt x="2095" y="1529"/>
                    <a:pt x="1591" y="2028"/>
                  </a:cubicBezTo>
                  <a:cubicBezTo>
                    <a:pt x="1277" y="2342"/>
                    <a:pt x="921" y="2487"/>
                    <a:pt x="579" y="2487"/>
                  </a:cubicBezTo>
                  <a:cubicBezTo>
                    <a:pt x="378" y="2487"/>
                    <a:pt x="181" y="2437"/>
                    <a:pt x="1" y="2340"/>
                  </a:cubicBezTo>
                  <a:lnTo>
                    <a:pt x="1" y="2340"/>
                  </a:lnTo>
                  <a:cubicBezTo>
                    <a:pt x="63" y="2461"/>
                    <a:pt x="145" y="2566"/>
                    <a:pt x="241" y="2662"/>
                  </a:cubicBezTo>
                  <a:cubicBezTo>
                    <a:pt x="491" y="2910"/>
                    <a:pt x="808" y="3046"/>
                    <a:pt x="1138" y="3046"/>
                  </a:cubicBezTo>
                  <a:cubicBezTo>
                    <a:pt x="1480" y="3046"/>
                    <a:pt x="1838" y="2901"/>
                    <a:pt x="2153" y="2585"/>
                  </a:cubicBezTo>
                  <a:cubicBezTo>
                    <a:pt x="2773" y="1966"/>
                    <a:pt x="3215" y="698"/>
                    <a:pt x="2710" y="193"/>
                  </a:cubicBezTo>
                  <a:cubicBezTo>
                    <a:pt x="2609" y="97"/>
                    <a:pt x="2480" y="30"/>
                    <a:pt x="2340"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86"/>
            <p:cNvSpPr/>
            <p:nvPr/>
          </p:nvSpPr>
          <p:spPr>
            <a:xfrm>
              <a:off x="8210320" y="1756834"/>
              <a:ext cx="26939" cy="26573"/>
            </a:xfrm>
            <a:custGeom>
              <a:rect b="b" l="l" r="r" t="t"/>
              <a:pathLst>
                <a:path extrusionOk="0" h="1015" w="1029">
                  <a:moveTo>
                    <a:pt x="418" y="1"/>
                  </a:moveTo>
                  <a:lnTo>
                    <a:pt x="58" y="361"/>
                  </a:lnTo>
                  <a:cubicBezTo>
                    <a:pt x="0" y="419"/>
                    <a:pt x="0" y="515"/>
                    <a:pt x="58" y="573"/>
                  </a:cubicBezTo>
                  <a:lnTo>
                    <a:pt x="457" y="971"/>
                  </a:lnTo>
                  <a:cubicBezTo>
                    <a:pt x="486" y="1000"/>
                    <a:pt x="523" y="1015"/>
                    <a:pt x="561" y="1015"/>
                  </a:cubicBezTo>
                  <a:cubicBezTo>
                    <a:pt x="598" y="1015"/>
                    <a:pt x="637" y="1000"/>
                    <a:pt x="668" y="971"/>
                  </a:cubicBezTo>
                  <a:lnTo>
                    <a:pt x="1028" y="611"/>
                  </a:lnTo>
                  <a:cubicBezTo>
                    <a:pt x="894" y="544"/>
                    <a:pt x="774" y="457"/>
                    <a:pt x="673" y="356"/>
                  </a:cubicBezTo>
                  <a:cubicBezTo>
                    <a:pt x="567" y="251"/>
                    <a:pt x="481" y="135"/>
                    <a:pt x="418"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6"/>
            <p:cNvSpPr/>
            <p:nvPr/>
          </p:nvSpPr>
          <p:spPr>
            <a:xfrm>
              <a:off x="8112459" y="1772176"/>
              <a:ext cx="109825" cy="107129"/>
            </a:xfrm>
            <a:custGeom>
              <a:rect b="b" l="l" r="r" t="t"/>
              <a:pathLst>
                <a:path extrusionOk="0" h="4092" w="4195">
                  <a:moveTo>
                    <a:pt x="3810" y="1"/>
                  </a:moveTo>
                  <a:cubicBezTo>
                    <a:pt x="3628" y="155"/>
                    <a:pt x="3316" y="505"/>
                    <a:pt x="3056" y="1216"/>
                  </a:cubicBezTo>
                  <a:cubicBezTo>
                    <a:pt x="2821" y="1870"/>
                    <a:pt x="2408" y="2129"/>
                    <a:pt x="1788" y="2129"/>
                  </a:cubicBezTo>
                  <a:cubicBezTo>
                    <a:pt x="462" y="2129"/>
                    <a:pt x="1" y="3964"/>
                    <a:pt x="82" y="4051"/>
                  </a:cubicBezTo>
                  <a:cubicBezTo>
                    <a:pt x="102" y="4065"/>
                    <a:pt x="121" y="4080"/>
                    <a:pt x="140" y="4089"/>
                  </a:cubicBezTo>
                  <a:cubicBezTo>
                    <a:pt x="143" y="4091"/>
                    <a:pt x="147" y="4092"/>
                    <a:pt x="150" y="4092"/>
                  </a:cubicBezTo>
                  <a:cubicBezTo>
                    <a:pt x="297" y="4092"/>
                    <a:pt x="870" y="2657"/>
                    <a:pt x="1879" y="2657"/>
                  </a:cubicBezTo>
                  <a:cubicBezTo>
                    <a:pt x="1893" y="2657"/>
                    <a:pt x="1908" y="2657"/>
                    <a:pt x="1922" y="2658"/>
                  </a:cubicBezTo>
                  <a:cubicBezTo>
                    <a:pt x="1945" y="2659"/>
                    <a:pt x="1967" y="2659"/>
                    <a:pt x="1989" y="2659"/>
                  </a:cubicBezTo>
                  <a:cubicBezTo>
                    <a:pt x="2307" y="2659"/>
                    <a:pt x="2618" y="2563"/>
                    <a:pt x="2883" y="2379"/>
                  </a:cubicBezTo>
                  <a:cubicBezTo>
                    <a:pt x="3018" y="2288"/>
                    <a:pt x="3224" y="2047"/>
                    <a:pt x="3224" y="2047"/>
                  </a:cubicBezTo>
                  <a:cubicBezTo>
                    <a:pt x="3373" y="1850"/>
                    <a:pt x="3489" y="1634"/>
                    <a:pt x="3570" y="1399"/>
                  </a:cubicBezTo>
                  <a:cubicBezTo>
                    <a:pt x="3820" y="688"/>
                    <a:pt x="4127" y="438"/>
                    <a:pt x="4195" y="390"/>
                  </a:cubicBezTo>
                  <a:lnTo>
                    <a:pt x="4195" y="385"/>
                  </a:lnTo>
                  <a:lnTo>
                    <a:pt x="381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86"/>
            <p:cNvSpPr/>
            <p:nvPr/>
          </p:nvSpPr>
          <p:spPr>
            <a:xfrm>
              <a:off x="7935247" y="1517680"/>
              <a:ext cx="378013" cy="366651"/>
            </a:xfrm>
            <a:custGeom>
              <a:rect b="b" l="l" r="r" t="t"/>
              <a:pathLst>
                <a:path extrusionOk="0" h="14005" w="14439">
                  <a:moveTo>
                    <a:pt x="8115" y="5076"/>
                  </a:moveTo>
                  <a:cubicBezTo>
                    <a:pt x="8331" y="5422"/>
                    <a:pt x="8624" y="5715"/>
                    <a:pt x="8970" y="5941"/>
                  </a:cubicBezTo>
                  <a:cubicBezTo>
                    <a:pt x="8984" y="5946"/>
                    <a:pt x="8989" y="5956"/>
                    <a:pt x="9004" y="5965"/>
                  </a:cubicBezTo>
                  <a:cubicBezTo>
                    <a:pt x="8494" y="6450"/>
                    <a:pt x="8504" y="6494"/>
                    <a:pt x="8437" y="6494"/>
                  </a:cubicBezTo>
                  <a:cubicBezTo>
                    <a:pt x="8370" y="6494"/>
                    <a:pt x="8398" y="6465"/>
                    <a:pt x="7606" y="5691"/>
                  </a:cubicBezTo>
                  <a:cubicBezTo>
                    <a:pt x="7591" y="5677"/>
                    <a:pt x="7582" y="5658"/>
                    <a:pt x="7586" y="5639"/>
                  </a:cubicBezTo>
                  <a:cubicBezTo>
                    <a:pt x="7586" y="5576"/>
                    <a:pt x="7634" y="5581"/>
                    <a:pt x="8115" y="5076"/>
                  </a:cubicBezTo>
                  <a:close/>
                  <a:moveTo>
                    <a:pt x="7490" y="6157"/>
                  </a:moveTo>
                  <a:lnTo>
                    <a:pt x="7947" y="6614"/>
                  </a:lnTo>
                  <a:cubicBezTo>
                    <a:pt x="7683" y="6868"/>
                    <a:pt x="7226" y="7430"/>
                    <a:pt x="6837" y="8516"/>
                  </a:cubicBezTo>
                  <a:cubicBezTo>
                    <a:pt x="6301" y="10002"/>
                    <a:pt x="5283" y="10815"/>
                    <a:pt x="3964" y="10815"/>
                  </a:cubicBezTo>
                  <a:cubicBezTo>
                    <a:pt x="3923" y="10815"/>
                    <a:pt x="3881" y="10814"/>
                    <a:pt x="3839" y="10812"/>
                  </a:cubicBezTo>
                  <a:cubicBezTo>
                    <a:pt x="3811" y="10811"/>
                    <a:pt x="3783" y="10811"/>
                    <a:pt x="3755" y="10811"/>
                  </a:cubicBezTo>
                  <a:cubicBezTo>
                    <a:pt x="2231" y="10811"/>
                    <a:pt x="1206" y="12341"/>
                    <a:pt x="649" y="13166"/>
                  </a:cubicBezTo>
                  <a:cubicBezTo>
                    <a:pt x="597" y="13253"/>
                    <a:pt x="534" y="13344"/>
                    <a:pt x="476" y="13421"/>
                  </a:cubicBezTo>
                  <a:cubicBezTo>
                    <a:pt x="563" y="12969"/>
                    <a:pt x="885" y="11985"/>
                    <a:pt x="1557" y="11206"/>
                  </a:cubicBezTo>
                  <a:cubicBezTo>
                    <a:pt x="2091" y="10587"/>
                    <a:pt x="2758" y="10198"/>
                    <a:pt x="3575" y="10198"/>
                  </a:cubicBezTo>
                  <a:cubicBezTo>
                    <a:pt x="4915" y="10198"/>
                    <a:pt x="5761" y="9592"/>
                    <a:pt x="6227" y="8295"/>
                  </a:cubicBezTo>
                  <a:cubicBezTo>
                    <a:pt x="6654" y="7118"/>
                    <a:pt x="7159" y="6479"/>
                    <a:pt x="7490" y="6157"/>
                  </a:cubicBezTo>
                  <a:close/>
                  <a:moveTo>
                    <a:pt x="12199" y="1"/>
                  </a:moveTo>
                  <a:cubicBezTo>
                    <a:pt x="11652" y="1"/>
                    <a:pt x="11014" y="150"/>
                    <a:pt x="10325" y="455"/>
                  </a:cubicBezTo>
                  <a:cubicBezTo>
                    <a:pt x="10120" y="557"/>
                    <a:pt x="10222" y="845"/>
                    <a:pt x="10415" y="845"/>
                  </a:cubicBezTo>
                  <a:cubicBezTo>
                    <a:pt x="10440" y="845"/>
                    <a:pt x="10466" y="840"/>
                    <a:pt x="10493" y="830"/>
                  </a:cubicBezTo>
                  <a:cubicBezTo>
                    <a:pt x="11113" y="552"/>
                    <a:pt x="11706" y="414"/>
                    <a:pt x="12203" y="414"/>
                  </a:cubicBezTo>
                  <a:cubicBezTo>
                    <a:pt x="12670" y="414"/>
                    <a:pt x="13052" y="535"/>
                    <a:pt x="13294" y="777"/>
                  </a:cubicBezTo>
                  <a:cubicBezTo>
                    <a:pt x="14192" y="1680"/>
                    <a:pt x="13294" y="4048"/>
                    <a:pt x="12213" y="5134"/>
                  </a:cubicBezTo>
                  <a:cubicBezTo>
                    <a:pt x="11634" y="5712"/>
                    <a:pt x="10997" y="5953"/>
                    <a:pt x="10402" y="5953"/>
                  </a:cubicBezTo>
                  <a:cubicBezTo>
                    <a:pt x="8368" y="5953"/>
                    <a:pt x="6814" y="3135"/>
                    <a:pt x="9691" y="1262"/>
                  </a:cubicBezTo>
                  <a:cubicBezTo>
                    <a:pt x="9877" y="1139"/>
                    <a:pt x="9758" y="884"/>
                    <a:pt x="9581" y="884"/>
                  </a:cubicBezTo>
                  <a:cubicBezTo>
                    <a:pt x="9544" y="884"/>
                    <a:pt x="9505" y="895"/>
                    <a:pt x="9465" y="921"/>
                  </a:cubicBezTo>
                  <a:cubicBezTo>
                    <a:pt x="7750" y="2036"/>
                    <a:pt x="7409" y="3530"/>
                    <a:pt x="7913" y="4697"/>
                  </a:cubicBezTo>
                  <a:lnTo>
                    <a:pt x="7317" y="5293"/>
                  </a:lnTo>
                  <a:cubicBezTo>
                    <a:pt x="7173" y="5432"/>
                    <a:pt x="7135" y="5653"/>
                    <a:pt x="7221" y="5840"/>
                  </a:cubicBezTo>
                  <a:cubicBezTo>
                    <a:pt x="6861" y="6186"/>
                    <a:pt x="6299" y="6883"/>
                    <a:pt x="5843" y="8151"/>
                  </a:cubicBezTo>
                  <a:cubicBezTo>
                    <a:pt x="5415" y="9342"/>
                    <a:pt x="4685" y="9780"/>
                    <a:pt x="3570" y="9784"/>
                  </a:cubicBezTo>
                  <a:cubicBezTo>
                    <a:pt x="1658" y="9784"/>
                    <a:pt x="702" y="11600"/>
                    <a:pt x="376" y="12383"/>
                  </a:cubicBezTo>
                  <a:cubicBezTo>
                    <a:pt x="255" y="12667"/>
                    <a:pt x="159" y="12960"/>
                    <a:pt x="92" y="13263"/>
                  </a:cubicBezTo>
                  <a:cubicBezTo>
                    <a:pt x="1" y="13690"/>
                    <a:pt x="25" y="13825"/>
                    <a:pt x="275" y="13969"/>
                  </a:cubicBezTo>
                  <a:cubicBezTo>
                    <a:pt x="317" y="13994"/>
                    <a:pt x="358" y="14005"/>
                    <a:pt x="398" y="14005"/>
                  </a:cubicBezTo>
                  <a:cubicBezTo>
                    <a:pt x="511" y="14005"/>
                    <a:pt x="613" y="13916"/>
                    <a:pt x="702" y="13805"/>
                  </a:cubicBezTo>
                  <a:cubicBezTo>
                    <a:pt x="1119" y="13294"/>
                    <a:pt x="2175" y="11219"/>
                    <a:pt x="3755" y="11219"/>
                  </a:cubicBezTo>
                  <a:cubicBezTo>
                    <a:pt x="3778" y="11219"/>
                    <a:pt x="3802" y="11220"/>
                    <a:pt x="3825" y="11221"/>
                  </a:cubicBezTo>
                  <a:cubicBezTo>
                    <a:pt x="3872" y="11223"/>
                    <a:pt x="3919" y="11223"/>
                    <a:pt x="3965" y="11223"/>
                  </a:cubicBezTo>
                  <a:cubicBezTo>
                    <a:pt x="5553" y="11223"/>
                    <a:pt x="6671" y="10191"/>
                    <a:pt x="7226" y="8651"/>
                  </a:cubicBezTo>
                  <a:cubicBezTo>
                    <a:pt x="7620" y="7555"/>
                    <a:pt x="8072" y="7056"/>
                    <a:pt x="8269" y="6873"/>
                  </a:cubicBezTo>
                  <a:cubicBezTo>
                    <a:pt x="8326" y="6894"/>
                    <a:pt x="8385" y="6904"/>
                    <a:pt x="8443" y="6904"/>
                  </a:cubicBezTo>
                  <a:cubicBezTo>
                    <a:pt x="8570" y="6904"/>
                    <a:pt x="8694" y="6855"/>
                    <a:pt x="8783" y="6763"/>
                  </a:cubicBezTo>
                  <a:lnTo>
                    <a:pt x="9378" y="6167"/>
                  </a:lnTo>
                  <a:cubicBezTo>
                    <a:pt x="9713" y="6311"/>
                    <a:pt x="10054" y="6379"/>
                    <a:pt x="10389" y="6379"/>
                  </a:cubicBezTo>
                  <a:cubicBezTo>
                    <a:pt x="11160" y="6379"/>
                    <a:pt x="11905" y="6023"/>
                    <a:pt x="12501" y="5427"/>
                  </a:cubicBezTo>
                  <a:cubicBezTo>
                    <a:pt x="13121" y="4807"/>
                    <a:pt x="13664" y="3851"/>
                    <a:pt x="13913" y="2934"/>
                  </a:cubicBezTo>
                  <a:cubicBezTo>
                    <a:pt x="14438" y="1022"/>
                    <a:pt x="13630" y="1"/>
                    <a:pt x="121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86"/>
            <p:cNvSpPr/>
            <p:nvPr/>
          </p:nvSpPr>
          <p:spPr>
            <a:xfrm>
              <a:off x="7935875" y="1516162"/>
              <a:ext cx="204413" cy="194544"/>
            </a:xfrm>
            <a:custGeom>
              <a:rect b="b" l="l" r="r" t="t"/>
              <a:pathLst>
                <a:path extrusionOk="0" h="7431" w="7808">
                  <a:moveTo>
                    <a:pt x="6403" y="414"/>
                  </a:moveTo>
                  <a:cubicBezTo>
                    <a:pt x="6606" y="414"/>
                    <a:pt x="6778" y="464"/>
                    <a:pt x="6890" y="575"/>
                  </a:cubicBezTo>
                  <a:cubicBezTo>
                    <a:pt x="7390" y="1080"/>
                    <a:pt x="6626" y="3064"/>
                    <a:pt x="5477" y="3078"/>
                  </a:cubicBezTo>
                  <a:cubicBezTo>
                    <a:pt x="5472" y="3078"/>
                    <a:pt x="5466" y="3078"/>
                    <a:pt x="5461" y="3078"/>
                  </a:cubicBezTo>
                  <a:cubicBezTo>
                    <a:pt x="4646" y="3078"/>
                    <a:pt x="3898" y="2020"/>
                    <a:pt x="4786" y="1133"/>
                  </a:cubicBezTo>
                  <a:cubicBezTo>
                    <a:pt x="5192" y="727"/>
                    <a:pt x="5893" y="414"/>
                    <a:pt x="6403" y="414"/>
                  </a:cubicBezTo>
                  <a:close/>
                  <a:moveTo>
                    <a:pt x="4272" y="2877"/>
                  </a:moveTo>
                  <a:cubicBezTo>
                    <a:pt x="4363" y="2992"/>
                    <a:pt x="4469" y="3098"/>
                    <a:pt x="4589" y="3194"/>
                  </a:cubicBezTo>
                  <a:lnTo>
                    <a:pt x="4454" y="3328"/>
                  </a:lnTo>
                  <a:lnTo>
                    <a:pt x="4137" y="3011"/>
                  </a:lnTo>
                  <a:lnTo>
                    <a:pt x="4272" y="2877"/>
                  </a:lnTo>
                  <a:close/>
                  <a:moveTo>
                    <a:pt x="6396" y="1"/>
                  </a:moveTo>
                  <a:cubicBezTo>
                    <a:pt x="5732" y="1"/>
                    <a:pt x="4930" y="398"/>
                    <a:pt x="4488" y="840"/>
                  </a:cubicBezTo>
                  <a:cubicBezTo>
                    <a:pt x="4036" y="1291"/>
                    <a:pt x="3835" y="1887"/>
                    <a:pt x="4060" y="2492"/>
                  </a:cubicBezTo>
                  <a:cubicBezTo>
                    <a:pt x="3854" y="2732"/>
                    <a:pt x="3647" y="2805"/>
                    <a:pt x="3710" y="3083"/>
                  </a:cubicBezTo>
                  <a:cubicBezTo>
                    <a:pt x="2816" y="3986"/>
                    <a:pt x="3191" y="5029"/>
                    <a:pt x="1937" y="5048"/>
                  </a:cubicBezTo>
                  <a:cubicBezTo>
                    <a:pt x="890" y="5048"/>
                    <a:pt x="371" y="6028"/>
                    <a:pt x="198" y="6446"/>
                  </a:cubicBezTo>
                  <a:cubicBezTo>
                    <a:pt x="131" y="6600"/>
                    <a:pt x="83" y="6758"/>
                    <a:pt x="44" y="6922"/>
                  </a:cubicBezTo>
                  <a:cubicBezTo>
                    <a:pt x="6" y="7099"/>
                    <a:pt x="1" y="7229"/>
                    <a:pt x="87" y="7315"/>
                  </a:cubicBezTo>
                  <a:cubicBezTo>
                    <a:pt x="145" y="7378"/>
                    <a:pt x="222" y="7421"/>
                    <a:pt x="308" y="7431"/>
                  </a:cubicBezTo>
                  <a:cubicBezTo>
                    <a:pt x="481" y="7431"/>
                    <a:pt x="592" y="7224"/>
                    <a:pt x="697" y="7070"/>
                  </a:cubicBezTo>
                  <a:cubicBezTo>
                    <a:pt x="953" y="6692"/>
                    <a:pt x="1417" y="5989"/>
                    <a:pt x="2036" y="5989"/>
                  </a:cubicBezTo>
                  <a:cubicBezTo>
                    <a:pt x="2046" y="5989"/>
                    <a:pt x="2056" y="5989"/>
                    <a:pt x="2067" y="5990"/>
                  </a:cubicBezTo>
                  <a:cubicBezTo>
                    <a:pt x="2096" y="5991"/>
                    <a:pt x="2126" y="5992"/>
                    <a:pt x="2156" y="5992"/>
                  </a:cubicBezTo>
                  <a:cubicBezTo>
                    <a:pt x="2509" y="5992"/>
                    <a:pt x="2850" y="5887"/>
                    <a:pt x="3138" y="5692"/>
                  </a:cubicBezTo>
                  <a:cubicBezTo>
                    <a:pt x="3308" y="5557"/>
                    <a:pt x="3188" y="5321"/>
                    <a:pt x="3016" y="5321"/>
                  </a:cubicBezTo>
                  <a:cubicBezTo>
                    <a:pt x="2980" y="5321"/>
                    <a:pt x="2941" y="5331"/>
                    <a:pt x="2903" y="5355"/>
                  </a:cubicBezTo>
                  <a:cubicBezTo>
                    <a:pt x="2680" y="5506"/>
                    <a:pt x="2417" y="5588"/>
                    <a:pt x="2151" y="5588"/>
                  </a:cubicBezTo>
                  <a:cubicBezTo>
                    <a:pt x="2129" y="5588"/>
                    <a:pt x="2108" y="5587"/>
                    <a:pt x="2086" y="5586"/>
                  </a:cubicBezTo>
                  <a:cubicBezTo>
                    <a:pt x="2069" y="5585"/>
                    <a:pt x="2051" y="5585"/>
                    <a:pt x="2034" y="5585"/>
                  </a:cubicBezTo>
                  <a:cubicBezTo>
                    <a:pt x="1459" y="5585"/>
                    <a:pt x="1020" y="5972"/>
                    <a:pt x="702" y="6359"/>
                  </a:cubicBezTo>
                  <a:cubicBezTo>
                    <a:pt x="962" y="5878"/>
                    <a:pt x="1380" y="5466"/>
                    <a:pt x="1919" y="5466"/>
                  </a:cubicBezTo>
                  <a:cubicBezTo>
                    <a:pt x="1928" y="5466"/>
                    <a:pt x="1937" y="5466"/>
                    <a:pt x="1947" y="5466"/>
                  </a:cubicBezTo>
                  <a:cubicBezTo>
                    <a:pt x="2677" y="5466"/>
                    <a:pt x="3152" y="5125"/>
                    <a:pt x="3407" y="4419"/>
                  </a:cubicBezTo>
                  <a:cubicBezTo>
                    <a:pt x="3589" y="3905"/>
                    <a:pt x="3810" y="3602"/>
                    <a:pt x="3964" y="3424"/>
                  </a:cubicBezTo>
                  <a:lnTo>
                    <a:pt x="4060" y="3520"/>
                  </a:lnTo>
                  <a:cubicBezTo>
                    <a:pt x="3662" y="3957"/>
                    <a:pt x="3570" y="4457"/>
                    <a:pt x="3388" y="4789"/>
                  </a:cubicBezTo>
                  <a:cubicBezTo>
                    <a:pt x="3319" y="4948"/>
                    <a:pt x="3446" y="5079"/>
                    <a:pt x="3577" y="5079"/>
                  </a:cubicBezTo>
                  <a:cubicBezTo>
                    <a:pt x="3640" y="5079"/>
                    <a:pt x="3703" y="5050"/>
                    <a:pt x="3748" y="4981"/>
                  </a:cubicBezTo>
                  <a:cubicBezTo>
                    <a:pt x="3950" y="4606"/>
                    <a:pt x="4041" y="4106"/>
                    <a:pt x="4406" y="3746"/>
                  </a:cubicBezTo>
                  <a:cubicBezTo>
                    <a:pt x="4421" y="3746"/>
                    <a:pt x="4435" y="3765"/>
                    <a:pt x="4449" y="3765"/>
                  </a:cubicBezTo>
                  <a:cubicBezTo>
                    <a:pt x="4675" y="3765"/>
                    <a:pt x="4752" y="3583"/>
                    <a:pt x="4963" y="3395"/>
                  </a:cubicBezTo>
                  <a:cubicBezTo>
                    <a:pt x="5135" y="3460"/>
                    <a:pt x="5306" y="3491"/>
                    <a:pt x="5472" y="3491"/>
                  </a:cubicBezTo>
                  <a:cubicBezTo>
                    <a:pt x="5895" y="3491"/>
                    <a:pt x="6292" y="3294"/>
                    <a:pt x="6616" y="2973"/>
                  </a:cubicBezTo>
                  <a:cubicBezTo>
                    <a:pt x="7260" y="2324"/>
                    <a:pt x="7807" y="917"/>
                    <a:pt x="7173" y="282"/>
                  </a:cubicBezTo>
                  <a:cubicBezTo>
                    <a:pt x="6975" y="84"/>
                    <a:pt x="6700" y="1"/>
                    <a:pt x="6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86"/>
            <p:cNvSpPr/>
            <p:nvPr/>
          </p:nvSpPr>
          <p:spPr>
            <a:xfrm>
              <a:off x="8108454" y="1690337"/>
              <a:ext cx="208498" cy="194413"/>
            </a:xfrm>
            <a:custGeom>
              <a:rect b="b" l="l" r="r" t="t"/>
              <a:pathLst>
                <a:path extrusionOk="0" h="7426" w="7964">
                  <a:moveTo>
                    <a:pt x="6400" y="410"/>
                  </a:moveTo>
                  <a:cubicBezTo>
                    <a:pt x="6603" y="410"/>
                    <a:pt x="6776" y="459"/>
                    <a:pt x="6889" y="571"/>
                  </a:cubicBezTo>
                  <a:cubicBezTo>
                    <a:pt x="7278" y="960"/>
                    <a:pt x="6899" y="2108"/>
                    <a:pt x="6332" y="2675"/>
                  </a:cubicBezTo>
                  <a:lnTo>
                    <a:pt x="6327" y="2675"/>
                  </a:lnTo>
                  <a:cubicBezTo>
                    <a:pt x="6048" y="2956"/>
                    <a:pt x="5743" y="3073"/>
                    <a:pt x="5461" y="3073"/>
                  </a:cubicBezTo>
                  <a:cubicBezTo>
                    <a:pt x="4596" y="3073"/>
                    <a:pt x="3930" y="1979"/>
                    <a:pt x="4785" y="1128"/>
                  </a:cubicBezTo>
                  <a:cubicBezTo>
                    <a:pt x="5191" y="723"/>
                    <a:pt x="5890" y="410"/>
                    <a:pt x="6400" y="410"/>
                  </a:cubicBezTo>
                  <a:close/>
                  <a:moveTo>
                    <a:pt x="4271" y="2872"/>
                  </a:moveTo>
                  <a:cubicBezTo>
                    <a:pt x="4357" y="2992"/>
                    <a:pt x="4468" y="3098"/>
                    <a:pt x="4588" y="3189"/>
                  </a:cubicBezTo>
                  <a:lnTo>
                    <a:pt x="4453" y="3324"/>
                  </a:lnTo>
                  <a:lnTo>
                    <a:pt x="4132" y="3007"/>
                  </a:lnTo>
                  <a:lnTo>
                    <a:pt x="4271" y="2872"/>
                  </a:lnTo>
                  <a:close/>
                  <a:moveTo>
                    <a:pt x="6398" y="1"/>
                  </a:moveTo>
                  <a:cubicBezTo>
                    <a:pt x="5734" y="1"/>
                    <a:pt x="4933" y="396"/>
                    <a:pt x="4492" y="840"/>
                  </a:cubicBezTo>
                  <a:cubicBezTo>
                    <a:pt x="4040" y="1292"/>
                    <a:pt x="3838" y="1888"/>
                    <a:pt x="4069" y="2493"/>
                  </a:cubicBezTo>
                  <a:cubicBezTo>
                    <a:pt x="3858" y="2733"/>
                    <a:pt x="3651" y="2805"/>
                    <a:pt x="3714" y="3084"/>
                  </a:cubicBezTo>
                  <a:cubicBezTo>
                    <a:pt x="2820" y="3987"/>
                    <a:pt x="3195" y="5029"/>
                    <a:pt x="1941" y="5049"/>
                  </a:cubicBezTo>
                  <a:cubicBezTo>
                    <a:pt x="898" y="5049"/>
                    <a:pt x="375" y="6024"/>
                    <a:pt x="202" y="6447"/>
                  </a:cubicBezTo>
                  <a:cubicBezTo>
                    <a:pt x="139" y="6600"/>
                    <a:pt x="87" y="6759"/>
                    <a:pt x="48" y="6922"/>
                  </a:cubicBezTo>
                  <a:cubicBezTo>
                    <a:pt x="0" y="7143"/>
                    <a:pt x="0" y="7282"/>
                    <a:pt x="187" y="7393"/>
                  </a:cubicBezTo>
                  <a:cubicBezTo>
                    <a:pt x="227" y="7416"/>
                    <a:pt x="266" y="7426"/>
                    <a:pt x="303" y="7426"/>
                  </a:cubicBezTo>
                  <a:cubicBezTo>
                    <a:pt x="391" y="7426"/>
                    <a:pt x="470" y="7368"/>
                    <a:pt x="538" y="7287"/>
                  </a:cubicBezTo>
                  <a:cubicBezTo>
                    <a:pt x="756" y="7018"/>
                    <a:pt x="1276" y="5989"/>
                    <a:pt x="2030" y="5989"/>
                  </a:cubicBezTo>
                  <a:cubicBezTo>
                    <a:pt x="2042" y="5989"/>
                    <a:pt x="2054" y="5990"/>
                    <a:pt x="2066" y="5990"/>
                  </a:cubicBezTo>
                  <a:cubicBezTo>
                    <a:pt x="2094" y="5992"/>
                    <a:pt x="2122" y="5992"/>
                    <a:pt x="2150" y="5992"/>
                  </a:cubicBezTo>
                  <a:cubicBezTo>
                    <a:pt x="2510" y="5992"/>
                    <a:pt x="2862" y="5878"/>
                    <a:pt x="3151" y="5668"/>
                  </a:cubicBezTo>
                  <a:cubicBezTo>
                    <a:pt x="3243" y="5606"/>
                    <a:pt x="3267" y="5476"/>
                    <a:pt x="3200" y="5385"/>
                  </a:cubicBezTo>
                  <a:cubicBezTo>
                    <a:pt x="3158" y="5328"/>
                    <a:pt x="3093" y="5297"/>
                    <a:pt x="3029" y="5297"/>
                  </a:cubicBezTo>
                  <a:cubicBezTo>
                    <a:pt x="2990" y="5297"/>
                    <a:pt x="2950" y="5308"/>
                    <a:pt x="2916" y="5332"/>
                  </a:cubicBezTo>
                  <a:cubicBezTo>
                    <a:pt x="2694" y="5489"/>
                    <a:pt x="2431" y="5575"/>
                    <a:pt x="2162" y="5575"/>
                  </a:cubicBezTo>
                  <a:cubicBezTo>
                    <a:pt x="2135" y="5575"/>
                    <a:pt x="2107" y="5574"/>
                    <a:pt x="2080" y="5572"/>
                  </a:cubicBezTo>
                  <a:cubicBezTo>
                    <a:pt x="2066" y="5572"/>
                    <a:pt x="2052" y="5572"/>
                    <a:pt x="2039" y="5572"/>
                  </a:cubicBezTo>
                  <a:cubicBezTo>
                    <a:pt x="1459" y="5572"/>
                    <a:pt x="1016" y="5961"/>
                    <a:pt x="697" y="6350"/>
                  </a:cubicBezTo>
                  <a:cubicBezTo>
                    <a:pt x="955" y="5871"/>
                    <a:pt x="1370" y="5456"/>
                    <a:pt x="1905" y="5456"/>
                  </a:cubicBezTo>
                  <a:cubicBezTo>
                    <a:pt x="1917" y="5456"/>
                    <a:pt x="1929" y="5456"/>
                    <a:pt x="1941" y="5457"/>
                  </a:cubicBezTo>
                  <a:cubicBezTo>
                    <a:pt x="2671" y="5457"/>
                    <a:pt x="3147" y="5111"/>
                    <a:pt x="3401" y="4410"/>
                  </a:cubicBezTo>
                  <a:cubicBezTo>
                    <a:pt x="3584" y="3896"/>
                    <a:pt x="3805" y="3588"/>
                    <a:pt x="3959" y="3415"/>
                  </a:cubicBezTo>
                  <a:lnTo>
                    <a:pt x="4055" y="3506"/>
                  </a:lnTo>
                  <a:cubicBezTo>
                    <a:pt x="3646" y="3963"/>
                    <a:pt x="3565" y="4458"/>
                    <a:pt x="3368" y="4813"/>
                  </a:cubicBezTo>
                  <a:cubicBezTo>
                    <a:pt x="3276" y="4977"/>
                    <a:pt x="3414" y="5123"/>
                    <a:pt x="3554" y="5123"/>
                  </a:cubicBezTo>
                  <a:cubicBezTo>
                    <a:pt x="3620" y="5123"/>
                    <a:pt x="3685" y="5091"/>
                    <a:pt x="3728" y="5015"/>
                  </a:cubicBezTo>
                  <a:cubicBezTo>
                    <a:pt x="3949" y="4621"/>
                    <a:pt x="4035" y="4107"/>
                    <a:pt x="4410" y="3737"/>
                  </a:cubicBezTo>
                  <a:cubicBezTo>
                    <a:pt x="4425" y="3742"/>
                    <a:pt x="4439" y="3756"/>
                    <a:pt x="4453" y="3756"/>
                  </a:cubicBezTo>
                  <a:cubicBezTo>
                    <a:pt x="4674" y="3756"/>
                    <a:pt x="4751" y="3579"/>
                    <a:pt x="4967" y="3386"/>
                  </a:cubicBezTo>
                  <a:cubicBezTo>
                    <a:pt x="5142" y="3452"/>
                    <a:pt x="5312" y="3482"/>
                    <a:pt x="5477" y="3482"/>
                  </a:cubicBezTo>
                  <a:cubicBezTo>
                    <a:pt x="6954" y="3482"/>
                    <a:pt x="7964" y="1070"/>
                    <a:pt x="7177" y="283"/>
                  </a:cubicBezTo>
                  <a:cubicBezTo>
                    <a:pt x="6978" y="84"/>
                    <a:pt x="6702" y="1"/>
                    <a:pt x="63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5" name="Google Shape;13935;p86"/>
          <p:cNvGrpSpPr/>
          <p:nvPr/>
        </p:nvGrpSpPr>
        <p:grpSpPr>
          <a:xfrm>
            <a:off x="5738169" y="1559830"/>
            <a:ext cx="389035" cy="281147"/>
            <a:chOff x="5738169" y="1559830"/>
            <a:chExt cx="389035" cy="281147"/>
          </a:xfrm>
        </p:grpSpPr>
        <p:sp>
          <p:nvSpPr>
            <p:cNvPr id="13936" name="Google Shape;13936;p86"/>
            <p:cNvSpPr/>
            <p:nvPr/>
          </p:nvSpPr>
          <p:spPr>
            <a:xfrm>
              <a:off x="5753772" y="1565249"/>
              <a:ext cx="128936" cy="220540"/>
            </a:xfrm>
            <a:custGeom>
              <a:rect b="b" l="l" r="r" t="t"/>
              <a:pathLst>
                <a:path extrusionOk="0" h="8424" w="4925">
                  <a:moveTo>
                    <a:pt x="2708" y="1"/>
                  </a:moveTo>
                  <a:cubicBezTo>
                    <a:pt x="2415" y="1"/>
                    <a:pt x="2118" y="67"/>
                    <a:pt x="1840" y="204"/>
                  </a:cubicBezTo>
                  <a:cubicBezTo>
                    <a:pt x="1840" y="209"/>
                    <a:pt x="1413" y="406"/>
                    <a:pt x="1187" y="733"/>
                  </a:cubicBezTo>
                  <a:cubicBezTo>
                    <a:pt x="1149" y="785"/>
                    <a:pt x="1110" y="829"/>
                    <a:pt x="1077" y="877"/>
                  </a:cubicBezTo>
                  <a:cubicBezTo>
                    <a:pt x="361" y="1953"/>
                    <a:pt x="1" y="3072"/>
                    <a:pt x="1" y="4215"/>
                  </a:cubicBezTo>
                  <a:cubicBezTo>
                    <a:pt x="1" y="5354"/>
                    <a:pt x="361" y="6478"/>
                    <a:pt x="1081" y="7549"/>
                  </a:cubicBezTo>
                  <a:cubicBezTo>
                    <a:pt x="1459" y="8116"/>
                    <a:pt x="2082" y="8424"/>
                    <a:pt x="2716" y="8424"/>
                  </a:cubicBezTo>
                  <a:cubicBezTo>
                    <a:pt x="3083" y="8424"/>
                    <a:pt x="3453" y="8321"/>
                    <a:pt x="3781" y="8107"/>
                  </a:cubicBezTo>
                  <a:cubicBezTo>
                    <a:pt x="4689" y="7511"/>
                    <a:pt x="4925" y="6267"/>
                    <a:pt x="4324" y="5354"/>
                  </a:cubicBezTo>
                  <a:lnTo>
                    <a:pt x="4310" y="5330"/>
                  </a:lnTo>
                  <a:cubicBezTo>
                    <a:pt x="4185" y="5128"/>
                    <a:pt x="4185" y="4878"/>
                    <a:pt x="4310" y="4681"/>
                  </a:cubicBezTo>
                  <a:cubicBezTo>
                    <a:pt x="4391" y="4542"/>
                    <a:pt x="4439" y="4379"/>
                    <a:pt x="4439" y="4215"/>
                  </a:cubicBezTo>
                  <a:cubicBezTo>
                    <a:pt x="4439" y="4047"/>
                    <a:pt x="4391" y="3884"/>
                    <a:pt x="4310" y="3740"/>
                  </a:cubicBezTo>
                  <a:cubicBezTo>
                    <a:pt x="4185" y="3543"/>
                    <a:pt x="4180" y="3298"/>
                    <a:pt x="4305" y="3096"/>
                  </a:cubicBezTo>
                  <a:lnTo>
                    <a:pt x="4339" y="3043"/>
                  </a:lnTo>
                  <a:cubicBezTo>
                    <a:pt x="4829" y="2308"/>
                    <a:pt x="4766" y="1333"/>
                    <a:pt x="4180" y="665"/>
                  </a:cubicBezTo>
                  <a:cubicBezTo>
                    <a:pt x="3798" y="233"/>
                    <a:pt x="3258" y="1"/>
                    <a:pt x="270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86"/>
            <p:cNvSpPr/>
            <p:nvPr/>
          </p:nvSpPr>
          <p:spPr>
            <a:xfrm>
              <a:off x="5753772" y="1565406"/>
              <a:ext cx="82284" cy="220383"/>
            </a:xfrm>
            <a:custGeom>
              <a:rect b="b" l="l" r="r" t="t"/>
              <a:pathLst>
                <a:path extrusionOk="0" h="8418" w="3143">
                  <a:moveTo>
                    <a:pt x="2709" y="0"/>
                  </a:moveTo>
                  <a:cubicBezTo>
                    <a:pt x="2412" y="0"/>
                    <a:pt x="2118" y="70"/>
                    <a:pt x="1845" y="203"/>
                  </a:cubicBezTo>
                  <a:lnTo>
                    <a:pt x="1187" y="727"/>
                  </a:lnTo>
                  <a:cubicBezTo>
                    <a:pt x="1149" y="775"/>
                    <a:pt x="1115" y="823"/>
                    <a:pt x="1077" y="871"/>
                  </a:cubicBezTo>
                  <a:cubicBezTo>
                    <a:pt x="366" y="1947"/>
                    <a:pt x="1" y="3066"/>
                    <a:pt x="1" y="4209"/>
                  </a:cubicBezTo>
                  <a:cubicBezTo>
                    <a:pt x="1" y="5348"/>
                    <a:pt x="361" y="6472"/>
                    <a:pt x="1081" y="7543"/>
                  </a:cubicBezTo>
                  <a:cubicBezTo>
                    <a:pt x="1451" y="8098"/>
                    <a:pt x="2066" y="8418"/>
                    <a:pt x="2711" y="8418"/>
                  </a:cubicBezTo>
                  <a:cubicBezTo>
                    <a:pt x="2854" y="8418"/>
                    <a:pt x="2999" y="8402"/>
                    <a:pt x="3142" y="8370"/>
                  </a:cubicBezTo>
                  <a:cubicBezTo>
                    <a:pt x="2643" y="8264"/>
                    <a:pt x="2210" y="7966"/>
                    <a:pt x="1932" y="7543"/>
                  </a:cubicBezTo>
                  <a:cubicBezTo>
                    <a:pt x="1216" y="6472"/>
                    <a:pt x="851" y="5348"/>
                    <a:pt x="851" y="4209"/>
                  </a:cubicBezTo>
                  <a:cubicBezTo>
                    <a:pt x="851" y="3066"/>
                    <a:pt x="1211" y="1947"/>
                    <a:pt x="1927" y="871"/>
                  </a:cubicBezTo>
                  <a:cubicBezTo>
                    <a:pt x="1961" y="823"/>
                    <a:pt x="1994" y="775"/>
                    <a:pt x="2033" y="727"/>
                  </a:cubicBezTo>
                  <a:lnTo>
                    <a:pt x="2696" y="203"/>
                  </a:lnTo>
                  <a:cubicBezTo>
                    <a:pt x="2835" y="136"/>
                    <a:pt x="2984" y="83"/>
                    <a:pt x="3138" y="49"/>
                  </a:cubicBezTo>
                  <a:cubicBezTo>
                    <a:pt x="2996" y="16"/>
                    <a:pt x="2852" y="0"/>
                    <a:pt x="270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86"/>
            <p:cNvSpPr/>
            <p:nvPr/>
          </p:nvSpPr>
          <p:spPr>
            <a:xfrm>
              <a:off x="5982559" y="1565249"/>
              <a:ext cx="128936" cy="220540"/>
            </a:xfrm>
            <a:custGeom>
              <a:rect b="b" l="l" r="r" t="t"/>
              <a:pathLst>
                <a:path extrusionOk="0" h="8424" w="4925">
                  <a:moveTo>
                    <a:pt x="2214" y="1"/>
                  </a:moveTo>
                  <a:cubicBezTo>
                    <a:pt x="1664" y="1"/>
                    <a:pt x="1122" y="233"/>
                    <a:pt x="740" y="665"/>
                  </a:cubicBezTo>
                  <a:cubicBezTo>
                    <a:pt x="159" y="1333"/>
                    <a:pt x="91" y="2308"/>
                    <a:pt x="581" y="3043"/>
                  </a:cubicBezTo>
                  <a:lnTo>
                    <a:pt x="620" y="3096"/>
                  </a:lnTo>
                  <a:cubicBezTo>
                    <a:pt x="740" y="3293"/>
                    <a:pt x="740" y="3548"/>
                    <a:pt x="615" y="3740"/>
                  </a:cubicBezTo>
                  <a:cubicBezTo>
                    <a:pt x="529" y="3884"/>
                    <a:pt x="480" y="4047"/>
                    <a:pt x="480" y="4215"/>
                  </a:cubicBezTo>
                  <a:cubicBezTo>
                    <a:pt x="480" y="4379"/>
                    <a:pt x="529" y="4542"/>
                    <a:pt x="615" y="4681"/>
                  </a:cubicBezTo>
                  <a:cubicBezTo>
                    <a:pt x="740" y="4878"/>
                    <a:pt x="740" y="5133"/>
                    <a:pt x="615" y="5330"/>
                  </a:cubicBezTo>
                  <a:lnTo>
                    <a:pt x="596" y="5354"/>
                  </a:lnTo>
                  <a:cubicBezTo>
                    <a:pt x="0" y="6267"/>
                    <a:pt x="231" y="7511"/>
                    <a:pt x="1139" y="8107"/>
                  </a:cubicBezTo>
                  <a:cubicBezTo>
                    <a:pt x="1469" y="8321"/>
                    <a:pt x="1840" y="8424"/>
                    <a:pt x="2207" y="8424"/>
                  </a:cubicBezTo>
                  <a:cubicBezTo>
                    <a:pt x="2843" y="8424"/>
                    <a:pt x="3466" y="8116"/>
                    <a:pt x="3843" y="7549"/>
                  </a:cubicBezTo>
                  <a:cubicBezTo>
                    <a:pt x="4564" y="6478"/>
                    <a:pt x="4924" y="5354"/>
                    <a:pt x="4924" y="4215"/>
                  </a:cubicBezTo>
                  <a:cubicBezTo>
                    <a:pt x="4924" y="3072"/>
                    <a:pt x="4564" y="1953"/>
                    <a:pt x="3848" y="877"/>
                  </a:cubicBezTo>
                  <a:cubicBezTo>
                    <a:pt x="3815" y="829"/>
                    <a:pt x="3776" y="785"/>
                    <a:pt x="3742" y="733"/>
                  </a:cubicBezTo>
                  <a:cubicBezTo>
                    <a:pt x="3555" y="464"/>
                    <a:pt x="3084" y="209"/>
                    <a:pt x="3079" y="204"/>
                  </a:cubicBezTo>
                  <a:cubicBezTo>
                    <a:pt x="2804" y="67"/>
                    <a:pt x="2507" y="1"/>
                    <a:pt x="2214"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86"/>
            <p:cNvSpPr/>
            <p:nvPr/>
          </p:nvSpPr>
          <p:spPr>
            <a:xfrm>
              <a:off x="6027694" y="1565354"/>
              <a:ext cx="83933" cy="220436"/>
            </a:xfrm>
            <a:custGeom>
              <a:rect b="b" l="l" r="r" t="t"/>
              <a:pathLst>
                <a:path extrusionOk="0" h="8420" w="3206">
                  <a:moveTo>
                    <a:pt x="482" y="1"/>
                  </a:moveTo>
                  <a:cubicBezTo>
                    <a:pt x="321" y="1"/>
                    <a:pt x="160" y="21"/>
                    <a:pt x="1" y="61"/>
                  </a:cubicBezTo>
                  <a:cubicBezTo>
                    <a:pt x="135" y="94"/>
                    <a:pt x="260" y="142"/>
                    <a:pt x="380" y="205"/>
                  </a:cubicBezTo>
                  <a:lnTo>
                    <a:pt x="1043" y="729"/>
                  </a:lnTo>
                  <a:cubicBezTo>
                    <a:pt x="1082" y="777"/>
                    <a:pt x="1115" y="825"/>
                    <a:pt x="1149" y="873"/>
                  </a:cubicBezTo>
                  <a:cubicBezTo>
                    <a:pt x="1865" y="1949"/>
                    <a:pt x="2225" y="3068"/>
                    <a:pt x="2225" y="4211"/>
                  </a:cubicBezTo>
                  <a:cubicBezTo>
                    <a:pt x="2225" y="5350"/>
                    <a:pt x="1865" y="6474"/>
                    <a:pt x="1144" y="7545"/>
                  </a:cubicBezTo>
                  <a:cubicBezTo>
                    <a:pt x="875" y="7949"/>
                    <a:pt x="472" y="8237"/>
                    <a:pt x="6" y="8357"/>
                  </a:cubicBezTo>
                  <a:cubicBezTo>
                    <a:pt x="164" y="8401"/>
                    <a:pt x="327" y="8420"/>
                    <a:pt x="491" y="8420"/>
                  </a:cubicBezTo>
                  <a:cubicBezTo>
                    <a:pt x="1149" y="8420"/>
                    <a:pt x="1759" y="8093"/>
                    <a:pt x="2124" y="7545"/>
                  </a:cubicBezTo>
                  <a:cubicBezTo>
                    <a:pt x="2840" y="6474"/>
                    <a:pt x="3205" y="5350"/>
                    <a:pt x="3205" y="4211"/>
                  </a:cubicBezTo>
                  <a:cubicBezTo>
                    <a:pt x="3205" y="3068"/>
                    <a:pt x="2840" y="1949"/>
                    <a:pt x="2124" y="873"/>
                  </a:cubicBezTo>
                  <a:cubicBezTo>
                    <a:pt x="2091" y="825"/>
                    <a:pt x="2052" y="777"/>
                    <a:pt x="2014" y="729"/>
                  </a:cubicBezTo>
                  <a:lnTo>
                    <a:pt x="1355" y="205"/>
                  </a:lnTo>
                  <a:cubicBezTo>
                    <a:pt x="1083" y="70"/>
                    <a:pt x="784" y="1"/>
                    <a:pt x="48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86"/>
            <p:cNvSpPr/>
            <p:nvPr/>
          </p:nvSpPr>
          <p:spPr>
            <a:xfrm>
              <a:off x="5738169" y="1559908"/>
              <a:ext cx="187056" cy="280938"/>
            </a:xfrm>
            <a:custGeom>
              <a:rect b="b" l="l" r="r" t="t"/>
              <a:pathLst>
                <a:path extrusionOk="0" h="10731" w="7145">
                  <a:moveTo>
                    <a:pt x="3318" y="1"/>
                  </a:moveTo>
                  <a:cubicBezTo>
                    <a:pt x="3003" y="1"/>
                    <a:pt x="2676" y="72"/>
                    <a:pt x="2355" y="230"/>
                  </a:cubicBezTo>
                  <a:cubicBezTo>
                    <a:pt x="2164" y="345"/>
                    <a:pt x="2265" y="621"/>
                    <a:pt x="2457" y="621"/>
                  </a:cubicBezTo>
                  <a:cubicBezTo>
                    <a:pt x="2482" y="621"/>
                    <a:pt x="2509" y="616"/>
                    <a:pt x="2537" y="605"/>
                  </a:cubicBezTo>
                  <a:cubicBezTo>
                    <a:pt x="2794" y="479"/>
                    <a:pt x="3056" y="422"/>
                    <a:pt x="3310" y="422"/>
                  </a:cubicBezTo>
                  <a:cubicBezTo>
                    <a:pt x="4570" y="422"/>
                    <a:pt x="5624" y="1824"/>
                    <a:pt x="4733" y="3199"/>
                  </a:cubicBezTo>
                  <a:cubicBezTo>
                    <a:pt x="4569" y="3463"/>
                    <a:pt x="4569" y="3800"/>
                    <a:pt x="4733" y="4059"/>
                  </a:cubicBezTo>
                  <a:cubicBezTo>
                    <a:pt x="4867" y="4285"/>
                    <a:pt x="4867" y="4559"/>
                    <a:pt x="4733" y="4785"/>
                  </a:cubicBezTo>
                  <a:cubicBezTo>
                    <a:pt x="4560" y="5058"/>
                    <a:pt x="4569" y="5409"/>
                    <a:pt x="4752" y="5678"/>
                  </a:cubicBezTo>
                  <a:cubicBezTo>
                    <a:pt x="5016" y="6082"/>
                    <a:pt x="5108" y="6572"/>
                    <a:pt x="5011" y="7042"/>
                  </a:cubicBezTo>
                  <a:cubicBezTo>
                    <a:pt x="4826" y="7931"/>
                    <a:pt x="4067" y="8425"/>
                    <a:pt x="3299" y="8425"/>
                  </a:cubicBezTo>
                  <a:cubicBezTo>
                    <a:pt x="2756" y="8425"/>
                    <a:pt x="2208" y="8177"/>
                    <a:pt x="1855" y="7648"/>
                  </a:cubicBezTo>
                  <a:cubicBezTo>
                    <a:pt x="481" y="5587"/>
                    <a:pt x="443" y="3324"/>
                    <a:pt x="1855" y="1201"/>
                  </a:cubicBezTo>
                  <a:cubicBezTo>
                    <a:pt x="1964" y="1038"/>
                    <a:pt x="1823" y="875"/>
                    <a:pt x="1676" y="875"/>
                  </a:cubicBezTo>
                  <a:cubicBezTo>
                    <a:pt x="1616" y="875"/>
                    <a:pt x="1554" y="903"/>
                    <a:pt x="1509" y="970"/>
                  </a:cubicBezTo>
                  <a:cubicBezTo>
                    <a:pt x="49" y="3161"/>
                    <a:pt x="1" y="5611"/>
                    <a:pt x="1509" y="7869"/>
                  </a:cubicBezTo>
                  <a:cubicBezTo>
                    <a:pt x="1947" y="8524"/>
                    <a:pt x="2626" y="8830"/>
                    <a:pt x="3299" y="8830"/>
                  </a:cubicBezTo>
                  <a:cubicBezTo>
                    <a:pt x="4250" y="8830"/>
                    <a:pt x="5189" y="8219"/>
                    <a:pt x="5420" y="7119"/>
                  </a:cubicBezTo>
                  <a:cubicBezTo>
                    <a:pt x="5535" y="6562"/>
                    <a:pt x="5439" y="5976"/>
                    <a:pt x="5083" y="5419"/>
                  </a:cubicBezTo>
                  <a:cubicBezTo>
                    <a:pt x="5002" y="5289"/>
                    <a:pt x="5002" y="5126"/>
                    <a:pt x="5088" y="4996"/>
                  </a:cubicBezTo>
                  <a:cubicBezTo>
                    <a:pt x="5141" y="4909"/>
                    <a:pt x="5180" y="4813"/>
                    <a:pt x="5208" y="4713"/>
                  </a:cubicBezTo>
                  <a:lnTo>
                    <a:pt x="5463" y="4713"/>
                  </a:lnTo>
                  <a:cubicBezTo>
                    <a:pt x="6164" y="4713"/>
                    <a:pt x="6731" y="5284"/>
                    <a:pt x="6736" y="5986"/>
                  </a:cubicBezTo>
                  <a:lnTo>
                    <a:pt x="6736" y="10525"/>
                  </a:lnTo>
                  <a:cubicBezTo>
                    <a:pt x="6736" y="10662"/>
                    <a:pt x="6838" y="10731"/>
                    <a:pt x="6940" y="10731"/>
                  </a:cubicBezTo>
                  <a:cubicBezTo>
                    <a:pt x="7042" y="10731"/>
                    <a:pt x="7144" y="10662"/>
                    <a:pt x="7144" y="10525"/>
                  </a:cubicBezTo>
                  <a:lnTo>
                    <a:pt x="7144" y="5990"/>
                  </a:lnTo>
                  <a:cubicBezTo>
                    <a:pt x="7135" y="5178"/>
                    <a:pt x="6558" y="4492"/>
                    <a:pt x="5766" y="4338"/>
                  </a:cubicBezTo>
                  <a:cubicBezTo>
                    <a:pt x="6275" y="4170"/>
                    <a:pt x="6650" y="3632"/>
                    <a:pt x="6650" y="2993"/>
                  </a:cubicBezTo>
                  <a:lnTo>
                    <a:pt x="6650" y="2724"/>
                  </a:lnTo>
                  <a:cubicBezTo>
                    <a:pt x="6650" y="2587"/>
                    <a:pt x="6546" y="2518"/>
                    <a:pt x="6443" y="2518"/>
                  </a:cubicBezTo>
                  <a:cubicBezTo>
                    <a:pt x="6340" y="2518"/>
                    <a:pt x="6236" y="2587"/>
                    <a:pt x="6236" y="2724"/>
                  </a:cubicBezTo>
                  <a:lnTo>
                    <a:pt x="6236" y="2993"/>
                  </a:lnTo>
                  <a:cubicBezTo>
                    <a:pt x="6236" y="3540"/>
                    <a:pt x="5876" y="3987"/>
                    <a:pt x="5434" y="3987"/>
                  </a:cubicBezTo>
                  <a:lnTo>
                    <a:pt x="5146" y="3987"/>
                  </a:lnTo>
                  <a:cubicBezTo>
                    <a:pt x="5132" y="3939"/>
                    <a:pt x="5108" y="3891"/>
                    <a:pt x="5088" y="3843"/>
                  </a:cubicBezTo>
                  <a:cubicBezTo>
                    <a:pt x="5002" y="3713"/>
                    <a:pt x="5002" y="3550"/>
                    <a:pt x="5083" y="3420"/>
                  </a:cubicBezTo>
                  <a:cubicBezTo>
                    <a:pt x="6155" y="1754"/>
                    <a:pt x="4878" y="1"/>
                    <a:pt x="33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86"/>
            <p:cNvSpPr/>
            <p:nvPr/>
          </p:nvSpPr>
          <p:spPr>
            <a:xfrm>
              <a:off x="5940278" y="1559830"/>
              <a:ext cx="186925" cy="281147"/>
            </a:xfrm>
            <a:custGeom>
              <a:rect b="b" l="l" r="r" t="t"/>
              <a:pathLst>
                <a:path extrusionOk="0" h="10739" w="7140">
                  <a:moveTo>
                    <a:pt x="3831" y="1"/>
                  </a:moveTo>
                  <a:cubicBezTo>
                    <a:pt x="2269" y="1"/>
                    <a:pt x="990" y="1755"/>
                    <a:pt x="2062" y="3423"/>
                  </a:cubicBezTo>
                  <a:cubicBezTo>
                    <a:pt x="2139" y="3548"/>
                    <a:pt x="2139" y="3711"/>
                    <a:pt x="2057" y="3841"/>
                  </a:cubicBezTo>
                  <a:cubicBezTo>
                    <a:pt x="2033" y="3889"/>
                    <a:pt x="2014" y="3937"/>
                    <a:pt x="1999" y="3990"/>
                  </a:cubicBezTo>
                  <a:lnTo>
                    <a:pt x="1711" y="3990"/>
                  </a:lnTo>
                  <a:cubicBezTo>
                    <a:pt x="1269" y="3990"/>
                    <a:pt x="909" y="3543"/>
                    <a:pt x="909" y="2991"/>
                  </a:cubicBezTo>
                  <a:lnTo>
                    <a:pt x="909" y="2727"/>
                  </a:lnTo>
                  <a:cubicBezTo>
                    <a:pt x="906" y="2590"/>
                    <a:pt x="803" y="2521"/>
                    <a:pt x="701" y="2521"/>
                  </a:cubicBezTo>
                  <a:cubicBezTo>
                    <a:pt x="598" y="2521"/>
                    <a:pt x="496" y="2590"/>
                    <a:pt x="496" y="2727"/>
                  </a:cubicBezTo>
                  <a:lnTo>
                    <a:pt x="496" y="2996"/>
                  </a:lnTo>
                  <a:cubicBezTo>
                    <a:pt x="496" y="3635"/>
                    <a:pt x="870" y="4173"/>
                    <a:pt x="1380" y="4341"/>
                  </a:cubicBezTo>
                  <a:cubicBezTo>
                    <a:pt x="582" y="4490"/>
                    <a:pt x="6" y="5186"/>
                    <a:pt x="1" y="5993"/>
                  </a:cubicBezTo>
                  <a:lnTo>
                    <a:pt x="1" y="10533"/>
                  </a:lnTo>
                  <a:cubicBezTo>
                    <a:pt x="1" y="10670"/>
                    <a:pt x="104" y="10739"/>
                    <a:pt x="207" y="10739"/>
                  </a:cubicBezTo>
                  <a:cubicBezTo>
                    <a:pt x="311" y="10739"/>
                    <a:pt x="414" y="10670"/>
                    <a:pt x="414" y="10533"/>
                  </a:cubicBezTo>
                  <a:lnTo>
                    <a:pt x="414" y="5993"/>
                  </a:lnTo>
                  <a:cubicBezTo>
                    <a:pt x="414" y="5292"/>
                    <a:pt x="981" y="4720"/>
                    <a:pt x="1682" y="4720"/>
                  </a:cubicBezTo>
                  <a:lnTo>
                    <a:pt x="1942" y="4720"/>
                  </a:lnTo>
                  <a:cubicBezTo>
                    <a:pt x="1966" y="4821"/>
                    <a:pt x="2009" y="4912"/>
                    <a:pt x="2062" y="5004"/>
                  </a:cubicBezTo>
                  <a:cubicBezTo>
                    <a:pt x="2148" y="5143"/>
                    <a:pt x="2144" y="5321"/>
                    <a:pt x="2047" y="5451"/>
                  </a:cubicBezTo>
                  <a:cubicBezTo>
                    <a:pt x="1111" y="6877"/>
                    <a:pt x="2071" y="8837"/>
                    <a:pt x="3835" y="8837"/>
                  </a:cubicBezTo>
                  <a:cubicBezTo>
                    <a:pt x="3839" y="8837"/>
                    <a:pt x="3844" y="8837"/>
                    <a:pt x="3849" y="8837"/>
                  </a:cubicBezTo>
                  <a:cubicBezTo>
                    <a:pt x="4564" y="8837"/>
                    <a:pt x="5235" y="8478"/>
                    <a:pt x="5636" y="7877"/>
                  </a:cubicBezTo>
                  <a:cubicBezTo>
                    <a:pt x="7097" y="5681"/>
                    <a:pt x="7140" y="3241"/>
                    <a:pt x="5636" y="973"/>
                  </a:cubicBezTo>
                  <a:cubicBezTo>
                    <a:pt x="5594" y="916"/>
                    <a:pt x="5529" y="883"/>
                    <a:pt x="5463" y="883"/>
                  </a:cubicBezTo>
                  <a:cubicBezTo>
                    <a:pt x="5424" y="883"/>
                    <a:pt x="5384" y="895"/>
                    <a:pt x="5348" y="920"/>
                  </a:cubicBezTo>
                  <a:cubicBezTo>
                    <a:pt x="5252" y="983"/>
                    <a:pt x="5228" y="1112"/>
                    <a:pt x="5290" y="1204"/>
                  </a:cubicBezTo>
                  <a:cubicBezTo>
                    <a:pt x="6669" y="3269"/>
                    <a:pt x="6698" y="5537"/>
                    <a:pt x="5290" y="7651"/>
                  </a:cubicBezTo>
                  <a:cubicBezTo>
                    <a:pt x="4968" y="8136"/>
                    <a:pt x="4416" y="8429"/>
                    <a:pt x="3830" y="8429"/>
                  </a:cubicBezTo>
                  <a:cubicBezTo>
                    <a:pt x="2461" y="8429"/>
                    <a:pt x="1596" y="6916"/>
                    <a:pt x="2408" y="5652"/>
                  </a:cubicBezTo>
                  <a:cubicBezTo>
                    <a:pt x="2576" y="5388"/>
                    <a:pt x="2576" y="5052"/>
                    <a:pt x="2413" y="4788"/>
                  </a:cubicBezTo>
                  <a:cubicBezTo>
                    <a:pt x="2278" y="4567"/>
                    <a:pt x="2278" y="4288"/>
                    <a:pt x="2413" y="4062"/>
                  </a:cubicBezTo>
                  <a:cubicBezTo>
                    <a:pt x="2576" y="3798"/>
                    <a:pt x="2576" y="3462"/>
                    <a:pt x="2413" y="3202"/>
                  </a:cubicBezTo>
                  <a:cubicBezTo>
                    <a:pt x="1529" y="1832"/>
                    <a:pt x="2568" y="418"/>
                    <a:pt x="3829" y="418"/>
                  </a:cubicBezTo>
                  <a:cubicBezTo>
                    <a:pt x="4084" y="418"/>
                    <a:pt x="4349" y="476"/>
                    <a:pt x="4608" y="603"/>
                  </a:cubicBezTo>
                  <a:cubicBezTo>
                    <a:pt x="4636" y="614"/>
                    <a:pt x="4663" y="619"/>
                    <a:pt x="4688" y="619"/>
                  </a:cubicBezTo>
                  <a:cubicBezTo>
                    <a:pt x="4880" y="619"/>
                    <a:pt x="4981" y="343"/>
                    <a:pt x="4791" y="229"/>
                  </a:cubicBezTo>
                  <a:cubicBezTo>
                    <a:pt x="4470" y="72"/>
                    <a:pt x="4145" y="1"/>
                    <a:pt x="38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2" name="Google Shape;13942;p86"/>
          <p:cNvGrpSpPr/>
          <p:nvPr/>
        </p:nvGrpSpPr>
        <p:grpSpPr>
          <a:xfrm>
            <a:off x="6192470" y="3360516"/>
            <a:ext cx="368510" cy="367750"/>
            <a:chOff x="6192470" y="3360516"/>
            <a:chExt cx="368510" cy="367750"/>
          </a:xfrm>
        </p:grpSpPr>
        <p:sp>
          <p:nvSpPr>
            <p:cNvPr id="13943" name="Google Shape;13943;p86"/>
            <p:cNvSpPr/>
            <p:nvPr/>
          </p:nvSpPr>
          <p:spPr>
            <a:xfrm>
              <a:off x="6200141" y="3365543"/>
              <a:ext cx="353561" cy="357121"/>
            </a:xfrm>
            <a:custGeom>
              <a:rect b="b" l="l" r="r" t="t"/>
              <a:pathLst>
                <a:path extrusionOk="0" h="13641" w="13505">
                  <a:moveTo>
                    <a:pt x="6074" y="1"/>
                  </a:moveTo>
                  <a:cubicBezTo>
                    <a:pt x="5973" y="1"/>
                    <a:pt x="5869" y="12"/>
                    <a:pt x="5765" y="35"/>
                  </a:cubicBezTo>
                  <a:cubicBezTo>
                    <a:pt x="5477" y="97"/>
                    <a:pt x="5212" y="256"/>
                    <a:pt x="5025" y="477"/>
                  </a:cubicBezTo>
                  <a:cubicBezTo>
                    <a:pt x="4850" y="355"/>
                    <a:pt x="4625" y="288"/>
                    <a:pt x="4383" y="288"/>
                  </a:cubicBezTo>
                  <a:cubicBezTo>
                    <a:pt x="4214" y="288"/>
                    <a:pt x="4037" y="321"/>
                    <a:pt x="3863" y="390"/>
                  </a:cubicBezTo>
                  <a:cubicBezTo>
                    <a:pt x="3598" y="496"/>
                    <a:pt x="3368" y="683"/>
                    <a:pt x="3214" y="928"/>
                  </a:cubicBezTo>
                  <a:cubicBezTo>
                    <a:pt x="3137" y="906"/>
                    <a:pt x="3055" y="895"/>
                    <a:pt x="2971" y="895"/>
                  </a:cubicBezTo>
                  <a:cubicBezTo>
                    <a:pt x="2639" y="895"/>
                    <a:pt x="2274" y="1067"/>
                    <a:pt x="2013" y="1389"/>
                  </a:cubicBezTo>
                  <a:cubicBezTo>
                    <a:pt x="1845" y="1596"/>
                    <a:pt x="1739" y="1846"/>
                    <a:pt x="1715" y="2110"/>
                  </a:cubicBezTo>
                  <a:cubicBezTo>
                    <a:pt x="1268" y="2129"/>
                    <a:pt x="850" y="2523"/>
                    <a:pt x="730" y="3080"/>
                  </a:cubicBezTo>
                  <a:cubicBezTo>
                    <a:pt x="673" y="3335"/>
                    <a:pt x="687" y="3604"/>
                    <a:pt x="778" y="3844"/>
                  </a:cubicBezTo>
                  <a:cubicBezTo>
                    <a:pt x="269" y="3988"/>
                    <a:pt x="0" y="4613"/>
                    <a:pt x="173" y="5237"/>
                  </a:cubicBezTo>
                  <a:cubicBezTo>
                    <a:pt x="235" y="5463"/>
                    <a:pt x="351" y="5665"/>
                    <a:pt x="514" y="5833"/>
                  </a:cubicBezTo>
                  <a:cubicBezTo>
                    <a:pt x="461" y="6059"/>
                    <a:pt x="466" y="6294"/>
                    <a:pt x="529" y="6515"/>
                  </a:cubicBezTo>
                  <a:cubicBezTo>
                    <a:pt x="682" y="7057"/>
                    <a:pt x="1116" y="7424"/>
                    <a:pt x="1555" y="7424"/>
                  </a:cubicBezTo>
                  <a:cubicBezTo>
                    <a:pt x="1626" y="7424"/>
                    <a:pt x="1698" y="7415"/>
                    <a:pt x="1768" y="7394"/>
                  </a:cubicBezTo>
                  <a:cubicBezTo>
                    <a:pt x="1821" y="7380"/>
                    <a:pt x="1874" y="7361"/>
                    <a:pt x="1927" y="7337"/>
                  </a:cubicBezTo>
                  <a:cubicBezTo>
                    <a:pt x="2024" y="7600"/>
                    <a:pt x="2432" y="7811"/>
                    <a:pt x="2803" y="7811"/>
                  </a:cubicBezTo>
                  <a:cubicBezTo>
                    <a:pt x="2905" y="7811"/>
                    <a:pt x="3005" y="7795"/>
                    <a:pt x="3094" y="7760"/>
                  </a:cubicBezTo>
                  <a:cubicBezTo>
                    <a:pt x="3599" y="8916"/>
                    <a:pt x="4369" y="9502"/>
                    <a:pt x="5566" y="9502"/>
                  </a:cubicBezTo>
                  <a:cubicBezTo>
                    <a:pt x="5895" y="9502"/>
                    <a:pt x="6257" y="9458"/>
                    <a:pt x="6654" y="9369"/>
                  </a:cubicBezTo>
                  <a:cubicBezTo>
                    <a:pt x="6750" y="9878"/>
                    <a:pt x="7072" y="10498"/>
                    <a:pt x="7941" y="11002"/>
                  </a:cubicBezTo>
                  <a:cubicBezTo>
                    <a:pt x="9397" y="11838"/>
                    <a:pt x="10041" y="12487"/>
                    <a:pt x="10141" y="13145"/>
                  </a:cubicBezTo>
                  <a:cubicBezTo>
                    <a:pt x="10184" y="13434"/>
                    <a:pt x="10430" y="13641"/>
                    <a:pt x="10713" y="13641"/>
                  </a:cubicBezTo>
                  <a:cubicBezTo>
                    <a:pt x="10749" y="13641"/>
                    <a:pt x="10786" y="13637"/>
                    <a:pt x="10824" y="13630"/>
                  </a:cubicBezTo>
                  <a:cubicBezTo>
                    <a:pt x="11146" y="13572"/>
                    <a:pt x="11357" y="13255"/>
                    <a:pt x="11285" y="12933"/>
                  </a:cubicBezTo>
                  <a:lnTo>
                    <a:pt x="10718" y="10330"/>
                  </a:lnTo>
                  <a:lnTo>
                    <a:pt x="10622" y="8658"/>
                  </a:lnTo>
                  <a:lnTo>
                    <a:pt x="11563" y="8298"/>
                  </a:lnTo>
                  <a:cubicBezTo>
                    <a:pt x="11669" y="8346"/>
                    <a:pt x="11781" y="8369"/>
                    <a:pt x="11895" y="8369"/>
                  </a:cubicBezTo>
                  <a:cubicBezTo>
                    <a:pt x="12296" y="8369"/>
                    <a:pt x="12713" y="8080"/>
                    <a:pt x="12923" y="7615"/>
                  </a:cubicBezTo>
                  <a:cubicBezTo>
                    <a:pt x="13058" y="7318"/>
                    <a:pt x="13082" y="6981"/>
                    <a:pt x="12981" y="6664"/>
                  </a:cubicBezTo>
                  <a:cubicBezTo>
                    <a:pt x="13192" y="6472"/>
                    <a:pt x="13336" y="6217"/>
                    <a:pt x="13394" y="5939"/>
                  </a:cubicBezTo>
                  <a:cubicBezTo>
                    <a:pt x="13504" y="5415"/>
                    <a:pt x="13317" y="4916"/>
                    <a:pt x="12961" y="4690"/>
                  </a:cubicBezTo>
                  <a:cubicBezTo>
                    <a:pt x="13048" y="4363"/>
                    <a:pt x="12976" y="3960"/>
                    <a:pt x="12721" y="3623"/>
                  </a:cubicBezTo>
                  <a:cubicBezTo>
                    <a:pt x="12543" y="3378"/>
                    <a:pt x="12284" y="3201"/>
                    <a:pt x="11986" y="3119"/>
                  </a:cubicBezTo>
                  <a:cubicBezTo>
                    <a:pt x="12068" y="2835"/>
                    <a:pt x="12001" y="2504"/>
                    <a:pt x="11799" y="2221"/>
                  </a:cubicBezTo>
                  <a:cubicBezTo>
                    <a:pt x="11799" y="2221"/>
                    <a:pt x="11439" y="1793"/>
                    <a:pt x="11203" y="1740"/>
                  </a:cubicBezTo>
                  <a:cubicBezTo>
                    <a:pt x="11011" y="1694"/>
                    <a:pt x="10829" y="1630"/>
                    <a:pt x="10656" y="1630"/>
                  </a:cubicBezTo>
                  <a:cubicBezTo>
                    <a:pt x="10630" y="1630"/>
                    <a:pt x="10604" y="1631"/>
                    <a:pt x="10579" y="1634"/>
                  </a:cubicBezTo>
                  <a:cubicBezTo>
                    <a:pt x="10492" y="1308"/>
                    <a:pt x="10233" y="995"/>
                    <a:pt x="9853" y="827"/>
                  </a:cubicBezTo>
                  <a:cubicBezTo>
                    <a:pt x="9677" y="744"/>
                    <a:pt x="9485" y="702"/>
                    <a:pt x="9293" y="702"/>
                  </a:cubicBezTo>
                  <a:cubicBezTo>
                    <a:pt x="9186" y="702"/>
                    <a:pt x="9079" y="715"/>
                    <a:pt x="8974" y="741"/>
                  </a:cubicBezTo>
                  <a:cubicBezTo>
                    <a:pt x="8811" y="400"/>
                    <a:pt x="8412" y="150"/>
                    <a:pt x="7932" y="121"/>
                  </a:cubicBezTo>
                  <a:cubicBezTo>
                    <a:pt x="7901" y="119"/>
                    <a:pt x="7870" y="118"/>
                    <a:pt x="7840" y="118"/>
                  </a:cubicBezTo>
                  <a:cubicBezTo>
                    <a:pt x="7531" y="118"/>
                    <a:pt x="7231" y="228"/>
                    <a:pt x="6995" y="429"/>
                  </a:cubicBezTo>
                  <a:cubicBezTo>
                    <a:pt x="6808" y="162"/>
                    <a:pt x="6461" y="1"/>
                    <a:pt x="6074"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86"/>
            <p:cNvSpPr/>
            <p:nvPr/>
          </p:nvSpPr>
          <p:spPr>
            <a:xfrm>
              <a:off x="6247920" y="3365674"/>
              <a:ext cx="305782" cy="218498"/>
            </a:xfrm>
            <a:custGeom>
              <a:rect b="b" l="l" r="r" t="t"/>
              <a:pathLst>
                <a:path extrusionOk="0" h="8346" w="11680">
                  <a:moveTo>
                    <a:pt x="4251" y="1"/>
                  </a:moveTo>
                  <a:cubicBezTo>
                    <a:pt x="4150" y="1"/>
                    <a:pt x="4045" y="12"/>
                    <a:pt x="3940" y="34"/>
                  </a:cubicBezTo>
                  <a:cubicBezTo>
                    <a:pt x="3652" y="97"/>
                    <a:pt x="3392" y="251"/>
                    <a:pt x="3200" y="476"/>
                  </a:cubicBezTo>
                  <a:cubicBezTo>
                    <a:pt x="3028" y="355"/>
                    <a:pt x="2802" y="288"/>
                    <a:pt x="2560" y="288"/>
                  </a:cubicBezTo>
                  <a:cubicBezTo>
                    <a:pt x="2391" y="288"/>
                    <a:pt x="2214" y="321"/>
                    <a:pt x="2042" y="390"/>
                  </a:cubicBezTo>
                  <a:cubicBezTo>
                    <a:pt x="1773" y="496"/>
                    <a:pt x="1548" y="683"/>
                    <a:pt x="1394" y="928"/>
                  </a:cubicBezTo>
                  <a:cubicBezTo>
                    <a:pt x="1314" y="904"/>
                    <a:pt x="1231" y="893"/>
                    <a:pt x="1145" y="893"/>
                  </a:cubicBezTo>
                  <a:cubicBezTo>
                    <a:pt x="812" y="893"/>
                    <a:pt x="449" y="1068"/>
                    <a:pt x="193" y="1389"/>
                  </a:cubicBezTo>
                  <a:cubicBezTo>
                    <a:pt x="116" y="1480"/>
                    <a:pt x="53" y="1581"/>
                    <a:pt x="1" y="1687"/>
                  </a:cubicBezTo>
                  <a:cubicBezTo>
                    <a:pt x="63" y="1673"/>
                    <a:pt x="121" y="1658"/>
                    <a:pt x="178" y="1649"/>
                  </a:cubicBezTo>
                  <a:cubicBezTo>
                    <a:pt x="414" y="1620"/>
                    <a:pt x="635" y="1524"/>
                    <a:pt x="817" y="1370"/>
                  </a:cubicBezTo>
                  <a:cubicBezTo>
                    <a:pt x="933" y="1274"/>
                    <a:pt x="1058" y="1197"/>
                    <a:pt x="1197" y="1144"/>
                  </a:cubicBezTo>
                  <a:cubicBezTo>
                    <a:pt x="1358" y="1074"/>
                    <a:pt x="1531" y="1038"/>
                    <a:pt x="1707" y="1038"/>
                  </a:cubicBezTo>
                  <a:cubicBezTo>
                    <a:pt x="1782" y="1038"/>
                    <a:pt x="1857" y="1045"/>
                    <a:pt x="1932" y="1058"/>
                  </a:cubicBezTo>
                  <a:cubicBezTo>
                    <a:pt x="2003" y="1070"/>
                    <a:pt x="2075" y="1077"/>
                    <a:pt x="2146" y="1077"/>
                  </a:cubicBezTo>
                  <a:cubicBezTo>
                    <a:pt x="2344" y="1077"/>
                    <a:pt x="2538" y="1028"/>
                    <a:pt x="2715" y="933"/>
                  </a:cubicBezTo>
                  <a:cubicBezTo>
                    <a:pt x="2835" y="866"/>
                    <a:pt x="2965" y="818"/>
                    <a:pt x="3099" y="784"/>
                  </a:cubicBezTo>
                  <a:cubicBezTo>
                    <a:pt x="3198" y="761"/>
                    <a:pt x="3298" y="750"/>
                    <a:pt x="3398" y="750"/>
                  </a:cubicBezTo>
                  <a:cubicBezTo>
                    <a:pt x="3590" y="750"/>
                    <a:pt x="3782" y="791"/>
                    <a:pt x="3959" y="870"/>
                  </a:cubicBezTo>
                  <a:cubicBezTo>
                    <a:pt x="4111" y="941"/>
                    <a:pt x="4275" y="977"/>
                    <a:pt x="4440" y="977"/>
                  </a:cubicBezTo>
                  <a:cubicBezTo>
                    <a:pt x="4556" y="977"/>
                    <a:pt x="4672" y="959"/>
                    <a:pt x="4785" y="923"/>
                  </a:cubicBezTo>
                  <a:cubicBezTo>
                    <a:pt x="4913" y="887"/>
                    <a:pt x="5048" y="868"/>
                    <a:pt x="5183" y="868"/>
                  </a:cubicBezTo>
                  <a:cubicBezTo>
                    <a:pt x="5211" y="868"/>
                    <a:pt x="5238" y="869"/>
                    <a:pt x="5266" y="870"/>
                  </a:cubicBezTo>
                  <a:cubicBezTo>
                    <a:pt x="5559" y="885"/>
                    <a:pt x="5838" y="990"/>
                    <a:pt x="6063" y="1178"/>
                  </a:cubicBezTo>
                  <a:cubicBezTo>
                    <a:pt x="6251" y="1341"/>
                    <a:pt x="6486" y="1437"/>
                    <a:pt x="6736" y="1456"/>
                  </a:cubicBezTo>
                  <a:cubicBezTo>
                    <a:pt x="6894" y="1471"/>
                    <a:pt x="7043" y="1514"/>
                    <a:pt x="7188" y="1577"/>
                  </a:cubicBezTo>
                  <a:cubicBezTo>
                    <a:pt x="7399" y="1673"/>
                    <a:pt x="7586" y="1817"/>
                    <a:pt x="7726" y="2004"/>
                  </a:cubicBezTo>
                  <a:cubicBezTo>
                    <a:pt x="7889" y="2225"/>
                    <a:pt x="8124" y="2384"/>
                    <a:pt x="8389" y="2451"/>
                  </a:cubicBezTo>
                  <a:lnTo>
                    <a:pt x="8537" y="2489"/>
                  </a:lnTo>
                  <a:cubicBezTo>
                    <a:pt x="8773" y="2542"/>
                    <a:pt x="9128" y="2970"/>
                    <a:pt x="9128" y="2970"/>
                  </a:cubicBezTo>
                  <a:cubicBezTo>
                    <a:pt x="9224" y="3109"/>
                    <a:pt x="9292" y="3258"/>
                    <a:pt x="9330" y="3421"/>
                  </a:cubicBezTo>
                  <a:cubicBezTo>
                    <a:pt x="9388" y="3690"/>
                    <a:pt x="9541" y="3926"/>
                    <a:pt x="9762" y="4084"/>
                  </a:cubicBezTo>
                  <a:cubicBezTo>
                    <a:pt x="9873" y="4171"/>
                    <a:pt x="9969" y="4267"/>
                    <a:pt x="10056" y="4377"/>
                  </a:cubicBezTo>
                  <a:cubicBezTo>
                    <a:pt x="10209" y="4589"/>
                    <a:pt x="10305" y="4834"/>
                    <a:pt x="10325" y="5093"/>
                  </a:cubicBezTo>
                  <a:cubicBezTo>
                    <a:pt x="10344" y="5309"/>
                    <a:pt x="10421" y="5521"/>
                    <a:pt x="10546" y="5694"/>
                  </a:cubicBezTo>
                  <a:cubicBezTo>
                    <a:pt x="10738" y="5991"/>
                    <a:pt x="10800" y="6352"/>
                    <a:pt x="10718" y="6693"/>
                  </a:cubicBezTo>
                  <a:cubicBezTo>
                    <a:pt x="10680" y="6899"/>
                    <a:pt x="10589" y="7092"/>
                    <a:pt x="10459" y="7255"/>
                  </a:cubicBezTo>
                  <a:cubicBezTo>
                    <a:pt x="10377" y="7361"/>
                    <a:pt x="10339" y="7495"/>
                    <a:pt x="10358" y="7630"/>
                  </a:cubicBezTo>
                  <a:cubicBezTo>
                    <a:pt x="10387" y="7875"/>
                    <a:pt x="10353" y="8120"/>
                    <a:pt x="10252" y="8345"/>
                  </a:cubicBezTo>
                  <a:cubicBezTo>
                    <a:pt x="10589" y="8269"/>
                    <a:pt x="10911" y="8004"/>
                    <a:pt x="11088" y="7615"/>
                  </a:cubicBezTo>
                  <a:cubicBezTo>
                    <a:pt x="11228" y="7317"/>
                    <a:pt x="11252" y="6976"/>
                    <a:pt x="11151" y="6664"/>
                  </a:cubicBezTo>
                  <a:cubicBezTo>
                    <a:pt x="11362" y="6472"/>
                    <a:pt x="11506" y="6217"/>
                    <a:pt x="11564" y="5939"/>
                  </a:cubicBezTo>
                  <a:cubicBezTo>
                    <a:pt x="11679" y="5415"/>
                    <a:pt x="11497" y="4915"/>
                    <a:pt x="11141" y="4694"/>
                  </a:cubicBezTo>
                  <a:cubicBezTo>
                    <a:pt x="11233" y="4368"/>
                    <a:pt x="11151" y="3964"/>
                    <a:pt x="10901" y="3623"/>
                  </a:cubicBezTo>
                  <a:cubicBezTo>
                    <a:pt x="10718" y="3378"/>
                    <a:pt x="10459" y="3200"/>
                    <a:pt x="10161" y="3123"/>
                  </a:cubicBezTo>
                  <a:cubicBezTo>
                    <a:pt x="10248" y="2835"/>
                    <a:pt x="10176" y="2499"/>
                    <a:pt x="9974" y="2220"/>
                  </a:cubicBezTo>
                  <a:cubicBezTo>
                    <a:pt x="9974" y="2220"/>
                    <a:pt x="9618" y="1793"/>
                    <a:pt x="9383" y="1740"/>
                  </a:cubicBezTo>
                  <a:cubicBezTo>
                    <a:pt x="9186" y="1697"/>
                    <a:pt x="9000" y="1631"/>
                    <a:pt x="8819" y="1631"/>
                  </a:cubicBezTo>
                  <a:cubicBezTo>
                    <a:pt x="8797" y="1631"/>
                    <a:pt x="8775" y="1632"/>
                    <a:pt x="8754" y="1634"/>
                  </a:cubicBezTo>
                  <a:cubicBezTo>
                    <a:pt x="8672" y="1308"/>
                    <a:pt x="8413" y="995"/>
                    <a:pt x="8033" y="827"/>
                  </a:cubicBezTo>
                  <a:cubicBezTo>
                    <a:pt x="7857" y="744"/>
                    <a:pt x="7665" y="702"/>
                    <a:pt x="7473" y="702"/>
                  </a:cubicBezTo>
                  <a:cubicBezTo>
                    <a:pt x="7366" y="702"/>
                    <a:pt x="7259" y="715"/>
                    <a:pt x="7154" y="741"/>
                  </a:cubicBezTo>
                  <a:cubicBezTo>
                    <a:pt x="6986" y="400"/>
                    <a:pt x="6587" y="145"/>
                    <a:pt x="6111" y="121"/>
                  </a:cubicBezTo>
                  <a:cubicBezTo>
                    <a:pt x="6081" y="119"/>
                    <a:pt x="6050" y="118"/>
                    <a:pt x="6019" y="118"/>
                  </a:cubicBezTo>
                  <a:cubicBezTo>
                    <a:pt x="5710" y="118"/>
                    <a:pt x="5410" y="227"/>
                    <a:pt x="5170" y="428"/>
                  </a:cubicBezTo>
                  <a:cubicBezTo>
                    <a:pt x="4983" y="162"/>
                    <a:pt x="4639" y="1"/>
                    <a:pt x="4251"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86"/>
            <p:cNvSpPr/>
            <p:nvPr/>
          </p:nvSpPr>
          <p:spPr>
            <a:xfrm>
              <a:off x="6221007" y="3434108"/>
              <a:ext cx="3299" cy="6571"/>
            </a:xfrm>
            <a:custGeom>
              <a:rect b="b" l="l" r="r" t="t"/>
              <a:pathLst>
                <a:path extrusionOk="0" h="251" w="126">
                  <a:moveTo>
                    <a:pt x="125" y="0"/>
                  </a:moveTo>
                  <a:lnTo>
                    <a:pt x="125" y="0"/>
                  </a:lnTo>
                  <a:cubicBezTo>
                    <a:pt x="73" y="82"/>
                    <a:pt x="34" y="164"/>
                    <a:pt x="1" y="250"/>
                  </a:cubicBezTo>
                  <a:cubicBezTo>
                    <a:pt x="25" y="250"/>
                    <a:pt x="49" y="245"/>
                    <a:pt x="77" y="245"/>
                  </a:cubicBezTo>
                  <a:cubicBezTo>
                    <a:pt x="82" y="164"/>
                    <a:pt x="101" y="82"/>
                    <a:pt x="125"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86"/>
            <p:cNvSpPr/>
            <p:nvPr/>
          </p:nvSpPr>
          <p:spPr>
            <a:xfrm>
              <a:off x="6360363" y="3584905"/>
              <a:ext cx="137105" cy="137759"/>
            </a:xfrm>
            <a:custGeom>
              <a:rect b="b" l="l" r="r" t="t"/>
              <a:pathLst>
                <a:path extrusionOk="0" h="5262" w="5237">
                  <a:moveTo>
                    <a:pt x="587" y="0"/>
                  </a:moveTo>
                  <a:cubicBezTo>
                    <a:pt x="587" y="0"/>
                    <a:pt x="1" y="1576"/>
                    <a:pt x="1821" y="2623"/>
                  </a:cubicBezTo>
                  <a:cubicBezTo>
                    <a:pt x="3277" y="3459"/>
                    <a:pt x="3921" y="4108"/>
                    <a:pt x="4021" y="4766"/>
                  </a:cubicBezTo>
                  <a:cubicBezTo>
                    <a:pt x="4064" y="5055"/>
                    <a:pt x="4310" y="5262"/>
                    <a:pt x="4593" y="5262"/>
                  </a:cubicBezTo>
                  <a:cubicBezTo>
                    <a:pt x="4629" y="5262"/>
                    <a:pt x="4666" y="5258"/>
                    <a:pt x="4704" y="5251"/>
                  </a:cubicBezTo>
                  <a:cubicBezTo>
                    <a:pt x="5026" y="5193"/>
                    <a:pt x="5237" y="4876"/>
                    <a:pt x="5165" y="4554"/>
                  </a:cubicBezTo>
                  <a:lnTo>
                    <a:pt x="4598" y="1951"/>
                  </a:lnTo>
                  <a:lnTo>
                    <a:pt x="4084" y="658"/>
                  </a:lnTo>
                  <a:cubicBezTo>
                    <a:pt x="4084" y="658"/>
                    <a:pt x="3518" y="696"/>
                    <a:pt x="2889" y="696"/>
                  </a:cubicBezTo>
                  <a:cubicBezTo>
                    <a:pt x="2172" y="696"/>
                    <a:pt x="1373" y="647"/>
                    <a:pt x="1235" y="437"/>
                  </a:cubicBezTo>
                  <a:cubicBezTo>
                    <a:pt x="1091" y="207"/>
                    <a:pt x="856" y="48"/>
                    <a:pt x="587"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86"/>
            <p:cNvSpPr/>
            <p:nvPr/>
          </p:nvSpPr>
          <p:spPr>
            <a:xfrm>
              <a:off x="6451810" y="3602001"/>
              <a:ext cx="46208" cy="120768"/>
            </a:xfrm>
            <a:custGeom>
              <a:rect b="b" l="l" r="r" t="t"/>
              <a:pathLst>
                <a:path extrusionOk="0" h="4613" w="1765">
                  <a:moveTo>
                    <a:pt x="596" y="1"/>
                  </a:moveTo>
                  <a:cubicBezTo>
                    <a:pt x="596" y="1"/>
                    <a:pt x="351" y="20"/>
                    <a:pt x="0" y="29"/>
                  </a:cubicBezTo>
                  <a:lnTo>
                    <a:pt x="495" y="1278"/>
                  </a:lnTo>
                  <a:lnTo>
                    <a:pt x="1062" y="3882"/>
                  </a:lnTo>
                  <a:cubicBezTo>
                    <a:pt x="1115" y="4127"/>
                    <a:pt x="1004" y="4382"/>
                    <a:pt x="783" y="4512"/>
                  </a:cubicBezTo>
                  <a:cubicBezTo>
                    <a:pt x="886" y="4581"/>
                    <a:pt x="997" y="4612"/>
                    <a:pt x="1105" y="4612"/>
                  </a:cubicBezTo>
                  <a:cubicBezTo>
                    <a:pt x="1451" y="4612"/>
                    <a:pt x="1764" y="4293"/>
                    <a:pt x="1677" y="3901"/>
                  </a:cubicBezTo>
                  <a:lnTo>
                    <a:pt x="1681" y="3901"/>
                  </a:lnTo>
                  <a:lnTo>
                    <a:pt x="1115" y="1298"/>
                  </a:lnTo>
                  <a:lnTo>
                    <a:pt x="596"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86"/>
            <p:cNvSpPr/>
            <p:nvPr/>
          </p:nvSpPr>
          <p:spPr>
            <a:xfrm>
              <a:off x="6412330" y="3579486"/>
              <a:ext cx="100714" cy="55737"/>
            </a:xfrm>
            <a:custGeom>
              <a:rect b="b" l="l" r="r" t="t"/>
              <a:pathLst>
                <a:path extrusionOk="0" h="2129" w="3847">
                  <a:moveTo>
                    <a:pt x="804" y="1"/>
                  </a:moveTo>
                  <a:cubicBezTo>
                    <a:pt x="337" y="1"/>
                    <a:pt x="0" y="440"/>
                    <a:pt x="115" y="894"/>
                  </a:cubicBezTo>
                  <a:lnTo>
                    <a:pt x="192" y="1288"/>
                  </a:lnTo>
                  <a:cubicBezTo>
                    <a:pt x="317" y="1783"/>
                    <a:pt x="763" y="2129"/>
                    <a:pt x="1273" y="2129"/>
                  </a:cubicBezTo>
                  <a:lnTo>
                    <a:pt x="2575" y="2129"/>
                  </a:lnTo>
                  <a:cubicBezTo>
                    <a:pt x="3084" y="2129"/>
                    <a:pt x="3531" y="1783"/>
                    <a:pt x="3655" y="1288"/>
                  </a:cubicBezTo>
                  <a:lnTo>
                    <a:pt x="3732" y="894"/>
                  </a:lnTo>
                  <a:cubicBezTo>
                    <a:pt x="3847" y="440"/>
                    <a:pt x="3510" y="1"/>
                    <a:pt x="3043" y="1"/>
                  </a:cubicBezTo>
                  <a:cubicBezTo>
                    <a:pt x="3041" y="1"/>
                    <a:pt x="3038" y="1"/>
                    <a:pt x="3036" y="1"/>
                  </a:cubicBezTo>
                  <a:lnTo>
                    <a:pt x="811" y="1"/>
                  </a:lnTo>
                  <a:cubicBezTo>
                    <a:pt x="809" y="1"/>
                    <a:pt x="806" y="1"/>
                    <a:pt x="80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86"/>
            <p:cNvSpPr/>
            <p:nvPr/>
          </p:nvSpPr>
          <p:spPr>
            <a:xfrm>
              <a:off x="6418587" y="3579748"/>
              <a:ext cx="94117" cy="55475"/>
            </a:xfrm>
            <a:custGeom>
              <a:rect b="b" l="l" r="r" t="t"/>
              <a:pathLst>
                <a:path extrusionOk="0" h="2119" w="3595">
                  <a:moveTo>
                    <a:pt x="2898" y="0"/>
                  </a:moveTo>
                  <a:lnTo>
                    <a:pt x="2898" y="0"/>
                  </a:lnTo>
                  <a:cubicBezTo>
                    <a:pt x="2912" y="92"/>
                    <a:pt x="2907" y="188"/>
                    <a:pt x="2883" y="284"/>
                  </a:cubicBezTo>
                  <a:lnTo>
                    <a:pt x="2806" y="678"/>
                  </a:lnTo>
                  <a:cubicBezTo>
                    <a:pt x="2681" y="1172"/>
                    <a:pt x="2235" y="1518"/>
                    <a:pt x="1725" y="1518"/>
                  </a:cubicBezTo>
                  <a:lnTo>
                    <a:pt x="428" y="1518"/>
                  </a:lnTo>
                  <a:cubicBezTo>
                    <a:pt x="279" y="1518"/>
                    <a:pt x="135" y="1490"/>
                    <a:pt x="1" y="1432"/>
                  </a:cubicBezTo>
                  <a:lnTo>
                    <a:pt x="1" y="1432"/>
                  </a:lnTo>
                  <a:cubicBezTo>
                    <a:pt x="174" y="1850"/>
                    <a:pt x="577" y="2119"/>
                    <a:pt x="1029" y="2119"/>
                  </a:cubicBezTo>
                  <a:lnTo>
                    <a:pt x="2336" y="2119"/>
                  </a:lnTo>
                  <a:cubicBezTo>
                    <a:pt x="2845" y="2119"/>
                    <a:pt x="3287" y="1778"/>
                    <a:pt x="3416" y="1283"/>
                  </a:cubicBezTo>
                  <a:lnTo>
                    <a:pt x="3493" y="884"/>
                  </a:lnTo>
                  <a:cubicBezTo>
                    <a:pt x="3594" y="471"/>
                    <a:pt x="3320" y="63"/>
                    <a:pt x="289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86"/>
            <p:cNvSpPr/>
            <p:nvPr/>
          </p:nvSpPr>
          <p:spPr>
            <a:xfrm>
              <a:off x="6373374" y="3416227"/>
              <a:ext cx="99955" cy="61261"/>
            </a:xfrm>
            <a:custGeom>
              <a:rect b="b" l="l" r="r" t="t"/>
              <a:pathLst>
                <a:path extrusionOk="0" h="2340" w="3818">
                  <a:moveTo>
                    <a:pt x="900" y="0"/>
                  </a:moveTo>
                  <a:cubicBezTo>
                    <a:pt x="674" y="0"/>
                    <a:pt x="446" y="49"/>
                    <a:pt x="229" y="150"/>
                  </a:cubicBezTo>
                  <a:cubicBezTo>
                    <a:pt x="1" y="241"/>
                    <a:pt x="105" y="550"/>
                    <a:pt x="302" y="550"/>
                  </a:cubicBezTo>
                  <a:cubicBezTo>
                    <a:pt x="333" y="550"/>
                    <a:pt x="367" y="543"/>
                    <a:pt x="402" y="525"/>
                  </a:cubicBezTo>
                  <a:cubicBezTo>
                    <a:pt x="561" y="452"/>
                    <a:pt x="729" y="417"/>
                    <a:pt x="895" y="417"/>
                  </a:cubicBezTo>
                  <a:cubicBezTo>
                    <a:pt x="1307" y="417"/>
                    <a:pt x="1704" y="633"/>
                    <a:pt x="1920" y="1010"/>
                  </a:cubicBezTo>
                  <a:cubicBezTo>
                    <a:pt x="1622" y="1346"/>
                    <a:pt x="1550" y="1822"/>
                    <a:pt x="1737" y="2225"/>
                  </a:cubicBezTo>
                  <a:cubicBezTo>
                    <a:pt x="1778" y="2306"/>
                    <a:pt x="1847" y="2340"/>
                    <a:pt x="1915" y="2340"/>
                  </a:cubicBezTo>
                  <a:cubicBezTo>
                    <a:pt x="2047" y="2340"/>
                    <a:pt x="2178" y="2214"/>
                    <a:pt x="2112" y="2052"/>
                  </a:cubicBezTo>
                  <a:cubicBezTo>
                    <a:pt x="1949" y="1697"/>
                    <a:pt x="2098" y="1279"/>
                    <a:pt x="2453" y="1111"/>
                  </a:cubicBezTo>
                  <a:cubicBezTo>
                    <a:pt x="2551" y="1066"/>
                    <a:pt x="2653" y="1045"/>
                    <a:pt x="2754" y="1045"/>
                  </a:cubicBezTo>
                  <a:cubicBezTo>
                    <a:pt x="3021" y="1045"/>
                    <a:pt x="3276" y="1194"/>
                    <a:pt x="3395" y="1452"/>
                  </a:cubicBezTo>
                  <a:cubicBezTo>
                    <a:pt x="3433" y="1525"/>
                    <a:pt x="3506" y="1568"/>
                    <a:pt x="3582" y="1568"/>
                  </a:cubicBezTo>
                  <a:cubicBezTo>
                    <a:pt x="3611" y="1568"/>
                    <a:pt x="3641" y="1561"/>
                    <a:pt x="3669" y="1548"/>
                  </a:cubicBezTo>
                  <a:cubicBezTo>
                    <a:pt x="3769" y="1500"/>
                    <a:pt x="3818" y="1380"/>
                    <a:pt x="3769" y="1274"/>
                  </a:cubicBezTo>
                  <a:cubicBezTo>
                    <a:pt x="3582" y="869"/>
                    <a:pt x="3182" y="630"/>
                    <a:pt x="2765" y="630"/>
                  </a:cubicBezTo>
                  <a:cubicBezTo>
                    <a:pt x="2594" y="630"/>
                    <a:pt x="2420" y="670"/>
                    <a:pt x="2256" y="755"/>
                  </a:cubicBezTo>
                  <a:cubicBezTo>
                    <a:pt x="1955" y="272"/>
                    <a:pt x="1436" y="0"/>
                    <a:pt x="9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86"/>
            <p:cNvSpPr/>
            <p:nvPr/>
          </p:nvSpPr>
          <p:spPr>
            <a:xfrm>
              <a:off x="6249517" y="3463456"/>
              <a:ext cx="84771" cy="48093"/>
            </a:xfrm>
            <a:custGeom>
              <a:rect b="b" l="l" r="r" t="t"/>
              <a:pathLst>
                <a:path extrusionOk="0" h="1837" w="3238">
                  <a:moveTo>
                    <a:pt x="2481" y="0"/>
                  </a:moveTo>
                  <a:cubicBezTo>
                    <a:pt x="2023" y="0"/>
                    <a:pt x="1585" y="255"/>
                    <a:pt x="1366" y="695"/>
                  </a:cubicBezTo>
                  <a:cubicBezTo>
                    <a:pt x="1212" y="646"/>
                    <a:pt x="1053" y="622"/>
                    <a:pt x="895" y="622"/>
                  </a:cubicBezTo>
                  <a:cubicBezTo>
                    <a:pt x="668" y="622"/>
                    <a:pt x="442" y="671"/>
                    <a:pt x="233" y="767"/>
                  </a:cubicBezTo>
                  <a:cubicBezTo>
                    <a:pt x="1" y="858"/>
                    <a:pt x="105" y="1168"/>
                    <a:pt x="304" y="1168"/>
                  </a:cubicBezTo>
                  <a:cubicBezTo>
                    <a:pt x="336" y="1168"/>
                    <a:pt x="370" y="1160"/>
                    <a:pt x="406" y="1142"/>
                  </a:cubicBezTo>
                  <a:cubicBezTo>
                    <a:pt x="568" y="1066"/>
                    <a:pt x="739" y="1030"/>
                    <a:pt x="907" y="1030"/>
                  </a:cubicBezTo>
                  <a:cubicBezTo>
                    <a:pt x="1355" y="1030"/>
                    <a:pt x="1784" y="1285"/>
                    <a:pt x="1986" y="1718"/>
                  </a:cubicBezTo>
                  <a:cubicBezTo>
                    <a:pt x="2026" y="1802"/>
                    <a:pt x="2095" y="1837"/>
                    <a:pt x="2164" y="1837"/>
                  </a:cubicBezTo>
                  <a:cubicBezTo>
                    <a:pt x="2297" y="1837"/>
                    <a:pt x="2432" y="1707"/>
                    <a:pt x="2356" y="1545"/>
                  </a:cubicBezTo>
                  <a:cubicBezTo>
                    <a:pt x="2226" y="1262"/>
                    <a:pt x="2010" y="1022"/>
                    <a:pt x="1746" y="858"/>
                  </a:cubicBezTo>
                  <a:cubicBezTo>
                    <a:pt x="1894" y="577"/>
                    <a:pt x="2182" y="413"/>
                    <a:pt x="2481" y="413"/>
                  </a:cubicBezTo>
                  <a:cubicBezTo>
                    <a:pt x="2601" y="413"/>
                    <a:pt x="2722" y="439"/>
                    <a:pt x="2836" y="493"/>
                  </a:cubicBezTo>
                  <a:cubicBezTo>
                    <a:pt x="2871" y="511"/>
                    <a:pt x="2905" y="519"/>
                    <a:pt x="2936" y="519"/>
                  </a:cubicBezTo>
                  <a:cubicBezTo>
                    <a:pt x="3133" y="519"/>
                    <a:pt x="3237" y="210"/>
                    <a:pt x="3009" y="119"/>
                  </a:cubicBezTo>
                  <a:cubicBezTo>
                    <a:pt x="2838" y="38"/>
                    <a:pt x="2658" y="0"/>
                    <a:pt x="24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86"/>
            <p:cNvSpPr/>
            <p:nvPr/>
          </p:nvSpPr>
          <p:spPr>
            <a:xfrm>
              <a:off x="6412618" y="3514821"/>
              <a:ext cx="53407" cy="22305"/>
            </a:xfrm>
            <a:custGeom>
              <a:rect b="b" l="l" r="r" t="t"/>
              <a:pathLst>
                <a:path extrusionOk="0" h="852" w="2040">
                  <a:moveTo>
                    <a:pt x="918" y="1"/>
                  </a:moveTo>
                  <a:cubicBezTo>
                    <a:pt x="662" y="1"/>
                    <a:pt x="404" y="78"/>
                    <a:pt x="181" y="237"/>
                  </a:cubicBezTo>
                  <a:cubicBezTo>
                    <a:pt x="1" y="370"/>
                    <a:pt x="127" y="615"/>
                    <a:pt x="300" y="615"/>
                  </a:cubicBezTo>
                  <a:cubicBezTo>
                    <a:pt x="339" y="615"/>
                    <a:pt x="380" y="602"/>
                    <a:pt x="421" y="573"/>
                  </a:cubicBezTo>
                  <a:cubicBezTo>
                    <a:pt x="572" y="465"/>
                    <a:pt x="746" y="413"/>
                    <a:pt x="917" y="413"/>
                  </a:cubicBezTo>
                  <a:cubicBezTo>
                    <a:pt x="1182" y="413"/>
                    <a:pt x="1443" y="537"/>
                    <a:pt x="1612" y="770"/>
                  </a:cubicBezTo>
                  <a:cubicBezTo>
                    <a:pt x="1651" y="823"/>
                    <a:pt x="1708" y="852"/>
                    <a:pt x="1776" y="852"/>
                  </a:cubicBezTo>
                  <a:cubicBezTo>
                    <a:pt x="1944" y="852"/>
                    <a:pt x="2040" y="664"/>
                    <a:pt x="1944" y="525"/>
                  </a:cubicBezTo>
                  <a:cubicBezTo>
                    <a:pt x="1697" y="182"/>
                    <a:pt x="1310" y="1"/>
                    <a:pt x="9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6"/>
            <p:cNvSpPr/>
            <p:nvPr/>
          </p:nvSpPr>
          <p:spPr>
            <a:xfrm>
              <a:off x="6337848" y="3489086"/>
              <a:ext cx="45475" cy="33720"/>
            </a:xfrm>
            <a:custGeom>
              <a:rect b="b" l="l" r="r" t="t"/>
              <a:pathLst>
                <a:path extrusionOk="0" h="1288" w="1737">
                  <a:moveTo>
                    <a:pt x="1513" y="0"/>
                  </a:moveTo>
                  <a:cubicBezTo>
                    <a:pt x="1425" y="0"/>
                    <a:pt x="1337" y="51"/>
                    <a:pt x="1312" y="163"/>
                  </a:cubicBezTo>
                  <a:cubicBezTo>
                    <a:pt x="1247" y="577"/>
                    <a:pt x="884" y="871"/>
                    <a:pt x="477" y="871"/>
                  </a:cubicBezTo>
                  <a:cubicBezTo>
                    <a:pt x="431" y="871"/>
                    <a:pt x="384" y="867"/>
                    <a:pt x="337" y="860"/>
                  </a:cubicBezTo>
                  <a:cubicBezTo>
                    <a:pt x="318" y="855"/>
                    <a:pt x="300" y="853"/>
                    <a:pt x="283" y="853"/>
                  </a:cubicBezTo>
                  <a:cubicBezTo>
                    <a:pt x="45" y="853"/>
                    <a:pt x="0" y="1236"/>
                    <a:pt x="270" y="1268"/>
                  </a:cubicBezTo>
                  <a:cubicBezTo>
                    <a:pt x="342" y="1277"/>
                    <a:pt x="409" y="1287"/>
                    <a:pt x="481" y="1287"/>
                  </a:cubicBezTo>
                  <a:cubicBezTo>
                    <a:pt x="1096" y="1282"/>
                    <a:pt x="1620" y="835"/>
                    <a:pt x="1720" y="225"/>
                  </a:cubicBezTo>
                  <a:cubicBezTo>
                    <a:pt x="1737" y="83"/>
                    <a:pt x="1624" y="0"/>
                    <a:pt x="15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86"/>
            <p:cNvSpPr/>
            <p:nvPr/>
          </p:nvSpPr>
          <p:spPr>
            <a:xfrm>
              <a:off x="6192470" y="3360516"/>
              <a:ext cx="368510" cy="367750"/>
            </a:xfrm>
            <a:custGeom>
              <a:rect b="b" l="l" r="r" t="t"/>
              <a:pathLst>
                <a:path extrusionOk="0" h="14047" w="14076">
                  <a:moveTo>
                    <a:pt x="6375" y="1"/>
                  </a:moveTo>
                  <a:cubicBezTo>
                    <a:pt x="5984" y="1"/>
                    <a:pt x="5582" y="142"/>
                    <a:pt x="5285" y="419"/>
                  </a:cubicBezTo>
                  <a:cubicBezTo>
                    <a:pt x="5101" y="330"/>
                    <a:pt x="4898" y="288"/>
                    <a:pt x="4691" y="288"/>
                  </a:cubicBezTo>
                  <a:cubicBezTo>
                    <a:pt x="4215" y="288"/>
                    <a:pt x="3723" y="511"/>
                    <a:pt x="3425" y="899"/>
                  </a:cubicBezTo>
                  <a:cubicBezTo>
                    <a:pt x="3375" y="893"/>
                    <a:pt x="3325" y="889"/>
                    <a:pt x="3274" y="889"/>
                  </a:cubicBezTo>
                  <a:cubicBezTo>
                    <a:pt x="2625" y="889"/>
                    <a:pt x="1977" y="1421"/>
                    <a:pt x="1826" y="2134"/>
                  </a:cubicBezTo>
                  <a:cubicBezTo>
                    <a:pt x="1119" y="2283"/>
                    <a:pt x="639" y="3138"/>
                    <a:pt x="822" y="3931"/>
                  </a:cubicBezTo>
                  <a:cubicBezTo>
                    <a:pt x="125" y="4300"/>
                    <a:pt x="0" y="5405"/>
                    <a:pt x="581" y="6097"/>
                  </a:cubicBezTo>
                  <a:cubicBezTo>
                    <a:pt x="441" y="6985"/>
                    <a:pt x="1099" y="7830"/>
                    <a:pt x="1847" y="7830"/>
                  </a:cubicBezTo>
                  <a:cubicBezTo>
                    <a:pt x="1942" y="7830"/>
                    <a:pt x="2037" y="7817"/>
                    <a:pt x="2133" y="7788"/>
                  </a:cubicBezTo>
                  <a:cubicBezTo>
                    <a:pt x="2332" y="8037"/>
                    <a:pt x="2719" y="8215"/>
                    <a:pt x="3096" y="8215"/>
                  </a:cubicBezTo>
                  <a:cubicBezTo>
                    <a:pt x="3155" y="8215"/>
                    <a:pt x="3214" y="8210"/>
                    <a:pt x="3272" y="8201"/>
                  </a:cubicBezTo>
                  <a:cubicBezTo>
                    <a:pt x="3850" y="9401"/>
                    <a:pt x="4710" y="9900"/>
                    <a:pt x="5845" y="9900"/>
                  </a:cubicBezTo>
                  <a:cubicBezTo>
                    <a:pt x="6142" y="9900"/>
                    <a:pt x="6458" y="9866"/>
                    <a:pt x="6793" y="9801"/>
                  </a:cubicBezTo>
                  <a:cubicBezTo>
                    <a:pt x="6932" y="10291"/>
                    <a:pt x="7283" y="10887"/>
                    <a:pt x="8129" y="11377"/>
                  </a:cubicBezTo>
                  <a:cubicBezTo>
                    <a:pt x="9493" y="12160"/>
                    <a:pt x="10137" y="12775"/>
                    <a:pt x="10228" y="13375"/>
                  </a:cubicBezTo>
                  <a:cubicBezTo>
                    <a:pt x="10288" y="13768"/>
                    <a:pt x="10624" y="14047"/>
                    <a:pt x="11005" y="14047"/>
                  </a:cubicBezTo>
                  <a:cubicBezTo>
                    <a:pt x="11053" y="14047"/>
                    <a:pt x="11102" y="14043"/>
                    <a:pt x="11150" y="14033"/>
                  </a:cubicBezTo>
                  <a:cubicBezTo>
                    <a:pt x="11592" y="13957"/>
                    <a:pt x="11876" y="13524"/>
                    <a:pt x="11780" y="13092"/>
                  </a:cubicBezTo>
                  <a:lnTo>
                    <a:pt x="11251" y="10661"/>
                  </a:lnTo>
                  <a:cubicBezTo>
                    <a:pt x="11799" y="10541"/>
                    <a:pt x="12174" y="10104"/>
                    <a:pt x="12250" y="9700"/>
                  </a:cubicBezTo>
                  <a:cubicBezTo>
                    <a:pt x="12289" y="9345"/>
                    <a:pt x="12423" y="9177"/>
                    <a:pt x="12270" y="8759"/>
                  </a:cubicBezTo>
                  <a:cubicBezTo>
                    <a:pt x="13101" y="8691"/>
                    <a:pt x="13696" y="7759"/>
                    <a:pt x="13504" y="6933"/>
                  </a:cubicBezTo>
                  <a:cubicBezTo>
                    <a:pt x="14066" y="6328"/>
                    <a:pt x="14076" y="5300"/>
                    <a:pt x="13490" y="4800"/>
                  </a:cubicBezTo>
                  <a:cubicBezTo>
                    <a:pt x="13586" y="4142"/>
                    <a:pt x="13158" y="3431"/>
                    <a:pt x="12519" y="3172"/>
                  </a:cubicBezTo>
                  <a:cubicBezTo>
                    <a:pt x="12539" y="2917"/>
                    <a:pt x="12486" y="2662"/>
                    <a:pt x="12356" y="2441"/>
                  </a:cubicBezTo>
                  <a:cubicBezTo>
                    <a:pt x="12317" y="2350"/>
                    <a:pt x="12246" y="2313"/>
                    <a:pt x="12175" y="2313"/>
                  </a:cubicBezTo>
                  <a:cubicBezTo>
                    <a:pt x="12029" y="2313"/>
                    <a:pt x="11879" y="2472"/>
                    <a:pt x="11996" y="2643"/>
                  </a:cubicBezTo>
                  <a:cubicBezTo>
                    <a:pt x="12106" y="2826"/>
                    <a:pt x="12140" y="3047"/>
                    <a:pt x="12087" y="3258"/>
                  </a:cubicBezTo>
                  <a:cubicBezTo>
                    <a:pt x="12053" y="3373"/>
                    <a:pt x="12121" y="3489"/>
                    <a:pt x="12236" y="3517"/>
                  </a:cubicBezTo>
                  <a:cubicBezTo>
                    <a:pt x="12803" y="3652"/>
                    <a:pt x="13206" y="4315"/>
                    <a:pt x="13062" y="4839"/>
                  </a:cubicBezTo>
                  <a:cubicBezTo>
                    <a:pt x="13038" y="4925"/>
                    <a:pt x="13072" y="5016"/>
                    <a:pt x="13149" y="5069"/>
                  </a:cubicBezTo>
                  <a:cubicBezTo>
                    <a:pt x="13519" y="5305"/>
                    <a:pt x="13644" y="5929"/>
                    <a:pt x="13360" y="6438"/>
                  </a:cubicBezTo>
                  <a:cubicBezTo>
                    <a:pt x="13245" y="6169"/>
                    <a:pt x="13067" y="5929"/>
                    <a:pt x="12841" y="5737"/>
                  </a:cubicBezTo>
                  <a:cubicBezTo>
                    <a:pt x="12795" y="5691"/>
                    <a:pt x="12744" y="5671"/>
                    <a:pt x="12696" y="5671"/>
                  </a:cubicBezTo>
                  <a:cubicBezTo>
                    <a:pt x="12529" y="5671"/>
                    <a:pt x="12392" y="5903"/>
                    <a:pt x="12567" y="6044"/>
                  </a:cubicBezTo>
                  <a:cubicBezTo>
                    <a:pt x="12832" y="6265"/>
                    <a:pt x="13009" y="6568"/>
                    <a:pt x="13077" y="6904"/>
                  </a:cubicBezTo>
                  <a:cubicBezTo>
                    <a:pt x="13081" y="6914"/>
                    <a:pt x="13072" y="6923"/>
                    <a:pt x="13081" y="6933"/>
                  </a:cubicBezTo>
                  <a:cubicBezTo>
                    <a:pt x="13303" y="7586"/>
                    <a:pt x="12760" y="8366"/>
                    <a:pt x="12190" y="8366"/>
                  </a:cubicBezTo>
                  <a:cubicBezTo>
                    <a:pt x="12106" y="8366"/>
                    <a:pt x="12021" y="8349"/>
                    <a:pt x="11938" y="8312"/>
                  </a:cubicBezTo>
                  <a:cubicBezTo>
                    <a:pt x="11935" y="8311"/>
                    <a:pt x="11932" y="8310"/>
                    <a:pt x="11930" y="8310"/>
                  </a:cubicBezTo>
                  <a:cubicBezTo>
                    <a:pt x="11922" y="8310"/>
                    <a:pt x="11916" y="8313"/>
                    <a:pt x="11908" y="8313"/>
                  </a:cubicBezTo>
                  <a:cubicBezTo>
                    <a:pt x="11906" y="8313"/>
                    <a:pt x="11903" y="8313"/>
                    <a:pt x="11900" y="8312"/>
                  </a:cubicBezTo>
                  <a:cubicBezTo>
                    <a:pt x="11760" y="8216"/>
                    <a:pt x="11597" y="8168"/>
                    <a:pt x="11429" y="8163"/>
                  </a:cubicBezTo>
                  <a:lnTo>
                    <a:pt x="10410" y="8163"/>
                  </a:lnTo>
                  <a:cubicBezTo>
                    <a:pt x="10137" y="8163"/>
                    <a:pt x="10137" y="8571"/>
                    <a:pt x="10410" y="8571"/>
                  </a:cubicBezTo>
                  <a:lnTo>
                    <a:pt x="11424" y="8571"/>
                  </a:lnTo>
                  <a:cubicBezTo>
                    <a:pt x="11760" y="8571"/>
                    <a:pt x="12005" y="8888"/>
                    <a:pt x="11924" y="9210"/>
                  </a:cubicBezTo>
                  <a:cubicBezTo>
                    <a:pt x="11919" y="9220"/>
                    <a:pt x="11904" y="9301"/>
                    <a:pt x="11847" y="9614"/>
                  </a:cubicBezTo>
                  <a:cubicBezTo>
                    <a:pt x="11741" y="10012"/>
                    <a:pt x="11381" y="10291"/>
                    <a:pt x="10968" y="10291"/>
                  </a:cubicBezTo>
                  <a:lnTo>
                    <a:pt x="9666" y="10291"/>
                  </a:lnTo>
                  <a:cubicBezTo>
                    <a:pt x="9248" y="10291"/>
                    <a:pt x="8888" y="10012"/>
                    <a:pt x="8787" y="9614"/>
                  </a:cubicBezTo>
                  <a:cubicBezTo>
                    <a:pt x="8724" y="9301"/>
                    <a:pt x="8715" y="9225"/>
                    <a:pt x="8710" y="9210"/>
                  </a:cubicBezTo>
                  <a:cubicBezTo>
                    <a:pt x="8628" y="8888"/>
                    <a:pt x="8873" y="8571"/>
                    <a:pt x="9205" y="8571"/>
                  </a:cubicBezTo>
                  <a:lnTo>
                    <a:pt x="9526" y="8571"/>
                  </a:lnTo>
                  <a:cubicBezTo>
                    <a:pt x="9800" y="8571"/>
                    <a:pt x="9800" y="8163"/>
                    <a:pt x="9526" y="8163"/>
                  </a:cubicBezTo>
                  <a:lnTo>
                    <a:pt x="9205" y="8163"/>
                  </a:lnTo>
                  <a:cubicBezTo>
                    <a:pt x="8604" y="8163"/>
                    <a:pt x="8167" y="8725"/>
                    <a:pt x="8311" y="9306"/>
                  </a:cubicBezTo>
                  <a:cubicBezTo>
                    <a:pt x="8364" y="9609"/>
                    <a:pt x="8383" y="9700"/>
                    <a:pt x="8383" y="9710"/>
                  </a:cubicBezTo>
                  <a:cubicBezTo>
                    <a:pt x="8532" y="10296"/>
                    <a:pt x="9060" y="10704"/>
                    <a:pt x="9666" y="10704"/>
                  </a:cubicBezTo>
                  <a:lnTo>
                    <a:pt x="10843" y="10704"/>
                  </a:lnTo>
                  <a:lnTo>
                    <a:pt x="11381" y="13174"/>
                  </a:lnTo>
                  <a:cubicBezTo>
                    <a:pt x="11429" y="13380"/>
                    <a:pt x="11290" y="13587"/>
                    <a:pt x="11078" y="13625"/>
                  </a:cubicBezTo>
                  <a:cubicBezTo>
                    <a:pt x="11056" y="13629"/>
                    <a:pt x="11033" y="13631"/>
                    <a:pt x="11011" y="13631"/>
                  </a:cubicBezTo>
                  <a:cubicBezTo>
                    <a:pt x="10830" y="13631"/>
                    <a:pt x="10667" y="13496"/>
                    <a:pt x="10641" y="13308"/>
                  </a:cubicBezTo>
                  <a:cubicBezTo>
                    <a:pt x="10521" y="12559"/>
                    <a:pt x="9834" y="11876"/>
                    <a:pt x="8340" y="11017"/>
                  </a:cubicBezTo>
                  <a:cubicBezTo>
                    <a:pt x="7326" y="10430"/>
                    <a:pt x="7019" y="9590"/>
                    <a:pt x="7144" y="8864"/>
                  </a:cubicBezTo>
                  <a:lnTo>
                    <a:pt x="7144" y="8864"/>
                  </a:lnTo>
                  <a:cubicBezTo>
                    <a:pt x="7518" y="9037"/>
                    <a:pt x="7456" y="9215"/>
                    <a:pt x="7653" y="9215"/>
                  </a:cubicBezTo>
                  <a:cubicBezTo>
                    <a:pt x="7816" y="9210"/>
                    <a:pt x="7912" y="9023"/>
                    <a:pt x="7816" y="8888"/>
                  </a:cubicBezTo>
                  <a:cubicBezTo>
                    <a:pt x="7648" y="8663"/>
                    <a:pt x="7408" y="8499"/>
                    <a:pt x="7134" y="8432"/>
                  </a:cubicBezTo>
                  <a:cubicBezTo>
                    <a:pt x="7115" y="8413"/>
                    <a:pt x="7105" y="8389"/>
                    <a:pt x="7076" y="8379"/>
                  </a:cubicBezTo>
                  <a:cubicBezTo>
                    <a:pt x="7051" y="8370"/>
                    <a:pt x="7025" y="8365"/>
                    <a:pt x="7000" y="8365"/>
                  </a:cubicBezTo>
                  <a:cubicBezTo>
                    <a:pt x="6971" y="8365"/>
                    <a:pt x="6943" y="8371"/>
                    <a:pt x="6918" y="8384"/>
                  </a:cubicBezTo>
                  <a:cubicBezTo>
                    <a:pt x="6871" y="8379"/>
                    <a:pt x="6825" y="8376"/>
                    <a:pt x="6778" y="8376"/>
                  </a:cubicBezTo>
                  <a:cubicBezTo>
                    <a:pt x="6522" y="8376"/>
                    <a:pt x="6269" y="8454"/>
                    <a:pt x="6058" y="8600"/>
                  </a:cubicBezTo>
                  <a:cubicBezTo>
                    <a:pt x="5877" y="8730"/>
                    <a:pt x="6005" y="8978"/>
                    <a:pt x="6178" y="8978"/>
                  </a:cubicBezTo>
                  <a:cubicBezTo>
                    <a:pt x="6217" y="8978"/>
                    <a:pt x="6258" y="8965"/>
                    <a:pt x="6298" y="8936"/>
                  </a:cubicBezTo>
                  <a:cubicBezTo>
                    <a:pt x="6428" y="8845"/>
                    <a:pt x="6582" y="8797"/>
                    <a:pt x="6740" y="8792"/>
                  </a:cubicBezTo>
                  <a:lnTo>
                    <a:pt x="6740" y="8792"/>
                  </a:lnTo>
                  <a:cubicBezTo>
                    <a:pt x="6711" y="8989"/>
                    <a:pt x="6707" y="9191"/>
                    <a:pt x="6726" y="9388"/>
                  </a:cubicBezTo>
                  <a:cubicBezTo>
                    <a:pt x="6409" y="9450"/>
                    <a:pt x="6118" y="9482"/>
                    <a:pt x="5850" y="9482"/>
                  </a:cubicBezTo>
                  <a:cubicBezTo>
                    <a:pt x="4775" y="9482"/>
                    <a:pt x="4069" y="8972"/>
                    <a:pt x="3589" y="7884"/>
                  </a:cubicBezTo>
                  <a:cubicBezTo>
                    <a:pt x="3536" y="7678"/>
                    <a:pt x="3488" y="7341"/>
                    <a:pt x="3536" y="7197"/>
                  </a:cubicBezTo>
                  <a:cubicBezTo>
                    <a:pt x="3569" y="7092"/>
                    <a:pt x="3512" y="6976"/>
                    <a:pt x="3406" y="6938"/>
                  </a:cubicBezTo>
                  <a:cubicBezTo>
                    <a:pt x="3385" y="6931"/>
                    <a:pt x="3364" y="6928"/>
                    <a:pt x="3343" y="6928"/>
                  </a:cubicBezTo>
                  <a:cubicBezTo>
                    <a:pt x="3254" y="6928"/>
                    <a:pt x="3173" y="6983"/>
                    <a:pt x="3142" y="7072"/>
                  </a:cubicBezTo>
                  <a:cubicBezTo>
                    <a:pt x="3075" y="7274"/>
                    <a:pt x="3108" y="7572"/>
                    <a:pt x="3147" y="7779"/>
                  </a:cubicBezTo>
                  <a:cubicBezTo>
                    <a:pt x="3122" y="7780"/>
                    <a:pt x="3097" y="7781"/>
                    <a:pt x="3073" y="7781"/>
                  </a:cubicBezTo>
                  <a:cubicBezTo>
                    <a:pt x="2722" y="7781"/>
                    <a:pt x="2466" y="7592"/>
                    <a:pt x="2412" y="7457"/>
                  </a:cubicBezTo>
                  <a:cubicBezTo>
                    <a:pt x="2392" y="7399"/>
                    <a:pt x="2349" y="7356"/>
                    <a:pt x="2292" y="7337"/>
                  </a:cubicBezTo>
                  <a:cubicBezTo>
                    <a:pt x="2264" y="7325"/>
                    <a:pt x="2240" y="7321"/>
                    <a:pt x="2218" y="7321"/>
                  </a:cubicBezTo>
                  <a:cubicBezTo>
                    <a:pt x="2147" y="7321"/>
                    <a:pt x="2095" y="7368"/>
                    <a:pt x="2003" y="7389"/>
                  </a:cubicBezTo>
                  <a:cubicBezTo>
                    <a:pt x="1950" y="7405"/>
                    <a:pt x="1896" y="7412"/>
                    <a:pt x="1843" y="7412"/>
                  </a:cubicBezTo>
                  <a:cubicBezTo>
                    <a:pt x="1320" y="7412"/>
                    <a:pt x="851" y="6719"/>
                    <a:pt x="1004" y="6073"/>
                  </a:cubicBezTo>
                  <a:cubicBezTo>
                    <a:pt x="1057" y="5862"/>
                    <a:pt x="798" y="5862"/>
                    <a:pt x="668" y="5377"/>
                  </a:cubicBezTo>
                  <a:cubicBezTo>
                    <a:pt x="524" y="4863"/>
                    <a:pt x="725" y="4353"/>
                    <a:pt x="1129" y="4243"/>
                  </a:cubicBezTo>
                  <a:cubicBezTo>
                    <a:pt x="1244" y="4209"/>
                    <a:pt x="1312" y="4084"/>
                    <a:pt x="1264" y="3969"/>
                  </a:cubicBezTo>
                  <a:cubicBezTo>
                    <a:pt x="1023" y="3340"/>
                    <a:pt x="1441" y="2537"/>
                    <a:pt x="2013" y="2513"/>
                  </a:cubicBezTo>
                  <a:cubicBezTo>
                    <a:pt x="2119" y="2509"/>
                    <a:pt x="2205" y="2427"/>
                    <a:pt x="2215" y="2326"/>
                  </a:cubicBezTo>
                  <a:cubicBezTo>
                    <a:pt x="2261" y="1771"/>
                    <a:pt x="2775" y="1290"/>
                    <a:pt x="3265" y="1290"/>
                  </a:cubicBezTo>
                  <a:cubicBezTo>
                    <a:pt x="3331" y="1290"/>
                    <a:pt x="3396" y="1299"/>
                    <a:pt x="3459" y="1317"/>
                  </a:cubicBezTo>
                  <a:cubicBezTo>
                    <a:pt x="3479" y="1324"/>
                    <a:pt x="3500" y="1327"/>
                    <a:pt x="3520" y="1327"/>
                  </a:cubicBezTo>
                  <a:cubicBezTo>
                    <a:pt x="3591" y="1327"/>
                    <a:pt x="3657" y="1289"/>
                    <a:pt x="3694" y="1226"/>
                  </a:cubicBezTo>
                  <a:cubicBezTo>
                    <a:pt x="3893" y="896"/>
                    <a:pt x="4299" y="689"/>
                    <a:pt x="4687" y="689"/>
                  </a:cubicBezTo>
                  <a:cubicBezTo>
                    <a:pt x="4796" y="689"/>
                    <a:pt x="4904" y="706"/>
                    <a:pt x="5006" y="741"/>
                  </a:cubicBezTo>
                  <a:cubicBezTo>
                    <a:pt x="4915" y="870"/>
                    <a:pt x="4862" y="1019"/>
                    <a:pt x="4847" y="1173"/>
                  </a:cubicBezTo>
                  <a:cubicBezTo>
                    <a:pt x="4804" y="1183"/>
                    <a:pt x="4761" y="1192"/>
                    <a:pt x="4722" y="1202"/>
                  </a:cubicBezTo>
                  <a:cubicBezTo>
                    <a:pt x="4530" y="1269"/>
                    <a:pt x="4353" y="1375"/>
                    <a:pt x="4204" y="1509"/>
                  </a:cubicBezTo>
                  <a:cubicBezTo>
                    <a:pt x="4127" y="1591"/>
                    <a:pt x="4122" y="1721"/>
                    <a:pt x="4204" y="1802"/>
                  </a:cubicBezTo>
                  <a:cubicBezTo>
                    <a:pt x="4242" y="1843"/>
                    <a:pt x="4295" y="1864"/>
                    <a:pt x="4348" y="1864"/>
                  </a:cubicBezTo>
                  <a:cubicBezTo>
                    <a:pt x="4402" y="1864"/>
                    <a:pt x="4456" y="1843"/>
                    <a:pt x="4497" y="1802"/>
                  </a:cubicBezTo>
                  <a:cubicBezTo>
                    <a:pt x="4509" y="1790"/>
                    <a:pt x="4748" y="1559"/>
                    <a:pt x="5067" y="1559"/>
                  </a:cubicBezTo>
                  <a:cubicBezTo>
                    <a:pt x="5231" y="1559"/>
                    <a:pt x="5416" y="1620"/>
                    <a:pt x="5602" y="1802"/>
                  </a:cubicBezTo>
                  <a:cubicBezTo>
                    <a:pt x="5640" y="1841"/>
                    <a:pt x="5693" y="1865"/>
                    <a:pt x="5746" y="1865"/>
                  </a:cubicBezTo>
                  <a:cubicBezTo>
                    <a:pt x="5928" y="1865"/>
                    <a:pt x="6020" y="1644"/>
                    <a:pt x="5890" y="1514"/>
                  </a:cubicBezTo>
                  <a:cubicBezTo>
                    <a:pt x="5722" y="1336"/>
                    <a:pt x="5505" y="1216"/>
                    <a:pt x="5265" y="1168"/>
                  </a:cubicBezTo>
                  <a:cubicBezTo>
                    <a:pt x="5304" y="1039"/>
                    <a:pt x="5376" y="918"/>
                    <a:pt x="5472" y="822"/>
                  </a:cubicBezTo>
                  <a:cubicBezTo>
                    <a:pt x="5472" y="818"/>
                    <a:pt x="5477" y="818"/>
                    <a:pt x="5477" y="813"/>
                  </a:cubicBezTo>
                  <a:cubicBezTo>
                    <a:pt x="5735" y="530"/>
                    <a:pt x="6073" y="404"/>
                    <a:pt x="6385" y="404"/>
                  </a:cubicBezTo>
                  <a:cubicBezTo>
                    <a:pt x="6694" y="404"/>
                    <a:pt x="6976" y="528"/>
                    <a:pt x="7129" y="746"/>
                  </a:cubicBezTo>
                  <a:cubicBezTo>
                    <a:pt x="7163" y="794"/>
                    <a:pt x="7216" y="822"/>
                    <a:pt x="7273" y="827"/>
                  </a:cubicBezTo>
                  <a:cubicBezTo>
                    <a:pt x="7283" y="829"/>
                    <a:pt x="7293" y="830"/>
                    <a:pt x="7303" y="830"/>
                  </a:cubicBezTo>
                  <a:cubicBezTo>
                    <a:pt x="7352" y="830"/>
                    <a:pt x="7401" y="811"/>
                    <a:pt x="7437" y="779"/>
                  </a:cubicBezTo>
                  <a:cubicBezTo>
                    <a:pt x="7631" y="605"/>
                    <a:pt x="7894" y="523"/>
                    <a:pt x="8157" y="523"/>
                  </a:cubicBezTo>
                  <a:cubicBezTo>
                    <a:pt x="8546" y="523"/>
                    <a:pt x="8934" y="702"/>
                    <a:pt x="9094" y="1029"/>
                  </a:cubicBezTo>
                  <a:cubicBezTo>
                    <a:pt x="9129" y="1102"/>
                    <a:pt x="9201" y="1148"/>
                    <a:pt x="9278" y="1148"/>
                  </a:cubicBezTo>
                  <a:cubicBezTo>
                    <a:pt x="9297" y="1148"/>
                    <a:pt x="9316" y="1145"/>
                    <a:pt x="9334" y="1139"/>
                  </a:cubicBezTo>
                  <a:cubicBezTo>
                    <a:pt x="9419" y="1117"/>
                    <a:pt x="9506" y="1106"/>
                    <a:pt x="9593" y="1106"/>
                  </a:cubicBezTo>
                  <a:cubicBezTo>
                    <a:pt x="10077" y="1106"/>
                    <a:pt x="10570" y="1436"/>
                    <a:pt x="10684" y="1884"/>
                  </a:cubicBezTo>
                  <a:cubicBezTo>
                    <a:pt x="10707" y="1978"/>
                    <a:pt x="10792" y="2039"/>
                    <a:pt x="10885" y="2039"/>
                  </a:cubicBezTo>
                  <a:cubicBezTo>
                    <a:pt x="10892" y="2039"/>
                    <a:pt x="10898" y="2038"/>
                    <a:pt x="10905" y="2038"/>
                  </a:cubicBezTo>
                  <a:cubicBezTo>
                    <a:pt x="10935" y="2035"/>
                    <a:pt x="10965" y="2034"/>
                    <a:pt x="10994" y="2034"/>
                  </a:cubicBezTo>
                  <a:cubicBezTo>
                    <a:pt x="11142" y="2034"/>
                    <a:pt x="11288" y="2064"/>
                    <a:pt x="11424" y="2124"/>
                  </a:cubicBezTo>
                  <a:cubicBezTo>
                    <a:pt x="11458" y="2140"/>
                    <a:pt x="11491" y="2147"/>
                    <a:pt x="11521" y="2147"/>
                  </a:cubicBezTo>
                  <a:cubicBezTo>
                    <a:pt x="11720" y="2147"/>
                    <a:pt x="11817" y="1841"/>
                    <a:pt x="11587" y="1750"/>
                  </a:cubicBezTo>
                  <a:cubicBezTo>
                    <a:pt x="11414" y="1673"/>
                    <a:pt x="11222" y="1629"/>
                    <a:pt x="11030" y="1620"/>
                  </a:cubicBezTo>
                  <a:cubicBezTo>
                    <a:pt x="10801" y="1071"/>
                    <a:pt x="10196" y="697"/>
                    <a:pt x="9587" y="697"/>
                  </a:cubicBezTo>
                  <a:cubicBezTo>
                    <a:pt x="9519" y="697"/>
                    <a:pt x="9450" y="702"/>
                    <a:pt x="9382" y="712"/>
                  </a:cubicBezTo>
                  <a:cubicBezTo>
                    <a:pt x="9118" y="327"/>
                    <a:pt x="8639" y="116"/>
                    <a:pt x="8156" y="116"/>
                  </a:cubicBezTo>
                  <a:cubicBezTo>
                    <a:pt x="7866" y="116"/>
                    <a:pt x="7575" y="191"/>
                    <a:pt x="7326" y="352"/>
                  </a:cubicBezTo>
                  <a:cubicBezTo>
                    <a:pt x="7075" y="116"/>
                    <a:pt x="6729" y="1"/>
                    <a:pt x="6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5" name="Google Shape;13955;p86"/>
          <p:cNvGrpSpPr/>
          <p:nvPr/>
        </p:nvGrpSpPr>
        <p:grpSpPr>
          <a:xfrm>
            <a:off x="4935019" y="1516109"/>
            <a:ext cx="246642" cy="368667"/>
            <a:chOff x="4935019" y="1516109"/>
            <a:chExt cx="246642" cy="368667"/>
          </a:xfrm>
        </p:grpSpPr>
        <p:sp>
          <p:nvSpPr>
            <p:cNvPr id="13956" name="Google Shape;13956;p86"/>
            <p:cNvSpPr/>
            <p:nvPr/>
          </p:nvSpPr>
          <p:spPr>
            <a:xfrm>
              <a:off x="4993112" y="1521528"/>
              <a:ext cx="42150" cy="117993"/>
            </a:xfrm>
            <a:custGeom>
              <a:rect b="b" l="l" r="r" t="t"/>
              <a:pathLst>
                <a:path extrusionOk="0" h="4507" w="1610">
                  <a:moveTo>
                    <a:pt x="803" y="1"/>
                  </a:moveTo>
                  <a:cubicBezTo>
                    <a:pt x="361" y="1"/>
                    <a:pt x="1" y="361"/>
                    <a:pt x="1" y="808"/>
                  </a:cubicBezTo>
                  <a:lnTo>
                    <a:pt x="1" y="4507"/>
                  </a:lnTo>
                  <a:cubicBezTo>
                    <a:pt x="246" y="4108"/>
                    <a:pt x="688" y="3863"/>
                    <a:pt x="1158" y="3863"/>
                  </a:cubicBezTo>
                  <a:cubicBezTo>
                    <a:pt x="1312" y="3868"/>
                    <a:pt x="1466" y="3892"/>
                    <a:pt x="1610" y="3940"/>
                  </a:cubicBezTo>
                  <a:lnTo>
                    <a:pt x="1610" y="808"/>
                  </a:lnTo>
                  <a:cubicBezTo>
                    <a:pt x="1610" y="361"/>
                    <a:pt x="1250" y="1"/>
                    <a:pt x="803"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86"/>
            <p:cNvSpPr/>
            <p:nvPr/>
          </p:nvSpPr>
          <p:spPr>
            <a:xfrm>
              <a:off x="4992981" y="1604912"/>
              <a:ext cx="42281" cy="34610"/>
            </a:xfrm>
            <a:custGeom>
              <a:rect b="b" l="l" r="r" t="t"/>
              <a:pathLst>
                <a:path extrusionOk="0" h="1322" w="1615">
                  <a:moveTo>
                    <a:pt x="1163" y="1"/>
                  </a:moveTo>
                  <a:cubicBezTo>
                    <a:pt x="688" y="1"/>
                    <a:pt x="251" y="246"/>
                    <a:pt x="1" y="644"/>
                  </a:cubicBezTo>
                  <a:lnTo>
                    <a:pt x="1" y="1322"/>
                  </a:lnTo>
                  <a:cubicBezTo>
                    <a:pt x="251" y="923"/>
                    <a:pt x="693" y="678"/>
                    <a:pt x="1163" y="678"/>
                  </a:cubicBezTo>
                  <a:cubicBezTo>
                    <a:pt x="1317" y="678"/>
                    <a:pt x="1471" y="707"/>
                    <a:pt x="1615" y="760"/>
                  </a:cubicBezTo>
                  <a:lnTo>
                    <a:pt x="1615" y="82"/>
                  </a:lnTo>
                  <a:cubicBezTo>
                    <a:pt x="1471" y="29"/>
                    <a:pt x="1317" y="1"/>
                    <a:pt x="1163"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86"/>
            <p:cNvSpPr/>
            <p:nvPr/>
          </p:nvSpPr>
          <p:spPr>
            <a:xfrm>
              <a:off x="4940176" y="1557055"/>
              <a:ext cx="200879" cy="322197"/>
            </a:xfrm>
            <a:custGeom>
              <a:rect b="b" l="l" r="r" t="t"/>
              <a:pathLst>
                <a:path extrusionOk="0" h="12307" w="7673">
                  <a:moveTo>
                    <a:pt x="1465" y="8876"/>
                  </a:moveTo>
                  <a:cubicBezTo>
                    <a:pt x="1816" y="8876"/>
                    <a:pt x="2104" y="9160"/>
                    <a:pt x="2104" y="9510"/>
                  </a:cubicBezTo>
                  <a:lnTo>
                    <a:pt x="2104" y="10692"/>
                  </a:lnTo>
                  <a:cubicBezTo>
                    <a:pt x="2104" y="11043"/>
                    <a:pt x="1816" y="11326"/>
                    <a:pt x="1465" y="11326"/>
                  </a:cubicBezTo>
                  <a:cubicBezTo>
                    <a:pt x="1115" y="11326"/>
                    <a:pt x="831" y="11043"/>
                    <a:pt x="831" y="10692"/>
                  </a:cubicBezTo>
                  <a:lnTo>
                    <a:pt x="831" y="9510"/>
                  </a:lnTo>
                  <a:cubicBezTo>
                    <a:pt x="831" y="9160"/>
                    <a:pt x="1115" y="8876"/>
                    <a:pt x="1465" y="8876"/>
                  </a:cubicBezTo>
                  <a:close/>
                  <a:moveTo>
                    <a:pt x="6784" y="1"/>
                  </a:moveTo>
                  <a:cubicBezTo>
                    <a:pt x="6578" y="1"/>
                    <a:pt x="6373" y="80"/>
                    <a:pt x="6217" y="238"/>
                  </a:cubicBezTo>
                  <a:lnTo>
                    <a:pt x="3795" y="2660"/>
                  </a:lnTo>
                  <a:cubicBezTo>
                    <a:pt x="3603" y="2559"/>
                    <a:pt x="3392" y="2511"/>
                    <a:pt x="3176" y="2511"/>
                  </a:cubicBezTo>
                  <a:cubicBezTo>
                    <a:pt x="2032" y="2511"/>
                    <a:pt x="1393" y="3832"/>
                    <a:pt x="2099" y="4730"/>
                  </a:cubicBezTo>
                  <a:lnTo>
                    <a:pt x="2099" y="8035"/>
                  </a:lnTo>
                  <a:cubicBezTo>
                    <a:pt x="1911" y="7943"/>
                    <a:pt x="1704" y="7891"/>
                    <a:pt x="1493" y="7891"/>
                  </a:cubicBezTo>
                  <a:cubicBezTo>
                    <a:pt x="1484" y="7891"/>
                    <a:pt x="1475" y="7891"/>
                    <a:pt x="1465" y="7891"/>
                  </a:cubicBezTo>
                  <a:cubicBezTo>
                    <a:pt x="653" y="7891"/>
                    <a:pt x="0" y="8545"/>
                    <a:pt x="0" y="9356"/>
                  </a:cubicBezTo>
                  <a:lnTo>
                    <a:pt x="0" y="10841"/>
                  </a:lnTo>
                  <a:cubicBezTo>
                    <a:pt x="0" y="11648"/>
                    <a:pt x="653" y="12306"/>
                    <a:pt x="1465" y="12306"/>
                  </a:cubicBezTo>
                  <a:cubicBezTo>
                    <a:pt x="2277" y="12306"/>
                    <a:pt x="2935" y="11648"/>
                    <a:pt x="2935" y="10841"/>
                  </a:cubicBezTo>
                  <a:lnTo>
                    <a:pt x="2935" y="5230"/>
                  </a:lnTo>
                  <a:cubicBezTo>
                    <a:pt x="3012" y="5239"/>
                    <a:pt x="3094" y="5249"/>
                    <a:pt x="3176" y="5249"/>
                  </a:cubicBezTo>
                  <a:cubicBezTo>
                    <a:pt x="3795" y="5249"/>
                    <a:pt x="4338" y="4831"/>
                    <a:pt x="4497" y="4235"/>
                  </a:cubicBezTo>
                  <a:lnTo>
                    <a:pt x="7355" y="1377"/>
                  </a:lnTo>
                  <a:cubicBezTo>
                    <a:pt x="7672" y="1060"/>
                    <a:pt x="7672" y="551"/>
                    <a:pt x="7355" y="238"/>
                  </a:cubicBezTo>
                  <a:cubicBezTo>
                    <a:pt x="7197" y="80"/>
                    <a:pt x="6990" y="1"/>
                    <a:pt x="6784"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86"/>
            <p:cNvSpPr/>
            <p:nvPr/>
          </p:nvSpPr>
          <p:spPr>
            <a:xfrm>
              <a:off x="5032618" y="1681253"/>
              <a:ext cx="145666" cy="189072"/>
            </a:xfrm>
            <a:custGeom>
              <a:rect b="b" l="l" r="r" t="t"/>
              <a:pathLst>
                <a:path extrusionOk="0" h="7222" w="5564">
                  <a:moveTo>
                    <a:pt x="3777" y="4813"/>
                  </a:moveTo>
                  <a:cubicBezTo>
                    <a:pt x="4166" y="4813"/>
                    <a:pt x="4540" y="5115"/>
                    <a:pt x="4540" y="5573"/>
                  </a:cubicBezTo>
                  <a:cubicBezTo>
                    <a:pt x="4540" y="5991"/>
                    <a:pt x="4204" y="6332"/>
                    <a:pt x="3781" y="6332"/>
                  </a:cubicBezTo>
                  <a:cubicBezTo>
                    <a:pt x="3108" y="6332"/>
                    <a:pt x="2767" y="5516"/>
                    <a:pt x="3248" y="5035"/>
                  </a:cubicBezTo>
                  <a:cubicBezTo>
                    <a:pt x="3401" y="4882"/>
                    <a:pt x="3591" y="4813"/>
                    <a:pt x="3777" y="4813"/>
                  </a:cubicBezTo>
                  <a:close/>
                  <a:moveTo>
                    <a:pt x="706" y="1"/>
                  </a:moveTo>
                  <a:cubicBezTo>
                    <a:pt x="529" y="222"/>
                    <a:pt x="279" y="385"/>
                    <a:pt x="0" y="457"/>
                  </a:cubicBezTo>
                  <a:lnTo>
                    <a:pt x="1792" y="4829"/>
                  </a:lnTo>
                  <a:cubicBezTo>
                    <a:pt x="1946" y="5203"/>
                    <a:pt x="2080" y="5593"/>
                    <a:pt x="2186" y="5986"/>
                  </a:cubicBezTo>
                  <a:cubicBezTo>
                    <a:pt x="2376" y="6715"/>
                    <a:pt x="3029" y="7221"/>
                    <a:pt x="3779" y="7221"/>
                  </a:cubicBezTo>
                  <a:cubicBezTo>
                    <a:pt x="3786" y="7221"/>
                    <a:pt x="3793" y="7221"/>
                    <a:pt x="3800" y="7221"/>
                  </a:cubicBezTo>
                  <a:cubicBezTo>
                    <a:pt x="4554" y="7216"/>
                    <a:pt x="5212" y="6693"/>
                    <a:pt x="5385" y="5958"/>
                  </a:cubicBezTo>
                  <a:cubicBezTo>
                    <a:pt x="5563" y="5218"/>
                    <a:pt x="5217" y="4459"/>
                    <a:pt x="4545" y="4108"/>
                  </a:cubicBezTo>
                  <a:cubicBezTo>
                    <a:pt x="4303" y="3982"/>
                    <a:pt x="4042" y="3921"/>
                    <a:pt x="3782" y="3921"/>
                  </a:cubicBezTo>
                  <a:cubicBezTo>
                    <a:pt x="3321" y="3921"/>
                    <a:pt x="2866" y="4115"/>
                    <a:pt x="2546" y="4478"/>
                  </a:cubicBezTo>
                  <a:lnTo>
                    <a:pt x="70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86"/>
            <p:cNvSpPr/>
            <p:nvPr/>
          </p:nvSpPr>
          <p:spPr>
            <a:xfrm>
              <a:off x="5032618" y="1681253"/>
              <a:ext cx="25159" cy="27332"/>
            </a:xfrm>
            <a:custGeom>
              <a:rect b="b" l="l" r="r" t="t"/>
              <a:pathLst>
                <a:path extrusionOk="0" h="1044" w="961">
                  <a:moveTo>
                    <a:pt x="706" y="1"/>
                  </a:moveTo>
                  <a:cubicBezTo>
                    <a:pt x="524" y="226"/>
                    <a:pt x="279" y="385"/>
                    <a:pt x="0" y="457"/>
                  </a:cubicBezTo>
                  <a:lnTo>
                    <a:pt x="240" y="1043"/>
                  </a:lnTo>
                  <a:cubicBezTo>
                    <a:pt x="519" y="981"/>
                    <a:pt x="769" y="827"/>
                    <a:pt x="961" y="611"/>
                  </a:cubicBezTo>
                  <a:lnTo>
                    <a:pt x="706" y="1"/>
                  </a:ln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86"/>
            <p:cNvSpPr/>
            <p:nvPr/>
          </p:nvSpPr>
          <p:spPr>
            <a:xfrm>
              <a:off x="5006438" y="1646041"/>
              <a:ext cx="30343" cy="25866"/>
            </a:xfrm>
            <a:custGeom>
              <a:rect b="b" l="l" r="r" t="t"/>
              <a:pathLst>
                <a:path extrusionOk="0" h="988" w="1159">
                  <a:moveTo>
                    <a:pt x="664" y="1"/>
                  </a:moveTo>
                  <a:cubicBezTo>
                    <a:pt x="222" y="1"/>
                    <a:pt x="1" y="534"/>
                    <a:pt x="313" y="841"/>
                  </a:cubicBezTo>
                  <a:cubicBezTo>
                    <a:pt x="414" y="942"/>
                    <a:pt x="538" y="988"/>
                    <a:pt x="659" y="988"/>
                  </a:cubicBezTo>
                  <a:cubicBezTo>
                    <a:pt x="912" y="988"/>
                    <a:pt x="1154" y="791"/>
                    <a:pt x="1154" y="495"/>
                  </a:cubicBezTo>
                  <a:cubicBezTo>
                    <a:pt x="1159" y="222"/>
                    <a:pt x="933" y="1"/>
                    <a:pt x="66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86"/>
            <p:cNvSpPr/>
            <p:nvPr/>
          </p:nvSpPr>
          <p:spPr>
            <a:xfrm>
              <a:off x="4956513" y="1783878"/>
              <a:ext cx="44297" cy="75110"/>
            </a:xfrm>
            <a:custGeom>
              <a:rect b="b" l="l" r="r" t="t"/>
              <a:pathLst>
                <a:path extrusionOk="0" h="2869" w="1692">
                  <a:moveTo>
                    <a:pt x="846" y="414"/>
                  </a:moveTo>
                  <a:cubicBezTo>
                    <a:pt x="1086" y="414"/>
                    <a:pt x="1278" y="606"/>
                    <a:pt x="1278" y="846"/>
                  </a:cubicBezTo>
                  <a:lnTo>
                    <a:pt x="1278" y="2028"/>
                  </a:lnTo>
                  <a:cubicBezTo>
                    <a:pt x="1278" y="2263"/>
                    <a:pt x="1086" y="2460"/>
                    <a:pt x="846" y="2460"/>
                  </a:cubicBezTo>
                  <a:cubicBezTo>
                    <a:pt x="606" y="2460"/>
                    <a:pt x="414" y="2263"/>
                    <a:pt x="414" y="2028"/>
                  </a:cubicBezTo>
                  <a:lnTo>
                    <a:pt x="414" y="846"/>
                  </a:lnTo>
                  <a:cubicBezTo>
                    <a:pt x="414" y="606"/>
                    <a:pt x="606" y="414"/>
                    <a:pt x="846" y="414"/>
                  </a:cubicBezTo>
                  <a:close/>
                  <a:moveTo>
                    <a:pt x="846" y="1"/>
                  </a:moveTo>
                  <a:cubicBezTo>
                    <a:pt x="380" y="1"/>
                    <a:pt x="1" y="375"/>
                    <a:pt x="1" y="841"/>
                  </a:cubicBezTo>
                  <a:lnTo>
                    <a:pt x="1" y="2023"/>
                  </a:lnTo>
                  <a:cubicBezTo>
                    <a:pt x="1" y="2489"/>
                    <a:pt x="380" y="2869"/>
                    <a:pt x="846" y="2869"/>
                  </a:cubicBezTo>
                  <a:cubicBezTo>
                    <a:pt x="1312" y="2869"/>
                    <a:pt x="1692" y="2489"/>
                    <a:pt x="1692" y="2023"/>
                  </a:cubicBezTo>
                  <a:lnTo>
                    <a:pt x="1692" y="841"/>
                  </a:lnTo>
                  <a:cubicBezTo>
                    <a:pt x="1687" y="375"/>
                    <a:pt x="1312" y="1"/>
                    <a:pt x="8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86"/>
            <p:cNvSpPr/>
            <p:nvPr/>
          </p:nvSpPr>
          <p:spPr>
            <a:xfrm>
              <a:off x="4999160" y="1640621"/>
              <a:ext cx="43040" cy="36783"/>
            </a:xfrm>
            <a:custGeom>
              <a:rect b="b" l="l" r="r" t="t"/>
              <a:pathLst>
                <a:path extrusionOk="0" h="1405" w="1644">
                  <a:moveTo>
                    <a:pt x="938" y="410"/>
                  </a:moveTo>
                  <a:cubicBezTo>
                    <a:pt x="1087" y="410"/>
                    <a:pt x="1230" y="527"/>
                    <a:pt x="1230" y="702"/>
                  </a:cubicBezTo>
                  <a:cubicBezTo>
                    <a:pt x="1230" y="861"/>
                    <a:pt x="1100" y="991"/>
                    <a:pt x="937" y="995"/>
                  </a:cubicBezTo>
                  <a:lnTo>
                    <a:pt x="937" y="991"/>
                  </a:lnTo>
                  <a:cubicBezTo>
                    <a:pt x="682" y="991"/>
                    <a:pt x="553" y="678"/>
                    <a:pt x="735" y="496"/>
                  </a:cubicBezTo>
                  <a:cubicBezTo>
                    <a:pt x="794" y="437"/>
                    <a:pt x="867" y="410"/>
                    <a:pt x="938" y="410"/>
                  </a:cubicBezTo>
                  <a:close/>
                  <a:moveTo>
                    <a:pt x="937" y="1"/>
                  </a:moveTo>
                  <a:cubicBezTo>
                    <a:pt x="312" y="1"/>
                    <a:pt x="0" y="755"/>
                    <a:pt x="442" y="1197"/>
                  </a:cubicBezTo>
                  <a:cubicBezTo>
                    <a:pt x="585" y="1340"/>
                    <a:pt x="761" y="1404"/>
                    <a:pt x="935" y="1404"/>
                  </a:cubicBezTo>
                  <a:cubicBezTo>
                    <a:pt x="1296" y="1404"/>
                    <a:pt x="1643" y="1125"/>
                    <a:pt x="1643" y="702"/>
                  </a:cubicBezTo>
                  <a:cubicBezTo>
                    <a:pt x="1638" y="313"/>
                    <a:pt x="1326" y="1"/>
                    <a:pt x="9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86"/>
            <p:cNvSpPr/>
            <p:nvPr/>
          </p:nvSpPr>
          <p:spPr>
            <a:xfrm>
              <a:off x="5106445" y="1802126"/>
              <a:ext cx="58879" cy="50318"/>
            </a:xfrm>
            <a:custGeom>
              <a:rect b="b" l="l" r="r" t="t"/>
              <a:pathLst>
                <a:path extrusionOk="0" h="1922" w="2249">
                  <a:moveTo>
                    <a:pt x="961" y="409"/>
                  </a:moveTo>
                  <a:cubicBezTo>
                    <a:pt x="1456" y="409"/>
                    <a:pt x="1701" y="1000"/>
                    <a:pt x="1355" y="1350"/>
                  </a:cubicBezTo>
                  <a:cubicBezTo>
                    <a:pt x="1241" y="1462"/>
                    <a:pt x="1103" y="1512"/>
                    <a:pt x="967" y="1512"/>
                  </a:cubicBezTo>
                  <a:cubicBezTo>
                    <a:pt x="684" y="1512"/>
                    <a:pt x="413" y="1293"/>
                    <a:pt x="413" y="961"/>
                  </a:cubicBezTo>
                  <a:cubicBezTo>
                    <a:pt x="413" y="654"/>
                    <a:pt x="658" y="409"/>
                    <a:pt x="961" y="409"/>
                  </a:cubicBezTo>
                  <a:close/>
                  <a:moveTo>
                    <a:pt x="969" y="0"/>
                  </a:moveTo>
                  <a:cubicBezTo>
                    <a:pt x="475" y="0"/>
                    <a:pt x="0" y="383"/>
                    <a:pt x="0" y="961"/>
                  </a:cubicBezTo>
                  <a:cubicBezTo>
                    <a:pt x="0" y="1490"/>
                    <a:pt x="432" y="1922"/>
                    <a:pt x="961" y="1922"/>
                  </a:cubicBezTo>
                  <a:cubicBezTo>
                    <a:pt x="1821" y="1922"/>
                    <a:pt x="2248" y="889"/>
                    <a:pt x="1643" y="284"/>
                  </a:cubicBezTo>
                  <a:cubicBezTo>
                    <a:pt x="1447" y="88"/>
                    <a:pt x="1206" y="0"/>
                    <a:pt x="9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86"/>
            <p:cNvSpPr/>
            <p:nvPr/>
          </p:nvSpPr>
          <p:spPr>
            <a:xfrm>
              <a:off x="4935019" y="1516109"/>
              <a:ext cx="246642" cy="368667"/>
            </a:xfrm>
            <a:custGeom>
              <a:rect b="b" l="l" r="r" t="t"/>
              <a:pathLst>
                <a:path extrusionOk="0" h="14082" w="9421">
                  <a:moveTo>
                    <a:pt x="3022" y="414"/>
                  </a:moveTo>
                  <a:cubicBezTo>
                    <a:pt x="3353" y="414"/>
                    <a:pt x="3622" y="683"/>
                    <a:pt x="3622" y="1015"/>
                  </a:cubicBezTo>
                  <a:lnTo>
                    <a:pt x="3622" y="3887"/>
                  </a:lnTo>
                  <a:cubicBezTo>
                    <a:pt x="3545" y="3876"/>
                    <a:pt x="3467" y="3870"/>
                    <a:pt x="3390" y="3870"/>
                  </a:cubicBezTo>
                  <a:cubicBezTo>
                    <a:pt x="3057" y="3870"/>
                    <a:pt x="2728" y="3976"/>
                    <a:pt x="2455" y="4171"/>
                  </a:cubicBezTo>
                  <a:cubicBezTo>
                    <a:pt x="2445" y="4176"/>
                    <a:pt x="2436" y="4180"/>
                    <a:pt x="2426" y="4190"/>
                  </a:cubicBezTo>
                  <a:lnTo>
                    <a:pt x="2426" y="1015"/>
                  </a:lnTo>
                  <a:lnTo>
                    <a:pt x="2421" y="1015"/>
                  </a:lnTo>
                  <a:cubicBezTo>
                    <a:pt x="2421" y="683"/>
                    <a:pt x="2690" y="414"/>
                    <a:pt x="3022" y="414"/>
                  </a:cubicBezTo>
                  <a:close/>
                  <a:moveTo>
                    <a:pt x="3031" y="1"/>
                  </a:moveTo>
                  <a:cubicBezTo>
                    <a:pt x="2474" y="1"/>
                    <a:pt x="2018" y="453"/>
                    <a:pt x="2018" y="1015"/>
                  </a:cubicBezTo>
                  <a:lnTo>
                    <a:pt x="2018" y="4670"/>
                  </a:lnTo>
                  <a:cubicBezTo>
                    <a:pt x="1710" y="5199"/>
                    <a:pt x="1744" y="5867"/>
                    <a:pt x="2109" y="6361"/>
                  </a:cubicBezTo>
                  <a:lnTo>
                    <a:pt x="2109" y="9306"/>
                  </a:lnTo>
                  <a:cubicBezTo>
                    <a:pt x="1965" y="9268"/>
                    <a:pt x="1821" y="9249"/>
                    <a:pt x="1677" y="9249"/>
                  </a:cubicBezTo>
                  <a:cubicBezTo>
                    <a:pt x="750" y="9249"/>
                    <a:pt x="0" y="9998"/>
                    <a:pt x="0" y="10925"/>
                  </a:cubicBezTo>
                  <a:lnTo>
                    <a:pt x="0" y="12405"/>
                  </a:lnTo>
                  <a:cubicBezTo>
                    <a:pt x="0" y="13332"/>
                    <a:pt x="750" y="14082"/>
                    <a:pt x="1677" y="14082"/>
                  </a:cubicBezTo>
                  <a:cubicBezTo>
                    <a:pt x="2604" y="14082"/>
                    <a:pt x="3353" y="13332"/>
                    <a:pt x="3353" y="12405"/>
                  </a:cubicBezTo>
                  <a:lnTo>
                    <a:pt x="3353" y="7015"/>
                  </a:lnTo>
                  <a:cubicBezTo>
                    <a:pt x="3364" y="7015"/>
                    <a:pt x="3374" y="7015"/>
                    <a:pt x="3383" y="7015"/>
                  </a:cubicBezTo>
                  <a:cubicBezTo>
                    <a:pt x="3479" y="7015"/>
                    <a:pt x="3511" y="6994"/>
                    <a:pt x="3598" y="6981"/>
                  </a:cubicBezTo>
                  <a:lnTo>
                    <a:pt x="4357" y="8831"/>
                  </a:lnTo>
                  <a:cubicBezTo>
                    <a:pt x="4397" y="8916"/>
                    <a:pt x="4469" y="8952"/>
                    <a:pt x="4541" y="8952"/>
                  </a:cubicBezTo>
                  <a:cubicBezTo>
                    <a:pt x="4672" y="8952"/>
                    <a:pt x="4804" y="8833"/>
                    <a:pt x="4742" y="8672"/>
                  </a:cubicBezTo>
                  <a:lnTo>
                    <a:pt x="4011" y="6885"/>
                  </a:lnTo>
                  <a:cubicBezTo>
                    <a:pt x="4088" y="6847"/>
                    <a:pt x="4160" y="6803"/>
                    <a:pt x="4232" y="6751"/>
                  </a:cubicBezTo>
                  <a:cubicBezTo>
                    <a:pt x="4237" y="6751"/>
                    <a:pt x="4353" y="6683"/>
                    <a:pt x="4372" y="6664"/>
                  </a:cubicBezTo>
                  <a:lnTo>
                    <a:pt x="6092" y="10858"/>
                  </a:lnTo>
                  <a:cubicBezTo>
                    <a:pt x="6126" y="10943"/>
                    <a:pt x="6205" y="10990"/>
                    <a:pt x="6285" y="10990"/>
                  </a:cubicBezTo>
                  <a:cubicBezTo>
                    <a:pt x="6341" y="10990"/>
                    <a:pt x="6396" y="10968"/>
                    <a:pt x="6438" y="10920"/>
                  </a:cubicBezTo>
                  <a:cubicBezTo>
                    <a:pt x="6715" y="10606"/>
                    <a:pt x="7112" y="10430"/>
                    <a:pt x="7523" y="10430"/>
                  </a:cubicBezTo>
                  <a:cubicBezTo>
                    <a:pt x="7539" y="10430"/>
                    <a:pt x="7555" y="10430"/>
                    <a:pt x="7571" y="10430"/>
                  </a:cubicBezTo>
                  <a:cubicBezTo>
                    <a:pt x="8835" y="10474"/>
                    <a:pt x="9421" y="12001"/>
                    <a:pt x="8551" y="12890"/>
                  </a:cubicBezTo>
                  <a:cubicBezTo>
                    <a:pt x="8261" y="13184"/>
                    <a:pt x="7892" y="13320"/>
                    <a:pt x="7529" y="13320"/>
                  </a:cubicBezTo>
                  <a:cubicBezTo>
                    <a:pt x="6908" y="13320"/>
                    <a:pt x="6301" y="12922"/>
                    <a:pt x="6125" y="12237"/>
                  </a:cubicBezTo>
                  <a:cubicBezTo>
                    <a:pt x="5919" y="11425"/>
                    <a:pt x="5606" y="10810"/>
                    <a:pt x="5155" y="9667"/>
                  </a:cubicBezTo>
                  <a:cubicBezTo>
                    <a:pt x="5115" y="9579"/>
                    <a:pt x="5042" y="9542"/>
                    <a:pt x="4969" y="9542"/>
                  </a:cubicBezTo>
                  <a:cubicBezTo>
                    <a:pt x="4839" y="9542"/>
                    <a:pt x="4709" y="9660"/>
                    <a:pt x="4771" y="9820"/>
                  </a:cubicBezTo>
                  <a:cubicBezTo>
                    <a:pt x="5222" y="10959"/>
                    <a:pt x="5525" y="11564"/>
                    <a:pt x="5727" y="12338"/>
                  </a:cubicBezTo>
                  <a:cubicBezTo>
                    <a:pt x="5941" y="13164"/>
                    <a:pt x="6689" y="13728"/>
                    <a:pt x="7521" y="13728"/>
                  </a:cubicBezTo>
                  <a:cubicBezTo>
                    <a:pt x="7603" y="13728"/>
                    <a:pt x="7685" y="13723"/>
                    <a:pt x="7768" y="13712"/>
                  </a:cubicBezTo>
                  <a:cubicBezTo>
                    <a:pt x="8700" y="13582"/>
                    <a:pt x="9392" y="12784"/>
                    <a:pt x="9378" y="11843"/>
                  </a:cubicBezTo>
                  <a:cubicBezTo>
                    <a:pt x="9354" y="10766"/>
                    <a:pt x="8448" y="10028"/>
                    <a:pt x="7497" y="10028"/>
                  </a:cubicBezTo>
                  <a:cubicBezTo>
                    <a:pt x="7103" y="10028"/>
                    <a:pt x="6701" y="10154"/>
                    <a:pt x="6351" y="10435"/>
                  </a:cubicBezTo>
                  <a:lnTo>
                    <a:pt x="4670" y="6337"/>
                  </a:lnTo>
                  <a:cubicBezTo>
                    <a:pt x="4766" y="6203"/>
                    <a:pt x="4838" y="6054"/>
                    <a:pt x="4886" y="5900"/>
                  </a:cubicBezTo>
                  <a:lnTo>
                    <a:pt x="5948" y="4839"/>
                  </a:lnTo>
                  <a:cubicBezTo>
                    <a:pt x="6095" y="4688"/>
                    <a:pt x="5957" y="4480"/>
                    <a:pt x="5798" y="4480"/>
                  </a:cubicBezTo>
                  <a:cubicBezTo>
                    <a:pt x="5750" y="4480"/>
                    <a:pt x="5699" y="4500"/>
                    <a:pt x="5654" y="4546"/>
                  </a:cubicBezTo>
                  <a:cubicBezTo>
                    <a:pt x="4497" y="5718"/>
                    <a:pt x="4526" y="5641"/>
                    <a:pt x="4502" y="5737"/>
                  </a:cubicBezTo>
                  <a:cubicBezTo>
                    <a:pt x="4439" y="5939"/>
                    <a:pt x="4329" y="6126"/>
                    <a:pt x="4175" y="6270"/>
                  </a:cubicBezTo>
                  <a:cubicBezTo>
                    <a:pt x="4088" y="6361"/>
                    <a:pt x="3983" y="6434"/>
                    <a:pt x="3867" y="6482"/>
                  </a:cubicBezTo>
                  <a:cubicBezTo>
                    <a:pt x="3819" y="6506"/>
                    <a:pt x="3766" y="6530"/>
                    <a:pt x="3714" y="6549"/>
                  </a:cubicBezTo>
                  <a:cubicBezTo>
                    <a:pt x="3606" y="6585"/>
                    <a:pt x="3492" y="6604"/>
                    <a:pt x="3378" y="6604"/>
                  </a:cubicBezTo>
                  <a:cubicBezTo>
                    <a:pt x="3309" y="6604"/>
                    <a:pt x="3240" y="6597"/>
                    <a:pt x="3171" y="6582"/>
                  </a:cubicBezTo>
                  <a:cubicBezTo>
                    <a:pt x="3160" y="6581"/>
                    <a:pt x="3149" y="6580"/>
                    <a:pt x="3139" y="6580"/>
                  </a:cubicBezTo>
                  <a:cubicBezTo>
                    <a:pt x="3027" y="6580"/>
                    <a:pt x="2931" y="6670"/>
                    <a:pt x="2931" y="6789"/>
                  </a:cubicBezTo>
                  <a:lnTo>
                    <a:pt x="2931" y="12405"/>
                  </a:lnTo>
                  <a:cubicBezTo>
                    <a:pt x="2897" y="13073"/>
                    <a:pt x="2344" y="13601"/>
                    <a:pt x="1672" y="13601"/>
                  </a:cubicBezTo>
                  <a:cubicBezTo>
                    <a:pt x="999" y="13601"/>
                    <a:pt x="442" y="13073"/>
                    <a:pt x="413" y="12405"/>
                  </a:cubicBezTo>
                  <a:lnTo>
                    <a:pt x="413" y="10920"/>
                  </a:lnTo>
                  <a:cubicBezTo>
                    <a:pt x="413" y="10189"/>
                    <a:pt x="1012" y="9655"/>
                    <a:pt x="1673" y="9655"/>
                  </a:cubicBezTo>
                  <a:cubicBezTo>
                    <a:pt x="1854" y="9655"/>
                    <a:pt x="2040" y="9695"/>
                    <a:pt x="2220" y="9782"/>
                  </a:cubicBezTo>
                  <a:cubicBezTo>
                    <a:pt x="2249" y="9797"/>
                    <a:pt x="2279" y="9803"/>
                    <a:pt x="2309" y="9803"/>
                  </a:cubicBezTo>
                  <a:cubicBezTo>
                    <a:pt x="2416" y="9803"/>
                    <a:pt x="2514" y="9716"/>
                    <a:pt x="2517" y="9599"/>
                  </a:cubicBezTo>
                  <a:cubicBezTo>
                    <a:pt x="2498" y="6174"/>
                    <a:pt x="2551" y="6270"/>
                    <a:pt x="2469" y="6165"/>
                  </a:cubicBezTo>
                  <a:cubicBezTo>
                    <a:pt x="1847" y="5375"/>
                    <a:pt x="2466" y="4279"/>
                    <a:pt x="3373" y="4279"/>
                  </a:cubicBezTo>
                  <a:cubicBezTo>
                    <a:pt x="3488" y="4279"/>
                    <a:pt x="3607" y="4297"/>
                    <a:pt x="3728" y="4334"/>
                  </a:cubicBezTo>
                  <a:cubicBezTo>
                    <a:pt x="3791" y="4353"/>
                    <a:pt x="3848" y="4377"/>
                    <a:pt x="3906" y="4401"/>
                  </a:cubicBezTo>
                  <a:cubicBezTo>
                    <a:pt x="3937" y="4418"/>
                    <a:pt x="3970" y="4426"/>
                    <a:pt x="4003" y="4426"/>
                  </a:cubicBezTo>
                  <a:cubicBezTo>
                    <a:pt x="4056" y="4426"/>
                    <a:pt x="4107" y="4405"/>
                    <a:pt x="4146" y="4363"/>
                  </a:cubicBezTo>
                  <a:lnTo>
                    <a:pt x="6567" y="1942"/>
                  </a:lnTo>
                  <a:cubicBezTo>
                    <a:pt x="6681" y="1847"/>
                    <a:pt x="6819" y="1800"/>
                    <a:pt x="6958" y="1800"/>
                  </a:cubicBezTo>
                  <a:cubicBezTo>
                    <a:pt x="7113" y="1800"/>
                    <a:pt x="7267" y="1859"/>
                    <a:pt x="7384" y="1975"/>
                  </a:cubicBezTo>
                  <a:cubicBezTo>
                    <a:pt x="7605" y="2196"/>
                    <a:pt x="7619" y="2552"/>
                    <a:pt x="7418" y="2792"/>
                  </a:cubicBezTo>
                  <a:lnTo>
                    <a:pt x="6303" y="3902"/>
                  </a:lnTo>
                  <a:cubicBezTo>
                    <a:pt x="6156" y="4053"/>
                    <a:pt x="6293" y="4260"/>
                    <a:pt x="6452" y="4260"/>
                  </a:cubicBezTo>
                  <a:cubicBezTo>
                    <a:pt x="6501" y="4260"/>
                    <a:pt x="6551" y="4241"/>
                    <a:pt x="6596" y="4195"/>
                  </a:cubicBezTo>
                  <a:lnTo>
                    <a:pt x="7711" y="3085"/>
                  </a:lnTo>
                  <a:cubicBezTo>
                    <a:pt x="8340" y="2451"/>
                    <a:pt x="7888" y="1356"/>
                    <a:pt x="6995" y="1356"/>
                  </a:cubicBezTo>
                  <a:cubicBezTo>
                    <a:pt x="6726" y="1356"/>
                    <a:pt x="6471" y="1461"/>
                    <a:pt x="6279" y="1649"/>
                  </a:cubicBezTo>
                  <a:lnTo>
                    <a:pt x="4045" y="3887"/>
                  </a:lnTo>
                  <a:lnTo>
                    <a:pt x="4045" y="1015"/>
                  </a:lnTo>
                  <a:cubicBezTo>
                    <a:pt x="4045" y="453"/>
                    <a:pt x="3594" y="1"/>
                    <a:pt x="30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6" name="Google Shape;13966;p86"/>
          <p:cNvGrpSpPr/>
          <p:nvPr/>
        </p:nvGrpSpPr>
        <p:grpSpPr>
          <a:xfrm>
            <a:off x="7989335" y="3360019"/>
            <a:ext cx="291698" cy="368405"/>
            <a:chOff x="7989335" y="3360019"/>
            <a:chExt cx="291698" cy="368405"/>
          </a:xfrm>
        </p:grpSpPr>
        <p:sp>
          <p:nvSpPr>
            <p:cNvPr id="13967" name="Google Shape;13967;p86"/>
            <p:cNvSpPr/>
            <p:nvPr/>
          </p:nvSpPr>
          <p:spPr>
            <a:xfrm>
              <a:off x="7996142" y="3384419"/>
              <a:ext cx="278215" cy="337094"/>
            </a:xfrm>
            <a:custGeom>
              <a:rect b="b" l="l" r="r" t="t"/>
              <a:pathLst>
                <a:path extrusionOk="0" h="12876" w="10627">
                  <a:moveTo>
                    <a:pt x="615" y="1"/>
                  </a:moveTo>
                  <a:cubicBezTo>
                    <a:pt x="274" y="1"/>
                    <a:pt x="0" y="274"/>
                    <a:pt x="0" y="611"/>
                  </a:cubicBezTo>
                  <a:lnTo>
                    <a:pt x="0" y="12265"/>
                  </a:lnTo>
                  <a:cubicBezTo>
                    <a:pt x="0" y="12602"/>
                    <a:pt x="274" y="12875"/>
                    <a:pt x="615" y="12875"/>
                  </a:cubicBezTo>
                  <a:lnTo>
                    <a:pt x="10016" y="12875"/>
                  </a:lnTo>
                  <a:cubicBezTo>
                    <a:pt x="10353" y="12875"/>
                    <a:pt x="10627" y="12602"/>
                    <a:pt x="10627" y="12265"/>
                  </a:cubicBezTo>
                  <a:lnTo>
                    <a:pt x="10627" y="611"/>
                  </a:lnTo>
                  <a:cubicBezTo>
                    <a:pt x="10627" y="274"/>
                    <a:pt x="10353" y="1"/>
                    <a:pt x="10016"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86"/>
            <p:cNvSpPr/>
            <p:nvPr/>
          </p:nvSpPr>
          <p:spPr>
            <a:xfrm>
              <a:off x="8210058" y="3384419"/>
              <a:ext cx="64298" cy="337094"/>
            </a:xfrm>
            <a:custGeom>
              <a:rect b="b" l="l" r="r" t="t"/>
              <a:pathLst>
                <a:path extrusionOk="0" h="12876" w="2456">
                  <a:moveTo>
                    <a:pt x="1" y="1"/>
                  </a:moveTo>
                  <a:cubicBezTo>
                    <a:pt x="337" y="1"/>
                    <a:pt x="611" y="274"/>
                    <a:pt x="611" y="611"/>
                  </a:cubicBezTo>
                  <a:lnTo>
                    <a:pt x="611" y="12265"/>
                  </a:lnTo>
                  <a:cubicBezTo>
                    <a:pt x="611" y="12602"/>
                    <a:pt x="337" y="12875"/>
                    <a:pt x="1" y="12875"/>
                  </a:cubicBezTo>
                  <a:lnTo>
                    <a:pt x="1845" y="12875"/>
                  </a:lnTo>
                  <a:cubicBezTo>
                    <a:pt x="2182" y="12875"/>
                    <a:pt x="2456" y="12602"/>
                    <a:pt x="2456" y="12265"/>
                  </a:cubicBezTo>
                  <a:lnTo>
                    <a:pt x="2456" y="611"/>
                  </a:lnTo>
                  <a:cubicBezTo>
                    <a:pt x="2456" y="274"/>
                    <a:pt x="2182" y="1"/>
                    <a:pt x="184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86"/>
            <p:cNvSpPr/>
            <p:nvPr/>
          </p:nvSpPr>
          <p:spPr>
            <a:xfrm>
              <a:off x="8030202" y="3384419"/>
              <a:ext cx="210068" cy="305782"/>
            </a:xfrm>
            <a:custGeom>
              <a:rect b="b" l="l" r="r" t="t"/>
              <a:pathLst>
                <a:path extrusionOk="0" h="11680" w="8024">
                  <a:moveTo>
                    <a:pt x="1" y="1"/>
                  </a:moveTo>
                  <a:lnTo>
                    <a:pt x="1" y="11679"/>
                  </a:lnTo>
                  <a:lnTo>
                    <a:pt x="8024" y="11679"/>
                  </a:lnTo>
                  <a:lnTo>
                    <a:pt x="8024"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86"/>
            <p:cNvSpPr/>
            <p:nvPr/>
          </p:nvSpPr>
          <p:spPr>
            <a:xfrm>
              <a:off x="8030202" y="3384419"/>
              <a:ext cx="210068" cy="305782"/>
            </a:xfrm>
            <a:custGeom>
              <a:rect b="b" l="l" r="r" t="t"/>
              <a:pathLst>
                <a:path extrusionOk="0" h="11680" w="8024">
                  <a:moveTo>
                    <a:pt x="6880" y="1"/>
                  </a:moveTo>
                  <a:lnTo>
                    <a:pt x="6880" y="7336"/>
                  </a:lnTo>
                  <a:cubicBezTo>
                    <a:pt x="6880" y="9099"/>
                    <a:pt x="5454" y="10531"/>
                    <a:pt x="3690" y="10531"/>
                  </a:cubicBezTo>
                  <a:lnTo>
                    <a:pt x="1" y="10531"/>
                  </a:lnTo>
                  <a:lnTo>
                    <a:pt x="1" y="11679"/>
                  </a:lnTo>
                  <a:lnTo>
                    <a:pt x="8024" y="11679"/>
                  </a:lnTo>
                  <a:lnTo>
                    <a:pt x="8024"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86"/>
            <p:cNvSpPr/>
            <p:nvPr/>
          </p:nvSpPr>
          <p:spPr>
            <a:xfrm>
              <a:off x="8063162" y="3367192"/>
              <a:ext cx="144540" cy="70843"/>
            </a:xfrm>
            <a:custGeom>
              <a:rect b="b" l="l" r="r" t="t"/>
              <a:pathLst>
                <a:path extrusionOk="0" h="2706" w="5521">
                  <a:moveTo>
                    <a:pt x="438" y="1"/>
                  </a:moveTo>
                  <a:cubicBezTo>
                    <a:pt x="198" y="1"/>
                    <a:pt x="1" y="197"/>
                    <a:pt x="1" y="442"/>
                  </a:cubicBezTo>
                  <a:lnTo>
                    <a:pt x="1" y="1326"/>
                  </a:lnTo>
                  <a:cubicBezTo>
                    <a:pt x="1" y="1567"/>
                    <a:pt x="198" y="1764"/>
                    <a:pt x="438" y="1764"/>
                  </a:cubicBezTo>
                  <a:lnTo>
                    <a:pt x="1591" y="1764"/>
                  </a:lnTo>
                  <a:cubicBezTo>
                    <a:pt x="1591" y="2282"/>
                    <a:pt x="2013" y="2705"/>
                    <a:pt x="2532" y="2705"/>
                  </a:cubicBezTo>
                  <a:lnTo>
                    <a:pt x="2989" y="2705"/>
                  </a:lnTo>
                  <a:cubicBezTo>
                    <a:pt x="3508" y="2705"/>
                    <a:pt x="3925" y="2282"/>
                    <a:pt x="3925" y="1764"/>
                  </a:cubicBezTo>
                  <a:lnTo>
                    <a:pt x="5078" y="1764"/>
                  </a:lnTo>
                  <a:cubicBezTo>
                    <a:pt x="5319" y="1764"/>
                    <a:pt x="5516" y="1567"/>
                    <a:pt x="5520" y="1326"/>
                  </a:cubicBezTo>
                  <a:lnTo>
                    <a:pt x="5520" y="442"/>
                  </a:lnTo>
                  <a:cubicBezTo>
                    <a:pt x="5511" y="197"/>
                    <a:pt x="5314" y="5"/>
                    <a:pt x="506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86"/>
            <p:cNvSpPr/>
            <p:nvPr/>
          </p:nvSpPr>
          <p:spPr>
            <a:xfrm>
              <a:off x="8132330" y="3367192"/>
              <a:ext cx="75110" cy="70843"/>
            </a:xfrm>
            <a:custGeom>
              <a:rect b="b" l="l" r="r" t="t"/>
              <a:pathLst>
                <a:path extrusionOk="0" h="2706" w="2869">
                  <a:moveTo>
                    <a:pt x="789" y="1"/>
                  </a:moveTo>
                  <a:cubicBezTo>
                    <a:pt x="1101" y="981"/>
                    <a:pt x="789" y="2047"/>
                    <a:pt x="1" y="2705"/>
                  </a:cubicBezTo>
                  <a:lnTo>
                    <a:pt x="337" y="2705"/>
                  </a:lnTo>
                  <a:cubicBezTo>
                    <a:pt x="856" y="2705"/>
                    <a:pt x="1279" y="2282"/>
                    <a:pt x="1279" y="1764"/>
                  </a:cubicBezTo>
                  <a:lnTo>
                    <a:pt x="2427" y="1764"/>
                  </a:lnTo>
                  <a:cubicBezTo>
                    <a:pt x="2672" y="1764"/>
                    <a:pt x="2869" y="1567"/>
                    <a:pt x="2869" y="1326"/>
                  </a:cubicBezTo>
                  <a:lnTo>
                    <a:pt x="2869" y="442"/>
                  </a:lnTo>
                  <a:cubicBezTo>
                    <a:pt x="2869" y="197"/>
                    <a:pt x="2672" y="1"/>
                    <a:pt x="242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86"/>
            <p:cNvSpPr/>
            <p:nvPr/>
          </p:nvSpPr>
          <p:spPr>
            <a:xfrm>
              <a:off x="7989335" y="3360019"/>
              <a:ext cx="291698" cy="368405"/>
            </a:xfrm>
            <a:custGeom>
              <a:rect b="b" l="l" r="r" t="t"/>
              <a:pathLst>
                <a:path extrusionOk="0" h="14072" w="11142">
                  <a:moveTo>
                    <a:pt x="7918" y="409"/>
                  </a:moveTo>
                  <a:cubicBezTo>
                    <a:pt x="8047" y="409"/>
                    <a:pt x="8158" y="520"/>
                    <a:pt x="8158" y="649"/>
                  </a:cubicBezTo>
                  <a:lnTo>
                    <a:pt x="8158" y="1543"/>
                  </a:lnTo>
                  <a:cubicBezTo>
                    <a:pt x="8158" y="1672"/>
                    <a:pt x="8047" y="1783"/>
                    <a:pt x="7918" y="1783"/>
                  </a:cubicBezTo>
                  <a:lnTo>
                    <a:pt x="6755" y="1783"/>
                  </a:lnTo>
                  <a:cubicBezTo>
                    <a:pt x="6640" y="1783"/>
                    <a:pt x="6549" y="1874"/>
                    <a:pt x="6549" y="1985"/>
                  </a:cubicBezTo>
                  <a:cubicBezTo>
                    <a:pt x="6549" y="2393"/>
                    <a:pt x="6217" y="2725"/>
                    <a:pt x="5809" y="2725"/>
                  </a:cubicBezTo>
                  <a:lnTo>
                    <a:pt x="5348" y="2725"/>
                  </a:lnTo>
                  <a:cubicBezTo>
                    <a:pt x="4939" y="2725"/>
                    <a:pt x="4608" y="2393"/>
                    <a:pt x="4608" y="1985"/>
                  </a:cubicBezTo>
                  <a:cubicBezTo>
                    <a:pt x="4608" y="1874"/>
                    <a:pt x="4516" y="1783"/>
                    <a:pt x="4406" y="1783"/>
                  </a:cubicBezTo>
                  <a:lnTo>
                    <a:pt x="3243" y="1783"/>
                  </a:lnTo>
                  <a:cubicBezTo>
                    <a:pt x="3109" y="1783"/>
                    <a:pt x="3003" y="1672"/>
                    <a:pt x="3003" y="1543"/>
                  </a:cubicBezTo>
                  <a:lnTo>
                    <a:pt x="3003" y="654"/>
                  </a:lnTo>
                  <a:lnTo>
                    <a:pt x="2998" y="649"/>
                  </a:lnTo>
                  <a:cubicBezTo>
                    <a:pt x="2998" y="520"/>
                    <a:pt x="3104" y="409"/>
                    <a:pt x="3239" y="409"/>
                  </a:cubicBezTo>
                  <a:close/>
                  <a:moveTo>
                    <a:pt x="3229" y="1"/>
                  </a:moveTo>
                  <a:cubicBezTo>
                    <a:pt x="2873" y="1"/>
                    <a:pt x="2580" y="294"/>
                    <a:pt x="2580" y="654"/>
                  </a:cubicBezTo>
                  <a:lnTo>
                    <a:pt x="2580" y="664"/>
                  </a:lnTo>
                  <a:lnTo>
                    <a:pt x="822" y="664"/>
                  </a:lnTo>
                  <a:cubicBezTo>
                    <a:pt x="371" y="664"/>
                    <a:pt x="1" y="1029"/>
                    <a:pt x="1" y="1485"/>
                  </a:cubicBezTo>
                  <a:lnTo>
                    <a:pt x="1" y="9762"/>
                  </a:lnTo>
                  <a:cubicBezTo>
                    <a:pt x="1" y="9899"/>
                    <a:pt x="104" y="9968"/>
                    <a:pt x="207" y="9968"/>
                  </a:cubicBezTo>
                  <a:cubicBezTo>
                    <a:pt x="309" y="9968"/>
                    <a:pt x="411" y="9899"/>
                    <a:pt x="409" y="9762"/>
                  </a:cubicBezTo>
                  <a:lnTo>
                    <a:pt x="409" y="1480"/>
                  </a:lnTo>
                  <a:cubicBezTo>
                    <a:pt x="409" y="1255"/>
                    <a:pt x="596" y="1072"/>
                    <a:pt x="822" y="1072"/>
                  </a:cubicBezTo>
                  <a:lnTo>
                    <a:pt x="1307" y="1072"/>
                  </a:lnTo>
                  <a:lnTo>
                    <a:pt x="1307" y="12664"/>
                  </a:lnTo>
                  <a:cubicBezTo>
                    <a:pt x="1307" y="12775"/>
                    <a:pt x="1399" y="12866"/>
                    <a:pt x="1514" y="12866"/>
                  </a:cubicBezTo>
                  <a:lnTo>
                    <a:pt x="9623" y="12866"/>
                  </a:lnTo>
                  <a:cubicBezTo>
                    <a:pt x="9738" y="12866"/>
                    <a:pt x="9830" y="12775"/>
                    <a:pt x="9830" y="12664"/>
                  </a:cubicBezTo>
                  <a:lnTo>
                    <a:pt x="9830" y="1072"/>
                  </a:lnTo>
                  <a:lnTo>
                    <a:pt x="10320" y="1072"/>
                  </a:lnTo>
                  <a:cubicBezTo>
                    <a:pt x="10545" y="1072"/>
                    <a:pt x="10728" y="1255"/>
                    <a:pt x="10728" y="1480"/>
                  </a:cubicBezTo>
                  <a:lnTo>
                    <a:pt x="10728" y="13250"/>
                  </a:lnTo>
                  <a:cubicBezTo>
                    <a:pt x="10728" y="13476"/>
                    <a:pt x="10545" y="13663"/>
                    <a:pt x="10320" y="13663"/>
                  </a:cubicBezTo>
                  <a:lnTo>
                    <a:pt x="822" y="13663"/>
                  </a:lnTo>
                  <a:cubicBezTo>
                    <a:pt x="596" y="13663"/>
                    <a:pt x="414" y="13476"/>
                    <a:pt x="414" y="13250"/>
                  </a:cubicBezTo>
                  <a:lnTo>
                    <a:pt x="414" y="10728"/>
                  </a:lnTo>
                  <a:cubicBezTo>
                    <a:pt x="414" y="10591"/>
                    <a:pt x="312" y="10523"/>
                    <a:pt x="210" y="10523"/>
                  </a:cubicBezTo>
                  <a:cubicBezTo>
                    <a:pt x="107" y="10523"/>
                    <a:pt x="5" y="10591"/>
                    <a:pt x="5" y="10728"/>
                  </a:cubicBezTo>
                  <a:lnTo>
                    <a:pt x="5" y="13250"/>
                  </a:lnTo>
                  <a:cubicBezTo>
                    <a:pt x="5" y="13707"/>
                    <a:pt x="371" y="14072"/>
                    <a:pt x="827" y="14072"/>
                  </a:cubicBezTo>
                  <a:lnTo>
                    <a:pt x="10320" y="14072"/>
                  </a:lnTo>
                  <a:cubicBezTo>
                    <a:pt x="10776" y="14072"/>
                    <a:pt x="11141" y="13707"/>
                    <a:pt x="11141" y="13250"/>
                  </a:cubicBezTo>
                  <a:lnTo>
                    <a:pt x="11141" y="1480"/>
                  </a:lnTo>
                  <a:cubicBezTo>
                    <a:pt x="11141" y="1029"/>
                    <a:pt x="10776" y="659"/>
                    <a:pt x="10325" y="659"/>
                  </a:cubicBezTo>
                  <a:lnTo>
                    <a:pt x="9296" y="659"/>
                  </a:lnTo>
                  <a:cubicBezTo>
                    <a:pt x="9023" y="659"/>
                    <a:pt x="9023" y="1072"/>
                    <a:pt x="9296" y="1072"/>
                  </a:cubicBezTo>
                  <a:lnTo>
                    <a:pt x="9421" y="1072"/>
                  </a:lnTo>
                  <a:lnTo>
                    <a:pt x="9421" y="12457"/>
                  </a:lnTo>
                  <a:lnTo>
                    <a:pt x="1725" y="12457"/>
                  </a:lnTo>
                  <a:lnTo>
                    <a:pt x="1725" y="1072"/>
                  </a:lnTo>
                  <a:lnTo>
                    <a:pt x="2580" y="1072"/>
                  </a:lnTo>
                  <a:lnTo>
                    <a:pt x="2580" y="1543"/>
                  </a:lnTo>
                  <a:cubicBezTo>
                    <a:pt x="2580" y="1898"/>
                    <a:pt x="2873" y="2191"/>
                    <a:pt x="3234" y="2191"/>
                  </a:cubicBezTo>
                  <a:lnTo>
                    <a:pt x="4209" y="2191"/>
                  </a:lnTo>
                  <a:cubicBezTo>
                    <a:pt x="4310" y="2739"/>
                    <a:pt x="4785" y="3138"/>
                    <a:pt x="5343" y="3138"/>
                  </a:cubicBezTo>
                  <a:lnTo>
                    <a:pt x="5804" y="3138"/>
                  </a:lnTo>
                  <a:cubicBezTo>
                    <a:pt x="6361" y="3138"/>
                    <a:pt x="6837" y="2739"/>
                    <a:pt x="6938" y="2191"/>
                  </a:cubicBezTo>
                  <a:lnTo>
                    <a:pt x="7913" y="2191"/>
                  </a:lnTo>
                  <a:cubicBezTo>
                    <a:pt x="8273" y="2191"/>
                    <a:pt x="8566" y="1898"/>
                    <a:pt x="8566" y="1543"/>
                  </a:cubicBezTo>
                  <a:lnTo>
                    <a:pt x="8566" y="654"/>
                  </a:lnTo>
                  <a:cubicBezTo>
                    <a:pt x="8566" y="294"/>
                    <a:pt x="8273" y="1"/>
                    <a:pt x="79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86"/>
            <p:cNvSpPr/>
            <p:nvPr/>
          </p:nvSpPr>
          <p:spPr>
            <a:xfrm>
              <a:off x="8059262" y="3454476"/>
              <a:ext cx="150064" cy="105165"/>
            </a:xfrm>
            <a:custGeom>
              <a:rect b="b" l="l" r="r" t="t"/>
              <a:pathLst>
                <a:path extrusionOk="0" h="4017" w="5732">
                  <a:moveTo>
                    <a:pt x="3550" y="0"/>
                  </a:moveTo>
                  <a:cubicBezTo>
                    <a:pt x="3463" y="0"/>
                    <a:pt x="3376" y="52"/>
                    <a:pt x="3349" y="154"/>
                  </a:cubicBezTo>
                  <a:lnTo>
                    <a:pt x="2600" y="3099"/>
                  </a:lnTo>
                  <a:lnTo>
                    <a:pt x="1874" y="1000"/>
                  </a:lnTo>
                  <a:cubicBezTo>
                    <a:pt x="1843" y="908"/>
                    <a:pt x="1762" y="859"/>
                    <a:pt x="1680" y="859"/>
                  </a:cubicBezTo>
                  <a:cubicBezTo>
                    <a:pt x="1611" y="859"/>
                    <a:pt x="1541" y="894"/>
                    <a:pt x="1500" y="966"/>
                  </a:cubicBezTo>
                  <a:lnTo>
                    <a:pt x="899" y="2033"/>
                  </a:lnTo>
                  <a:lnTo>
                    <a:pt x="274" y="2033"/>
                  </a:lnTo>
                  <a:cubicBezTo>
                    <a:pt x="1" y="2033"/>
                    <a:pt x="1" y="2446"/>
                    <a:pt x="274" y="2446"/>
                  </a:cubicBezTo>
                  <a:lnTo>
                    <a:pt x="1019" y="2446"/>
                  </a:lnTo>
                  <a:cubicBezTo>
                    <a:pt x="1096" y="2446"/>
                    <a:pt x="1168" y="2403"/>
                    <a:pt x="1202" y="2335"/>
                  </a:cubicBezTo>
                  <a:lnTo>
                    <a:pt x="1634" y="1557"/>
                  </a:lnTo>
                  <a:lnTo>
                    <a:pt x="2432" y="3877"/>
                  </a:lnTo>
                  <a:cubicBezTo>
                    <a:pt x="2464" y="3970"/>
                    <a:pt x="2546" y="4016"/>
                    <a:pt x="2628" y="4016"/>
                  </a:cubicBezTo>
                  <a:cubicBezTo>
                    <a:pt x="2715" y="4016"/>
                    <a:pt x="2801" y="3964"/>
                    <a:pt x="2825" y="3863"/>
                  </a:cubicBezTo>
                  <a:lnTo>
                    <a:pt x="3584" y="894"/>
                  </a:lnTo>
                  <a:lnTo>
                    <a:pt x="4099" y="2302"/>
                  </a:lnTo>
                  <a:cubicBezTo>
                    <a:pt x="4127" y="2383"/>
                    <a:pt x="4204" y="2436"/>
                    <a:pt x="4291" y="2436"/>
                  </a:cubicBezTo>
                  <a:lnTo>
                    <a:pt x="5525" y="2436"/>
                  </a:lnTo>
                  <a:cubicBezTo>
                    <a:pt x="5636" y="2436"/>
                    <a:pt x="5732" y="2345"/>
                    <a:pt x="5732" y="2234"/>
                  </a:cubicBezTo>
                  <a:cubicBezTo>
                    <a:pt x="5732" y="2127"/>
                    <a:pt x="5645" y="2037"/>
                    <a:pt x="5538" y="2037"/>
                  </a:cubicBezTo>
                  <a:cubicBezTo>
                    <a:pt x="5536" y="2037"/>
                    <a:pt x="5533" y="2037"/>
                    <a:pt x="5530" y="2037"/>
                  </a:cubicBezTo>
                  <a:lnTo>
                    <a:pt x="4440" y="2037"/>
                  </a:lnTo>
                  <a:lnTo>
                    <a:pt x="3743" y="135"/>
                  </a:lnTo>
                  <a:cubicBezTo>
                    <a:pt x="3711" y="45"/>
                    <a:pt x="3630" y="0"/>
                    <a:pt x="35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86"/>
            <p:cNvSpPr/>
            <p:nvPr/>
          </p:nvSpPr>
          <p:spPr>
            <a:xfrm>
              <a:off x="8059392" y="3596712"/>
              <a:ext cx="151818" cy="10734"/>
            </a:xfrm>
            <a:custGeom>
              <a:rect b="b" l="l" r="r" t="t"/>
              <a:pathLst>
                <a:path extrusionOk="0" h="410" w="5799">
                  <a:moveTo>
                    <a:pt x="274" y="1"/>
                  </a:moveTo>
                  <a:cubicBezTo>
                    <a:pt x="0" y="1"/>
                    <a:pt x="0" y="409"/>
                    <a:pt x="274" y="409"/>
                  </a:cubicBezTo>
                  <a:lnTo>
                    <a:pt x="5525" y="409"/>
                  </a:lnTo>
                  <a:cubicBezTo>
                    <a:pt x="5799" y="409"/>
                    <a:pt x="5799" y="1"/>
                    <a:pt x="55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86"/>
            <p:cNvSpPr/>
            <p:nvPr/>
          </p:nvSpPr>
          <p:spPr>
            <a:xfrm>
              <a:off x="8059392" y="3644386"/>
              <a:ext cx="151818" cy="10708"/>
            </a:xfrm>
            <a:custGeom>
              <a:rect b="b" l="l" r="r" t="t"/>
              <a:pathLst>
                <a:path extrusionOk="0" h="409" w="5799">
                  <a:moveTo>
                    <a:pt x="270" y="1"/>
                  </a:moveTo>
                  <a:cubicBezTo>
                    <a:pt x="0" y="1"/>
                    <a:pt x="2" y="409"/>
                    <a:pt x="274" y="409"/>
                  </a:cubicBezTo>
                  <a:lnTo>
                    <a:pt x="5525" y="409"/>
                  </a:lnTo>
                  <a:cubicBezTo>
                    <a:pt x="5799" y="409"/>
                    <a:pt x="5799" y="1"/>
                    <a:pt x="5525" y="1"/>
                  </a:cubicBezTo>
                  <a:lnTo>
                    <a:pt x="274" y="1"/>
                  </a:lnTo>
                  <a:cubicBezTo>
                    <a:pt x="273" y="1"/>
                    <a:pt x="271" y="1"/>
                    <a:pt x="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7" name="Google Shape;13977;p86"/>
          <p:cNvGrpSpPr/>
          <p:nvPr/>
        </p:nvGrpSpPr>
        <p:grpSpPr>
          <a:xfrm>
            <a:off x="6633158" y="3359783"/>
            <a:ext cx="368143" cy="368771"/>
            <a:chOff x="6633158" y="3359783"/>
            <a:chExt cx="368143" cy="368771"/>
          </a:xfrm>
        </p:grpSpPr>
        <p:sp>
          <p:nvSpPr>
            <p:cNvPr id="13978" name="Google Shape;13978;p86"/>
            <p:cNvSpPr/>
            <p:nvPr/>
          </p:nvSpPr>
          <p:spPr>
            <a:xfrm>
              <a:off x="6698059" y="3428296"/>
              <a:ext cx="237479" cy="232243"/>
            </a:xfrm>
            <a:custGeom>
              <a:rect b="b" l="l" r="r" t="t"/>
              <a:pathLst>
                <a:path extrusionOk="0" h="8871" w="9071">
                  <a:moveTo>
                    <a:pt x="3629" y="1"/>
                  </a:moveTo>
                  <a:cubicBezTo>
                    <a:pt x="3596" y="1"/>
                    <a:pt x="3563" y="4"/>
                    <a:pt x="3531" y="11"/>
                  </a:cubicBezTo>
                  <a:cubicBezTo>
                    <a:pt x="3205" y="83"/>
                    <a:pt x="3012" y="501"/>
                    <a:pt x="2715" y="645"/>
                  </a:cubicBezTo>
                  <a:cubicBezTo>
                    <a:pt x="2417" y="789"/>
                    <a:pt x="1965" y="683"/>
                    <a:pt x="1711" y="890"/>
                  </a:cubicBezTo>
                  <a:cubicBezTo>
                    <a:pt x="1456" y="1097"/>
                    <a:pt x="1456" y="1567"/>
                    <a:pt x="1249" y="1817"/>
                  </a:cubicBezTo>
                  <a:cubicBezTo>
                    <a:pt x="1043" y="2067"/>
                    <a:pt x="586" y="2177"/>
                    <a:pt x="447" y="2471"/>
                  </a:cubicBezTo>
                  <a:cubicBezTo>
                    <a:pt x="313" y="2764"/>
                    <a:pt x="514" y="3182"/>
                    <a:pt x="438" y="3503"/>
                  </a:cubicBezTo>
                  <a:cubicBezTo>
                    <a:pt x="361" y="3811"/>
                    <a:pt x="0" y="4104"/>
                    <a:pt x="0" y="4435"/>
                  </a:cubicBezTo>
                  <a:cubicBezTo>
                    <a:pt x="0" y="4772"/>
                    <a:pt x="365" y="5060"/>
                    <a:pt x="438" y="5372"/>
                  </a:cubicBezTo>
                  <a:cubicBezTo>
                    <a:pt x="510" y="5694"/>
                    <a:pt x="308" y="6112"/>
                    <a:pt x="447" y="6405"/>
                  </a:cubicBezTo>
                  <a:cubicBezTo>
                    <a:pt x="586" y="6693"/>
                    <a:pt x="1043" y="6799"/>
                    <a:pt x="1249" y="7054"/>
                  </a:cubicBezTo>
                  <a:cubicBezTo>
                    <a:pt x="1456" y="7313"/>
                    <a:pt x="1456" y="7779"/>
                    <a:pt x="1711" y="7981"/>
                  </a:cubicBezTo>
                  <a:cubicBezTo>
                    <a:pt x="1965" y="8187"/>
                    <a:pt x="2422" y="8086"/>
                    <a:pt x="2715" y="8226"/>
                  </a:cubicBezTo>
                  <a:cubicBezTo>
                    <a:pt x="3008" y="8370"/>
                    <a:pt x="3209" y="8783"/>
                    <a:pt x="3531" y="8860"/>
                  </a:cubicBezTo>
                  <a:cubicBezTo>
                    <a:pt x="3564" y="8867"/>
                    <a:pt x="3597" y="8870"/>
                    <a:pt x="3631" y="8870"/>
                  </a:cubicBezTo>
                  <a:cubicBezTo>
                    <a:pt x="3916" y="8870"/>
                    <a:pt x="4239" y="8644"/>
                    <a:pt x="4535" y="8644"/>
                  </a:cubicBezTo>
                  <a:cubicBezTo>
                    <a:pt x="4836" y="8644"/>
                    <a:pt x="5156" y="8870"/>
                    <a:pt x="5443" y="8870"/>
                  </a:cubicBezTo>
                  <a:cubicBezTo>
                    <a:pt x="5477" y="8870"/>
                    <a:pt x="5511" y="8867"/>
                    <a:pt x="5544" y="8860"/>
                  </a:cubicBezTo>
                  <a:cubicBezTo>
                    <a:pt x="5871" y="8788"/>
                    <a:pt x="6063" y="8370"/>
                    <a:pt x="6361" y="8226"/>
                  </a:cubicBezTo>
                  <a:cubicBezTo>
                    <a:pt x="6659" y="8082"/>
                    <a:pt x="7110" y="8187"/>
                    <a:pt x="7365" y="7981"/>
                  </a:cubicBezTo>
                  <a:cubicBezTo>
                    <a:pt x="7620" y="7774"/>
                    <a:pt x="7620" y="7308"/>
                    <a:pt x="7826" y="7054"/>
                  </a:cubicBezTo>
                  <a:cubicBezTo>
                    <a:pt x="8028" y="6804"/>
                    <a:pt x="8484" y="6698"/>
                    <a:pt x="8624" y="6405"/>
                  </a:cubicBezTo>
                  <a:cubicBezTo>
                    <a:pt x="8763" y="6112"/>
                    <a:pt x="8561" y="5694"/>
                    <a:pt x="8638" y="5372"/>
                  </a:cubicBezTo>
                  <a:cubicBezTo>
                    <a:pt x="8710" y="5060"/>
                    <a:pt x="9070" y="4772"/>
                    <a:pt x="9070" y="4435"/>
                  </a:cubicBezTo>
                  <a:cubicBezTo>
                    <a:pt x="9070" y="4104"/>
                    <a:pt x="8705" y="3811"/>
                    <a:pt x="8638" y="3503"/>
                  </a:cubicBezTo>
                  <a:cubicBezTo>
                    <a:pt x="8566" y="3177"/>
                    <a:pt x="8763" y="2759"/>
                    <a:pt x="8624" y="2471"/>
                  </a:cubicBezTo>
                  <a:cubicBezTo>
                    <a:pt x="8484" y="2177"/>
                    <a:pt x="8028" y="2077"/>
                    <a:pt x="7826" y="1817"/>
                  </a:cubicBezTo>
                  <a:cubicBezTo>
                    <a:pt x="7620" y="1558"/>
                    <a:pt x="7620" y="1097"/>
                    <a:pt x="7365" y="890"/>
                  </a:cubicBezTo>
                  <a:cubicBezTo>
                    <a:pt x="7259" y="818"/>
                    <a:pt x="7139" y="775"/>
                    <a:pt x="7014" y="760"/>
                  </a:cubicBezTo>
                  <a:lnTo>
                    <a:pt x="6294" y="607"/>
                  </a:lnTo>
                  <a:cubicBezTo>
                    <a:pt x="6034" y="443"/>
                    <a:pt x="5847" y="83"/>
                    <a:pt x="5544" y="11"/>
                  </a:cubicBezTo>
                  <a:cubicBezTo>
                    <a:pt x="5512" y="4"/>
                    <a:pt x="5478" y="1"/>
                    <a:pt x="5445" y="1"/>
                  </a:cubicBezTo>
                  <a:cubicBezTo>
                    <a:pt x="5157" y="1"/>
                    <a:pt x="4837" y="232"/>
                    <a:pt x="4535" y="232"/>
                  </a:cubicBezTo>
                  <a:cubicBezTo>
                    <a:pt x="4239" y="232"/>
                    <a:pt x="3915" y="1"/>
                    <a:pt x="362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86"/>
            <p:cNvSpPr/>
            <p:nvPr/>
          </p:nvSpPr>
          <p:spPr>
            <a:xfrm>
              <a:off x="6737800" y="3445052"/>
              <a:ext cx="197868" cy="215592"/>
            </a:xfrm>
            <a:custGeom>
              <a:rect b="b" l="l" r="r" t="t"/>
              <a:pathLst>
                <a:path extrusionOk="0" h="8235" w="7558">
                  <a:moveTo>
                    <a:pt x="4920" y="0"/>
                  </a:moveTo>
                  <a:lnTo>
                    <a:pt x="4920" y="0"/>
                  </a:lnTo>
                  <a:cubicBezTo>
                    <a:pt x="6308" y="1523"/>
                    <a:pt x="6457" y="3805"/>
                    <a:pt x="5280" y="5491"/>
                  </a:cubicBezTo>
                  <a:cubicBezTo>
                    <a:pt x="4433" y="6703"/>
                    <a:pt x="3069" y="7379"/>
                    <a:pt x="1662" y="7379"/>
                  </a:cubicBezTo>
                  <a:cubicBezTo>
                    <a:pt x="1105" y="7379"/>
                    <a:pt x="541" y="7273"/>
                    <a:pt x="0" y="7052"/>
                  </a:cubicBezTo>
                  <a:lnTo>
                    <a:pt x="0" y="7052"/>
                  </a:lnTo>
                  <a:cubicBezTo>
                    <a:pt x="39" y="7163"/>
                    <a:pt x="106" y="7264"/>
                    <a:pt x="197" y="7346"/>
                  </a:cubicBezTo>
                  <a:cubicBezTo>
                    <a:pt x="452" y="7552"/>
                    <a:pt x="904" y="7446"/>
                    <a:pt x="1201" y="7591"/>
                  </a:cubicBezTo>
                  <a:cubicBezTo>
                    <a:pt x="1494" y="7735"/>
                    <a:pt x="1691" y="8153"/>
                    <a:pt x="2013" y="8225"/>
                  </a:cubicBezTo>
                  <a:cubicBezTo>
                    <a:pt x="2046" y="8232"/>
                    <a:pt x="2080" y="8235"/>
                    <a:pt x="2114" y="8235"/>
                  </a:cubicBezTo>
                  <a:cubicBezTo>
                    <a:pt x="2403" y="8235"/>
                    <a:pt x="2726" y="8008"/>
                    <a:pt x="3022" y="8008"/>
                  </a:cubicBezTo>
                  <a:cubicBezTo>
                    <a:pt x="3323" y="8008"/>
                    <a:pt x="3643" y="8235"/>
                    <a:pt x="3930" y="8235"/>
                  </a:cubicBezTo>
                  <a:cubicBezTo>
                    <a:pt x="3964" y="8235"/>
                    <a:pt x="3998" y="8232"/>
                    <a:pt x="4031" y="8225"/>
                  </a:cubicBezTo>
                  <a:cubicBezTo>
                    <a:pt x="4353" y="8148"/>
                    <a:pt x="4555" y="7735"/>
                    <a:pt x="4848" y="7591"/>
                  </a:cubicBezTo>
                  <a:cubicBezTo>
                    <a:pt x="5141" y="7451"/>
                    <a:pt x="5597" y="7552"/>
                    <a:pt x="5852" y="7346"/>
                  </a:cubicBezTo>
                  <a:cubicBezTo>
                    <a:pt x="6106" y="7144"/>
                    <a:pt x="6106" y="6678"/>
                    <a:pt x="6313" y="6418"/>
                  </a:cubicBezTo>
                  <a:cubicBezTo>
                    <a:pt x="6515" y="6164"/>
                    <a:pt x="6971" y="6058"/>
                    <a:pt x="7110" y="5770"/>
                  </a:cubicBezTo>
                  <a:cubicBezTo>
                    <a:pt x="7250" y="5477"/>
                    <a:pt x="7048" y="5054"/>
                    <a:pt x="7125" y="4732"/>
                  </a:cubicBezTo>
                  <a:cubicBezTo>
                    <a:pt x="7192" y="4420"/>
                    <a:pt x="7557" y="4132"/>
                    <a:pt x="7557" y="3795"/>
                  </a:cubicBezTo>
                  <a:cubicBezTo>
                    <a:pt x="7557" y="3459"/>
                    <a:pt x="7197" y="3171"/>
                    <a:pt x="7125" y="2859"/>
                  </a:cubicBezTo>
                  <a:cubicBezTo>
                    <a:pt x="7048" y="2537"/>
                    <a:pt x="7250" y="2119"/>
                    <a:pt x="7110" y="1826"/>
                  </a:cubicBezTo>
                  <a:cubicBezTo>
                    <a:pt x="6971" y="1533"/>
                    <a:pt x="6515" y="1427"/>
                    <a:pt x="6308" y="1177"/>
                  </a:cubicBezTo>
                  <a:cubicBezTo>
                    <a:pt x="6106" y="923"/>
                    <a:pt x="6106" y="457"/>
                    <a:pt x="5852" y="250"/>
                  </a:cubicBezTo>
                  <a:cubicBezTo>
                    <a:pt x="5746" y="178"/>
                    <a:pt x="5626" y="130"/>
                    <a:pt x="5496" y="120"/>
                  </a:cubicBezTo>
                  <a:lnTo>
                    <a:pt x="492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86"/>
            <p:cNvSpPr/>
            <p:nvPr/>
          </p:nvSpPr>
          <p:spPr>
            <a:xfrm>
              <a:off x="6761833" y="3472959"/>
              <a:ext cx="32830" cy="28039"/>
            </a:xfrm>
            <a:custGeom>
              <a:rect b="b" l="l" r="r" t="t"/>
              <a:pathLst>
                <a:path extrusionOk="0" h="1071" w="1254">
                  <a:moveTo>
                    <a:pt x="716" y="1"/>
                  </a:moveTo>
                  <a:cubicBezTo>
                    <a:pt x="240" y="1"/>
                    <a:pt x="0" y="577"/>
                    <a:pt x="336" y="913"/>
                  </a:cubicBezTo>
                  <a:cubicBezTo>
                    <a:pt x="446" y="1022"/>
                    <a:pt x="581" y="1070"/>
                    <a:pt x="712" y="1070"/>
                  </a:cubicBezTo>
                  <a:cubicBezTo>
                    <a:pt x="989" y="1070"/>
                    <a:pt x="1254" y="856"/>
                    <a:pt x="1254" y="534"/>
                  </a:cubicBezTo>
                  <a:cubicBezTo>
                    <a:pt x="1254" y="241"/>
                    <a:pt x="1014" y="1"/>
                    <a:pt x="71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86"/>
            <p:cNvSpPr/>
            <p:nvPr/>
          </p:nvSpPr>
          <p:spPr>
            <a:xfrm>
              <a:off x="6798171" y="3365674"/>
              <a:ext cx="32856" cy="28039"/>
            </a:xfrm>
            <a:custGeom>
              <a:rect b="b" l="l" r="r" t="t"/>
              <a:pathLst>
                <a:path extrusionOk="0" h="1071" w="1255">
                  <a:moveTo>
                    <a:pt x="716" y="1"/>
                  </a:moveTo>
                  <a:cubicBezTo>
                    <a:pt x="241" y="1"/>
                    <a:pt x="0" y="573"/>
                    <a:pt x="337" y="914"/>
                  </a:cubicBezTo>
                  <a:cubicBezTo>
                    <a:pt x="447" y="1022"/>
                    <a:pt x="581" y="1071"/>
                    <a:pt x="713" y="1071"/>
                  </a:cubicBezTo>
                  <a:cubicBezTo>
                    <a:pt x="990" y="1071"/>
                    <a:pt x="1254" y="856"/>
                    <a:pt x="1254" y="534"/>
                  </a:cubicBezTo>
                  <a:cubicBezTo>
                    <a:pt x="1254" y="236"/>
                    <a:pt x="1014" y="1"/>
                    <a:pt x="71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86"/>
            <p:cNvSpPr/>
            <p:nvPr/>
          </p:nvSpPr>
          <p:spPr>
            <a:xfrm>
              <a:off x="6852887" y="3519377"/>
              <a:ext cx="32830" cy="28039"/>
            </a:xfrm>
            <a:custGeom>
              <a:rect b="b" l="l" r="r" t="t"/>
              <a:pathLst>
                <a:path extrusionOk="0" h="1071" w="1254">
                  <a:moveTo>
                    <a:pt x="716" y="0"/>
                  </a:moveTo>
                  <a:cubicBezTo>
                    <a:pt x="240" y="0"/>
                    <a:pt x="0" y="577"/>
                    <a:pt x="336" y="913"/>
                  </a:cubicBezTo>
                  <a:cubicBezTo>
                    <a:pt x="446" y="1022"/>
                    <a:pt x="581" y="1070"/>
                    <a:pt x="713" y="1070"/>
                  </a:cubicBezTo>
                  <a:cubicBezTo>
                    <a:pt x="989" y="1070"/>
                    <a:pt x="1254" y="856"/>
                    <a:pt x="1254" y="534"/>
                  </a:cubicBezTo>
                  <a:cubicBezTo>
                    <a:pt x="1254" y="241"/>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86"/>
            <p:cNvSpPr/>
            <p:nvPr/>
          </p:nvSpPr>
          <p:spPr>
            <a:xfrm>
              <a:off x="6750890" y="3564642"/>
              <a:ext cx="51836" cy="44401"/>
            </a:xfrm>
            <a:custGeom>
              <a:rect b="b" l="l" r="r" t="t"/>
              <a:pathLst>
                <a:path extrusionOk="0" h="1696" w="1980">
                  <a:moveTo>
                    <a:pt x="1134" y="1"/>
                  </a:moveTo>
                  <a:cubicBezTo>
                    <a:pt x="375" y="1"/>
                    <a:pt x="0" y="914"/>
                    <a:pt x="533" y="1447"/>
                  </a:cubicBezTo>
                  <a:cubicBezTo>
                    <a:pt x="705" y="1619"/>
                    <a:pt x="917" y="1696"/>
                    <a:pt x="1124" y="1696"/>
                  </a:cubicBezTo>
                  <a:cubicBezTo>
                    <a:pt x="1560" y="1696"/>
                    <a:pt x="1979" y="1356"/>
                    <a:pt x="1979" y="842"/>
                  </a:cubicBezTo>
                  <a:cubicBezTo>
                    <a:pt x="1975" y="376"/>
                    <a:pt x="1600" y="1"/>
                    <a:pt x="113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86"/>
            <p:cNvSpPr/>
            <p:nvPr/>
          </p:nvSpPr>
          <p:spPr>
            <a:xfrm>
              <a:off x="6939543" y="3387037"/>
              <a:ext cx="36364" cy="34636"/>
            </a:xfrm>
            <a:custGeom>
              <a:rect b="b" l="l" r="r" t="t"/>
              <a:pathLst>
                <a:path extrusionOk="0" h="1323" w="1389">
                  <a:moveTo>
                    <a:pt x="666" y="0"/>
                  </a:moveTo>
                  <a:cubicBezTo>
                    <a:pt x="326" y="0"/>
                    <a:pt x="0" y="263"/>
                    <a:pt x="0" y="660"/>
                  </a:cubicBezTo>
                  <a:cubicBezTo>
                    <a:pt x="0" y="1059"/>
                    <a:pt x="325" y="1322"/>
                    <a:pt x="664" y="1322"/>
                  </a:cubicBezTo>
                  <a:cubicBezTo>
                    <a:pt x="827" y="1322"/>
                    <a:pt x="993" y="1261"/>
                    <a:pt x="1129" y="1126"/>
                  </a:cubicBezTo>
                  <a:cubicBezTo>
                    <a:pt x="1389" y="871"/>
                    <a:pt x="1389" y="453"/>
                    <a:pt x="1129" y="194"/>
                  </a:cubicBezTo>
                  <a:cubicBezTo>
                    <a:pt x="994" y="60"/>
                    <a:pt x="828" y="0"/>
                    <a:pt x="66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86"/>
            <p:cNvSpPr/>
            <p:nvPr/>
          </p:nvSpPr>
          <p:spPr>
            <a:xfrm>
              <a:off x="6962922" y="3530451"/>
              <a:ext cx="32856" cy="28013"/>
            </a:xfrm>
            <a:custGeom>
              <a:rect b="b" l="l" r="r" t="t"/>
              <a:pathLst>
                <a:path extrusionOk="0" h="1070" w="1255">
                  <a:moveTo>
                    <a:pt x="716" y="0"/>
                  </a:moveTo>
                  <a:cubicBezTo>
                    <a:pt x="241" y="0"/>
                    <a:pt x="1" y="577"/>
                    <a:pt x="337" y="913"/>
                  </a:cubicBezTo>
                  <a:cubicBezTo>
                    <a:pt x="447" y="1021"/>
                    <a:pt x="581" y="1070"/>
                    <a:pt x="713" y="1070"/>
                  </a:cubicBezTo>
                  <a:cubicBezTo>
                    <a:pt x="990" y="1070"/>
                    <a:pt x="1255" y="856"/>
                    <a:pt x="1255" y="533"/>
                  </a:cubicBezTo>
                  <a:cubicBezTo>
                    <a:pt x="1255" y="240"/>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86"/>
            <p:cNvSpPr/>
            <p:nvPr/>
          </p:nvSpPr>
          <p:spPr>
            <a:xfrm>
              <a:off x="6931479" y="3659021"/>
              <a:ext cx="38013" cy="36207"/>
            </a:xfrm>
            <a:custGeom>
              <a:rect b="b" l="l" r="r" t="t"/>
              <a:pathLst>
                <a:path extrusionOk="0" h="1383" w="1452">
                  <a:moveTo>
                    <a:pt x="694" y="0"/>
                  </a:moveTo>
                  <a:cubicBezTo>
                    <a:pt x="341" y="0"/>
                    <a:pt x="1" y="275"/>
                    <a:pt x="1" y="691"/>
                  </a:cubicBezTo>
                  <a:cubicBezTo>
                    <a:pt x="1" y="1107"/>
                    <a:pt x="342" y="1383"/>
                    <a:pt x="697" y="1383"/>
                  </a:cubicBezTo>
                  <a:cubicBezTo>
                    <a:pt x="866" y="1383"/>
                    <a:pt x="1038" y="1320"/>
                    <a:pt x="1178" y="1181"/>
                  </a:cubicBezTo>
                  <a:cubicBezTo>
                    <a:pt x="1452" y="912"/>
                    <a:pt x="1452" y="474"/>
                    <a:pt x="1178" y="205"/>
                  </a:cubicBezTo>
                  <a:cubicBezTo>
                    <a:pt x="1037" y="64"/>
                    <a:pt x="864" y="0"/>
                    <a:pt x="694"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86"/>
            <p:cNvSpPr/>
            <p:nvPr/>
          </p:nvSpPr>
          <p:spPr>
            <a:xfrm>
              <a:off x="6798171" y="3695202"/>
              <a:ext cx="32856" cy="28039"/>
            </a:xfrm>
            <a:custGeom>
              <a:rect b="b" l="l" r="r" t="t"/>
              <a:pathLst>
                <a:path extrusionOk="0" h="1071" w="1255">
                  <a:moveTo>
                    <a:pt x="716" y="0"/>
                  </a:moveTo>
                  <a:cubicBezTo>
                    <a:pt x="241" y="0"/>
                    <a:pt x="0" y="577"/>
                    <a:pt x="337" y="913"/>
                  </a:cubicBezTo>
                  <a:cubicBezTo>
                    <a:pt x="447" y="1022"/>
                    <a:pt x="581" y="1070"/>
                    <a:pt x="713" y="1070"/>
                  </a:cubicBezTo>
                  <a:cubicBezTo>
                    <a:pt x="990" y="1070"/>
                    <a:pt x="1254" y="856"/>
                    <a:pt x="1254" y="534"/>
                  </a:cubicBezTo>
                  <a:cubicBezTo>
                    <a:pt x="1254" y="241"/>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86"/>
            <p:cNvSpPr/>
            <p:nvPr/>
          </p:nvSpPr>
          <p:spPr>
            <a:xfrm>
              <a:off x="6686225" y="3646847"/>
              <a:ext cx="29583" cy="28196"/>
            </a:xfrm>
            <a:custGeom>
              <a:rect b="b" l="l" r="r" t="t"/>
              <a:pathLst>
                <a:path extrusionOk="0" h="1077" w="1130">
                  <a:moveTo>
                    <a:pt x="541" y="1"/>
                  </a:moveTo>
                  <a:cubicBezTo>
                    <a:pt x="266" y="1"/>
                    <a:pt x="1" y="215"/>
                    <a:pt x="1" y="536"/>
                  </a:cubicBezTo>
                  <a:cubicBezTo>
                    <a:pt x="1" y="862"/>
                    <a:pt x="268" y="1077"/>
                    <a:pt x="545" y="1077"/>
                  </a:cubicBezTo>
                  <a:cubicBezTo>
                    <a:pt x="676" y="1077"/>
                    <a:pt x="810" y="1028"/>
                    <a:pt x="918" y="920"/>
                  </a:cubicBezTo>
                  <a:cubicBezTo>
                    <a:pt x="1130" y="709"/>
                    <a:pt x="1130" y="368"/>
                    <a:pt x="918" y="161"/>
                  </a:cubicBezTo>
                  <a:cubicBezTo>
                    <a:pt x="809" y="50"/>
                    <a:pt x="674" y="1"/>
                    <a:pt x="54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86"/>
            <p:cNvSpPr/>
            <p:nvPr/>
          </p:nvSpPr>
          <p:spPr>
            <a:xfrm>
              <a:off x="6633289" y="3530451"/>
              <a:ext cx="32856" cy="28013"/>
            </a:xfrm>
            <a:custGeom>
              <a:rect b="b" l="l" r="r" t="t"/>
              <a:pathLst>
                <a:path extrusionOk="0" h="1070" w="1255">
                  <a:moveTo>
                    <a:pt x="716" y="0"/>
                  </a:moveTo>
                  <a:cubicBezTo>
                    <a:pt x="240" y="0"/>
                    <a:pt x="0" y="577"/>
                    <a:pt x="341" y="913"/>
                  </a:cubicBezTo>
                  <a:cubicBezTo>
                    <a:pt x="450" y="1021"/>
                    <a:pt x="583" y="1070"/>
                    <a:pt x="714" y="1070"/>
                  </a:cubicBezTo>
                  <a:cubicBezTo>
                    <a:pt x="989" y="1070"/>
                    <a:pt x="1254" y="856"/>
                    <a:pt x="1254" y="533"/>
                  </a:cubicBezTo>
                  <a:cubicBezTo>
                    <a:pt x="1254" y="240"/>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86"/>
            <p:cNvSpPr/>
            <p:nvPr/>
          </p:nvSpPr>
          <p:spPr>
            <a:xfrm>
              <a:off x="6665491" y="3393032"/>
              <a:ext cx="39008" cy="37149"/>
            </a:xfrm>
            <a:custGeom>
              <a:rect b="b" l="l" r="r" t="t"/>
              <a:pathLst>
                <a:path extrusionOk="0" h="1419" w="1490">
                  <a:moveTo>
                    <a:pt x="714" y="1"/>
                  </a:moveTo>
                  <a:cubicBezTo>
                    <a:pt x="350" y="1"/>
                    <a:pt x="0" y="283"/>
                    <a:pt x="0" y="709"/>
                  </a:cubicBezTo>
                  <a:cubicBezTo>
                    <a:pt x="0" y="1135"/>
                    <a:pt x="350" y="1418"/>
                    <a:pt x="714" y="1418"/>
                  </a:cubicBezTo>
                  <a:cubicBezTo>
                    <a:pt x="889" y="1418"/>
                    <a:pt x="1066" y="1353"/>
                    <a:pt x="1211" y="1209"/>
                  </a:cubicBezTo>
                  <a:cubicBezTo>
                    <a:pt x="1489" y="935"/>
                    <a:pt x="1489" y="484"/>
                    <a:pt x="1211" y="210"/>
                  </a:cubicBezTo>
                  <a:cubicBezTo>
                    <a:pt x="1066" y="65"/>
                    <a:pt x="889" y="1"/>
                    <a:pt x="71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86"/>
            <p:cNvSpPr/>
            <p:nvPr/>
          </p:nvSpPr>
          <p:spPr>
            <a:xfrm>
              <a:off x="6754529" y="3467488"/>
              <a:ext cx="45422" cy="38956"/>
            </a:xfrm>
            <a:custGeom>
              <a:rect b="b" l="l" r="r" t="t"/>
              <a:pathLst>
                <a:path extrusionOk="0" h="1488" w="1735">
                  <a:moveTo>
                    <a:pt x="996" y="413"/>
                  </a:moveTo>
                  <a:cubicBezTo>
                    <a:pt x="1078" y="413"/>
                    <a:pt x="1162" y="444"/>
                    <a:pt x="1230" y="512"/>
                  </a:cubicBezTo>
                  <a:cubicBezTo>
                    <a:pt x="1437" y="719"/>
                    <a:pt x="1288" y="1074"/>
                    <a:pt x="995" y="1074"/>
                  </a:cubicBezTo>
                  <a:cubicBezTo>
                    <a:pt x="812" y="1074"/>
                    <a:pt x="663" y="925"/>
                    <a:pt x="663" y="743"/>
                  </a:cubicBezTo>
                  <a:cubicBezTo>
                    <a:pt x="663" y="545"/>
                    <a:pt x="825" y="413"/>
                    <a:pt x="996" y="413"/>
                  </a:cubicBezTo>
                  <a:close/>
                  <a:moveTo>
                    <a:pt x="989" y="0"/>
                  </a:moveTo>
                  <a:cubicBezTo>
                    <a:pt x="806" y="0"/>
                    <a:pt x="619" y="68"/>
                    <a:pt x="466" y="219"/>
                  </a:cubicBezTo>
                  <a:cubicBezTo>
                    <a:pt x="0" y="685"/>
                    <a:pt x="332" y="1488"/>
                    <a:pt x="995" y="1488"/>
                  </a:cubicBezTo>
                  <a:cubicBezTo>
                    <a:pt x="1403" y="1488"/>
                    <a:pt x="1735" y="1156"/>
                    <a:pt x="1735" y="743"/>
                  </a:cubicBezTo>
                  <a:cubicBezTo>
                    <a:pt x="1735" y="295"/>
                    <a:pt x="1370" y="0"/>
                    <a:pt x="9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86"/>
            <p:cNvSpPr/>
            <p:nvPr/>
          </p:nvSpPr>
          <p:spPr>
            <a:xfrm>
              <a:off x="6852128" y="3513957"/>
              <a:ext cx="45422" cy="38930"/>
            </a:xfrm>
            <a:custGeom>
              <a:rect b="b" l="l" r="r" t="t"/>
              <a:pathLst>
                <a:path extrusionOk="0" h="1487" w="1735">
                  <a:moveTo>
                    <a:pt x="740" y="409"/>
                  </a:moveTo>
                  <a:cubicBezTo>
                    <a:pt x="1033" y="409"/>
                    <a:pt x="1182" y="769"/>
                    <a:pt x="976" y="976"/>
                  </a:cubicBezTo>
                  <a:cubicBezTo>
                    <a:pt x="907" y="1043"/>
                    <a:pt x="823" y="1073"/>
                    <a:pt x="742" y="1073"/>
                  </a:cubicBezTo>
                  <a:cubicBezTo>
                    <a:pt x="571" y="1073"/>
                    <a:pt x="409" y="942"/>
                    <a:pt x="409" y="741"/>
                  </a:cubicBezTo>
                  <a:cubicBezTo>
                    <a:pt x="409" y="561"/>
                    <a:pt x="553" y="414"/>
                    <a:pt x="732" y="414"/>
                  </a:cubicBezTo>
                  <a:cubicBezTo>
                    <a:pt x="734" y="414"/>
                    <a:pt x="737" y="414"/>
                    <a:pt x="740" y="414"/>
                  </a:cubicBezTo>
                  <a:lnTo>
                    <a:pt x="740" y="409"/>
                  </a:lnTo>
                  <a:close/>
                  <a:moveTo>
                    <a:pt x="745" y="1"/>
                  </a:moveTo>
                  <a:cubicBezTo>
                    <a:pt x="332" y="1"/>
                    <a:pt x="0" y="332"/>
                    <a:pt x="0" y="741"/>
                  </a:cubicBezTo>
                  <a:cubicBezTo>
                    <a:pt x="0" y="1190"/>
                    <a:pt x="368" y="1487"/>
                    <a:pt x="751" y="1487"/>
                  </a:cubicBezTo>
                  <a:cubicBezTo>
                    <a:pt x="933" y="1487"/>
                    <a:pt x="1118" y="1419"/>
                    <a:pt x="1269" y="1269"/>
                  </a:cubicBezTo>
                  <a:cubicBezTo>
                    <a:pt x="1735" y="798"/>
                    <a:pt x="1403" y="1"/>
                    <a:pt x="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86"/>
            <p:cNvSpPr/>
            <p:nvPr/>
          </p:nvSpPr>
          <p:spPr>
            <a:xfrm>
              <a:off x="6753010" y="3559118"/>
              <a:ext cx="64298" cy="55187"/>
            </a:xfrm>
            <a:custGeom>
              <a:rect b="b" l="l" r="r" t="t"/>
              <a:pathLst>
                <a:path extrusionOk="0" h="2108" w="2456">
                  <a:moveTo>
                    <a:pt x="1050" y="414"/>
                  </a:moveTo>
                  <a:lnTo>
                    <a:pt x="1050" y="414"/>
                  </a:lnTo>
                  <a:cubicBezTo>
                    <a:pt x="1620" y="416"/>
                    <a:pt x="1903" y="1106"/>
                    <a:pt x="1500" y="1504"/>
                  </a:cubicBezTo>
                  <a:cubicBezTo>
                    <a:pt x="1370" y="1635"/>
                    <a:pt x="1210" y="1694"/>
                    <a:pt x="1053" y="1694"/>
                  </a:cubicBezTo>
                  <a:cubicBezTo>
                    <a:pt x="725" y="1694"/>
                    <a:pt x="409" y="1439"/>
                    <a:pt x="409" y="1053"/>
                  </a:cubicBezTo>
                  <a:cubicBezTo>
                    <a:pt x="409" y="703"/>
                    <a:pt x="696" y="415"/>
                    <a:pt x="1050" y="414"/>
                  </a:cubicBezTo>
                  <a:close/>
                  <a:moveTo>
                    <a:pt x="1048" y="0"/>
                  </a:moveTo>
                  <a:cubicBezTo>
                    <a:pt x="472" y="5"/>
                    <a:pt x="1" y="476"/>
                    <a:pt x="1" y="1053"/>
                  </a:cubicBezTo>
                  <a:cubicBezTo>
                    <a:pt x="1" y="1687"/>
                    <a:pt x="518" y="2107"/>
                    <a:pt x="1058" y="2107"/>
                  </a:cubicBezTo>
                  <a:cubicBezTo>
                    <a:pt x="1316" y="2107"/>
                    <a:pt x="1578" y="2011"/>
                    <a:pt x="1793" y="1797"/>
                  </a:cubicBezTo>
                  <a:cubicBezTo>
                    <a:pt x="2456" y="1134"/>
                    <a:pt x="1985" y="0"/>
                    <a:pt x="10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86"/>
            <p:cNvSpPr/>
            <p:nvPr/>
          </p:nvSpPr>
          <p:spPr>
            <a:xfrm>
              <a:off x="6633158" y="3359783"/>
              <a:ext cx="368143" cy="368771"/>
            </a:xfrm>
            <a:custGeom>
              <a:rect b="b" l="l" r="r" t="t"/>
              <a:pathLst>
                <a:path extrusionOk="0" h="14086" w="14062">
                  <a:moveTo>
                    <a:pt x="7025" y="428"/>
                  </a:moveTo>
                  <a:cubicBezTo>
                    <a:pt x="7106" y="428"/>
                    <a:pt x="7188" y="457"/>
                    <a:pt x="7255" y="524"/>
                  </a:cubicBezTo>
                  <a:cubicBezTo>
                    <a:pt x="7461" y="735"/>
                    <a:pt x="7317" y="1091"/>
                    <a:pt x="7019" y="1091"/>
                  </a:cubicBezTo>
                  <a:cubicBezTo>
                    <a:pt x="6837" y="1086"/>
                    <a:pt x="6693" y="942"/>
                    <a:pt x="6688" y="759"/>
                  </a:cubicBezTo>
                  <a:cubicBezTo>
                    <a:pt x="6688" y="560"/>
                    <a:pt x="6854" y="428"/>
                    <a:pt x="7025" y="428"/>
                  </a:cubicBezTo>
                  <a:close/>
                  <a:moveTo>
                    <a:pt x="12366" y="1254"/>
                  </a:moveTo>
                  <a:cubicBezTo>
                    <a:pt x="12688" y="1254"/>
                    <a:pt x="12909" y="1581"/>
                    <a:pt x="12784" y="1878"/>
                  </a:cubicBezTo>
                  <a:cubicBezTo>
                    <a:pt x="12711" y="2061"/>
                    <a:pt x="12541" y="2162"/>
                    <a:pt x="12366" y="2162"/>
                  </a:cubicBezTo>
                  <a:cubicBezTo>
                    <a:pt x="12252" y="2162"/>
                    <a:pt x="12135" y="2119"/>
                    <a:pt x="12044" y="2027"/>
                  </a:cubicBezTo>
                  <a:cubicBezTo>
                    <a:pt x="11761" y="1739"/>
                    <a:pt x="11963" y="1254"/>
                    <a:pt x="12366" y="1254"/>
                  </a:cubicBezTo>
                  <a:close/>
                  <a:moveTo>
                    <a:pt x="1946" y="1480"/>
                  </a:moveTo>
                  <a:cubicBezTo>
                    <a:pt x="2393" y="1480"/>
                    <a:pt x="2614" y="2023"/>
                    <a:pt x="2302" y="2335"/>
                  </a:cubicBezTo>
                  <a:cubicBezTo>
                    <a:pt x="2203" y="2433"/>
                    <a:pt x="2075" y="2483"/>
                    <a:pt x="1946" y="2483"/>
                  </a:cubicBezTo>
                  <a:cubicBezTo>
                    <a:pt x="1818" y="2483"/>
                    <a:pt x="1689" y="2433"/>
                    <a:pt x="1591" y="2335"/>
                  </a:cubicBezTo>
                  <a:cubicBezTo>
                    <a:pt x="1278" y="2023"/>
                    <a:pt x="1499" y="1480"/>
                    <a:pt x="1946" y="1480"/>
                  </a:cubicBezTo>
                  <a:close/>
                  <a:moveTo>
                    <a:pt x="721" y="6725"/>
                  </a:moveTo>
                  <a:cubicBezTo>
                    <a:pt x="890" y="6725"/>
                    <a:pt x="1053" y="6856"/>
                    <a:pt x="1053" y="7057"/>
                  </a:cubicBezTo>
                  <a:cubicBezTo>
                    <a:pt x="1053" y="7240"/>
                    <a:pt x="904" y="7389"/>
                    <a:pt x="721" y="7389"/>
                  </a:cubicBezTo>
                  <a:cubicBezTo>
                    <a:pt x="428" y="7389"/>
                    <a:pt x="279" y="7028"/>
                    <a:pt x="490" y="6822"/>
                  </a:cubicBezTo>
                  <a:cubicBezTo>
                    <a:pt x="557" y="6755"/>
                    <a:pt x="640" y="6725"/>
                    <a:pt x="721" y="6725"/>
                  </a:cubicBezTo>
                  <a:close/>
                  <a:moveTo>
                    <a:pt x="13312" y="6725"/>
                  </a:moveTo>
                  <a:cubicBezTo>
                    <a:pt x="13482" y="6725"/>
                    <a:pt x="13644" y="6856"/>
                    <a:pt x="13644" y="7057"/>
                  </a:cubicBezTo>
                  <a:cubicBezTo>
                    <a:pt x="13644" y="7240"/>
                    <a:pt x="13495" y="7389"/>
                    <a:pt x="13312" y="7389"/>
                  </a:cubicBezTo>
                  <a:cubicBezTo>
                    <a:pt x="13019" y="7389"/>
                    <a:pt x="12871" y="7028"/>
                    <a:pt x="13082" y="6822"/>
                  </a:cubicBezTo>
                  <a:cubicBezTo>
                    <a:pt x="13149" y="6755"/>
                    <a:pt x="13231" y="6725"/>
                    <a:pt x="13312" y="6725"/>
                  </a:cubicBezTo>
                  <a:close/>
                  <a:moveTo>
                    <a:pt x="2566" y="11179"/>
                  </a:moveTo>
                  <a:cubicBezTo>
                    <a:pt x="2859" y="11179"/>
                    <a:pt x="3008" y="11530"/>
                    <a:pt x="2801" y="11736"/>
                  </a:cubicBezTo>
                  <a:lnTo>
                    <a:pt x="2801" y="11741"/>
                  </a:lnTo>
                  <a:cubicBezTo>
                    <a:pt x="2735" y="11806"/>
                    <a:pt x="2651" y="11836"/>
                    <a:pt x="2569" y="11836"/>
                  </a:cubicBezTo>
                  <a:cubicBezTo>
                    <a:pt x="2442" y="11836"/>
                    <a:pt x="2318" y="11764"/>
                    <a:pt x="2263" y="11631"/>
                  </a:cubicBezTo>
                  <a:cubicBezTo>
                    <a:pt x="2177" y="11414"/>
                    <a:pt x="2335" y="11179"/>
                    <a:pt x="2566" y="11179"/>
                  </a:cubicBezTo>
                  <a:close/>
                  <a:moveTo>
                    <a:pt x="7014" y="13019"/>
                  </a:moveTo>
                  <a:cubicBezTo>
                    <a:pt x="7197" y="13019"/>
                    <a:pt x="7346" y="13163"/>
                    <a:pt x="7346" y="13346"/>
                  </a:cubicBezTo>
                  <a:lnTo>
                    <a:pt x="7346" y="13350"/>
                  </a:lnTo>
                  <a:cubicBezTo>
                    <a:pt x="7346" y="13549"/>
                    <a:pt x="7182" y="13682"/>
                    <a:pt x="7012" y="13682"/>
                  </a:cubicBezTo>
                  <a:cubicBezTo>
                    <a:pt x="6932" y="13682"/>
                    <a:pt x="6850" y="13652"/>
                    <a:pt x="6784" y="13586"/>
                  </a:cubicBezTo>
                  <a:cubicBezTo>
                    <a:pt x="6572" y="13374"/>
                    <a:pt x="6721" y="13019"/>
                    <a:pt x="7014" y="13019"/>
                  </a:cubicBezTo>
                  <a:close/>
                  <a:moveTo>
                    <a:pt x="7038" y="0"/>
                  </a:moveTo>
                  <a:cubicBezTo>
                    <a:pt x="6625" y="0"/>
                    <a:pt x="6294" y="332"/>
                    <a:pt x="6294" y="745"/>
                  </a:cubicBezTo>
                  <a:cubicBezTo>
                    <a:pt x="6294" y="1071"/>
                    <a:pt x="6515" y="1355"/>
                    <a:pt x="6827" y="1441"/>
                  </a:cubicBezTo>
                  <a:lnTo>
                    <a:pt x="6827" y="2585"/>
                  </a:lnTo>
                  <a:cubicBezTo>
                    <a:pt x="6769" y="2565"/>
                    <a:pt x="6707" y="2546"/>
                    <a:pt x="6649" y="2522"/>
                  </a:cubicBezTo>
                  <a:cubicBezTo>
                    <a:pt x="6434" y="2442"/>
                    <a:pt x="6269" y="2398"/>
                    <a:pt x="6123" y="2398"/>
                  </a:cubicBezTo>
                  <a:cubicBezTo>
                    <a:pt x="5882" y="2398"/>
                    <a:pt x="5693" y="2520"/>
                    <a:pt x="5415" y="2810"/>
                  </a:cubicBezTo>
                  <a:cubicBezTo>
                    <a:pt x="5333" y="2911"/>
                    <a:pt x="5232" y="2993"/>
                    <a:pt x="5122" y="3060"/>
                  </a:cubicBezTo>
                  <a:cubicBezTo>
                    <a:pt x="5026" y="3108"/>
                    <a:pt x="4881" y="3123"/>
                    <a:pt x="4732" y="3137"/>
                  </a:cubicBezTo>
                  <a:cubicBezTo>
                    <a:pt x="4319" y="3176"/>
                    <a:pt x="4065" y="3228"/>
                    <a:pt x="3877" y="3589"/>
                  </a:cubicBezTo>
                  <a:lnTo>
                    <a:pt x="2724" y="2441"/>
                  </a:lnTo>
                  <a:cubicBezTo>
                    <a:pt x="2950" y="2085"/>
                    <a:pt x="2902" y="1619"/>
                    <a:pt x="2609" y="1321"/>
                  </a:cubicBezTo>
                  <a:cubicBezTo>
                    <a:pt x="2431" y="1143"/>
                    <a:pt x="2198" y="1055"/>
                    <a:pt x="1965" y="1055"/>
                  </a:cubicBezTo>
                  <a:cubicBezTo>
                    <a:pt x="1731" y="1055"/>
                    <a:pt x="1497" y="1143"/>
                    <a:pt x="1317" y="1321"/>
                  </a:cubicBezTo>
                  <a:cubicBezTo>
                    <a:pt x="714" y="1924"/>
                    <a:pt x="1210" y="2880"/>
                    <a:pt x="1936" y="2880"/>
                  </a:cubicBezTo>
                  <a:cubicBezTo>
                    <a:pt x="2095" y="2880"/>
                    <a:pt x="2264" y="2834"/>
                    <a:pt x="2436" y="2729"/>
                  </a:cubicBezTo>
                  <a:lnTo>
                    <a:pt x="3719" y="4011"/>
                  </a:lnTo>
                  <a:cubicBezTo>
                    <a:pt x="3618" y="4295"/>
                    <a:pt x="3579" y="4333"/>
                    <a:pt x="3277" y="4516"/>
                  </a:cubicBezTo>
                  <a:cubicBezTo>
                    <a:pt x="2729" y="4843"/>
                    <a:pt x="2638" y="5044"/>
                    <a:pt x="2720" y="5659"/>
                  </a:cubicBezTo>
                  <a:cubicBezTo>
                    <a:pt x="2739" y="5803"/>
                    <a:pt x="2758" y="5947"/>
                    <a:pt x="2734" y="6053"/>
                  </a:cubicBezTo>
                  <a:cubicBezTo>
                    <a:pt x="2686" y="6265"/>
                    <a:pt x="2465" y="6447"/>
                    <a:pt x="2345" y="6836"/>
                  </a:cubicBezTo>
                  <a:lnTo>
                    <a:pt x="1442" y="6836"/>
                  </a:lnTo>
                  <a:cubicBezTo>
                    <a:pt x="1355" y="6524"/>
                    <a:pt x="1072" y="6303"/>
                    <a:pt x="745" y="6298"/>
                  </a:cubicBezTo>
                  <a:cubicBezTo>
                    <a:pt x="332" y="6298"/>
                    <a:pt x="0" y="6634"/>
                    <a:pt x="0" y="7043"/>
                  </a:cubicBezTo>
                  <a:cubicBezTo>
                    <a:pt x="0" y="7456"/>
                    <a:pt x="332" y="7787"/>
                    <a:pt x="745" y="7787"/>
                  </a:cubicBezTo>
                  <a:cubicBezTo>
                    <a:pt x="1072" y="7783"/>
                    <a:pt x="1355" y="7566"/>
                    <a:pt x="1442" y="7249"/>
                  </a:cubicBezTo>
                  <a:lnTo>
                    <a:pt x="2345" y="7249"/>
                  </a:lnTo>
                  <a:cubicBezTo>
                    <a:pt x="2460" y="7634"/>
                    <a:pt x="2686" y="7821"/>
                    <a:pt x="2734" y="8032"/>
                  </a:cubicBezTo>
                  <a:cubicBezTo>
                    <a:pt x="2796" y="8301"/>
                    <a:pt x="2590" y="8748"/>
                    <a:pt x="2763" y="9108"/>
                  </a:cubicBezTo>
                  <a:cubicBezTo>
                    <a:pt x="2936" y="9469"/>
                    <a:pt x="3416" y="9589"/>
                    <a:pt x="3584" y="9800"/>
                  </a:cubicBezTo>
                  <a:cubicBezTo>
                    <a:pt x="3642" y="9887"/>
                    <a:pt x="3685" y="9983"/>
                    <a:pt x="3714" y="10079"/>
                  </a:cubicBezTo>
                  <a:lnTo>
                    <a:pt x="2931" y="10857"/>
                  </a:lnTo>
                  <a:cubicBezTo>
                    <a:pt x="2816" y="10793"/>
                    <a:pt x="2692" y="10763"/>
                    <a:pt x="2571" y="10763"/>
                  </a:cubicBezTo>
                  <a:cubicBezTo>
                    <a:pt x="2248" y="10763"/>
                    <a:pt x="1942" y="10976"/>
                    <a:pt x="1855" y="11318"/>
                  </a:cubicBezTo>
                  <a:cubicBezTo>
                    <a:pt x="1735" y="11787"/>
                    <a:pt x="2091" y="12241"/>
                    <a:pt x="2573" y="12241"/>
                  </a:cubicBezTo>
                  <a:cubicBezTo>
                    <a:pt x="2575" y="12241"/>
                    <a:pt x="2578" y="12241"/>
                    <a:pt x="2580" y="12241"/>
                  </a:cubicBezTo>
                  <a:cubicBezTo>
                    <a:pt x="2582" y="12241"/>
                    <a:pt x="2585" y="12241"/>
                    <a:pt x="2587" y="12241"/>
                  </a:cubicBezTo>
                  <a:cubicBezTo>
                    <a:pt x="3145" y="12241"/>
                    <a:pt x="3497" y="11638"/>
                    <a:pt x="3224" y="11150"/>
                  </a:cubicBezTo>
                  <a:lnTo>
                    <a:pt x="3877" y="10497"/>
                  </a:lnTo>
                  <a:cubicBezTo>
                    <a:pt x="4185" y="11083"/>
                    <a:pt x="4795" y="10872"/>
                    <a:pt x="5117" y="11025"/>
                  </a:cubicBezTo>
                  <a:cubicBezTo>
                    <a:pt x="5357" y="11141"/>
                    <a:pt x="5583" y="11583"/>
                    <a:pt x="5977" y="11674"/>
                  </a:cubicBezTo>
                  <a:cubicBezTo>
                    <a:pt x="6027" y="11685"/>
                    <a:pt x="6076" y="11690"/>
                    <a:pt x="6125" y="11690"/>
                  </a:cubicBezTo>
                  <a:cubicBezTo>
                    <a:pt x="6369" y="11690"/>
                    <a:pt x="6602" y="11569"/>
                    <a:pt x="6822" y="11501"/>
                  </a:cubicBezTo>
                  <a:lnTo>
                    <a:pt x="6822" y="12639"/>
                  </a:lnTo>
                  <a:cubicBezTo>
                    <a:pt x="6510" y="12731"/>
                    <a:pt x="6294" y="13014"/>
                    <a:pt x="6289" y="13341"/>
                  </a:cubicBezTo>
                  <a:cubicBezTo>
                    <a:pt x="6289" y="13749"/>
                    <a:pt x="6620" y="14085"/>
                    <a:pt x="7034" y="14085"/>
                  </a:cubicBezTo>
                  <a:cubicBezTo>
                    <a:pt x="7442" y="14085"/>
                    <a:pt x="7773" y="13749"/>
                    <a:pt x="7773" y="13341"/>
                  </a:cubicBezTo>
                  <a:cubicBezTo>
                    <a:pt x="7773" y="13014"/>
                    <a:pt x="7557" y="12731"/>
                    <a:pt x="7240" y="12639"/>
                  </a:cubicBezTo>
                  <a:lnTo>
                    <a:pt x="7240" y="11501"/>
                  </a:lnTo>
                  <a:cubicBezTo>
                    <a:pt x="7463" y="11573"/>
                    <a:pt x="7696" y="11690"/>
                    <a:pt x="7936" y="11690"/>
                  </a:cubicBezTo>
                  <a:cubicBezTo>
                    <a:pt x="7986" y="11690"/>
                    <a:pt x="8035" y="11685"/>
                    <a:pt x="8086" y="11674"/>
                  </a:cubicBezTo>
                  <a:cubicBezTo>
                    <a:pt x="8489" y="11583"/>
                    <a:pt x="8705" y="11141"/>
                    <a:pt x="8946" y="11025"/>
                  </a:cubicBezTo>
                  <a:cubicBezTo>
                    <a:pt x="9272" y="10867"/>
                    <a:pt x="9882" y="11083"/>
                    <a:pt x="10185" y="10497"/>
                  </a:cubicBezTo>
                  <a:lnTo>
                    <a:pt x="10406" y="10713"/>
                  </a:lnTo>
                  <a:cubicBezTo>
                    <a:pt x="10451" y="10759"/>
                    <a:pt x="10501" y="10778"/>
                    <a:pt x="10550" y="10778"/>
                  </a:cubicBezTo>
                  <a:cubicBezTo>
                    <a:pt x="10709" y="10778"/>
                    <a:pt x="10846" y="10571"/>
                    <a:pt x="10699" y="10420"/>
                  </a:cubicBezTo>
                  <a:lnTo>
                    <a:pt x="10353" y="10079"/>
                  </a:lnTo>
                  <a:cubicBezTo>
                    <a:pt x="10454" y="9791"/>
                    <a:pt x="10488" y="9752"/>
                    <a:pt x="10795" y="9570"/>
                  </a:cubicBezTo>
                  <a:cubicBezTo>
                    <a:pt x="11338" y="9243"/>
                    <a:pt x="11429" y="9041"/>
                    <a:pt x="11348" y="8431"/>
                  </a:cubicBezTo>
                  <a:cubicBezTo>
                    <a:pt x="11300" y="8047"/>
                    <a:pt x="11309" y="8008"/>
                    <a:pt x="11511" y="7696"/>
                  </a:cubicBezTo>
                  <a:cubicBezTo>
                    <a:pt x="11602" y="7562"/>
                    <a:pt x="11674" y="7413"/>
                    <a:pt x="11722" y="7254"/>
                  </a:cubicBezTo>
                  <a:lnTo>
                    <a:pt x="12626" y="7254"/>
                  </a:lnTo>
                  <a:cubicBezTo>
                    <a:pt x="12712" y="7566"/>
                    <a:pt x="12995" y="7787"/>
                    <a:pt x="13322" y="7787"/>
                  </a:cubicBezTo>
                  <a:cubicBezTo>
                    <a:pt x="13325" y="7787"/>
                    <a:pt x="13328" y="7787"/>
                    <a:pt x="13331" y="7787"/>
                  </a:cubicBezTo>
                  <a:cubicBezTo>
                    <a:pt x="13735" y="7787"/>
                    <a:pt x="14062" y="7458"/>
                    <a:pt x="14062" y="7048"/>
                  </a:cubicBezTo>
                  <a:cubicBezTo>
                    <a:pt x="14062" y="6639"/>
                    <a:pt x="13730" y="6308"/>
                    <a:pt x="13322" y="6308"/>
                  </a:cubicBezTo>
                  <a:lnTo>
                    <a:pt x="13312" y="6308"/>
                  </a:lnTo>
                  <a:cubicBezTo>
                    <a:pt x="12986" y="6313"/>
                    <a:pt x="12702" y="6529"/>
                    <a:pt x="12616" y="6846"/>
                  </a:cubicBezTo>
                  <a:lnTo>
                    <a:pt x="11713" y="6846"/>
                  </a:lnTo>
                  <a:cubicBezTo>
                    <a:pt x="11597" y="6461"/>
                    <a:pt x="11372" y="6274"/>
                    <a:pt x="11324" y="6063"/>
                  </a:cubicBezTo>
                  <a:cubicBezTo>
                    <a:pt x="11266" y="5794"/>
                    <a:pt x="11468" y="5352"/>
                    <a:pt x="11295" y="4987"/>
                  </a:cubicBezTo>
                  <a:cubicBezTo>
                    <a:pt x="11122" y="4626"/>
                    <a:pt x="10641" y="4506"/>
                    <a:pt x="10473" y="4295"/>
                  </a:cubicBezTo>
                  <a:cubicBezTo>
                    <a:pt x="10416" y="4208"/>
                    <a:pt x="10372" y="4117"/>
                    <a:pt x="10344" y="4016"/>
                  </a:cubicBezTo>
                  <a:lnTo>
                    <a:pt x="11934" y="2426"/>
                  </a:lnTo>
                  <a:cubicBezTo>
                    <a:pt x="12074" y="2518"/>
                    <a:pt x="12231" y="2562"/>
                    <a:pt x="12387" y="2562"/>
                  </a:cubicBezTo>
                  <a:cubicBezTo>
                    <a:pt x="12606" y="2562"/>
                    <a:pt x="12823" y="2474"/>
                    <a:pt x="12986" y="2306"/>
                  </a:cubicBezTo>
                  <a:cubicBezTo>
                    <a:pt x="13322" y="1970"/>
                    <a:pt x="13322" y="1422"/>
                    <a:pt x="12986" y="1081"/>
                  </a:cubicBezTo>
                  <a:cubicBezTo>
                    <a:pt x="12815" y="913"/>
                    <a:pt x="12593" y="829"/>
                    <a:pt x="12372" y="829"/>
                  </a:cubicBezTo>
                  <a:cubicBezTo>
                    <a:pt x="12150" y="829"/>
                    <a:pt x="11929" y="913"/>
                    <a:pt x="11761" y="1081"/>
                  </a:cubicBezTo>
                  <a:cubicBezTo>
                    <a:pt x="11482" y="1364"/>
                    <a:pt x="11434" y="1797"/>
                    <a:pt x="11641" y="2133"/>
                  </a:cubicBezTo>
                  <a:lnTo>
                    <a:pt x="10180" y="3593"/>
                  </a:lnTo>
                  <a:cubicBezTo>
                    <a:pt x="10055" y="3348"/>
                    <a:pt x="9897" y="3214"/>
                    <a:pt x="9532" y="3161"/>
                  </a:cubicBezTo>
                  <a:cubicBezTo>
                    <a:pt x="9515" y="3158"/>
                    <a:pt x="9500" y="3157"/>
                    <a:pt x="9485" y="3157"/>
                  </a:cubicBezTo>
                  <a:cubicBezTo>
                    <a:pt x="9242" y="3157"/>
                    <a:pt x="9202" y="3537"/>
                    <a:pt x="9469" y="3565"/>
                  </a:cubicBezTo>
                  <a:cubicBezTo>
                    <a:pt x="9762" y="3608"/>
                    <a:pt x="9806" y="3685"/>
                    <a:pt x="9926" y="4059"/>
                  </a:cubicBezTo>
                  <a:cubicBezTo>
                    <a:pt x="10079" y="4521"/>
                    <a:pt x="10161" y="4626"/>
                    <a:pt x="10579" y="4871"/>
                  </a:cubicBezTo>
                  <a:cubicBezTo>
                    <a:pt x="10978" y="5112"/>
                    <a:pt x="10992" y="5155"/>
                    <a:pt x="10934" y="5606"/>
                  </a:cubicBezTo>
                  <a:cubicBezTo>
                    <a:pt x="10872" y="6096"/>
                    <a:pt x="10901" y="6226"/>
                    <a:pt x="11165" y="6620"/>
                  </a:cubicBezTo>
                  <a:cubicBezTo>
                    <a:pt x="11425" y="7014"/>
                    <a:pt x="11420" y="7067"/>
                    <a:pt x="11165" y="7461"/>
                  </a:cubicBezTo>
                  <a:cubicBezTo>
                    <a:pt x="10906" y="7850"/>
                    <a:pt x="10872" y="7989"/>
                    <a:pt x="10934" y="8474"/>
                  </a:cubicBezTo>
                  <a:cubicBezTo>
                    <a:pt x="10992" y="8921"/>
                    <a:pt x="10973" y="8964"/>
                    <a:pt x="10579" y="9205"/>
                  </a:cubicBezTo>
                  <a:cubicBezTo>
                    <a:pt x="10161" y="9450"/>
                    <a:pt x="10079" y="9560"/>
                    <a:pt x="9930" y="10021"/>
                  </a:cubicBezTo>
                  <a:cubicBezTo>
                    <a:pt x="9786" y="10458"/>
                    <a:pt x="9748" y="10487"/>
                    <a:pt x="9292" y="10530"/>
                  </a:cubicBezTo>
                  <a:cubicBezTo>
                    <a:pt x="8811" y="10574"/>
                    <a:pt x="8686" y="10636"/>
                    <a:pt x="8355" y="10982"/>
                  </a:cubicBezTo>
                  <a:cubicBezTo>
                    <a:pt x="8161" y="11184"/>
                    <a:pt x="8067" y="11267"/>
                    <a:pt x="7930" y="11267"/>
                  </a:cubicBezTo>
                  <a:cubicBezTo>
                    <a:pt x="7839" y="11267"/>
                    <a:pt x="7730" y="11231"/>
                    <a:pt x="7562" y="11169"/>
                  </a:cubicBezTo>
                  <a:cubicBezTo>
                    <a:pt x="7394" y="11107"/>
                    <a:pt x="7216" y="11040"/>
                    <a:pt x="7029" y="11040"/>
                  </a:cubicBezTo>
                  <a:cubicBezTo>
                    <a:pt x="6696" y="11040"/>
                    <a:pt x="6355" y="11267"/>
                    <a:pt x="6130" y="11267"/>
                  </a:cubicBezTo>
                  <a:cubicBezTo>
                    <a:pt x="6108" y="11267"/>
                    <a:pt x="6087" y="11265"/>
                    <a:pt x="6068" y="11261"/>
                  </a:cubicBezTo>
                  <a:cubicBezTo>
                    <a:pt x="5948" y="11232"/>
                    <a:pt x="5833" y="11112"/>
                    <a:pt x="5708" y="10982"/>
                  </a:cubicBezTo>
                  <a:cubicBezTo>
                    <a:pt x="5376" y="10636"/>
                    <a:pt x="5256" y="10574"/>
                    <a:pt x="4771" y="10530"/>
                  </a:cubicBezTo>
                  <a:cubicBezTo>
                    <a:pt x="4315" y="10487"/>
                    <a:pt x="4276" y="10458"/>
                    <a:pt x="4132" y="10021"/>
                  </a:cubicBezTo>
                  <a:cubicBezTo>
                    <a:pt x="3983" y="9560"/>
                    <a:pt x="3897" y="9454"/>
                    <a:pt x="3483" y="9205"/>
                  </a:cubicBezTo>
                  <a:cubicBezTo>
                    <a:pt x="3085" y="8964"/>
                    <a:pt x="3065" y="8921"/>
                    <a:pt x="3128" y="8470"/>
                  </a:cubicBezTo>
                  <a:cubicBezTo>
                    <a:pt x="3186" y="7984"/>
                    <a:pt x="3157" y="7850"/>
                    <a:pt x="2897" y="7456"/>
                  </a:cubicBezTo>
                  <a:cubicBezTo>
                    <a:pt x="2638" y="7062"/>
                    <a:pt x="2638" y="7009"/>
                    <a:pt x="2897" y="6620"/>
                  </a:cubicBezTo>
                  <a:cubicBezTo>
                    <a:pt x="3157" y="6231"/>
                    <a:pt x="3190" y="6092"/>
                    <a:pt x="3128" y="5606"/>
                  </a:cubicBezTo>
                  <a:cubicBezTo>
                    <a:pt x="3065" y="5155"/>
                    <a:pt x="3085" y="5112"/>
                    <a:pt x="3483" y="4871"/>
                  </a:cubicBezTo>
                  <a:cubicBezTo>
                    <a:pt x="3632" y="4780"/>
                    <a:pt x="3796" y="4689"/>
                    <a:pt x="3906" y="4545"/>
                  </a:cubicBezTo>
                  <a:cubicBezTo>
                    <a:pt x="4012" y="4396"/>
                    <a:pt x="4089" y="4232"/>
                    <a:pt x="4137" y="4055"/>
                  </a:cubicBezTo>
                  <a:cubicBezTo>
                    <a:pt x="4190" y="3887"/>
                    <a:pt x="4242" y="3728"/>
                    <a:pt x="4339" y="3651"/>
                  </a:cubicBezTo>
                  <a:cubicBezTo>
                    <a:pt x="4430" y="3574"/>
                    <a:pt x="4598" y="3560"/>
                    <a:pt x="4771" y="3545"/>
                  </a:cubicBezTo>
                  <a:cubicBezTo>
                    <a:pt x="5256" y="3502"/>
                    <a:pt x="5376" y="3435"/>
                    <a:pt x="5708" y="3094"/>
                  </a:cubicBezTo>
                  <a:cubicBezTo>
                    <a:pt x="5902" y="2891"/>
                    <a:pt x="5996" y="2807"/>
                    <a:pt x="6134" y="2807"/>
                  </a:cubicBezTo>
                  <a:cubicBezTo>
                    <a:pt x="6225" y="2807"/>
                    <a:pt x="6335" y="2844"/>
                    <a:pt x="6505" y="2906"/>
                  </a:cubicBezTo>
                  <a:cubicBezTo>
                    <a:pt x="6736" y="2993"/>
                    <a:pt x="6886" y="3036"/>
                    <a:pt x="7036" y="3036"/>
                  </a:cubicBezTo>
                  <a:cubicBezTo>
                    <a:pt x="7186" y="3036"/>
                    <a:pt x="7336" y="2993"/>
                    <a:pt x="7567" y="2906"/>
                  </a:cubicBezTo>
                  <a:cubicBezTo>
                    <a:pt x="7740" y="2842"/>
                    <a:pt x="7851" y="2809"/>
                    <a:pt x="7939" y="2809"/>
                  </a:cubicBezTo>
                  <a:cubicBezTo>
                    <a:pt x="8113" y="2809"/>
                    <a:pt x="8192" y="2941"/>
                    <a:pt x="8480" y="3219"/>
                  </a:cubicBezTo>
                  <a:cubicBezTo>
                    <a:pt x="8523" y="3258"/>
                    <a:pt x="8571" y="3275"/>
                    <a:pt x="8617" y="3275"/>
                  </a:cubicBezTo>
                  <a:cubicBezTo>
                    <a:pt x="8776" y="3275"/>
                    <a:pt x="8910" y="3070"/>
                    <a:pt x="8768" y="2921"/>
                  </a:cubicBezTo>
                  <a:lnTo>
                    <a:pt x="8657" y="2810"/>
                  </a:lnTo>
                  <a:cubicBezTo>
                    <a:pt x="8379" y="2520"/>
                    <a:pt x="8188" y="2398"/>
                    <a:pt x="7947" y="2398"/>
                  </a:cubicBezTo>
                  <a:cubicBezTo>
                    <a:pt x="7801" y="2398"/>
                    <a:pt x="7636" y="2442"/>
                    <a:pt x="7423" y="2522"/>
                  </a:cubicBezTo>
                  <a:cubicBezTo>
                    <a:pt x="7365" y="2546"/>
                    <a:pt x="7303" y="2565"/>
                    <a:pt x="7245" y="2585"/>
                  </a:cubicBezTo>
                  <a:lnTo>
                    <a:pt x="7245" y="1441"/>
                  </a:lnTo>
                  <a:cubicBezTo>
                    <a:pt x="7557" y="1355"/>
                    <a:pt x="7778" y="1071"/>
                    <a:pt x="7778" y="745"/>
                  </a:cubicBezTo>
                  <a:cubicBezTo>
                    <a:pt x="7778" y="332"/>
                    <a:pt x="7447" y="0"/>
                    <a:pt x="70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86"/>
            <p:cNvSpPr/>
            <p:nvPr/>
          </p:nvSpPr>
          <p:spPr>
            <a:xfrm>
              <a:off x="6916819" y="3646585"/>
              <a:ext cx="63251" cy="53983"/>
            </a:xfrm>
            <a:custGeom>
              <a:rect b="b" l="l" r="r" t="t"/>
              <a:pathLst>
                <a:path extrusionOk="0" h="2062" w="2416">
                  <a:moveTo>
                    <a:pt x="1259" y="688"/>
                  </a:moveTo>
                  <a:cubicBezTo>
                    <a:pt x="1376" y="688"/>
                    <a:pt x="1496" y="732"/>
                    <a:pt x="1594" y="829"/>
                  </a:cubicBezTo>
                  <a:cubicBezTo>
                    <a:pt x="1786" y="1017"/>
                    <a:pt x="1786" y="1324"/>
                    <a:pt x="1594" y="1511"/>
                  </a:cubicBezTo>
                  <a:cubicBezTo>
                    <a:pt x="1497" y="1607"/>
                    <a:pt x="1378" y="1650"/>
                    <a:pt x="1261" y="1650"/>
                  </a:cubicBezTo>
                  <a:cubicBezTo>
                    <a:pt x="1014" y="1650"/>
                    <a:pt x="777" y="1458"/>
                    <a:pt x="777" y="1170"/>
                  </a:cubicBezTo>
                  <a:cubicBezTo>
                    <a:pt x="777" y="881"/>
                    <a:pt x="1013" y="688"/>
                    <a:pt x="1259" y="688"/>
                  </a:cubicBezTo>
                  <a:close/>
                  <a:moveTo>
                    <a:pt x="297" y="0"/>
                  </a:moveTo>
                  <a:cubicBezTo>
                    <a:pt x="138" y="0"/>
                    <a:pt x="0" y="208"/>
                    <a:pt x="148" y="359"/>
                  </a:cubicBezTo>
                  <a:lnTo>
                    <a:pt x="503" y="709"/>
                  </a:lnTo>
                  <a:cubicBezTo>
                    <a:pt x="135" y="1314"/>
                    <a:pt x="580" y="2062"/>
                    <a:pt x="1257" y="2062"/>
                  </a:cubicBezTo>
                  <a:cubicBezTo>
                    <a:pt x="1295" y="2062"/>
                    <a:pt x="1333" y="2059"/>
                    <a:pt x="1373" y="2054"/>
                  </a:cubicBezTo>
                  <a:cubicBezTo>
                    <a:pt x="2108" y="1963"/>
                    <a:pt x="2415" y="1060"/>
                    <a:pt x="1882" y="536"/>
                  </a:cubicBezTo>
                  <a:cubicBezTo>
                    <a:pt x="1713" y="368"/>
                    <a:pt x="1489" y="280"/>
                    <a:pt x="1263" y="280"/>
                  </a:cubicBezTo>
                  <a:cubicBezTo>
                    <a:pt x="1102" y="280"/>
                    <a:pt x="940" y="324"/>
                    <a:pt x="796" y="416"/>
                  </a:cubicBezTo>
                  <a:lnTo>
                    <a:pt x="441" y="65"/>
                  </a:lnTo>
                  <a:cubicBezTo>
                    <a:pt x="396" y="19"/>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6" name="Google Shape;13996;p86"/>
          <p:cNvGrpSpPr/>
          <p:nvPr/>
        </p:nvGrpSpPr>
        <p:grpSpPr>
          <a:xfrm>
            <a:off x="7940666" y="2020205"/>
            <a:ext cx="383249" cy="286488"/>
            <a:chOff x="7940666" y="2020205"/>
            <a:chExt cx="383249" cy="286488"/>
          </a:xfrm>
        </p:grpSpPr>
        <p:sp>
          <p:nvSpPr>
            <p:cNvPr id="13997" name="Google Shape;13997;p86"/>
            <p:cNvSpPr/>
            <p:nvPr/>
          </p:nvSpPr>
          <p:spPr>
            <a:xfrm>
              <a:off x="7971742" y="2025205"/>
              <a:ext cx="326124" cy="275859"/>
            </a:xfrm>
            <a:custGeom>
              <a:rect b="b" l="l" r="r" t="t"/>
              <a:pathLst>
                <a:path extrusionOk="0" h="10537" w="12457">
                  <a:moveTo>
                    <a:pt x="9004" y="1"/>
                  </a:moveTo>
                  <a:cubicBezTo>
                    <a:pt x="8951" y="1"/>
                    <a:pt x="8898" y="3"/>
                    <a:pt x="8844" y="6"/>
                  </a:cubicBezTo>
                  <a:cubicBezTo>
                    <a:pt x="7821" y="74"/>
                    <a:pt x="6889" y="434"/>
                    <a:pt x="6231" y="1126"/>
                  </a:cubicBezTo>
                  <a:cubicBezTo>
                    <a:pt x="5532" y="398"/>
                    <a:pt x="4581" y="8"/>
                    <a:pt x="3612" y="8"/>
                  </a:cubicBezTo>
                  <a:cubicBezTo>
                    <a:pt x="3161" y="8"/>
                    <a:pt x="2707" y="92"/>
                    <a:pt x="2272" y="266"/>
                  </a:cubicBezTo>
                  <a:cubicBezTo>
                    <a:pt x="898" y="818"/>
                    <a:pt x="0" y="2144"/>
                    <a:pt x="0" y="3624"/>
                  </a:cubicBezTo>
                  <a:cubicBezTo>
                    <a:pt x="0" y="5646"/>
                    <a:pt x="1403" y="7059"/>
                    <a:pt x="2623" y="8068"/>
                  </a:cubicBezTo>
                  <a:cubicBezTo>
                    <a:pt x="3147" y="8495"/>
                    <a:pt x="3699" y="8899"/>
                    <a:pt x="4266" y="9269"/>
                  </a:cubicBezTo>
                  <a:lnTo>
                    <a:pt x="6231" y="10537"/>
                  </a:lnTo>
                  <a:lnTo>
                    <a:pt x="8191" y="9269"/>
                  </a:lnTo>
                  <a:cubicBezTo>
                    <a:pt x="8758" y="8894"/>
                    <a:pt x="9310" y="8495"/>
                    <a:pt x="9834" y="8068"/>
                  </a:cubicBezTo>
                  <a:cubicBezTo>
                    <a:pt x="11059" y="7064"/>
                    <a:pt x="12457" y="5646"/>
                    <a:pt x="12457" y="3624"/>
                  </a:cubicBezTo>
                  <a:cubicBezTo>
                    <a:pt x="12457" y="1933"/>
                    <a:pt x="11290" y="468"/>
                    <a:pt x="9642" y="98"/>
                  </a:cubicBezTo>
                  <a:cubicBezTo>
                    <a:pt x="9434" y="32"/>
                    <a:pt x="9219" y="1"/>
                    <a:pt x="900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86"/>
            <p:cNvSpPr/>
            <p:nvPr/>
          </p:nvSpPr>
          <p:spPr>
            <a:xfrm>
              <a:off x="8080781" y="2029394"/>
              <a:ext cx="217085" cy="271801"/>
            </a:xfrm>
            <a:custGeom>
              <a:rect b="b" l="l" r="r" t="t"/>
              <a:pathLst>
                <a:path extrusionOk="0" h="10382" w="8292">
                  <a:moveTo>
                    <a:pt x="5712" y="0"/>
                  </a:moveTo>
                  <a:cubicBezTo>
                    <a:pt x="6130" y="2215"/>
                    <a:pt x="6409" y="7542"/>
                    <a:pt x="0" y="9041"/>
                  </a:cubicBezTo>
                  <a:cubicBezTo>
                    <a:pt x="53" y="9075"/>
                    <a:pt x="91" y="9104"/>
                    <a:pt x="101" y="9113"/>
                  </a:cubicBezTo>
                  <a:lnTo>
                    <a:pt x="2066" y="10382"/>
                  </a:lnTo>
                  <a:lnTo>
                    <a:pt x="4026" y="9113"/>
                  </a:lnTo>
                  <a:cubicBezTo>
                    <a:pt x="4593" y="8739"/>
                    <a:pt x="5140" y="8340"/>
                    <a:pt x="5669" y="7912"/>
                  </a:cubicBezTo>
                  <a:cubicBezTo>
                    <a:pt x="6889" y="6904"/>
                    <a:pt x="8292" y="5491"/>
                    <a:pt x="8292" y="3469"/>
                  </a:cubicBezTo>
                  <a:cubicBezTo>
                    <a:pt x="8292" y="1869"/>
                    <a:pt x="7245" y="457"/>
                    <a:pt x="57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86"/>
            <p:cNvSpPr/>
            <p:nvPr/>
          </p:nvSpPr>
          <p:spPr>
            <a:xfrm>
              <a:off x="8180396" y="2144717"/>
              <a:ext cx="96971" cy="77624"/>
            </a:xfrm>
            <a:custGeom>
              <a:rect b="b" l="l" r="r" t="t"/>
              <a:pathLst>
                <a:path extrusionOk="0" h="2965" w="3704">
                  <a:moveTo>
                    <a:pt x="2107" y="0"/>
                  </a:moveTo>
                  <a:cubicBezTo>
                    <a:pt x="2103" y="0"/>
                    <a:pt x="2099" y="0"/>
                    <a:pt x="2095" y="0"/>
                  </a:cubicBezTo>
                  <a:cubicBezTo>
                    <a:pt x="2013" y="5"/>
                    <a:pt x="1941" y="63"/>
                    <a:pt x="1912" y="140"/>
                  </a:cubicBezTo>
                  <a:lnTo>
                    <a:pt x="1254" y="2181"/>
                  </a:lnTo>
                  <a:lnTo>
                    <a:pt x="442" y="332"/>
                  </a:lnTo>
                  <a:cubicBezTo>
                    <a:pt x="401" y="246"/>
                    <a:pt x="331" y="210"/>
                    <a:pt x="260" y="210"/>
                  </a:cubicBezTo>
                  <a:cubicBezTo>
                    <a:pt x="130" y="210"/>
                    <a:pt x="0" y="333"/>
                    <a:pt x="62" y="495"/>
                  </a:cubicBezTo>
                  <a:lnTo>
                    <a:pt x="1090" y="2844"/>
                  </a:lnTo>
                  <a:cubicBezTo>
                    <a:pt x="1129" y="2916"/>
                    <a:pt x="1201" y="2965"/>
                    <a:pt x="1283" y="2965"/>
                  </a:cubicBezTo>
                  <a:lnTo>
                    <a:pt x="1292" y="2965"/>
                  </a:lnTo>
                  <a:cubicBezTo>
                    <a:pt x="1379" y="2960"/>
                    <a:pt x="1451" y="2902"/>
                    <a:pt x="1475" y="2820"/>
                  </a:cubicBezTo>
                  <a:lnTo>
                    <a:pt x="2143" y="745"/>
                  </a:lnTo>
                  <a:lnTo>
                    <a:pt x="2690" y="1840"/>
                  </a:lnTo>
                  <a:cubicBezTo>
                    <a:pt x="2724" y="1912"/>
                    <a:pt x="2791" y="1956"/>
                    <a:pt x="2868" y="1956"/>
                  </a:cubicBezTo>
                  <a:lnTo>
                    <a:pt x="3411" y="1956"/>
                  </a:lnTo>
                  <a:cubicBezTo>
                    <a:pt x="3512" y="1826"/>
                    <a:pt x="3613" y="1687"/>
                    <a:pt x="3704" y="1543"/>
                  </a:cubicBezTo>
                  <a:lnTo>
                    <a:pt x="3704" y="1543"/>
                  </a:lnTo>
                  <a:lnTo>
                    <a:pt x="3007" y="1547"/>
                  </a:lnTo>
                  <a:lnTo>
                    <a:pt x="2291" y="116"/>
                  </a:lnTo>
                  <a:cubicBezTo>
                    <a:pt x="2260" y="43"/>
                    <a:pt x="2184" y="0"/>
                    <a:pt x="210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86"/>
            <p:cNvSpPr/>
            <p:nvPr/>
          </p:nvSpPr>
          <p:spPr>
            <a:xfrm>
              <a:off x="7991979" y="2106599"/>
              <a:ext cx="194910" cy="127444"/>
            </a:xfrm>
            <a:custGeom>
              <a:rect b="b" l="l" r="r" t="t"/>
              <a:pathLst>
                <a:path extrusionOk="0" h="4868" w="7445">
                  <a:moveTo>
                    <a:pt x="6728" y="1"/>
                  </a:moveTo>
                  <a:cubicBezTo>
                    <a:pt x="6724" y="1"/>
                    <a:pt x="6721" y="1"/>
                    <a:pt x="6717" y="1"/>
                  </a:cubicBezTo>
                  <a:cubicBezTo>
                    <a:pt x="6635" y="1"/>
                    <a:pt x="6563" y="54"/>
                    <a:pt x="6529" y="131"/>
                  </a:cubicBezTo>
                  <a:lnTo>
                    <a:pt x="5559" y="2523"/>
                  </a:lnTo>
                  <a:lnTo>
                    <a:pt x="4742" y="1149"/>
                  </a:lnTo>
                  <a:cubicBezTo>
                    <a:pt x="4702" y="1079"/>
                    <a:pt x="4633" y="1045"/>
                    <a:pt x="4564" y="1045"/>
                  </a:cubicBezTo>
                  <a:cubicBezTo>
                    <a:pt x="4478" y="1045"/>
                    <a:pt x="4392" y="1098"/>
                    <a:pt x="4363" y="1197"/>
                  </a:cubicBezTo>
                  <a:lnTo>
                    <a:pt x="3541" y="3979"/>
                  </a:lnTo>
                  <a:lnTo>
                    <a:pt x="2489" y="880"/>
                  </a:lnTo>
                  <a:cubicBezTo>
                    <a:pt x="2460" y="803"/>
                    <a:pt x="2388" y="750"/>
                    <a:pt x="2306" y="745"/>
                  </a:cubicBezTo>
                  <a:cubicBezTo>
                    <a:pt x="2299" y="745"/>
                    <a:pt x="2293" y="744"/>
                    <a:pt x="2286" y="744"/>
                  </a:cubicBezTo>
                  <a:cubicBezTo>
                    <a:pt x="2211" y="744"/>
                    <a:pt x="2140" y="790"/>
                    <a:pt x="2109" y="861"/>
                  </a:cubicBezTo>
                  <a:lnTo>
                    <a:pt x="1062" y="3008"/>
                  </a:lnTo>
                  <a:lnTo>
                    <a:pt x="0" y="3008"/>
                  </a:lnTo>
                  <a:cubicBezTo>
                    <a:pt x="92" y="3147"/>
                    <a:pt x="193" y="3287"/>
                    <a:pt x="294" y="3421"/>
                  </a:cubicBezTo>
                  <a:lnTo>
                    <a:pt x="1192" y="3421"/>
                  </a:lnTo>
                  <a:cubicBezTo>
                    <a:pt x="1274" y="3421"/>
                    <a:pt x="1346" y="3373"/>
                    <a:pt x="1379" y="3301"/>
                  </a:cubicBezTo>
                  <a:lnTo>
                    <a:pt x="2258" y="1490"/>
                  </a:lnTo>
                  <a:lnTo>
                    <a:pt x="3359" y="4728"/>
                  </a:lnTo>
                  <a:cubicBezTo>
                    <a:pt x="3387" y="4810"/>
                    <a:pt x="3464" y="4867"/>
                    <a:pt x="3555" y="4867"/>
                  </a:cubicBezTo>
                  <a:cubicBezTo>
                    <a:pt x="3647" y="4862"/>
                    <a:pt x="3724" y="4805"/>
                    <a:pt x="3748" y="4718"/>
                  </a:cubicBezTo>
                  <a:lnTo>
                    <a:pt x="4622" y="1764"/>
                  </a:lnTo>
                  <a:lnTo>
                    <a:pt x="5410" y="3085"/>
                  </a:lnTo>
                  <a:cubicBezTo>
                    <a:pt x="5446" y="3148"/>
                    <a:pt x="5512" y="3186"/>
                    <a:pt x="5588" y="3186"/>
                  </a:cubicBezTo>
                  <a:cubicBezTo>
                    <a:pt x="5593" y="3186"/>
                    <a:pt x="5597" y="3186"/>
                    <a:pt x="5602" y="3186"/>
                  </a:cubicBezTo>
                  <a:cubicBezTo>
                    <a:pt x="5679" y="3181"/>
                    <a:pt x="5746" y="3133"/>
                    <a:pt x="5775" y="3056"/>
                  </a:cubicBezTo>
                  <a:lnTo>
                    <a:pt x="6721" y="731"/>
                  </a:lnTo>
                  <a:lnTo>
                    <a:pt x="7000" y="1375"/>
                  </a:lnTo>
                  <a:cubicBezTo>
                    <a:pt x="7041" y="1459"/>
                    <a:pt x="7112" y="1495"/>
                    <a:pt x="7183" y="1495"/>
                  </a:cubicBezTo>
                  <a:cubicBezTo>
                    <a:pt x="7314" y="1495"/>
                    <a:pt x="7445" y="1373"/>
                    <a:pt x="7380" y="1211"/>
                  </a:cubicBezTo>
                  <a:lnTo>
                    <a:pt x="6909" y="121"/>
                  </a:lnTo>
                  <a:cubicBezTo>
                    <a:pt x="6877" y="48"/>
                    <a:pt x="6810" y="1"/>
                    <a:pt x="6728"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86"/>
            <p:cNvSpPr/>
            <p:nvPr/>
          </p:nvSpPr>
          <p:spPr>
            <a:xfrm>
              <a:off x="7940666" y="2020205"/>
              <a:ext cx="383249" cy="286488"/>
            </a:xfrm>
            <a:custGeom>
              <a:rect b="b" l="l" r="r" t="t"/>
              <a:pathLst>
                <a:path extrusionOk="0" h="10943" w="14639">
                  <a:moveTo>
                    <a:pt x="4809" y="0"/>
                  </a:moveTo>
                  <a:cubicBezTo>
                    <a:pt x="4803" y="0"/>
                    <a:pt x="4796" y="0"/>
                    <a:pt x="4790" y="0"/>
                  </a:cubicBezTo>
                  <a:cubicBezTo>
                    <a:pt x="2076" y="0"/>
                    <a:pt x="0" y="2830"/>
                    <a:pt x="1432" y="5799"/>
                  </a:cubicBezTo>
                  <a:lnTo>
                    <a:pt x="567" y="5799"/>
                  </a:lnTo>
                  <a:cubicBezTo>
                    <a:pt x="293" y="5799"/>
                    <a:pt x="293" y="6212"/>
                    <a:pt x="567" y="6212"/>
                  </a:cubicBezTo>
                  <a:lnTo>
                    <a:pt x="1653" y="6212"/>
                  </a:lnTo>
                  <a:cubicBezTo>
                    <a:pt x="2844" y="8206"/>
                    <a:pt x="5347" y="9652"/>
                    <a:pt x="7288" y="10910"/>
                  </a:cubicBezTo>
                  <a:cubicBezTo>
                    <a:pt x="7322" y="10932"/>
                    <a:pt x="7360" y="10943"/>
                    <a:pt x="7399" y="10943"/>
                  </a:cubicBezTo>
                  <a:cubicBezTo>
                    <a:pt x="7437" y="10943"/>
                    <a:pt x="7476" y="10932"/>
                    <a:pt x="7509" y="10910"/>
                  </a:cubicBezTo>
                  <a:cubicBezTo>
                    <a:pt x="9450" y="9657"/>
                    <a:pt x="11953" y="8211"/>
                    <a:pt x="13144" y="6212"/>
                  </a:cubicBezTo>
                  <a:lnTo>
                    <a:pt x="14230" y="6212"/>
                  </a:lnTo>
                  <a:cubicBezTo>
                    <a:pt x="14345" y="6212"/>
                    <a:pt x="14437" y="6121"/>
                    <a:pt x="14437" y="6005"/>
                  </a:cubicBezTo>
                  <a:cubicBezTo>
                    <a:pt x="14451" y="5895"/>
                    <a:pt x="14360" y="5794"/>
                    <a:pt x="14249" y="5794"/>
                  </a:cubicBezTo>
                  <a:lnTo>
                    <a:pt x="13389" y="5794"/>
                  </a:lnTo>
                  <a:cubicBezTo>
                    <a:pt x="14638" y="3195"/>
                    <a:pt x="13216" y="615"/>
                    <a:pt x="10877" y="87"/>
                  </a:cubicBezTo>
                  <a:cubicBezTo>
                    <a:pt x="10864" y="85"/>
                    <a:pt x="10852" y="84"/>
                    <a:pt x="10840" y="84"/>
                  </a:cubicBezTo>
                  <a:cubicBezTo>
                    <a:pt x="10610" y="84"/>
                    <a:pt x="10548" y="426"/>
                    <a:pt x="10786" y="490"/>
                  </a:cubicBezTo>
                  <a:cubicBezTo>
                    <a:pt x="12923" y="971"/>
                    <a:pt x="14216" y="3392"/>
                    <a:pt x="12933" y="5799"/>
                  </a:cubicBezTo>
                  <a:lnTo>
                    <a:pt x="12169" y="5799"/>
                  </a:lnTo>
                  <a:lnTo>
                    <a:pt x="11453" y="4363"/>
                  </a:lnTo>
                  <a:cubicBezTo>
                    <a:pt x="11415" y="4287"/>
                    <a:pt x="11343" y="4250"/>
                    <a:pt x="11271" y="4250"/>
                  </a:cubicBezTo>
                  <a:cubicBezTo>
                    <a:pt x="11188" y="4250"/>
                    <a:pt x="11105" y="4299"/>
                    <a:pt x="11074" y="4391"/>
                  </a:cubicBezTo>
                  <a:lnTo>
                    <a:pt x="10411" y="6433"/>
                  </a:lnTo>
                  <a:lnTo>
                    <a:pt x="9676" y="4752"/>
                  </a:lnTo>
                  <a:cubicBezTo>
                    <a:pt x="9635" y="4666"/>
                    <a:pt x="9564" y="4629"/>
                    <a:pt x="9493" y="4629"/>
                  </a:cubicBezTo>
                  <a:cubicBezTo>
                    <a:pt x="9361" y="4629"/>
                    <a:pt x="9231" y="4753"/>
                    <a:pt x="9296" y="4915"/>
                  </a:cubicBezTo>
                  <a:lnTo>
                    <a:pt x="10252" y="7096"/>
                  </a:lnTo>
                  <a:cubicBezTo>
                    <a:pt x="10289" y="7178"/>
                    <a:pt x="10365" y="7218"/>
                    <a:pt x="10440" y="7218"/>
                  </a:cubicBezTo>
                  <a:cubicBezTo>
                    <a:pt x="10523" y="7218"/>
                    <a:pt x="10606" y="7170"/>
                    <a:pt x="10637" y="7077"/>
                  </a:cubicBezTo>
                  <a:lnTo>
                    <a:pt x="11304" y="5001"/>
                  </a:lnTo>
                  <a:lnTo>
                    <a:pt x="11847" y="6097"/>
                  </a:lnTo>
                  <a:cubicBezTo>
                    <a:pt x="11886" y="6169"/>
                    <a:pt x="11953" y="6212"/>
                    <a:pt x="12030" y="6217"/>
                  </a:cubicBezTo>
                  <a:lnTo>
                    <a:pt x="12674" y="6217"/>
                  </a:lnTo>
                  <a:cubicBezTo>
                    <a:pt x="11357" y="8211"/>
                    <a:pt x="8513" y="9733"/>
                    <a:pt x="7408" y="10497"/>
                  </a:cubicBezTo>
                  <a:cubicBezTo>
                    <a:pt x="5655" y="9354"/>
                    <a:pt x="3320" y="7994"/>
                    <a:pt x="2148" y="6217"/>
                  </a:cubicBezTo>
                  <a:lnTo>
                    <a:pt x="3147" y="6217"/>
                  </a:lnTo>
                  <a:cubicBezTo>
                    <a:pt x="3224" y="6217"/>
                    <a:pt x="3301" y="6169"/>
                    <a:pt x="3334" y="6097"/>
                  </a:cubicBezTo>
                  <a:lnTo>
                    <a:pt x="4209" y="4286"/>
                  </a:lnTo>
                  <a:lnTo>
                    <a:pt x="5314" y="7524"/>
                  </a:lnTo>
                  <a:cubicBezTo>
                    <a:pt x="5347" y="7614"/>
                    <a:pt x="5428" y="7659"/>
                    <a:pt x="5509" y="7659"/>
                  </a:cubicBezTo>
                  <a:cubicBezTo>
                    <a:pt x="5593" y="7659"/>
                    <a:pt x="5676" y="7611"/>
                    <a:pt x="5708" y="7514"/>
                  </a:cubicBezTo>
                  <a:lnTo>
                    <a:pt x="6577" y="4564"/>
                  </a:lnTo>
                  <a:lnTo>
                    <a:pt x="7365" y="5885"/>
                  </a:lnTo>
                  <a:cubicBezTo>
                    <a:pt x="7405" y="5952"/>
                    <a:pt x="7473" y="5985"/>
                    <a:pt x="7542" y="5985"/>
                  </a:cubicBezTo>
                  <a:cubicBezTo>
                    <a:pt x="7620" y="5985"/>
                    <a:pt x="7699" y="5941"/>
                    <a:pt x="7735" y="5857"/>
                  </a:cubicBezTo>
                  <a:lnTo>
                    <a:pt x="8677" y="3531"/>
                  </a:lnTo>
                  <a:lnTo>
                    <a:pt x="8960" y="4175"/>
                  </a:lnTo>
                  <a:cubicBezTo>
                    <a:pt x="8998" y="4259"/>
                    <a:pt x="9068" y="4294"/>
                    <a:pt x="9137" y="4294"/>
                  </a:cubicBezTo>
                  <a:cubicBezTo>
                    <a:pt x="9268" y="4294"/>
                    <a:pt x="9400" y="4170"/>
                    <a:pt x="9335" y="4007"/>
                  </a:cubicBezTo>
                  <a:lnTo>
                    <a:pt x="8854" y="2921"/>
                  </a:lnTo>
                  <a:cubicBezTo>
                    <a:pt x="8819" y="2838"/>
                    <a:pt x="8744" y="2798"/>
                    <a:pt x="8668" y="2798"/>
                  </a:cubicBezTo>
                  <a:cubicBezTo>
                    <a:pt x="8591" y="2798"/>
                    <a:pt x="8514" y="2841"/>
                    <a:pt x="8480" y="2926"/>
                  </a:cubicBezTo>
                  <a:lnTo>
                    <a:pt x="7504" y="5319"/>
                  </a:lnTo>
                  <a:lnTo>
                    <a:pt x="6688" y="3945"/>
                  </a:lnTo>
                  <a:cubicBezTo>
                    <a:pt x="6647" y="3877"/>
                    <a:pt x="6580" y="3844"/>
                    <a:pt x="6513" y="3844"/>
                  </a:cubicBezTo>
                  <a:cubicBezTo>
                    <a:pt x="6428" y="3844"/>
                    <a:pt x="6345" y="3896"/>
                    <a:pt x="6318" y="3993"/>
                  </a:cubicBezTo>
                  <a:lnTo>
                    <a:pt x="5491" y="6779"/>
                  </a:lnTo>
                  <a:lnTo>
                    <a:pt x="4439" y="3676"/>
                  </a:lnTo>
                  <a:cubicBezTo>
                    <a:pt x="4406" y="3584"/>
                    <a:pt x="4324" y="3537"/>
                    <a:pt x="4242" y="3537"/>
                  </a:cubicBezTo>
                  <a:cubicBezTo>
                    <a:pt x="4169" y="3537"/>
                    <a:pt x="4096" y="3575"/>
                    <a:pt x="4060" y="3652"/>
                  </a:cubicBezTo>
                  <a:lnTo>
                    <a:pt x="3013" y="5799"/>
                  </a:lnTo>
                  <a:lnTo>
                    <a:pt x="1893" y="5799"/>
                  </a:lnTo>
                  <a:cubicBezTo>
                    <a:pt x="442" y="3080"/>
                    <a:pt x="2287" y="414"/>
                    <a:pt x="4790" y="414"/>
                  </a:cubicBezTo>
                  <a:cubicBezTo>
                    <a:pt x="4796" y="414"/>
                    <a:pt x="4802" y="414"/>
                    <a:pt x="4807" y="414"/>
                  </a:cubicBezTo>
                  <a:cubicBezTo>
                    <a:pt x="5733" y="414"/>
                    <a:pt x="6620" y="797"/>
                    <a:pt x="7255" y="1471"/>
                  </a:cubicBezTo>
                  <a:cubicBezTo>
                    <a:pt x="7293" y="1511"/>
                    <a:pt x="7347" y="1532"/>
                    <a:pt x="7401" y="1532"/>
                  </a:cubicBezTo>
                  <a:cubicBezTo>
                    <a:pt x="7455" y="1532"/>
                    <a:pt x="7509" y="1511"/>
                    <a:pt x="7548" y="1471"/>
                  </a:cubicBezTo>
                  <a:cubicBezTo>
                    <a:pt x="8114" y="880"/>
                    <a:pt x="8874" y="510"/>
                    <a:pt x="9685" y="428"/>
                  </a:cubicBezTo>
                  <a:cubicBezTo>
                    <a:pt x="9951" y="405"/>
                    <a:pt x="9923" y="19"/>
                    <a:pt x="9674" y="19"/>
                  </a:cubicBezTo>
                  <a:cubicBezTo>
                    <a:pt x="9667" y="19"/>
                    <a:pt x="9659" y="19"/>
                    <a:pt x="9652" y="20"/>
                  </a:cubicBezTo>
                  <a:cubicBezTo>
                    <a:pt x="8806" y="101"/>
                    <a:pt x="8018" y="457"/>
                    <a:pt x="7403" y="1033"/>
                  </a:cubicBezTo>
                  <a:cubicBezTo>
                    <a:pt x="6697" y="370"/>
                    <a:pt x="5772" y="0"/>
                    <a:pt x="48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2" name="Google Shape;14002;p86"/>
          <p:cNvGrpSpPr/>
          <p:nvPr/>
        </p:nvGrpSpPr>
        <p:grpSpPr>
          <a:xfrm>
            <a:off x="7508513" y="2023478"/>
            <a:ext cx="372175" cy="279995"/>
            <a:chOff x="7508513" y="2023478"/>
            <a:chExt cx="372175" cy="279995"/>
          </a:xfrm>
        </p:grpSpPr>
        <p:sp>
          <p:nvSpPr>
            <p:cNvPr id="14003" name="Google Shape;14003;p86"/>
            <p:cNvSpPr/>
            <p:nvPr/>
          </p:nvSpPr>
          <p:spPr>
            <a:xfrm>
              <a:off x="7515686" y="2133512"/>
              <a:ext cx="357724" cy="164541"/>
            </a:xfrm>
            <a:custGeom>
              <a:rect b="b" l="l" r="r" t="t"/>
              <a:pathLst>
                <a:path extrusionOk="0" h="6285" w="13664">
                  <a:moveTo>
                    <a:pt x="1" y="1"/>
                  </a:moveTo>
                  <a:lnTo>
                    <a:pt x="1" y="6285"/>
                  </a:lnTo>
                  <a:lnTo>
                    <a:pt x="13663" y="6285"/>
                  </a:lnTo>
                  <a:lnTo>
                    <a:pt x="13663" y="1"/>
                  </a:lnTo>
                  <a:lnTo>
                    <a:pt x="9873" y="1"/>
                  </a:lnTo>
                  <a:cubicBezTo>
                    <a:pt x="9493" y="1"/>
                    <a:pt x="9215" y="347"/>
                    <a:pt x="9292" y="717"/>
                  </a:cubicBezTo>
                  <a:cubicBezTo>
                    <a:pt x="9325" y="870"/>
                    <a:pt x="9344" y="1029"/>
                    <a:pt x="9344" y="1192"/>
                  </a:cubicBezTo>
                  <a:cubicBezTo>
                    <a:pt x="9373" y="2590"/>
                    <a:pt x="8254" y="3748"/>
                    <a:pt x="6851" y="3762"/>
                  </a:cubicBezTo>
                  <a:cubicBezTo>
                    <a:pt x="6842" y="3763"/>
                    <a:pt x="6834" y="3763"/>
                    <a:pt x="6825" y="3763"/>
                  </a:cubicBezTo>
                  <a:cubicBezTo>
                    <a:pt x="5439" y="3763"/>
                    <a:pt x="4310" y="2630"/>
                    <a:pt x="4315" y="1240"/>
                  </a:cubicBezTo>
                  <a:cubicBezTo>
                    <a:pt x="4315" y="1063"/>
                    <a:pt x="4329" y="890"/>
                    <a:pt x="4367" y="717"/>
                  </a:cubicBezTo>
                  <a:cubicBezTo>
                    <a:pt x="4444" y="347"/>
                    <a:pt x="4161" y="1"/>
                    <a:pt x="3781"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86"/>
            <p:cNvSpPr/>
            <p:nvPr/>
          </p:nvSpPr>
          <p:spPr>
            <a:xfrm>
              <a:off x="7757694" y="2147728"/>
              <a:ext cx="116475" cy="39532"/>
            </a:xfrm>
            <a:custGeom>
              <a:rect b="b" l="l" r="r" t="t"/>
              <a:pathLst>
                <a:path extrusionOk="0" h="1510" w="4449">
                  <a:moveTo>
                    <a:pt x="655" y="1"/>
                  </a:moveTo>
                  <a:cubicBezTo>
                    <a:pt x="279" y="1"/>
                    <a:pt x="0" y="344"/>
                    <a:pt x="76" y="712"/>
                  </a:cubicBezTo>
                  <a:cubicBezTo>
                    <a:pt x="110" y="885"/>
                    <a:pt x="129" y="1058"/>
                    <a:pt x="129" y="1235"/>
                  </a:cubicBezTo>
                  <a:cubicBezTo>
                    <a:pt x="129" y="1322"/>
                    <a:pt x="124" y="1404"/>
                    <a:pt x="115" y="1490"/>
                  </a:cubicBezTo>
                  <a:lnTo>
                    <a:pt x="129" y="1509"/>
                  </a:lnTo>
                  <a:cubicBezTo>
                    <a:pt x="562" y="1509"/>
                    <a:pt x="562" y="962"/>
                    <a:pt x="994" y="962"/>
                  </a:cubicBezTo>
                  <a:cubicBezTo>
                    <a:pt x="1422" y="962"/>
                    <a:pt x="1422" y="1509"/>
                    <a:pt x="1854" y="1509"/>
                  </a:cubicBezTo>
                  <a:cubicBezTo>
                    <a:pt x="2286" y="1509"/>
                    <a:pt x="2286" y="962"/>
                    <a:pt x="2719" y="962"/>
                  </a:cubicBezTo>
                  <a:cubicBezTo>
                    <a:pt x="3151" y="962"/>
                    <a:pt x="3151" y="1509"/>
                    <a:pt x="3579" y="1509"/>
                  </a:cubicBezTo>
                  <a:cubicBezTo>
                    <a:pt x="4016" y="1509"/>
                    <a:pt x="4016" y="962"/>
                    <a:pt x="4448" y="962"/>
                  </a:cubicBezTo>
                  <a:lnTo>
                    <a:pt x="4448" y="1"/>
                  </a:lnTo>
                  <a:lnTo>
                    <a:pt x="662" y="1"/>
                  </a:lnTo>
                  <a:cubicBezTo>
                    <a:pt x="660" y="1"/>
                    <a:pt x="657" y="1"/>
                    <a:pt x="65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86"/>
            <p:cNvSpPr/>
            <p:nvPr/>
          </p:nvSpPr>
          <p:spPr>
            <a:xfrm>
              <a:off x="7515555" y="2147597"/>
              <a:ext cx="116501" cy="39663"/>
            </a:xfrm>
            <a:custGeom>
              <a:rect b="b" l="l" r="r" t="t"/>
              <a:pathLst>
                <a:path extrusionOk="0" h="1515" w="4450">
                  <a:moveTo>
                    <a:pt x="1" y="1"/>
                  </a:moveTo>
                  <a:lnTo>
                    <a:pt x="1" y="962"/>
                  </a:lnTo>
                  <a:cubicBezTo>
                    <a:pt x="438" y="967"/>
                    <a:pt x="438" y="1514"/>
                    <a:pt x="870" y="1514"/>
                  </a:cubicBezTo>
                  <a:cubicBezTo>
                    <a:pt x="1298" y="1514"/>
                    <a:pt x="1298" y="967"/>
                    <a:pt x="1730" y="967"/>
                  </a:cubicBezTo>
                  <a:cubicBezTo>
                    <a:pt x="2163" y="967"/>
                    <a:pt x="2163" y="1514"/>
                    <a:pt x="2595" y="1514"/>
                  </a:cubicBezTo>
                  <a:cubicBezTo>
                    <a:pt x="3027" y="1514"/>
                    <a:pt x="3022" y="967"/>
                    <a:pt x="3455" y="967"/>
                  </a:cubicBezTo>
                  <a:cubicBezTo>
                    <a:pt x="3892" y="967"/>
                    <a:pt x="3887" y="1514"/>
                    <a:pt x="4320" y="1514"/>
                  </a:cubicBezTo>
                  <a:lnTo>
                    <a:pt x="4334" y="1495"/>
                  </a:lnTo>
                  <a:cubicBezTo>
                    <a:pt x="4324" y="1409"/>
                    <a:pt x="4320" y="1327"/>
                    <a:pt x="4320" y="1240"/>
                  </a:cubicBezTo>
                  <a:cubicBezTo>
                    <a:pt x="4320" y="1063"/>
                    <a:pt x="4339" y="890"/>
                    <a:pt x="4372" y="717"/>
                  </a:cubicBezTo>
                  <a:cubicBezTo>
                    <a:pt x="4449" y="347"/>
                    <a:pt x="4166" y="1"/>
                    <a:pt x="378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86"/>
            <p:cNvSpPr/>
            <p:nvPr/>
          </p:nvSpPr>
          <p:spPr>
            <a:xfrm>
              <a:off x="7515555" y="2133643"/>
              <a:ext cx="116501" cy="39637"/>
            </a:xfrm>
            <a:custGeom>
              <a:rect b="b" l="l" r="r" t="t"/>
              <a:pathLst>
                <a:path extrusionOk="0" h="1514" w="4450">
                  <a:moveTo>
                    <a:pt x="1" y="1"/>
                  </a:moveTo>
                  <a:lnTo>
                    <a:pt x="1" y="962"/>
                  </a:lnTo>
                  <a:cubicBezTo>
                    <a:pt x="438" y="962"/>
                    <a:pt x="438" y="1514"/>
                    <a:pt x="870" y="1514"/>
                  </a:cubicBezTo>
                  <a:cubicBezTo>
                    <a:pt x="1298" y="1514"/>
                    <a:pt x="1298" y="966"/>
                    <a:pt x="1730" y="966"/>
                  </a:cubicBezTo>
                  <a:cubicBezTo>
                    <a:pt x="2163" y="966"/>
                    <a:pt x="2163" y="1514"/>
                    <a:pt x="2595" y="1514"/>
                  </a:cubicBezTo>
                  <a:cubicBezTo>
                    <a:pt x="3027" y="1514"/>
                    <a:pt x="3027" y="966"/>
                    <a:pt x="3455" y="966"/>
                  </a:cubicBezTo>
                  <a:cubicBezTo>
                    <a:pt x="3887" y="966"/>
                    <a:pt x="3887" y="1514"/>
                    <a:pt x="4320" y="1514"/>
                  </a:cubicBezTo>
                  <a:lnTo>
                    <a:pt x="4334" y="1495"/>
                  </a:lnTo>
                  <a:cubicBezTo>
                    <a:pt x="4324" y="1408"/>
                    <a:pt x="4320" y="1327"/>
                    <a:pt x="4320" y="1240"/>
                  </a:cubicBezTo>
                  <a:cubicBezTo>
                    <a:pt x="4320" y="1062"/>
                    <a:pt x="4339" y="889"/>
                    <a:pt x="4372" y="716"/>
                  </a:cubicBezTo>
                  <a:cubicBezTo>
                    <a:pt x="4449" y="347"/>
                    <a:pt x="4166" y="1"/>
                    <a:pt x="378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86"/>
            <p:cNvSpPr/>
            <p:nvPr/>
          </p:nvSpPr>
          <p:spPr>
            <a:xfrm>
              <a:off x="7757668" y="2133643"/>
              <a:ext cx="116501" cy="39637"/>
            </a:xfrm>
            <a:custGeom>
              <a:rect b="b" l="l" r="r" t="t"/>
              <a:pathLst>
                <a:path extrusionOk="0" h="1514" w="4450">
                  <a:moveTo>
                    <a:pt x="663" y="1"/>
                  </a:moveTo>
                  <a:cubicBezTo>
                    <a:pt x="284" y="1"/>
                    <a:pt x="1" y="347"/>
                    <a:pt x="77" y="716"/>
                  </a:cubicBezTo>
                  <a:cubicBezTo>
                    <a:pt x="111" y="889"/>
                    <a:pt x="130" y="1062"/>
                    <a:pt x="130" y="1240"/>
                  </a:cubicBezTo>
                  <a:cubicBezTo>
                    <a:pt x="130" y="1327"/>
                    <a:pt x="125" y="1408"/>
                    <a:pt x="116" y="1495"/>
                  </a:cubicBezTo>
                  <a:lnTo>
                    <a:pt x="130" y="1514"/>
                  </a:lnTo>
                  <a:cubicBezTo>
                    <a:pt x="563" y="1514"/>
                    <a:pt x="563" y="966"/>
                    <a:pt x="995" y="966"/>
                  </a:cubicBezTo>
                  <a:cubicBezTo>
                    <a:pt x="1423" y="966"/>
                    <a:pt x="1423" y="1514"/>
                    <a:pt x="1855" y="1514"/>
                  </a:cubicBezTo>
                  <a:cubicBezTo>
                    <a:pt x="2287" y="1514"/>
                    <a:pt x="2287" y="966"/>
                    <a:pt x="2720" y="966"/>
                  </a:cubicBezTo>
                  <a:cubicBezTo>
                    <a:pt x="3152" y="966"/>
                    <a:pt x="3152" y="1514"/>
                    <a:pt x="3580" y="1514"/>
                  </a:cubicBezTo>
                  <a:cubicBezTo>
                    <a:pt x="4017" y="1514"/>
                    <a:pt x="4017" y="962"/>
                    <a:pt x="4449" y="962"/>
                  </a:cubicBezTo>
                  <a:lnTo>
                    <a:pt x="4449"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86"/>
            <p:cNvSpPr/>
            <p:nvPr/>
          </p:nvSpPr>
          <p:spPr>
            <a:xfrm>
              <a:off x="7600824" y="2227839"/>
              <a:ext cx="22044" cy="18902"/>
            </a:xfrm>
            <a:custGeom>
              <a:rect b="b" l="l" r="r" t="t"/>
              <a:pathLst>
                <a:path extrusionOk="0" h="722" w="842">
                  <a:moveTo>
                    <a:pt x="481" y="1"/>
                  </a:moveTo>
                  <a:cubicBezTo>
                    <a:pt x="159" y="1"/>
                    <a:pt x="1" y="390"/>
                    <a:pt x="227" y="616"/>
                  </a:cubicBezTo>
                  <a:cubicBezTo>
                    <a:pt x="300" y="689"/>
                    <a:pt x="390" y="722"/>
                    <a:pt x="479" y="722"/>
                  </a:cubicBezTo>
                  <a:cubicBezTo>
                    <a:pt x="664" y="722"/>
                    <a:pt x="842" y="579"/>
                    <a:pt x="842" y="361"/>
                  </a:cubicBezTo>
                  <a:cubicBezTo>
                    <a:pt x="842" y="164"/>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86"/>
            <p:cNvSpPr/>
            <p:nvPr/>
          </p:nvSpPr>
          <p:spPr>
            <a:xfrm>
              <a:off x="7523723" y="2251610"/>
              <a:ext cx="22174" cy="18876"/>
            </a:xfrm>
            <a:custGeom>
              <a:rect b="b" l="l" r="r" t="t"/>
              <a:pathLst>
                <a:path extrusionOk="0" h="721" w="847">
                  <a:moveTo>
                    <a:pt x="486" y="1"/>
                  </a:moveTo>
                  <a:cubicBezTo>
                    <a:pt x="164" y="1"/>
                    <a:pt x="1" y="385"/>
                    <a:pt x="232" y="616"/>
                  </a:cubicBezTo>
                  <a:cubicBezTo>
                    <a:pt x="304" y="688"/>
                    <a:pt x="394" y="721"/>
                    <a:pt x="482" y="721"/>
                  </a:cubicBezTo>
                  <a:cubicBezTo>
                    <a:pt x="667" y="721"/>
                    <a:pt x="846" y="576"/>
                    <a:pt x="846" y="361"/>
                  </a:cubicBezTo>
                  <a:cubicBezTo>
                    <a:pt x="846" y="159"/>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86"/>
            <p:cNvSpPr/>
            <p:nvPr/>
          </p:nvSpPr>
          <p:spPr>
            <a:xfrm>
              <a:off x="7547495" y="2205455"/>
              <a:ext cx="22044" cy="18954"/>
            </a:xfrm>
            <a:custGeom>
              <a:rect b="b" l="l" r="r" t="t"/>
              <a:pathLst>
                <a:path extrusionOk="0" h="724" w="842">
                  <a:moveTo>
                    <a:pt x="481" y="1"/>
                  </a:moveTo>
                  <a:cubicBezTo>
                    <a:pt x="159" y="1"/>
                    <a:pt x="1" y="390"/>
                    <a:pt x="227" y="616"/>
                  </a:cubicBezTo>
                  <a:cubicBezTo>
                    <a:pt x="300" y="690"/>
                    <a:pt x="390" y="724"/>
                    <a:pt x="479" y="724"/>
                  </a:cubicBezTo>
                  <a:cubicBezTo>
                    <a:pt x="664" y="724"/>
                    <a:pt x="842" y="579"/>
                    <a:pt x="842" y="361"/>
                  </a:cubicBezTo>
                  <a:cubicBezTo>
                    <a:pt x="842" y="164"/>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86"/>
            <p:cNvSpPr/>
            <p:nvPr/>
          </p:nvSpPr>
          <p:spPr>
            <a:xfrm>
              <a:off x="7762825" y="2227839"/>
              <a:ext cx="22148" cy="18902"/>
            </a:xfrm>
            <a:custGeom>
              <a:rect b="b" l="l" r="r" t="t"/>
              <a:pathLst>
                <a:path extrusionOk="0" h="722" w="846">
                  <a:moveTo>
                    <a:pt x="486" y="1"/>
                  </a:moveTo>
                  <a:cubicBezTo>
                    <a:pt x="164" y="1"/>
                    <a:pt x="0" y="390"/>
                    <a:pt x="226" y="616"/>
                  </a:cubicBezTo>
                  <a:cubicBezTo>
                    <a:pt x="301" y="689"/>
                    <a:pt x="392" y="722"/>
                    <a:pt x="482" y="722"/>
                  </a:cubicBezTo>
                  <a:cubicBezTo>
                    <a:pt x="668" y="722"/>
                    <a:pt x="846" y="579"/>
                    <a:pt x="846" y="361"/>
                  </a:cubicBezTo>
                  <a:cubicBezTo>
                    <a:pt x="846" y="164"/>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86"/>
            <p:cNvSpPr/>
            <p:nvPr/>
          </p:nvSpPr>
          <p:spPr>
            <a:xfrm>
              <a:off x="7839925" y="2251610"/>
              <a:ext cx="22044" cy="18876"/>
            </a:xfrm>
            <a:custGeom>
              <a:rect b="b" l="l" r="r" t="t"/>
              <a:pathLst>
                <a:path extrusionOk="0" h="721" w="842">
                  <a:moveTo>
                    <a:pt x="481" y="1"/>
                  </a:moveTo>
                  <a:cubicBezTo>
                    <a:pt x="159" y="1"/>
                    <a:pt x="0" y="385"/>
                    <a:pt x="226" y="616"/>
                  </a:cubicBezTo>
                  <a:cubicBezTo>
                    <a:pt x="299" y="688"/>
                    <a:pt x="388" y="721"/>
                    <a:pt x="476" y="721"/>
                  </a:cubicBezTo>
                  <a:cubicBezTo>
                    <a:pt x="662" y="721"/>
                    <a:pt x="841" y="576"/>
                    <a:pt x="841" y="361"/>
                  </a:cubicBezTo>
                  <a:cubicBezTo>
                    <a:pt x="841" y="159"/>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86"/>
            <p:cNvSpPr/>
            <p:nvPr/>
          </p:nvSpPr>
          <p:spPr>
            <a:xfrm>
              <a:off x="7816154" y="2205455"/>
              <a:ext cx="22148" cy="18954"/>
            </a:xfrm>
            <a:custGeom>
              <a:rect b="b" l="l" r="r" t="t"/>
              <a:pathLst>
                <a:path extrusionOk="0" h="724" w="846">
                  <a:moveTo>
                    <a:pt x="486" y="1"/>
                  </a:moveTo>
                  <a:cubicBezTo>
                    <a:pt x="164" y="1"/>
                    <a:pt x="0" y="390"/>
                    <a:pt x="226" y="616"/>
                  </a:cubicBezTo>
                  <a:cubicBezTo>
                    <a:pt x="301" y="690"/>
                    <a:pt x="392" y="724"/>
                    <a:pt x="482" y="724"/>
                  </a:cubicBezTo>
                  <a:cubicBezTo>
                    <a:pt x="668" y="724"/>
                    <a:pt x="846" y="579"/>
                    <a:pt x="846" y="361"/>
                  </a:cubicBezTo>
                  <a:cubicBezTo>
                    <a:pt x="846" y="164"/>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86"/>
            <p:cNvSpPr/>
            <p:nvPr/>
          </p:nvSpPr>
          <p:spPr>
            <a:xfrm>
              <a:off x="7642345" y="2028923"/>
              <a:ext cx="104772" cy="177841"/>
            </a:xfrm>
            <a:custGeom>
              <a:rect b="b" l="l" r="r" t="t"/>
              <a:pathLst>
                <a:path extrusionOk="0" h="6793" w="4002">
                  <a:moveTo>
                    <a:pt x="1996" y="0"/>
                  </a:moveTo>
                  <a:cubicBezTo>
                    <a:pt x="1957" y="0"/>
                    <a:pt x="1917" y="25"/>
                    <a:pt x="1907" y="76"/>
                  </a:cubicBezTo>
                  <a:lnTo>
                    <a:pt x="1475" y="2771"/>
                  </a:lnTo>
                  <a:cubicBezTo>
                    <a:pt x="1379" y="3333"/>
                    <a:pt x="1139" y="3861"/>
                    <a:pt x="783" y="4308"/>
                  </a:cubicBezTo>
                  <a:cubicBezTo>
                    <a:pt x="0" y="5307"/>
                    <a:pt x="702" y="6773"/>
                    <a:pt x="1975" y="6792"/>
                  </a:cubicBezTo>
                  <a:cubicBezTo>
                    <a:pt x="1983" y="6792"/>
                    <a:pt x="1991" y="6792"/>
                    <a:pt x="1999" y="6792"/>
                  </a:cubicBezTo>
                  <a:cubicBezTo>
                    <a:pt x="3281" y="6792"/>
                    <a:pt x="4002" y="5296"/>
                    <a:pt x="3190" y="4289"/>
                  </a:cubicBezTo>
                  <a:cubicBezTo>
                    <a:pt x="2892" y="3919"/>
                    <a:pt x="2676" y="3482"/>
                    <a:pt x="2566" y="3021"/>
                  </a:cubicBezTo>
                  <a:lnTo>
                    <a:pt x="2417" y="2137"/>
                  </a:lnTo>
                  <a:lnTo>
                    <a:pt x="2080" y="76"/>
                  </a:lnTo>
                  <a:cubicBezTo>
                    <a:pt x="2073" y="25"/>
                    <a:pt x="2035" y="0"/>
                    <a:pt x="19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86"/>
            <p:cNvSpPr/>
            <p:nvPr/>
          </p:nvSpPr>
          <p:spPr>
            <a:xfrm>
              <a:off x="7685594" y="2028871"/>
              <a:ext cx="52229" cy="177788"/>
            </a:xfrm>
            <a:custGeom>
              <a:rect b="b" l="l" r="r" t="t"/>
              <a:pathLst>
                <a:path extrusionOk="0" h="6791" w="1995">
                  <a:moveTo>
                    <a:pt x="345" y="1"/>
                  </a:moveTo>
                  <a:cubicBezTo>
                    <a:pt x="306" y="1"/>
                    <a:pt x="267" y="25"/>
                    <a:pt x="260" y="73"/>
                  </a:cubicBezTo>
                  <a:lnTo>
                    <a:pt x="1" y="1668"/>
                  </a:lnTo>
                  <a:lnTo>
                    <a:pt x="78" y="2134"/>
                  </a:lnTo>
                  <a:lnTo>
                    <a:pt x="227" y="3018"/>
                  </a:lnTo>
                  <a:cubicBezTo>
                    <a:pt x="337" y="3484"/>
                    <a:pt x="548" y="3916"/>
                    <a:pt x="851" y="4291"/>
                  </a:cubicBezTo>
                  <a:cubicBezTo>
                    <a:pt x="1562" y="5170"/>
                    <a:pt x="1106" y="6496"/>
                    <a:pt x="1" y="6751"/>
                  </a:cubicBezTo>
                  <a:cubicBezTo>
                    <a:pt x="116" y="6777"/>
                    <a:pt x="231" y="6790"/>
                    <a:pt x="346" y="6790"/>
                  </a:cubicBezTo>
                  <a:cubicBezTo>
                    <a:pt x="867" y="6790"/>
                    <a:pt x="1361" y="6521"/>
                    <a:pt x="1649" y="6068"/>
                  </a:cubicBezTo>
                  <a:cubicBezTo>
                    <a:pt x="1994" y="5511"/>
                    <a:pt x="1951" y="4800"/>
                    <a:pt x="1543" y="4291"/>
                  </a:cubicBezTo>
                  <a:lnTo>
                    <a:pt x="1538" y="4291"/>
                  </a:lnTo>
                  <a:cubicBezTo>
                    <a:pt x="1235" y="3916"/>
                    <a:pt x="1024" y="3484"/>
                    <a:pt x="914" y="3018"/>
                  </a:cubicBezTo>
                  <a:lnTo>
                    <a:pt x="765" y="2139"/>
                  </a:lnTo>
                  <a:lnTo>
                    <a:pt x="433" y="73"/>
                  </a:lnTo>
                  <a:cubicBezTo>
                    <a:pt x="424" y="25"/>
                    <a:pt x="384" y="1"/>
                    <a:pt x="345" y="1"/>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86"/>
            <p:cNvSpPr/>
            <p:nvPr/>
          </p:nvSpPr>
          <p:spPr>
            <a:xfrm>
              <a:off x="7508513" y="2292608"/>
              <a:ext cx="372070" cy="10865"/>
            </a:xfrm>
            <a:custGeom>
              <a:rect b="b" l="l" r="r" t="t"/>
              <a:pathLst>
                <a:path extrusionOk="0" h="415" w="14212">
                  <a:moveTo>
                    <a:pt x="275" y="1"/>
                  </a:moveTo>
                  <a:cubicBezTo>
                    <a:pt x="1" y="1"/>
                    <a:pt x="1" y="414"/>
                    <a:pt x="275" y="414"/>
                  </a:cubicBezTo>
                  <a:lnTo>
                    <a:pt x="13937" y="414"/>
                  </a:lnTo>
                  <a:cubicBezTo>
                    <a:pt x="14211" y="414"/>
                    <a:pt x="14211" y="1"/>
                    <a:pt x="139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86"/>
            <p:cNvSpPr/>
            <p:nvPr/>
          </p:nvSpPr>
          <p:spPr>
            <a:xfrm>
              <a:off x="7508644" y="2128119"/>
              <a:ext cx="372044" cy="109066"/>
            </a:xfrm>
            <a:custGeom>
              <a:rect b="b" l="l" r="r" t="t"/>
              <a:pathLst>
                <a:path extrusionOk="0" h="4166" w="14211">
                  <a:moveTo>
                    <a:pt x="10147" y="0"/>
                  </a:moveTo>
                  <a:cubicBezTo>
                    <a:pt x="9642" y="0"/>
                    <a:pt x="9263" y="466"/>
                    <a:pt x="9364" y="961"/>
                  </a:cubicBezTo>
                  <a:cubicBezTo>
                    <a:pt x="9698" y="2537"/>
                    <a:pt x="8424" y="3760"/>
                    <a:pt x="7072" y="3760"/>
                  </a:cubicBezTo>
                  <a:cubicBezTo>
                    <a:pt x="6520" y="3760"/>
                    <a:pt x="5955" y="3556"/>
                    <a:pt x="5482" y="3089"/>
                  </a:cubicBezTo>
                  <a:cubicBezTo>
                    <a:pt x="4925" y="2537"/>
                    <a:pt x="4684" y="1735"/>
                    <a:pt x="4848" y="966"/>
                  </a:cubicBezTo>
                  <a:cubicBezTo>
                    <a:pt x="4953" y="471"/>
                    <a:pt x="4569" y="5"/>
                    <a:pt x="4060" y="5"/>
                  </a:cubicBezTo>
                  <a:lnTo>
                    <a:pt x="274" y="5"/>
                  </a:lnTo>
                  <a:cubicBezTo>
                    <a:pt x="0" y="5"/>
                    <a:pt x="0" y="418"/>
                    <a:pt x="274" y="418"/>
                  </a:cubicBezTo>
                  <a:lnTo>
                    <a:pt x="4060" y="418"/>
                  </a:lnTo>
                  <a:cubicBezTo>
                    <a:pt x="4062" y="418"/>
                    <a:pt x="4065" y="418"/>
                    <a:pt x="4068" y="418"/>
                  </a:cubicBezTo>
                  <a:cubicBezTo>
                    <a:pt x="4309" y="418"/>
                    <a:pt x="4492" y="642"/>
                    <a:pt x="4444" y="879"/>
                  </a:cubicBezTo>
                  <a:cubicBezTo>
                    <a:pt x="4411" y="1048"/>
                    <a:pt x="4391" y="1221"/>
                    <a:pt x="4391" y="1398"/>
                  </a:cubicBezTo>
                  <a:cubicBezTo>
                    <a:pt x="4214" y="1201"/>
                    <a:pt x="4074" y="966"/>
                    <a:pt x="3724" y="966"/>
                  </a:cubicBezTo>
                  <a:cubicBezTo>
                    <a:pt x="3195" y="966"/>
                    <a:pt x="3128" y="1514"/>
                    <a:pt x="2859" y="1514"/>
                  </a:cubicBezTo>
                  <a:cubicBezTo>
                    <a:pt x="2595" y="1514"/>
                    <a:pt x="2527" y="966"/>
                    <a:pt x="1999" y="966"/>
                  </a:cubicBezTo>
                  <a:cubicBezTo>
                    <a:pt x="1471" y="966"/>
                    <a:pt x="1403" y="1514"/>
                    <a:pt x="1134" y="1514"/>
                  </a:cubicBezTo>
                  <a:cubicBezTo>
                    <a:pt x="865" y="1514"/>
                    <a:pt x="803" y="966"/>
                    <a:pt x="270" y="966"/>
                  </a:cubicBezTo>
                  <a:cubicBezTo>
                    <a:pt x="0" y="966"/>
                    <a:pt x="0" y="1379"/>
                    <a:pt x="270" y="1379"/>
                  </a:cubicBezTo>
                  <a:cubicBezTo>
                    <a:pt x="380" y="1379"/>
                    <a:pt x="428" y="1432"/>
                    <a:pt x="543" y="1571"/>
                  </a:cubicBezTo>
                  <a:cubicBezTo>
                    <a:pt x="654" y="1715"/>
                    <a:pt x="817" y="1927"/>
                    <a:pt x="1139" y="1927"/>
                  </a:cubicBezTo>
                  <a:cubicBezTo>
                    <a:pt x="1668" y="1927"/>
                    <a:pt x="1735" y="1379"/>
                    <a:pt x="1999" y="1379"/>
                  </a:cubicBezTo>
                  <a:cubicBezTo>
                    <a:pt x="2268" y="1379"/>
                    <a:pt x="2335" y="1927"/>
                    <a:pt x="2864" y="1927"/>
                  </a:cubicBezTo>
                  <a:cubicBezTo>
                    <a:pt x="3392" y="1927"/>
                    <a:pt x="3459" y="1379"/>
                    <a:pt x="3728" y="1379"/>
                  </a:cubicBezTo>
                  <a:cubicBezTo>
                    <a:pt x="3973" y="1379"/>
                    <a:pt x="4021" y="1792"/>
                    <a:pt x="4430" y="1898"/>
                  </a:cubicBezTo>
                  <a:cubicBezTo>
                    <a:pt x="4665" y="3314"/>
                    <a:pt x="5873" y="4165"/>
                    <a:pt x="7117" y="4165"/>
                  </a:cubicBezTo>
                  <a:cubicBezTo>
                    <a:pt x="7806" y="4165"/>
                    <a:pt x="8505" y="3904"/>
                    <a:pt x="9056" y="3334"/>
                  </a:cubicBezTo>
                  <a:cubicBezTo>
                    <a:pt x="9440" y="2940"/>
                    <a:pt x="9695" y="2436"/>
                    <a:pt x="9786" y="1893"/>
                  </a:cubicBezTo>
                  <a:cubicBezTo>
                    <a:pt x="10175" y="1783"/>
                    <a:pt x="10238" y="1374"/>
                    <a:pt x="10478" y="1374"/>
                  </a:cubicBezTo>
                  <a:cubicBezTo>
                    <a:pt x="10747" y="1374"/>
                    <a:pt x="10810" y="1922"/>
                    <a:pt x="11338" y="1922"/>
                  </a:cubicBezTo>
                  <a:cubicBezTo>
                    <a:pt x="11867" y="1922"/>
                    <a:pt x="11934" y="1374"/>
                    <a:pt x="12203" y="1374"/>
                  </a:cubicBezTo>
                  <a:cubicBezTo>
                    <a:pt x="12472" y="1374"/>
                    <a:pt x="12534" y="1922"/>
                    <a:pt x="13063" y="1922"/>
                  </a:cubicBezTo>
                  <a:cubicBezTo>
                    <a:pt x="13596" y="1922"/>
                    <a:pt x="13658" y="1374"/>
                    <a:pt x="13927" y="1374"/>
                  </a:cubicBezTo>
                  <a:cubicBezTo>
                    <a:pt x="14201" y="1374"/>
                    <a:pt x="14201" y="961"/>
                    <a:pt x="13927" y="961"/>
                  </a:cubicBezTo>
                  <a:cubicBezTo>
                    <a:pt x="13399" y="961"/>
                    <a:pt x="13332" y="1509"/>
                    <a:pt x="13063" y="1509"/>
                  </a:cubicBezTo>
                  <a:cubicBezTo>
                    <a:pt x="12798" y="1509"/>
                    <a:pt x="12731" y="961"/>
                    <a:pt x="12203" y="961"/>
                  </a:cubicBezTo>
                  <a:cubicBezTo>
                    <a:pt x="11674" y="961"/>
                    <a:pt x="11607" y="1509"/>
                    <a:pt x="11338" y="1509"/>
                  </a:cubicBezTo>
                  <a:cubicBezTo>
                    <a:pt x="11069" y="1509"/>
                    <a:pt x="11007" y="961"/>
                    <a:pt x="10478" y="961"/>
                  </a:cubicBezTo>
                  <a:cubicBezTo>
                    <a:pt x="10142" y="961"/>
                    <a:pt x="9998" y="1182"/>
                    <a:pt x="9825" y="1379"/>
                  </a:cubicBezTo>
                  <a:cubicBezTo>
                    <a:pt x="9820" y="1211"/>
                    <a:pt x="9801" y="1043"/>
                    <a:pt x="9767" y="879"/>
                  </a:cubicBezTo>
                  <a:cubicBezTo>
                    <a:pt x="9719" y="639"/>
                    <a:pt x="9902" y="413"/>
                    <a:pt x="10147" y="413"/>
                  </a:cubicBezTo>
                  <a:lnTo>
                    <a:pt x="13942" y="413"/>
                  </a:lnTo>
                  <a:cubicBezTo>
                    <a:pt x="14211" y="409"/>
                    <a:pt x="14211" y="0"/>
                    <a:pt x="139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86"/>
            <p:cNvSpPr/>
            <p:nvPr/>
          </p:nvSpPr>
          <p:spPr>
            <a:xfrm>
              <a:off x="7644361" y="2023478"/>
              <a:ext cx="109930" cy="188548"/>
            </a:xfrm>
            <a:custGeom>
              <a:rect b="b" l="l" r="r" t="t"/>
              <a:pathLst>
                <a:path extrusionOk="0" h="7202" w="4199">
                  <a:moveTo>
                    <a:pt x="1915" y="0"/>
                  </a:moveTo>
                  <a:cubicBezTo>
                    <a:pt x="1784" y="0"/>
                    <a:pt x="1653" y="82"/>
                    <a:pt x="1629" y="245"/>
                  </a:cubicBezTo>
                  <a:lnTo>
                    <a:pt x="1191" y="2945"/>
                  </a:lnTo>
                  <a:cubicBezTo>
                    <a:pt x="1100" y="3474"/>
                    <a:pt x="879" y="3968"/>
                    <a:pt x="543" y="4386"/>
                  </a:cubicBezTo>
                  <a:cubicBezTo>
                    <a:pt x="0" y="5083"/>
                    <a:pt x="63" y="6082"/>
                    <a:pt x="697" y="6702"/>
                  </a:cubicBezTo>
                  <a:cubicBezTo>
                    <a:pt x="1023" y="7024"/>
                    <a:pt x="1461" y="7202"/>
                    <a:pt x="1917" y="7202"/>
                  </a:cubicBezTo>
                  <a:cubicBezTo>
                    <a:pt x="3368" y="7202"/>
                    <a:pt x="4199" y="5511"/>
                    <a:pt x="3272" y="4367"/>
                  </a:cubicBezTo>
                  <a:cubicBezTo>
                    <a:pt x="3027" y="4065"/>
                    <a:pt x="2844" y="3714"/>
                    <a:pt x="2734" y="3339"/>
                  </a:cubicBezTo>
                  <a:cubicBezTo>
                    <a:pt x="2706" y="3249"/>
                    <a:pt x="2624" y="3191"/>
                    <a:pt x="2535" y="3191"/>
                  </a:cubicBezTo>
                  <a:cubicBezTo>
                    <a:pt x="2515" y="3191"/>
                    <a:pt x="2494" y="3194"/>
                    <a:pt x="2474" y="3200"/>
                  </a:cubicBezTo>
                  <a:cubicBezTo>
                    <a:pt x="2368" y="3233"/>
                    <a:pt x="2306" y="3349"/>
                    <a:pt x="2335" y="3459"/>
                  </a:cubicBezTo>
                  <a:cubicBezTo>
                    <a:pt x="2686" y="4612"/>
                    <a:pt x="3248" y="4636"/>
                    <a:pt x="3248" y="5458"/>
                  </a:cubicBezTo>
                  <a:cubicBezTo>
                    <a:pt x="3248" y="6192"/>
                    <a:pt x="2652" y="6789"/>
                    <a:pt x="1920" y="6789"/>
                  </a:cubicBezTo>
                  <a:cubicBezTo>
                    <a:pt x="1914" y="6789"/>
                    <a:pt x="1908" y="6789"/>
                    <a:pt x="1902" y="6788"/>
                  </a:cubicBezTo>
                  <a:cubicBezTo>
                    <a:pt x="822" y="6769"/>
                    <a:pt x="192" y="5506"/>
                    <a:pt x="874" y="4641"/>
                  </a:cubicBezTo>
                  <a:cubicBezTo>
                    <a:pt x="1249" y="4165"/>
                    <a:pt x="1499" y="3608"/>
                    <a:pt x="1605" y="3012"/>
                  </a:cubicBezTo>
                  <a:lnTo>
                    <a:pt x="1922" y="1038"/>
                  </a:lnTo>
                  <a:lnTo>
                    <a:pt x="2133" y="2374"/>
                  </a:lnTo>
                  <a:cubicBezTo>
                    <a:pt x="2148" y="2500"/>
                    <a:pt x="2241" y="2557"/>
                    <a:pt x="2335" y="2557"/>
                  </a:cubicBezTo>
                  <a:cubicBezTo>
                    <a:pt x="2455" y="2557"/>
                    <a:pt x="2576" y="2465"/>
                    <a:pt x="2541" y="2306"/>
                  </a:cubicBezTo>
                  <a:lnTo>
                    <a:pt x="2205" y="245"/>
                  </a:lnTo>
                  <a:cubicBezTo>
                    <a:pt x="2179" y="82"/>
                    <a:pt x="2047" y="0"/>
                    <a:pt x="19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9" name="Google Shape;14019;p86"/>
          <p:cNvGrpSpPr/>
          <p:nvPr/>
        </p:nvGrpSpPr>
        <p:grpSpPr>
          <a:xfrm>
            <a:off x="7070705" y="1996303"/>
            <a:ext cx="368405" cy="334449"/>
            <a:chOff x="7070705" y="1996303"/>
            <a:chExt cx="368405" cy="334449"/>
          </a:xfrm>
        </p:grpSpPr>
        <p:sp>
          <p:nvSpPr>
            <p:cNvPr id="14020" name="Google Shape;14020;p86"/>
            <p:cNvSpPr/>
            <p:nvPr/>
          </p:nvSpPr>
          <p:spPr>
            <a:xfrm>
              <a:off x="7410155" y="2127360"/>
              <a:ext cx="23562" cy="197999"/>
            </a:xfrm>
            <a:custGeom>
              <a:rect b="b" l="l" r="r" t="t"/>
              <a:pathLst>
                <a:path extrusionOk="0" h="7563" w="900">
                  <a:moveTo>
                    <a:pt x="452" y="0"/>
                  </a:moveTo>
                  <a:cubicBezTo>
                    <a:pt x="207" y="0"/>
                    <a:pt x="11" y="193"/>
                    <a:pt x="1" y="433"/>
                  </a:cubicBezTo>
                  <a:lnTo>
                    <a:pt x="1" y="7562"/>
                  </a:lnTo>
                  <a:lnTo>
                    <a:pt x="899" y="7562"/>
                  </a:lnTo>
                  <a:lnTo>
                    <a:pt x="899" y="433"/>
                  </a:lnTo>
                  <a:cubicBezTo>
                    <a:pt x="890" y="193"/>
                    <a:pt x="693" y="0"/>
                    <a:pt x="452"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86"/>
            <p:cNvSpPr/>
            <p:nvPr/>
          </p:nvSpPr>
          <p:spPr>
            <a:xfrm>
              <a:off x="7416071" y="2126993"/>
              <a:ext cx="17645" cy="198366"/>
            </a:xfrm>
            <a:custGeom>
              <a:rect b="b" l="l" r="r" t="t"/>
              <a:pathLst>
                <a:path extrusionOk="0" h="7577" w="674">
                  <a:moveTo>
                    <a:pt x="226" y="0"/>
                  </a:moveTo>
                  <a:cubicBezTo>
                    <a:pt x="145" y="0"/>
                    <a:pt x="68" y="24"/>
                    <a:pt x="1" y="63"/>
                  </a:cubicBezTo>
                  <a:cubicBezTo>
                    <a:pt x="140" y="139"/>
                    <a:pt x="226" y="288"/>
                    <a:pt x="226" y="447"/>
                  </a:cubicBezTo>
                  <a:lnTo>
                    <a:pt x="226" y="7576"/>
                  </a:lnTo>
                  <a:lnTo>
                    <a:pt x="673" y="7576"/>
                  </a:lnTo>
                  <a:lnTo>
                    <a:pt x="673" y="447"/>
                  </a:lnTo>
                  <a:cubicBezTo>
                    <a:pt x="673" y="202"/>
                    <a:pt x="472" y="0"/>
                    <a:pt x="2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86"/>
            <p:cNvSpPr/>
            <p:nvPr/>
          </p:nvSpPr>
          <p:spPr>
            <a:xfrm>
              <a:off x="7099267" y="2170243"/>
              <a:ext cx="103647" cy="93594"/>
            </a:xfrm>
            <a:custGeom>
              <a:rect b="b" l="l" r="r" t="t"/>
              <a:pathLst>
                <a:path extrusionOk="0" h="3575" w="3959">
                  <a:moveTo>
                    <a:pt x="0" y="1"/>
                  </a:moveTo>
                  <a:lnTo>
                    <a:pt x="0" y="3575"/>
                  </a:lnTo>
                  <a:lnTo>
                    <a:pt x="3959" y="3575"/>
                  </a:lnTo>
                  <a:lnTo>
                    <a:pt x="3959"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6"/>
            <p:cNvSpPr/>
            <p:nvPr/>
          </p:nvSpPr>
          <p:spPr>
            <a:xfrm>
              <a:off x="7185164" y="2170243"/>
              <a:ext cx="17750" cy="93594"/>
            </a:xfrm>
            <a:custGeom>
              <a:rect b="b" l="l" r="r" t="t"/>
              <a:pathLst>
                <a:path extrusionOk="0" h="3575" w="678">
                  <a:moveTo>
                    <a:pt x="0" y="1"/>
                  </a:moveTo>
                  <a:lnTo>
                    <a:pt x="0" y="3575"/>
                  </a:lnTo>
                  <a:lnTo>
                    <a:pt x="678" y="3575"/>
                  </a:lnTo>
                  <a:lnTo>
                    <a:pt x="67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86"/>
            <p:cNvSpPr/>
            <p:nvPr/>
          </p:nvSpPr>
          <p:spPr>
            <a:xfrm>
              <a:off x="7099267" y="2099688"/>
              <a:ext cx="70712" cy="70581"/>
            </a:xfrm>
            <a:custGeom>
              <a:rect b="b" l="l" r="r" t="t"/>
              <a:pathLst>
                <a:path extrusionOk="0" h="2696" w="2701">
                  <a:moveTo>
                    <a:pt x="9" y="1"/>
                  </a:moveTo>
                  <a:cubicBezTo>
                    <a:pt x="6" y="1"/>
                    <a:pt x="3" y="1"/>
                    <a:pt x="0" y="1"/>
                  </a:cubicBezTo>
                  <a:lnTo>
                    <a:pt x="0" y="2696"/>
                  </a:lnTo>
                  <a:lnTo>
                    <a:pt x="2695" y="2696"/>
                  </a:lnTo>
                  <a:cubicBezTo>
                    <a:pt x="2700" y="1209"/>
                    <a:pt x="1494" y="1"/>
                    <a:pt x="9"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86"/>
            <p:cNvSpPr/>
            <p:nvPr/>
          </p:nvSpPr>
          <p:spPr>
            <a:xfrm>
              <a:off x="7099267" y="2099688"/>
              <a:ext cx="70581" cy="70450"/>
            </a:xfrm>
            <a:custGeom>
              <a:rect b="b" l="l" r="r" t="t"/>
              <a:pathLst>
                <a:path extrusionOk="0" h="2691" w="2696">
                  <a:moveTo>
                    <a:pt x="9" y="1"/>
                  </a:moveTo>
                  <a:cubicBezTo>
                    <a:pt x="6" y="1"/>
                    <a:pt x="3" y="1"/>
                    <a:pt x="0" y="1"/>
                  </a:cubicBezTo>
                  <a:lnTo>
                    <a:pt x="0" y="519"/>
                  </a:lnTo>
                  <a:cubicBezTo>
                    <a:pt x="1105" y="721"/>
                    <a:pt x="1970" y="1586"/>
                    <a:pt x="2172" y="2691"/>
                  </a:cubicBezTo>
                  <a:lnTo>
                    <a:pt x="2691" y="2691"/>
                  </a:lnTo>
                  <a:cubicBezTo>
                    <a:pt x="2695" y="1209"/>
                    <a:pt x="1494" y="1"/>
                    <a:pt x="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86"/>
            <p:cNvSpPr/>
            <p:nvPr/>
          </p:nvSpPr>
          <p:spPr>
            <a:xfrm>
              <a:off x="7134610" y="2263810"/>
              <a:ext cx="16624" cy="61549"/>
            </a:xfrm>
            <a:custGeom>
              <a:rect b="b" l="l" r="r" t="t"/>
              <a:pathLst>
                <a:path extrusionOk="0" h="2351" w="635">
                  <a:moveTo>
                    <a:pt x="0" y="1"/>
                  </a:moveTo>
                  <a:lnTo>
                    <a:pt x="0" y="2350"/>
                  </a:lnTo>
                  <a:lnTo>
                    <a:pt x="634" y="2350"/>
                  </a:lnTo>
                  <a:lnTo>
                    <a:pt x="63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86"/>
            <p:cNvSpPr/>
            <p:nvPr/>
          </p:nvSpPr>
          <p:spPr>
            <a:xfrm>
              <a:off x="7172074" y="2039709"/>
              <a:ext cx="44061" cy="47569"/>
            </a:xfrm>
            <a:custGeom>
              <a:rect b="b" l="l" r="r" t="t"/>
              <a:pathLst>
                <a:path extrusionOk="0" h="1817" w="1683">
                  <a:moveTo>
                    <a:pt x="1" y="0"/>
                  </a:moveTo>
                  <a:lnTo>
                    <a:pt x="145" y="1566"/>
                  </a:lnTo>
                  <a:cubicBezTo>
                    <a:pt x="155" y="1706"/>
                    <a:pt x="275" y="1816"/>
                    <a:pt x="419" y="1816"/>
                  </a:cubicBezTo>
                  <a:lnTo>
                    <a:pt x="1264" y="1816"/>
                  </a:lnTo>
                  <a:cubicBezTo>
                    <a:pt x="1404" y="1816"/>
                    <a:pt x="1524" y="1706"/>
                    <a:pt x="1538" y="1566"/>
                  </a:cubicBezTo>
                  <a:lnTo>
                    <a:pt x="1682"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86"/>
            <p:cNvSpPr/>
            <p:nvPr/>
          </p:nvSpPr>
          <p:spPr>
            <a:xfrm>
              <a:off x="7192075" y="2039709"/>
              <a:ext cx="24190" cy="47438"/>
            </a:xfrm>
            <a:custGeom>
              <a:rect b="b" l="l" r="r" t="t"/>
              <a:pathLst>
                <a:path extrusionOk="0" h="1812" w="924">
                  <a:moveTo>
                    <a:pt x="419" y="0"/>
                  </a:moveTo>
                  <a:lnTo>
                    <a:pt x="275" y="1561"/>
                  </a:lnTo>
                  <a:cubicBezTo>
                    <a:pt x="260" y="1706"/>
                    <a:pt x="140" y="1811"/>
                    <a:pt x="1" y="1811"/>
                  </a:cubicBezTo>
                  <a:lnTo>
                    <a:pt x="505" y="1811"/>
                  </a:lnTo>
                  <a:cubicBezTo>
                    <a:pt x="644" y="1811"/>
                    <a:pt x="765" y="1706"/>
                    <a:pt x="779" y="1561"/>
                  </a:cubicBezTo>
                  <a:lnTo>
                    <a:pt x="923"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86"/>
            <p:cNvSpPr/>
            <p:nvPr/>
          </p:nvSpPr>
          <p:spPr>
            <a:xfrm>
              <a:off x="7203018" y="2154404"/>
              <a:ext cx="207293" cy="128046"/>
            </a:xfrm>
            <a:custGeom>
              <a:rect b="b" l="l" r="r" t="t"/>
              <a:pathLst>
                <a:path extrusionOk="0" h="4891" w="7918">
                  <a:moveTo>
                    <a:pt x="1" y="0"/>
                  </a:moveTo>
                  <a:lnTo>
                    <a:pt x="1" y="4891"/>
                  </a:lnTo>
                  <a:lnTo>
                    <a:pt x="7918" y="4891"/>
                  </a:lnTo>
                  <a:lnTo>
                    <a:pt x="791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86"/>
            <p:cNvSpPr/>
            <p:nvPr/>
          </p:nvSpPr>
          <p:spPr>
            <a:xfrm>
              <a:off x="7383870" y="2154404"/>
              <a:ext cx="26311" cy="128046"/>
            </a:xfrm>
            <a:custGeom>
              <a:rect b="b" l="l" r="r" t="t"/>
              <a:pathLst>
                <a:path extrusionOk="0" h="4891" w="1005">
                  <a:moveTo>
                    <a:pt x="1" y="0"/>
                  </a:moveTo>
                  <a:lnTo>
                    <a:pt x="1" y="4891"/>
                  </a:lnTo>
                  <a:lnTo>
                    <a:pt x="1005" y="4891"/>
                  </a:lnTo>
                  <a:lnTo>
                    <a:pt x="1005"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86"/>
            <p:cNvSpPr/>
            <p:nvPr/>
          </p:nvSpPr>
          <p:spPr>
            <a:xfrm>
              <a:off x="7134610" y="2001591"/>
              <a:ext cx="84404" cy="120768"/>
            </a:xfrm>
            <a:custGeom>
              <a:rect b="b" l="l" r="r" t="t"/>
              <a:pathLst>
                <a:path extrusionOk="0" h="4613" w="3224">
                  <a:moveTo>
                    <a:pt x="2901" y="0"/>
                  </a:moveTo>
                  <a:cubicBezTo>
                    <a:pt x="2898" y="0"/>
                    <a:pt x="2895" y="0"/>
                    <a:pt x="2892" y="0"/>
                  </a:cubicBezTo>
                  <a:lnTo>
                    <a:pt x="634" y="0"/>
                  </a:lnTo>
                  <a:lnTo>
                    <a:pt x="634" y="5"/>
                  </a:lnTo>
                  <a:lnTo>
                    <a:pt x="380" y="5"/>
                  </a:lnTo>
                  <a:cubicBezTo>
                    <a:pt x="168" y="5"/>
                    <a:pt x="0" y="178"/>
                    <a:pt x="0" y="385"/>
                  </a:cubicBezTo>
                  <a:lnTo>
                    <a:pt x="0" y="4103"/>
                  </a:lnTo>
                  <a:cubicBezTo>
                    <a:pt x="236" y="4238"/>
                    <a:pt x="452" y="4411"/>
                    <a:pt x="634" y="4612"/>
                  </a:cubicBezTo>
                  <a:lnTo>
                    <a:pt x="634" y="639"/>
                  </a:lnTo>
                  <a:lnTo>
                    <a:pt x="2892" y="639"/>
                  </a:lnTo>
                  <a:cubicBezTo>
                    <a:pt x="2895" y="639"/>
                    <a:pt x="2898" y="640"/>
                    <a:pt x="2901" y="640"/>
                  </a:cubicBezTo>
                  <a:cubicBezTo>
                    <a:pt x="3075" y="640"/>
                    <a:pt x="3224" y="497"/>
                    <a:pt x="3224" y="322"/>
                  </a:cubicBezTo>
                  <a:cubicBezTo>
                    <a:pt x="3224" y="143"/>
                    <a:pt x="3075" y="0"/>
                    <a:pt x="290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86"/>
            <p:cNvSpPr/>
            <p:nvPr/>
          </p:nvSpPr>
          <p:spPr>
            <a:xfrm>
              <a:off x="7075993" y="2029132"/>
              <a:ext cx="23536" cy="296227"/>
            </a:xfrm>
            <a:custGeom>
              <a:rect b="b" l="l" r="r" t="t"/>
              <a:pathLst>
                <a:path extrusionOk="0" h="11315" w="899">
                  <a:moveTo>
                    <a:pt x="447" y="1"/>
                  </a:moveTo>
                  <a:cubicBezTo>
                    <a:pt x="207" y="1"/>
                    <a:pt x="10" y="193"/>
                    <a:pt x="1" y="433"/>
                  </a:cubicBezTo>
                  <a:lnTo>
                    <a:pt x="1" y="11314"/>
                  </a:lnTo>
                  <a:lnTo>
                    <a:pt x="899" y="11314"/>
                  </a:lnTo>
                  <a:lnTo>
                    <a:pt x="899" y="433"/>
                  </a:lnTo>
                  <a:cubicBezTo>
                    <a:pt x="889" y="193"/>
                    <a:pt x="692" y="1"/>
                    <a:pt x="44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86"/>
            <p:cNvSpPr/>
            <p:nvPr/>
          </p:nvSpPr>
          <p:spPr>
            <a:xfrm>
              <a:off x="7081779" y="2028871"/>
              <a:ext cx="17514" cy="296488"/>
            </a:xfrm>
            <a:custGeom>
              <a:rect b="b" l="l" r="r" t="t"/>
              <a:pathLst>
                <a:path extrusionOk="0" h="11325" w="669">
                  <a:moveTo>
                    <a:pt x="222" y="1"/>
                  </a:moveTo>
                  <a:cubicBezTo>
                    <a:pt x="145" y="1"/>
                    <a:pt x="68" y="20"/>
                    <a:pt x="1" y="59"/>
                  </a:cubicBezTo>
                  <a:cubicBezTo>
                    <a:pt x="135" y="140"/>
                    <a:pt x="222" y="289"/>
                    <a:pt x="222" y="448"/>
                  </a:cubicBezTo>
                  <a:lnTo>
                    <a:pt x="222" y="11324"/>
                  </a:lnTo>
                  <a:lnTo>
                    <a:pt x="668" y="11324"/>
                  </a:lnTo>
                  <a:lnTo>
                    <a:pt x="668" y="448"/>
                  </a:lnTo>
                  <a:cubicBezTo>
                    <a:pt x="668" y="198"/>
                    <a:pt x="471" y="1"/>
                    <a:pt x="22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86"/>
            <p:cNvSpPr/>
            <p:nvPr/>
          </p:nvSpPr>
          <p:spPr>
            <a:xfrm>
              <a:off x="7070705" y="1996303"/>
              <a:ext cx="368405" cy="334449"/>
            </a:xfrm>
            <a:custGeom>
              <a:rect b="b" l="l" r="r" t="t"/>
              <a:pathLst>
                <a:path extrusionOk="0" h="12775" w="14072">
                  <a:moveTo>
                    <a:pt x="5328" y="1865"/>
                  </a:moveTo>
                  <a:lnTo>
                    <a:pt x="5204" y="3200"/>
                  </a:lnTo>
                  <a:cubicBezTo>
                    <a:pt x="5199" y="3234"/>
                    <a:pt x="5170" y="3258"/>
                    <a:pt x="5136" y="3263"/>
                  </a:cubicBezTo>
                  <a:lnTo>
                    <a:pt x="4291" y="3263"/>
                  </a:lnTo>
                  <a:cubicBezTo>
                    <a:pt x="4257" y="3258"/>
                    <a:pt x="4228" y="3234"/>
                    <a:pt x="4219" y="3200"/>
                  </a:cubicBezTo>
                  <a:lnTo>
                    <a:pt x="4094" y="1865"/>
                  </a:lnTo>
                  <a:close/>
                  <a:moveTo>
                    <a:pt x="1303" y="4161"/>
                  </a:moveTo>
                  <a:cubicBezTo>
                    <a:pt x="2507" y="4271"/>
                    <a:pt x="3462" y="5225"/>
                    <a:pt x="3575" y="6433"/>
                  </a:cubicBezTo>
                  <a:lnTo>
                    <a:pt x="1303" y="6433"/>
                  </a:lnTo>
                  <a:lnTo>
                    <a:pt x="1303" y="4161"/>
                  </a:lnTo>
                  <a:close/>
                  <a:moveTo>
                    <a:pt x="4843" y="6846"/>
                  </a:moveTo>
                  <a:lnTo>
                    <a:pt x="4843" y="10007"/>
                  </a:lnTo>
                  <a:lnTo>
                    <a:pt x="1303" y="10007"/>
                  </a:lnTo>
                  <a:lnTo>
                    <a:pt x="1303" y="6846"/>
                  </a:lnTo>
                  <a:close/>
                  <a:moveTo>
                    <a:pt x="2864" y="10425"/>
                  </a:moveTo>
                  <a:lnTo>
                    <a:pt x="2864" y="12361"/>
                  </a:lnTo>
                  <a:lnTo>
                    <a:pt x="2643" y="12361"/>
                  </a:lnTo>
                  <a:lnTo>
                    <a:pt x="2643" y="10425"/>
                  </a:lnTo>
                  <a:close/>
                  <a:moveTo>
                    <a:pt x="13414" y="5201"/>
                  </a:moveTo>
                  <a:cubicBezTo>
                    <a:pt x="13534" y="5201"/>
                    <a:pt x="13654" y="5280"/>
                    <a:pt x="13654" y="5439"/>
                  </a:cubicBezTo>
                  <a:lnTo>
                    <a:pt x="13659" y="12361"/>
                  </a:lnTo>
                  <a:lnTo>
                    <a:pt x="13173" y="12361"/>
                  </a:lnTo>
                  <a:lnTo>
                    <a:pt x="13173" y="5439"/>
                  </a:lnTo>
                  <a:cubicBezTo>
                    <a:pt x="13173" y="5280"/>
                    <a:pt x="13294" y="5201"/>
                    <a:pt x="13414" y="5201"/>
                  </a:cubicBezTo>
                  <a:close/>
                  <a:moveTo>
                    <a:pt x="2826" y="1"/>
                  </a:moveTo>
                  <a:cubicBezTo>
                    <a:pt x="2504" y="1"/>
                    <a:pt x="2239" y="265"/>
                    <a:pt x="2239" y="587"/>
                  </a:cubicBezTo>
                  <a:lnTo>
                    <a:pt x="2239" y="3974"/>
                  </a:lnTo>
                  <a:cubicBezTo>
                    <a:pt x="1942" y="3849"/>
                    <a:pt x="1625" y="3777"/>
                    <a:pt x="1303" y="3762"/>
                  </a:cubicBezTo>
                  <a:lnTo>
                    <a:pt x="1303" y="1687"/>
                  </a:lnTo>
                  <a:cubicBezTo>
                    <a:pt x="1303" y="1327"/>
                    <a:pt x="1014" y="1038"/>
                    <a:pt x="654" y="1038"/>
                  </a:cubicBezTo>
                  <a:cubicBezTo>
                    <a:pt x="294" y="1038"/>
                    <a:pt x="1" y="1327"/>
                    <a:pt x="1" y="1687"/>
                  </a:cubicBezTo>
                  <a:lnTo>
                    <a:pt x="1" y="6049"/>
                  </a:lnTo>
                  <a:cubicBezTo>
                    <a:pt x="1" y="6186"/>
                    <a:pt x="103" y="6254"/>
                    <a:pt x="205" y="6254"/>
                  </a:cubicBezTo>
                  <a:cubicBezTo>
                    <a:pt x="307" y="6254"/>
                    <a:pt x="409" y="6186"/>
                    <a:pt x="409" y="6049"/>
                  </a:cubicBezTo>
                  <a:lnTo>
                    <a:pt x="409" y="1687"/>
                  </a:lnTo>
                  <a:cubicBezTo>
                    <a:pt x="409" y="1526"/>
                    <a:pt x="529" y="1446"/>
                    <a:pt x="649" y="1446"/>
                  </a:cubicBezTo>
                  <a:cubicBezTo>
                    <a:pt x="769" y="1446"/>
                    <a:pt x="890" y="1526"/>
                    <a:pt x="890" y="1687"/>
                  </a:cubicBezTo>
                  <a:lnTo>
                    <a:pt x="890" y="12361"/>
                  </a:lnTo>
                  <a:lnTo>
                    <a:pt x="409" y="12361"/>
                  </a:lnTo>
                  <a:lnTo>
                    <a:pt x="409" y="7067"/>
                  </a:lnTo>
                  <a:cubicBezTo>
                    <a:pt x="409" y="6931"/>
                    <a:pt x="307" y="6862"/>
                    <a:pt x="205" y="6862"/>
                  </a:cubicBezTo>
                  <a:cubicBezTo>
                    <a:pt x="103" y="6862"/>
                    <a:pt x="1" y="6931"/>
                    <a:pt x="1" y="7067"/>
                  </a:cubicBezTo>
                  <a:lnTo>
                    <a:pt x="1" y="12568"/>
                  </a:lnTo>
                  <a:cubicBezTo>
                    <a:pt x="1" y="12683"/>
                    <a:pt x="92" y="12775"/>
                    <a:pt x="207" y="12775"/>
                  </a:cubicBezTo>
                  <a:lnTo>
                    <a:pt x="1101" y="12775"/>
                  </a:lnTo>
                  <a:cubicBezTo>
                    <a:pt x="1211" y="12775"/>
                    <a:pt x="1303" y="12683"/>
                    <a:pt x="1303" y="12568"/>
                  </a:cubicBezTo>
                  <a:lnTo>
                    <a:pt x="1303" y="10421"/>
                  </a:lnTo>
                  <a:lnTo>
                    <a:pt x="2239" y="10421"/>
                  </a:lnTo>
                  <a:lnTo>
                    <a:pt x="2239" y="12568"/>
                  </a:lnTo>
                  <a:cubicBezTo>
                    <a:pt x="2239" y="12683"/>
                    <a:pt x="2331" y="12775"/>
                    <a:pt x="2441" y="12775"/>
                  </a:cubicBezTo>
                  <a:lnTo>
                    <a:pt x="3075" y="12775"/>
                  </a:lnTo>
                  <a:cubicBezTo>
                    <a:pt x="3191" y="12775"/>
                    <a:pt x="3282" y="12683"/>
                    <a:pt x="3282" y="12568"/>
                  </a:cubicBezTo>
                  <a:lnTo>
                    <a:pt x="3282" y="10421"/>
                  </a:lnTo>
                  <a:lnTo>
                    <a:pt x="4848" y="10421"/>
                  </a:lnTo>
                  <a:lnTo>
                    <a:pt x="4848" y="10930"/>
                  </a:lnTo>
                  <a:cubicBezTo>
                    <a:pt x="4848" y="11040"/>
                    <a:pt x="4939" y="11132"/>
                    <a:pt x="5055" y="11132"/>
                  </a:cubicBezTo>
                  <a:lnTo>
                    <a:pt x="8903" y="11132"/>
                  </a:lnTo>
                  <a:cubicBezTo>
                    <a:pt x="9177" y="11132"/>
                    <a:pt x="9177" y="10723"/>
                    <a:pt x="8903" y="10723"/>
                  </a:cubicBezTo>
                  <a:lnTo>
                    <a:pt x="5261" y="10723"/>
                  </a:lnTo>
                  <a:lnTo>
                    <a:pt x="5261" y="6246"/>
                  </a:lnTo>
                  <a:lnTo>
                    <a:pt x="12770" y="6246"/>
                  </a:lnTo>
                  <a:lnTo>
                    <a:pt x="12770" y="10723"/>
                  </a:lnTo>
                  <a:lnTo>
                    <a:pt x="9868" y="10723"/>
                  </a:lnTo>
                  <a:cubicBezTo>
                    <a:pt x="9594" y="10723"/>
                    <a:pt x="9594" y="11132"/>
                    <a:pt x="9868" y="11132"/>
                  </a:cubicBezTo>
                  <a:lnTo>
                    <a:pt x="12770" y="11132"/>
                  </a:lnTo>
                  <a:lnTo>
                    <a:pt x="12770" y="12563"/>
                  </a:lnTo>
                  <a:cubicBezTo>
                    <a:pt x="12770" y="12671"/>
                    <a:pt x="12857" y="12765"/>
                    <a:pt x="12964" y="12765"/>
                  </a:cubicBezTo>
                  <a:cubicBezTo>
                    <a:pt x="12966" y="12765"/>
                    <a:pt x="12969" y="12765"/>
                    <a:pt x="12972" y="12765"/>
                  </a:cubicBezTo>
                  <a:lnTo>
                    <a:pt x="13865" y="12765"/>
                  </a:lnTo>
                  <a:cubicBezTo>
                    <a:pt x="13868" y="12765"/>
                    <a:pt x="13871" y="12765"/>
                    <a:pt x="13874" y="12765"/>
                  </a:cubicBezTo>
                  <a:cubicBezTo>
                    <a:pt x="13985" y="12765"/>
                    <a:pt x="14072" y="12671"/>
                    <a:pt x="14072" y="12563"/>
                  </a:cubicBezTo>
                  <a:lnTo>
                    <a:pt x="14072" y="5434"/>
                  </a:lnTo>
                  <a:cubicBezTo>
                    <a:pt x="14072" y="5077"/>
                    <a:pt x="13784" y="4785"/>
                    <a:pt x="13427" y="4785"/>
                  </a:cubicBezTo>
                  <a:cubicBezTo>
                    <a:pt x="13424" y="4785"/>
                    <a:pt x="13421" y="4785"/>
                    <a:pt x="13418" y="4786"/>
                  </a:cubicBezTo>
                  <a:cubicBezTo>
                    <a:pt x="13058" y="4786"/>
                    <a:pt x="12765" y="5079"/>
                    <a:pt x="12765" y="5439"/>
                  </a:cubicBezTo>
                  <a:lnTo>
                    <a:pt x="12765" y="5828"/>
                  </a:lnTo>
                  <a:lnTo>
                    <a:pt x="5055" y="5828"/>
                  </a:lnTo>
                  <a:cubicBezTo>
                    <a:pt x="4939" y="5828"/>
                    <a:pt x="4848" y="5919"/>
                    <a:pt x="4848" y="6035"/>
                  </a:cubicBezTo>
                  <a:lnTo>
                    <a:pt x="4848" y="6433"/>
                  </a:lnTo>
                  <a:lnTo>
                    <a:pt x="3974" y="6433"/>
                  </a:lnTo>
                  <a:cubicBezTo>
                    <a:pt x="3930" y="5814"/>
                    <a:pt x="3685" y="5223"/>
                    <a:pt x="3282" y="4752"/>
                  </a:cubicBezTo>
                  <a:lnTo>
                    <a:pt x="3282" y="1043"/>
                  </a:lnTo>
                  <a:lnTo>
                    <a:pt x="4507" y="1043"/>
                  </a:lnTo>
                  <a:lnTo>
                    <a:pt x="4507" y="1452"/>
                  </a:lnTo>
                  <a:lnTo>
                    <a:pt x="3873" y="1452"/>
                  </a:lnTo>
                  <a:cubicBezTo>
                    <a:pt x="3753" y="1452"/>
                    <a:pt x="3657" y="1552"/>
                    <a:pt x="3666" y="1673"/>
                  </a:cubicBezTo>
                  <a:lnTo>
                    <a:pt x="3815" y="3239"/>
                  </a:lnTo>
                  <a:cubicBezTo>
                    <a:pt x="3834" y="3488"/>
                    <a:pt x="4046" y="3676"/>
                    <a:pt x="4296" y="3676"/>
                  </a:cubicBezTo>
                  <a:lnTo>
                    <a:pt x="4512" y="3676"/>
                  </a:lnTo>
                  <a:lnTo>
                    <a:pt x="4512" y="4829"/>
                  </a:lnTo>
                  <a:cubicBezTo>
                    <a:pt x="4512" y="4963"/>
                    <a:pt x="4615" y="5031"/>
                    <a:pt x="4718" y="5031"/>
                  </a:cubicBezTo>
                  <a:cubicBezTo>
                    <a:pt x="4822" y="5031"/>
                    <a:pt x="4925" y="4963"/>
                    <a:pt x="4925" y="4829"/>
                  </a:cubicBezTo>
                  <a:lnTo>
                    <a:pt x="4925" y="3676"/>
                  </a:lnTo>
                  <a:lnTo>
                    <a:pt x="5146" y="3676"/>
                  </a:lnTo>
                  <a:cubicBezTo>
                    <a:pt x="5391" y="3676"/>
                    <a:pt x="5602" y="3488"/>
                    <a:pt x="5626" y="3239"/>
                  </a:cubicBezTo>
                  <a:lnTo>
                    <a:pt x="5770" y="1673"/>
                  </a:lnTo>
                  <a:cubicBezTo>
                    <a:pt x="5775" y="1615"/>
                    <a:pt x="5756" y="1557"/>
                    <a:pt x="5718" y="1519"/>
                  </a:cubicBezTo>
                  <a:cubicBezTo>
                    <a:pt x="5679" y="1476"/>
                    <a:pt x="5622" y="1452"/>
                    <a:pt x="5564" y="1452"/>
                  </a:cubicBezTo>
                  <a:lnTo>
                    <a:pt x="4930" y="1452"/>
                  </a:lnTo>
                  <a:lnTo>
                    <a:pt x="4930" y="1043"/>
                  </a:lnTo>
                  <a:lnTo>
                    <a:pt x="5343" y="1043"/>
                  </a:lnTo>
                  <a:cubicBezTo>
                    <a:pt x="5631" y="1043"/>
                    <a:pt x="5862" y="813"/>
                    <a:pt x="5862" y="524"/>
                  </a:cubicBezTo>
                  <a:cubicBezTo>
                    <a:pt x="5862" y="231"/>
                    <a:pt x="5631" y="1"/>
                    <a:pt x="5343" y="1"/>
                  </a:cubicBezTo>
                  <a:lnTo>
                    <a:pt x="4420" y="1"/>
                  </a:lnTo>
                  <a:cubicBezTo>
                    <a:pt x="4147" y="1"/>
                    <a:pt x="4147" y="409"/>
                    <a:pt x="4420" y="409"/>
                  </a:cubicBezTo>
                  <a:lnTo>
                    <a:pt x="5343" y="409"/>
                  </a:lnTo>
                  <a:cubicBezTo>
                    <a:pt x="5346" y="409"/>
                    <a:pt x="5349" y="409"/>
                    <a:pt x="5352" y="409"/>
                  </a:cubicBezTo>
                  <a:cubicBezTo>
                    <a:pt x="5494" y="409"/>
                    <a:pt x="5494" y="630"/>
                    <a:pt x="5352" y="630"/>
                  </a:cubicBezTo>
                  <a:cubicBezTo>
                    <a:pt x="5349" y="630"/>
                    <a:pt x="5346" y="630"/>
                    <a:pt x="5343" y="630"/>
                  </a:cubicBezTo>
                  <a:lnTo>
                    <a:pt x="3075" y="630"/>
                  </a:lnTo>
                  <a:cubicBezTo>
                    <a:pt x="2965" y="630"/>
                    <a:pt x="2874" y="721"/>
                    <a:pt x="2874" y="832"/>
                  </a:cubicBezTo>
                  <a:lnTo>
                    <a:pt x="2874" y="4344"/>
                  </a:lnTo>
                  <a:cubicBezTo>
                    <a:pt x="2845" y="4320"/>
                    <a:pt x="2653" y="4190"/>
                    <a:pt x="2653" y="4185"/>
                  </a:cubicBezTo>
                  <a:lnTo>
                    <a:pt x="2653" y="582"/>
                  </a:lnTo>
                  <a:cubicBezTo>
                    <a:pt x="2653" y="491"/>
                    <a:pt x="2729" y="414"/>
                    <a:pt x="2826" y="409"/>
                  </a:cubicBezTo>
                  <a:lnTo>
                    <a:pt x="3469" y="409"/>
                  </a:lnTo>
                  <a:cubicBezTo>
                    <a:pt x="3743" y="409"/>
                    <a:pt x="3743" y="1"/>
                    <a:pt x="34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5" name="Google Shape;14035;p86"/>
          <p:cNvGrpSpPr/>
          <p:nvPr/>
        </p:nvGrpSpPr>
        <p:grpSpPr>
          <a:xfrm>
            <a:off x="6630645" y="2040338"/>
            <a:ext cx="368536" cy="246275"/>
            <a:chOff x="6630645" y="2040338"/>
            <a:chExt cx="368536" cy="246275"/>
          </a:xfrm>
        </p:grpSpPr>
        <p:sp>
          <p:nvSpPr>
            <p:cNvPr id="14036" name="Google Shape;14036;p86"/>
            <p:cNvSpPr/>
            <p:nvPr/>
          </p:nvSpPr>
          <p:spPr>
            <a:xfrm>
              <a:off x="6635933" y="2045862"/>
              <a:ext cx="357828" cy="217975"/>
            </a:xfrm>
            <a:custGeom>
              <a:rect b="b" l="l" r="r" t="t"/>
              <a:pathLst>
                <a:path extrusionOk="0" h="8326" w="13668">
                  <a:moveTo>
                    <a:pt x="453" y="0"/>
                  </a:moveTo>
                  <a:cubicBezTo>
                    <a:pt x="202" y="0"/>
                    <a:pt x="0" y="205"/>
                    <a:pt x="5" y="457"/>
                  </a:cubicBezTo>
                  <a:lnTo>
                    <a:pt x="5" y="7865"/>
                  </a:lnTo>
                  <a:cubicBezTo>
                    <a:pt x="0" y="8119"/>
                    <a:pt x="207" y="8326"/>
                    <a:pt x="461" y="8326"/>
                  </a:cubicBezTo>
                  <a:lnTo>
                    <a:pt x="13206" y="8326"/>
                  </a:lnTo>
                  <a:cubicBezTo>
                    <a:pt x="13461" y="8326"/>
                    <a:pt x="13668" y="8119"/>
                    <a:pt x="13668" y="7869"/>
                  </a:cubicBezTo>
                  <a:lnTo>
                    <a:pt x="13668" y="457"/>
                  </a:lnTo>
                  <a:cubicBezTo>
                    <a:pt x="13668" y="205"/>
                    <a:pt x="13466" y="0"/>
                    <a:pt x="13215" y="0"/>
                  </a:cubicBezTo>
                  <a:cubicBezTo>
                    <a:pt x="13212" y="0"/>
                    <a:pt x="13209" y="0"/>
                    <a:pt x="13206" y="0"/>
                  </a:cubicBezTo>
                  <a:lnTo>
                    <a:pt x="461" y="0"/>
                  </a:lnTo>
                  <a:cubicBezTo>
                    <a:pt x="458" y="0"/>
                    <a:pt x="456" y="0"/>
                    <a:pt x="453"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86"/>
            <p:cNvSpPr/>
            <p:nvPr/>
          </p:nvSpPr>
          <p:spPr>
            <a:xfrm>
              <a:off x="6636038" y="2045731"/>
              <a:ext cx="357724" cy="218106"/>
            </a:xfrm>
            <a:custGeom>
              <a:rect b="b" l="l" r="r" t="t"/>
              <a:pathLst>
                <a:path extrusionOk="0" h="8331" w="13664">
                  <a:moveTo>
                    <a:pt x="12722" y="1"/>
                  </a:moveTo>
                  <a:lnTo>
                    <a:pt x="12722" y="6933"/>
                  </a:lnTo>
                  <a:cubicBezTo>
                    <a:pt x="12722" y="7185"/>
                    <a:pt x="12520" y="7389"/>
                    <a:pt x="12270" y="7389"/>
                  </a:cubicBezTo>
                  <a:cubicBezTo>
                    <a:pt x="12267" y="7389"/>
                    <a:pt x="12264" y="7389"/>
                    <a:pt x="12261" y="7389"/>
                  </a:cubicBezTo>
                  <a:lnTo>
                    <a:pt x="1" y="7389"/>
                  </a:lnTo>
                  <a:lnTo>
                    <a:pt x="1" y="7870"/>
                  </a:lnTo>
                  <a:cubicBezTo>
                    <a:pt x="1" y="8124"/>
                    <a:pt x="208" y="8331"/>
                    <a:pt x="457" y="8331"/>
                  </a:cubicBezTo>
                  <a:lnTo>
                    <a:pt x="13202" y="8331"/>
                  </a:lnTo>
                  <a:cubicBezTo>
                    <a:pt x="13457" y="8331"/>
                    <a:pt x="13664" y="8124"/>
                    <a:pt x="13664" y="7870"/>
                  </a:cubicBezTo>
                  <a:lnTo>
                    <a:pt x="13664" y="462"/>
                  </a:lnTo>
                  <a:cubicBezTo>
                    <a:pt x="13664" y="207"/>
                    <a:pt x="13457" y="1"/>
                    <a:pt x="1320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86"/>
            <p:cNvSpPr/>
            <p:nvPr/>
          </p:nvSpPr>
          <p:spPr>
            <a:xfrm>
              <a:off x="6675910" y="2263810"/>
              <a:ext cx="64796" cy="17384"/>
            </a:xfrm>
            <a:custGeom>
              <a:rect b="b" l="l" r="r" t="t"/>
              <a:pathLst>
                <a:path extrusionOk="0" h="664" w="2475">
                  <a:moveTo>
                    <a:pt x="1" y="1"/>
                  </a:moveTo>
                  <a:lnTo>
                    <a:pt x="1" y="664"/>
                  </a:lnTo>
                  <a:lnTo>
                    <a:pt x="2475" y="664"/>
                  </a:lnTo>
                  <a:lnTo>
                    <a:pt x="2475" y="1"/>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86"/>
            <p:cNvSpPr/>
            <p:nvPr/>
          </p:nvSpPr>
          <p:spPr>
            <a:xfrm>
              <a:off x="6888963" y="2263810"/>
              <a:ext cx="64796" cy="17384"/>
            </a:xfrm>
            <a:custGeom>
              <a:rect b="b" l="l" r="r" t="t"/>
              <a:pathLst>
                <a:path extrusionOk="0" h="664" w="2475">
                  <a:moveTo>
                    <a:pt x="1" y="1"/>
                  </a:moveTo>
                  <a:lnTo>
                    <a:pt x="1" y="664"/>
                  </a:lnTo>
                  <a:lnTo>
                    <a:pt x="2475" y="664"/>
                  </a:lnTo>
                  <a:lnTo>
                    <a:pt x="2475" y="1"/>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86"/>
            <p:cNvSpPr/>
            <p:nvPr/>
          </p:nvSpPr>
          <p:spPr>
            <a:xfrm>
              <a:off x="6660831" y="2073769"/>
              <a:ext cx="189438" cy="162028"/>
            </a:xfrm>
            <a:custGeom>
              <a:rect b="b" l="l" r="r" t="t"/>
              <a:pathLst>
                <a:path extrusionOk="0" h="6189" w="7236">
                  <a:moveTo>
                    <a:pt x="0" y="1"/>
                  </a:moveTo>
                  <a:lnTo>
                    <a:pt x="0" y="6189"/>
                  </a:lnTo>
                  <a:lnTo>
                    <a:pt x="7235" y="6189"/>
                  </a:lnTo>
                  <a:lnTo>
                    <a:pt x="7235"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86"/>
            <p:cNvSpPr/>
            <p:nvPr/>
          </p:nvSpPr>
          <p:spPr>
            <a:xfrm>
              <a:off x="6660831" y="2073769"/>
              <a:ext cx="189438" cy="162028"/>
            </a:xfrm>
            <a:custGeom>
              <a:rect b="b" l="l" r="r" t="t"/>
              <a:pathLst>
                <a:path extrusionOk="0" h="6189" w="7236">
                  <a:moveTo>
                    <a:pt x="6505" y="1"/>
                  </a:moveTo>
                  <a:lnTo>
                    <a:pt x="6505" y="4272"/>
                  </a:lnTo>
                  <a:cubicBezTo>
                    <a:pt x="6510" y="4930"/>
                    <a:pt x="5977" y="5463"/>
                    <a:pt x="5318" y="5468"/>
                  </a:cubicBezTo>
                  <a:lnTo>
                    <a:pt x="0" y="5468"/>
                  </a:lnTo>
                  <a:lnTo>
                    <a:pt x="0" y="6189"/>
                  </a:lnTo>
                  <a:lnTo>
                    <a:pt x="7235" y="6189"/>
                  </a:lnTo>
                  <a:lnTo>
                    <a:pt x="7235" y="1"/>
                  </a:lnTo>
                  <a:lnTo>
                    <a:pt x="6510" y="6"/>
                  </a:lnTo>
                  <a:lnTo>
                    <a:pt x="650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86"/>
            <p:cNvSpPr/>
            <p:nvPr/>
          </p:nvSpPr>
          <p:spPr>
            <a:xfrm>
              <a:off x="6884067" y="2179929"/>
              <a:ext cx="74220" cy="63591"/>
            </a:xfrm>
            <a:custGeom>
              <a:rect b="b" l="l" r="r" t="t"/>
              <a:pathLst>
                <a:path extrusionOk="0" h="2429" w="2835">
                  <a:moveTo>
                    <a:pt x="1624" y="1"/>
                  </a:moveTo>
                  <a:cubicBezTo>
                    <a:pt x="543" y="1"/>
                    <a:pt x="1" y="1307"/>
                    <a:pt x="764" y="2071"/>
                  </a:cubicBezTo>
                  <a:cubicBezTo>
                    <a:pt x="1011" y="2318"/>
                    <a:pt x="1314" y="2428"/>
                    <a:pt x="1612" y="2428"/>
                  </a:cubicBezTo>
                  <a:cubicBezTo>
                    <a:pt x="2236" y="2428"/>
                    <a:pt x="2835" y="1943"/>
                    <a:pt x="2835" y="1211"/>
                  </a:cubicBezTo>
                  <a:cubicBezTo>
                    <a:pt x="2830" y="543"/>
                    <a:pt x="2292" y="1"/>
                    <a:pt x="162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86"/>
            <p:cNvSpPr/>
            <p:nvPr/>
          </p:nvSpPr>
          <p:spPr>
            <a:xfrm>
              <a:off x="6916897" y="2179929"/>
              <a:ext cx="40658" cy="63539"/>
            </a:xfrm>
            <a:custGeom>
              <a:rect b="b" l="l" r="r" t="t"/>
              <a:pathLst>
                <a:path extrusionOk="0" h="2427" w="1553">
                  <a:moveTo>
                    <a:pt x="370" y="1"/>
                  </a:moveTo>
                  <a:cubicBezTo>
                    <a:pt x="241" y="1"/>
                    <a:pt x="121" y="20"/>
                    <a:pt x="0" y="63"/>
                  </a:cubicBezTo>
                  <a:cubicBezTo>
                    <a:pt x="500" y="222"/>
                    <a:pt x="846" y="688"/>
                    <a:pt x="846" y="1211"/>
                  </a:cubicBezTo>
                  <a:cubicBezTo>
                    <a:pt x="846" y="1740"/>
                    <a:pt x="500" y="2206"/>
                    <a:pt x="0" y="2364"/>
                  </a:cubicBezTo>
                  <a:cubicBezTo>
                    <a:pt x="121" y="2403"/>
                    <a:pt x="241" y="2427"/>
                    <a:pt x="370" y="2427"/>
                  </a:cubicBezTo>
                  <a:cubicBezTo>
                    <a:pt x="1028" y="2412"/>
                    <a:pt x="1552" y="1874"/>
                    <a:pt x="1552" y="1211"/>
                  </a:cubicBezTo>
                  <a:cubicBezTo>
                    <a:pt x="1552" y="553"/>
                    <a:pt x="1028" y="15"/>
                    <a:pt x="37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86"/>
            <p:cNvSpPr/>
            <p:nvPr/>
          </p:nvSpPr>
          <p:spPr>
            <a:xfrm>
              <a:off x="6881057" y="2073900"/>
              <a:ext cx="40396" cy="19399"/>
            </a:xfrm>
            <a:custGeom>
              <a:rect b="b" l="l" r="r" t="t"/>
              <a:pathLst>
                <a:path extrusionOk="0" h="741" w="1543">
                  <a:moveTo>
                    <a:pt x="323" y="1"/>
                  </a:moveTo>
                  <a:cubicBezTo>
                    <a:pt x="145" y="1"/>
                    <a:pt x="0" y="148"/>
                    <a:pt x="0" y="327"/>
                  </a:cubicBezTo>
                  <a:lnTo>
                    <a:pt x="0" y="409"/>
                  </a:lnTo>
                  <a:cubicBezTo>
                    <a:pt x="0" y="592"/>
                    <a:pt x="149" y="741"/>
                    <a:pt x="332" y="741"/>
                  </a:cubicBezTo>
                  <a:lnTo>
                    <a:pt x="1211" y="741"/>
                  </a:lnTo>
                  <a:cubicBezTo>
                    <a:pt x="1393" y="741"/>
                    <a:pt x="1538" y="592"/>
                    <a:pt x="1542" y="409"/>
                  </a:cubicBezTo>
                  <a:lnTo>
                    <a:pt x="1542" y="327"/>
                  </a:lnTo>
                  <a:cubicBezTo>
                    <a:pt x="1542" y="148"/>
                    <a:pt x="1398" y="1"/>
                    <a:pt x="1219" y="1"/>
                  </a:cubicBezTo>
                  <a:cubicBezTo>
                    <a:pt x="1217" y="1"/>
                    <a:pt x="1214" y="1"/>
                    <a:pt x="1211" y="1"/>
                  </a:cubicBezTo>
                  <a:lnTo>
                    <a:pt x="332" y="1"/>
                  </a:lnTo>
                  <a:cubicBezTo>
                    <a:pt x="329" y="1"/>
                    <a:pt x="326" y="1"/>
                    <a:pt x="32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86"/>
            <p:cNvSpPr/>
            <p:nvPr/>
          </p:nvSpPr>
          <p:spPr>
            <a:xfrm>
              <a:off x="6900168" y="2073769"/>
              <a:ext cx="21284" cy="19530"/>
            </a:xfrm>
            <a:custGeom>
              <a:rect b="b" l="l" r="r" t="t"/>
              <a:pathLst>
                <a:path extrusionOk="0" h="746" w="813">
                  <a:moveTo>
                    <a:pt x="0" y="1"/>
                  </a:moveTo>
                  <a:cubicBezTo>
                    <a:pt x="183" y="1"/>
                    <a:pt x="332" y="150"/>
                    <a:pt x="332" y="332"/>
                  </a:cubicBezTo>
                  <a:lnTo>
                    <a:pt x="332" y="414"/>
                  </a:lnTo>
                  <a:cubicBezTo>
                    <a:pt x="332" y="597"/>
                    <a:pt x="183" y="746"/>
                    <a:pt x="0" y="746"/>
                  </a:cubicBezTo>
                  <a:lnTo>
                    <a:pt x="481" y="746"/>
                  </a:lnTo>
                  <a:cubicBezTo>
                    <a:pt x="663" y="746"/>
                    <a:pt x="812" y="597"/>
                    <a:pt x="812" y="414"/>
                  </a:cubicBezTo>
                  <a:lnTo>
                    <a:pt x="812" y="332"/>
                  </a:lnTo>
                  <a:cubicBezTo>
                    <a:pt x="808" y="150"/>
                    <a:pt x="663" y="6"/>
                    <a:pt x="48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86"/>
            <p:cNvSpPr/>
            <p:nvPr/>
          </p:nvSpPr>
          <p:spPr>
            <a:xfrm>
              <a:off x="6881057" y="2108379"/>
              <a:ext cx="40396" cy="19504"/>
            </a:xfrm>
            <a:custGeom>
              <a:rect b="b" l="l" r="r" t="t"/>
              <a:pathLst>
                <a:path extrusionOk="0" h="745" w="1543">
                  <a:moveTo>
                    <a:pt x="332" y="0"/>
                  </a:moveTo>
                  <a:cubicBezTo>
                    <a:pt x="149" y="0"/>
                    <a:pt x="0" y="149"/>
                    <a:pt x="0" y="332"/>
                  </a:cubicBezTo>
                  <a:lnTo>
                    <a:pt x="0" y="413"/>
                  </a:lnTo>
                  <a:cubicBezTo>
                    <a:pt x="0" y="596"/>
                    <a:pt x="149" y="745"/>
                    <a:pt x="332" y="745"/>
                  </a:cubicBezTo>
                  <a:lnTo>
                    <a:pt x="1211" y="745"/>
                  </a:lnTo>
                  <a:cubicBezTo>
                    <a:pt x="1393" y="745"/>
                    <a:pt x="1542" y="596"/>
                    <a:pt x="1542" y="413"/>
                  </a:cubicBezTo>
                  <a:lnTo>
                    <a:pt x="1542" y="332"/>
                  </a:lnTo>
                  <a:cubicBezTo>
                    <a:pt x="1542" y="149"/>
                    <a:pt x="1393" y="0"/>
                    <a:pt x="12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86"/>
            <p:cNvSpPr/>
            <p:nvPr/>
          </p:nvSpPr>
          <p:spPr>
            <a:xfrm>
              <a:off x="6881057" y="2142963"/>
              <a:ext cx="40396" cy="19504"/>
            </a:xfrm>
            <a:custGeom>
              <a:rect b="b" l="l" r="r" t="t"/>
              <a:pathLst>
                <a:path extrusionOk="0" h="745" w="1543">
                  <a:moveTo>
                    <a:pt x="332" y="0"/>
                  </a:moveTo>
                  <a:cubicBezTo>
                    <a:pt x="149" y="0"/>
                    <a:pt x="0" y="149"/>
                    <a:pt x="0" y="332"/>
                  </a:cubicBezTo>
                  <a:lnTo>
                    <a:pt x="0" y="413"/>
                  </a:lnTo>
                  <a:cubicBezTo>
                    <a:pt x="0" y="596"/>
                    <a:pt x="149" y="745"/>
                    <a:pt x="332" y="745"/>
                  </a:cubicBezTo>
                  <a:lnTo>
                    <a:pt x="1211" y="745"/>
                  </a:lnTo>
                  <a:cubicBezTo>
                    <a:pt x="1393" y="740"/>
                    <a:pt x="1542" y="596"/>
                    <a:pt x="1542" y="413"/>
                  </a:cubicBezTo>
                  <a:lnTo>
                    <a:pt x="1542" y="332"/>
                  </a:lnTo>
                  <a:cubicBezTo>
                    <a:pt x="1542" y="149"/>
                    <a:pt x="1393" y="0"/>
                    <a:pt x="12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86"/>
            <p:cNvSpPr/>
            <p:nvPr/>
          </p:nvSpPr>
          <p:spPr>
            <a:xfrm>
              <a:off x="6900168" y="2108379"/>
              <a:ext cx="21284" cy="19504"/>
            </a:xfrm>
            <a:custGeom>
              <a:rect b="b" l="l" r="r" t="t"/>
              <a:pathLst>
                <a:path extrusionOk="0" h="745" w="813">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86"/>
            <p:cNvSpPr/>
            <p:nvPr/>
          </p:nvSpPr>
          <p:spPr>
            <a:xfrm>
              <a:off x="6900168" y="2142963"/>
              <a:ext cx="21284" cy="19504"/>
            </a:xfrm>
            <a:custGeom>
              <a:rect b="b" l="l" r="r" t="t"/>
              <a:pathLst>
                <a:path extrusionOk="0" h="745" w="813">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86"/>
            <p:cNvSpPr/>
            <p:nvPr/>
          </p:nvSpPr>
          <p:spPr>
            <a:xfrm>
              <a:off x="6938915" y="2073900"/>
              <a:ext cx="33092" cy="88567"/>
            </a:xfrm>
            <a:custGeom>
              <a:rect b="b" l="l" r="r" t="t"/>
              <a:pathLst>
                <a:path extrusionOk="0" h="3383" w="1264">
                  <a:moveTo>
                    <a:pt x="303" y="1"/>
                  </a:moveTo>
                  <a:cubicBezTo>
                    <a:pt x="135" y="1"/>
                    <a:pt x="0" y="140"/>
                    <a:pt x="0" y="308"/>
                  </a:cubicBezTo>
                  <a:lnTo>
                    <a:pt x="0" y="3075"/>
                  </a:lnTo>
                  <a:cubicBezTo>
                    <a:pt x="0" y="3244"/>
                    <a:pt x="135" y="3383"/>
                    <a:pt x="303" y="3383"/>
                  </a:cubicBezTo>
                  <a:lnTo>
                    <a:pt x="956" y="3383"/>
                  </a:lnTo>
                  <a:cubicBezTo>
                    <a:pt x="1124" y="3383"/>
                    <a:pt x="1264" y="3244"/>
                    <a:pt x="1264" y="3075"/>
                  </a:cubicBezTo>
                  <a:lnTo>
                    <a:pt x="1264" y="308"/>
                  </a:lnTo>
                  <a:cubicBezTo>
                    <a:pt x="1264" y="140"/>
                    <a:pt x="1124" y="1"/>
                    <a:pt x="95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86"/>
            <p:cNvSpPr/>
            <p:nvPr/>
          </p:nvSpPr>
          <p:spPr>
            <a:xfrm>
              <a:off x="6951612" y="2073769"/>
              <a:ext cx="20394" cy="88462"/>
            </a:xfrm>
            <a:custGeom>
              <a:rect b="b" l="l" r="r" t="t"/>
              <a:pathLst>
                <a:path extrusionOk="0" h="3379" w="779">
                  <a:moveTo>
                    <a:pt x="0" y="3378"/>
                  </a:moveTo>
                  <a:cubicBezTo>
                    <a:pt x="3" y="3378"/>
                    <a:pt x="6" y="3378"/>
                    <a:pt x="9" y="3378"/>
                  </a:cubicBezTo>
                  <a:cubicBezTo>
                    <a:pt x="12" y="3378"/>
                    <a:pt x="14" y="3378"/>
                    <a:pt x="17" y="3378"/>
                  </a:cubicBezTo>
                  <a:close/>
                  <a:moveTo>
                    <a:pt x="0" y="1"/>
                  </a:moveTo>
                  <a:cubicBezTo>
                    <a:pt x="168" y="1"/>
                    <a:pt x="303" y="135"/>
                    <a:pt x="303" y="308"/>
                  </a:cubicBezTo>
                  <a:lnTo>
                    <a:pt x="303" y="3076"/>
                  </a:lnTo>
                  <a:cubicBezTo>
                    <a:pt x="303" y="3238"/>
                    <a:pt x="177" y="3374"/>
                    <a:pt x="17" y="3378"/>
                  </a:cubicBezTo>
                  <a:lnTo>
                    <a:pt x="471" y="3378"/>
                  </a:lnTo>
                  <a:cubicBezTo>
                    <a:pt x="474" y="3378"/>
                    <a:pt x="477" y="3378"/>
                    <a:pt x="480" y="3378"/>
                  </a:cubicBezTo>
                  <a:cubicBezTo>
                    <a:pt x="644" y="3378"/>
                    <a:pt x="779" y="3241"/>
                    <a:pt x="779" y="3076"/>
                  </a:cubicBezTo>
                  <a:lnTo>
                    <a:pt x="779" y="308"/>
                  </a:lnTo>
                  <a:cubicBezTo>
                    <a:pt x="779" y="140"/>
                    <a:pt x="639" y="1"/>
                    <a:pt x="47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86"/>
            <p:cNvSpPr/>
            <p:nvPr/>
          </p:nvSpPr>
          <p:spPr>
            <a:xfrm>
              <a:off x="6889356" y="2174536"/>
              <a:ext cx="86682" cy="74351"/>
            </a:xfrm>
            <a:custGeom>
              <a:rect b="b" l="l" r="r" t="t"/>
              <a:pathLst>
                <a:path extrusionOk="0" h="2840" w="3311">
                  <a:moveTo>
                    <a:pt x="1416" y="418"/>
                  </a:moveTo>
                  <a:cubicBezTo>
                    <a:pt x="1418" y="418"/>
                    <a:pt x="1420" y="418"/>
                    <a:pt x="1422" y="418"/>
                  </a:cubicBezTo>
                  <a:cubicBezTo>
                    <a:pt x="1975" y="418"/>
                    <a:pt x="2422" y="865"/>
                    <a:pt x="2426" y="1417"/>
                  </a:cubicBezTo>
                  <a:cubicBezTo>
                    <a:pt x="2426" y="2026"/>
                    <a:pt x="1928" y="2427"/>
                    <a:pt x="1411" y="2427"/>
                  </a:cubicBezTo>
                  <a:cubicBezTo>
                    <a:pt x="1165" y="2427"/>
                    <a:pt x="914" y="2336"/>
                    <a:pt x="711" y="2133"/>
                  </a:cubicBezTo>
                  <a:cubicBezTo>
                    <a:pt x="79" y="1500"/>
                    <a:pt x="522" y="418"/>
                    <a:pt x="1416" y="418"/>
                  </a:cubicBezTo>
                  <a:close/>
                  <a:moveTo>
                    <a:pt x="1418" y="0"/>
                  </a:moveTo>
                  <a:cubicBezTo>
                    <a:pt x="634" y="5"/>
                    <a:pt x="0" y="639"/>
                    <a:pt x="0" y="1417"/>
                  </a:cubicBezTo>
                  <a:cubicBezTo>
                    <a:pt x="0" y="2272"/>
                    <a:pt x="700" y="2839"/>
                    <a:pt x="1428" y="2839"/>
                  </a:cubicBezTo>
                  <a:cubicBezTo>
                    <a:pt x="1776" y="2839"/>
                    <a:pt x="2130" y="2710"/>
                    <a:pt x="2417" y="2421"/>
                  </a:cubicBezTo>
                  <a:cubicBezTo>
                    <a:pt x="3310" y="1528"/>
                    <a:pt x="2681" y="0"/>
                    <a:pt x="14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86"/>
            <p:cNvSpPr/>
            <p:nvPr/>
          </p:nvSpPr>
          <p:spPr>
            <a:xfrm>
              <a:off x="6875768" y="2068376"/>
              <a:ext cx="50972" cy="30212"/>
            </a:xfrm>
            <a:custGeom>
              <a:rect b="b" l="l" r="r" t="t"/>
              <a:pathLst>
                <a:path extrusionOk="0" h="1154" w="1947">
                  <a:moveTo>
                    <a:pt x="1413" y="418"/>
                  </a:moveTo>
                  <a:cubicBezTo>
                    <a:pt x="1480" y="418"/>
                    <a:pt x="1533" y="476"/>
                    <a:pt x="1533" y="538"/>
                  </a:cubicBezTo>
                  <a:lnTo>
                    <a:pt x="1533" y="620"/>
                  </a:lnTo>
                  <a:cubicBezTo>
                    <a:pt x="1533" y="687"/>
                    <a:pt x="1480" y="740"/>
                    <a:pt x="1413" y="740"/>
                  </a:cubicBezTo>
                  <a:lnTo>
                    <a:pt x="534" y="740"/>
                  </a:lnTo>
                  <a:cubicBezTo>
                    <a:pt x="466" y="740"/>
                    <a:pt x="414" y="687"/>
                    <a:pt x="414" y="620"/>
                  </a:cubicBezTo>
                  <a:lnTo>
                    <a:pt x="414" y="538"/>
                  </a:lnTo>
                  <a:cubicBezTo>
                    <a:pt x="414" y="476"/>
                    <a:pt x="466" y="418"/>
                    <a:pt x="534" y="418"/>
                  </a:cubicBezTo>
                  <a:close/>
                  <a:moveTo>
                    <a:pt x="534" y="0"/>
                  </a:moveTo>
                  <a:cubicBezTo>
                    <a:pt x="241" y="0"/>
                    <a:pt x="0" y="241"/>
                    <a:pt x="0" y="538"/>
                  </a:cubicBezTo>
                  <a:lnTo>
                    <a:pt x="0" y="620"/>
                  </a:lnTo>
                  <a:cubicBezTo>
                    <a:pt x="0" y="913"/>
                    <a:pt x="241" y="1153"/>
                    <a:pt x="534" y="1153"/>
                  </a:cubicBezTo>
                  <a:lnTo>
                    <a:pt x="1413" y="1153"/>
                  </a:lnTo>
                  <a:cubicBezTo>
                    <a:pt x="1711" y="1153"/>
                    <a:pt x="1946" y="913"/>
                    <a:pt x="1946" y="620"/>
                  </a:cubicBezTo>
                  <a:lnTo>
                    <a:pt x="1946" y="538"/>
                  </a:lnTo>
                  <a:cubicBezTo>
                    <a:pt x="1946" y="241"/>
                    <a:pt x="1706" y="5"/>
                    <a:pt x="1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86"/>
            <p:cNvSpPr/>
            <p:nvPr/>
          </p:nvSpPr>
          <p:spPr>
            <a:xfrm>
              <a:off x="6875638" y="2103091"/>
              <a:ext cx="51103" cy="30081"/>
            </a:xfrm>
            <a:custGeom>
              <a:rect b="b" l="l" r="r" t="t"/>
              <a:pathLst>
                <a:path extrusionOk="0" h="1149" w="1952">
                  <a:moveTo>
                    <a:pt x="1413" y="413"/>
                  </a:moveTo>
                  <a:cubicBezTo>
                    <a:pt x="1480" y="413"/>
                    <a:pt x="1533" y="466"/>
                    <a:pt x="1533" y="534"/>
                  </a:cubicBezTo>
                  <a:lnTo>
                    <a:pt x="1533" y="615"/>
                  </a:lnTo>
                  <a:cubicBezTo>
                    <a:pt x="1533" y="682"/>
                    <a:pt x="1480" y="735"/>
                    <a:pt x="1413" y="735"/>
                  </a:cubicBezTo>
                  <a:lnTo>
                    <a:pt x="534" y="735"/>
                  </a:lnTo>
                  <a:cubicBezTo>
                    <a:pt x="467" y="735"/>
                    <a:pt x="414" y="682"/>
                    <a:pt x="414" y="615"/>
                  </a:cubicBezTo>
                  <a:lnTo>
                    <a:pt x="414" y="534"/>
                  </a:lnTo>
                  <a:cubicBezTo>
                    <a:pt x="414" y="466"/>
                    <a:pt x="467" y="413"/>
                    <a:pt x="534" y="413"/>
                  </a:cubicBezTo>
                  <a:close/>
                  <a:moveTo>
                    <a:pt x="534" y="0"/>
                  </a:moveTo>
                  <a:cubicBezTo>
                    <a:pt x="241" y="0"/>
                    <a:pt x="1" y="236"/>
                    <a:pt x="1" y="534"/>
                  </a:cubicBezTo>
                  <a:lnTo>
                    <a:pt x="1" y="615"/>
                  </a:lnTo>
                  <a:cubicBezTo>
                    <a:pt x="1" y="913"/>
                    <a:pt x="241" y="1148"/>
                    <a:pt x="534" y="1148"/>
                  </a:cubicBezTo>
                  <a:lnTo>
                    <a:pt x="1413" y="1148"/>
                  </a:lnTo>
                  <a:cubicBezTo>
                    <a:pt x="1711" y="1148"/>
                    <a:pt x="1951" y="913"/>
                    <a:pt x="1951" y="615"/>
                  </a:cubicBezTo>
                  <a:lnTo>
                    <a:pt x="1951" y="534"/>
                  </a:lnTo>
                  <a:cubicBezTo>
                    <a:pt x="1951" y="236"/>
                    <a:pt x="1711" y="0"/>
                    <a:pt x="1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86"/>
            <p:cNvSpPr/>
            <p:nvPr/>
          </p:nvSpPr>
          <p:spPr>
            <a:xfrm>
              <a:off x="6875638" y="2137544"/>
              <a:ext cx="51103" cy="30212"/>
            </a:xfrm>
            <a:custGeom>
              <a:rect b="b" l="l" r="r" t="t"/>
              <a:pathLst>
                <a:path extrusionOk="0" h="1154" w="1952">
                  <a:moveTo>
                    <a:pt x="1413" y="419"/>
                  </a:moveTo>
                  <a:cubicBezTo>
                    <a:pt x="1480" y="419"/>
                    <a:pt x="1533" y="471"/>
                    <a:pt x="1533" y="539"/>
                  </a:cubicBezTo>
                  <a:lnTo>
                    <a:pt x="1533" y="620"/>
                  </a:lnTo>
                  <a:cubicBezTo>
                    <a:pt x="1533" y="683"/>
                    <a:pt x="1480" y="740"/>
                    <a:pt x="1413" y="740"/>
                  </a:cubicBezTo>
                  <a:lnTo>
                    <a:pt x="534" y="740"/>
                  </a:lnTo>
                  <a:cubicBezTo>
                    <a:pt x="467" y="740"/>
                    <a:pt x="414" y="683"/>
                    <a:pt x="414" y="620"/>
                  </a:cubicBezTo>
                  <a:lnTo>
                    <a:pt x="414" y="539"/>
                  </a:lnTo>
                  <a:cubicBezTo>
                    <a:pt x="414" y="471"/>
                    <a:pt x="467" y="419"/>
                    <a:pt x="534" y="419"/>
                  </a:cubicBezTo>
                  <a:close/>
                  <a:moveTo>
                    <a:pt x="534" y="1"/>
                  </a:moveTo>
                  <a:cubicBezTo>
                    <a:pt x="241" y="1"/>
                    <a:pt x="1" y="241"/>
                    <a:pt x="1" y="539"/>
                  </a:cubicBezTo>
                  <a:lnTo>
                    <a:pt x="1" y="620"/>
                  </a:lnTo>
                  <a:cubicBezTo>
                    <a:pt x="1" y="913"/>
                    <a:pt x="241" y="1154"/>
                    <a:pt x="534" y="1154"/>
                  </a:cubicBezTo>
                  <a:lnTo>
                    <a:pt x="1413" y="1154"/>
                  </a:lnTo>
                  <a:cubicBezTo>
                    <a:pt x="1711" y="1154"/>
                    <a:pt x="1951" y="913"/>
                    <a:pt x="1951" y="620"/>
                  </a:cubicBezTo>
                  <a:lnTo>
                    <a:pt x="1951" y="539"/>
                  </a:lnTo>
                  <a:cubicBezTo>
                    <a:pt x="1951" y="241"/>
                    <a:pt x="1711" y="1"/>
                    <a:pt x="14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86"/>
            <p:cNvSpPr/>
            <p:nvPr/>
          </p:nvSpPr>
          <p:spPr>
            <a:xfrm>
              <a:off x="6933495" y="2068376"/>
              <a:ext cx="43930" cy="99379"/>
            </a:xfrm>
            <a:custGeom>
              <a:rect b="b" l="l" r="r" t="t"/>
              <a:pathLst>
                <a:path extrusionOk="0" h="3796" w="1678">
                  <a:moveTo>
                    <a:pt x="1168" y="414"/>
                  </a:moveTo>
                  <a:cubicBezTo>
                    <a:pt x="1221" y="414"/>
                    <a:pt x="1269" y="462"/>
                    <a:pt x="1269" y="514"/>
                  </a:cubicBezTo>
                  <a:lnTo>
                    <a:pt x="1269" y="3282"/>
                  </a:lnTo>
                  <a:cubicBezTo>
                    <a:pt x="1269" y="3339"/>
                    <a:pt x="1221" y="3382"/>
                    <a:pt x="1168" y="3382"/>
                  </a:cubicBezTo>
                  <a:lnTo>
                    <a:pt x="510" y="3382"/>
                  </a:lnTo>
                  <a:cubicBezTo>
                    <a:pt x="457" y="3382"/>
                    <a:pt x="414" y="3339"/>
                    <a:pt x="414" y="3282"/>
                  </a:cubicBezTo>
                  <a:lnTo>
                    <a:pt x="414" y="514"/>
                  </a:lnTo>
                  <a:cubicBezTo>
                    <a:pt x="414" y="462"/>
                    <a:pt x="457" y="414"/>
                    <a:pt x="515" y="414"/>
                  </a:cubicBezTo>
                  <a:close/>
                  <a:moveTo>
                    <a:pt x="510" y="0"/>
                  </a:moveTo>
                  <a:cubicBezTo>
                    <a:pt x="226" y="0"/>
                    <a:pt x="1" y="231"/>
                    <a:pt x="1" y="514"/>
                  </a:cubicBezTo>
                  <a:lnTo>
                    <a:pt x="1" y="3282"/>
                  </a:lnTo>
                  <a:cubicBezTo>
                    <a:pt x="1" y="3565"/>
                    <a:pt x="226" y="3796"/>
                    <a:pt x="510" y="3796"/>
                  </a:cubicBezTo>
                  <a:lnTo>
                    <a:pt x="1163" y="3796"/>
                  </a:lnTo>
                  <a:cubicBezTo>
                    <a:pt x="1447" y="3796"/>
                    <a:pt x="1677" y="3565"/>
                    <a:pt x="1677" y="3282"/>
                  </a:cubicBezTo>
                  <a:lnTo>
                    <a:pt x="1677" y="514"/>
                  </a:lnTo>
                  <a:cubicBezTo>
                    <a:pt x="1677" y="231"/>
                    <a:pt x="1447" y="0"/>
                    <a:pt x="11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86"/>
            <p:cNvSpPr/>
            <p:nvPr/>
          </p:nvSpPr>
          <p:spPr>
            <a:xfrm>
              <a:off x="6807727" y="2086100"/>
              <a:ext cx="32856" cy="10734"/>
            </a:xfrm>
            <a:custGeom>
              <a:rect b="b" l="l" r="r" t="t"/>
              <a:pathLst>
                <a:path extrusionOk="0" h="410" w="1255">
                  <a:moveTo>
                    <a:pt x="985" y="1"/>
                  </a:moveTo>
                  <a:cubicBezTo>
                    <a:pt x="984" y="1"/>
                    <a:pt x="982" y="1"/>
                    <a:pt x="981" y="1"/>
                  </a:cubicBezTo>
                  <a:lnTo>
                    <a:pt x="274" y="1"/>
                  </a:lnTo>
                  <a:cubicBezTo>
                    <a:pt x="0" y="1"/>
                    <a:pt x="0" y="409"/>
                    <a:pt x="274" y="409"/>
                  </a:cubicBezTo>
                  <a:lnTo>
                    <a:pt x="981" y="409"/>
                  </a:lnTo>
                  <a:cubicBezTo>
                    <a:pt x="1253" y="409"/>
                    <a:pt x="1254" y="1"/>
                    <a:pt x="9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86"/>
            <p:cNvSpPr/>
            <p:nvPr/>
          </p:nvSpPr>
          <p:spPr>
            <a:xfrm>
              <a:off x="6672271" y="2085969"/>
              <a:ext cx="13116" cy="10734"/>
            </a:xfrm>
            <a:custGeom>
              <a:rect b="b" l="l" r="r" t="t"/>
              <a:pathLst>
                <a:path extrusionOk="0" h="410" w="501">
                  <a:moveTo>
                    <a:pt x="302" y="1"/>
                  </a:moveTo>
                  <a:cubicBezTo>
                    <a:pt x="299" y="1"/>
                    <a:pt x="296" y="1"/>
                    <a:pt x="294" y="1"/>
                  </a:cubicBezTo>
                  <a:lnTo>
                    <a:pt x="274" y="1"/>
                  </a:lnTo>
                  <a:cubicBezTo>
                    <a:pt x="1" y="1"/>
                    <a:pt x="1" y="409"/>
                    <a:pt x="274" y="409"/>
                  </a:cubicBezTo>
                  <a:lnTo>
                    <a:pt x="294" y="409"/>
                  </a:lnTo>
                  <a:cubicBezTo>
                    <a:pt x="409" y="409"/>
                    <a:pt x="500" y="318"/>
                    <a:pt x="500" y="208"/>
                  </a:cubicBezTo>
                  <a:cubicBezTo>
                    <a:pt x="500" y="95"/>
                    <a:pt x="413" y="1"/>
                    <a:pt x="3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86"/>
            <p:cNvSpPr/>
            <p:nvPr/>
          </p:nvSpPr>
          <p:spPr>
            <a:xfrm>
              <a:off x="6677691" y="2110029"/>
              <a:ext cx="155588" cy="89483"/>
            </a:xfrm>
            <a:custGeom>
              <a:rect b="b" l="l" r="r" t="t"/>
              <a:pathLst>
                <a:path extrusionOk="0" h="3418" w="5943">
                  <a:moveTo>
                    <a:pt x="2657" y="0"/>
                  </a:moveTo>
                  <a:cubicBezTo>
                    <a:pt x="2567" y="0"/>
                    <a:pt x="2479" y="54"/>
                    <a:pt x="2455" y="163"/>
                  </a:cubicBezTo>
                  <a:lnTo>
                    <a:pt x="1989" y="2411"/>
                  </a:lnTo>
                  <a:lnTo>
                    <a:pt x="1581" y="1148"/>
                  </a:lnTo>
                  <a:cubicBezTo>
                    <a:pt x="1548" y="1054"/>
                    <a:pt x="1464" y="1006"/>
                    <a:pt x="1381" y="1006"/>
                  </a:cubicBezTo>
                  <a:cubicBezTo>
                    <a:pt x="1306" y="1006"/>
                    <a:pt x="1233" y="1044"/>
                    <a:pt x="1196" y="1124"/>
                  </a:cubicBezTo>
                  <a:lnTo>
                    <a:pt x="682" y="2238"/>
                  </a:lnTo>
                  <a:lnTo>
                    <a:pt x="269" y="2238"/>
                  </a:lnTo>
                  <a:cubicBezTo>
                    <a:pt x="0" y="2238"/>
                    <a:pt x="0" y="2647"/>
                    <a:pt x="269" y="2647"/>
                  </a:cubicBezTo>
                  <a:lnTo>
                    <a:pt x="817" y="2647"/>
                  </a:lnTo>
                  <a:cubicBezTo>
                    <a:pt x="898" y="2647"/>
                    <a:pt x="971" y="2599"/>
                    <a:pt x="1004" y="2526"/>
                  </a:cubicBezTo>
                  <a:lnTo>
                    <a:pt x="1350" y="1772"/>
                  </a:lnTo>
                  <a:lnTo>
                    <a:pt x="1840" y="3276"/>
                  </a:lnTo>
                  <a:cubicBezTo>
                    <a:pt x="1872" y="3371"/>
                    <a:pt x="1953" y="3417"/>
                    <a:pt x="2035" y="3417"/>
                  </a:cubicBezTo>
                  <a:cubicBezTo>
                    <a:pt x="2125" y="3417"/>
                    <a:pt x="2216" y="3361"/>
                    <a:pt x="2239" y="3252"/>
                  </a:cubicBezTo>
                  <a:lnTo>
                    <a:pt x="2638" y="1335"/>
                  </a:lnTo>
                  <a:lnTo>
                    <a:pt x="2801" y="2339"/>
                  </a:lnTo>
                  <a:cubicBezTo>
                    <a:pt x="2820" y="2440"/>
                    <a:pt x="2907" y="2512"/>
                    <a:pt x="3007" y="2512"/>
                  </a:cubicBezTo>
                  <a:lnTo>
                    <a:pt x="3800" y="2512"/>
                  </a:lnTo>
                  <a:cubicBezTo>
                    <a:pt x="3901" y="2512"/>
                    <a:pt x="3987" y="2445"/>
                    <a:pt x="4007" y="2344"/>
                  </a:cubicBezTo>
                  <a:lnTo>
                    <a:pt x="4098" y="1820"/>
                  </a:lnTo>
                  <a:lnTo>
                    <a:pt x="4353" y="2978"/>
                  </a:lnTo>
                  <a:cubicBezTo>
                    <a:pt x="4376" y="3083"/>
                    <a:pt x="4466" y="3140"/>
                    <a:pt x="4557" y="3140"/>
                  </a:cubicBezTo>
                  <a:cubicBezTo>
                    <a:pt x="4631" y="3140"/>
                    <a:pt x="4705" y="3102"/>
                    <a:pt x="4742" y="3021"/>
                  </a:cubicBezTo>
                  <a:lnTo>
                    <a:pt x="4996" y="2478"/>
                  </a:lnTo>
                  <a:lnTo>
                    <a:pt x="5669" y="2478"/>
                  </a:lnTo>
                  <a:cubicBezTo>
                    <a:pt x="5943" y="2478"/>
                    <a:pt x="5943" y="2070"/>
                    <a:pt x="5669" y="2070"/>
                  </a:cubicBezTo>
                  <a:lnTo>
                    <a:pt x="4867" y="2070"/>
                  </a:lnTo>
                  <a:cubicBezTo>
                    <a:pt x="4679" y="2070"/>
                    <a:pt x="4655" y="2253"/>
                    <a:pt x="4622" y="2305"/>
                  </a:cubicBezTo>
                  <a:lnTo>
                    <a:pt x="4276" y="739"/>
                  </a:lnTo>
                  <a:cubicBezTo>
                    <a:pt x="4252" y="631"/>
                    <a:pt x="4163" y="577"/>
                    <a:pt x="4074" y="577"/>
                  </a:cubicBezTo>
                  <a:cubicBezTo>
                    <a:pt x="3982" y="577"/>
                    <a:pt x="3889" y="634"/>
                    <a:pt x="3867" y="749"/>
                  </a:cubicBezTo>
                  <a:lnTo>
                    <a:pt x="3622" y="2109"/>
                  </a:lnTo>
                  <a:lnTo>
                    <a:pt x="3171" y="2109"/>
                  </a:lnTo>
                  <a:lnTo>
                    <a:pt x="2863" y="172"/>
                  </a:lnTo>
                  <a:cubicBezTo>
                    <a:pt x="2841" y="58"/>
                    <a:pt x="2749" y="0"/>
                    <a:pt x="26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86"/>
            <p:cNvSpPr/>
            <p:nvPr/>
          </p:nvSpPr>
          <p:spPr>
            <a:xfrm>
              <a:off x="6630645" y="2040338"/>
              <a:ext cx="368536" cy="246275"/>
            </a:xfrm>
            <a:custGeom>
              <a:rect b="b" l="l" r="r" t="t"/>
              <a:pathLst>
                <a:path extrusionOk="0" h="9407" w="14077">
                  <a:moveTo>
                    <a:pt x="4002" y="8748"/>
                  </a:moveTo>
                  <a:lnTo>
                    <a:pt x="4002" y="8993"/>
                  </a:lnTo>
                  <a:lnTo>
                    <a:pt x="1936" y="8993"/>
                  </a:lnTo>
                  <a:lnTo>
                    <a:pt x="1936" y="8748"/>
                  </a:lnTo>
                  <a:close/>
                  <a:moveTo>
                    <a:pt x="12135" y="8748"/>
                  </a:moveTo>
                  <a:lnTo>
                    <a:pt x="12135" y="8993"/>
                  </a:lnTo>
                  <a:lnTo>
                    <a:pt x="10074" y="8993"/>
                  </a:lnTo>
                  <a:lnTo>
                    <a:pt x="10074" y="8748"/>
                  </a:lnTo>
                  <a:close/>
                  <a:moveTo>
                    <a:pt x="668" y="0"/>
                  </a:moveTo>
                  <a:cubicBezTo>
                    <a:pt x="298" y="0"/>
                    <a:pt x="0" y="303"/>
                    <a:pt x="0" y="668"/>
                  </a:cubicBezTo>
                  <a:lnTo>
                    <a:pt x="0" y="8080"/>
                  </a:lnTo>
                  <a:cubicBezTo>
                    <a:pt x="0" y="8446"/>
                    <a:pt x="298" y="8748"/>
                    <a:pt x="668" y="8748"/>
                  </a:cubicBezTo>
                  <a:lnTo>
                    <a:pt x="1528" y="8748"/>
                  </a:lnTo>
                  <a:lnTo>
                    <a:pt x="1528" y="9200"/>
                  </a:lnTo>
                  <a:cubicBezTo>
                    <a:pt x="1528" y="9315"/>
                    <a:pt x="1619" y="9406"/>
                    <a:pt x="1730" y="9406"/>
                  </a:cubicBezTo>
                  <a:lnTo>
                    <a:pt x="4204" y="9406"/>
                  </a:lnTo>
                  <a:cubicBezTo>
                    <a:pt x="4319" y="9406"/>
                    <a:pt x="4411" y="9315"/>
                    <a:pt x="4411" y="9200"/>
                  </a:cubicBezTo>
                  <a:lnTo>
                    <a:pt x="4411" y="8748"/>
                  </a:lnTo>
                  <a:lnTo>
                    <a:pt x="9661" y="8748"/>
                  </a:lnTo>
                  <a:lnTo>
                    <a:pt x="9661" y="9200"/>
                  </a:lnTo>
                  <a:cubicBezTo>
                    <a:pt x="9661" y="9315"/>
                    <a:pt x="9753" y="9406"/>
                    <a:pt x="9868" y="9406"/>
                  </a:cubicBezTo>
                  <a:lnTo>
                    <a:pt x="12342" y="9406"/>
                  </a:lnTo>
                  <a:cubicBezTo>
                    <a:pt x="12457" y="9406"/>
                    <a:pt x="12549" y="9315"/>
                    <a:pt x="12549" y="9200"/>
                  </a:cubicBezTo>
                  <a:lnTo>
                    <a:pt x="12549" y="8748"/>
                  </a:lnTo>
                  <a:lnTo>
                    <a:pt x="13404" y="8748"/>
                  </a:lnTo>
                  <a:cubicBezTo>
                    <a:pt x="13774" y="8748"/>
                    <a:pt x="14071" y="8446"/>
                    <a:pt x="14071" y="8080"/>
                  </a:cubicBezTo>
                  <a:lnTo>
                    <a:pt x="14071" y="668"/>
                  </a:lnTo>
                  <a:cubicBezTo>
                    <a:pt x="14076" y="303"/>
                    <a:pt x="13778" y="0"/>
                    <a:pt x="13408" y="0"/>
                  </a:cubicBezTo>
                  <a:lnTo>
                    <a:pt x="9253" y="0"/>
                  </a:lnTo>
                  <a:cubicBezTo>
                    <a:pt x="8984" y="0"/>
                    <a:pt x="8984" y="413"/>
                    <a:pt x="9253" y="413"/>
                  </a:cubicBezTo>
                  <a:lnTo>
                    <a:pt x="13408" y="413"/>
                  </a:lnTo>
                  <a:cubicBezTo>
                    <a:pt x="13411" y="413"/>
                    <a:pt x="13414" y="413"/>
                    <a:pt x="13417" y="413"/>
                  </a:cubicBezTo>
                  <a:cubicBezTo>
                    <a:pt x="13552" y="413"/>
                    <a:pt x="13663" y="527"/>
                    <a:pt x="13663" y="668"/>
                  </a:cubicBezTo>
                  <a:lnTo>
                    <a:pt x="13663" y="8076"/>
                  </a:lnTo>
                  <a:cubicBezTo>
                    <a:pt x="13663" y="8215"/>
                    <a:pt x="13548" y="8330"/>
                    <a:pt x="13408" y="8330"/>
                  </a:cubicBezTo>
                  <a:lnTo>
                    <a:pt x="663" y="8330"/>
                  </a:lnTo>
                  <a:cubicBezTo>
                    <a:pt x="524" y="8330"/>
                    <a:pt x="409" y="8215"/>
                    <a:pt x="409" y="8076"/>
                  </a:cubicBezTo>
                  <a:lnTo>
                    <a:pt x="409" y="668"/>
                  </a:lnTo>
                  <a:cubicBezTo>
                    <a:pt x="409" y="527"/>
                    <a:pt x="519" y="413"/>
                    <a:pt x="655" y="413"/>
                  </a:cubicBezTo>
                  <a:cubicBezTo>
                    <a:pt x="658" y="413"/>
                    <a:pt x="661" y="413"/>
                    <a:pt x="663" y="413"/>
                  </a:cubicBezTo>
                  <a:lnTo>
                    <a:pt x="8359" y="413"/>
                  </a:lnTo>
                  <a:cubicBezTo>
                    <a:pt x="8633" y="413"/>
                    <a:pt x="8633" y="0"/>
                    <a:pt x="8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86"/>
            <p:cNvSpPr/>
            <p:nvPr/>
          </p:nvSpPr>
          <p:spPr>
            <a:xfrm>
              <a:off x="6655411" y="2068376"/>
              <a:ext cx="200146" cy="172709"/>
            </a:xfrm>
            <a:custGeom>
              <a:rect b="b" l="l" r="r" t="t"/>
              <a:pathLst>
                <a:path extrusionOk="0" h="6597" w="7645">
                  <a:moveTo>
                    <a:pt x="207" y="0"/>
                  </a:moveTo>
                  <a:cubicBezTo>
                    <a:pt x="92" y="0"/>
                    <a:pt x="1" y="92"/>
                    <a:pt x="1" y="207"/>
                  </a:cubicBezTo>
                  <a:lnTo>
                    <a:pt x="1" y="2047"/>
                  </a:lnTo>
                  <a:cubicBezTo>
                    <a:pt x="1" y="2184"/>
                    <a:pt x="104" y="2252"/>
                    <a:pt x="207" y="2252"/>
                  </a:cubicBezTo>
                  <a:cubicBezTo>
                    <a:pt x="311" y="2252"/>
                    <a:pt x="414" y="2184"/>
                    <a:pt x="414" y="2047"/>
                  </a:cubicBezTo>
                  <a:lnTo>
                    <a:pt x="414" y="414"/>
                  </a:lnTo>
                  <a:lnTo>
                    <a:pt x="7231" y="414"/>
                  </a:lnTo>
                  <a:lnTo>
                    <a:pt x="7231" y="6188"/>
                  </a:lnTo>
                  <a:lnTo>
                    <a:pt x="414" y="6188"/>
                  </a:lnTo>
                  <a:lnTo>
                    <a:pt x="414" y="2984"/>
                  </a:lnTo>
                  <a:cubicBezTo>
                    <a:pt x="414" y="2868"/>
                    <a:pt x="323" y="2777"/>
                    <a:pt x="207" y="2777"/>
                  </a:cubicBezTo>
                  <a:cubicBezTo>
                    <a:pt x="92" y="2777"/>
                    <a:pt x="1" y="2868"/>
                    <a:pt x="1" y="2984"/>
                  </a:cubicBezTo>
                  <a:lnTo>
                    <a:pt x="1" y="6395"/>
                  </a:lnTo>
                  <a:cubicBezTo>
                    <a:pt x="1" y="6505"/>
                    <a:pt x="92" y="6596"/>
                    <a:pt x="207" y="6596"/>
                  </a:cubicBezTo>
                  <a:lnTo>
                    <a:pt x="7442" y="6596"/>
                  </a:lnTo>
                  <a:cubicBezTo>
                    <a:pt x="7553" y="6596"/>
                    <a:pt x="7644" y="6505"/>
                    <a:pt x="7644" y="6395"/>
                  </a:cubicBezTo>
                  <a:lnTo>
                    <a:pt x="7644" y="207"/>
                  </a:lnTo>
                  <a:cubicBezTo>
                    <a:pt x="7644" y="92"/>
                    <a:pt x="7553" y="0"/>
                    <a:pt x="74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2" name="Google Shape;14062;p86"/>
          <p:cNvGrpSpPr/>
          <p:nvPr/>
        </p:nvGrpSpPr>
        <p:grpSpPr>
          <a:xfrm>
            <a:off x="6190455" y="1995046"/>
            <a:ext cx="368771" cy="336858"/>
            <a:chOff x="6190455" y="1995046"/>
            <a:chExt cx="368771" cy="336858"/>
          </a:xfrm>
        </p:grpSpPr>
        <p:sp>
          <p:nvSpPr>
            <p:cNvPr id="14063" name="Google Shape;14063;p86"/>
            <p:cNvSpPr/>
            <p:nvPr/>
          </p:nvSpPr>
          <p:spPr>
            <a:xfrm>
              <a:off x="6195979" y="2084477"/>
              <a:ext cx="200644" cy="241877"/>
            </a:xfrm>
            <a:custGeom>
              <a:rect b="b" l="l" r="r" t="t"/>
              <a:pathLst>
                <a:path extrusionOk="0" h="9239" w="7664">
                  <a:moveTo>
                    <a:pt x="889" y="0"/>
                  </a:moveTo>
                  <a:cubicBezTo>
                    <a:pt x="399" y="0"/>
                    <a:pt x="1" y="399"/>
                    <a:pt x="1" y="889"/>
                  </a:cubicBezTo>
                  <a:lnTo>
                    <a:pt x="1" y="8350"/>
                  </a:lnTo>
                  <a:cubicBezTo>
                    <a:pt x="1" y="8840"/>
                    <a:pt x="399" y="9238"/>
                    <a:pt x="889" y="9238"/>
                  </a:cubicBezTo>
                  <a:lnTo>
                    <a:pt x="6779" y="9238"/>
                  </a:lnTo>
                  <a:cubicBezTo>
                    <a:pt x="7183" y="9238"/>
                    <a:pt x="7538" y="8960"/>
                    <a:pt x="7639" y="8566"/>
                  </a:cubicBezTo>
                  <a:cubicBezTo>
                    <a:pt x="6361" y="7461"/>
                    <a:pt x="6371" y="5477"/>
                    <a:pt x="7663" y="4386"/>
                  </a:cubicBezTo>
                  <a:lnTo>
                    <a:pt x="7663" y="889"/>
                  </a:lnTo>
                  <a:cubicBezTo>
                    <a:pt x="7663" y="399"/>
                    <a:pt x="7264" y="0"/>
                    <a:pt x="677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86"/>
            <p:cNvSpPr/>
            <p:nvPr/>
          </p:nvSpPr>
          <p:spPr>
            <a:xfrm>
              <a:off x="6195979" y="2084477"/>
              <a:ext cx="200644" cy="241877"/>
            </a:xfrm>
            <a:custGeom>
              <a:rect b="b" l="l" r="r" t="t"/>
              <a:pathLst>
                <a:path extrusionOk="0" h="9239" w="7664">
                  <a:moveTo>
                    <a:pt x="5" y="7466"/>
                  </a:moveTo>
                  <a:cubicBezTo>
                    <a:pt x="5" y="7472"/>
                    <a:pt x="5" y="7478"/>
                    <a:pt x="5" y="7483"/>
                  </a:cubicBezTo>
                  <a:lnTo>
                    <a:pt x="5" y="7483"/>
                  </a:lnTo>
                  <a:lnTo>
                    <a:pt x="5" y="7466"/>
                  </a:lnTo>
                  <a:close/>
                  <a:moveTo>
                    <a:pt x="6116" y="0"/>
                  </a:moveTo>
                  <a:cubicBezTo>
                    <a:pt x="6611" y="0"/>
                    <a:pt x="7010" y="399"/>
                    <a:pt x="7010" y="889"/>
                  </a:cubicBezTo>
                  <a:lnTo>
                    <a:pt x="7010" y="3940"/>
                  </a:lnTo>
                  <a:cubicBezTo>
                    <a:pt x="7005" y="4079"/>
                    <a:pt x="6957" y="4209"/>
                    <a:pt x="6870" y="4314"/>
                  </a:cubicBezTo>
                  <a:cubicBezTo>
                    <a:pt x="6597" y="4641"/>
                    <a:pt x="6385" y="5011"/>
                    <a:pt x="6251" y="5414"/>
                  </a:cubicBezTo>
                  <a:cubicBezTo>
                    <a:pt x="5953" y="6101"/>
                    <a:pt x="5953" y="6880"/>
                    <a:pt x="6251" y="7571"/>
                  </a:cubicBezTo>
                  <a:cubicBezTo>
                    <a:pt x="6251" y="7571"/>
                    <a:pt x="6251" y="7571"/>
                    <a:pt x="6251" y="7576"/>
                  </a:cubicBezTo>
                  <a:cubicBezTo>
                    <a:pt x="6385" y="7956"/>
                    <a:pt x="6107" y="8355"/>
                    <a:pt x="5698" y="8355"/>
                  </a:cubicBezTo>
                  <a:lnTo>
                    <a:pt x="894" y="8355"/>
                  </a:lnTo>
                  <a:cubicBezTo>
                    <a:pt x="405" y="8355"/>
                    <a:pt x="10" y="7970"/>
                    <a:pt x="5" y="7483"/>
                  </a:cubicBezTo>
                  <a:lnTo>
                    <a:pt x="5" y="7483"/>
                  </a:lnTo>
                  <a:lnTo>
                    <a:pt x="5" y="8355"/>
                  </a:lnTo>
                  <a:cubicBezTo>
                    <a:pt x="1" y="8842"/>
                    <a:pt x="395" y="9238"/>
                    <a:pt x="885" y="9238"/>
                  </a:cubicBezTo>
                  <a:cubicBezTo>
                    <a:pt x="888" y="9238"/>
                    <a:pt x="891" y="9238"/>
                    <a:pt x="894" y="9238"/>
                  </a:cubicBezTo>
                  <a:lnTo>
                    <a:pt x="6779" y="9238"/>
                  </a:lnTo>
                  <a:cubicBezTo>
                    <a:pt x="6784" y="9239"/>
                    <a:pt x="6789" y="9239"/>
                    <a:pt x="6794" y="9239"/>
                  </a:cubicBezTo>
                  <a:cubicBezTo>
                    <a:pt x="7062" y="9239"/>
                    <a:pt x="7320" y="9110"/>
                    <a:pt x="7480" y="8893"/>
                  </a:cubicBezTo>
                  <a:cubicBezTo>
                    <a:pt x="7480" y="8888"/>
                    <a:pt x="7485" y="8888"/>
                    <a:pt x="7485" y="8888"/>
                  </a:cubicBezTo>
                  <a:lnTo>
                    <a:pt x="7504" y="8859"/>
                  </a:lnTo>
                  <a:cubicBezTo>
                    <a:pt x="7509" y="8859"/>
                    <a:pt x="7509" y="8859"/>
                    <a:pt x="7509" y="8854"/>
                  </a:cubicBezTo>
                  <a:cubicBezTo>
                    <a:pt x="7514" y="8845"/>
                    <a:pt x="7519" y="8840"/>
                    <a:pt x="7524" y="8830"/>
                  </a:cubicBezTo>
                  <a:cubicBezTo>
                    <a:pt x="7524" y="8830"/>
                    <a:pt x="7524" y="8825"/>
                    <a:pt x="7529" y="8821"/>
                  </a:cubicBezTo>
                  <a:cubicBezTo>
                    <a:pt x="7533" y="8821"/>
                    <a:pt x="7538" y="8806"/>
                    <a:pt x="7543" y="8801"/>
                  </a:cubicBezTo>
                  <a:cubicBezTo>
                    <a:pt x="7543" y="8792"/>
                    <a:pt x="7543" y="8792"/>
                    <a:pt x="7548" y="8792"/>
                  </a:cubicBezTo>
                  <a:cubicBezTo>
                    <a:pt x="7548" y="8782"/>
                    <a:pt x="7553" y="8772"/>
                    <a:pt x="7562" y="8768"/>
                  </a:cubicBezTo>
                  <a:cubicBezTo>
                    <a:pt x="7562" y="8763"/>
                    <a:pt x="7562" y="8763"/>
                    <a:pt x="7567" y="8753"/>
                  </a:cubicBezTo>
                  <a:cubicBezTo>
                    <a:pt x="7572" y="8748"/>
                    <a:pt x="7572" y="8739"/>
                    <a:pt x="7577" y="8734"/>
                  </a:cubicBezTo>
                  <a:cubicBezTo>
                    <a:pt x="7577" y="8729"/>
                    <a:pt x="7577" y="8724"/>
                    <a:pt x="7581" y="8720"/>
                  </a:cubicBezTo>
                  <a:cubicBezTo>
                    <a:pt x="7586" y="8715"/>
                    <a:pt x="7586" y="8705"/>
                    <a:pt x="7591" y="8700"/>
                  </a:cubicBezTo>
                  <a:cubicBezTo>
                    <a:pt x="7596" y="8691"/>
                    <a:pt x="7596" y="8686"/>
                    <a:pt x="7596" y="8686"/>
                  </a:cubicBezTo>
                  <a:cubicBezTo>
                    <a:pt x="7601" y="8676"/>
                    <a:pt x="7601" y="8672"/>
                    <a:pt x="7605" y="8662"/>
                  </a:cubicBezTo>
                  <a:cubicBezTo>
                    <a:pt x="7605" y="8662"/>
                    <a:pt x="7605" y="8652"/>
                    <a:pt x="7610" y="8652"/>
                  </a:cubicBezTo>
                  <a:cubicBezTo>
                    <a:pt x="7610" y="8643"/>
                    <a:pt x="7615" y="8633"/>
                    <a:pt x="7615" y="8624"/>
                  </a:cubicBezTo>
                  <a:cubicBezTo>
                    <a:pt x="7620" y="8624"/>
                    <a:pt x="7620" y="8619"/>
                    <a:pt x="7620" y="8614"/>
                  </a:cubicBezTo>
                  <a:lnTo>
                    <a:pt x="7629" y="8575"/>
                  </a:lnTo>
                  <a:lnTo>
                    <a:pt x="7538" y="8499"/>
                  </a:lnTo>
                  <a:lnTo>
                    <a:pt x="7529" y="8489"/>
                  </a:lnTo>
                  <a:lnTo>
                    <a:pt x="7447" y="8407"/>
                  </a:lnTo>
                  <a:lnTo>
                    <a:pt x="7437" y="8393"/>
                  </a:lnTo>
                  <a:cubicBezTo>
                    <a:pt x="7408" y="8364"/>
                    <a:pt x="7384" y="8335"/>
                    <a:pt x="7356" y="8306"/>
                  </a:cubicBezTo>
                  <a:cubicBezTo>
                    <a:pt x="7356" y="8306"/>
                    <a:pt x="7351" y="8302"/>
                    <a:pt x="7351" y="8297"/>
                  </a:cubicBezTo>
                  <a:cubicBezTo>
                    <a:pt x="7322" y="8268"/>
                    <a:pt x="7298" y="8239"/>
                    <a:pt x="7274" y="8206"/>
                  </a:cubicBezTo>
                  <a:cubicBezTo>
                    <a:pt x="6352" y="7038"/>
                    <a:pt x="6520" y="5352"/>
                    <a:pt x="7653" y="4396"/>
                  </a:cubicBezTo>
                  <a:lnTo>
                    <a:pt x="7653" y="899"/>
                  </a:lnTo>
                  <a:cubicBezTo>
                    <a:pt x="7663" y="409"/>
                    <a:pt x="7269" y="0"/>
                    <a:pt x="677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86"/>
            <p:cNvSpPr/>
            <p:nvPr/>
          </p:nvSpPr>
          <p:spPr>
            <a:xfrm>
              <a:off x="6241506" y="2062852"/>
              <a:ext cx="109956" cy="21651"/>
            </a:xfrm>
            <a:custGeom>
              <a:rect b="b" l="l" r="r" t="t"/>
              <a:pathLst>
                <a:path extrusionOk="0" h="827" w="4200">
                  <a:moveTo>
                    <a:pt x="1" y="0"/>
                  </a:moveTo>
                  <a:lnTo>
                    <a:pt x="1" y="826"/>
                  </a:lnTo>
                  <a:lnTo>
                    <a:pt x="4199" y="826"/>
                  </a:lnTo>
                  <a:lnTo>
                    <a:pt x="41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86"/>
            <p:cNvSpPr/>
            <p:nvPr/>
          </p:nvSpPr>
          <p:spPr>
            <a:xfrm>
              <a:off x="6323004" y="2062852"/>
              <a:ext cx="28327" cy="21651"/>
            </a:xfrm>
            <a:custGeom>
              <a:rect b="b" l="l" r="r" t="t"/>
              <a:pathLst>
                <a:path extrusionOk="0" h="827" w="1082">
                  <a:moveTo>
                    <a:pt x="1" y="0"/>
                  </a:moveTo>
                  <a:lnTo>
                    <a:pt x="1" y="826"/>
                  </a:lnTo>
                  <a:lnTo>
                    <a:pt x="1082" y="826"/>
                  </a:lnTo>
                  <a:lnTo>
                    <a:pt x="108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86"/>
            <p:cNvSpPr/>
            <p:nvPr/>
          </p:nvSpPr>
          <p:spPr>
            <a:xfrm>
              <a:off x="6218624" y="2000701"/>
              <a:ext cx="155588" cy="62282"/>
            </a:xfrm>
            <a:custGeom>
              <a:rect b="b" l="l" r="r" t="t"/>
              <a:pathLst>
                <a:path extrusionOk="0" h="2379" w="5943">
                  <a:moveTo>
                    <a:pt x="0" y="1"/>
                  </a:moveTo>
                  <a:lnTo>
                    <a:pt x="0" y="1187"/>
                  </a:lnTo>
                  <a:lnTo>
                    <a:pt x="0" y="2379"/>
                  </a:lnTo>
                  <a:lnTo>
                    <a:pt x="5943" y="2379"/>
                  </a:lnTo>
                  <a:lnTo>
                    <a:pt x="59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86"/>
            <p:cNvSpPr/>
            <p:nvPr/>
          </p:nvSpPr>
          <p:spPr>
            <a:xfrm>
              <a:off x="6334968" y="2000701"/>
              <a:ext cx="39375" cy="62282"/>
            </a:xfrm>
            <a:custGeom>
              <a:rect b="b" l="l" r="r" t="t"/>
              <a:pathLst>
                <a:path extrusionOk="0" h="2379" w="1504">
                  <a:moveTo>
                    <a:pt x="0" y="1"/>
                  </a:moveTo>
                  <a:lnTo>
                    <a:pt x="0" y="2379"/>
                  </a:lnTo>
                  <a:lnTo>
                    <a:pt x="1504" y="2379"/>
                  </a:lnTo>
                  <a:lnTo>
                    <a:pt x="1504" y="1"/>
                  </a:ln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86"/>
            <p:cNvSpPr/>
            <p:nvPr/>
          </p:nvSpPr>
          <p:spPr>
            <a:xfrm>
              <a:off x="6231452" y="2145084"/>
              <a:ext cx="125297" cy="120559"/>
            </a:xfrm>
            <a:custGeom>
              <a:rect b="b" l="l" r="r" t="t"/>
              <a:pathLst>
                <a:path extrusionOk="0" h="4605" w="4786">
                  <a:moveTo>
                    <a:pt x="2484" y="1"/>
                  </a:moveTo>
                  <a:cubicBezTo>
                    <a:pt x="1552" y="1"/>
                    <a:pt x="711" y="563"/>
                    <a:pt x="356" y="1423"/>
                  </a:cubicBezTo>
                  <a:cubicBezTo>
                    <a:pt x="0" y="2283"/>
                    <a:pt x="197" y="3272"/>
                    <a:pt x="855" y="3931"/>
                  </a:cubicBezTo>
                  <a:cubicBezTo>
                    <a:pt x="1296" y="4371"/>
                    <a:pt x="1885" y="4605"/>
                    <a:pt x="2484" y="4605"/>
                  </a:cubicBezTo>
                  <a:cubicBezTo>
                    <a:pt x="2780" y="4605"/>
                    <a:pt x="3079" y="4548"/>
                    <a:pt x="3363" y="4430"/>
                  </a:cubicBezTo>
                  <a:cubicBezTo>
                    <a:pt x="4223" y="4075"/>
                    <a:pt x="4785" y="3234"/>
                    <a:pt x="4785" y="2302"/>
                  </a:cubicBezTo>
                  <a:cubicBezTo>
                    <a:pt x="4785" y="1034"/>
                    <a:pt x="3752" y="1"/>
                    <a:pt x="248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86"/>
            <p:cNvSpPr/>
            <p:nvPr/>
          </p:nvSpPr>
          <p:spPr>
            <a:xfrm>
              <a:off x="6246794" y="2155791"/>
              <a:ext cx="119014" cy="109904"/>
            </a:xfrm>
            <a:custGeom>
              <a:rect b="b" l="l" r="r" t="t"/>
              <a:pathLst>
                <a:path extrusionOk="0" h="4198" w="4546">
                  <a:moveTo>
                    <a:pt x="3205" y="0"/>
                  </a:moveTo>
                  <a:lnTo>
                    <a:pt x="3205" y="0"/>
                  </a:lnTo>
                  <a:cubicBezTo>
                    <a:pt x="3834" y="913"/>
                    <a:pt x="3724" y="2148"/>
                    <a:pt x="2936" y="2931"/>
                  </a:cubicBezTo>
                  <a:cubicBezTo>
                    <a:pt x="2492" y="3377"/>
                    <a:pt x="1903" y="3606"/>
                    <a:pt x="1309" y="3606"/>
                  </a:cubicBezTo>
                  <a:cubicBezTo>
                    <a:pt x="855" y="3606"/>
                    <a:pt x="398" y="3472"/>
                    <a:pt x="0" y="3200"/>
                  </a:cubicBezTo>
                  <a:lnTo>
                    <a:pt x="0" y="3200"/>
                  </a:lnTo>
                  <a:cubicBezTo>
                    <a:pt x="453" y="3857"/>
                    <a:pt x="1173" y="4197"/>
                    <a:pt x="1899" y="4197"/>
                  </a:cubicBezTo>
                  <a:cubicBezTo>
                    <a:pt x="2484" y="4197"/>
                    <a:pt x="3072" y="3976"/>
                    <a:pt x="3527" y="3522"/>
                  </a:cubicBezTo>
                  <a:cubicBezTo>
                    <a:pt x="4545" y="2503"/>
                    <a:pt x="4391" y="817"/>
                    <a:pt x="320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86"/>
            <p:cNvSpPr/>
            <p:nvPr/>
          </p:nvSpPr>
          <p:spPr>
            <a:xfrm>
              <a:off x="6365389" y="2182312"/>
              <a:ext cx="149828" cy="144016"/>
            </a:xfrm>
            <a:custGeom>
              <a:rect b="b" l="l" r="r" t="t"/>
              <a:pathLst>
                <a:path extrusionOk="0" h="5501" w="5723">
                  <a:moveTo>
                    <a:pt x="2970" y="1"/>
                  </a:moveTo>
                  <a:cubicBezTo>
                    <a:pt x="1855" y="1"/>
                    <a:pt x="851" y="669"/>
                    <a:pt x="423" y="1697"/>
                  </a:cubicBezTo>
                  <a:cubicBezTo>
                    <a:pt x="1" y="2725"/>
                    <a:pt x="236" y="3911"/>
                    <a:pt x="1024" y="4699"/>
                  </a:cubicBezTo>
                  <a:cubicBezTo>
                    <a:pt x="1550" y="5222"/>
                    <a:pt x="2252" y="5501"/>
                    <a:pt x="2967" y="5501"/>
                  </a:cubicBezTo>
                  <a:cubicBezTo>
                    <a:pt x="3322" y="5501"/>
                    <a:pt x="3680" y="5432"/>
                    <a:pt x="4022" y="5290"/>
                  </a:cubicBezTo>
                  <a:cubicBezTo>
                    <a:pt x="5050" y="4867"/>
                    <a:pt x="5722" y="3863"/>
                    <a:pt x="5722" y="2749"/>
                  </a:cubicBezTo>
                  <a:cubicBezTo>
                    <a:pt x="5717" y="1231"/>
                    <a:pt x="4488" y="1"/>
                    <a:pt x="2970"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86"/>
            <p:cNvSpPr/>
            <p:nvPr/>
          </p:nvSpPr>
          <p:spPr>
            <a:xfrm>
              <a:off x="6385757" y="2196920"/>
              <a:ext cx="139147" cy="129460"/>
            </a:xfrm>
            <a:custGeom>
              <a:rect b="b" l="l" r="r" t="t"/>
              <a:pathLst>
                <a:path extrusionOk="0" h="4945" w="5315">
                  <a:moveTo>
                    <a:pt x="3854" y="0"/>
                  </a:moveTo>
                  <a:lnTo>
                    <a:pt x="3854" y="0"/>
                  </a:lnTo>
                  <a:cubicBezTo>
                    <a:pt x="4685" y="1095"/>
                    <a:pt x="4579" y="2638"/>
                    <a:pt x="3609" y="3613"/>
                  </a:cubicBezTo>
                  <a:cubicBezTo>
                    <a:pt x="3074" y="4145"/>
                    <a:pt x="2368" y="4417"/>
                    <a:pt x="1660" y="4417"/>
                  </a:cubicBezTo>
                  <a:cubicBezTo>
                    <a:pt x="1077" y="4417"/>
                    <a:pt x="493" y="4233"/>
                    <a:pt x="1" y="3858"/>
                  </a:cubicBezTo>
                  <a:lnTo>
                    <a:pt x="1" y="3858"/>
                  </a:lnTo>
                  <a:cubicBezTo>
                    <a:pt x="545" y="4576"/>
                    <a:pt x="1366" y="4945"/>
                    <a:pt x="2193" y="4945"/>
                  </a:cubicBezTo>
                  <a:cubicBezTo>
                    <a:pt x="2892" y="4945"/>
                    <a:pt x="3596" y="4681"/>
                    <a:pt x="4137" y="4141"/>
                  </a:cubicBezTo>
                  <a:cubicBezTo>
                    <a:pt x="5314" y="2959"/>
                    <a:pt x="5184" y="1009"/>
                    <a:pt x="3854" y="0"/>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86"/>
            <p:cNvSpPr/>
            <p:nvPr/>
          </p:nvSpPr>
          <p:spPr>
            <a:xfrm>
              <a:off x="6393690" y="2204329"/>
              <a:ext cx="108202" cy="108202"/>
            </a:xfrm>
            <a:custGeom>
              <a:rect b="b" l="l" r="r" t="t"/>
              <a:pathLst>
                <a:path extrusionOk="0" h="4133" w="4133">
                  <a:moveTo>
                    <a:pt x="3882" y="1"/>
                  </a:moveTo>
                  <a:cubicBezTo>
                    <a:pt x="3868" y="10"/>
                    <a:pt x="3849" y="20"/>
                    <a:pt x="3834" y="34"/>
                  </a:cubicBezTo>
                  <a:lnTo>
                    <a:pt x="39" y="3829"/>
                  </a:lnTo>
                  <a:cubicBezTo>
                    <a:pt x="25" y="3849"/>
                    <a:pt x="10" y="3863"/>
                    <a:pt x="1" y="3882"/>
                  </a:cubicBezTo>
                  <a:cubicBezTo>
                    <a:pt x="106" y="3973"/>
                    <a:pt x="222" y="4055"/>
                    <a:pt x="337" y="4132"/>
                  </a:cubicBezTo>
                  <a:lnTo>
                    <a:pt x="4132" y="337"/>
                  </a:lnTo>
                  <a:cubicBezTo>
                    <a:pt x="4055" y="217"/>
                    <a:pt x="3973" y="106"/>
                    <a:pt x="3882"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86"/>
            <p:cNvSpPr/>
            <p:nvPr/>
          </p:nvSpPr>
          <p:spPr>
            <a:xfrm>
              <a:off x="6442228" y="2092279"/>
              <a:ext cx="111474" cy="212555"/>
            </a:xfrm>
            <a:custGeom>
              <a:rect b="b" l="l" r="r" t="t"/>
              <a:pathLst>
                <a:path extrusionOk="0" h="8119" w="4258">
                  <a:moveTo>
                    <a:pt x="2184" y="1"/>
                  </a:moveTo>
                  <a:cubicBezTo>
                    <a:pt x="1980" y="1"/>
                    <a:pt x="1787" y="20"/>
                    <a:pt x="1762" y="20"/>
                  </a:cubicBezTo>
                  <a:cubicBezTo>
                    <a:pt x="1760" y="20"/>
                    <a:pt x="1759" y="20"/>
                    <a:pt x="1759" y="19"/>
                  </a:cubicBezTo>
                  <a:cubicBezTo>
                    <a:pt x="741" y="197"/>
                    <a:pt x="1" y="1081"/>
                    <a:pt x="6" y="2109"/>
                  </a:cubicBezTo>
                  <a:lnTo>
                    <a:pt x="6" y="3440"/>
                  </a:lnTo>
                  <a:lnTo>
                    <a:pt x="35" y="3440"/>
                  </a:lnTo>
                  <a:cubicBezTo>
                    <a:pt x="1139" y="3440"/>
                    <a:pt x="2139" y="4103"/>
                    <a:pt x="2571" y="5121"/>
                  </a:cubicBezTo>
                  <a:cubicBezTo>
                    <a:pt x="2999" y="6145"/>
                    <a:pt x="2773" y="7321"/>
                    <a:pt x="1999" y="8114"/>
                  </a:cubicBezTo>
                  <a:cubicBezTo>
                    <a:pt x="2043" y="8114"/>
                    <a:pt x="2086" y="8119"/>
                    <a:pt x="2129" y="8119"/>
                  </a:cubicBezTo>
                  <a:cubicBezTo>
                    <a:pt x="3306" y="8119"/>
                    <a:pt x="4257" y="7168"/>
                    <a:pt x="4257" y="5991"/>
                  </a:cubicBezTo>
                  <a:lnTo>
                    <a:pt x="4257" y="2114"/>
                  </a:lnTo>
                  <a:cubicBezTo>
                    <a:pt x="4257" y="1081"/>
                    <a:pt x="3517" y="202"/>
                    <a:pt x="2504" y="24"/>
                  </a:cubicBezTo>
                  <a:cubicBezTo>
                    <a:pt x="2411" y="6"/>
                    <a:pt x="2296" y="1"/>
                    <a:pt x="2184"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86"/>
            <p:cNvSpPr/>
            <p:nvPr/>
          </p:nvSpPr>
          <p:spPr>
            <a:xfrm>
              <a:off x="6487650" y="2092907"/>
              <a:ext cx="66052" cy="211927"/>
            </a:xfrm>
            <a:custGeom>
              <a:rect b="b" l="l" r="r" t="t"/>
              <a:pathLst>
                <a:path extrusionOk="0" h="8095" w="2523">
                  <a:moveTo>
                    <a:pt x="0" y="0"/>
                  </a:moveTo>
                  <a:cubicBezTo>
                    <a:pt x="999" y="192"/>
                    <a:pt x="1730" y="1067"/>
                    <a:pt x="1730" y="2090"/>
                  </a:cubicBezTo>
                  <a:lnTo>
                    <a:pt x="1730" y="5967"/>
                  </a:lnTo>
                  <a:cubicBezTo>
                    <a:pt x="1730" y="6836"/>
                    <a:pt x="1206" y="7615"/>
                    <a:pt x="399" y="7936"/>
                  </a:cubicBezTo>
                  <a:cubicBezTo>
                    <a:pt x="356" y="7989"/>
                    <a:pt x="308" y="8042"/>
                    <a:pt x="264" y="8090"/>
                  </a:cubicBezTo>
                  <a:cubicBezTo>
                    <a:pt x="308" y="8095"/>
                    <a:pt x="351" y="8095"/>
                    <a:pt x="399" y="8095"/>
                  </a:cubicBezTo>
                  <a:cubicBezTo>
                    <a:pt x="1571" y="8095"/>
                    <a:pt x="2522" y="7144"/>
                    <a:pt x="2522" y="5967"/>
                  </a:cubicBezTo>
                  <a:lnTo>
                    <a:pt x="2522" y="2090"/>
                  </a:lnTo>
                  <a:cubicBezTo>
                    <a:pt x="2517" y="1062"/>
                    <a:pt x="1778" y="183"/>
                    <a:pt x="76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86"/>
            <p:cNvSpPr/>
            <p:nvPr/>
          </p:nvSpPr>
          <p:spPr>
            <a:xfrm>
              <a:off x="6488514" y="2198412"/>
              <a:ext cx="65188" cy="106422"/>
            </a:xfrm>
            <a:custGeom>
              <a:rect b="b" l="l" r="r" t="t"/>
              <a:pathLst>
                <a:path extrusionOk="0" h="4065" w="2490">
                  <a:moveTo>
                    <a:pt x="1" y="1"/>
                  </a:moveTo>
                  <a:cubicBezTo>
                    <a:pt x="1259" y="1019"/>
                    <a:pt x="1365" y="2902"/>
                    <a:pt x="231" y="4060"/>
                  </a:cubicBezTo>
                  <a:cubicBezTo>
                    <a:pt x="275" y="4065"/>
                    <a:pt x="318" y="4065"/>
                    <a:pt x="361" y="4065"/>
                  </a:cubicBezTo>
                  <a:cubicBezTo>
                    <a:pt x="1538" y="4065"/>
                    <a:pt x="2489" y="3114"/>
                    <a:pt x="2489" y="1937"/>
                  </a:cubicBezTo>
                  <a:lnTo>
                    <a:pt x="248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86"/>
            <p:cNvSpPr/>
            <p:nvPr/>
          </p:nvSpPr>
          <p:spPr>
            <a:xfrm>
              <a:off x="6494692" y="2198281"/>
              <a:ext cx="59141" cy="106448"/>
            </a:xfrm>
            <a:custGeom>
              <a:rect b="b" l="l" r="r" t="t"/>
              <a:pathLst>
                <a:path extrusionOk="0" h="4066" w="2259">
                  <a:moveTo>
                    <a:pt x="1465" y="1"/>
                  </a:moveTo>
                  <a:lnTo>
                    <a:pt x="1465" y="1942"/>
                  </a:lnTo>
                  <a:lnTo>
                    <a:pt x="1461" y="1942"/>
                  </a:lnTo>
                  <a:cubicBezTo>
                    <a:pt x="1461" y="2811"/>
                    <a:pt x="937" y="3590"/>
                    <a:pt x="135" y="3916"/>
                  </a:cubicBezTo>
                  <a:cubicBezTo>
                    <a:pt x="115" y="3935"/>
                    <a:pt x="91" y="3959"/>
                    <a:pt x="72" y="3983"/>
                  </a:cubicBezTo>
                  <a:lnTo>
                    <a:pt x="58" y="3998"/>
                  </a:lnTo>
                  <a:cubicBezTo>
                    <a:pt x="39" y="4017"/>
                    <a:pt x="19" y="4041"/>
                    <a:pt x="0" y="4060"/>
                  </a:cubicBezTo>
                  <a:cubicBezTo>
                    <a:pt x="43" y="4065"/>
                    <a:pt x="87" y="4065"/>
                    <a:pt x="130" y="4065"/>
                  </a:cubicBezTo>
                  <a:cubicBezTo>
                    <a:pt x="1307" y="4065"/>
                    <a:pt x="2258" y="3114"/>
                    <a:pt x="2258" y="1942"/>
                  </a:cubicBezTo>
                  <a:lnTo>
                    <a:pt x="2258"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86"/>
            <p:cNvSpPr/>
            <p:nvPr/>
          </p:nvSpPr>
          <p:spPr>
            <a:xfrm>
              <a:off x="6261036" y="2172573"/>
              <a:ext cx="70895" cy="65555"/>
            </a:xfrm>
            <a:custGeom>
              <a:rect b="b" l="l" r="r" t="t"/>
              <a:pathLst>
                <a:path extrusionOk="0" h="2504" w="2708">
                  <a:moveTo>
                    <a:pt x="1354" y="1"/>
                  </a:moveTo>
                  <a:cubicBezTo>
                    <a:pt x="1253" y="1"/>
                    <a:pt x="1152" y="65"/>
                    <a:pt x="1143" y="195"/>
                  </a:cubicBezTo>
                  <a:lnTo>
                    <a:pt x="1143" y="1041"/>
                  </a:lnTo>
                  <a:lnTo>
                    <a:pt x="297" y="1041"/>
                  </a:lnTo>
                  <a:cubicBezTo>
                    <a:pt x="291" y="1040"/>
                    <a:pt x="285" y="1040"/>
                    <a:pt x="279" y="1040"/>
                  </a:cubicBezTo>
                  <a:cubicBezTo>
                    <a:pt x="2" y="1040"/>
                    <a:pt x="0" y="1464"/>
                    <a:pt x="275" y="1464"/>
                  </a:cubicBezTo>
                  <a:cubicBezTo>
                    <a:pt x="282" y="1464"/>
                    <a:pt x="290" y="1464"/>
                    <a:pt x="297" y="1463"/>
                  </a:cubicBezTo>
                  <a:lnTo>
                    <a:pt x="1143" y="1463"/>
                  </a:lnTo>
                  <a:lnTo>
                    <a:pt x="1143" y="2309"/>
                  </a:lnTo>
                  <a:cubicBezTo>
                    <a:pt x="1152" y="2439"/>
                    <a:pt x="1253" y="2503"/>
                    <a:pt x="1354" y="2503"/>
                  </a:cubicBezTo>
                  <a:cubicBezTo>
                    <a:pt x="1455" y="2503"/>
                    <a:pt x="1556" y="2439"/>
                    <a:pt x="1565" y="2309"/>
                  </a:cubicBezTo>
                  <a:lnTo>
                    <a:pt x="1565" y="1463"/>
                  </a:lnTo>
                  <a:lnTo>
                    <a:pt x="2411" y="1463"/>
                  </a:lnTo>
                  <a:cubicBezTo>
                    <a:pt x="2419" y="1464"/>
                    <a:pt x="2426" y="1464"/>
                    <a:pt x="2433" y="1464"/>
                  </a:cubicBezTo>
                  <a:cubicBezTo>
                    <a:pt x="2708" y="1464"/>
                    <a:pt x="2706" y="1040"/>
                    <a:pt x="2429" y="1040"/>
                  </a:cubicBezTo>
                  <a:cubicBezTo>
                    <a:pt x="2423" y="1040"/>
                    <a:pt x="2417" y="1040"/>
                    <a:pt x="2411" y="1041"/>
                  </a:cubicBezTo>
                  <a:lnTo>
                    <a:pt x="1565" y="1041"/>
                  </a:lnTo>
                  <a:lnTo>
                    <a:pt x="1565" y="195"/>
                  </a:lnTo>
                  <a:cubicBezTo>
                    <a:pt x="1556" y="65"/>
                    <a:pt x="1455" y="1"/>
                    <a:pt x="13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86"/>
            <p:cNvSpPr/>
            <p:nvPr/>
          </p:nvSpPr>
          <p:spPr>
            <a:xfrm>
              <a:off x="6225274" y="2139429"/>
              <a:ext cx="137000" cy="131712"/>
            </a:xfrm>
            <a:custGeom>
              <a:rect b="b" l="l" r="r" t="t"/>
              <a:pathLst>
                <a:path extrusionOk="0" h="5031" w="5233">
                  <a:moveTo>
                    <a:pt x="2717" y="431"/>
                  </a:moveTo>
                  <a:cubicBezTo>
                    <a:pt x="2986" y="431"/>
                    <a:pt x="3258" y="483"/>
                    <a:pt x="3517" y="592"/>
                  </a:cubicBezTo>
                  <a:cubicBezTo>
                    <a:pt x="4296" y="913"/>
                    <a:pt x="4805" y="1677"/>
                    <a:pt x="4810" y="2523"/>
                  </a:cubicBezTo>
                  <a:cubicBezTo>
                    <a:pt x="4805" y="3676"/>
                    <a:pt x="3873" y="4613"/>
                    <a:pt x="2720" y="4613"/>
                  </a:cubicBezTo>
                  <a:cubicBezTo>
                    <a:pt x="1874" y="4613"/>
                    <a:pt x="1111" y="4103"/>
                    <a:pt x="784" y="3325"/>
                  </a:cubicBezTo>
                  <a:cubicBezTo>
                    <a:pt x="462" y="2542"/>
                    <a:pt x="640" y="1644"/>
                    <a:pt x="1236" y="1043"/>
                  </a:cubicBezTo>
                  <a:cubicBezTo>
                    <a:pt x="1637" y="645"/>
                    <a:pt x="2172" y="431"/>
                    <a:pt x="2717" y="431"/>
                  </a:cubicBezTo>
                  <a:close/>
                  <a:moveTo>
                    <a:pt x="2714" y="1"/>
                  </a:moveTo>
                  <a:cubicBezTo>
                    <a:pt x="2060" y="1"/>
                    <a:pt x="1419" y="255"/>
                    <a:pt x="938" y="736"/>
                  </a:cubicBezTo>
                  <a:cubicBezTo>
                    <a:pt x="217" y="1456"/>
                    <a:pt x="1" y="2537"/>
                    <a:pt x="390" y="3479"/>
                  </a:cubicBezTo>
                  <a:cubicBezTo>
                    <a:pt x="779" y="4420"/>
                    <a:pt x="1697" y="5030"/>
                    <a:pt x="2715" y="5030"/>
                  </a:cubicBezTo>
                  <a:cubicBezTo>
                    <a:pt x="4104" y="5030"/>
                    <a:pt x="5228" y="3906"/>
                    <a:pt x="5233" y="2518"/>
                  </a:cubicBezTo>
                  <a:cubicBezTo>
                    <a:pt x="5233" y="1500"/>
                    <a:pt x="4622" y="582"/>
                    <a:pt x="3681" y="193"/>
                  </a:cubicBezTo>
                  <a:cubicBezTo>
                    <a:pt x="3368" y="63"/>
                    <a:pt x="3039" y="1"/>
                    <a:pt x="2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86"/>
            <p:cNvSpPr/>
            <p:nvPr/>
          </p:nvSpPr>
          <p:spPr>
            <a:xfrm>
              <a:off x="6190455" y="1995046"/>
              <a:ext cx="368771" cy="336858"/>
            </a:xfrm>
            <a:custGeom>
              <a:rect b="b" l="l" r="r" t="t"/>
              <a:pathLst>
                <a:path extrusionOk="0" h="12867" w="14086">
                  <a:moveTo>
                    <a:pt x="3839" y="428"/>
                  </a:moveTo>
                  <a:lnTo>
                    <a:pt x="3839" y="2379"/>
                  </a:lnTo>
                  <a:lnTo>
                    <a:pt x="2743" y="2379"/>
                  </a:lnTo>
                  <a:lnTo>
                    <a:pt x="2743" y="428"/>
                  </a:lnTo>
                  <a:close/>
                  <a:moveTo>
                    <a:pt x="5357" y="428"/>
                  </a:moveTo>
                  <a:lnTo>
                    <a:pt x="5357" y="2379"/>
                  </a:lnTo>
                  <a:lnTo>
                    <a:pt x="4261" y="2379"/>
                  </a:lnTo>
                  <a:lnTo>
                    <a:pt x="4261" y="428"/>
                  </a:lnTo>
                  <a:close/>
                  <a:moveTo>
                    <a:pt x="6808" y="428"/>
                  </a:moveTo>
                  <a:lnTo>
                    <a:pt x="6808" y="2379"/>
                  </a:lnTo>
                  <a:lnTo>
                    <a:pt x="5779" y="2379"/>
                  </a:lnTo>
                  <a:lnTo>
                    <a:pt x="5779" y="428"/>
                  </a:lnTo>
                  <a:close/>
                  <a:moveTo>
                    <a:pt x="5933" y="2801"/>
                  </a:moveTo>
                  <a:lnTo>
                    <a:pt x="5933" y="3200"/>
                  </a:lnTo>
                  <a:lnTo>
                    <a:pt x="2162" y="3200"/>
                  </a:lnTo>
                  <a:lnTo>
                    <a:pt x="2162" y="2801"/>
                  </a:lnTo>
                  <a:close/>
                  <a:moveTo>
                    <a:pt x="9652" y="7365"/>
                  </a:moveTo>
                  <a:cubicBezTo>
                    <a:pt x="10252" y="7365"/>
                    <a:pt x="10829" y="7581"/>
                    <a:pt x="11285" y="7975"/>
                  </a:cubicBezTo>
                  <a:lnTo>
                    <a:pt x="7725" y="11535"/>
                  </a:lnTo>
                  <a:cubicBezTo>
                    <a:pt x="6289" y="9844"/>
                    <a:pt x="7571" y="7365"/>
                    <a:pt x="9652" y="7365"/>
                  </a:cubicBezTo>
                  <a:close/>
                  <a:moveTo>
                    <a:pt x="13663" y="7980"/>
                  </a:moveTo>
                  <a:lnTo>
                    <a:pt x="13663" y="9710"/>
                  </a:lnTo>
                  <a:cubicBezTo>
                    <a:pt x="13658" y="10631"/>
                    <a:pt x="12997" y="11418"/>
                    <a:pt x="12091" y="11587"/>
                  </a:cubicBezTo>
                  <a:lnTo>
                    <a:pt x="12091" y="11587"/>
                  </a:lnTo>
                  <a:cubicBezTo>
                    <a:pt x="12425" y="11089"/>
                    <a:pt x="12606" y="10505"/>
                    <a:pt x="12616" y="9902"/>
                  </a:cubicBezTo>
                  <a:cubicBezTo>
                    <a:pt x="12616" y="9397"/>
                    <a:pt x="12500" y="9138"/>
                    <a:pt x="12500" y="9133"/>
                  </a:cubicBezTo>
                  <a:cubicBezTo>
                    <a:pt x="12390" y="8710"/>
                    <a:pt x="12380" y="8758"/>
                    <a:pt x="12284" y="8571"/>
                  </a:cubicBezTo>
                  <a:cubicBezTo>
                    <a:pt x="12188" y="8355"/>
                    <a:pt x="12054" y="8153"/>
                    <a:pt x="11890" y="7980"/>
                  </a:cubicBezTo>
                  <a:close/>
                  <a:moveTo>
                    <a:pt x="11583" y="8268"/>
                  </a:moveTo>
                  <a:lnTo>
                    <a:pt x="11583" y="8268"/>
                  </a:lnTo>
                  <a:cubicBezTo>
                    <a:pt x="13024" y="9969"/>
                    <a:pt x="11727" y="12438"/>
                    <a:pt x="9652" y="12438"/>
                  </a:cubicBezTo>
                  <a:cubicBezTo>
                    <a:pt x="9056" y="12438"/>
                    <a:pt x="8475" y="12227"/>
                    <a:pt x="8023" y="11833"/>
                  </a:cubicBezTo>
                  <a:lnTo>
                    <a:pt x="11583" y="8268"/>
                  </a:lnTo>
                  <a:close/>
                  <a:moveTo>
                    <a:pt x="1071" y="1"/>
                  </a:moveTo>
                  <a:cubicBezTo>
                    <a:pt x="956" y="1"/>
                    <a:pt x="860" y="97"/>
                    <a:pt x="860" y="212"/>
                  </a:cubicBezTo>
                  <a:lnTo>
                    <a:pt x="860" y="625"/>
                  </a:lnTo>
                  <a:cubicBezTo>
                    <a:pt x="872" y="755"/>
                    <a:pt x="973" y="820"/>
                    <a:pt x="1073" y="820"/>
                  </a:cubicBezTo>
                  <a:cubicBezTo>
                    <a:pt x="1174" y="820"/>
                    <a:pt x="1273" y="755"/>
                    <a:pt x="1283" y="625"/>
                  </a:cubicBezTo>
                  <a:lnTo>
                    <a:pt x="1283" y="428"/>
                  </a:lnTo>
                  <a:lnTo>
                    <a:pt x="2311" y="428"/>
                  </a:lnTo>
                  <a:lnTo>
                    <a:pt x="2311" y="2379"/>
                  </a:lnTo>
                  <a:lnTo>
                    <a:pt x="1283" y="2379"/>
                  </a:lnTo>
                  <a:lnTo>
                    <a:pt x="1283" y="1711"/>
                  </a:lnTo>
                  <a:cubicBezTo>
                    <a:pt x="1273" y="1579"/>
                    <a:pt x="1174" y="1513"/>
                    <a:pt x="1073" y="1513"/>
                  </a:cubicBezTo>
                  <a:cubicBezTo>
                    <a:pt x="973" y="1513"/>
                    <a:pt x="872" y="1579"/>
                    <a:pt x="860" y="1711"/>
                  </a:cubicBezTo>
                  <a:lnTo>
                    <a:pt x="860" y="2590"/>
                  </a:lnTo>
                  <a:cubicBezTo>
                    <a:pt x="860" y="2705"/>
                    <a:pt x="956" y="2797"/>
                    <a:pt x="1071" y="2797"/>
                  </a:cubicBezTo>
                  <a:lnTo>
                    <a:pt x="1734" y="2797"/>
                  </a:lnTo>
                  <a:lnTo>
                    <a:pt x="1734" y="3200"/>
                  </a:lnTo>
                  <a:lnTo>
                    <a:pt x="1100" y="3200"/>
                  </a:lnTo>
                  <a:cubicBezTo>
                    <a:pt x="495" y="3200"/>
                    <a:pt x="5" y="3695"/>
                    <a:pt x="0" y="4300"/>
                  </a:cubicBezTo>
                  <a:lnTo>
                    <a:pt x="0" y="11761"/>
                  </a:lnTo>
                  <a:cubicBezTo>
                    <a:pt x="5" y="12366"/>
                    <a:pt x="495" y="12856"/>
                    <a:pt x="1100" y="12856"/>
                  </a:cubicBezTo>
                  <a:lnTo>
                    <a:pt x="4598" y="12856"/>
                  </a:lnTo>
                  <a:cubicBezTo>
                    <a:pt x="4605" y="12857"/>
                    <a:pt x="4613" y="12857"/>
                    <a:pt x="4620" y="12857"/>
                  </a:cubicBezTo>
                  <a:cubicBezTo>
                    <a:pt x="4893" y="12857"/>
                    <a:pt x="4893" y="12437"/>
                    <a:pt x="4620" y="12437"/>
                  </a:cubicBezTo>
                  <a:cubicBezTo>
                    <a:pt x="4613" y="12437"/>
                    <a:pt x="4605" y="12438"/>
                    <a:pt x="4598" y="12438"/>
                  </a:cubicBezTo>
                  <a:lnTo>
                    <a:pt x="1100" y="12438"/>
                  </a:lnTo>
                  <a:cubicBezTo>
                    <a:pt x="726" y="12438"/>
                    <a:pt x="423" y="12136"/>
                    <a:pt x="423" y="11761"/>
                  </a:cubicBezTo>
                  <a:lnTo>
                    <a:pt x="423" y="4300"/>
                  </a:lnTo>
                  <a:cubicBezTo>
                    <a:pt x="423" y="3926"/>
                    <a:pt x="726" y="3623"/>
                    <a:pt x="1100" y="3623"/>
                  </a:cubicBezTo>
                  <a:lnTo>
                    <a:pt x="6985" y="3623"/>
                  </a:lnTo>
                  <a:cubicBezTo>
                    <a:pt x="7360" y="3623"/>
                    <a:pt x="7663" y="3926"/>
                    <a:pt x="7663" y="4300"/>
                  </a:cubicBezTo>
                  <a:lnTo>
                    <a:pt x="7663" y="7702"/>
                  </a:lnTo>
                  <a:cubicBezTo>
                    <a:pt x="7643" y="7721"/>
                    <a:pt x="7629" y="7740"/>
                    <a:pt x="7610" y="7759"/>
                  </a:cubicBezTo>
                  <a:cubicBezTo>
                    <a:pt x="7528" y="7836"/>
                    <a:pt x="7461" y="7922"/>
                    <a:pt x="7389" y="8004"/>
                  </a:cubicBezTo>
                  <a:cubicBezTo>
                    <a:pt x="7211" y="8216"/>
                    <a:pt x="7230" y="8172"/>
                    <a:pt x="7043" y="8509"/>
                  </a:cubicBezTo>
                  <a:cubicBezTo>
                    <a:pt x="6952" y="8686"/>
                    <a:pt x="6923" y="8672"/>
                    <a:pt x="6798" y="9119"/>
                  </a:cubicBezTo>
                  <a:cubicBezTo>
                    <a:pt x="6793" y="9138"/>
                    <a:pt x="6683" y="9402"/>
                    <a:pt x="6683" y="9902"/>
                  </a:cubicBezTo>
                  <a:cubicBezTo>
                    <a:pt x="6683" y="10300"/>
                    <a:pt x="6764" y="10694"/>
                    <a:pt x="6918" y="11060"/>
                  </a:cubicBezTo>
                  <a:cubicBezTo>
                    <a:pt x="6952" y="11127"/>
                    <a:pt x="6985" y="11189"/>
                    <a:pt x="7024" y="11252"/>
                  </a:cubicBezTo>
                  <a:cubicBezTo>
                    <a:pt x="7230" y="11641"/>
                    <a:pt x="7201" y="11569"/>
                    <a:pt x="7374" y="11780"/>
                  </a:cubicBezTo>
                  <a:cubicBezTo>
                    <a:pt x="7437" y="11862"/>
                    <a:pt x="7509" y="11943"/>
                    <a:pt x="7581" y="12016"/>
                  </a:cubicBezTo>
                  <a:cubicBezTo>
                    <a:pt x="7591" y="12025"/>
                    <a:pt x="7595" y="12040"/>
                    <a:pt x="7605" y="12049"/>
                  </a:cubicBezTo>
                  <a:cubicBezTo>
                    <a:pt x="7499" y="12289"/>
                    <a:pt x="7254" y="12443"/>
                    <a:pt x="6990" y="12443"/>
                  </a:cubicBezTo>
                  <a:lnTo>
                    <a:pt x="5568" y="12443"/>
                  </a:lnTo>
                  <a:cubicBezTo>
                    <a:pt x="5560" y="12442"/>
                    <a:pt x="5553" y="12442"/>
                    <a:pt x="5546" y="12442"/>
                  </a:cubicBezTo>
                  <a:cubicBezTo>
                    <a:pt x="5271" y="12442"/>
                    <a:pt x="5273" y="12866"/>
                    <a:pt x="5550" y="12866"/>
                  </a:cubicBezTo>
                  <a:cubicBezTo>
                    <a:pt x="5556" y="12866"/>
                    <a:pt x="5562" y="12866"/>
                    <a:pt x="5568" y="12866"/>
                  </a:cubicBezTo>
                  <a:lnTo>
                    <a:pt x="6995" y="12866"/>
                  </a:lnTo>
                  <a:cubicBezTo>
                    <a:pt x="7384" y="12861"/>
                    <a:pt x="7749" y="12650"/>
                    <a:pt x="7941" y="12309"/>
                  </a:cubicBezTo>
                  <a:cubicBezTo>
                    <a:pt x="8456" y="12681"/>
                    <a:pt x="9058" y="12865"/>
                    <a:pt x="9658" y="12865"/>
                  </a:cubicBezTo>
                  <a:cubicBezTo>
                    <a:pt x="10395" y="12865"/>
                    <a:pt x="11129" y="12587"/>
                    <a:pt x="11693" y="12044"/>
                  </a:cubicBezTo>
                  <a:cubicBezTo>
                    <a:pt x="11711" y="12045"/>
                    <a:pt x="11728" y="12045"/>
                    <a:pt x="11746" y="12045"/>
                  </a:cubicBezTo>
                  <a:cubicBezTo>
                    <a:pt x="13034" y="12045"/>
                    <a:pt x="14086" y="11004"/>
                    <a:pt x="14086" y="9710"/>
                  </a:cubicBezTo>
                  <a:lnTo>
                    <a:pt x="14086" y="5833"/>
                  </a:lnTo>
                  <a:cubicBezTo>
                    <a:pt x="14081" y="4781"/>
                    <a:pt x="13379" y="3858"/>
                    <a:pt x="12371" y="3575"/>
                  </a:cubicBezTo>
                  <a:cubicBezTo>
                    <a:pt x="12345" y="3567"/>
                    <a:pt x="12321" y="3563"/>
                    <a:pt x="12299" y="3563"/>
                  </a:cubicBezTo>
                  <a:cubicBezTo>
                    <a:pt x="12073" y="3563"/>
                    <a:pt x="11998" y="3922"/>
                    <a:pt x="12255" y="3983"/>
                  </a:cubicBezTo>
                  <a:cubicBezTo>
                    <a:pt x="13086" y="4219"/>
                    <a:pt x="13658" y="4973"/>
                    <a:pt x="13658" y="5833"/>
                  </a:cubicBezTo>
                  <a:lnTo>
                    <a:pt x="13658" y="7557"/>
                  </a:lnTo>
                  <a:lnTo>
                    <a:pt x="11443" y="7557"/>
                  </a:lnTo>
                  <a:cubicBezTo>
                    <a:pt x="11347" y="7481"/>
                    <a:pt x="11237" y="7413"/>
                    <a:pt x="11126" y="7356"/>
                  </a:cubicBezTo>
                  <a:cubicBezTo>
                    <a:pt x="10968" y="7250"/>
                    <a:pt x="10795" y="7168"/>
                    <a:pt x="10612" y="7120"/>
                  </a:cubicBezTo>
                  <a:cubicBezTo>
                    <a:pt x="10435" y="7048"/>
                    <a:pt x="10247" y="7000"/>
                    <a:pt x="10050" y="6986"/>
                  </a:cubicBezTo>
                  <a:cubicBezTo>
                    <a:pt x="9978" y="6976"/>
                    <a:pt x="9906" y="6952"/>
                    <a:pt x="9829" y="6947"/>
                  </a:cubicBezTo>
                  <a:lnTo>
                    <a:pt x="9829" y="5833"/>
                  </a:lnTo>
                  <a:cubicBezTo>
                    <a:pt x="9829" y="4901"/>
                    <a:pt x="10492" y="4108"/>
                    <a:pt x="11405" y="3945"/>
                  </a:cubicBezTo>
                  <a:cubicBezTo>
                    <a:pt x="11673" y="3899"/>
                    <a:pt x="11623" y="3518"/>
                    <a:pt x="11377" y="3518"/>
                  </a:cubicBezTo>
                  <a:cubicBezTo>
                    <a:pt x="11363" y="3518"/>
                    <a:pt x="11348" y="3519"/>
                    <a:pt x="11333" y="3522"/>
                  </a:cubicBezTo>
                  <a:cubicBezTo>
                    <a:pt x="10218" y="3719"/>
                    <a:pt x="9407" y="4694"/>
                    <a:pt x="9407" y="5823"/>
                  </a:cubicBezTo>
                  <a:lnTo>
                    <a:pt x="9407" y="6962"/>
                  </a:lnTo>
                  <a:cubicBezTo>
                    <a:pt x="8941" y="6995"/>
                    <a:pt x="8484" y="7144"/>
                    <a:pt x="8085" y="7394"/>
                  </a:cubicBezTo>
                  <a:lnTo>
                    <a:pt x="8085" y="4305"/>
                  </a:lnTo>
                  <a:cubicBezTo>
                    <a:pt x="8085" y="3695"/>
                    <a:pt x="7595" y="3205"/>
                    <a:pt x="6985" y="3205"/>
                  </a:cubicBezTo>
                  <a:lnTo>
                    <a:pt x="6356" y="3205"/>
                  </a:lnTo>
                  <a:lnTo>
                    <a:pt x="6356" y="2801"/>
                  </a:lnTo>
                  <a:lnTo>
                    <a:pt x="7014" y="2801"/>
                  </a:lnTo>
                  <a:cubicBezTo>
                    <a:pt x="7129" y="2801"/>
                    <a:pt x="7225" y="2705"/>
                    <a:pt x="7225" y="2590"/>
                  </a:cubicBezTo>
                  <a:lnTo>
                    <a:pt x="7225" y="212"/>
                  </a:lnTo>
                  <a:cubicBezTo>
                    <a:pt x="7225" y="97"/>
                    <a:pt x="7129" y="1"/>
                    <a:pt x="70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1" name="Google Shape;14081;p86"/>
          <p:cNvGrpSpPr/>
          <p:nvPr/>
        </p:nvGrpSpPr>
        <p:grpSpPr>
          <a:xfrm>
            <a:off x="5750631" y="2016383"/>
            <a:ext cx="371677" cy="293740"/>
            <a:chOff x="5750631" y="2016383"/>
            <a:chExt cx="371677" cy="293740"/>
          </a:xfrm>
        </p:grpSpPr>
        <p:sp>
          <p:nvSpPr>
            <p:cNvPr id="14082" name="Google Shape;14082;p86"/>
            <p:cNvSpPr/>
            <p:nvPr/>
          </p:nvSpPr>
          <p:spPr>
            <a:xfrm>
              <a:off x="5912737" y="2215901"/>
              <a:ext cx="39767" cy="88698"/>
            </a:xfrm>
            <a:custGeom>
              <a:rect b="b" l="l" r="r" t="t"/>
              <a:pathLst>
                <a:path extrusionOk="0" h="3388" w="1519">
                  <a:moveTo>
                    <a:pt x="1428" y="1"/>
                  </a:moveTo>
                  <a:cubicBezTo>
                    <a:pt x="1308" y="145"/>
                    <a:pt x="1144" y="241"/>
                    <a:pt x="962" y="279"/>
                  </a:cubicBezTo>
                  <a:lnTo>
                    <a:pt x="376" y="399"/>
                  </a:lnTo>
                  <a:cubicBezTo>
                    <a:pt x="443" y="990"/>
                    <a:pt x="467" y="2114"/>
                    <a:pt x="1" y="2724"/>
                  </a:cubicBezTo>
                  <a:lnTo>
                    <a:pt x="875" y="3387"/>
                  </a:lnTo>
                  <a:cubicBezTo>
                    <a:pt x="1279" y="2859"/>
                    <a:pt x="1490" y="2119"/>
                    <a:pt x="1509" y="1182"/>
                  </a:cubicBezTo>
                  <a:cubicBezTo>
                    <a:pt x="1519" y="784"/>
                    <a:pt x="1490" y="390"/>
                    <a:pt x="142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86"/>
            <p:cNvSpPr/>
            <p:nvPr/>
          </p:nvSpPr>
          <p:spPr>
            <a:xfrm>
              <a:off x="5922424" y="2215901"/>
              <a:ext cx="28065" cy="28955"/>
            </a:xfrm>
            <a:custGeom>
              <a:rect b="b" l="l" r="r" t="t"/>
              <a:pathLst>
                <a:path extrusionOk="0" h="1106" w="1072">
                  <a:moveTo>
                    <a:pt x="1053" y="1"/>
                  </a:moveTo>
                  <a:cubicBezTo>
                    <a:pt x="933" y="145"/>
                    <a:pt x="769" y="246"/>
                    <a:pt x="587" y="284"/>
                  </a:cubicBezTo>
                  <a:lnTo>
                    <a:pt x="1" y="404"/>
                  </a:lnTo>
                  <a:cubicBezTo>
                    <a:pt x="30" y="635"/>
                    <a:pt x="39" y="870"/>
                    <a:pt x="39" y="1105"/>
                  </a:cubicBezTo>
                  <a:lnTo>
                    <a:pt x="587" y="995"/>
                  </a:lnTo>
                  <a:cubicBezTo>
                    <a:pt x="769" y="957"/>
                    <a:pt x="933" y="860"/>
                    <a:pt x="1053" y="716"/>
                  </a:cubicBezTo>
                  <a:cubicBezTo>
                    <a:pt x="1054" y="720"/>
                    <a:pt x="1054" y="722"/>
                    <a:pt x="1055" y="722"/>
                  </a:cubicBezTo>
                  <a:cubicBezTo>
                    <a:pt x="1068" y="722"/>
                    <a:pt x="1071" y="101"/>
                    <a:pt x="105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86"/>
            <p:cNvSpPr/>
            <p:nvPr/>
          </p:nvSpPr>
          <p:spPr>
            <a:xfrm>
              <a:off x="5903181" y="2022221"/>
              <a:ext cx="40291" cy="55999"/>
            </a:xfrm>
            <a:custGeom>
              <a:rect b="b" l="l" r="r" t="t"/>
              <a:pathLst>
                <a:path extrusionOk="0" h="2139" w="1539">
                  <a:moveTo>
                    <a:pt x="1082" y="0"/>
                  </a:moveTo>
                  <a:lnTo>
                    <a:pt x="1" y="231"/>
                  </a:lnTo>
                  <a:lnTo>
                    <a:pt x="404" y="2104"/>
                  </a:lnTo>
                  <a:lnTo>
                    <a:pt x="1317" y="2104"/>
                  </a:lnTo>
                  <a:cubicBezTo>
                    <a:pt x="1327" y="2104"/>
                    <a:pt x="1337" y="2104"/>
                    <a:pt x="1347" y="2104"/>
                  </a:cubicBezTo>
                  <a:cubicBezTo>
                    <a:pt x="1413" y="2104"/>
                    <a:pt x="1475" y="2117"/>
                    <a:pt x="1538" y="2138"/>
                  </a:cubicBezTo>
                  <a:lnTo>
                    <a:pt x="1082"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86"/>
            <p:cNvSpPr/>
            <p:nvPr/>
          </p:nvSpPr>
          <p:spPr>
            <a:xfrm>
              <a:off x="5909465" y="2058009"/>
              <a:ext cx="33877" cy="20316"/>
            </a:xfrm>
            <a:custGeom>
              <a:rect b="b" l="l" r="r" t="t"/>
              <a:pathLst>
                <a:path extrusionOk="0" h="776" w="1294">
                  <a:moveTo>
                    <a:pt x="933" y="1"/>
                  </a:moveTo>
                  <a:cubicBezTo>
                    <a:pt x="911" y="1"/>
                    <a:pt x="888" y="1"/>
                    <a:pt x="866" y="2"/>
                  </a:cubicBezTo>
                  <a:lnTo>
                    <a:pt x="1" y="2"/>
                  </a:lnTo>
                  <a:lnTo>
                    <a:pt x="159" y="737"/>
                  </a:lnTo>
                  <a:lnTo>
                    <a:pt x="1072" y="737"/>
                  </a:lnTo>
                  <a:cubicBezTo>
                    <a:pt x="1149" y="737"/>
                    <a:pt x="1221" y="747"/>
                    <a:pt x="1293" y="776"/>
                  </a:cubicBezTo>
                  <a:lnTo>
                    <a:pt x="1130" y="17"/>
                  </a:lnTo>
                  <a:cubicBezTo>
                    <a:pt x="1065" y="6"/>
                    <a:pt x="1000" y="1"/>
                    <a:pt x="93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86"/>
            <p:cNvSpPr/>
            <p:nvPr/>
          </p:nvSpPr>
          <p:spPr>
            <a:xfrm>
              <a:off x="6001801" y="2022221"/>
              <a:ext cx="39872" cy="55109"/>
            </a:xfrm>
            <a:custGeom>
              <a:rect b="b" l="l" r="r" t="t"/>
              <a:pathLst>
                <a:path extrusionOk="0" h="2105" w="1523">
                  <a:moveTo>
                    <a:pt x="447" y="0"/>
                  </a:moveTo>
                  <a:lnTo>
                    <a:pt x="0" y="2104"/>
                  </a:lnTo>
                  <a:lnTo>
                    <a:pt x="1124" y="2104"/>
                  </a:lnTo>
                  <a:lnTo>
                    <a:pt x="1523" y="231"/>
                  </a:lnTo>
                  <a:lnTo>
                    <a:pt x="447"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86"/>
            <p:cNvSpPr/>
            <p:nvPr/>
          </p:nvSpPr>
          <p:spPr>
            <a:xfrm>
              <a:off x="6001801" y="2057171"/>
              <a:ext cx="33720" cy="20290"/>
            </a:xfrm>
            <a:custGeom>
              <a:rect b="b" l="l" r="r" t="t"/>
              <a:pathLst>
                <a:path extrusionOk="0" h="775" w="1288">
                  <a:moveTo>
                    <a:pt x="163" y="1"/>
                  </a:moveTo>
                  <a:lnTo>
                    <a:pt x="0" y="774"/>
                  </a:lnTo>
                  <a:lnTo>
                    <a:pt x="1124" y="774"/>
                  </a:lnTo>
                  <a:lnTo>
                    <a:pt x="1288" y="10"/>
                  </a:lnTo>
                  <a:lnTo>
                    <a:pt x="1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86"/>
            <p:cNvSpPr/>
            <p:nvPr/>
          </p:nvSpPr>
          <p:spPr>
            <a:xfrm>
              <a:off x="5755919" y="2077435"/>
              <a:ext cx="198863" cy="174778"/>
            </a:xfrm>
            <a:custGeom>
              <a:rect b="b" l="l" r="r" t="t"/>
              <a:pathLst>
                <a:path extrusionOk="0" h="6676" w="7596">
                  <a:moveTo>
                    <a:pt x="2748" y="0"/>
                  </a:moveTo>
                  <a:cubicBezTo>
                    <a:pt x="1235" y="0"/>
                    <a:pt x="5" y="1230"/>
                    <a:pt x="5" y="2743"/>
                  </a:cubicBezTo>
                  <a:lnTo>
                    <a:pt x="5" y="5309"/>
                  </a:lnTo>
                  <a:cubicBezTo>
                    <a:pt x="1" y="6076"/>
                    <a:pt x="628" y="6676"/>
                    <a:pt x="1365" y="6676"/>
                  </a:cubicBezTo>
                  <a:cubicBezTo>
                    <a:pt x="1453" y="6676"/>
                    <a:pt x="1543" y="6667"/>
                    <a:pt x="1634" y="6649"/>
                  </a:cubicBezTo>
                  <a:lnTo>
                    <a:pt x="1912" y="6591"/>
                  </a:lnTo>
                  <a:lnTo>
                    <a:pt x="2738" y="6418"/>
                  </a:lnTo>
                  <a:lnTo>
                    <a:pt x="6947" y="5573"/>
                  </a:lnTo>
                  <a:cubicBezTo>
                    <a:pt x="7326" y="5496"/>
                    <a:pt x="7595" y="5165"/>
                    <a:pt x="7595" y="4780"/>
                  </a:cubicBezTo>
                  <a:lnTo>
                    <a:pt x="7595" y="658"/>
                  </a:lnTo>
                  <a:cubicBezTo>
                    <a:pt x="7595" y="293"/>
                    <a:pt x="7302" y="0"/>
                    <a:pt x="6937"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86"/>
            <p:cNvSpPr/>
            <p:nvPr/>
          </p:nvSpPr>
          <p:spPr>
            <a:xfrm>
              <a:off x="5761809" y="2077304"/>
              <a:ext cx="193104" cy="174673"/>
            </a:xfrm>
            <a:custGeom>
              <a:rect b="b" l="l" r="r" t="t"/>
              <a:pathLst>
                <a:path extrusionOk="0" h="6672" w="7376">
                  <a:moveTo>
                    <a:pt x="6169" y="0"/>
                  </a:moveTo>
                  <a:cubicBezTo>
                    <a:pt x="6169" y="10"/>
                    <a:pt x="6174" y="25"/>
                    <a:pt x="6174" y="39"/>
                  </a:cubicBezTo>
                  <a:lnTo>
                    <a:pt x="6174" y="4156"/>
                  </a:lnTo>
                  <a:cubicBezTo>
                    <a:pt x="6174" y="4540"/>
                    <a:pt x="5905" y="4872"/>
                    <a:pt x="5526" y="4949"/>
                  </a:cubicBezTo>
                  <a:lnTo>
                    <a:pt x="1317" y="5799"/>
                  </a:lnTo>
                  <a:lnTo>
                    <a:pt x="491" y="5967"/>
                  </a:lnTo>
                  <a:lnTo>
                    <a:pt x="212" y="6025"/>
                  </a:lnTo>
                  <a:cubicBezTo>
                    <a:pt x="145" y="6039"/>
                    <a:pt x="73" y="6044"/>
                    <a:pt x="1" y="6049"/>
                  </a:cubicBezTo>
                  <a:cubicBezTo>
                    <a:pt x="254" y="6442"/>
                    <a:pt x="688" y="6671"/>
                    <a:pt x="1144" y="6671"/>
                  </a:cubicBezTo>
                  <a:cubicBezTo>
                    <a:pt x="1233" y="6671"/>
                    <a:pt x="1324" y="6663"/>
                    <a:pt x="1413" y="6644"/>
                  </a:cubicBezTo>
                  <a:lnTo>
                    <a:pt x="1692" y="6587"/>
                  </a:lnTo>
                  <a:lnTo>
                    <a:pt x="2513" y="6419"/>
                  </a:lnTo>
                  <a:lnTo>
                    <a:pt x="6727" y="5573"/>
                  </a:lnTo>
                  <a:cubicBezTo>
                    <a:pt x="7101" y="5496"/>
                    <a:pt x="7375" y="5165"/>
                    <a:pt x="7375" y="4780"/>
                  </a:cubicBezTo>
                  <a:lnTo>
                    <a:pt x="7375" y="659"/>
                  </a:lnTo>
                  <a:cubicBezTo>
                    <a:pt x="7370" y="298"/>
                    <a:pt x="7077" y="0"/>
                    <a:pt x="6712"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86"/>
            <p:cNvSpPr/>
            <p:nvPr/>
          </p:nvSpPr>
          <p:spPr>
            <a:xfrm>
              <a:off x="5976250" y="2077304"/>
              <a:ext cx="140011" cy="117862"/>
            </a:xfrm>
            <a:custGeom>
              <a:rect b="b" l="l" r="r" t="t"/>
              <a:pathLst>
                <a:path extrusionOk="0" h="4502" w="5348">
                  <a:moveTo>
                    <a:pt x="1212" y="0"/>
                  </a:moveTo>
                  <a:cubicBezTo>
                    <a:pt x="544" y="0"/>
                    <a:pt x="1" y="539"/>
                    <a:pt x="1" y="1206"/>
                  </a:cubicBezTo>
                  <a:lnTo>
                    <a:pt x="1" y="3897"/>
                  </a:lnTo>
                  <a:cubicBezTo>
                    <a:pt x="1" y="4248"/>
                    <a:pt x="293" y="4501"/>
                    <a:pt x="610" y="4501"/>
                  </a:cubicBezTo>
                  <a:cubicBezTo>
                    <a:pt x="714" y="4501"/>
                    <a:pt x="819" y="4474"/>
                    <a:pt x="918" y="4415"/>
                  </a:cubicBezTo>
                  <a:lnTo>
                    <a:pt x="4661" y="2215"/>
                  </a:lnTo>
                  <a:cubicBezTo>
                    <a:pt x="5122" y="1941"/>
                    <a:pt x="5348" y="1394"/>
                    <a:pt x="5204" y="875"/>
                  </a:cubicBezTo>
                  <a:cubicBezTo>
                    <a:pt x="5064" y="356"/>
                    <a:pt x="4594" y="0"/>
                    <a:pt x="4056"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86"/>
            <p:cNvSpPr/>
            <p:nvPr/>
          </p:nvSpPr>
          <p:spPr>
            <a:xfrm>
              <a:off x="5976250" y="2078927"/>
              <a:ext cx="137497" cy="116108"/>
            </a:xfrm>
            <a:custGeom>
              <a:rect b="b" l="l" r="r" t="t"/>
              <a:pathLst>
                <a:path extrusionOk="0" h="4435" w="5252">
                  <a:moveTo>
                    <a:pt x="4445" y="1"/>
                  </a:moveTo>
                  <a:cubicBezTo>
                    <a:pt x="4627" y="534"/>
                    <a:pt x="4411" y="1120"/>
                    <a:pt x="3926" y="1409"/>
                  </a:cubicBezTo>
                  <a:lnTo>
                    <a:pt x="179" y="3614"/>
                  </a:lnTo>
                  <a:cubicBezTo>
                    <a:pt x="126" y="3647"/>
                    <a:pt x="63" y="3666"/>
                    <a:pt x="1" y="3681"/>
                  </a:cubicBezTo>
                  <a:lnTo>
                    <a:pt x="1" y="3830"/>
                  </a:lnTo>
                  <a:cubicBezTo>
                    <a:pt x="1" y="4181"/>
                    <a:pt x="291" y="4434"/>
                    <a:pt x="608" y="4434"/>
                  </a:cubicBezTo>
                  <a:cubicBezTo>
                    <a:pt x="712" y="4434"/>
                    <a:pt x="818" y="4408"/>
                    <a:pt x="918" y="4349"/>
                  </a:cubicBezTo>
                  <a:lnTo>
                    <a:pt x="4661" y="2148"/>
                  </a:lnTo>
                  <a:cubicBezTo>
                    <a:pt x="5021" y="1932"/>
                    <a:pt x="5242" y="1543"/>
                    <a:pt x="5247" y="1125"/>
                  </a:cubicBezTo>
                  <a:cubicBezTo>
                    <a:pt x="5252" y="616"/>
                    <a:pt x="4930" y="164"/>
                    <a:pt x="4445"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86"/>
            <p:cNvSpPr/>
            <p:nvPr/>
          </p:nvSpPr>
          <p:spPr>
            <a:xfrm>
              <a:off x="5948473" y="2081205"/>
              <a:ext cx="44427" cy="131450"/>
            </a:xfrm>
            <a:custGeom>
              <a:rect b="b" l="l" r="r" t="t"/>
              <a:pathLst>
                <a:path extrusionOk="0" h="5021" w="1697">
                  <a:moveTo>
                    <a:pt x="0" y="0"/>
                  </a:moveTo>
                  <a:cubicBezTo>
                    <a:pt x="159" y="125"/>
                    <a:pt x="245" y="313"/>
                    <a:pt x="245" y="514"/>
                  </a:cubicBezTo>
                  <a:lnTo>
                    <a:pt x="245" y="4631"/>
                  </a:lnTo>
                  <a:cubicBezTo>
                    <a:pt x="245" y="4766"/>
                    <a:pt x="212" y="4901"/>
                    <a:pt x="144" y="5021"/>
                  </a:cubicBezTo>
                  <a:cubicBezTo>
                    <a:pt x="502" y="4672"/>
                    <a:pt x="917" y="4334"/>
                    <a:pt x="1492" y="4334"/>
                  </a:cubicBezTo>
                  <a:cubicBezTo>
                    <a:pt x="1496" y="4334"/>
                    <a:pt x="1500" y="4334"/>
                    <a:pt x="1504" y="4334"/>
                  </a:cubicBezTo>
                  <a:cubicBezTo>
                    <a:pt x="1244" y="4257"/>
                    <a:pt x="1067" y="4017"/>
                    <a:pt x="1067" y="3748"/>
                  </a:cubicBezTo>
                  <a:lnTo>
                    <a:pt x="1067" y="1062"/>
                  </a:lnTo>
                  <a:cubicBezTo>
                    <a:pt x="1067" y="615"/>
                    <a:pt x="1307" y="212"/>
                    <a:pt x="169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86"/>
            <p:cNvSpPr/>
            <p:nvPr/>
          </p:nvSpPr>
          <p:spPr>
            <a:xfrm>
              <a:off x="5750631" y="2016383"/>
              <a:ext cx="371677" cy="293740"/>
            </a:xfrm>
            <a:custGeom>
              <a:rect b="b" l="l" r="r" t="t"/>
              <a:pathLst>
                <a:path extrusionOk="0" h="11220" w="14197">
                  <a:moveTo>
                    <a:pt x="12678" y="2121"/>
                  </a:moveTo>
                  <a:cubicBezTo>
                    <a:pt x="12679" y="2121"/>
                    <a:pt x="12681" y="2121"/>
                    <a:pt x="12682" y="2121"/>
                  </a:cubicBezTo>
                  <a:lnTo>
                    <a:pt x="12682" y="2121"/>
                  </a:lnTo>
                  <a:cubicBezTo>
                    <a:pt x="12682" y="2121"/>
                    <a:pt x="12683" y="2121"/>
                    <a:pt x="12683" y="2121"/>
                  </a:cubicBezTo>
                  <a:close/>
                  <a:moveTo>
                    <a:pt x="8715" y="2683"/>
                  </a:moveTo>
                  <a:cubicBezTo>
                    <a:pt x="8523" y="2928"/>
                    <a:pt x="8417" y="3226"/>
                    <a:pt x="8417" y="3533"/>
                  </a:cubicBezTo>
                  <a:lnTo>
                    <a:pt x="8417" y="6224"/>
                  </a:lnTo>
                  <a:cubicBezTo>
                    <a:pt x="8417" y="6387"/>
                    <a:pt x="8470" y="6545"/>
                    <a:pt x="8566" y="6680"/>
                  </a:cubicBezTo>
                  <a:cubicBezTo>
                    <a:pt x="8364" y="6747"/>
                    <a:pt x="8177" y="6843"/>
                    <a:pt x="8009" y="6973"/>
                  </a:cubicBezTo>
                  <a:cubicBezTo>
                    <a:pt x="7985" y="2822"/>
                    <a:pt x="8062" y="2990"/>
                    <a:pt x="7946" y="2683"/>
                  </a:cubicBezTo>
                  <a:close/>
                  <a:moveTo>
                    <a:pt x="6902" y="1"/>
                  </a:moveTo>
                  <a:cubicBezTo>
                    <a:pt x="6779" y="1"/>
                    <a:pt x="6653" y="101"/>
                    <a:pt x="6697" y="262"/>
                  </a:cubicBezTo>
                  <a:lnTo>
                    <a:pt x="7091" y="2116"/>
                  </a:lnTo>
                  <a:lnTo>
                    <a:pt x="6390" y="2116"/>
                  </a:lnTo>
                  <a:lnTo>
                    <a:pt x="6029" y="411"/>
                  </a:lnTo>
                  <a:cubicBezTo>
                    <a:pt x="6009" y="288"/>
                    <a:pt x="5920" y="234"/>
                    <a:pt x="5829" y="234"/>
                  </a:cubicBezTo>
                  <a:cubicBezTo>
                    <a:pt x="5706" y="234"/>
                    <a:pt x="5582" y="334"/>
                    <a:pt x="5626" y="497"/>
                  </a:cubicBezTo>
                  <a:lnTo>
                    <a:pt x="5972" y="2121"/>
                  </a:lnTo>
                  <a:lnTo>
                    <a:pt x="2955" y="2121"/>
                  </a:lnTo>
                  <a:cubicBezTo>
                    <a:pt x="1326" y="2121"/>
                    <a:pt x="5" y="3442"/>
                    <a:pt x="5" y="5071"/>
                  </a:cubicBezTo>
                  <a:lnTo>
                    <a:pt x="5" y="7636"/>
                  </a:lnTo>
                  <a:cubicBezTo>
                    <a:pt x="1" y="8522"/>
                    <a:pt x="721" y="9210"/>
                    <a:pt x="1568" y="9210"/>
                  </a:cubicBezTo>
                  <a:cubicBezTo>
                    <a:pt x="1672" y="9210"/>
                    <a:pt x="1777" y="9199"/>
                    <a:pt x="1884" y="9178"/>
                  </a:cubicBezTo>
                  <a:lnTo>
                    <a:pt x="2157" y="9120"/>
                  </a:lnTo>
                  <a:cubicBezTo>
                    <a:pt x="2414" y="9071"/>
                    <a:pt x="2358" y="8712"/>
                    <a:pt x="2128" y="8712"/>
                  </a:cubicBezTo>
                  <a:cubicBezTo>
                    <a:pt x="2113" y="8712"/>
                    <a:pt x="2097" y="8714"/>
                    <a:pt x="2081" y="8717"/>
                  </a:cubicBezTo>
                  <a:lnTo>
                    <a:pt x="1802" y="8770"/>
                  </a:lnTo>
                  <a:cubicBezTo>
                    <a:pt x="1724" y="8785"/>
                    <a:pt x="1646" y="8793"/>
                    <a:pt x="1570" y="8793"/>
                  </a:cubicBezTo>
                  <a:cubicBezTo>
                    <a:pt x="948" y="8793"/>
                    <a:pt x="418" y="8291"/>
                    <a:pt x="418" y="7641"/>
                  </a:cubicBezTo>
                  <a:lnTo>
                    <a:pt x="418" y="5071"/>
                  </a:lnTo>
                  <a:cubicBezTo>
                    <a:pt x="418" y="3673"/>
                    <a:pt x="1557" y="2534"/>
                    <a:pt x="2955" y="2534"/>
                  </a:cubicBezTo>
                  <a:lnTo>
                    <a:pt x="7144" y="2534"/>
                  </a:lnTo>
                  <a:cubicBezTo>
                    <a:pt x="7394" y="2534"/>
                    <a:pt x="7600" y="2741"/>
                    <a:pt x="7600" y="2990"/>
                  </a:cubicBezTo>
                  <a:lnTo>
                    <a:pt x="7600" y="7107"/>
                  </a:lnTo>
                  <a:cubicBezTo>
                    <a:pt x="7596" y="7290"/>
                    <a:pt x="7514" y="7463"/>
                    <a:pt x="7370" y="7573"/>
                  </a:cubicBezTo>
                  <a:cubicBezTo>
                    <a:pt x="7163" y="7742"/>
                    <a:pt x="7615" y="7588"/>
                    <a:pt x="3137" y="8505"/>
                  </a:cubicBezTo>
                  <a:cubicBezTo>
                    <a:pt x="2885" y="8555"/>
                    <a:pt x="2937" y="8914"/>
                    <a:pt x="3171" y="8914"/>
                  </a:cubicBezTo>
                  <a:cubicBezTo>
                    <a:pt x="3186" y="8914"/>
                    <a:pt x="3202" y="8912"/>
                    <a:pt x="3219" y="8909"/>
                  </a:cubicBezTo>
                  <a:lnTo>
                    <a:pt x="6375" y="8275"/>
                  </a:lnTo>
                  <a:lnTo>
                    <a:pt x="6375" y="8275"/>
                  </a:lnTo>
                  <a:cubicBezTo>
                    <a:pt x="6428" y="8967"/>
                    <a:pt x="6371" y="9779"/>
                    <a:pt x="6034" y="10225"/>
                  </a:cubicBezTo>
                  <a:cubicBezTo>
                    <a:pt x="5922" y="10383"/>
                    <a:pt x="6056" y="10552"/>
                    <a:pt x="6204" y="10552"/>
                  </a:cubicBezTo>
                  <a:cubicBezTo>
                    <a:pt x="6258" y="10552"/>
                    <a:pt x="6315" y="10529"/>
                    <a:pt x="6361" y="10475"/>
                  </a:cubicBezTo>
                  <a:cubicBezTo>
                    <a:pt x="6856" y="9827"/>
                    <a:pt x="6837" y="8722"/>
                    <a:pt x="6789" y="8193"/>
                  </a:cubicBezTo>
                  <a:cubicBezTo>
                    <a:pt x="7130" y="8116"/>
                    <a:pt x="7264" y="8121"/>
                    <a:pt x="7466" y="8015"/>
                  </a:cubicBezTo>
                  <a:lnTo>
                    <a:pt x="7466" y="8015"/>
                  </a:lnTo>
                  <a:cubicBezTo>
                    <a:pt x="7557" y="8967"/>
                    <a:pt x="7485" y="10129"/>
                    <a:pt x="6909" y="10893"/>
                  </a:cubicBezTo>
                  <a:cubicBezTo>
                    <a:pt x="6796" y="11051"/>
                    <a:pt x="6931" y="11220"/>
                    <a:pt x="7079" y="11220"/>
                  </a:cubicBezTo>
                  <a:cubicBezTo>
                    <a:pt x="7133" y="11220"/>
                    <a:pt x="7189" y="11197"/>
                    <a:pt x="7235" y="11143"/>
                  </a:cubicBezTo>
                  <a:cubicBezTo>
                    <a:pt x="7932" y="10225"/>
                    <a:pt x="8009" y="8789"/>
                    <a:pt x="7836" y="7665"/>
                  </a:cubicBezTo>
                  <a:cubicBezTo>
                    <a:pt x="7836" y="7660"/>
                    <a:pt x="7836" y="7660"/>
                    <a:pt x="7836" y="7660"/>
                  </a:cubicBezTo>
                  <a:cubicBezTo>
                    <a:pt x="8129" y="7401"/>
                    <a:pt x="8480" y="7021"/>
                    <a:pt x="9061" y="7021"/>
                  </a:cubicBezTo>
                  <a:cubicBezTo>
                    <a:pt x="9075" y="7021"/>
                    <a:pt x="9181" y="7045"/>
                    <a:pt x="9234" y="7045"/>
                  </a:cubicBezTo>
                  <a:cubicBezTo>
                    <a:pt x="9378" y="7045"/>
                    <a:pt x="9522" y="7007"/>
                    <a:pt x="9647" y="6935"/>
                  </a:cubicBezTo>
                  <a:lnTo>
                    <a:pt x="13389" y="4730"/>
                  </a:lnTo>
                  <a:cubicBezTo>
                    <a:pt x="13932" y="4408"/>
                    <a:pt x="14196" y="3764"/>
                    <a:pt x="14028" y="3154"/>
                  </a:cubicBezTo>
                  <a:cubicBezTo>
                    <a:pt x="13865" y="2545"/>
                    <a:pt x="13310" y="2122"/>
                    <a:pt x="12682" y="2121"/>
                  </a:cubicBezTo>
                  <a:lnTo>
                    <a:pt x="12682" y="2121"/>
                  </a:lnTo>
                  <a:cubicBezTo>
                    <a:pt x="12409" y="2122"/>
                    <a:pt x="12410" y="2534"/>
                    <a:pt x="12683" y="2534"/>
                  </a:cubicBezTo>
                  <a:cubicBezTo>
                    <a:pt x="13125" y="2534"/>
                    <a:pt x="13509" y="2827"/>
                    <a:pt x="13630" y="3255"/>
                  </a:cubicBezTo>
                  <a:cubicBezTo>
                    <a:pt x="13745" y="3682"/>
                    <a:pt x="13557" y="4134"/>
                    <a:pt x="13178" y="4360"/>
                  </a:cubicBezTo>
                  <a:lnTo>
                    <a:pt x="9436" y="6565"/>
                  </a:lnTo>
                  <a:cubicBezTo>
                    <a:pt x="9369" y="6604"/>
                    <a:pt x="9299" y="6621"/>
                    <a:pt x="9231" y="6621"/>
                  </a:cubicBezTo>
                  <a:cubicBezTo>
                    <a:pt x="9021" y="6621"/>
                    <a:pt x="8830" y="6454"/>
                    <a:pt x="8830" y="6219"/>
                  </a:cubicBezTo>
                  <a:lnTo>
                    <a:pt x="8830" y="3533"/>
                  </a:lnTo>
                  <a:cubicBezTo>
                    <a:pt x="8830" y="2981"/>
                    <a:pt x="9277" y="2534"/>
                    <a:pt x="9830" y="2534"/>
                  </a:cubicBezTo>
                  <a:lnTo>
                    <a:pt x="11756" y="2534"/>
                  </a:lnTo>
                  <a:cubicBezTo>
                    <a:pt x="12030" y="2529"/>
                    <a:pt x="12030" y="2121"/>
                    <a:pt x="11756" y="2121"/>
                  </a:cubicBezTo>
                  <a:lnTo>
                    <a:pt x="10973" y="2121"/>
                  </a:lnTo>
                  <a:lnTo>
                    <a:pt x="11319" y="497"/>
                  </a:lnTo>
                  <a:cubicBezTo>
                    <a:pt x="11363" y="336"/>
                    <a:pt x="11236" y="236"/>
                    <a:pt x="11112" y="236"/>
                  </a:cubicBezTo>
                  <a:cubicBezTo>
                    <a:pt x="11022" y="236"/>
                    <a:pt x="10933" y="289"/>
                    <a:pt x="10915" y="411"/>
                  </a:cubicBezTo>
                  <a:lnTo>
                    <a:pt x="10555" y="2121"/>
                  </a:lnTo>
                  <a:lnTo>
                    <a:pt x="9849" y="2121"/>
                  </a:lnTo>
                  <a:lnTo>
                    <a:pt x="10238" y="267"/>
                  </a:lnTo>
                  <a:cubicBezTo>
                    <a:pt x="10285" y="102"/>
                    <a:pt x="10158" y="1"/>
                    <a:pt x="10035" y="1"/>
                  </a:cubicBezTo>
                  <a:cubicBezTo>
                    <a:pt x="9945" y="1"/>
                    <a:pt x="9857" y="54"/>
                    <a:pt x="9839" y="175"/>
                  </a:cubicBezTo>
                  <a:lnTo>
                    <a:pt x="9407" y="2183"/>
                  </a:lnTo>
                  <a:cubicBezTo>
                    <a:pt x="9339" y="2207"/>
                    <a:pt x="9272" y="2231"/>
                    <a:pt x="9210" y="2265"/>
                  </a:cubicBezTo>
                  <a:lnTo>
                    <a:pt x="7591" y="2265"/>
                  </a:lnTo>
                  <a:cubicBezTo>
                    <a:pt x="7572" y="2251"/>
                    <a:pt x="7552" y="2241"/>
                    <a:pt x="7538" y="2227"/>
                  </a:cubicBezTo>
                  <a:lnTo>
                    <a:pt x="7101" y="175"/>
                  </a:lnTo>
                  <a:cubicBezTo>
                    <a:pt x="7081" y="54"/>
                    <a:pt x="6992" y="1"/>
                    <a:pt x="69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4" name="Google Shape;14094;p86"/>
          <p:cNvGrpSpPr/>
          <p:nvPr/>
        </p:nvGrpSpPr>
        <p:grpSpPr>
          <a:xfrm>
            <a:off x="5310807" y="2022849"/>
            <a:ext cx="368274" cy="281226"/>
            <a:chOff x="5310807" y="2022849"/>
            <a:chExt cx="368274" cy="281226"/>
          </a:xfrm>
        </p:grpSpPr>
        <p:sp>
          <p:nvSpPr>
            <p:cNvPr id="14095" name="Google Shape;14095;p86"/>
            <p:cNvSpPr/>
            <p:nvPr/>
          </p:nvSpPr>
          <p:spPr>
            <a:xfrm>
              <a:off x="5316854" y="2075681"/>
              <a:ext cx="356964" cy="174594"/>
            </a:xfrm>
            <a:custGeom>
              <a:rect b="b" l="l" r="r" t="t"/>
              <a:pathLst>
                <a:path extrusionOk="0" h="6669" w="13635">
                  <a:moveTo>
                    <a:pt x="0" y="0"/>
                  </a:moveTo>
                  <a:lnTo>
                    <a:pt x="346" y="3348"/>
                  </a:lnTo>
                  <a:lnTo>
                    <a:pt x="1278" y="3348"/>
                  </a:lnTo>
                  <a:lnTo>
                    <a:pt x="1802" y="2239"/>
                  </a:lnTo>
                  <a:lnTo>
                    <a:pt x="5318" y="2239"/>
                  </a:lnTo>
                  <a:cubicBezTo>
                    <a:pt x="5321" y="2239"/>
                    <a:pt x="5324" y="2239"/>
                    <a:pt x="5327" y="2239"/>
                  </a:cubicBezTo>
                  <a:cubicBezTo>
                    <a:pt x="5578" y="2239"/>
                    <a:pt x="5779" y="2443"/>
                    <a:pt x="5779" y="2695"/>
                  </a:cubicBezTo>
                  <a:lnTo>
                    <a:pt x="5779" y="4511"/>
                  </a:lnTo>
                  <a:cubicBezTo>
                    <a:pt x="5779" y="4761"/>
                    <a:pt x="5823" y="5011"/>
                    <a:pt x="5904" y="5241"/>
                  </a:cubicBezTo>
                  <a:cubicBezTo>
                    <a:pt x="5972" y="5467"/>
                    <a:pt x="6087" y="5674"/>
                    <a:pt x="6241" y="5851"/>
                  </a:cubicBezTo>
                  <a:cubicBezTo>
                    <a:pt x="6668" y="6317"/>
                    <a:pt x="7245" y="6668"/>
                    <a:pt x="7927" y="6668"/>
                  </a:cubicBezTo>
                  <a:lnTo>
                    <a:pt x="12351" y="6668"/>
                  </a:lnTo>
                  <a:cubicBezTo>
                    <a:pt x="13062" y="6668"/>
                    <a:pt x="13634" y="6096"/>
                    <a:pt x="13634" y="5390"/>
                  </a:cubicBezTo>
                  <a:lnTo>
                    <a:pt x="10555" y="4083"/>
                  </a:lnTo>
                  <a:cubicBezTo>
                    <a:pt x="9704" y="3718"/>
                    <a:pt x="9152" y="2882"/>
                    <a:pt x="9152" y="1960"/>
                  </a:cubicBezTo>
                  <a:lnTo>
                    <a:pt x="9152" y="1585"/>
                  </a:lnTo>
                  <a:cubicBezTo>
                    <a:pt x="9147" y="1379"/>
                    <a:pt x="8979" y="1211"/>
                    <a:pt x="8772" y="1211"/>
                  </a:cubicBezTo>
                  <a:lnTo>
                    <a:pt x="1686" y="1211"/>
                  </a:lnTo>
                  <a:lnTo>
                    <a:pt x="1273"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86"/>
            <p:cNvSpPr/>
            <p:nvPr/>
          </p:nvSpPr>
          <p:spPr>
            <a:xfrm>
              <a:off x="5316723" y="2075785"/>
              <a:ext cx="357200" cy="169568"/>
            </a:xfrm>
            <a:custGeom>
              <a:rect b="b" l="l" r="r" t="t"/>
              <a:pathLst>
                <a:path extrusionOk="0" h="6477" w="13644">
                  <a:moveTo>
                    <a:pt x="0" y="1"/>
                  </a:moveTo>
                  <a:lnTo>
                    <a:pt x="58" y="539"/>
                  </a:lnTo>
                  <a:lnTo>
                    <a:pt x="500" y="539"/>
                  </a:lnTo>
                  <a:cubicBezTo>
                    <a:pt x="678" y="539"/>
                    <a:pt x="836" y="654"/>
                    <a:pt x="894" y="822"/>
                  </a:cubicBezTo>
                  <a:lnTo>
                    <a:pt x="1077" y="1346"/>
                  </a:lnTo>
                  <a:cubicBezTo>
                    <a:pt x="1158" y="1586"/>
                    <a:pt x="1384" y="1750"/>
                    <a:pt x="1639" y="1750"/>
                  </a:cubicBezTo>
                  <a:lnTo>
                    <a:pt x="8302" y="1750"/>
                  </a:lnTo>
                  <a:cubicBezTo>
                    <a:pt x="8508" y="1750"/>
                    <a:pt x="8677" y="1918"/>
                    <a:pt x="8677" y="2129"/>
                  </a:cubicBezTo>
                  <a:lnTo>
                    <a:pt x="8677" y="2499"/>
                  </a:lnTo>
                  <a:cubicBezTo>
                    <a:pt x="8677" y="3426"/>
                    <a:pt x="9229" y="4257"/>
                    <a:pt x="10084" y="4622"/>
                  </a:cubicBezTo>
                  <a:lnTo>
                    <a:pt x="13164" y="5929"/>
                  </a:lnTo>
                  <a:cubicBezTo>
                    <a:pt x="13164" y="6116"/>
                    <a:pt x="13120" y="6304"/>
                    <a:pt x="13043" y="6477"/>
                  </a:cubicBezTo>
                  <a:cubicBezTo>
                    <a:pt x="13413" y="6241"/>
                    <a:pt x="13644" y="5833"/>
                    <a:pt x="13644" y="5391"/>
                  </a:cubicBezTo>
                  <a:lnTo>
                    <a:pt x="10560" y="4079"/>
                  </a:lnTo>
                  <a:cubicBezTo>
                    <a:pt x="9705" y="3719"/>
                    <a:pt x="9152" y="2883"/>
                    <a:pt x="9152" y="1961"/>
                  </a:cubicBezTo>
                  <a:lnTo>
                    <a:pt x="9152" y="1586"/>
                  </a:lnTo>
                  <a:cubicBezTo>
                    <a:pt x="9152" y="1380"/>
                    <a:pt x="8984" y="1211"/>
                    <a:pt x="8777" y="1211"/>
                  </a:cubicBezTo>
                  <a:lnTo>
                    <a:pt x="1691" y="1211"/>
                  </a:lnTo>
                  <a:lnTo>
                    <a:pt x="127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86"/>
            <p:cNvSpPr/>
            <p:nvPr/>
          </p:nvSpPr>
          <p:spPr>
            <a:xfrm>
              <a:off x="5555563" y="2112778"/>
              <a:ext cx="109432" cy="100269"/>
            </a:xfrm>
            <a:custGeom>
              <a:rect b="b" l="l" r="r" t="t"/>
              <a:pathLst>
                <a:path extrusionOk="0" h="3830" w="4180">
                  <a:moveTo>
                    <a:pt x="29" y="0"/>
                  </a:moveTo>
                  <a:lnTo>
                    <a:pt x="0" y="24"/>
                  </a:lnTo>
                  <a:cubicBezTo>
                    <a:pt x="20" y="67"/>
                    <a:pt x="34" y="120"/>
                    <a:pt x="29" y="173"/>
                  </a:cubicBezTo>
                  <a:lnTo>
                    <a:pt x="29" y="543"/>
                  </a:lnTo>
                  <a:cubicBezTo>
                    <a:pt x="29" y="1465"/>
                    <a:pt x="586" y="2301"/>
                    <a:pt x="1437" y="2666"/>
                  </a:cubicBezTo>
                  <a:lnTo>
                    <a:pt x="4180" y="3829"/>
                  </a:lnTo>
                  <a:cubicBezTo>
                    <a:pt x="4180" y="3829"/>
                    <a:pt x="4060" y="308"/>
                    <a:pt x="351"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86"/>
            <p:cNvSpPr/>
            <p:nvPr/>
          </p:nvSpPr>
          <p:spPr>
            <a:xfrm>
              <a:off x="5555694" y="2112778"/>
              <a:ext cx="109432" cy="100269"/>
            </a:xfrm>
            <a:custGeom>
              <a:rect b="b" l="l" r="r" t="t"/>
              <a:pathLst>
                <a:path extrusionOk="0" h="3830" w="4180">
                  <a:moveTo>
                    <a:pt x="24" y="0"/>
                  </a:moveTo>
                  <a:lnTo>
                    <a:pt x="0" y="24"/>
                  </a:lnTo>
                  <a:cubicBezTo>
                    <a:pt x="19" y="72"/>
                    <a:pt x="29" y="120"/>
                    <a:pt x="24" y="173"/>
                  </a:cubicBezTo>
                  <a:lnTo>
                    <a:pt x="24" y="433"/>
                  </a:lnTo>
                  <a:cubicBezTo>
                    <a:pt x="2647" y="692"/>
                    <a:pt x="3430" y="2590"/>
                    <a:pt x="3661" y="3608"/>
                  </a:cubicBezTo>
                  <a:lnTo>
                    <a:pt x="4180" y="3829"/>
                  </a:lnTo>
                  <a:cubicBezTo>
                    <a:pt x="4180" y="3829"/>
                    <a:pt x="4060" y="312"/>
                    <a:pt x="351"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86"/>
            <p:cNvSpPr/>
            <p:nvPr/>
          </p:nvSpPr>
          <p:spPr>
            <a:xfrm>
              <a:off x="5495323" y="2139193"/>
              <a:ext cx="37359" cy="63015"/>
            </a:xfrm>
            <a:custGeom>
              <a:rect b="b" l="l" r="r" t="t"/>
              <a:pathLst>
                <a:path extrusionOk="0" h="2407" w="1427">
                  <a:moveTo>
                    <a:pt x="0" y="0"/>
                  </a:moveTo>
                  <a:lnTo>
                    <a:pt x="0" y="2407"/>
                  </a:lnTo>
                  <a:lnTo>
                    <a:pt x="1427" y="2407"/>
                  </a:lnTo>
                  <a:lnTo>
                    <a:pt x="1427"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86"/>
            <p:cNvSpPr/>
            <p:nvPr/>
          </p:nvSpPr>
          <p:spPr>
            <a:xfrm>
              <a:off x="5519199" y="2139193"/>
              <a:ext cx="13483" cy="63015"/>
            </a:xfrm>
            <a:custGeom>
              <a:rect b="b" l="l" r="r" t="t"/>
              <a:pathLst>
                <a:path extrusionOk="0" h="2407" w="515">
                  <a:moveTo>
                    <a:pt x="1" y="0"/>
                  </a:moveTo>
                  <a:lnTo>
                    <a:pt x="1" y="2407"/>
                  </a:lnTo>
                  <a:lnTo>
                    <a:pt x="515" y="2407"/>
                  </a:lnTo>
                  <a:lnTo>
                    <a:pt x="515"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86"/>
            <p:cNvSpPr/>
            <p:nvPr/>
          </p:nvSpPr>
          <p:spPr>
            <a:xfrm>
              <a:off x="5492810" y="2089765"/>
              <a:ext cx="17253" cy="17488"/>
            </a:xfrm>
            <a:custGeom>
              <a:rect b="b" l="l" r="r" t="t"/>
              <a:pathLst>
                <a:path extrusionOk="0" h="668" w="659">
                  <a:moveTo>
                    <a:pt x="0" y="0"/>
                  </a:moveTo>
                  <a:lnTo>
                    <a:pt x="0" y="668"/>
                  </a:lnTo>
                  <a:lnTo>
                    <a:pt x="658" y="668"/>
                  </a:lnTo>
                  <a:lnTo>
                    <a:pt x="6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86"/>
            <p:cNvSpPr/>
            <p:nvPr/>
          </p:nvSpPr>
          <p:spPr>
            <a:xfrm>
              <a:off x="5479458" y="2072277"/>
              <a:ext cx="43564" cy="17619"/>
            </a:xfrm>
            <a:custGeom>
              <a:rect b="b" l="l" r="r" t="t"/>
              <a:pathLst>
                <a:path extrusionOk="0" h="673" w="1664">
                  <a:moveTo>
                    <a:pt x="1" y="0"/>
                  </a:moveTo>
                  <a:lnTo>
                    <a:pt x="1" y="673"/>
                  </a:lnTo>
                  <a:lnTo>
                    <a:pt x="1663" y="673"/>
                  </a:lnTo>
                  <a:lnTo>
                    <a:pt x="1663"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86"/>
            <p:cNvSpPr/>
            <p:nvPr/>
          </p:nvSpPr>
          <p:spPr>
            <a:xfrm>
              <a:off x="5507759" y="2072277"/>
              <a:ext cx="15263" cy="17619"/>
            </a:xfrm>
            <a:custGeom>
              <a:rect b="b" l="l" r="r" t="t"/>
              <a:pathLst>
                <a:path extrusionOk="0" h="673" w="583">
                  <a:moveTo>
                    <a:pt x="1" y="0"/>
                  </a:moveTo>
                  <a:lnTo>
                    <a:pt x="1" y="673"/>
                  </a:lnTo>
                  <a:lnTo>
                    <a:pt x="582" y="673"/>
                  </a:lnTo>
                  <a:lnTo>
                    <a:pt x="582"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86"/>
            <p:cNvSpPr/>
            <p:nvPr/>
          </p:nvSpPr>
          <p:spPr>
            <a:xfrm>
              <a:off x="5486003" y="2028373"/>
              <a:ext cx="30604" cy="43930"/>
            </a:xfrm>
            <a:custGeom>
              <a:rect b="b" l="l" r="r" t="t"/>
              <a:pathLst>
                <a:path extrusionOk="0" h="1678" w="1169">
                  <a:moveTo>
                    <a:pt x="582" y="1"/>
                  </a:moveTo>
                  <a:cubicBezTo>
                    <a:pt x="265" y="1"/>
                    <a:pt x="1" y="260"/>
                    <a:pt x="1" y="582"/>
                  </a:cubicBezTo>
                  <a:lnTo>
                    <a:pt x="1" y="1677"/>
                  </a:lnTo>
                  <a:lnTo>
                    <a:pt x="1168" y="1677"/>
                  </a:lnTo>
                  <a:lnTo>
                    <a:pt x="1168" y="582"/>
                  </a:lnTo>
                  <a:cubicBezTo>
                    <a:pt x="1168" y="260"/>
                    <a:pt x="904" y="1"/>
                    <a:pt x="582"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86"/>
            <p:cNvSpPr/>
            <p:nvPr/>
          </p:nvSpPr>
          <p:spPr>
            <a:xfrm>
              <a:off x="5491291" y="2028242"/>
              <a:ext cx="25316" cy="43799"/>
            </a:xfrm>
            <a:custGeom>
              <a:rect b="b" l="l" r="r" t="t"/>
              <a:pathLst>
                <a:path extrusionOk="0" h="1673" w="967">
                  <a:moveTo>
                    <a:pt x="385" y="1"/>
                  </a:moveTo>
                  <a:cubicBezTo>
                    <a:pt x="241" y="1"/>
                    <a:pt x="106" y="54"/>
                    <a:pt x="0" y="145"/>
                  </a:cubicBezTo>
                  <a:cubicBezTo>
                    <a:pt x="231" y="227"/>
                    <a:pt x="385" y="448"/>
                    <a:pt x="385" y="693"/>
                  </a:cubicBezTo>
                  <a:lnTo>
                    <a:pt x="385" y="1673"/>
                  </a:lnTo>
                  <a:lnTo>
                    <a:pt x="966" y="1673"/>
                  </a:lnTo>
                  <a:lnTo>
                    <a:pt x="966" y="587"/>
                  </a:lnTo>
                  <a:cubicBezTo>
                    <a:pt x="966" y="265"/>
                    <a:pt x="702" y="1"/>
                    <a:pt x="385"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86"/>
            <p:cNvSpPr/>
            <p:nvPr/>
          </p:nvSpPr>
          <p:spPr>
            <a:xfrm>
              <a:off x="5354894" y="2031096"/>
              <a:ext cx="131136" cy="34217"/>
            </a:xfrm>
            <a:custGeom>
              <a:rect b="b" l="l" r="r" t="t"/>
              <a:pathLst>
                <a:path extrusionOk="0" h="1307" w="5009">
                  <a:moveTo>
                    <a:pt x="875" y="1"/>
                  </a:moveTo>
                  <a:cubicBezTo>
                    <a:pt x="293" y="1"/>
                    <a:pt x="1" y="720"/>
                    <a:pt x="430" y="1127"/>
                  </a:cubicBezTo>
                  <a:cubicBezTo>
                    <a:pt x="553" y="1240"/>
                    <a:pt x="711" y="1306"/>
                    <a:pt x="876" y="1306"/>
                  </a:cubicBezTo>
                  <a:cubicBezTo>
                    <a:pt x="893" y="1306"/>
                    <a:pt x="909" y="1306"/>
                    <a:pt x="925" y="1304"/>
                  </a:cubicBezTo>
                  <a:lnTo>
                    <a:pt x="5009" y="1016"/>
                  </a:lnTo>
                  <a:lnTo>
                    <a:pt x="5009" y="286"/>
                  </a:lnTo>
                  <a:lnTo>
                    <a:pt x="925" y="2"/>
                  </a:lnTo>
                  <a:cubicBezTo>
                    <a:pt x="908" y="1"/>
                    <a:pt x="891" y="1"/>
                    <a:pt x="875"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86"/>
            <p:cNvSpPr/>
            <p:nvPr/>
          </p:nvSpPr>
          <p:spPr>
            <a:xfrm>
              <a:off x="5472416" y="2037693"/>
              <a:ext cx="14111" cy="21023"/>
            </a:xfrm>
            <a:custGeom>
              <a:rect b="b" l="l" r="r" t="t"/>
              <a:pathLst>
                <a:path extrusionOk="0" h="803" w="539">
                  <a:moveTo>
                    <a:pt x="44" y="0"/>
                  </a:moveTo>
                  <a:cubicBezTo>
                    <a:pt x="15" y="72"/>
                    <a:pt x="1" y="149"/>
                    <a:pt x="1" y="226"/>
                  </a:cubicBezTo>
                  <a:lnTo>
                    <a:pt x="1" y="803"/>
                  </a:lnTo>
                  <a:lnTo>
                    <a:pt x="539" y="764"/>
                  </a:lnTo>
                  <a:lnTo>
                    <a:pt x="539" y="34"/>
                  </a:lnTo>
                  <a:lnTo>
                    <a:pt x="4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86"/>
            <p:cNvSpPr/>
            <p:nvPr/>
          </p:nvSpPr>
          <p:spPr>
            <a:xfrm>
              <a:off x="5573052" y="2134402"/>
              <a:ext cx="25421" cy="50449"/>
            </a:xfrm>
            <a:custGeom>
              <a:rect b="b" l="l" r="r" t="t"/>
              <a:pathLst>
                <a:path extrusionOk="0" h="1927" w="971">
                  <a:moveTo>
                    <a:pt x="485" y="1"/>
                  </a:moveTo>
                  <a:cubicBezTo>
                    <a:pt x="221" y="1"/>
                    <a:pt x="0" y="217"/>
                    <a:pt x="0" y="486"/>
                  </a:cubicBezTo>
                  <a:lnTo>
                    <a:pt x="0" y="1312"/>
                  </a:lnTo>
                  <a:cubicBezTo>
                    <a:pt x="221" y="1538"/>
                    <a:pt x="480" y="1716"/>
                    <a:pt x="769" y="1840"/>
                  </a:cubicBezTo>
                  <a:lnTo>
                    <a:pt x="970" y="1927"/>
                  </a:lnTo>
                  <a:lnTo>
                    <a:pt x="970" y="486"/>
                  </a:lnTo>
                  <a:cubicBezTo>
                    <a:pt x="970" y="217"/>
                    <a:pt x="754" y="1"/>
                    <a:pt x="48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86"/>
            <p:cNvSpPr/>
            <p:nvPr/>
          </p:nvSpPr>
          <p:spPr>
            <a:xfrm>
              <a:off x="5580461" y="2134402"/>
              <a:ext cx="18274" cy="50449"/>
            </a:xfrm>
            <a:custGeom>
              <a:rect b="b" l="l" r="r" t="t"/>
              <a:pathLst>
                <a:path extrusionOk="0" h="1927" w="698">
                  <a:moveTo>
                    <a:pt x="207" y="1"/>
                  </a:moveTo>
                  <a:cubicBezTo>
                    <a:pt x="135" y="1"/>
                    <a:pt x="68" y="15"/>
                    <a:pt x="1" y="49"/>
                  </a:cubicBezTo>
                  <a:cubicBezTo>
                    <a:pt x="173" y="125"/>
                    <a:pt x="279" y="298"/>
                    <a:pt x="284" y="486"/>
                  </a:cubicBezTo>
                  <a:lnTo>
                    <a:pt x="284" y="1740"/>
                  </a:lnTo>
                  <a:cubicBezTo>
                    <a:pt x="351" y="1778"/>
                    <a:pt x="418" y="1812"/>
                    <a:pt x="491" y="1840"/>
                  </a:cubicBezTo>
                  <a:lnTo>
                    <a:pt x="697" y="1927"/>
                  </a:lnTo>
                  <a:lnTo>
                    <a:pt x="697" y="486"/>
                  </a:lnTo>
                  <a:cubicBezTo>
                    <a:pt x="692" y="217"/>
                    <a:pt x="476" y="1"/>
                    <a:pt x="207"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86"/>
            <p:cNvSpPr/>
            <p:nvPr/>
          </p:nvSpPr>
          <p:spPr>
            <a:xfrm>
              <a:off x="5517707" y="2030991"/>
              <a:ext cx="131293" cy="34296"/>
            </a:xfrm>
            <a:custGeom>
              <a:rect b="b" l="l" r="r" t="t"/>
              <a:pathLst>
                <a:path extrusionOk="0" h="1310" w="5015">
                  <a:moveTo>
                    <a:pt x="4133" y="0"/>
                  </a:moveTo>
                  <a:cubicBezTo>
                    <a:pt x="4119" y="0"/>
                    <a:pt x="4104" y="1"/>
                    <a:pt x="4089" y="2"/>
                  </a:cubicBezTo>
                  <a:lnTo>
                    <a:pt x="0" y="290"/>
                  </a:lnTo>
                  <a:lnTo>
                    <a:pt x="0" y="1020"/>
                  </a:lnTo>
                  <a:lnTo>
                    <a:pt x="4089" y="1308"/>
                  </a:lnTo>
                  <a:cubicBezTo>
                    <a:pt x="4100" y="1309"/>
                    <a:pt x="4112" y="1309"/>
                    <a:pt x="4124" y="1309"/>
                  </a:cubicBezTo>
                  <a:cubicBezTo>
                    <a:pt x="4291" y="1309"/>
                    <a:pt x="4458" y="1247"/>
                    <a:pt x="4579" y="1131"/>
                  </a:cubicBezTo>
                  <a:cubicBezTo>
                    <a:pt x="5014" y="723"/>
                    <a:pt x="4714" y="0"/>
                    <a:pt x="4133"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86"/>
            <p:cNvSpPr/>
            <p:nvPr/>
          </p:nvSpPr>
          <p:spPr>
            <a:xfrm>
              <a:off x="5517838" y="2037693"/>
              <a:ext cx="14111" cy="21023"/>
            </a:xfrm>
            <a:custGeom>
              <a:rect b="b" l="l" r="r" t="t"/>
              <a:pathLst>
                <a:path extrusionOk="0" h="803" w="539">
                  <a:moveTo>
                    <a:pt x="495" y="0"/>
                  </a:moveTo>
                  <a:lnTo>
                    <a:pt x="0" y="34"/>
                  </a:lnTo>
                  <a:lnTo>
                    <a:pt x="0" y="764"/>
                  </a:lnTo>
                  <a:lnTo>
                    <a:pt x="538" y="803"/>
                  </a:lnTo>
                  <a:lnTo>
                    <a:pt x="538" y="226"/>
                  </a:lnTo>
                  <a:cubicBezTo>
                    <a:pt x="538" y="149"/>
                    <a:pt x="524" y="72"/>
                    <a:pt x="495"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86"/>
            <p:cNvSpPr/>
            <p:nvPr/>
          </p:nvSpPr>
          <p:spPr>
            <a:xfrm>
              <a:off x="5490035" y="2133774"/>
              <a:ext cx="48066" cy="73723"/>
            </a:xfrm>
            <a:custGeom>
              <a:rect b="b" l="l" r="r" t="t"/>
              <a:pathLst>
                <a:path extrusionOk="0" h="2816" w="1836">
                  <a:moveTo>
                    <a:pt x="1418" y="414"/>
                  </a:moveTo>
                  <a:lnTo>
                    <a:pt x="1418" y="2403"/>
                  </a:lnTo>
                  <a:lnTo>
                    <a:pt x="404" y="2403"/>
                  </a:lnTo>
                  <a:lnTo>
                    <a:pt x="404" y="414"/>
                  </a:lnTo>
                  <a:close/>
                  <a:moveTo>
                    <a:pt x="202" y="1"/>
                  </a:moveTo>
                  <a:cubicBezTo>
                    <a:pt x="92" y="1"/>
                    <a:pt x="0" y="92"/>
                    <a:pt x="0" y="207"/>
                  </a:cubicBezTo>
                  <a:lnTo>
                    <a:pt x="0" y="2614"/>
                  </a:lnTo>
                  <a:cubicBezTo>
                    <a:pt x="0" y="2724"/>
                    <a:pt x="92" y="2816"/>
                    <a:pt x="202" y="2816"/>
                  </a:cubicBezTo>
                  <a:lnTo>
                    <a:pt x="1629" y="2816"/>
                  </a:lnTo>
                  <a:cubicBezTo>
                    <a:pt x="1744" y="2816"/>
                    <a:pt x="1836" y="2724"/>
                    <a:pt x="1836" y="2614"/>
                  </a:cubicBezTo>
                  <a:lnTo>
                    <a:pt x="1836" y="207"/>
                  </a:lnTo>
                  <a:cubicBezTo>
                    <a:pt x="1836" y="92"/>
                    <a:pt x="1744" y="1"/>
                    <a:pt x="16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86"/>
            <p:cNvSpPr/>
            <p:nvPr/>
          </p:nvSpPr>
          <p:spPr>
            <a:xfrm>
              <a:off x="5310807" y="2022849"/>
              <a:ext cx="368274" cy="281226"/>
            </a:xfrm>
            <a:custGeom>
              <a:rect b="b" l="l" r="r" t="t"/>
              <a:pathLst>
                <a:path extrusionOk="0" h="10742" w="14067">
                  <a:moveTo>
                    <a:pt x="2556" y="518"/>
                  </a:moveTo>
                  <a:cubicBezTo>
                    <a:pt x="2567" y="518"/>
                    <a:pt x="2579" y="518"/>
                    <a:pt x="2590" y="519"/>
                  </a:cubicBezTo>
                  <a:lnTo>
                    <a:pt x="6486" y="788"/>
                  </a:lnTo>
                  <a:lnTo>
                    <a:pt x="6486" y="1139"/>
                  </a:lnTo>
                  <a:lnTo>
                    <a:pt x="2590" y="1413"/>
                  </a:lnTo>
                  <a:cubicBezTo>
                    <a:pt x="2580" y="1413"/>
                    <a:pt x="2571" y="1414"/>
                    <a:pt x="2562" y="1414"/>
                  </a:cubicBezTo>
                  <a:cubicBezTo>
                    <a:pt x="2162" y="1414"/>
                    <a:pt x="1958" y="921"/>
                    <a:pt x="2254" y="639"/>
                  </a:cubicBezTo>
                  <a:cubicBezTo>
                    <a:pt x="2337" y="561"/>
                    <a:pt x="2443" y="518"/>
                    <a:pt x="2556" y="518"/>
                  </a:cubicBezTo>
                  <a:close/>
                  <a:moveTo>
                    <a:pt x="7279" y="409"/>
                  </a:moveTo>
                  <a:cubicBezTo>
                    <a:pt x="7485" y="409"/>
                    <a:pt x="7653" y="577"/>
                    <a:pt x="7653" y="788"/>
                  </a:cubicBezTo>
                  <a:lnTo>
                    <a:pt x="7653" y="1672"/>
                  </a:lnTo>
                  <a:lnTo>
                    <a:pt x="6899" y="1672"/>
                  </a:lnTo>
                  <a:lnTo>
                    <a:pt x="6899" y="788"/>
                  </a:lnTo>
                  <a:cubicBezTo>
                    <a:pt x="6899" y="577"/>
                    <a:pt x="7067" y="409"/>
                    <a:pt x="7279" y="409"/>
                  </a:cubicBezTo>
                  <a:close/>
                  <a:moveTo>
                    <a:pt x="7903" y="2085"/>
                  </a:moveTo>
                  <a:lnTo>
                    <a:pt x="7903" y="2350"/>
                  </a:lnTo>
                  <a:lnTo>
                    <a:pt x="6649" y="2350"/>
                  </a:lnTo>
                  <a:lnTo>
                    <a:pt x="6649" y="2085"/>
                  </a:lnTo>
                  <a:close/>
                  <a:moveTo>
                    <a:pt x="7399" y="2763"/>
                  </a:moveTo>
                  <a:lnTo>
                    <a:pt x="7399" y="3022"/>
                  </a:lnTo>
                  <a:lnTo>
                    <a:pt x="7154" y="3022"/>
                  </a:lnTo>
                  <a:lnTo>
                    <a:pt x="7154" y="2763"/>
                  </a:lnTo>
                  <a:close/>
                  <a:moveTo>
                    <a:pt x="10507" y="4449"/>
                  </a:moveTo>
                  <a:cubicBezTo>
                    <a:pt x="10666" y="4449"/>
                    <a:pt x="10795" y="4583"/>
                    <a:pt x="10786" y="4747"/>
                  </a:cubicBezTo>
                  <a:lnTo>
                    <a:pt x="10786" y="5861"/>
                  </a:lnTo>
                  <a:cubicBezTo>
                    <a:pt x="10728" y="5832"/>
                    <a:pt x="10675" y="5789"/>
                    <a:pt x="10622" y="5760"/>
                  </a:cubicBezTo>
                  <a:cubicBezTo>
                    <a:pt x="10272" y="5549"/>
                    <a:pt x="10272" y="5501"/>
                    <a:pt x="10228" y="5458"/>
                  </a:cubicBezTo>
                  <a:lnTo>
                    <a:pt x="10228" y="4747"/>
                  </a:lnTo>
                  <a:cubicBezTo>
                    <a:pt x="10219" y="4583"/>
                    <a:pt x="10349" y="4449"/>
                    <a:pt x="10507" y="4449"/>
                  </a:cubicBezTo>
                  <a:close/>
                  <a:moveTo>
                    <a:pt x="9705" y="3642"/>
                  </a:moveTo>
                  <a:cubicBezTo>
                    <a:pt x="11574" y="3647"/>
                    <a:pt x="13130" y="5073"/>
                    <a:pt x="13293" y="6937"/>
                  </a:cubicBezTo>
                  <a:lnTo>
                    <a:pt x="11199" y="6044"/>
                  </a:lnTo>
                  <a:lnTo>
                    <a:pt x="11199" y="4747"/>
                  </a:lnTo>
                  <a:cubicBezTo>
                    <a:pt x="11199" y="4362"/>
                    <a:pt x="10887" y="4055"/>
                    <a:pt x="10507" y="4055"/>
                  </a:cubicBezTo>
                  <a:cubicBezTo>
                    <a:pt x="10123" y="4055"/>
                    <a:pt x="9815" y="4362"/>
                    <a:pt x="9815" y="4747"/>
                  </a:cubicBezTo>
                  <a:lnTo>
                    <a:pt x="9815" y="4881"/>
                  </a:lnTo>
                  <a:cubicBezTo>
                    <a:pt x="9503" y="4233"/>
                    <a:pt x="9609" y="3868"/>
                    <a:pt x="9585" y="3642"/>
                  </a:cubicBezTo>
                  <a:close/>
                  <a:moveTo>
                    <a:pt x="11204" y="8888"/>
                  </a:moveTo>
                  <a:lnTo>
                    <a:pt x="11655" y="9378"/>
                  </a:lnTo>
                  <a:cubicBezTo>
                    <a:pt x="12006" y="9757"/>
                    <a:pt x="11900" y="10180"/>
                    <a:pt x="11919" y="10329"/>
                  </a:cubicBezTo>
                  <a:lnTo>
                    <a:pt x="7966" y="10329"/>
                  </a:lnTo>
                  <a:cubicBezTo>
                    <a:pt x="7985" y="10175"/>
                    <a:pt x="7879" y="9753"/>
                    <a:pt x="8235" y="9378"/>
                  </a:cubicBezTo>
                  <a:lnTo>
                    <a:pt x="8686" y="8888"/>
                  </a:lnTo>
                  <a:close/>
                  <a:moveTo>
                    <a:pt x="7273" y="0"/>
                  </a:moveTo>
                  <a:cubicBezTo>
                    <a:pt x="7019" y="0"/>
                    <a:pt x="6765" y="130"/>
                    <a:pt x="6606" y="389"/>
                  </a:cubicBezTo>
                  <a:lnTo>
                    <a:pt x="2609" y="111"/>
                  </a:lnTo>
                  <a:cubicBezTo>
                    <a:pt x="2587" y="109"/>
                    <a:pt x="2565" y="108"/>
                    <a:pt x="2543" y="108"/>
                  </a:cubicBezTo>
                  <a:cubicBezTo>
                    <a:pt x="2326" y="108"/>
                    <a:pt x="2118" y="193"/>
                    <a:pt x="1961" y="341"/>
                  </a:cubicBezTo>
                  <a:cubicBezTo>
                    <a:pt x="1399" y="870"/>
                    <a:pt x="1773" y="1826"/>
                    <a:pt x="2552" y="1826"/>
                  </a:cubicBezTo>
                  <a:cubicBezTo>
                    <a:pt x="2557" y="1826"/>
                    <a:pt x="2560" y="1826"/>
                    <a:pt x="2563" y="1826"/>
                  </a:cubicBezTo>
                  <a:cubicBezTo>
                    <a:pt x="2600" y="1826"/>
                    <a:pt x="2734" y="1814"/>
                    <a:pt x="6476" y="1552"/>
                  </a:cubicBezTo>
                  <a:lnTo>
                    <a:pt x="6476" y="1672"/>
                  </a:lnTo>
                  <a:lnTo>
                    <a:pt x="6433" y="1672"/>
                  </a:lnTo>
                  <a:cubicBezTo>
                    <a:pt x="6318" y="1672"/>
                    <a:pt x="6227" y="1763"/>
                    <a:pt x="6227" y="1879"/>
                  </a:cubicBezTo>
                  <a:lnTo>
                    <a:pt x="6227" y="2556"/>
                  </a:lnTo>
                  <a:cubicBezTo>
                    <a:pt x="6227" y="2667"/>
                    <a:pt x="6318" y="2758"/>
                    <a:pt x="6433" y="2758"/>
                  </a:cubicBezTo>
                  <a:lnTo>
                    <a:pt x="6731" y="2758"/>
                  </a:lnTo>
                  <a:lnTo>
                    <a:pt x="6731" y="3017"/>
                  </a:lnTo>
                  <a:lnTo>
                    <a:pt x="2052" y="3017"/>
                  </a:lnTo>
                  <a:lnTo>
                    <a:pt x="1692" y="1946"/>
                  </a:lnTo>
                  <a:cubicBezTo>
                    <a:pt x="1663" y="1864"/>
                    <a:pt x="1581" y="1807"/>
                    <a:pt x="1495" y="1807"/>
                  </a:cubicBezTo>
                  <a:lnTo>
                    <a:pt x="217" y="1807"/>
                  </a:lnTo>
                  <a:cubicBezTo>
                    <a:pt x="97" y="1807"/>
                    <a:pt x="1" y="1912"/>
                    <a:pt x="15" y="2037"/>
                  </a:cubicBezTo>
                  <a:lnTo>
                    <a:pt x="366" y="5381"/>
                  </a:lnTo>
                  <a:cubicBezTo>
                    <a:pt x="375" y="5487"/>
                    <a:pt x="462" y="5563"/>
                    <a:pt x="568" y="5563"/>
                  </a:cubicBezTo>
                  <a:lnTo>
                    <a:pt x="1499" y="5563"/>
                  </a:lnTo>
                  <a:cubicBezTo>
                    <a:pt x="1576" y="5563"/>
                    <a:pt x="1648" y="5515"/>
                    <a:pt x="1682" y="5443"/>
                  </a:cubicBezTo>
                  <a:lnTo>
                    <a:pt x="2148" y="4449"/>
                  </a:lnTo>
                  <a:lnTo>
                    <a:pt x="5535" y="4449"/>
                  </a:lnTo>
                  <a:cubicBezTo>
                    <a:pt x="5674" y="4454"/>
                    <a:pt x="5790" y="4564"/>
                    <a:pt x="5790" y="4703"/>
                  </a:cubicBezTo>
                  <a:cubicBezTo>
                    <a:pt x="5804" y="6462"/>
                    <a:pt x="5751" y="6611"/>
                    <a:pt x="5847" y="7033"/>
                  </a:cubicBezTo>
                  <a:cubicBezTo>
                    <a:pt x="5865" y="7155"/>
                    <a:pt x="5953" y="7208"/>
                    <a:pt x="6043" y="7208"/>
                  </a:cubicBezTo>
                  <a:cubicBezTo>
                    <a:pt x="6166" y="7208"/>
                    <a:pt x="6293" y="7106"/>
                    <a:pt x="6246" y="6942"/>
                  </a:cubicBezTo>
                  <a:cubicBezTo>
                    <a:pt x="6169" y="6591"/>
                    <a:pt x="6212" y="6443"/>
                    <a:pt x="6203" y="4703"/>
                  </a:cubicBezTo>
                  <a:cubicBezTo>
                    <a:pt x="6198" y="4334"/>
                    <a:pt x="5905" y="4041"/>
                    <a:pt x="5535" y="4041"/>
                  </a:cubicBezTo>
                  <a:lnTo>
                    <a:pt x="2018" y="4041"/>
                  </a:lnTo>
                  <a:cubicBezTo>
                    <a:pt x="1937" y="4041"/>
                    <a:pt x="1865" y="4084"/>
                    <a:pt x="1831" y="4161"/>
                  </a:cubicBezTo>
                  <a:lnTo>
                    <a:pt x="1365" y="5155"/>
                  </a:lnTo>
                  <a:lnTo>
                    <a:pt x="755" y="5155"/>
                  </a:lnTo>
                  <a:lnTo>
                    <a:pt x="447" y="2215"/>
                  </a:lnTo>
                  <a:lnTo>
                    <a:pt x="1346" y="2215"/>
                  </a:lnTo>
                  <a:lnTo>
                    <a:pt x="1706" y="3286"/>
                  </a:lnTo>
                  <a:cubicBezTo>
                    <a:pt x="1735" y="3368"/>
                    <a:pt x="1817" y="3426"/>
                    <a:pt x="1903" y="3426"/>
                  </a:cubicBezTo>
                  <a:lnTo>
                    <a:pt x="8989" y="3426"/>
                  </a:lnTo>
                  <a:cubicBezTo>
                    <a:pt x="9085" y="3426"/>
                    <a:pt x="9162" y="3502"/>
                    <a:pt x="9162" y="3594"/>
                  </a:cubicBezTo>
                  <a:lnTo>
                    <a:pt x="9162" y="3968"/>
                  </a:lnTo>
                  <a:cubicBezTo>
                    <a:pt x="9167" y="4973"/>
                    <a:pt x="9767" y="5885"/>
                    <a:pt x="10694" y="6284"/>
                  </a:cubicBezTo>
                  <a:lnTo>
                    <a:pt x="13639" y="7533"/>
                  </a:lnTo>
                  <a:cubicBezTo>
                    <a:pt x="13572" y="8066"/>
                    <a:pt x="13116" y="8470"/>
                    <a:pt x="12578" y="8475"/>
                  </a:cubicBezTo>
                  <a:lnTo>
                    <a:pt x="8163" y="8475"/>
                  </a:lnTo>
                  <a:cubicBezTo>
                    <a:pt x="7567" y="8475"/>
                    <a:pt x="7000" y="8201"/>
                    <a:pt x="6630" y="7735"/>
                  </a:cubicBezTo>
                  <a:cubicBezTo>
                    <a:pt x="6584" y="7681"/>
                    <a:pt x="6529" y="7659"/>
                    <a:pt x="6476" y="7659"/>
                  </a:cubicBezTo>
                  <a:cubicBezTo>
                    <a:pt x="6329" y="7659"/>
                    <a:pt x="6195" y="7831"/>
                    <a:pt x="6308" y="7989"/>
                  </a:cubicBezTo>
                  <a:cubicBezTo>
                    <a:pt x="6746" y="8542"/>
                    <a:pt x="7413" y="8873"/>
                    <a:pt x="8124" y="8883"/>
                  </a:cubicBezTo>
                  <a:lnTo>
                    <a:pt x="7927" y="9094"/>
                  </a:lnTo>
                  <a:cubicBezTo>
                    <a:pt x="7447" y="9608"/>
                    <a:pt x="7572" y="10190"/>
                    <a:pt x="7553" y="10324"/>
                  </a:cubicBezTo>
                  <a:lnTo>
                    <a:pt x="6875" y="10324"/>
                  </a:lnTo>
                  <a:lnTo>
                    <a:pt x="6207" y="9719"/>
                  </a:lnTo>
                  <a:cubicBezTo>
                    <a:pt x="6162" y="9678"/>
                    <a:pt x="6113" y="9661"/>
                    <a:pt x="6067" y="9661"/>
                  </a:cubicBezTo>
                  <a:cubicBezTo>
                    <a:pt x="5902" y="9661"/>
                    <a:pt x="5766" y="9880"/>
                    <a:pt x="5924" y="10026"/>
                  </a:cubicBezTo>
                  <a:cubicBezTo>
                    <a:pt x="6654" y="10665"/>
                    <a:pt x="6649" y="10737"/>
                    <a:pt x="6789" y="10737"/>
                  </a:cubicBezTo>
                  <a:cubicBezTo>
                    <a:pt x="7720" y="10735"/>
                    <a:pt x="8515" y="10734"/>
                    <a:pt x="9194" y="10734"/>
                  </a:cubicBezTo>
                  <a:cubicBezTo>
                    <a:pt x="11131" y="10734"/>
                    <a:pt x="12123" y="10742"/>
                    <a:pt x="12641" y="10742"/>
                  </a:cubicBezTo>
                  <a:cubicBezTo>
                    <a:pt x="13237" y="10742"/>
                    <a:pt x="13202" y="10731"/>
                    <a:pt x="13255" y="10684"/>
                  </a:cubicBezTo>
                  <a:lnTo>
                    <a:pt x="13952" y="10046"/>
                  </a:lnTo>
                  <a:cubicBezTo>
                    <a:pt x="14038" y="9969"/>
                    <a:pt x="14043" y="9839"/>
                    <a:pt x="13966" y="9753"/>
                  </a:cubicBezTo>
                  <a:cubicBezTo>
                    <a:pt x="13926" y="9713"/>
                    <a:pt x="13873" y="9692"/>
                    <a:pt x="13819" y="9692"/>
                  </a:cubicBezTo>
                  <a:cubicBezTo>
                    <a:pt x="13769" y="9692"/>
                    <a:pt x="13720" y="9710"/>
                    <a:pt x="13683" y="9748"/>
                  </a:cubicBezTo>
                  <a:lnTo>
                    <a:pt x="13039" y="10324"/>
                  </a:lnTo>
                  <a:lnTo>
                    <a:pt x="12328" y="10324"/>
                  </a:lnTo>
                  <a:lnTo>
                    <a:pt x="12328" y="10046"/>
                  </a:lnTo>
                  <a:cubicBezTo>
                    <a:pt x="12328" y="9344"/>
                    <a:pt x="11847" y="9003"/>
                    <a:pt x="11761" y="8888"/>
                  </a:cubicBezTo>
                  <a:lnTo>
                    <a:pt x="12582" y="8888"/>
                  </a:lnTo>
                  <a:cubicBezTo>
                    <a:pt x="13399" y="8888"/>
                    <a:pt x="14067" y="8225"/>
                    <a:pt x="14067" y="7403"/>
                  </a:cubicBezTo>
                  <a:cubicBezTo>
                    <a:pt x="14067" y="7322"/>
                    <a:pt x="14019" y="7245"/>
                    <a:pt x="13942" y="7216"/>
                  </a:cubicBezTo>
                  <a:lnTo>
                    <a:pt x="13716" y="7120"/>
                  </a:lnTo>
                  <a:cubicBezTo>
                    <a:pt x="13644" y="4948"/>
                    <a:pt x="11867" y="3229"/>
                    <a:pt x="9695" y="3229"/>
                  </a:cubicBezTo>
                  <a:lnTo>
                    <a:pt x="9431" y="3229"/>
                  </a:lnTo>
                  <a:cubicBezTo>
                    <a:pt x="9320" y="3094"/>
                    <a:pt x="9162" y="3017"/>
                    <a:pt x="8989" y="3017"/>
                  </a:cubicBezTo>
                  <a:lnTo>
                    <a:pt x="7802" y="3017"/>
                  </a:lnTo>
                  <a:lnTo>
                    <a:pt x="7802" y="2763"/>
                  </a:lnTo>
                  <a:lnTo>
                    <a:pt x="8100" y="2763"/>
                  </a:lnTo>
                  <a:cubicBezTo>
                    <a:pt x="8211" y="2763"/>
                    <a:pt x="8302" y="2671"/>
                    <a:pt x="8302" y="2556"/>
                  </a:cubicBezTo>
                  <a:lnTo>
                    <a:pt x="8302" y="1879"/>
                  </a:lnTo>
                  <a:cubicBezTo>
                    <a:pt x="8302" y="1768"/>
                    <a:pt x="8211" y="1677"/>
                    <a:pt x="8100" y="1677"/>
                  </a:cubicBezTo>
                  <a:lnTo>
                    <a:pt x="8052" y="1677"/>
                  </a:lnTo>
                  <a:lnTo>
                    <a:pt x="8052" y="1547"/>
                  </a:lnTo>
                  <a:cubicBezTo>
                    <a:pt x="11739" y="1806"/>
                    <a:pt x="11971" y="1821"/>
                    <a:pt x="12012" y="1821"/>
                  </a:cubicBezTo>
                  <a:cubicBezTo>
                    <a:pt x="12017" y="1821"/>
                    <a:pt x="12019" y="1821"/>
                    <a:pt x="12025" y="1821"/>
                  </a:cubicBezTo>
                  <a:cubicBezTo>
                    <a:pt x="12799" y="1821"/>
                    <a:pt x="13178" y="870"/>
                    <a:pt x="12616" y="341"/>
                  </a:cubicBezTo>
                  <a:cubicBezTo>
                    <a:pt x="12455" y="193"/>
                    <a:pt x="12246" y="108"/>
                    <a:pt x="12032" y="108"/>
                  </a:cubicBezTo>
                  <a:cubicBezTo>
                    <a:pt x="12011" y="108"/>
                    <a:pt x="11989" y="109"/>
                    <a:pt x="11968" y="111"/>
                  </a:cubicBezTo>
                  <a:lnTo>
                    <a:pt x="10963" y="178"/>
                  </a:lnTo>
                  <a:cubicBezTo>
                    <a:pt x="10696" y="197"/>
                    <a:pt x="10717" y="592"/>
                    <a:pt x="10974" y="592"/>
                  </a:cubicBezTo>
                  <a:cubicBezTo>
                    <a:pt x="10980" y="592"/>
                    <a:pt x="10986" y="592"/>
                    <a:pt x="10992" y="591"/>
                  </a:cubicBezTo>
                  <a:lnTo>
                    <a:pt x="11996" y="524"/>
                  </a:lnTo>
                  <a:cubicBezTo>
                    <a:pt x="12008" y="523"/>
                    <a:pt x="12019" y="523"/>
                    <a:pt x="12030" y="523"/>
                  </a:cubicBezTo>
                  <a:cubicBezTo>
                    <a:pt x="12270" y="523"/>
                    <a:pt x="12472" y="718"/>
                    <a:pt x="12472" y="971"/>
                  </a:cubicBezTo>
                  <a:cubicBezTo>
                    <a:pt x="12472" y="1219"/>
                    <a:pt x="12270" y="1414"/>
                    <a:pt x="12030" y="1414"/>
                  </a:cubicBezTo>
                  <a:cubicBezTo>
                    <a:pt x="12019" y="1414"/>
                    <a:pt x="12008" y="1414"/>
                    <a:pt x="11996" y="1413"/>
                  </a:cubicBezTo>
                  <a:lnTo>
                    <a:pt x="8100" y="1144"/>
                  </a:lnTo>
                  <a:lnTo>
                    <a:pt x="8100" y="793"/>
                  </a:lnTo>
                  <a:lnTo>
                    <a:pt x="9945" y="663"/>
                  </a:lnTo>
                  <a:cubicBezTo>
                    <a:pt x="10213" y="645"/>
                    <a:pt x="10191" y="250"/>
                    <a:pt x="9934" y="250"/>
                  </a:cubicBezTo>
                  <a:cubicBezTo>
                    <a:pt x="9929" y="250"/>
                    <a:pt x="9922" y="250"/>
                    <a:pt x="9916" y="250"/>
                  </a:cubicBezTo>
                  <a:lnTo>
                    <a:pt x="7937" y="389"/>
                  </a:lnTo>
                  <a:cubicBezTo>
                    <a:pt x="7781" y="130"/>
                    <a:pt x="7527" y="0"/>
                    <a:pt x="7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4" name="Google Shape;14114;p86"/>
          <p:cNvGrpSpPr/>
          <p:nvPr/>
        </p:nvGrpSpPr>
        <p:grpSpPr>
          <a:xfrm>
            <a:off x="4865589" y="2022430"/>
            <a:ext cx="375788" cy="281828"/>
            <a:chOff x="4865589" y="2022430"/>
            <a:chExt cx="375788" cy="281828"/>
          </a:xfrm>
        </p:grpSpPr>
        <p:sp>
          <p:nvSpPr>
            <p:cNvPr id="14115" name="Google Shape;14115;p86"/>
            <p:cNvSpPr/>
            <p:nvPr/>
          </p:nvSpPr>
          <p:spPr>
            <a:xfrm>
              <a:off x="5145794" y="2106599"/>
              <a:ext cx="87572" cy="113595"/>
            </a:xfrm>
            <a:custGeom>
              <a:rect b="b" l="l" r="r" t="t"/>
              <a:pathLst>
                <a:path extrusionOk="0" h="4339" w="3345">
                  <a:moveTo>
                    <a:pt x="1" y="1"/>
                  </a:moveTo>
                  <a:lnTo>
                    <a:pt x="1" y="4339"/>
                  </a:lnTo>
                  <a:cubicBezTo>
                    <a:pt x="1" y="4339"/>
                    <a:pt x="1386" y="3035"/>
                    <a:pt x="2698" y="3035"/>
                  </a:cubicBezTo>
                  <a:cubicBezTo>
                    <a:pt x="2918" y="3035"/>
                    <a:pt x="3135" y="3072"/>
                    <a:pt x="3344" y="3157"/>
                  </a:cubicBezTo>
                  <a:lnTo>
                    <a:pt x="3344" y="1183"/>
                  </a:lnTo>
                  <a:cubicBezTo>
                    <a:pt x="3135" y="1268"/>
                    <a:pt x="2916" y="1305"/>
                    <a:pt x="2696" y="1305"/>
                  </a:cubicBezTo>
                  <a:cubicBezTo>
                    <a:pt x="1382" y="1305"/>
                    <a:pt x="1" y="1"/>
                    <a:pt x="1"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86"/>
            <p:cNvSpPr/>
            <p:nvPr/>
          </p:nvSpPr>
          <p:spPr>
            <a:xfrm>
              <a:off x="5145794" y="2106494"/>
              <a:ext cx="33615" cy="113700"/>
            </a:xfrm>
            <a:custGeom>
              <a:rect b="b" l="l" r="r" t="t"/>
              <a:pathLst>
                <a:path extrusionOk="0" h="4343" w="1284">
                  <a:moveTo>
                    <a:pt x="1" y="0"/>
                  </a:moveTo>
                  <a:lnTo>
                    <a:pt x="1" y="4343"/>
                  </a:lnTo>
                  <a:cubicBezTo>
                    <a:pt x="318" y="4059"/>
                    <a:pt x="659" y="3805"/>
                    <a:pt x="1019" y="3589"/>
                  </a:cubicBezTo>
                  <a:cubicBezTo>
                    <a:pt x="1283" y="2661"/>
                    <a:pt x="1283" y="1681"/>
                    <a:pt x="1019" y="754"/>
                  </a:cubicBezTo>
                  <a:cubicBezTo>
                    <a:pt x="654" y="538"/>
                    <a:pt x="313" y="283"/>
                    <a:pt x="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86"/>
            <p:cNvSpPr/>
            <p:nvPr/>
          </p:nvSpPr>
          <p:spPr>
            <a:xfrm>
              <a:off x="4874255" y="2027719"/>
              <a:ext cx="286776" cy="270911"/>
            </a:xfrm>
            <a:custGeom>
              <a:rect b="b" l="l" r="r" t="t"/>
              <a:pathLst>
                <a:path extrusionOk="0" h="10348" w="10954">
                  <a:moveTo>
                    <a:pt x="5533" y="1"/>
                  </a:moveTo>
                  <a:cubicBezTo>
                    <a:pt x="5345" y="1"/>
                    <a:pt x="5157" y="14"/>
                    <a:pt x="4973" y="35"/>
                  </a:cubicBezTo>
                  <a:cubicBezTo>
                    <a:pt x="4733" y="69"/>
                    <a:pt x="4493" y="117"/>
                    <a:pt x="4257" y="179"/>
                  </a:cubicBezTo>
                  <a:cubicBezTo>
                    <a:pt x="1625" y="890"/>
                    <a:pt x="1" y="3523"/>
                    <a:pt x="534" y="6194"/>
                  </a:cubicBezTo>
                  <a:cubicBezTo>
                    <a:pt x="1026" y="8636"/>
                    <a:pt x="3172" y="10347"/>
                    <a:pt x="5604" y="10347"/>
                  </a:cubicBezTo>
                  <a:cubicBezTo>
                    <a:pt x="5832" y="10347"/>
                    <a:pt x="6062" y="10332"/>
                    <a:pt x="6294" y="10302"/>
                  </a:cubicBezTo>
                  <a:cubicBezTo>
                    <a:pt x="8994" y="9946"/>
                    <a:pt x="10954" y="7554"/>
                    <a:pt x="10776" y="4835"/>
                  </a:cubicBezTo>
                  <a:cubicBezTo>
                    <a:pt x="10598" y="2115"/>
                    <a:pt x="8341" y="2"/>
                    <a:pt x="5617" y="2"/>
                  </a:cubicBezTo>
                  <a:cubicBezTo>
                    <a:pt x="5589" y="1"/>
                    <a:pt x="5561" y="1"/>
                    <a:pt x="5533"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86"/>
            <p:cNvSpPr/>
            <p:nvPr/>
          </p:nvSpPr>
          <p:spPr>
            <a:xfrm>
              <a:off x="4914389" y="2056543"/>
              <a:ext cx="260229" cy="242479"/>
            </a:xfrm>
            <a:custGeom>
              <a:rect b="b" l="l" r="r" t="t"/>
              <a:pathLst>
                <a:path extrusionOk="0" h="9262" w="9940">
                  <a:moveTo>
                    <a:pt x="7274" y="1"/>
                  </a:moveTo>
                  <a:cubicBezTo>
                    <a:pt x="8888" y="2062"/>
                    <a:pt x="8710" y="5007"/>
                    <a:pt x="6856" y="6856"/>
                  </a:cubicBezTo>
                  <a:cubicBezTo>
                    <a:pt x="5852" y="7863"/>
                    <a:pt x="4525" y="8375"/>
                    <a:pt x="3192" y="8375"/>
                  </a:cubicBezTo>
                  <a:cubicBezTo>
                    <a:pt x="2069" y="8375"/>
                    <a:pt x="942" y="8012"/>
                    <a:pt x="0" y="7274"/>
                  </a:cubicBezTo>
                  <a:lnTo>
                    <a:pt x="0" y="7274"/>
                  </a:lnTo>
                  <a:cubicBezTo>
                    <a:pt x="1029" y="8590"/>
                    <a:pt x="2552" y="9261"/>
                    <a:pt x="4081" y="9261"/>
                  </a:cubicBezTo>
                  <a:cubicBezTo>
                    <a:pt x="5401" y="9261"/>
                    <a:pt x="6725" y="8762"/>
                    <a:pt x="7744" y="7745"/>
                  </a:cubicBezTo>
                  <a:cubicBezTo>
                    <a:pt x="9940" y="5545"/>
                    <a:pt x="9724" y="1918"/>
                    <a:pt x="7274"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86"/>
            <p:cNvSpPr/>
            <p:nvPr/>
          </p:nvSpPr>
          <p:spPr>
            <a:xfrm>
              <a:off x="4877161" y="2084844"/>
              <a:ext cx="73095" cy="157237"/>
            </a:xfrm>
            <a:custGeom>
              <a:rect b="b" l="l" r="r" t="t"/>
              <a:pathLst>
                <a:path extrusionOk="0" h="6006" w="2792">
                  <a:moveTo>
                    <a:pt x="1374" y="1"/>
                  </a:moveTo>
                  <a:cubicBezTo>
                    <a:pt x="1341" y="1"/>
                    <a:pt x="1312" y="6"/>
                    <a:pt x="1273" y="6"/>
                  </a:cubicBezTo>
                  <a:cubicBezTo>
                    <a:pt x="0" y="1802"/>
                    <a:pt x="0" y="4209"/>
                    <a:pt x="1273" y="6001"/>
                  </a:cubicBezTo>
                  <a:cubicBezTo>
                    <a:pt x="1312" y="6006"/>
                    <a:pt x="1341" y="6006"/>
                    <a:pt x="1374" y="6006"/>
                  </a:cubicBezTo>
                  <a:cubicBezTo>
                    <a:pt x="1730" y="6006"/>
                    <a:pt x="2052" y="5727"/>
                    <a:pt x="2297" y="5261"/>
                  </a:cubicBezTo>
                  <a:lnTo>
                    <a:pt x="2590" y="4521"/>
                  </a:lnTo>
                  <a:cubicBezTo>
                    <a:pt x="2715" y="4027"/>
                    <a:pt x="2782" y="3517"/>
                    <a:pt x="2782" y="3008"/>
                  </a:cubicBezTo>
                  <a:cubicBezTo>
                    <a:pt x="2791" y="1375"/>
                    <a:pt x="2157" y="15"/>
                    <a:pt x="137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86"/>
            <p:cNvSpPr/>
            <p:nvPr/>
          </p:nvSpPr>
          <p:spPr>
            <a:xfrm>
              <a:off x="4907844" y="2084713"/>
              <a:ext cx="42281" cy="157368"/>
            </a:xfrm>
            <a:custGeom>
              <a:rect b="b" l="l" r="r" t="t"/>
              <a:pathLst>
                <a:path extrusionOk="0" h="6011" w="1615">
                  <a:moveTo>
                    <a:pt x="202" y="1"/>
                  </a:moveTo>
                  <a:cubicBezTo>
                    <a:pt x="169" y="1"/>
                    <a:pt x="140" y="1"/>
                    <a:pt x="101" y="6"/>
                  </a:cubicBezTo>
                  <a:lnTo>
                    <a:pt x="0" y="155"/>
                  </a:lnTo>
                  <a:cubicBezTo>
                    <a:pt x="563" y="563"/>
                    <a:pt x="971" y="1697"/>
                    <a:pt x="961" y="3008"/>
                  </a:cubicBezTo>
                  <a:cubicBezTo>
                    <a:pt x="961" y="3517"/>
                    <a:pt x="894" y="4027"/>
                    <a:pt x="769" y="4522"/>
                  </a:cubicBezTo>
                  <a:lnTo>
                    <a:pt x="486" y="5266"/>
                  </a:lnTo>
                  <a:cubicBezTo>
                    <a:pt x="370" y="5497"/>
                    <a:pt x="207" y="5698"/>
                    <a:pt x="5" y="5857"/>
                  </a:cubicBezTo>
                  <a:lnTo>
                    <a:pt x="106" y="6006"/>
                  </a:lnTo>
                  <a:cubicBezTo>
                    <a:pt x="140" y="6011"/>
                    <a:pt x="173" y="6011"/>
                    <a:pt x="207" y="6011"/>
                  </a:cubicBezTo>
                  <a:cubicBezTo>
                    <a:pt x="563" y="6011"/>
                    <a:pt x="884" y="5732"/>
                    <a:pt x="1134" y="5266"/>
                  </a:cubicBezTo>
                  <a:lnTo>
                    <a:pt x="1129" y="5266"/>
                  </a:lnTo>
                  <a:lnTo>
                    <a:pt x="1422" y="4522"/>
                  </a:lnTo>
                  <a:cubicBezTo>
                    <a:pt x="1547" y="4027"/>
                    <a:pt x="1610" y="3517"/>
                    <a:pt x="1610" y="3008"/>
                  </a:cubicBezTo>
                  <a:cubicBezTo>
                    <a:pt x="1615" y="1375"/>
                    <a:pt x="980" y="11"/>
                    <a:pt x="202"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86"/>
            <p:cNvSpPr/>
            <p:nvPr/>
          </p:nvSpPr>
          <p:spPr>
            <a:xfrm>
              <a:off x="4881062" y="2128486"/>
              <a:ext cx="36364" cy="69822"/>
            </a:xfrm>
            <a:custGeom>
              <a:rect b="b" l="l" r="r" t="t"/>
              <a:pathLst>
                <a:path extrusionOk="0" h="2667" w="1389">
                  <a:moveTo>
                    <a:pt x="692" y="1"/>
                  </a:moveTo>
                  <a:cubicBezTo>
                    <a:pt x="308" y="1"/>
                    <a:pt x="0" y="596"/>
                    <a:pt x="0" y="1336"/>
                  </a:cubicBezTo>
                  <a:cubicBezTo>
                    <a:pt x="0" y="2071"/>
                    <a:pt x="308" y="2667"/>
                    <a:pt x="692" y="2667"/>
                  </a:cubicBezTo>
                  <a:cubicBezTo>
                    <a:pt x="1076" y="2667"/>
                    <a:pt x="1389" y="2066"/>
                    <a:pt x="1389" y="1336"/>
                  </a:cubicBezTo>
                  <a:cubicBezTo>
                    <a:pt x="1389" y="601"/>
                    <a:pt x="1076" y="1"/>
                    <a:pt x="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86"/>
            <p:cNvSpPr/>
            <p:nvPr/>
          </p:nvSpPr>
          <p:spPr>
            <a:xfrm>
              <a:off x="4865589" y="2022430"/>
              <a:ext cx="375788" cy="281828"/>
            </a:xfrm>
            <a:custGeom>
              <a:rect b="b" l="l" r="r" t="t"/>
              <a:pathLst>
                <a:path extrusionOk="0" h="10765" w="14354">
                  <a:moveTo>
                    <a:pt x="5941" y="1"/>
                  </a:moveTo>
                  <a:cubicBezTo>
                    <a:pt x="5805" y="1"/>
                    <a:pt x="5668" y="6"/>
                    <a:pt x="5530" y="16"/>
                  </a:cubicBezTo>
                  <a:cubicBezTo>
                    <a:pt x="5262" y="35"/>
                    <a:pt x="5284" y="430"/>
                    <a:pt x="5545" y="430"/>
                  </a:cubicBezTo>
                  <a:cubicBezTo>
                    <a:pt x="5551" y="430"/>
                    <a:pt x="5557" y="430"/>
                    <a:pt x="5563" y="430"/>
                  </a:cubicBezTo>
                  <a:cubicBezTo>
                    <a:pt x="5694" y="419"/>
                    <a:pt x="5824" y="414"/>
                    <a:pt x="5953" y="414"/>
                  </a:cubicBezTo>
                  <a:cubicBezTo>
                    <a:pt x="8196" y="414"/>
                    <a:pt x="10123" y="1930"/>
                    <a:pt x="10718" y="4052"/>
                  </a:cubicBezTo>
                  <a:cubicBezTo>
                    <a:pt x="10651" y="4148"/>
                    <a:pt x="10564" y="4234"/>
                    <a:pt x="10473" y="4306"/>
                  </a:cubicBezTo>
                  <a:cubicBezTo>
                    <a:pt x="10313" y="4419"/>
                    <a:pt x="10145" y="4465"/>
                    <a:pt x="9974" y="4465"/>
                  </a:cubicBezTo>
                  <a:cubicBezTo>
                    <a:pt x="9678" y="4465"/>
                    <a:pt x="9371" y="4326"/>
                    <a:pt x="9075" y="4153"/>
                  </a:cubicBezTo>
                  <a:cubicBezTo>
                    <a:pt x="8816" y="3567"/>
                    <a:pt x="9138" y="3211"/>
                    <a:pt x="9157" y="3197"/>
                  </a:cubicBezTo>
                  <a:cubicBezTo>
                    <a:pt x="9234" y="3115"/>
                    <a:pt x="9234" y="2990"/>
                    <a:pt x="9157" y="2908"/>
                  </a:cubicBezTo>
                  <a:cubicBezTo>
                    <a:pt x="9115" y="2866"/>
                    <a:pt x="9060" y="2845"/>
                    <a:pt x="9006" y="2845"/>
                  </a:cubicBezTo>
                  <a:cubicBezTo>
                    <a:pt x="8954" y="2845"/>
                    <a:pt x="8903" y="2864"/>
                    <a:pt x="8864" y="2904"/>
                  </a:cubicBezTo>
                  <a:cubicBezTo>
                    <a:pt x="8638" y="3153"/>
                    <a:pt x="8532" y="3490"/>
                    <a:pt x="8566" y="3826"/>
                  </a:cubicBezTo>
                  <a:cubicBezTo>
                    <a:pt x="8320" y="3678"/>
                    <a:pt x="8042" y="3566"/>
                    <a:pt x="7548" y="3566"/>
                  </a:cubicBezTo>
                  <a:cubicBezTo>
                    <a:pt x="7464" y="3566"/>
                    <a:pt x="7372" y="3569"/>
                    <a:pt x="7274" y="3576"/>
                  </a:cubicBezTo>
                  <a:cubicBezTo>
                    <a:pt x="7006" y="3590"/>
                    <a:pt x="7027" y="3985"/>
                    <a:pt x="7284" y="3985"/>
                  </a:cubicBezTo>
                  <a:cubicBezTo>
                    <a:pt x="7290" y="3985"/>
                    <a:pt x="7296" y="3985"/>
                    <a:pt x="7302" y="3984"/>
                  </a:cubicBezTo>
                  <a:cubicBezTo>
                    <a:pt x="7387" y="3979"/>
                    <a:pt x="7465" y="3977"/>
                    <a:pt x="7537" y="3977"/>
                  </a:cubicBezTo>
                  <a:cubicBezTo>
                    <a:pt x="8231" y="3977"/>
                    <a:pt x="8349" y="4218"/>
                    <a:pt x="8811" y="4479"/>
                  </a:cubicBezTo>
                  <a:cubicBezTo>
                    <a:pt x="9202" y="4719"/>
                    <a:pt x="9600" y="4885"/>
                    <a:pt x="9983" y="4885"/>
                  </a:cubicBezTo>
                  <a:cubicBezTo>
                    <a:pt x="10283" y="4885"/>
                    <a:pt x="10573" y="4784"/>
                    <a:pt x="10843" y="4537"/>
                  </a:cubicBezTo>
                  <a:cubicBezTo>
                    <a:pt x="10987" y="5368"/>
                    <a:pt x="10915" y="5632"/>
                    <a:pt x="10862" y="6050"/>
                  </a:cubicBezTo>
                  <a:cubicBezTo>
                    <a:pt x="10454" y="6113"/>
                    <a:pt x="10050" y="6218"/>
                    <a:pt x="9661" y="6372"/>
                  </a:cubicBezTo>
                  <a:cubicBezTo>
                    <a:pt x="9118" y="6583"/>
                    <a:pt x="8614" y="6886"/>
                    <a:pt x="8172" y="7275"/>
                  </a:cubicBezTo>
                  <a:cubicBezTo>
                    <a:pt x="7788" y="6968"/>
                    <a:pt x="7860" y="6439"/>
                    <a:pt x="7865" y="6415"/>
                  </a:cubicBezTo>
                  <a:cubicBezTo>
                    <a:pt x="7891" y="6264"/>
                    <a:pt x="7776" y="6177"/>
                    <a:pt x="7662" y="6177"/>
                  </a:cubicBezTo>
                  <a:cubicBezTo>
                    <a:pt x="7573" y="6177"/>
                    <a:pt x="7485" y="6230"/>
                    <a:pt x="7466" y="6348"/>
                  </a:cubicBezTo>
                  <a:cubicBezTo>
                    <a:pt x="7456" y="6382"/>
                    <a:pt x="7346" y="7097"/>
                    <a:pt x="7874" y="7559"/>
                  </a:cubicBezTo>
                  <a:cubicBezTo>
                    <a:pt x="7735" y="7708"/>
                    <a:pt x="7610" y="7861"/>
                    <a:pt x="7495" y="8029"/>
                  </a:cubicBezTo>
                  <a:cubicBezTo>
                    <a:pt x="7386" y="8193"/>
                    <a:pt x="7527" y="8356"/>
                    <a:pt x="7673" y="8356"/>
                  </a:cubicBezTo>
                  <a:cubicBezTo>
                    <a:pt x="7734" y="8356"/>
                    <a:pt x="7795" y="8328"/>
                    <a:pt x="7840" y="8260"/>
                  </a:cubicBezTo>
                  <a:cubicBezTo>
                    <a:pt x="8052" y="7953"/>
                    <a:pt x="8311" y="7679"/>
                    <a:pt x="8609" y="7453"/>
                  </a:cubicBezTo>
                  <a:lnTo>
                    <a:pt x="8609" y="7453"/>
                  </a:lnTo>
                  <a:cubicBezTo>
                    <a:pt x="8547" y="8020"/>
                    <a:pt x="8830" y="8486"/>
                    <a:pt x="8849" y="8515"/>
                  </a:cubicBezTo>
                  <a:cubicBezTo>
                    <a:pt x="8893" y="8580"/>
                    <a:pt x="8954" y="8607"/>
                    <a:pt x="9013" y="8607"/>
                  </a:cubicBezTo>
                  <a:cubicBezTo>
                    <a:pt x="9155" y="8607"/>
                    <a:pt x="9293" y="8453"/>
                    <a:pt x="9195" y="8294"/>
                  </a:cubicBezTo>
                  <a:cubicBezTo>
                    <a:pt x="9176" y="8265"/>
                    <a:pt x="8811" y="7664"/>
                    <a:pt x="9166" y="7073"/>
                  </a:cubicBezTo>
                  <a:cubicBezTo>
                    <a:pt x="9680" y="6785"/>
                    <a:pt x="10233" y="6583"/>
                    <a:pt x="10814" y="6473"/>
                  </a:cubicBezTo>
                  <a:lnTo>
                    <a:pt x="10814" y="6473"/>
                  </a:lnTo>
                  <a:cubicBezTo>
                    <a:pt x="10268" y="8920"/>
                    <a:pt x="8133" y="10366"/>
                    <a:pt x="5945" y="10366"/>
                  </a:cubicBezTo>
                  <a:cubicBezTo>
                    <a:pt x="4572" y="10366"/>
                    <a:pt x="3178" y="9797"/>
                    <a:pt x="2143" y="8548"/>
                  </a:cubicBezTo>
                  <a:cubicBezTo>
                    <a:pt x="2446" y="8438"/>
                    <a:pt x="2719" y="8164"/>
                    <a:pt x="2940" y="7746"/>
                  </a:cubicBezTo>
                  <a:cubicBezTo>
                    <a:pt x="3012" y="7612"/>
                    <a:pt x="2912" y="7448"/>
                    <a:pt x="2763" y="7448"/>
                  </a:cubicBezTo>
                  <a:cubicBezTo>
                    <a:pt x="2676" y="7448"/>
                    <a:pt x="2604" y="7496"/>
                    <a:pt x="2570" y="7573"/>
                  </a:cubicBezTo>
                  <a:cubicBezTo>
                    <a:pt x="2359" y="7962"/>
                    <a:pt x="2109" y="8183"/>
                    <a:pt x="1855" y="8193"/>
                  </a:cubicBezTo>
                  <a:cubicBezTo>
                    <a:pt x="1514" y="7693"/>
                    <a:pt x="1345" y="7275"/>
                    <a:pt x="1187" y="6704"/>
                  </a:cubicBezTo>
                  <a:lnTo>
                    <a:pt x="1187" y="6704"/>
                  </a:lnTo>
                  <a:cubicBezTo>
                    <a:pt x="1225" y="6713"/>
                    <a:pt x="1264" y="6723"/>
                    <a:pt x="1302" y="6723"/>
                  </a:cubicBezTo>
                  <a:cubicBezTo>
                    <a:pt x="1682" y="6723"/>
                    <a:pt x="1994" y="6127"/>
                    <a:pt x="1994" y="5392"/>
                  </a:cubicBezTo>
                  <a:cubicBezTo>
                    <a:pt x="1994" y="4657"/>
                    <a:pt x="1686" y="4061"/>
                    <a:pt x="1302" y="4061"/>
                  </a:cubicBezTo>
                  <a:cubicBezTo>
                    <a:pt x="1264" y="4061"/>
                    <a:pt x="1221" y="4071"/>
                    <a:pt x="1182" y="4081"/>
                  </a:cubicBezTo>
                  <a:cubicBezTo>
                    <a:pt x="1317" y="3547"/>
                    <a:pt x="1552" y="3043"/>
                    <a:pt x="1869" y="2591"/>
                  </a:cubicBezTo>
                  <a:cubicBezTo>
                    <a:pt x="2436" y="2649"/>
                    <a:pt x="3046" y="3783"/>
                    <a:pt x="3041" y="5387"/>
                  </a:cubicBezTo>
                  <a:cubicBezTo>
                    <a:pt x="3041" y="5839"/>
                    <a:pt x="2988" y="6286"/>
                    <a:pt x="2888" y="6723"/>
                  </a:cubicBezTo>
                  <a:cubicBezTo>
                    <a:pt x="2842" y="6881"/>
                    <a:pt x="2969" y="6983"/>
                    <a:pt x="3092" y="6983"/>
                  </a:cubicBezTo>
                  <a:cubicBezTo>
                    <a:pt x="3178" y="6983"/>
                    <a:pt x="3263" y="6933"/>
                    <a:pt x="3286" y="6819"/>
                  </a:cubicBezTo>
                  <a:cubicBezTo>
                    <a:pt x="3397" y="6353"/>
                    <a:pt x="3454" y="5872"/>
                    <a:pt x="3454" y="5392"/>
                  </a:cubicBezTo>
                  <a:cubicBezTo>
                    <a:pt x="3454" y="4575"/>
                    <a:pt x="3305" y="3792"/>
                    <a:pt x="3027" y="3197"/>
                  </a:cubicBezTo>
                  <a:cubicBezTo>
                    <a:pt x="2791" y="2687"/>
                    <a:pt x="2479" y="2361"/>
                    <a:pt x="2133" y="2241"/>
                  </a:cubicBezTo>
                  <a:cubicBezTo>
                    <a:pt x="2787" y="1438"/>
                    <a:pt x="3671" y="862"/>
                    <a:pt x="4665" y="588"/>
                  </a:cubicBezTo>
                  <a:cubicBezTo>
                    <a:pt x="4907" y="522"/>
                    <a:pt x="4838" y="181"/>
                    <a:pt x="4621" y="181"/>
                  </a:cubicBezTo>
                  <a:cubicBezTo>
                    <a:pt x="4602" y="181"/>
                    <a:pt x="4581" y="183"/>
                    <a:pt x="4559" y="189"/>
                  </a:cubicBezTo>
                  <a:cubicBezTo>
                    <a:pt x="3363" y="521"/>
                    <a:pt x="2321" y="1246"/>
                    <a:pt x="1600" y="2255"/>
                  </a:cubicBezTo>
                  <a:cubicBezTo>
                    <a:pt x="1595" y="2265"/>
                    <a:pt x="1581" y="2265"/>
                    <a:pt x="1571" y="2274"/>
                  </a:cubicBezTo>
                  <a:cubicBezTo>
                    <a:pt x="1490" y="2394"/>
                    <a:pt x="1422" y="2529"/>
                    <a:pt x="1345" y="2654"/>
                  </a:cubicBezTo>
                  <a:cubicBezTo>
                    <a:pt x="1245" y="2822"/>
                    <a:pt x="1163" y="2899"/>
                    <a:pt x="951" y="3466"/>
                  </a:cubicBezTo>
                  <a:cubicBezTo>
                    <a:pt x="942" y="3490"/>
                    <a:pt x="927" y="3514"/>
                    <a:pt x="918" y="3533"/>
                  </a:cubicBezTo>
                  <a:cubicBezTo>
                    <a:pt x="0" y="4229"/>
                    <a:pt x="0" y="6540"/>
                    <a:pt x="918" y="7242"/>
                  </a:cubicBezTo>
                  <a:cubicBezTo>
                    <a:pt x="1662" y="9264"/>
                    <a:pt x="3541" y="10648"/>
                    <a:pt x="5698" y="10758"/>
                  </a:cubicBezTo>
                  <a:cubicBezTo>
                    <a:pt x="5787" y="10762"/>
                    <a:pt x="5875" y="10765"/>
                    <a:pt x="5963" y="10765"/>
                  </a:cubicBezTo>
                  <a:cubicBezTo>
                    <a:pt x="8018" y="10765"/>
                    <a:pt x="9902" y="9593"/>
                    <a:pt x="10805" y="7732"/>
                  </a:cubicBezTo>
                  <a:cubicBezTo>
                    <a:pt x="10824" y="7727"/>
                    <a:pt x="10843" y="7717"/>
                    <a:pt x="10857" y="7708"/>
                  </a:cubicBezTo>
                  <a:cubicBezTo>
                    <a:pt x="10874" y="7691"/>
                    <a:pt x="12199" y="6462"/>
                    <a:pt x="13411" y="6462"/>
                  </a:cubicBezTo>
                  <a:cubicBezTo>
                    <a:pt x="13607" y="6462"/>
                    <a:pt x="13801" y="6494"/>
                    <a:pt x="13985" y="6569"/>
                  </a:cubicBezTo>
                  <a:cubicBezTo>
                    <a:pt x="14010" y="6579"/>
                    <a:pt x="14036" y="6584"/>
                    <a:pt x="14061" y="6584"/>
                  </a:cubicBezTo>
                  <a:cubicBezTo>
                    <a:pt x="14143" y="6584"/>
                    <a:pt x="14221" y="6534"/>
                    <a:pt x="14254" y="6454"/>
                  </a:cubicBezTo>
                  <a:cubicBezTo>
                    <a:pt x="14288" y="6343"/>
                    <a:pt x="14230" y="6228"/>
                    <a:pt x="14124" y="6180"/>
                  </a:cubicBezTo>
                  <a:cubicBezTo>
                    <a:pt x="13889" y="6084"/>
                    <a:pt x="13646" y="6043"/>
                    <a:pt x="13402" y="6043"/>
                  </a:cubicBezTo>
                  <a:cubicBezTo>
                    <a:pt x="12523" y="6043"/>
                    <a:pt x="11634" y="6574"/>
                    <a:pt x="11093" y="6973"/>
                  </a:cubicBezTo>
                  <a:cubicBezTo>
                    <a:pt x="11415" y="5935"/>
                    <a:pt x="11415" y="4830"/>
                    <a:pt x="11093" y="3797"/>
                  </a:cubicBezTo>
                  <a:lnTo>
                    <a:pt x="11093" y="3797"/>
                  </a:lnTo>
                  <a:cubicBezTo>
                    <a:pt x="11755" y="4283"/>
                    <a:pt x="12600" y="4726"/>
                    <a:pt x="13406" y="4726"/>
                  </a:cubicBezTo>
                  <a:cubicBezTo>
                    <a:pt x="13653" y="4726"/>
                    <a:pt x="13896" y="4684"/>
                    <a:pt x="14129" y="4590"/>
                  </a:cubicBezTo>
                  <a:cubicBezTo>
                    <a:pt x="14353" y="4501"/>
                    <a:pt x="14261" y="4192"/>
                    <a:pt x="14061" y="4192"/>
                  </a:cubicBezTo>
                  <a:cubicBezTo>
                    <a:pt x="14034" y="4192"/>
                    <a:pt x="14006" y="4198"/>
                    <a:pt x="13975" y="4210"/>
                  </a:cubicBezTo>
                  <a:cubicBezTo>
                    <a:pt x="13793" y="4284"/>
                    <a:pt x="13602" y="4316"/>
                    <a:pt x="13408" y="4316"/>
                  </a:cubicBezTo>
                  <a:cubicBezTo>
                    <a:pt x="12198" y="4316"/>
                    <a:pt x="10864" y="3079"/>
                    <a:pt x="10848" y="3067"/>
                  </a:cubicBezTo>
                  <a:cubicBezTo>
                    <a:pt x="10833" y="3057"/>
                    <a:pt x="10814" y="3052"/>
                    <a:pt x="10795" y="3052"/>
                  </a:cubicBezTo>
                  <a:cubicBezTo>
                    <a:pt x="9894" y="1174"/>
                    <a:pt x="8000" y="1"/>
                    <a:pt x="59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86"/>
            <p:cNvSpPr/>
            <p:nvPr/>
          </p:nvSpPr>
          <p:spPr>
            <a:xfrm>
              <a:off x="5066442" y="2151341"/>
              <a:ext cx="45161" cy="20316"/>
            </a:xfrm>
            <a:custGeom>
              <a:rect b="b" l="l" r="r" t="t"/>
              <a:pathLst>
                <a:path extrusionOk="0" h="776" w="1725">
                  <a:moveTo>
                    <a:pt x="656" y="1"/>
                  </a:moveTo>
                  <a:cubicBezTo>
                    <a:pt x="478" y="1"/>
                    <a:pt x="293" y="50"/>
                    <a:pt x="116" y="175"/>
                  </a:cubicBezTo>
                  <a:cubicBezTo>
                    <a:pt x="24" y="242"/>
                    <a:pt x="0" y="367"/>
                    <a:pt x="63" y="463"/>
                  </a:cubicBezTo>
                  <a:cubicBezTo>
                    <a:pt x="104" y="519"/>
                    <a:pt x="168" y="550"/>
                    <a:pt x="233" y="550"/>
                  </a:cubicBezTo>
                  <a:cubicBezTo>
                    <a:pt x="274" y="550"/>
                    <a:pt x="316" y="537"/>
                    <a:pt x="351" y="511"/>
                  </a:cubicBezTo>
                  <a:cubicBezTo>
                    <a:pt x="453" y="439"/>
                    <a:pt x="559" y="412"/>
                    <a:pt x="662" y="412"/>
                  </a:cubicBezTo>
                  <a:cubicBezTo>
                    <a:pt x="991" y="412"/>
                    <a:pt x="1288" y="696"/>
                    <a:pt x="1302" y="718"/>
                  </a:cubicBezTo>
                  <a:cubicBezTo>
                    <a:pt x="1341" y="756"/>
                    <a:pt x="1394" y="776"/>
                    <a:pt x="1446" y="776"/>
                  </a:cubicBezTo>
                  <a:cubicBezTo>
                    <a:pt x="1629" y="776"/>
                    <a:pt x="1725" y="555"/>
                    <a:pt x="1595" y="425"/>
                  </a:cubicBezTo>
                  <a:cubicBezTo>
                    <a:pt x="1416" y="243"/>
                    <a:pt x="1052" y="1"/>
                    <a:pt x="6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86"/>
            <p:cNvSpPr/>
            <p:nvPr/>
          </p:nvSpPr>
          <p:spPr>
            <a:xfrm>
              <a:off x="5040760" y="2049186"/>
              <a:ext cx="76236" cy="43642"/>
            </a:xfrm>
            <a:custGeom>
              <a:rect b="b" l="l" r="r" t="t"/>
              <a:pathLst>
                <a:path extrusionOk="0" h="1667" w="2912">
                  <a:moveTo>
                    <a:pt x="279" y="1"/>
                  </a:moveTo>
                  <a:cubicBezTo>
                    <a:pt x="139" y="1"/>
                    <a:pt x="1" y="147"/>
                    <a:pt x="93" y="311"/>
                  </a:cubicBezTo>
                  <a:cubicBezTo>
                    <a:pt x="376" y="762"/>
                    <a:pt x="856" y="1050"/>
                    <a:pt x="1390" y="1089"/>
                  </a:cubicBezTo>
                  <a:cubicBezTo>
                    <a:pt x="1793" y="1113"/>
                    <a:pt x="2173" y="1291"/>
                    <a:pt x="2451" y="1584"/>
                  </a:cubicBezTo>
                  <a:cubicBezTo>
                    <a:pt x="2497" y="1642"/>
                    <a:pt x="2554" y="1666"/>
                    <a:pt x="2610" y="1666"/>
                  </a:cubicBezTo>
                  <a:cubicBezTo>
                    <a:pt x="2765" y="1666"/>
                    <a:pt x="2911" y="1479"/>
                    <a:pt x="2773" y="1320"/>
                  </a:cubicBezTo>
                  <a:cubicBezTo>
                    <a:pt x="2418" y="940"/>
                    <a:pt x="1933" y="709"/>
                    <a:pt x="1419" y="681"/>
                  </a:cubicBezTo>
                  <a:cubicBezTo>
                    <a:pt x="1025" y="652"/>
                    <a:pt x="664" y="440"/>
                    <a:pt x="453" y="109"/>
                  </a:cubicBezTo>
                  <a:cubicBezTo>
                    <a:pt x="410" y="33"/>
                    <a:pt x="345" y="1"/>
                    <a:pt x="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86"/>
            <p:cNvSpPr/>
            <p:nvPr/>
          </p:nvSpPr>
          <p:spPr>
            <a:xfrm>
              <a:off x="5019397" y="2249725"/>
              <a:ext cx="59743" cy="30604"/>
            </a:xfrm>
            <a:custGeom>
              <a:rect b="b" l="l" r="r" t="t"/>
              <a:pathLst>
                <a:path extrusionOk="0" h="1169" w="2282">
                  <a:moveTo>
                    <a:pt x="2021" y="1"/>
                  </a:moveTo>
                  <a:cubicBezTo>
                    <a:pt x="1948" y="1"/>
                    <a:pt x="1875" y="38"/>
                    <a:pt x="1836" y="126"/>
                  </a:cubicBezTo>
                  <a:cubicBezTo>
                    <a:pt x="1827" y="153"/>
                    <a:pt x="1557" y="757"/>
                    <a:pt x="438" y="757"/>
                  </a:cubicBezTo>
                  <a:cubicBezTo>
                    <a:pt x="371" y="757"/>
                    <a:pt x="300" y="755"/>
                    <a:pt x="226" y="750"/>
                  </a:cubicBezTo>
                  <a:cubicBezTo>
                    <a:pt x="221" y="750"/>
                    <a:pt x="215" y="750"/>
                    <a:pt x="209" y="750"/>
                  </a:cubicBezTo>
                  <a:cubicBezTo>
                    <a:pt x="101" y="750"/>
                    <a:pt x="10" y="833"/>
                    <a:pt x="5" y="942"/>
                  </a:cubicBezTo>
                  <a:cubicBezTo>
                    <a:pt x="1" y="1058"/>
                    <a:pt x="82" y="1154"/>
                    <a:pt x="198" y="1163"/>
                  </a:cubicBezTo>
                  <a:cubicBezTo>
                    <a:pt x="274" y="1168"/>
                    <a:pt x="356" y="1168"/>
                    <a:pt x="433" y="1168"/>
                  </a:cubicBezTo>
                  <a:cubicBezTo>
                    <a:pt x="1850" y="1168"/>
                    <a:pt x="2206" y="323"/>
                    <a:pt x="2220" y="284"/>
                  </a:cubicBezTo>
                  <a:cubicBezTo>
                    <a:pt x="2282" y="121"/>
                    <a:pt x="2151" y="1"/>
                    <a:pt x="20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6" name="Google Shape;14126;p86"/>
          <p:cNvGrpSpPr/>
          <p:nvPr/>
        </p:nvGrpSpPr>
        <p:grpSpPr>
          <a:xfrm>
            <a:off x="7107069" y="3360255"/>
            <a:ext cx="293818" cy="368012"/>
            <a:chOff x="7107069" y="3360255"/>
            <a:chExt cx="293818" cy="368012"/>
          </a:xfrm>
        </p:grpSpPr>
        <p:sp>
          <p:nvSpPr>
            <p:cNvPr id="14127" name="Google Shape;14127;p86"/>
            <p:cNvSpPr/>
            <p:nvPr/>
          </p:nvSpPr>
          <p:spPr>
            <a:xfrm>
              <a:off x="7127699" y="3365805"/>
              <a:ext cx="257585" cy="357069"/>
            </a:xfrm>
            <a:custGeom>
              <a:rect b="b" l="l" r="r" t="t"/>
              <a:pathLst>
                <a:path extrusionOk="0" h="13639" w="9839">
                  <a:moveTo>
                    <a:pt x="4905" y="1"/>
                  </a:moveTo>
                  <a:cubicBezTo>
                    <a:pt x="3891" y="1"/>
                    <a:pt x="3046" y="784"/>
                    <a:pt x="2930" y="1793"/>
                  </a:cubicBezTo>
                  <a:lnTo>
                    <a:pt x="2306" y="7293"/>
                  </a:lnTo>
                  <a:cubicBezTo>
                    <a:pt x="2277" y="7562"/>
                    <a:pt x="2099" y="7798"/>
                    <a:pt x="1845" y="7898"/>
                  </a:cubicBezTo>
                  <a:cubicBezTo>
                    <a:pt x="1287" y="8115"/>
                    <a:pt x="817" y="8513"/>
                    <a:pt x="509" y="9032"/>
                  </a:cubicBezTo>
                  <a:cubicBezTo>
                    <a:pt x="38" y="9801"/>
                    <a:pt x="0" y="10771"/>
                    <a:pt x="456" y="11554"/>
                  </a:cubicBezTo>
                  <a:cubicBezTo>
                    <a:pt x="841" y="12203"/>
                    <a:pt x="1460" y="12549"/>
                    <a:pt x="2268" y="12640"/>
                  </a:cubicBezTo>
                  <a:cubicBezTo>
                    <a:pt x="2493" y="12664"/>
                    <a:pt x="2709" y="12775"/>
                    <a:pt x="2868" y="12943"/>
                  </a:cubicBezTo>
                  <a:cubicBezTo>
                    <a:pt x="3296" y="13406"/>
                    <a:pt x="4106" y="13638"/>
                    <a:pt x="4918" y="13638"/>
                  </a:cubicBezTo>
                  <a:cubicBezTo>
                    <a:pt x="5729" y="13638"/>
                    <a:pt x="6541" y="13406"/>
                    <a:pt x="6971" y="12943"/>
                  </a:cubicBezTo>
                  <a:cubicBezTo>
                    <a:pt x="7129" y="12775"/>
                    <a:pt x="7341" y="12669"/>
                    <a:pt x="7571" y="12640"/>
                  </a:cubicBezTo>
                  <a:cubicBezTo>
                    <a:pt x="8373" y="12549"/>
                    <a:pt x="8988" y="12203"/>
                    <a:pt x="9378" y="11554"/>
                  </a:cubicBezTo>
                  <a:cubicBezTo>
                    <a:pt x="9839" y="10771"/>
                    <a:pt x="9795" y="9801"/>
                    <a:pt x="9325" y="9032"/>
                  </a:cubicBezTo>
                  <a:cubicBezTo>
                    <a:pt x="9022" y="8513"/>
                    <a:pt x="8551" y="8115"/>
                    <a:pt x="7989" y="7898"/>
                  </a:cubicBezTo>
                  <a:cubicBezTo>
                    <a:pt x="7735" y="7798"/>
                    <a:pt x="7557" y="7562"/>
                    <a:pt x="7528" y="7293"/>
                  </a:cubicBezTo>
                  <a:lnTo>
                    <a:pt x="6903" y="1793"/>
                  </a:lnTo>
                  <a:cubicBezTo>
                    <a:pt x="6793" y="813"/>
                    <a:pt x="5981" y="39"/>
                    <a:pt x="499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86"/>
            <p:cNvSpPr/>
            <p:nvPr/>
          </p:nvSpPr>
          <p:spPr>
            <a:xfrm>
              <a:off x="7214590" y="3365674"/>
              <a:ext cx="170694" cy="325784"/>
            </a:xfrm>
            <a:custGeom>
              <a:rect b="b" l="l" r="r" t="t"/>
              <a:pathLst>
                <a:path extrusionOk="0" h="12444" w="6520">
                  <a:moveTo>
                    <a:pt x="1591" y="1"/>
                  </a:moveTo>
                  <a:cubicBezTo>
                    <a:pt x="961" y="6"/>
                    <a:pt x="371" y="308"/>
                    <a:pt x="1" y="813"/>
                  </a:cubicBezTo>
                  <a:cubicBezTo>
                    <a:pt x="226" y="726"/>
                    <a:pt x="467" y="678"/>
                    <a:pt x="707" y="678"/>
                  </a:cubicBezTo>
                  <a:cubicBezTo>
                    <a:pt x="716" y="677"/>
                    <a:pt x="726" y="676"/>
                    <a:pt x="736" y="676"/>
                  </a:cubicBezTo>
                  <a:cubicBezTo>
                    <a:pt x="755" y="676"/>
                    <a:pt x="774" y="678"/>
                    <a:pt x="793" y="678"/>
                  </a:cubicBezTo>
                  <a:cubicBezTo>
                    <a:pt x="1783" y="712"/>
                    <a:pt x="2590" y="1485"/>
                    <a:pt x="2705" y="2470"/>
                  </a:cubicBezTo>
                  <a:lnTo>
                    <a:pt x="3330" y="7966"/>
                  </a:lnTo>
                  <a:cubicBezTo>
                    <a:pt x="3359" y="8240"/>
                    <a:pt x="3536" y="8470"/>
                    <a:pt x="3791" y="8571"/>
                  </a:cubicBezTo>
                  <a:cubicBezTo>
                    <a:pt x="4348" y="8787"/>
                    <a:pt x="4819" y="9191"/>
                    <a:pt x="5127" y="9705"/>
                  </a:cubicBezTo>
                  <a:cubicBezTo>
                    <a:pt x="5597" y="10478"/>
                    <a:pt x="5636" y="11449"/>
                    <a:pt x="5179" y="12227"/>
                  </a:cubicBezTo>
                  <a:cubicBezTo>
                    <a:pt x="5131" y="12304"/>
                    <a:pt x="5083" y="12376"/>
                    <a:pt x="5035" y="12443"/>
                  </a:cubicBezTo>
                  <a:cubicBezTo>
                    <a:pt x="5463" y="12270"/>
                    <a:pt x="5823" y="11953"/>
                    <a:pt x="6054" y="11550"/>
                  </a:cubicBezTo>
                  <a:cubicBezTo>
                    <a:pt x="6520" y="10776"/>
                    <a:pt x="6476" y="9806"/>
                    <a:pt x="6010" y="9032"/>
                  </a:cubicBezTo>
                  <a:cubicBezTo>
                    <a:pt x="5703" y="8514"/>
                    <a:pt x="5232" y="8115"/>
                    <a:pt x="4670" y="7899"/>
                  </a:cubicBezTo>
                  <a:cubicBezTo>
                    <a:pt x="4416" y="7798"/>
                    <a:pt x="4238" y="7562"/>
                    <a:pt x="4209" y="7293"/>
                  </a:cubicBezTo>
                  <a:lnTo>
                    <a:pt x="3584" y="1798"/>
                  </a:lnTo>
                  <a:cubicBezTo>
                    <a:pt x="3474" y="813"/>
                    <a:pt x="2667" y="39"/>
                    <a:pt x="1677" y="6"/>
                  </a:cubicBezTo>
                  <a:cubicBezTo>
                    <a:pt x="1648" y="6"/>
                    <a:pt x="1615" y="1"/>
                    <a:pt x="1591"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86"/>
            <p:cNvSpPr/>
            <p:nvPr/>
          </p:nvSpPr>
          <p:spPr>
            <a:xfrm>
              <a:off x="7283522" y="3667267"/>
              <a:ext cx="84797" cy="52098"/>
            </a:xfrm>
            <a:custGeom>
              <a:rect b="b" l="l" r="r" t="t"/>
              <a:pathLst>
                <a:path extrusionOk="0" h="1990" w="3239">
                  <a:moveTo>
                    <a:pt x="1928" y="0"/>
                  </a:moveTo>
                  <a:cubicBezTo>
                    <a:pt x="1451" y="0"/>
                    <a:pt x="749" y="174"/>
                    <a:pt x="264" y="1058"/>
                  </a:cubicBezTo>
                  <a:lnTo>
                    <a:pt x="0" y="1990"/>
                  </a:lnTo>
                  <a:cubicBezTo>
                    <a:pt x="413" y="1874"/>
                    <a:pt x="778" y="1692"/>
                    <a:pt x="1014" y="1428"/>
                  </a:cubicBezTo>
                  <a:cubicBezTo>
                    <a:pt x="1172" y="1260"/>
                    <a:pt x="1389" y="1154"/>
                    <a:pt x="1614" y="1130"/>
                  </a:cubicBezTo>
                  <a:cubicBezTo>
                    <a:pt x="2301" y="1048"/>
                    <a:pt x="2854" y="784"/>
                    <a:pt x="3238" y="304"/>
                  </a:cubicBezTo>
                  <a:lnTo>
                    <a:pt x="2450" y="73"/>
                  </a:lnTo>
                  <a:cubicBezTo>
                    <a:pt x="2450" y="73"/>
                    <a:pt x="2236" y="0"/>
                    <a:pt x="19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86"/>
            <p:cNvSpPr/>
            <p:nvPr/>
          </p:nvSpPr>
          <p:spPr>
            <a:xfrm>
              <a:off x="7143276" y="3667267"/>
              <a:ext cx="84797" cy="52098"/>
            </a:xfrm>
            <a:custGeom>
              <a:rect b="b" l="l" r="r" t="t"/>
              <a:pathLst>
                <a:path extrusionOk="0" h="1990" w="3239">
                  <a:moveTo>
                    <a:pt x="1315" y="0"/>
                  </a:moveTo>
                  <a:cubicBezTo>
                    <a:pt x="1007" y="0"/>
                    <a:pt x="793" y="73"/>
                    <a:pt x="793" y="73"/>
                  </a:cubicBezTo>
                  <a:lnTo>
                    <a:pt x="1" y="304"/>
                  </a:lnTo>
                  <a:cubicBezTo>
                    <a:pt x="385" y="784"/>
                    <a:pt x="933" y="1048"/>
                    <a:pt x="1624" y="1130"/>
                  </a:cubicBezTo>
                  <a:cubicBezTo>
                    <a:pt x="1855" y="1154"/>
                    <a:pt x="2066" y="1260"/>
                    <a:pt x="2225" y="1428"/>
                  </a:cubicBezTo>
                  <a:cubicBezTo>
                    <a:pt x="2465" y="1692"/>
                    <a:pt x="2825" y="1874"/>
                    <a:pt x="3239" y="1990"/>
                  </a:cubicBezTo>
                  <a:lnTo>
                    <a:pt x="2979" y="1058"/>
                  </a:lnTo>
                  <a:cubicBezTo>
                    <a:pt x="2492" y="174"/>
                    <a:pt x="1791" y="0"/>
                    <a:pt x="13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86"/>
            <p:cNvSpPr/>
            <p:nvPr/>
          </p:nvSpPr>
          <p:spPr>
            <a:xfrm>
              <a:off x="7157282" y="3661796"/>
              <a:ext cx="71183" cy="38537"/>
            </a:xfrm>
            <a:custGeom>
              <a:rect b="b" l="l" r="r" t="t"/>
              <a:pathLst>
                <a:path extrusionOk="0" h="1472" w="2719">
                  <a:moveTo>
                    <a:pt x="813" y="0"/>
                  </a:moveTo>
                  <a:cubicBezTo>
                    <a:pt x="617" y="0"/>
                    <a:pt x="423" y="27"/>
                    <a:pt x="234" y="80"/>
                  </a:cubicBezTo>
                  <a:cubicBezTo>
                    <a:pt x="1" y="162"/>
                    <a:pt x="83" y="487"/>
                    <a:pt x="295" y="487"/>
                  </a:cubicBezTo>
                  <a:cubicBezTo>
                    <a:pt x="318" y="487"/>
                    <a:pt x="343" y="483"/>
                    <a:pt x="369" y="474"/>
                  </a:cubicBezTo>
                  <a:cubicBezTo>
                    <a:pt x="387" y="467"/>
                    <a:pt x="568" y="409"/>
                    <a:pt x="825" y="409"/>
                  </a:cubicBezTo>
                  <a:cubicBezTo>
                    <a:pt x="1246" y="409"/>
                    <a:pt x="1869" y="566"/>
                    <a:pt x="2305" y="1363"/>
                  </a:cubicBezTo>
                  <a:cubicBezTo>
                    <a:pt x="2341" y="1432"/>
                    <a:pt x="2413" y="1471"/>
                    <a:pt x="2485" y="1471"/>
                  </a:cubicBezTo>
                  <a:cubicBezTo>
                    <a:pt x="2519" y="1471"/>
                    <a:pt x="2553" y="1463"/>
                    <a:pt x="2584" y="1445"/>
                  </a:cubicBezTo>
                  <a:cubicBezTo>
                    <a:pt x="2684" y="1387"/>
                    <a:pt x="2718" y="1262"/>
                    <a:pt x="2665" y="1161"/>
                  </a:cubicBezTo>
                  <a:cubicBezTo>
                    <a:pt x="2214" y="340"/>
                    <a:pt x="1575" y="90"/>
                    <a:pt x="1123" y="23"/>
                  </a:cubicBezTo>
                  <a:cubicBezTo>
                    <a:pt x="1020" y="8"/>
                    <a:pt x="916" y="0"/>
                    <a:pt x="8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86"/>
            <p:cNvSpPr/>
            <p:nvPr/>
          </p:nvSpPr>
          <p:spPr>
            <a:xfrm>
              <a:off x="7284281" y="3661796"/>
              <a:ext cx="71157" cy="38485"/>
            </a:xfrm>
            <a:custGeom>
              <a:rect b="b" l="l" r="r" t="t"/>
              <a:pathLst>
                <a:path extrusionOk="0" h="1470" w="2718">
                  <a:moveTo>
                    <a:pt x="1901" y="0"/>
                  </a:moveTo>
                  <a:cubicBezTo>
                    <a:pt x="1799" y="0"/>
                    <a:pt x="1697" y="8"/>
                    <a:pt x="1595" y="23"/>
                  </a:cubicBezTo>
                  <a:cubicBezTo>
                    <a:pt x="1143" y="85"/>
                    <a:pt x="509" y="335"/>
                    <a:pt x="53" y="1166"/>
                  </a:cubicBezTo>
                  <a:cubicBezTo>
                    <a:pt x="0" y="1267"/>
                    <a:pt x="34" y="1392"/>
                    <a:pt x="135" y="1445"/>
                  </a:cubicBezTo>
                  <a:cubicBezTo>
                    <a:pt x="167" y="1461"/>
                    <a:pt x="202" y="1469"/>
                    <a:pt x="236" y="1469"/>
                  </a:cubicBezTo>
                  <a:cubicBezTo>
                    <a:pt x="308" y="1469"/>
                    <a:pt x="377" y="1433"/>
                    <a:pt x="413" y="1368"/>
                  </a:cubicBezTo>
                  <a:cubicBezTo>
                    <a:pt x="854" y="567"/>
                    <a:pt x="1479" y="412"/>
                    <a:pt x="1901" y="412"/>
                  </a:cubicBezTo>
                  <a:cubicBezTo>
                    <a:pt x="2155" y="412"/>
                    <a:pt x="2334" y="469"/>
                    <a:pt x="2354" y="474"/>
                  </a:cubicBezTo>
                  <a:cubicBezTo>
                    <a:pt x="2380" y="483"/>
                    <a:pt x="2404" y="487"/>
                    <a:pt x="2427" y="487"/>
                  </a:cubicBezTo>
                  <a:cubicBezTo>
                    <a:pt x="2635" y="487"/>
                    <a:pt x="2718" y="163"/>
                    <a:pt x="2484" y="85"/>
                  </a:cubicBezTo>
                  <a:cubicBezTo>
                    <a:pt x="2294" y="28"/>
                    <a:pt x="2098" y="0"/>
                    <a:pt x="19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86"/>
            <p:cNvSpPr/>
            <p:nvPr/>
          </p:nvSpPr>
          <p:spPr>
            <a:xfrm>
              <a:off x="7107069" y="3360255"/>
              <a:ext cx="293818" cy="368012"/>
            </a:xfrm>
            <a:custGeom>
              <a:rect b="b" l="l" r="r" t="t"/>
              <a:pathLst>
                <a:path extrusionOk="0" h="14057" w="11223">
                  <a:moveTo>
                    <a:pt x="5714" y="0"/>
                  </a:moveTo>
                  <a:cubicBezTo>
                    <a:pt x="4584" y="0"/>
                    <a:pt x="3634" y="848"/>
                    <a:pt x="3512" y="1976"/>
                  </a:cubicBezTo>
                  <a:lnTo>
                    <a:pt x="3161" y="5046"/>
                  </a:lnTo>
                  <a:cubicBezTo>
                    <a:pt x="3146" y="5194"/>
                    <a:pt x="3259" y="5276"/>
                    <a:pt x="3371" y="5276"/>
                  </a:cubicBezTo>
                  <a:cubicBezTo>
                    <a:pt x="3466" y="5276"/>
                    <a:pt x="3559" y="5219"/>
                    <a:pt x="3574" y="5094"/>
                  </a:cubicBezTo>
                  <a:lnTo>
                    <a:pt x="3925" y="2024"/>
                  </a:lnTo>
                  <a:cubicBezTo>
                    <a:pt x="4016" y="1111"/>
                    <a:pt x="4785" y="414"/>
                    <a:pt x="5703" y="414"/>
                  </a:cubicBezTo>
                  <a:cubicBezTo>
                    <a:pt x="6620" y="414"/>
                    <a:pt x="7394" y="1111"/>
                    <a:pt x="7485" y="2024"/>
                  </a:cubicBezTo>
                  <a:lnTo>
                    <a:pt x="8109" y="7520"/>
                  </a:lnTo>
                  <a:cubicBezTo>
                    <a:pt x="8148" y="7870"/>
                    <a:pt x="8374" y="8163"/>
                    <a:pt x="8700" y="8293"/>
                  </a:cubicBezTo>
                  <a:cubicBezTo>
                    <a:pt x="10036" y="8807"/>
                    <a:pt x="10718" y="10412"/>
                    <a:pt x="9988" y="11651"/>
                  </a:cubicBezTo>
                  <a:cubicBezTo>
                    <a:pt x="9647" y="12228"/>
                    <a:pt x="9109" y="12549"/>
                    <a:pt x="8335" y="12641"/>
                  </a:cubicBezTo>
                  <a:cubicBezTo>
                    <a:pt x="8052" y="12669"/>
                    <a:pt x="7792" y="12799"/>
                    <a:pt x="7605" y="13001"/>
                  </a:cubicBezTo>
                  <a:cubicBezTo>
                    <a:pt x="7216" y="13421"/>
                    <a:pt x="6460" y="13631"/>
                    <a:pt x="5704" y="13631"/>
                  </a:cubicBezTo>
                  <a:cubicBezTo>
                    <a:pt x="4948" y="13631"/>
                    <a:pt x="4192" y="13421"/>
                    <a:pt x="3800" y="13001"/>
                  </a:cubicBezTo>
                  <a:cubicBezTo>
                    <a:pt x="3608" y="12799"/>
                    <a:pt x="3349" y="12674"/>
                    <a:pt x="3070" y="12641"/>
                  </a:cubicBezTo>
                  <a:cubicBezTo>
                    <a:pt x="2296" y="12549"/>
                    <a:pt x="1754" y="12228"/>
                    <a:pt x="1417" y="11651"/>
                  </a:cubicBezTo>
                  <a:cubicBezTo>
                    <a:pt x="692" y="10416"/>
                    <a:pt x="1369" y="8812"/>
                    <a:pt x="2705" y="8293"/>
                  </a:cubicBezTo>
                  <a:cubicBezTo>
                    <a:pt x="3031" y="8168"/>
                    <a:pt x="3262" y="7870"/>
                    <a:pt x="3296" y="7520"/>
                  </a:cubicBezTo>
                  <a:lnTo>
                    <a:pt x="3454" y="6150"/>
                  </a:lnTo>
                  <a:cubicBezTo>
                    <a:pt x="3472" y="6002"/>
                    <a:pt x="3358" y="5920"/>
                    <a:pt x="3245" y="5920"/>
                  </a:cubicBezTo>
                  <a:cubicBezTo>
                    <a:pt x="3150" y="5920"/>
                    <a:pt x="3054" y="5979"/>
                    <a:pt x="3041" y="6107"/>
                  </a:cubicBezTo>
                  <a:lnTo>
                    <a:pt x="2887" y="7476"/>
                  </a:lnTo>
                  <a:cubicBezTo>
                    <a:pt x="2868" y="7673"/>
                    <a:pt x="2738" y="7841"/>
                    <a:pt x="2561" y="7914"/>
                  </a:cubicBezTo>
                  <a:cubicBezTo>
                    <a:pt x="0" y="8908"/>
                    <a:pt x="63" y="12703"/>
                    <a:pt x="3027" y="13054"/>
                  </a:cubicBezTo>
                  <a:cubicBezTo>
                    <a:pt x="3204" y="13073"/>
                    <a:pt x="3377" y="13159"/>
                    <a:pt x="3502" y="13289"/>
                  </a:cubicBezTo>
                  <a:cubicBezTo>
                    <a:pt x="3973" y="13800"/>
                    <a:pt x="4837" y="14056"/>
                    <a:pt x="5702" y="14056"/>
                  </a:cubicBezTo>
                  <a:cubicBezTo>
                    <a:pt x="6569" y="14056"/>
                    <a:pt x="7436" y="13799"/>
                    <a:pt x="7908" y="13284"/>
                  </a:cubicBezTo>
                  <a:cubicBezTo>
                    <a:pt x="8033" y="13155"/>
                    <a:pt x="8201" y="13068"/>
                    <a:pt x="8383" y="13049"/>
                  </a:cubicBezTo>
                  <a:cubicBezTo>
                    <a:pt x="10535" y="12794"/>
                    <a:pt x="11222" y="10647"/>
                    <a:pt x="10290" y="9124"/>
                  </a:cubicBezTo>
                  <a:cubicBezTo>
                    <a:pt x="9959" y="8567"/>
                    <a:pt x="9450" y="8139"/>
                    <a:pt x="8849" y="7909"/>
                  </a:cubicBezTo>
                  <a:cubicBezTo>
                    <a:pt x="8667" y="7837"/>
                    <a:pt x="8537" y="7668"/>
                    <a:pt x="8518" y="7476"/>
                  </a:cubicBezTo>
                  <a:lnTo>
                    <a:pt x="7893" y="1976"/>
                  </a:lnTo>
                  <a:cubicBezTo>
                    <a:pt x="7768" y="885"/>
                    <a:pt x="6865" y="40"/>
                    <a:pt x="5789" y="1"/>
                  </a:cubicBezTo>
                  <a:cubicBezTo>
                    <a:pt x="5764" y="0"/>
                    <a:pt x="5739" y="0"/>
                    <a:pt x="57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4" name="Google Shape;14134;p86"/>
          <p:cNvGrpSpPr/>
          <p:nvPr/>
        </p:nvGrpSpPr>
        <p:grpSpPr>
          <a:xfrm>
            <a:off x="7578597" y="3360333"/>
            <a:ext cx="234285" cy="367855"/>
            <a:chOff x="7578597" y="3360333"/>
            <a:chExt cx="234285" cy="367855"/>
          </a:xfrm>
        </p:grpSpPr>
        <p:sp>
          <p:nvSpPr>
            <p:cNvPr id="14135" name="Google Shape;14135;p86"/>
            <p:cNvSpPr/>
            <p:nvPr/>
          </p:nvSpPr>
          <p:spPr>
            <a:xfrm>
              <a:off x="7658315" y="3578988"/>
              <a:ext cx="18378" cy="123543"/>
            </a:xfrm>
            <a:custGeom>
              <a:rect b="b" l="l" r="r" t="t"/>
              <a:pathLst>
                <a:path extrusionOk="0" h="4719" w="702">
                  <a:moveTo>
                    <a:pt x="0" y="0"/>
                  </a:moveTo>
                  <a:lnTo>
                    <a:pt x="0" y="4718"/>
                  </a:lnTo>
                  <a:lnTo>
                    <a:pt x="702" y="4718"/>
                  </a:lnTo>
                  <a:lnTo>
                    <a:pt x="702" y="0"/>
                  </a:lnTo>
                  <a:cubicBezTo>
                    <a:pt x="586" y="24"/>
                    <a:pt x="469" y="37"/>
                    <a:pt x="351" y="37"/>
                  </a:cubicBezTo>
                  <a:cubicBezTo>
                    <a:pt x="233" y="37"/>
                    <a:pt x="116" y="24"/>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86"/>
            <p:cNvSpPr/>
            <p:nvPr/>
          </p:nvSpPr>
          <p:spPr>
            <a:xfrm>
              <a:off x="7645853" y="3702506"/>
              <a:ext cx="43171" cy="20132"/>
            </a:xfrm>
            <a:custGeom>
              <a:rect b="b" l="l" r="r" t="t"/>
              <a:pathLst>
                <a:path extrusionOk="0" h="769" w="1649">
                  <a:moveTo>
                    <a:pt x="270" y="0"/>
                  </a:moveTo>
                  <a:lnTo>
                    <a:pt x="1" y="769"/>
                  </a:lnTo>
                  <a:lnTo>
                    <a:pt x="1649" y="769"/>
                  </a:lnTo>
                  <a:lnTo>
                    <a:pt x="1384" y="0"/>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86"/>
            <p:cNvSpPr/>
            <p:nvPr/>
          </p:nvSpPr>
          <p:spPr>
            <a:xfrm>
              <a:off x="7702585" y="3702506"/>
              <a:ext cx="43171" cy="20132"/>
            </a:xfrm>
            <a:custGeom>
              <a:rect b="b" l="l" r="r" t="t"/>
              <a:pathLst>
                <a:path extrusionOk="0" h="769" w="1649">
                  <a:moveTo>
                    <a:pt x="265" y="0"/>
                  </a:moveTo>
                  <a:lnTo>
                    <a:pt x="0" y="769"/>
                  </a:lnTo>
                  <a:lnTo>
                    <a:pt x="1648" y="769"/>
                  </a:lnTo>
                  <a:lnTo>
                    <a:pt x="1379" y="0"/>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86"/>
            <p:cNvSpPr/>
            <p:nvPr/>
          </p:nvSpPr>
          <p:spPr>
            <a:xfrm>
              <a:off x="7587367" y="3365595"/>
              <a:ext cx="160143" cy="31049"/>
            </a:xfrm>
            <a:custGeom>
              <a:rect b="b" l="l" r="r" t="t"/>
              <a:pathLst>
                <a:path extrusionOk="0" h="1186" w="6117">
                  <a:moveTo>
                    <a:pt x="524" y="1"/>
                  </a:moveTo>
                  <a:cubicBezTo>
                    <a:pt x="296" y="1"/>
                    <a:pt x="90" y="162"/>
                    <a:pt x="49" y="398"/>
                  </a:cubicBezTo>
                  <a:cubicBezTo>
                    <a:pt x="1" y="672"/>
                    <a:pt x="198" y="931"/>
                    <a:pt x="472" y="960"/>
                  </a:cubicBezTo>
                  <a:cubicBezTo>
                    <a:pt x="1327" y="1109"/>
                    <a:pt x="2191" y="1181"/>
                    <a:pt x="3061" y="1186"/>
                  </a:cubicBezTo>
                  <a:cubicBezTo>
                    <a:pt x="3926" y="1181"/>
                    <a:pt x="4790" y="1109"/>
                    <a:pt x="5646" y="960"/>
                  </a:cubicBezTo>
                  <a:cubicBezTo>
                    <a:pt x="5924" y="931"/>
                    <a:pt x="6116" y="672"/>
                    <a:pt x="6068" y="398"/>
                  </a:cubicBezTo>
                  <a:cubicBezTo>
                    <a:pt x="6027" y="162"/>
                    <a:pt x="5821" y="1"/>
                    <a:pt x="5593" y="1"/>
                  </a:cubicBezTo>
                  <a:cubicBezTo>
                    <a:pt x="5557" y="1"/>
                    <a:pt x="5519" y="5"/>
                    <a:pt x="5482" y="13"/>
                  </a:cubicBezTo>
                  <a:cubicBezTo>
                    <a:pt x="4680" y="155"/>
                    <a:pt x="3869" y="226"/>
                    <a:pt x="3059" y="226"/>
                  </a:cubicBezTo>
                  <a:cubicBezTo>
                    <a:pt x="2248" y="226"/>
                    <a:pt x="1437" y="155"/>
                    <a:pt x="635" y="13"/>
                  </a:cubicBezTo>
                  <a:cubicBezTo>
                    <a:pt x="598" y="5"/>
                    <a:pt x="561" y="1"/>
                    <a:pt x="52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86"/>
            <p:cNvSpPr/>
            <p:nvPr/>
          </p:nvSpPr>
          <p:spPr>
            <a:xfrm>
              <a:off x="7589645" y="3366067"/>
              <a:ext cx="156975" cy="30447"/>
            </a:xfrm>
            <a:custGeom>
              <a:rect b="b" l="l" r="r" t="t"/>
              <a:pathLst>
                <a:path extrusionOk="0" h="1163" w="5996">
                  <a:moveTo>
                    <a:pt x="5592" y="0"/>
                  </a:moveTo>
                  <a:lnTo>
                    <a:pt x="5592" y="0"/>
                  </a:lnTo>
                  <a:cubicBezTo>
                    <a:pt x="5597" y="10"/>
                    <a:pt x="5597" y="19"/>
                    <a:pt x="5597" y="29"/>
                  </a:cubicBezTo>
                  <a:cubicBezTo>
                    <a:pt x="5640" y="293"/>
                    <a:pt x="5467" y="538"/>
                    <a:pt x="5208" y="586"/>
                  </a:cubicBezTo>
                  <a:cubicBezTo>
                    <a:pt x="4353" y="735"/>
                    <a:pt x="3488" y="807"/>
                    <a:pt x="2619" y="807"/>
                  </a:cubicBezTo>
                  <a:cubicBezTo>
                    <a:pt x="1754" y="807"/>
                    <a:pt x="884" y="735"/>
                    <a:pt x="29" y="586"/>
                  </a:cubicBezTo>
                  <a:cubicBezTo>
                    <a:pt x="20" y="582"/>
                    <a:pt x="10" y="582"/>
                    <a:pt x="0" y="582"/>
                  </a:cubicBezTo>
                  <a:cubicBezTo>
                    <a:pt x="44" y="764"/>
                    <a:pt x="197" y="908"/>
                    <a:pt x="385" y="942"/>
                  </a:cubicBezTo>
                  <a:cubicBezTo>
                    <a:pt x="1240" y="1091"/>
                    <a:pt x="2104" y="1163"/>
                    <a:pt x="2974" y="1163"/>
                  </a:cubicBezTo>
                  <a:cubicBezTo>
                    <a:pt x="3839" y="1163"/>
                    <a:pt x="4703" y="1086"/>
                    <a:pt x="5559" y="942"/>
                  </a:cubicBezTo>
                  <a:cubicBezTo>
                    <a:pt x="5823" y="894"/>
                    <a:pt x="5996" y="644"/>
                    <a:pt x="5953" y="385"/>
                  </a:cubicBezTo>
                  <a:cubicBezTo>
                    <a:pt x="5919" y="197"/>
                    <a:pt x="5775" y="44"/>
                    <a:pt x="559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86"/>
            <p:cNvSpPr/>
            <p:nvPr/>
          </p:nvSpPr>
          <p:spPr>
            <a:xfrm>
              <a:off x="7695778" y="3365726"/>
              <a:ext cx="107443" cy="30788"/>
            </a:xfrm>
            <a:custGeom>
              <a:rect b="b" l="l" r="r" t="t"/>
              <a:pathLst>
                <a:path extrusionOk="0" h="1176" w="4104">
                  <a:moveTo>
                    <a:pt x="3593" y="1"/>
                  </a:moveTo>
                  <a:cubicBezTo>
                    <a:pt x="3565" y="1"/>
                    <a:pt x="3536" y="3"/>
                    <a:pt x="3508" y="8"/>
                  </a:cubicBezTo>
                  <a:cubicBezTo>
                    <a:pt x="2946" y="105"/>
                    <a:pt x="2384" y="167"/>
                    <a:pt x="1817" y="201"/>
                  </a:cubicBezTo>
                  <a:cubicBezTo>
                    <a:pt x="1860" y="258"/>
                    <a:pt x="1889" y="326"/>
                    <a:pt x="1903" y="398"/>
                  </a:cubicBezTo>
                  <a:cubicBezTo>
                    <a:pt x="1947" y="657"/>
                    <a:pt x="1769" y="907"/>
                    <a:pt x="1509" y="950"/>
                  </a:cubicBezTo>
                  <a:cubicBezTo>
                    <a:pt x="1010" y="1041"/>
                    <a:pt x="510" y="1104"/>
                    <a:pt x="1" y="1137"/>
                  </a:cubicBezTo>
                  <a:cubicBezTo>
                    <a:pt x="361" y="1161"/>
                    <a:pt x="722" y="1176"/>
                    <a:pt x="1082" y="1176"/>
                  </a:cubicBezTo>
                  <a:cubicBezTo>
                    <a:pt x="1951" y="1176"/>
                    <a:pt x="2816" y="1099"/>
                    <a:pt x="3671" y="950"/>
                  </a:cubicBezTo>
                  <a:cubicBezTo>
                    <a:pt x="3931" y="907"/>
                    <a:pt x="4104" y="657"/>
                    <a:pt x="4060" y="398"/>
                  </a:cubicBezTo>
                  <a:cubicBezTo>
                    <a:pt x="4022" y="167"/>
                    <a:pt x="3820" y="1"/>
                    <a:pt x="35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86"/>
            <p:cNvSpPr/>
            <p:nvPr/>
          </p:nvSpPr>
          <p:spPr>
            <a:xfrm>
              <a:off x="7695909" y="3369836"/>
              <a:ext cx="66576" cy="26180"/>
            </a:xfrm>
            <a:custGeom>
              <a:rect b="b" l="l" r="r" t="t"/>
              <a:pathLst>
                <a:path extrusionOk="0" h="1000" w="2543">
                  <a:moveTo>
                    <a:pt x="2384" y="0"/>
                  </a:moveTo>
                  <a:cubicBezTo>
                    <a:pt x="2191" y="20"/>
                    <a:pt x="2004" y="29"/>
                    <a:pt x="1812" y="39"/>
                  </a:cubicBezTo>
                  <a:cubicBezTo>
                    <a:pt x="1855" y="101"/>
                    <a:pt x="1884" y="169"/>
                    <a:pt x="1898" y="241"/>
                  </a:cubicBezTo>
                  <a:cubicBezTo>
                    <a:pt x="1942" y="500"/>
                    <a:pt x="1769" y="745"/>
                    <a:pt x="1509" y="793"/>
                  </a:cubicBezTo>
                  <a:cubicBezTo>
                    <a:pt x="1010" y="880"/>
                    <a:pt x="505" y="942"/>
                    <a:pt x="1" y="980"/>
                  </a:cubicBezTo>
                  <a:lnTo>
                    <a:pt x="303" y="1000"/>
                  </a:lnTo>
                  <a:cubicBezTo>
                    <a:pt x="909" y="966"/>
                    <a:pt x="1514" y="899"/>
                    <a:pt x="2115" y="793"/>
                  </a:cubicBezTo>
                  <a:cubicBezTo>
                    <a:pt x="2369" y="745"/>
                    <a:pt x="2542" y="500"/>
                    <a:pt x="2499" y="241"/>
                  </a:cubicBezTo>
                  <a:cubicBezTo>
                    <a:pt x="2484" y="149"/>
                    <a:pt x="2441" y="68"/>
                    <a:pt x="2384"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86"/>
            <p:cNvSpPr/>
            <p:nvPr/>
          </p:nvSpPr>
          <p:spPr>
            <a:xfrm>
              <a:off x="7714916" y="3578988"/>
              <a:ext cx="18378" cy="123543"/>
            </a:xfrm>
            <a:custGeom>
              <a:rect b="b" l="l" r="r" t="t"/>
              <a:pathLst>
                <a:path extrusionOk="0" h="4719" w="702">
                  <a:moveTo>
                    <a:pt x="0" y="0"/>
                  </a:moveTo>
                  <a:lnTo>
                    <a:pt x="0" y="4718"/>
                  </a:lnTo>
                  <a:lnTo>
                    <a:pt x="702" y="4718"/>
                  </a:lnTo>
                  <a:lnTo>
                    <a:pt x="702" y="0"/>
                  </a:lnTo>
                  <a:cubicBezTo>
                    <a:pt x="586" y="24"/>
                    <a:pt x="469" y="37"/>
                    <a:pt x="351" y="37"/>
                  </a:cubicBezTo>
                  <a:cubicBezTo>
                    <a:pt x="233" y="37"/>
                    <a:pt x="115" y="24"/>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86"/>
            <p:cNvSpPr/>
            <p:nvPr/>
          </p:nvSpPr>
          <p:spPr>
            <a:xfrm>
              <a:off x="7578597" y="3360333"/>
              <a:ext cx="234285" cy="367855"/>
            </a:xfrm>
            <a:custGeom>
              <a:rect b="b" l="l" r="r" t="t"/>
              <a:pathLst>
                <a:path extrusionOk="0" h="14051" w="8949">
                  <a:moveTo>
                    <a:pt x="8063" y="413"/>
                  </a:moveTo>
                  <a:cubicBezTo>
                    <a:pt x="8194" y="413"/>
                    <a:pt x="8309" y="504"/>
                    <a:pt x="8335" y="637"/>
                  </a:cubicBezTo>
                  <a:cubicBezTo>
                    <a:pt x="8363" y="786"/>
                    <a:pt x="8263" y="930"/>
                    <a:pt x="8114" y="954"/>
                  </a:cubicBezTo>
                  <a:lnTo>
                    <a:pt x="8114" y="959"/>
                  </a:lnTo>
                  <a:cubicBezTo>
                    <a:pt x="7556" y="1046"/>
                    <a:pt x="6994" y="1103"/>
                    <a:pt x="6427" y="1132"/>
                  </a:cubicBezTo>
                  <a:cubicBezTo>
                    <a:pt x="6499" y="1050"/>
                    <a:pt x="6547" y="949"/>
                    <a:pt x="6571" y="844"/>
                  </a:cubicBezTo>
                  <a:cubicBezTo>
                    <a:pt x="6576" y="815"/>
                    <a:pt x="6576" y="786"/>
                    <a:pt x="6576" y="757"/>
                  </a:cubicBezTo>
                  <a:cubicBezTo>
                    <a:pt x="6586" y="704"/>
                    <a:pt x="6586" y="652"/>
                    <a:pt x="6581" y="594"/>
                  </a:cubicBezTo>
                  <a:cubicBezTo>
                    <a:pt x="7062" y="560"/>
                    <a:pt x="7542" y="498"/>
                    <a:pt x="8018" y="416"/>
                  </a:cubicBezTo>
                  <a:cubicBezTo>
                    <a:pt x="8033" y="414"/>
                    <a:pt x="8048" y="413"/>
                    <a:pt x="8063" y="413"/>
                  </a:cubicBezTo>
                  <a:close/>
                  <a:moveTo>
                    <a:pt x="893" y="411"/>
                  </a:moveTo>
                  <a:cubicBezTo>
                    <a:pt x="1012" y="411"/>
                    <a:pt x="1952" y="633"/>
                    <a:pt x="3391" y="633"/>
                  </a:cubicBezTo>
                  <a:cubicBezTo>
                    <a:pt x="4103" y="633"/>
                    <a:pt x="4938" y="579"/>
                    <a:pt x="5856" y="416"/>
                  </a:cubicBezTo>
                  <a:cubicBezTo>
                    <a:pt x="5867" y="415"/>
                    <a:pt x="5878" y="415"/>
                    <a:pt x="5889" y="415"/>
                  </a:cubicBezTo>
                  <a:cubicBezTo>
                    <a:pt x="6202" y="415"/>
                    <a:pt x="6272" y="875"/>
                    <a:pt x="5952" y="954"/>
                  </a:cubicBezTo>
                  <a:cubicBezTo>
                    <a:pt x="5106" y="1089"/>
                    <a:pt x="4256" y="1161"/>
                    <a:pt x="3396" y="1180"/>
                  </a:cubicBezTo>
                  <a:cubicBezTo>
                    <a:pt x="2541" y="1166"/>
                    <a:pt x="1691" y="1094"/>
                    <a:pt x="845" y="954"/>
                  </a:cubicBezTo>
                  <a:cubicBezTo>
                    <a:pt x="696" y="930"/>
                    <a:pt x="595" y="791"/>
                    <a:pt x="619" y="642"/>
                  </a:cubicBezTo>
                  <a:cubicBezTo>
                    <a:pt x="643" y="508"/>
                    <a:pt x="759" y="411"/>
                    <a:pt x="893" y="411"/>
                  </a:cubicBezTo>
                  <a:close/>
                  <a:moveTo>
                    <a:pt x="1878" y="1512"/>
                  </a:moveTo>
                  <a:cubicBezTo>
                    <a:pt x="2468" y="1571"/>
                    <a:pt x="2960" y="1589"/>
                    <a:pt x="3353" y="1589"/>
                  </a:cubicBezTo>
                  <a:cubicBezTo>
                    <a:pt x="3964" y="1589"/>
                    <a:pt x="4333" y="1545"/>
                    <a:pt x="4452" y="1545"/>
                  </a:cubicBezTo>
                  <a:cubicBezTo>
                    <a:pt x="4456" y="1545"/>
                    <a:pt x="4459" y="1545"/>
                    <a:pt x="4463" y="1545"/>
                  </a:cubicBezTo>
                  <a:lnTo>
                    <a:pt x="4463" y="1550"/>
                  </a:lnTo>
                  <a:cubicBezTo>
                    <a:pt x="4616" y="1564"/>
                    <a:pt x="4765" y="1560"/>
                    <a:pt x="4919" y="1564"/>
                  </a:cubicBezTo>
                  <a:lnTo>
                    <a:pt x="4919" y="2837"/>
                  </a:lnTo>
                  <a:lnTo>
                    <a:pt x="1878" y="2837"/>
                  </a:lnTo>
                  <a:lnTo>
                    <a:pt x="1878" y="1512"/>
                  </a:lnTo>
                  <a:close/>
                  <a:moveTo>
                    <a:pt x="7081" y="1512"/>
                  </a:moveTo>
                  <a:lnTo>
                    <a:pt x="7086" y="1516"/>
                  </a:lnTo>
                  <a:lnTo>
                    <a:pt x="7086" y="2842"/>
                  </a:lnTo>
                  <a:lnTo>
                    <a:pt x="5332" y="2842"/>
                  </a:lnTo>
                  <a:lnTo>
                    <a:pt x="5332" y="1588"/>
                  </a:lnTo>
                  <a:cubicBezTo>
                    <a:pt x="5369" y="1589"/>
                    <a:pt x="5406" y="1589"/>
                    <a:pt x="5443" y="1589"/>
                  </a:cubicBezTo>
                  <a:cubicBezTo>
                    <a:pt x="5993" y="1589"/>
                    <a:pt x="6640" y="1557"/>
                    <a:pt x="7081" y="1512"/>
                  </a:cubicBezTo>
                  <a:close/>
                  <a:moveTo>
                    <a:pt x="7081" y="3246"/>
                  </a:moveTo>
                  <a:lnTo>
                    <a:pt x="7081" y="3933"/>
                  </a:lnTo>
                  <a:lnTo>
                    <a:pt x="5332" y="3933"/>
                  </a:lnTo>
                  <a:lnTo>
                    <a:pt x="5332" y="3246"/>
                  </a:lnTo>
                  <a:close/>
                  <a:moveTo>
                    <a:pt x="4919" y="3255"/>
                  </a:moveTo>
                  <a:lnTo>
                    <a:pt x="4919" y="3938"/>
                  </a:lnTo>
                  <a:lnTo>
                    <a:pt x="1878" y="3938"/>
                  </a:lnTo>
                  <a:lnTo>
                    <a:pt x="1878" y="3255"/>
                  </a:lnTo>
                  <a:close/>
                  <a:moveTo>
                    <a:pt x="7081" y="4351"/>
                  </a:moveTo>
                  <a:lnTo>
                    <a:pt x="7081" y="6666"/>
                  </a:lnTo>
                  <a:cubicBezTo>
                    <a:pt x="7081" y="7566"/>
                    <a:pt x="6341" y="8181"/>
                    <a:pt x="5554" y="8181"/>
                  </a:cubicBezTo>
                  <a:cubicBezTo>
                    <a:pt x="5303" y="8181"/>
                    <a:pt x="5049" y="8119"/>
                    <a:pt x="4811" y="7984"/>
                  </a:cubicBezTo>
                  <a:lnTo>
                    <a:pt x="4811" y="7984"/>
                  </a:lnTo>
                  <a:cubicBezTo>
                    <a:pt x="5136" y="7620"/>
                    <a:pt x="5318" y="7150"/>
                    <a:pt x="5332" y="6666"/>
                  </a:cubicBezTo>
                  <a:lnTo>
                    <a:pt x="5332" y="4351"/>
                  </a:lnTo>
                  <a:close/>
                  <a:moveTo>
                    <a:pt x="3540" y="8588"/>
                  </a:moveTo>
                  <a:lnTo>
                    <a:pt x="3540" y="12863"/>
                  </a:lnTo>
                  <a:lnTo>
                    <a:pt x="3252" y="12863"/>
                  </a:lnTo>
                  <a:lnTo>
                    <a:pt x="3252" y="8588"/>
                  </a:lnTo>
                  <a:close/>
                  <a:moveTo>
                    <a:pt x="5971" y="13272"/>
                  </a:moveTo>
                  <a:lnTo>
                    <a:pt x="6096" y="13632"/>
                  </a:lnTo>
                  <a:lnTo>
                    <a:pt x="5025" y="13632"/>
                  </a:lnTo>
                  <a:lnTo>
                    <a:pt x="5154" y="13272"/>
                  </a:lnTo>
                  <a:close/>
                  <a:moveTo>
                    <a:pt x="3809" y="13277"/>
                  </a:moveTo>
                  <a:lnTo>
                    <a:pt x="3934" y="13637"/>
                  </a:lnTo>
                  <a:lnTo>
                    <a:pt x="2858" y="13637"/>
                  </a:lnTo>
                  <a:lnTo>
                    <a:pt x="2988" y="13277"/>
                  </a:lnTo>
                  <a:close/>
                  <a:moveTo>
                    <a:pt x="8075" y="1"/>
                  </a:moveTo>
                  <a:cubicBezTo>
                    <a:pt x="8033" y="1"/>
                    <a:pt x="7990" y="5"/>
                    <a:pt x="7945" y="13"/>
                  </a:cubicBezTo>
                  <a:cubicBezTo>
                    <a:pt x="7422" y="99"/>
                    <a:pt x="6889" y="162"/>
                    <a:pt x="6355" y="190"/>
                  </a:cubicBezTo>
                  <a:cubicBezTo>
                    <a:pt x="6233" y="68"/>
                    <a:pt x="6064" y="4"/>
                    <a:pt x="5891" y="4"/>
                  </a:cubicBezTo>
                  <a:cubicBezTo>
                    <a:pt x="5854" y="4"/>
                    <a:pt x="5816" y="7"/>
                    <a:pt x="5779" y="13"/>
                  </a:cubicBezTo>
                  <a:cubicBezTo>
                    <a:pt x="4991" y="150"/>
                    <a:pt x="4193" y="218"/>
                    <a:pt x="3395" y="218"/>
                  </a:cubicBezTo>
                  <a:cubicBezTo>
                    <a:pt x="2597" y="218"/>
                    <a:pt x="1799" y="150"/>
                    <a:pt x="1008" y="13"/>
                  </a:cubicBezTo>
                  <a:cubicBezTo>
                    <a:pt x="966" y="5"/>
                    <a:pt x="924" y="2"/>
                    <a:pt x="883" y="2"/>
                  </a:cubicBezTo>
                  <a:cubicBezTo>
                    <a:pt x="350" y="2"/>
                    <a:pt x="0" y="615"/>
                    <a:pt x="326" y="1084"/>
                  </a:cubicBezTo>
                  <a:cubicBezTo>
                    <a:pt x="552" y="1401"/>
                    <a:pt x="850" y="1377"/>
                    <a:pt x="1460" y="1454"/>
                  </a:cubicBezTo>
                  <a:lnTo>
                    <a:pt x="1460" y="5134"/>
                  </a:lnTo>
                  <a:cubicBezTo>
                    <a:pt x="1460" y="5271"/>
                    <a:pt x="1562" y="5339"/>
                    <a:pt x="1664" y="5339"/>
                  </a:cubicBezTo>
                  <a:cubicBezTo>
                    <a:pt x="1766" y="5339"/>
                    <a:pt x="1868" y="5271"/>
                    <a:pt x="1868" y="5134"/>
                  </a:cubicBezTo>
                  <a:lnTo>
                    <a:pt x="1868" y="4351"/>
                  </a:lnTo>
                  <a:lnTo>
                    <a:pt x="4914" y="4351"/>
                  </a:lnTo>
                  <a:cubicBezTo>
                    <a:pt x="4900" y="6945"/>
                    <a:pt x="4957" y="6719"/>
                    <a:pt x="4837" y="7113"/>
                  </a:cubicBezTo>
                  <a:cubicBezTo>
                    <a:pt x="4607" y="7847"/>
                    <a:pt x="4014" y="8179"/>
                    <a:pt x="3419" y="8179"/>
                  </a:cubicBezTo>
                  <a:cubicBezTo>
                    <a:pt x="2646" y="8179"/>
                    <a:pt x="1868" y="7622"/>
                    <a:pt x="1868" y="6661"/>
                  </a:cubicBezTo>
                  <a:lnTo>
                    <a:pt x="1868" y="6244"/>
                  </a:lnTo>
                  <a:cubicBezTo>
                    <a:pt x="1871" y="6107"/>
                    <a:pt x="1769" y="6038"/>
                    <a:pt x="1666" y="6038"/>
                  </a:cubicBezTo>
                  <a:cubicBezTo>
                    <a:pt x="1563" y="6038"/>
                    <a:pt x="1460" y="6107"/>
                    <a:pt x="1460" y="6244"/>
                  </a:cubicBezTo>
                  <a:lnTo>
                    <a:pt x="1460" y="6661"/>
                  </a:lnTo>
                  <a:cubicBezTo>
                    <a:pt x="1465" y="7517"/>
                    <a:pt x="2022" y="8271"/>
                    <a:pt x="2844" y="8516"/>
                  </a:cubicBezTo>
                  <a:lnTo>
                    <a:pt x="2844" y="12868"/>
                  </a:lnTo>
                  <a:lnTo>
                    <a:pt x="2839" y="12868"/>
                  </a:lnTo>
                  <a:cubicBezTo>
                    <a:pt x="2747" y="12868"/>
                    <a:pt x="2671" y="12921"/>
                    <a:pt x="2642" y="13008"/>
                  </a:cubicBezTo>
                  <a:lnTo>
                    <a:pt x="2378" y="13776"/>
                  </a:lnTo>
                  <a:cubicBezTo>
                    <a:pt x="2334" y="13911"/>
                    <a:pt x="2430" y="14050"/>
                    <a:pt x="2575" y="14050"/>
                  </a:cubicBezTo>
                  <a:lnTo>
                    <a:pt x="4218" y="14050"/>
                  </a:lnTo>
                  <a:cubicBezTo>
                    <a:pt x="4357" y="14050"/>
                    <a:pt x="4458" y="13911"/>
                    <a:pt x="4414" y="13776"/>
                  </a:cubicBezTo>
                  <a:lnTo>
                    <a:pt x="4150" y="13008"/>
                  </a:lnTo>
                  <a:cubicBezTo>
                    <a:pt x="4121" y="12921"/>
                    <a:pt x="4040" y="12868"/>
                    <a:pt x="3953" y="12868"/>
                  </a:cubicBezTo>
                  <a:lnTo>
                    <a:pt x="3948" y="12868"/>
                  </a:lnTo>
                  <a:lnTo>
                    <a:pt x="3948" y="8516"/>
                  </a:lnTo>
                  <a:cubicBezTo>
                    <a:pt x="4136" y="8458"/>
                    <a:pt x="4314" y="8376"/>
                    <a:pt x="4477" y="8266"/>
                  </a:cubicBezTo>
                  <a:cubicBezTo>
                    <a:pt x="4640" y="8372"/>
                    <a:pt x="4818" y="8458"/>
                    <a:pt x="5001" y="8516"/>
                  </a:cubicBezTo>
                  <a:lnTo>
                    <a:pt x="5001" y="12868"/>
                  </a:lnTo>
                  <a:cubicBezTo>
                    <a:pt x="4909" y="12868"/>
                    <a:pt x="4832" y="12921"/>
                    <a:pt x="4804" y="13008"/>
                  </a:cubicBezTo>
                  <a:lnTo>
                    <a:pt x="4539" y="13776"/>
                  </a:lnTo>
                  <a:cubicBezTo>
                    <a:pt x="4491" y="13911"/>
                    <a:pt x="4592" y="14050"/>
                    <a:pt x="4736" y="14050"/>
                  </a:cubicBezTo>
                  <a:lnTo>
                    <a:pt x="6379" y="14050"/>
                  </a:lnTo>
                  <a:cubicBezTo>
                    <a:pt x="6523" y="14050"/>
                    <a:pt x="6620" y="13911"/>
                    <a:pt x="6576" y="13776"/>
                  </a:cubicBezTo>
                  <a:lnTo>
                    <a:pt x="6312" y="13008"/>
                  </a:lnTo>
                  <a:cubicBezTo>
                    <a:pt x="6283" y="12921"/>
                    <a:pt x="6206" y="12868"/>
                    <a:pt x="6115" y="12868"/>
                  </a:cubicBezTo>
                  <a:lnTo>
                    <a:pt x="6115" y="10740"/>
                  </a:lnTo>
                  <a:cubicBezTo>
                    <a:pt x="6115" y="10603"/>
                    <a:pt x="6013" y="10535"/>
                    <a:pt x="5911" y="10535"/>
                  </a:cubicBezTo>
                  <a:cubicBezTo>
                    <a:pt x="5809" y="10535"/>
                    <a:pt x="5707" y="10603"/>
                    <a:pt x="5707" y="10740"/>
                  </a:cubicBezTo>
                  <a:lnTo>
                    <a:pt x="5707" y="12868"/>
                  </a:lnTo>
                  <a:lnTo>
                    <a:pt x="5419" y="12868"/>
                  </a:lnTo>
                  <a:lnTo>
                    <a:pt x="5419" y="8593"/>
                  </a:lnTo>
                  <a:lnTo>
                    <a:pt x="5707" y="8593"/>
                  </a:lnTo>
                  <a:lnTo>
                    <a:pt x="5707" y="9746"/>
                  </a:lnTo>
                  <a:cubicBezTo>
                    <a:pt x="5707" y="9883"/>
                    <a:pt x="5809" y="9951"/>
                    <a:pt x="5911" y="9951"/>
                  </a:cubicBezTo>
                  <a:cubicBezTo>
                    <a:pt x="6013" y="9951"/>
                    <a:pt x="6115" y="9883"/>
                    <a:pt x="6115" y="9746"/>
                  </a:cubicBezTo>
                  <a:lnTo>
                    <a:pt x="6115" y="8516"/>
                  </a:lnTo>
                  <a:cubicBezTo>
                    <a:pt x="6937" y="8271"/>
                    <a:pt x="7499" y="7517"/>
                    <a:pt x="7499" y="6661"/>
                  </a:cubicBezTo>
                  <a:lnTo>
                    <a:pt x="7499" y="1454"/>
                  </a:lnTo>
                  <a:cubicBezTo>
                    <a:pt x="8099" y="1377"/>
                    <a:pt x="8407" y="1406"/>
                    <a:pt x="8632" y="1084"/>
                  </a:cubicBezTo>
                  <a:cubicBezTo>
                    <a:pt x="8949" y="621"/>
                    <a:pt x="8608" y="1"/>
                    <a:pt x="80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4" name="Google Shape;14144;p86"/>
          <p:cNvGrpSpPr/>
          <p:nvPr/>
        </p:nvGrpSpPr>
        <p:grpSpPr>
          <a:xfrm>
            <a:off x="6697352" y="4289383"/>
            <a:ext cx="269130" cy="354530"/>
            <a:chOff x="6697352" y="4289383"/>
            <a:chExt cx="269130" cy="354530"/>
          </a:xfrm>
        </p:grpSpPr>
        <p:sp>
          <p:nvSpPr>
            <p:cNvPr id="14145" name="Google Shape;14145;p86"/>
            <p:cNvSpPr/>
            <p:nvPr/>
          </p:nvSpPr>
          <p:spPr>
            <a:xfrm>
              <a:off x="6770499" y="4374363"/>
              <a:ext cx="189308" cy="186166"/>
            </a:xfrm>
            <a:custGeom>
              <a:rect b="b" l="l" r="r" t="t"/>
              <a:pathLst>
                <a:path extrusionOk="0" h="7111" w="7231">
                  <a:moveTo>
                    <a:pt x="750" y="0"/>
                  </a:moveTo>
                  <a:cubicBezTo>
                    <a:pt x="327" y="0"/>
                    <a:pt x="0" y="360"/>
                    <a:pt x="44" y="778"/>
                  </a:cubicBezTo>
                  <a:lnTo>
                    <a:pt x="577" y="6159"/>
                  </a:lnTo>
                  <a:cubicBezTo>
                    <a:pt x="649" y="6894"/>
                    <a:pt x="1269" y="7110"/>
                    <a:pt x="2004" y="7110"/>
                  </a:cubicBezTo>
                  <a:lnTo>
                    <a:pt x="5232" y="7110"/>
                  </a:lnTo>
                  <a:cubicBezTo>
                    <a:pt x="5967" y="7110"/>
                    <a:pt x="6582" y="6894"/>
                    <a:pt x="6659" y="6159"/>
                  </a:cubicBezTo>
                  <a:lnTo>
                    <a:pt x="7187" y="778"/>
                  </a:lnTo>
                  <a:cubicBezTo>
                    <a:pt x="7231" y="360"/>
                    <a:pt x="6904" y="0"/>
                    <a:pt x="648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86"/>
            <p:cNvSpPr/>
            <p:nvPr/>
          </p:nvSpPr>
          <p:spPr>
            <a:xfrm>
              <a:off x="6871868" y="4374363"/>
              <a:ext cx="87939" cy="186166"/>
            </a:xfrm>
            <a:custGeom>
              <a:rect b="b" l="l" r="r" t="t"/>
              <a:pathLst>
                <a:path extrusionOk="0" h="7111" w="3359">
                  <a:moveTo>
                    <a:pt x="1254" y="0"/>
                  </a:moveTo>
                  <a:cubicBezTo>
                    <a:pt x="1672" y="0"/>
                    <a:pt x="1999" y="360"/>
                    <a:pt x="1956" y="778"/>
                  </a:cubicBezTo>
                  <a:lnTo>
                    <a:pt x="1427" y="6159"/>
                  </a:lnTo>
                  <a:cubicBezTo>
                    <a:pt x="1355" y="6894"/>
                    <a:pt x="736" y="7110"/>
                    <a:pt x="1" y="7110"/>
                  </a:cubicBezTo>
                  <a:lnTo>
                    <a:pt x="1360" y="7110"/>
                  </a:lnTo>
                  <a:cubicBezTo>
                    <a:pt x="2095" y="7110"/>
                    <a:pt x="2715" y="6894"/>
                    <a:pt x="2787" y="6159"/>
                  </a:cubicBezTo>
                  <a:lnTo>
                    <a:pt x="3315" y="778"/>
                  </a:lnTo>
                  <a:cubicBezTo>
                    <a:pt x="3359" y="365"/>
                    <a:pt x="3032" y="0"/>
                    <a:pt x="2614"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86"/>
            <p:cNvSpPr/>
            <p:nvPr/>
          </p:nvSpPr>
          <p:spPr>
            <a:xfrm>
              <a:off x="6775656" y="4436096"/>
              <a:ext cx="178862" cy="124434"/>
            </a:xfrm>
            <a:custGeom>
              <a:rect b="b" l="l" r="r" t="t"/>
              <a:pathLst>
                <a:path extrusionOk="0" h="4753" w="6832">
                  <a:moveTo>
                    <a:pt x="0" y="1"/>
                  </a:moveTo>
                  <a:lnTo>
                    <a:pt x="380" y="3801"/>
                  </a:lnTo>
                  <a:cubicBezTo>
                    <a:pt x="452" y="4536"/>
                    <a:pt x="1067" y="4752"/>
                    <a:pt x="1802" y="4752"/>
                  </a:cubicBezTo>
                  <a:lnTo>
                    <a:pt x="5030" y="4752"/>
                  </a:lnTo>
                  <a:cubicBezTo>
                    <a:pt x="5765" y="4752"/>
                    <a:pt x="6385" y="4536"/>
                    <a:pt x="6457" y="3801"/>
                  </a:cubicBezTo>
                  <a:lnTo>
                    <a:pt x="6832" y="15"/>
                  </a:lnTo>
                  <a:lnTo>
                    <a:pt x="682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86"/>
            <p:cNvSpPr/>
            <p:nvPr/>
          </p:nvSpPr>
          <p:spPr>
            <a:xfrm>
              <a:off x="6871868" y="4436096"/>
              <a:ext cx="82781" cy="124434"/>
            </a:xfrm>
            <a:custGeom>
              <a:rect b="b" l="l" r="r" t="t"/>
              <a:pathLst>
                <a:path extrusionOk="0" h="4753" w="3162">
                  <a:moveTo>
                    <a:pt x="1802" y="1"/>
                  </a:moveTo>
                  <a:lnTo>
                    <a:pt x="1427" y="3801"/>
                  </a:lnTo>
                  <a:cubicBezTo>
                    <a:pt x="1355" y="4536"/>
                    <a:pt x="736" y="4752"/>
                    <a:pt x="1" y="4752"/>
                  </a:cubicBezTo>
                  <a:lnTo>
                    <a:pt x="1360" y="4752"/>
                  </a:lnTo>
                  <a:cubicBezTo>
                    <a:pt x="2095" y="4752"/>
                    <a:pt x="2715" y="4536"/>
                    <a:pt x="2787" y="3801"/>
                  </a:cubicBezTo>
                  <a:lnTo>
                    <a:pt x="3162" y="15"/>
                  </a:lnTo>
                  <a:lnTo>
                    <a:pt x="3152"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86"/>
            <p:cNvSpPr/>
            <p:nvPr/>
          </p:nvSpPr>
          <p:spPr>
            <a:xfrm>
              <a:off x="6821445" y="4560503"/>
              <a:ext cx="87546" cy="28693"/>
            </a:xfrm>
            <a:custGeom>
              <a:rect b="b" l="l" r="r" t="t"/>
              <a:pathLst>
                <a:path extrusionOk="0" h="1096" w="3344">
                  <a:moveTo>
                    <a:pt x="0" y="0"/>
                  </a:moveTo>
                  <a:lnTo>
                    <a:pt x="0" y="524"/>
                  </a:lnTo>
                  <a:cubicBezTo>
                    <a:pt x="0" y="841"/>
                    <a:pt x="255" y="1095"/>
                    <a:pt x="572" y="1095"/>
                  </a:cubicBezTo>
                  <a:lnTo>
                    <a:pt x="2772" y="1095"/>
                  </a:lnTo>
                  <a:cubicBezTo>
                    <a:pt x="3084" y="1095"/>
                    <a:pt x="3344" y="841"/>
                    <a:pt x="3339" y="524"/>
                  </a:cubicBezTo>
                  <a:lnTo>
                    <a:pt x="333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86"/>
            <p:cNvSpPr/>
            <p:nvPr/>
          </p:nvSpPr>
          <p:spPr>
            <a:xfrm>
              <a:off x="6866082" y="4560372"/>
              <a:ext cx="42909" cy="28693"/>
            </a:xfrm>
            <a:custGeom>
              <a:rect b="b" l="l" r="r" t="t"/>
              <a:pathLst>
                <a:path extrusionOk="0" h="1096" w="1639">
                  <a:moveTo>
                    <a:pt x="572" y="0"/>
                  </a:moveTo>
                  <a:lnTo>
                    <a:pt x="572" y="524"/>
                  </a:lnTo>
                  <a:cubicBezTo>
                    <a:pt x="572" y="841"/>
                    <a:pt x="318" y="1096"/>
                    <a:pt x="1" y="1096"/>
                  </a:cubicBezTo>
                  <a:lnTo>
                    <a:pt x="1067" y="1096"/>
                  </a:lnTo>
                  <a:cubicBezTo>
                    <a:pt x="1379" y="1096"/>
                    <a:pt x="1639" y="841"/>
                    <a:pt x="1639" y="524"/>
                  </a:cubicBezTo>
                  <a:lnTo>
                    <a:pt x="1639"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86"/>
            <p:cNvSpPr/>
            <p:nvPr/>
          </p:nvSpPr>
          <p:spPr>
            <a:xfrm>
              <a:off x="6703844" y="4307656"/>
              <a:ext cx="196350" cy="329214"/>
            </a:xfrm>
            <a:custGeom>
              <a:rect b="b" l="l" r="r" t="t"/>
              <a:pathLst>
                <a:path extrusionOk="0" h="12575" w="7500">
                  <a:moveTo>
                    <a:pt x="6163" y="0"/>
                  </a:moveTo>
                  <a:cubicBezTo>
                    <a:pt x="5597" y="0"/>
                    <a:pt x="5080" y="362"/>
                    <a:pt x="4900" y="915"/>
                  </a:cubicBezTo>
                  <a:lnTo>
                    <a:pt x="1821" y="915"/>
                  </a:lnTo>
                  <a:cubicBezTo>
                    <a:pt x="812" y="915"/>
                    <a:pt x="0" y="1731"/>
                    <a:pt x="0" y="2735"/>
                  </a:cubicBezTo>
                  <a:lnTo>
                    <a:pt x="0" y="12574"/>
                  </a:lnTo>
                  <a:lnTo>
                    <a:pt x="875" y="12574"/>
                  </a:lnTo>
                  <a:lnTo>
                    <a:pt x="875" y="2735"/>
                  </a:lnTo>
                  <a:cubicBezTo>
                    <a:pt x="875" y="2212"/>
                    <a:pt x="1297" y="1789"/>
                    <a:pt x="1821" y="1789"/>
                  </a:cubicBezTo>
                  <a:lnTo>
                    <a:pt x="5270" y="1789"/>
                  </a:lnTo>
                  <a:cubicBezTo>
                    <a:pt x="5511" y="1789"/>
                    <a:pt x="5708" y="1592"/>
                    <a:pt x="5708" y="1352"/>
                  </a:cubicBezTo>
                  <a:lnTo>
                    <a:pt x="5708" y="1323"/>
                  </a:lnTo>
                  <a:cubicBezTo>
                    <a:pt x="5708" y="1073"/>
                    <a:pt x="5914" y="871"/>
                    <a:pt x="6164" y="871"/>
                  </a:cubicBezTo>
                  <a:cubicBezTo>
                    <a:pt x="6419" y="876"/>
                    <a:pt x="6620" y="1078"/>
                    <a:pt x="6620" y="1333"/>
                  </a:cubicBezTo>
                  <a:cubicBezTo>
                    <a:pt x="6611" y="1582"/>
                    <a:pt x="6808" y="1784"/>
                    <a:pt x="7057" y="1784"/>
                  </a:cubicBezTo>
                  <a:cubicBezTo>
                    <a:pt x="7303" y="1784"/>
                    <a:pt x="7499" y="1578"/>
                    <a:pt x="7490" y="1333"/>
                  </a:cubicBezTo>
                  <a:lnTo>
                    <a:pt x="7490" y="1328"/>
                  </a:lnTo>
                  <a:cubicBezTo>
                    <a:pt x="7490" y="675"/>
                    <a:pt x="7014" y="117"/>
                    <a:pt x="6371" y="16"/>
                  </a:cubicBezTo>
                  <a:cubicBezTo>
                    <a:pt x="6301" y="5"/>
                    <a:pt x="6232" y="0"/>
                    <a:pt x="6163"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86"/>
            <p:cNvSpPr/>
            <p:nvPr/>
          </p:nvSpPr>
          <p:spPr>
            <a:xfrm>
              <a:off x="6764451" y="4351011"/>
              <a:ext cx="202031" cy="292614"/>
            </a:xfrm>
            <a:custGeom>
              <a:rect b="b" l="l" r="r" t="t"/>
              <a:pathLst>
                <a:path extrusionOk="0" h="11177" w="7717">
                  <a:moveTo>
                    <a:pt x="6760" y="1051"/>
                  </a:moveTo>
                  <a:cubicBezTo>
                    <a:pt x="7063" y="1051"/>
                    <a:pt x="7303" y="1315"/>
                    <a:pt x="7274" y="1617"/>
                  </a:cubicBezTo>
                  <a:lnTo>
                    <a:pt x="7226" y="2103"/>
                  </a:lnTo>
                  <a:lnTo>
                    <a:pt x="6458" y="2103"/>
                  </a:lnTo>
                  <a:cubicBezTo>
                    <a:pt x="6453" y="2102"/>
                    <a:pt x="6448" y="2102"/>
                    <a:pt x="6444" y="2102"/>
                  </a:cubicBezTo>
                  <a:cubicBezTo>
                    <a:pt x="6188" y="2102"/>
                    <a:pt x="6188" y="2497"/>
                    <a:pt x="6444" y="2497"/>
                  </a:cubicBezTo>
                  <a:cubicBezTo>
                    <a:pt x="6448" y="2497"/>
                    <a:pt x="6453" y="2497"/>
                    <a:pt x="6458" y="2497"/>
                  </a:cubicBezTo>
                  <a:lnTo>
                    <a:pt x="7183" y="2497"/>
                  </a:lnTo>
                  <a:lnTo>
                    <a:pt x="7135" y="3039"/>
                  </a:lnTo>
                  <a:lnTo>
                    <a:pt x="592" y="3039"/>
                  </a:lnTo>
                  <a:lnTo>
                    <a:pt x="452" y="1617"/>
                  </a:lnTo>
                  <a:cubicBezTo>
                    <a:pt x="419" y="1315"/>
                    <a:pt x="659" y="1051"/>
                    <a:pt x="967" y="1051"/>
                  </a:cubicBezTo>
                  <a:close/>
                  <a:moveTo>
                    <a:pt x="5353" y="8233"/>
                  </a:moveTo>
                  <a:lnTo>
                    <a:pt x="5353" y="8569"/>
                  </a:lnTo>
                  <a:cubicBezTo>
                    <a:pt x="5353" y="8775"/>
                    <a:pt x="5184" y="8944"/>
                    <a:pt x="4978" y="8944"/>
                  </a:cubicBezTo>
                  <a:lnTo>
                    <a:pt x="2744" y="8944"/>
                  </a:lnTo>
                  <a:cubicBezTo>
                    <a:pt x="2537" y="8944"/>
                    <a:pt x="2374" y="8775"/>
                    <a:pt x="2374" y="8569"/>
                  </a:cubicBezTo>
                  <a:lnTo>
                    <a:pt x="2374" y="8233"/>
                  </a:lnTo>
                  <a:close/>
                  <a:moveTo>
                    <a:pt x="3859" y="1"/>
                  </a:moveTo>
                  <a:cubicBezTo>
                    <a:pt x="3756" y="1"/>
                    <a:pt x="3654" y="71"/>
                    <a:pt x="3662" y="210"/>
                  </a:cubicBezTo>
                  <a:lnTo>
                    <a:pt x="3662" y="657"/>
                  </a:lnTo>
                  <a:lnTo>
                    <a:pt x="962" y="657"/>
                  </a:lnTo>
                  <a:cubicBezTo>
                    <a:pt x="424" y="657"/>
                    <a:pt x="1" y="1123"/>
                    <a:pt x="54" y="1661"/>
                  </a:cubicBezTo>
                  <a:cubicBezTo>
                    <a:pt x="73" y="1867"/>
                    <a:pt x="260" y="3774"/>
                    <a:pt x="294" y="4106"/>
                  </a:cubicBezTo>
                  <a:cubicBezTo>
                    <a:pt x="307" y="4225"/>
                    <a:pt x="397" y="4281"/>
                    <a:pt x="488" y="4281"/>
                  </a:cubicBezTo>
                  <a:cubicBezTo>
                    <a:pt x="590" y="4281"/>
                    <a:pt x="693" y="4208"/>
                    <a:pt x="683" y="4072"/>
                  </a:cubicBezTo>
                  <a:lnTo>
                    <a:pt x="625" y="3438"/>
                  </a:lnTo>
                  <a:lnTo>
                    <a:pt x="7087" y="3438"/>
                  </a:lnTo>
                  <a:lnTo>
                    <a:pt x="7039" y="3981"/>
                  </a:lnTo>
                  <a:lnTo>
                    <a:pt x="5650" y="3981"/>
                  </a:lnTo>
                  <a:cubicBezTo>
                    <a:pt x="5401" y="3995"/>
                    <a:pt x="5401" y="4361"/>
                    <a:pt x="5650" y="4375"/>
                  </a:cubicBezTo>
                  <a:lnTo>
                    <a:pt x="6996" y="4375"/>
                  </a:lnTo>
                  <a:lnTo>
                    <a:pt x="6948" y="4913"/>
                  </a:lnTo>
                  <a:lnTo>
                    <a:pt x="6458" y="4913"/>
                  </a:lnTo>
                  <a:cubicBezTo>
                    <a:pt x="6453" y="4913"/>
                    <a:pt x="6448" y="4913"/>
                    <a:pt x="6444" y="4913"/>
                  </a:cubicBezTo>
                  <a:cubicBezTo>
                    <a:pt x="6184" y="4913"/>
                    <a:pt x="6184" y="5307"/>
                    <a:pt x="6444" y="5307"/>
                  </a:cubicBezTo>
                  <a:cubicBezTo>
                    <a:pt x="6448" y="5307"/>
                    <a:pt x="6453" y="5307"/>
                    <a:pt x="6458" y="5307"/>
                  </a:cubicBezTo>
                  <a:lnTo>
                    <a:pt x="6904" y="5307"/>
                  </a:lnTo>
                  <a:lnTo>
                    <a:pt x="6856" y="5850"/>
                  </a:lnTo>
                  <a:lnTo>
                    <a:pt x="5655" y="5850"/>
                  </a:lnTo>
                  <a:cubicBezTo>
                    <a:pt x="5649" y="5849"/>
                    <a:pt x="5643" y="5849"/>
                    <a:pt x="5637" y="5849"/>
                  </a:cubicBezTo>
                  <a:cubicBezTo>
                    <a:pt x="5383" y="5849"/>
                    <a:pt x="5383" y="6240"/>
                    <a:pt x="5637" y="6240"/>
                  </a:cubicBezTo>
                  <a:cubicBezTo>
                    <a:pt x="5643" y="6240"/>
                    <a:pt x="5649" y="6239"/>
                    <a:pt x="5655" y="6239"/>
                  </a:cubicBezTo>
                  <a:lnTo>
                    <a:pt x="6813" y="6239"/>
                  </a:lnTo>
                  <a:lnTo>
                    <a:pt x="6731" y="7051"/>
                  </a:lnTo>
                  <a:cubicBezTo>
                    <a:pt x="6703" y="7387"/>
                    <a:pt x="6534" y="7834"/>
                    <a:pt x="5492" y="7834"/>
                  </a:cubicBezTo>
                  <a:lnTo>
                    <a:pt x="2230" y="7834"/>
                  </a:lnTo>
                  <a:cubicBezTo>
                    <a:pt x="1183" y="7834"/>
                    <a:pt x="1019" y="7387"/>
                    <a:pt x="986" y="7051"/>
                  </a:cubicBezTo>
                  <a:lnTo>
                    <a:pt x="765" y="4817"/>
                  </a:lnTo>
                  <a:cubicBezTo>
                    <a:pt x="749" y="4699"/>
                    <a:pt x="660" y="4644"/>
                    <a:pt x="570" y="4644"/>
                  </a:cubicBezTo>
                  <a:cubicBezTo>
                    <a:pt x="465" y="4644"/>
                    <a:pt x="360" y="4719"/>
                    <a:pt x="371" y="4855"/>
                  </a:cubicBezTo>
                  <a:lnTo>
                    <a:pt x="592" y="7089"/>
                  </a:lnTo>
                  <a:cubicBezTo>
                    <a:pt x="640" y="7570"/>
                    <a:pt x="923" y="8137"/>
                    <a:pt x="1971" y="8218"/>
                  </a:cubicBezTo>
                  <a:lnTo>
                    <a:pt x="1971" y="8559"/>
                  </a:lnTo>
                  <a:cubicBezTo>
                    <a:pt x="1971" y="8982"/>
                    <a:pt x="2316" y="9323"/>
                    <a:pt x="2739" y="9328"/>
                  </a:cubicBezTo>
                  <a:lnTo>
                    <a:pt x="3662" y="9328"/>
                  </a:lnTo>
                  <a:lnTo>
                    <a:pt x="3662" y="10971"/>
                  </a:lnTo>
                  <a:cubicBezTo>
                    <a:pt x="3654" y="11108"/>
                    <a:pt x="3756" y="11176"/>
                    <a:pt x="3859" y="11176"/>
                  </a:cubicBezTo>
                  <a:cubicBezTo>
                    <a:pt x="3961" y="11176"/>
                    <a:pt x="4063" y="11108"/>
                    <a:pt x="4056" y="10971"/>
                  </a:cubicBezTo>
                  <a:lnTo>
                    <a:pt x="4056" y="9328"/>
                  </a:lnTo>
                  <a:lnTo>
                    <a:pt x="4973" y="9328"/>
                  </a:lnTo>
                  <a:cubicBezTo>
                    <a:pt x="5396" y="9323"/>
                    <a:pt x="5742" y="8982"/>
                    <a:pt x="5742" y="8559"/>
                  </a:cubicBezTo>
                  <a:lnTo>
                    <a:pt x="5742" y="8213"/>
                  </a:lnTo>
                  <a:cubicBezTo>
                    <a:pt x="6794" y="8132"/>
                    <a:pt x="7077" y="7565"/>
                    <a:pt x="7125" y="7084"/>
                  </a:cubicBezTo>
                  <a:cubicBezTo>
                    <a:pt x="7433" y="4034"/>
                    <a:pt x="7346" y="4875"/>
                    <a:pt x="7663" y="1666"/>
                  </a:cubicBezTo>
                  <a:cubicBezTo>
                    <a:pt x="7716" y="1127"/>
                    <a:pt x="7293" y="661"/>
                    <a:pt x="6755" y="657"/>
                  </a:cubicBezTo>
                  <a:lnTo>
                    <a:pt x="4056" y="657"/>
                  </a:lnTo>
                  <a:lnTo>
                    <a:pt x="4056" y="210"/>
                  </a:lnTo>
                  <a:cubicBezTo>
                    <a:pt x="4063" y="71"/>
                    <a:pt x="3961" y="1"/>
                    <a:pt x="38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86"/>
            <p:cNvSpPr/>
            <p:nvPr/>
          </p:nvSpPr>
          <p:spPr>
            <a:xfrm>
              <a:off x="6697352" y="4289383"/>
              <a:ext cx="208628" cy="354530"/>
            </a:xfrm>
            <a:custGeom>
              <a:rect b="b" l="l" r="r" t="t"/>
              <a:pathLst>
                <a:path extrusionOk="0" h="13542" w="7969">
                  <a:moveTo>
                    <a:pt x="6431" y="1"/>
                  </a:moveTo>
                  <a:cubicBezTo>
                    <a:pt x="6329" y="1"/>
                    <a:pt x="6227" y="71"/>
                    <a:pt x="6234" y="210"/>
                  </a:cubicBezTo>
                  <a:lnTo>
                    <a:pt x="6234" y="455"/>
                  </a:lnTo>
                  <a:cubicBezTo>
                    <a:pt x="5696" y="522"/>
                    <a:pt x="5235" y="873"/>
                    <a:pt x="5019" y="1368"/>
                  </a:cubicBezTo>
                  <a:lnTo>
                    <a:pt x="2045" y="1368"/>
                  </a:lnTo>
                  <a:cubicBezTo>
                    <a:pt x="921" y="1373"/>
                    <a:pt x="13" y="2280"/>
                    <a:pt x="8" y="3405"/>
                  </a:cubicBezTo>
                  <a:lnTo>
                    <a:pt x="8" y="5970"/>
                  </a:lnTo>
                  <a:cubicBezTo>
                    <a:pt x="1" y="6109"/>
                    <a:pt x="103" y="6179"/>
                    <a:pt x="205" y="6179"/>
                  </a:cubicBezTo>
                  <a:cubicBezTo>
                    <a:pt x="307" y="6179"/>
                    <a:pt x="409" y="6109"/>
                    <a:pt x="402" y="5970"/>
                  </a:cubicBezTo>
                  <a:lnTo>
                    <a:pt x="402" y="3405"/>
                  </a:lnTo>
                  <a:cubicBezTo>
                    <a:pt x="402" y="2501"/>
                    <a:pt x="1137" y="1766"/>
                    <a:pt x="2045" y="1766"/>
                  </a:cubicBezTo>
                  <a:lnTo>
                    <a:pt x="5153" y="1766"/>
                  </a:lnTo>
                  <a:cubicBezTo>
                    <a:pt x="5235" y="1766"/>
                    <a:pt x="5312" y="1709"/>
                    <a:pt x="5341" y="1627"/>
                  </a:cubicBezTo>
                  <a:cubicBezTo>
                    <a:pt x="5495" y="1151"/>
                    <a:pt x="5941" y="835"/>
                    <a:pt x="6429" y="835"/>
                  </a:cubicBezTo>
                  <a:cubicBezTo>
                    <a:pt x="6487" y="835"/>
                    <a:pt x="6545" y="840"/>
                    <a:pt x="6604" y="849"/>
                  </a:cubicBezTo>
                  <a:cubicBezTo>
                    <a:pt x="7161" y="940"/>
                    <a:pt x="7570" y="1421"/>
                    <a:pt x="7570" y="1983"/>
                  </a:cubicBezTo>
                  <a:lnTo>
                    <a:pt x="7570" y="1987"/>
                  </a:lnTo>
                  <a:cubicBezTo>
                    <a:pt x="7570" y="2148"/>
                    <a:pt x="7450" y="2229"/>
                    <a:pt x="7330" y="2229"/>
                  </a:cubicBezTo>
                  <a:cubicBezTo>
                    <a:pt x="7209" y="2229"/>
                    <a:pt x="7089" y="2148"/>
                    <a:pt x="7089" y="1987"/>
                  </a:cubicBezTo>
                  <a:cubicBezTo>
                    <a:pt x="7089" y="1593"/>
                    <a:pt x="6768" y="1324"/>
                    <a:pt x="6426" y="1324"/>
                  </a:cubicBezTo>
                  <a:cubicBezTo>
                    <a:pt x="6285" y="1324"/>
                    <a:pt x="6140" y="1371"/>
                    <a:pt x="6013" y="1473"/>
                  </a:cubicBezTo>
                  <a:cubicBezTo>
                    <a:pt x="5855" y="1603"/>
                    <a:pt x="5768" y="1800"/>
                    <a:pt x="5773" y="2007"/>
                  </a:cubicBezTo>
                  <a:cubicBezTo>
                    <a:pt x="5773" y="2141"/>
                    <a:pt x="5667" y="2247"/>
                    <a:pt x="5533" y="2247"/>
                  </a:cubicBezTo>
                  <a:lnTo>
                    <a:pt x="2050" y="2247"/>
                  </a:lnTo>
                  <a:cubicBezTo>
                    <a:pt x="2047" y="2247"/>
                    <a:pt x="2044" y="2247"/>
                    <a:pt x="2041" y="2247"/>
                  </a:cubicBezTo>
                  <a:cubicBezTo>
                    <a:pt x="1406" y="2247"/>
                    <a:pt x="887" y="2769"/>
                    <a:pt x="887" y="3405"/>
                  </a:cubicBezTo>
                  <a:lnTo>
                    <a:pt x="887" y="13142"/>
                  </a:lnTo>
                  <a:lnTo>
                    <a:pt x="407" y="13142"/>
                  </a:lnTo>
                  <a:lnTo>
                    <a:pt x="407" y="6710"/>
                  </a:lnTo>
                  <a:cubicBezTo>
                    <a:pt x="414" y="6570"/>
                    <a:pt x="312" y="6501"/>
                    <a:pt x="210" y="6501"/>
                  </a:cubicBezTo>
                  <a:cubicBezTo>
                    <a:pt x="108" y="6501"/>
                    <a:pt x="6" y="6570"/>
                    <a:pt x="13" y="6710"/>
                  </a:cubicBezTo>
                  <a:lnTo>
                    <a:pt x="13" y="13344"/>
                  </a:lnTo>
                  <a:cubicBezTo>
                    <a:pt x="13" y="13450"/>
                    <a:pt x="99" y="13541"/>
                    <a:pt x="210" y="13541"/>
                  </a:cubicBezTo>
                  <a:lnTo>
                    <a:pt x="1089" y="13541"/>
                  </a:lnTo>
                  <a:cubicBezTo>
                    <a:pt x="1200" y="13541"/>
                    <a:pt x="1286" y="13450"/>
                    <a:pt x="1286" y="13344"/>
                  </a:cubicBezTo>
                  <a:lnTo>
                    <a:pt x="1286" y="3409"/>
                  </a:lnTo>
                  <a:cubicBezTo>
                    <a:pt x="1286" y="2991"/>
                    <a:pt x="1627" y="2650"/>
                    <a:pt x="2050" y="2650"/>
                  </a:cubicBezTo>
                  <a:lnTo>
                    <a:pt x="5533" y="2650"/>
                  </a:lnTo>
                  <a:cubicBezTo>
                    <a:pt x="5879" y="2641"/>
                    <a:pt x="6162" y="2357"/>
                    <a:pt x="6162" y="2007"/>
                  </a:cubicBezTo>
                  <a:lnTo>
                    <a:pt x="6162" y="1978"/>
                  </a:lnTo>
                  <a:cubicBezTo>
                    <a:pt x="6162" y="1830"/>
                    <a:pt x="6280" y="1716"/>
                    <a:pt x="6423" y="1716"/>
                  </a:cubicBezTo>
                  <a:cubicBezTo>
                    <a:pt x="6443" y="1716"/>
                    <a:pt x="6463" y="1718"/>
                    <a:pt x="6484" y="1723"/>
                  </a:cubicBezTo>
                  <a:cubicBezTo>
                    <a:pt x="6604" y="1752"/>
                    <a:pt x="6691" y="1863"/>
                    <a:pt x="6686" y="1987"/>
                  </a:cubicBezTo>
                  <a:cubicBezTo>
                    <a:pt x="6691" y="2338"/>
                    <a:pt x="6974" y="2626"/>
                    <a:pt x="7330" y="2626"/>
                  </a:cubicBezTo>
                  <a:cubicBezTo>
                    <a:pt x="7685" y="2626"/>
                    <a:pt x="7968" y="2338"/>
                    <a:pt x="7968" y="1983"/>
                  </a:cubicBezTo>
                  <a:cubicBezTo>
                    <a:pt x="7968" y="1209"/>
                    <a:pt x="7392" y="556"/>
                    <a:pt x="6628" y="455"/>
                  </a:cubicBezTo>
                  <a:lnTo>
                    <a:pt x="6628" y="210"/>
                  </a:lnTo>
                  <a:cubicBezTo>
                    <a:pt x="6635" y="71"/>
                    <a:pt x="6533" y="1"/>
                    <a:pt x="64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4" name="Google Shape;14154;p86"/>
          <p:cNvGrpSpPr/>
          <p:nvPr/>
        </p:nvGrpSpPr>
        <p:grpSpPr>
          <a:xfrm>
            <a:off x="5768616" y="2908885"/>
            <a:ext cx="334816" cy="368536"/>
            <a:chOff x="5768616" y="2908885"/>
            <a:chExt cx="334816" cy="368536"/>
          </a:xfrm>
        </p:grpSpPr>
        <p:sp>
          <p:nvSpPr>
            <p:cNvPr id="14155" name="Google Shape;14155;p86"/>
            <p:cNvSpPr/>
            <p:nvPr/>
          </p:nvSpPr>
          <p:spPr>
            <a:xfrm>
              <a:off x="5776025" y="2916059"/>
              <a:ext cx="196978" cy="193706"/>
            </a:xfrm>
            <a:custGeom>
              <a:rect b="b" l="l" r="r" t="t"/>
              <a:pathLst>
                <a:path extrusionOk="0" h="7399" w="7524">
                  <a:moveTo>
                    <a:pt x="779" y="0"/>
                  </a:moveTo>
                  <a:cubicBezTo>
                    <a:pt x="342" y="0"/>
                    <a:pt x="1" y="375"/>
                    <a:pt x="44" y="812"/>
                  </a:cubicBezTo>
                  <a:lnTo>
                    <a:pt x="597" y="6409"/>
                  </a:lnTo>
                  <a:cubicBezTo>
                    <a:pt x="673" y="7173"/>
                    <a:pt x="1317" y="7399"/>
                    <a:pt x="2081" y="7399"/>
                  </a:cubicBezTo>
                  <a:lnTo>
                    <a:pt x="5444" y="7399"/>
                  </a:lnTo>
                  <a:cubicBezTo>
                    <a:pt x="6203" y="7399"/>
                    <a:pt x="6851" y="7173"/>
                    <a:pt x="6923" y="6409"/>
                  </a:cubicBezTo>
                  <a:lnTo>
                    <a:pt x="7481" y="812"/>
                  </a:lnTo>
                  <a:cubicBezTo>
                    <a:pt x="7524" y="375"/>
                    <a:pt x="7183" y="0"/>
                    <a:pt x="674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86"/>
            <p:cNvSpPr/>
            <p:nvPr/>
          </p:nvSpPr>
          <p:spPr>
            <a:xfrm>
              <a:off x="5872996" y="2916059"/>
              <a:ext cx="99903" cy="193706"/>
            </a:xfrm>
            <a:custGeom>
              <a:rect b="b" l="l" r="r" t="t"/>
              <a:pathLst>
                <a:path extrusionOk="0" h="7399" w="3816">
                  <a:moveTo>
                    <a:pt x="1303" y="0"/>
                  </a:moveTo>
                  <a:cubicBezTo>
                    <a:pt x="1740" y="0"/>
                    <a:pt x="2081" y="375"/>
                    <a:pt x="2038" y="812"/>
                  </a:cubicBezTo>
                  <a:lnTo>
                    <a:pt x="1485" y="6409"/>
                  </a:lnTo>
                  <a:cubicBezTo>
                    <a:pt x="1408" y="7173"/>
                    <a:pt x="765" y="7399"/>
                    <a:pt x="1" y="7399"/>
                  </a:cubicBezTo>
                  <a:lnTo>
                    <a:pt x="1740" y="7399"/>
                  </a:lnTo>
                  <a:cubicBezTo>
                    <a:pt x="2504" y="7399"/>
                    <a:pt x="3147" y="7173"/>
                    <a:pt x="3219" y="6409"/>
                  </a:cubicBezTo>
                  <a:lnTo>
                    <a:pt x="3777" y="812"/>
                  </a:lnTo>
                  <a:cubicBezTo>
                    <a:pt x="3815" y="380"/>
                    <a:pt x="3474" y="5"/>
                    <a:pt x="304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86"/>
            <p:cNvSpPr/>
            <p:nvPr/>
          </p:nvSpPr>
          <p:spPr>
            <a:xfrm>
              <a:off x="5778931" y="2955041"/>
              <a:ext cx="191062" cy="154724"/>
            </a:xfrm>
            <a:custGeom>
              <a:rect b="b" l="l" r="r" t="t"/>
              <a:pathLst>
                <a:path extrusionOk="0" h="5910" w="7298">
                  <a:moveTo>
                    <a:pt x="15" y="1"/>
                  </a:moveTo>
                  <a:lnTo>
                    <a:pt x="0" y="25"/>
                  </a:lnTo>
                  <a:lnTo>
                    <a:pt x="481" y="4920"/>
                  </a:lnTo>
                  <a:cubicBezTo>
                    <a:pt x="558" y="5684"/>
                    <a:pt x="1201" y="5910"/>
                    <a:pt x="1965" y="5910"/>
                  </a:cubicBezTo>
                  <a:lnTo>
                    <a:pt x="5328" y="5910"/>
                  </a:lnTo>
                  <a:cubicBezTo>
                    <a:pt x="6092" y="5910"/>
                    <a:pt x="6740" y="5684"/>
                    <a:pt x="6812" y="4920"/>
                  </a:cubicBezTo>
                  <a:lnTo>
                    <a:pt x="7298"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86"/>
            <p:cNvSpPr/>
            <p:nvPr/>
          </p:nvSpPr>
          <p:spPr>
            <a:xfrm>
              <a:off x="5872996" y="2955171"/>
              <a:ext cx="96997" cy="154724"/>
            </a:xfrm>
            <a:custGeom>
              <a:rect b="b" l="l" r="r" t="t"/>
              <a:pathLst>
                <a:path extrusionOk="0" h="5910" w="3705">
                  <a:moveTo>
                    <a:pt x="1966" y="1"/>
                  </a:moveTo>
                  <a:lnTo>
                    <a:pt x="1485" y="4920"/>
                  </a:lnTo>
                  <a:cubicBezTo>
                    <a:pt x="1408" y="5679"/>
                    <a:pt x="765" y="5909"/>
                    <a:pt x="1" y="5909"/>
                  </a:cubicBezTo>
                  <a:lnTo>
                    <a:pt x="1740" y="5909"/>
                  </a:lnTo>
                  <a:cubicBezTo>
                    <a:pt x="2504" y="5909"/>
                    <a:pt x="3147" y="5684"/>
                    <a:pt x="3219" y="4920"/>
                  </a:cubicBezTo>
                  <a:lnTo>
                    <a:pt x="3705" y="1"/>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86"/>
            <p:cNvSpPr/>
            <p:nvPr/>
          </p:nvSpPr>
          <p:spPr>
            <a:xfrm>
              <a:off x="5828987" y="3109738"/>
              <a:ext cx="91080" cy="29845"/>
            </a:xfrm>
            <a:custGeom>
              <a:rect b="b" l="l" r="r" t="t"/>
              <a:pathLst>
                <a:path extrusionOk="0" h="1140" w="3479">
                  <a:moveTo>
                    <a:pt x="0" y="1"/>
                  </a:moveTo>
                  <a:lnTo>
                    <a:pt x="0" y="544"/>
                  </a:lnTo>
                  <a:cubicBezTo>
                    <a:pt x="0" y="875"/>
                    <a:pt x="265" y="1139"/>
                    <a:pt x="596" y="1139"/>
                  </a:cubicBezTo>
                  <a:lnTo>
                    <a:pt x="2883" y="1139"/>
                  </a:lnTo>
                  <a:cubicBezTo>
                    <a:pt x="3214" y="1139"/>
                    <a:pt x="3478" y="870"/>
                    <a:pt x="3474" y="544"/>
                  </a:cubicBezTo>
                  <a:lnTo>
                    <a:pt x="3474"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86"/>
            <p:cNvSpPr/>
            <p:nvPr/>
          </p:nvSpPr>
          <p:spPr>
            <a:xfrm>
              <a:off x="5872368" y="3109738"/>
              <a:ext cx="47700" cy="29845"/>
            </a:xfrm>
            <a:custGeom>
              <a:rect b="b" l="l" r="r" t="t"/>
              <a:pathLst>
                <a:path extrusionOk="0" h="1140" w="1822">
                  <a:moveTo>
                    <a:pt x="596" y="1"/>
                  </a:moveTo>
                  <a:lnTo>
                    <a:pt x="596" y="544"/>
                  </a:lnTo>
                  <a:cubicBezTo>
                    <a:pt x="596" y="870"/>
                    <a:pt x="332" y="1139"/>
                    <a:pt x="1" y="1139"/>
                  </a:cubicBezTo>
                  <a:lnTo>
                    <a:pt x="1226" y="1139"/>
                  </a:lnTo>
                  <a:cubicBezTo>
                    <a:pt x="1557" y="1139"/>
                    <a:pt x="1821" y="870"/>
                    <a:pt x="1821" y="544"/>
                  </a:cubicBezTo>
                  <a:lnTo>
                    <a:pt x="1821" y="1"/>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86"/>
            <p:cNvSpPr/>
            <p:nvPr/>
          </p:nvSpPr>
          <p:spPr>
            <a:xfrm>
              <a:off x="6051727" y="2995541"/>
              <a:ext cx="44794" cy="94850"/>
            </a:xfrm>
            <a:custGeom>
              <a:rect b="b" l="l" r="r" t="t"/>
              <a:pathLst>
                <a:path extrusionOk="0" h="3623" w="1711">
                  <a:moveTo>
                    <a:pt x="370" y="1"/>
                  </a:moveTo>
                  <a:cubicBezTo>
                    <a:pt x="168" y="1"/>
                    <a:pt x="5" y="164"/>
                    <a:pt x="5" y="366"/>
                  </a:cubicBezTo>
                  <a:lnTo>
                    <a:pt x="0" y="2052"/>
                  </a:lnTo>
                  <a:lnTo>
                    <a:pt x="0" y="2057"/>
                  </a:lnTo>
                  <a:lnTo>
                    <a:pt x="0" y="3258"/>
                  </a:lnTo>
                  <a:cubicBezTo>
                    <a:pt x="0" y="3460"/>
                    <a:pt x="168" y="3623"/>
                    <a:pt x="370" y="3623"/>
                  </a:cubicBezTo>
                  <a:lnTo>
                    <a:pt x="1341" y="3623"/>
                  </a:lnTo>
                  <a:cubicBezTo>
                    <a:pt x="1542" y="3623"/>
                    <a:pt x="1711" y="3460"/>
                    <a:pt x="1706" y="3258"/>
                  </a:cubicBezTo>
                  <a:lnTo>
                    <a:pt x="1706" y="366"/>
                  </a:lnTo>
                  <a:cubicBezTo>
                    <a:pt x="1711" y="164"/>
                    <a:pt x="1542" y="1"/>
                    <a:pt x="1341"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86"/>
            <p:cNvSpPr/>
            <p:nvPr/>
          </p:nvSpPr>
          <p:spPr>
            <a:xfrm>
              <a:off x="6064424" y="2995541"/>
              <a:ext cx="31966" cy="94850"/>
            </a:xfrm>
            <a:custGeom>
              <a:rect b="b" l="l" r="r" t="t"/>
              <a:pathLst>
                <a:path extrusionOk="0" h="3623" w="1221">
                  <a:moveTo>
                    <a:pt x="1" y="1"/>
                  </a:moveTo>
                  <a:cubicBezTo>
                    <a:pt x="202" y="1"/>
                    <a:pt x="366" y="164"/>
                    <a:pt x="366" y="366"/>
                  </a:cubicBezTo>
                  <a:lnTo>
                    <a:pt x="366" y="3253"/>
                  </a:lnTo>
                  <a:cubicBezTo>
                    <a:pt x="366" y="3455"/>
                    <a:pt x="202" y="3623"/>
                    <a:pt x="1" y="3623"/>
                  </a:cubicBezTo>
                  <a:lnTo>
                    <a:pt x="856" y="3623"/>
                  </a:lnTo>
                  <a:cubicBezTo>
                    <a:pt x="1057" y="3623"/>
                    <a:pt x="1221" y="3455"/>
                    <a:pt x="1221" y="3253"/>
                  </a:cubicBezTo>
                  <a:lnTo>
                    <a:pt x="1221" y="366"/>
                  </a:lnTo>
                  <a:cubicBezTo>
                    <a:pt x="1221" y="164"/>
                    <a:pt x="1057" y="1"/>
                    <a:pt x="856"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86"/>
            <p:cNvSpPr/>
            <p:nvPr/>
          </p:nvSpPr>
          <p:spPr>
            <a:xfrm>
              <a:off x="5768616" y="2908885"/>
              <a:ext cx="334816" cy="368536"/>
            </a:xfrm>
            <a:custGeom>
              <a:rect b="b" l="l" r="r" t="t"/>
              <a:pathLst>
                <a:path extrusionOk="0" h="14077" w="12789">
                  <a:moveTo>
                    <a:pt x="7038" y="409"/>
                  </a:moveTo>
                  <a:cubicBezTo>
                    <a:pt x="7355" y="409"/>
                    <a:pt x="7605" y="688"/>
                    <a:pt x="7572" y="1005"/>
                  </a:cubicBezTo>
                  <a:lnTo>
                    <a:pt x="7524" y="1509"/>
                  </a:lnTo>
                  <a:lnTo>
                    <a:pt x="3137" y="1509"/>
                  </a:lnTo>
                  <a:cubicBezTo>
                    <a:pt x="2864" y="1509"/>
                    <a:pt x="2864" y="1917"/>
                    <a:pt x="3137" y="1917"/>
                  </a:cubicBezTo>
                  <a:lnTo>
                    <a:pt x="7480" y="1917"/>
                  </a:lnTo>
                  <a:lnTo>
                    <a:pt x="7427" y="2480"/>
                  </a:lnTo>
                  <a:lnTo>
                    <a:pt x="6702" y="2480"/>
                  </a:lnTo>
                  <a:cubicBezTo>
                    <a:pt x="6428" y="2480"/>
                    <a:pt x="6428" y="2888"/>
                    <a:pt x="6702" y="2888"/>
                  </a:cubicBezTo>
                  <a:lnTo>
                    <a:pt x="7384" y="2888"/>
                  </a:lnTo>
                  <a:lnTo>
                    <a:pt x="7331" y="3445"/>
                  </a:lnTo>
                  <a:lnTo>
                    <a:pt x="5890" y="3445"/>
                  </a:lnTo>
                  <a:cubicBezTo>
                    <a:pt x="5621" y="3445"/>
                    <a:pt x="5621" y="3858"/>
                    <a:pt x="5890" y="3858"/>
                  </a:cubicBezTo>
                  <a:lnTo>
                    <a:pt x="7293" y="3858"/>
                  </a:lnTo>
                  <a:lnTo>
                    <a:pt x="7240" y="4416"/>
                  </a:lnTo>
                  <a:lnTo>
                    <a:pt x="6731" y="4416"/>
                  </a:lnTo>
                  <a:cubicBezTo>
                    <a:pt x="6462" y="4416"/>
                    <a:pt x="6462" y="4829"/>
                    <a:pt x="6731" y="4829"/>
                  </a:cubicBezTo>
                  <a:lnTo>
                    <a:pt x="7197" y="4829"/>
                  </a:lnTo>
                  <a:lnTo>
                    <a:pt x="7144" y="5386"/>
                  </a:lnTo>
                  <a:lnTo>
                    <a:pt x="5895" y="5386"/>
                  </a:lnTo>
                  <a:cubicBezTo>
                    <a:pt x="5621" y="5386"/>
                    <a:pt x="5621" y="5794"/>
                    <a:pt x="5895" y="5794"/>
                  </a:cubicBezTo>
                  <a:lnTo>
                    <a:pt x="7106" y="5794"/>
                  </a:lnTo>
                  <a:lnTo>
                    <a:pt x="7019" y="6640"/>
                  </a:lnTo>
                  <a:cubicBezTo>
                    <a:pt x="6985" y="6991"/>
                    <a:pt x="6813" y="7452"/>
                    <a:pt x="5727" y="7452"/>
                  </a:cubicBezTo>
                  <a:lnTo>
                    <a:pt x="2330" y="7452"/>
                  </a:lnTo>
                  <a:cubicBezTo>
                    <a:pt x="2303" y="7452"/>
                    <a:pt x="2276" y="7453"/>
                    <a:pt x="2250" y="7453"/>
                  </a:cubicBezTo>
                  <a:cubicBezTo>
                    <a:pt x="1227" y="7453"/>
                    <a:pt x="1066" y="7001"/>
                    <a:pt x="1028" y="6664"/>
                  </a:cubicBezTo>
                  <a:lnTo>
                    <a:pt x="562" y="1917"/>
                  </a:lnTo>
                  <a:lnTo>
                    <a:pt x="1975" y="1917"/>
                  </a:lnTo>
                  <a:cubicBezTo>
                    <a:pt x="2249" y="1917"/>
                    <a:pt x="2249" y="1509"/>
                    <a:pt x="1975" y="1509"/>
                  </a:cubicBezTo>
                  <a:lnTo>
                    <a:pt x="529" y="1509"/>
                  </a:lnTo>
                  <a:lnTo>
                    <a:pt x="476" y="1005"/>
                  </a:lnTo>
                  <a:cubicBezTo>
                    <a:pt x="462" y="851"/>
                    <a:pt x="510" y="702"/>
                    <a:pt x="611" y="587"/>
                  </a:cubicBezTo>
                  <a:cubicBezTo>
                    <a:pt x="711" y="476"/>
                    <a:pt x="860" y="409"/>
                    <a:pt x="1009" y="409"/>
                  </a:cubicBezTo>
                  <a:close/>
                  <a:moveTo>
                    <a:pt x="5568" y="7884"/>
                  </a:moveTo>
                  <a:lnTo>
                    <a:pt x="5568" y="8235"/>
                  </a:lnTo>
                  <a:cubicBezTo>
                    <a:pt x="5568" y="8451"/>
                    <a:pt x="5395" y="8624"/>
                    <a:pt x="5184" y="8624"/>
                  </a:cubicBezTo>
                  <a:lnTo>
                    <a:pt x="2854" y="8624"/>
                  </a:lnTo>
                  <a:cubicBezTo>
                    <a:pt x="2643" y="8619"/>
                    <a:pt x="2470" y="8446"/>
                    <a:pt x="2470" y="8235"/>
                  </a:cubicBezTo>
                  <a:lnTo>
                    <a:pt x="2470" y="7884"/>
                  </a:lnTo>
                  <a:close/>
                  <a:moveTo>
                    <a:pt x="1004" y="1"/>
                  </a:moveTo>
                  <a:cubicBezTo>
                    <a:pt x="442" y="1"/>
                    <a:pt x="0" y="486"/>
                    <a:pt x="58" y="1043"/>
                  </a:cubicBezTo>
                  <a:lnTo>
                    <a:pt x="615" y="6697"/>
                  </a:lnTo>
                  <a:cubicBezTo>
                    <a:pt x="663" y="7202"/>
                    <a:pt x="961" y="7793"/>
                    <a:pt x="2057" y="7874"/>
                  </a:cubicBezTo>
                  <a:lnTo>
                    <a:pt x="2057" y="8235"/>
                  </a:lnTo>
                  <a:cubicBezTo>
                    <a:pt x="2057" y="8672"/>
                    <a:pt x="2412" y="9032"/>
                    <a:pt x="2854" y="9032"/>
                  </a:cubicBezTo>
                  <a:lnTo>
                    <a:pt x="3810" y="9032"/>
                  </a:lnTo>
                  <a:lnTo>
                    <a:pt x="3810" y="11300"/>
                  </a:lnTo>
                  <a:cubicBezTo>
                    <a:pt x="3815" y="12832"/>
                    <a:pt x="5054" y="14076"/>
                    <a:pt x="6587" y="14076"/>
                  </a:cubicBezTo>
                  <a:lnTo>
                    <a:pt x="9104" y="14076"/>
                  </a:lnTo>
                  <a:cubicBezTo>
                    <a:pt x="10637" y="14076"/>
                    <a:pt x="11881" y="12832"/>
                    <a:pt x="11881" y="11300"/>
                  </a:cubicBezTo>
                  <a:lnTo>
                    <a:pt x="11881" y="7135"/>
                  </a:lnTo>
                  <a:lnTo>
                    <a:pt x="12212" y="7135"/>
                  </a:lnTo>
                  <a:cubicBezTo>
                    <a:pt x="12529" y="7135"/>
                    <a:pt x="12789" y="6875"/>
                    <a:pt x="12789" y="6558"/>
                  </a:cubicBezTo>
                  <a:lnTo>
                    <a:pt x="12789" y="3642"/>
                  </a:lnTo>
                  <a:cubicBezTo>
                    <a:pt x="12789" y="3325"/>
                    <a:pt x="12529" y="3066"/>
                    <a:pt x="12212" y="3066"/>
                  </a:cubicBezTo>
                  <a:lnTo>
                    <a:pt x="11929" y="3066"/>
                  </a:lnTo>
                  <a:lnTo>
                    <a:pt x="11929" y="2196"/>
                  </a:lnTo>
                  <a:cubicBezTo>
                    <a:pt x="11929" y="2059"/>
                    <a:pt x="11827" y="1991"/>
                    <a:pt x="11725" y="1991"/>
                  </a:cubicBezTo>
                  <a:cubicBezTo>
                    <a:pt x="11623" y="1991"/>
                    <a:pt x="11521" y="2059"/>
                    <a:pt x="11521" y="2196"/>
                  </a:cubicBezTo>
                  <a:lnTo>
                    <a:pt x="11521" y="3066"/>
                  </a:lnTo>
                  <a:lnTo>
                    <a:pt x="11237" y="3066"/>
                  </a:lnTo>
                  <a:cubicBezTo>
                    <a:pt x="10915" y="3066"/>
                    <a:pt x="10661" y="3325"/>
                    <a:pt x="10661" y="3642"/>
                  </a:cubicBezTo>
                  <a:lnTo>
                    <a:pt x="10661" y="4459"/>
                  </a:lnTo>
                  <a:cubicBezTo>
                    <a:pt x="10661" y="4596"/>
                    <a:pt x="10763" y="4664"/>
                    <a:pt x="10865" y="4664"/>
                  </a:cubicBezTo>
                  <a:cubicBezTo>
                    <a:pt x="10967" y="4664"/>
                    <a:pt x="11069" y="4596"/>
                    <a:pt x="11069" y="4459"/>
                  </a:cubicBezTo>
                  <a:lnTo>
                    <a:pt x="11069" y="3642"/>
                  </a:lnTo>
                  <a:cubicBezTo>
                    <a:pt x="11069" y="3551"/>
                    <a:pt x="11141" y="3479"/>
                    <a:pt x="11232" y="3479"/>
                  </a:cubicBezTo>
                  <a:lnTo>
                    <a:pt x="12212" y="3479"/>
                  </a:lnTo>
                  <a:cubicBezTo>
                    <a:pt x="12304" y="3479"/>
                    <a:pt x="12376" y="3551"/>
                    <a:pt x="12380" y="3642"/>
                  </a:cubicBezTo>
                  <a:lnTo>
                    <a:pt x="12380" y="6558"/>
                  </a:lnTo>
                  <a:cubicBezTo>
                    <a:pt x="12376" y="6649"/>
                    <a:pt x="12304" y="6721"/>
                    <a:pt x="12212" y="6721"/>
                  </a:cubicBezTo>
                  <a:lnTo>
                    <a:pt x="11232" y="6721"/>
                  </a:lnTo>
                  <a:cubicBezTo>
                    <a:pt x="11141" y="6721"/>
                    <a:pt x="11069" y="6649"/>
                    <a:pt x="11069" y="6558"/>
                  </a:cubicBezTo>
                  <a:lnTo>
                    <a:pt x="11069" y="5348"/>
                  </a:lnTo>
                  <a:cubicBezTo>
                    <a:pt x="11069" y="5211"/>
                    <a:pt x="10967" y="5142"/>
                    <a:pt x="10865" y="5142"/>
                  </a:cubicBezTo>
                  <a:cubicBezTo>
                    <a:pt x="10763" y="5142"/>
                    <a:pt x="10661" y="5211"/>
                    <a:pt x="10661" y="5348"/>
                  </a:cubicBezTo>
                  <a:lnTo>
                    <a:pt x="10661" y="6558"/>
                  </a:lnTo>
                  <a:cubicBezTo>
                    <a:pt x="10661" y="6875"/>
                    <a:pt x="10915" y="7135"/>
                    <a:pt x="11237" y="7135"/>
                  </a:cubicBezTo>
                  <a:lnTo>
                    <a:pt x="11477" y="7135"/>
                  </a:lnTo>
                  <a:lnTo>
                    <a:pt x="11477" y="11300"/>
                  </a:lnTo>
                  <a:cubicBezTo>
                    <a:pt x="11472" y="12606"/>
                    <a:pt x="10416" y="13663"/>
                    <a:pt x="9109" y="13663"/>
                  </a:cubicBezTo>
                  <a:lnTo>
                    <a:pt x="6592" y="13663"/>
                  </a:lnTo>
                  <a:cubicBezTo>
                    <a:pt x="5285" y="13663"/>
                    <a:pt x="4228" y="12606"/>
                    <a:pt x="4228" y="11300"/>
                  </a:cubicBezTo>
                  <a:lnTo>
                    <a:pt x="4228" y="9032"/>
                  </a:lnTo>
                  <a:lnTo>
                    <a:pt x="5184" y="9032"/>
                  </a:lnTo>
                  <a:cubicBezTo>
                    <a:pt x="5626" y="9032"/>
                    <a:pt x="5981" y="8672"/>
                    <a:pt x="5981" y="8235"/>
                  </a:cubicBezTo>
                  <a:lnTo>
                    <a:pt x="5981" y="7874"/>
                  </a:lnTo>
                  <a:cubicBezTo>
                    <a:pt x="7077" y="7793"/>
                    <a:pt x="7370" y="7197"/>
                    <a:pt x="7423" y="6697"/>
                  </a:cubicBezTo>
                  <a:lnTo>
                    <a:pt x="7533" y="5626"/>
                  </a:lnTo>
                  <a:lnTo>
                    <a:pt x="7624" y="4651"/>
                  </a:lnTo>
                  <a:lnTo>
                    <a:pt x="7721" y="3681"/>
                  </a:lnTo>
                  <a:lnTo>
                    <a:pt x="7913" y="1735"/>
                  </a:lnTo>
                  <a:lnTo>
                    <a:pt x="7980" y="1043"/>
                  </a:lnTo>
                  <a:cubicBezTo>
                    <a:pt x="8038" y="486"/>
                    <a:pt x="7596" y="1"/>
                    <a:pt x="70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4" name="Google Shape;14164;p86"/>
          <p:cNvGrpSpPr/>
          <p:nvPr/>
        </p:nvGrpSpPr>
        <p:grpSpPr>
          <a:xfrm>
            <a:off x="6657061" y="2908885"/>
            <a:ext cx="323114" cy="368667"/>
            <a:chOff x="6657061" y="2908885"/>
            <a:chExt cx="323114" cy="368667"/>
          </a:xfrm>
        </p:grpSpPr>
        <p:sp>
          <p:nvSpPr>
            <p:cNvPr id="14165" name="Google Shape;14165;p86"/>
            <p:cNvSpPr/>
            <p:nvPr/>
          </p:nvSpPr>
          <p:spPr>
            <a:xfrm>
              <a:off x="6662454" y="2914174"/>
              <a:ext cx="312066" cy="357828"/>
            </a:xfrm>
            <a:custGeom>
              <a:rect b="b" l="l" r="r" t="t"/>
              <a:pathLst>
                <a:path extrusionOk="0" h="13668" w="11920">
                  <a:moveTo>
                    <a:pt x="3868" y="0"/>
                  </a:moveTo>
                  <a:cubicBezTo>
                    <a:pt x="3296" y="0"/>
                    <a:pt x="2758" y="245"/>
                    <a:pt x="2384" y="678"/>
                  </a:cubicBezTo>
                  <a:lnTo>
                    <a:pt x="1994" y="1125"/>
                  </a:lnTo>
                  <a:lnTo>
                    <a:pt x="827" y="1125"/>
                  </a:lnTo>
                  <a:cubicBezTo>
                    <a:pt x="371" y="1129"/>
                    <a:pt x="1" y="1499"/>
                    <a:pt x="1" y="1960"/>
                  </a:cubicBezTo>
                  <a:lnTo>
                    <a:pt x="1" y="12837"/>
                  </a:lnTo>
                  <a:cubicBezTo>
                    <a:pt x="1" y="13298"/>
                    <a:pt x="371" y="13668"/>
                    <a:pt x="832" y="13668"/>
                  </a:cubicBezTo>
                  <a:lnTo>
                    <a:pt x="11084" y="13668"/>
                  </a:lnTo>
                  <a:cubicBezTo>
                    <a:pt x="11545" y="13668"/>
                    <a:pt x="11920" y="13298"/>
                    <a:pt x="11920" y="12837"/>
                  </a:cubicBezTo>
                  <a:lnTo>
                    <a:pt x="11920" y="1960"/>
                  </a:lnTo>
                  <a:cubicBezTo>
                    <a:pt x="11920" y="1499"/>
                    <a:pt x="11545" y="1125"/>
                    <a:pt x="11084" y="1125"/>
                  </a:cubicBezTo>
                  <a:lnTo>
                    <a:pt x="9916" y="1125"/>
                  </a:lnTo>
                  <a:lnTo>
                    <a:pt x="9527" y="678"/>
                  </a:lnTo>
                  <a:cubicBezTo>
                    <a:pt x="9153" y="250"/>
                    <a:pt x="8610" y="0"/>
                    <a:pt x="804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86"/>
            <p:cNvSpPr/>
            <p:nvPr/>
          </p:nvSpPr>
          <p:spPr>
            <a:xfrm>
              <a:off x="6662349" y="2943862"/>
              <a:ext cx="312039" cy="328271"/>
            </a:xfrm>
            <a:custGeom>
              <a:rect b="b" l="l" r="r" t="t"/>
              <a:pathLst>
                <a:path extrusionOk="0" h="12539" w="11919">
                  <a:moveTo>
                    <a:pt x="11096" y="0"/>
                  </a:moveTo>
                  <a:cubicBezTo>
                    <a:pt x="11094" y="0"/>
                    <a:pt x="11091" y="0"/>
                    <a:pt x="11088" y="0"/>
                  </a:cubicBezTo>
                  <a:lnTo>
                    <a:pt x="10891" y="0"/>
                  </a:lnTo>
                  <a:lnTo>
                    <a:pt x="10891" y="10675"/>
                  </a:lnTo>
                  <a:cubicBezTo>
                    <a:pt x="10891" y="11136"/>
                    <a:pt x="10516" y="11506"/>
                    <a:pt x="10060" y="11511"/>
                  </a:cubicBezTo>
                  <a:lnTo>
                    <a:pt x="0" y="11511"/>
                  </a:lnTo>
                  <a:lnTo>
                    <a:pt x="0" y="11703"/>
                  </a:lnTo>
                  <a:cubicBezTo>
                    <a:pt x="0" y="12164"/>
                    <a:pt x="370" y="12539"/>
                    <a:pt x="831" y="12539"/>
                  </a:cubicBezTo>
                  <a:lnTo>
                    <a:pt x="11083" y="12539"/>
                  </a:lnTo>
                  <a:cubicBezTo>
                    <a:pt x="11544" y="12539"/>
                    <a:pt x="11919" y="12164"/>
                    <a:pt x="11919" y="11703"/>
                  </a:cubicBezTo>
                  <a:lnTo>
                    <a:pt x="11919" y="831"/>
                  </a:lnTo>
                  <a:cubicBezTo>
                    <a:pt x="11919" y="373"/>
                    <a:pt x="11549" y="0"/>
                    <a:pt x="11096"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86"/>
            <p:cNvSpPr/>
            <p:nvPr/>
          </p:nvSpPr>
          <p:spPr>
            <a:xfrm>
              <a:off x="6746099" y="2951035"/>
              <a:ext cx="144671" cy="55109"/>
            </a:xfrm>
            <a:custGeom>
              <a:rect b="b" l="l" r="r" t="t"/>
              <a:pathLst>
                <a:path extrusionOk="0" h="2105" w="5526">
                  <a:moveTo>
                    <a:pt x="510" y="0"/>
                  </a:moveTo>
                  <a:cubicBezTo>
                    <a:pt x="231" y="0"/>
                    <a:pt x="1" y="226"/>
                    <a:pt x="1" y="509"/>
                  </a:cubicBezTo>
                  <a:lnTo>
                    <a:pt x="1" y="1590"/>
                  </a:lnTo>
                  <a:cubicBezTo>
                    <a:pt x="1" y="1874"/>
                    <a:pt x="231" y="2099"/>
                    <a:pt x="510" y="2104"/>
                  </a:cubicBezTo>
                  <a:lnTo>
                    <a:pt x="5016" y="2104"/>
                  </a:lnTo>
                  <a:cubicBezTo>
                    <a:pt x="5295" y="2104"/>
                    <a:pt x="5520" y="1874"/>
                    <a:pt x="5525" y="1595"/>
                  </a:cubicBezTo>
                  <a:lnTo>
                    <a:pt x="5525" y="509"/>
                  </a:lnTo>
                  <a:cubicBezTo>
                    <a:pt x="5520" y="226"/>
                    <a:pt x="5295" y="0"/>
                    <a:pt x="5016"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86"/>
            <p:cNvSpPr/>
            <p:nvPr/>
          </p:nvSpPr>
          <p:spPr>
            <a:xfrm>
              <a:off x="6838802" y="2951035"/>
              <a:ext cx="51967" cy="55109"/>
            </a:xfrm>
            <a:custGeom>
              <a:rect b="b" l="l" r="r" t="t"/>
              <a:pathLst>
                <a:path extrusionOk="0" h="2105" w="1985">
                  <a:moveTo>
                    <a:pt x="0" y="0"/>
                  </a:moveTo>
                  <a:cubicBezTo>
                    <a:pt x="279" y="0"/>
                    <a:pt x="509" y="231"/>
                    <a:pt x="509" y="509"/>
                  </a:cubicBezTo>
                  <a:lnTo>
                    <a:pt x="509" y="1595"/>
                  </a:lnTo>
                  <a:cubicBezTo>
                    <a:pt x="509" y="1878"/>
                    <a:pt x="279" y="2104"/>
                    <a:pt x="0" y="2104"/>
                  </a:cubicBezTo>
                  <a:lnTo>
                    <a:pt x="1475" y="2104"/>
                  </a:lnTo>
                  <a:cubicBezTo>
                    <a:pt x="1758" y="2104"/>
                    <a:pt x="1984" y="1878"/>
                    <a:pt x="1984" y="1595"/>
                  </a:cubicBezTo>
                  <a:lnTo>
                    <a:pt x="1984" y="509"/>
                  </a:lnTo>
                  <a:cubicBezTo>
                    <a:pt x="1984" y="226"/>
                    <a:pt x="1758" y="0"/>
                    <a:pt x="147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86"/>
            <p:cNvSpPr/>
            <p:nvPr/>
          </p:nvSpPr>
          <p:spPr>
            <a:xfrm>
              <a:off x="6813015" y="3057064"/>
              <a:ext cx="10839" cy="160745"/>
            </a:xfrm>
            <a:custGeom>
              <a:rect b="b" l="l" r="r" t="t"/>
              <a:pathLst>
                <a:path extrusionOk="0" h="6140" w="414">
                  <a:moveTo>
                    <a:pt x="207" y="1"/>
                  </a:moveTo>
                  <a:cubicBezTo>
                    <a:pt x="104" y="1"/>
                    <a:pt x="0" y="69"/>
                    <a:pt x="0" y="206"/>
                  </a:cubicBezTo>
                  <a:lnTo>
                    <a:pt x="0" y="5938"/>
                  </a:lnTo>
                  <a:cubicBezTo>
                    <a:pt x="0" y="6072"/>
                    <a:pt x="104" y="6139"/>
                    <a:pt x="207" y="6139"/>
                  </a:cubicBezTo>
                  <a:cubicBezTo>
                    <a:pt x="310" y="6139"/>
                    <a:pt x="413" y="6072"/>
                    <a:pt x="413" y="5938"/>
                  </a:cubicBezTo>
                  <a:lnTo>
                    <a:pt x="413" y="206"/>
                  </a:lnTo>
                  <a:cubicBezTo>
                    <a:pt x="413" y="69"/>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86"/>
            <p:cNvSpPr/>
            <p:nvPr/>
          </p:nvSpPr>
          <p:spPr>
            <a:xfrm>
              <a:off x="6740811" y="2945485"/>
              <a:ext cx="155352" cy="65921"/>
            </a:xfrm>
            <a:custGeom>
              <a:rect b="b" l="l" r="r" t="t"/>
              <a:pathLst>
                <a:path extrusionOk="0" h="2518" w="5934">
                  <a:moveTo>
                    <a:pt x="717" y="1"/>
                  </a:moveTo>
                  <a:cubicBezTo>
                    <a:pt x="323" y="1"/>
                    <a:pt x="1" y="323"/>
                    <a:pt x="1" y="716"/>
                  </a:cubicBezTo>
                  <a:lnTo>
                    <a:pt x="1" y="1802"/>
                  </a:lnTo>
                  <a:cubicBezTo>
                    <a:pt x="1" y="2196"/>
                    <a:pt x="323" y="2518"/>
                    <a:pt x="717" y="2518"/>
                  </a:cubicBezTo>
                  <a:lnTo>
                    <a:pt x="3378" y="2518"/>
                  </a:lnTo>
                  <a:cubicBezTo>
                    <a:pt x="3652" y="2518"/>
                    <a:pt x="3652" y="2110"/>
                    <a:pt x="3378" y="2110"/>
                  </a:cubicBezTo>
                  <a:lnTo>
                    <a:pt x="717" y="2110"/>
                  </a:lnTo>
                  <a:cubicBezTo>
                    <a:pt x="548" y="2110"/>
                    <a:pt x="414" y="1975"/>
                    <a:pt x="414" y="1807"/>
                  </a:cubicBezTo>
                  <a:lnTo>
                    <a:pt x="414" y="721"/>
                  </a:lnTo>
                  <a:cubicBezTo>
                    <a:pt x="414" y="553"/>
                    <a:pt x="548" y="419"/>
                    <a:pt x="717" y="419"/>
                  </a:cubicBezTo>
                  <a:lnTo>
                    <a:pt x="5218" y="419"/>
                  </a:lnTo>
                  <a:cubicBezTo>
                    <a:pt x="5386" y="419"/>
                    <a:pt x="5521" y="553"/>
                    <a:pt x="5521" y="721"/>
                  </a:cubicBezTo>
                  <a:lnTo>
                    <a:pt x="5521" y="1807"/>
                  </a:lnTo>
                  <a:cubicBezTo>
                    <a:pt x="5521" y="1975"/>
                    <a:pt x="5386" y="2110"/>
                    <a:pt x="5218" y="2110"/>
                  </a:cubicBezTo>
                  <a:lnTo>
                    <a:pt x="4420" y="2110"/>
                  </a:lnTo>
                  <a:cubicBezTo>
                    <a:pt x="4147" y="2110"/>
                    <a:pt x="4147" y="2518"/>
                    <a:pt x="4420" y="2518"/>
                  </a:cubicBezTo>
                  <a:lnTo>
                    <a:pt x="5218" y="2518"/>
                  </a:lnTo>
                  <a:cubicBezTo>
                    <a:pt x="5612" y="2518"/>
                    <a:pt x="5934" y="2196"/>
                    <a:pt x="5934" y="1802"/>
                  </a:cubicBezTo>
                  <a:lnTo>
                    <a:pt x="5934" y="716"/>
                  </a:lnTo>
                  <a:cubicBezTo>
                    <a:pt x="5934" y="323"/>
                    <a:pt x="5612" y="1"/>
                    <a:pt x="52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86"/>
            <p:cNvSpPr/>
            <p:nvPr/>
          </p:nvSpPr>
          <p:spPr>
            <a:xfrm>
              <a:off x="6657061" y="2908885"/>
              <a:ext cx="323114" cy="368667"/>
            </a:xfrm>
            <a:custGeom>
              <a:rect b="b" l="l" r="r" t="t"/>
              <a:pathLst>
                <a:path extrusionOk="0" h="14082" w="12342">
                  <a:moveTo>
                    <a:pt x="4074" y="1"/>
                  </a:moveTo>
                  <a:cubicBezTo>
                    <a:pt x="2811" y="1"/>
                    <a:pt x="2282" y="976"/>
                    <a:pt x="2104" y="1125"/>
                  </a:cubicBezTo>
                  <a:lnTo>
                    <a:pt x="1038" y="1125"/>
                  </a:lnTo>
                  <a:cubicBezTo>
                    <a:pt x="466" y="1125"/>
                    <a:pt x="0" y="1591"/>
                    <a:pt x="0" y="2167"/>
                  </a:cubicBezTo>
                  <a:lnTo>
                    <a:pt x="0" y="5420"/>
                  </a:lnTo>
                  <a:cubicBezTo>
                    <a:pt x="0" y="5554"/>
                    <a:pt x="102" y="5621"/>
                    <a:pt x="204" y="5621"/>
                  </a:cubicBezTo>
                  <a:cubicBezTo>
                    <a:pt x="306" y="5621"/>
                    <a:pt x="409" y="5554"/>
                    <a:pt x="409" y="5420"/>
                  </a:cubicBezTo>
                  <a:lnTo>
                    <a:pt x="409" y="2167"/>
                  </a:lnTo>
                  <a:cubicBezTo>
                    <a:pt x="409" y="1817"/>
                    <a:pt x="687" y="1538"/>
                    <a:pt x="1033" y="1538"/>
                  </a:cubicBezTo>
                  <a:lnTo>
                    <a:pt x="2200" y="1538"/>
                  </a:lnTo>
                  <a:cubicBezTo>
                    <a:pt x="2263" y="1538"/>
                    <a:pt x="2321" y="1514"/>
                    <a:pt x="2359" y="1471"/>
                  </a:cubicBezTo>
                  <a:lnTo>
                    <a:pt x="2748" y="1024"/>
                  </a:lnTo>
                  <a:cubicBezTo>
                    <a:pt x="3084" y="640"/>
                    <a:pt x="3570" y="419"/>
                    <a:pt x="4079" y="419"/>
                  </a:cubicBezTo>
                  <a:lnTo>
                    <a:pt x="8249" y="419"/>
                  </a:lnTo>
                  <a:cubicBezTo>
                    <a:pt x="8758" y="419"/>
                    <a:pt x="9243" y="640"/>
                    <a:pt x="9575" y="1024"/>
                  </a:cubicBezTo>
                  <a:lnTo>
                    <a:pt x="9969" y="1471"/>
                  </a:lnTo>
                  <a:cubicBezTo>
                    <a:pt x="10007" y="1514"/>
                    <a:pt x="10065" y="1538"/>
                    <a:pt x="10122" y="1538"/>
                  </a:cubicBezTo>
                  <a:lnTo>
                    <a:pt x="11290" y="1538"/>
                  </a:lnTo>
                  <a:cubicBezTo>
                    <a:pt x="11640" y="1538"/>
                    <a:pt x="11919" y="1817"/>
                    <a:pt x="11919" y="2167"/>
                  </a:cubicBezTo>
                  <a:lnTo>
                    <a:pt x="11919" y="13039"/>
                  </a:lnTo>
                  <a:cubicBezTo>
                    <a:pt x="11919" y="13385"/>
                    <a:pt x="11640" y="13668"/>
                    <a:pt x="11290" y="13668"/>
                  </a:cubicBezTo>
                  <a:lnTo>
                    <a:pt x="9647" y="13668"/>
                  </a:lnTo>
                  <a:lnTo>
                    <a:pt x="9647" y="12409"/>
                  </a:lnTo>
                  <a:cubicBezTo>
                    <a:pt x="9647" y="12273"/>
                    <a:pt x="9545" y="12204"/>
                    <a:pt x="9442" y="12204"/>
                  </a:cubicBezTo>
                  <a:cubicBezTo>
                    <a:pt x="9339" y="12204"/>
                    <a:pt x="9236" y="12273"/>
                    <a:pt x="9234" y="12409"/>
                  </a:cubicBezTo>
                  <a:lnTo>
                    <a:pt x="9234" y="13668"/>
                  </a:lnTo>
                  <a:lnTo>
                    <a:pt x="3104" y="13668"/>
                  </a:lnTo>
                  <a:lnTo>
                    <a:pt x="3104" y="12409"/>
                  </a:lnTo>
                  <a:cubicBezTo>
                    <a:pt x="3104" y="12273"/>
                    <a:pt x="3002" y="12204"/>
                    <a:pt x="2899" y="12204"/>
                  </a:cubicBezTo>
                  <a:cubicBezTo>
                    <a:pt x="2797" y="12204"/>
                    <a:pt x="2695" y="12273"/>
                    <a:pt x="2695" y="12409"/>
                  </a:cubicBezTo>
                  <a:lnTo>
                    <a:pt x="2695" y="13668"/>
                  </a:lnTo>
                  <a:lnTo>
                    <a:pt x="1048" y="13668"/>
                  </a:lnTo>
                  <a:cubicBezTo>
                    <a:pt x="702" y="13668"/>
                    <a:pt x="423" y="13385"/>
                    <a:pt x="423" y="13039"/>
                  </a:cubicBezTo>
                  <a:lnTo>
                    <a:pt x="423" y="6597"/>
                  </a:lnTo>
                  <a:cubicBezTo>
                    <a:pt x="423" y="6460"/>
                    <a:pt x="321" y="6391"/>
                    <a:pt x="219" y="6391"/>
                  </a:cubicBezTo>
                  <a:cubicBezTo>
                    <a:pt x="117" y="6391"/>
                    <a:pt x="15" y="6460"/>
                    <a:pt x="15" y="6597"/>
                  </a:cubicBezTo>
                  <a:lnTo>
                    <a:pt x="15" y="13044"/>
                  </a:lnTo>
                  <a:cubicBezTo>
                    <a:pt x="15" y="13615"/>
                    <a:pt x="481" y="14081"/>
                    <a:pt x="1052" y="14081"/>
                  </a:cubicBezTo>
                  <a:lnTo>
                    <a:pt x="11304" y="14081"/>
                  </a:lnTo>
                  <a:cubicBezTo>
                    <a:pt x="11876" y="14081"/>
                    <a:pt x="12342" y="13615"/>
                    <a:pt x="12342" y="13044"/>
                  </a:cubicBezTo>
                  <a:lnTo>
                    <a:pt x="12342" y="2167"/>
                  </a:lnTo>
                  <a:cubicBezTo>
                    <a:pt x="12327" y="1591"/>
                    <a:pt x="11861" y="1130"/>
                    <a:pt x="11290" y="1125"/>
                  </a:cubicBezTo>
                  <a:lnTo>
                    <a:pt x="10214" y="1125"/>
                  </a:lnTo>
                  <a:cubicBezTo>
                    <a:pt x="10041" y="981"/>
                    <a:pt x="9503" y="1"/>
                    <a:pt x="82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2" name="Google Shape;14172;p86"/>
          <p:cNvGrpSpPr/>
          <p:nvPr/>
        </p:nvGrpSpPr>
        <p:grpSpPr>
          <a:xfrm>
            <a:off x="6211084" y="2909173"/>
            <a:ext cx="330915" cy="368457"/>
            <a:chOff x="6211084" y="2909173"/>
            <a:chExt cx="330915" cy="368457"/>
          </a:xfrm>
        </p:grpSpPr>
        <p:sp>
          <p:nvSpPr>
            <p:cNvPr id="14173" name="Google Shape;14173;p86"/>
            <p:cNvSpPr/>
            <p:nvPr/>
          </p:nvSpPr>
          <p:spPr>
            <a:xfrm>
              <a:off x="6217603" y="2926635"/>
              <a:ext cx="314972" cy="345367"/>
            </a:xfrm>
            <a:custGeom>
              <a:rect b="b" l="l" r="r" t="t"/>
              <a:pathLst>
                <a:path extrusionOk="0" h="13192" w="12031">
                  <a:moveTo>
                    <a:pt x="6155" y="1"/>
                  </a:moveTo>
                  <a:cubicBezTo>
                    <a:pt x="4409" y="1"/>
                    <a:pt x="2697" y="862"/>
                    <a:pt x="1682" y="2450"/>
                  </a:cubicBezTo>
                  <a:lnTo>
                    <a:pt x="1380" y="2998"/>
                  </a:lnTo>
                  <a:cubicBezTo>
                    <a:pt x="1034" y="3714"/>
                    <a:pt x="851" y="4501"/>
                    <a:pt x="856" y="5299"/>
                  </a:cubicBezTo>
                  <a:cubicBezTo>
                    <a:pt x="856" y="5645"/>
                    <a:pt x="957" y="6317"/>
                    <a:pt x="957" y="6317"/>
                  </a:cubicBezTo>
                  <a:lnTo>
                    <a:pt x="174" y="7701"/>
                  </a:lnTo>
                  <a:cubicBezTo>
                    <a:pt x="1" y="8008"/>
                    <a:pt x="135" y="8402"/>
                    <a:pt x="467" y="8537"/>
                  </a:cubicBezTo>
                  <a:lnTo>
                    <a:pt x="1408" y="8926"/>
                  </a:lnTo>
                  <a:lnTo>
                    <a:pt x="1408" y="10506"/>
                  </a:lnTo>
                  <a:cubicBezTo>
                    <a:pt x="1408" y="11059"/>
                    <a:pt x="1855" y="11506"/>
                    <a:pt x="2408" y="11506"/>
                  </a:cubicBezTo>
                  <a:lnTo>
                    <a:pt x="3710" y="11506"/>
                  </a:lnTo>
                  <a:lnTo>
                    <a:pt x="3710" y="13182"/>
                  </a:lnTo>
                  <a:lnTo>
                    <a:pt x="8903" y="13192"/>
                  </a:lnTo>
                  <a:lnTo>
                    <a:pt x="8903" y="13192"/>
                  </a:lnTo>
                  <a:lnTo>
                    <a:pt x="8903" y="10694"/>
                  </a:lnTo>
                  <a:cubicBezTo>
                    <a:pt x="8903" y="10194"/>
                    <a:pt x="9124" y="9719"/>
                    <a:pt x="9508" y="9401"/>
                  </a:cubicBezTo>
                  <a:cubicBezTo>
                    <a:pt x="11502" y="7763"/>
                    <a:pt x="12030" y="4929"/>
                    <a:pt x="10757" y="2685"/>
                  </a:cubicBezTo>
                  <a:lnTo>
                    <a:pt x="10757" y="2685"/>
                  </a:lnTo>
                  <a:lnTo>
                    <a:pt x="8105" y="3569"/>
                  </a:lnTo>
                  <a:lnTo>
                    <a:pt x="8105" y="3569"/>
                  </a:lnTo>
                  <a:lnTo>
                    <a:pt x="10056" y="1864"/>
                  </a:lnTo>
                  <a:lnTo>
                    <a:pt x="8840" y="1081"/>
                  </a:lnTo>
                  <a:lnTo>
                    <a:pt x="9148" y="932"/>
                  </a:lnTo>
                  <a:cubicBezTo>
                    <a:pt x="8230" y="302"/>
                    <a:pt x="7187" y="1"/>
                    <a:pt x="6155" y="1"/>
                  </a:cubicBezTo>
                  <a:close/>
                  <a:moveTo>
                    <a:pt x="8903" y="13192"/>
                  </a:moveTo>
                  <a:lnTo>
                    <a:pt x="8903" y="13192"/>
                  </a:lnTo>
                  <a:lnTo>
                    <a:pt x="8908" y="13192"/>
                  </a:lnTo>
                  <a:lnTo>
                    <a:pt x="8903" y="13192"/>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86"/>
            <p:cNvSpPr/>
            <p:nvPr/>
          </p:nvSpPr>
          <p:spPr>
            <a:xfrm>
              <a:off x="6299102" y="2926897"/>
              <a:ext cx="181637" cy="69796"/>
            </a:xfrm>
            <a:custGeom>
              <a:rect b="b" l="l" r="r" t="t"/>
              <a:pathLst>
                <a:path extrusionOk="0" h="2666" w="6938">
                  <a:moveTo>
                    <a:pt x="3032" y="1"/>
                  </a:moveTo>
                  <a:cubicBezTo>
                    <a:pt x="1972" y="1"/>
                    <a:pt x="912" y="318"/>
                    <a:pt x="1" y="951"/>
                  </a:cubicBezTo>
                  <a:cubicBezTo>
                    <a:pt x="496" y="831"/>
                    <a:pt x="1000" y="773"/>
                    <a:pt x="1509" y="773"/>
                  </a:cubicBezTo>
                  <a:cubicBezTo>
                    <a:pt x="1515" y="773"/>
                    <a:pt x="1521" y="773"/>
                    <a:pt x="1527" y="773"/>
                  </a:cubicBezTo>
                  <a:cubicBezTo>
                    <a:pt x="3217" y="773"/>
                    <a:pt x="4833" y="1455"/>
                    <a:pt x="6016" y="2666"/>
                  </a:cubicBezTo>
                  <a:lnTo>
                    <a:pt x="6938" y="1864"/>
                  </a:lnTo>
                  <a:lnTo>
                    <a:pt x="5723" y="1081"/>
                  </a:lnTo>
                  <a:lnTo>
                    <a:pt x="6030" y="932"/>
                  </a:lnTo>
                  <a:cubicBezTo>
                    <a:pt x="5127" y="311"/>
                    <a:pt x="4080" y="1"/>
                    <a:pt x="303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86"/>
            <p:cNvSpPr/>
            <p:nvPr/>
          </p:nvSpPr>
          <p:spPr>
            <a:xfrm>
              <a:off x="6466889" y="2996929"/>
              <a:ext cx="56496" cy="129565"/>
            </a:xfrm>
            <a:custGeom>
              <a:rect b="b" l="l" r="r" t="t"/>
              <a:pathLst>
                <a:path extrusionOk="0" h="4949" w="2158">
                  <a:moveTo>
                    <a:pt x="1240" y="0"/>
                  </a:moveTo>
                  <a:lnTo>
                    <a:pt x="0" y="418"/>
                  </a:lnTo>
                  <a:cubicBezTo>
                    <a:pt x="913" y="1543"/>
                    <a:pt x="1413" y="2950"/>
                    <a:pt x="1413" y="4406"/>
                  </a:cubicBezTo>
                  <a:cubicBezTo>
                    <a:pt x="1413" y="4584"/>
                    <a:pt x="1408" y="4766"/>
                    <a:pt x="1394" y="4949"/>
                  </a:cubicBezTo>
                  <a:cubicBezTo>
                    <a:pt x="2158" y="3373"/>
                    <a:pt x="2105" y="1523"/>
                    <a:pt x="124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86"/>
            <p:cNvSpPr/>
            <p:nvPr/>
          </p:nvSpPr>
          <p:spPr>
            <a:xfrm>
              <a:off x="6429792" y="2914174"/>
              <a:ext cx="105532" cy="106055"/>
            </a:xfrm>
            <a:custGeom>
              <a:rect b="b" l="l" r="r" t="t"/>
              <a:pathLst>
                <a:path extrusionOk="0" h="4051" w="4031">
                  <a:moveTo>
                    <a:pt x="3935" y="0"/>
                  </a:moveTo>
                  <a:lnTo>
                    <a:pt x="735" y="1562"/>
                  </a:lnTo>
                  <a:lnTo>
                    <a:pt x="1951" y="2345"/>
                  </a:lnTo>
                  <a:lnTo>
                    <a:pt x="0" y="4050"/>
                  </a:lnTo>
                  <a:lnTo>
                    <a:pt x="4031" y="2705"/>
                  </a:lnTo>
                  <a:lnTo>
                    <a:pt x="3651" y="2431"/>
                  </a:lnTo>
                  <a:lnTo>
                    <a:pt x="3027" y="1975"/>
                  </a:lnTo>
                  <a:lnTo>
                    <a:pt x="2657" y="1701"/>
                  </a:lnTo>
                  <a:lnTo>
                    <a:pt x="3935"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86"/>
            <p:cNvSpPr/>
            <p:nvPr/>
          </p:nvSpPr>
          <p:spPr>
            <a:xfrm>
              <a:off x="6429792" y="2914435"/>
              <a:ext cx="105532" cy="105793"/>
            </a:xfrm>
            <a:custGeom>
              <a:rect b="b" l="l" r="r" t="t"/>
              <a:pathLst>
                <a:path extrusionOk="0" h="4041" w="4031">
                  <a:moveTo>
                    <a:pt x="3935" y="0"/>
                  </a:moveTo>
                  <a:lnTo>
                    <a:pt x="2926" y="490"/>
                  </a:lnTo>
                  <a:lnTo>
                    <a:pt x="2181" y="1480"/>
                  </a:lnTo>
                  <a:cubicBezTo>
                    <a:pt x="2032" y="1681"/>
                    <a:pt x="2076" y="1965"/>
                    <a:pt x="2277" y="2114"/>
                  </a:cubicBezTo>
                  <a:lnTo>
                    <a:pt x="2902" y="2565"/>
                  </a:lnTo>
                  <a:lnTo>
                    <a:pt x="3277" y="2839"/>
                  </a:lnTo>
                  <a:lnTo>
                    <a:pt x="188" y="3872"/>
                  </a:lnTo>
                  <a:lnTo>
                    <a:pt x="0" y="4040"/>
                  </a:lnTo>
                  <a:lnTo>
                    <a:pt x="4031" y="2695"/>
                  </a:lnTo>
                  <a:lnTo>
                    <a:pt x="3651" y="2421"/>
                  </a:lnTo>
                  <a:lnTo>
                    <a:pt x="3032" y="1970"/>
                  </a:lnTo>
                  <a:lnTo>
                    <a:pt x="2657" y="1701"/>
                  </a:lnTo>
                  <a:lnTo>
                    <a:pt x="3935"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86"/>
            <p:cNvSpPr/>
            <p:nvPr/>
          </p:nvSpPr>
          <p:spPr>
            <a:xfrm>
              <a:off x="6211084" y="2999547"/>
              <a:ext cx="145666" cy="277744"/>
            </a:xfrm>
            <a:custGeom>
              <a:rect b="b" l="l" r="r" t="t"/>
              <a:pathLst>
                <a:path extrusionOk="0" h="10609" w="5564">
                  <a:moveTo>
                    <a:pt x="1623" y="0"/>
                  </a:moveTo>
                  <a:cubicBezTo>
                    <a:pt x="1548" y="0"/>
                    <a:pt x="1475" y="40"/>
                    <a:pt x="1436" y="136"/>
                  </a:cubicBezTo>
                  <a:cubicBezTo>
                    <a:pt x="1076" y="880"/>
                    <a:pt x="894" y="1697"/>
                    <a:pt x="894" y="2523"/>
                  </a:cubicBezTo>
                  <a:cubicBezTo>
                    <a:pt x="908" y="2850"/>
                    <a:pt x="937" y="3182"/>
                    <a:pt x="985" y="3503"/>
                  </a:cubicBezTo>
                  <a:lnTo>
                    <a:pt x="240" y="4825"/>
                  </a:lnTo>
                  <a:cubicBezTo>
                    <a:pt x="0" y="5243"/>
                    <a:pt x="187" y="5771"/>
                    <a:pt x="629" y="5954"/>
                  </a:cubicBezTo>
                  <a:lnTo>
                    <a:pt x="1446" y="6290"/>
                  </a:lnTo>
                  <a:lnTo>
                    <a:pt x="1446" y="7731"/>
                  </a:lnTo>
                  <a:cubicBezTo>
                    <a:pt x="1451" y="8394"/>
                    <a:pt x="1984" y="8932"/>
                    <a:pt x="2647" y="8932"/>
                  </a:cubicBezTo>
                  <a:lnTo>
                    <a:pt x="3747" y="8932"/>
                  </a:lnTo>
                  <a:lnTo>
                    <a:pt x="3747" y="10407"/>
                  </a:lnTo>
                  <a:cubicBezTo>
                    <a:pt x="3747" y="10541"/>
                    <a:pt x="3849" y="10609"/>
                    <a:pt x="3951" y="10609"/>
                  </a:cubicBezTo>
                  <a:cubicBezTo>
                    <a:pt x="4053" y="10609"/>
                    <a:pt x="4156" y="10541"/>
                    <a:pt x="4156" y="10407"/>
                  </a:cubicBezTo>
                  <a:lnTo>
                    <a:pt x="4156" y="8922"/>
                  </a:lnTo>
                  <a:cubicBezTo>
                    <a:pt x="4468" y="8894"/>
                    <a:pt x="5054" y="8793"/>
                    <a:pt x="5472" y="8432"/>
                  </a:cubicBezTo>
                  <a:cubicBezTo>
                    <a:pt x="5558" y="8356"/>
                    <a:pt x="5563" y="8226"/>
                    <a:pt x="5491" y="8139"/>
                  </a:cubicBezTo>
                  <a:cubicBezTo>
                    <a:pt x="5448" y="8098"/>
                    <a:pt x="5393" y="8078"/>
                    <a:pt x="5339" y="8078"/>
                  </a:cubicBezTo>
                  <a:cubicBezTo>
                    <a:pt x="5291" y="8078"/>
                    <a:pt x="5243" y="8094"/>
                    <a:pt x="5203" y="8125"/>
                  </a:cubicBezTo>
                  <a:cubicBezTo>
                    <a:pt x="4756" y="8519"/>
                    <a:pt x="3963" y="8528"/>
                    <a:pt x="3954" y="8528"/>
                  </a:cubicBezTo>
                  <a:lnTo>
                    <a:pt x="2652" y="8528"/>
                  </a:lnTo>
                  <a:cubicBezTo>
                    <a:pt x="2215" y="8524"/>
                    <a:pt x="1864" y="8173"/>
                    <a:pt x="1864" y="7736"/>
                  </a:cubicBezTo>
                  <a:lnTo>
                    <a:pt x="1864" y="6151"/>
                  </a:lnTo>
                  <a:cubicBezTo>
                    <a:pt x="1859" y="6069"/>
                    <a:pt x="1811" y="5992"/>
                    <a:pt x="1734" y="5958"/>
                  </a:cubicBezTo>
                  <a:lnTo>
                    <a:pt x="793" y="5574"/>
                  </a:lnTo>
                  <a:cubicBezTo>
                    <a:pt x="577" y="5483"/>
                    <a:pt x="490" y="5228"/>
                    <a:pt x="601" y="5026"/>
                  </a:cubicBezTo>
                  <a:cubicBezTo>
                    <a:pt x="1403" y="3580"/>
                    <a:pt x="1422" y="3638"/>
                    <a:pt x="1403" y="3518"/>
                  </a:cubicBezTo>
                  <a:cubicBezTo>
                    <a:pt x="1403" y="3508"/>
                    <a:pt x="1307" y="2855"/>
                    <a:pt x="1307" y="2523"/>
                  </a:cubicBezTo>
                  <a:cubicBezTo>
                    <a:pt x="1307" y="1760"/>
                    <a:pt x="1475" y="1001"/>
                    <a:pt x="1811" y="314"/>
                  </a:cubicBezTo>
                  <a:cubicBezTo>
                    <a:pt x="1909" y="144"/>
                    <a:pt x="1765" y="0"/>
                    <a:pt x="16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86"/>
            <p:cNvSpPr/>
            <p:nvPr/>
          </p:nvSpPr>
          <p:spPr>
            <a:xfrm>
              <a:off x="6259805" y="2909173"/>
              <a:ext cx="282194" cy="368457"/>
            </a:xfrm>
            <a:custGeom>
              <a:rect b="b" l="l" r="r" t="t"/>
              <a:pathLst>
                <a:path extrusionOk="0" h="14074" w="10779">
                  <a:moveTo>
                    <a:pt x="10426" y="1"/>
                  </a:moveTo>
                  <a:cubicBezTo>
                    <a:pt x="10396" y="1"/>
                    <a:pt x="10364" y="8"/>
                    <a:pt x="10332" y="23"/>
                  </a:cubicBezTo>
                  <a:lnTo>
                    <a:pt x="7541" y="1383"/>
                  </a:lnTo>
                  <a:cubicBezTo>
                    <a:pt x="6614" y="773"/>
                    <a:pt x="5566" y="479"/>
                    <a:pt x="4529" y="479"/>
                  </a:cubicBezTo>
                  <a:cubicBezTo>
                    <a:pt x="2847" y="479"/>
                    <a:pt x="1191" y="1252"/>
                    <a:pt x="118" y="2699"/>
                  </a:cubicBezTo>
                  <a:cubicBezTo>
                    <a:pt x="0" y="2859"/>
                    <a:pt x="141" y="3031"/>
                    <a:pt x="289" y="3031"/>
                  </a:cubicBezTo>
                  <a:cubicBezTo>
                    <a:pt x="346" y="3031"/>
                    <a:pt x="404" y="3005"/>
                    <a:pt x="450" y="2944"/>
                  </a:cubicBezTo>
                  <a:cubicBezTo>
                    <a:pt x="1484" y="1560"/>
                    <a:pt x="3014" y="890"/>
                    <a:pt x="4531" y="890"/>
                  </a:cubicBezTo>
                  <a:cubicBezTo>
                    <a:pt x="5431" y="890"/>
                    <a:pt x="6328" y="1126"/>
                    <a:pt x="7113" y="1589"/>
                  </a:cubicBezTo>
                  <a:cubicBezTo>
                    <a:pt x="7113" y="1594"/>
                    <a:pt x="7113" y="1599"/>
                    <a:pt x="7108" y="1604"/>
                  </a:cubicBezTo>
                  <a:cubicBezTo>
                    <a:pt x="7060" y="1637"/>
                    <a:pt x="7027" y="1690"/>
                    <a:pt x="7022" y="1753"/>
                  </a:cubicBezTo>
                  <a:cubicBezTo>
                    <a:pt x="7017" y="1825"/>
                    <a:pt x="7051" y="1897"/>
                    <a:pt x="7113" y="1935"/>
                  </a:cubicBezTo>
                  <a:lnTo>
                    <a:pt x="8103" y="2569"/>
                  </a:lnTo>
                  <a:lnTo>
                    <a:pt x="6359" y="4092"/>
                  </a:lnTo>
                  <a:cubicBezTo>
                    <a:pt x="6243" y="4188"/>
                    <a:pt x="6272" y="4376"/>
                    <a:pt x="6412" y="4429"/>
                  </a:cubicBezTo>
                  <a:cubicBezTo>
                    <a:pt x="6438" y="4441"/>
                    <a:pt x="6454" y="4450"/>
                    <a:pt x="6483" y="4450"/>
                  </a:cubicBezTo>
                  <a:cubicBezTo>
                    <a:pt x="6602" y="4450"/>
                    <a:pt x="6933" y="4299"/>
                    <a:pt x="9054" y="3612"/>
                  </a:cubicBezTo>
                  <a:lnTo>
                    <a:pt x="9054" y="3612"/>
                  </a:lnTo>
                  <a:cubicBezTo>
                    <a:pt x="10178" y="5750"/>
                    <a:pt x="9645" y="8382"/>
                    <a:pt x="7776" y="9920"/>
                  </a:cubicBezTo>
                  <a:cubicBezTo>
                    <a:pt x="7344" y="10275"/>
                    <a:pt x="7089" y="10808"/>
                    <a:pt x="7094" y="11370"/>
                  </a:cubicBezTo>
                  <a:lnTo>
                    <a:pt x="7094" y="13868"/>
                  </a:lnTo>
                  <a:cubicBezTo>
                    <a:pt x="7094" y="14005"/>
                    <a:pt x="7196" y="14074"/>
                    <a:pt x="7298" y="14074"/>
                  </a:cubicBezTo>
                  <a:cubicBezTo>
                    <a:pt x="7400" y="14074"/>
                    <a:pt x="7502" y="14005"/>
                    <a:pt x="7502" y="13868"/>
                  </a:cubicBezTo>
                  <a:lnTo>
                    <a:pt x="7502" y="11370"/>
                  </a:lnTo>
                  <a:cubicBezTo>
                    <a:pt x="7497" y="10928"/>
                    <a:pt x="7694" y="10510"/>
                    <a:pt x="8035" y="10237"/>
                  </a:cubicBezTo>
                  <a:cubicBezTo>
                    <a:pt x="10039" y="8598"/>
                    <a:pt x="10625" y="5779"/>
                    <a:pt x="9433" y="3482"/>
                  </a:cubicBezTo>
                  <a:lnTo>
                    <a:pt x="10586" y="3098"/>
                  </a:lnTo>
                  <a:cubicBezTo>
                    <a:pt x="10745" y="3040"/>
                    <a:pt x="10779" y="2829"/>
                    <a:pt x="10644" y="2733"/>
                  </a:cubicBezTo>
                  <a:lnTo>
                    <a:pt x="10264" y="2459"/>
                  </a:lnTo>
                  <a:cubicBezTo>
                    <a:pt x="10221" y="2422"/>
                    <a:pt x="10175" y="2406"/>
                    <a:pt x="10132" y="2406"/>
                  </a:cubicBezTo>
                  <a:cubicBezTo>
                    <a:pt x="9959" y="2406"/>
                    <a:pt x="9828" y="2662"/>
                    <a:pt x="10024" y="2786"/>
                  </a:cubicBezTo>
                  <a:lnTo>
                    <a:pt x="10077" y="2824"/>
                  </a:lnTo>
                  <a:lnTo>
                    <a:pt x="9078" y="3160"/>
                  </a:lnTo>
                  <a:lnTo>
                    <a:pt x="7396" y="3722"/>
                  </a:lnTo>
                  <a:lnTo>
                    <a:pt x="8573" y="2690"/>
                  </a:lnTo>
                  <a:cubicBezTo>
                    <a:pt x="8679" y="2603"/>
                    <a:pt x="8665" y="2440"/>
                    <a:pt x="8554" y="2363"/>
                  </a:cubicBezTo>
                  <a:lnTo>
                    <a:pt x="7646" y="1782"/>
                  </a:lnTo>
                  <a:lnTo>
                    <a:pt x="9746" y="758"/>
                  </a:lnTo>
                  <a:lnTo>
                    <a:pt x="9746" y="758"/>
                  </a:lnTo>
                  <a:cubicBezTo>
                    <a:pt x="8991" y="1801"/>
                    <a:pt x="8919" y="1782"/>
                    <a:pt x="8943" y="1935"/>
                  </a:cubicBezTo>
                  <a:cubicBezTo>
                    <a:pt x="8963" y="2070"/>
                    <a:pt x="9078" y="2094"/>
                    <a:pt x="9270" y="2248"/>
                  </a:cubicBezTo>
                  <a:cubicBezTo>
                    <a:pt x="9308" y="2272"/>
                    <a:pt x="9347" y="2283"/>
                    <a:pt x="9383" y="2283"/>
                  </a:cubicBezTo>
                  <a:cubicBezTo>
                    <a:pt x="9553" y="2283"/>
                    <a:pt x="9676" y="2051"/>
                    <a:pt x="9510" y="1921"/>
                  </a:cubicBezTo>
                  <a:lnTo>
                    <a:pt x="9438" y="1863"/>
                  </a:lnTo>
                  <a:lnTo>
                    <a:pt x="10586" y="331"/>
                  </a:lnTo>
                  <a:cubicBezTo>
                    <a:pt x="10695" y="186"/>
                    <a:pt x="10581" y="1"/>
                    <a:pt x="104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86"/>
            <p:cNvSpPr/>
            <p:nvPr/>
          </p:nvSpPr>
          <p:spPr>
            <a:xfrm>
              <a:off x="6406518" y="3004835"/>
              <a:ext cx="34662" cy="38301"/>
            </a:xfrm>
            <a:custGeom>
              <a:rect b="b" l="l" r="r" t="t"/>
              <a:pathLst>
                <a:path extrusionOk="0" h="1463" w="1324">
                  <a:moveTo>
                    <a:pt x="234" y="0"/>
                  </a:moveTo>
                  <a:cubicBezTo>
                    <a:pt x="131" y="0"/>
                    <a:pt x="29" y="68"/>
                    <a:pt x="29" y="208"/>
                  </a:cubicBezTo>
                  <a:cubicBezTo>
                    <a:pt x="1" y="962"/>
                    <a:pt x="356" y="1409"/>
                    <a:pt x="1024" y="1462"/>
                  </a:cubicBezTo>
                  <a:cubicBezTo>
                    <a:pt x="1032" y="1462"/>
                    <a:pt x="1039" y="1463"/>
                    <a:pt x="1047" y="1463"/>
                  </a:cubicBezTo>
                  <a:cubicBezTo>
                    <a:pt x="1299" y="1463"/>
                    <a:pt x="1323" y="1077"/>
                    <a:pt x="1057" y="1053"/>
                  </a:cubicBezTo>
                  <a:cubicBezTo>
                    <a:pt x="760" y="1024"/>
                    <a:pt x="419" y="909"/>
                    <a:pt x="443" y="222"/>
                  </a:cubicBezTo>
                  <a:cubicBezTo>
                    <a:pt x="452" y="76"/>
                    <a:pt x="343" y="0"/>
                    <a:pt x="2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1" name="Google Shape;14181;p86"/>
          <p:cNvGrpSpPr/>
          <p:nvPr/>
        </p:nvGrpSpPr>
        <p:grpSpPr>
          <a:xfrm>
            <a:off x="7543097" y="2908754"/>
            <a:ext cx="314945" cy="368300"/>
            <a:chOff x="7543097" y="2908754"/>
            <a:chExt cx="314945" cy="368300"/>
          </a:xfrm>
        </p:grpSpPr>
        <p:sp>
          <p:nvSpPr>
            <p:cNvPr id="14182" name="Google Shape;14182;p86"/>
            <p:cNvSpPr/>
            <p:nvPr/>
          </p:nvSpPr>
          <p:spPr>
            <a:xfrm>
              <a:off x="7593284" y="2914409"/>
              <a:ext cx="214833" cy="204387"/>
            </a:xfrm>
            <a:custGeom>
              <a:rect b="b" l="l" r="r" t="t"/>
              <a:pathLst>
                <a:path extrusionOk="0" h="7807" w="8206">
                  <a:moveTo>
                    <a:pt x="1708" y="0"/>
                  </a:moveTo>
                  <a:cubicBezTo>
                    <a:pt x="1350" y="0"/>
                    <a:pt x="1001" y="190"/>
                    <a:pt x="813" y="529"/>
                  </a:cubicBezTo>
                  <a:lnTo>
                    <a:pt x="270" y="1519"/>
                  </a:lnTo>
                  <a:cubicBezTo>
                    <a:pt x="1" y="2014"/>
                    <a:pt x="183" y="2629"/>
                    <a:pt x="673" y="2903"/>
                  </a:cubicBezTo>
                  <a:lnTo>
                    <a:pt x="1903" y="3570"/>
                  </a:lnTo>
                  <a:cubicBezTo>
                    <a:pt x="2259" y="3767"/>
                    <a:pt x="2480" y="4142"/>
                    <a:pt x="2480" y="4550"/>
                  </a:cubicBezTo>
                  <a:lnTo>
                    <a:pt x="2480" y="6895"/>
                  </a:lnTo>
                  <a:cubicBezTo>
                    <a:pt x="3020" y="7503"/>
                    <a:pt x="3560" y="7806"/>
                    <a:pt x="4101" y="7806"/>
                  </a:cubicBezTo>
                  <a:cubicBezTo>
                    <a:pt x="4641" y="7806"/>
                    <a:pt x="5182" y="7503"/>
                    <a:pt x="5722" y="6895"/>
                  </a:cubicBezTo>
                  <a:lnTo>
                    <a:pt x="5722" y="4546"/>
                  </a:lnTo>
                  <a:cubicBezTo>
                    <a:pt x="5722" y="4137"/>
                    <a:pt x="5943" y="3763"/>
                    <a:pt x="6304" y="3566"/>
                  </a:cubicBezTo>
                  <a:lnTo>
                    <a:pt x="7529" y="2898"/>
                  </a:lnTo>
                  <a:cubicBezTo>
                    <a:pt x="8023" y="2629"/>
                    <a:pt x="8206" y="2009"/>
                    <a:pt x="7932" y="1514"/>
                  </a:cubicBezTo>
                  <a:lnTo>
                    <a:pt x="7855" y="1370"/>
                  </a:lnTo>
                  <a:lnTo>
                    <a:pt x="7461" y="674"/>
                  </a:lnTo>
                  <a:lnTo>
                    <a:pt x="7384" y="529"/>
                  </a:lnTo>
                  <a:cubicBezTo>
                    <a:pt x="7199" y="190"/>
                    <a:pt x="6851" y="0"/>
                    <a:pt x="6492" y="0"/>
                  </a:cubicBezTo>
                  <a:cubicBezTo>
                    <a:pt x="6303" y="0"/>
                    <a:pt x="6111" y="53"/>
                    <a:pt x="5938" y="164"/>
                  </a:cubicBezTo>
                  <a:lnTo>
                    <a:pt x="5698" y="318"/>
                  </a:lnTo>
                  <a:cubicBezTo>
                    <a:pt x="5213" y="633"/>
                    <a:pt x="4657" y="790"/>
                    <a:pt x="4100" y="790"/>
                  </a:cubicBezTo>
                  <a:cubicBezTo>
                    <a:pt x="3544" y="790"/>
                    <a:pt x="2986" y="633"/>
                    <a:pt x="2499" y="318"/>
                  </a:cubicBezTo>
                  <a:lnTo>
                    <a:pt x="2259" y="164"/>
                  </a:lnTo>
                  <a:cubicBezTo>
                    <a:pt x="2088" y="53"/>
                    <a:pt x="1897" y="0"/>
                    <a:pt x="170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86"/>
            <p:cNvSpPr/>
            <p:nvPr/>
          </p:nvSpPr>
          <p:spPr>
            <a:xfrm>
              <a:off x="7658315" y="3210112"/>
              <a:ext cx="84928" cy="61890"/>
            </a:xfrm>
            <a:custGeom>
              <a:rect b="b" l="l" r="r" t="t"/>
              <a:pathLst>
                <a:path extrusionOk="0" h="2364" w="3244">
                  <a:moveTo>
                    <a:pt x="1618" y="0"/>
                  </a:moveTo>
                  <a:cubicBezTo>
                    <a:pt x="1078" y="0"/>
                    <a:pt x="538" y="197"/>
                    <a:pt x="0" y="591"/>
                  </a:cubicBezTo>
                  <a:lnTo>
                    <a:pt x="0" y="1528"/>
                  </a:lnTo>
                  <a:cubicBezTo>
                    <a:pt x="0" y="1989"/>
                    <a:pt x="370" y="2364"/>
                    <a:pt x="831" y="2364"/>
                  </a:cubicBezTo>
                  <a:lnTo>
                    <a:pt x="2407" y="2364"/>
                  </a:lnTo>
                  <a:cubicBezTo>
                    <a:pt x="2868" y="2364"/>
                    <a:pt x="3243" y="1989"/>
                    <a:pt x="3243" y="1528"/>
                  </a:cubicBezTo>
                  <a:lnTo>
                    <a:pt x="3243" y="591"/>
                  </a:lnTo>
                  <a:cubicBezTo>
                    <a:pt x="2700" y="197"/>
                    <a:pt x="2159" y="0"/>
                    <a:pt x="161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86"/>
            <p:cNvSpPr/>
            <p:nvPr/>
          </p:nvSpPr>
          <p:spPr>
            <a:xfrm>
              <a:off x="7625223" y="2914252"/>
              <a:ext cx="62675" cy="20787"/>
            </a:xfrm>
            <a:custGeom>
              <a:rect b="b" l="l" r="r" t="t"/>
              <a:pathLst>
                <a:path extrusionOk="0" h="794" w="2394">
                  <a:moveTo>
                    <a:pt x="495" y="0"/>
                  </a:moveTo>
                  <a:cubicBezTo>
                    <a:pt x="325" y="0"/>
                    <a:pt x="154" y="44"/>
                    <a:pt x="1" y="132"/>
                  </a:cubicBezTo>
                  <a:cubicBezTo>
                    <a:pt x="15" y="146"/>
                    <a:pt x="34" y="156"/>
                    <a:pt x="59" y="166"/>
                  </a:cubicBezTo>
                  <a:lnTo>
                    <a:pt x="299" y="319"/>
                  </a:lnTo>
                  <a:cubicBezTo>
                    <a:pt x="778" y="631"/>
                    <a:pt x="1335" y="794"/>
                    <a:pt x="1898" y="794"/>
                  </a:cubicBezTo>
                  <a:cubicBezTo>
                    <a:pt x="2063" y="794"/>
                    <a:pt x="2229" y="780"/>
                    <a:pt x="2393" y="752"/>
                  </a:cubicBezTo>
                  <a:cubicBezTo>
                    <a:pt x="1999" y="684"/>
                    <a:pt x="1625" y="535"/>
                    <a:pt x="1288" y="319"/>
                  </a:cubicBezTo>
                  <a:lnTo>
                    <a:pt x="1048" y="166"/>
                  </a:lnTo>
                  <a:cubicBezTo>
                    <a:pt x="880" y="56"/>
                    <a:pt x="687" y="0"/>
                    <a:pt x="49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86"/>
            <p:cNvSpPr/>
            <p:nvPr/>
          </p:nvSpPr>
          <p:spPr>
            <a:xfrm>
              <a:off x="7687741" y="2914357"/>
              <a:ext cx="120271" cy="204571"/>
            </a:xfrm>
            <a:custGeom>
              <a:rect b="b" l="l" r="r" t="t"/>
              <a:pathLst>
                <a:path extrusionOk="0" h="7814" w="4594">
                  <a:moveTo>
                    <a:pt x="2887" y="1"/>
                  </a:moveTo>
                  <a:cubicBezTo>
                    <a:pt x="2721" y="1"/>
                    <a:pt x="2552" y="41"/>
                    <a:pt x="2398" y="128"/>
                  </a:cubicBezTo>
                  <a:cubicBezTo>
                    <a:pt x="2566" y="224"/>
                    <a:pt x="2700" y="363"/>
                    <a:pt x="2796" y="531"/>
                  </a:cubicBezTo>
                  <a:lnTo>
                    <a:pt x="2873" y="676"/>
                  </a:lnTo>
                  <a:lnTo>
                    <a:pt x="3258" y="1377"/>
                  </a:lnTo>
                  <a:lnTo>
                    <a:pt x="3339" y="1521"/>
                  </a:lnTo>
                  <a:cubicBezTo>
                    <a:pt x="3608" y="2016"/>
                    <a:pt x="3426" y="2636"/>
                    <a:pt x="2931" y="2905"/>
                  </a:cubicBezTo>
                  <a:lnTo>
                    <a:pt x="1706" y="3572"/>
                  </a:lnTo>
                  <a:cubicBezTo>
                    <a:pt x="1346" y="3769"/>
                    <a:pt x="1125" y="4144"/>
                    <a:pt x="1125" y="4552"/>
                  </a:cubicBezTo>
                  <a:lnTo>
                    <a:pt x="1125" y="6902"/>
                  </a:lnTo>
                  <a:cubicBezTo>
                    <a:pt x="750" y="7324"/>
                    <a:pt x="375" y="7598"/>
                    <a:pt x="0" y="7728"/>
                  </a:cubicBezTo>
                  <a:cubicBezTo>
                    <a:pt x="166" y="7785"/>
                    <a:pt x="331" y="7814"/>
                    <a:pt x="497" y="7814"/>
                  </a:cubicBezTo>
                  <a:cubicBezTo>
                    <a:pt x="1036" y="7814"/>
                    <a:pt x="1574" y="7508"/>
                    <a:pt x="2114" y="6902"/>
                  </a:cubicBezTo>
                  <a:lnTo>
                    <a:pt x="2114" y="4552"/>
                  </a:lnTo>
                  <a:cubicBezTo>
                    <a:pt x="2114" y="4144"/>
                    <a:pt x="2335" y="3769"/>
                    <a:pt x="2696" y="3572"/>
                  </a:cubicBezTo>
                  <a:lnTo>
                    <a:pt x="3921" y="2900"/>
                  </a:lnTo>
                  <a:cubicBezTo>
                    <a:pt x="4411" y="2631"/>
                    <a:pt x="4593" y="2016"/>
                    <a:pt x="4324" y="1521"/>
                  </a:cubicBezTo>
                  <a:lnTo>
                    <a:pt x="4247" y="1377"/>
                  </a:lnTo>
                  <a:lnTo>
                    <a:pt x="3863" y="676"/>
                  </a:lnTo>
                  <a:lnTo>
                    <a:pt x="3786" y="531"/>
                  </a:lnTo>
                  <a:cubicBezTo>
                    <a:pt x="3599" y="193"/>
                    <a:pt x="3247" y="1"/>
                    <a:pt x="288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86"/>
            <p:cNvSpPr/>
            <p:nvPr/>
          </p:nvSpPr>
          <p:spPr>
            <a:xfrm>
              <a:off x="7687741" y="3210165"/>
              <a:ext cx="55502" cy="61968"/>
            </a:xfrm>
            <a:custGeom>
              <a:rect b="b" l="l" r="r" t="t"/>
              <a:pathLst>
                <a:path extrusionOk="0" h="2367" w="2120">
                  <a:moveTo>
                    <a:pt x="498" y="0"/>
                  </a:moveTo>
                  <a:cubicBezTo>
                    <a:pt x="332" y="0"/>
                    <a:pt x="166" y="19"/>
                    <a:pt x="0" y="56"/>
                  </a:cubicBezTo>
                  <a:cubicBezTo>
                    <a:pt x="414" y="157"/>
                    <a:pt x="793" y="339"/>
                    <a:pt x="1129" y="599"/>
                  </a:cubicBezTo>
                  <a:lnTo>
                    <a:pt x="1129" y="1531"/>
                  </a:lnTo>
                  <a:cubicBezTo>
                    <a:pt x="1129" y="1992"/>
                    <a:pt x="755" y="2367"/>
                    <a:pt x="294" y="2367"/>
                  </a:cubicBezTo>
                  <a:lnTo>
                    <a:pt x="1283" y="2367"/>
                  </a:lnTo>
                  <a:cubicBezTo>
                    <a:pt x="1744" y="2367"/>
                    <a:pt x="2119" y="1992"/>
                    <a:pt x="2119" y="1531"/>
                  </a:cubicBezTo>
                  <a:lnTo>
                    <a:pt x="2119" y="599"/>
                  </a:lnTo>
                  <a:cubicBezTo>
                    <a:pt x="1579" y="198"/>
                    <a:pt x="1038" y="0"/>
                    <a:pt x="49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86"/>
            <p:cNvSpPr/>
            <p:nvPr/>
          </p:nvSpPr>
          <p:spPr>
            <a:xfrm>
              <a:off x="7658315" y="3210112"/>
              <a:ext cx="84928" cy="27803"/>
            </a:xfrm>
            <a:custGeom>
              <a:rect b="b" l="l" r="r" t="t"/>
              <a:pathLst>
                <a:path extrusionOk="0" h="1062" w="3244">
                  <a:moveTo>
                    <a:pt x="1618" y="0"/>
                  </a:moveTo>
                  <a:cubicBezTo>
                    <a:pt x="1078" y="0"/>
                    <a:pt x="538" y="197"/>
                    <a:pt x="0" y="591"/>
                  </a:cubicBezTo>
                  <a:lnTo>
                    <a:pt x="0" y="1062"/>
                  </a:lnTo>
                  <a:cubicBezTo>
                    <a:pt x="541" y="668"/>
                    <a:pt x="1081" y="471"/>
                    <a:pt x="1622" y="471"/>
                  </a:cubicBezTo>
                  <a:cubicBezTo>
                    <a:pt x="2162" y="471"/>
                    <a:pt x="2703" y="668"/>
                    <a:pt x="3243" y="1062"/>
                  </a:cubicBezTo>
                  <a:lnTo>
                    <a:pt x="3243" y="591"/>
                  </a:lnTo>
                  <a:cubicBezTo>
                    <a:pt x="2700" y="197"/>
                    <a:pt x="2159" y="0"/>
                    <a:pt x="161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86"/>
            <p:cNvSpPr/>
            <p:nvPr/>
          </p:nvSpPr>
          <p:spPr>
            <a:xfrm>
              <a:off x="7650749" y="3240586"/>
              <a:ext cx="99772" cy="17096"/>
            </a:xfrm>
            <a:custGeom>
              <a:rect b="b" l="l" r="r" t="t"/>
              <a:pathLst>
                <a:path extrusionOk="0" h="653" w="3811">
                  <a:moveTo>
                    <a:pt x="1908" y="0"/>
                  </a:moveTo>
                  <a:cubicBezTo>
                    <a:pt x="1341" y="0"/>
                    <a:pt x="775" y="83"/>
                    <a:pt x="227" y="249"/>
                  </a:cubicBezTo>
                  <a:cubicBezTo>
                    <a:pt x="1" y="328"/>
                    <a:pt x="77" y="650"/>
                    <a:pt x="287" y="650"/>
                  </a:cubicBezTo>
                  <a:cubicBezTo>
                    <a:pt x="304" y="650"/>
                    <a:pt x="323" y="647"/>
                    <a:pt x="342" y="643"/>
                  </a:cubicBezTo>
                  <a:cubicBezTo>
                    <a:pt x="854" y="489"/>
                    <a:pt x="1381" y="412"/>
                    <a:pt x="1908" y="412"/>
                  </a:cubicBezTo>
                  <a:cubicBezTo>
                    <a:pt x="2434" y="412"/>
                    <a:pt x="2960" y="489"/>
                    <a:pt x="3470" y="643"/>
                  </a:cubicBezTo>
                  <a:cubicBezTo>
                    <a:pt x="3489" y="647"/>
                    <a:pt x="3513" y="647"/>
                    <a:pt x="3532" y="652"/>
                  </a:cubicBezTo>
                  <a:cubicBezTo>
                    <a:pt x="3767" y="647"/>
                    <a:pt x="3811" y="316"/>
                    <a:pt x="3590" y="249"/>
                  </a:cubicBezTo>
                  <a:cubicBezTo>
                    <a:pt x="3042" y="83"/>
                    <a:pt x="2475" y="0"/>
                    <a:pt x="190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86"/>
            <p:cNvSpPr/>
            <p:nvPr/>
          </p:nvSpPr>
          <p:spPr>
            <a:xfrm>
              <a:off x="7650120" y="3034602"/>
              <a:ext cx="100400" cy="17305"/>
            </a:xfrm>
            <a:custGeom>
              <a:rect b="b" l="l" r="r" t="t"/>
              <a:pathLst>
                <a:path extrusionOk="0" h="661" w="3835">
                  <a:moveTo>
                    <a:pt x="1932" y="0"/>
                  </a:moveTo>
                  <a:cubicBezTo>
                    <a:pt x="1365" y="0"/>
                    <a:pt x="799" y="84"/>
                    <a:pt x="251" y="252"/>
                  </a:cubicBezTo>
                  <a:cubicBezTo>
                    <a:pt x="0" y="313"/>
                    <a:pt x="76" y="661"/>
                    <a:pt x="289" y="661"/>
                  </a:cubicBezTo>
                  <a:cubicBezTo>
                    <a:pt x="313" y="661"/>
                    <a:pt x="339" y="656"/>
                    <a:pt x="366" y="646"/>
                  </a:cubicBezTo>
                  <a:cubicBezTo>
                    <a:pt x="878" y="493"/>
                    <a:pt x="1405" y="416"/>
                    <a:pt x="1932" y="416"/>
                  </a:cubicBezTo>
                  <a:cubicBezTo>
                    <a:pt x="2458" y="416"/>
                    <a:pt x="2984" y="493"/>
                    <a:pt x="3494" y="646"/>
                  </a:cubicBezTo>
                  <a:cubicBezTo>
                    <a:pt x="3513" y="646"/>
                    <a:pt x="3537" y="651"/>
                    <a:pt x="3556" y="651"/>
                  </a:cubicBezTo>
                  <a:cubicBezTo>
                    <a:pt x="3791" y="651"/>
                    <a:pt x="3835" y="320"/>
                    <a:pt x="3614" y="252"/>
                  </a:cubicBezTo>
                  <a:cubicBezTo>
                    <a:pt x="3066" y="84"/>
                    <a:pt x="2499" y="0"/>
                    <a:pt x="193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86"/>
            <p:cNvSpPr/>
            <p:nvPr/>
          </p:nvSpPr>
          <p:spPr>
            <a:xfrm>
              <a:off x="7650120" y="3062379"/>
              <a:ext cx="99013" cy="17200"/>
            </a:xfrm>
            <a:custGeom>
              <a:rect b="b" l="l" r="r" t="t"/>
              <a:pathLst>
                <a:path extrusionOk="0" h="657" w="3782">
                  <a:moveTo>
                    <a:pt x="1932" y="1"/>
                  </a:moveTo>
                  <a:cubicBezTo>
                    <a:pt x="1365" y="1"/>
                    <a:pt x="799" y="85"/>
                    <a:pt x="251" y="253"/>
                  </a:cubicBezTo>
                  <a:cubicBezTo>
                    <a:pt x="1" y="314"/>
                    <a:pt x="76" y="657"/>
                    <a:pt x="288" y="657"/>
                  </a:cubicBezTo>
                  <a:cubicBezTo>
                    <a:pt x="313" y="657"/>
                    <a:pt x="339" y="652"/>
                    <a:pt x="366" y="642"/>
                  </a:cubicBezTo>
                  <a:cubicBezTo>
                    <a:pt x="878" y="489"/>
                    <a:pt x="1405" y="412"/>
                    <a:pt x="1932" y="412"/>
                  </a:cubicBezTo>
                  <a:cubicBezTo>
                    <a:pt x="2458" y="412"/>
                    <a:pt x="2984" y="489"/>
                    <a:pt x="3494" y="642"/>
                  </a:cubicBezTo>
                  <a:cubicBezTo>
                    <a:pt x="3513" y="647"/>
                    <a:pt x="3537" y="652"/>
                    <a:pt x="3556" y="652"/>
                  </a:cubicBezTo>
                  <a:cubicBezTo>
                    <a:pt x="3643" y="652"/>
                    <a:pt x="3724" y="589"/>
                    <a:pt x="3748" y="508"/>
                  </a:cubicBezTo>
                  <a:cubicBezTo>
                    <a:pt x="3782" y="397"/>
                    <a:pt x="3719" y="282"/>
                    <a:pt x="3614" y="253"/>
                  </a:cubicBezTo>
                  <a:cubicBezTo>
                    <a:pt x="3066" y="85"/>
                    <a:pt x="2499" y="1"/>
                    <a:pt x="193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86"/>
            <p:cNvSpPr/>
            <p:nvPr/>
          </p:nvSpPr>
          <p:spPr>
            <a:xfrm>
              <a:off x="7650120" y="3087668"/>
              <a:ext cx="99013" cy="17305"/>
            </a:xfrm>
            <a:custGeom>
              <a:rect b="b" l="l" r="r" t="t"/>
              <a:pathLst>
                <a:path extrusionOk="0" h="661" w="3782">
                  <a:moveTo>
                    <a:pt x="1932" y="1"/>
                  </a:moveTo>
                  <a:cubicBezTo>
                    <a:pt x="1365" y="1"/>
                    <a:pt x="799" y="85"/>
                    <a:pt x="251" y="253"/>
                  </a:cubicBezTo>
                  <a:cubicBezTo>
                    <a:pt x="0" y="313"/>
                    <a:pt x="76" y="661"/>
                    <a:pt x="289" y="661"/>
                  </a:cubicBezTo>
                  <a:cubicBezTo>
                    <a:pt x="313" y="661"/>
                    <a:pt x="339" y="656"/>
                    <a:pt x="366" y="647"/>
                  </a:cubicBezTo>
                  <a:cubicBezTo>
                    <a:pt x="878" y="491"/>
                    <a:pt x="1405" y="413"/>
                    <a:pt x="1932" y="413"/>
                  </a:cubicBezTo>
                  <a:cubicBezTo>
                    <a:pt x="2458" y="413"/>
                    <a:pt x="2984" y="491"/>
                    <a:pt x="3494" y="647"/>
                  </a:cubicBezTo>
                  <a:cubicBezTo>
                    <a:pt x="3513" y="647"/>
                    <a:pt x="3537" y="652"/>
                    <a:pt x="3556" y="652"/>
                  </a:cubicBezTo>
                  <a:cubicBezTo>
                    <a:pt x="3643" y="652"/>
                    <a:pt x="3724" y="594"/>
                    <a:pt x="3748" y="507"/>
                  </a:cubicBezTo>
                  <a:cubicBezTo>
                    <a:pt x="3782" y="397"/>
                    <a:pt x="3719" y="282"/>
                    <a:pt x="3614" y="253"/>
                  </a:cubicBezTo>
                  <a:cubicBezTo>
                    <a:pt x="3066" y="85"/>
                    <a:pt x="2499" y="1"/>
                    <a:pt x="193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86"/>
            <p:cNvSpPr/>
            <p:nvPr/>
          </p:nvSpPr>
          <p:spPr>
            <a:xfrm>
              <a:off x="7548856" y="3016511"/>
              <a:ext cx="303636" cy="223708"/>
            </a:xfrm>
            <a:custGeom>
              <a:rect b="b" l="l" r="r" t="t"/>
              <a:pathLst>
                <a:path extrusionOk="0" h="8545" w="11598">
                  <a:moveTo>
                    <a:pt x="10077" y="0"/>
                  </a:moveTo>
                  <a:cubicBezTo>
                    <a:pt x="9569" y="0"/>
                    <a:pt x="9058" y="255"/>
                    <a:pt x="8784" y="823"/>
                  </a:cubicBezTo>
                  <a:cubicBezTo>
                    <a:pt x="7789" y="2883"/>
                    <a:pt x="6794" y="3912"/>
                    <a:pt x="5799" y="3912"/>
                  </a:cubicBezTo>
                  <a:cubicBezTo>
                    <a:pt x="4804" y="3912"/>
                    <a:pt x="3809" y="2884"/>
                    <a:pt x="2812" y="828"/>
                  </a:cubicBezTo>
                  <a:cubicBezTo>
                    <a:pt x="2539" y="260"/>
                    <a:pt x="2027" y="5"/>
                    <a:pt x="1518" y="5"/>
                  </a:cubicBezTo>
                  <a:cubicBezTo>
                    <a:pt x="757" y="5"/>
                    <a:pt x="1" y="574"/>
                    <a:pt x="50" y="1515"/>
                  </a:cubicBezTo>
                  <a:cubicBezTo>
                    <a:pt x="55" y="1558"/>
                    <a:pt x="55" y="1602"/>
                    <a:pt x="64" y="1650"/>
                  </a:cubicBezTo>
                  <a:cubicBezTo>
                    <a:pt x="141" y="2337"/>
                    <a:pt x="256" y="3120"/>
                    <a:pt x="396" y="3912"/>
                  </a:cubicBezTo>
                  <a:lnTo>
                    <a:pt x="549" y="4667"/>
                  </a:lnTo>
                  <a:cubicBezTo>
                    <a:pt x="775" y="5748"/>
                    <a:pt x="1063" y="6790"/>
                    <a:pt x="1419" y="7549"/>
                  </a:cubicBezTo>
                  <a:cubicBezTo>
                    <a:pt x="1438" y="7587"/>
                    <a:pt x="1453" y="7626"/>
                    <a:pt x="1472" y="7660"/>
                  </a:cubicBezTo>
                  <a:cubicBezTo>
                    <a:pt x="1786" y="8241"/>
                    <a:pt x="2321" y="8545"/>
                    <a:pt x="2883" y="8545"/>
                  </a:cubicBezTo>
                  <a:cubicBezTo>
                    <a:pt x="3259" y="8545"/>
                    <a:pt x="3647" y="8409"/>
                    <a:pt x="3989" y="8130"/>
                  </a:cubicBezTo>
                  <a:cubicBezTo>
                    <a:pt x="4594" y="7638"/>
                    <a:pt x="5198" y="7392"/>
                    <a:pt x="5801" y="7392"/>
                  </a:cubicBezTo>
                  <a:cubicBezTo>
                    <a:pt x="6409" y="7392"/>
                    <a:pt x="7018" y="7643"/>
                    <a:pt x="7626" y="8145"/>
                  </a:cubicBezTo>
                  <a:cubicBezTo>
                    <a:pt x="7937" y="8400"/>
                    <a:pt x="8309" y="8521"/>
                    <a:pt x="8676" y="8521"/>
                  </a:cubicBezTo>
                  <a:cubicBezTo>
                    <a:pt x="9256" y="8521"/>
                    <a:pt x="9826" y="8218"/>
                    <a:pt x="10129" y="7660"/>
                  </a:cubicBezTo>
                  <a:cubicBezTo>
                    <a:pt x="10148" y="7626"/>
                    <a:pt x="10167" y="7587"/>
                    <a:pt x="10182" y="7549"/>
                  </a:cubicBezTo>
                  <a:cubicBezTo>
                    <a:pt x="10878" y="6045"/>
                    <a:pt x="11315" y="3509"/>
                    <a:pt x="11532" y="1645"/>
                  </a:cubicBezTo>
                  <a:cubicBezTo>
                    <a:pt x="11536" y="1602"/>
                    <a:pt x="11536" y="1558"/>
                    <a:pt x="11546" y="1520"/>
                  </a:cubicBezTo>
                  <a:cubicBezTo>
                    <a:pt x="11598" y="574"/>
                    <a:pt x="10840" y="0"/>
                    <a:pt x="10077"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86"/>
            <p:cNvSpPr/>
            <p:nvPr/>
          </p:nvSpPr>
          <p:spPr>
            <a:xfrm>
              <a:off x="7550139" y="3041330"/>
              <a:ext cx="301384" cy="199020"/>
            </a:xfrm>
            <a:custGeom>
              <a:rect b="b" l="l" r="r" t="t"/>
              <a:pathLst>
                <a:path extrusionOk="0" h="7602" w="11512">
                  <a:moveTo>
                    <a:pt x="87" y="0"/>
                  </a:moveTo>
                  <a:cubicBezTo>
                    <a:pt x="25" y="183"/>
                    <a:pt x="1" y="380"/>
                    <a:pt x="15" y="572"/>
                  </a:cubicBezTo>
                  <a:cubicBezTo>
                    <a:pt x="15" y="615"/>
                    <a:pt x="20" y="658"/>
                    <a:pt x="25" y="702"/>
                  </a:cubicBezTo>
                  <a:cubicBezTo>
                    <a:pt x="107" y="1393"/>
                    <a:pt x="217" y="2177"/>
                    <a:pt x="361" y="2969"/>
                  </a:cubicBezTo>
                  <a:lnTo>
                    <a:pt x="505" y="3723"/>
                  </a:lnTo>
                  <a:cubicBezTo>
                    <a:pt x="731" y="4804"/>
                    <a:pt x="1019" y="5847"/>
                    <a:pt x="1375" y="6606"/>
                  </a:cubicBezTo>
                  <a:cubicBezTo>
                    <a:pt x="1394" y="6644"/>
                    <a:pt x="1413" y="6683"/>
                    <a:pt x="1428" y="6716"/>
                  </a:cubicBezTo>
                  <a:cubicBezTo>
                    <a:pt x="1742" y="7298"/>
                    <a:pt x="2278" y="7602"/>
                    <a:pt x="2841" y="7602"/>
                  </a:cubicBezTo>
                  <a:cubicBezTo>
                    <a:pt x="3217" y="7602"/>
                    <a:pt x="3604" y="7466"/>
                    <a:pt x="3945" y="7187"/>
                  </a:cubicBezTo>
                  <a:cubicBezTo>
                    <a:pt x="4550" y="6695"/>
                    <a:pt x="5155" y="6448"/>
                    <a:pt x="5759" y="6448"/>
                  </a:cubicBezTo>
                  <a:cubicBezTo>
                    <a:pt x="6369" y="6448"/>
                    <a:pt x="6978" y="6699"/>
                    <a:pt x="7586" y="7202"/>
                  </a:cubicBezTo>
                  <a:cubicBezTo>
                    <a:pt x="7897" y="7456"/>
                    <a:pt x="8267" y="7577"/>
                    <a:pt x="8633" y="7577"/>
                  </a:cubicBezTo>
                  <a:cubicBezTo>
                    <a:pt x="9213" y="7577"/>
                    <a:pt x="9783" y="7273"/>
                    <a:pt x="10089" y="6716"/>
                  </a:cubicBezTo>
                  <a:cubicBezTo>
                    <a:pt x="10109" y="6678"/>
                    <a:pt x="10128" y="6644"/>
                    <a:pt x="10142" y="6606"/>
                  </a:cubicBezTo>
                  <a:cubicBezTo>
                    <a:pt x="10839" y="5102"/>
                    <a:pt x="11271" y="2566"/>
                    <a:pt x="11487" y="702"/>
                  </a:cubicBezTo>
                  <a:cubicBezTo>
                    <a:pt x="11497" y="658"/>
                    <a:pt x="11497" y="615"/>
                    <a:pt x="11502" y="577"/>
                  </a:cubicBezTo>
                  <a:cubicBezTo>
                    <a:pt x="11511" y="380"/>
                    <a:pt x="11487" y="183"/>
                    <a:pt x="11425" y="0"/>
                  </a:cubicBezTo>
                  <a:cubicBezTo>
                    <a:pt x="11185" y="1792"/>
                    <a:pt x="10772" y="4016"/>
                    <a:pt x="10137" y="5371"/>
                  </a:cubicBezTo>
                  <a:cubicBezTo>
                    <a:pt x="10118" y="5410"/>
                    <a:pt x="10104" y="5448"/>
                    <a:pt x="10085" y="5482"/>
                  </a:cubicBezTo>
                  <a:cubicBezTo>
                    <a:pt x="9779" y="6041"/>
                    <a:pt x="9210" y="6344"/>
                    <a:pt x="8631" y="6344"/>
                  </a:cubicBezTo>
                  <a:cubicBezTo>
                    <a:pt x="8264" y="6344"/>
                    <a:pt x="7893" y="6222"/>
                    <a:pt x="7582" y="5967"/>
                  </a:cubicBezTo>
                  <a:cubicBezTo>
                    <a:pt x="6971" y="5465"/>
                    <a:pt x="6362" y="5214"/>
                    <a:pt x="5753" y="5214"/>
                  </a:cubicBezTo>
                  <a:cubicBezTo>
                    <a:pt x="5150" y="5214"/>
                    <a:pt x="4547" y="5460"/>
                    <a:pt x="3945" y="5952"/>
                  </a:cubicBezTo>
                  <a:cubicBezTo>
                    <a:pt x="3603" y="6233"/>
                    <a:pt x="3215" y="6369"/>
                    <a:pt x="2840" y="6369"/>
                  </a:cubicBezTo>
                  <a:cubicBezTo>
                    <a:pt x="2277" y="6369"/>
                    <a:pt x="1742" y="6064"/>
                    <a:pt x="1428" y="5482"/>
                  </a:cubicBezTo>
                  <a:cubicBezTo>
                    <a:pt x="1408" y="5443"/>
                    <a:pt x="1389" y="5410"/>
                    <a:pt x="1375" y="5371"/>
                  </a:cubicBezTo>
                  <a:cubicBezTo>
                    <a:pt x="1019" y="4607"/>
                    <a:pt x="731" y="3570"/>
                    <a:pt x="505" y="2489"/>
                  </a:cubicBezTo>
                  <a:lnTo>
                    <a:pt x="356" y="1735"/>
                  </a:lnTo>
                  <a:cubicBezTo>
                    <a:pt x="251" y="1139"/>
                    <a:pt x="159" y="548"/>
                    <a:pt x="8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86"/>
            <p:cNvSpPr/>
            <p:nvPr/>
          </p:nvSpPr>
          <p:spPr>
            <a:xfrm>
              <a:off x="7543097" y="2908754"/>
              <a:ext cx="314945" cy="368300"/>
            </a:xfrm>
            <a:custGeom>
              <a:rect b="b" l="l" r="r" t="t"/>
              <a:pathLst>
                <a:path extrusionOk="0" h="14068" w="12030">
                  <a:moveTo>
                    <a:pt x="6023" y="4912"/>
                  </a:moveTo>
                  <a:cubicBezTo>
                    <a:pt x="6498" y="4912"/>
                    <a:pt x="6974" y="4975"/>
                    <a:pt x="7437" y="5103"/>
                  </a:cubicBezTo>
                  <a:lnTo>
                    <a:pt x="7442" y="5103"/>
                  </a:lnTo>
                  <a:lnTo>
                    <a:pt x="7442" y="5742"/>
                  </a:lnTo>
                  <a:cubicBezTo>
                    <a:pt x="6976" y="5624"/>
                    <a:pt x="6501" y="5565"/>
                    <a:pt x="6025" y="5565"/>
                  </a:cubicBezTo>
                  <a:cubicBezTo>
                    <a:pt x="5549" y="5565"/>
                    <a:pt x="5074" y="5624"/>
                    <a:pt x="4608" y="5742"/>
                  </a:cubicBezTo>
                  <a:lnTo>
                    <a:pt x="4608" y="5103"/>
                  </a:lnTo>
                  <a:cubicBezTo>
                    <a:pt x="5071" y="4975"/>
                    <a:pt x="5547" y="4912"/>
                    <a:pt x="6023" y="4912"/>
                  </a:cubicBezTo>
                  <a:close/>
                  <a:moveTo>
                    <a:pt x="6023" y="5973"/>
                  </a:moveTo>
                  <a:cubicBezTo>
                    <a:pt x="6498" y="5973"/>
                    <a:pt x="6974" y="6037"/>
                    <a:pt x="7437" y="6164"/>
                  </a:cubicBezTo>
                  <a:lnTo>
                    <a:pt x="7437" y="6707"/>
                  </a:lnTo>
                  <a:cubicBezTo>
                    <a:pt x="6974" y="6590"/>
                    <a:pt x="6498" y="6531"/>
                    <a:pt x="6023" y="6531"/>
                  </a:cubicBezTo>
                  <a:cubicBezTo>
                    <a:pt x="5547" y="6531"/>
                    <a:pt x="5071" y="6590"/>
                    <a:pt x="4608" y="6707"/>
                  </a:cubicBezTo>
                  <a:lnTo>
                    <a:pt x="4608" y="6164"/>
                  </a:lnTo>
                  <a:cubicBezTo>
                    <a:pt x="5071" y="6037"/>
                    <a:pt x="5547" y="5973"/>
                    <a:pt x="6023" y="5973"/>
                  </a:cubicBezTo>
                  <a:close/>
                  <a:moveTo>
                    <a:pt x="6024" y="6941"/>
                  </a:moveTo>
                  <a:cubicBezTo>
                    <a:pt x="6474" y="6941"/>
                    <a:pt x="6923" y="6998"/>
                    <a:pt x="7361" y="7111"/>
                  </a:cubicBezTo>
                  <a:cubicBezTo>
                    <a:pt x="7269" y="7202"/>
                    <a:pt x="7183" y="7289"/>
                    <a:pt x="7096" y="7365"/>
                  </a:cubicBezTo>
                  <a:cubicBezTo>
                    <a:pt x="7087" y="7370"/>
                    <a:pt x="7082" y="7375"/>
                    <a:pt x="7077" y="7380"/>
                  </a:cubicBezTo>
                  <a:cubicBezTo>
                    <a:pt x="6717" y="7673"/>
                    <a:pt x="6366" y="7822"/>
                    <a:pt x="6025" y="7822"/>
                  </a:cubicBezTo>
                  <a:cubicBezTo>
                    <a:pt x="5679" y="7822"/>
                    <a:pt x="5324" y="7673"/>
                    <a:pt x="4968" y="7380"/>
                  </a:cubicBezTo>
                  <a:cubicBezTo>
                    <a:pt x="4963" y="7380"/>
                    <a:pt x="4959" y="7370"/>
                    <a:pt x="4954" y="7365"/>
                  </a:cubicBezTo>
                  <a:cubicBezTo>
                    <a:pt x="4867" y="7289"/>
                    <a:pt x="4776" y="7202"/>
                    <a:pt x="4685" y="7111"/>
                  </a:cubicBezTo>
                  <a:cubicBezTo>
                    <a:pt x="5124" y="6998"/>
                    <a:pt x="5575" y="6941"/>
                    <a:pt x="6024" y="6941"/>
                  </a:cubicBezTo>
                  <a:close/>
                  <a:moveTo>
                    <a:pt x="6028" y="11721"/>
                  </a:moveTo>
                  <a:cubicBezTo>
                    <a:pt x="6498" y="11721"/>
                    <a:pt x="6963" y="11891"/>
                    <a:pt x="7442" y="12222"/>
                  </a:cubicBezTo>
                  <a:lnTo>
                    <a:pt x="7442" y="12496"/>
                  </a:lnTo>
                  <a:cubicBezTo>
                    <a:pt x="6976" y="12376"/>
                    <a:pt x="6501" y="12316"/>
                    <a:pt x="6025" y="12316"/>
                  </a:cubicBezTo>
                  <a:cubicBezTo>
                    <a:pt x="5549" y="12316"/>
                    <a:pt x="5074" y="12376"/>
                    <a:pt x="4608" y="12496"/>
                  </a:cubicBezTo>
                  <a:lnTo>
                    <a:pt x="4608" y="12222"/>
                  </a:lnTo>
                  <a:cubicBezTo>
                    <a:pt x="5097" y="11886"/>
                    <a:pt x="5564" y="11721"/>
                    <a:pt x="6028" y="11721"/>
                  </a:cubicBezTo>
                  <a:close/>
                  <a:moveTo>
                    <a:pt x="6023" y="12727"/>
                  </a:moveTo>
                  <a:cubicBezTo>
                    <a:pt x="6498" y="12727"/>
                    <a:pt x="6974" y="12789"/>
                    <a:pt x="7437" y="12914"/>
                  </a:cubicBezTo>
                  <a:lnTo>
                    <a:pt x="7437" y="13044"/>
                  </a:lnTo>
                  <a:cubicBezTo>
                    <a:pt x="7437" y="13390"/>
                    <a:pt x="7159" y="13673"/>
                    <a:pt x="6808" y="13673"/>
                  </a:cubicBezTo>
                  <a:lnTo>
                    <a:pt x="5237" y="13673"/>
                  </a:lnTo>
                  <a:cubicBezTo>
                    <a:pt x="4887" y="13673"/>
                    <a:pt x="4608" y="13390"/>
                    <a:pt x="4608" y="13044"/>
                  </a:cubicBezTo>
                  <a:lnTo>
                    <a:pt x="4608" y="12914"/>
                  </a:lnTo>
                  <a:cubicBezTo>
                    <a:pt x="5071" y="12789"/>
                    <a:pt x="5547" y="12727"/>
                    <a:pt x="6023" y="12727"/>
                  </a:cubicBezTo>
                  <a:close/>
                  <a:moveTo>
                    <a:pt x="8399" y="0"/>
                  </a:moveTo>
                  <a:cubicBezTo>
                    <a:pt x="7914" y="0"/>
                    <a:pt x="7604" y="303"/>
                    <a:pt x="7500" y="352"/>
                  </a:cubicBezTo>
                  <a:cubicBezTo>
                    <a:pt x="7046" y="645"/>
                    <a:pt x="6528" y="791"/>
                    <a:pt x="6011" y="791"/>
                  </a:cubicBezTo>
                  <a:cubicBezTo>
                    <a:pt x="5493" y="791"/>
                    <a:pt x="4975" y="645"/>
                    <a:pt x="4521" y="352"/>
                  </a:cubicBezTo>
                  <a:lnTo>
                    <a:pt x="4281" y="198"/>
                  </a:lnTo>
                  <a:cubicBezTo>
                    <a:pt x="4076" y="65"/>
                    <a:pt x="3846" y="3"/>
                    <a:pt x="3620" y="3"/>
                  </a:cubicBezTo>
                  <a:cubicBezTo>
                    <a:pt x="3188" y="3"/>
                    <a:pt x="2766" y="230"/>
                    <a:pt x="2542" y="640"/>
                  </a:cubicBezTo>
                  <a:lnTo>
                    <a:pt x="1999" y="1629"/>
                  </a:lnTo>
                  <a:cubicBezTo>
                    <a:pt x="1673" y="2220"/>
                    <a:pt x="1889" y="2965"/>
                    <a:pt x="2480" y="3292"/>
                  </a:cubicBezTo>
                  <a:lnTo>
                    <a:pt x="3705" y="3959"/>
                  </a:lnTo>
                  <a:cubicBezTo>
                    <a:pt x="3998" y="4118"/>
                    <a:pt x="4180" y="4425"/>
                    <a:pt x="4180" y="4762"/>
                  </a:cubicBezTo>
                  <a:lnTo>
                    <a:pt x="4180" y="6515"/>
                  </a:lnTo>
                  <a:cubicBezTo>
                    <a:pt x="3810" y="5991"/>
                    <a:pt x="3484" y="5429"/>
                    <a:pt x="3210" y="4848"/>
                  </a:cubicBezTo>
                  <a:cubicBezTo>
                    <a:pt x="2897" y="4201"/>
                    <a:pt x="2316" y="3912"/>
                    <a:pt x="1736" y="3912"/>
                  </a:cubicBezTo>
                  <a:cubicBezTo>
                    <a:pt x="866" y="3912"/>
                    <a:pt x="1" y="4565"/>
                    <a:pt x="58" y="5641"/>
                  </a:cubicBezTo>
                  <a:cubicBezTo>
                    <a:pt x="58" y="5689"/>
                    <a:pt x="63" y="5737"/>
                    <a:pt x="68" y="5785"/>
                  </a:cubicBezTo>
                  <a:cubicBezTo>
                    <a:pt x="159" y="6558"/>
                    <a:pt x="279" y="7346"/>
                    <a:pt x="409" y="8062"/>
                  </a:cubicBezTo>
                  <a:cubicBezTo>
                    <a:pt x="424" y="8187"/>
                    <a:pt x="515" y="8244"/>
                    <a:pt x="607" y="8244"/>
                  </a:cubicBezTo>
                  <a:cubicBezTo>
                    <a:pt x="727" y="8244"/>
                    <a:pt x="851" y="8148"/>
                    <a:pt x="813" y="7985"/>
                  </a:cubicBezTo>
                  <a:cubicBezTo>
                    <a:pt x="688" y="7284"/>
                    <a:pt x="572" y="6505"/>
                    <a:pt x="481" y="5737"/>
                  </a:cubicBezTo>
                  <a:cubicBezTo>
                    <a:pt x="476" y="5698"/>
                    <a:pt x="472" y="5655"/>
                    <a:pt x="472" y="5617"/>
                  </a:cubicBezTo>
                  <a:cubicBezTo>
                    <a:pt x="426" y="4810"/>
                    <a:pt x="1076" y="4321"/>
                    <a:pt x="1730" y="4321"/>
                  </a:cubicBezTo>
                  <a:cubicBezTo>
                    <a:pt x="2167" y="4321"/>
                    <a:pt x="2605" y="4539"/>
                    <a:pt x="2840" y="5026"/>
                  </a:cubicBezTo>
                  <a:cubicBezTo>
                    <a:pt x="3871" y="7157"/>
                    <a:pt x="4940" y="8225"/>
                    <a:pt x="6009" y="8225"/>
                  </a:cubicBezTo>
                  <a:cubicBezTo>
                    <a:pt x="7078" y="8225"/>
                    <a:pt x="8146" y="7158"/>
                    <a:pt x="9177" y="5021"/>
                  </a:cubicBezTo>
                  <a:cubicBezTo>
                    <a:pt x="9411" y="4536"/>
                    <a:pt x="9855" y="4315"/>
                    <a:pt x="10295" y="4315"/>
                  </a:cubicBezTo>
                  <a:cubicBezTo>
                    <a:pt x="10971" y="4315"/>
                    <a:pt x="11640" y="4837"/>
                    <a:pt x="11535" y="5727"/>
                  </a:cubicBezTo>
                  <a:cubicBezTo>
                    <a:pt x="11358" y="7245"/>
                    <a:pt x="10877" y="10329"/>
                    <a:pt x="10157" y="11670"/>
                  </a:cubicBezTo>
                  <a:cubicBezTo>
                    <a:pt x="9889" y="12154"/>
                    <a:pt x="9392" y="12418"/>
                    <a:pt x="8886" y="12418"/>
                  </a:cubicBezTo>
                  <a:cubicBezTo>
                    <a:pt x="8564" y="12418"/>
                    <a:pt x="8238" y="12312"/>
                    <a:pt x="7966" y="12088"/>
                  </a:cubicBezTo>
                  <a:cubicBezTo>
                    <a:pt x="7903" y="12035"/>
                    <a:pt x="7476" y="11742"/>
                    <a:pt x="7409" y="11703"/>
                  </a:cubicBezTo>
                  <a:cubicBezTo>
                    <a:pt x="6946" y="11432"/>
                    <a:pt x="6483" y="11292"/>
                    <a:pt x="6013" y="11292"/>
                  </a:cubicBezTo>
                  <a:cubicBezTo>
                    <a:pt x="5492" y="11292"/>
                    <a:pt x="4964" y="11465"/>
                    <a:pt x="4421" y="11824"/>
                  </a:cubicBezTo>
                  <a:lnTo>
                    <a:pt x="4060" y="12078"/>
                  </a:lnTo>
                  <a:cubicBezTo>
                    <a:pt x="3762" y="12323"/>
                    <a:pt x="3424" y="12449"/>
                    <a:pt x="3085" y="12449"/>
                  </a:cubicBezTo>
                  <a:cubicBezTo>
                    <a:pt x="2999" y="12449"/>
                    <a:pt x="2912" y="12441"/>
                    <a:pt x="2826" y="12424"/>
                  </a:cubicBezTo>
                  <a:cubicBezTo>
                    <a:pt x="2417" y="12342"/>
                    <a:pt x="2076" y="12073"/>
                    <a:pt x="1860" y="11670"/>
                  </a:cubicBezTo>
                  <a:cubicBezTo>
                    <a:pt x="1841" y="11636"/>
                    <a:pt x="1822" y="11603"/>
                    <a:pt x="1807" y="11569"/>
                  </a:cubicBezTo>
                  <a:cubicBezTo>
                    <a:pt x="1519" y="10949"/>
                    <a:pt x="1255" y="10094"/>
                    <a:pt x="1019" y="9018"/>
                  </a:cubicBezTo>
                  <a:cubicBezTo>
                    <a:pt x="999" y="8897"/>
                    <a:pt x="910" y="8844"/>
                    <a:pt x="820" y="8844"/>
                  </a:cubicBezTo>
                  <a:cubicBezTo>
                    <a:pt x="695" y="8844"/>
                    <a:pt x="568" y="8945"/>
                    <a:pt x="616" y="9109"/>
                  </a:cubicBezTo>
                  <a:cubicBezTo>
                    <a:pt x="856" y="10209"/>
                    <a:pt x="1135" y="11093"/>
                    <a:pt x="1432" y="11737"/>
                  </a:cubicBezTo>
                  <a:cubicBezTo>
                    <a:pt x="1452" y="11780"/>
                    <a:pt x="1471" y="11819"/>
                    <a:pt x="1495" y="11857"/>
                  </a:cubicBezTo>
                  <a:cubicBezTo>
                    <a:pt x="1769" y="12371"/>
                    <a:pt x="2215" y="12717"/>
                    <a:pt x="2744" y="12818"/>
                  </a:cubicBezTo>
                  <a:cubicBezTo>
                    <a:pt x="2859" y="12842"/>
                    <a:pt x="2970" y="12856"/>
                    <a:pt x="3085" y="12856"/>
                  </a:cubicBezTo>
                  <a:cubicBezTo>
                    <a:pt x="3479" y="12847"/>
                    <a:pt x="3858" y="12722"/>
                    <a:pt x="4180" y="12496"/>
                  </a:cubicBezTo>
                  <a:lnTo>
                    <a:pt x="4180" y="13025"/>
                  </a:lnTo>
                  <a:cubicBezTo>
                    <a:pt x="4180" y="13601"/>
                    <a:pt x="4642" y="14067"/>
                    <a:pt x="5218" y="14067"/>
                  </a:cubicBezTo>
                  <a:lnTo>
                    <a:pt x="6794" y="14067"/>
                  </a:lnTo>
                  <a:cubicBezTo>
                    <a:pt x="7370" y="14067"/>
                    <a:pt x="7836" y="13601"/>
                    <a:pt x="7836" y="13025"/>
                  </a:cubicBezTo>
                  <a:lnTo>
                    <a:pt x="7836" y="12491"/>
                  </a:lnTo>
                  <a:cubicBezTo>
                    <a:pt x="8160" y="12720"/>
                    <a:pt x="8529" y="12828"/>
                    <a:pt x="8892" y="12828"/>
                  </a:cubicBezTo>
                  <a:cubicBezTo>
                    <a:pt x="9589" y="12828"/>
                    <a:pt x="10267" y="12432"/>
                    <a:pt x="10579" y="11737"/>
                  </a:cubicBezTo>
                  <a:cubicBezTo>
                    <a:pt x="11410" y="9960"/>
                    <a:pt x="11920" y="6357"/>
                    <a:pt x="11963" y="5626"/>
                  </a:cubicBezTo>
                  <a:cubicBezTo>
                    <a:pt x="12029" y="4565"/>
                    <a:pt x="11166" y="3915"/>
                    <a:pt x="10297" y="3915"/>
                  </a:cubicBezTo>
                  <a:cubicBezTo>
                    <a:pt x="9717" y="3915"/>
                    <a:pt x="9134" y="4204"/>
                    <a:pt x="8821" y="4853"/>
                  </a:cubicBezTo>
                  <a:cubicBezTo>
                    <a:pt x="8547" y="5439"/>
                    <a:pt x="8221" y="5996"/>
                    <a:pt x="7846" y="6520"/>
                  </a:cubicBezTo>
                  <a:lnTo>
                    <a:pt x="7846" y="4766"/>
                  </a:lnTo>
                  <a:cubicBezTo>
                    <a:pt x="7846" y="4430"/>
                    <a:pt x="8028" y="4128"/>
                    <a:pt x="8321" y="3964"/>
                  </a:cubicBezTo>
                  <a:lnTo>
                    <a:pt x="9546" y="3296"/>
                  </a:lnTo>
                  <a:cubicBezTo>
                    <a:pt x="10137" y="2970"/>
                    <a:pt x="10354" y="2225"/>
                    <a:pt x="10032" y="1634"/>
                  </a:cubicBezTo>
                  <a:lnTo>
                    <a:pt x="9950" y="1485"/>
                  </a:lnTo>
                  <a:cubicBezTo>
                    <a:pt x="9907" y="1421"/>
                    <a:pt x="9846" y="1394"/>
                    <a:pt x="9787" y="1394"/>
                  </a:cubicBezTo>
                  <a:cubicBezTo>
                    <a:pt x="9654" y="1394"/>
                    <a:pt x="9523" y="1528"/>
                    <a:pt x="9590" y="1687"/>
                  </a:cubicBezTo>
                  <a:lnTo>
                    <a:pt x="9671" y="1831"/>
                  </a:lnTo>
                  <a:cubicBezTo>
                    <a:pt x="9883" y="2225"/>
                    <a:pt x="9739" y="2715"/>
                    <a:pt x="9349" y="2931"/>
                  </a:cubicBezTo>
                  <a:lnTo>
                    <a:pt x="8124" y="3604"/>
                  </a:lnTo>
                  <a:cubicBezTo>
                    <a:pt x="7726" y="3820"/>
                    <a:pt x="7471" y="4228"/>
                    <a:pt x="7447" y="4680"/>
                  </a:cubicBezTo>
                  <a:cubicBezTo>
                    <a:pt x="6976" y="4560"/>
                    <a:pt x="6496" y="4500"/>
                    <a:pt x="6016" y="4500"/>
                  </a:cubicBezTo>
                  <a:cubicBezTo>
                    <a:pt x="5536" y="4500"/>
                    <a:pt x="5057" y="4560"/>
                    <a:pt x="4589" y="4680"/>
                  </a:cubicBezTo>
                  <a:cubicBezTo>
                    <a:pt x="4565" y="4228"/>
                    <a:pt x="4310" y="3820"/>
                    <a:pt x="3911" y="3599"/>
                  </a:cubicBezTo>
                  <a:lnTo>
                    <a:pt x="2686" y="2931"/>
                  </a:lnTo>
                  <a:cubicBezTo>
                    <a:pt x="2292" y="2715"/>
                    <a:pt x="2148" y="2220"/>
                    <a:pt x="2364" y="1826"/>
                  </a:cubicBezTo>
                  <a:lnTo>
                    <a:pt x="2912" y="837"/>
                  </a:lnTo>
                  <a:cubicBezTo>
                    <a:pt x="3060" y="566"/>
                    <a:pt x="3339" y="415"/>
                    <a:pt x="3624" y="415"/>
                  </a:cubicBezTo>
                  <a:cubicBezTo>
                    <a:pt x="3773" y="415"/>
                    <a:pt x="3925" y="456"/>
                    <a:pt x="4060" y="544"/>
                  </a:cubicBezTo>
                  <a:cubicBezTo>
                    <a:pt x="4195" y="601"/>
                    <a:pt x="4867" y="1202"/>
                    <a:pt x="6015" y="1202"/>
                  </a:cubicBezTo>
                  <a:cubicBezTo>
                    <a:pt x="7159" y="1202"/>
                    <a:pt x="7836" y="611"/>
                    <a:pt x="7966" y="544"/>
                  </a:cubicBezTo>
                  <a:cubicBezTo>
                    <a:pt x="8104" y="454"/>
                    <a:pt x="8257" y="411"/>
                    <a:pt x="8409" y="411"/>
                  </a:cubicBezTo>
                  <a:cubicBezTo>
                    <a:pt x="8694" y="411"/>
                    <a:pt x="8971" y="563"/>
                    <a:pt x="9119" y="837"/>
                  </a:cubicBezTo>
                  <a:cubicBezTo>
                    <a:pt x="9158" y="928"/>
                    <a:pt x="9229" y="965"/>
                    <a:pt x="9300" y="965"/>
                  </a:cubicBezTo>
                  <a:cubicBezTo>
                    <a:pt x="9447" y="965"/>
                    <a:pt x="9596" y="808"/>
                    <a:pt x="9479" y="640"/>
                  </a:cubicBezTo>
                  <a:cubicBezTo>
                    <a:pt x="9316" y="342"/>
                    <a:pt x="9037" y="121"/>
                    <a:pt x="8706" y="39"/>
                  </a:cubicBezTo>
                  <a:cubicBezTo>
                    <a:pt x="8597" y="12"/>
                    <a:pt x="8495" y="0"/>
                    <a:pt x="83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5" name="Google Shape;14195;p86"/>
          <p:cNvGrpSpPr/>
          <p:nvPr/>
        </p:nvGrpSpPr>
        <p:grpSpPr>
          <a:xfrm>
            <a:off x="7090471" y="2908964"/>
            <a:ext cx="331282" cy="368588"/>
            <a:chOff x="7090471" y="2908964"/>
            <a:chExt cx="331282" cy="368588"/>
          </a:xfrm>
        </p:grpSpPr>
        <p:sp>
          <p:nvSpPr>
            <p:cNvPr id="14196" name="Google Shape;14196;p86"/>
            <p:cNvSpPr/>
            <p:nvPr/>
          </p:nvSpPr>
          <p:spPr>
            <a:xfrm>
              <a:off x="7099136" y="2914357"/>
              <a:ext cx="322616" cy="357776"/>
            </a:xfrm>
            <a:custGeom>
              <a:rect b="b" l="l" r="r" t="t"/>
              <a:pathLst>
                <a:path extrusionOk="0" h="13666" w="12323">
                  <a:moveTo>
                    <a:pt x="8625" y="0"/>
                  </a:moveTo>
                  <a:cubicBezTo>
                    <a:pt x="7967" y="0"/>
                    <a:pt x="7304" y="190"/>
                    <a:pt x="6721" y="580"/>
                  </a:cubicBezTo>
                  <a:cubicBezTo>
                    <a:pt x="6546" y="697"/>
                    <a:pt x="6344" y="756"/>
                    <a:pt x="6142" y="756"/>
                  </a:cubicBezTo>
                  <a:cubicBezTo>
                    <a:pt x="5941" y="756"/>
                    <a:pt x="5739" y="697"/>
                    <a:pt x="5564" y="580"/>
                  </a:cubicBezTo>
                  <a:cubicBezTo>
                    <a:pt x="4988" y="194"/>
                    <a:pt x="4326" y="2"/>
                    <a:pt x="3663" y="2"/>
                  </a:cubicBezTo>
                  <a:cubicBezTo>
                    <a:pt x="2971" y="2"/>
                    <a:pt x="2279" y="212"/>
                    <a:pt x="1687" y="632"/>
                  </a:cubicBezTo>
                  <a:cubicBezTo>
                    <a:pt x="529" y="1449"/>
                    <a:pt x="0" y="2900"/>
                    <a:pt x="361" y="4274"/>
                  </a:cubicBezTo>
                  <a:cubicBezTo>
                    <a:pt x="423" y="4552"/>
                    <a:pt x="529" y="4821"/>
                    <a:pt x="673" y="5071"/>
                  </a:cubicBezTo>
                  <a:cubicBezTo>
                    <a:pt x="793" y="5273"/>
                    <a:pt x="928" y="5460"/>
                    <a:pt x="1072" y="5643"/>
                  </a:cubicBezTo>
                  <a:cubicBezTo>
                    <a:pt x="1860" y="6537"/>
                    <a:pt x="2297" y="7689"/>
                    <a:pt x="2302" y="8881"/>
                  </a:cubicBezTo>
                  <a:lnTo>
                    <a:pt x="2302" y="11120"/>
                  </a:lnTo>
                  <a:cubicBezTo>
                    <a:pt x="2302" y="12527"/>
                    <a:pt x="3440" y="13666"/>
                    <a:pt x="4843" y="13666"/>
                  </a:cubicBezTo>
                  <a:lnTo>
                    <a:pt x="4843" y="10620"/>
                  </a:lnTo>
                  <a:cubicBezTo>
                    <a:pt x="4843" y="9909"/>
                    <a:pt x="5424" y="9332"/>
                    <a:pt x="6135" y="9332"/>
                  </a:cubicBezTo>
                  <a:cubicBezTo>
                    <a:pt x="6851" y="9332"/>
                    <a:pt x="7428" y="9909"/>
                    <a:pt x="7428" y="10620"/>
                  </a:cubicBezTo>
                  <a:lnTo>
                    <a:pt x="7428" y="13666"/>
                  </a:lnTo>
                  <a:cubicBezTo>
                    <a:pt x="8835" y="13666"/>
                    <a:pt x="9974" y="12527"/>
                    <a:pt x="9974" y="11120"/>
                  </a:cubicBezTo>
                  <a:lnTo>
                    <a:pt x="9974" y="8881"/>
                  </a:lnTo>
                  <a:cubicBezTo>
                    <a:pt x="9979" y="7689"/>
                    <a:pt x="10416" y="6537"/>
                    <a:pt x="11204" y="5643"/>
                  </a:cubicBezTo>
                  <a:cubicBezTo>
                    <a:pt x="12323" y="4351"/>
                    <a:pt x="12313" y="2429"/>
                    <a:pt x="11180" y="1151"/>
                  </a:cubicBezTo>
                  <a:cubicBezTo>
                    <a:pt x="10510" y="394"/>
                    <a:pt x="9573" y="0"/>
                    <a:pt x="8625"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86"/>
            <p:cNvSpPr/>
            <p:nvPr/>
          </p:nvSpPr>
          <p:spPr>
            <a:xfrm>
              <a:off x="7293444" y="2914304"/>
              <a:ext cx="127052" cy="357697"/>
            </a:xfrm>
            <a:custGeom>
              <a:rect b="b" l="l" r="r" t="t"/>
              <a:pathLst>
                <a:path extrusionOk="0" h="13663" w="4853">
                  <a:moveTo>
                    <a:pt x="1255" y="0"/>
                  </a:moveTo>
                  <a:lnTo>
                    <a:pt x="1255" y="5"/>
                  </a:lnTo>
                  <a:cubicBezTo>
                    <a:pt x="1225" y="4"/>
                    <a:pt x="1195" y="4"/>
                    <a:pt x="1165" y="4"/>
                  </a:cubicBezTo>
                  <a:cubicBezTo>
                    <a:pt x="868" y="4"/>
                    <a:pt x="572" y="47"/>
                    <a:pt x="284" y="125"/>
                  </a:cubicBezTo>
                  <a:cubicBezTo>
                    <a:pt x="1764" y="533"/>
                    <a:pt x="2787" y="1879"/>
                    <a:pt x="2797" y="3411"/>
                  </a:cubicBezTo>
                  <a:cubicBezTo>
                    <a:pt x="2797" y="4228"/>
                    <a:pt x="2504" y="5025"/>
                    <a:pt x="1966" y="5640"/>
                  </a:cubicBezTo>
                  <a:cubicBezTo>
                    <a:pt x="1178" y="6539"/>
                    <a:pt x="741" y="7687"/>
                    <a:pt x="736" y="8878"/>
                  </a:cubicBezTo>
                  <a:lnTo>
                    <a:pt x="736" y="11122"/>
                  </a:lnTo>
                  <a:cubicBezTo>
                    <a:pt x="736" y="11789"/>
                    <a:pt x="472" y="12433"/>
                    <a:pt x="1" y="12909"/>
                  </a:cubicBezTo>
                  <a:lnTo>
                    <a:pt x="1" y="13663"/>
                  </a:lnTo>
                  <a:cubicBezTo>
                    <a:pt x="4" y="13663"/>
                    <a:pt x="7" y="13663"/>
                    <a:pt x="10" y="13663"/>
                  </a:cubicBezTo>
                  <a:cubicBezTo>
                    <a:pt x="1408" y="13663"/>
                    <a:pt x="2547" y="12521"/>
                    <a:pt x="2542" y="11122"/>
                  </a:cubicBezTo>
                  <a:lnTo>
                    <a:pt x="2542" y="8883"/>
                  </a:lnTo>
                  <a:cubicBezTo>
                    <a:pt x="2552" y="7691"/>
                    <a:pt x="2989" y="6539"/>
                    <a:pt x="3777" y="5645"/>
                  </a:cubicBezTo>
                  <a:cubicBezTo>
                    <a:pt x="4641" y="4646"/>
                    <a:pt x="4853" y="3229"/>
                    <a:pt x="4310" y="2023"/>
                  </a:cubicBezTo>
                  <a:cubicBezTo>
                    <a:pt x="3772" y="812"/>
                    <a:pt x="2581" y="24"/>
                    <a:pt x="125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86"/>
            <p:cNvSpPr/>
            <p:nvPr/>
          </p:nvSpPr>
          <p:spPr>
            <a:xfrm>
              <a:off x="7090471" y="2908964"/>
              <a:ext cx="328742" cy="368588"/>
            </a:xfrm>
            <a:custGeom>
              <a:rect b="b" l="l" r="r" t="t"/>
              <a:pathLst>
                <a:path extrusionOk="0" h="14079" w="12557">
                  <a:moveTo>
                    <a:pt x="8919" y="1"/>
                  </a:moveTo>
                  <a:cubicBezTo>
                    <a:pt x="8247" y="1"/>
                    <a:pt x="7558" y="193"/>
                    <a:pt x="6927" y="617"/>
                  </a:cubicBezTo>
                  <a:cubicBezTo>
                    <a:pt x="6786" y="711"/>
                    <a:pt x="6624" y="758"/>
                    <a:pt x="6461" y="758"/>
                  </a:cubicBezTo>
                  <a:cubicBezTo>
                    <a:pt x="6299" y="758"/>
                    <a:pt x="6137" y="711"/>
                    <a:pt x="5995" y="617"/>
                  </a:cubicBezTo>
                  <a:cubicBezTo>
                    <a:pt x="5400" y="217"/>
                    <a:pt x="4696" y="2"/>
                    <a:pt x="3980" y="2"/>
                  </a:cubicBezTo>
                  <a:cubicBezTo>
                    <a:pt x="3957" y="2"/>
                    <a:pt x="3934" y="2"/>
                    <a:pt x="3911" y="2"/>
                  </a:cubicBezTo>
                  <a:cubicBezTo>
                    <a:pt x="1705" y="41"/>
                    <a:pt x="0" y="2083"/>
                    <a:pt x="428" y="4307"/>
                  </a:cubicBezTo>
                  <a:cubicBezTo>
                    <a:pt x="452" y="4418"/>
                    <a:pt x="539" y="4469"/>
                    <a:pt x="626" y="4469"/>
                  </a:cubicBezTo>
                  <a:cubicBezTo>
                    <a:pt x="741" y="4469"/>
                    <a:pt x="858" y="4381"/>
                    <a:pt x="836" y="4230"/>
                  </a:cubicBezTo>
                  <a:cubicBezTo>
                    <a:pt x="456" y="2270"/>
                    <a:pt x="1960" y="454"/>
                    <a:pt x="3920" y="420"/>
                  </a:cubicBezTo>
                  <a:cubicBezTo>
                    <a:pt x="3944" y="420"/>
                    <a:pt x="3967" y="420"/>
                    <a:pt x="3991" y="420"/>
                  </a:cubicBezTo>
                  <a:cubicBezTo>
                    <a:pt x="4624" y="420"/>
                    <a:pt x="5242" y="607"/>
                    <a:pt x="5770" y="963"/>
                  </a:cubicBezTo>
                  <a:cubicBezTo>
                    <a:pt x="5979" y="1105"/>
                    <a:pt x="6220" y="1176"/>
                    <a:pt x="6462" y="1176"/>
                  </a:cubicBezTo>
                  <a:cubicBezTo>
                    <a:pt x="6704" y="1176"/>
                    <a:pt x="6947" y="1105"/>
                    <a:pt x="7158" y="963"/>
                  </a:cubicBezTo>
                  <a:cubicBezTo>
                    <a:pt x="7716" y="586"/>
                    <a:pt x="8327" y="416"/>
                    <a:pt x="8923" y="416"/>
                  </a:cubicBezTo>
                  <a:cubicBezTo>
                    <a:pt x="10591" y="416"/>
                    <a:pt x="12149" y="1748"/>
                    <a:pt x="12149" y="3620"/>
                  </a:cubicBezTo>
                  <a:cubicBezTo>
                    <a:pt x="12149" y="4389"/>
                    <a:pt x="11871" y="5133"/>
                    <a:pt x="11366" y="5719"/>
                  </a:cubicBezTo>
                  <a:cubicBezTo>
                    <a:pt x="10550" y="6651"/>
                    <a:pt x="10093" y="7847"/>
                    <a:pt x="10089" y="9087"/>
                  </a:cubicBezTo>
                  <a:lnTo>
                    <a:pt x="10089" y="11326"/>
                  </a:lnTo>
                  <a:cubicBezTo>
                    <a:pt x="10089" y="12536"/>
                    <a:pt x="9161" y="13550"/>
                    <a:pt x="7956" y="13655"/>
                  </a:cubicBezTo>
                  <a:lnTo>
                    <a:pt x="7956" y="10826"/>
                  </a:lnTo>
                  <a:cubicBezTo>
                    <a:pt x="8004" y="9966"/>
                    <a:pt x="7321" y="9241"/>
                    <a:pt x="6457" y="9241"/>
                  </a:cubicBezTo>
                  <a:cubicBezTo>
                    <a:pt x="5597" y="9241"/>
                    <a:pt x="4910" y="9966"/>
                    <a:pt x="4958" y="10826"/>
                  </a:cubicBezTo>
                  <a:lnTo>
                    <a:pt x="4958" y="13655"/>
                  </a:lnTo>
                  <a:cubicBezTo>
                    <a:pt x="3752" y="13550"/>
                    <a:pt x="2830" y="12536"/>
                    <a:pt x="2825" y="11326"/>
                  </a:cubicBezTo>
                  <a:lnTo>
                    <a:pt x="2825" y="9087"/>
                  </a:lnTo>
                  <a:cubicBezTo>
                    <a:pt x="2820" y="7847"/>
                    <a:pt x="2364" y="6651"/>
                    <a:pt x="1547" y="5719"/>
                  </a:cubicBezTo>
                  <a:cubicBezTo>
                    <a:pt x="1403" y="5551"/>
                    <a:pt x="1278" y="5369"/>
                    <a:pt x="1172" y="5176"/>
                  </a:cubicBezTo>
                  <a:cubicBezTo>
                    <a:pt x="1129" y="5100"/>
                    <a:pt x="1064" y="5068"/>
                    <a:pt x="999" y="5068"/>
                  </a:cubicBezTo>
                  <a:cubicBezTo>
                    <a:pt x="859" y="5068"/>
                    <a:pt x="720" y="5214"/>
                    <a:pt x="812" y="5378"/>
                  </a:cubicBezTo>
                  <a:cubicBezTo>
                    <a:pt x="932" y="5594"/>
                    <a:pt x="1076" y="5796"/>
                    <a:pt x="1239" y="5983"/>
                  </a:cubicBezTo>
                  <a:cubicBezTo>
                    <a:pt x="1994" y="6843"/>
                    <a:pt x="2412" y="7944"/>
                    <a:pt x="2416" y="9087"/>
                  </a:cubicBezTo>
                  <a:lnTo>
                    <a:pt x="2416" y="11326"/>
                  </a:lnTo>
                  <a:cubicBezTo>
                    <a:pt x="2416" y="12844"/>
                    <a:pt x="3646" y="14073"/>
                    <a:pt x="5164" y="14073"/>
                  </a:cubicBezTo>
                  <a:cubicBezTo>
                    <a:pt x="5280" y="14073"/>
                    <a:pt x="5371" y="13982"/>
                    <a:pt x="5371" y="13872"/>
                  </a:cubicBezTo>
                  <a:lnTo>
                    <a:pt x="5371" y="10826"/>
                  </a:lnTo>
                  <a:cubicBezTo>
                    <a:pt x="5371" y="10230"/>
                    <a:pt x="5856" y="9740"/>
                    <a:pt x="6457" y="9740"/>
                  </a:cubicBezTo>
                  <a:cubicBezTo>
                    <a:pt x="7057" y="9740"/>
                    <a:pt x="7542" y="10230"/>
                    <a:pt x="7542" y="10826"/>
                  </a:cubicBezTo>
                  <a:lnTo>
                    <a:pt x="7542" y="13872"/>
                  </a:lnTo>
                  <a:cubicBezTo>
                    <a:pt x="7542" y="13987"/>
                    <a:pt x="7634" y="14078"/>
                    <a:pt x="7749" y="14078"/>
                  </a:cubicBezTo>
                  <a:cubicBezTo>
                    <a:pt x="9262" y="14073"/>
                    <a:pt x="10492" y="12844"/>
                    <a:pt x="10497" y="11330"/>
                  </a:cubicBezTo>
                  <a:lnTo>
                    <a:pt x="10497" y="9082"/>
                  </a:lnTo>
                  <a:cubicBezTo>
                    <a:pt x="10502" y="7944"/>
                    <a:pt x="10920" y="6843"/>
                    <a:pt x="11674" y="5983"/>
                  </a:cubicBezTo>
                  <a:cubicBezTo>
                    <a:pt x="12241" y="5325"/>
                    <a:pt x="12553" y="4485"/>
                    <a:pt x="12553" y="3615"/>
                  </a:cubicBezTo>
                  <a:cubicBezTo>
                    <a:pt x="12557" y="1505"/>
                    <a:pt x="10802" y="1"/>
                    <a:pt x="89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9" name="Google Shape;14199;p86"/>
          <p:cNvGrpSpPr/>
          <p:nvPr/>
        </p:nvGrpSpPr>
        <p:grpSpPr>
          <a:xfrm>
            <a:off x="7159769" y="3826599"/>
            <a:ext cx="195722" cy="339816"/>
            <a:chOff x="7159769" y="3826599"/>
            <a:chExt cx="195722" cy="339816"/>
          </a:xfrm>
        </p:grpSpPr>
        <p:sp>
          <p:nvSpPr>
            <p:cNvPr id="14200" name="Google Shape;14200;p86"/>
            <p:cNvSpPr/>
            <p:nvPr/>
          </p:nvSpPr>
          <p:spPr>
            <a:xfrm>
              <a:off x="7186054" y="3862099"/>
              <a:ext cx="143152" cy="128439"/>
            </a:xfrm>
            <a:custGeom>
              <a:rect b="b" l="l" r="r" t="t"/>
              <a:pathLst>
                <a:path extrusionOk="0" h="4906" w="5468">
                  <a:moveTo>
                    <a:pt x="1158" y="0"/>
                  </a:moveTo>
                  <a:cubicBezTo>
                    <a:pt x="447" y="423"/>
                    <a:pt x="5" y="1187"/>
                    <a:pt x="0" y="2018"/>
                  </a:cubicBezTo>
                  <a:cubicBezTo>
                    <a:pt x="0" y="2460"/>
                    <a:pt x="14" y="3406"/>
                    <a:pt x="58" y="3844"/>
                  </a:cubicBezTo>
                  <a:cubicBezTo>
                    <a:pt x="120" y="4444"/>
                    <a:pt x="625" y="4905"/>
                    <a:pt x="1230" y="4905"/>
                  </a:cubicBezTo>
                  <a:lnTo>
                    <a:pt x="4228" y="4905"/>
                  </a:lnTo>
                  <a:cubicBezTo>
                    <a:pt x="4833" y="4905"/>
                    <a:pt x="5337" y="4449"/>
                    <a:pt x="5400" y="3844"/>
                  </a:cubicBezTo>
                  <a:cubicBezTo>
                    <a:pt x="5448" y="3411"/>
                    <a:pt x="5467" y="2465"/>
                    <a:pt x="5462" y="2023"/>
                  </a:cubicBezTo>
                  <a:cubicBezTo>
                    <a:pt x="5453" y="1192"/>
                    <a:pt x="5016" y="423"/>
                    <a:pt x="4295" y="0"/>
                  </a:cubicBezTo>
                  <a:lnTo>
                    <a:pt x="4016" y="726"/>
                  </a:lnTo>
                  <a:cubicBezTo>
                    <a:pt x="3584" y="560"/>
                    <a:pt x="3158" y="477"/>
                    <a:pt x="2730" y="477"/>
                  </a:cubicBezTo>
                  <a:cubicBezTo>
                    <a:pt x="2302" y="477"/>
                    <a:pt x="1874" y="560"/>
                    <a:pt x="1436" y="726"/>
                  </a:cubicBezTo>
                  <a:lnTo>
                    <a:pt x="1158"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86"/>
            <p:cNvSpPr/>
            <p:nvPr/>
          </p:nvSpPr>
          <p:spPr>
            <a:xfrm>
              <a:off x="7277736" y="3862099"/>
              <a:ext cx="51470" cy="128439"/>
            </a:xfrm>
            <a:custGeom>
              <a:rect b="b" l="l" r="r" t="t"/>
              <a:pathLst>
                <a:path extrusionOk="0" h="4906" w="1966">
                  <a:moveTo>
                    <a:pt x="798" y="0"/>
                  </a:moveTo>
                  <a:lnTo>
                    <a:pt x="625" y="457"/>
                  </a:lnTo>
                  <a:cubicBezTo>
                    <a:pt x="1014" y="884"/>
                    <a:pt x="1230" y="1442"/>
                    <a:pt x="1230" y="2023"/>
                  </a:cubicBezTo>
                  <a:cubicBezTo>
                    <a:pt x="1230" y="2465"/>
                    <a:pt x="1216" y="3406"/>
                    <a:pt x="1172" y="3844"/>
                  </a:cubicBezTo>
                  <a:cubicBezTo>
                    <a:pt x="1110" y="4449"/>
                    <a:pt x="606" y="4905"/>
                    <a:pt x="0" y="4905"/>
                  </a:cubicBezTo>
                  <a:lnTo>
                    <a:pt x="730" y="4905"/>
                  </a:lnTo>
                  <a:cubicBezTo>
                    <a:pt x="1336" y="4905"/>
                    <a:pt x="1840" y="4449"/>
                    <a:pt x="1903" y="3844"/>
                  </a:cubicBezTo>
                  <a:cubicBezTo>
                    <a:pt x="1946" y="3411"/>
                    <a:pt x="1965" y="2465"/>
                    <a:pt x="1965" y="2023"/>
                  </a:cubicBezTo>
                  <a:cubicBezTo>
                    <a:pt x="1955" y="1192"/>
                    <a:pt x="1514" y="423"/>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86"/>
            <p:cNvSpPr/>
            <p:nvPr/>
          </p:nvSpPr>
          <p:spPr>
            <a:xfrm>
              <a:off x="7208438" y="3831495"/>
              <a:ext cx="98489" cy="49742"/>
            </a:xfrm>
            <a:custGeom>
              <a:rect b="b" l="l" r="r" t="t"/>
              <a:pathLst>
                <a:path extrusionOk="0" h="1900" w="3762">
                  <a:moveTo>
                    <a:pt x="1881" y="1"/>
                  </a:moveTo>
                  <a:cubicBezTo>
                    <a:pt x="1243" y="1"/>
                    <a:pt x="606" y="120"/>
                    <a:pt x="0" y="357"/>
                  </a:cubicBezTo>
                  <a:lnTo>
                    <a:pt x="586" y="1900"/>
                  </a:lnTo>
                  <a:cubicBezTo>
                    <a:pt x="1003" y="1731"/>
                    <a:pt x="1443" y="1647"/>
                    <a:pt x="1883" y="1647"/>
                  </a:cubicBezTo>
                  <a:cubicBezTo>
                    <a:pt x="2320" y="1647"/>
                    <a:pt x="2757" y="1730"/>
                    <a:pt x="3171" y="1895"/>
                  </a:cubicBezTo>
                  <a:lnTo>
                    <a:pt x="3762" y="357"/>
                  </a:lnTo>
                  <a:cubicBezTo>
                    <a:pt x="3156" y="120"/>
                    <a:pt x="2519" y="1"/>
                    <a:pt x="18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86"/>
            <p:cNvSpPr/>
            <p:nvPr/>
          </p:nvSpPr>
          <p:spPr>
            <a:xfrm>
              <a:off x="7274333" y="3835422"/>
              <a:ext cx="32463" cy="45684"/>
            </a:xfrm>
            <a:custGeom>
              <a:rect b="b" l="l" r="r" t="t"/>
              <a:pathLst>
                <a:path extrusionOk="0" h="1745" w="1240">
                  <a:moveTo>
                    <a:pt x="572" y="1"/>
                  </a:moveTo>
                  <a:lnTo>
                    <a:pt x="1" y="1500"/>
                  </a:lnTo>
                  <a:lnTo>
                    <a:pt x="649" y="1745"/>
                  </a:lnTo>
                  <a:lnTo>
                    <a:pt x="1240" y="207"/>
                  </a:lnTo>
                  <a:cubicBezTo>
                    <a:pt x="1024" y="121"/>
                    <a:pt x="798" y="54"/>
                    <a:pt x="57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86"/>
            <p:cNvSpPr/>
            <p:nvPr/>
          </p:nvSpPr>
          <p:spPr>
            <a:xfrm>
              <a:off x="7244645" y="3840631"/>
              <a:ext cx="25944" cy="22724"/>
            </a:xfrm>
            <a:custGeom>
              <a:rect b="b" l="l" r="r" t="t"/>
              <a:pathLst>
                <a:path extrusionOk="0" h="868" w="991">
                  <a:moveTo>
                    <a:pt x="493" y="0"/>
                  </a:moveTo>
                  <a:cubicBezTo>
                    <a:pt x="398" y="0"/>
                    <a:pt x="303" y="64"/>
                    <a:pt x="303" y="191"/>
                  </a:cubicBezTo>
                  <a:lnTo>
                    <a:pt x="303" y="244"/>
                  </a:lnTo>
                  <a:lnTo>
                    <a:pt x="251" y="244"/>
                  </a:lnTo>
                  <a:cubicBezTo>
                    <a:pt x="1" y="244"/>
                    <a:pt x="1" y="623"/>
                    <a:pt x="251" y="623"/>
                  </a:cubicBezTo>
                  <a:lnTo>
                    <a:pt x="303" y="623"/>
                  </a:lnTo>
                  <a:lnTo>
                    <a:pt x="303" y="676"/>
                  </a:lnTo>
                  <a:cubicBezTo>
                    <a:pt x="303" y="804"/>
                    <a:pt x="398" y="867"/>
                    <a:pt x="493" y="867"/>
                  </a:cubicBezTo>
                  <a:cubicBezTo>
                    <a:pt x="588" y="867"/>
                    <a:pt x="683" y="804"/>
                    <a:pt x="683" y="676"/>
                  </a:cubicBezTo>
                  <a:lnTo>
                    <a:pt x="683" y="623"/>
                  </a:lnTo>
                  <a:lnTo>
                    <a:pt x="741" y="623"/>
                  </a:lnTo>
                  <a:cubicBezTo>
                    <a:pt x="990" y="623"/>
                    <a:pt x="990" y="244"/>
                    <a:pt x="741" y="244"/>
                  </a:cubicBezTo>
                  <a:lnTo>
                    <a:pt x="683" y="244"/>
                  </a:lnTo>
                  <a:lnTo>
                    <a:pt x="683" y="191"/>
                  </a:lnTo>
                  <a:cubicBezTo>
                    <a:pt x="683" y="64"/>
                    <a:pt x="588" y="0"/>
                    <a:pt x="4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86"/>
            <p:cNvSpPr/>
            <p:nvPr/>
          </p:nvSpPr>
          <p:spPr>
            <a:xfrm>
              <a:off x="7165162" y="3986611"/>
              <a:ext cx="184909" cy="174751"/>
            </a:xfrm>
            <a:custGeom>
              <a:rect b="b" l="l" r="r" t="t"/>
              <a:pathLst>
                <a:path extrusionOk="0" h="6675" w="7063">
                  <a:moveTo>
                    <a:pt x="2864" y="0"/>
                  </a:moveTo>
                  <a:lnTo>
                    <a:pt x="2864" y="956"/>
                  </a:lnTo>
                  <a:lnTo>
                    <a:pt x="2700" y="956"/>
                  </a:lnTo>
                  <a:cubicBezTo>
                    <a:pt x="1725" y="956"/>
                    <a:pt x="870" y="1624"/>
                    <a:pt x="644" y="2575"/>
                  </a:cubicBezTo>
                  <a:lnTo>
                    <a:pt x="101" y="4780"/>
                  </a:lnTo>
                  <a:cubicBezTo>
                    <a:pt x="1" y="5184"/>
                    <a:pt x="183" y="5607"/>
                    <a:pt x="543" y="5813"/>
                  </a:cubicBezTo>
                  <a:cubicBezTo>
                    <a:pt x="1540" y="6387"/>
                    <a:pt x="2537" y="6674"/>
                    <a:pt x="3534" y="6674"/>
                  </a:cubicBezTo>
                  <a:cubicBezTo>
                    <a:pt x="4531" y="6674"/>
                    <a:pt x="5528" y="6387"/>
                    <a:pt x="6525" y="5813"/>
                  </a:cubicBezTo>
                  <a:cubicBezTo>
                    <a:pt x="6885" y="5607"/>
                    <a:pt x="7063" y="5184"/>
                    <a:pt x="6966" y="4780"/>
                  </a:cubicBezTo>
                  <a:lnTo>
                    <a:pt x="6683" y="3623"/>
                  </a:lnTo>
                  <a:lnTo>
                    <a:pt x="6544" y="3032"/>
                  </a:lnTo>
                  <a:lnTo>
                    <a:pt x="6433" y="2570"/>
                  </a:lnTo>
                  <a:cubicBezTo>
                    <a:pt x="6198" y="1619"/>
                    <a:pt x="5348" y="951"/>
                    <a:pt x="4372" y="951"/>
                  </a:cubicBezTo>
                  <a:lnTo>
                    <a:pt x="4214" y="951"/>
                  </a:lnTo>
                  <a:lnTo>
                    <a:pt x="4214" y="0"/>
                  </a:lnTo>
                  <a:cubicBezTo>
                    <a:pt x="4000" y="108"/>
                    <a:pt x="3768" y="162"/>
                    <a:pt x="3537" y="162"/>
                  </a:cubicBezTo>
                  <a:cubicBezTo>
                    <a:pt x="3306" y="162"/>
                    <a:pt x="3075" y="108"/>
                    <a:pt x="28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86"/>
            <p:cNvSpPr/>
            <p:nvPr/>
          </p:nvSpPr>
          <p:spPr>
            <a:xfrm>
              <a:off x="7240011" y="3986742"/>
              <a:ext cx="5917" cy="3796"/>
            </a:xfrm>
            <a:custGeom>
              <a:rect b="b" l="l" r="r" t="t"/>
              <a:pathLst>
                <a:path extrusionOk="0" h="145" w="226">
                  <a:moveTo>
                    <a:pt x="0" y="0"/>
                  </a:moveTo>
                  <a:lnTo>
                    <a:pt x="0" y="144"/>
                  </a:lnTo>
                  <a:cubicBezTo>
                    <a:pt x="77" y="130"/>
                    <a:pt x="154" y="115"/>
                    <a:pt x="226" y="91"/>
                  </a:cubicBezTo>
                  <a:cubicBezTo>
                    <a:pt x="149" y="67"/>
                    <a:pt x="72" y="34"/>
                    <a:pt x="0"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86"/>
            <p:cNvSpPr/>
            <p:nvPr/>
          </p:nvSpPr>
          <p:spPr>
            <a:xfrm>
              <a:off x="7245901" y="3986611"/>
              <a:ext cx="104170" cy="174725"/>
            </a:xfrm>
            <a:custGeom>
              <a:rect b="b" l="l" r="r" t="t"/>
              <a:pathLst>
                <a:path extrusionOk="0" h="6674" w="3979">
                  <a:moveTo>
                    <a:pt x="1130" y="0"/>
                  </a:moveTo>
                  <a:cubicBezTo>
                    <a:pt x="918" y="111"/>
                    <a:pt x="688" y="168"/>
                    <a:pt x="452" y="168"/>
                  </a:cubicBezTo>
                  <a:cubicBezTo>
                    <a:pt x="380" y="168"/>
                    <a:pt x="303" y="164"/>
                    <a:pt x="231" y="149"/>
                  </a:cubicBezTo>
                  <a:lnTo>
                    <a:pt x="231" y="956"/>
                  </a:lnTo>
                  <a:lnTo>
                    <a:pt x="390" y="956"/>
                  </a:lnTo>
                  <a:cubicBezTo>
                    <a:pt x="1370" y="956"/>
                    <a:pt x="2220" y="1624"/>
                    <a:pt x="2451" y="2575"/>
                  </a:cubicBezTo>
                  <a:lnTo>
                    <a:pt x="2561" y="3032"/>
                  </a:lnTo>
                  <a:lnTo>
                    <a:pt x="2705" y="3623"/>
                  </a:lnTo>
                  <a:lnTo>
                    <a:pt x="2989" y="4780"/>
                  </a:lnTo>
                  <a:cubicBezTo>
                    <a:pt x="3085" y="5189"/>
                    <a:pt x="2902" y="5607"/>
                    <a:pt x="2547" y="5813"/>
                  </a:cubicBezTo>
                  <a:cubicBezTo>
                    <a:pt x="1697" y="6303"/>
                    <a:pt x="851" y="6587"/>
                    <a:pt x="1" y="6654"/>
                  </a:cubicBezTo>
                  <a:cubicBezTo>
                    <a:pt x="153" y="6667"/>
                    <a:pt x="306" y="6674"/>
                    <a:pt x="458" y="6674"/>
                  </a:cubicBezTo>
                  <a:cubicBezTo>
                    <a:pt x="1453" y="6674"/>
                    <a:pt x="2445" y="6388"/>
                    <a:pt x="3441" y="5813"/>
                  </a:cubicBezTo>
                  <a:cubicBezTo>
                    <a:pt x="3801" y="5607"/>
                    <a:pt x="3979" y="5184"/>
                    <a:pt x="3882" y="4780"/>
                  </a:cubicBezTo>
                  <a:lnTo>
                    <a:pt x="3599" y="3623"/>
                  </a:lnTo>
                  <a:lnTo>
                    <a:pt x="3460" y="3032"/>
                  </a:lnTo>
                  <a:lnTo>
                    <a:pt x="3349" y="2575"/>
                  </a:lnTo>
                  <a:cubicBezTo>
                    <a:pt x="3119" y="1624"/>
                    <a:pt x="2264" y="956"/>
                    <a:pt x="1288" y="956"/>
                  </a:cubicBezTo>
                  <a:lnTo>
                    <a:pt x="1130" y="956"/>
                  </a:lnTo>
                  <a:lnTo>
                    <a:pt x="1130"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86"/>
            <p:cNvSpPr/>
            <p:nvPr/>
          </p:nvSpPr>
          <p:spPr>
            <a:xfrm>
              <a:off x="7224277" y="3986611"/>
              <a:ext cx="65188" cy="82650"/>
            </a:xfrm>
            <a:custGeom>
              <a:rect b="b" l="l" r="r" t="t"/>
              <a:pathLst>
                <a:path extrusionOk="0" h="3157" w="2490">
                  <a:moveTo>
                    <a:pt x="606" y="0"/>
                  </a:moveTo>
                  <a:lnTo>
                    <a:pt x="606" y="956"/>
                  </a:lnTo>
                  <a:lnTo>
                    <a:pt x="442" y="956"/>
                  </a:lnTo>
                  <a:cubicBezTo>
                    <a:pt x="294" y="956"/>
                    <a:pt x="149" y="971"/>
                    <a:pt x="1" y="1004"/>
                  </a:cubicBezTo>
                  <a:lnTo>
                    <a:pt x="58" y="1052"/>
                  </a:lnTo>
                  <a:lnTo>
                    <a:pt x="1274" y="3157"/>
                  </a:lnTo>
                  <a:lnTo>
                    <a:pt x="2489" y="1052"/>
                  </a:lnTo>
                  <a:lnTo>
                    <a:pt x="2489" y="990"/>
                  </a:lnTo>
                  <a:cubicBezTo>
                    <a:pt x="2364" y="966"/>
                    <a:pt x="2239" y="956"/>
                    <a:pt x="2114" y="956"/>
                  </a:cubicBezTo>
                  <a:lnTo>
                    <a:pt x="1956" y="956"/>
                  </a:lnTo>
                  <a:lnTo>
                    <a:pt x="1956" y="0"/>
                  </a:lnTo>
                  <a:cubicBezTo>
                    <a:pt x="1742" y="108"/>
                    <a:pt x="1510" y="162"/>
                    <a:pt x="1279" y="162"/>
                  </a:cubicBezTo>
                  <a:cubicBezTo>
                    <a:pt x="1048" y="162"/>
                    <a:pt x="817" y="108"/>
                    <a:pt x="60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86"/>
            <p:cNvSpPr/>
            <p:nvPr/>
          </p:nvSpPr>
          <p:spPr>
            <a:xfrm>
              <a:off x="7239880" y="3986742"/>
              <a:ext cx="35369" cy="17253"/>
            </a:xfrm>
            <a:custGeom>
              <a:rect b="b" l="l" r="r" t="t"/>
              <a:pathLst>
                <a:path extrusionOk="0" h="659" w="1351">
                  <a:moveTo>
                    <a:pt x="0" y="0"/>
                  </a:moveTo>
                  <a:lnTo>
                    <a:pt x="0" y="514"/>
                  </a:lnTo>
                  <a:cubicBezTo>
                    <a:pt x="216" y="610"/>
                    <a:pt x="447" y="658"/>
                    <a:pt x="677" y="658"/>
                  </a:cubicBezTo>
                  <a:cubicBezTo>
                    <a:pt x="907" y="658"/>
                    <a:pt x="1136" y="610"/>
                    <a:pt x="1350" y="514"/>
                  </a:cubicBezTo>
                  <a:lnTo>
                    <a:pt x="1350" y="0"/>
                  </a:lnTo>
                  <a:cubicBezTo>
                    <a:pt x="1144" y="106"/>
                    <a:pt x="913" y="163"/>
                    <a:pt x="678" y="163"/>
                  </a:cubicBezTo>
                  <a:cubicBezTo>
                    <a:pt x="442" y="163"/>
                    <a:pt x="212" y="106"/>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86"/>
            <p:cNvSpPr/>
            <p:nvPr/>
          </p:nvSpPr>
          <p:spPr>
            <a:xfrm>
              <a:off x="7213962" y="3888515"/>
              <a:ext cx="87441" cy="99379"/>
            </a:xfrm>
            <a:custGeom>
              <a:rect b="b" l="l" r="r" t="t"/>
              <a:pathLst>
                <a:path extrusionOk="0" h="3796" w="3340">
                  <a:moveTo>
                    <a:pt x="2292" y="0"/>
                  </a:moveTo>
                  <a:cubicBezTo>
                    <a:pt x="1615" y="457"/>
                    <a:pt x="817" y="706"/>
                    <a:pt x="1" y="716"/>
                  </a:cubicBezTo>
                  <a:lnTo>
                    <a:pt x="1" y="2104"/>
                  </a:lnTo>
                  <a:lnTo>
                    <a:pt x="1" y="2157"/>
                  </a:lnTo>
                  <a:cubicBezTo>
                    <a:pt x="15" y="3065"/>
                    <a:pt x="760" y="3795"/>
                    <a:pt x="1668" y="3795"/>
                  </a:cubicBezTo>
                  <a:cubicBezTo>
                    <a:pt x="2580" y="3795"/>
                    <a:pt x="3320" y="3065"/>
                    <a:pt x="3339" y="2157"/>
                  </a:cubicBezTo>
                  <a:lnTo>
                    <a:pt x="3339" y="716"/>
                  </a:lnTo>
                  <a:cubicBezTo>
                    <a:pt x="2753" y="476"/>
                    <a:pt x="2292" y="0"/>
                    <a:pt x="2292"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86"/>
            <p:cNvSpPr/>
            <p:nvPr/>
          </p:nvSpPr>
          <p:spPr>
            <a:xfrm>
              <a:off x="7260248" y="3888619"/>
              <a:ext cx="41286" cy="99903"/>
            </a:xfrm>
            <a:custGeom>
              <a:rect b="b" l="l" r="r" t="t"/>
              <a:pathLst>
                <a:path extrusionOk="0" h="3816" w="1577">
                  <a:moveTo>
                    <a:pt x="524" y="1"/>
                  </a:moveTo>
                  <a:cubicBezTo>
                    <a:pt x="361" y="116"/>
                    <a:pt x="183" y="217"/>
                    <a:pt x="0" y="299"/>
                  </a:cubicBezTo>
                  <a:cubicBezTo>
                    <a:pt x="270" y="544"/>
                    <a:pt x="582" y="741"/>
                    <a:pt x="913" y="885"/>
                  </a:cubicBezTo>
                  <a:lnTo>
                    <a:pt x="913" y="2326"/>
                  </a:lnTo>
                  <a:cubicBezTo>
                    <a:pt x="913" y="2955"/>
                    <a:pt x="563" y="3532"/>
                    <a:pt x="0" y="3815"/>
                  </a:cubicBezTo>
                  <a:cubicBezTo>
                    <a:pt x="884" y="3767"/>
                    <a:pt x="1571" y="3037"/>
                    <a:pt x="1576" y="2153"/>
                  </a:cubicBezTo>
                  <a:lnTo>
                    <a:pt x="1576" y="712"/>
                  </a:lnTo>
                  <a:cubicBezTo>
                    <a:pt x="981" y="472"/>
                    <a:pt x="524" y="1"/>
                    <a:pt x="52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86"/>
            <p:cNvSpPr/>
            <p:nvPr/>
          </p:nvSpPr>
          <p:spPr>
            <a:xfrm>
              <a:off x="7159769" y="3826599"/>
              <a:ext cx="195722" cy="339816"/>
            </a:xfrm>
            <a:custGeom>
              <a:rect b="b" l="l" r="r" t="t"/>
              <a:pathLst>
                <a:path extrusionOk="0" h="12980" w="7476">
                  <a:moveTo>
                    <a:pt x="3732" y="378"/>
                  </a:moveTo>
                  <a:cubicBezTo>
                    <a:pt x="4286" y="378"/>
                    <a:pt x="4840" y="472"/>
                    <a:pt x="5369" y="659"/>
                  </a:cubicBezTo>
                  <a:lnTo>
                    <a:pt x="5369" y="659"/>
                  </a:lnTo>
                  <a:lnTo>
                    <a:pt x="5131" y="1289"/>
                  </a:lnTo>
                  <a:lnTo>
                    <a:pt x="4915" y="1842"/>
                  </a:lnTo>
                  <a:cubicBezTo>
                    <a:pt x="4533" y="1709"/>
                    <a:pt x="4134" y="1643"/>
                    <a:pt x="3735" y="1643"/>
                  </a:cubicBezTo>
                  <a:cubicBezTo>
                    <a:pt x="3336" y="1643"/>
                    <a:pt x="2938" y="1709"/>
                    <a:pt x="2556" y="1842"/>
                  </a:cubicBezTo>
                  <a:lnTo>
                    <a:pt x="2104" y="655"/>
                  </a:lnTo>
                  <a:cubicBezTo>
                    <a:pt x="2631" y="471"/>
                    <a:pt x="3182" y="378"/>
                    <a:pt x="3732" y="378"/>
                  </a:cubicBezTo>
                  <a:close/>
                  <a:moveTo>
                    <a:pt x="2075" y="1649"/>
                  </a:moveTo>
                  <a:cubicBezTo>
                    <a:pt x="2282" y="2144"/>
                    <a:pt x="2239" y="2211"/>
                    <a:pt x="2392" y="2259"/>
                  </a:cubicBezTo>
                  <a:cubicBezTo>
                    <a:pt x="2407" y="2269"/>
                    <a:pt x="2426" y="2274"/>
                    <a:pt x="2445" y="2279"/>
                  </a:cubicBezTo>
                  <a:cubicBezTo>
                    <a:pt x="2465" y="2279"/>
                    <a:pt x="2489" y="2274"/>
                    <a:pt x="2508" y="2264"/>
                  </a:cubicBezTo>
                  <a:cubicBezTo>
                    <a:pt x="2902" y="2108"/>
                    <a:pt x="3317" y="2030"/>
                    <a:pt x="3733" y="2030"/>
                  </a:cubicBezTo>
                  <a:cubicBezTo>
                    <a:pt x="4148" y="2030"/>
                    <a:pt x="4564" y="2108"/>
                    <a:pt x="4958" y="2264"/>
                  </a:cubicBezTo>
                  <a:cubicBezTo>
                    <a:pt x="4979" y="2274"/>
                    <a:pt x="5003" y="2279"/>
                    <a:pt x="5028" y="2279"/>
                  </a:cubicBezTo>
                  <a:cubicBezTo>
                    <a:pt x="5053" y="2279"/>
                    <a:pt x="5078" y="2274"/>
                    <a:pt x="5102" y="2264"/>
                  </a:cubicBezTo>
                  <a:cubicBezTo>
                    <a:pt x="5145" y="2245"/>
                    <a:pt x="5184" y="2207"/>
                    <a:pt x="5203" y="2159"/>
                  </a:cubicBezTo>
                  <a:lnTo>
                    <a:pt x="5395" y="1654"/>
                  </a:lnTo>
                  <a:cubicBezTo>
                    <a:pt x="5943" y="2058"/>
                    <a:pt x="6269" y="2701"/>
                    <a:pt x="6269" y="3384"/>
                  </a:cubicBezTo>
                  <a:cubicBezTo>
                    <a:pt x="6269" y="3859"/>
                    <a:pt x="6255" y="4772"/>
                    <a:pt x="6212" y="5185"/>
                  </a:cubicBezTo>
                  <a:cubicBezTo>
                    <a:pt x="6159" y="5686"/>
                    <a:pt x="5741" y="6074"/>
                    <a:pt x="5236" y="6074"/>
                  </a:cubicBezTo>
                  <a:cubicBezTo>
                    <a:pt x="5233" y="6074"/>
                    <a:pt x="5230" y="6074"/>
                    <a:pt x="5227" y="6074"/>
                  </a:cubicBezTo>
                  <a:lnTo>
                    <a:pt x="4756" y="6074"/>
                  </a:lnTo>
                  <a:cubicBezTo>
                    <a:pt x="5280" y="5733"/>
                    <a:pt x="5592" y="5151"/>
                    <a:pt x="5592" y="4527"/>
                  </a:cubicBezTo>
                  <a:lnTo>
                    <a:pt x="5592" y="3086"/>
                  </a:lnTo>
                  <a:cubicBezTo>
                    <a:pt x="5582" y="3047"/>
                    <a:pt x="5568" y="3019"/>
                    <a:pt x="5549" y="2985"/>
                  </a:cubicBezTo>
                  <a:cubicBezTo>
                    <a:pt x="5530" y="2956"/>
                    <a:pt x="5501" y="2932"/>
                    <a:pt x="5477" y="2908"/>
                  </a:cubicBezTo>
                  <a:cubicBezTo>
                    <a:pt x="4934" y="2687"/>
                    <a:pt x="4497" y="2245"/>
                    <a:pt x="4492" y="2235"/>
                  </a:cubicBezTo>
                  <a:cubicBezTo>
                    <a:pt x="4456" y="2199"/>
                    <a:pt x="4408" y="2181"/>
                    <a:pt x="4360" y="2181"/>
                  </a:cubicBezTo>
                  <a:cubicBezTo>
                    <a:pt x="4319" y="2181"/>
                    <a:pt x="4277" y="2194"/>
                    <a:pt x="4242" y="2221"/>
                  </a:cubicBezTo>
                  <a:cubicBezTo>
                    <a:pt x="3598" y="2653"/>
                    <a:pt x="2839" y="2889"/>
                    <a:pt x="2066" y="2894"/>
                  </a:cubicBezTo>
                  <a:cubicBezTo>
                    <a:pt x="2037" y="2894"/>
                    <a:pt x="2023" y="2913"/>
                    <a:pt x="1999" y="2922"/>
                  </a:cubicBezTo>
                  <a:cubicBezTo>
                    <a:pt x="1975" y="2927"/>
                    <a:pt x="1950" y="2937"/>
                    <a:pt x="1931" y="2951"/>
                  </a:cubicBezTo>
                  <a:cubicBezTo>
                    <a:pt x="1917" y="2970"/>
                    <a:pt x="1917" y="2999"/>
                    <a:pt x="1907" y="3019"/>
                  </a:cubicBezTo>
                  <a:cubicBezTo>
                    <a:pt x="1893" y="3038"/>
                    <a:pt x="1883" y="3062"/>
                    <a:pt x="1878" y="3086"/>
                  </a:cubicBezTo>
                  <a:lnTo>
                    <a:pt x="1878" y="3629"/>
                  </a:lnTo>
                  <a:cubicBezTo>
                    <a:pt x="1878" y="3754"/>
                    <a:pt x="1973" y="3816"/>
                    <a:pt x="2068" y="3816"/>
                  </a:cubicBezTo>
                  <a:cubicBezTo>
                    <a:pt x="2163" y="3816"/>
                    <a:pt x="2258" y="3754"/>
                    <a:pt x="2258" y="3629"/>
                  </a:cubicBezTo>
                  <a:lnTo>
                    <a:pt x="2258" y="3259"/>
                  </a:lnTo>
                  <a:cubicBezTo>
                    <a:pt x="2993" y="3220"/>
                    <a:pt x="3709" y="2999"/>
                    <a:pt x="4338" y="2615"/>
                  </a:cubicBezTo>
                  <a:cubicBezTo>
                    <a:pt x="4602" y="2850"/>
                    <a:pt x="4895" y="3047"/>
                    <a:pt x="5217" y="3201"/>
                  </a:cubicBezTo>
                  <a:lnTo>
                    <a:pt x="5217" y="4522"/>
                  </a:lnTo>
                  <a:cubicBezTo>
                    <a:pt x="5217" y="5339"/>
                    <a:pt x="4554" y="6002"/>
                    <a:pt x="3733" y="6002"/>
                  </a:cubicBezTo>
                  <a:cubicBezTo>
                    <a:pt x="2916" y="6002"/>
                    <a:pt x="2253" y="5339"/>
                    <a:pt x="2253" y="4522"/>
                  </a:cubicBezTo>
                  <a:cubicBezTo>
                    <a:pt x="2253" y="4397"/>
                    <a:pt x="2158" y="4335"/>
                    <a:pt x="2063" y="4335"/>
                  </a:cubicBezTo>
                  <a:cubicBezTo>
                    <a:pt x="1969" y="4335"/>
                    <a:pt x="1874" y="4397"/>
                    <a:pt x="1874" y="4522"/>
                  </a:cubicBezTo>
                  <a:cubicBezTo>
                    <a:pt x="1878" y="5147"/>
                    <a:pt x="2191" y="5728"/>
                    <a:pt x="2710" y="6074"/>
                  </a:cubicBezTo>
                  <a:lnTo>
                    <a:pt x="2239" y="6074"/>
                  </a:lnTo>
                  <a:cubicBezTo>
                    <a:pt x="1729" y="6074"/>
                    <a:pt x="1307" y="5685"/>
                    <a:pt x="1259" y="5180"/>
                  </a:cubicBezTo>
                  <a:cubicBezTo>
                    <a:pt x="1215" y="4767"/>
                    <a:pt x="1196" y="3850"/>
                    <a:pt x="1196" y="3379"/>
                  </a:cubicBezTo>
                  <a:cubicBezTo>
                    <a:pt x="1201" y="2697"/>
                    <a:pt x="1523" y="2053"/>
                    <a:pt x="2075" y="1649"/>
                  </a:cubicBezTo>
                  <a:close/>
                  <a:moveTo>
                    <a:pt x="4218" y="6401"/>
                  </a:moveTo>
                  <a:lnTo>
                    <a:pt x="4218" y="7073"/>
                  </a:lnTo>
                  <a:cubicBezTo>
                    <a:pt x="4218" y="7174"/>
                    <a:pt x="4304" y="7260"/>
                    <a:pt x="4410" y="7260"/>
                  </a:cubicBezTo>
                  <a:lnTo>
                    <a:pt x="4569" y="7260"/>
                  </a:lnTo>
                  <a:cubicBezTo>
                    <a:pt x="4602" y="7260"/>
                    <a:pt x="4636" y="7265"/>
                    <a:pt x="4670" y="7270"/>
                  </a:cubicBezTo>
                  <a:lnTo>
                    <a:pt x="3733" y="8889"/>
                  </a:lnTo>
                  <a:lnTo>
                    <a:pt x="2796" y="7270"/>
                  </a:lnTo>
                  <a:cubicBezTo>
                    <a:pt x="2834" y="7265"/>
                    <a:pt x="2868" y="7260"/>
                    <a:pt x="2902" y="7260"/>
                  </a:cubicBezTo>
                  <a:lnTo>
                    <a:pt x="3060" y="7260"/>
                  </a:lnTo>
                  <a:cubicBezTo>
                    <a:pt x="3166" y="7260"/>
                    <a:pt x="3252" y="7174"/>
                    <a:pt x="3252" y="7073"/>
                  </a:cubicBezTo>
                  <a:lnTo>
                    <a:pt x="3252" y="6401"/>
                  </a:lnTo>
                  <a:cubicBezTo>
                    <a:pt x="3409" y="6449"/>
                    <a:pt x="3572" y="6473"/>
                    <a:pt x="3735" y="6473"/>
                  </a:cubicBezTo>
                  <a:cubicBezTo>
                    <a:pt x="3899" y="6473"/>
                    <a:pt x="4062" y="6449"/>
                    <a:pt x="4218" y="6401"/>
                  </a:cubicBezTo>
                  <a:close/>
                  <a:moveTo>
                    <a:pt x="3738" y="0"/>
                  </a:moveTo>
                  <a:cubicBezTo>
                    <a:pt x="3088" y="0"/>
                    <a:pt x="2436" y="124"/>
                    <a:pt x="1787" y="371"/>
                  </a:cubicBezTo>
                  <a:cubicBezTo>
                    <a:pt x="1739" y="391"/>
                    <a:pt x="1705" y="424"/>
                    <a:pt x="1681" y="472"/>
                  </a:cubicBezTo>
                  <a:cubicBezTo>
                    <a:pt x="1662" y="516"/>
                    <a:pt x="1662" y="568"/>
                    <a:pt x="1681" y="616"/>
                  </a:cubicBezTo>
                  <a:lnTo>
                    <a:pt x="1941" y="1299"/>
                  </a:lnTo>
                  <a:cubicBezTo>
                    <a:pt x="1244" y="1765"/>
                    <a:pt x="822" y="2543"/>
                    <a:pt x="817" y="3379"/>
                  </a:cubicBezTo>
                  <a:cubicBezTo>
                    <a:pt x="817" y="3797"/>
                    <a:pt x="836" y="4767"/>
                    <a:pt x="879" y="5224"/>
                  </a:cubicBezTo>
                  <a:cubicBezTo>
                    <a:pt x="951" y="5922"/>
                    <a:pt x="1532" y="6453"/>
                    <a:pt x="2234" y="6453"/>
                  </a:cubicBezTo>
                  <a:cubicBezTo>
                    <a:pt x="2237" y="6453"/>
                    <a:pt x="2240" y="6453"/>
                    <a:pt x="2244" y="6453"/>
                  </a:cubicBezTo>
                  <a:lnTo>
                    <a:pt x="2873" y="6453"/>
                  </a:lnTo>
                  <a:lnTo>
                    <a:pt x="2873" y="6881"/>
                  </a:lnTo>
                  <a:cubicBezTo>
                    <a:pt x="1816" y="6891"/>
                    <a:pt x="903" y="7616"/>
                    <a:pt x="658" y="8644"/>
                  </a:cubicBezTo>
                  <a:lnTo>
                    <a:pt x="115" y="10849"/>
                  </a:lnTo>
                  <a:cubicBezTo>
                    <a:pt x="0" y="11334"/>
                    <a:pt x="216" y="11843"/>
                    <a:pt x="649" y="12093"/>
                  </a:cubicBezTo>
                  <a:cubicBezTo>
                    <a:pt x="1672" y="12684"/>
                    <a:pt x="2704" y="12980"/>
                    <a:pt x="3735" y="12980"/>
                  </a:cubicBezTo>
                  <a:cubicBezTo>
                    <a:pt x="4767" y="12980"/>
                    <a:pt x="5799" y="12684"/>
                    <a:pt x="6822" y="12093"/>
                  </a:cubicBezTo>
                  <a:cubicBezTo>
                    <a:pt x="7259" y="11843"/>
                    <a:pt x="7475" y="11339"/>
                    <a:pt x="7355" y="10849"/>
                  </a:cubicBezTo>
                  <a:lnTo>
                    <a:pt x="7144" y="9984"/>
                  </a:lnTo>
                  <a:cubicBezTo>
                    <a:pt x="7114" y="9892"/>
                    <a:pt x="7040" y="9851"/>
                    <a:pt x="6965" y="9851"/>
                  </a:cubicBezTo>
                  <a:cubicBezTo>
                    <a:pt x="6857" y="9851"/>
                    <a:pt x="6748" y="9936"/>
                    <a:pt x="6774" y="10076"/>
                  </a:cubicBezTo>
                  <a:lnTo>
                    <a:pt x="6985" y="10940"/>
                  </a:lnTo>
                  <a:cubicBezTo>
                    <a:pt x="7062" y="11262"/>
                    <a:pt x="6918" y="11598"/>
                    <a:pt x="6630" y="11762"/>
                  </a:cubicBezTo>
                  <a:cubicBezTo>
                    <a:pt x="5657" y="12324"/>
                    <a:pt x="4696" y="12605"/>
                    <a:pt x="3735" y="12605"/>
                  </a:cubicBezTo>
                  <a:cubicBezTo>
                    <a:pt x="2774" y="12605"/>
                    <a:pt x="1814" y="12324"/>
                    <a:pt x="841" y="11762"/>
                  </a:cubicBezTo>
                  <a:cubicBezTo>
                    <a:pt x="553" y="11598"/>
                    <a:pt x="408" y="11262"/>
                    <a:pt x="485" y="10940"/>
                  </a:cubicBezTo>
                  <a:lnTo>
                    <a:pt x="1023" y="8730"/>
                  </a:lnTo>
                  <a:cubicBezTo>
                    <a:pt x="1191" y="8048"/>
                    <a:pt x="1720" y="7510"/>
                    <a:pt x="2397" y="7333"/>
                  </a:cubicBezTo>
                  <a:lnTo>
                    <a:pt x="3574" y="9365"/>
                  </a:lnTo>
                  <a:cubicBezTo>
                    <a:pt x="3610" y="9427"/>
                    <a:pt x="3674" y="9458"/>
                    <a:pt x="3738" y="9458"/>
                  </a:cubicBezTo>
                  <a:cubicBezTo>
                    <a:pt x="3801" y="9458"/>
                    <a:pt x="3865" y="9427"/>
                    <a:pt x="3901" y="9365"/>
                  </a:cubicBezTo>
                  <a:lnTo>
                    <a:pt x="5078" y="7333"/>
                  </a:lnTo>
                  <a:cubicBezTo>
                    <a:pt x="5755" y="7510"/>
                    <a:pt x="6284" y="8048"/>
                    <a:pt x="6452" y="8730"/>
                  </a:cubicBezTo>
                  <a:lnTo>
                    <a:pt x="6562" y="9192"/>
                  </a:lnTo>
                  <a:cubicBezTo>
                    <a:pt x="6590" y="9286"/>
                    <a:pt x="6664" y="9327"/>
                    <a:pt x="6738" y="9327"/>
                  </a:cubicBezTo>
                  <a:cubicBezTo>
                    <a:pt x="6847" y="9327"/>
                    <a:pt x="6958" y="9240"/>
                    <a:pt x="6932" y="9100"/>
                  </a:cubicBezTo>
                  <a:lnTo>
                    <a:pt x="6822" y="8644"/>
                  </a:lnTo>
                  <a:cubicBezTo>
                    <a:pt x="6572" y="7616"/>
                    <a:pt x="5659" y="6891"/>
                    <a:pt x="4602" y="6881"/>
                  </a:cubicBezTo>
                  <a:lnTo>
                    <a:pt x="4602" y="6453"/>
                  </a:lnTo>
                  <a:lnTo>
                    <a:pt x="5232" y="6453"/>
                  </a:lnTo>
                  <a:cubicBezTo>
                    <a:pt x="5235" y="6453"/>
                    <a:pt x="5238" y="6453"/>
                    <a:pt x="5241" y="6453"/>
                  </a:cubicBezTo>
                  <a:cubicBezTo>
                    <a:pt x="5943" y="6453"/>
                    <a:pt x="6524" y="5922"/>
                    <a:pt x="6596" y="5224"/>
                  </a:cubicBezTo>
                  <a:cubicBezTo>
                    <a:pt x="6639" y="4767"/>
                    <a:pt x="6658" y="3792"/>
                    <a:pt x="6654" y="3379"/>
                  </a:cubicBezTo>
                  <a:cubicBezTo>
                    <a:pt x="6649" y="2543"/>
                    <a:pt x="6226" y="1765"/>
                    <a:pt x="5530" y="1299"/>
                  </a:cubicBezTo>
                  <a:lnTo>
                    <a:pt x="5789" y="616"/>
                  </a:lnTo>
                  <a:cubicBezTo>
                    <a:pt x="5827" y="520"/>
                    <a:pt x="5779" y="410"/>
                    <a:pt x="5678" y="371"/>
                  </a:cubicBezTo>
                  <a:cubicBezTo>
                    <a:pt x="5037" y="124"/>
                    <a:pt x="4389" y="0"/>
                    <a:pt x="37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3" name="Google Shape;14213;p86"/>
          <p:cNvGrpSpPr/>
          <p:nvPr/>
        </p:nvGrpSpPr>
        <p:grpSpPr>
          <a:xfrm>
            <a:off x="4959157" y="2908885"/>
            <a:ext cx="191454" cy="369531"/>
            <a:chOff x="4959157" y="2908885"/>
            <a:chExt cx="191454" cy="369531"/>
          </a:xfrm>
        </p:grpSpPr>
        <p:sp>
          <p:nvSpPr>
            <p:cNvPr id="14214" name="Google Shape;14214;p86"/>
            <p:cNvSpPr/>
            <p:nvPr/>
          </p:nvSpPr>
          <p:spPr>
            <a:xfrm>
              <a:off x="4989473" y="2947867"/>
              <a:ext cx="130952" cy="325287"/>
            </a:xfrm>
            <a:custGeom>
              <a:rect b="b" l="l" r="r" t="t"/>
              <a:pathLst>
                <a:path extrusionOk="0" h="12425" w="5002">
                  <a:moveTo>
                    <a:pt x="24" y="1"/>
                  </a:moveTo>
                  <a:lnTo>
                    <a:pt x="24" y="9907"/>
                  </a:lnTo>
                  <a:cubicBezTo>
                    <a:pt x="0" y="11290"/>
                    <a:pt x="1120" y="12424"/>
                    <a:pt x="2503" y="12424"/>
                  </a:cubicBezTo>
                  <a:cubicBezTo>
                    <a:pt x="3887" y="12424"/>
                    <a:pt x="5001" y="11290"/>
                    <a:pt x="4982" y="9907"/>
                  </a:cubicBezTo>
                  <a:lnTo>
                    <a:pt x="4982" y="9907"/>
                  </a:lnTo>
                  <a:lnTo>
                    <a:pt x="498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86"/>
            <p:cNvSpPr/>
            <p:nvPr/>
          </p:nvSpPr>
          <p:spPr>
            <a:xfrm>
              <a:off x="5040289" y="2947632"/>
              <a:ext cx="79509" cy="324370"/>
            </a:xfrm>
            <a:custGeom>
              <a:rect b="b" l="l" r="r" t="t"/>
              <a:pathLst>
                <a:path extrusionOk="0" h="12390" w="3037">
                  <a:moveTo>
                    <a:pt x="3036" y="0"/>
                  </a:moveTo>
                  <a:lnTo>
                    <a:pt x="1922" y="5"/>
                  </a:lnTo>
                  <a:lnTo>
                    <a:pt x="1922" y="9916"/>
                  </a:lnTo>
                  <a:cubicBezTo>
                    <a:pt x="1922" y="11069"/>
                    <a:pt x="1124" y="12068"/>
                    <a:pt x="0" y="12327"/>
                  </a:cubicBezTo>
                  <a:cubicBezTo>
                    <a:pt x="183" y="12371"/>
                    <a:pt x="370" y="12390"/>
                    <a:pt x="557" y="12390"/>
                  </a:cubicBezTo>
                  <a:cubicBezTo>
                    <a:pt x="1927" y="12390"/>
                    <a:pt x="3036" y="11280"/>
                    <a:pt x="3036" y="9911"/>
                  </a:cubicBezTo>
                  <a:lnTo>
                    <a:pt x="3036"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86"/>
            <p:cNvSpPr/>
            <p:nvPr/>
          </p:nvSpPr>
          <p:spPr>
            <a:xfrm>
              <a:off x="4989971" y="3065703"/>
              <a:ext cx="129827" cy="206298"/>
            </a:xfrm>
            <a:custGeom>
              <a:rect b="b" l="l" r="r" t="t"/>
              <a:pathLst>
                <a:path extrusionOk="0" h="7880" w="4959">
                  <a:moveTo>
                    <a:pt x="1264" y="1"/>
                  </a:moveTo>
                  <a:cubicBezTo>
                    <a:pt x="530" y="1"/>
                    <a:pt x="0" y="342"/>
                    <a:pt x="0" y="342"/>
                  </a:cubicBezTo>
                  <a:lnTo>
                    <a:pt x="0" y="5411"/>
                  </a:lnTo>
                  <a:cubicBezTo>
                    <a:pt x="5" y="6775"/>
                    <a:pt x="1110" y="7880"/>
                    <a:pt x="2479" y="7880"/>
                  </a:cubicBezTo>
                  <a:cubicBezTo>
                    <a:pt x="3849" y="7880"/>
                    <a:pt x="4958" y="6770"/>
                    <a:pt x="4958" y="5406"/>
                  </a:cubicBezTo>
                  <a:lnTo>
                    <a:pt x="4958" y="169"/>
                  </a:lnTo>
                  <a:cubicBezTo>
                    <a:pt x="4958" y="169"/>
                    <a:pt x="4357" y="644"/>
                    <a:pt x="3548" y="644"/>
                  </a:cubicBezTo>
                  <a:cubicBezTo>
                    <a:pt x="3218" y="644"/>
                    <a:pt x="2853" y="565"/>
                    <a:pt x="2479" y="342"/>
                  </a:cubicBezTo>
                  <a:cubicBezTo>
                    <a:pt x="2050" y="86"/>
                    <a:pt x="1632" y="1"/>
                    <a:pt x="12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86"/>
            <p:cNvSpPr/>
            <p:nvPr/>
          </p:nvSpPr>
          <p:spPr>
            <a:xfrm>
              <a:off x="5040289" y="3069997"/>
              <a:ext cx="79378" cy="202005"/>
            </a:xfrm>
            <a:custGeom>
              <a:rect b="b" l="l" r="r" t="t"/>
              <a:pathLst>
                <a:path extrusionOk="0" h="7716" w="3032">
                  <a:moveTo>
                    <a:pt x="3031" y="1"/>
                  </a:moveTo>
                  <a:cubicBezTo>
                    <a:pt x="2705" y="241"/>
                    <a:pt x="2320" y="395"/>
                    <a:pt x="1917" y="452"/>
                  </a:cubicBezTo>
                  <a:lnTo>
                    <a:pt x="1917" y="5242"/>
                  </a:lnTo>
                  <a:lnTo>
                    <a:pt x="1922" y="5242"/>
                  </a:lnTo>
                  <a:cubicBezTo>
                    <a:pt x="1922" y="6395"/>
                    <a:pt x="1124" y="7394"/>
                    <a:pt x="0" y="7653"/>
                  </a:cubicBezTo>
                  <a:cubicBezTo>
                    <a:pt x="19" y="7658"/>
                    <a:pt x="39" y="7663"/>
                    <a:pt x="58" y="7668"/>
                  </a:cubicBezTo>
                  <a:cubicBezTo>
                    <a:pt x="63" y="7673"/>
                    <a:pt x="72" y="7673"/>
                    <a:pt x="77" y="7673"/>
                  </a:cubicBezTo>
                  <a:lnTo>
                    <a:pt x="125" y="7682"/>
                  </a:lnTo>
                  <a:lnTo>
                    <a:pt x="149" y="7682"/>
                  </a:lnTo>
                  <a:cubicBezTo>
                    <a:pt x="159" y="7687"/>
                    <a:pt x="173" y="7687"/>
                    <a:pt x="192" y="7692"/>
                  </a:cubicBezTo>
                  <a:lnTo>
                    <a:pt x="216" y="7692"/>
                  </a:lnTo>
                  <a:cubicBezTo>
                    <a:pt x="231" y="7697"/>
                    <a:pt x="245" y="7697"/>
                    <a:pt x="255" y="7697"/>
                  </a:cubicBezTo>
                  <a:cubicBezTo>
                    <a:pt x="269" y="7701"/>
                    <a:pt x="274" y="7701"/>
                    <a:pt x="284" y="7701"/>
                  </a:cubicBezTo>
                  <a:cubicBezTo>
                    <a:pt x="298" y="7706"/>
                    <a:pt x="308" y="7706"/>
                    <a:pt x="322" y="7706"/>
                  </a:cubicBezTo>
                  <a:lnTo>
                    <a:pt x="351" y="7706"/>
                  </a:lnTo>
                  <a:cubicBezTo>
                    <a:pt x="365" y="7711"/>
                    <a:pt x="380" y="7711"/>
                    <a:pt x="394" y="7711"/>
                  </a:cubicBezTo>
                  <a:lnTo>
                    <a:pt x="418" y="7711"/>
                  </a:lnTo>
                  <a:cubicBezTo>
                    <a:pt x="437" y="7711"/>
                    <a:pt x="452" y="7716"/>
                    <a:pt x="466" y="7716"/>
                  </a:cubicBezTo>
                  <a:lnTo>
                    <a:pt x="557" y="7716"/>
                  </a:lnTo>
                  <a:cubicBezTo>
                    <a:pt x="1927" y="7716"/>
                    <a:pt x="3031" y="6606"/>
                    <a:pt x="3031" y="5237"/>
                  </a:cubicBezTo>
                  <a:lnTo>
                    <a:pt x="3031"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86"/>
            <p:cNvSpPr/>
            <p:nvPr/>
          </p:nvSpPr>
          <p:spPr>
            <a:xfrm>
              <a:off x="5012852" y="3097172"/>
              <a:ext cx="19164" cy="16389"/>
            </a:xfrm>
            <a:custGeom>
              <a:rect b="b" l="l" r="r" t="t"/>
              <a:pathLst>
                <a:path extrusionOk="0" h="626" w="732">
                  <a:moveTo>
                    <a:pt x="419" y="0"/>
                  </a:moveTo>
                  <a:cubicBezTo>
                    <a:pt x="140" y="0"/>
                    <a:pt x="1" y="337"/>
                    <a:pt x="198" y="534"/>
                  </a:cubicBezTo>
                  <a:cubicBezTo>
                    <a:pt x="262" y="597"/>
                    <a:pt x="340" y="626"/>
                    <a:pt x="417" y="626"/>
                  </a:cubicBezTo>
                  <a:cubicBezTo>
                    <a:pt x="577" y="626"/>
                    <a:pt x="731" y="501"/>
                    <a:pt x="731" y="313"/>
                  </a:cubicBezTo>
                  <a:cubicBezTo>
                    <a:pt x="731" y="140"/>
                    <a:pt x="592" y="0"/>
                    <a:pt x="419"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86"/>
            <p:cNvSpPr/>
            <p:nvPr/>
          </p:nvSpPr>
          <p:spPr>
            <a:xfrm>
              <a:off x="5078381" y="3120551"/>
              <a:ext cx="16624" cy="14163"/>
            </a:xfrm>
            <a:custGeom>
              <a:rect b="b" l="l" r="r" t="t"/>
              <a:pathLst>
                <a:path extrusionOk="0" h="541" w="635">
                  <a:moveTo>
                    <a:pt x="366" y="1"/>
                  </a:moveTo>
                  <a:cubicBezTo>
                    <a:pt x="121" y="1"/>
                    <a:pt x="1" y="289"/>
                    <a:pt x="174" y="462"/>
                  </a:cubicBezTo>
                  <a:cubicBezTo>
                    <a:pt x="228" y="516"/>
                    <a:pt x="295" y="540"/>
                    <a:pt x="361" y="540"/>
                  </a:cubicBezTo>
                  <a:cubicBezTo>
                    <a:pt x="500" y="540"/>
                    <a:pt x="635" y="433"/>
                    <a:pt x="635" y="270"/>
                  </a:cubicBezTo>
                  <a:cubicBezTo>
                    <a:pt x="635" y="121"/>
                    <a:pt x="515" y="1"/>
                    <a:pt x="366"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86"/>
            <p:cNvSpPr/>
            <p:nvPr/>
          </p:nvSpPr>
          <p:spPr>
            <a:xfrm>
              <a:off x="5029712" y="3222050"/>
              <a:ext cx="16624" cy="14242"/>
            </a:xfrm>
            <a:custGeom>
              <a:rect b="b" l="l" r="r" t="t"/>
              <a:pathLst>
                <a:path extrusionOk="0" h="544" w="635">
                  <a:moveTo>
                    <a:pt x="361" y="1"/>
                  </a:moveTo>
                  <a:cubicBezTo>
                    <a:pt x="121" y="1"/>
                    <a:pt x="1" y="294"/>
                    <a:pt x="169" y="462"/>
                  </a:cubicBezTo>
                  <a:cubicBezTo>
                    <a:pt x="225" y="518"/>
                    <a:pt x="294" y="544"/>
                    <a:pt x="362" y="544"/>
                  </a:cubicBezTo>
                  <a:cubicBezTo>
                    <a:pt x="502" y="544"/>
                    <a:pt x="635" y="436"/>
                    <a:pt x="635" y="274"/>
                  </a:cubicBezTo>
                  <a:cubicBezTo>
                    <a:pt x="635" y="121"/>
                    <a:pt x="510" y="1"/>
                    <a:pt x="361"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86"/>
            <p:cNvSpPr/>
            <p:nvPr/>
          </p:nvSpPr>
          <p:spPr>
            <a:xfrm>
              <a:off x="5078381" y="3191498"/>
              <a:ext cx="16624" cy="14242"/>
            </a:xfrm>
            <a:custGeom>
              <a:rect b="b" l="l" r="r" t="t"/>
              <a:pathLst>
                <a:path extrusionOk="0" h="544" w="635">
                  <a:moveTo>
                    <a:pt x="366" y="0"/>
                  </a:moveTo>
                  <a:cubicBezTo>
                    <a:pt x="121" y="0"/>
                    <a:pt x="1" y="293"/>
                    <a:pt x="174" y="461"/>
                  </a:cubicBezTo>
                  <a:cubicBezTo>
                    <a:pt x="228" y="518"/>
                    <a:pt x="296" y="543"/>
                    <a:pt x="363" y="543"/>
                  </a:cubicBezTo>
                  <a:cubicBezTo>
                    <a:pt x="502" y="543"/>
                    <a:pt x="635" y="435"/>
                    <a:pt x="635" y="269"/>
                  </a:cubicBezTo>
                  <a:cubicBezTo>
                    <a:pt x="635" y="120"/>
                    <a:pt x="515" y="0"/>
                    <a:pt x="36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86"/>
            <p:cNvSpPr/>
            <p:nvPr/>
          </p:nvSpPr>
          <p:spPr>
            <a:xfrm>
              <a:off x="5022931" y="3152385"/>
              <a:ext cx="20002" cy="17253"/>
            </a:xfrm>
            <a:custGeom>
              <a:rect b="b" l="l" r="r" t="t"/>
              <a:pathLst>
                <a:path extrusionOk="0" h="659" w="764">
                  <a:moveTo>
                    <a:pt x="437" y="0"/>
                  </a:moveTo>
                  <a:cubicBezTo>
                    <a:pt x="144" y="0"/>
                    <a:pt x="0" y="356"/>
                    <a:pt x="207" y="562"/>
                  </a:cubicBezTo>
                  <a:cubicBezTo>
                    <a:pt x="273" y="629"/>
                    <a:pt x="355" y="659"/>
                    <a:pt x="435" y="659"/>
                  </a:cubicBezTo>
                  <a:cubicBezTo>
                    <a:pt x="603" y="659"/>
                    <a:pt x="764" y="527"/>
                    <a:pt x="764" y="332"/>
                  </a:cubicBezTo>
                  <a:cubicBezTo>
                    <a:pt x="764" y="149"/>
                    <a:pt x="615" y="0"/>
                    <a:pt x="437"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86"/>
            <p:cNvSpPr/>
            <p:nvPr/>
          </p:nvSpPr>
          <p:spPr>
            <a:xfrm>
              <a:off x="4964576" y="2914304"/>
              <a:ext cx="180747" cy="33353"/>
            </a:xfrm>
            <a:custGeom>
              <a:rect b="b" l="l" r="r" t="t"/>
              <a:pathLst>
                <a:path extrusionOk="0" h="1274" w="6904">
                  <a:moveTo>
                    <a:pt x="432" y="0"/>
                  </a:moveTo>
                  <a:cubicBezTo>
                    <a:pt x="197" y="0"/>
                    <a:pt x="0" y="192"/>
                    <a:pt x="0" y="433"/>
                  </a:cubicBezTo>
                  <a:lnTo>
                    <a:pt x="0" y="846"/>
                  </a:lnTo>
                  <a:cubicBezTo>
                    <a:pt x="0" y="1081"/>
                    <a:pt x="197" y="1273"/>
                    <a:pt x="432" y="1273"/>
                  </a:cubicBezTo>
                  <a:lnTo>
                    <a:pt x="6471" y="1273"/>
                  </a:lnTo>
                  <a:cubicBezTo>
                    <a:pt x="6707" y="1273"/>
                    <a:pt x="6903" y="1081"/>
                    <a:pt x="6899" y="846"/>
                  </a:cubicBezTo>
                  <a:lnTo>
                    <a:pt x="6899" y="433"/>
                  </a:lnTo>
                  <a:cubicBezTo>
                    <a:pt x="6903" y="192"/>
                    <a:pt x="6707" y="0"/>
                    <a:pt x="6471" y="0"/>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86"/>
            <p:cNvSpPr/>
            <p:nvPr/>
          </p:nvSpPr>
          <p:spPr>
            <a:xfrm>
              <a:off x="5102649" y="2914304"/>
              <a:ext cx="42543" cy="33353"/>
            </a:xfrm>
            <a:custGeom>
              <a:rect b="b" l="l" r="r" t="t"/>
              <a:pathLst>
                <a:path extrusionOk="0" h="1274" w="1625">
                  <a:moveTo>
                    <a:pt x="1" y="0"/>
                  </a:moveTo>
                  <a:cubicBezTo>
                    <a:pt x="241" y="0"/>
                    <a:pt x="433" y="192"/>
                    <a:pt x="433" y="433"/>
                  </a:cubicBezTo>
                  <a:lnTo>
                    <a:pt x="433" y="846"/>
                  </a:lnTo>
                  <a:cubicBezTo>
                    <a:pt x="433" y="1081"/>
                    <a:pt x="241" y="1273"/>
                    <a:pt x="1" y="1273"/>
                  </a:cubicBezTo>
                  <a:lnTo>
                    <a:pt x="1192" y="1273"/>
                  </a:lnTo>
                  <a:cubicBezTo>
                    <a:pt x="1428" y="1273"/>
                    <a:pt x="1625" y="1081"/>
                    <a:pt x="1625" y="846"/>
                  </a:cubicBezTo>
                  <a:lnTo>
                    <a:pt x="1625" y="433"/>
                  </a:lnTo>
                  <a:cubicBezTo>
                    <a:pt x="1625" y="192"/>
                    <a:pt x="1433" y="0"/>
                    <a:pt x="1192" y="0"/>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86"/>
            <p:cNvSpPr/>
            <p:nvPr/>
          </p:nvSpPr>
          <p:spPr>
            <a:xfrm>
              <a:off x="4959157" y="2908885"/>
              <a:ext cx="191454" cy="369531"/>
            </a:xfrm>
            <a:custGeom>
              <a:rect b="b" l="l" r="r" t="t"/>
              <a:pathLst>
                <a:path extrusionOk="0" h="14115" w="7313">
                  <a:moveTo>
                    <a:pt x="2440" y="6191"/>
                  </a:moveTo>
                  <a:cubicBezTo>
                    <a:pt x="2775" y="6191"/>
                    <a:pt x="3158" y="6269"/>
                    <a:pt x="3551" y="6505"/>
                  </a:cubicBezTo>
                  <a:cubicBezTo>
                    <a:pt x="3926" y="6729"/>
                    <a:pt x="4329" y="6837"/>
                    <a:pt x="4734" y="6837"/>
                  </a:cubicBezTo>
                  <a:cubicBezTo>
                    <a:pt x="5137" y="6837"/>
                    <a:pt x="5543" y="6731"/>
                    <a:pt x="5929" y="6525"/>
                  </a:cubicBezTo>
                  <a:lnTo>
                    <a:pt x="5929" y="11391"/>
                  </a:lnTo>
                  <a:cubicBezTo>
                    <a:pt x="5953" y="12664"/>
                    <a:pt x="4929" y="13702"/>
                    <a:pt x="3656" y="13702"/>
                  </a:cubicBezTo>
                  <a:cubicBezTo>
                    <a:pt x="2388" y="13702"/>
                    <a:pt x="1365" y="12664"/>
                    <a:pt x="1384" y="11391"/>
                  </a:cubicBezTo>
                  <a:lnTo>
                    <a:pt x="1384" y="6452"/>
                  </a:lnTo>
                  <a:cubicBezTo>
                    <a:pt x="1550" y="6364"/>
                    <a:pt x="1943" y="6191"/>
                    <a:pt x="2440" y="6191"/>
                  </a:cubicBezTo>
                  <a:close/>
                  <a:moveTo>
                    <a:pt x="639" y="1"/>
                  </a:moveTo>
                  <a:cubicBezTo>
                    <a:pt x="284" y="1"/>
                    <a:pt x="0" y="289"/>
                    <a:pt x="0" y="640"/>
                  </a:cubicBezTo>
                  <a:lnTo>
                    <a:pt x="0" y="1053"/>
                  </a:lnTo>
                  <a:cubicBezTo>
                    <a:pt x="0" y="1408"/>
                    <a:pt x="284" y="1692"/>
                    <a:pt x="639" y="1692"/>
                  </a:cubicBezTo>
                  <a:lnTo>
                    <a:pt x="966" y="1692"/>
                  </a:lnTo>
                  <a:lnTo>
                    <a:pt x="966" y="11391"/>
                  </a:lnTo>
                  <a:cubicBezTo>
                    <a:pt x="947" y="12890"/>
                    <a:pt x="2153" y="14115"/>
                    <a:pt x="3652" y="14115"/>
                  </a:cubicBezTo>
                  <a:cubicBezTo>
                    <a:pt x="5155" y="14115"/>
                    <a:pt x="6361" y="12890"/>
                    <a:pt x="6342" y="11391"/>
                  </a:cubicBezTo>
                  <a:lnTo>
                    <a:pt x="6342" y="4353"/>
                  </a:lnTo>
                  <a:cubicBezTo>
                    <a:pt x="6339" y="4216"/>
                    <a:pt x="6236" y="4148"/>
                    <a:pt x="6133" y="4148"/>
                  </a:cubicBezTo>
                  <a:cubicBezTo>
                    <a:pt x="6031" y="4148"/>
                    <a:pt x="5929" y="4216"/>
                    <a:pt x="5929" y="4353"/>
                  </a:cubicBezTo>
                  <a:lnTo>
                    <a:pt x="5929" y="6044"/>
                  </a:lnTo>
                  <a:cubicBezTo>
                    <a:pt x="5758" y="6158"/>
                    <a:pt x="5303" y="6420"/>
                    <a:pt x="4731" y="6420"/>
                  </a:cubicBezTo>
                  <a:cubicBezTo>
                    <a:pt x="4432" y="6420"/>
                    <a:pt x="4101" y="6348"/>
                    <a:pt x="3762" y="6145"/>
                  </a:cubicBezTo>
                  <a:cubicBezTo>
                    <a:pt x="3353" y="5897"/>
                    <a:pt x="2890" y="5771"/>
                    <a:pt x="2424" y="5771"/>
                  </a:cubicBezTo>
                  <a:cubicBezTo>
                    <a:pt x="2069" y="5771"/>
                    <a:pt x="1714" y="5844"/>
                    <a:pt x="1379" y="5991"/>
                  </a:cubicBezTo>
                  <a:lnTo>
                    <a:pt x="1379" y="1692"/>
                  </a:lnTo>
                  <a:lnTo>
                    <a:pt x="5929" y="1692"/>
                  </a:lnTo>
                  <a:lnTo>
                    <a:pt x="5929" y="3243"/>
                  </a:lnTo>
                  <a:cubicBezTo>
                    <a:pt x="5929" y="3380"/>
                    <a:pt x="6031" y="3449"/>
                    <a:pt x="6133" y="3449"/>
                  </a:cubicBezTo>
                  <a:cubicBezTo>
                    <a:pt x="6235" y="3449"/>
                    <a:pt x="6337" y="3380"/>
                    <a:pt x="6337" y="3243"/>
                  </a:cubicBezTo>
                  <a:lnTo>
                    <a:pt x="6337" y="1692"/>
                  </a:lnTo>
                  <a:lnTo>
                    <a:pt x="6669" y="1692"/>
                  </a:lnTo>
                  <a:cubicBezTo>
                    <a:pt x="7019" y="1692"/>
                    <a:pt x="7307" y="1403"/>
                    <a:pt x="7307" y="1053"/>
                  </a:cubicBezTo>
                  <a:lnTo>
                    <a:pt x="7307" y="640"/>
                  </a:lnTo>
                  <a:cubicBezTo>
                    <a:pt x="7312" y="284"/>
                    <a:pt x="7024" y="1"/>
                    <a:pt x="6673" y="1"/>
                  </a:cubicBezTo>
                  <a:lnTo>
                    <a:pt x="2287" y="1"/>
                  </a:lnTo>
                  <a:cubicBezTo>
                    <a:pt x="2018" y="1"/>
                    <a:pt x="2018" y="414"/>
                    <a:pt x="2287" y="414"/>
                  </a:cubicBezTo>
                  <a:lnTo>
                    <a:pt x="6673" y="414"/>
                  </a:lnTo>
                  <a:cubicBezTo>
                    <a:pt x="6676" y="414"/>
                    <a:pt x="6679" y="414"/>
                    <a:pt x="6682" y="414"/>
                  </a:cubicBezTo>
                  <a:cubicBezTo>
                    <a:pt x="6803" y="414"/>
                    <a:pt x="6899" y="517"/>
                    <a:pt x="6899" y="640"/>
                  </a:cubicBezTo>
                  <a:lnTo>
                    <a:pt x="6899" y="1053"/>
                  </a:lnTo>
                  <a:cubicBezTo>
                    <a:pt x="6899" y="1178"/>
                    <a:pt x="6798" y="1279"/>
                    <a:pt x="6673" y="1279"/>
                  </a:cubicBezTo>
                  <a:lnTo>
                    <a:pt x="639" y="1279"/>
                  </a:lnTo>
                  <a:cubicBezTo>
                    <a:pt x="510" y="1279"/>
                    <a:pt x="409" y="1178"/>
                    <a:pt x="409" y="1053"/>
                  </a:cubicBezTo>
                  <a:lnTo>
                    <a:pt x="409" y="640"/>
                  </a:lnTo>
                  <a:cubicBezTo>
                    <a:pt x="409" y="517"/>
                    <a:pt x="505" y="414"/>
                    <a:pt x="631" y="414"/>
                  </a:cubicBezTo>
                  <a:cubicBezTo>
                    <a:pt x="634" y="414"/>
                    <a:pt x="637" y="414"/>
                    <a:pt x="639" y="414"/>
                  </a:cubicBezTo>
                  <a:lnTo>
                    <a:pt x="1177" y="414"/>
                  </a:lnTo>
                  <a:cubicBezTo>
                    <a:pt x="1451" y="409"/>
                    <a:pt x="1451" y="1"/>
                    <a:pt x="11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6" name="Google Shape;14226;p86"/>
          <p:cNvGrpSpPr/>
          <p:nvPr/>
        </p:nvGrpSpPr>
        <p:grpSpPr>
          <a:xfrm>
            <a:off x="7994230" y="2908911"/>
            <a:ext cx="295729" cy="368379"/>
            <a:chOff x="7994230" y="2908911"/>
            <a:chExt cx="295729" cy="368379"/>
          </a:xfrm>
        </p:grpSpPr>
        <p:sp>
          <p:nvSpPr>
            <p:cNvPr id="14227" name="Google Shape;14227;p86"/>
            <p:cNvSpPr/>
            <p:nvPr/>
          </p:nvSpPr>
          <p:spPr>
            <a:xfrm>
              <a:off x="8065309" y="3160684"/>
              <a:ext cx="162892" cy="81525"/>
            </a:xfrm>
            <a:custGeom>
              <a:rect b="b" l="l" r="r" t="t"/>
              <a:pathLst>
                <a:path extrusionOk="0" h="3114" w="6222">
                  <a:moveTo>
                    <a:pt x="3113" y="0"/>
                  </a:moveTo>
                  <a:cubicBezTo>
                    <a:pt x="1393" y="0"/>
                    <a:pt x="0" y="1393"/>
                    <a:pt x="0" y="3113"/>
                  </a:cubicBezTo>
                  <a:lnTo>
                    <a:pt x="6221" y="3113"/>
                  </a:lnTo>
                  <a:cubicBezTo>
                    <a:pt x="6221" y="1393"/>
                    <a:pt x="4828" y="0"/>
                    <a:pt x="3113"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86"/>
            <p:cNvSpPr/>
            <p:nvPr/>
          </p:nvSpPr>
          <p:spPr>
            <a:xfrm>
              <a:off x="8135105" y="3160684"/>
              <a:ext cx="93096" cy="81525"/>
            </a:xfrm>
            <a:custGeom>
              <a:rect b="b" l="l" r="r" t="t"/>
              <a:pathLst>
                <a:path extrusionOk="0" h="3114" w="3556">
                  <a:moveTo>
                    <a:pt x="442" y="0"/>
                  </a:moveTo>
                  <a:cubicBezTo>
                    <a:pt x="294" y="0"/>
                    <a:pt x="149" y="10"/>
                    <a:pt x="0" y="29"/>
                  </a:cubicBezTo>
                  <a:cubicBezTo>
                    <a:pt x="1538" y="250"/>
                    <a:pt x="2676" y="1562"/>
                    <a:pt x="2676" y="3113"/>
                  </a:cubicBezTo>
                  <a:lnTo>
                    <a:pt x="3555" y="3113"/>
                  </a:lnTo>
                  <a:cubicBezTo>
                    <a:pt x="3555" y="1393"/>
                    <a:pt x="2162" y="0"/>
                    <a:pt x="442"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86"/>
            <p:cNvSpPr/>
            <p:nvPr/>
          </p:nvSpPr>
          <p:spPr>
            <a:xfrm>
              <a:off x="7999283" y="3132384"/>
              <a:ext cx="102023" cy="23929"/>
            </a:xfrm>
            <a:custGeom>
              <a:rect b="b" l="l" r="r" t="t"/>
              <a:pathLst>
                <a:path extrusionOk="0" h="914" w="3897">
                  <a:moveTo>
                    <a:pt x="303" y="0"/>
                  </a:moveTo>
                  <a:cubicBezTo>
                    <a:pt x="135" y="0"/>
                    <a:pt x="0" y="135"/>
                    <a:pt x="0" y="303"/>
                  </a:cubicBezTo>
                  <a:lnTo>
                    <a:pt x="0" y="615"/>
                  </a:lnTo>
                  <a:cubicBezTo>
                    <a:pt x="0" y="779"/>
                    <a:pt x="135" y="913"/>
                    <a:pt x="303" y="913"/>
                  </a:cubicBezTo>
                  <a:lnTo>
                    <a:pt x="3598" y="913"/>
                  </a:lnTo>
                  <a:cubicBezTo>
                    <a:pt x="3762" y="913"/>
                    <a:pt x="3896" y="779"/>
                    <a:pt x="3896" y="615"/>
                  </a:cubicBezTo>
                  <a:lnTo>
                    <a:pt x="3896" y="303"/>
                  </a:lnTo>
                  <a:cubicBezTo>
                    <a:pt x="3896" y="135"/>
                    <a:pt x="3762" y="0"/>
                    <a:pt x="359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86"/>
            <p:cNvSpPr/>
            <p:nvPr/>
          </p:nvSpPr>
          <p:spPr>
            <a:xfrm>
              <a:off x="8070467" y="3132384"/>
              <a:ext cx="30840" cy="23798"/>
            </a:xfrm>
            <a:custGeom>
              <a:rect b="b" l="l" r="r" t="t"/>
              <a:pathLst>
                <a:path extrusionOk="0" h="909" w="1178">
                  <a:moveTo>
                    <a:pt x="0" y="0"/>
                  </a:moveTo>
                  <a:cubicBezTo>
                    <a:pt x="164" y="0"/>
                    <a:pt x="298" y="130"/>
                    <a:pt x="298" y="298"/>
                  </a:cubicBezTo>
                  <a:lnTo>
                    <a:pt x="298" y="611"/>
                  </a:lnTo>
                  <a:cubicBezTo>
                    <a:pt x="298" y="774"/>
                    <a:pt x="164" y="908"/>
                    <a:pt x="0" y="908"/>
                  </a:cubicBezTo>
                  <a:lnTo>
                    <a:pt x="879" y="908"/>
                  </a:lnTo>
                  <a:cubicBezTo>
                    <a:pt x="1043" y="908"/>
                    <a:pt x="1177" y="774"/>
                    <a:pt x="1177" y="611"/>
                  </a:cubicBezTo>
                  <a:lnTo>
                    <a:pt x="1177" y="298"/>
                  </a:lnTo>
                  <a:cubicBezTo>
                    <a:pt x="1177" y="130"/>
                    <a:pt x="1043" y="0"/>
                    <a:pt x="879"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86"/>
            <p:cNvSpPr/>
            <p:nvPr/>
          </p:nvSpPr>
          <p:spPr>
            <a:xfrm>
              <a:off x="8023159" y="3156286"/>
              <a:ext cx="65947" cy="52098"/>
            </a:xfrm>
            <a:custGeom>
              <a:rect b="b" l="l" r="r" t="t"/>
              <a:pathLst>
                <a:path extrusionOk="0" h="1990" w="2519">
                  <a:moveTo>
                    <a:pt x="1" y="0"/>
                  </a:moveTo>
                  <a:cubicBezTo>
                    <a:pt x="10" y="43"/>
                    <a:pt x="30" y="87"/>
                    <a:pt x="49" y="125"/>
                  </a:cubicBezTo>
                  <a:cubicBezTo>
                    <a:pt x="486" y="899"/>
                    <a:pt x="1120" y="1542"/>
                    <a:pt x="1889" y="1989"/>
                  </a:cubicBezTo>
                  <a:cubicBezTo>
                    <a:pt x="2043" y="1653"/>
                    <a:pt x="2254" y="1345"/>
                    <a:pt x="2518" y="1086"/>
                  </a:cubicBezTo>
                  <a:cubicBezTo>
                    <a:pt x="2033" y="817"/>
                    <a:pt x="1615" y="447"/>
                    <a:pt x="1284"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86"/>
            <p:cNvSpPr/>
            <p:nvPr/>
          </p:nvSpPr>
          <p:spPr>
            <a:xfrm>
              <a:off x="8126544" y="3186341"/>
              <a:ext cx="35369" cy="30264"/>
            </a:xfrm>
            <a:custGeom>
              <a:rect b="b" l="l" r="r" t="t"/>
              <a:pathLst>
                <a:path extrusionOk="0" h="1156" w="1351">
                  <a:moveTo>
                    <a:pt x="774" y="0"/>
                  </a:moveTo>
                  <a:cubicBezTo>
                    <a:pt x="260" y="0"/>
                    <a:pt x="1" y="625"/>
                    <a:pt x="366" y="985"/>
                  </a:cubicBezTo>
                  <a:cubicBezTo>
                    <a:pt x="482" y="1103"/>
                    <a:pt x="626" y="1156"/>
                    <a:pt x="768" y="1156"/>
                  </a:cubicBezTo>
                  <a:cubicBezTo>
                    <a:pt x="1065" y="1156"/>
                    <a:pt x="1351" y="925"/>
                    <a:pt x="1351" y="577"/>
                  </a:cubicBezTo>
                  <a:cubicBezTo>
                    <a:pt x="1351" y="260"/>
                    <a:pt x="1091" y="0"/>
                    <a:pt x="774"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86"/>
            <p:cNvSpPr/>
            <p:nvPr/>
          </p:nvSpPr>
          <p:spPr>
            <a:xfrm>
              <a:off x="8198120" y="2986483"/>
              <a:ext cx="72597" cy="214467"/>
            </a:xfrm>
            <a:custGeom>
              <a:rect b="b" l="l" r="r" t="t"/>
              <a:pathLst>
                <a:path extrusionOk="0" h="8192" w="2773">
                  <a:moveTo>
                    <a:pt x="553" y="1"/>
                  </a:moveTo>
                  <a:lnTo>
                    <a:pt x="87" y="976"/>
                  </a:lnTo>
                  <a:cubicBezTo>
                    <a:pt x="2244" y="2571"/>
                    <a:pt x="2201" y="5818"/>
                    <a:pt x="0" y="7356"/>
                  </a:cubicBezTo>
                  <a:cubicBezTo>
                    <a:pt x="289" y="7591"/>
                    <a:pt x="534" y="7875"/>
                    <a:pt x="721" y="8192"/>
                  </a:cubicBezTo>
                  <a:cubicBezTo>
                    <a:pt x="1932" y="7303"/>
                    <a:pt x="2686" y="5919"/>
                    <a:pt x="2772" y="4416"/>
                  </a:cubicBezTo>
                  <a:lnTo>
                    <a:pt x="2763" y="3777"/>
                  </a:lnTo>
                  <a:cubicBezTo>
                    <a:pt x="2662" y="2311"/>
                    <a:pt x="1922" y="966"/>
                    <a:pt x="740" y="92"/>
                  </a:cubicBezTo>
                  <a:cubicBezTo>
                    <a:pt x="683" y="49"/>
                    <a:pt x="620" y="20"/>
                    <a:pt x="5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86"/>
            <p:cNvSpPr/>
            <p:nvPr/>
          </p:nvSpPr>
          <p:spPr>
            <a:xfrm>
              <a:off x="8208933" y="2986352"/>
              <a:ext cx="61785" cy="214467"/>
            </a:xfrm>
            <a:custGeom>
              <a:rect b="b" l="l" r="r" t="t"/>
              <a:pathLst>
                <a:path extrusionOk="0" h="8192" w="2360">
                  <a:moveTo>
                    <a:pt x="135" y="1"/>
                  </a:moveTo>
                  <a:lnTo>
                    <a:pt x="0" y="284"/>
                  </a:lnTo>
                  <a:cubicBezTo>
                    <a:pt x="515" y="717"/>
                    <a:pt x="932" y="1240"/>
                    <a:pt x="1240" y="1836"/>
                  </a:cubicBezTo>
                  <a:cubicBezTo>
                    <a:pt x="1552" y="2441"/>
                    <a:pt x="1735" y="3100"/>
                    <a:pt x="1783" y="3777"/>
                  </a:cubicBezTo>
                  <a:lnTo>
                    <a:pt x="1788" y="4416"/>
                  </a:lnTo>
                  <a:cubicBezTo>
                    <a:pt x="1716" y="5751"/>
                    <a:pt x="1110" y="7005"/>
                    <a:pt x="106" y="7894"/>
                  </a:cubicBezTo>
                  <a:cubicBezTo>
                    <a:pt x="178" y="7990"/>
                    <a:pt x="245" y="8091"/>
                    <a:pt x="308" y="8192"/>
                  </a:cubicBezTo>
                  <a:cubicBezTo>
                    <a:pt x="1523" y="7298"/>
                    <a:pt x="2273" y="5915"/>
                    <a:pt x="2359" y="4416"/>
                  </a:cubicBezTo>
                  <a:lnTo>
                    <a:pt x="2350" y="3782"/>
                  </a:lnTo>
                  <a:cubicBezTo>
                    <a:pt x="2249" y="2316"/>
                    <a:pt x="1509" y="967"/>
                    <a:pt x="327" y="92"/>
                  </a:cubicBezTo>
                  <a:cubicBezTo>
                    <a:pt x="270" y="54"/>
                    <a:pt x="202" y="20"/>
                    <a:pt x="135"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86"/>
            <p:cNvSpPr/>
            <p:nvPr/>
          </p:nvSpPr>
          <p:spPr>
            <a:xfrm>
              <a:off x="8010226" y="3242183"/>
              <a:ext cx="272926" cy="29819"/>
            </a:xfrm>
            <a:custGeom>
              <a:rect b="b" l="l" r="r" t="t"/>
              <a:pathLst>
                <a:path extrusionOk="0" h="1139" w="10425">
                  <a:moveTo>
                    <a:pt x="452" y="0"/>
                  </a:moveTo>
                  <a:lnTo>
                    <a:pt x="0" y="1139"/>
                  </a:lnTo>
                  <a:lnTo>
                    <a:pt x="10425" y="1139"/>
                  </a:lnTo>
                  <a:lnTo>
                    <a:pt x="997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86"/>
            <p:cNvSpPr/>
            <p:nvPr/>
          </p:nvSpPr>
          <p:spPr>
            <a:xfrm>
              <a:off x="8250821" y="3242183"/>
              <a:ext cx="32463" cy="29950"/>
            </a:xfrm>
            <a:custGeom>
              <a:rect b="b" l="l" r="r" t="t"/>
              <a:pathLst>
                <a:path extrusionOk="0" h="1144" w="1240">
                  <a:moveTo>
                    <a:pt x="0" y="0"/>
                  </a:moveTo>
                  <a:lnTo>
                    <a:pt x="452" y="1144"/>
                  </a:lnTo>
                  <a:lnTo>
                    <a:pt x="1240" y="1144"/>
                  </a:lnTo>
                  <a:lnTo>
                    <a:pt x="7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86"/>
            <p:cNvSpPr/>
            <p:nvPr/>
          </p:nvSpPr>
          <p:spPr>
            <a:xfrm>
              <a:off x="8195738" y="2914331"/>
              <a:ext cx="56863" cy="55292"/>
            </a:xfrm>
            <a:custGeom>
              <a:rect b="b" l="l" r="r" t="t"/>
              <a:pathLst>
                <a:path extrusionOk="0" h="2112" w="2172">
                  <a:moveTo>
                    <a:pt x="517" y="0"/>
                  </a:moveTo>
                  <a:cubicBezTo>
                    <a:pt x="438" y="0"/>
                    <a:pt x="360" y="30"/>
                    <a:pt x="303" y="91"/>
                  </a:cubicBezTo>
                  <a:lnTo>
                    <a:pt x="120" y="268"/>
                  </a:lnTo>
                  <a:cubicBezTo>
                    <a:pt x="0" y="388"/>
                    <a:pt x="0" y="581"/>
                    <a:pt x="120" y="701"/>
                  </a:cubicBezTo>
                  <a:lnTo>
                    <a:pt x="1441" y="2022"/>
                  </a:lnTo>
                  <a:cubicBezTo>
                    <a:pt x="1501" y="2082"/>
                    <a:pt x="1579" y="2112"/>
                    <a:pt x="1657" y="2112"/>
                  </a:cubicBezTo>
                  <a:cubicBezTo>
                    <a:pt x="1736" y="2112"/>
                    <a:pt x="1814" y="2082"/>
                    <a:pt x="1874" y="2022"/>
                  </a:cubicBezTo>
                  <a:lnTo>
                    <a:pt x="2056" y="1839"/>
                  </a:lnTo>
                  <a:cubicBezTo>
                    <a:pt x="2171" y="1724"/>
                    <a:pt x="2171" y="1527"/>
                    <a:pt x="2056" y="1412"/>
                  </a:cubicBezTo>
                  <a:lnTo>
                    <a:pt x="735" y="91"/>
                  </a:lnTo>
                  <a:cubicBezTo>
                    <a:pt x="675" y="30"/>
                    <a:pt x="596" y="0"/>
                    <a:pt x="51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86"/>
            <p:cNvSpPr/>
            <p:nvPr/>
          </p:nvSpPr>
          <p:spPr>
            <a:xfrm>
              <a:off x="8220504" y="2938207"/>
              <a:ext cx="32228" cy="31416"/>
            </a:xfrm>
            <a:custGeom>
              <a:rect b="b" l="l" r="r" t="t"/>
              <a:pathLst>
                <a:path extrusionOk="0" h="1200" w="1231">
                  <a:moveTo>
                    <a:pt x="611" y="0"/>
                  </a:moveTo>
                  <a:cubicBezTo>
                    <a:pt x="731" y="120"/>
                    <a:pt x="731" y="312"/>
                    <a:pt x="611" y="432"/>
                  </a:cubicBezTo>
                  <a:lnTo>
                    <a:pt x="433" y="610"/>
                  </a:lnTo>
                  <a:cubicBezTo>
                    <a:pt x="373" y="670"/>
                    <a:pt x="295" y="700"/>
                    <a:pt x="217" y="700"/>
                  </a:cubicBezTo>
                  <a:cubicBezTo>
                    <a:pt x="139" y="700"/>
                    <a:pt x="61" y="670"/>
                    <a:pt x="1" y="610"/>
                  </a:cubicBezTo>
                  <a:lnTo>
                    <a:pt x="1" y="610"/>
                  </a:lnTo>
                  <a:lnTo>
                    <a:pt x="500" y="1110"/>
                  </a:lnTo>
                  <a:cubicBezTo>
                    <a:pt x="558" y="1170"/>
                    <a:pt x="636" y="1200"/>
                    <a:pt x="714" y="1200"/>
                  </a:cubicBezTo>
                  <a:cubicBezTo>
                    <a:pt x="793" y="1200"/>
                    <a:pt x="872" y="1170"/>
                    <a:pt x="932" y="1110"/>
                  </a:cubicBezTo>
                  <a:lnTo>
                    <a:pt x="1110" y="932"/>
                  </a:lnTo>
                  <a:cubicBezTo>
                    <a:pt x="1230" y="812"/>
                    <a:pt x="1230" y="615"/>
                    <a:pt x="1110" y="500"/>
                  </a:cubicBezTo>
                  <a:lnTo>
                    <a:pt x="611"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86"/>
            <p:cNvSpPr/>
            <p:nvPr/>
          </p:nvSpPr>
          <p:spPr>
            <a:xfrm>
              <a:off x="8057377" y="3030989"/>
              <a:ext cx="78383" cy="77179"/>
            </a:xfrm>
            <a:custGeom>
              <a:rect b="b" l="l" r="r" t="t"/>
              <a:pathLst>
                <a:path extrusionOk="0" h="2948" w="2994">
                  <a:moveTo>
                    <a:pt x="601" y="0"/>
                  </a:moveTo>
                  <a:cubicBezTo>
                    <a:pt x="541" y="0"/>
                    <a:pt x="481" y="23"/>
                    <a:pt x="433" y="69"/>
                  </a:cubicBezTo>
                  <a:lnTo>
                    <a:pt x="92" y="410"/>
                  </a:lnTo>
                  <a:cubicBezTo>
                    <a:pt x="1" y="506"/>
                    <a:pt x="1" y="650"/>
                    <a:pt x="92" y="746"/>
                  </a:cubicBezTo>
                  <a:lnTo>
                    <a:pt x="2225" y="2879"/>
                  </a:lnTo>
                  <a:cubicBezTo>
                    <a:pt x="2271" y="2925"/>
                    <a:pt x="2331" y="2947"/>
                    <a:pt x="2391" y="2947"/>
                  </a:cubicBezTo>
                  <a:cubicBezTo>
                    <a:pt x="2452" y="2947"/>
                    <a:pt x="2513" y="2925"/>
                    <a:pt x="2561" y="2879"/>
                  </a:cubicBezTo>
                  <a:lnTo>
                    <a:pt x="2902" y="2538"/>
                  </a:lnTo>
                  <a:cubicBezTo>
                    <a:pt x="2994" y="2442"/>
                    <a:pt x="2994" y="2293"/>
                    <a:pt x="2902" y="2202"/>
                  </a:cubicBezTo>
                  <a:lnTo>
                    <a:pt x="769" y="69"/>
                  </a:lnTo>
                  <a:cubicBezTo>
                    <a:pt x="721" y="23"/>
                    <a:pt x="661" y="0"/>
                    <a:pt x="60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86"/>
            <p:cNvSpPr/>
            <p:nvPr/>
          </p:nvSpPr>
          <p:spPr>
            <a:xfrm>
              <a:off x="8102668" y="3075652"/>
              <a:ext cx="33092" cy="32516"/>
            </a:xfrm>
            <a:custGeom>
              <a:rect b="b" l="l" r="r" t="t"/>
              <a:pathLst>
                <a:path extrusionOk="0" h="1242" w="1264">
                  <a:moveTo>
                    <a:pt x="677" y="1"/>
                  </a:moveTo>
                  <a:cubicBezTo>
                    <a:pt x="764" y="92"/>
                    <a:pt x="764" y="241"/>
                    <a:pt x="677" y="332"/>
                  </a:cubicBezTo>
                  <a:lnTo>
                    <a:pt x="332" y="678"/>
                  </a:lnTo>
                  <a:cubicBezTo>
                    <a:pt x="286" y="721"/>
                    <a:pt x="226" y="743"/>
                    <a:pt x="166" y="743"/>
                  </a:cubicBezTo>
                  <a:cubicBezTo>
                    <a:pt x="106" y="743"/>
                    <a:pt x="46" y="721"/>
                    <a:pt x="0" y="678"/>
                  </a:cubicBezTo>
                  <a:lnTo>
                    <a:pt x="0" y="678"/>
                  </a:lnTo>
                  <a:lnTo>
                    <a:pt x="495" y="1173"/>
                  </a:lnTo>
                  <a:cubicBezTo>
                    <a:pt x="541" y="1219"/>
                    <a:pt x="601" y="1241"/>
                    <a:pt x="661" y="1241"/>
                  </a:cubicBezTo>
                  <a:cubicBezTo>
                    <a:pt x="722" y="1241"/>
                    <a:pt x="783" y="1219"/>
                    <a:pt x="831" y="1173"/>
                  </a:cubicBezTo>
                  <a:lnTo>
                    <a:pt x="1172" y="832"/>
                  </a:lnTo>
                  <a:cubicBezTo>
                    <a:pt x="1264" y="736"/>
                    <a:pt x="1264" y="592"/>
                    <a:pt x="1172" y="496"/>
                  </a:cubicBezTo>
                  <a:lnTo>
                    <a:pt x="677"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86"/>
            <p:cNvSpPr/>
            <p:nvPr/>
          </p:nvSpPr>
          <p:spPr>
            <a:xfrm>
              <a:off x="8050203" y="3055546"/>
              <a:ext cx="31861" cy="31049"/>
            </a:xfrm>
            <a:custGeom>
              <a:rect b="b" l="l" r="r" t="t"/>
              <a:pathLst>
                <a:path extrusionOk="0" h="1186" w="1217">
                  <a:moveTo>
                    <a:pt x="558" y="0"/>
                  </a:moveTo>
                  <a:lnTo>
                    <a:pt x="126" y="437"/>
                  </a:lnTo>
                  <a:cubicBezTo>
                    <a:pt x="1" y="562"/>
                    <a:pt x="1" y="759"/>
                    <a:pt x="126" y="884"/>
                  </a:cubicBezTo>
                  <a:lnTo>
                    <a:pt x="332" y="1095"/>
                  </a:lnTo>
                  <a:cubicBezTo>
                    <a:pt x="395" y="1156"/>
                    <a:pt x="476" y="1186"/>
                    <a:pt x="558" y="1186"/>
                  </a:cubicBezTo>
                  <a:cubicBezTo>
                    <a:pt x="640" y="1186"/>
                    <a:pt x="721" y="1156"/>
                    <a:pt x="784" y="1095"/>
                  </a:cubicBezTo>
                  <a:lnTo>
                    <a:pt x="1216" y="658"/>
                  </a:lnTo>
                  <a:lnTo>
                    <a:pt x="5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86"/>
            <p:cNvSpPr/>
            <p:nvPr/>
          </p:nvSpPr>
          <p:spPr>
            <a:xfrm>
              <a:off x="8078766" y="3084213"/>
              <a:ext cx="31835" cy="31023"/>
            </a:xfrm>
            <a:custGeom>
              <a:rect b="b" l="l" r="r" t="t"/>
              <a:pathLst>
                <a:path extrusionOk="0" h="1185" w="1216">
                  <a:moveTo>
                    <a:pt x="558" y="0"/>
                  </a:moveTo>
                  <a:lnTo>
                    <a:pt x="125" y="433"/>
                  </a:lnTo>
                  <a:cubicBezTo>
                    <a:pt x="0" y="558"/>
                    <a:pt x="0" y="755"/>
                    <a:pt x="125" y="880"/>
                  </a:cubicBezTo>
                  <a:lnTo>
                    <a:pt x="337" y="1091"/>
                  </a:lnTo>
                  <a:cubicBezTo>
                    <a:pt x="397" y="1153"/>
                    <a:pt x="477" y="1185"/>
                    <a:pt x="558" y="1185"/>
                  </a:cubicBezTo>
                  <a:cubicBezTo>
                    <a:pt x="639" y="1185"/>
                    <a:pt x="721" y="1153"/>
                    <a:pt x="783" y="1091"/>
                  </a:cubicBezTo>
                  <a:lnTo>
                    <a:pt x="1216" y="659"/>
                  </a:lnTo>
                  <a:lnTo>
                    <a:pt x="5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86"/>
            <p:cNvSpPr/>
            <p:nvPr/>
          </p:nvSpPr>
          <p:spPr>
            <a:xfrm>
              <a:off x="8172333" y="2935798"/>
              <a:ext cx="60266" cy="60162"/>
            </a:xfrm>
            <a:custGeom>
              <a:rect b="b" l="l" r="r" t="t"/>
              <a:pathLst>
                <a:path extrusionOk="0" h="2298" w="2302">
                  <a:moveTo>
                    <a:pt x="1125" y="1"/>
                  </a:moveTo>
                  <a:lnTo>
                    <a:pt x="0" y="1125"/>
                  </a:lnTo>
                  <a:lnTo>
                    <a:pt x="1177" y="2297"/>
                  </a:lnTo>
                  <a:lnTo>
                    <a:pt x="2302" y="1173"/>
                  </a:lnTo>
                  <a:lnTo>
                    <a:pt x="1125"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86"/>
            <p:cNvSpPr/>
            <p:nvPr/>
          </p:nvSpPr>
          <p:spPr>
            <a:xfrm>
              <a:off x="8172333" y="2953417"/>
              <a:ext cx="60266" cy="42412"/>
            </a:xfrm>
            <a:custGeom>
              <a:rect b="b" l="l" r="r" t="t"/>
              <a:pathLst>
                <a:path extrusionOk="0" h="1620" w="2302">
                  <a:moveTo>
                    <a:pt x="0" y="447"/>
                  </a:moveTo>
                  <a:lnTo>
                    <a:pt x="678" y="1124"/>
                  </a:lnTo>
                  <a:lnTo>
                    <a:pt x="679" y="1123"/>
                  </a:lnTo>
                  <a:lnTo>
                    <a:pt x="0" y="447"/>
                  </a:lnTo>
                  <a:close/>
                  <a:moveTo>
                    <a:pt x="1802" y="0"/>
                  </a:moveTo>
                  <a:lnTo>
                    <a:pt x="679" y="1123"/>
                  </a:lnTo>
                  <a:lnTo>
                    <a:pt x="1177" y="1619"/>
                  </a:lnTo>
                  <a:lnTo>
                    <a:pt x="2302" y="495"/>
                  </a:lnTo>
                  <a:lnTo>
                    <a:pt x="180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86"/>
            <p:cNvSpPr/>
            <p:nvPr/>
          </p:nvSpPr>
          <p:spPr>
            <a:xfrm>
              <a:off x="8082536" y="2956559"/>
              <a:ext cx="127052" cy="127052"/>
            </a:xfrm>
            <a:custGeom>
              <a:rect b="b" l="l" r="r" t="t"/>
              <a:pathLst>
                <a:path extrusionOk="0" h="4853" w="4853">
                  <a:moveTo>
                    <a:pt x="3099" y="0"/>
                  </a:moveTo>
                  <a:lnTo>
                    <a:pt x="0" y="3104"/>
                  </a:lnTo>
                  <a:lnTo>
                    <a:pt x="1749" y="4852"/>
                  </a:lnTo>
                  <a:lnTo>
                    <a:pt x="4852" y="1749"/>
                  </a:lnTo>
                  <a:lnTo>
                    <a:pt x="3099"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86"/>
            <p:cNvSpPr/>
            <p:nvPr/>
          </p:nvSpPr>
          <p:spPr>
            <a:xfrm>
              <a:off x="8115365" y="2989389"/>
              <a:ext cx="94222" cy="94222"/>
            </a:xfrm>
            <a:custGeom>
              <a:rect b="b" l="l" r="r" t="t"/>
              <a:pathLst>
                <a:path extrusionOk="0" h="3599" w="3599">
                  <a:moveTo>
                    <a:pt x="3104" y="0"/>
                  </a:moveTo>
                  <a:lnTo>
                    <a:pt x="0" y="3099"/>
                  </a:lnTo>
                  <a:lnTo>
                    <a:pt x="495" y="3598"/>
                  </a:lnTo>
                  <a:lnTo>
                    <a:pt x="3598" y="495"/>
                  </a:lnTo>
                  <a:lnTo>
                    <a:pt x="3104"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86"/>
            <p:cNvSpPr/>
            <p:nvPr/>
          </p:nvSpPr>
          <p:spPr>
            <a:xfrm>
              <a:off x="8119266" y="3180922"/>
              <a:ext cx="47936" cy="41181"/>
            </a:xfrm>
            <a:custGeom>
              <a:rect b="b" l="l" r="r" t="t"/>
              <a:pathLst>
                <a:path extrusionOk="0" h="1573" w="1831">
                  <a:moveTo>
                    <a:pt x="1047" y="413"/>
                  </a:moveTo>
                  <a:cubicBezTo>
                    <a:pt x="1239" y="413"/>
                    <a:pt x="1422" y="560"/>
                    <a:pt x="1422" y="784"/>
                  </a:cubicBezTo>
                  <a:cubicBezTo>
                    <a:pt x="1417" y="990"/>
                    <a:pt x="1254" y="1159"/>
                    <a:pt x="1047" y="1159"/>
                  </a:cubicBezTo>
                  <a:cubicBezTo>
                    <a:pt x="716" y="1159"/>
                    <a:pt x="553" y="755"/>
                    <a:pt x="783" y="524"/>
                  </a:cubicBezTo>
                  <a:cubicBezTo>
                    <a:pt x="860" y="448"/>
                    <a:pt x="955" y="413"/>
                    <a:pt x="1047" y="413"/>
                  </a:cubicBezTo>
                  <a:close/>
                  <a:moveTo>
                    <a:pt x="1047" y="1"/>
                  </a:moveTo>
                  <a:cubicBezTo>
                    <a:pt x="351" y="1"/>
                    <a:pt x="0" y="846"/>
                    <a:pt x="495" y="1341"/>
                  </a:cubicBezTo>
                  <a:cubicBezTo>
                    <a:pt x="655" y="1501"/>
                    <a:pt x="851" y="1573"/>
                    <a:pt x="1043" y="1573"/>
                  </a:cubicBezTo>
                  <a:cubicBezTo>
                    <a:pt x="1445" y="1573"/>
                    <a:pt x="1831" y="1259"/>
                    <a:pt x="1831" y="784"/>
                  </a:cubicBezTo>
                  <a:cubicBezTo>
                    <a:pt x="1831" y="351"/>
                    <a:pt x="1480" y="1"/>
                    <a:pt x="104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86"/>
            <p:cNvSpPr/>
            <p:nvPr/>
          </p:nvSpPr>
          <p:spPr>
            <a:xfrm>
              <a:off x="7994230" y="2908911"/>
              <a:ext cx="295729" cy="368379"/>
            </a:xfrm>
            <a:custGeom>
              <a:rect b="b" l="l" r="r" t="t"/>
              <a:pathLst>
                <a:path extrusionOk="0" h="14071" w="11296">
                  <a:moveTo>
                    <a:pt x="8213" y="416"/>
                  </a:moveTo>
                  <a:cubicBezTo>
                    <a:pt x="8239" y="416"/>
                    <a:pt x="8264" y="425"/>
                    <a:pt x="8283" y="442"/>
                  </a:cubicBezTo>
                  <a:lnTo>
                    <a:pt x="9604" y="1763"/>
                  </a:lnTo>
                  <a:cubicBezTo>
                    <a:pt x="9643" y="1806"/>
                    <a:pt x="9643" y="1868"/>
                    <a:pt x="9604" y="1907"/>
                  </a:cubicBezTo>
                  <a:lnTo>
                    <a:pt x="9427" y="2085"/>
                  </a:lnTo>
                  <a:cubicBezTo>
                    <a:pt x="9405" y="2104"/>
                    <a:pt x="9380" y="2113"/>
                    <a:pt x="9354" y="2113"/>
                  </a:cubicBezTo>
                  <a:cubicBezTo>
                    <a:pt x="9329" y="2113"/>
                    <a:pt x="9304" y="2104"/>
                    <a:pt x="9282" y="2085"/>
                  </a:cubicBezTo>
                  <a:lnTo>
                    <a:pt x="7961" y="764"/>
                  </a:lnTo>
                  <a:cubicBezTo>
                    <a:pt x="7923" y="725"/>
                    <a:pt x="7923" y="663"/>
                    <a:pt x="7961" y="624"/>
                  </a:cubicBezTo>
                  <a:lnTo>
                    <a:pt x="8144" y="442"/>
                  </a:lnTo>
                  <a:cubicBezTo>
                    <a:pt x="8163" y="425"/>
                    <a:pt x="8188" y="416"/>
                    <a:pt x="8213" y="416"/>
                  </a:cubicBezTo>
                  <a:close/>
                  <a:moveTo>
                    <a:pt x="7928" y="1311"/>
                  </a:moveTo>
                  <a:lnTo>
                    <a:pt x="8812" y="2200"/>
                  </a:lnTo>
                  <a:lnTo>
                    <a:pt x="7980" y="3031"/>
                  </a:lnTo>
                  <a:lnTo>
                    <a:pt x="7092" y="2152"/>
                  </a:lnTo>
                  <a:lnTo>
                    <a:pt x="7928" y="1311"/>
                  </a:lnTo>
                  <a:close/>
                  <a:moveTo>
                    <a:pt x="2696" y="5894"/>
                  </a:moveTo>
                  <a:lnTo>
                    <a:pt x="3061" y="6259"/>
                  </a:lnTo>
                  <a:lnTo>
                    <a:pt x="2768" y="6552"/>
                  </a:lnTo>
                  <a:cubicBezTo>
                    <a:pt x="2749" y="6574"/>
                    <a:pt x="2721" y="6585"/>
                    <a:pt x="2693" y="6585"/>
                  </a:cubicBezTo>
                  <a:cubicBezTo>
                    <a:pt x="2665" y="6585"/>
                    <a:pt x="2636" y="6574"/>
                    <a:pt x="2614" y="6552"/>
                  </a:cubicBezTo>
                  <a:lnTo>
                    <a:pt x="2403" y="6341"/>
                  </a:lnTo>
                  <a:cubicBezTo>
                    <a:pt x="2360" y="6298"/>
                    <a:pt x="2360" y="6226"/>
                    <a:pt x="2403" y="6182"/>
                  </a:cubicBezTo>
                  <a:lnTo>
                    <a:pt x="2696" y="5894"/>
                  </a:lnTo>
                  <a:close/>
                  <a:moveTo>
                    <a:pt x="3022" y="4867"/>
                  </a:moveTo>
                  <a:cubicBezTo>
                    <a:pt x="3027" y="4867"/>
                    <a:pt x="3032" y="4871"/>
                    <a:pt x="3037" y="4876"/>
                  </a:cubicBezTo>
                  <a:lnTo>
                    <a:pt x="3229" y="5068"/>
                  </a:lnTo>
                  <a:cubicBezTo>
                    <a:pt x="5281" y="7119"/>
                    <a:pt x="5199" y="7018"/>
                    <a:pt x="5170" y="7052"/>
                  </a:cubicBezTo>
                  <a:lnTo>
                    <a:pt x="4824" y="7398"/>
                  </a:lnTo>
                  <a:cubicBezTo>
                    <a:pt x="4820" y="7403"/>
                    <a:pt x="4818" y="7408"/>
                    <a:pt x="4812" y="7408"/>
                  </a:cubicBezTo>
                  <a:cubicBezTo>
                    <a:pt x="4776" y="7408"/>
                    <a:pt x="4591" y="7186"/>
                    <a:pt x="2653" y="5260"/>
                  </a:cubicBezTo>
                  <a:cubicBezTo>
                    <a:pt x="2638" y="5250"/>
                    <a:pt x="2638" y="5231"/>
                    <a:pt x="2653" y="5222"/>
                  </a:cubicBezTo>
                  <a:cubicBezTo>
                    <a:pt x="2937" y="4937"/>
                    <a:pt x="2994" y="4867"/>
                    <a:pt x="3022" y="4867"/>
                  </a:cubicBezTo>
                  <a:close/>
                  <a:moveTo>
                    <a:pt x="3787" y="6985"/>
                  </a:moveTo>
                  <a:lnTo>
                    <a:pt x="4156" y="7355"/>
                  </a:lnTo>
                  <a:lnTo>
                    <a:pt x="3868" y="7643"/>
                  </a:lnTo>
                  <a:cubicBezTo>
                    <a:pt x="3844" y="7664"/>
                    <a:pt x="3815" y="7675"/>
                    <a:pt x="3787" y="7675"/>
                  </a:cubicBezTo>
                  <a:cubicBezTo>
                    <a:pt x="3759" y="7675"/>
                    <a:pt x="3731" y="7664"/>
                    <a:pt x="3710" y="7643"/>
                  </a:cubicBezTo>
                  <a:lnTo>
                    <a:pt x="3498" y="7431"/>
                  </a:lnTo>
                  <a:cubicBezTo>
                    <a:pt x="3455" y="7388"/>
                    <a:pt x="3455" y="7316"/>
                    <a:pt x="3498" y="7273"/>
                  </a:cubicBezTo>
                  <a:lnTo>
                    <a:pt x="3787" y="6985"/>
                  </a:lnTo>
                  <a:close/>
                  <a:moveTo>
                    <a:pt x="3787" y="8743"/>
                  </a:moveTo>
                  <a:cubicBezTo>
                    <a:pt x="3839" y="8743"/>
                    <a:pt x="3883" y="8781"/>
                    <a:pt x="3883" y="8834"/>
                  </a:cubicBezTo>
                  <a:lnTo>
                    <a:pt x="3883" y="9147"/>
                  </a:lnTo>
                  <a:cubicBezTo>
                    <a:pt x="3883" y="9199"/>
                    <a:pt x="3839" y="9243"/>
                    <a:pt x="3787" y="9243"/>
                  </a:cubicBezTo>
                  <a:lnTo>
                    <a:pt x="491" y="9243"/>
                  </a:lnTo>
                  <a:cubicBezTo>
                    <a:pt x="438" y="9243"/>
                    <a:pt x="395" y="9199"/>
                    <a:pt x="395" y="9147"/>
                  </a:cubicBezTo>
                  <a:lnTo>
                    <a:pt x="395" y="8834"/>
                  </a:lnTo>
                  <a:cubicBezTo>
                    <a:pt x="395" y="8781"/>
                    <a:pt x="438" y="8743"/>
                    <a:pt x="491" y="8743"/>
                  </a:cubicBezTo>
                  <a:close/>
                  <a:moveTo>
                    <a:pt x="2288" y="9656"/>
                  </a:moveTo>
                  <a:cubicBezTo>
                    <a:pt x="2571" y="10016"/>
                    <a:pt x="2917" y="10328"/>
                    <a:pt x="3301" y="10578"/>
                  </a:cubicBezTo>
                  <a:cubicBezTo>
                    <a:pt x="3263" y="10626"/>
                    <a:pt x="3234" y="10684"/>
                    <a:pt x="3196" y="10732"/>
                  </a:cubicBezTo>
                  <a:cubicBezTo>
                    <a:pt x="3128" y="10818"/>
                    <a:pt x="3061" y="10914"/>
                    <a:pt x="3003" y="11010"/>
                  </a:cubicBezTo>
                  <a:cubicBezTo>
                    <a:pt x="2970" y="11054"/>
                    <a:pt x="2941" y="11097"/>
                    <a:pt x="2912" y="11145"/>
                  </a:cubicBezTo>
                  <a:cubicBezTo>
                    <a:pt x="2321" y="10761"/>
                    <a:pt x="1822" y="10251"/>
                    <a:pt x="1447" y="9656"/>
                  </a:cubicBezTo>
                  <a:close/>
                  <a:moveTo>
                    <a:pt x="5823" y="9824"/>
                  </a:moveTo>
                  <a:cubicBezTo>
                    <a:pt x="7394" y="9824"/>
                    <a:pt x="8624" y="11087"/>
                    <a:pt x="8725" y="12524"/>
                  </a:cubicBezTo>
                  <a:lnTo>
                    <a:pt x="2927" y="12524"/>
                  </a:lnTo>
                  <a:cubicBezTo>
                    <a:pt x="3028" y="11049"/>
                    <a:pt x="4286" y="9824"/>
                    <a:pt x="5823" y="9824"/>
                  </a:cubicBezTo>
                  <a:close/>
                  <a:moveTo>
                    <a:pt x="8216" y="1"/>
                  </a:moveTo>
                  <a:cubicBezTo>
                    <a:pt x="8085" y="1"/>
                    <a:pt x="7954" y="50"/>
                    <a:pt x="7856" y="149"/>
                  </a:cubicBezTo>
                  <a:lnTo>
                    <a:pt x="7673" y="331"/>
                  </a:lnTo>
                  <a:cubicBezTo>
                    <a:pt x="7490" y="514"/>
                    <a:pt x="7476" y="812"/>
                    <a:pt x="7649" y="1013"/>
                  </a:cubicBezTo>
                  <a:lnTo>
                    <a:pt x="6808" y="1854"/>
                  </a:lnTo>
                  <a:lnTo>
                    <a:pt x="6626" y="1671"/>
                  </a:lnTo>
                  <a:cubicBezTo>
                    <a:pt x="6585" y="1633"/>
                    <a:pt x="6532" y="1614"/>
                    <a:pt x="6479" y="1614"/>
                  </a:cubicBezTo>
                  <a:cubicBezTo>
                    <a:pt x="6426" y="1614"/>
                    <a:pt x="6374" y="1633"/>
                    <a:pt x="6333" y="1671"/>
                  </a:cubicBezTo>
                  <a:lnTo>
                    <a:pt x="5021" y="2988"/>
                  </a:lnTo>
                  <a:cubicBezTo>
                    <a:pt x="4870" y="3136"/>
                    <a:pt x="5008" y="3344"/>
                    <a:pt x="5170" y="3344"/>
                  </a:cubicBezTo>
                  <a:cubicBezTo>
                    <a:pt x="5219" y="3344"/>
                    <a:pt x="5269" y="3325"/>
                    <a:pt x="5314" y="3281"/>
                  </a:cubicBezTo>
                  <a:lnTo>
                    <a:pt x="6482" y="2109"/>
                  </a:lnTo>
                  <a:lnTo>
                    <a:pt x="7942" y="3574"/>
                  </a:lnTo>
                  <a:lnTo>
                    <a:pt x="5132" y="6379"/>
                  </a:lnTo>
                  <a:lnTo>
                    <a:pt x="3671" y="4914"/>
                  </a:lnTo>
                  <a:lnTo>
                    <a:pt x="4719" y="3867"/>
                  </a:lnTo>
                  <a:cubicBezTo>
                    <a:pt x="4869" y="3716"/>
                    <a:pt x="4733" y="3509"/>
                    <a:pt x="4572" y="3509"/>
                  </a:cubicBezTo>
                  <a:cubicBezTo>
                    <a:pt x="4523" y="3509"/>
                    <a:pt x="4472" y="3528"/>
                    <a:pt x="4425" y="3574"/>
                  </a:cubicBezTo>
                  <a:lnTo>
                    <a:pt x="3378" y="4621"/>
                  </a:lnTo>
                  <a:lnTo>
                    <a:pt x="3335" y="4578"/>
                  </a:lnTo>
                  <a:cubicBezTo>
                    <a:pt x="3248" y="4491"/>
                    <a:pt x="3136" y="4448"/>
                    <a:pt x="3023" y="4448"/>
                  </a:cubicBezTo>
                  <a:cubicBezTo>
                    <a:pt x="2910" y="4448"/>
                    <a:pt x="2797" y="4491"/>
                    <a:pt x="2710" y="4578"/>
                  </a:cubicBezTo>
                  <a:lnTo>
                    <a:pt x="2369" y="4924"/>
                  </a:lnTo>
                  <a:cubicBezTo>
                    <a:pt x="2192" y="5092"/>
                    <a:pt x="2192" y="5375"/>
                    <a:pt x="2369" y="5548"/>
                  </a:cubicBezTo>
                  <a:lnTo>
                    <a:pt x="2413" y="5592"/>
                  </a:lnTo>
                  <a:cubicBezTo>
                    <a:pt x="2220" y="5808"/>
                    <a:pt x="1971" y="5928"/>
                    <a:pt x="1971" y="6250"/>
                  </a:cubicBezTo>
                  <a:cubicBezTo>
                    <a:pt x="1971" y="6389"/>
                    <a:pt x="2023" y="6519"/>
                    <a:pt x="2120" y="6620"/>
                  </a:cubicBezTo>
                  <a:cubicBezTo>
                    <a:pt x="2278" y="6745"/>
                    <a:pt x="2393" y="6985"/>
                    <a:pt x="2701" y="6985"/>
                  </a:cubicBezTo>
                  <a:cubicBezTo>
                    <a:pt x="3023" y="6985"/>
                    <a:pt x="3133" y="6730"/>
                    <a:pt x="3364" y="6543"/>
                  </a:cubicBezTo>
                  <a:lnTo>
                    <a:pt x="3503" y="6687"/>
                  </a:lnTo>
                  <a:cubicBezTo>
                    <a:pt x="3316" y="6903"/>
                    <a:pt x="3061" y="7023"/>
                    <a:pt x="3061" y="7345"/>
                  </a:cubicBezTo>
                  <a:cubicBezTo>
                    <a:pt x="3061" y="7652"/>
                    <a:pt x="3297" y="7773"/>
                    <a:pt x="3426" y="7926"/>
                  </a:cubicBezTo>
                  <a:cubicBezTo>
                    <a:pt x="3527" y="8022"/>
                    <a:pt x="3657" y="8075"/>
                    <a:pt x="3796" y="8075"/>
                  </a:cubicBezTo>
                  <a:cubicBezTo>
                    <a:pt x="4118" y="8075"/>
                    <a:pt x="4229" y="7825"/>
                    <a:pt x="4454" y="7633"/>
                  </a:cubicBezTo>
                  <a:cubicBezTo>
                    <a:pt x="4546" y="7744"/>
                    <a:pt x="4675" y="7806"/>
                    <a:pt x="4815" y="7806"/>
                  </a:cubicBezTo>
                  <a:cubicBezTo>
                    <a:pt x="4935" y="7806"/>
                    <a:pt x="5045" y="7763"/>
                    <a:pt x="5127" y="7681"/>
                  </a:cubicBezTo>
                  <a:lnTo>
                    <a:pt x="5473" y="7335"/>
                  </a:lnTo>
                  <a:cubicBezTo>
                    <a:pt x="5646" y="7162"/>
                    <a:pt x="5646" y="6884"/>
                    <a:pt x="5473" y="6711"/>
                  </a:cubicBezTo>
                  <a:lnTo>
                    <a:pt x="5430" y="6668"/>
                  </a:lnTo>
                  <a:lnTo>
                    <a:pt x="7884" y="4213"/>
                  </a:lnTo>
                  <a:lnTo>
                    <a:pt x="7884" y="4213"/>
                  </a:lnTo>
                  <a:cubicBezTo>
                    <a:pt x="9772" y="5721"/>
                    <a:pt x="9729" y="8608"/>
                    <a:pt x="7788" y="10054"/>
                  </a:cubicBezTo>
                  <a:cubicBezTo>
                    <a:pt x="7206" y="9621"/>
                    <a:pt x="6519" y="9407"/>
                    <a:pt x="5835" y="9407"/>
                  </a:cubicBezTo>
                  <a:cubicBezTo>
                    <a:pt x="5041" y="9407"/>
                    <a:pt x="4250" y="9695"/>
                    <a:pt x="3628" y="10266"/>
                  </a:cubicBezTo>
                  <a:cubicBezTo>
                    <a:pt x="3349" y="10098"/>
                    <a:pt x="3095" y="9886"/>
                    <a:pt x="2874" y="9651"/>
                  </a:cubicBezTo>
                  <a:lnTo>
                    <a:pt x="3806" y="9651"/>
                  </a:lnTo>
                  <a:cubicBezTo>
                    <a:pt x="4084" y="9651"/>
                    <a:pt x="4310" y="9420"/>
                    <a:pt x="4310" y="9142"/>
                  </a:cubicBezTo>
                  <a:lnTo>
                    <a:pt x="4310" y="8829"/>
                  </a:lnTo>
                  <a:cubicBezTo>
                    <a:pt x="4310" y="8551"/>
                    <a:pt x="4084" y="8325"/>
                    <a:pt x="3806" y="8325"/>
                  </a:cubicBezTo>
                  <a:lnTo>
                    <a:pt x="505" y="8325"/>
                  </a:lnTo>
                  <a:cubicBezTo>
                    <a:pt x="227" y="8325"/>
                    <a:pt x="1" y="8551"/>
                    <a:pt x="1" y="8829"/>
                  </a:cubicBezTo>
                  <a:lnTo>
                    <a:pt x="1" y="9142"/>
                  </a:lnTo>
                  <a:cubicBezTo>
                    <a:pt x="1" y="9420"/>
                    <a:pt x="227" y="9651"/>
                    <a:pt x="505" y="9651"/>
                  </a:cubicBezTo>
                  <a:lnTo>
                    <a:pt x="986" y="9651"/>
                  </a:lnTo>
                  <a:cubicBezTo>
                    <a:pt x="1332" y="10299"/>
                    <a:pt x="1961" y="11006"/>
                    <a:pt x="2763" y="11505"/>
                  </a:cubicBezTo>
                  <a:cubicBezTo>
                    <a:pt x="2638" y="11832"/>
                    <a:pt x="2562" y="12168"/>
                    <a:pt x="2547" y="12514"/>
                  </a:cubicBezTo>
                  <a:lnTo>
                    <a:pt x="1072" y="12514"/>
                  </a:lnTo>
                  <a:cubicBezTo>
                    <a:pt x="986" y="12514"/>
                    <a:pt x="909" y="12567"/>
                    <a:pt x="880" y="12649"/>
                  </a:cubicBezTo>
                  <a:lnTo>
                    <a:pt x="429" y="13787"/>
                  </a:lnTo>
                  <a:cubicBezTo>
                    <a:pt x="376" y="13922"/>
                    <a:pt x="477" y="14071"/>
                    <a:pt x="621" y="14071"/>
                  </a:cubicBezTo>
                  <a:lnTo>
                    <a:pt x="1759" y="14071"/>
                  </a:lnTo>
                  <a:cubicBezTo>
                    <a:pt x="2033" y="14071"/>
                    <a:pt x="2033" y="13657"/>
                    <a:pt x="1759" y="13657"/>
                  </a:cubicBezTo>
                  <a:lnTo>
                    <a:pt x="923" y="13657"/>
                  </a:lnTo>
                  <a:lnTo>
                    <a:pt x="1212" y="12932"/>
                  </a:lnTo>
                  <a:lnTo>
                    <a:pt x="10455" y="12932"/>
                  </a:lnTo>
                  <a:lnTo>
                    <a:pt x="10743" y="13657"/>
                  </a:lnTo>
                  <a:lnTo>
                    <a:pt x="2720" y="13657"/>
                  </a:lnTo>
                  <a:cubicBezTo>
                    <a:pt x="2451" y="13657"/>
                    <a:pt x="2451" y="14071"/>
                    <a:pt x="2720" y="14071"/>
                  </a:cubicBezTo>
                  <a:lnTo>
                    <a:pt x="11050" y="14071"/>
                  </a:lnTo>
                  <a:cubicBezTo>
                    <a:pt x="11194" y="14071"/>
                    <a:pt x="11295" y="13922"/>
                    <a:pt x="11242" y="13787"/>
                  </a:cubicBezTo>
                  <a:lnTo>
                    <a:pt x="10781" y="12658"/>
                  </a:lnTo>
                  <a:cubicBezTo>
                    <a:pt x="10748" y="12581"/>
                    <a:pt x="10676" y="12529"/>
                    <a:pt x="10589" y="12529"/>
                  </a:cubicBezTo>
                  <a:lnTo>
                    <a:pt x="9124" y="12529"/>
                  </a:lnTo>
                  <a:cubicBezTo>
                    <a:pt x="9095" y="12067"/>
                    <a:pt x="8975" y="11621"/>
                    <a:pt x="8764" y="11212"/>
                  </a:cubicBezTo>
                  <a:cubicBezTo>
                    <a:pt x="9878" y="10343"/>
                    <a:pt x="10589" y="9055"/>
                    <a:pt x="10748" y="7652"/>
                  </a:cubicBezTo>
                  <a:cubicBezTo>
                    <a:pt x="10766" y="7502"/>
                    <a:pt x="10653" y="7421"/>
                    <a:pt x="10540" y="7421"/>
                  </a:cubicBezTo>
                  <a:cubicBezTo>
                    <a:pt x="10444" y="7421"/>
                    <a:pt x="10348" y="7481"/>
                    <a:pt x="10334" y="7609"/>
                  </a:cubicBezTo>
                  <a:cubicBezTo>
                    <a:pt x="10200" y="8882"/>
                    <a:pt x="9561" y="10050"/>
                    <a:pt x="8562" y="10852"/>
                  </a:cubicBezTo>
                  <a:cubicBezTo>
                    <a:pt x="8519" y="10785"/>
                    <a:pt x="8456" y="10732"/>
                    <a:pt x="8403" y="10665"/>
                  </a:cubicBezTo>
                  <a:cubicBezTo>
                    <a:pt x="8322" y="10559"/>
                    <a:pt x="8240" y="10458"/>
                    <a:pt x="8149" y="10362"/>
                  </a:cubicBezTo>
                  <a:cubicBezTo>
                    <a:pt x="8134" y="10348"/>
                    <a:pt x="8129" y="10338"/>
                    <a:pt x="8120" y="10328"/>
                  </a:cubicBezTo>
                  <a:cubicBezTo>
                    <a:pt x="10171" y="8695"/>
                    <a:pt x="10200" y="5587"/>
                    <a:pt x="8177" y="3920"/>
                  </a:cubicBezTo>
                  <a:lnTo>
                    <a:pt x="8379" y="3718"/>
                  </a:lnTo>
                  <a:cubicBezTo>
                    <a:pt x="8456" y="3636"/>
                    <a:pt x="8456" y="3507"/>
                    <a:pt x="8379" y="3425"/>
                  </a:cubicBezTo>
                  <a:lnTo>
                    <a:pt x="8274" y="3319"/>
                  </a:lnTo>
                  <a:lnTo>
                    <a:pt x="8389" y="3209"/>
                  </a:lnTo>
                  <a:cubicBezTo>
                    <a:pt x="8831" y="3492"/>
                    <a:pt x="9451" y="4150"/>
                    <a:pt x="9830" y="4890"/>
                  </a:cubicBezTo>
                  <a:cubicBezTo>
                    <a:pt x="10123" y="5467"/>
                    <a:pt x="10301" y="6101"/>
                    <a:pt x="10349" y="6749"/>
                  </a:cubicBezTo>
                  <a:cubicBezTo>
                    <a:pt x="10353" y="6859"/>
                    <a:pt x="10445" y="6942"/>
                    <a:pt x="10552" y="6942"/>
                  </a:cubicBezTo>
                  <a:cubicBezTo>
                    <a:pt x="10558" y="6942"/>
                    <a:pt x="10564" y="6942"/>
                    <a:pt x="10570" y="6941"/>
                  </a:cubicBezTo>
                  <a:cubicBezTo>
                    <a:pt x="10680" y="6937"/>
                    <a:pt x="10767" y="6836"/>
                    <a:pt x="10762" y="6720"/>
                  </a:cubicBezTo>
                  <a:cubicBezTo>
                    <a:pt x="10652" y="5212"/>
                    <a:pt x="9897" y="3819"/>
                    <a:pt x="8682" y="2911"/>
                  </a:cubicBezTo>
                  <a:lnTo>
                    <a:pt x="9129" y="2464"/>
                  </a:lnTo>
                  <a:cubicBezTo>
                    <a:pt x="9203" y="2504"/>
                    <a:pt x="9284" y="2523"/>
                    <a:pt x="9364" y="2523"/>
                  </a:cubicBezTo>
                  <a:cubicBezTo>
                    <a:pt x="9495" y="2523"/>
                    <a:pt x="9624" y="2471"/>
                    <a:pt x="9720" y="2373"/>
                  </a:cubicBezTo>
                  <a:lnTo>
                    <a:pt x="9897" y="2195"/>
                  </a:lnTo>
                  <a:cubicBezTo>
                    <a:pt x="10099" y="1993"/>
                    <a:pt x="10099" y="1671"/>
                    <a:pt x="9897" y="1470"/>
                  </a:cubicBezTo>
                  <a:lnTo>
                    <a:pt x="8576" y="149"/>
                  </a:lnTo>
                  <a:cubicBezTo>
                    <a:pt x="8478" y="50"/>
                    <a:pt x="8347" y="1"/>
                    <a:pt x="8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9" name="Google Shape;14249;p86"/>
          <p:cNvGrpSpPr/>
          <p:nvPr/>
        </p:nvGrpSpPr>
        <p:grpSpPr>
          <a:xfrm>
            <a:off x="7552024" y="3826128"/>
            <a:ext cx="281880" cy="340733"/>
            <a:chOff x="7552024" y="3826128"/>
            <a:chExt cx="281880" cy="340733"/>
          </a:xfrm>
        </p:grpSpPr>
        <p:sp>
          <p:nvSpPr>
            <p:cNvPr id="14250" name="Google Shape;14250;p86"/>
            <p:cNvSpPr/>
            <p:nvPr/>
          </p:nvSpPr>
          <p:spPr>
            <a:xfrm>
              <a:off x="7644727" y="3831154"/>
              <a:ext cx="110584" cy="28327"/>
            </a:xfrm>
            <a:custGeom>
              <a:rect b="b" l="l" r="r" t="t"/>
              <a:pathLst>
                <a:path extrusionOk="0" h="1082" w="4224">
                  <a:moveTo>
                    <a:pt x="322" y="1"/>
                  </a:moveTo>
                  <a:cubicBezTo>
                    <a:pt x="145" y="1"/>
                    <a:pt x="0" y="140"/>
                    <a:pt x="5" y="318"/>
                  </a:cubicBezTo>
                  <a:lnTo>
                    <a:pt x="5" y="764"/>
                  </a:lnTo>
                  <a:cubicBezTo>
                    <a:pt x="0" y="942"/>
                    <a:pt x="145" y="1081"/>
                    <a:pt x="322" y="1081"/>
                  </a:cubicBezTo>
                  <a:lnTo>
                    <a:pt x="3906" y="1081"/>
                  </a:lnTo>
                  <a:cubicBezTo>
                    <a:pt x="4079" y="1081"/>
                    <a:pt x="4218" y="942"/>
                    <a:pt x="4223" y="764"/>
                  </a:cubicBezTo>
                  <a:lnTo>
                    <a:pt x="4223" y="318"/>
                  </a:lnTo>
                  <a:cubicBezTo>
                    <a:pt x="4223" y="140"/>
                    <a:pt x="4084" y="1"/>
                    <a:pt x="3906"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86"/>
            <p:cNvSpPr/>
            <p:nvPr/>
          </p:nvSpPr>
          <p:spPr>
            <a:xfrm>
              <a:off x="7724079" y="3831154"/>
              <a:ext cx="31233" cy="28327"/>
            </a:xfrm>
            <a:custGeom>
              <a:rect b="b" l="l" r="r" t="t"/>
              <a:pathLst>
                <a:path extrusionOk="0" h="1082" w="1193">
                  <a:moveTo>
                    <a:pt x="1" y="1"/>
                  </a:moveTo>
                  <a:cubicBezTo>
                    <a:pt x="179" y="1"/>
                    <a:pt x="318" y="140"/>
                    <a:pt x="318" y="318"/>
                  </a:cubicBezTo>
                  <a:lnTo>
                    <a:pt x="318" y="764"/>
                  </a:lnTo>
                  <a:cubicBezTo>
                    <a:pt x="318" y="942"/>
                    <a:pt x="179" y="1081"/>
                    <a:pt x="1" y="1081"/>
                  </a:cubicBezTo>
                  <a:lnTo>
                    <a:pt x="875" y="1081"/>
                  </a:lnTo>
                  <a:cubicBezTo>
                    <a:pt x="1048" y="1081"/>
                    <a:pt x="1192" y="942"/>
                    <a:pt x="1192" y="764"/>
                  </a:cubicBezTo>
                  <a:lnTo>
                    <a:pt x="1192" y="318"/>
                  </a:lnTo>
                  <a:cubicBezTo>
                    <a:pt x="1187" y="145"/>
                    <a:pt x="1048" y="1"/>
                    <a:pt x="875"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86"/>
            <p:cNvSpPr/>
            <p:nvPr/>
          </p:nvSpPr>
          <p:spPr>
            <a:xfrm>
              <a:off x="7557705" y="3859586"/>
              <a:ext cx="260229" cy="302117"/>
            </a:xfrm>
            <a:custGeom>
              <a:rect b="b" l="l" r="r" t="t"/>
              <a:pathLst>
                <a:path extrusionOk="0" h="11540" w="9940">
                  <a:moveTo>
                    <a:pt x="4103" y="0"/>
                  </a:moveTo>
                  <a:lnTo>
                    <a:pt x="4103" y="3363"/>
                  </a:lnTo>
                  <a:cubicBezTo>
                    <a:pt x="4103" y="3565"/>
                    <a:pt x="3978" y="3747"/>
                    <a:pt x="3790" y="3824"/>
                  </a:cubicBezTo>
                  <a:cubicBezTo>
                    <a:pt x="812" y="5001"/>
                    <a:pt x="0" y="8835"/>
                    <a:pt x="2239" y="11122"/>
                  </a:cubicBezTo>
                  <a:cubicBezTo>
                    <a:pt x="2503" y="11391"/>
                    <a:pt x="2863" y="11539"/>
                    <a:pt x="3243" y="11539"/>
                  </a:cubicBezTo>
                  <a:lnTo>
                    <a:pt x="7634" y="11539"/>
                  </a:lnTo>
                  <a:cubicBezTo>
                    <a:pt x="8013" y="11539"/>
                    <a:pt x="8374" y="11386"/>
                    <a:pt x="8638" y="11117"/>
                  </a:cubicBezTo>
                  <a:cubicBezTo>
                    <a:pt x="9483" y="10252"/>
                    <a:pt x="9940" y="9089"/>
                    <a:pt x="9916" y="7884"/>
                  </a:cubicBezTo>
                  <a:cubicBezTo>
                    <a:pt x="9868" y="6087"/>
                    <a:pt x="8758" y="4487"/>
                    <a:pt x="7086" y="3824"/>
                  </a:cubicBezTo>
                  <a:cubicBezTo>
                    <a:pt x="6899" y="3747"/>
                    <a:pt x="6774" y="3565"/>
                    <a:pt x="6774" y="3363"/>
                  </a:cubicBezTo>
                  <a:lnTo>
                    <a:pt x="6774"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86"/>
            <p:cNvSpPr/>
            <p:nvPr/>
          </p:nvSpPr>
          <p:spPr>
            <a:xfrm>
              <a:off x="7665095" y="3859586"/>
              <a:ext cx="159646" cy="300363"/>
            </a:xfrm>
            <a:custGeom>
              <a:rect b="b" l="l" r="r" t="t"/>
              <a:pathLst>
                <a:path extrusionOk="0" h="11473" w="6098">
                  <a:moveTo>
                    <a:pt x="1" y="0"/>
                  </a:moveTo>
                  <a:lnTo>
                    <a:pt x="1" y="452"/>
                  </a:lnTo>
                  <a:lnTo>
                    <a:pt x="1380" y="452"/>
                  </a:lnTo>
                  <a:cubicBezTo>
                    <a:pt x="1725" y="452"/>
                    <a:pt x="2009" y="735"/>
                    <a:pt x="2009" y="1081"/>
                  </a:cubicBezTo>
                  <a:lnTo>
                    <a:pt x="2009" y="3815"/>
                  </a:lnTo>
                  <a:cubicBezTo>
                    <a:pt x="2009" y="4021"/>
                    <a:pt x="2134" y="4204"/>
                    <a:pt x="2321" y="4276"/>
                  </a:cubicBezTo>
                  <a:cubicBezTo>
                    <a:pt x="5247" y="5434"/>
                    <a:pt x="6097" y="9162"/>
                    <a:pt x="3969" y="11472"/>
                  </a:cubicBezTo>
                  <a:cubicBezTo>
                    <a:pt x="4180" y="11400"/>
                    <a:pt x="4377" y="11280"/>
                    <a:pt x="4536" y="11117"/>
                  </a:cubicBezTo>
                  <a:cubicBezTo>
                    <a:pt x="5381" y="10257"/>
                    <a:pt x="5842" y="9089"/>
                    <a:pt x="5814" y="7884"/>
                  </a:cubicBezTo>
                  <a:cubicBezTo>
                    <a:pt x="5766" y="6087"/>
                    <a:pt x="4656" y="4487"/>
                    <a:pt x="2984" y="3824"/>
                  </a:cubicBezTo>
                  <a:cubicBezTo>
                    <a:pt x="2797" y="3747"/>
                    <a:pt x="2672" y="3565"/>
                    <a:pt x="2672" y="3363"/>
                  </a:cubicBezTo>
                  <a:lnTo>
                    <a:pt x="267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86"/>
            <p:cNvSpPr/>
            <p:nvPr/>
          </p:nvSpPr>
          <p:spPr>
            <a:xfrm>
              <a:off x="7582733" y="4022425"/>
              <a:ext cx="235332" cy="139278"/>
            </a:xfrm>
            <a:custGeom>
              <a:rect b="b" l="l" r="r" t="t"/>
              <a:pathLst>
                <a:path extrusionOk="0" h="5320" w="8989">
                  <a:moveTo>
                    <a:pt x="2375" y="0"/>
                  </a:moveTo>
                  <a:cubicBezTo>
                    <a:pt x="1097" y="0"/>
                    <a:pt x="168" y="568"/>
                    <a:pt x="168" y="568"/>
                  </a:cubicBezTo>
                  <a:cubicBezTo>
                    <a:pt x="58" y="957"/>
                    <a:pt x="0" y="1361"/>
                    <a:pt x="5" y="1769"/>
                  </a:cubicBezTo>
                  <a:cubicBezTo>
                    <a:pt x="0" y="2937"/>
                    <a:pt x="461" y="4066"/>
                    <a:pt x="1283" y="4902"/>
                  </a:cubicBezTo>
                  <a:cubicBezTo>
                    <a:pt x="1547" y="5171"/>
                    <a:pt x="1907" y="5319"/>
                    <a:pt x="2287" y="5319"/>
                  </a:cubicBezTo>
                  <a:lnTo>
                    <a:pt x="6678" y="5319"/>
                  </a:lnTo>
                  <a:cubicBezTo>
                    <a:pt x="7057" y="5319"/>
                    <a:pt x="7418" y="5166"/>
                    <a:pt x="7682" y="4897"/>
                  </a:cubicBezTo>
                  <a:cubicBezTo>
                    <a:pt x="8527" y="4037"/>
                    <a:pt x="8988" y="2869"/>
                    <a:pt x="8960" y="1664"/>
                  </a:cubicBezTo>
                  <a:cubicBezTo>
                    <a:pt x="8945" y="1193"/>
                    <a:pt x="8864" y="727"/>
                    <a:pt x="8705" y="285"/>
                  </a:cubicBezTo>
                  <a:cubicBezTo>
                    <a:pt x="8705" y="285"/>
                    <a:pt x="7696" y="1069"/>
                    <a:pt x="6317" y="1069"/>
                  </a:cubicBezTo>
                  <a:cubicBezTo>
                    <a:pt x="5752" y="1069"/>
                    <a:pt x="5126" y="938"/>
                    <a:pt x="4482" y="568"/>
                  </a:cubicBezTo>
                  <a:cubicBezTo>
                    <a:pt x="3741" y="142"/>
                    <a:pt x="3014" y="0"/>
                    <a:pt x="2375"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86"/>
            <p:cNvSpPr/>
            <p:nvPr/>
          </p:nvSpPr>
          <p:spPr>
            <a:xfrm>
              <a:off x="7770365" y="4029756"/>
              <a:ext cx="47962" cy="129931"/>
            </a:xfrm>
            <a:custGeom>
              <a:rect b="b" l="l" r="r" t="t"/>
              <a:pathLst>
                <a:path extrusionOk="0" h="4963" w="1832">
                  <a:moveTo>
                    <a:pt x="1591" y="0"/>
                  </a:moveTo>
                  <a:cubicBezTo>
                    <a:pt x="1379" y="154"/>
                    <a:pt x="1149" y="284"/>
                    <a:pt x="909" y="389"/>
                  </a:cubicBezTo>
                  <a:cubicBezTo>
                    <a:pt x="1077" y="850"/>
                    <a:pt x="1173" y="1336"/>
                    <a:pt x="1183" y="1830"/>
                  </a:cubicBezTo>
                  <a:cubicBezTo>
                    <a:pt x="1211" y="2988"/>
                    <a:pt x="789" y="4112"/>
                    <a:pt x="1" y="4963"/>
                  </a:cubicBezTo>
                  <a:lnTo>
                    <a:pt x="78" y="4939"/>
                  </a:lnTo>
                  <a:cubicBezTo>
                    <a:pt x="154" y="4905"/>
                    <a:pt x="227" y="4871"/>
                    <a:pt x="299" y="4828"/>
                  </a:cubicBezTo>
                  <a:lnTo>
                    <a:pt x="303" y="4828"/>
                  </a:lnTo>
                  <a:cubicBezTo>
                    <a:pt x="327" y="4814"/>
                    <a:pt x="347" y="4804"/>
                    <a:pt x="366" y="4785"/>
                  </a:cubicBezTo>
                  <a:cubicBezTo>
                    <a:pt x="371" y="4785"/>
                    <a:pt x="375" y="4780"/>
                    <a:pt x="385" y="4775"/>
                  </a:cubicBezTo>
                  <a:cubicBezTo>
                    <a:pt x="399" y="4766"/>
                    <a:pt x="414" y="4751"/>
                    <a:pt x="428" y="4742"/>
                  </a:cubicBezTo>
                  <a:cubicBezTo>
                    <a:pt x="433" y="4732"/>
                    <a:pt x="443" y="4727"/>
                    <a:pt x="448" y="4722"/>
                  </a:cubicBezTo>
                  <a:cubicBezTo>
                    <a:pt x="462" y="4713"/>
                    <a:pt x="476" y="4698"/>
                    <a:pt x="496" y="4689"/>
                  </a:cubicBezTo>
                  <a:lnTo>
                    <a:pt x="510" y="4670"/>
                  </a:lnTo>
                  <a:cubicBezTo>
                    <a:pt x="529" y="4655"/>
                    <a:pt x="548" y="4636"/>
                    <a:pt x="572" y="4617"/>
                  </a:cubicBezTo>
                  <a:cubicBezTo>
                    <a:pt x="1394" y="3742"/>
                    <a:pt x="1831" y="2580"/>
                    <a:pt x="1793" y="1384"/>
                  </a:cubicBezTo>
                  <a:lnTo>
                    <a:pt x="1793" y="1297"/>
                  </a:lnTo>
                  <a:lnTo>
                    <a:pt x="1793" y="1268"/>
                  </a:lnTo>
                  <a:cubicBezTo>
                    <a:pt x="1788" y="1249"/>
                    <a:pt x="1788" y="1230"/>
                    <a:pt x="1793" y="1211"/>
                  </a:cubicBezTo>
                  <a:lnTo>
                    <a:pt x="1793" y="1177"/>
                  </a:lnTo>
                  <a:cubicBezTo>
                    <a:pt x="1788" y="1158"/>
                    <a:pt x="1788" y="1139"/>
                    <a:pt x="1793" y="1119"/>
                  </a:cubicBezTo>
                  <a:lnTo>
                    <a:pt x="1793" y="1086"/>
                  </a:lnTo>
                  <a:cubicBezTo>
                    <a:pt x="1793" y="1076"/>
                    <a:pt x="1793" y="1047"/>
                    <a:pt x="1783" y="1033"/>
                  </a:cubicBezTo>
                  <a:cubicBezTo>
                    <a:pt x="1783" y="1019"/>
                    <a:pt x="1783" y="1009"/>
                    <a:pt x="1783" y="999"/>
                  </a:cubicBezTo>
                  <a:cubicBezTo>
                    <a:pt x="1783" y="980"/>
                    <a:pt x="1783" y="961"/>
                    <a:pt x="1778" y="942"/>
                  </a:cubicBezTo>
                  <a:cubicBezTo>
                    <a:pt x="1778" y="932"/>
                    <a:pt x="1778" y="922"/>
                    <a:pt x="1778" y="913"/>
                  </a:cubicBezTo>
                  <a:cubicBezTo>
                    <a:pt x="1773" y="894"/>
                    <a:pt x="1773" y="874"/>
                    <a:pt x="1773" y="855"/>
                  </a:cubicBezTo>
                  <a:cubicBezTo>
                    <a:pt x="1769" y="846"/>
                    <a:pt x="1769" y="836"/>
                    <a:pt x="1773" y="826"/>
                  </a:cubicBezTo>
                  <a:cubicBezTo>
                    <a:pt x="1773" y="807"/>
                    <a:pt x="1764" y="783"/>
                    <a:pt x="1764" y="764"/>
                  </a:cubicBezTo>
                  <a:cubicBezTo>
                    <a:pt x="1764" y="759"/>
                    <a:pt x="1764" y="750"/>
                    <a:pt x="1764" y="740"/>
                  </a:cubicBezTo>
                  <a:cubicBezTo>
                    <a:pt x="1759" y="721"/>
                    <a:pt x="1759" y="697"/>
                    <a:pt x="1754" y="677"/>
                  </a:cubicBezTo>
                  <a:cubicBezTo>
                    <a:pt x="1749" y="673"/>
                    <a:pt x="1749" y="663"/>
                    <a:pt x="1754" y="653"/>
                  </a:cubicBezTo>
                  <a:cubicBezTo>
                    <a:pt x="1749" y="634"/>
                    <a:pt x="1745" y="610"/>
                    <a:pt x="1740" y="591"/>
                  </a:cubicBezTo>
                  <a:cubicBezTo>
                    <a:pt x="1740" y="586"/>
                    <a:pt x="1740" y="577"/>
                    <a:pt x="1735" y="572"/>
                  </a:cubicBezTo>
                  <a:cubicBezTo>
                    <a:pt x="1730" y="553"/>
                    <a:pt x="1725" y="529"/>
                    <a:pt x="1721" y="509"/>
                  </a:cubicBezTo>
                  <a:cubicBezTo>
                    <a:pt x="1721" y="500"/>
                    <a:pt x="1721" y="495"/>
                    <a:pt x="1721" y="490"/>
                  </a:cubicBezTo>
                  <a:cubicBezTo>
                    <a:pt x="1716" y="466"/>
                    <a:pt x="1711" y="442"/>
                    <a:pt x="1701" y="423"/>
                  </a:cubicBezTo>
                  <a:cubicBezTo>
                    <a:pt x="1701" y="418"/>
                    <a:pt x="1701" y="413"/>
                    <a:pt x="1701" y="408"/>
                  </a:cubicBezTo>
                  <a:lnTo>
                    <a:pt x="1687" y="336"/>
                  </a:lnTo>
                  <a:cubicBezTo>
                    <a:pt x="1682" y="332"/>
                    <a:pt x="1682" y="327"/>
                    <a:pt x="1687" y="322"/>
                  </a:cubicBezTo>
                  <a:cubicBezTo>
                    <a:pt x="1677" y="298"/>
                    <a:pt x="1673" y="274"/>
                    <a:pt x="1663" y="255"/>
                  </a:cubicBezTo>
                  <a:lnTo>
                    <a:pt x="1663" y="240"/>
                  </a:lnTo>
                  <a:cubicBezTo>
                    <a:pt x="1658" y="216"/>
                    <a:pt x="1649" y="192"/>
                    <a:pt x="1644" y="168"/>
                  </a:cubicBezTo>
                  <a:lnTo>
                    <a:pt x="1644" y="159"/>
                  </a:lnTo>
                  <a:cubicBezTo>
                    <a:pt x="1639" y="135"/>
                    <a:pt x="1629" y="111"/>
                    <a:pt x="1620" y="82"/>
                  </a:cubicBezTo>
                  <a:lnTo>
                    <a:pt x="1620" y="77"/>
                  </a:lnTo>
                  <a:cubicBezTo>
                    <a:pt x="1610" y="53"/>
                    <a:pt x="1600" y="24"/>
                    <a:pt x="15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86"/>
            <p:cNvSpPr/>
            <p:nvPr/>
          </p:nvSpPr>
          <p:spPr>
            <a:xfrm>
              <a:off x="7770627" y="4065963"/>
              <a:ext cx="17750" cy="15106"/>
            </a:xfrm>
            <a:custGeom>
              <a:rect b="b" l="l" r="r" t="t"/>
              <a:pathLst>
                <a:path extrusionOk="0" h="577" w="678">
                  <a:moveTo>
                    <a:pt x="385" y="1"/>
                  </a:moveTo>
                  <a:cubicBezTo>
                    <a:pt x="130" y="1"/>
                    <a:pt x="0" y="313"/>
                    <a:pt x="183" y="491"/>
                  </a:cubicBezTo>
                  <a:cubicBezTo>
                    <a:pt x="242" y="550"/>
                    <a:pt x="314" y="576"/>
                    <a:pt x="385" y="576"/>
                  </a:cubicBezTo>
                  <a:cubicBezTo>
                    <a:pt x="532" y="576"/>
                    <a:pt x="673" y="461"/>
                    <a:pt x="673" y="289"/>
                  </a:cubicBezTo>
                  <a:cubicBezTo>
                    <a:pt x="678" y="130"/>
                    <a:pt x="548" y="1"/>
                    <a:pt x="385"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86"/>
            <p:cNvSpPr/>
            <p:nvPr/>
          </p:nvSpPr>
          <p:spPr>
            <a:xfrm>
              <a:off x="7734027" y="4121674"/>
              <a:ext cx="15368" cy="13064"/>
            </a:xfrm>
            <a:custGeom>
              <a:rect b="b" l="l" r="r" t="t"/>
              <a:pathLst>
                <a:path extrusionOk="0" h="499" w="587">
                  <a:moveTo>
                    <a:pt x="340" y="1"/>
                  </a:moveTo>
                  <a:cubicBezTo>
                    <a:pt x="337" y="1"/>
                    <a:pt x="335" y="1"/>
                    <a:pt x="332" y="1"/>
                  </a:cubicBezTo>
                  <a:cubicBezTo>
                    <a:pt x="111" y="1"/>
                    <a:pt x="0" y="270"/>
                    <a:pt x="154" y="424"/>
                  </a:cubicBezTo>
                  <a:cubicBezTo>
                    <a:pt x="206" y="475"/>
                    <a:pt x="269" y="498"/>
                    <a:pt x="331" y="498"/>
                  </a:cubicBezTo>
                  <a:cubicBezTo>
                    <a:pt x="459" y="498"/>
                    <a:pt x="582" y="400"/>
                    <a:pt x="582" y="251"/>
                  </a:cubicBezTo>
                  <a:cubicBezTo>
                    <a:pt x="586" y="114"/>
                    <a:pt x="476" y="1"/>
                    <a:pt x="340"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86"/>
            <p:cNvSpPr/>
            <p:nvPr/>
          </p:nvSpPr>
          <p:spPr>
            <a:xfrm>
              <a:off x="7633522" y="4056904"/>
              <a:ext cx="15368" cy="13142"/>
            </a:xfrm>
            <a:custGeom>
              <a:rect b="b" l="l" r="r" t="t"/>
              <a:pathLst>
                <a:path extrusionOk="0" h="502" w="587">
                  <a:moveTo>
                    <a:pt x="337" y="1"/>
                  </a:moveTo>
                  <a:cubicBezTo>
                    <a:pt x="116" y="1"/>
                    <a:pt x="1" y="270"/>
                    <a:pt x="159" y="428"/>
                  </a:cubicBezTo>
                  <a:cubicBezTo>
                    <a:pt x="210" y="479"/>
                    <a:pt x="273" y="502"/>
                    <a:pt x="334" y="502"/>
                  </a:cubicBezTo>
                  <a:cubicBezTo>
                    <a:pt x="463" y="502"/>
                    <a:pt x="587" y="401"/>
                    <a:pt x="587" y="251"/>
                  </a:cubicBezTo>
                  <a:cubicBezTo>
                    <a:pt x="587" y="111"/>
                    <a:pt x="477" y="1"/>
                    <a:pt x="33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86"/>
            <p:cNvSpPr/>
            <p:nvPr/>
          </p:nvSpPr>
          <p:spPr>
            <a:xfrm>
              <a:off x="7655304" y="4121674"/>
              <a:ext cx="15368" cy="13064"/>
            </a:xfrm>
            <a:custGeom>
              <a:rect b="b" l="l" r="r" t="t"/>
              <a:pathLst>
                <a:path extrusionOk="0" h="499" w="587">
                  <a:moveTo>
                    <a:pt x="345" y="1"/>
                  </a:moveTo>
                  <a:cubicBezTo>
                    <a:pt x="342" y="1"/>
                    <a:pt x="339" y="1"/>
                    <a:pt x="336" y="1"/>
                  </a:cubicBezTo>
                  <a:cubicBezTo>
                    <a:pt x="111" y="1"/>
                    <a:pt x="0" y="270"/>
                    <a:pt x="159" y="424"/>
                  </a:cubicBezTo>
                  <a:cubicBezTo>
                    <a:pt x="210" y="475"/>
                    <a:pt x="274" y="498"/>
                    <a:pt x="336" y="498"/>
                  </a:cubicBezTo>
                  <a:cubicBezTo>
                    <a:pt x="464" y="498"/>
                    <a:pt x="586" y="400"/>
                    <a:pt x="586" y="251"/>
                  </a:cubicBezTo>
                  <a:cubicBezTo>
                    <a:pt x="586" y="114"/>
                    <a:pt x="480" y="1"/>
                    <a:pt x="345"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86"/>
            <p:cNvSpPr/>
            <p:nvPr/>
          </p:nvSpPr>
          <p:spPr>
            <a:xfrm>
              <a:off x="7693527" y="4070858"/>
              <a:ext cx="18378" cy="15734"/>
            </a:xfrm>
            <a:custGeom>
              <a:rect b="b" l="l" r="r" t="t"/>
              <a:pathLst>
                <a:path extrusionOk="0" h="601" w="702">
                  <a:moveTo>
                    <a:pt x="404" y="1"/>
                  </a:moveTo>
                  <a:cubicBezTo>
                    <a:pt x="135" y="1"/>
                    <a:pt x="0" y="323"/>
                    <a:pt x="188" y="510"/>
                  </a:cubicBezTo>
                  <a:cubicBezTo>
                    <a:pt x="250" y="573"/>
                    <a:pt x="327" y="601"/>
                    <a:pt x="401" y="601"/>
                  </a:cubicBezTo>
                  <a:cubicBezTo>
                    <a:pt x="555" y="601"/>
                    <a:pt x="702" y="480"/>
                    <a:pt x="702" y="299"/>
                  </a:cubicBezTo>
                  <a:cubicBezTo>
                    <a:pt x="702" y="131"/>
                    <a:pt x="567" y="1"/>
                    <a:pt x="404"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86"/>
            <p:cNvSpPr/>
            <p:nvPr/>
          </p:nvSpPr>
          <p:spPr>
            <a:xfrm>
              <a:off x="7552024" y="3826128"/>
              <a:ext cx="281880" cy="340733"/>
            </a:xfrm>
            <a:custGeom>
              <a:rect b="b" l="l" r="r" t="t"/>
              <a:pathLst>
                <a:path extrusionOk="0" h="13015" w="10767">
                  <a:moveTo>
                    <a:pt x="3530" y="7679"/>
                  </a:moveTo>
                  <a:cubicBezTo>
                    <a:pt x="4235" y="7679"/>
                    <a:pt x="4935" y="7865"/>
                    <a:pt x="5554" y="8225"/>
                  </a:cubicBezTo>
                  <a:cubicBezTo>
                    <a:pt x="6243" y="8618"/>
                    <a:pt x="6909" y="8749"/>
                    <a:pt x="7493" y="8749"/>
                  </a:cubicBezTo>
                  <a:cubicBezTo>
                    <a:pt x="7936" y="8749"/>
                    <a:pt x="8332" y="8674"/>
                    <a:pt x="8653" y="8580"/>
                  </a:cubicBezTo>
                  <a:cubicBezTo>
                    <a:pt x="9042" y="8465"/>
                    <a:pt x="9417" y="8297"/>
                    <a:pt x="9763" y="8081"/>
                  </a:cubicBezTo>
                  <a:lnTo>
                    <a:pt x="9763" y="8081"/>
                  </a:lnTo>
                  <a:cubicBezTo>
                    <a:pt x="10200" y="9560"/>
                    <a:pt x="9796" y="11160"/>
                    <a:pt x="8715" y="12260"/>
                  </a:cubicBezTo>
                  <a:cubicBezTo>
                    <a:pt x="8485" y="12491"/>
                    <a:pt x="8173" y="12621"/>
                    <a:pt x="7846" y="12625"/>
                  </a:cubicBezTo>
                  <a:lnTo>
                    <a:pt x="3460" y="12625"/>
                  </a:lnTo>
                  <a:cubicBezTo>
                    <a:pt x="3128" y="12625"/>
                    <a:pt x="2816" y="12491"/>
                    <a:pt x="2590" y="12260"/>
                  </a:cubicBezTo>
                  <a:cubicBezTo>
                    <a:pt x="1529" y="11189"/>
                    <a:pt x="1115" y="9637"/>
                    <a:pt x="1509" y="8182"/>
                  </a:cubicBezTo>
                  <a:cubicBezTo>
                    <a:pt x="1884" y="7989"/>
                    <a:pt x="2292" y="7850"/>
                    <a:pt x="2710" y="7764"/>
                  </a:cubicBezTo>
                  <a:cubicBezTo>
                    <a:pt x="2982" y="7707"/>
                    <a:pt x="3256" y="7679"/>
                    <a:pt x="3530" y="7679"/>
                  </a:cubicBezTo>
                  <a:close/>
                  <a:moveTo>
                    <a:pt x="3859" y="0"/>
                  </a:moveTo>
                  <a:cubicBezTo>
                    <a:pt x="3580" y="5"/>
                    <a:pt x="3354" y="231"/>
                    <a:pt x="3354" y="510"/>
                  </a:cubicBezTo>
                  <a:lnTo>
                    <a:pt x="3354" y="956"/>
                  </a:lnTo>
                  <a:cubicBezTo>
                    <a:pt x="3354" y="1235"/>
                    <a:pt x="3580" y="1461"/>
                    <a:pt x="3859" y="1466"/>
                  </a:cubicBezTo>
                  <a:lnTo>
                    <a:pt x="4128" y="1466"/>
                  </a:lnTo>
                  <a:lnTo>
                    <a:pt x="4128" y="3037"/>
                  </a:lnTo>
                  <a:cubicBezTo>
                    <a:pt x="4128" y="3161"/>
                    <a:pt x="4222" y="3224"/>
                    <a:pt x="4317" y="3224"/>
                  </a:cubicBezTo>
                  <a:cubicBezTo>
                    <a:pt x="4412" y="3224"/>
                    <a:pt x="4507" y="3161"/>
                    <a:pt x="4507" y="3037"/>
                  </a:cubicBezTo>
                  <a:lnTo>
                    <a:pt x="4507" y="1466"/>
                  </a:lnTo>
                  <a:lnTo>
                    <a:pt x="6794" y="1466"/>
                  </a:lnTo>
                  <a:lnTo>
                    <a:pt x="6794" y="4641"/>
                  </a:lnTo>
                  <a:cubicBezTo>
                    <a:pt x="6794" y="4924"/>
                    <a:pt x="6967" y="5174"/>
                    <a:pt x="7231" y="5275"/>
                  </a:cubicBezTo>
                  <a:cubicBezTo>
                    <a:pt x="8336" y="5717"/>
                    <a:pt x="9210" y="6601"/>
                    <a:pt x="9638" y="7711"/>
                  </a:cubicBezTo>
                  <a:cubicBezTo>
                    <a:pt x="9297" y="7937"/>
                    <a:pt x="8922" y="8110"/>
                    <a:pt x="8533" y="8220"/>
                  </a:cubicBezTo>
                  <a:cubicBezTo>
                    <a:pt x="8175" y="8325"/>
                    <a:pt x="7823" y="8378"/>
                    <a:pt x="7478" y="8378"/>
                  </a:cubicBezTo>
                  <a:cubicBezTo>
                    <a:pt x="6878" y="8378"/>
                    <a:pt x="6299" y="8218"/>
                    <a:pt x="5747" y="7898"/>
                  </a:cubicBezTo>
                  <a:cubicBezTo>
                    <a:pt x="5049" y="7497"/>
                    <a:pt x="4292" y="7306"/>
                    <a:pt x="3533" y="7306"/>
                  </a:cubicBezTo>
                  <a:cubicBezTo>
                    <a:pt x="2902" y="7306"/>
                    <a:pt x="2271" y="7438"/>
                    <a:pt x="1673" y="7692"/>
                  </a:cubicBezTo>
                  <a:cubicBezTo>
                    <a:pt x="2100" y="6587"/>
                    <a:pt x="2970" y="5712"/>
                    <a:pt x="4075" y="5275"/>
                  </a:cubicBezTo>
                  <a:cubicBezTo>
                    <a:pt x="4334" y="5174"/>
                    <a:pt x="4507" y="4920"/>
                    <a:pt x="4512" y="4641"/>
                  </a:cubicBezTo>
                  <a:lnTo>
                    <a:pt x="4512" y="3993"/>
                  </a:lnTo>
                  <a:cubicBezTo>
                    <a:pt x="4510" y="3868"/>
                    <a:pt x="4415" y="3805"/>
                    <a:pt x="4320" y="3805"/>
                  </a:cubicBezTo>
                  <a:cubicBezTo>
                    <a:pt x="4226" y="3805"/>
                    <a:pt x="4132" y="3868"/>
                    <a:pt x="4132" y="3993"/>
                  </a:cubicBezTo>
                  <a:lnTo>
                    <a:pt x="4132" y="4641"/>
                  </a:lnTo>
                  <a:cubicBezTo>
                    <a:pt x="4132" y="4766"/>
                    <a:pt x="4056" y="4876"/>
                    <a:pt x="3935" y="4924"/>
                  </a:cubicBezTo>
                  <a:cubicBezTo>
                    <a:pt x="827" y="6154"/>
                    <a:pt x="1" y="10166"/>
                    <a:pt x="2321" y="12534"/>
                  </a:cubicBezTo>
                  <a:cubicBezTo>
                    <a:pt x="2619" y="12837"/>
                    <a:pt x="3032" y="13010"/>
                    <a:pt x="3460" y="13014"/>
                  </a:cubicBezTo>
                  <a:lnTo>
                    <a:pt x="7846" y="13014"/>
                  </a:lnTo>
                  <a:cubicBezTo>
                    <a:pt x="8278" y="13014"/>
                    <a:pt x="8687" y="12837"/>
                    <a:pt x="8989" y="12534"/>
                  </a:cubicBezTo>
                  <a:cubicBezTo>
                    <a:pt x="10570" y="10920"/>
                    <a:pt x="10767" y="8407"/>
                    <a:pt x="9460" y="6567"/>
                  </a:cubicBezTo>
                  <a:cubicBezTo>
                    <a:pt x="8936" y="5828"/>
                    <a:pt x="8211" y="5256"/>
                    <a:pt x="7370" y="4920"/>
                  </a:cubicBezTo>
                  <a:cubicBezTo>
                    <a:pt x="7255" y="4876"/>
                    <a:pt x="7173" y="4766"/>
                    <a:pt x="7173" y="4641"/>
                  </a:cubicBezTo>
                  <a:lnTo>
                    <a:pt x="7173" y="1466"/>
                  </a:lnTo>
                  <a:lnTo>
                    <a:pt x="7447" y="1466"/>
                  </a:lnTo>
                  <a:cubicBezTo>
                    <a:pt x="7726" y="1461"/>
                    <a:pt x="7952" y="1235"/>
                    <a:pt x="7952" y="956"/>
                  </a:cubicBezTo>
                  <a:lnTo>
                    <a:pt x="7952" y="510"/>
                  </a:lnTo>
                  <a:cubicBezTo>
                    <a:pt x="7952" y="231"/>
                    <a:pt x="7726" y="5"/>
                    <a:pt x="7447" y="0"/>
                  </a:cubicBezTo>
                  <a:lnTo>
                    <a:pt x="6438" y="0"/>
                  </a:lnTo>
                  <a:cubicBezTo>
                    <a:pt x="6189" y="0"/>
                    <a:pt x="6189" y="380"/>
                    <a:pt x="6438" y="380"/>
                  </a:cubicBezTo>
                  <a:lnTo>
                    <a:pt x="7447" y="380"/>
                  </a:lnTo>
                  <a:cubicBezTo>
                    <a:pt x="7514" y="380"/>
                    <a:pt x="7572" y="438"/>
                    <a:pt x="7572" y="505"/>
                  </a:cubicBezTo>
                  <a:lnTo>
                    <a:pt x="7572" y="952"/>
                  </a:lnTo>
                  <a:cubicBezTo>
                    <a:pt x="7572" y="1021"/>
                    <a:pt x="7519" y="1077"/>
                    <a:pt x="7455" y="1077"/>
                  </a:cubicBezTo>
                  <a:cubicBezTo>
                    <a:pt x="7452" y="1077"/>
                    <a:pt x="7450" y="1077"/>
                    <a:pt x="7447" y="1076"/>
                  </a:cubicBezTo>
                  <a:lnTo>
                    <a:pt x="3859" y="1076"/>
                  </a:lnTo>
                  <a:cubicBezTo>
                    <a:pt x="3856" y="1077"/>
                    <a:pt x="3853" y="1077"/>
                    <a:pt x="3851" y="1077"/>
                  </a:cubicBezTo>
                  <a:cubicBezTo>
                    <a:pt x="3787" y="1077"/>
                    <a:pt x="3734" y="1021"/>
                    <a:pt x="3734" y="952"/>
                  </a:cubicBezTo>
                  <a:lnTo>
                    <a:pt x="3734" y="505"/>
                  </a:lnTo>
                  <a:cubicBezTo>
                    <a:pt x="3734" y="438"/>
                    <a:pt x="3791" y="380"/>
                    <a:pt x="3859" y="380"/>
                  </a:cubicBezTo>
                  <a:lnTo>
                    <a:pt x="5506" y="380"/>
                  </a:lnTo>
                  <a:cubicBezTo>
                    <a:pt x="5761" y="380"/>
                    <a:pt x="5761" y="5"/>
                    <a:pt x="55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2" name="Google Shape;14262;p86"/>
          <p:cNvGrpSpPr/>
          <p:nvPr/>
        </p:nvGrpSpPr>
        <p:grpSpPr>
          <a:xfrm>
            <a:off x="6264910" y="4289828"/>
            <a:ext cx="202895" cy="354268"/>
            <a:chOff x="6264910" y="4289828"/>
            <a:chExt cx="202895" cy="354268"/>
          </a:xfrm>
        </p:grpSpPr>
        <p:sp>
          <p:nvSpPr>
            <p:cNvPr id="14263" name="Google Shape;14263;p86"/>
            <p:cNvSpPr/>
            <p:nvPr/>
          </p:nvSpPr>
          <p:spPr>
            <a:xfrm>
              <a:off x="6268811" y="4364781"/>
              <a:ext cx="77493" cy="31468"/>
            </a:xfrm>
            <a:custGeom>
              <a:rect b="b" l="l" r="r" t="t"/>
              <a:pathLst>
                <a:path extrusionOk="0" h="1202" w="2960">
                  <a:moveTo>
                    <a:pt x="207" y="1"/>
                  </a:moveTo>
                  <a:cubicBezTo>
                    <a:pt x="0" y="376"/>
                    <a:pt x="0" y="827"/>
                    <a:pt x="202" y="1202"/>
                  </a:cubicBezTo>
                  <a:lnTo>
                    <a:pt x="2806" y="1202"/>
                  </a:lnTo>
                  <a:cubicBezTo>
                    <a:pt x="2907" y="1019"/>
                    <a:pt x="2959" y="818"/>
                    <a:pt x="2959" y="606"/>
                  </a:cubicBezTo>
                  <a:cubicBezTo>
                    <a:pt x="2959" y="395"/>
                    <a:pt x="2902" y="184"/>
                    <a:pt x="2796"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86"/>
            <p:cNvSpPr/>
            <p:nvPr/>
          </p:nvSpPr>
          <p:spPr>
            <a:xfrm>
              <a:off x="6324391" y="4364781"/>
              <a:ext cx="21913" cy="31468"/>
            </a:xfrm>
            <a:custGeom>
              <a:rect b="b" l="l" r="r" t="t"/>
              <a:pathLst>
                <a:path extrusionOk="0" h="1202" w="837">
                  <a:moveTo>
                    <a:pt x="1" y="1"/>
                  </a:moveTo>
                  <a:cubicBezTo>
                    <a:pt x="106" y="184"/>
                    <a:pt x="159" y="395"/>
                    <a:pt x="159" y="606"/>
                  </a:cubicBezTo>
                  <a:cubicBezTo>
                    <a:pt x="159" y="818"/>
                    <a:pt x="106" y="1019"/>
                    <a:pt x="5" y="1202"/>
                  </a:cubicBezTo>
                  <a:lnTo>
                    <a:pt x="683" y="1202"/>
                  </a:lnTo>
                  <a:cubicBezTo>
                    <a:pt x="784" y="1019"/>
                    <a:pt x="836" y="818"/>
                    <a:pt x="832" y="606"/>
                  </a:cubicBezTo>
                  <a:cubicBezTo>
                    <a:pt x="836" y="395"/>
                    <a:pt x="784" y="184"/>
                    <a:pt x="673"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86"/>
            <p:cNvSpPr/>
            <p:nvPr/>
          </p:nvSpPr>
          <p:spPr>
            <a:xfrm>
              <a:off x="6270068" y="4536967"/>
              <a:ext cx="76236" cy="31599"/>
            </a:xfrm>
            <a:custGeom>
              <a:rect b="b" l="l" r="r" t="t"/>
              <a:pathLst>
                <a:path extrusionOk="0" h="1207" w="2912">
                  <a:moveTo>
                    <a:pt x="154" y="1"/>
                  </a:moveTo>
                  <a:cubicBezTo>
                    <a:pt x="58" y="183"/>
                    <a:pt x="5" y="390"/>
                    <a:pt x="5" y="596"/>
                  </a:cubicBezTo>
                  <a:cubicBezTo>
                    <a:pt x="0" y="808"/>
                    <a:pt x="58" y="1019"/>
                    <a:pt x="163" y="1206"/>
                  </a:cubicBezTo>
                  <a:lnTo>
                    <a:pt x="2753" y="1206"/>
                  </a:lnTo>
                  <a:cubicBezTo>
                    <a:pt x="2859" y="1019"/>
                    <a:pt x="2911" y="808"/>
                    <a:pt x="2911" y="596"/>
                  </a:cubicBezTo>
                  <a:cubicBezTo>
                    <a:pt x="2911" y="390"/>
                    <a:pt x="2859" y="183"/>
                    <a:pt x="2758"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86"/>
            <p:cNvSpPr/>
            <p:nvPr/>
          </p:nvSpPr>
          <p:spPr>
            <a:xfrm>
              <a:off x="6324391" y="4536967"/>
              <a:ext cx="23169" cy="31599"/>
            </a:xfrm>
            <a:custGeom>
              <a:rect b="b" l="l" r="r" t="t"/>
              <a:pathLst>
                <a:path extrusionOk="0" h="1207" w="885">
                  <a:moveTo>
                    <a:pt x="10" y="1"/>
                  </a:moveTo>
                  <a:cubicBezTo>
                    <a:pt x="212" y="375"/>
                    <a:pt x="207" y="832"/>
                    <a:pt x="1" y="1206"/>
                  </a:cubicBezTo>
                  <a:lnTo>
                    <a:pt x="678" y="1206"/>
                  </a:lnTo>
                  <a:cubicBezTo>
                    <a:pt x="884" y="832"/>
                    <a:pt x="884" y="375"/>
                    <a:pt x="683"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86"/>
            <p:cNvSpPr/>
            <p:nvPr/>
          </p:nvSpPr>
          <p:spPr>
            <a:xfrm>
              <a:off x="6386150" y="4450940"/>
              <a:ext cx="76367" cy="31468"/>
            </a:xfrm>
            <a:custGeom>
              <a:rect b="b" l="l" r="r" t="t"/>
              <a:pathLst>
                <a:path extrusionOk="0" h="1202" w="2917">
                  <a:moveTo>
                    <a:pt x="159" y="1"/>
                  </a:moveTo>
                  <a:cubicBezTo>
                    <a:pt x="58" y="183"/>
                    <a:pt x="0" y="390"/>
                    <a:pt x="5" y="601"/>
                  </a:cubicBezTo>
                  <a:cubicBezTo>
                    <a:pt x="5" y="808"/>
                    <a:pt x="58" y="1014"/>
                    <a:pt x="159" y="1202"/>
                  </a:cubicBezTo>
                  <a:lnTo>
                    <a:pt x="2758" y="1202"/>
                  </a:lnTo>
                  <a:cubicBezTo>
                    <a:pt x="2864" y="1019"/>
                    <a:pt x="2916" y="808"/>
                    <a:pt x="2916" y="601"/>
                  </a:cubicBezTo>
                  <a:cubicBezTo>
                    <a:pt x="2916" y="390"/>
                    <a:pt x="2859" y="178"/>
                    <a:pt x="27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86"/>
            <p:cNvSpPr/>
            <p:nvPr/>
          </p:nvSpPr>
          <p:spPr>
            <a:xfrm>
              <a:off x="6438327" y="4450809"/>
              <a:ext cx="24190" cy="31468"/>
            </a:xfrm>
            <a:custGeom>
              <a:rect b="b" l="l" r="r" t="t"/>
              <a:pathLst>
                <a:path extrusionOk="0" h="1202" w="924">
                  <a:moveTo>
                    <a:pt x="1" y="1"/>
                  </a:moveTo>
                  <a:cubicBezTo>
                    <a:pt x="107" y="183"/>
                    <a:pt x="160" y="390"/>
                    <a:pt x="160" y="601"/>
                  </a:cubicBezTo>
                  <a:cubicBezTo>
                    <a:pt x="160" y="813"/>
                    <a:pt x="107" y="1019"/>
                    <a:pt x="1" y="1202"/>
                  </a:cubicBezTo>
                  <a:lnTo>
                    <a:pt x="765" y="1202"/>
                  </a:lnTo>
                  <a:cubicBezTo>
                    <a:pt x="871" y="1019"/>
                    <a:pt x="923" y="813"/>
                    <a:pt x="923" y="601"/>
                  </a:cubicBezTo>
                  <a:cubicBezTo>
                    <a:pt x="923" y="390"/>
                    <a:pt x="871" y="183"/>
                    <a:pt x="765"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86"/>
            <p:cNvSpPr/>
            <p:nvPr/>
          </p:nvSpPr>
          <p:spPr>
            <a:xfrm>
              <a:off x="6264910" y="4289828"/>
              <a:ext cx="86734" cy="354268"/>
            </a:xfrm>
            <a:custGeom>
              <a:rect b="b" l="l" r="r" t="t"/>
              <a:pathLst>
                <a:path extrusionOk="0" h="13532" w="3313">
                  <a:moveTo>
                    <a:pt x="1653" y="2057"/>
                  </a:moveTo>
                  <a:cubicBezTo>
                    <a:pt x="1984" y="2249"/>
                    <a:pt x="2301" y="2441"/>
                    <a:pt x="2537" y="2667"/>
                  </a:cubicBezTo>
                  <a:lnTo>
                    <a:pt x="774" y="2667"/>
                  </a:lnTo>
                  <a:cubicBezTo>
                    <a:pt x="1004" y="2441"/>
                    <a:pt x="1321" y="2249"/>
                    <a:pt x="1653" y="2057"/>
                  </a:cubicBezTo>
                  <a:close/>
                  <a:moveTo>
                    <a:pt x="2820" y="3061"/>
                  </a:moveTo>
                  <a:cubicBezTo>
                    <a:pt x="2935" y="3316"/>
                    <a:pt x="2935" y="3613"/>
                    <a:pt x="2820" y="3868"/>
                  </a:cubicBezTo>
                  <a:lnTo>
                    <a:pt x="485" y="3868"/>
                  </a:lnTo>
                  <a:cubicBezTo>
                    <a:pt x="370" y="3613"/>
                    <a:pt x="370" y="3320"/>
                    <a:pt x="490" y="3061"/>
                  </a:cubicBezTo>
                  <a:close/>
                  <a:moveTo>
                    <a:pt x="2546" y="4272"/>
                  </a:moveTo>
                  <a:cubicBezTo>
                    <a:pt x="2316" y="4497"/>
                    <a:pt x="1994" y="4694"/>
                    <a:pt x="1653" y="4891"/>
                  </a:cubicBezTo>
                  <a:cubicBezTo>
                    <a:pt x="1316" y="4694"/>
                    <a:pt x="995" y="4507"/>
                    <a:pt x="759" y="4272"/>
                  </a:cubicBezTo>
                  <a:close/>
                  <a:moveTo>
                    <a:pt x="2883" y="6952"/>
                  </a:moveTo>
                  <a:cubicBezTo>
                    <a:pt x="2782" y="7500"/>
                    <a:pt x="2244" y="7831"/>
                    <a:pt x="1653" y="8168"/>
                  </a:cubicBezTo>
                  <a:cubicBezTo>
                    <a:pt x="1062" y="7831"/>
                    <a:pt x="529" y="7500"/>
                    <a:pt x="423" y="6952"/>
                  </a:cubicBezTo>
                  <a:close/>
                  <a:moveTo>
                    <a:pt x="1653" y="8629"/>
                  </a:moveTo>
                  <a:cubicBezTo>
                    <a:pt x="1994" y="8816"/>
                    <a:pt x="2316" y="9013"/>
                    <a:pt x="2546" y="9244"/>
                  </a:cubicBezTo>
                  <a:lnTo>
                    <a:pt x="759" y="9244"/>
                  </a:lnTo>
                  <a:cubicBezTo>
                    <a:pt x="995" y="9013"/>
                    <a:pt x="1316" y="8816"/>
                    <a:pt x="1653" y="8629"/>
                  </a:cubicBezTo>
                  <a:close/>
                  <a:moveTo>
                    <a:pt x="2820" y="9642"/>
                  </a:moveTo>
                  <a:cubicBezTo>
                    <a:pt x="2935" y="9897"/>
                    <a:pt x="2935" y="10190"/>
                    <a:pt x="2820" y="10450"/>
                  </a:cubicBezTo>
                  <a:lnTo>
                    <a:pt x="490" y="10450"/>
                  </a:lnTo>
                  <a:cubicBezTo>
                    <a:pt x="370" y="10190"/>
                    <a:pt x="365" y="9897"/>
                    <a:pt x="485" y="9642"/>
                  </a:cubicBezTo>
                  <a:close/>
                  <a:moveTo>
                    <a:pt x="2537" y="10843"/>
                  </a:moveTo>
                  <a:cubicBezTo>
                    <a:pt x="2301" y="11074"/>
                    <a:pt x="1984" y="11261"/>
                    <a:pt x="1653" y="11449"/>
                  </a:cubicBezTo>
                  <a:cubicBezTo>
                    <a:pt x="1316" y="11261"/>
                    <a:pt x="1004" y="11069"/>
                    <a:pt x="769" y="10843"/>
                  </a:cubicBezTo>
                  <a:close/>
                  <a:moveTo>
                    <a:pt x="202" y="1"/>
                  </a:moveTo>
                  <a:cubicBezTo>
                    <a:pt x="107" y="1"/>
                    <a:pt x="12" y="63"/>
                    <a:pt x="5" y="188"/>
                  </a:cubicBezTo>
                  <a:cubicBezTo>
                    <a:pt x="5" y="1000"/>
                    <a:pt x="620" y="1456"/>
                    <a:pt x="1259" y="1831"/>
                  </a:cubicBezTo>
                  <a:cubicBezTo>
                    <a:pt x="596" y="2220"/>
                    <a:pt x="5" y="2710"/>
                    <a:pt x="5" y="3474"/>
                  </a:cubicBezTo>
                  <a:cubicBezTo>
                    <a:pt x="5" y="4281"/>
                    <a:pt x="620" y="4742"/>
                    <a:pt x="1259" y="5117"/>
                  </a:cubicBezTo>
                  <a:cubicBezTo>
                    <a:pt x="620" y="5492"/>
                    <a:pt x="5" y="5948"/>
                    <a:pt x="5" y="6755"/>
                  </a:cubicBezTo>
                  <a:cubicBezTo>
                    <a:pt x="5" y="7567"/>
                    <a:pt x="620" y="8023"/>
                    <a:pt x="1259" y="8398"/>
                  </a:cubicBezTo>
                  <a:cubicBezTo>
                    <a:pt x="620" y="8773"/>
                    <a:pt x="5" y="9229"/>
                    <a:pt x="5" y="10041"/>
                  </a:cubicBezTo>
                  <a:cubicBezTo>
                    <a:pt x="5" y="10301"/>
                    <a:pt x="77" y="10555"/>
                    <a:pt x="216" y="10771"/>
                  </a:cubicBezTo>
                  <a:cubicBezTo>
                    <a:pt x="279" y="10839"/>
                    <a:pt x="399" y="11175"/>
                    <a:pt x="1259" y="11679"/>
                  </a:cubicBezTo>
                  <a:cubicBezTo>
                    <a:pt x="625" y="12059"/>
                    <a:pt x="10" y="12515"/>
                    <a:pt x="10" y="13322"/>
                  </a:cubicBezTo>
                  <a:cubicBezTo>
                    <a:pt x="0" y="13462"/>
                    <a:pt x="102" y="13531"/>
                    <a:pt x="204" y="13531"/>
                  </a:cubicBezTo>
                  <a:cubicBezTo>
                    <a:pt x="306" y="13531"/>
                    <a:pt x="409" y="13462"/>
                    <a:pt x="399" y="13322"/>
                  </a:cubicBezTo>
                  <a:cubicBezTo>
                    <a:pt x="399" y="12655"/>
                    <a:pt x="999" y="12285"/>
                    <a:pt x="1658" y="11910"/>
                  </a:cubicBezTo>
                  <a:cubicBezTo>
                    <a:pt x="2311" y="12285"/>
                    <a:pt x="2911" y="12655"/>
                    <a:pt x="2911" y="13322"/>
                  </a:cubicBezTo>
                  <a:cubicBezTo>
                    <a:pt x="2904" y="13462"/>
                    <a:pt x="3006" y="13531"/>
                    <a:pt x="3108" y="13531"/>
                  </a:cubicBezTo>
                  <a:cubicBezTo>
                    <a:pt x="3210" y="13531"/>
                    <a:pt x="3313" y="13462"/>
                    <a:pt x="3305" y="13322"/>
                  </a:cubicBezTo>
                  <a:cubicBezTo>
                    <a:pt x="3305" y="12515"/>
                    <a:pt x="2690" y="12059"/>
                    <a:pt x="2052" y="11679"/>
                  </a:cubicBezTo>
                  <a:cubicBezTo>
                    <a:pt x="2714" y="11290"/>
                    <a:pt x="3305" y="10805"/>
                    <a:pt x="3305" y="10036"/>
                  </a:cubicBezTo>
                  <a:cubicBezTo>
                    <a:pt x="3305" y="9229"/>
                    <a:pt x="2690" y="8773"/>
                    <a:pt x="2052" y="8393"/>
                  </a:cubicBezTo>
                  <a:cubicBezTo>
                    <a:pt x="2690" y="8019"/>
                    <a:pt x="3305" y="7562"/>
                    <a:pt x="3305" y="6750"/>
                  </a:cubicBezTo>
                  <a:cubicBezTo>
                    <a:pt x="3305" y="6587"/>
                    <a:pt x="3277" y="6419"/>
                    <a:pt x="3219" y="6260"/>
                  </a:cubicBezTo>
                  <a:cubicBezTo>
                    <a:pt x="3185" y="6168"/>
                    <a:pt x="3113" y="6129"/>
                    <a:pt x="3040" y="6129"/>
                  </a:cubicBezTo>
                  <a:cubicBezTo>
                    <a:pt x="2917" y="6129"/>
                    <a:pt x="2792" y="6241"/>
                    <a:pt x="2849" y="6395"/>
                  </a:cubicBezTo>
                  <a:cubicBezTo>
                    <a:pt x="2863" y="6448"/>
                    <a:pt x="2873" y="6501"/>
                    <a:pt x="2878" y="6553"/>
                  </a:cubicBezTo>
                  <a:lnTo>
                    <a:pt x="423" y="6553"/>
                  </a:lnTo>
                  <a:cubicBezTo>
                    <a:pt x="529" y="6006"/>
                    <a:pt x="1067" y="5674"/>
                    <a:pt x="1658" y="5338"/>
                  </a:cubicBezTo>
                  <a:cubicBezTo>
                    <a:pt x="1883" y="5463"/>
                    <a:pt x="2104" y="5602"/>
                    <a:pt x="2316" y="5756"/>
                  </a:cubicBezTo>
                  <a:cubicBezTo>
                    <a:pt x="2356" y="5786"/>
                    <a:pt x="2397" y="5799"/>
                    <a:pt x="2437" y="5799"/>
                  </a:cubicBezTo>
                  <a:cubicBezTo>
                    <a:pt x="2602" y="5799"/>
                    <a:pt x="2727" y="5566"/>
                    <a:pt x="2556" y="5434"/>
                  </a:cubicBezTo>
                  <a:cubicBezTo>
                    <a:pt x="2393" y="5319"/>
                    <a:pt x="2229" y="5213"/>
                    <a:pt x="2056" y="5112"/>
                  </a:cubicBezTo>
                  <a:cubicBezTo>
                    <a:pt x="2690" y="4738"/>
                    <a:pt x="3310" y="4281"/>
                    <a:pt x="3310" y="3469"/>
                  </a:cubicBezTo>
                  <a:cubicBezTo>
                    <a:pt x="3310" y="3210"/>
                    <a:pt x="3238" y="2955"/>
                    <a:pt x="3099" y="2739"/>
                  </a:cubicBezTo>
                  <a:cubicBezTo>
                    <a:pt x="3036" y="2672"/>
                    <a:pt x="2916" y="2336"/>
                    <a:pt x="2056" y="1831"/>
                  </a:cubicBezTo>
                  <a:cubicBezTo>
                    <a:pt x="2690" y="1456"/>
                    <a:pt x="3301" y="1000"/>
                    <a:pt x="3301" y="188"/>
                  </a:cubicBezTo>
                  <a:cubicBezTo>
                    <a:pt x="3296" y="63"/>
                    <a:pt x="3201" y="1"/>
                    <a:pt x="3106" y="1"/>
                  </a:cubicBezTo>
                  <a:cubicBezTo>
                    <a:pt x="3011" y="1"/>
                    <a:pt x="2916" y="63"/>
                    <a:pt x="2911" y="188"/>
                  </a:cubicBezTo>
                  <a:cubicBezTo>
                    <a:pt x="2911" y="861"/>
                    <a:pt x="2311" y="1226"/>
                    <a:pt x="1653" y="1601"/>
                  </a:cubicBezTo>
                  <a:cubicBezTo>
                    <a:pt x="999" y="1226"/>
                    <a:pt x="399" y="861"/>
                    <a:pt x="399" y="188"/>
                  </a:cubicBezTo>
                  <a:cubicBezTo>
                    <a:pt x="392" y="63"/>
                    <a:pt x="297" y="1"/>
                    <a:pt x="2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86"/>
            <p:cNvSpPr/>
            <p:nvPr/>
          </p:nvSpPr>
          <p:spPr>
            <a:xfrm>
              <a:off x="6380731" y="4289828"/>
              <a:ext cx="87075" cy="353823"/>
            </a:xfrm>
            <a:custGeom>
              <a:rect b="b" l="l" r="r" t="t"/>
              <a:pathLst>
                <a:path extrusionOk="0" h="13515" w="3326">
                  <a:moveTo>
                    <a:pt x="2907" y="3628"/>
                  </a:moveTo>
                  <a:cubicBezTo>
                    <a:pt x="2821" y="4199"/>
                    <a:pt x="2273" y="4541"/>
                    <a:pt x="1668" y="4891"/>
                  </a:cubicBezTo>
                  <a:cubicBezTo>
                    <a:pt x="1062" y="4545"/>
                    <a:pt x="515" y="4204"/>
                    <a:pt x="433" y="3628"/>
                  </a:cubicBezTo>
                  <a:close/>
                  <a:moveTo>
                    <a:pt x="1668" y="5338"/>
                  </a:moveTo>
                  <a:cubicBezTo>
                    <a:pt x="2002" y="5529"/>
                    <a:pt x="2317" y="5724"/>
                    <a:pt x="2551" y="5948"/>
                  </a:cubicBezTo>
                  <a:lnTo>
                    <a:pt x="779" y="5948"/>
                  </a:lnTo>
                  <a:cubicBezTo>
                    <a:pt x="1014" y="5718"/>
                    <a:pt x="1331" y="5530"/>
                    <a:pt x="1668" y="5338"/>
                  </a:cubicBezTo>
                  <a:close/>
                  <a:moveTo>
                    <a:pt x="2835" y="6352"/>
                  </a:moveTo>
                  <a:cubicBezTo>
                    <a:pt x="2950" y="6606"/>
                    <a:pt x="2950" y="6904"/>
                    <a:pt x="2835" y="7159"/>
                  </a:cubicBezTo>
                  <a:lnTo>
                    <a:pt x="500" y="7159"/>
                  </a:lnTo>
                  <a:cubicBezTo>
                    <a:pt x="380" y="6904"/>
                    <a:pt x="380" y="6606"/>
                    <a:pt x="500" y="6352"/>
                  </a:cubicBezTo>
                  <a:close/>
                  <a:moveTo>
                    <a:pt x="2552" y="7553"/>
                  </a:moveTo>
                  <a:cubicBezTo>
                    <a:pt x="2321" y="7788"/>
                    <a:pt x="2004" y="7975"/>
                    <a:pt x="1668" y="8168"/>
                  </a:cubicBezTo>
                  <a:lnTo>
                    <a:pt x="1668" y="8163"/>
                  </a:lnTo>
                  <a:cubicBezTo>
                    <a:pt x="1331" y="7975"/>
                    <a:pt x="1010" y="7778"/>
                    <a:pt x="779" y="7553"/>
                  </a:cubicBezTo>
                  <a:close/>
                  <a:moveTo>
                    <a:pt x="1668" y="8619"/>
                  </a:moveTo>
                  <a:cubicBezTo>
                    <a:pt x="2254" y="8955"/>
                    <a:pt x="2792" y="9287"/>
                    <a:pt x="2902" y="9830"/>
                  </a:cubicBezTo>
                  <a:lnTo>
                    <a:pt x="438" y="9830"/>
                  </a:lnTo>
                  <a:cubicBezTo>
                    <a:pt x="548" y="9282"/>
                    <a:pt x="1082" y="8955"/>
                    <a:pt x="1668" y="8619"/>
                  </a:cubicBezTo>
                  <a:close/>
                  <a:moveTo>
                    <a:pt x="2902" y="10229"/>
                  </a:moveTo>
                  <a:cubicBezTo>
                    <a:pt x="2797" y="10781"/>
                    <a:pt x="2259" y="11117"/>
                    <a:pt x="1668" y="11449"/>
                  </a:cubicBezTo>
                  <a:cubicBezTo>
                    <a:pt x="1077" y="11112"/>
                    <a:pt x="539" y="10781"/>
                    <a:pt x="438" y="10229"/>
                  </a:cubicBezTo>
                  <a:close/>
                  <a:moveTo>
                    <a:pt x="217" y="1"/>
                  </a:moveTo>
                  <a:cubicBezTo>
                    <a:pt x="122" y="1"/>
                    <a:pt x="27" y="63"/>
                    <a:pt x="20" y="188"/>
                  </a:cubicBezTo>
                  <a:cubicBezTo>
                    <a:pt x="20" y="1000"/>
                    <a:pt x="644" y="1456"/>
                    <a:pt x="1283" y="1836"/>
                  </a:cubicBezTo>
                  <a:cubicBezTo>
                    <a:pt x="1134" y="1922"/>
                    <a:pt x="981" y="2009"/>
                    <a:pt x="841" y="2105"/>
                  </a:cubicBezTo>
                  <a:cubicBezTo>
                    <a:pt x="688" y="2215"/>
                    <a:pt x="765" y="2460"/>
                    <a:pt x="957" y="2465"/>
                  </a:cubicBezTo>
                  <a:cubicBezTo>
                    <a:pt x="1072" y="2465"/>
                    <a:pt x="1010" y="2436"/>
                    <a:pt x="1668" y="2062"/>
                  </a:cubicBezTo>
                  <a:cubicBezTo>
                    <a:pt x="2239" y="2384"/>
                    <a:pt x="2768" y="2710"/>
                    <a:pt x="2893" y="3229"/>
                  </a:cubicBezTo>
                  <a:lnTo>
                    <a:pt x="467" y="3229"/>
                  </a:lnTo>
                  <a:cubicBezTo>
                    <a:pt x="472" y="3167"/>
                    <a:pt x="481" y="3109"/>
                    <a:pt x="500" y="3051"/>
                  </a:cubicBezTo>
                  <a:cubicBezTo>
                    <a:pt x="548" y="2955"/>
                    <a:pt x="500" y="2835"/>
                    <a:pt x="399" y="2792"/>
                  </a:cubicBezTo>
                  <a:cubicBezTo>
                    <a:pt x="374" y="2781"/>
                    <a:pt x="348" y="2775"/>
                    <a:pt x="322" y="2775"/>
                  </a:cubicBezTo>
                  <a:cubicBezTo>
                    <a:pt x="248" y="2775"/>
                    <a:pt x="176" y="2818"/>
                    <a:pt x="140" y="2893"/>
                  </a:cubicBezTo>
                  <a:cubicBezTo>
                    <a:pt x="73" y="3056"/>
                    <a:pt x="30" y="3234"/>
                    <a:pt x="25" y="3412"/>
                  </a:cubicBezTo>
                  <a:cubicBezTo>
                    <a:pt x="25" y="3421"/>
                    <a:pt x="20" y="3421"/>
                    <a:pt x="20" y="3431"/>
                  </a:cubicBezTo>
                  <a:cubicBezTo>
                    <a:pt x="20" y="3436"/>
                    <a:pt x="25" y="3436"/>
                    <a:pt x="25" y="3436"/>
                  </a:cubicBezTo>
                  <a:cubicBezTo>
                    <a:pt x="1" y="4248"/>
                    <a:pt x="572" y="4704"/>
                    <a:pt x="1274" y="5112"/>
                  </a:cubicBezTo>
                  <a:cubicBezTo>
                    <a:pt x="640" y="5492"/>
                    <a:pt x="20" y="5948"/>
                    <a:pt x="20" y="6755"/>
                  </a:cubicBezTo>
                  <a:cubicBezTo>
                    <a:pt x="20" y="7567"/>
                    <a:pt x="640" y="8023"/>
                    <a:pt x="1274" y="8398"/>
                  </a:cubicBezTo>
                  <a:cubicBezTo>
                    <a:pt x="592" y="8802"/>
                    <a:pt x="20" y="9258"/>
                    <a:pt x="20" y="10041"/>
                  </a:cubicBezTo>
                  <a:cubicBezTo>
                    <a:pt x="20" y="10853"/>
                    <a:pt x="640" y="11309"/>
                    <a:pt x="1274" y="11684"/>
                  </a:cubicBezTo>
                  <a:cubicBezTo>
                    <a:pt x="640" y="12064"/>
                    <a:pt x="20" y="12520"/>
                    <a:pt x="20" y="13327"/>
                  </a:cubicBezTo>
                  <a:cubicBezTo>
                    <a:pt x="27" y="13452"/>
                    <a:pt x="122" y="13514"/>
                    <a:pt x="217" y="13514"/>
                  </a:cubicBezTo>
                  <a:cubicBezTo>
                    <a:pt x="312" y="13514"/>
                    <a:pt x="407" y="13452"/>
                    <a:pt x="414" y="13327"/>
                  </a:cubicBezTo>
                  <a:cubicBezTo>
                    <a:pt x="414" y="12659"/>
                    <a:pt x="1010" y="12289"/>
                    <a:pt x="1668" y="11915"/>
                  </a:cubicBezTo>
                  <a:cubicBezTo>
                    <a:pt x="2326" y="12289"/>
                    <a:pt x="2926" y="12659"/>
                    <a:pt x="2926" y="13327"/>
                  </a:cubicBezTo>
                  <a:cubicBezTo>
                    <a:pt x="2934" y="13452"/>
                    <a:pt x="3028" y="13514"/>
                    <a:pt x="3123" y="13514"/>
                  </a:cubicBezTo>
                  <a:cubicBezTo>
                    <a:pt x="3218" y="13514"/>
                    <a:pt x="3313" y="13452"/>
                    <a:pt x="3320" y="13327"/>
                  </a:cubicBezTo>
                  <a:cubicBezTo>
                    <a:pt x="3320" y="12520"/>
                    <a:pt x="2701" y="12064"/>
                    <a:pt x="2066" y="11684"/>
                  </a:cubicBezTo>
                  <a:cubicBezTo>
                    <a:pt x="2739" y="11290"/>
                    <a:pt x="3325" y="10829"/>
                    <a:pt x="3320" y="10036"/>
                  </a:cubicBezTo>
                  <a:cubicBezTo>
                    <a:pt x="3311" y="9234"/>
                    <a:pt x="2701" y="8778"/>
                    <a:pt x="2066" y="8403"/>
                  </a:cubicBezTo>
                  <a:cubicBezTo>
                    <a:pt x="2701" y="8028"/>
                    <a:pt x="3320" y="7572"/>
                    <a:pt x="3320" y="6760"/>
                  </a:cubicBezTo>
                  <a:cubicBezTo>
                    <a:pt x="3320" y="5948"/>
                    <a:pt x="2701" y="5492"/>
                    <a:pt x="2066" y="5117"/>
                  </a:cubicBezTo>
                  <a:cubicBezTo>
                    <a:pt x="2787" y="4694"/>
                    <a:pt x="3320" y="4257"/>
                    <a:pt x="3320" y="3431"/>
                  </a:cubicBezTo>
                  <a:cubicBezTo>
                    <a:pt x="3320" y="3421"/>
                    <a:pt x="3316" y="3412"/>
                    <a:pt x="3316" y="3412"/>
                  </a:cubicBezTo>
                  <a:cubicBezTo>
                    <a:pt x="3282" y="2643"/>
                    <a:pt x="2686" y="2196"/>
                    <a:pt x="2066" y="1831"/>
                  </a:cubicBezTo>
                  <a:cubicBezTo>
                    <a:pt x="2701" y="1456"/>
                    <a:pt x="3320" y="1000"/>
                    <a:pt x="3320" y="188"/>
                  </a:cubicBezTo>
                  <a:cubicBezTo>
                    <a:pt x="3313" y="63"/>
                    <a:pt x="3218" y="1"/>
                    <a:pt x="3123" y="1"/>
                  </a:cubicBezTo>
                  <a:cubicBezTo>
                    <a:pt x="3028" y="1"/>
                    <a:pt x="2934" y="63"/>
                    <a:pt x="2926" y="188"/>
                  </a:cubicBezTo>
                  <a:cubicBezTo>
                    <a:pt x="2926" y="861"/>
                    <a:pt x="2331" y="1231"/>
                    <a:pt x="1673" y="1601"/>
                  </a:cubicBezTo>
                  <a:cubicBezTo>
                    <a:pt x="1014" y="1226"/>
                    <a:pt x="414" y="861"/>
                    <a:pt x="414" y="188"/>
                  </a:cubicBezTo>
                  <a:cubicBezTo>
                    <a:pt x="407" y="63"/>
                    <a:pt x="312" y="1"/>
                    <a:pt x="2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1" name="Google Shape;14271;p86"/>
          <p:cNvGrpSpPr/>
          <p:nvPr/>
        </p:nvGrpSpPr>
        <p:grpSpPr>
          <a:xfrm>
            <a:off x="7972606" y="3826547"/>
            <a:ext cx="335863" cy="339685"/>
            <a:chOff x="7972606" y="3826547"/>
            <a:chExt cx="335863" cy="339685"/>
          </a:xfrm>
        </p:grpSpPr>
        <p:sp>
          <p:nvSpPr>
            <p:cNvPr id="14272" name="Google Shape;14272;p86"/>
            <p:cNvSpPr/>
            <p:nvPr/>
          </p:nvSpPr>
          <p:spPr>
            <a:xfrm>
              <a:off x="8048318" y="3874299"/>
              <a:ext cx="198759" cy="189622"/>
            </a:xfrm>
            <a:custGeom>
              <a:rect b="b" l="l" r="r" t="t"/>
              <a:pathLst>
                <a:path extrusionOk="0" h="7243" w="7592">
                  <a:moveTo>
                    <a:pt x="1134" y="0"/>
                  </a:moveTo>
                  <a:cubicBezTo>
                    <a:pt x="510" y="0"/>
                    <a:pt x="1" y="505"/>
                    <a:pt x="1" y="1129"/>
                  </a:cubicBezTo>
                  <a:cubicBezTo>
                    <a:pt x="1" y="1754"/>
                    <a:pt x="510" y="2263"/>
                    <a:pt x="1134" y="2263"/>
                  </a:cubicBezTo>
                  <a:cubicBezTo>
                    <a:pt x="726" y="2263"/>
                    <a:pt x="351" y="2479"/>
                    <a:pt x="150" y="2830"/>
                  </a:cubicBezTo>
                  <a:cubicBezTo>
                    <a:pt x="289" y="3310"/>
                    <a:pt x="390" y="3800"/>
                    <a:pt x="447" y="4290"/>
                  </a:cubicBezTo>
                  <a:cubicBezTo>
                    <a:pt x="644" y="4444"/>
                    <a:pt x="885" y="4526"/>
                    <a:pt x="1130" y="4526"/>
                  </a:cubicBezTo>
                  <a:cubicBezTo>
                    <a:pt x="904" y="4526"/>
                    <a:pt x="678" y="4593"/>
                    <a:pt x="491" y="4723"/>
                  </a:cubicBezTo>
                  <a:cubicBezTo>
                    <a:pt x="544" y="5352"/>
                    <a:pt x="558" y="5981"/>
                    <a:pt x="539" y="6615"/>
                  </a:cubicBezTo>
                  <a:cubicBezTo>
                    <a:pt x="544" y="7047"/>
                    <a:pt x="2354" y="7243"/>
                    <a:pt x="4101" y="7243"/>
                  </a:cubicBezTo>
                  <a:cubicBezTo>
                    <a:pt x="5697" y="7243"/>
                    <a:pt x="7241" y="7079"/>
                    <a:pt x="7308" y="6784"/>
                  </a:cubicBezTo>
                  <a:cubicBezTo>
                    <a:pt x="7481" y="6591"/>
                    <a:pt x="7562" y="6308"/>
                    <a:pt x="7591" y="5967"/>
                  </a:cubicBezTo>
                  <a:lnTo>
                    <a:pt x="7341" y="5078"/>
                  </a:lnTo>
                  <a:cubicBezTo>
                    <a:pt x="7437" y="4910"/>
                    <a:pt x="7485" y="4718"/>
                    <a:pt x="7485" y="4521"/>
                  </a:cubicBezTo>
                  <a:cubicBezTo>
                    <a:pt x="7485" y="3896"/>
                    <a:pt x="6976" y="3392"/>
                    <a:pt x="6352" y="3392"/>
                  </a:cubicBezTo>
                  <a:cubicBezTo>
                    <a:pt x="6976" y="3392"/>
                    <a:pt x="7485" y="2883"/>
                    <a:pt x="7485" y="2258"/>
                  </a:cubicBezTo>
                  <a:cubicBezTo>
                    <a:pt x="7485" y="1634"/>
                    <a:pt x="6976" y="1129"/>
                    <a:pt x="6352" y="1129"/>
                  </a:cubicBezTo>
                  <a:lnTo>
                    <a:pt x="5381" y="1211"/>
                  </a:lnTo>
                  <a:lnTo>
                    <a:pt x="3392" y="1248"/>
                  </a:lnTo>
                  <a:lnTo>
                    <a:pt x="3392" y="1248"/>
                  </a:lnTo>
                  <a:cubicBezTo>
                    <a:pt x="3925" y="1228"/>
                    <a:pt x="4390" y="877"/>
                    <a:pt x="4670" y="466"/>
                  </a:cubicBezTo>
                  <a:lnTo>
                    <a:pt x="1134"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86"/>
            <p:cNvSpPr/>
            <p:nvPr/>
          </p:nvSpPr>
          <p:spPr>
            <a:xfrm>
              <a:off x="8052507" y="3989779"/>
              <a:ext cx="163965" cy="19373"/>
            </a:xfrm>
            <a:custGeom>
              <a:rect b="b" l="l" r="r" t="t"/>
              <a:pathLst>
                <a:path extrusionOk="0" h="740" w="6263">
                  <a:moveTo>
                    <a:pt x="283" y="0"/>
                  </a:moveTo>
                  <a:cubicBezTo>
                    <a:pt x="122" y="0"/>
                    <a:pt x="1" y="222"/>
                    <a:pt x="167" y="350"/>
                  </a:cubicBezTo>
                  <a:cubicBezTo>
                    <a:pt x="393" y="528"/>
                    <a:pt x="672" y="624"/>
                    <a:pt x="960" y="624"/>
                  </a:cubicBezTo>
                  <a:cubicBezTo>
                    <a:pt x="1782" y="701"/>
                    <a:pt x="2617" y="739"/>
                    <a:pt x="3458" y="739"/>
                  </a:cubicBezTo>
                  <a:cubicBezTo>
                    <a:pt x="4299" y="739"/>
                    <a:pt x="5154" y="696"/>
                    <a:pt x="6009" y="619"/>
                  </a:cubicBezTo>
                  <a:cubicBezTo>
                    <a:pt x="6263" y="605"/>
                    <a:pt x="6237" y="233"/>
                    <a:pt x="6001" y="233"/>
                  </a:cubicBezTo>
                  <a:cubicBezTo>
                    <a:pt x="5991" y="233"/>
                    <a:pt x="5981" y="233"/>
                    <a:pt x="5971" y="235"/>
                  </a:cubicBezTo>
                  <a:cubicBezTo>
                    <a:pt x="5142" y="312"/>
                    <a:pt x="4311" y="350"/>
                    <a:pt x="3480" y="350"/>
                  </a:cubicBezTo>
                  <a:cubicBezTo>
                    <a:pt x="2649" y="350"/>
                    <a:pt x="1818" y="312"/>
                    <a:pt x="989" y="235"/>
                  </a:cubicBezTo>
                  <a:lnTo>
                    <a:pt x="970" y="235"/>
                  </a:lnTo>
                  <a:cubicBezTo>
                    <a:pt x="768" y="235"/>
                    <a:pt x="566" y="168"/>
                    <a:pt x="403" y="43"/>
                  </a:cubicBezTo>
                  <a:cubicBezTo>
                    <a:pt x="363" y="13"/>
                    <a:pt x="322" y="0"/>
                    <a:pt x="2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86"/>
            <p:cNvSpPr/>
            <p:nvPr/>
          </p:nvSpPr>
          <p:spPr>
            <a:xfrm>
              <a:off x="8046302" y="3936712"/>
              <a:ext cx="168442" cy="25133"/>
            </a:xfrm>
            <a:custGeom>
              <a:rect b="b" l="l" r="r" t="t"/>
              <a:pathLst>
                <a:path extrusionOk="0" h="960" w="6434">
                  <a:moveTo>
                    <a:pt x="6216" y="0"/>
                  </a:moveTo>
                  <a:cubicBezTo>
                    <a:pt x="6203" y="0"/>
                    <a:pt x="6191" y="2"/>
                    <a:pt x="6179" y="4"/>
                  </a:cubicBezTo>
                  <a:cubicBezTo>
                    <a:pt x="5463" y="174"/>
                    <a:pt x="4700" y="260"/>
                    <a:pt x="3881" y="260"/>
                  </a:cubicBezTo>
                  <a:cubicBezTo>
                    <a:pt x="3061" y="260"/>
                    <a:pt x="2184" y="174"/>
                    <a:pt x="1240" y="4"/>
                  </a:cubicBezTo>
                  <a:lnTo>
                    <a:pt x="1207" y="4"/>
                  </a:lnTo>
                  <a:cubicBezTo>
                    <a:pt x="731" y="4"/>
                    <a:pt x="294" y="259"/>
                    <a:pt x="58" y="667"/>
                  </a:cubicBezTo>
                  <a:cubicBezTo>
                    <a:pt x="1" y="758"/>
                    <a:pt x="34" y="878"/>
                    <a:pt x="126" y="931"/>
                  </a:cubicBezTo>
                  <a:cubicBezTo>
                    <a:pt x="159" y="950"/>
                    <a:pt x="188" y="955"/>
                    <a:pt x="227" y="960"/>
                  </a:cubicBezTo>
                  <a:cubicBezTo>
                    <a:pt x="294" y="960"/>
                    <a:pt x="361" y="917"/>
                    <a:pt x="390" y="854"/>
                  </a:cubicBezTo>
                  <a:cubicBezTo>
                    <a:pt x="558" y="571"/>
                    <a:pt x="856" y="393"/>
                    <a:pt x="1187" y="383"/>
                  </a:cubicBezTo>
                  <a:cubicBezTo>
                    <a:pt x="2149" y="555"/>
                    <a:pt x="3043" y="640"/>
                    <a:pt x="3880" y="640"/>
                  </a:cubicBezTo>
                  <a:cubicBezTo>
                    <a:pt x="4729" y="640"/>
                    <a:pt x="5520" y="553"/>
                    <a:pt x="6265" y="379"/>
                  </a:cubicBezTo>
                  <a:cubicBezTo>
                    <a:pt x="6371" y="355"/>
                    <a:pt x="6433" y="249"/>
                    <a:pt x="6409" y="148"/>
                  </a:cubicBezTo>
                  <a:cubicBezTo>
                    <a:pt x="6388" y="59"/>
                    <a:pt x="6304" y="0"/>
                    <a:pt x="6216"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86"/>
            <p:cNvSpPr/>
            <p:nvPr/>
          </p:nvSpPr>
          <p:spPr>
            <a:xfrm>
              <a:off x="8076017" y="3967133"/>
              <a:ext cx="162866" cy="16467"/>
            </a:xfrm>
            <a:custGeom>
              <a:rect b="b" l="l" r="r" t="t"/>
              <a:pathLst>
                <a:path extrusionOk="0" h="629" w="6221">
                  <a:moveTo>
                    <a:pt x="268" y="0"/>
                  </a:moveTo>
                  <a:cubicBezTo>
                    <a:pt x="50" y="0"/>
                    <a:pt x="0" y="334"/>
                    <a:pt x="235" y="384"/>
                  </a:cubicBezTo>
                  <a:cubicBezTo>
                    <a:pt x="1032" y="540"/>
                    <a:pt x="1859" y="618"/>
                    <a:pt x="2707" y="618"/>
                  </a:cubicBezTo>
                  <a:cubicBezTo>
                    <a:pt x="3555" y="618"/>
                    <a:pt x="4424" y="540"/>
                    <a:pt x="5308" y="384"/>
                  </a:cubicBezTo>
                  <a:cubicBezTo>
                    <a:pt x="5515" y="384"/>
                    <a:pt x="5716" y="456"/>
                    <a:pt x="5880" y="586"/>
                  </a:cubicBezTo>
                  <a:cubicBezTo>
                    <a:pt x="5913" y="615"/>
                    <a:pt x="5957" y="629"/>
                    <a:pt x="6000" y="629"/>
                  </a:cubicBezTo>
                  <a:cubicBezTo>
                    <a:pt x="6058" y="624"/>
                    <a:pt x="6110" y="605"/>
                    <a:pt x="6154" y="562"/>
                  </a:cubicBezTo>
                  <a:cubicBezTo>
                    <a:pt x="6221" y="480"/>
                    <a:pt x="6206" y="360"/>
                    <a:pt x="6120" y="293"/>
                  </a:cubicBezTo>
                  <a:cubicBezTo>
                    <a:pt x="5885" y="105"/>
                    <a:pt x="5596" y="4"/>
                    <a:pt x="5294" y="4"/>
                  </a:cubicBezTo>
                  <a:lnTo>
                    <a:pt x="5260" y="4"/>
                  </a:lnTo>
                  <a:cubicBezTo>
                    <a:pt x="4395" y="158"/>
                    <a:pt x="3546" y="235"/>
                    <a:pt x="2719" y="235"/>
                  </a:cubicBezTo>
                  <a:cubicBezTo>
                    <a:pt x="1892" y="235"/>
                    <a:pt x="1088" y="158"/>
                    <a:pt x="312" y="4"/>
                  </a:cubicBezTo>
                  <a:cubicBezTo>
                    <a:pt x="297" y="2"/>
                    <a:pt x="282" y="0"/>
                    <a:pt x="268"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86"/>
            <p:cNvSpPr/>
            <p:nvPr/>
          </p:nvSpPr>
          <p:spPr>
            <a:xfrm>
              <a:off x="8075991" y="3902364"/>
              <a:ext cx="162892" cy="16467"/>
            </a:xfrm>
            <a:custGeom>
              <a:rect b="b" l="l" r="r" t="t"/>
              <a:pathLst>
                <a:path extrusionOk="0" h="629" w="6222">
                  <a:moveTo>
                    <a:pt x="270" y="0"/>
                  </a:moveTo>
                  <a:cubicBezTo>
                    <a:pt x="51" y="0"/>
                    <a:pt x="1" y="339"/>
                    <a:pt x="236" y="384"/>
                  </a:cubicBezTo>
                  <a:cubicBezTo>
                    <a:pt x="1033" y="540"/>
                    <a:pt x="1860" y="618"/>
                    <a:pt x="2708" y="618"/>
                  </a:cubicBezTo>
                  <a:cubicBezTo>
                    <a:pt x="3556" y="618"/>
                    <a:pt x="4425" y="540"/>
                    <a:pt x="5309" y="384"/>
                  </a:cubicBezTo>
                  <a:cubicBezTo>
                    <a:pt x="5516" y="389"/>
                    <a:pt x="5717" y="456"/>
                    <a:pt x="5881" y="586"/>
                  </a:cubicBezTo>
                  <a:cubicBezTo>
                    <a:pt x="5914" y="615"/>
                    <a:pt x="5958" y="629"/>
                    <a:pt x="6001" y="629"/>
                  </a:cubicBezTo>
                  <a:cubicBezTo>
                    <a:pt x="6059" y="629"/>
                    <a:pt x="6111" y="605"/>
                    <a:pt x="6155" y="566"/>
                  </a:cubicBezTo>
                  <a:cubicBezTo>
                    <a:pt x="6222" y="480"/>
                    <a:pt x="6207" y="360"/>
                    <a:pt x="6121" y="293"/>
                  </a:cubicBezTo>
                  <a:cubicBezTo>
                    <a:pt x="5886" y="110"/>
                    <a:pt x="5597" y="4"/>
                    <a:pt x="5295" y="4"/>
                  </a:cubicBezTo>
                  <a:lnTo>
                    <a:pt x="5261" y="4"/>
                  </a:lnTo>
                  <a:cubicBezTo>
                    <a:pt x="4396" y="161"/>
                    <a:pt x="3547" y="239"/>
                    <a:pt x="2720" y="239"/>
                  </a:cubicBezTo>
                  <a:cubicBezTo>
                    <a:pt x="1893" y="239"/>
                    <a:pt x="1089" y="161"/>
                    <a:pt x="313" y="4"/>
                  </a:cubicBezTo>
                  <a:cubicBezTo>
                    <a:pt x="298" y="2"/>
                    <a:pt x="283" y="0"/>
                    <a:pt x="27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86"/>
            <p:cNvSpPr/>
            <p:nvPr/>
          </p:nvSpPr>
          <p:spPr>
            <a:xfrm>
              <a:off x="8076095" y="4016718"/>
              <a:ext cx="167343" cy="25630"/>
            </a:xfrm>
            <a:custGeom>
              <a:rect b="b" l="l" r="r" t="t"/>
              <a:pathLst>
                <a:path extrusionOk="0" h="979" w="6392">
                  <a:moveTo>
                    <a:pt x="6116" y="1"/>
                  </a:moveTo>
                  <a:cubicBezTo>
                    <a:pt x="6069" y="1"/>
                    <a:pt x="6020" y="20"/>
                    <a:pt x="5978" y="66"/>
                  </a:cubicBezTo>
                  <a:cubicBezTo>
                    <a:pt x="5795" y="258"/>
                    <a:pt x="5545" y="368"/>
                    <a:pt x="5286" y="368"/>
                  </a:cubicBezTo>
                  <a:lnTo>
                    <a:pt x="5252" y="368"/>
                  </a:lnTo>
                  <a:cubicBezTo>
                    <a:pt x="4472" y="517"/>
                    <a:pt x="3676" y="592"/>
                    <a:pt x="2856" y="592"/>
                  </a:cubicBezTo>
                  <a:cubicBezTo>
                    <a:pt x="2035" y="592"/>
                    <a:pt x="1188" y="517"/>
                    <a:pt x="304" y="368"/>
                  </a:cubicBezTo>
                  <a:cubicBezTo>
                    <a:pt x="290" y="366"/>
                    <a:pt x="277" y="365"/>
                    <a:pt x="265" y="365"/>
                  </a:cubicBezTo>
                  <a:cubicBezTo>
                    <a:pt x="44" y="365"/>
                    <a:pt x="1" y="707"/>
                    <a:pt x="242" y="748"/>
                  </a:cubicBezTo>
                  <a:cubicBezTo>
                    <a:pt x="1102" y="897"/>
                    <a:pt x="1981" y="974"/>
                    <a:pt x="2860" y="978"/>
                  </a:cubicBezTo>
                  <a:cubicBezTo>
                    <a:pt x="3681" y="978"/>
                    <a:pt x="4503" y="906"/>
                    <a:pt x="5310" y="753"/>
                  </a:cubicBezTo>
                  <a:cubicBezTo>
                    <a:pt x="5670" y="748"/>
                    <a:pt x="6016" y="594"/>
                    <a:pt x="6261" y="330"/>
                  </a:cubicBezTo>
                  <a:cubicBezTo>
                    <a:pt x="6392" y="185"/>
                    <a:pt x="6262" y="1"/>
                    <a:pt x="611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86"/>
            <p:cNvSpPr/>
            <p:nvPr/>
          </p:nvSpPr>
          <p:spPr>
            <a:xfrm>
              <a:off x="8053868" y="3874168"/>
              <a:ext cx="116737" cy="26939"/>
            </a:xfrm>
            <a:custGeom>
              <a:rect b="b" l="l" r="r" t="t"/>
              <a:pathLst>
                <a:path extrusionOk="0" h="1029" w="4459">
                  <a:moveTo>
                    <a:pt x="918" y="1"/>
                  </a:moveTo>
                  <a:cubicBezTo>
                    <a:pt x="553" y="1"/>
                    <a:pt x="211" y="178"/>
                    <a:pt x="0" y="471"/>
                  </a:cubicBezTo>
                  <a:cubicBezTo>
                    <a:pt x="152" y="418"/>
                    <a:pt x="311" y="391"/>
                    <a:pt x="470" y="391"/>
                  </a:cubicBezTo>
                  <a:cubicBezTo>
                    <a:pt x="667" y="391"/>
                    <a:pt x="864" y="432"/>
                    <a:pt x="1047" y="515"/>
                  </a:cubicBezTo>
                  <a:cubicBezTo>
                    <a:pt x="1823" y="854"/>
                    <a:pt x="2602" y="1028"/>
                    <a:pt x="3381" y="1028"/>
                  </a:cubicBezTo>
                  <a:cubicBezTo>
                    <a:pt x="3562" y="1028"/>
                    <a:pt x="3744" y="1019"/>
                    <a:pt x="3925" y="1000"/>
                  </a:cubicBezTo>
                  <a:cubicBezTo>
                    <a:pt x="4136" y="856"/>
                    <a:pt x="4314" y="678"/>
                    <a:pt x="4458" y="466"/>
                  </a:cubicBezTo>
                  <a:lnTo>
                    <a:pt x="918"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86"/>
            <p:cNvSpPr/>
            <p:nvPr/>
          </p:nvSpPr>
          <p:spPr>
            <a:xfrm>
              <a:off x="7988968" y="3831678"/>
              <a:ext cx="305887" cy="329528"/>
            </a:xfrm>
            <a:custGeom>
              <a:rect b="b" l="l" r="r" t="t"/>
              <a:pathLst>
                <a:path extrusionOk="0" h="12587" w="11684">
                  <a:moveTo>
                    <a:pt x="2944" y="1"/>
                  </a:moveTo>
                  <a:cubicBezTo>
                    <a:pt x="2576" y="1"/>
                    <a:pt x="2208" y="70"/>
                    <a:pt x="1859" y="206"/>
                  </a:cubicBezTo>
                  <a:cubicBezTo>
                    <a:pt x="1148" y="480"/>
                    <a:pt x="577" y="1037"/>
                    <a:pt x="279" y="1739"/>
                  </a:cubicBezTo>
                  <a:cubicBezTo>
                    <a:pt x="260" y="1777"/>
                    <a:pt x="245" y="1820"/>
                    <a:pt x="231" y="1859"/>
                  </a:cubicBezTo>
                  <a:cubicBezTo>
                    <a:pt x="0" y="2488"/>
                    <a:pt x="72" y="3194"/>
                    <a:pt x="437" y="3766"/>
                  </a:cubicBezTo>
                  <a:cubicBezTo>
                    <a:pt x="716" y="4222"/>
                    <a:pt x="913" y="4727"/>
                    <a:pt x="1023" y="5251"/>
                  </a:cubicBezTo>
                  <a:cubicBezTo>
                    <a:pt x="1038" y="5251"/>
                    <a:pt x="1148" y="5712"/>
                    <a:pt x="1192" y="6144"/>
                  </a:cubicBezTo>
                  <a:cubicBezTo>
                    <a:pt x="1316" y="7446"/>
                    <a:pt x="1254" y="8892"/>
                    <a:pt x="1129" y="10155"/>
                  </a:cubicBezTo>
                  <a:cubicBezTo>
                    <a:pt x="1091" y="10573"/>
                    <a:pt x="1398" y="10953"/>
                    <a:pt x="1821" y="10991"/>
                  </a:cubicBezTo>
                  <a:cubicBezTo>
                    <a:pt x="1848" y="10994"/>
                    <a:pt x="1874" y="10995"/>
                    <a:pt x="1900" y="10995"/>
                  </a:cubicBezTo>
                  <a:cubicBezTo>
                    <a:pt x="2290" y="10995"/>
                    <a:pt x="2621" y="10700"/>
                    <a:pt x="2662" y="10304"/>
                  </a:cubicBezTo>
                  <a:cubicBezTo>
                    <a:pt x="2820" y="8681"/>
                    <a:pt x="2849" y="7408"/>
                    <a:pt x="2748" y="6303"/>
                  </a:cubicBezTo>
                  <a:cubicBezTo>
                    <a:pt x="2623" y="4919"/>
                    <a:pt x="2297" y="3814"/>
                    <a:pt x="1744" y="2940"/>
                  </a:cubicBezTo>
                  <a:cubicBezTo>
                    <a:pt x="1638" y="2781"/>
                    <a:pt x="1614" y="2580"/>
                    <a:pt x="1682" y="2397"/>
                  </a:cubicBezTo>
                  <a:cubicBezTo>
                    <a:pt x="1686" y="2378"/>
                    <a:pt x="1696" y="2359"/>
                    <a:pt x="1706" y="2339"/>
                  </a:cubicBezTo>
                  <a:cubicBezTo>
                    <a:pt x="1840" y="2013"/>
                    <a:pt x="2104" y="1758"/>
                    <a:pt x="2436" y="1633"/>
                  </a:cubicBezTo>
                  <a:cubicBezTo>
                    <a:pt x="2601" y="1565"/>
                    <a:pt x="2776" y="1531"/>
                    <a:pt x="2950" y="1531"/>
                  </a:cubicBezTo>
                  <a:cubicBezTo>
                    <a:pt x="3144" y="1531"/>
                    <a:pt x="3339" y="1573"/>
                    <a:pt x="3522" y="1657"/>
                  </a:cubicBezTo>
                  <a:cubicBezTo>
                    <a:pt x="4295" y="1998"/>
                    <a:pt x="5073" y="2169"/>
                    <a:pt x="5852" y="2169"/>
                  </a:cubicBezTo>
                  <a:cubicBezTo>
                    <a:pt x="6630" y="2169"/>
                    <a:pt x="7408" y="1998"/>
                    <a:pt x="8181" y="1657"/>
                  </a:cubicBezTo>
                  <a:cubicBezTo>
                    <a:pt x="8362" y="1576"/>
                    <a:pt x="8557" y="1535"/>
                    <a:pt x="8753" y="1535"/>
                  </a:cubicBezTo>
                  <a:cubicBezTo>
                    <a:pt x="8927" y="1535"/>
                    <a:pt x="9102" y="1567"/>
                    <a:pt x="9267" y="1633"/>
                  </a:cubicBezTo>
                  <a:cubicBezTo>
                    <a:pt x="9599" y="1758"/>
                    <a:pt x="9858" y="2013"/>
                    <a:pt x="9997" y="2339"/>
                  </a:cubicBezTo>
                  <a:lnTo>
                    <a:pt x="10017" y="2383"/>
                  </a:lnTo>
                  <a:cubicBezTo>
                    <a:pt x="10103" y="2613"/>
                    <a:pt x="10118" y="2868"/>
                    <a:pt x="10060" y="3108"/>
                  </a:cubicBezTo>
                  <a:cubicBezTo>
                    <a:pt x="9791" y="4309"/>
                    <a:pt x="9700" y="5673"/>
                    <a:pt x="9776" y="7283"/>
                  </a:cubicBezTo>
                  <a:cubicBezTo>
                    <a:pt x="9829" y="8263"/>
                    <a:pt x="9282" y="9175"/>
                    <a:pt x="8393" y="9589"/>
                  </a:cubicBezTo>
                  <a:lnTo>
                    <a:pt x="8345" y="9613"/>
                  </a:lnTo>
                  <a:cubicBezTo>
                    <a:pt x="7711" y="9934"/>
                    <a:pt x="7394" y="10660"/>
                    <a:pt x="7581" y="11342"/>
                  </a:cubicBezTo>
                  <a:lnTo>
                    <a:pt x="7725" y="11885"/>
                  </a:lnTo>
                  <a:cubicBezTo>
                    <a:pt x="7773" y="12058"/>
                    <a:pt x="7836" y="12226"/>
                    <a:pt x="7922" y="12380"/>
                  </a:cubicBezTo>
                  <a:cubicBezTo>
                    <a:pt x="7994" y="12509"/>
                    <a:pt x="8052" y="12581"/>
                    <a:pt x="8210" y="12586"/>
                  </a:cubicBezTo>
                  <a:lnTo>
                    <a:pt x="8220" y="12586"/>
                  </a:lnTo>
                  <a:cubicBezTo>
                    <a:pt x="8451" y="12586"/>
                    <a:pt x="8566" y="12336"/>
                    <a:pt x="8647" y="12168"/>
                  </a:cubicBezTo>
                  <a:lnTo>
                    <a:pt x="9017" y="11015"/>
                  </a:lnTo>
                  <a:cubicBezTo>
                    <a:pt x="9017" y="11001"/>
                    <a:pt x="9022" y="10987"/>
                    <a:pt x="9037" y="10982"/>
                  </a:cubicBezTo>
                  <a:cubicBezTo>
                    <a:pt x="10492" y="10304"/>
                    <a:pt x="11391" y="8810"/>
                    <a:pt x="11304" y="7206"/>
                  </a:cubicBezTo>
                  <a:cubicBezTo>
                    <a:pt x="11232" y="5741"/>
                    <a:pt x="11314" y="4511"/>
                    <a:pt x="11559" y="3449"/>
                  </a:cubicBezTo>
                  <a:cubicBezTo>
                    <a:pt x="11684" y="2911"/>
                    <a:pt x="11640" y="2344"/>
                    <a:pt x="11439" y="1825"/>
                  </a:cubicBezTo>
                  <a:cubicBezTo>
                    <a:pt x="11429" y="1796"/>
                    <a:pt x="11415" y="1768"/>
                    <a:pt x="11405" y="1739"/>
                  </a:cubicBezTo>
                  <a:cubicBezTo>
                    <a:pt x="11107" y="1037"/>
                    <a:pt x="10535" y="480"/>
                    <a:pt x="9824" y="206"/>
                  </a:cubicBezTo>
                  <a:cubicBezTo>
                    <a:pt x="9476" y="70"/>
                    <a:pt x="9108" y="1"/>
                    <a:pt x="8740" y="1"/>
                  </a:cubicBezTo>
                  <a:cubicBezTo>
                    <a:pt x="8333" y="1"/>
                    <a:pt x="7926" y="85"/>
                    <a:pt x="7547" y="254"/>
                  </a:cubicBezTo>
                  <a:cubicBezTo>
                    <a:pt x="6973" y="509"/>
                    <a:pt x="6406" y="636"/>
                    <a:pt x="5840" y="636"/>
                  </a:cubicBezTo>
                  <a:cubicBezTo>
                    <a:pt x="5274" y="636"/>
                    <a:pt x="4708" y="509"/>
                    <a:pt x="4136" y="254"/>
                  </a:cubicBezTo>
                  <a:cubicBezTo>
                    <a:pt x="3758" y="85"/>
                    <a:pt x="3351" y="1"/>
                    <a:pt x="2944"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86"/>
            <p:cNvSpPr/>
            <p:nvPr/>
          </p:nvSpPr>
          <p:spPr>
            <a:xfrm>
              <a:off x="8191706" y="4076775"/>
              <a:ext cx="27306" cy="21782"/>
            </a:xfrm>
            <a:custGeom>
              <a:rect b="b" l="l" r="r" t="t"/>
              <a:pathLst>
                <a:path extrusionOk="0" h="832" w="1043">
                  <a:moveTo>
                    <a:pt x="1043" y="1"/>
                  </a:moveTo>
                  <a:lnTo>
                    <a:pt x="1043" y="1"/>
                  </a:lnTo>
                  <a:cubicBezTo>
                    <a:pt x="923" y="87"/>
                    <a:pt x="793" y="164"/>
                    <a:pt x="654" y="227"/>
                  </a:cubicBezTo>
                  <a:lnTo>
                    <a:pt x="610" y="246"/>
                  </a:lnTo>
                  <a:cubicBezTo>
                    <a:pt x="351" y="375"/>
                    <a:pt x="140" y="577"/>
                    <a:pt x="0" y="832"/>
                  </a:cubicBezTo>
                  <a:cubicBezTo>
                    <a:pt x="20" y="817"/>
                    <a:pt x="44" y="803"/>
                    <a:pt x="63" y="793"/>
                  </a:cubicBezTo>
                  <a:cubicBezTo>
                    <a:pt x="77" y="789"/>
                    <a:pt x="92" y="779"/>
                    <a:pt x="111" y="774"/>
                  </a:cubicBezTo>
                  <a:cubicBezTo>
                    <a:pt x="481" y="601"/>
                    <a:pt x="803" y="332"/>
                    <a:pt x="1043"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86"/>
            <p:cNvSpPr/>
            <p:nvPr/>
          </p:nvSpPr>
          <p:spPr>
            <a:xfrm>
              <a:off x="8016876" y="3890400"/>
              <a:ext cx="46810" cy="228551"/>
            </a:xfrm>
            <a:custGeom>
              <a:rect b="b" l="l" r="r" t="t"/>
              <a:pathLst>
                <a:path extrusionOk="0" h="8730" w="1788">
                  <a:moveTo>
                    <a:pt x="688" y="0"/>
                  </a:moveTo>
                  <a:cubicBezTo>
                    <a:pt x="419" y="140"/>
                    <a:pt x="207" y="365"/>
                    <a:pt x="92" y="644"/>
                  </a:cubicBezTo>
                  <a:cubicBezTo>
                    <a:pt x="82" y="663"/>
                    <a:pt x="78" y="687"/>
                    <a:pt x="68" y="706"/>
                  </a:cubicBezTo>
                  <a:cubicBezTo>
                    <a:pt x="1" y="884"/>
                    <a:pt x="25" y="1086"/>
                    <a:pt x="135" y="1249"/>
                  </a:cubicBezTo>
                  <a:cubicBezTo>
                    <a:pt x="688" y="2119"/>
                    <a:pt x="1019" y="3219"/>
                    <a:pt x="1139" y="4612"/>
                  </a:cubicBezTo>
                  <a:cubicBezTo>
                    <a:pt x="1240" y="5712"/>
                    <a:pt x="1211" y="6985"/>
                    <a:pt x="1048" y="8609"/>
                  </a:cubicBezTo>
                  <a:cubicBezTo>
                    <a:pt x="1048" y="8652"/>
                    <a:pt x="1038" y="8691"/>
                    <a:pt x="1029" y="8729"/>
                  </a:cubicBezTo>
                  <a:cubicBezTo>
                    <a:pt x="1341" y="8647"/>
                    <a:pt x="1567" y="8383"/>
                    <a:pt x="1596" y="8061"/>
                  </a:cubicBezTo>
                  <a:cubicBezTo>
                    <a:pt x="1759" y="6438"/>
                    <a:pt x="1788" y="5165"/>
                    <a:pt x="1687" y="4064"/>
                  </a:cubicBezTo>
                  <a:cubicBezTo>
                    <a:pt x="1562" y="2671"/>
                    <a:pt x="1235" y="1576"/>
                    <a:pt x="683" y="702"/>
                  </a:cubicBezTo>
                  <a:cubicBezTo>
                    <a:pt x="572" y="543"/>
                    <a:pt x="548" y="337"/>
                    <a:pt x="616" y="159"/>
                  </a:cubicBezTo>
                  <a:cubicBezTo>
                    <a:pt x="620" y="140"/>
                    <a:pt x="635" y="116"/>
                    <a:pt x="640" y="96"/>
                  </a:cubicBezTo>
                  <a:cubicBezTo>
                    <a:pt x="654" y="63"/>
                    <a:pt x="673" y="29"/>
                    <a:pt x="688"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86"/>
            <p:cNvSpPr/>
            <p:nvPr/>
          </p:nvSpPr>
          <p:spPr>
            <a:xfrm>
              <a:off x="8005697" y="3831678"/>
              <a:ext cx="289420" cy="273686"/>
            </a:xfrm>
            <a:custGeom>
              <a:rect b="b" l="l" r="r" t="t"/>
              <a:pathLst>
                <a:path extrusionOk="0" h="10454" w="11055">
                  <a:moveTo>
                    <a:pt x="8112" y="1"/>
                  </a:moveTo>
                  <a:cubicBezTo>
                    <a:pt x="7706" y="1"/>
                    <a:pt x="7299" y="85"/>
                    <a:pt x="6918" y="254"/>
                  </a:cubicBezTo>
                  <a:cubicBezTo>
                    <a:pt x="6344" y="509"/>
                    <a:pt x="5778" y="636"/>
                    <a:pt x="5213" y="636"/>
                  </a:cubicBezTo>
                  <a:cubicBezTo>
                    <a:pt x="4647" y="636"/>
                    <a:pt x="4081" y="509"/>
                    <a:pt x="3507" y="254"/>
                  </a:cubicBezTo>
                  <a:cubicBezTo>
                    <a:pt x="3127" y="87"/>
                    <a:pt x="2720" y="3"/>
                    <a:pt x="2312" y="3"/>
                  </a:cubicBezTo>
                  <a:cubicBezTo>
                    <a:pt x="1947" y="3"/>
                    <a:pt x="1582" y="70"/>
                    <a:pt x="1235" y="206"/>
                  </a:cubicBezTo>
                  <a:cubicBezTo>
                    <a:pt x="745" y="394"/>
                    <a:pt x="322" y="716"/>
                    <a:pt x="0" y="1133"/>
                  </a:cubicBezTo>
                  <a:cubicBezTo>
                    <a:pt x="211" y="975"/>
                    <a:pt x="442" y="845"/>
                    <a:pt x="687" y="749"/>
                  </a:cubicBezTo>
                  <a:cubicBezTo>
                    <a:pt x="1034" y="613"/>
                    <a:pt x="1400" y="546"/>
                    <a:pt x="1764" y="546"/>
                  </a:cubicBezTo>
                  <a:cubicBezTo>
                    <a:pt x="2172" y="546"/>
                    <a:pt x="2579" y="630"/>
                    <a:pt x="2959" y="797"/>
                  </a:cubicBezTo>
                  <a:cubicBezTo>
                    <a:pt x="3536" y="1052"/>
                    <a:pt x="4102" y="1179"/>
                    <a:pt x="4667" y="1179"/>
                  </a:cubicBezTo>
                  <a:cubicBezTo>
                    <a:pt x="5232" y="1179"/>
                    <a:pt x="5796" y="1052"/>
                    <a:pt x="6370" y="797"/>
                  </a:cubicBezTo>
                  <a:cubicBezTo>
                    <a:pt x="6753" y="630"/>
                    <a:pt x="7161" y="546"/>
                    <a:pt x="7570" y="546"/>
                  </a:cubicBezTo>
                  <a:cubicBezTo>
                    <a:pt x="7935" y="546"/>
                    <a:pt x="8300" y="613"/>
                    <a:pt x="8647" y="749"/>
                  </a:cubicBezTo>
                  <a:cubicBezTo>
                    <a:pt x="9358" y="1028"/>
                    <a:pt x="9930" y="1580"/>
                    <a:pt x="10228" y="2286"/>
                  </a:cubicBezTo>
                  <a:cubicBezTo>
                    <a:pt x="10242" y="2315"/>
                    <a:pt x="10252" y="2339"/>
                    <a:pt x="10266" y="2368"/>
                  </a:cubicBezTo>
                  <a:cubicBezTo>
                    <a:pt x="10468" y="2887"/>
                    <a:pt x="10507" y="3454"/>
                    <a:pt x="10382" y="3997"/>
                  </a:cubicBezTo>
                  <a:cubicBezTo>
                    <a:pt x="10141" y="5054"/>
                    <a:pt x="10060" y="6283"/>
                    <a:pt x="10132" y="7749"/>
                  </a:cubicBezTo>
                  <a:cubicBezTo>
                    <a:pt x="10180" y="8733"/>
                    <a:pt x="9863" y="9694"/>
                    <a:pt x="9243" y="10453"/>
                  </a:cubicBezTo>
                  <a:cubicBezTo>
                    <a:pt x="10209" y="9661"/>
                    <a:pt x="10742" y="8455"/>
                    <a:pt x="10675" y="7206"/>
                  </a:cubicBezTo>
                  <a:cubicBezTo>
                    <a:pt x="10603" y="5741"/>
                    <a:pt x="10684" y="4511"/>
                    <a:pt x="10925" y="3449"/>
                  </a:cubicBezTo>
                  <a:cubicBezTo>
                    <a:pt x="11054" y="2911"/>
                    <a:pt x="11011" y="2344"/>
                    <a:pt x="10809" y="1825"/>
                  </a:cubicBezTo>
                  <a:cubicBezTo>
                    <a:pt x="10800" y="1796"/>
                    <a:pt x="10790" y="1768"/>
                    <a:pt x="10776" y="1739"/>
                  </a:cubicBezTo>
                  <a:cubicBezTo>
                    <a:pt x="10478" y="1037"/>
                    <a:pt x="9906" y="480"/>
                    <a:pt x="9195" y="206"/>
                  </a:cubicBezTo>
                  <a:cubicBezTo>
                    <a:pt x="8846" y="70"/>
                    <a:pt x="8479" y="1"/>
                    <a:pt x="811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86"/>
            <p:cNvSpPr/>
            <p:nvPr/>
          </p:nvSpPr>
          <p:spPr>
            <a:xfrm>
              <a:off x="8202518" y="4127329"/>
              <a:ext cx="20394" cy="33877"/>
            </a:xfrm>
            <a:custGeom>
              <a:rect b="b" l="l" r="r" t="t"/>
              <a:pathLst>
                <a:path extrusionOk="0" h="1294" w="779">
                  <a:moveTo>
                    <a:pt x="779" y="1"/>
                  </a:moveTo>
                  <a:lnTo>
                    <a:pt x="779" y="1"/>
                  </a:lnTo>
                  <a:cubicBezTo>
                    <a:pt x="639" y="87"/>
                    <a:pt x="495" y="164"/>
                    <a:pt x="346" y="236"/>
                  </a:cubicBezTo>
                  <a:cubicBezTo>
                    <a:pt x="337" y="241"/>
                    <a:pt x="327" y="256"/>
                    <a:pt x="327" y="270"/>
                  </a:cubicBezTo>
                  <a:lnTo>
                    <a:pt x="0" y="1288"/>
                  </a:lnTo>
                  <a:cubicBezTo>
                    <a:pt x="20" y="1293"/>
                    <a:pt x="39" y="1293"/>
                    <a:pt x="58" y="1293"/>
                  </a:cubicBezTo>
                  <a:lnTo>
                    <a:pt x="73" y="1293"/>
                  </a:lnTo>
                  <a:cubicBezTo>
                    <a:pt x="303" y="1293"/>
                    <a:pt x="418" y="1043"/>
                    <a:pt x="500" y="880"/>
                  </a:cubicBezTo>
                  <a:lnTo>
                    <a:pt x="77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86"/>
            <p:cNvSpPr/>
            <p:nvPr/>
          </p:nvSpPr>
          <p:spPr>
            <a:xfrm>
              <a:off x="7972606" y="3826547"/>
              <a:ext cx="335863" cy="339685"/>
            </a:xfrm>
            <a:custGeom>
              <a:rect b="b" l="l" r="r" t="t"/>
              <a:pathLst>
                <a:path extrusionOk="0" h="12975" w="12829">
                  <a:moveTo>
                    <a:pt x="3070" y="2040"/>
                  </a:moveTo>
                  <a:cubicBezTo>
                    <a:pt x="2480" y="2646"/>
                    <a:pt x="2609" y="3645"/>
                    <a:pt x="3335" y="4087"/>
                  </a:cubicBezTo>
                  <a:cubicBezTo>
                    <a:pt x="3253" y="4135"/>
                    <a:pt x="3181" y="4193"/>
                    <a:pt x="3114" y="4255"/>
                  </a:cubicBezTo>
                  <a:cubicBezTo>
                    <a:pt x="2672" y="2996"/>
                    <a:pt x="2326" y="3030"/>
                    <a:pt x="2504" y="2617"/>
                  </a:cubicBezTo>
                  <a:cubicBezTo>
                    <a:pt x="2614" y="2362"/>
                    <a:pt x="2816" y="2156"/>
                    <a:pt x="3070" y="2040"/>
                  </a:cubicBezTo>
                  <a:close/>
                  <a:moveTo>
                    <a:pt x="10248" y="4942"/>
                  </a:moveTo>
                  <a:lnTo>
                    <a:pt x="10248" y="4942"/>
                  </a:lnTo>
                  <a:cubicBezTo>
                    <a:pt x="10233" y="5105"/>
                    <a:pt x="10224" y="5278"/>
                    <a:pt x="10214" y="5447"/>
                  </a:cubicBezTo>
                  <a:cubicBezTo>
                    <a:pt x="10128" y="5355"/>
                    <a:pt x="10032" y="5278"/>
                    <a:pt x="9931" y="5216"/>
                  </a:cubicBezTo>
                  <a:cubicBezTo>
                    <a:pt x="10051" y="5144"/>
                    <a:pt x="10156" y="5048"/>
                    <a:pt x="10248" y="4942"/>
                  </a:cubicBezTo>
                  <a:close/>
                  <a:moveTo>
                    <a:pt x="9389" y="1923"/>
                  </a:moveTo>
                  <a:cubicBezTo>
                    <a:pt x="10084" y="1923"/>
                    <a:pt x="10670" y="2534"/>
                    <a:pt x="10502" y="3266"/>
                  </a:cubicBezTo>
                  <a:cubicBezTo>
                    <a:pt x="10483" y="3352"/>
                    <a:pt x="10464" y="3448"/>
                    <a:pt x="10445" y="3539"/>
                  </a:cubicBezTo>
                  <a:cubicBezTo>
                    <a:pt x="10228" y="3064"/>
                    <a:pt x="9758" y="2761"/>
                    <a:pt x="9239" y="2761"/>
                  </a:cubicBezTo>
                  <a:cubicBezTo>
                    <a:pt x="8999" y="2776"/>
                    <a:pt x="8999" y="3131"/>
                    <a:pt x="9239" y="3145"/>
                  </a:cubicBezTo>
                  <a:cubicBezTo>
                    <a:pt x="9758" y="3145"/>
                    <a:pt x="10176" y="3563"/>
                    <a:pt x="10176" y="4082"/>
                  </a:cubicBezTo>
                  <a:cubicBezTo>
                    <a:pt x="10176" y="4601"/>
                    <a:pt x="9758" y="5019"/>
                    <a:pt x="9239" y="5019"/>
                  </a:cubicBezTo>
                  <a:lnTo>
                    <a:pt x="9220" y="5019"/>
                  </a:lnTo>
                  <a:cubicBezTo>
                    <a:pt x="9061" y="5032"/>
                    <a:pt x="8092" y="5247"/>
                    <a:pt x="6697" y="5247"/>
                  </a:cubicBezTo>
                  <a:cubicBezTo>
                    <a:pt x="5979" y="5247"/>
                    <a:pt x="5148" y="5190"/>
                    <a:pt x="4257" y="5019"/>
                  </a:cubicBezTo>
                  <a:cubicBezTo>
                    <a:pt x="4244" y="5016"/>
                    <a:pt x="4232" y="5015"/>
                    <a:pt x="4219" y="5015"/>
                  </a:cubicBezTo>
                  <a:cubicBezTo>
                    <a:pt x="4142" y="5015"/>
                    <a:pt x="4069" y="5065"/>
                    <a:pt x="4036" y="5139"/>
                  </a:cubicBezTo>
                  <a:cubicBezTo>
                    <a:pt x="3998" y="5250"/>
                    <a:pt x="4065" y="5370"/>
                    <a:pt x="4180" y="5394"/>
                  </a:cubicBezTo>
                  <a:cubicBezTo>
                    <a:pt x="4982" y="5552"/>
                    <a:pt x="5798" y="5629"/>
                    <a:pt x="6609" y="5629"/>
                  </a:cubicBezTo>
                  <a:cubicBezTo>
                    <a:pt x="6634" y="5629"/>
                    <a:pt x="6659" y="5629"/>
                    <a:pt x="6683" y="5629"/>
                  </a:cubicBezTo>
                  <a:lnTo>
                    <a:pt x="6707" y="5629"/>
                  </a:lnTo>
                  <a:cubicBezTo>
                    <a:pt x="7557" y="5629"/>
                    <a:pt x="8413" y="5552"/>
                    <a:pt x="9253" y="5398"/>
                  </a:cubicBezTo>
                  <a:cubicBezTo>
                    <a:pt x="9767" y="5398"/>
                    <a:pt x="10185" y="5821"/>
                    <a:pt x="10180" y="6340"/>
                  </a:cubicBezTo>
                  <a:cubicBezTo>
                    <a:pt x="10176" y="6859"/>
                    <a:pt x="9753" y="7272"/>
                    <a:pt x="9239" y="7272"/>
                  </a:cubicBezTo>
                  <a:cubicBezTo>
                    <a:pt x="9111" y="7272"/>
                    <a:pt x="8270" y="7501"/>
                    <a:pt x="6835" y="7501"/>
                  </a:cubicBezTo>
                  <a:cubicBezTo>
                    <a:pt x="6117" y="7501"/>
                    <a:pt x="5251" y="7443"/>
                    <a:pt x="4252" y="7272"/>
                  </a:cubicBezTo>
                  <a:cubicBezTo>
                    <a:pt x="4239" y="7270"/>
                    <a:pt x="4226" y="7269"/>
                    <a:pt x="4213" y="7269"/>
                  </a:cubicBezTo>
                  <a:cubicBezTo>
                    <a:pt x="3996" y="7269"/>
                    <a:pt x="3949" y="7606"/>
                    <a:pt x="4190" y="7647"/>
                  </a:cubicBezTo>
                  <a:cubicBezTo>
                    <a:pt x="5055" y="7801"/>
                    <a:pt x="5929" y="7877"/>
                    <a:pt x="6808" y="7882"/>
                  </a:cubicBezTo>
                  <a:cubicBezTo>
                    <a:pt x="7629" y="7882"/>
                    <a:pt x="8451" y="7805"/>
                    <a:pt x="9258" y="7652"/>
                  </a:cubicBezTo>
                  <a:cubicBezTo>
                    <a:pt x="9614" y="7647"/>
                    <a:pt x="9955" y="7493"/>
                    <a:pt x="10200" y="7234"/>
                  </a:cubicBezTo>
                  <a:lnTo>
                    <a:pt x="10200" y="7234"/>
                  </a:lnTo>
                  <a:cubicBezTo>
                    <a:pt x="10209" y="7575"/>
                    <a:pt x="10253" y="7988"/>
                    <a:pt x="10008" y="8521"/>
                  </a:cubicBezTo>
                  <a:cubicBezTo>
                    <a:pt x="9902" y="8632"/>
                    <a:pt x="9287" y="8790"/>
                    <a:pt x="7980" y="8848"/>
                  </a:cubicBezTo>
                  <a:cubicBezTo>
                    <a:pt x="7645" y="8863"/>
                    <a:pt x="7302" y="8871"/>
                    <a:pt x="6961" y="8871"/>
                  </a:cubicBezTo>
                  <a:cubicBezTo>
                    <a:pt x="6143" y="8871"/>
                    <a:pt x="5343" y="8827"/>
                    <a:pt x="4733" y="8742"/>
                  </a:cubicBezTo>
                  <a:cubicBezTo>
                    <a:pt x="3805" y="8617"/>
                    <a:pt x="3637" y="8449"/>
                    <a:pt x="3618" y="8420"/>
                  </a:cubicBezTo>
                  <a:cubicBezTo>
                    <a:pt x="3637" y="7829"/>
                    <a:pt x="3628" y="7234"/>
                    <a:pt x="3584" y="6643"/>
                  </a:cubicBezTo>
                  <a:cubicBezTo>
                    <a:pt x="3732" y="6564"/>
                    <a:pt x="3837" y="6538"/>
                    <a:pt x="4000" y="6538"/>
                  </a:cubicBezTo>
                  <a:cubicBezTo>
                    <a:pt x="4325" y="6538"/>
                    <a:pt x="4878" y="6643"/>
                    <a:pt x="6448" y="6643"/>
                  </a:cubicBezTo>
                  <a:cubicBezTo>
                    <a:pt x="6534" y="6644"/>
                    <a:pt x="6624" y="6644"/>
                    <a:pt x="6716" y="6644"/>
                  </a:cubicBezTo>
                  <a:cubicBezTo>
                    <a:pt x="7732" y="6644"/>
                    <a:pt x="8996" y="6575"/>
                    <a:pt x="9124" y="6513"/>
                  </a:cubicBezTo>
                  <a:cubicBezTo>
                    <a:pt x="9310" y="6420"/>
                    <a:pt x="9239" y="6147"/>
                    <a:pt x="9043" y="6147"/>
                  </a:cubicBezTo>
                  <a:cubicBezTo>
                    <a:pt x="9036" y="6147"/>
                    <a:pt x="9029" y="6147"/>
                    <a:pt x="9023" y="6148"/>
                  </a:cubicBezTo>
                  <a:cubicBezTo>
                    <a:pt x="8212" y="6225"/>
                    <a:pt x="7405" y="6259"/>
                    <a:pt x="6602" y="6259"/>
                  </a:cubicBezTo>
                  <a:cubicBezTo>
                    <a:pt x="6549" y="6259"/>
                    <a:pt x="6496" y="6259"/>
                    <a:pt x="6443" y="6258"/>
                  </a:cubicBezTo>
                  <a:cubicBezTo>
                    <a:pt x="5131" y="6244"/>
                    <a:pt x="4089" y="6148"/>
                    <a:pt x="4017" y="6148"/>
                  </a:cubicBezTo>
                  <a:cubicBezTo>
                    <a:pt x="3839" y="6148"/>
                    <a:pt x="3661" y="6095"/>
                    <a:pt x="3512" y="5999"/>
                  </a:cubicBezTo>
                  <a:cubicBezTo>
                    <a:pt x="3455" y="5552"/>
                    <a:pt x="3368" y="5110"/>
                    <a:pt x="3248" y="4678"/>
                  </a:cubicBezTo>
                  <a:cubicBezTo>
                    <a:pt x="3421" y="4428"/>
                    <a:pt x="3700" y="4279"/>
                    <a:pt x="4002" y="4274"/>
                  </a:cubicBezTo>
                  <a:cubicBezTo>
                    <a:pt x="4891" y="4442"/>
                    <a:pt x="5790" y="4529"/>
                    <a:pt x="6688" y="4529"/>
                  </a:cubicBezTo>
                  <a:cubicBezTo>
                    <a:pt x="7668" y="4529"/>
                    <a:pt x="8648" y="4390"/>
                    <a:pt x="9090" y="4265"/>
                  </a:cubicBezTo>
                  <a:cubicBezTo>
                    <a:pt x="9308" y="4202"/>
                    <a:pt x="9254" y="3889"/>
                    <a:pt x="9050" y="3889"/>
                  </a:cubicBezTo>
                  <a:cubicBezTo>
                    <a:pt x="9034" y="3889"/>
                    <a:pt x="9017" y="3891"/>
                    <a:pt x="8999" y="3895"/>
                  </a:cubicBezTo>
                  <a:cubicBezTo>
                    <a:pt x="8152" y="4083"/>
                    <a:pt x="7344" y="4146"/>
                    <a:pt x="6635" y="4146"/>
                  </a:cubicBezTo>
                  <a:cubicBezTo>
                    <a:pt x="5204" y="4146"/>
                    <a:pt x="4173" y="3890"/>
                    <a:pt x="4022" y="3890"/>
                  </a:cubicBezTo>
                  <a:cubicBezTo>
                    <a:pt x="3503" y="3890"/>
                    <a:pt x="3085" y="3467"/>
                    <a:pt x="3085" y="2953"/>
                  </a:cubicBezTo>
                  <a:cubicBezTo>
                    <a:pt x="3085" y="2434"/>
                    <a:pt x="3503" y="2012"/>
                    <a:pt x="4022" y="2012"/>
                  </a:cubicBezTo>
                  <a:lnTo>
                    <a:pt x="4031" y="2012"/>
                  </a:lnTo>
                  <a:cubicBezTo>
                    <a:pt x="4041" y="2021"/>
                    <a:pt x="4055" y="2026"/>
                    <a:pt x="4070" y="2031"/>
                  </a:cubicBezTo>
                  <a:cubicBezTo>
                    <a:pt x="4868" y="2388"/>
                    <a:pt x="5676" y="2564"/>
                    <a:pt x="6483" y="2564"/>
                  </a:cubicBezTo>
                  <a:cubicBezTo>
                    <a:pt x="6686" y="2564"/>
                    <a:pt x="6889" y="2553"/>
                    <a:pt x="7091" y="2530"/>
                  </a:cubicBezTo>
                  <a:lnTo>
                    <a:pt x="7091" y="2530"/>
                  </a:lnTo>
                  <a:cubicBezTo>
                    <a:pt x="6861" y="2727"/>
                    <a:pt x="6573" y="2876"/>
                    <a:pt x="6251" y="2881"/>
                  </a:cubicBezTo>
                  <a:cubicBezTo>
                    <a:pt x="5602" y="2862"/>
                    <a:pt x="4930" y="2824"/>
                    <a:pt x="4243" y="2761"/>
                  </a:cubicBezTo>
                  <a:cubicBezTo>
                    <a:pt x="4232" y="2760"/>
                    <a:pt x="4222" y="2759"/>
                    <a:pt x="4212" y="2759"/>
                  </a:cubicBezTo>
                  <a:cubicBezTo>
                    <a:pt x="3976" y="2759"/>
                    <a:pt x="3951" y="3132"/>
                    <a:pt x="4204" y="3145"/>
                  </a:cubicBezTo>
                  <a:cubicBezTo>
                    <a:pt x="5052" y="3230"/>
                    <a:pt x="5903" y="3270"/>
                    <a:pt x="6755" y="3270"/>
                  </a:cubicBezTo>
                  <a:cubicBezTo>
                    <a:pt x="7264" y="3270"/>
                    <a:pt x="7774" y="3256"/>
                    <a:pt x="8283" y="3227"/>
                  </a:cubicBezTo>
                  <a:cubicBezTo>
                    <a:pt x="8533" y="3213"/>
                    <a:pt x="8514" y="2842"/>
                    <a:pt x="8273" y="2842"/>
                  </a:cubicBezTo>
                  <a:cubicBezTo>
                    <a:pt x="8268" y="2842"/>
                    <a:pt x="8264" y="2842"/>
                    <a:pt x="8259" y="2843"/>
                  </a:cubicBezTo>
                  <a:cubicBezTo>
                    <a:pt x="7932" y="2867"/>
                    <a:pt x="7601" y="2881"/>
                    <a:pt x="7260" y="2886"/>
                  </a:cubicBezTo>
                  <a:cubicBezTo>
                    <a:pt x="7428" y="2751"/>
                    <a:pt x="7572" y="2598"/>
                    <a:pt x="7697" y="2425"/>
                  </a:cubicBezTo>
                  <a:cubicBezTo>
                    <a:pt x="8105" y="2334"/>
                    <a:pt x="8504" y="2204"/>
                    <a:pt x="8888" y="2031"/>
                  </a:cubicBezTo>
                  <a:cubicBezTo>
                    <a:pt x="9056" y="1957"/>
                    <a:pt x="9225" y="1923"/>
                    <a:pt x="9389" y="1923"/>
                  </a:cubicBezTo>
                  <a:close/>
                  <a:moveTo>
                    <a:pt x="9385" y="1"/>
                  </a:moveTo>
                  <a:cubicBezTo>
                    <a:pt x="8965" y="1"/>
                    <a:pt x="8532" y="88"/>
                    <a:pt x="8105" y="277"/>
                  </a:cubicBezTo>
                  <a:cubicBezTo>
                    <a:pt x="7557" y="520"/>
                    <a:pt x="7017" y="641"/>
                    <a:pt x="6477" y="641"/>
                  </a:cubicBezTo>
                  <a:cubicBezTo>
                    <a:pt x="5936" y="641"/>
                    <a:pt x="5396" y="520"/>
                    <a:pt x="4848" y="277"/>
                  </a:cubicBezTo>
                  <a:cubicBezTo>
                    <a:pt x="4442" y="97"/>
                    <a:pt x="4007" y="7"/>
                    <a:pt x="3572" y="7"/>
                  </a:cubicBezTo>
                  <a:cubicBezTo>
                    <a:pt x="3182" y="7"/>
                    <a:pt x="2792" y="79"/>
                    <a:pt x="2422" y="225"/>
                  </a:cubicBezTo>
                  <a:cubicBezTo>
                    <a:pt x="870" y="835"/>
                    <a:pt x="1" y="2641"/>
                    <a:pt x="904" y="4073"/>
                  </a:cubicBezTo>
                  <a:cubicBezTo>
                    <a:pt x="1149" y="4457"/>
                    <a:pt x="1336" y="4937"/>
                    <a:pt x="1471" y="5495"/>
                  </a:cubicBezTo>
                  <a:cubicBezTo>
                    <a:pt x="1495" y="5598"/>
                    <a:pt x="1572" y="5643"/>
                    <a:pt x="1650" y="5643"/>
                  </a:cubicBezTo>
                  <a:cubicBezTo>
                    <a:pt x="1761" y="5643"/>
                    <a:pt x="1874" y="5552"/>
                    <a:pt x="1841" y="5408"/>
                  </a:cubicBezTo>
                  <a:cubicBezTo>
                    <a:pt x="1725" y="4860"/>
                    <a:pt x="1519" y="4342"/>
                    <a:pt x="1226" y="3866"/>
                  </a:cubicBezTo>
                  <a:cubicBezTo>
                    <a:pt x="255" y="2333"/>
                    <a:pt x="1710" y="388"/>
                    <a:pt x="3560" y="388"/>
                  </a:cubicBezTo>
                  <a:cubicBezTo>
                    <a:pt x="3925" y="388"/>
                    <a:pt x="4305" y="464"/>
                    <a:pt x="4685" y="633"/>
                  </a:cubicBezTo>
                  <a:cubicBezTo>
                    <a:pt x="5285" y="897"/>
                    <a:pt x="5877" y="1029"/>
                    <a:pt x="6469" y="1029"/>
                  </a:cubicBezTo>
                  <a:cubicBezTo>
                    <a:pt x="7061" y="1029"/>
                    <a:pt x="7654" y="897"/>
                    <a:pt x="8254" y="633"/>
                  </a:cubicBezTo>
                  <a:cubicBezTo>
                    <a:pt x="8629" y="466"/>
                    <a:pt x="9009" y="389"/>
                    <a:pt x="9378" y="389"/>
                  </a:cubicBezTo>
                  <a:cubicBezTo>
                    <a:pt x="11000" y="389"/>
                    <a:pt x="12388" y="1870"/>
                    <a:pt x="11996" y="3611"/>
                  </a:cubicBezTo>
                  <a:cubicBezTo>
                    <a:pt x="11751" y="4692"/>
                    <a:pt x="11670" y="5937"/>
                    <a:pt x="11737" y="7421"/>
                  </a:cubicBezTo>
                  <a:cubicBezTo>
                    <a:pt x="11819" y="8949"/>
                    <a:pt x="10964" y="10371"/>
                    <a:pt x="9575" y="11014"/>
                  </a:cubicBezTo>
                  <a:cubicBezTo>
                    <a:pt x="9431" y="11082"/>
                    <a:pt x="9484" y="11120"/>
                    <a:pt x="9095" y="12302"/>
                  </a:cubicBezTo>
                  <a:cubicBezTo>
                    <a:pt x="9042" y="12403"/>
                    <a:pt x="8960" y="12600"/>
                    <a:pt x="8845" y="12600"/>
                  </a:cubicBezTo>
                  <a:cubicBezTo>
                    <a:pt x="8782" y="12600"/>
                    <a:pt x="8773" y="12600"/>
                    <a:pt x="8715" y="12494"/>
                  </a:cubicBezTo>
                  <a:cubicBezTo>
                    <a:pt x="8542" y="12177"/>
                    <a:pt x="8518" y="11937"/>
                    <a:pt x="8393" y="11500"/>
                  </a:cubicBezTo>
                  <a:cubicBezTo>
                    <a:pt x="8225" y="10885"/>
                    <a:pt x="8523" y="10241"/>
                    <a:pt x="9095" y="9967"/>
                  </a:cubicBezTo>
                  <a:cubicBezTo>
                    <a:pt x="10056" y="9520"/>
                    <a:pt x="10646" y="8531"/>
                    <a:pt x="10589" y="7474"/>
                  </a:cubicBezTo>
                  <a:cubicBezTo>
                    <a:pt x="10512" y="5889"/>
                    <a:pt x="10603" y="4539"/>
                    <a:pt x="10872" y="3357"/>
                  </a:cubicBezTo>
                  <a:cubicBezTo>
                    <a:pt x="11095" y="2374"/>
                    <a:pt x="10310" y="1543"/>
                    <a:pt x="9379" y="1543"/>
                  </a:cubicBezTo>
                  <a:cubicBezTo>
                    <a:pt x="9164" y="1543"/>
                    <a:pt x="8940" y="1587"/>
                    <a:pt x="8720" y="1685"/>
                  </a:cubicBezTo>
                  <a:cubicBezTo>
                    <a:pt x="7973" y="2014"/>
                    <a:pt x="7221" y="2179"/>
                    <a:pt x="6469" y="2179"/>
                  </a:cubicBezTo>
                  <a:cubicBezTo>
                    <a:pt x="5717" y="2179"/>
                    <a:pt x="4966" y="2014"/>
                    <a:pt x="4219" y="1685"/>
                  </a:cubicBezTo>
                  <a:cubicBezTo>
                    <a:pt x="3998" y="1587"/>
                    <a:pt x="3778" y="1544"/>
                    <a:pt x="3568" y="1544"/>
                  </a:cubicBezTo>
                  <a:cubicBezTo>
                    <a:pt x="2551" y="1544"/>
                    <a:pt x="1750" y="2550"/>
                    <a:pt x="2196" y="3246"/>
                  </a:cubicBezTo>
                  <a:cubicBezTo>
                    <a:pt x="2480" y="3698"/>
                    <a:pt x="2696" y="4188"/>
                    <a:pt x="2845" y="4702"/>
                  </a:cubicBezTo>
                  <a:lnTo>
                    <a:pt x="2845" y="4707"/>
                  </a:lnTo>
                  <a:cubicBezTo>
                    <a:pt x="3363" y="6470"/>
                    <a:pt x="3263" y="8660"/>
                    <a:pt x="3085" y="10486"/>
                  </a:cubicBezTo>
                  <a:cubicBezTo>
                    <a:pt x="3053" y="10785"/>
                    <a:pt x="2799" y="11007"/>
                    <a:pt x="2504" y="11007"/>
                  </a:cubicBezTo>
                  <a:cubicBezTo>
                    <a:pt x="2487" y="11007"/>
                    <a:pt x="2469" y="11006"/>
                    <a:pt x="2451" y="11005"/>
                  </a:cubicBezTo>
                  <a:cubicBezTo>
                    <a:pt x="2134" y="10971"/>
                    <a:pt x="1903" y="10688"/>
                    <a:pt x="1932" y="10371"/>
                  </a:cubicBezTo>
                  <a:cubicBezTo>
                    <a:pt x="2047" y="9213"/>
                    <a:pt x="2158" y="7700"/>
                    <a:pt x="1994" y="6321"/>
                  </a:cubicBezTo>
                  <a:cubicBezTo>
                    <a:pt x="1977" y="6208"/>
                    <a:pt x="1892" y="6156"/>
                    <a:pt x="1806" y="6156"/>
                  </a:cubicBezTo>
                  <a:cubicBezTo>
                    <a:pt x="1702" y="6156"/>
                    <a:pt x="1597" y="6232"/>
                    <a:pt x="1610" y="6369"/>
                  </a:cubicBezTo>
                  <a:cubicBezTo>
                    <a:pt x="1769" y="7714"/>
                    <a:pt x="1663" y="9194"/>
                    <a:pt x="1552" y="10337"/>
                  </a:cubicBezTo>
                  <a:cubicBezTo>
                    <a:pt x="1480" y="10870"/>
                    <a:pt x="1869" y="11360"/>
                    <a:pt x="2407" y="11413"/>
                  </a:cubicBezTo>
                  <a:cubicBezTo>
                    <a:pt x="2440" y="11416"/>
                    <a:pt x="2471" y="11418"/>
                    <a:pt x="2503" y="11418"/>
                  </a:cubicBezTo>
                  <a:cubicBezTo>
                    <a:pt x="3005" y="11418"/>
                    <a:pt x="3428" y="11031"/>
                    <a:pt x="3460" y="10524"/>
                  </a:cubicBezTo>
                  <a:cubicBezTo>
                    <a:pt x="3522" y="9929"/>
                    <a:pt x="3560" y="9376"/>
                    <a:pt x="3580" y="8867"/>
                  </a:cubicBezTo>
                  <a:cubicBezTo>
                    <a:pt x="3950" y="9040"/>
                    <a:pt x="4608" y="9126"/>
                    <a:pt x="5011" y="9165"/>
                  </a:cubicBezTo>
                  <a:cubicBezTo>
                    <a:pt x="5588" y="9227"/>
                    <a:pt x="6280" y="9256"/>
                    <a:pt x="6976" y="9256"/>
                  </a:cubicBezTo>
                  <a:cubicBezTo>
                    <a:pt x="7433" y="9256"/>
                    <a:pt x="7889" y="9247"/>
                    <a:pt x="8321" y="9213"/>
                  </a:cubicBezTo>
                  <a:cubicBezTo>
                    <a:pt x="8773" y="9189"/>
                    <a:pt x="9220" y="9136"/>
                    <a:pt x="9666" y="9054"/>
                  </a:cubicBezTo>
                  <a:lnTo>
                    <a:pt x="9666" y="9054"/>
                  </a:lnTo>
                  <a:cubicBezTo>
                    <a:pt x="9383" y="9376"/>
                    <a:pt x="9119" y="9511"/>
                    <a:pt x="8874" y="9636"/>
                  </a:cubicBezTo>
                  <a:cubicBezTo>
                    <a:pt x="8163" y="10006"/>
                    <a:pt x="7802" y="10817"/>
                    <a:pt x="8014" y="11591"/>
                  </a:cubicBezTo>
                  <a:cubicBezTo>
                    <a:pt x="8134" y="12009"/>
                    <a:pt x="8168" y="12302"/>
                    <a:pt x="8374" y="12672"/>
                  </a:cubicBezTo>
                  <a:cubicBezTo>
                    <a:pt x="8451" y="12816"/>
                    <a:pt x="8557" y="12965"/>
                    <a:pt x="8826" y="12974"/>
                  </a:cubicBezTo>
                  <a:cubicBezTo>
                    <a:pt x="8832" y="12975"/>
                    <a:pt x="8838" y="12975"/>
                    <a:pt x="8843" y="12975"/>
                  </a:cubicBezTo>
                  <a:cubicBezTo>
                    <a:pt x="9139" y="12975"/>
                    <a:pt x="9299" y="12739"/>
                    <a:pt x="9431" y="12475"/>
                  </a:cubicBezTo>
                  <a:cubicBezTo>
                    <a:pt x="9474" y="12388"/>
                    <a:pt x="9397" y="12581"/>
                    <a:pt x="9806" y="11322"/>
                  </a:cubicBezTo>
                  <a:cubicBezTo>
                    <a:pt x="11295" y="10596"/>
                    <a:pt x="12208" y="9050"/>
                    <a:pt x="12121" y="7392"/>
                  </a:cubicBezTo>
                  <a:cubicBezTo>
                    <a:pt x="12054" y="5941"/>
                    <a:pt x="12131" y="4731"/>
                    <a:pt x="12366" y="3683"/>
                  </a:cubicBezTo>
                  <a:cubicBezTo>
                    <a:pt x="12829" y="1694"/>
                    <a:pt x="11240" y="1"/>
                    <a:pt x="93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5" name="Google Shape;14285;p86"/>
          <p:cNvGrpSpPr/>
          <p:nvPr/>
        </p:nvGrpSpPr>
        <p:grpSpPr>
          <a:xfrm>
            <a:off x="5309550" y="2909330"/>
            <a:ext cx="371939" cy="367201"/>
            <a:chOff x="5309550" y="2909330"/>
            <a:chExt cx="371939" cy="367201"/>
          </a:xfrm>
        </p:grpSpPr>
        <p:sp>
          <p:nvSpPr>
            <p:cNvPr id="14286" name="Google Shape;14286;p86"/>
            <p:cNvSpPr/>
            <p:nvPr/>
          </p:nvSpPr>
          <p:spPr>
            <a:xfrm>
              <a:off x="5340102" y="2937683"/>
              <a:ext cx="311202" cy="310678"/>
            </a:xfrm>
            <a:custGeom>
              <a:rect b="b" l="l" r="r" t="t"/>
              <a:pathLst>
                <a:path extrusionOk="0" h="11867" w="11887">
                  <a:moveTo>
                    <a:pt x="6089" y="1"/>
                  </a:moveTo>
                  <a:cubicBezTo>
                    <a:pt x="5715" y="1"/>
                    <a:pt x="5377" y="419"/>
                    <a:pt x="5007" y="481"/>
                  </a:cubicBezTo>
                  <a:cubicBezTo>
                    <a:pt x="4969" y="488"/>
                    <a:pt x="4931" y="490"/>
                    <a:pt x="4891" y="490"/>
                  </a:cubicBezTo>
                  <a:cubicBezTo>
                    <a:pt x="4618" y="490"/>
                    <a:pt x="4307" y="358"/>
                    <a:pt x="4034" y="358"/>
                  </a:cubicBezTo>
                  <a:cubicBezTo>
                    <a:pt x="3958" y="358"/>
                    <a:pt x="3884" y="368"/>
                    <a:pt x="3815" y="395"/>
                  </a:cubicBezTo>
                  <a:cubicBezTo>
                    <a:pt x="3469" y="529"/>
                    <a:pt x="3306" y="1058"/>
                    <a:pt x="2989" y="1255"/>
                  </a:cubicBezTo>
                  <a:cubicBezTo>
                    <a:pt x="2672" y="1452"/>
                    <a:pt x="2124" y="1375"/>
                    <a:pt x="1855" y="1629"/>
                  </a:cubicBezTo>
                  <a:cubicBezTo>
                    <a:pt x="1586" y="1884"/>
                    <a:pt x="1644" y="2432"/>
                    <a:pt x="1423" y="2744"/>
                  </a:cubicBezTo>
                  <a:cubicBezTo>
                    <a:pt x="1212" y="3042"/>
                    <a:pt x="683" y="3171"/>
                    <a:pt x="525" y="3522"/>
                  </a:cubicBezTo>
                  <a:cubicBezTo>
                    <a:pt x="366" y="3873"/>
                    <a:pt x="625" y="4353"/>
                    <a:pt x="544" y="4714"/>
                  </a:cubicBezTo>
                  <a:cubicBezTo>
                    <a:pt x="462" y="5083"/>
                    <a:pt x="20" y="5400"/>
                    <a:pt x="11" y="5780"/>
                  </a:cubicBezTo>
                  <a:cubicBezTo>
                    <a:pt x="1" y="6160"/>
                    <a:pt x="429" y="6501"/>
                    <a:pt x="491" y="6871"/>
                  </a:cubicBezTo>
                  <a:cubicBezTo>
                    <a:pt x="553" y="7245"/>
                    <a:pt x="270" y="7716"/>
                    <a:pt x="405" y="8062"/>
                  </a:cubicBezTo>
                  <a:cubicBezTo>
                    <a:pt x="539" y="8408"/>
                    <a:pt x="1067" y="8576"/>
                    <a:pt x="1264" y="8888"/>
                  </a:cubicBezTo>
                  <a:cubicBezTo>
                    <a:pt x="1461" y="9205"/>
                    <a:pt x="1385" y="9758"/>
                    <a:pt x="1639" y="10022"/>
                  </a:cubicBezTo>
                  <a:cubicBezTo>
                    <a:pt x="1894" y="10291"/>
                    <a:pt x="2441" y="10233"/>
                    <a:pt x="2754" y="10454"/>
                  </a:cubicBezTo>
                  <a:cubicBezTo>
                    <a:pt x="3052" y="10666"/>
                    <a:pt x="3181" y="11199"/>
                    <a:pt x="3532" y="11357"/>
                  </a:cubicBezTo>
                  <a:cubicBezTo>
                    <a:pt x="3616" y="11395"/>
                    <a:pt x="3708" y="11409"/>
                    <a:pt x="3803" y="11409"/>
                  </a:cubicBezTo>
                  <a:cubicBezTo>
                    <a:pt x="4050" y="11409"/>
                    <a:pt x="4325" y="11317"/>
                    <a:pt x="4566" y="11317"/>
                  </a:cubicBezTo>
                  <a:cubicBezTo>
                    <a:pt x="4620" y="11317"/>
                    <a:pt x="4673" y="11322"/>
                    <a:pt x="4723" y="11333"/>
                  </a:cubicBezTo>
                  <a:cubicBezTo>
                    <a:pt x="5093" y="11420"/>
                    <a:pt x="5410" y="11862"/>
                    <a:pt x="5790" y="11867"/>
                  </a:cubicBezTo>
                  <a:cubicBezTo>
                    <a:pt x="5794" y="11867"/>
                    <a:pt x="5798" y="11867"/>
                    <a:pt x="5802" y="11867"/>
                  </a:cubicBezTo>
                  <a:cubicBezTo>
                    <a:pt x="6177" y="11867"/>
                    <a:pt x="6515" y="11448"/>
                    <a:pt x="6880" y="11386"/>
                  </a:cubicBezTo>
                  <a:cubicBezTo>
                    <a:pt x="6918" y="11380"/>
                    <a:pt x="6958" y="11377"/>
                    <a:pt x="6997" y="11377"/>
                  </a:cubicBezTo>
                  <a:cubicBezTo>
                    <a:pt x="7273" y="11377"/>
                    <a:pt x="7584" y="11509"/>
                    <a:pt x="7856" y="11509"/>
                  </a:cubicBezTo>
                  <a:cubicBezTo>
                    <a:pt x="7931" y="11509"/>
                    <a:pt x="8004" y="11499"/>
                    <a:pt x="8072" y="11473"/>
                  </a:cubicBezTo>
                  <a:cubicBezTo>
                    <a:pt x="8418" y="11338"/>
                    <a:pt x="8586" y="10815"/>
                    <a:pt x="8898" y="10613"/>
                  </a:cubicBezTo>
                  <a:cubicBezTo>
                    <a:pt x="9215" y="10416"/>
                    <a:pt x="9763" y="10498"/>
                    <a:pt x="10032" y="10238"/>
                  </a:cubicBezTo>
                  <a:cubicBezTo>
                    <a:pt x="10306" y="9984"/>
                    <a:pt x="10248" y="9441"/>
                    <a:pt x="10469" y="9128"/>
                  </a:cubicBezTo>
                  <a:cubicBezTo>
                    <a:pt x="10680" y="8831"/>
                    <a:pt x="11214" y="8696"/>
                    <a:pt x="11367" y="8350"/>
                  </a:cubicBezTo>
                  <a:cubicBezTo>
                    <a:pt x="11526" y="7999"/>
                    <a:pt x="11266" y="7519"/>
                    <a:pt x="11343" y="7159"/>
                  </a:cubicBezTo>
                  <a:cubicBezTo>
                    <a:pt x="11430" y="6789"/>
                    <a:pt x="11872" y="6472"/>
                    <a:pt x="11877" y="6092"/>
                  </a:cubicBezTo>
                  <a:cubicBezTo>
                    <a:pt x="11886" y="5718"/>
                    <a:pt x="11459" y="5372"/>
                    <a:pt x="11396" y="5002"/>
                  </a:cubicBezTo>
                  <a:cubicBezTo>
                    <a:pt x="11334" y="4632"/>
                    <a:pt x="11617" y="4161"/>
                    <a:pt x="11483" y="3810"/>
                  </a:cubicBezTo>
                  <a:cubicBezTo>
                    <a:pt x="11348" y="3464"/>
                    <a:pt x="10825" y="3296"/>
                    <a:pt x="10623" y="2984"/>
                  </a:cubicBezTo>
                  <a:cubicBezTo>
                    <a:pt x="10426" y="2667"/>
                    <a:pt x="10503" y="2119"/>
                    <a:pt x="10248" y="1850"/>
                  </a:cubicBezTo>
                  <a:cubicBezTo>
                    <a:pt x="9993" y="1577"/>
                    <a:pt x="9451" y="1634"/>
                    <a:pt x="9138" y="1413"/>
                  </a:cubicBezTo>
                  <a:cubicBezTo>
                    <a:pt x="8836" y="1202"/>
                    <a:pt x="8706" y="673"/>
                    <a:pt x="8355" y="515"/>
                  </a:cubicBezTo>
                  <a:cubicBezTo>
                    <a:pt x="8271" y="476"/>
                    <a:pt x="8179" y="462"/>
                    <a:pt x="8082" y="462"/>
                  </a:cubicBezTo>
                  <a:cubicBezTo>
                    <a:pt x="7837" y="462"/>
                    <a:pt x="7564" y="550"/>
                    <a:pt x="7324" y="550"/>
                  </a:cubicBezTo>
                  <a:cubicBezTo>
                    <a:pt x="7269" y="550"/>
                    <a:pt x="7215" y="546"/>
                    <a:pt x="7164" y="534"/>
                  </a:cubicBezTo>
                  <a:cubicBezTo>
                    <a:pt x="6794" y="452"/>
                    <a:pt x="6477" y="10"/>
                    <a:pt x="6102" y="1"/>
                  </a:cubicBezTo>
                  <a:cubicBezTo>
                    <a:pt x="6098" y="1"/>
                    <a:pt x="6094" y="1"/>
                    <a:pt x="6089"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86"/>
            <p:cNvSpPr/>
            <p:nvPr/>
          </p:nvSpPr>
          <p:spPr>
            <a:xfrm>
              <a:off x="5465138" y="2980461"/>
              <a:ext cx="186271" cy="268031"/>
            </a:xfrm>
            <a:custGeom>
              <a:rect b="b" l="l" r="r" t="t"/>
              <a:pathLst>
                <a:path extrusionOk="0" h="10238" w="7115">
                  <a:moveTo>
                    <a:pt x="5035" y="0"/>
                  </a:moveTo>
                  <a:lnTo>
                    <a:pt x="5035" y="0"/>
                  </a:lnTo>
                  <a:cubicBezTo>
                    <a:pt x="6577" y="4093"/>
                    <a:pt x="4228" y="8614"/>
                    <a:pt x="0" y="9714"/>
                  </a:cubicBezTo>
                  <a:cubicBezTo>
                    <a:pt x="351" y="9820"/>
                    <a:pt x="668" y="10228"/>
                    <a:pt x="1019" y="10238"/>
                  </a:cubicBezTo>
                  <a:cubicBezTo>
                    <a:pt x="1023" y="10238"/>
                    <a:pt x="1027" y="10238"/>
                    <a:pt x="1031" y="10238"/>
                  </a:cubicBezTo>
                  <a:cubicBezTo>
                    <a:pt x="1406" y="10238"/>
                    <a:pt x="1748" y="9819"/>
                    <a:pt x="2114" y="9757"/>
                  </a:cubicBezTo>
                  <a:cubicBezTo>
                    <a:pt x="2153" y="9750"/>
                    <a:pt x="2194" y="9747"/>
                    <a:pt x="2235" y="9747"/>
                  </a:cubicBezTo>
                  <a:cubicBezTo>
                    <a:pt x="2505" y="9747"/>
                    <a:pt x="2816" y="9880"/>
                    <a:pt x="3087" y="9880"/>
                  </a:cubicBezTo>
                  <a:cubicBezTo>
                    <a:pt x="3162" y="9880"/>
                    <a:pt x="3234" y="9870"/>
                    <a:pt x="3301" y="9844"/>
                  </a:cubicBezTo>
                  <a:cubicBezTo>
                    <a:pt x="3651" y="9704"/>
                    <a:pt x="3810" y="9181"/>
                    <a:pt x="4132" y="8984"/>
                  </a:cubicBezTo>
                  <a:cubicBezTo>
                    <a:pt x="4454" y="8782"/>
                    <a:pt x="4992" y="8864"/>
                    <a:pt x="5265" y="8609"/>
                  </a:cubicBezTo>
                  <a:cubicBezTo>
                    <a:pt x="5539" y="8350"/>
                    <a:pt x="5477" y="7807"/>
                    <a:pt x="5698" y="7494"/>
                  </a:cubicBezTo>
                  <a:cubicBezTo>
                    <a:pt x="5919" y="7187"/>
                    <a:pt x="6447" y="7067"/>
                    <a:pt x="6601" y="6716"/>
                  </a:cubicBezTo>
                  <a:cubicBezTo>
                    <a:pt x="6755" y="6365"/>
                    <a:pt x="6490" y="5885"/>
                    <a:pt x="6572" y="5525"/>
                  </a:cubicBezTo>
                  <a:cubicBezTo>
                    <a:pt x="6659" y="5150"/>
                    <a:pt x="7096" y="4833"/>
                    <a:pt x="7105" y="4458"/>
                  </a:cubicBezTo>
                  <a:cubicBezTo>
                    <a:pt x="7115" y="4088"/>
                    <a:pt x="6692" y="3738"/>
                    <a:pt x="6625" y="3368"/>
                  </a:cubicBezTo>
                  <a:cubicBezTo>
                    <a:pt x="6563" y="2998"/>
                    <a:pt x="6846" y="2527"/>
                    <a:pt x="6711" y="2176"/>
                  </a:cubicBezTo>
                  <a:cubicBezTo>
                    <a:pt x="6577" y="1826"/>
                    <a:pt x="6053" y="1672"/>
                    <a:pt x="5852" y="1350"/>
                  </a:cubicBezTo>
                  <a:cubicBezTo>
                    <a:pt x="5655" y="1028"/>
                    <a:pt x="5736" y="490"/>
                    <a:pt x="5477" y="216"/>
                  </a:cubicBezTo>
                  <a:cubicBezTo>
                    <a:pt x="5366" y="96"/>
                    <a:pt x="5208" y="43"/>
                    <a:pt x="503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86"/>
            <p:cNvSpPr/>
            <p:nvPr/>
          </p:nvSpPr>
          <p:spPr>
            <a:xfrm>
              <a:off x="5467599" y="3048451"/>
              <a:ext cx="130115" cy="140744"/>
            </a:xfrm>
            <a:custGeom>
              <a:rect b="b" l="l" r="r" t="t"/>
              <a:pathLst>
                <a:path extrusionOk="0" h="5376" w="4970">
                  <a:moveTo>
                    <a:pt x="3552" y="1"/>
                  </a:moveTo>
                  <a:cubicBezTo>
                    <a:pt x="3319" y="1"/>
                    <a:pt x="3107" y="117"/>
                    <a:pt x="3053" y="372"/>
                  </a:cubicBezTo>
                  <a:cubicBezTo>
                    <a:pt x="2721" y="1890"/>
                    <a:pt x="1948" y="2812"/>
                    <a:pt x="833" y="3975"/>
                  </a:cubicBezTo>
                  <a:cubicBezTo>
                    <a:pt x="0" y="4841"/>
                    <a:pt x="534" y="5376"/>
                    <a:pt x="1449" y="5376"/>
                  </a:cubicBezTo>
                  <a:cubicBezTo>
                    <a:pt x="2307" y="5376"/>
                    <a:pt x="3500" y="4906"/>
                    <a:pt x="4215" y="3797"/>
                  </a:cubicBezTo>
                  <a:cubicBezTo>
                    <a:pt x="4970" y="2625"/>
                    <a:pt x="4537" y="1294"/>
                    <a:pt x="4259" y="478"/>
                  </a:cubicBezTo>
                  <a:cubicBezTo>
                    <a:pt x="4156" y="174"/>
                    <a:pt x="3838" y="1"/>
                    <a:pt x="35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86"/>
            <p:cNvSpPr/>
            <p:nvPr/>
          </p:nvSpPr>
          <p:spPr>
            <a:xfrm>
              <a:off x="5478463" y="3049236"/>
              <a:ext cx="119381" cy="139958"/>
            </a:xfrm>
            <a:custGeom>
              <a:rect b="b" l="l" r="r" t="t"/>
              <a:pathLst>
                <a:path extrusionOk="0" h="5346" w="4560">
                  <a:moveTo>
                    <a:pt x="3334" y="1"/>
                  </a:moveTo>
                  <a:lnTo>
                    <a:pt x="3334" y="1"/>
                  </a:lnTo>
                  <a:cubicBezTo>
                    <a:pt x="3613" y="827"/>
                    <a:pt x="3988" y="2100"/>
                    <a:pt x="3258" y="3224"/>
                  </a:cubicBezTo>
                  <a:cubicBezTo>
                    <a:pt x="2543" y="4332"/>
                    <a:pt x="1349" y="4803"/>
                    <a:pt x="490" y="4803"/>
                  </a:cubicBezTo>
                  <a:cubicBezTo>
                    <a:pt x="310" y="4803"/>
                    <a:pt x="144" y="4783"/>
                    <a:pt x="0" y="4743"/>
                  </a:cubicBezTo>
                  <a:lnTo>
                    <a:pt x="0" y="4743"/>
                  </a:lnTo>
                  <a:cubicBezTo>
                    <a:pt x="16" y="5126"/>
                    <a:pt x="445" y="5345"/>
                    <a:pt x="1030" y="5345"/>
                  </a:cubicBezTo>
                  <a:cubicBezTo>
                    <a:pt x="1887" y="5345"/>
                    <a:pt x="3079" y="4875"/>
                    <a:pt x="3796" y="3767"/>
                  </a:cubicBezTo>
                  <a:cubicBezTo>
                    <a:pt x="4559" y="2600"/>
                    <a:pt x="4127" y="1264"/>
                    <a:pt x="3848" y="448"/>
                  </a:cubicBezTo>
                  <a:cubicBezTo>
                    <a:pt x="3767" y="222"/>
                    <a:pt x="3570" y="49"/>
                    <a:pt x="333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86"/>
            <p:cNvSpPr/>
            <p:nvPr/>
          </p:nvSpPr>
          <p:spPr>
            <a:xfrm>
              <a:off x="5420736" y="3021485"/>
              <a:ext cx="68722" cy="68827"/>
            </a:xfrm>
            <a:custGeom>
              <a:rect b="b" l="l" r="r" t="t"/>
              <a:pathLst>
                <a:path extrusionOk="0" h="2629" w="2625">
                  <a:moveTo>
                    <a:pt x="1454" y="1"/>
                  </a:moveTo>
                  <a:cubicBezTo>
                    <a:pt x="990" y="1"/>
                    <a:pt x="488" y="371"/>
                    <a:pt x="284" y="830"/>
                  </a:cubicBezTo>
                  <a:cubicBezTo>
                    <a:pt x="0" y="1469"/>
                    <a:pt x="289" y="2224"/>
                    <a:pt x="928" y="2507"/>
                  </a:cubicBezTo>
                  <a:cubicBezTo>
                    <a:pt x="1107" y="2588"/>
                    <a:pt x="1321" y="2628"/>
                    <a:pt x="1535" y="2628"/>
                  </a:cubicBezTo>
                  <a:cubicBezTo>
                    <a:pt x="2080" y="2628"/>
                    <a:pt x="2625" y="2367"/>
                    <a:pt x="2604" y="1863"/>
                  </a:cubicBezTo>
                  <a:cubicBezTo>
                    <a:pt x="2580" y="1272"/>
                    <a:pt x="2345" y="513"/>
                    <a:pt x="1960" y="187"/>
                  </a:cubicBezTo>
                  <a:cubicBezTo>
                    <a:pt x="1811" y="57"/>
                    <a:pt x="1635" y="1"/>
                    <a:pt x="145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86"/>
            <p:cNvSpPr/>
            <p:nvPr/>
          </p:nvSpPr>
          <p:spPr>
            <a:xfrm>
              <a:off x="5428276" y="3022218"/>
              <a:ext cx="61183" cy="68147"/>
            </a:xfrm>
            <a:custGeom>
              <a:rect b="b" l="l" r="r" t="t"/>
              <a:pathLst>
                <a:path extrusionOk="0" h="2603" w="2337">
                  <a:moveTo>
                    <a:pt x="1384" y="0"/>
                  </a:moveTo>
                  <a:lnTo>
                    <a:pt x="1384" y="0"/>
                  </a:lnTo>
                  <a:cubicBezTo>
                    <a:pt x="1562" y="380"/>
                    <a:pt x="1663" y="788"/>
                    <a:pt x="1682" y="1201"/>
                  </a:cubicBezTo>
                  <a:cubicBezTo>
                    <a:pt x="1703" y="1709"/>
                    <a:pt x="1157" y="1969"/>
                    <a:pt x="610" y="1969"/>
                  </a:cubicBezTo>
                  <a:cubicBezTo>
                    <a:pt x="398" y="1969"/>
                    <a:pt x="185" y="1929"/>
                    <a:pt x="5" y="1850"/>
                  </a:cubicBezTo>
                  <a:cubicBezTo>
                    <a:pt x="1" y="1845"/>
                    <a:pt x="1" y="1845"/>
                    <a:pt x="1" y="1845"/>
                  </a:cubicBezTo>
                  <a:lnTo>
                    <a:pt x="1" y="1845"/>
                  </a:lnTo>
                  <a:cubicBezTo>
                    <a:pt x="126" y="2128"/>
                    <a:pt x="356" y="2359"/>
                    <a:pt x="640" y="2484"/>
                  </a:cubicBezTo>
                  <a:cubicBezTo>
                    <a:pt x="819" y="2563"/>
                    <a:pt x="1032" y="2603"/>
                    <a:pt x="1245" y="2603"/>
                  </a:cubicBezTo>
                  <a:cubicBezTo>
                    <a:pt x="1791" y="2603"/>
                    <a:pt x="2337" y="2343"/>
                    <a:pt x="2316" y="1835"/>
                  </a:cubicBezTo>
                  <a:cubicBezTo>
                    <a:pt x="2297" y="1244"/>
                    <a:pt x="2057" y="485"/>
                    <a:pt x="1672" y="159"/>
                  </a:cubicBezTo>
                  <a:cubicBezTo>
                    <a:pt x="1591" y="82"/>
                    <a:pt x="1490" y="29"/>
                    <a:pt x="1384"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86"/>
            <p:cNvSpPr/>
            <p:nvPr/>
          </p:nvSpPr>
          <p:spPr>
            <a:xfrm>
              <a:off x="5546767" y="2918310"/>
              <a:ext cx="34846" cy="41286"/>
            </a:xfrm>
            <a:custGeom>
              <a:rect b="b" l="l" r="r" t="t"/>
              <a:pathLst>
                <a:path extrusionOk="0" h="1577" w="1331">
                  <a:moveTo>
                    <a:pt x="827" y="0"/>
                  </a:moveTo>
                  <a:cubicBezTo>
                    <a:pt x="657" y="0"/>
                    <a:pt x="498" y="98"/>
                    <a:pt x="428" y="260"/>
                  </a:cubicBezTo>
                  <a:lnTo>
                    <a:pt x="0" y="1221"/>
                  </a:lnTo>
                  <a:cubicBezTo>
                    <a:pt x="55" y="1209"/>
                    <a:pt x="111" y="1203"/>
                    <a:pt x="167" y="1203"/>
                  </a:cubicBezTo>
                  <a:cubicBezTo>
                    <a:pt x="268" y="1203"/>
                    <a:pt x="370" y="1223"/>
                    <a:pt x="466" y="1260"/>
                  </a:cubicBezTo>
                  <a:cubicBezTo>
                    <a:pt x="605" y="1332"/>
                    <a:pt x="721" y="1442"/>
                    <a:pt x="802" y="1577"/>
                  </a:cubicBezTo>
                  <a:lnTo>
                    <a:pt x="1230" y="616"/>
                  </a:lnTo>
                  <a:cubicBezTo>
                    <a:pt x="1331" y="395"/>
                    <a:pt x="1230" y="135"/>
                    <a:pt x="1009" y="39"/>
                  </a:cubicBezTo>
                  <a:cubicBezTo>
                    <a:pt x="949" y="13"/>
                    <a:pt x="887" y="0"/>
                    <a:pt x="8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86"/>
            <p:cNvSpPr/>
            <p:nvPr/>
          </p:nvSpPr>
          <p:spPr>
            <a:xfrm>
              <a:off x="5632663" y="3017480"/>
              <a:ext cx="43040" cy="32306"/>
            </a:xfrm>
            <a:custGeom>
              <a:rect b="b" l="l" r="r" t="t"/>
              <a:pathLst>
                <a:path extrusionOk="0" h="1234" w="1644">
                  <a:moveTo>
                    <a:pt x="1148" y="1"/>
                  </a:moveTo>
                  <a:cubicBezTo>
                    <a:pt x="1094" y="1"/>
                    <a:pt x="1039" y="11"/>
                    <a:pt x="985" y="32"/>
                  </a:cubicBezTo>
                  <a:lnTo>
                    <a:pt x="0" y="407"/>
                  </a:lnTo>
                  <a:cubicBezTo>
                    <a:pt x="140" y="513"/>
                    <a:pt x="260" y="623"/>
                    <a:pt x="312" y="767"/>
                  </a:cubicBezTo>
                  <a:cubicBezTo>
                    <a:pt x="356" y="916"/>
                    <a:pt x="361" y="1079"/>
                    <a:pt x="317" y="1233"/>
                  </a:cubicBezTo>
                  <a:lnTo>
                    <a:pt x="1307" y="854"/>
                  </a:lnTo>
                  <a:cubicBezTo>
                    <a:pt x="1533" y="767"/>
                    <a:pt x="1643" y="508"/>
                    <a:pt x="1557" y="282"/>
                  </a:cubicBezTo>
                  <a:cubicBezTo>
                    <a:pt x="1490" y="109"/>
                    <a:pt x="1325" y="1"/>
                    <a:pt x="11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86"/>
            <p:cNvSpPr/>
            <p:nvPr/>
          </p:nvSpPr>
          <p:spPr>
            <a:xfrm>
              <a:off x="5629522" y="3144086"/>
              <a:ext cx="42909" cy="33249"/>
            </a:xfrm>
            <a:custGeom>
              <a:rect b="b" l="l" r="r" t="t"/>
              <a:pathLst>
                <a:path extrusionOk="0" h="1270" w="1639">
                  <a:moveTo>
                    <a:pt x="356" y="0"/>
                  </a:moveTo>
                  <a:lnTo>
                    <a:pt x="356" y="0"/>
                  </a:lnTo>
                  <a:cubicBezTo>
                    <a:pt x="380" y="168"/>
                    <a:pt x="384" y="327"/>
                    <a:pt x="322" y="466"/>
                  </a:cubicBezTo>
                  <a:cubicBezTo>
                    <a:pt x="245" y="605"/>
                    <a:pt x="135" y="726"/>
                    <a:pt x="0" y="802"/>
                  </a:cubicBezTo>
                  <a:lnTo>
                    <a:pt x="961" y="1230"/>
                  </a:lnTo>
                  <a:cubicBezTo>
                    <a:pt x="1019" y="1257"/>
                    <a:pt x="1080" y="1269"/>
                    <a:pt x="1140" y="1269"/>
                  </a:cubicBezTo>
                  <a:cubicBezTo>
                    <a:pt x="1308" y="1269"/>
                    <a:pt x="1467" y="1172"/>
                    <a:pt x="1537" y="1009"/>
                  </a:cubicBezTo>
                  <a:cubicBezTo>
                    <a:pt x="1638" y="788"/>
                    <a:pt x="1537" y="529"/>
                    <a:pt x="1316" y="428"/>
                  </a:cubicBezTo>
                  <a:lnTo>
                    <a:pt x="356"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86"/>
            <p:cNvSpPr/>
            <p:nvPr/>
          </p:nvSpPr>
          <p:spPr>
            <a:xfrm>
              <a:off x="5539463" y="3230114"/>
              <a:ext cx="33720" cy="41469"/>
            </a:xfrm>
            <a:custGeom>
              <a:rect b="b" l="l" r="r" t="t"/>
              <a:pathLst>
                <a:path extrusionOk="0" h="1584" w="1288">
                  <a:moveTo>
                    <a:pt x="817" y="0"/>
                  </a:moveTo>
                  <a:cubicBezTo>
                    <a:pt x="716" y="139"/>
                    <a:pt x="606" y="255"/>
                    <a:pt x="466" y="308"/>
                  </a:cubicBezTo>
                  <a:cubicBezTo>
                    <a:pt x="388" y="332"/>
                    <a:pt x="306" y="344"/>
                    <a:pt x="225" y="344"/>
                  </a:cubicBezTo>
                  <a:cubicBezTo>
                    <a:pt x="149" y="344"/>
                    <a:pt x="73" y="333"/>
                    <a:pt x="0" y="312"/>
                  </a:cubicBezTo>
                  <a:lnTo>
                    <a:pt x="0" y="312"/>
                  </a:lnTo>
                  <a:lnTo>
                    <a:pt x="375" y="1302"/>
                  </a:lnTo>
                  <a:cubicBezTo>
                    <a:pt x="441" y="1475"/>
                    <a:pt x="609" y="1583"/>
                    <a:pt x="786" y="1583"/>
                  </a:cubicBezTo>
                  <a:cubicBezTo>
                    <a:pt x="839" y="1583"/>
                    <a:pt x="894" y="1573"/>
                    <a:pt x="947" y="1552"/>
                  </a:cubicBezTo>
                  <a:cubicBezTo>
                    <a:pt x="1173" y="1465"/>
                    <a:pt x="1288" y="1211"/>
                    <a:pt x="1197" y="985"/>
                  </a:cubicBezTo>
                  <a:lnTo>
                    <a:pt x="817"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86"/>
            <p:cNvSpPr/>
            <p:nvPr/>
          </p:nvSpPr>
          <p:spPr>
            <a:xfrm>
              <a:off x="5410160" y="3226841"/>
              <a:ext cx="34741" cy="41233"/>
            </a:xfrm>
            <a:custGeom>
              <a:rect b="b" l="l" r="r" t="t"/>
              <a:pathLst>
                <a:path extrusionOk="0" h="1575" w="1327">
                  <a:moveTo>
                    <a:pt x="524" y="0"/>
                  </a:moveTo>
                  <a:lnTo>
                    <a:pt x="97" y="961"/>
                  </a:lnTo>
                  <a:cubicBezTo>
                    <a:pt x="1" y="1182"/>
                    <a:pt x="102" y="1441"/>
                    <a:pt x="323" y="1538"/>
                  </a:cubicBezTo>
                  <a:cubicBezTo>
                    <a:pt x="381" y="1563"/>
                    <a:pt x="441" y="1575"/>
                    <a:pt x="501" y="1575"/>
                  </a:cubicBezTo>
                  <a:cubicBezTo>
                    <a:pt x="668" y="1575"/>
                    <a:pt x="828" y="1480"/>
                    <a:pt x="899" y="1317"/>
                  </a:cubicBezTo>
                  <a:lnTo>
                    <a:pt x="1327" y="356"/>
                  </a:lnTo>
                  <a:lnTo>
                    <a:pt x="1327" y="356"/>
                  </a:lnTo>
                  <a:cubicBezTo>
                    <a:pt x="1263" y="363"/>
                    <a:pt x="1200" y="368"/>
                    <a:pt x="1137" y="368"/>
                  </a:cubicBezTo>
                  <a:cubicBezTo>
                    <a:pt x="1040" y="368"/>
                    <a:pt x="946" y="355"/>
                    <a:pt x="861" y="317"/>
                  </a:cubicBezTo>
                  <a:cubicBezTo>
                    <a:pt x="721" y="245"/>
                    <a:pt x="606" y="135"/>
                    <a:pt x="5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86"/>
            <p:cNvSpPr/>
            <p:nvPr/>
          </p:nvSpPr>
          <p:spPr>
            <a:xfrm>
              <a:off x="5315833" y="3136782"/>
              <a:ext cx="43171" cy="32228"/>
            </a:xfrm>
            <a:custGeom>
              <a:rect b="b" l="l" r="r" t="t"/>
              <a:pathLst>
                <a:path extrusionOk="0" h="1231" w="1649">
                  <a:moveTo>
                    <a:pt x="1332" y="1"/>
                  </a:moveTo>
                  <a:lnTo>
                    <a:pt x="342" y="380"/>
                  </a:lnTo>
                  <a:cubicBezTo>
                    <a:pt x="116" y="467"/>
                    <a:pt x="1" y="721"/>
                    <a:pt x="87" y="947"/>
                  </a:cubicBezTo>
                  <a:cubicBezTo>
                    <a:pt x="158" y="1122"/>
                    <a:pt x="326" y="1230"/>
                    <a:pt x="504" y="1230"/>
                  </a:cubicBezTo>
                  <a:cubicBezTo>
                    <a:pt x="555" y="1230"/>
                    <a:pt x="608" y="1221"/>
                    <a:pt x="659" y="1202"/>
                  </a:cubicBezTo>
                  <a:lnTo>
                    <a:pt x="1649" y="822"/>
                  </a:lnTo>
                  <a:cubicBezTo>
                    <a:pt x="1509" y="716"/>
                    <a:pt x="1389" y="606"/>
                    <a:pt x="1336" y="467"/>
                  </a:cubicBezTo>
                  <a:cubicBezTo>
                    <a:pt x="1288" y="313"/>
                    <a:pt x="1288" y="154"/>
                    <a:pt x="133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86"/>
            <p:cNvSpPr/>
            <p:nvPr/>
          </p:nvSpPr>
          <p:spPr>
            <a:xfrm>
              <a:off x="5319367" y="3009102"/>
              <a:ext cx="42909" cy="33249"/>
            </a:xfrm>
            <a:custGeom>
              <a:rect b="b" l="l" r="r" t="t"/>
              <a:pathLst>
                <a:path extrusionOk="0" h="1270" w="1639">
                  <a:moveTo>
                    <a:pt x="498" y="1"/>
                  </a:moveTo>
                  <a:cubicBezTo>
                    <a:pt x="331" y="1"/>
                    <a:pt x="171" y="98"/>
                    <a:pt x="96" y="261"/>
                  </a:cubicBezTo>
                  <a:cubicBezTo>
                    <a:pt x="0" y="482"/>
                    <a:pt x="101" y="741"/>
                    <a:pt x="322" y="842"/>
                  </a:cubicBezTo>
                  <a:lnTo>
                    <a:pt x="1283" y="1270"/>
                  </a:lnTo>
                  <a:cubicBezTo>
                    <a:pt x="1259" y="1102"/>
                    <a:pt x="1254" y="943"/>
                    <a:pt x="1317" y="804"/>
                  </a:cubicBezTo>
                  <a:cubicBezTo>
                    <a:pt x="1389" y="664"/>
                    <a:pt x="1504" y="544"/>
                    <a:pt x="1638" y="467"/>
                  </a:cubicBezTo>
                  <a:lnTo>
                    <a:pt x="678" y="40"/>
                  </a:lnTo>
                  <a:cubicBezTo>
                    <a:pt x="619" y="13"/>
                    <a:pt x="558" y="1"/>
                    <a:pt x="49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86"/>
            <p:cNvSpPr/>
            <p:nvPr/>
          </p:nvSpPr>
          <p:spPr>
            <a:xfrm>
              <a:off x="5418459" y="2914723"/>
              <a:ext cx="33746" cy="41600"/>
            </a:xfrm>
            <a:custGeom>
              <a:rect b="b" l="l" r="r" t="t"/>
              <a:pathLst>
                <a:path extrusionOk="0" h="1589" w="1289">
                  <a:moveTo>
                    <a:pt x="502" y="1"/>
                  </a:moveTo>
                  <a:cubicBezTo>
                    <a:pt x="449" y="1"/>
                    <a:pt x="395" y="11"/>
                    <a:pt x="342" y="32"/>
                  </a:cubicBezTo>
                  <a:cubicBezTo>
                    <a:pt x="111" y="119"/>
                    <a:pt x="1" y="373"/>
                    <a:pt x="87" y="599"/>
                  </a:cubicBezTo>
                  <a:lnTo>
                    <a:pt x="472" y="1589"/>
                  </a:lnTo>
                  <a:cubicBezTo>
                    <a:pt x="573" y="1449"/>
                    <a:pt x="683" y="1334"/>
                    <a:pt x="822" y="1281"/>
                  </a:cubicBezTo>
                  <a:cubicBezTo>
                    <a:pt x="894" y="1255"/>
                    <a:pt x="970" y="1244"/>
                    <a:pt x="1048" y="1244"/>
                  </a:cubicBezTo>
                  <a:cubicBezTo>
                    <a:pt x="1126" y="1244"/>
                    <a:pt x="1207" y="1255"/>
                    <a:pt x="1288" y="1272"/>
                  </a:cubicBezTo>
                  <a:lnTo>
                    <a:pt x="909" y="282"/>
                  </a:lnTo>
                  <a:cubicBezTo>
                    <a:pt x="843" y="109"/>
                    <a:pt x="678" y="1"/>
                    <a:pt x="5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86"/>
            <p:cNvSpPr/>
            <p:nvPr/>
          </p:nvSpPr>
          <p:spPr>
            <a:xfrm>
              <a:off x="5414453" y="3016040"/>
              <a:ext cx="80530" cy="79770"/>
            </a:xfrm>
            <a:custGeom>
              <a:rect b="b" l="l" r="r" t="t"/>
              <a:pathLst>
                <a:path extrusionOk="0" h="3047" w="3076">
                  <a:moveTo>
                    <a:pt x="1688" y="418"/>
                  </a:moveTo>
                  <a:cubicBezTo>
                    <a:pt x="1823" y="418"/>
                    <a:pt x="1952" y="459"/>
                    <a:pt x="2061" y="553"/>
                  </a:cubicBezTo>
                  <a:cubicBezTo>
                    <a:pt x="2397" y="841"/>
                    <a:pt x="2618" y="1557"/>
                    <a:pt x="2638" y="2086"/>
                  </a:cubicBezTo>
                  <a:cubicBezTo>
                    <a:pt x="2654" y="2452"/>
                    <a:pt x="2213" y="2632"/>
                    <a:pt x="1776" y="2632"/>
                  </a:cubicBezTo>
                  <a:cubicBezTo>
                    <a:pt x="1587" y="2632"/>
                    <a:pt x="1400" y="2599"/>
                    <a:pt x="1249" y="2532"/>
                  </a:cubicBezTo>
                  <a:cubicBezTo>
                    <a:pt x="711" y="2292"/>
                    <a:pt x="471" y="1663"/>
                    <a:pt x="711" y="1125"/>
                  </a:cubicBezTo>
                  <a:cubicBezTo>
                    <a:pt x="878" y="745"/>
                    <a:pt x="1307" y="418"/>
                    <a:pt x="1688" y="418"/>
                  </a:cubicBezTo>
                  <a:close/>
                  <a:moveTo>
                    <a:pt x="1695" y="1"/>
                  </a:moveTo>
                  <a:cubicBezTo>
                    <a:pt x="1151" y="1"/>
                    <a:pt x="572" y="414"/>
                    <a:pt x="332" y="957"/>
                  </a:cubicBezTo>
                  <a:cubicBezTo>
                    <a:pt x="0" y="1701"/>
                    <a:pt x="332" y="2576"/>
                    <a:pt x="1081" y="2907"/>
                  </a:cubicBezTo>
                  <a:cubicBezTo>
                    <a:pt x="1289" y="3001"/>
                    <a:pt x="1531" y="3047"/>
                    <a:pt x="1773" y="3047"/>
                  </a:cubicBezTo>
                  <a:cubicBezTo>
                    <a:pt x="2425" y="3047"/>
                    <a:pt x="3075" y="2711"/>
                    <a:pt x="3051" y="2066"/>
                  </a:cubicBezTo>
                  <a:cubicBezTo>
                    <a:pt x="3027" y="1442"/>
                    <a:pt x="2772" y="616"/>
                    <a:pt x="2330" y="236"/>
                  </a:cubicBezTo>
                  <a:cubicBezTo>
                    <a:pt x="2142" y="72"/>
                    <a:pt x="1922" y="1"/>
                    <a:pt x="16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86"/>
            <p:cNvSpPr/>
            <p:nvPr/>
          </p:nvSpPr>
          <p:spPr>
            <a:xfrm>
              <a:off x="5309550" y="2909330"/>
              <a:ext cx="371939" cy="367201"/>
            </a:xfrm>
            <a:custGeom>
              <a:rect b="b" l="l" r="r" t="t"/>
              <a:pathLst>
                <a:path extrusionOk="0" h="14026" w="14207">
                  <a:moveTo>
                    <a:pt x="4661" y="411"/>
                  </a:moveTo>
                  <a:cubicBezTo>
                    <a:pt x="4757" y="411"/>
                    <a:pt x="4843" y="469"/>
                    <a:pt x="4882" y="560"/>
                  </a:cubicBezTo>
                  <a:lnTo>
                    <a:pt x="5141" y="1238"/>
                  </a:lnTo>
                  <a:cubicBezTo>
                    <a:pt x="4982" y="1247"/>
                    <a:pt x="4829" y="1305"/>
                    <a:pt x="4704" y="1406"/>
                  </a:cubicBezTo>
                  <a:lnTo>
                    <a:pt x="4444" y="728"/>
                  </a:lnTo>
                  <a:cubicBezTo>
                    <a:pt x="4387" y="575"/>
                    <a:pt x="4497" y="411"/>
                    <a:pt x="4661" y="411"/>
                  </a:cubicBezTo>
                  <a:close/>
                  <a:moveTo>
                    <a:pt x="9876" y="563"/>
                  </a:moveTo>
                  <a:cubicBezTo>
                    <a:pt x="10020" y="563"/>
                    <a:pt x="10162" y="696"/>
                    <a:pt x="10099" y="872"/>
                  </a:cubicBezTo>
                  <a:lnTo>
                    <a:pt x="9801" y="1535"/>
                  </a:lnTo>
                  <a:cubicBezTo>
                    <a:pt x="9681" y="1430"/>
                    <a:pt x="9537" y="1367"/>
                    <a:pt x="9378" y="1348"/>
                  </a:cubicBezTo>
                  <a:lnTo>
                    <a:pt x="9676" y="685"/>
                  </a:lnTo>
                  <a:cubicBezTo>
                    <a:pt x="9724" y="599"/>
                    <a:pt x="9800" y="563"/>
                    <a:pt x="9876" y="563"/>
                  </a:cubicBezTo>
                  <a:close/>
                  <a:moveTo>
                    <a:pt x="866" y="4016"/>
                  </a:moveTo>
                  <a:cubicBezTo>
                    <a:pt x="962" y="4016"/>
                    <a:pt x="1097" y="4101"/>
                    <a:pt x="1634" y="4331"/>
                  </a:cubicBezTo>
                  <a:cubicBezTo>
                    <a:pt x="1581" y="4389"/>
                    <a:pt x="1538" y="4456"/>
                    <a:pt x="1504" y="4528"/>
                  </a:cubicBezTo>
                  <a:cubicBezTo>
                    <a:pt x="1475" y="4600"/>
                    <a:pt x="1456" y="4677"/>
                    <a:pt x="1447" y="4759"/>
                  </a:cubicBezTo>
                  <a:lnTo>
                    <a:pt x="784" y="4461"/>
                  </a:lnTo>
                  <a:cubicBezTo>
                    <a:pt x="587" y="4384"/>
                    <a:pt x="591" y="4106"/>
                    <a:pt x="788" y="4033"/>
                  </a:cubicBezTo>
                  <a:cubicBezTo>
                    <a:pt x="816" y="4022"/>
                    <a:pt x="839" y="4016"/>
                    <a:pt x="866" y="4016"/>
                  </a:cubicBezTo>
                  <a:close/>
                  <a:moveTo>
                    <a:pt x="13511" y="4328"/>
                  </a:moveTo>
                  <a:cubicBezTo>
                    <a:pt x="13743" y="4328"/>
                    <a:pt x="13847" y="4695"/>
                    <a:pt x="13577" y="4788"/>
                  </a:cubicBezTo>
                  <a:lnTo>
                    <a:pt x="12899" y="5047"/>
                  </a:lnTo>
                  <a:cubicBezTo>
                    <a:pt x="12895" y="4889"/>
                    <a:pt x="12832" y="4740"/>
                    <a:pt x="12736" y="4615"/>
                  </a:cubicBezTo>
                  <a:lnTo>
                    <a:pt x="13409" y="4351"/>
                  </a:lnTo>
                  <a:cubicBezTo>
                    <a:pt x="13445" y="4335"/>
                    <a:pt x="13479" y="4328"/>
                    <a:pt x="13511" y="4328"/>
                  </a:cubicBezTo>
                  <a:close/>
                  <a:moveTo>
                    <a:pt x="1327" y="8996"/>
                  </a:moveTo>
                  <a:cubicBezTo>
                    <a:pt x="1336" y="9155"/>
                    <a:pt x="1394" y="9308"/>
                    <a:pt x="1495" y="9433"/>
                  </a:cubicBezTo>
                  <a:lnTo>
                    <a:pt x="822" y="9693"/>
                  </a:lnTo>
                  <a:cubicBezTo>
                    <a:pt x="786" y="9708"/>
                    <a:pt x="751" y="9715"/>
                    <a:pt x="719" y="9715"/>
                  </a:cubicBezTo>
                  <a:cubicBezTo>
                    <a:pt x="487" y="9715"/>
                    <a:pt x="379" y="9349"/>
                    <a:pt x="649" y="9260"/>
                  </a:cubicBezTo>
                  <a:lnTo>
                    <a:pt x="1327" y="8996"/>
                  </a:lnTo>
                  <a:close/>
                  <a:moveTo>
                    <a:pt x="12789" y="9289"/>
                  </a:moveTo>
                  <a:lnTo>
                    <a:pt x="13452" y="9582"/>
                  </a:lnTo>
                  <a:cubicBezTo>
                    <a:pt x="13644" y="9664"/>
                    <a:pt x="13639" y="9938"/>
                    <a:pt x="13442" y="10014"/>
                  </a:cubicBezTo>
                  <a:cubicBezTo>
                    <a:pt x="13414" y="10025"/>
                    <a:pt x="13389" y="10030"/>
                    <a:pt x="13364" y="10030"/>
                  </a:cubicBezTo>
                  <a:cubicBezTo>
                    <a:pt x="13247" y="10030"/>
                    <a:pt x="13112" y="9924"/>
                    <a:pt x="12597" y="9712"/>
                  </a:cubicBezTo>
                  <a:cubicBezTo>
                    <a:pt x="12703" y="9597"/>
                    <a:pt x="12770" y="9448"/>
                    <a:pt x="12789" y="9289"/>
                  </a:cubicBezTo>
                  <a:close/>
                  <a:moveTo>
                    <a:pt x="4430" y="12508"/>
                  </a:moveTo>
                  <a:cubicBezTo>
                    <a:pt x="4550" y="12613"/>
                    <a:pt x="4699" y="12681"/>
                    <a:pt x="4857" y="12695"/>
                  </a:cubicBezTo>
                  <a:lnTo>
                    <a:pt x="4555" y="13363"/>
                  </a:lnTo>
                  <a:cubicBezTo>
                    <a:pt x="4514" y="13472"/>
                    <a:pt x="4431" y="13517"/>
                    <a:pt x="4347" y="13517"/>
                  </a:cubicBezTo>
                  <a:cubicBezTo>
                    <a:pt x="4190" y="13517"/>
                    <a:pt x="4029" y="13361"/>
                    <a:pt x="4132" y="13171"/>
                  </a:cubicBezTo>
                  <a:lnTo>
                    <a:pt x="4430" y="12508"/>
                  </a:lnTo>
                  <a:close/>
                  <a:moveTo>
                    <a:pt x="9522" y="12642"/>
                  </a:moveTo>
                  <a:cubicBezTo>
                    <a:pt x="9748" y="13276"/>
                    <a:pt x="9849" y="13344"/>
                    <a:pt x="9782" y="13497"/>
                  </a:cubicBezTo>
                  <a:lnTo>
                    <a:pt x="9777" y="13497"/>
                  </a:lnTo>
                  <a:cubicBezTo>
                    <a:pt x="9737" y="13589"/>
                    <a:pt x="9652" y="13634"/>
                    <a:pt x="9566" y="13634"/>
                  </a:cubicBezTo>
                  <a:cubicBezTo>
                    <a:pt x="9476" y="13634"/>
                    <a:pt x="9386" y="13584"/>
                    <a:pt x="9349" y="13483"/>
                  </a:cubicBezTo>
                  <a:lnTo>
                    <a:pt x="9085" y="12806"/>
                  </a:lnTo>
                  <a:cubicBezTo>
                    <a:pt x="9244" y="12796"/>
                    <a:pt x="9397" y="12738"/>
                    <a:pt x="9522" y="12642"/>
                  </a:cubicBezTo>
                  <a:close/>
                  <a:moveTo>
                    <a:pt x="4658" y="1"/>
                  </a:moveTo>
                  <a:cubicBezTo>
                    <a:pt x="4579" y="1"/>
                    <a:pt x="4499" y="15"/>
                    <a:pt x="4420" y="46"/>
                  </a:cubicBezTo>
                  <a:cubicBezTo>
                    <a:pt x="4094" y="171"/>
                    <a:pt x="3925" y="536"/>
                    <a:pt x="4046" y="868"/>
                  </a:cubicBezTo>
                  <a:lnTo>
                    <a:pt x="4387" y="1752"/>
                  </a:lnTo>
                  <a:cubicBezTo>
                    <a:pt x="4074" y="2189"/>
                    <a:pt x="4046" y="2208"/>
                    <a:pt x="3589" y="2285"/>
                  </a:cubicBezTo>
                  <a:cubicBezTo>
                    <a:pt x="3344" y="2323"/>
                    <a:pt x="3066" y="2371"/>
                    <a:pt x="2869" y="2563"/>
                  </a:cubicBezTo>
                  <a:cubicBezTo>
                    <a:pt x="2537" y="2871"/>
                    <a:pt x="2595" y="3438"/>
                    <a:pt x="2407" y="3702"/>
                  </a:cubicBezTo>
                  <a:cubicBezTo>
                    <a:pt x="2335" y="3803"/>
                    <a:pt x="2196" y="3889"/>
                    <a:pt x="2047" y="3981"/>
                  </a:cubicBezTo>
                  <a:cubicBezTo>
                    <a:pt x="2023" y="3995"/>
                    <a:pt x="2004" y="4019"/>
                    <a:pt x="1980" y="4029"/>
                  </a:cubicBezTo>
                  <a:lnTo>
                    <a:pt x="1120" y="3644"/>
                  </a:lnTo>
                  <a:cubicBezTo>
                    <a:pt x="1035" y="3607"/>
                    <a:pt x="947" y="3589"/>
                    <a:pt x="860" y="3589"/>
                  </a:cubicBezTo>
                  <a:cubicBezTo>
                    <a:pt x="610" y="3589"/>
                    <a:pt x="372" y="3734"/>
                    <a:pt x="265" y="3976"/>
                  </a:cubicBezTo>
                  <a:cubicBezTo>
                    <a:pt x="121" y="4298"/>
                    <a:pt x="265" y="4682"/>
                    <a:pt x="591" y="4826"/>
                  </a:cubicBezTo>
                  <a:lnTo>
                    <a:pt x="1451" y="5210"/>
                  </a:lnTo>
                  <a:cubicBezTo>
                    <a:pt x="1538" y="5729"/>
                    <a:pt x="1557" y="5753"/>
                    <a:pt x="1264" y="6162"/>
                  </a:cubicBezTo>
                  <a:cubicBezTo>
                    <a:pt x="1120" y="6373"/>
                    <a:pt x="966" y="6589"/>
                    <a:pt x="957" y="6853"/>
                  </a:cubicBezTo>
                  <a:cubicBezTo>
                    <a:pt x="942" y="7310"/>
                    <a:pt x="1389" y="7675"/>
                    <a:pt x="1437" y="7987"/>
                  </a:cubicBezTo>
                  <a:cubicBezTo>
                    <a:pt x="1461" y="8136"/>
                    <a:pt x="1408" y="8343"/>
                    <a:pt x="1370" y="8525"/>
                  </a:cubicBezTo>
                  <a:lnTo>
                    <a:pt x="486" y="8861"/>
                  </a:lnTo>
                  <a:cubicBezTo>
                    <a:pt x="159" y="8996"/>
                    <a:pt x="1" y="9366"/>
                    <a:pt x="130" y="9697"/>
                  </a:cubicBezTo>
                  <a:cubicBezTo>
                    <a:pt x="228" y="9952"/>
                    <a:pt x="472" y="10111"/>
                    <a:pt x="732" y="10111"/>
                  </a:cubicBezTo>
                  <a:cubicBezTo>
                    <a:pt x="805" y="10111"/>
                    <a:pt x="879" y="10098"/>
                    <a:pt x="952" y="10072"/>
                  </a:cubicBezTo>
                  <a:lnTo>
                    <a:pt x="1836" y="9731"/>
                  </a:lnTo>
                  <a:cubicBezTo>
                    <a:pt x="2273" y="10038"/>
                    <a:pt x="2292" y="10067"/>
                    <a:pt x="2369" y="10528"/>
                  </a:cubicBezTo>
                  <a:cubicBezTo>
                    <a:pt x="2489" y="11249"/>
                    <a:pt x="2672" y="11403"/>
                    <a:pt x="3339" y="11557"/>
                  </a:cubicBezTo>
                  <a:cubicBezTo>
                    <a:pt x="3810" y="11662"/>
                    <a:pt x="3829" y="11686"/>
                    <a:pt x="4118" y="12133"/>
                  </a:cubicBezTo>
                  <a:lnTo>
                    <a:pt x="3733" y="12993"/>
                  </a:lnTo>
                  <a:cubicBezTo>
                    <a:pt x="3537" y="13443"/>
                    <a:pt x="3884" y="13907"/>
                    <a:pt x="4324" y="13907"/>
                  </a:cubicBezTo>
                  <a:cubicBezTo>
                    <a:pt x="4401" y="13907"/>
                    <a:pt x="4480" y="13893"/>
                    <a:pt x="4560" y="13862"/>
                  </a:cubicBezTo>
                  <a:cubicBezTo>
                    <a:pt x="4718" y="13800"/>
                    <a:pt x="4848" y="13675"/>
                    <a:pt x="4920" y="13517"/>
                  </a:cubicBezTo>
                  <a:lnTo>
                    <a:pt x="5304" y="12657"/>
                  </a:lnTo>
                  <a:cubicBezTo>
                    <a:pt x="5499" y="12624"/>
                    <a:pt x="5623" y="12602"/>
                    <a:pt x="5724" y="12602"/>
                  </a:cubicBezTo>
                  <a:cubicBezTo>
                    <a:pt x="5892" y="12602"/>
                    <a:pt x="5995" y="12664"/>
                    <a:pt x="6251" y="12844"/>
                  </a:cubicBezTo>
                  <a:cubicBezTo>
                    <a:pt x="6542" y="13049"/>
                    <a:pt x="6747" y="13152"/>
                    <a:pt x="6960" y="13152"/>
                  </a:cubicBezTo>
                  <a:cubicBezTo>
                    <a:pt x="7161" y="13152"/>
                    <a:pt x="7369" y="13060"/>
                    <a:pt x="7663" y="12873"/>
                  </a:cubicBezTo>
                  <a:cubicBezTo>
                    <a:pt x="7902" y="12721"/>
                    <a:pt x="8011" y="12663"/>
                    <a:pt x="8162" y="12663"/>
                  </a:cubicBezTo>
                  <a:cubicBezTo>
                    <a:pt x="8269" y="12663"/>
                    <a:pt x="8398" y="12692"/>
                    <a:pt x="8609" y="12738"/>
                  </a:cubicBezTo>
                  <a:lnTo>
                    <a:pt x="8951" y="13622"/>
                  </a:lnTo>
                  <a:cubicBezTo>
                    <a:pt x="9054" y="13873"/>
                    <a:pt x="9296" y="14025"/>
                    <a:pt x="9552" y="14025"/>
                  </a:cubicBezTo>
                  <a:cubicBezTo>
                    <a:pt x="9628" y="14025"/>
                    <a:pt x="9706" y="14011"/>
                    <a:pt x="9782" y="13983"/>
                  </a:cubicBezTo>
                  <a:cubicBezTo>
                    <a:pt x="10113" y="13858"/>
                    <a:pt x="10281" y="13488"/>
                    <a:pt x="10161" y="13156"/>
                  </a:cubicBezTo>
                  <a:lnTo>
                    <a:pt x="9820" y="12272"/>
                  </a:lnTo>
                  <a:cubicBezTo>
                    <a:pt x="10128" y="11840"/>
                    <a:pt x="10156" y="11821"/>
                    <a:pt x="10618" y="11739"/>
                  </a:cubicBezTo>
                  <a:cubicBezTo>
                    <a:pt x="11338" y="11619"/>
                    <a:pt x="11492" y="11441"/>
                    <a:pt x="11641" y="10773"/>
                  </a:cubicBezTo>
                  <a:cubicBezTo>
                    <a:pt x="11751" y="10307"/>
                    <a:pt x="11771" y="10283"/>
                    <a:pt x="12217" y="9990"/>
                  </a:cubicBezTo>
                  <a:cubicBezTo>
                    <a:pt x="12860" y="10263"/>
                    <a:pt x="13116" y="10432"/>
                    <a:pt x="13364" y="10432"/>
                  </a:cubicBezTo>
                  <a:cubicBezTo>
                    <a:pt x="13434" y="10432"/>
                    <a:pt x="13504" y="10418"/>
                    <a:pt x="13582" y="10389"/>
                  </a:cubicBezTo>
                  <a:cubicBezTo>
                    <a:pt x="14125" y="10197"/>
                    <a:pt x="14144" y="9438"/>
                    <a:pt x="13620" y="9203"/>
                  </a:cubicBezTo>
                  <a:lnTo>
                    <a:pt x="12760" y="8818"/>
                  </a:lnTo>
                  <a:cubicBezTo>
                    <a:pt x="12674" y="8299"/>
                    <a:pt x="12654" y="8280"/>
                    <a:pt x="12948" y="7867"/>
                  </a:cubicBezTo>
                  <a:cubicBezTo>
                    <a:pt x="13341" y="7310"/>
                    <a:pt x="13370" y="7074"/>
                    <a:pt x="12976" y="6459"/>
                  </a:cubicBezTo>
                  <a:cubicBezTo>
                    <a:pt x="12717" y="6051"/>
                    <a:pt x="12727" y="6022"/>
                    <a:pt x="12842" y="5513"/>
                  </a:cubicBezTo>
                  <a:lnTo>
                    <a:pt x="13726" y="5172"/>
                  </a:lnTo>
                  <a:cubicBezTo>
                    <a:pt x="14048" y="5037"/>
                    <a:pt x="14206" y="4668"/>
                    <a:pt x="14081" y="4341"/>
                  </a:cubicBezTo>
                  <a:cubicBezTo>
                    <a:pt x="13983" y="4081"/>
                    <a:pt x="13735" y="3925"/>
                    <a:pt x="13475" y="3925"/>
                  </a:cubicBezTo>
                  <a:cubicBezTo>
                    <a:pt x="13403" y="3925"/>
                    <a:pt x="13330" y="3936"/>
                    <a:pt x="13260" y="3961"/>
                  </a:cubicBezTo>
                  <a:lnTo>
                    <a:pt x="12371" y="4302"/>
                  </a:lnTo>
                  <a:cubicBezTo>
                    <a:pt x="11939" y="3995"/>
                    <a:pt x="11919" y="3966"/>
                    <a:pt x="11843" y="3505"/>
                  </a:cubicBezTo>
                  <a:cubicBezTo>
                    <a:pt x="11722" y="2784"/>
                    <a:pt x="11540" y="2631"/>
                    <a:pt x="10872" y="2477"/>
                  </a:cubicBezTo>
                  <a:cubicBezTo>
                    <a:pt x="10401" y="2371"/>
                    <a:pt x="10382" y="2352"/>
                    <a:pt x="10089" y="1900"/>
                  </a:cubicBezTo>
                  <a:lnTo>
                    <a:pt x="10473" y="1041"/>
                  </a:lnTo>
                  <a:cubicBezTo>
                    <a:pt x="10618" y="714"/>
                    <a:pt x="10473" y="330"/>
                    <a:pt x="10147" y="185"/>
                  </a:cubicBezTo>
                  <a:cubicBezTo>
                    <a:pt x="10062" y="148"/>
                    <a:pt x="9973" y="130"/>
                    <a:pt x="9887" y="130"/>
                  </a:cubicBezTo>
                  <a:cubicBezTo>
                    <a:pt x="9639" y="130"/>
                    <a:pt x="9403" y="274"/>
                    <a:pt x="9296" y="512"/>
                  </a:cubicBezTo>
                  <a:lnTo>
                    <a:pt x="8907" y="1372"/>
                  </a:lnTo>
                  <a:cubicBezTo>
                    <a:pt x="8709" y="1405"/>
                    <a:pt x="8584" y="1428"/>
                    <a:pt x="8482" y="1428"/>
                  </a:cubicBezTo>
                  <a:cubicBezTo>
                    <a:pt x="8317" y="1428"/>
                    <a:pt x="8213" y="1368"/>
                    <a:pt x="7961" y="1189"/>
                  </a:cubicBezTo>
                  <a:cubicBezTo>
                    <a:pt x="7903" y="1146"/>
                    <a:pt x="7841" y="1108"/>
                    <a:pt x="7783" y="1069"/>
                  </a:cubicBezTo>
                  <a:cubicBezTo>
                    <a:pt x="7743" y="1044"/>
                    <a:pt x="7703" y="1033"/>
                    <a:pt x="7666" y="1033"/>
                  </a:cubicBezTo>
                  <a:cubicBezTo>
                    <a:pt x="7485" y="1033"/>
                    <a:pt x="7366" y="1292"/>
                    <a:pt x="7557" y="1415"/>
                  </a:cubicBezTo>
                  <a:cubicBezTo>
                    <a:pt x="7615" y="1454"/>
                    <a:pt x="7668" y="1487"/>
                    <a:pt x="7721" y="1526"/>
                  </a:cubicBezTo>
                  <a:cubicBezTo>
                    <a:pt x="8050" y="1759"/>
                    <a:pt x="8225" y="1844"/>
                    <a:pt x="8484" y="1844"/>
                  </a:cubicBezTo>
                  <a:cubicBezTo>
                    <a:pt x="8599" y="1844"/>
                    <a:pt x="8730" y="1828"/>
                    <a:pt x="8898" y="1800"/>
                  </a:cubicBezTo>
                  <a:cubicBezTo>
                    <a:pt x="9047" y="1773"/>
                    <a:pt x="9159" y="1756"/>
                    <a:pt x="9251" y="1756"/>
                  </a:cubicBezTo>
                  <a:cubicBezTo>
                    <a:pt x="9479" y="1756"/>
                    <a:pt x="9578" y="1861"/>
                    <a:pt x="9786" y="2194"/>
                  </a:cubicBezTo>
                  <a:cubicBezTo>
                    <a:pt x="10079" y="2664"/>
                    <a:pt x="10204" y="2760"/>
                    <a:pt x="10776" y="2885"/>
                  </a:cubicBezTo>
                  <a:cubicBezTo>
                    <a:pt x="11285" y="3001"/>
                    <a:pt x="11333" y="3044"/>
                    <a:pt x="11425" y="3572"/>
                  </a:cubicBezTo>
                  <a:cubicBezTo>
                    <a:pt x="11458" y="3784"/>
                    <a:pt x="11497" y="3995"/>
                    <a:pt x="11607" y="4173"/>
                  </a:cubicBezTo>
                  <a:cubicBezTo>
                    <a:pt x="11780" y="4456"/>
                    <a:pt x="12092" y="4586"/>
                    <a:pt x="12318" y="4797"/>
                  </a:cubicBezTo>
                  <a:cubicBezTo>
                    <a:pt x="12376" y="4841"/>
                    <a:pt x="12419" y="4898"/>
                    <a:pt x="12448" y="4965"/>
                  </a:cubicBezTo>
                  <a:cubicBezTo>
                    <a:pt x="12448" y="4970"/>
                    <a:pt x="12491" y="5042"/>
                    <a:pt x="12453" y="5263"/>
                  </a:cubicBezTo>
                  <a:cubicBezTo>
                    <a:pt x="12400" y="5585"/>
                    <a:pt x="12304" y="5835"/>
                    <a:pt x="12352" y="6114"/>
                  </a:cubicBezTo>
                  <a:cubicBezTo>
                    <a:pt x="12419" y="6522"/>
                    <a:pt x="12837" y="6877"/>
                    <a:pt x="12832" y="7161"/>
                  </a:cubicBezTo>
                  <a:cubicBezTo>
                    <a:pt x="12827" y="7449"/>
                    <a:pt x="12395" y="7771"/>
                    <a:pt x="12304" y="8189"/>
                  </a:cubicBezTo>
                  <a:cubicBezTo>
                    <a:pt x="12217" y="8564"/>
                    <a:pt x="12443" y="9106"/>
                    <a:pt x="12342" y="9342"/>
                  </a:cubicBezTo>
                  <a:cubicBezTo>
                    <a:pt x="12237" y="9577"/>
                    <a:pt x="11674" y="9784"/>
                    <a:pt x="11458" y="10087"/>
                  </a:cubicBezTo>
                  <a:cubicBezTo>
                    <a:pt x="11213" y="10437"/>
                    <a:pt x="11256" y="10975"/>
                    <a:pt x="11055" y="11167"/>
                  </a:cubicBezTo>
                  <a:cubicBezTo>
                    <a:pt x="10853" y="11360"/>
                    <a:pt x="10305" y="11297"/>
                    <a:pt x="9950" y="11518"/>
                  </a:cubicBezTo>
                  <a:cubicBezTo>
                    <a:pt x="9613" y="11729"/>
                    <a:pt x="9402" y="12268"/>
                    <a:pt x="9162" y="12364"/>
                  </a:cubicBezTo>
                  <a:cubicBezTo>
                    <a:pt x="9127" y="12377"/>
                    <a:pt x="9082" y="12382"/>
                    <a:pt x="9033" y="12382"/>
                  </a:cubicBezTo>
                  <a:cubicBezTo>
                    <a:pt x="8901" y="12382"/>
                    <a:pt x="8736" y="12346"/>
                    <a:pt x="8638" y="12325"/>
                  </a:cubicBezTo>
                  <a:cubicBezTo>
                    <a:pt x="8435" y="12280"/>
                    <a:pt x="8285" y="12254"/>
                    <a:pt x="8154" y="12254"/>
                  </a:cubicBezTo>
                  <a:cubicBezTo>
                    <a:pt x="7923" y="12254"/>
                    <a:pt x="7750" y="12334"/>
                    <a:pt x="7447" y="12527"/>
                  </a:cubicBezTo>
                  <a:cubicBezTo>
                    <a:pt x="7223" y="12671"/>
                    <a:pt x="7094" y="12743"/>
                    <a:pt x="6970" y="12743"/>
                  </a:cubicBezTo>
                  <a:cubicBezTo>
                    <a:pt x="6840" y="12743"/>
                    <a:pt x="6716" y="12665"/>
                    <a:pt x="6496" y="12508"/>
                  </a:cubicBezTo>
                  <a:cubicBezTo>
                    <a:pt x="6166" y="12275"/>
                    <a:pt x="5991" y="12189"/>
                    <a:pt x="5732" y="12189"/>
                  </a:cubicBezTo>
                  <a:cubicBezTo>
                    <a:pt x="5618" y="12189"/>
                    <a:pt x="5487" y="12206"/>
                    <a:pt x="5319" y="12234"/>
                  </a:cubicBezTo>
                  <a:cubicBezTo>
                    <a:pt x="5149" y="12264"/>
                    <a:pt x="5033" y="12274"/>
                    <a:pt x="4954" y="12274"/>
                  </a:cubicBezTo>
                  <a:cubicBezTo>
                    <a:pt x="4822" y="12274"/>
                    <a:pt x="4793" y="12247"/>
                    <a:pt x="4781" y="12244"/>
                  </a:cubicBezTo>
                  <a:cubicBezTo>
                    <a:pt x="4536" y="12138"/>
                    <a:pt x="4353" y="11585"/>
                    <a:pt x="4036" y="11364"/>
                  </a:cubicBezTo>
                  <a:cubicBezTo>
                    <a:pt x="3685" y="11119"/>
                    <a:pt x="3147" y="11158"/>
                    <a:pt x="2955" y="10956"/>
                  </a:cubicBezTo>
                  <a:cubicBezTo>
                    <a:pt x="2763" y="10759"/>
                    <a:pt x="2830" y="10211"/>
                    <a:pt x="2604" y="9856"/>
                  </a:cubicBezTo>
                  <a:cubicBezTo>
                    <a:pt x="2455" y="9616"/>
                    <a:pt x="2210" y="9496"/>
                    <a:pt x="1961" y="9294"/>
                  </a:cubicBezTo>
                  <a:cubicBezTo>
                    <a:pt x="1792" y="9153"/>
                    <a:pt x="1760" y="9063"/>
                    <a:pt x="1763" y="9063"/>
                  </a:cubicBezTo>
                  <a:lnTo>
                    <a:pt x="1763" y="9063"/>
                  </a:lnTo>
                  <a:cubicBezTo>
                    <a:pt x="1763" y="9063"/>
                    <a:pt x="1764" y="9063"/>
                    <a:pt x="1764" y="9063"/>
                  </a:cubicBezTo>
                  <a:cubicBezTo>
                    <a:pt x="1672" y="8823"/>
                    <a:pt x="1927" y="8304"/>
                    <a:pt x="1860" y="7915"/>
                  </a:cubicBezTo>
                  <a:cubicBezTo>
                    <a:pt x="1788" y="7502"/>
                    <a:pt x="1375" y="7146"/>
                    <a:pt x="1379" y="6863"/>
                  </a:cubicBezTo>
                  <a:cubicBezTo>
                    <a:pt x="1384" y="6575"/>
                    <a:pt x="1812" y="6253"/>
                    <a:pt x="1908" y="5835"/>
                  </a:cubicBezTo>
                  <a:cubicBezTo>
                    <a:pt x="1999" y="5441"/>
                    <a:pt x="1754" y="4937"/>
                    <a:pt x="1869" y="4682"/>
                  </a:cubicBezTo>
                  <a:cubicBezTo>
                    <a:pt x="1975" y="4447"/>
                    <a:pt x="2532" y="4250"/>
                    <a:pt x="2753" y="3937"/>
                  </a:cubicBezTo>
                  <a:cubicBezTo>
                    <a:pt x="2998" y="3587"/>
                    <a:pt x="2955" y="3049"/>
                    <a:pt x="3157" y="2856"/>
                  </a:cubicBezTo>
                  <a:cubicBezTo>
                    <a:pt x="3359" y="2664"/>
                    <a:pt x="3901" y="2732"/>
                    <a:pt x="4257" y="2506"/>
                  </a:cubicBezTo>
                  <a:cubicBezTo>
                    <a:pt x="4540" y="2328"/>
                    <a:pt x="4670" y="2021"/>
                    <a:pt x="4882" y="1790"/>
                  </a:cubicBezTo>
                  <a:cubicBezTo>
                    <a:pt x="4972" y="1694"/>
                    <a:pt x="5038" y="1641"/>
                    <a:pt x="5189" y="1641"/>
                  </a:cubicBezTo>
                  <a:cubicBezTo>
                    <a:pt x="5279" y="1641"/>
                    <a:pt x="5400" y="1659"/>
                    <a:pt x="5573" y="1699"/>
                  </a:cubicBezTo>
                  <a:cubicBezTo>
                    <a:pt x="5728" y="1736"/>
                    <a:pt x="5891" y="1772"/>
                    <a:pt x="6052" y="1772"/>
                  </a:cubicBezTo>
                  <a:cubicBezTo>
                    <a:pt x="6101" y="1772"/>
                    <a:pt x="6150" y="1769"/>
                    <a:pt x="6198" y="1761"/>
                  </a:cubicBezTo>
                  <a:cubicBezTo>
                    <a:pt x="6476" y="1708"/>
                    <a:pt x="6717" y="1516"/>
                    <a:pt x="6942" y="1386"/>
                  </a:cubicBezTo>
                  <a:cubicBezTo>
                    <a:pt x="7166" y="1279"/>
                    <a:pt x="7048" y="985"/>
                    <a:pt x="6861" y="985"/>
                  </a:cubicBezTo>
                  <a:cubicBezTo>
                    <a:pt x="6823" y="985"/>
                    <a:pt x="6782" y="998"/>
                    <a:pt x="6741" y="1026"/>
                  </a:cubicBezTo>
                  <a:cubicBezTo>
                    <a:pt x="6335" y="1255"/>
                    <a:pt x="6257" y="1358"/>
                    <a:pt x="6049" y="1358"/>
                  </a:cubicBezTo>
                  <a:cubicBezTo>
                    <a:pt x="5947" y="1358"/>
                    <a:pt x="5813" y="1333"/>
                    <a:pt x="5593" y="1286"/>
                  </a:cubicBezTo>
                  <a:lnTo>
                    <a:pt x="5251" y="402"/>
                  </a:lnTo>
                  <a:cubicBezTo>
                    <a:pt x="5149" y="152"/>
                    <a:pt x="4912" y="1"/>
                    <a:pt x="46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86"/>
            <p:cNvSpPr/>
            <p:nvPr/>
          </p:nvSpPr>
          <p:spPr>
            <a:xfrm>
              <a:off x="5471918" y="3042927"/>
              <a:ext cx="132340" cy="151635"/>
            </a:xfrm>
            <a:custGeom>
              <a:rect b="b" l="l" r="r" t="t"/>
              <a:pathLst>
                <a:path extrusionOk="0" h="5792" w="5055">
                  <a:moveTo>
                    <a:pt x="3399" y="1"/>
                  </a:moveTo>
                  <a:cubicBezTo>
                    <a:pt x="3073" y="1"/>
                    <a:pt x="2770" y="170"/>
                    <a:pt x="2691" y="535"/>
                  </a:cubicBezTo>
                  <a:cubicBezTo>
                    <a:pt x="2604" y="958"/>
                    <a:pt x="2460" y="1366"/>
                    <a:pt x="2278" y="1755"/>
                  </a:cubicBezTo>
                  <a:cubicBezTo>
                    <a:pt x="2177" y="1923"/>
                    <a:pt x="2321" y="2067"/>
                    <a:pt x="2463" y="2067"/>
                  </a:cubicBezTo>
                  <a:cubicBezTo>
                    <a:pt x="2537" y="2067"/>
                    <a:pt x="2610" y="2028"/>
                    <a:pt x="2648" y="1933"/>
                  </a:cubicBezTo>
                  <a:cubicBezTo>
                    <a:pt x="2849" y="1515"/>
                    <a:pt x="2998" y="1078"/>
                    <a:pt x="3094" y="621"/>
                  </a:cubicBezTo>
                  <a:cubicBezTo>
                    <a:pt x="3126" y="476"/>
                    <a:pt x="3250" y="413"/>
                    <a:pt x="3393" y="413"/>
                  </a:cubicBezTo>
                  <a:cubicBezTo>
                    <a:pt x="3595" y="413"/>
                    <a:pt x="3836" y="541"/>
                    <a:pt x="3906" y="746"/>
                  </a:cubicBezTo>
                  <a:cubicBezTo>
                    <a:pt x="4166" y="1510"/>
                    <a:pt x="4598" y="2788"/>
                    <a:pt x="3887" y="3888"/>
                  </a:cubicBezTo>
                  <a:cubicBezTo>
                    <a:pt x="3187" y="4969"/>
                    <a:pt x="2058" y="5371"/>
                    <a:pt x="1291" y="5371"/>
                  </a:cubicBezTo>
                  <a:cubicBezTo>
                    <a:pt x="869" y="5371"/>
                    <a:pt x="556" y="5249"/>
                    <a:pt x="486" y="5051"/>
                  </a:cubicBezTo>
                  <a:cubicBezTo>
                    <a:pt x="423" y="4878"/>
                    <a:pt x="543" y="4614"/>
                    <a:pt x="827" y="4321"/>
                  </a:cubicBezTo>
                  <a:cubicBezTo>
                    <a:pt x="1355" y="3773"/>
                    <a:pt x="1783" y="3297"/>
                    <a:pt x="2138" y="2783"/>
                  </a:cubicBezTo>
                  <a:cubicBezTo>
                    <a:pt x="2255" y="2622"/>
                    <a:pt x="2114" y="2452"/>
                    <a:pt x="1966" y="2452"/>
                  </a:cubicBezTo>
                  <a:cubicBezTo>
                    <a:pt x="1907" y="2452"/>
                    <a:pt x="1847" y="2479"/>
                    <a:pt x="1802" y="2543"/>
                  </a:cubicBezTo>
                  <a:cubicBezTo>
                    <a:pt x="1456" y="3038"/>
                    <a:pt x="1038" y="3494"/>
                    <a:pt x="519" y="4037"/>
                  </a:cubicBezTo>
                  <a:cubicBezTo>
                    <a:pt x="10" y="4570"/>
                    <a:pt x="1" y="4959"/>
                    <a:pt x="87" y="5195"/>
                  </a:cubicBezTo>
                  <a:cubicBezTo>
                    <a:pt x="226" y="5583"/>
                    <a:pt x="696" y="5791"/>
                    <a:pt x="1290" y="5791"/>
                  </a:cubicBezTo>
                  <a:cubicBezTo>
                    <a:pt x="2231" y="5791"/>
                    <a:pt x="3485" y="5269"/>
                    <a:pt x="4233" y="4114"/>
                  </a:cubicBezTo>
                  <a:cubicBezTo>
                    <a:pt x="5054" y="2846"/>
                    <a:pt x="4564" y="1395"/>
                    <a:pt x="4300" y="617"/>
                  </a:cubicBezTo>
                  <a:cubicBezTo>
                    <a:pt x="4168" y="218"/>
                    <a:pt x="3769" y="1"/>
                    <a:pt x="33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306" name="Shape 14306"/>
        <p:cNvGrpSpPr/>
        <p:nvPr/>
      </p:nvGrpSpPr>
      <p:grpSpPr>
        <a:xfrm>
          <a:off x="0" y="0"/>
          <a:ext cx="0" cy="0"/>
          <a:chOff x="0" y="0"/>
          <a:chExt cx="0" cy="0"/>
        </a:xfrm>
      </p:grpSpPr>
      <p:sp>
        <p:nvSpPr>
          <p:cNvPr id="14307" name="Google Shape;14307;p87"/>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4308" name="Google Shape;14308;p87"/>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4309" name="Google Shape;14309;p87"/>
          <p:cNvGrpSpPr/>
          <p:nvPr/>
        </p:nvGrpSpPr>
        <p:grpSpPr>
          <a:xfrm>
            <a:off x="910401" y="1511703"/>
            <a:ext cx="248243" cy="345731"/>
            <a:chOff x="910401" y="1511703"/>
            <a:chExt cx="248243" cy="345731"/>
          </a:xfrm>
        </p:grpSpPr>
        <p:sp>
          <p:nvSpPr>
            <p:cNvPr id="14310" name="Google Shape;14310;p87"/>
            <p:cNvSpPr/>
            <p:nvPr/>
          </p:nvSpPr>
          <p:spPr>
            <a:xfrm>
              <a:off x="915437" y="1538508"/>
              <a:ext cx="238172" cy="313891"/>
            </a:xfrm>
            <a:custGeom>
              <a:rect b="b" l="l" r="r" t="t"/>
              <a:pathLst>
                <a:path extrusionOk="0" h="11968" w="9081">
                  <a:moveTo>
                    <a:pt x="621" y="1"/>
                  </a:moveTo>
                  <a:cubicBezTo>
                    <a:pt x="275" y="1"/>
                    <a:pt x="1" y="275"/>
                    <a:pt x="1" y="616"/>
                  </a:cubicBezTo>
                  <a:lnTo>
                    <a:pt x="1" y="11347"/>
                  </a:lnTo>
                  <a:cubicBezTo>
                    <a:pt x="1" y="11688"/>
                    <a:pt x="275" y="11967"/>
                    <a:pt x="621" y="11967"/>
                  </a:cubicBezTo>
                  <a:lnTo>
                    <a:pt x="8460" y="11967"/>
                  </a:lnTo>
                  <a:cubicBezTo>
                    <a:pt x="8801" y="11967"/>
                    <a:pt x="9080" y="11688"/>
                    <a:pt x="9080" y="11347"/>
                  </a:cubicBezTo>
                  <a:lnTo>
                    <a:pt x="9080" y="616"/>
                  </a:lnTo>
                  <a:cubicBezTo>
                    <a:pt x="9080" y="275"/>
                    <a:pt x="8801" y="1"/>
                    <a:pt x="8460"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87"/>
            <p:cNvSpPr/>
            <p:nvPr/>
          </p:nvSpPr>
          <p:spPr>
            <a:xfrm>
              <a:off x="937022" y="1560093"/>
              <a:ext cx="194870" cy="259862"/>
            </a:xfrm>
            <a:custGeom>
              <a:rect b="b" l="l" r="r" t="t"/>
              <a:pathLst>
                <a:path extrusionOk="0" h="9908" w="7430">
                  <a:moveTo>
                    <a:pt x="1" y="0"/>
                  </a:moveTo>
                  <a:lnTo>
                    <a:pt x="1" y="9908"/>
                  </a:lnTo>
                  <a:lnTo>
                    <a:pt x="7430" y="9908"/>
                  </a:lnTo>
                  <a:lnTo>
                    <a:pt x="7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87"/>
            <p:cNvSpPr/>
            <p:nvPr/>
          </p:nvSpPr>
          <p:spPr>
            <a:xfrm>
              <a:off x="985726" y="1516765"/>
              <a:ext cx="97461" cy="43485"/>
            </a:xfrm>
            <a:custGeom>
              <a:rect b="b" l="l" r="r" t="t"/>
              <a:pathLst>
                <a:path extrusionOk="0" h="1658" w="3716">
                  <a:moveTo>
                    <a:pt x="1861" y="1"/>
                  </a:moveTo>
                  <a:cubicBezTo>
                    <a:pt x="1584" y="1"/>
                    <a:pt x="1307" y="139"/>
                    <a:pt x="1151" y="416"/>
                  </a:cubicBezTo>
                  <a:lnTo>
                    <a:pt x="415" y="416"/>
                  </a:lnTo>
                  <a:cubicBezTo>
                    <a:pt x="188" y="416"/>
                    <a:pt x="1" y="599"/>
                    <a:pt x="1" y="830"/>
                  </a:cubicBezTo>
                  <a:lnTo>
                    <a:pt x="1" y="1657"/>
                  </a:lnTo>
                  <a:lnTo>
                    <a:pt x="3715" y="1657"/>
                  </a:lnTo>
                  <a:lnTo>
                    <a:pt x="3715" y="830"/>
                  </a:lnTo>
                  <a:cubicBezTo>
                    <a:pt x="3715" y="599"/>
                    <a:pt x="3533" y="416"/>
                    <a:pt x="3306" y="416"/>
                  </a:cubicBezTo>
                  <a:lnTo>
                    <a:pt x="2570" y="416"/>
                  </a:lnTo>
                  <a:cubicBezTo>
                    <a:pt x="2414" y="139"/>
                    <a:pt x="2137" y="1"/>
                    <a:pt x="1861"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87"/>
            <p:cNvSpPr/>
            <p:nvPr/>
          </p:nvSpPr>
          <p:spPr>
            <a:xfrm>
              <a:off x="966816" y="1665580"/>
              <a:ext cx="27145" cy="27172"/>
            </a:xfrm>
            <a:custGeom>
              <a:rect b="b" l="l" r="r" t="t"/>
              <a:pathLst>
                <a:path extrusionOk="0" h="1036" w="1035">
                  <a:moveTo>
                    <a:pt x="515" y="1"/>
                  </a:moveTo>
                  <a:cubicBezTo>
                    <a:pt x="231" y="1"/>
                    <a:pt x="0" y="232"/>
                    <a:pt x="0" y="521"/>
                  </a:cubicBezTo>
                  <a:cubicBezTo>
                    <a:pt x="0" y="804"/>
                    <a:pt x="231" y="1035"/>
                    <a:pt x="515" y="1035"/>
                  </a:cubicBezTo>
                  <a:cubicBezTo>
                    <a:pt x="804" y="1035"/>
                    <a:pt x="1035" y="804"/>
                    <a:pt x="1035" y="521"/>
                  </a:cubicBezTo>
                  <a:cubicBezTo>
                    <a:pt x="1035" y="232"/>
                    <a:pt x="804" y="1"/>
                    <a:pt x="515"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87"/>
            <p:cNvSpPr/>
            <p:nvPr/>
          </p:nvSpPr>
          <p:spPr>
            <a:xfrm>
              <a:off x="966816" y="1714311"/>
              <a:ext cx="27145" cy="27145"/>
            </a:xfrm>
            <a:custGeom>
              <a:rect b="b" l="l" r="r" t="t"/>
              <a:pathLst>
                <a:path extrusionOk="0" h="1035" w="1035">
                  <a:moveTo>
                    <a:pt x="515" y="0"/>
                  </a:moveTo>
                  <a:cubicBezTo>
                    <a:pt x="231" y="0"/>
                    <a:pt x="0" y="231"/>
                    <a:pt x="0" y="520"/>
                  </a:cubicBezTo>
                  <a:cubicBezTo>
                    <a:pt x="0" y="804"/>
                    <a:pt x="231" y="1035"/>
                    <a:pt x="515" y="1035"/>
                  </a:cubicBezTo>
                  <a:cubicBezTo>
                    <a:pt x="804" y="1035"/>
                    <a:pt x="1035" y="804"/>
                    <a:pt x="1035" y="520"/>
                  </a:cubicBezTo>
                  <a:cubicBezTo>
                    <a:pt x="1035" y="231"/>
                    <a:pt x="804" y="0"/>
                    <a:pt x="515"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87"/>
            <p:cNvSpPr/>
            <p:nvPr/>
          </p:nvSpPr>
          <p:spPr>
            <a:xfrm>
              <a:off x="966816" y="1763015"/>
              <a:ext cx="27145" cy="27172"/>
            </a:xfrm>
            <a:custGeom>
              <a:rect b="b" l="l" r="r" t="t"/>
              <a:pathLst>
                <a:path extrusionOk="0" h="1036" w="1035">
                  <a:moveTo>
                    <a:pt x="515" y="1"/>
                  </a:moveTo>
                  <a:cubicBezTo>
                    <a:pt x="231" y="1"/>
                    <a:pt x="0" y="232"/>
                    <a:pt x="0" y="515"/>
                  </a:cubicBezTo>
                  <a:cubicBezTo>
                    <a:pt x="0" y="804"/>
                    <a:pt x="231" y="1035"/>
                    <a:pt x="515" y="1035"/>
                  </a:cubicBezTo>
                  <a:cubicBezTo>
                    <a:pt x="804" y="1035"/>
                    <a:pt x="1035" y="804"/>
                    <a:pt x="1035" y="515"/>
                  </a:cubicBezTo>
                  <a:cubicBezTo>
                    <a:pt x="1035" y="232"/>
                    <a:pt x="804" y="1"/>
                    <a:pt x="515"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87"/>
            <p:cNvSpPr/>
            <p:nvPr/>
          </p:nvSpPr>
          <p:spPr>
            <a:xfrm>
              <a:off x="964167" y="1581783"/>
              <a:ext cx="32443" cy="32470"/>
            </a:xfrm>
            <a:custGeom>
              <a:rect b="b" l="l" r="r" t="t"/>
              <a:pathLst>
                <a:path extrusionOk="0" h="1238" w="1237">
                  <a:moveTo>
                    <a:pt x="207" y="1"/>
                  </a:moveTo>
                  <a:cubicBezTo>
                    <a:pt x="91" y="1"/>
                    <a:pt x="0" y="92"/>
                    <a:pt x="0" y="208"/>
                  </a:cubicBezTo>
                  <a:lnTo>
                    <a:pt x="0" y="1031"/>
                  </a:lnTo>
                  <a:cubicBezTo>
                    <a:pt x="0" y="1146"/>
                    <a:pt x="91" y="1238"/>
                    <a:pt x="207" y="1238"/>
                  </a:cubicBezTo>
                  <a:lnTo>
                    <a:pt x="1030" y="1238"/>
                  </a:lnTo>
                  <a:cubicBezTo>
                    <a:pt x="1145" y="1238"/>
                    <a:pt x="1237" y="1146"/>
                    <a:pt x="1237" y="1031"/>
                  </a:cubicBezTo>
                  <a:lnTo>
                    <a:pt x="1237" y="208"/>
                  </a:lnTo>
                  <a:cubicBezTo>
                    <a:pt x="1237" y="92"/>
                    <a:pt x="1145" y="1"/>
                    <a:pt x="1030"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87"/>
            <p:cNvSpPr/>
            <p:nvPr/>
          </p:nvSpPr>
          <p:spPr>
            <a:xfrm>
              <a:off x="910401" y="1511703"/>
              <a:ext cx="248243" cy="345731"/>
            </a:xfrm>
            <a:custGeom>
              <a:rect b="b" l="l" r="r" t="t"/>
              <a:pathLst>
                <a:path extrusionOk="0" h="13182" w="9465">
                  <a:moveTo>
                    <a:pt x="4732" y="386"/>
                  </a:moveTo>
                  <a:cubicBezTo>
                    <a:pt x="4944" y="386"/>
                    <a:pt x="5156" y="491"/>
                    <a:pt x="5274" y="700"/>
                  </a:cubicBezTo>
                  <a:cubicBezTo>
                    <a:pt x="5312" y="763"/>
                    <a:pt x="5375" y="796"/>
                    <a:pt x="5442" y="801"/>
                  </a:cubicBezTo>
                  <a:lnTo>
                    <a:pt x="6174" y="801"/>
                  </a:lnTo>
                  <a:cubicBezTo>
                    <a:pt x="6299" y="801"/>
                    <a:pt x="6395" y="897"/>
                    <a:pt x="6395" y="1018"/>
                  </a:cubicBezTo>
                  <a:lnTo>
                    <a:pt x="6395" y="1653"/>
                  </a:lnTo>
                  <a:lnTo>
                    <a:pt x="3070" y="1653"/>
                  </a:lnTo>
                  <a:lnTo>
                    <a:pt x="3070" y="1023"/>
                  </a:lnTo>
                  <a:cubicBezTo>
                    <a:pt x="3065" y="902"/>
                    <a:pt x="3166" y="801"/>
                    <a:pt x="3287" y="801"/>
                  </a:cubicBezTo>
                  <a:lnTo>
                    <a:pt x="4023" y="801"/>
                  </a:lnTo>
                  <a:cubicBezTo>
                    <a:pt x="4090" y="796"/>
                    <a:pt x="4153" y="763"/>
                    <a:pt x="4186" y="700"/>
                  </a:cubicBezTo>
                  <a:cubicBezTo>
                    <a:pt x="4307" y="491"/>
                    <a:pt x="4520" y="386"/>
                    <a:pt x="4732" y="386"/>
                  </a:cubicBezTo>
                  <a:close/>
                  <a:moveTo>
                    <a:pt x="8652" y="1215"/>
                  </a:moveTo>
                  <a:cubicBezTo>
                    <a:pt x="8888" y="1215"/>
                    <a:pt x="9080" y="1403"/>
                    <a:pt x="9080" y="1638"/>
                  </a:cubicBezTo>
                  <a:lnTo>
                    <a:pt x="9080" y="12369"/>
                  </a:lnTo>
                  <a:cubicBezTo>
                    <a:pt x="9080" y="12604"/>
                    <a:pt x="8888" y="12792"/>
                    <a:pt x="8652" y="12792"/>
                  </a:cubicBezTo>
                  <a:lnTo>
                    <a:pt x="813" y="12792"/>
                  </a:lnTo>
                  <a:cubicBezTo>
                    <a:pt x="578" y="12792"/>
                    <a:pt x="385" y="12604"/>
                    <a:pt x="385" y="12369"/>
                  </a:cubicBezTo>
                  <a:lnTo>
                    <a:pt x="385" y="1638"/>
                  </a:lnTo>
                  <a:cubicBezTo>
                    <a:pt x="385" y="1407"/>
                    <a:pt x="578" y="1215"/>
                    <a:pt x="813" y="1215"/>
                  </a:cubicBezTo>
                  <a:lnTo>
                    <a:pt x="2680" y="1215"/>
                  </a:lnTo>
                  <a:lnTo>
                    <a:pt x="2680" y="1850"/>
                  </a:lnTo>
                  <a:cubicBezTo>
                    <a:pt x="2680" y="1956"/>
                    <a:pt x="2767" y="2043"/>
                    <a:pt x="2873" y="2043"/>
                  </a:cubicBezTo>
                  <a:lnTo>
                    <a:pt x="6587" y="2043"/>
                  </a:lnTo>
                  <a:cubicBezTo>
                    <a:pt x="6693" y="2043"/>
                    <a:pt x="6780" y="1956"/>
                    <a:pt x="6780" y="1850"/>
                  </a:cubicBezTo>
                  <a:lnTo>
                    <a:pt x="6780" y="1215"/>
                  </a:lnTo>
                  <a:close/>
                  <a:moveTo>
                    <a:pt x="4733" y="0"/>
                  </a:moveTo>
                  <a:cubicBezTo>
                    <a:pt x="4426" y="0"/>
                    <a:pt x="4119" y="137"/>
                    <a:pt x="3917" y="411"/>
                  </a:cubicBezTo>
                  <a:lnTo>
                    <a:pt x="3287" y="411"/>
                  </a:lnTo>
                  <a:cubicBezTo>
                    <a:pt x="3027" y="411"/>
                    <a:pt x="2796" y="580"/>
                    <a:pt x="2714" y="825"/>
                  </a:cubicBezTo>
                  <a:lnTo>
                    <a:pt x="813" y="825"/>
                  </a:lnTo>
                  <a:cubicBezTo>
                    <a:pt x="361" y="825"/>
                    <a:pt x="0" y="1191"/>
                    <a:pt x="0" y="1638"/>
                  </a:cubicBezTo>
                  <a:lnTo>
                    <a:pt x="0" y="12369"/>
                  </a:lnTo>
                  <a:cubicBezTo>
                    <a:pt x="0" y="12816"/>
                    <a:pt x="361" y="13177"/>
                    <a:pt x="813" y="13182"/>
                  </a:cubicBezTo>
                  <a:lnTo>
                    <a:pt x="8652" y="13182"/>
                  </a:lnTo>
                  <a:cubicBezTo>
                    <a:pt x="9099" y="13177"/>
                    <a:pt x="9465" y="12816"/>
                    <a:pt x="9465" y="12369"/>
                  </a:cubicBezTo>
                  <a:lnTo>
                    <a:pt x="9465" y="1638"/>
                  </a:lnTo>
                  <a:cubicBezTo>
                    <a:pt x="9465" y="1191"/>
                    <a:pt x="9104" y="825"/>
                    <a:pt x="8652" y="825"/>
                  </a:cubicBezTo>
                  <a:lnTo>
                    <a:pt x="6751" y="825"/>
                  </a:lnTo>
                  <a:cubicBezTo>
                    <a:pt x="6669" y="580"/>
                    <a:pt x="6438" y="411"/>
                    <a:pt x="6178" y="411"/>
                  </a:cubicBezTo>
                  <a:lnTo>
                    <a:pt x="5548" y="411"/>
                  </a:lnTo>
                  <a:cubicBezTo>
                    <a:pt x="5346" y="137"/>
                    <a:pt x="5039" y="0"/>
                    <a:pt x="47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87"/>
            <p:cNvSpPr/>
            <p:nvPr/>
          </p:nvSpPr>
          <p:spPr>
            <a:xfrm>
              <a:off x="1027769" y="1533472"/>
              <a:ext cx="13507" cy="10098"/>
            </a:xfrm>
            <a:custGeom>
              <a:rect b="b" l="l" r="r" t="t"/>
              <a:pathLst>
                <a:path extrusionOk="0" h="385" w="515">
                  <a:moveTo>
                    <a:pt x="260" y="0"/>
                  </a:moveTo>
                  <a:cubicBezTo>
                    <a:pt x="0" y="0"/>
                    <a:pt x="0" y="385"/>
                    <a:pt x="260" y="385"/>
                  </a:cubicBezTo>
                  <a:cubicBezTo>
                    <a:pt x="515" y="385"/>
                    <a:pt x="515"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87"/>
            <p:cNvSpPr/>
            <p:nvPr/>
          </p:nvSpPr>
          <p:spPr>
            <a:xfrm>
              <a:off x="931986" y="1555031"/>
              <a:ext cx="204968" cy="269986"/>
            </a:xfrm>
            <a:custGeom>
              <a:rect b="b" l="l" r="r" t="t"/>
              <a:pathLst>
                <a:path extrusionOk="0" h="10294" w="7815">
                  <a:moveTo>
                    <a:pt x="193" y="1"/>
                  </a:moveTo>
                  <a:cubicBezTo>
                    <a:pt x="87" y="1"/>
                    <a:pt x="0" y="87"/>
                    <a:pt x="0" y="198"/>
                  </a:cubicBezTo>
                  <a:lnTo>
                    <a:pt x="0" y="10101"/>
                  </a:lnTo>
                  <a:cubicBezTo>
                    <a:pt x="0" y="10207"/>
                    <a:pt x="87" y="10293"/>
                    <a:pt x="193" y="10293"/>
                  </a:cubicBezTo>
                  <a:lnTo>
                    <a:pt x="7622" y="10293"/>
                  </a:lnTo>
                  <a:cubicBezTo>
                    <a:pt x="7728" y="10293"/>
                    <a:pt x="7814" y="10207"/>
                    <a:pt x="7814" y="10101"/>
                  </a:cubicBezTo>
                  <a:lnTo>
                    <a:pt x="7814" y="198"/>
                  </a:lnTo>
                  <a:cubicBezTo>
                    <a:pt x="7814" y="87"/>
                    <a:pt x="7728" y="1"/>
                    <a:pt x="7622" y="1"/>
                  </a:cubicBezTo>
                  <a:lnTo>
                    <a:pt x="6592" y="1"/>
                  </a:lnTo>
                  <a:cubicBezTo>
                    <a:pt x="6332" y="1"/>
                    <a:pt x="6332" y="386"/>
                    <a:pt x="6592" y="386"/>
                  </a:cubicBezTo>
                  <a:lnTo>
                    <a:pt x="7429" y="386"/>
                  </a:lnTo>
                  <a:lnTo>
                    <a:pt x="7429" y="9908"/>
                  </a:lnTo>
                  <a:lnTo>
                    <a:pt x="390" y="9908"/>
                  </a:lnTo>
                  <a:lnTo>
                    <a:pt x="390" y="386"/>
                  </a:lnTo>
                  <a:lnTo>
                    <a:pt x="1227" y="386"/>
                  </a:lnTo>
                  <a:cubicBezTo>
                    <a:pt x="1482" y="386"/>
                    <a:pt x="148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87"/>
            <p:cNvSpPr/>
            <p:nvPr/>
          </p:nvSpPr>
          <p:spPr>
            <a:xfrm>
              <a:off x="959132" y="1663324"/>
              <a:ext cx="37112" cy="31788"/>
            </a:xfrm>
            <a:custGeom>
              <a:rect b="b" l="l" r="r" t="t"/>
              <a:pathLst>
                <a:path extrusionOk="0" h="1212" w="1415">
                  <a:moveTo>
                    <a:pt x="810" y="385"/>
                  </a:moveTo>
                  <a:cubicBezTo>
                    <a:pt x="923" y="385"/>
                    <a:pt x="1034" y="473"/>
                    <a:pt x="1034" y="607"/>
                  </a:cubicBezTo>
                  <a:cubicBezTo>
                    <a:pt x="1034" y="727"/>
                    <a:pt x="933" y="823"/>
                    <a:pt x="813" y="823"/>
                  </a:cubicBezTo>
                  <a:cubicBezTo>
                    <a:pt x="615" y="823"/>
                    <a:pt x="519" y="587"/>
                    <a:pt x="659" y="448"/>
                  </a:cubicBezTo>
                  <a:cubicBezTo>
                    <a:pt x="702" y="405"/>
                    <a:pt x="756" y="385"/>
                    <a:pt x="810" y="385"/>
                  </a:cubicBezTo>
                  <a:close/>
                  <a:moveTo>
                    <a:pt x="807" y="0"/>
                  </a:moveTo>
                  <a:cubicBezTo>
                    <a:pt x="272" y="0"/>
                    <a:pt x="1" y="651"/>
                    <a:pt x="380" y="1030"/>
                  </a:cubicBezTo>
                  <a:cubicBezTo>
                    <a:pt x="503" y="1155"/>
                    <a:pt x="656" y="1211"/>
                    <a:pt x="806" y="1211"/>
                  </a:cubicBezTo>
                  <a:cubicBezTo>
                    <a:pt x="1116" y="1211"/>
                    <a:pt x="1414" y="970"/>
                    <a:pt x="1414" y="607"/>
                  </a:cubicBezTo>
                  <a:cubicBezTo>
                    <a:pt x="1414" y="270"/>
                    <a:pt x="1145" y="0"/>
                    <a:pt x="813" y="0"/>
                  </a:cubicBezTo>
                  <a:cubicBezTo>
                    <a:pt x="811" y="0"/>
                    <a:pt x="809"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87"/>
            <p:cNvSpPr/>
            <p:nvPr/>
          </p:nvSpPr>
          <p:spPr>
            <a:xfrm>
              <a:off x="959132" y="1712029"/>
              <a:ext cx="37112" cy="31788"/>
            </a:xfrm>
            <a:custGeom>
              <a:rect b="b" l="l" r="r" t="t"/>
              <a:pathLst>
                <a:path extrusionOk="0" h="1212" w="1415">
                  <a:moveTo>
                    <a:pt x="812" y="387"/>
                  </a:moveTo>
                  <a:cubicBezTo>
                    <a:pt x="925" y="387"/>
                    <a:pt x="1034" y="474"/>
                    <a:pt x="1034" y="607"/>
                  </a:cubicBezTo>
                  <a:cubicBezTo>
                    <a:pt x="1034" y="727"/>
                    <a:pt x="933" y="823"/>
                    <a:pt x="813" y="828"/>
                  </a:cubicBezTo>
                  <a:cubicBezTo>
                    <a:pt x="615" y="828"/>
                    <a:pt x="519" y="588"/>
                    <a:pt x="659" y="453"/>
                  </a:cubicBezTo>
                  <a:cubicBezTo>
                    <a:pt x="703" y="407"/>
                    <a:pt x="758" y="387"/>
                    <a:pt x="812" y="387"/>
                  </a:cubicBezTo>
                  <a:close/>
                  <a:moveTo>
                    <a:pt x="807" y="1"/>
                  </a:moveTo>
                  <a:cubicBezTo>
                    <a:pt x="272" y="1"/>
                    <a:pt x="1" y="652"/>
                    <a:pt x="380" y="1030"/>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87"/>
            <p:cNvSpPr/>
            <p:nvPr/>
          </p:nvSpPr>
          <p:spPr>
            <a:xfrm>
              <a:off x="959132" y="1760733"/>
              <a:ext cx="37112" cy="31788"/>
            </a:xfrm>
            <a:custGeom>
              <a:rect b="b" l="l" r="r" t="t"/>
              <a:pathLst>
                <a:path extrusionOk="0" h="1212" w="1415">
                  <a:moveTo>
                    <a:pt x="810" y="384"/>
                  </a:moveTo>
                  <a:cubicBezTo>
                    <a:pt x="923" y="384"/>
                    <a:pt x="1034" y="473"/>
                    <a:pt x="1034" y="607"/>
                  </a:cubicBezTo>
                  <a:cubicBezTo>
                    <a:pt x="1034" y="728"/>
                    <a:pt x="933" y="824"/>
                    <a:pt x="813" y="824"/>
                  </a:cubicBezTo>
                  <a:cubicBezTo>
                    <a:pt x="615" y="824"/>
                    <a:pt x="519" y="588"/>
                    <a:pt x="659" y="448"/>
                  </a:cubicBezTo>
                  <a:cubicBezTo>
                    <a:pt x="702" y="404"/>
                    <a:pt x="756" y="384"/>
                    <a:pt x="810" y="384"/>
                  </a:cubicBezTo>
                  <a:close/>
                  <a:moveTo>
                    <a:pt x="807" y="1"/>
                  </a:moveTo>
                  <a:cubicBezTo>
                    <a:pt x="272" y="1"/>
                    <a:pt x="1" y="647"/>
                    <a:pt x="380" y="1031"/>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87"/>
            <p:cNvSpPr/>
            <p:nvPr/>
          </p:nvSpPr>
          <p:spPr>
            <a:xfrm>
              <a:off x="1006053" y="1663324"/>
              <a:ext cx="62238" cy="10124"/>
            </a:xfrm>
            <a:custGeom>
              <a:rect b="b" l="l" r="r" t="t"/>
              <a:pathLst>
                <a:path extrusionOk="0" h="386" w="2373">
                  <a:moveTo>
                    <a:pt x="260" y="0"/>
                  </a:moveTo>
                  <a:cubicBezTo>
                    <a:pt x="1" y="0"/>
                    <a:pt x="1" y="385"/>
                    <a:pt x="260" y="385"/>
                  </a:cubicBezTo>
                  <a:lnTo>
                    <a:pt x="2118" y="385"/>
                  </a:lnTo>
                  <a:cubicBezTo>
                    <a:pt x="2373" y="385"/>
                    <a:pt x="2373" y="0"/>
                    <a:pt x="21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87"/>
            <p:cNvSpPr/>
            <p:nvPr/>
          </p:nvSpPr>
          <p:spPr>
            <a:xfrm>
              <a:off x="1006053" y="1684910"/>
              <a:ext cx="100110" cy="10229"/>
            </a:xfrm>
            <a:custGeom>
              <a:rect b="b" l="l" r="r" t="t"/>
              <a:pathLst>
                <a:path extrusionOk="0" h="390" w="3817">
                  <a:moveTo>
                    <a:pt x="260" y="0"/>
                  </a:moveTo>
                  <a:cubicBezTo>
                    <a:pt x="1" y="0"/>
                    <a:pt x="1" y="390"/>
                    <a:pt x="260" y="390"/>
                  </a:cubicBezTo>
                  <a:lnTo>
                    <a:pt x="3561" y="390"/>
                  </a:lnTo>
                  <a:cubicBezTo>
                    <a:pt x="3816" y="390"/>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87"/>
            <p:cNvSpPr/>
            <p:nvPr/>
          </p:nvSpPr>
          <p:spPr>
            <a:xfrm>
              <a:off x="1006053" y="1712029"/>
              <a:ext cx="62238" cy="10124"/>
            </a:xfrm>
            <a:custGeom>
              <a:rect b="b" l="l" r="r" t="t"/>
              <a:pathLst>
                <a:path extrusionOk="0" h="386" w="2373">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87"/>
            <p:cNvSpPr/>
            <p:nvPr/>
          </p:nvSpPr>
          <p:spPr>
            <a:xfrm>
              <a:off x="1006053" y="1733745"/>
              <a:ext cx="100110" cy="10124"/>
            </a:xfrm>
            <a:custGeom>
              <a:rect b="b" l="l" r="r" t="t"/>
              <a:pathLst>
                <a:path extrusionOk="0" h="386" w="3817">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87"/>
            <p:cNvSpPr/>
            <p:nvPr/>
          </p:nvSpPr>
          <p:spPr>
            <a:xfrm>
              <a:off x="1006053" y="1760733"/>
              <a:ext cx="62238" cy="10124"/>
            </a:xfrm>
            <a:custGeom>
              <a:rect b="b" l="l" r="r" t="t"/>
              <a:pathLst>
                <a:path extrusionOk="0" h="386" w="2373">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87"/>
            <p:cNvSpPr/>
            <p:nvPr/>
          </p:nvSpPr>
          <p:spPr>
            <a:xfrm>
              <a:off x="1006053" y="1782319"/>
              <a:ext cx="100110" cy="10255"/>
            </a:xfrm>
            <a:custGeom>
              <a:rect b="b" l="l" r="r" t="t"/>
              <a:pathLst>
                <a:path extrusionOk="0" h="391" w="3817">
                  <a:moveTo>
                    <a:pt x="260" y="1"/>
                  </a:moveTo>
                  <a:cubicBezTo>
                    <a:pt x="1" y="1"/>
                    <a:pt x="1" y="386"/>
                    <a:pt x="260" y="391"/>
                  </a:cubicBezTo>
                  <a:lnTo>
                    <a:pt x="3561" y="391"/>
                  </a:lnTo>
                  <a:cubicBezTo>
                    <a:pt x="3816" y="391"/>
                    <a:pt x="3816"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87"/>
            <p:cNvSpPr/>
            <p:nvPr/>
          </p:nvSpPr>
          <p:spPr>
            <a:xfrm>
              <a:off x="1006053" y="1582176"/>
              <a:ext cx="100110" cy="10124"/>
            </a:xfrm>
            <a:custGeom>
              <a:rect b="b" l="l" r="r" t="t"/>
              <a:pathLst>
                <a:path extrusionOk="0" h="386" w="3817">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87"/>
            <p:cNvSpPr/>
            <p:nvPr/>
          </p:nvSpPr>
          <p:spPr>
            <a:xfrm>
              <a:off x="962777" y="1630881"/>
              <a:ext cx="143386" cy="10124"/>
            </a:xfrm>
            <a:custGeom>
              <a:rect b="b" l="l" r="r" t="t"/>
              <a:pathLst>
                <a:path extrusionOk="0" h="386" w="5467">
                  <a:moveTo>
                    <a:pt x="260" y="1"/>
                  </a:moveTo>
                  <a:cubicBezTo>
                    <a:pt x="0" y="1"/>
                    <a:pt x="0" y="386"/>
                    <a:pt x="260" y="386"/>
                  </a:cubicBezTo>
                  <a:lnTo>
                    <a:pt x="5211" y="386"/>
                  </a:lnTo>
                  <a:cubicBezTo>
                    <a:pt x="5466" y="386"/>
                    <a:pt x="5466" y="1"/>
                    <a:pt x="5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87"/>
            <p:cNvSpPr/>
            <p:nvPr/>
          </p:nvSpPr>
          <p:spPr>
            <a:xfrm>
              <a:off x="1006053" y="1603762"/>
              <a:ext cx="29821" cy="10124"/>
            </a:xfrm>
            <a:custGeom>
              <a:rect b="b" l="l" r="r" t="t"/>
              <a:pathLst>
                <a:path extrusionOk="0" h="386" w="1137">
                  <a:moveTo>
                    <a:pt x="260" y="0"/>
                  </a:moveTo>
                  <a:cubicBezTo>
                    <a:pt x="1" y="0"/>
                    <a:pt x="1" y="385"/>
                    <a:pt x="260" y="385"/>
                  </a:cubicBezTo>
                  <a:lnTo>
                    <a:pt x="876" y="385"/>
                  </a:lnTo>
                  <a:cubicBezTo>
                    <a:pt x="1136" y="385"/>
                    <a:pt x="1136" y="0"/>
                    <a:pt x="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87"/>
            <p:cNvSpPr/>
            <p:nvPr/>
          </p:nvSpPr>
          <p:spPr>
            <a:xfrm>
              <a:off x="1044030" y="1603762"/>
              <a:ext cx="29690" cy="10124"/>
            </a:xfrm>
            <a:custGeom>
              <a:rect b="b" l="l" r="r" t="t"/>
              <a:pathLst>
                <a:path extrusionOk="0" h="386" w="1132">
                  <a:moveTo>
                    <a:pt x="256" y="0"/>
                  </a:moveTo>
                  <a:cubicBezTo>
                    <a:pt x="1" y="0"/>
                    <a:pt x="1" y="385"/>
                    <a:pt x="256" y="385"/>
                  </a:cubicBezTo>
                  <a:lnTo>
                    <a:pt x="877" y="385"/>
                  </a:lnTo>
                  <a:cubicBezTo>
                    <a:pt x="1132" y="385"/>
                    <a:pt x="1132" y="0"/>
                    <a:pt x="8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87"/>
            <p:cNvSpPr/>
            <p:nvPr/>
          </p:nvSpPr>
          <p:spPr>
            <a:xfrm>
              <a:off x="964535" y="1582176"/>
              <a:ext cx="31709" cy="31709"/>
            </a:xfrm>
            <a:custGeom>
              <a:rect b="b" l="l" r="r" t="t"/>
              <a:pathLst>
                <a:path extrusionOk="0" h="1209" w="1209">
                  <a:moveTo>
                    <a:pt x="823" y="385"/>
                  </a:moveTo>
                  <a:lnTo>
                    <a:pt x="823" y="823"/>
                  </a:lnTo>
                  <a:lnTo>
                    <a:pt x="385" y="823"/>
                  </a:lnTo>
                  <a:lnTo>
                    <a:pt x="385" y="385"/>
                  </a:lnTo>
                  <a:close/>
                  <a:moveTo>
                    <a:pt x="193" y="0"/>
                  </a:moveTo>
                  <a:cubicBezTo>
                    <a:pt x="87" y="0"/>
                    <a:pt x="0" y="82"/>
                    <a:pt x="0" y="193"/>
                  </a:cubicBezTo>
                  <a:lnTo>
                    <a:pt x="0" y="1016"/>
                  </a:lnTo>
                  <a:cubicBezTo>
                    <a:pt x="0" y="1121"/>
                    <a:pt x="87" y="1208"/>
                    <a:pt x="193" y="1208"/>
                  </a:cubicBezTo>
                  <a:lnTo>
                    <a:pt x="1016" y="1208"/>
                  </a:lnTo>
                  <a:cubicBezTo>
                    <a:pt x="1122" y="1208"/>
                    <a:pt x="1208" y="1121"/>
                    <a:pt x="1208" y="1016"/>
                  </a:cubicBezTo>
                  <a:lnTo>
                    <a:pt x="1208" y="193"/>
                  </a:lnTo>
                  <a:cubicBezTo>
                    <a:pt x="1208" y="82"/>
                    <a:pt x="1122" y="0"/>
                    <a:pt x="1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4" name="Google Shape;14334;p87"/>
          <p:cNvGrpSpPr/>
          <p:nvPr/>
        </p:nvGrpSpPr>
        <p:grpSpPr>
          <a:xfrm>
            <a:off x="1311970" y="1511887"/>
            <a:ext cx="345810" cy="345547"/>
            <a:chOff x="1311970" y="1511887"/>
            <a:chExt cx="345810" cy="345547"/>
          </a:xfrm>
        </p:grpSpPr>
        <p:sp>
          <p:nvSpPr>
            <p:cNvPr id="14335" name="Google Shape;14335;p87"/>
            <p:cNvSpPr/>
            <p:nvPr/>
          </p:nvSpPr>
          <p:spPr>
            <a:xfrm>
              <a:off x="1446990" y="1619656"/>
              <a:ext cx="27041" cy="59589"/>
            </a:xfrm>
            <a:custGeom>
              <a:rect b="b" l="l" r="r" t="t"/>
              <a:pathLst>
                <a:path extrusionOk="0" h="2272" w="1031">
                  <a:moveTo>
                    <a:pt x="617" y="0"/>
                  </a:moveTo>
                  <a:cubicBezTo>
                    <a:pt x="275" y="0"/>
                    <a:pt x="1" y="280"/>
                    <a:pt x="1" y="621"/>
                  </a:cubicBezTo>
                  <a:lnTo>
                    <a:pt x="1" y="766"/>
                  </a:lnTo>
                  <a:cubicBezTo>
                    <a:pt x="1" y="944"/>
                    <a:pt x="30" y="1117"/>
                    <a:pt x="83" y="1285"/>
                  </a:cubicBezTo>
                  <a:lnTo>
                    <a:pt x="410" y="2272"/>
                  </a:lnTo>
                  <a:lnTo>
                    <a:pt x="1030" y="2272"/>
                  </a:lnTo>
                  <a:lnTo>
                    <a:pt x="1030"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87"/>
            <p:cNvSpPr/>
            <p:nvPr/>
          </p:nvSpPr>
          <p:spPr>
            <a:xfrm>
              <a:off x="1457848" y="1614226"/>
              <a:ext cx="64887" cy="65018"/>
            </a:xfrm>
            <a:custGeom>
              <a:rect b="b" l="l" r="r" t="t"/>
              <a:pathLst>
                <a:path extrusionOk="0" h="2479" w="2474">
                  <a:moveTo>
                    <a:pt x="616" y="1"/>
                  </a:moveTo>
                  <a:cubicBezTo>
                    <a:pt x="275" y="1"/>
                    <a:pt x="1" y="280"/>
                    <a:pt x="1" y="621"/>
                  </a:cubicBezTo>
                  <a:cubicBezTo>
                    <a:pt x="1" y="847"/>
                    <a:pt x="183" y="1035"/>
                    <a:pt x="414" y="1035"/>
                  </a:cubicBezTo>
                  <a:lnTo>
                    <a:pt x="2065" y="2479"/>
                  </a:lnTo>
                  <a:lnTo>
                    <a:pt x="2430" y="1199"/>
                  </a:lnTo>
                  <a:cubicBezTo>
                    <a:pt x="2459" y="1088"/>
                    <a:pt x="2474" y="973"/>
                    <a:pt x="2474" y="857"/>
                  </a:cubicBezTo>
                  <a:lnTo>
                    <a:pt x="2474"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87"/>
            <p:cNvSpPr/>
            <p:nvPr/>
          </p:nvSpPr>
          <p:spPr>
            <a:xfrm>
              <a:off x="1468575" y="1695374"/>
              <a:ext cx="32575" cy="32575"/>
            </a:xfrm>
            <a:custGeom>
              <a:rect b="b" l="l" r="r" t="t"/>
              <a:pathLst>
                <a:path extrusionOk="0" h="1242" w="1242">
                  <a:moveTo>
                    <a:pt x="1" y="0"/>
                  </a:moveTo>
                  <a:lnTo>
                    <a:pt x="1" y="1242"/>
                  </a:lnTo>
                  <a:lnTo>
                    <a:pt x="1242" y="1242"/>
                  </a:lnTo>
                  <a:lnTo>
                    <a:pt x="124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87"/>
            <p:cNvSpPr/>
            <p:nvPr/>
          </p:nvSpPr>
          <p:spPr>
            <a:xfrm>
              <a:off x="1430728" y="1708488"/>
              <a:ext cx="108162" cy="84348"/>
            </a:xfrm>
            <a:custGeom>
              <a:rect b="b" l="l" r="r" t="t"/>
              <a:pathLst>
                <a:path extrusionOk="0" h="3216" w="4124">
                  <a:moveTo>
                    <a:pt x="1444" y="1"/>
                  </a:moveTo>
                  <a:lnTo>
                    <a:pt x="448" y="290"/>
                  </a:lnTo>
                  <a:cubicBezTo>
                    <a:pt x="183" y="362"/>
                    <a:pt x="0" y="607"/>
                    <a:pt x="0" y="881"/>
                  </a:cubicBezTo>
                  <a:lnTo>
                    <a:pt x="0" y="3215"/>
                  </a:lnTo>
                  <a:lnTo>
                    <a:pt x="4124" y="3215"/>
                  </a:lnTo>
                  <a:lnTo>
                    <a:pt x="4124" y="881"/>
                  </a:lnTo>
                  <a:cubicBezTo>
                    <a:pt x="4124" y="607"/>
                    <a:pt x="3941" y="362"/>
                    <a:pt x="3676" y="290"/>
                  </a:cubicBezTo>
                  <a:lnTo>
                    <a:pt x="2680" y="1"/>
                  </a:lnTo>
                  <a:lnTo>
                    <a:pt x="2440" y="294"/>
                  </a:lnTo>
                  <a:cubicBezTo>
                    <a:pt x="2341" y="410"/>
                    <a:pt x="2203" y="468"/>
                    <a:pt x="2064" y="468"/>
                  </a:cubicBezTo>
                  <a:cubicBezTo>
                    <a:pt x="1926" y="468"/>
                    <a:pt x="1788" y="410"/>
                    <a:pt x="1689" y="294"/>
                  </a:cubicBezTo>
                  <a:lnTo>
                    <a:pt x="1444" y="1"/>
                  </a:ln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87"/>
            <p:cNvSpPr/>
            <p:nvPr/>
          </p:nvSpPr>
          <p:spPr>
            <a:xfrm>
              <a:off x="1452287" y="1641372"/>
              <a:ext cx="65149" cy="59458"/>
            </a:xfrm>
            <a:custGeom>
              <a:rect b="b" l="l" r="r" t="t"/>
              <a:pathLst>
                <a:path extrusionOk="0" h="2267" w="2484">
                  <a:moveTo>
                    <a:pt x="800" y="0"/>
                  </a:moveTo>
                  <a:cubicBezTo>
                    <a:pt x="684" y="0"/>
                    <a:pt x="578" y="43"/>
                    <a:pt x="496" y="120"/>
                  </a:cubicBezTo>
                  <a:lnTo>
                    <a:pt x="294" y="327"/>
                  </a:lnTo>
                  <a:cubicBezTo>
                    <a:pt x="107" y="510"/>
                    <a:pt x="1" y="765"/>
                    <a:pt x="6" y="1030"/>
                  </a:cubicBezTo>
                  <a:cubicBezTo>
                    <a:pt x="6" y="1713"/>
                    <a:pt x="559" y="2266"/>
                    <a:pt x="1242" y="2266"/>
                  </a:cubicBezTo>
                  <a:cubicBezTo>
                    <a:pt x="1245" y="2266"/>
                    <a:pt x="1248" y="2266"/>
                    <a:pt x="1251" y="2266"/>
                  </a:cubicBezTo>
                  <a:cubicBezTo>
                    <a:pt x="1930" y="2266"/>
                    <a:pt x="2484" y="1710"/>
                    <a:pt x="2484" y="1030"/>
                  </a:cubicBezTo>
                  <a:lnTo>
                    <a:pt x="2484" y="770"/>
                  </a:lnTo>
                  <a:cubicBezTo>
                    <a:pt x="2484" y="659"/>
                    <a:pt x="2440" y="553"/>
                    <a:pt x="2363" y="476"/>
                  </a:cubicBezTo>
                  <a:cubicBezTo>
                    <a:pt x="2041" y="164"/>
                    <a:pt x="1459" y="24"/>
                    <a:pt x="800"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87"/>
            <p:cNvSpPr/>
            <p:nvPr/>
          </p:nvSpPr>
          <p:spPr>
            <a:xfrm>
              <a:off x="1452287" y="1641346"/>
              <a:ext cx="64913" cy="58225"/>
            </a:xfrm>
            <a:custGeom>
              <a:rect b="b" l="l" r="r" t="t"/>
              <a:pathLst>
                <a:path extrusionOk="0" h="2220" w="2475">
                  <a:moveTo>
                    <a:pt x="780" y="1"/>
                  </a:moveTo>
                  <a:cubicBezTo>
                    <a:pt x="674" y="1"/>
                    <a:pt x="570" y="48"/>
                    <a:pt x="496" y="121"/>
                  </a:cubicBezTo>
                  <a:lnTo>
                    <a:pt x="294" y="328"/>
                  </a:lnTo>
                  <a:cubicBezTo>
                    <a:pt x="107" y="511"/>
                    <a:pt x="1" y="766"/>
                    <a:pt x="1" y="1031"/>
                  </a:cubicBezTo>
                  <a:cubicBezTo>
                    <a:pt x="1" y="1579"/>
                    <a:pt x="367" y="2065"/>
                    <a:pt x="896" y="2219"/>
                  </a:cubicBezTo>
                  <a:cubicBezTo>
                    <a:pt x="718" y="1998"/>
                    <a:pt x="622" y="1728"/>
                    <a:pt x="622" y="1445"/>
                  </a:cubicBezTo>
                  <a:lnTo>
                    <a:pt x="622" y="1031"/>
                  </a:lnTo>
                  <a:cubicBezTo>
                    <a:pt x="622" y="799"/>
                    <a:pt x="809" y="616"/>
                    <a:pt x="1034" y="616"/>
                  </a:cubicBezTo>
                  <a:cubicBezTo>
                    <a:pt x="1042" y="616"/>
                    <a:pt x="1051" y="616"/>
                    <a:pt x="1059" y="617"/>
                  </a:cubicBezTo>
                  <a:cubicBezTo>
                    <a:pt x="1478" y="646"/>
                    <a:pt x="2094" y="713"/>
                    <a:pt x="2474" y="896"/>
                  </a:cubicBezTo>
                  <a:cubicBezTo>
                    <a:pt x="2460" y="809"/>
                    <a:pt x="2426" y="535"/>
                    <a:pt x="2359" y="477"/>
                  </a:cubicBezTo>
                  <a:cubicBezTo>
                    <a:pt x="2041" y="165"/>
                    <a:pt x="1459" y="25"/>
                    <a:pt x="795" y="1"/>
                  </a:cubicBezTo>
                  <a:cubicBezTo>
                    <a:pt x="790" y="1"/>
                    <a:pt x="785" y="1"/>
                    <a:pt x="78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87"/>
            <p:cNvSpPr/>
            <p:nvPr/>
          </p:nvSpPr>
          <p:spPr>
            <a:xfrm>
              <a:off x="1430728" y="1722258"/>
              <a:ext cx="21716" cy="70578"/>
            </a:xfrm>
            <a:custGeom>
              <a:rect b="b" l="l" r="r" t="t"/>
              <a:pathLst>
                <a:path extrusionOk="0" h="2691" w="828">
                  <a:moveTo>
                    <a:pt x="116" y="0"/>
                  </a:moveTo>
                  <a:cubicBezTo>
                    <a:pt x="39" y="106"/>
                    <a:pt x="0" y="231"/>
                    <a:pt x="0" y="356"/>
                  </a:cubicBezTo>
                  <a:lnTo>
                    <a:pt x="0" y="2690"/>
                  </a:lnTo>
                  <a:lnTo>
                    <a:pt x="828" y="2690"/>
                  </a:lnTo>
                  <a:lnTo>
                    <a:pt x="828" y="972"/>
                  </a:lnTo>
                  <a:cubicBezTo>
                    <a:pt x="828" y="809"/>
                    <a:pt x="760" y="650"/>
                    <a:pt x="645" y="534"/>
                  </a:cubicBezTo>
                  <a:lnTo>
                    <a:pt x="116"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87"/>
            <p:cNvSpPr/>
            <p:nvPr/>
          </p:nvSpPr>
          <p:spPr>
            <a:xfrm>
              <a:off x="1517279" y="1722258"/>
              <a:ext cx="21743" cy="70578"/>
            </a:xfrm>
            <a:custGeom>
              <a:rect b="b" l="l" r="r" t="t"/>
              <a:pathLst>
                <a:path extrusionOk="0" h="2691" w="829">
                  <a:moveTo>
                    <a:pt x="713" y="0"/>
                  </a:moveTo>
                  <a:lnTo>
                    <a:pt x="184" y="534"/>
                  </a:lnTo>
                  <a:cubicBezTo>
                    <a:pt x="68" y="650"/>
                    <a:pt x="1" y="809"/>
                    <a:pt x="1" y="972"/>
                  </a:cubicBezTo>
                  <a:lnTo>
                    <a:pt x="1" y="2690"/>
                  </a:lnTo>
                  <a:lnTo>
                    <a:pt x="829" y="2690"/>
                  </a:lnTo>
                  <a:lnTo>
                    <a:pt x="829" y="356"/>
                  </a:lnTo>
                  <a:cubicBezTo>
                    <a:pt x="824" y="231"/>
                    <a:pt x="785" y="106"/>
                    <a:pt x="71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87"/>
            <p:cNvSpPr/>
            <p:nvPr/>
          </p:nvSpPr>
          <p:spPr>
            <a:xfrm>
              <a:off x="1317006" y="1516922"/>
              <a:ext cx="335607" cy="335345"/>
            </a:xfrm>
            <a:custGeom>
              <a:rect b="b" l="l" r="r" t="t"/>
              <a:pathLst>
                <a:path extrusionOk="0" h="12786" w="12796">
                  <a:moveTo>
                    <a:pt x="6403" y="2474"/>
                  </a:moveTo>
                  <a:cubicBezTo>
                    <a:pt x="6907" y="2474"/>
                    <a:pt x="7416" y="2572"/>
                    <a:pt x="7902" y="2772"/>
                  </a:cubicBezTo>
                  <a:cubicBezTo>
                    <a:pt x="9364" y="3379"/>
                    <a:pt x="10322" y="4808"/>
                    <a:pt x="10322" y="6395"/>
                  </a:cubicBezTo>
                  <a:cubicBezTo>
                    <a:pt x="10322" y="8561"/>
                    <a:pt x="8566" y="10312"/>
                    <a:pt x="6400" y="10312"/>
                  </a:cubicBezTo>
                  <a:cubicBezTo>
                    <a:pt x="4812" y="10312"/>
                    <a:pt x="3383" y="9360"/>
                    <a:pt x="2777" y="7892"/>
                  </a:cubicBezTo>
                  <a:cubicBezTo>
                    <a:pt x="2171" y="6429"/>
                    <a:pt x="2508" y="4745"/>
                    <a:pt x="3629" y="3624"/>
                  </a:cubicBezTo>
                  <a:cubicBezTo>
                    <a:pt x="4379" y="2873"/>
                    <a:pt x="5382" y="2474"/>
                    <a:pt x="6403" y="2474"/>
                  </a:cubicBezTo>
                  <a:close/>
                  <a:moveTo>
                    <a:pt x="5573" y="1"/>
                  </a:moveTo>
                  <a:cubicBezTo>
                    <a:pt x="5457" y="1"/>
                    <a:pt x="5366" y="92"/>
                    <a:pt x="5366" y="208"/>
                  </a:cubicBezTo>
                  <a:lnTo>
                    <a:pt x="5366" y="751"/>
                  </a:lnTo>
                  <a:cubicBezTo>
                    <a:pt x="5366" y="852"/>
                    <a:pt x="5298" y="934"/>
                    <a:pt x="5202" y="953"/>
                  </a:cubicBezTo>
                  <a:cubicBezTo>
                    <a:pt x="4562" y="1093"/>
                    <a:pt x="3951" y="1348"/>
                    <a:pt x="3398" y="1704"/>
                  </a:cubicBezTo>
                  <a:cubicBezTo>
                    <a:pt x="3363" y="1726"/>
                    <a:pt x="3324" y="1738"/>
                    <a:pt x="3286" y="1738"/>
                  </a:cubicBezTo>
                  <a:cubicBezTo>
                    <a:pt x="3233" y="1738"/>
                    <a:pt x="3182" y="1717"/>
                    <a:pt x="3143" y="1675"/>
                  </a:cubicBezTo>
                  <a:lnTo>
                    <a:pt x="2753" y="1290"/>
                  </a:lnTo>
                  <a:cubicBezTo>
                    <a:pt x="2712" y="1249"/>
                    <a:pt x="2659" y="1229"/>
                    <a:pt x="2606" y="1229"/>
                  </a:cubicBezTo>
                  <a:cubicBezTo>
                    <a:pt x="2553" y="1229"/>
                    <a:pt x="2500" y="1249"/>
                    <a:pt x="2459" y="1290"/>
                  </a:cubicBezTo>
                  <a:lnTo>
                    <a:pt x="1290" y="2455"/>
                  </a:lnTo>
                  <a:cubicBezTo>
                    <a:pt x="1213" y="2532"/>
                    <a:pt x="1213" y="2666"/>
                    <a:pt x="1290" y="2743"/>
                  </a:cubicBezTo>
                  <a:lnTo>
                    <a:pt x="1680" y="3133"/>
                  </a:lnTo>
                  <a:cubicBezTo>
                    <a:pt x="1747" y="3201"/>
                    <a:pt x="1762" y="3311"/>
                    <a:pt x="1704" y="3393"/>
                  </a:cubicBezTo>
                  <a:cubicBezTo>
                    <a:pt x="1353" y="3942"/>
                    <a:pt x="1098" y="4553"/>
                    <a:pt x="958" y="5197"/>
                  </a:cubicBezTo>
                  <a:cubicBezTo>
                    <a:pt x="939" y="5289"/>
                    <a:pt x="857" y="5361"/>
                    <a:pt x="756" y="5361"/>
                  </a:cubicBezTo>
                  <a:lnTo>
                    <a:pt x="208" y="5361"/>
                  </a:lnTo>
                  <a:cubicBezTo>
                    <a:pt x="97" y="5361"/>
                    <a:pt x="1" y="5452"/>
                    <a:pt x="1" y="5568"/>
                  </a:cubicBezTo>
                  <a:lnTo>
                    <a:pt x="1" y="7218"/>
                  </a:lnTo>
                  <a:cubicBezTo>
                    <a:pt x="1" y="7329"/>
                    <a:pt x="97" y="7425"/>
                    <a:pt x="208" y="7425"/>
                  </a:cubicBezTo>
                  <a:lnTo>
                    <a:pt x="756" y="7425"/>
                  </a:lnTo>
                  <a:cubicBezTo>
                    <a:pt x="857" y="7425"/>
                    <a:pt x="939" y="7493"/>
                    <a:pt x="958" y="7589"/>
                  </a:cubicBezTo>
                  <a:cubicBezTo>
                    <a:pt x="1098" y="8229"/>
                    <a:pt x="1353" y="8840"/>
                    <a:pt x="1704" y="9393"/>
                  </a:cubicBezTo>
                  <a:cubicBezTo>
                    <a:pt x="1762" y="9475"/>
                    <a:pt x="1747" y="9581"/>
                    <a:pt x="1680" y="9648"/>
                  </a:cubicBezTo>
                  <a:lnTo>
                    <a:pt x="1290" y="10038"/>
                  </a:lnTo>
                  <a:cubicBezTo>
                    <a:pt x="1213" y="10120"/>
                    <a:pt x="1213" y="10250"/>
                    <a:pt x="1290" y="10331"/>
                  </a:cubicBezTo>
                  <a:lnTo>
                    <a:pt x="2459" y="11496"/>
                  </a:lnTo>
                  <a:cubicBezTo>
                    <a:pt x="2500" y="11537"/>
                    <a:pt x="2553" y="11557"/>
                    <a:pt x="2606" y="11557"/>
                  </a:cubicBezTo>
                  <a:cubicBezTo>
                    <a:pt x="2659" y="11557"/>
                    <a:pt x="2712" y="11537"/>
                    <a:pt x="2753" y="11496"/>
                  </a:cubicBezTo>
                  <a:lnTo>
                    <a:pt x="3138" y="11111"/>
                  </a:lnTo>
                  <a:cubicBezTo>
                    <a:pt x="3180" y="11069"/>
                    <a:pt x="3232" y="11049"/>
                    <a:pt x="3285" y="11049"/>
                  </a:cubicBezTo>
                  <a:cubicBezTo>
                    <a:pt x="3324" y="11049"/>
                    <a:pt x="3363" y="11060"/>
                    <a:pt x="3398" y="11082"/>
                  </a:cubicBezTo>
                  <a:cubicBezTo>
                    <a:pt x="3951" y="11438"/>
                    <a:pt x="4562" y="11693"/>
                    <a:pt x="5202" y="11833"/>
                  </a:cubicBezTo>
                  <a:cubicBezTo>
                    <a:pt x="5298" y="11852"/>
                    <a:pt x="5366" y="11934"/>
                    <a:pt x="5366" y="12030"/>
                  </a:cubicBezTo>
                  <a:lnTo>
                    <a:pt x="5366" y="12579"/>
                  </a:lnTo>
                  <a:cubicBezTo>
                    <a:pt x="5366" y="12694"/>
                    <a:pt x="5457" y="12785"/>
                    <a:pt x="5573" y="12785"/>
                  </a:cubicBezTo>
                  <a:lnTo>
                    <a:pt x="7223" y="12785"/>
                  </a:lnTo>
                  <a:cubicBezTo>
                    <a:pt x="7339" y="12785"/>
                    <a:pt x="7430" y="12694"/>
                    <a:pt x="7430" y="12579"/>
                  </a:cubicBezTo>
                  <a:lnTo>
                    <a:pt x="7430" y="12030"/>
                  </a:lnTo>
                  <a:cubicBezTo>
                    <a:pt x="7430" y="11934"/>
                    <a:pt x="7497" y="11852"/>
                    <a:pt x="7594" y="11833"/>
                  </a:cubicBezTo>
                  <a:cubicBezTo>
                    <a:pt x="8234" y="11693"/>
                    <a:pt x="8845" y="11438"/>
                    <a:pt x="9398" y="11082"/>
                  </a:cubicBezTo>
                  <a:cubicBezTo>
                    <a:pt x="9433" y="11060"/>
                    <a:pt x="9472" y="11049"/>
                    <a:pt x="9510" y="11049"/>
                  </a:cubicBezTo>
                  <a:cubicBezTo>
                    <a:pt x="9563" y="11049"/>
                    <a:pt x="9616" y="11069"/>
                    <a:pt x="9658" y="11111"/>
                  </a:cubicBezTo>
                  <a:lnTo>
                    <a:pt x="10043" y="11496"/>
                  </a:lnTo>
                  <a:cubicBezTo>
                    <a:pt x="10084" y="11537"/>
                    <a:pt x="10137" y="11557"/>
                    <a:pt x="10190" y="11557"/>
                  </a:cubicBezTo>
                  <a:cubicBezTo>
                    <a:pt x="10242" y="11557"/>
                    <a:pt x="10295" y="11537"/>
                    <a:pt x="10336" y="11496"/>
                  </a:cubicBezTo>
                  <a:lnTo>
                    <a:pt x="11506" y="10331"/>
                  </a:lnTo>
                  <a:cubicBezTo>
                    <a:pt x="11583" y="10250"/>
                    <a:pt x="11583" y="10120"/>
                    <a:pt x="11506" y="10038"/>
                  </a:cubicBezTo>
                  <a:lnTo>
                    <a:pt x="11116" y="9648"/>
                  </a:lnTo>
                  <a:cubicBezTo>
                    <a:pt x="11048" y="9581"/>
                    <a:pt x="11039" y="9475"/>
                    <a:pt x="11092" y="9393"/>
                  </a:cubicBezTo>
                  <a:cubicBezTo>
                    <a:pt x="11443" y="8840"/>
                    <a:pt x="11698" y="8229"/>
                    <a:pt x="11838" y="7589"/>
                  </a:cubicBezTo>
                  <a:cubicBezTo>
                    <a:pt x="11857" y="7493"/>
                    <a:pt x="11943" y="7425"/>
                    <a:pt x="12040" y="7425"/>
                  </a:cubicBezTo>
                  <a:lnTo>
                    <a:pt x="12588" y="7425"/>
                  </a:lnTo>
                  <a:cubicBezTo>
                    <a:pt x="12699" y="7425"/>
                    <a:pt x="12795" y="7329"/>
                    <a:pt x="12795" y="7218"/>
                  </a:cubicBezTo>
                  <a:lnTo>
                    <a:pt x="12795" y="5568"/>
                  </a:lnTo>
                  <a:cubicBezTo>
                    <a:pt x="12795" y="5457"/>
                    <a:pt x="12704" y="5361"/>
                    <a:pt x="12588" y="5361"/>
                  </a:cubicBezTo>
                  <a:lnTo>
                    <a:pt x="12040" y="5361"/>
                  </a:lnTo>
                  <a:cubicBezTo>
                    <a:pt x="11943" y="5361"/>
                    <a:pt x="11862" y="5294"/>
                    <a:pt x="11842" y="5197"/>
                  </a:cubicBezTo>
                  <a:cubicBezTo>
                    <a:pt x="11698" y="4557"/>
                    <a:pt x="11448" y="3946"/>
                    <a:pt x="11092" y="3393"/>
                  </a:cubicBezTo>
                  <a:cubicBezTo>
                    <a:pt x="11039" y="3311"/>
                    <a:pt x="11048" y="3205"/>
                    <a:pt x="11121" y="3133"/>
                  </a:cubicBezTo>
                  <a:lnTo>
                    <a:pt x="11506" y="2748"/>
                  </a:lnTo>
                  <a:cubicBezTo>
                    <a:pt x="11587" y="2666"/>
                    <a:pt x="11587" y="2536"/>
                    <a:pt x="11506" y="2455"/>
                  </a:cubicBezTo>
                  <a:lnTo>
                    <a:pt x="10341" y="1290"/>
                  </a:lnTo>
                  <a:cubicBezTo>
                    <a:pt x="10300" y="1249"/>
                    <a:pt x="10247" y="1229"/>
                    <a:pt x="10194" y="1229"/>
                  </a:cubicBezTo>
                  <a:cubicBezTo>
                    <a:pt x="10141" y="1229"/>
                    <a:pt x="10088" y="1249"/>
                    <a:pt x="10048" y="1290"/>
                  </a:cubicBezTo>
                  <a:lnTo>
                    <a:pt x="9658" y="1675"/>
                  </a:lnTo>
                  <a:cubicBezTo>
                    <a:pt x="9618" y="1715"/>
                    <a:pt x="9565" y="1736"/>
                    <a:pt x="9511" y="1736"/>
                  </a:cubicBezTo>
                  <a:cubicBezTo>
                    <a:pt x="9474" y="1736"/>
                    <a:pt x="9436" y="1726"/>
                    <a:pt x="9403" y="1704"/>
                  </a:cubicBezTo>
                  <a:cubicBezTo>
                    <a:pt x="8849" y="1348"/>
                    <a:pt x="8238" y="1093"/>
                    <a:pt x="7598" y="953"/>
                  </a:cubicBezTo>
                  <a:cubicBezTo>
                    <a:pt x="7502" y="934"/>
                    <a:pt x="7435" y="852"/>
                    <a:pt x="7430" y="751"/>
                  </a:cubicBezTo>
                  <a:lnTo>
                    <a:pt x="7430" y="208"/>
                  </a:lnTo>
                  <a:cubicBezTo>
                    <a:pt x="7430" y="92"/>
                    <a:pt x="7339" y="1"/>
                    <a:pt x="7228" y="1"/>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87"/>
            <p:cNvSpPr/>
            <p:nvPr/>
          </p:nvSpPr>
          <p:spPr>
            <a:xfrm>
              <a:off x="1356374" y="1565522"/>
              <a:ext cx="247509" cy="238146"/>
            </a:xfrm>
            <a:custGeom>
              <a:rect b="b" l="l" r="r" t="t"/>
              <a:pathLst>
                <a:path extrusionOk="0" h="9080" w="9437">
                  <a:moveTo>
                    <a:pt x="4902" y="621"/>
                  </a:moveTo>
                  <a:cubicBezTo>
                    <a:pt x="5406" y="621"/>
                    <a:pt x="5915" y="719"/>
                    <a:pt x="6401" y="919"/>
                  </a:cubicBezTo>
                  <a:cubicBezTo>
                    <a:pt x="7863" y="1526"/>
                    <a:pt x="8821" y="2955"/>
                    <a:pt x="8821" y="4542"/>
                  </a:cubicBezTo>
                  <a:cubicBezTo>
                    <a:pt x="8821" y="6708"/>
                    <a:pt x="7065" y="8459"/>
                    <a:pt x="4899" y="8459"/>
                  </a:cubicBezTo>
                  <a:cubicBezTo>
                    <a:pt x="3311" y="8459"/>
                    <a:pt x="1882" y="7507"/>
                    <a:pt x="1276" y="6039"/>
                  </a:cubicBezTo>
                  <a:cubicBezTo>
                    <a:pt x="670" y="4576"/>
                    <a:pt x="1007" y="2892"/>
                    <a:pt x="2128" y="1771"/>
                  </a:cubicBezTo>
                  <a:cubicBezTo>
                    <a:pt x="2878" y="1020"/>
                    <a:pt x="3881" y="621"/>
                    <a:pt x="4902" y="621"/>
                  </a:cubicBezTo>
                  <a:close/>
                  <a:moveTo>
                    <a:pt x="4899" y="0"/>
                  </a:moveTo>
                  <a:cubicBezTo>
                    <a:pt x="3061" y="0"/>
                    <a:pt x="1406" y="1107"/>
                    <a:pt x="703" y="2805"/>
                  </a:cubicBezTo>
                  <a:cubicBezTo>
                    <a:pt x="1" y="4499"/>
                    <a:pt x="391" y="6453"/>
                    <a:pt x="1690" y="7752"/>
                  </a:cubicBezTo>
                  <a:cubicBezTo>
                    <a:pt x="2555" y="8620"/>
                    <a:pt x="3714" y="9080"/>
                    <a:pt x="4895" y="9080"/>
                  </a:cubicBezTo>
                  <a:cubicBezTo>
                    <a:pt x="5481" y="9080"/>
                    <a:pt x="6073" y="8967"/>
                    <a:pt x="6636" y="8733"/>
                  </a:cubicBezTo>
                  <a:cubicBezTo>
                    <a:pt x="8330" y="8031"/>
                    <a:pt x="9437" y="6376"/>
                    <a:pt x="9437" y="4542"/>
                  </a:cubicBezTo>
                  <a:cubicBezTo>
                    <a:pt x="9437" y="2036"/>
                    <a:pt x="7406" y="0"/>
                    <a:pt x="4899"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87"/>
            <p:cNvSpPr/>
            <p:nvPr/>
          </p:nvSpPr>
          <p:spPr>
            <a:xfrm>
              <a:off x="1311970" y="1511887"/>
              <a:ext cx="345810" cy="345547"/>
            </a:xfrm>
            <a:custGeom>
              <a:rect b="b" l="l" r="r" t="t"/>
              <a:pathLst>
                <a:path extrusionOk="0" h="13175" w="13185">
                  <a:moveTo>
                    <a:pt x="7420" y="385"/>
                  </a:moveTo>
                  <a:cubicBezTo>
                    <a:pt x="7425" y="385"/>
                    <a:pt x="7430" y="390"/>
                    <a:pt x="7430" y="400"/>
                  </a:cubicBezTo>
                  <a:lnTo>
                    <a:pt x="7430" y="943"/>
                  </a:lnTo>
                  <a:cubicBezTo>
                    <a:pt x="7430" y="1136"/>
                    <a:pt x="7564" y="1295"/>
                    <a:pt x="7747" y="1333"/>
                  </a:cubicBezTo>
                  <a:cubicBezTo>
                    <a:pt x="8368" y="1468"/>
                    <a:pt x="8960" y="1713"/>
                    <a:pt x="9494" y="2055"/>
                  </a:cubicBezTo>
                  <a:cubicBezTo>
                    <a:pt x="9559" y="2100"/>
                    <a:pt x="9635" y="2121"/>
                    <a:pt x="9710" y="2121"/>
                  </a:cubicBezTo>
                  <a:cubicBezTo>
                    <a:pt x="9813" y="2121"/>
                    <a:pt x="9915" y="2082"/>
                    <a:pt x="9989" y="2007"/>
                  </a:cubicBezTo>
                  <a:lnTo>
                    <a:pt x="10379" y="1617"/>
                  </a:lnTo>
                  <a:cubicBezTo>
                    <a:pt x="10382" y="1615"/>
                    <a:pt x="10385" y="1613"/>
                    <a:pt x="10389" y="1613"/>
                  </a:cubicBezTo>
                  <a:cubicBezTo>
                    <a:pt x="10392" y="1613"/>
                    <a:pt x="10396" y="1615"/>
                    <a:pt x="10398" y="1617"/>
                  </a:cubicBezTo>
                  <a:lnTo>
                    <a:pt x="11563" y="2786"/>
                  </a:lnTo>
                  <a:cubicBezTo>
                    <a:pt x="11568" y="2791"/>
                    <a:pt x="11568" y="2796"/>
                    <a:pt x="11563" y="2805"/>
                  </a:cubicBezTo>
                  <a:lnTo>
                    <a:pt x="11178" y="3190"/>
                  </a:lnTo>
                  <a:cubicBezTo>
                    <a:pt x="11043" y="3325"/>
                    <a:pt x="11019" y="3532"/>
                    <a:pt x="11125" y="3691"/>
                  </a:cubicBezTo>
                  <a:cubicBezTo>
                    <a:pt x="11467" y="4225"/>
                    <a:pt x="11712" y="4812"/>
                    <a:pt x="11847" y="5433"/>
                  </a:cubicBezTo>
                  <a:cubicBezTo>
                    <a:pt x="11885" y="5620"/>
                    <a:pt x="12049" y="5750"/>
                    <a:pt x="12236" y="5750"/>
                  </a:cubicBezTo>
                  <a:lnTo>
                    <a:pt x="12785" y="5750"/>
                  </a:lnTo>
                  <a:cubicBezTo>
                    <a:pt x="12790" y="5750"/>
                    <a:pt x="12799" y="5755"/>
                    <a:pt x="12799" y="5765"/>
                  </a:cubicBezTo>
                  <a:lnTo>
                    <a:pt x="12799" y="7415"/>
                  </a:lnTo>
                  <a:lnTo>
                    <a:pt x="12795" y="7410"/>
                  </a:lnTo>
                  <a:cubicBezTo>
                    <a:pt x="12795" y="7420"/>
                    <a:pt x="12790" y="7425"/>
                    <a:pt x="12780" y="7425"/>
                  </a:cubicBezTo>
                  <a:lnTo>
                    <a:pt x="12232" y="7425"/>
                  </a:lnTo>
                  <a:cubicBezTo>
                    <a:pt x="12044" y="7425"/>
                    <a:pt x="11880" y="7555"/>
                    <a:pt x="11842" y="7742"/>
                  </a:cubicBezTo>
                  <a:cubicBezTo>
                    <a:pt x="11707" y="8358"/>
                    <a:pt x="11467" y="8950"/>
                    <a:pt x="11120" y="9484"/>
                  </a:cubicBezTo>
                  <a:cubicBezTo>
                    <a:pt x="11019" y="9643"/>
                    <a:pt x="11038" y="9850"/>
                    <a:pt x="11173" y="9985"/>
                  </a:cubicBezTo>
                  <a:lnTo>
                    <a:pt x="11563" y="10370"/>
                  </a:lnTo>
                  <a:cubicBezTo>
                    <a:pt x="11568" y="10374"/>
                    <a:pt x="11568" y="10384"/>
                    <a:pt x="11563" y="10389"/>
                  </a:cubicBezTo>
                  <a:lnTo>
                    <a:pt x="10398" y="11558"/>
                  </a:lnTo>
                  <a:cubicBezTo>
                    <a:pt x="10394" y="11560"/>
                    <a:pt x="10390" y="11562"/>
                    <a:pt x="10387" y="11562"/>
                  </a:cubicBezTo>
                  <a:cubicBezTo>
                    <a:pt x="10384" y="11562"/>
                    <a:pt x="10382" y="11560"/>
                    <a:pt x="10379" y="11558"/>
                  </a:cubicBezTo>
                  <a:lnTo>
                    <a:pt x="9989" y="11168"/>
                  </a:lnTo>
                  <a:cubicBezTo>
                    <a:pt x="9912" y="11091"/>
                    <a:pt x="9810" y="11051"/>
                    <a:pt x="9707" y="11051"/>
                  </a:cubicBezTo>
                  <a:cubicBezTo>
                    <a:pt x="9632" y="11051"/>
                    <a:pt x="9556" y="11073"/>
                    <a:pt x="9489" y="11115"/>
                  </a:cubicBezTo>
                  <a:cubicBezTo>
                    <a:pt x="8955" y="11457"/>
                    <a:pt x="8368" y="11702"/>
                    <a:pt x="7747" y="11837"/>
                  </a:cubicBezTo>
                  <a:cubicBezTo>
                    <a:pt x="7564" y="11876"/>
                    <a:pt x="7430" y="12039"/>
                    <a:pt x="7430" y="12227"/>
                  </a:cubicBezTo>
                  <a:lnTo>
                    <a:pt x="7430" y="12775"/>
                  </a:lnTo>
                  <a:cubicBezTo>
                    <a:pt x="7430" y="12785"/>
                    <a:pt x="7425" y="12790"/>
                    <a:pt x="7415" y="12790"/>
                  </a:cubicBezTo>
                  <a:lnTo>
                    <a:pt x="5765" y="12790"/>
                  </a:lnTo>
                  <a:cubicBezTo>
                    <a:pt x="5755" y="12790"/>
                    <a:pt x="5750" y="12785"/>
                    <a:pt x="5750" y="12775"/>
                  </a:cubicBezTo>
                  <a:lnTo>
                    <a:pt x="5750" y="12227"/>
                  </a:lnTo>
                  <a:cubicBezTo>
                    <a:pt x="5750" y="12039"/>
                    <a:pt x="5620" y="11876"/>
                    <a:pt x="5437" y="11837"/>
                  </a:cubicBezTo>
                  <a:cubicBezTo>
                    <a:pt x="4817" y="11702"/>
                    <a:pt x="4225" y="11457"/>
                    <a:pt x="3691" y="11115"/>
                  </a:cubicBezTo>
                  <a:cubicBezTo>
                    <a:pt x="3628" y="11072"/>
                    <a:pt x="3551" y="11053"/>
                    <a:pt x="3474" y="11053"/>
                  </a:cubicBezTo>
                  <a:cubicBezTo>
                    <a:pt x="3368" y="11053"/>
                    <a:pt x="3267" y="11091"/>
                    <a:pt x="3190" y="11168"/>
                  </a:cubicBezTo>
                  <a:lnTo>
                    <a:pt x="2805" y="11558"/>
                  </a:lnTo>
                  <a:cubicBezTo>
                    <a:pt x="2803" y="11560"/>
                    <a:pt x="2799" y="11562"/>
                    <a:pt x="2796" y="11562"/>
                  </a:cubicBezTo>
                  <a:cubicBezTo>
                    <a:pt x="2792" y="11562"/>
                    <a:pt x="2789" y="11560"/>
                    <a:pt x="2786" y="11558"/>
                  </a:cubicBezTo>
                  <a:lnTo>
                    <a:pt x="1617" y="10389"/>
                  </a:lnTo>
                  <a:cubicBezTo>
                    <a:pt x="1612" y="10384"/>
                    <a:pt x="1612" y="10374"/>
                    <a:pt x="1617" y="10370"/>
                  </a:cubicBezTo>
                  <a:lnTo>
                    <a:pt x="2007" y="9985"/>
                  </a:lnTo>
                  <a:cubicBezTo>
                    <a:pt x="2141" y="9850"/>
                    <a:pt x="2161" y="9643"/>
                    <a:pt x="2060" y="9484"/>
                  </a:cubicBezTo>
                  <a:cubicBezTo>
                    <a:pt x="1718" y="8950"/>
                    <a:pt x="1473" y="8358"/>
                    <a:pt x="1338" y="7737"/>
                  </a:cubicBezTo>
                  <a:cubicBezTo>
                    <a:pt x="1299" y="7555"/>
                    <a:pt x="1136" y="7425"/>
                    <a:pt x="948" y="7425"/>
                  </a:cubicBezTo>
                  <a:lnTo>
                    <a:pt x="400" y="7425"/>
                  </a:lnTo>
                  <a:cubicBezTo>
                    <a:pt x="390" y="7425"/>
                    <a:pt x="385" y="7420"/>
                    <a:pt x="385" y="7410"/>
                  </a:cubicBezTo>
                  <a:lnTo>
                    <a:pt x="385" y="5760"/>
                  </a:lnTo>
                  <a:cubicBezTo>
                    <a:pt x="385" y="5750"/>
                    <a:pt x="390" y="5745"/>
                    <a:pt x="400" y="5745"/>
                  </a:cubicBezTo>
                  <a:lnTo>
                    <a:pt x="948" y="5745"/>
                  </a:lnTo>
                  <a:cubicBezTo>
                    <a:pt x="1136" y="5745"/>
                    <a:pt x="1299" y="5616"/>
                    <a:pt x="1338" y="5433"/>
                  </a:cubicBezTo>
                  <a:cubicBezTo>
                    <a:pt x="1473" y="4812"/>
                    <a:pt x="1718" y="4220"/>
                    <a:pt x="2060" y="3686"/>
                  </a:cubicBezTo>
                  <a:cubicBezTo>
                    <a:pt x="2161" y="3527"/>
                    <a:pt x="2141" y="3320"/>
                    <a:pt x="2007" y="3190"/>
                  </a:cubicBezTo>
                  <a:lnTo>
                    <a:pt x="1622" y="2805"/>
                  </a:lnTo>
                  <a:cubicBezTo>
                    <a:pt x="1617" y="2796"/>
                    <a:pt x="1617" y="2791"/>
                    <a:pt x="1622" y="2786"/>
                  </a:cubicBezTo>
                  <a:lnTo>
                    <a:pt x="2791" y="1617"/>
                  </a:lnTo>
                  <a:cubicBezTo>
                    <a:pt x="2793" y="1615"/>
                    <a:pt x="2796" y="1613"/>
                    <a:pt x="2798" y="1613"/>
                  </a:cubicBezTo>
                  <a:cubicBezTo>
                    <a:pt x="2801" y="1613"/>
                    <a:pt x="2803" y="1615"/>
                    <a:pt x="2805" y="1617"/>
                  </a:cubicBezTo>
                  <a:lnTo>
                    <a:pt x="3195" y="2007"/>
                  </a:lnTo>
                  <a:cubicBezTo>
                    <a:pt x="3273" y="2082"/>
                    <a:pt x="3374" y="2121"/>
                    <a:pt x="3477" y="2121"/>
                  </a:cubicBezTo>
                  <a:cubicBezTo>
                    <a:pt x="3552" y="2121"/>
                    <a:pt x="3628" y="2100"/>
                    <a:pt x="3696" y="2055"/>
                  </a:cubicBezTo>
                  <a:cubicBezTo>
                    <a:pt x="4230" y="1713"/>
                    <a:pt x="4817" y="1468"/>
                    <a:pt x="5437" y="1333"/>
                  </a:cubicBezTo>
                  <a:cubicBezTo>
                    <a:pt x="5620" y="1295"/>
                    <a:pt x="5755" y="1136"/>
                    <a:pt x="5755" y="948"/>
                  </a:cubicBezTo>
                  <a:lnTo>
                    <a:pt x="5755" y="400"/>
                  </a:lnTo>
                  <a:cubicBezTo>
                    <a:pt x="5755" y="390"/>
                    <a:pt x="5760" y="385"/>
                    <a:pt x="5769" y="385"/>
                  </a:cubicBezTo>
                  <a:close/>
                  <a:moveTo>
                    <a:pt x="5765" y="0"/>
                  </a:moveTo>
                  <a:cubicBezTo>
                    <a:pt x="5543" y="0"/>
                    <a:pt x="5365" y="178"/>
                    <a:pt x="5365" y="400"/>
                  </a:cubicBezTo>
                  <a:lnTo>
                    <a:pt x="5365" y="943"/>
                  </a:lnTo>
                  <a:cubicBezTo>
                    <a:pt x="5365" y="953"/>
                    <a:pt x="5360" y="958"/>
                    <a:pt x="5356" y="958"/>
                  </a:cubicBezTo>
                  <a:cubicBezTo>
                    <a:pt x="4692" y="1102"/>
                    <a:pt x="4056" y="1367"/>
                    <a:pt x="3484" y="1732"/>
                  </a:cubicBezTo>
                  <a:cubicBezTo>
                    <a:pt x="3481" y="1735"/>
                    <a:pt x="3479" y="1736"/>
                    <a:pt x="3477" y="1736"/>
                  </a:cubicBezTo>
                  <a:cubicBezTo>
                    <a:pt x="3474" y="1736"/>
                    <a:pt x="3472" y="1735"/>
                    <a:pt x="3469" y="1732"/>
                  </a:cubicBezTo>
                  <a:lnTo>
                    <a:pt x="3080" y="1343"/>
                  </a:lnTo>
                  <a:cubicBezTo>
                    <a:pt x="3003" y="1266"/>
                    <a:pt x="2900" y="1227"/>
                    <a:pt x="2798" y="1227"/>
                  </a:cubicBezTo>
                  <a:cubicBezTo>
                    <a:pt x="2696" y="1227"/>
                    <a:pt x="2594" y="1266"/>
                    <a:pt x="2517" y="1343"/>
                  </a:cubicBezTo>
                  <a:lnTo>
                    <a:pt x="1347" y="2512"/>
                  </a:lnTo>
                  <a:cubicBezTo>
                    <a:pt x="1193" y="2666"/>
                    <a:pt x="1193" y="2916"/>
                    <a:pt x="1347" y="3075"/>
                  </a:cubicBezTo>
                  <a:lnTo>
                    <a:pt x="1737" y="3465"/>
                  </a:lnTo>
                  <a:cubicBezTo>
                    <a:pt x="1737" y="3469"/>
                    <a:pt x="1737" y="3479"/>
                    <a:pt x="1737" y="3484"/>
                  </a:cubicBezTo>
                  <a:cubicBezTo>
                    <a:pt x="1367" y="4057"/>
                    <a:pt x="1107" y="4687"/>
                    <a:pt x="963" y="5351"/>
                  </a:cubicBezTo>
                  <a:cubicBezTo>
                    <a:pt x="963" y="5356"/>
                    <a:pt x="958" y="5365"/>
                    <a:pt x="948" y="5365"/>
                  </a:cubicBezTo>
                  <a:lnTo>
                    <a:pt x="400" y="5365"/>
                  </a:lnTo>
                  <a:cubicBezTo>
                    <a:pt x="178" y="5365"/>
                    <a:pt x="0" y="5543"/>
                    <a:pt x="0" y="5765"/>
                  </a:cubicBezTo>
                  <a:lnTo>
                    <a:pt x="0" y="7415"/>
                  </a:lnTo>
                  <a:cubicBezTo>
                    <a:pt x="0" y="7636"/>
                    <a:pt x="178" y="7814"/>
                    <a:pt x="400" y="7814"/>
                  </a:cubicBezTo>
                  <a:lnTo>
                    <a:pt x="948" y="7814"/>
                  </a:lnTo>
                  <a:cubicBezTo>
                    <a:pt x="958" y="7814"/>
                    <a:pt x="958" y="7819"/>
                    <a:pt x="963" y="7824"/>
                  </a:cubicBezTo>
                  <a:cubicBezTo>
                    <a:pt x="1107" y="8488"/>
                    <a:pt x="1367" y="9118"/>
                    <a:pt x="1737" y="9691"/>
                  </a:cubicBezTo>
                  <a:cubicBezTo>
                    <a:pt x="1737" y="9696"/>
                    <a:pt x="1737" y="9705"/>
                    <a:pt x="1737" y="9710"/>
                  </a:cubicBezTo>
                  <a:lnTo>
                    <a:pt x="1347" y="10095"/>
                  </a:lnTo>
                  <a:cubicBezTo>
                    <a:pt x="1193" y="10254"/>
                    <a:pt x="1193" y="10504"/>
                    <a:pt x="1347" y="10663"/>
                  </a:cubicBezTo>
                  <a:lnTo>
                    <a:pt x="2517" y="11827"/>
                  </a:lnTo>
                  <a:cubicBezTo>
                    <a:pt x="2594" y="11907"/>
                    <a:pt x="2696" y="11947"/>
                    <a:pt x="2798" y="11947"/>
                  </a:cubicBezTo>
                  <a:cubicBezTo>
                    <a:pt x="2900" y="11947"/>
                    <a:pt x="3003" y="11907"/>
                    <a:pt x="3080" y="11827"/>
                  </a:cubicBezTo>
                  <a:lnTo>
                    <a:pt x="3469" y="11443"/>
                  </a:lnTo>
                  <a:cubicBezTo>
                    <a:pt x="3472" y="11440"/>
                    <a:pt x="3475" y="11439"/>
                    <a:pt x="3479" y="11439"/>
                  </a:cubicBezTo>
                  <a:cubicBezTo>
                    <a:pt x="3483" y="11439"/>
                    <a:pt x="3486" y="11440"/>
                    <a:pt x="3489" y="11443"/>
                  </a:cubicBezTo>
                  <a:cubicBezTo>
                    <a:pt x="4061" y="11808"/>
                    <a:pt x="4692" y="12068"/>
                    <a:pt x="5356" y="12217"/>
                  </a:cubicBezTo>
                  <a:cubicBezTo>
                    <a:pt x="5360" y="12217"/>
                    <a:pt x="5370" y="12222"/>
                    <a:pt x="5370" y="12227"/>
                  </a:cubicBezTo>
                  <a:lnTo>
                    <a:pt x="5370" y="12775"/>
                  </a:lnTo>
                  <a:cubicBezTo>
                    <a:pt x="5370" y="12997"/>
                    <a:pt x="5548" y="13175"/>
                    <a:pt x="5769" y="13175"/>
                  </a:cubicBezTo>
                  <a:lnTo>
                    <a:pt x="7420" y="13175"/>
                  </a:lnTo>
                  <a:cubicBezTo>
                    <a:pt x="7641" y="13175"/>
                    <a:pt x="7819" y="12997"/>
                    <a:pt x="7819" y="12775"/>
                  </a:cubicBezTo>
                  <a:lnTo>
                    <a:pt x="7819" y="12227"/>
                  </a:lnTo>
                  <a:cubicBezTo>
                    <a:pt x="7819" y="12222"/>
                    <a:pt x="7824" y="12217"/>
                    <a:pt x="7829" y="12217"/>
                  </a:cubicBezTo>
                  <a:cubicBezTo>
                    <a:pt x="8493" y="12068"/>
                    <a:pt x="9128" y="11808"/>
                    <a:pt x="9701" y="11443"/>
                  </a:cubicBezTo>
                  <a:cubicBezTo>
                    <a:pt x="9703" y="11440"/>
                    <a:pt x="9705" y="11439"/>
                    <a:pt x="9708" y="11439"/>
                  </a:cubicBezTo>
                  <a:cubicBezTo>
                    <a:pt x="9710" y="11439"/>
                    <a:pt x="9713" y="11440"/>
                    <a:pt x="9715" y="11443"/>
                  </a:cubicBezTo>
                  <a:lnTo>
                    <a:pt x="10105" y="11827"/>
                  </a:lnTo>
                  <a:cubicBezTo>
                    <a:pt x="10182" y="11907"/>
                    <a:pt x="10284" y="11947"/>
                    <a:pt x="10386" y="11947"/>
                  </a:cubicBezTo>
                  <a:cubicBezTo>
                    <a:pt x="10489" y="11947"/>
                    <a:pt x="10591" y="11907"/>
                    <a:pt x="10668" y="11827"/>
                  </a:cubicBezTo>
                  <a:lnTo>
                    <a:pt x="11837" y="10663"/>
                  </a:lnTo>
                  <a:cubicBezTo>
                    <a:pt x="11991" y="10504"/>
                    <a:pt x="11991" y="10254"/>
                    <a:pt x="11837" y="10095"/>
                  </a:cubicBezTo>
                  <a:lnTo>
                    <a:pt x="11447" y="9710"/>
                  </a:lnTo>
                  <a:cubicBezTo>
                    <a:pt x="11447" y="9705"/>
                    <a:pt x="11447" y="9696"/>
                    <a:pt x="11447" y="9691"/>
                  </a:cubicBezTo>
                  <a:cubicBezTo>
                    <a:pt x="11818" y="9118"/>
                    <a:pt x="12078" y="8488"/>
                    <a:pt x="12222" y="7824"/>
                  </a:cubicBezTo>
                  <a:cubicBezTo>
                    <a:pt x="12222" y="7814"/>
                    <a:pt x="12227" y="7810"/>
                    <a:pt x="12236" y="7810"/>
                  </a:cubicBezTo>
                  <a:lnTo>
                    <a:pt x="12785" y="7810"/>
                  </a:lnTo>
                  <a:cubicBezTo>
                    <a:pt x="13006" y="7810"/>
                    <a:pt x="13184" y="7632"/>
                    <a:pt x="13184" y="7410"/>
                  </a:cubicBezTo>
                  <a:lnTo>
                    <a:pt x="13184" y="5760"/>
                  </a:lnTo>
                  <a:cubicBezTo>
                    <a:pt x="13184" y="5539"/>
                    <a:pt x="13002" y="5360"/>
                    <a:pt x="12780" y="5360"/>
                  </a:cubicBezTo>
                  <a:lnTo>
                    <a:pt x="12232" y="5360"/>
                  </a:lnTo>
                  <a:cubicBezTo>
                    <a:pt x="12227" y="5360"/>
                    <a:pt x="12222" y="5356"/>
                    <a:pt x="12222" y="5351"/>
                  </a:cubicBezTo>
                  <a:cubicBezTo>
                    <a:pt x="12078" y="4682"/>
                    <a:pt x="11813" y="4052"/>
                    <a:pt x="11447" y="3479"/>
                  </a:cubicBezTo>
                  <a:cubicBezTo>
                    <a:pt x="11443" y="3474"/>
                    <a:pt x="11443" y="3465"/>
                    <a:pt x="11447" y="3460"/>
                  </a:cubicBezTo>
                  <a:lnTo>
                    <a:pt x="11837" y="3075"/>
                  </a:lnTo>
                  <a:cubicBezTo>
                    <a:pt x="11991" y="2916"/>
                    <a:pt x="11991" y="2666"/>
                    <a:pt x="11837" y="2507"/>
                  </a:cubicBezTo>
                  <a:lnTo>
                    <a:pt x="10668" y="1343"/>
                  </a:lnTo>
                  <a:cubicBezTo>
                    <a:pt x="10588" y="1266"/>
                    <a:pt x="10486" y="1227"/>
                    <a:pt x="10385" y="1227"/>
                  </a:cubicBezTo>
                  <a:cubicBezTo>
                    <a:pt x="10283" y="1227"/>
                    <a:pt x="10182" y="1266"/>
                    <a:pt x="10105" y="1343"/>
                  </a:cubicBezTo>
                  <a:lnTo>
                    <a:pt x="9715" y="1732"/>
                  </a:lnTo>
                  <a:lnTo>
                    <a:pt x="9696" y="1732"/>
                  </a:lnTo>
                  <a:cubicBezTo>
                    <a:pt x="9123" y="1362"/>
                    <a:pt x="8493" y="1102"/>
                    <a:pt x="7829" y="958"/>
                  </a:cubicBezTo>
                  <a:cubicBezTo>
                    <a:pt x="7824" y="958"/>
                    <a:pt x="7814" y="953"/>
                    <a:pt x="7814" y="943"/>
                  </a:cubicBezTo>
                  <a:lnTo>
                    <a:pt x="7814" y="400"/>
                  </a:lnTo>
                  <a:cubicBezTo>
                    <a:pt x="7814" y="178"/>
                    <a:pt x="7636" y="0"/>
                    <a:pt x="74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87"/>
            <p:cNvSpPr/>
            <p:nvPr/>
          </p:nvSpPr>
          <p:spPr>
            <a:xfrm>
              <a:off x="1366235" y="1576721"/>
              <a:ext cx="191094" cy="178006"/>
            </a:xfrm>
            <a:custGeom>
              <a:rect b="b" l="l" r="r" t="t"/>
              <a:pathLst>
                <a:path extrusionOk="0" h="6787" w="7286">
                  <a:moveTo>
                    <a:pt x="4521" y="1"/>
                  </a:moveTo>
                  <a:cubicBezTo>
                    <a:pt x="3463" y="1"/>
                    <a:pt x="2410" y="406"/>
                    <a:pt x="1612" y="1204"/>
                  </a:cubicBezTo>
                  <a:cubicBezTo>
                    <a:pt x="125" y="2691"/>
                    <a:pt x="0" y="5063"/>
                    <a:pt x="1323" y="6699"/>
                  </a:cubicBezTo>
                  <a:cubicBezTo>
                    <a:pt x="1365" y="6761"/>
                    <a:pt x="1420" y="6786"/>
                    <a:pt x="1475" y="6786"/>
                  </a:cubicBezTo>
                  <a:cubicBezTo>
                    <a:pt x="1620" y="6786"/>
                    <a:pt x="1758" y="6606"/>
                    <a:pt x="1622" y="6459"/>
                  </a:cubicBezTo>
                  <a:cubicBezTo>
                    <a:pt x="1044" y="5747"/>
                    <a:pt x="751" y="4847"/>
                    <a:pt x="799" y="3928"/>
                  </a:cubicBezTo>
                  <a:cubicBezTo>
                    <a:pt x="871" y="2528"/>
                    <a:pt x="1718" y="1286"/>
                    <a:pt x="2998" y="714"/>
                  </a:cubicBezTo>
                  <a:cubicBezTo>
                    <a:pt x="3488" y="495"/>
                    <a:pt x="4008" y="388"/>
                    <a:pt x="4525" y="388"/>
                  </a:cubicBezTo>
                  <a:cubicBezTo>
                    <a:pt x="5363" y="388"/>
                    <a:pt x="6191" y="669"/>
                    <a:pt x="6867" y="1214"/>
                  </a:cubicBezTo>
                  <a:cubicBezTo>
                    <a:pt x="6909" y="1253"/>
                    <a:pt x="6954" y="1270"/>
                    <a:pt x="6997" y="1270"/>
                  </a:cubicBezTo>
                  <a:cubicBezTo>
                    <a:pt x="7158" y="1270"/>
                    <a:pt x="7286" y="1037"/>
                    <a:pt x="7107" y="916"/>
                  </a:cubicBezTo>
                  <a:cubicBezTo>
                    <a:pt x="6349" y="303"/>
                    <a:pt x="5434" y="1"/>
                    <a:pt x="45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87"/>
            <p:cNvSpPr/>
            <p:nvPr/>
          </p:nvSpPr>
          <p:spPr>
            <a:xfrm>
              <a:off x="1413287" y="1609191"/>
              <a:ext cx="186687" cy="183383"/>
            </a:xfrm>
            <a:custGeom>
              <a:rect b="b" l="l" r="r" t="t"/>
              <a:pathLst>
                <a:path extrusionOk="0" h="6992" w="7118">
                  <a:moveTo>
                    <a:pt x="3980" y="385"/>
                  </a:moveTo>
                  <a:lnTo>
                    <a:pt x="3980" y="1189"/>
                  </a:lnTo>
                  <a:cubicBezTo>
                    <a:pt x="3980" y="1318"/>
                    <a:pt x="3951" y="1448"/>
                    <a:pt x="3894" y="1564"/>
                  </a:cubicBezTo>
                  <a:lnTo>
                    <a:pt x="3797" y="1756"/>
                  </a:lnTo>
                  <a:cubicBezTo>
                    <a:pt x="3783" y="1785"/>
                    <a:pt x="3773" y="1814"/>
                    <a:pt x="3773" y="1843"/>
                  </a:cubicBezTo>
                  <a:lnTo>
                    <a:pt x="3773" y="2257"/>
                  </a:lnTo>
                  <a:cubicBezTo>
                    <a:pt x="3778" y="2840"/>
                    <a:pt x="3302" y="3306"/>
                    <a:pt x="2722" y="3306"/>
                  </a:cubicBezTo>
                  <a:cubicBezTo>
                    <a:pt x="2713" y="3306"/>
                    <a:pt x="2704" y="3306"/>
                    <a:pt x="2696" y="3306"/>
                  </a:cubicBezTo>
                  <a:cubicBezTo>
                    <a:pt x="2137" y="3286"/>
                    <a:pt x="1685" y="2791"/>
                    <a:pt x="1685" y="2204"/>
                  </a:cubicBezTo>
                  <a:lnTo>
                    <a:pt x="1685" y="1843"/>
                  </a:lnTo>
                  <a:cubicBezTo>
                    <a:pt x="1685" y="1814"/>
                    <a:pt x="1680" y="1785"/>
                    <a:pt x="1666" y="1756"/>
                  </a:cubicBezTo>
                  <a:lnTo>
                    <a:pt x="1546" y="1516"/>
                  </a:lnTo>
                  <a:cubicBezTo>
                    <a:pt x="1502" y="1429"/>
                    <a:pt x="1478" y="1333"/>
                    <a:pt x="1478" y="1232"/>
                  </a:cubicBezTo>
                  <a:lnTo>
                    <a:pt x="1478" y="1222"/>
                  </a:lnTo>
                  <a:cubicBezTo>
                    <a:pt x="1478" y="760"/>
                    <a:pt x="1854" y="385"/>
                    <a:pt x="2315" y="385"/>
                  </a:cubicBezTo>
                  <a:close/>
                  <a:moveTo>
                    <a:pt x="2301" y="3618"/>
                  </a:moveTo>
                  <a:cubicBezTo>
                    <a:pt x="2426" y="3657"/>
                    <a:pt x="2551" y="3681"/>
                    <a:pt x="2686" y="3686"/>
                  </a:cubicBezTo>
                  <a:lnTo>
                    <a:pt x="2729" y="3686"/>
                  </a:lnTo>
                  <a:cubicBezTo>
                    <a:pt x="2874" y="3686"/>
                    <a:pt x="3018" y="3667"/>
                    <a:pt x="3153" y="3623"/>
                  </a:cubicBezTo>
                  <a:cubicBezTo>
                    <a:pt x="3158" y="3681"/>
                    <a:pt x="3167" y="3739"/>
                    <a:pt x="3186" y="3792"/>
                  </a:cubicBezTo>
                  <a:lnTo>
                    <a:pt x="3028" y="3951"/>
                  </a:lnTo>
                  <a:cubicBezTo>
                    <a:pt x="2946" y="4032"/>
                    <a:pt x="2838" y="4073"/>
                    <a:pt x="2729" y="4073"/>
                  </a:cubicBezTo>
                  <a:cubicBezTo>
                    <a:pt x="2620" y="4073"/>
                    <a:pt x="2510" y="4032"/>
                    <a:pt x="2426" y="3951"/>
                  </a:cubicBezTo>
                  <a:lnTo>
                    <a:pt x="2267" y="3792"/>
                  </a:lnTo>
                  <a:cubicBezTo>
                    <a:pt x="2287" y="3734"/>
                    <a:pt x="2301" y="3676"/>
                    <a:pt x="2301" y="3618"/>
                  </a:cubicBezTo>
                  <a:close/>
                  <a:moveTo>
                    <a:pt x="3427" y="4100"/>
                  </a:moveTo>
                  <a:cubicBezTo>
                    <a:pt x="3475" y="4133"/>
                    <a:pt x="3533" y="4162"/>
                    <a:pt x="3591" y="4177"/>
                  </a:cubicBezTo>
                  <a:lnTo>
                    <a:pt x="4288" y="4379"/>
                  </a:lnTo>
                  <a:cubicBezTo>
                    <a:pt x="4471" y="4432"/>
                    <a:pt x="4596" y="4595"/>
                    <a:pt x="4596" y="4788"/>
                  </a:cubicBezTo>
                  <a:lnTo>
                    <a:pt x="4596" y="6101"/>
                  </a:lnTo>
                  <a:cubicBezTo>
                    <a:pt x="4457" y="6183"/>
                    <a:pt x="4312" y="6255"/>
                    <a:pt x="4158" y="6318"/>
                  </a:cubicBezTo>
                  <a:lnTo>
                    <a:pt x="4158" y="5144"/>
                  </a:lnTo>
                  <a:cubicBezTo>
                    <a:pt x="4158" y="5016"/>
                    <a:pt x="4062" y="4953"/>
                    <a:pt x="3966" y="4953"/>
                  </a:cubicBezTo>
                  <a:cubicBezTo>
                    <a:pt x="3870" y="4953"/>
                    <a:pt x="3773" y="5016"/>
                    <a:pt x="3773" y="5144"/>
                  </a:cubicBezTo>
                  <a:lnTo>
                    <a:pt x="3773" y="6453"/>
                  </a:lnTo>
                  <a:cubicBezTo>
                    <a:pt x="3494" y="6534"/>
                    <a:pt x="3206" y="6583"/>
                    <a:pt x="2912" y="6597"/>
                  </a:cubicBezTo>
                  <a:cubicBezTo>
                    <a:pt x="2850" y="6602"/>
                    <a:pt x="2787" y="6602"/>
                    <a:pt x="2729" y="6602"/>
                  </a:cubicBezTo>
                  <a:cubicBezTo>
                    <a:pt x="2373" y="6602"/>
                    <a:pt x="2022" y="6554"/>
                    <a:pt x="1685" y="6453"/>
                  </a:cubicBezTo>
                  <a:lnTo>
                    <a:pt x="1685" y="5144"/>
                  </a:lnTo>
                  <a:cubicBezTo>
                    <a:pt x="1685" y="5016"/>
                    <a:pt x="1588" y="4953"/>
                    <a:pt x="1490" y="4953"/>
                  </a:cubicBezTo>
                  <a:cubicBezTo>
                    <a:pt x="1393" y="4953"/>
                    <a:pt x="1295" y="5016"/>
                    <a:pt x="1295" y="5144"/>
                  </a:cubicBezTo>
                  <a:lnTo>
                    <a:pt x="1295" y="6318"/>
                  </a:lnTo>
                  <a:cubicBezTo>
                    <a:pt x="1146" y="6255"/>
                    <a:pt x="997" y="6183"/>
                    <a:pt x="857" y="6101"/>
                  </a:cubicBezTo>
                  <a:lnTo>
                    <a:pt x="857" y="4788"/>
                  </a:lnTo>
                  <a:cubicBezTo>
                    <a:pt x="857" y="4595"/>
                    <a:pt x="983" y="4432"/>
                    <a:pt x="1165" y="4379"/>
                  </a:cubicBezTo>
                  <a:lnTo>
                    <a:pt x="1863" y="4177"/>
                  </a:lnTo>
                  <a:cubicBezTo>
                    <a:pt x="1921" y="4162"/>
                    <a:pt x="1979" y="4133"/>
                    <a:pt x="2032" y="4100"/>
                  </a:cubicBezTo>
                  <a:lnTo>
                    <a:pt x="2152" y="4225"/>
                  </a:lnTo>
                  <a:cubicBezTo>
                    <a:pt x="2311" y="4384"/>
                    <a:pt x="2519" y="4463"/>
                    <a:pt x="2727" y="4463"/>
                  </a:cubicBezTo>
                  <a:cubicBezTo>
                    <a:pt x="2935" y="4463"/>
                    <a:pt x="3143" y="4384"/>
                    <a:pt x="3302" y="4225"/>
                  </a:cubicBezTo>
                  <a:lnTo>
                    <a:pt x="3427" y="4100"/>
                  </a:lnTo>
                  <a:close/>
                  <a:moveTo>
                    <a:pt x="2315" y="0"/>
                  </a:moveTo>
                  <a:cubicBezTo>
                    <a:pt x="1642" y="0"/>
                    <a:pt x="1093" y="549"/>
                    <a:pt x="1093" y="1222"/>
                  </a:cubicBezTo>
                  <a:lnTo>
                    <a:pt x="1093" y="1237"/>
                  </a:lnTo>
                  <a:cubicBezTo>
                    <a:pt x="1093" y="1395"/>
                    <a:pt x="1127" y="1549"/>
                    <a:pt x="1199" y="1689"/>
                  </a:cubicBezTo>
                  <a:lnTo>
                    <a:pt x="1295" y="1891"/>
                  </a:lnTo>
                  <a:lnTo>
                    <a:pt x="1295" y="2204"/>
                  </a:lnTo>
                  <a:cubicBezTo>
                    <a:pt x="1295" y="2685"/>
                    <a:pt x="1526" y="3142"/>
                    <a:pt x="1916" y="3426"/>
                  </a:cubicBezTo>
                  <a:lnTo>
                    <a:pt x="1916" y="3599"/>
                  </a:lnTo>
                  <a:cubicBezTo>
                    <a:pt x="1916" y="3695"/>
                    <a:pt x="1849" y="3782"/>
                    <a:pt x="1757" y="3806"/>
                  </a:cubicBezTo>
                  <a:lnTo>
                    <a:pt x="1060" y="4008"/>
                  </a:lnTo>
                  <a:cubicBezTo>
                    <a:pt x="713" y="4104"/>
                    <a:pt x="473" y="4427"/>
                    <a:pt x="473" y="4788"/>
                  </a:cubicBezTo>
                  <a:lnTo>
                    <a:pt x="473" y="5842"/>
                  </a:lnTo>
                  <a:cubicBezTo>
                    <a:pt x="444" y="5822"/>
                    <a:pt x="410" y="5798"/>
                    <a:pt x="386" y="5774"/>
                  </a:cubicBezTo>
                  <a:cubicBezTo>
                    <a:pt x="348" y="5749"/>
                    <a:pt x="310" y="5738"/>
                    <a:pt x="274" y="5738"/>
                  </a:cubicBezTo>
                  <a:cubicBezTo>
                    <a:pt x="117" y="5738"/>
                    <a:pt x="1" y="5944"/>
                    <a:pt x="145" y="6077"/>
                  </a:cubicBezTo>
                  <a:cubicBezTo>
                    <a:pt x="877" y="6669"/>
                    <a:pt x="1786" y="6992"/>
                    <a:pt x="2729" y="6992"/>
                  </a:cubicBezTo>
                  <a:cubicBezTo>
                    <a:pt x="2797" y="6992"/>
                    <a:pt x="2864" y="6987"/>
                    <a:pt x="2931" y="6987"/>
                  </a:cubicBezTo>
                  <a:cubicBezTo>
                    <a:pt x="4481" y="6910"/>
                    <a:pt x="5852" y="5971"/>
                    <a:pt x="6482" y="4557"/>
                  </a:cubicBezTo>
                  <a:cubicBezTo>
                    <a:pt x="7118" y="3142"/>
                    <a:pt x="6901" y="1492"/>
                    <a:pt x="5929" y="289"/>
                  </a:cubicBezTo>
                  <a:cubicBezTo>
                    <a:pt x="5891" y="242"/>
                    <a:pt x="5833" y="217"/>
                    <a:pt x="5776" y="217"/>
                  </a:cubicBezTo>
                  <a:cubicBezTo>
                    <a:pt x="5733" y="217"/>
                    <a:pt x="5690" y="231"/>
                    <a:pt x="5655" y="260"/>
                  </a:cubicBezTo>
                  <a:cubicBezTo>
                    <a:pt x="5573" y="327"/>
                    <a:pt x="5559" y="448"/>
                    <a:pt x="5626" y="529"/>
                  </a:cubicBezTo>
                  <a:cubicBezTo>
                    <a:pt x="6949" y="2165"/>
                    <a:pt x="6656" y="4566"/>
                    <a:pt x="4986" y="5842"/>
                  </a:cubicBezTo>
                  <a:lnTo>
                    <a:pt x="4986" y="4788"/>
                  </a:lnTo>
                  <a:cubicBezTo>
                    <a:pt x="4986" y="4422"/>
                    <a:pt x="4745" y="4104"/>
                    <a:pt x="4394" y="4003"/>
                  </a:cubicBezTo>
                  <a:lnTo>
                    <a:pt x="3701" y="3806"/>
                  </a:lnTo>
                  <a:cubicBezTo>
                    <a:pt x="3605" y="3777"/>
                    <a:pt x="3542" y="3691"/>
                    <a:pt x="3542" y="3594"/>
                  </a:cubicBezTo>
                  <a:lnTo>
                    <a:pt x="3542" y="3436"/>
                  </a:lnTo>
                  <a:cubicBezTo>
                    <a:pt x="3605" y="3388"/>
                    <a:pt x="3668" y="3339"/>
                    <a:pt x="3725" y="3282"/>
                  </a:cubicBezTo>
                  <a:cubicBezTo>
                    <a:pt x="4004" y="3012"/>
                    <a:pt x="4163" y="2642"/>
                    <a:pt x="4158" y="2257"/>
                  </a:cubicBezTo>
                  <a:lnTo>
                    <a:pt x="4158" y="1886"/>
                  </a:lnTo>
                  <a:lnTo>
                    <a:pt x="4235" y="1732"/>
                  </a:lnTo>
                  <a:cubicBezTo>
                    <a:pt x="4322" y="1564"/>
                    <a:pt x="4365" y="1376"/>
                    <a:pt x="4370" y="1189"/>
                  </a:cubicBezTo>
                  <a:lnTo>
                    <a:pt x="4370" y="193"/>
                  </a:lnTo>
                  <a:cubicBezTo>
                    <a:pt x="4370" y="87"/>
                    <a:pt x="4283" y="0"/>
                    <a:pt x="4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87"/>
            <p:cNvSpPr/>
            <p:nvPr/>
          </p:nvSpPr>
          <p:spPr>
            <a:xfrm>
              <a:off x="1461887" y="1636179"/>
              <a:ext cx="46449" cy="15579"/>
            </a:xfrm>
            <a:custGeom>
              <a:rect b="b" l="l" r="r" t="t"/>
              <a:pathLst>
                <a:path extrusionOk="0" h="594" w="1771">
                  <a:moveTo>
                    <a:pt x="256" y="1"/>
                  </a:moveTo>
                  <a:cubicBezTo>
                    <a:pt x="1" y="1"/>
                    <a:pt x="1" y="391"/>
                    <a:pt x="256" y="391"/>
                  </a:cubicBezTo>
                  <a:cubicBezTo>
                    <a:pt x="472" y="391"/>
                    <a:pt x="1102" y="424"/>
                    <a:pt x="1410" y="573"/>
                  </a:cubicBezTo>
                  <a:cubicBezTo>
                    <a:pt x="1441" y="588"/>
                    <a:pt x="1470" y="594"/>
                    <a:pt x="1497" y="594"/>
                  </a:cubicBezTo>
                  <a:cubicBezTo>
                    <a:pt x="1674" y="594"/>
                    <a:pt x="1770" y="332"/>
                    <a:pt x="1579" y="232"/>
                  </a:cubicBezTo>
                  <a:cubicBezTo>
                    <a:pt x="1131" y="6"/>
                    <a:pt x="294" y="1"/>
                    <a:pt x="2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9" name="Google Shape;14349;p87"/>
          <p:cNvGrpSpPr/>
          <p:nvPr/>
        </p:nvGrpSpPr>
        <p:grpSpPr>
          <a:xfrm>
            <a:off x="1754297" y="1511310"/>
            <a:ext cx="353757" cy="346413"/>
            <a:chOff x="1754297" y="1511310"/>
            <a:chExt cx="353757" cy="346413"/>
          </a:xfrm>
        </p:grpSpPr>
        <p:sp>
          <p:nvSpPr>
            <p:cNvPr id="14350" name="Google Shape;14350;p87"/>
            <p:cNvSpPr/>
            <p:nvPr/>
          </p:nvSpPr>
          <p:spPr>
            <a:xfrm>
              <a:off x="1767411" y="1516791"/>
              <a:ext cx="335607" cy="335607"/>
            </a:xfrm>
            <a:custGeom>
              <a:rect b="b" l="l" r="r" t="t"/>
              <a:pathLst>
                <a:path extrusionOk="0" h="12796" w="12796">
                  <a:moveTo>
                    <a:pt x="6396" y="1"/>
                  </a:moveTo>
                  <a:cubicBezTo>
                    <a:pt x="2864" y="1"/>
                    <a:pt x="1" y="2864"/>
                    <a:pt x="1" y="6396"/>
                  </a:cubicBezTo>
                  <a:cubicBezTo>
                    <a:pt x="1" y="9932"/>
                    <a:pt x="2864" y="12795"/>
                    <a:pt x="6396" y="12795"/>
                  </a:cubicBezTo>
                  <a:cubicBezTo>
                    <a:pt x="9927" y="12795"/>
                    <a:pt x="12795" y="9932"/>
                    <a:pt x="12795" y="6396"/>
                  </a:cubicBezTo>
                  <a:cubicBezTo>
                    <a:pt x="12795" y="2864"/>
                    <a:pt x="9927" y="1"/>
                    <a:pt x="6396" y="1"/>
                  </a:cubicBezTo>
                  <a:close/>
                </a:path>
              </a:pathLst>
            </a:custGeom>
            <a:solidFill>
              <a:srgbClr val="DCE4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87"/>
            <p:cNvSpPr/>
            <p:nvPr/>
          </p:nvSpPr>
          <p:spPr>
            <a:xfrm>
              <a:off x="1792537" y="1541917"/>
              <a:ext cx="285224" cy="285224"/>
            </a:xfrm>
            <a:custGeom>
              <a:rect b="b" l="l" r="r" t="t"/>
              <a:pathLst>
                <a:path extrusionOk="0" h="10875" w="10875">
                  <a:moveTo>
                    <a:pt x="5438" y="0"/>
                  </a:moveTo>
                  <a:cubicBezTo>
                    <a:pt x="2435" y="0"/>
                    <a:pt x="0" y="2435"/>
                    <a:pt x="0" y="5438"/>
                  </a:cubicBezTo>
                  <a:cubicBezTo>
                    <a:pt x="0" y="8445"/>
                    <a:pt x="2435" y="10875"/>
                    <a:pt x="5438" y="10875"/>
                  </a:cubicBezTo>
                  <a:cubicBezTo>
                    <a:pt x="8440" y="10875"/>
                    <a:pt x="10875" y="8445"/>
                    <a:pt x="10875" y="5438"/>
                  </a:cubicBezTo>
                  <a:cubicBezTo>
                    <a:pt x="10875" y="2435"/>
                    <a:pt x="8440" y="0"/>
                    <a:pt x="543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87"/>
            <p:cNvSpPr/>
            <p:nvPr/>
          </p:nvSpPr>
          <p:spPr>
            <a:xfrm>
              <a:off x="1827734" y="1577115"/>
              <a:ext cx="266681" cy="250158"/>
            </a:xfrm>
            <a:custGeom>
              <a:rect b="b" l="l" r="r" t="t"/>
              <a:pathLst>
                <a:path extrusionOk="0" h="9538" w="10168">
                  <a:moveTo>
                    <a:pt x="7671" y="1"/>
                  </a:moveTo>
                  <a:lnTo>
                    <a:pt x="7671" y="1"/>
                  </a:lnTo>
                  <a:cubicBezTo>
                    <a:pt x="9547" y="2157"/>
                    <a:pt x="9437" y="5395"/>
                    <a:pt x="7416" y="7416"/>
                  </a:cubicBezTo>
                  <a:cubicBezTo>
                    <a:pt x="6358" y="8476"/>
                    <a:pt x="4965" y="9012"/>
                    <a:pt x="3570" y="9012"/>
                  </a:cubicBezTo>
                  <a:cubicBezTo>
                    <a:pt x="2299" y="9012"/>
                    <a:pt x="1026" y="8567"/>
                    <a:pt x="1" y="7671"/>
                  </a:cubicBezTo>
                  <a:lnTo>
                    <a:pt x="1" y="7671"/>
                  </a:lnTo>
                  <a:cubicBezTo>
                    <a:pt x="1080" y="8911"/>
                    <a:pt x="2589" y="9538"/>
                    <a:pt x="4102" y="9538"/>
                  </a:cubicBezTo>
                  <a:cubicBezTo>
                    <a:pt x="5489" y="9538"/>
                    <a:pt x="6879" y="9011"/>
                    <a:pt x="7945" y="7945"/>
                  </a:cubicBezTo>
                  <a:cubicBezTo>
                    <a:pt x="10168" y="5717"/>
                    <a:pt x="10043" y="2070"/>
                    <a:pt x="767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87"/>
            <p:cNvSpPr/>
            <p:nvPr/>
          </p:nvSpPr>
          <p:spPr>
            <a:xfrm>
              <a:off x="1754297" y="1511310"/>
              <a:ext cx="353757" cy="346413"/>
            </a:xfrm>
            <a:custGeom>
              <a:rect b="b" l="l" r="r" t="t"/>
              <a:pathLst>
                <a:path extrusionOk="0" h="13208" w="13488">
                  <a:moveTo>
                    <a:pt x="6890" y="1"/>
                  </a:moveTo>
                  <a:cubicBezTo>
                    <a:pt x="6596" y="1"/>
                    <a:pt x="6299" y="20"/>
                    <a:pt x="6001" y="61"/>
                  </a:cubicBezTo>
                  <a:cubicBezTo>
                    <a:pt x="2502" y="532"/>
                    <a:pt x="0" y="3674"/>
                    <a:pt x="313" y="7192"/>
                  </a:cubicBezTo>
                  <a:cubicBezTo>
                    <a:pt x="622" y="10611"/>
                    <a:pt x="3487" y="13208"/>
                    <a:pt x="6887" y="13208"/>
                  </a:cubicBezTo>
                  <a:cubicBezTo>
                    <a:pt x="6984" y="13208"/>
                    <a:pt x="7082" y="13206"/>
                    <a:pt x="7179" y="13202"/>
                  </a:cubicBezTo>
                  <a:cubicBezTo>
                    <a:pt x="10702" y="13043"/>
                    <a:pt x="13483" y="10136"/>
                    <a:pt x="13488" y="6609"/>
                  </a:cubicBezTo>
                  <a:cubicBezTo>
                    <a:pt x="13488" y="6489"/>
                    <a:pt x="13483" y="6374"/>
                    <a:pt x="13478" y="6253"/>
                  </a:cubicBezTo>
                  <a:cubicBezTo>
                    <a:pt x="13473" y="6128"/>
                    <a:pt x="13380" y="6068"/>
                    <a:pt x="13286" y="6068"/>
                  </a:cubicBezTo>
                  <a:cubicBezTo>
                    <a:pt x="13184" y="6068"/>
                    <a:pt x="13083" y="6138"/>
                    <a:pt x="13093" y="6273"/>
                  </a:cubicBezTo>
                  <a:cubicBezTo>
                    <a:pt x="13098" y="6383"/>
                    <a:pt x="13103" y="6494"/>
                    <a:pt x="13103" y="6605"/>
                  </a:cubicBezTo>
                  <a:cubicBezTo>
                    <a:pt x="13098" y="9915"/>
                    <a:pt x="10490" y="12634"/>
                    <a:pt x="7184" y="12778"/>
                  </a:cubicBezTo>
                  <a:cubicBezTo>
                    <a:pt x="7093" y="12782"/>
                    <a:pt x="7001" y="12784"/>
                    <a:pt x="6910" y="12784"/>
                  </a:cubicBezTo>
                  <a:cubicBezTo>
                    <a:pt x="3728" y="12784"/>
                    <a:pt x="1041" y="10353"/>
                    <a:pt x="756" y="7148"/>
                  </a:cubicBezTo>
                  <a:cubicBezTo>
                    <a:pt x="462" y="3852"/>
                    <a:pt x="2810" y="908"/>
                    <a:pt x="6087" y="465"/>
                  </a:cubicBezTo>
                  <a:cubicBezTo>
                    <a:pt x="6367" y="427"/>
                    <a:pt x="6645" y="409"/>
                    <a:pt x="6920" y="409"/>
                  </a:cubicBezTo>
                  <a:cubicBezTo>
                    <a:pt x="9866" y="409"/>
                    <a:pt x="12460" y="2518"/>
                    <a:pt x="13002" y="5493"/>
                  </a:cubicBezTo>
                  <a:cubicBezTo>
                    <a:pt x="13012" y="5617"/>
                    <a:pt x="13100" y="5672"/>
                    <a:pt x="13189" y="5672"/>
                  </a:cubicBezTo>
                  <a:cubicBezTo>
                    <a:pt x="13304" y="5672"/>
                    <a:pt x="13422" y="5580"/>
                    <a:pt x="13382" y="5426"/>
                  </a:cubicBezTo>
                  <a:cubicBezTo>
                    <a:pt x="12805" y="2248"/>
                    <a:pt x="10035" y="1"/>
                    <a:pt x="6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87"/>
            <p:cNvSpPr/>
            <p:nvPr/>
          </p:nvSpPr>
          <p:spPr>
            <a:xfrm>
              <a:off x="1768040" y="1536803"/>
              <a:ext cx="333194" cy="296528"/>
            </a:xfrm>
            <a:custGeom>
              <a:rect b="b" l="l" r="r" t="t"/>
              <a:pathLst>
                <a:path extrusionOk="0" h="11306" w="12704">
                  <a:moveTo>
                    <a:pt x="6388" y="0"/>
                  </a:moveTo>
                  <a:cubicBezTo>
                    <a:pt x="4864" y="0"/>
                    <a:pt x="3346" y="614"/>
                    <a:pt x="2233" y="1817"/>
                  </a:cubicBezTo>
                  <a:cubicBezTo>
                    <a:pt x="2103" y="1959"/>
                    <a:pt x="2232" y="2144"/>
                    <a:pt x="2380" y="2144"/>
                  </a:cubicBezTo>
                  <a:cubicBezTo>
                    <a:pt x="2428" y="2144"/>
                    <a:pt x="2478" y="2124"/>
                    <a:pt x="2522" y="2077"/>
                  </a:cubicBezTo>
                  <a:cubicBezTo>
                    <a:pt x="3551" y="965"/>
                    <a:pt x="4954" y="397"/>
                    <a:pt x="6364" y="397"/>
                  </a:cubicBezTo>
                  <a:cubicBezTo>
                    <a:pt x="7565" y="397"/>
                    <a:pt x="8771" y="810"/>
                    <a:pt x="9754" y="1649"/>
                  </a:cubicBezTo>
                  <a:cubicBezTo>
                    <a:pt x="11891" y="3467"/>
                    <a:pt x="12208" y="6648"/>
                    <a:pt x="10476" y="8857"/>
                  </a:cubicBezTo>
                  <a:cubicBezTo>
                    <a:pt x="9446" y="10170"/>
                    <a:pt x="7908" y="10863"/>
                    <a:pt x="6352" y="10863"/>
                  </a:cubicBezTo>
                  <a:cubicBezTo>
                    <a:pt x="5292" y="10863"/>
                    <a:pt x="4224" y="10541"/>
                    <a:pt x="3302" y="9877"/>
                  </a:cubicBezTo>
                  <a:cubicBezTo>
                    <a:pt x="1026" y="8236"/>
                    <a:pt x="448" y="5089"/>
                    <a:pt x="1998" y="2746"/>
                  </a:cubicBezTo>
                  <a:cubicBezTo>
                    <a:pt x="2055" y="2659"/>
                    <a:pt x="2031" y="2539"/>
                    <a:pt x="1940" y="2481"/>
                  </a:cubicBezTo>
                  <a:cubicBezTo>
                    <a:pt x="1907" y="2457"/>
                    <a:pt x="1870" y="2446"/>
                    <a:pt x="1833" y="2446"/>
                  </a:cubicBezTo>
                  <a:cubicBezTo>
                    <a:pt x="1772" y="2446"/>
                    <a:pt x="1711" y="2477"/>
                    <a:pt x="1675" y="2534"/>
                  </a:cubicBezTo>
                  <a:cubicBezTo>
                    <a:pt x="1" y="5065"/>
                    <a:pt x="622" y="8462"/>
                    <a:pt x="3080" y="10237"/>
                  </a:cubicBezTo>
                  <a:cubicBezTo>
                    <a:pt x="4078" y="10958"/>
                    <a:pt x="5234" y="11306"/>
                    <a:pt x="6380" y="11306"/>
                  </a:cubicBezTo>
                  <a:cubicBezTo>
                    <a:pt x="8060" y="11306"/>
                    <a:pt x="9720" y="10559"/>
                    <a:pt x="10832" y="9140"/>
                  </a:cubicBezTo>
                  <a:cubicBezTo>
                    <a:pt x="12704" y="6754"/>
                    <a:pt x="12362" y="3313"/>
                    <a:pt x="10053" y="1350"/>
                  </a:cubicBezTo>
                  <a:cubicBezTo>
                    <a:pt x="8990" y="445"/>
                    <a:pt x="7687" y="0"/>
                    <a:pt x="63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87"/>
            <p:cNvSpPr/>
            <p:nvPr/>
          </p:nvSpPr>
          <p:spPr>
            <a:xfrm>
              <a:off x="1812207" y="1679481"/>
              <a:ext cx="19094" cy="10229"/>
            </a:xfrm>
            <a:custGeom>
              <a:rect b="b" l="l" r="r" t="t"/>
              <a:pathLst>
                <a:path extrusionOk="0" h="390" w="728">
                  <a:moveTo>
                    <a:pt x="193" y="0"/>
                  </a:moveTo>
                  <a:cubicBezTo>
                    <a:pt x="88" y="0"/>
                    <a:pt x="1" y="87"/>
                    <a:pt x="1" y="197"/>
                  </a:cubicBezTo>
                  <a:cubicBezTo>
                    <a:pt x="1" y="303"/>
                    <a:pt x="88" y="390"/>
                    <a:pt x="193" y="390"/>
                  </a:cubicBezTo>
                  <a:lnTo>
                    <a:pt x="472" y="390"/>
                  </a:lnTo>
                  <a:cubicBezTo>
                    <a:pt x="727" y="390"/>
                    <a:pt x="727" y="0"/>
                    <a:pt x="4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87"/>
            <p:cNvSpPr/>
            <p:nvPr/>
          </p:nvSpPr>
          <p:spPr>
            <a:xfrm>
              <a:off x="1930100" y="1561667"/>
              <a:ext cx="129747" cy="128043"/>
            </a:xfrm>
            <a:custGeom>
              <a:rect b="b" l="l" r="r" t="t"/>
              <a:pathLst>
                <a:path extrusionOk="0" h="4882" w="4947">
                  <a:moveTo>
                    <a:pt x="193" y="0"/>
                  </a:moveTo>
                  <a:cubicBezTo>
                    <a:pt x="96" y="0"/>
                    <a:pt x="0" y="65"/>
                    <a:pt x="0" y="195"/>
                  </a:cubicBezTo>
                  <a:lnTo>
                    <a:pt x="0" y="4689"/>
                  </a:lnTo>
                  <a:cubicBezTo>
                    <a:pt x="0" y="4795"/>
                    <a:pt x="87" y="4882"/>
                    <a:pt x="193" y="4882"/>
                  </a:cubicBezTo>
                  <a:lnTo>
                    <a:pt x="4687" y="4882"/>
                  </a:lnTo>
                  <a:cubicBezTo>
                    <a:pt x="4947" y="4882"/>
                    <a:pt x="4947" y="4497"/>
                    <a:pt x="4687" y="4497"/>
                  </a:cubicBezTo>
                  <a:lnTo>
                    <a:pt x="385" y="4497"/>
                  </a:lnTo>
                  <a:lnTo>
                    <a:pt x="385" y="195"/>
                  </a:lnTo>
                  <a:cubicBezTo>
                    <a:pt x="385" y="65"/>
                    <a:pt x="289"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87"/>
            <p:cNvSpPr/>
            <p:nvPr/>
          </p:nvSpPr>
          <p:spPr>
            <a:xfrm>
              <a:off x="1930100" y="1790187"/>
              <a:ext cx="10124" cy="17363"/>
            </a:xfrm>
            <a:custGeom>
              <a:rect b="b" l="l" r="r" t="t"/>
              <a:pathLst>
                <a:path extrusionOk="0" h="662" w="386">
                  <a:moveTo>
                    <a:pt x="193" y="0"/>
                  </a:moveTo>
                  <a:cubicBezTo>
                    <a:pt x="96" y="0"/>
                    <a:pt x="0" y="64"/>
                    <a:pt x="0" y="192"/>
                  </a:cubicBezTo>
                  <a:lnTo>
                    <a:pt x="0" y="471"/>
                  </a:lnTo>
                  <a:cubicBezTo>
                    <a:pt x="0" y="598"/>
                    <a:pt x="96" y="662"/>
                    <a:pt x="193" y="662"/>
                  </a:cubicBezTo>
                  <a:cubicBezTo>
                    <a:pt x="289" y="662"/>
                    <a:pt x="385" y="598"/>
                    <a:pt x="385" y="471"/>
                  </a:cubicBezTo>
                  <a:lnTo>
                    <a:pt x="385" y="192"/>
                  </a:lnTo>
                  <a:cubicBezTo>
                    <a:pt x="385" y="64"/>
                    <a:pt x="289"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87"/>
            <p:cNvSpPr/>
            <p:nvPr/>
          </p:nvSpPr>
          <p:spPr>
            <a:xfrm>
              <a:off x="1844598" y="1595998"/>
              <a:ext cx="19671" cy="15553"/>
            </a:xfrm>
            <a:custGeom>
              <a:rect b="b" l="l" r="r" t="t"/>
              <a:pathLst>
                <a:path extrusionOk="0" h="593" w="750">
                  <a:moveTo>
                    <a:pt x="277" y="0"/>
                  </a:moveTo>
                  <a:cubicBezTo>
                    <a:pt x="128" y="0"/>
                    <a:pt x="1" y="194"/>
                    <a:pt x="137" y="335"/>
                  </a:cubicBezTo>
                  <a:lnTo>
                    <a:pt x="335" y="532"/>
                  </a:lnTo>
                  <a:cubicBezTo>
                    <a:pt x="377" y="574"/>
                    <a:pt x="424" y="592"/>
                    <a:pt x="470" y="592"/>
                  </a:cubicBezTo>
                  <a:cubicBezTo>
                    <a:pt x="620" y="592"/>
                    <a:pt x="749" y="398"/>
                    <a:pt x="609" y="258"/>
                  </a:cubicBezTo>
                  <a:lnTo>
                    <a:pt x="412" y="60"/>
                  </a:lnTo>
                  <a:cubicBezTo>
                    <a:pt x="369" y="18"/>
                    <a:pt x="322"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87"/>
            <p:cNvSpPr/>
            <p:nvPr/>
          </p:nvSpPr>
          <p:spPr>
            <a:xfrm>
              <a:off x="2007838" y="1757717"/>
              <a:ext cx="17966" cy="15369"/>
            </a:xfrm>
            <a:custGeom>
              <a:rect b="b" l="l" r="r" t="t"/>
              <a:pathLst>
                <a:path extrusionOk="0" h="586" w="685">
                  <a:moveTo>
                    <a:pt x="212" y="0"/>
                  </a:moveTo>
                  <a:cubicBezTo>
                    <a:pt x="163" y="0"/>
                    <a:pt x="113" y="20"/>
                    <a:pt x="77" y="58"/>
                  </a:cubicBezTo>
                  <a:cubicBezTo>
                    <a:pt x="0" y="135"/>
                    <a:pt x="0" y="255"/>
                    <a:pt x="77" y="332"/>
                  </a:cubicBezTo>
                  <a:lnTo>
                    <a:pt x="270" y="525"/>
                  </a:lnTo>
                  <a:cubicBezTo>
                    <a:pt x="312" y="568"/>
                    <a:pt x="360" y="585"/>
                    <a:pt x="405" y="585"/>
                  </a:cubicBezTo>
                  <a:cubicBezTo>
                    <a:pt x="555" y="585"/>
                    <a:pt x="684" y="392"/>
                    <a:pt x="544" y="255"/>
                  </a:cubicBezTo>
                  <a:lnTo>
                    <a:pt x="347" y="58"/>
                  </a:lnTo>
                  <a:cubicBezTo>
                    <a:pt x="310" y="20"/>
                    <a:pt x="261"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87"/>
            <p:cNvSpPr/>
            <p:nvPr/>
          </p:nvSpPr>
          <p:spPr>
            <a:xfrm>
              <a:off x="2006160" y="1596103"/>
              <a:ext cx="19644" cy="15448"/>
            </a:xfrm>
            <a:custGeom>
              <a:rect b="b" l="l" r="r" t="t"/>
              <a:pathLst>
                <a:path extrusionOk="0" h="589" w="749">
                  <a:moveTo>
                    <a:pt x="469" y="1"/>
                  </a:moveTo>
                  <a:cubicBezTo>
                    <a:pt x="424" y="1"/>
                    <a:pt x="376" y="19"/>
                    <a:pt x="334" y="61"/>
                  </a:cubicBezTo>
                  <a:lnTo>
                    <a:pt x="141" y="254"/>
                  </a:lnTo>
                  <a:cubicBezTo>
                    <a:pt x="1" y="394"/>
                    <a:pt x="130" y="588"/>
                    <a:pt x="278" y="588"/>
                  </a:cubicBezTo>
                  <a:cubicBezTo>
                    <a:pt x="323" y="588"/>
                    <a:pt x="369" y="570"/>
                    <a:pt x="411" y="528"/>
                  </a:cubicBezTo>
                  <a:lnTo>
                    <a:pt x="608" y="331"/>
                  </a:lnTo>
                  <a:cubicBezTo>
                    <a:pt x="748" y="194"/>
                    <a:pt x="619" y="1"/>
                    <a:pt x="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87"/>
            <p:cNvSpPr/>
            <p:nvPr/>
          </p:nvSpPr>
          <p:spPr>
            <a:xfrm>
              <a:off x="1846303" y="1757638"/>
              <a:ext cx="17966" cy="15396"/>
            </a:xfrm>
            <a:custGeom>
              <a:rect b="b" l="l" r="r" t="t"/>
              <a:pathLst>
                <a:path extrusionOk="0" h="587" w="685">
                  <a:moveTo>
                    <a:pt x="405" y="1"/>
                  </a:moveTo>
                  <a:cubicBezTo>
                    <a:pt x="359" y="1"/>
                    <a:pt x="312" y="19"/>
                    <a:pt x="270" y="61"/>
                  </a:cubicBezTo>
                  <a:lnTo>
                    <a:pt x="72" y="258"/>
                  </a:lnTo>
                  <a:cubicBezTo>
                    <a:pt x="0" y="331"/>
                    <a:pt x="0" y="456"/>
                    <a:pt x="72" y="533"/>
                  </a:cubicBezTo>
                  <a:cubicBezTo>
                    <a:pt x="111" y="569"/>
                    <a:pt x="160" y="587"/>
                    <a:pt x="209" y="587"/>
                  </a:cubicBezTo>
                  <a:cubicBezTo>
                    <a:pt x="259" y="587"/>
                    <a:pt x="308" y="569"/>
                    <a:pt x="347" y="533"/>
                  </a:cubicBezTo>
                  <a:lnTo>
                    <a:pt x="544" y="335"/>
                  </a:lnTo>
                  <a:cubicBezTo>
                    <a:pt x="684" y="195"/>
                    <a:pt x="555"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87"/>
            <p:cNvSpPr/>
            <p:nvPr/>
          </p:nvSpPr>
          <p:spPr>
            <a:xfrm>
              <a:off x="1819289" y="1633320"/>
              <a:ext cx="21585" cy="13192"/>
            </a:xfrm>
            <a:custGeom>
              <a:rect b="b" l="l" r="r" t="t"/>
              <a:pathLst>
                <a:path extrusionOk="0" h="503" w="823">
                  <a:moveTo>
                    <a:pt x="274" y="0"/>
                  </a:moveTo>
                  <a:cubicBezTo>
                    <a:pt x="90" y="0"/>
                    <a:pt x="0" y="286"/>
                    <a:pt x="207" y="374"/>
                  </a:cubicBezTo>
                  <a:lnTo>
                    <a:pt x="462" y="485"/>
                  </a:lnTo>
                  <a:cubicBezTo>
                    <a:pt x="491" y="497"/>
                    <a:pt x="519" y="503"/>
                    <a:pt x="544" y="503"/>
                  </a:cubicBezTo>
                  <a:cubicBezTo>
                    <a:pt x="730" y="503"/>
                    <a:pt x="823" y="218"/>
                    <a:pt x="611" y="129"/>
                  </a:cubicBezTo>
                  <a:lnTo>
                    <a:pt x="356" y="18"/>
                  </a:lnTo>
                  <a:cubicBezTo>
                    <a:pt x="328" y="6"/>
                    <a:pt x="30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87"/>
            <p:cNvSpPr/>
            <p:nvPr/>
          </p:nvSpPr>
          <p:spPr>
            <a:xfrm>
              <a:off x="2029529" y="1722782"/>
              <a:ext cx="21611" cy="13088"/>
            </a:xfrm>
            <a:custGeom>
              <a:rect b="b" l="l" r="r" t="t"/>
              <a:pathLst>
                <a:path extrusionOk="0" h="499" w="824">
                  <a:moveTo>
                    <a:pt x="277" y="1"/>
                  </a:moveTo>
                  <a:cubicBezTo>
                    <a:pt x="90" y="1"/>
                    <a:pt x="1" y="282"/>
                    <a:pt x="208" y="370"/>
                  </a:cubicBezTo>
                  <a:lnTo>
                    <a:pt x="463" y="481"/>
                  </a:lnTo>
                  <a:cubicBezTo>
                    <a:pt x="491" y="493"/>
                    <a:pt x="519" y="499"/>
                    <a:pt x="545" y="499"/>
                  </a:cubicBezTo>
                  <a:cubicBezTo>
                    <a:pt x="730" y="499"/>
                    <a:pt x="824" y="213"/>
                    <a:pt x="617" y="125"/>
                  </a:cubicBezTo>
                  <a:lnTo>
                    <a:pt x="362" y="19"/>
                  </a:lnTo>
                  <a:cubicBezTo>
                    <a:pt x="332" y="6"/>
                    <a:pt x="304" y="1"/>
                    <a:pt x="2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87"/>
            <p:cNvSpPr/>
            <p:nvPr/>
          </p:nvSpPr>
          <p:spPr>
            <a:xfrm>
              <a:off x="1972379" y="1570977"/>
              <a:ext cx="15343" cy="16891"/>
            </a:xfrm>
            <a:custGeom>
              <a:rect b="b" l="l" r="r" t="t"/>
              <a:pathLst>
                <a:path extrusionOk="0" h="644" w="585">
                  <a:moveTo>
                    <a:pt x="336" y="1"/>
                  </a:moveTo>
                  <a:cubicBezTo>
                    <a:pt x="268" y="1"/>
                    <a:pt x="200" y="36"/>
                    <a:pt x="164" y="119"/>
                  </a:cubicBezTo>
                  <a:lnTo>
                    <a:pt x="58" y="374"/>
                  </a:lnTo>
                  <a:cubicBezTo>
                    <a:pt x="0" y="499"/>
                    <a:pt x="95" y="642"/>
                    <a:pt x="233" y="644"/>
                  </a:cubicBezTo>
                  <a:lnTo>
                    <a:pt x="233" y="644"/>
                  </a:lnTo>
                  <a:cubicBezTo>
                    <a:pt x="309" y="643"/>
                    <a:pt x="380" y="595"/>
                    <a:pt x="414" y="524"/>
                  </a:cubicBezTo>
                  <a:lnTo>
                    <a:pt x="520" y="269"/>
                  </a:lnTo>
                  <a:cubicBezTo>
                    <a:pt x="585" y="117"/>
                    <a:pt x="460" y="1"/>
                    <a:pt x="336" y="1"/>
                  </a:cubicBezTo>
                  <a:close/>
                  <a:moveTo>
                    <a:pt x="233" y="644"/>
                  </a:moveTo>
                  <a:cubicBezTo>
                    <a:pt x="233" y="644"/>
                    <a:pt x="232" y="644"/>
                    <a:pt x="231" y="644"/>
                  </a:cubicBezTo>
                  <a:lnTo>
                    <a:pt x="236" y="644"/>
                  </a:lnTo>
                  <a:cubicBezTo>
                    <a:pt x="235" y="644"/>
                    <a:pt x="234" y="644"/>
                    <a:pt x="233" y="64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87"/>
            <p:cNvSpPr/>
            <p:nvPr/>
          </p:nvSpPr>
          <p:spPr>
            <a:xfrm>
              <a:off x="1883258" y="1781296"/>
              <a:ext cx="15002" cy="16864"/>
            </a:xfrm>
            <a:custGeom>
              <a:rect b="b" l="l" r="r" t="t"/>
              <a:pathLst>
                <a:path extrusionOk="0" h="643" w="572">
                  <a:moveTo>
                    <a:pt x="322" y="1"/>
                  </a:moveTo>
                  <a:cubicBezTo>
                    <a:pt x="254" y="1"/>
                    <a:pt x="186" y="36"/>
                    <a:pt x="150" y="122"/>
                  </a:cubicBezTo>
                  <a:lnTo>
                    <a:pt x="44" y="377"/>
                  </a:lnTo>
                  <a:cubicBezTo>
                    <a:pt x="1" y="473"/>
                    <a:pt x="49" y="588"/>
                    <a:pt x="145" y="627"/>
                  </a:cubicBezTo>
                  <a:cubicBezTo>
                    <a:pt x="171" y="638"/>
                    <a:pt x="197" y="643"/>
                    <a:pt x="222" y="643"/>
                  </a:cubicBezTo>
                  <a:cubicBezTo>
                    <a:pt x="298" y="643"/>
                    <a:pt x="368" y="598"/>
                    <a:pt x="400" y="526"/>
                  </a:cubicBezTo>
                  <a:lnTo>
                    <a:pt x="506" y="271"/>
                  </a:lnTo>
                  <a:cubicBezTo>
                    <a:pt x="571" y="119"/>
                    <a:pt x="446"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87"/>
            <p:cNvSpPr/>
            <p:nvPr/>
          </p:nvSpPr>
          <p:spPr>
            <a:xfrm>
              <a:off x="1884674" y="1570086"/>
              <a:ext cx="15291" cy="17048"/>
            </a:xfrm>
            <a:custGeom>
              <a:rect b="b" l="l" r="r" t="t"/>
              <a:pathLst>
                <a:path extrusionOk="0" h="650" w="583">
                  <a:moveTo>
                    <a:pt x="249" y="1"/>
                  </a:moveTo>
                  <a:cubicBezTo>
                    <a:pt x="126" y="1"/>
                    <a:pt x="1" y="115"/>
                    <a:pt x="62" y="269"/>
                  </a:cubicBezTo>
                  <a:lnTo>
                    <a:pt x="168" y="529"/>
                  </a:lnTo>
                  <a:cubicBezTo>
                    <a:pt x="197" y="601"/>
                    <a:pt x="269" y="649"/>
                    <a:pt x="351" y="649"/>
                  </a:cubicBezTo>
                  <a:cubicBezTo>
                    <a:pt x="486" y="649"/>
                    <a:pt x="582" y="509"/>
                    <a:pt x="529" y="384"/>
                  </a:cubicBezTo>
                  <a:lnTo>
                    <a:pt x="423" y="125"/>
                  </a:lnTo>
                  <a:cubicBezTo>
                    <a:pt x="389" y="38"/>
                    <a:pt x="319"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87"/>
            <p:cNvSpPr/>
            <p:nvPr/>
          </p:nvSpPr>
          <p:spPr>
            <a:xfrm>
              <a:off x="1970858" y="1782109"/>
              <a:ext cx="14792" cy="16995"/>
            </a:xfrm>
            <a:custGeom>
              <a:rect b="b" l="l" r="r" t="t"/>
              <a:pathLst>
                <a:path extrusionOk="0" h="648" w="564">
                  <a:moveTo>
                    <a:pt x="219" y="0"/>
                  </a:moveTo>
                  <a:cubicBezTo>
                    <a:pt x="196" y="0"/>
                    <a:pt x="172" y="5"/>
                    <a:pt x="149" y="14"/>
                  </a:cubicBezTo>
                  <a:lnTo>
                    <a:pt x="145" y="14"/>
                  </a:lnTo>
                  <a:cubicBezTo>
                    <a:pt x="48" y="52"/>
                    <a:pt x="0" y="168"/>
                    <a:pt x="39" y="264"/>
                  </a:cubicBezTo>
                  <a:lnTo>
                    <a:pt x="145" y="524"/>
                  </a:lnTo>
                  <a:cubicBezTo>
                    <a:pt x="178" y="611"/>
                    <a:pt x="246" y="647"/>
                    <a:pt x="315" y="647"/>
                  </a:cubicBezTo>
                  <a:cubicBezTo>
                    <a:pt x="438" y="647"/>
                    <a:pt x="564" y="533"/>
                    <a:pt x="506" y="379"/>
                  </a:cubicBezTo>
                  <a:lnTo>
                    <a:pt x="400" y="119"/>
                  </a:lnTo>
                  <a:cubicBezTo>
                    <a:pt x="370" y="46"/>
                    <a:pt x="296"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87"/>
            <p:cNvSpPr/>
            <p:nvPr/>
          </p:nvSpPr>
          <p:spPr>
            <a:xfrm>
              <a:off x="2030551" y="1635261"/>
              <a:ext cx="21375" cy="13061"/>
            </a:xfrm>
            <a:custGeom>
              <a:rect b="b" l="l" r="r" t="t"/>
              <a:pathLst>
                <a:path extrusionOk="0" h="498" w="815">
                  <a:moveTo>
                    <a:pt x="540" y="0"/>
                  </a:moveTo>
                  <a:cubicBezTo>
                    <a:pt x="516" y="0"/>
                    <a:pt x="489" y="5"/>
                    <a:pt x="462" y="17"/>
                  </a:cubicBezTo>
                  <a:lnTo>
                    <a:pt x="202" y="122"/>
                  </a:lnTo>
                  <a:cubicBezTo>
                    <a:pt x="0" y="204"/>
                    <a:pt x="58" y="498"/>
                    <a:pt x="275" y="498"/>
                  </a:cubicBezTo>
                  <a:cubicBezTo>
                    <a:pt x="299" y="498"/>
                    <a:pt x="323" y="493"/>
                    <a:pt x="347" y="483"/>
                  </a:cubicBezTo>
                  <a:lnTo>
                    <a:pt x="607" y="377"/>
                  </a:lnTo>
                  <a:cubicBezTo>
                    <a:pt x="815" y="292"/>
                    <a:pt x="726" y="0"/>
                    <a:pt x="5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87"/>
            <p:cNvSpPr/>
            <p:nvPr/>
          </p:nvSpPr>
          <p:spPr>
            <a:xfrm>
              <a:off x="1818371" y="1720815"/>
              <a:ext cx="21690" cy="13114"/>
            </a:xfrm>
            <a:custGeom>
              <a:rect b="b" l="l" r="r" t="t"/>
              <a:pathLst>
                <a:path extrusionOk="0" h="500" w="827">
                  <a:moveTo>
                    <a:pt x="551" y="1"/>
                  </a:moveTo>
                  <a:cubicBezTo>
                    <a:pt x="527" y="1"/>
                    <a:pt x="501" y="6"/>
                    <a:pt x="473" y="17"/>
                  </a:cubicBezTo>
                  <a:lnTo>
                    <a:pt x="213" y="123"/>
                  </a:lnTo>
                  <a:cubicBezTo>
                    <a:pt x="1" y="208"/>
                    <a:pt x="89" y="500"/>
                    <a:pt x="278" y="500"/>
                  </a:cubicBezTo>
                  <a:cubicBezTo>
                    <a:pt x="303" y="500"/>
                    <a:pt x="330" y="495"/>
                    <a:pt x="358" y="484"/>
                  </a:cubicBezTo>
                  <a:lnTo>
                    <a:pt x="618" y="378"/>
                  </a:lnTo>
                  <a:cubicBezTo>
                    <a:pt x="826" y="293"/>
                    <a:pt x="737"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0" name="Google Shape;14370;p87"/>
          <p:cNvGrpSpPr/>
          <p:nvPr/>
        </p:nvGrpSpPr>
        <p:grpSpPr>
          <a:xfrm>
            <a:off x="3115872" y="1511808"/>
            <a:ext cx="316277" cy="345600"/>
            <a:chOff x="3115872" y="1511808"/>
            <a:chExt cx="316277" cy="345600"/>
          </a:xfrm>
        </p:grpSpPr>
        <p:sp>
          <p:nvSpPr>
            <p:cNvPr id="14371" name="Google Shape;14371;p87"/>
            <p:cNvSpPr/>
            <p:nvPr/>
          </p:nvSpPr>
          <p:spPr>
            <a:xfrm>
              <a:off x="3145509" y="1516791"/>
              <a:ext cx="281474" cy="281474"/>
            </a:xfrm>
            <a:custGeom>
              <a:rect b="b" l="l" r="r" t="t"/>
              <a:pathLst>
                <a:path extrusionOk="0" h="10732" w="10732">
                  <a:moveTo>
                    <a:pt x="5366" y="1"/>
                  </a:moveTo>
                  <a:cubicBezTo>
                    <a:pt x="2402" y="1"/>
                    <a:pt x="1" y="2402"/>
                    <a:pt x="1" y="5366"/>
                  </a:cubicBezTo>
                  <a:cubicBezTo>
                    <a:pt x="1" y="8330"/>
                    <a:pt x="2402" y="10731"/>
                    <a:pt x="5366" y="10731"/>
                  </a:cubicBezTo>
                  <a:cubicBezTo>
                    <a:pt x="8325" y="10731"/>
                    <a:pt x="10731" y="8330"/>
                    <a:pt x="10731" y="5366"/>
                  </a:cubicBezTo>
                  <a:cubicBezTo>
                    <a:pt x="10731" y="2402"/>
                    <a:pt x="8325" y="1"/>
                    <a:pt x="5366"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87"/>
            <p:cNvSpPr/>
            <p:nvPr/>
          </p:nvSpPr>
          <p:spPr>
            <a:xfrm>
              <a:off x="3117629" y="1519834"/>
              <a:ext cx="267573" cy="278484"/>
            </a:xfrm>
            <a:custGeom>
              <a:rect b="b" l="l" r="r" t="t"/>
              <a:pathLst>
                <a:path extrusionOk="0" h="10618" w="10202">
                  <a:moveTo>
                    <a:pt x="5332" y="0"/>
                  </a:moveTo>
                  <a:cubicBezTo>
                    <a:pt x="1819" y="727"/>
                    <a:pt x="1" y="4634"/>
                    <a:pt x="1699" y="7791"/>
                  </a:cubicBezTo>
                  <a:cubicBezTo>
                    <a:pt x="2689" y="9634"/>
                    <a:pt x="4550" y="10618"/>
                    <a:pt x="6433" y="10618"/>
                  </a:cubicBezTo>
                  <a:cubicBezTo>
                    <a:pt x="7781" y="10618"/>
                    <a:pt x="9140" y="10114"/>
                    <a:pt x="10201" y="9061"/>
                  </a:cubicBezTo>
                  <a:lnTo>
                    <a:pt x="10201" y="9061"/>
                  </a:lnTo>
                  <a:cubicBezTo>
                    <a:pt x="9845" y="9133"/>
                    <a:pt x="9475" y="9172"/>
                    <a:pt x="9109" y="9172"/>
                  </a:cubicBezTo>
                  <a:cubicBezTo>
                    <a:pt x="6934" y="9172"/>
                    <a:pt x="4976" y="7858"/>
                    <a:pt x="4148" y="5851"/>
                  </a:cubicBezTo>
                  <a:cubicBezTo>
                    <a:pt x="3321" y="3840"/>
                    <a:pt x="3787" y="1531"/>
                    <a:pt x="5332"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87"/>
            <p:cNvSpPr/>
            <p:nvPr/>
          </p:nvSpPr>
          <p:spPr>
            <a:xfrm>
              <a:off x="3194239" y="1787380"/>
              <a:ext cx="184012" cy="65018"/>
            </a:xfrm>
            <a:custGeom>
              <a:rect b="b" l="l" r="r" t="t"/>
              <a:pathLst>
                <a:path extrusionOk="0" h="2479" w="7016">
                  <a:moveTo>
                    <a:pt x="2267" y="0"/>
                  </a:moveTo>
                  <a:lnTo>
                    <a:pt x="544" y="631"/>
                  </a:lnTo>
                  <a:cubicBezTo>
                    <a:pt x="217" y="751"/>
                    <a:pt x="0" y="1059"/>
                    <a:pt x="0" y="1405"/>
                  </a:cubicBezTo>
                  <a:lnTo>
                    <a:pt x="0" y="2478"/>
                  </a:lnTo>
                  <a:lnTo>
                    <a:pt x="7016" y="2478"/>
                  </a:lnTo>
                  <a:lnTo>
                    <a:pt x="7016" y="1405"/>
                  </a:lnTo>
                  <a:cubicBezTo>
                    <a:pt x="7016" y="1059"/>
                    <a:pt x="6799" y="746"/>
                    <a:pt x="6472" y="631"/>
                  </a:cubicBezTo>
                  <a:lnTo>
                    <a:pt x="4745" y="0"/>
                  </a:lnTo>
                  <a:lnTo>
                    <a:pt x="3508" y="414"/>
                  </a:lnTo>
                  <a:lnTo>
                    <a:pt x="22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87"/>
            <p:cNvSpPr/>
            <p:nvPr/>
          </p:nvSpPr>
          <p:spPr>
            <a:xfrm>
              <a:off x="3345677" y="1809464"/>
              <a:ext cx="32575" cy="42934"/>
            </a:xfrm>
            <a:custGeom>
              <a:rect b="b" l="l" r="r" t="t"/>
              <a:pathLst>
                <a:path extrusionOk="0" h="1637" w="1242">
                  <a:moveTo>
                    <a:pt x="1016" y="0"/>
                  </a:moveTo>
                  <a:lnTo>
                    <a:pt x="241" y="775"/>
                  </a:lnTo>
                  <a:cubicBezTo>
                    <a:pt x="87" y="929"/>
                    <a:pt x="0" y="1141"/>
                    <a:pt x="0" y="1357"/>
                  </a:cubicBezTo>
                  <a:lnTo>
                    <a:pt x="0" y="1636"/>
                  </a:lnTo>
                  <a:lnTo>
                    <a:pt x="1242" y="1636"/>
                  </a:lnTo>
                  <a:lnTo>
                    <a:pt x="1242" y="563"/>
                  </a:lnTo>
                  <a:cubicBezTo>
                    <a:pt x="1237" y="356"/>
                    <a:pt x="1160" y="154"/>
                    <a:pt x="1016"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87"/>
            <p:cNvSpPr/>
            <p:nvPr/>
          </p:nvSpPr>
          <p:spPr>
            <a:xfrm>
              <a:off x="3226657" y="1619656"/>
              <a:ext cx="119047" cy="86603"/>
            </a:xfrm>
            <a:custGeom>
              <a:rect b="b" l="l" r="r" t="t"/>
              <a:pathLst>
                <a:path extrusionOk="0" h="3302" w="4539">
                  <a:moveTo>
                    <a:pt x="1651" y="0"/>
                  </a:moveTo>
                  <a:cubicBezTo>
                    <a:pt x="737" y="0"/>
                    <a:pt x="1" y="741"/>
                    <a:pt x="1" y="1651"/>
                  </a:cubicBezTo>
                  <a:lnTo>
                    <a:pt x="1" y="2142"/>
                  </a:lnTo>
                  <a:cubicBezTo>
                    <a:pt x="1" y="2363"/>
                    <a:pt x="35" y="2584"/>
                    <a:pt x="107" y="2796"/>
                  </a:cubicBezTo>
                  <a:lnTo>
                    <a:pt x="174" y="3003"/>
                  </a:lnTo>
                  <a:cubicBezTo>
                    <a:pt x="193" y="3066"/>
                    <a:pt x="208" y="3128"/>
                    <a:pt x="208" y="3195"/>
                  </a:cubicBezTo>
                  <a:lnTo>
                    <a:pt x="208" y="3301"/>
                  </a:lnTo>
                  <a:lnTo>
                    <a:pt x="4336" y="3301"/>
                  </a:lnTo>
                  <a:lnTo>
                    <a:pt x="4336" y="3195"/>
                  </a:lnTo>
                  <a:cubicBezTo>
                    <a:pt x="4336" y="3128"/>
                    <a:pt x="4346" y="3066"/>
                    <a:pt x="4370" y="3003"/>
                  </a:cubicBezTo>
                  <a:lnTo>
                    <a:pt x="4437" y="2796"/>
                  </a:lnTo>
                  <a:cubicBezTo>
                    <a:pt x="4505" y="2584"/>
                    <a:pt x="4538" y="2363"/>
                    <a:pt x="4538" y="2142"/>
                  </a:cubicBezTo>
                  <a:lnTo>
                    <a:pt x="4538" y="414"/>
                  </a:lnTo>
                  <a:cubicBezTo>
                    <a:pt x="4538" y="183"/>
                    <a:pt x="4356" y="0"/>
                    <a:pt x="412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87"/>
            <p:cNvSpPr/>
            <p:nvPr/>
          </p:nvSpPr>
          <p:spPr>
            <a:xfrm>
              <a:off x="3253671" y="1619656"/>
              <a:ext cx="92163" cy="86603"/>
            </a:xfrm>
            <a:custGeom>
              <a:rect b="b" l="l" r="r" t="t"/>
              <a:pathLst>
                <a:path extrusionOk="0" h="3302" w="3514">
                  <a:moveTo>
                    <a:pt x="843" y="0"/>
                  </a:moveTo>
                  <a:cubicBezTo>
                    <a:pt x="376" y="0"/>
                    <a:pt x="1" y="376"/>
                    <a:pt x="1" y="838"/>
                  </a:cubicBezTo>
                  <a:cubicBezTo>
                    <a:pt x="1" y="1300"/>
                    <a:pt x="376" y="1675"/>
                    <a:pt x="843" y="1675"/>
                  </a:cubicBezTo>
                  <a:lnTo>
                    <a:pt x="958" y="1675"/>
                  </a:lnTo>
                  <a:lnTo>
                    <a:pt x="1011" y="3301"/>
                  </a:lnTo>
                  <a:lnTo>
                    <a:pt x="3306" y="3301"/>
                  </a:lnTo>
                  <a:lnTo>
                    <a:pt x="3306" y="3195"/>
                  </a:lnTo>
                  <a:cubicBezTo>
                    <a:pt x="3306" y="3128"/>
                    <a:pt x="3316" y="3061"/>
                    <a:pt x="3340" y="2998"/>
                  </a:cubicBezTo>
                  <a:lnTo>
                    <a:pt x="3407" y="2791"/>
                  </a:lnTo>
                  <a:cubicBezTo>
                    <a:pt x="3475" y="2584"/>
                    <a:pt x="3513" y="2363"/>
                    <a:pt x="3513" y="2142"/>
                  </a:cubicBezTo>
                  <a:lnTo>
                    <a:pt x="3513" y="414"/>
                  </a:lnTo>
                  <a:cubicBezTo>
                    <a:pt x="3513" y="183"/>
                    <a:pt x="3326" y="0"/>
                    <a:pt x="3099"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87"/>
            <p:cNvSpPr/>
            <p:nvPr/>
          </p:nvSpPr>
          <p:spPr>
            <a:xfrm>
              <a:off x="3253671" y="1749508"/>
              <a:ext cx="65018" cy="48757"/>
            </a:xfrm>
            <a:custGeom>
              <a:rect b="b" l="l" r="r" t="t"/>
              <a:pathLst>
                <a:path extrusionOk="0" h="1859" w="2479">
                  <a:moveTo>
                    <a:pt x="1" y="1"/>
                  </a:moveTo>
                  <a:lnTo>
                    <a:pt x="1" y="1858"/>
                  </a:lnTo>
                  <a:lnTo>
                    <a:pt x="2479" y="1858"/>
                  </a:lnTo>
                  <a:lnTo>
                    <a:pt x="247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87"/>
            <p:cNvSpPr/>
            <p:nvPr/>
          </p:nvSpPr>
          <p:spPr>
            <a:xfrm>
              <a:off x="3253671" y="1749508"/>
              <a:ext cx="65018" cy="32548"/>
            </a:xfrm>
            <a:custGeom>
              <a:rect b="b" l="l" r="r" t="t"/>
              <a:pathLst>
                <a:path extrusionOk="0" h="1241" w="2479">
                  <a:moveTo>
                    <a:pt x="1" y="1"/>
                  </a:moveTo>
                  <a:lnTo>
                    <a:pt x="1" y="934"/>
                  </a:lnTo>
                  <a:cubicBezTo>
                    <a:pt x="388" y="1139"/>
                    <a:pt x="814" y="1241"/>
                    <a:pt x="1240" y="1241"/>
                  </a:cubicBezTo>
                  <a:cubicBezTo>
                    <a:pt x="1665" y="1241"/>
                    <a:pt x="2091" y="1139"/>
                    <a:pt x="2479" y="934"/>
                  </a:cubicBezTo>
                  <a:lnTo>
                    <a:pt x="2479"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87"/>
            <p:cNvSpPr/>
            <p:nvPr/>
          </p:nvSpPr>
          <p:spPr>
            <a:xfrm>
              <a:off x="3242813" y="1778384"/>
              <a:ext cx="43459" cy="38712"/>
            </a:xfrm>
            <a:custGeom>
              <a:rect b="b" l="l" r="r" t="t"/>
              <a:pathLst>
                <a:path extrusionOk="0" h="1476" w="1657">
                  <a:moveTo>
                    <a:pt x="370" y="1"/>
                  </a:moveTo>
                  <a:cubicBezTo>
                    <a:pt x="293" y="1"/>
                    <a:pt x="220" y="44"/>
                    <a:pt x="184" y="122"/>
                  </a:cubicBezTo>
                  <a:lnTo>
                    <a:pt x="1" y="497"/>
                  </a:lnTo>
                  <a:lnTo>
                    <a:pt x="684" y="1397"/>
                  </a:lnTo>
                  <a:cubicBezTo>
                    <a:pt x="726" y="1449"/>
                    <a:pt x="787" y="1476"/>
                    <a:pt x="849" y="1476"/>
                  </a:cubicBezTo>
                  <a:cubicBezTo>
                    <a:pt x="901" y="1476"/>
                    <a:pt x="955" y="1456"/>
                    <a:pt x="997" y="1416"/>
                  </a:cubicBezTo>
                  <a:lnTo>
                    <a:pt x="1656" y="757"/>
                  </a:lnTo>
                  <a:lnTo>
                    <a:pt x="477" y="30"/>
                  </a:lnTo>
                  <a:cubicBezTo>
                    <a:pt x="443" y="10"/>
                    <a:pt x="406" y="1"/>
                    <a:pt x="37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87"/>
            <p:cNvSpPr/>
            <p:nvPr/>
          </p:nvSpPr>
          <p:spPr>
            <a:xfrm>
              <a:off x="3286245" y="1778384"/>
              <a:ext cx="43302" cy="38712"/>
            </a:xfrm>
            <a:custGeom>
              <a:rect b="b" l="l" r="r" t="t"/>
              <a:pathLst>
                <a:path extrusionOk="0" h="1476" w="1651">
                  <a:moveTo>
                    <a:pt x="1282" y="1"/>
                  </a:moveTo>
                  <a:cubicBezTo>
                    <a:pt x="1245" y="1"/>
                    <a:pt x="1208" y="10"/>
                    <a:pt x="1174" y="30"/>
                  </a:cubicBezTo>
                  <a:lnTo>
                    <a:pt x="0" y="757"/>
                  </a:lnTo>
                  <a:lnTo>
                    <a:pt x="654" y="1416"/>
                  </a:lnTo>
                  <a:cubicBezTo>
                    <a:pt x="697" y="1456"/>
                    <a:pt x="750" y="1476"/>
                    <a:pt x="803" y="1476"/>
                  </a:cubicBezTo>
                  <a:cubicBezTo>
                    <a:pt x="865" y="1476"/>
                    <a:pt x="926" y="1449"/>
                    <a:pt x="967" y="1397"/>
                  </a:cubicBezTo>
                  <a:lnTo>
                    <a:pt x="1650" y="497"/>
                  </a:lnTo>
                  <a:lnTo>
                    <a:pt x="1468" y="122"/>
                  </a:lnTo>
                  <a:cubicBezTo>
                    <a:pt x="1432" y="44"/>
                    <a:pt x="1358" y="1"/>
                    <a:pt x="128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87"/>
            <p:cNvSpPr/>
            <p:nvPr/>
          </p:nvSpPr>
          <p:spPr>
            <a:xfrm>
              <a:off x="3232086" y="1663534"/>
              <a:ext cx="108188" cy="102287"/>
            </a:xfrm>
            <a:custGeom>
              <a:rect b="b" l="l" r="r" t="t"/>
              <a:pathLst>
                <a:path extrusionOk="0" h="3900" w="4125">
                  <a:moveTo>
                    <a:pt x="1757" y="0"/>
                  </a:moveTo>
                  <a:cubicBezTo>
                    <a:pt x="1109" y="0"/>
                    <a:pt x="617" y="185"/>
                    <a:pt x="617" y="185"/>
                  </a:cubicBezTo>
                  <a:lnTo>
                    <a:pt x="617" y="882"/>
                  </a:lnTo>
                  <a:cubicBezTo>
                    <a:pt x="617" y="1089"/>
                    <a:pt x="516" y="1282"/>
                    <a:pt x="342" y="1397"/>
                  </a:cubicBezTo>
                  <a:lnTo>
                    <a:pt x="1" y="1628"/>
                  </a:lnTo>
                  <a:lnTo>
                    <a:pt x="1" y="1835"/>
                  </a:lnTo>
                  <a:cubicBezTo>
                    <a:pt x="1" y="2971"/>
                    <a:pt x="925" y="3899"/>
                    <a:pt x="2065" y="3899"/>
                  </a:cubicBezTo>
                  <a:cubicBezTo>
                    <a:pt x="3201" y="3899"/>
                    <a:pt x="4124" y="2971"/>
                    <a:pt x="4124" y="1835"/>
                  </a:cubicBezTo>
                  <a:lnTo>
                    <a:pt x="4124" y="1628"/>
                  </a:lnTo>
                  <a:lnTo>
                    <a:pt x="3783" y="1402"/>
                  </a:lnTo>
                  <a:cubicBezTo>
                    <a:pt x="3610" y="1287"/>
                    <a:pt x="3504" y="1089"/>
                    <a:pt x="3504" y="882"/>
                  </a:cubicBezTo>
                  <a:lnTo>
                    <a:pt x="3504" y="599"/>
                  </a:lnTo>
                  <a:cubicBezTo>
                    <a:pt x="2944" y="128"/>
                    <a:pt x="2296" y="0"/>
                    <a:pt x="1757"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87"/>
            <p:cNvSpPr/>
            <p:nvPr/>
          </p:nvSpPr>
          <p:spPr>
            <a:xfrm>
              <a:off x="3194108" y="1809464"/>
              <a:ext cx="32575" cy="42934"/>
            </a:xfrm>
            <a:custGeom>
              <a:rect b="b" l="l" r="r" t="t"/>
              <a:pathLst>
                <a:path extrusionOk="0" h="1637" w="1242">
                  <a:moveTo>
                    <a:pt x="227" y="0"/>
                  </a:moveTo>
                  <a:cubicBezTo>
                    <a:pt x="82" y="154"/>
                    <a:pt x="0" y="356"/>
                    <a:pt x="0" y="563"/>
                  </a:cubicBezTo>
                  <a:lnTo>
                    <a:pt x="0" y="1636"/>
                  </a:lnTo>
                  <a:lnTo>
                    <a:pt x="1242" y="1636"/>
                  </a:lnTo>
                  <a:lnTo>
                    <a:pt x="1242" y="1357"/>
                  </a:lnTo>
                  <a:cubicBezTo>
                    <a:pt x="1242" y="1141"/>
                    <a:pt x="1155" y="929"/>
                    <a:pt x="1001" y="775"/>
                  </a:cubicBezTo>
                  <a:lnTo>
                    <a:pt x="227"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87"/>
            <p:cNvSpPr/>
            <p:nvPr/>
          </p:nvSpPr>
          <p:spPr>
            <a:xfrm>
              <a:off x="3232217" y="1663534"/>
              <a:ext cx="91901" cy="101789"/>
            </a:xfrm>
            <a:custGeom>
              <a:rect b="b" l="l" r="r" t="t"/>
              <a:pathLst>
                <a:path extrusionOk="0" h="3881" w="3504">
                  <a:moveTo>
                    <a:pt x="1755" y="0"/>
                  </a:moveTo>
                  <a:cubicBezTo>
                    <a:pt x="1108" y="0"/>
                    <a:pt x="617" y="185"/>
                    <a:pt x="617" y="185"/>
                  </a:cubicBezTo>
                  <a:lnTo>
                    <a:pt x="617" y="887"/>
                  </a:lnTo>
                  <a:cubicBezTo>
                    <a:pt x="617" y="1094"/>
                    <a:pt x="515" y="1287"/>
                    <a:pt x="342" y="1402"/>
                  </a:cubicBezTo>
                  <a:lnTo>
                    <a:pt x="1" y="1628"/>
                  </a:lnTo>
                  <a:lnTo>
                    <a:pt x="1" y="1835"/>
                  </a:lnTo>
                  <a:cubicBezTo>
                    <a:pt x="1" y="2875"/>
                    <a:pt x="780" y="3750"/>
                    <a:pt x="1815" y="3880"/>
                  </a:cubicBezTo>
                  <a:cubicBezTo>
                    <a:pt x="1444" y="3495"/>
                    <a:pt x="1237" y="2980"/>
                    <a:pt x="1237" y="2451"/>
                  </a:cubicBezTo>
                  <a:lnTo>
                    <a:pt x="1237" y="1089"/>
                  </a:lnTo>
                  <a:cubicBezTo>
                    <a:pt x="1237" y="882"/>
                    <a:pt x="1391" y="704"/>
                    <a:pt x="1598" y="680"/>
                  </a:cubicBezTo>
                  <a:cubicBezTo>
                    <a:pt x="1757" y="660"/>
                    <a:pt x="1960" y="643"/>
                    <a:pt x="2185" y="643"/>
                  </a:cubicBezTo>
                  <a:cubicBezTo>
                    <a:pt x="2592" y="643"/>
                    <a:pt x="3073" y="698"/>
                    <a:pt x="3504" y="887"/>
                  </a:cubicBezTo>
                  <a:lnTo>
                    <a:pt x="3504" y="599"/>
                  </a:lnTo>
                  <a:cubicBezTo>
                    <a:pt x="2941" y="128"/>
                    <a:pt x="2294" y="0"/>
                    <a:pt x="1755"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87"/>
            <p:cNvSpPr/>
            <p:nvPr/>
          </p:nvSpPr>
          <p:spPr>
            <a:xfrm>
              <a:off x="3243206" y="1660597"/>
              <a:ext cx="88124" cy="29060"/>
            </a:xfrm>
            <a:custGeom>
              <a:rect b="b" l="l" r="r" t="t"/>
              <a:pathLst>
                <a:path extrusionOk="0" h="1108" w="3360">
                  <a:moveTo>
                    <a:pt x="1327" y="0"/>
                  </a:moveTo>
                  <a:cubicBezTo>
                    <a:pt x="931" y="0"/>
                    <a:pt x="574" y="41"/>
                    <a:pt x="342" y="75"/>
                  </a:cubicBezTo>
                  <a:cubicBezTo>
                    <a:pt x="145" y="104"/>
                    <a:pt x="0" y="273"/>
                    <a:pt x="0" y="470"/>
                  </a:cubicBezTo>
                  <a:lnTo>
                    <a:pt x="0" y="913"/>
                  </a:lnTo>
                  <a:cubicBezTo>
                    <a:pt x="0" y="1043"/>
                    <a:pt x="96" y="1108"/>
                    <a:pt x="193" y="1108"/>
                  </a:cubicBezTo>
                  <a:cubicBezTo>
                    <a:pt x="289" y="1108"/>
                    <a:pt x="385" y="1043"/>
                    <a:pt x="385" y="913"/>
                  </a:cubicBezTo>
                  <a:lnTo>
                    <a:pt x="390" y="470"/>
                  </a:lnTo>
                  <a:cubicBezTo>
                    <a:pt x="385" y="465"/>
                    <a:pt x="390" y="460"/>
                    <a:pt x="400" y="456"/>
                  </a:cubicBezTo>
                  <a:cubicBezTo>
                    <a:pt x="698" y="410"/>
                    <a:pt x="1000" y="388"/>
                    <a:pt x="1302" y="388"/>
                  </a:cubicBezTo>
                  <a:cubicBezTo>
                    <a:pt x="1418" y="388"/>
                    <a:pt x="1534" y="391"/>
                    <a:pt x="1651" y="398"/>
                  </a:cubicBezTo>
                  <a:cubicBezTo>
                    <a:pt x="2252" y="436"/>
                    <a:pt x="2690" y="590"/>
                    <a:pt x="2945" y="845"/>
                  </a:cubicBezTo>
                  <a:cubicBezTo>
                    <a:pt x="2988" y="888"/>
                    <a:pt x="3035" y="906"/>
                    <a:pt x="3080" y="906"/>
                  </a:cubicBezTo>
                  <a:cubicBezTo>
                    <a:pt x="3231" y="906"/>
                    <a:pt x="3360" y="711"/>
                    <a:pt x="3219" y="571"/>
                  </a:cubicBezTo>
                  <a:cubicBezTo>
                    <a:pt x="2761" y="116"/>
                    <a:pt x="1991" y="0"/>
                    <a:pt x="1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87"/>
            <p:cNvSpPr/>
            <p:nvPr/>
          </p:nvSpPr>
          <p:spPr>
            <a:xfrm>
              <a:off x="3189073" y="1614594"/>
              <a:ext cx="194110" cy="242814"/>
            </a:xfrm>
            <a:custGeom>
              <a:rect b="b" l="l" r="r" t="t"/>
              <a:pathLst>
                <a:path extrusionOk="0" h="9258" w="7401">
                  <a:moveTo>
                    <a:pt x="5779" y="386"/>
                  </a:moveTo>
                  <a:lnTo>
                    <a:pt x="5779" y="2258"/>
                  </a:lnTo>
                  <a:cubicBezTo>
                    <a:pt x="5779" y="2537"/>
                    <a:pt x="5716" y="2816"/>
                    <a:pt x="5591" y="3066"/>
                  </a:cubicBezTo>
                  <a:cubicBezTo>
                    <a:pt x="5577" y="3090"/>
                    <a:pt x="5572" y="3119"/>
                    <a:pt x="5572" y="3153"/>
                  </a:cubicBezTo>
                  <a:lnTo>
                    <a:pt x="5572" y="3701"/>
                  </a:lnTo>
                  <a:cubicBezTo>
                    <a:pt x="5572" y="4736"/>
                    <a:pt x="4728" y="5568"/>
                    <a:pt x="3702" y="5568"/>
                  </a:cubicBezTo>
                  <a:cubicBezTo>
                    <a:pt x="3660" y="5568"/>
                    <a:pt x="3618" y="5566"/>
                    <a:pt x="3575" y="5563"/>
                  </a:cubicBezTo>
                  <a:cubicBezTo>
                    <a:pt x="2598" y="5506"/>
                    <a:pt x="1833" y="4654"/>
                    <a:pt x="1833" y="3629"/>
                  </a:cubicBezTo>
                  <a:lnTo>
                    <a:pt x="1833" y="3148"/>
                  </a:lnTo>
                  <a:cubicBezTo>
                    <a:pt x="1833" y="3119"/>
                    <a:pt x="1824" y="3090"/>
                    <a:pt x="1814" y="3066"/>
                  </a:cubicBezTo>
                  <a:cubicBezTo>
                    <a:pt x="1689" y="2811"/>
                    <a:pt x="1626" y="2537"/>
                    <a:pt x="1626" y="2253"/>
                  </a:cubicBezTo>
                  <a:lnTo>
                    <a:pt x="1626" y="1844"/>
                  </a:lnTo>
                  <a:cubicBezTo>
                    <a:pt x="1626" y="1035"/>
                    <a:pt x="2276" y="386"/>
                    <a:pt x="3084" y="386"/>
                  </a:cubicBezTo>
                  <a:close/>
                  <a:moveTo>
                    <a:pt x="2656" y="5693"/>
                  </a:moveTo>
                  <a:cubicBezTo>
                    <a:pt x="2935" y="5842"/>
                    <a:pt x="3238" y="5929"/>
                    <a:pt x="3551" y="5953"/>
                  </a:cubicBezTo>
                  <a:cubicBezTo>
                    <a:pt x="3604" y="5958"/>
                    <a:pt x="3652" y="5958"/>
                    <a:pt x="3705" y="5958"/>
                  </a:cubicBezTo>
                  <a:cubicBezTo>
                    <a:pt x="4066" y="5958"/>
                    <a:pt x="4427" y="5871"/>
                    <a:pt x="4749" y="5703"/>
                  </a:cubicBezTo>
                  <a:lnTo>
                    <a:pt x="4749" y="6054"/>
                  </a:lnTo>
                  <a:lnTo>
                    <a:pt x="3705" y="6766"/>
                  </a:lnTo>
                  <a:lnTo>
                    <a:pt x="2656" y="6054"/>
                  </a:lnTo>
                  <a:lnTo>
                    <a:pt x="2656" y="5693"/>
                  </a:lnTo>
                  <a:close/>
                  <a:moveTo>
                    <a:pt x="2488" y="6405"/>
                  </a:moveTo>
                  <a:lnTo>
                    <a:pt x="3402" y="7031"/>
                  </a:lnTo>
                  <a:lnTo>
                    <a:pt x="2916" y="7512"/>
                  </a:lnTo>
                  <a:cubicBezTo>
                    <a:pt x="2916" y="7517"/>
                    <a:pt x="2911" y="7517"/>
                    <a:pt x="2906" y="7517"/>
                  </a:cubicBezTo>
                  <a:cubicBezTo>
                    <a:pt x="2901" y="7517"/>
                    <a:pt x="2901" y="7512"/>
                    <a:pt x="2897" y="7512"/>
                  </a:cubicBezTo>
                  <a:lnTo>
                    <a:pt x="2295" y="6607"/>
                  </a:lnTo>
                  <a:lnTo>
                    <a:pt x="2488" y="6405"/>
                  </a:lnTo>
                  <a:close/>
                  <a:moveTo>
                    <a:pt x="4913" y="6405"/>
                  </a:moveTo>
                  <a:lnTo>
                    <a:pt x="5110" y="6607"/>
                  </a:lnTo>
                  <a:lnTo>
                    <a:pt x="4509" y="7512"/>
                  </a:lnTo>
                  <a:cubicBezTo>
                    <a:pt x="4504" y="7517"/>
                    <a:pt x="4499" y="7517"/>
                    <a:pt x="4499" y="7522"/>
                  </a:cubicBezTo>
                  <a:cubicBezTo>
                    <a:pt x="4494" y="7522"/>
                    <a:pt x="4489" y="7517"/>
                    <a:pt x="4485" y="7517"/>
                  </a:cubicBezTo>
                  <a:lnTo>
                    <a:pt x="4003" y="7036"/>
                  </a:lnTo>
                  <a:lnTo>
                    <a:pt x="4913" y="6405"/>
                  </a:lnTo>
                  <a:close/>
                  <a:moveTo>
                    <a:pt x="3084" y="1"/>
                  </a:moveTo>
                  <a:cubicBezTo>
                    <a:pt x="2069" y="1"/>
                    <a:pt x="1241" y="824"/>
                    <a:pt x="1241" y="1844"/>
                  </a:cubicBezTo>
                  <a:lnTo>
                    <a:pt x="1241" y="2258"/>
                  </a:lnTo>
                  <a:cubicBezTo>
                    <a:pt x="1241" y="2580"/>
                    <a:pt x="1314" y="2898"/>
                    <a:pt x="1448" y="3196"/>
                  </a:cubicBezTo>
                  <a:lnTo>
                    <a:pt x="1448" y="3629"/>
                  </a:lnTo>
                  <a:cubicBezTo>
                    <a:pt x="1444" y="4322"/>
                    <a:pt x="1747" y="4981"/>
                    <a:pt x="2271" y="5429"/>
                  </a:cubicBezTo>
                  <a:lnTo>
                    <a:pt x="2271" y="6078"/>
                  </a:lnTo>
                  <a:lnTo>
                    <a:pt x="1910" y="6454"/>
                  </a:lnTo>
                  <a:cubicBezTo>
                    <a:pt x="1877" y="6497"/>
                    <a:pt x="1857" y="6550"/>
                    <a:pt x="1862" y="6603"/>
                  </a:cubicBezTo>
                  <a:lnTo>
                    <a:pt x="674" y="7036"/>
                  </a:lnTo>
                  <a:cubicBezTo>
                    <a:pt x="269" y="7180"/>
                    <a:pt x="5" y="7565"/>
                    <a:pt x="0" y="7993"/>
                  </a:cubicBezTo>
                  <a:lnTo>
                    <a:pt x="0" y="9066"/>
                  </a:lnTo>
                  <a:cubicBezTo>
                    <a:pt x="0" y="9194"/>
                    <a:pt x="97" y="9258"/>
                    <a:pt x="195" y="9258"/>
                  </a:cubicBezTo>
                  <a:cubicBezTo>
                    <a:pt x="292" y="9258"/>
                    <a:pt x="390" y="9194"/>
                    <a:pt x="390" y="9066"/>
                  </a:cubicBezTo>
                  <a:lnTo>
                    <a:pt x="390" y="7993"/>
                  </a:lnTo>
                  <a:cubicBezTo>
                    <a:pt x="390" y="7729"/>
                    <a:pt x="553" y="7488"/>
                    <a:pt x="804" y="7401"/>
                  </a:cubicBezTo>
                  <a:lnTo>
                    <a:pt x="2055" y="6944"/>
                  </a:lnTo>
                  <a:lnTo>
                    <a:pt x="2579" y="7724"/>
                  </a:lnTo>
                  <a:cubicBezTo>
                    <a:pt x="2642" y="7825"/>
                    <a:pt x="2752" y="7887"/>
                    <a:pt x="2868" y="7902"/>
                  </a:cubicBezTo>
                  <a:lnTo>
                    <a:pt x="2911" y="7902"/>
                  </a:lnTo>
                  <a:cubicBezTo>
                    <a:pt x="3017" y="7902"/>
                    <a:pt x="3118" y="7859"/>
                    <a:pt x="3190" y="7786"/>
                  </a:cubicBezTo>
                  <a:lnTo>
                    <a:pt x="3508" y="7469"/>
                  </a:lnTo>
                  <a:lnTo>
                    <a:pt x="3508" y="9066"/>
                  </a:lnTo>
                  <a:cubicBezTo>
                    <a:pt x="3508" y="9194"/>
                    <a:pt x="3605" y="9258"/>
                    <a:pt x="3703" y="9258"/>
                  </a:cubicBezTo>
                  <a:cubicBezTo>
                    <a:pt x="3800" y="9258"/>
                    <a:pt x="3898" y="9194"/>
                    <a:pt x="3898" y="9066"/>
                  </a:cubicBezTo>
                  <a:lnTo>
                    <a:pt x="3898" y="7469"/>
                  </a:lnTo>
                  <a:lnTo>
                    <a:pt x="4215" y="7786"/>
                  </a:lnTo>
                  <a:cubicBezTo>
                    <a:pt x="4292" y="7865"/>
                    <a:pt x="4394" y="7904"/>
                    <a:pt x="4495" y="7904"/>
                  </a:cubicBezTo>
                  <a:cubicBezTo>
                    <a:pt x="4622" y="7904"/>
                    <a:pt x="4749" y="7844"/>
                    <a:pt x="4826" y="7729"/>
                  </a:cubicBezTo>
                  <a:lnTo>
                    <a:pt x="5351" y="6944"/>
                  </a:lnTo>
                  <a:lnTo>
                    <a:pt x="6602" y="7401"/>
                  </a:lnTo>
                  <a:cubicBezTo>
                    <a:pt x="6847" y="7493"/>
                    <a:pt x="7016" y="7729"/>
                    <a:pt x="7016" y="7993"/>
                  </a:cubicBezTo>
                  <a:lnTo>
                    <a:pt x="7016" y="9066"/>
                  </a:lnTo>
                  <a:cubicBezTo>
                    <a:pt x="7016" y="9194"/>
                    <a:pt x="7112" y="9258"/>
                    <a:pt x="7208" y="9258"/>
                  </a:cubicBezTo>
                  <a:cubicBezTo>
                    <a:pt x="7304" y="9258"/>
                    <a:pt x="7400" y="9194"/>
                    <a:pt x="7400" y="9066"/>
                  </a:cubicBezTo>
                  <a:lnTo>
                    <a:pt x="7400" y="7993"/>
                  </a:lnTo>
                  <a:cubicBezTo>
                    <a:pt x="7400" y="7565"/>
                    <a:pt x="7131" y="7185"/>
                    <a:pt x="6732" y="7036"/>
                  </a:cubicBezTo>
                  <a:lnTo>
                    <a:pt x="5543" y="6603"/>
                  </a:lnTo>
                  <a:cubicBezTo>
                    <a:pt x="5548" y="6550"/>
                    <a:pt x="5529" y="6497"/>
                    <a:pt x="5490" y="6458"/>
                  </a:cubicBezTo>
                  <a:lnTo>
                    <a:pt x="5129" y="6078"/>
                  </a:lnTo>
                  <a:lnTo>
                    <a:pt x="5129" y="5443"/>
                  </a:lnTo>
                  <a:cubicBezTo>
                    <a:pt x="5168" y="5409"/>
                    <a:pt x="5206" y="5380"/>
                    <a:pt x="5245" y="5347"/>
                  </a:cubicBezTo>
                  <a:cubicBezTo>
                    <a:pt x="5697" y="4919"/>
                    <a:pt x="5957" y="4322"/>
                    <a:pt x="5962" y="3701"/>
                  </a:cubicBezTo>
                  <a:lnTo>
                    <a:pt x="5962" y="3191"/>
                  </a:lnTo>
                  <a:cubicBezTo>
                    <a:pt x="6096" y="2898"/>
                    <a:pt x="6164" y="2580"/>
                    <a:pt x="6164" y="2253"/>
                  </a:cubicBezTo>
                  <a:lnTo>
                    <a:pt x="6164" y="193"/>
                  </a:lnTo>
                  <a:cubicBezTo>
                    <a:pt x="6164" y="88"/>
                    <a:pt x="6077" y="1"/>
                    <a:pt x="5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87"/>
            <p:cNvSpPr/>
            <p:nvPr/>
          </p:nvSpPr>
          <p:spPr>
            <a:xfrm>
              <a:off x="3221621" y="1836452"/>
              <a:ext cx="10124" cy="20956"/>
            </a:xfrm>
            <a:custGeom>
              <a:rect b="b" l="l" r="r" t="t"/>
              <a:pathLst>
                <a:path extrusionOk="0" h="799" w="386">
                  <a:moveTo>
                    <a:pt x="193" y="1"/>
                  </a:moveTo>
                  <a:cubicBezTo>
                    <a:pt x="87" y="1"/>
                    <a:pt x="0" y="88"/>
                    <a:pt x="0" y="193"/>
                  </a:cubicBezTo>
                  <a:lnTo>
                    <a:pt x="0" y="607"/>
                  </a:lnTo>
                  <a:cubicBezTo>
                    <a:pt x="0" y="735"/>
                    <a:pt x="97" y="799"/>
                    <a:pt x="193" y="799"/>
                  </a:cubicBezTo>
                  <a:cubicBezTo>
                    <a:pt x="289" y="799"/>
                    <a:pt x="385" y="735"/>
                    <a:pt x="385" y="607"/>
                  </a:cubicBezTo>
                  <a:lnTo>
                    <a:pt x="385" y="193"/>
                  </a:lnTo>
                  <a:cubicBezTo>
                    <a:pt x="385" y="88"/>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87"/>
            <p:cNvSpPr/>
            <p:nvPr/>
          </p:nvSpPr>
          <p:spPr>
            <a:xfrm>
              <a:off x="3340615" y="1836452"/>
              <a:ext cx="10124" cy="20956"/>
            </a:xfrm>
            <a:custGeom>
              <a:rect b="b" l="l" r="r" t="t"/>
              <a:pathLst>
                <a:path extrusionOk="0" h="799" w="386">
                  <a:moveTo>
                    <a:pt x="193" y="1"/>
                  </a:moveTo>
                  <a:cubicBezTo>
                    <a:pt x="88" y="1"/>
                    <a:pt x="1" y="88"/>
                    <a:pt x="1" y="193"/>
                  </a:cubicBezTo>
                  <a:lnTo>
                    <a:pt x="1" y="607"/>
                  </a:lnTo>
                  <a:cubicBezTo>
                    <a:pt x="1" y="735"/>
                    <a:pt x="97" y="799"/>
                    <a:pt x="193" y="799"/>
                  </a:cubicBezTo>
                  <a:cubicBezTo>
                    <a:pt x="290" y="799"/>
                    <a:pt x="386" y="735"/>
                    <a:pt x="386" y="607"/>
                  </a:cubicBezTo>
                  <a:lnTo>
                    <a:pt x="386" y="193"/>
                  </a:lnTo>
                  <a:cubicBezTo>
                    <a:pt x="386" y="88"/>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87"/>
            <p:cNvSpPr/>
            <p:nvPr/>
          </p:nvSpPr>
          <p:spPr>
            <a:xfrm>
              <a:off x="3115872" y="1511808"/>
              <a:ext cx="316277" cy="275756"/>
            </a:xfrm>
            <a:custGeom>
              <a:rect b="b" l="l" r="r" t="t"/>
              <a:pathLst>
                <a:path extrusionOk="0" h="10514" w="12059">
                  <a:moveTo>
                    <a:pt x="4663" y="720"/>
                  </a:moveTo>
                  <a:cubicBezTo>
                    <a:pt x="4350" y="994"/>
                    <a:pt x="4076" y="1307"/>
                    <a:pt x="3854" y="1658"/>
                  </a:cubicBezTo>
                  <a:cubicBezTo>
                    <a:pt x="3681" y="1918"/>
                    <a:pt x="3537" y="2193"/>
                    <a:pt x="3412" y="2476"/>
                  </a:cubicBezTo>
                  <a:lnTo>
                    <a:pt x="2344" y="2476"/>
                  </a:lnTo>
                  <a:cubicBezTo>
                    <a:pt x="2935" y="1683"/>
                    <a:pt x="3739" y="1071"/>
                    <a:pt x="4663" y="720"/>
                  </a:cubicBezTo>
                  <a:close/>
                  <a:moveTo>
                    <a:pt x="6299" y="398"/>
                  </a:moveTo>
                  <a:lnTo>
                    <a:pt x="6299" y="2476"/>
                  </a:lnTo>
                  <a:lnTo>
                    <a:pt x="3835" y="2476"/>
                  </a:lnTo>
                  <a:cubicBezTo>
                    <a:pt x="4403" y="1283"/>
                    <a:pt x="5293" y="484"/>
                    <a:pt x="6299" y="398"/>
                  </a:cubicBezTo>
                  <a:close/>
                  <a:moveTo>
                    <a:pt x="6689" y="393"/>
                  </a:moveTo>
                  <a:cubicBezTo>
                    <a:pt x="7699" y="484"/>
                    <a:pt x="8584" y="1283"/>
                    <a:pt x="9152" y="2476"/>
                  </a:cubicBezTo>
                  <a:lnTo>
                    <a:pt x="6689" y="2476"/>
                  </a:lnTo>
                  <a:lnTo>
                    <a:pt x="6689" y="393"/>
                  </a:lnTo>
                  <a:close/>
                  <a:moveTo>
                    <a:pt x="8329" y="720"/>
                  </a:moveTo>
                  <a:lnTo>
                    <a:pt x="8329" y="720"/>
                  </a:lnTo>
                  <a:cubicBezTo>
                    <a:pt x="9253" y="1071"/>
                    <a:pt x="10057" y="1683"/>
                    <a:pt x="10644" y="2476"/>
                  </a:cubicBezTo>
                  <a:lnTo>
                    <a:pt x="9580" y="2476"/>
                  </a:lnTo>
                  <a:cubicBezTo>
                    <a:pt x="9455" y="2193"/>
                    <a:pt x="9306" y="1918"/>
                    <a:pt x="9138" y="1658"/>
                  </a:cubicBezTo>
                  <a:cubicBezTo>
                    <a:pt x="8912" y="1307"/>
                    <a:pt x="8642" y="994"/>
                    <a:pt x="8329" y="720"/>
                  </a:cubicBezTo>
                  <a:close/>
                  <a:moveTo>
                    <a:pt x="3253" y="2861"/>
                  </a:moveTo>
                  <a:cubicBezTo>
                    <a:pt x="2964" y="3665"/>
                    <a:pt x="2810" y="4512"/>
                    <a:pt x="2796" y="5363"/>
                  </a:cubicBezTo>
                  <a:lnTo>
                    <a:pt x="1328" y="5363"/>
                  </a:lnTo>
                  <a:cubicBezTo>
                    <a:pt x="1357" y="4478"/>
                    <a:pt x="1617" y="3617"/>
                    <a:pt x="2084" y="2861"/>
                  </a:cubicBezTo>
                  <a:close/>
                  <a:moveTo>
                    <a:pt x="10908" y="2861"/>
                  </a:moveTo>
                  <a:cubicBezTo>
                    <a:pt x="11370" y="3617"/>
                    <a:pt x="11630" y="4478"/>
                    <a:pt x="11664" y="5363"/>
                  </a:cubicBezTo>
                  <a:lnTo>
                    <a:pt x="10191" y="5363"/>
                  </a:lnTo>
                  <a:cubicBezTo>
                    <a:pt x="10177" y="4512"/>
                    <a:pt x="10023" y="3665"/>
                    <a:pt x="9734" y="2861"/>
                  </a:cubicBezTo>
                  <a:close/>
                  <a:moveTo>
                    <a:pt x="2796" y="5748"/>
                  </a:moveTo>
                  <a:cubicBezTo>
                    <a:pt x="2810" y="6542"/>
                    <a:pt x="2945" y="7331"/>
                    <a:pt x="3195" y="8087"/>
                  </a:cubicBezTo>
                  <a:cubicBezTo>
                    <a:pt x="3214" y="8145"/>
                    <a:pt x="3234" y="8198"/>
                    <a:pt x="3258" y="8251"/>
                  </a:cubicBezTo>
                  <a:lnTo>
                    <a:pt x="2079" y="8251"/>
                  </a:lnTo>
                  <a:cubicBezTo>
                    <a:pt x="1617" y="7495"/>
                    <a:pt x="1357" y="6634"/>
                    <a:pt x="1328" y="5748"/>
                  </a:cubicBezTo>
                  <a:close/>
                  <a:moveTo>
                    <a:pt x="11664" y="5753"/>
                  </a:moveTo>
                  <a:cubicBezTo>
                    <a:pt x="11630" y="6605"/>
                    <a:pt x="11390" y="7442"/>
                    <a:pt x="10952" y="8178"/>
                  </a:cubicBezTo>
                  <a:lnTo>
                    <a:pt x="10952" y="8183"/>
                  </a:lnTo>
                  <a:cubicBezTo>
                    <a:pt x="10937" y="8207"/>
                    <a:pt x="10923" y="8231"/>
                    <a:pt x="10908" y="8255"/>
                  </a:cubicBezTo>
                  <a:lnTo>
                    <a:pt x="9734" y="8255"/>
                  </a:lnTo>
                  <a:cubicBezTo>
                    <a:pt x="9754" y="8198"/>
                    <a:pt x="9773" y="8145"/>
                    <a:pt x="9792" y="8087"/>
                  </a:cubicBezTo>
                  <a:cubicBezTo>
                    <a:pt x="10047" y="7336"/>
                    <a:pt x="10182" y="6547"/>
                    <a:pt x="10196" y="5753"/>
                  </a:cubicBezTo>
                  <a:close/>
                  <a:moveTo>
                    <a:pt x="6504" y="0"/>
                  </a:moveTo>
                  <a:cubicBezTo>
                    <a:pt x="4804" y="0"/>
                    <a:pt x="3115" y="773"/>
                    <a:pt x="2016" y="2274"/>
                  </a:cubicBezTo>
                  <a:cubicBezTo>
                    <a:pt x="0" y="5022"/>
                    <a:pt x="910" y="8915"/>
                    <a:pt x="3931" y="10488"/>
                  </a:cubicBezTo>
                  <a:cubicBezTo>
                    <a:pt x="3964" y="10506"/>
                    <a:pt x="3996" y="10513"/>
                    <a:pt x="4026" y="10513"/>
                  </a:cubicBezTo>
                  <a:cubicBezTo>
                    <a:pt x="4201" y="10513"/>
                    <a:pt x="4303" y="10249"/>
                    <a:pt x="4109" y="10146"/>
                  </a:cubicBezTo>
                  <a:cubicBezTo>
                    <a:pt x="3412" y="9785"/>
                    <a:pt x="2805" y="9271"/>
                    <a:pt x="2339" y="8640"/>
                  </a:cubicBezTo>
                  <a:lnTo>
                    <a:pt x="3412" y="8640"/>
                  </a:lnTo>
                  <a:cubicBezTo>
                    <a:pt x="3628" y="9141"/>
                    <a:pt x="3922" y="9607"/>
                    <a:pt x="4283" y="10021"/>
                  </a:cubicBezTo>
                  <a:cubicBezTo>
                    <a:pt x="4324" y="10069"/>
                    <a:pt x="4374" y="10089"/>
                    <a:pt x="4421" y="10089"/>
                  </a:cubicBezTo>
                  <a:cubicBezTo>
                    <a:pt x="4566" y="10089"/>
                    <a:pt x="4698" y="9906"/>
                    <a:pt x="4571" y="9761"/>
                  </a:cubicBezTo>
                  <a:cubicBezTo>
                    <a:pt x="4273" y="9425"/>
                    <a:pt x="4028" y="9044"/>
                    <a:pt x="3835" y="8640"/>
                  </a:cubicBezTo>
                  <a:cubicBezTo>
                    <a:pt x="4076" y="8607"/>
                    <a:pt x="4052" y="8255"/>
                    <a:pt x="3811" y="8255"/>
                  </a:cubicBezTo>
                  <a:lnTo>
                    <a:pt x="3672" y="8255"/>
                  </a:lnTo>
                  <a:cubicBezTo>
                    <a:pt x="3364" y="7457"/>
                    <a:pt x="3200" y="6610"/>
                    <a:pt x="3181" y="5753"/>
                  </a:cubicBezTo>
                  <a:lnTo>
                    <a:pt x="3397" y="5753"/>
                  </a:lnTo>
                  <a:cubicBezTo>
                    <a:pt x="3657" y="5753"/>
                    <a:pt x="3657" y="5363"/>
                    <a:pt x="3397" y="5363"/>
                  </a:cubicBezTo>
                  <a:lnTo>
                    <a:pt x="3181" y="5363"/>
                  </a:lnTo>
                  <a:cubicBezTo>
                    <a:pt x="3195" y="4507"/>
                    <a:pt x="3359" y="3660"/>
                    <a:pt x="3667" y="2861"/>
                  </a:cubicBezTo>
                  <a:lnTo>
                    <a:pt x="6299" y="2861"/>
                  </a:lnTo>
                  <a:lnTo>
                    <a:pt x="6299" y="3290"/>
                  </a:lnTo>
                  <a:cubicBezTo>
                    <a:pt x="6299" y="3417"/>
                    <a:pt x="6396" y="3481"/>
                    <a:pt x="6494" y="3481"/>
                  </a:cubicBezTo>
                  <a:cubicBezTo>
                    <a:pt x="6591" y="3481"/>
                    <a:pt x="6689" y="3417"/>
                    <a:pt x="6689" y="3290"/>
                  </a:cubicBezTo>
                  <a:lnTo>
                    <a:pt x="6689" y="2861"/>
                  </a:lnTo>
                  <a:lnTo>
                    <a:pt x="9321" y="2861"/>
                  </a:lnTo>
                  <a:cubicBezTo>
                    <a:pt x="9628" y="3660"/>
                    <a:pt x="9792" y="4507"/>
                    <a:pt x="9807" y="5363"/>
                  </a:cubicBezTo>
                  <a:lnTo>
                    <a:pt x="9590" y="5363"/>
                  </a:lnTo>
                  <a:cubicBezTo>
                    <a:pt x="9330" y="5363"/>
                    <a:pt x="9330" y="5748"/>
                    <a:pt x="9590" y="5748"/>
                  </a:cubicBezTo>
                  <a:lnTo>
                    <a:pt x="9807" y="5748"/>
                  </a:lnTo>
                  <a:cubicBezTo>
                    <a:pt x="9792" y="6605"/>
                    <a:pt x="9624" y="7452"/>
                    <a:pt x="9321" y="8251"/>
                  </a:cubicBezTo>
                  <a:lnTo>
                    <a:pt x="9176" y="8251"/>
                  </a:lnTo>
                  <a:cubicBezTo>
                    <a:pt x="8936" y="8255"/>
                    <a:pt x="8916" y="8602"/>
                    <a:pt x="9152" y="8635"/>
                  </a:cubicBezTo>
                  <a:cubicBezTo>
                    <a:pt x="8964" y="9044"/>
                    <a:pt x="8714" y="9425"/>
                    <a:pt x="8421" y="9761"/>
                  </a:cubicBezTo>
                  <a:cubicBezTo>
                    <a:pt x="8290" y="9906"/>
                    <a:pt x="8422" y="10087"/>
                    <a:pt x="8569" y="10087"/>
                  </a:cubicBezTo>
                  <a:cubicBezTo>
                    <a:pt x="8617" y="10087"/>
                    <a:pt x="8667" y="10068"/>
                    <a:pt x="8709" y="10021"/>
                  </a:cubicBezTo>
                  <a:cubicBezTo>
                    <a:pt x="9066" y="9607"/>
                    <a:pt x="9359" y="9141"/>
                    <a:pt x="9576" y="8640"/>
                  </a:cubicBezTo>
                  <a:lnTo>
                    <a:pt x="10649" y="8640"/>
                  </a:lnTo>
                  <a:cubicBezTo>
                    <a:pt x="10225" y="9208"/>
                    <a:pt x="9691" y="9684"/>
                    <a:pt x="9080" y="10040"/>
                  </a:cubicBezTo>
                  <a:cubicBezTo>
                    <a:pt x="8893" y="10146"/>
                    <a:pt x="9001" y="10402"/>
                    <a:pt x="9172" y="10402"/>
                  </a:cubicBezTo>
                  <a:cubicBezTo>
                    <a:pt x="9204" y="10402"/>
                    <a:pt x="9238" y="10393"/>
                    <a:pt x="9272" y="10373"/>
                  </a:cubicBezTo>
                  <a:cubicBezTo>
                    <a:pt x="10990" y="9381"/>
                    <a:pt x="12054" y="7548"/>
                    <a:pt x="12054" y="5561"/>
                  </a:cubicBezTo>
                  <a:cubicBezTo>
                    <a:pt x="12058" y="4084"/>
                    <a:pt x="11471" y="2669"/>
                    <a:pt x="10427" y="1625"/>
                  </a:cubicBezTo>
                  <a:cubicBezTo>
                    <a:pt x="9334" y="533"/>
                    <a:pt x="7915" y="0"/>
                    <a:pt x="6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9" name="Google Shape;14389;p87"/>
          <p:cNvGrpSpPr/>
          <p:nvPr/>
        </p:nvGrpSpPr>
        <p:grpSpPr>
          <a:xfrm>
            <a:off x="3561975" y="1511782"/>
            <a:ext cx="349088" cy="345652"/>
            <a:chOff x="3561975" y="1511782"/>
            <a:chExt cx="349088" cy="345652"/>
          </a:xfrm>
        </p:grpSpPr>
        <p:sp>
          <p:nvSpPr>
            <p:cNvPr id="14390" name="Google Shape;14390;p87"/>
            <p:cNvSpPr/>
            <p:nvPr/>
          </p:nvSpPr>
          <p:spPr>
            <a:xfrm>
              <a:off x="3628488" y="1576485"/>
              <a:ext cx="216088" cy="216220"/>
            </a:xfrm>
            <a:custGeom>
              <a:rect b="b" l="l" r="r" t="t"/>
              <a:pathLst>
                <a:path extrusionOk="0" h="8244" w="8239">
                  <a:moveTo>
                    <a:pt x="4119" y="1"/>
                  </a:moveTo>
                  <a:cubicBezTo>
                    <a:pt x="1843" y="1"/>
                    <a:pt x="0" y="1849"/>
                    <a:pt x="0" y="4120"/>
                  </a:cubicBezTo>
                  <a:cubicBezTo>
                    <a:pt x="0" y="6396"/>
                    <a:pt x="1843" y="8243"/>
                    <a:pt x="4119" y="8243"/>
                  </a:cubicBezTo>
                  <a:cubicBezTo>
                    <a:pt x="6395" y="8243"/>
                    <a:pt x="8238" y="6396"/>
                    <a:pt x="8238" y="4120"/>
                  </a:cubicBezTo>
                  <a:cubicBezTo>
                    <a:pt x="8238" y="1849"/>
                    <a:pt x="6395" y="1"/>
                    <a:pt x="4119"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87"/>
            <p:cNvSpPr/>
            <p:nvPr/>
          </p:nvSpPr>
          <p:spPr>
            <a:xfrm>
              <a:off x="3671659" y="1652204"/>
              <a:ext cx="129747" cy="129643"/>
            </a:xfrm>
            <a:custGeom>
              <a:rect b="b" l="l" r="r" t="t"/>
              <a:pathLst>
                <a:path extrusionOk="0" h="4943" w="4947">
                  <a:moveTo>
                    <a:pt x="2473" y="1"/>
                  </a:moveTo>
                  <a:cubicBezTo>
                    <a:pt x="1107" y="1"/>
                    <a:pt x="0" y="1108"/>
                    <a:pt x="0" y="2469"/>
                  </a:cubicBezTo>
                  <a:cubicBezTo>
                    <a:pt x="0" y="3836"/>
                    <a:pt x="1107" y="4943"/>
                    <a:pt x="2473" y="4943"/>
                  </a:cubicBezTo>
                  <a:cubicBezTo>
                    <a:pt x="3840" y="4943"/>
                    <a:pt x="4947" y="3836"/>
                    <a:pt x="4947" y="2469"/>
                  </a:cubicBezTo>
                  <a:cubicBezTo>
                    <a:pt x="4947" y="1108"/>
                    <a:pt x="3840" y="1"/>
                    <a:pt x="24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87"/>
            <p:cNvSpPr/>
            <p:nvPr/>
          </p:nvSpPr>
          <p:spPr>
            <a:xfrm>
              <a:off x="3704076" y="1727818"/>
              <a:ext cx="64887" cy="102628"/>
            </a:xfrm>
            <a:custGeom>
              <a:rect b="b" l="l" r="r" t="t"/>
              <a:pathLst>
                <a:path extrusionOk="0" h="3913" w="2474">
                  <a:moveTo>
                    <a:pt x="824" y="0"/>
                  </a:moveTo>
                  <a:lnTo>
                    <a:pt x="824" y="395"/>
                  </a:lnTo>
                  <a:cubicBezTo>
                    <a:pt x="824" y="472"/>
                    <a:pt x="780" y="544"/>
                    <a:pt x="713" y="578"/>
                  </a:cubicBezTo>
                  <a:lnTo>
                    <a:pt x="222" y="837"/>
                  </a:lnTo>
                  <a:cubicBezTo>
                    <a:pt x="87" y="905"/>
                    <a:pt x="1" y="1049"/>
                    <a:pt x="1" y="1198"/>
                  </a:cubicBezTo>
                  <a:lnTo>
                    <a:pt x="1" y="2608"/>
                  </a:lnTo>
                  <a:cubicBezTo>
                    <a:pt x="1" y="3056"/>
                    <a:pt x="135" y="3493"/>
                    <a:pt x="381" y="3864"/>
                  </a:cubicBezTo>
                  <a:lnTo>
                    <a:pt x="415" y="3912"/>
                  </a:lnTo>
                  <a:lnTo>
                    <a:pt x="2060" y="3912"/>
                  </a:lnTo>
                  <a:lnTo>
                    <a:pt x="2094" y="3864"/>
                  </a:lnTo>
                  <a:cubicBezTo>
                    <a:pt x="2339" y="3493"/>
                    <a:pt x="2474" y="3056"/>
                    <a:pt x="2474" y="2608"/>
                  </a:cubicBezTo>
                  <a:lnTo>
                    <a:pt x="2474" y="1198"/>
                  </a:lnTo>
                  <a:cubicBezTo>
                    <a:pt x="2474" y="1049"/>
                    <a:pt x="2387" y="905"/>
                    <a:pt x="2253" y="837"/>
                  </a:cubicBezTo>
                  <a:lnTo>
                    <a:pt x="1762" y="578"/>
                  </a:lnTo>
                  <a:cubicBezTo>
                    <a:pt x="1694" y="544"/>
                    <a:pt x="1651" y="472"/>
                    <a:pt x="1651" y="395"/>
                  </a:cubicBezTo>
                  <a:lnTo>
                    <a:pt x="1651"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87"/>
            <p:cNvSpPr/>
            <p:nvPr/>
          </p:nvSpPr>
          <p:spPr>
            <a:xfrm>
              <a:off x="3704207" y="1746098"/>
              <a:ext cx="64756" cy="84348"/>
            </a:xfrm>
            <a:custGeom>
              <a:rect b="b" l="l" r="r" t="t"/>
              <a:pathLst>
                <a:path extrusionOk="0" h="3216" w="2469">
                  <a:moveTo>
                    <a:pt x="482" y="1"/>
                  </a:moveTo>
                  <a:lnTo>
                    <a:pt x="222" y="140"/>
                  </a:lnTo>
                  <a:cubicBezTo>
                    <a:pt x="82" y="208"/>
                    <a:pt x="1" y="352"/>
                    <a:pt x="1" y="501"/>
                  </a:cubicBezTo>
                  <a:lnTo>
                    <a:pt x="1" y="1911"/>
                  </a:lnTo>
                  <a:cubicBezTo>
                    <a:pt x="1" y="2359"/>
                    <a:pt x="130" y="2796"/>
                    <a:pt x="381" y="3167"/>
                  </a:cubicBezTo>
                  <a:lnTo>
                    <a:pt x="410" y="3215"/>
                  </a:lnTo>
                  <a:lnTo>
                    <a:pt x="2060" y="3215"/>
                  </a:lnTo>
                  <a:lnTo>
                    <a:pt x="2089" y="3167"/>
                  </a:lnTo>
                  <a:cubicBezTo>
                    <a:pt x="2339" y="2796"/>
                    <a:pt x="2469" y="2359"/>
                    <a:pt x="2469" y="1911"/>
                  </a:cubicBezTo>
                  <a:lnTo>
                    <a:pt x="2469" y="501"/>
                  </a:lnTo>
                  <a:cubicBezTo>
                    <a:pt x="2469" y="347"/>
                    <a:pt x="2382" y="208"/>
                    <a:pt x="2248" y="140"/>
                  </a:cubicBezTo>
                  <a:lnTo>
                    <a:pt x="1988" y="1"/>
                  </a:lnTo>
                  <a:cubicBezTo>
                    <a:pt x="1783" y="220"/>
                    <a:pt x="1508" y="329"/>
                    <a:pt x="1233" y="329"/>
                  </a:cubicBezTo>
                  <a:cubicBezTo>
                    <a:pt x="958" y="329"/>
                    <a:pt x="684" y="220"/>
                    <a:pt x="482"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87"/>
            <p:cNvSpPr/>
            <p:nvPr/>
          </p:nvSpPr>
          <p:spPr>
            <a:xfrm>
              <a:off x="3714934" y="1684647"/>
              <a:ext cx="43197" cy="48600"/>
            </a:xfrm>
            <a:custGeom>
              <a:rect b="b" l="l" r="r" t="t"/>
              <a:pathLst>
                <a:path extrusionOk="0" h="1853" w="1647">
                  <a:moveTo>
                    <a:pt x="616" y="0"/>
                  </a:moveTo>
                  <a:cubicBezTo>
                    <a:pt x="275" y="0"/>
                    <a:pt x="1" y="275"/>
                    <a:pt x="1" y="616"/>
                  </a:cubicBezTo>
                  <a:lnTo>
                    <a:pt x="1" y="1030"/>
                  </a:lnTo>
                  <a:cubicBezTo>
                    <a:pt x="1" y="1482"/>
                    <a:pt x="366" y="1853"/>
                    <a:pt x="823" y="1853"/>
                  </a:cubicBezTo>
                  <a:cubicBezTo>
                    <a:pt x="1280" y="1853"/>
                    <a:pt x="1646" y="1482"/>
                    <a:pt x="1646" y="1030"/>
                  </a:cubicBezTo>
                  <a:lnTo>
                    <a:pt x="1646" y="616"/>
                  </a:lnTo>
                  <a:cubicBezTo>
                    <a:pt x="1646" y="275"/>
                    <a:pt x="1372" y="0"/>
                    <a:pt x="1030"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87"/>
            <p:cNvSpPr/>
            <p:nvPr/>
          </p:nvSpPr>
          <p:spPr>
            <a:xfrm>
              <a:off x="3714934" y="1684647"/>
              <a:ext cx="29690" cy="48600"/>
            </a:xfrm>
            <a:custGeom>
              <a:rect b="b" l="l" r="r" t="t"/>
              <a:pathLst>
                <a:path extrusionOk="0" h="1853" w="1132">
                  <a:moveTo>
                    <a:pt x="616" y="0"/>
                  </a:moveTo>
                  <a:cubicBezTo>
                    <a:pt x="275" y="0"/>
                    <a:pt x="1" y="275"/>
                    <a:pt x="1" y="616"/>
                  </a:cubicBezTo>
                  <a:lnTo>
                    <a:pt x="1" y="1030"/>
                  </a:lnTo>
                  <a:cubicBezTo>
                    <a:pt x="1" y="1501"/>
                    <a:pt x="388" y="1852"/>
                    <a:pt x="821" y="1852"/>
                  </a:cubicBezTo>
                  <a:cubicBezTo>
                    <a:pt x="923" y="1852"/>
                    <a:pt x="1028" y="1833"/>
                    <a:pt x="1131" y="1790"/>
                  </a:cubicBezTo>
                  <a:cubicBezTo>
                    <a:pt x="823" y="1665"/>
                    <a:pt x="616" y="1362"/>
                    <a:pt x="616" y="1030"/>
                  </a:cubicBezTo>
                  <a:lnTo>
                    <a:pt x="616" y="616"/>
                  </a:lnTo>
                  <a:cubicBezTo>
                    <a:pt x="616" y="313"/>
                    <a:pt x="838" y="58"/>
                    <a:pt x="1131" y="10"/>
                  </a:cubicBezTo>
                  <a:cubicBezTo>
                    <a:pt x="1098" y="0"/>
                    <a:pt x="1064" y="0"/>
                    <a:pt x="103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87"/>
            <p:cNvSpPr/>
            <p:nvPr/>
          </p:nvSpPr>
          <p:spPr>
            <a:xfrm>
              <a:off x="3714934" y="1830420"/>
              <a:ext cx="43197" cy="21585"/>
            </a:xfrm>
            <a:custGeom>
              <a:rect b="b" l="l" r="r" t="t"/>
              <a:pathLst>
                <a:path extrusionOk="0" h="823" w="1647">
                  <a:moveTo>
                    <a:pt x="1" y="0"/>
                  </a:moveTo>
                  <a:lnTo>
                    <a:pt x="1" y="621"/>
                  </a:lnTo>
                  <a:cubicBezTo>
                    <a:pt x="1" y="731"/>
                    <a:pt x="92" y="823"/>
                    <a:pt x="207" y="823"/>
                  </a:cubicBezTo>
                  <a:lnTo>
                    <a:pt x="1439" y="823"/>
                  </a:lnTo>
                  <a:cubicBezTo>
                    <a:pt x="1555" y="823"/>
                    <a:pt x="1646" y="731"/>
                    <a:pt x="1646" y="621"/>
                  </a:cubicBezTo>
                  <a:lnTo>
                    <a:pt x="164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87"/>
            <p:cNvSpPr/>
            <p:nvPr/>
          </p:nvSpPr>
          <p:spPr>
            <a:xfrm>
              <a:off x="3714934" y="1684647"/>
              <a:ext cx="43197" cy="21611"/>
            </a:xfrm>
            <a:custGeom>
              <a:rect b="b" l="l" r="r" t="t"/>
              <a:pathLst>
                <a:path extrusionOk="0" h="824" w="1647">
                  <a:moveTo>
                    <a:pt x="608" y="0"/>
                  </a:moveTo>
                  <a:cubicBezTo>
                    <a:pt x="270" y="0"/>
                    <a:pt x="1" y="278"/>
                    <a:pt x="1" y="616"/>
                  </a:cubicBezTo>
                  <a:cubicBezTo>
                    <a:pt x="1" y="616"/>
                    <a:pt x="616" y="823"/>
                    <a:pt x="1646" y="823"/>
                  </a:cubicBezTo>
                  <a:lnTo>
                    <a:pt x="1646" y="616"/>
                  </a:lnTo>
                  <a:cubicBezTo>
                    <a:pt x="1646" y="275"/>
                    <a:pt x="1372" y="0"/>
                    <a:pt x="1030" y="0"/>
                  </a:cubicBezTo>
                  <a:lnTo>
                    <a:pt x="616" y="0"/>
                  </a:lnTo>
                  <a:cubicBezTo>
                    <a:pt x="614" y="0"/>
                    <a:pt x="611" y="0"/>
                    <a:pt x="60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87"/>
            <p:cNvSpPr/>
            <p:nvPr/>
          </p:nvSpPr>
          <p:spPr>
            <a:xfrm>
              <a:off x="3714934" y="1684647"/>
              <a:ext cx="29690" cy="19592"/>
            </a:xfrm>
            <a:custGeom>
              <a:rect b="b" l="l" r="r" t="t"/>
              <a:pathLst>
                <a:path extrusionOk="0" h="747" w="1132">
                  <a:moveTo>
                    <a:pt x="616" y="0"/>
                  </a:moveTo>
                  <a:cubicBezTo>
                    <a:pt x="275" y="0"/>
                    <a:pt x="1" y="275"/>
                    <a:pt x="1" y="616"/>
                  </a:cubicBezTo>
                  <a:cubicBezTo>
                    <a:pt x="203" y="674"/>
                    <a:pt x="410" y="722"/>
                    <a:pt x="616" y="746"/>
                  </a:cubicBezTo>
                  <a:lnTo>
                    <a:pt x="616" y="616"/>
                  </a:lnTo>
                  <a:cubicBezTo>
                    <a:pt x="616" y="313"/>
                    <a:pt x="838" y="58"/>
                    <a:pt x="1131" y="10"/>
                  </a:cubicBezTo>
                  <a:cubicBezTo>
                    <a:pt x="1098" y="0"/>
                    <a:pt x="1064" y="0"/>
                    <a:pt x="103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87"/>
            <p:cNvSpPr/>
            <p:nvPr/>
          </p:nvSpPr>
          <p:spPr>
            <a:xfrm>
              <a:off x="3704076" y="1753940"/>
              <a:ext cx="16314" cy="76506"/>
            </a:xfrm>
            <a:custGeom>
              <a:rect b="b" l="l" r="r" t="t"/>
              <a:pathLst>
                <a:path extrusionOk="0" h="2917" w="622">
                  <a:moveTo>
                    <a:pt x="58" y="0"/>
                  </a:moveTo>
                  <a:cubicBezTo>
                    <a:pt x="20" y="63"/>
                    <a:pt x="1" y="130"/>
                    <a:pt x="1" y="202"/>
                  </a:cubicBezTo>
                  <a:lnTo>
                    <a:pt x="1" y="1612"/>
                  </a:lnTo>
                  <a:cubicBezTo>
                    <a:pt x="1" y="2060"/>
                    <a:pt x="135" y="2497"/>
                    <a:pt x="381" y="2868"/>
                  </a:cubicBezTo>
                  <a:lnTo>
                    <a:pt x="415" y="2916"/>
                  </a:lnTo>
                  <a:lnTo>
                    <a:pt x="621" y="2916"/>
                  </a:lnTo>
                  <a:lnTo>
                    <a:pt x="621" y="645"/>
                  </a:lnTo>
                  <a:cubicBezTo>
                    <a:pt x="621" y="520"/>
                    <a:pt x="564" y="399"/>
                    <a:pt x="463" y="323"/>
                  </a:cubicBezTo>
                  <a:lnTo>
                    <a:pt x="58" y="0"/>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87"/>
            <p:cNvSpPr/>
            <p:nvPr/>
          </p:nvSpPr>
          <p:spPr>
            <a:xfrm>
              <a:off x="3752675" y="1753940"/>
              <a:ext cx="16287" cy="76506"/>
            </a:xfrm>
            <a:custGeom>
              <a:rect b="b" l="l" r="r" t="t"/>
              <a:pathLst>
                <a:path extrusionOk="0" h="2917" w="621">
                  <a:moveTo>
                    <a:pt x="563" y="0"/>
                  </a:moveTo>
                  <a:lnTo>
                    <a:pt x="159" y="323"/>
                  </a:lnTo>
                  <a:cubicBezTo>
                    <a:pt x="58" y="399"/>
                    <a:pt x="0" y="520"/>
                    <a:pt x="0" y="645"/>
                  </a:cubicBezTo>
                  <a:lnTo>
                    <a:pt x="0" y="2916"/>
                  </a:lnTo>
                  <a:lnTo>
                    <a:pt x="207" y="2916"/>
                  </a:lnTo>
                  <a:lnTo>
                    <a:pt x="241" y="2868"/>
                  </a:lnTo>
                  <a:cubicBezTo>
                    <a:pt x="486" y="2497"/>
                    <a:pt x="621" y="2060"/>
                    <a:pt x="621" y="1612"/>
                  </a:cubicBezTo>
                  <a:lnTo>
                    <a:pt x="621" y="202"/>
                  </a:lnTo>
                  <a:cubicBezTo>
                    <a:pt x="621" y="130"/>
                    <a:pt x="602" y="63"/>
                    <a:pt x="563"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87"/>
            <p:cNvSpPr/>
            <p:nvPr/>
          </p:nvSpPr>
          <p:spPr>
            <a:xfrm>
              <a:off x="3610444" y="1571318"/>
              <a:ext cx="244729" cy="286116"/>
            </a:xfrm>
            <a:custGeom>
              <a:rect b="b" l="l" r="r" t="t"/>
              <a:pathLst>
                <a:path extrusionOk="0" h="10909" w="9331">
                  <a:moveTo>
                    <a:pt x="5014" y="4509"/>
                  </a:moveTo>
                  <a:cubicBezTo>
                    <a:pt x="5250" y="4509"/>
                    <a:pt x="5438" y="4702"/>
                    <a:pt x="5438" y="4937"/>
                  </a:cubicBezTo>
                  <a:lnTo>
                    <a:pt x="5438" y="5351"/>
                  </a:lnTo>
                  <a:cubicBezTo>
                    <a:pt x="5442" y="5698"/>
                    <a:pt x="5159" y="5982"/>
                    <a:pt x="4807" y="5982"/>
                  </a:cubicBezTo>
                  <a:cubicBezTo>
                    <a:pt x="4456" y="5982"/>
                    <a:pt x="4177" y="5698"/>
                    <a:pt x="4177" y="5351"/>
                  </a:cubicBezTo>
                  <a:lnTo>
                    <a:pt x="4177" y="4937"/>
                  </a:lnTo>
                  <a:cubicBezTo>
                    <a:pt x="4177" y="4702"/>
                    <a:pt x="4365" y="4509"/>
                    <a:pt x="4600" y="4509"/>
                  </a:cubicBezTo>
                  <a:close/>
                  <a:moveTo>
                    <a:pt x="5029" y="6366"/>
                  </a:moveTo>
                  <a:lnTo>
                    <a:pt x="5029" y="6458"/>
                  </a:lnTo>
                  <a:cubicBezTo>
                    <a:pt x="5029" y="6530"/>
                    <a:pt x="5043" y="6597"/>
                    <a:pt x="5082" y="6660"/>
                  </a:cubicBezTo>
                  <a:lnTo>
                    <a:pt x="4817" y="6925"/>
                  </a:lnTo>
                  <a:cubicBezTo>
                    <a:pt x="4815" y="6927"/>
                    <a:pt x="4811" y="6928"/>
                    <a:pt x="4807" y="6928"/>
                  </a:cubicBezTo>
                  <a:cubicBezTo>
                    <a:pt x="4804" y="6928"/>
                    <a:pt x="4800" y="6927"/>
                    <a:pt x="4798" y="6925"/>
                  </a:cubicBezTo>
                  <a:lnTo>
                    <a:pt x="4533" y="6660"/>
                  </a:lnTo>
                  <a:cubicBezTo>
                    <a:pt x="4567" y="6597"/>
                    <a:pt x="4586" y="6530"/>
                    <a:pt x="4586" y="6458"/>
                  </a:cubicBezTo>
                  <a:lnTo>
                    <a:pt x="4586" y="6371"/>
                  </a:lnTo>
                  <a:lnTo>
                    <a:pt x="5029" y="6366"/>
                  </a:lnTo>
                  <a:close/>
                  <a:moveTo>
                    <a:pt x="4803" y="380"/>
                  </a:moveTo>
                  <a:cubicBezTo>
                    <a:pt x="6260" y="380"/>
                    <a:pt x="7604" y="1186"/>
                    <a:pt x="8286" y="2474"/>
                  </a:cubicBezTo>
                  <a:cubicBezTo>
                    <a:pt x="8974" y="3773"/>
                    <a:pt x="8883" y="5351"/>
                    <a:pt x="8041" y="6559"/>
                  </a:cubicBezTo>
                  <a:lnTo>
                    <a:pt x="8036" y="6564"/>
                  </a:lnTo>
                  <a:cubicBezTo>
                    <a:pt x="7593" y="7209"/>
                    <a:pt x="6963" y="7699"/>
                    <a:pt x="6232" y="7983"/>
                  </a:cubicBezTo>
                  <a:cubicBezTo>
                    <a:pt x="6005" y="8075"/>
                    <a:pt x="5851" y="8301"/>
                    <a:pt x="5851" y="8546"/>
                  </a:cubicBezTo>
                  <a:lnTo>
                    <a:pt x="5851" y="9085"/>
                  </a:lnTo>
                  <a:cubicBezTo>
                    <a:pt x="5851" y="9167"/>
                    <a:pt x="5827" y="9249"/>
                    <a:pt x="5779" y="9321"/>
                  </a:cubicBezTo>
                  <a:lnTo>
                    <a:pt x="5577" y="9629"/>
                  </a:lnTo>
                  <a:cubicBezTo>
                    <a:pt x="5563" y="9648"/>
                    <a:pt x="5548" y="9672"/>
                    <a:pt x="5534" y="9696"/>
                  </a:cubicBezTo>
                  <a:lnTo>
                    <a:pt x="4081" y="9696"/>
                  </a:lnTo>
                  <a:cubicBezTo>
                    <a:pt x="4066" y="9672"/>
                    <a:pt x="4052" y="9648"/>
                    <a:pt x="4037" y="9629"/>
                  </a:cubicBezTo>
                  <a:lnTo>
                    <a:pt x="3831" y="9321"/>
                  </a:lnTo>
                  <a:cubicBezTo>
                    <a:pt x="3787" y="9249"/>
                    <a:pt x="3758" y="9167"/>
                    <a:pt x="3758" y="9085"/>
                  </a:cubicBezTo>
                  <a:lnTo>
                    <a:pt x="3758" y="7257"/>
                  </a:lnTo>
                  <a:cubicBezTo>
                    <a:pt x="3758" y="7175"/>
                    <a:pt x="3806" y="7098"/>
                    <a:pt x="3879" y="7059"/>
                  </a:cubicBezTo>
                  <a:lnTo>
                    <a:pt x="4215" y="6891"/>
                  </a:lnTo>
                  <a:lnTo>
                    <a:pt x="4523" y="7199"/>
                  </a:lnTo>
                  <a:cubicBezTo>
                    <a:pt x="4600" y="7276"/>
                    <a:pt x="4703" y="7314"/>
                    <a:pt x="4805" y="7314"/>
                  </a:cubicBezTo>
                  <a:cubicBezTo>
                    <a:pt x="4907" y="7314"/>
                    <a:pt x="5009" y="7276"/>
                    <a:pt x="5086" y="7199"/>
                  </a:cubicBezTo>
                  <a:lnTo>
                    <a:pt x="5394" y="6891"/>
                  </a:lnTo>
                  <a:lnTo>
                    <a:pt x="5726" y="7059"/>
                  </a:lnTo>
                  <a:cubicBezTo>
                    <a:pt x="5803" y="7098"/>
                    <a:pt x="5851" y="7175"/>
                    <a:pt x="5847" y="7257"/>
                  </a:cubicBezTo>
                  <a:lnTo>
                    <a:pt x="5847" y="7415"/>
                  </a:lnTo>
                  <a:cubicBezTo>
                    <a:pt x="5847" y="7543"/>
                    <a:pt x="5944" y="7607"/>
                    <a:pt x="6042" y="7607"/>
                  </a:cubicBezTo>
                  <a:cubicBezTo>
                    <a:pt x="6139" y="7607"/>
                    <a:pt x="6236" y="7543"/>
                    <a:pt x="6236" y="7415"/>
                  </a:cubicBezTo>
                  <a:lnTo>
                    <a:pt x="6236" y="7257"/>
                  </a:lnTo>
                  <a:cubicBezTo>
                    <a:pt x="6236" y="7026"/>
                    <a:pt x="6107" y="6819"/>
                    <a:pt x="5900" y="6718"/>
                  </a:cubicBezTo>
                  <a:lnTo>
                    <a:pt x="5418" y="6477"/>
                  </a:lnTo>
                  <a:cubicBezTo>
                    <a:pt x="5414" y="6472"/>
                    <a:pt x="5409" y="6468"/>
                    <a:pt x="5414" y="6463"/>
                  </a:cubicBezTo>
                  <a:lnTo>
                    <a:pt x="5414" y="6169"/>
                  </a:lnTo>
                  <a:cubicBezTo>
                    <a:pt x="5669" y="5977"/>
                    <a:pt x="5823" y="5674"/>
                    <a:pt x="5823" y="5351"/>
                  </a:cubicBezTo>
                  <a:lnTo>
                    <a:pt x="5823" y="4937"/>
                  </a:lnTo>
                  <a:cubicBezTo>
                    <a:pt x="5823" y="4490"/>
                    <a:pt x="5462" y="4129"/>
                    <a:pt x="5009" y="4129"/>
                  </a:cubicBezTo>
                  <a:lnTo>
                    <a:pt x="4600" y="4129"/>
                  </a:lnTo>
                  <a:cubicBezTo>
                    <a:pt x="4153" y="4129"/>
                    <a:pt x="3787" y="4490"/>
                    <a:pt x="3787" y="4937"/>
                  </a:cubicBezTo>
                  <a:lnTo>
                    <a:pt x="3787" y="5351"/>
                  </a:lnTo>
                  <a:cubicBezTo>
                    <a:pt x="3787" y="5674"/>
                    <a:pt x="3941" y="5977"/>
                    <a:pt x="4201" y="6169"/>
                  </a:cubicBezTo>
                  <a:lnTo>
                    <a:pt x="4201" y="6458"/>
                  </a:lnTo>
                  <a:cubicBezTo>
                    <a:pt x="4201" y="6463"/>
                    <a:pt x="4196" y="6468"/>
                    <a:pt x="4191" y="6472"/>
                  </a:cubicBezTo>
                  <a:lnTo>
                    <a:pt x="3710" y="6713"/>
                  </a:lnTo>
                  <a:cubicBezTo>
                    <a:pt x="3503" y="6814"/>
                    <a:pt x="3373" y="7026"/>
                    <a:pt x="3378" y="7252"/>
                  </a:cubicBezTo>
                  <a:lnTo>
                    <a:pt x="3378" y="7983"/>
                  </a:lnTo>
                  <a:cubicBezTo>
                    <a:pt x="2681" y="7704"/>
                    <a:pt x="2074" y="7237"/>
                    <a:pt x="1632" y="6636"/>
                  </a:cubicBezTo>
                  <a:cubicBezTo>
                    <a:pt x="765" y="5443"/>
                    <a:pt x="636" y="3869"/>
                    <a:pt x="1295" y="2556"/>
                  </a:cubicBezTo>
                  <a:cubicBezTo>
                    <a:pt x="1954" y="1237"/>
                    <a:pt x="3292" y="400"/>
                    <a:pt x="4764" y="381"/>
                  </a:cubicBezTo>
                  <a:cubicBezTo>
                    <a:pt x="4777" y="381"/>
                    <a:pt x="4790" y="380"/>
                    <a:pt x="4803" y="380"/>
                  </a:cubicBezTo>
                  <a:close/>
                  <a:moveTo>
                    <a:pt x="5438" y="10081"/>
                  </a:moveTo>
                  <a:lnTo>
                    <a:pt x="5438" y="10509"/>
                  </a:lnTo>
                  <a:cubicBezTo>
                    <a:pt x="5438" y="10514"/>
                    <a:pt x="5433" y="10519"/>
                    <a:pt x="5428" y="10524"/>
                  </a:cubicBezTo>
                  <a:lnTo>
                    <a:pt x="4187" y="10524"/>
                  </a:lnTo>
                  <a:cubicBezTo>
                    <a:pt x="4182" y="10524"/>
                    <a:pt x="4177" y="10514"/>
                    <a:pt x="4177" y="10509"/>
                  </a:cubicBezTo>
                  <a:lnTo>
                    <a:pt x="4177" y="10081"/>
                  </a:lnTo>
                  <a:close/>
                  <a:moveTo>
                    <a:pt x="4806" y="0"/>
                  </a:moveTo>
                  <a:cubicBezTo>
                    <a:pt x="3790" y="0"/>
                    <a:pt x="2771" y="357"/>
                    <a:pt x="1954" y="1074"/>
                  </a:cubicBezTo>
                  <a:cubicBezTo>
                    <a:pt x="275" y="2551"/>
                    <a:pt x="0" y="5062"/>
                    <a:pt x="1319" y="6867"/>
                  </a:cubicBezTo>
                  <a:cubicBezTo>
                    <a:pt x="1834" y="7569"/>
                    <a:pt x="2551" y="8104"/>
                    <a:pt x="3378" y="8397"/>
                  </a:cubicBezTo>
                  <a:lnTo>
                    <a:pt x="3378" y="9085"/>
                  </a:lnTo>
                  <a:cubicBezTo>
                    <a:pt x="3373" y="9244"/>
                    <a:pt x="3422" y="9403"/>
                    <a:pt x="3513" y="9533"/>
                  </a:cubicBezTo>
                  <a:lnTo>
                    <a:pt x="3715" y="9841"/>
                  </a:lnTo>
                  <a:cubicBezTo>
                    <a:pt x="3763" y="9913"/>
                    <a:pt x="3787" y="9995"/>
                    <a:pt x="3787" y="10076"/>
                  </a:cubicBezTo>
                  <a:lnTo>
                    <a:pt x="3787" y="10509"/>
                  </a:lnTo>
                  <a:cubicBezTo>
                    <a:pt x="3787" y="10731"/>
                    <a:pt x="3965" y="10909"/>
                    <a:pt x="4187" y="10909"/>
                  </a:cubicBezTo>
                  <a:lnTo>
                    <a:pt x="5428" y="10909"/>
                  </a:lnTo>
                  <a:cubicBezTo>
                    <a:pt x="5645" y="10909"/>
                    <a:pt x="5823" y="10731"/>
                    <a:pt x="5827" y="10509"/>
                  </a:cubicBezTo>
                  <a:lnTo>
                    <a:pt x="5827" y="10076"/>
                  </a:lnTo>
                  <a:cubicBezTo>
                    <a:pt x="5823" y="9995"/>
                    <a:pt x="5851" y="9913"/>
                    <a:pt x="5895" y="9841"/>
                  </a:cubicBezTo>
                  <a:lnTo>
                    <a:pt x="6102" y="9533"/>
                  </a:lnTo>
                  <a:cubicBezTo>
                    <a:pt x="6188" y="9403"/>
                    <a:pt x="6236" y="9244"/>
                    <a:pt x="6236" y="9085"/>
                  </a:cubicBezTo>
                  <a:lnTo>
                    <a:pt x="6236" y="8546"/>
                  </a:lnTo>
                  <a:cubicBezTo>
                    <a:pt x="6236" y="8460"/>
                    <a:pt x="6289" y="8378"/>
                    <a:pt x="6371" y="8344"/>
                  </a:cubicBezTo>
                  <a:cubicBezTo>
                    <a:pt x="7752" y="7810"/>
                    <a:pt x="8758" y="6602"/>
                    <a:pt x="9046" y="5154"/>
                  </a:cubicBezTo>
                  <a:cubicBezTo>
                    <a:pt x="9330" y="3701"/>
                    <a:pt x="8854" y="2204"/>
                    <a:pt x="7781" y="1184"/>
                  </a:cubicBezTo>
                  <a:cubicBezTo>
                    <a:pt x="6949" y="397"/>
                    <a:pt x="5878" y="0"/>
                    <a:pt x="48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87"/>
            <p:cNvSpPr/>
            <p:nvPr/>
          </p:nvSpPr>
          <p:spPr>
            <a:xfrm>
              <a:off x="3561975" y="1679481"/>
              <a:ext cx="49754" cy="10229"/>
            </a:xfrm>
            <a:custGeom>
              <a:rect b="b" l="l" r="r" t="t"/>
              <a:pathLst>
                <a:path extrusionOk="0" h="390" w="1897">
                  <a:moveTo>
                    <a:pt x="261" y="0"/>
                  </a:moveTo>
                  <a:cubicBezTo>
                    <a:pt x="1" y="0"/>
                    <a:pt x="1" y="390"/>
                    <a:pt x="261" y="390"/>
                  </a:cubicBezTo>
                  <a:lnTo>
                    <a:pt x="1704" y="390"/>
                  </a:lnTo>
                  <a:cubicBezTo>
                    <a:pt x="1810" y="390"/>
                    <a:pt x="1897" y="303"/>
                    <a:pt x="1897" y="197"/>
                  </a:cubicBezTo>
                  <a:cubicBezTo>
                    <a:pt x="1897" y="87"/>
                    <a:pt x="1810" y="0"/>
                    <a:pt x="1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87"/>
            <p:cNvSpPr/>
            <p:nvPr/>
          </p:nvSpPr>
          <p:spPr>
            <a:xfrm>
              <a:off x="3859683" y="1679481"/>
              <a:ext cx="51380" cy="10229"/>
            </a:xfrm>
            <a:custGeom>
              <a:rect b="b" l="l" r="r" t="t"/>
              <a:pathLst>
                <a:path extrusionOk="0" h="390" w="1959">
                  <a:moveTo>
                    <a:pt x="256" y="0"/>
                  </a:moveTo>
                  <a:cubicBezTo>
                    <a:pt x="1" y="0"/>
                    <a:pt x="1" y="390"/>
                    <a:pt x="256" y="390"/>
                  </a:cubicBezTo>
                  <a:lnTo>
                    <a:pt x="1699" y="390"/>
                  </a:lnTo>
                  <a:cubicBezTo>
                    <a:pt x="1959" y="390"/>
                    <a:pt x="1959"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87"/>
            <p:cNvSpPr/>
            <p:nvPr/>
          </p:nvSpPr>
          <p:spPr>
            <a:xfrm>
              <a:off x="3731457" y="1511782"/>
              <a:ext cx="10124" cy="48075"/>
            </a:xfrm>
            <a:custGeom>
              <a:rect b="b" l="l" r="r" t="t"/>
              <a:pathLst>
                <a:path extrusionOk="0" h="1833" w="386">
                  <a:moveTo>
                    <a:pt x="193" y="1"/>
                  </a:moveTo>
                  <a:cubicBezTo>
                    <a:pt x="97" y="1"/>
                    <a:pt x="1" y="64"/>
                    <a:pt x="1" y="192"/>
                  </a:cubicBezTo>
                  <a:lnTo>
                    <a:pt x="1" y="1635"/>
                  </a:lnTo>
                  <a:cubicBezTo>
                    <a:pt x="1" y="1746"/>
                    <a:pt x="87" y="1833"/>
                    <a:pt x="193" y="1833"/>
                  </a:cubicBezTo>
                  <a:cubicBezTo>
                    <a:pt x="299" y="1833"/>
                    <a:pt x="386" y="1746"/>
                    <a:pt x="386" y="1635"/>
                  </a:cubicBezTo>
                  <a:lnTo>
                    <a:pt x="386" y="192"/>
                  </a:lnTo>
                  <a:cubicBezTo>
                    <a:pt x="386" y="64"/>
                    <a:pt x="29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87"/>
            <p:cNvSpPr/>
            <p:nvPr/>
          </p:nvSpPr>
          <p:spPr>
            <a:xfrm>
              <a:off x="3654060" y="1792023"/>
              <a:ext cx="23290" cy="28955"/>
            </a:xfrm>
            <a:custGeom>
              <a:rect b="b" l="l" r="r" t="t"/>
              <a:pathLst>
                <a:path extrusionOk="0" h="1104" w="888">
                  <a:moveTo>
                    <a:pt x="671" y="0"/>
                  </a:moveTo>
                  <a:cubicBezTo>
                    <a:pt x="603" y="0"/>
                    <a:pt x="539" y="36"/>
                    <a:pt x="503" y="97"/>
                  </a:cubicBezTo>
                  <a:lnTo>
                    <a:pt x="89" y="810"/>
                  </a:lnTo>
                  <a:cubicBezTo>
                    <a:pt x="0" y="964"/>
                    <a:pt x="130" y="1103"/>
                    <a:pt x="262" y="1103"/>
                  </a:cubicBezTo>
                  <a:cubicBezTo>
                    <a:pt x="323" y="1103"/>
                    <a:pt x="385" y="1074"/>
                    <a:pt x="426" y="1002"/>
                  </a:cubicBezTo>
                  <a:lnTo>
                    <a:pt x="835" y="290"/>
                  </a:lnTo>
                  <a:cubicBezTo>
                    <a:pt x="888" y="199"/>
                    <a:pt x="859" y="78"/>
                    <a:pt x="767" y="25"/>
                  </a:cubicBezTo>
                  <a:cubicBezTo>
                    <a:pt x="736" y="8"/>
                    <a:pt x="703" y="0"/>
                    <a:pt x="6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87"/>
            <p:cNvSpPr/>
            <p:nvPr/>
          </p:nvSpPr>
          <p:spPr>
            <a:xfrm>
              <a:off x="3795715" y="1548238"/>
              <a:ext cx="23290" cy="28981"/>
            </a:xfrm>
            <a:custGeom>
              <a:rect b="b" l="l" r="r" t="t"/>
              <a:pathLst>
                <a:path extrusionOk="0" h="1105" w="888">
                  <a:moveTo>
                    <a:pt x="626" y="1"/>
                  </a:moveTo>
                  <a:cubicBezTo>
                    <a:pt x="566" y="1"/>
                    <a:pt x="506" y="30"/>
                    <a:pt x="467" y="101"/>
                  </a:cubicBezTo>
                  <a:lnTo>
                    <a:pt x="53" y="818"/>
                  </a:lnTo>
                  <a:cubicBezTo>
                    <a:pt x="0" y="909"/>
                    <a:pt x="34" y="1025"/>
                    <a:pt x="125" y="1078"/>
                  </a:cubicBezTo>
                  <a:cubicBezTo>
                    <a:pt x="156" y="1095"/>
                    <a:pt x="189" y="1104"/>
                    <a:pt x="221" y="1104"/>
                  </a:cubicBezTo>
                  <a:cubicBezTo>
                    <a:pt x="287" y="1104"/>
                    <a:pt x="350" y="1070"/>
                    <a:pt x="385" y="1006"/>
                  </a:cubicBezTo>
                  <a:lnTo>
                    <a:pt x="799" y="294"/>
                  </a:lnTo>
                  <a:cubicBezTo>
                    <a:pt x="888" y="142"/>
                    <a:pt x="757" y="1"/>
                    <a:pt x="6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87"/>
            <p:cNvSpPr/>
            <p:nvPr/>
          </p:nvSpPr>
          <p:spPr>
            <a:xfrm>
              <a:off x="3597828" y="1603657"/>
              <a:ext cx="33702" cy="21166"/>
            </a:xfrm>
            <a:custGeom>
              <a:rect b="b" l="l" r="r" t="t"/>
              <a:pathLst>
                <a:path extrusionOk="0" h="807" w="1285">
                  <a:moveTo>
                    <a:pt x="282" y="1"/>
                  </a:moveTo>
                  <a:cubicBezTo>
                    <a:pt x="110" y="1"/>
                    <a:pt x="1" y="255"/>
                    <a:pt x="188" y="365"/>
                  </a:cubicBezTo>
                  <a:lnTo>
                    <a:pt x="905" y="779"/>
                  </a:lnTo>
                  <a:cubicBezTo>
                    <a:pt x="939" y="798"/>
                    <a:pt x="972" y="807"/>
                    <a:pt x="1004" y="807"/>
                  </a:cubicBezTo>
                  <a:cubicBezTo>
                    <a:pt x="1176" y="807"/>
                    <a:pt x="1285" y="552"/>
                    <a:pt x="1097" y="442"/>
                  </a:cubicBezTo>
                  <a:lnTo>
                    <a:pt x="380" y="28"/>
                  </a:lnTo>
                  <a:cubicBezTo>
                    <a:pt x="346" y="9"/>
                    <a:pt x="31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87"/>
            <p:cNvSpPr/>
            <p:nvPr/>
          </p:nvSpPr>
          <p:spPr>
            <a:xfrm>
              <a:off x="3841534" y="1744367"/>
              <a:ext cx="33702" cy="21166"/>
            </a:xfrm>
            <a:custGeom>
              <a:rect b="b" l="l" r="r" t="t"/>
              <a:pathLst>
                <a:path extrusionOk="0" h="807" w="1285">
                  <a:moveTo>
                    <a:pt x="281" y="1"/>
                  </a:moveTo>
                  <a:cubicBezTo>
                    <a:pt x="109" y="1"/>
                    <a:pt x="0" y="255"/>
                    <a:pt x="187" y="365"/>
                  </a:cubicBezTo>
                  <a:lnTo>
                    <a:pt x="900" y="779"/>
                  </a:lnTo>
                  <a:cubicBezTo>
                    <a:pt x="934" y="798"/>
                    <a:pt x="968" y="807"/>
                    <a:pt x="1000" y="807"/>
                  </a:cubicBezTo>
                  <a:cubicBezTo>
                    <a:pt x="1175" y="807"/>
                    <a:pt x="1284" y="552"/>
                    <a:pt x="1097" y="442"/>
                  </a:cubicBezTo>
                  <a:lnTo>
                    <a:pt x="380" y="28"/>
                  </a:lnTo>
                  <a:cubicBezTo>
                    <a:pt x="346" y="9"/>
                    <a:pt x="312" y="1"/>
                    <a:pt x="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87"/>
            <p:cNvSpPr/>
            <p:nvPr/>
          </p:nvSpPr>
          <p:spPr>
            <a:xfrm>
              <a:off x="3794744" y="1791944"/>
              <a:ext cx="24260" cy="29034"/>
            </a:xfrm>
            <a:custGeom>
              <a:rect b="b" l="l" r="r" t="t"/>
              <a:pathLst>
                <a:path extrusionOk="0" h="1107" w="925">
                  <a:moveTo>
                    <a:pt x="263" y="0"/>
                  </a:moveTo>
                  <a:cubicBezTo>
                    <a:pt x="132" y="0"/>
                    <a:pt x="1" y="141"/>
                    <a:pt x="90" y="293"/>
                  </a:cubicBezTo>
                  <a:lnTo>
                    <a:pt x="504" y="1005"/>
                  </a:lnTo>
                  <a:cubicBezTo>
                    <a:pt x="543" y="1077"/>
                    <a:pt x="604" y="1106"/>
                    <a:pt x="664" y="1106"/>
                  </a:cubicBezTo>
                  <a:cubicBezTo>
                    <a:pt x="795" y="1106"/>
                    <a:pt x="925" y="967"/>
                    <a:pt x="836" y="813"/>
                  </a:cubicBezTo>
                  <a:lnTo>
                    <a:pt x="422" y="100"/>
                  </a:lnTo>
                  <a:cubicBezTo>
                    <a:pt x="383" y="30"/>
                    <a:pt x="323" y="0"/>
                    <a:pt x="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87"/>
            <p:cNvSpPr/>
            <p:nvPr/>
          </p:nvSpPr>
          <p:spPr>
            <a:xfrm>
              <a:off x="3654060" y="1548212"/>
              <a:ext cx="24234" cy="29034"/>
            </a:xfrm>
            <a:custGeom>
              <a:rect b="b" l="l" r="r" t="t"/>
              <a:pathLst>
                <a:path extrusionOk="0" h="1107" w="924">
                  <a:moveTo>
                    <a:pt x="260" y="1"/>
                  </a:moveTo>
                  <a:cubicBezTo>
                    <a:pt x="130" y="1"/>
                    <a:pt x="0" y="140"/>
                    <a:pt x="89" y="295"/>
                  </a:cubicBezTo>
                  <a:lnTo>
                    <a:pt x="503" y="1007"/>
                  </a:lnTo>
                  <a:cubicBezTo>
                    <a:pt x="542" y="1078"/>
                    <a:pt x="602" y="1107"/>
                    <a:pt x="662" y="1107"/>
                  </a:cubicBezTo>
                  <a:cubicBezTo>
                    <a:pt x="793" y="1107"/>
                    <a:pt x="924" y="966"/>
                    <a:pt x="835" y="814"/>
                  </a:cubicBezTo>
                  <a:lnTo>
                    <a:pt x="421" y="102"/>
                  </a:lnTo>
                  <a:cubicBezTo>
                    <a:pt x="381" y="31"/>
                    <a:pt x="321" y="1"/>
                    <a:pt x="2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87"/>
            <p:cNvSpPr/>
            <p:nvPr/>
          </p:nvSpPr>
          <p:spPr>
            <a:xfrm>
              <a:off x="3841901" y="1603657"/>
              <a:ext cx="33335" cy="21061"/>
            </a:xfrm>
            <a:custGeom>
              <a:rect b="b" l="l" r="r" t="t"/>
              <a:pathLst>
                <a:path extrusionOk="0" h="803" w="1271">
                  <a:moveTo>
                    <a:pt x="989" y="1"/>
                  </a:moveTo>
                  <a:cubicBezTo>
                    <a:pt x="958" y="1"/>
                    <a:pt x="924" y="9"/>
                    <a:pt x="890" y="28"/>
                  </a:cubicBezTo>
                  <a:lnTo>
                    <a:pt x="173" y="442"/>
                  </a:lnTo>
                  <a:cubicBezTo>
                    <a:pt x="0" y="543"/>
                    <a:pt x="72" y="803"/>
                    <a:pt x="270" y="803"/>
                  </a:cubicBezTo>
                  <a:cubicBezTo>
                    <a:pt x="303" y="803"/>
                    <a:pt x="337" y="793"/>
                    <a:pt x="366" y="779"/>
                  </a:cubicBezTo>
                  <a:lnTo>
                    <a:pt x="1083" y="365"/>
                  </a:lnTo>
                  <a:cubicBezTo>
                    <a:pt x="1270" y="255"/>
                    <a:pt x="1161"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87"/>
            <p:cNvSpPr/>
            <p:nvPr/>
          </p:nvSpPr>
          <p:spPr>
            <a:xfrm>
              <a:off x="3597828" y="1744367"/>
              <a:ext cx="33702" cy="21166"/>
            </a:xfrm>
            <a:custGeom>
              <a:rect b="b" l="l" r="r" t="t"/>
              <a:pathLst>
                <a:path extrusionOk="0" h="807" w="1285">
                  <a:moveTo>
                    <a:pt x="1004" y="1"/>
                  </a:moveTo>
                  <a:cubicBezTo>
                    <a:pt x="972" y="1"/>
                    <a:pt x="939" y="9"/>
                    <a:pt x="905" y="28"/>
                  </a:cubicBezTo>
                  <a:lnTo>
                    <a:pt x="188" y="442"/>
                  </a:lnTo>
                  <a:cubicBezTo>
                    <a:pt x="1" y="552"/>
                    <a:pt x="110" y="807"/>
                    <a:pt x="282" y="807"/>
                  </a:cubicBezTo>
                  <a:cubicBezTo>
                    <a:pt x="313" y="807"/>
                    <a:pt x="346" y="798"/>
                    <a:pt x="380" y="779"/>
                  </a:cubicBezTo>
                  <a:lnTo>
                    <a:pt x="1097" y="365"/>
                  </a:lnTo>
                  <a:cubicBezTo>
                    <a:pt x="1285" y="255"/>
                    <a:pt x="1176" y="1"/>
                    <a:pt x="10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87"/>
            <p:cNvSpPr/>
            <p:nvPr/>
          </p:nvSpPr>
          <p:spPr>
            <a:xfrm>
              <a:off x="3750892" y="1595631"/>
              <a:ext cx="72335" cy="61661"/>
            </a:xfrm>
            <a:custGeom>
              <a:rect b="b" l="l" r="r" t="t"/>
              <a:pathLst>
                <a:path extrusionOk="0" h="2351" w="2758">
                  <a:moveTo>
                    <a:pt x="273" y="0"/>
                  </a:moveTo>
                  <a:cubicBezTo>
                    <a:pt x="65" y="0"/>
                    <a:pt x="1" y="325"/>
                    <a:pt x="232" y="382"/>
                  </a:cubicBezTo>
                  <a:cubicBezTo>
                    <a:pt x="1185" y="633"/>
                    <a:pt x="1964" y="1316"/>
                    <a:pt x="2335" y="2230"/>
                  </a:cubicBezTo>
                  <a:cubicBezTo>
                    <a:pt x="2369" y="2314"/>
                    <a:pt x="2437" y="2350"/>
                    <a:pt x="2507" y="2350"/>
                  </a:cubicBezTo>
                  <a:cubicBezTo>
                    <a:pt x="2631" y="2350"/>
                    <a:pt x="2757" y="2235"/>
                    <a:pt x="2695" y="2081"/>
                  </a:cubicBezTo>
                  <a:cubicBezTo>
                    <a:pt x="2277" y="1056"/>
                    <a:pt x="1396" y="286"/>
                    <a:pt x="328" y="7"/>
                  </a:cubicBezTo>
                  <a:cubicBezTo>
                    <a:pt x="309" y="2"/>
                    <a:pt x="291"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4" name="Google Shape;14414;p87"/>
          <p:cNvGrpSpPr/>
          <p:nvPr/>
        </p:nvGrpSpPr>
        <p:grpSpPr>
          <a:xfrm>
            <a:off x="1747347" y="3362840"/>
            <a:ext cx="382161" cy="356537"/>
            <a:chOff x="1747347" y="3362840"/>
            <a:chExt cx="382161" cy="356537"/>
          </a:xfrm>
        </p:grpSpPr>
        <p:sp>
          <p:nvSpPr>
            <p:cNvPr id="14415" name="Google Shape;14415;p87"/>
            <p:cNvSpPr/>
            <p:nvPr/>
          </p:nvSpPr>
          <p:spPr>
            <a:xfrm>
              <a:off x="1985125" y="3499407"/>
              <a:ext cx="83430" cy="83299"/>
            </a:xfrm>
            <a:custGeom>
              <a:rect b="b" l="l" r="r" t="t"/>
              <a:pathLst>
                <a:path extrusionOk="0" h="3176" w="3181">
                  <a:moveTo>
                    <a:pt x="1593" y="0"/>
                  </a:moveTo>
                  <a:cubicBezTo>
                    <a:pt x="712" y="0"/>
                    <a:pt x="0" y="712"/>
                    <a:pt x="0" y="1588"/>
                  </a:cubicBezTo>
                  <a:cubicBezTo>
                    <a:pt x="0" y="2464"/>
                    <a:pt x="712" y="3176"/>
                    <a:pt x="1593" y="3176"/>
                  </a:cubicBezTo>
                  <a:cubicBezTo>
                    <a:pt x="2468" y="3176"/>
                    <a:pt x="3181" y="2464"/>
                    <a:pt x="3181" y="1588"/>
                  </a:cubicBezTo>
                  <a:cubicBezTo>
                    <a:pt x="3181" y="712"/>
                    <a:pt x="2468" y="0"/>
                    <a:pt x="1593" y="0"/>
                  </a:cubicBezTo>
                  <a:close/>
                </a:path>
              </a:pathLst>
            </a:custGeom>
            <a:solidFill>
              <a:srgbClr val="D9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87"/>
            <p:cNvSpPr/>
            <p:nvPr/>
          </p:nvSpPr>
          <p:spPr>
            <a:xfrm>
              <a:off x="1980431" y="3532086"/>
              <a:ext cx="92793" cy="50619"/>
            </a:xfrm>
            <a:custGeom>
              <a:rect b="b" l="l" r="r" t="t"/>
              <a:pathLst>
                <a:path extrusionOk="0" h="1930" w="3538">
                  <a:moveTo>
                    <a:pt x="217" y="0"/>
                  </a:moveTo>
                  <a:lnTo>
                    <a:pt x="217" y="0"/>
                  </a:lnTo>
                  <a:cubicBezTo>
                    <a:pt x="1" y="992"/>
                    <a:pt x="752" y="1930"/>
                    <a:pt x="1767" y="1930"/>
                  </a:cubicBezTo>
                  <a:cubicBezTo>
                    <a:pt x="2782" y="1930"/>
                    <a:pt x="3538" y="992"/>
                    <a:pt x="3321" y="0"/>
                  </a:cubicBezTo>
                  <a:lnTo>
                    <a:pt x="3321" y="0"/>
                  </a:lnTo>
                  <a:cubicBezTo>
                    <a:pt x="3162" y="732"/>
                    <a:pt x="2518" y="1251"/>
                    <a:pt x="1772" y="1251"/>
                  </a:cubicBezTo>
                  <a:cubicBezTo>
                    <a:pt x="1021" y="1251"/>
                    <a:pt x="376" y="732"/>
                    <a:pt x="217" y="0"/>
                  </a:cubicBezTo>
                  <a:close/>
                </a:path>
              </a:pathLst>
            </a:custGeom>
            <a:solidFill>
              <a:srgbClr val="D2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87"/>
            <p:cNvSpPr/>
            <p:nvPr/>
          </p:nvSpPr>
          <p:spPr>
            <a:xfrm>
              <a:off x="1752907" y="3493453"/>
              <a:ext cx="89383" cy="95311"/>
            </a:xfrm>
            <a:custGeom>
              <a:rect b="b" l="l" r="r" t="t"/>
              <a:pathLst>
                <a:path extrusionOk="0" h="3634" w="3408">
                  <a:moveTo>
                    <a:pt x="910" y="1"/>
                  </a:moveTo>
                  <a:cubicBezTo>
                    <a:pt x="409" y="1"/>
                    <a:pt x="0" y="405"/>
                    <a:pt x="0" y="906"/>
                  </a:cubicBezTo>
                  <a:lnTo>
                    <a:pt x="0" y="2724"/>
                  </a:lnTo>
                  <a:cubicBezTo>
                    <a:pt x="0" y="3225"/>
                    <a:pt x="409" y="3634"/>
                    <a:pt x="910" y="3634"/>
                  </a:cubicBezTo>
                  <a:lnTo>
                    <a:pt x="3407" y="3634"/>
                  </a:lnTo>
                  <a:lnTo>
                    <a:pt x="3407" y="1"/>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87"/>
            <p:cNvSpPr/>
            <p:nvPr/>
          </p:nvSpPr>
          <p:spPr>
            <a:xfrm>
              <a:off x="1752907" y="3493978"/>
              <a:ext cx="89383" cy="94655"/>
            </a:xfrm>
            <a:custGeom>
              <a:rect b="b" l="l" r="r" t="t"/>
              <a:pathLst>
                <a:path extrusionOk="0" h="3609" w="3408">
                  <a:moveTo>
                    <a:pt x="703" y="0"/>
                  </a:moveTo>
                  <a:cubicBezTo>
                    <a:pt x="294" y="96"/>
                    <a:pt x="0" y="462"/>
                    <a:pt x="0" y="886"/>
                  </a:cubicBezTo>
                  <a:lnTo>
                    <a:pt x="0" y="2704"/>
                  </a:lnTo>
                  <a:cubicBezTo>
                    <a:pt x="0" y="3205"/>
                    <a:pt x="409" y="3609"/>
                    <a:pt x="910" y="3609"/>
                  </a:cubicBezTo>
                  <a:lnTo>
                    <a:pt x="3407" y="3609"/>
                  </a:lnTo>
                  <a:lnTo>
                    <a:pt x="3407" y="2931"/>
                  </a:lnTo>
                  <a:lnTo>
                    <a:pt x="1136" y="2931"/>
                  </a:lnTo>
                  <a:cubicBezTo>
                    <a:pt x="886" y="2931"/>
                    <a:pt x="679" y="2724"/>
                    <a:pt x="684" y="2473"/>
                  </a:cubicBezTo>
                  <a:lnTo>
                    <a:pt x="684" y="207"/>
                  </a:lnTo>
                  <a:cubicBezTo>
                    <a:pt x="684" y="135"/>
                    <a:pt x="688" y="68"/>
                    <a:pt x="70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87"/>
            <p:cNvSpPr/>
            <p:nvPr/>
          </p:nvSpPr>
          <p:spPr>
            <a:xfrm>
              <a:off x="1842264" y="3392241"/>
              <a:ext cx="148815" cy="297735"/>
            </a:xfrm>
            <a:custGeom>
              <a:rect b="b" l="l" r="r" t="t"/>
              <a:pathLst>
                <a:path extrusionOk="0" h="11352" w="5674">
                  <a:moveTo>
                    <a:pt x="5673" y="1"/>
                  </a:moveTo>
                  <a:cubicBezTo>
                    <a:pt x="5673" y="1"/>
                    <a:pt x="3407" y="3860"/>
                    <a:pt x="0" y="3860"/>
                  </a:cubicBezTo>
                  <a:lnTo>
                    <a:pt x="0" y="7493"/>
                  </a:lnTo>
                  <a:cubicBezTo>
                    <a:pt x="3407" y="7493"/>
                    <a:pt x="5673" y="11352"/>
                    <a:pt x="5673" y="11352"/>
                  </a:cubicBezTo>
                  <a:lnTo>
                    <a:pt x="5673" y="1"/>
                  </a:ln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87"/>
            <p:cNvSpPr/>
            <p:nvPr/>
          </p:nvSpPr>
          <p:spPr>
            <a:xfrm>
              <a:off x="1842264" y="3570824"/>
              <a:ext cx="148815" cy="119020"/>
            </a:xfrm>
            <a:custGeom>
              <a:rect b="b" l="l" r="r" t="t"/>
              <a:pathLst>
                <a:path extrusionOk="0" h="4538" w="5674">
                  <a:moveTo>
                    <a:pt x="0" y="1"/>
                  </a:moveTo>
                  <a:lnTo>
                    <a:pt x="0" y="679"/>
                  </a:lnTo>
                  <a:cubicBezTo>
                    <a:pt x="3407" y="679"/>
                    <a:pt x="5673" y="4538"/>
                    <a:pt x="5673" y="4538"/>
                  </a:cubicBezTo>
                  <a:lnTo>
                    <a:pt x="5673" y="3176"/>
                  </a:lnTo>
                  <a:cubicBezTo>
                    <a:pt x="5673" y="3176"/>
                    <a:pt x="3407" y="1"/>
                    <a:pt x="0"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87"/>
            <p:cNvSpPr/>
            <p:nvPr/>
          </p:nvSpPr>
          <p:spPr>
            <a:xfrm>
              <a:off x="1991053" y="3368400"/>
              <a:ext cx="35722" cy="345311"/>
            </a:xfrm>
            <a:custGeom>
              <a:rect b="b" l="l" r="r" t="t"/>
              <a:pathLst>
                <a:path extrusionOk="0" h="13166" w="1362">
                  <a:moveTo>
                    <a:pt x="0" y="1"/>
                  </a:moveTo>
                  <a:lnTo>
                    <a:pt x="0" y="13165"/>
                  </a:lnTo>
                  <a:lnTo>
                    <a:pt x="1362" y="13165"/>
                  </a:lnTo>
                  <a:lnTo>
                    <a:pt x="1362"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87"/>
            <p:cNvSpPr/>
            <p:nvPr/>
          </p:nvSpPr>
          <p:spPr>
            <a:xfrm>
              <a:off x="1991053" y="3683891"/>
              <a:ext cx="35722" cy="29821"/>
            </a:xfrm>
            <a:custGeom>
              <a:rect b="b" l="l" r="r" t="t"/>
              <a:pathLst>
                <a:path extrusionOk="0" h="1137" w="1362">
                  <a:moveTo>
                    <a:pt x="0" y="1"/>
                  </a:moveTo>
                  <a:lnTo>
                    <a:pt x="0" y="1136"/>
                  </a:lnTo>
                  <a:lnTo>
                    <a:pt x="1362" y="1136"/>
                  </a:lnTo>
                  <a:lnTo>
                    <a:pt x="1362"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87"/>
            <p:cNvSpPr/>
            <p:nvPr/>
          </p:nvSpPr>
          <p:spPr>
            <a:xfrm>
              <a:off x="1794556" y="3493453"/>
              <a:ext cx="47734" cy="95311"/>
            </a:xfrm>
            <a:custGeom>
              <a:rect b="b" l="l" r="r" t="t"/>
              <a:pathLst>
                <a:path extrusionOk="0" h="3634" w="1820">
                  <a:moveTo>
                    <a:pt x="0" y="1"/>
                  </a:moveTo>
                  <a:lnTo>
                    <a:pt x="0" y="3634"/>
                  </a:lnTo>
                  <a:lnTo>
                    <a:pt x="1819" y="3634"/>
                  </a:lnTo>
                  <a:lnTo>
                    <a:pt x="1819"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87"/>
            <p:cNvSpPr/>
            <p:nvPr/>
          </p:nvSpPr>
          <p:spPr>
            <a:xfrm>
              <a:off x="1794556" y="3570824"/>
              <a:ext cx="47734" cy="17808"/>
            </a:xfrm>
            <a:custGeom>
              <a:rect b="b" l="l" r="r" t="t"/>
              <a:pathLst>
                <a:path extrusionOk="0" h="679" w="1820">
                  <a:moveTo>
                    <a:pt x="0" y="1"/>
                  </a:moveTo>
                  <a:lnTo>
                    <a:pt x="0" y="679"/>
                  </a:lnTo>
                  <a:lnTo>
                    <a:pt x="1819" y="679"/>
                  </a:lnTo>
                  <a:lnTo>
                    <a:pt x="1819"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87"/>
            <p:cNvSpPr/>
            <p:nvPr/>
          </p:nvSpPr>
          <p:spPr>
            <a:xfrm>
              <a:off x="1812470" y="3618401"/>
              <a:ext cx="35748" cy="35879"/>
            </a:xfrm>
            <a:custGeom>
              <a:rect b="b" l="l" r="r" t="t"/>
              <a:pathLst>
                <a:path extrusionOk="0" h="1368" w="1363">
                  <a:moveTo>
                    <a:pt x="1" y="1"/>
                  </a:moveTo>
                  <a:lnTo>
                    <a:pt x="1" y="1367"/>
                  </a:lnTo>
                  <a:lnTo>
                    <a:pt x="1362" y="1367"/>
                  </a:lnTo>
                  <a:lnTo>
                    <a:pt x="1362" y="1"/>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87"/>
            <p:cNvSpPr/>
            <p:nvPr/>
          </p:nvSpPr>
          <p:spPr>
            <a:xfrm>
              <a:off x="1794687" y="3588738"/>
              <a:ext cx="47603" cy="89252"/>
            </a:xfrm>
            <a:custGeom>
              <a:rect b="b" l="l" r="r" t="t"/>
              <a:pathLst>
                <a:path extrusionOk="0" h="3403" w="1815">
                  <a:moveTo>
                    <a:pt x="0" y="1"/>
                  </a:moveTo>
                  <a:lnTo>
                    <a:pt x="0" y="3403"/>
                  </a:lnTo>
                  <a:lnTo>
                    <a:pt x="905" y="3403"/>
                  </a:lnTo>
                  <a:lnTo>
                    <a:pt x="1814"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87"/>
            <p:cNvSpPr/>
            <p:nvPr/>
          </p:nvSpPr>
          <p:spPr>
            <a:xfrm>
              <a:off x="1747347" y="3362840"/>
              <a:ext cx="326270" cy="356537"/>
            </a:xfrm>
            <a:custGeom>
              <a:rect b="b" l="l" r="r" t="t"/>
              <a:pathLst>
                <a:path extrusionOk="0" h="13594" w="12440">
                  <a:moveTo>
                    <a:pt x="10870" y="5433"/>
                  </a:moveTo>
                  <a:cubicBezTo>
                    <a:pt x="11539" y="5539"/>
                    <a:pt x="12035" y="6117"/>
                    <a:pt x="12035" y="6795"/>
                  </a:cubicBezTo>
                  <a:cubicBezTo>
                    <a:pt x="12035" y="7473"/>
                    <a:pt x="11539" y="8051"/>
                    <a:pt x="10870" y="8157"/>
                  </a:cubicBezTo>
                  <a:lnTo>
                    <a:pt x="10870" y="5433"/>
                  </a:lnTo>
                  <a:close/>
                  <a:moveTo>
                    <a:pt x="1589" y="5193"/>
                  </a:moveTo>
                  <a:lnTo>
                    <a:pt x="1589" y="8402"/>
                  </a:lnTo>
                  <a:lnTo>
                    <a:pt x="1122" y="8402"/>
                  </a:lnTo>
                  <a:cubicBezTo>
                    <a:pt x="737" y="8397"/>
                    <a:pt x="424" y="8089"/>
                    <a:pt x="429" y="7704"/>
                  </a:cubicBezTo>
                  <a:lnTo>
                    <a:pt x="424" y="7704"/>
                  </a:lnTo>
                  <a:lnTo>
                    <a:pt x="424" y="5890"/>
                  </a:lnTo>
                  <a:cubicBezTo>
                    <a:pt x="424" y="5505"/>
                    <a:pt x="737" y="5193"/>
                    <a:pt x="1122" y="5193"/>
                  </a:cubicBezTo>
                  <a:close/>
                  <a:moveTo>
                    <a:pt x="3407" y="5193"/>
                  </a:moveTo>
                  <a:lnTo>
                    <a:pt x="3407" y="8402"/>
                  </a:lnTo>
                  <a:lnTo>
                    <a:pt x="2017" y="8402"/>
                  </a:lnTo>
                  <a:lnTo>
                    <a:pt x="2017" y="5193"/>
                  </a:lnTo>
                  <a:close/>
                  <a:moveTo>
                    <a:pt x="3634" y="9961"/>
                  </a:moveTo>
                  <a:lnTo>
                    <a:pt x="3634" y="10895"/>
                  </a:lnTo>
                  <a:lnTo>
                    <a:pt x="3229" y="10895"/>
                  </a:lnTo>
                  <a:lnTo>
                    <a:pt x="3480" y="9961"/>
                  </a:lnTo>
                  <a:close/>
                  <a:moveTo>
                    <a:pt x="3340" y="8826"/>
                  </a:moveTo>
                  <a:lnTo>
                    <a:pt x="2546" y="11804"/>
                  </a:lnTo>
                  <a:lnTo>
                    <a:pt x="2017" y="11804"/>
                  </a:lnTo>
                  <a:lnTo>
                    <a:pt x="2017" y="8826"/>
                  </a:lnTo>
                  <a:close/>
                  <a:moveTo>
                    <a:pt x="10442" y="429"/>
                  </a:moveTo>
                  <a:lnTo>
                    <a:pt x="10442" y="13166"/>
                  </a:lnTo>
                  <a:lnTo>
                    <a:pt x="9509" y="13166"/>
                  </a:lnTo>
                  <a:lnTo>
                    <a:pt x="9509" y="4197"/>
                  </a:lnTo>
                  <a:cubicBezTo>
                    <a:pt x="9509" y="4055"/>
                    <a:pt x="9402" y="3984"/>
                    <a:pt x="9295" y="3984"/>
                  </a:cubicBezTo>
                  <a:cubicBezTo>
                    <a:pt x="9188" y="3984"/>
                    <a:pt x="9080" y="4055"/>
                    <a:pt x="9080" y="4197"/>
                  </a:cubicBezTo>
                  <a:lnTo>
                    <a:pt x="9080" y="11775"/>
                  </a:lnTo>
                  <a:cubicBezTo>
                    <a:pt x="8720" y="11280"/>
                    <a:pt x="8320" y="10818"/>
                    <a:pt x="7882" y="10389"/>
                  </a:cubicBezTo>
                  <a:cubicBezTo>
                    <a:pt x="7339" y="9850"/>
                    <a:pt x="6718" y="9389"/>
                    <a:pt x="6039" y="9028"/>
                  </a:cubicBezTo>
                  <a:cubicBezTo>
                    <a:pt x="5361" y="8662"/>
                    <a:pt x="4606" y="8445"/>
                    <a:pt x="3831" y="8407"/>
                  </a:cubicBezTo>
                  <a:lnTo>
                    <a:pt x="3831" y="5188"/>
                  </a:lnTo>
                  <a:cubicBezTo>
                    <a:pt x="4606" y="5145"/>
                    <a:pt x="5361" y="4933"/>
                    <a:pt x="6039" y="4567"/>
                  </a:cubicBezTo>
                  <a:cubicBezTo>
                    <a:pt x="6718" y="4201"/>
                    <a:pt x="7339" y="3744"/>
                    <a:pt x="7882" y="3205"/>
                  </a:cubicBezTo>
                  <a:cubicBezTo>
                    <a:pt x="8320" y="2777"/>
                    <a:pt x="8720" y="2315"/>
                    <a:pt x="9080" y="1820"/>
                  </a:cubicBezTo>
                  <a:lnTo>
                    <a:pt x="9080" y="3177"/>
                  </a:lnTo>
                  <a:cubicBezTo>
                    <a:pt x="9080" y="3319"/>
                    <a:pt x="9188" y="3389"/>
                    <a:pt x="9295" y="3389"/>
                  </a:cubicBezTo>
                  <a:cubicBezTo>
                    <a:pt x="9402" y="3389"/>
                    <a:pt x="9509" y="3319"/>
                    <a:pt x="9509" y="3177"/>
                  </a:cubicBezTo>
                  <a:lnTo>
                    <a:pt x="9509" y="429"/>
                  </a:lnTo>
                  <a:close/>
                  <a:moveTo>
                    <a:pt x="9292" y="1"/>
                  </a:moveTo>
                  <a:cubicBezTo>
                    <a:pt x="9177" y="1"/>
                    <a:pt x="9080" y="97"/>
                    <a:pt x="9080" y="213"/>
                  </a:cubicBezTo>
                  <a:lnTo>
                    <a:pt x="9080" y="1059"/>
                  </a:lnTo>
                  <a:cubicBezTo>
                    <a:pt x="8652" y="1733"/>
                    <a:pt x="8147" y="2349"/>
                    <a:pt x="7579" y="2907"/>
                  </a:cubicBezTo>
                  <a:cubicBezTo>
                    <a:pt x="6703" y="3754"/>
                    <a:pt x="5303" y="4769"/>
                    <a:pt x="3619" y="4769"/>
                  </a:cubicBezTo>
                  <a:lnTo>
                    <a:pt x="1122" y="4769"/>
                  </a:lnTo>
                  <a:cubicBezTo>
                    <a:pt x="501" y="4769"/>
                    <a:pt x="1" y="5270"/>
                    <a:pt x="1" y="5890"/>
                  </a:cubicBezTo>
                  <a:lnTo>
                    <a:pt x="1" y="7709"/>
                  </a:lnTo>
                  <a:cubicBezTo>
                    <a:pt x="1" y="8325"/>
                    <a:pt x="501" y="8826"/>
                    <a:pt x="1122" y="8826"/>
                  </a:cubicBezTo>
                  <a:lnTo>
                    <a:pt x="1589" y="8826"/>
                  </a:lnTo>
                  <a:lnTo>
                    <a:pt x="1589" y="12021"/>
                  </a:lnTo>
                  <a:cubicBezTo>
                    <a:pt x="1589" y="12136"/>
                    <a:pt x="1685" y="12232"/>
                    <a:pt x="1800" y="12232"/>
                  </a:cubicBezTo>
                  <a:lnTo>
                    <a:pt x="2710" y="12232"/>
                  </a:lnTo>
                  <a:cubicBezTo>
                    <a:pt x="2806" y="12232"/>
                    <a:pt x="2893" y="12170"/>
                    <a:pt x="2917" y="12073"/>
                  </a:cubicBezTo>
                  <a:lnTo>
                    <a:pt x="3119" y="11323"/>
                  </a:lnTo>
                  <a:lnTo>
                    <a:pt x="3850" y="11323"/>
                  </a:lnTo>
                  <a:cubicBezTo>
                    <a:pt x="3966" y="11323"/>
                    <a:pt x="4062" y="11227"/>
                    <a:pt x="4062" y="11111"/>
                  </a:cubicBezTo>
                  <a:lnTo>
                    <a:pt x="4062" y="9749"/>
                  </a:lnTo>
                  <a:cubicBezTo>
                    <a:pt x="4062" y="9629"/>
                    <a:pt x="3966" y="9533"/>
                    <a:pt x="3850" y="9533"/>
                  </a:cubicBezTo>
                  <a:lnTo>
                    <a:pt x="3595" y="9533"/>
                  </a:lnTo>
                  <a:lnTo>
                    <a:pt x="3783" y="8830"/>
                  </a:lnTo>
                  <a:cubicBezTo>
                    <a:pt x="5395" y="8888"/>
                    <a:pt x="6732" y="9865"/>
                    <a:pt x="7579" y="10688"/>
                  </a:cubicBezTo>
                  <a:cubicBezTo>
                    <a:pt x="8152" y="11241"/>
                    <a:pt x="8652" y="11862"/>
                    <a:pt x="9085" y="12531"/>
                  </a:cubicBezTo>
                  <a:lnTo>
                    <a:pt x="9085" y="13377"/>
                  </a:lnTo>
                  <a:cubicBezTo>
                    <a:pt x="9085" y="13498"/>
                    <a:pt x="9177" y="13594"/>
                    <a:pt x="9297" y="13594"/>
                  </a:cubicBezTo>
                  <a:lnTo>
                    <a:pt x="10659" y="13594"/>
                  </a:lnTo>
                  <a:cubicBezTo>
                    <a:pt x="10774" y="13594"/>
                    <a:pt x="10870" y="13498"/>
                    <a:pt x="10870" y="13377"/>
                  </a:cubicBezTo>
                  <a:lnTo>
                    <a:pt x="10870" y="8585"/>
                  </a:lnTo>
                  <a:cubicBezTo>
                    <a:pt x="11770" y="8465"/>
                    <a:pt x="12439" y="7700"/>
                    <a:pt x="12439" y="6795"/>
                  </a:cubicBezTo>
                  <a:cubicBezTo>
                    <a:pt x="12439" y="5890"/>
                    <a:pt x="11770" y="5125"/>
                    <a:pt x="10870" y="5010"/>
                  </a:cubicBezTo>
                  <a:lnTo>
                    <a:pt x="10870" y="213"/>
                  </a:lnTo>
                  <a:cubicBezTo>
                    <a:pt x="10870" y="97"/>
                    <a:pt x="10774" y="1"/>
                    <a:pt x="10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87"/>
            <p:cNvSpPr/>
            <p:nvPr/>
          </p:nvSpPr>
          <p:spPr>
            <a:xfrm>
              <a:off x="2096802" y="3535496"/>
              <a:ext cx="32706" cy="11120"/>
            </a:xfrm>
            <a:custGeom>
              <a:rect b="b" l="l" r="r" t="t"/>
              <a:pathLst>
                <a:path extrusionOk="0" h="424" w="1247">
                  <a:moveTo>
                    <a:pt x="284" y="0"/>
                  </a:moveTo>
                  <a:cubicBezTo>
                    <a:pt x="0" y="0"/>
                    <a:pt x="0" y="424"/>
                    <a:pt x="284" y="424"/>
                  </a:cubicBezTo>
                  <a:lnTo>
                    <a:pt x="963" y="424"/>
                  </a:lnTo>
                  <a:cubicBezTo>
                    <a:pt x="1247" y="424"/>
                    <a:pt x="1247" y="0"/>
                    <a:pt x="9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87"/>
            <p:cNvSpPr/>
            <p:nvPr/>
          </p:nvSpPr>
          <p:spPr>
            <a:xfrm>
              <a:off x="2074325" y="3468327"/>
              <a:ext cx="27460" cy="23657"/>
            </a:xfrm>
            <a:custGeom>
              <a:rect b="b" l="l" r="r" t="t"/>
              <a:pathLst>
                <a:path extrusionOk="0" h="902" w="1047">
                  <a:moveTo>
                    <a:pt x="748" y="0"/>
                  </a:moveTo>
                  <a:cubicBezTo>
                    <a:pt x="701" y="0"/>
                    <a:pt x="652" y="18"/>
                    <a:pt x="607" y="59"/>
                  </a:cubicBezTo>
                  <a:lnTo>
                    <a:pt x="126" y="540"/>
                  </a:lnTo>
                  <a:cubicBezTo>
                    <a:pt x="1" y="675"/>
                    <a:pt x="92" y="892"/>
                    <a:pt x="275" y="901"/>
                  </a:cubicBezTo>
                  <a:cubicBezTo>
                    <a:pt x="333" y="901"/>
                    <a:pt x="386" y="877"/>
                    <a:pt x="424" y="839"/>
                  </a:cubicBezTo>
                  <a:lnTo>
                    <a:pt x="906" y="357"/>
                  </a:lnTo>
                  <a:cubicBezTo>
                    <a:pt x="1047" y="205"/>
                    <a:pt x="909" y="0"/>
                    <a:pt x="7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87"/>
            <p:cNvSpPr/>
            <p:nvPr/>
          </p:nvSpPr>
          <p:spPr>
            <a:xfrm>
              <a:off x="2073905" y="3590337"/>
              <a:ext cx="27880" cy="23579"/>
            </a:xfrm>
            <a:custGeom>
              <a:rect b="b" l="l" r="r" t="t"/>
              <a:pathLst>
                <a:path extrusionOk="0" h="899" w="1063">
                  <a:moveTo>
                    <a:pt x="298" y="1"/>
                  </a:moveTo>
                  <a:cubicBezTo>
                    <a:pt x="138" y="1"/>
                    <a:pt x="1" y="202"/>
                    <a:pt x="142" y="358"/>
                  </a:cubicBezTo>
                  <a:lnTo>
                    <a:pt x="623" y="840"/>
                  </a:lnTo>
                  <a:cubicBezTo>
                    <a:pt x="668" y="881"/>
                    <a:pt x="717" y="898"/>
                    <a:pt x="764" y="898"/>
                  </a:cubicBezTo>
                  <a:cubicBezTo>
                    <a:pt x="925" y="898"/>
                    <a:pt x="1063" y="694"/>
                    <a:pt x="922" y="541"/>
                  </a:cubicBezTo>
                  <a:lnTo>
                    <a:pt x="440" y="60"/>
                  </a:lnTo>
                  <a:cubicBezTo>
                    <a:pt x="395" y="18"/>
                    <a:pt x="346"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1" name="Google Shape;14431;p87"/>
          <p:cNvGrpSpPr/>
          <p:nvPr/>
        </p:nvGrpSpPr>
        <p:grpSpPr>
          <a:xfrm>
            <a:off x="2181989" y="3378996"/>
            <a:ext cx="404874" cy="341535"/>
            <a:chOff x="2181989" y="3378996"/>
            <a:chExt cx="404874" cy="341535"/>
          </a:xfrm>
        </p:grpSpPr>
        <p:sp>
          <p:nvSpPr>
            <p:cNvPr id="14432" name="Google Shape;14432;p87"/>
            <p:cNvSpPr/>
            <p:nvPr/>
          </p:nvSpPr>
          <p:spPr>
            <a:xfrm>
              <a:off x="2187916" y="3384924"/>
              <a:ext cx="393019" cy="329549"/>
            </a:xfrm>
            <a:custGeom>
              <a:rect b="b" l="l" r="r" t="t"/>
              <a:pathLst>
                <a:path extrusionOk="0" h="12565" w="14985">
                  <a:moveTo>
                    <a:pt x="727" y="1"/>
                  </a:moveTo>
                  <a:cubicBezTo>
                    <a:pt x="328" y="1"/>
                    <a:pt x="0" y="328"/>
                    <a:pt x="0" y="727"/>
                  </a:cubicBezTo>
                  <a:lnTo>
                    <a:pt x="0" y="11843"/>
                  </a:lnTo>
                  <a:cubicBezTo>
                    <a:pt x="0" y="12242"/>
                    <a:pt x="328" y="12564"/>
                    <a:pt x="727" y="12564"/>
                  </a:cubicBezTo>
                  <a:lnTo>
                    <a:pt x="14258" y="12564"/>
                  </a:lnTo>
                  <a:cubicBezTo>
                    <a:pt x="14657" y="12564"/>
                    <a:pt x="14984" y="12242"/>
                    <a:pt x="14984" y="11843"/>
                  </a:cubicBezTo>
                  <a:lnTo>
                    <a:pt x="14984" y="2176"/>
                  </a:lnTo>
                  <a:cubicBezTo>
                    <a:pt x="14984" y="1776"/>
                    <a:pt x="14657" y="1454"/>
                    <a:pt x="14258" y="1454"/>
                  </a:cubicBezTo>
                  <a:lnTo>
                    <a:pt x="9908" y="1454"/>
                  </a:lnTo>
                  <a:lnTo>
                    <a:pt x="8743" y="285"/>
                  </a:lnTo>
                  <a:cubicBezTo>
                    <a:pt x="8561" y="102"/>
                    <a:pt x="8315" y="1"/>
                    <a:pt x="8060"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87"/>
            <p:cNvSpPr/>
            <p:nvPr/>
          </p:nvSpPr>
          <p:spPr>
            <a:xfrm>
              <a:off x="2282939" y="3467331"/>
              <a:ext cx="202843" cy="202843"/>
            </a:xfrm>
            <a:custGeom>
              <a:rect b="b" l="l" r="r" t="t"/>
              <a:pathLst>
                <a:path extrusionOk="0" h="7734" w="7734">
                  <a:moveTo>
                    <a:pt x="3869" y="1"/>
                  </a:moveTo>
                  <a:cubicBezTo>
                    <a:pt x="1733" y="1"/>
                    <a:pt x="1" y="1733"/>
                    <a:pt x="1" y="3870"/>
                  </a:cubicBezTo>
                  <a:cubicBezTo>
                    <a:pt x="1" y="6001"/>
                    <a:pt x="1733" y="7733"/>
                    <a:pt x="3869" y="7733"/>
                  </a:cubicBezTo>
                  <a:cubicBezTo>
                    <a:pt x="6006" y="7733"/>
                    <a:pt x="7733" y="6001"/>
                    <a:pt x="7733" y="3870"/>
                  </a:cubicBezTo>
                  <a:cubicBezTo>
                    <a:pt x="7733" y="1733"/>
                    <a:pt x="6006" y="1"/>
                    <a:pt x="3869"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87"/>
            <p:cNvSpPr/>
            <p:nvPr/>
          </p:nvSpPr>
          <p:spPr>
            <a:xfrm>
              <a:off x="2308301" y="3492719"/>
              <a:ext cx="152119" cy="152093"/>
            </a:xfrm>
            <a:custGeom>
              <a:rect b="b" l="l" r="r" t="t"/>
              <a:pathLst>
                <a:path extrusionOk="0" h="5799" w="5800">
                  <a:moveTo>
                    <a:pt x="2902" y="0"/>
                  </a:moveTo>
                  <a:cubicBezTo>
                    <a:pt x="1300" y="0"/>
                    <a:pt x="1" y="1299"/>
                    <a:pt x="1" y="2902"/>
                  </a:cubicBezTo>
                  <a:cubicBezTo>
                    <a:pt x="1" y="4499"/>
                    <a:pt x="1300" y="5798"/>
                    <a:pt x="2902" y="5798"/>
                  </a:cubicBezTo>
                  <a:cubicBezTo>
                    <a:pt x="4505" y="5798"/>
                    <a:pt x="5799" y="4499"/>
                    <a:pt x="5799" y="2902"/>
                  </a:cubicBezTo>
                  <a:cubicBezTo>
                    <a:pt x="5799" y="1299"/>
                    <a:pt x="4505" y="0"/>
                    <a:pt x="29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87"/>
            <p:cNvSpPr/>
            <p:nvPr/>
          </p:nvSpPr>
          <p:spPr>
            <a:xfrm>
              <a:off x="2346435" y="3575126"/>
              <a:ext cx="76112" cy="69686"/>
            </a:xfrm>
            <a:custGeom>
              <a:rect b="b" l="l" r="r" t="t"/>
              <a:pathLst>
                <a:path extrusionOk="0" h="2657" w="2902">
                  <a:moveTo>
                    <a:pt x="967" y="0"/>
                  </a:moveTo>
                  <a:lnTo>
                    <a:pt x="967" y="481"/>
                  </a:lnTo>
                  <a:cubicBezTo>
                    <a:pt x="967" y="573"/>
                    <a:pt x="914" y="659"/>
                    <a:pt x="832" y="698"/>
                  </a:cubicBezTo>
                  <a:lnTo>
                    <a:pt x="269" y="982"/>
                  </a:lnTo>
                  <a:cubicBezTo>
                    <a:pt x="106" y="1064"/>
                    <a:pt x="0" y="1232"/>
                    <a:pt x="0" y="1415"/>
                  </a:cubicBezTo>
                  <a:lnTo>
                    <a:pt x="0" y="2266"/>
                  </a:lnTo>
                  <a:cubicBezTo>
                    <a:pt x="448" y="2526"/>
                    <a:pt x="948" y="2656"/>
                    <a:pt x="1449" y="2656"/>
                  </a:cubicBezTo>
                  <a:cubicBezTo>
                    <a:pt x="1950" y="2656"/>
                    <a:pt x="2452" y="2526"/>
                    <a:pt x="2901" y="2266"/>
                  </a:cubicBezTo>
                  <a:lnTo>
                    <a:pt x="2901" y="1415"/>
                  </a:lnTo>
                  <a:cubicBezTo>
                    <a:pt x="2901" y="1232"/>
                    <a:pt x="2796" y="1064"/>
                    <a:pt x="2632" y="982"/>
                  </a:cubicBezTo>
                  <a:lnTo>
                    <a:pt x="2064" y="698"/>
                  </a:lnTo>
                  <a:cubicBezTo>
                    <a:pt x="1982" y="659"/>
                    <a:pt x="1930" y="573"/>
                    <a:pt x="1930" y="481"/>
                  </a:cubicBezTo>
                  <a:lnTo>
                    <a:pt x="19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87"/>
            <p:cNvSpPr/>
            <p:nvPr/>
          </p:nvSpPr>
          <p:spPr>
            <a:xfrm>
              <a:off x="2304157" y="3384924"/>
              <a:ext cx="143622" cy="38161"/>
            </a:xfrm>
            <a:custGeom>
              <a:rect b="b" l="l" r="r" t="t"/>
              <a:pathLst>
                <a:path extrusionOk="0" h="1455" w="5476">
                  <a:moveTo>
                    <a:pt x="0" y="1"/>
                  </a:moveTo>
                  <a:cubicBezTo>
                    <a:pt x="260" y="1"/>
                    <a:pt x="505" y="102"/>
                    <a:pt x="683" y="285"/>
                  </a:cubicBezTo>
                  <a:lnTo>
                    <a:pt x="1641" y="1237"/>
                  </a:lnTo>
                  <a:cubicBezTo>
                    <a:pt x="1776" y="1377"/>
                    <a:pt x="1958" y="1454"/>
                    <a:pt x="2151" y="1454"/>
                  </a:cubicBezTo>
                  <a:lnTo>
                    <a:pt x="5476" y="1454"/>
                  </a:lnTo>
                  <a:lnTo>
                    <a:pt x="4311" y="285"/>
                  </a:lnTo>
                  <a:cubicBezTo>
                    <a:pt x="4129" y="102"/>
                    <a:pt x="3883" y="1"/>
                    <a:pt x="3628"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87"/>
            <p:cNvSpPr/>
            <p:nvPr/>
          </p:nvSpPr>
          <p:spPr>
            <a:xfrm>
              <a:off x="2352730" y="3384924"/>
              <a:ext cx="95048" cy="38161"/>
            </a:xfrm>
            <a:custGeom>
              <a:rect b="b" l="l" r="r" t="t"/>
              <a:pathLst>
                <a:path extrusionOk="0" h="1455" w="3624">
                  <a:moveTo>
                    <a:pt x="1" y="1"/>
                  </a:moveTo>
                  <a:cubicBezTo>
                    <a:pt x="256" y="1"/>
                    <a:pt x="501" y="102"/>
                    <a:pt x="684" y="285"/>
                  </a:cubicBezTo>
                  <a:lnTo>
                    <a:pt x="1637" y="1237"/>
                  </a:lnTo>
                  <a:cubicBezTo>
                    <a:pt x="1771" y="1377"/>
                    <a:pt x="1959" y="1454"/>
                    <a:pt x="2151" y="1454"/>
                  </a:cubicBezTo>
                  <a:lnTo>
                    <a:pt x="3624" y="1454"/>
                  </a:lnTo>
                  <a:lnTo>
                    <a:pt x="2459" y="285"/>
                  </a:lnTo>
                  <a:cubicBezTo>
                    <a:pt x="2277" y="102"/>
                    <a:pt x="2031" y="1"/>
                    <a:pt x="177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87"/>
            <p:cNvSpPr/>
            <p:nvPr/>
          </p:nvSpPr>
          <p:spPr>
            <a:xfrm>
              <a:off x="2187916" y="3682894"/>
              <a:ext cx="392888" cy="31709"/>
            </a:xfrm>
            <a:custGeom>
              <a:rect b="b" l="l" r="r" t="t"/>
              <a:pathLst>
                <a:path extrusionOk="0" h="1209" w="14980">
                  <a:moveTo>
                    <a:pt x="0" y="0"/>
                  </a:moveTo>
                  <a:lnTo>
                    <a:pt x="0" y="482"/>
                  </a:lnTo>
                  <a:cubicBezTo>
                    <a:pt x="0" y="881"/>
                    <a:pt x="323" y="1208"/>
                    <a:pt x="722" y="1208"/>
                  </a:cubicBezTo>
                  <a:lnTo>
                    <a:pt x="14258" y="1208"/>
                  </a:lnTo>
                  <a:cubicBezTo>
                    <a:pt x="14657" y="1203"/>
                    <a:pt x="14979" y="881"/>
                    <a:pt x="14979" y="482"/>
                  </a:cubicBezTo>
                  <a:lnTo>
                    <a:pt x="14979"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87"/>
            <p:cNvSpPr/>
            <p:nvPr/>
          </p:nvSpPr>
          <p:spPr>
            <a:xfrm>
              <a:off x="2346304" y="3595058"/>
              <a:ext cx="76112" cy="49754"/>
            </a:xfrm>
            <a:custGeom>
              <a:rect b="b" l="l" r="r" t="t"/>
              <a:pathLst>
                <a:path extrusionOk="0" h="1897" w="2902">
                  <a:moveTo>
                    <a:pt x="712" y="0"/>
                  </a:moveTo>
                  <a:lnTo>
                    <a:pt x="270" y="222"/>
                  </a:lnTo>
                  <a:cubicBezTo>
                    <a:pt x="106" y="304"/>
                    <a:pt x="0" y="472"/>
                    <a:pt x="0" y="655"/>
                  </a:cubicBezTo>
                  <a:lnTo>
                    <a:pt x="0" y="1506"/>
                  </a:lnTo>
                  <a:cubicBezTo>
                    <a:pt x="450" y="1766"/>
                    <a:pt x="952" y="1896"/>
                    <a:pt x="1453" y="1896"/>
                  </a:cubicBezTo>
                  <a:cubicBezTo>
                    <a:pt x="1954" y="1896"/>
                    <a:pt x="2454" y="1766"/>
                    <a:pt x="2902" y="1506"/>
                  </a:cubicBezTo>
                  <a:lnTo>
                    <a:pt x="2902" y="655"/>
                  </a:lnTo>
                  <a:cubicBezTo>
                    <a:pt x="2902" y="472"/>
                    <a:pt x="2801" y="304"/>
                    <a:pt x="2637" y="222"/>
                  </a:cubicBezTo>
                  <a:lnTo>
                    <a:pt x="2194" y="0"/>
                  </a:lnTo>
                  <a:cubicBezTo>
                    <a:pt x="2004" y="236"/>
                    <a:pt x="1729" y="354"/>
                    <a:pt x="1453" y="354"/>
                  </a:cubicBezTo>
                  <a:cubicBezTo>
                    <a:pt x="1178" y="354"/>
                    <a:pt x="902" y="236"/>
                    <a:pt x="712"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87"/>
            <p:cNvSpPr/>
            <p:nvPr/>
          </p:nvSpPr>
          <p:spPr>
            <a:xfrm>
              <a:off x="2359051" y="3524375"/>
              <a:ext cx="50750" cy="57071"/>
            </a:xfrm>
            <a:custGeom>
              <a:rect b="b" l="l" r="r" t="t"/>
              <a:pathLst>
                <a:path extrusionOk="0" h="2176" w="1935">
                  <a:moveTo>
                    <a:pt x="727" y="1"/>
                  </a:moveTo>
                  <a:cubicBezTo>
                    <a:pt x="327" y="1"/>
                    <a:pt x="0" y="328"/>
                    <a:pt x="0" y="727"/>
                  </a:cubicBezTo>
                  <a:lnTo>
                    <a:pt x="0" y="1209"/>
                  </a:lnTo>
                  <a:cubicBezTo>
                    <a:pt x="0" y="1743"/>
                    <a:pt x="433" y="2176"/>
                    <a:pt x="967" y="2176"/>
                  </a:cubicBezTo>
                  <a:cubicBezTo>
                    <a:pt x="1501" y="2176"/>
                    <a:pt x="1935" y="1743"/>
                    <a:pt x="1935" y="1209"/>
                  </a:cubicBezTo>
                  <a:lnTo>
                    <a:pt x="1935" y="727"/>
                  </a:lnTo>
                  <a:cubicBezTo>
                    <a:pt x="1935" y="328"/>
                    <a:pt x="1607" y="1"/>
                    <a:pt x="120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87"/>
            <p:cNvSpPr/>
            <p:nvPr/>
          </p:nvSpPr>
          <p:spPr>
            <a:xfrm>
              <a:off x="2359051" y="3524506"/>
              <a:ext cx="34987" cy="57019"/>
            </a:xfrm>
            <a:custGeom>
              <a:rect b="b" l="l" r="r" t="t"/>
              <a:pathLst>
                <a:path extrusionOk="0" h="2174" w="1334">
                  <a:moveTo>
                    <a:pt x="727" y="1"/>
                  </a:moveTo>
                  <a:cubicBezTo>
                    <a:pt x="327" y="1"/>
                    <a:pt x="0" y="323"/>
                    <a:pt x="0" y="722"/>
                  </a:cubicBezTo>
                  <a:lnTo>
                    <a:pt x="0" y="1204"/>
                  </a:lnTo>
                  <a:cubicBezTo>
                    <a:pt x="0" y="1759"/>
                    <a:pt x="455" y="2173"/>
                    <a:pt x="964" y="2173"/>
                  </a:cubicBezTo>
                  <a:cubicBezTo>
                    <a:pt x="1086" y="2173"/>
                    <a:pt x="1211" y="2150"/>
                    <a:pt x="1333" y="2099"/>
                  </a:cubicBezTo>
                  <a:cubicBezTo>
                    <a:pt x="967" y="1954"/>
                    <a:pt x="727" y="1598"/>
                    <a:pt x="727" y="1204"/>
                  </a:cubicBezTo>
                  <a:lnTo>
                    <a:pt x="727" y="722"/>
                  </a:lnTo>
                  <a:cubicBezTo>
                    <a:pt x="727" y="371"/>
                    <a:pt x="982" y="68"/>
                    <a:pt x="1328" y="10"/>
                  </a:cubicBezTo>
                  <a:cubicBezTo>
                    <a:pt x="1290" y="1"/>
                    <a:pt x="1246" y="1"/>
                    <a:pt x="120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87"/>
            <p:cNvSpPr/>
            <p:nvPr/>
          </p:nvSpPr>
          <p:spPr>
            <a:xfrm>
              <a:off x="2359051" y="3524375"/>
              <a:ext cx="50750" cy="25388"/>
            </a:xfrm>
            <a:custGeom>
              <a:rect b="b" l="l" r="r" t="t"/>
              <a:pathLst>
                <a:path extrusionOk="0" h="968" w="1935">
                  <a:moveTo>
                    <a:pt x="727" y="1"/>
                  </a:moveTo>
                  <a:cubicBezTo>
                    <a:pt x="327" y="1"/>
                    <a:pt x="0" y="328"/>
                    <a:pt x="0" y="727"/>
                  </a:cubicBezTo>
                  <a:cubicBezTo>
                    <a:pt x="0" y="727"/>
                    <a:pt x="727" y="968"/>
                    <a:pt x="1935" y="968"/>
                  </a:cubicBezTo>
                  <a:lnTo>
                    <a:pt x="1935" y="727"/>
                  </a:lnTo>
                  <a:cubicBezTo>
                    <a:pt x="1935" y="328"/>
                    <a:pt x="1607" y="1"/>
                    <a:pt x="120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87"/>
            <p:cNvSpPr/>
            <p:nvPr/>
          </p:nvSpPr>
          <p:spPr>
            <a:xfrm>
              <a:off x="2359051" y="3524375"/>
              <a:ext cx="34856" cy="23133"/>
            </a:xfrm>
            <a:custGeom>
              <a:rect b="b" l="l" r="r" t="t"/>
              <a:pathLst>
                <a:path extrusionOk="0" h="882" w="1329">
                  <a:moveTo>
                    <a:pt x="727" y="1"/>
                  </a:moveTo>
                  <a:cubicBezTo>
                    <a:pt x="327" y="1"/>
                    <a:pt x="0" y="328"/>
                    <a:pt x="0" y="727"/>
                  </a:cubicBezTo>
                  <a:cubicBezTo>
                    <a:pt x="241" y="795"/>
                    <a:pt x="481" y="848"/>
                    <a:pt x="727" y="881"/>
                  </a:cubicBezTo>
                  <a:lnTo>
                    <a:pt x="727" y="727"/>
                  </a:lnTo>
                  <a:cubicBezTo>
                    <a:pt x="727" y="371"/>
                    <a:pt x="982" y="73"/>
                    <a:pt x="1328" y="15"/>
                  </a:cubicBezTo>
                  <a:cubicBezTo>
                    <a:pt x="1290" y="6"/>
                    <a:pt x="1246" y="1"/>
                    <a:pt x="120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87"/>
            <p:cNvSpPr/>
            <p:nvPr/>
          </p:nvSpPr>
          <p:spPr>
            <a:xfrm>
              <a:off x="2346304" y="3606284"/>
              <a:ext cx="19067" cy="36115"/>
            </a:xfrm>
            <a:custGeom>
              <a:rect b="b" l="l" r="r" t="t"/>
              <a:pathLst>
                <a:path extrusionOk="0" h="1377" w="727">
                  <a:moveTo>
                    <a:pt x="63" y="1"/>
                  </a:moveTo>
                  <a:cubicBezTo>
                    <a:pt x="24" y="68"/>
                    <a:pt x="0" y="145"/>
                    <a:pt x="0" y="227"/>
                  </a:cubicBezTo>
                  <a:lnTo>
                    <a:pt x="0" y="1078"/>
                  </a:lnTo>
                  <a:cubicBezTo>
                    <a:pt x="226" y="1208"/>
                    <a:pt x="472" y="1309"/>
                    <a:pt x="727" y="1377"/>
                  </a:cubicBezTo>
                  <a:lnTo>
                    <a:pt x="727" y="746"/>
                  </a:lnTo>
                  <a:cubicBezTo>
                    <a:pt x="727" y="592"/>
                    <a:pt x="655" y="448"/>
                    <a:pt x="534" y="357"/>
                  </a:cubicBezTo>
                  <a:lnTo>
                    <a:pt x="63"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87"/>
            <p:cNvSpPr/>
            <p:nvPr/>
          </p:nvSpPr>
          <p:spPr>
            <a:xfrm>
              <a:off x="2403349" y="3606284"/>
              <a:ext cx="19067" cy="35984"/>
            </a:xfrm>
            <a:custGeom>
              <a:rect b="b" l="l" r="r" t="t"/>
              <a:pathLst>
                <a:path extrusionOk="0" h="1372" w="727">
                  <a:moveTo>
                    <a:pt x="669" y="1"/>
                  </a:moveTo>
                  <a:lnTo>
                    <a:pt x="197" y="357"/>
                  </a:lnTo>
                  <a:cubicBezTo>
                    <a:pt x="72" y="448"/>
                    <a:pt x="0" y="592"/>
                    <a:pt x="5" y="742"/>
                  </a:cubicBezTo>
                  <a:lnTo>
                    <a:pt x="5" y="1372"/>
                  </a:lnTo>
                  <a:cubicBezTo>
                    <a:pt x="255" y="1309"/>
                    <a:pt x="501" y="1208"/>
                    <a:pt x="727" y="1078"/>
                  </a:cubicBezTo>
                  <a:lnTo>
                    <a:pt x="727" y="227"/>
                  </a:lnTo>
                  <a:cubicBezTo>
                    <a:pt x="727" y="145"/>
                    <a:pt x="703" y="68"/>
                    <a:pt x="6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87"/>
            <p:cNvSpPr/>
            <p:nvPr/>
          </p:nvSpPr>
          <p:spPr>
            <a:xfrm>
              <a:off x="2181989" y="3378996"/>
              <a:ext cx="404874" cy="341535"/>
            </a:xfrm>
            <a:custGeom>
              <a:rect b="b" l="l" r="r" t="t"/>
              <a:pathLst>
                <a:path extrusionOk="0" h="13022" w="15437">
                  <a:moveTo>
                    <a:pt x="6506" y="453"/>
                  </a:moveTo>
                  <a:cubicBezTo>
                    <a:pt x="6703" y="453"/>
                    <a:pt x="6896" y="530"/>
                    <a:pt x="7035" y="670"/>
                  </a:cubicBezTo>
                  <a:lnTo>
                    <a:pt x="7815" y="1454"/>
                  </a:lnTo>
                  <a:lnTo>
                    <a:pt x="6809" y="1454"/>
                  </a:lnTo>
                  <a:cubicBezTo>
                    <a:pt x="6679" y="1454"/>
                    <a:pt x="6549" y="1401"/>
                    <a:pt x="6458" y="1305"/>
                  </a:cubicBezTo>
                  <a:lnTo>
                    <a:pt x="5606" y="453"/>
                  </a:lnTo>
                  <a:close/>
                  <a:moveTo>
                    <a:pt x="8286" y="453"/>
                  </a:moveTo>
                  <a:cubicBezTo>
                    <a:pt x="8479" y="453"/>
                    <a:pt x="8666" y="530"/>
                    <a:pt x="8806" y="670"/>
                  </a:cubicBezTo>
                  <a:lnTo>
                    <a:pt x="9590" y="1454"/>
                  </a:lnTo>
                  <a:lnTo>
                    <a:pt x="9407" y="1454"/>
                  </a:lnTo>
                  <a:cubicBezTo>
                    <a:pt x="9109" y="1454"/>
                    <a:pt x="9109" y="1906"/>
                    <a:pt x="9407" y="1906"/>
                  </a:cubicBezTo>
                  <a:lnTo>
                    <a:pt x="14484" y="1906"/>
                  </a:lnTo>
                  <a:cubicBezTo>
                    <a:pt x="14758" y="1906"/>
                    <a:pt x="14979" y="2128"/>
                    <a:pt x="14979" y="2402"/>
                  </a:cubicBezTo>
                  <a:lnTo>
                    <a:pt x="14979" y="12069"/>
                  </a:lnTo>
                  <a:lnTo>
                    <a:pt x="14984" y="12069"/>
                  </a:lnTo>
                  <a:cubicBezTo>
                    <a:pt x="14979" y="12343"/>
                    <a:pt x="14758" y="12564"/>
                    <a:pt x="14484" y="12564"/>
                  </a:cubicBezTo>
                  <a:lnTo>
                    <a:pt x="948" y="12564"/>
                  </a:lnTo>
                  <a:cubicBezTo>
                    <a:pt x="674" y="12564"/>
                    <a:pt x="453" y="12343"/>
                    <a:pt x="453" y="12069"/>
                  </a:cubicBezTo>
                  <a:lnTo>
                    <a:pt x="453" y="953"/>
                  </a:lnTo>
                  <a:cubicBezTo>
                    <a:pt x="453" y="674"/>
                    <a:pt x="674" y="453"/>
                    <a:pt x="948" y="453"/>
                  </a:cubicBezTo>
                  <a:lnTo>
                    <a:pt x="4658" y="453"/>
                  </a:lnTo>
                  <a:cubicBezTo>
                    <a:pt x="4855" y="453"/>
                    <a:pt x="5043" y="530"/>
                    <a:pt x="5183" y="670"/>
                  </a:cubicBezTo>
                  <a:lnTo>
                    <a:pt x="6135" y="1627"/>
                  </a:lnTo>
                  <a:cubicBezTo>
                    <a:pt x="6309" y="1801"/>
                    <a:pt x="6548" y="1902"/>
                    <a:pt x="6792" y="1902"/>
                  </a:cubicBezTo>
                  <a:cubicBezTo>
                    <a:pt x="6798" y="1902"/>
                    <a:pt x="6803" y="1901"/>
                    <a:pt x="6809" y="1901"/>
                  </a:cubicBezTo>
                  <a:lnTo>
                    <a:pt x="8358" y="1901"/>
                  </a:lnTo>
                  <a:cubicBezTo>
                    <a:pt x="8560" y="1901"/>
                    <a:pt x="8661" y="1661"/>
                    <a:pt x="8522" y="1516"/>
                  </a:cubicBezTo>
                  <a:lnTo>
                    <a:pt x="7454" y="453"/>
                  </a:lnTo>
                  <a:close/>
                  <a:moveTo>
                    <a:pt x="953" y="1"/>
                  </a:moveTo>
                  <a:cubicBezTo>
                    <a:pt x="429" y="1"/>
                    <a:pt x="0" y="429"/>
                    <a:pt x="0" y="953"/>
                  </a:cubicBezTo>
                  <a:lnTo>
                    <a:pt x="0" y="12069"/>
                  </a:lnTo>
                  <a:cubicBezTo>
                    <a:pt x="0" y="12593"/>
                    <a:pt x="429" y="13016"/>
                    <a:pt x="953" y="13021"/>
                  </a:cubicBezTo>
                  <a:lnTo>
                    <a:pt x="14484" y="13021"/>
                  </a:lnTo>
                  <a:cubicBezTo>
                    <a:pt x="15008" y="13016"/>
                    <a:pt x="15436" y="12593"/>
                    <a:pt x="15436" y="12069"/>
                  </a:cubicBezTo>
                  <a:lnTo>
                    <a:pt x="15436" y="2402"/>
                  </a:lnTo>
                  <a:cubicBezTo>
                    <a:pt x="15436" y="1877"/>
                    <a:pt x="15008" y="1454"/>
                    <a:pt x="14484" y="1454"/>
                  </a:cubicBezTo>
                  <a:lnTo>
                    <a:pt x="10230" y="1454"/>
                  </a:lnTo>
                  <a:lnTo>
                    <a:pt x="9128" y="352"/>
                  </a:lnTo>
                  <a:cubicBezTo>
                    <a:pt x="8902" y="126"/>
                    <a:pt x="8599" y="1"/>
                    <a:pt x="8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87"/>
            <p:cNvSpPr/>
            <p:nvPr/>
          </p:nvSpPr>
          <p:spPr>
            <a:xfrm>
              <a:off x="2295947" y="3486765"/>
              <a:ext cx="170505" cy="164105"/>
            </a:xfrm>
            <a:custGeom>
              <a:rect b="b" l="l" r="r" t="t"/>
              <a:pathLst>
                <a:path extrusionOk="0" h="6257" w="6501">
                  <a:moveTo>
                    <a:pt x="3614" y="1666"/>
                  </a:moveTo>
                  <a:cubicBezTo>
                    <a:pt x="3888" y="1666"/>
                    <a:pt x="4110" y="1887"/>
                    <a:pt x="4110" y="2161"/>
                  </a:cubicBezTo>
                  <a:lnTo>
                    <a:pt x="4110" y="2643"/>
                  </a:lnTo>
                  <a:cubicBezTo>
                    <a:pt x="4110" y="3052"/>
                    <a:pt x="3782" y="3384"/>
                    <a:pt x="3373" y="3384"/>
                  </a:cubicBezTo>
                  <a:cubicBezTo>
                    <a:pt x="2964" y="3384"/>
                    <a:pt x="2632" y="3052"/>
                    <a:pt x="2632" y="2643"/>
                  </a:cubicBezTo>
                  <a:lnTo>
                    <a:pt x="2632" y="2161"/>
                  </a:lnTo>
                  <a:cubicBezTo>
                    <a:pt x="2632" y="1887"/>
                    <a:pt x="2858" y="1666"/>
                    <a:pt x="3133" y="1666"/>
                  </a:cubicBezTo>
                  <a:close/>
                  <a:moveTo>
                    <a:pt x="3633" y="3807"/>
                  </a:moveTo>
                  <a:lnTo>
                    <a:pt x="3633" y="3942"/>
                  </a:lnTo>
                  <a:cubicBezTo>
                    <a:pt x="3628" y="4024"/>
                    <a:pt x="3652" y="4105"/>
                    <a:pt x="3691" y="4178"/>
                  </a:cubicBezTo>
                  <a:lnTo>
                    <a:pt x="3383" y="4485"/>
                  </a:lnTo>
                  <a:cubicBezTo>
                    <a:pt x="3378" y="4490"/>
                    <a:pt x="3375" y="4493"/>
                    <a:pt x="3371" y="4493"/>
                  </a:cubicBezTo>
                  <a:cubicBezTo>
                    <a:pt x="3367" y="4493"/>
                    <a:pt x="3364" y="4490"/>
                    <a:pt x="3359" y="4485"/>
                  </a:cubicBezTo>
                  <a:lnTo>
                    <a:pt x="3051" y="4178"/>
                  </a:lnTo>
                  <a:cubicBezTo>
                    <a:pt x="3089" y="4105"/>
                    <a:pt x="3114" y="4024"/>
                    <a:pt x="3114" y="3942"/>
                  </a:cubicBezTo>
                  <a:lnTo>
                    <a:pt x="3114" y="3807"/>
                  </a:lnTo>
                  <a:cubicBezTo>
                    <a:pt x="3195" y="3826"/>
                    <a:pt x="3287" y="3836"/>
                    <a:pt x="3373" y="3836"/>
                  </a:cubicBezTo>
                  <a:cubicBezTo>
                    <a:pt x="3460" y="3836"/>
                    <a:pt x="3547" y="3826"/>
                    <a:pt x="3633" y="3807"/>
                  </a:cubicBezTo>
                  <a:close/>
                  <a:moveTo>
                    <a:pt x="3373" y="448"/>
                  </a:moveTo>
                  <a:cubicBezTo>
                    <a:pt x="4504" y="448"/>
                    <a:pt x="5519" y="1165"/>
                    <a:pt x="5895" y="2234"/>
                  </a:cubicBezTo>
                  <a:cubicBezTo>
                    <a:pt x="6270" y="3302"/>
                    <a:pt x="5933" y="4495"/>
                    <a:pt x="5048" y="5207"/>
                  </a:cubicBezTo>
                  <a:lnTo>
                    <a:pt x="5048" y="4875"/>
                  </a:lnTo>
                  <a:cubicBezTo>
                    <a:pt x="5048" y="4606"/>
                    <a:pt x="4899" y="4360"/>
                    <a:pt x="4658" y="4240"/>
                  </a:cubicBezTo>
                  <a:lnTo>
                    <a:pt x="4090" y="3956"/>
                  </a:lnTo>
                  <a:cubicBezTo>
                    <a:pt x="4085" y="3956"/>
                    <a:pt x="4081" y="3951"/>
                    <a:pt x="4081" y="3942"/>
                  </a:cubicBezTo>
                  <a:lnTo>
                    <a:pt x="4081" y="3600"/>
                  </a:lnTo>
                  <a:cubicBezTo>
                    <a:pt x="4384" y="3374"/>
                    <a:pt x="4562" y="3023"/>
                    <a:pt x="4562" y="2643"/>
                  </a:cubicBezTo>
                  <a:lnTo>
                    <a:pt x="4562" y="2161"/>
                  </a:lnTo>
                  <a:cubicBezTo>
                    <a:pt x="4562" y="1637"/>
                    <a:pt x="4138" y="1209"/>
                    <a:pt x="3614" y="1209"/>
                  </a:cubicBezTo>
                  <a:lnTo>
                    <a:pt x="3133" y="1209"/>
                  </a:lnTo>
                  <a:cubicBezTo>
                    <a:pt x="2608" y="1209"/>
                    <a:pt x="2185" y="1637"/>
                    <a:pt x="2180" y="2161"/>
                  </a:cubicBezTo>
                  <a:lnTo>
                    <a:pt x="2180" y="2643"/>
                  </a:lnTo>
                  <a:cubicBezTo>
                    <a:pt x="2180" y="3018"/>
                    <a:pt x="2358" y="3374"/>
                    <a:pt x="2661" y="3600"/>
                  </a:cubicBezTo>
                  <a:lnTo>
                    <a:pt x="2661" y="3942"/>
                  </a:lnTo>
                  <a:cubicBezTo>
                    <a:pt x="2661" y="3947"/>
                    <a:pt x="2661" y="3951"/>
                    <a:pt x="2656" y="3956"/>
                  </a:cubicBezTo>
                  <a:lnTo>
                    <a:pt x="2089" y="4240"/>
                  </a:lnTo>
                  <a:cubicBezTo>
                    <a:pt x="1848" y="4356"/>
                    <a:pt x="1694" y="4606"/>
                    <a:pt x="1699" y="4875"/>
                  </a:cubicBezTo>
                  <a:lnTo>
                    <a:pt x="1699" y="5207"/>
                  </a:lnTo>
                  <a:cubicBezTo>
                    <a:pt x="814" y="4495"/>
                    <a:pt x="472" y="3302"/>
                    <a:pt x="852" y="2234"/>
                  </a:cubicBezTo>
                  <a:cubicBezTo>
                    <a:pt x="1227" y="1165"/>
                    <a:pt x="2238" y="448"/>
                    <a:pt x="3373" y="448"/>
                  </a:cubicBezTo>
                  <a:close/>
                  <a:moveTo>
                    <a:pt x="4066" y="4452"/>
                  </a:moveTo>
                  <a:lnTo>
                    <a:pt x="4461" y="4644"/>
                  </a:lnTo>
                  <a:cubicBezTo>
                    <a:pt x="4547" y="4688"/>
                    <a:pt x="4600" y="4779"/>
                    <a:pt x="4600" y="4875"/>
                  </a:cubicBezTo>
                  <a:lnTo>
                    <a:pt x="4600" y="5506"/>
                  </a:lnTo>
                  <a:cubicBezTo>
                    <a:pt x="4218" y="5703"/>
                    <a:pt x="3798" y="5801"/>
                    <a:pt x="3378" y="5801"/>
                  </a:cubicBezTo>
                  <a:cubicBezTo>
                    <a:pt x="2958" y="5801"/>
                    <a:pt x="2539" y="5703"/>
                    <a:pt x="2156" y="5506"/>
                  </a:cubicBezTo>
                  <a:lnTo>
                    <a:pt x="2151" y="5506"/>
                  </a:lnTo>
                  <a:lnTo>
                    <a:pt x="2151" y="4875"/>
                  </a:lnTo>
                  <a:cubicBezTo>
                    <a:pt x="2151" y="4779"/>
                    <a:pt x="2204" y="4688"/>
                    <a:pt x="2291" y="4644"/>
                  </a:cubicBezTo>
                  <a:lnTo>
                    <a:pt x="2685" y="4452"/>
                  </a:lnTo>
                  <a:lnTo>
                    <a:pt x="3046" y="4813"/>
                  </a:lnTo>
                  <a:cubicBezTo>
                    <a:pt x="3138" y="4902"/>
                    <a:pt x="3257" y="4946"/>
                    <a:pt x="3376" y="4946"/>
                  </a:cubicBezTo>
                  <a:cubicBezTo>
                    <a:pt x="3495" y="4946"/>
                    <a:pt x="3614" y="4902"/>
                    <a:pt x="3705" y="4813"/>
                  </a:cubicBezTo>
                  <a:lnTo>
                    <a:pt x="4066" y="4452"/>
                  </a:lnTo>
                  <a:close/>
                  <a:moveTo>
                    <a:pt x="3373" y="1"/>
                  </a:moveTo>
                  <a:cubicBezTo>
                    <a:pt x="2108" y="1"/>
                    <a:pt x="967" y="761"/>
                    <a:pt x="481" y="1930"/>
                  </a:cubicBezTo>
                  <a:cubicBezTo>
                    <a:pt x="0" y="3100"/>
                    <a:pt x="270" y="4447"/>
                    <a:pt x="1160" y="5342"/>
                  </a:cubicBezTo>
                  <a:cubicBezTo>
                    <a:pt x="1760" y="5938"/>
                    <a:pt x="2562" y="6256"/>
                    <a:pt x="3379" y="6256"/>
                  </a:cubicBezTo>
                  <a:cubicBezTo>
                    <a:pt x="3781" y="6256"/>
                    <a:pt x="4186" y="6179"/>
                    <a:pt x="4571" y="6020"/>
                  </a:cubicBezTo>
                  <a:cubicBezTo>
                    <a:pt x="5741" y="5534"/>
                    <a:pt x="6501" y="4394"/>
                    <a:pt x="6501" y="3129"/>
                  </a:cubicBezTo>
                  <a:cubicBezTo>
                    <a:pt x="6501" y="1401"/>
                    <a:pt x="5101" y="1"/>
                    <a:pt x="3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87"/>
            <p:cNvSpPr/>
            <p:nvPr/>
          </p:nvSpPr>
          <p:spPr>
            <a:xfrm>
              <a:off x="2266153" y="3461220"/>
              <a:ext cx="188812" cy="175593"/>
            </a:xfrm>
            <a:custGeom>
              <a:rect b="b" l="l" r="r" t="t"/>
              <a:pathLst>
                <a:path extrusionOk="0" h="6695" w="7199">
                  <a:moveTo>
                    <a:pt x="4499" y="0"/>
                  </a:moveTo>
                  <a:cubicBezTo>
                    <a:pt x="3447" y="0"/>
                    <a:pt x="2400" y="405"/>
                    <a:pt x="1608" y="1196"/>
                  </a:cubicBezTo>
                  <a:cubicBezTo>
                    <a:pt x="145" y="2659"/>
                    <a:pt x="1" y="4983"/>
                    <a:pt x="1276" y="6609"/>
                  </a:cubicBezTo>
                  <a:cubicBezTo>
                    <a:pt x="1326" y="6670"/>
                    <a:pt x="1387" y="6695"/>
                    <a:pt x="1446" y="6695"/>
                  </a:cubicBezTo>
                  <a:cubicBezTo>
                    <a:pt x="1609" y="6695"/>
                    <a:pt x="1759" y="6503"/>
                    <a:pt x="1632" y="6330"/>
                  </a:cubicBezTo>
                  <a:cubicBezTo>
                    <a:pt x="511" y="4882"/>
                    <a:pt x="641" y="2823"/>
                    <a:pt x="1935" y="1528"/>
                  </a:cubicBezTo>
                  <a:cubicBezTo>
                    <a:pt x="2642" y="821"/>
                    <a:pt x="3573" y="462"/>
                    <a:pt x="4508" y="462"/>
                  </a:cubicBezTo>
                  <a:cubicBezTo>
                    <a:pt x="5292" y="462"/>
                    <a:pt x="6080" y="714"/>
                    <a:pt x="6742" y="1225"/>
                  </a:cubicBezTo>
                  <a:cubicBezTo>
                    <a:pt x="6787" y="1258"/>
                    <a:pt x="6834" y="1273"/>
                    <a:pt x="6877" y="1273"/>
                  </a:cubicBezTo>
                  <a:cubicBezTo>
                    <a:pt x="7061" y="1273"/>
                    <a:pt x="7199" y="1021"/>
                    <a:pt x="7016" y="869"/>
                  </a:cubicBezTo>
                  <a:cubicBezTo>
                    <a:pt x="6273" y="286"/>
                    <a:pt x="5384" y="0"/>
                    <a:pt x="44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87"/>
            <p:cNvSpPr/>
            <p:nvPr/>
          </p:nvSpPr>
          <p:spPr>
            <a:xfrm>
              <a:off x="2313284" y="3500639"/>
              <a:ext cx="189389" cy="175750"/>
            </a:xfrm>
            <a:custGeom>
              <a:rect b="b" l="l" r="r" t="t"/>
              <a:pathLst>
                <a:path extrusionOk="0" h="6701" w="7221">
                  <a:moveTo>
                    <a:pt x="5768" y="0"/>
                  </a:moveTo>
                  <a:cubicBezTo>
                    <a:pt x="5719" y="0"/>
                    <a:pt x="5669" y="17"/>
                    <a:pt x="5628" y="49"/>
                  </a:cubicBezTo>
                  <a:cubicBezTo>
                    <a:pt x="5527" y="126"/>
                    <a:pt x="5513" y="266"/>
                    <a:pt x="5590" y="367"/>
                  </a:cubicBezTo>
                  <a:cubicBezTo>
                    <a:pt x="6711" y="1815"/>
                    <a:pt x="6581" y="3875"/>
                    <a:pt x="5282" y="5169"/>
                  </a:cubicBezTo>
                  <a:cubicBezTo>
                    <a:pt x="4577" y="5874"/>
                    <a:pt x="3645" y="6234"/>
                    <a:pt x="2708" y="6234"/>
                  </a:cubicBezTo>
                  <a:cubicBezTo>
                    <a:pt x="1925" y="6234"/>
                    <a:pt x="1139" y="5983"/>
                    <a:pt x="480" y="5472"/>
                  </a:cubicBezTo>
                  <a:cubicBezTo>
                    <a:pt x="431" y="5433"/>
                    <a:pt x="381" y="5416"/>
                    <a:pt x="334" y="5416"/>
                  </a:cubicBezTo>
                  <a:cubicBezTo>
                    <a:pt x="145" y="5416"/>
                    <a:pt x="1" y="5682"/>
                    <a:pt x="201" y="5828"/>
                  </a:cubicBezTo>
                  <a:cubicBezTo>
                    <a:pt x="946" y="6413"/>
                    <a:pt x="1837" y="6701"/>
                    <a:pt x="2723" y="6701"/>
                  </a:cubicBezTo>
                  <a:cubicBezTo>
                    <a:pt x="3776" y="6701"/>
                    <a:pt x="4824" y="6295"/>
                    <a:pt x="5619" y="5501"/>
                  </a:cubicBezTo>
                  <a:cubicBezTo>
                    <a:pt x="7081" y="4038"/>
                    <a:pt x="7221" y="1714"/>
                    <a:pt x="5946" y="88"/>
                  </a:cubicBezTo>
                  <a:cubicBezTo>
                    <a:pt x="5902" y="30"/>
                    <a:pt x="5835" y="0"/>
                    <a:pt x="57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0" name="Google Shape;14450;p87"/>
          <p:cNvGrpSpPr/>
          <p:nvPr/>
        </p:nvGrpSpPr>
        <p:grpSpPr>
          <a:xfrm>
            <a:off x="3097565" y="3381908"/>
            <a:ext cx="361336" cy="338623"/>
            <a:chOff x="3097565" y="3381908"/>
            <a:chExt cx="361336" cy="338623"/>
          </a:xfrm>
        </p:grpSpPr>
        <p:sp>
          <p:nvSpPr>
            <p:cNvPr id="14451" name="Google Shape;14451;p87"/>
            <p:cNvSpPr/>
            <p:nvPr/>
          </p:nvSpPr>
          <p:spPr>
            <a:xfrm>
              <a:off x="3102732" y="3455607"/>
              <a:ext cx="350871" cy="259495"/>
            </a:xfrm>
            <a:custGeom>
              <a:rect b="b" l="l" r="r" t="t"/>
              <a:pathLst>
                <a:path extrusionOk="0" h="9894" w="13378">
                  <a:moveTo>
                    <a:pt x="1011" y="0"/>
                  </a:moveTo>
                  <a:cubicBezTo>
                    <a:pt x="453" y="5"/>
                    <a:pt x="6" y="453"/>
                    <a:pt x="1" y="1011"/>
                  </a:cubicBezTo>
                  <a:lnTo>
                    <a:pt x="1" y="8888"/>
                  </a:lnTo>
                  <a:cubicBezTo>
                    <a:pt x="6" y="9441"/>
                    <a:pt x="453" y="9893"/>
                    <a:pt x="1011" y="9893"/>
                  </a:cubicBezTo>
                  <a:lnTo>
                    <a:pt x="12372" y="9893"/>
                  </a:lnTo>
                  <a:cubicBezTo>
                    <a:pt x="12925" y="9893"/>
                    <a:pt x="13377" y="9441"/>
                    <a:pt x="13377" y="8888"/>
                  </a:cubicBezTo>
                  <a:lnTo>
                    <a:pt x="13377" y="1011"/>
                  </a:lnTo>
                  <a:cubicBezTo>
                    <a:pt x="13377" y="453"/>
                    <a:pt x="12925" y="5"/>
                    <a:pt x="12372"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87"/>
            <p:cNvSpPr/>
            <p:nvPr/>
          </p:nvSpPr>
          <p:spPr>
            <a:xfrm>
              <a:off x="3102600" y="3455607"/>
              <a:ext cx="175593" cy="259495"/>
            </a:xfrm>
            <a:custGeom>
              <a:rect b="b" l="l" r="r" t="t"/>
              <a:pathLst>
                <a:path extrusionOk="0" h="9894" w="6695">
                  <a:moveTo>
                    <a:pt x="997" y="0"/>
                  </a:moveTo>
                  <a:cubicBezTo>
                    <a:pt x="444" y="10"/>
                    <a:pt x="1" y="462"/>
                    <a:pt x="6" y="1011"/>
                  </a:cubicBezTo>
                  <a:lnTo>
                    <a:pt x="6" y="8888"/>
                  </a:lnTo>
                  <a:cubicBezTo>
                    <a:pt x="1" y="9436"/>
                    <a:pt x="444" y="9889"/>
                    <a:pt x="997" y="9893"/>
                  </a:cubicBezTo>
                  <a:lnTo>
                    <a:pt x="6694" y="9893"/>
                  </a:lnTo>
                  <a:lnTo>
                    <a:pt x="6694"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87"/>
            <p:cNvSpPr/>
            <p:nvPr/>
          </p:nvSpPr>
          <p:spPr>
            <a:xfrm>
              <a:off x="3133156" y="3486031"/>
              <a:ext cx="290024" cy="198647"/>
            </a:xfrm>
            <a:custGeom>
              <a:rect b="b" l="l" r="r" t="t"/>
              <a:pathLst>
                <a:path extrusionOk="0" h="7574" w="11058">
                  <a:moveTo>
                    <a:pt x="270" y="0"/>
                  </a:moveTo>
                  <a:cubicBezTo>
                    <a:pt x="121" y="0"/>
                    <a:pt x="0" y="120"/>
                    <a:pt x="5" y="270"/>
                  </a:cubicBezTo>
                  <a:lnTo>
                    <a:pt x="5" y="7309"/>
                  </a:lnTo>
                  <a:cubicBezTo>
                    <a:pt x="5" y="7453"/>
                    <a:pt x="121" y="7574"/>
                    <a:pt x="270" y="7574"/>
                  </a:cubicBezTo>
                  <a:lnTo>
                    <a:pt x="10788" y="7574"/>
                  </a:lnTo>
                  <a:cubicBezTo>
                    <a:pt x="10937" y="7574"/>
                    <a:pt x="11058" y="7453"/>
                    <a:pt x="11058" y="7309"/>
                  </a:cubicBezTo>
                  <a:lnTo>
                    <a:pt x="11058" y="270"/>
                  </a:lnTo>
                  <a:cubicBezTo>
                    <a:pt x="11058" y="120"/>
                    <a:pt x="10937" y="0"/>
                    <a:pt x="1078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87"/>
            <p:cNvSpPr/>
            <p:nvPr/>
          </p:nvSpPr>
          <p:spPr>
            <a:xfrm>
              <a:off x="3133156" y="3486136"/>
              <a:ext cx="145038" cy="198542"/>
            </a:xfrm>
            <a:custGeom>
              <a:rect b="b" l="l" r="r" t="t"/>
              <a:pathLst>
                <a:path extrusionOk="0" h="7570" w="5530">
                  <a:moveTo>
                    <a:pt x="265" y="1"/>
                  </a:moveTo>
                  <a:cubicBezTo>
                    <a:pt x="116" y="1"/>
                    <a:pt x="0" y="121"/>
                    <a:pt x="0" y="266"/>
                  </a:cubicBezTo>
                  <a:lnTo>
                    <a:pt x="0" y="7305"/>
                  </a:lnTo>
                  <a:cubicBezTo>
                    <a:pt x="0" y="7449"/>
                    <a:pt x="116" y="7570"/>
                    <a:pt x="265" y="7570"/>
                  </a:cubicBezTo>
                  <a:lnTo>
                    <a:pt x="5529" y="7570"/>
                  </a:lnTo>
                  <a:lnTo>
                    <a:pt x="5529" y="1"/>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87"/>
            <p:cNvSpPr/>
            <p:nvPr/>
          </p:nvSpPr>
          <p:spPr>
            <a:xfrm>
              <a:off x="3209241" y="3387205"/>
              <a:ext cx="137721" cy="114876"/>
            </a:xfrm>
            <a:custGeom>
              <a:rect b="b" l="l" r="r" t="t"/>
              <a:pathLst>
                <a:path extrusionOk="0" h="4380" w="5251">
                  <a:moveTo>
                    <a:pt x="2229" y="0"/>
                  </a:moveTo>
                  <a:cubicBezTo>
                    <a:pt x="1642" y="0"/>
                    <a:pt x="1165" y="477"/>
                    <a:pt x="1165" y="1069"/>
                  </a:cubicBezTo>
                  <a:lnTo>
                    <a:pt x="1165" y="1569"/>
                  </a:lnTo>
                  <a:cubicBezTo>
                    <a:pt x="1161" y="1824"/>
                    <a:pt x="954" y="2031"/>
                    <a:pt x="699" y="2031"/>
                  </a:cubicBezTo>
                  <a:lnTo>
                    <a:pt x="496" y="2031"/>
                  </a:lnTo>
                  <a:cubicBezTo>
                    <a:pt x="222" y="2031"/>
                    <a:pt x="1" y="2252"/>
                    <a:pt x="1" y="2522"/>
                  </a:cubicBezTo>
                  <a:lnTo>
                    <a:pt x="1" y="3888"/>
                  </a:lnTo>
                  <a:cubicBezTo>
                    <a:pt x="1" y="4158"/>
                    <a:pt x="222" y="4379"/>
                    <a:pt x="496" y="4379"/>
                  </a:cubicBezTo>
                  <a:lnTo>
                    <a:pt x="4760" y="4379"/>
                  </a:lnTo>
                  <a:cubicBezTo>
                    <a:pt x="5029" y="4379"/>
                    <a:pt x="5250" y="4158"/>
                    <a:pt x="5250" y="3888"/>
                  </a:cubicBezTo>
                  <a:lnTo>
                    <a:pt x="5250" y="2522"/>
                  </a:lnTo>
                  <a:cubicBezTo>
                    <a:pt x="5250" y="2252"/>
                    <a:pt x="5029" y="2031"/>
                    <a:pt x="4760" y="2031"/>
                  </a:cubicBezTo>
                  <a:lnTo>
                    <a:pt x="4558" y="2031"/>
                  </a:lnTo>
                  <a:cubicBezTo>
                    <a:pt x="4298" y="2031"/>
                    <a:pt x="4091" y="1824"/>
                    <a:pt x="4091" y="1569"/>
                  </a:cubicBezTo>
                  <a:lnTo>
                    <a:pt x="4091" y="1069"/>
                  </a:lnTo>
                  <a:cubicBezTo>
                    <a:pt x="4091" y="477"/>
                    <a:pt x="3615" y="0"/>
                    <a:pt x="302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87"/>
            <p:cNvSpPr/>
            <p:nvPr/>
          </p:nvSpPr>
          <p:spPr>
            <a:xfrm>
              <a:off x="3200167" y="3606284"/>
              <a:ext cx="40023" cy="34332"/>
            </a:xfrm>
            <a:custGeom>
              <a:rect b="b" l="l" r="r" t="t"/>
              <a:pathLst>
                <a:path extrusionOk="0" h="1309" w="1526">
                  <a:moveTo>
                    <a:pt x="655" y="1"/>
                  </a:moveTo>
                  <a:cubicBezTo>
                    <a:pt x="294" y="1"/>
                    <a:pt x="0" y="294"/>
                    <a:pt x="0" y="655"/>
                  </a:cubicBezTo>
                  <a:cubicBezTo>
                    <a:pt x="0" y="1049"/>
                    <a:pt x="322" y="1309"/>
                    <a:pt x="658" y="1309"/>
                  </a:cubicBezTo>
                  <a:cubicBezTo>
                    <a:pt x="819" y="1309"/>
                    <a:pt x="983" y="1249"/>
                    <a:pt x="1117" y="1117"/>
                  </a:cubicBezTo>
                  <a:cubicBezTo>
                    <a:pt x="1526" y="703"/>
                    <a:pt x="1237" y="1"/>
                    <a:pt x="65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87"/>
            <p:cNvSpPr/>
            <p:nvPr/>
          </p:nvSpPr>
          <p:spPr>
            <a:xfrm>
              <a:off x="3262378" y="3541528"/>
              <a:ext cx="39184" cy="34542"/>
            </a:xfrm>
            <a:custGeom>
              <a:rect b="b" l="l" r="r" t="t"/>
              <a:pathLst>
                <a:path extrusionOk="0" h="1317" w="1494">
                  <a:moveTo>
                    <a:pt x="314" y="0"/>
                  </a:moveTo>
                  <a:cubicBezTo>
                    <a:pt x="145" y="0"/>
                    <a:pt x="1" y="218"/>
                    <a:pt x="159" y="377"/>
                  </a:cubicBezTo>
                  <a:lnTo>
                    <a:pt x="438" y="656"/>
                  </a:lnTo>
                  <a:lnTo>
                    <a:pt x="159" y="940"/>
                  </a:lnTo>
                  <a:cubicBezTo>
                    <a:pt x="73" y="1026"/>
                    <a:pt x="73" y="1161"/>
                    <a:pt x="159" y="1247"/>
                  </a:cubicBezTo>
                  <a:cubicBezTo>
                    <a:pt x="200" y="1291"/>
                    <a:pt x="256" y="1312"/>
                    <a:pt x="312" y="1312"/>
                  </a:cubicBezTo>
                  <a:cubicBezTo>
                    <a:pt x="368" y="1312"/>
                    <a:pt x="424" y="1291"/>
                    <a:pt x="467" y="1247"/>
                  </a:cubicBezTo>
                  <a:lnTo>
                    <a:pt x="746" y="964"/>
                  </a:lnTo>
                  <a:lnTo>
                    <a:pt x="1030" y="1247"/>
                  </a:lnTo>
                  <a:cubicBezTo>
                    <a:pt x="1078" y="1296"/>
                    <a:pt x="1131" y="1316"/>
                    <a:pt x="1181" y="1316"/>
                  </a:cubicBezTo>
                  <a:cubicBezTo>
                    <a:pt x="1348" y="1316"/>
                    <a:pt x="1493" y="1098"/>
                    <a:pt x="1338" y="940"/>
                  </a:cubicBezTo>
                  <a:lnTo>
                    <a:pt x="1054" y="656"/>
                  </a:lnTo>
                  <a:lnTo>
                    <a:pt x="1338" y="377"/>
                  </a:lnTo>
                  <a:cubicBezTo>
                    <a:pt x="1493" y="218"/>
                    <a:pt x="1348" y="0"/>
                    <a:pt x="1181" y="0"/>
                  </a:cubicBezTo>
                  <a:cubicBezTo>
                    <a:pt x="1131" y="0"/>
                    <a:pt x="1078" y="20"/>
                    <a:pt x="1030" y="69"/>
                  </a:cubicBezTo>
                  <a:lnTo>
                    <a:pt x="746" y="348"/>
                  </a:lnTo>
                  <a:lnTo>
                    <a:pt x="467" y="69"/>
                  </a:lnTo>
                  <a:cubicBezTo>
                    <a:pt x="419" y="20"/>
                    <a:pt x="365" y="0"/>
                    <a:pt x="31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87"/>
            <p:cNvSpPr/>
            <p:nvPr/>
          </p:nvSpPr>
          <p:spPr>
            <a:xfrm>
              <a:off x="3209241" y="3387205"/>
              <a:ext cx="68952" cy="114876"/>
            </a:xfrm>
            <a:custGeom>
              <a:rect b="b" l="l" r="r" t="t"/>
              <a:pathLst>
                <a:path extrusionOk="0" h="4380" w="2629">
                  <a:moveTo>
                    <a:pt x="2229" y="0"/>
                  </a:moveTo>
                  <a:cubicBezTo>
                    <a:pt x="1642" y="0"/>
                    <a:pt x="1165" y="477"/>
                    <a:pt x="1161" y="1069"/>
                  </a:cubicBezTo>
                  <a:lnTo>
                    <a:pt x="1161" y="1569"/>
                  </a:lnTo>
                  <a:cubicBezTo>
                    <a:pt x="1161" y="1824"/>
                    <a:pt x="954" y="2031"/>
                    <a:pt x="699" y="2031"/>
                  </a:cubicBezTo>
                  <a:lnTo>
                    <a:pt x="492" y="2031"/>
                  </a:lnTo>
                  <a:cubicBezTo>
                    <a:pt x="222" y="2031"/>
                    <a:pt x="1" y="2252"/>
                    <a:pt x="1" y="2522"/>
                  </a:cubicBezTo>
                  <a:lnTo>
                    <a:pt x="1" y="3888"/>
                  </a:lnTo>
                  <a:cubicBezTo>
                    <a:pt x="1" y="4158"/>
                    <a:pt x="222" y="4379"/>
                    <a:pt x="492" y="4379"/>
                  </a:cubicBezTo>
                  <a:lnTo>
                    <a:pt x="2628" y="4379"/>
                  </a:lnTo>
                  <a:lnTo>
                    <a:pt x="2628"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87"/>
            <p:cNvSpPr/>
            <p:nvPr/>
          </p:nvSpPr>
          <p:spPr>
            <a:xfrm>
              <a:off x="3257343" y="3448001"/>
              <a:ext cx="36482" cy="31237"/>
            </a:xfrm>
            <a:custGeom>
              <a:rect b="b" l="l" r="r" t="t"/>
              <a:pathLst>
                <a:path extrusionOk="0" h="1191" w="1391">
                  <a:moveTo>
                    <a:pt x="785" y="0"/>
                  </a:moveTo>
                  <a:cubicBezTo>
                    <a:pt x="640" y="0"/>
                    <a:pt x="492" y="54"/>
                    <a:pt x="371" y="175"/>
                  </a:cubicBezTo>
                  <a:cubicBezTo>
                    <a:pt x="0" y="550"/>
                    <a:pt x="265" y="1190"/>
                    <a:pt x="794" y="1190"/>
                  </a:cubicBezTo>
                  <a:cubicBezTo>
                    <a:pt x="1121" y="1190"/>
                    <a:pt x="1386" y="926"/>
                    <a:pt x="1391" y="598"/>
                  </a:cubicBezTo>
                  <a:cubicBezTo>
                    <a:pt x="1387" y="240"/>
                    <a:pt x="1092" y="0"/>
                    <a:pt x="78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87"/>
            <p:cNvSpPr/>
            <p:nvPr/>
          </p:nvSpPr>
          <p:spPr>
            <a:xfrm>
              <a:off x="3188679" y="3534342"/>
              <a:ext cx="187894" cy="117709"/>
            </a:xfrm>
            <a:custGeom>
              <a:rect b="b" l="l" r="r" t="t"/>
              <a:pathLst>
                <a:path extrusionOk="0" h="4488" w="7164">
                  <a:moveTo>
                    <a:pt x="1093" y="2744"/>
                  </a:moveTo>
                  <a:cubicBezTo>
                    <a:pt x="1675" y="2744"/>
                    <a:pt x="1964" y="3446"/>
                    <a:pt x="1555" y="3860"/>
                  </a:cubicBezTo>
                  <a:cubicBezTo>
                    <a:pt x="1421" y="3992"/>
                    <a:pt x="1257" y="4052"/>
                    <a:pt x="1096" y="4052"/>
                  </a:cubicBezTo>
                  <a:cubicBezTo>
                    <a:pt x="760" y="4052"/>
                    <a:pt x="438" y="3792"/>
                    <a:pt x="438" y="3398"/>
                  </a:cubicBezTo>
                  <a:cubicBezTo>
                    <a:pt x="438" y="3037"/>
                    <a:pt x="732" y="2744"/>
                    <a:pt x="1093" y="2744"/>
                  </a:cubicBezTo>
                  <a:close/>
                  <a:moveTo>
                    <a:pt x="6564" y="1"/>
                  </a:moveTo>
                  <a:lnTo>
                    <a:pt x="6540" y="6"/>
                  </a:lnTo>
                  <a:lnTo>
                    <a:pt x="6535" y="6"/>
                  </a:lnTo>
                  <a:cubicBezTo>
                    <a:pt x="6525" y="11"/>
                    <a:pt x="6516" y="11"/>
                    <a:pt x="6511" y="15"/>
                  </a:cubicBezTo>
                  <a:lnTo>
                    <a:pt x="5929" y="304"/>
                  </a:lnTo>
                  <a:cubicBezTo>
                    <a:pt x="5716" y="421"/>
                    <a:pt x="5825" y="717"/>
                    <a:pt x="6023" y="717"/>
                  </a:cubicBezTo>
                  <a:cubicBezTo>
                    <a:pt x="6054" y="717"/>
                    <a:pt x="6087" y="710"/>
                    <a:pt x="6121" y="694"/>
                  </a:cubicBezTo>
                  <a:lnTo>
                    <a:pt x="6280" y="617"/>
                  </a:lnTo>
                  <a:lnTo>
                    <a:pt x="6280" y="617"/>
                  </a:lnTo>
                  <a:cubicBezTo>
                    <a:pt x="5991" y="1574"/>
                    <a:pt x="5496" y="2277"/>
                    <a:pt x="4803" y="2724"/>
                  </a:cubicBezTo>
                  <a:cubicBezTo>
                    <a:pt x="4119" y="3161"/>
                    <a:pt x="3361" y="3261"/>
                    <a:pt x="2808" y="3261"/>
                  </a:cubicBezTo>
                  <a:cubicBezTo>
                    <a:pt x="2531" y="3261"/>
                    <a:pt x="2305" y="3236"/>
                    <a:pt x="2166" y="3215"/>
                  </a:cubicBezTo>
                  <a:cubicBezTo>
                    <a:pt x="2075" y="2688"/>
                    <a:pt x="1620" y="2311"/>
                    <a:pt x="1095" y="2311"/>
                  </a:cubicBezTo>
                  <a:cubicBezTo>
                    <a:pt x="1064" y="2311"/>
                    <a:pt x="1033" y="2313"/>
                    <a:pt x="1001" y="2315"/>
                  </a:cubicBezTo>
                  <a:cubicBezTo>
                    <a:pt x="438" y="2364"/>
                    <a:pt x="5" y="2835"/>
                    <a:pt x="5" y="3403"/>
                  </a:cubicBezTo>
                  <a:lnTo>
                    <a:pt x="5" y="3398"/>
                  </a:lnTo>
                  <a:lnTo>
                    <a:pt x="5" y="3398"/>
                  </a:lnTo>
                  <a:cubicBezTo>
                    <a:pt x="1" y="3951"/>
                    <a:pt x="414" y="4413"/>
                    <a:pt x="963" y="4481"/>
                  </a:cubicBezTo>
                  <a:cubicBezTo>
                    <a:pt x="1005" y="4485"/>
                    <a:pt x="1047" y="4488"/>
                    <a:pt x="1088" y="4488"/>
                  </a:cubicBezTo>
                  <a:cubicBezTo>
                    <a:pt x="1587" y="4488"/>
                    <a:pt x="2031" y="4146"/>
                    <a:pt x="2147" y="3653"/>
                  </a:cubicBezTo>
                  <a:cubicBezTo>
                    <a:pt x="2363" y="3682"/>
                    <a:pt x="2584" y="3696"/>
                    <a:pt x="2801" y="3696"/>
                  </a:cubicBezTo>
                  <a:cubicBezTo>
                    <a:pt x="3417" y="3696"/>
                    <a:pt x="4254" y="3581"/>
                    <a:pt x="5029" y="3085"/>
                  </a:cubicBezTo>
                  <a:cubicBezTo>
                    <a:pt x="5799" y="2594"/>
                    <a:pt x="6342" y="1839"/>
                    <a:pt x="6665" y="819"/>
                  </a:cubicBezTo>
                  <a:lnTo>
                    <a:pt x="6694" y="882"/>
                  </a:lnTo>
                  <a:cubicBezTo>
                    <a:pt x="6738" y="965"/>
                    <a:pt x="6810" y="999"/>
                    <a:pt x="6881" y="999"/>
                  </a:cubicBezTo>
                  <a:cubicBezTo>
                    <a:pt x="7023" y="999"/>
                    <a:pt x="7164" y="859"/>
                    <a:pt x="7083" y="689"/>
                  </a:cubicBezTo>
                  <a:lnTo>
                    <a:pt x="6795" y="107"/>
                  </a:lnTo>
                  <a:lnTo>
                    <a:pt x="6790" y="102"/>
                  </a:lnTo>
                  <a:cubicBezTo>
                    <a:pt x="6790" y="97"/>
                    <a:pt x="6785" y="88"/>
                    <a:pt x="6780" y="83"/>
                  </a:cubicBezTo>
                  <a:lnTo>
                    <a:pt x="6776" y="78"/>
                  </a:lnTo>
                  <a:cubicBezTo>
                    <a:pt x="6766" y="64"/>
                    <a:pt x="6751" y="49"/>
                    <a:pt x="6737" y="39"/>
                  </a:cubicBezTo>
                  <a:cubicBezTo>
                    <a:pt x="6727" y="30"/>
                    <a:pt x="6723" y="25"/>
                    <a:pt x="6713" y="20"/>
                  </a:cubicBezTo>
                  <a:cubicBezTo>
                    <a:pt x="6703" y="15"/>
                    <a:pt x="6699" y="15"/>
                    <a:pt x="6689" y="11"/>
                  </a:cubicBezTo>
                  <a:lnTo>
                    <a:pt x="6684" y="11"/>
                  </a:lnTo>
                  <a:lnTo>
                    <a:pt x="6660" y="6"/>
                  </a:lnTo>
                  <a:lnTo>
                    <a:pt x="6655" y="6"/>
                  </a:lnTo>
                  <a:lnTo>
                    <a:pt x="663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87"/>
            <p:cNvSpPr/>
            <p:nvPr/>
          </p:nvSpPr>
          <p:spPr>
            <a:xfrm>
              <a:off x="3163422" y="3526316"/>
              <a:ext cx="39315" cy="34463"/>
            </a:xfrm>
            <a:custGeom>
              <a:rect b="b" l="l" r="r" t="t"/>
              <a:pathLst>
                <a:path extrusionOk="0" h="1314" w="1499">
                  <a:moveTo>
                    <a:pt x="317" y="0"/>
                  </a:moveTo>
                  <a:cubicBezTo>
                    <a:pt x="147" y="0"/>
                    <a:pt x="1" y="219"/>
                    <a:pt x="160" y="374"/>
                  </a:cubicBezTo>
                  <a:lnTo>
                    <a:pt x="439" y="658"/>
                  </a:lnTo>
                  <a:lnTo>
                    <a:pt x="160" y="937"/>
                  </a:lnTo>
                  <a:cubicBezTo>
                    <a:pt x="73" y="1024"/>
                    <a:pt x="73" y="1163"/>
                    <a:pt x="160" y="1245"/>
                  </a:cubicBezTo>
                  <a:cubicBezTo>
                    <a:pt x="203" y="1289"/>
                    <a:pt x="259" y="1310"/>
                    <a:pt x="314" y="1310"/>
                  </a:cubicBezTo>
                  <a:cubicBezTo>
                    <a:pt x="369" y="1310"/>
                    <a:pt x="425" y="1289"/>
                    <a:pt x="468" y="1245"/>
                  </a:cubicBezTo>
                  <a:lnTo>
                    <a:pt x="747" y="966"/>
                  </a:lnTo>
                  <a:lnTo>
                    <a:pt x="1031" y="1245"/>
                  </a:lnTo>
                  <a:cubicBezTo>
                    <a:pt x="1079" y="1294"/>
                    <a:pt x="1133" y="1314"/>
                    <a:pt x="1185" y="1314"/>
                  </a:cubicBezTo>
                  <a:cubicBezTo>
                    <a:pt x="1354" y="1314"/>
                    <a:pt x="1497" y="1096"/>
                    <a:pt x="1339" y="937"/>
                  </a:cubicBezTo>
                  <a:lnTo>
                    <a:pt x="1055" y="658"/>
                  </a:lnTo>
                  <a:lnTo>
                    <a:pt x="1339" y="374"/>
                  </a:lnTo>
                  <a:cubicBezTo>
                    <a:pt x="1498" y="219"/>
                    <a:pt x="1352" y="0"/>
                    <a:pt x="1182" y="0"/>
                  </a:cubicBezTo>
                  <a:cubicBezTo>
                    <a:pt x="1131" y="0"/>
                    <a:pt x="1079" y="20"/>
                    <a:pt x="1031" y="66"/>
                  </a:cubicBezTo>
                  <a:lnTo>
                    <a:pt x="747" y="350"/>
                  </a:lnTo>
                  <a:lnTo>
                    <a:pt x="468" y="66"/>
                  </a:lnTo>
                  <a:cubicBezTo>
                    <a:pt x="420" y="20"/>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87"/>
            <p:cNvSpPr/>
            <p:nvPr/>
          </p:nvSpPr>
          <p:spPr>
            <a:xfrm>
              <a:off x="3361309" y="3617614"/>
              <a:ext cx="39184" cy="34542"/>
            </a:xfrm>
            <a:custGeom>
              <a:rect b="b" l="l" r="r" t="t"/>
              <a:pathLst>
                <a:path extrusionOk="0" h="1317" w="1494">
                  <a:moveTo>
                    <a:pt x="1182" y="1"/>
                  </a:moveTo>
                  <a:cubicBezTo>
                    <a:pt x="1131" y="1"/>
                    <a:pt x="1078" y="21"/>
                    <a:pt x="1031" y="69"/>
                  </a:cubicBezTo>
                  <a:lnTo>
                    <a:pt x="747" y="353"/>
                  </a:lnTo>
                  <a:lnTo>
                    <a:pt x="468" y="69"/>
                  </a:lnTo>
                  <a:cubicBezTo>
                    <a:pt x="424" y="26"/>
                    <a:pt x="368" y="4"/>
                    <a:pt x="311" y="4"/>
                  </a:cubicBezTo>
                  <a:cubicBezTo>
                    <a:pt x="255" y="4"/>
                    <a:pt x="198" y="26"/>
                    <a:pt x="155" y="69"/>
                  </a:cubicBezTo>
                  <a:cubicBezTo>
                    <a:pt x="73" y="156"/>
                    <a:pt x="73" y="290"/>
                    <a:pt x="155" y="377"/>
                  </a:cubicBezTo>
                  <a:lnTo>
                    <a:pt x="439" y="656"/>
                  </a:lnTo>
                  <a:lnTo>
                    <a:pt x="155" y="940"/>
                  </a:lnTo>
                  <a:cubicBezTo>
                    <a:pt x="0" y="1099"/>
                    <a:pt x="145" y="1317"/>
                    <a:pt x="314" y="1317"/>
                  </a:cubicBezTo>
                  <a:cubicBezTo>
                    <a:pt x="366" y="1317"/>
                    <a:pt x="419" y="1296"/>
                    <a:pt x="468" y="1248"/>
                  </a:cubicBezTo>
                  <a:lnTo>
                    <a:pt x="747" y="969"/>
                  </a:lnTo>
                  <a:lnTo>
                    <a:pt x="1031" y="1248"/>
                  </a:lnTo>
                  <a:cubicBezTo>
                    <a:pt x="1078" y="1296"/>
                    <a:pt x="1131" y="1317"/>
                    <a:pt x="1182" y="1317"/>
                  </a:cubicBezTo>
                  <a:cubicBezTo>
                    <a:pt x="1349" y="1317"/>
                    <a:pt x="1494" y="1099"/>
                    <a:pt x="1339" y="940"/>
                  </a:cubicBezTo>
                  <a:lnTo>
                    <a:pt x="1055" y="661"/>
                  </a:lnTo>
                  <a:lnTo>
                    <a:pt x="1339" y="377"/>
                  </a:lnTo>
                  <a:cubicBezTo>
                    <a:pt x="1494" y="218"/>
                    <a:pt x="1349" y="1"/>
                    <a:pt x="1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87"/>
            <p:cNvSpPr/>
            <p:nvPr/>
          </p:nvSpPr>
          <p:spPr>
            <a:xfrm>
              <a:off x="3097565" y="3381908"/>
              <a:ext cx="361336" cy="338623"/>
            </a:xfrm>
            <a:custGeom>
              <a:rect b="b" l="l" r="r" t="t"/>
              <a:pathLst>
                <a:path extrusionOk="0" h="12911" w="13777">
                  <a:moveTo>
                    <a:pt x="7285" y="433"/>
                  </a:moveTo>
                  <a:cubicBezTo>
                    <a:pt x="7747" y="433"/>
                    <a:pt x="8118" y="809"/>
                    <a:pt x="8123" y="1271"/>
                  </a:cubicBezTo>
                  <a:lnTo>
                    <a:pt x="8123" y="1771"/>
                  </a:lnTo>
                  <a:cubicBezTo>
                    <a:pt x="8123" y="2156"/>
                    <a:pt x="8431" y="2464"/>
                    <a:pt x="8816" y="2464"/>
                  </a:cubicBezTo>
                  <a:lnTo>
                    <a:pt x="9018" y="2464"/>
                  </a:lnTo>
                  <a:cubicBezTo>
                    <a:pt x="9162" y="2464"/>
                    <a:pt x="9278" y="2579"/>
                    <a:pt x="9278" y="2724"/>
                  </a:cubicBezTo>
                  <a:lnTo>
                    <a:pt x="9278" y="4090"/>
                  </a:lnTo>
                  <a:cubicBezTo>
                    <a:pt x="9278" y="4235"/>
                    <a:pt x="9162" y="4350"/>
                    <a:pt x="9018" y="4350"/>
                  </a:cubicBezTo>
                  <a:lnTo>
                    <a:pt x="4750" y="4350"/>
                  </a:lnTo>
                  <a:cubicBezTo>
                    <a:pt x="4605" y="4350"/>
                    <a:pt x="4490" y="4235"/>
                    <a:pt x="4490" y="4090"/>
                  </a:cubicBezTo>
                  <a:lnTo>
                    <a:pt x="4490" y="2724"/>
                  </a:lnTo>
                  <a:lnTo>
                    <a:pt x="4495" y="2724"/>
                  </a:lnTo>
                  <a:cubicBezTo>
                    <a:pt x="4495" y="2579"/>
                    <a:pt x="4610" y="2464"/>
                    <a:pt x="4754" y="2464"/>
                  </a:cubicBezTo>
                  <a:lnTo>
                    <a:pt x="4961" y="2464"/>
                  </a:lnTo>
                  <a:cubicBezTo>
                    <a:pt x="5346" y="2464"/>
                    <a:pt x="5654" y="2156"/>
                    <a:pt x="5654" y="1771"/>
                  </a:cubicBezTo>
                  <a:lnTo>
                    <a:pt x="5654" y="1271"/>
                  </a:lnTo>
                  <a:cubicBezTo>
                    <a:pt x="5654" y="809"/>
                    <a:pt x="6030" y="433"/>
                    <a:pt x="6492" y="433"/>
                  </a:cubicBezTo>
                  <a:close/>
                  <a:moveTo>
                    <a:pt x="12569" y="3046"/>
                  </a:moveTo>
                  <a:cubicBezTo>
                    <a:pt x="12997" y="3046"/>
                    <a:pt x="13343" y="3393"/>
                    <a:pt x="13343" y="3821"/>
                  </a:cubicBezTo>
                  <a:lnTo>
                    <a:pt x="13343" y="11698"/>
                  </a:lnTo>
                  <a:cubicBezTo>
                    <a:pt x="13343" y="12126"/>
                    <a:pt x="12997" y="12472"/>
                    <a:pt x="12564" y="12472"/>
                  </a:cubicBezTo>
                  <a:lnTo>
                    <a:pt x="1208" y="12472"/>
                  </a:lnTo>
                  <a:cubicBezTo>
                    <a:pt x="780" y="12472"/>
                    <a:pt x="434" y="12126"/>
                    <a:pt x="434" y="11698"/>
                  </a:cubicBezTo>
                  <a:lnTo>
                    <a:pt x="434" y="3821"/>
                  </a:lnTo>
                  <a:cubicBezTo>
                    <a:pt x="434" y="3393"/>
                    <a:pt x="780" y="3046"/>
                    <a:pt x="1208" y="3046"/>
                  </a:cubicBezTo>
                  <a:lnTo>
                    <a:pt x="4057" y="3046"/>
                  </a:lnTo>
                  <a:lnTo>
                    <a:pt x="4057" y="3773"/>
                  </a:lnTo>
                  <a:lnTo>
                    <a:pt x="1377" y="3773"/>
                  </a:lnTo>
                  <a:cubicBezTo>
                    <a:pt x="1256" y="3773"/>
                    <a:pt x="1155" y="3869"/>
                    <a:pt x="1155" y="3989"/>
                  </a:cubicBezTo>
                  <a:lnTo>
                    <a:pt x="1155" y="11529"/>
                  </a:lnTo>
                  <a:cubicBezTo>
                    <a:pt x="1155" y="11650"/>
                    <a:pt x="1256" y="11751"/>
                    <a:pt x="1377" y="11751"/>
                  </a:cubicBezTo>
                  <a:lnTo>
                    <a:pt x="8719" y="11751"/>
                  </a:lnTo>
                  <a:cubicBezTo>
                    <a:pt x="8835" y="11751"/>
                    <a:pt x="8936" y="11650"/>
                    <a:pt x="8936" y="11529"/>
                  </a:cubicBezTo>
                  <a:cubicBezTo>
                    <a:pt x="8936" y="11409"/>
                    <a:pt x="8835" y="11313"/>
                    <a:pt x="8719" y="11313"/>
                  </a:cubicBezTo>
                  <a:lnTo>
                    <a:pt x="1588" y="11313"/>
                  </a:lnTo>
                  <a:lnTo>
                    <a:pt x="1588" y="4206"/>
                  </a:lnTo>
                  <a:lnTo>
                    <a:pt x="4066" y="4206"/>
                  </a:lnTo>
                  <a:cubicBezTo>
                    <a:pt x="4119" y="4538"/>
                    <a:pt x="4413" y="4783"/>
                    <a:pt x="4750" y="4788"/>
                  </a:cubicBezTo>
                  <a:lnTo>
                    <a:pt x="9023" y="4788"/>
                  </a:lnTo>
                  <a:cubicBezTo>
                    <a:pt x="9359" y="4783"/>
                    <a:pt x="9648" y="4538"/>
                    <a:pt x="9706" y="4206"/>
                  </a:cubicBezTo>
                  <a:lnTo>
                    <a:pt x="12184" y="4206"/>
                  </a:lnTo>
                  <a:lnTo>
                    <a:pt x="12184" y="11313"/>
                  </a:lnTo>
                  <a:lnTo>
                    <a:pt x="9783" y="11313"/>
                  </a:lnTo>
                  <a:cubicBezTo>
                    <a:pt x="9662" y="11313"/>
                    <a:pt x="9561" y="11409"/>
                    <a:pt x="9561" y="11529"/>
                  </a:cubicBezTo>
                  <a:cubicBezTo>
                    <a:pt x="9561" y="11650"/>
                    <a:pt x="9662" y="11746"/>
                    <a:pt x="9783" y="11746"/>
                  </a:cubicBezTo>
                  <a:lnTo>
                    <a:pt x="12400" y="11746"/>
                  </a:lnTo>
                  <a:cubicBezTo>
                    <a:pt x="12521" y="11746"/>
                    <a:pt x="12617" y="11650"/>
                    <a:pt x="12617" y="11529"/>
                  </a:cubicBezTo>
                  <a:lnTo>
                    <a:pt x="12617" y="3989"/>
                  </a:lnTo>
                  <a:cubicBezTo>
                    <a:pt x="12617" y="3869"/>
                    <a:pt x="12521" y="3768"/>
                    <a:pt x="12400" y="3768"/>
                  </a:cubicBezTo>
                  <a:lnTo>
                    <a:pt x="9715" y="3768"/>
                  </a:lnTo>
                  <a:lnTo>
                    <a:pt x="9715" y="3046"/>
                  </a:lnTo>
                  <a:close/>
                  <a:moveTo>
                    <a:pt x="6492" y="0"/>
                  </a:moveTo>
                  <a:cubicBezTo>
                    <a:pt x="5789" y="0"/>
                    <a:pt x="5221" y="568"/>
                    <a:pt x="5221" y="1271"/>
                  </a:cubicBezTo>
                  <a:lnTo>
                    <a:pt x="5221" y="1771"/>
                  </a:lnTo>
                  <a:cubicBezTo>
                    <a:pt x="5221" y="1915"/>
                    <a:pt x="5106" y="2031"/>
                    <a:pt x="4961" y="2031"/>
                  </a:cubicBezTo>
                  <a:lnTo>
                    <a:pt x="4754" y="2031"/>
                  </a:lnTo>
                  <a:cubicBezTo>
                    <a:pt x="4418" y="2031"/>
                    <a:pt x="4124" y="2276"/>
                    <a:pt x="4071" y="2608"/>
                  </a:cubicBezTo>
                  <a:lnTo>
                    <a:pt x="1213" y="2608"/>
                  </a:lnTo>
                  <a:cubicBezTo>
                    <a:pt x="544" y="2613"/>
                    <a:pt x="0" y="3152"/>
                    <a:pt x="0" y="3821"/>
                  </a:cubicBezTo>
                  <a:lnTo>
                    <a:pt x="0" y="11698"/>
                  </a:lnTo>
                  <a:cubicBezTo>
                    <a:pt x="0" y="12367"/>
                    <a:pt x="544" y="12905"/>
                    <a:pt x="1213" y="12910"/>
                  </a:cubicBezTo>
                  <a:lnTo>
                    <a:pt x="12569" y="12910"/>
                  </a:lnTo>
                  <a:cubicBezTo>
                    <a:pt x="13238" y="12905"/>
                    <a:pt x="13777" y="12367"/>
                    <a:pt x="13777" y="11698"/>
                  </a:cubicBezTo>
                  <a:lnTo>
                    <a:pt x="13777" y="3821"/>
                  </a:lnTo>
                  <a:cubicBezTo>
                    <a:pt x="13777" y="3152"/>
                    <a:pt x="13238" y="2613"/>
                    <a:pt x="12569" y="2608"/>
                  </a:cubicBezTo>
                  <a:lnTo>
                    <a:pt x="9706" y="2608"/>
                  </a:lnTo>
                  <a:cubicBezTo>
                    <a:pt x="9653" y="2276"/>
                    <a:pt x="9364" y="2031"/>
                    <a:pt x="9023" y="2031"/>
                  </a:cubicBezTo>
                  <a:lnTo>
                    <a:pt x="8816" y="2031"/>
                  </a:lnTo>
                  <a:cubicBezTo>
                    <a:pt x="8671" y="2031"/>
                    <a:pt x="8556" y="1915"/>
                    <a:pt x="8556" y="1771"/>
                  </a:cubicBezTo>
                  <a:lnTo>
                    <a:pt x="8556" y="1271"/>
                  </a:lnTo>
                  <a:cubicBezTo>
                    <a:pt x="8556" y="568"/>
                    <a:pt x="7988" y="0"/>
                    <a:pt x="7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87"/>
            <p:cNvSpPr/>
            <p:nvPr/>
          </p:nvSpPr>
          <p:spPr>
            <a:xfrm>
              <a:off x="3257212" y="3442703"/>
              <a:ext cx="48862" cy="41964"/>
            </a:xfrm>
            <a:custGeom>
              <a:rect b="b" l="l" r="r" t="t"/>
              <a:pathLst>
                <a:path extrusionOk="0" h="1600" w="1863">
                  <a:moveTo>
                    <a:pt x="799" y="440"/>
                  </a:moveTo>
                  <a:cubicBezTo>
                    <a:pt x="1121" y="440"/>
                    <a:pt x="1280" y="824"/>
                    <a:pt x="1054" y="1055"/>
                  </a:cubicBezTo>
                  <a:cubicBezTo>
                    <a:pt x="981" y="1128"/>
                    <a:pt x="892" y="1161"/>
                    <a:pt x="804" y="1161"/>
                  </a:cubicBezTo>
                  <a:cubicBezTo>
                    <a:pt x="618" y="1161"/>
                    <a:pt x="438" y="1016"/>
                    <a:pt x="438" y="800"/>
                  </a:cubicBezTo>
                  <a:cubicBezTo>
                    <a:pt x="438" y="598"/>
                    <a:pt x="597" y="440"/>
                    <a:pt x="799" y="440"/>
                  </a:cubicBezTo>
                  <a:close/>
                  <a:moveTo>
                    <a:pt x="803" y="0"/>
                  </a:moveTo>
                  <a:cubicBezTo>
                    <a:pt x="394" y="0"/>
                    <a:pt x="0" y="319"/>
                    <a:pt x="0" y="800"/>
                  </a:cubicBezTo>
                  <a:cubicBezTo>
                    <a:pt x="0" y="1238"/>
                    <a:pt x="356" y="1594"/>
                    <a:pt x="799" y="1599"/>
                  </a:cubicBezTo>
                  <a:cubicBezTo>
                    <a:pt x="1511" y="1599"/>
                    <a:pt x="1862" y="738"/>
                    <a:pt x="1362" y="237"/>
                  </a:cubicBezTo>
                  <a:cubicBezTo>
                    <a:pt x="1200" y="74"/>
                    <a:pt x="1000" y="0"/>
                    <a:pt x="8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5" name="Google Shape;14465;p87"/>
          <p:cNvGrpSpPr/>
          <p:nvPr/>
        </p:nvGrpSpPr>
        <p:grpSpPr>
          <a:xfrm>
            <a:off x="871401" y="1998381"/>
            <a:ext cx="324224" cy="338466"/>
            <a:chOff x="871401" y="1998381"/>
            <a:chExt cx="324224" cy="338466"/>
          </a:xfrm>
        </p:grpSpPr>
        <p:sp>
          <p:nvSpPr>
            <p:cNvPr id="14466" name="Google Shape;14466;p87"/>
            <p:cNvSpPr/>
            <p:nvPr/>
          </p:nvSpPr>
          <p:spPr>
            <a:xfrm>
              <a:off x="987379" y="2003180"/>
              <a:ext cx="203840" cy="156499"/>
            </a:xfrm>
            <a:custGeom>
              <a:rect b="b" l="l" r="r" t="t"/>
              <a:pathLst>
                <a:path extrusionOk="0" h="5967" w="7772">
                  <a:moveTo>
                    <a:pt x="4336" y="0"/>
                  </a:moveTo>
                  <a:cubicBezTo>
                    <a:pt x="4292" y="0"/>
                    <a:pt x="4254" y="24"/>
                    <a:pt x="4230" y="58"/>
                  </a:cubicBezTo>
                  <a:lnTo>
                    <a:pt x="0" y="5967"/>
                  </a:lnTo>
                  <a:lnTo>
                    <a:pt x="3590" y="5967"/>
                  </a:lnTo>
                  <a:lnTo>
                    <a:pt x="7709" y="212"/>
                  </a:lnTo>
                  <a:cubicBezTo>
                    <a:pt x="7771" y="121"/>
                    <a:pt x="7709" y="0"/>
                    <a:pt x="7603"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87"/>
            <p:cNvSpPr/>
            <p:nvPr/>
          </p:nvSpPr>
          <p:spPr>
            <a:xfrm>
              <a:off x="1019927" y="2003311"/>
              <a:ext cx="144277" cy="156368"/>
            </a:xfrm>
            <a:custGeom>
              <a:rect b="b" l="l" r="r" t="t"/>
              <a:pathLst>
                <a:path extrusionOk="0" h="5962" w="5501">
                  <a:moveTo>
                    <a:pt x="4264" y="0"/>
                  </a:moveTo>
                  <a:lnTo>
                    <a:pt x="1" y="5962"/>
                  </a:lnTo>
                  <a:lnTo>
                    <a:pt x="1233" y="5962"/>
                  </a:lnTo>
                  <a:lnTo>
                    <a:pt x="550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87"/>
            <p:cNvSpPr/>
            <p:nvPr/>
          </p:nvSpPr>
          <p:spPr>
            <a:xfrm>
              <a:off x="1052239" y="2003311"/>
              <a:ext cx="138848" cy="156368"/>
            </a:xfrm>
            <a:custGeom>
              <a:rect b="b" l="l" r="r" t="t"/>
              <a:pathLst>
                <a:path extrusionOk="0" h="5962" w="5294">
                  <a:moveTo>
                    <a:pt x="4269" y="0"/>
                  </a:moveTo>
                  <a:lnTo>
                    <a:pt x="1" y="5962"/>
                  </a:lnTo>
                  <a:lnTo>
                    <a:pt x="1117" y="5962"/>
                  </a:lnTo>
                  <a:lnTo>
                    <a:pt x="5236" y="207"/>
                  </a:lnTo>
                  <a:cubicBezTo>
                    <a:pt x="5294" y="116"/>
                    <a:pt x="5236" y="0"/>
                    <a:pt x="5130"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87"/>
            <p:cNvSpPr/>
            <p:nvPr/>
          </p:nvSpPr>
          <p:spPr>
            <a:xfrm>
              <a:off x="877827" y="2003311"/>
              <a:ext cx="203840" cy="156368"/>
            </a:xfrm>
            <a:custGeom>
              <a:rect b="b" l="l" r="r" t="t"/>
              <a:pathLst>
                <a:path extrusionOk="0" h="5962" w="7772">
                  <a:moveTo>
                    <a:pt x="169" y="0"/>
                  </a:moveTo>
                  <a:cubicBezTo>
                    <a:pt x="63" y="0"/>
                    <a:pt x="1" y="120"/>
                    <a:pt x="63" y="207"/>
                  </a:cubicBezTo>
                  <a:lnTo>
                    <a:pt x="4182" y="5962"/>
                  </a:lnTo>
                  <a:lnTo>
                    <a:pt x="7772" y="5962"/>
                  </a:lnTo>
                  <a:lnTo>
                    <a:pt x="3542" y="53"/>
                  </a:lnTo>
                  <a:cubicBezTo>
                    <a:pt x="3518" y="19"/>
                    <a:pt x="3480" y="0"/>
                    <a:pt x="3436"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87"/>
            <p:cNvSpPr/>
            <p:nvPr/>
          </p:nvSpPr>
          <p:spPr>
            <a:xfrm>
              <a:off x="906598" y="2003311"/>
              <a:ext cx="144277" cy="156368"/>
            </a:xfrm>
            <a:custGeom>
              <a:rect b="b" l="l" r="r" t="t"/>
              <a:pathLst>
                <a:path extrusionOk="0" h="5962" w="5501">
                  <a:moveTo>
                    <a:pt x="1" y="0"/>
                  </a:moveTo>
                  <a:lnTo>
                    <a:pt x="4269" y="5962"/>
                  </a:lnTo>
                  <a:lnTo>
                    <a:pt x="5501" y="5962"/>
                  </a:lnTo>
                  <a:lnTo>
                    <a:pt x="123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87"/>
            <p:cNvSpPr/>
            <p:nvPr/>
          </p:nvSpPr>
          <p:spPr>
            <a:xfrm>
              <a:off x="877827" y="2003311"/>
              <a:ext cx="140737" cy="156368"/>
            </a:xfrm>
            <a:custGeom>
              <a:rect b="b" l="l" r="r" t="t"/>
              <a:pathLst>
                <a:path extrusionOk="0" h="5962" w="5366">
                  <a:moveTo>
                    <a:pt x="169" y="0"/>
                  </a:moveTo>
                  <a:cubicBezTo>
                    <a:pt x="63" y="0"/>
                    <a:pt x="1" y="120"/>
                    <a:pt x="63" y="207"/>
                  </a:cubicBezTo>
                  <a:lnTo>
                    <a:pt x="4182" y="5962"/>
                  </a:lnTo>
                  <a:lnTo>
                    <a:pt x="5366" y="5962"/>
                  </a:lnTo>
                  <a:lnTo>
                    <a:pt x="1098"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87"/>
            <p:cNvSpPr/>
            <p:nvPr/>
          </p:nvSpPr>
          <p:spPr>
            <a:xfrm>
              <a:off x="1066874" y="2114621"/>
              <a:ext cx="32339" cy="45059"/>
            </a:xfrm>
            <a:custGeom>
              <a:rect b="b" l="l" r="r" t="t"/>
              <a:pathLst>
                <a:path extrusionOk="0" h="1718" w="1233">
                  <a:moveTo>
                    <a:pt x="674" y="0"/>
                  </a:moveTo>
                  <a:lnTo>
                    <a:pt x="1" y="938"/>
                  </a:lnTo>
                  <a:lnTo>
                    <a:pt x="559" y="1718"/>
                  </a:lnTo>
                  <a:lnTo>
                    <a:pt x="1021" y="1073"/>
                  </a:lnTo>
                  <a:lnTo>
                    <a:pt x="1233" y="780"/>
                  </a:lnTo>
                  <a:lnTo>
                    <a:pt x="674"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87"/>
            <p:cNvSpPr/>
            <p:nvPr/>
          </p:nvSpPr>
          <p:spPr>
            <a:xfrm>
              <a:off x="1050718" y="2092013"/>
              <a:ext cx="33860" cy="47236"/>
            </a:xfrm>
            <a:custGeom>
              <a:rect b="b" l="l" r="r" t="t"/>
              <a:pathLst>
                <a:path extrusionOk="0" h="1801" w="1291">
                  <a:moveTo>
                    <a:pt x="670" y="1"/>
                  </a:moveTo>
                  <a:lnTo>
                    <a:pt x="1" y="934"/>
                  </a:lnTo>
                  <a:lnTo>
                    <a:pt x="617" y="1800"/>
                  </a:lnTo>
                  <a:lnTo>
                    <a:pt x="1290" y="862"/>
                  </a:lnTo>
                  <a:lnTo>
                    <a:pt x="670"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87"/>
            <p:cNvSpPr/>
            <p:nvPr/>
          </p:nvSpPr>
          <p:spPr>
            <a:xfrm>
              <a:off x="1034457" y="2069300"/>
              <a:ext cx="33833" cy="47236"/>
            </a:xfrm>
            <a:custGeom>
              <a:rect b="b" l="l" r="r" t="t"/>
              <a:pathLst>
                <a:path extrusionOk="0" h="1801" w="1290">
                  <a:moveTo>
                    <a:pt x="674" y="1"/>
                  </a:moveTo>
                  <a:lnTo>
                    <a:pt x="0" y="934"/>
                  </a:lnTo>
                  <a:lnTo>
                    <a:pt x="621" y="1800"/>
                  </a:lnTo>
                  <a:lnTo>
                    <a:pt x="1290" y="867"/>
                  </a:lnTo>
                  <a:lnTo>
                    <a:pt x="674" y="1"/>
                  </a:lnTo>
                  <a:close/>
                </a:path>
              </a:pathLst>
            </a:custGeom>
            <a:solidFill>
              <a:srgbClr val="BE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87"/>
            <p:cNvSpPr/>
            <p:nvPr/>
          </p:nvSpPr>
          <p:spPr>
            <a:xfrm>
              <a:off x="932721" y="2133452"/>
              <a:ext cx="203473" cy="198437"/>
            </a:xfrm>
            <a:custGeom>
              <a:rect b="b" l="l" r="r" t="t"/>
              <a:pathLst>
                <a:path extrusionOk="0" h="7566" w="7758">
                  <a:moveTo>
                    <a:pt x="3883" y="0"/>
                  </a:moveTo>
                  <a:cubicBezTo>
                    <a:pt x="3728" y="0"/>
                    <a:pt x="3571" y="59"/>
                    <a:pt x="3451" y="177"/>
                  </a:cubicBezTo>
                  <a:cubicBezTo>
                    <a:pt x="3333" y="292"/>
                    <a:pt x="3177" y="353"/>
                    <a:pt x="3018" y="353"/>
                  </a:cubicBezTo>
                  <a:cubicBezTo>
                    <a:pt x="2944" y="353"/>
                    <a:pt x="2869" y="339"/>
                    <a:pt x="2797" y="312"/>
                  </a:cubicBezTo>
                  <a:cubicBezTo>
                    <a:pt x="2726" y="284"/>
                    <a:pt x="2653" y="272"/>
                    <a:pt x="2581" y="272"/>
                  </a:cubicBezTo>
                  <a:cubicBezTo>
                    <a:pt x="2335" y="272"/>
                    <a:pt x="2100" y="422"/>
                    <a:pt x="2007" y="668"/>
                  </a:cubicBezTo>
                  <a:cubicBezTo>
                    <a:pt x="1921" y="894"/>
                    <a:pt x="1704" y="1043"/>
                    <a:pt x="1464" y="1058"/>
                  </a:cubicBezTo>
                  <a:cubicBezTo>
                    <a:pt x="1127" y="1077"/>
                    <a:pt x="867" y="1366"/>
                    <a:pt x="886" y="1702"/>
                  </a:cubicBezTo>
                  <a:cubicBezTo>
                    <a:pt x="896" y="1943"/>
                    <a:pt x="766" y="2169"/>
                    <a:pt x="554" y="2280"/>
                  </a:cubicBezTo>
                  <a:cubicBezTo>
                    <a:pt x="251" y="2434"/>
                    <a:pt x="131" y="2799"/>
                    <a:pt x="285" y="3103"/>
                  </a:cubicBezTo>
                  <a:cubicBezTo>
                    <a:pt x="391" y="3319"/>
                    <a:pt x="367" y="3574"/>
                    <a:pt x="213" y="3767"/>
                  </a:cubicBezTo>
                  <a:cubicBezTo>
                    <a:pt x="1" y="4026"/>
                    <a:pt x="39" y="4416"/>
                    <a:pt x="304" y="4628"/>
                  </a:cubicBezTo>
                  <a:cubicBezTo>
                    <a:pt x="492" y="4782"/>
                    <a:pt x="569" y="5027"/>
                    <a:pt x="511" y="5263"/>
                  </a:cubicBezTo>
                  <a:cubicBezTo>
                    <a:pt x="424" y="5590"/>
                    <a:pt x="617" y="5922"/>
                    <a:pt x="944" y="6014"/>
                  </a:cubicBezTo>
                  <a:cubicBezTo>
                    <a:pt x="1175" y="6076"/>
                    <a:pt x="1348" y="6269"/>
                    <a:pt x="1387" y="6509"/>
                  </a:cubicBezTo>
                  <a:cubicBezTo>
                    <a:pt x="1439" y="6811"/>
                    <a:pt x="1703" y="7026"/>
                    <a:pt x="2000" y="7026"/>
                  </a:cubicBezTo>
                  <a:cubicBezTo>
                    <a:pt x="2029" y="7026"/>
                    <a:pt x="2059" y="7024"/>
                    <a:pt x="2089" y="7019"/>
                  </a:cubicBezTo>
                  <a:cubicBezTo>
                    <a:pt x="2122" y="7014"/>
                    <a:pt x="2155" y="7011"/>
                    <a:pt x="2187" y="7011"/>
                  </a:cubicBezTo>
                  <a:cubicBezTo>
                    <a:pt x="2392" y="7011"/>
                    <a:pt x="2584" y="7114"/>
                    <a:pt x="2700" y="7289"/>
                  </a:cubicBezTo>
                  <a:cubicBezTo>
                    <a:pt x="2816" y="7469"/>
                    <a:pt x="3012" y="7566"/>
                    <a:pt x="3212" y="7566"/>
                  </a:cubicBezTo>
                  <a:cubicBezTo>
                    <a:pt x="3327" y="7566"/>
                    <a:pt x="3443" y="7534"/>
                    <a:pt x="3547" y="7467"/>
                  </a:cubicBezTo>
                  <a:cubicBezTo>
                    <a:pt x="3648" y="7402"/>
                    <a:pt x="3764" y="7369"/>
                    <a:pt x="3879" y="7369"/>
                  </a:cubicBezTo>
                  <a:cubicBezTo>
                    <a:pt x="3995" y="7369"/>
                    <a:pt x="4110" y="7402"/>
                    <a:pt x="4211" y="7467"/>
                  </a:cubicBezTo>
                  <a:cubicBezTo>
                    <a:pt x="4315" y="7534"/>
                    <a:pt x="4432" y="7566"/>
                    <a:pt x="4547" y="7566"/>
                  </a:cubicBezTo>
                  <a:cubicBezTo>
                    <a:pt x="4747" y="7566"/>
                    <a:pt x="4944" y="7469"/>
                    <a:pt x="5063" y="7289"/>
                  </a:cubicBezTo>
                  <a:cubicBezTo>
                    <a:pt x="5175" y="7114"/>
                    <a:pt x="5366" y="7011"/>
                    <a:pt x="5571" y="7011"/>
                  </a:cubicBezTo>
                  <a:cubicBezTo>
                    <a:pt x="5604" y="7011"/>
                    <a:pt x="5636" y="7014"/>
                    <a:pt x="5669" y="7019"/>
                  </a:cubicBezTo>
                  <a:cubicBezTo>
                    <a:pt x="5699" y="7024"/>
                    <a:pt x="5730" y="7026"/>
                    <a:pt x="5759" y="7026"/>
                  </a:cubicBezTo>
                  <a:cubicBezTo>
                    <a:pt x="6060" y="7026"/>
                    <a:pt x="6323" y="6811"/>
                    <a:pt x="6372" y="6504"/>
                  </a:cubicBezTo>
                  <a:cubicBezTo>
                    <a:pt x="6410" y="6269"/>
                    <a:pt x="6583" y="6071"/>
                    <a:pt x="6819" y="6009"/>
                  </a:cubicBezTo>
                  <a:cubicBezTo>
                    <a:pt x="7142" y="5922"/>
                    <a:pt x="7339" y="5585"/>
                    <a:pt x="7252" y="5258"/>
                  </a:cubicBezTo>
                  <a:cubicBezTo>
                    <a:pt x="7190" y="5027"/>
                    <a:pt x="7271" y="4777"/>
                    <a:pt x="7459" y="4628"/>
                  </a:cubicBezTo>
                  <a:cubicBezTo>
                    <a:pt x="7719" y="4411"/>
                    <a:pt x="7757" y="4026"/>
                    <a:pt x="7546" y="3767"/>
                  </a:cubicBezTo>
                  <a:cubicBezTo>
                    <a:pt x="7397" y="3574"/>
                    <a:pt x="7368" y="3319"/>
                    <a:pt x="7478" y="3103"/>
                  </a:cubicBezTo>
                  <a:cubicBezTo>
                    <a:pt x="7628" y="2799"/>
                    <a:pt x="7512" y="2434"/>
                    <a:pt x="7214" y="2280"/>
                  </a:cubicBezTo>
                  <a:cubicBezTo>
                    <a:pt x="6997" y="2169"/>
                    <a:pt x="6867" y="1943"/>
                    <a:pt x="6877" y="1702"/>
                  </a:cubicBezTo>
                  <a:cubicBezTo>
                    <a:pt x="6896" y="1366"/>
                    <a:pt x="6636" y="1077"/>
                    <a:pt x="6299" y="1058"/>
                  </a:cubicBezTo>
                  <a:cubicBezTo>
                    <a:pt x="6059" y="1043"/>
                    <a:pt x="5847" y="894"/>
                    <a:pt x="5756" y="668"/>
                  </a:cubicBezTo>
                  <a:cubicBezTo>
                    <a:pt x="5663" y="423"/>
                    <a:pt x="5431" y="276"/>
                    <a:pt x="5186" y="276"/>
                  </a:cubicBezTo>
                  <a:cubicBezTo>
                    <a:pt x="5113" y="276"/>
                    <a:pt x="5039" y="289"/>
                    <a:pt x="4967" y="317"/>
                  </a:cubicBezTo>
                  <a:cubicBezTo>
                    <a:pt x="4896" y="342"/>
                    <a:pt x="4823" y="354"/>
                    <a:pt x="4751" y="354"/>
                  </a:cubicBezTo>
                  <a:cubicBezTo>
                    <a:pt x="4590" y="354"/>
                    <a:pt x="4432" y="293"/>
                    <a:pt x="4312" y="177"/>
                  </a:cubicBezTo>
                  <a:cubicBezTo>
                    <a:pt x="4194" y="59"/>
                    <a:pt x="4039" y="0"/>
                    <a:pt x="3883"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87"/>
            <p:cNvSpPr/>
            <p:nvPr/>
          </p:nvSpPr>
          <p:spPr>
            <a:xfrm>
              <a:off x="1019560" y="2133347"/>
              <a:ext cx="116765" cy="198542"/>
            </a:xfrm>
            <a:custGeom>
              <a:rect b="b" l="l" r="r" t="t"/>
              <a:pathLst>
                <a:path extrusionOk="0" h="7570" w="4452">
                  <a:moveTo>
                    <a:pt x="568" y="1"/>
                  </a:moveTo>
                  <a:cubicBezTo>
                    <a:pt x="412" y="1"/>
                    <a:pt x="255" y="61"/>
                    <a:pt x="135" y="181"/>
                  </a:cubicBezTo>
                  <a:cubicBezTo>
                    <a:pt x="92" y="220"/>
                    <a:pt x="48" y="253"/>
                    <a:pt x="0" y="282"/>
                  </a:cubicBezTo>
                  <a:cubicBezTo>
                    <a:pt x="92" y="332"/>
                    <a:pt x="193" y="358"/>
                    <a:pt x="296" y="358"/>
                  </a:cubicBezTo>
                  <a:cubicBezTo>
                    <a:pt x="371" y="358"/>
                    <a:pt x="447" y="344"/>
                    <a:pt x="520" y="316"/>
                  </a:cubicBezTo>
                  <a:cubicBezTo>
                    <a:pt x="591" y="288"/>
                    <a:pt x="664" y="276"/>
                    <a:pt x="736" y="276"/>
                  </a:cubicBezTo>
                  <a:cubicBezTo>
                    <a:pt x="982" y="276"/>
                    <a:pt x="1216" y="426"/>
                    <a:pt x="1309" y="672"/>
                  </a:cubicBezTo>
                  <a:cubicBezTo>
                    <a:pt x="1396" y="898"/>
                    <a:pt x="1608" y="1047"/>
                    <a:pt x="1853" y="1062"/>
                  </a:cubicBezTo>
                  <a:cubicBezTo>
                    <a:pt x="2190" y="1081"/>
                    <a:pt x="2450" y="1370"/>
                    <a:pt x="2430" y="1706"/>
                  </a:cubicBezTo>
                  <a:cubicBezTo>
                    <a:pt x="2421" y="1947"/>
                    <a:pt x="2551" y="2173"/>
                    <a:pt x="2762" y="2284"/>
                  </a:cubicBezTo>
                  <a:cubicBezTo>
                    <a:pt x="3065" y="2438"/>
                    <a:pt x="3186" y="2803"/>
                    <a:pt x="3032" y="3107"/>
                  </a:cubicBezTo>
                  <a:cubicBezTo>
                    <a:pt x="2926" y="3323"/>
                    <a:pt x="2950" y="3578"/>
                    <a:pt x="3099" y="3771"/>
                  </a:cubicBezTo>
                  <a:cubicBezTo>
                    <a:pt x="3311" y="4030"/>
                    <a:pt x="3272" y="4415"/>
                    <a:pt x="3013" y="4632"/>
                  </a:cubicBezTo>
                  <a:cubicBezTo>
                    <a:pt x="2825" y="4781"/>
                    <a:pt x="2743" y="5031"/>
                    <a:pt x="2806" y="5262"/>
                  </a:cubicBezTo>
                  <a:cubicBezTo>
                    <a:pt x="2892" y="5589"/>
                    <a:pt x="2700" y="5926"/>
                    <a:pt x="2373" y="6013"/>
                  </a:cubicBezTo>
                  <a:cubicBezTo>
                    <a:pt x="2137" y="6075"/>
                    <a:pt x="1964" y="6273"/>
                    <a:pt x="1925" y="6508"/>
                  </a:cubicBezTo>
                  <a:cubicBezTo>
                    <a:pt x="1877" y="6809"/>
                    <a:pt x="1617" y="7026"/>
                    <a:pt x="1319" y="7026"/>
                  </a:cubicBezTo>
                  <a:cubicBezTo>
                    <a:pt x="1287" y="7026"/>
                    <a:pt x="1255" y="7024"/>
                    <a:pt x="1223" y="7018"/>
                  </a:cubicBezTo>
                  <a:cubicBezTo>
                    <a:pt x="1191" y="7013"/>
                    <a:pt x="1160" y="7011"/>
                    <a:pt x="1129" y="7011"/>
                  </a:cubicBezTo>
                  <a:cubicBezTo>
                    <a:pt x="925" y="7011"/>
                    <a:pt x="729" y="7117"/>
                    <a:pt x="616" y="7293"/>
                  </a:cubicBezTo>
                  <a:cubicBezTo>
                    <a:pt x="597" y="7322"/>
                    <a:pt x="573" y="7350"/>
                    <a:pt x="549" y="7375"/>
                  </a:cubicBezTo>
                  <a:cubicBezTo>
                    <a:pt x="557" y="7374"/>
                    <a:pt x="565" y="7374"/>
                    <a:pt x="572" y="7374"/>
                  </a:cubicBezTo>
                  <a:cubicBezTo>
                    <a:pt x="689" y="7374"/>
                    <a:pt x="801" y="7408"/>
                    <a:pt x="900" y="7471"/>
                  </a:cubicBezTo>
                  <a:cubicBezTo>
                    <a:pt x="1004" y="7538"/>
                    <a:pt x="1121" y="7570"/>
                    <a:pt x="1236" y="7570"/>
                  </a:cubicBezTo>
                  <a:cubicBezTo>
                    <a:pt x="1436" y="7570"/>
                    <a:pt x="1633" y="7473"/>
                    <a:pt x="1752" y="7293"/>
                  </a:cubicBezTo>
                  <a:cubicBezTo>
                    <a:pt x="1864" y="7118"/>
                    <a:pt x="2055" y="7015"/>
                    <a:pt x="2260" y="7015"/>
                  </a:cubicBezTo>
                  <a:cubicBezTo>
                    <a:pt x="2293" y="7015"/>
                    <a:pt x="2325" y="7018"/>
                    <a:pt x="2358" y="7023"/>
                  </a:cubicBezTo>
                  <a:cubicBezTo>
                    <a:pt x="2388" y="7028"/>
                    <a:pt x="2418" y="7030"/>
                    <a:pt x="2447" y="7030"/>
                  </a:cubicBezTo>
                  <a:cubicBezTo>
                    <a:pt x="2745" y="7030"/>
                    <a:pt x="3008" y="6815"/>
                    <a:pt x="3061" y="6513"/>
                  </a:cubicBezTo>
                  <a:cubicBezTo>
                    <a:pt x="3099" y="6273"/>
                    <a:pt x="3272" y="6080"/>
                    <a:pt x="3503" y="6018"/>
                  </a:cubicBezTo>
                  <a:cubicBezTo>
                    <a:pt x="3831" y="5926"/>
                    <a:pt x="4023" y="5594"/>
                    <a:pt x="3941" y="5267"/>
                  </a:cubicBezTo>
                  <a:cubicBezTo>
                    <a:pt x="3879" y="5031"/>
                    <a:pt x="3956" y="4786"/>
                    <a:pt x="4143" y="4632"/>
                  </a:cubicBezTo>
                  <a:cubicBezTo>
                    <a:pt x="4408" y="4420"/>
                    <a:pt x="4451" y="4030"/>
                    <a:pt x="4235" y="3771"/>
                  </a:cubicBezTo>
                  <a:cubicBezTo>
                    <a:pt x="4086" y="3578"/>
                    <a:pt x="4057" y="3323"/>
                    <a:pt x="4167" y="3107"/>
                  </a:cubicBezTo>
                  <a:cubicBezTo>
                    <a:pt x="4321" y="2803"/>
                    <a:pt x="4201" y="2438"/>
                    <a:pt x="3898" y="2284"/>
                  </a:cubicBezTo>
                  <a:cubicBezTo>
                    <a:pt x="3686" y="2173"/>
                    <a:pt x="3556" y="1947"/>
                    <a:pt x="3566" y="1706"/>
                  </a:cubicBezTo>
                  <a:cubicBezTo>
                    <a:pt x="3580" y="1370"/>
                    <a:pt x="3320" y="1081"/>
                    <a:pt x="2984" y="1062"/>
                  </a:cubicBezTo>
                  <a:cubicBezTo>
                    <a:pt x="2743" y="1047"/>
                    <a:pt x="2531" y="898"/>
                    <a:pt x="2445" y="672"/>
                  </a:cubicBezTo>
                  <a:cubicBezTo>
                    <a:pt x="2348" y="426"/>
                    <a:pt x="2116" y="276"/>
                    <a:pt x="1869" y="276"/>
                  </a:cubicBezTo>
                  <a:cubicBezTo>
                    <a:pt x="1796" y="276"/>
                    <a:pt x="1723" y="288"/>
                    <a:pt x="1651" y="316"/>
                  </a:cubicBezTo>
                  <a:cubicBezTo>
                    <a:pt x="1579" y="343"/>
                    <a:pt x="1504" y="357"/>
                    <a:pt x="1429" y="357"/>
                  </a:cubicBezTo>
                  <a:cubicBezTo>
                    <a:pt x="1271" y="357"/>
                    <a:pt x="1116" y="296"/>
                    <a:pt x="1001" y="181"/>
                  </a:cubicBezTo>
                  <a:cubicBezTo>
                    <a:pt x="881" y="61"/>
                    <a:pt x="725" y="1"/>
                    <a:pt x="56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87"/>
            <p:cNvSpPr/>
            <p:nvPr/>
          </p:nvSpPr>
          <p:spPr>
            <a:xfrm>
              <a:off x="959473" y="2157529"/>
              <a:ext cx="150100" cy="150074"/>
            </a:xfrm>
            <a:custGeom>
              <a:rect b="b" l="l" r="r" t="t"/>
              <a:pathLst>
                <a:path extrusionOk="0" h="5722" w="5723">
                  <a:moveTo>
                    <a:pt x="2859" y="0"/>
                  </a:moveTo>
                  <a:cubicBezTo>
                    <a:pt x="1281" y="0"/>
                    <a:pt x="1" y="1280"/>
                    <a:pt x="1" y="2858"/>
                  </a:cubicBezTo>
                  <a:cubicBezTo>
                    <a:pt x="1" y="4441"/>
                    <a:pt x="1281" y="5721"/>
                    <a:pt x="2859" y="5721"/>
                  </a:cubicBezTo>
                  <a:cubicBezTo>
                    <a:pt x="4442" y="5721"/>
                    <a:pt x="5722" y="4441"/>
                    <a:pt x="5722" y="2858"/>
                  </a:cubicBezTo>
                  <a:cubicBezTo>
                    <a:pt x="5722" y="1280"/>
                    <a:pt x="4442" y="0"/>
                    <a:pt x="285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87"/>
            <p:cNvSpPr/>
            <p:nvPr/>
          </p:nvSpPr>
          <p:spPr>
            <a:xfrm>
              <a:off x="1019691" y="2157529"/>
              <a:ext cx="93921" cy="150074"/>
            </a:xfrm>
            <a:custGeom>
              <a:rect b="b" l="l" r="r" t="t"/>
              <a:pathLst>
                <a:path extrusionOk="0" h="5722" w="3581">
                  <a:moveTo>
                    <a:pt x="563" y="0"/>
                  </a:moveTo>
                  <a:cubicBezTo>
                    <a:pt x="376" y="0"/>
                    <a:pt x="183" y="19"/>
                    <a:pt x="0" y="58"/>
                  </a:cubicBezTo>
                  <a:cubicBezTo>
                    <a:pt x="1333" y="327"/>
                    <a:pt x="2291" y="1496"/>
                    <a:pt x="2291" y="2858"/>
                  </a:cubicBezTo>
                  <a:cubicBezTo>
                    <a:pt x="2291" y="4220"/>
                    <a:pt x="1333" y="5394"/>
                    <a:pt x="0" y="5663"/>
                  </a:cubicBezTo>
                  <a:cubicBezTo>
                    <a:pt x="193" y="5703"/>
                    <a:pt x="384" y="5721"/>
                    <a:pt x="573" y="5721"/>
                  </a:cubicBezTo>
                  <a:cubicBezTo>
                    <a:pt x="2005" y="5721"/>
                    <a:pt x="3263" y="4635"/>
                    <a:pt x="3412" y="3147"/>
                  </a:cubicBezTo>
                  <a:cubicBezTo>
                    <a:pt x="3580" y="1463"/>
                    <a:pt x="2257" y="0"/>
                    <a:pt x="563"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87"/>
            <p:cNvSpPr/>
            <p:nvPr/>
          </p:nvSpPr>
          <p:spPr>
            <a:xfrm>
              <a:off x="871401" y="1998381"/>
              <a:ext cx="324224" cy="338466"/>
            </a:xfrm>
            <a:custGeom>
              <a:rect b="b" l="l" r="r" t="t"/>
              <a:pathLst>
                <a:path extrusionOk="0" h="12905" w="12362">
                  <a:moveTo>
                    <a:pt x="9566" y="376"/>
                  </a:moveTo>
                  <a:lnTo>
                    <a:pt x="6843" y="4177"/>
                  </a:lnTo>
                  <a:lnTo>
                    <a:pt x="6453" y="3638"/>
                  </a:lnTo>
                  <a:lnTo>
                    <a:pt x="8791" y="376"/>
                  </a:lnTo>
                  <a:close/>
                  <a:moveTo>
                    <a:pt x="10793" y="376"/>
                  </a:moveTo>
                  <a:lnTo>
                    <a:pt x="7454" y="5038"/>
                  </a:lnTo>
                  <a:lnTo>
                    <a:pt x="7074" y="4504"/>
                  </a:lnTo>
                  <a:lnTo>
                    <a:pt x="10028" y="376"/>
                  </a:lnTo>
                  <a:close/>
                  <a:moveTo>
                    <a:pt x="2478" y="376"/>
                  </a:moveTo>
                  <a:lnTo>
                    <a:pt x="5832" y="5058"/>
                  </a:lnTo>
                  <a:cubicBezTo>
                    <a:pt x="5765" y="5091"/>
                    <a:pt x="5707" y="5135"/>
                    <a:pt x="5654" y="5187"/>
                  </a:cubicBezTo>
                  <a:cubicBezTo>
                    <a:pt x="5573" y="5268"/>
                    <a:pt x="5464" y="5311"/>
                    <a:pt x="5355" y="5311"/>
                  </a:cubicBezTo>
                  <a:cubicBezTo>
                    <a:pt x="5315" y="5311"/>
                    <a:pt x="5274" y="5305"/>
                    <a:pt x="5236" y="5293"/>
                  </a:cubicBezTo>
                  <a:lnTo>
                    <a:pt x="1709" y="376"/>
                  </a:lnTo>
                  <a:close/>
                  <a:moveTo>
                    <a:pt x="3653" y="376"/>
                  </a:moveTo>
                  <a:lnTo>
                    <a:pt x="7180" y="5308"/>
                  </a:lnTo>
                  <a:cubicBezTo>
                    <a:pt x="7150" y="5314"/>
                    <a:pt x="7121" y="5317"/>
                    <a:pt x="7091" y="5317"/>
                  </a:cubicBezTo>
                  <a:cubicBezTo>
                    <a:pt x="6978" y="5317"/>
                    <a:pt x="6869" y="5273"/>
                    <a:pt x="6785" y="5192"/>
                  </a:cubicBezTo>
                  <a:cubicBezTo>
                    <a:pt x="6636" y="5043"/>
                    <a:pt x="6434" y="4961"/>
                    <a:pt x="6222" y="4961"/>
                  </a:cubicBezTo>
                  <a:lnTo>
                    <a:pt x="2940" y="376"/>
                  </a:lnTo>
                  <a:close/>
                  <a:moveTo>
                    <a:pt x="1247" y="376"/>
                  </a:moveTo>
                  <a:lnTo>
                    <a:pt x="4735" y="5255"/>
                  </a:lnTo>
                  <a:cubicBezTo>
                    <a:pt x="4538" y="5298"/>
                    <a:pt x="4369" y="5414"/>
                    <a:pt x="4254" y="5582"/>
                  </a:cubicBezTo>
                  <a:lnTo>
                    <a:pt x="530" y="376"/>
                  </a:lnTo>
                  <a:close/>
                  <a:moveTo>
                    <a:pt x="11909" y="376"/>
                  </a:moveTo>
                  <a:lnTo>
                    <a:pt x="8190" y="5582"/>
                  </a:lnTo>
                  <a:cubicBezTo>
                    <a:pt x="8084" y="5433"/>
                    <a:pt x="7935" y="5322"/>
                    <a:pt x="7762" y="5269"/>
                  </a:cubicBezTo>
                  <a:lnTo>
                    <a:pt x="11260" y="376"/>
                  </a:lnTo>
                  <a:close/>
                  <a:moveTo>
                    <a:pt x="6223" y="5339"/>
                  </a:moveTo>
                  <a:cubicBezTo>
                    <a:pt x="6331" y="5339"/>
                    <a:pt x="6441" y="5380"/>
                    <a:pt x="6525" y="5462"/>
                  </a:cubicBezTo>
                  <a:cubicBezTo>
                    <a:pt x="6676" y="5613"/>
                    <a:pt x="6881" y="5694"/>
                    <a:pt x="7089" y="5694"/>
                  </a:cubicBezTo>
                  <a:cubicBezTo>
                    <a:pt x="7186" y="5694"/>
                    <a:pt x="7283" y="5677"/>
                    <a:pt x="7377" y="5640"/>
                  </a:cubicBezTo>
                  <a:cubicBezTo>
                    <a:pt x="7425" y="5621"/>
                    <a:pt x="7475" y="5613"/>
                    <a:pt x="7524" y="5613"/>
                  </a:cubicBezTo>
                  <a:cubicBezTo>
                    <a:pt x="7695" y="5613"/>
                    <a:pt x="7858" y="5717"/>
                    <a:pt x="7925" y="5885"/>
                  </a:cubicBezTo>
                  <a:cubicBezTo>
                    <a:pt x="7930" y="5900"/>
                    <a:pt x="7940" y="5914"/>
                    <a:pt x="7945" y="5928"/>
                  </a:cubicBezTo>
                  <a:cubicBezTo>
                    <a:pt x="7993" y="6054"/>
                    <a:pt x="8079" y="6159"/>
                    <a:pt x="8190" y="6236"/>
                  </a:cubicBezTo>
                  <a:cubicBezTo>
                    <a:pt x="8315" y="6333"/>
                    <a:pt x="8464" y="6386"/>
                    <a:pt x="8623" y="6395"/>
                  </a:cubicBezTo>
                  <a:cubicBezTo>
                    <a:pt x="8859" y="6410"/>
                    <a:pt x="9037" y="6612"/>
                    <a:pt x="9027" y="6843"/>
                  </a:cubicBezTo>
                  <a:cubicBezTo>
                    <a:pt x="9013" y="7160"/>
                    <a:pt x="9181" y="7454"/>
                    <a:pt x="9460" y="7598"/>
                  </a:cubicBezTo>
                  <a:cubicBezTo>
                    <a:pt x="9667" y="7704"/>
                    <a:pt x="9754" y="7959"/>
                    <a:pt x="9648" y="8171"/>
                  </a:cubicBezTo>
                  <a:cubicBezTo>
                    <a:pt x="9504" y="8450"/>
                    <a:pt x="9542" y="8787"/>
                    <a:pt x="9739" y="9037"/>
                  </a:cubicBezTo>
                  <a:cubicBezTo>
                    <a:pt x="9884" y="9215"/>
                    <a:pt x="9860" y="9484"/>
                    <a:pt x="9677" y="9634"/>
                  </a:cubicBezTo>
                  <a:cubicBezTo>
                    <a:pt x="9431" y="9831"/>
                    <a:pt x="9330" y="10153"/>
                    <a:pt x="9407" y="10461"/>
                  </a:cubicBezTo>
                  <a:cubicBezTo>
                    <a:pt x="9465" y="10687"/>
                    <a:pt x="9335" y="10918"/>
                    <a:pt x="9109" y="10981"/>
                  </a:cubicBezTo>
                  <a:cubicBezTo>
                    <a:pt x="8801" y="11063"/>
                    <a:pt x="8575" y="11318"/>
                    <a:pt x="8527" y="11626"/>
                  </a:cubicBezTo>
                  <a:cubicBezTo>
                    <a:pt x="8492" y="11836"/>
                    <a:pt x="8309" y="11986"/>
                    <a:pt x="8099" y="11986"/>
                  </a:cubicBezTo>
                  <a:cubicBezTo>
                    <a:pt x="8078" y="11986"/>
                    <a:pt x="8057" y="11985"/>
                    <a:pt x="8036" y="11982"/>
                  </a:cubicBezTo>
                  <a:cubicBezTo>
                    <a:pt x="7995" y="11975"/>
                    <a:pt x="7954" y="11972"/>
                    <a:pt x="7914" y="11972"/>
                  </a:cubicBezTo>
                  <a:cubicBezTo>
                    <a:pt x="7645" y="11972"/>
                    <a:pt x="7393" y="12108"/>
                    <a:pt x="7242" y="12338"/>
                  </a:cubicBezTo>
                  <a:cubicBezTo>
                    <a:pt x="7159" y="12461"/>
                    <a:pt x="7022" y="12529"/>
                    <a:pt x="6883" y="12529"/>
                  </a:cubicBezTo>
                  <a:cubicBezTo>
                    <a:pt x="6805" y="12529"/>
                    <a:pt x="6726" y="12508"/>
                    <a:pt x="6655" y="12463"/>
                  </a:cubicBezTo>
                  <a:cubicBezTo>
                    <a:pt x="6523" y="12376"/>
                    <a:pt x="6371" y="12333"/>
                    <a:pt x="6220" y="12333"/>
                  </a:cubicBezTo>
                  <a:cubicBezTo>
                    <a:pt x="6068" y="12333"/>
                    <a:pt x="5916" y="12376"/>
                    <a:pt x="5784" y="12463"/>
                  </a:cubicBezTo>
                  <a:cubicBezTo>
                    <a:pt x="5713" y="12508"/>
                    <a:pt x="5634" y="12529"/>
                    <a:pt x="5556" y="12529"/>
                  </a:cubicBezTo>
                  <a:cubicBezTo>
                    <a:pt x="5417" y="12529"/>
                    <a:pt x="5280" y="12461"/>
                    <a:pt x="5197" y="12338"/>
                  </a:cubicBezTo>
                  <a:cubicBezTo>
                    <a:pt x="5047" y="12108"/>
                    <a:pt x="4791" y="11972"/>
                    <a:pt x="4521" y="11972"/>
                  </a:cubicBezTo>
                  <a:cubicBezTo>
                    <a:pt x="4480" y="11972"/>
                    <a:pt x="4439" y="11975"/>
                    <a:pt x="4398" y="11982"/>
                  </a:cubicBezTo>
                  <a:cubicBezTo>
                    <a:pt x="4378" y="11985"/>
                    <a:pt x="4357" y="11986"/>
                    <a:pt x="4337" y="11986"/>
                  </a:cubicBezTo>
                  <a:cubicBezTo>
                    <a:pt x="4131" y="11986"/>
                    <a:pt x="3952" y="11836"/>
                    <a:pt x="3917" y="11626"/>
                  </a:cubicBezTo>
                  <a:cubicBezTo>
                    <a:pt x="3864" y="11318"/>
                    <a:pt x="3638" y="11063"/>
                    <a:pt x="3335" y="10981"/>
                  </a:cubicBezTo>
                  <a:cubicBezTo>
                    <a:pt x="3109" y="10918"/>
                    <a:pt x="2974" y="10687"/>
                    <a:pt x="3032" y="10461"/>
                  </a:cubicBezTo>
                  <a:cubicBezTo>
                    <a:pt x="3114" y="10153"/>
                    <a:pt x="3008" y="9831"/>
                    <a:pt x="2762" y="9634"/>
                  </a:cubicBezTo>
                  <a:cubicBezTo>
                    <a:pt x="2584" y="9484"/>
                    <a:pt x="2555" y="9215"/>
                    <a:pt x="2705" y="9037"/>
                  </a:cubicBezTo>
                  <a:cubicBezTo>
                    <a:pt x="2902" y="8787"/>
                    <a:pt x="2936" y="8450"/>
                    <a:pt x="2796" y="8171"/>
                  </a:cubicBezTo>
                  <a:cubicBezTo>
                    <a:pt x="2690" y="7959"/>
                    <a:pt x="2772" y="7704"/>
                    <a:pt x="2979" y="7598"/>
                  </a:cubicBezTo>
                  <a:cubicBezTo>
                    <a:pt x="3258" y="7454"/>
                    <a:pt x="3431" y="7160"/>
                    <a:pt x="3417" y="6843"/>
                  </a:cubicBezTo>
                  <a:cubicBezTo>
                    <a:pt x="3402" y="6612"/>
                    <a:pt x="3585" y="6410"/>
                    <a:pt x="3816" y="6400"/>
                  </a:cubicBezTo>
                  <a:cubicBezTo>
                    <a:pt x="4062" y="6386"/>
                    <a:pt x="4288" y="6260"/>
                    <a:pt x="4427" y="6058"/>
                  </a:cubicBezTo>
                  <a:lnTo>
                    <a:pt x="4437" y="6049"/>
                  </a:lnTo>
                  <a:cubicBezTo>
                    <a:pt x="4471" y="5996"/>
                    <a:pt x="4499" y="5943"/>
                    <a:pt x="4523" y="5885"/>
                  </a:cubicBezTo>
                  <a:cubicBezTo>
                    <a:pt x="4587" y="5717"/>
                    <a:pt x="4749" y="5613"/>
                    <a:pt x="4922" y="5613"/>
                  </a:cubicBezTo>
                  <a:cubicBezTo>
                    <a:pt x="4972" y="5613"/>
                    <a:pt x="5022" y="5621"/>
                    <a:pt x="5072" y="5640"/>
                  </a:cubicBezTo>
                  <a:cubicBezTo>
                    <a:pt x="5165" y="5677"/>
                    <a:pt x="5263" y="5694"/>
                    <a:pt x="5359" y="5694"/>
                  </a:cubicBezTo>
                  <a:cubicBezTo>
                    <a:pt x="5566" y="5694"/>
                    <a:pt x="5769" y="5613"/>
                    <a:pt x="5924" y="5462"/>
                  </a:cubicBezTo>
                  <a:cubicBezTo>
                    <a:pt x="6005" y="5380"/>
                    <a:pt x="6114" y="5339"/>
                    <a:pt x="6223" y="5339"/>
                  </a:cubicBezTo>
                  <a:close/>
                  <a:moveTo>
                    <a:pt x="12037" y="0"/>
                  </a:moveTo>
                  <a:cubicBezTo>
                    <a:pt x="12033" y="0"/>
                    <a:pt x="12029" y="0"/>
                    <a:pt x="12025" y="0"/>
                  </a:cubicBezTo>
                  <a:lnTo>
                    <a:pt x="8758" y="0"/>
                  </a:lnTo>
                  <a:cubicBezTo>
                    <a:pt x="8652" y="0"/>
                    <a:pt x="8556" y="49"/>
                    <a:pt x="8498" y="130"/>
                  </a:cubicBezTo>
                  <a:lnTo>
                    <a:pt x="6217" y="3316"/>
                  </a:lnTo>
                  <a:lnTo>
                    <a:pt x="3941" y="135"/>
                  </a:lnTo>
                  <a:cubicBezTo>
                    <a:pt x="3883" y="49"/>
                    <a:pt x="3782" y="0"/>
                    <a:pt x="3681" y="0"/>
                  </a:cubicBezTo>
                  <a:lnTo>
                    <a:pt x="414" y="0"/>
                  </a:lnTo>
                  <a:cubicBezTo>
                    <a:pt x="154" y="0"/>
                    <a:pt x="0" y="294"/>
                    <a:pt x="154" y="506"/>
                  </a:cubicBezTo>
                  <a:lnTo>
                    <a:pt x="4033" y="5928"/>
                  </a:lnTo>
                  <a:cubicBezTo>
                    <a:pt x="3965" y="5981"/>
                    <a:pt x="3879" y="6015"/>
                    <a:pt x="3792" y="6020"/>
                  </a:cubicBezTo>
                  <a:cubicBezTo>
                    <a:pt x="3354" y="6044"/>
                    <a:pt x="3013" y="6419"/>
                    <a:pt x="3037" y="6862"/>
                  </a:cubicBezTo>
                  <a:cubicBezTo>
                    <a:pt x="3041" y="7030"/>
                    <a:pt x="2950" y="7184"/>
                    <a:pt x="2806" y="7261"/>
                  </a:cubicBezTo>
                  <a:cubicBezTo>
                    <a:pt x="2411" y="7463"/>
                    <a:pt x="2257" y="7945"/>
                    <a:pt x="2454" y="8339"/>
                  </a:cubicBezTo>
                  <a:cubicBezTo>
                    <a:pt x="2527" y="8488"/>
                    <a:pt x="2507" y="8666"/>
                    <a:pt x="2406" y="8796"/>
                  </a:cubicBezTo>
                  <a:cubicBezTo>
                    <a:pt x="2132" y="9143"/>
                    <a:pt x="2185" y="9648"/>
                    <a:pt x="2527" y="9927"/>
                  </a:cubicBezTo>
                  <a:cubicBezTo>
                    <a:pt x="2656" y="10033"/>
                    <a:pt x="2709" y="10201"/>
                    <a:pt x="2666" y="10365"/>
                  </a:cubicBezTo>
                  <a:cubicBezTo>
                    <a:pt x="2555" y="10793"/>
                    <a:pt x="2810" y="11231"/>
                    <a:pt x="3234" y="11346"/>
                  </a:cubicBezTo>
                  <a:cubicBezTo>
                    <a:pt x="3397" y="11390"/>
                    <a:pt x="3518" y="11525"/>
                    <a:pt x="3542" y="11688"/>
                  </a:cubicBezTo>
                  <a:cubicBezTo>
                    <a:pt x="3607" y="12080"/>
                    <a:pt x="3948" y="12362"/>
                    <a:pt x="4337" y="12362"/>
                  </a:cubicBezTo>
                  <a:cubicBezTo>
                    <a:pt x="4378" y="12362"/>
                    <a:pt x="4419" y="12359"/>
                    <a:pt x="4461" y="12352"/>
                  </a:cubicBezTo>
                  <a:cubicBezTo>
                    <a:pt x="4482" y="12349"/>
                    <a:pt x="4503" y="12348"/>
                    <a:pt x="4523" y="12348"/>
                  </a:cubicBezTo>
                  <a:cubicBezTo>
                    <a:pt x="4665" y="12348"/>
                    <a:pt x="4800" y="12418"/>
                    <a:pt x="4880" y="12540"/>
                  </a:cubicBezTo>
                  <a:cubicBezTo>
                    <a:pt x="5033" y="12776"/>
                    <a:pt x="5290" y="12905"/>
                    <a:pt x="5552" y="12905"/>
                  </a:cubicBezTo>
                  <a:cubicBezTo>
                    <a:pt x="5701" y="12905"/>
                    <a:pt x="5852" y="12863"/>
                    <a:pt x="5986" y="12776"/>
                  </a:cubicBezTo>
                  <a:cubicBezTo>
                    <a:pt x="6058" y="12732"/>
                    <a:pt x="6139" y="12711"/>
                    <a:pt x="6219" y="12711"/>
                  </a:cubicBezTo>
                  <a:cubicBezTo>
                    <a:pt x="6299" y="12711"/>
                    <a:pt x="6378" y="12732"/>
                    <a:pt x="6448" y="12776"/>
                  </a:cubicBezTo>
                  <a:cubicBezTo>
                    <a:pt x="6583" y="12863"/>
                    <a:pt x="6733" y="12905"/>
                    <a:pt x="6883" y="12905"/>
                  </a:cubicBezTo>
                  <a:cubicBezTo>
                    <a:pt x="7145" y="12905"/>
                    <a:pt x="7403" y="12776"/>
                    <a:pt x="7560" y="12540"/>
                  </a:cubicBezTo>
                  <a:cubicBezTo>
                    <a:pt x="7639" y="12418"/>
                    <a:pt x="7774" y="12348"/>
                    <a:pt x="7916" y="12348"/>
                  </a:cubicBezTo>
                  <a:cubicBezTo>
                    <a:pt x="7937" y="12348"/>
                    <a:pt x="7957" y="12349"/>
                    <a:pt x="7978" y="12352"/>
                  </a:cubicBezTo>
                  <a:cubicBezTo>
                    <a:pt x="8020" y="12359"/>
                    <a:pt x="8061" y="12362"/>
                    <a:pt x="8102" y="12362"/>
                  </a:cubicBezTo>
                  <a:cubicBezTo>
                    <a:pt x="8491" y="12362"/>
                    <a:pt x="8832" y="12080"/>
                    <a:pt x="8897" y="11688"/>
                  </a:cubicBezTo>
                  <a:cubicBezTo>
                    <a:pt x="8921" y="11525"/>
                    <a:pt x="9042" y="11390"/>
                    <a:pt x="9205" y="11346"/>
                  </a:cubicBezTo>
                  <a:cubicBezTo>
                    <a:pt x="9629" y="11226"/>
                    <a:pt x="9884" y="10793"/>
                    <a:pt x="9773" y="10365"/>
                  </a:cubicBezTo>
                  <a:cubicBezTo>
                    <a:pt x="9730" y="10201"/>
                    <a:pt x="9783" y="10028"/>
                    <a:pt x="9913" y="9927"/>
                  </a:cubicBezTo>
                  <a:cubicBezTo>
                    <a:pt x="10254" y="9643"/>
                    <a:pt x="10307" y="9143"/>
                    <a:pt x="10033" y="8796"/>
                  </a:cubicBezTo>
                  <a:cubicBezTo>
                    <a:pt x="9927" y="8666"/>
                    <a:pt x="9913" y="8488"/>
                    <a:pt x="9985" y="8339"/>
                  </a:cubicBezTo>
                  <a:cubicBezTo>
                    <a:pt x="10182" y="7945"/>
                    <a:pt x="10028" y="7463"/>
                    <a:pt x="9634" y="7261"/>
                  </a:cubicBezTo>
                  <a:cubicBezTo>
                    <a:pt x="9489" y="7184"/>
                    <a:pt x="9398" y="7030"/>
                    <a:pt x="9403" y="6862"/>
                  </a:cubicBezTo>
                  <a:cubicBezTo>
                    <a:pt x="9427" y="6419"/>
                    <a:pt x="9085" y="6044"/>
                    <a:pt x="8647" y="6020"/>
                  </a:cubicBezTo>
                  <a:cubicBezTo>
                    <a:pt x="8560" y="6015"/>
                    <a:pt x="8474" y="5981"/>
                    <a:pt x="8407" y="5928"/>
                  </a:cubicBezTo>
                  <a:lnTo>
                    <a:pt x="12285" y="506"/>
                  </a:lnTo>
                  <a:cubicBezTo>
                    <a:pt x="12357" y="409"/>
                    <a:pt x="12362" y="280"/>
                    <a:pt x="12309" y="174"/>
                  </a:cubicBezTo>
                  <a:cubicBezTo>
                    <a:pt x="12253" y="67"/>
                    <a:pt x="12152" y="0"/>
                    <a:pt x="1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87"/>
            <p:cNvSpPr/>
            <p:nvPr/>
          </p:nvSpPr>
          <p:spPr>
            <a:xfrm>
              <a:off x="954883" y="2152441"/>
              <a:ext cx="159280" cy="73699"/>
            </a:xfrm>
            <a:custGeom>
              <a:rect b="b" l="l" r="r" t="t"/>
              <a:pathLst>
                <a:path extrusionOk="0" h="2810" w="6073">
                  <a:moveTo>
                    <a:pt x="3023" y="0"/>
                  </a:moveTo>
                  <a:cubicBezTo>
                    <a:pt x="2335" y="0"/>
                    <a:pt x="1634" y="234"/>
                    <a:pt x="1042" y="747"/>
                  </a:cubicBezTo>
                  <a:cubicBezTo>
                    <a:pt x="494" y="1224"/>
                    <a:pt x="133" y="1873"/>
                    <a:pt x="22" y="2590"/>
                  </a:cubicBezTo>
                  <a:cubicBezTo>
                    <a:pt x="1" y="2730"/>
                    <a:pt x="107" y="2809"/>
                    <a:pt x="213" y="2809"/>
                  </a:cubicBezTo>
                  <a:cubicBezTo>
                    <a:pt x="297" y="2809"/>
                    <a:pt x="380" y="2759"/>
                    <a:pt x="397" y="2648"/>
                  </a:cubicBezTo>
                  <a:cubicBezTo>
                    <a:pt x="599" y="1344"/>
                    <a:pt x="1721" y="386"/>
                    <a:pt x="3034" y="386"/>
                  </a:cubicBezTo>
                  <a:cubicBezTo>
                    <a:pt x="4353" y="386"/>
                    <a:pt x="5474" y="1344"/>
                    <a:pt x="5676" y="2648"/>
                  </a:cubicBezTo>
                  <a:cubicBezTo>
                    <a:pt x="5693" y="2758"/>
                    <a:pt x="5774" y="2807"/>
                    <a:pt x="5857" y="2807"/>
                  </a:cubicBezTo>
                  <a:cubicBezTo>
                    <a:pt x="5964" y="2807"/>
                    <a:pt x="6073" y="2726"/>
                    <a:pt x="6051" y="2585"/>
                  </a:cubicBezTo>
                  <a:cubicBezTo>
                    <a:pt x="5805" y="992"/>
                    <a:pt x="4441" y="0"/>
                    <a:pt x="3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87"/>
            <p:cNvSpPr/>
            <p:nvPr/>
          </p:nvSpPr>
          <p:spPr>
            <a:xfrm>
              <a:off x="954883" y="2238992"/>
              <a:ext cx="159096" cy="73516"/>
            </a:xfrm>
            <a:custGeom>
              <a:rect b="b" l="l" r="r" t="t"/>
              <a:pathLst>
                <a:path extrusionOk="0" h="2803" w="6066">
                  <a:moveTo>
                    <a:pt x="5864" y="0"/>
                  </a:moveTo>
                  <a:cubicBezTo>
                    <a:pt x="5770" y="0"/>
                    <a:pt x="5689" y="65"/>
                    <a:pt x="5676" y="161"/>
                  </a:cubicBezTo>
                  <a:cubicBezTo>
                    <a:pt x="5474" y="1460"/>
                    <a:pt x="4357" y="2423"/>
                    <a:pt x="3039" y="2423"/>
                  </a:cubicBezTo>
                  <a:cubicBezTo>
                    <a:pt x="3036" y="2423"/>
                    <a:pt x="3032" y="2423"/>
                    <a:pt x="3029" y="2423"/>
                  </a:cubicBezTo>
                  <a:cubicBezTo>
                    <a:pt x="1720" y="2423"/>
                    <a:pt x="604" y="1467"/>
                    <a:pt x="397" y="171"/>
                  </a:cubicBezTo>
                  <a:cubicBezTo>
                    <a:pt x="380" y="60"/>
                    <a:pt x="297" y="10"/>
                    <a:pt x="213" y="10"/>
                  </a:cubicBezTo>
                  <a:cubicBezTo>
                    <a:pt x="107" y="10"/>
                    <a:pt x="1" y="89"/>
                    <a:pt x="22" y="229"/>
                  </a:cubicBezTo>
                  <a:cubicBezTo>
                    <a:pt x="257" y="1712"/>
                    <a:pt x="1532" y="2803"/>
                    <a:pt x="3029" y="2803"/>
                  </a:cubicBezTo>
                  <a:cubicBezTo>
                    <a:pt x="3032" y="2803"/>
                    <a:pt x="3036" y="2803"/>
                    <a:pt x="3039" y="2803"/>
                  </a:cubicBezTo>
                  <a:cubicBezTo>
                    <a:pt x="4545" y="2803"/>
                    <a:pt x="5820" y="1706"/>
                    <a:pt x="6051" y="219"/>
                  </a:cubicBezTo>
                  <a:cubicBezTo>
                    <a:pt x="6066" y="118"/>
                    <a:pt x="5993" y="17"/>
                    <a:pt x="5892" y="2"/>
                  </a:cubicBezTo>
                  <a:cubicBezTo>
                    <a:pt x="5883" y="1"/>
                    <a:pt x="5873"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87"/>
            <p:cNvSpPr/>
            <p:nvPr/>
          </p:nvSpPr>
          <p:spPr>
            <a:xfrm>
              <a:off x="1019560" y="2198785"/>
              <a:ext cx="18438" cy="67405"/>
            </a:xfrm>
            <a:custGeom>
              <a:rect b="b" l="l" r="r" t="t"/>
              <a:pathLst>
                <a:path extrusionOk="0" h="2570" w="703">
                  <a:moveTo>
                    <a:pt x="539" y="0"/>
                  </a:moveTo>
                  <a:cubicBezTo>
                    <a:pt x="506" y="0"/>
                    <a:pt x="467" y="15"/>
                    <a:pt x="443" y="39"/>
                  </a:cubicBezTo>
                  <a:lnTo>
                    <a:pt x="77" y="390"/>
                  </a:lnTo>
                  <a:cubicBezTo>
                    <a:pt x="34" y="424"/>
                    <a:pt x="5" y="477"/>
                    <a:pt x="5" y="535"/>
                  </a:cubicBezTo>
                  <a:cubicBezTo>
                    <a:pt x="0" y="612"/>
                    <a:pt x="58" y="679"/>
                    <a:pt x="130" y="684"/>
                  </a:cubicBezTo>
                  <a:cubicBezTo>
                    <a:pt x="159" y="684"/>
                    <a:pt x="188" y="674"/>
                    <a:pt x="207" y="650"/>
                  </a:cubicBezTo>
                  <a:lnTo>
                    <a:pt x="328" y="496"/>
                  </a:lnTo>
                  <a:lnTo>
                    <a:pt x="332" y="2450"/>
                  </a:lnTo>
                  <a:cubicBezTo>
                    <a:pt x="332" y="2527"/>
                    <a:pt x="429" y="2570"/>
                    <a:pt x="520" y="2570"/>
                  </a:cubicBezTo>
                  <a:cubicBezTo>
                    <a:pt x="611" y="2570"/>
                    <a:pt x="703" y="2527"/>
                    <a:pt x="703" y="2450"/>
                  </a:cubicBezTo>
                  <a:lnTo>
                    <a:pt x="703" y="121"/>
                  </a:lnTo>
                  <a:cubicBezTo>
                    <a:pt x="703" y="49"/>
                    <a:pt x="616" y="0"/>
                    <a:pt x="5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3" name="Google Shape;14483;p87"/>
          <p:cNvGrpSpPr/>
          <p:nvPr/>
        </p:nvGrpSpPr>
        <p:grpSpPr>
          <a:xfrm>
            <a:off x="1751884" y="1989280"/>
            <a:ext cx="360602" cy="360471"/>
            <a:chOff x="1751884" y="1989280"/>
            <a:chExt cx="360602" cy="360471"/>
          </a:xfrm>
        </p:grpSpPr>
        <p:sp>
          <p:nvSpPr>
            <p:cNvPr id="14484" name="Google Shape;14484;p87"/>
            <p:cNvSpPr/>
            <p:nvPr/>
          </p:nvSpPr>
          <p:spPr>
            <a:xfrm>
              <a:off x="1757208" y="1994604"/>
              <a:ext cx="265449" cy="174937"/>
            </a:xfrm>
            <a:custGeom>
              <a:rect b="b" l="l" r="r" t="t"/>
              <a:pathLst>
                <a:path extrusionOk="0" h="6670" w="10121">
                  <a:moveTo>
                    <a:pt x="861" y="0"/>
                  </a:moveTo>
                  <a:cubicBezTo>
                    <a:pt x="385" y="0"/>
                    <a:pt x="0" y="385"/>
                    <a:pt x="0" y="861"/>
                  </a:cubicBezTo>
                  <a:lnTo>
                    <a:pt x="0" y="6457"/>
                  </a:lnTo>
                  <a:cubicBezTo>
                    <a:pt x="0" y="6573"/>
                    <a:pt x="96" y="6669"/>
                    <a:pt x="217" y="6669"/>
                  </a:cubicBezTo>
                  <a:lnTo>
                    <a:pt x="2367" y="6669"/>
                  </a:lnTo>
                  <a:cubicBezTo>
                    <a:pt x="2603" y="6669"/>
                    <a:pt x="2796" y="6477"/>
                    <a:pt x="2800" y="6241"/>
                  </a:cubicBezTo>
                  <a:lnTo>
                    <a:pt x="2800" y="5813"/>
                  </a:lnTo>
                  <a:cubicBezTo>
                    <a:pt x="2800" y="5625"/>
                    <a:pt x="2723" y="5447"/>
                    <a:pt x="2584" y="5327"/>
                  </a:cubicBezTo>
                  <a:cubicBezTo>
                    <a:pt x="1727" y="4619"/>
                    <a:pt x="2223" y="3234"/>
                    <a:pt x="3330" y="3229"/>
                  </a:cubicBezTo>
                  <a:cubicBezTo>
                    <a:pt x="3334" y="3229"/>
                    <a:pt x="3337" y="3229"/>
                    <a:pt x="3341" y="3229"/>
                  </a:cubicBezTo>
                  <a:cubicBezTo>
                    <a:pt x="4440" y="3229"/>
                    <a:pt x="4944" y="4607"/>
                    <a:pt x="4100" y="5317"/>
                  </a:cubicBezTo>
                  <a:cubicBezTo>
                    <a:pt x="3955" y="5437"/>
                    <a:pt x="3873" y="5615"/>
                    <a:pt x="3873" y="5803"/>
                  </a:cubicBezTo>
                  <a:lnTo>
                    <a:pt x="3873" y="6241"/>
                  </a:lnTo>
                  <a:cubicBezTo>
                    <a:pt x="3873" y="6474"/>
                    <a:pt x="4061" y="6669"/>
                    <a:pt x="4293" y="6669"/>
                  </a:cubicBezTo>
                  <a:cubicBezTo>
                    <a:pt x="4296" y="6669"/>
                    <a:pt x="4299" y="6669"/>
                    <a:pt x="4302" y="6669"/>
                  </a:cubicBezTo>
                  <a:lnTo>
                    <a:pt x="6669" y="6669"/>
                  </a:lnTo>
                  <a:lnTo>
                    <a:pt x="6669" y="4302"/>
                  </a:lnTo>
                  <a:cubicBezTo>
                    <a:pt x="6669" y="4066"/>
                    <a:pt x="6862" y="3874"/>
                    <a:pt x="7102" y="3874"/>
                  </a:cubicBezTo>
                  <a:lnTo>
                    <a:pt x="7540" y="3874"/>
                  </a:lnTo>
                  <a:cubicBezTo>
                    <a:pt x="7728" y="3874"/>
                    <a:pt x="7906" y="3955"/>
                    <a:pt x="8026" y="4100"/>
                  </a:cubicBezTo>
                  <a:cubicBezTo>
                    <a:pt x="8272" y="4392"/>
                    <a:pt x="8598" y="4523"/>
                    <a:pt x="8920" y="4523"/>
                  </a:cubicBezTo>
                  <a:cubicBezTo>
                    <a:pt x="9529" y="4523"/>
                    <a:pt x="10121" y="4054"/>
                    <a:pt x="10114" y="3330"/>
                  </a:cubicBezTo>
                  <a:cubicBezTo>
                    <a:pt x="10111" y="2611"/>
                    <a:pt x="9523" y="2150"/>
                    <a:pt x="8919" y="2150"/>
                  </a:cubicBezTo>
                  <a:cubicBezTo>
                    <a:pt x="8593" y="2150"/>
                    <a:pt x="8262" y="2284"/>
                    <a:pt x="8016" y="2584"/>
                  </a:cubicBezTo>
                  <a:cubicBezTo>
                    <a:pt x="7899" y="2720"/>
                    <a:pt x="7728" y="2801"/>
                    <a:pt x="7546" y="2801"/>
                  </a:cubicBezTo>
                  <a:cubicBezTo>
                    <a:pt x="7541" y="2801"/>
                    <a:pt x="7536" y="2801"/>
                    <a:pt x="7530" y="2801"/>
                  </a:cubicBezTo>
                  <a:lnTo>
                    <a:pt x="7102" y="2801"/>
                  </a:lnTo>
                  <a:cubicBezTo>
                    <a:pt x="6862" y="2801"/>
                    <a:pt x="6669" y="2608"/>
                    <a:pt x="6669" y="2367"/>
                  </a:cubicBezTo>
                  <a:lnTo>
                    <a:pt x="6669" y="217"/>
                  </a:lnTo>
                  <a:cubicBezTo>
                    <a:pt x="6669" y="96"/>
                    <a:pt x="6573" y="0"/>
                    <a:pt x="6457"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87"/>
            <p:cNvSpPr/>
            <p:nvPr/>
          </p:nvSpPr>
          <p:spPr>
            <a:xfrm>
              <a:off x="1932120" y="1994604"/>
              <a:ext cx="175042" cy="265291"/>
            </a:xfrm>
            <a:custGeom>
              <a:rect b="b" l="l" r="r" t="t"/>
              <a:pathLst>
                <a:path extrusionOk="0" h="10115" w="6674">
                  <a:moveTo>
                    <a:pt x="217" y="0"/>
                  </a:moveTo>
                  <a:cubicBezTo>
                    <a:pt x="96" y="0"/>
                    <a:pt x="0" y="96"/>
                    <a:pt x="0" y="217"/>
                  </a:cubicBezTo>
                  <a:lnTo>
                    <a:pt x="0" y="2367"/>
                  </a:lnTo>
                  <a:cubicBezTo>
                    <a:pt x="0" y="2603"/>
                    <a:pt x="193" y="2796"/>
                    <a:pt x="433" y="2796"/>
                  </a:cubicBezTo>
                  <a:lnTo>
                    <a:pt x="861" y="2796"/>
                  </a:lnTo>
                  <a:cubicBezTo>
                    <a:pt x="867" y="2796"/>
                    <a:pt x="872" y="2796"/>
                    <a:pt x="878" y="2796"/>
                  </a:cubicBezTo>
                  <a:cubicBezTo>
                    <a:pt x="1059" y="2796"/>
                    <a:pt x="1231" y="2719"/>
                    <a:pt x="1347" y="2584"/>
                  </a:cubicBezTo>
                  <a:cubicBezTo>
                    <a:pt x="1593" y="2284"/>
                    <a:pt x="1924" y="2150"/>
                    <a:pt x="2250" y="2150"/>
                  </a:cubicBezTo>
                  <a:cubicBezTo>
                    <a:pt x="2854" y="2150"/>
                    <a:pt x="3442" y="2611"/>
                    <a:pt x="3445" y="3330"/>
                  </a:cubicBezTo>
                  <a:cubicBezTo>
                    <a:pt x="3452" y="4054"/>
                    <a:pt x="2860" y="4523"/>
                    <a:pt x="2251" y="4523"/>
                  </a:cubicBezTo>
                  <a:cubicBezTo>
                    <a:pt x="1929" y="4523"/>
                    <a:pt x="1603" y="4392"/>
                    <a:pt x="1357" y="4100"/>
                  </a:cubicBezTo>
                  <a:cubicBezTo>
                    <a:pt x="1237" y="3955"/>
                    <a:pt x="1059" y="3874"/>
                    <a:pt x="871" y="3874"/>
                  </a:cubicBezTo>
                  <a:lnTo>
                    <a:pt x="433" y="3874"/>
                  </a:lnTo>
                  <a:cubicBezTo>
                    <a:pt x="193" y="3874"/>
                    <a:pt x="0" y="4066"/>
                    <a:pt x="0" y="4302"/>
                  </a:cubicBezTo>
                  <a:lnTo>
                    <a:pt x="0" y="6669"/>
                  </a:lnTo>
                  <a:lnTo>
                    <a:pt x="2372" y="6669"/>
                  </a:lnTo>
                  <a:cubicBezTo>
                    <a:pt x="2608" y="6669"/>
                    <a:pt x="2801" y="6862"/>
                    <a:pt x="2801" y="7102"/>
                  </a:cubicBezTo>
                  <a:lnTo>
                    <a:pt x="2801" y="7540"/>
                  </a:lnTo>
                  <a:cubicBezTo>
                    <a:pt x="2801" y="7723"/>
                    <a:pt x="2719" y="7906"/>
                    <a:pt x="2574" y="8026"/>
                  </a:cubicBezTo>
                  <a:cubicBezTo>
                    <a:pt x="1729" y="8737"/>
                    <a:pt x="2236" y="10114"/>
                    <a:pt x="3338" y="10114"/>
                  </a:cubicBezTo>
                  <a:cubicBezTo>
                    <a:pt x="3340" y="10114"/>
                    <a:pt x="3342" y="10114"/>
                    <a:pt x="3344" y="10114"/>
                  </a:cubicBezTo>
                  <a:cubicBezTo>
                    <a:pt x="4451" y="10110"/>
                    <a:pt x="4947" y="8719"/>
                    <a:pt x="4090" y="8016"/>
                  </a:cubicBezTo>
                  <a:cubicBezTo>
                    <a:pt x="3951" y="7896"/>
                    <a:pt x="3869" y="7713"/>
                    <a:pt x="3874" y="7530"/>
                  </a:cubicBezTo>
                  <a:lnTo>
                    <a:pt x="3874" y="7102"/>
                  </a:lnTo>
                  <a:cubicBezTo>
                    <a:pt x="3874" y="6862"/>
                    <a:pt x="4066" y="6669"/>
                    <a:pt x="4307" y="6669"/>
                  </a:cubicBezTo>
                  <a:lnTo>
                    <a:pt x="6457" y="6669"/>
                  </a:lnTo>
                  <a:cubicBezTo>
                    <a:pt x="6573" y="6669"/>
                    <a:pt x="6669" y="6573"/>
                    <a:pt x="6674" y="6457"/>
                  </a:cubicBezTo>
                  <a:lnTo>
                    <a:pt x="6674" y="861"/>
                  </a:lnTo>
                  <a:cubicBezTo>
                    <a:pt x="6674" y="385"/>
                    <a:pt x="6284" y="0"/>
                    <a:pt x="5813"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87"/>
            <p:cNvSpPr/>
            <p:nvPr/>
          </p:nvSpPr>
          <p:spPr>
            <a:xfrm>
              <a:off x="1841661" y="2169515"/>
              <a:ext cx="265396" cy="175042"/>
            </a:xfrm>
            <a:custGeom>
              <a:rect b="b" l="l" r="r" t="t"/>
              <a:pathLst>
                <a:path extrusionOk="0" h="6674" w="10119">
                  <a:moveTo>
                    <a:pt x="3449" y="0"/>
                  </a:moveTo>
                  <a:lnTo>
                    <a:pt x="3449" y="2368"/>
                  </a:lnTo>
                  <a:cubicBezTo>
                    <a:pt x="3449" y="2608"/>
                    <a:pt x="3257" y="2801"/>
                    <a:pt x="3021" y="2801"/>
                  </a:cubicBezTo>
                  <a:lnTo>
                    <a:pt x="2583" y="2801"/>
                  </a:lnTo>
                  <a:cubicBezTo>
                    <a:pt x="2395" y="2801"/>
                    <a:pt x="2217" y="2719"/>
                    <a:pt x="2097" y="2574"/>
                  </a:cubicBezTo>
                  <a:cubicBezTo>
                    <a:pt x="1849" y="2282"/>
                    <a:pt x="1522" y="2151"/>
                    <a:pt x="1201" y="2151"/>
                  </a:cubicBezTo>
                  <a:cubicBezTo>
                    <a:pt x="591" y="2151"/>
                    <a:pt x="1" y="2620"/>
                    <a:pt x="4" y="3344"/>
                  </a:cubicBezTo>
                  <a:cubicBezTo>
                    <a:pt x="10" y="4063"/>
                    <a:pt x="597" y="4522"/>
                    <a:pt x="1200" y="4522"/>
                  </a:cubicBezTo>
                  <a:cubicBezTo>
                    <a:pt x="1526" y="4522"/>
                    <a:pt x="1856" y="4389"/>
                    <a:pt x="2102" y="4090"/>
                  </a:cubicBezTo>
                  <a:cubicBezTo>
                    <a:pt x="2223" y="3954"/>
                    <a:pt x="2395" y="3873"/>
                    <a:pt x="2577" y="3873"/>
                  </a:cubicBezTo>
                  <a:cubicBezTo>
                    <a:pt x="2582" y="3873"/>
                    <a:pt x="2587" y="3873"/>
                    <a:pt x="2593" y="3874"/>
                  </a:cubicBezTo>
                  <a:lnTo>
                    <a:pt x="3021" y="3874"/>
                  </a:lnTo>
                  <a:cubicBezTo>
                    <a:pt x="3257" y="3874"/>
                    <a:pt x="3449" y="4066"/>
                    <a:pt x="3449" y="4307"/>
                  </a:cubicBezTo>
                  <a:lnTo>
                    <a:pt x="3449" y="6457"/>
                  </a:lnTo>
                  <a:cubicBezTo>
                    <a:pt x="3449" y="6578"/>
                    <a:pt x="3545" y="6674"/>
                    <a:pt x="3666" y="6674"/>
                  </a:cubicBezTo>
                  <a:lnTo>
                    <a:pt x="9262" y="6674"/>
                  </a:lnTo>
                  <a:cubicBezTo>
                    <a:pt x="9733" y="6669"/>
                    <a:pt x="10118" y="6284"/>
                    <a:pt x="10118" y="5808"/>
                  </a:cubicBezTo>
                  <a:lnTo>
                    <a:pt x="10118" y="217"/>
                  </a:lnTo>
                  <a:cubicBezTo>
                    <a:pt x="10118" y="96"/>
                    <a:pt x="10022" y="0"/>
                    <a:pt x="9902" y="0"/>
                  </a:cubicBezTo>
                  <a:lnTo>
                    <a:pt x="7751" y="0"/>
                  </a:lnTo>
                  <a:cubicBezTo>
                    <a:pt x="7515" y="0"/>
                    <a:pt x="7323" y="193"/>
                    <a:pt x="7323" y="433"/>
                  </a:cubicBezTo>
                  <a:lnTo>
                    <a:pt x="7323" y="861"/>
                  </a:lnTo>
                  <a:cubicBezTo>
                    <a:pt x="7318" y="1044"/>
                    <a:pt x="7395" y="1227"/>
                    <a:pt x="7534" y="1347"/>
                  </a:cubicBezTo>
                  <a:cubicBezTo>
                    <a:pt x="8391" y="2050"/>
                    <a:pt x="7900" y="3441"/>
                    <a:pt x="6793" y="3445"/>
                  </a:cubicBezTo>
                  <a:cubicBezTo>
                    <a:pt x="6791" y="3445"/>
                    <a:pt x="6789" y="3445"/>
                    <a:pt x="6787" y="3445"/>
                  </a:cubicBezTo>
                  <a:cubicBezTo>
                    <a:pt x="5680" y="3445"/>
                    <a:pt x="5178" y="2068"/>
                    <a:pt x="6023" y="1357"/>
                  </a:cubicBezTo>
                  <a:cubicBezTo>
                    <a:pt x="6168" y="1237"/>
                    <a:pt x="6250" y="1054"/>
                    <a:pt x="6250" y="871"/>
                  </a:cubicBezTo>
                  <a:lnTo>
                    <a:pt x="6250" y="433"/>
                  </a:lnTo>
                  <a:cubicBezTo>
                    <a:pt x="6250" y="193"/>
                    <a:pt x="6052" y="0"/>
                    <a:pt x="5816"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87"/>
            <p:cNvSpPr/>
            <p:nvPr/>
          </p:nvSpPr>
          <p:spPr>
            <a:xfrm>
              <a:off x="1757208" y="2079135"/>
              <a:ext cx="175042" cy="265317"/>
            </a:xfrm>
            <a:custGeom>
              <a:rect b="b" l="l" r="r" t="t"/>
              <a:pathLst>
                <a:path extrusionOk="0" h="10116" w="6674">
                  <a:moveTo>
                    <a:pt x="3335" y="1"/>
                  </a:moveTo>
                  <a:cubicBezTo>
                    <a:pt x="3334" y="1"/>
                    <a:pt x="3332" y="1"/>
                    <a:pt x="3330" y="1"/>
                  </a:cubicBezTo>
                  <a:cubicBezTo>
                    <a:pt x="2223" y="11"/>
                    <a:pt x="1727" y="1396"/>
                    <a:pt x="2584" y="2099"/>
                  </a:cubicBezTo>
                  <a:cubicBezTo>
                    <a:pt x="2723" y="2224"/>
                    <a:pt x="2805" y="2402"/>
                    <a:pt x="2800" y="2590"/>
                  </a:cubicBezTo>
                  <a:lnTo>
                    <a:pt x="2800" y="3018"/>
                  </a:lnTo>
                  <a:cubicBezTo>
                    <a:pt x="2800" y="3254"/>
                    <a:pt x="2608" y="3446"/>
                    <a:pt x="2367" y="3446"/>
                  </a:cubicBezTo>
                  <a:lnTo>
                    <a:pt x="217" y="3446"/>
                  </a:lnTo>
                  <a:cubicBezTo>
                    <a:pt x="96" y="3446"/>
                    <a:pt x="0" y="3542"/>
                    <a:pt x="0" y="3663"/>
                  </a:cubicBezTo>
                  <a:lnTo>
                    <a:pt x="0" y="9254"/>
                  </a:lnTo>
                  <a:cubicBezTo>
                    <a:pt x="0" y="9730"/>
                    <a:pt x="385" y="10115"/>
                    <a:pt x="861" y="10115"/>
                  </a:cubicBezTo>
                  <a:lnTo>
                    <a:pt x="6457" y="10115"/>
                  </a:lnTo>
                  <a:cubicBezTo>
                    <a:pt x="6573" y="10115"/>
                    <a:pt x="6669" y="10019"/>
                    <a:pt x="6674" y="9899"/>
                  </a:cubicBezTo>
                  <a:lnTo>
                    <a:pt x="6674" y="7748"/>
                  </a:lnTo>
                  <a:cubicBezTo>
                    <a:pt x="6669" y="7512"/>
                    <a:pt x="6477" y="7320"/>
                    <a:pt x="6241" y="7320"/>
                  </a:cubicBezTo>
                  <a:lnTo>
                    <a:pt x="5813" y="7320"/>
                  </a:lnTo>
                  <a:cubicBezTo>
                    <a:pt x="5807" y="7319"/>
                    <a:pt x="5802" y="7319"/>
                    <a:pt x="5796" y="7319"/>
                  </a:cubicBezTo>
                  <a:cubicBezTo>
                    <a:pt x="5614" y="7319"/>
                    <a:pt x="5443" y="7396"/>
                    <a:pt x="5327" y="7531"/>
                  </a:cubicBezTo>
                  <a:cubicBezTo>
                    <a:pt x="5078" y="7832"/>
                    <a:pt x="4746" y="7967"/>
                    <a:pt x="4419" y="7967"/>
                  </a:cubicBezTo>
                  <a:cubicBezTo>
                    <a:pt x="3816" y="7967"/>
                    <a:pt x="3232" y="7508"/>
                    <a:pt x="3229" y="6790"/>
                  </a:cubicBezTo>
                  <a:cubicBezTo>
                    <a:pt x="3222" y="6064"/>
                    <a:pt x="3813" y="5596"/>
                    <a:pt x="4421" y="5596"/>
                  </a:cubicBezTo>
                  <a:cubicBezTo>
                    <a:pt x="4743" y="5596"/>
                    <a:pt x="5070" y="5727"/>
                    <a:pt x="5317" y="6020"/>
                  </a:cubicBezTo>
                  <a:cubicBezTo>
                    <a:pt x="5434" y="6161"/>
                    <a:pt x="5605" y="6242"/>
                    <a:pt x="5787" y="6242"/>
                  </a:cubicBezTo>
                  <a:cubicBezTo>
                    <a:pt x="5793" y="6242"/>
                    <a:pt x="5798" y="6242"/>
                    <a:pt x="5803" y="6242"/>
                  </a:cubicBezTo>
                  <a:lnTo>
                    <a:pt x="6241" y="6242"/>
                  </a:lnTo>
                  <a:cubicBezTo>
                    <a:pt x="6477" y="6242"/>
                    <a:pt x="6674" y="6049"/>
                    <a:pt x="6674" y="5814"/>
                  </a:cubicBezTo>
                  <a:lnTo>
                    <a:pt x="6674" y="3446"/>
                  </a:lnTo>
                  <a:lnTo>
                    <a:pt x="4302" y="3446"/>
                  </a:lnTo>
                  <a:cubicBezTo>
                    <a:pt x="4066" y="3446"/>
                    <a:pt x="3873" y="3254"/>
                    <a:pt x="3873" y="3018"/>
                  </a:cubicBezTo>
                  <a:lnTo>
                    <a:pt x="3873" y="2580"/>
                  </a:lnTo>
                  <a:cubicBezTo>
                    <a:pt x="3873" y="2392"/>
                    <a:pt x="3955" y="2214"/>
                    <a:pt x="4100" y="2094"/>
                  </a:cubicBezTo>
                  <a:cubicBezTo>
                    <a:pt x="4945" y="1378"/>
                    <a:pt x="4438" y="1"/>
                    <a:pt x="3335"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87"/>
            <p:cNvSpPr/>
            <p:nvPr/>
          </p:nvSpPr>
          <p:spPr>
            <a:xfrm>
              <a:off x="1757208" y="2169515"/>
              <a:ext cx="39525" cy="174937"/>
            </a:xfrm>
            <a:custGeom>
              <a:rect b="b" l="l" r="r" t="t"/>
              <a:pathLst>
                <a:path extrusionOk="0" h="6670" w="1507">
                  <a:moveTo>
                    <a:pt x="217" y="0"/>
                  </a:moveTo>
                  <a:cubicBezTo>
                    <a:pt x="96" y="0"/>
                    <a:pt x="0" y="96"/>
                    <a:pt x="0" y="217"/>
                  </a:cubicBezTo>
                  <a:lnTo>
                    <a:pt x="0" y="5813"/>
                  </a:lnTo>
                  <a:cubicBezTo>
                    <a:pt x="0" y="6284"/>
                    <a:pt x="385" y="6669"/>
                    <a:pt x="861" y="6669"/>
                  </a:cubicBezTo>
                  <a:lnTo>
                    <a:pt x="1489" y="6669"/>
                  </a:lnTo>
                  <a:cubicBezTo>
                    <a:pt x="1020" y="6664"/>
                    <a:pt x="645" y="6278"/>
                    <a:pt x="645" y="5813"/>
                  </a:cubicBezTo>
                  <a:lnTo>
                    <a:pt x="645" y="217"/>
                  </a:lnTo>
                  <a:cubicBezTo>
                    <a:pt x="645" y="96"/>
                    <a:pt x="741" y="0"/>
                    <a:pt x="861" y="0"/>
                  </a:cubicBezTo>
                  <a:close/>
                  <a:moveTo>
                    <a:pt x="1489" y="6669"/>
                  </a:moveTo>
                  <a:cubicBezTo>
                    <a:pt x="1492" y="6669"/>
                    <a:pt x="1494" y="6669"/>
                    <a:pt x="1497" y="6669"/>
                  </a:cubicBezTo>
                  <a:cubicBezTo>
                    <a:pt x="1500" y="6669"/>
                    <a:pt x="1503" y="6669"/>
                    <a:pt x="1506" y="6669"/>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87"/>
            <p:cNvSpPr/>
            <p:nvPr/>
          </p:nvSpPr>
          <p:spPr>
            <a:xfrm>
              <a:off x="1810581" y="2079240"/>
              <a:ext cx="39892" cy="90301"/>
            </a:xfrm>
            <a:custGeom>
              <a:rect b="b" l="l" r="r" t="t"/>
              <a:pathLst>
                <a:path extrusionOk="0" h="3443" w="1521">
                  <a:moveTo>
                    <a:pt x="1301" y="0"/>
                  </a:moveTo>
                  <a:cubicBezTo>
                    <a:pt x="849" y="0"/>
                    <a:pt x="426" y="262"/>
                    <a:pt x="231" y="685"/>
                  </a:cubicBezTo>
                  <a:cubicBezTo>
                    <a:pt x="0" y="1171"/>
                    <a:pt x="135" y="1753"/>
                    <a:pt x="549" y="2095"/>
                  </a:cubicBezTo>
                  <a:cubicBezTo>
                    <a:pt x="688" y="2220"/>
                    <a:pt x="765" y="2398"/>
                    <a:pt x="761" y="2586"/>
                  </a:cubicBezTo>
                  <a:lnTo>
                    <a:pt x="761" y="3014"/>
                  </a:lnTo>
                  <a:cubicBezTo>
                    <a:pt x="761" y="3250"/>
                    <a:pt x="568" y="3442"/>
                    <a:pt x="332" y="3442"/>
                  </a:cubicBezTo>
                  <a:lnTo>
                    <a:pt x="761" y="3442"/>
                  </a:lnTo>
                  <a:cubicBezTo>
                    <a:pt x="1001" y="3442"/>
                    <a:pt x="1194" y="3250"/>
                    <a:pt x="1194" y="3014"/>
                  </a:cubicBezTo>
                  <a:lnTo>
                    <a:pt x="1194" y="2586"/>
                  </a:lnTo>
                  <a:cubicBezTo>
                    <a:pt x="1198" y="2398"/>
                    <a:pt x="1117" y="2220"/>
                    <a:pt x="977" y="2095"/>
                  </a:cubicBezTo>
                  <a:cubicBezTo>
                    <a:pt x="202" y="1455"/>
                    <a:pt x="530" y="199"/>
                    <a:pt x="1521" y="21"/>
                  </a:cubicBezTo>
                  <a:cubicBezTo>
                    <a:pt x="1447" y="7"/>
                    <a:pt x="1374" y="0"/>
                    <a:pt x="1301"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87"/>
            <p:cNvSpPr/>
            <p:nvPr/>
          </p:nvSpPr>
          <p:spPr>
            <a:xfrm>
              <a:off x="1757208" y="1994604"/>
              <a:ext cx="39525" cy="174937"/>
            </a:xfrm>
            <a:custGeom>
              <a:rect b="b" l="l" r="r" t="t"/>
              <a:pathLst>
                <a:path extrusionOk="0" h="6670" w="1507">
                  <a:moveTo>
                    <a:pt x="861" y="0"/>
                  </a:moveTo>
                  <a:cubicBezTo>
                    <a:pt x="385" y="0"/>
                    <a:pt x="0" y="385"/>
                    <a:pt x="0" y="861"/>
                  </a:cubicBezTo>
                  <a:lnTo>
                    <a:pt x="0" y="6453"/>
                  </a:lnTo>
                  <a:cubicBezTo>
                    <a:pt x="0" y="6573"/>
                    <a:pt x="96" y="6669"/>
                    <a:pt x="217" y="6669"/>
                  </a:cubicBezTo>
                  <a:lnTo>
                    <a:pt x="861" y="6669"/>
                  </a:lnTo>
                  <a:cubicBezTo>
                    <a:pt x="741" y="6669"/>
                    <a:pt x="645" y="6573"/>
                    <a:pt x="645" y="6457"/>
                  </a:cubicBezTo>
                  <a:lnTo>
                    <a:pt x="645" y="861"/>
                  </a:lnTo>
                  <a:cubicBezTo>
                    <a:pt x="645" y="385"/>
                    <a:pt x="1030" y="0"/>
                    <a:pt x="1506"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87"/>
            <p:cNvSpPr/>
            <p:nvPr/>
          </p:nvSpPr>
          <p:spPr>
            <a:xfrm>
              <a:off x="1997111" y="2050941"/>
              <a:ext cx="40023" cy="62159"/>
            </a:xfrm>
            <a:custGeom>
              <a:rect b="b" l="l" r="r" t="t"/>
              <a:pathLst>
                <a:path extrusionOk="0" h="2370" w="1526">
                  <a:moveTo>
                    <a:pt x="248" y="0"/>
                  </a:moveTo>
                  <a:cubicBezTo>
                    <a:pt x="166" y="0"/>
                    <a:pt x="83" y="9"/>
                    <a:pt x="0" y="27"/>
                  </a:cubicBezTo>
                  <a:cubicBezTo>
                    <a:pt x="558" y="128"/>
                    <a:pt x="967" y="614"/>
                    <a:pt x="967" y="1182"/>
                  </a:cubicBezTo>
                  <a:cubicBezTo>
                    <a:pt x="972" y="1750"/>
                    <a:pt x="568" y="2240"/>
                    <a:pt x="10" y="2351"/>
                  </a:cubicBezTo>
                  <a:lnTo>
                    <a:pt x="5" y="2351"/>
                  </a:lnTo>
                  <a:cubicBezTo>
                    <a:pt x="77" y="2363"/>
                    <a:pt x="150" y="2369"/>
                    <a:pt x="224" y="2369"/>
                  </a:cubicBezTo>
                  <a:cubicBezTo>
                    <a:pt x="297" y="2369"/>
                    <a:pt x="371" y="2363"/>
                    <a:pt x="443" y="2351"/>
                  </a:cubicBezTo>
                  <a:cubicBezTo>
                    <a:pt x="1092" y="2236"/>
                    <a:pt x="1525" y="1615"/>
                    <a:pt x="1405" y="960"/>
                  </a:cubicBezTo>
                  <a:cubicBezTo>
                    <a:pt x="1296" y="395"/>
                    <a:pt x="800" y="0"/>
                    <a:pt x="248"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87"/>
            <p:cNvSpPr/>
            <p:nvPr/>
          </p:nvSpPr>
          <p:spPr>
            <a:xfrm>
              <a:off x="1932120" y="1994604"/>
              <a:ext cx="22608" cy="73332"/>
            </a:xfrm>
            <a:custGeom>
              <a:rect b="b" l="l" r="r" t="t"/>
              <a:pathLst>
                <a:path extrusionOk="0" h="2796" w="862">
                  <a:moveTo>
                    <a:pt x="217" y="0"/>
                  </a:moveTo>
                  <a:cubicBezTo>
                    <a:pt x="96" y="0"/>
                    <a:pt x="0" y="96"/>
                    <a:pt x="0" y="217"/>
                  </a:cubicBezTo>
                  <a:lnTo>
                    <a:pt x="0" y="2367"/>
                  </a:lnTo>
                  <a:cubicBezTo>
                    <a:pt x="5" y="2603"/>
                    <a:pt x="197" y="2796"/>
                    <a:pt x="433" y="2796"/>
                  </a:cubicBezTo>
                  <a:lnTo>
                    <a:pt x="861" y="2796"/>
                  </a:lnTo>
                  <a:cubicBezTo>
                    <a:pt x="626" y="2796"/>
                    <a:pt x="433" y="2603"/>
                    <a:pt x="433" y="2367"/>
                  </a:cubicBezTo>
                  <a:lnTo>
                    <a:pt x="433" y="217"/>
                  </a:lnTo>
                  <a:cubicBezTo>
                    <a:pt x="433" y="96"/>
                    <a:pt x="529" y="0"/>
                    <a:pt x="650"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87"/>
            <p:cNvSpPr/>
            <p:nvPr/>
          </p:nvSpPr>
          <p:spPr>
            <a:xfrm>
              <a:off x="1932120" y="2096183"/>
              <a:ext cx="22608" cy="73358"/>
            </a:xfrm>
            <a:custGeom>
              <a:rect b="b" l="l" r="r" t="t"/>
              <a:pathLst>
                <a:path extrusionOk="0" h="2797" w="862">
                  <a:moveTo>
                    <a:pt x="433" y="1"/>
                  </a:moveTo>
                  <a:cubicBezTo>
                    <a:pt x="193" y="1"/>
                    <a:pt x="0" y="193"/>
                    <a:pt x="0" y="429"/>
                  </a:cubicBezTo>
                  <a:lnTo>
                    <a:pt x="0" y="2796"/>
                  </a:lnTo>
                  <a:lnTo>
                    <a:pt x="433" y="2796"/>
                  </a:lnTo>
                  <a:lnTo>
                    <a:pt x="433" y="429"/>
                  </a:lnTo>
                  <a:cubicBezTo>
                    <a:pt x="433" y="193"/>
                    <a:pt x="626" y="1"/>
                    <a:pt x="861"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87"/>
            <p:cNvSpPr/>
            <p:nvPr/>
          </p:nvSpPr>
          <p:spPr>
            <a:xfrm>
              <a:off x="1979932" y="2169515"/>
              <a:ext cx="45347" cy="90301"/>
            </a:xfrm>
            <a:custGeom>
              <a:rect b="b" l="l" r="r" t="t"/>
              <a:pathLst>
                <a:path extrusionOk="0" h="3443" w="1729">
                  <a:moveTo>
                    <a:pt x="544" y="0"/>
                  </a:moveTo>
                  <a:cubicBezTo>
                    <a:pt x="785" y="0"/>
                    <a:pt x="978" y="193"/>
                    <a:pt x="978" y="433"/>
                  </a:cubicBezTo>
                  <a:lnTo>
                    <a:pt x="978" y="871"/>
                  </a:lnTo>
                  <a:cubicBezTo>
                    <a:pt x="978" y="1054"/>
                    <a:pt x="896" y="1237"/>
                    <a:pt x="751" y="1357"/>
                  </a:cubicBezTo>
                  <a:cubicBezTo>
                    <a:pt x="1" y="1987"/>
                    <a:pt x="299" y="3205"/>
                    <a:pt x="1261" y="3416"/>
                  </a:cubicBezTo>
                  <a:cubicBezTo>
                    <a:pt x="1341" y="3434"/>
                    <a:pt x="1423" y="3442"/>
                    <a:pt x="1504" y="3442"/>
                  </a:cubicBezTo>
                  <a:cubicBezTo>
                    <a:pt x="1579" y="3442"/>
                    <a:pt x="1654" y="3435"/>
                    <a:pt x="1728" y="3421"/>
                  </a:cubicBezTo>
                  <a:cubicBezTo>
                    <a:pt x="1714" y="3421"/>
                    <a:pt x="1704" y="3421"/>
                    <a:pt x="1690" y="3416"/>
                  </a:cubicBezTo>
                  <a:cubicBezTo>
                    <a:pt x="732" y="3205"/>
                    <a:pt x="429" y="1987"/>
                    <a:pt x="1184" y="1357"/>
                  </a:cubicBezTo>
                  <a:cubicBezTo>
                    <a:pt x="1324" y="1237"/>
                    <a:pt x="1406" y="1054"/>
                    <a:pt x="1406" y="871"/>
                  </a:cubicBezTo>
                  <a:lnTo>
                    <a:pt x="1406" y="433"/>
                  </a:lnTo>
                  <a:cubicBezTo>
                    <a:pt x="1406" y="193"/>
                    <a:pt x="1213" y="0"/>
                    <a:pt x="978"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87"/>
            <p:cNvSpPr/>
            <p:nvPr/>
          </p:nvSpPr>
          <p:spPr>
            <a:xfrm>
              <a:off x="1920868" y="2169515"/>
              <a:ext cx="22634" cy="73463"/>
            </a:xfrm>
            <a:custGeom>
              <a:rect b="b" l="l" r="r" t="t"/>
              <a:pathLst>
                <a:path extrusionOk="0" h="2801" w="863">
                  <a:moveTo>
                    <a:pt x="429" y="0"/>
                  </a:moveTo>
                  <a:lnTo>
                    <a:pt x="429" y="2368"/>
                  </a:lnTo>
                  <a:cubicBezTo>
                    <a:pt x="429" y="2603"/>
                    <a:pt x="237" y="2801"/>
                    <a:pt x="1" y="2801"/>
                  </a:cubicBezTo>
                  <a:lnTo>
                    <a:pt x="429" y="2801"/>
                  </a:lnTo>
                  <a:cubicBezTo>
                    <a:pt x="670" y="2796"/>
                    <a:pt x="862" y="2603"/>
                    <a:pt x="862" y="2368"/>
                  </a:cubicBezTo>
                  <a:lnTo>
                    <a:pt x="86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87"/>
            <p:cNvSpPr/>
            <p:nvPr/>
          </p:nvSpPr>
          <p:spPr>
            <a:xfrm>
              <a:off x="1838461" y="2225983"/>
              <a:ext cx="40154" cy="62212"/>
            </a:xfrm>
            <a:custGeom>
              <a:rect b="b" l="l" r="r" t="t"/>
              <a:pathLst>
                <a:path extrusionOk="0" h="2372" w="1531">
                  <a:moveTo>
                    <a:pt x="1305" y="0"/>
                  </a:moveTo>
                  <a:cubicBezTo>
                    <a:pt x="1233" y="0"/>
                    <a:pt x="1160" y="8"/>
                    <a:pt x="1088" y="22"/>
                  </a:cubicBezTo>
                  <a:cubicBezTo>
                    <a:pt x="434" y="133"/>
                    <a:pt x="1" y="758"/>
                    <a:pt x="121" y="1408"/>
                  </a:cubicBezTo>
                  <a:cubicBezTo>
                    <a:pt x="230" y="1976"/>
                    <a:pt x="730" y="2371"/>
                    <a:pt x="1288" y="2371"/>
                  </a:cubicBezTo>
                  <a:cubicBezTo>
                    <a:pt x="1368" y="2371"/>
                    <a:pt x="1449" y="2363"/>
                    <a:pt x="1531" y="2346"/>
                  </a:cubicBezTo>
                  <a:cubicBezTo>
                    <a:pt x="872" y="2221"/>
                    <a:pt x="443" y="1581"/>
                    <a:pt x="588" y="927"/>
                  </a:cubicBezTo>
                  <a:cubicBezTo>
                    <a:pt x="689" y="465"/>
                    <a:pt x="1055" y="109"/>
                    <a:pt x="1516" y="22"/>
                  </a:cubicBezTo>
                  <a:lnTo>
                    <a:pt x="1521" y="22"/>
                  </a:lnTo>
                  <a:cubicBezTo>
                    <a:pt x="1449" y="8"/>
                    <a:pt x="1377" y="0"/>
                    <a:pt x="130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87"/>
            <p:cNvSpPr/>
            <p:nvPr/>
          </p:nvSpPr>
          <p:spPr>
            <a:xfrm>
              <a:off x="1920868" y="2271094"/>
              <a:ext cx="28168" cy="73463"/>
            </a:xfrm>
            <a:custGeom>
              <a:rect b="b" l="l" r="r" t="t"/>
              <a:pathLst>
                <a:path extrusionOk="0" h="2801" w="1074">
                  <a:moveTo>
                    <a:pt x="1" y="1"/>
                  </a:moveTo>
                  <a:cubicBezTo>
                    <a:pt x="237" y="1"/>
                    <a:pt x="429" y="193"/>
                    <a:pt x="429" y="434"/>
                  </a:cubicBezTo>
                  <a:lnTo>
                    <a:pt x="429" y="2584"/>
                  </a:lnTo>
                  <a:cubicBezTo>
                    <a:pt x="429" y="2700"/>
                    <a:pt x="525" y="2801"/>
                    <a:pt x="646" y="2801"/>
                  </a:cubicBezTo>
                  <a:lnTo>
                    <a:pt x="1074" y="2801"/>
                  </a:lnTo>
                  <a:cubicBezTo>
                    <a:pt x="954" y="2796"/>
                    <a:pt x="862" y="2700"/>
                    <a:pt x="862" y="2584"/>
                  </a:cubicBezTo>
                  <a:lnTo>
                    <a:pt x="862" y="434"/>
                  </a:lnTo>
                  <a:cubicBezTo>
                    <a:pt x="862" y="193"/>
                    <a:pt x="670" y="1"/>
                    <a:pt x="42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87"/>
            <p:cNvSpPr/>
            <p:nvPr/>
          </p:nvSpPr>
          <p:spPr>
            <a:xfrm>
              <a:off x="1751884" y="1989280"/>
              <a:ext cx="360602" cy="360471"/>
            </a:xfrm>
            <a:custGeom>
              <a:rect b="b" l="l" r="r" t="t"/>
              <a:pathLst>
                <a:path extrusionOk="0" h="13744" w="13749">
                  <a:moveTo>
                    <a:pt x="3545" y="3631"/>
                  </a:moveTo>
                  <a:cubicBezTo>
                    <a:pt x="3615" y="3631"/>
                    <a:pt x="3685" y="3638"/>
                    <a:pt x="3754" y="3653"/>
                  </a:cubicBezTo>
                  <a:cubicBezTo>
                    <a:pt x="4548" y="3831"/>
                    <a:pt x="4798" y="4842"/>
                    <a:pt x="4173" y="5366"/>
                  </a:cubicBezTo>
                  <a:cubicBezTo>
                    <a:pt x="3985" y="5525"/>
                    <a:pt x="3874" y="5761"/>
                    <a:pt x="3879" y="6006"/>
                  </a:cubicBezTo>
                  <a:lnTo>
                    <a:pt x="3879" y="6444"/>
                  </a:lnTo>
                  <a:cubicBezTo>
                    <a:pt x="3879" y="6790"/>
                    <a:pt x="4158" y="7074"/>
                    <a:pt x="4510" y="7074"/>
                  </a:cubicBezTo>
                  <a:lnTo>
                    <a:pt x="6675" y="7074"/>
                  </a:lnTo>
                  <a:lnTo>
                    <a:pt x="6675" y="9240"/>
                  </a:lnTo>
                  <a:cubicBezTo>
                    <a:pt x="6675" y="9369"/>
                    <a:pt x="6574" y="9470"/>
                    <a:pt x="6444" y="9470"/>
                  </a:cubicBezTo>
                  <a:lnTo>
                    <a:pt x="6006" y="9470"/>
                  </a:lnTo>
                  <a:cubicBezTo>
                    <a:pt x="5876" y="9470"/>
                    <a:pt x="5756" y="9413"/>
                    <a:pt x="5674" y="9316"/>
                  </a:cubicBezTo>
                  <a:cubicBezTo>
                    <a:pt x="5389" y="8978"/>
                    <a:pt x="5002" y="8821"/>
                    <a:pt x="4619" y="8821"/>
                  </a:cubicBezTo>
                  <a:cubicBezTo>
                    <a:pt x="4009" y="8821"/>
                    <a:pt x="3411" y="9221"/>
                    <a:pt x="3263" y="9913"/>
                  </a:cubicBezTo>
                  <a:cubicBezTo>
                    <a:pt x="3124" y="10539"/>
                    <a:pt x="3432" y="11179"/>
                    <a:pt x="4009" y="11458"/>
                  </a:cubicBezTo>
                  <a:cubicBezTo>
                    <a:pt x="4203" y="11553"/>
                    <a:pt x="4411" y="11599"/>
                    <a:pt x="4616" y="11599"/>
                  </a:cubicBezTo>
                  <a:cubicBezTo>
                    <a:pt x="5020" y="11599"/>
                    <a:pt x="5415" y="11421"/>
                    <a:pt x="5684" y="11092"/>
                  </a:cubicBezTo>
                  <a:cubicBezTo>
                    <a:pt x="5762" y="11000"/>
                    <a:pt x="5876" y="10947"/>
                    <a:pt x="5999" y="10947"/>
                  </a:cubicBezTo>
                  <a:cubicBezTo>
                    <a:pt x="6005" y="10947"/>
                    <a:pt x="6010" y="10947"/>
                    <a:pt x="6016" y="10948"/>
                  </a:cubicBezTo>
                  <a:lnTo>
                    <a:pt x="6444" y="10948"/>
                  </a:lnTo>
                  <a:cubicBezTo>
                    <a:pt x="6569" y="10948"/>
                    <a:pt x="6675" y="11049"/>
                    <a:pt x="6675" y="11174"/>
                  </a:cubicBezTo>
                  <a:lnTo>
                    <a:pt x="6675" y="13339"/>
                  </a:lnTo>
                  <a:lnTo>
                    <a:pt x="1064" y="13339"/>
                  </a:lnTo>
                  <a:cubicBezTo>
                    <a:pt x="703" y="13339"/>
                    <a:pt x="405" y="13046"/>
                    <a:pt x="405" y="12685"/>
                  </a:cubicBezTo>
                  <a:lnTo>
                    <a:pt x="405" y="7074"/>
                  </a:lnTo>
                  <a:lnTo>
                    <a:pt x="2570" y="7074"/>
                  </a:lnTo>
                  <a:cubicBezTo>
                    <a:pt x="2917" y="7074"/>
                    <a:pt x="3201" y="6790"/>
                    <a:pt x="3201" y="6444"/>
                  </a:cubicBezTo>
                  <a:lnTo>
                    <a:pt x="3201" y="6016"/>
                  </a:lnTo>
                  <a:cubicBezTo>
                    <a:pt x="3206" y="5765"/>
                    <a:pt x="3100" y="5530"/>
                    <a:pt x="2912" y="5371"/>
                  </a:cubicBezTo>
                  <a:cubicBezTo>
                    <a:pt x="2436" y="4976"/>
                    <a:pt x="2436" y="4245"/>
                    <a:pt x="2922" y="3850"/>
                  </a:cubicBezTo>
                  <a:cubicBezTo>
                    <a:pt x="3098" y="3707"/>
                    <a:pt x="3319" y="3631"/>
                    <a:pt x="3545" y="3631"/>
                  </a:cubicBezTo>
                  <a:close/>
                  <a:moveTo>
                    <a:pt x="12685" y="400"/>
                  </a:moveTo>
                  <a:cubicBezTo>
                    <a:pt x="13050" y="400"/>
                    <a:pt x="13344" y="699"/>
                    <a:pt x="13344" y="1064"/>
                  </a:cubicBezTo>
                  <a:lnTo>
                    <a:pt x="13344" y="6670"/>
                  </a:lnTo>
                  <a:lnTo>
                    <a:pt x="13118" y="6670"/>
                  </a:lnTo>
                  <a:cubicBezTo>
                    <a:pt x="12863" y="6684"/>
                    <a:pt x="12863" y="7060"/>
                    <a:pt x="13118" y="7074"/>
                  </a:cubicBezTo>
                  <a:lnTo>
                    <a:pt x="13344" y="7074"/>
                  </a:lnTo>
                  <a:lnTo>
                    <a:pt x="13344" y="12685"/>
                  </a:lnTo>
                  <a:cubicBezTo>
                    <a:pt x="13344" y="13046"/>
                    <a:pt x="13046" y="13344"/>
                    <a:pt x="12685" y="13344"/>
                  </a:cubicBezTo>
                  <a:lnTo>
                    <a:pt x="7074" y="13344"/>
                  </a:lnTo>
                  <a:lnTo>
                    <a:pt x="7074" y="11179"/>
                  </a:lnTo>
                  <a:cubicBezTo>
                    <a:pt x="7074" y="10832"/>
                    <a:pt x="6790" y="10548"/>
                    <a:pt x="6444" y="10548"/>
                  </a:cubicBezTo>
                  <a:lnTo>
                    <a:pt x="6016" y="10548"/>
                  </a:lnTo>
                  <a:cubicBezTo>
                    <a:pt x="6010" y="10548"/>
                    <a:pt x="6005" y="10548"/>
                    <a:pt x="5999" y="10548"/>
                  </a:cubicBezTo>
                  <a:cubicBezTo>
                    <a:pt x="5755" y="10548"/>
                    <a:pt x="5526" y="10653"/>
                    <a:pt x="5371" y="10837"/>
                  </a:cubicBezTo>
                  <a:cubicBezTo>
                    <a:pt x="5174" y="11075"/>
                    <a:pt x="4893" y="11194"/>
                    <a:pt x="4613" y="11194"/>
                  </a:cubicBezTo>
                  <a:cubicBezTo>
                    <a:pt x="4330" y="11194"/>
                    <a:pt x="4048" y="11073"/>
                    <a:pt x="3850" y="10832"/>
                  </a:cubicBezTo>
                  <a:cubicBezTo>
                    <a:pt x="3663" y="10596"/>
                    <a:pt x="3590" y="10288"/>
                    <a:pt x="3653" y="9995"/>
                  </a:cubicBezTo>
                  <a:cubicBezTo>
                    <a:pt x="3762" y="9507"/>
                    <a:pt x="4186" y="9224"/>
                    <a:pt x="4619" y="9224"/>
                  </a:cubicBezTo>
                  <a:cubicBezTo>
                    <a:pt x="4890" y="9224"/>
                    <a:pt x="5164" y="9335"/>
                    <a:pt x="5366" y="9576"/>
                  </a:cubicBezTo>
                  <a:cubicBezTo>
                    <a:pt x="5521" y="9760"/>
                    <a:pt x="5751" y="9870"/>
                    <a:pt x="5991" y="9870"/>
                  </a:cubicBezTo>
                  <a:cubicBezTo>
                    <a:pt x="5996" y="9870"/>
                    <a:pt x="6001" y="9870"/>
                    <a:pt x="6006" y="9870"/>
                  </a:cubicBezTo>
                  <a:lnTo>
                    <a:pt x="6444" y="9870"/>
                  </a:lnTo>
                  <a:cubicBezTo>
                    <a:pt x="6795" y="9870"/>
                    <a:pt x="7074" y="9591"/>
                    <a:pt x="7074" y="9240"/>
                  </a:cubicBezTo>
                  <a:lnTo>
                    <a:pt x="7074" y="7074"/>
                  </a:lnTo>
                  <a:lnTo>
                    <a:pt x="9239" y="7074"/>
                  </a:lnTo>
                  <a:cubicBezTo>
                    <a:pt x="9369" y="7074"/>
                    <a:pt x="9470" y="7175"/>
                    <a:pt x="9470" y="7305"/>
                  </a:cubicBezTo>
                  <a:lnTo>
                    <a:pt x="9470" y="7743"/>
                  </a:lnTo>
                  <a:cubicBezTo>
                    <a:pt x="9470" y="7868"/>
                    <a:pt x="9413" y="7993"/>
                    <a:pt x="9316" y="8075"/>
                  </a:cubicBezTo>
                  <a:cubicBezTo>
                    <a:pt x="8436" y="8811"/>
                    <a:pt x="8787" y="10240"/>
                    <a:pt x="9913" y="10486"/>
                  </a:cubicBezTo>
                  <a:cubicBezTo>
                    <a:pt x="10009" y="10505"/>
                    <a:pt x="10106" y="10515"/>
                    <a:pt x="10207" y="10519"/>
                  </a:cubicBezTo>
                  <a:cubicBezTo>
                    <a:pt x="10794" y="10519"/>
                    <a:pt x="11313" y="10154"/>
                    <a:pt x="11511" y="9600"/>
                  </a:cubicBezTo>
                  <a:cubicBezTo>
                    <a:pt x="11713" y="9052"/>
                    <a:pt x="11539" y="8436"/>
                    <a:pt x="11087" y="8065"/>
                  </a:cubicBezTo>
                  <a:cubicBezTo>
                    <a:pt x="10996" y="7979"/>
                    <a:pt x="10943" y="7859"/>
                    <a:pt x="10948" y="7733"/>
                  </a:cubicBezTo>
                  <a:lnTo>
                    <a:pt x="10948" y="7305"/>
                  </a:lnTo>
                  <a:cubicBezTo>
                    <a:pt x="10948" y="7175"/>
                    <a:pt x="11049" y="7074"/>
                    <a:pt x="11179" y="7074"/>
                  </a:cubicBezTo>
                  <a:lnTo>
                    <a:pt x="12252" y="7074"/>
                  </a:lnTo>
                  <a:cubicBezTo>
                    <a:pt x="12507" y="7060"/>
                    <a:pt x="12507" y="6684"/>
                    <a:pt x="12252" y="6670"/>
                  </a:cubicBezTo>
                  <a:lnTo>
                    <a:pt x="11179" y="6670"/>
                  </a:lnTo>
                  <a:cubicBezTo>
                    <a:pt x="10827" y="6670"/>
                    <a:pt x="10548" y="6954"/>
                    <a:pt x="10548" y="7305"/>
                  </a:cubicBezTo>
                  <a:lnTo>
                    <a:pt x="10548" y="7733"/>
                  </a:lnTo>
                  <a:cubicBezTo>
                    <a:pt x="10539" y="7979"/>
                    <a:pt x="10644" y="8215"/>
                    <a:pt x="10832" y="8373"/>
                  </a:cubicBezTo>
                  <a:cubicBezTo>
                    <a:pt x="11313" y="8768"/>
                    <a:pt x="11308" y="9504"/>
                    <a:pt x="10827" y="9894"/>
                  </a:cubicBezTo>
                  <a:cubicBezTo>
                    <a:pt x="10651" y="10037"/>
                    <a:pt x="10430" y="10113"/>
                    <a:pt x="10204" y="10113"/>
                  </a:cubicBezTo>
                  <a:cubicBezTo>
                    <a:pt x="10134" y="10113"/>
                    <a:pt x="10064" y="10106"/>
                    <a:pt x="9995" y="10091"/>
                  </a:cubicBezTo>
                  <a:cubicBezTo>
                    <a:pt x="9201" y="9918"/>
                    <a:pt x="8951" y="8908"/>
                    <a:pt x="9576" y="8383"/>
                  </a:cubicBezTo>
                  <a:cubicBezTo>
                    <a:pt x="9764" y="8224"/>
                    <a:pt x="9870" y="7988"/>
                    <a:pt x="9870" y="7743"/>
                  </a:cubicBezTo>
                  <a:lnTo>
                    <a:pt x="9870" y="7305"/>
                  </a:lnTo>
                  <a:cubicBezTo>
                    <a:pt x="9870" y="6954"/>
                    <a:pt x="9586" y="6675"/>
                    <a:pt x="9239" y="6675"/>
                  </a:cubicBezTo>
                  <a:lnTo>
                    <a:pt x="7074" y="6675"/>
                  </a:lnTo>
                  <a:lnTo>
                    <a:pt x="7074" y="4510"/>
                  </a:lnTo>
                  <a:cubicBezTo>
                    <a:pt x="7074" y="4380"/>
                    <a:pt x="7175" y="4279"/>
                    <a:pt x="7300" y="4279"/>
                  </a:cubicBezTo>
                  <a:lnTo>
                    <a:pt x="7738" y="4279"/>
                  </a:lnTo>
                  <a:cubicBezTo>
                    <a:pt x="7868" y="4279"/>
                    <a:pt x="7988" y="4332"/>
                    <a:pt x="8070" y="4433"/>
                  </a:cubicBezTo>
                  <a:cubicBezTo>
                    <a:pt x="8355" y="4771"/>
                    <a:pt x="8741" y="4927"/>
                    <a:pt x="9123" y="4927"/>
                  </a:cubicBezTo>
                  <a:cubicBezTo>
                    <a:pt x="9735" y="4927"/>
                    <a:pt x="10335" y="4526"/>
                    <a:pt x="10486" y="3836"/>
                  </a:cubicBezTo>
                  <a:cubicBezTo>
                    <a:pt x="10625" y="3210"/>
                    <a:pt x="10317" y="2570"/>
                    <a:pt x="9740" y="2287"/>
                  </a:cubicBezTo>
                  <a:cubicBezTo>
                    <a:pt x="9547" y="2193"/>
                    <a:pt x="9341" y="2148"/>
                    <a:pt x="9138" y="2148"/>
                  </a:cubicBezTo>
                  <a:cubicBezTo>
                    <a:pt x="8731" y="2148"/>
                    <a:pt x="8333" y="2327"/>
                    <a:pt x="8061" y="2657"/>
                  </a:cubicBezTo>
                  <a:cubicBezTo>
                    <a:pt x="7982" y="2749"/>
                    <a:pt x="7868" y="2802"/>
                    <a:pt x="7749" y="2802"/>
                  </a:cubicBezTo>
                  <a:cubicBezTo>
                    <a:pt x="7744" y="2802"/>
                    <a:pt x="7739" y="2802"/>
                    <a:pt x="7733" y="2801"/>
                  </a:cubicBezTo>
                  <a:lnTo>
                    <a:pt x="7300" y="2801"/>
                  </a:lnTo>
                  <a:cubicBezTo>
                    <a:pt x="7175" y="2801"/>
                    <a:pt x="7069" y="2696"/>
                    <a:pt x="7069" y="2570"/>
                  </a:cubicBezTo>
                  <a:lnTo>
                    <a:pt x="7069" y="1493"/>
                  </a:lnTo>
                  <a:cubicBezTo>
                    <a:pt x="7065" y="1365"/>
                    <a:pt x="6968" y="1301"/>
                    <a:pt x="6871" y="1301"/>
                  </a:cubicBezTo>
                  <a:cubicBezTo>
                    <a:pt x="6775" y="1301"/>
                    <a:pt x="6677" y="1365"/>
                    <a:pt x="6670" y="1493"/>
                  </a:cubicBezTo>
                  <a:lnTo>
                    <a:pt x="6670" y="2570"/>
                  </a:lnTo>
                  <a:cubicBezTo>
                    <a:pt x="6670" y="2917"/>
                    <a:pt x="6954" y="3201"/>
                    <a:pt x="7300" y="3201"/>
                  </a:cubicBezTo>
                  <a:lnTo>
                    <a:pt x="7733" y="3201"/>
                  </a:lnTo>
                  <a:cubicBezTo>
                    <a:pt x="7739" y="3201"/>
                    <a:pt x="7744" y="3201"/>
                    <a:pt x="7749" y="3201"/>
                  </a:cubicBezTo>
                  <a:cubicBezTo>
                    <a:pt x="7989" y="3201"/>
                    <a:pt x="8218" y="3096"/>
                    <a:pt x="8373" y="2912"/>
                  </a:cubicBezTo>
                  <a:cubicBezTo>
                    <a:pt x="8570" y="2675"/>
                    <a:pt x="8850" y="2556"/>
                    <a:pt x="9131" y="2556"/>
                  </a:cubicBezTo>
                  <a:cubicBezTo>
                    <a:pt x="9415" y="2556"/>
                    <a:pt x="9698" y="2678"/>
                    <a:pt x="9894" y="2922"/>
                  </a:cubicBezTo>
                  <a:cubicBezTo>
                    <a:pt x="10082" y="3153"/>
                    <a:pt x="10154" y="3461"/>
                    <a:pt x="10091" y="3754"/>
                  </a:cubicBezTo>
                  <a:cubicBezTo>
                    <a:pt x="9982" y="4242"/>
                    <a:pt x="9558" y="4525"/>
                    <a:pt x="9125" y="4525"/>
                  </a:cubicBezTo>
                  <a:cubicBezTo>
                    <a:pt x="8854" y="4525"/>
                    <a:pt x="8580" y="4414"/>
                    <a:pt x="8378" y="4173"/>
                  </a:cubicBezTo>
                  <a:cubicBezTo>
                    <a:pt x="8223" y="3989"/>
                    <a:pt x="7993" y="3879"/>
                    <a:pt x="7754" y="3879"/>
                  </a:cubicBezTo>
                  <a:cubicBezTo>
                    <a:pt x="7748" y="3879"/>
                    <a:pt x="7743" y="3879"/>
                    <a:pt x="7738" y="3879"/>
                  </a:cubicBezTo>
                  <a:lnTo>
                    <a:pt x="7300" y="3879"/>
                  </a:lnTo>
                  <a:cubicBezTo>
                    <a:pt x="6954" y="3879"/>
                    <a:pt x="6670" y="4158"/>
                    <a:pt x="6670" y="4510"/>
                  </a:cubicBezTo>
                  <a:lnTo>
                    <a:pt x="6670" y="6675"/>
                  </a:lnTo>
                  <a:lnTo>
                    <a:pt x="4510" y="6675"/>
                  </a:lnTo>
                  <a:cubicBezTo>
                    <a:pt x="4384" y="6675"/>
                    <a:pt x="4283" y="6574"/>
                    <a:pt x="4283" y="6444"/>
                  </a:cubicBezTo>
                  <a:lnTo>
                    <a:pt x="4283" y="6006"/>
                  </a:lnTo>
                  <a:cubicBezTo>
                    <a:pt x="4279" y="5881"/>
                    <a:pt x="4336" y="5756"/>
                    <a:pt x="4433" y="5674"/>
                  </a:cubicBezTo>
                  <a:cubicBezTo>
                    <a:pt x="5313" y="4938"/>
                    <a:pt x="4962" y="3509"/>
                    <a:pt x="3836" y="3263"/>
                  </a:cubicBezTo>
                  <a:cubicBezTo>
                    <a:pt x="3734" y="3241"/>
                    <a:pt x="3632" y="3230"/>
                    <a:pt x="3532" y="3230"/>
                  </a:cubicBezTo>
                  <a:cubicBezTo>
                    <a:pt x="2788" y="3230"/>
                    <a:pt x="2152" y="3835"/>
                    <a:pt x="2152" y="4615"/>
                  </a:cubicBezTo>
                  <a:cubicBezTo>
                    <a:pt x="2152" y="5029"/>
                    <a:pt x="2339" y="5424"/>
                    <a:pt x="2657" y="5684"/>
                  </a:cubicBezTo>
                  <a:cubicBezTo>
                    <a:pt x="2753" y="5770"/>
                    <a:pt x="2806" y="5891"/>
                    <a:pt x="2801" y="6016"/>
                  </a:cubicBezTo>
                  <a:lnTo>
                    <a:pt x="2801" y="6449"/>
                  </a:lnTo>
                  <a:cubicBezTo>
                    <a:pt x="2797" y="6574"/>
                    <a:pt x="2695" y="6675"/>
                    <a:pt x="2570" y="6675"/>
                  </a:cubicBezTo>
                  <a:lnTo>
                    <a:pt x="405" y="6675"/>
                  </a:lnTo>
                  <a:lnTo>
                    <a:pt x="405" y="1064"/>
                  </a:lnTo>
                  <a:cubicBezTo>
                    <a:pt x="405" y="699"/>
                    <a:pt x="699" y="400"/>
                    <a:pt x="1064" y="400"/>
                  </a:cubicBezTo>
                  <a:lnTo>
                    <a:pt x="6675" y="400"/>
                  </a:lnTo>
                  <a:lnTo>
                    <a:pt x="6675" y="631"/>
                  </a:lnTo>
                  <a:cubicBezTo>
                    <a:pt x="6668" y="773"/>
                    <a:pt x="6772" y="844"/>
                    <a:pt x="6877" y="844"/>
                  </a:cubicBezTo>
                  <a:cubicBezTo>
                    <a:pt x="6982" y="844"/>
                    <a:pt x="7086" y="773"/>
                    <a:pt x="7079" y="631"/>
                  </a:cubicBezTo>
                  <a:lnTo>
                    <a:pt x="7079" y="400"/>
                  </a:lnTo>
                  <a:close/>
                  <a:moveTo>
                    <a:pt x="1064" y="1"/>
                  </a:moveTo>
                  <a:cubicBezTo>
                    <a:pt x="477" y="1"/>
                    <a:pt x="1" y="473"/>
                    <a:pt x="1" y="1060"/>
                  </a:cubicBezTo>
                  <a:lnTo>
                    <a:pt x="1" y="12685"/>
                  </a:lnTo>
                  <a:cubicBezTo>
                    <a:pt x="1" y="13267"/>
                    <a:pt x="477" y="13743"/>
                    <a:pt x="1064" y="13743"/>
                  </a:cubicBezTo>
                  <a:lnTo>
                    <a:pt x="12685" y="13743"/>
                  </a:lnTo>
                  <a:cubicBezTo>
                    <a:pt x="13272" y="13743"/>
                    <a:pt x="13743" y="13267"/>
                    <a:pt x="13748" y="12685"/>
                  </a:cubicBezTo>
                  <a:lnTo>
                    <a:pt x="13748" y="1064"/>
                  </a:lnTo>
                  <a:cubicBezTo>
                    <a:pt x="13748" y="477"/>
                    <a:pt x="13272" y="1"/>
                    <a:pt x="126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9" name="Google Shape;14499;p87"/>
          <p:cNvGrpSpPr/>
          <p:nvPr/>
        </p:nvGrpSpPr>
        <p:grpSpPr>
          <a:xfrm>
            <a:off x="2188048" y="1983562"/>
            <a:ext cx="389347" cy="353284"/>
            <a:chOff x="2188048" y="1983562"/>
            <a:chExt cx="389347" cy="353284"/>
          </a:xfrm>
        </p:grpSpPr>
        <p:sp>
          <p:nvSpPr>
            <p:cNvPr id="14500" name="Google Shape;14500;p87"/>
            <p:cNvSpPr/>
            <p:nvPr/>
          </p:nvSpPr>
          <p:spPr>
            <a:xfrm>
              <a:off x="2258468" y="2033211"/>
              <a:ext cx="253935" cy="253935"/>
            </a:xfrm>
            <a:custGeom>
              <a:rect b="b" l="l" r="r" t="t"/>
              <a:pathLst>
                <a:path extrusionOk="0" h="9682" w="9682">
                  <a:moveTo>
                    <a:pt x="4841" y="0"/>
                  </a:moveTo>
                  <a:cubicBezTo>
                    <a:pt x="2170" y="0"/>
                    <a:pt x="0" y="2171"/>
                    <a:pt x="0" y="4841"/>
                  </a:cubicBezTo>
                  <a:cubicBezTo>
                    <a:pt x="0" y="7516"/>
                    <a:pt x="2170" y="9682"/>
                    <a:pt x="4841" y="9682"/>
                  </a:cubicBezTo>
                  <a:cubicBezTo>
                    <a:pt x="7516" y="9682"/>
                    <a:pt x="9681" y="7516"/>
                    <a:pt x="9681" y="4841"/>
                  </a:cubicBezTo>
                  <a:cubicBezTo>
                    <a:pt x="9681" y="2171"/>
                    <a:pt x="7516" y="0"/>
                    <a:pt x="4841" y="0"/>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87"/>
            <p:cNvSpPr/>
            <p:nvPr/>
          </p:nvSpPr>
          <p:spPr>
            <a:xfrm>
              <a:off x="2311081" y="2034601"/>
              <a:ext cx="200824" cy="250525"/>
            </a:xfrm>
            <a:custGeom>
              <a:rect b="b" l="l" r="r" t="t"/>
              <a:pathLst>
                <a:path extrusionOk="0" h="9552" w="7657">
                  <a:moveTo>
                    <a:pt x="3533" y="0"/>
                  </a:moveTo>
                  <a:lnTo>
                    <a:pt x="3542" y="5"/>
                  </a:lnTo>
                  <a:lnTo>
                    <a:pt x="3865" y="405"/>
                  </a:lnTo>
                  <a:cubicBezTo>
                    <a:pt x="3903" y="448"/>
                    <a:pt x="3913" y="515"/>
                    <a:pt x="3889" y="573"/>
                  </a:cubicBezTo>
                  <a:lnTo>
                    <a:pt x="3614" y="1218"/>
                  </a:lnTo>
                  <a:lnTo>
                    <a:pt x="3258" y="578"/>
                  </a:lnTo>
                  <a:lnTo>
                    <a:pt x="2623" y="578"/>
                  </a:lnTo>
                  <a:lnTo>
                    <a:pt x="2180" y="1425"/>
                  </a:lnTo>
                  <a:cubicBezTo>
                    <a:pt x="2118" y="1545"/>
                    <a:pt x="2200" y="1689"/>
                    <a:pt x="2334" y="1699"/>
                  </a:cubicBezTo>
                  <a:lnTo>
                    <a:pt x="2686" y="1728"/>
                  </a:lnTo>
                  <a:lnTo>
                    <a:pt x="2974" y="1324"/>
                  </a:lnTo>
                  <a:lnTo>
                    <a:pt x="3263" y="1689"/>
                  </a:lnTo>
                  <a:lnTo>
                    <a:pt x="3181" y="2252"/>
                  </a:lnTo>
                  <a:lnTo>
                    <a:pt x="2431" y="2368"/>
                  </a:lnTo>
                  <a:lnTo>
                    <a:pt x="1656" y="2936"/>
                  </a:lnTo>
                  <a:lnTo>
                    <a:pt x="1560" y="3325"/>
                  </a:lnTo>
                  <a:cubicBezTo>
                    <a:pt x="1542" y="3397"/>
                    <a:pt x="1474" y="3451"/>
                    <a:pt x="1400" y="3451"/>
                  </a:cubicBezTo>
                  <a:cubicBezTo>
                    <a:pt x="1394" y="3451"/>
                    <a:pt x="1388" y="3451"/>
                    <a:pt x="1382" y="3450"/>
                  </a:cubicBezTo>
                  <a:lnTo>
                    <a:pt x="1088" y="3417"/>
                  </a:lnTo>
                  <a:cubicBezTo>
                    <a:pt x="1081" y="3416"/>
                    <a:pt x="1074" y="3415"/>
                    <a:pt x="1067" y="3415"/>
                  </a:cubicBezTo>
                  <a:cubicBezTo>
                    <a:pt x="998" y="3415"/>
                    <a:pt x="937" y="3457"/>
                    <a:pt x="915" y="3523"/>
                  </a:cubicBezTo>
                  <a:lnTo>
                    <a:pt x="751" y="3960"/>
                  </a:lnTo>
                  <a:cubicBezTo>
                    <a:pt x="718" y="4052"/>
                    <a:pt x="766" y="4153"/>
                    <a:pt x="862" y="4177"/>
                  </a:cubicBezTo>
                  <a:lnTo>
                    <a:pt x="1391" y="4331"/>
                  </a:lnTo>
                  <a:lnTo>
                    <a:pt x="1694" y="3653"/>
                  </a:lnTo>
                  <a:cubicBezTo>
                    <a:pt x="1738" y="3566"/>
                    <a:pt x="1810" y="3499"/>
                    <a:pt x="1901" y="3470"/>
                  </a:cubicBezTo>
                  <a:lnTo>
                    <a:pt x="2758" y="3195"/>
                  </a:lnTo>
                  <a:lnTo>
                    <a:pt x="3470" y="3739"/>
                  </a:lnTo>
                  <a:lnTo>
                    <a:pt x="3845" y="3580"/>
                  </a:lnTo>
                  <a:lnTo>
                    <a:pt x="4096" y="3855"/>
                  </a:lnTo>
                  <a:lnTo>
                    <a:pt x="4606" y="3811"/>
                  </a:lnTo>
                  <a:cubicBezTo>
                    <a:pt x="4609" y="3811"/>
                    <a:pt x="4612" y="3811"/>
                    <a:pt x="4616" y="3811"/>
                  </a:cubicBezTo>
                  <a:cubicBezTo>
                    <a:pt x="4698" y="3811"/>
                    <a:pt x="4770" y="3867"/>
                    <a:pt x="4788" y="3946"/>
                  </a:cubicBezTo>
                  <a:lnTo>
                    <a:pt x="4808" y="4057"/>
                  </a:lnTo>
                  <a:cubicBezTo>
                    <a:pt x="4846" y="4254"/>
                    <a:pt x="4707" y="4442"/>
                    <a:pt x="4509" y="4456"/>
                  </a:cubicBezTo>
                  <a:lnTo>
                    <a:pt x="3667" y="4523"/>
                  </a:lnTo>
                  <a:cubicBezTo>
                    <a:pt x="3571" y="4528"/>
                    <a:pt x="3504" y="4624"/>
                    <a:pt x="3533" y="4716"/>
                  </a:cubicBezTo>
                  <a:cubicBezTo>
                    <a:pt x="3566" y="4819"/>
                    <a:pt x="3485" y="4912"/>
                    <a:pt x="3389" y="4912"/>
                  </a:cubicBezTo>
                  <a:cubicBezTo>
                    <a:pt x="3373" y="4912"/>
                    <a:pt x="3357" y="4909"/>
                    <a:pt x="3340" y="4904"/>
                  </a:cubicBezTo>
                  <a:lnTo>
                    <a:pt x="2710" y="4697"/>
                  </a:lnTo>
                  <a:cubicBezTo>
                    <a:pt x="2628" y="4668"/>
                    <a:pt x="2565" y="4596"/>
                    <a:pt x="2551" y="4509"/>
                  </a:cubicBezTo>
                  <a:cubicBezTo>
                    <a:pt x="2532" y="4392"/>
                    <a:pt x="2436" y="4307"/>
                    <a:pt x="2320" y="4307"/>
                  </a:cubicBezTo>
                  <a:cubicBezTo>
                    <a:pt x="2317" y="4307"/>
                    <a:pt x="2314" y="4307"/>
                    <a:pt x="2310" y="4307"/>
                  </a:cubicBezTo>
                  <a:lnTo>
                    <a:pt x="1391" y="4331"/>
                  </a:lnTo>
                  <a:lnTo>
                    <a:pt x="891" y="4552"/>
                  </a:lnTo>
                  <a:cubicBezTo>
                    <a:pt x="771" y="4605"/>
                    <a:pt x="694" y="4716"/>
                    <a:pt x="689" y="4846"/>
                  </a:cubicBezTo>
                  <a:lnTo>
                    <a:pt x="684" y="5009"/>
                  </a:lnTo>
                  <a:lnTo>
                    <a:pt x="83" y="5697"/>
                  </a:lnTo>
                  <a:cubicBezTo>
                    <a:pt x="30" y="5755"/>
                    <a:pt x="1" y="5832"/>
                    <a:pt x="1" y="5914"/>
                  </a:cubicBezTo>
                  <a:lnTo>
                    <a:pt x="1" y="6650"/>
                  </a:lnTo>
                  <a:cubicBezTo>
                    <a:pt x="1" y="6785"/>
                    <a:pt x="54" y="6915"/>
                    <a:pt x="155" y="7011"/>
                  </a:cubicBezTo>
                  <a:lnTo>
                    <a:pt x="679" y="7516"/>
                  </a:lnTo>
                  <a:cubicBezTo>
                    <a:pt x="761" y="7598"/>
                    <a:pt x="867" y="7646"/>
                    <a:pt x="982" y="7656"/>
                  </a:cubicBezTo>
                  <a:lnTo>
                    <a:pt x="2739" y="7805"/>
                  </a:lnTo>
                  <a:lnTo>
                    <a:pt x="2705" y="8055"/>
                  </a:lnTo>
                  <a:cubicBezTo>
                    <a:pt x="2690" y="8176"/>
                    <a:pt x="2739" y="8296"/>
                    <a:pt x="2835" y="8368"/>
                  </a:cubicBezTo>
                  <a:lnTo>
                    <a:pt x="3225" y="8652"/>
                  </a:lnTo>
                  <a:lnTo>
                    <a:pt x="3162" y="8844"/>
                  </a:lnTo>
                  <a:cubicBezTo>
                    <a:pt x="3124" y="8974"/>
                    <a:pt x="3162" y="9114"/>
                    <a:pt x="3268" y="9200"/>
                  </a:cubicBezTo>
                  <a:lnTo>
                    <a:pt x="3677" y="9552"/>
                  </a:lnTo>
                  <a:lnTo>
                    <a:pt x="4841" y="9181"/>
                  </a:lnTo>
                  <a:lnTo>
                    <a:pt x="5472" y="8431"/>
                  </a:lnTo>
                  <a:cubicBezTo>
                    <a:pt x="5573" y="8305"/>
                    <a:pt x="5659" y="8166"/>
                    <a:pt x="5722" y="8022"/>
                  </a:cubicBezTo>
                  <a:lnTo>
                    <a:pt x="6626" y="5928"/>
                  </a:lnTo>
                  <a:lnTo>
                    <a:pt x="6626" y="5928"/>
                  </a:lnTo>
                  <a:lnTo>
                    <a:pt x="6049" y="5972"/>
                  </a:lnTo>
                  <a:cubicBezTo>
                    <a:pt x="6049" y="5972"/>
                    <a:pt x="6049" y="5972"/>
                    <a:pt x="6048" y="5972"/>
                  </a:cubicBezTo>
                  <a:cubicBezTo>
                    <a:pt x="5942" y="5972"/>
                    <a:pt x="6901" y="4663"/>
                    <a:pt x="6829" y="4576"/>
                  </a:cubicBezTo>
                  <a:lnTo>
                    <a:pt x="6617" y="4158"/>
                  </a:lnTo>
                  <a:lnTo>
                    <a:pt x="7040" y="3946"/>
                  </a:lnTo>
                  <a:lnTo>
                    <a:pt x="7656" y="4384"/>
                  </a:lnTo>
                  <a:cubicBezTo>
                    <a:pt x="7469" y="2142"/>
                    <a:pt x="5760" y="323"/>
                    <a:pt x="3533"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87"/>
            <p:cNvSpPr/>
            <p:nvPr/>
          </p:nvSpPr>
          <p:spPr>
            <a:xfrm>
              <a:off x="2233342" y="2035860"/>
              <a:ext cx="241582" cy="251338"/>
            </a:xfrm>
            <a:custGeom>
              <a:rect b="b" l="l" r="r" t="t"/>
              <a:pathLst>
                <a:path extrusionOk="0" h="9583" w="9211">
                  <a:moveTo>
                    <a:pt x="4812" y="1"/>
                  </a:moveTo>
                  <a:cubicBezTo>
                    <a:pt x="1642" y="660"/>
                    <a:pt x="1" y="4187"/>
                    <a:pt x="1536" y="7035"/>
                  </a:cubicBezTo>
                  <a:cubicBezTo>
                    <a:pt x="2427" y="8695"/>
                    <a:pt x="4105" y="9582"/>
                    <a:pt x="5805" y="9582"/>
                  </a:cubicBezTo>
                  <a:cubicBezTo>
                    <a:pt x="7022" y="9582"/>
                    <a:pt x="8251" y="9127"/>
                    <a:pt x="9210" y="8176"/>
                  </a:cubicBezTo>
                  <a:lnTo>
                    <a:pt x="9210" y="8176"/>
                  </a:lnTo>
                  <a:cubicBezTo>
                    <a:pt x="8883" y="8243"/>
                    <a:pt x="8551" y="8277"/>
                    <a:pt x="8219" y="8277"/>
                  </a:cubicBezTo>
                  <a:cubicBezTo>
                    <a:pt x="6261" y="8277"/>
                    <a:pt x="4490" y="7093"/>
                    <a:pt x="3744" y="5284"/>
                  </a:cubicBezTo>
                  <a:cubicBezTo>
                    <a:pt x="2998" y="3470"/>
                    <a:pt x="3417" y="1381"/>
                    <a:pt x="4812"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87"/>
            <p:cNvSpPr/>
            <p:nvPr/>
          </p:nvSpPr>
          <p:spPr>
            <a:xfrm>
              <a:off x="2310950" y="2166342"/>
              <a:ext cx="146061" cy="118915"/>
            </a:xfrm>
            <a:custGeom>
              <a:rect b="b" l="l" r="r" t="t"/>
              <a:pathLst>
                <a:path extrusionOk="0" h="4534" w="5569">
                  <a:moveTo>
                    <a:pt x="670" y="1"/>
                  </a:moveTo>
                  <a:lnTo>
                    <a:pt x="88" y="670"/>
                  </a:lnTo>
                  <a:cubicBezTo>
                    <a:pt x="35" y="732"/>
                    <a:pt x="1" y="809"/>
                    <a:pt x="1" y="891"/>
                  </a:cubicBezTo>
                  <a:lnTo>
                    <a:pt x="1" y="1622"/>
                  </a:lnTo>
                  <a:cubicBezTo>
                    <a:pt x="1" y="1762"/>
                    <a:pt x="59" y="1892"/>
                    <a:pt x="155" y="1983"/>
                  </a:cubicBezTo>
                  <a:lnTo>
                    <a:pt x="684" y="2493"/>
                  </a:lnTo>
                  <a:cubicBezTo>
                    <a:pt x="766" y="2570"/>
                    <a:pt x="872" y="2623"/>
                    <a:pt x="987" y="2633"/>
                  </a:cubicBezTo>
                  <a:lnTo>
                    <a:pt x="2566" y="2768"/>
                  </a:lnTo>
                  <a:cubicBezTo>
                    <a:pt x="2662" y="2777"/>
                    <a:pt x="2734" y="2864"/>
                    <a:pt x="2724" y="2960"/>
                  </a:cubicBezTo>
                  <a:lnTo>
                    <a:pt x="2715" y="3037"/>
                  </a:lnTo>
                  <a:cubicBezTo>
                    <a:pt x="2700" y="3153"/>
                    <a:pt x="2748" y="3273"/>
                    <a:pt x="2845" y="3345"/>
                  </a:cubicBezTo>
                  <a:lnTo>
                    <a:pt x="3234" y="3634"/>
                  </a:lnTo>
                  <a:lnTo>
                    <a:pt x="3172" y="3826"/>
                  </a:lnTo>
                  <a:cubicBezTo>
                    <a:pt x="3133" y="3951"/>
                    <a:pt x="3172" y="4091"/>
                    <a:pt x="3278" y="4177"/>
                  </a:cubicBezTo>
                  <a:lnTo>
                    <a:pt x="3687" y="4533"/>
                  </a:lnTo>
                  <a:lnTo>
                    <a:pt x="3696" y="4533"/>
                  </a:lnTo>
                  <a:cubicBezTo>
                    <a:pt x="3985" y="4481"/>
                    <a:pt x="4269" y="4399"/>
                    <a:pt x="4548" y="4298"/>
                  </a:cubicBezTo>
                  <a:lnTo>
                    <a:pt x="4611" y="4269"/>
                  </a:lnTo>
                  <a:cubicBezTo>
                    <a:pt x="4673" y="4250"/>
                    <a:pt x="4731" y="4221"/>
                    <a:pt x="4789" y="4197"/>
                  </a:cubicBezTo>
                  <a:lnTo>
                    <a:pt x="4846" y="4173"/>
                  </a:lnTo>
                  <a:lnTo>
                    <a:pt x="5486" y="3408"/>
                  </a:lnTo>
                  <a:cubicBezTo>
                    <a:pt x="5515" y="3369"/>
                    <a:pt x="5539" y="3331"/>
                    <a:pt x="5568" y="3292"/>
                  </a:cubicBezTo>
                  <a:lnTo>
                    <a:pt x="5568" y="3292"/>
                  </a:lnTo>
                  <a:cubicBezTo>
                    <a:pt x="5462" y="3302"/>
                    <a:pt x="5361" y="3302"/>
                    <a:pt x="5260" y="3302"/>
                  </a:cubicBezTo>
                  <a:cubicBezTo>
                    <a:pt x="3181" y="3302"/>
                    <a:pt x="1334" y="1974"/>
                    <a:pt x="670"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87"/>
            <p:cNvSpPr/>
            <p:nvPr/>
          </p:nvSpPr>
          <p:spPr>
            <a:xfrm>
              <a:off x="2238981" y="2081469"/>
              <a:ext cx="338413" cy="255377"/>
            </a:xfrm>
            <a:custGeom>
              <a:rect b="b" l="l" r="r" t="t"/>
              <a:pathLst>
                <a:path extrusionOk="0" h="9737" w="12903">
                  <a:moveTo>
                    <a:pt x="11501" y="1"/>
                  </a:moveTo>
                  <a:cubicBezTo>
                    <a:pt x="11372" y="1"/>
                    <a:pt x="11241" y="128"/>
                    <a:pt x="11315" y="287"/>
                  </a:cubicBezTo>
                  <a:cubicBezTo>
                    <a:pt x="12474" y="2732"/>
                    <a:pt x="11950" y="5648"/>
                    <a:pt x="10011" y="7539"/>
                  </a:cubicBezTo>
                  <a:cubicBezTo>
                    <a:pt x="8797" y="8722"/>
                    <a:pt x="7198" y="9342"/>
                    <a:pt x="5578" y="9342"/>
                  </a:cubicBezTo>
                  <a:cubicBezTo>
                    <a:pt x="4610" y="9342"/>
                    <a:pt x="3634" y="9120"/>
                    <a:pt x="2730" y="8664"/>
                  </a:cubicBezTo>
                  <a:cubicBezTo>
                    <a:pt x="1985" y="8284"/>
                    <a:pt x="1321" y="7765"/>
                    <a:pt x="772" y="7130"/>
                  </a:cubicBezTo>
                  <a:lnTo>
                    <a:pt x="772" y="7130"/>
                  </a:lnTo>
                  <a:lnTo>
                    <a:pt x="1552" y="7389"/>
                  </a:lnTo>
                  <a:cubicBezTo>
                    <a:pt x="1579" y="7400"/>
                    <a:pt x="1605" y="7404"/>
                    <a:pt x="1629" y="7404"/>
                  </a:cubicBezTo>
                  <a:cubicBezTo>
                    <a:pt x="1830" y="7404"/>
                    <a:pt x="1909" y="7083"/>
                    <a:pt x="1677" y="7014"/>
                  </a:cubicBezTo>
                  <a:lnTo>
                    <a:pt x="276" y="6547"/>
                  </a:lnTo>
                  <a:cubicBezTo>
                    <a:pt x="256" y="6541"/>
                    <a:pt x="236" y="6538"/>
                    <a:pt x="216" y="6538"/>
                  </a:cubicBezTo>
                  <a:cubicBezTo>
                    <a:pt x="100" y="6538"/>
                    <a:pt x="0" y="6640"/>
                    <a:pt x="17" y="6764"/>
                  </a:cubicBezTo>
                  <a:lnTo>
                    <a:pt x="252" y="8400"/>
                  </a:lnTo>
                  <a:cubicBezTo>
                    <a:pt x="267" y="8496"/>
                    <a:pt x="349" y="8568"/>
                    <a:pt x="450" y="8568"/>
                  </a:cubicBezTo>
                  <a:lnTo>
                    <a:pt x="474" y="8568"/>
                  </a:lnTo>
                  <a:cubicBezTo>
                    <a:pt x="584" y="8554"/>
                    <a:pt x="657" y="8453"/>
                    <a:pt x="642" y="8347"/>
                  </a:cubicBezTo>
                  <a:lnTo>
                    <a:pt x="512" y="7433"/>
                  </a:lnTo>
                  <a:lnTo>
                    <a:pt x="512" y="7433"/>
                  </a:lnTo>
                  <a:cubicBezTo>
                    <a:pt x="1085" y="8082"/>
                    <a:pt x="1778" y="8621"/>
                    <a:pt x="2552" y="9016"/>
                  </a:cubicBezTo>
                  <a:cubicBezTo>
                    <a:pt x="3514" y="9500"/>
                    <a:pt x="4552" y="9736"/>
                    <a:pt x="5582" y="9736"/>
                  </a:cubicBezTo>
                  <a:cubicBezTo>
                    <a:pt x="7302" y="9736"/>
                    <a:pt x="9001" y="9078"/>
                    <a:pt x="10290" y="7822"/>
                  </a:cubicBezTo>
                  <a:cubicBezTo>
                    <a:pt x="12349" y="5811"/>
                    <a:pt x="12903" y="2712"/>
                    <a:pt x="11671" y="114"/>
                  </a:cubicBezTo>
                  <a:cubicBezTo>
                    <a:pt x="11633" y="34"/>
                    <a:pt x="11568" y="1"/>
                    <a:pt x="11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87"/>
            <p:cNvSpPr/>
            <p:nvPr/>
          </p:nvSpPr>
          <p:spPr>
            <a:xfrm>
              <a:off x="2188048" y="1983562"/>
              <a:ext cx="343843" cy="255325"/>
            </a:xfrm>
            <a:custGeom>
              <a:rect b="b" l="l" r="r" t="t"/>
              <a:pathLst>
                <a:path extrusionOk="0" h="9735" w="13110">
                  <a:moveTo>
                    <a:pt x="7525" y="1"/>
                  </a:moveTo>
                  <a:cubicBezTo>
                    <a:pt x="6251" y="1"/>
                    <a:pt x="4968" y="362"/>
                    <a:pt x="3835" y="1104"/>
                  </a:cubicBezTo>
                  <a:cubicBezTo>
                    <a:pt x="1025" y="2947"/>
                    <a:pt x="0" y="6585"/>
                    <a:pt x="1439" y="9621"/>
                  </a:cubicBezTo>
                  <a:cubicBezTo>
                    <a:pt x="1478" y="9701"/>
                    <a:pt x="1545" y="9735"/>
                    <a:pt x="1612" y="9735"/>
                  </a:cubicBezTo>
                  <a:cubicBezTo>
                    <a:pt x="1742" y="9735"/>
                    <a:pt x="1871" y="9608"/>
                    <a:pt x="1795" y="9453"/>
                  </a:cubicBezTo>
                  <a:cubicBezTo>
                    <a:pt x="1391" y="8601"/>
                    <a:pt x="1184" y="7672"/>
                    <a:pt x="1184" y="6734"/>
                  </a:cubicBezTo>
                  <a:cubicBezTo>
                    <a:pt x="1184" y="4083"/>
                    <a:pt x="2834" y="1711"/>
                    <a:pt x="5322" y="787"/>
                  </a:cubicBezTo>
                  <a:cubicBezTo>
                    <a:pt x="6041" y="521"/>
                    <a:pt x="6785" y="393"/>
                    <a:pt x="7523" y="393"/>
                  </a:cubicBezTo>
                  <a:cubicBezTo>
                    <a:pt x="9338" y="393"/>
                    <a:pt x="11109" y="1172"/>
                    <a:pt x="12338" y="2606"/>
                  </a:cubicBezTo>
                  <a:lnTo>
                    <a:pt x="11558" y="2346"/>
                  </a:lnTo>
                  <a:cubicBezTo>
                    <a:pt x="11536" y="2339"/>
                    <a:pt x="11515" y="2336"/>
                    <a:pt x="11495" y="2336"/>
                  </a:cubicBezTo>
                  <a:cubicBezTo>
                    <a:pt x="11295" y="2336"/>
                    <a:pt x="11219" y="2638"/>
                    <a:pt x="11433" y="2721"/>
                  </a:cubicBezTo>
                  <a:lnTo>
                    <a:pt x="12833" y="3188"/>
                  </a:lnTo>
                  <a:cubicBezTo>
                    <a:pt x="12853" y="3194"/>
                    <a:pt x="12874" y="3197"/>
                    <a:pt x="12893" y="3197"/>
                  </a:cubicBezTo>
                  <a:cubicBezTo>
                    <a:pt x="13010" y="3197"/>
                    <a:pt x="13109" y="3095"/>
                    <a:pt x="13093" y="2971"/>
                  </a:cubicBezTo>
                  <a:lnTo>
                    <a:pt x="12857" y="1335"/>
                  </a:lnTo>
                  <a:cubicBezTo>
                    <a:pt x="12842" y="1220"/>
                    <a:pt x="12756" y="1167"/>
                    <a:pt x="12668" y="1167"/>
                  </a:cubicBezTo>
                  <a:cubicBezTo>
                    <a:pt x="12558" y="1167"/>
                    <a:pt x="12446" y="1249"/>
                    <a:pt x="12468" y="1393"/>
                  </a:cubicBezTo>
                  <a:lnTo>
                    <a:pt x="12597" y="2302"/>
                  </a:lnTo>
                  <a:cubicBezTo>
                    <a:pt x="11276" y="792"/>
                    <a:pt x="9411" y="1"/>
                    <a:pt x="7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87"/>
            <p:cNvSpPr/>
            <p:nvPr/>
          </p:nvSpPr>
          <p:spPr>
            <a:xfrm>
              <a:off x="2341006" y="2077116"/>
              <a:ext cx="16418" cy="27434"/>
            </a:xfrm>
            <a:custGeom>
              <a:rect b="b" l="l" r="r" t="t"/>
              <a:pathLst>
                <a:path extrusionOk="0" h="1046" w="626">
                  <a:moveTo>
                    <a:pt x="419" y="1"/>
                  </a:moveTo>
                  <a:cubicBezTo>
                    <a:pt x="308" y="6"/>
                    <a:pt x="221" y="92"/>
                    <a:pt x="221" y="203"/>
                  </a:cubicBezTo>
                  <a:lnTo>
                    <a:pt x="226" y="564"/>
                  </a:lnTo>
                  <a:lnTo>
                    <a:pt x="82" y="703"/>
                  </a:lnTo>
                  <a:cubicBezTo>
                    <a:pt x="0" y="780"/>
                    <a:pt x="0" y="906"/>
                    <a:pt x="77" y="983"/>
                  </a:cubicBezTo>
                  <a:cubicBezTo>
                    <a:pt x="114" y="1025"/>
                    <a:pt x="166" y="1045"/>
                    <a:pt x="218" y="1045"/>
                  </a:cubicBezTo>
                  <a:cubicBezTo>
                    <a:pt x="267" y="1045"/>
                    <a:pt x="317" y="1027"/>
                    <a:pt x="356" y="992"/>
                  </a:cubicBezTo>
                  <a:lnTo>
                    <a:pt x="563" y="795"/>
                  </a:lnTo>
                  <a:cubicBezTo>
                    <a:pt x="602" y="756"/>
                    <a:pt x="626" y="703"/>
                    <a:pt x="626" y="646"/>
                  </a:cubicBezTo>
                  <a:lnTo>
                    <a:pt x="616" y="198"/>
                  </a:lnTo>
                  <a:cubicBezTo>
                    <a:pt x="616" y="88"/>
                    <a:pt x="529" y="1"/>
                    <a:pt x="4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87"/>
            <p:cNvSpPr/>
            <p:nvPr/>
          </p:nvSpPr>
          <p:spPr>
            <a:xfrm>
              <a:off x="2240030" y="2027913"/>
              <a:ext cx="286876" cy="264662"/>
            </a:xfrm>
            <a:custGeom>
              <a:rect b="b" l="l" r="r" t="t"/>
              <a:pathLst>
                <a:path extrusionOk="0" h="10091" w="10938">
                  <a:moveTo>
                    <a:pt x="3792" y="3864"/>
                  </a:moveTo>
                  <a:lnTo>
                    <a:pt x="4062" y="3898"/>
                  </a:lnTo>
                  <a:cubicBezTo>
                    <a:pt x="4073" y="3899"/>
                    <a:pt x="4085" y="3900"/>
                    <a:pt x="4097" y="3900"/>
                  </a:cubicBezTo>
                  <a:cubicBezTo>
                    <a:pt x="4128" y="3900"/>
                    <a:pt x="4160" y="3895"/>
                    <a:pt x="4192" y="3888"/>
                  </a:cubicBezTo>
                  <a:lnTo>
                    <a:pt x="4192" y="3888"/>
                  </a:lnTo>
                  <a:lnTo>
                    <a:pt x="3985" y="4345"/>
                  </a:lnTo>
                  <a:lnTo>
                    <a:pt x="3648" y="4249"/>
                  </a:lnTo>
                  <a:lnTo>
                    <a:pt x="3792" y="3864"/>
                  </a:lnTo>
                  <a:close/>
                  <a:moveTo>
                    <a:pt x="5111" y="3768"/>
                  </a:moveTo>
                  <a:lnTo>
                    <a:pt x="5501" y="4249"/>
                  </a:lnTo>
                  <a:lnTo>
                    <a:pt x="5452" y="4384"/>
                  </a:lnTo>
                  <a:cubicBezTo>
                    <a:pt x="5402" y="4539"/>
                    <a:pt x="5524" y="4645"/>
                    <a:pt x="5645" y="4645"/>
                  </a:cubicBezTo>
                  <a:cubicBezTo>
                    <a:pt x="5720" y="4645"/>
                    <a:pt x="5795" y="4605"/>
                    <a:pt x="5828" y="4509"/>
                  </a:cubicBezTo>
                  <a:lnTo>
                    <a:pt x="5876" y="4360"/>
                  </a:lnTo>
                  <a:cubicBezTo>
                    <a:pt x="5919" y="4240"/>
                    <a:pt x="5895" y="4110"/>
                    <a:pt x="5818" y="4013"/>
                  </a:cubicBezTo>
                  <a:lnTo>
                    <a:pt x="5712" y="3879"/>
                  </a:lnTo>
                  <a:lnTo>
                    <a:pt x="6059" y="4143"/>
                  </a:lnTo>
                  <a:cubicBezTo>
                    <a:pt x="6091" y="4170"/>
                    <a:pt x="6133" y="4184"/>
                    <a:pt x="6176" y="4184"/>
                  </a:cubicBezTo>
                  <a:cubicBezTo>
                    <a:pt x="6203" y="4184"/>
                    <a:pt x="6230" y="4178"/>
                    <a:pt x="6256" y="4167"/>
                  </a:cubicBezTo>
                  <a:lnTo>
                    <a:pt x="6501" y="4066"/>
                  </a:lnTo>
                  <a:lnTo>
                    <a:pt x="6655" y="4240"/>
                  </a:lnTo>
                  <a:cubicBezTo>
                    <a:pt x="6695" y="4279"/>
                    <a:pt x="6747" y="4303"/>
                    <a:pt x="6803" y="4303"/>
                  </a:cubicBezTo>
                  <a:cubicBezTo>
                    <a:pt x="6808" y="4303"/>
                    <a:pt x="6814" y="4302"/>
                    <a:pt x="6819" y="4302"/>
                  </a:cubicBezTo>
                  <a:lnTo>
                    <a:pt x="7305" y="4264"/>
                  </a:lnTo>
                  <a:lnTo>
                    <a:pt x="7324" y="4345"/>
                  </a:lnTo>
                  <a:cubicBezTo>
                    <a:pt x="7339" y="4427"/>
                    <a:pt x="7281" y="4504"/>
                    <a:pt x="7199" y="4509"/>
                  </a:cubicBezTo>
                  <a:lnTo>
                    <a:pt x="6357" y="4576"/>
                  </a:lnTo>
                  <a:cubicBezTo>
                    <a:pt x="6169" y="4591"/>
                    <a:pt x="6025" y="4754"/>
                    <a:pt x="6039" y="4947"/>
                  </a:cubicBezTo>
                  <a:lnTo>
                    <a:pt x="5481" y="4759"/>
                  </a:lnTo>
                  <a:cubicBezTo>
                    <a:pt x="5467" y="4754"/>
                    <a:pt x="5457" y="4740"/>
                    <a:pt x="5452" y="4725"/>
                  </a:cubicBezTo>
                  <a:cubicBezTo>
                    <a:pt x="5419" y="4514"/>
                    <a:pt x="5236" y="4360"/>
                    <a:pt x="5024" y="4360"/>
                  </a:cubicBezTo>
                  <a:lnTo>
                    <a:pt x="5015" y="4360"/>
                  </a:lnTo>
                  <a:lnTo>
                    <a:pt x="4403" y="4374"/>
                  </a:lnTo>
                  <a:lnTo>
                    <a:pt x="4581" y="3984"/>
                  </a:lnTo>
                  <a:cubicBezTo>
                    <a:pt x="4596" y="3951"/>
                    <a:pt x="4625" y="3922"/>
                    <a:pt x="4663" y="3912"/>
                  </a:cubicBezTo>
                  <a:lnTo>
                    <a:pt x="5111" y="3768"/>
                  </a:lnTo>
                  <a:close/>
                  <a:moveTo>
                    <a:pt x="9698" y="4445"/>
                  </a:moveTo>
                  <a:cubicBezTo>
                    <a:pt x="9732" y="4445"/>
                    <a:pt x="9766" y="4458"/>
                    <a:pt x="9793" y="4485"/>
                  </a:cubicBezTo>
                  <a:lnTo>
                    <a:pt x="10192" y="4875"/>
                  </a:lnTo>
                  <a:cubicBezTo>
                    <a:pt x="10197" y="4995"/>
                    <a:pt x="10197" y="5115"/>
                    <a:pt x="10192" y="5236"/>
                  </a:cubicBezTo>
                  <a:cubicBezTo>
                    <a:pt x="10144" y="6405"/>
                    <a:pt x="9663" y="7511"/>
                    <a:pt x="8835" y="8339"/>
                  </a:cubicBezTo>
                  <a:cubicBezTo>
                    <a:pt x="8705" y="8464"/>
                    <a:pt x="8575" y="8580"/>
                    <a:pt x="8436" y="8695"/>
                  </a:cubicBezTo>
                  <a:cubicBezTo>
                    <a:pt x="8508" y="8589"/>
                    <a:pt x="8570" y="8479"/>
                    <a:pt x="8619" y="8358"/>
                  </a:cubicBezTo>
                  <a:lnTo>
                    <a:pt x="9528" y="6265"/>
                  </a:lnTo>
                  <a:cubicBezTo>
                    <a:pt x="9584" y="6130"/>
                    <a:pt x="9486" y="5986"/>
                    <a:pt x="9344" y="5986"/>
                  </a:cubicBezTo>
                  <a:cubicBezTo>
                    <a:pt x="9340" y="5986"/>
                    <a:pt x="9335" y="5986"/>
                    <a:pt x="9331" y="5986"/>
                  </a:cubicBezTo>
                  <a:lnTo>
                    <a:pt x="9244" y="5996"/>
                  </a:lnTo>
                  <a:lnTo>
                    <a:pt x="9735" y="5019"/>
                  </a:lnTo>
                  <a:cubicBezTo>
                    <a:pt x="9817" y="4855"/>
                    <a:pt x="9764" y="4658"/>
                    <a:pt x="9615" y="4552"/>
                  </a:cubicBezTo>
                  <a:lnTo>
                    <a:pt x="9571" y="4523"/>
                  </a:lnTo>
                  <a:lnTo>
                    <a:pt x="9581" y="4509"/>
                  </a:lnTo>
                  <a:cubicBezTo>
                    <a:pt x="9608" y="4468"/>
                    <a:pt x="9653" y="4445"/>
                    <a:pt x="9698" y="4445"/>
                  </a:cubicBezTo>
                  <a:close/>
                  <a:moveTo>
                    <a:pt x="5550" y="1"/>
                  </a:moveTo>
                  <a:cubicBezTo>
                    <a:pt x="4253" y="1"/>
                    <a:pt x="2961" y="498"/>
                    <a:pt x="1978" y="1478"/>
                  </a:cubicBezTo>
                  <a:cubicBezTo>
                    <a:pt x="131" y="3330"/>
                    <a:pt x="1" y="6284"/>
                    <a:pt x="1680" y="8291"/>
                  </a:cubicBezTo>
                  <a:cubicBezTo>
                    <a:pt x="1722" y="8334"/>
                    <a:pt x="1770" y="8352"/>
                    <a:pt x="1817" y="8352"/>
                  </a:cubicBezTo>
                  <a:cubicBezTo>
                    <a:pt x="1959" y="8352"/>
                    <a:pt x="2087" y="8184"/>
                    <a:pt x="1978" y="8036"/>
                  </a:cubicBezTo>
                  <a:cubicBezTo>
                    <a:pt x="838" y="6679"/>
                    <a:pt x="573" y="4788"/>
                    <a:pt x="1290" y="3166"/>
                  </a:cubicBezTo>
                  <a:cubicBezTo>
                    <a:pt x="2007" y="1545"/>
                    <a:pt x="3581" y="472"/>
                    <a:pt x="5356" y="395"/>
                  </a:cubicBezTo>
                  <a:cubicBezTo>
                    <a:pt x="5409" y="393"/>
                    <a:pt x="5462" y="392"/>
                    <a:pt x="5516" y="392"/>
                  </a:cubicBezTo>
                  <a:cubicBezTo>
                    <a:pt x="5724" y="392"/>
                    <a:pt x="5935" y="407"/>
                    <a:pt x="6145" y="433"/>
                  </a:cubicBezTo>
                  <a:lnTo>
                    <a:pt x="6410" y="761"/>
                  </a:lnTo>
                  <a:lnTo>
                    <a:pt x="6299" y="1025"/>
                  </a:lnTo>
                  <a:lnTo>
                    <a:pt x="6136" y="732"/>
                  </a:lnTo>
                  <a:cubicBezTo>
                    <a:pt x="6102" y="669"/>
                    <a:pt x="6035" y="631"/>
                    <a:pt x="5967" y="631"/>
                  </a:cubicBezTo>
                  <a:lnTo>
                    <a:pt x="5332" y="631"/>
                  </a:lnTo>
                  <a:cubicBezTo>
                    <a:pt x="5260" y="631"/>
                    <a:pt x="5193" y="674"/>
                    <a:pt x="5159" y="737"/>
                  </a:cubicBezTo>
                  <a:lnTo>
                    <a:pt x="4716" y="1583"/>
                  </a:lnTo>
                  <a:cubicBezTo>
                    <a:pt x="4586" y="1829"/>
                    <a:pt x="4750" y="2127"/>
                    <a:pt x="5024" y="2151"/>
                  </a:cubicBezTo>
                  <a:lnTo>
                    <a:pt x="5380" y="2180"/>
                  </a:lnTo>
                  <a:cubicBezTo>
                    <a:pt x="5385" y="2180"/>
                    <a:pt x="5391" y="2181"/>
                    <a:pt x="5396" y="2181"/>
                  </a:cubicBezTo>
                  <a:cubicBezTo>
                    <a:pt x="5462" y="2181"/>
                    <a:pt x="5523" y="2152"/>
                    <a:pt x="5558" y="2098"/>
                  </a:cubicBezTo>
                  <a:lnTo>
                    <a:pt x="5693" y="1906"/>
                  </a:lnTo>
                  <a:lnTo>
                    <a:pt x="5765" y="1997"/>
                  </a:lnTo>
                  <a:lnTo>
                    <a:pt x="5717" y="2334"/>
                  </a:lnTo>
                  <a:lnTo>
                    <a:pt x="5111" y="2425"/>
                  </a:lnTo>
                  <a:cubicBezTo>
                    <a:pt x="5082" y="2430"/>
                    <a:pt x="5048" y="2440"/>
                    <a:pt x="5024" y="2459"/>
                  </a:cubicBezTo>
                  <a:lnTo>
                    <a:pt x="4245" y="3032"/>
                  </a:lnTo>
                  <a:cubicBezTo>
                    <a:pt x="4206" y="3061"/>
                    <a:pt x="4177" y="3099"/>
                    <a:pt x="4168" y="3147"/>
                  </a:cubicBezTo>
                  <a:lnTo>
                    <a:pt x="4081" y="3503"/>
                  </a:lnTo>
                  <a:lnTo>
                    <a:pt x="3816" y="3470"/>
                  </a:lnTo>
                  <a:cubicBezTo>
                    <a:pt x="3802" y="3468"/>
                    <a:pt x="3788" y="3467"/>
                    <a:pt x="3774" y="3467"/>
                  </a:cubicBezTo>
                  <a:cubicBezTo>
                    <a:pt x="3622" y="3467"/>
                    <a:pt x="3484" y="3560"/>
                    <a:pt x="3431" y="3705"/>
                  </a:cubicBezTo>
                  <a:lnTo>
                    <a:pt x="3268" y="4143"/>
                  </a:lnTo>
                  <a:cubicBezTo>
                    <a:pt x="3196" y="4345"/>
                    <a:pt x="3306" y="4562"/>
                    <a:pt x="3508" y="4624"/>
                  </a:cubicBezTo>
                  <a:cubicBezTo>
                    <a:pt x="3326" y="4706"/>
                    <a:pt x="3201" y="4884"/>
                    <a:pt x="3191" y="5091"/>
                  </a:cubicBezTo>
                  <a:lnTo>
                    <a:pt x="3191" y="5187"/>
                  </a:lnTo>
                  <a:lnTo>
                    <a:pt x="2633" y="5818"/>
                  </a:lnTo>
                  <a:cubicBezTo>
                    <a:pt x="2551" y="5919"/>
                    <a:pt x="2503" y="6039"/>
                    <a:pt x="2503" y="6169"/>
                  </a:cubicBezTo>
                  <a:lnTo>
                    <a:pt x="2503" y="6905"/>
                  </a:lnTo>
                  <a:cubicBezTo>
                    <a:pt x="2503" y="7093"/>
                    <a:pt x="2580" y="7276"/>
                    <a:pt x="2715" y="7406"/>
                  </a:cubicBezTo>
                  <a:lnTo>
                    <a:pt x="3244" y="7916"/>
                  </a:lnTo>
                  <a:cubicBezTo>
                    <a:pt x="3359" y="8026"/>
                    <a:pt x="3508" y="8094"/>
                    <a:pt x="3667" y="8108"/>
                  </a:cubicBezTo>
                  <a:lnTo>
                    <a:pt x="5226" y="8243"/>
                  </a:lnTo>
                  <a:lnTo>
                    <a:pt x="5217" y="8291"/>
                  </a:lnTo>
                  <a:cubicBezTo>
                    <a:pt x="5193" y="8483"/>
                    <a:pt x="5274" y="8671"/>
                    <a:pt x="5428" y="8787"/>
                  </a:cubicBezTo>
                  <a:lnTo>
                    <a:pt x="5703" y="8989"/>
                  </a:lnTo>
                  <a:lnTo>
                    <a:pt x="5683" y="9051"/>
                  </a:lnTo>
                  <a:cubicBezTo>
                    <a:pt x="5621" y="9253"/>
                    <a:pt x="5683" y="9475"/>
                    <a:pt x="5847" y="9609"/>
                  </a:cubicBezTo>
                  <a:lnTo>
                    <a:pt x="5929" y="9682"/>
                  </a:lnTo>
                  <a:cubicBezTo>
                    <a:pt x="5861" y="9686"/>
                    <a:pt x="5799" y="9691"/>
                    <a:pt x="5736" y="9691"/>
                  </a:cubicBezTo>
                  <a:cubicBezTo>
                    <a:pt x="5667" y="9694"/>
                    <a:pt x="5597" y="9696"/>
                    <a:pt x="5527" y="9696"/>
                  </a:cubicBezTo>
                  <a:cubicBezTo>
                    <a:pt x="4441" y="9696"/>
                    <a:pt x="3388" y="9310"/>
                    <a:pt x="2551" y="8609"/>
                  </a:cubicBezTo>
                  <a:cubicBezTo>
                    <a:pt x="2507" y="8566"/>
                    <a:pt x="2459" y="8548"/>
                    <a:pt x="2414" y="8548"/>
                  </a:cubicBezTo>
                  <a:cubicBezTo>
                    <a:pt x="2252" y="8548"/>
                    <a:pt x="2120" y="8779"/>
                    <a:pt x="2301" y="8907"/>
                  </a:cubicBezTo>
                  <a:cubicBezTo>
                    <a:pt x="3205" y="9672"/>
                    <a:pt x="4355" y="10091"/>
                    <a:pt x="5544" y="10091"/>
                  </a:cubicBezTo>
                  <a:cubicBezTo>
                    <a:pt x="5611" y="10091"/>
                    <a:pt x="5679" y="10091"/>
                    <a:pt x="5751" y="10086"/>
                  </a:cubicBezTo>
                  <a:cubicBezTo>
                    <a:pt x="7671" y="10009"/>
                    <a:pt x="9384" y="8844"/>
                    <a:pt x="10163" y="7083"/>
                  </a:cubicBezTo>
                  <a:cubicBezTo>
                    <a:pt x="10938" y="5322"/>
                    <a:pt x="10649" y="3272"/>
                    <a:pt x="9408" y="1795"/>
                  </a:cubicBezTo>
                  <a:cubicBezTo>
                    <a:pt x="9364" y="1735"/>
                    <a:pt x="9310" y="1711"/>
                    <a:pt x="9256" y="1711"/>
                  </a:cubicBezTo>
                  <a:cubicBezTo>
                    <a:pt x="9106" y="1711"/>
                    <a:pt x="8964" y="1901"/>
                    <a:pt x="9109" y="2050"/>
                  </a:cubicBezTo>
                  <a:cubicBezTo>
                    <a:pt x="9639" y="2681"/>
                    <a:pt x="9995" y="3446"/>
                    <a:pt x="10129" y="4259"/>
                  </a:cubicBezTo>
                  <a:lnTo>
                    <a:pt x="10072" y="4196"/>
                  </a:lnTo>
                  <a:cubicBezTo>
                    <a:pt x="9968" y="4095"/>
                    <a:pt x="9835" y="4046"/>
                    <a:pt x="9702" y="4046"/>
                  </a:cubicBezTo>
                  <a:cubicBezTo>
                    <a:pt x="9527" y="4046"/>
                    <a:pt x="9353" y="4131"/>
                    <a:pt x="9249" y="4292"/>
                  </a:cubicBezTo>
                  <a:lnTo>
                    <a:pt x="9215" y="4345"/>
                  </a:lnTo>
                  <a:cubicBezTo>
                    <a:pt x="9124" y="4345"/>
                    <a:pt x="9032" y="4379"/>
                    <a:pt x="8960" y="4446"/>
                  </a:cubicBezTo>
                  <a:lnTo>
                    <a:pt x="8700" y="4138"/>
                  </a:lnTo>
                  <a:cubicBezTo>
                    <a:pt x="8657" y="4079"/>
                    <a:pt x="8603" y="4054"/>
                    <a:pt x="8549" y="4054"/>
                  </a:cubicBezTo>
                  <a:cubicBezTo>
                    <a:pt x="8400" y="4054"/>
                    <a:pt x="8260" y="4245"/>
                    <a:pt x="8402" y="4393"/>
                  </a:cubicBezTo>
                  <a:lnTo>
                    <a:pt x="8797" y="4860"/>
                  </a:lnTo>
                  <a:cubicBezTo>
                    <a:pt x="8837" y="4908"/>
                    <a:pt x="8893" y="4933"/>
                    <a:pt x="8948" y="4933"/>
                  </a:cubicBezTo>
                  <a:cubicBezTo>
                    <a:pt x="8997" y="4933"/>
                    <a:pt x="9047" y="4913"/>
                    <a:pt x="9085" y="4875"/>
                  </a:cubicBezTo>
                  <a:lnTo>
                    <a:pt x="9215" y="4750"/>
                  </a:lnTo>
                  <a:lnTo>
                    <a:pt x="9369" y="4860"/>
                  </a:lnTo>
                  <a:lnTo>
                    <a:pt x="8782" y="6025"/>
                  </a:lnTo>
                  <a:lnTo>
                    <a:pt x="8753" y="6025"/>
                  </a:lnTo>
                  <a:cubicBezTo>
                    <a:pt x="8749" y="6025"/>
                    <a:pt x="8744" y="6025"/>
                    <a:pt x="8740" y="6025"/>
                  </a:cubicBezTo>
                  <a:cubicBezTo>
                    <a:pt x="8701" y="6025"/>
                    <a:pt x="8664" y="6007"/>
                    <a:pt x="8638" y="5977"/>
                  </a:cubicBezTo>
                  <a:lnTo>
                    <a:pt x="7853" y="5024"/>
                  </a:lnTo>
                  <a:cubicBezTo>
                    <a:pt x="7810" y="4966"/>
                    <a:pt x="7755" y="4942"/>
                    <a:pt x="7702" y="4942"/>
                  </a:cubicBezTo>
                  <a:cubicBezTo>
                    <a:pt x="7556" y="4942"/>
                    <a:pt x="7420" y="5122"/>
                    <a:pt x="7550" y="5274"/>
                  </a:cubicBezTo>
                  <a:lnTo>
                    <a:pt x="8330" y="6227"/>
                  </a:lnTo>
                  <a:cubicBezTo>
                    <a:pt x="8434" y="6349"/>
                    <a:pt x="8589" y="6420"/>
                    <a:pt x="8751" y="6420"/>
                  </a:cubicBezTo>
                  <a:cubicBezTo>
                    <a:pt x="8762" y="6420"/>
                    <a:pt x="8772" y="6420"/>
                    <a:pt x="8782" y="6419"/>
                  </a:cubicBezTo>
                  <a:lnTo>
                    <a:pt x="9037" y="6400"/>
                  </a:lnTo>
                  <a:lnTo>
                    <a:pt x="8258" y="8195"/>
                  </a:lnTo>
                  <a:cubicBezTo>
                    <a:pt x="8205" y="8325"/>
                    <a:pt x="8128" y="8450"/>
                    <a:pt x="8036" y="8556"/>
                  </a:cubicBezTo>
                  <a:lnTo>
                    <a:pt x="7416" y="9301"/>
                  </a:lnTo>
                  <a:cubicBezTo>
                    <a:pt x="7103" y="9436"/>
                    <a:pt x="6780" y="9537"/>
                    <a:pt x="6448" y="9600"/>
                  </a:cubicBezTo>
                  <a:lnTo>
                    <a:pt x="6107" y="9301"/>
                  </a:lnTo>
                  <a:cubicBezTo>
                    <a:pt x="6064" y="9268"/>
                    <a:pt x="6044" y="9210"/>
                    <a:pt x="6064" y="9157"/>
                  </a:cubicBezTo>
                  <a:lnTo>
                    <a:pt x="6121" y="8965"/>
                  </a:lnTo>
                  <a:cubicBezTo>
                    <a:pt x="6150" y="8883"/>
                    <a:pt x="6121" y="8796"/>
                    <a:pt x="6054" y="8748"/>
                  </a:cubicBezTo>
                  <a:lnTo>
                    <a:pt x="5664" y="8459"/>
                  </a:lnTo>
                  <a:cubicBezTo>
                    <a:pt x="5626" y="8431"/>
                    <a:pt x="5606" y="8382"/>
                    <a:pt x="5611" y="8334"/>
                  </a:cubicBezTo>
                  <a:lnTo>
                    <a:pt x="5640" y="8079"/>
                  </a:lnTo>
                  <a:cubicBezTo>
                    <a:pt x="5655" y="7969"/>
                    <a:pt x="5573" y="7868"/>
                    <a:pt x="5462" y="7858"/>
                  </a:cubicBezTo>
                  <a:lnTo>
                    <a:pt x="3701" y="7718"/>
                  </a:lnTo>
                  <a:cubicBezTo>
                    <a:pt x="3634" y="7709"/>
                    <a:pt x="3566" y="7680"/>
                    <a:pt x="3518" y="7632"/>
                  </a:cubicBezTo>
                  <a:lnTo>
                    <a:pt x="2989" y="7127"/>
                  </a:lnTo>
                  <a:cubicBezTo>
                    <a:pt x="2931" y="7069"/>
                    <a:pt x="2897" y="6992"/>
                    <a:pt x="2897" y="6910"/>
                  </a:cubicBezTo>
                  <a:lnTo>
                    <a:pt x="2897" y="6169"/>
                  </a:lnTo>
                  <a:cubicBezTo>
                    <a:pt x="2897" y="6135"/>
                    <a:pt x="2907" y="6106"/>
                    <a:pt x="2931" y="6082"/>
                  </a:cubicBezTo>
                  <a:lnTo>
                    <a:pt x="3533" y="5394"/>
                  </a:lnTo>
                  <a:cubicBezTo>
                    <a:pt x="3561" y="5361"/>
                    <a:pt x="3581" y="5317"/>
                    <a:pt x="3581" y="5274"/>
                  </a:cubicBezTo>
                  <a:lnTo>
                    <a:pt x="3585" y="5110"/>
                  </a:lnTo>
                  <a:cubicBezTo>
                    <a:pt x="3590" y="5058"/>
                    <a:pt x="3619" y="5009"/>
                    <a:pt x="3667" y="4990"/>
                  </a:cubicBezTo>
                  <a:lnTo>
                    <a:pt x="4139" y="4783"/>
                  </a:lnTo>
                  <a:lnTo>
                    <a:pt x="5019" y="4759"/>
                  </a:lnTo>
                  <a:cubicBezTo>
                    <a:pt x="5039" y="4759"/>
                    <a:pt x="5058" y="4774"/>
                    <a:pt x="5063" y="4793"/>
                  </a:cubicBezTo>
                  <a:cubicBezTo>
                    <a:pt x="5087" y="4956"/>
                    <a:pt x="5197" y="5086"/>
                    <a:pt x="5351" y="5139"/>
                  </a:cubicBezTo>
                  <a:lnTo>
                    <a:pt x="5982" y="5351"/>
                  </a:lnTo>
                  <a:cubicBezTo>
                    <a:pt x="6018" y="5362"/>
                    <a:pt x="6054" y="5368"/>
                    <a:pt x="6089" y="5368"/>
                  </a:cubicBezTo>
                  <a:cubicBezTo>
                    <a:pt x="6293" y="5368"/>
                    <a:pt x="6468" y="5189"/>
                    <a:pt x="6439" y="4971"/>
                  </a:cubicBezTo>
                  <a:lnTo>
                    <a:pt x="7233" y="4913"/>
                  </a:lnTo>
                  <a:cubicBezTo>
                    <a:pt x="7550" y="4889"/>
                    <a:pt x="7776" y="4591"/>
                    <a:pt x="7714" y="4278"/>
                  </a:cubicBezTo>
                  <a:lnTo>
                    <a:pt x="7690" y="4167"/>
                  </a:lnTo>
                  <a:cubicBezTo>
                    <a:pt x="7658" y="3994"/>
                    <a:pt x="7505" y="3873"/>
                    <a:pt x="7334" y="3873"/>
                  </a:cubicBezTo>
                  <a:cubicBezTo>
                    <a:pt x="7324" y="3873"/>
                    <a:pt x="7315" y="3873"/>
                    <a:pt x="7305" y="3874"/>
                  </a:cubicBezTo>
                  <a:lnTo>
                    <a:pt x="6886" y="3908"/>
                  </a:lnTo>
                  <a:lnTo>
                    <a:pt x="6829" y="3840"/>
                  </a:lnTo>
                  <a:lnTo>
                    <a:pt x="7377" y="3292"/>
                  </a:lnTo>
                  <a:cubicBezTo>
                    <a:pt x="7521" y="3148"/>
                    <a:pt x="7391" y="2950"/>
                    <a:pt x="7237" y="2950"/>
                  </a:cubicBezTo>
                  <a:cubicBezTo>
                    <a:pt x="7191" y="2950"/>
                    <a:pt x="7142" y="2969"/>
                    <a:pt x="7098" y="3013"/>
                  </a:cubicBezTo>
                  <a:lnTo>
                    <a:pt x="6434" y="3672"/>
                  </a:lnTo>
                  <a:lnTo>
                    <a:pt x="6213" y="3768"/>
                  </a:lnTo>
                  <a:lnTo>
                    <a:pt x="5592" y="3292"/>
                  </a:lnTo>
                  <a:cubicBezTo>
                    <a:pt x="5557" y="3266"/>
                    <a:pt x="5515" y="3253"/>
                    <a:pt x="5474" y="3253"/>
                  </a:cubicBezTo>
                  <a:cubicBezTo>
                    <a:pt x="5453" y="3253"/>
                    <a:pt x="5433" y="3256"/>
                    <a:pt x="5414" y="3263"/>
                  </a:cubicBezTo>
                  <a:lnTo>
                    <a:pt x="4543" y="3532"/>
                  </a:lnTo>
                  <a:cubicBezTo>
                    <a:pt x="4519" y="3542"/>
                    <a:pt x="4495" y="3551"/>
                    <a:pt x="4471" y="3561"/>
                  </a:cubicBezTo>
                  <a:lnTo>
                    <a:pt x="4533" y="3306"/>
                  </a:lnTo>
                  <a:lnTo>
                    <a:pt x="5212" y="2806"/>
                  </a:lnTo>
                  <a:lnTo>
                    <a:pt x="5919" y="2705"/>
                  </a:lnTo>
                  <a:cubicBezTo>
                    <a:pt x="6006" y="2690"/>
                    <a:pt x="6073" y="2623"/>
                    <a:pt x="6083" y="2536"/>
                  </a:cubicBezTo>
                  <a:lnTo>
                    <a:pt x="6169" y="1968"/>
                  </a:lnTo>
                  <a:cubicBezTo>
                    <a:pt x="6174" y="1911"/>
                    <a:pt x="6160" y="1858"/>
                    <a:pt x="6126" y="1814"/>
                  </a:cubicBezTo>
                  <a:lnTo>
                    <a:pt x="5837" y="1449"/>
                  </a:lnTo>
                  <a:cubicBezTo>
                    <a:pt x="5798" y="1400"/>
                    <a:pt x="5740" y="1376"/>
                    <a:pt x="5683" y="1376"/>
                  </a:cubicBezTo>
                  <a:cubicBezTo>
                    <a:pt x="5621" y="1376"/>
                    <a:pt x="5560" y="1404"/>
                    <a:pt x="5520" y="1458"/>
                  </a:cubicBezTo>
                  <a:lnTo>
                    <a:pt x="5298" y="1776"/>
                  </a:lnTo>
                  <a:lnTo>
                    <a:pt x="5067" y="1757"/>
                  </a:lnTo>
                  <a:lnTo>
                    <a:pt x="5452" y="1025"/>
                  </a:lnTo>
                  <a:lnTo>
                    <a:pt x="5852" y="1025"/>
                  </a:lnTo>
                  <a:lnTo>
                    <a:pt x="6150" y="1564"/>
                  </a:lnTo>
                  <a:cubicBezTo>
                    <a:pt x="6189" y="1633"/>
                    <a:pt x="6256" y="1667"/>
                    <a:pt x="6323" y="1667"/>
                  </a:cubicBezTo>
                  <a:cubicBezTo>
                    <a:pt x="6397" y="1667"/>
                    <a:pt x="6471" y="1626"/>
                    <a:pt x="6506" y="1545"/>
                  </a:cubicBezTo>
                  <a:lnTo>
                    <a:pt x="6780" y="895"/>
                  </a:lnTo>
                  <a:cubicBezTo>
                    <a:pt x="6833" y="785"/>
                    <a:pt x="6819" y="650"/>
                    <a:pt x="6747" y="549"/>
                  </a:cubicBezTo>
                  <a:lnTo>
                    <a:pt x="6747" y="549"/>
                  </a:lnTo>
                  <a:cubicBezTo>
                    <a:pt x="7406" y="722"/>
                    <a:pt x="8017" y="1040"/>
                    <a:pt x="8537" y="1478"/>
                  </a:cubicBezTo>
                  <a:cubicBezTo>
                    <a:pt x="8581" y="1522"/>
                    <a:pt x="8630" y="1541"/>
                    <a:pt x="8676" y="1541"/>
                  </a:cubicBezTo>
                  <a:cubicBezTo>
                    <a:pt x="8838" y="1541"/>
                    <a:pt x="8968" y="1310"/>
                    <a:pt x="8792" y="1179"/>
                  </a:cubicBezTo>
                  <a:cubicBezTo>
                    <a:pt x="7849" y="391"/>
                    <a:pt x="6698" y="1"/>
                    <a:pt x="55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8" name="Google Shape;14508;p87"/>
          <p:cNvGrpSpPr/>
          <p:nvPr/>
        </p:nvGrpSpPr>
        <p:grpSpPr>
          <a:xfrm>
            <a:off x="2654399" y="2023716"/>
            <a:ext cx="342977" cy="287663"/>
            <a:chOff x="2654399" y="2023716"/>
            <a:chExt cx="342977" cy="287663"/>
          </a:xfrm>
        </p:grpSpPr>
        <p:sp>
          <p:nvSpPr>
            <p:cNvPr id="14509" name="Google Shape;14509;p87"/>
            <p:cNvSpPr/>
            <p:nvPr/>
          </p:nvSpPr>
          <p:spPr>
            <a:xfrm>
              <a:off x="2814623" y="2091777"/>
              <a:ext cx="174570" cy="158912"/>
            </a:xfrm>
            <a:custGeom>
              <a:rect b="b" l="l" r="r" t="t"/>
              <a:pathLst>
                <a:path extrusionOk="0" h="6059" w="6656">
                  <a:moveTo>
                    <a:pt x="4192" y="0"/>
                  </a:moveTo>
                  <a:lnTo>
                    <a:pt x="2912" y="977"/>
                  </a:lnTo>
                  <a:lnTo>
                    <a:pt x="1843" y="626"/>
                  </a:lnTo>
                  <a:lnTo>
                    <a:pt x="1" y="2127"/>
                  </a:lnTo>
                  <a:lnTo>
                    <a:pt x="2844" y="6058"/>
                  </a:lnTo>
                  <a:lnTo>
                    <a:pt x="6655" y="3349"/>
                  </a:lnTo>
                  <a:lnTo>
                    <a:pt x="419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87"/>
            <p:cNvSpPr/>
            <p:nvPr/>
          </p:nvSpPr>
          <p:spPr>
            <a:xfrm>
              <a:off x="2891364" y="2028673"/>
              <a:ext cx="98825" cy="175173"/>
            </a:xfrm>
            <a:custGeom>
              <a:rect b="b" l="l" r="r" t="t"/>
              <a:pathLst>
                <a:path extrusionOk="0" h="6679" w="3768">
                  <a:moveTo>
                    <a:pt x="3768" y="0"/>
                  </a:moveTo>
                  <a:lnTo>
                    <a:pt x="0" y="2421"/>
                  </a:lnTo>
                  <a:lnTo>
                    <a:pt x="3248" y="6679"/>
                  </a:lnTo>
                  <a:lnTo>
                    <a:pt x="3768" y="6265"/>
                  </a:lnTo>
                  <a:lnTo>
                    <a:pt x="3768" y="0"/>
                  </a:lnTo>
                  <a:close/>
                </a:path>
              </a:pathLst>
            </a:custGeom>
            <a:solidFill>
              <a:srgbClr val="D7E0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87"/>
            <p:cNvSpPr/>
            <p:nvPr/>
          </p:nvSpPr>
          <p:spPr>
            <a:xfrm>
              <a:off x="2957851" y="2158159"/>
              <a:ext cx="32339" cy="45688"/>
            </a:xfrm>
            <a:custGeom>
              <a:rect b="b" l="l" r="r" t="t"/>
              <a:pathLst>
                <a:path extrusionOk="0" h="1742" w="1233">
                  <a:moveTo>
                    <a:pt x="1233" y="0"/>
                  </a:moveTo>
                  <a:lnTo>
                    <a:pt x="1" y="813"/>
                  </a:lnTo>
                  <a:lnTo>
                    <a:pt x="713" y="1742"/>
                  </a:lnTo>
                  <a:lnTo>
                    <a:pt x="1233" y="1328"/>
                  </a:lnTo>
                  <a:lnTo>
                    <a:pt x="1233" y="0"/>
                  </a:lnTo>
                  <a:close/>
                </a:path>
              </a:pathLst>
            </a:custGeom>
            <a:solidFill>
              <a:srgbClr val="CE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87"/>
            <p:cNvSpPr/>
            <p:nvPr/>
          </p:nvSpPr>
          <p:spPr>
            <a:xfrm>
              <a:off x="2825979" y="2144258"/>
              <a:ext cx="132790" cy="88282"/>
            </a:xfrm>
            <a:custGeom>
              <a:rect b="b" l="l" r="r" t="t"/>
              <a:pathLst>
                <a:path extrusionOk="0" h="3366" w="5063">
                  <a:moveTo>
                    <a:pt x="583" y="1"/>
                  </a:moveTo>
                  <a:lnTo>
                    <a:pt x="1" y="1069"/>
                  </a:lnTo>
                  <a:lnTo>
                    <a:pt x="4081" y="3292"/>
                  </a:lnTo>
                  <a:cubicBezTo>
                    <a:pt x="4173" y="3342"/>
                    <a:pt x="4273" y="3366"/>
                    <a:pt x="4372" y="3366"/>
                  </a:cubicBezTo>
                  <a:cubicBezTo>
                    <a:pt x="4587" y="3366"/>
                    <a:pt x="4795" y="3253"/>
                    <a:pt x="4904" y="3051"/>
                  </a:cubicBezTo>
                  <a:cubicBezTo>
                    <a:pt x="5063" y="2758"/>
                    <a:pt x="4957" y="2387"/>
                    <a:pt x="4663" y="2229"/>
                  </a:cubicBezTo>
                  <a:lnTo>
                    <a:pt x="583"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87"/>
            <p:cNvSpPr/>
            <p:nvPr/>
          </p:nvSpPr>
          <p:spPr>
            <a:xfrm>
              <a:off x="2877857" y="2188687"/>
              <a:ext cx="77896" cy="43774"/>
            </a:xfrm>
            <a:custGeom>
              <a:rect b="b" l="l" r="r" t="t"/>
              <a:pathLst>
                <a:path extrusionOk="0" h="1669" w="2970">
                  <a:moveTo>
                    <a:pt x="265" y="1"/>
                  </a:moveTo>
                  <a:lnTo>
                    <a:pt x="0" y="453"/>
                  </a:lnTo>
                  <a:lnTo>
                    <a:pt x="2103" y="1593"/>
                  </a:lnTo>
                  <a:cubicBezTo>
                    <a:pt x="2196" y="1645"/>
                    <a:pt x="2296" y="1669"/>
                    <a:pt x="2394" y="1669"/>
                  </a:cubicBezTo>
                  <a:cubicBezTo>
                    <a:pt x="2644" y="1669"/>
                    <a:pt x="2883" y="1511"/>
                    <a:pt x="2969" y="1252"/>
                  </a:cubicBezTo>
                  <a:lnTo>
                    <a:pt x="2969" y="1252"/>
                  </a:lnTo>
                  <a:cubicBezTo>
                    <a:pt x="2906" y="1273"/>
                    <a:pt x="2840" y="1283"/>
                    <a:pt x="2775" y="1283"/>
                  </a:cubicBezTo>
                  <a:cubicBezTo>
                    <a:pt x="2676" y="1283"/>
                    <a:pt x="2578" y="1259"/>
                    <a:pt x="2488" y="1213"/>
                  </a:cubicBezTo>
                  <a:lnTo>
                    <a:pt x="265"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87"/>
            <p:cNvSpPr/>
            <p:nvPr/>
          </p:nvSpPr>
          <p:spPr>
            <a:xfrm>
              <a:off x="2801509" y="2167102"/>
              <a:ext cx="132790" cy="88256"/>
            </a:xfrm>
            <a:custGeom>
              <a:rect b="b" l="l" r="r" t="t"/>
              <a:pathLst>
                <a:path extrusionOk="0" h="3365" w="5063">
                  <a:moveTo>
                    <a:pt x="582" y="1"/>
                  </a:moveTo>
                  <a:lnTo>
                    <a:pt x="0" y="1064"/>
                  </a:lnTo>
                  <a:lnTo>
                    <a:pt x="4081" y="3292"/>
                  </a:lnTo>
                  <a:cubicBezTo>
                    <a:pt x="4172" y="3341"/>
                    <a:pt x="4269" y="3365"/>
                    <a:pt x="4366" y="3365"/>
                  </a:cubicBezTo>
                  <a:cubicBezTo>
                    <a:pt x="4581" y="3365"/>
                    <a:pt x="4790" y="3249"/>
                    <a:pt x="4903" y="3047"/>
                  </a:cubicBezTo>
                  <a:cubicBezTo>
                    <a:pt x="5062" y="2753"/>
                    <a:pt x="4956" y="2387"/>
                    <a:pt x="4663" y="2229"/>
                  </a:cubicBezTo>
                  <a:lnTo>
                    <a:pt x="582"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87"/>
            <p:cNvSpPr/>
            <p:nvPr/>
          </p:nvSpPr>
          <p:spPr>
            <a:xfrm>
              <a:off x="2861937" y="2217328"/>
              <a:ext cx="69319" cy="38056"/>
            </a:xfrm>
            <a:custGeom>
              <a:rect b="b" l="l" r="r" t="t"/>
              <a:pathLst>
                <a:path extrusionOk="0" h="1451" w="2643">
                  <a:moveTo>
                    <a:pt x="237" y="1"/>
                  </a:moveTo>
                  <a:lnTo>
                    <a:pt x="1" y="410"/>
                  </a:lnTo>
                  <a:lnTo>
                    <a:pt x="1777" y="1377"/>
                  </a:lnTo>
                  <a:cubicBezTo>
                    <a:pt x="1870" y="1427"/>
                    <a:pt x="1969" y="1450"/>
                    <a:pt x="2066" y="1450"/>
                  </a:cubicBezTo>
                  <a:cubicBezTo>
                    <a:pt x="2316" y="1450"/>
                    <a:pt x="2553" y="1296"/>
                    <a:pt x="2643" y="1040"/>
                  </a:cubicBezTo>
                  <a:lnTo>
                    <a:pt x="2643" y="1040"/>
                  </a:lnTo>
                  <a:cubicBezTo>
                    <a:pt x="2562" y="1076"/>
                    <a:pt x="2476" y="1094"/>
                    <a:pt x="2389" y="1094"/>
                  </a:cubicBezTo>
                  <a:cubicBezTo>
                    <a:pt x="2289" y="1094"/>
                    <a:pt x="2189" y="1070"/>
                    <a:pt x="2099" y="1021"/>
                  </a:cubicBezTo>
                  <a:lnTo>
                    <a:pt x="23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87"/>
            <p:cNvSpPr/>
            <p:nvPr/>
          </p:nvSpPr>
          <p:spPr>
            <a:xfrm>
              <a:off x="2777012" y="2189946"/>
              <a:ext cx="132790" cy="88256"/>
            </a:xfrm>
            <a:custGeom>
              <a:rect b="b" l="l" r="r" t="t"/>
              <a:pathLst>
                <a:path extrusionOk="0" h="3365" w="5063">
                  <a:moveTo>
                    <a:pt x="578" y="1"/>
                  </a:moveTo>
                  <a:lnTo>
                    <a:pt x="1" y="1064"/>
                  </a:lnTo>
                  <a:lnTo>
                    <a:pt x="4081" y="3292"/>
                  </a:lnTo>
                  <a:cubicBezTo>
                    <a:pt x="4172" y="3341"/>
                    <a:pt x="4270" y="3364"/>
                    <a:pt x="4367" y="3364"/>
                  </a:cubicBezTo>
                  <a:cubicBezTo>
                    <a:pt x="4581" y="3364"/>
                    <a:pt x="4789" y="3249"/>
                    <a:pt x="4899" y="3046"/>
                  </a:cubicBezTo>
                  <a:cubicBezTo>
                    <a:pt x="5063" y="2753"/>
                    <a:pt x="4952" y="2387"/>
                    <a:pt x="4658" y="2228"/>
                  </a:cubicBezTo>
                  <a:lnTo>
                    <a:pt x="57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87"/>
            <p:cNvSpPr/>
            <p:nvPr/>
          </p:nvSpPr>
          <p:spPr>
            <a:xfrm>
              <a:off x="2845912" y="2245234"/>
              <a:ext cx="60481" cy="32994"/>
            </a:xfrm>
            <a:custGeom>
              <a:rect b="b" l="l" r="r" t="t"/>
              <a:pathLst>
                <a:path extrusionOk="0" h="1258" w="2306">
                  <a:moveTo>
                    <a:pt x="232" y="0"/>
                  </a:moveTo>
                  <a:lnTo>
                    <a:pt x="1" y="390"/>
                  </a:lnTo>
                  <a:lnTo>
                    <a:pt x="1454" y="1184"/>
                  </a:lnTo>
                  <a:cubicBezTo>
                    <a:pt x="1546" y="1234"/>
                    <a:pt x="1645" y="1257"/>
                    <a:pt x="1742" y="1257"/>
                  </a:cubicBezTo>
                  <a:cubicBezTo>
                    <a:pt x="1980" y="1257"/>
                    <a:pt x="2210" y="1115"/>
                    <a:pt x="2306" y="876"/>
                  </a:cubicBezTo>
                  <a:lnTo>
                    <a:pt x="2306" y="876"/>
                  </a:lnTo>
                  <a:cubicBezTo>
                    <a:pt x="2232" y="905"/>
                    <a:pt x="2154" y="920"/>
                    <a:pt x="2076" y="920"/>
                  </a:cubicBezTo>
                  <a:cubicBezTo>
                    <a:pt x="1975" y="920"/>
                    <a:pt x="1875" y="896"/>
                    <a:pt x="1786" y="847"/>
                  </a:cubicBezTo>
                  <a:lnTo>
                    <a:pt x="23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87"/>
            <p:cNvSpPr/>
            <p:nvPr/>
          </p:nvSpPr>
          <p:spPr>
            <a:xfrm>
              <a:off x="2752411" y="2212791"/>
              <a:ext cx="132790" cy="88256"/>
            </a:xfrm>
            <a:custGeom>
              <a:rect b="b" l="l" r="r" t="t"/>
              <a:pathLst>
                <a:path extrusionOk="0" h="3365" w="5063">
                  <a:moveTo>
                    <a:pt x="583" y="1"/>
                  </a:moveTo>
                  <a:lnTo>
                    <a:pt x="0" y="1064"/>
                  </a:lnTo>
                  <a:lnTo>
                    <a:pt x="4081" y="3292"/>
                  </a:lnTo>
                  <a:cubicBezTo>
                    <a:pt x="4172" y="3341"/>
                    <a:pt x="4271" y="3364"/>
                    <a:pt x="4368" y="3364"/>
                  </a:cubicBezTo>
                  <a:cubicBezTo>
                    <a:pt x="4584" y="3364"/>
                    <a:pt x="4794" y="3250"/>
                    <a:pt x="4904" y="3051"/>
                  </a:cubicBezTo>
                  <a:cubicBezTo>
                    <a:pt x="5062" y="2758"/>
                    <a:pt x="4956" y="2387"/>
                    <a:pt x="4663" y="2228"/>
                  </a:cubicBezTo>
                  <a:lnTo>
                    <a:pt x="583"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87"/>
            <p:cNvSpPr/>
            <p:nvPr/>
          </p:nvSpPr>
          <p:spPr>
            <a:xfrm>
              <a:off x="2830018" y="2271724"/>
              <a:ext cx="52035" cy="29349"/>
            </a:xfrm>
            <a:custGeom>
              <a:rect b="b" l="l" r="r" t="t"/>
              <a:pathLst>
                <a:path extrusionOk="0" h="1119" w="1984">
                  <a:moveTo>
                    <a:pt x="246" y="1"/>
                  </a:moveTo>
                  <a:lnTo>
                    <a:pt x="1" y="434"/>
                  </a:lnTo>
                  <a:lnTo>
                    <a:pt x="1122" y="1045"/>
                  </a:lnTo>
                  <a:cubicBezTo>
                    <a:pt x="1214" y="1095"/>
                    <a:pt x="1314" y="1118"/>
                    <a:pt x="1412" y="1118"/>
                  </a:cubicBezTo>
                  <a:cubicBezTo>
                    <a:pt x="1627" y="1118"/>
                    <a:pt x="1836" y="1005"/>
                    <a:pt x="1945" y="804"/>
                  </a:cubicBezTo>
                  <a:cubicBezTo>
                    <a:pt x="1959" y="775"/>
                    <a:pt x="1973" y="746"/>
                    <a:pt x="1983" y="718"/>
                  </a:cubicBezTo>
                  <a:lnTo>
                    <a:pt x="1983" y="718"/>
                  </a:lnTo>
                  <a:cubicBezTo>
                    <a:pt x="1917" y="741"/>
                    <a:pt x="1848" y="753"/>
                    <a:pt x="1779" y="753"/>
                  </a:cubicBezTo>
                  <a:cubicBezTo>
                    <a:pt x="1679" y="753"/>
                    <a:pt x="1579" y="728"/>
                    <a:pt x="1487" y="679"/>
                  </a:cubicBezTo>
                  <a:lnTo>
                    <a:pt x="2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87"/>
            <p:cNvSpPr/>
            <p:nvPr/>
          </p:nvSpPr>
          <p:spPr>
            <a:xfrm>
              <a:off x="2672260" y="2102871"/>
              <a:ext cx="169010" cy="153116"/>
            </a:xfrm>
            <a:custGeom>
              <a:rect b="b" l="l" r="r" t="t"/>
              <a:pathLst>
                <a:path extrusionOk="0" h="5838" w="6444">
                  <a:moveTo>
                    <a:pt x="2017" y="1"/>
                  </a:moveTo>
                  <a:lnTo>
                    <a:pt x="1" y="3638"/>
                  </a:lnTo>
                  <a:lnTo>
                    <a:pt x="4125" y="5837"/>
                  </a:lnTo>
                  <a:lnTo>
                    <a:pt x="6444" y="1579"/>
                  </a:lnTo>
                  <a:lnTo>
                    <a:pt x="4351" y="698"/>
                  </a:lnTo>
                  <a:lnTo>
                    <a:pt x="3412" y="809"/>
                  </a:lnTo>
                  <a:lnTo>
                    <a:pt x="2017"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87"/>
            <p:cNvSpPr/>
            <p:nvPr/>
          </p:nvSpPr>
          <p:spPr>
            <a:xfrm>
              <a:off x="2664942" y="2085718"/>
              <a:ext cx="93160" cy="134914"/>
            </a:xfrm>
            <a:custGeom>
              <a:rect b="b" l="l" r="r" t="t"/>
              <a:pathLst>
                <a:path extrusionOk="0" h="5144" w="3552">
                  <a:moveTo>
                    <a:pt x="2676" y="0"/>
                  </a:moveTo>
                  <a:lnTo>
                    <a:pt x="1" y="4639"/>
                  </a:lnTo>
                  <a:lnTo>
                    <a:pt x="872" y="5144"/>
                  </a:lnTo>
                  <a:lnTo>
                    <a:pt x="3552" y="505"/>
                  </a:lnTo>
                  <a:lnTo>
                    <a:pt x="2676" y="0"/>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87"/>
            <p:cNvSpPr/>
            <p:nvPr/>
          </p:nvSpPr>
          <p:spPr>
            <a:xfrm>
              <a:off x="2661664" y="2043308"/>
              <a:ext cx="79915" cy="167882"/>
            </a:xfrm>
            <a:custGeom>
              <a:rect b="b" l="l" r="r" t="t"/>
              <a:pathLst>
                <a:path extrusionOk="0" h="6401" w="3047">
                  <a:moveTo>
                    <a:pt x="1" y="0"/>
                  </a:moveTo>
                  <a:lnTo>
                    <a:pt x="1" y="6183"/>
                  </a:lnTo>
                  <a:lnTo>
                    <a:pt x="366" y="6400"/>
                  </a:lnTo>
                  <a:lnTo>
                    <a:pt x="3047" y="1762"/>
                  </a:lnTo>
                  <a:lnTo>
                    <a:pt x="1"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87"/>
            <p:cNvSpPr/>
            <p:nvPr/>
          </p:nvSpPr>
          <p:spPr>
            <a:xfrm>
              <a:off x="2664942" y="2178092"/>
              <a:ext cx="40049" cy="42672"/>
            </a:xfrm>
            <a:custGeom>
              <a:rect b="b" l="l" r="r" t="t"/>
              <a:pathLst>
                <a:path extrusionOk="0" h="1627" w="1527">
                  <a:moveTo>
                    <a:pt x="646" y="0"/>
                  </a:moveTo>
                  <a:lnTo>
                    <a:pt x="1" y="1121"/>
                  </a:lnTo>
                  <a:lnTo>
                    <a:pt x="872" y="1627"/>
                  </a:lnTo>
                  <a:lnTo>
                    <a:pt x="1526" y="496"/>
                  </a:lnTo>
                  <a:lnTo>
                    <a:pt x="646" y="0"/>
                  </a:ln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87"/>
            <p:cNvSpPr/>
            <p:nvPr/>
          </p:nvSpPr>
          <p:spPr>
            <a:xfrm>
              <a:off x="2661664" y="2166604"/>
              <a:ext cx="26673" cy="44587"/>
            </a:xfrm>
            <a:custGeom>
              <a:rect b="b" l="l" r="r" t="t"/>
              <a:pathLst>
                <a:path extrusionOk="0" h="1700" w="1017">
                  <a:moveTo>
                    <a:pt x="1" y="0"/>
                  </a:moveTo>
                  <a:lnTo>
                    <a:pt x="1" y="1482"/>
                  </a:lnTo>
                  <a:lnTo>
                    <a:pt x="366" y="1699"/>
                  </a:lnTo>
                  <a:lnTo>
                    <a:pt x="1016" y="578"/>
                  </a:ln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87"/>
            <p:cNvSpPr/>
            <p:nvPr/>
          </p:nvSpPr>
          <p:spPr>
            <a:xfrm>
              <a:off x="2707221" y="2190576"/>
              <a:ext cx="71208" cy="57281"/>
            </a:xfrm>
            <a:custGeom>
              <a:rect b="b" l="l" r="r" t="t"/>
              <a:pathLst>
                <a:path extrusionOk="0" h="2184" w="2715">
                  <a:moveTo>
                    <a:pt x="2026" y="1"/>
                  </a:moveTo>
                  <a:cubicBezTo>
                    <a:pt x="1902" y="1"/>
                    <a:pt x="1778" y="38"/>
                    <a:pt x="1670" y="116"/>
                  </a:cubicBezTo>
                  <a:lnTo>
                    <a:pt x="333" y="1088"/>
                  </a:lnTo>
                  <a:cubicBezTo>
                    <a:pt x="59" y="1281"/>
                    <a:pt x="1" y="1661"/>
                    <a:pt x="193" y="1935"/>
                  </a:cubicBezTo>
                  <a:cubicBezTo>
                    <a:pt x="312" y="2098"/>
                    <a:pt x="498" y="2183"/>
                    <a:pt x="685" y="2183"/>
                  </a:cubicBezTo>
                  <a:cubicBezTo>
                    <a:pt x="809" y="2183"/>
                    <a:pt x="933" y="2146"/>
                    <a:pt x="1040" y="2070"/>
                  </a:cubicBezTo>
                  <a:lnTo>
                    <a:pt x="2383" y="1098"/>
                  </a:lnTo>
                  <a:cubicBezTo>
                    <a:pt x="2657" y="900"/>
                    <a:pt x="2715" y="511"/>
                    <a:pt x="2508" y="241"/>
                  </a:cubicBezTo>
                  <a:lnTo>
                    <a:pt x="2508" y="236"/>
                  </a:lnTo>
                  <a:cubicBezTo>
                    <a:pt x="2387" y="82"/>
                    <a:pt x="2208" y="1"/>
                    <a:pt x="202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87"/>
            <p:cNvSpPr/>
            <p:nvPr/>
          </p:nvSpPr>
          <p:spPr>
            <a:xfrm>
              <a:off x="2710394" y="2191730"/>
              <a:ext cx="68034" cy="56048"/>
            </a:xfrm>
            <a:custGeom>
              <a:rect b="b" l="l" r="r" t="t"/>
              <a:pathLst>
                <a:path extrusionOk="0" h="2137" w="2594">
                  <a:moveTo>
                    <a:pt x="2132" y="0"/>
                  </a:moveTo>
                  <a:cubicBezTo>
                    <a:pt x="2233" y="260"/>
                    <a:pt x="2146" y="553"/>
                    <a:pt x="1925" y="717"/>
                  </a:cubicBezTo>
                  <a:lnTo>
                    <a:pt x="582" y="1684"/>
                  </a:lnTo>
                  <a:cubicBezTo>
                    <a:pt x="478" y="1762"/>
                    <a:pt x="355" y="1800"/>
                    <a:pt x="230" y="1800"/>
                  </a:cubicBezTo>
                  <a:cubicBezTo>
                    <a:pt x="153" y="1800"/>
                    <a:pt x="75" y="1786"/>
                    <a:pt x="0" y="1756"/>
                  </a:cubicBezTo>
                  <a:lnTo>
                    <a:pt x="0" y="1756"/>
                  </a:lnTo>
                  <a:cubicBezTo>
                    <a:pt x="99" y="1998"/>
                    <a:pt x="329" y="2136"/>
                    <a:pt x="566" y="2136"/>
                  </a:cubicBezTo>
                  <a:cubicBezTo>
                    <a:pt x="688" y="2136"/>
                    <a:pt x="811" y="2099"/>
                    <a:pt x="919" y="2021"/>
                  </a:cubicBezTo>
                  <a:lnTo>
                    <a:pt x="2262" y="1054"/>
                  </a:lnTo>
                  <a:cubicBezTo>
                    <a:pt x="2536" y="852"/>
                    <a:pt x="2594" y="462"/>
                    <a:pt x="2387" y="192"/>
                  </a:cubicBezTo>
                  <a:cubicBezTo>
                    <a:pt x="2319" y="106"/>
                    <a:pt x="2233" y="38"/>
                    <a:pt x="213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87"/>
            <p:cNvSpPr/>
            <p:nvPr/>
          </p:nvSpPr>
          <p:spPr>
            <a:xfrm>
              <a:off x="2734498" y="2215754"/>
              <a:ext cx="63366" cy="51642"/>
            </a:xfrm>
            <a:custGeom>
              <a:rect b="b" l="l" r="r" t="t"/>
              <a:pathLst>
                <a:path extrusionOk="0" h="1969" w="2416">
                  <a:moveTo>
                    <a:pt x="1726" y="1"/>
                  </a:moveTo>
                  <a:cubicBezTo>
                    <a:pt x="1602" y="1"/>
                    <a:pt x="1478" y="39"/>
                    <a:pt x="1371" y="119"/>
                  </a:cubicBezTo>
                  <a:lnTo>
                    <a:pt x="342" y="864"/>
                  </a:lnTo>
                  <a:cubicBezTo>
                    <a:pt x="63" y="1062"/>
                    <a:pt x="0" y="1451"/>
                    <a:pt x="202" y="1726"/>
                  </a:cubicBezTo>
                  <a:cubicBezTo>
                    <a:pt x="320" y="1884"/>
                    <a:pt x="502" y="1968"/>
                    <a:pt x="686" y="1968"/>
                  </a:cubicBezTo>
                  <a:cubicBezTo>
                    <a:pt x="810" y="1968"/>
                    <a:pt x="936" y="1930"/>
                    <a:pt x="1044" y="1851"/>
                  </a:cubicBezTo>
                  <a:lnTo>
                    <a:pt x="2084" y="1100"/>
                  </a:lnTo>
                  <a:cubicBezTo>
                    <a:pt x="2358" y="898"/>
                    <a:pt x="2416" y="508"/>
                    <a:pt x="2209" y="239"/>
                  </a:cubicBezTo>
                  <a:cubicBezTo>
                    <a:pt x="2088" y="84"/>
                    <a:pt x="1908" y="1"/>
                    <a:pt x="172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87"/>
            <p:cNvSpPr/>
            <p:nvPr/>
          </p:nvSpPr>
          <p:spPr>
            <a:xfrm>
              <a:off x="2737776" y="2216961"/>
              <a:ext cx="60087" cy="50435"/>
            </a:xfrm>
            <a:custGeom>
              <a:rect b="b" l="l" r="r" t="t"/>
              <a:pathLst>
                <a:path extrusionOk="0" h="1923" w="2291">
                  <a:moveTo>
                    <a:pt x="1829" y="0"/>
                  </a:moveTo>
                  <a:cubicBezTo>
                    <a:pt x="1930" y="260"/>
                    <a:pt x="1848" y="554"/>
                    <a:pt x="1622" y="717"/>
                  </a:cubicBezTo>
                  <a:lnTo>
                    <a:pt x="578" y="1473"/>
                  </a:lnTo>
                  <a:cubicBezTo>
                    <a:pt x="472" y="1548"/>
                    <a:pt x="348" y="1586"/>
                    <a:pt x="223" y="1586"/>
                  </a:cubicBezTo>
                  <a:cubicBezTo>
                    <a:pt x="148" y="1586"/>
                    <a:pt x="72" y="1572"/>
                    <a:pt x="0" y="1545"/>
                  </a:cubicBezTo>
                  <a:lnTo>
                    <a:pt x="0" y="1545"/>
                  </a:lnTo>
                  <a:cubicBezTo>
                    <a:pt x="19" y="1593"/>
                    <a:pt x="44" y="1636"/>
                    <a:pt x="77" y="1680"/>
                  </a:cubicBezTo>
                  <a:cubicBezTo>
                    <a:pt x="195" y="1838"/>
                    <a:pt x="377" y="1922"/>
                    <a:pt x="561" y="1922"/>
                  </a:cubicBezTo>
                  <a:cubicBezTo>
                    <a:pt x="685" y="1922"/>
                    <a:pt x="811" y="1884"/>
                    <a:pt x="919" y="1805"/>
                  </a:cubicBezTo>
                  <a:lnTo>
                    <a:pt x="1959" y="1054"/>
                  </a:lnTo>
                  <a:cubicBezTo>
                    <a:pt x="2233" y="852"/>
                    <a:pt x="2291" y="462"/>
                    <a:pt x="2079" y="193"/>
                  </a:cubicBezTo>
                  <a:cubicBezTo>
                    <a:pt x="2016" y="106"/>
                    <a:pt x="1925" y="39"/>
                    <a:pt x="182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87"/>
            <p:cNvSpPr/>
            <p:nvPr/>
          </p:nvSpPr>
          <p:spPr>
            <a:xfrm>
              <a:off x="2761617" y="2241064"/>
              <a:ext cx="55550" cy="45819"/>
            </a:xfrm>
            <a:custGeom>
              <a:rect b="b" l="l" r="r" t="t"/>
              <a:pathLst>
                <a:path extrusionOk="0" h="1747" w="2118">
                  <a:moveTo>
                    <a:pt x="1429" y="0"/>
                  </a:moveTo>
                  <a:cubicBezTo>
                    <a:pt x="1305" y="0"/>
                    <a:pt x="1181" y="38"/>
                    <a:pt x="1074" y="116"/>
                  </a:cubicBezTo>
                  <a:lnTo>
                    <a:pt x="333" y="650"/>
                  </a:lnTo>
                  <a:cubicBezTo>
                    <a:pt x="63" y="847"/>
                    <a:pt x="1" y="1227"/>
                    <a:pt x="198" y="1497"/>
                  </a:cubicBezTo>
                  <a:cubicBezTo>
                    <a:pt x="317" y="1660"/>
                    <a:pt x="501" y="1747"/>
                    <a:pt x="689" y="1747"/>
                  </a:cubicBezTo>
                  <a:cubicBezTo>
                    <a:pt x="812" y="1747"/>
                    <a:pt x="936" y="1710"/>
                    <a:pt x="1045" y="1632"/>
                  </a:cubicBezTo>
                  <a:lnTo>
                    <a:pt x="1786" y="1097"/>
                  </a:lnTo>
                  <a:cubicBezTo>
                    <a:pt x="2060" y="895"/>
                    <a:pt x="2118" y="506"/>
                    <a:pt x="1911" y="236"/>
                  </a:cubicBezTo>
                  <a:cubicBezTo>
                    <a:pt x="1791" y="82"/>
                    <a:pt x="1611" y="0"/>
                    <a:pt x="142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87"/>
            <p:cNvSpPr/>
            <p:nvPr/>
          </p:nvSpPr>
          <p:spPr>
            <a:xfrm>
              <a:off x="2764659" y="2241955"/>
              <a:ext cx="52507" cy="45006"/>
            </a:xfrm>
            <a:custGeom>
              <a:rect b="b" l="l" r="r" t="t"/>
              <a:pathLst>
                <a:path extrusionOk="0" h="1716" w="2002">
                  <a:moveTo>
                    <a:pt x="1516" y="0"/>
                  </a:moveTo>
                  <a:cubicBezTo>
                    <a:pt x="1602" y="255"/>
                    <a:pt x="1516" y="534"/>
                    <a:pt x="1299" y="693"/>
                  </a:cubicBezTo>
                  <a:lnTo>
                    <a:pt x="558" y="1227"/>
                  </a:lnTo>
                  <a:cubicBezTo>
                    <a:pt x="451" y="1306"/>
                    <a:pt x="324" y="1346"/>
                    <a:pt x="197" y="1346"/>
                  </a:cubicBezTo>
                  <a:cubicBezTo>
                    <a:pt x="131" y="1346"/>
                    <a:pt x="64" y="1335"/>
                    <a:pt x="0" y="1314"/>
                  </a:cubicBezTo>
                  <a:lnTo>
                    <a:pt x="0" y="1314"/>
                  </a:lnTo>
                  <a:cubicBezTo>
                    <a:pt x="19" y="1367"/>
                    <a:pt x="43" y="1420"/>
                    <a:pt x="77" y="1468"/>
                  </a:cubicBezTo>
                  <a:cubicBezTo>
                    <a:pt x="196" y="1630"/>
                    <a:pt x="382" y="1716"/>
                    <a:pt x="569" y="1716"/>
                  </a:cubicBezTo>
                  <a:cubicBezTo>
                    <a:pt x="693" y="1716"/>
                    <a:pt x="817" y="1679"/>
                    <a:pt x="924" y="1602"/>
                  </a:cubicBezTo>
                  <a:lnTo>
                    <a:pt x="1665" y="1063"/>
                  </a:lnTo>
                  <a:cubicBezTo>
                    <a:pt x="1944" y="866"/>
                    <a:pt x="2002" y="476"/>
                    <a:pt x="1795" y="202"/>
                  </a:cubicBezTo>
                  <a:cubicBezTo>
                    <a:pt x="1723" y="111"/>
                    <a:pt x="1626" y="39"/>
                    <a:pt x="15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87"/>
            <p:cNvSpPr/>
            <p:nvPr/>
          </p:nvSpPr>
          <p:spPr>
            <a:xfrm>
              <a:off x="2788867" y="2266295"/>
              <a:ext cx="47734" cy="40154"/>
            </a:xfrm>
            <a:custGeom>
              <a:rect b="b" l="l" r="r" t="t"/>
              <a:pathLst>
                <a:path extrusionOk="0" h="1531" w="1820">
                  <a:moveTo>
                    <a:pt x="1131" y="1"/>
                  </a:moveTo>
                  <a:cubicBezTo>
                    <a:pt x="1007" y="1"/>
                    <a:pt x="883" y="38"/>
                    <a:pt x="776" y="116"/>
                  </a:cubicBezTo>
                  <a:lnTo>
                    <a:pt x="333" y="434"/>
                  </a:lnTo>
                  <a:cubicBezTo>
                    <a:pt x="64" y="631"/>
                    <a:pt x="1" y="1011"/>
                    <a:pt x="198" y="1281"/>
                  </a:cubicBezTo>
                  <a:cubicBezTo>
                    <a:pt x="315" y="1444"/>
                    <a:pt x="499" y="1531"/>
                    <a:pt x="688" y="1531"/>
                  </a:cubicBezTo>
                  <a:cubicBezTo>
                    <a:pt x="812" y="1531"/>
                    <a:pt x="937" y="1493"/>
                    <a:pt x="1045" y="1415"/>
                  </a:cubicBezTo>
                  <a:lnTo>
                    <a:pt x="1483" y="1098"/>
                  </a:lnTo>
                  <a:cubicBezTo>
                    <a:pt x="1762" y="896"/>
                    <a:pt x="1820" y="506"/>
                    <a:pt x="1608" y="237"/>
                  </a:cubicBezTo>
                  <a:cubicBezTo>
                    <a:pt x="1491" y="82"/>
                    <a:pt x="1312" y="1"/>
                    <a:pt x="113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87"/>
            <p:cNvSpPr/>
            <p:nvPr/>
          </p:nvSpPr>
          <p:spPr>
            <a:xfrm>
              <a:off x="2792041" y="2267317"/>
              <a:ext cx="44561" cy="39184"/>
            </a:xfrm>
            <a:custGeom>
              <a:rect b="b" l="l" r="r" t="t"/>
              <a:pathLst>
                <a:path extrusionOk="0" h="1494" w="1699">
                  <a:moveTo>
                    <a:pt x="1227" y="0"/>
                  </a:moveTo>
                  <a:lnTo>
                    <a:pt x="1227" y="0"/>
                  </a:lnTo>
                  <a:cubicBezTo>
                    <a:pt x="1328" y="260"/>
                    <a:pt x="1242" y="549"/>
                    <a:pt x="1020" y="712"/>
                  </a:cubicBezTo>
                  <a:lnTo>
                    <a:pt x="578" y="1030"/>
                  </a:lnTo>
                  <a:cubicBezTo>
                    <a:pt x="470" y="1107"/>
                    <a:pt x="344" y="1146"/>
                    <a:pt x="216" y="1146"/>
                  </a:cubicBezTo>
                  <a:cubicBezTo>
                    <a:pt x="143" y="1146"/>
                    <a:pt x="70" y="1133"/>
                    <a:pt x="0" y="1107"/>
                  </a:cubicBezTo>
                  <a:lnTo>
                    <a:pt x="0" y="1107"/>
                  </a:lnTo>
                  <a:cubicBezTo>
                    <a:pt x="96" y="1352"/>
                    <a:pt x="328" y="1494"/>
                    <a:pt x="567" y="1494"/>
                  </a:cubicBezTo>
                  <a:cubicBezTo>
                    <a:pt x="690" y="1494"/>
                    <a:pt x="815" y="1456"/>
                    <a:pt x="924" y="1376"/>
                  </a:cubicBezTo>
                  <a:lnTo>
                    <a:pt x="1367" y="1059"/>
                  </a:lnTo>
                  <a:cubicBezTo>
                    <a:pt x="1641" y="857"/>
                    <a:pt x="1699" y="467"/>
                    <a:pt x="1492" y="198"/>
                  </a:cubicBezTo>
                  <a:cubicBezTo>
                    <a:pt x="1420" y="111"/>
                    <a:pt x="1333" y="39"/>
                    <a:pt x="1227"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87"/>
            <p:cNvSpPr/>
            <p:nvPr/>
          </p:nvSpPr>
          <p:spPr>
            <a:xfrm>
              <a:off x="2794060" y="2108169"/>
              <a:ext cx="68926" cy="106038"/>
            </a:xfrm>
            <a:custGeom>
              <a:rect b="b" l="l" r="r" t="t"/>
              <a:pathLst>
                <a:path extrusionOk="0" h="4043" w="2628">
                  <a:moveTo>
                    <a:pt x="404" y="1"/>
                  </a:moveTo>
                  <a:lnTo>
                    <a:pt x="0" y="1617"/>
                  </a:lnTo>
                  <a:lnTo>
                    <a:pt x="0" y="3234"/>
                  </a:lnTo>
                  <a:cubicBezTo>
                    <a:pt x="0" y="3682"/>
                    <a:pt x="361" y="4042"/>
                    <a:pt x="809" y="4042"/>
                  </a:cubicBezTo>
                  <a:cubicBezTo>
                    <a:pt x="1256" y="4042"/>
                    <a:pt x="1617" y="3682"/>
                    <a:pt x="1617" y="3234"/>
                  </a:cubicBezTo>
                  <a:lnTo>
                    <a:pt x="1617" y="1617"/>
                  </a:lnTo>
                  <a:lnTo>
                    <a:pt x="262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87"/>
            <p:cNvSpPr/>
            <p:nvPr/>
          </p:nvSpPr>
          <p:spPr>
            <a:xfrm>
              <a:off x="2794060" y="2108169"/>
              <a:ext cx="29165" cy="106038"/>
            </a:xfrm>
            <a:custGeom>
              <a:rect b="b" l="l" r="r" t="t"/>
              <a:pathLst>
                <a:path extrusionOk="0" h="4043" w="1112">
                  <a:moveTo>
                    <a:pt x="404" y="1"/>
                  </a:moveTo>
                  <a:lnTo>
                    <a:pt x="0" y="1617"/>
                  </a:lnTo>
                  <a:lnTo>
                    <a:pt x="0" y="3234"/>
                  </a:lnTo>
                  <a:cubicBezTo>
                    <a:pt x="0" y="3682"/>
                    <a:pt x="366" y="4042"/>
                    <a:pt x="809" y="4042"/>
                  </a:cubicBezTo>
                  <a:cubicBezTo>
                    <a:pt x="914" y="4042"/>
                    <a:pt x="1016" y="4023"/>
                    <a:pt x="1112" y="3985"/>
                  </a:cubicBezTo>
                  <a:cubicBezTo>
                    <a:pt x="809" y="3860"/>
                    <a:pt x="607" y="3561"/>
                    <a:pt x="607" y="3234"/>
                  </a:cubicBezTo>
                  <a:lnTo>
                    <a:pt x="607" y="1617"/>
                  </a:lnTo>
                  <a:lnTo>
                    <a:pt x="1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87"/>
            <p:cNvSpPr/>
            <p:nvPr/>
          </p:nvSpPr>
          <p:spPr>
            <a:xfrm>
              <a:off x="2654399" y="2038404"/>
              <a:ext cx="342977" cy="272976"/>
            </a:xfrm>
            <a:custGeom>
              <a:rect b="b" l="l" r="r" t="t"/>
              <a:pathLst>
                <a:path extrusionOk="0" h="10408" w="13077">
                  <a:moveTo>
                    <a:pt x="7924" y="2853"/>
                  </a:moveTo>
                  <a:lnTo>
                    <a:pt x="8958" y="3195"/>
                  </a:lnTo>
                  <a:cubicBezTo>
                    <a:pt x="8976" y="3201"/>
                    <a:pt x="8994" y="3203"/>
                    <a:pt x="9013" y="3203"/>
                  </a:cubicBezTo>
                  <a:cubicBezTo>
                    <a:pt x="9055" y="3203"/>
                    <a:pt x="9098" y="3189"/>
                    <a:pt x="9131" y="3166"/>
                  </a:cubicBezTo>
                  <a:lnTo>
                    <a:pt x="9459" y="2916"/>
                  </a:lnTo>
                  <a:lnTo>
                    <a:pt x="11725" y="5894"/>
                  </a:lnTo>
                  <a:lnTo>
                    <a:pt x="11374" y="6140"/>
                  </a:lnTo>
                  <a:cubicBezTo>
                    <a:pt x="11345" y="6125"/>
                    <a:pt x="11321" y="6111"/>
                    <a:pt x="11297" y="6096"/>
                  </a:cubicBezTo>
                  <a:lnTo>
                    <a:pt x="7370" y="3955"/>
                  </a:lnTo>
                  <a:lnTo>
                    <a:pt x="7515" y="3719"/>
                  </a:lnTo>
                  <a:cubicBezTo>
                    <a:pt x="7602" y="3572"/>
                    <a:pt x="7476" y="3433"/>
                    <a:pt x="7346" y="3433"/>
                  </a:cubicBezTo>
                  <a:cubicBezTo>
                    <a:pt x="7290" y="3433"/>
                    <a:pt x="7233" y="3459"/>
                    <a:pt x="7192" y="3522"/>
                  </a:cubicBezTo>
                  <a:lnTo>
                    <a:pt x="6783" y="4176"/>
                  </a:lnTo>
                  <a:cubicBezTo>
                    <a:pt x="6764" y="4205"/>
                    <a:pt x="6754" y="4239"/>
                    <a:pt x="6754" y="4277"/>
                  </a:cubicBezTo>
                  <a:lnTo>
                    <a:pt x="6754" y="5894"/>
                  </a:lnTo>
                  <a:cubicBezTo>
                    <a:pt x="6754" y="6236"/>
                    <a:pt x="6475" y="6510"/>
                    <a:pt x="6134" y="6510"/>
                  </a:cubicBezTo>
                  <a:cubicBezTo>
                    <a:pt x="5792" y="6510"/>
                    <a:pt x="5518" y="6236"/>
                    <a:pt x="5518" y="5894"/>
                  </a:cubicBezTo>
                  <a:lnTo>
                    <a:pt x="5518" y="4301"/>
                  </a:lnTo>
                  <a:lnTo>
                    <a:pt x="5879" y="2853"/>
                  </a:lnTo>
                  <a:close/>
                  <a:moveTo>
                    <a:pt x="3396" y="2208"/>
                  </a:moveTo>
                  <a:lnTo>
                    <a:pt x="3694" y="2382"/>
                  </a:lnTo>
                  <a:lnTo>
                    <a:pt x="1206" y="6693"/>
                  </a:lnTo>
                  <a:lnTo>
                    <a:pt x="908" y="6515"/>
                  </a:lnTo>
                  <a:lnTo>
                    <a:pt x="3396" y="2208"/>
                  </a:lnTo>
                  <a:close/>
                  <a:moveTo>
                    <a:pt x="4041" y="5990"/>
                  </a:moveTo>
                  <a:cubicBezTo>
                    <a:pt x="4170" y="5990"/>
                    <a:pt x="4296" y="6051"/>
                    <a:pt x="4377" y="6164"/>
                  </a:cubicBezTo>
                  <a:cubicBezTo>
                    <a:pt x="4512" y="6351"/>
                    <a:pt x="4474" y="6611"/>
                    <a:pt x="4286" y="6746"/>
                  </a:cubicBezTo>
                  <a:lnTo>
                    <a:pt x="2943" y="7713"/>
                  </a:lnTo>
                  <a:cubicBezTo>
                    <a:pt x="2870" y="7767"/>
                    <a:pt x="2784" y="7793"/>
                    <a:pt x="2698" y="7793"/>
                  </a:cubicBezTo>
                  <a:cubicBezTo>
                    <a:pt x="2570" y="7793"/>
                    <a:pt x="2442" y="7734"/>
                    <a:pt x="2361" y="7622"/>
                  </a:cubicBezTo>
                  <a:cubicBezTo>
                    <a:pt x="2227" y="7434"/>
                    <a:pt x="2270" y="7174"/>
                    <a:pt x="2457" y="7039"/>
                  </a:cubicBezTo>
                  <a:lnTo>
                    <a:pt x="3795" y="6072"/>
                  </a:lnTo>
                  <a:cubicBezTo>
                    <a:pt x="3870" y="6017"/>
                    <a:pt x="3956" y="5990"/>
                    <a:pt x="4041" y="5990"/>
                  </a:cubicBezTo>
                  <a:close/>
                  <a:moveTo>
                    <a:pt x="4778" y="6954"/>
                  </a:moveTo>
                  <a:cubicBezTo>
                    <a:pt x="4904" y="6954"/>
                    <a:pt x="5028" y="7012"/>
                    <a:pt x="5109" y="7116"/>
                  </a:cubicBezTo>
                  <a:cubicBezTo>
                    <a:pt x="5248" y="7304"/>
                    <a:pt x="5210" y="7569"/>
                    <a:pt x="5022" y="7708"/>
                  </a:cubicBezTo>
                  <a:lnTo>
                    <a:pt x="3983" y="8464"/>
                  </a:lnTo>
                  <a:cubicBezTo>
                    <a:pt x="3910" y="8515"/>
                    <a:pt x="3826" y="8540"/>
                    <a:pt x="3743" y="8540"/>
                  </a:cubicBezTo>
                  <a:cubicBezTo>
                    <a:pt x="3616" y="8540"/>
                    <a:pt x="3490" y="8482"/>
                    <a:pt x="3405" y="8372"/>
                  </a:cubicBezTo>
                  <a:cubicBezTo>
                    <a:pt x="3271" y="8180"/>
                    <a:pt x="3314" y="7915"/>
                    <a:pt x="3506" y="7776"/>
                  </a:cubicBezTo>
                  <a:lnTo>
                    <a:pt x="4507" y="7054"/>
                  </a:lnTo>
                  <a:cubicBezTo>
                    <a:pt x="4541" y="7030"/>
                    <a:pt x="4579" y="7006"/>
                    <a:pt x="4618" y="6986"/>
                  </a:cubicBezTo>
                  <a:cubicBezTo>
                    <a:pt x="4670" y="6965"/>
                    <a:pt x="4724" y="6954"/>
                    <a:pt x="4778" y="6954"/>
                  </a:cubicBezTo>
                  <a:close/>
                  <a:moveTo>
                    <a:pt x="5517" y="7914"/>
                  </a:moveTo>
                  <a:cubicBezTo>
                    <a:pt x="5642" y="7914"/>
                    <a:pt x="5765" y="7970"/>
                    <a:pt x="5845" y="8079"/>
                  </a:cubicBezTo>
                  <a:cubicBezTo>
                    <a:pt x="5989" y="8266"/>
                    <a:pt x="5951" y="8531"/>
                    <a:pt x="5758" y="8670"/>
                  </a:cubicBezTo>
                  <a:lnTo>
                    <a:pt x="5017" y="9205"/>
                  </a:lnTo>
                  <a:cubicBezTo>
                    <a:pt x="4947" y="9259"/>
                    <a:pt x="4860" y="9286"/>
                    <a:pt x="4771" y="9286"/>
                  </a:cubicBezTo>
                  <a:cubicBezTo>
                    <a:pt x="4750" y="9286"/>
                    <a:pt x="4730" y="9284"/>
                    <a:pt x="4709" y="9282"/>
                  </a:cubicBezTo>
                  <a:cubicBezTo>
                    <a:pt x="4344" y="9224"/>
                    <a:pt x="4228" y="8747"/>
                    <a:pt x="4531" y="8531"/>
                  </a:cubicBezTo>
                  <a:lnTo>
                    <a:pt x="5243" y="8016"/>
                  </a:lnTo>
                  <a:lnTo>
                    <a:pt x="5272" y="7992"/>
                  </a:lnTo>
                  <a:cubicBezTo>
                    <a:pt x="5346" y="7940"/>
                    <a:pt x="5432" y="7914"/>
                    <a:pt x="5517" y="7914"/>
                  </a:cubicBezTo>
                  <a:close/>
                  <a:moveTo>
                    <a:pt x="3646" y="3224"/>
                  </a:moveTo>
                  <a:lnTo>
                    <a:pt x="3997" y="3426"/>
                  </a:lnTo>
                  <a:cubicBezTo>
                    <a:pt x="4022" y="3444"/>
                    <a:pt x="4052" y="3453"/>
                    <a:pt x="4082" y="3453"/>
                  </a:cubicBezTo>
                  <a:cubicBezTo>
                    <a:pt x="4092" y="3453"/>
                    <a:pt x="4103" y="3452"/>
                    <a:pt x="4113" y="3450"/>
                  </a:cubicBezTo>
                  <a:lnTo>
                    <a:pt x="5008" y="3349"/>
                  </a:lnTo>
                  <a:lnTo>
                    <a:pt x="5330" y="3483"/>
                  </a:lnTo>
                  <a:lnTo>
                    <a:pt x="5142" y="4229"/>
                  </a:lnTo>
                  <a:cubicBezTo>
                    <a:pt x="5138" y="4244"/>
                    <a:pt x="5138" y="4258"/>
                    <a:pt x="5138" y="4273"/>
                  </a:cubicBezTo>
                  <a:lnTo>
                    <a:pt x="5138" y="5889"/>
                  </a:lnTo>
                  <a:cubicBezTo>
                    <a:pt x="5138" y="6443"/>
                    <a:pt x="5585" y="6890"/>
                    <a:pt x="6138" y="6890"/>
                  </a:cubicBezTo>
                  <a:cubicBezTo>
                    <a:pt x="6687" y="6890"/>
                    <a:pt x="7134" y="6443"/>
                    <a:pt x="7134" y="5889"/>
                  </a:cubicBezTo>
                  <a:lnTo>
                    <a:pt x="7134" y="4325"/>
                  </a:lnTo>
                  <a:lnTo>
                    <a:pt x="7168" y="4273"/>
                  </a:lnTo>
                  <a:lnTo>
                    <a:pt x="11114" y="6428"/>
                  </a:lnTo>
                  <a:cubicBezTo>
                    <a:pt x="11316" y="6539"/>
                    <a:pt x="11388" y="6789"/>
                    <a:pt x="11282" y="6996"/>
                  </a:cubicBezTo>
                  <a:lnTo>
                    <a:pt x="11282" y="6991"/>
                  </a:lnTo>
                  <a:cubicBezTo>
                    <a:pt x="11206" y="7131"/>
                    <a:pt x="11061" y="7208"/>
                    <a:pt x="10912" y="7208"/>
                  </a:cubicBezTo>
                  <a:cubicBezTo>
                    <a:pt x="10845" y="7208"/>
                    <a:pt x="10777" y="7192"/>
                    <a:pt x="10714" y="7160"/>
                  </a:cubicBezTo>
                  <a:lnTo>
                    <a:pt x="8525" y="5966"/>
                  </a:lnTo>
                  <a:cubicBezTo>
                    <a:pt x="8495" y="5951"/>
                    <a:pt x="8465" y="5945"/>
                    <a:pt x="8437" y="5945"/>
                  </a:cubicBezTo>
                  <a:cubicBezTo>
                    <a:pt x="8269" y="5945"/>
                    <a:pt x="8169" y="6191"/>
                    <a:pt x="8347" y="6298"/>
                  </a:cubicBezTo>
                  <a:lnTo>
                    <a:pt x="10180" y="7299"/>
                  </a:lnTo>
                  <a:cubicBezTo>
                    <a:pt x="10387" y="7405"/>
                    <a:pt x="10464" y="7660"/>
                    <a:pt x="10354" y="7867"/>
                  </a:cubicBezTo>
                  <a:cubicBezTo>
                    <a:pt x="10278" y="8005"/>
                    <a:pt x="10133" y="8084"/>
                    <a:pt x="9984" y="8084"/>
                  </a:cubicBezTo>
                  <a:cubicBezTo>
                    <a:pt x="9915" y="8084"/>
                    <a:pt x="9845" y="8067"/>
                    <a:pt x="9781" y="8031"/>
                  </a:cubicBezTo>
                  <a:lnTo>
                    <a:pt x="7919" y="7015"/>
                  </a:lnTo>
                  <a:cubicBezTo>
                    <a:pt x="7888" y="7000"/>
                    <a:pt x="7859" y="6994"/>
                    <a:pt x="7831" y="6994"/>
                  </a:cubicBezTo>
                  <a:cubicBezTo>
                    <a:pt x="7662" y="6994"/>
                    <a:pt x="7562" y="7240"/>
                    <a:pt x="7736" y="7347"/>
                  </a:cubicBezTo>
                  <a:lnTo>
                    <a:pt x="9242" y="8170"/>
                  </a:lnTo>
                  <a:cubicBezTo>
                    <a:pt x="9449" y="8281"/>
                    <a:pt x="9521" y="8536"/>
                    <a:pt x="9410" y="8738"/>
                  </a:cubicBezTo>
                  <a:cubicBezTo>
                    <a:pt x="9335" y="8876"/>
                    <a:pt x="9194" y="8953"/>
                    <a:pt x="9047" y="8953"/>
                  </a:cubicBezTo>
                  <a:cubicBezTo>
                    <a:pt x="8978" y="8953"/>
                    <a:pt x="8908" y="8937"/>
                    <a:pt x="8843" y="8901"/>
                  </a:cubicBezTo>
                  <a:lnTo>
                    <a:pt x="7269" y="8040"/>
                  </a:lnTo>
                  <a:cubicBezTo>
                    <a:pt x="7240" y="8026"/>
                    <a:pt x="7211" y="8020"/>
                    <a:pt x="7184" y="8020"/>
                  </a:cubicBezTo>
                  <a:cubicBezTo>
                    <a:pt x="7014" y="8020"/>
                    <a:pt x="6913" y="8265"/>
                    <a:pt x="7091" y="8377"/>
                  </a:cubicBezTo>
                  <a:lnTo>
                    <a:pt x="8313" y="9041"/>
                  </a:lnTo>
                  <a:cubicBezTo>
                    <a:pt x="8515" y="9152"/>
                    <a:pt x="8592" y="9407"/>
                    <a:pt x="8482" y="9609"/>
                  </a:cubicBezTo>
                  <a:cubicBezTo>
                    <a:pt x="8407" y="9749"/>
                    <a:pt x="8265" y="9827"/>
                    <a:pt x="8119" y="9827"/>
                  </a:cubicBezTo>
                  <a:cubicBezTo>
                    <a:pt x="8050" y="9827"/>
                    <a:pt x="7979" y="9810"/>
                    <a:pt x="7914" y="9772"/>
                  </a:cubicBezTo>
                  <a:lnTo>
                    <a:pt x="7053" y="9306"/>
                  </a:lnTo>
                  <a:cubicBezTo>
                    <a:pt x="7062" y="8877"/>
                    <a:pt x="6725" y="8521"/>
                    <a:pt x="6297" y="8497"/>
                  </a:cubicBezTo>
                  <a:cubicBezTo>
                    <a:pt x="6302" y="8483"/>
                    <a:pt x="6307" y="8464"/>
                    <a:pt x="6307" y="8449"/>
                  </a:cubicBezTo>
                  <a:cubicBezTo>
                    <a:pt x="6374" y="7982"/>
                    <a:pt x="6028" y="7559"/>
                    <a:pt x="5561" y="7535"/>
                  </a:cubicBezTo>
                  <a:cubicBezTo>
                    <a:pt x="5561" y="7520"/>
                    <a:pt x="5566" y="7501"/>
                    <a:pt x="5571" y="7487"/>
                  </a:cubicBezTo>
                  <a:cubicBezTo>
                    <a:pt x="5638" y="7020"/>
                    <a:pt x="5292" y="6597"/>
                    <a:pt x="4820" y="6573"/>
                  </a:cubicBezTo>
                  <a:cubicBezTo>
                    <a:pt x="4825" y="6558"/>
                    <a:pt x="4825" y="6539"/>
                    <a:pt x="4830" y="6524"/>
                  </a:cubicBezTo>
                  <a:cubicBezTo>
                    <a:pt x="4863" y="6308"/>
                    <a:pt x="4806" y="6091"/>
                    <a:pt x="4676" y="5923"/>
                  </a:cubicBezTo>
                  <a:cubicBezTo>
                    <a:pt x="4518" y="5716"/>
                    <a:pt x="4281" y="5607"/>
                    <a:pt x="4041" y="5607"/>
                  </a:cubicBezTo>
                  <a:cubicBezTo>
                    <a:pt x="3879" y="5607"/>
                    <a:pt x="3715" y="5657"/>
                    <a:pt x="3574" y="5759"/>
                  </a:cubicBezTo>
                  <a:lnTo>
                    <a:pt x="2251" y="6717"/>
                  </a:lnTo>
                  <a:lnTo>
                    <a:pt x="1774" y="6462"/>
                  </a:lnTo>
                  <a:lnTo>
                    <a:pt x="3646" y="3224"/>
                  </a:lnTo>
                  <a:close/>
                  <a:moveTo>
                    <a:pt x="6259" y="8876"/>
                  </a:moveTo>
                  <a:cubicBezTo>
                    <a:pt x="6384" y="8876"/>
                    <a:pt x="6506" y="8931"/>
                    <a:pt x="6586" y="9036"/>
                  </a:cubicBezTo>
                  <a:cubicBezTo>
                    <a:pt x="6658" y="9128"/>
                    <a:pt x="6687" y="9243"/>
                    <a:pt x="6668" y="9354"/>
                  </a:cubicBezTo>
                  <a:cubicBezTo>
                    <a:pt x="6653" y="9464"/>
                    <a:pt x="6591" y="9565"/>
                    <a:pt x="6499" y="9633"/>
                  </a:cubicBezTo>
                  <a:lnTo>
                    <a:pt x="6061" y="9950"/>
                  </a:lnTo>
                  <a:cubicBezTo>
                    <a:pt x="5986" y="10007"/>
                    <a:pt x="5898" y="10034"/>
                    <a:pt x="5810" y="10034"/>
                  </a:cubicBezTo>
                  <a:cubicBezTo>
                    <a:pt x="5681" y="10034"/>
                    <a:pt x="5553" y="9974"/>
                    <a:pt x="5470" y="9859"/>
                  </a:cubicBezTo>
                  <a:cubicBezTo>
                    <a:pt x="5335" y="9671"/>
                    <a:pt x="5378" y="9407"/>
                    <a:pt x="5571" y="9277"/>
                  </a:cubicBezTo>
                  <a:lnTo>
                    <a:pt x="5984" y="8974"/>
                  </a:lnTo>
                  <a:lnTo>
                    <a:pt x="6013" y="8954"/>
                  </a:lnTo>
                  <a:cubicBezTo>
                    <a:pt x="6088" y="8902"/>
                    <a:pt x="6174" y="8876"/>
                    <a:pt x="6259" y="8876"/>
                  </a:cubicBezTo>
                  <a:close/>
                  <a:moveTo>
                    <a:pt x="272" y="0"/>
                  </a:moveTo>
                  <a:cubicBezTo>
                    <a:pt x="104" y="0"/>
                    <a:pt x="0" y="240"/>
                    <a:pt x="177" y="351"/>
                  </a:cubicBezTo>
                  <a:lnTo>
                    <a:pt x="3059" y="2016"/>
                  </a:lnTo>
                  <a:lnTo>
                    <a:pt x="571" y="6327"/>
                  </a:lnTo>
                  <a:lnTo>
                    <a:pt x="364" y="6207"/>
                  </a:lnTo>
                  <a:cubicBezTo>
                    <a:pt x="332" y="6189"/>
                    <a:pt x="300" y="6182"/>
                    <a:pt x="270" y="6182"/>
                  </a:cubicBezTo>
                  <a:cubicBezTo>
                    <a:pt x="103" y="6182"/>
                    <a:pt x="1" y="6424"/>
                    <a:pt x="177" y="6534"/>
                  </a:cubicBezTo>
                  <a:lnTo>
                    <a:pt x="1178" y="7111"/>
                  </a:lnTo>
                  <a:cubicBezTo>
                    <a:pt x="1206" y="7129"/>
                    <a:pt x="1237" y="7137"/>
                    <a:pt x="1268" y="7137"/>
                  </a:cubicBezTo>
                  <a:cubicBezTo>
                    <a:pt x="1333" y="7137"/>
                    <a:pt x="1397" y="7102"/>
                    <a:pt x="1433" y="7044"/>
                  </a:cubicBezTo>
                  <a:lnTo>
                    <a:pt x="1582" y="6794"/>
                  </a:lnTo>
                  <a:lnTo>
                    <a:pt x="1986" y="7010"/>
                  </a:lnTo>
                  <a:cubicBezTo>
                    <a:pt x="1705" y="7560"/>
                    <a:pt x="2127" y="8173"/>
                    <a:pt x="2686" y="8173"/>
                  </a:cubicBezTo>
                  <a:cubicBezTo>
                    <a:pt x="2768" y="8173"/>
                    <a:pt x="2853" y="8160"/>
                    <a:pt x="2939" y="8132"/>
                  </a:cubicBezTo>
                  <a:cubicBezTo>
                    <a:pt x="2939" y="8300"/>
                    <a:pt x="2996" y="8464"/>
                    <a:pt x="3097" y="8598"/>
                  </a:cubicBezTo>
                  <a:cubicBezTo>
                    <a:pt x="3250" y="8801"/>
                    <a:pt x="3487" y="8914"/>
                    <a:pt x="3732" y="8914"/>
                  </a:cubicBezTo>
                  <a:cubicBezTo>
                    <a:pt x="3813" y="8914"/>
                    <a:pt x="3894" y="8902"/>
                    <a:pt x="3973" y="8877"/>
                  </a:cubicBezTo>
                  <a:cubicBezTo>
                    <a:pt x="3978" y="9262"/>
                    <a:pt x="4262" y="9590"/>
                    <a:pt x="4642" y="9652"/>
                  </a:cubicBezTo>
                  <a:cubicBezTo>
                    <a:pt x="4685" y="9657"/>
                    <a:pt x="4729" y="9662"/>
                    <a:pt x="4772" y="9662"/>
                  </a:cubicBezTo>
                  <a:cubicBezTo>
                    <a:pt x="4854" y="9662"/>
                    <a:pt x="4936" y="9647"/>
                    <a:pt x="5012" y="9623"/>
                  </a:cubicBezTo>
                  <a:cubicBezTo>
                    <a:pt x="5017" y="10008"/>
                    <a:pt x="5301" y="10335"/>
                    <a:pt x="5681" y="10398"/>
                  </a:cubicBezTo>
                  <a:cubicBezTo>
                    <a:pt x="5725" y="10403"/>
                    <a:pt x="5768" y="10408"/>
                    <a:pt x="5806" y="10408"/>
                  </a:cubicBezTo>
                  <a:cubicBezTo>
                    <a:pt x="5975" y="10408"/>
                    <a:pt x="6138" y="10355"/>
                    <a:pt x="6273" y="10258"/>
                  </a:cubicBezTo>
                  <a:lnTo>
                    <a:pt x="6716" y="9936"/>
                  </a:lnTo>
                  <a:cubicBezTo>
                    <a:pt x="6812" y="9869"/>
                    <a:pt x="6889" y="9782"/>
                    <a:pt x="6942" y="9681"/>
                  </a:cubicBezTo>
                  <a:lnTo>
                    <a:pt x="7722" y="10100"/>
                  </a:lnTo>
                  <a:cubicBezTo>
                    <a:pt x="7847" y="10168"/>
                    <a:pt x="7978" y="10199"/>
                    <a:pt x="8105" y="10199"/>
                  </a:cubicBezTo>
                  <a:cubicBezTo>
                    <a:pt x="8552" y="10199"/>
                    <a:pt x="8952" y="9814"/>
                    <a:pt x="8896" y="9315"/>
                  </a:cubicBezTo>
                  <a:lnTo>
                    <a:pt x="8896" y="9315"/>
                  </a:lnTo>
                  <a:cubicBezTo>
                    <a:pt x="8945" y="9324"/>
                    <a:pt x="8993" y="9329"/>
                    <a:pt x="9041" y="9329"/>
                  </a:cubicBezTo>
                  <a:cubicBezTo>
                    <a:pt x="9503" y="9329"/>
                    <a:pt x="9881" y="8924"/>
                    <a:pt x="9829" y="8444"/>
                  </a:cubicBezTo>
                  <a:lnTo>
                    <a:pt x="9829" y="8444"/>
                  </a:lnTo>
                  <a:cubicBezTo>
                    <a:pt x="9878" y="8453"/>
                    <a:pt x="9927" y="8458"/>
                    <a:pt x="9975" y="8458"/>
                  </a:cubicBezTo>
                  <a:cubicBezTo>
                    <a:pt x="10437" y="8458"/>
                    <a:pt x="10819" y="8053"/>
                    <a:pt x="10763" y="7573"/>
                  </a:cubicBezTo>
                  <a:lnTo>
                    <a:pt x="10763" y="7573"/>
                  </a:lnTo>
                  <a:cubicBezTo>
                    <a:pt x="10811" y="7583"/>
                    <a:pt x="10859" y="7583"/>
                    <a:pt x="10907" y="7588"/>
                  </a:cubicBezTo>
                  <a:cubicBezTo>
                    <a:pt x="10984" y="7588"/>
                    <a:pt x="11061" y="7573"/>
                    <a:pt x="11133" y="7554"/>
                  </a:cubicBezTo>
                  <a:cubicBezTo>
                    <a:pt x="11556" y="7429"/>
                    <a:pt x="11797" y="6986"/>
                    <a:pt x="11672" y="6563"/>
                  </a:cubicBezTo>
                  <a:cubicBezTo>
                    <a:pt x="11662" y="6515"/>
                    <a:pt x="11643" y="6472"/>
                    <a:pt x="11619" y="6423"/>
                  </a:cubicBezTo>
                  <a:lnTo>
                    <a:pt x="11951" y="6188"/>
                  </a:lnTo>
                  <a:lnTo>
                    <a:pt x="12124" y="6419"/>
                  </a:lnTo>
                  <a:cubicBezTo>
                    <a:pt x="12164" y="6467"/>
                    <a:pt x="12222" y="6493"/>
                    <a:pt x="12279" y="6493"/>
                  </a:cubicBezTo>
                  <a:cubicBezTo>
                    <a:pt x="12320" y="6493"/>
                    <a:pt x="12360" y="6480"/>
                    <a:pt x="12394" y="6452"/>
                  </a:cubicBezTo>
                  <a:lnTo>
                    <a:pt x="12918" y="6038"/>
                  </a:lnTo>
                  <a:cubicBezTo>
                    <a:pt x="13076" y="5911"/>
                    <a:pt x="12957" y="5695"/>
                    <a:pt x="12801" y="5695"/>
                  </a:cubicBezTo>
                  <a:cubicBezTo>
                    <a:pt x="12763" y="5695"/>
                    <a:pt x="12722" y="5708"/>
                    <a:pt x="12682" y="5740"/>
                  </a:cubicBezTo>
                  <a:lnTo>
                    <a:pt x="12687" y="5745"/>
                  </a:lnTo>
                  <a:lnTo>
                    <a:pt x="12312" y="6038"/>
                  </a:lnTo>
                  <a:lnTo>
                    <a:pt x="9309" y="2098"/>
                  </a:lnTo>
                  <a:lnTo>
                    <a:pt x="11027" y="996"/>
                  </a:lnTo>
                  <a:cubicBezTo>
                    <a:pt x="11196" y="879"/>
                    <a:pt x="11086" y="644"/>
                    <a:pt x="10924" y="644"/>
                  </a:cubicBezTo>
                  <a:cubicBezTo>
                    <a:pt x="10892" y="644"/>
                    <a:pt x="10859" y="653"/>
                    <a:pt x="10825" y="673"/>
                  </a:cubicBezTo>
                  <a:lnTo>
                    <a:pt x="8934" y="1886"/>
                  </a:lnTo>
                  <a:cubicBezTo>
                    <a:pt x="8843" y="1949"/>
                    <a:pt x="8819" y="2074"/>
                    <a:pt x="8886" y="2160"/>
                  </a:cubicBezTo>
                  <a:lnTo>
                    <a:pt x="9228" y="2613"/>
                  </a:lnTo>
                  <a:lnTo>
                    <a:pt x="8987" y="2800"/>
                  </a:lnTo>
                  <a:lnTo>
                    <a:pt x="8015" y="2483"/>
                  </a:lnTo>
                  <a:cubicBezTo>
                    <a:pt x="7996" y="2473"/>
                    <a:pt x="7972" y="2473"/>
                    <a:pt x="7952" y="2473"/>
                  </a:cubicBezTo>
                  <a:lnTo>
                    <a:pt x="5729" y="2473"/>
                  </a:lnTo>
                  <a:cubicBezTo>
                    <a:pt x="5726" y="2473"/>
                    <a:pt x="5723" y="2473"/>
                    <a:pt x="5720" y="2473"/>
                  </a:cubicBezTo>
                  <a:cubicBezTo>
                    <a:pt x="5637" y="2473"/>
                    <a:pt x="5565" y="2534"/>
                    <a:pt x="5547" y="2613"/>
                  </a:cubicBezTo>
                  <a:lnTo>
                    <a:pt x="5421" y="3113"/>
                  </a:lnTo>
                  <a:lnTo>
                    <a:pt x="5104" y="2983"/>
                  </a:lnTo>
                  <a:cubicBezTo>
                    <a:pt x="5082" y="2972"/>
                    <a:pt x="5058" y="2967"/>
                    <a:pt x="5033" y="2967"/>
                  </a:cubicBezTo>
                  <a:cubicBezTo>
                    <a:pt x="5025" y="2967"/>
                    <a:pt x="5016" y="2967"/>
                    <a:pt x="5008" y="2969"/>
                  </a:cubicBezTo>
                  <a:lnTo>
                    <a:pt x="4132" y="3070"/>
                  </a:lnTo>
                  <a:lnTo>
                    <a:pt x="3829" y="2896"/>
                  </a:lnTo>
                  <a:lnTo>
                    <a:pt x="4113" y="2406"/>
                  </a:lnTo>
                  <a:cubicBezTo>
                    <a:pt x="4166" y="2314"/>
                    <a:pt x="4132" y="2199"/>
                    <a:pt x="4045" y="2146"/>
                  </a:cubicBezTo>
                  <a:lnTo>
                    <a:pt x="364" y="24"/>
                  </a:lnTo>
                  <a:cubicBezTo>
                    <a:pt x="332" y="7"/>
                    <a:pt x="301" y="0"/>
                    <a:pt x="2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87"/>
            <p:cNvSpPr/>
            <p:nvPr/>
          </p:nvSpPr>
          <p:spPr>
            <a:xfrm>
              <a:off x="2955464" y="2023716"/>
              <a:ext cx="41833" cy="27827"/>
            </a:xfrm>
            <a:custGeom>
              <a:rect b="b" l="l" r="r" t="t"/>
              <a:pathLst>
                <a:path extrusionOk="0" h="1061" w="1595">
                  <a:moveTo>
                    <a:pt x="1324" y="1"/>
                  </a:moveTo>
                  <a:cubicBezTo>
                    <a:pt x="1292" y="1"/>
                    <a:pt x="1258" y="10"/>
                    <a:pt x="1223" y="30"/>
                  </a:cubicBezTo>
                  <a:lnTo>
                    <a:pt x="159" y="714"/>
                  </a:lnTo>
                  <a:cubicBezTo>
                    <a:pt x="0" y="815"/>
                    <a:pt x="73" y="1060"/>
                    <a:pt x="265" y="1060"/>
                  </a:cubicBezTo>
                  <a:cubicBezTo>
                    <a:pt x="299" y="1060"/>
                    <a:pt x="337" y="1051"/>
                    <a:pt x="366" y="1031"/>
                  </a:cubicBezTo>
                  <a:lnTo>
                    <a:pt x="1430" y="348"/>
                  </a:lnTo>
                  <a:cubicBezTo>
                    <a:pt x="1594" y="232"/>
                    <a:pt x="1487" y="1"/>
                    <a:pt x="1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7" name="Google Shape;14537;p87"/>
          <p:cNvGrpSpPr/>
          <p:nvPr/>
        </p:nvGrpSpPr>
        <p:grpSpPr>
          <a:xfrm>
            <a:off x="3104515" y="1998381"/>
            <a:ext cx="338492" cy="338597"/>
            <a:chOff x="3104515" y="1998381"/>
            <a:chExt cx="338492" cy="338597"/>
          </a:xfrm>
        </p:grpSpPr>
        <p:sp>
          <p:nvSpPr>
            <p:cNvPr id="14538" name="Google Shape;14538;p87"/>
            <p:cNvSpPr/>
            <p:nvPr/>
          </p:nvSpPr>
          <p:spPr>
            <a:xfrm>
              <a:off x="3204835" y="2024503"/>
              <a:ext cx="158912" cy="145458"/>
            </a:xfrm>
            <a:custGeom>
              <a:rect b="b" l="l" r="r" t="t"/>
              <a:pathLst>
                <a:path extrusionOk="0" h="5546" w="6059">
                  <a:moveTo>
                    <a:pt x="607" y="0"/>
                  </a:moveTo>
                  <a:cubicBezTo>
                    <a:pt x="275" y="0"/>
                    <a:pt x="0" y="270"/>
                    <a:pt x="0" y="607"/>
                  </a:cubicBezTo>
                  <a:lnTo>
                    <a:pt x="0" y="3840"/>
                  </a:lnTo>
                  <a:cubicBezTo>
                    <a:pt x="0" y="4172"/>
                    <a:pt x="275" y="4447"/>
                    <a:pt x="607" y="4447"/>
                  </a:cubicBezTo>
                  <a:lnTo>
                    <a:pt x="2223" y="4447"/>
                  </a:lnTo>
                  <a:lnTo>
                    <a:pt x="3845" y="5529"/>
                  </a:lnTo>
                  <a:cubicBezTo>
                    <a:pt x="3862" y="5541"/>
                    <a:pt x="3881" y="5546"/>
                    <a:pt x="3899" y="5546"/>
                  </a:cubicBezTo>
                  <a:cubicBezTo>
                    <a:pt x="3957" y="5546"/>
                    <a:pt x="4010" y="5494"/>
                    <a:pt x="3999" y="5428"/>
                  </a:cubicBezTo>
                  <a:lnTo>
                    <a:pt x="3835" y="4447"/>
                  </a:lnTo>
                  <a:lnTo>
                    <a:pt x="5452" y="4447"/>
                  </a:lnTo>
                  <a:cubicBezTo>
                    <a:pt x="5789" y="4447"/>
                    <a:pt x="6058" y="4172"/>
                    <a:pt x="6058" y="3840"/>
                  </a:cubicBezTo>
                  <a:lnTo>
                    <a:pt x="6058" y="607"/>
                  </a:lnTo>
                  <a:cubicBezTo>
                    <a:pt x="6058" y="270"/>
                    <a:pt x="5789" y="0"/>
                    <a:pt x="545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87"/>
            <p:cNvSpPr/>
            <p:nvPr/>
          </p:nvSpPr>
          <p:spPr>
            <a:xfrm>
              <a:off x="3110180" y="2151707"/>
              <a:ext cx="116503" cy="116634"/>
            </a:xfrm>
            <a:custGeom>
              <a:rect b="b" l="l" r="r" t="t"/>
              <a:pathLst>
                <a:path extrusionOk="0" h="4447" w="4442">
                  <a:moveTo>
                    <a:pt x="2224" y="1"/>
                  </a:moveTo>
                  <a:cubicBezTo>
                    <a:pt x="1252" y="1"/>
                    <a:pt x="535" y="775"/>
                    <a:pt x="463" y="1728"/>
                  </a:cubicBezTo>
                  <a:cubicBezTo>
                    <a:pt x="429" y="2229"/>
                    <a:pt x="261" y="3191"/>
                    <a:pt x="49" y="3749"/>
                  </a:cubicBezTo>
                  <a:cubicBezTo>
                    <a:pt x="1" y="3874"/>
                    <a:pt x="58" y="4009"/>
                    <a:pt x="179" y="4067"/>
                  </a:cubicBezTo>
                  <a:cubicBezTo>
                    <a:pt x="588" y="4254"/>
                    <a:pt x="1021" y="4379"/>
                    <a:pt x="1468" y="4447"/>
                  </a:cubicBezTo>
                  <a:lnTo>
                    <a:pt x="2974" y="4447"/>
                  </a:lnTo>
                  <a:cubicBezTo>
                    <a:pt x="3417" y="4379"/>
                    <a:pt x="3855" y="4249"/>
                    <a:pt x="4264" y="4067"/>
                  </a:cubicBezTo>
                  <a:cubicBezTo>
                    <a:pt x="4384" y="4014"/>
                    <a:pt x="4442" y="3874"/>
                    <a:pt x="4394" y="3749"/>
                  </a:cubicBezTo>
                  <a:cubicBezTo>
                    <a:pt x="4182" y="3191"/>
                    <a:pt x="4014" y="2229"/>
                    <a:pt x="3980" y="1728"/>
                  </a:cubicBezTo>
                  <a:cubicBezTo>
                    <a:pt x="3913" y="775"/>
                    <a:pt x="3191" y="1"/>
                    <a:pt x="2224"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87"/>
            <p:cNvSpPr/>
            <p:nvPr/>
          </p:nvSpPr>
          <p:spPr>
            <a:xfrm>
              <a:off x="3141863" y="2151707"/>
              <a:ext cx="84820" cy="116634"/>
            </a:xfrm>
            <a:custGeom>
              <a:rect b="b" l="l" r="r" t="t"/>
              <a:pathLst>
                <a:path extrusionOk="0" h="4447" w="3234">
                  <a:moveTo>
                    <a:pt x="1006" y="1"/>
                  </a:moveTo>
                  <a:cubicBezTo>
                    <a:pt x="260" y="5"/>
                    <a:pt x="0" y="1021"/>
                    <a:pt x="640" y="1396"/>
                  </a:cubicBezTo>
                  <a:cubicBezTo>
                    <a:pt x="660" y="1411"/>
                    <a:pt x="679" y="1420"/>
                    <a:pt x="698" y="1430"/>
                  </a:cubicBezTo>
                  <a:lnTo>
                    <a:pt x="1261" y="4447"/>
                  </a:lnTo>
                  <a:lnTo>
                    <a:pt x="1762" y="4447"/>
                  </a:lnTo>
                  <a:cubicBezTo>
                    <a:pt x="2209" y="4379"/>
                    <a:pt x="2647" y="4249"/>
                    <a:pt x="3061" y="4062"/>
                  </a:cubicBezTo>
                  <a:cubicBezTo>
                    <a:pt x="3176" y="4009"/>
                    <a:pt x="3234" y="3869"/>
                    <a:pt x="3186" y="3749"/>
                  </a:cubicBezTo>
                  <a:cubicBezTo>
                    <a:pt x="2974" y="3191"/>
                    <a:pt x="2810" y="2229"/>
                    <a:pt x="2772" y="1728"/>
                  </a:cubicBezTo>
                  <a:cubicBezTo>
                    <a:pt x="2705" y="775"/>
                    <a:pt x="1983" y="1"/>
                    <a:pt x="1016"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87"/>
            <p:cNvSpPr/>
            <p:nvPr/>
          </p:nvSpPr>
          <p:spPr>
            <a:xfrm>
              <a:off x="3109420" y="2239805"/>
              <a:ext cx="116634" cy="92032"/>
            </a:xfrm>
            <a:custGeom>
              <a:rect b="b" l="l" r="r" t="t"/>
              <a:pathLst>
                <a:path extrusionOk="0" h="3509" w="4447">
                  <a:moveTo>
                    <a:pt x="1483" y="0"/>
                  </a:moveTo>
                  <a:lnTo>
                    <a:pt x="1483" y="741"/>
                  </a:lnTo>
                  <a:cubicBezTo>
                    <a:pt x="1483" y="929"/>
                    <a:pt x="1377" y="1097"/>
                    <a:pt x="1209" y="1184"/>
                  </a:cubicBezTo>
                  <a:lnTo>
                    <a:pt x="410" y="1583"/>
                  </a:lnTo>
                  <a:cubicBezTo>
                    <a:pt x="160" y="1708"/>
                    <a:pt x="1" y="1963"/>
                    <a:pt x="1" y="2243"/>
                  </a:cubicBezTo>
                  <a:lnTo>
                    <a:pt x="1" y="3508"/>
                  </a:lnTo>
                  <a:lnTo>
                    <a:pt x="4447" y="3508"/>
                  </a:lnTo>
                  <a:lnTo>
                    <a:pt x="4447" y="2243"/>
                  </a:lnTo>
                  <a:cubicBezTo>
                    <a:pt x="4447" y="1963"/>
                    <a:pt x="4288" y="1708"/>
                    <a:pt x="4038" y="1583"/>
                  </a:cubicBezTo>
                  <a:lnTo>
                    <a:pt x="3239" y="1184"/>
                  </a:lnTo>
                  <a:cubicBezTo>
                    <a:pt x="3071" y="1097"/>
                    <a:pt x="2965" y="929"/>
                    <a:pt x="2965" y="741"/>
                  </a:cubicBezTo>
                  <a:lnTo>
                    <a:pt x="2965"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87"/>
            <p:cNvSpPr/>
            <p:nvPr/>
          </p:nvSpPr>
          <p:spPr>
            <a:xfrm>
              <a:off x="3147922" y="2239805"/>
              <a:ext cx="39656" cy="25887"/>
            </a:xfrm>
            <a:custGeom>
              <a:rect b="b" l="l" r="r" t="t"/>
              <a:pathLst>
                <a:path extrusionOk="0" h="987" w="1512">
                  <a:moveTo>
                    <a:pt x="15" y="0"/>
                  </a:moveTo>
                  <a:lnTo>
                    <a:pt x="15" y="741"/>
                  </a:lnTo>
                  <a:cubicBezTo>
                    <a:pt x="15" y="770"/>
                    <a:pt x="10" y="804"/>
                    <a:pt x="0" y="838"/>
                  </a:cubicBezTo>
                  <a:cubicBezTo>
                    <a:pt x="241" y="934"/>
                    <a:pt x="496" y="987"/>
                    <a:pt x="756" y="987"/>
                  </a:cubicBezTo>
                  <a:cubicBezTo>
                    <a:pt x="1016" y="987"/>
                    <a:pt x="1271" y="934"/>
                    <a:pt x="1511" y="838"/>
                  </a:cubicBezTo>
                  <a:cubicBezTo>
                    <a:pt x="1502" y="804"/>
                    <a:pt x="1497" y="770"/>
                    <a:pt x="1497" y="741"/>
                  </a:cubicBezTo>
                  <a:lnTo>
                    <a:pt x="1497"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87"/>
            <p:cNvSpPr/>
            <p:nvPr/>
          </p:nvSpPr>
          <p:spPr>
            <a:xfrm>
              <a:off x="3109420" y="2273874"/>
              <a:ext cx="116634" cy="57963"/>
            </a:xfrm>
            <a:custGeom>
              <a:rect b="b" l="l" r="r" t="t"/>
              <a:pathLst>
                <a:path extrusionOk="0" h="2210" w="4447">
                  <a:moveTo>
                    <a:pt x="982" y="0"/>
                  </a:moveTo>
                  <a:lnTo>
                    <a:pt x="410" y="284"/>
                  </a:lnTo>
                  <a:cubicBezTo>
                    <a:pt x="160" y="409"/>
                    <a:pt x="1" y="664"/>
                    <a:pt x="1" y="944"/>
                  </a:cubicBezTo>
                  <a:lnTo>
                    <a:pt x="1" y="2209"/>
                  </a:lnTo>
                  <a:lnTo>
                    <a:pt x="4447" y="2209"/>
                  </a:lnTo>
                  <a:lnTo>
                    <a:pt x="4447" y="944"/>
                  </a:lnTo>
                  <a:cubicBezTo>
                    <a:pt x="4447" y="664"/>
                    <a:pt x="4288" y="409"/>
                    <a:pt x="4038" y="284"/>
                  </a:cubicBezTo>
                  <a:lnTo>
                    <a:pt x="3470" y="0"/>
                  </a:lnTo>
                  <a:cubicBezTo>
                    <a:pt x="3179" y="450"/>
                    <a:pt x="2703" y="675"/>
                    <a:pt x="2226" y="675"/>
                  </a:cubicBezTo>
                  <a:cubicBezTo>
                    <a:pt x="1750" y="675"/>
                    <a:pt x="1274" y="450"/>
                    <a:pt x="98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87"/>
            <p:cNvSpPr/>
            <p:nvPr/>
          </p:nvSpPr>
          <p:spPr>
            <a:xfrm>
              <a:off x="3128854" y="2189002"/>
              <a:ext cx="77765" cy="63707"/>
            </a:xfrm>
            <a:custGeom>
              <a:rect b="b" l="l" r="r" t="t"/>
              <a:pathLst>
                <a:path extrusionOk="0" h="2429" w="2965">
                  <a:moveTo>
                    <a:pt x="1141" y="0"/>
                  </a:moveTo>
                  <a:cubicBezTo>
                    <a:pt x="1049" y="0"/>
                    <a:pt x="960" y="55"/>
                    <a:pt x="920" y="142"/>
                  </a:cubicBezTo>
                  <a:cubicBezTo>
                    <a:pt x="838" y="311"/>
                    <a:pt x="723" y="460"/>
                    <a:pt x="583" y="585"/>
                  </a:cubicBezTo>
                  <a:cubicBezTo>
                    <a:pt x="448" y="701"/>
                    <a:pt x="304" y="802"/>
                    <a:pt x="145" y="884"/>
                  </a:cubicBezTo>
                  <a:cubicBezTo>
                    <a:pt x="54" y="932"/>
                    <a:pt x="1" y="1033"/>
                    <a:pt x="15" y="1139"/>
                  </a:cubicBezTo>
                  <a:cubicBezTo>
                    <a:pt x="111" y="1875"/>
                    <a:pt x="737" y="2428"/>
                    <a:pt x="1483" y="2428"/>
                  </a:cubicBezTo>
                  <a:cubicBezTo>
                    <a:pt x="2258" y="2428"/>
                    <a:pt x="2897" y="1831"/>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87"/>
            <p:cNvSpPr/>
            <p:nvPr/>
          </p:nvSpPr>
          <p:spPr>
            <a:xfrm>
              <a:off x="3128854" y="2189002"/>
              <a:ext cx="77765" cy="63077"/>
            </a:xfrm>
            <a:custGeom>
              <a:rect b="b" l="l" r="r" t="t"/>
              <a:pathLst>
                <a:path extrusionOk="0" h="2405" w="2965">
                  <a:moveTo>
                    <a:pt x="1141" y="0"/>
                  </a:moveTo>
                  <a:cubicBezTo>
                    <a:pt x="1049" y="0"/>
                    <a:pt x="960" y="55"/>
                    <a:pt x="920" y="142"/>
                  </a:cubicBezTo>
                  <a:cubicBezTo>
                    <a:pt x="862" y="263"/>
                    <a:pt x="785" y="373"/>
                    <a:pt x="694" y="470"/>
                  </a:cubicBezTo>
                  <a:cubicBezTo>
                    <a:pt x="660" y="513"/>
                    <a:pt x="622" y="547"/>
                    <a:pt x="583" y="585"/>
                  </a:cubicBezTo>
                  <a:cubicBezTo>
                    <a:pt x="453" y="701"/>
                    <a:pt x="304" y="802"/>
                    <a:pt x="145" y="879"/>
                  </a:cubicBezTo>
                  <a:cubicBezTo>
                    <a:pt x="54" y="927"/>
                    <a:pt x="1" y="1033"/>
                    <a:pt x="15" y="1139"/>
                  </a:cubicBezTo>
                  <a:cubicBezTo>
                    <a:pt x="102" y="1788"/>
                    <a:pt x="607" y="2308"/>
                    <a:pt x="1261" y="2404"/>
                  </a:cubicBezTo>
                  <a:cubicBezTo>
                    <a:pt x="963" y="2207"/>
                    <a:pt x="742" y="1932"/>
                    <a:pt x="742" y="1437"/>
                  </a:cubicBezTo>
                  <a:lnTo>
                    <a:pt x="742" y="1086"/>
                  </a:lnTo>
                  <a:cubicBezTo>
                    <a:pt x="800" y="1047"/>
                    <a:pt x="857" y="1004"/>
                    <a:pt x="915" y="951"/>
                  </a:cubicBezTo>
                  <a:cubicBezTo>
                    <a:pt x="1050" y="831"/>
                    <a:pt x="1170" y="691"/>
                    <a:pt x="1266" y="537"/>
                  </a:cubicBezTo>
                  <a:cubicBezTo>
                    <a:pt x="2493" y="797"/>
                    <a:pt x="2893" y="1394"/>
                    <a:pt x="2893" y="1394"/>
                  </a:cubicBezTo>
                  <a:cubicBezTo>
                    <a:pt x="2926" y="1288"/>
                    <a:pt x="2950" y="1177"/>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87"/>
            <p:cNvSpPr/>
            <p:nvPr/>
          </p:nvSpPr>
          <p:spPr>
            <a:xfrm>
              <a:off x="3204835" y="2286988"/>
              <a:ext cx="21218" cy="44849"/>
            </a:xfrm>
            <a:custGeom>
              <a:rect b="b" l="l" r="r" t="t"/>
              <a:pathLst>
                <a:path extrusionOk="0" h="1710" w="809">
                  <a:moveTo>
                    <a:pt x="660" y="1"/>
                  </a:moveTo>
                  <a:lnTo>
                    <a:pt x="116" y="554"/>
                  </a:lnTo>
                  <a:cubicBezTo>
                    <a:pt x="39" y="626"/>
                    <a:pt x="0" y="727"/>
                    <a:pt x="0" y="833"/>
                  </a:cubicBezTo>
                  <a:lnTo>
                    <a:pt x="0" y="1709"/>
                  </a:lnTo>
                  <a:lnTo>
                    <a:pt x="809" y="1709"/>
                  </a:lnTo>
                  <a:lnTo>
                    <a:pt x="809" y="444"/>
                  </a:lnTo>
                  <a:cubicBezTo>
                    <a:pt x="809" y="285"/>
                    <a:pt x="756" y="126"/>
                    <a:pt x="66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87"/>
            <p:cNvSpPr/>
            <p:nvPr/>
          </p:nvSpPr>
          <p:spPr>
            <a:xfrm>
              <a:off x="3109420" y="2286988"/>
              <a:ext cx="21244" cy="44849"/>
            </a:xfrm>
            <a:custGeom>
              <a:rect b="b" l="l" r="r" t="t"/>
              <a:pathLst>
                <a:path extrusionOk="0" h="1710" w="810">
                  <a:moveTo>
                    <a:pt x="155" y="1"/>
                  </a:moveTo>
                  <a:cubicBezTo>
                    <a:pt x="54" y="126"/>
                    <a:pt x="1" y="285"/>
                    <a:pt x="1" y="444"/>
                  </a:cubicBezTo>
                  <a:lnTo>
                    <a:pt x="1" y="1709"/>
                  </a:lnTo>
                  <a:lnTo>
                    <a:pt x="809" y="1709"/>
                  </a:lnTo>
                  <a:lnTo>
                    <a:pt x="809" y="833"/>
                  </a:lnTo>
                  <a:cubicBezTo>
                    <a:pt x="809" y="727"/>
                    <a:pt x="771" y="626"/>
                    <a:pt x="694" y="554"/>
                  </a:cubicBezTo>
                  <a:lnTo>
                    <a:pt x="155"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87"/>
            <p:cNvSpPr/>
            <p:nvPr/>
          </p:nvSpPr>
          <p:spPr>
            <a:xfrm>
              <a:off x="3332668" y="2162932"/>
              <a:ext cx="29821" cy="65543"/>
            </a:xfrm>
            <a:custGeom>
              <a:rect b="b" l="l" r="r" t="t"/>
              <a:pathLst>
                <a:path extrusionOk="0" h="2499" w="1137">
                  <a:moveTo>
                    <a:pt x="684" y="1"/>
                  </a:moveTo>
                  <a:cubicBezTo>
                    <a:pt x="304" y="1"/>
                    <a:pt x="1" y="309"/>
                    <a:pt x="1" y="684"/>
                  </a:cubicBezTo>
                  <a:lnTo>
                    <a:pt x="1" y="843"/>
                  </a:lnTo>
                  <a:cubicBezTo>
                    <a:pt x="1" y="1035"/>
                    <a:pt x="34" y="1233"/>
                    <a:pt x="97" y="1416"/>
                  </a:cubicBezTo>
                  <a:lnTo>
                    <a:pt x="458" y="2498"/>
                  </a:lnTo>
                  <a:lnTo>
                    <a:pt x="1136" y="2498"/>
                  </a:lnTo>
                  <a:lnTo>
                    <a:pt x="1136"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87"/>
            <p:cNvSpPr/>
            <p:nvPr/>
          </p:nvSpPr>
          <p:spPr>
            <a:xfrm>
              <a:off x="3344654" y="2157005"/>
              <a:ext cx="71470" cy="71601"/>
            </a:xfrm>
            <a:custGeom>
              <a:rect b="b" l="l" r="r" t="t"/>
              <a:pathLst>
                <a:path extrusionOk="0" h="2730" w="2725">
                  <a:moveTo>
                    <a:pt x="679" y="1"/>
                  </a:moveTo>
                  <a:cubicBezTo>
                    <a:pt x="304" y="1"/>
                    <a:pt x="1" y="304"/>
                    <a:pt x="1" y="679"/>
                  </a:cubicBezTo>
                  <a:cubicBezTo>
                    <a:pt x="1" y="934"/>
                    <a:pt x="203" y="1136"/>
                    <a:pt x="453" y="1136"/>
                  </a:cubicBezTo>
                  <a:lnTo>
                    <a:pt x="2272" y="2729"/>
                  </a:lnTo>
                  <a:lnTo>
                    <a:pt x="2657" y="1382"/>
                  </a:lnTo>
                  <a:cubicBezTo>
                    <a:pt x="2705" y="1218"/>
                    <a:pt x="2724" y="1050"/>
                    <a:pt x="2724" y="881"/>
                  </a:cubicBezTo>
                  <a:lnTo>
                    <a:pt x="2724"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87"/>
            <p:cNvSpPr/>
            <p:nvPr/>
          </p:nvSpPr>
          <p:spPr>
            <a:xfrm>
              <a:off x="3355381" y="2247122"/>
              <a:ext cx="38161" cy="33466"/>
            </a:xfrm>
            <a:custGeom>
              <a:rect b="b" l="l" r="r" t="t"/>
              <a:pathLst>
                <a:path extrusionOk="0" h="1276" w="1455">
                  <a:moveTo>
                    <a:pt x="1" y="0"/>
                  </a:moveTo>
                  <a:lnTo>
                    <a:pt x="1" y="1275"/>
                  </a:lnTo>
                  <a:lnTo>
                    <a:pt x="1454" y="1275"/>
                  </a:lnTo>
                  <a:lnTo>
                    <a:pt x="1454"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87"/>
            <p:cNvSpPr/>
            <p:nvPr/>
          </p:nvSpPr>
          <p:spPr>
            <a:xfrm>
              <a:off x="3355381" y="2247122"/>
              <a:ext cx="38161" cy="20720"/>
            </a:xfrm>
            <a:custGeom>
              <a:rect b="b" l="l" r="r" t="t"/>
              <a:pathLst>
                <a:path extrusionOk="0" h="790" w="1455">
                  <a:moveTo>
                    <a:pt x="1" y="0"/>
                  </a:moveTo>
                  <a:lnTo>
                    <a:pt x="1" y="645"/>
                  </a:lnTo>
                  <a:cubicBezTo>
                    <a:pt x="234" y="741"/>
                    <a:pt x="481" y="789"/>
                    <a:pt x="727" y="789"/>
                  </a:cubicBezTo>
                  <a:cubicBezTo>
                    <a:pt x="974" y="789"/>
                    <a:pt x="1221" y="741"/>
                    <a:pt x="1454" y="645"/>
                  </a:cubicBezTo>
                  <a:lnTo>
                    <a:pt x="1454"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87"/>
            <p:cNvSpPr/>
            <p:nvPr/>
          </p:nvSpPr>
          <p:spPr>
            <a:xfrm>
              <a:off x="3310847" y="2267816"/>
              <a:ext cx="127230" cy="64126"/>
            </a:xfrm>
            <a:custGeom>
              <a:rect b="b" l="l" r="r" t="t"/>
              <a:pathLst>
                <a:path extrusionOk="0" h="2445" w="4851">
                  <a:moveTo>
                    <a:pt x="1699" y="0"/>
                  </a:moveTo>
                  <a:lnTo>
                    <a:pt x="530" y="332"/>
                  </a:lnTo>
                  <a:cubicBezTo>
                    <a:pt x="217" y="424"/>
                    <a:pt x="0" y="708"/>
                    <a:pt x="0" y="1035"/>
                  </a:cubicBezTo>
                  <a:lnTo>
                    <a:pt x="0" y="2445"/>
                  </a:lnTo>
                  <a:lnTo>
                    <a:pt x="4851" y="2445"/>
                  </a:lnTo>
                  <a:lnTo>
                    <a:pt x="4851" y="1035"/>
                  </a:lnTo>
                  <a:cubicBezTo>
                    <a:pt x="4851" y="708"/>
                    <a:pt x="4634" y="424"/>
                    <a:pt x="4321" y="332"/>
                  </a:cubicBezTo>
                  <a:lnTo>
                    <a:pt x="3152" y="0"/>
                  </a:lnTo>
                  <a:lnTo>
                    <a:pt x="2425" y="482"/>
                  </a:lnTo>
                  <a:lnTo>
                    <a:pt x="1699"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87"/>
            <p:cNvSpPr/>
            <p:nvPr/>
          </p:nvSpPr>
          <p:spPr>
            <a:xfrm>
              <a:off x="3338596" y="2186799"/>
              <a:ext cx="71706" cy="65647"/>
            </a:xfrm>
            <a:custGeom>
              <a:rect b="b" l="l" r="r" t="t"/>
              <a:pathLst>
                <a:path extrusionOk="0" h="2503" w="2734">
                  <a:moveTo>
                    <a:pt x="877" y="0"/>
                  </a:moveTo>
                  <a:cubicBezTo>
                    <a:pt x="756" y="0"/>
                    <a:pt x="636" y="48"/>
                    <a:pt x="549" y="135"/>
                  </a:cubicBezTo>
                  <a:lnTo>
                    <a:pt x="136" y="549"/>
                  </a:lnTo>
                  <a:cubicBezTo>
                    <a:pt x="49" y="635"/>
                    <a:pt x="1" y="751"/>
                    <a:pt x="1" y="871"/>
                  </a:cubicBezTo>
                  <a:lnTo>
                    <a:pt x="1" y="1136"/>
                  </a:lnTo>
                  <a:cubicBezTo>
                    <a:pt x="1" y="1891"/>
                    <a:pt x="612" y="2502"/>
                    <a:pt x="1367" y="2502"/>
                  </a:cubicBezTo>
                  <a:cubicBezTo>
                    <a:pt x="2123" y="2502"/>
                    <a:pt x="2729" y="1891"/>
                    <a:pt x="2729" y="1136"/>
                  </a:cubicBezTo>
                  <a:lnTo>
                    <a:pt x="2729" y="847"/>
                  </a:lnTo>
                  <a:cubicBezTo>
                    <a:pt x="2734" y="727"/>
                    <a:pt x="2686" y="611"/>
                    <a:pt x="2599" y="525"/>
                  </a:cubicBezTo>
                  <a:cubicBezTo>
                    <a:pt x="2248" y="183"/>
                    <a:pt x="1603" y="24"/>
                    <a:pt x="877"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87"/>
            <p:cNvSpPr/>
            <p:nvPr/>
          </p:nvSpPr>
          <p:spPr>
            <a:xfrm>
              <a:off x="3338596" y="2186904"/>
              <a:ext cx="71470" cy="64021"/>
            </a:xfrm>
            <a:custGeom>
              <a:rect b="b" l="l" r="r" t="t"/>
              <a:pathLst>
                <a:path extrusionOk="0" h="2441" w="2725">
                  <a:moveTo>
                    <a:pt x="860" y="1"/>
                  </a:moveTo>
                  <a:cubicBezTo>
                    <a:pt x="745" y="1"/>
                    <a:pt x="632" y="48"/>
                    <a:pt x="549" y="131"/>
                  </a:cubicBezTo>
                  <a:lnTo>
                    <a:pt x="1" y="680"/>
                  </a:lnTo>
                  <a:lnTo>
                    <a:pt x="1" y="1132"/>
                  </a:lnTo>
                  <a:cubicBezTo>
                    <a:pt x="1" y="1738"/>
                    <a:pt x="405" y="2272"/>
                    <a:pt x="987" y="2441"/>
                  </a:cubicBezTo>
                  <a:cubicBezTo>
                    <a:pt x="790" y="2200"/>
                    <a:pt x="684" y="1897"/>
                    <a:pt x="684" y="1589"/>
                  </a:cubicBezTo>
                  <a:lnTo>
                    <a:pt x="684" y="1084"/>
                  </a:lnTo>
                  <a:cubicBezTo>
                    <a:pt x="689" y="830"/>
                    <a:pt x="896" y="626"/>
                    <a:pt x="1148" y="626"/>
                  </a:cubicBezTo>
                  <a:cubicBezTo>
                    <a:pt x="1154" y="626"/>
                    <a:pt x="1160" y="626"/>
                    <a:pt x="1165" y="627"/>
                  </a:cubicBezTo>
                  <a:cubicBezTo>
                    <a:pt x="1570" y="627"/>
                    <a:pt x="2378" y="680"/>
                    <a:pt x="2724" y="935"/>
                  </a:cubicBezTo>
                  <a:cubicBezTo>
                    <a:pt x="2710" y="838"/>
                    <a:pt x="2671" y="588"/>
                    <a:pt x="2599" y="521"/>
                  </a:cubicBezTo>
                  <a:cubicBezTo>
                    <a:pt x="2248" y="179"/>
                    <a:pt x="1603" y="20"/>
                    <a:pt x="877" y="1"/>
                  </a:cubicBezTo>
                  <a:cubicBezTo>
                    <a:pt x="871" y="1"/>
                    <a:pt x="866" y="1"/>
                    <a:pt x="86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87"/>
            <p:cNvSpPr/>
            <p:nvPr/>
          </p:nvSpPr>
          <p:spPr>
            <a:xfrm>
              <a:off x="3310847" y="2283972"/>
              <a:ext cx="25519" cy="47970"/>
            </a:xfrm>
            <a:custGeom>
              <a:rect b="b" l="l" r="r" t="t"/>
              <a:pathLst>
                <a:path extrusionOk="0" h="1829" w="973">
                  <a:moveTo>
                    <a:pt x="135" y="0"/>
                  </a:moveTo>
                  <a:cubicBezTo>
                    <a:pt x="48" y="125"/>
                    <a:pt x="0" y="270"/>
                    <a:pt x="0" y="419"/>
                  </a:cubicBezTo>
                  <a:lnTo>
                    <a:pt x="0" y="1829"/>
                  </a:lnTo>
                  <a:lnTo>
                    <a:pt x="972" y="1829"/>
                  </a:lnTo>
                  <a:lnTo>
                    <a:pt x="972" y="1141"/>
                  </a:lnTo>
                  <a:cubicBezTo>
                    <a:pt x="972" y="948"/>
                    <a:pt x="895" y="761"/>
                    <a:pt x="756" y="626"/>
                  </a:cubicBezTo>
                  <a:lnTo>
                    <a:pt x="135"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87"/>
            <p:cNvSpPr/>
            <p:nvPr/>
          </p:nvSpPr>
          <p:spPr>
            <a:xfrm>
              <a:off x="3412557" y="2283972"/>
              <a:ext cx="25519" cy="47970"/>
            </a:xfrm>
            <a:custGeom>
              <a:rect b="b" l="l" r="r" t="t"/>
              <a:pathLst>
                <a:path extrusionOk="0" h="1829" w="973">
                  <a:moveTo>
                    <a:pt x="838" y="0"/>
                  </a:moveTo>
                  <a:lnTo>
                    <a:pt x="217" y="626"/>
                  </a:lnTo>
                  <a:cubicBezTo>
                    <a:pt x="78" y="761"/>
                    <a:pt x="1" y="948"/>
                    <a:pt x="1" y="1141"/>
                  </a:cubicBezTo>
                  <a:lnTo>
                    <a:pt x="1" y="1829"/>
                  </a:lnTo>
                  <a:lnTo>
                    <a:pt x="973" y="1829"/>
                  </a:lnTo>
                  <a:lnTo>
                    <a:pt x="973" y="419"/>
                  </a:lnTo>
                  <a:cubicBezTo>
                    <a:pt x="973" y="270"/>
                    <a:pt x="924" y="125"/>
                    <a:pt x="838" y="0"/>
                  </a:cubicBez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87"/>
            <p:cNvSpPr/>
            <p:nvPr/>
          </p:nvSpPr>
          <p:spPr>
            <a:xfrm>
              <a:off x="3162425" y="2003311"/>
              <a:ext cx="180367" cy="155267"/>
            </a:xfrm>
            <a:custGeom>
              <a:rect b="b" l="l" r="r" t="t"/>
              <a:pathLst>
                <a:path extrusionOk="0" h="5920" w="6877">
                  <a:moveTo>
                    <a:pt x="6274" y="0"/>
                  </a:moveTo>
                  <a:cubicBezTo>
                    <a:pt x="6271" y="0"/>
                    <a:pt x="6269" y="0"/>
                    <a:pt x="6266" y="0"/>
                  </a:cubicBezTo>
                  <a:lnTo>
                    <a:pt x="607" y="0"/>
                  </a:lnTo>
                  <a:cubicBezTo>
                    <a:pt x="270" y="0"/>
                    <a:pt x="1" y="270"/>
                    <a:pt x="1" y="606"/>
                  </a:cubicBezTo>
                  <a:lnTo>
                    <a:pt x="1" y="3840"/>
                  </a:lnTo>
                  <a:cubicBezTo>
                    <a:pt x="1" y="4177"/>
                    <a:pt x="275" y="4446"/>
                    <a:pt x="607" y="4446"/>
                  </a:cubicBezTo>
                  <a:lnTo>
                    <a:pt x="2835" y="4446"/>
                  </a:lnTo>
                  <a:lnTo>
                    <a:pt x="2498" y="5793"/>
                  </a:lnTo>
                  <a:cubicBezTo>
                    <a:pt x="2480" y="5862"/>
                    <a:pt x="2533" y="5920"/>
                    <a:pt x="2592" y="5920"/>
                  </a:cubicBezTo>
                  <a:cubicBezTo>
                    <a:pt x="2612" y="5920"/>
                    <a:pt x="2633" y="5914"/>
                    <a:pt x="2652" y="5899"/>
                  </a:cubicBezTo>
                  <a:lnTo>
                    <a:pt x="4654" y="4446"/>
                  </a:lnTo>
                  <a:lnTo>
                    <a:pt x="6270" y="4446"/>
                  </a:lnTo>
                  <a:cubicBezTo>
                    <a:pt x="6602" y="4446"/>
                    <a:pt x="6877" y="4177"/>
                    <a:pt x="6877" y="3840"/>
                  </a:cubicBezTo>
                  <a:lnTo>
                    <a:pt x="6877" y="606"/>
                  </a:lnTo>
                  <a:cubicBezTo>
                    <a:pt x="6877" y="272"/>
                    <a:pt x="6607" y="0"/>
                    <a:pt x="627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87"/>
            <p:cNvSpPr/>
            <p:nvPr/>
          </p:nvSpPr>
          <p:spPr>
            <a:xfrm>
              <a:off x="3104515" y="2146723"/>
              <a:ext cx="126600" cy="190149"/>
            </a:xfrm>
            <a:custGeom>
              <a:rect b="b" l="l" r="r" t="t"/>
              <a:pathLst>
                <a:path extrusionOk="0" h="7250" w="4827">
                  <a:moveTo>
                    <a:pt x="2411" y="376"/>
                  </a:moveTo>
                  <a:cubicBezTo>
                    <a:pt x="2463" y="376"/>
                    <a:pt x="2514" y="378"/>
                    <a:pt x="2565" y="383"/>
                  </a:cubicBezTo>
                  <a:cubicBezTo>
                    <a:pt x="3388" y="460"/>
                    <a:pt x="4037" y="1182"/>
                    <a:pt x="4042" y="2029"/>
                  </a:cubicBezTo>
                  <a:cubicBezTo>
                    <a:pt x="4042" y="2828"/>
                    <a:pt x="4234" y="3573"/>
                    <a:pt x="4398" y="3963"/>
                  </a:cubicBezTo>
                  <a:cubicBezTo>
                    <a:pt x="4398" y="3968"/>
                    <a:pt x="4398" y="3978"/>
                    <a:pt x="4393" y="3978"/>
                  </a:cubicBezTo>
                  <a:cubicBezTo>
                    <a:pt x="4225" y="4093"/>
                    <a:pt x="3850" y="4310"/>
                    <a:pt x="3214" y="4439"/>
                  </a:cubicBezTo>
                  <a:cubicBezTo>
                    <a:pt x="3210" y="4420"/>
                    <a:pt x="3205" y="4401"/>
                    <a:pt x="3205" y="4382"/>
                  </a:cubicBezTo>
                  <a:lnTo>
                    <a:pt x="3205" y="4002"/>
                  </a:lnTo>
                  <a:cubicBezTo>
                    <a:pt x="3455" y="3857"/>
                    <a:pt x="3667" y="3650"/>
                    <a:pt x="3806" y="3400"/>
                  </a:cubicBezTo>
                  <a:cubicBezTo>
                    <a:pt x="4071" y="2929"/>
                    <a:pt x="3979" y="2337"/>
                    <a:pt x="3580" y="1966"/>
                  </a:cubicBezTo>
                  <a:cubicBezTo>
                    <a:pt x="3301" y="1711"/>
                    <a:pt x="2801" y="1408"/>
                    <a:pt x="2007" y="1408"/>
                  </a:cubicBezTo>
                  <a:cubicBezTo>
                    <a:pt x="1959" y="1408"/>
                    <a:pt x="1910" y="1427"/>
                    <a:pt x="1877" y="1466"/>
                  </a:cubicBezTo>
                  <a:lnTo>
                    <a:pt x="1473" y="1870"/>
                  </a:lnTo>
                  <a:cubicBezTo>
                    <a:pt x="1332" y="2006"/>
                    <a:pt x="1458" y="2194"/>
                    <a:pt x="1604" y="2194"/>
                  </a:cubicBezTo>
                  <a:cubicBezTo>
                    <a:pt x="1649" y="2194"/>
                    <a:pt x="1696" y="2176"/>
                    <a:pt x="1737" y="2135"/>
                  </a:cubicBezTo>
                  <a:lnTo>
                    <a:pt x="2084" y="1788"/>
                  </a:lnTo>
                  <a:cubicBezTo>
                    <a:pt x="2589" y="1803"/>
                    <a:pt x="3007" y="1957"/>
                    <a:pt x="3325" y="2245"/>
                  </a:cubicBezTo>
                  <a:cubicBezTo>
                    <a:pt x="3595" y="2496"/>
                    <a:pt x="3657" y="2895"/>
                    <a:pt x="3479" y="3212"/>
                  </a:cubicBezTo>
                  <a:cubicBezTo>
                    <a:pt x="3257" y="3605"/>
                    <a:pt x="2847" y="3834"/>
                    <a:pt x="2414" y="3834"/>
                  </a:cubicBezTo>
                  <a:cubicBezTo>
                    <a:pt x="2311" y="3834"/>
                    <a:pt x="2206" y="3821"/>
                    <a:pt x="2103" y="3795"/>
                  </a:cubicBezTo>
                  <a:cubicBezTo>
                    <a:pt x="1564" y="3655"/>
                    <a:pt x="1189" y="3169"/>
                    <a:pt x="1189" y="2611"/>
                  </a:cubicBezTo>
                  <a:cubicBezTo>
                    <a:pt x="1189" y="2486"/>
                    <a:pt x="1094" y="2423"/>
                    <a:pt x="999" y="2423"/>
                  </a:cubicBezTo>
                  <a:cubicBezTo>
                    <a:pt x="904" y="2423"/>
                    <a:pt x="809" y="2486"/>
                    <a:pt x="809" y="2611"/>
                  </a:cubicBezTo>
                  <a:cubicBezTo>
                    <a:pt x="809" y="3188"/>
                    <a:pt x="1116" y="3718"/>
                    <a:pt x="1617" y="4006"/>
                  </a:cubicBezTo>
                  <a:lnTo>
                    <a:pt x="1617" y="4382"/>
                  </a:lnTo>
                  <a:cubicBezTo>
                    <a:pt x="1617" y="4406"/>
                    <a:pt x="1617" y="4425"/>
                    <a:pt x="1612" y="4444"/>
                  </a:cubicBezTo>
                  <a:cubicBezTo>
                    <a:pt x="972" y="4310"/>
                    <a:pt x="602" y="4098"/>
                    <a:pt x="433" y="3982"/>
                  </a:cubicBezTo>
                  <a:cubicBezTo>
                    <a:pt x="424" y="3978"/>
                    <a:pt x="424" y="3973"/>
                    <a:pt x="424" y="3968"/>
                  </a:cubicBezTo>
                  <a:lnTo>
                    <a:pt x="424" y="3963"/>
                  </a:lnTo>
                  <a:cubicBezTo>
                    <a:pt x="587" y="3573"/>
                    <a:pt x="780" y="2828"/>
                    <a:pt x="780" y="2029"/>
                  </a:cubicBezTo>
                  <a:cubicBezTo>
                    <a:pt x="784" y="1182"/>
                    <a:pt x="1434" y="460"/>
                    <a:pt x="2257" y="383"/>
                  </a:cubicBezTo>
                  <a:cubicBezTo>
                    <a:pt x="2307" y="378"/>
                    <a:pt x="2359" y="376"/>
                    <a:pt x="2411" y="376"/>
                  </a:cubicBezTo>
                  <a:close/>
                  <a:moveTo>
                    <a:pt x="2825" y="4160"/>
                  </a:moveTo>
                  <a:lnTo>
                    <a:pt x="2825" y="4382"/>
                  </a:lnTo>
                  <a:cubicBezTo>
                    <a:pt x="2825" y="4608"/>
                    <a:pt x="2950" y="4815"/>
                    <a:pt x="3152" y="4916"/>
                  </a:cubicBezTo>
                  <a:lnTo>
                    <a:pt x="3272" y="4974"/>
                  </a:lnTo>
                  <a:cubicBezTo>
                    <a:pt x="3089" y="5272"/>
                    <a:pt x="2762" y="5455"/>
                    <a:pt x="2411" y="5455"/>
                  </a:cubicBezTo>
                  <a:cubicBezTo>
                    <a:pt x="2055" y="5455"/>
                    <a:pt x="1728" y="5272"/>
                    <a:pt x="1545" y="4974"/>
                  </a:cubicBezTo>
                  <a:lnTo>
                    <a:pt x="1665" y="4911"/>
                  </a:lnTo>
                  <a:cubicBezTo>
                    <a:pt x="1862" y="4815"/>
                    <a:pt x="1992" y="4608"/>
                    <a:pt x="1992" y="4382"/>
                  </a:cubicBezTo>
                  <a:lnTo>
                    <a:pt x="1992" y="4160"/>
                  </a:lnTo>
                  <a:cubicBezTo>
                    <a:pt x="2127" y="4196"/>
                    <a:pt x="2266" y="4214"/>
                    <a:pt x="2407" y="4214"/>
                  </a:cubicBezTo>
                  <a:cubicBezTo>
                    <a:pt x="2547" y="4214"/>
                    <a:pt x="2687" y="4196"/>
                    <a:pt x="2825" y="4160"/>
                  </a:cubicBezTo>
                  <a:close/>
                  <a:moveTo>
                    <a:pt x="2411" y="1"/>
                  </a:moveTo>
                  <a:cubicBezTo>
                    <a:pt x="2348" y="1"/>
                    <a:pt x="2286" y="3"/>
                    <a:pt x="2223" y="8"/>
                  </a:cubicBezTo>
                  <a:cubicBezTo>
                    <a:pt x="1208" y="104"/>
                    <a:pt x="409" y="989"/>
                    <a:pt x="404" y="2029"/>
                  </a:cubicBezTo>
                  <a:cubicBezTo>
                    <a:pt x="400" y="2775"/>
                    <a:pt x="221" y="3463"/>
                    <a:pt x="72" y="3824"/>
                  </a:cubicBezTo>
                  <a:cubicBezTo>
                    <a:pt x="5" y="3992"/>
                    <a:pt x="63" y="4184"/>
                    <a:pt x="212" y="4290"/>
                  </a:cubicBezTo>
                  <a:cubicBezTo>
                    <a:pt x="515" y="4488"/>
                    <a:pt x="842" y="4637"/>
                    <a:pt x="1193" y="4728"/>
                  </a:cubicBezTo>
                  <a:lnTo>
                    <a:pt x="438" y="5108"/>
                  </a:lnTo>
                  <a:cubicBezTo>
                    <a:pt x="169" y="5238"/>
                    <a:pt x="0" y="5517"/>
                    <a:pt x="0" y="5820"/>
                  </a:cubicBezTo>
                  <a:lnTo>
                    <a:pt x="0" y="7062"/>
                  </a:lnTo>
                  <a:cubicBezTo>
                    <a:pt x="0" y="7187"/>
                    <a:pt x="94" y="7249"/>
                    <a:pt x="188" y="7249"/>
                  </a:cubicBezTo>
                  <a:cubicBezTo>
                    <a:pt x="282" y="7249"/>
                    <a:pt x="375" y="7187"/>
                    <a:pt x="375" y="7062"/>
                  </a:cubicBezTo>
                  <a:lnTo>
                    <a:pt x="375" y="5820"/>
                  </a:lnTo>
                  <a:cubicBezTo>
                    <a:pt x="375" y="5662"/>
                    <a:pt x="467" y="5517"/>
                    <a:pt x="606" y="5445"/>
                  </a:cubicBezTo>
                  <a:lnTo>
                    <a:pt x="1203" y="5147"/>
                  </a:lnTo>
                  <a:cubicBezTo>
                    <a:pt x="1475" y="5604"/>
                    <a:pt x="1943" y="5832"/>
                    <a:pt x="2411" y="5832"/>
                  </a:cubicBezTo>
                  <a:cubicBezTo>
                    <a:pt x="2879" y="5832"/>
                    <a:pt x="3347" y="5604"/>
                    <a:pt x="3619" y="5147"/>
                  </a:cubicBezTo>
                  <a:lnTo>
                    <a:pt x="4215" y="5445"/>
                  </a:lnTo>
                  <a:cubicBezTo>
                    <a:pt x="4355" y="5517"/>
                    <a:pt x="4446" y="5662"/>
                    <a:pt x="4446" y="5820"/>
                  </a:cubicBezTo>
                  <a:lnTo>
                    <a:pt x="4446" y="7062"/>
                  </a:lnTo>
                  <a:cubicBezTo>
                    <a:pt x="4446" y="7187"/>
                    <a:pt x="4540" y="7249"/>
                    <a:pt x="4634" y="7249"/>
                  </a:cubicBezTo>
                  <a:cubicBezTo>
                    <a:pt x="4728" y="7249"/>
                    <a:pt x="4822" y="7187"/>
                    <a:pt x="4822" y="7062"/>
                  </a:cubicBezTo>
                  <a:lnTo>
                    <a:pt x="4822" y="5820"/>
                  </a:lnTo>
                  <a:cubicBezTo>
                    <a:pt x="4826" y="5517"/>
                    <a:pt x="4653" y="5238"/>
                    <a:pt x="4384" y="5108"/>
                  </a:cubicBezTo>
                  <a:lnTo>
                    <a:pt x="3633" y="4728"/>
                  </a:lnTo>
                  <a:cubicBezTo>
                    <a:pt x="3979" y="4637"/>
                    <a:pt x="4311" y="4488"/>
                    <a:pt x="4610" y="4290"/>
                  </a:cubicBezTo>
                  <a:cubicBezTo>
                    <a:pt x="4759" y="4184"/>
                    <a:pt x="4817" y="3992"/>
                    <a:pt x="4749" y="3824"/>
                  </a:cubicBezTo>
                  <a:cubicBezTo>
                    <a:pt x="4595" y="3463"/>
                    <a:pt x="4422" y="2775"/>
                    <a:pt x="4417" y="2029"/>
                  </a:cubicBezTo>
                  <a:cubicBezTo>
                    <a:pt x="4417" y="989"/>
                    <a:pt x="3619" y="104"/>
                    <a:pt x="2598" y="8"/>
                  </a:cubicBezTo>
                  <a:cubicBezTo>
                    <a:pt x="2536" y="3"/>
                    <a:pt x="2473" y="1"/>
                    <a:pt x="24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87"/>
            <p:cNvSpPr/>
            <p:nvPr/>
          </p:nvSpPr>
          <p:spPr>
            <a:xfrm>
              <a:off x="3125707" y="2305662"/>
              <a:ext cx="9993" cy="31211"/>
            </a:xfrm>
            <a:custGeom>
              <a:rect b="b" l="l" r="r" t="t"/>
              <a:pathLst>
                <a:path extrusionOk="0" h="1190" w="381">
                  <a:moveTo>
                    <a:pt x="188" y="1"/>
                  </a:moveTo>
                  <a:cubicBezTo>
                    <a:pt x="82" y="1"/>
                    <a:pt x="1" y="88"/>
                    <a:pt x="1" y="193"/>
                  </a:cubicBezTo>
                  <a:lnTo>
                    <a:pt x="1" y="1002"/>
                  </a:lnTo>
                  <a:cubicBezTo>
                    <a:pt x="1" y="1127"/>
                    <a:pt x="94"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87"/>
            <p:cNvSpPr/>
            <p:nvPr/>
          </p:nvSpPr>
          <p:spPr>
            <a:xfrm>
              <a:off x="3199904" y="2305662"/>
              <a:ext cx="9993" cy="31211"/>
            </a:xfrm>
            <a:custGeom>
              <a:rect b="b" l="l" r="r" t="t"/>
              <a:pathLst>
                <a:path extrusionOk="0" h="1190" w="381">
                  <a:moveTo>
                    <a:pt x="188" y="1"/>
                  </a:moveTo>
                  <a:cubicBezTo>
                    <a:pt x="83" y="1"/>
                    <a:pt x="1" y="88"/>
                    <a:pt x="1" y="193"/>
                  </a:cubicBezTo>
                  <a:lnTo>
                    <a:pt x="1" y="1002"/>
                  </a:lnTo>
                  <a:cubicBezTo>
                    <a:pt x="1" y="1127"/>
                    <a:pt x="95"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87"/>
            <p:cNvSpPr/>
            <p:nvPr/>
          </p:nvSpPr>
          <p:spPr>
            <a:xfrm>
              <a:off x="3348326" y="2182340"/>
              <a:ext cx="54632" cy="16838"/>
            </a:xfrm>
            <a:custGeom>
              <a:rect b="b" l="l" r="r" t="t"/>
              <a:pathLst>
                <a:path extrusionOk="0" h="642" w="2083">
                  <a:moveTo>
                    <a:pt x="741" y="1"/>
                  </a:moveTo>
                  <a:cubicBezTo>
                    <a:pt x="562" y="1"/>
                    <a:pt x="364" y="18"/>
                    <a:pt x="150" y="60"/>
                  </a:cubicBezTo>
                  <a:cubicBezTo>
                    <a:pt x="63" y="79"/>
                    <a:pt x="0" y="156"/>
                    <a:pt x="0" y="247"/>
                  </a:cubicBezTo>
                  <a:lnTo>
                    <a:pt x="0" y="449"/>
                  </a:lnTo>
                  <a:cubicBezTo>
                    <a:pt x="0" y="575"/>
                    <a:pt x="94" y="637"/>
                    <a:pt x="188" y="637"/>
                  </a:cubicBezTo>
                  <a:cubicBezTo>
                    <a:pt x="282" y="637"/>
                    <a:pt x="376" y="575"/>
                    <a:pt x="376" y="449"/>
                  </a:cubicBezTo>
                  <a:lnTo>
                    <a:pt x="376" y="406"/>
                  </a:lnTo>
                  <a:cubicBezTo>
                    <a:pt x="496" y="388"/>
                    <a:pt x="617" y="378"/>
                    <a:pt x="738" y="378"/>
                  </a:cubicBezTo>
                  <a:cubicBezTo>
                    <a:pt x="931" y="378"/>
                    <a:pt x="1123" y="402"/>
                    <a:pt x="1309" y="449"/>
                  </a:cubicBezTo>
                  <a:cubicBezTo>
                    <a:pt x="1444" y="483"/>
                    <a:pt x="1579" y="536"/>
                    <a:pt x="1699" y="608"/>
                  </a:cubicBezTo>
                  <a:cubicBezTo>
                    <a:pt x="1735" y="631"/>
                    <a:pt x="1771" y="641"/>
                    <a:pt x="1805" y="641"/>
                  </a:cubicBezTo>
                  <a:cubicBezTo>
                    <a:pt x="1969" y="641"/>
                    <a:pt x="2082" y="406"/>
                    <a:pt x="1911" y="291"/>
                  </a:cubicBezTo>
                  <a:cubicBezTo>
                    <a:pt x="1888" y="275"/>
                    <a:pt x="1463" y="1"/>
                    <a:pt x="7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87"/>
            <p:cNvSpPr/>
            <p:nvPr/>
          </p:nvSpPr>
          <p:spPr>
            <a:xfrm>
              <a:off x="3305785" y="2151969"/>
              <a:ext cx="137222" cy="185009"/>
            </a:xfrm>
            <a:custGeom>
              <a:rect b="b" l="l" r="r" t="t"/>
              <a:pathLst>
                <a:path extrusionOk="0" h="7054" w="5232">
                  <a:moveTo>
                    <a:pt x="4048" y="380"/>
                  </a:moveTo>
                  <a:lnTo>
                    <a:pt x="4048" y="1319"/>
                  </a:lnTo>
                  <a:cubicBezTo>
                    <a:pt x="4048" y="1478"/>
                    <a:pt x="4009" y="1636"/>
                    <a:pt x="3937" y="1776"/>
                  </a:cubicBezTo>
                  <a:lnTo>
                    <a:pt x="3865" y="1925"/>
                  </a:lnTo>
                  <a:cubicBezTo>
                    <a:pt x="3850" y="1954"/>
                    <a:pt x="3845" y="1983"/>
                    <a:pt x="3845" y="2012"/>
                  </a:cubicBezTo>
                  <a:lnTo>
                    <a:pt x="3845" y="2416"/>
                  </a:lnTo>
                  <a:cubicBezTo>
                    <a:pt x="3845" y="3090"/>
                    <a:pt x="3296" y="3639"/>
                    <a:pt x="2623" y="3639"/>
                  </a:cubicBezTo>
                  <a:cubicBezTo>
                    <a:pt x="2609" y="3639"/>
                    <a:pt x="2594" y="3638"/>
                    <a:pt x="2580" y="3638"/>
                  </a:cubicBezTo>
                  <a:cubicBezTo>
                    <a:pt x="1926" y="3619"/>
                    <a:pt x="1391" y="3041"/>
                    <a:pt x="1391" y="2353"/>
                  </a:cubicBezTo>
                  <a:lnTo>
                    <a:pt x="1391" y="2012"/>
                  </a:lnTo>
                  <a:cubicBezTo>
                    <a:pt x="1391" y="1983"/>
                    <a:pt x="1387" y="1949"/>
                    <a:pt x="1372" y="1925"/>
                  </a:cubicBezTo>
                  <a:lnTo>
                    <a:pt x="1300" y="1776"/>
                  </a:lnTo>
                  <a:cubicBezTo>
                    <a:pt x="1228" y="1636"/>
                    <a:pt x="1189" y="1478"/>
                    <a:pt x="1189" y="1319"/>
                  </a:cubicBezTo>
                  <a:cubicBezTo>
                    <a:pt x="1189" y="799"/>
                    <a:pt x="1613" y="380"/>
                    <a:pt x="2128" y="380"/>
                  </a:cubicBezTo>
                  <a:close/>
                  <a:moveTo>
                    <a:pt x="1998" y="3888"/>
                  </a:moveTo>
                  <a:cubicBezTo>
                    <a:pt x="2181" y="3965"/>
                    <a:pt x="2373" y="4008"/>
                    <a:pt x="2570" y="4018"/>
                  </a:cubicBezTo>
                  <a:lnTo>
                    <a:pt x="2618" y="4018"/>
                  </a:lnTo>
                  <a:cubicBezTo>
                    <a:pt x="2830" y="4018"/>
                    <a:pt x="3042" y="3975"/>
                    <a:pt x="3239" y="3893"/>
                  </a:cubicBezTo>
                  <a:lnTo>
                    <a:pt x="3239" y="4153"/>
                  </a:lnTo>
                  <a:cubicBezTo>
                    <a:pt x="3239" y="4211"/>
                    <a:pt x="3244" y="4268"/>
                    <a:pt x="3263" y="4321"/>
                  </a:cubicBezTo>
                  <a:lnTo>
                    <a:pt x="2618" y="4802"/>
                  </a:lnTo>
                  <a:lnTo>
                    <a:pt x="1974" y="4321"/>
                  </a:lnTo>
                  <a:cubicBezTo>
                    <a:pt x="1993" y="4268"/>
                    <a:pt x="1998" y="4211"/>
                    <a:pt x="1998" y="4153"/>
                  </a:cubicBezTo>
                  <a:lnTo>
                    <a:pt x="1998" y="3888"/>
                  </a:lnTo>
                  <a:close/>
                  <a:moveTo>
                    <a:pt x="2132" y="0"/>
                  </a:moveTo>
                  <a:cubicBezTo>
                    <a:pt x="1401" y="5"/>
                    <a:pt x="814" y="592"/>
                    <a:pt x="814" y="1319"/>
                  </a:cubicBezTo>
                  <a:cubicBezTo>
                    <a:pt x="814" y="1535"/>
                    <a:pt x="862" y="1752"/>
                    <a:pt x="963" y="1944"/>
                  </a:cubicBezTo>
                  <a:lnTo>
                    <a:pt x="1016" y="2055"/>
                  </a:lnTo>
                  <a:lnTo>
                    <a:pt x="1016" y="2353"/>
                  </a:lnTo>
                  <a:cubicBezTo>
                    <a:pt x="1016" y="2854"/>
                    <a:pt x="1237" y="3330"/>
                    <a:pt x="1622" y="3652"/>
                  </a:cubicBezTo>
                  <a:lnTo>
                    <a:pt x="1622" y="4153"/>
                  </a:lnTo>
                  <a:cubicBezTo>
                    <a:pt x="1618" y="4244"/>
                    <a:pt x="1565" y="4326"/>
                    <a:pt x="1483" y="4355"/>
                  </a:cubicBezTo>
                  <a:lnTo>
                    <a:pt x="521" y="4716"/>
                  </a:lnTo>
                  <a:cubicBezTo>
                    <a:pt x="208" y="4836"/>
                    <a:pt x="1" y="5130"/>
                    <a:pt x="1" y="5462"/>
                  </a:cubicBezTo>
                  <a:lnTo>
                    <a:pt x="1" y="6862"/>
                  </a:lnTo>
                  <a:cubicBezTo>
                    <a:pt x="1" y="6987"/>
                    <a:pt x="96" y="7049"/>
                    <a:pt x="191" y="7049"/>
                  </a:cubicBezTo>
                  <a:cubicBezTo>
                    <a:pt x="286" y="7049"/>
                    <a:pt x="381" y="6987"/>
                    <a:pt x="381" y="6862"/>
                  </a:cubicBezTo>
                  <a:lnTo>
                    <a:pt x="381" y="5466"/>
                  </a:lnTo>
                  <a:cubicBezTo>
                    <a:pt x="381" y="5288"/>
                    <a:pt x="487" y="5134"/>
                    <a:pt x="650" y="5072"/>
                  </a:cubicBezTo>
                  <a:lnTo>
                    <a:pt x="1613" y="4711"/>
                  </a:lnTo>
                  <a:cubicBezTo>
                    <a:pt x="1666" y="4692"/>
                    <a:pt x="1714" y="4668"/>
                    <a:pt x="1757" y="4634"/>
                  </a:cubicBezTo>
                  <a:lnTo>
                    <a:pt x="2431" y="5139"/>
                  </a:lnTo>
                  <a:lnTo>
                    <a:pt x="2431" y="6862"/>
                  </a:lnTo>
                  <a:cubicBezTo>
                    <a:pt x="2431" y="6989"/>
                    <a:pt x="2525" y="7053"/>
                    <a:pt x="2618" y="7053"/>
                  </a:cubicBezTo>
                  <a:cubicBezTo>
                    <a:pt x="2712" y="7053"/>
                    <a:pt x="2806" y="6989"/>
                    <a:pt x="2806" y="6862"/>
                  </a:cubicBezTo>
                  <a:lnTo>
                    <a:pt x="2806" y="5134"/>
                  </a:lnTo>
                  <a:lnTo>
                    <a:pt x="3480" y="4634"/>
                  </a:lnTo>
                  <a:cubicBezTo>
                    <a:pt x="3523" y="4663"/>
                    <a:pt x="3571" y="4692"/>
                    <a:pt x="3624" y="4711"/>
                  </a:cubicBezTo>
                  <a:lnTo>
                    <a:pt x="4586" y="5072"/>
                  </a:lnTo>
                  <a:cubicBezTo>
                    <a:pt x="4745" y="5134"/>
                    <a:pt x="4856" y="5288"/>
                    <a:pt x="4856" y="5462"/>
                  </a:cubicBezTo>
                  <a:lnTo>
                    <a:pt x="4856" y="6862"/>
                  </a:lnTo>
                  <a:cubicBezTo>
                    <a:pt x="4856" y="6987"/>
                    <a:pt x="4950" y="7049"/>
                    <a:pt x="5044" y="7049"/>
                  </a:cubicBezTo>
                  <a:cubicBezTo>
                    <a:pt x="5137" y="7049"/>
                    <a:pt x="5231" y="6987"/>
                    <a:pt x="5231" y="6862"/>
                  </a:cubicBezTo>
                  <a:lnTo>
                    <a:pt x="5231" y="5466"/>
                  </a:lnTo>
                  <a:cubicBezTo>
                    <a:pt x="5231" y="5130"/>
                    <a:pt x="5029" y="4836"/>
                    <a:pt x="4716" y="4716"/>
                  </a:cubicBezTo>
                  <a:lnTo>
                    <a:pt x="3754" y="4355"/>
                  </a:lnTo>
                  <a:cubicBezTo>
                    <a:pt x="3672" y="4326"/>
                    <a:pt x="3614" y="4244"/>
                    <a:pt x="3614" y="4153"/>
                  </a:cubicBezTo>
                  <a:lnTo>
                    <a:pt x="3614" y="3672"/>
                  </a:lnTo>
                  <a:cubicBezTo>
                    <a:pt x="3653" y="3638"/>
                    <a:pt x="3696" y="3599"/>
                    <a:pt x="3735" y="3566"/>
                  </a:cubicBezTo>
                  <a:cubicBezTo>
                    <a:pt x="4048" y="3263"/>
                    <a:pt x="4226" y="2849"/>
                    <a:pt x="4221" y="2411"/>
                  </a:cubicBezTo>
                  <a:lnTo>
                    <a:pt x="4221" y="2050"/>
                  </a:lnTo>
                  <a:lnTo>
                    <a:pt x="4279" y="1944"/>
                  </a:lnTo>
                  <a:cubicBezTo>
                    <a:pt x="4375" y="1747"/>
                    <a:pt x="4423" y="1535"/>
                    <a:pt x="4423" y="1319"/>
                  </a:cubicBezTo>
                  <a:lnTo>
                    <a:pt x="4423" y="193"/>
                  </a:lnTo>
                  <a:cubicBezTo>
                    <a:pt x="4423" y="87"/>
                    <a:pt x="4341" y="0"/>
                    <a:pt x="4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87"/>
            <p:cNvSpPr/>
            <p:nvPr/>
          </p:nvSpPr>
          <p:spPr>
            <a:xfrm>
              <a:off x="3332432" y="2300364"/>
              <a:ext cx="9862" cy="36482"/>
            </a:xfrm>
            <a:custGeom>
              <a:rect b="b" l="l" r="r" t="t"/>
              <a:pathLst>
                <a:path extrusionOk="0" h="1391" w="376">
                  <a:moveTo>
                    <a:pt x="188" y="1"/>
                  </a:moveTo>
                  <a:cubicBezTo>
                    <a:pt x="82" y="1"/>
                    <a:pt x="0" y="88"/>
                    <a:pt x="0" y="193"/>
                  </a:cubicBezTo>
                  <a:lnTo>
                    <a:pt x="0" y="1199"/>
                  </a:lnTo>
                  <a:cubicBezTo>
                    <a:pt x="0" y="1327"/>
                    <a:pt x="94" y="1390"/>
                    <a:pt x="188" y="1390"/>
                  </a:cubicBezTo>
                  <a:cubicBezTo>
                    <a:pt x="282" y="1390"/>
                    <a:pt x="375" y="1327"/>
                    <a:pt x="375" y="1199"/>
                  </a:cubicBezTo>
                  <a:lnTo>
                    <a:pt x="375" y="189"/>
                  </a:lnTo>
                  <a:cubicBezTo>
                    <a:pt x="375"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87"/>
            <p:cNvSpPr/>
            <p:nvPr/>
          </p:nvSpPr>
          <p:spPr>
            <a:xfrm>
              <a:off x="3406630" y="2300364"/>
              <a:ext cx="9862" cy="36482"/>
            </a:xfrm>
            <a:custGeom>
              <a:rect b="b" l="l" r="r" t="t"/>
              <a:pathLst>
                <a:path extrusionOk="0" h="1391" w="376">
                  <a:moveTo>
                    <a:pt x="188" y="1"/>
                  </a:moveTo>
                  <a:cubicBezTo>
                    <a:pt x="82" y="1"/>
                    <a:pt x="0" y="88"/>
                    <a:pt x="0" y="193"/>
                  </a:cubicBezTo>
                  <a:lnTo>
                    <a:pt x="0" y="1199"/>
                  </a:lnTo>
                  <a:cubicBezTo>
                    <a:pt x="0" y="1327"/>
                    <a:pt x="94" y="1390"/>
                    <a:pt x="188" y="1390"/>
                  </a:cubicBezTo>
                  <a:cubicBezTo>
                    <a:pt x="282" y="1390"/>
                    <a:pt x="376" y="1327"/>
                    <a:pt x="376" y="1199"/>
                  </a:cubicBezTo>
                  <a:lnTo>
                    <a:pt x="376" y="189"/>
                  </a:lnTo>
                  <a:cubicBezTo>
                    <a:pt x="376"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87"/>
            <p:cNvSpPr/>
            <p:nvPr/>
          </p:nvSpPr>
          <p:spPr>
            <a:xfrm>
              <a:off x="3157521" y="1998381"/>
              <a:ext cx="211263" cy="176537"/>
            </a:xfrm>
            <a:custGeom>
              <a:rect b="b" l="l" r="r" t="t"/>
              <a:pathLst>
                <a:path extrusionOk="0" h="6731" w="8055">
                  <a:moveTo>
                    <a:pt x="2776" y="4827"/>
                  </a:moveTo>
                  <a:lnTo>
                    <a:pt x="2666" y="5255"/>
                  </a:lnTo>
                  <a:lnTo>
                    <a:pt x="2411" y="5250"/>
                  </a:lnTo>
                  <a:cubicBezTo>
                    <a:pt x="2180" y="5250"/>
                    <a:pt x="1992" y="5067"/>
                    <a:pt x="1992" y="4836"/>
                  </a:cubicBezTo>
                  <a:lnTo>
                    <a:pt x="1992" y="4827"/>
                  </a:lnTo>
                  <a:close/>
                  <a:moveTo>
                    <a:pt x="6453" y="376"/>
                  </a:moveTo>
                  <a:cubicBezTo>
                    <a:pt x="6684" y="376"/>
                    <a:pt x="6871" y="563"/>
                    <a:pt x="6871" y="794"/>
                  </a:cubicBezTo>
                  <a:lnTo>
                    <a:pt x="6871" y="4028"/>
                  </a:lnTo>
                  <a:cubicBezTo>
                    <a:pt x="6871" y="4259"/>
                    <a:pt x="6684" y="4446"/>
                    <a:pt x="6453" y="4446"/>
                  </a:cubicBezTo>
                  <a:lnTo>
                    <a:pt x="4836" y="4446"/>
                  </a:lnTo>
                  <a:cubicBezTo>
                    <a:pt x="4797" y="4446"/>
                    <a:pt x="4759" y="4456"/>
                    <a:pt x="4725" y="4480"/>
                  </a:cubicBezTo>
                  <a:lnTo>
                    <a:pt x="2921" y="5794"/>
                  </a:lnTo>
                  <a:lnTo>
                    <a:pt x="3200" y="4682"/>
                  </a:lnTo>
                  <a:cubicBezTo>
                    <a:pt x="3229" y="4562"/>
                    <a:pt x="3142" y="4446"/>
                    <a:pt x="3022" y="4446"/>
                  </a:cubicBezTo>
                  <a:lnTo>
                    <a:pt x="794" y="4446"/>
                  </a:lnTo>
                  <a:cubicBezTo>
                    <a:pt x="563" y="4446"/>
                    <a:pt x="375" y="4259"/>
                    <a:pt x="375" y="4028"/>
                  </a:cubicBezTo>
                  <a:lnTo>
                    <a:pt x="375" y="794"/>
                  </a:lnTo>
                  <a:cubicBezTo>
                    <a:pt x="375" y="563"/>
                    <a:pt x="563" y="376"/>
                    <a:pt x="794" y="376"/>
                  </a:cubicBezTo>
                  <a:close/>
                  <a:moveTo>
                    <a:pt x="7261" y="1184"/>
                  </a:moveTo>
                  <a:cubicBezTo>
                    <a:pt x="7492" y="1184"/>
                    <a:pt x="7680" y="1372"/>
                    <a:pt x="7680" y="1603"/>
                  </a:cubicBezTo>
                  <a:lnTo>
                    <a:pt x="7680" y="4836"/>
                  </a:lnTo>
                  <a:cubicBezTo>
                    <a:pt x="7680" y="5067"/>
                    <a:pt x="7492" y="5255"/>
                    <a:pt x="7261" y="5255"/>
                  </a:cubicBezTo>
                  <a:lnTo>
                    <a:pt x="5644" y="5255"/>
                  </a:lnTo>
                  <a:cubicBezTo>
                    <a:pt x="5642" y="5255"/>
                    <a:pt x="5639" y="5255"/>
                    <a:pt x="5637" y="5255"/>
                  </a:cubicBezTo>
                  <a:cubicBezTo>
                    <a:pt x="5525" y="5255"/>
                    <a:pt x="5438" y="5358"/>
                    <a:pt x="5457" y="5471"/>
                  </a:cubicBezTo>
                  <a:lnTo>
                    <a:pt x="5457" y="5476"/>
                  </a:lnTo>
                  <a:lnTo>
                    <a:pt x="5591" y="6256"/>
                  </a:lnTo>
                  <a:lnTo>
                    <a:pt x="4201" y="5332"/>
                  </a:lnTo>
                  <a:lnTo>
                    <a:pt x="4898" y="4827"/>
                  </a:lnTo>
                  <a:lnTo>
                    <a:pt x="6453" y="4827"/>
                  </a:lnTo>
                  <a:cubicBezTo>
                    <a:pt x="6890" y="4822"/>
                    <a:pt x="7247" y="4471"/>
                    <a:pt x="7247" y="4028"/>
                  </a:cubicBezTo>
                  <a:lnTo>
                    <a:pt x="7247" y="1184"/>
                  </a:lnTo>
                  <a:close/>
                  <a:moveTo>
                    <a:pt x="794" y="0"/>
                  </a:moveTo>
                  <a:cubicBezTo>
                    <a:pt x="356" y="0"/>
                    <a:pt x="0" y="357"/>
                    <a:pt x="0" y="794"/>
                  </a:cubicBezTo>
                  <a:lnTo>
                    <a:pt x="0" y="4028"/>
                  </a:lnTo>
                  <a:cubicBezTo>
                    <a:pt x="0" y="4466"/>
                    <a:pt x="356" y="4822"/>
                    <a:pt x="794" y="4827"/>
                  </a:cubicBezTo>
                  <a:lnTo>
                    <a:pt x="1617" y="4827"/>
                  </a:lnTo>
                  <a:lnTo>
                    <a:pt x="1617" y="4836"/>
                  </a:lnTo>
                  <a:cubicBezTo>
                    <a:pt x="1617" y="5274"/>
                    <a:pt x="1973" y="5630"/>
                    <a:pt x="2411" y="5635"/>
                  </a:cubicBezTo>
                  <a:lnTo>
                    <a:pt x="2574" y="5635"/>
                  </a:lnTo>
                  <a:lnTo>
                    <a:pt x="2497" y="5933"/>
                  </a:lnTo>
                  <a:cubicBezTo>
                    <a:pt x="2447" y="6132"/>
                    <a:pt x="2602" y="6295"/>
                    <a:pt x="2777" y="6295"/>
                  </a:cubicBezTo>
                  <a:cubicBezTo>
                    <a:pt x="2834" y="6295"/>
                    <a:pt x="2894" y="6277"/>
                    <a:pt x="2950" y="6236"/>
                  </a:cubicBezTo>
                  <a:lnTo>
                    <a:pt x="3787" y="5630"/>
                  </a:lnTo>
                  <a:lnTo>
                    <a:pt x="3970" y="5630"/>
                  </a:lnTo>
                  <a:lnTo>
                    <a:pt x="5548" y="6684"/>
                  </a:lnTo>
                  <a:cubicBezTo>
                    <a:pt x="5596" y="6715"/>
                    <a:pt x="5651" y="6731"/>
                    <a:pt x="5707" y="6731"/>
                  </a:cubicBezTo>
                  <a:cubicBezTo>
                    <a:pt x="5762" y="6731"/>
                    <a:pt x="5817" y="6715"/>
                    <a:pt x="5866" y="6684"/>
                  </a:cubicBezTo>
                  <a:cubicBezTo>
                    <a:pt x="5962" y="6621"/>
                    <a:pt x="6015" y="6506"/>
                    <a:pt x="5996" y="6390"/>
                  </a:cubicBezTo>
                  <a:lnTo>
                    <a:pt x="5870" y="5630"/>
                  </a:lnTo>
                  <a:lnTo>
                    <a:pt x="7261" y="5630"/>
                  </a:lnTo>
                  <a:cubicBezTo>
                    <a:pt x="7699" y="5630"/>
                    <a:pt x="8055" y="5274"/>
                    <a:pt x="8055" y="4836"/>
                  </a:cubicBezTo>
                  <a:lnTo>
                    <a:pt x="8055" y="1603"/>
                  </a:lnTo>
                  <a:cubicBezTo>
                    <a:pt x="8055" y="1165"/>
                    <a:pt x="7699" y="809"/>
                    <a:pt x="7261" y="809"/>
                  </a:cubicBezTo>
                  <a:lnTo>
                    <a:pt x="7247" y="809"/>
                  </a:lnTo>
                  <a:lnTo>
                    <a:pt x="7247" y="794"/>
                  </a:lnTo>
                  <a:cubicBezTo>
                    <a:pt x="7247" y="357"/>
                    <a:pt x="6890" y="0"/>
                    <a:pt x="6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87"/>
            <p:cNvSpPr/>
            <p:nvPr/>
          </p:nvSpPr>
          <p:spPr>
            <a:xfrm>
              <a:off x="3192980" y="2030064"/>
              <a:ext cx="29165" cy="9993"/>
            </a:xfrm>
            <a:custGeom>
              <a:rect b="b" l="l" r="r" t="t"/>
              <a:pathLst>
                <a:path extrusionOk="0" h="381" w="1112">
                  <a:moveTo>
                    <a:pt x="250" y="0"/>
                  </a:moveTo>
                  <a:cubicBezTo>
                    <a:pt x="0" y="0"/>
                    <a:pt x="0" y="380"/>
                    <a:pt x="250" y="380"/>
                  </a:cubicBezTo>
                  <a:lnTo>
                    <a:pt x="857" y="380"/>
                  </a:lnTo>
                  <a:cubicBezTo>
                    <a:pt x="1112" y="380"/>
                    <a:pt x="1112"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87"/>
            <p:cNvSpPr/>
            <p:nvPr/>
          </p:nvSpPr>
          <p:spPr>
            <a:xfrm>
              <a:off x="3230066" y="2030064"/>
              <a:ext cx="82197" cy="9993"/>
            </a:xfrm>
            <a:custGeom>
              <a:rect b="b" l="l" r="r" t="t"/>
              <a:pathLst>
                <a:path extrusionOk="0" h="381" w="3134">
                  <a:moveTo>
                    <a:pt x="251" y="0"/>
                  </a:moveTo>
                  <a:cubicBezTo>
                    <a:pt x="1" y="0"/>
                    <a:pt x="1" y="380"/>
                    <a:pt x="251" y="380"/>
                  </a:cubicBezTo>
                  <a:lnTo>
                    <a:pt x="2878" y="380"/>
                  </a:lnTo>
                  <a:cubicBezTo>
                    <a:pt x="3133" y="380"/>
                    <a:pt x="3133" y="0"/>
                    <a:pt x="2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87"/>
            <p:cNvSpPr/>
            <p:nvPr/>
          </p:nvSpPr>
          <p:spPr>
            <a:xfrm>
              <a:off x="3192980" y="2056553"/>
              <a:ext cx="119283" cy="9993"/>
            </a:xfrm>
            <a:custGeom>
              <a:rect b="b" l="l" r="r" t="t"/>
              <a:pathLst>
                <a:path extrusionOk="0" h="381" w="4548">
                  <a:moveTo>
                    <a:pt x="250" y="1"/>
                  </a:moveTo>
                  <a:cubicBezTo>
                    <a:pt x="0" y="1"/>
                    <a:pt x="0" y="381"/>
                    <a:pt x="250" y="381"/>
                  </a:cubicBezTo>
                  <a:lnTo>
                    <a:pt x="4292" y="381"/>
                  </a:lnTo>
                  <a:cubicBezTo>
                    <a:pt x="4547" y="381"/>
                    <a:pt x="4547" y="1"/>
                    <a:pt x="4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87"/>
            <p:cNvSpPr/>
            <p:nvPr/>
          </p:nvSpPr>
          <p:spPr>
            <a:xfrm>
              <a:off x="3192980" y="2083069"/>
              <a:ext cx="82040" cy="9993"/>
            </a:xfrm>
            <a:custGeom>
              <a:rect b="b" l="l" r="r" t="t"/>
              <a:pathLst>
                <a:path extrusionOk="0" h="381" w="3128">
                  <a:moveTo>
                    <a:pt x="250" y="0"/>
                  </a:moveTo>
                  <a:cubicBezTo>
                    <a:pt x="0" y="0"/>
                    <a:pt x="0" y="380"/>
                    <a:pt x="250" y="380"/>
                  </a:cubicBezTo>
                  <a:lnTo>
                    <a:pt x="2878" y="380"/>
                  </a:lnTo>
                  <a:cubicBezTo>
                    <a:pt x="3128" y="380"/>
                    <a:pt x="3128" y="0"/>
                    <a:pt x="2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87"/>
            <p:cNvSpPr/>
            <p:nvPr/>
          </p:nvSpPr>
          <p:spPr>
            <a:xfrm>
              <a:off x="3283072" y="2083069"/>
              <a:ext cx="29060" cy="9993"/>
            </a:xfrm>
            <a:custGeom>
              <a:rect b="b" l="l" r="r" t="t"/>
              <a:pathLst>
                <a:path extrusionOk="0" h="381" w="1108">
                  <a:moveTo>
                    <a:pt x="251" y="0"/>
                  </a:moveTo>
                  <a:cubicBezTo>
                    <a:pt x="1" y="0"/>
                    <a:pt x="1" y="380"/>
                    <a:pt x="251" y="380"/>
                  </a:cubicBezTo>
                  <a:lnTo>
                    <a:pt x="857" y="380"/>
                  </a:lnTo>
                  <a:cubicBezTo>
                    <a:pt x="1107" y="380"/>
                    <a:pt x="1107"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1" name="Google Shape;14571;p87"/>
          <p:cNvGrpSpPr/>
          <p:nvPr/>
        </p:nvGrpSpPr>
        <p:grpSpPr>
          <a:xfrm>
            <a:off x="4006321" y="1975405"/>
            <a:ext cx="320605" cy="384469"/>
            <a:chOff x="4006321" y="1975405"/>
            <a:chExt cx="320605" cy="384469"/>
          </a:xfrm>
        </p:grpSpPr>
        <p:sp>
          <p:nvSpPr>
            <p:cNvPr id="14572" name="Google Shape;14572;p87"/>
            <p:cNvSpPr/>
            <p:nvPr/>
          </p:nvSpPr>
          <p:spPr>
            <a:xfrm>
              <a:off x="4058960" y="2050888"/>
              <a:ext cx="32706" cy="35984"/>
            </a:xfrm>
            <a:custGeom>
              <a:rect b="b" l="l" r="r" t="t"/>
              <a:pathLst>
                <a:path extrusionOk="0" h="1372" w="1247">
                  <a:moveTo>
                    <a:pt x="597" y="0"/>
                  </a:moveTo>
                  <a:lnTo>
                    <a:pt x="0" y="443"/>
                  </a:lnTo>
                  <a:lnTo>
                    <a:pt x="645" y="1371"/>
                  </a:lnTo>
                  <a:cubicBezTo>
                    <a:pt x="838" y="1213"/>
                    <a:pt x="1035" y="1068"/>
                    <a:pt x="1247" y="934"/>
                  </a:cubicBezTo>
                  <a:lnTo>
                    <a:pt x="597"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87"/>
            <p:cNvSpPr/>
            <p:nvPr/>
          </p:nvSpPr>
          <p:spPr>
            <a:xfrm>
              <a:off x="4248008" y="2050888"/>
              <a:ext cx="32837" cy="35984"/>
            </a:xfrm>
            <a:custGeom>
              <a:rect b="b" l="l" r="r" t="t"/>
              <a:pathLst>
                <a:path extrusionOk="0" h="1372" w="1252">
                  <a:moveTo>
                    <a:pt x="650" y="0"/>
                  </a:moveTo>
                  <a:lnTo>
                    <a:pt x="0" y="934"/>
                  </a:lnTo>
                  <a:cubicBezTo>
                    <a:pt x="207" y="1068"/>
                    <a:pt x="409" y="1213"/>
                    <a:pt x="602" y="1371"/>
                  </a:cubicBezTo>
                  <a:lnTo>
                    <a:pt x="1251" y="443"/>
                  </a:lnTo>
                  <a:lnTo>
                    <a:pt x="65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87"/>
            <p:cNvSpPr/>
            <p:nvPr/>
          </p:nvSpPr>
          <p:spPr>
            <a:xfrm>
              <a:off x="4153222" y="2022353"/>
              <a:ext cx="33335" cy="34096"/>
            </a:xfrm>
            <a:custGeom>
              <a:rect b="b" l="l" r="r" t="t"/>
              <a:pathLst>
                <a:path extrusionOk="0" h="1300" w="1271">
                  <a:moveTo>
                    <a:pt x="1" y="1"/>
                  </a:moveTo>
                  <a:lnTo>
                    <a:pt x="1" y="1300"/>
                  </a:lnTo>
                  <a:cubicBezTo>
                    <a:pt x="210" y="1269"/>
                    <a:pt x="422" y="1253"/>
                    <a:pt x="634" y="1253"/>
                  </a:cubicBezTo>
                  <a:cubicBezTo>
                    <a:pt x="846" y="1253"/>
                    <a:pt x="1059" y="1269"/>
                    <a:pt x="1271" y="1300"/>
                  </a:cubicBezTo>
                  <a:lnTo>
                    <a:pt x="1271"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87"/>
            <p:cNvSpPr/>
            <p:nvPr/>
          </p:nvSpPr>
          <p:spPr>
            <a:xfrm>
              <a:off x="4153222" y="2022353"/>
              <a:ext cx="22503" cy="34096"/>
            </a:xfrm>
            <a:custGeom>
              <a:rect b="b" l="l" r="r" t="t"/>
              <a:pathLst>
                <a:path extrusionOk="0" h="1300" w="858">
                  <a:moveTo>
                    <a:pt x="1" y="1"/>
                  </a:moveTo>
                  <a:lnTo>
                    <a:pt x="1" y="1300"/>
                  </a:lnTo>
                  <a:cubicBezTo>
                    <a:pt x="212" y="1266"/>
                    <a:pt x="424" y="1252"/>
                    <a:pt x="636" y="1252"/>
                  </a:cubicBezTo>
                  <a:cubicBezTo>
                    <a:pt x="708" y="1252"/>
                    <a:pt x="785" y="1252"/>
                    <a:pt x="857" y="1261"/>
                  </a:cubicBezTo>
                  <a:lnTo>
                    <a:pt x="857"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87"/>
            <p:cNvSpPr/>
            <p:nvPr/>
          </p:nvSpPr>
          <p:spPr>
            <a:xfrm>
              <a:off x="4006321" y="2050888"/>
              <a:ext cx="315150" cy="303242"/>
            </a:xfrm>
            <a:custGeom>
              <a:rect b="b" l="l" r="r" t="t"/>
              <a:pathLst>
                <a:path extrusionOk="0" h="11562" w="12016">
                  <a:moveTo>
                    <a:pt x="6237" y="0"/>
                  </a:moveTo>
                  <a:cubicBezTo>
                    <a:pt x="3898" y="0"/>
                    <a:pt x="1791" y="1410"/>
                    <a:pt x="896" y="3570"/>
                  </a:cubicBezTo>
                  <a:cubicBezTo>
                    <a:pt x="1" y="5731"/>
                    <a:pt x="496" y="8214"/>
                    <a:pt x="2152" y="9869"/>
                  </a:cubicBezTo>
                  <a:cubicBezTo>
                    <a:pt x="3255" y="10975"/>
                    <a:pt x="4732" y="11561"/>
                    <a:pt x="6235" y="11561"/>
                  </a:cubicBezTo>
                  <a:cubicBezTo>
                    <a:pt x="6981" y="11561"/>
                    <a:pt x="7734" y="11417"/>
                    <a:pt x="8450" y="11120"/>
                  </a:cubicBezTo>
                  <a:cubicBezTo>
                    <a:pt x="10606" y="10230"/>
                    <a:pt x="12016" y="8117"/>
                    <a:pt x="12016" y="5784"/>
                  </a:cubicBezTo>
                  <a:cubicBezTo>
                    <a:pt x="12016" y="2589"/>
                    <a:pt x="9427" y="0"/>
                    <a:pt x="6237" y="0"/>
                  </a:cubicBezTo>
                  <a:close/>
                </a:path>
              </a:pathLst>
            </a:custGeom>
            <a:solidFill>
              <a:srgbClr val="D2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87"/>
            <p:cNvSpPr/>
            <p:nvPr/>
          </p:nvSpPr>
          <p:spPr>
            <a:xfrm>
              <a:off x="4018307" y="2050888"/>
              <a:ext cx="165102" cy="303269"/>
            </a:xfrm>
            <a:custGeom>
              <a:rect b="b" l="l" r="r" t="t"/>
              <a:pathLst>
                <a:path extrusionOk="0" h="11563" w="6295">
                  <a:moveTo>
                    <a:pt x="5780" y="0"/>
                  </a:moveTo>
                  <a:cubicBezTo>
                    <a:pt x="2585" y="0"/>
                    <a:pt x="1" y="2589"/>
                    <a:pt x="1" y="5779"/>
                  </a:cubicBezTo>
                  <a:cubicBezTo>
                    <a:pt x="1" y="8974"/>
                    <a:pt x="2585" y="11563"/>
                    <a:pt x="5780" y="11563"/>
                  </a:cubicBezTo>
                  <a:cubicBezTo>
                    <a:pt x="5886" y="11558"/>
                    <a:pt x="5992" y="11558"/>
                    <a:pt x="6093" y="11553"/>
                  </a:cubicBezTo>
                  <a:cubicBezTo>
                    <a:pt x="3114" y="11284"/>
                    <a:pt x="829" y="8791"/>
                    <a:pt x="829" y="5798"/>
                  </a:cubicBezTo>
                  <a:cubicBezTo>
                    <a:pt x="824" y="2724"/>
                    <a:pt x="3225" y="188"/>
                    <a:pt x="6295" y="24"/>
                  </a:cubicBezTo>
                  <a:cubicBezTo>
                    <a:pt x="6121" y="10"/>
                    <a:pt x="5953" y="0"/>
                    <a:pt x="5780" y="0"/>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87"/>
            <p:cNvSpPr/>
            <p:nvPr/>
          </p:nvSpPr>
          <p:spPr>
            <a:xfrm>
              <a:off x="4032837" y="2075516"/>
              <a:ext cx="264163" cy="254040"/>
            </a:xfrm>
            <a:custGeom>
              <a:rect b="b" l="l" r="r" t="t"/>
              <a:pathLst>
                <a:path extrusionOk="0" h="9686" w="10072">
                  <a:moveTo>
                    <a:pt x="5225" y="0"/>
                  </a:moveTo>
                  <a:cubicBezTo>
                    <a:pt x="3965" y="0"/>
                    <a:pt x="2726" y="492"/>
                    <a:pt x="1800" y="1419"/>
                  </a:cubicBezTo>
                  <a:cubicBezTo>
                    <a:pt x="414" y="2805"/>
                    <a:pt x="0" y="4888"/>
                    <a:pt x="751" y="6697"/>
                  </a:cubicBezTo>
                  <a:cubicBezTo>
                    <a:pt x="1502" y="8507"/>
                    <a:pt x="3267" y="9685"/>
                    <a:pt x="5226" y="9685"/>
                  </a:cubicBezTo>
                  <a:cubicBezTo>
                    <a:pt x="7901" y="9685"/>
                    <a:pt x="10066" y="7515"/>
                    <a:pt x="10071" y="4845"/>
                  </a:cubicBezTo>
                  <a:cubicBezTo>
                    <a:pt x="10071" y="2882"/>
                    <a:pt x="8888" y="1116"/>
                    <a:pt x="7078" y="370"/>
                  </a:cubicBezTo>
                  <a:cubicBezTo>
                    <a:pt x="6479" y="121"/>
                    <a:pt x="5849" y="0"/>
                    <a:pt x="5225"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87"/>
            <p:cNvSpPr/>
            <p:nvPr/>
          </p:nvSpPr>
          <p:spPr>
            <a:xfrm>
              <a:off x="4042804" y="2075490"/>
              <a:ext cx="134678" cy="254066"/>
            </a:xfrm>
            <a:custGeom>
              <a:rect b="b" l="l" r="r" t="t"/>
              <a:pathLst>
                <a:path extrusionOk="0" h="9687" w="5135">
                  <a:moveTo>
                    <a:pt x="4846" y="0"/>
                  </a:moveTo>
                  <a:cubicBezTo>
                    <a:pt x="2171" y="0"/>
                    <a:pt x="0" y="2170"/>
                    <a:pt x="0" y="4846"/>
                  </a:cubicBezTo>
                  <a:cubicBezTo>
                    <a:pt x="0" y="7521"/>
                    <a:pt x="2171" y="9686"/>
                    <a:pt x="4846" y="9686"/>
                  </a:cubicBezTo>
                  <a:cubicBezTo>
                    <a:pt x="4942" y="9686"/>
                    <a:pt x="5038" y="9686"/>
                    <a:pt x="5135" y="9682"/>
                  </a:cubicBezTo>
                  <a:cubicBezTo>
                    <a:pt x="2575" y="9523"/>
                    <a:pt x="578" y="7406"/>
                    <a:pt x="578" y="4846"/>
                  </a:cubicBezTo>
                  <a:cubicBezTo>
                    <a:pt x="578" y="2281"/>
                    <a:pt x="2575" y="164"/>
                    <a:pt x="5135" y="10"/>
                  </a:cubicBezTo>
                  <a:cubicBezTo>
                    <a:pt x="5038" y="5"/>
                    <a:pt x="4942" y="0"/>
                    <a:pt x="4846"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87"/>
            <p:cNvSpPr/>
            <p:nvPr/>
          </p:nvSpPr>
          <p:spPr>
            <a:xfrm>
              <a:off x="4050252" y="2092485"/>
              <a:ext cx="228809" cy="220154"/>
            </a:xfrm>
            <a:custGeom>
              <a:rect b="b" l="l" r="r" t="t"/>
              <a:pathLst>
                <a:path extrusionOk="0" h="8394" w="8724">
                  <a:moveTo>
                    <a:pt x="4531" y="0"/>
                  </a:moveTo>
                  <a:cubicBezTo>
                    <a:pt x="3439" y="0"/>
                    <a:pt x="2364" y="427"/>
                    <a:pt x="1559" y="1229"/>
                  </a:cubicBezTo>
                  <a:cubicBezTo>
                    <a:pt x="361" y="2427"/>
                    <a:pt x="0" y="4236"/>
                    <a:pt x="650" y="5805"/>
                  </a:cubicBezTo>
                  <a:cubicBezTo>
                    <a:pt x="1299" y="7369"/>
                    <a:pt x="2830" y="8394"/>
                    <a:pt x="4528" y="8394"/>
                  </a:cubicBezTo>
                  <a:cubicBezTo>
                    <a:pt x="6847" y="8389"/>
                    <a:pt x="8724" y="6512"/>
                    <a:pt x="8724" y="4198"/>
                  </a:cubicBezTo>
                  <a:cubicBezTo>
                    <a:pt x="8724" y="2499"/>
                    <a:pt x="7704" y="969"/>
                    <a:pt x="6135" y="320"/>
                  </a:cubicBezTo>
                  <a:cubicBezTo>
                    <a:pt x="5616" y="105"/>
                    <a:pt x="5072" y="0"/>
                    <a:pt x="453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87"/>
            <p:cNvSpPr/>
            <p:nvPr/>
          </p:nvSpPr>
          <p:spPr>
            <a:xfrm>
              <a:off x="4058960" y="2092380"/>
              <a:ext cx="124082" cy="220259"/>
            </a:xfrm>
            <a:custGeom>
              <a:rect b="b" l="l" r="r" t="t"/>
              <a:pathLst>
                <a:path extrusionOk="0" h="8398" w="4731">
                  <a:moveTo>
                    <a:pt x="4194" y="1"/>
                  </a:moveTo>
                  <a:cubicBezTo>
                    <a:pt x="1911" y="1"/>
                    <a:pt x="0" y="1853"/>
                    <a:pt x="0" y="4202"/>
                  </a:cubicBezTo>
                  <a:cubicBezTo>
                    <a:pt x="0" y="6546"/>
                    <a:pt x="1911" y="8398"/>
                    <a:pt x="4194" y="8398"/>
                  </a:cubicBezTo>
                  <a:cubicBezTo>
                    <a:pt x="4371" y="8398"/>
                    <a:pt x="4550" y="8387"/>
                    <a:pt x="4730" y="8364"/>
                  </a:cubicBezTo>
                  <a:cubicBezTo>
                    <a:pt x="2632" y="8094"/>
                    <a:pt x="1064" y="6314"/>
                    <a:pt x="1059" y="4202"/>
                  </a:cubicBezTo>
                  <a:cubicBezTo>
                    <a:pt x="1064" y="2089"/>
                    <a:pt x="2632" y="304"/>
                    <a:pt x="4730" y="35"/>
                  </a:cubicBezTo>
                  <a:cubicBezTo>
                    <a:pt x="4550" y="12"/>
                    <a:pt x="4371" y="1"/>
                    <a:pt x="419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87"/>
            <p:cNvSpPr/>
            <p:nvPr/>
          </p:nvSpPr>
          <p:spPr>
            <a:xfrm>
              <a:off x="4251549" y="2022326"/>
              <a:ext cx="58566" cy="49570"/>
            </a:xfrm>
            <a:custGeom>
              <a:rect b="b" l="l" r="r" t="t"/>
              <a:pathLst>
                <a:path extrusionOk="0" h="1890" w="2233">
                  <a:moveTo>
                    <a:pt x="607" y="1"/>
                  </a:moveTo>
                  <a:cubicBezTo>
                    <a:pt x="513" y="1"/>
                    <a:pt x="419" y="45"/>
                    <a:pt x="361" y="127"/>
                  </a:cubicBezTo>
                  <a:lnTo>
                    <a:pt x="96" y="488"/>
                  </a:lnTo>
                  <a:cubicBezTo>
                    <a:pt x="0" y="622"/>
                    <a:pt x="34" y="815"/>
                    <a:pt x="168" y="911"/>
                  </a:cubicBezTo>
                  <a:lnTo>
                    <a:pt x="1448" y="1835"/>
                  </a:lnTo>
                  <a:cubicBezTo>
                    <a:pt x="1501" y="1872"/>
                    <a:pt x="1561" y="1890"/>
                    <a:pt x="1622" y="1890"/>
                  </a:cubicBezTo>
                  <a:cubicBezTo>
                    <a:pt x="1718" y="1890"/>
                    <a:pt x="1813" y="1845"/>
                    <a:pt x="1872" y="1763"/>
                  </a:cubicBezTo>
                  <a:lnTo>
                    <a:pt x="2136" y="1402"/>
                  </a:lnTo>
                  <a:cubicBezTo>
                    <a:pt x="2233" y="1267"/>
                    <a:pt x="2199" y="1075"/>
                    <a:pt x="2064" y="978"/>
                  </a:cubicBezTo>
                  <a:lnTo>
                    <a:pt x="784" y="59"/>
                  </a:lnTo>
                  <a:cubicBezTo>
                    <a:pt x="731" y="20"/>
                    <a:pt x="669" y="1"/>
                    <a:pt x="607"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87"/>
            <p:cNvSpPr/>
            <p:nvPr/>
          </p:nvSpPr>
          <p:spPr>
            <a:xfrm>
              <a:off x="4029690" y="2022274"/>
              <a:ext cx="58566" cy="49675"/>
            </a:xfrm>
            <a:custGeom>
              <a:rect b="b" l="l" r="r" t="t"/>
              <a:pathLst>
                <a:path extrusionOk="0" h="1894" w="2233">
                  <a:moveTo>
                    <a:pt x="1624" y="0"/>
                  </a:moveTo>
                  <a:cubicBezTo>
                    <a:pt x="1563" y="0"/>
                    <a:pt x="1501" y="19"/>
                    <a:pt x="1448" y="57"/>
                  </a:cubicBezTo>
                  <a:lnTo>
                    <a:pt x="168" y="985"/>
                  </a:lnTo>
                  <a:cubicBezTo>
                    <a:pt x="29" y="1081"/>
                    <a:pt x="0" y="1269"/>
                    <a:pt x="96" y="1409"/>
                  </a:cubicBezTo>
                  <a:lnTo>
                    <a:pt x="361" y="1770"/>
                  </a:lnTo>
                  <a:cubicBezTo>
                    <a:pt x="419" y="1851"/>
                    <a:pt x="512" y="1894"/>
                    <a:pt x="606" y="1894"/>
                  </a:cubicBezTo>
                  <a:cubicBezTo>
                    <a:pt x="668" y="1894"/>
                    <a:pt x="731" y="1875"/>
                    <a:pt x="784" y="1837"/>
                  </a:cubicBezTo>
                  <a:lnTo>
                    <a:pt x="2064" y="913"/>
                  </a:lnTo>
                  <a:cubicBezTo>
                    <a:pt x="2199" y="817"/>
                    <a:pt x="2233" y="624"/>
                    <a:pt x="2132" y="490"/>
                  </a:cubicBezTo>
                  <a:lnTo>
                    <a:pt x="1872" y="129"/>
                  </a:lnTo>
                  <a:cubicBezTo>
                    <a:pt x="1811" y="44"/>
                    <a:pt x="1717" y="0"/>
                    <a:pt x="1624"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87"/>
            <p:cNvSpPr/>
            <p:nvPr/>
          </p:nvSpPr>
          <p:spPr>
            <a:xfrm>
              <a:off x="4133420" y="1981097"/>
              <a:ext cx="72965" cy="44062"/>
            </a:xfrm>
            <a:custGeom>
              <a:rect b="b" l="l" r="r" t="t"/>
              <a:pathLst>
                <a:path extrusionOk="0" h="1680" w="2782">
                  <a:moveTo>
                    <a:pt x="352" y="0"/>
                  </a:moveTo>
                  <a:cubicBezTo>
                    <a:pt x="159" y="0"/>
                    <a:pt x="0" y="159"/>
                    <a:pt x="0" y="356"/>
                  </a:cubicBezTo>
                  <a:lnTo>
                    <a:pt x="0" y="1328"/>
                  </a:lnTo>
                  <a:cubicBezTo>
                    <a:pt x="0" y="1521"/>
                    <a:pt x="159" y="1680"/>
                    <a:pt x="352" y="1680"/>
                  </a:cubicBezTo>
                  <a:lnTo>
                    <a:pt x="2430" y="1680"/>
                  </a:lnTo>
                  <a:cubicBezTo>
                    <a:pt x="2623" y="1680"/>
                    <a:pt x="2781" y="1521"/>
                    <a:pt x="2781" y="1328"/>
                  </a:cubicBezTo>
                  <a:lnTo>
                    <a:pt x="2781" y="356"/>
                  </a:lnTo>
                  <a:cubicBezTo>
                    <a:pt x="2781" y="159"/>
                    <a:pt x="2623" y="0"/>
                    <a:pt x="2430"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87"/>
            <p:cNvSpPr/>
            <p:nvPr/>
          </p:nvSpPr>
          <p:spPr>
            <a:xfrm>
              <a:off x="4251549" y="2022300"/>
              <a:ext cx="52140" cy="49596"/>
            </a:xfrm>
            <a:custGeom>
              <a:rect b="b" l="l" r="r" t="t"/>
              <a:pathLst>
                <a:path extrusionOk="0" h="1891" w="1988">
                  <a:moveTo>
                    <a:pt x="611" y="1"/>
                  </a:moveTo>
                  <a:cubicBezTo>
                    <a:pt x="515" y="1"/>
                    <a:pt x="420" y="45"/>
                    <a:pt x="361" y="128"/>
                  </a:cubicBezTo>
                  <a:lnTo>
                    <a:pt x="96" y="489"/>
                  </a:lnTo>
                  <a:cubicBezTo>
                    <a:pt x="0" y="623"/>
                    <a:pt x="34" y="816"/>
                    <a:pt x="168" y="912"/>
                  </a:cubicBezTo>
                  <a:lnTo>
                    <a:pt x="1448" y="1836"/>
                  </a:lnTo>
                  <a:cubicBezTo>
                    <a:pt x="1501" y="1873"/>
                    <a:pt x="1561" y="1891"/>
                    <a:pt x="1621" y="1891"/>
                  </a:cubicBezTo>
                  <a:cubicBezTo>
                    <a:pt x="1715" y="1891"/>
                    <a:pt x="1810" y="1846"/>
                    <a:pt x="1872" y="1764"/>
                  </a:cubicBezTo>
                  <a:lnTo>
                    <a:pt x="1987" y="1605"/>
                  </a:lnTo>
                  <a:lnTo>
                    <a:pt x="1025" y="917"/>
                  </a:lnTo>
                  <a:cubicBezTo>
                    <a:pt x="890" y="816"/>
                    <a:pt x="861" y="628"/>
                    <a:pt x="958" y="489"/>
                  </a:cubicBezTo>
                  <a:lnTo>
                    <a:pt x="1102" y="287"/>
                  </a:lnTo>
                  <a:lnTo>
                    <a:pt x="784" y="56"/>
                  </a:lnTo>
                  <a:cubicBezTo>
                    <a:pt x="732" y="18"/>
                    <a:pt x="671" y="1"/>
                    <a:pt x="611"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87"/>
            <p:cNvSpPr/>
            <p:nvPr/>
          </p:nvSpPr>
          <p:spPr>
            <a:xfrm>
              <a:off x="4029795" y="2022300"/>
              <a:ext cx="52035" cy="49570"/>
            </a:xfrm>
            <a:custGeom>
              <a:rect b="b" l="l" r="r" t="t"/>
              <a:pathLst>
                <a:path extrusionOk="0" h="1890" w="1984">
                  <a:moveTo>
                    <a:pt x="1618" y="1"/>
                  </a:moveTo>
                  <a:cubicBezTo>
                    <a:pt x="1557" y="1"/>
                    <a:pt x="1496" y="18"/>
                    <a:pt x="1444" y="56"/>
                  </a:cubicBezTo>
                  <a:lnTo>
                    <a:pt x="164" y="979"/>
                  </a:lnTo>
                  <a:cubicBezTo>
                    <a:pt x="30" y="1076"/>
                    <a:pt x="1" y="1268"/>
                    <a:pt x="97" y="1403"/>
                  </a:cubicBezTo>
                  <a:lnTo>
                    <a:pt x="357" y="1764"/>
                  </a:lnTo>
                  <a:cubicBezTo>
                    <a:pt x="418" y="1845"/>
                    <a:pt x="511" y="1890"/>
                    <a:pt x="605" y="1890"/>
                  </a:cubicBezTo>
                  <a:cubicBezTo>
                    <a:pt x="666" y="1890"/>
                    <a:pt x="727" y="1871"/>
                    <a:pt x="780" y="1831"/>
                  </a:cubicBezTo>
                  <a:lnTo>
                    <a:pt x="1103" y="1605"/>
                  </a:lnTo>
                  <a:lnTo>
                    <a:pt x="954" y="1403"/>
                  </a:lnTo>
                  <a:cubicBezTo>
                    <a:pt x="857" y="1268"/>
                    <a:pt x="886" y="1076"/>
                    <a:pt x="1021" y="979"/>
                  </a:cubicBezTo>
                  <a:lnTo>
                    <a:pt x="1983" y="287"/>
                  </a:lnTo>
                  <a:lnTo>
                    <a:pt x="1868" y="128"/>
                  </a:lnTo>
                  <a:cubicBezTo>
                    <a:pt x="1809" y="45"/>
                    <a:pt x="1714" y="1"/>
                    <a:pt x="161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87"/>
            <p:cNvSpPr/>
            <p:nvPr/>
          </p:nvSpPr>
          <p:spPr>
            <a:xfrm>
              <a:off x="4133420" y="1981097"/>
              <a:ext cx="31814" cy="44062"/>
            </a:xfrm>
            <a:custGeom>
              <a:rect b="b" l="l" r="r" t="t"/>
              <a:pathLst>
                <a:path extrusionOk="0" h="1680" w="1213">
                  <a:moveTo>
                    <a:pt x="356" y="0"/>
                  </a:moveTo>
                  <a:cubicBezTo>
                    <a:pt x="159" y="0"/>
                    <a:pt x="0" y="159"/>
                    <a:pt x="0" y="356"/>
                  </a:cubicBezTo>
                  <a:lnTo>
                    <a:pt x="0" y="1328"/>
                  </a:lnTo>
                  <a:cubicBezTo>
                    <a:pt x="0" y="1521"/>
                    <a:pt x="159" y="1680"/>
                    <a:pt x="356" y="1680"/>
                  </a:cubicBezTo>
                  <a:lnTo>
                    <a:pt x="1213" y="1680"/>
                  </a:lnTo>
                  <a:cubicBezTo>
                    <a:pt x="1016" y="1680"/>
                    <a:pt x="862" y="1521"/>
                    <a:pt x="862" y="1328"/>
                  </a:cubicBezTo>
                  <a:lnTo>
                    <a:pt x="862" y="356"/>
                  </a:lnTo>
                  <a:cubicBezTo>
                    <a:pt x="862" y="159"/>
                    <a:pt x="1016" y="0"/>
                    <a:pt x="1213"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87"/>
            <p:cNvSpPr/>
            <p:nvPr/>
          </p:nvSpPr>
          <p:spPr>
            <a:xfrm>
              <a:off x="4149681" y="2187429"/>
              <a:ext cx="35250" cy="30214"/>
            </a:xfrm>
            <a:custGeom>
              <a:rect b="b" l="l" r="r" t="t"/>
              <a:pathLst>
                <a:path extrusionOk="0" h="1152" w="1344">
                  <a:moveTo>
                    <a:pt x="771" y="0"/>
                  </a:moveTo>
                  <a:cubicBezTo>
                    <a:pt x="256" y="0"/>
                    <a:pt x="1" y="621"/>
                    <a:pt x="362" y="982"/>
                  </a:cubicBezTo>
                  <a:cubicBezTo>
                    <a:pt x="480" y="1099"/>
                    <a:pt x="625" y="1151"/>
                    <a:pt x="766" y="1151"/>
                  </a:cubicBezTo>
                  <a:cubicBezTo>
                    <a:pt x="1062" y="1151"/>
                    <a:pt x="1343" y="923"/>
                    <a:pt x="1343" y="578"/>
                  </a:cubicBezTo>
                  <a:cubicBezTo>
                    <a:pt x="1343" y="260"/>
                    <a:pt x="1088" y="0"/>
                    <a:pt x="771"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87"/>
            <p:cNvSpPr/>
            <p:nvPr/>
          </p:nvSpPr>
          <p:spPr>
            <a:xfrm>
              <a:off x="4154743" y="2187455"/>
              <a:ext cx="24890" cy="30240"/>
            </a:xfrm>
            <a:custGeom>
              <a:rect b="b" l="l" r="r" t="t"/>
              <a:pathLst>
                <a:path extrusionOk="0" h="1153" w="949">
                  <a:moveTo>
                    <a:pt x="580" y="1"/>
                  </a:moveTo>
                  <a:cubicBezTo>
                    <a:pt x="283" y="1"/>
                    <a:pt x="0" y="233"/>
                    <a:pt x="0" y="577"/>
                  </a:cubicBezTo>
                  <a:cubicBezTo>
                    <a:pt x="0" y="920"/>
                    <a:pt x="283" y="1153"/>
                    <a:pt x="580" y="1153"/>
                  </a:cubicBezTo>
                  <a:cubicBezTo>
                    <a:pt x="707" y="1153"/>
                    <a:pt x="837" y="1110"/>
                    <a:pt x="948" y="1015"/>
                  </a:cubicBezTo>
                  <a:cubicBezTo>
                    <a:pt x="818" y="904"/>
                    <a:pt x="746" y="745"/>
                    <a:pt x="746" y="577"/>
                  </a:cubicBezTo>
                  <a:cubicBezTo>
                    <a:pt x="746" y="408"/>
                    <a:pt x="818" y="245"/>
                    <a:pt x="948" y="139"/>
                  </a:cubicBezTo>
                  <a:cubicBezTo>
                    <a:pt x="837" y="44"/>
                    <a:pt x="707" y="1"/>
                    <a:pt x="58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87"/>
            <p:cNvSpPr/>
            <p:nvPr/>
          </p:nvSpPr>
          <p:spPr>
            <a:xfrm>
              <a:off x="4026648" y="2069798"/>
              <a:ext cx="275782" cy="265344"/>
            </a:xfrm>
            <a:custGeom>
              <a:rect b="b" l="l" r="r" t="t"/>
              <a:pathLst>
                <a:path extrusionOk="0" h="10117" w="10515">
                  <a:moveTo>
                    <a:pt x="5453" y="427"/>
                  </a:moveTo>
                  <a:cubicBezTo>
                    <a:pt x="6051" y="427"/>
                    <a:pt x="6653" y="543"/>
                    <a:pt x="7228" y="780"/>
                  </a:cubicBezTo>
                  <a:cubicBezTo>
                    <a:pt x="8960" y="1493"/>
                    <a:pt x="10086" y="3181"/>
                    <a:pt x="10086" y="5058"/>
                  </a:cubicBezTo>
                  <a:cubicBezTo>
                    <a:pt x="10086" y="7613"/>
                    <a:pt x="8012" y="9687"/>
                    <a:pt x="5457" y="9687"/>
                  </a:cubicBezTo>
                  <a:cubicBezTo>
                    <a:pt x="3580" y="9687"/>
                    <a:pt x="1892" y="8561"/>
                    <a:pt x="1175" y="6829"/>
                  </a:cubicBezTo>
                  <a:cubicBezTo>
                    <a:pt x="458" y="5096"/>
                    <a:pt x="857" y="3104"/>
                    <a:pt x="2180" y="1781"/>
                  </a:cubicBezTo>
                  <a:cubicBezTo>
                    <a:pt x="3065" y="897"/>
                    <a:pt x="4248" y="427"/>
                    <a:pt x="5453" y="427"/>
                  </a:cubicBezTo>
                  <a:close/>
                  <a:moveTo>
                    <a:pt x="5457" y="1"/>
                  </a:moveTo>
                  <a:cubicBezTo>
                    <a:pt x="3407" y="1"/>
                    <a:pt x="1564" y="1233"/>
                    <a:pt x="780" y="3124"/>
                  </a:cubicBezTo>
                  <a:cubicBezTo>
                    <a:pt x="1" y="5015"/>
                    <a:pt x="434" y="7190"/>
                    <a:pt x="1877" y="8633"/>
                  </a:cubicBezTo>
                  <a:cubicBezTo>
                    <a:pt x="2846" y="9602"/>
                    <a:pt x="4139" y="10116"/>
                    <a:pt x="5455" y="10116"/>
                  </a:cubicBezTo>
                  <a:cubicBezTo>
                    <a:pt x="6107" y="10116"/>
                    <a:pt x="6765" y="9990"/>
                    <a:pt x="7391" y="9730"/>
                  </a:cubicBezTo>
                  <a:cubicBezTo>
                    <a:pt x="9282" y="8951"/>
                    <a:pt x="10514" y="7103"/>
                    <a:pt x="10514" y="5058"/>
                  </a:cubicBezTo>
                  <a:cubicBezTo>
                    <a:pt x="10509" y="2267"/>
                    <a:pt x="8248" y="6"/>
                    <a:pt x="54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87"/>
            <p:cNvSpPr/>
            <p:nvPr/>
          </p:nvSpPr>
          <p:spPr>
            <a:xfrm>
              <a:off x="4044955" y="2086715"/>
              <a:ext cx="240559" cy="231484"/>
            </a:xfrm>
            <a:custGeom>
              <a:rect b="b" l="l" r="r" t="t"/>
              <a:pathLst>
                <a:path extrusionOk="0" h="8826" w="9172">
                  <a:moveTo>
                    <a:pt x="4971" y="434"/>
                  </a:moveTo>
                  <a:cubicBezTo>
                    <a:pt x="5524" y="463"/>
                    <a:pt x="6068" y="607"/>
                    <a:pt x="6559" y="862"/>
                  </a:cubicBezTo>
                  <a:lnTo>
                    <a:pt x="6390" y="1155"/>
                  </a:lnTo>
                  <a:cubicBezTo>
                    <a:pt x="6285" y="1326"/>
                    <a:pt x="6431" y="1484"/>
                    <a:pt x="6579" y="1484"/>
                  </a:cubicBezTo>
                  <a:cubicBezTo>
                    <a:pt x="6647" y="1484"/>
                    <a:pt x="6716" y="1450"/>
                    <a:pt x="6761" y="1367"/>
                  </a:cubicBezTo>
                  <a:lnTo>
                    <a:pt x="6934" y="1074"/>
                  </a:lnTo>
                  <a:cubicBezTo>
                    <a:pt x="7396" y="1377"/>
                    <a:pt x="7790" y="1776"/>
                    <a:pt x="8094" y="2238"/>
                  </a:cubicBezTo>
                  <a:lnTo>
                    <a:pt x="7800" y="2407"/>
                  </a:lnTo>
                  <a:cubicBezTo>
                    <a:pt x="7600" y="2529"/>
                    <a:pt x="7718" y="2807"/>
                    <a:pt x="7908" y="2807"/>
                  </a:cubicBezTo>
                  <a:cubicBezTo>
                    <a:pt x="7943" y="2807"/>
                    <a:pt x="7979" y="2798"/>
                    <a:pt x="8017" y="2777"/>
                  </a:cubicBezTo>
                  <a:lnTo>
                    <a:pt x="8310" y="2609"/>
                  </a:lnTo>
                  <a:cubicBezTo>
                    <a:pt x="8560" y="3104"/>
                    <a:pt x="8705" y="3643"/>
                    <a:pt x="8734" y="4196"/>
                  </a:cubicBezTo>
                  <a:lnTo>
                    <a:pt x="8397" y="4196"/>
                  </a:lnTo>
                  <a:cubicBezTo>
                    <a:pt x="8108" y="4196"/>
                    <a:pt x="8108" y="4625"/>
                    <a:pt x="8397" y="4625"/>
                  </a:cubicBezTo>
                  <a:lnTo>
                    <a:pt x="8734" y="4625"/>
                  </a:lnTo>
                  <a:cubicBezTo>
                    <a:pt x="8705" y="5178"/>
                    <a:pt x="8560" y="5722"/>
                    <a:pt x="8310" y="6213"/>
                  </a:cubicBezTo>
                  <a:lnTo>
                    <a:pt x="8017" y="6044"/>
                  </a:lnTo>
                  <a:cubicBezTo>
                    <a:pt x="7980" y="6025"/>
                    <a:pt x="7944" y="6016"/>
                    <a:pt x="7910" y="6016"/>
                  </a:cubicBezTo>
                  <a:cubicBezTo>
                    <a:pt x="7719" y="6016"/>
                    <a:pt x="7600" y="6292"/>
                    <a:pt x="7800" y="6415"/>
                  </a:cubicBezTo>
                  <a:lnTo>
                    <a:pt x="8094" y="6588"/>
                  </a:lnTo>
                  <a:cubicBezTo>
                    <a:pt x="7791" y="7049"/>
                    <a:pt x="7398" y="7442"/>
                    <a:pt x="6933" y="7750"/>
                  </a:cubicBezTo>
                  <a:lnTo>
                    <a:pt x="6933" y="7750"/>
                  </a:lnTo>
                  <a:lnTo>
                    <a:pt x="6761" y="7459"/>
                  </a:lnTo>
                  <a:cubicBezTo>
                    <a:pt x="6716" y="7376"/>
                    <a:pt x="6647" y="7342"/>
                    <a:pt x="6579" y="7342"/>
                  </a:cubicBezTo>
                  <a:cubicBezTo>
                    <a:pt x="6431" y="7342"/>
                    <a:pt x="6285" y="7500"/>
                    <a:pt x="6390" y="7671"/>
                  </a:cubicBezTo>
                  <a:lnTo>
                    <a:pt x="6559" y="7964"/>
                  </a:lnTo>
                  <a:cubicBezTo>
                    <a:pt x="6068" y="8219"/>
                    <a:pt x="5524" y="8363"/>
                    <a:pt x="4971" y="8392"/>
                  </a:cubicBezTo>
                  <a:lnTo>
                    <a:pt x="4971" y="8051"/>
                  </a:lnTo>
                  <a:cubicBezTo>
                    <a:pt x="4971" y="7909"/>
                    <a:pt x="4864" y="7838"/>
                    <a:pt x="4757" y="7838"/>
                  </a:cubicBezTo>
                  <a:cubicBezTo>
                    <a:pt x="4650" y="7838"/>
                    <a:pt x="4543" y="7909"/>
                    <a:pt x="4543" y="8051"/>
                  </a:cubicBezTo>
                  <a:lnTo>
                    <a:pt x="4543" y="8392"/>
                  </a:lnTo>
                  <a:cubicBezTo>
                    <a:pt x="3989" y="8363"/>
                    <a:pt x="3450" y="8219"/>
                    <a:pt x="2955" y="7964"/>
                  </a:cubicBezTo>
                  <a:lnTo>
                    <a:pt x="3123" y="7671"/>
                  </a:lnTo>
                  <a:cubicBezTo>
                    <a:pt x="3231" y="7500"/>
                    <a:pt x="3084" y="7342"/>
                    <a:pt x="2935" y="7342"/>
                  </a:cubicBezTo>
                  <a:cubicBezTo>
                    <a:pt x="2866" y="7342"/>
                    <a:pt x="2797" y="7376"/>
                    <a:pt x="2753" y="7459"/>
                  </a:cubicBezTo>
                  <a:lnTo>
                    <a:pt x="2584" y="7752"/>
                  </a:lnTo>
                  <a:cubicBezTo>
                    <a:pt x="2122" y="7449"/>
                    <a:pt x="1723" y="7050"/>
                    <a:pt x="1425" y="6588"/>
                  </a:cubicBezTo>
                  <a:lnTo>
                    <a:pt x="1713" y="6419"/>
                  </a:lnTo>
                  <a:cubicBezTo>
                    <a:pt x="1930" y="6303"/>
                    <a:pt x="1811" y="6012"/>
                    <a:pt x="1621" y="6012"/>
                  </a:cubicBezTo>
                  <a:cubicBezTo>
                    <a:pt x="1583" y="6012"/>
                    <a:pt x="1543" y="6023"/>
                    <a:pt x="1501" y="6049"/>
                  </a:cubicBezTo>
                  <a:lnTo>
                    <a:pt x="1208" y="6217"/>
                  </a:lnTo>
                  <a:cubicBezTo>
                    <a:pt x="953" y="5722"/>
                    <a:pt x="809" y="5183"/>
                    <a:pt x="780" y="4630"/>
                  </a:cubicBezTo>
                  <a:lnTo>
                    <a:pt x="1121" y="4630"/>
                  </a:lnTo>
                  <a:cubicBezTo>
                    <a:pt x="1405" y="4630"/>
                    <a:pt x="1405" y="4201"/>
                    <a:pt x="1121" y="4201"/>
                  </a:cubicBezTo>
                  <a:lnTo>
                    <a:pt x="780" y="4201"/>
                  </a:lnTo>
                  <a:cubicBezTo>
                    <a:pt x="809" y="3648"/>
                    <a:pt x="953" y="3104"/>
                    <a:pt x="1208" y="2613"/>
                  </a:cubicBezTo>
                  <a:cubicBezTo>
                    <a:pt x="1526" y="2791"/>
                    <a:pt x="1535" y="2811"/>
                    <a:pt x="1607" y="2811"/>
                  </a:cubicBezTo>
                  <a:cubicBezTo>
                    <a:pt x="1829" y="2811"/>
                    <a:pt x="1906" y="2517"/>
                    <a:pt x="1713" y="2411"/>
                  </a:cubicBezTo>
                  <a:lnTo>
                    <a:pt x="1425" y="2243"/>
                  </a:lnTo>
                  <a:cubicBezTo>
                    <a:pt x="1723" y="1776"/>
                    <a:pt x="2122" y="1382"/>
                    <a:pt x="2584" y="1078"/>
                  </a:cubicBezTo>
                  <a:lnTo>
                    <a:pt x="2753" y="1372"/>
                  </a:lnTo>
                  <a:cubicBezTo>
                    <a:pt x="2796" y="1454"/>
                    <a:pt x="2865" y="1487"/>
                    <a:pt x="2933" y="1487"/>
                  </a:cubicBezTo>
                  <a:cubicBezTo>
                    <a:pt x="3083" y="1487"/>
                    <a:pt x="3232" y="1327"/>
                    <a:pt x="3123" y="1155"/>
                  </a:cubicBezTo>
                  <a:lnTo>
                    <a:pt x="2955" y="862"/>
                  </a:lnTo>
                  <a:cubicBezTo>
                    <a:pt x="3450" y="612"/>
                    <a:pt x="3989" y="467"/>
                    <a:pt x="4543" y="439"/>
                  </a:cubicBezTo>
                  <a:lnTo>
                    <a:pt x="4543" y="775"/>
                  </a:lnTo>
                  <a:cubicBezTo>
                    <a:pt x="4543" y="920"/>
                    <a:pt x="4650" y="992"/>
                    <a:pt x="4757" y="992"/>
                  </a:cubicBezTo>
                  <a:cubicBezTo>
                    <a:pt x="4864" y="992"/>
                    <a:pt x="4971" y="920"/>
                    <a:pt x="4971" y="775"/>
                  </a:cubicBezTo>
                  <a:lnTo>
                    <a:pt x="4971" y="434"/>
                  </a:lnTo>
                  <a:close/>
                  <a:moveTo>
                    <a:pt x="4759" y="1"/>
                  </a:moveTo>
                  <a:cubicBezTo>
                    <a:pt x="2974" y="1"/>
                    <a:pt x="1362" y="1078"/>
                    <a:pt x="679" y="2724"/>
                  </a:cubicBezTo>
                  <a:cubicBezTo>
                    <a:pt x="0" y="4375"/>
                    <a:pt x="376" y="6270"/>
                    <a:pt x="1636" y="7536"/>
                  </a:cubicBezTo>
                  <a:cubicBezTo>
                    <a:pt x="2479" y="8378"/>
                    <a:pt x="3607" y="8825"/>
                    <a:pt x="4755" y="8825"/>
                  </a:cubicBezTo>
                  <a:cubicBezTo>
                    <a:pt x="5325" y="8825"/>
                    <a:pt x="5900" y="8715"/>
                    <a:pt x="6448" y="8489"/>
                  </a:cubicBezTo>
                  <a:cubicBezTo>
                    <a:pt x="8094" y="7805"/>
                    <a:pt x="9171" y="6198"/>
                    <a:pt x="9171" y="4413"/>
                  </a:cubicBezTo>
                  <a:cubicBezTo>
                    <a:pt x="9167" y="1978"/>
                    <a:pt x="7194" y="5"/>
                    <a:pt x="47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87"/>
            <p:cNvSpPr/>
            <p:nvPr/>
          </p:nvSpPr>
          <p:spPr>
            <a:xfrm>
              <a:off x="4147793" y="2128102"/>
              <a:ext cx="43826" cy="95075"/>
            </a:xfrm>
            <a:custGeom>
              <a:rect b="b" l="l" r="r" t="t"/>
              <a:pathLst>
                <a:path extrusionOk="0" h="3625" w="1671">
                  <a:moveTo>
                    <a:pt x="835" y="2474"/>
                  </a:moveTo>
                  <a:cubicBezTo>
                    <a:pt x="1021" y="2474"/>
                    <a:pt x="1199" y="2617"/>
                    <a:pt x="1199" y="2835"/>
                  </a:cubicBezTo>
                  <a:cubicBezTo>
                    <a:pt x="1199" y="3037"/>
                    <a:pt x="1035" y="3196"/>
                    <a:pt x="838" y="3196"/>
                  </a:cubicBezTo>
                  <a:cubicBezTo>
                    <a:pt x="516" y="3196"/>
                    <a:pt x="352" y="2806"/>
                    <a:pt x="583" y="2580"/>
                  </a:cubicBezTo>
                  <a:cubicBezTo>
                    <a:pt x="656" y="2507"/>
                    <a:pt x="747" y="2474"/>
                    <a:pt x="835" y="2474"/>
                  </a:cubicBezTo>
                  <a:close/>
                  <a:moveTo>
                    <a:pt x="836" y="1"/>
                  </a:moveTo>
                  <a:cubicBezTo>
                    <a:pt x="729" y="1"/>
                    <a:pt x="622" y="73"/>
                    <a:pt x="622" y="217"/>
                  </a:cubicBezTo>
                  <a:lnTo>
                    <a:pt x="622" y="2075"/>
                  </a:lnTo>
                  <a:cubicBezTo>
                    <a:pt x="241" y="2185"/>
                    <a:pt x="1" y="2556"/>
                    <a:pt x="54" y="2946"/>
                  </a:cubicBezTo>
                  <a:cubicBezTo>
                    <a:pt x="107" y="3335"/>
                    <a:pt x="443" y="3624"/>
                    <a:pt x="838" y="3624"/>
                  </a:cubicBezTo>
                  <a:cubicBezTo>
                    <a:pt x="1233" y="3624"/>
                    <a:pt x="1565" y="3335"/>
                    <a:pt x="1618" y="2946"/>
                  </a:cubicBezTo>
                  <a:cubicBezTo>
                    <a:pt x="1670" y="2556"/>
                    <a:pt x="1430" y="2185"/>
                    <a:pt x="1050" y="2075"/>
                  </a:cubicBezTo>
                  <a:lnTo>
                    <a:pt x="1050" y="217"/>
                  </a:lnTo>
                  <a:cubicBezTo>
                    <a:pt x="1050" y="73"/>
                    <a:pt x="943" y="1"/>
                    <a:pt x="8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87"/>
            <p:cNvSpPr/>
            <p:nvPr/>
          </p:nvSpPr>
          <p:spPr>
            <a:xfrm>
              <a:off x="4012380" y="1975405"/>
              <a:ext cx="314546" cy="384469"/>
            </a:xfrm>
            <a:custGeom>
              <a:rect b="b" l="l" r="r" t="t"/>
              <a:pathLst>
                <a:path extrusionOk="0" h="14659" w="11993">
                  <a:moveTo>
                    <a:pt x="6415" y="2113"/>
                  </a:moveTo>
                  <a:lnTo>
                    <a:pt x="6415" y="2681"/>
                  </a:lnTo>
                  <a:cubicBezTo>
                    <a:pt x="6313" y="2673"/>
                    <a:pt x="6185" y="2665"/>
                    <a:pt x="6065" y="2665"/>
                  </a:cubicBezTo>
                  <a:cubicBezTo>
                    <a:pt x="6039" y="2665"/>
                    <a:pt x="6012" y="2666"/>
                    <a:pt x="5987" y="2666"/>
                  </a:cubicBezTo>
                  <a:cubicBezTo>
                    <a:pt x="5847" y="2666"/>
                    <a:pt x="5698" y="2671"/>
                    <a:pt x="5578" y="2676"/>
                  </a:cubicBezTo>
                  <a:lnTo>
                    <a:pt x="5573" y="2681"/>
                  </a:lnTo>
                  <a:lnTo>
                    <a:pt x="5573" y="2113"/>
                  </a:lnTo>
                  <a:close/>
                  <a:moveTo>
                    <a:pt x="9719" y="2005"/>
                  </a:moveTo>
                  <a:cubicBezTo>
                    <a:pt x="9736" y="2005"/>
                    <a:pt x="9753" y="2010"/>
                    <a:pt x="9769" y="2022"/>
                  </a:cubicBezTo>
                  <a:lnTo>
                    <a:pt x="11049" y="2941"/>
                  </a:lnTo>
                  <a:cubicBezTo>
                    <a:pt x="11087" y="2970"/>
                    <a:pt x="11097" y="3027"/>
                    <a:pt x="11073" y="3066"/>
                  </a:cubicBezTo>
                  <a:lnTo>
                    <a:pt x="10808" y="3427"/>
                  </a:lnTo>
                  <a:cubicBezTo>
                    <a:pt x="10790" y="3450"/>
                    <a:pt x="10762" y="3463"/>
                    <a:pt x="10734" y="3463"/>
                  </a:cubicBezTo>
                  <a:cubicBezTo>
                    <a:pt x="10716" y="3463"/>
                    <a:pt x="10698" y="3457"/>
                    <a:pt x="10683" y="3446"/>
                  </a:cubicBezTo>
                  <a:lnTo>
                    <a:pt x="9403" y="2527"/>
                  </a:lnTo>
                  <a:cubicBezTo>
                    <a:pt x="9364" y="2498"/>
                    <a:pt x="9355" y="2440"/>
                    <a:pt x="9384" y="2402"/>
                  </a:cubicBezTo>
                  <a:lnTo>
                    <a:pt x="9648" y="2041"/>
                  </a:lnTo>
                  <a:cubicBezTo>
                    <a:pt x="9666" y="2018"/>
                    <a:pt x="9692" y="2005"/>
                    <a:pt x="9719" y="2005"/>
                  </a:cubicBezTo>
                  <a:close/>
                  <a:moveTo>
                    <a:pt x="2279" y="2000"/>
                  </a:moveTo>
                  <a:cubicBezTo>
                    <a:pt x="2305" y="2000"/>
                    <a:pt x="2331" y="2013"/>
                    <a:pt x="2349" y="2036"/>
                  </a:cubicBezTo>
                  <a:lnTo>
                    <a:pt x="2614" y="2397"/>
                  </a:lnTo>
                  <a:cubicBezTo>
                    <a:pt x="2642" y="2440"/>
                    <a:pt x="2633" y="2493"/>
                    <a:pt x="2594" y="2522"/>
                  </a:cubicBezTo>
                  <a:lnTo>
                    <a:pt x="1314" y="3451"/>
                  </a:lnTo>
                  <a:cubicBezTo>
                    <a:pt x="1299" y="3460"/>
                    <a:pt x="1281" y="3464"/>
                    <a:pt x="1265" y="3464"/>
                  </a:cubicBezTo>
                  <a:cubicBezTo>
                    <a:pt x="1236" y="3464"/>
                    <a:pt x="1208" y="3451"/>
                    <a:pt x="1189" y="3427"/>
                  </a:cubicBezTo>
                  <a:lnTo>
                    <a:pt x="925" y="3066"/>
                  </a:lnTo>
                  <a:cubicBezTo>
                    <a:pt x="896" y="3027"/>
                    <a:pt x="905" y="2970"/>
                    <a:pt x="949" y="2941"/>
                  </a:cubicBezTo>
                  <a:lnTo>
                    <a:pt x="2229" y="2017"/>
                  </a:lnTo>
                  <a:cubicBezTo>
                    <a:pt x="2244" y="2005"/>
                    <a:pt x="2261" y="2000"/>
                    <a:pt x="2279" y="2000"/>
                  </a:cubicBezTo>
                  <a:close/>
                  <a:moveTo>
                    <a:pt x="2310" y="3258"/>
                  </a:moveTo>
                  <a:lnTo>
                    <a:pt x="2623" y="3706"/>
                  </a:lnTo>
                  <a:cubicBezTo>
                    <a:pt x="2565" y="3744"/>
                    <a:pt x="2503" y="3788"/>
                    <a:pt x="2445" y="3831"/>
                  </a:cubicBezTo>
                  <a:lnTo>
                    <a:pt x="2132" y="3388"/>
                  </a:lnTo>
                  <a:lnTo>
                    <a:pt x="2310" y="3258"/>
                  </a:lnTo>
                  <a:close/>
                  <a:moveTo>
                    <a:pt x="9687" y="3258"/>
                  </a:moveTo>
                  <a:lnTo>
                    <a:pt x="9860" y="3388"/>
                  </a:lnTo>
                  <a:lnTo>
                    <a:pt x="9547" y="3831"/>
                  </a:lnTo>
                  <a:cubicBezTo>
                    <a:pt x="9490" y="3788"/>
                    <a:pt x="9432" y="3744"/>
                    <a:pt x="9369" y="3706"/>
                  </a:cubicBezTo>
                  <a:lnTo>
                    <a:pt x="9687" y="3258"/>
                  </a:lnTo>
                  <a:close/>
                  <a:moveTo>
                    <a:pt x="4962" y="1"/>
                  </a:moveTo>
                  <a:cubicBezTo>
                    <a:pt x="4649" y="1"/>
                    <a:pt x="4394" y="256"/>
                    <a:pt x="4394" y="568"/>
                  </a:cubicBezTo>
                  <a:lnTo>
                    <a:pt x="4394" y="1540"/>
                  </a:lnTo>
                  <a:cubicBezTo>
                    <a:pt x="4394" y="1853"/>
                    <a:pt x="4649" y="2108"/>
                    <a:pt x="4962" y="2108"/>
                  </a:cubicBezTo>
                  <a:lnTo>
                    <a:pt x="5149" y="2108"/>
                  </a:lnTo>
                  <a:lnTo>
                    <a:pt x="5149" y="2724"/>
                  </a:lnTo>
                  <a:cubicBezTo>
                    <a:pt x="4389" y="2830"/>
                    <a:pt x="3653" y="3090"/>
                    <a:pt x="2989" y="3475"/>
                  </a:cubicBezTo>
                  <a:lnTo>
                    <a:pt x="2657" y="3008"/>
                  </a:lnTo>
                  <a:lnTo>
                    <a:pt x="2845" y="2873"/>
                  </a:lnTo>
                  <a:cubicBezTo>
                    <a:pt x="3076" y="2710"/>
                    <a:pt x="3128" y="2387"/>
                    <a:pt x="2965" y="2152"/>
                  </a:cubicBezTo>
                  <a:lnTo>
                    <a:pt x="2700" y="1791"/>
                  </a:lnTo>
                  <a:cubicBezTo>
                    <a:pt x="2601" y="1650"/>
                    <a:pt x="2442" y="1575"/>
                    <a:pt x="2280" y="1575"/>
                  </a:cubicBezTo>
                  <a:cubicBezTo>
                    <a:pt x="2176" y="1575"/>
                    <a:pt x="2071" y="1606"/>
                    <a:pt x="1978" y="1670"/>
                  </a:cubicBezTo>
                  <a:lnTo>
                    <a:pt x="699" y="2594"/>
                  </a:lnTo>
                  <a:cubicBezTo>
                    <a:pt x="468" y="2758"/>
                    <a:pt x="415" y="3080"/>
                    <a:pt x="578" y="3316"/>
                  </a:cubicBezTo>
                  <a:lnTo>
                    <a:pt x="843" y="3677"/>
                  </a:lnTo>
                  <a:cubicBezTo>
                    <a:pt x="942" y="3817"/>
                    <a:pt x="1101" y="3892"/>
                    <a:pt x="1263" y="3892"/>
                  </a:cubicBezTo>
                  <a:cubicBezTo>
                    <a:pt x="1367" y="3892"/>
                    <a:pt x="1472" y="3861"/>
                    <a:pt x="1565" y="3797"/>
                  </a:cubicBezTo>
                  <a:lnTo>
                    <a:pt x="1786" y="3638"/>
                  </a:lnTo>
                  <a:lnTo>
                    <a:pt x="2113" y="4100"/>
                  </a:lnTo>
                  <a:cubicBezTo>
                    <a:pt x="775" y="5236"/>
                    <a:pt x="6" y="6901"/>
                    <a:pt x="6" y="8657"/>
                  </a:cubicBezTo>
                  <a:cubicBezTo>
                    <a:pt x="1" y="11866"/>
                    <a:pt x="2522" y="14508"/>
                    <a:pt x="5727" y="14652"/>
                  </a:cubicBezTo>
                  <a:cubicBezTo>
                    <a:pt x="5819" y="14657"/>
                    <a:pt x="5910" y="14659"/>
                    <a:pt x="6001" y="14659"/>
                  </a:cubicBezTo>
                  <a:cubicBezTo>
                    <a:pt x="9087" y="14659"/>
                    <a:pt x="11692" y="12304"/>
                    <a:pt x="11972" y="9201"/>
                  </a:cubicBezTo>
                  <a:cubicBezTo>
                    <a:pt x="11988" y="9044"/>
                    <a:pt x="11871" y="8960"/>
                    <a:pt x="11755" y="8960"/>
                  </a:cubicBezTo>
                  <a:cubicBezTo>
                    <a:pt x="11654" y="8960"/>
                    <a:pt x="11553" y="9025"/>
                    <a:pt x="11544" y="9162"/>
                  </a:cubicBezTo>
                  <a:cubicBezTo>
                    <a:pt x="11342" y="11356"/>
                    <a:pt x="9865" y="13228"/>
                    <a:pt x="7777" y="13935"/>
                  </a:cubicBezTo>
                  <a:cubicBezTo>
                    <a:pt x="7195" y="14131"/>
                    <a:pt x="6597" y="14226"/>
                    <a:pt x="6003" y="14226"/>
                  </a:cubicBezTo>
                  <a:cubicBezTo>
                    <a:pt x="4466" y="14226"/>
                    <a:pt x="2965" y="13589"/>
                    <a:pt x="1892" y="12415"/>
                  </a:cubicBezTo>
                  <a:cubicBezTo>
                    <a:pt x="405" y="10784"/>
                    <a:pt x="15" y="8431"/>
                    <a:pt x="905" y="6415"/>
                  </a:cubicBezTo>
                  <a:cubicBezTo>
                    <a:pt x="1796" y="4399"/>
                    <a:pt x="3792" y="3095"/>
                    <a:pt x="6001" y="3095"/>
                  </a:cubicBezTo>
                  <a:cubicBezTo>
                    <a:pt x="8874" y="3095"/>
                    <a:pt x="11308" y="5332"/>
                    <a:pt x="11544" y="8195"/>
                  </a:cubicBezTo>
                  <a:cubicBezTo>
                    <a:pt x="11551" y="8335"/>
                    <a:pt x="11654" y="8401"/>
                    <a:pt x="11758" y="8401"/>
                  </a:cubicBezTo>
                  <a:cubicBezTo>
                    <a:pt x="11875" y="8401"/>
                    <a:pt x="11993" y="8317"/>
                    <a:pt x="11972" y="8161"/>
                  </a:cubicBezTo>
                  <a:cubicBezTo>
                    <a:pt x="11842" y="6583"/>
                    <a:pt x="11092" y="5120"/>
                    <a:pt x="9889" y="4100"/>
                  </a:cubicBezTo>
                  <a:lnTo>
                    <a:pt x="10211" y="3638"/>
                  </a:lnTo>
                  <a:lnTo>
                    <a:pt x="10437" y="3797"/>
                  </a:lnTo>
                  <a:cubicBezTo>
                    <a:pt x="10528" y="3863"/>
                    <a:pt x="10632" y="3894"/>
                    <a:pt x="10735" y="3894"/>
                  </a:cubicBezTo>
                  <a:cubicBezTo>
                    <a:pt x="10897" y="3894"/>
                    <a:pt x="11057" y="3818"/>
                    <a:pt x="11159" y="3677"/>
                  </a:cubicBezTo>
                  <a:lnTo>
                    <a:pt x="11419" y="3316"/>
                  </a:lnTo>
                  <a:cubicBezTo>
                    <a:pt x="11583" y="3085"/>
                    <a:pt x="11530" y="2763"/>
                    <a:pt x="11299" y="2594"/>
                  </a:cubicBezTo>
                  <a:lnTo>
                    <a:pt x="10024" y="1670"/>
                  </a:lnTo>
                  <a:cubicBezTo>
                    <a:pt x="9933" y="1606"/>
                    <a:pt x="9829" y="1575"/>
                    <a:pt x="9725" y="1575"/>
                  </a:cubicBezTo>
                  <a:cubicBezTo>
                    <a:pt x="9564" y="1575"/>
                    <a:pt x="9404" y="1650"/>
                    <a:pt x="9302" y="1791"/>
                  </a:cubicBezTo>
                  <a:lnTo>
                    <a:pt x="9042" y="2152"/>
                  </a:lnTo>
                  <a:cubicBezTo>
                    <a:pt x="8874" y="2383"/>
                    <a:pt x="8931" y="2705"/>
                    <a:pt x="9162" y="2873"/>
                  </a:cubicBezTo>
                  <a:lnTo>
                    <a:pt x="9345" y="3008"/>
                  </a:lnTo>
                  <a:lnTo>
                    <a:pt x="9018" y="3475"/>
                  </a:lnTo>
                  <a:cubicBezTo>
                    <a:pt x="8349" y="3085"/>
                    <a:pt x="7618" y="2830"/>
                    <a:pt x="6858" y="2724"/>
                  </a:cubicBezTo>
                  <a:lnTo>
                    <a:pt x="6858" y="2108"/>
                  </a:lnTo>
                  <a:lnTo>
                    <a:pt x="7040" y="2108"/>
                  </a:lnTo>
                  <a:cubicBezTo>
                    <a:pt x="7353" y="2108"/>
                    <a:pt x="7603" y="1853"/>
                    <a:pt x="7608" y="1540"/>
                  </a:cubicBezTo>
                  <a:lnTo>
                    <a:pt x="7608" y="568"/>
                  </a:lnTo>
                  <a:cubicBezTo>
                    <a:pt x="7608" y="256"/>
                    <a:pt x="7353" y="1"/>
                    <a:pt x="7040" y="1"/>
                  </a:cubicBezTo>
                  <a:lnTo>
                    <a:pt x="6501" y="1"/>
                  </a:lnTo>
                  <a:cubicBezTo>
                    <a:pt x="6213" y="1"/>
                    <a:pt x="6213" y="429"/>
                    <a:pt x="6501" y="429"/>
                  </a:cubicBezTo>
                  <a:lnTo>
                    <a:pt x="7040" y="429"/>
                  </a:lnTo>
                  <a:cubicBezTo>
                    <a:pt x="7113" y="434"/>
                    <a:pt x="7175" y="492"/>
                    <a:pt x="7175" y="568"/>
                  </a:cubicBezTo>
                  <a:lnTo>
                    <a:pt x="7175" y="1540"/>
                  </a:lnTo>
                  <a:cubicBezTo>
                    <a:pt x="7175" y="1617"/>
                    <a:pt x="7113" y="1680"/>
                    <a:pt x="7040" y="1680"/>
                  </a:cubicBezTo>
                  <a:lnTo>
                    <a:pt x="4962" y="1680"/>
                  </a:lnTo>
                  <a:cubicBezTo>
                    <a:pt x="4885" y="1680"/>
                    <a:pt x="4822" y="1617"/>
                    <a:pt x="4822" y="1540"/>
                  </a:cubicBezTo>
                  <a:lnTo>
                    <a:pt x="4822" y="568"/>
                  </a:lnTo>
                  <a:cubicBezTo>
                    <a:pt x="4822" y="492"/>
                    <a:pt x="4885" y="434"/>
                    <a:pt x="4962" y="429"/>
                  </a:cubicBezTo>
                  <a:lnTo>
                    <a:pt x="5501" y="429"/>
                  </a:lnTo>
                  <a:cubicBezTo>
                    <a:pt x="5785" y="429"/>
                    <a:pt x="57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4" name="Google Shape;14594;p87"/>
          <p:cNvGrpSpPr/>
          <p:nvPr/>
        </p:nvGrpSpPr>
        <p:grpSpPr>
          <a:xfrm>
            <a:off x="3554290" y="3380517"/>
            <a:ext cx="340092" cy="338623"/>
            <a:chOff x="3554290" y="3380517"/>
            <a:chExt cx="340092" cy="338623"/>
          </a:xfrm>
        </p:grpSpPr>
        <p:sp>
          <p:nvSpPr>
            <p:cNvPr id="14595" name="Google Shape;14595;p87"/>
            <p:cNvSpPr/>
            <p:nvPr/>
          </p:nvSpPr>
          <p:spPr>
            <a:xfrm>
              <a:off x="3654742" y="3568175"/>
              <a:ext cx="52534" cy="52534"/>
            </a:xfrm>
            <a:custGeom>
              <a:rect b="b" l="l" r="r" t="t"/>
              <a:pathLst>
                <a:path extrusionOk="0" h="2003" w="2003">
                  <a:moveTo>
                    <a:pt x="1237" y="1"/>
                  </a:moveTo>
                  <a:lnTo>
                    <a:pt x="0" y="1242"/>
                  </a:lnTo>
                  <a:cubicBezTo>
                    <a:pt x="92" y="1252"/>
                    <a:pt x="178" y="1295"/>
                    <a:pt x="246" y="1362"/>
                  </a:cubicBezTo>
                  <a:lnTo>
                    <a:pt x="640" y="1757"/>
                  </a:lnTo>
                  <a:cubicBezTo>
                    <a:pt x="708" y="1824"/>
                    <a:pt x="751" y="1911"/>
                    <a:pt x="761" y="2002"/>
                  </a:cubicBezTo>
                  <a:lnTo>
                    <a:pt x="2002" y="766"/>
                  </a:lnTo>
                  <a:cubicBezTo>
                    <a:pt x="1708" y="549"/>
                    <a:pt x="1453" y="294"/>
                    <a:pt x="123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87"/>
            <p:cNvSpPr/>
            <p:nvPr/>
          </p:nvSpPr>
          <p:spPr>
            <a:xfrm>
              <a:off x="3654611" y="3568175"/>
              <a:ext cx="42436" cy="52534"/>
            </a:xfrm>
            <a:custGeom>
              <a:rect b="b" l="l" r="r" t="t"/>
              <a:pathLst>
                <a:path extrusionOk="0" h="2003" w="1618">
                  <a:moveTo>
                    <a:pt x="1242" y="1"/>
                  </a:moveTo>
                  <a:lnTo>
                    <a:pt x="1" y="1237"/>
                  </a:lnTo>
                  <a:cubicBezTo>
                    <a:pt x="92" y="1252"/>
                    <a:pt x="179" y="1295"/>
                    <a:pt x="246" y="1357"/>
                  </a:cubicBezTo>
                  <a:lnTo>
                    <a:pt x="645" y="1757"/>
                  </a:lnTo>
                  <a:cubicBezTo>
                    <a:pt x="708" y="1824"/>
                    <a:pt x="751" y="1911"/>
                    <a:pt x="766" y="2002"/>
                  </a:cubicBezTo>
                  <a:lnTo>
                    <a:pt x="1232" y="1535"/>
                  </a:lnTo>
                  <a:lnTo>
                    <a:pt x="1059" y="1357"/>
                  </a:lnTo>
                  <a:cubicBezTo>
                    <a:pt x="953" y="1261"/>
                    <a:pt x="953" y="1102"/>
                    <a:pt x="1049" y="1001"/>
                  </a:cubicBezTo>
                  <a:lnTo>
                    <a:pt x="1617" y="434"/>
                  </a:lnTo>
                  <a:cubicBezTo>
                    <a:pt x="1483" y="299"/>
                    <a:pt x="1353" y="154"/>
                    <a:pt x="1242" y="1"/>
                  </a:cubicBezTo>
                  <a:close/>
                </a:path>
              </a:pathLst>
            </a:custGeom>
            <a:solidFill>
              <a:srgbClr val="D9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87"/>
            <p:cNvSpPr/>
            <p:nvPr/>
          </p:nvSpPr>
          <p:spPr>
            <a:xfrm>
              <a:off x="3650204" y="3385579"/>
              <a:ext cx="239667" cy="228520"/>
            </a:xfrm>
            <a:custGeom>
              <a:rect b="b" l="l" r="r" t="t"/>
              <a:pathLst>
                <a:path extrusionOk="0" h="8713" w="9138">
                  <a:moveTo>
                    <a:pt x="4780" y="0"/>
                  </a:moveTo>
                  <a:cubicBezTo>
                    <a:pt x="3647" y="0"/>
                    <a:pt x="2532" y="442"/>
                    <a:pt x="1699" y="1275"/>
                  </a:cubicBezTo>
                  <a:cubicBezTo>
                    <a:pt x="0" y="2978"/>
                    <a:pt x="0" y="5736"/>
                    <a:pt x="1699" y="7434"/>
                  </a:cubicBezTo>
                  <a:cubicBezTo>
                    <a:pt x="2533" y="8269"/>
                    <a:pt x="3650" y="8713"/>
                    <a:pt x="4786" y="8713"/>
                  </a:cubicBezTo>
                  <a:cubicBezTo>
                    <a:pt x="5346" y="8713"/>
                    <a:pt x="5911" y="8605"/>
                    <a:pt x="6448" y="8382"/>
                  </a:cubicBezTo>
                  <a:cubicBezTo>
                    <a:pt x="8074" y="7708"/>
                    <a:pt x="9138" y="6116"/>
                    <a:pt x="9138" y="4355"/>
                  </a:cubicBezTo>
                  <a:cubicBezTo>
                    <a:pt x="9138" y="2593"/>
                    <a:pt x="8074" y="1006"/>
                    <a:pt x="6448" y="332"/>
                  </a:cubicBezTo>
                  <a:cubicBezTo>
                    <a:pt x="5909" y="109"/>
                    <a:pt x="5342" y="0"/>
                    <a:pt x="478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87"/>
            <p:cNvSpPr/>
            <p:nvPr/>
          </p:nvSpPr>
          <p:spPr>
            <a:xfrm>
              <a:off x="3661299" y="3385632"/>
              <a:ext cx="124082" cy="228442"/>
            </a:xfrm>
            <a:custGeom>
              <a:rect b="b" l="l" r="r" t="t"/>
              <a:pathLst>
                <a:path extrusionOk="0" h="8710" w="4731">
                  <a:moveTo>
                    <a:pt x="4347" y="0"/>
                  </a:moveTo>
                  <a:cubicBezTo>
                    <a:pt x="1969" y="0"/>
                    <a:pt x="1" y="1931"/>
                    <a:pt x="1" y="4353"/>
                  </a:cubicBezTo>
                  <a:cubicBezTo>
                    <a:pt x="1" y="6778"/>
                    <a:pt x="1969" y="8709"/>
                    <a:pt x="4347" y="8709"/>
                  </a:cubicBezTo>
                  <a:cubicBezTo>
                    <a:pt x="4474" y="8709"/>
                    <a:pt x="4602" y="8704"/>
                    <a:pt x="4730" y="8693"/>
                  </a:cubicBezTo>
                  <a:cubicBezTo>
                    <a:pt x="3706" y="8606"/>
                    <a:pt x="2748" y="8159"/>
                    <a:pt x="2021" y="7437"/>
                  </a:cubicBezTo>
                  <a:cubicBezTo>
                    <a:pt x="823" y="6239"/>
                    <a:pt x="429" y="4454"/>
                    <a:pt x="1011" y="2861"/>
                  </a:cubicBezTo>
                  <a:cubicBezTo>
                    <a:pt x="1588" y="1268"/>
                    <a:pt x="3042" y="162"/>
                    <a:pt x="4730" y="17"/>
                  </a:cubicBezTo>
                  <a:cubicBezTo>
                    <a:pt x="4602" y="6"/>
                    <a:pt x="4474" y="0"/>
                    <a:pt x="434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87"/>
            <p:cNvSpPr/>
            <p:nvPr/>
          </p:nvSpPr>
          <p:spPr>
            <a:xfrm>
              <a:off x="3683120" y="3407348"/>
              <a:ext cx="193874" cy="184983"/>
            </a:xfrm>
            <a:custGeom>
              <a:rect b="b" l="l" r="r" t="t"/>
              <a:pathLst>
                <a:path extrusionOk="0" h="7053" w="7392">
                  <a:moveTo>
                    <a:pt x="3522" y="0"/>
                  </a:moveTo>
                  <a:cubicBezTo>
                    <a:pt x="3068" y="0"/>
                    <a:pt x="2611" y="87"/>
                    <a:pt x="2176" y="267"/>
                  </a:cubicBezTo>
                  <a:cubicBezTo>
                    <a:pt x="857" y="816"/>
                    <a:pt x="1" y="2100"/>
                    <a:pt x="1" y="3525"/>
                  </a:cubicBezTo>
                  <a:cubicBezTo>
                    <a:pt x="1" y="4954"/>
                    <a:pt x="857" y="6238"/>
                    <a:pt x="2176" y="6782"/>
                  </a:cubicBezTo>
                  <a:cubicBezTo>
                    <a:pt x="2613" y="6964"/>
                    <a:pt x="3071" y="7052"/>
                    <a:pt x="3526" y="7052"/>
                  </a:cubicBezTo>
                  <a:cubicBezTo>
                    <a:pt x="4443" y="7052"/>
                    <a:pt x="5345" y="6693"/>
                    <a:pt x="6020" y="6017"/>
                  </a:cubicBezTo>
                  <a:cubicBezTo>
                    <a:pt x="7392" y="4641"/>
                    <a:pt x="7392" y="2408"/>
                    <a:pt x="6020" y="1032"/>
                  </a:cubicBezTo>
                  <a:cubicBezTo>
                    <a:pt x="5344" y="359"/>
                    <a:pt x="4441" y="0"/>
                    <a:pt x="3522" y="0"/>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87"/>
            <p:cNvSpPr/>
            <p:nvPr/>
          </p:nvSpPr>
          <p:spPr>
            <a:xfrm>
              <a:off x="3683120" y="3407348"/>
              <a:ext cx="102392" cy="184878"/>
            </a:xfrm>
            <a:custGeom>
              <a:rect b="b" l="l" r="r" t="t"/>
              <a:pathLst>
                <a:path extrusionOk="0" h="7049" w="3904">
                  <a:moveTo>
                    <a:pt x="3517" y="1"/>
                  </a:moveTo>
                  <a:cubicBezTo>
                    <a:pt x="1600" y="1"/>
                    <a:pt x="1" y="1557"/>
                    <a:pt x="1" y="3525"/>
                  </a:cubicBezTo>
                  <a:cubicBezTo>
                    <a:pt x="1" y="5492"/>
                    <a:pt x="1600" y="7048"/>
                    <a:pt x="3517" y="7048"/>
                  </a:cubicBezTo>
                  <a:cubicBezTo>
                    <a:pt x="3645" y="7048"/>
                    <a:pt x="3773" y="7042"/>
                    <a:pt x="3903" y="7027"/>
                  </a:cubicBezTo>
                  <a:cubicBezTo>
                    <a:pt x="3105" y="6941"/>
                    <a:pt x="2359" y="6585"/>
                    <a:pt x="1791" y="6017"/>
                  </a:cubicBezTo>
                  <a:cubicBezTo>
                    <a:pt x="829" y="5059"/>
                    <a:pt x="506" y="3630"/>
                    <a:pt x="954" y="2350"/>
                  </a:cubicBezTo>
                  <a:cubicBezTo>
                    <a:pt x="1406" y="1071"/>
                    <a:pt x="2551" y="166"/>
                    <a:pt x="3903" y="22"/>
                  </a:cubicBezTo>
                  <a:cubicBezTo>
                    <a:pt x="3773" y="8"/>
                    <a:pt x="3645" y="1"/>
                    <a:pt x="351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87"/>
            <p:cNvSpPr/>
            <p:nvPr/>
          </p:nvSpPr>
          <p:spPr>
            <a:xfrm>
              <a:off x="3741817" y="3443857"/>
              <a:ext cx="59091" cy="50619"/>
            </a:xfrm>
            <a:custGeom>
              <a:rect b="b" l="l" r="r" t="t"/>
              <a:pathLst>
                <a:path extrusionOk="0" h="1930" w="2253">
                  <a:moveTo>
                    <a:pt x="1290" y="1"/>
                  </a:moveTo>
                  <a:cubicBezTo>
                    <a:pt x="429" y="1"/>
                    <a:pt x="0" y="1040"/>
                    <a:pt x="607" y="1647"/>
                  </a:cubicBezTo>
                  <a:cubicBezTo>
                    <a:pt x="802" y="1842"/>
                    <a:pt x="1043" y="1930"/>
                    <a:pt x="1279" y="1930"/>
                  </a:cubicBezTo>
                  <a:cubicBezTo>
                    <a:pt x="1775" y="1930"/>
                    <a:pt x="2252" y="1544"/>
                    <a:pt x="2252" y="963"/>
                  </a:cubicBezTo>
                  <a:cubicBezTo>
                    <a:pt x="2252" y="434"/>
                    <a:pt x="1819" y="1"/>
                    <a:pt x="1290"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87"/>
            <p:cNvSpPr/>
            <p:nvPr/>
          </p:nvSpPr>
          <p:spPr>
            <a:xfrm>
              <a:off x="3750393" y="3443857"/>
              <a:ext cx="35119" cy="50619"/>
            </a:xfrm>
            <a:custGeom>
              <a:rect b="b" l="l" r="r" t="t"/>
              <a:pathLst>
                <a:path extrusionOk="0" h="1930" w="1339">
                  <a:moveTo>
                    <a:pt x="962" y="0"/>
                  </a:moveTo>
                  <a:cubicBezTo>
                    <a:pt x="454" y="0"/>
                    <a:pt x="1" y="410"/>
                    <a:pt x="1" y="963"/>
                  </a:cubicBezTo>
                  <a:cubicBezTo>
                    <a:pt x="1" y="1521"/>
                    <a:pt x="456" y="1929"/>
                    <a:pt x="965" y="1929"/>
                  </a:cubicBezTo>
                  <a:cubicBezTo>
                    <a:pt x="1088" y="1929"/>
                    <a:pt x="1214" y="1905"/>
                    <a:pt x="1338" y="1853"/>
                  </a:cubicBezTo>
                  <a:cubicBezTo>
                    <a:pt x="982" y="1699"/>
                    <a:pt x="751" y="1353"/>
                    <a:pt x="751" y="963"/>
                  </a:cubicBezTo>
                  <a:cubicBezTo>
                    <a:pt x="751" y="578"/>
                    <a:pt x="982" y="232"/>
                    <a:pt x="1338" y="78"/>
                  </a:cubicBezTo>
                  <a:cubicBezTo>
                    <a:pt x="1213" y="25"/>
                    <a:pt x="1086" y="0"/>
                    <a:pt x="96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87"/>
            <p:cNvSpPr/>
            <p:nvPr/>
          </p:nvSpPr>
          <p:spPr>
            <a:xfrm>
              <a:off x="3734237" y="3494476"/>
              <a:ext cx="82695" cy="52770"/>
            </a:xfrm>
            <a:custGeom>
              <a:rect b="b" l="l" r="r" t="t"/>
              <a:pathLst>
                <a:path extrusionOk="0" h="2012" w="3153">
                  <a:moveTo>
                    <a:pt x="1030" y="0"/>
                  </a:moveTo>
                  <a:cubicBezTo>
                    <a:pt x="463" y="0"/>
                    <a:pt x="1" y="462"/>
                    <a:pt x="1" y="1030"/>
                  </a:cubicBezTo>
                  <a:lnTo>
                    <a:pt x="1" y="1839"/>
                  </a:lnTo>
                  <a:cubicBezTo>
                    <a:pt x="1" y="1935"/>
                    <a:pt x="78" y="2012"/>
                    <a:pt x="174" y="2012"/>
                  </a:cubicBezTo>
                  <a:lnTo>
                    <a:pt x="2979" y="2012"/>
                  </a:lnTo>
                  <a:cubicBezTo>
                    <a:pt x="3075" y="2012"/>
                    <a:pt x="3152" y="1935"/>
                    <a:pt x="3152" y="1839"/>
                  </a:cubicBezTo>
                  <a:lnTo>
                    <a:pt x="3152" y="1030"/>
                  </a:lnTo>
                  <a:cubicBezTo>
                    <a:pt x="3152" y="462"/>
                    <a:pt x="2690" y="0"/>
                    <a:pt x="2123"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87"/>
            <p:cNvSpPr/>
            <p:nvPr/>
          </p:nvSpPr>
          <p:spPr>
            <a:xfrm>
              <a:off x="3734237" y="3494345"/>
              <a:ext cx="46842" cy="52901"/>
            </a:xfrm>
            <a:custGeom>
              <a:rect b="b" l="l" r="r" t="t"/>
              <a:pathLst>
                <a:path extrusionOk="0" h="2017" w="1786">
                  <a:moveTo>
                    <a:pt x="1030" y="1"/>
                  </a:moveTo>
                  <a:cubicBezTo>
                    <a:pt x="463" y="5"/>
                    <a:pt x="1" y="467"/>
                    <a:pt x="1" y="1035"/>
                  </a:cubicBezTo>
                  <a:lnTo>
                    <a:pt x="1" y="1844"/>
                  </a:lnTo>
                  <a:cubicBezTo>
                    <a:pt x="1" y="1940"/>
                    <a:pt x="78" y="2017"/>
                    <a:pt x="174" y="2017"/>
                  </a:cubicBezTo>
                  <a:lnTo>
                    <a:pt x="929" y="2017"/>
                  </a:lnTo>
                  <a:cubicBezTo>
                    <a:pt x="833" y="2017"/>
                    <a:pt x="756" y="1940"/>
                    <a:pt x="756" y="1844"/>
                  </a:cubicBezTo>
                  <a:lnTo>
                    <a:pt x="756" y="1035"/>
                  </a:lnTo>
                  <a:cubicBezTo>
                    <a:pt x="756" y="467"/>
                    <a:pt x="1218" y="5"/>
                    <a:pt x="1786"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87"/>
            <p:cNvSpPr/>
            <p:nvPr/>
          </p:nvSpPr>
          <p:spPr>
            <a:xfrm>
              <a:off x="3559824" y="3596842"/>
              <a:ext cx="119938" cy="117368"/>
            </a:xfrm>
            <a:custGeom>
              <a:rect b="b" l="l" r="r" t="t"/>
              <a:pathLst>
                <a:path extrusionOk="0" h="4475" w="4573">
                  <a:moveTo>
                    <a:pt x="3627" y="1"/>
                  </a:moveTo>
                  <a:cubicBezTo>
                    <a:pt x="3499" y="1"/>
                    <a:pt x="3372" y="50"/>
                    <a:pt x="3273" y="149"/>
                  </a:cubicBezTo>
                  <a:lnTo>
                    <a:pt x="198" y="3224"/>
                  </a:lnTo>
                  <a:cubicBezTo>
                    <a:pt x="1" y="3421"/>
                    <a:pt x="1" y="3734"/>
                    <a:pt x="198" y="3931"/>
                  </a:cubicBezTo>
                  <a:lnTo>
                    <a:pt x="598" y="4330"/>
                  </a:lnTo>
                  <a:cubicBezTo>
                    <a:pt x="694" y="4427"/>
                    <a:pt x="821" y="4475"/>
                    <a:pt x="949" y="4475"/>
                  </a:cubicBezTo>
                  <a:cubicBezTo>
                    <a:pt x="1076" y="4475"/>
                    <a:pt x="1204" y="4427"/>
                    <a:pt x="1300" y="4330"/>
                  </a:cubicBezTo>
                  <a:lnTo>
                    <a:pt x="4380" y="1256"/>
                  </a:lnTo>
                  <a:cubicBezTo>
                    <a:pt x="4572" y="1058"/>
                    <a:pt x="4572" y="741"/>
                    <a:pt x="4380" y="548"/>
                  </a:cubicBezTo>
                  <a:lnTo>
                    <a:pt x="3980" y="149"/>
                  </a:lnTo>
                  <a:cubicBezTo>
                    <a:pt x="3882" y="50"/>
                    <a:pt x="3754" y="1"/>
                    <a:pt x="362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87"/>
            <p:cNvSpPr/>
            <p:nvPr/>
          </p:nvSpPr>
          <p:spPr>
            <a:xfrm>
              <a:off x="3559956" y="3596842"/>
              <a:ext cx="105041" cy="117368"/>
            </a:xfrm>
            <a:custGeom>
              <a:rect b="b" l="l" r="r" t="t"/>
              <a:pathLst>
                <a:path extrusionOk="0" h="4475" w="4005">
                  <a:moveTo>
                    <a:pt x="3624" y="1"/>
                  </a:moveTo>
                  <a:cubicBezTo>
                    <a:pt x="3496" y="1"/>
                    <a:pt x="3369" y="50"/>
                    <a:pt x="3273" y="149"/>
                  </a:cubicBezTo>
                  <a:lnTo>
                    <a:pt x="193" y="3224"/>
                  </a:lnTo>
                  <a:cubicBezTo>
                    <a:pt x="1" y="3421"/>
                    <a:pt x="1" y="3734"/>
                    <a:pt x="193" y="3931"/>
                  </a:cubicBezTo>
                  <a:lnTo>
                    <a:pt x="593" y="4330"/>
                  </a:lnTo>
                  <a:cubicBezTo>
                    <a:pt x="691" y="4427"/>
                    <a:pt x="819" y="4475"/>
                    <a:pt x="946" y="4475"/>
                  </a:cubicBezTo>
                  <a:cubicBezTo>
                    <a:pt x="1074" y="4475"/>
                    <a:pt x="1201" y="4427"/>
                    <a:pt x="1300" y="4330"/>
                  </a:cubicBezTo>
                  <a:lnTo>
                    <a:pt x="1324" y="4306"/>
                  </a:lnTo>
                  <a:lnTo>
                    <a:pt x="953" y="3931"/>
                  </a:lnTo>
                  <a:cubicBezTo>
                    <a:pt x="756" y="3734"/>
                    <a:pt x="756" y="3421"/>
                    <a:pt x="953" y="3224"/>
                  </a:cubicBezTo>
                  <a:lnTo>
                    <a:pt x="4004" y="173"/>
                  </a:lnTo>
                  <a:lnTo>
                    <a:pt x="3975" y="149"/>
                  </a:lnTo>
                  <a:cubicBezTo>
                    <a:pt x="3879" y="50"/>
                    <a:pt x="3751" y="1"/>
                    <a:pt x="3624"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87"/>
            <p:cNvSpPr/>
            <p:nvPr/>
          </p:nvSpPr>
          <p:spPr>
            <a:xfrm>
              <a:off x="3636068" y="3596842"/>
              <a:ext cx="43695" cy="42541"/>
            </a:xfrm>
            <a:custGeom>
              <a:rect b="b" l="l" r="r" t="t"/>
              <a:pathLst>
                <a:path extrusionOk="0" h="1622" w="1666">
                  <a:moveTo>
                    <a:pt x="720" y="1"/>
                  </a:moveTo>
                  <a:cubicBezTo>
                    <a:pt x="592" y="1"/>
                    <a:pt x="465" y="50"/>
                    <a:pt x="366" y="149"/>
                  </a:cubicBezTo>
                  <a:lnTo>
                    <a:pt x="0" y="515"/>
                  </a:lnTo>
                  <a:lnTo>
                    <a:pt x="1107" y="1621"/>
                  </a:lnTo>
                  <a:lnTo>
                    <a:pt x="1473" y="1251"/>
                  </a:lnTo>
                  <a:cubicBezTo>
                    <a:pt x="1665" y="1058"/>
                    <a:pt x="1665" y="741"/>
                    <a:pt x="1473" y="548"/>
                  </a:cubicBezTo>
                  <a:lnTo>
                    <a:pt x="1073" y="149"/>
                  </a:lnTo>
                  <a:cubicBezTo>
                    <a:pt x="975" y="50"/>
                    <a:pt x="847" y="1"/>
                    <a:pt x="72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87"/>
            <p:cNvSpPr/>
            <p:nvPr/>
          </p:nvSpPr>
          <p:spPr>
            <a:xfrm>
              <a:off x="3636199" y="3596816"/>
              <a:ext cx="28798" cy="23500"/>
            </a:xfrm>
            <a:custGeom>
              <a:rect b="b" l="l" r="r" t="t"/>
              <a:pathLst>
                <a:path extrusionOk="0" h="896" w="1098">
                  <a:moveTo>
                    <a:pt x="674" y="1"/>
                  </a:moveTo>
                  <a:cubicBezTo>
                    <a:pt x="654" y="1"/>
                    <a:pt x="640" y="6"/>
                    <a:pt x="626" y="10"/>
                  </a:cubicBezTo>
                  <a:cubicBezTo>
                    <a:pt x="524" y="30"/>
                    <a:pt x="438" y="73"/>
                    <a:pt x="366" y="145"/>
                  </a:cubicBezTo>
                  <a:lnTo>
                    <a:pt x="91" y="424"/>
                  </a:lnTo>
                  <a:lnTo>
                    <a:pt x="0" y="516"/>
                  </a:lnTo>
                  <a:lnTo>
                    <a:pt x="375" y="896"/>
                  </a:lnTo>
                  <a:lnTo>
                    <a:pt x="1097" y="174"/>
                  </a:lnTo>
                  <a:lnTo>
                    <a:pt x="1073" y="150"/>
                  </a:lnTo>
                  <a:cubicBezTo>
                    <a:pt x="1063" y="135"/>
                    <a:pt x="1049" y="126"/>
                    <a:pt x="1039" y="116"/>
                  </a:cubicBezTo>
                  <a:lnTo>
                    <a:pt x="1025" y="107"/>
                  </a:lnTo>
                  <a:cubicBezTo>
                    <a:pt x="1010" y="97"/>
                    <a:pt x="996" y="83"/>
                    <a:pt x="977" y="73"/>
                  </a:cubicBezTo>
                  <a:cubicBezTo>
                    <a:pt x="900" y="25"/>
                    <a:pt x="813" y="1"/>
                    <a:pt x="722"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87"/>
            <p:cNvSpPr/>
            <p:nvPr/>
          </p:nvSpPr>
          <p:spPr>
            <a:xfrm>
              <a:off x="3554290" y="3380517"/>
              <a:ext cx="340040" cy="338623"/>
            </a:xfrm>
            <a:custGeom>
              <a:rect b="b" l="l" r="r" t="t"/>
              <a:pathLst>
                <a:path extrusionOk="0" h="12911" w="12965">
                  <a:moveTo>
                    <a:pt x="4980" y="7502"/>
                  </a:moveTo>
                  <a:cubicBezTo>
                    <a:pt x="5129" y="7680"/>
                    <a:pt x="5298" y="7844"/>
                    <a:pt x="5476" y="7998"/>
                  </a:cubicBezTo>
                  <a:lnTo>
                    <a:pt x="4764" y="8710"/>
                  </a:lnTo>
                  <a:cubicBezTo>
                    <a:pt x="4749" y="8690"/>
                    <a:pt x="4735" y="8676"/>
                    <a:pt x="4716" y="8657"/>
                  </a:cubicBezTo>
                  <a:lnTo>
                    <a:pt x="4321" y="8262"/>
                  </a:lnTo>
                  <a:cubicBezTo>
                    <a:pt x="4302" y="8243"/>
                    <a:pt x="4287" y="8229"/>
                    <a:pt x="4268" y="8214"/>
                  </a:cubicBezTo>
                  <a:lnTo>
                    <a:pt x="4980" y="7502"/>
                  </a:lnTo>
                  <a:close/>
                  <a:moveTo>
                    <a:pt x="3833" y="8437"/>
                  </a:moveTo>
                  <a:cubicBezTo>
                    <a:pt x="3912" y="8437"/>
                    <a:pt x="3992" y="8467"/>
                    <a:pt x="4052" y="8527"/>
                  </a:cubicBezTo>
                  <a:lnTo>
                    <a:pt x="4451" y="8926"/>
                  </a:lnTo>
                  <a:cubicBezTo>
                    <a:pt x="4571" y="9047"/>
                    <a:pt x="4571" y="9244"/>
                    <a:pt x="4451" y="9369"/>
                  </a:cubicBezTo>
                  <a:lnTo>
                    <a:pt x="4451" y="9364"/>
                  </a:lnTo>
                  <a:lnTo>
                    <a:pt x="4215" y="9600"/>
                  </a:lnTo>
                  <a:lnTo>
                    <a:pt x="3378" y="8763"/>
                  </a:lnTo>
                  <a:lnTo>
                    <a:pt x="3614" y="8527"/>
                  </a:lnTo>
                  <a:cubicBezTo>
                    <a:pt x="3674" y="8467"/>
                    <a:pt x="3753" y="8437"/>
                    <a:pt x="3833" y="8437"/>
                  </a:cubicBezTo>
                  <a:close/>
                  <a:moveTo>
                    <a:pt x="3113" y="9027"/>
                  </a:moveTo>
                  <a:lnTo>
                    <a:pt x="3951" y="9865"/>
                  </a:lnTo>
                  <a:lnTo>
                    <a:pt x="1376" y="12439"/>
                  </a:lnTo>
                  <a:cubicBezTo>
                    <a:pt x="1314" y="12499"/>
                    <a:pt x="1234" y="12529"/>
                    <a:pt x="1155" y="12529"/>
                  </a:cubicBezTo>
                  <a:cubicBezTo>
                    <a:pt x="1076" y="12529"/>
                    <a:pt x="996" y="12499"/>
                    <a:pt x="934" y="12439"/>
                  </a:cubicBezTo>
                  <a:lnTo>
                    <a:pt x="539" y="12044"/>
                  </a:lnTo>
                  <a:cubicBezTo>
                    <a:pt x="419" y="11919"/>
                    <a:pt x="419" y="11727"/>
                    <a:pt x="539" y="11606"/>
                  </a:cubicBezTo>
                  <a:lnTo>
                    <a:pt x="539" y="11602"/>
                  </a:lnTo>
                  <a:lnTo>
                    <a:pt x="3113" y="9027"/>
                  </a:lnTo>
                  <a:close/>
                  <a:moveTo>
                    <a:pt x="8430" y="0"/>
                  </a:moveTo>
                  <a:cubicBezTo>
                    <a:pt x="4725" y="0"/>
                    <a:pt x="2584" y="4211"/>
                    <a:pt x="4740" y="7204"/>
                  </a:cubicBezTo>
                  <a:lnTo>
                    <a:pt x="3883" y="8065"/>
                  </a:lnTo>
                  <a:cubicBezTo>
                    <a:pt x="3862" y="8063"/>
                    <a:pt x="3840" y="8062"/>
                    <a:pt x="3819" y="8062"/>
                  </a:cubicBezTo>
                  <a:cubicBezTo>
                    <a:pt x="3640" y="8062"/>
                    <a:pt x="3469" y="8133"/>
                    <a:pt x="3344" y="8262"/>
                  </a:cubicBezTo>
                  <a:lnTo>
                    <a:pt x="270" y="11337"/>
                  </a:lnTo>
                  <a:cubicBezTo>
                    <a:pt x="0" y="11606"/>
                    <a:pt x="0" y="12044"/>
                    <a:pt x="270" y="12314"/>
                  </a:cubicBezTo>
                  <a:lnTo>
                    <a:pt x="669" y="12708"/>
                  </a:lnTo>
                  <a:cubicBezTo>
                    <a:pt x="804" y="12843"/>
                    <a:pt x="979" y="12910"/>
                    <a:pt x="1155" y="12910"/>
                  </a:cubicBezTo>
                  <a:cubicBezTo>
                    <a:pt x="1331" y="12910"/>
                    <a:pt x="1506" y="12843"/>
                    <a:pt x="1641" y="12708"/>
                  </a:cubicBezTo>
                  <a:lnTo>
                    <a:pt x="4350" y="10004"/>
                  </a:lnTo>
                  <a:lnTo>
                    <a:pt x="4716" y="9638"/>
                  </a:lnTo>
                  <a:cubicBezTo>
                    <a:pt x="4860" y="9494"/>
                    <a:pt x="4932" y="9297"/>
                    <a:pt x="4913" y="9095"/>
                  </a:cubicBezTo>
                  <a:lnTo>
                    <a:pt x="5774" y="8233"/>
                  </a:lnTo>
                  <a:cubicBezTo>
                    <a:pt x="6419" y="8700"/>
                    <a:pt x="7179" y="8989"/>
                    <a:pt x="7968" y="9066"/>
                  </a:cubicBezTo>
                  <a:lnTo>
                    <a:pt x="7988" y="9066"/>
                  </a:lnTo>
                  <a:cubicBezTo>
                    <a:pt x="7989" y="9066"/>
                    <a:pt x="7991" y="9066"/>
                    <a:pt x="7993" y="9066"/>
                  </a:cubicBezTo>
                  <a:cubicBezTo>
                    <a:pt x="8233" y="9066"/>
                    <a:pt x="8251" y="8710"/>
                    <a:pt x="8007" y="8690"/>
                  </a:cubicBezTo>
                  <a:cubicBezTo>
                    <a:pt x="7203" y="8609"/>
                    <a:pt x="6438" y="8291"/>
                    <a:pt x="5808" y="7786"/>
                  </a:cubicBezTo>
                  <a:cubicBezTo>
                    <a:pt x="2738" y="5303"/>
                    <a:pt x="4542" y="381"/>
                    <a:pt x="8430" y="381"/>
                  </a:cubicBezTo>
                  <a:cubicBezTo>
                    <a:pt x="8434" y="381"/>
                    <a:pt x="8437" y="381"/>
                    <a:pt x="8440" y="381"/>
                  </a:cubicBezTo>
                  <a:cubicBezTo>
                    <a:pt x="10572" y="381"/>
                    <a:pt x="12362" y="2000"/>
                    <a:pt x="12573" y="4124"/>
                  </a:cubicBezTo>
                  <a:cubicBezTo>
                    <a:pt x="12584" y="4240"/>
                    <a:pt x="12671" y="4294"/>
                    <a:pt x="12759" y="4294"/>
                  </a:cubicBezTo>
                  <a:cubicBezTo>
                    <a:pt x="12861" y="4294"/>
                    <a:pt x="12964" y="4220"/>
                    <a:pt x="12949" y="4086"/>
                  </a:cubicBezTo>
                  <a:cubicBezTo>
                    <a:pt x="12718" y="1766"/>
                    <a:pt x="10764" y="0"/>
                    <a:pt x="8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87"/>
            <p:cNvSpPr/>
            <p:nvPr/>
          </p:nvSpPr>
          <p:spPr>
            <a:xfrm>
              <a:off x="3670268" y="3402286"/>
              <a:ext cx="202948" cy="194949"/>
            </a:xfrm>
            <a:custGeom>
              <a:rect b="b" l="l" r="r" t="t"/>
              <a:pathLst>
                <a:path extrusionOk="0" h="7433" w="7738">
                  <a:moveTo>
                    <a:pt x="4011" y="382"/>
                  </a:moveTo>
                  <a:cubicBezTo>
                    <a:pt x="4442" y="382"/>
                    <a:pt x="4875" y="466"/>
                    <a:pt x="5288" y="638"/>
                  </a:cubicBezTo>
                  <a:cubicBezTo>
                    <a:pt x="6530" y="1153"/>
                    <a:pt x="7343" y="2370"/>
                    <a:pt x="7343" y="3718"/>
                  </a:cubicBezTo>
                  <a:cubicBezTo>
                    <a:pt x="7348" y="5557"/>
                    <a:pt x="5856" y="7052"/>
                    <a:pt x="4017" y="7052"/>
                  </a:cubicBezTo>
                  <a:cubicBezTo>
                    <a:pt x="4014" y="7052"/>
                    <a:pt x="4011" y="7052"/>
                    <a:pt x="4008" y="7052"/>
                  </a:cubicBezTo>
                  <a:cubicBezTo>
                    <a:pt x="2661" y="7052"/>
                    <a:pt x="1444" y="6239"/>
                    <a:pt x="929" y="4993"/>
                  </a:cubicBezTo>
                  <a:cubicBezTo>
                    <a:pt x="414" y="3746"/>
                    <a:pt x="698" y="2313"/>
                    <a:pt x="1651" y="1360"/>
                  </a:cubicBezTo>
                  <a:cubicBezTo>
                    <a:pt x="2288" y="723"/>
                    <a:pt x="3142" y="382"/>
                    <a:pt x="4011" y="382"/>
                  </a:cubicBezTo>
                  <a:close/>
                  <a:moveTo>
                    <a:pt x="4013" y="1"/>
                  </a:moveTo>
                  <a:cubicBezTo>
                    <a:pt x="3044" y="1"/>
                    <a:pt x="2093" y="378"/>
                    <a:pt x="1381" y="1090"/>
                  </a:cubicBezTo>
                  <a:cubicBezTo>
                    <a:pt x="318" y="2149"/>
                    <a:pt x="0" y="3751"/>
                    <a:pt x="578" y="5137"/>
                  </a:cubicBezTo>
                  <a:cubicBezTo>
                    <a:pt x="1150" y="6528"/>
                    <a:pt x="2507" y="7432"/>
                    <a:pt x="4008" y="7432"/>
                  </a:cubicBezTo>
                  <a:cubicBezTo>
                    <a:pt x="4014" y="7432"/>
                    <a:pt x="4020" y="7432"/>
                    <a:pt x="4026" y="7432"/>
                  </a:cubicBezTo>
                  <a:cubicBezTo>
                    <a:pt x="6077" y="7432"/>
                    <a:pt x="7737" y="5766"/>
                    <a:pt x="7723" y="3718"/>
                  </a:cubicBezTo>
                  <a:cubicBezTo>
                    <a:pt x="7723" y="2216"/>
                    <a:pt x="6818" y="859"/>
                    <a:pt x="5433" y="282"/>
                  </a:cubicBezTo>
                  <a:cubicBezTo>
                    <a:pt x="4973" y="93"/>
                    <a:pt x="44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87"/>
            <p:cNvSpPr/>
            <p:nvPr/>
          </p:nvSpPr>
          <p:spPr>
            <a:xfrm>
              <a:off x="3729071" y="3438821"/>
              <a:ext cx="92793" cy="113355"/>
            </a:xfrm>
            <a:custGeom>
              <a:rect b="b" l="l" r="r" t="t"/>
              <a:pathLst>
                <a:path extrusionOk="0" h="4322" w="3538">
                  <a:moveTo>
                    <a:pt x="1766" y="381"/>
                  </a:moveTo>
                  <a:cubicBezTo>
                    <a:pt x="2459" y="381"/>
                    <a:pt x="2801" y="1213"/>
                    <a:pt x="2315" y="1704"/>
                  </a:cubicBezTo>
                  <a:cubicBezTo>
                    <a:pt x="2158" y="1861"/>
                    <a:pt x="1965" y="1931"/>
                    <a:pt x="1776" y="1931"/>
                  </a:cubicBezTo>
                  <a:cubicBezTo>
                    <a:pt x="1378" y="1931"/>
                    <a:pt x="996" y="1621"/>
                    <a:pt x="996" y="1155"/>
                  </a:cubicBezTo>
                  <a:cubicBezTo>
                    <a:pt x="996" y="727"/>
                    <a:pt x="1343" y="381"/>
                    <a:pt x="1766" y="381"/>
                  </a:cubicBezTo>
                  <a:close/>
                  <a:moveTo>
                    <a:pt x="2310" y="2310"/>
                  </a:moveTo>
                  <a:cubicBezTo>
                    <a:pt x="2777" y="2310"/>
                    <a:pt x="3152" y="2685"/>
                    <a:pt x="3152" y="3152"/>
                  </a:cubicBezTo>
                  <a:lnTo>
                    <a:pt x="3157" y="3946"/>
                  </a:lnTo>
                  <a:lnTo>
                    <a:pt x="2743" y="3946"/>
                  </a:lnTo>
                  <a:lnTo>
                    <a:pt x="2743" y="3114"/>
                  </a:lnTo>
                  <a:cubicBezTo>
                    <a:pt x="2743" y="2989"/>
                    <a:pt x="2648" y="2926"/>
                    <a:pt x="2553" y="2926"/>
                  </a:cubicBezTo>
                  <a:cubicBezTo>
                    <a:pt x="2458" y="2926"/>
                    <a:pt x="2363" y="2989"/>
                    <a:pt x="2363" y="3114"/>
                  </a:cubicBezTo>
                  <a:lnTo>
                    <a:pt x="2363" y="3946"/>
                  </a:lnTo>
                  <a:lnTo>
                    <a:pt x="1175" y="3946"/>
                  </a:lnTo>
                  <a:lnTo>
                    <a:pt x="1175" y="3114"/>
                  </a:lnTo>
                  <a:cubicBezTo>
                    <a:pt x="1175" y="2989"/>
                    <a:pt x="1079" y="2926"/>
                    <a:pt x="984" y="2926"/>
                  </a:cubicBezTo>
                  <a:cubicBezTo>
                    <a:pt x="889" y="2926"/>
                    <a:pt x="794" y="2989"/>
                    <a:pt x="794" y="3114"/>
                  </a:cubicBezTo>
                  <a:lnTo>
                    <a:pt x="794" y="3946"/>
                  </a:lnTo>
                  <a:lnTo>
                    <a:pt x="381" y="3946"/>
                  </a:lnTo>
                  <a:lnTo>
                    <a:pt x="381" y="3152"/>
                  </a:lnTo>
                  <a:cubicBezTo>
                    <a:pt x="381" y="2685"/>
                    <a:pt x="756" y="2310"/>
                    <a:pt x="1223" y="2310"/>
                  </a:cubicBezTo>
                  <a:close/>
                  <a:moveTo>
                    <a:pt x="1766" y="0"/>
                  </a:moveTo>
                  <a:cubicBezTo>
                    <a:pt x="746" y="0"/>
                    <a:pt x="231" y="1232"/>
                    <a:pt x="948" y="1964"/>
                  </a:cubicBezTo>
                  <a:cubicBezTo>
                    <a:pt x="395" y="2089"/>
                    <a:pt x="0" y="2584"/>
                    <a:pt x="0" y="3152"/>
                  </a:cubicBezTo>
                  <a:lnTo>
                    <a:pt x="0" y="3961"/>
                  </a:lnTo>
                  <a:cubicBezTo>
                    <a:pt x="0" y="4158"/>
                    <a:pt x="164" y="4321"/>
                    <a:pt x="366" y="4321"/>
                  </a:cubicBezTo>
                  <a:lnTo>
                    <a:pt x="3171" y="4321"/>
                  </a:lnTo>
                  <a:cubicBezTo>
                    <a:pt x="3373" y="4321"/>
                    <a:pt x="3537" y="4158"/>
                    <a:pt x="3537" y="3961"/>
                  </a:cubicBezTo>
                  <a:lnTo>
                    <a:pt x="3537" y="3152"/>
                  </a:lnTo>
                  <a:cubicBezTo>
                    <a:pt x="3532" y="2584"/>
                    <a:pt x="3143" y="2089"/>
                    <a:pt x="2589" y="1964"/>
                  </a:cubicBezTo>
                  <a:cubicBezTo>
                    <a:pt x="3306" y="1232"/>
                    <a:pt x="2791" y="0"/>
                    <a:pt x="17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87"/>
            <p:cNvSpPr/>
            <p:nvPr/>
          </p:nvSpPr>
          <p:spPr>
            <a:xfrm>
              <a:off x="3780083" y="3506331"/>
              <a:ext cx="114299" cy="112096"/>
            </a:xfrm>
            <a:custGeom>
              <a:rect b="b" l="l" r="r" t="t"/>
              <a:pathLst>
                <a:path extrusionOk="0" h="4274" w="4358">
                  <a:moveTo>
                    <a:pt x="4154" y="1"/>
                  </a:moveTo>
                  <a:cubicBezTo>
                    <a:pt x="4066" y="1"/>
                    <a:pt x="3980" y="56"/>
                    <a:pt x="3969" y="174"/>
                  </a:cubicBezTo>
                  <a:cubicBezTo>
                    <a:pt x="3767" y="2137"/>
                    <a:pt x="2213" y="3696"/>
                    <a:pt x="245" y="3893"/>
                  </a:cubicBezTo>
                  <a:cubicBezTo>
                    <a:pt x="1" y="3913"/>
                    <a:pt x="18" y="4274"/>
                    <a:pt x="259" y="4274"/>
                  </a:cubicBezTo>
                  <a:cubicBezTo>
                    <a:pt x="261" y="4274"/>
                    <a:pt x="262" y="4274"/>
                    <a:pt x="264" y="4274"/>
                  </a:cubicBezTo>
                  <a:lnTo>
                    <a:pt x="283" y="4274"/>
                  </a:lnTo>
                  <a:cubicBezTo>
                    <a:pt x="2429" y="4052"/>
                    <a:pt x="4128" y="2359"/>
                    <a:pt x="4344" y="212"/>
                  </a:cubicBezTo>
                  <a:cubicBezTo>
                    <a:pt x="4357" y="75"/>
                    <a:pt x="4255" y="1"/>
                    <a:pt x="4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3" name="Google Shape;14613;p87"/>
          <p:cNvGrpSpPr/>
          <p:nvPr/>
        </p:nvGrpSpPr>
        <p:grpSpPr>
          <a:xfrm>
            <a:off x="4001155" y="3392031"/>
            <a:ext cx="345810" cy="311058"/>
            <a:chOff x="4001155" y="3392031"/>
            <a:chExt cx="345810" cy="311058"/>
          </a:xfrm>
        </p:grpSpPr>
        <p:sp>
          <p:nvSpPr>
            <p:cNvPr id="14614" name="Google Shape;14614;p87"/>
            <p:cNvSpPr/>
            <p:nvPr/>
          </p:nvSpPr>
          <p:spPr>
            <a:xfrm>
              <a:off x="4144016" y="3454977"/>
              <a:ext cx="27408" cy="47970"/>
            </a:xfrm>
            <a:custGeom>
              <a:rect b="b" l="l" r="r" t="t"/>
              <a:pathLst>
                <a:path extrusionOk="0" h="1829" w="1045">
                  <a:moveTo>
                    <a:pt x="491" y="366"/>
                  </a:moveTo>
                  <a:lnTo>
                    <a:pt x="491" y="703"/>
                  </a:lnTo>
                  <a:cubicBezTo>
                    <a:pt x="390" y="664"/>
                    <a:pt x="313" y="621"/>
                    <a:pt x="308" y="520"/>
                  </a:cubicBezTo>
                  <a:cubicBezTo>
                    <a:pt x="308" y="438"/>
                    <a:pt x="381" y="385"/>
                    <a:pt x="491" y="366"/>
                  </a:cubicBezTo>
                  <a:close/>
                  <a:moveTo>
                    <a:pt x="607" y="1049"/>
                  </a:moveTo>
                  <a:cubicBezTo>
                    <a:pt x="703" y="1093"/>
                    <a:pt x="775" y="1155"/>
                    <a:pt x="775" y="1256"/>
                  </a:cubicBezTo>
                  <a:cubicBezTo>
                    <a:pt x="775" y="1362"/>
                    <a:pt x="703" y="1420"/>
                    <a:pt x="607" y="1439"/>
                  </a:cubicBezTo>
                  <a:lnTo>
                    <a:pt x="607" y="1049"/>
                  </a:lnTo>
                  <a:close/>
                  <a:moveTo>
                    <a:pt x="549" y="0"/>
                  </a:moveTo>
                  <a:cubicBezTo>
                    <a:pt x="506" y="0"/>
                    <a:pt x="472" y="29"/>
                    <a:pt x="472" y="58"/>
                  </a:cubicBezTo>
                  <a:lnTo>
                    <a:pt x="472" y="116"/>
                  </a:lnTo>
                  <a:cubicBezTo>
                    <a:pt x="251" y="145"/>
                    <a:pt x="44" y="265"/>
                    <a:pt x="44" y="549"/>
                  </a:cubicBezTo>
                  <a:cubicBezTo>
                    <a:pt x="44" y="838"/>
                    <a:pt x="270" y="924"/>
                    <a:pt x="472" y="996"/>
                  </a:cubicBezTo>
                  <a:lnTo>
                    <a:pt x="472" y="1439"/>
                  </a:lnTo>
                  <a:cubicBezTo>
                    <a:pt x="275" y="1420"/>
                    <a:pt x="212" y="1275"/>
                    <a:pt x="126" y="1275"/>
                  </a:cubicBezTo>
                  <a:cubicBezTo>
                    <a:pt x="58" y="1275"/>
                    <a:pt x="0" y="1372"/>
                    <a:pt x="0" y="1429"/>
                  </a:cubicBezTo>
                  <a:cubicBezTo>
                    <a:pt x="0" y="1555"/>
                    <a:pt x="203" y="1699"/>
                    <a:pt x="472" y="1704"/>
                  </a:cubicBezTo>
                  <a:lnTo>
                    <a:pt x="472" y="1713"/>
                  </a:lnTo>
                  <a:lnTo>
                    <a:pt x="472" y="1771"/>
                  </a:lnTo>
                  <a:cubicBezTo>
                    <a:pt x="472" y="1800"/>
                    <a:pt x="510" y="1829"/>
                    <a:pt x="544" y="1829"/>
                  </a:cubicBezTo>
                  <a:cubicBezTo>
                    <a:pt x="583" y="1829"/>
                    <a:pt x="621" y="1800"/>
                    <a:pt x="621" y="1771"/>
                  </a:cubicBezTo>
                  <a:lnTo>
                    <a:pt x="621" y="1704"/>
                  </a:lnTo>
                  <a:cubicBezTo>
                    <a:pt x="871" y="1660"/>
                    <a:pt x="1045" y="1506"/>
                    <a:pt x="1045" y="1232"/>
                  </a:cubicBezTo>
                  <a:cubicBezTo>
                    <a:pt x="1045" y="929"/>
                    <a:pt x="818" y="828"/>
                    <a:pt x="621" y="756"/>
                  </a:cubicBezTo>
                  <a:lnTo>
                    <a:pt x="621" y="366"/>
                  </a:lnTo>
                  <a:cubicBezTo>
                    <a:pt x="770" y="376"/>
                    <a:pt x="823" y="448"/>
                    <a:pt x="886" y="448"/>
                  </a:cubicBezTo>
                  <a:cubicBezTo>
                    <a:pt x="968" y="448"/>
                    <a:pt x="1006" y="342"/>
                    <a:pt x="1006" y="294"/>
                  </a:cubicBezTo>
                  <a:cubicBezTo>
                    <a:pt x="1006" y="164"/>
                    <a:pt x="770" y="121"/>
                    <a:pt x="626" y="116"/>
                  </a:cubicBezTo>
                  <a:lnTo>
                    <a:pt x="626" y="58"/>
                  </a:lnTo>
                  <a:cubicBezTo>
                    <a:pt x="626" y="29"/>
                    <a:pt x="59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87"/>
            <p:cNvSpPr/>
            <p:nvPr/>
          </p:nvSpPr>
          <p:spPr>
            <a:xfrm>
              <a:off x="4223511" y="3425078"/>
              <a:ext cx="27303" cy="47839"/>
            </a:xfrm>
            <a:custGeom>
              <a:rect b="b" l="l" r="r" t="t"/>
              <a:pathLst>
                <a:path extrusionOk="0" h="1824" w="1041">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87"/>
            <p:cNvSpPr/>
            <p:nvPr/>
          </p:nvSpPr>
          <p:spPr>
            <a:xfrm>
              <a:off x="4223511" y="3425078"/>
              <a:ext cx="27303" cy="47839"/>
            </a:xfrm>
            <a:custGeom>
              <a:rect b="b" l="l" r="r" t="t"/>
              <a:pathLst>
                <a:path extrusionOk="0" h="1824" w="1041">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87"/>
            <p:cNvSpPr/>
            <p:nvPr/>
          </p:nvSpPr>
          <p:spPr>
            <a:xfrm>
              <a:off x="4106537" y="3427202"/>
              <a:ext cx="102628" cy="102497"/>
            </a:xfrm>
            <a:custGeom>
              <a:rect b="b" l="l" r="r" t="t"/>
              <a:pathLst>
                <a:path extrusionOk="0" h="3908" w="3913">
                  <a:moveTo>
                    <a:pt x="1954" y="1"/>
                  </a:moveTo>
                  <a:cubicBezTo>
                    <a:pt x="876" y="1"/>
                    <a:pt x="0" y="877"/>
                    <a:pt x="0" y="1954"/>
                  </a:cubicBezTo>
                  <a:cubicBezTo>
                    <a:pt x="0" y="3032"/>
                    <a:pt x="876" y="3908"/>
                    <a:pt x="1954" y="3908"/>
                  </a:cubicBezTo>
                  <a:cubicBezTo>
                    <a:pt x="3037" y="3908"/>
                    <a:pt x="3912" y="3032"/>
                    <a:pt x="3912" y="1954"/>
                  </a:cubicBezTo>
                  <a:cubicBezTo>
                    <a:pt x="3912" y="877"/>
                    <a:pt x="3037" y="1"/>
                    <a:pt x="1954"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87"/>
            <p:cNvSpPr/>
            <p:nvPr/>
          </p:nvSpPr>
          <p:spPr>
            <a:xfrm>
              <a:off x="4106406" y="3427150"/>
              <a:ext cx="58068" cy="102497"/>
            </a:xfrm>
            <a:custGeom>
              <a:rect b="b" l="l" r="r" t="t"/>
              <a:pathLst>
                <a:path extrusionOk="0" h="3908" w="2214">
                  <a:moveTo>
                    <a:pt x="1954" y="0"/>
                  </a:moveTo>
                  <a:cubicBezTo>
                    <a:pt x="891" y="0"/>
                    <a:pt x="1" y="861"/>
                    <a:pt x="1" y="1956"/>
                  </a:cubicBezTo>
                  <a:cubicBezTo>
                    <a:pt x="1" y="3047"/>
                    <a:pt x="891" y="3908"/>
                    <a:pt x="1954" y="3908"/>
                  </a:cubicBezTo>
                  <a:cubicBezTo>
                    <a:pt x="2040" y="3908"/>
                    <a:pt x="2127" y="3902"/>
                    <a:pt x="2214" y="3891"/>
                  </a:cubicBezTo>
                  <a:cubicBezTo>
                    <a:pt x="1237" y="3766"/>
                    <a:pt x="511" y="2933"/>
                    <a:pt x="511" y="1956"/>
                  </a:cubicBezTo>
                  <a:cubicBezTo>
                    <a:pt x="511" y="975"/>
                    <a:pt x="1237" y="142"/>
                    <a:pt x="2214" y="17"/>
                  </a:cubicBezTo>
                  <a:cubicBezTo>
                    <a:pt x="2127" y="6"/>
                    <a:pt x="2040" y="0"/>
                    <a:pt x="1954" y="0"/>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87"/>
            <p:cNvSpPr/>
            <p:nvPr/>
          </p:nvSpPr>
          <p:spPr>
            <a:xfrm>
              <a:off x="4122929" y="3443621"/>
              <a:ext cx="69818" cy="69686"/>
            </a:xfrm>
            <a:custGeom>
              <a:rect b="b" l="l" r="r" t="t"/>
              <a:pathLst>
                <a:path extrusionOk="0" h="2657" w="2662">
                  <a:moveTo>
                    <a:pt x="1329" y="0"/>
                  </a:moveTo>
                  <a:cubicBezTo>
                    <a:pt x="598" y="0"/>
                    <a:pt x="1" y="592"/>
                    <a:pt x="1" y="1328"/>
                  </a:cubicBezTo>
                  <a:cubicBezTo>
                    <a:pt x="1" y="2065"/>
                    <a:pt x="598" y="2656"/>
                    <a:pt x="1329" y="2656"/>
                  </a:cubicBezTo>
                  <a:cubicBezTo>
                    <a:pt x="2065" y="2656"/>
                    <a:pt x="2662" y="2065"/>
                    <a:pt x="2662" y="1328"/>
                  </a:cubicBezTo>
                  <a:cubicBezTo>
                    <a:pt x="2662" y="592"/>
                    <a:pt x="2065" y="0"/>
                    <a:pt x="1329"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87"/>
            <p:cNvSpPr/>
            <p:nvPr/>
          </p:nvSpPr>
          <p:spPr>
            <a:xfrm>
              <a:off x="4122929" y="3443463"/>
              <a:ext cx="41675" cy="69870"/>
            </a:xfrm>
            <a:custGeom>
              <a:rect b="b" l="l" r="r" t="t"/>
              <a:pathLst>
                <a:path extrusionOk="0" h="2664" w="1589">
                  <a:moveTo>
                    <a:pt x="1332" y="1"/>
                  </a:moveTo>
                  <a:cubicBezTo>
                    <a:pt x="613" y="1"/>
                    <a:pt x="1" y="581"/>
                    <a:pt x="1" y="1334"/>
                  </a:cubicBezTo>
                  <a:cubicBezTo>
                    <a:pt x="1" y="2083"/>
                    <a:pt x="613" y="2663"/>
                    <a:pt x="1332" y="2663"/>
                  </a:cubicBezTo>
                  <a:cubicBezTo>
                    <a:pt x="1416" y="2663"/>
                    <a:pt x="1502" y="2655"/>
                    <a:pt x="1589" y="2638"/>
                  </a:cubicBezTo>
                  <a:cubicBezTo>
                    <a:pt x="968" y="2513"/>
                    <a:pt x="516" y="1965"/>
                    <a:pt x="516" y="1334"/>
                  </a:cubicBezTo>
                  <a:cubicBezTo>
                    <a:pt x="516" y="699"/>
                    <a:pt x="968" y="151"/>
                    <a:pt x="1589" y="26"/>
                  </a:cubicBezTo>
                  <a:cubicBezTo>
                    <a:pt x="1502" y="9"/>
                    <a:pt x="1416" y="1"/>
                    <a:pt x="1332"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87"/>
            <p:cNvSpPr/>
            <p:nvPr/>
          </p:nvSpPr>
          <p:spPr>
            <a:xfrm>
              <a:off x="4186032" y="3397303"/>
              <a:ext cx="102497" cy="102497"/>
            </a:xfrm>
            <a:custGeom>
              <a:rect b="b" l="l" r="r" t="t"/>
              <a:pathLst>
                <a:path extrusionOk="0" h="3908" w="3908">
                  <a:moveTo>
                    <a:pt x="1954" y="0"/>
                  </a:moveTo>
                  <a:cubicBezTo>
                    <a:pt x="876" y="0"/>
                    <a:pt x="1" y="871"/>
                    <a:pt x="1" y="1954"/>
                  </a:cubicBezTo>
                  <a:cubicBezTo>
                    <a:pt x="1" y="3032"/>
                    <a:pt x="876" y="3908"/>
                    <a:pt x="1954" y="3908"/>
                  </a:cubicBezTo>
                  <a:cubicBezTo>
                    <a:pt x="3032" y="3908"/>
                    <a:pt x="3908" y="3032"/>
                    <a:pt x="3908" y="1954"/>
                  </a:cubicBezTo>
                  <a:cubicBezTo>
                    <a:pt x="3908" y="871"/>
                    <a:pt x="3032" y="0"/>
                    <a:pt x="1954"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87"/>
            <p:cNvSpPr/>
            <p:nvPr/>
          </p:nvSpPr>
          <p:spPr>
            <a:xfrm>
              <a:off x="4185901" y="3397224"/>
              <a:ext cx="57963" cy="102550"/>
            </a:xfrm>
            <a:custGeom>
              <a:rect b="b" l="l" r="r" t="t"/>
              <a:pathLst>
                <a:path extrusionOk="0" h="3910" w="2210">
                  <a:moveTo>
                    <a:pt x="1951" y="1"/>
                  </a:moveTo>
                  <a:cubicBezTo>
                    <a:pt x="891" y="1"/>
                    <a:pt x="1" y="861"/>
                    <a:pt x="1" y="1957"/>
                  </a:cubicBezTo>
                  <a:cubicBezTo>
                    <a:pt x="1" y="3046"/>
                    <a:pt x="888" y="3909"/>
                    <a:pt x="1945" y="3909"/>
                  </a:cubicBezTo>
                  <a:cubicBezTo>
                    <a:pt x="2032" y="3909"/>
                    <a:pt x="2120" y="3903"/>
                    <a:pt x="2210" y="3891"/>
                  </a:cubicBezTo>
                  <a:cubicBezTo>
                    <a:pt x="1238" y="3766"/>
                    <a:pt x="511" y="2939"/>
                    <a:pt x="511" y="1957"/>
                  </a:cubicBezTo>
                  <a:cubicBezTo>
                    <a:pt x="511" y="975"/>
                    <a:pt x="1238" y="143"/>
                    <a:pt x="2210" y="18"/>
                  </a:cubicBezTo>
                  <a:cubicBezTo>
                    <a:pt x="2122" y="6"/>
                    <a:pt x="2036" y="1"/>
                    <a:pt x="195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87"/>
            <p:cNvSpPr/>
            <p:nvPr/>
          </p:nvSpPr>
          <p:spPr>
            <a:xfrm>
              <a:off x="4202451" y="3413590"/>
              <a:ext cx="69818" cy="69818"/>
            </a:xfrm>
            <a:custGeom>
              <a:rect b="b" l="l" r="r" t="t"/>
              <a:pathLst>
                <a:path extrusionOk="0" h="2662" w="2662">
                  <a:moveTo>
                    <a:pt x="1328" y="0"/>
                  </a:moveTo>
                  <a:cubicBezTo>
                    <a:pt x="592" y="0"/>
                    <a:pt x="0" y="597"/>
                    <a:pt x="0" y="1333"/>
                  </a:cubicBezTo>
                  <a:cubicBezTo>
                    <a:pt x="0" y="2064"/>
                    <a:pt x="592" y="2661"/>
                    <a:pt x="1328" y="2661"/>
                  </a:cubicBezTo>
                  <a:cubicBezTo>
                    <a:pt x="2065" y="2661"/>
                    <a:pt x="2661" y="2064"/>
                    <a:pt x="2661" y="1333"/>
                  </a:cubicBezTo>
                  <a:cubicBezTo>
                    <a:pt x="2661" y="597"/>
                    <a:pt x="2065" y="0"/>
                    <a:pt x="1328"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87"/>
            <p:cNvSpPr/>
            <p:nvPr/>
          </p:nvSpPr>
          <p:spPr>
            <a:xfrm>
              <a:off x="4202451" y="3413669"/>
              <a:ext cx="41675" cy="69765"/>
            </a:xfrm>
            <a:custGeom>
              <a:rect b="b" l="l" r="r" t="t"/>
              <a:pathLst>
                <a:path extrusionOk="0" h="2660" w="1589">
                  <a:moveTo>
                    <a:pt x="1326" y="0"/>
                  </a:moveTo>
                  <a:cubicBezTo>
                    <a:pt x="610" y="0"/>
                    <a:pt x="0" y="583"/>
                    <a:pt x="0" y="1330"/>
                  </a:cubicBezTo>
                  <a:cubicBezTo>
                    <a:pt x="0" y="2077"/>
                    <a:pt x="610" y="2660"/>
                    <a:pt x="1326" y="2660"/>
                  </a:cubicBezTo>
                  <a:cubicBezTo>
                    <a:pt x="1412" y="2660"/>
                    <a:pt x="1500" y="2652"/>
                    <a:pt x="1588" y="2634"/>
                  </a:cubicBezTo>
                  <a:cubicBezTo>
                    <a:pt x="963" y="2509"/>
                    <a:pt x="515" y="1965"/>
                    <a:pt x="515" y="1330"/>
                  </a:cubicBezTo>
                  <a:cubicBezTo>
                    <a:pt x="515" y="695"/>
                    <a:pt x="963" y="146"/>
                    <a:pt x="1588" y="26"/>
                  </a:cubicBezTo>
                  <a:cubicBezTo>
                    <a:pt x="1500" y="8"/>
                    <a:pt x="1412" y="0"/>
                    <a:pt x="1326"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87"/>
            <p:cNvSpPr/>
            <p:nvPr/>
          </p:nvSpPr>
          <p:spPr>
            <a:xfrm>
              <a:off x="4006584" y="3568438"/>
              <a:ext cx="115375" cy="129905"/>
            </a:xfrm>
            <a:custGeom>
              <a:rect b="b" l="l" r="r" t="t"/>
              <a:pathLst>
                <a:path extrusionOk="0" h="4953" w="4399">
                  <a:moveTo>
                    <a:pt x="2926" y="0"/>
                  </a:moveTo>
                  <a:lnTo>
                    <a:pt x="207" y="1025"/>
                  </a:lnTo>
                  <a:cubicBezTo>
                    <a:pt x="68" y="1073"/>
                    <a:pt x="0" y="1227"/>
                    <a:pt x="49" y="1367"/>
                  </a:cubicBezTo>
                  <a:lnTo>
                    <a:pt x="1338" y="4778"/>
                  </a:lnTo>
                  <a:cubicBezTo>
                    <a:pt x="1376" y="4887"/>
                    <a:pt x="1481" y="4952"/>
                    <a:pt x="1590" y="4952"/>
                  </a:cubicBezTo>
                  <a:cubicBezTo>
                    <a:pt x="1620" y="4952"/>
                    <a:pt x="1651" y="4947"/>
                    <a:pt x="1680" y="4937"/>
                  </a:cubicBezTo>
                  <a:lnTo>
                    <a:pt x="4398" y="3912"/>
                  </a:lnTo>
                  <a:lnTo>
                    <a:pt x="2926"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87"/>
            <p:cNvSpPr/>
            <p:nvPr/>
          </p:nvSpPr>
          <p:spPr>
            <a:xfrm>
              <a:off x="4038398" y="3656142"/>
              <a:ext cx="83561" cy="42253"/>
            </a:xfrm>
            <a:custGeom>
              <a:rect b="b" l="l" r="r" t="t"/>
              <a:pathLst>
                <a:path extrusionOk="0" h="1611" w="3186">
                  <a:moveTo>
                    <a:pt x="2969" y="0"/>
                  </a:moveTo>
                  <a:lnTo>
                    <a:pt x="2921" y="20"/>
                  </a:lnTo>
                  <a:lnTo>
                    <a:pt x="0" y="1121"/>
                  </a:lnTo>
                  <a:lnTo>
                    <a:pt x="120" y="1439"/>
                  </a:lnTo>
                  <a:cubicBezTo>
                    <a:pt x="161" y="1544"/>
                    <a:pt x="263" y="1610"/>
                    <a:pt x="372" y="1610"/>
                  </a:cubicBezTo>
                  <a:cubicBezTo>
                    <a:pt x="403" y="1610"/>
                    <a:pt x="435" y="1605"/>
                    <a:pt x="467" y="1593"/>
                  </a:cubicBezTo>
                  <a:lnTo>
                    <a:pt x="3185" y="573"/>
                  </a:lnTo>
                  <a:lnTo>
                    <a:pt x="2969"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87"/>
            <p:cNvSpPr/>
            <p:nvPr/>
          </p:nvSpPr>
          <p:spPr>
            <a:xfrm>
              <a:off x="4118260" y="3509268"/>
              <a:ext cx="224534" cy="138953"/>
            </a:xfrm>
            <a:custGeom>
              <a:rect b="b" l="l" r="r" t="t"/>
              <a:pathLst>
                <a:path extrusionOk="0" h="5298" w="8561">
                  <a:moveTo>
                    <a:pt x="7618" y="1"/>
                  </a:moveTo>
                  <a:cubicBezTo>
                    <a:pt x="7277" y="1"/>
                    <a:pt x="7002" y="274"/>
                    <a:pt x="6968" y="307"/>
                  </a:cubicBezTo>
                  <a:lnTo>
                    <a:pt x="4721" y="2170"/>
                  </a:lnTo>
                  <a:lnTo>
                    <a:pt x="4716" y="2170"/>
                  </a:lnTo>
                  <a:cubicBezTo>
                    <a:pt x="4716" y="2170"/>
                    <a:pt x="4683" y="1530"/>
                    <a:pt x="4004" y="1530"/>
                  </a:cubicBezTo>
                  <a:cubicBezTo>
                    <a:pt x="3450" y="1530"/>
                    <a:pt x="3039" y="1527"/>
                    <a:pt x="2725" y="1527"/>
                  </a:cubicBezTo>
                  <a:cubicBezTo>
                    <a:pt x="1984" y="1527"/>
                    <a:pt x="1780" y="1543"/>
                    <a:pt x="1492" y="1655"/>
                  </a:cubicBezTo>
                  <a:lnTo>
                    <a:pt x="1" y="2271"/>
                  </a:lnTo>
                  <a:lnTo>
                    <a:pt x="1141" y="5297"/>
                  </a:lnTo>
                  <a:cubicBezTo>
                    <a:pt x="2050" y="4922"/>
                    <a:pt x="1984" y="4880"/>
                    <a:pt x="2898" y="4880"/>
                  </a:cubicBezTo>
                  <a:cubicBezTo>
                    <a:pt x="3170" y="4880"/>
                    <a:pt x="3528" y="4883"/>
                    <a:pt x="4023" y="4883"/>
                  </a:cubicBezTo>
                  <a:cubicBezTo>
                    <a:pt x="4509" y="4864"/>
                    <a:pt x="4967" y="4648"/>
                    <a:pt x="5289" y="4287"/>
                  </a:cubicBezTo>
                  <a:lnTo>
                    <a:pt x="8056" y="1318"/>
                  </a:lnTo>
                  <a:cubicBezTo>
                    <a:pt x="8142" y="1217"/>
                    <a:pt x="8561" y="663"/>
                    <a:pt x="8089" y="202"/>
                  </a:cubicBezTo>
                  <a:cubicBezTo>
                    <a:pt x="7930" y="53"/>
                    <a:pt x="7767" y="1"/>
                    <a:pt x="7618" y="1"/>
                  </a:cubicBezTo>
                  <a:close/>
                </a:path>
              </a:pathLst>
            </a:custGeom>
            <a:solidFill>
              <a:srgbClr val="DA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87"/>
            <p:cNvSpPr/>
            <p:nvPr/>
          </p:nvSpPr>
          <p:spPr>
            <a:xfrm>
              <a:off x="4118260" y="3562379"/>
              <a:ext cx="45583" cy="85843"/>
            </a:xfrm>
            <a:custGeom>
              <a:rect b="b" l="l" r="r" t="t"/>
              <a:pathLst>
                <a:path extrusionOk="0" h="3273" w="1738">
                  <a:moveTo>
                    <a:pt x="598" y="0"/>
                  </a:moveTo>
                  <a:lnTo>
                    <a:pt x="1" y="246"/>
                  </a:lnTo>
                  <a:lnTo>
                    <a:pt x="1141" y="3272"/>
                  </a:lnTo>
                  <a:lnTo>
                    <a:pt x="1738" y="3022"/>
                  </a:lnTo>
                  <a:lnTo>
                    <a:pt x="598" y="0"/>
                  </a:ln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87"/>
            <p:cNvSpPr/>
            <p:nvPr/>
          </p:nvSpPr>
          <p:spPr>
            <a:xfrm>
              <a:off x="4082040" y="3558419"/>
              <a:ext cx="70211" cy="113014"/>
            </a:xfrm>
            <a:custGeom>
              <a:rect b="b" l="l" r="r" t="t"/>
              <a:pathLst>
                <a:path extrusionOk="0" h="4309" w="2677">
                  <a:moveTo>
                    <a:pt x="1105" y="0"/>
                  </a:moveTo>
                  <a:cubicBezTo>
                    <a:pt x="1077" y="0"/>
                    <a:pt x="1049" y="5"/>
                    <a:pt x="1021" y="16"/>
                  </a:cubicBezTo>
                  <a:lnTo>
                    <a:pt x="1" y="401"/>
                  </a:lnTo>
                  <a:lnTo>
                    <a:pt x="1473" y="4308"/>
                  </a:lnTo>
                  <a:lnTo>
                    <a:pt x="2493" y="3928"/>
                  </a:lnTo>
                  <a:cubicBezTo>
                    <a:pt x="2618" y="3880"/>
                    <a:pt x="2676" y="3746"/>
                    <a:pt x="2633" y="3620"/>
                  </a:cubicBezTo>
                  <a:lnTo>
                    <a:pt x="1324" y="151"/>
                  </a:lnTo>
                  <a:cubicBezTo>
                    <a:pt x="1287" y="59"/>
                    <a:pt x="1199" y="0"/>
                    <a:pt x="110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87"/>
            <p:cNvSpPr/>
            <p:nvPr/>
          </p:nvSpPr>
          <p:spPr>
            <a:xfrm>
              <a:off x="4115113" y="3643527"/>
              <a:ext cx="37138" cy="28037"/>
            </a:xfrm>
            <a:custGeom>
              <a:rect b="b" l="l" r="r" t="t"/>
              <a:pathLst>
                <a:path extrusionOk="0" h="1069" w="1416">
                  <a:moveTo>
                    <a:pt x="1228" y="0"/>
                  </a:moveTo>
                  <a:cubicBezTo>
                    <a:pt x="1199" y="34"/>
                    <a:pt x="1160" y="63"/>
                    <a:pt x="1117" y="77"/>
                  </a:cubicBezTo>
                  <a:lnTo>
                    <a:pt x="1" y="501"/>
                  </a:lnTo>
                  <a:lnTo>
                    <a:pt x="212" y="1068"/>
                  </a:lnTo>
                  <a:lnTo>
                    <a:pt x="1232" y="683"/>
                  </a:lnTo>
                  <a:cubicBezTo>
                    <a:pt x="1353" y="640"/>
                    <a:pt x="1415" y="501"/>
                    <a:pt x="1372" y="380"/>
                  </a:cubicBezTo>
                  <a:lnTo>
                    <a:pt x="12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87"/>
            <p:cNvSpPr/>
            <p:nvPr/>
          </p:nvSpPr>
          <p:spPr>
            <a:xfrm>
              <a:off x="4143885" y="3454479"/>
              <a:ext cx="27801" cy="47839"/>
            </a:xfrm>
            <a:custGeom>
              <a:rect b="b" l="l" r="r" t="t"/>
              <a:pathLst>
                <a:path extrusionOk="0" h="1824" w="1060">
                  <a:moveTo>
                    <a:pt x="501" y="375"/>
                  </a:moveTo>
                  <a:lnTo>
                    <a:pt x="501" y="707"/>
                  </a:lnTo>
                  <a:cubicBezTo>
                    <a:pt x="366" y="655"/>
                    <a:pt x="323" y="611"/>
                    <a:pt x="323" y="529"/>
                  </a:cubicBezTo>
                  <a:cubicBezTo>
                    <a:pt x="323" y="433"/>
                    <a:pt x="405" y="390"/>
                    <a:pt x="501" y="375"/>
                  </a:cubicBezTo>
                  <a:close/>
                  <a:moveTo>
                    <a:pt x="617" y="1059"/>
                  </a:moveTo>
                  <a:cubicBezTo>
                    <a:pt x="756" y="1121"/>
                    <a:pt x="785" y="1184"/>
                    <a:pt x="785" y="1266"/>
                  </a:cubicBezTo>
                  <a:cubicBezTo>
                    <a:pt x="785" y="1367"/>
                    <a:pt x="718" y="1424"/>
                    <a:pt x="617" y="1444"/>
                  </a:cubicBezTo>
                  <a:lnTo>
                    <a:pt x="617" y="1059"/>
                  </a:lnTo>
                  <a:close/>
                  <a:moveTo>
                    <a:pt x="559" y="0"/>
                  </a:moveTo>
                  <a:cubicBezTo>
                    <a:pt x="525" y="0"/>
                    <a:pt x="482" y="24"/>
                    <a:pt x="482" y="58"/>
                  </a:cubicBezTo>
                  <a:lnTo>
                    <a:pt x="482" y="116"/>
                  </a:lnTo>
                  <a:cubicBezTo>
                    <a:pt x="222" y="154"/>
                    <a:pt x="54" y="294"/>
                    <a:pt x="54" y="553"/>
                  </a:cubicBezTo>
                  <a:cubicBezTo>
                    <a:pt x="54" y="823"/>
                    <a:pt x="251" y="914"/>
                    <a:pt x="482" y="996"/>
                  </a:cubicBezTo>
                  <a:lnTo>
                    <a:pt x="482" y="1439"/>
                  </a:lnTo>
                  <a:cubicBezTo>
                    <a:pt x="366" y="1429"/>
                    <a:pt x="309" y="1381"/>
                    <a:pt x="198" y="1299"/>
                  </a:cubicBezTo>
                  <a:cubicBezTo>
                    <a:pt x="179" y="1282"/>
                    <a:pt x="156" y="1274"/>
                    <a:pt x="134" y="1274"/>
                  </a:cubicBezTo>
                  <a:cubicBezTo>
                    <a:pt x="100" y="1274"/>
                    <a:pt x="66" y="1293"/>
                    <a:pt x="49" y="1328"/>
                  </a:cubicBezTo>
                  <a:cubicBezTo>
                    <a:pt x="1" y="1386"/>
                    <a:pt x="1" y="1468"/>
                    <a:pt x="49" y="1525"/>
                  </a:cubicBezTo>
                  <a:cubicBezTo>
                    <a:pt x="135" y="1641"/>
                    <a:pt x="318" y="1703"/>
                    <a:pt x="487" y="1703"/>
                  </a:cubicBezTo>
                  <a:lnTo>
                    <a:pt x="487" y="1766"/>
                  </a:lnTo>
                  <a:cubicBezTo>
                    <a:pt x="487" y="1800"/>
                    <a:pt x="520" y="1824"/>
                    <a:pt x="559" y="1824"/>
                  </a:cubicBezTo>
                  <a:cubicBezTo>
                    <a:pt x="597" y="1824"/>
                    <a:pt x="636" y="1800"/>
                    <a:pt x="636" y="1766"/>
                  </a:cubicBezTo>
                  <a:lnTo>
                    <a:pt x="636" y="1699"/>
                  </a:lnTo>
                  <a:cubicBezTo>
                    <a:pt x="872" y="1660"/>
                    <a:pt x="1059" y="1511"/>
                    <a:pt x="1059" y="1227"/>
                  </a:cubicBezTo>
                  <a:cubicBezTo>
                    <a:pt x="1054" y="962"/>
                    <a:pt x="886" y="847"/>
                    <a:pt x="636" y="760"/>
                  </a:cubicBezTo>
                  <a:lnTo>
                    <a:pt x="636" y="366"/>
                  </a:lnTo>
                  <a:cubicBezTo>
                    <a:pt x="694" y="371"/>
                    <a:pt x="746" y="385"/>
                    <a:pt x="799" y="414"/>
                  </a:cubicBezTo>
                  <a:cubicBezTo>
                    <a:pt x="824" y="425"/>
                    <a:pt x="862" y="448"/>
                    <a:pt x="901" y="448"/>
                  </a:cubicBezTo>
                  <a:cubicBezTo>
                    <a:pt x="931" y="448"/>
                    <a:pt x="962" y="434"/>
                    <a:pt x="987" y="390"/>
                  </a:cubicBezTo>
                  <a:cubicBezTo>
                    <a:pt x="1030" y="337"/>
                    <a:pt x="1026" y="260"/>
                    <a:pt x="977" y="212"/>
                  </a:cubicBezTo>
                  <a:cubicBezTo>
                    <a:pt x="891" y="140"/>
                    <a:pt x="742" y="120"/>
                    <a:pt x="636" y="120"/>
                  </a:cubicBezTo>
                  <a:lnTo>
                    <a:pt x="636" y="58"/>
                  </a:lnTo>
                  <a:cubicBezTo>
                    <a:pt x="636" y="24"/>
                    <a:pt x="592" y="0"/>
                    <a:pt x="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87"/>
            <p:cNvSpPr/>
            <p:nvPr/>
          </p:nvSpPr>
          <p:spPr>
            <a:xfrm>
              <a:off x="4184144" y="3408292"/>
              <a:ext cx="93160" cy="79784"/>
            </a:xfrm>
            <a:custGeom>
              <a:rect b="b" l="l" r="r" t="t"/>
              <a:pathLst>
                <a:path extrusionOk="0" h="3042" w="3552">
                  <a:moveTo>
                    <a:pt x="2025" y="374"/>
                  </a:moveTo>
                  <a:cubicBezTo>
                    <a:pt x="2613" y="374"/>
                    <a:pt x="3176" y="831"/>
                    <a:pt x="3176" y="1521"/>
                  </a:cubicBezTo>
                  <a:cubicBezTo>
                    <a:pt x="3176" y="2151"/>
                    <a:pt x="2666" y="2661"/>
                    <a:pt x="2031" y="2661"/>
                  </a:cubicBezTo>
                  <a:cubicBezTo>
                    <a:pt x="1016" y="2661"/>
                    <a:pt x="506" y="1429"/>
                    <a:pt x="1223" y="712"/>
                  </a:cubicBezTo>
                  <a:cubicBezTo>
                    <a:pt x="1456" y="479"/>
                    <a:pt x="1743" y="374"/>
                    <a:pt x="2025" y="374"/>
                  </a:cubicBezTo>
                  <a:close/>
                  <a:moveTo>
                    <a:pt x="2031" y="0"/>
                  </a:moveTo>
                  <a:cubicBezTo>
                    <a:pt x="679" y="0"/>
                    <a:pt x="1" y="1636"/>
                    <a:pt x="958" y="2594"/>
                  </a:cubicBezTo>
                  <a:cubicBezTo>
                    <a:pt x="1268" y="2903"/>
                    <a:pt x="1648" y="3042"/>
                    <a:pt x="2022" y="3042"/>
                  </a:cubicBezTo>
                  <a:cubicBezTo>
                    <a:pt x="2803" y="3042"/>
                    <a:pt x="3552" y="2435"/>
                    <a:pt x="3552" y="1521"/>
                  </a:cubicBezTo>
                  <a:cubicBezTo>
                    <a:pt x="3552" y="683"/>
                    <a:pt x="2873" y="5"/>
                    <a:pt x="20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87"/>
            <p:cNvSpPr/>
            <p:nvPr/>
          </p:nvSpPr>
          <p:spPr>
            <a:xfrm>
              <a:off x="4094682" y="3392031"/>
              <a:ext cx="198411" cy="142337"/>
            </a:xfrm>
            <a:custGeom>
              <a:rect b="b" l="l" r="r" t="t"/>
              <a:pathLst>
                <a:path extrusionOk="0" h="5427" w="7565">
                  <a:moveTo>
                    <a:pt x="2414" y="2142"/>
                  </a:moveTo>
                  <a:cubicBezTo>
                    <a:pt x="2786" y="2142"/>
                    <a:pt x="3146" y="2323"/>
                    <a:pt x="3363" y="2651"/>
                  </a:cubicBezTo>
                  <a:cubicBezTo>
                    <a:pt x="3407" y="2814"/>
                    <a:pt x="3465" y="2978"/>
                    <a:pt x="3546" y="3132"/>
                  </a:cubicBezTo>
                  <a:cubicBezTo>
                    <a:pt x="3551" y="3180"/>
                    <a:pt x="3556" y="3233"/>
                    <a:pt x="3556" y="3281"/>
                  </a:cubicBezTo>
                  <a:cubicBezTo>
                    <a:pt x="3556" y="3849"/>
                    <a:pt x="3142" y="4330"/>
                    <a:pt x="2584" y="4416"/>
                  </a:cubicBezTo>
                  <a:cubicBezTo>
                    <a:pt x="2528" y="4425"/>
                    <a:pt x="2473" y="4429"/>
                    <a:pt x="2418" y="4429"/>
                  </a:cubicBezTo>
                  <a:cubicBezTo>
                    <a:pt x="1919" y="4429"/>
                    <a:pt x="1471" y="4103"/>
                    <a:pt x="1323" y="3618"/>
                  </a:cubicBezTo>
                  <a:cubicBezTo>
                    <a:pt x="1155" y="3074"/>
                    <a:pt x="1415" y="2492"/>
                    <a:pt x="1925" y="2251"/>
                  </a:cubicBezTo>
                  <a:cubicBezTo>
                    <a:pt x="2082" y="2178"/>
                    <a:pt x="2249" y="2142"/>
                    <a:pt x="2414" y="2142"/>
                  </a:cubicBezTo>
                  <a:close/>
                  <a:moveTo>
                    <a:pt x="2440" y="1520"/>
                  </a:moveTo>
                  <a:cubicBezTo>
                    <a:pt x="2754" y="1520"/>
                    <a:pt x="3063" y="1611"/>
                    <a:pt x="3335" y="1775"/>
                  </a:cubicBezTo>
                  <a:cubicBezTo>
                    <a:pt x="3315" y="1866"/>
                    <a:pt x="3306" y="1958"/>
                    <a:pt x="3306" y="2054"/>
                  </a:cubicBezTo>
                  <a:cubicBezTo>
                    <a:pt x="3040" y="1861"/>
                    <a:pt x="2727" y="1765"/>
                    <a:pt x="2415" y="1765"/>
                  </a:cubicBezTo>
                  <a:cubicBezTo>
                    <a:pt x="2090" y="1765"/>
                    <a:pt x="1764" y="1869"/>
                    <a:pt x="1492" y="2078"/>
                  </a:cubicBezTo>
                  <a:cubicBezTo>
                    <a:pt x="962" y="2487"/>
                    <a:pt x="760" y="3194"/>
                    <a:pt x="996" y="3820"/>
                  </a:cubicBezTo>
                  <a:cubicBezTo>
                    <a:pt x="1219" y="4411"/>
                    <a:pt x="1786" y="4801"/>
                    <a:pt x="2408" y="4801"/>
                  </a:cubicBezTo>
                  <a:cubicBezTo>
                    <a:pt x="2444" y="4801"/>
                    <a:pt x="2480" y="4799"/>
                    <a:pt x="2517" y="4797"/>
                  </a:cubicBezTo>
                  <a:cubicBezTo>
                    <a:pt x="3185" y="4753"/>
                    <a:pt x="3748" y="4272"/>
                    <a:pt x="3898" y="3618"/>
                  </a:cubicBezTo>
                  <a:cubicBezTo>
                    <a:pt x="3960" y="3685"/>
                    <a:pt x="4027" y="3752"/>
                    <a:pt x="4100" y="3810"/>
                  </a:cubicBezTo>
                  <a:cubicBezTo>
                    <a:pt x="3849" y="4610"/>
                    <a:pt x="3133" y="5048"/>
                    <a:pt x="2409" y="5048"/>
                  </a:cubicBezTo>
                  <a:cubicBezTo>
                    <a:pt x="1882" y="5048"/>
                    <a:pt x="1352" y="4817"/>
                    <a:pt x="991" y="4325"/>
                  </a:cubicBezTo>
                  <a:cubicBezTo>
                    <a:pt x="136" y="3162"/>
                    <a:pt x="965" y="1520"/>
                    <a:pt x="2409" y="1520"/>
                  </a:cubicBezTo>
                  <a:cubicBezTo>
                    <a:pt x="2411" y="1520"/>
                    <a:pt x="2413" y="1520"/>
                    <a:pt x="2416" y="1520"/>
                  </a:cubicBezTo>
                  <a:cubicBezTo>
                    <a:pt x="2424" y="1520"/>
                    <a:pt x="2432" y="1520"/>
                    <a:pt x="2440" y="1520"/>
                  </a:cubicBezTo>
                  <a:close/>
                  <a:moveTo>
                    <a:pt x="5448" y="0"/>
                  </a:moveTo>
                  <a:cubicBezTo>
                    <a:pt x="4553" y="0"/>
                    <a:pt x="3747" y="551"/>
                    <a:pt x="3436" y="1400"/>
                  </a:cubicBezTo>
                  <a:cubicBezTo>
                    <a:pt x="3110" y="1223"/>
                    <a:pt x="2762" y="1141"/>
                    <a:pt x="2422" y="1141"/>
                  </a:cubicBezTo>
                  <a:cubicBezTo>
                    <a:pt x="1482" y="1141"/>
                    <a:pt x="593" y="1767"/>
                    <a:pt x="342" y="2756"/>
                  </a:cubicBezTo>
                  <a:cubicBezTo>
                    <a:pt x="0" y="4109"/>
                    <a:pt x="1015" y="5427"/>
                    <a:pt x="2411" y="5427"/>
                  </a:cubicBezTo>
                  <a:lnTo>
                    <a:pt x="2416" y="5427"/>
                  </a:lnTo>
                  <a:cubicBezTo>
                    <a:pt x="3311" y="5427"/>
                    <a:pt x="4114" y="4869"/>
                    <a:pt x="4427" y="4027"/>
                  </a:cubicBezTo>
                  <a:cubicBezTo>
                    <a:pt x="4746" y="4199"/>
                    <a:pt x="5096" y="4284"/>
                    <a:pt x="5445" y="4284"/>
                  </a:cubicBezTo>
                  <a:cubicBezTo>
                    <a:pt x="5924" y="4284"/>
                    <a:pt x="6400" y="4125"/>
                    <a:pt x="6789" y="3810"/>
                  </a:cubicBezTo>
                  <a:cubicBezTo>
                    <a:pt x="7160" y="3512"/>
                    <a:pt x="7425" y="3093"/>
                    <a:pt x="7530" y="2627"/>
                  </a:cubicBezTo>
                  <a:cubicBezTo>
                    <a:pt x="7564" y="2483"/>
                    <a:pt x="7451" y="2394"/>
                    <a:pt x="7341" y="2394"/>
                  </a:cubicBezTo>
                  <a:cubicBezTo>
                    <a:pt x="7263" y="2394"/>
                    <a:pt x="7187" y="2438"/>
                    <a:pt x="7165" y="2540"/>
                  </a:cubicBezTo>
                  <a:cubicBezTo>
                    <a:pt x="7001" y="3247"/>
                    <a:pt x="6414" y="3786"/>
                    <a:pt x="5697" y="3887"/>
                  </a:cubicBezTo>
                  <a:cubicBezTo>
                    <a:pt x="5612" y="3900"/>
                    <a:pt x="5526" y="3906"/>
                    <a:pt x="5442" y="3906"/>
                  </a:cubicBezTo>
                  <a:cubicBezTo>
                    <a:pt x="4812" y="3906"/>
                    <a:pt x="4221" y="3567"/>
                    <a:pt x="3907" y="3007"/>
                  </a:cubicBezTo>
                  <a:cubicBezTo>
                    <a:pt x="3874" y="2829"/>
                    <a:pt x="3811" y="2660"/>
                    <a:pt x="3715" y="2501"/>
                  </a:cubicBezTo>
                  <a:cubicBezTo>
                    <a:pt x="3517" y="1554"/>
                    <a:pt x="4119" y="625"/>
                    <a:pt x="5062" y="413"/>
                  </a:cubicBezTo>
                  <a:cubicBezTo>
                    <a:pt x="5190" y="385"/>
                    <a:pt x="5317" y="372"/>
                    <a:pt x="5442" y="372"/>
                  </a:cubicBezTo>
                  <a:cubicBezTo>
                    <a:pt x="6248" y="372"/>
                    <a:pt x="6973" y="925"/>
                    <a:pt x="7165" y="1741"/>
                  </a:cubicBezTo>
                  <a:cubicBezTo>
                    <a:pt x="7187" y="1844"/>
                    <a:pt x="7265" y="1889"/>
                    <a:pt x="7344" y="1889"/>
                  </a:cubicBezTo>
                  <a:cubicBezTo>
                    <a:pt x="7453" y="1889"/>
                    <a:pt x="7564" y="1802"/>
                    <a:pt x="7530" y="1659"/>
                  </a:cubicBezTo>
                  <a:cubicBezTo>
                    <a:pt x="7319" y="736"/>
                    <a:pt x="6525" y="62"/>
                    <a:pt x="5582" y="4"/>
                  </a:cubicBezTo>
                  <a:cubicBezTo>
                    <a:pt x="5537" y="1"/>
                    <a:pt x="5493" y="0"/>
                    <a:pt x="54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87"/>
            <p:cNvSpPr/>
            <p:nvPr/>
          </p:nvSpPr>
          <p:spPr>
            <a:xfrm>
              <a:off x="4223643" y="3424685"/>
              <a:ext cx="27408" cy="47734"/>
            </a:xfrm>
            <a:custGeom>
              <a:rect b="b" l="l" r="r" t="t"/>
              <a:pathLst>
                <a:path extrusionOk="0" h="1820" w="1045">
                  <a:moveTo>
                    <a:pt x="491" y="366"/>
                  </a:moveTo>
                  <a:lnTo>
                    <a:pt x="491" y="703"/>
                  </a:lnTo>
                  <a:cubicBezTo>
                    <a:pt x="357" y="650"/>
                    <a:pt x="309" y="607"/>
                    <a:pt x="309" y="525"/>
                  </a:cubicBezTo>
                  <a:cubicBezTo>
                    <a:pt x="309" y="429"/>
                    <a:pt x="390" y="381"/>
                    <a:pt x="491" y="366"/>
                  </a:cubicBezTo>
                  <a:close/>
                  <a:moveTo>
                    <a:pt x="607" y="1054"/>
                  </a:moveTo>
                  <a:cubicBezTo>
                    <a:pt x="746" y="1112"/>
                    <a:pt x="771" y="1179"/>
                    <a:pt x="771" y="1256"/>
                  </a:cubicBezTo>
                  <a:cubicBezTo>
                    <a:pt x="775" y="1362"/>
                    <a:pt x="708" y="1420"/>
                    <a:pt x="607" y="1439"/>
                  </a:cubicBezTo>
                  <a:lnTo>
                    <a:pt x="607" y="1054"/>
                  </a:lnTo>
                  <a:close/>
                  <a:moveTo>
                    <a:pt x="549" y="1"/>
                  </a:moveTo>
                  <a:cubicBezTo>
                    <a:pt x="516" y="1"/>
                    <a:pt x="472" y="20"/>
                    <a:pt x="472" y="53"/>
                  </a:cubicBezTo>
                  <a:lnTo>
                    <a:pt x="472" y="116"/>
                  </a:lnTo>
                  <a:cubicBezTo>
                    <a:pt x="212" y="150"/>
                    <a:pt x="39" y="289"/>
                    <a:pt x="39" y="549"/>
                  </a:cubicBezTo>
                  <a:cubicBezTo>
                    <a:pt x="39" y="828"/>
                    <a:pt x="256" y="915"/>
                    <a:pt x="472" y="997"/>
                  </a:cubicBezTo>
                  <a:lnTo>
                    <a:pt x="472" y="1439"/>
                  </a:lnTo>
                  <a:cubicBezTo>
                    <a:pt x="352" y="1425"/>
                    <a:pt x="294" y="1372"/>
                    <a:pt x="188" y="1295"/>
                  </a:cubicBezTo>
                  <a:cubicBezTo>
                    <a:pt x="166" y="1279"/>
                    <a:pt x="145" y="1272"/>
                    <a:pt x="125" y="1272"/>
                  </a:cubicBezTo>
                  <a:cubicBezTo>
                    <a:pt x="52" y="1272"/>
                    <a:pt x="1" y="1369"/>
                    <a:pt x="1" y="1430"/>
                  </a:cubicBezTo>
                  <a:cubicBezTo>
                    <a:pt x="1" y="1463"/>
                    <a:pt x="15" y="1497"/>
                    <a:pt x="34" y="1521"/>
                  </a:cubicBezTo>
                  <a:cubicBezTo>
                    <a:pt x="121" y="1641"/>
                    <a:pt x="313" y="1704"/>
                    <a:pt x="472" y="1704"/>
                  </a:cubicBezTo>
                  <a:lnTo>
                    <a:pt x="472" y="1762"/>
                  </a:lnTo>
                  <a:cubicBezTo>
                    <a:pt x="472" y="1795"/>
                    <a:pt x="511" y="1819"/>
                    <a:pt x="549" y="1819"/>
                  </a:cubicBezTo>
                  <a:cubicBezTo>
                    <a:pt x="588" y="1819"/>
                    <a:pt x="626" y="1795"/>
                    <a:pt x="626" y="1762"/>
                  </a:cubicBezTo>
                  <a:lnTo>
                    <a:pt x="626" y="1694"/>
                  </a:lnTo>
                  <a:cubicBezTo>
                    <a:pt x="857" y="1661"/>
                    <a:pt x="1045" y="1511"/>
                    <a:pt x="1045" y="1223"/>
                  </a:cubicBezTo>
                  <a:cubicBezTo>
                    <a:pt x="1045" y="953"/>
                    <a:pt x="867" y="838"/>
                    <a:pt x="626" y="751"/>
                  </a:cubicBezTo>
                  <a:lnTo>
                    <a:pt x="626" y="366"/>
                  </a:lnTo>
                  <a:cubicBezTo>
                    <a:pt x="698" y="371"/>
                    <a:pt x="775" y="395"/>
                    <a:pt x="838" y="434"/>
                  </a:cubicBezTo>
                  <a:cubicBezTo>
                    <a:pt x="854" y="442"/>
                    <a:pt x="870" y="446"/>
                    <a:pt x="886" y="446"/>
                  </a:cubicBezTo>
                  <a:cubicBezTo>
                    <a:pt x="925" y="446"/>
                    <a:pt x="961" y="424"/>
                    <a:pt x="977" y="390"/>
                  </a:cubicBezTo>
                  <a:cubicBezTo>
                    <a:pt x="1021" y="333"/>
                    <a:pt x="1016" y="256"/>
                    <a:pt x="968" y="207"/>
                  </a:cubicBezTo>
                  <a:cubicBezTo>
                    <a:pt x="881" y="135"/>
                    <a:pt x="732" y="116"/>
                    <a:pt x="626" y="116"/>
                  </a:cubicBezTo>
                  <a:lnTo>
                    <a:pt x="626" y="53"/>
                  </a:lnTo>
                  <a:cubicBezTo>
                    <a:pt x="626" y="20"/>
                    <a:pt x="583"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87"/>
            <p:cNvSpPr/>
            <p:nvPr/>
          </p:nvSpPr>
          <p:spPr>
            <a:xfrm>
              <a:off x="4001155" y="3504023"/>
              <a:ext cx="345810" cy="199067"/>
            </a:xfrm>
            <a:custGeom>
              <a:rect b="b" l="l" r="r" t="t"/>
              <a:pathLst>
                <a:path extrusionOk="0" h="7590" w="13185">
                  <a:moveTo>
                    <a:pt x="4193" y="2251"/>
                  </a:moveTo>
                  <a:cubicBezTo>
                    <a:pt x="4213" y="2251"/>
                    <a:pt x="4232" y="2264"/>
                    <a:pt x="4240" y="2283"/>
                  </a:cubicBezTo>
                  <a:lnTo>
                    <a:pt x="5544" y="5752"/>
                  </a:lnTo>
                  <a:cubicBezTo>
                    <a:pt x="5553" y="5776"/>
                    <a:pt x="5544" y="5805"/>
                    <a:pt x="5520" y="5815"/>
                  </a:cubicBezTo>
                  <a:lnTo>
                    <a:pt x="4678" y="6127"/>
                  </a:lnTo>
                  <a:lnTo>
                    <a:pt x="3335" y="2572"/>
                  </a:lnTo>
                  <a:lnTo>
                    <a:pt x="4177" y="2254"/>
                  </a:lnTo>
                  <a:cubicBezTo>
                    <a:pt x="4182" y="2252"/>
                    <a:pt x="4188" y="2251"/>
                    <a:pt x="4193" y="2251"/>
                  </a:cubicBezTo>
                  <a:close/>
                  <a:moveTo>
                    <a:pt x="2979" y="2706"/>
                  </a:moveTo>
                  <a:lnTo>
                    <a:pt x="4322" y="6262"/>
                  </a:lnTo>
                  <a:lnTo>
                    <a:pt x="1829" y="7205"/>
                  </a:lnTo>
                  <a:cubicBezTo>
                    <a:pt x="1820" y="7208"/>
                    <a:pt x="1812" y="7210"/>
                    <a:pt x="1803" y="7210"/>
                  </a:cubicBezTo>
                  <a:cubicBezTo>
                    <a:pt x="1770" y="7210"/>
                    <a:pt x="1740" y="7188"/>
                    <a:pt x="1728" y="7157"/>
                  </a:cubicBezTo>
                  <a:lnTo>
                    <a:pt x="438" y="3746"/>
                  </a:lnTo>
                  <a:cubicBezTo>
                    <a:pt x="424" y="3707"/>
                    <a:pt x="443" y="3659"/>
                    <a:pt x="487" y="3645"/>
                  </a:cubicBezTo>
                  <a:lnTo>
                    <a:pt x="2979" y="2706"/>
                  </a:lnTo>
                  <a:close/>
                  <a:moveTo>
                    <a:pt x="12089" y="0"/>
                  </a:moveTo>
                  <a:cubicBezTo>
                    <a:pt x="11799" y="0"/>
                    <a:pt x="11521" y="152"/>
                    <a:pt x="11313" y="349"/>
                  </a:cubicBezTo>
                  <a:lnTo>
                    <a:pt x="9292" y="2023"/>
                  </a:lnTo>
                  <a:cubicBezTo>
                    <a:pt x="9181" y="1778"/>
                    <a:pt x="8936" y="1527"/>
                    <a:pt x="8479" y="1527"/>
                  </a:cubicBezTo>
                  <a:cubicBezTo>
                    <a:pt x="7952" y="1527"/>
                    <a:pt x="7553" y="1525"/>
                    <a:pt x="7241" y="1525"/>
                  </a:cubicBezTo>
                  <a:cubicBezTo>
                    <a:pt x="6440" y="1525"/>
                    <a:pt x="6217" y="1542"/>
                    <a:pt x="5895" y="1667"/>
                  </a:cubicBezTo>
                  <a:lnTo>
                    <a:pt x="5890" y="1667"/>
                  </a:lnTo>
                  <a:lnTo>
                    <a:pt x="4610" y="2196"/>
                  </a:lnTo>
                  <a:lnTo>
                    <a:pt x="4591" y="2148"/>
                  </a:lnTo>
                  <a:cubicBezTo>
                    <a:pt x="4527" y="1976"/>
                    <a:pt x="4365" y="1871"/>
                    <a:pt x="4192" y="1871"/>
                  </a:cubicBezTo>
                  <a:cubicBezTo>
                    <a:pt x="4142" y="1871"/>
                    <a:pt x="4092" y="1880"/>
                    <a:pt x="4042" y="1898"/>
                  </a:cubicBezTo>
                  <a:lnTo>
                    <a:pt x="352" y="3293"/>
                  </a:lnTo>
                  <a:cubicBezTo>
                    <a:pt x="116" y="3385"/>
                    <a:pt x="1" y="3645"/>
                    <a:pt x="87" y="3880"/>
                  </a:cubicBezTo>
                  <a:lnTo>
                    <a:pt x="1372" y="7292"/>
                  </a:lnTo>
                  <a:cubicBezTo>
                    <a:pt x="1443" y="7476"/>
                    <a:pt x="1620" y="7589"/>
                    <a:pt x="1806" y="7589"/>
                  </a:cubicBezTo>
                  <a:cubicBezTo>
                    <a:pt x="1859" y="7589"/>
                    <a:pt x="1912" y="7580"/>
                    <a:pt x="1964" y="7561"/>
                  </a:cubicBezTo>
                  <a:lnTo>
                    <a:pt x="5650" y="6171"/>
                  </a:lnTo>
                  <a:cubicBezTo>
                    <a:pt x="5871" y="6084"/>
                    <a:pt x="5982" y="5839"/>
                    <a:pt x="5900" y="5622"/>
                  </a:cubicBezTo>
                  <a:lnTo>
                    <a:pt x="5881" y="5574"/>
                  </a:lnTo>
                  <a:cubicBezTo>
                    <a:pt x="6549" y="5290"/>
                    <a:pt x="6569" y="5257"/>
                    <a:pt x="7261" y="5257"/>
                  </a:cubicBezTo>
                  <a:cubicBezTo>
                    <a:pt x="7512" y="5257"/>
                    <a:pt x="7512" y="4876"/>
                    <a:pt x="7261" y="4876"/>
                  </a:cubicBezTo>
                  <a:cubicBezTo>
                    <a:pt x="6506" y="4881"/>
                    <a:pt x="6439" y="4929"/>
                    <a:pt x="5751" y="5223"/>
                  </a:cubicBezTo>
                  <a:lnTo>
                    <a:pt x="4745" y="2552"/>
                  </a:lnTo>
                  <a:lnTo>
                    <a:pt x="6034" y="2018"/>
                  </a:lnTo>
                  <a:cubicBezTo>
                    <a:pt x="6297" y="1920"/>
                    <a:pt x="6484" y="1905"/>
                    <a:pt x="7227" y="1905"/>
                  </a:cubicBezTo>
                  <a:cubicBezTo>
                    <a:pt x="7534" y="1905"/>
                    <a:pt x="7937" y="1908"/>
                    <a:pt x="8479" y="1908"/>
                  </a:cubicBezTo>
                  <a:cubicBezTo>
                    <a:pt x="8686" y="1908"/>
                    <a:pt x="8825" y="1980"/>
                    <a:pt x="8917" y="2124"/>
                  </a:cubicBezTo>
                  <a:cubicBezTo>
                    <a:pt x="8960" y="2196"/>
                    <a:pt x="8989" y="2278"/>
                    <a:pt x="8999" y="2365"/>
                  </a:cubicBezTo>
                  <a:cubicBezTo>
                    <a:pt x="8994" y="2437"/>
                    <a:pt x="8946" y="2783"/>
                    <a:pt x="8609" y="2841"/>
                  </a:cubicBezTo>
                  <a:cubicBezTo>
                    <a:pt x="8089" y="2928"/>
                    <a:pt x="6973" y="3086"/>
                    <a:pt x="6963" y="3091"/>
                  </a:cubicBezTo>
                  <a:cubicBezTo>
                    <a:pt x="6726" y="3115"/>
                    <a:pt x="6746" y="3467"/>
                    <a:pt x="6978" y="3467"/>
                  </a:cubicBezTo>
                  <a:cubicBezTo>
                    <a:pt x="6981" y="3467"/>
                    <a:pt x="6984" y="3467"/>
                    <a:pt x="6987" y="3467"/>
                  </a:cubicBezTo>
                  <a:lnTo>
                    <a:pt x="7016" y="3467"/>
                  </a:lnTo>
                  <a:cubicBezTo>
                    <a:pt x="7026" y="3467"/>
                    <a:pt x="8147" y="3303"/>
                    <a:pt x="8671" y="3216"/>
                  </a:cubicBezTo>
                  <a:cubicBezTo>
                    <a:pt x="9152" y="3135"/>
                    <a:pt x="9331" y="2726"/>
                    <a:pt x="9369" y="2461"/>
                  </a:cubicBezTo>
                  <a:lnTo>
                    <a:pt x="11558" y="647"/>
                  </a:lnTo>
                  <a:lnTo>
                    <a:pt x="11563" y="642"/>
                  </a:lnTo>
                  <a:lnTo>
                    <a:pt x="11573" y="632"/>
                  </a:lnTo>
                  <a:cubicBezTo>
                    <a:pt x="11709" y="505"/>
                    <a:pt x="11888" y="385"/>
                    <a:pt x="12080" y="385"/>
                  </a:cubicBezTo>
                  <a:cubicBezTo>
                    <a:pt x="12192" y="385"/>
                    <a:pt x="12309" y="427"/>
                    <a:pt x="12424" y="531"/>
                  </a:cubicBezTo>
                  <a:cubicBezTo>
                    <a:pt x="12781" y="883"/>
                    <a:pt x="12453" y="1301"/>
                    <a:pt x="12381" y="1388"/>
                  </a:cubicBezTo>
                  <a:lnTo>
                    <a:pt x="9619" y="4352"/>
                  </a:lnTo>
                  <a:lnTo>
                    <a:pt x="9614" y="4357"/>
                  </a:lnTo>
                  <a:cubicBezTo>
                    <a:pt x="9225" y="4804"/>
                    <a:pt x="8705" y="4876"/>
                    <a:pt x="8488" y="4886"/>
                  </a:cubicBezTo>
                  <a:lnTo>
                    <a:pt x="8142" y="4886"/>
                  </a:lnTo>
                  <a:cubicBezTo>
                    <a:pt x="7892" y="4886"/>
                    <a:pt x="7892" y="5266"/>
                    <a:pt x="8142" y="5266"/>
                  </a:cubicBezTo>
                  <a:lnTo>
                    <a:pt x="8503" y="5266"/>
                  </a:lnTo>
                  <a:cubicBezTo>
                    <a:pt x="8763" y="5252"/>
                    <a:pt x="9412" y="5165"/>
                    <a:pt x="9898" y="4612"/>
                  </a:cubicBezTo>
                  <a:lnTo>
                    <a:pt x="12665" y="1638"/>
                  </a:lnTo>
                  <a:cubicBezTo>
                    <a:pt x="12906" y="1349"/>
                    <a:pt x="13185" y="743"/>
                    <a:pt x="12689" y="252"/>
                  </a:cubicBezTo>
                  <a:lnTo>
                    <a:pt x="12684" y="248"/>
                  </a:lnTo>
                  <a:cubicBezTo>
                    <a:pt x="12493" y="71"/>
                    <a:pt x="12288" y="0"/>
                    <a:pt x="120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6" name="Google Shape;14636;p87"/>
          <p:cNvGrpSpPr/>
          <p:nvPr/>
        </p:nvGrpSpPr>
        <p:grpSpPr>
          <a:xfrm>
            <a:off x="912027" y="3826385"/>
            <a:ext cx="253699" cy="338571"/>
            <a:chOff x="912027" y="3826385"/>
            <a:chExt cx="253699" cy="338571"/>
          </a:xfrm>
        </p:grpSpPr>
        <p:sp>
          <p:nvSpPr>
            <p:cNvPr id="14637" name="Google Shape;14637;p87"/>
            <p:cNvSpPr/>
            <p:nvPr/>
          </p:nvSpPr>
          <p:spPr>
            <a:xfrm>
              <a:off x="997083" y="3900976"/>
              <a:ext cx="29952" cy="65516"/>
            </a:xfrm>
            <a:custGeom>
              <a:rect b="b" l="l" r="r" t="t"/>
              <a:pathLst>
                <a:path extrusionOk="0" h="2498" w="1142">
                  <a:moveTo>
                    <a:pt x="684" y="0"/>
                  </a:moveTo>
                  <a:cubicBezTo>
                    <a:pt x="309" y="0"/>
                    <a:pt x="1" y="303"/>
                    <a:pt x="1" y="683"/>
                  </a:cubicBezTo>
                  <a:lnTo>
                    <a:pt x="1" y="842"/>
                  </a:lnTo>
                  <a:cubicBezTo>
                    <a:pt x="1" y="1035"/>
                    <a:pt x="35" y="1232"/>
                    <a:pt x="97" y="1415"/>
                  </a:cubicBezTo>
                  <a:lnTo>
                    <a:pt x="458" y="2497"/>
                  </a:lnTo>
                  <a:lnTo>
                    <a:pt x="1141" y="2497"/>
                  </a:lnTo>
                  <a:lnTo>
                    <a:pt x="1141"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87"/>
            <p:cNvSpPr/>
            <p:nvPr/>
          </p:nvSpPr>
          <p:spPr>
            <a:xfrm>
              <a:off x="1009095" y="3895022"/>
              <a:ext cx="71575" cy="71601"/>
            </a:xfrm>
            <a:custGeom>
              <a:rect b="b" l="l" r="r" t="t"/>
              <a:pathLst>
                <a:path extrusionOk="0" h="2730" w="2729">
                  <a:moveTo>
                    <a:pt x="683" y="1"/>
                  </a:moveTo>
                  <a:cubicBezTo>
                    <a:pt x="303" y="1"/>
                    <a:pt x="0" y="304"/>
                    <a:pt x="0" y="684"/>
                  </a:cubicBezTo>
                  <a:cubicBezTo>
                    <a:pt x="0" y="934"/>
                    <a:pt x="202" y="1136"/>
                    <a:pt x="452" y="1136"/>
                  </a:cubicBezTo>
                  <a:lnTo>
                    <a:pt x="2271" y="2729"/>
                  </a:lnTo>
                  <a:lnTo>
                    <a:pt x="2656" y="1382"/>
                  </a:lnTo>
                  <a:cubicBezTo>
                    <a:pt x="2704" y="1218"/>
                    <a:pt x="2728" y="1050"/>
                    <a:pt x="2728" y="881"/>
                  </a:cubicBezTo>
                  <a:lnTo>
                    <a:pt x="2728"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87"/>
            <p:cNvSpPr/>
            <p:nvPr/>
          </p:nvSpPr>
          <p:spPr>
            <a:xfrm>
              <a:off x="1019822" y="3985009"/>
              <a:ext cx="38135" cy="33466"/>
            </a:xfrm>
            <a:custGeom>
              <a:rect b="b" l="l" r="r" t="t"/>
              <a:pathLst>
                <a:path extrusionOk="0" h="1276" w="1454">
                  <a:moveTo>
                    <a:pt x="0" y="1"/>
                  </a:moveTo>
                  <a:lnTo>
                    <a:pt x="0" y="1276"/>
                  </a:lnTo>
                  <a:lnTo>
                    <a:pt x="1453" y="1276"/>
                  </a:lnTo>
                  <a:lnTo>
                    <a:pt x="1453"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87"/>
            <p:cNvSpPr/>
            <p:nvPr/>
          </p:nvSpPr>
          <p:spPr>
            <a:xfrm>
              <a:off x="1019927" y="3985140"/>
              <a:ext cx="38135" cy="20746"/>
            </a:xfrm>
            <a:custGeom>
              <a:rect b="b" l="l" r="r" t="t"/>
              <a:pathLst>
                <a:path extrusionOk="0" h="791" w="1454">
                  <a:moveTo>
                    <a:pt x="1" y="0"/>
                  </a:moveTo>
                  <a:lnTo>
                    <a:pt x="1" y="650"/>
                  </a:lnTo>
                  <a:cubicBezTo>
                    <a:pt x="232" y="744"/>
                    <a:pt x="478" y="791"/>
                    <a:pt x="726" y="791"/>
                  </a:cubicBezTo>
                  <a:cubicBezTo>
                    <a:pt x="973" y="791"/>
                    <a:pt x="1221" y="744"/>
                    <a:pt x="1454" y="650"/>
                  </a:cubicBezTo>
                  <a:lnTo>
                    <a:pt x="1454"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87"/>
            <p:cNvSpPr/>
            <p:nvPr/>
          </p:nvSpPr>
          <p:spPr>
            <a:xfrm>
              <a:off x="975262" y="4005834"/>
              <a:ext cx="127230" cy="64126"/>
            </a:xfrm>
            <a:custGeom>
              <a:rect b="b" l="l" r="r" t="t"/>
              <a:pathLst>
                <a:path extrusionOk="0" h="2445" w="4851">
                  <a:moveTo>
                    <a:pt x="1699" y="1"/>
                  </a:moveTo>
                  <a:lnTo>
                    <a:pt x="530" y="333"/>
                  </a:lnTo>
                  <a:cubicBezTo>
                    <a:pt x="217" y="424"/>
                    <a:pt x="0" y="708"/>
                    <a:pt x="0" y="1035"/>
                  </a:cubicBezTo>
                  <a:lnTo>
                    <a:pt x="0" y="2445"/>
                  </a:lnTo>
                  <a:lnTo>
                    <a:pt x="4851" y="2445"/>
                  </a:lnTo>
                  <a:lnTo>
                    <a:pt x="4851" y="1035"/>
                  </a:lnTo>
                  <a:cubicBezTo>
                    <a:pt x="4851" y="708"/>
                    <a:pt x="4634" y="424"/>
                    <a:pt x="4321" y="333"/>
                  </a:cubicBezTo>
                  <a:lnTo>
                    <a:pt x="3152" y="1"/>
                  </a:lnTo>
                  <a:lnTo>
                    <a:pt x="2426" y="482"/>
                  </a:lnTo>
                  <a:lnTo>
                    <a:pt x="169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87"/>
            <p:cNvSpPr/>
            <p:nvPr/>
          </p:nvSpPr>
          <p:spPr>
            <a:xfrm>
              <a:off x="1003037" y="3924817"/>
              <a:ext cx="71575" cy="65647"/>
            </a:xfrm>
            <a:custGeom>
              <a:rect b="b" l="l" r="r" t="t"/>
              <a:pathLst>
                <a:path extrusionOk="0" h="2503" w="2729">
                  <a:moveTo>
                    <a:pt x="876" y="0"/>
                  </a:moveTo>
                  <a:cubicBezTo>
                    <a:pt x="751" y="0"/>
                    <a:pt x="630" y="49"/>
                    <a:pt x="544" y="135"/>
                  </a:cubicBezTo>
                  <a:lnTo>
                    <a:pt x="135" y="549"/>
                  </a:lnTo>
                  <a:cubicBezTo>
                    <a:pt x="48" y="631"/>
                    <a:pt x="0" y="751"/>
                    <a:pt x="0" y="871"/>
                  </a:cubicBezTo>
                  <a:lnTo>
                    <a:pt x="0" y="1136"/>
                  </a:lnTo>
                  <a:cubicBezTo>
                    <a:pt x="0" y="1891"/>
                    <a:pt x="611" y="2503"/>
                    <a:pt x="1367" y="2503"/>
                  </a:cubicBezTo>
                  <a:cubicBezTo>
                    <a:pt x="2117" y="2498"/>
                    <a:pt x="2728" y="1891"/>
                    <a:pt x="2728" y="1136"/>
                  </a:cubicBezTo>
                  <a:lnTo>
                    <a:pt x="2728" y="847"/>
                  </a:lnTo>
                  <a:cubicBezTo>
                    <a:pt x="2728" y="727"/>
                    <a:pt x="2680" y="612"/>
                    <a:pt x="2598" y="525"/>
                  </a:cubicBezTo>
                  <a:cubicBezTo>
                    <a:pt x="2247" y="183"/>
                    <a:pt x="1602" y="25"/>
                    <a:pt x="876"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87"/>
            <p:cNvSpPr/>
            <p:nvPr/>
          </p:nvSpPr>
          <p:spPr>
            <a:xfrm>
              <a:off x="1003037" y="3924817"/>
              <a:ext cx="71444" cy="64126"/>
            </a:xfrm>
            <a:custGeom>
              <a:rect b="b" l="l" r="r" t="t"/>
              <a:pathLst>
                <a:path extrusionOk="0" h="2445" w="2724">
                  <a:moveTo>
                    <a:pt x="859" y="0"/>
                  </a:moveTo>
                  <a:cubicBezTo>
                    <a:pt x="745" y="0"/>
                    <a:pt x="631" y="48"/>
                    <a:pt x="549" y="135"/>
                  </a:cubicBezTo>
                  <a:lnTo>
                    <a:pt x="0" y="679"/>
                  </a:lnTo>
                  <a:lnTo>
                    <a:pt x="0" y="1131"/>
                  </a:lnTo>
                  <a:cubicBezTo>
                    <a:pt x="5" y="1742"/>
                    <a:pt x="404" y="2276"/>
                    <a:pt x="986" y="2445"/>
                  </a:cubicBezTo>
                  <a:cubicBezTo>
                    <a:pt x="789" y="2204"/>
                    <a:pt x="683" y="1901"/>
                    <a:pt x="683" y="1588"/>
                  </a:cubicBezTo>
                  <a:lnTo>
                    <a:pt x="683" y="1083"/>
                  </a:lnTo>
                  <a:cubicBezTo>
                    <a:pt x="688" y="829"/>
                    <a:pt x="899" y="630"/>
                    <a:pt x="1147" y="630"/>
                  </a:cubicBezTo>
                  <a:cubicBezTo>
                    <a:pt x="1153" y="630"/>
                    <a:pt x="1159" y="631"/>
                    <a:pt x="1164" y="631"/>
                  </a:cubicBezTo>
                  <a:cubicBezTo>
                    <a:pt x="1569" y="631"/>
                    <a:pt x="2377" y="679"/>
                    <a:pt x="2723" y="934"/>
                  </a:cubicBezTo>
                  <a:cubicBezTo>
                    <a:pt x="2709" y="842"/>
                    <a:pt x="2671" y="592"/>
                    <a:pt x="2598" y="520"/>
                  </a:cubicBezTo>
                  <a:cubicBezTo>
                    <a:pt x="2247" y="178"/>
                    <a:pt x="1607" y="25"/>
                    <a:pt x="876" y="0"/>
                  </a:cubicBezTo>
                  <a:cubicBezTo>
                    <a:pt x="870" y="0"/>
                    <a:pt x="865" y="0"/>
                    <a:pt x="859"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87"/>
            <p:cNvSpPr/>
            <p:nvPr/>
          </p:nvSpPr>
          <p:spPr>
            <a:xfrm>
              <a:off x="916958" y="3831421"/>
              <a:ext cx="243837" cy="328526"/>
            </a:xfrm>
            <a:custGeom>
              <a:rect b="b" l="l" r="r" t="t"/>
              <a:pathLst>
                <a:path extrusionOk="0" h="12526" w="9297">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57" y="1"/>
                  </a:moveTo>
                  <a:cubicBezTo>
                    <a:pt x="4655" y="1"/>
                    <a:pt x="4652" y="1"/>
                    <a:pt x="4649" y="1"/>
                  </a:cubicBezTo>
                  <a:cubicBezTo>
                    <a:pt x="2079" y="1"/>
                    <a:pt x="0" y="2079"/>
                    <a:pt x="0" y="4644"/>
                  </a:cubicBezTo>
                  <a:cubicBezTo>
                    <a:pt x="0" y="9494"/>
                    <a:pt x="4649" y="12526"/>
                    <a:pt x="4649" y="12526"/>
                  </a:cubicBezTo>
                  <a:cubicBezTo>
                    <a:pt x="4649" y="12526"/>
                    <a:pt x="9297" y="9494"/>
                    <a:pt x="9297" y="4644"/>
                  </a:cubicBezTo>
                  <a:cubicBezTo>
                    <a:pt x="9297" y="2078"/>
                    <a:pt x="7218" y="1"/>
                    <a:pt x="4657"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87"/>
            <p:cNvSpPr/>
            <p:nvPr/>
          </p:nvSpPr>
          <p:spPr>
            <a:xfrm>
              <a:off x="916958" y="3831421"/>
              <a:ext cx="231091" cy="328526"/>
            </a:xfrm>
            <a:custGeom>
              <a:rect b="b" l="l" r="r" t="t"/>
              <a:pathLst>
                <a:path extrusionOk="0" h="12526" w="8811">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49" y="1"/>
                  </a:moveTo>
                  <a:cubicBezTo>
                    <a:pt x="2084" y="1"/>
                    <a:pt x="5" y="2079"/>
                    <a:pt x="0" y="4644"/>
                  </a:cubicBezTo>
                  <a:cubicBezTo>
                    <a:pt x="0" y="9494"/>
                    <a:pt x="4649" y="12526"/>
                    <a:pt x="4649" y="12526"/>
                  </a:cubicBezTo>
                  <a:cubicBezTo>
                    <a:pt x="4649" y="12526"/>
                    <a:pt x="3566" y="11044"/>
                    <a:pt x="2916" y="8508"/>
                  </a:cubicBezTo>
                  <a:cubicBezTo>
                    <a:pt x="2892" y="8424"/>
                    <a:pt x="2954" y="8354"/>
                    <a:pt x="3031" y="8354"/>
                  </a:cubicBezTo>
                  <a:cubicBezTo>
                    <a:pt x="3047" y="8354"/>
                    <a:pt x="3063" y="8357"/>
                    <a:pt x="3080" y="8364"/>
                  </a:cubicBezTo>
                  <a:cubicBezTo>
                    <a:pt x="3586" y="8578"/>
                    <a:pt x="4122" y="8683"/>
                    <a:pt x="4655" y="8683"/>
                  </a:cubicBezTo>
                  <a:cubicBezTo>
                    <a:pt x="5500" y="8683"/>
                    <a:pt x="6338" y="8418"/>
                    <a:pt x="7040" y="7902"/>
                  </a:cubicBezTo>
                  <a:cubicBezTo>
                    <a:pt x="8190" y="7060"/>
                    <a:pt x="8811" y="5674"/>
                    <a:pt x="8671" y="4259"/>
                  </a:cubicBezTo>
                  <a:cubicBezTo>
                    <a:pt x="8484" y="2407"/>
                    <a:pt x="7064" y="920"/>
                    <a:pt x="5226" y="646"/>
                  </a:cubicBezTo>
                  <a:cubicBezTo>
                    <a:pt x="5037" y="620"/>
                    <a:pt x="4848" y="607"/>
                    <a:pt x="4658" y="607"/>
                  </a:cubicBezTo>
                  <a:cubicBezTo>
                    <a:pt x="4356" y="607"/>
                    <a:pt x="4054" y="640"/>
                    <a:pt x="3758" y="708"/>
                  </a:cubicBezTo>
                  <a:cubicBezTo>
                    <a:pt x="3748" y="711"/>
                    <a:pt x="3739" y="712"/>
                    <a:pt x="3729" y="712"/>
                  </a:cubicBezTo>
                  <a:cubicBezTo>
                    <a:pt x="3629" y="712"/>
                    <a:pt x="3564" y="581"/>
                    <a:pt x="3648" y="506"/>
                  </a:cubicBezTo>
                  <a:cubicBezTo>
                    <a:pt x="3946" y="184"/>
                    <a:pt x="4288" y="1"/>
                    <a:pt x="4649"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87"/>
            <p:cNvSpPr/>
            <p:nvPr/>
          </p:nvSpPr>
          <p:spPr>
            <a:xfrm>
              <a:off x="934504" y="3858278"/>
              <a:ext cx="167358" cy="155844"/>
            </a:xfrm>
            <a:custGeom>
              <a:rect b="b" l="l" r="r" t="t"/>
              <a:pathLst>
                <a:path extrusionOk="0" h="5942" w="6381">
                  <a:moveTo>
                    <a:pt x="3983" y="1"/>
                  </a:moveTo>
                  <a:cubicBezTo>
                    <a:pt x="3051" y="1"/>
                    <a:pt x="2124" y="359"/>
                    <a:pt x="1420" y="1060"/>
                  </a:cubicBezTo>
                  <a:cubicBezTo>
                    <a:pt x="121" y="2359"/>
                    <a:pt x="0" y="4424"/>
                    <a:pt x="1136" y="5867"/>
                  </a:cubicBezTo>
                  <a:cubicBezTo>
                    <a:pt x="1177" y="5920"/>
                    <a:pt x="1228" y="5942"/>
                    <a:pt x="1278" y="5942"/>
                  </a:cubicBezTo>
                  <a:cubicBezTo>
                    <a:pt x="1416" y="5942"/>
                    <a:pt x="1546" y="5776"/>
                    <a:pt x="1429" y="5631"/>
                  </a:cubicBezTo>
                  <a:cubicBezTo>
                    <a:pt x="409" y="4342"/>
                    <a:pt x="520" y="2489"/>
                    <a:pt x="1684" y="1330"/>
                  </a:cubicBezTo>
                  <a:cubicBezTo>
                    <a:pt x="2315" y="699"/>
                    <a:pt x="3147" y="377"/>
                    <a:pt x="3982" y="377"/>
                  </a:cubicBezTo>
                  <a:cubicBezTo>
                    <a:pt x="4689" y="377"/>
                    <a:pt x="5398" y="607"/>
                    <a:pt x="5991" y="1075"/>
                  </a:cubicBezTo>
                  <a:cubicBezTo>
                    <a:pt x="6029" y="1105"/>
                    <a:pt x="6069" y="1118"/>
                    <a:pt x="6107" y="1118"/>
                  </a:cubicBezTo>
                  <a:cubicBezTo>
                    <a:pt x="6262" y="1118"/>
                    <a:pt x="6381" y="900"/>
                    <a:pt x="6222" y="776"/>
                  </a:cubicBezTo>
                  <a:cubicBezTo>
                    <a:pt x="5561" y="256"/>
                    <a:pt x="4770" y="1"/>
                    <a:pt x="3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87"/>
            <p:cNvSpPr/>
            <p:nvPr/>
          </p:nvSpPr>
          <p:spPr>
            <a:xfrm>
              <a:off x="912027" y="3826385"/>
              <a:ext cx="253699" cy="338571"/>
            </a:xfrm>
            <a:custGeom>
              <a:rect b="b" l="l" r="r" t="t"/>
              <a:pathLst>
                <a:path extrusionOk="0" h="12909" w="9673">
                  <a:moveTo>
                    <a:pt x="4837" y="380"/>
                  </a:moveTo>
                  <a:cubicBezTo>
                    <a:pt x="7295" y="380"/>
                    <a:pt x="9292" y="2377"/>
                    <a:pt x="9292" y="4841"/>
                  </a:cubicBezTo>
                  <a:cubicBezTo>
                    <a:pt x="9287" y="5943"/>
                    <a:pt x="9047" y="7030"/>
                    <a:pt x="8590" y="8031"/>
                  </a:cubicBezTo>
                  <a:lnTo>
                    <a:pt x="8585" y="8031"/>
                  </a:lnTo>
                  <a:cubicBezTo>
                    <a:pt x="8181" y="8912"/>
                    <a:pt x="7656" y="9734"/>
                    <a:pt x="7021" y="10466"/>
                  </a:cubicBezTo>
                  <a:cubicBezTo>
                    <a:pt x="6376" y="11226"/>
                    <a:pt x="5640" y="11905"/>
                    <a:pt x="4837" y="12492"/>
                  </a:cubicBezTo>
                  <a:cubicBezTo>
                    <a:pt x="4028" y="11909"/>
                    <a:pt x="3297" y="11231"/>
                    <a:pt x="2652" y="10475"/>
                  </a:cubicBezTo>
                  <a:cubicBezTo>
                    <a:pt x="2022" y="9739"/>
                    <a:pt x="1492" y="8921"/>
                    <a:pt x="1083" y="8041"/>
                  </a:cubicBezTo>
                  <a:cubicBezTo>
                    <a:pt x="621" y="7035"/>
                    <a:pt x="381" y="5943"/>
                    <a:pt x="376" y="4841"/>
                  </a:cubicBezTo>
                  <a:cubicBezTo>
                    <a:pt x="376" y="2377"/>
                    <a:pt x="2373" y="380"/>
                    <a:pt x="4837" y="380"/>
                  </a:cubicBezTo>
                  <a:close/>
                  <a:moveTo>
                    <a:pt x="4837" y="0"/>
                  </a:moveTo>
                  <a:cubicBezTo>
                    <a:pt x="2166" y="5"/>
                    <a:pt x="6" y="2170"/>
                    <a:pt x="1" y="4836"/>
                  </a:cubicBezTo>
                  <a:cubicBezTo>
                    <a:pt x="6" y="5996"/>
                    <a:pt x="261" y="7141"/>
                    <a:pt x="747" y="8195"/>
                  </a:cubicBezTo>
                  <a:cubicBezTo>
                    <a:pt x="1165" y="9109"/>
                    <a:pt x="1709" y="9961"/>
                    <a:pt x="2368" y="10721"/>
                  </a:cubicBezTo>
                  <a:cubicBezTo>
                    <a:pt x="3533" y="12087"/>
                    <a:pt x="4683" y="12848"/>
                    <a:pt x="4731" y="12876"/>
                  </a:cubicBezTo>
                  <a:cubicBezTo>
                    <a:pt x="4762" y="12898"/>
                    <a:pt x="4798" y="12909"/>
                    <a:pt x="4834" y="12909"/>
                  </a:cubicBezTo>
                  <a:cubicBezTo>
                    <a:pt x="4870" y="12909"/>
                    <a:pt x="4906" y="12898"/>
                    <a:pt x="4938" y="12876"/>
                  </a:cubicBezTo>
                  <a:cubicBezTo>
                    <a:pt x="4986" y="12848"/>
                    <a:pt x="6136" y="12087"/>
                    <a:pt x="7305" y="10721"/>
                  </a:cubicBezTo>
                  <a:cubicBezTo>
                    <a:pt x="7959" y="9961"/>
                    <a:pt x="8508" y="9109"/>
                    <a:pt x="8927" y="8195"/>
                  </a:cubicBezTo>
                  <a:cubicBezTo>
                    <a:pt x="9413" y="7141"/>
                    <a:pt x="9668" y="5996"/>
                    <a:pt x="9672" y="4836"/>
                  </a:cubicBezTo>
                  <a:cubicBezTo>
                    <a:pt x="9668" y="2166"/>
                    <a:pt x="7502" y="5"/>
                    <a:pt x="48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87"/>
            <p:cNvSpPr/>
            <p:nvPr/>
          </p:nvSpPr>
          <p:spPr>
            <a:xfrm>
              <a:off x="1012741" y="3920306"/>
              <a:ext cx="54606" cy="16812"/>
            </a:xfrm>
            <a:custGeom>
              <a:rect b="b" l="l" r="r" t="t"/>
              <a:pathLst>
                <a:path extrusionOk="0" h="641" w="2082">
                  <a:moveTo>
                    <a:pt x="746" y="1"/>
                  </a:moveTo>
                  <a:cubicBezTo>
                    <a:pt x="566" y="1"/>
                    <a:pt x="366" y="18"/>
                    <a:pt x="150" y="62"/>
                  </a:cubicBezTo>
                  <a:cubicBezTo>
                    <a:pt x="63" y="81"/>
                    <a:pt x="1" y="158"/>
                    <a:pt x="1" y="249"/>
                  </a:cubicBezTo>
                  <a:lnTo>
                    <a:pt x="1" y="452"/>
                  </a:lnTo>
                  <a:cubicBezTo>
                    <a:pt x="1" y="577"/>
                    <a:pt x="94" y="639"/>
                    <a:pt x="188" y="639"/>
                  </a:cubicBezTo>
                  <a:cubicBezTo>
                    <a:pt x="282" y="639"/>
                    <a:pt x="376" y="577"/>
                    <a:pt x="376" y="452"/>
                  </a:cubicBezTo>
                  <a:lnTo>
                    <a:pt x="376" y="408"/>
                  </a:lnTo>
                  <a:cubicBezTo>
                    <a:pt x="496" y="390"/>
                    <a:pt x="617" y="380"/>
                    <a:pt x="738" y="380"/>
                  </a:cubicBezTo>
                  <a:cubicBezTo>
                    <a:pt x="931" y="380"/>
                    <a:pt x="1123" y="404"/>
                    <a:pt x="1309" y="452"/>
                  </a:cubicBezTo>
                  <a:cubicBezTo>
                    <a:pt x="1444" y="485"/>
                    <a:pt x="1579" y="538"/>
                    <a:pt x="1699" y="605"/>
                  </a:cubicBezTo>
                  <a:cubicBezTo>
                    <a:pt x="1736" y="630"/>
                    <a:pt x="1773" y="641"/>
                    <a:pt x="1808" y="641"/>
                  </a:cubicBezTo>
                  <a:cubicBezTo>
                    <a:pt x="1971" y="641"/>
                    <a:pt x="2081" y="408"/>
                    <a:pt x="1911" y="293"/>
                  </a:cubicBezTo>
                  <a:cubicBezTo>
                    <a:pt x="1888" y="277"/>
                    <a:pt x="1465" y="1"/>
                    <a:pt x="7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87"/>
            <p:cNvSpPr/>
            <p:nvPr/>
          </p:nvSpPr>
          <p:spPr>
            <a:xfrm>
              <a:off x="977648" y="3889987"/>
              <a:ext cx="165600" cy="158335"/>
            </a:xfrm>
            <a:custGeom>
              <a:rect b="b" l="l" r="r" t="t"/>
              <a:pathLst>
                <a:path extrusionOk="0" h="6037" w="6314">
                  <a:moveTo>
                    <a:pt x="3764" y="381"/>
                  </a:moveTo>
                  <a:lnTo>
                    <a:pt x="3764" y="1319"/>
                  </a:lnTo>
                  <a:cubicBezTo>
                    <a:pt x="3764" y="1478"/>
                    <a:pt x="3725" y="1636"/>
                    <a:pt x="3658" y="1776"/>
                  </a:cubicBezTo>
                  <a:lnTo>
                    <a:pt x="3581" y="1925"/>
                  </a:lnTo>
                  <a:cubicBezTo>
                    <a:pt x="3571" y="1954"/>
                    <a:pt x="3562" y="1983"/>
                    <a:pt x="3562" y="2012"/>
                  </a:cubicBezTo>
                  <a:lnTo>
                    <a:pt x="3562" y="2411"/>
                  </a:lnTo>
                  <a:cubicBezTo>
                    <a:pt x="3562" y="3092"/>
                    <a:pt x="3008" y="3639"/>
                    <a:pt x="2336" y="3639"/>
                  </a:cubicBezTo>
                  <a:cubicBezTo>
                    <a:pt x="2324" y="3639"/>
                    <a:pt x="2313" y="3638"/>
                    <a:pt x="2301" y="3638"/>
                  </a:cubicBezTo>
                  <a:cubicBezTo>
                    <a:pt x="1642" y="3619"/>
                    <a:pt x="1108" y="3041"/>
                    <a:pt x="1108" y="2353"/>
                  </a:cubicBezTo>
                  <a:lnTo>
                    <a:pt x="1112" y="2353"/>
                  </a:lnTo>
                  <a:lnTo>
                    <a:pt x="1112" y="2012"/>
                  </a:lnTo>
                  <a:cubicBezTo>
                    <a:pt x="1112" y="1983"/>
                    <a:pt x="1103" y="1949"/>
                    <a:pt x="1093" y="1925"/>
                  </a:cubicBezTo>
                  <a:lnTo>
                    <a:pt x="1016" y="1776"/>
                  </a:lnTo>
                  <a:cubicBezTo>
                    <a:pt x="949" y="1636"/>
                    <a:pt x="910" y="1478"/>
                    <a:pt x="910" y="1319"/>
                  </a:cubicBezTo>
                  <a:cubicBezTo>
                    <a:pt x="910" y="799"/>
                    <a:pt x="1329" y="381"/>
                    <a:pt x="1849" y="381"/>
                  </a:cubicBezTo>
                  <a:close/>
                  <a:moveTo>
                    <a:pt x="1719" y="3888"/>
                  </a:moveTo>
                  <a:cubicBezTo>
                    <a:pt x="1897" y="3965"/>
                    <a:pt x="2089" y="4009"/>
                    <a:pt x="2286" y="4018"/>
                  </a:cubicBezTo>
                  <a:lnTo>
                    <a:pt x="2339" y="4018"/>
                  </a:lnTo>
                  <a:cubicBezTo>
                    <a:pt x="2551" y="4018"/>
                    <a:pt x="2763" y="3975"/>
                    <a:pt x="2955" y="3893"/>
                  </a:cubicBezTo>
                  <a:lnTo>
                    <a:pt x="2955" y="4158"/>
                  </a:lnTo>
                  <a:cubicBezTo>
                    <a:pt x="2955" y="4211"/>
                    <a:pt x="2965" y="4268"/>
                    <a:pt x="2984" y="4321"/>
                  </a:cubicBezTo>
                  <a:lnTo>
                    <a:pt x="2339" y="4803"/>
                  </a:lnTo>
                  <a:lnTo>
                    <a:pt x="1695" y="4321"/>
                  </a:lnTo>
                  <a:cubicBezTo>
                    <a:pt x="1709" y="4268"/>
                    <a:pt x="1719" y="4211"/>
                    <a:pt x="1719" y="4158"/>
                  </a:cubicBezTo>
                  <a:lnTo>
                    <a:pt x="1719" y="3888"/>
                  </a:lnTo>
                  <a:close/>
                  <a:moveTo>
                    <a:pt x="3201" y="4629"/>
                  </a:moveTo>
                  <a:cubicBezTo>
                    <a:pt x="3239" y="4663"/>
                    <a:pt x="3287" y="4692"/>
                    <a:pt x="3340" y="4711"/>
                  </a:cubicBezTo>
                  <a:lnTo>
                    <a:pt x="4240" y="5048"/>
                  </a:lnTo>
                  <a:cubicBezTo>
                    <a:pt x="3735" y="5409"/>
                    <a:pt x="3143" y="5621"/>
                    <a:pt x="2527" y="5654"/>
                  </a:cubicBezTo>
                  <a:lnTo>
                    <a:pt x="2527" y="5135"/>
                  </a:lnTo>
                  <a:lnTo>
                    <a:pt x="3201" y="4629"/>
                  </a:lnTo>
                  <a:close/>
                  <a:moveTo>
                    <a:pt x="1478" y="4634"/>
                  </a:moveTo>
                  <a:lnTo>
                    <a:pt x="2147" y="5135"/>
                  </a:lnTo>
                  <a:lnTo>
                    <a:pt x="2147" y="5659"/>
                  </a:lnTo>
                  <a:cubicBezTo>
                    <a:pt x="1541" y="5621"/>
                    <a:pt x="958" y="5418"/>
                    <a:pt x="463" y="5067"/>
                  </a:cubicBezTo>
                  <a:cubicBezTo>
                    <a:pt x="501" y="5033"/>
                    <a:pt x="545" y="5005"/>
                    <a:pt x="593" y="4985"/>
                  </a:cubicBezTo>
                  <a:lnTo>
                    <a:pt x="598" y="4985"/>
                  </a:lnTo>
                  <a:lnTo>
                    <a:pt x="1334" y="4711"/>
                  </a:lnTo>
                  <a:cubicBezTo>
                    <a:pt x="1387" y="4692"/>
                    <a:pt x="1435" y="4663"/>
                    <a:pt x="1478" y="4634"/>
                  </a:cubicBezTo>
                  <a:close/>
                  <a:moveTo>
                    <a:pt x="1849" y="0"/>
                  </a:moveTo>
                  <a:cubicBezTo>
                    <a:pt x="1122" y="0"/>
                    <a:pt x="525" y="592"/>
                    <a:pt x="530" y="1319"/>
                  </a:cubicBezTo>
                  <a:cubicBezTo>
                    <a:pt x="530" y="1535"/>
                    <a:pt x="578" y="1752"/>
                    <a:pt x="675" y="1944"/>
                  </a:cubicBezTo>
                  <a:lnTo>
                    <a:pt x="732" y="2055"/>
                  </a:lnTo>
                  <a:lnTo>
                    <a:pt x="732" y="2353"/>
                  </a:lnTo>
                  <a:cubicBezTo>
                    <a:pt x="732" y="2854"/>
                    <a:pt x="954" y="3330"/>
                    <a:pt x="1339" y="3653"/>
                  </a:cubicBezTo>
                  <a:lnTo>
                    <a:pt x="1339" y="4158"/>
                  </a:lnTo>
                  <a:cubicBezTo>
                    <a:pt x="1334" y="4244"/>
                    <a:pt x="1281" y="4326"/>
                    <a:pt x="1199" y="4355"/>
                  </a:cubicBezTo>
                  <a:lnTo>
                    <a:pt x="458" y="4634"/>
                  </a:lnTo>
                  <a:cubicBezTo>
                    <a:pt x="270" y="4706"/>
                    <a:pt x="116" y="4851"/>
                    <a:pt x="35" y="5038"/>
                  </a:cubicBezTo>
                  <a:cubicBezTo>
                    <a:pt x="1" y="5115"/>
                    <a:pt x="20" y="5207"/>
                    <a:pt x="87" y="5260"/>
                  </a:cubicBezTo>
                  <a:cubicBezTo>
                    <a:pt x="749" y="5780"/>
                    <a:pt x="1542" y="6037"/>
                    <a:pt x="2331" y="6037"/>
                  </a:cubicBezTo>
                  <a:cubicBezTo>
                    <a:pt x="3263" y="6037"/>
                    <a:pt x="4191" y="5679"/>
                    <a:pt x="4894" y="4976"/>
                  </a:cubicBezTo>
                  <a:cubicBezTo>
                    <a:pt x="6194" y="3677"/>
                    <a:pt x="6314" y="1612"/>
                    <a:pt x="5178" y="169"/>
                  </a:cubicBezTo>
                  <a:cubicBezTo>
                    <a:pt x="5142" y="124"/>
                    <a:pt x="5089" y="101"/>
                    <a:pt x="5034" y="101"/>
                  </a:cubicBezTo>
                  <a:cubicBezTo>
                    <a:pt x="4994" y="101"/>
                    <a:pt x="4953" y="113"/>
                    <a:pt x="4918" y="140"/>
                  </a:cubicBezTo>
                  <a:cubicBezTo>
                    <a:pt x="4837" y="202"/>
                    <a:pt x="4822" y="323"/>
                    <a:pt x="4885" y="405"/>
                  </a:cubicBezTo>
                  <a:cubicBezTo>
                    <a:pt x="5905" y="1694"/>
                    <a:pt x="5799" y="3547"/>
                    <a:pt x="4635" y="4711"/>
                  </a:cubicBezTo>
                  <a:cubicBezTo>
                    <a:pt x="4611" y="4735"/>
                    <a:pt x="4586" y="4754"/>
                    <a:pt x="4562" y="4778"/>
                  </a:cubicBezTo>
                  <a:cubicBezTo>
                    <a:pt x="4524" y="4754"/>
                    <a:pt x="4481" y="4735"/>
                    <a:pt x="4437" y="4716"/>
                  </a:cubicBezTo>
                  <a:lnTo>
                    <a:pt x="3475" y="4355"/>
                  </a:lnTo>
                  <a:cubicBezTo>
                    <a:pt x="3388" y="4326"/>
                    <a:pt x="3335" y="4244"/>
                    <a:pt x="3335" y="4153"/>
                  </a:cubicBezTo>
                  <a:lnTo>
                    <a:pt x="3335" y="3672"/>
                  </a:lnTo>
                  <a:cubicBezTo>
                    <a:pt x="3374" y="3638"/>
                    <a:pt x="3412" y="3604"/>
                    <a:pt x="3456" y="3566"/>
                  </a:cubicBezTo>
                  <a:cubicBezTo>
                    <a:pt x="3768" y="3263"/>
                    <a:pt x="3942" y="2849"/>
                    <a:pt x="3942" y="2416"/>
                  </a:cubicBezTo>
                  <a:lnTo>
                    <a:pt x="3942" y="2055"/>
                  </a:lnTo>
                  <a:lnTo>
                    <a:pt x="3995" y="1944"/>
                  </a:lnTo>
                  <a:cubicBezTo>
                    <a:pt x="4091" y="1752"/>
                    <a:pt x="4144" y="1535"/>
                    <a:pt x="4144" y="1319"/>
                  </a:cubicBezTo>
                  <a:lnTo>
                    <a:pt x="4144" y="188"/>
                  </a:lnTo>
                  <a:cubicBezTo>
                    <a:pt x="4144" y="87"/>
                    <a:pt x="4057" y="0"/>
                    <a:pt x="3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0" name="Google Shape;14650;p87"/>
          <p:cNvGrpSpPr/>
          <p:nvPr/>
        </p:nvGrpSpPr>
        <p:grpSpPr>
          <a:xfrm>
            <a:off x="1311446" y="3826464"/>
            <a:ext cx="353652" cy="338440"/>
            <a:chOff x="1311446" y="3826464"/>
            <a:chExt cx="353652" cy="338440"/>
          </a:xfrm>
        </p:grpSpPr>
        <p:sp>
          <p:nvSpPr>
            <p:cNvPr id="14651" name="Google Shape;14651;p87"/>
            <p:cNvSpPr/>
            <p:nvPr/>
          </p:nvSpPr>
          <p:spPr>
            <a:xfrm>
              <a:off x="1427424" y="4028415"/>
              <a:ext cx="9127" cy="18962"/>
            </a:xfrm>
            <a:custGeom>
              <a:rect b="b" l="l" r="r" t="t"/>
              <a:pathLst>
                <a:path extrusionOk="0" h="723" w="348">
                  <a:moveTo>
                    <a:pt x="304" y="1"/>
                  </a:moveTo>
                  <a:lnTo>
                    <a:pt x="1" y="304"/>
                  </a:lnTo>
                  <a:cubicBezTo>
                    <a:pt x="102" y="453"/>
                    <a:pt x="217" y="598"/>
                    <a:pt x="347" y="723"/>
                  </a:cubicBezTo>
                  <a:cubicBezTo>
                    <a:pt x="314" y="487"/>
                    <a:pt x="299" y="246"/>
                    <a:pt x="304"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87"/>
            <p:cNvSpPr/>
            <p:nvPr/>
          </p:nvSpPr>
          <p:spPr>
            <a:xfrm>
              <a:off x="1436525" y="3853268"/>
              <a:ext cx="222776" cy="234238"/>
            </a:xfrm>
            <a:custGeom>
              <a:rect b="b" l="l" r="r" t="t"/>
              <a:pathLst>
                <a:path extrusionOk="0" h="8931" w="8494">
                  <a:moveTo>
                    <a:pt x="7401" y="0"/>
                  </a:moveTo>
                  <a:lnTo>
                    <a:pt x="7401" y="0"/>
                  </a:lnTo>
                  <a:cubicBezTo>
                    <a:pt x="7401" y="0"/>
                    <a:pt x="7714" y="2079"/>
                    <a:pt x="6626" y="3171"/>
                  </a:cubicBezTo>
                  <a:lnTo>
                    <a:pt x="3171" y="6626"/>
                  </a:lnTo>
                  <a:cubicBezTo>
                    <a:pt x="2481" y="7317"/>
                    <a:pt x="1396" y="7444"/>
                    <a:pt x="691" y="7444"/>
                  </a:cubicBezTo>
                  <a:cubicBezTo>
                    <a:pt x="281" y="7444"/>
                    <a:pt x="0" y="7401"/>
                    <a:pt x="0" y="7401"/>
                  </a:cubicBezTo>
                  <a:lnTo>
                    <a:pt x="0" y="7401"/>
                  </a:lnTo>
                  <a:cubicBezTo>
                    <a:pt x="342" y="7742"/>
                    <a:pt x="765" y="7992"/>
                    <a:pt x="1232" y="8122"/>
                  </a:cubicBezTo>
                  <a:lnTo>
                    <a:pt x="2041" y="8931"/>
                  </a:lnTo>
                  <a:cubicBezTo>
                    <a:pt x="2729" y="8493"/>
                    <a:pt x="3369" y="7978"/>
                    <a:pt x="3946" y="7401"/>
                  </a:cubicBezTo>
                  <a:lnTo>
                    <a:pt x="7401" y="3946"/>
                  </a:lnTo>
                  <a:cubicBezTo>
                    <a:pt x="8493" y="2858"/>
                    <a:pt x="8493" y="1088"/>
                    <a:pt x="740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87"/>
            <p:cNvSpPr/>
            <p:nvPr/>
          </p:nvSpPr>
          <p:spPr>
            <a:xfrm>
              <a:off x="1415962" y="3831762"/>
              <a:ext cx="234998" cy="227288"/>
            </a:xfrm>
            <a:custGeom>
              <a:rect b="b" l="l" r="r" t="t"/>
              <a:pathLst>
                <a:path extrusionOk="0" h="8666" w="8960">
                  <a:moveTo>
                    <a:pt x="6210" y="1422"/>
                  </a:moveTo>
                  <a:cubicBezTo>
                    <a:pt x="6561" y="1422"/>
                    <a:pt x="6912" y="1556"/>
                    <a:pt x="7179" y="1826"/>
                  </a:cubicBezTo>
                  <a:cubicBezTo>
                    <a:pt x="7713" y="2360"/>
                    <a:pt x="7713" y="3226"/>
                    <a:pt x="7179" y="3765"/>
                  </a:cubicBezTo>
                  <a:lnTo>
                    <a:pt x="7184" y="3765"/>
                  </a:lnTo>
                  <a:lnTo>
                    <a:pt x="5452" y="5497"/>
                  </a:lnTo>
                  <a:lnTo>
                    <a:pt x="5091" y="5589"/>
                  </a:lnTo>
                  <a:lnTo>
                    <a:pt x="3825" y="7124"/>
                  </a:lnTo>
                  <a:lnTo>
                    <a:pt x="3724" y="7220"/>
                  </a:lnTo>
                  <a:cubicBezTo>
                    <a:pt x="3458" y="7486"/>
                    <a:pt x="3108" y="7620"/>
                    <a:pt x="2757" y="7620"/>
                  </a:cubicBezTo>
                  <a:cubicBezTo>
                    <a:pt x="2405" y="7620"/>
                    <a:pt x="2053" y="7485"/>
                    <a:pt x="1785" y="7215"/>
                  </a:cubicBezTo>
                  <a:cubicBezTo>
                    <a:pt x="1251" y="6681"/>
                    <a:pt x="1251" y="5815"/>
                    <a:pt x="1785" y="5281"/>
                  </a:cubicBezTo>
                  <a:lnTo>
                    <a:pt x="5240" y="1826"/>
                  </a:lnTo>
                  <a:cubicBezTo>
                    <a:pt x="5507" y="1556"/>
                    <a:pt x="5858" y="1422"/>
                    <a:pt x="6210" y="1422"/>
                  </a:cubicBezTo>
                  <a:close/>
                  <a:moveTo>
                    <a:pt x="6212" y="1"/>
                  </a:moveTo>
                  <a:cubicBezTo>
                    <a:pt x="5497" y="1"/>
                    <a:pt x="4783" y="274"/>
                    <a:pt x="4239" y="820"/>
                  </a:cubicBezTo>
                  <a:lnTo>
                    <a:pt x="784" y="4275"/>
                  </a:lnTo>
                  <a:lnTo>
                    <a:pt x="0" y="6681"/>
                  </a:lnTo>
                  <a:cubicBezTo>
                    <a:pt x="63" y="7080"/>
                    <a:pt x="217" y="7465"/>
                    <a:pt x="443" y="7802"/>
                  </a:cubicBezTo>
                  <a:lnTo>
                    <a:pt x="481" y="7764"/>
                  </a:lnTo>
                  <a:cubicBezTo>
                    <a:pt x="553" y="7937"/>
                    <a:pt x="654" y="8091"/>
                    <a:pt x="789" y="8221"/>
                  </a:cubicBezTo>
                  <a:cubicBezTo>
                    <a:pt x="1085" y="8520"/>
                    <a:pt x="1497" y="8665"/>
                    <a:pt x="1953" y="8665"/>
                  </a:cubicBezTo>
                  <a:cubicBezTo>
                    <a:pt x="2083" y="8665"/>
                    <a:pt x="2217" y="8653"/>
                    <a:pt x="2353" y="8630"/>
                  </a:cubicBezTo>
                  <a:cubicBezTo>
                    <a:pt x="2959" y="8524"/>
                    <a:pt x="3609" y="8187"/>
                    <a:pt x="4157" y="7638"/>
                  </a:cubicBezTo>
                  <a:lnTo>
                    <a:pt x="7612" y="4184"/>
                  </a:lnTo>
                  <a:cubicBezTo>
                    <a:pt x="8695" y="3096"/>
                    <a:pt x="8960" y="1590"/>
                    <a:pt x="8185" y="820"/>
                  </a:cubicBezTo>
                  <a:cubicBezTo>
                    <a:pt x="7641" y="274"/>
                    <a:pt x="6927" y="1"/>
                    <a:pt x="6212"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87"/>
            <p:cNvSpPr/>
            <p:nvPr/>
          </p:nvSpPr>
          <p:spPr>
            <a:xfrm>
              <a:off x="1536215" y="3943989"/>
              <a:ext cx="22739" cy="54553"/>
            </a:xfrm>
            <a:custGeom>
              <a:rect b="b" l="l" r="r" t="t"/>
              <a:pathLst>
                <a:path extrusionOk="0" h="2080" w="867">
                  <a:moveTo>
                    <a:pt x="150" y="1"/>
                  </a:moveTo>
                  <a:cubicBezTo>
                    <a:pt x="150" y="1"/>
                    <a:pt x="313" y="1074"/>
                    <a:pt x="1" y="2079"/>
                  </a:cubicBezTo>
                  <a:lnTo>
                    <a:pt x="867" y="1218"/>
                  </a:lnTo>
                  <a:cubicBezTo>
                    <a:pt x="737" y="756"/>
                    <a:pt x="491" y="338"/>
                    <a:pt x="150"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87"/>
            <p:cNvSpPr/>
            <p:nvPr/>
          </p:nvSpPr>
          <p:spPr>
            <a:xfrm>
              <a:off x="1346040" y="4086352"/>
              <a:ext cx="151726" cy="73253"/>
            </a:xfrm>
            <a:custGeom>
              <a:rect b="b" l="l" r="r" t="t"/>
              <a:pathLst>
                <a:path extrusionOk="0" h="2793" w="5785">
                  <a:moveTo>
                    <a:pt x="4369" y="0"/>
                  </a:moveTo>
                  <a:lnTo>
                    <a:pt x="3171" y="1199"/>
                  </a:lnTo>
                  <a:cubicBezTo>
                    <a:pt x="2478" y="1889"/>
                    <a:pt x="1387" y="2015"/>
                    <a:pt x="683" y="2015"/>
                  </a:cubicBezTo>
                  <a:cubicBezTo>
                    <a:pt x="278" y="2015"/>
                    <a:pt x="0" y="1973"/>
                    <a:pt x="0" y="1973"/>
                  </a:cubicBezTo>
                  <a:lnTo>
                    <a:pt x="0" y="1973"/>
                  </a:lnTo>
                  <a:cubicBezTo>
                    <a:pt x="544" y="2519"/>
                    <a:pt x="1259" y="2792"/>
                    <a:pt x="1973" y="2792"/>
                  </a:cubicBezTo>
                  <a:cubicBezTo>
                    <a:pt x="2688" y="2792"/>
                    <a:pt x="3402" y="2519"/>
                    <a:pt x="3946" y="1973"/>
                  </a:cubicBezTo>
                  <a:lnTo>
                    <a:pt x="5784" y="135"/>
                  </a:lnTo>
                  <a:lnTo>
                    <a:pt x="4369" y="0"/>
                  </a:ln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87"/>
            <p:cNvSpPr/>
            <p:nvPr/>
          </p:nvSpPr>
          <p:spPr>
            <a:xfrm>
              <a:off x="1460628" y="4043811"/>
              <a:ext cx="82931" cy="46606"/>
            </a:xfrm>
            <a:custGeom>
              <a:rect b="b" l="l" r="r" t="t"/>
              <a:pathLst>
                <a:path extrusionOk="0" h="1777" w="3162">
                  <a:moveTo>
                    <a:pt x="3162" y="1"/>
                  </a:moveTo>
                  <a:lnTo>
                    <a:pt x="3032" y="136"/>
                  </a:lnTo>
                  <a:cubicBezTo>
                    <a:pt x="2504" y="663"/>
                    <a:pt x="1793" y="954"/>
                    <a:pt x="1061" y="954"/>
                  </a:cubicBezTo>
                  <a:cubicBezTo>
                    <a:pt x="939" y="954"/>
                    <a:pt x="816" y="946"/>
                    <a:pt x="693" y="930"/>
                  </a:cubicBezTo>
                  <a:lnTo>
                    <a:pt x="0" y="1622"/>
                  </a:lnTo>
                  <a:cubicBezTo>
                    <a:pt x="338" y="1726"/>
                    <a:pt x="689" y="1776"/>
                    <a:pt x="1041" y="1776"/>
                  </a:cubicBezTo>
                  <a:cubicBezTo>
                    <a:pt x="1166" y="1776"/>
                    <a:pt x="1291" y="1770"/>
                    <a:pt x="1415" y="1757"/>
                  </a:cubicBezTo>
                  <a:lnTo>
                    <a:pt x="3032" y="140"/>
                  </a:lnTo>
                  <a:cubicBezTo>
                    <a:pt x="3080" y="97"/>
                    <a:pt x="3123" y="49"/>
                    <a:pt x="3162" y="1"/>
                  </a:cubicBezTo>
                  <a:close/>
                </a:path>
              </a:pathLst>
            </a:custGeom>
            <a:solidFill>
              <a:srgbClr val="C9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87"/>
            <p:cNvSpPr/>
            <p:nvPr/>
          </p:nvSpPr>
          <p:spPr>
            <a:xfrm>
              <a:off x="1317399" y="3922509"/>
              <a:ext cx="236021" cy="227261"/>
            </a:xfrm>
            <a:custGeom>
              <a:rect b="b" l="l" r="r" t="t"/>
              <a:pathLst>
                <a:path extrusionOk="0" h="8665" w="8999">
                  <a:moveTo>
                    <a:pt x="6520" y="1"/>
                  </a:moveTo>
                  <a:cubicBezTo>
                    <a:pt x="5805" y="1"/>
                    <a:pt x="5091" y="274"/>
                    <a:pt x="4547" y="820"/>
                  </a:cubicBezTo>
                  <a:lnTo>
                    <a:pt x="1092" y="4275"/>
                  </a:lnTo>
                  <a:cubicBezTo>
                    <a:pt x="0" y="5362"/>
                    <a:pt x="0" y="7133"/>
                    <a:pt x="1092" y="8220"/>
                  </a:cubicBezTo>
                  <a:cubicBezTo>
                    <a:pt x="1392" y="8520"/>
                    <a:pt x="1801" y="8665"/>
                    <a:pt x="2256" y="8665"/>
                  </a:cubicBezTo>
                  <a:cubicBezTo>
                    <a:pt x="2386" y="8665"/>
                    <a:pt x="2520" y="8653"/>
                    <a:pt x="2656" y="8629"/>
                  </a:cubicBezTo>
                  <a:cubicBezTo>
                    <a:pt x="3267" y="8523"/>
                    <a:pt x="3912" y="8187"/>
                    <a:pt x="4461" y="7638"/>
                  </a:cubicBezTo>
                  <a:lnTo>
                    <a:pt x="5774" y="6324"/>
                  </a:lnTo>
                  <a:cubicBezTo>
                    <a:pt x="5774" y="6324"/>
                    <a:pt x="5627" y="6121"/>
                    <a:pt x="5248" y="6121"/>
                  </a:cubicBezTo>
                  <a:cubicBezTo>
                    <a:pt x="5210" y="6121"/>
                    <a:pt x="5171" y="6123"/>
                    <a:pt x="5129" y="6127"/>
                  </a:cubicBezTo>
                  <a:lnTo>
                    <a:pt x="4037" y="7219"/>
                  </a:lnTo>
                  <a:cubicBezTo>
                    <a:pt x="3771" y="7486"/>
                    <a:pt x="3422" y="7619"/>
                    <a:pt x="3072" y="7619"/>
                  </a:cubicBezTo>
                  <a:cubicBezTo>
                    <a:pt x="2720" y="7619"/>
                    <a:pt x="2368" y="7485"/>
                    <a:pt x="2098" y="7215"/>
                  </a:cubicBezTo>
                  <a:cubicBezTo>
                    <a:pt x="1564" y="6681"/>
                    <a:pt x="1564" y="5814"/>
                    <a:pt x="2098" y="5280"/>
                  </a:cubicBezTo>
                  <a:lnTo>
                    <a:pt x="5553" y="1825"/>
                  </a:lnTo>
                  <a:cubicBezTo>
                    <a:pt x="5821" y="1557"/>
                    <a:pt x="6172" y="1422"/>
                    <a:pt x="6523" y="1422"/>
                  </a:cubicBezTo>
                  <a:cubicBezTo>
                    <a:pt x="6852" y="1422"/>
                    <a:pt x="7181" y="1540"/>
                    <a:pt x="7444" y="1777"/>
                  </a:cubicBezTo>
                  <a:cubicBezTo>
                    <a:pt x="7983" y="2268"/>
                    <a:pt x="8045" y="3096"/>
                    <a:pt x="7583" y="3664"/>
                  </a:cubicBezTo>
                  <a:lnTo>
                    <a:pt x="8911" y="2336"/>
                  </a:lnTo>
                  <a:cubicBezTo>
                    <a:pt x="8998" y="1744"/>
                    <a:pt x="8868" y="1195"/>
                    <a:pt x="8493" y="820"/>
                  </a:cubicBezTo>
                  <a:cubicBezTo>
                    <a:pt x="7949" y="274"/>
                    <a:pt x="7235" y="1"/>
                    <a:pt x="6520" y="1"/>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87"/>
            <p:cNvSpPr/>
            <p:nvPr/>
          </p:nvSpPr>
          <p:spPr>
            <a:xfrm>
              <a:off x="1451789" y="4066157"/>
              <a:ext cx="36509" cy="22241"/>
            </a:xfrm>
            <a:custGeom>
              <a:rect b="b" l="l" r="r" t="t"/>
              <a:pathLst>
                <a:path extrusionOk="0" h="848" w="1392">
                  <a:moveTo>
                    <a:pt x="650" y="1"/>
                  </a:moveTo>
                  <a:lnTo>
                    <a:pt x="1" y="650"/>
                  </a:lnTo>
                  <a:cubicBezTo>
                    <a:pt x="212" y="737"/>
                    <a:pt x="429" y="804"/>
                    <a:pt x="645" y="847"/>
                  </a:cubicBezTo>
                  <a:lnTo>
                    <a:pt x="1391" y="102"/>
                  </a:lnTo>
                  <a:cubicBezTo>
                    <a:pt x="1141" y="102"/>
                    <a:pt x="891" y="68"/>
                    <a:pt x="650"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87"/>
            <p:cNvSpPr/>
            <p:nvPr/>
          </p:nvSpPr>
          <p:spPr>
            <a:xfrm>
              <a:off x="1311446" y="3864389"/>
              <a:ext cx="312265" cy="300515"/>
            </a:xfrm>
            <a:custGeom>
              <a:rect b="b" l="l" r="r" t="t"/>
              <a:pathLst>
                <a:path extrusionOk="0" h="11458" w="11906">
                  <a:moveTo>
                    <a:pt x="10174" y="0"/>
                  </a:moveTo>
                  <a:cubicBezTo>
                    <a:pt x="9782" y="0"/>
                    <a:pt x="9389" y="146"/>
                    <a:pt x="9086" y="437"/>
                  </a:cubicBezTo>
                  <a:lnTo>
                    <a:pt x="7993" y="1525"/>
                  </a:lnTo>
                  <a:cubicBezTo>
                    <a:pt x="7842" y="1673"/>
                    <a:pt x="7980" y="1877"/>
                    <a:pt x="8139" y="1877"/>
                  </a:cubicBezTo>
                  <a:cubicBezTo>
                    <a:pt x="8187" y="1877"/>
                    <a:pt x="8237" y="1858"/>
                    <a:pt x="8282" y="1814"/>
                  </a:cubicBezTo>
                  <a:lnTo>
                    <a:pt x="9374" y="721"/>
                  </a:lnTo>
                  <a:cubicBezTo>
                    <a:pt x="9600" y="502"/>
                    <a:pt x="9892" y="393"/>
                    <a:pt x="10184" y="393"/>
                  </a:cubicBezTo>
                  <a:cubicBezTo>
                    <a:pt x="10483" y="393"/>
                    <a:pt x="10782" y="507"/>
                    <a:pt x="11010" y="736"/>
                  </a:cubicBezTo>
                  <a:cubicBezTo>
                    <a:pt x="11458" y="1183"/>
                    <a:pt x="11463" y="1915"/>
                    <a:pt x="11020" y="2372"/>
                  </a:cubicBezTo>
                  <a:lnTo>
                    <a:pt x="9523" y="3868"/>
                  </a:lnTo>
                  <a:cubicBezTo>
                    <a:pt x="9031" y="2669"/>
                    <a:pt x="7896" y="2006"/>
                    <a:pt x="6741" y="2006"/>
                  </a:cubicBezTo>
                  <a:cubicBezTo>
                    <a:pt x="5988" y="2006"/>
                    <a:pt x="5226" y="2288"/>
                    <a:pt x="4630" y="2887"/>
                  </a:cubicBezTo>
                  <a:lnTo>
                    <a:pt x="1175" y="6341"/>
                  </a:lnTo>
                  <a:cubicBezTo>
                    <a:pt x="1" y="7511"/>
                    <a:pt x="1" y="9411"/>
                    <a:pt x="1175" y="10581"/>
                  </a:cubicBezTo>
                  <a:cubicBezTo>
                    <a:pt x="1760" y="11165"/>
                    <a:pt x="2526" y="11458"/>
                    <a:pt x="3293" y="11458"/>
                  </a:cubicBezTo>
                  <a:cubicBezTo>
                    <a:pt x="4060" y="11458"/>
                    <a:pt x="4827" y="11165"/>
                    <a:pt x="5414" y="10581"/>
                  </a:cubicBezTo>
                  <a:lnTo>
                    <a:pt x="7247" y="8747"/>
                  </a:lnTo>
                  <a:cubicBezTo>
                    <a:pt x="7378" y="8594"/>
                    <a:pt x="7248" y="8400"/>
                    <a:pt x="7093" y="8400"/>
                  </a:cubicBezTo>
                  <a:cubicBezTo>
                    <a:pt x="7048" y="8400"/>
                    <a:pt x="7002" y="8416"/>
                    <a:pt x="6959" y="8454"/>
                  </a:cubicBezTo>
                  <a:lnTo>
                    <a:pt x="6959" y="8459"/>
                  </a:lnTo>
                  <a:lnTo>
                    <a:pt x="5125" y="10292"/>
                  </a:lnTo>
                  <a:cubicBezTo>
                    <a:pt x="4624" y="10774"/>
                    <a:pt x="3977" y="11015"/>
                    <a:pt x="3331" y="11015"/>
                  </a:cubicBezTo>
                  <a:cubicBezTo>
                    <a:pt x="2668" y="11015"/>
                    <a:pt x="2006" y="10762"/>
                    <a:pt x="1502" y="10258"/>
                  </a:cubicBezTo>
                  <a:cubicBezTo>
                    <a:pt x="506" y="9262"/>
                    <a:pt x="487" y="7650"/>
                    <a:pt x="1469" y="6635"/>
                  </a:cubicBezTo>
                  <a:lnTo>
                    <a:pt x="4923" y="3180"/>
                  </a:lnTo>
                  <a:cubicBezTo>
                    <a:pt x="5440" y="2662"/>
                    <a:pt x="6095" y="2420"/>
                    <a:pt x="6742" y="2420"/>
                  </a:cubicBezTo>
                  <a:cubicBezTo>
                    <a:pt x="7795" y="2420"/>
                    <a:pt x="8827" y="3061"/>
                    <a:pt x="9206" y="4191"/>
                  </a:cubicBezTo>
                  <a:lnTo>
                    <a:pt x="7570" y="5827"/>
                  </a:lnTo>
                  <a:cubicBezTo>
                    <a:pt x="7336" y="6060"/>
                    <a:pt x="7040" y="6170"/>
                    <a:pt x="6747" y="6170"/>
                  </a:cubicBezTo>
                  <a:cubicBezTo>
                    <a:pt x="6298" y="6170"/>
                    <a:pt x="5857" y="5911"/>
                    <a:pt x="5664" y="5442"/>
                  </a:cubicBezTo>
                  <a:cubicBezTo>
                    <a:pt x="5625" y="5358"/>
                    <a:pt x="5554" y="5322"/>
                    <a:pt x="5483" y="5322"/>
                  </a:cubicBezTo>
                  <a:cubicBezTo>
                    <a:pt x="5356" y="5322"/>
                    <a:pt x="5229" y="5438"/>
                    <a:pt x="5284" y="5596"/>
                  </a:cubicBezTo>
                  <a:cubicBezTo>
                    <a:pt x="5541" y="6231"/>
                    <a:pt x="6140" y="6581"/>
                    <a:pt x="6749" y="6581"/>
                  </a:cubicBezTo>
                  <a:cubicBezTo>
                    <a:pt x="7145" y="6581"/>
                    <a:pt x="7546" y="6433"/>
                    <a:pt x="7859" y="6120"/>
                  </a:cubicBezTo>
                  <a:lnTo>
                    <a:pt x="9581" y="4398"/>
                  </a:lnTo>
                  <a:lnTo>
                    <a:pt x="11313" y="2665"/>
                  </a:lnTo>
                  <a:cubicBezTo>
                    <a:pt x="11905" y="2045"/>
                    <a:pt x="11891" y="1068"/>
                    <a:pt x="11284" y="462"/>
                  </a:cubicBezTo>
                  <a:cubicBezTo>
                    <a:pt x="10980" y="154"/>
                    <a:pt x="10577" y="0"/>
                    <a:pt x="10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87"/>
            <p:cNvSpPr/>
            <p:nvPr/>
          </p:nvSpPr>
          <p:spPr>
            <a:xfrm>
              <a:off x="1351338" y="3826464"/>
              <a:ext cx="313760" cy="301957"/>
            </a:xfrm>
            <a:custGeom>
              <a:rect b="b" l="l" r="r" t="t"/>
              <a:pathLst>
                <a:path extrusionOk="0" h="11513" w="11963">
                  <a:moveTo>
                    <a:pt x="8677" y="1"/>
                  </a:moveTo>
                  <a:cubicBezTo>
                    <a:pt x="7910" y="1"/>
                    <a:pt x="7143" y="293"/>
                    <a:pt x="6559" y="878"/>
                  </a:cubicBezTo>
                  <a:lnTo>
                    <a:pt x="4721" y="2711"/>
                  </a:lnTo>
                  <a:cubicBezTo>
                    <a:pt x="4569" y="2863"/>
                    <a:pt x="4707" y="3068"/>
                    <a:pt x="4867" y="3068"/>
                  </a:cubicBezTo>
                  <a:cubicBezTo>
                    <a:pt x="4915" y="3068"/>
                    <a:pt x="4965" y="3049"/>
                    <a:pt x="5009" y="3005"/>
                  </a:cubicBezTo>
                  <a:lnTo>
                    <a:pt x="6852" y="1167"/>
                  </a:lnTo>
                  <a:cubicBezTo>
                    <a:pt x="7351" y="682"/>
                    <a:pt x="7996" y="442"/>
                    <a:pt x="8641" y="442"/>
                  </a:cubicBezTo>
                  <a:cubicBezTo>
                    <a:pt x="9303" y="442"/>
                    <a:pt x="9966" y="696"/>
                    <a:pt x="10471" y="1200"/>
                  </a:cubicBezTo>
                  <a:cubicBezTo>
                    <a:pt x="11467" y="2196"/>
                    <a:pt x="11486" y="3808"/>
                    <a:pt x="10509" y="4823"/>
                  </a:cubicBezTo>
                  <a:lnTo>
                    <a:pt x="7054" y="8278"/>
                  </a:lnTo>
                  <a:cubicBezTo>
                    <a:pt x="6537" y="8794"/>
                    <a:pt x="5882" y="9034"/>
                    <a:pt x="5236" y="9034"/>
                  </a:cubicBezTo>
                  <a:cubicBezTo>
                    <a:pt x="4181" y="9034"/>
                    <a:pt x="3148" y="8394"/>
                    <a:pt x="2772" y="7263"/>
                  </a:cubicBezTo>
                  <a:lnTo>
                    <a:pt x="4403" y="5627"/>
                  </a:lnTo>
                  <a:cubicBezTo>
                    <a:pt x="4636" y="5396"/>
                    <a:pt x="4932" y="5287"/>
                    <a:pt x="5224" y="5287"/>
                  </a:cubicBezTo>
                  <a:cubicBezTo>
                    <a:pt x="5674" y="5287"/>
                    <a:pt x="6116" y="5545"/>
                    <a:pt x="6309" y="6012"/>
                  </a:cubicBezTo>
                  <a:cubicBezTo>
                    <a:pt x="6342" y="6112"/>
                    <a:pt x="6418" y="6154"/>
                    <a:pt x="6495" y="6154"/>
                  </a:cubicBezTo>
                  <a:cubicBezTo>
                    <a:pt x="6630" y="6154"/>
                    <a:pt x="6768" y="6026"/>
                    <a:pt x="6689" y="5858"/>
                  </a:cubicBezTo>
                  <a:cubicBezTo>
                    <a:pt x="6432" y="5225"/>
                    <a:pt x="5833" y="4875"/>
                    <a:pt x="5224" y="4875"/>
                  </a:cubicBezTo>
                  <a:cubicBezTo>
                    <a:pt x="4828" y="4875"/>
                    <a:pt x="4427" y="5023"/>
                    <a:pt x="4114" y="5338"/>
                  </a:cubicBezTo>
                  <a:lnTo>
                    <a:pt x="655" y="8793"/>
                  </a:lnTo>
                  <a:cubicBezTo>
                    <a:pt x="15" y="9404"/>
                    <a:pt x="0" y="10424"/>
                    <a:pt x="626" y="11050"/>
                  </a:cubicBezTo>
                  <a:cubicBezTo>
                    <a:pt x="937" y="11358"/>
                    <a:pt x="1342" y="11512"/>
                    <a:pt x="1745" y="11512"/>
                  </a:cubicBezTo>
                  <a:cubicBezTo>
                    <a:pt x="2160" y="11512"/>
                    <a:pt x="2573" y="11350"/>
                    <a:pt x="2883" y="11026"/>
                  </a:cubicBezTo>
                  <a:lnTo>
                    <a:pt x="3975" y="9934"/>
                  </a:lnTo>
                  <a:cubicBezTo>
                    <a:pt x="4122" y="9786"/>
                    <a:pt x="3987" y="9579"/>
                    <a:pt x="3828" y="9579"/>
                  </a:cubicBezTo>
                  <a:cubicBezTo>
                    <a:pt x="3779" y="9579"/>
                    <a:pt x="3728" y="9599"/>
                    <a:pt x="3681" y="9645"/>
                  </a:cubicBezTo>
                  <a:lnTo>
                    <a:pt x="2594" y="10732"/>
                  </a:lnTo>
                  <a:cubicBezTo>
                    <a:pt x="2365" y="10968"/>
                    <a:pt x="2061" y="11086"/>
                    <a:pt x="1756" y="11086"/>
                  </a:cubicBezTo>
                  <a:cubicBezTo>
                    <a:pt x="1458" y="11086"/>
                    <a:pt x="1160" y="10973"/>
                    <a:pt x="934" y="10747"/>
                  </a:cubicBezTo>
                  <a:cubicBezTo>
                    <a:pt x="472" y="10285"/>
                    <a:pt x="477" y="9539"/>
                    <a:pt x="948" y="9087"/>
                  </a:cubicBezTo>
                  <a:lnTo>
                    <a:pt x="2445" y="7585"/>
                  </a:lnTo>
                  <a:cubicBezTo>
                    <a:pt x="2937" y="8785"/>
                    <a:pt x="4072" y="9447"/>
                    <a:pt x="5227" y="9447"/>
                  </a:cubicBezTo>
                  <a:cubicBezTo>
                    <a:pt x="5980" y="9447"/>
                    <a:pt x="6742" y="9165"/>
                    <a:pt x="7338" y="8567"/>
                  </a:cubicBezTo>
                  <a:lnTo>
                    <a:pt x="10793" y="5112"/>
                  </a:lnTo>
                  <a:cubicBezTo>
                    <a:pt x="11962" y="3943"/>
                    <a:pt x="11962" y="2047"/>
                    <a:pt x="10798" y="878"/>
                  </a:cubicBezTo>
                  <a:cubicBezTo>
                    <a:pt x="10211" y="293"/>
                    <a:pt x="9443" y="1"/>
                    <a:pt x="86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1" name="Google Shape;14661;p87"/>
          <p:cNvGrpSpPr/>
          <p:nvPr/>
        </p:nvGrpSpPr>
        <p:grpSpPr>
          <a:xfrm>
            <a:off x="1768434" y="3826385"/>
            <a:ext cx="345154" cy="338728"/>
            <a:chOff x="1768434" y="3826385"/>
            <a:chExt cx="345154" cy="338728"/>
          </a:xfrm>
        </p:grpSpPr>
        <p:sp>
          <p:nvSpPr>
            <p:cNvPr id="14662" name="Google Shape;14662;p87"/>
            <p:cNvSpPr/>
            <p:nvPr/>
          </p:nvSpPr>
          <p:spPr>
            <a:xfrm>
              <a:off x="1886667" y="3999644"/>
              <a:ext cx="156132" cy="156027"/>
            </a:xfrm>
            <a:custGeom>
              <a:rect b="b" l="l" r="r" t="t"/>
              <a:pathLst>
                <a:path extrusionOk="0" h="5949" w="5953">
                  <a:moveTo>
                    <a:pt x="2099" y="1"/>
                  </a:moveTo>
                  <a:lnTo>
                    <a:pt x="2099" y="1478"/>
                  </a:lnTo>
                  <a:cubicBezTo>
                    <a:pt x="2099" y="1560"/>
                    <a:pt x="2031" y="1627"/>
                    <a:pt x="1950" y="1627"/>
                  </a:cubicBezTo>
                  <a:lnTo>
                    <a:pt x="1483" y="1627"/>
                  </a:lnTo>
                  <a:cubicBezTo>
                    <a:pt x="1430" y="1627"/>
                    <a:pt x="1382" y="1598"/>
                    <a:pt x="1353" y="1555"/>
                  </a:cubicBezTo>
                  <a:cubicBezTo>
                    <a:pt x="1207" y="1308"/>
                    <a:pt x="971" y="1197"/>
                    <a:pt x="736" y="1197"/>
                  </a:cubicBezTo>
                  <a:cubicBezTo>
                    <a:pt x="366" y="1197"/>
                    <a:pt x="1" y="1472"/>
                    <a:pt x="1" y="1925"/>
                  </a:cubicBezTo>
                  <a:cubicBezTo>
                    <a:pt x="1" y="2376"/>
                    <a:pt x="367" y="2652"/>
                    <a:pt x="738" y="2652"/>
                  </a:cubicBezTo>
                  <a:cubicBezTo>
                    <a:pt x="972" y="2652"/>
                    <a:pt x="1208" y="2542"/>
                    <a:pt x="1353" y="2296"/>
                  </a:cubicBezTo>
                  <a:cubicBezTo>
                    <a:pt x="1382" y="2248"/>
                    <a:pt x="1430" y="2224"/>
                    <a:pt x="1483" y="2224"/>
                  </a:cubicBezTo>
                  <a:lnTo>
                    <a:pt x="1950" y="2224"/>
                  </a:lnTo>
                  <a:cubicBezTo>
                    <a:pt x="2031" y="2224"/>
                    <a:pt x="2099" y="2286"/>
                    <a:pt x="2099" y="2373"/>
                  </a:cubicBezTo>
                  <a:lnTo>
                    <a:pt x="2099" y="3850"/>
                  </a:lnTo>
                  <a:lnTo>
                    <a:pt x="3581" y="3850"/>
                  </a:lnTo>
                  <a:cubicBezTo>
                    <a:pt x="3663" y="3850"/>
                    <a:pt x="3730" y="3918"/>
                    <a:pt x="3730" y="3999"/>
                  </a:cubicBezTo>
                  <a:lnTo>
                    <a:pt x="3730" y="4466"/>
                  </a:lnTo>
                  <a:cubicBezTo>
                    <a:pt x="3730" y="4519"/>
                    <a:pt x="3701" y="4572"/>
                    <a:pt x="3658" y="4596"/>
                  </a:cubicBezTo>
                  <a:cubicBezTo>
                    <a:pt x="3023" y="4971"/>
                    <a:pt x="3287" y="5948"/>
                    <a:pt x="4028" y="5948"/>
                  </a:cubicBezTo>
                  <a:cubicBezTo>
                    <a:pt x="4764" y="5948"/>
                    <a:pt x="5034" y="4971"/>
                    <a:pt x="4399" y="4596"/>
                  </a:cubicBezTo>
                  <a:cubicBezTo>
                    <a:pt x="4351" y="4572"/>
                    <a:pt x="4327" y="4519"/>
                    <a:pt x="4322" y="4466"/>
                  </a:cubicBezTo>
                  <a:lnTo>
                    <a:pt x="4322" y="3999"/>
                  </a:lnTo>
                  <a:cubicBezTo>
                    <a:pt x="4327" y="3918"/>
                    <a:pt x="4389" y="3850"/>
                    <a:pt x="4471" y="3850"/>
                  </a:cubicBezTo>
                  <a:lnTo>
                    <a:pt x="5953" y="3850"/>
                  </a:lnTo>
                  <a:lnTo>
                    <a:pt x="5953" y="1"/>
                  </a:lnTo>
                  <a:lnTo>
                    <a:pt x="4620" y="1"/>
                  </a:lnTo>
                  <a:lnTo>
                    <a:pt x="4620" y="237"/>
                  </a:lnTo>
                  <a:lnTo>
                    <a:pt x="4644" y="256"/>
                  </a:lnTo>
                  <a:cubicBezTo>
                    <a:pt x="5428" y="848"/>
                    <a:pt x="5010" y="2099"/>
                    <a:pt x="4023" y="2099"/>
                  </a:cubicBezTo>
                  <a:cubicBezTo>
                    <a:pt x="3042" y="2099"/>
                    <a:pt x="2623" y="848"/>
                    <a:pt x="3408" y="256"/>
                  </a:cubicBezTo>
                  <a:lnTo>
                    <a:pt x="3427" y="237"/>
                  </a:lnTo>
                  <a:lnTo>
                    <a:pt x="3427" y="1"/>
                  </a:ln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87"/>
            <p:cNvSpPr/>
            <p:nvPr/>
          </p:nvSpPr>
          <p:spPr>
            <a:xfrm>
              <a:off x="1996587" y="3999644"/>
              <a:ext cx="33860" cy="55025"/>
            </a:xfrm>
            <a:custGeom>
              <a:rect b="b" l="l" r="r" t="t"/>
              <a:pathLst>
                <a:path extrusionOk="0" h="2098" w="1291">
                  <a:moveTo>
                    <a:pt x="434" y="1"/>
                  </a:moveTo>
                  <a:lnTo>
                    <a:pt x="434" y="237"/>
                  </a:lnTo>
                  <a:lnTo>
                    <a:pt x="453" y="251"/>
                  </a:lnTo>
                  <a:cubicBezTo>
                    <a:pt x="708" y="448"/>
                    <a:pt x="862" y="751"/>
                    <a:pt x="862" y="1074"/>
                  </a:cubicBezTo>
                  <a:cubicBezTo>
                    <a:pt x="862" y="1574"/>
                    <a:pt x="496" y="2002"/>
                    <a:pt x="1" y="2084"/>
                  </a:cubicBezTo>
                  <a:cubicBezTo>
                    <a:pt x="56" y="2093"/>
                    <a:pt x="111" y="2098"/>
                    <a:pt x="165" y="2098"/>
                  </a:cubicBezTo>
                  <a:cubicBezTo>
                    <a:pt x="568" y="2098"/>
                    <a:pt x="942" y="1855"/>
                    <a:pt x="1108" y="1473"/>
                  </a:cubicBezTo>
                  <a:cubicBezTo>
                    <a:pt x="1290" y="1040"/>
                    <a:pt x="1156" y="535"/>
                    <a:pt x="780" y="251"/>
                  </a:cubicBezTo>
                  <a:lnTo>
                    <a:pt x="761" y="237"/>
                  </a:lnTo>
                  <a:lnTo>
                    <a:pt x="761"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87"/>
            <p:cNvSpPr/>
            <p:nvPr/>
          </p:nvSpPr>
          <p:spPr>
            <a:xfrm>
              <a:off x="1937785" y="3999644"/>
              <a:ext cx="12511" cy="42698"/>
            </a:xfrm>
            <a:custGeom>
              <a:rect b="b" l="l" r="r" t="t"/>
              <a:pathLst>
                <a:path extrusionOk="0" h="1628" w="477">
                  <a:moveTo>
                    <a:pt x="150" y="1"/>
                  </a:moveTo>
                  <a:lnTo>
                    <a:pt x="150" y="1478"/>
                  </a:lnTo>
                  <a:cubicBezTo>
                    <a:pt x="150" y="1560"/>
                    <a:pt x="82" y="1627"/>
                    <a:pt x="1" y="1627"/>
                  </a:cubicBezTo>
                  <a:lnTo>
                    <a:pt x="328" y="1627"/>
                  </a:lnTo>
                  <a:cubicBezTo>
                    <a:pt x="410" y="1627"/>
                    <a:pt x="477" y="1560"/>
                    <a:pt x="477" y="1478"/>
                  </a:cubicBezTo>
                  <a:lnTo>
                    <a:pt x="477"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87"/>
            <p:cNvSpPr/>
            <p:nvPr/>
          </p:nvSpPr>
          <p:spPr>
            <a:xfrm>
              <a:off x="1886667" y="4031064"/>
              <a:ext cx="23395" cy="38161"/>
            </a:xfrm>
            <a:custGeom>
              <a:rect b="b" l="l" r="r" t="t"/>
              <a:pathLst>
                <a:path extrusionOk="0" h="1455" w="892">
                  <a:moveTo>
                    <a:pt x="727" y="1"/>
                  </a:moveTo>
                  <a:cubicBezTo>
                    <a:pt x="328" y="1"/>
                    <a:pt x="1" y="323"/>
                    <a:pt x="1" y="727"/>
                  </a:cubicBezTo>
                  <a:cubicBezTo>
                    <a:pt x="1" y="1127"/>
                    <a:pt x="328" y="1454"/>
                    <a:pt x="727" y="1454"/>
                  </a:cubicBezTo>
                  <a:cubicBezTo>
                    <a:pt x="780" y="1454"/>
                    <a:pt x="838" y="1444"/>
                    <a:pt x="891" y="1435"/>
                  </a:cubicBezTo>
                  <a:cubicBezTo>
                    <a:pt x="564" y="1358"/>
                    <a:pt x="328" y="1064"/>
                    <a:pt x="328" y="727"/>
                  </a:cubicBezTo>
                  <a:cubicBezTo>
                    <a:pt x="328" y="391"/>
                    <a:pt x="564" y="97"/>
                    <a:pt x="891" y="20"/>
                  </a:cubicBezTo>
                  <a:cubicBezTo>
                    <a:pt x="838" y="6"/>
                    <a:pt x="780" y="1"/>
                    <a:pt x="727"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87"/>
            <p:cNvSpPr/>
            <p:nvPr/>
          </p:nvSpPr>
          <p:spPr>
            <a:xfrm>
              <a:off x="1970989" y="4100620"/>
              <a:ext cx="25624" cy="55052"/>
            </a:xfrm>
            <a:custGeom>
              <a:rect b="b" l="l" r="r" t="t"/>
              <a:pathLst>
                <a:path extrusionOk="0" h="2099" w="977">
                  <a:moveTo>
                    <a:pt x="366" y="0"/>
                  </a:moveTo>
                  <a:cubicBezTo>
                    <a:pt x="448" y="0"/>
                    <a:pt x="515" y="68"/>
                    <a:pt x="515" y="149"/>
                  </a:cubicBezTo>
                  <a:lnTo>
                    <a:pt x="515" y="616"/>
                  </a:lnTo>
                  <a:cubicBezTo>
                    <a:pt x="515" y="669"/>
                    <a:pt x="486" y="722"/>
                    <a:pt x="443" y="746"/>
                  </a:cubicBezTo>
                  <a:cubicBezTo>
                    <a:pt x="135" y="929"/>
                    <a:pt x="0" y="1309"/>
                    <a:pt x="135" y="1641"/>
                  </a:cubicBezTo>
                  <a:cubicBezTo>
                    <a:pt x="248" y="1924"/>
                    <a:pt x="517" y="2098"/>
                    <a:pt x="809" y="2098"/>
                  </a:cubicBezTo>
                  <a:cubicBezTo>
                    <a:pt x="864" y="2098"/>
                    <a:pt x="921" y="2092"/>
                    <a:pt x="977" y="2079"/>
                  </a:cubicBezTo>
                  <a:cubicBezTo>
                    <a:pt x="645" y="2002"/>
                    <a:pt x="414" y="1708"/>
                    <a:pt x="414" y="1372"/>
                  </a:cubicBezTo>
                  <a:cubicBezTo>
                    <a:pt x="414" y="1116"/>
                    <a:pt x="549" y="881"/>
                    <a:pt x="770" y="746"/>
                  </a:cubicBezTo>
                  <a:cubicBezTo>
                    <a:pt x="813" y="722"/>
                    <a:pt x="842" y="669"/>
                    <a:pt x="842" y="616"/>
                  </a:cubicBezTo>
                  <a:lnTo>
                    <a:pt x="842" y="149"/>
                  </a:lnTo>
                  <a:cubicBezTo>
                    <a:pt x="842" y="68"/>
                    <a:pt x="775" y="0"/>
                    <a:pt x="6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87"/>
            <p:cNvSpPr/>
            <p:nvPr/>
          </p:nvSpPr>
          <p:spPr>
            <a:xfrm>
              <a:off x="1937785" y="4057843"/>
              <a:ext cx="12511" cy="42803"/>
            </a:xfrm>
            <a:custGeom>
              <a:rect b="b" l="l" r="r" t="t"/>
              <a:pathLst>
                <a:path extrusionOk="0" h="1632" w="477">
                  <a:moveTo>
                    <a:pt x="1" y="0"/>
                  </a:moveTo>
                  <a:cubicBezTo>
                    <a:pt x="82" y="0"/>
                    <a:pt x="150" y="67"/>
                    <a:pt x="150" y="154"/>
                  </a:cubicBezTo>
                  <a:lnTo>
                    <a:pt x="150" y="1631"/>
                  </a:lnTo>
                  <a:lnTo>
                    <a:pt x="477" y="1631"/>
                  </a:lnTo>
                  <a:lnTo>
                    <a:pt x="477" y="154"/>
                  </a:lnTo>
                  <a:cubicBezTo>
                    <a:pt x="477" y="67"/>
                    <a:pt x="410" y="0"/>
                    <a:pt x="32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87"/>
            <p:cNvSpPr/>
            <p:nvPr/>
          </p:nvSpPr>
          <p:spPr>
            <a:xfrm>
              <a:off x="1776118" y="3942730"/>
              <a:ext cx="159542" cy="162584"/>
            </a:xfrm>
            <a:custGeom>
              <a:rect b="b" l="l" r="r" t="t"/>
              <a:pathLst>
                <a:path extrusionOk="0" h="6199" w="6083">
                  <a:moveTo>
                    <a:pt x="4091" y="1"/>
                  </a:moveTo>
                  <a:cubicBezTo>
                    <a:pt x="3282" y="1"/>
                    <a:pt x="2989" y="1069"/>
                    <a:pt x="3687" y="1483"/>
                  </a:cubicBezTo>
                  <a:cubicBezTo>
                    <a:pt x="3711" y="1497"/>
                    <a:pt x="3725" y="1521"/>
                    <a:pt x="3725" y="1550"/>
                  </a:cubicBezTo>
                  <a:lnTo>
                    <a:pt x="3725" y="2022"/>
                  </a:lnTo>
                  <a:cubicBezTo>
                    <a:pt x="3725" y="2065"/>
                    <a:pt x="3691" y="2103"/>
                    <a:pt x="3643" y="2103"/>
                  </a:cubicBezTo>
                  <a:lnTo>
                    <a:pt x="2099" y="2103"/>
                  </a:lnTo>
                  <a:lnTo>
                    <a:pt x="2099" y="3648"/>
                  </a:lnTo>
                  <a:cubicBezTo>
                    <a:pt x="2099" y="3691"/>
                    <a:pt x="2060" y="3730"/>
                    <a:pt x="2017" y="3730"/>
                  </a:cubicBezTo>
                  <a:lnTo>
                    <a:pt x="1545" y="3730"/>
                  </a:lnTo>
                  <a:cubicBezTo>
                    <a:pt x="1516" y="3730"/>
                    <a:pt x="1492" y="3715"/>
                    <a:pt x="1478" y="3691"/>
                  </a:cubicBezTo>
                  <a:cubicBezTo>
                    <a:pt x="1317" y="3420"/>
                    <a:pt x="1059" y="3299"/>
                    <a:pt x="803" y="3299"/>
                  </a:cubicBezTo>
                  <a:cubicBezTo>
                    <a:pt x="399" y="3299"/>
                    <a:pt x="1" y="3601"/>
                    <a:pt x="1" y="4095"/>
                  </a:cubicBezTo>
                  <a:cubicBezTo>
                    <a:pt x="1" y="4590"/>
                    <a:pt x="398" y="4890"/>
                    <a:pt x="802" y="4890"/>
                  </a:cubicBezTo>
                  <a:cubicBezTo>
                    <a:pt x="1058" y="4890"/>
                    <a:pt x="1317" y="4769"/>
                    <a:pt x="1478" y="4500"/>
                  </a:cubicBezTo>
                  <a:cubicBezTo>
                    <a:pt x="1492" y="4476"/>
                    <a:pt x="1516" y="4461"/>
                    <a:pt x="1545" y="4461"/>
                  </a:cubicBezTo>
                  <a:lnTo>
                    <a:pt x="2017" y="4461"/>
                  </a:lnTo>
                  <a:cubicBezTo>
                    <a:pt x="2060" y="4461"/>
                    <a:pt x="2099" y="4495"/>
                    <a:pt x="2099" y="4543"/>
                  </a:cubicBezTo>
                  <a:lnTo>
                    <a:pt x="2099" y="6198"/>
                  </a:lnTo>
                  <a:lnTo>
                    <a:pt x="6083" y="6198"/>
                  </a:lnTo>
                  <a:lnTo>
                    <a:pt x="6083" y="4625"/>
                  </a:lnTo>
                  <a:lnTo>
                    <a:pt x="5746" y="4625"/>
                  </a:lnTo>
                  <a:lnTo>
                    <a:pt x="5707" y="4673"/>
                  </a:lnTo>
                  <a:cubicBezTo>
                    <a:pt x="5514" y="4929"/>
                    <a:pt x="5230" y="5053"/>
                    <a:pt x="4947" y="5053"/>
                  </a:cubicBezTo>
                  <a:cubicBezTo>
                    <a:pt x="4602" y="5053"/>
                    <a:pt x="4260" y="4870"/>
                    <a:pt x="4086" y="4519"/>
                  </a:cubicBezTo>
                  <a:cubicBezTo>
                    <a:pt x="3768" y="3884"/>
                    <a:pt x="4230" y="3138"/>
                    <a:pt x="4942" y="3138"/>
                  </a:cubicBezTo>
                  <a:cubicBezTo>
                    <a:pt x="5246" y="3138"/>
                    <a:pt x="5525" y="3277"/>
                    <a:pt x="5707" y="3518"/>
                  </a:cubicBezTo>
                  <a:lnTo>
                    <a:pt x="5746" y="3566"/>
                  </a:lnTo>
                  <a:lnTo>
                    <a:pt x="6083" y="3566"/>
                  </a:lnTo>
                  <a:lnTo>
                    <a:pt x="6083" y="2103"/>
                  </a:lnTo>
                  <a:lnTo>
                    <a:pt x="4538" y="2103"/>
                  </a:lnTo>
                  <a:cubicBezTo>
                    <a:pt x="4490" y="2103"/>
                    <a:pt x="4456" y="2065"/>
                    <a:pt x="4456" y="2022"/>
                  </a:cubicBezTo>
                  <a:lnTo>
                    <a:pt x="4456" y="1550"/>
                  </a:lnTo>
                  <a:cubicBezTo>
                    <a:pt x="4456" y="1521"/>
                    <a:pt x="4471" y="1497"/>
                    <a:pt x="4495" y="1483"/>
                  </a:cubicBezTo>
                  <a:cubicBezTo>
                    <a:pt x="5193" y="1069"/>
                    <a:pt x="4899" y="1"/>
                    <a:pt x="4091"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87"/>
            <p:cNvSpPr/>
            <p:nvPr/>
          </p:nvSpPr>
          <p:spPr>
            <a:xfrm>
              <a:off x="1910666" y="4064006"/>
              <a:ext cx="24995" cy="11252"/>
            </a:xfrm>
            <a:custGeom>
              <a:rect b="b" l="l" r="r" t="t"/>
              <a:pathLst>
                <a:path extrusionOk="0" h="429" w="953">
                  <a:moveTo>
                    <a:pt x="616" y="1"/>
                  </a:moveTo>
                  <a:lnTo>
                    <a:pt x="577" y="49"/>
                  </a:lnTo>
                  <a:cubicBezTo>
                    <a:pt x="438" y="232"/>
                    <a:pt x="231" y="362"/>
                    <a:pt x="0" y="410"/>
                  </a:cubicBezTo>
                  <a:cubicBezTo>
                    <a:pt x="63" y="422"/>
                    <a:pt x="127" y="429"/>
                    <a:pt x="190" y="429"/>
                  </a:cubicBezTo>
                  <a:cubicBezTo>
                    <a:pt x="486" y="429"/>
                    <a:pt x="770" y="292"/>
                    <a:pt x="953" y="54"/>
                  </a:cubicBezTo>
                  <a:lnTo>
                    <a:pt x="953"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87"/>
            <p:cNvSpPr/>
            <p:nvPr/>
          </p:nvSpPr>
          <p:spPr>
            <a:xfrm>
              <a:off x="1860178" y="3942861"/>
              <a:ext cx="28299" cy="55052"/>
            </a:xfrm>
            <a:custGeom>
              <a:rect b="b" l="l" r="r" t="t"/>
              <a:pathLst>
                <a:path extrusionOk="0" h="2099" w="1079">
                  <a:moveTo>
                    <a:pt x="885" y="1"/>
                  </a:moveTo>
                  <a:cubicBezTo>
                    <a:pt x="568" y="1"/>
                    <a:pt x="274" y="191"/>
                    <a:pt x="150" y="491"/>
                  </a:cubicBezTo>
                  <a:cubicBezTo>
                    <a:pt x="0" y="857"/>
                    <a:pt x="140" y="1276"/>
                    <a:pt x="482" y="1478"/>
                  </a:cubicBezTo>
                  <a:cubicBezTo>
                    <a:pt x="506" y="1492"/>
                    <a:pt x="520" y="1521"/>
                    <a:pt x="520" y="1550"/>
                  </a:cubicBezTo>
                  <a:lnTo>
                    <a:pt x="520" y="2017"/>
                  </a:lnTo>
                  <a:cubicBezTo>
                    <a:pt x="520" y="2060"/>
                    <a:pt x="486" y="2098"/>
                    <a:pt x="438" y="2098"/>
                  </a:cubicBezTo>
                  <a:lnTo>
                    <a:pt x="818" y="2098"/>
                  </a:lnTo>
                  <a:cubicBezTo>
                    <a:pt x="866" y="2098"/>
                    <a:pt x="900" y="2060"/>
                    <a:pt x="900" y="2017"/>
                  </a:cubicBezTo>
                  <a:lnTo>
                    <a:pt x="900" y="1550"/>
                  </a:lnTo>
                  <a:cubicBezTo>
                    <a:pt x="900" y="1521"/>
                    <a:pt x="886" y="1492"/>
                    <a:pt x="862" y="1478"/>
                  </a:cubicBezTo>
                  <a:cubicBezTo>
                    <a:pt x="251" y="1117"/>
                    <a:pt x="385" y="193"/>
                    <a:pt x="1078" y="25"/>
                  </a:cubicBezTo>
                  <a:cubicBezTo>
                    <a:pt x="1014" y="8"/>
                    <a:pt x="949" y="1"/>
                    <a:pt x="885"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87"/>
            <p:cNvSpPr/>
            <p:nvPr/>
          </p:nvSpPr>
          <p:spPr>
            <a:xfrm>
              <a:off x="1910666" y="4024980"/>
              <a:ext cx="24995" cy="11304"/>
            </a:xfrm>
            <a:custGeom>
              <a:rect b="b" l="l" r="r" t="t"/>
              <a:pathLst>
                <a:path extrusionOk="0" h="431" w="953">
                  <a:moveTo>
                    <a:pt x="198" y="0"/>
                  </a:moveTo>
                  <a:cubicBezTo>
                    <a:pt x="132" y="0"/>
                    <a:pt x="66" y="7"/>
                    <a:pt x="0" y="21"/>
                  </a:cubicBezTo>
                  <a:cubicBezTo>
                    <a:pt x="231" y="65"/>
                    <a:pt x="433" y="194"/>
                    <a:pt x="577" y="382"/>
                  </a:cubicBezTo>
                  <a:lnTo>
                    <a:pt x="616" y="430"/>
                  </a:lnTo>
                  <a:lnTo>
                    <a:pt x="953" y="430"/>
                  </a:lnTo>
                  <a:lnTo>
                    <a:pt x="953" y="372"/>
                  </a:lnTo>
                  <a:cubicBezTo>
                    <a:pt x="772" y="137"/>
                    <a:pt x="492" y="0"/>
                    <a:pt x="198"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87"/>
            <p:cNvSpPr/>
            <p:nvPr/>
          </p:nvSpPr>
          <p:spPr>
            <a:xfrm>
              <a:off x="1828993" y="4059731"/>
              <a:ext cx="12143" cy="42672"/>
            </a:xfrm>
            <a:custGeom>
              <a:rect b="b" l="l" r="r" t="t"/>
              <a:pathLst>
                <a:path extrusionOk="0" h="1627" w="463">
                  <a:moveTo>
                    <a:pt x="1" y="0"/>
                  </a:moveTo>
                  <a:cubicBezTo>
                    <a:pt x="44" y="0"/>
                    <a:pt x="83" y="34"/>
                    <a:pt x="83" y="82"/>
                  </a:cubicBezTo>
                  <a:lnTo>
                    <a:pt x="83" y="1627"/>
                  </a:lnTo>
                  <a:lnTo>
                    <a:pt x="463" y="1627"/>
                  </a:lnTo>
                  <a:lnTo>
                    <a:pt x="463" y="82"/>
                  </a:lnTo>
                  <a:cubicBezTo>
                    <a:pt x="463" y="34"/>
                    <a:pt x="429" y="0"/>
                    <a:pt x="38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87"/>
            <p:cNvSpPr/>
            <p:nvPr/>
          </p:nvSpPr>
          <p:spPr>
            <a:xfrm>
              <a:off x="1775987" y="4029307"/>
              <a:ext cx="25913" cy="41675"/>
            </a:xfrm>
            <a:custGeom>
              <a:rect b="b" l="l" r="r" t="t"/>
              <a:pathLst>
                <a:path extrusionOk="0" h="1589" w="988">
                  <a:moveTo>
                    <a:pt x="800" y="1"/>
                  </a:moveTo>
                  <a:cubicBezTo>
                    <a:pt x="357" y="1"/>
                    <a:pt x="1" y="357"/>
                    <a:pt x="1" y="794"/>
                  </a:cubicBezTo>
                  <a:cubicBezTo>
                    <a:pt x="1" y="1232"/>
                    <a:pt x="357" y="1588"/>
                    <a:pt x="800" y="1588"/>
                  </a:cubicBezTo>
                  <a:cubicBezTo>
                    <a:pt x="862" y="1588"/>
                    <a:pt x="925" y="1579"/>
                    <a:pt x="987" y="1564"/>
                  </a:cubicBezTo>
                  <a:cubicBezTo>
                    <a:pt x="631" y="1478"/>
                    <a:pt x="386" y="1155"/>
                    <a:pt x="386" y="794"/>
                  </a:cubicBezTo>
                  <a:cubicBezTo>
                    <a:pt x="386" y="429"/>
                    <a:pt x="631" y="111"/>
                    <a:pt x="987" y="25"/>
                  </a:cubicBezTo>
                  <a:cubicBezTo>
                    <a:pt x="925" y="5"/>
                    <a:pt x="862" y="1"/>
                    <a:pt x="800"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87"/>
            <p:cNvSpPr/>
            <p:nvPr/>
          </p:nvSpPr>
          <p:spPr>
            <a:xfrm>
              <a:off x="1828993" y="3997887"/>
              <a:ext cx="12143" cy="42672"/>
            </a:xfrm>
            <a:custGeom>
              <a:rect b="b" l="l" r="r" t="t"/>
              <a:pathLst>
                <a:path extrusionOk="0" h="1627" w="463">
                  <a:moveTo>
                    <a:pt x="83" y="0"/>
                  </a:moveTo>
                  <a:lnTo>
                    <a:pt x="83" y="1545"/>
                  </a:lnTo>
                  <a:cubicBezTo>
                    <a:pt x="83" y="1588"/>
                    <a:pt x="44" y="1627"/>
                    <a:pt x="1" y="1627"/>
                  </a:cubicBezTo>
                  <a:lnTo>
                    <a:pt x="381" y="1627"/>
                  </a:lnTo>
                  <a:cubicBezTo>
                    <a:pt x="429" y="1627"/>
                    <a:pt x="463" y="1588"/>
                    <a:pt x="463" y="1545"/>
                  </a:cubicBezTo>
                  <a:lnTo>
                    <a:pt x="463"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87"/>
            <p:cNvSpPr/>
            <p:nvPr/>
          </p:nvSpPr>
          <p:spPr>
            <a:xfrm>
              <a:off x="1832927" y="3835722"/>
              <a:ext cx="160801" cy="156001"/>
            </a:xfrm>
            <a:custGeom>
              <a:rect b="b" l="l" r="r" t="t"/>
              <a:pathLst>
                <a:path extrusionOk="0" h="5948" w="6131">
                  <a:moveTo>
                    <a:pt x="1925" y="0"/>
                  </a:moveTo>
                  <a:cubicBezTo>
                    <a:pt x="1184" y="0"/>
                    <a:pt x="919" y="977"/>
                    <a:pt x="1554" y="1352"/>
                  </a:cubicBezTo>
                  <a:cubicBezTo>
                    <a:pt x="1598" y="1381"/>
                    <a:pt x="1626" y="1429"/>
                    <a:pt x="1626" y="1482"/>
                  </a:cubicBezTo>
                  <a:lnTo>
                    <a:pt x="1626" y="1949"/>
                  </a:lnTo>
                  <a:cubicBezTo>
                    <a:pt x="1626" y="2031"/>
                    <a:pt x="1559" y="2098"/>
                    <a:pt x="1477" y="2098"/>
                  </a:cubicBezTo>
                  <a:lnTo>
                    <a:pt x="0" y="2098"/>
                  </a:lnTo>
                  <a:lnTo>
                    <a:pt x="0" y="5948"/>
                  </a:lnTo>
                  <a:lnTo>
                    <a:pt x="1328" y="5948"/>
                  </a:lnTo>
                  <a:lnTo>
                    <a:pt x="1328" y="5712"/>
                  </a:lnTo>
                  <a:lnTo>
                    <a:pt x="1309" y="5697"/>
                  </a:lnTo>
                  <a:cubicBezTo>
                    <a:pt x="520" y="5101"/>
                    <a:pt x="938" y="3850"/>
                    <a:pt x="1925" y="3850"/>
                  </a:cubicBezTo>
                  <a:cubicBezTo>
                    <a:pt x="2911" y="3850"/>
                    <a:pt x="3330" y="5101"/>
                    <a:pt x="2545" y="5697"/>
                  </a:cubicBezTo>
                  <a:lnTo>
                    <a:pt x="2521" y="5712"/>
                  </a:lnTo>
                  <a:lnTo>
                    <a:pt x="2521" y="5948"/>
                  </a:lnTo>
                  <a:lnTo>
                    <a:pt x="3849" y="5948"/>
                  </a:lnTo>
                  <a:lnTo>
                    <a:pt x="3849" y="4470"/>
                  </a:lnTo>
                  <a:cubicBezTo>
                    <a:pt x="3849" y="4389"/>
                    <a:pt x="3917" y="4321"/>
                    <a:pt x="3999" y="4321"/>
                  </a:cubicBezTo>
                  <a:lnTo>
                    <a:pt x="4470" y="4321"/>
                  </a:lnTo>
                  <a:cubicBezTo>
                    <a:pt x="4518" y="4321"/>
                    <a:pt x="4571" y="4350"/>
                    <a:pt x="4595" y="4393"/>
                  </a:cubicBezTo>
                  <a:cubicBezTo>
                    <a:pt x="4736" y="4632"/>
                    <a:pt x="4979" y="4751"/>
                    <a:pt x="5221" y="4751"/>
                  </a:cubicBezTo>
                  <a:cubicBezTo>
                    <a:pt x="5467" y="4751"/>
                    <a:pt x="5713" y="4629"/>
                    <a:pt x="5851" y="4384"/>
                  </a:cubicBezTo>
                  <a:cubicBezTo>
                    <a:pt x="6130" y="3898"/>
                    <a:pt x="5779" y="3296"/>
                    <a:pt x="5221" y="3296"/>
                  </a:cubicBezTo>
                  <a:cubicBezTo>
                    <a:pt x="4966" y="3301"/>
                    <a:pt x="4730" y="3436"/>
                    <a:pt x="4595" y="3657"/>
                  </a:cubicBezTo>
                  <a:cubicBezTo>
                    <a:pt x="4571" y="3701"/>
                    <a:pt x="4523" y="3729"/>
                    <a:pt x="4470" y="3729"/>
                  </a:cubicBezTo>
                  <a:lnTo>
                    <a:pt x="3999" y="3729"/>
                  </a:lnTo>
                  <a:cubicBezTo>
                    <a:pt x="3917" y="3729"/>
                    <a:pt x="3849" y="3662"/>
                    <a:pt x="3849" y="3580"/>
                  </a:cubicBezTo>
                  <a:lnTo>
                    <a:pt x="3849" y="2098"/>
                  </a:lnTo>
                  <a:lnTo>
                    <a:pt x="2372" y="2098"/>
                  </a:lnTo>
                  <a:cubicBezTo>
                    <a:pt x="2290" y="2098"/>
                    <a:pt x="2223" y="2031"/>
                    <a:pt x="2223" y="1949"/>
                  </a:cubicBezTo>
                  <a:lnTo>
                    <a:pt x="2223" y="1482"/>
                  </a:lnTo>
                  <a:cubicBezTo>
                    <a:pt x="2223" y="1429"/>
                    <a:pt x="2247" y="1381"/>
                    <a:pt x="2295" y="1352"/>
                  </a:cubicBezTo>
                  <a:cubicBezTo>
                    <a:pt x="2930" y="977"/>
                    <a:pt x="2666" y="0"/>
                    <a:pt x="1925"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87"/>
            <p:cNvSpPr/>
            <p:nvPr/>
          </p:nvSpPr>
          <p:spPr>
            <a:xfrm>
              <a:off x="1840743" y="3835722"/>
              <a:ext cx="160801" cy="156001"/>
            </a:xfrm>
            <a:custGeom>
              <a:rect b="b" l="l" r="r" t="t"/>
              <a:pathLst>
                <a:path extrusionOk="0" h="5948" w="6131">
                  <a:moveTo>
                    <a:pt x="1925" y="0"/>
                  </a:moveTo>
                  <a:cubicBezTo>
                    <a:pt x="1189" y="0"/>
                    <a:pt x="919" y="977"/>
                    <a:pt x="1555" y="1352"/>
                  </a:cubicBezTo>
                  <a:cubicBezTo>
                    <a:pt x="1603" y="1381"/>
                    <a:pt x="1632" y="1429"/>
                    <a:pt x="1632" y="1482"/>
                  </a:cubicBezTo>
                  <a:lnTo>
                    <a:pt x="1632" y="1949"/>
                  </a:lnTo>
                  <a:cubicBezTo>
                    <a:pt x="1632" y="2031"/>
                    <a:pt x="1564" y="2098"/>
                    <a:pt x="1482" y="2098"/>
                  </a:cubicBezTo>
                  <a:lnTo>
                    <a:pt x="0" y="2098"/>
                  </a:lnTo>
                  <a:lnTo>
                    <a:pt x="0" y="5948"/>
                  </a:lnTo>
                  <a:lnTo>
                    <a:pt x="1328" y="5948"/>
                  </a:lnTo>
                  <a:lnTo>
                    <a:pt x="1328" y="5712"/>
                  </a:lnTo>
                  <a:lnTo>
                    <a:pt x="1309" y="5697"/>
                  </a:lnTo>
                  <a:cubicBezTo>
                    <a:pt x="525" y="5101"/>
                    <a:pt x="943" y="3850"/>
                    <a:pt x="1925" y="3850"/>
                  </a:cubicBezTo>
                  <a:cubicBezTo>
                    <a:pt x="2911" y="3850"/>
                    <a:pt x="3330" y="5101"/>
                    <a:pt x="2546" y="5697"/>
                  </a:cubicBezTo>
                  <a:lnTo>
                    <a:pt x="2522" y="5712"/>
                  </a:lnTo>
                  <a:lnTo>
                    <a:pt x="2522" y="5948"/>
                  </a:lnTo>
                  <a:lnTo>
                    <a:pt x="3855" y="5948"/>
                  </a:lnTo>
                  <a:lnTo>
                    <a:pt x="3855" y="4470"/>
                  </a:lnTo>
                  <a:cubicBezTo>
                    <a:pt x="3855" y="4389"/>
                    <a:pt x="3917" y="4321"/>
                    <a:pt x="4004" y="4321"/>
                  </a:cubicBezTo>
                  <a:lnTo>
                    <a:pt x="4470" y="4321"/>
                  </a:lnTo>
                  <a:cubicBezTo>
                    <a:pt x="4523" y="4321"/>
                    <a:pt x="4572" y="4350"/>
                    <a:pt x="4600" y="4393"/>
                  </a:cubicBezTo>
                  <a:cubicBezTo>
                    <a:pt x="4741" y="4632"/>
                    <a:pt x="4984" y="4751"/>
                    <a:pt x="5226" y="4751"/>
                  </a:cubicBezTo>
                  <a:cubicBezTo>
                    <a:pt x="5473" y="4751"/>
                    <a:pt x="5718" y="4629"/>
                    <a:pt x="5856" y="4384"/>
                  </a:cubicBezTo>
                  <a:cubicBezTo>
                    <a:pt x="6131" y="3898"/>
                    <a:pt x="5784" y="3296"/>
                    <a:pt x="5226" y="3296"/>
                  </a:cubicBezTo>
                  <a:cubicBezTo>
                    <a:pt x="4966" y="3301"/>
                    <a:pt x="4730" y="3436"/>
                    <a:pt x="4600" y="3657"/>
                  </a:cubicBezTo>
                  <a:cubicBezTo>
                    <a:pt x="4572" y="3701"/>
                    <a:pt x="4523" y="3729"/>
                    <a:pt x="4470" y="3729"/>
                  </a:cubicBezTo>
                  <a:lnTo>
                    <a:pt x="4004" y="3729"/>
                  </a:lnTo>
                  <a:cubicBezTo>
                    <a:pt x="3917" y="3729"/>
                    <a:pt x="3855" y="3662"/>
                    <a:pt x="3855" y="3580"/>
                  </a:cubicBezTo>
                  <a:lnTo>
                    <a:pt x="3855" y="2098"/>
                  </a:lnTo>
                  <a:lnTo>
                    <a:pt x="2373" y="2098"/>
                  </a:lnTo>
                  <a:cubicBezTo>
                    <a:pt x="2291" y="2098"/>
                    <a:pt x="2223" y="2031"/>
                    <a:pt x="2223" y="1949"/>
                  </a:cubicBezTo>
                  <a:lnTo>
                    <a:pt x="2223" y="1482"/>
                  </a:lnTo>
                  <a:cubicBezTo>
                    <a:pt x="2223" y="1429"/>
                    <a:pt x="2252" y="1381"/>
                    <a:pt x="2296" y="1352"/>
                  </a:cubicBezTo>
                  <a:cubicBezTo>
                    <a:pt x="2931" y="977"/>
                    <a:pt x="2666" y="0"/>
                    <a:pt x="1925"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87"/>
            <p:cNvSpPr/>
            <p:nvPr/>
          </p:nvSpPr>
          <p:spPr>
            <a:xfrm>
              <a:off x="1950164" y="3922220"/>
              <a:ext cx="23736" cy="11330"/>
            </a:xfrm>
            <a:custGeom>
              <a:rect b="b" l="l" r="r" t="t"/>
              <a:pathLst>
                <a:path extrusionOk="0" h="432" w="905">
                  <a:moveTo>
                    <a:pt x="750" y="1"/>
                  </a:moveTo>
                  <a:cubicBezTo>
                    <a:pt x="496" y="1"/>
                    <a:pt x="258" y="134"/>
                    <a:pt x="130" y="354"/>
                  </a:cubicBezTo>
                  <a:cubicBezTo>
                    <a:pt x="101" y="403"/>
                    <a:pt x="53" y="431"/>
                    <a:pt x="0" y="431"/>
                  </a:cubicBezTo>
                  <a:lnTo>
                    <a:pt x="298" y="431"/>
                  </a:lnTo>
                  <a:cubicBezTo>
                    <a:pt x="351" y="431"/>
                    <a:pt x="400" y="403"/>
                    <a:pt x="428" y="354"/>
                  </a:cubicBezTo>
                  <a:cubicBezTo>
                    <a:pt x="529" y="181"/>
                    <a:pt x="703" y="56"/>
                    <a:pt x="905" y="18"/>
                  </a:cubicBezTo>
                  <a:cubicBezTo>
                    <a:pt x="853" y="6"/>
                    <a:pt x="801" y="1"/>
                    <a:pt x="75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87"/>
            <p:cNvSpPr/>
            <p:nvPr/>
          </p:nvSpPr>
          <p:spPr>
            <a:xfrm>
              <a:off x="1862328" y="3835696"/>
              <a:ext cx="24995" cy="55078"/>
            </a:xfrm>
            <a:custGeom>
              <a:rect b="b" l="l" r="r" t="t"/>
              <a:pathLst>
                <a:path extrusionOk="0" h="2100" w="953">
                  <a:moveTo>
                    <a:pt x="806" y="1"/>
                  </a:moveTo>
                  <a:cubicBezTo>
                    <a:pt x="512" y="1"/>
                    <a:pt x="237" y="182"/>
                    <a:pt x="125" y="463"/>
                  </a:cubicBezTo>
                  <a:cubicBezTo>
                    <a:pt x="0" y="795"/>
                    <a:pt x="130" y="1171"/>
                    <a:pt x="433" y="1353"/>
                  </a:cubicBezTo>
                  <a:cubicBezTo>
                    <a:pt x="477" y="1382"/>
                    <a:pt x="505" y="1430"/>
                    <a:pt x="505" y="1483"/>
                  </a:cubicBezTo>
                  <a:lnTo>
                    <a:pt x="505" y="1950"/>
                  </a:lnTo>
                  <a:cubicBezTo>
                    <a:pt x="505" y="2032"/>
                    <a:pt x="438" y="2099"/>
                    <a:pt x="356" y="2099"/>
                  </a:cubicBezTo>
                  <a:lnTo>
                    <a:pt x="659" y="2099"/>
                  </a:lnTo>
                  <a:cubicBezTo>
                    <a:pt x="741" y="2099"/>
                    <a:pt x="809" y="2032"/>
                    <a:pt x="809" y="1950"/>
                  </a:cubicBezTo>
                  <a:lnTo>
                    <a:pt x="809" y="1483"/>
                  </a:lnTo>
                  <a:cubicBezTo>
                    <a:pt x="809" y="1430"/>
                    <a:pt x="780" y="1382"/>
                    <a:pt x="736" y="1353"/>
                  </a:cubicBezTo>
                  <a:cubicBezTo>
                    <a:pt x="164" y="1017"/>
                    <a:pt x="308" y="155"/>
                    <a:pt x="953" y="16"/>
                  </a:cubicBezTo>
                  <a:cubicBezTo>
                    <a:pt x="904" y="6"/>
                    <a:pt x="855" y="1"/>
                    <a:pt x="806"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87"/>
            <p:cNvSpPr/>
            <p:nvPr/>
          </p:nvSpPr>
          <p:spPr>
            <a:xfrm>
              <a:off x="1950164" y="3949051"/>
              <a:ext cx="23736" cy="11278"/>
            </a:xfrm>
            <a:custGeom>
              <a:rect b="b" l="l" r="r" t="t"/>
              <a:pathLst>
                <a:path extrusionOk="0" h="430" w="905">
                  <a:moveTo>
                    <a:pt x="0" y="0"/>
                  </a:moveTo>
                  <a:cubicBezTo>
                    <a:pt x="48" y="0"/>
                    <a:pt x="101" y="29"/>
                    <a:pt x="125" y="72"/>
                  </a:cubicBezTo>
                  <a:cubicBezTo>
                    <a:pt x="258" y="298"/>
                    <a:pt x="499" y="429"/>
                    <a:pt x="755" y="429"/>
                  </a:cubicBezTo>
                  <a:cubicBezTo>
                    <a:pt x="804" y="429"/>
                    <a:pt x="855" y="424"/>
                    <a:pt x="905" y="414"/>
                  </a:cubicBezTo>
                  <a:cubicBezTo>
                    <a:pt x="703" y="371"/>
                    <a:pt x="529" y="251"/>
                    <a:pt x="428" y="72"/>
                  </a:cubicBezTo>
                  <a:cubicBezTo>
                    <a:pt x="400" y="29"/>
                    <a:pt x="351" y="0"/>
                    <a:pt x="29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87"/>
            <p:cNvSpPr/>
            <p:nvPr/>
          </p:nvSpPr>
          <p:spPr>
            <a:xfrm>
              <a:off x="1832927" y="3890747"/>
              <a:ext cx="7842" cy="100976"/>
            </a:xfrm>
            <a:custGeom>
              <a:rect b="b" l="l" r="r" t="t"/>
              <a:pathLst>
                <a:path extrusionOk="0" h="3850" w="299">
                  <a:moveTo>
                    <a:pt x="0" y="0"/>
                  </a:moveTo>
                  <a:lnTo>
                    <a:pt x="0" y="3850"/>
                  </a:lnTo>
                  <a:lnTo>
                    <a:pt x="298" y="3850"/>
                  </a:lnTo>
                  <a:lnTo>
                    <a:pt x="298"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87"/>
            <p:cNvSpPr/>
            <p:nvPr/>
          </p:nvSpPr>
          <p:spPr>
            <a:xfrm>
              <a:off x="1887297" y="3936645"/>
              <a:ext cx="33597" cy="55078"/>
            </a:xfrm>
            <a:custGeom>
              <a:rect b="b" l="l" r="r" t="t"/>
              <a:pathLst>
                <a:path extrusionOk="0" h="2100" w="1281">
                  <a:moveTo>
                    <a:pt x="150" y="1"/>
                  </a:moveTo>
                  <a:cubicBezTo>
                    <a:pt x="101" y="1"/>
                    <a:pt x="51" y="4"/>
                    <a:pt x="1" y="11"/>
                  </a:cubicBezTo>
                  <a:cubicBezTo>
                    <a:pt x="901" y="146"/>
                    <a:pt x="1199" y="1301"/>
                    <a:pt x="468" y="1849"/>
                  </a:cubicBezTo>
                  <a:lnTo>
                    <a:pt x="448" y="1864"/>
                  </a:lnTo>
                  <a:lnTo>
                    <a:pt x="448" y="2100"/>
                  </a:lnTo>
                  <a:lnTo>
                    <a:pt x="747" y="2100"/>
                  </a:lnTo>
                  <a:lnTo>
                    <a:pt x="747" y="1864"/>
                  </a:lnTo>
                  <a:lnTo>
                    <a:pt x="771" y="1849"/>
                  </a:lnTo>
                  <a:cubicBezTo>
                    <a:pt x="1146" y="1566"/>
                    <a:pt x="1281" y="1065"/>
                    <a:pt x="1098" y="632"/>
                  </a:cubicBezTo>
                  <a:cubicBezTo>
                    <a:pt x="935" y="245"/>
                    <a:pt x="560" y="1"/>
                    <a:pt x="15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87"/>
            <p:cNvSpPr/>
            <p:nvPr/>
          </p:nvSpPr>
          <p:spPr>
            <a:xfrm>
              <a:off x="1941824" y="3887207"/>
              <a:ext cx="160643" cy="159673"/>
            </a:xfrm>
            <a:custGeom>
              <a:rect b="b" l="l" r="r" t="t"/>
              <a:pathLst>
                <a:path extrusionOk="0" h="6088" w="6125">
                  <a:moveTo>
                    <a:pt x="1" y="1"/>
                  </a:moveTo>
                  <a:lnTo>
                    <a:pt x="1" y="1463"/>
                  </a:lnTo>
                  <a:lnTo>
                    <a:pt x="236" y="1463"/>
                  </a:lnTo>
                  <a:lnTo>
                    <a:pt x="251" y="1444"/>
                  </a:lnTo>
                  <a:cubicBezTo>
                    <a:pt x="466" y="1161"/>
                    <a:pt x="766" y="1035"/>
                    <a:pt x="1062" y="1035"/>
                  </a:cubicBezTo>
                  <a:cubicBezTo>
                    <a:pt x="1587" y="1035"/>
                    <a:pt x="2098" y="1432"/>
                    <a:pt x="2098" y="2060"/>
                  </a:cubicBezTo>
                  <a:cubicBezTo>
                    <a:pt x="2098" y="2691"/>
                    <a:pt x="1586" y="3090"/>
                    <a:pt x="1061" y="3090"/>
                  </a:cubicBezTo>
                  <a:cubicBezTo>
                    <a:pt x="766" y="3090"/>
                    <a:pt x="466" y="2963"/>
                    <a:pt x="251" y="2681"/>
                  </a:cubicBezTo>
                  <a:lnTo>
                    <a:pt x="236" y="2657"/>
                  </a:lnTo>
                  <a:lnTo>
                    <a:pt x="1" y="2657"/>
                  </a:lnTo>
                  <a:lnTo>
                    <a:pt x="1" y="3989"/>
                  </a:lnTo>
                  <a:lnTo>
                    <a:pt x="1478" y="3989"/>
                  </a:lnTo>
                  <a:cubicBezTo>
                    <a:pt x="1560" y="3989"/>
                    <a:pt x="1627" y="4052"/>
                    <a:pt x="1627" y="4139"/>
                  </a:cubicBezTo>
                  <a:lnTo>
                    <a:pt x="1627" y="4605"/>
                  </a:lnTo>
                  <a:cubicBezTo>
                    <a:pt x="1627" y="4658"/>
                    <a:pt x="1598" y="4706"/>
                    <a:pt x="1555" y="4735"/>
                  </a:cubicBezTo>
                  <a:cubicBezTo>
                    <a:pt x="920" y="5111"/>
                    <a:pt x="1184" y="6087"/>
                    <a:pt x="1925" y="6087"/>
                  </a:cubicBezTo>
                  <a:cubicBezTo>
                    <a:pt x="2661" y="6087"/>
                    <a:pt x="2931" y="5111"/>
                    <a:pt x="2296" y="4735"/>
                  </a:cubicBezTo>
                  <a:cubicBezTo>
                    <a:pt x="2248" y="4706"/>
                    <a:pt x="2224" y="4658"/>
                    <a:pt x="2219" y="4605"/>
                  </a:cubicBezTo>
                  <a:lnTo>
                    <a:pt x="2219" y="4139"/>
                  </a:lnTo>
                  <a:cubicBezTo>
                    <a:pt x="2224" y="4052"/>
                    <a:pt x="2286" y="3989"/>
                    <a:pt x="2373" y="3989"/>
                  </a:cubicBezTo>
                  <a:lnTo>
                    <a:pt x="3850" y="3989"/>
                  </a:lnTo>
                  <a:lnTo>
                    <a:pt x="3850" y="2507"/>
                  </a:lnTo>
                  <a:cubicBezTo>
                    <a:pt x="3850" y="2426"/>
                    <a:pt x="3913" y="2358"/>
                    <a:pt x="3999" y="2358"/>
                  </a:cubicBezTo>
                  <a:lnTo>
                    <a:pt x="4466" y="2358"/>
                  </a:lnTo>
                  <a:cubicBezTo>
                    <a:pt x="4519" y="2358"/>
                    <a:pt x="4567" y="2387"/>
                    <a:pt x="4596" y="2430"/>
                  </a:cubicBezTo>
                  <a:cubicBezTo>
                    <a:pt x="4737" y="2669"/>
                    <a:pt x="4979" y="2788"/>
                    <a:pt x="5222" y="2788"/>
                  </a:cubicBezTo>
                  <a:cubicBezTo>
                    <a:pt x="5468" y="2788"/>
                    <a:pt x="5713" y="2666"/>
                    <a:pt x="5852" y="2421"/>
                  </a:cubicBezTo>
                  <a:cubicBezTo>
                    <a:pt x="6125" y="1942"/>
                    <a:pt x="5782" y="1338"/>
                    <a:pt x="5228" y="1338"/>
                  </a:cubicBezTo>
                  <a:cubicBezTo>
                    <a:pt x="5226" y="1338"/>
                    <a:pt x="5224" y="1338"/>
                    <a:pt x="5221" y="1338"/>
                  </a:cubicBezTo>
                  <a:lnTo>
                    <a:pt x="5221" y="1333"/>
                  </a:lnTo>
                  <a:cubicBezTo>
                    <a:pt x="4961" y="1338"/>
                    <a:pt x="4726" y="1473"/>
                    <a:pt x="4596" y="1694"/>
                  </a:cubicBezTo>
                  <a:cubicBezTo>
                    <a:pt x="4567" y="1738"/>
                    <a:pt x="4519" y="1766"/>
                    <a:pt x="4466" y="1766"/>
                  </a:cubicBezTo>
                  <a:lnTo>
                    <a:pt x="3999" y="1766"/>
                  </a:lnTo>
                  <a:cubicBezTo>
                    <a:pt x="3917" y="1766"/>
                    <a:pt x="3850" y="1699"/>
                    <a:pt x="3850" y="1617"/>
                  </a:cubicBezTo>
                  <a:lnTo>
                    <a:pt x="3850"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87"/>
            <p:cNvSpPr/>
            <p:nvPr/>
          </p:nvSpPr>
          <p:spPr>
            <a:xfrm>
              <a:off x="1974267" y="3914352"/>
              <a:ext cx="31184" cy="53898"/>
            </a:xfrm>
            <a:custGeom>
              <a:rect b="b" l="l" r="r" t="t"/>
              <a:pathLst>
                <a:path extrusionOk="0" h="2055" w="1189">
                  <a:moveTo>
                    <a:pt x="159" y="0"/>
                  </a:moveTo>
                  <a:cubicBezTo>
                    <a:pt x="106" y="0"/>
                    <a:pt x="53" y="5"/>
                    <a:pt x="0" y="15"/>
                  </a:cubicBezTo>
                  <a:cubicBezTo>
                    <a:pt x="496" y="91"/>
                    <a:pt x="861" y="525"/>
                    <a:pt x="861" y="1025"/>
                  </a:cubicBezTo>
                  <a:cubicBezTo>
                    <a:pt x="861" y="1530"/>
                    <a:pt x="496" y="1958"/>
                    <a:pt x="0" y="2040"/>
                  </a:cubicBezTo>
                  <a:cubicBezTo>
                    <a:pt x="53" y="2050"/>
                    <a:pt x="106" y="2050"/>
                    <a:pt x="159" y="2055"/>
                  </a:cubicBezTo>
                  <a:cubicBezTo>
                    <a:pt x="727" y="2050"/>
                    <a:pt x="1184" y="1593"/>
                    <a:pt x="1189" y="1025"/>
                  </a:cubicBezTo>
                  <a:cubicBezTo>
                    <a:pt x="1184" y="462"/>
                    <a:pt x="727" y="0"/>
                    <a:pt x="159"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87"/>
            <p:cNvSpPr/>
            <p:nvPr/>
          </p:nvSpPr>
          <p:spPr>
            <a:xfrm>
              <a:off x="2058930" y="3922168"/>
              <a:ext cx="24129" cy="11383"/>
            </a:xfrm>
            <a:custGeom>
              <a:rect b="b" l="l" r="r" t="t"/>
              <a:pathLst>
                <a:path extrusionOk="0" h="434" w="920">
                  <a:moveTo>
                    <a:pt x="757" y="1"/>
                  </a:moveTo>
                  <a:cubicBezTo>
                    <a:pt x="503" y="1"/>
                    <a:pt x="262" y="135"/>
                    <a:pt x="131" y="356"/>
                  </a:cubicBezTo>
                  <a:cubicBezTo>
                    <a:pt x="102" y="405"/>
                    <a:pt x="54" y="433"/>
                    <a:pt x="1" y="433"/>
                  </a:cubicBezTo>
                  <a:lnTo>
                    <a:pt x="328" y="433"/>
                  </a:lnTo>
                  <a:cubicBezTo>
                    <a:pt x="381" y="433"/>
                    <a:pt x="429" y="405"/>
                    <a:pt x="458" y="356"/>
                  </a:cubicBezTo>
                  <a:cubicBezTo>
                    <a:pt x="559" y="188"/>
                    <a:pt x="727" y="68"/>
                    <a:pt x="920" y="20"/>
                  </a:cubicBezTo>
                  <a:cubicBezTo>
                    <a:pt x="866" y="7"/>
                    <a:pt x="811" y="1"/>
                    <a:pt x="757"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87"/>
            <p:cNvSpPr/>
            <p:nvPr/>
          </p:nvSpPr>
          <p:spPr>
            <a:xfrm>
              <a:off x="1941693" y="3890747"/>
              <a:ext cx="8603" cy="34856"/>
            </a:xfrm>
            <a:custGeom>
              <a:rect b="b" l="l" r="r" t="t"/>
              <a:pathLst>
                <a:path extrusionOk="0" h="1329" w="328">
                  <a:moveTo>
                    <a:pt x="1" y="0"/>
                  </a:moveTo>
                  <a:lnTo>
                    <a:pt x="1" y="1328"/>
                  </a:lnTo>
                  <a:lnTo>
                    <a:pt x="241" y="1328"/>
                  </a:lnTo>
                  <a:lnTo>
                    <a:pt x="256" y="1309"/>
                  </a:lnTo>
                  <a:cubicBezTo>
                    <a:pt x="280" y="1280"/>
                    <a:pt x="304" y="1251"/>
                    <a:pt x="328" y="1222"/>
                  </a:cubicBezTo>
                  <a:lnTo>
                    <a:pt x="328"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87"/>
            <p:cNvSpPr/>
            <p:nvPr/>
          </p:nvSpPr>
          <p:spPr>
            <a:xfrm>
              <a:off x="1941693" y="3956867"/>
              <a:ext cx="8603" cy="34856"/>
            </a:xfrm>
            <a:custGeom>
              <a:rect b="b" l="l" r="r" t="t"/>
              <a:pathLst>
                <a:path extrusionOk="0" h="1329" w="328">
                  <a:moveTo>
                    <a:pt x="1" y="1"/>
                  </a:moveTo>
                  <a:lnTo>
                    <a:pt x="1" y="1329"/>
                  </a:lnTo>
                  <a:lnTo>
                    <a:pt x="328" y="1329"/>
                  </a:lnTo>
                  <a:lnTo>
                    <a:pt x="328" y="111"/>
                  </a:lnTo>
                  <a:cubicBezTo>
                    <a:pt x="304" y="82"/>
                    <a:pt x="280" y="54"/>
                    <a:pt x="256" y="25"/>
                  </a:cubicBezTo>
                  <a:lnTo>
                    <a:pt x="241"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87"/>
            <p:cNvSpPr/>
            <p:nvPr/>
          </p:nvSpPr>
          <p:spPr>
            <a:xfrm>
              <a:off x="2058930" y="3949051"/>
              <a:ext cx="24129" cy="11252"/>
            </a:xfrm>
            <a:custGeom>
              <a:rect b="b" l="l" r="r" t="t"/>
              <a:pathLst>
                <a:path extrusionOk="0" h="429" w="920">
                  <a:moveTo>
                    <a:pt x="1" y="0"/>
                  </a:moveTo>
                  <a:cubicBezTo>
                    <a:pt x="54" y="0"/>
                    <a:pt x="102" y="29"/>
                    <a:pt x="131" y="72"/>
                  </a:cubicBezTo>
                  <a:cubicBezTo>
                    <a:pt x="261" y="297"/>
                    <a:pt x="501" y="429"/>
                    <a:pt x="754" y="429"/>
                  </a:cubicBezTo>
                  <a:cubicBezTo>
                    <a:pt x="809" y="429"/>
                    <a:pt x="865" y="422"/>
                    <a:pt x="920" y="409"/>
                  </a:cubicBezTo>
                  <a:cubicBezTo>
                    <a:pt x="727" y="366"/>
                    <a:pt x="559" y="246"/>
                    <a:pt x="458" y="72"/>
                  </a:cubicBezTo>
                  <a:cubicBezTo>
                    <a:pt x="429" y="29"/>
                    <a:pt x="381" y="0"/>
                    <a:pt x="32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87"/>
            <p:cNvSpPr/>
            <p:nvPr/>
          </p:nvSpPr>
          <p:spPr>
            <a:xfrm>
              <a:off x="1970989" y="3991697"/>
              <a:ext cx="25624" cy="55183"/>
            </a:xfrm>
            <a:custGeom>
              <a:rect b="b" l="l" r="r" t="t"/>
              <a:pathLst>
                <a:path extrusionOk="0" h="2104" w="977">
                  <a:moveTo>
                    <a:pt x="366" y="1"/>
                  </a:moveTo>
                  <a:cubicBezTo>
                    <a:pt x="448" y="5"/>
                    <a:pt x="515" y="68"/>
                    <a:pt x="515" y="155"/>
                  </a:cubicBezTo>
                  <a:lnTo>
                    <a:pt x="515" y="621"/>
                  </a:lnTo>
                  <a:cubicBezTo>
                    <a:pt x="515" y="674"/>
                    <a:pt x="486" y="722"/>
                    <a:pt x="443" y="751"/>
                  </a:cubicBezTo>
                  <a:cubicBezTo>
                    <a:pt x="135" y="934"/>
                    <a:pt x="0" y="1314"/>
                    <a:pt x="135" y="1646"/>
                  </a:cubicBezTo>
                  <a:cubicBezTo>
                    <a:pt x="248" y="1926"/>
                    <a:pt x="519" y="2103"/>
                    <a:pt x="811" y="2103"/>
                  </a:cubicBezTo>
                  <a:cubicBezTo>
                    <a:pt x="866" y="2103"/>
                    <a:pt x="922" y="2097"/>
                    <a:pt x="977" y="2084"/>
                  </a:cubicBezTo>
                  <a:cubicBezTo>
                    <a:pt x="645" y="2007"/>
                    <a:pt x="414" y="1714"/>
                    <a:pt x="414" y="1377"/>
                  </a:cubicBezTo>
                  <a:cubicBezTo>
                    <a:pt x="414" y="1117"/>
                    <a:pt x="549" y="881"/>
                    <a:pt x="770" y="751"/>
                  </a:cubicBezTo>
                  <a:cubicBezTo>
                    <a:pt x="813" y="722"/>
                    <a:pt x="842" y="674"/>
                    <a:pt x="842" y="621"/>
                  </a:cubicBezTo>
                  <a:lnTo>
                    <a:pt x="842" y="155"/>
                  </a:lnTo>
                  <a:cubicBezTo>
                    <a:pt x="842" y="68"/>
                    <a:pt x="775" y="5"/>
                    <a:pt x="693"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87"/>
            <p:cNvSpPr/>
            <p:nvPr/>
          </p:nvSpPr>
          <p:spPr>
            <a:xfrm>
              <a:off x="1768434" y="3826385"/>
              <a:ext cx="345154" cy="338728"/>
            </a:xfrm>
            <a:custGeom>
              <a:rect b="b" l="l" r="r" t="t"/>
              <a:pathLst>
                <a:path extrusionOk="0" h="12915" w="13160">
                  <a:moveTo>
                    <a:pt x="4384" y="409"/>
                  </a:moveTo>
                  <a:cubicBezTo>
                    <a:pt x="5067" y="409"/>
                    <a:pt x="5317" y="1314"/>
                    <a:pt x="4730" y="1660"/>
                  </a:cubicBezTo>
                  <a:cubicBezTo>
                    <a:pt x="4668" y="1699"/>
                    <a:pt x="4629" y="1766"/>
                    <a:pt x="4629" y="1838"/>
                  </a:cubicBezTo>
                  <a:lnTo>
                    <a:pt x="4629" y="2305"/>
                  </a:lnTo>
                  <a:cubicBezTo>
                    <a:pt x="4629" y="2416"/>
                    <a:pt x="4721" y="2512"/>
                    <a:pt x="4831" y="2512"/>
                  </a:cubicBezTo>
                  <a:lnTo>
                    <a:pt x="6256" y="2512"/>
                  </a:lnTo>
                  <a:lnTo>
                    <a:pt x="6256" y="3936"/>
                  </a:lnTo>
                  <a:cubicBezTo>
                    <a:pt x="6256" y="4047"/>
                    <a:pt x="6347" y="4138"/>
                    <a:pt x="6462" y="4138"/>
                  </a:cubicBezTo>
                  <a:lnTo>
                    <a:pt x="6929" y="4138"/>
                  </a:lnTo>
                  <a:cubicBezTo>
                    <a:pt x="7001" y="4138"/>
                    <a:pt x="7069" y="4100"/>
                    <a:pt x="7102" y="4037"/>
                  </a:cubicBezTo>
                  <a:cubicBezTo>
                    <a:pt x="7239" y="3809"/>
                    <a:pt x="7458" y="3707"/>
                    <a:pt x="7675" y="3707"/>
                  </a:cubicBezTo>
                  <a:cubicBezTo>
                    <a:pt x="8017" y="3707"/>
                    <a:pt x="8353" y="3961"/>
                    <a:pt x="8353" y="4379"/>
                  </a:cubicBezTo>
                  <a:cubicBezTo>
                    <a:pt x="8353" y="4798"/>
                    <a:pt x="8015" y="5054"/>
                    <a:pt x="7672" y="5054"/>
                  </a:cubicBezTo>
                  <a:cubicBezTo>
                    <a:pt x="7456" y="5054"/>
                    <a:pt x="7238" y="4952"/>
                    <a:pt x="7102" y="4725"/>
                  </a:cubicBezTo>
                  <a:cubicBezTo>
                    <a:pt x="7069" y="4663"/>
                    <a:pt x="7001" y="4624"/>
                    <a:pt x="6929" y="4624"/>
                  </a:cubicBezTo>
                  <a:lnTo>
                    <a:pt x="6458" y="4624"/>
                  </a:lnTo>
                  <a:cubicBezTo>
                    <a:pt x="6347" y="4624"/>
                    <a:pt x="6256" y="4716"/>
                    <a:pt x="6256" y="4826"/>
                  </a:cubicBezTo>
                  <a:lnTo>
                    <a:pt x="6256" y="6251"/>
                  </a:lnTo>
                  <a:lnTo>
                    <a:pt x="5033" y="6251"/>
                  </a:lnTo>
                  <a:lnTo>
                    <a:pt x="5033" y="6097"/>
                  </a:lnTo>
                  <a:cubicBezTo>
                    <a:pt x="5866" y="5471"/>
                    <a:pt x="5423" y="4148"/>
                    <a:pt x="4384" y="4148"/>
                  </a:cubicBezTo>
                  <a:cubicBezTo>
                    <a:pt x="3344" y="4148"/>
                    <a:pt x="2902" y="5471"/>
                    <a:pt x="3734" y="6097"/>
                  </a:cubicBezTo>
                  <a:lnTo>
                    <a:pt x="3734" y="6251"/>
                  </a:lnTo>
                  <a:lnTo>
                    <a:pt x="2512" y="6251"/>
                  </a:lnTo>
                  <a:lnTo>
                    <a:pt x="2512" y="2512"/>
                  </a:lnTo>
                  <a:lnTo>
                    <a:pt x="3941" y="2512"/>
                  </a:lnTo>
                  <a:cubicBezTo>
                    <a:pt x="4052" y="2512"/>
                    <a:pt x="4143" y="2416"/>
                    <a:pt x="4143" y="2305"/>
                  </a:cubicBezTo>
                  <a:lnTo>
                    <a:pt x="4143" y="1838"/>
                  </a:lnTo>
                  <a:cubicBezTo>
                    <a:pt x="4143" y="1766"/>
                    <a:pt x="4105" y="1699"/>
                    <a:pt x="4042" y="1660"/>
                  </a:cubicBezTo>
                  <a:cubicBezTo>
                    <a:pt x="3455" y="1314"/>
                    <a:pt x="3700" y="409"/>
                    <a:pt x="4384" y="409"/>
                  </a:cubicBezTo>
                  <a:close/>
                  <a:moveTo>
                    <a:pt x="10403" y="6660"/>
                  </a:moveTo>
                  <a:lnTo>
                    <a:pt x="10403" y="10398"/>
                  </a:lnTo>
                  <a:lnTo>
                    <a:pt x="8979" y="10403"/>
                  </a:lnTo>
                  <a:cubicBezTo>
                    <a:pt x="8868" y="10403"/>
                    <a:pt x="8777" y="10495"/>
                    <a:pt x="8777" y="10605"/>
                  </a:cubicBezTo>
                  <a:lnTo>
                    <a:pt x="8777" y="11072"/>
                  </a:lnTo>
                  <a:cubicBezTo>
                    <a:pt x="8777" y="11144"/>
                    <a:pt x="8815" y="11212"/>
                    <a:pt x="8878" y="11250"/>
                  </a:cubicBezTo>
                  <a:cubicBezTo>
                    <a:pt x="9465" y="11597"/>
                    <a:pt x="9215" y="12501"/>
                    <a:pt x="8531" y="12501"/>
                  </a:cubicBezTo>
                  <a:cubicBezTo>
                    <a:pt x="7848" y="12501"/>
                    <a:pt x="7603" y="11597"/>
                    <a:pt x="8190" y="11250"/>
                  </a:cubicBezTo>
                  <a:cubicBezTo>
                    <a:pt x="8252" y="11212"/>
                    <a:pt x="8291" y="11144"/>
                    <a:pt x="8291" y="11072"/>
                  </a:cubicBezTo>
                  <a:lnTo>
                    <a:pt x="8291" y="10605"/>
                  </a:lnTo>
                  <a:cubicBezTo>
                    <a:pt x="8291" y="10495"/>
                    <a:pt x="8199" y="10403"/>
                    <a:pt x="8089" y="10403"/>
                  </a:cubicBezTo>
                  <a:lnTo>
                    <a:pt x="6665" y="10403"/>
                  </a:lnTo>
                  <a:lnTo>
                    <a:pt x="6665" y="8979"/>
                  </a:lnTo>
                  <a:cubicBezTo>
                    <a:pt x="6665" y="8863"/>
                    <a:pt x="6573" y="8772"/>
                    <a:pt x="6458" y="8772"/>
                  </a:cubicBezTo>
                  <a:lnTo>
                    <a:pt x="5991" y="8772"/>
                  </a:lnTo>
                  <a:cubicBezTo>
                    <a:pt x="5919" y="8772"/>
                    <a:pt x="5851" y="8811"/>
                    <a:pt x="5813" y="8873"/>
                  </a:cubicBezTo>
                  <a:cubicBezTo>
                    <a:pt x="5678" y="9101"/>
                    <a:pt x="5460" y="9204"/>
                    <a:pt x="5242" y="9204"/>
                  </a:cubicBezTo>
                  <a:cubicBezTo>
                    <a:pt x="4900" y="9204"/>
                    <a:pt x="4562" y="8949"/>
                    <a:pt x="4562" y="8531"/>
                  </a:cubicBezTo>
                  <a:cubicBezTo>
                    <a:pt x="4562" y="8113"/>
                    <a:pt x="4901" y="7857"/>
                    <a:pt x="5243" y="7857"/>
                  </a:cubicBezTo>
                  <a:cubicBezTo>
                    <a:pt x="5460" y="7857"/>
                    <a:pt x="5678" y="7960"/>
                    <a:pt x="5813" y="8190"/>
                  </a:cubicBezTo>
                  <a:cubicBezTo>
                    <a:pt x="5851" y="8248"/>
                    <a:pt x="5919" y="8286"/>
                    <a:pt x="5991" y="8286"/>
                  </a:cubicBezTo>
                  <a:lnTo>
                    <a:pt x="6458" y="8286"/>
                  </a:lnTo>
                  <a:cubicBezTo>
                    <a:pt x="6573" y="8286"/>
                    <a:pt x="6665" y="8195"/>
                    <a:pt x="6665" y="8084"/>
                  </a:cubicBezTo>
                  <a:lnTo>
                    <a:pt x="6665" y="6660"/>
                  </a:lnTo>
                  <a:lnTo>
                    <a:pt x="7882" y="6660"/>
                  </a:lnTo>
                  <a:lnTo>
                    <a:pt x="7882" y="6814"/>
                  </a:lnTo>
                  <a:cubicBezTo>
                    <a:pt x="7049" y="7439"/>
                    <a:pt x="7492" y="8762"/>
                    <a:pt x="8531" y="8762"/>
                  </a:cubicBezTo>
                  <a:cubicBezTo>
                    <a:pt x="9571" y="8762"/>
                    <a:pt x="10013" y="7439"/>
                    <a:pt x="9186" y="6814"/>
                  </a:cubicBezTo>
                  <a:lnTo>
                    <a:pt x="9186" y="6660"/>
                  </a:lnTo>
                  <a:close/>
                  <a:moveTo>
                    <a:pt x="4379" y="0"/>
                  </a:moveTo>
                  <a:cubicBezTo>
                    <a:pt x="3340" y="0"/>
                    <a:pt x="2902" y="1319"/>
                    <a:pt x="3729" y="1944"/>
                  </a:cubicBezTo>
                  <a:lnTo>
                    <a:pt x="3729" y="2103"/>
                  </a:lnTo>
                  <a:lnTo>
                    <a:pt x="2310" y="2103"/>
                  </a:lnTo>
                  <a:cubicBezTo>
                    <a:pt x="2194" y="2103"/>
                    <a:pt x="2103" y="2194"/>
                    <a:pt x="2103" y="2305"/>
                  </a:cubicBezTo>
                  <a:lnTo>
                    <a:pt x="2103" y="7882"/>
                  </a:lnTo>
                  <a:lnTo>
                    <a:pt x="1949" y="7882"/>
                  </a:lnTo>
                  <a:cubicBezTo>
                    <a:pt x="1723" y="7581"/>
                    <a:pt x="1406" y="7447"/>
                    <a:pt x="1094" y="7447"/>
                  </a:cubicBezTo>
                  <a:cubicBezTo>
                    <a:pt x="540" y="7447"/>
                    <a:pt x="0" y="7867"/>
                    <a:pt x="0" y="8531"/>
                  </a:cubicBezTo>
                  <a:cubicBezTo>
                    <a:pt x="0" y="9196"/>
                    <a:pt x="540" y="9616"/>
                    <a:pt x="1094" y="9616"/>
                  </a:cubicBezTo>
                  <a:cubicBezTo>
                    <a:pt x="1406" y="9616"/>
                    <a:pt x="1723" y="9482"/>
                    <a:pt x="1949" y="9181"/>
                  </a:cubicBezTo>
                  <a:lnTo>
                    <a:pt x="2103" y="9181"/>
                  </a:lnTo>
                  <a:lnTo>
                    <a:pt x="2103" y="10605"/>
                  </a:lnTo>
                  <a:cubicBezTo>
                    <a:pt x="2103" y="10721"/>
                    <a:pt x="2194" y="10812"/>
                    <a:pt x="2310" y="10812"/>
                  </a:cubicBezTo>
                  <a:lnTo>
                    <a:pt x="3036" y="10812"/>
                  </a:lnTo>
                  <a:cubicBezTo>
                    <a:pt x="3311" y="10812"/>
                    <a:pt x="3311" y="10403"/>
                    <a:pt x="3036" y="10403"/>
                  </a:cubicBezTo>
                  <a:lnTo>
                    <a:pt x="2512" y="10403"/>
                  </a:lnTo>
                  <a:lnTo>
                    <a:pt x="2512" y="8979"/>
                  </a:lnTo>
                  <a:cubicBezTo>
                    <a:pt x="2512" y="8863"/>
                    <a:pt x="2421" y="8772"/>
                    <a:pt x="2310" y="8772"/>
                  </a:cubicBezTo>
                  <a:lnTo>
                    <a:pt x="1838" y="8772"/>
                  </a:lnTo>
                  <a:cubicBezTo>
                    <a:pt x="1766" y="8772"/>
                    <a:pt x="1704" y="8811"/>
                    <a:pt x="1665" y="8873"/>
                  </a:cubicBezTo>
                  <a:cubicBezTo>
                    <a:pt x="1529" y="9101"/>
                    <a:pt x="1310" y="9204"/>
                    <a:pt x="1093" y="9204"/>
                  </a:cubicBezTo>
                  <a:cubicBezTo>
                    <a:pt x="751" y="9204"/>
                    <a:pt x="414" y="8949"/>
                    <a:pt x="414" y="8531"/>
                  </a:cubicBezTo>
                  <a:cubicBezTo>
                    <a:pt x="414" y="8113"/>
                    <a:pt x="751" y="7857"/>
                    <a:pt x="1093" y="7857"/>
                  </a:cubicBezTo>
                  <a:cubicBezTo>
                    <a:pt x="1310" y="7857"/>
                    <a:pt x="1529" y="7960"/>
                    <a:pt x="1665" y="8190"/>
                  </a:cubicBezTo>
                  <a:cubicBezTo>
                    <a:pt x="1704" y="8252"/>
                    <a:pt x="1766" y="8286"/>
                    <a:pt x="1838" y="8291"/>
                  </a:cubicBezTo>
                  <a:lnTo>
                    <a:pt x="2310" y="8291"/>
                  </a:lnTo>
                  <a:cubicBezTo>
                    <a:pt x="2421" y="8291"/>
                    <a:pt x="2512" y="8195"/>
                    <a:pt x="2512" y="8084"/>
                  </a:cubicBezTo>
                  <a:lnTo>
                    <a:pt x="2512" y="6660"/>
                  </a:lnTo>
                  <a:lnTo>
                    <a:pt x="3941" y="6660"/>
                  </a:lnTo>
                  <a:cubicBezTo>
                    <a:pt x="4052" y="6660"/>
                    <a:pt x="4143" y="6568"/>
                    <a:pt x="4143" y="6458"/>
                  </a:cubicBezTo>
                  <a:lnTo>
                    <a:pt x="4143" y="5986"/>
                  </a:lnTo>
                  <a:cubicBezTo>
                    <a:pt x="4143" y="5914"/>
                    <a:pt x="4105" y="5847"/>
                    <a:pt x="4042" y="5813"/>
                  </a:cubicBezTo>
                  <a:cubicBezTo>
                    <a:pt x="3455" y="5462"/>
                    <a:pt x="3700" y="4562"/>
                    <a:pt x="4384" y="4562"/>
                  </a:cubicBezTo>
                  <a:cubicBezTo>
                    <a:pt x="5067" y="4562"/>
                    <a:pt x="5317" y="5462"/>
                    <a:pt x="4730" y="5813"/>
                  </a:cubicBezTo>
                  <a:cubicBezTo>
                    <a:pt x="4668" y="5847"/>
                    <a:pt x="4629" y="5914"/>
                    <a:pt x="4629" y="5986"/>
                  </a:cubicBezTo>
                  <a:lnTo>
                    <a:pt x="4629" y="6458"/>
                  </a:lnTo>
                  <a:cubicBezTo>
                    <a:pt x="4629" y="6568"/>
                    <a:pt x="4721" y="6660"/>
                    <a:pt x="4831" y="6660"/>
                  </a:cubicBezTo>
                  <a:lnTo>
                    <a:pt x="6256" y="6660"/>
                  </a:lnTo>
                  <a:lnTo>
                    <a:pt x="6256" y="7882"/>
                  </a:lnTo>
                  <a:lnTo>
                    <a:pt x="6102" y="7882"/>
                  </a:lnTo>
                  <a:cubicBezTo>
                    <a:pt x="5876" y="7581"/>
                    <a:pt x="5559" y="7447"/>
                    <a:pt x="5246" y="7447"/>
                  </a:cubicBezTo>
                  <a:cubicBezTo>
                    <a:pt x="4693" y="7447"/>
                    <a:pt x="4153" y="7867"/>
                    <a:pt x="4153" y="8531"/>
                  </a:cubicBezTo>
                  <a:cubicBezTo>
                    <a:pt x="4153" y="9196"/>
                    <a:pt x="4693" y="9616"/>
                    <a:pt x="5246" y="9616"/>
                  </a:cubicBezTo>
                  <a:cubicBezTo>
                    <a:pt x="5559" y="9616"/>
                    <a:pt x="5876" y="9482"/>
                    <a:pt x="6102" y="9181"/>
                  </a:cubicBezTo>
                  <a:lnTo>
                    <a:pt x="6256" y="9181"/>
                  </a:lnTo>
                  <a:lnTo>
                    <a:pt x="6256" y="10403"/>
                  </a:lnTo>
                  <a:lnTo>
                    <a:pt x="3672" y="10403"/>
                  </a:lnTo>
                  <a:cubicBezTo>
                    <a:pt x="3670" y="10403"/>
                    <a:pt x="3668" y="10403"/>
                    <a:pt x="3667" y="10403"/>
                  </a:cubicBezTo>
                  <a:cubicBezTo>
                    <a:pt x="3397" y="10403"/>
                    <a:pt x="3399" y="10807"/>
                    <a:pt x="3672" y="10812"/>
                  </a:cubicBezTo>
                  <a:lnTo>
                    <a:pt x="7882" y="10812"/>
                  </a:lnTo>
                  <a:lnTo>
                    <a:pt x="7882" y="10966"/>
                  </a:lnTo>
                  <a:cubicBezTo>
                    <a:pt x="7049" y="11592"/>
                    <a:pt x="7492" y="12915"/>
                    <a:pt x="8531" y="12915"/>
                  </a:cubicBezTo>
                  <a:cubicBezTo>
                    <a:pt x="9571" y="12915"/>
                    <a:pt x="10013" y="11592"/>
                    <a:pt x="9181" y="10966"/>
                  </a:cubicBezTo>
                  <a:lnTo>
                    <a:pt x="9181" y="10812"/>
                  </a:lnTo>
                  <a:lnTo>
                    <a:pt x="10605" y="10812"/>
                  </a:lnTo>
                  <a:cubicBezTo>
                    <a:pt x="10721" y="10812"/>
                    <a:pt x="10812" y="10716"/>
                    <a:pt x="10812" y="10605"/>
                  </a:cubicBezTo>
                  <a:lnTo>
                    <a:pt x="10812" y="5033"/>
                  </a:lnTo>
                  <a:lnTo>
                    <a:pt x="10966" y="5033"/>
                  </a:lnTo>
                  <a:cubicBezTo>
                    <a:pt x="11184" y="5325"/>
                    <a:pt x="11507" y="5466"/>
                    <a:pt x="11829" y="5466"/>
                  </a:cubicBezTo>
                  <a:cubicBezTo>
                    <a:pt x="12218" y="5466"/>
                    <a:pt x="12605" y="5260"/>
                    <a:pt x="12799" y="4865"/>
                  </a:cubicBezTo>
                  <a:cubicBezTo>
                    <a:pt x="13159" y="4145"/>
                    <a:pt x="12639" y="3301"/>
                    <a:pt x="11834" y="3301"/>
                  </a:cubicBezTo>
                  <a:cubicBezTo>
                    <a:pt x="11832" y="3301"/>
                    <a:pt x="11830" y="3301"/>
                    <a:pt x="11828" y="3301"/>
                  </a:cubicBezTo>
                  <a:lnTo>
                    <a:pt x="11832" y="3301"/>
                  </a:lnTo>
                  <a:cubicBezTo>
                    <a:pt x="11491" y="3301"/>
                    <a:pt x="11173" y="3460"/>
                    <a:pt x="10971" y="3729"/>
                  </a:cubicBezTo>
                  <a:lnTo>
                    <a:pt x="10812" y="3729"/>
                  </a:lnTo>
                  <a:lnTo>
                    <a:pt x="10812" y="2305"/>
                  </a:lnTo>
                  <a:cubicBezTo>
                    <a:pt x="10812" y="2194"/>
                    <a:pt x="10721" y="2103"/>
                    <a:pt x="10610" y="2103"/>
                  </a:cubicBezTo>
                  <a:lnTo>
                    <a:pt x="9922" y="2103"/>
                  </a:lnTo>
                  <a:cubicBezTo>
                    <a:pt x="9653" y="2103"/>
                    <a:pt x="9653" y="2512"/>
                    <a:pt x="9922" y="2512"/>
                  </a:cubicBezTo>
                  <a:lnTo>
                    <a:pt x="10403" y="2512"/>
                  </a:lnTo>
                  <a:lnTo>
                    <a:pt x="10403" y="3936"/>
                  </a:lnTo>
                  <a:cubicBezTo>
                    <a:pt x="10403" y="4047"/>
                    <a:pt x="10495" y="4138"/>
                    <a:pt x="10610" y="4138"/>
                  </a:cubicBezTo>
                  <a:lnTo>
                    <a:pt x="11077" y="4138"/>
                  </a:lnTo>
                  <a:cubicBezTo>
                    <a:pt x="11149" y="4138"/>
                    <a:pt x="11216" y="4100"/>
                    <a:pt x="11255" y="4037"/>
                  </a:cubicBezTo>
                  <a:cubicBezTo>
                    <a:pt x="11389" y="3809"/>
                    <a:pt x="11608" y="3707"/>
                    <a:pt x="11825" y="3707"/>
                  </a:cubicBezTo>
                  <a:cubicBezTo>
                    <a:pt x="12168" y="3707"/>
                    <a:pt x="12506" y="3961"/>
                    <a:pt x="12506" y="4379"/>
                  </a:cubicBezTo>
                  <a:cubicBezTo>
                    <a:pt x="12506" y="4798"/>
                    <a:pt x="12166" y="5054"/>
                    <a:pt x="11823" y="5054"/>
                  </a:cubicBezTo>
                  <a:cubicBezTo>
                    <a:pt x="11606" y="5054"/>
                    <a:pt x="11389" y="4952"/>
                    <a:pt x="11255" y="4725"/>
                  </a:cubicBezTo>
                  <a:cubicBezTo>
                    <a:pt x="11216" y="4663"/>
                    <a:pt x="11149" y="4624"/>
                    <a:pt x="11077" y="4624"/>
                  </a:cubicBezTo>
                  <a:lnTo>
                    <a:pt x="10610" y="4624"/>
                  </a:lnTo>
                  <a:cubicBezTo>
                    <a:pt x="10495" y="4624"/>
                    <a:pt x="10403" y="4716"/>
                    <a:pt x="10403" y="4826"/>
                  </a:cubicBezTo>
                  <a:lnTo>
                    <a:pt x="10403" y="6251"/>
                  </a:lnTo>
                  <a:lnTo>
                    <a:pt x="8979" y="6251"/>
                  </a:lnTo>
                  <a:cubicBezTo>
                    <a:pt x="8868" y="6251"/>
                    <a:pt x="8777" y="6342"/>
                    <a:pt x="8777" y="6458"/>
                  </a:cubicBezTo>
                  <a:lnTo>
                    <a:pt x="8777" y="6924"/>
                  </a:lnTo>
                  <a:cubicBezTo>
                    <a:pt x="8777" y="6997"/>
                    <a:pt x="8815" y="7064"/>
                    <a:pt x="8878" y="7102"/>
                  </a:cubicBezTo>
                  <a:cubicBezTo>
                    <a:pt x="9465" y="7449"/>
                    <a:pt x="9215" y="8349"/>
                    <a:pt x="8531" y="8349"/>
                  </a:cubicBezTo>
                  <a:cubicBezTo>
                    <a:pt x="7848" y="8349"/>
                    <a:pt x="7603" y="7449"/>
                    <a:pt x="8190" y="7102"/>
                  </a:cubicBezTo>
                  <a:cubicBezTo>
                    <a:pt x="8252" y="7064"/>
                    <a:pt x="8291" y="6997"/>
                    <a:pt x="8291" y="6924"/>
                  </a:cubicBezTo>
                  <a:lnTo>
                    <a:pt x="8291" y="6458"/>
                  </a:lnTo>
                  <a:cubicBezTo>
                    <a:pt x="8291" y="6342"/>
                    <a:pt x="8199" y="6251"/>
                    <a:pt x="8089" y="6251"/>
                  </a:cubicBezTo>
                  <a:lnTo>
                    <a:pt x="6665" y="6251"/>
                  </a:lnTo>
                  <a:lnTo>
                    <a:pt x="6665" y="5033"/>
                  </a:lnTo>
                  <a:lnTo>
                    <a:pt x="6818" y="5033"/>
                  </a:lnTo>
                  <a:cubicBezTo>
                    <a:pt x="7044" y="5331"/>
                    <a:pt x="7360" y="5465"/>
                    <a:pt x="7671" y="5465"/>
                  </a:cubicBezTo>
                  <a:cubicBezTo>
                    <a:pt x="8225" y="5465"/>
                    <a:pt x="8767" y="5044"/>
                    <a:pt x="8767" y="4379"/>
                  </a:cubicBezTo>
                  <a:cubicBezTo>
                    <a:pt x="8767" y="3715"/>
                    <a:pt x="8227" y="3297"/>
                    <a:pt x="7674" y="3297"/>
                  </a:cubicBezTo>
                  <a:cubicBezTo>
                    <a:pt x="7361" y="3297"/>
                    <a:pt x="7044" y="3430"/>
                    <a:pt x="6818" y="3729"/>
                  </a:cubicBezTo>
                  <a:lnTo>
                    <a:pt x="6665" y="3729"/>
                  </a:lnTo>
                  <a:lnTo>
                    <a:pt x="6665" y="2512"/>
                  </a:lnTo>
                  <a:lnTo>
                    <a:pt x="9244" y="2512"/>
                  </a:lnTo>
                  <a:cubicBezTo>
                    <a:pt x="9513" y="2512"/>
                    <a:pt x="9513" y="2103"/>
                    <a:pt x="9244" y="2103"/>
                  </a:cubicBezTo>
                  <a:lnTo>
                    <a:pt x="5033" y="2103"/>
                  </a:lnTo>
                  <a:lnTo>
                    <a:pt x="5033" y="1944"/>
                  </a:lnTo>
                  <a:cubicBezTo>
                    <a:pt x="5861" y="1319"/>
                    <a:pt x="5418" y="0"/>
                    <a:pt x="4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0" name="Google Shape;14690;p87"/>
          <p:cNvGrpSpPr/>
          <p:nvPr/>
        </p:nvGrpSpPr>
        <p:grpSpPr>
          <a:xfrm>
            <a:off x="2175039" y="3816786"/>
            <a:ext cx="424571" cy="344813"/>
            <a:chOff x="2175039" y="3816786"/>
            <a:chExt cx="424571" cy="344813"/>
          </a:xfrm>
        </p:grpSpPr>
        <p:sp>
          <p:nvSpPr>
            <p:cNvPr id="14691" name="Google Shape;14691;p87"/>
            <p:cNvSpPr/>
            <p:nvPr/>
          </p:nvSpPr>
          <p:spPr>
            <a:xfrm>
              <a:off x="2181228" y="3849727"/>
              <a:ext cx="412060" cy="305550"/>
            </a:xfrm>
            <a:custGeom>
              <a:rect b="b" l="l" r="r" t="t"/>
              <a:pathLst>
                <a:path extrusionOk="0" h="11650" w="15711">
                  <a:moveTo>
                    <a:pt x="761" y="0"/>
                  </a:moveTo>
                  <a:cubicBezTo>
                    <a:pt x="342" y="0"/>
                    <a:pt x="0" y="337"/>
                    <a:pt x="0" y="761"/>
                  </a:cubicBezTo>
                  <a:lnTo>
                    <a:pt x="0" y="10889"/>
                  </a:lnTo>
                  <a:cubicBezTo>
                    <a:pt x="0" y="11313"/>
                    <a:pt x="342" y="11650"/>
                    <a:pt x="761" y="11650"/>
                  </a:cubicBezTo>
                  <a:lnTo>
                    <a:pt x="14951" y="11650"/>
                  </a:lnTo>
                  <a:cubicBezTo>
                    <a:pt x="15369" y="11650"/>
                    <a:pt x="15711" y="11313"/>
                    <a:pt x="15711" y="10894"/>
                  </a:cubicBezTo>
                  <a:lnTo>
                    <a:pt x="15711" y="761"/>
                  </a:lnTo>
                  <a:cubicBezTo>
                    <a:pt x="15711" y="337"/>
                    <a:pt x="15374" y="0"/>
                    <a:pt x="1495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87"/>
            <p:cNvSpPr/>
            <p:nvPr/>
          </p:nvSpPr>
          <p:spPr>
            <a:xfrm>
              <a:off x="2181228" y="3849596"/>
              <a:ext cx="412191" cy="40023"/>
            </a:xfrm>
            <a:custGeom>
              <a:rect b="b" l="l" r="r" t="t"/>
              <a:pathLst>
                <a:path extrusionOk="0" h="1526" w="15716">
                  <a:moveTo>
                    <a:pt x="761" y="1"/>
                  </a:moveTo>
                  <a:cubicBezTo>
                    <a:pt x="342" y="1"/>
                    <a:pt x="0" y="342"/>
                    <a:pt x="0" y="766"/>
                  </a:cubicBezTo>
                  <a:lnTo>
                    <a:pt x="0" y="1526"/>
                  </a:lnTo>
                  <a:lnTo>
                    <a:pt x="15711" y="1526"/>
                  </a:lnTo>
                  <a:lnTo>
                    <a:pt x="15711" y="766"/>
                  </a:lnTo>
                  <a:cubicBezTo>
                    <a:pt x="15716" y="342"/>
                    <a:pt x="15374" y="1"/>
                    <a:pt x="14951"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87"/>
            <p:cNvSpPr/>
            <p:nvPr/>
          </p:nvSpPr>
          <p:spPr>
            <a:xfrm>
              <a:off x="2201161" y="3849596"/>
              <a:ext cx="66539" cy="33230"/>
            </a:xfrm>
            <a:custGeom>
              <a:rect b="b" l="l" r="r" t="t"/>
              <a:pathLst>
                <a:path extrusionOk="0" h="1267" w="2537">
                  <a:moveTo>
                    <a:pt x="1" y="1"/>
                  </a:moveTo>
                  <a:lnTo>
                    <a:pt x="1" y="256"/>
                  </a:lnTo>
                  <a:cubicBezTo>
                    <a:pt x="1" y="814"/>
                    <a:pt x="458" y="1266"/>
                    <a:pt x="1016" y="1266"/>
                  </a:cubicBezTo>
                  <a:lnTo>
                    <a:pt x="1521" y="1266"/>
                  </a:lnTo>
                  <a:cubicBezTo>
                    <a:pt x="2084" y="1266"/>
                    <a:pt x="2536" y="814"/>
                    <a:pt x="2536" y="256"/>
                  </a:cubicBezTo>
                  <a:lnTo>
                    <a:pt x="2536"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87"/>
            <p:cNvSpPr/>
            <p:nvPr/>
          </p:nvSpPr>
          <p:spPr>
            <a:xfrm>
              <a:off x="2506948" y="3849596"/>
              <a:ext cx="66408" cy="33230"/>
            </a:xfrm>
            <a:custGeom>
              <a:rect b="b" l="l" r="r" t="t"/>
              <a:pathLst>
                <a:path extrusionOk="0" h="1267" w="2532">
                  <a:moveTo>
                    <a:pt x="1" y="1"/>
                  </a:moveTo>
                  <a:lnTo>
                    <a:pt x="1" y="256"/>
                  </a:lnTo>
                  <a:cubicBezTo>
                    <a:pt x="1" y="814"/>
                    <a:pt x="453" y="1266"/>
                    <a:pt x="1011" y="1266"/>
                  </a:cubicBezTo>
                  <a:lnTo>
                    <a:pt x="1521" y="1266"/>
                  </a:lnTo>
                  <a:cubicBezTo>
                    <a:pt x="2079" y="1266"/>
                    <a:pt x="2532" y="814"/>
                    <a:pt x="2532" y="256"/>
                  </a:cubicBezTo>
                  <a:lnTo>
                    <a:pt x="2532"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87"/>
            <p:cNvSpPr/>
            <p:nvPr/>
          </p:nvSpPr>
          <p:spPr>
            <a:xfrm>
              <a:off x="2221094" y="3823107"/>
              <a:ext cx="26673" cy="39761"/>
            </a:xfrm>
            <a:custGeom>
              <a:rect b="b" l="l" r="r" t="t"/>
              <a:pathLst>
                <a:path extrusionOk="0" h="1516" w="1017">
                  <a:moveTo>
                    <a:pt x="256" y="0"/>
                  </a:moveTo>
                  <a:cubicBezTo>
                    <a:pt x="116" y="0"/>
                    <a:pt x="1" y="111"/>
                    <a:pt x="1" y="250"/>
                  </a:cubicBezTo>
                  <a:lnTo>
                    <a:pt x="1" y="1266"/>
                  </a:lnTo>
                  <a:cubicBezTo>
                    <a:pt x="1" y="1405"/>
                    <a:pt x="116" y="1516"/>
                    <a:pt x="256" y="1516"/>
                  </a:cubicBezTo>
                  <a:lnTo>
                    <a:pt x="761" y="1516"/>
                  </a:lnTo>
                  <a:cubicBezTo>
                    <a:pt x="901" y="1516"/>
                    <a:pt x="1016" y="1405"/>
                    <a:pt x="1016" y="1266"/>
                  </a:cubicBezTo>
                  <a:lnTo>
                    <a:pt x="1016" y="250"/>
                  </a:lnTo>
                  <a:cubicBezTo>
                    <a:pt x="1016" y="111"/>
                    <a:pt x="901" y="0"/>
                    <a:pt x="76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87"/>
            <p:cNvSpPr/>
            <p:nvPr/>
          </p:nvSpPr>
          <p:spPr>
            <a:xfrm>
              <a:off x="2221094" y="3822975"/>
              <a:ext cx="26673" cy="19959"/>
            </a:xfrm>
            <a:custGeom>
              <a:rect b="b" l="l" r="r" t="t"/>
              <a:pathLst>
                <a:path extrusionOk="0" h="761" w="1017">
                  <a:moveTo>
                    <a:pt x="256" y="0"/>
                  </a:moveTo>
                  <a:cubicBezTo>
                    <a:pt x="116" y="0"/>
                    <a:pt x="1" y="116"/>
                    <a:pt x="1" y="255"/>
                  </a:cubicBezTo>
                  <a:lnTo>
                    <a:pt x="1" y="761"/>
                  </a:lnTo>
                  <a:lnTo>
                    <a:pt x="1016" y="761"/>
                  </a:lnTo>
                  <a:lnTo>
                    <a:pt x="1016" y="255"/>
                  </a:lnTo>
                  <a:cubicBezTo>
                    <a:pt x="1016" y="116"/>
                    <a:pt x="901" y="0"/>
                    <a:pt x="761"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87"/>
            <p:cNvSpPr/>
            <p:nvPr/>
          </p:nvSpPr>
          <p:spPr>
            <a:xfrm>
              <a:off x="2526881" y="3823107"/>
              <a:ext cx="26542" cy="39761"/>
            </a:xfrm>
            <a:custGeom>
              <a:rect b="b" l="l" r="r" t="t"/>
              <a:pathLst>
                <a:path extrusionOk="0" h="1516" w="1012">
                  <a:moveTo>
                    <a:pt x="251" y="0"/>
                  </a:moveTo>
                  <a:cubicBezTo>
                    <a:pt x="111" y="0"/>
                    <a:pt x="1" y="111"/>
                    <a:pt x="1" y="250"/>
                  </a:cubicBezTo>
                  <a:lnTo>
                    <a:pt x="1" y="1266"/>
                  </a:lnTo>
                  <a:cubicBezTo>
                    <a:pt x="1" y="1405"/>
                    <a:pt x="111" y="1516"/>
                    <a:pt x="251" y="1516"/>
                  </a:cubicBezTo>
                  <a:lnTo>
                    <a:pt x="761" y="1516"/>
                  </a:lnTo>
                  <a:cubicBezTo>
                    <a:pt x="901" y="1516"/>
                    <a:pt x="1011" y="1405"/>
                    <a:pt x="1011" y="1266"/>
                  </a:cubicBezTo>
                  <a:lnTo>
                    <a:pt x="1011" y="250"/>
                  </a:lnTo>
                  <a:cubicBezTo>
                    <a:pt x="1011" y="111"/>
                    <a:pt x="901" y="0"/>
                    <a:pt x="76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87"/>
            <p:cNvSpPr/>
            <p:nvPr/>
          </p:nvSpPr>
          <p:spPr>
            <a:xfrm>
              <a:off x="2526881" y="3822975"/>
              <a:ext cx="26542" cy="19959"/>
            </a:xfrm>
            <a:custGeom>
              <a:rect b="b" l="l" r="r" t="t"/>
              <a:pathLst>
                <a:path extrusionOk="0" h="761" w="1012">
                  <a:moveTo>
                    <a:pt x="251" y="0"/>
                  </a:moveTo>
                  <a:cubicBezTo>
                    <a:pt x="111" y="0"/>
                    <a:pt x="1" y="116"/>
                    <a:pt x="1" y="255"/>
                  </a:cubicBezTo>
                  <a:lnTo>
                    <a:pt x="1" y="761"/>
                  </a:lnTo>
                  <a:lnTo>
                    <a:pt x="1011" y="761"/>
                  </a:lnTo>
                  <a:lnTo>
                    <a:pt x="1011" y="255"/>
                  </a:lnTo>
                  <a:cubicBezTo>
                    <a:pt x="1011" y="116"/>
                    <a:pt x="901" y="0"/>
                    <a:pt x="761"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87"/>
            <p:cNvSpPr/>
            <p:nvPr/>
          </p:nvSpPr>
          <p:spPr>
            <a:xfrm>
              <a:off x="2181228" y="3889488"/>
              <a:ext cx="412060" cy="19959"/>
            </a:xfrm>
            <a:custGeom>
              <a:rect b="b" l="l" r="r" t="t"/>
              <a:pathLst>
                <a:path extrusionOk="0" h="761" w="15711">
                  <a:moveTo>
                    <a:pt x="0" y="0"/>
                  </a:moveTo>
                  <a:lnTo>
                    <a:pt x="0" y="760"/>
                  </a:lnTo>
                  <a:lnTo>
                    <a:pt x="15711" y="760"/>
                  </a:lnTo>
                  <a:lnTo>
                    <a:pt x="1571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87"/>
            <p:cNvSpPr/>
            <p:nvPr/>
          </p:nvSpPr>
          <p:spPr>
            <a:xfrm>
              <a:off x="2175039" y="3816786"/>
              <a:ext cx="424571" cy="344813"/>
            </a:xfrm>
            <a:custGeom>
              <a:rect b="b" l="l" r="r" t="t"/>
              <a:pathLst>
                <a:path extrusionOk="0" h="13147" w="16188">
                  <a:moveTo>
                    <a:pt x="2517" y="472"/>
                  </a:moveTo>
                  <a:cubicBezTo>
                    <a:pt x="2527" y="472"/>
                    <a:pt x="2536" y="482"/>
                    <a:pt x="2536" y="491"/>
                  </a:cubicBezTo>
                  <a:lnTo>
                    <a:pt x="2536" y="1502"/>
                  </a:lnTo>
                  <a:cubicBezTo>
                    <a:pt x="2536" y="1511"/>
                    <a:pt x="2527" y="1521"/>
                    <a:pt x="2517" y="1521"/>
                  </a:cubicBezTo>
                  <a:lnTo>
                    <a:pt x="2012" y="1521"/>
                  </a:lnTo>
                  <a:cubicBezTo>
                    <a:pt x="2002" y="1521"/>
                    <a:pt x="1998" y="1511"/>
                    <a:pt x="1998" y="1502"/>
                  </a:cubicBezTo>
                  <a:lnTo>
                    <a:pt x="1998" y="491"/>
                  </a:lnTo>
                  <a:cubicBezTo>
                    <a:pt x="1998" y="482"/>
                    <a:pt x="2002" y="477"/>
                    <a:pt x="2012" y="477"/>
                  </a:cubicBezTo>
                  <a:lnTo>
                    <a:pt x="2012" y="472"/>
                  </a:lnTo>
                  <a:close/>
                  <a:moveTo>
                    <a:pt x="14176" y="472"/>
                  </a:moveTo>
                  <a:cubicBezTo>
                    <a:pt x="14181" y="472"/>
                    <a:pt x="14190" y="482"/>
                    <a:pt x="14190" y="491"/>
                  </a:cubicBezTo>
                  <a:lnTo>
                    <a:pt x="14190" y="1502"/>
                  </a:lnTo>
                  <a:cubicBezTo>
                    <a:pt x="14190" y="1511"/>
                    <a:pt x="14181" y="1521"/>
                    <a:pt x="14176" y="1521"/>
                  </a:cubicBezTo>
                  <a:lnTo>
                    <a:pt x="13666" y="1521"/>
                  </a:lnTo>
                  <a:cubicBezTo>
                    <a:pt x="13656" y="1521"/>
                    <a:pt x="13652" y="1511"/>
                    <a:pt x="13652" y="1502"/>
                  </a:cubicBezTo>
                  <a:lnTo>
                    <a:pt x="13652" y="491"/>
                  </a:lnTo>
                  <a:cubicBezTo>
                    <a:pt x="13652" y="482"/>
                    <a:pt x="13661" y="477"/>
                    <a:pt x="13666" y="477"/>
                  </a:cubicBezTo>
                  <a:lnTo>
                    <a:pt x="13666" y="472"/>
                  </a:lnTo>
                  <a:close/>
                  <a:moveTo>
                    <a:pt x="15187" y="1492"/>
                  </a:moveTo>
                  <a:cubicBezTo>
                    <a:pt x="15475" y="1492"/>
                    <a:pt x="15711" y="1723"/>
                    <a:pt x="15711" y="2017"/>
                  </a:cubicBezTo>
                  <a:lnTo>
                    <a:pt x="15711" y="12145"/>
                  </a:lnTo>
                  <a:cubicBezTo>
                    <a:pt x="15711" y="12434"/>
                    <a:pt x="15475" y="12670"/>
                    <a:pt x="15187" y="12670"/>
                  </a:cubicBezTo>
                  <a:lnTo>
                    <a:pt x="997" y="12670"/>
                  </a:lnTo>
                  <a:cubicBezTo>
                    <a:pt x="708" y="12670"/>
                    <a:pt x="477" y="12434"/>
                    <a:pt x="477" y="12145"/>
                  </a:cubicBezTo>
                  <a:lnTo>
                    <a:pt x="477" y="2017"/>
                  </a:lnTo>
                  <a:cubicBezTo>
                    <a:pt x="477" y="1723"/>
                    <a:pt x="708" y="1492"/>
                    <a:pt x="997" y="1492"/>
                  </a:cubicBezTo>
                  <a:lnTo>
                    <a:pt x="1521" y="1492"/>
                  </a:lnTo>
                  <a:lnTo>
                    <a:pt x="1521" y="1507"/>
                  </a:lnTo>
                  <a:cubicBezTo>
                    <a:pt x="1521" y="1776"/>
                    <a:pt x="1743" y="1997"/>
                    <a:pt x="2012" y="1997"/>
                  </a:cubicBezTo>
                  <a:lnTo>
                    <a:pt x="2517" y="1997"/>
                  </a:lnTo>
                  <a:cubicBezTo>
                    <a:pt x="2787" y="1997"/>
                    <a:pt x="3008" y="1776"/>
                    <a:pt x="3008" y="1507"/>
                  </a:cubicBezTo>
                  <a:lnTo>
                    <a:pt x="3008" y="1492"/>
                  </a:lnTo>
                  <a:lnTo>
                    <a:pt x="13175" y="1492"/>
                  </a:lnTo>
                  <a:lnTo>
                    <a:pt x="13175" y="1507"/>
                  </a:lnTo>
                  <a:cubicBezTo>
                    <a:pt x="13175" y="1776"/>
                    <a:pt x="13397" y="1997"/>
                    <a:pt x="13666" y="1997"/>
                  </a:cubicBezTo>
                  <a:lnTo>
                    <a:pt x="14176" y="1997"/>
                  </a:lnTo>
                  <a:cubicBezTo>
                    <a:pt x="14446" y="1997"/>
                    <a:pt x="14662" y="1776"/>
                    <a:pt x="14667" y="1507"/>
                  </a:cubicBezTo>
                  <a:lnTo>
                    <a:pt x="14667" y="1492"/>
                  </a:lnTo>
                  <a:close/>
                  <a:moveTo>
                    <a:pt x="2012" y="1"/>
                  </a:moveTo>
                  <a:cubicBezTo>
                    <a:pt x="1743" y="1"/>
                    <a:pt x="1521" y="222"/>
                    <a:pt x="1521" y="491"/>
                  </a:cubicBezTo>
                  <a:lnTo>
                    <a:pt x="1521" y="1016"/>
                  </a:lnTo>
                  <a:lnTo>
                    <a:pt x="997" y="1016"/>
                  </a:lnTo>
                  <a:cubicBezTo>
                    <a:pt x="448" y="1016"/>
                    <a:pt x="1" y="1463"/>
                    <a:pt x="1" y="2017"/>
                  </a:cubicBezTo>
                  <a:lnTo>
                    <a:pt x="1" y="12150"/>
                  </a:lnTo>
                  <a:cubicBezTo>
                    <a:pt x="1" y="12699"/>
                    <a:pt x="448" y="13146"/>
                    <a:pt x="997" y="13146"/>
                  </a:cubicBezTo>
                  <a:lnTo>
                    <a:pt x="15187" y="13146"/>
                  </a:lnTo>
                  <a:cubicBezTo>
                    <a:pt x="15740" y="13146"/>
                    <a:pt x="16183" y="12699"/>
                    <a:pt x="16183" y="12150"/>
                  </a:cubicBezTo>
                  <a:lnTo>
                    <a:pt x="16183" y="2017"/>
                  </a:lnTo>
                  <a:cubicBezTo>
                    <a:pt x="16187" y="1463"/>
                    <a:pt x="15740" y="1016"/>
                    <a:pt x="15187" y="1016"/>
                  </a:cubicBezTo>
                  <a:lnTo>
                    <a:pt x="14667" y="1016"/>
                  </a:lnTo>
                  <a:lnTo>
                    <a:pt x="14667" y="491"/>
                  </a:lnTo>
                  <a:cubicBezTo>
                    <a:pt x="14662" y="222"/>
                    <a:pt x="14446" y="1"/>
                    <a:pt x="14176" y="1"/>
                  </a:cubicBezTo>
                  <a:lnTo>
                    <a:pt x="13666" y="1"/>
                  </a:lnTo>
                  <a:cubicBezTo>
                    <a:pt x="13397" y="1"/>
                    <a:pt x="13175" y="222"/>
                    <a:pt x="13175" y="491"/>
                  </a:cubicBezTo>
                  <a:lnTo>
                    <a:pt x="13175" y="1016"/>
                  </a:lnTo>
                  <a:lnTo>
                    <a:pt x="3008" y="1016"/>
                  </a:lnTo>
                  <a:lnTo>
                    <a:pt x="3008" y="491"/>
                  </a:lnTo>
                  <a:cubicBezTo>
                    <a:pt x="3008" y="222"/>
                    <a:pt x="2787" y="1"/>
                    <a:pt x="2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87"/>
            <p:cNvSpPr/>
            <p:nvPr/>
          </p:nvSpPr>
          <p:spPr>
            <a:xfrm>
              <a:off x="2199535" y="3883299"/>
              <a:ext cx="375473" cy="12379"/>
            </a:xfrm>
            <a:custGeom>
              <a:rect b="b" l="l" r="r" t="t"/>
              <a:pathLst>
                <a:path extrusionOk="0" h="472" w="14316">
                  <a:moveTo>
                    <a:pt x="318" y="0"/>
                  </a:moveTo>
                  <a:cubicBezTo>
                    <a:pt x="0" y="0"/>
                    <a:pt x="0" y="472"/>
                    <a:pt x="318" y="472"/>
                  </a:cubicBezTo>
                  <a:lnTo>
                    <a:pt x="14002" y="472"/>
                  </a:lnTo>
                  <a:cubicBezTo>
                    <a:pt x="14315" y="472"/>
                    <a:pt x="14315" y="0"/>
                    <a:pt x="14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87"/>
            <p:cNvSpPr/>
            <p:nvPr/>
          </p:nvSpPr>
          <p:spPr>
            <a:xfrm>
              <a:off x="2219468" y="3936436"/>
              <a:ext cx="56573" cy="12511"/>
            </a:xfrm>
            <a:custGeom>
              <a:rect b="b" l="l" r="r" t="t"/>
              <a:pathLst>
                <a:path extrusionOk="0" h="477" w="2157">
                  <a:moveTo>
                    <a:pt x="318" y="0"/>
                  </a:moveTo>
                  <a:cubicBezTo>
                    <a:pt x="0" y="0"/>
                    <a:pt x="0" y="476"/>
                    <a:pt x="318" y="476"/>
                  </a:cubicBezTo>
                  <a:lnTo>
                    <a:pt x="1838" y="476"/>
                  </a:lnTo>
                  <a:cubicBezTo>
                    <a:pt x="2156" y="476"/>
                    <a:pt x="2156" y="0"/>
                    <a:pt x="1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87"/>
            <p:cNvSpPr/>
            <p:nvPr/>
          </p:nvSpPr>
          <p:spPr>
            <a:xfrm>
              <a:off x="2312471" y="3936436"/>
              <a:ext cx="56573" cy="12511"/>
            </a:xfrm>
            <a:custGeom>
              <a:rect b="b" l="l" r="r" t="t"/>
              <a:pathLst>
                <a:path extrusionOk="0" h="477" w="2157">
                  <a:moveTo>
                    <a:pt x="318" y="0"/>
                  </a:moveTo>
                  <a:cubicBezTo>
                    <a:pt x="1" y="0"/>
                    <a:pt x="1" y="476"/>
                    <a:pt x="318" y="476"/>
                  </a:cubicBezTo>
                  <a:lnTo>
                    <a:pt x="1844" y="476"/>
                  </a:lnTo>
                  <a:cubicBezTo>
                    <a:pt x="2156" y="476"/>
                    <a:pt x="2156" y="0"/>
                    <a:pt x="1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87"/>
            <p:cNvSpPr/>
            <p:nvPr/>
          </p:nvSpPr>
          <p:spPr>
            <a:xfrm>
              <a:off x="2498607" y="3936436"/>
              <a:ext cx="56442" cy="12511"/>
            </a:xfrm>
            <a:custGeom>
              <a:rect b="b" l="l" r="r" t="t"/>
              <a:pathLst>
                <a:path extrusionOk="0" h="477" w="2152">
                  <a:moveTo>
                    <a:pt x="319" y="0"/>
                  </a:moveTo>
                  <a:cubicBezTo>
                    <a:pt x="1" y="0"/>
                    <a:pt x="1" y="476"/>
                    <a:pt x="319" y="476"/>
                  </a:cubicBezTo>
                  <a:lnTo>
                    <a:pt x="1839" y="476"/>
                  </a:lnTo>
                  <a:cubicBezTo>
                    <a:pt x="2152" y="476"/>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87"/>
            <p:cNvSpPr/>
            <p:nvPr/>
          </p:nvSpPr>
          <p:spPr>
            <a:xfrm>
              <a:off x="2219468" y="3989546"/>
              <a:ext cx="56573" cy="12537"/>
            </a:xfrm>
            <a:custGeom>
              <a:rect b="b" l="l" r="r" t="t"/>
              <a:pathLst>
                <a:path extrusionOk="0" h="478" w="2157">
                  <a:moveTo>
                    <a:pt x="318" y="1"/>
                  </a:moveTo>
                  <a:cubicBezTo>
                    <a:pt x="0" y="1"/>
                    <a:pt x="0" y="477"/>
                    <a:pt x="318" y="477"/>
                  </a:cubicBezTo>
                  <a:lnTo>
                    <a:pt x="1838" y="477"/>
                  </a:lnTo>
                  <a:cubicBezTo>
                    <a:pt x="2156" y="477"/>
                    <a:pt x="2156" y="1"/>
                    <a:pt x="18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87"/>
            <p:cNvSpPr/>
            <p:nvPr/>
          </p:nvSpPr>
          <p:spPr>
            <a:xfrm>
              <a:off x="2405605" y="3989546"/>
              <a:ext cx="56442" cy="12537"/>
            </a:xfrm>
            <a:custGeom>
              <a:rect b="b" l="l" r="r" t="t"/>
              <a:pathLst>
                <a:path extrusionOk="0" h="478" w="2152">
                  <a:moveTo>
                    <a:pt x="313" y="1"/>
                  </a:moveTo>
                  <a:cubicBezTo>
                    <a:pt x="1" y="1"/>
                    <a:pt x="1" y="477"/>
                    <a:pt x="313" y="477"/>
                  </a:cubicBezTo>
                  <a:lnTo>
                    <a:pt x="1834" y="477"/>
                  </a:lnTo>
                  <a:cubicBezTo>
                    <a:pt x="2152" y="477"/>
                    <a:pt x="2152"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87"/>
            <p:cNvSpPr/>
            <p:nvPr/>
          </p:nvSpPr>
          <p:spPr>
            <a:xfrm>
              <a:off x="2219468" y="4042814"/>
              <a:ext cx="56573" cy="12379"/>
            </a:xfrm>
            <a:custGeom>
              <a:rect b="b" l="l" r="r" t="t"/>
              <a:pathLst>
                <a:path extrusionOk="0" h="472" w="2157">
                  <a:moveTo>
                    <a:pt x="318" y="0"/>
                  </a:moveTo>
                  <a:cubicBezTo>
                    <a:pt x="0" y="0"/>
                    <a:pt x="0" y="472"/>
                    <a:pt x="318" y="472"/>
                  </a:cubicBezTo>
                  <a:lnTo>
                    <a:pt x="1838" y="472"/>
                  </a:lnTo>
                  <a:cubicBezTo>
                    <a:pt x="2156" y="472"/>
                    <a:pt x="2156" y="0"/>
                    <a:pt x="1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87"/>
            <p:cNvSpPr/>
            <p:nvPr/>
          </p:nvSpPr>
          <p:spPr>
            <a:xfrm>
              <a:off x="2312471" y="4042814"/>
              <a:ext cx="56573" cy="12379"/>
            </a:xfrm>
            <a:custGeom>
              <a:rect b="b" l="l" r="r" t="t"/>
              <a:pathLst>
                <a:path extrusionOk="0" h="472" w="2157">
                  <a:moveTo>
                    <a:pt x="1848" y="0"/>
                  </a:moveTo>
                  <a:cubicBezTo>
                    <a:pt x="1847" y="0"/>
                    <a:pt x="1845" y="0"/>
                    <a:pt x="1844" y="0"/>
                  </a:cubicBezTo>
                  <a:lnTo>
                    <a:pt x="318" y="0"/>
                  </a:lnTo>
                  <a:cubicBezTo>
                    <a:pt x="1" y="0"/>
                    <a:pt x="1" y="472"/>
                    <a:pt x="318" y="472"/>
                  </a:cubicBezTo>
                  <a:lnTo>
                    <a:pt x="1844" y="472"/>
                  </a:lnTo>
                  <a:cubicBezTo>
                    <a:pt x="2155" y="472"/>
                    <a:pt x="2156" y="0"/>
                    <a:pt x="18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87"/>
            <p:cNvSpPr/>
            <p:nvPr/>
          </p:nvSpPr>
          <p:spPr>
            <a:xfrm>
              <a:off x="2498607" y="4042814"/>
              <a:ext cx="56442" cy="12379"/>
            </a:xfrm>
            <a:custGeom>
              <a:rect b="b" l="l" r="r" t="t"/>
              <a:pathLst>
                <a:path extrusionOk="0" h="472" w="2152">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87"/>
            <p:cNvSpPr/>
            <p:nvPr/>
          </p:nvSpPr>
          <p:spPr>
            <a:xfrm>
              <a:off x="2312471" y="4095951"/>
              <a:ext cx="56573" cy="12379"/>
            </a:xfrm>
            <a:custGeom>
              <a:rect b="b" l="l" r="r" t="t"/>
              <a:pathLst>
                <a:path extrusionOk="0" h="472" w="2157">
                  <a:moveTo>
                    <a:pt x="318" y="0"/>
                  </a:moveTo>
                  <a:cubicBezTo>
                    <a:pt x="1" y="0"/>
                    <a:pt x="1" y="472"/>
                    <a:pt x="318" y="472"/>
                  </a:cubicBezTo>
                  <a:lnTo>
                    <a:pt x="1844" y="472"/>
                  </a:lnTo>
                  <a:cubicBezTo>
                    <a:pt x="2156" y="472"/>
                    <a:pt x="2156" y="0"/>
                    <a:pt x="1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87"/>
            <p:cNvSpPr/>
            <p:nvPr/>
          </p:nvSpPr>
          <p:spPr>
            <a:xfrm>
              <a:off x="2405605" y="4095951"/>
              <a:ext cx="56442" cy="12379"/>
            </a:xfrm>
            <a:custGeom>
              <a:rect b="b" l="l" r="r" t="t"/>
              <a:pathLst>
                <a:path extrusionOk="0" h="472" w="2152">
                  <a:moveTo>
                    <a:pt x="313" y="0"/>
                  </a:moveTo>
                  <a:cubicBezTo>
                    <a:pt x="1" y="0"/>
                    <a:pt x="1" y="472"/>
                    <a:pt x="313" y="472"/>
                  </a:cubicBezTo>
                  <a:lnTo>
                    <a:pt x="1834" y="472"/>
                  </a:lnTo>
                  <a:cubicBezTo>
                    <a:pt x="2152" y="472"/>
                    <a:pt x="215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87"/>
            <p:cNvSpPr/>
            <p:nvPr/>
          </p:nvSpPr>
          <p:spPr>
            <a:xfrm>
              <a:off x="2498607" y="4095951"/>
              <a:ext cx="56442" cy="12379"/>
            </a:xfrm>
            <a:custGeom>
              <a:rect b="b" l="l" r="r" t="t"/>
              <a:pathLst>
                <a:path extrusionOk="0" h="472" w="2152">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87"/>
            <p:cNvSpPr/>
            <p:nvPr/>
          </p:nvSpPr>
          <p:spPr>
            <a:xfrm>
              <a:off x="2312104" y="3976170"/>
              <a:ext cx="57491" cy="39184"/>
            </a:xfrm>
            <a:custGeom>
              <a:rect b="b" l="l" r="r" t="t"/>
              <a:pathLst>
                <a:path extrusionOk="0" h="1494" w="2192">
                  <a:moveTo>
                    <a:pt x="1849" y="1"/>
                  </a:moveTo>
                  <a:cubicBezTo>
                    <a:pt x="1794" y="1"/>
                    <a:pt x="1736" y="22"/>
                    <a:pt x="1684" y="73"/>
                  </a:cubicBezTo>
                  <a:lnTo>
                    <a:pt x="842" y="920"/>
                  </a:lnTo>
                  <a:lnTo>
                    <a:pt x="501" y="583"/>
                  </a:lnTo>
                  <a:cubicBezTo>
                    <a:pt x="450" y="534"/>
                    <a:pt x="393" y="514"/>
                    <a:pt x="339" y="514"/>
                  </a:cubicBezTo>
                  <a:cubicBezTo>
                    <a:pt x="157" y="514"/>
                    <a:pt x="1" y="745"/>
                    <a:pt x="164" y="915"/>
                  </a:cubicBezTo>
                  <a:lnTo>
                    <a:pt x="674" y="1425"/>
                  </a:lnTo>
                  <a:cubicBezTo>
                    <a:pt x="720" y="1471"/>
                    <a:pt x="780" y="1494"/>
                    <a:pt x="840" y="1494"/>
                  </a:cubicBezTo>
                  <a:cubicBezTo>
                    <a:pt x="900" y="1494"/>
                    <a:pt x="960" y="1471"/>
                    <a:pt x="1006" y="1425"/>
                  </a:cubicBezTo>
                  <a:lnTo>
                    <a:pt x="2021" y="410"/>
                  </a:lnTo>
                  <a:cubicBezTo>
                    <a:pt x="2192" y="239"/>
                    <a:pt x="2034" y="1"/>
                    <a:pt x="18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87"/>
            <p:cNvSpPr/>
            <p:nvPr/>
          </p:nvSpPr>
          <p:spPr>
            <a:xfrm>
              <a:off x="2497821" y="3976170"/>
              <a:ext cx="57910" cy="39184"/>
            </a:xfrm>
            <a:custGeom>
              <a:rect b="b" l="l" r="r" t="t"/>
              <a:pathLst>
                <a:path extrusionOk="0" h="1494" w="2208">
                  <a:moveTo>
                    <a:pt x="1864" y="1"/>
                  </a:moveTo>
                  <a:cubicBezTo>
                    <a:pt x="1809" y="1"/>
                    <a:pt x="1752" y="22"/>
                    <a:pt x="1701" y="73"/>
                  </a:cubicBezTo>
                  <a:lnTo>
                    <a:pt x="854" y="920"/>
                  </a:lnTo>
                  <a:lnTo>
                    <a:pt x="517" y="583"/>
                  </a:lnTo>
                  <a:cubicBezTo>
                    <a:pt x="463" y="527"/>
                    <a:pt x="403" y="504"/>
                    <a:pt x="346" y="504"/>
                  </a:cubicBezTo>
                  <a:cubicBezTo>
                    <a:pt x="160" y="504"/>
                    <a:pt x="0" y="746"/>
                    <a:pt x="180" y="915"/>
                  </a:cubicBezTo>
                  <a:lnTo>
                    <a:pt x="685" y="1425"/>
                  </a:lnTo>
                  <a:cubicBezTo>
                    <a:pt x="731" y="1471"/>
                    <a:pt x="792" y="1494"/>
                    <a:pt x="854" y="1494"/>
                  </a:cubicBezTo>
                  <a:cubicBezTo>
                    <a:pt x="915" y="1494"/>
                    <a:pt x="976" y="1471"/>
                    <a:pt x="1022" y="1425"/>
                  </a:cubicBezTo>
                  <a:lnTo>
                    <a:pt x="2037" y="410"/>
                  </a:lnTo>
                  <a:cubicBezTo>
                    <a:pt x="2208" y="239"/>
                    <a:pt x="2048" y="1"/>
                    <a:pt x="1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87"/>
            <p:cNvSpPr/>
            <p:nvPr/>
          </p:nvSpPr>
          <p:spPr>
            <a:xfrm>
              <a:off x="2405237" y="4029360"/>
              <a:ext cx="57438" cy="39131"/>
            </a:xfrm>
            <a:custGeom>
              <a:rect b="b" l="l" r="r" t="t"/>
              <a:pathLst>
                <a:path extrusionOk="0" h="1492" w="2190">
                  <a:moveTo>
                    <a:pt x="1850" y="1"/>
                  </a:moveTo>
                  <a:cubicBezTo>
                    <a:pt x="1794" y="1"/>
                    <a:pt x="1736" y="23"/>
                    <a:pt x="1684" y="76"/>
                  </a:cubicBezTo>
                  <a:lnTo>
                    <a:pt x="838" y="918"/>
                  </a:lnTo>
                  <a:lnTo>
                    <a:pt x="496" y="581"/>
                  </a:lnTo>
                  <a:cubicBezTo>
                    <a:pt x="445" y="532"/>
                    <a:pt x="389" y="512"/>
                    <a:pt x="335" y="512"/>
                  </a:cubicBezTo>
                  <a:cubicBezTo>
                    <a:pt x="155" y="512"/>
                    <a:pt x="1" y="742"/>
                    <a:pt x="164" y="913"/>
                  </a:cubicBezTo>
                  <a:lnTo>
                    <a:pt x="669" y="1423"/>
                  </a:lnTo>
                  <a:cubicBezTo>
                    <a:pt x="715" y="1469"/>
                    <a:pt x="775" y="1491"/>
                    <a:pt x="836" y="1491"/>
                  </a:cubicBezTo>
                  <a:cubicBezTo>
                    <a:pt x="896" y="1491"/>
                    <a:pt x="958" y="1469"/>
                    <a:pt x="1006" y="1423"/>
                  </a:cubicBezTo>
                  <a:lnTo>
                    <a:pt x="2016" y="408"/>
                  </a:lnTo>
                  <a:cubicBezTo>
                    <a:pt x="2190" y="238"/>
                    <a:pt x="2032" y="1"/>
                    <a:pt x="18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87"/>
            <p:cNvSpPr/>
            <p:nvPr/>
          </p:nvSpPr>
          <p:spPr>
            <a:xfrm>
              <a:off x="2219101" y="4082497"/>
              <a:ext cx="57464" cy="39131"/>
            </a:xfrm>
            <a:custGeom>
              <a:rect b="b" l="l" r="r" t="t"/>
              <a:pathLst>
                <a:path extrusionOk="0" h="1492" w="2191">
                  <a:moveTo>
                    <a:pt x="1851" y="0"/>
                  </a:moveTo>
                  <a:cubicBezTo>
                    <a:pt x="1795" y="0"/>
                    <a:pt x="1737" y="22"/>
                    <a:pt x="1684" y="75"/>
                  </a:cubicBezTo>
                  <a:lnTo>
                    <a:pt x="837" y="922"/>
                  </a:lnTo>
                  <a:lnTo>
                    <a:pt x="500" y="581"/>
                  </a:lnTo>
                  <a:cubicBezTo>
                    <a:pt x="449" y="532"/>
                    <a:pt x="392" y="512"/>
                    <a:pt x="337" y="512"/>
                  </a:cubicBezTo>
                  <a:cubicBezTo>
                    <a:pt x="155" y="512"/>
                    <a:pt x="0" y="743"/>
                    <a:pt x="164" y="917"/>
                  </a:cubicBezTo>
                  <a:lnTo>
                    <a:pt x="674" y="1423"/>
                  </a:lnTo>
                  <a:cubicBezTo>
                    <a:pt x="719" y="1468"/>
                    <a:pt x="779" y="1491"/>
                    <a:pt x="840" y="1491"/>
                  </a:cubicBezTo>
                  <a:cubicBezTo>
                    <a:pt x="900" y="1491"/>
                    <a:pt x="960" y="1468"/>
                    <a:pt x="1006" y="1423"/>
                  </a:cubicBezTo>
                  <a:lnTo>
                    <a:pt x="2021" y="412"/>
                  </a:lnTo>
                  <a:cubicBezTo>
                    <a:pt x="2191" y="239"/>
                    <a:pt x="2035"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87"/>
            <p:cNvSpPr/>
            <p:nvPr/>
          </p:nvSpPr>
          <p:spPr>
            <a:xfrm>
              <a:off x="2404792" y="3923033"/>
              <a:ext cx="57910" cy="39158"/>
            </a:xfrm>
            <a:custGeom>
              <a:rect b="b" l="l" r="r" t="t"/>
              <a:pathLst>
                <a:path extrusionOk="0" h="1493" w="2208">
                  <a:moveTo>
                    <a:pt x="1866" y="0"/>
                  </a:moveTo>
                  <a:cubicBezTo>
                    <a:pt x="1810" y="0"/>
                    <a:pt x="1753" y="22"/>
                    <a:pt x="1701" y="73"/>
                  </a:cubicBezTo>
                  <a:lnTo>
                    <a:pt x="855" y="920"/>
                  </a:lnTo>
                  <a:lnTo>
                    <a:pt x="513" y="578"/>
                  </a:lnTo>
                  <a:cubicBezTo>
                    <a:pt x="461" y="523"/>
                    <a:pt x="402" y="500"/>
                    <a:pt x="346" y="500"/>
                  </a:cubicBezTo>
                  <a:cubicBezTo>
                    <a:pt x="161" y="500"/>
                    <a:pt x="0" y="746"/>
                    <a:pt x="181" y="915"/>
                  </a:cubicBezTo>
                  <a:lnTo>
                    <a:pt x="686" y="1421"/>
                  </a:lnTo>
                  <a:cubicBezTo>
                    <a:pt x="732" y="1469"/>
                    <a:pt x="792" y="1493"/>
                    <a:pt x="853" y="1493"/>
                  </a:cubicBezTo>
                  <a:cubicBezTo>
                    <a:pt x="913" y="1493"/>
                    <a:pt x="975" y="1469"/>
                    <a:pt x="1023" y="1421"/>
                  </a:cubicBezTo>
                  <a:lnTo>
                    <a:pt x="2033" y="410"/>
                  </a:lnTo>
                  <a:cubicBezTo>
                    <a:pt x="2207" y="236"/>
                    <a:pt x="2049" y="0"/>
                    <a:pt x="18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8" name="Google Shape;14718;p87"/>
          <p:cNvGrpSpPr/>
          <p:nvPr/>
        </p:nvGrpSpPr>
        <p:grpSpPr>
          <a:xfrm>
            <a:off x="1277770" y="1980572"/>
            <a:ext cx="409149" cy="373978"/>
            <a:chOff x="1277770" y="1980572"/>
            <a:chExt cx="409149" cy="373978"/>
          </a:xfrm>
        </p:grpSpPr>
        <p:sp>
          <p:nvSpPr>
            <p:cNvPr id="14719" name="Google Shape;14719;p87"/>
            <p:cNvSpPr/>
            <p:nvPr/>
          </p:nvSpPr>
          <p:spPr>
            <a:xfrm>
              <a:off x="1298962" y="2200044"/>
              <a:ext cx="102890" cy="44954"/>
            </a:xfrm>
            <a:custGeom>
              <a:rect b="b" l="l" r="r" t="t"/>
              <a:pathLst>
                <a:path extrusionOk="0" h="1714" w="3923">
                  <a:moveTo>
                    <a:pt x="1" y="1"/>
                  </a:moveTo>
                  <a:cubicBezTo>
                    <a:pt x="135" y="982"/>
                    <a:pt x="973" y="1714"/>
                    <a:pt x="1959" y="1714"/>
                  </a:cubicBezTo>
                  <a:cubicBezTo>
                    <a:pt x="2950" y="1714"/>
                    <a:pt x="3787" y="982"/>
                    <a:pt x="3922"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87"/>
            <p:cNvSpPr/>
            <p:nvPr/>
          </p:nvSpPr>
          <p:spPr>
            <a:xfrm>
              <a:off x="1470332" y="2057576"/>
              <a:ext cx="23631" cy="245227"/>
            </a:xfrm>
            <a:custGeom>
              <a:rect b="b" l="l" r="r" t="t"/>
              <a:pathLst>
                <a:path extrusionOk="0" h="9350" w="901">
                  <a:moveTo>
                    <a:pt x="1" y="0"/>
                  </a:moveTo>
                  <a:lnTo>
                    <a:pt x="1" y="9349"/>
                  </a:lnTo>
                  <a:lnTo>
                    <a:pt x="901" y="9349"/>
                  </a:lnTo>
                  <a:lnTo>
                    <a:pt x="901" y="0"/>
                  </a:lnTo>
                  <a:cubicBezTo>
                    <a:pt x="761" y="80"/>
                    <a:pt x="606" y="119"/>
                    <a:pt x="451" y="119"/>
                  </a:cubicBezTo>
                  <a:cubicBezTo>
                    <a:pt x="296" y="119"/>
                    <a:pt x="140" y="80"/>
                    <a:pt x="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87"/>
            <p:cNvSpPr/>
            <p:nvPr/>
          </p:nvSpPr>
          <p:spPr>
            <a:xfrm>
              <a:off x="1470332" y="2057576"/>
              <a:ext cx="15815" cy="245227"/>
            </a:xfrm>
            <a:custGeom>
              <a:rect b="b" l="l" r="r" t="t"/>
              <a:pathLst>
                <a:path extrusionOk="0" h="9350" w="603">
                  <a:moveTo>
                    <a:pt x="1" y="0"/>
                  </a:moveTo>
                  <a:lnTo>
                    <a:pt x="1" y="9349"/>
                  </a:lnTo>
                  <a:lnTo>
                    <a:pt x="602" y="9349"/>
                  </a:lnTo>
                  <a:lnTo>
                    <a:pt x="602" y="106"/>
                  </a:lnTo>
                  <a:cubicBezTo>
                    <a:pt x="549" y="116"/>
                    <a:pt x="501" y="120"/>
                    <a:pt x="448" y="120"/>
                  </a:cubicBezTo>
                  <a:cubicBezTo>
                    <a:pt x="290" y="120"/>
                    <a:pt x="136" y="77"/>
                    <a:pt x="1"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87"/>
            <p:cNvSpPr/>
            <p:nvPr/>
          </p:nvSpPr>
          <p:spPr>
            <a:xfrm>
              <a:off x="1543297" y="2175941"/>
              <a:ext cx="137826" cy="24129"/>
            </a:xfrm>
            <a:custGeom>
              <a:rect b="b" l="l" r="r" t="t"/>
              <a:pathLst>
                <a:path extrusionOk="0" h="920" w="5255">
                  <a:moveTo>
                    <a:pt x="385" y="1"/>
                  </a:moveTo>
                  <a:cubicBezTo>
                    <a:pt x="173" y="5"/>
                    <a:pt x="0" y="174"/>
                    <a:pt x="0" y="385"/>
                  </a:cubicBezTo>
                  <a:lnTo>
                    <a:pt x="0" y="535"/>
                  </a:lnTo>
                  <a:cubicBezTo>
                    <a:pt x="0" y="746"/>
                    <a:pt x="173" y="920"/>
                    <a:pt x="385" y="920"/>
                  </a:cubicBezTo>
                  <a:lnTo>
                    <a:pt x="4870" y="920"/>
                  </a:lnTo>
                  <a:cubicBezTo>
                    <a:pt x="5081" y="920"/>
                    <a:pt x="5255" y="746"/>
                    <a:pt x="5255" y="535"/>
                  </a:cubicBezTo>
                  <a:lnTo>
                    <a:pt x="5255" y="385"/>
                  </a:lnTo>
                  <a:cubicBezTo>
                    <a:pt x="5255" y="174"/>
                    <a:pt x="5081" y="5"/>
                    <a:pt x="487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87"/>
            <p:cNvSpPr/>
            <p:nvPr/>
          </p:nvSpPr>
          <p:spPr>
            <a:xfrm>
              <a:off x="1543297" y="2179980"/>
              <a:ext cx="137826" cy="20090"/>
            </a:xfrm>
            <a:custGeom>
              <a:rect b="b" l="l" r="r" t="t"/>
              <a:pathLst>
                <a:path extrusionOk="0" h="766" w="5255">
                  <a:moveTo>
                    <a:pt x="77" y="1"/>
                  </a:moveTo>
                  <a:cubicBezTo>
                    <a:pt x="29" y="68"/>
                    <a:pt x="0" y="150"/>
                    <a:pt x="0" y="231"/>
                  </a:cubicBezTo>
                  <a:lnTo>
                    <a:pt x="0" y="381"/>
                  </a:lnTo>
                  <a:cubicBezTo>
                    <a:pt x="0" y="592"/>
                    <a:pt x="173" y="766"/>
                    <a:pt x="385" y="766"/>
                  </a:cubicBezTo>
                  <a:lnTo>
                    <a:pt x="4870" y="766"/>
                  </a:lnTo>
                  <a:cubicBezTo>
                    <a:pt x="5081" y="766"/>
                    <a:pt x="5255" y="592"/>
                    <a:pt x="5255" y="381"/>
                  </a:cubicBezTo>
                  <a:lnTo>
                    <a:pt x="5255" y="231"/>
                  </a:lnTo>
                  <a:cubicBezTo>
                    <a:pt x="5255" y="150"/>
                    <a:pt x="5226" y="68"/>
                    <a:pt x="5178" y="1"/>
                  </a:cubicBezTo>
                  <a:cubicBezTo>
                    <a:pt x="5105" y="102"/>
                    <a:pt x="4990" y="154"/>
                    <a:pt x="4870" y="159"/>
                  </a:cubicBezTo>
                  <a:lnTo>
                    <a:pt x="385" y="159"/>
                  </a:lnTo>
                  <a:cubicBezTo>
                    <a:pt x="265" y="154"/>
                    <a:pt x="149" y="102"/>
                    <a:pt x="77"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87"/>
            <p:cNvSpPr/>
            <p:nvPr/>
          </p:nvSpPr>
          <p:spPr>
            <a:xfrm>
              <a:off x="1563230" y="2200044"/>
              <a:ext cx="102864" cy="44954"/>
            </a:xfrm>
            <a:custGeom>
              <a:rect b="b" l="l" r="r" t="t"/>
              <a:pathLst>
                <a:path extrusionOk="0" h="1714" w="3922">
                  <a:moveTo>
                    <a:pt x="0" y="1"/>
                  </a:moveTo>
                  <a:cubicBezTo>
                    <a:pt x="130" y="982"/>
                    <a:pt x="968" y="1714"/>
                    <a:pt x="1959" y="1714"/>
                  </a:cubicBezTo>
                  <a:cubicBezTo>
                    <a:pt x="2950" y="1714"/>
                    <a:pt x="3787" y="982"/>
                    <a:pt x="3922"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87"/>
            <p:cNvSpPr/>
            <p:nvPr/>
          </p:nvSpPr>
          <p:spPr>
            <a:xfrm>
              <a:off x="1298962" y="2200044"/>
              <a:ext cx="63497" cy="44980"/>
            </a:xfrm>
            <a:custGeom>
              <a:rect b="b" l="l" r="r" t="t"/>
              <a:pathLst>
                <a:path extrusionOk="0" h="1715" w="2421">
                  <a:moveTo>
                    <a:pt x="1" y="1"/>
                  </a:moveTo>
                  <a:cubicBezTo>
                    <a:pt x="138" y="1003"/>
                    <a:pt x="995" y="1715"/>
                    <a:pt x="1961" y="1715"/>
                  </a:cubicBezTo>
                  <a:cubicBezTo>
                    <a:pt x="2113" y="1715"/>
                    <a:pt x="2267" y="1697"/>
                    <a:pt x="2421" y="1661"/>
                  </a:cubicBezTo>
                  <a:cubicBezTo>
                    <a:pt x="1622" y="1473"/>
                    <a:pt x="1025" y="814"/>
                    <a:pt x="9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87"/>
            <p:cNvSpPr/>
            <p:nvPr/>
          </p:nvSpPr>
          <p:spPr>
            <a:xfrm>
              <a:off x="1563230" y="2200044"/>
              <a:ext cx="63366" cy="44980"/>
            </a:xfrm>
            <a:custGeom>
              <a:rect b="b" l="l" r="r" t="t"/>
              <a:pathLst>
                <a:path extrusionOk="0" h="1715" w="2416">
                  <a:moveTo>
                    <a:pt x="0" y="1"/>
                  </a:moveTo>
                  <a:cubicBezTo>
                    <a:pt x="138" y="1003"/>
                    <a:pt x="994" y="1715"/>
                    <a:pt x="1958" y="1715"/>
                  </a:cubicBezTo>
                  <a:cubicBezTo>
                    <a:pt x="2109" y="1715"/>
                    <a:pt x="2262" y="1697"/>
                    <a:pt x="2416" y="1661"/>
                  </a:cubicBezTo>
                  <a:cubicBezTo>
                    <a:pt x="1622" y="1473"/>
                    <a:pt x="1025" y="814"/>
                    <a:pt x="9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87"/>
            <p:cNvSpPr/>
            <p:nvPr/>
          </p:nvSpPr>
          <p:spPr>
            <a:xfrm>
              <a:off x="1331274" y="2050888"/>
              <a:ext cx="37636" cy="32234"/>
            </a:xfrm>
            <a:custGeom>
              <a:rect b="b" l="l" r="r" t="t"/>
              <a:pathLst>
                <a:path extrusionOk="0" h="1229" w="1435">
                  <a:moveTo>
                    <a:pt x="818" y="0"/>
                  </a:moveTo>
                  <a:cubicBezTo>
                    <a:pt x="275" y="5"/>
                    <a:pt x="0" y="664"/>
                    <a:pt x="390" y="1049"/>
                  </a:cubicBezTo>
                  <a:cubicBezTo>
                    <a:pt x="514" y="1173"/>
                    <a:pt x="667" y="1229"/>
                    <a:pt x="817" y="1229"/>
                  </a:cubicBezTo>
                  <a:cubicBezTo>
                    <a:pt x="1132" y="1229"/>
                    <a:pt x="1434" y="984"/>
                    <a:pt x="1434" y="616"/>
                  </a:cubicBezTo>
                  <a:cubicBezTo>
                    <a:pt x="1434" y="274"/>
                    <a:pt x="1160" y="0"/>
                    <a:pt x="818"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87"/>
            <p:cNvSpPr/>
            <p:nvPr/>
          </p:nvSpPr>
          <p:spPr>
            <a:xfrm>
              <a:off x="1590742" y="2050888"/>
              <a:ext cx="37636" cy="32234"/>
            </a:xfrm>
            <a:custGeom>
              <a:rect b="b" l="l" r="r" t="t"/>
              <a:pathLst>
                <a:path extrusionOk="0" h="1229" w="1435">
                  <a:moveTo>
                    <a:pt x="818" y="0"/>
                  </a:moveTo>
                  <a:cubicBezTo>
                    <a:pt x="275" y="0"/>
                    <a:pt x="0" y="659"/>
                    <a:pt x="385" y="1049"/>
                  </a:cubicBezTo>
                  <a:cubicBezTo>
                    <a:pt x="510" y="1173"/>
                    <a:pt x="662" y="1229"/>
                    <a:pt x="812" y="1229"/>
                  </a:cubicBezTo>
                  <a:cubicBezTo>
                    <a:pt x="1128" y="1229"/>
                    <a:pt x="1431" y="984"/>
                    <a:pt x="1434" y="616"/>
                  </a:cubicBezTo>
                  <a:cubicBezTo>
                    <a:pt x="1434" y="274"/>
                    <a:pt x="1160" y="0"/>
                    <a:pt x="818"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87"/>
            <p:cNvSpPr/>
            <p:nvPr/>
          </p:nvSpPr>
          <p:spPr>
            <a:xfrm>
              <a:off x="1426689" y="2300364"/>
              <a:ext cx="110942" cy="26542"/>
            </a:xfrm>
            <a:custGeom>
              <a:rect b="b" l="l" r="r" t="t"/>
              <a:pathLst>
                <a:path extrusionOk="0" h="1012" w="4230">
                  <a:moveTo>
                    <a:pt x="385" y="1"/>
                  </a:moveTo>
                  <a:cubicBezTo>
                    <a:pt x="173" y="1"/>
                    <a:pt x="0" y="174"/>
                    <a:pt x="0" y="386"/>
                  </a:cubicBezTo>
                  <a:lnTo>
                    <a:pt x="0" y="1011"/>
                  </a:lnTo>
                  <a:lnTo>
                    <a:pt x="4230" y="1011"/>
                  </a:lnTo>
                  <a:lnTo>
                    <a:pt x="4230" y="386"/>
                  </a:lnTo>
                  <a:cubicBezTo>
                    <a:pt x="4225" y="174"/>
                    <a:pt x="4056" y="1"/>
                    <a:pt x="3845" y="1"/>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87"/>
            <p:cNvSpPr/>
            <p:nvPr/>
          </p:nvSpPr>
          <p:spPr>
            <a:xfrm>
              <a:off x="1426689" y="2308442"/>
              <a:ext cx="110942" cy="18464"/>
            </a:xfrm>
            <a:custGeom>
              <a:rect b="b" l="l" r="r" t="t"/>
              <a:pathLst>
                <a:path extrusionOk="0" h="704" w="4230">
                  <a:moveTo>
                    <a:pt x="10" y="1"/>
                  </a:moveTo>
                  <a:cubicBezTo>
                    <a:pt x="0" y="30"/>
                    <a:pt x="0" y="54"/>
                    <a:pt x="0" y="78"/>
                  </a:cubicBezTo>
                  <a:lnTo>
                    <a:pt x="0" y="703"/>
                  </a:lnTo>
                  <a:lnTo>
                    <a:pt x="4230" y="703"/>
                  </a:lnTo>
                  <a:lnTo>
                    <a:pt x="4230" y="78"/>
                  </a:lnTo>
                  <a:cubicBezTo>
                    <a:pt x="4230" y="49"/>
                    <a:pt x="4225" y="25"/>
                    <a:pt x="422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87"/>
            <p:cNvSpPr/>
            <p:nvPr/>
          </p:nvSpPr>
          <p:spPr>
            <a:xfrm>
              <a:off x="1413418" y="2324467"/>
              <a:ext cx="137852" cy="24129"/>
            </a:xfrm>
            <a:custGeom>
              <a:rect b="b" l="l" r="r" t="t"/>
              <a:pathLst>
                <a:path extrusionOk="0" h="920" w="5256">
                  <a:moveTo>
                    <a:pt x="386" y="1"/>
                  </a:moveTo>
                  <a:cubicBezTo>
                    <a:pt x="174" y="1"/>
                    <a:pt x="1" y="174"/>
                    <a:pt x="1" y="386"/>
                  </a:cubicBezTo>
                  <a:lnTo>
                    <a:pt x="1" y="535"/>
                  </a:lnTo>
                  <a:cubicBezTo>
                    <a:pt x="1" y="747"/>
                    <a:pt x="174" y="920"/>
                    <a:pt x="386" y="920"/>
                  </a:cubicBezTo>
                  <a:lnTo>
                    <a:pt x="4870" y="920"/>
                  </a:lnTo>
                  <a:cubicBezTo>
                    <a:pt x="5082" y="920"/>
                    <a:pt x="5255" y="747"/>
                    <a:pt x="5255" y="535"/>
                  </a:cubicBezTo>
                  <a:lnTo>
                    <a:pt x="5255" y="386"/>
                  </a:lnTo>
                  <a:cubicBezTo>
                    <a:pt x="5255" y="174"/>
                    <a:pt x="5082" y="1"/>
                    <a:pt x="4870"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87"/>
            <p:cNvSpPr/>
            <p:nvPr/>
          </p:nvSpPr>
          <p:spPr>
            <a:xfrm>
              <a:off x="1413418" y="2328506"/>
              <a:ext cx="137852" cy="20090"/>
            </a:xfrm>
            <a:custGeom>
              <a:rect b="b" l="l" r="r" t="t"/>
              <a:pathLst>
                <a:path extrusionOk="0" h="766" w="5256">
                  <a:moveTo>
                    <a:pt x="78" y="1"/>
                  </a:moveTo>
                  <a:cubicBezTo>
                    <a:pt x="30" y="68"/>
                    <a:pt x="1" y="150"/>
                    <a:pt x="1" y="232"/>
                  </a:cubicBezTo>
                  <a:lnTo>
                    <a:pt x="1" y="381"/>
                  </a:lnTo>
                  <a:cubicBezTo>
                    <a:pt x="1" y="593"/>
                    <a:pt x="174" y="766"/>
                    <a:pt x="386" y="766"/>
                  </a:cubicBezTo>
                  <a:lnTo>
                    <a:pt x="4870" y="766"/>
                  </a:lnTo>
                  <a:cubicBezTo>
                    <a:pt x="5082" y="766"/>
                    <a:pt x="5255" y="593"/>
                    <a:pt x="5255" y="381"/>
                  </a:cubicBezTo>
                  <a:lnTo>
                    <a:pt x="5255" y="232"/>
                  </a:lnTo>
                  <a:cubicBezTo>
                    <a:pt x="5255" y="150"/>
                    <a:pt x="5226" y="68"/>
                    <a:pt x="5178" y="1"/>
                  </a:cubicBezTo>
                  <a:cubicBezTo>
                    <a:pt x="5106" y="97"/>
                    <a:pt x="4991" y="155"/>
                    <a:pt x="4870" y="155"/>
                  </a:cubicBezTo>
                  <a:lnTo>
                    <a:pt x="386" y="155"/>
                  </a:lnTo>
                  <a:cubicBezTo>
                    <a:pt x="265" y="155"/>
                    <a:pt x="150" y="97"/>
                    <a:pt x="78" y="1"/>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87"/>
            <p:cNvSpPr/>
            <p:nvPr/>
          </p:nvSpPr>
          <p:spPr>
            <a:xfrm>
              <a:off x="1450793" y="2013907"/>
              <a:ext cx="54789" cy="46869"/>
            </a:xfrm>
            <a:custGeom>
              <a:rect b="b" l="l" r="r" t="t"/>
              <a:pathLst>
                <a:path extrusionOk="0" h="1787" w="2089">
                  <a:moveTo>
                    <a:pt x="1193" y="0"/>
                  </a:moveTo>
                  <a:cubicBezTo>
                    <a:pt x="399" y="0"/>
                    <a:pt x="0" y="963"/>
                    <a:pt x="563" y="1526"/>
                  </a:cubicBezTo>
                  <a:cubicBezTo>
                    <a:pt x="745" y="1706"/>
                    <a:pt x="968" y="1787"/>
                    <a:pt x="1188" y="1787"/>
                  </a:cubicBezTo>
                  <a:cubicBezTo>
                    <a:pt x="1647" y="1787"/>
                    <a:pt x="2088" y="1431"/>
                    <a:pt x="2088" y="890"/>
                  </a:cubicBezTo>
                  <a:cubicBezTo>
                    <a:pt x="2088" y="400"/>
                    <a:pt x="1689" y="0"/>
                    <a:pt x="1193"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87"/>
            <p:cNvSpPr/>
            <p:nvPr/>
          </p:nvSpPr>
          <p:spPr>
            <a:xfrm>
              <a:off x="1336703" y="2050836"/>
              <a:ext cx="28168" cy="32286"/>
            </a:xfrm>
            <a:custGeom>
              <a:rect b="b" l="l" r="r" t="t"/>
              <a:pathLst>
                <a:path extrusionOk="0" h="1231" w="1074">
                  <a:moveTo>
                    <a:pt x="619" y="1"/>
                  </a:moveTo>
                  <a:cubicBezTo>
                    <a:pt x="304" y="1"/>
                    <a:pt x="0" y="243"/>
                    <a:pt x="0" y="618"/>
                  </a:cubicBezTo>
                  <a:cubicBezTo>
                    <a:pt x="0" y="989"/>
                    <a:pt x="304" y="1231"/>
                    <a:pt x="618" y="1231"/>
                  </a:cubicBezTo>
                  <a:cubicBezTo>
                    <a:pt x="780" y="1231"/>
                    <a:pt x="945" y="1166"/>
                    <a:pt x="1073" y="1022"/>
                  </a:cubicBezTo>
                  <a:cubicBezTo>
                    <a:pt x="972" y="912"/>
                    <a:pt x="915" y="767"/>
                    <a:pt x="915" y="618"/>
                  </a:cubicBezTo>
                  <a:cubicBezTo>
                    <a:pt x="915" y="464"/>
                    <a:pt x="972" y="320"/>
                    <a:pt x="1073" y="209"/>
                  </a:cubicBezTo>
                  <a:cubicBezTo>
                    <a:pt x="946" y="65"/>
                    <a:pt x="781" y="1"/>
                    <a:pt x="6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87"/>
            <p:cNvSpPr/>
            <p:nvPr/>
          </p:nvSpPr>
          <p:spPr>
            <a:xfrm>
              <a:off x="1596172" y="2050836"/>
              <a:ext cx="28037" cy="32286"/>
            </a:xfrm>
            <a:custGeom>
              <a:rect b="b" l="l" r="r" t="t"/>
              <a:pathLst>
                <a:path extrusionOk="0" h="1231" w="1069">
                  <a:moveTo>
                    <a:pt x="615" y="1"/>
                  </a:moveTo>
                  <a:cubicBezTo>
                    <a:pt x="302" y="1"/>
                    <a:pt x="0" y="243"/>
                    <a:pt x="0" y="618"/>
                  </a:cubicBezTo>
                  <a:cubicBezTo>
                    <a:pt x="0" y="989"/>
                    <a:pt x="302" y="1231"/>
                    <a:pt x="614" y="1231"/>
                  </a:cubicBezTo>
                  <a:cubicBezTo>
                    <a:pt x="776" y="1231"/>
                    <a:pt x="941" y="1166"/>
                    <a:pt x="1068" y="1022"/>
                  </a:cubicBezTo>
                  <a:cubicBezTo>
                    <a:pt x="967" y="912"/>
                    <a:pt x="914" y="767"/>
                    <a:pt x="914" y="618"/>
                  </a:cubicBezTo>
                  <a:cubicBezTo>
                    <a:pt x="914" y="464"/>
                    <a:pt x="967" y="320"/>
                    <a:pt x="1068" y="209"/>
                  </a:cubicBezTo>
                  <a:cubicBezTo>
                    <a:pt x="941" y="65"/>
                    <a:pt x="776" y="1"/>
                    <a:pt x="6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87"/>
            <p:cNvSpPr/>
            <p:nvPr/>
          </p:nvSpPr>
          <p:spPr>
            <a:xfrm>
              <a:off x="1458739" y="2013829"/>
              <a:ext cx="35355" cy="46973"/>
            </a:xfrm>
            <a:custGeom>
              <a:rect b="b" l="l" r="r" t="t"/>
              <a:pathLst>
                <a:path extrusionOk="0" h="1791" w="1348">
                  <a:moveTo>
                    <a:pt x="892" y="0"/>
                  </a:moveTo>
                  <a:cubicBezTo>
                    <a:pt x="428" y="0"/>
                    <a:pt x="0" y="372"/>
                    <a:pt x="0" y="893"/>
                  </a:cubicBezTo>
                  <a:cubicBezTo>
                    <a:pt x="0" y="1416"/>
                    <a:pt x="430" y="1791"/>
                    <a:pt x="895" y="1791"/>
                  </a:cubicBezTo>
                  <a:cubicBezTo>
                    <a:pt x="1047" y="1791"/>
                    <a:pt x="1202" y="1751"/>
                    <a:pt x="1348" y="1663"/>
                  </a:cubicBezTo>
                  <a:cubicBezTo>
                    <a:pt x="1078" y="1500"/>
                    <a:pt x="914" y="1211"/>
                    <a:pt x="914" y="893"/>
                  </a:cubicBezTo>
                  <a:cubicBezTo>
                    <a:pt x="914" y="581"/>
                    <a:pt x="1078" y="292"/>
                    <a:pt x="1348" y="128"/>
                  </a:cubicBezTo>
                  <a:cubicBezTo>
                    <a:pt x="1201" y="40"/>
                    <a:pt x="1045" y="0"/>
                    <a:pt x="89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87"/>
            <p:cNvSpPr/>
            <p:nvPr/>
          </p:nvSpPr>
          <p:spPr>
            <a:xfrm>
              <a:off x="1283933" y="2175941"/>
              <a:ext cx="137852" cy="24129"/>
            </a:xfrm>
            <a:custGeom>
              <a:rect b="b" l="l" r="r" t="t"/>
              <a:pathLst>
                <a:path extrusionOk="0" h="920" w="5256">
                  <a:moveTo>
                    <a:pt x="386" y="1"/>
                  </a:moveTo>
                  <a:cubicBezTo>
                    <a:pt x="169" y="5"/>
                    <a:pt x="1" y="174"/>
                    <a:pt x="1" y="385"/>
                  </a:cubicBezTo>
                  <a:lnTo>
                    <a:pt x="1" y="535"/>
                  </a:lnTo>
                  <a:cubicBezTo>
                    <a:pt x="1" y="746"/>
                    <a:pt x="169" y="920"/>
                    <a:pt x="386" y="920"/>
                  </a:cubicBezTo>
                  <a:lnTo>
                    <a:pt x="4870" y="920"/>
                  </a:lnTo>
                  <a:cubicBezTo>
                    <a:pt x="5082" y="920"/>
                    <a:pt x="5251" y="746"/>
                    <a:pt x="5255" y="535"/>
                  </a:cubicBezTo>
                  <a:lnTo>
                    <a:pt x="5255" y="385"/>
                  </a:lnTo>
                  <a:cubicBezTo>
                    <a:pt x="5251" y="174"/>
                    <a:pt x="5082" y="5"/>
                    <a:pt x="487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87"/>
            <p:cNvSpPr/>
            <p:nvPr/>
          </p:nvSpPr>
          <p:spPr>
            <a:xfrm>
              <a:off x="1283828" y="2179980"/>
              <a:ext cx="137826" cy="20090"/>
            </a:xfrm>
            <a:custGeom>
              <a:rect b="b" l="l" r="r" t="t"/>
              <a:pathLst>
                <a:path extrusionOk="0" h="766" w="5255">
                  <a:moveTo>
                    <a:pt x="82" y="1"/>
                  </a:moveTo>
                  <a:cubicBezTo>
                    <a:pt x="29" y="68"/>
                    <a:pt x="5" y="150"/>
                    <a:pt x="0" y="231"/>
                  </a:cubicBezTo>
                  <a:lnTo>
                    <a:pt x="0" y="381"/>
                  </a:lnTo>
                  <a:cubicBezTo>
                    <a:pt x="5" y="592"/>
                    <a:pt x="173" y="766"/>
                    <a:pt x="385" y="766"/>
                  </a:cubicBezTo>
                  <a:lnTo>
                    <a:pt x="4870" y="766"/>
                  </a:lnTo>
                  <a:cubicBezTo>
                    <a:pt x="5086" y="766"/>
                    <a:pt x="5255" y="592"/>
                    <a:pt x="5255" y="381"/>
                  </a:cubicBezTo>
                  <a:lnTo>
                    <a:pt x="5255" y="231"/>
                  </a:lnTo>
                  <a:cubicBezTo>
                    <a:pt x="5255" y="150"/>
                    <a:pt x="5231" y="68"/>
                    <a:pt x="5178" y="1"/>
                  </a:cubicBezTo>
                  <a:cubicBezTo>
                    <a:pt x="5105" y="97"/>
                    <a:pt x="4995" y="154"/>
                    <a:pt x="4874" y="159"/>
                  </a:cubicBezTo>
                  <a:lnTo>
                    <a:pt x="390" y="159"/>
                  </a:lnTo>
                  <a:cubicBezTo>
                    <a:pt x="265" y="154"/>
                    <a:pt x="154" y="102"/>
                    <a:pt x="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87"/>
            <p:cNvSpPr/>
            <p:nvPr/>
          </p:nvSpPr>
          <p:spPr>
            <a:xfrm>
              <a:off x="1277770" y="1980572"/>
              <a:ext cx="409149" cy="373978"/>
            </a:xfrm>
            <a:custGeom>
              <a:rect b="b" l="l" r="r" t="t"/>
              <a:pathLst>
                <a:path extrusionOk="0" h="14259" w="15600">
                  <a:moveTo>
                    <a:pt x="7925" y="458"/>
                  </a:moveTo>
                  <a:cubicBezTo>
                    <a:pt x="7968" y="458"/>
                    <a:pt x="8007" y="497"/>
                    <a:pt x="8007" y="540"/>
                  </a:cubicBezTo>
                  <a:lnTo>
                    <a:pt x="8007" y="1060"/>
                  </a:lnTo>
                  <a:cubicBezTo>
                    <a:pt x="7932" y="1045"/>
                    <a:pt x="7858" y="1038"/>
                    <a:pt x="7784" y="1038"/>
                  </a:cubicBezTo>
                  <a:cubicBezTo>
                    <a:pt x="7710" y="1038"/>
                    <a:pt x="7636" y="1045"/>
                    <a:pt x="7564" y="1060"/>
                  </a:cubicBezTo>
                  <a:lnTo>
                    <a:pt x="7564" y="540"/>
                  </a:lnTo>
                  <a:cubicBezTo>
                    <a:pt x="7564" y="497"/>
                    <a:pt x="7603" y="458"/>
                    <a:pt x="7646" y="458"/>
                  </a:cubicBezTo>
                  <a:close/>
                  <a:moveTo>
                    <a:pt x="7786" y="1497"/>
                  </a:moveTo>
                  <a:cubicBezTo>
                    <a:pt x="8464" y="1497"/>
                    <a:pt x="8705" y="2402"/>
                    <a:pt x="8113" y="2739"/>
                  </a:cubicBezTo>
                  <a:cubicBezTo>
                    <a:pt x="8012" y="2797"/>
                    <a:pt x="7901" y="2825"/>
                    <a:pt x="7786" y="2825"/>
                  </a:cubicBezTo>
                  <a:cubicBezTo>
                    <a:pt x="7420" y="2825"/>
                    <a:pt x="7122" y="2527"/>
                    <a:pt x="7122" y="2161"/>
                  </a:cubicBezTo>
                  <a:cubicBezTo>
                    <a:pt x="7122" y="1796"/>
                    <a:pt x="7420" y="1497"/>
                    <a:pt x="7786" y="1497"/>
                  </a:cubicBezTo>
                  <a:close/>
                  <a:moveTo>
                    <a:pt x="12747" y="2907"/>
                  </a:moveTo>
                  <a:cubicBezTo>
                    <a:pt x="13088" y="2907"/>
                    <a:pt x="13261" y="3321"/>
                    <a:pt x="13016" y="3562"/>
                  </a:cubicBezTo>
                  <a:cubicBezTo>
                    <a:pt x="12938" y="3641"/>
                    <a:pt x="12842" y="3677"/>
                    <a:pt x="12747" y="3677"/>
                  </a:cubicBezTo>
                  <a:cubicBezTo>
                    <a:pt x="12550" y="3677"/>
                    <a:pt x="12362" y="3523"/>
                    <a:pt x="12362" y="3292"/>
                  </a:cubicBezTo>
                  <a:cubicBezTo>
                    <a:pt x="12362" y="3080"/>
                    <a:pt x="12535" y="2907"/>
                    <a:pt x="12747" y="2907"/>
                  </a:cubicBezTo>
                  <a:close/>
                  <a:moveTo>
                    <a:pt x="2854" y="2907"/>
                  </a:moveTo>
                  <a:cubicBezTo>
                    <a:pt x="3195" y="2907"/>
                    <a:pt x="3368" y="3321"/>
                    <a:pt x="3128" y="3566"/>
                  </a:cubicBezTo>
                  <a:cubicBezTo>
                    <a:pt x="3049" y="3644"/>
                    <a:pt x="2953" y="3678"/>
                    <a:pt x="2858" y="3678"/>
                  </a:cubicBezTo>
                  <a:cubicBezTo>
                    <a:pt x="2659" y="3678"/>
                    <a:pt x="2469" y="3524"/>
                    <a:pt x="2469" y="3292"/>
                  </a:cubicBezTo>
                  <a:cubicBezTo>
                    <a:pt x="2469" y="3080"/>
                    <a:pt x="2642" y="2907"/>
                    <a:pt x="2854" y="2907"/>
                  </a:cubicBezTo>
                  <a:close/>
                  <a:moveTo>
                    <a:pt x="2993" y="4120"/>
                  </a:moveTo>
                  <a:lnTo>
                    <a:pt x="4461" y="7219"/>
                  </a:lnTo>
                  <a:lnTo>
                    <a:pt x="1246" y="7219"/>
                  </a:lnTo>
                  <a:lnTo>
                    <a:pt x="2714" y="4120"/>
                  </a:lnTo>
                  <a:cubicBezTo>
                    <a:pt x="2760" y="4127"/>
                    <a:pt x="2807" y="4131"/>
                    <a:pt x="2854" y="4131"/>
                  </a:cubicBezTo>
                  <a:cubicBezTo>
                    <a:pt x="2900" y="4131"/>
                    <a:pt x="2947" y="4127"/>
                    <a:pt x="2993" y="4120"/>
                  </a:cubicBezTo>
                  <a:close/>
                  <a:moveTo>
                    <a:pt x="12886" y="4120"/>
                  </a:moveTo>
                  <a:lnTo>
                    <a:pt x="14354" y="7219"/>
                  </a:lnTo>
                  <a:lnTo>
                    <a:pt x="11139" y="7219"/>
                  </a:lnTo>
                  <a:lnTo>
                    <a:pt x="12607" y="4120"/>
                  </a:lnTo>
                  <a:cubicBezTo>
                    <a:pt x="12653" y="4127"/>
                    <a:pt x="12700" y="4131"/>
                    <a:pt x="12747" y="4131"/>
                  </a:cubicBezTo>
                  <a:cubicBezTo>
                    <a:pt x="12793" y="4131"/>
                    <a:pt x="12840" y="4127"/>
                    <a:pt x="12886" y="4120"/>
                  </a:cubicBezTo>
                  <a:close/>
                  <a:moveTo>
                    <a:pt x="5096" y="7676"/>
                  </a:moveTo>
                  <a:cubicBezTo>
                    <a:pt x="5182" y="7681"/>
                    <a:pt x="5250" y="7748"/>
                    <a:pt x="5255" y="7834"/>
                  </a:cubicBezTo>
                  <a:lnTo>
                    <a:pt x="5255" y="7984"/>
                  </a:lnTo>
                  <a:cubicBezTo>
                    <a:pt x="5250" y="8070"/>
                    <a:pt x="5182" y="8138"/>
                    <a:pt x="5096" y="8138"/>
                  </a:cubicBezTo>
                  <a:lnTo>
                    <a:pt x="611" y="8138"/>
                  </a:lnTo>
                  <a:cubicBezTo>
                    <a:pt x="525" y="8138"/>
                    <a:pt x="457" y="8070"/>
                    <a:pt x="457" y="7984"/>
                  </a:cubicBezTo>
                  <a:lnTo>
                    <a:pt x="457" y="7834"/>
                  </a:lnTo>
                  <a:cubicBezTo>
                    <a:pt x="457" y="7748"/>
                    <a:pt x="525" y="7681"/>
                    <a:pt x="611" y="7676"/>
                  </a:cubicBezTo>
                  <a:close/>
                  <a:moveTo>
                    <a:pt x="14989" y="7676"/>
                  </a:moveTo>
                  <a:cubicBezTo>
                    <a:pt x="15075" y="7676"/>
                    <a:pt x="15143" y="7743"/>
                    <a:pt x="15143" y="7830"/>
                  </a:cubicBezTo>
                  <a:lnTo>
                    <a:pt x="15143" y="7979"/>
                  </a:lnTo>
                  <a:cubicBezTo>
                    <a:pt x="15143" y="8065"/>
                    <a:pt x="15075" y="8133"/>
                    <a:pt x="14989" y="8138"/>
                  </a:cubicBezTo>
                  <a:lnTo>
                    <a:pt x="10504" y="8138"/>
                  </a:lnTo>
                  <a:cubicBezTo>
                    <a:pt x="10418" y="8133"/>
                    <a:pt x="10350" y="8065"/>
                    <a:pt x="10345" y="7979"/>
                  </a:cubicBezTo>
                  <a:lnTo>
                    <a:pt x="10345" y="7830"/>
                  </a:lnTo>
                  <a:cubicBezTo>
                    <a:pt x="10350" y="7743"/>
                    <a:pt x="10418" y="7676"/>
                    <a:pt x="10504" y="7676"/>
                  </a:cubicBezTo>
                  <a:close/>
                  <a:moveTo>
                    <a:pt x="4441" y="8595"/>
                  </a:moveTo>
                  <a:cubicBezTo>
                    <a:pt x="4220" y="9341"/>
                    <a:pt x="3537" y="9851"/>
                    <a:pt x="2762" y="9851"/>
                  </a:cubicBezTo>
                  <a:cubicBezTo>
                    <a:pt x="1987" y="9851"/>
                    <a:pt x="1304" y="9341"/>
                    <a:pt x="1083" y="8595"/>
                  </a:cubicBezTo>
                  <a:close/>
                  <a:moveTo>
                    <a:pt x="14517" y="8595"/>
                  </a:moveTo>
                  <a:cubicBezTo>
                    <a:pt x="14296" y="9341"/>
                    <a:pt x="13613" y="9851"/>
                    <a:pt x="12838" y="9851"/>
                  </a:cubicBezTo>
                  <a:cubicBezTo>
                    <a:pt x="12063" y="9851"/>
                    <a:pt x="11380" y="9341"/>
                    <a:pt x="11159" y="8595"/>
                  </a:cubicBezTo>
                  <a:close/>
                  <a:moveTo>
                    <a:pt x="9513" y="12420"/>
                  </a:moveTo>
                  <a:cubicBezTo>
                    <a:pt x="9600" y="12420"/>
                    <a:pt x="9667" y="12492"/>
                    <a:pt x="9672" y="12579"/>
                  </a:cubicBezTo>
                  <a:lnTo>
                    <a:pt x="9672" y="12882"/>
                  </a:lnTo>
                  <a:lnTo>
                    <a:pt x="5899" y="12882"/>
                  </a:lnTo>
                  <a:lnTo>
                    <a:pt x="5899" y="12579"/>
                  </a:lnTo>
                  <a:cubicBezTo>
                    <a:pt x="5899" y="12492"/>
                    <a:pt x="5972" y="12420"/>
                    <a:pt x="6053" y="12420"/>
                  </a:cubicBezTo>
                  <a:close/>
                  <a:moveTo>
                    <a:pt x="7646" y="1"/>
                  </a:moveTo>
                  <a:cubicBezTo>
                    <a:pt x="7348" y="6"/>
                    <a:pt x="7107" y="246"/>
                    <a:pt x="7107" y="540"/>
                  </a:cubicBezTo>
                  <a:lnTo>
                    <a:pt x="7107" y="1266"/>
                  </a:lnTo>
                  <a:cubicBezTo>
                    <a:pt x="6809" y="1493"/>
                    <a:pt x="6645" y="1854"/>
                    <a:pt x="6664" y="2224"/>
                  </a:cubicBezTo>
                  <a:lnTo>
                    <a:pt x="4437" y="2835"/>
                  </a:lnTo>
                  <a:cubicBezTo>
                    <a:pt x="4177" y="2907"/>
                    <a:pt x="3907" y="2960"/>
                    <a:pt x="3643" y="2994"/>
                  </a:cubicBezTo>
                  <a:cubicBezTo>
                    <a:pt x="3514" y="2649"/>
                    <a:pt x="3187" y="2446"/>
                    <a:pt x="2852" y="2446"/>
                  </a:cubicBezTo>
                  <a:cubicBezTo>
                    <a:pt x="2687" y="2446"/>
                    <a:pt x="2520" y="2495"/>
                    <a:pt x="2372" y="2599"/>
                  </a:cubicBezTo>
                  <a:cubicBezTo>
                    <a:pt x="1920" y="2912"/>
                    <a:pt x="1886" y="3566"/>
                    <a:pt x="2300" y="3927"/>
                  </a:cubicBezTo>
                  <a:lnTo>
                    <a:pt x="741" y="7219"/>
                  </a:lnTo>
                  <a:lnTo>
                    <a:pt x="611" y="7219"/>
                  </a:lnTo>
                  <a:cubicBezTo>
                    <a:pt x="274" y="7219"/>
                    <a:pt x="0" y="7493"/>
                    <a:pt x="0" y="7834"/>
                  </a:cubicBezTo>
                  <a:lnTo>
                    <a:pt x="0" y="7984"/>
                  </a:lnTo>
                  <a:cubicBezTo>
                    <a:pt x="0" y="8320"/>
                    <a:pt x="274" y="8595"/>
                    <a:pt x="611" y="8595"/>
                  </a:cubicBezTo>
                  <a:cubicBezTo>
                    <a:pt x="842" y="9600"/>
                    <a:pt x="1732" y="10313"/>
                    <a:pt x="2762" y="10313"/>
                  </a:cubicBezTo>
                  <a:cubicBezTo>
                    <a:pt x="3792" y="10313"/>
                    <a:pt x="4687" y="9600"/>
                    <a:pt x="4913" y="8595"/>
                  </a:cubicBezTo>
                  <a:lnTo>
                    <a:pt x="5096" y="8595"/>
                  </a:lnTo>
                  <a:cubicBezTo>
                    <a:pt x="5437" y="8595"/>
                    <a:pt x="5712" y="8320"/>
                    <a:pt x="5712" y="7984"/>
                  </a:cubicBezTo>
                  <a:lnTo>
                    <a:pt x="5712" y="7834"/>
                  </a:lnTo>
                  <a:cubicBezTo>
                    <a:pt x="5712" y="7493"/>
                    <a:pt x="5437" y="7219"/>
                    <a:pt x="5096" y="7219"/>
                  </a:cubicBezTo>
                  <a:lnTo>
                    <a:pt x="4971" y="7219"/>
                  </a:lnTo>
                  <a:lnTo>
                    <a:pt x="3407" y="3927"/>
                  </a:lnTo>
                  <a:cubicBezTo>
                    <a:pt x="3551" y="3802"/>
                    <a:pt x="3643" y="3634"/>
                    <a:pt x="3681" y="3451"/>
                  </a:cubicBezTo>
                  <a:cubicBezTo>
                    <a:pt x="3975" y="3413"/>
                    <a:pt x="4268" y="3355"/>
                    <a:pt x="4557" y="3278"/>
                  </a:cubicBezTo>
                  <a:lnTo>
                    <a:pt x="6785" y="2667"/>
                  </a:lnTo>
                  <a:cubicBezTo>
                    <a:pt x="6862" y="2821"/>
                    <a:pt x="6968" y="2951"/>
                    <a:pt x="7107" y="3056"/>
                  </a:cubicBezTo>
                  <a:lnTo>
                    <a:pt x="7107" y="11963"/>
                  </a:lnTo>
                  <a:lnTo>
                    <a:pt x="6053" y="11963"/>
                  </a:lnTo>
                  <a:cubicBezTo>
                    <a:pt x="5717" y="11963"/>
                    <a:pt x="5447" y="12237"/>
                    <a:pt x="5447" y="12579"/>
                  </a:cubicBezTo>
                  <a:lnTo>
                    <a:pt x="5447" y="12892"/>
                  </a:lnTo>
                  <a:cubicBezTo>
                    <a:pt x="5154" y="12945"/>
                    <a:pt x="4942" y="13200"/>
                    <a:pt x="4942" y="13493"/>
                  </a:cubicBezTo>
                  <a:lnTo>
                    <a:pt x="4942" y="13642"/>
                  </a:lnTo>
                  <a:cubicBezTo>
                    <a:pt x="4942" y="13984"/>
                    <a:pt x="5216" y="14258"/>
                    <a:pt x="5553" y="14258"/>
                  </a:cubicBezTo>
                  <a:lnTo>
                    <a:pt x="7251" y="14258"/>
                  </a:lnTo>
                  <a:cubicBezTo>
                    <a:pt x="7555" y="14258"/>
                    <a:pt x="7555" y="13801"/>
                    <a:pt x="7251" y="13801"/>
                  </a:cubicBezTo>
                  <a:lnTo>
                    <a:pt x="5553" y="13801"/>
                  </a:lnTo>
                  <a:cubicBezTo>
                    <a:pt x="5466" y="13796"/>
                    <a:pt x="5394" y="13729"/>
                    <a:pt x="5394" y="13642"/>
                  </a:cubicBezTo>
                  <a:lnTo>
                    <a:pt x="5394" y="13493"/>
                  </a:lnTo>
                  <a:cubicBezTo>
                    <a:pt x="5394" y="13406"/>
                    <a:pt x="5466" y="13339"/>
                    <a:pt x="5553" y="13339"/>
                  </a:cubicBezTo>
                  <a:lnTo>
                    <a:pt x="10037" y="13339"/>
                  </a:lnTo>
                  <a:cubicBezTo>
                    <a:pt x="10119" y="13339"/>
                    <a:pt x="10191" y="13406"/>
                    <a:pt x="10191" y="13493"/>
                  </a:cubicBezTo>
                  <a:lnTo>
                    <a:pt x="10191" y="13642"/>
                  </a:lnTo>
                  <a:cubicBezTo>
                    <a:pt x="10191" y="13729"/>
                    <a:pt x="10119" y="13796"/>
                    <a:pt x="10037" y="13801"/>
                  </a:cubicBezTo>
                  <a:lnTo>
                    <a:pt x="8320" y="13801"/>
                  </a:lnTo>
                  <a:cubicBezTo>
                    <a:pt x="8012" y="13801"/>
                    <a:pt x="8012" y="14258"/>
                    <a:pt x="8320" y="14258"/>
                  </a:cubicBezTo>
                  <a:lnTo>
                    <a:pt x="10037" y="14258"/>
                  </a:lnTo>
                  <a:cubicBezTo>
                    <a:pt x="10374" y="14258"/>
                    <a:pt x="10649" y="13984"/>
                    <a:pt x="10649" y="13642"/>
                  </a:cubicBezTo>
                  <a:lnTo>
                    <a:pt x="10649" y="13493"/>
                  </a:lnTo>
                  <a:cubicBezTo>
                    <a:pt x="10649" y="13190"/>
                    <a:pt x="10427" y="12935"/>
                    <a:pt x="10129" y="12887"/>
                  </a:cubicBezTo>
                  <a:lnTo>
                    <a:pt x="10129" y="12574"/>
                  </a:lnTo>
                  <a:cubicBezTo>
                    <a:pt x="10129" y="12237"/>
                    <a:pt x="9855" y="11963"/>
                    <a:pt x="9513" y="11963"/>
                  </a:cubicBezTo>
                  <a:lnTo>
                    <a:pt x="8464" y="11963"/>
                  </a:lnTo>
                  <a:lnTo>
                    <a:pt x="8464" y="8441"/>
                  </a:lnTo>
                  <a:cubicBezTo>
                    <a:pt x="8464" y="8289"/>
                    <a:pt x="8350" y="8213"/>
                    <a:pt x="8235" y="8213"/>
                  </a:cubicBezTo>
                  <a:cubicBezTo>
                    <a:pt x="8121" y="8213"/>
                    <a:pt x="8007" y="8289"/>
                    <a:pt x="8007" y="8441"/>
                  </a:cubicBezTo>
                  <a:lnTo>
                    <a:pt x="8007" y="11963"/>
                  </a:lnTo>
                  <a:lnTo>
                    <a:pt x="7564" y="11963"/>
                  </a:lnTo>
                  <a:lnTo>
                    <a:pt x="7564" y="3259"/>
                  </a:lnTo>
                  <a:cubicBezTo>
                    <a:pt x="7636" y="3273"/>
                    <a:pt x="7710" y="3280"/>
                    <a:pt x="7784" y="3280"/>
                  </a:cubicBezTo>
                  <a:cubicBezTo>
                    <a:pt x="7858" y="3280"/>
                    <a:pt x="7932" y="3273"/>
                    <a:pt x="8007" y="3259"/>
                  </a:cubicBezTo>
                  <a:lnTo>
                    <a:pt x="8007" y="7377"/>
                  </a:lnTo>
                  <a:cubicBezTo>
                    <a:pt x="8007" y="7529"/>
                    <a:pt x="8121" y="7605"/>
                    <a:pt x="8235" y="7605"/>
                  </a:cubicBezTo>
                  <a:cubicBezTo>
                    <a:pt x="8350" y="7605"/>
                    <a:pt x="8464" y="7529"/>
                    <a:pt x="8464" y="7377"/>
                  </a:cubicBezTo>
                  <a:lnTo>
                    <a:pt x="8464" y="3052"/>
                  </a:lnTo>
                  <a:cubicBezTo>
                    <a:pt x="8599" y="2951"/>
                    <a:pt x="8709" y="2816"/>
                    <a:pt x="8791" y="2657"/>
                  </a:cubicBezTo>
                  <a:lnTo>
                    <a:pt x="11043" y="3278"/>
                  </a:lnTo>
                  <a:cubicBezTo>
                    <a:pt x="11332" y="3355"/>
                    <a:pt x="11625" y="3413"/>
                    <a:pt x="11919" y="3451"/>
                  </a:cubicBezTo>
                  <a:cubicBezTo>
                    <a:pt x="11957" y="3634"/>
                    <a:pt x="12049" y="3802"/>
                    <a:pt x="12193" y="3927"/>
                  </a:cubicBezTo>
                  <a:lnTo>
                    <a:pt x="10634" y="7219"/>
                  </a:lnTo>
                  <a:lnTo>
                    <a:pt x="10504" y="7219"/>
                  </a:lnTo>
                  <a:cubicBezTo>
                    <a:pt x="10163" y="7223"/>
                    <a:pt x="9888" y="7498"/>
                    <a:pt x="9888" y="7834"/>
                  </a:cubicBezTo>
                  <a:lnTo>
                    <a:pt x="9888" y="7984"/>
                  </a:lnTo>
                  <a:cubicBezTo>
                    <a:pt x="9888" y="8320"/>
                    <a:pt x="10163" y="8595"/>
                    <a:pt x="10504" y="8595"/>
                  </a:cubicBezTo>
                  <a:lnTo>
                    <a:pt x="10687" y="8595"/>
                  </a:lnTo>
                  <a:cubicBezTo>
                    <a:pt x="10918" y="9600"/>
                    <a:pt x="11808" y="10313"/>
                    <a:pt x="12838" y="10313"/>
                  </a:cubicBezTo>
                  <a:cubicBezTo>
                    <a:pt x="13868" y="10313"/>
                    <a:pt x="14758" y="9600"/>
                    <a:pt x="14989" y="8595"/>
                  </a:cubicBezTo>
                  <a:cubicBezTo>
                    <a:pt x="15326" y="8595"/>
                    <a:pt x="15600" y="8320"/>
                    <a:pt x="15600" y="7984"/>
                  </a:cubicBezTo>
                  <a:lnTo>
                    <a:pt x="15600" y="7834"/>
                  </a:lnTo>
                  <a:cubicBezTo>
                    <a:pt x="15600" y="7498"/>
                    <a:pt x="15326" y="7223"/>
                    <a:pt x="14989" y="7219"/>
                  </a:cubicBezTo>
                  <a:lnTo>
                    <a:pt x="14859" y="7219"/>
                  </a:lnTo>
                  <a:lnTo>
                    <a:pt x="13300" y="3927"/>
                  </a:lnTo>
                  <a:cubicBezTo>
                    <a:pt x="13714" y="3566"/>
                    <a:pt x="13680" y="2912"/>
                    <a:pt x="13228" y="2599"/>
                  </a:cubicBezTo>
                  <a:cubicBezTo>
                    <a:pt x="13079" y="2495"/>
                    <a:pt x="12911" y="2446"/>
                    <a:pt x="12746" y="2446"/>
                  </a:cubicBezTo>
                  <a:cubicBezTo>
                    <a:pt x="12410" y="2446"/>
                    <a:pt x="12086" y="2649"/>
                    <a:pt x="11957" y="2994"/>
                  </a:cubicBezTo>
                  <a:cubicBezTo>
                    <a:pt x="11693" y="2960"/>
                    <a:pt x="11423" y="2907"/>
                    <a:pt x="11163" y="2835"/>
                  </a:cubicBezTo>
                  <a:lnTo>
                    <a:pt x="8907" y="2219"/>
                  </a:lnTo>
                  <a:cubicBezTo>
                    <a:pt x="8921" y="1849"/>
                    <a:pt x="8758" y="1493"/>
                    <a:pt x="8464" y="1266"/>
                  </a:cubicBezTo>
                  <a:lnTo>
                    <a:pt x="8464" y="540"/>
                  </a:lnTo>
                  <a:cubicBezTo>
                    <a:pt x="8459" y="246"/>
                    <a:pt x="8219" y="6"/>
                    <a:pt x="79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0" name="Google Shape;14740;p87"/>
          <p:cNvGrpSpPr/>
          <p:nvPr/>
        </p:nvGrpSpPr>
        <p:grpSpPr>
          <a:xfrm>
            <a:off x="870273" y="4293811"/>
            <a:ext cx="411300" cy="353258"/>
            <a:chOff x="870273" y="4293811"/>
            <a:chExt cx="411300" cy="353258"/>
          </a:xfrm>
        </p:grpSpPr>
        <p:sp>
          <p:nvSpPr>
            <p:cNvPr id="14741" name="Google Shape;14741;p87"/>
            <p:cNvSpPr/>
            <p:nvPr/>
          </p:nvSpPr>
          <p:spPr>
            <a:xfrm>
              <a:off x="889183" y="4486400"/>
              <a:ext cx="373453" cy="154506"/>
            </a:xfrm>
            <a:custGeom>
              <a:rect b="b" l="l" r="r" t="t"/>
              <a:pathLst>
                <a:path extrusionOk="0" h="5891" w="14239">
                  <a:moveTo>
                    <a:pt x="1" y="1"/>
                  </a:moveTo>
                  <a:lnTo>
                    <a:pt x="1" y="5154"/>
                  </a:lnTo>
                  <a:cubicBezTo>
                    <a:pt x="1" y="5563"/>
                    <a:pt x="333" y="5890"/>
                    <a:pt x="737" y="5890"/>
                  </a:cubicBezTo>
                  <a:lnTo>
                    <a:pt x="13503" y="5890"/>
                  </a:lnTo>
                  <a:cubicBezTo>
                    <a:pt x="13907" y="5890"/>
                    <a:pt x="14239" y="5563"/>
                    <a:pt x="14239" y="5154"/>
                  </a:cubicBezTo>
                  <a:lnTo>
                    <a:pt x="14239"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87"/>
            <p:cNvSpPr/>
            <p:nvPr/>
          </p:nvSpPr>
          <p:spPr>
            <a:xfrm>
              <a:off x="889183" y="4486400"/>
              <a:ext cx="373453" cy="154506"/>
            </a:xfrm>
            <a:custGeom>
              <a:rect b="b" l="l" r="r" t="t"/>
              <a:pathLst>
                <a:path extrusionOk="0" h="5891" w="14239">
                  <a:moveTo>
                    <a:pt x="1" y="1"/>
                  </a:moveTo>
                  <a:lnTo>
                    <a:pt x="1" y="5154"/>
                  </a:lnTo>
                  <a:cubicBezTo>
                    <a:pt x="1" y="5563"/>
                    <a:pt x="333" y="5890"/>
                    <a:pt x="737" y="5890"/>
                  </a:cubicBezTo>
                  <a:lnTo>
                    <a:pt x="13503" y="5890"/>
                  </a:lnTo>
                  <a:cubicBezTo>
                    <a:pt x="13907" y="5890"/>
                    <a:pt x="14239" y="5563"/>
                    <a:pt x="14239" y="5154"/>
                  </a:cubicBezTo>
                  <a:lnTo>
                    <a:pt x="14239" y="4909"/>
                  </a:lnTo>
                  <a:lnTo>
                    <a:pt x="1969" y="4909"/>
                  </a:lnTo>
                  <a:cubicBezTo>
                    <a:pt x="1425" y="4909"/>
                    <a:pt x="987" y="4471"/>
                    <a:pt x="987" y="3927"/>
                  </a:cubicBezTo>
                  <a:lnTo>
                    <a:pt x="987" y="2445"/>
                  </a:lnTo>
                  <a:cubicBezTo>
                    <a:pt x="987" y="2309"/>
                    <a:pt x="1098" y="2203"/>
                    <a:pt x="1231" y="2203"/>
                  </a:cubicBezTo>
                  <a:cubicBezTo>
                    <a:pt x="1240" y="2203"/>
                    <a:pt x="1248" y="2204"/>
                    <a:pt x="1257" y="2204"/>
                  </a:cubicBezTo>
                  <a:cubicBezTo>
                    <a:pt x="1329" y="2214"/>
                    <a:pt x="1401" y="2214"/>
                    <a:pt x="1478" y="2214"/>
                  </a:cubicBezTo>
                  <a:lnTo>
                    <a:pt x="12766" y="2214"/>
                  </a:lnTo>
                  <a:cubicBezTo>
                    <a:pt x="13296" y="2214"/>
                    <a:pt x="13815" y="2041"/>
                    <a:pt x="14239" y="1718"/>
                  </a:cubicBezTo>
                  <a:lnTo>
                    <a:pt x="14239"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87"/>
            <p:cNvSpPr/>
            <p:nvPr/>
          </p:nvSpPr>
          <p:spPr>
            <a:xfrm>
              <a:off x="876332" y="4357675"/>
              <a:ext cx="399183" cy="167358"/>
            </a:xfrm>
            <a:custGeom>
              <a:rect b="b" l="l" r="r" t="t"/>
              <a:pathLst>
                <a:path extrusionOk="0" h="6381" w="15220">
                  <a:moveTo>
                    <a:pt x="982" y="1"/>
                  </a:moveTo>
                  <a:cubicBezTo>
                    <a:pt x="443" y="1"/>
                    <a:pt x="0" y="439"/>
                    <a:pt x="0" y="982"/>
                  </a:cubicBezTo>
                  <a:lnTo>
                    <a:pt x="0" y="4418"/>
                  </a:lnTo>
                  <a:cubicBezTo>
                    <a:pt x="0" y="5505"/>
                    <a:pt x="881" y="6381"/>
                    <a:pt x="1963" y="6381"/>
                  </a:cubicBezTo>
                  <a:lnTo>
                    <a:pt x="13256" y="6381"/>
                  </a:lnTo>
                  <a:cubicBezTo>
                    <a:pt x="14339" y="6381"/>
                    <a:pt x="15220" y="5500"/>
                    <a:pt x="15220" y="4418"/>
                  </a:cubicBezTo>
                  <a:lnTo>
                    <a:pt x="15220" y="982"/>
                  </a:lnTo>
                  <a:cubicBezTo>
                    <a:pt x="15220" y="439"/>
                    <a:pt x="14777" y="1"/>
                    <a:pt x="1423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87"/>
            <p:cNvSpPr/>
            <p:nvPr/>
          </p:nvSpPr>
          <p:spPr>
            <a:xfrm>
              <a:off x="908513" y="4357675"/>
              <a:ext cx="334820" cy="19330"/>
            </a:xfrm>
            <a:custGeom>
              <a:rect b="b" l="l" r="r" t="t"/>
              <a:pathLst>
                <a:path extrusionOk="0" h="737" w="12766">
                  <a:moveTo>
                    <a:pt x="366" y="1"/>
                  </a:moveTo>
                  <a:cubicBezTo>
                    <a:pt x="164" y="1"/>
                    <a:pt x="0" y="164"/>
                    <a:pt x="0" y="371"/>
                  </a:cubicBezTo>
                  <a:cubicBezTo>
                    <a:pt x="0" y="573"/>
                    <a:pt x="164" y="737"/>
                    <a:pt x="366" y="737"/>
                  </a:cubicBezTo>
                  <a:lnTo>
                    <a:pt x="12395" y="737"/>
                  </a:lnTo>
                  <a:cubicBezTo>
                    <a:pt x="12602" y="737"/>
                    <a:pt x="12766" y="573"/>
                    <a:pt x="12766" y="371"/>
                  </a:cubicBezTo>
                  <a:cubicBezTo>
                    <a:pt x="12766" y="164"/>
                    <a:pt x="12602" y="1"/>
                    <a:pt x="12395"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87"/>
            <p:cNvSpPr/>
            <p:nvPr/>
          </p:nvSpPr>
          <p:spPr>
            <a:xfrm>
              <a:off x="947120" y="4357675"/>
              <a:ext cx="25782" cy="283231"/>
            </a:xfrm>
            <a:custGeom>
              <a:rect b="b" l="l" r="r" t="t"/>
              <a:pathLst>
                <a:path extrusionOk="0" h="10799" w="983">
                  <a:moveTo>
                    <a:pt x="0" y="1"/>
                  </a:moveTo>
                  <a:lnTo>
                    <a:pt x="0" y="10798"/>
                  </a:lnTo>
                  <a:lnTo>
                    <a:pt x="982" y="10798"/>
                  </a:lnTo>
                  <a:lnTo>
                    <a:pt x="982" y="1"/>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87"/>
            <p:cNvSpPr/>
            <p:nvPr/>
          </p:nvSpPr>
          <p:spPr>
            <a:xfrm>
              <a:off x="947120" y="4357675"/>
              <a:ext cx="25782" cy="19330"/>
            </a:xfrm>
            <a:custGeom>
              <a:rect b="b" l="l" r="r" t="t"/>
              <a:pathLst>
                <a:path extrusionOk="0" h="737" w="983">
                  <a:moveTo>
                    <a:pt x="0" y="1"/>
                  </a:moveTo>
                  <a:lnTo>
                    <a:pt x="0" y="737"/>
                  </a:lnTo>
                  <a:lnTo>
                    <a:pt x="982" y="737"/>
                  </a:lnTo>
                  <a:lnTo>
                    <a:pt x="98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87"/>
            <p:cNvSpPr/>
            <p:nvPr/>
          </p:nvSpPr>
          <p:spPr>
            <a:xfrm>
              <a:off x="947120" y="4544337"/>
              <a:ext cx="25782" cy="19330"/>
            </a:xfrm>
            <a:custGeom>
              <a:rect b="b" l="l" r="r" t="t"/>
              <a:pathLst>
                <a:path extrusionOk="0" h="737" w="983">
                  <a:moveTo>
                    <a:pt x="0" y="0"/>
                  </a:moveTo>
                  <a:lnTo>
                    <a:pt x="0" y="736"/>
                  </a:lnTo>
                  <a:lnTo>
                    <a:pt x="982" y="736"/>
                  </a:lnTo>
                  <a:lnTo>
                    <a:pt x="98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87"/>
            <p:cNvSpPr/>
            <p:nvPr/>
          </p:nvSpPr>
          <p:spPr>
            <a:xfrm>
              <a:off x="947120" y="4615125"/>
              <a:ext cx="25782" cy="25782"/>
            </a:xfrm>
            <a:custGeom>
              <a:rect b="b" l="l" r="r" t="t"/>
              <a:pathLst>
                <a:path extrusionOk="0" h="983" w="983">
                  <a:moveTo>
                    <a:pt x="0" y="1"/>
                  </a:moveTo>
                  <a:lnTo>
                    <a:pt x="0" y="982"/>
                  </a:lnTo>
                  <a:lnTo>
                    <a:pt x="982" y="982"/>
                  </a:lnTo>
                  <a:lnTo>
                    <a:pt x="98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87"/>
            <p:cNvSpPr/>
            <p:nvPr/>
          </p:nvSpPr>
          <p:spPr>
            <a:xfrm>
              <a:off x="1178944" y="4357675"/>
              <a:ext cx="25782" cy="283231"/>
            </a:xfrm>
            <a:custGeom>
              <a:rect b="b" l="l" r="r" t="t"/>
              <a:pathLst>
                <a:path extrusionOk="0" h="10799" w="983">
                  <a:moveTo>
                    <a:pt x="1" y="1"/>
                  </a:moveTo>
                  <a:lnTo>
                    <a:pt x="1" y="10798"/>
                  </a:lnTo>
                  <a:lnTo>
                    <a:pt x="982" y="10798"/>
                  </a:lnTo>
                  <a:lnTo>
                    <a:pt x="982" y="1"/>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87"/>
            <p:cNvSpPr/>
            <p:nvPr/>
          </p:nvSpPr>
          <p:spPr>
            <a:xfrm>
              <a:off x="1178944" y="4357675"/>
              <a:ext cx="25782" cy="19330"/>
            </a:xfrm>
            <a:custGeom>
              <a:rect b="b" l="l" r="r" t="t"/>
              <a:pathLst>
                <a:path extrusionOk="0" h="737" w="983">
                  <a:moveTo>
                    <a:pt x="1" y="1"/>
                  </a:moveTo>
                  <a:lnTo>
                    <a:pt x="1" y="737"/>
                  </a:lnTo>
                  <a:lnTo>
                    <a:pt x="982" y="737"/>
                  </a:lnTo>
                  <a:lnTo>
                    <a:pt x="98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87"/>
            <p:cNvSpPr/>
            <p:nvPr/>
          </p:nvSpPr>
          <p:spPr>
            <a:xfrm>
              <a:off x="1178944" y="4544337"/>
              <a:ext cx="25782" cy="19330"/>
            </a:xfrm>
            <a:custGeom>
              <a:rect b="b" l="l" r="r" t="t"/>
              <a:pathLst>
                <a:path extrusionOk="0" h="737" w="983">
                  <a:moveTo>
                    <a:pt x="1" y="0"/>
                  </a:moveTo>
                  <a:lnTo>
                    <a:pt x="1" y="736"/>
                  </a:lnTo>
                  <a:lnTo>
                    <a:pt x="982" y="736"/>
                  </a:lnTo>
                  <a:lnTo>
                    <a:pt x="98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87"/>
            <p:cNvSpPr/>
            <p:nvPr/>
          </p:nvSpPr>
          <p:spPr>
            <a:xfrm>
              <a:off x="1178944" y="4615125"/>
              <a:ext cx="25782" cy="25782"/>
            </a:xfrm>
            <a:custGeom>
              <a:rect b="b" l="l" r="r" t="t"/>
              <a:pathLst>
                <a:path extrusionOk="0" h="983" w="983">
                  <a:moveTo>
                    <a:pt x="1" y="1"/>
                  </a:moveTo>
                  <a:lnTo>
                    <a:pt x="1" y="982"/>
                  </a:lnTo>
                  <a:lnTo>
                    <a:pt x="982" y="982"/>
                  </a:lnTo>
                  <a:lnTo>
                    <a:pt x="98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87"/>
            <p:cNvSpPr/>
            <p:nvPr/>
          </p:nvSpPr>
          <p:spPr>
            <a:xfrm>
              <a:off x="1043794" y="4473522"/>
              <a:ext cx="64389" cy="25782"/>
            </a:xfrm>
            <a:custGeom>
              <a:rect b="b" l="l" r="r" t="t"/>
              <a:pathLst>
                <a:path extrusionOk="0" h="983" w="2455">
                  <a:moveTo>
                    <a:pt x="246" y="1"/>
                  </a:moveTo>
                  <a:cubicBezTo>
                    <a:pt x="106" y="1"/>
                    <a:pt x="0" y="111"/>
                    <a:pt x="0" y="246"/>
                  </a:cubicBezTo>
                  <a:lnTo>
                    <a:pt x="0" y="737"/>
                  </a:lnTo>
                  <a:cubicBezTo>
                    <a:pt x="0" y="872"/>
                    <a:pt x="106" y="982"/>
                    <a:pt x="246" y="982"/>
                  </a:cubicBezTo>
                  <a:lnTo>
                    <a:pt x="2209" y="982"/>
                  </a:lnTo>
                  <a:cubicBezTo>
                    <a:pt x="2344" y="982"/>
                    <a:pt x="2454" y="872"/>
                    <a:pt x="2454" y="737"/>
                  </a:cubicBezTo>
                  <a:lnTo>
                    <a:pt x="2454" y="246"/>
                  </a:lnTo>
                  <a:cubicBezTo>
                    <a:pt x="2454" y="111"/>
                    <a:pt x="2344" y="1"/>
                    <a:pt x="2209"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87"/>
            <p:cNvSpPr/>
            <p:nvPr/>
          </p:nvSpPr>
          <p:spPr>
            <a:xfrm>
              <a:off x="934373" y="4499278"/>
              <a:ext cx="51511" cy="45085"/>
            </a:xfrm>
            <a:custGeom>
              <a:rect b="b" l="l" r="r" t="t"/>
              <a:pathLst>
                <a:path extrusionOk="0" h="1719" w="1964">
                  <a:moveTo>
                    <a:pt x="246" y="0"/>
                  </a:moveTo>
                  <a:cubicBezTo>
                    <a:pt x="106" y="0"/>
                    <a:pt x="0" y="111"/>
                    <a:pt x="0" y="246"/>
                  </a:cubicBezTo>
                  <a:lnTo>
                    <a:pt x="0" y="1473"/>
                  </a:lnTo>
                  <a:cubicBezTo>
                    <a:pt x="0" y="1608"/>
                    <a:pt x="106" y="1718"/>
                    <a:pt x="246" y="1718"/>
                  </a:cubicBezTo>
                  <a:lnTo>
                    <a:pt x="1713" y="1718"/>
                  </a:lnTo>
                  <a:cubicBezTo>
                    <a:pt x="1853" y="1718"/>
                    <a:pt x="1964" y="1608"/>
                    <a:pt x="1964" y="1473"/>
                  </a:cubicBezTo>
                  <a:lnTo>
                    <a:pt x="1964" y="246"/>
                  </a:lnTo>
                  <a:cubicBezTo>
                    <a:pt x="1964" y="111"/>
                    <a:pt x="1853" y="0"/>
                    <a:pt x="1713"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87"/>
            <p:cNvSpPr/>
            <p:nvPr/>
          </p:nvSpPr>
          <p:spPr>
            <a:xfrm>
              <a:off x="934373" y="4499278"/>
              <a:ext cx="51511" cy="19330"/>
            </a:xfrm>
            <a:custGeom>
              <a:rect b="b" l="l" r="r" t="t"/>
              <a:pathLst>
                <a:path extrusionOk="0" h="737" w="1964">
                  <a:moveTo>
                    <a:pt x="246" y="0"/>
                  </a:moveTo>
                  <a:cubicBezTo>
                    <a:pt x="106" y="0"/>
                    <a:pt x="0" y="111"/>
                    <a:pt x="0" y="246"/>
                  </a:cubicBezTo>
                  <a:lnTo>
                    <a:pt x="0" y="737"/>
                  </a:lnTo>
                  <a:lnTo>
                    <a:pt x="1964" y="737"/>
                  </a:lnTo>
                  <a:lnTo>
                    <a:pt x="1964" y="246"/>
                  </a:lnTo>
                  <a:cubicBezTo>
                    <a:pt x="1964" y="111"/>
                    <a:pt x="1853" y="0"/>
                    <a:pt x="1713"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87"/>
            <p:cNvSpPr/>
            <p:nvPr/>
          </p:nvSpPr>
          <p:spPr>
            <a:xfrm>
              <a:off x="1166067" y="4499278"/>
              <a:ext cx="51511" cy="45085"/>
            </a:xfrm>
            <a:custGeom>
              <a:rect b="b" l="l" r="r" t="t"/>
              <a:pathLst>
                <a:path extrusionOk="0" h="1719" w="1964">
                  <a:moveTo>
                    <a:pt x="246" y="0"/>
                  </a:moveTo>
                  <a:cubicBezTo>
                    <a:pt x="111" y="0"/>
                    <a:pt x="1" y="111"/>
                    <a:pt x="1" y="246"/>
                  </a:cubicBezTo>
                  <a:lnTo>
                    <a:pt x="1" y="1473"/>
                  </a:lnTo>
                  <a:cubicBezTo>
                    <a:pt x="1" y="1608"/>
                    <a:pt x="111" y="1718"/>
                    <a:pt x="246" y="1718"/>
                  </a:cubicBezTo>
                  <a:lnTo>
                    <a:pt x="1719" y="1718"/>
                  </a:lnTo>
                  <a:cubicBezTo>
                    <a:pt x="1853" y="1718"/>
                    <a:pt x="1964" y="1608"/>
                    <a:pt x="1964" y="1473"/>
                  </a:cubicBezTo>
                  <a:lnTo>
                    <a:pt x="1964" y="246"/>
                  </a:lnTo>
                  <a:cubicBezTo>
                    <a:pt x="1964" y="111"/>
                    <a:pt x="1853" y="0"/>
                    <a:pt x="1719"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87"/>
            <p:cNvSpPr/>
            <p:nvPr/>
          </p:nvSpPr>
          <p:spPr>
            <a:xfrm>
              <a:off x="1166067" y="4499278"/>
              <a:ext cx="51511" cy="19330"/>
            </a:xfrm>
            <a:custGeom>
              <a:rect b="b" l="l" r="r" t="t"/>
              <a:pathLst>
                <a:path extrusionOk="0" h="737" w="1964">
                  <a:moveTo>
                    <a:pt x="246" y="0"/>
                  </a:moveTo>
                  <a:cubicBezTo>
                    <a:pt x="111" y="0"/>
                    <a:pt x="1" y="111"/>
                    <a:pt x="1" y="246"/>
                  </a:cubicBezTo>
                  <a:lnTo>
                    <a:pt x="1" y="737"/>
                  </a:lnTo>
                  <a:lnTo>
                    <a:pt x="1964" y="737"/>
                  </a:lnTo>
                  <a:lnTo>
                    <a:pt x="1964" y="246"/>
                  </a:lnTo>
                  <a:cubicBezTo>
                    <a:pt x="1964" y="111"/>
                    <a:pt x="1853" y="0"/>
                    <a:pt x="171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87"/>
            <p:cNvSpPr/>
            <p:nvPr/>
          </p:nvSpPr>
          <p:spPr>
            <a:xfrm>
              <a:off x="870273" y="4293811"/>
              <a:ext cx="411300" cy="353258"/>
            </a:xfrm>
            <a:custGeom>
              <a:rect b="b" l="l" r="r" t="t"/>
              <a:pathLst>
                <a:path extrusionOk="0" h="13469" w="15682">
                  <a:moveTo>
                    <a:pt x="8969" y="458"/>
                  </a:moveTo>
                  <a:cubicBezTo>
                    <a:pt x="9205" y="458"/>
                    <a:pt x="9412" y="622"/>
                    <a:pt x="9465" y="857"/>
                  </a:cubicBezTo>
                  <a:lnTo>
                    <a:pt x="9763" y="2210"/>
                  </a:lnTo>
                  <a:lnTo>
                    <a:pt x="5919" y="2210"/>
                  </a:lnTo>
                  <a:lnTo>
                    <a:pt x="6217" y="857"/>
                  </a:lnTo>
                  <a:cubicBezTo>
                    <a:pt x="6270" y="622"/>
                    <a:pt x="6477" y="458"/>
                    <a:pt x="6712" y="458"/>
                  </a:cubicBezTo>
                  <a:close/>
                  <a:moveTo>
                    <a:pt x="3686" y="2667"/>
                  </a:moveTo>
                  <a:lnTo>
                    <a:pt x="3686" y="7608"/>
                  </a:lnTo>
                  <a:lnTo>
                    <a:pt x="3161" y="7608"/>
                  </a:lnTo>
                  <a:lnTo>
                    <a:pt x="3161" y="2667"/>
                  </a:lnTo>
                  <a:close/>
                  <a:moveTo>
                    <a:pt x="12520" y="2667"/>
                  </a:moveTo>
                  <a:lnTo>
                    <a:pt x="12520" y="7608"/>
                  </a:lnTo>
                  <a:lnTo>
                    <a:pt x="12001" y="7608"/>
                  </a:lnTo>
                  <a:lnTo>
                    <a:pt x="12001" y="2667"/>
                  </a:lnTo>
                  <a:close/>
                  <a:moveTo>
                    <a:pt x="2704" y="2667"/>
                  </a:moveTo>
                  <a:lnTo>
                    <a:pt x="2704" y="7608"/>
                  </a:lnTo>
                  <a:lnTo>
                    <a:pt x="2690" y="7608"/>
                  </a:lnTo>
                  <a:cubicBezTo>
                    <a:pt x="2425" y="7608"/>
                    <a:pt x="2213" y="7820"/>
                    <a:pt x="2213" y="8085"/>
                  </a:cubicBezTo>
                  <a:lnTo>
                    <a:pt x="2213" y="8590"/>
                  </a:lnTo>
                  <a:lnTo>
                    <a:pt x="2199" y="8590"/>
                  </a:lnTo>
                  <a:cubicBezTo>
                    <a:pt x="1242" y="8590"/>
                    <a:pt x="462" y="7810"/>
                    <a:pt x="462" y="6858"/>
                  </a:cubicBezTo>
                  <a:lnTo>
                    <a:pt x="462" y="3417"/>
                  </a:lnTo>
                  <a:cubicBezTo>
                    <a:pt x="462" y="3003"/>
                    <a:pt x="799" y="2667"/>
                    <a:pt x="1213" y="2667"/>
                  </a:cubicBezTo>
                  <a:close/>
                  <a:moveTo>
                    <a:pt x="11539" y="2671"/>
                  </a:moveTo>
                  <a:lnTo>
                    <a:pt x="11539" y="7608"/>
                  </a:lnTo>
                  <a:lnTo>
                    <a:pt x="11524" y="7608"/>
                  </a:lnTo>
                  <a:cubicBezTo>
                    <a:pt x="11260" y="7608"/>
                    <a:pt x="11048" y="7825"/>
                    <a:pt x="11048" y="8085"/>
                  </a:cubicBezTo>
                  <a:lnTo>
                    <a:pt x="11048" y="8590"/>
                  </a:lnTo>
                  <a:lnTo>
                    <a:pt x="4634" y="8590"/>
                  </a:lnTo>
                  <a:lnTo>
                    <a:pt x="4634" y="8085"/>
                  </a:lnTo>
                  <a:cubicBezTo>
                    <a:pt x="4634" y="7825"/>
                    <a:pt x="4422" y="7608"/>
                    <a:pt x="4157" y="7608"/>
                  </a:cubicBezTo>
                  <a:lnTo>
                    <a:pt x="4143" y="7608"/>
                  </a:lnTo>
                  <a:lnTo>
                    <a:pt x="4143" y="2671"/>
                  </a:lnTo>
                  <a:close/>
                  <a:moveTo>
                    <a:pt x="14469" y="2667"/>
                  </a:moveTo>
                  <a:cubicBezTo>
                    <a:pt x="14888" y="2667"/>
                    <a:pt x="15220" y="3003"/>
                    <a:pt x="15224" y="3422"/>
                  </a:cubicBezTo>
                  <a:lnTo>
                    <a:pt x="15224" y="6858"/>
                  </a:lnTo>
                  <a:lnTo>
                    <a:pt x="15220" y="6858"/>
                  </a:lnTo>
                  <a:cubicBezTo>
                    <a:pt x="15220" y="7815"/>
                    <a:pt x="14445" y="8590"/>
                    <a:pt x="13487" y="8590"/>
                  </a:cubicBezTo>
                  <a:lnTo>
                    <a:pt x="13473" y="8590"/>
                  </a:lnTo>
                  <a:lnTo>
                    <a:pt x="13473" y="8085"/>
                  </a:lnTo>
                  <a:cubicBezTo>
                    <a:pt x="13473" y="7820"/>
                    <a:pt x="13256" y="7608"/>
                    <a:pt x="12997" y="7608"/>
                  </a:cubicBezTo>
                  <a:lnTo>
                    <a:pt x="12982" y="7608"/>
                  </a:lnTo>
                  <a:lnTo>
                    <a:pt x="12982" y="2667"/>
                  </a:lnTo>
                  <a:close/>
                  <a:moveTo>
                    <a:pt x="4157" y="8065"/>
                  </a:moveTo>
                  <a:cubicBezTo>
                    <a:pt x="4167" y="8065"/>
                    <a:pt x="4177" y="8070"/>
                    <a:pt x="4177" y="8080"/>
                  </a:cubicBezTo>
                  <a:lnTo>
                    <a:pt x="4177" y="9307"/>
                  </a:lnTo>
                  <a:cubicBezTo>
                    <a:pt x="4177" y="9316"/>
                    <a:pt x="4167" y="9326"/>
                    <a:pt x="4157" y="9326"/>
                  </a:cubicBezTo>
                  <a:lnTo>
                    <a:pt x="2690" y="9326"/>
                  </a:lnTo>
                  <a:cubicBezTo>
                    <a:pt x="2680" y="9326"/>
                    <a:pt x="2671" y="9316"/>
                    <a:pt x="2671" y="9307"/>
                  </a:cubicBezTo>
                  <a:lnTo>
                    <a:pt x="2671" y="8085"/>
                  </a:lnTo>
                  <a:cubicBezTo>
                    <a:pt x="2671" y="8075"/>
                    <a:pt x="2680" y="8065"/>
                    <a:pt x="2685" y="8065"/>
                  </a:cubicBezTo>
                  <a:lnTo>
                    <a:pt x="3195" y="8065"/>
                  </a:lnTo>
                  <a:lnTo>
                    <a:pt x="3195" y="8575"/>
                  </a:lnTo>
                  <a:cubicBezTo>
                    <a:pt x="3195" y="8727"/>
                    <a:pt x="3309" y="8803"/>
                    <a:pt x="3424" y="8803"/>
                  </a:cubicBezTo>
                  <a:cubicBezTo>
                    <a:pt x="3538" y="8803"/>
                    <a:pt x="3652" y="8727"/>
                    <a:pt x="3652" y="8575"/>
                  </a:cubicBezTo>
                  <a:lnTo>
                    <a:pt x="3652" y="8065"/>
                  </a:lnTo>
                  <a:close/>
                  <a:moveTo>
                    <a:pt x="12997" y="8065"/>
                  </a:moveTo>
                  <a:cubicBezTo>
                    <a:pt x="13006" y="8065"/>
                    <a:pt x="13011" y="8070"/>
                    <a:pt x="13011" y="8080"/>
                  </a:cubicBezTo>
                  <a:lnTo>
                    <a:pt x="13011" y="9307"/>
                  </a:lnTo>
                  <a:lnTo>
                    <a:pt x="13011" y="9312"/>
                  </a:lnTo>
                  <a:cubicBezTo>
                    <a:pt x="13011" y="9321"/>
                    <a:pt x="13006" y="9326"/>
                    <a:pt x="12997" y="9326"/>
                  </a:cubicBezTo>
                  <a:lnTo>
                    <a:pt x="11524" y="9326"/>
                  </a:lnTo>
                  <a:cubicBezTo>
                    <a:pt x="11515" y="9326"/>
                    <a:pt x="11510" y="9321"/>
                    <a:pt x="11510" y="9312"/>
                  </a:cubicBezTo>
                  <a:lnTo>
                    <a:pt x="11510" y="8085"/>
                  </a:lnTo>
                  <a:cubicBezTo>
                    <a:pt x="11510" y="8075"/>
                    <a:pt x="11515" y="8070"/>
                    <a:pt x="11524" y="8070"/>
                  </a:cubicBezTo>
                  <a:lnTo>
                    <a:pt x="12029" y="8070"/>
                  </a:lnTo>
                  <a:lnTo>
                    <a:pt x="12029" y="8575"/>
                  </a:lnTo>
                  <a:cubicBezTo>
                    <a:pt x="12029" y="8727"/>
                    <a:pt x="12144" y="8803"/>
                    <a:pt x="12259" y="8803"/>
                  </a:cubicBezTo>
                  <a:cubicBezTo>
                    <a:pt x="12373" y="8803"/>
                    <a:pt x="12489" y="8727"/>
                    <a:pt x="12491" y="8575"/>
                  </a:cubicBezTo>
                  <a:lnTo>
                    <a:pt x="12491" y="8065"/>
                  </a:lnTo>
                  <a:close/>
                  <a:moveTo>
                    <a:pt x="953" y="8662"/>
                  </a:moveTo>
                  <a:cubicBezTo>
                    <a:pt x="1319" y="8912"/>
                    <a:pt x="1752" y="9047"/>
                    <a:pt x="2194" y="9047"/>
                  </a:cubicBezTo>
                  <a:lnTo>
                    <a:pt x="2213" y="9047"/>
                  </a:lnTo>
                  <a:lnTo>
                    <a:pt x="2213" y="9312"/>
                  </a:lnTo>
                  <a:cubicBezTo>
                    <a:pt x="2213" y="9571"/>
                    <a:pt x="2425" y="9783"/>
                    <a:pt x="2685" y="9783"/>
                  </a:cubicBezTo>
                  <a:lnTo>
                    <a:pt x="3686" y="9783"/>
                  </a:lnTo>
                  <a:lnTo>
                    <a:pt x="3686" y="13007"/>
                  </a:lnTo>
                  <a:lnTo>
                    <a:pt x="3161" y="13007"/>
                  </a:lnTo>
                  <a:lnTo>
                    <a:pt x="3161" y="10539"/>
                  </a:lnTo>
                  <a:cubicBezTo>
                    <a:pt x="3161" y="10385"/>
                    <a:pt x="3047" y="10308"/>
                    <a:pt x="2933" y="10308"/>
                  </a:cubicBezTo>
                  <a:cubicBezTo>
                    <a:pt x="2819" y="10308"/>
                    <a:pt x="2704" y="10385"/>
                    <a:pt x="2704" y="10539"/>
                  </a:cubicBezTo>
                  <a:lnTo>
                    <a:pt x="2704" y="13007"/>
                  </a:lnTo>
                  <a:lnTo>
                    <a:pt x="1458" y="13007"/>
                  </a:lnTo>
                  <a:cubicBezTo>
                    <a:pt x="1179" y="13007"/>
                    <a:pt x="953" y="12781"/>
                    <a:pt x="953" y="12502"/>
                  </a:cubicBezTo>
                  <a:lnTo>
                    <a:pt x="953" y="8662"/>
                  </a:lnTo>
                  <a:close/>
                  <a:moveTo>
                    <a:pt x="11048" y="9052"/>
                  </a:moveTo>
                  <a:lnTo>
                    <a:pt x="11048" y="9312"/>
                  </a:lnTo>
                  <a:cubicBezTo>
                    <a:pt x="11048" y="9571"/>
                    <a:pt x="11260" y="9788"/>
                    <a:pt x="11524" y="9788"/>
                  </a:cubicBezTo>
                  <a:lnTo>
                    <a:pt x="12520" y="9788"/>
                  </a:lnTo>
                  <a:lnTo>
                    <a:pt x="12520" y="13007"/>
                  </a:lnTo>
                  <a:lnTo>
                    <a:pt x="12001" y="13007"/>
                  </a:lnTo>
                  <a:lnTo>
                    <a:pt x="12001" y="10539"/>
                  </a:lnTo>
                  <a:cubicBezTo>
                    <a:pt x="11996" y="10409"/>
                    <a:pt x="11895" y="10308"/>
                    <a:pt x="11770" y="10308"/>
                  </a:cubicBezTo>
                  <a:cubicBezTo>
                    <a:pt x="11640" y="10308"/>
                    <a:pt x="11539" y="10414"/>
                    <a:pt x="11539" y="10539"/>
                  </a:cubicBezTo>
                  <a:lnTo>
                    <a:pt x="11539" y="13007"/>
                  </a:lnTo>
                  <a:lnTo>
                    <a:pt x="4143" y="13007"/>
                  </a:lnTo>
                  <a:lnTo>
                    <a:pt x="4143" y="9788"/>
                  </a:lnTo>
                  <a:lnTo>
                    <a:pt x="4162" y="9788"/>
                  </a:lnTo>
                  <a:cubicBezTo>
                    <a:pt x="4422" y="9788"/>
                    <a:pt x="4634" y="9571"/>
                    <a:pt x="4634" y="9312"/>
                  </a:cubicBezTo>
                  <a:lnTo>
                    <a:pt x="4634" y="9052"/>
                  </a:lnTo>
                  <a:close/>
                  <a:moveTo>
                    <a:pt x="14734" y="8662"/>
                  </a:moveTo>
                  <a:lnTo>
                    <a:pt x="14734" y="12502"/>
                  </a:lnTo>
                  <a:cubicBezTo>
                    <a:pt x="14729" y="12781"/>
                    <a:pt x="14503" y="13007"/>
                    <a:pt x="14224" y="13007"/>
                  </a:cubicBezTo>
                  <a:lnTo>
                    <a:pt x="12982" y="13007"/>
                  </a:lnTo>
                  <a:lnTo>
                    <a:pt x="12982" y="9788"/>
                  </a:lnTo>
                  <a:lnTo>
                    <a:pt x="12997" y="9788"/>
                  </a:lnTo>
                  <a:cubicBezTo>
                    <a:pt x="13261" y="9783"/>
                    <a:pt x="13473" y="9571"/>
                    <a:pt x="13473" y="9312"/>
                  </a:cubicBezTo>
                  <a:lnTo>
                    <a:pt x="13473" y="9052"/>
                  </a:lnTo>
                  <a:lnTo>
                    <a:pt x="13487" y="9052"/>
                  </a:lnTo>
                  <a:cubicBezTo>
                    <a:pt x="13935" y="9052"/>
                    <a:pt x="14368" y="8917"/>
                    <a:pt x="14734" y="8662"/>
                  </a:cubicBezTo>
                  <a:close/>
                  <a:moveTo>
                    <a:pt x="6702" y="1"/>
                  </a:moveTo>
                  <a:cubicBezTo>
                    <a:pt x="6254" y="1"/>
                    <a:pt x="5870" y="317"/>
                    <a:pt x="5769" y="756"/>
                  </a:cubicBezTo>
                  <a:lnTo>
                    <a:pt x="5447" y="2210"/>
                  </a:lnTo>
                  <a:lnTo>
                    <a:pt x="1213" y="2210"/>
                  </a:lnTo>
                  <a:cubicBezTo>
                    <a:pt x="544" y="2210"/>
                    <a:pt x="5" y="2753"/>
                    <a:pt x="5" y="3422"/>
                  </a:cubicBezTo>
                  <a:lnTo>
                    <a:pt x="5" y="6858"/>
                  </a:lnTo>
                  <a:cubicBezTo>
                    <a:pt x="0" y="7358"/>
                    <a:pt x="173" y="7849"/>
                    <a:pt x="496" y="8239"/>
                  </a:cubicBezTo>
                  <a:lnTo>
                    <a:pt x="496" y="12502"/>
                  </a:lnTo>
                  <a:cubicBezTo>
                    <a:pt x="496" y="13036"/>
                    <a:pt x="929" y="13469"/>
                    <a:pt x="1458" y="13469"/>
                  </a:cubicBezTo>
                  <a:lnTo>
                    <a:pt x="14224" y="13469"/>
                  </a:lnTo>
                  <a:cubicBezTo>
                    <a:pt x="14758" y="13469"/>
                    <a:pt x="15186" y="13036"/>
                    <a:pt x="15191" y="12502"/>
                  </a:cubicBezTo>
                  <a:lnTo>
                    <a:pt x="15191" y="8239"/>
                  </a:lnTo>
                  <a:cubicBezTo>
                    <a:pt x="15508" y="7849"/>
                    <a:pt x="15682" y="7358"/>
                    <a:pt x="15682" y="6858"/>
                  </a:cubicBezTo>
                  <a:lnTo>
                    <a:pt x="15682" y="3422"/>
                  </a:lnTo>
                  <a:cubicBezTo>
                    <a:pt x="15677" y="2753"/>
                    <a:pt x="15138" y="2210"/>
                    <a:pt x="14469" y="2210"/>
                  </a:cubicBezTo>
                  <a:lnTo>
                    <a:pt x="10235" y="2210"/>
                  </a:lnTo>
                  <a:lnTo>
                    <a:pt x="9917" y="756"/>
                  </a:lnTo>
                  <a:cubicBezTo>
                    <a:pt x="9817" y="317"/>
                    <a:pt x="9432" y="1"/>
                    <a:pt x="8984" y="1"/>
                  </a:cubicBezTo>
                  <a:cubicBezTo>
                    <a:pt x="8981" y="1"/>
                    <a:pt x="8977" y="1"/>
                    <a:pt x="8974" y="1"/>
                  </a:cubicBezTo>
                  <a:lnTo>
                    <a:pt x="6712" y="1"/>
                  </a:lnTo>
                  <a:cubicBezTo>
                    <a:pt x="6709" y="1"/>
                    <a:pt x="6706" y="1"/>
                    <a:pt x="67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87"/>
            <p:cNvSpPr/>
            <p:nvPr/>
          </p:nvSpPr>
          <p:spPr>
            <a:xfrm>
              <a:off x="1037736" y="4467595"/>
              <a:ext cx="76506" cy="37768"/>
            </a:xfrm>
            <a:custGeom>
              <a:rect b="b" l="l" r="r" t="t"/>
              <a:pathLst>
                <a:path extrusionOk="0" h="1440" w="2917">
                  <a:moveTo>
                    <a:pt x="477" y="1"/>
                  </a:moveTo>
                  <a:cubicBezTo>
                    <a:pt x="212" y="1"/>
                    <a:pt x="0" y="212"/>
                    <a:pt x="0" y="477"/>
                  </a:cubicBezTo>
                  <a:lnTo>
                    <a:pt x="0" y="968"/>
                  </a:lnTo>
                  <a:cubicBezTo>
                    <a:pt x="0" y="1228"/>
                    <a:pt x="212" y="1439"/>
                    <a:pt x="477" y="1439"/>
                  </a:cubicBezTo>
                  <a:lnTo>
                    <a:pt x="2440" y="1439"/>
                  </a:lnTo>
                  <a:cubicBezTo>
                    <a:pt x="2700" y="1439"/>
                    <a:pt x="2911" y="1228"/>
                    <a:pt x="2916" y="963"/>
                  </a:cubicBezTo>
                  <a:lnTo>
                    <a:pt x="2916" y="477"/>
                  </a:lnTo>
                  <a:cubicBezTo>
                    <a:pt x="2911" y="212"/>
                    <a:pt x="2700" y="1"/>
                    <a:pt x="2440" y="1"/>
                  </a:cubicBezTo>
                  <a:lnTo>
                    <a:pt x="2194" y="1"/>
                  </a:lnTo>
                  <a:cubicBezTo>
                    <a:pt x="1886" y="1"/>
                    <a:pt x="1886" y="463"/>
                    <a:pt x="2194" y="463"/>
                  </a:cubicBezTo>
                  <a:lnTo>
                    <a:pt x="2440" y="463"/>
                  </a:lnTo>
                  <a:cubicBezTo>
                    <a:pt x="2449" y="463"/>
                    <a:pt x="2454" y="467"/>
                    <a:pt x="2454" y="477"/>
                  </a:cubicBezTo>
                  <a:lnTo>
                    <a:pt x="2454" y="968"/>
                  </a:lnTo>
                  <a:cubicBezTo>
                    <a:pt x="2454" y="977"/>
                    <a:pt x="2449" y="982"/>
                    <a:pt x="2440" y="982"/>
                  </a:cubicBezTo>
                  <a:lnTo>
                    <a:pt x="477" y="982"/>
                  </a:lnTo>
                  <a:cubicBezTo>
                    <a:pt x="467" y="982"/>
                    <a:pt x="457" y="977"/>
                    <a:pt x="457" y="968"/>
                  </a:cubicBezTo>
                  <a:lnTo>
                    <a:pt x="457" y="477"/>
                  </a:lnTo>
                  <a:cubicBezTo>
                    <a:pt x="457" y="467"/>
                    <a:pt x="467" y="463"/>
                    <a:pt x="477" y="463"/>
                  </a:cubicBezTo>
                  <a:lnTo>
                    <a:pt x="1213" y="463"/>
                  </a:lnTo>
                  <a:cubicBezTo>
                    <a:pt x="1516" y="463"/>
                    <a:pt x="1516" y="1"/>
                    <a:pt x="1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60" name="Google Shape;14760;p87"/>
          <p:cNvSpPr/>
          <p:nvPr/>
        </p:nvSpPr>
        <p:spPr>
          <a:xfrm>
            <a:off x="2217055" y="2678591"/>
            <a:ext cx="3829" cy="12642"/>
          </a:xfrm>
          <a:custGeom>
            <a:rect b="b" l="l" r="r" t="t"/>
            <a:pathLst>
              <a:path extrusionOk="0" h="482" w="146">
                <a:moveTo>
                  <a:pt x="145" y="1"/>
                </a:moveTo>
                <a:lnTo>
                  <a:pt x="68" y="78"/>
                </a:lnTo>
                <a:cubicBezTo>
                  <a:pt x="25" y="121"/>
                  <a:pt x="1" y="179"/>
                  <a:pt x="1" y="241"/>
                </a:cubicBezTo>
                <a:cubicBezTo>
                  <a:pt x="1" y="304"/>
                  <a:pt x="25" y="362"/>
                  <a:pt x="68" y="405"/>
                </a:cubicBezTo>
                <a:lnTo>
                  <a:pt x="145" y="482"/>
                </a:lnTo>
                <a:lnTo>
                  <a:pt x="145"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87"/>
          <p:cNvSpPr/>
          <p:nvPr/>
        </p:nvSpPr>
        <p:spPr>
          <a:xfrm>
            <a:off x="2201161" y="2733878"/>
            <a:ext cx="37505" cy="45452"/>
          </a:xfrm>
          <a:custGeom>
            <a:rect b="b" l="l" r="r" t="t"/>
            <a:pathLst>
              <a:path extrusionOk="0" h="1733" w="1430">
                <a:moveTo>
                  <a:pt x="1372" y="0"/>
                </a:moveTo>
                <a:lnTo>
                  <a:pt x="520" y="332"/>
                </a:lnTo>
                <a:lnTo>
                  <a:pt x="511" y="332"/>
                </a:lnTo>
                <a:cubicBezTo>
                  <a:pt x="492" y="342"/>
                  <a:pt x="1" y="525"/>
                  <a:pt x="1" y="1150"/>
                </a:cubicBezTo>
                <a:lnTo>
                  <a:pt x="1" y="1732"/>
                </a:lnTo>
                <a:lnTo>
                  <a:pt x="212" y="1732"/>
                </a:lnTo>
                <a:lnTo>
                  <a:pt x="212" y="1150"/>
                </a:lnTo>
                <a:cubicBezTo>
                  <a:pt x="212" y="525"/>
                  <a:pt x="703" y="342"/>
                  <a:pt x="722" y="332"/>
                </a:cubicBezTo>
                <a:lnTo>
                  <a:pt x="732" y="332"/>
                </a:lnTo>
                <a:lnTo>
                  <a:pt x="1430" y="58"/>
                </a:lnTo>
                <a:lnTo>
                  <a:pt x="1372"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62" name="Google Shape;14762;p87"/>
          <p:cNvGrpSpPr/>
          <p:nvPr/>
        </p:nvGrpSpPr>
        <p:grpSpPr>
          <a:xfrm>
            <a:off x="2189674" y="2439816"/>
            <a:ext cx="376627" cy="351501"/>
            <a:chOff x="2189674" y="2439816"/>
            <a:chExt cx="376627" cy="351501"/>
          </a:xfrm>
        </p:grpSpPr>
        <p:sp>
          <p:nvSpPr>
            <p:cNvPr id="14763" name="Google Shape;14763;p87"/>
            <p:cNvSpPr/>
            <p:nvPr/>
          </p:nvSpPr>
          <p:spPr>
            <a:xfrm>
              <a:off x="2370538" y="2539638"/>
              <a:ext cx="15028" cy="13035"/>
            </a:xfrm>
            <a:custGeom>
              <a:rect b="b" l="l" r="r" t="t"/>
              <a:pathLst>
                <a:path extrusionOk="0" h="497" w="573">
                  <a:moveTo>
                    <a:pt x="0" y="1"/>
                  </a:moveTo>
                  <a:lnTo>
                    <a:pt x="0" y="222"/>
                  </a:lnTo>
                  <a:lnTo>
                    <a:pt x="279" y="497"/>
                  </a:lnTo>
                  <a:lnTo>
                    <a:pt x="573" y="193"/>
                  </a:lnTo>
                  <a:lnTo>
                    <a:pt x="573" y="1"/>
                  </a:lnTo>
                  <a:lnTo>
                    <a:pt x="525" y="6"/>
                  </a:lnTo>
                  <a:cubicBezTo>
                    <a:pt x="476" y="11"/>
                    <a:pt x="433" y="15"/>
                    <a:pt x="390" y="15"/>
                  </a:cubicBezTo>
                  <a:lnTo>
                    <a:pt x="183" y="15"/>
                  </a:lnTo>
                  <a:cubicBezTo>
                    <a:pt x="140" y="15"/>
                    <a:pt x="91" y="11"/>
                    <a:pt x="48" y="6"/>
                  </a:cubicBezTo>
                  <a:lnTo>
                    <a:pt x="0"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87"/>
            <p:cNvSpPr/>
            <p:nvPr/>
          </p:nvSpPr>
          <p:spPr>
            <a:xfrm>
              <a:off x="2341374" y="2496992"/>
              <a:ext cx="4328" cy="12642"/>
            </a:xfrm>
            <a:custGeom>
              <a:rect b="b" l="l" r="r" t="t"/>
              <a:pathLst>
                <a:path extrusionOk="0" h="482" w="165">
                  <a:moveTo>
                    <a:pt x="164" y="1"/>
                  </a:moveTo>
                  <a:lnTo>
                    <a:pt x="87" y="78"/>
                  </a:lnTo>
                  <a:cubicBezTo>
                    <a:pt x="1" y="169"/>
                    <a:pt x="1" y="313"/>
                    <a:pt x="87" y="400"/>
                  </a:cubicBezTo>
                  <a:lnTo>
                    <a:pt x="164" y="482"/>
                  </a:lnTo>
                  <a:lnTo>
                    <a:pt x="164"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87"/>
            <p:cNvSpPr/>
            <p:nvPr/>
          </p:nvSpPr>
          <p:spPr>
            <a:xfrm>
              <a:off x="2230326" y="2662304"/>
              <a:ext cx="45715" cy="49754"/>
            </a:xfrm>
            <a:custGeom>
              <a:rect b="b" l="l" r="r" t="t"/>
              <a:pathLst>
                <a:path extrusionOk="0" h="1897" w="1743">
                  <a:moveTo>
                    <a:pt x="1271" y="1"/>
                  </a:moveTo>
                  <a:lnTo>
                    <a:pt x="1232" y="35"/>
                  </a:lnTo>
                  <a:cubicBezTo>
                    <a:pt x="837" y="362"/>
                    <a:pt x="318" y="463"/>
                    <a:pt x="44" y="492"/>
                  </a:cubicBezTo>
                  <a:lnTo>
                    <a:pt x="0" y="497"/>
                  </a:lnTo>
                  <a:lnTo>
                    <a:pt x="0" y="1132"/>
                  </a:lnTo>
                  <a:cubicBezTo>
                    <a:pt x="0" y="1555"/>
                    <a:pt x="347" y="1897"/>
                    <a:pt x="770" y="1897"/>
                  </a:cubicBezTo>
                  <a:lnTo>
                    <a:pt x="972" y="1897"/>
                  </a:lnTo>
                  <a:cubicBezTo>
                    <a:pt x="1396" y="1897"/>
                    <a:pt x="1742" y="1555"/>
                    <a:pt x="1742" y="1132"/>
                  </a:cubicBezTo>
                  <a:lnTo>
                    <a:pt x="1742" y="458"/>
                  </a:lnTo>
                  <a:lnTo>
                    <a:pt x="1713" y="444"/>
                  </a:lnTo>
                  <a:cubicBezTo>
                    <a:pt x="1540" y="357"/>
                    <a:pt x="1396" y="217"/>
                    <a:pt x="1299"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87"/>
            <p:cNvSpPr/>
            <p:nvPr/>
          </p:nvSpPr>
          <p:spPr>
            <a:xfrm>
              <a:off x="2285588" y="2679850"/>
              <a:ext cx="4328" cy="11383"/>
            </a:xfrm>
            <a:custGeom>
              <a:rect b="b" l="l" r="r" t="t"/>
              <a:pathLst>
                <a:path extrusionOk="0" h="434" w="165">
                  <a:moveTo>
                    <a:pt x="1" y="1"/>
                  </a:moveTo>
                  <a:lnTo>
                    <a:pt x="1" y="434"/>
                  </a:lnTo>
                  <a:lnTo>
                    <a:pt x="73" y="381"/>
                  </a:lnTo>
                  <a:cubicBezTo>
                    <a:pt x="131" y="338"/>
                    <a:pt x="164" y="265"/>
                    <a:pt x="164" y="193"/>
                  </a:cubicBezTo>
                  <a:cubicBezTo>
                    <a:pt x="164" y="135"/>
                    <a:pt x="140" y="78"/>
                    <a:pt x="102" y="34"/>
                  </a:cubicBezTo>
                  <a:lnTo>
                    <a:pt x="92" y="25"/>
                  </a:lnTo>
                  <a:lnTo>
                    <a:pt x="78" y="25"/>
                  </a:lnTo>
                  <a:lnTo>
                    <a:pt x="58" y="20"/>
                  </a:lnTo>
                  <a:lnTo>
                    <a:pt x="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87"/>
            <p:cNvSpPr/>
            <p:nvPr/>
          </p:nvSpPr>
          <p:spPr>
            <a:xfrm>
              <a:off x="2245591" y="2721263"/>
              <a:ext cx="15159" cy="13009"/>
            </a:xfrm>
            <a:custGeom>
              <a:rect b="b" l="l" r="r" t="t"/>
              <a:pathLst>
                <a:path extrusionOk="0" h="496" w="578">
                  <a:moveTo>
                    <a:pt x="0" y="0"/>
                  </a:moveTo>
                  <a:lnTo>
                    <a:pt x="0" y="221"/>
                  </a:lnTo>
                  <a:lnTo>
                    <a:pt x="284" y="496"/>
                  </a:lnTo>
                  <a:lnTo>
                    <a:pt x="578" y="188"/>
                  </a:lnTo>
                  <a:lnTo>
                    <a:pt x="578" y="0"/>
                  </a:lnTo>
                  <a:lnTo>
                    <a:pt x="525" y="5"/>
                  </a:lnTo>
                  <a:cubicBezTo>
                    <a:pt x="482" y="10"/>
                    <a:pt x="438" y="10"/>
                    <a:pt x="390" y="14"/>
                  </a:cubicBezTo>
                  <a:lnTo>
                    <a:pt x="188" y="14"/>
                  </a:lnTo>
                  <a:cubicBezTo>
                    <a:pt x="140" y="14"/>
                    <a:pt x="97" y="10"/>
                    <a:pt x="53" y="5"/>
                  </a:cubicBezTo>
                  <a:lnTo>
                    <a:pt x="0" y="0"/>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87"/>
            <p:cNvSpPr/>
            <p:nvPr/>
          </p:nvSpPr>
          <p:spPr>
            <a:xfrm>
              <a:off x="2355248" y="2480704"/>
              <a:ext cx="45583" cy="49885"/>
            </a:xfrm>
            <a:custGeom>
              <a:rect b="b" l="l" r="r" t="t"/>
              <a:pathLst>
                <a:path extrusionOk="0" h="1902" w="1738">
                  <a:moveTo>
                    <a:pt x="1271" y="1"/>
                  </a:moveTo>
                  <a:lnTo>
                    <a:pt x="1228" y="35"/>
                  </a:lnTo>
                  <a:cubicBezTo>
                    <a:pt x="833" y="362"/>
                    <a:pt x="314" y="463"/>
                    <a:pt x="39" y="492"/>
                  </a:cubicBezTo>
                  <a:lnTo>
                    <a:pt x="1" y="496"/>
                  </a:lnTo>
                  <a:lnTo>
                    <a:pt x="1" y="1132"/>
                  </a:lnTo>
                  <a:cubicBezTo>
                    <a:pt x="1" y="1555"/>
                    <a:pt x="342" y="1901"/>
                    <a:pt x="766" y="1901"/>
                  </a:cubicBezTo>
                  <a:lnTo>
                    <a:pt x="973" y="1901"/>
                  </a:lnTo>
                  <a:cubicBezTo>
                    <a:pt x="1396" y="1901"/>
                    <a:pt x="1738" y="1555"/>
                    <a:pt x="1738" y="1132"/>
                  </a:cubicBezTo>
                  <a:lnTo>
                    <a:pt x="1738" y="458"/>
                  </a:lnTo>
                  <a:lnTo>
                    <a:pt x="1714" y="444"/>
                  </a:lnTo>
                  <a:cubicBezTo>
                    <a:pt x="1536" y="357"/>
                    <a:pt x="1391" y="217"/>
                    <a:pt x="1300"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87"/>
            <p:cNvSpPr/>
            <p:nvPr/>
          </p:nvSpPr>
          <p:spPr>
            <a:xfrm>
              <a:off x="2410273" y="2498119"/>
              <a:ext cx="4459" cy="11383"/>
            </a:xfrm>
            <a:custGeom>
              <a:rect b="b" l="l" r="r" t="t"/>
              <a:pathLst>
                <a:path extrusionOk="0" h="434" w="170">
                  <a:moveTo>
                    <a:pt x="1" y="1"/>
                  </a:moveTo>
                  <a:lnTo>
                    <a:pt x="1" y="434"/>
                  </a:lnTo>
                  <a:lnTo>
                    <a:pt x="73" y="381"/>
                  </a:lnTo>
                  <a:cubicBezTo>
                    <a:pt x="135" y="338"/>
                    <a:pt x="169" y="270"/>
                    <a:pt x="169" y="198"/>
                  </a:cubicBezTo>
                  <a:cubicBezTo>
                    <a:pt x="169" y="136"/>
                    <a:pt x="150" y="83"/>
                    <a:pt x="111" y="39"/>
                  </a:cubicBezTo>
                  <a:lnTo>
                    <a:pt x="97" y="25"/>
                  </a:lnTo>
                  <a:lnTo>
                    <a:pt x="83" y="25"/>
                  </a:lnTo>
                  <a:lnTo>
                    <a:pt x="63" y="20"/>
                  </a:lnTo>
                  <a:lnTo>
                    <a:pt x="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87"/>
            <p:cNvSpPr/>
            <p:nvPr/>
          </p:nvSpPr>
          <p:spPr>
            <a:xfrm>
              <a:off x="2480065" y="2662304"/>
              <a:ext cx="45715" cy="49754"/>
            </a:xfrm>
            <a:custGeom>
              <a:rect b="b" l="l" r="r" t="t"/>
              <a:pathLst>
                <a:path extrusionOk="0" h="1897" w="1743">
                  <a:moveTo>
                    <a:pt x="1271" y="1"/>
                  </a:moveTo>
                  <a:lnTo>
                    <a:pt x="1232" y="35"/>
                  </a:lnTo>
                  <a:cubicBezTo>
                    <a:pt x="838" y="362"/>
                    <a:pt x="318" y="463"/>
                    <a:pt x="44" y="492"/>
                  </a:cubicBezTo>
                  <a:lnTo>
                    <a:pt x="1" y="497"/>
                  </a:lnTo>
                  <a:lnTo>
                    <a:pt x="1" y="1132"/>
                  </a:lnTo>
                  <a:cubicBezTo>
                    <a:pt x="1" y="1555"/>
                    <a:pt x="347" y="1897"/>
                    <a:pt x="771" y="1897"/>
                  </a:cubicBezTo>
                  <a:lnTo>
                    <a:pt x="973" y="1897"/>
                  </a:lnTo>
                  <a:cubicBezTo>
                    <a:pt x="1396" y="1897"/>
                    <a:pt x="1743" y="1555"/>
                    <a:pt x="1743" y="1132"/>
                  </a:cubicBezTo>
                  <a:lnTo>
                    <a:pt x="1743" y="458"/>
                  </a:lnTo>
                  <a:lnTo>
                    <a:pt x="1714" y="444"/>
                  </a:lnTo>
                  <a:cubicBezTo>
                    <a:pt x="1540" y="357"/>
                    <a:pt x="1396" y="217"/>
                    <a:pt x="1300"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87"/>
            <p:cNvSpPr/>
            <p:nvPr/>
          </p:nvSpPr>
          <p:spPr>
            <a:xfrm>
              <a:off x="2466190" y="2678591"/>
              <a:ext cx="4432" cy="12642"/>
            </a:xfrm>
            <a:custGeom>
              <a:rect b="b" l="l" r="r" t="t"/>
              <a:pathLst>
                <a:path extrusionOk="0" h="482" w="169">
                  <a:moveTo>
                    <a:pt x="169" y="1"/>
                  </a:moveTo>
                  <a:lnTo>
                    <a:pt x="92" y="82"/>
                  </a:lnTo>
                  <a:cubicBezTo>
                    <a:pt x="0" y="169"/>
                    <a:pt x="0" y="313"/>
                    <a:pt x="92" y="405"/>
                  </a:cubicBezTo>
                  <a:lnTo>
                    <a:pt x="169" y="482"/>
                  </a:lnTo>
                  <a:lnTo>
                    <a:pt x="169"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87"/>
            <p:cNvSpPr/>
            <p:nvPr/>
          </p:nvSpPr>
          <p:spPr>
            <a:xfrm>
              <a:off x="2535221" y="2679719"/>
              <a:ext cx="4432" cy="11514"/>
            </a:xfrm>
            <a:custGeom>
              <a:rect b="b" l="l" r="r" t="t"/>
              <a:pathLst>
                <a:path extrusionOk="0" h="439" w="169">
                  <a:moveTo>
                    <a:pt x="0" y="1"/>
                  </a:moveTo>
                  <a:lnTo>
                    <a:pt x="0" y="439"/>
                  </a:lnTo>
                  <a:lnTo>
                    <a:pt x="73" y="386"/>
                  </a:lnTo>
                  <a:cubicBezTo>
                    <a:pt x="130" y="343"/>
                    <a:pt x="169" y="270"/>
                    <a:pt x="169" y="198"/>
                  </a:cubicBezTo>
                  <a:cubicBezTo>
                    <a:pt x="169" y="140"/>
                    <a:pt x="145" y="83"/>
                    <a:pt x="106" y="39"/>
                  </a:cubicBezTo>
                  <a:lnTo>
                    <a:pt x="97" y="25"/>
                  </a:lnTo>
                  <a:lnTo>
                    <a:pt x="82" y="25"/>
                  </a:lnTo>
                  <a:lnTo>
                    <a:pt x="63" y="20"/>
                  </a:lnTo>
                  <a:lnTo>
                    <a:pt x="0"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87"/>
            <p:cNvSpPr/>
            <p:nvPr/>
          </p:nvSpPr>
          <p:spPr>
            <a:xfrm>
              <a:off x="2495329" y="2721263"/>
              <a:ext cx="15186" cy="13009"/>
            </a:xfrm>
            <a:custGeom>
              <a:rect b="b" l="l" r="r" t="t"/>
              <a:pathLst>
                <a:path extrusionOk="0" h="496" w="579">
                  <a:moveTo>
                    <a:pt x="1" y="0"/>
                  </a:moveTo>
                  <a:lnTo>
                    <a:pt x="1" y="221"/>
                  </a:lnTo>
                  <a:lnTo>
                    <a:pt x="285" y="496"/>
                  </a:lnTo>
                  <a:lnTo>
                    <a:pt x="578" y="188"/>
                  </a:lnTo>
                  <a:lnTo>
                    <a:pt x="578" y="0"/>
                  </a:lnTo>
                  <a:lnTo>
                    <a:pt x="525" y="5"/>
                  </a:lnTo>
                  <a:cubicBezTo>
                    <a:pt x="482" y="10"/>
                    <a:pt x="439" y="10"/>
                    <a:pt x="391" y="14"/>
                  </a:cubicBezTo>
                  <a:lnTo>
                    <a:pt x="189" y="14"/>
                  </a:lnTo>
                  <a:cubicBezTo>
                    <a:pt x="140" y="10"/>
                    <a:pt x="97" y="10"/>
                    <a:pt x="54" y="5"/>
                  </a:cubicBezTo>
                  <a:lnTo>
                    <a:pt x="1" y="0"/>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87"/>
            <p:cNvSpPr/>
            <p:nvPr/>
          </p:nvSpPr>
          <p:spPr>
            <a:xfrm>
              <a:off x="2201555" y="2733616"/>
              <a:ext cx="103363" cy="52009"/>
            </a:xfrm>
            <a:custGeom>
              <a:rect b="b" l="l" r="r" t="t"/>
              <a:pathLst>
                <a:path extrusionOk="0" h="1983" w="3941">
                  <a:moveTo>
                    <a:pt x="2570" y="1"/>
                  </a:moveTo>
                  <a:lnTo>
                    <a:pt x="2141" y="443"/>
                  </a:lnTo>
                  <a:cubicBezTo>
                    <a:pt x="2103" y="487"/>
                    <a:pt x="2045" y="511"/>
                    <a:pt x="1983" y="511"/>
                  </a:cubicBezTo>
                  <a:cubicBezTo>
                    <a:pt x="1920" y="511"/>
                    <a:pt x="1862" y="487"/>
                    <a:pt x="1824" y="448"/>
                  </a:cubicBezTo>
                  <a:lnTo>
                    <a:pt x="1371" y="10"/>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87"/>
            <p:cNvSpPr/>
            <p:nvPr/>
          </p:nvSpPr>
          <p:spPr>
            <a:xfrm>
              <a:off x="2326345" y="2551886"/>
              <a:ext cx="103258" cy="52035"/>
            </a:xfrm>
            <a:custGeom>
              <a:rect b="b" l="l" r="r" t="t"/>
              <a:pathLst>
                <a:path extrusionOk="0" h="1984" w="3937">
                  <a:moveTo>
                    <a:pt x="2570" y="1"/>
                  </a:moveTo>
                  <a:lnTo>
                    <a:pt x="2142" y="443"/>
                  </a:lnTo>
                  <a:cubicBezTo>
                    <a:pt x="2099" y="487"/>
                    <a:pt x="2041" y="511"/>
                    <a:pt x="1983" y="511"/>
                  </a:cubicBezTo>
                  <a:lnTo>
                    <a:pt x="1979" y="511"/>
                  </a:lnTo>
                  <a:cubicBezTo>
                    <a:pt x="1921" y="511"/>
                    <a:pt x="1863" y="487"/>
                    <a:pt x="1820" y="448"/>
                  </a:cubicBezTo>
                  <a:lnTo>
                    <a:pt x="1367" y="5"/>
                  </a:lnTo>
                  <a:lnTo>
                    <a:pt x="521" y="337"/>
                  </a:lnTo>
                  <a:lnTo>
                    <a:pt x="511" y="342"/>
                  </a:lnTo>
                  <a:cubicBezTo>
                    <a:pt x="492" y="347"/>
                    <a:pt x="1" y="530"/>
                    <a:pt x="1" y="1160"/>
                  </a:cubicBezTo>
                  <a:lnTo>
                    <a:pt x="1" y="1983"/>
                  </a:lnTo>
                  <a:lnTo>
                    <a:pt x="3937" y="1983"/>
                  </a:lnTo>
                  <a:lnTo>
                    <a:pt x="3937" y="1165"/>
                  </a:lnTo>
                  <a:cubicBezTo>
                    <a:pt x="3937" y="535"/>
                    <a:pt x="3446" y="352"/>
                    <a:pt x="3427" y="347"/>
                  </a:cubicBezTo>
                  <a:lnTo>
                    <a:pt x="3417" y="342"/>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87"/>
            <p:cNvSpPr/>
            <p:nvPr/>
          </p:nvSpPr>
          <p:spPr>
            <a:xfrm>
              <a:off x="2450926" y="2733616"/>
              <a:ext cx="103363" cy="52009"/>
            </a:xfrm>
            <a:custGeom>
              <a:rect b="b" l="l" r="r" t="t"/>
              <a:pathLst>
                <a:path extrusionOk="0" h="1983" w="3941">
                  <a:moveTo>
                    <a:pt x="2570" y="1"/>
                  </a:moveTo>
                  <a:lnTo>
                    <a:pt x="2141" y="443"/>
                  </a:lnTo>
                  <a:cubicBezTo>
                    <a:pt x="2103" y="487"/>
                    <a:pt x="2045" y="511"/>
                    <a:pt x="1983" y="511"/>
                  </a:cubicBezTo>
                  <a:lnTo>
                    <a:pt x="1978" y="511"/>
                  </a:lnTo>
                  <a:cubicBezTo>
                    <a:pt x="1920" y="511"/>
                    <a:pt x="1862" y="487"/>
                    <a:pt x="1824" y="448"/>
                  </a:cubicBezTo>
                  <a:lnTo>
                    <a:pt x="1371" y="5"/>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87"/>
            <p:cNvSpPr/>
            <p:nvPr/>
          </p:nvSpPr>
          <p:spPr>
            <a:xfrm>
              <a:off x="2347301" y="2450543"/>
              <a:ext cx="61372" cy="34751"/>
            </a:xfrm>
            <a:custGeom>
              <a:rect b="b" l="l" r="r" t="t"/>
              <a:pathLst>
                <a:path extrusionOk="0" h="1325" w="2340">
                  <a:moveTo>
                    <a:pt x="1117" y="1"/>
                  </a:moveTo>
                  <a:cubicBezTo>
                    <a:pt x="501" y="6"/>
                    <a:pt x="1" y="501"/>
                    <a:pt x="1" y="1117"/>
                  </a:cubicBezTo>
                  <a:lnTo>
                    <a:pt x="1" y="1324"/>
                  </a:lnTo>
                  <a:lnTo>
                    <a:pt x="63" y="1305"/>
                  </a:lnTo>
                  <a:lnTo>
                    <a:pt x="73" y="1305"/>
                  </a:lnTo>
                  <a:lnTo>
                    <a:pt x="83" y="1300"/>
                  </a:lnTo>
                  <a:lnTo>
                    <a:pt x="121" y="1300"/>
                  </a:lnTo>
                  <a:cubicBezTo>
                    <a:pt x="131" y="1300"/>
                    <a:pt x="1069" y="1295"/>
                    <a:pt x="1488" y="713"/>
                  </a:cubicBezTo>
                  <a:cubicBezTo>
                    <a:pt x="1525" y="660"/>
                    <a:pt x="1580" y="636"/>
                    <a:pt x="1634" y="636"/>
                  </a:cubicBezTo>
                  <a:cubicBezTo>
                    <a:pt x="1715" y="636"/>
                    <a:pt x="1795" y="689"/>
                    <a:pt x="1815" y="780"/>
                  </a:cubicBezTo>
                  <a:cubicBezTo>
                    <a:pt x="1820" y="800"/>
                    <a:pt x="1925" y="1228"/>
                    <a:pt x="2262" y="1305"/>
                  </a:cubicBezTo>
                  <a:lnTo>
                    <a:pt x="2277" y="1305"/>
                  </a:lnTo>
                  <a:lnTo>
                    <a:pt x="2339" y="1324"/>
                  </a:lnTo>
                  <a:lnTo>
                    <a:pt x="2339" y="1117"/>
                  </a:lnTo>
                  <a:cubicBezTo>
                    <a:pt x="2339" y="501"/>
                    <a:pt x="1839"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87"/>
            <p:cNvSpPr/>
            <p:nvPr/>
          </p:nvSpPr>
          <p:spPr>
            <a:xfrm>
              <a:off x="2222484" y="2632142"/>
              <a:ext cx="61372" cy="34751"/>
            </a:xfrm>
            <a:custGeom>
              <a:rect b="b" l="l" r="r" t="t"/>
              <a:pathLst>
                <a:path extrusionOk="0" h="1325" w="2340">
                  <a:moveTo>
                    <a:pt x="1112" y="1"/>
                  </a:moveTo>
                  <a:cubicBezTo>
                    <a:pt x="501" y="1"/>
                    <a:pt x="1" y="501"/>
                    <a:pt x="1" y="1117"/>
                  </a:cubicBezTo>
                  <a:lnTo>
                    <a:pt x="1" y="1324"/>
                  </a:lnTo>
                  <a:lnTo>
                    <a:pt x="63" y="1305"/>
                  </a:lnTo>
                  <a:lnTo>
                    <a:pt x="121" y="1305"/>
                  </a:lnTo>
                  <a:cubicBezTo>
                    <a:pt x="131" y="1305"/>
                    <a:pt x="1064" y="1295"/>
                    <a:pt x="1488" y="713"/>
                  </a:cubicBezTo>
                  <a:cubicBezTo>
                    <a:pt x="1523" y="661"/>
                    <a:pt x="1577" y="636"/>
                    <a:pt x="1631" y="636"/>
                  </a:cubicBezTo>
                  <a:cubicBezTo>
                    <a:pt x="1710" y="636"/>
                    <a:pt x="1790" y="689"/>
                    <a:pt x="1810" y="780"/>
                  </a:cubicBezTo>
                  <a:cubicBezTo>
                    <a:pt x="1815" y="800"/>
                    <a:pt x="1921" y="1233"/>
                    <a:pt x="2262" y="1310"/>
                  </a:cubicBezTo>
                  <a:lnTo>
                    <a:pt x="2277" y="1310"/>
                  </a:lnTo>
                  <a:lnTo>
                    <a:pt x="2335" y="1324"/>
                  </a:lnTo>
                  <a:lnTo>
                    <a:pt x="2335" y="1122"/>
                  </a:lnTo>
                  <a:cubicBezTo>
                    <a:pt x="2339" y="506"/>
                    <a:pt x="1839"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87"/>
            <p:cNvSpPr/>
            <p:nvPr/>
          </p:nvSpPr>
          <p:spPr>
            <a:xfrm>
              <a:off x="2472249" y="2632142"/>
              <a:ext cx="61346" cy="34751"/>
            </a:xfrm>
            <a:custGeom>
              <a:rect b="b" l="l" r="r" t="t"/>
              <a:pathLst>
                <a:path extrusionOk="0" h="1325" w="2339">
                  <a:moveTo>
                    <a:pt x="1117" y="1"/>
                  </a:moveTo>
                  <a:cubicBezTo>
                    <a:pt x="501" y="1"/>
                    <a:pt x="5" y="501"/>
                    <a:pt x="0" y="1117"/>
                  </a:cubicBezTo>
                  <a:lnTo>
                    <a:pt x="0" y="1324"/>
                  </a:lnTo>
                  <a:lnTo>
                    <a:pt x="63" y="1305"/>
                  </a:lnTo>
                  <a:lnTo>
                    <a:pt x="121" y="1305"/>
                  </a:lnTo>
                  <a:cubicBezTo>
                    <a:pt x="130" y="1305"/>
                    <a:pt x="1069" y="1295"/>
                    <a:pt x="1487" y="713"/>
                  </a:cubicBezTo>
                  <a:cubicBezTo>
                    <a:pt x="1524" y="661"/>
                    <a:pt x="1579" y="636"/>
                    <a:pt x="1634" y="636"/>
                  </a:cubicBezTo>
                  <a:cubicBezTo>
                    <a:pt x="1715" y="636"/>
                    <a:pt x="1794" y="689"/>
                    <a:pt x="1814" y="780"/>
                  </a:cubicBezTo>
                  <a:cubicBezTo>
                    <a:pt x="1819" y="800"/>
                    <a:pt x="1925" y="1233"/>
                    <a:pt x="2267" y="1310"/>
                  </a:cubicBezTo>
                  <a:lnTo>
                    <a:pt x="2276" y="1310"/>
                  </a:lnTo>
                  <a:lnTo>
                    <a:pt x="2339" y="1324"/>
                  </a:lnTo>
                  <a:lnTo>
                    <a:pt x="2339" y="1122"/>
                  </a:lnTo>
                  <a:cubicBezTo>
                    <a:pt x="2339" y="501"/>
                    <a:pt x="1838"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87"/>
            <p:cNvSpPr/>
            <p:nvPr/>
          </p:nvSpPr>
          <p:spPr>
            <a:xfrm>
              <a:off x="2326109" y="2552148"/>
              <a:ext cx="37505" cy="45583"/>
            </a:xfrm>
            <a:custGeom>
              <a:rect b="b" l="l" r="r" t="t"/>
              <a:pathLst>
                <a:path extrusionOk="0" h="1738" w="1430">
                  <a:moveTo>
                    <a:pt x="1367" y="0"/>
                  </a:moveTo>
                  <a:lnTo>
                    <a:pt x="520" y="337"/>
                  </a:lnTo>
                  <a:lnTo>
                    <a:pt x="510" y="337"/>
                  </a:lnTo>
                  <a:cubicBezTo>
                    <a:pt x="491" y="347"/>
                    <a:pt x="0" y="530"/>
                    <a:pt x="0" y="1155"/>
                  </a:cubicBezTo>
                  <a:lnTo>
                    <a:pt x="0" y="1737"/>
                  </a:lnTo>
                  <a:lnTo>
                    <a:pt x="212" y="1737"/>
                  </a:lnTo>
                  <a:lnTo>
                    <a:pt x="212" y="1155"/>
                  </a:lnTo>
                  <a:cubicBezTo>
                    <a:pt x="207" y="530"/>
                    <a:pt x="698" y="347"/>
                    <a:pt x="722" y="342"/>
                  </a:cubicBezTo>
                  <a:lnTo>
                    <a:pt x="732" y="337"/>
                  </a:lnTo>
                  <a:lnTo>
                    <a:pt x="1429" y="63"/>
                  </a:lnTo>
                  <a:lnTo>
                    <a:pt x="1367"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87"/>
            <p:cNvSpPr/>
            <p:nvPr/>
          </p:nvSpPr>
          <p:spPr>
            <a:xfrm>
              <a:off x="2450926" y="2733747"/>
              <a:ext cx="37505" cy="45583"/>
            </a:xfrm>
            <a:custGeom>
              <a:rect b="b" l="l" r="r" t="t"/>
              <a:pathLst>
                <a:path extrusionOk="0" h="1738" w="1430">
                  <a:moveTo>
                    <a:pt x="1371" y="0"/>
                  </a:moveTo>
                  <a:lnTo>
                    <a:pt x="520" y="332"/>
                  </a:lnTo>
                  <a:lnTo>
                    <a:pt x="510" y="337"/>
                  </a:lnTo>
                  <a:cubicBezTo>
                    <a:pt x="491" y="342"/>
                    <a:pt x="0" y="525"/>
                    <a:pt x="0" y="1155"/>
                  </a:cubicBezTo>
                  <a:lnTo>
                    <a:pt x="0" y="1737"/>
                  </a:lnTo>
                  <a:lnTo>
                    <a:pt x="212" y="1737"/>
                  </a:lnTo>
                  <a:lnTo>
                    <a:pt x="212" y="1155"/>
                  </a:lnTo>
                  <a:cubicBezTo>
                    <a:pt x="212" y="530"/>
                    <a:pt x="703" y="347"/>
                    <a:pt x="722" y="337"/>
                  </a:cubicBezTo>
                  <a:lnTo>
                    <a:pt x="732" y="337"/>
                  </a:lnTo>
                  <a:lnTo>
                    <a:pt x="1429" y="63"/>
                  </a:lnTo>
                  <a:lnTo>
                    <a:pt x="1371"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87"/>
            <p:cNvSpPr/>
            <p:nvPr/>
          </p:nvSpPr>
          <p:spPr>
            <a:xfrm>
              <a:off x="2355248" y="2480704"/>
              <a:ext cx="35879" cy="49885"/>
            </a:xfrm>
            <a:custGeom>
              <a:rect b="b" l="l" r="r" t="t"/>
              <a:pathLst>
                <a:path extrusionOk="0" h="1902" w="1368">
                  <a:moveTo>
                    <a:pt x="1271" y="1"/>
                  </a:moveTo>
                  <a:lnTo>
                    <a:pt x="1228" y="35"/>
                  </a:lnTo>
                  <a:cubicBezTo>
                    <a:pt x="833" y="367"/>
                    <a:pt x="314" y="463"/>
                    <a:pt x="39" y="492"/>
                  </a:cubicBezTo>
                  <a:lnTo>
                    <a:pt x="1" y="496"/>
                  </a:lnTo>
                  <a:lnTo>
                    <a:pt x="1" y="1132"/>
                  </a:lnTo>
                  <a:cubicBezTo>
                    <a:pt x="1" y="1555"/>
                    <a:pt x="342" y="1901"/>
                    <a:pt x="766" y="1901"/>
                  </a:cubicBezTo>
                  <a:lnTo>
                    <a:pt x="1021" y="1901"/>
                  </a:lnTo>
                  <a:cubicBezTo>
                    <a:pt x="617" y="1873"/>
                    <a:pt x="299" y="1536"/>
                    <a:pt x="304" y="1132"/>
                  </a:cubicBezTo>
                  <a:lnTo>
                    <a:pt x="304" y="496"/>
                  </a:lnTo>
                  <a:lnTo>
                    <a:pt x="342" y="492"/>
                  </a:lnTo>
                  <a:cubicBezTo>
                    <a:pt x="583" y="468"/>
                    <a:pt x="1002" y="391"/>
                    <a:pt x="1367" y="155"/>
                  </a:cubicBezTo>
                  <a:cubicBezTo>
                    <a:pt x="1343" y="121"/>
                    <a:pt x="1319" y="83"/>
                    <a:pt x="1295" y="49"/>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87"/>
            <p:cNvSpPr/>
            <p:nvPr/>
          </p:nvSpPr>
          <p:spPr>
            <a:xfrm>
              <a:off x="2347301" y="2450674"/>
              <a:ext cx="33466" cy="34620"/>
            </a:xfrm>
            <a:custGeom>
              <a:rect b="b" l="l" r="r" t="t"/>
              <a:pathLst>
                <a:path extrusionOk="0" h="1320" w="1276">
                  <a:moveTo>
                    <a:pt x="1117" y="1"/>
                  </a:moveTo>
                  <a:cubicBezTo>
                    <a:pt x="501" y="1"/>
                    <a:pt x="6" y="501"/>
                    <a:pt x="1" y="1112"/>
                  </a:cubicBezTo>
                  <a:lnTo>
                    <a:pt x="1" y="1319"/>
                  </a:lnTo>
                  <a:lnTo>
                    <a:pt x="63" y="1300"/>
                  </a:lnTo>
                  <a:lnTo>
                    <a:pt x="121" y="1300"/>
                  </a:lnTo>
                  <a:cubicBezTo>
                    <a:pt x="121" y="1300"/>
                    <a:pt x="159" y="1300"/>
                    <a:pt x="217" y="1295"/>
                  </a:cubicBezTo>
                  <a:lnTo>
                    <a:pt x="217" y="1112"/>
                  </a:lnTo>
                  <a:lnTo>
                    <a:pt x="212" y="1112"/>
                  </a:lnTo>
                  <a:cubicBezTo>
                    <a:pt x="212" y="520"/>
                    <a:pt x="679" y="30"/>
                    <a:pt x="1276"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87"/>
            <p:cNvSpPr/>
            <p:nvPr/>
          </p:nvSpPr>
          <p:spPr>
            <a:xfrm>
              <a:off x="2230326" y="2662304"/>
              <a:ext cx="35984" cy="49885"/>
            </a:xfrm>
            <a:custGeom>
              <a:rect b="b" l="l" r="r" t="t"/>
              <a:pathLst>
                <a:path extrusionOk="0" h="1902" w="1372">
                  <a:moveTo>
                    <a:pt x="1271" y="1"/>
                  </a:moveTo>
                  <a:lnTo>
                    <a:pt x="1232" y="35"/>
                  </a:lnTo>
                  <a:cubicBezTo>
                    <a:pt x="837" y="362"/>
                    <a:pt x="318" y="463"/>
                    <a:pt x="44" y="492"/>
                  </a:cubicBezTo>
                  <a:lnTo>
                    <a:pt x="0" y="497"/>
                  </a:lnTo>
                  <a:lnTo>
                    <a:pt x="0" y="1132"/>
                  </a:lnTo>
                  <a:cubicBezTo>
                    <a:pt x="0" y="1555"/>
                    <a:pt x="347" y="1897"/>
                    <a:pt x="770" y="1902"/>
                  </a:cubicBezTo>
                  <a:lnTo>
                    <a:pt x="1020" y="1902"/>
                  </a:lnTo>
                  <a:cubicBezTo>
                    <a:pt x="616" y="1873"/>
                    <a:pt x="303" y="1536"/>
                    <a:pt x="303" y="1132"/>
                  </a:cubicBezTo>
                  <a:lnTo>
                    <a:pt x="303" y="497"/>
                  </a:lnTo>
                  <a:lnTo>
                    <a:pt x="342" y="492"/>
                  </a:lnTo>
                  <a:cubicBezTo>
                    <a:pt x="582" y="468"/>
                    <a:pt x="1006" y="386"/>
                    <a:pt x="1372" y="155"/>
                  </a:cubicBezTo>
                  <a:cubicBezTo>
                    <a:pt x="1343" y="116"/>
                    <a:pt x="1319" y="83"/>
                    <a:pt x="1299" y="44"/>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87"/>
            <p:cNvSpPr/>
            <p:nvPr/>
          </p:nvSpPr>
          <p:spPr>
            <a:xfrm>
              <a:off x="2222484" y="2632142"/>
              <a:ext cx="33361" cy="34751"/>
            </a:xfrm>
            <a:custGeom>
              <a:rect b="b" l="l" r="r" t="t"/>
              <a:pathLst>
                <a:path extrusionOk="0" h="1325" w="1272">
                  <a:moveTo>
                    <a:pt x="1112" y="1"/>
                  </a:moveTo>
                  <a:cubicBezTo>
                    <a:pt x="501" y="6"/>
                    <a:pt x="1" y="501"/>
                    <a:pt x="1" y="1117"/>
                  </a:cubicBezTo>
                  <a:lnTo>
                    <a:pt x="1" y="1324"/>
                  </a:lnTo>
                  <a:lnTo>
                    <a:pt x="63" y="1305"/>
                  </a:lnTo>
                  <a:lnTo>
                    <a:pt x="121" y="1305"/>
                  </a:lnTo>
                  <a:cubicBezTo>
                    <a:pt x="121" y="1305"/>
                    <a:pt x="155" y="1305"/>
                    <a:pt x="213" y="1300"/>
                  </a:cubicBezTo>
                  <a:lnTo>
                    <a:pt x="213" y="1127"/>
                  </a:lnTo>
                  <a:lnTo>
                    <a:pt x="213" y="1112"/>
                  </a:lnTo>
                  <a:cubicBezTo>
                    <a:pt x="213" y="521"/>
                    <a:pt x="679" y="30"/>
                    <a:pt x="1271"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87"/>
            <p:cNvSpPr/>
            <p:nvPr/>
          </p:nvSpPr>
          <p:spPr>
            <a:xfrm>
              <a:off x="2480065" y="2662304"/>
              <a:ext cx="35984" cy="49885"/>
            </a:xfrm>
            <a:custGeom>
              <a:rect b="b" l="l" r="r" t="t"/>
              <a:pathLst>
                <a:path extrusionOk="0" h="1902" w="1372">
                  <a:moveTo>
                    <a:pt x="1271" y="1"/>
                  </a:moveTo>
                  <a:lnTo>
                    <a:pt x="1232" y="35"/>
                  </a:lnTo>
                  <a:cubicBezTo>
                    <a:pt x="838" y="362"/>
                    <a:pt x="318" y="463"/>
                    <a:pt x="44" y="492"/>
                  </a:cubicBezTo>
                  <a:lnTo>
                    <a:pt x="1" y="497"/>
                  </a:lnTo>
                  <a:lnTo>
                    <a:pt x="1" y="1132"/>
                  </a:lnTo>
                  <a:cubicBezTo>
                    <a:pt x="1" y="1555"/>
                    <a:pt x="347" y="1897"/>
                    <a:pt x="771" y="1902"/>
                  </a:cubicBezTo>
                  <a:lnTo>
                    <a:pt x="1021" y="1902"/>
                  </a:lnTo>
                  <a:cubicBezTo>
                    <a:pt x="617" y="1873"/>
                    <a:pt x="304" y="1536"/>
                    <a:pt x="304" y="1132"/>
                  </a:cubicBezTo>
                  <a:lnTo>
                    <a:pt x="304" y="497"/>
                  </a:lnTo>
                  <a:lnTo>
                    <a:pt x="347" y="492"/>
                  </a:lnTo>
                  <a:cubicBezTo>
                    <a:pt x="588" y="468"/>
                    <a:pt x="1006" y="386"/>
                    <a:pt x="1372" y="155"/>
                  </a:cubicBezTo>
                  <a:cubicBezTo>
                    <a:pt x="1343" y="116"/>
                    <a:pt x="1324" y="83"/>
                    <a:pt x="1300" y="44"/>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87"/>
            <p:cNvSpPr/>
            <p:nvPr/>
          </p:nvSpPr>
          <p:spPr>
            <a:xfrm>
              <a:off x="2472249" y="2632142"/>
              <a:ext cx="33335" cy="34751"/>
            </a:xfrm>
            <a:custGeom>
              <a:rect b="b" l="l" r="r" t="t"/>
              <a:pathLst>
                <a:path extrusionOk="0" h="1325" w="1271">
                  <a:moveTo>
                    <a:pt x="1112" y="1"/>
                  </a:moveTo>
                  <a:cubicBezTo>
                    <a:pt x="501" y="6"/>
                    <a:pt x="0" y="501"/>
                    <a:pt x="0" y="1117"/>
                  </a:cubicBezTo>
                  <a:lnTo>
                    <a:pt x="0" y="1324"/>
                  </a:lnTo>
                  <a:lnTo>
                    <a:pt x="63" y="1305"/>
                  </a:lnTo>
                  <a:lnTo>
                    <a:pt x="121" y="1305"/>
                  </a:lnTo>
                  <a:cubicBezTo>
                    <a:pt x="121" y="1305"/>
                    <a:pt x="159" y="1305"/>
                    <a:pt x="212" y="1300"/>
                  </a:cubicBezTo>
                  <a:lnTo>
                    <a:pt x="212" y="1127"/>
                  </a:lnTo>
                  <a:lnTo>
                    <a:pt x="212" y="1112"/>
                  </a:lnTo>
                  <a:cubicBezTo>
                    <a:pt x="212" y="521"/>
                    <a:pt x="679" y="30"/>
                    <a:pt x="1271"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87"/>
            <p:cNvSpPr/>
            <p:nvPr/>
          </p:nvSpPr>
          <p:spPr>
            <a:xfrm>
              <a:off x="2313835" y="2622648"/>
              <a:ext cx="121774" cy="102313"/>
            </a:xfrm>
            <a:custGeom>
              <a:rect b="b" l="l" r="r" t="t"/>
              <a:pathLst>
                <a:path extrusionOk="0" h="3901" w="4643">
                  <a:moveTo>
                    <a:pt x="2321" y="1"/>
                  </a:moveTo>
                  <a:cubicBezTo>
                    <a:pt x="2208" y="1"/>
                    <a:pt x="2095" y="77"/>
                    <a:pt x="2095" y="228"/>
                  </a:cubicBezTo>
                  <a:lnTo>
                    <a:pt x="2095" y="2393"/>
                  </a:lnTo>
                  <a:lnTo>
                    <a:pt x="223" y="3476"/>
                  </a:lnTo>
                  <a:cubicBezTo>
                    <a:pt x="0" y="3602"/>
                    <a:pt x="125" y="3901"/>
                    <a:pt x="328" y="3901"/>
                  </a:cubicBezTo>
                  <a:cubicBezTo>
                    <a:pt x="366" y="3901"/>
                    <a:pt x="407" y="3890"/>
                    <a:pt x="449" y="3866"/>
                  </a:cubicBezTo>
                  <a:lnTo>
                    <a:pt x="2321" y="2783"/>
                  </a:lnTo>
                  <a:lnTo>
                    <a:pt x="4197" y="3866"/>
                  </a:lnTo>
                  <a:cubicBezTo>
                    <a:pt x="4239" y="3890"/>
                    <a:pt x="4279" y="3901"/>
                    <a:pt x="4317" y="3901"/>
                  </a:cubicBezTo>
                  <a:cubicBezTo>
                    <a:pt x="4517" y="3901"/>
                    <a:pt x="4642" y="3602"/>
                    <a:pt x="4424" y="3476"/>
                  </a:cubicBezTo>
                  <a:lnTo>
                    <a:pt x="2547" y="2393"/>
                  </a:lnTo>
                  <a:lnTo>
                    <a:pt x="2547" y="228"/>
                  </a:lnTo>
                  <a:cubicBezTo>
                    <a:pt x="2547" y="77"/>
                    <a:pt x="2434" y="1"/>
                    <a:pt x="23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87"/>
            <p:cNvSpPr/>
            <p:nvPr/>
          </p:nvSpPr>
          <p:spPr>
            <a:xfrm>
              <a:off x="2314490" y="2439816"/>
              <a:ext cx="127125" cy="169771"/>
            </a:xfrm>
            <a:custGeom>
              <a:rect b="b" l="l" r="r" t="t"/>
              <a:pathLst>
                <a:path extrusionOk="0" h="6473" w="4847">
                  <a:moveTo>
                    <a:pt x="2378" y="453"/>
                  </a:moveTo>
                  <a:lnTo>
                    <a:pt x="2378" y="458"/>
                  </a:lnTo>
                  <a:lnTo>
                    <a:pt x="2488" y="458"/>
                  </a:lnTo>
                  <a:cubicBezTo>
                    <a:pt x="3075" y="458"/>
                    <a:pt x="3552" y="934"/>
                    <a:pt x="3552" y="1526"/>
                  </a:cubicBezTo>
                  <a:lnTo>
                    <a:pt x="3552" y="1666"/>
                  </a:lnTo>
                  <a:lnTo>
                    <a:pt x="3537" y="1666"/>
                  </a:lnTo>
                  <a:cubicBezTo>
                    <a:pt x="3220" y="1594"/>
                    <a:pt x="3119" y="1175"/>
                    <a:pt x="3119" y="1170"/>
                  </a:cubicBezTo>
                  <a:cubicBezTo>
                    <a:pt x="3093" y="1058"/>
                    <a:pt x="2996" y="994"/>
                    <a:pt x="2897" y="994"/>
                  </a:cubicBezTo>
                  <a:cubicBezTo>
                    <a:pt x="2829" y="994"/>
                    <a:pt x="2761" y="1024"/>
                    <a:pt x="2714" y="1088"/>
                  </a:cubicBezTo>
                  <a:cubicBezTo>
                    <a:pt x="2305" y="1651"/>
                    <a:pt x="1396" y="1661"/>
                    <a:pt x="1382" y="1661"/>
                  </a:cubicBezTo>
                  <a:lnTo>
                    <a:pt x="1309" y="1661"/>
                  </a:lnTo>
                  <a:lnTo>
                    <a:pt x="1309" y="1517"/>
                  </a:lnTo>
                  <a:cubicBezTo>
                    <a:pt x="1314" y="930"/>
                    <a:pt x="1791" y="458"/>
                    <a:pt x="2378" y="453"/>
                  </a:cubicBezTo>
                  <a:close/>
                  <a:moveTo>
                    <a:pt x="3711" y="2286"/>
                  </a:moveTo>
                  <a:lnTo>
                    <a:pt x="3739" y="2291"/>
                  </a:lnTo>
                  <a:cubicBezTo>
                    <a:pt x="3812" y="2373"/>
                    <a:pt x="3802" y="2503"/>
                    <a:pt x="3711" y="2570"/>
                  </a:cubicBezTo>
                  <a:lnTo>
                    <a:pt x="3711" y="2286"/>
                  </a:lnTo>
                  <a:close/>
                  <a:moveTo>
                    <a:pt x="1155" y="2291"/>
                  </a:moveTo>
                  <a:lnTo>
                    <a:pt x="1155" y="2575"/>
                  </a:lnTo>
                  <a:cubicBezTo>
                    <a:pt x="1103" y="2541"/>
                    <a:pt x="1069" y="2479"/>
                    <a:pt x="1074" y="2416"/>
                  </a:cubicBezTo>
                  <a:lnTo>
                    <a:pt x="1074" y="2416"/>
                  </a:lnTo>
                  <a:lnTo>
                    <a:pt x="1074" y="2421"/>
                  </a:lnTo>
                  <a:cubicBezTo>
                    <a:pt x="1074" y="2373"/>
                    <a:pt x="1088" y="2335"/>
                    <a:pt x="1117" y="2301"/>
                  </a:cubicBezTo>
                  <a:cubicBezTo>
                    <a:pt x="1131" y="2296"/>
                    <a:pt x="1141" y="2296"/>
                    <a:pt x="1155" y="2291"/>
                  </a:cubicBezTo>
                  <a:close/>
                  <a:moveTo>
                    <a:pt x="2820" y="1627"/>
                  </a:moveTo>
                  <a:cubicBezTo>
                    <a:pt x="2921" y="1805"/>
                    <a:pt x="3075" y="1954"/>
                    <a:pt x="3258" y="2046"/>
                  </a:cubicBezTo>
                  <a:lnTo>
                    <a:pt x="3258" y="2691"/>
                  </a:lnTo>
                  <a:cubicBezTo>
                    <a:pt x="3258" y="3090"/>
                    <a:pt x="2936" y="3412"/>
                    <a:pt x="2536" y="3412"/>
                  </a:cubicBezTo>
                  <a:lnTo>
                    <a:pt x="2330" y="3412"/>
                  </a:lnTo>
                  <a:cubicBezTo>
                    <a:pt x="1930" y="3412"/>
                    <a:pt x="1608" y="3090"/>
                    <a:pt x="1608" y="2691"/>
                  </a:cubicBezTo>
                  <a:lnTo>
                    <a:pt x="1608" y="2099"/>
                  </a:lnTo>
                  <a:cubicBezTo>
                    <a:pt x="1901" y="2065"/>
                    <a:pt x="2421" y="1964"/>
                    <a:pt x="2820" y="1627"/>
                  </a:cubicBezTo>
                  <a:close/>
                  <a:moveTo>
                    <a:pt x="2676" y="3855"/>
                  </a:moveTo>
                  <a:lnTo>
                    <a:pt x="2676" y="3975"/>
                  </a:lnTo>
                  <a:lnTo>
                    <a:pt x="2426" y="4240"/>
                  </a:lnTo>
                  <a:lnTo>
                    <a:pt x="2190" y="4009"/>
                  </a:lnTo>
                  <a:lnTo>
                    <a:pt x="2190" y="3855"/>
                  </a:lnTo>
                  <a:cubicBezTo>
                    <a:pt x="2238" y="3865"/>
                    <a:pt x="2286" y="3865"/>
                    <a:pt x="2330" y="3865"/>
                  </a:cubicBezTo>
                  <a:lnTo>
                    <a:pt x="2536" y="3865"/>
                  </a:lnTo>
                  <a:cubicBezTo>
                    <a:pt x="2585" y="3865"/>
                    <a:pt x="2628" y="3865"/>
                    <a:pt x="2676" y="3855"/>
                  </a:cubicBezTo>
                  <a:close/>
                  <a:moveTo>
                    <a:pt x="2378" y="1"/>
                  </a:moveTo>
                  <a:cubicBezTo>
                    <a:pt x="1540" y="1"/>
                    <a:pt x="857" y="684"/>
                    <a:pt x="857" y="1521"/>
                  </a:cubicBezTo>
                  <a:lnTo>
                    <a:pt x="857" y="1921"/>
                  </a:lnTo>
                  <a:cubicBezTo>
                    <a:pt x="405" y="2286"/>
                    <a:pt x="636" y="3018"/>
                    <a:pt x="1213" y="3056"/>
                  </a:cubicBezTo>
                  <a:cubicBezTo>
                    <a:pt x="1305" y="3326"/>
                    <a:pt x="1492" y="3557"/>
                    <a:pt x="1738" y="3706"/>
                  </a:cubicBezTo>
                  <a:lnTo>
                    <a:pt x="1738" y="3831"/>
                  </a:lnTo>
                  <a:lnTo>
                    <a:pt x="809" y="4192"/>
                  </a:lnTo>
                  <a:cubicBezTo>
                    <a:pt x="727" y="4221"/>
                    <a:pt x="1" y="4509"/>
                    <a:pt x="1" y="5433"/>
                  </a:cubicBezTo>
                  <a:lnTo>
                    <a:pt x="1" y="6242"/>
                  </a:lnTo>
                  <a:cubicBezTo>
                    <a:pt x="1" y="6367"/>
                    <a:pt x="102" y="6468"/>
                    <a:pt x="227" y="6473"/>
                  </a:cubicBezTo>
                  <a:lnTo>
                    <a:pt x="804" y="6473"/>
                  </a:lnTo>
                  <a:cubicBezTo>
                    <a:pt x="1103" y="6473"/>
                    <a:pt x="1103" y="6016"/>
                    <a:pt x="804" y="6016"/>
                  </a:cubicBezTo>
                  <a:lnTo>
                    <a:pt x="453" y="6016"/>
                  </a:lnTo>
                  <a:lnTo>
                    <a:pt x="453" y="5438"/>
                  </a:lnTo>
                  <a:cubicBezTo>
                    <a:pt x="453" y="4808"/>
                    <a:pt x="944" y="4625"/>
                    <a:pt x="963" y="4620"/>
                  </a:cubicBezTo>
                  <a:lnTo>
                    <a:pt x="973" y="4615"/>
                  </a:lnTo>
                  <a:lnTo>
                    <a:pt x="1824" y="4283"/>
                  </a:lnTo>
                  <a:lnTo>
                    <a:pt x="2277" y="4721"/>
                  </a:lnTo>
                  <a:cubicBezTo>
                    <a:pt x="2315" y="4764"/>
                    <a:pt x="2373" y="4789"/>
                    <a:pt x="2431" y="4789"/>
                  </a:cubicBezTo>
                  <a:lnTo>
                    <a:pt x="2435" y="4789"/>
                  </a:lnTo>
                  <a:cubicBezTo>
                    <a:pt x="2498" y="4784"/>
                    <a:pt x="2556" y="4760"/>
                    <a:pt x="2594" y="4716"/>
                  </a:cubicBezTo>
                  <a:lnTo>
                    <a:pt x="3022" y="4274"/>
                  </a:lnTo>
                  <a:lnTo>
                    <a:pt x="3869" y="4615"/>
                  </a:lnTo>
                  <a:lnTo>
                    <a:pt x="3879" y="4620"/>
                  </a:lnTo>
                  <a:cubicBezTo>
                    <a:pt x="3903" y="4625"/>
                    <a:pt x="4394" y="4808"/>
                    <a:pt x="4394" y="5438"/>
                  </a:cubicBezTo>
                  <a:lnTo>
                    <a:pt x="4394" y="6016"/>
                  </a:lnTo>
                  <a:lnTo>
                    <a:pt x="1526" y="6016"/>
                  </a:lnTo>
                  <a:cubicBezTo>
                    <a:pt x="1223" y="6016"/>
                    <a:pt x="1223" y="6473"/>
                    <a:pt x="1526" y="6473"/>
                  </a:cubicBezTo>
                  <a:lnTo>
                    <a:pt x="4620" y="6473"/>
                  </a:lnTo>
                  <a:cubicBezTo>
                    <a:pt x="4745" y="6468"/>
                    <a:pt x="4846" y="6367"/>
                    <a:pt x="4846" y="6242"/>
                  </a:cubicBezTo>
                  <a:lnTo>
                    <a:pt x="4846" y="5438"/>
                  </a:lnTo>
                  <a:cubicBezTo>
                    <a:pt x="4846" y="4519"/>
                    <a:pt x="4124" y="4226"/>
                    <a:pt x="4033" y="4192"/>
                  </a:cubicBezTo>
                  <a:lnTo>
                    <a:pt x="3133" y="3831"/>
                  </a:lnTo>
                  <a:lnTo>
                    <a:pt x="3133" y="3706"/>
                  </a:lnTo>
                  <a:cubicBezTo>
                    <a:pt x="3378" y="3562"/>
                    <a:pt x="3566" y="3331"/>
                    <a:pt x="3658" y="3056"/>
                  </a:cubicBezTo>
                  <a:cubicBezTo>
                    <a:pt x="4230" y="3008"/>
                    <a:pt x="4452" y="2286"/>
                    <a:pt x="4009" y="1926"/>
                  </a:cubicBezTo>
                  <a:lnTo>
                    <a:pt x="4009" y="1526"/>
                  </a:lnTo>
                  <a:cubicBezTo>
                    <a:pt x="4009" y="684"/>
                    <a:pt x="3326" y="1"/>
                    <a:pt x="24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87"/>
            <p:cNvSpPr/>
            <p:nvPr/>
          </p:nvSpPr>
          <p:spPr>
            <a:xfrm>
              <a:off x="2439045" y="2621546"/>
              <a:ext cx="127256" cy="169639"/>
            </a:xfrm>
            <a:custGeom>
              <a:rect b="b" l="l" r="r" t="t"/>
              <a:pathLst>
                <a:path extrusionOk="0" h="6468" w="4852">
                  <a:moveTo>
                    <a:pt x="2378" y="453"/>
                  </a:moveTo>
                  <a:lnTo>
                    <a:pt x="2378" y="458"/>
                  </a:lnTo>
                  <a:lnTo>
                    <a:pt x="2489" y="458"/>
                  </a:lnTo>
                  <a:cubicBezTo>
                    <a:pt x="3076" y="458"/>
                    <a:pt x="3557" y="934"/>
                    <a:pt x="3557" y="1521"/>
                  </a:cubicBezTo>
                  <a:lnTo>
                    <a:pt x="3557" y="1666"/>
                  </a:lnTo>
                  <a:lnTo>
                    <a:pt x="3537" y="1666"/>
                  </a:lnTo>
                  <a:cubicBezTo>
                    <a:pt x="3225" y="1593"/>
                    <a:pt x="3124" y="1175"/>
                    <a:pt x="3124" y="1175"/>
                  </a:cubicBezTo>
                  <a:cubicBezTo>
                    <a:pt x="3098" y="1060"/>
                    <a:pt x="2998" y="995"/>
                    <a:pt x="2897" y="995"/>
                  </a:cubicBezTo>
                  <a:cubicBezTo>
                    <a:pt x="2829" y="995"/>
                    <a:pt x="2761" y="1024"/>
                    <a:pt x="2715" y="1088"/>
                  </a:cubicBezTo>
                  <a:cubicBezTo>
                    <a:pt x="2310" y="1656"/>
                    <a:pt x="1396" y="1661"/>
                    <a:pt x="1387" y="1661"/>
                  </a:cubicBezTo>
                  <a:lnTo>
                    <a:pt x="1334" y="1661"/>
                  </a:lnTo>
                  <a:lnTo>
                    <a:pt x="1319" y="1666"/>
                  </a:lnTo>
                  <a:lnTo>
                    <a:pt x="1314" y="1666"/>
                  </a:lnTo>
                  <a:lnTo>
                    <a:pt x="1314" y="1521"/>
                  </a:lnTo>
                  <a:cubicBezTo>
                    <a:pt x="1314" y="929"/>
                    <a:pt x="1791" y="453"/>
                    <a:pt x="2378" y="453"/>
                  </a:cubicBezTo>
                  <a:close/>
                  <a:moveTo>
                    <a:pt x="3715" y="2286"/>
                  </a:moveTo>
                  <a:lnTo>
                    <a:pt x="3740" y="2291"/>
                  </a:lnTo>
                  <a:cubicBezTo>
                    <a:pt x="3817" y="2373"/>
                    <a:pt x="3802" y="2503"/>
                    <a:pt x="3715" y="2565"/>
                  </a:cubicBezTo>
                  <a:lnTo>
                    <a:pt x="3715" y="2286"/>
                  </a:lnTo>
                  <a:close/>
                  <a:moveTo>
                    <a:pt x="1156" y="2286"/>
                  </a:moveTo>
                  <a:lnTo>
                    <a:pt x="1156" y="2575"/>
                  </a:lnTo>
                  <a:cubicBezTo>
                    <a:pt x="1103" y="2537"/>
                    <a:pt x="1074" y="2479"/>
                    <a:pt x="1074" y="2416"/>
                  </a:cubicBezTo>
                  <a:cubicBezTo>
                    <a:pt x="1074" y="2373"/>
                    <a:pt x="1088" y="2330"/>
                    <a:pt x="1122" y="2296"/>
                  </a:cubicBezTo>
                  <a:cubicBezTo>
                    <a:pt x="1132" y="2296"/>
                    <a:pt x="1146" y="2291"/>
                    <a:pt x="1156" y="2286"/>
                  </a:cubicBezTo>
                  <a:close/>
                  <a:moveTo>
                    <a:pt x="2825" y="1627"/>
                  </a:moveTo>
                  <a:cubicBezTo>
                    <a:pt x="2926" y="1805"/>
                    <a:pt x="3076" y="1949"/>
                    <a:pt x="3258" y="2041"/>
                  </a:cubicBezTo>
                  <a:lnTo>
                    <a:pt x="3258" y="2690"/>
                  </a:lnTo>
                  <a:cubicBezTo>
                    <a:pt x="3258" y="3085"/>
                    <a:pt x="2936" y="3412"/>
                    <a:pt x="2537" y="3412"/>
                  </a:cubicBezTo>
                  <a:lnTo>
                    <a:pt x="2335" y="3412"/>
                  </a:lnTo>
                  <a:cubicBezTo>
                    <a:pt x="1935" y="3412"/>
                    <a:pt x="1613" y="3085"/>
                    <a:pt x="1613" y="2690"/>
                  </a:cubicBezTo>
                  <a:lnTo>
                    <a:pt x="1613" y="2094"/>
                  </a:lnTo>
                  <a:cubicBezTo>
                    <a:pt x="1906" y="2060"/>
                    <a:pt x="2426" y="1959"/>
                    <a:pt x="2825" y="1627"/>
                  </a:cubicBezTo>
                  <a:close/>
                  <a:moveTo>
                    <a:pt x="2676" y="3855"/>
                  </a:moveTo>
                  <a:lnTo>
                    <a:pt x="2676" y="3975"/>
                  </a:lnTo>
                  <a:lnTo>
                    <a:pt x="2431" y="4240"/>
                  </a:lnTo>
                  <a:lnTo>
                    <a:pt x="2195" y="4009"/>
                  </a:lnTo>
                  <a:lnTo>
                    <a:pt x="2195" y="3855"/>
                  </a:lnTo>
                  <a:cubicBezTo>
                    <a:pt x="2238" y="3860"/>
                    <a:pt x="2286" y="3865"/>
                    <a:pt x="2335" y="3865"/>
                  </a:cubicBezTo>
                  <a:lnTo>
                    <a:pt x="2537" y="3865"/>
                  </a:lnTo>
                  <a:cubicBezTo>
                    <a:pt x="2585" y="3865"/>
                    <a:pt x="2633" y="3860"/>
                    <a:pt x="2676" y="3855"/>
                  </a:cubicBezTo>
                  <a:close/>
                  <a:moveTo>
                    <a:pt x="2383" y="1"/>
                  </a:moveTo>
                  <a:cubicBezTo>
                    <a:pt x="1541" y="1"/>
                    <a:pt x="862" y="679"/>
                    <a:pt x="862" y="1521"/>
                  </a:cubicBezTo>
                  <a:lnTo>
                    <a:pt x="862" y="1921"/>
                  </a:lnTo>
                  <a:cubicBezTo>
                    <a:pt x="405" y="2286"/>
                    <a:pt x="636" y="3013"/>
                    <a:pt x="1218" y="3051"/>
                  </a:cubicBezTo>
                  <a:cubicBezTo>
                    <a:pt x="1310" y="3326"/>
                    <a:pt x="1492" y="3557"/>
                    <a:pt x="1743" y="3701"/>
                  </a:cubicBezTo>
                  <a:lnTo>
                    <a:pt x="1743" y="3826"/>
                  </a:lnTo>
                  <a:lnTo>
                    <a:pt x="814" y="4187"/>
                  </a:lnTo>
                  <a:cubicBezTo>
                    <a:pt x="727" y="4221"/>
                    <a:pt x="1" y="4509"/>
                    <a:pt x="1" y="5433"/>
                  </a:cubicBezTo>
                  <a:lnTo>
                    <a:pt x="1" y="6242"/>
                  </a:lnTo>
                  <a:cubicBezTo>
                    <a:pt x="1" y="6367"/>
                    <a:pt x="102" y="6468"/>
                    <a:pt x="227" y="6468"/>
                  </a:cubicBezTo>
                  <a:lnTo>
                    <a:pt x="804" y="6468"/>
                  </a:lnTo>
                  <a:cubicBezTo>
                    <a:pt x="1108" y="6468"/>
                    <a:pt x="1108" y="6015"/>
                    <a:pt x="804" y="6015"/>
                  </a:cubicBezTo>
                  <a:lnTo>
                    <a:pt x="453" y="6015"/>
                  </a:lnTo>
                  <a:lnTo>
                    <a:pt x="453" y="5433"/>
                  </a:lnTo>
                  <a:cubicBezTo>
                    <a:pt x="453" y="4808"/>
                    <a:pt x="944" y="4625"/>
                    <a:pt x="963" y="4615"/>
                  </a:cubicBezTo>
                  <a:lnTo>
                    <a:pt x="978" y="4615"/>
                  </a:lnTo>
                  <a:lnTo>
                    <a:pt x="1824" y="4283"/>
                  </a:lnTo>
                  <a:lnTo>
                    <a:pt x="2277" y="4721"/>
                  </a:lnTo>
                  <a:cubicBezTo>
                    <a:pt x="2320" y="4760"/>
                    <a:pt x="2378" y="4784"/>
                    <a:pt x="2436" y="4784"/>
                  </a:cubicBezTo>
                  <a:lnTo>
                    <a:pt x="2440" y="4784"/>
                  </a:lnTo>
                  <a:cubicBezTo>
                    <a:pt x="2498" y="4784"/>
                    <a:pt x="2556" y="4760"/>
                    <a:pt x="2599" y="4716"/>
                  </a:cubicBezTo>
                  <a:lnTo>
                    <a:pt x="3027" y="4274"/>
                  </a:lnTo>
                  <a:lnTo>
                    <a:pt x="3874" y="4615"/>
                  </a:lnTo>
                  <a:lnTo>
                    <a:pt x="3884" y="4615"/>
                  </a:lnTo>
                  <a:cubicBezTo>
                    <a:pt x="3903" y="4625"/>
                    <a:pt x="4394" y="4808"/>
                    <a:pt x="4394" y="5433"/>
                  </a:cubicBezTo>
                  <a:lnTo>
                    <a:pt x="4394" y="6015"/>
                  </a:lnTo>
                  <a:lnTo>
                    <a:pt x="1526" y="6015"/>
                  </a:lnTo>
                  <a:cubicBezTo>
                    <a:pt x="1223" y="6015"/>
                    <a:pt x="1223" y="6468"/>
                    <a:pt x="1526" y="6468"/>
                  </a:cubicBezTo>
                  <a:lnTo>
                    <a:pt x="4625" y="6468"/>
                  </a:lnTo>
                  <a:cubicBezTo>
                    <a:pt x="4750" y="6468"/>
                    <a:pt x="4851" y="6367"/>
                    <a:pt x="4851" y="6242"/>
                  </a:cubicBezTo>
                  <a:lnTo>
                    <a:pt x="4851" y="5433"/>
                  </a:lnTo>
                  <a:cubicBezTo>
                    <a:pt x="4846" y="4514"/>
                    <a:pt x="4124" y="4225"/>
                    <a:pt x="4038" y="4192"/>
                  </a:cubicBezTo>
                  <a:lnTo>
                    <a:pt x="3133" y="3831"/>
                  </a:lnTo>
                  <a:lnTo>
                    <a:pt x="3133" y="3706"/>
                  </a:lnTo>
                  <a:cubicBezTo>
                    <a:pt x="3383" y="3557"/>
                    <a:pt x="3566" y="3326"/>
                    <a:pt x="3658" y="3056"/>
                  </a:cubicBezTo>
                  <a:cubicBezTo>
                    <a:pt x="4230" y="3008"/>
                    <a:pt x="4457" y="2286"/>
                    <a:pt x="4009" y="1925"/>
                  </a:cubicBezTo>
                  <a:lnTo>
                    <a:pt x="4009" y="1521"/>
                  </a:lnTo>
                  <a:cubicBezTo>
                    <a:pt x="4009" y="684"/>
                    <a:pt x="3331" y="1"/>
                    <a:pt x="2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87"/>
            <p:cNvSpPr/>
            <p:nvPr/>
          </p:nvSpPr>
          <p:spPr>
            <a:xfrm>
              <a:off x="2189674" y="2621546"/>
              <a:ext cx="127125" cy="169771"/>
            </a:xfrm>
            <a:custGeom>
              <a:rect b="b" l="l" r="r" t="t"/>
              <a:pathLst>
                <a:path extrusionOk="0" h="6473" w="4847">
                  <a:moveTo>
                    <a:pt x="2378" y="453"/>
                  </a:moveTo>
                  <a:lnTo>
                    <a:pt x="2378" y="458"/>
                  </a:lnTo>
                  <a:lnTo>
                    <a:pt x="2484" y="458"/>
                  </a:lnTo>
                  <a:cubicBezTo>
                    <a:pt x="3076" y="458"/>
                    <a:pt x="3552" y="934"/>
                    <a:pt x="3552" y="1521"/>
                  </a:cubicBezTo>
                  <a:lnTo>
                    <a:pt x="3552" y="1666"/>
                  </a:lnTo>
                  <a:lnTo>
                    <a:pt x="3533" y="1666"/>
                  </a:lnTo>
                  <a:cubicBezTo>
                    <a:pt x="3220" y="1593"/>
                    <a:pt x="3119" y="1175"/>
                    <a:pt x="3119" y="1175"/>
                  </a:cubicBezTo>
                  <a:cubicBezTo>
                    <a:pt x="3093" y="1060"/>
                    <a:pt x="2993" y="995"/>
                    <a:pt x="2894" y="995"/>
                  </a:cubicBezTo>
                  <a:cubicBezTo>
                    <a:pt x="2826" y="995"/>
                    <a:pt x="2759" y="1024"/>
                    <a:pt x="2715" y="1088"/>
                  </a:cubicBezTo>
                  <a:cubicBezTo>
                    <a:pt x="2306" y="1656"/>
                    <a:pt x="1396" y="1661"/>
                    <a:pt x="1382" y="1661"/>
                  </a:cubicBezTo>
                  <a:lnTo>
                    <a:pt x="1329" y="1661"/>
                  </a:lnTo>
                  <a:lnTo>
                    <a:pt x="1314" y="1666"/>
                  </a:lnTo>
                  <a:lnTo>
                    <a:pt x="1310" y="1666"/>
                  </a:lnTo>
                  <a:lnTo>
                    <a:pt x="1310" y="1521"/>
                  </a:lnTo>
                  <a:cubicBezTo>
                    <a:pt x="1314" y="929"/>
                    <a:pt x="1791" y="453"/>
                    <a:pt x="2378" y="453"/>
                  </a:cubicBezTo>
                  <a:close/>
                  <a:moveTo>
                    <a:pt x="3711" y="2286"/>
                  </a:moveTo>
                  <a:lnTo>
                    <a:pt x="3740" y="2291"/>
                  </a:lnTo>
                  <a:cubicBezTo>
                    <a:pt x="3812" y="2373"/>
                    <a:pt x="3802" y="2503"/>
                    <a:pt x="3711" y="2565"/>
                  </a:cubicBezTo>
                  <a:lnTo>
                    <a:pt x="3711" y="2286"/>
                  </a:lnTo>
                  <a:close/>
                  <a:moveTo>
                    <a:pt x="1156" y="2286"/>
                  </a:moveTo>
                  <a:lnTo>
                    <a:pt x="1156" y="2575"/>
                  </a:lnTo>
                  <a:cubicBezTo>
                    <a:pt x="1103" y="2537"/>
                    <a:pt x="1069" y="2479"/>
                    <a:pt x="1074" y="2416"/>
                  </a:cubicBezTo>
                  <a:cubicBezTo>
                    <a:pt x="1074" y="2373"/>
                    <a:pt x="1088" y="2330"/>
                    <a:pt x="1117" y="2296"/>
                  </a:cubicBezTo>
                  <a:cubicBezTo>
                    <a:pt x="1132" y="2296"/>
                    <a:pt x="1141" y="2291"/>
                    <a:pt x="1156" y="2286"/>
                  </a:cubicBezTo>
                  <a:close/>
                  <a:moveTo>
                    <a:pt x="2821" y="1627"/>
                  </a:moveTo>
                  <a:cubicBezTo>
                    <a:pt x="2922" y="1805"/>
                    <a:pt x="3076" y="1949"/>
                    <a:pt x="3258" y="2041"/>
                  </a:cubicBezTo>
                  <a:lnTo>
                    <a:pt x="3258" y="2690"/>
                  </a:lnTo>
                  <a:cubicBezTo>
                    <a:pt x="3258" y="3085"/>
                    <a:pt x="2936" y="3412"/>
                    <a:pt x="2537" y="3412"/>
                  </a:cubicBezTo>
                  <a:lnTo>
                    <a:pt x="2330" y="3412"/>
                  </a:lnTo>
                  <a:cubicBezTo>
                    <a:pt x="1930" y="3412"/>
                    <a:pt x="1608" y="3085"/>
                    <a:pt x="1608" y="2690"/>
                  </a:cubicBezTo>
                  <a:lnTo>
                    <a:pt x="1608" y="2094"/>
                  </a:lnTo>
                  <a:cubicBezTo>
                    <a:pt x="1901" y="2060"/>
                    <a:pt x="2421" y="1959"/>
                    <a:pt x="2821" y="1627"/>
                  </a:cubicBezTo>
                  <a:close/>
                  <a:moveTo>
                    <a:pt x="2676" y="3855"/>
                  </a:moveTo>
                  <a:lnTo>
                    <a:pt x="2676" y="3975"/>
                  </a:lnTo>
                  <a:lnTo>
                    <a:pt x="2426" y="4240"/>
                  </a:lnTo>
                  <a:lnTo>
                    <a:pt x="2190" y="4009"/>
                  </a:lnTo>
                  <a:lnTo>
                    <a:pt x="2190" y="3855"/>
                  </a:lnTo>
                  <a:cubicBezTo>
                    <a:pt x="2238" y="3860"/>
                    <a:pt x="2286" y="3865"/>
                    <a:pt x="2330" y="3865"/>
                  </a:cubicBezTo>
                  <a:lnTo>
                    <a:pt x="2537" y="3865"/>
                  </a:lnTo>
                  <a:cubicBezTo>
                    <a:pt x="2585" y="3865"/>
                    <a:pt x="2628" y="3860"/>
                    <a:pt x="2676" y="3855"/>
                  </a:cubicBezTo>
                  <a:close/>
                  <a:moveTo>
                    <a:pt x="2378" y="1"/>
                  </a:moveTo>
                  <a:cubicBezTo>
                    <a:pt x="1541" y="1"/>
                    <a:pt x="857" y="684"/>
                    <a:pt x="857" y="1521"/>
                  </a:cubicBezTo>
                  <a:lnTo>
                    <a:pt x="857" y="1921"/>
                  </a:lnTo>
                  <a:cubicBezTo>
                    <a:pt x="405" y="2286"/>
                    <a:pt x="636" y="3018"/>
                    <a:pt x="1218" y="3056"/>
                  </a:cubicBezTo>
                  <a:cubicBezTo>
                    <a:pt x="1305" y="3330"/>
                    <a:pt x="1492" y="3561"/>
                    <a:pt x="1743" y="3706"/>
                  </a:cubicBezTo>
                  <a:lnTo>
                    <a:pt x="1743" y="3831"/>
                  </a:lnTo>
                  <a:lnTo>
                    <a:pt x="814" y="4192"/>
                  </a:lnTo>
                  <a:cubicBezTo>
                    <a:pt x="727" y="4221"/>
                    <a:pt x="1" y="4514"/>
                    <a:pt x="1" y="5433"/>
                  </a:cubicBezTo>
                  <a:lnTo>
                    <a:pt x="1" y="6242"/>
                  </a:lnTo>
                  <a:cubicBezTo>
                    <a:pt x="1" y="6367"/>
                    <a:pt x="102" y="6473"/>
                    <a:pt x="227" y="6473"/>
                  </a:cubicBezTo>
                  <a:lnTo>
                    <a:pt x="804" y="6473"/>
                  </a:lnTo>
                  <a:cubicBezTo>
                    <a:pt x="1108" y="6473"/>
                    <a:pt x="1108" y="6015"/>
                    <a:pt x="804" y="6015"/>
                  </a:cubicBezTo>
                  <a:lnTo>
                    <a:pt x="448" y="6015"/>
                  </a:lnTo>
                  <a:lnTo>
                    <a:pt x="448" y="5438"/>
                  </a:lnTo>
                  <a:cubicBezTo>
                    <a:pt x="448" y="4808"/>
                    <a:pt x="939" y="4625"/>
                    <a:pt x="958" y="4620"/>
                  </a:cubicBezTo>
                  <a:lnTo>
                    <a:pt x="968" y="4615"/>
                  </a:lnTo>
                  <a:lnTo>
                    <a:pt x="1820" y="4283"/>
                  </a:lnTo>
                  <a:lnTo>
                    <a:pt x="2272" y="4721"/>
                  </a:lnTo>
                  <a:cubicBezTo>
                    <a:pt x="2315" y="4764"/>
                    <a:pt x="2373" y="4788"/>
                    <a:pt x="2436" y="4788"/>
                  </a:cubicBezTo>
                  <a:cubicBezTo>
                    <a:pt x="2493" y="4784"/>
                    <a:pt x="2551" y="4760"/>
                    <a:pt x="2594" y="4716"/>
                  </a:cubicBezTo>
                  <a:lnTo>
                    <a:pt x="3018" y="4274"/>
                  </a:lnTo>
                  <a:lnTo>
                    <a:pt x="3869" y="4615"/>
                  </a:lnTo>
                  <a:lnTo>
                    <a:pt x="3879" y="4615"/>
                  </a:lnTo>
                  <a:cubicBezTo>
                    <a:pt x="3898" y="4625"/>
                    <a:pt x="4389" y="4808"/>
                    <a:pt x="4389" y="5433"/>
                  </a:cubicBezTo>
                  <a:lnTo>
                    <a:pt x="4389" y="6015"/>
                  </a:lnTo>
                  <a:lnTo>
                    <a:pt x="1521" y="6015"/>
                  </a:lnTo>
                  <a:cubicBezTo>
                    <a:pt x="1220" y="6015"/>
                    <a:pt x="1218" y="6468"/>
                    <a:pt x="1517" y="6468"/>
                  </a:cubicBezTo>
                  <a:cubicBezTo>
                    <a:pt x="1518" y="6468"/>
                    <a:pt x="1520" y="6468"/>
                    <a:pt x="1521" y="6468"/>
                  </a:cubicBezTo>
                  <a:lnTo>
                    <a:pt x="4615" y="6468"/>
                  </a:lnTo>
                  <a:cubicBezTo>
                    <a:pt x="4740" y="6468"/>
                    <a:pt x="4846" y="6367"/>
                    <a:pt x="4846" y="6242"/>
                  </a:cubicBezTo>
                  <a:lnTo>
                    <a:pt x="4846" y="5433"/>
                  </a:lnTo>
                  <a:cubicBezTo>
                    <a:pt x="4846" y="4514"/>
                    <a:pt x="4124" y="4225"/>
                    <a:pt x="4033" y="4192"/>
                  </a:cubicBezTo>
                  <a:lnTo>
                    <a:pt x="3133" y="3831"/>
                  </a:lnTo>
                  <a:lnTo>
                    <a:pt x="3133" y="3706"/>
                  </a:lnTo>
                  <a:cubicBezTo>
                    <a:pt x="3379" y="3557"/>
                    <a:pt x="3566" y="3326"/>
                    <a:pt x="3658" y="3056"/>
                  </a:cubicBezTo>
                  <a:cubicBezTo>
                    <a:pt x="4230" y="3008"/>
                    <a:pt x="4452" y="2286"/>
                    <a:pt x="4009" y="1925"/>
                  </a:cubicBezTo>
                  <a:lnTo>
                    <a:pt x="4009" y="1521"/>
                  </a:lnTo>
                  <a:cubicBezTo>
                    <a:pt x="4009" y="684"/>
                    <a:pt x="3326" y="1"/>
                    <a:pt x="2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2" name="Google Shape;14792;p87"/>
          <p:cNvGrpSpPr/>
          <p:nvPr/>
        </p:nvGrpSpPr>
        <p:grpSpPr>
          <a:xfrm>
            <a:off x="2660798" y="2452326"/>
            <a:ext cx="329653" cy="326926"/>
            <a:chOff x="2660798" y="2452326"/>
            <a:chExt cx="329653" cy="326926"/>
          </a:xfrm>
        </p:grpSpPr>
        <p:sp>
          <p:nvSpPr>
            <p:cNvPr id="14793" name="Google Shape;14793;p87"/>
            <p:cNvSpPr/>
            <p:nvPr/>
          </p:nvSpPr>
          <p:spPr>
            <a:xfrm>
              <a:off x="2896400" y="2626739"/>
              <a:ext cx="38266" cy="37873"/>
            </a:xfrm>
            <a:custGeom>
              <a:rect b="b" l="l" r="r" t="t"/>
              <a:pathLst>
                <a:path extrusionOk="0" h="1444" w="1459">
                  <a:moveTo>
                    <a:pt x="1" y="0"/>
                  </a:moveTo>
                  <a:lnTo>
                    <a:pt x="929" y="1444"/>
                  </a:lnTo>
                  <a:lnTo>
                    <a:pt x="1459" y="1444"/>
                  </a:lnTo>
                  <a:cubicBezTo>
                    <a:pt x="1449" y="645"/>
                    <a:pt x="799" y="0"/>
                    <a:pt x="1" y="0"/>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87"/>
            <p:cNvSpPr/>
            <p:nvPr/>
          </p:nvSpPr>
          <p:spPr>
            <a:xfrm>
              <a:off x="2858029" y="2626739"/>
              <a:ext cx="62762" cy="37873"/>
            </a:xfrm>
            <a:custGeom>
              <a:rect b="b" l="l" r="r" t="t"/>
              <a:pathLst>
                <a:path extrusionOk="0" h="1444" w="2393">
                  <a:moveTo>
                    <a:pt x="1459" y="0"/>
                  </a:moveTo>
                  <a:cubicBezTo>
                    <a:pt x="660" y="0"/>
                    <a:pt x="6" y="645"/>
                    <a:pt x="1" y="1444"/>
                  </a:cubicBezTo>
                  <a:lnTo>
                    <a:pt x="2392" y="1444"/>
                  </a:lnTo>
                  <a:cubicBezTo>
                    <a:pt x="2392" y="645"/>
                    <a:pt x="1969" y="0"/>
                    <a:pt x="1459" y="0"/>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87"/>
            <p:cNvSpPr/>
            <p:nvPr/>
          </p:nvSpPr>
          <p:spPr>
            <a:xfrm>
              <a:off x="2895770" y="2564108"/>
              <a:ext cx="21480" cy="41833"/>
            </a:xfrm>
            <a:custGeom>
              <a:rect b="b" l="l" r="r" t="t"/>
              <a:pathLst>
                <a:path extrusionOk="0" h="1595" w="819">
                  <a:moveTo>
                    <a:pt x="27" y="1"/>
                  </a:moveTo>
                  <a:cubicBezTo>
                    <a:pt x="18" y="1"/>
                    <a:pt x="9" y="1"/>
                    <a:pt x="1" y="1"/>
                  </a:cubicBezTo>
                  <a:lnTo>
                    <a:pt x="1" y="1594"/>
                  </a:lnTo>
                  <a:cubicBezTo>
                    <a:pt x="6" y="1594"/>
                    <a:pt x="12" y="1594"/>
                    <a:pt x="18" y="1594"/>
                  </a:cubicBezTo>
                  <a:cubicBezTo>
                    <a:pt x="462" y="1594"/>
                    <a:pt x="819" y="1237"/>
                    <a:pt x="819" y="795"/>
                  </a:cubicBezTo>
                  <a:cubicBezTo>
                    <a:pt x="819" y="357"/>
                    <a:pt x="467" y="1"/>
                    <a:pt x="27" y="1"/>
                  </a:cubicBez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87"/>
            <p:cNvSpPr/>
            <p:nvPr/>
          </p:nvSpPr>
          <p:spPr>
            <a:xfrm>
              <a:off x="2754929" y="2626739"/>
              <a:ext cx="38397" cy="37873"/>
            </a:xfrm>
            <a:custGeom>
              <a:rect b="b" l="l" r="r" t="t"/>
              <a:pathLst>
                <a:path extrusionOk="0" h="1444" w="1464">
                  <a:moveTo>
                    <a:pt x="1" y="0"/>
                  </a:moveTo>
                  <a:lnTo>
                    <a:pt x="934" y="1444"/>
                  </a:lnTo>
                  <a:lnTo>
                    <a:pt x="1463" y="1444"/>
                  </a:lnTo>
                  <a:cubicBezTo>
                    <a:pt x="1454" y="645"/>
                    <a:pt x="804" y="0"/>
                    <a:pt x="1" y="0"/>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87"/>
            <p:cNvSpPr/>
            <p:nvPr/>
          </p:nvSpPr>
          <p:spPr>
            <a:xfrm>
              <a:off x="2716689" y="2626739"/>
              <a:ext cx="62762" cy="37873"/>
            </a:xfrm>
            <a:custGeom>
              <a:rect b="b" l="l" r="r" t="t"/>
              <a:pathLst>
                <a:path extrusionOk="0" h="1444" w="2393">
                  <a:moveTo>
                    <a:pt x="1459" y="0"/>
                  </a:moveTo>
                  <a:cubicBezTo>
                    <a:pt x="660" y="0"/>
                    <a:pt x="5" y="645"/>
                    <a:pt x="1" y="1444"/>
                  </a:cubicBezTo>
                  <a:lnTo>
                    <a:pt x="2392" y="1444"/>
                  </a:lnTo>
                  <a:cubicBezTo>
                    <a:pt x="2392" y="645"/>
                    <a:pt x="1969" y="0"/>
                    <a:pt x="1459" y="0"/>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87"/>
            <p:cNvSpPr/>
            <p:nvPr/>
          </p:nvSpPr>
          <p:spPr>
            <a:xfrm>
              <a:off x="2754562" y="2564108"/>
              <a:ext cx="21480" cy="41833"/>
            </a:xfrm>
            <a:custGeom>
              <a:rect b="b" l="l" r="r" t="t"/>
              <a:pathLst>
                <a:path extrusionOk="0" h="1595" w="819">
                  <a:moveTo>
                    <a:pt x="26" y="1"/>
                  </a:moveTo>
                  <a:cubicBezTo>
                    <a:pt x="17" y="1"/>
                    <a:pt x="9" y="1"/>
                    <a:pt x="0" y="1"/>
                  </a:cubicBezTo>
                  <a:lnTo>
                    <a:pt x="0" y="1594"/>
                  </a:lnTo>
                  <a:cubicBezTo>
                    <a:pt x="6" y="1594"/>
                    <a:pt x="12" y="1594"/>
                    <a:pt x="18" y="1594"/>
                  </a:cubicBezTo>
                  <a:cubicBezTo>
                    <a:pt x="457" y="1594"/>
                    <a:pt x="818" y="1237"/>
                    <a:pt x="818" y="795"/>
                  </a:cubicBezTo>
                  <a:cubicBezTo>
                    <a:pt x="818" y="357"/>
                    <a:pt x="462" y="1"/>
                    <a:pt x="26" y="1"/>
                  </a:cubicBez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87"/>
            <p:cNvSpPr/>
            <p:nvPr/>
          </p:nvSpPr>
          <p:spPr>
            <a:xfrm>
              <a:off x="2825612" y="2628628"/>
              <a:ext cx="51511" cy="51511"/>
            </a:xfrm>
            <a:custGeom>
              <a:rect b="b" l="l" r="r" t="t"/>
              <a:pathLst>
                <a:path extrusionOk="0" h="1964" w="1964">
                  <a:moveTo>
                    <a:pt x="0" y="0"/>
                  </a:moveTo>
                  <a:lnTo>
                    <a:pt x="1169" y="1963"/>
                  </a:lnTo>
                  <a:lnTo>
                    <a:pt x="1963" y="1963"/>
                  </a:lnTo>
                  <a:cubicBezTo>
                    <a:pt x="1963" y="881"/>
                    <a:pt x="1083" y="0"/>
                    <a:pt x="0"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87"/>
            <p:cNvSpPr/>
            <p:nvPr/>
          </p:nvSpPr>
          <p:spPr>
            <a:xfrm>
              <a:off x="2774232" y="2628628"/>
              <a:ext cx="82066" cy="51511"/>
            </a:xfrm>
            <a:custGeom>
              <a:rect b="b" l="l" r="r" t="t"/>
              <a:pathLst>
                <a:path extrusionOk="0" h="1964" w="3129">
                  <a:moveTo>
                    <a:pt x="1959" y="0"/>
                  </a:moveTo>
                  <a:cubicBezTo>
                    <a:pt x="877" y="0"/>
                    <a:pt x="1" y="881"/>
                    <a:pt x="1" y="1963"/>
                  </a:cubicBezTo>
                  <a:lnTo>
                    <a:pt x="3128" y="1963"/>
                  </a:lnTo>
                  <a:cubicBezTo>
                    <a:pt x="3128" y="881"/>
                    <a:pt x="2604" y="0"/>
                    <a:pt x="195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87"/>
            <p:cNvSpPr/>
            <p:nvPr/>
          </p:nvSpPr>
          <p:spPr>
            <a:xfrm>
              <a:off x="2825979" y="2550994"/>
              <a:ext cx="28431" cy="56835"/>
            </a:xfrm>
            <a:custGeom>
              <a:rect b="b" l="l" r="r" t="t"/>
              <a:pathLst>
                <a:path extrusionOk="0" h="2167" w="1084">
                  <a:moveTo>
                    <a:pt x="1" y="1"/>
                  </a:moveTo>
                  <a:lnTo>
                    <a:pt x="1" y="2166"/>
                  </a:lnTo>
                  <a:cubicBezTo>
                    <a:pt x="602" y="2166"/>
                    <a:pt x="1083" y="1680"/>
                    <a:pt x="1083" y="1084"/>
                  </a:cubicBezTo>
                  <a:cubicBezTo>
                    <a:pt x="1083" y="482"/>
                    <a:pt x="602" y="1"/>
                    <a:pt x="1" y="1"/>
                  </a:cubicBezTo>
                  <a:close/>
                </a:path>
              </a:pathLst>
            </a:custGeom>
            <a:solidFill>
              <a:srgbClr val="BEC9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87"/>
            <p:cNvSpPr/>
            <p:nvPr/>
          </p:nvSpPr>
          <p:spPr>
            <a:xfrm>
              <a:off x="2796840" y="2550994"/>
              <a:ext cx="43302" cy="56835"/>
            </a:xfrm>
            <a:custGeom>
              <a:rect b="b" l="l" r="r" t="t"/>
              <a:pathLst>
                <a:path extrusionOk="0" h="2167" w="1651">
                  <a:moveTo>
                    <a:pt x="1083" y="1"/>
                  </a:moveTo>
                  <a:cubicBezTo>
                    <a:pt x="486" y="1"/>
                    <a:pt x="0" y="482"/>
                    <a:pt x="0" y="1084"/>
                  </a:cubicBezTo>
                  <a:cubicBezTo>
                    <a:pt x="0" y="1680"/>
                    <a:pt x="486" y="2166"/>
                    <a:pt x="1083" y="2166"/>
                  </a:cubicBezTo>
                  <a:lnTo>
                    <a:pt x="1112" y="2166"/>
                  </a:lnTo>
                  <a:cubicBezTo>
                    <a:pt x="1415" y="2152"/>
                    <a:pt x="1651" y="1671"/>
                    <a:pt x="1651" y="1084"/>
                  </a:cubicBezTo>
                  <a:cubicBezTo>
                    <a:pt x="1651" y="492"/>
                    <a:pt x="1410" y="15"/>
                    <a:pt x="1112"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87"/>
            <p:cNvSpPr/>
            <p:nvPr/>
          </p:nvSpPr>
          <p:spPr>
            <a:xfrm>
              <a:off x="2733107" y="2564108"/>
              <a:ext cx="28404" cy="41833"/>
            </a:xfrm>
            <a:custGeom>
              <a:rect b="b" l="l" r="r" t="t"/>
              <a:pathLst>
                <a:path extrusionOk="0" h="1595" w="1083">
                  <a:moveTo>
                    <a:pt x="792" y="1"/>
                  </a:moveTo>
                  <a:cubicBezTo>
                    <a:pt x="356" y="1"/>
                    <a:pt x="0" y="357"/>
                    <a:pt x="0" y="795"/>
                  </a:cubicBezTo>
                  <a:cubicBezTo>
                    <a:pt x="0" y="1237"/>
                    <a:pt x="361" y="1594"/>
                    <a:pt x="801" y="1594"/>
                  </a:cubicBezTo>
                  <a:cubicBezTo>
                    <a:pt x="807" y="1594"/>
                    <a:pt x="812" y="1594"/>
                    <a:pt x="818" y="1594"/>
                  </a:cubicBezTo>
                  <a:cubicBezTo>
                    <a:pt x="963" y="1594"/>
                    <a:pt x="1083" y="1238"/>
                    <a:pt x="1083" y="795"/>
                  </a:cubicBezTo>
                  <a:cubicBezTo>
                    <a:pt x="1083" y="357"/>
                    <a:pt x="963" y="1"/>
                    <a:pt x="818" y="1"/>
                  </a:cubicBezTo>
                  <a:cubicBezTo>
                    <a:pt x="810" y="1"/>
                    <a:pt x="801" y="1"/>
                    <a:pt x="792"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87"/>
            <p:cNvSpPr/>
            <p:nvPr/>
          </p:nvSpPr>
          <p:spPr>
            <a:xfrm>
              <a:off x="2874316" y="2564108"/>
              <a:ext cx="28536" cy="41833"/>
            </a:xfrm>
            <a:custGeom>
              <a:rect b="b" l="l" r="r" t="t"/>
              <a:pathLst>
                <a:path extrusionOk="0" h="1595" w="1088">
                  <a:moveTo>
                    <a:pt x="793" y="1"/>
                  </a:moveTo>
                  <a:cubicBezTo>
                    <a:pt x="357" y="1"/>
                    <a:pt x="1" y="357"/>
                    <a:pt x="1" y="795"/>
                  </a:cubicBezTo>
                  <a:cubicBezTo>
                    <a:pt x="1" y="1237"/>
                    <a:pt x="361" y="1594"/>
                    <a:pt x="801" y="1594"/>
                  </a:cubicBezTo>
                  <a:cubicBezTo>
                    <a:pt x="807" y="1594"/>
                    <a:pt x="813" y="1594"/>
                    <a:pt x="819" y="1594"/>
                  </a:cubicBezTo>
                  <a:cubicBezTo>
                    <a:pt x="968" y="1594"/>
                    <a:pt x="1088" y="1238"/>
                    <a:pt x="1088" y="795"/>
                  </a:cubicBezTo>
                  <a:cubicBezTo>
                    <a:pt x="1088" y="357"/>
                    <a:pt x="968" y="1"/>
                    <a:pt x="819" y="1"/>
                  </a:cubicBezTo>
                  <a:cubicBezTo>
                    <a:pt x="810" y="1"/>
                    <a:pt x="801" y="1"/>
                    <a:pt x="793"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87"/>
            <p:cNvSpPr/>
            <p:nvPr/>
          </p:nvSpPr>
          <p:spPr>
            <a:xfrm>
              <a:off x="2870644" y="2558836"/>
              <a:ext cx="61005" cy="52271"/>
            </a:xfrm>
            <a:custGeom>
              <a:rect b="b" l="l" r="r" t="t"/>
              <a:pathLst>
                <a:path extrusionOk="0" h="1993" w="2326">
                  <a:moveTo>
                    <a:pt x="997" y="400"/>
                  </a:moveTo>
                  <a:cubicBezTo>
                    <a:pt x="1526" y="400"/>
                    <a:pt x="1796" y="1044"/>
                    <a:pt x="1420" y="1420"/>
                  </a:cubicBezTo>
                  <a:cubicBezTo>
                    <a:pt x="1297" y="1541"/>
                    <a:pt x="1147" y="1596"/>
                    <a:pt x="1000" y="1596"/>
                  </a:cubicBezTo>
                  <a:cubicBezTo>
                    <a:pt x="693" y="1596"/>
                    <a:pt x="400" y="1358"/>
                    <a:pt x="400" y="996"/>
                  </a:cubicBezTo>
                  <a:cubicBezTo>
                    <a:pt x="400" y="669"/>
                    <a:pt x="665" y="400"/>
                    <a:pt x="997" y="400"/>
                  </a:cubicBezTo>
                  <a:close/>
                  <a:moveTo>
                    <a:pt x="1004" y="1"/>
                  </a:moveTo>
                  <a:cubicBezTo>
                    <a:pt x="492" y="1"/>
                    <a:pt x="1" y="397"/>
                    <a:pt x="1" y="996"/>
                  </a:cubicBezTo>
                  <a:cubicBezTo>
                    <a:pt x="1" y="1545"/>
                    <a:pt x="448" y="1992"/>
                    <a:pt x="997" y="1992"/>
                  </a:cubicBezTo>
                  <a:cubicBezTo>
                    <a:pt x="1882" y="1992"/>
                    <a:pt x="2325" y="919"/>
                    <a:pt x="1700" y="294"/>
                  </a:cubicBezTo>
                  <a:cubicBezTo>
                    <a:pt x="1497" y="92"/>
                    <a:pt x="1248" y="1"/>
                    <a:pt x="10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87"/>
            <p:cNvSpPr/>
            <p:nvPr/>
          </p:nvSpPr>
          <p:spPr>
            <a:xfrm>
              <a:off x="2871379" y="2621546"/>
              <a:ext cx="68454" cy="48232"/>
            </a:xfrm>
            <a:custGeom>
              <a:rect b="b" l="l" r="r" t="t"/>
              <a:pathLst>
                <a:path extrusionOk="0" h="1839" w="2610">
                  <a:moveTo>
                    <a:pt x="969" y="1"/>
                  </a:moveTo>
                  <a:cubicBezTo>
                    <a:pt x="700" y="1"/>
                    <a:pt x="430" y="63"/>
                    <a:pt x="194" y="193"/>
                  </a:cubicBezTo>
                  <a:cubicBezTo>
                    <a:pt x="0" y="300"/>
                    <a:pt x="107" y="563"/>
                    <a:pt x="287" y="563"/>
                  </a:cubicBezTo>
                  <a:cubicBezTo>
                    <a:pt x="317" y="563"/>
                    <a:pt x="349" y="556"/>
                    <a:pt x="382" y="540"/>
                  </a:cubicBezTo>
                  <a:cubicBezTo>
                    <a:pt x="570" y="440"/>
                    <a:pt x="769" y="393"/>
                    <a:pt x="964" y="393"/>
                  </a:cubicBezTo>
                  <a:cubicBezTo>
                    <a:pt x="1548" y="393"/>
                    <a:pt x="2095" y="808"/>
                    <a:pt x="2196" y="1439"/>
                  </a:cubicBezTo>
                  <a:lnTo>
                    <a:pt x="969" y="1439"/>
                  </a:lnTo>
                  <a:cubicBezTo>
                    <a:pt x="719" y="1454"/>
                    <a:pt x="719" y="1824"/>
                    <a:pt x="969" y="1839"/>
                  </a:cubicBezTo>
                  <a:lnTo>
                    <a:pt x="2413" y="1839"/>
                  </a:lnTo>
                  <a:cubicBezTo>
                    <a:pt x="2523" y="1839"/>
                    <a:pt x="2610" y="1747"/>
                    <a:pt x="2610" y="1637"/>
                  </a:cubicBezTo>
                  <a:cubicBezTo>
                    <a:pt x="2610" y="732"/>
                    <a:pt x="1874" y="1"/>
                    <a:pt x="9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87"/>
            <p:cNvSpPr/>
            <p:nvPr/>
          </p:nvSpPr>
          <p:spPr>
            <a:xfrm>
              <a:off x="2711522" y="2621467"/>
              <a:ext cx="68349" cy="48442"/>
            </a:xfrm>
            <a:custGeom>
              <a:rect b="b" l="l" r="r" t="t"/>
              <a:pathLst>
                <a:path extrusionOk="0" h="1847" w="2606">
                  <a:moveTo>
                    <a:pt x="1642" y="1"/>
                  </a:moveTo>
                  <a:cubicBezTo>
                    <a:pt x="782" y="1"/>
                    <a:pt x="0" y="689"/>
                    <a:pt x="0" y="1645"/>
                  </a:cubicBezTo>
                  <a:cubicBezTo>
                    <a:pt x="0" y="1755"/>
                    <a:pt x="87" y="1847"/>
                    <a:pt x="198" y="1847"/>
                  </a:cubicBezTo>
                  <a:lnTo>
                    <a:pt x="1660" y="1847"/>
                  </a:lnTo>
                  <a:cubicBezTo>
                    <a:pt x="1665" y="1847"/>
                    <a:pt x="1670" y="1847"/>
                    <a:pt x="1674" y="1847"/>
                  </a:cubicBezTo>
                  <a:cubicBezTo>
                    <a:pt x="1935" y="1847"/>
                    <a:pt x="1935" y="1447"/>
                    <a:pt x="1674" y="1447"/>
                  </a:cubicBezTo>
                  <a:cubicBezTo>
                    <a:pt x="1670" y="1447"/>
                    <a:pt x="1665" y="1447"/>
                    <a:pt x="1660" y="1447"/>
                  </a:cubicBezTo>
                  <a:lnTo>
                    <a:pt x="414" y="1447"/>
                  </a:lnTo>
                  <a:cubicBezTo>
                    <a:pt x="515" y="817"/>
                    <a:pt x="1059" y="399"/>
                    <a:pt x="1643" y="399"/>
                  </a:cubicBezTo>
                  <a:cubicBezTo>
                    <a:pt x="1838" y="399"/>
                    <a:pt x="2039" y="446"/>
                    <a:pt x="2228" y="547"/>
                  </a:cubicBezTo>
                  <a:cubicBezTo>
                    <a:pt x="2261" y="564"/>
                    <a:pt x="2293" y="571"/>
                    <a:pt x="2323" y="571"/>
                  </a:cubicBezTo>
                  <a:cubicBezTo>
                    <a:pt x="2502" y="571"/>
                    <a:pt x="2606" y="308"/>
                    <a:pt x="2416" y="196"/>
                  </a:cubicBezTo>
                  <a:cubicBezTo>
                    <a:pt x="2164" y="62"/>
                    <a:pt x="1899" y="1"/>
                    <a:pt x="1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87"/>
            <p:cNvSpPr/>
            <p:nvPr/>
          </p:nvSpPr>
          <p:spPr>
            <a:xfrm>
              <a:off x="2728439" y="2558836"/>
              <a:ext cx="60979" cy="52271"/>
            </a:xfrm>
            <a:custGeom>
              <a:rect b="b" l="l" r="r" t="t"/>
              <a:pathLst>
                <a:path extrusionOk="0" h="1993" w="2325">
                  <a:moveTo>
                    <a:pt x="996" y="400"/>
                  </a:moveTo>
                  <a:cubicBezTo>
                    <a:pt x="1525" y="400"/>
                    <a:pt x="1795" y="1044"/>
                    <a:pt x="1420" y="1420"/>
                  </a:cubicBezTo>
                  <a:cubicBezTo>
                    <a:pt x="1297" y="1541"/>
                    <a:pt x="1146" y="1596"/>
                    <a:pt x="1000" y="1596"/>
                  </a:cubicBezTo>
                  <a:cubicBezTo>
                    <a:pt x="692" y="1596"/>
                    <a:pt x="400" y="1358"/>
                    <a:pt x="400" y="996"/>
                  </a:cubicBezTo>
                  <a:cubicBezTo>
                    <a:pt x="400" y="669"/>
                    <a:pt x="664" y="400"/>
                    <a:pt x="996" y="400"/>
                  </a:cubicBezTo>
                  <a:close/>
                  <a:moveTo>
                    <a:pt x="1003" y="1"/>
                  </a:moveTo>
                  <a:cubicBezTo>
                    <a:pt x="491" y="1"/>
                    <a:pt x="0" y="397"/>
                    <a:pt x="0" y="996"/>
                  </a:cubicBezTo>
                  <a:cubicBezTo>
                    <a:pt x="0" y="1545"/>
                    <a:pt x="448" y="1992"/>
                    <a:pt x="996" y="1992"/>
                  </a:cubicBezTo>
                  <a:cubicBezTo>
                    <a:pt x="1882" y="1992"/>
                    <a:pt x="2324" y="919"/>
                    <a:pt x="1699" y="294"/>
                  </a:cubicBezTo>
                  <a:cubicBezTo>
                    <a:pt x="1496" y="92"/>
                    <a:pt x="1247"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87"/>
            <p:cNvSpPr/>
            <p:nvPr/>
          </p:nvSpPr>
          <p:spPr>
            <a:xfrm>
              <a:off x="2792041" y="2545722"/>
              <a:ext cx="78525" cy="67274"/>
            </a:xfrm>
            <a:custGeom>
              <a:rect b="b" l="l" r="r" t="t"/>
              <a:pathLst>
                <a:path extrusionOk="0" h="2565" w="2994">
                  <a:moveTo>
                    <a:pt x="1280" y="399"/>
                  </a:moveTo>
                  <a:cubicBezTo>
                    <a:pt x="2069" y="399"/>
                    <a:pt x="2464" y="1352"/>
                    <a:pt x="1906" y="1905"/>
                  </a:cubicBezTo>
                  <a:cubicBezTo>
                    <a:pt x="1725" y="2086"/>
                    <a:pt x="1503" y="2167"/>
                    <a:pt x="1286" y="2167"/>
                  </a:cubicBezTo>
                  <a:cubicBezTo>
                    <a:pt x="833" y="2167"/>
                    <a:pt x="400" y="1815"/>
                    <a:pt x="400" y="1285"/>
                  </a:cubicBezTo>
                  <a:cubicBezTo>
                    <a:pt x="400" y="794"/>
                    <a:pt x="794" y="399"/>
                    <a:pt x="1280" y="399"/>
                  </a:cubicBezTo>
                  <a:close/>
                  <a:moveTo>
                    <a:pt x="1294" y="0"/>
                  </a:moveTo>
                  <a:cubicBezTo>
                    <a:pt x="634" y="0"/>
                    <a:pt x="0" y="512"/>
                    <a:pt x="0" y="1285"/>
                  </a:cubicBezTo>
                  <a:cubicBezTo>
                    <a:pt x="0" y="1992"/>
                    <a:pt x="573" y="2565"/>
                    <a:pt x="1280" y="2565"/>
                  </a:cubicBezTo>
                  <a:cubicBezTo>
                    <a:pt x="2421" y="2565"/>
                    <a:pt x="2993" y="1184"/>
                    <a:pt x="2190" y="375"/>
                  </a:cubicBezTo>
                  <a:cubicBezTo>
                    <a:pt x="1929" y="116"/>
                    <a:pt x="1609" y="0"/>
                    <a:pt x="1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87"/>
            <p:cNvSpPr/>
            <p:nvPr/>
          </p:nvSpPr>
          <p:spPr>
            <a:xfrm>
              <a:off x="2768934" y="2623434"/>
              <a:ext cx="113355" cy="61871"/>
            </a:xfrm>
            <a:custGeom>
              <a:rect b="b" l="l" r="r" t="t"/>
              <a:pathLst>
                <a:path extrusionOk="0" h="2359" w="4322">
                  <a:moveTo>
                    <a:pt x="2161" y="395"/>
                  </a:moveTo>
                  <a:cubicBezTo>
                    <a:pt x="3061" y="395"/>
                    <a:pt x="3812" y="1069"/>
                    <a:pt x="3913" y="1959"/>
                  </a:cubicBezTo>
                  <a:lnTo>
                    <a:pt x="410" y="1959"/>
                  </a:lnTo>
                  <a:cubicBezTo>
                    <a:pt x="511" y="1069"/>
                    <a:pt x="1266" y="395"/>
                    <a:pt x="2161" y="395"/>
                  </a:cubicBezTo>
                  <a:close/>
                  <a:moveTo>
                    <a:pt x="2161" y="1"/>
                  </a:moveTo>
                  <a:cubicBezTo>
                    <a:pt x="973" y="1"/>
                    <a:pt x="6" y="968"/>
                    <a:pt x="1" y="2161"/>
                  </a:cubicBezTo>
                  <a:cubicBezTo>
                    <a:pt x="1" y="2267"/>
                    <a:pt x="92" y="2359"/>
                    <a:pt x="203" y="2359"/>
                  </a:cubicBezTo>
                  <a:lnTo>
                    <a:pt x="4124" y="2359"/>
                  </a:lnTo>
                  <a:cubicBezTo>
                    <a:pt x="4235" y="2359"/>
                    <a:pt x="4322" y="2267"/>
                    <a:pt x="4322" y="2161"/>
                  </a:cubicBezTo>
                  <a:cubicBezTo>
                    <a:pt x="4322" y="968"/>
                    <a:pt x="3355" y="1"/>
                    <a:pt x="2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87"/>
            <p:cNvSpPr/>
            <p:nvPr/>
          </p:nvSpPr>
          <p:spPr>
            <a:xfrm>
              <a:off x="2660798" y="2452326"/>
              <a:ext cx="329653" cy="326926"/>
            </a:xfrm>
            <a:custGeom>
              <a:rect b="b" l="l" r="r" t="t"/>
              <a:pathLst>
                <a:path extrusionOk="0" h="12465" w="12569">
                  <a:moveTo>
                    <a:pt x="6481" y="1068"/>
                  </a:moveTo>
                  <a:cubicBezTo>
                    <a:pt x="9171" y="1179"/>
                    <a:pt x="11332" y="3335"/>
                    <a:pt x="11438" y="6024"/>
                  </a:cubicBezTo>
                  <a:lnTo>
                    <a:pt x="10961" y="6024"/>
                  </a:lnTo>
                  <a:cubicBezTo>
                    <a:pt x="10957" y="6024"/>
                    <a:pt x="10952" y="6024"/>
                    <a:pt x="10948" y="6024"/>
                  </a:cubicBezTo>
                  <a:cubicBezTo>
                    <a:pt x="10687" y="6024"/>
                    <a:pt x="10687" y="6424"/>
                    <a:pt x="10948" y="6424"/>
                  </a:cubicBezTo>
                  <a:cubicBezTo>
                    <a:pt x="10952" y="6424"/>
                    <a:pt x="10957" y="6424"/>
                    <a:pt x="10961" y="6424"/>
                  </a:cubicBezTo>
                  <a:lnTo>
                    <a:pt x="11438" y="6424"/>
                  </a:lnTo>
                  <a:cubicBezTo>
                    <a:pt x="11332" y="9114"/>
                    <a:pt x="9176" y="11269"/>
                    <a:pt x="6486" y="11375"/>
                  </a:cubicBezTo>
                  <a:lnTo>
                    <a:pt x="6486" y="10904"/>
                  </a:lnTo>
                  <a:cubicBezTo>
                    <a:pt x="6494" y="10762"/>
                    <a:pt x="6390" y="10691"/>
                    <a:pt x="6287" y="10691"/>
                  </a:cubicBezTo>
                  <a:cubicBezTo>
                    <a:pt x="6183" y="10691"/>
                    <a:pt x="6080" y="10762"/>
                    <a:pt x="6087" y="10904"/>
                  </a:cubicBezTo>
                  <a:lnTo>
                    <a:pt x="6087" y="11375"/>
                  </a:lnTo>
                  <a:cubicBezTo>
                    <a:pt x="3397" y="11269"/>
                    <a:pt x="1237" y="9114"/>
                    <a:pt x="1131" y="6424"/>
                  </a:cubicBezTo>
                  <a:lnTo>
                    <a:pt x="1607" y="6424"/>
                  </a:lnTo>
                  <a:cubicBezTo>
                    <a:pt x="1857" y="6409"/>
                    <a:pt x="1857" y="6039"/>
                    <a:pt x="1607" y="6024"/>
                  </a:cubicBezTo>
                  <a:lnTo>
                    <a:pt x="1131" y="6024"/>
                  </a:lnTo>
                  <a:cubicBezTo>
                    <a:pt x="1237" y="3335"/>
                    <a:pt x="3392" y="1179"/>
                    <a:pt x="6087" y="1068"/>
                  </a:cubicBezTo>
                  <a:lnTo>
                    <a:pt x="6087" y="1545"/>
                  </a:lnTo>
                  <a:cubicBezTo>
                    <a:pt x="6092" y="1670"/>
                    <a:pt x="6187" y="1732"/>
                    <a:pt x="6282" y="1732"/>
                  </a:cubicBezTo>
                  <a:cubicBezTo>
                    <a:pt x="6378" y="1732"/>
                    <a:pt x="6474" y="1670"/>
                    <a:pt x="6481" y="1545"/>
                  </a:cubicBezTo>
                  <a:lnTo>
                    <a:pt x="6481" y="1068"/>
                  </a:lnTo>
                  <a:close/>
                  <a:moveTo>
                    <a:pt x="6287" y="0"/>
                  </a:moveTo>
                  <a:cubicBezTo>
                    <a:pt x="6190" y="0"/>
                    <a:pt x="6094" y="63"/>
                    <a:pt x="6087" y="188"/>
                  </a:cubicBezTo>
                  <a:lnTo>
                    <a:pt x="6087" y="669"/>
                  </a:lnTo>
                  <a:cubicBezTo>
                    <a:pt x="3176" y="780"/>
                    <a:pt x="842" y="3113"/>
                    <a:pt x="731" y="6024"/>
                  </a:cubicBezTo>
                  <a:lnTo>
                    <a:pt x="250" y="6024"/>
                  </a:lnTo>
                  <a:cubicBezTo>
                    <a:pt x="0" y="6039"/>
                    <a:pt x="0" y="6409"/>
                    <a:pt x="250" y="6424"/>
                  </a:cubicBezTo>
                  <a:lnTo>
                    <a:pt x="731" y="6424"/>
                  </a:lnTo>
                  <a:cubicBezTo>
                    <a:pt x="842" y="9330"/>
                    <a:pt x="3176" y="11669"/>
                    <a:pt x="6087" y="11775"/>
                  </a:cubicBezTo>
                  <a:lnTo>
                    <a:pt x="6087" y="12256"/>
                  </a:lnTo>
                  <a:cubicBezTo>
                    <a:pt x="6080" y="12395"/>
                    <a:pt x="6183" y="12465"/>
                    <a:pt x="6287" y="12465"/>
                  </a:cubicBezTo>
                  <a:cubicBezTo>
                    <a:pt x="6390" y="12465"/>
                    <a:pt x="6494" y="12395"/>
                    <a:pt x="6486" y="12256"/>
                  </a:cubicBezTo>
                  <a:lnTo>
                    <a:pt x="6486" y="11775"/>
                  </a:lnTo>
                  <a:cubicBezTo>
                    <a:pt x="9393" y="11669"/>
                    <a:pt x="11731" y="9330"/>
                    <a:pt x="11837" y="6424"/>
                  </a:cubicBezTo>
                  <a:lnTo>
                    <a:pt x="12318" y="6424"/>
                  </a:lnTo>
                  <a:cubicBezTo>
                    <a:pt x="12568" y="6409"/>
                    <a:pt x="12568" y="6039"/>
                    <a:pt x="12318" y="6024"/>
                  </a:cubicBezTo>
                  <a:lnTo>
                    <a:pt x="11837" y="6024"/>
                  </a:lnTo>
                  <a:cubicBezTo>
                    <a:pt x="11731" y="3113"/>
                    <a:pt x="9393" y="780"/>
                    <a:pt x="6486" y="669"/>
                  </a:cubicBezTo>
                  <a:lnTo>
                    <a:pt x="6486" y="188"/>
                  </a:lnTo>
                  <a:cubicBezTo>
                    <a:pt x="6479" y="63"/>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2" name="Google Shape;14812;p87"/>
          <p:cNvGrpSpPr/>
          <p:nvPr/>
        </p:nvGrpSpPr>
        <p:grpSpPr>
          <a:xfrm>
            <a:off x="4059458" y="2439894"/>
            <a:ext cx="218973" cy="351265"/>
            <a:chOff x="4059458" y="2439894"/>
            <a:chExt cx="218973" cy="351265"/>
          </a:xfrm>
        </p:grpSpPr>
        <p:sp>
          <p:nvSpPr>
            <p:cNvPr id="14813" name="Google Shape;14813;p87"/>
            <p:cNvSpPr/>
            <p:nvPr/>
          </p:nvSpPr>
          <p:spPr>
            <a:xfrm>
              <a:off x="4075746" y="2478580"/>
              <a:ext cx="186294" cy="197257"/>
            </a:xfrm>
            <a:custGeom>
              <a:rect b="b" l="l" r="r" t="t"/>
              <a:pathLst>
                <a:path extrusionOk="0" h="7521" w="7103">
                  <a:moveTo>
                    <a:pt x="0" y="0"/>
                  </a:moveTo>
                  <a:lnTo>
                    <a:pt x="0" y="7309"/>
                  </a:lnTo>
                  <a:cubicBezTo>
                    <a:pt x="0" y="7425"/>
                    <a:pt x="97" y="7521"/>
                    <a:pt x="212" y="7521"/>
                  </a:cubicBezTo>
                  <a:lnTo>
                    <a:pt x="6896" y="7521"/>
                  </a:lnTo>
                  <a:cubicBezTo>
                    <a:pt x="7011" y="7521"/>
                    <a:pt x="7102" y="7425"/>
                    <a:pt x="7102" y="7309"/>
                  </a:cubicBezTo>
                  <a:lnTo>
                    <a:pt x="710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87"/>
            <p:cNvSpPr/>
            <p:nvPr/>
          </p:nvSpPr>
          <p:spPr>
            <a:xfrm>
              <a:off x="4075746" y="2478580"/>
              <a:ext cx="186294" cy="21979"/>
            </a:xfrm>
            <a:custGeom>
              <a:rect b="b" l="l" r="r" t="t"/>
              <a:pathLst>
                <a:path extrusionOk="0" h="838" w="7103">
                  <a:moveTo>
                    <a:pt x="0" y="0"/>
                  </a:moveTo>
                  <a:lnTo>
                    <a:pt x="0" y="837"/>
                  </a:lnTo>
                  <a:lnTo>
                    <a:pt x="7102" y="837"/>
                  </a:lnTo>
                  <a:lnTo>
                    <a:pt x="7102"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87"/>
            <p:cNvSpPr/>
            <p:nvPr/>
          </p:nvSpPr>
          <p:spPr>
            <a:xfrm>
              <a:off x="4064887" y="2462162"/>
              <a:ext cx="208141" cy="21848"/>
            </a:xfrm>
            <a:custGeom>
              <a:rect b="b" l="l" r="r" t="t"/>
              <a:pathLst>
                <a:path extrusionOk="0" h="833" w="7936">
                  <a:moveTo>
                    <a:pt x="212" y="1"/>
                  </a:moveTo>
                  <a:cubicBezTo>
                    <a:pt x="97" y="1"/>
                    <a:pt x="0" y="92"/>
                    <a:pt x="0" y="207"/>
                  </a:cubicBezTo>
                  <a:lnTo>
                    <a:pt x="0" y="626"/>
                  </a:lnTo>
                  <a:cubicBezTo>
                    <a:pt x="0" y="742"/>
                    <a:pt x="97" y="833"/>
                    <a:pt x="212" y="833"/>
                  </a:cubicBezTo>
                  <a:lnTo>
                    <a:pt x="7728" y="833"/>
                  </a:lnTo>
                  <a:cubicBezTo>
                    <a:pt x="7844" y="833"/>
                    <a:pt x="7935" y="742"/>
                    <a:pt x="7935" y="626"/>
                  </a:cubicBezTo>
                  <a:lnTo>
                    <a:pt x="7935" y="207"/>
                  </a:lnTo>
                  <a:cubicBezTo>
                    <a:pt x="7935" y="92"/>
                    <a:pt x="7844" y="1"/>
                    <a:pt x="772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87"/>
            <p:cNvSpPr/>
            <p:nvPr/>
          </p:nvSpPr>
          <p:spPr>
            <a:xfrm>
              <a:off x="4059458" y="2439894"/>
              <a:ext cx="218973" cy="351265"/>
            </a:xfrm>
            <a:custGeom>
              <a:rect b="b" l="l" r="r" t="t"/>
              <a:pathLst>
                <a:path extrusionOk="0" h="13393" w="8349">
                  <a:moveTo>
                    <a:pt x="7945" y="1028"/>
                  </a:moveTo>
                  <a:cubicBezTo>
                    <a:pt x="7950" y="1032"/>
                    <a:pt x="7954" y="1037"/>
                    <a:pt x="7954" y="1042"/>
                  </a:cubicBezTo>
                  <a:lnTo>
                    <a:pt x="7954" y="1465"/>
                  </a:lnTo>
                  <a:cubicBezTo>
                    <a:pt x="7954" y="1470"/>
                    <a:pt x="7950" y="1475"/>
                    <a:pt x="7945" y="1475"/>
                  </a:cubicBezTo>
                  <a:lnTo>
                    <a:pt x="7314" y="1475"/>
                  </a:lnTo>
                  <a:cubicBezTo>
                    <a:pt x="7069" y="1489"/>
                    <a:pt x="7069" y="1855"/>
                    <a:pt x="7314" y="1870"/>
                  </a:cubicBezTo>
                  <a:lnTo>
                    <a:pt x="7536" y="1870"/>
                  </a:lnTo>
                  <a:lnTo>
                    <a:pt x="7536" y="8789"/>
                  </a:lnTo>
                  <a:cubicBezTo>
                    <a:pt x="7536" y="8799"/>
                    <a:pt x="7531" y="8803"/>
                    <a:pt x="7526" y="8803"/>
                  </a:cubicBezTo>
                  <a:lnTo>
                    <a:pt x="823" y="8803"/>
                  </a:lnTo>
                  <a:cubicBezTo>
                    <a:pt x="819" y="8803"/>
                    <a:pt x="814" y="8799"/>
                    <a:pt x="814" y="8789"/>
                  </a:cubicBezTo>
                  <a:lnTo>
                    <a:pt x="814" y="1870"/>
                  </a:lnTo>
                  <a:lnTo>
                    <a:pt x="6477" y="1870"/>
                  </a:lnTo>
                  <a:cubicBezTo>
                    <a:pt x="6723" y="1855"/>
                    <a:pt x="6723" y="1489"/>
                    <a:pt x="6477" y="1480"/>
                  </a:cubicBezTo>
                  <a:lnTo>
                    <a:pt x="405" y="1480"/>
                  </a:lnTo>
                  <a:cubicBezTo>
                    <a:pt x="400" y="1475"/>
                    <a:pt x="395" y="1470"/>
                    <a:pt x="395" y="1465"/>
                  </a:cubicBezTo>
                  <a:lnTo>
                    <a:pt x="395" y="1042"/>
                  </a:lnTo>
                  <a:cubicBezTo>
                    <a:pt x="395" y="1037"/>
                    <a:pt x="400" y="1028"/>
                    <a:pt x="405" y="1028"/>
                  </a:cubicBezTo>
                  <a:close/>
                  <a:moveTo>
                    <a:pt x="6318" y="9198"/>
                  </a:moveTo>
                  <a:lnTo>
                    <a:pt x="6910" y="12152"/>
                  </a:lnTo>
                  <a:lnTo>
                    <a:pt x="4370" y="12152"/>
                  </a:lnTo>
                  <a:lnTo>
                    <a:pt x="4370" y="9838"/>
                  </a:lnTo>
                  <a:cubicBezTo>
                    <a:pt x="4377" y="9701"/>
                    <a:pt x="4276" y="9632"/>
                    <a:pt x="4175" y="9632"/>
                  </a:cubicBezTo>
                  <a:cubicBezTo>
                    <a:pt x="4074" y="9632"/>
                    <a:pt x="3973" y="9701"/>
                    <a:pt x="3980" y="9838"/>
                  </a:cubicBezTo>
                  <a:lnTo>
                    <a:pt x="3980" y="12152"/>
                  </a:lnTo>
                  <a:lnTo>
                    <a:pt x="1439" y="12152"/>
                  </a:lnTo>
                  <a:lnTo>
                    <a:pt x="2031" y="9198"/>
                  </a:lnTo>
                  <a:close/>
                  <a:moveTo>
                    <a:pt x="4175" y="0"/>
                  </a:moveTo>
                  <a:cubicBezTo>
                    <a:pt x="4074" y="0"/>
                    <a:pt x="3973" y="70"/>
                    <a:pt x="3980" y="210"/>
                  </a:cubicBezTo>
                  <a:lnTo>
                    <a:pt x="3980" y="643"/>
                  </a:lnTo>
                  <a:lnTo>
                    <a:pt x="405" y="643"/>
                  </a:lnTo>
                  <a:cubicBezTo>
                    <a:pt x="183" y="643"/>
                    <a:pt x="1" y="821"/>
                    <a:pt x="1" y="1047"/>
                  </a:cubicBezTo>
                  <a:lnTo>
                    <a:pt x="1" y="1465"/>
                  </a:lnTo>
                  <a:cubicBezTo>
                    <a:pt x="1" y="1692"/>
                    <a:pt x="183" y="1874"/>
                    <a:pt x="405" y="1874"/>
                  </a:cubicBezTo>
                  <a:lnTo>
                    <a:pt x="419" y="1874"/>
                  </a:lnTo>
                  <a:lnTo>
                    <a:pt x="419" y="8789"/>
                  </a:lnTo>
                  <a:cubicBezTo>
                    <a:pt x="419" y="9015"/>
                    <a:pt x="602" y="9198"/>
                    <a:pt x="823" y="9198"/>
                  </a:cubicBezTo>
                  <a:lnTo>
                    <a:pt x="1637" y="9198"/>
                  </a:lnTo>
                  <a:lnTo>
                    <a:pt x="843" y="13148"/>
                  </a:lnTo>
                  <a:cubicBezTo>
                    <a:pt x="809" y="13297"/>
                    <a:pt x="927" y="13388"/>
                    <a:pt x="1041" y="13388"/>
                  </a:cubicBezTo>
                  <a:cubicBezTo>
                    <a:pt x="1126" y="13388"/>
                    <a:pt x="1209" y="13338"/>
                    <a:pt x="1228" y="13225"/>
                  </a:cubicBezTo>
                  <a:lnTo>
                    <a:pt x="1362" y="12547"/>
                  </a:lnTo>
                  <a:lnTo>
                    <a:pt x="3980" y="12547"/>
                  </a:lnTo>
                  <a:lnTo>
                    <a:pt x="3980" y="13187"/>
                  </a:lnTo>
                  <a:cubicBezTo>
                    <a:pt x="3973" y="13324"/>
                    <a:pt x="4075" y="13393"/>
                    <a:pt x="4177" y="13393"/>
                  </a:cubicBezTo>
                  <a:cubicBezTo>
                    <a:pt x="4278" y="13393"/>
                    <a:pt x="4379" y="13324"/>
                    <a:pt x="4370" y="13187"/>
                  </a:cubicBezTo>
                  <a:lnTo>
                    <a:pt x="4370" y="12547"/>
                  </a:lnTo>
                  <a:lnTo>
                    <a:pt x="6987" y="12547"/>
                  </a:lnTo>
                  <a:lnTo>
                    <a:pt x="7122" y="13225"/>
                  </a:lnTo>
                  <a:cubicBezTo>
                    <a:pt x="7147" y="13330"/>
                    <a:pt x="7228" y="13377"/>
                    <a:pt x="7310" y="13377"/>
                  </a:cubicBezTo>
                  <a:cubicBezTo>
                    <a:pt x="7420" y="13377"/>
                    <a:pt x="7532" y="13292"/>
                    <a:pt x="7507" y="13148"/>
                  </a:cubicBezTo>
                  <a:lnTo>
                    <a:pt x="6718" y="9198"/>
                  </a:lnTo>
                  <a:lnTo>
                    <a:pt x="7526" y="9198"/>
                  </a:lnTo>
                  <a:cubicBezTo>
                    <a:pt x="7747" y="9198"/>
                    <a:pt x="7930" y="9015"/>
                    <a:pt x="7930" y="8789"/>
                  </a:cubicBezTo>
                  <a:lnTo>
                    <a:pt x="7930" y="1870"/>
                  </a:lnTo>
                  <a:lnTo>
                    <a:pt x="7945" y="1870"/>
                  </a:lnTo>
                  <a:cubicBezTo>
                    <a:pt x="8166" y="1870"/>
                    <a:pt x="8349" y="1687"/>
                    <a:pt x="8349" y="1465"/>
                  </a:cubicBezTo>
                  <a:lnTo>
                    <a:pt x="8349" y="1042"/>
                  </a:lnTo>
                  <a:cubicBezTo>
                    <a:pt x="8349" y="824"/>
                    <a:pt x="8171" y="643"/>
                    <a:pt x="7953" y="643"/>
                  </a:cubicBezTo>
                  <a:cubicBezTo>
                    <a:pt x="7950" y="643"/>
                    <a:pt x="7948" y="643"/>
                    <a:pt x="7945" y="643"/>
                  </a:cubicBezTo>
                  <a:lnTo>
                    <a:pt x="4370" y="643"/>
                  </a:lnTo>
                  <a:lnTo>
                    <a:pt x="4370" y="210"/>
                  </a:lnTo>
                  <a:cubicBezTo>
                    <a:pt x="4377" y="70"/>
                    <a:pt x="4276" y="0"/>
                    <a:pt x="4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87"/>
            <p:cNvSpPr/>
            <p:nvPr/>
          </p:nvSpPr>
          <p:spPr>
            <a:xfrm>
              <a:off x="4095259" y="2528019"/>
              <a:ext cx="144881" cy="104044"/>
            </a:xfrm>
            <a:custGeom>
              <a:rect b="b" l="l" r="r" t="t"/>
              <a:pathLst>
                <a:path extrusionOk="0" h="3967" w="5524">
                  <a:moveTo>
                    <a:pt x="4261" y="1"/>
                  </a:moveTo>
                  <a:cubicBezTo>
                    <a:pt x="4007" y="1"/>
                    <a:pt x="4005" y="392"/>
                    <a:pt x="4257" y="392"/>
                  </a:cubicBezTo>
                  <a:cubicBezTo>
                    <a:pt x="4263" y="392"/>
                    <a:pt x="4269" y="391"/>
                    <a:pt x="4275" y="391"/>
                  </a:cubicBezTo>
                  <a:lnTo>
                    <a:pt x="4848" y="391"/>
                  </a:lnTo>
                  <a:lnTo>
                    <a:pt x="2923" y="2316"/>
                  </a:lnTo>
                  <a:cubicBezTo>
                    <a:pt x="2920" y="2321"/>
                    <a:pt x="2917" y="2323"/>
                    <a:pt x="2913" y="2323"/>
                  </a:cubicBezTo>
                  <a:cubicBezTo>
                    <a:pt x="2910" y="2323"/>
                    <a:pt x="2906" y="2321"/>
                    <a:pt x="2904" y="2316"/>
                  </a:cubicBezTo>
                  <a:lnTo>
                    <a:pt x="2466" y="1883"/>
                  </a:lnTo>
                  <a:cubicBezTo>
                    <a:pt x="2389" y="1803"/>
                    <a:pt x="2285" y="1764"/>
                    <a:pt x="2181" y="1764"/>
                  </a:cubicBezTo>
                  <a:cubicBezTo>
                    <a:pt x="2077" y="1764"/>
                    <a:pt x="1973" y="1803"/>
                    <a:pt x="1893" y="1883"/>
                  </a:cubicBezTo>
                  <a:lnTo>
                    <a:pt x="161" y="3615"/>
                  </a:lnTo>
                  <a:cubicBezTo>
                    <a:pt x="0" y="3757"/>
                    <a:pt x="136" y="3966"/>
                    <a:pt x="291" y="3966"/>
                  </a:cubicBezTo>
                  <a:cubicBezTo>
                    <a:pt x="340" y="3966"/>
                    <a:pt x="391" y="3945"/>
                    <a:pt x="435" y="3894"/>
                  </a:cubicBezTo>
                  <a:lnTo>
                    <a:pt x="2172" y="2157"/>
                  </a:lnTo>
                  <a:cubicBezTo>
                    <a:pt x="2175" y="2155"/>
                    <a:pt x="2178" y="2153"/>
                    <a:pt x="2182" y="2153"/>
                  </a:cubicBezTo>
                  <a:cubicBezTo>
                    <a:pt x="2185" y="2153"/>
                    <a:pt x="2189" y="2155"/>
                    <a:pt x="2191" y="2157"/>
                  </a:cubicBezTo>
                  <a:lnTo>
                    <a:pt x="2629" y="2595"/>
                  </a:lnTo>
                  <a:cubicBezTo>
                    <a:pt x="2709" y="2674"/>
                    <a:pt x="2812" y="2714"/>
                    <a:pt x="2916" y="2714"/>
                  </a:cubicBezTo>
                  <a:cubicBezTo>
                    <a:pt x="3019" y="2714"/>
                    <a:pt x="3123" y="2674"/>
                    <a:pt x="3202" y="2595"/>
                  </a:cubicBezTo>
                  <a:lnTo>
                    <a:pt x="5127" y="670"/>
                  </a:lnTo>
                  <a:lnTo>
                    <a:pt x="5127" y="1243"/>
                  </a:lnTo>
                  <a:cubicBezTo>
                    <a:pt x="5119" y="1380"/>
                    <a:pt x="5220" y="1448"/>
                    <a:pt x="5321" y="1448"/>
                  </a:cubicBezTo>
                  <a:cubicBezTo>
                    <a:pt x="5423" y="1448"/>
                    <a:pt x="5524" y="1380"/>
                    <a:pt x="5516" y="1243"/>
                  </a:cubicBezTo>
                  <a:lnTo>
                    <a:pt x="5516" y="199"/>
                  </a:lnTo>
                  <a:cubicBezTo>
                    <a:pt x="5516" y="88"/>
                    <a:pt x="5430" y="1"/>
                    <a:pt x="5324" y="1"/>
                  </a:cubicBezTo>
                  <a:lnTo>
                    <a:pt x="4275" y="1"/>
                  </a:lnTo>
                  <a:cubicBezTo>
                    <a:pt x="4270" y="1"/>
                    <a:pt x="4266" y="1"/>
                    <a:pt x="4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18" name="Google Shape;14818;p87"/>
          <p:cNvSpPr/>
          <p:nvPr/>
        </p:nvSpPr>
        <p:spPr>
          <a:xfrm>
            <a:off x="2689176" y="3839000"/>
            <a:ext cx="11383" cy="14294"/>
          </a:xfrm>
          <a:custGeom>
            <a:rect b="b" l="l" r="r" t="t"/>
            <a:pathLst>
              <a:path extrusionOk="0" h="545" w="434">
                <a:moveTo>
                  <a:pt x="1" y="0"/>
                </a:moveTo>
                <a:lnTo>
                  <a:pt x="1" y="544"/>
                </a:lnTo>
                <a:lnTo>
                  <a:pt x="434" y="544"/>
                </a:lnTo>
                <a:lnTo>
                  <a:pt x="434" y="0"/>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87"/>
          <p:cNvSpPr/>
          <p:nvPr/>
        </p:nvSpPr>
        <p:spPr>
          <a:xfrm>
            <a:off x="2650570" y="4040664"/>
            <a:ext cx="48731" cy="88256"/>
          </a:xfrm>
          <a:custGeom>
            <a:rect b="b" l="l" r="r" t="t"/>
            <a:pathLst>
              <a:path extrusionOk="0" h="3365" w="1858">
                <a:moveTo>
                  <a:pt x="1814" y="3359"/>
                </a:moveTo>
                <a:cubicBezTo>
                  <a:pt x="1813" y="3360"/>
                  <a:pt x="1812" y="3360"/>
                  <a:pt x="1811" y="3361"/>
                </a:cubicBezTo>
                <a:lnTo>
                  <a:pt x="1811" y="3361"/>
                </a:lnTo>
                <a:lnTo>
                  <a:pt x="1834" y="3359"/>
                </a:lnTo>
                <a:close/>
                <a:moveTo>
                  <a:pt x="1694" y="1"/>
                </a:moveTo>
                <a:cubicBezTo>
                  <a:pt x="756" y="1"/>
                  <a:pt x="0" y="756"/>
                  <a:pt x="0" y="1694"/>
                </a:cubicBezTo>
                <a:lnTo>
                  <a:pt x="0" y="1699"/>
                </a:lnTo>
                <a:lnTo>
                  <a:pt x="0" y="1791"/>
                </a:lnTo>
                <a:lnTo>
                  <a:pt x="0" y="1815"/>
                </a:lnTo>
                <a:cubicBezTo>
                  <a:pt x="0" y="1839"/>
                  <a:pt x="5" y="1868"/>
                  <a:pt x="5" y="1892"/>
                </a:cubicBezTo>
                <a:cubicBezTo>
                  <a:pt x="5" y="1896"/>
                  <a:pt x="5" y="1906"/>
                  <a:pt x="10" y="1916"/>
                </a:cubicBezTo>
                <a:cubicBezTo>
                  <a:pt x="15" y="1940"/>
                  <a:pt x="15" y="1969"/>
                  <a:pt x="20" y="1993"/>
                </a:cubicBezTo>
                <a:lnTo>
                  <a:pt x="20" y="2012"/>
                </a:lnTo>
                <a:cubicBezTo>
                  <a:pt x="34" y="2074"/>
                  <a:pt x="48" y="2142"/>
                  <a:pt x="68" y="2204"/>
                </a:cubicBezTo>
                <a:lnTo>
                  <a:pt x="68" y="2209"/>
                </a:lnTo>
                <a:cubicBezTo>
                  <a:pt x="77" y="2238"/>
                  <a:pt x="87" y="2267"/>
                  <a:pt x="97" y="2291"/>
                </a:cubicBezTo>
                <a:lnTo>
                  <a:pt x="111" y="2315"/>
                </a:lnTo>
                <a:cubicBezTo>
                  <a:pt x="111" y="2329"/>
                  <a:pt x="116" y="2339"/>
                  <a:pt x="121" y="2354"/>
                </a:cubicBezTo>
                <a:cubicBezTo>
                  <a:pt x="125" y="2363"/>
                  <a:pt x="125" y="2363"/>
                  <a:pt x="130" y="2368"/>
                </a:cubicBezTo>
                <a:cubicBezTo>
                  <a:pt x="255" y="2661"/>
                  <a:pt x="467" y="2912"/>
                  <a:pt x="732" y="3095"/>
                </a:cubicBezTo>
                <a:lnTo>
                  <a:pt x="737" y="3095"/>
                </a:lnTo>
                <a:cubicBezTo>
                  <a:pt x="756" y="3109"/>
                  <a:pt x="775" y="3123"/>
                  <a:pt x="794" y="3138"/>
                </a:cubicBezTo>
                <a:lnTo>
                  <a:pt x="818" y="3147"/>
                </a:lnTo>
                <a:lnTo>
                  <a:pt x="862" y="3172"/>
                </a:lnTo>
                <a:lnTo>
                  <a:pt x="881" y="3181"/>
                </a:lnTo>
                <a:lnTo>
                  <a:pt x="886" y="3181"/>
                </a:lnTo>
                <a:lnTo>
                  <a:pt x="910" y="3196"/>
                </a:lnTo>
                <a:lnTo>
                  <a:pt x="943" y="3210"/>
                </a:lnTo>
                <a:lnTo>
                  <a:pt x="948" y="3210"/>
                </a:lnTo>
                <a:cubicBezTo>
                  <a:pt x="996" y="3234"/>
                  <a:pt x="1049" y="3258"/>
                  <a:pt x="1097" y="3277"/>
                </a:cubicBezTo>
                <a:lnTo>
                  <a:pt x="1107" y="3277"/>
                </a:lnTo>
                <a:lnTo>
                  <a:pt x="1170" y="3301"/>
                </a:lnTo>
                <a:lnTo>
                  <a:pt x="1179" y="3301"/>
                </a:lnTo>
                <a:cubicBezTo>
                  <a:pt x="1227" y="3316"/>
                  <a:pt x="1280" y="3330"/>
                  <a:pt x="1333" y="3340"/>
                </a:cubicBezTo>
                <a:lnTo>
                  <a:pt x="1348" y="3340"/>
                </a:lnTo>
                <a:lnTo>
                  <a:pt x="1376" y="3345"/>
                </a:lnTo>
                <a:lnTo>
                  <a:pt x="1415" y="3350"/>
                </a:lnTo>
                <a:lnTo>
                  <a:pt x="1420" y="3350"/>
                </a:lnTo>
                <a:lnTo>
                  <a:pt x="1497" y="3359"/>
                </a:lnTo>
                <a:lnTo>
                  <a:pt x="1516" y="3359"/>
                </a:lnTo>
                <a:lnTo>
                  <a:pt x="1569" y="3364"/>
                </a:lnTo>
                <a:lnTo>
                  <a:pt x="1771" y="3364"/>
                </a:lnTo>
                <a:lnTo>
                  <a:pt x="1776" y="3364"/>
                </a:lnTo>
                <a:lnTo>
                  <a:pt x="1776" y="3364"/>
                </a:lnTo>
                <a:cubicBezTo>
                  <a:pt x="1782" y="3364"/>
                  <a:pt x="1787" y="3365"/>
                  <a:pt x="1792" y="3365"/>
                </a:cubicBezTo>
                <a:cubicBezTo>
                  <a:pt x="1799" y="3365"/>
                  <a:pt x="1806" y="3364"/>
                  <a:pt x="1811" y="3361"/>
                </a:cubicBezTo>
                <a:lnTo>
                  <a:pt x="1811" y="3361"/>
                </a:lnTo>
                <a:lnTo>
                  <a:pt x="1776" y="3364"/>
                </a:lnTo>
                <a:lnTo>
                  <a:pt x="1776" y="3364"/>
                </a:lnTo>
                <a:cubicBezTo>
                  <a:pt x="1768" y="3363"/>
                  <a:pt x="1760" y="3361"/>
                  <a:pt x="1752" y="3359"/>
                </a:cubicBezTo>
                <a:lnTo>
                  <a:pt x="1747" y="3359"/>
                </a:lnTo>
                <a:lnTo>
                  <a:pt x="1704" y="3354"/>
                </a:lnTo>
                <a:lnTo>
                  <a:pt x="1675" y="3350"/>
                </a:lnTo>
                <a:lnTo>
                  <a:pt x="1660" y="3350"/>
                </a:lnTo>
                <a:cubicBezTo>
                  <a:pt x="1612" y="3335"/>
                  <a:pt x="1559" y="3326"/>
                  <a:pt x="1506" y="3306"/>
                </a:cubicBezTo>
                <a:lnTo>
                  <a:pt x="1790" y="3095"/>
                </a:lnTo>
                <a:cubicBezTo>
                  <a:pt x="1049" y="2994"/>
                  <a:pt x="684" y="2209"/>
                  <a:pt x="684" y="2209"/>
                </a:cubicBezTo>
                <a:cubicBezTo>
                  <a:pt x="684" y="2209"/>
                  <a:pt x="582" y="2168"/>
                  <a:pt x="487" y="2168"/>
                </a:cubicBezTo>
                <a:cubicBezTo>
                  <a:pt x="452" y="2168"/>
                  <a:pt x="418" y="2174"/>
                  <a:pt x="390" y="2190"/>
                </a:cubicBezTo>
                <a:cubicBezTo>
                  <a:pt x="371" y="2132"/>
                  <a:pt x="356" y="2070"/>
                  <a:pt x="347" y="2007"/>
                </a:cubicBezTo>
                <a:lnTo>
                  <a:pt x="347" y="1993"/>
                </a:lnTo>
                <a:cubicBezTo>
                  <a:pt x="342" y="1964"/>
                  <a:pt x="337" y="1940"/>
                  <a:pt x="332" y="1911"/>
                </a:cubicBezTo>
                <a:cubicBezTo>
                  <a:pt x="332" y="1906"/>
                  <a:pt x="332" y="1896"/>
                  <a:pt x="332" y="1887"/>
                </a:cubicBezTo>
                <a:cubicBezTo>
                  <a:pt x="328" y="1863"/>
                  <a:pt x="328" y="1839"/>
                  <a:pt x="323" y="1815"/>
                </a:cubicBezTo>
                <a:lnTo>
                  <a:pt x="323" y="1786"/>
                </a:lnTo>
                <a:lnTo>
                  <a:pt x="323" y="1694"/>
                </a:lnTo>
                <a:lnTo>
                  <a:pt x="323" y="1690"/>
                </a:lnTo>
                <a:cubicBezTo>
                  <a:pt x="328" y="819"/>
                  <a:pt x="987" y="92"/>
                  <a:pt x="1858" y="5"/>
                </a:cubicBezTo>
                <a:cubicBezTo>
                  <a:pt x="1800" y="1"/>
                  <a:pt x="1747" y="1"/>
                  <a:pt x="1694" y="1"/>
                </a:cubicBezTo>
                <a:close/>
              </a:path>
            </a:pathLst>
          </a:custGeom>
          <a:solidFill>
            <a:srgbClr val="C4CE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20" name="Google Shape;14820;p87"/>
          <p:cNvGrpSpPr/>
          <p:nvPr/>
        </p:nvGrpSpPr>
        <p:grpSpPr>
          <a:xfrm>
            <a:off x="2612199" y="3824733"/>
            <a:ext cx="449041" cy="351108"/>
            <a:chOff x="2612199" y="3824733"/>
            <a:chExt cx="449041" cy="351108"/>
          </a:xfrm>
        </p:grpSpPr>
        <p:sp>
          <p:nvSpPr>
            <p:cNvPr id="14821" name="Google Shape;14821;p87"/>
            <p:cNvSpPr/>
            <p:nvPr/>
          </p:nvSpPr>
          <p:spPr>
            <a:xfrm>
              <a:off x="2689176" y="3839000"/>
              <a:ext cx="357927" cy="21848"/>
            </a:xfrm>
            <a:custGeom>
              <a:rect b="b" l="l" r="r" t="t"/>
              <a:pathLst>
                <a:path extrusionOk="0" h="833" w="13647">
                  <a:moveTo>
                    <a:pt x="1" y="0"/>
                  </a:moveTo>
                  <a:lnTo>
                    <a:pt x="1" y="833"/>
                  </a:lnTo>
                  <a:lnTo>
                    <a:pt x="13647" y="833"/>
                  </a:lnTo>
                  <a:lnTo>
                    <a:pt x="13647" y="0"/>
                  </a:ln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87"/>
            <p:cNvSpPr/>
            <p:nvPr/>
          </p:nvSpPr>
          <p:spPr>
            <a:xfrm>
              <a:off x="2792172" y="4086352"/>
              <a:ext cx="254800" cy="21480"/>
            </a:xfrm>
            <a:custGeom>
              <a:rect b="b" l="l" r="r" t="t"/>
              <a:pathLst>
                <a:path extrusionOk="0" h="819" w="9715">
                  <a:moveTo>
                    <a:pt x="9696" y="0"/>
                  </a:moveTo>
                  <a:cubicBezTo>
                    <a:pt x="9657" y="44"/>
                    <a:pt x="9604" y="73"/>
                    <a:pt x="9542" y="77"/>
                  </a:cubicBezTo>
                  <a:lnTo>
                    <a:pt x="72" y="77"/>
                  </a:lnTo>
                  <a:lnTo>
                    <a:pt x="72" y="539"/>
                  </a:lnTo>
                  <a:cubicBezTo>
                    <a:pt x="72" y="640"/>
                    <a:pt x="48" y="732"/>
                    <a:pt x="0" y="818"/>
                  </a:cubicBezTo>
                  <a:lnTo>
                    <a:pt x="9715" y="818"/>
                  </a:lnTo>
                  <a:lnTo>
                    <a:pt x="9715" y="0"/>
                  </a:ln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87"/>
            <p:cNvSpPr/>
            <p:nvPr/>
          </p:nvSpPr>
          <p:spPr>
            <a:xfrm>
              <a:off x="2821311" y="3978583"/>
              <a:ext cx="28431" cy="66644"/>
            </a:xfrm>
            <a:custGeom>
              <a:rect b="b" l="l" r="r" t="t"/>
              <a:pathLst>
                <a:path extrusionOk="0" h="2541" w="1084">
                  <a:moveTo>
                    <a:pt x="1" y="0"/>
                  </a:moveTo>
                  <a:lnTo>
                    <a:pt x="1" y="2541"/>
                  </a:lnTo>
                  <a:lnTo>
                    <a:pt x="1083" y="2541"/>
                  </a:lnTo>
                  <a:lnTo>
                    <a:pt x="1083"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87"/>
            <p:cNvSpPr/>
            <p:nvPr/>
          </p:nvSpPr>
          <p:spPr>
            <a:xfrm>
              <a:off x="2872166" y="3946402"/>
              <a:ext cx="28562" cy="96439"/>
            </a:xfrm>
            <a:custGeom>
              <a:rect b="b" l="l" r="r" t="t"/>
              <a:pathLst>
                <a:path extrusionOk="0" h="3677" w="1089">
                  <a:moveTo>
                    <a:pt x="1" y="0"/>
                  </a:moveTo>
                  <a:lnTo>
                    <a:pt x="1" y="3676"/>
                  </a:lnTo>
                  <a:lnTo>
                    <a:pt x="1088" y="3676"/>
                  </a:lnTo>
                  <a:lnTo>
                    <a:pt x="108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87"/>
            <p:cNvSpPr/>
            <p:nvPr/>
          </p:nvSpPr>
          <p:spPr>
            <a:xfrm>
              <a:off x="2923152" y="3964315"/>
              <a:ext cx="27041" cy="78525"/>
            </a:xfrm>
            <a:custGeom>
              <a:rect b="b" l="l" r="r" t="t"/>
              <a:pathLst>
                <a:path extrusionOk="0" h="2994" w="1031">
                  <a:moveTo>
                    <a:pt x="1" y="1"/>
                  </a:moveTo>
                  <a:lnTo>
                    <a:pt x="1" y="2993"/>
                  </a:lnTo>
                  <a:lnTo>
                    <a:pt x="1030" y="2993"/>
                  </a:lnTo>
                  <a:lnTo>
                    <a:pt x="1030"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87"/>
            <p:cNvSpPr/>
            <p:nvPr/>
          </p:nvSpPr>
          <p:spPr>
            <a:xfrm>
              <a:off x="2974138" y="3905749"/>
              <a:ext cx="28431" cy="137091"/>
            </a:xfrm>
            <a:custGeom>
              <a:rect b="b" l="l" r="r" t="t"/>
              <a:pathLst>
                <a:path extrusionOk="0" h="5227" w="1084">
                  <a:moveTo>
                    <a:pt x="1" y="1"/>
                  </a:moveTo>
                  <a:lnTo>
                    <a:pt x="1" y="5226"/>
                  </a:lnTo>
                  <a:lnTo>
                    <a:pt x="1083" y="5226"/>
                  </a:lnTo>
                  <a:lnTo>
                    <a:pt x="1083" y="1"/>
                  </a:ln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87"/>
            <p:cNvSpPr/>
            <p:nvPr/>
          </p:nvSpPr>
          <p:spPr>
            <a:xfrm>
              <a:off x="2700926" y="3867510"/>
              <a:ext cx="334453" cy="208902"/>
            </a:xfrm>
            <a:custGeom>
              <a:rect b="b" l="l" r="r" t="t"/>
              <a:pathLst>
                <a:path extrusionOk="0" h="7965" w="12752">
                  <a:moveTo>
                    <a:pt x="2565" y="1598"/>
                  </a:moveTo>
                  <a:cubicBezTo>
                    <a:pt x="2926" y="1598"/>
                    <a:pt x="2926" y="2137"/>
                    <a:pt x="2565" y="2137"/>
                  </a:cubicBezTo>
                  <a:lnTo>
                    <a:pt x="1126" y="2137"/>
                  </a:lnTo>
                  <a:cubicBezTo>
                    <a:pt x="765" y="2137"/>
                    <a:pt x="765" y="1598"/>
                    <a:pt x="1126" y="1598"/>
                  </a:cubicBezTo>
                  <a:close/>
                  <a:moveTo>
                    <a:pt x="3349" y="2450"/>
                  </a:moveTo>
                  <a:cubicBezTo>
                    <a:pt x="3710" y="2450"/>
                    <a:pt x="3710" y="2994"/>
                    <a:pt x="3349" y="2994"/>
                  </a:cubicBezTo>
                  <a:lnTo>
                    <a:pt x="1126" y="2994"/>
                  </a:lnTo>
                  <a:cubicBezTo>
                    <a:pt x="765" y="2994"/>
                    <a:pt x="765" y="2450"/>
                    <a:pt x="1126" y="2450"/>
                  </a:cubicBezTo>
                  <a:close/>
                  <a:moveTo>
                    <a:pt x="3349" y="3302"/>
                  </a:moveTo>
                  <a:cubicBezTo>
                    <a:pt x="3710" y="3302"/>
                    <a:pt x="3710" y="3845"/>
                    <a:pt x="3349" y="3845"/>
                  </a:cubicBezTo>
                  <a:lnTo>
                    <a:pt x="1126" y="3845"/>
                  </a:lnTo>
                  <a:cubicBezTo>
                    <a:pt x="765" y="3845"/>
                    <a:pt x="765" y="3302"/>
                    <a:pt x="1126" y="3302"/>
                  </a:cubicBezTo>
                  <a:close/>
                  <a:moveTo>
                    <a:pt x="3349" y="4158"/>
                  </a:moveTo>
                  <a:cubicBezTo>
                    <a:pt x="3710" y="4158"/>
                    <a:pt x="3710" y="4697"/>
                    <a:pt x="3349" y="4697"/>
                  </a:cubicBezTo>
                  <a:lnTo>
                    <a:pt x="1126" y="4697"/>
                  </a:lnTo>
                  <a:cubicBezTo>
                    <a:pt x="765" y="4697"/>
                    <a:pt x="765" y="4158"/>
                    <a:pt x="1126" y="4158"/>
                  </a:cubicBezTo>
                  <a:close/>
                  <a:moveTo>
                    <a:pt x="7617" y="2469"/>
                  </a:moveTo>
                  <a:cubicBezTo>
                    <a:pt x="7766" y="2469"/>
                    <a:pt x="7887" y="2590"/>
                    <a:pt x="7887" y="2739"/>
                  </a:cubicBezTo>
                  <a:lnTo>
                    <a:pt x="7887" y="6954"/>
                  </a:lnTo>
                  <a:cubicBezTo>
                    <a:pt x="7887" y="7100"/>
                    <a:pt x="7771" y="7223"/>
                    <a:pt x="7626" y="7223"/>
                  </a:cubicBezTo>
                  <a:cubicBezTo>
                    <a:pt x="7623" y="7223"/>
                    <a:pt x="7620" y="7223"/>
                    <a:pt x="7617" y="7223"/>
                  </a:cubicBezTo>
                  <a:lnTo>
                    <a:pt x="6530" y="7223"/>
                  </a:lnTo>
                  <a:cubicBezTo>
                    <a:pt x="6527" y="7223"/>
                    <a:pt x="6524" y="7223"/>
                    <a:pt x="6521" y="7223"/>
                  </a:cubicBezTo>
                  <a:cubicBezTo>
                    <a:pt x="6376" y="7223"/>
                    <a:pt x="6260" y="7100"/>
                    <a:pt x="6260" y="6954"/>
                  </a:cubicBezTo>
                  <a:lnTo>
                    <a:pt x="6260" y="2739"/>
                  </a:lnTo>
                  <a:cubicBezTo>
                    <a:pt x="6260" y="2590"/>
                    <a:pt x="6381" y="2469"/>
                    <a:pt x="6530" y="2469"/>
                  </a:cubicBezTo>
                  <a:close/>
                  <a:moveTo>
                    <a:pt x="5678" y="3783"/>
                  </a:moveTo>
                  <a:cubicBezTo>
                    <a:pt x="5827" y="3783"/>
                    <a:pt x="5948" y="3903"/>
                    <a:pt x="5948" y="4057"/>
                  </a:cubicBezTo>
                  <a:lnTo>
                    <a:pt x="5948" y="6954"/>
                  </a:lnTo>
                  <a:cubicBezTo>
                    <a:pt x="5948" y="7103"/>
                    <a:pt x="5827" y="7228"/>
                    <a:pt x="5678" y="7228"/>
                  </a:cubicBezTo>
                  <a:lnTo>
                    <a:pt x="4591" y="7228"/>
                  </a:lnTo>
                  <a:cubicBezTo>
                    <a:pt x="4441" y="7228"/>
                    <a:pt x="4321" y="7103"/>
                    <a:pt x="4321" y="6954"/>
                  </a:cubicBezTo>
                  <a:lnTo>
                    <a:pt x="4321" y="4057"/>
                  </a:lnTo>
                  <a:lnTo>
                    <a:pt x="4316" y="4057"/>
                  </a:lnTo>
                  <a:cubicBezTo>
                    <a:pt x="4316" y="3903"/>
                    <a:pt x="4437" y="3783"/>
                    <a:pt x="4586" y="3783"/>
                  </a:cubicBezTo>
                  <a:close/>
                  <a:moveTo>
                    <a:pt x="9556" y="3153"/>
                  </a:moveTo>
                  <a:cubicBezTo>
                    <a:pt x="9705" y="3153"/>
                    <a:pt x="9831" y="3273"/>
                    <a:pt x="9831" y="3422"/>
                  </a:cubicBezTo>
                  <a:lnTo>
                    <a:pt x="9831" y="6954"/>
                  </a:lnTo>
                  <a:cubicBezTo>
                    <a:pt x="9831" y="7103"/>
                    <a:pt x="9705" y="7228"/>
                    <a:pt x="9556" y="7228"/>
                  </a:cubicBezTo>
                  <a:lnTo>
                    <a:pt x="8474" y="7228"/>
                  </a:lnTo>
                  <a:cubicBezTo>
                    <a:pt x="8325" y="7228"/>
                    <a:pt x="8199" y="7103"/>
                    <a:pt x="8204" y="6954"/>
                  </a:cubicBezTo>
                  <a:lnTo>
                    <a:pt x="8204" y="3422"/>
                  </a:lnTo>
                  <a:cubicBezTo>
                    <a:pt x="8199" y="3273"/>
                    <a:pt x="8325" y="3153"/>
                    <a:pt x="8474" y="3153"/>
                  </a:cubicBezTo>
                  <a:close/>
                  <a:moveTo>
                    <a:pt x="11500" y="915"/>
                  </a:moveTo>
                  <a:cubicBezTo>
                    <a:pt x="11649" y="915"/>
                    <a:pt x="11770" y="1035"/>
                    <a:pt x="11770" y="1189"/>
                  </a:cubicBezTo>
                  <a:lnTo>
                    <a:pt x="11770" y="6954"/>
                  </a:lnTo>
                  <a:cubicBezTo>
                    <a:pt x="11770" y="7103"/>
                    <a:pt x="11649" y="7228"/>
                    <a:pt x="11500" y="7228"/>
                  </a:cubicBezTo>
                  <a:lnTo>
                    <a:pt x="10418" y="7228"/>
                  </a:lnTo>
                  <a:cubicBezTo>
                    <a:pt x="10264" y="7228"/>
                    <a:pt x="10143" y="7103"/>
                    <a:pt x="10143" y="6954"/>
                  </a:cubicBezTo>
                  <a:lnTo>
                    <a:pt x="10143" y="1189"/>
                  </a:lnTo>
                  <a:cubicBezTo>
                    <a:pt x="10143" y="1035"/>
                    <a:pt x="10264" y="915"/>
                    <a:pt x="10413" y="915"/>
                  </a:cubicBezTo>
                  <a:close/>
                  <a:moveTo>
                    <a:pt x="0" y="1"/>
                  </a:moveTo>
                  <a:lnTo>
                    <a:pt x="0" y="4822"/>
                  </a:lnTo>
                  <a:lnTo>
                    <a:pt x="664" y="4822"/>
                  </a:lnTo>
                  <a:cubicBezTo>
                    <a:pt x="667" y="4822"/>
                    <a:pt x="670" y="4822"/>
                    <a:pt x="673" y="4822"/>
                  </a:cubicBezTo>
                  <a:cubicBezTo>
                    <a:pt x="823" y="4822"/>
                    <a:pt x="938" y="4945"/>
                    <a:pt x="938" y="5092"/>
                  </a:cubicBezTo>
                  <a:lnTo>
                    <a:pt x="938" y="5534"/>
                  </a:lnTo>
                  <a:cubicBezTo>
                    <a:pt x="1107" y="5587"/>
                    <a:pt x="1270" y="5655"/>
                    <a:pt x="1429" y="5736"/>
                  </a:cubicBezTo>
                  <a:lnTo>
                    <a:pt x="1742" y="5424"/>
                  </a:lnTo>
                  <a:cubicBezTo>
                    <a:pt x="1795" y="5371"/>
                    <a:pt x="1864" y="5344"/>
                    <a:pt x="1932" y="5344"/>
                  </a:cubicBezTo>
                  <a:cubicBezTo>
                    <a:pt x="2001" y="5344"/>
                    <a:pt x="2069" y="5371"/>
                    <a:pt x="2122" y="5424"/>
                  </a:cubicBezTo>
                  <a:lnTo>
                    <a:pt x="2945" y="6247"/>
                  </a:lnTo>
                  <a:cubicBezTo>
                    <a:pt x="3051" y="6352"/>
                    <a:pt x="3051" y="6526"/>
                    <a:pt x="2945" y="6631"/>
                  </a:cubicBezTo>
                  <a:lnTo>
                    <a:pt x="2632" y="6944"/>
                  </a:lnTo>
                  <a:cubicBezTo>
                    <a:pt x="2714" y="7098"/>
                    <a:pt x="2786" y="7267"/>
                    <a:pt x="2839" y="7435"/>
                  </a:cubicBezTo>
                  <a:lnTo>
                    <a:pt x="3282" y="7435"/>
                  </a:lnTo>
                  <a:cubicBezTo>
                    <a:pt x="3431" y="7435"/>
                    <a:pt x="3551" y="7555"/>
                    <a:pt x="3551" y="7704"/>
                  </a:cubicBezTo>
                  <a:lnTo>
                    <a:pt x="3551" y="7964"/>
                  </a:lnTo>
                  <a:lnTo>
                    <a:pt x="12751" y="7964"/>
                  </a:lnTo>
                  <a:lnTo>
                    <a:pt x="12751"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87"/>
            <p:cNvSpPr/>
            <p:nvPr/>
          </p:nvSpPr>
          <p:spPr>
            <a:xfrm>
              <a:off x="2700926" y="3860822"/>
              <a:ext cx="334453" cy="133183"/>
            </a:xfrm>
            <a:custGeom>
              <a:rect b="b" l="l" r="r" t="t"/>
              <a:pathLst>
                <a:path extrusionOk="0" h="5078" w="12752">
                  <a:moveTo>
                    <a:pt x="0" y="1"/>
                  </a:moveTo>
                  <a:lnTo>
                    <a:pt x="0" y="5077"/>
                  </a:lnTo>
                  <a:lnTo>
                    <a:pt x="395" y="5077"/>
                  </a:lnTo>
                  <a:lnTo>
                    <a:pt x="395" y="617"/>
                  </a:lnTo>
                  <a:lnTo>
                    <a:pt x="12751" y="617"/>
                  </a:lnTo>
                  <a:lnTo>
                    <a:pt x="12751"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87"/>
            <p:cNvSpPr/>
            <p:nvPr/>
          </p:nvSpPr>
          <p:spPr>
            <a:xfrm>
              <a:off x="2792172" y="4091912"/>
              <a:ext cx="13271" cy="13009"/>
            </a:xfrm>
            <a:custGeom>
              <a:rect b="b" l="l" r="r" t="t"/>
              <a:pathLst>
                <a:path extrusionOk="0" h="496" w="506">
                  <a:moveTo>
                    <a:pt x="72" y="0"/>
                  </a:moveTo>
                  <a:lnTo>
                    <a:pt x="72" y="313"/>
                  </a:lnTo>
                  <a:cubicBezTo>
                    <a:pt x="72" y="380"/>
                    <a:pt x="43" y="448"/>
                    <a:pt x="0" y="496"/>
                  </a:cubicBezTo>
                  <a:lnTo>
                    <a:pt x="428" y="496"/>
                  </a:lnTo>
                  <a:cubicBezTo>
                    <a:pt x="476" y="448"/>
                    <a:pt x="505" y="380"/>
                    <a:pt x="505" y="313"/>
                  </a:cubicBezTo>
                  <a:lnTo>
                    <a:pt x="505" y="0"/>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87"/>
            <p:cNvSpPr/>
            <p:nvPr/>
          </p:nvSpPr>
          <p:spPr>
            <a:xfrm>
              <a:off x="2626466" y="4008115"/>
              <a:ext cx="153352" cy="153483"/>
            </a:xfrm>
            <a:custGeom>
              <a:rect b="b" l="l" r="r" t="t"/>
              <a:pathLst>
                <a:path extrusionOk="0" h="5852" w="5847">
                  <a:moveTo>
                    <a:pt x="2955" y="1232"/>
                  </a:moveTo>
                  <a:cubicBezTo>
                    <a:pt x="3888" y="1232"/>
                    <a:pt x="4648" y="1992"/>
                    <a:pt x="4644" y="2926"/>
                  </a:cubicBezTo>
                  <a:cubicBezTo>
                    <a:pt x="4644" y="2959"/>
                    <a:pt x="4644" y="2993"/>
                    <a:pt x="4644" y="3022"/>
                  </a:cubicBezTo>
                  <a:lnTo>
                    <a:pt x="4644" y="3051"/>
                  </a:lnTo>
                  <a:cubicBezTo>
                    <a:pt x="4644" y="3075"/>
                    <a:pt x="4639" y="3099"/>
                    <a:pt x="4634" y="3118"/>
                  </a:cubicBezTo>
                  <a:cubicBezTo>
                    <a:pt x="4634" y="3133"/>
                    <a:pt x="4634" y="3142"/>
                    <a:pt x="4634" y="3152"/>
                  </a:cubicBezTo>
                  <a:cubicBezTo>
                    <a:pt x="4629" y="3176"/>
                    <a:pt x="4624" y="3195"/>
                    <a:pt x="4620" y="3219"/>
                  </a:cubicBezTo>
                  <a:cubicBezTo>
                    <a:pt x="4620" y="3229"/>
                    <a:pt x="4620" y="3238"/>
                    <a:pt x="4615" y="3248"/>
                  </a:cubicBezTo>
                  <a:cubicBezTo>
                    <a:pt x="4610" y="3272"/>
                    <a:pt x="4605" y="3296"/>
                    <a:pt x="4600" y="3325"/>
                  </a:cubicBezTo>
                  <a:lnTo>
                    <a:pt x="4595" y="3340"/>
                  </a:lnTo>
                  <a:cubicBezTo>
                    <a:pt x="4586" y="3373"/>
                    <a:pt x="4581" y="3402"/>
                    <a:pt x="4571" y="3431"/>
                  </a:cubicBezTo>
                  <a:cubicBezTo>
                    <a:pt x="4571" y="3441"/>
                    <a:pt x="4562" y="3450"/>
                    <a:pt x="4562" y="3460"/>
                  </a:cubicBezTo>
                  <a:cubicBezTo>
                    <a:pt x="4552" y="3479"/>
                    <a:pt x="4547" y="3498"/>
                    <a:pt x="4538" y="3522"/>
                  </a:cubicBezTo>
                  <a:cubicBezTo>
                    <a:pt x="4533" y="3542"/>
                    <a:pt x="4499" y="3546"/>
                    <a:pt x="4494" y="3561"/>
                  </a:cubicBezTo>
                  <a:cubicBezTo>
                    <a:pt x="4490" y="3575"/>
                    <a:pt x="4480" y="3590"/>
                    <a:pt x="4475" y="3604"/>
                  </a:cubicBezTo>
                  <a:cubicBezTo>
                    <a:pt x="4470" y="3619"/>
                    <a:pt x="4461" y="3633"/>
                    <a:pt x="4456" y="3652"/>
                  </a:cubicBezTo>
                  <a:lnTo>
                    <a:pt x="4442" y="3681"/>
                  </a:lnTo>
                  <a:cubicBezTo>
                    <a:pt x="4336" y="3893"/>
                    <a:pt x="4186" y="4081"/>
                    <a:pt x="4004" y="4230"/>
                  </a:cubicBezTo>
                  <a:cubicBezTo>
                    <a:pt x="3960" y="4263"/>
                    <a:pt x="3917" y="4297"/>
                    <a:pt x="3874" y="4331"/>
                  </a:cubicBezTo>
                  <a:cubicBezTo>
                    <a:pt x="3854" y="4340"/>
                    <a:pt x="3835" y="4355"/>
                    <a:pt x="3811" y="4369"/>
                  </a:cubicBezTo>
                  <a:lnTo>
                    <a:pt x="3792" y="4379"/>
                  </a:lnTo>
                  <a:lnTo>
                    <a:pt x="3744" y="4403"/>
                  </a:lnTo>
                  <a:lnTo>
                    <a:pt x="3725" y="4417"/>
                  </a:lnTo>
                  <a:lnTo>
                    <a:pt x="3662" y="4446"/>
                  </a:lnTo>
                  <a:lnTo>
                    <a:pt x="3657" y="4446"/>
                  </a:lnTo>
                  <a:cubicBezTo>
                    <a:pt x="3638" y="4461"/>
                    <a:pt x="3614" y="4470"/>
                    <a:pt x="3595" y="4480"/>
                  </a:cubicBezTo>
                  <a:lnTo>
                    <a:pt x="3575" y="4485"/>
                  </a:lnTo>
                  <a:lnTo>
                    <a:pt x="3522" y="4509"/>
                  </a:lnTo>
                  <a:lnTo>
                    <a:pt x="3498" y="4514"/>
                  </a:lnTo>
                  <a:lnTo>
                    <a:pt x="3431" y="4538"/>
                  </a:lnTo>
                  <a:lnTo>
                    <a:pt x="3426" y="4538"/>
                  </a:lnTo>
                  <a:cubicBezTo>
                    <a:pt x="3407" y="4547"/>
                    <a:pt x="3383" y="4552"/>
                    <a:pt x="3359" y="4557"/>
                  </a:cubicBezTo>
                  <a:lnTo>
                    <a:pt x="3335" y="4557"/>
                  </a:lnTo>
                  <a:lnTo>
                    <a:pt x="3282" y="4571"/>
                  </a:lnTo>
                  <a:lnTo>
                    <a:pt x="3258" y="4571"/>
                  </a:lnTo>
                  <a:cubicBezTo>
                    <a:pt x="3234" y="4576"/>
                    <a:pt x="3210" y="4581"/>
                    <a:pt x="3186" y="4586"/>
                  </a:cubicBezTo>
                  <a:cubicBezTo>
                    <a:pt x="3162" y="4591"/>
                    <a:pt x="3133" y="4591"/>
                    <a:pt x="3109" y="4595"/>
                  </a:cubicBezTo>
                  <a:lnTo>
                    <a:pt x="3094" y="4595"/>
                  </a:lnTo>
                  <a:lnTo>
                    <a:pt x="3032" y="4600"/>
                  </a:lnTo>
                  <a:lnTo>
                    <a:pt x="2834" y="4600"/>
                  </a:lnTo>
                  <a:lnTo>
                    <a:pt x="2777" y="4595"/>
                  </a:lnTo>
                  <a:lnTo>
                    <a:pt x="2757" y="4595"/>
                  </a:lnTo>
                  <a:cubicBezTo>
                    <a:pt x="2733" y="4591"/>
                    <a:pt x="2709" y="4591"/>
                    <a:pt x="2680" y="4586"/>
                  </a:cubicBezTo>
                  <a:lnTo>
                    <a:pt x="2676" y="4586"/>
                  </a:lnTo>
                  <a:lnTo>
                    <a:pt x="2637" y="4576"/>
                  </a:lnTo>
                  <a:lnTo>
                    <a:pt x="2608" y="4571"/>
                  </a:lnTo>
                  <a:lnTo>
                    <a:pt x="2594" y="4571"/>
                  </a:lnTo>
                  <a:cubicBezTo>
                    <a:pt x="2541" y="4562"/>
                    <a:pt x="2488" y="4547"/>
                    <a:pt x="2440" y="4533"/>
                  </a:cubicBezTo>
                  <a:lnTo>
                    <a:pt x="2430" y="4533"/>
                  </a:lnTo>
                  <a:lnTo>
                    <a:pt x="2368" y="4514"/>
                  </a:lnTo>
                  <a:lnTo>
                    <a:pt x="2358" y="4509"/>
                  </a:lnTo>
                  <a:cubicBezTo>
                    <a:pt x="2310" y="4490"/>
                    <a:pt x="2257" y="4470"/>
                    <a:pt x="2209" y="4446"/>
                  </a:cubicBezTo>
                  <a:lnTo>
                    <a:pt x="2204" y="4446"/>
                  </a:lnTo>
                  <a:lnTo>
                    <a:pt x="2170" y="4427"/>
                  </a:lnTo>
                  <a:lnTo>
                    <a:pt x="2146" y="4417"/>
                  </a:lnTo>
                  <a:lnTo>
                    <a:pt x="2122" y="4408"/>
                  </a:lnTo>
                  <a:lnTo>
                    <a:pt x="2084" y="4379"/>
                  </a:lnTo>
                  <a:lnTo>
                    <a:pt x="2079" y="4379"/>
                  </a:lnTo>
                  <a:lnTo>
                    <a:pt x="2060" y="4369"/>
                  </a:lnTo>
                  <a:cubicBezTo>
                    <a:pt x="2036" y="4355"/>
                    <a:pt x="2016" y="4345"/>
                    <a:pt x="1997" y="4331"/>
                  </a:cubicBezTo>
                  <a:lnTo>
                    <a:pt x="1992" y="4326"/>
                  </a:lnTo>
                  <a:cubicBezTo>
                    <a:pt x="1728" y="4143"/>
                    <a:pt x="1516" y="3893"/>
                    <a:pt x="1391" y="3599"/>
                  </a:cubicBezTo>
                  <a:cubicBezTo>
                    <a:pt x="1391" y="3595"/>
                    <a:pt x="1386" y="3590"/>
                    <a:pt x="1381" y="3585"/>
                  </a:cubicBezTo>
                  <a:cubicBezTo>
                    <a:pt x="1381" y="3580"/>
                    <a:pt x="1376" y="3561"/>
                    <a:pt x="1372" y="3551"/>
                  </a:cubicBezTo>
                  <a:lnTo>
                    <a:pt x="1362" y="3527"/>
                  </a:lnTo>
                  <a:cubicBezTo>
                    <a:pt x="1348" y="3498"/>
                    <a:pt x="1338" y="3469"/>
                    <a:pt x="1333" y="3445"/>
                  </a:cubicBezTo>
                  <a:lnTo>
                    <a:pt x="1333" y="3436"/>
                  </a:lnTo>
                  <a:cubicBezTo>
                    <a:pt x="1309" y="3373"/>
                    <a:pt x="1295" y="3306"/>
                    <a:pt x="1280" y="3243"/>
                  </a:cubicBezTo>
                  <a:lnTo>
                    <a:pt x="1280" y="3229"/>
                  </a:lnTo>
                  <a:cubicBezTo>
                    <a:pt x="1275" y="3200"/>
                    <a:pt x="1275" y="3176"/>
                    <a:pt x="1271" y="3147"/>
                  </a:cubicBezTo>
                  <a:cubicBezTo>
                    <a:pt x="1271" y="3137"/>
                    <a:pt x="1271" y="3133"/>
                    <a:pt x="1266" y="3123"/>
                  </a:cubicBezTo>
                  <a:cubicBezTo>
                    <a:pt x="1266" y="3099"/>
                    <a:pt x="1261" y="3075"/>
                    <a:pt x="1261" y="3051"/>
                  </a:cubicBezTo>
                  <a:lnTo>
                    <a:pt x="1261" y="3022"/>
                  </a:lnTo>
                  <a:lnTo>
                    <a:pt x="1261" y="2931"/>
                  </a:lnTo>
                  <a:lnTo>
                    <a:pt x="1261" y="2926"/>
                  </a:lnTo>
                  <a:cubicBezTo>
                    <a:pt x="1261" y="1992"/>
                    <a:pt x="2016" y="1232"/>
                    <a:pt x="2955" y="1232"/>
                  </a:cubicBezTo>
                  <a:close/>
                  <a:moveTo>
                    <a:pt x="2613" y="0"/>
                  </a:moveTo>
                  <a:lnTo>
                    <a:pt x="2613" y="380"/>
                  </a:lnTo>
                  <a:cubicBezTo>
                    <a:pt x="2613" y="505"/>
                    <a:pt x="2526" y="616"/>
                    <a:pt x="2401" y="645"/>
                  </a:cubicBezTo>
                  <a:cubicBezTo>
                    <a:pt x="2146" y="703"/>
                    <a:pt x="1901" y="804"/>
                    <a:pt x="1680" y="943"/>
                  </a:cubicBezTo>
                  <a:cubicBezTo>
                    <a:pt x="1635" y="971"/>
                    <a:pt x="1585" y="985"/>
                    <a:pt x="1536" y="985"/>
                  </a:cubicBezTo>
                  <a:cubicBezTo>
                    <a:pt x="1467" y="985"/>
                    <a:pt x="1398" y="958"/>
                    <a:pt x="1348" y="905"/>
                  </a:cubicBezTo>
                  <a:lnTo>
                    <a:pt x="1078" y="640"/>
                  </a:lnTo>
                  <a:lnTo>
                    <a:pt x="635" y="1078"/>
                  </a:lnTo>
                  <a:lnTo>
                    <a:pt x="905" y="1347"/>
                  </a:lnTo>
                  <a:cubicBezTo>
                    <a:pt x="996" y="1434"/>
                    <a:pt x="1011" y="1574"/>
                    <a:pt x="943" y="1684"/>
                  </a:cubicBezTo>
                  <a:cubicBezTo>
                    <a:pt x="804" y="1906"/>
                    <a:pt x="703" y="2146"/>
                    <a:pt x="645" y="2406"/>
                  </a:cubicBezTo>
                  <a:cubicBezTo>
                    <a:pt x="616" y="2526"/>
                    <a:pt x="506" y="2613"/>
                    <a:pt x="380" y="2613"/>
                  </a:cubicBezTo>
                  <a:lnTo>
                    <a:pt x="0" y="2613"/>
                  </a:lnTo>
                  <a:lnTo>
                    <a:pt x="0" y="3238"/>
                  </a:lnTo>
                  <a:lnTo>
                    <a:pt x="380" y="3238"/>
                  </a:lnTo>
                  <a:cubicBezTo>
                    <a:pt x="506" y="3238"/>
                    <a:pt x="616" y="3325"/>
                    <a:pt x="645" y="3445"/>
                  </a:cubicBezTo>
                  <a:cubicBezTo>
                    <a:pt x="703" y="3705"/>
                    <a:pt x="804" y="3946"/>
                    <a:pt x="943" y="4167"/>
                  </a:cubicBezTo>
                  <a:cubicBezTo>
                    <a:pt x="1011" y="4278"/>
                    <a:pt x="996" y="4413"/>
                    <a:pt x="905" y="4504"/>
                  </a:cubicBezTo>
                  <a:lnTo>
                    <a:pt x="635" y="4773"/>
                  </a:lnTo>
                  <a:lnTo>
                    <a:pt x="1078" y="5211"/>
                  </a:lnTo>
                  <a:lnTo>
                    <a:pt x="1348" y="4942"/>
                  </a:lnTo>
                  <a:cubicBezTo>
                    <a:pt x="1398" y="4892"/>
                    <a:pt x="1465" y="4866"/>
                    <a:pt x="1534" y="4866"/>
                  </a:cubicBezTo>
                  <a:cubicBezTo>
                    <a:pt x="1584" y="4866"/>
                    <a:pt x="1635" y="4880"/>
                    <a:pt x="1680" y="4908"/>
                  </a:cubicBezTo>
                  <a:cubicBezTo>
                    <a:pt x="1901" y="5048"/>
                    <a:pt x="2146" y="5149"/>
                    <a:pt x="2401" y="5206"/>
                  </a:cubicBezTo>
                  <a:cubicBezTo>
                    <a:pt x="2526" y="5235"/>
                    <a:pt x="2613" y="5346"/>
                    <a:pt x="2613" y="5471"/>
                  </a:cubicBezTo>
                  <a:lnTo>
                    <a:pt x="2613" y="5851"/>
                  </a:lnTo>
                  <a:lnTo>
                    <a:pt x="3234" y="5851"/>
                  </a:lnTo>
                  <a:lnTo>
                    <a:pt x="3234" y="5471"/>
                  </a:lnTo>
                  <a:cubicBezTo>
                    <a:pt x="3234" y="5346"/>
                    <a:pt x="3325" y="5235"/>
                    <a:pt x="3445" y="5206"/>
                  </a:cubicBezTo>
                  <a:cubicBezTo>
                    <a:pt x="3700" y="5149"/>
                    <a:pt x="3946" y="5048"/>
                    <a:pt x="4167" y="4908"/>
                  </a:cubicBezTo>
                  <a:cubicBezTo>
                    <a:pt x="4212" y="4880"/>
                    <a:pt x="4263" y="4866"/>
                    <a:pt x="4313" y="4866"/>
                  </a:cubicBezTo>
                  <a:cubicBezTo>
                    <a:pt x="4382" y="4866"/>
                    <a:pt x="4451" y="4892"/>
                    <a:pt x="4504" y="4942"/>
                  </a:cubicBezTo>
                  <a:lnTo>
                    <a:pt x="4774" y="5211"/>
                  </a:lnTo>
                  <a:lnTo>
                    <a:pt x="5211" y="4773"/>
                  </a:lnTo>
                  <a:lnTo>
                    <a:pt x="4942" y="4504"/>
                  </a:lnTo>
                  <a:cubicBezTo>
                    <a:pt x="4855" y="4413"/>
                    <a:pt x="4836" y="4278"/>
                    <a:pt x="4903" y="4167"/>
                  </a:cubicBezTo>
                  <a:cubicBezTo>
                    <a:pt x="5043" y="3946"/>
                    <a:pt x="5149" y="3705"/>
                    <a:pt x="5207" y="3445"/>
                  </a:cubicBezTo>
                  <a:cubicBezTo>
                    <a:pt x="5235" y="3325"/>
                    <a:pt x="5341" y="3238"/>
                    <a:pt x="5466" y="3238"/>
                  </a:cubicBezTo>
                  <a:lnTo>
                    <a:pt x="5847" y="3238"/>
                  </a:lnTo>
                  <a:lnTo>
                    <a:pt x="5847" y="2613"/>
                  </a:lnTo>
                  <a:lnTo>
                    <a:pt x="5466" y="2613"/>
                  </a:lnTo>
                  <a:cubicBezTo>
                    <a:pt x="5341" y="2613"/>
                    <a:pt x="5235" y="2526"/>
                    <a:pt x="5207" y="2406"/>
                  </a:cubicBezTo>
                  <a:cubicBezTo>
                    <a:pt x="5149" y="2146"/>
                    <a:pt x="5043" y="1906"/>
                    <a:pt x="4903" y="1684"/>
                  </a:cubicBezTo>
                  <a:cubicBezTo>
                    <a:pt x="4836" y="1574"/>
                    <a:pt x="4855" y="1434"/>
                    <a:pt x="4942" y="1347"/>
                  </a:cubicBezTo>
                  <a:lnTo>
                    <a:pt x="5211" y="1078"/>
                  </a:lnTo>
                  <a:lnTo>
                    <a:pt x="4774" y="640"/>
                  </a:lnTo>
                  <a:lnTo>
                    <a:pt x="4504" y="905"/>
                  </a:lnTo>
                  <a:cubicBezTo>
                    <a:pt x="4451" y="958"/>
                    <a:pt x="4381" y="985"/>
                    <a:pt x="4311" y="985"/>
                  </a:cubicBezTo>
                  <a:cubicBezTo>
                    <a:pt x="4261" y="985"/>
                    <a:pt x="4211" y="971"/>
                    <a:pt x="4167" y="943"/>
                  </a:cubicBezTo>
                  <a:cubicBezTo>
                    <a:pt x="3946" y="804"/>
                    <a:pt x="3700" y="703"/>
                    <a:pt x="3445" y="645"/>
                  </a:cubicBezTo>
                  <a:cubicBezTo>
                    <a:pt x="3325" y="616"/>
                    <a:pt x="3234" y="505"/>
                    <a:pt x="3234" y="380"/>
                  </a:cubicBezTo>
                  <a:lnTo>
                    <a:pt x="3234"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87"/>
            <p:cNvSpPr/>
            <p:nvPr/>
          </p:nvSpPr>
          <p:spPr>
            <a:xfrm>
              <a:off x="2612199" y="3824733"/>
              <a:ext cx="449041" cy="351108"/>
            </a:xfrm>
            <a:custGeom>
              <a:rect b="b" l="l" r="r" t="t"/>
              <a:pathLst>
                <a:path extrusionOk="0" h="13387" w="17121">
                  <a:moveTo>
                    <a:pt x="16577" y="544"/>
                  </a:moveTo>
                  <a:lnTo>
                    <a:pt x="16577" y="1088"/>
                  </a:lnTo>
                  <a:lnTo>
                    <a:pt x="14595" y="1088"/>
                  </a:lnTo>
                  <a:cubicBezTo>
                    <a:pt x="14234" y="1088"/>
                    <a:pt x="14234" y="1632"/>
                    <a:pt x="14595" y="1632"/>
                  </a:cubicBezTo>
                  <a:lnTo>
                    <a:pt x="16129" y="1632"/>
                  </a:lnTo>
                  <a:lnTo>
                    <a:pt x="16129" y="9595"/>
                  </a:lnTo>
                  <a:lnTo>
                    <a:pt x="6929" y="9595"/>
                  </a:lnTo>
                  <a:lnTo>
                    <a:pt x="6929" y="9335"/>
                  </a:lnTo>
                  <a:cubicBezTo>
                    <a:pt x="6929" y="9186"/>
                    <a:pt x="6809" y="9066"/>
                    <a:pt x="6660" y="9066"/>
                  </a:cubicBezTo>
                  <a:lnTo>
                    <a:pt x="6217" y="9066"/>
                  </a:lnTo>
                  <a:cubicBezTo>
                    <a:pt x="6164" y="8898"/>
                    <a:pt x="6097" y="8729"/>
                    <a:pt x="6010" y="8575"/>
                  </a:cubicBezTo>
                  <a:lnTo>
                    <a:pt x="6328" y="8262"/>
                  </a:lnTo>
                  <a:cubicBezTo>
                    <a:pt x="6429" y="8157"/>
                    <a:pt x="6429" y="7983"/>
                    <a:pt x="6328" y="7878"/>
                  </a:cubicBezTo>
                  <a:lnTo>
                    <a:pt x="5510" y="7055"/>
                  </a:lnTo>
                  <a:cubicBezTo>
                    <a:pt x="5457" y="7002"/>
                    <a:pt x="5387" y="6975"/>
                    <a:pt x="5318" y="6975"/>
                  </a:cubicBezTo>
                  <a:cubicBezTo>
                    <a:pt x="5249" y="6975"/>
                    <a:pt x="5180" y="7002"/>
                    <a:pt x="5130" y="7055"/>
                  </a:cubicBezTo>
                  <a:lnTo>
                    <a:pt x="4812" y="7367"/>
                  </a:lnTo>
                  <a:cubicBezTo>
                    <a:pt x="4658" y="7286"/>
                    <a:pt x="4495" y="7218"/>
                    <a:pt x="4321" y="7165"/>
                  </a:cubicBezTo>
                  <a:lnTo>
                    <a:pt x="4321" y="6723"/>
                  </a:lnTo>
                  <a:cubicBezTo>
                    <a:pt x="4321" y="6574"/>
                    <a:pt x="4201" y="6453"/>
                    <a:pt x="4052" y="6453"/>
                  </a:cubicBezTo>
                  <a:lnTo>
                    <a:pt x="3383" y="6453"/>
                  </a:lnTo>
                  <a:lnTo>
                    <a:pt x="3383" y="1632"/>
                  </a:lnTo>
                  <a:lnTo>
                    <a:pt x="13661" y="1632"/>
                  </a:lnTo>
                  <a:cubicBezTo>
                    <a:pt x="14022" y="1632"/>
                    <a:pt x="14022" y="1088"/>
                    <a:pt x="13661" y="1088"/>
                  </a:cubicBezTo>
                  <a:lnTo>
                    <a:pt x="2936" y="1088"/>
                  </a:lnTo>
                  <a:lnTo>
                    <a:pt x="2936" y="544"/>
                  </a:lnTo>
                  <a:close/>
                  <a:moveTo>
                    <a:pt x="16582" y="10139"/>
                  </a:moveTo>
                  <a:lnTo>
                    <a:pt x="16582" y="10683"/>
                  </a:lnTo>
                  <a:lnTo>
                    <a:pt x="6862" y="10683"/>
                  </a:lnTo>
                  <a:cubicBezTo>
                    <a:pt x="6905" y="10635"/>
                    <a:pt x="6934" y="10567"/>
                    <a:pt x="6934" y="10500"/>
                  </a:cubicBezTo>
                  <a:lnTo>
                    <a:pt x="6934" y="10187"/>
                  </a:lnTo>
                  <a:lnTo>
                    <a:pt x="16404" y="10187"/>
                  </a:lnTo>
                  <a:cubicBezTo>
                    <a:pt x="16462" y="10187"/>
                    <a:pt x="16514" y="10173"/>
                    <a:pt x="16563" y="10139"/>
                  </a:cubicBezTo>
                  <a:close/>
                  <a:moveTo>
                    <a:pt x="3783" y="6992"/>
                  </a:moveTo>
                  <a:lnTo>
                    <a:pt x="3783" y="7372"/>
                  </a:lnTo>
                  <a:cubicBezTo>
                    <a:pt x="3783" y="7497"/>
                    <a:pt x="3869" y="7608"/>
                    <a:pt x="3989" y="7637"/>
                  </a:cubicBezTo>
                  <a:cubicBezTo>
                    <a:pt x="4244" y="7695"/>
                    <a:pt x="4490" y="7796"/>
                    <a:pt x="4711" y="7940"/>
                  </a:cubicBezTo>
                  <a:cubicBezTo>
                    <a:pt x="4755" y="7966"/>
                    <a:pt x="4804" y="7979"/>
                    <a:pt x="4853" y="7979"/>
                  </a:cubicBezTo>
                  <a:cubicBezTo>
                    <a:pt x="4924" y="7979"/>
                    <a:pt x="4994" y="7953"/>
                    <a:pt x="5048" y="7902"/>
                  </a:cubicBezTo>
                  <a:lnTo>
                    <a:pt x="5318" y="7632"/>
                  </a:lnTo>
                  <a:lnTo>
                    <a:pt x="5755" y="8070"/>
                  </a:lnTo>
                  <a:lnTo>
                    <a:pt x="5486" y="8339"/>
                  </a:lnTo>
                  <a:cubicBezTo>
                    <a:pt x="5399" y="8431"/>
                    <a:pt x="5380" y="8570"/>
                    <a:pt x="5447" y="8676"/>
                  </a:cubicBezTo>
                  <a:cubicBezTo>
                    <a:pt x="5592" y="8898"/>
                    <a:pt x="5693" y="9143"/>
                    <a:pt x="5751" y="9398"/>
                  </a:cubicBezTo>
                  <a:cubicBezTo>
                    <a:pt x="5779" y="9518"/>
                    <a:pt x="5885" y="9610"/>
                    <a:pt x="6015" y="9610"/>
                  </a:cubicBezTo>
                  <a:lnTo>
                    <a:pt x="6395" y="9610"/>
                  </a:lnTo>
                  <a:lnTo>
                    <a:pt x="6395" y="10230"/>
                  </a:lnTo>
                  <a:lnTo>
                    <a:pt x="6015" y="10230"/>
                  </a:lnTo>
                  <a:cubicBezTo>
                    <a:pt x="5885" y="10230"/>
                    <a:pt x="5779" y="10317"/>
                    <a:pt x="5751" y="10442"/>
                  </a:cubicBezTo>
                  <a:cubicBezTo>
                    <a:pt x="5693" y="10697"/>
                    <a:pt x="5592" y="10943"/>
                    <a:pt x="5447" y="11164"/>
                  </a:cubicBezTo>
                  <a:cubicBezTo>
                    <a:pt x="5380" y="11270"/>
                    <a:pt x="5399" y="11409"/>
                    <a:pt x="5486" y="11496"/>
                  </a:cubicBezTo>
                  <a:lnTo>
                    <a:pt x="5755" y="11765"/>
                  </a:lnTo>
                  <a:lnTo>
                    <a:pt x="5318" y="12208"/>
                  </a:lnTo>
                  <a:lnTo>
                    <a:pt x="5048" y="11939"/>
                  </a:lnTo>
                  <a:cubicBezTo>
                    <a:pt x="4995" y="11885"/>
                    <a:pt x="4925" y="11858"/>
                    <a:pt x="4855" y="11858"/>
                  </a:cubicBezTo>
                  <a:cubicBezTo>
                    <a:pt x="4805" y="11858"/>
                    <a:pt x="4755" y="11872"/>
                    <a:pt x="4711" y="11900"/>
                  </a:cubicBezTo>
                  <a:cubicBezTo>
                    <a:pt x="4490" y="12040"/>
                    <a:pt x="4244" y="12141"/>
                    <a:pt x="3989" y="12198"/>
                  </a:cubicBezTo>
                  <a:cubicBezTo>
                    <a:pt x="3869" y="12227"/>
                    <a:pt x="3778" y="12338"/>
                    <a:pt x="3783" y="12463"/>
                  </a:cubicBezTo>
                  <a:lnTo>
                    <a:pt x="3783" y="12843"/>
                  </a:lnTo>
                  <a:lnTo>
                    <a:pt x="3157" y="12843"/>
                  </a:lnTo>
                  <a:lnTo>
                    <a:pt x="3157" y="12463"/>
                  </a:lnTo>
                  <a:cubicBezTo>
                    <a:pt x="3157" y="12338"/>
                    <a:pt x="3070" y="12227"/>
                    <a:pt x="2945" y="12198"/>
                  </a:cubicBezTo>
                  <a:cubicBezTo>
                    <a:pt x="2690" y="12141"/>
                    <a:pt x="2445" y="12040"/>
                    <a:pt x="2224" y="11900"/>
                  </a:cubicBezTo>
                  <a:cubicBezTo>
                    <a:pt x="2179" y="11872"/>
                    <a:pt x="2129" y="11858"/>
                    <a:pt x="2080" y="11858"/>
                  </a:cubicBezTo>
                  <a:cubicBezTo>
                    <a:pt x="2011" y="11858"/>
                    <a:pt x="1942" y="11885"/>
                    <a:pt x="1892" y="11939"/>
                  </a:cubicBezTo>
                  <a:lnTo>
                    <a:pt x="1622" y="12208"/>
                  </a:lnTo>
                  <a:lnTo>
                    <a:pt x="1179" y="11765"/>
                  </a:lnTo>
                  <a:lnTo>
                    <a:pt x="1449" y="11496"/>
                  </a:lnTo>
                  <a:cubicBezTo>
                    <a:pt x="1540" y="11409"/>
                    <a:pt x="1555" y="11270"/>
                    <a:pt x="1487" y="11164"/>
                  </a:cubicBezTo>
                  <a:cubicBezTo>
                    <a:pt x="1348" y="10943"/>
                    <a:pt x="1247" y="10697"/>
                    <a:pt x="1189" y="10442"/>
                  </a:cubicBezTo>
                  <a:cubicBezTo>
                    <a:pt x="1160" y="10317"/>
                    <a:pt x="1050" y="10230"/>
                    <a:pt x="924" y="10230"/>
                  </a:cubicBezTo>
                  <a:lnTo>
                    <a:pt x="544" y="10230"/>
                  </a:lnTo>
                  <a:lnTo>
                    <a:pt x="544" y="9610"/>
                  </a:lnTo>
                  <a:lnTo>
                    <a:pt x="924" y="9610"/>
                  </a:lnTo>
                  <a:cubicBezTo>
                    <a:pt x="1050" y="9610"/>
                    <a:pt x="1160" y="9518"/>
                    <a:pt x="1189" y="9398"/>
                  </a:cubicBezTo>
                  <a:cubicBezTo>
                    <a:pt x="1247" y="9143"/>
                    <a:pt x="1348" y="8898"/>
                    <a:pt x="1487" y="8676"/>
                  </a:cubicBezTo>
                  <a:cubicBezTo>
                    <a:pt x="1555" y="8570"/>
                    <a:pt x="1540" y="8431"/>
                    <a:pt x="1449" y="8339"/>
                  </a:cubicBezTo>
                  <a:lnTo>
                    <a:pt x="1179" y="8070"/>
                  </a:lnTo>
                  <a:lnTo>
                    <a:pt x="1622" y="7632"/>
                  </a:lnTo>
                  <a:lnTo>
                    <a:pt x="1892" y="7902"/>
                  </a:lnTo>
                  <a:cubicBezTo>
                    <a:pt x="1943" y="7953"/>
                    <a:pt x="2012" y="7979"/>
                    <a:pt x="2082" y="7979"/>
                  </a:cubicBezTo>
                  <a:cubicBezTo>
                    <a:pt x="2131" y="7979"/>
                    <a:pt x="2180" y="7966"/>
                    <a:pt x="2224" y="7940"/>
                  </a:cubicBezTo>
                  <a:cubicBezTo>
                    <a:pt x="2445" y="7796"/>
                    <a:pt x="2690" y="7695"/>
                    <a:pt x="2945" y="7637"/>
                  </a:cubicBezTo>
                  <a:cubicBezTo>
                    <a:pt x="3070" y="7608"/>
                    <a:pt x="3157" y="7497"/>
                    <a:pt x="3157" y="7372"/>
                  </a:cubicBezTo>
                  <a:lnTo>
                    <a:pt x="3157" y="6992"/>
                  </a:lnTo>
                  <a:close/>
                  <a:moveTo>
                    <a:pt x="2666" y="1"/>
                  </a:moveTo>
                  <a:cubicBezTo>
                    <a:pt x="2517" y="1"/>
                    <a:pt x="2397" y="121"/>
                    <a:pt x="2397" y="275"/>
                  </a:cubicBezTo>
                  <a:lnTo>
                    <a:pt x="2397" y="1358"/>
                  </a:lnTo>
                  <a:cubicBezTo>
                    <a:pt x="2397" y="1507"/>
                    <a:pt x="2517" y="1632"/>
                    <a:pt x="2666" y="1632"/>
                  </a:cubicBezTo>
                  <a:lnTo>
                    <a:pt x="2839" y="1632"/>
                  </a:lnTo>
                  <a:lnTo>
                    <a:pt x="2839" y="6453"/>
                  </a:lnTo>
                  <a:cubicBezTo>
                    <a:pt x="2710" y="6477"/>
                    <a:pt x="2618" y="6588"/>
                    <a:pt x="2618" y="6723"/>
                  </a:cubicBezTo>
                  <a:lnTo>
                    <a:pt x="2618" y="7165"/>
                  </a:lnTo>
                  <a:cubicBezTo>
                    <a:pt x="2445" y="7218"/>
                    <a:pt x="2281" y="7286"/>
                    <a:pt x="2127" y="7367"/>
                  </a:cubicBezTo>
                  <a:lnTo>
                    <a:pt x="1810" y="7055"/>
                  </a:lnTo>
                  <a:cubicBezTo>
                    <a:pt x="1757" y="7002"/>
                    <a:pt x="1688" y="6975"/>
                    <a:pt x="1620" y="6975"/>
                  </a:cubicBezTo>
                  <a:cubicBezTo>
                    <a:pt x="1551" y="6975"/>
                    <a:pt x="1483" y="7002"/>
                    <a:pt x="1430" y="7055"/>
                  </a:cubicBezTo>
                  <a:lnTo>
                    <a:pt x="607" y="7878"/>
                  </a:lnTo>
                  <a:cubicBezTo>
                    <a:pt x="501" y="7983"/>
                    <a:pt x="501" y="8157"/>
                    <a:pt x="607" y="8262"/>
                  </a:cubicBezTo>
                  <a:lnTo>
                    <a:pt x="920" y="8575"/>
                  </a:lnTo>
                  <a:cubicBezTo>
                    <a:pt x="838" y="8729"/>
                    <a:pt x="770" y="8898"/>
                    <a:pt x="717" y="9066"/>
                  </a:cubicBezTo>
                  <a:lnTo>
                    <a:pt x="275" y="9066"/>
                  </a:lnTo>
                  <a:cubicBezTo>
                    <a:pt x="126" y="9066"/>
                    <a:pt x="1" y="9186"/>
                    <a:pt x="5" y="9335"/>
                  </a:cubicBezTo>
                  <a:lnTo>
                    <a:pt x="5" y="10500"/>
                  </a:lnTo>
                  <a:cubicBezTo>
                    <a:pt x="1" y="10649"/>
                    <a:pt x="126" y="10769"/>
                    <a:pt x="275" y="10769"/>
                  </a:cubicBezTo>
                  <a:lnTo>
                    <a:pt x="717" y="10769"/>
                  </a:lnTo>
                  <a:cubicBezTo>
                    <a:pt x="770" y="10938"/>
                    <a:pt x="838" y="11106"/>
                    <a:pt x="920" y="11260"/>
                  </a:cubicBezTo>
                  <a:lnTo>
                    <a:pt x="607" y="11578"/>
                  </a:lnTo>
                  <a:cubicBezTo>
                    <a:pt x="501" y="11679"/>
                    <a:pt x="501" y="11852"/>
                    <a:pt x="607" y="11958"/>
                  </a:cubicBezTo>
                  <a:lnTo>
                    <a:pt x="1430" y="12781"/>
                  </a:lnTo>
                  <a:cubicBezTo>
                    <a:pt x="1483" y="12834"/>
                    <a:pt x="1551" y="12860"/>
                    <a:pt x="1620" y="12860"/>
                  </a:cubicBezTo>
                  <a:cubicBezTo>
                    <a:pt x="1688" y="12860"/>
                    <a:pt x="1757" y="12834"/>
                    <a:pt x="1810" y="12781"/>
                  </a:cubicBezTo>
                  <a:lnTo>
                    <a:pt x="2123" y="12468"/>
                  </a:lnTo>
                  <a:cubicBezTo>
                    <a:pt x="2281" y="12550"/>
                    <a:pt x="2445" y="12617"/>
                    <a:pt x="2618" y="12670"/>
                  </a:cubicBezTo>
                  <a:lnTo>
                    <a:pt x="2618" y="13113"/>
                  </a:lnTo>
                  <a:cubicBezTo>
                    <a:pt x="2613" y="13262"/>
                    <a:pt x="2738" y="13387"/>
                    <a:pt x="2888" y="13387"/>
                  </a:cubicBezTo>
                  <a:lnTo>
                    <a:pt x="4047" y="13387"/>
                  </a:lnTo>
                  <a:cubicBezTo>
                    <a:pt x="4196" y="13387"/>
                    <a:pt x="4317" y="13262"/>
                    <a:pt x="4317" y="13113"/>
                  </a:cubicBezTo>
                  <a:lnTo>
                    <a:pt x="4317" y="12670"/>
                  </a:lnTo>
                  <a:cubicBezTo>
                    <a:pt x="4490" y="12617"/>
                    <a:pt x="4653" y="12550"/>
                    <a:pt x="4812" y="12468"/>
                  </a:cubicBezTo>
                  <a:lnTo>
                    <a:pt x="5125" y="12781"/>
                  </a:lnTo>
                  <a:cubicBezTo>
                    <a:pt x="5178" y="12834"/>
                    <a:pt x="5247" y="12860"/>
                    <a:pt x="5315" y="12860"/>
                  </a:cubicBezTo>
                  <a:cubicBezTo>
                    <a:pt x="5384" y="12860"/>
                    <a:pt x="5452" y="12834"/>
                    <a:pt x="5505" y="12781"/>
                  </a:cubicBezTo>
                  <a:lnTo>
                    <a:pt x="6328" y="11958"/>
                  </a:lnTo>
                  <a:cubicBezTo>
                    <a:pt x="6434" y="11852"/>
                    <a:pt x="6434" y="11679"/>
                    <a:pt x="6328" y="11573"/>
                  </a:cubicBezTo>
                  <a:lnTo>
                    <a:pt x="6015" y="11260"/>
                  </a:lnTo>
                  <a:cubicBezTo>
                    <a:pt x="6020" y="11251"/>
                    <a:pt x="6025" y="11236"/>
                    <a:pt x="6034" y="11227"/>
                  </a:cubicBezTo>
                  <a:lnTo>
                    <a:pt x="16846" y="11227"/>
                  </a:lnTo>
                  <a:cubicBezTo>
                    <a:pt x="16996" y="11227"/>
                    <a:pt x="17116" y="11101"/>
                    <a:pt x="17116" y="10952"/>
                  </a:cubicBezTo>
                  <a:lnTo>
                    <a:pt x="17116" y="9865"/>
                  </a:lnTo>
                  <a:cubicBezTo>
                    <a:pt x="17116" y="9716"/>
                    <a:pt x="16996" y="9595"/>
                    <a:pt x="16846" y="9595"/>
                  </a:cubicBezTo>
                  <a:lnTo>
                    <a:pt x="16673" y="9595"/>
                  </a:lnTo>
                  <a:lnTo>
                    <a:pt x="16673" y="1632"/>
                  </a:lnTo>
                  <a:lnTo>
                    <a:pt x="16851" y="1632"/>
                  </a:lnTo>
                  <a:cubicBezTo>
                    <a:pt x="17000" y="1632"/>
                    <a:pt x="17121" y="1507"/>
                    <a:pt x="17121" y="1358"/>
                  </a:cubicBezTo>
                  <a:lnTo>
                    <a:pt x="17121" y="275"/>
                  </a:lnTo>
                  <a:cubicBezTo>
                    <a:pt x="17121" y="121"/>
                    <a:pt x="17000" y="1"/>
                    <a:pt x="168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87"/>
            <p:cNvSpPr/>
            <p:nvPr/>
          </p:nvSpPr>
          <p:spPr>
            <a:xfrm>
              <a:off x="2814255" y="3966702"/>
              <a:ext cx="42672" cy="90406"/>
            </a:xfrm>
            <a:custGeom>
              <a:rect b="b" l="l" r="r" t="t"/>
              <a:pathLst>
                <a:path extrusionOk="0" h="3447" w="1627">
                  <a:moveTo>
                    <a:pt x="1083" y="545"/>
                  </a:moveTo>
                  <a:lnTo>
                    <a:pt x="1083" y="2902"/>
                  </a:lnTo>
                  <a:lnTo>
                    <a:pt x="539" y="2902"/>
                  </a:lnTo>
                  <a:lnTo>
                    <a:pt x="539" y="545"/>
                  </a:lnTo>
                  <a:close/>
                  <a:moveTo>
                    <a:pt x="270" y="1"/>
                  </a:moveTo>
                  <a:cubicBezTo>
                    <a:pt x="120" y="1"/>
                    <a:pt x="0" y="121"/>
                    <a:pt x="0" y="275"/>
                  </a:cubicBezTo>
                  <a:lnTo>
                    <a:pt x="0" y="3172"/>
                  </a:lnTo>
                  <a:cubicBezTo>
                    <a:pt x="0" y="3321"/>
                    <a:pt x="120" y="3446"/>
                    <a:pt x="270" y="3446"/>
                  </a:cubicBezTo>
                  <a:lnTo>
                    <a:pt x="1357" y="3446"/>
                  </a:lnTo>
                  <a:cubicBezTo>
                    <a:pt x="1506" y="3446"/>
                    <a:pt x="1627" y="3321"/>
                    <a:pt x="1627" y="3172"/>
                  </a:cubicBezTo>
                  <a:lnTo>
                    <a:pt x="1627" y="275"/>
                  </a:lnTo>
                  <a:cubicBezTo>
                    <a:pt x="1627" y="121"/>
                    <a:pt x="1506" y="1"/>
                    <a:pt x="1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87"/>
            <p:cNvSpPr/>
            <p:nvPr/>
          </p:nvSpPr>
          <p:spPr>
            <a:xfrm>
              <a:off x="2865110" y="3932265"/>
              <a:ext cx="42672" cy="124843"/>
            </a:xfrm>
            <a:custGeom>
              <a:rect b="b" l="l" r="r" t="t"/>
              <a:pathLst>
                <a:path extrusionOk="0" h="4760" w="1627">
                  <a:moveTo>
                    <a:pt x="1088" y="539"/>
                  </a:moveTo>
                  <a:lnTo>
                    <a:pt x="1088" y="4215"/>
                  </a:lnTo>
                  <a:lnTo>
                    <a:pt x="539" y="4215"/>
                  </a:lnTo>
                  <a:lnTo>
                    <a:pt x="539" y="539"/>
                  </a:lnTo>
                  <a:close/>
                  <a:moveTo>
                    <a:pt x="270" y="0"/>
                  </a:moveTo>
                  <a:cubicBezTo>
                    <a:pt x="121" y="0"/>
                    <a:pt x="0" y="121"/>
                    <a:pt x="0" y="270"/>
                  </a:cubicBezTo>
                  <a:lnTo>
                    <a:pt x="0" y="4485"/>
                  </a:lnTo>
                  <a:cubicBezTo>
                    <a:pt x="0" y="4634"/>
                    <a:pt x="121" y="4759"/>
                    <a:pt x="270" y="4759"/>
                  </a:cubicBezTo>
                  <a:lnTo>
                    <a:pt x="1357" y="4759"/>
                  </a:lnTo>
                  <a:cubicBezTo>
                    <a:pt x="1506" y="4759"/>
                    <a:pt x="1627" y="4634"/>
                    <a:pt x="1627" y="4485"/>
                  </a:cubicBezTo>
                  <a:lnTo>
                    <a:pt x="1627" y="270"/>
                  </a:lnTo>
                  <a:cubicBezTo>
                    <a:pt x="1627" y="121"/>
                    <a:pt x="1506"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87"/>
            <p:cNvSpPr/>
            <p:nvPr/>
          </p:nvSpPr>
          <p:spPr>
            <a:xfrm>
              <a:off x="2916097" y="3950179"/>
              <a:ext cx="42672" cy="106930"/>
            </a:xfrm>
            <a:custGeom>
              <a:rect b="b" l="l" r="r" t="t"/>
              <a:pathLst>
                <a:path extrusionOk="0" h="4077" w="1627">
                  <a:moveTo>
                    <a:pt x="1088" y="544"/>
                  </a:moveTo>
                  <a:lnTo>
                    <a:pt x="1088" y="3532"/>
                  </a:lnTo>
                  <a:lnTo>
                    <a:pt x="539" y="3532"/>
                  </a:lnTo>
                  <a:lnTo>
                    <a:pt x="539" y="544"/>
                  </a:lnTo>
                  <a:close/>
                  <a:moveTo>
                    <a:pt x="270" y="1"/>
                  </a:moveTo>
                  <a:cubicBezTo>
                    <a:pt x="121" y="1"/>
                    <a:pt x="0" y="121"/>
                    <a:pt x="0" y="270"/>
                  </a:cubicBezTo>
                  <a:lnTo>
                    <a:pt x="0" y="3802"/>
                  </a:lnTo>
                  <a:cubicBezTo>
                    <a:pt x="0" y="3951"/>
                    <a:pt x="121" y="4076"/>
                    <a:pt x="270" y="4076"/>
                  </a:cubicBezTo>
                  <a:lnTo>
                    <a:pt x="1357" y="4076"/>
                  </a:lnTo>
                  <a:cubicBezTo>
                    <a:pt x="1506" y="4076"/>
                    <a:pt x="1627" y="3951"/>
                    <a:pt x="1627" y="3802"/>
                  </a:cubicBezTo>
                  <a:lnTo>
                    <a:pt x="1627" y="270"/>
                  </a:lnTo>
                  <a:cubicBezTo>
                    <a:pt x="1627" y="121"/>
                    <a:pt x="1506" y="1"/>
                    <a:pt x="1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87"/>
            <p:cNvSpPr/>
            <p:nvPr/>
          </p:nvSpPr>
          <p:spPr>
            <a:xfrm>
              <a:off x="2966952" y="3891508"/>
              <a:ext cx="42672" cy="165600"/>
            </a:xfrm>
            <a:custGeom>
              <a:rect b="b" l="l" r="r" t="t"/>
              <a:pathLst>
                <a:path extrusionOk="0" h="6314" w="1627">
                  <a:moveTo>
                    <a:pt x="1088" y="544"/>
                  </a:moveTo>
                  <a:lnTo>
                    <a:pt x="1088" y="5769"/>
                  </a:lnTo>
                  <a:lnTo>
                    <a:pt x="544" y="5769"/>
                  </a:lnTo>
                  <a:lnTo>
                    <a:pt x="544" y="544"/>
                  </a:lnTo>
                  <a:close/>
                  <a:moveTo>
                    <a:pt x="275" y="0"/>
                  </a:moveTo>
                  <a:cubicBezTo>
                    <a:pt x="121" y="0"/>
                    <a:pt x="0" y="120"/>
                    <a:pt x="0" y="274"/>
                  </a:cubicBezTo>
                  <a:lnTo>
                    <a:pt x="0" y="6039"/>
                  </a:lnTo>
                  <a:cubicBezTo>
                    <a:pt x="0" y="6188"/>
                    <a:pt x="121" y="6313"/>
                    <a:pt x="275" y="6313"/>
                  </a:cubicBezTo>
                  <a:lnTo>
                    <a:pt x="1357" y="6313"/>
                  </a:lnTo>
                  <a:cubicBezTo>
                    <a:pt x="1506" y="6313"/>
                    <a:pt x="1627" y="6188"/>
                    <a:pt x="1627" y="6039"/>
                  </a:cubicBezTo>
                  <a:lnTo>
                    <a:pt x="1627" y="274"/>
                  </a:lnTo>
                  <a:cubicBezTo>
                    <a:pt x="1627" y="120"/>
                    <a:pt x="1506"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87"/>
            <p:cNvSpPr/>
            <p:nvPr/>
          </p:nvSpPr>
          <p:spPr>
            <a:xfrm>
              <a:off x="2720990" y="3909421"/>
              <a:ext cx="56678" cy="14163"/>
            </a:xfrm>
            <a:custGeom>
              <a:rect b="b" l="l" r="r" t="t"/>
              <a:pathLst>
                <a:path extrusionOk="0" h="540" w="2161">
                  <a:moveTo>
                    <a:pt x="361" y="0"/>
                  </a:moveTo>
                  <a:cubicBezTo>
                    <a:pt x="0" y="0"/>
                    <a:pt x="0" y="539"/>
                    <a:pt x="361" y="539"/>
                  </a:cubicBezTo>
                  <a:lnTo>
                    <a:pt x="1800" y="539"/>
                  </a:lnTo>
                  <a:cubicBezTo>
                    <a:pt x="2161" y="539"/>
                    <a:pt x="2161" y="0"/>
                    <a:pt x="1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87"/>
            <p:cNvSpPr/>
            <p:nvPr/>
          </p:nvSpPr>
          <p:spPr>
            <a:xfrm>
              <a:off x="2720990" y="3931767"/>
              <a:ext cx="77371" cy="14268"/>
            </a:xfrm>
            <a:custGeom>
              <a:rect b="b" l="l" r="r" t="t"/>
              <a:pathLst>
                <a:path extrusionOk="0" h="544" w="2950">
                  <a:moveTo>
                    <a:pt x="361" y="0"/>
                  </a:moveTo>
                  <a:cubicBezTo>
                    <a:pt x="0" y="0"/>
                    <a:pt x="0" y="544"/>
                    <a:pt x="361" y="544"/>
                  </a:cubicBezTo>
                  <a:lnTo>
                    <a:pt x="2589" y="544"/>
                  </a:lnTo>
                  <a:cubicBezTo>
                    <a:pt x="2950" y="544"/>
                    <a:pt x="2950" y="0"/>
                    <a:pt x="2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87"/>
            <p:cNvSpPr/>
            <p:nvPr/>
          </p:nvSpPr>
          <p:spPr>
            <a:xfrm>
              <a:off x="2720990" y="3954087"/>
              <a:ext cx="77371" cy="14294"/>
            </a:xfrm>
            <a:custGeom>
              <a:rect b="b" l="l" r="r" t="t"/>
              <a:pathLst>
                <a:path extrusionOk="0" h="545" w="2950">
                  <a:moveTo>
                    <a:pt x="361" y="1"/>
                  </a:moveTo>
                  <a:cubicBezTo>
                    <a:pt x="0" y="1"/>
                    <a:pt x="0" y="544"/>
                    <a:pt x="361" y="544"/>
                  </a:cubicBezTo>
                  <a:lnTo>
                    <a:pt x="2589" y="544"/>
                  </a:lnTo>
                  <a:cubicBezTo>
                    <a:pt x="2950" y="544"/>
                    <a:pt x="2950" y="1"/>
                    <a:pt x="2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87"/>
            <p:cNvSpPr/>
            <p:nvPr/>
          </p:nvSpPr>
          <p:spPr>
            <a:xfrm>
              <a:off x="2720990" y="3976564"/>
              <a:ext cx="77371" cy="14163"/>
            </a:xfrm>
            <a:custGeom>
              <a:rect b="b" l="l" r="r" t="t"/>
              <a:pathLst>
                <a:path extrusionOk="0" h="540" w="2950">
                  <a:moveTo>
                    <a:pt x="361" y="0"/>
                  </a:moveTo>
                  <a:cubicBezTo>
                    <a:pt x="0" y="0"/>
                    <a:pt x="0" y="539"/>
                    <a:pt x="361" y="539"/>
                  </a:cubicBezTo>
                  <a:lnTo>
                    <a:pt x="2589" y="539"/>
                  </a:lnTo>
                  <a:cubicBezTo>
                    <a:pt x="2950" y="539"/>
                    <a:pt x="2950" y="0"/>
                    <a:pt x="2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87"/>
            <p:cNvSpPr/>
            <p:nvPr/>
          </p:nvSpPr>
          <p:spPr>
            <a:xfrm>
              <a:off x="2644957" y="4040533"/>
              <a:ext cx="105199" cy="88754"/>
            </a:xfrm>
            <a:custGeom>
              <a:rect b="b" l="l" r="r" t="t"/>
              <a:pathLst>
                <a:path extrusionOk="0" h="3384" w="4011">
                  <a:moveTo>
                    <a:pt x="2197" y="0"/>
                  </a:moveTo>
                  <a:cubicBezTo>
                    <a:pt x="850" y="0"/>
                    <a:pt x="1" y="1578"/>
                    <a:pt x="859" y="2719"/>
                  </a:cubicBezTo>
                  <a:cubicBezTo>
                    <a:pt x="919" y="2797"/>
                    <a:pt x="995" y="2829"/>
                    <a:pt x="1068" y="2829"/>
                  </a:cubicBezTo>
                  <a:cubicBezTo>
                    <a:pt x="1266" y="2829"/>
                    <a:pt x="1450" y="2599"/>
                    <a:pt x="1292" y="2392"/>
                  </a:cubicBezTo>
                  <a:cubicBezTo>
                    <a:pt x="709" y="1616"/>
                    <a:pt x="1289" y="542"/>
                    <a:pt x="2202" y="542"/>
                  </a:cubicBezTo>
                  <a:cubicBezTo>
                    <a:pt x="2268" y="542"/>
                    <a:pt x="2335" y="547"/>
                    <a:pt x="2404" y="559"/>
                  </a:cubicBezTo>
                  <a:cubicBezTo>
                    <a:pt x="3429" y="732"/>
                    <a:pt x="3722" y="2070"/>
                    <a:pt x="2856" y="2652"/>
                  </a:cubicBezTo>
                  <a:lnTo>
                    <a:pt x="2817" y="2681"/>
                  </a:lnTo>
                  <a:lnTo>
                    <a:pt x="2803" y="2686"/>
                  </a:lnTo>
                  <a:lnTo>
                    <a:pt x="2769" y="2705"/>
                  </a:lnTo>
                  <a:lnTo>
                    <a:pt x="2760" y="2715"/>
                  </a:lnTo>
                  <a:lnTo>
                    <a:pt x="2712" y="2734"/>
                  </a:lnTo>
                  <a:lnTo>
                    <a:pt x="2668" y="2753"/>
                  </a:lnTo>
                  <a:lnTo>
                    <a:pt x="2654" y="2763"/>
                  </a:lnTo>
                  <a:lnTo>
                    <a:pt x="2620" y="2777"/>
                  </a:lnTo>
                  <a:lnTo>
                    <a:pt x="2606" y="2782"/>
                  </a:lnTo>
                  <a:lnTo>
                    <a:pt x="2558" y="2796"/>
                  </a:lnTo>
                  <a:lnTo>
                    <a:pt x="2510" y="2811"/>
                  </a:lnTo>
                  <a:lnTo>
                    <a:pt x="2495" y="2816"/>
                  </a:lnTo>
                  <a:lnTo>
                    <a:pt x="2461" y="2820"/>
                  </a:lnTo>
                  <a:lnTo>
                    <a:pt x="2442" y="2825"/>
                  </a:lnTo>
                  <a:lnTo>
                    <a:pt x="2399" y="2835"/>
                  </a:lnTo>
                  <a:lnTo>
                    <a:pt x="2394" y="2835"/>
                  </a:lnTo>
                  <a:lnTo>
                    <a:pt x="2341" y="2840"/>
                  </a:lnTo>
                  <a:lnTo>
                    <a:pt x="2091" y="2840"/>
                  </a:lnTo>
                  <a:lnTo>
                    <a:pt x="2043" y="2835"/>
                  </a:lnTo>
                  <a:lnTo>
                    <a:pt x="2038" y="2835"/>
                  </a:lnTo>
                  <a:lnTo>
                    <a:pt x="1990" y="2825"/>
                  </a:lnTo>
                  <a:lnTo>
                    <a:pt x="1975" y="2825"/>
                  </a:lnTo>
                  <a:lnTo>
                    <a:pt x="1937" y="2816"/>
                  </a:lnTo>
                  <a:lnTo>
                    <a:pt x="1922" y="2811"/>
                  </a:lnTo>
                  <a:lnTo>
                    <a:pt x="1874" y="2796"/>
                  </a:lnTo>
                  <a:lnTo>
                    <a:pt x="1831" y="2782"/>
                  </a:lnTo>
                  <a:lnTo>
                    <a:pt x="1817" y="2777"/>
                  </a:lnTo>
                  <a:cubicBezTo>
                    <a:pt x="1786" y="2765"/>
                    <a:pt x="1753" y="2760"/>
                    <a:pt x="1722" y="2760"/>
                  </a:cubicBezTo>
                  <a:cubicBezTo>
                    <a:pt x="1612" y="2760"/>
                    <a:pt x="1508" y="2828"/>
                    <a:pt x="1470" y="2936"/>
                  </a:cubicBezTo>
                  <a:cubicBezTo>
                    <a:pt x="1417" y="3075"/>
                    <a:pt x="1489" y="3229"/>
                    <a:pt x="1629" y="3282"/>
                  </a:cubicBezTo>
                  <a:lnTo>
                    <a:pt x="1643" y="3292"/>
                  </a:lnTo>
                  <a:cubicBezTo>
                    <a:pt x="1667" y="3297"/>
                    <a:pt x="1692" y="3306"/>
                    <a:pt x="1716" y="3316"/>
                  </a:cubicBezTo>
                  <a:lnTo>
                    <a:pt x="1788" y="3335"/>
                  </a:lnTo>
                  <a:lnTo>
                    <a:pt x="1812" y="3340"/>
                  </a:lnTo>
                  <a:lnTo>
                    <a:pt x="1865" y="3355"/>
                  </a:lnTo>
                  <a:lnTo>
                    <a:pt x="1889" y="3359"/>
                  </a:lnTo>
                  <a:cubicBezTo>
                    <a:pt x="1908" y="3359"/>
                    <a:pt x="1932" y="3364"/>
                    <a:pt x="1956" y="3369"/>
                  </a:cubicBezTo>
                  <a:lnTo>
                    <a:pt x="1966" y="3369"/>
                  </a:lnTo>
                  <a:cubicBezTo>
                    <a:pt x="1990" y="3374"/>
                    <a:pt x="2014" y="3379"/>
                    <a:pt x="2038" y="3379"/>
                  </a:cubicBezTo>
                  <a:lnTo>
                    <a:pt x="2062" y="3379"/>
                  </a:lnTo>
                  <a:lnTo>
                    <a:pt x="2120" y="3383"/>
                  </a:lnTo>
                  <a:lnTo>
                    <a:pt x="2312" y="3383"/>
                  </a:lnTo>
                  <a:lnTo>
                    <a:pt x="2370" y="3379"/>
                  </a:lnTo>
                  <a:lnTo>
                    <a:pt x="2394" y="3379"/>
                  </a:lnTo>
                  <a:cubicBezTo>
                    <a:pt x="2418" y="3374"/>
                    <a:pt x="2442" y="3369"/>
                    <a:pt x="2471" y="3369"/>
                  </a:cubicBezTo>
                  <a:cubicBezTo>
                    <a:pt x="2495" y="3364"/>
                    <a:pt x="2519" y="3359"/>
                    <a:pt x="2543" y="3355"/>
                  </a:cubicBezTo>
                  <a:lnTo>
                    <a:pt x="2567" y="3350"/>
                  </a:lnTo>
                  <a:lnTo>
                    <a:pt x="2620" y="3335"/>
                  </a:lnTo>
                  <a:lnTo>
                    <a:pt x="2639" y="3331"/>
                  </a:lnTo>
                  <a:lnTo>
                    <a:pt x="2712" y="3311"/>
                  </a:lnTo>
                  <a:lnTo>
                    <a:pt x="2716" y="3311"/>
                  </a:lnTo>
                  <a:lnTo>
                    <a:pt x="2784" y="3287"/>
                  </a:lnTo>
                  <a:lnTo>
                    <a:pt x="2808" y="3278"/>
                  </a:lnTo>
                  <a:lnTo>
                    <a:pt x="2856" y="3258"/>
                  </a:lnTo>
                  <a:lnTo>
                    <a:pt x="2875" y="3249"/>
                  </a:lnTo>
                  <a:lnTo>
                    <a:pt x="2943" y="3220"/>
                  </a:lnTo>
                  <a:lnTo>
                    <a:pt x="2947" y="3220"/>
                  </a:lnTo>
                  <a:lnTo>
                    <a:pt x="3010" y="3186"/>
                  </a:lnTo>
                  <a:lnTo>
                    <a:pt x="3029" y="3177"/>
                  </a:lnTo>
                  <a:lnTo>
                    <a:pt x="3077" y="3152"/>
                  </a:lnTo>
                  <a:lnTo>
                    <a:pt x="3097" y="3138"/>
                  </a:lnTo>
                  <a:cubicBezTo>
                    <a:pt x="3116" y="3128"/>
                    <a:pt x="3135" y="3114"/>
                    <a:pt x="3154" y="3100"/>
                  </a:cubicBezTo>
                  <a:cubicBezTo>
                    <a:pt x="3732" y="2715"/>
                    <a:pt x="4011" y="2017"/>
                    <a:pt x="3866" y="1338"/>
                  </a:cubicBezTo>
                  <a:cubicBezTo>
                    <a:pt x="3717" y="660"/>
                    <a:pt x="3174" y="140"/>
                    <a:pt x="2490" y="25"/>
                  </a:cubicBezTo>
                  <a:cubicBezTo>
                    <a:pt x="2390" y="8"/>
                    <a:pt x="2292" y="0"/>
                    <a:pt x="2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1" name="Google Shape;14841;p87"/>
          <p:cNvGrpSpPr/>
          <p:nvPr/>
        </p:nvGrpSpPr>
        <p:grpSpPr>
          <a:xfrm>
            <a:off x="3547471" y="2442334"/>
            <a:ext cx="347567" cy="346334"/>
            <a:chOff x="3547471" y="2442334"/>
            <a:chExt cx="347567" cy="346334"/>
          </a:xfrm>
        </p:grpSpPr>
        <p:sp>
          <p:nvSpPr>
            <p:cNvPr id="14842" name="Google Shape;14842;p87"/>
            <p:cNvSpPr/>
            <p:nvPr/>
          </p:nvSpPr>
          <p:spPr>
            <a:xfrm>
              <a:off x="3552507" y="2645518"/>
              <a:ext cx="60979" cy="138088"/>
            </a:xfrm>
            <a:custGeom>
              <a:rect b="b" l="l" r="r" t="t"/>
              <a:pathLst>
                <a:path extrusionOk="0" h="5265" w="2325">
                  <a:moveTo>
                    <a:pt x="2001" y="1"/>
                  </a:moveTo>
                  <a:cubicBezTo>
                    <a:pt x="1999" y="1"/>
                    <a:pt x="1996" y="1"/>
                    <a:pt x="1993" y="1"/>
                  </a:cubicBezTo>
                  <a:lnTo>
                    <a:pt x="333" y="1"/>
                  </a:lnTo>
                  <a:cubicBezTo>
                    <a:pt x="150" y="1"/>
                    <a:pt x="1" y="145"/>
                    <a:pt x="1" y="333"/>
                  </a:cubicBezTo>
                  <a:lnTo>
                    <a:pt x="1" y="5265"/>
                  </a:lnTo>
                  <a:lnTo>
                    <a:pt x="2325" y="5265"/>
                  </a:lnTo>
                  <a:lnTo>
                    <a:pt x="2325" y="333"/>
                  </a:lnTo>
                  <a:cubicBezTo>
                    <a:pt x="2325" y="148"/>
                    <a:pt x="2180" y="1"/>
                    <a:pt x="2001"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87"/>
            <p:cNvSpPr/>
            <p:nvPr/>
          </p:nvSpPr>
          <p:spPr>
            <a:xfrm>
              <a:off x="3552507" y="2645518"/>
              <a:ext cx="29060" cy="138088"/>
            </a:xfrm>
            <a:custGeom>
              <a:rect b="b" l="l" r="r" t="t"/>
              <a:pathLst>
                <a:path extrusionOk="0" h="5265" w="1108">
                  <a:moveTo>
                    <a:pt x="333" y="1"/>
                  </a:moveTo>
                  <a:cubicBezTo>
                    <a:pt x="150" y="1"/>
                    <a:pt x="1" y="145"/>
                    <a:pt x="1" y="333"/>
                  </a:cubicBezTo>
                  <a:lnTo>
                    <a:pt x="1" y="5265"/>
                  </a:lnTo>
                  <a:lnTo>
                    <a:pt x="776" y="5265"/>
                  </a:lnTo>
                  <a:lnTo>
                    <a:pt x="776" y="333"/>
                  </a:lnTo>
                  <a:cubicBezTo>
                    <a:pt x="776" y="150"/>
                    <a:pt x="925" y="1"/>
                    <a:pt x="1108"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87"/>
            <p:cNvSpPr/>
            <p:nvPr/>
          </p:nvSpPr>
          <p:spPr>
            <a:xfrm>
              <a:off x="3644644" y="2611212"/>
              <a:ext cx="60979" cy="172393"/>
            </a:xfrm>
            <a:custGeom>
              <a:rect b="b" l="l" r="r" t="t"/>
              <a:pathLst>
                <a:path extrusionOk="0" h="6573" w="2325">
                  <a:moveTo>
                    <a:pt x="332" y="0"/>
                  </a:moveTo>
                  <a:cubicBezTo>
                    <a:pt x="150" y="0"/>
                    <a:pt x="0" y="149"/>
                    <a:pt x="0" y="332"/>
                  </a:cubicBezTo>
                  <a:lnTo>
                    <a:pt x="0" y="6573"/>
                  </a:lnTo>
                  <a:lnTo>
                    <a:pt x="2324" y="6573"/>
                  </a:lnTo>
                  <a:lnTo>
                    <a:pt x="2324" y="337"/>
                  </a:lnTo>
                  <a:cubicBezTo>
                    <a:pt x="2324" y="149"/>
                    <a:pt x="2175" y="0"/>
                    <a:pt x="1992"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87"/>
            <p:cNvSpPr/>
            <p:nvPr/>
          </p:nvSpPr>
          <p:spPr>
            <a:xfrm>
              <a:off x="3644644" y="2611212"/>
              <a:ext cx="29060" cy="172393"/>
            </a:xfrm>
            <a:custGeom>
              <a:rect b="b" l="l" r="r" t="t"/>
              <a:pathLst>
                <a:path extrusionOk="0" h="6573" w="1108">
                  <a:moveTo>
                    <a:pt x="332" y="0"/>
                  </a:moveTo>
                  <a:cubicBezTo>
                    <a:pt x="150" y="0"/>
                    <a:pt x="0" y="149"/>
                    <a:pt x="0" y="332"/>
                  </a:cubicBezTo>
                  <a:lnTo>
                    <a:pt x="0" y="6573"/>
                  </a:lnTo>
                  <a:lnTo>
                    <a:pt x="775" y="6573"/>
                  </a:lnTo>
                  <a:lnTo>
                    <a:pt x="775" y="337"/>
                  </a:lnTo>
                  <a:cubicBezTo>
                    <a:pt x="775" y="149"/>
                    <a:pt x="924" y="0"/>
                    <a:pt x="1107"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87"/>
            <p:cNvSpPr/>
            <p:nvPr/>
          </p:nvSpPr>
          <p:spPr>
            <a:xfrm>
              <a:off x="3736755" y="2577143"/>
              <a:ext cx="61005" cy="206463"/>
            </a:xfrm>
            <a:custGeom>
              <a:rect b="b" l="l" r="r" t="t"/>
              <a:pathLst>
                <a:path extrusionOk="0" h="7872" w="2326">
                  <a:moveTo>
                    <a:pt x="333" y="0"/>
                  </a:moveTo>
                  <a:cubicBezTo>
                    <a:pt x="150" y="0"/>
                    <a:pt x="1" y="149"/>
                    <a:pt x="1" y="332"/>
                  </a:cubicBezTo>
                  <a:lnTo>
                    <a:pt x="1" y="7872"/>
                  </a:lnTo>
                  <a:lnTo>
                    <a:pt x="2325" y="7872"/>
                  </a:lnTo>
                  <a:lnTo>
                    <a:pt x="2325" y="332"/>
                  </a:lnTo>
                  <a:cubicBezTo>
                    <a:pt x="2325" y="149"/>
                    <a:pt x="2176" y="0"/>
                    <a:pt x="1993"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87"/>
            <p:cNvSpPr/>
            <p:nvPr/>
          </p:nvSpPr>
          <p:spPr>
            <a:xfrm>
              <a:off x="3736755" y="2577143"/>
              <a:ext cx="29060" cy="206463"/>
            </a:xfrm>
            <a:custGeom>
              <a:rect b="b" l="l" r="r" t="t"/>
              <a:pathLst>
                <a:path extrusionOk="0" h="7872" w="1108">
                  <a:moveTo>
                    <a:pt x="333" y="0"/>
                  </a:moveTo>
                  <a:cubicBezTo>
                    <a:pt x="150" y="0"/>
                    <a:pt x="1" y="149"/>
                    <a:pt x="1" y="332"/>
                  </a:cubicBezTo>
                  <a:lnTo>
                    <a:pt x="1" y="7872"/>
                  </a:lnTo>
                  <a:lnTo>
                    <a:pt x="776" y="7872"/>
                  </a:lnTo>
                  <a:lnTo>
                    <a:pt x="776" y="332"/>
                  </a:lnTo>
                  <a:cubicBezTo>
                    <a:pt x="776" y="149"/>
                    <a:pt x="925" y="0"/>
                    <a:pt x="1108"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87"/>
            <p:cNvSpPr/>
            <p:nvPr/>
          </p:nvSpPr>
          <p:spPr>
            <a:xfrm>
              <a:off x="3828892" y="2542942"/>
              <a:ext cx="60979" cy="240664"/>
            </a:xfrm>
            <a:custGeom>
              <a:rect b="b" l="l" r="r" t="t"/>
              <a:pathLst>
                <a:path extrusionOk="0" h="9176" w="2325">
                  <a:moveTo>
                    <a:pt x="333" y="0"/>
                  </a:moveTo>
                  <a:cubicBezTo>
                    <a:pt x="150" y="0"/>
                    <a:pt x="1" y="149"/>
                    <a:pt x="1" y="332"/>
                  </a:cubicBezTo>
                  <a:lnTo>
                    <a:pt x="1" y="9176"/>
                  </a:lnTo>
                  <a:lnTo>
                    <a:pt x="2325" y="9176"/>
                  </a:lnTo>
                  <a:lnTo>
                    <a:pt x="2325" y="332"/>
                  </a:lnTo>
                  <a:cubicBezTo>
                    <a:pt x="2325" y="149"/>
                    <a:pt x="2175" y="0"/>
                    <a:pt x="1993"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87"/>
            <p:cNvSpPr/>
            <p:nvPr/>
          </p:nvSpPr>
          <p:spPr>
            <a:xfrm>
              <a:off x="3828892" y="2542942"/>
              <a:ext cx="29191" cy="240664"/>
            </a:xfrm>
            <a:custGeom>
              <a:rect b="b" l="l" r="r" t="t"/>
              <a:pathLst>
                <a:path extrusionOk="0" h="9176" w="1113">
                  <a:moveTo>
                    <a:pt x="333" y="0"/>
                  </a:moveTo>
                  <a:cubicBezTo>
                    <a:pt x="150" y="0"/>
                    <a:pt x="1" y="149"/>
                    <a:pt x="1" y="332"/>
                  </a:cubicBezTo>
                  <a:lnTo>
                    <a:pt x="1" y="9176"/>
                  </a:lnTo>
                  <a:lnTo>
                    <a:pt x="775" y="9176"/>
                  </a:lnTo>
                  <a:lnTo>
                    <a:pt x="775" y="332"/>
                  </a:lnTo>
                  <a:cubicBezTo>
                    <a:pt x="775" y="149"/>
                    <a:pt x="924" y="0"/>
                    <a:pt x="111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87"/>
            <p:cNvSpPr/>
            <p:nvPr/>
          </p:nvSpPr>
          <p:spPr>
            <a:xfrm>
              <a:off x="3567142" y="2447527"/>
              <a:ext cx="313130" cy="126338"/>
            </a:xfrm>
            <a:custGeom>
              <a:rect b="b" l="l" r="r" t="t"/>
              <a:pathLst>
                <a:path extrusionOk="0" h="4817" w="11939">
                  <a:moveTo>
                    <a:pt x="9603" y="0"/>
                  </a:moveTo>
                  <a:cubicBezTo>
                    <a:pt x="9429" y="0"/>
                    <a:pt x="9327" y="190"/>
                    <a:pt x="9427" y="332"/>
                  </a:cubicBezTo>
                  <a:lnTo>
                    <a:pt x="9764" y="818"/>
                  </a:lnTo>
                  <a:cubicBezTo>
                    <a:pt x="8624" y="1502"/>
                    <a:pt x="4976" y="3426"/>
                    <a:pt x="1" y="3426"/>
                  </a:cubicBezTo>
                  <a:lnTo>
                    <a:pt x="1" y="4817"/>
                  </a:lnTo>
                  <a:cubicBezTo>
                    <a:pt x="2705" y="4812"/>
                    <a:pt x="5385" y="4288"/>
                    <a:pt x="7897" y="3282"/>
                  </a:cubicBezTo>
                  <a:cubicBezTo>
                    <a:pt x="8816" y="2916"/>
                    <a:pt x="9711" y="2478"/>
                    <a:pt x="10563" y="1968"/>
                  </a:cubicBezTo>
                  <a:lnTo>
                    <a:pt x="10861" y="2401"/>
                  </a:lnTo>
                  <a:cubicBezTo>
                    <a:pt x="10905" y="2462"/>
                    <a:pt x="10970" y="2491"/>
                    <a:pt x="11035" y="2491"/>
                  </a:cubicBezTo>
                  <a:cubicBezTo>
                    <a:pt x="11120" y="2491"/>
                    <a:pt x="11204" y="2441"/>
                    <a:pt x="11236" y="2348"/>
                  </a:cubicBezTo>
                  <a:lnTo>
                    <a:pt x="11896" y="352"/>
                  </a:lnTo>
                  <a:cubicBezTo>
                    <a:pt x="11939" y="222"/>
                    <a:pt x="11847" y="82"/>
                    <a:pt x="11708" y="73"/>
                  </a:cubicBezTo>
                  <a:lnTo>
                    <a:pt x="9610" y="0"/>
                  </a:lnTo>
                  <a:cubicBezTo>
                    <a:pt x="9608" y="0"/>
                    <a:pt x="9606" y="0"/>
                    <a:pt x="9603" y="0"/>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87"/>
            <p:cNvSpPr/>
            <p:nvPr/>
          </p:nvSpPr>
          <p:spPr>
            <a:xfrm>
              <a:off x="3547471" y="2640351"/>
              <a:ext cx="71077" cy="148317"/>
            </a:xfrm>
            <a:custGeom>
              <a:rect b="b" l="l" r="r" t="t"/>
              <a:pathLst>
                <a:path extrusionOk="0" h="5655" w="2710">
                  <a:moveTo>
                    <a:pt x="2185" y="386"/>
                  </a:moveTo>
                  <a:cubicBezTo>
                    <a:pt x="2262" y="386"/>
                    <a:pt x="2320" y="448"/>
                    <a:pt x="2320" y="525"/>
                  </a:cubicBezTo>
                  <a:lnTo>
                    <a:pt x="2320" y="5265"/>
                  </a:lnTo>
                  <a:lnTo>
                    <a:pt x="385" y="5265"/>
                  </a:lnTo>
                  <a:lnTo>
                    <a:pt x="385" y="525"/>
                  </a:lnTo>
                  <a:cubicBezTo>
                    <a:pt x="385" y="448"/>
                    <a:pt x="448" y="386"/>
                    <a:pt x="525" y="386"/>
                  </a:cubicBezTo>
                  <a:close/>
                  <a:moveTo>
                    <a:pt x="525" y="1"/>
                  </a:moveTo>
                  <a:cubicBezTo>
                    <a:pt x="236" y="1"/>
                    <a:pt x="0" y="236"/>
                    <a:pt x="0" y="530"/>
                  </a:cubicBezTo>
                  <a:lnTo>
                    <a:pt x="0" y="5462"/>
                  </a:lnTo>
                  <a:cubicBezTo>
                    <a:pt x="0" y="5568"/>
                    <a:pt x="87" y="5654"/>
                    <a:pt x="193" y="5654"/>
                  </a:cubicBezTo>
                  <a:lnTo>
                    <a:pt x="2517" y="5654"/>
                  </a:lnTo>
                  <a:cubicBezTo>
                    <a:pt x="2623" y="5654"/>
                    <a:pt x="2709" y="5568"/>
                    <a:pt x="2709" y="5462"/>
                  </a:cubicBezTo>
                  <a:lnTo>
                    <a:pt x="2709" y="530"/>
                  </a:lnTo>
                  <a:cubicBezTo>
                    <a:pt x="2709" y="236"/>
                    <a:pt x="2474" y="1"/>
                    <a:pt x="2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87"/>
            <p:cNvSpPr/>
            <p:nvPr/>
          </p:nvSpPr>
          <p:spPr>
            <a:xfrm>
              <a:off x="3639477" y="2606151"/>
              <a:ext cx="71181" cy="182517"/>
            </a:xfrm>
            <a:custGeom>
              <a:rect b="b" l="l" r="r" t="t"/>
              <a:pathLst>
                <a:path extrusionOk="0" h="6959" w="2714">
                  <a:moveTo>
                    <a:pt x="2189" y="390"/>
                  </a:moveTo>
                  <a:cubicBezTo>
                    <a:pt x="2266" y="390"/>
                    <a:pt x="2329" y="453"/>
                    <a:pt x="2329" y="530"/>
                  </a:cubicBezTo>
                  <a:lnTo>
                    <a:pt x="2329" y="6569"/>
                  </a:lnTo>
                  <a:lnTo>
                    <a:pt x="390" y="6569"/>
                  </a:lnTo>
                  <a:lnTo>
                    <a:pt x="390" y="530"/>
                  </a:lnTo>
                  <a:cubicBezTo>
                    <a:pt x="390" y="453"/>
                    <a:pt x="452" y="390"/>
                    <a:pt x="529" y="390"/>
                  </a:cubicBezTo>
                  <a:close/>
                  <a:moveTo>
                    <a:pt x="529" y="1"/>
                  </a:moveTo>
                  <a:cubicBezTo>
                    <a:pt x="236" y="1"/>
                    <a:pt x="0" y="236"/>
                    <a:pt x="0" y="530"/>
                  </a:cubicBezTo>
                  <a:lnTo>
                    <a:pt x="0" y="6766"/>
                  </a:lnTo>
                  <a:cubicBezTo>
                    <a:pt x="0" y="6872"/>
                    <a:pt x="87" y="6958"/>
                    <a:pt x="197" y="6958"/>
                  </a:cubicBezTo>
                  <a:lnTo>
                    <a:pt x="2521" y="6958"/>
                  </a:lnTo>
                  <a:cubicBezTo>
                    <a:pt x="2627" y="6958"/>
                    <a:pt x="2714" y="6872"/>
                    <a:pt x="2714" y="6766"/>
                  </a:cubicBezTo>
                  <a:lnTo>
                    <a:pt x="2714" y="530"/>
                  </a:lnTo>
                  <a:cubicBezTo>
                    <a:pt x="2714" y="236"/>
                    <a:pt x="2478"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87"/>
            <p:cNvSpPr/>
            <p:nvPr/>
          </p:nvSpPr>
          <p:spPr>
            <a:xfrm>
              <a:off x="3731588" y="2572081"/>
              <a:ext cx="71208" cy="216587"/>
            </a:xfrm>
            <a:custGeom>
              <a:rect b="b" l="l" r="r" t="t"/>
              <a:pathLst>
                <a:path extrusionOk="0" h="8258" w="2715">
                  <a:moveTo>
                    <a:pt x="2190" y="385"/>
                  </a:moveTo>
                  <a:cubicBezTo>
                    <a:pt x="2267" y="385"/>
                    <a:pt x="2330" y="448"/>
                    <a:pt x="2330" y="525"/>
                  </a:cubicBezTo>
                  <a:lnTo>
                    <a:pt x="2330" y="7868"/>
                  </a:lnTo>
                  <a:lnTo>
                    <a:pt x="390" y="7868"/>
                  </a:lnTo>
                  <a:lnTo>
                    <a:pt x="390" y="525"/>
                  </a:lnTo>
                  <a:cubicBezTo>
                    <a:pt x="390" y="448"/>
                    <a:pt x="453" y="385"/>
                    <a:pt x="530" y="385"/>
                  </a:cubicBezTo>
                  <a:close/>
                  <a:moveTo>
                    <a:pt x="530" y="1"/>
                  </a:moveTo>
                  <a:cubicBezTo>
                    <a:pt x="236" y="1"/>
                    <a:pt x="1" y="236"/>
                    <a:pt x="1" y="525"/>
                  </a:cubicBezTo>
                  <a:lnTo>
                    <a:pt x="1" y="8065"/>
                  </a:lnTo>
                  <a:cubicBezTo>
                    <a:pt x="1" y="8171"/>
                    <a:pt x="87" y="8257"/>
                    <a:pt x="198" y="8257"/>
                  </a:cubicBezTo>
                  <a:lnTo>
                    <a:pt x="2522" y="8257"/>
                  </a:lnTo>
                  <a:cubicBezTo>
                    <a:pt x="2628" y="8257"/>
                    <a:pt x="2715" y="8171"/>
                    <a:pt x="2715" y="8065"/>
                  </a:cubicBezTo>
                  <a:lnTo>
                    <a:pt x="2715" y="525"/>
                  </a:lnTo>
                  <a:cubicBezTo>
                    <a:pt x="2715" y="236"/>
                    <a:pt x="2479" y="1"/>
                    <a:pt x="2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87"/>
            <p:cNvSpPr/>
            <p:nvPr/>
          </p:nvSpPr>
          <p:spPr>
            <a:xfrm>
              <a:off x="3823857" y="2537880"/>
              <a:ext cx="71181" cy="250787"/>
            </a:xfrm>
            <a:custGeom>
              <a:rect b="b" l="l" r="r" t="t"/>
              <a:pathLst>
                <a:path extrusionOk="0" h="9562" w="2714">
                  <a:moveTo>
                    <a:pt x="2185" y="390"/>
                  </a:moveTo>
                  <a:cubicBezTo>
                    <a:pt x="2262" y="390"/>
                    <a:pt x="2324" y="448"/>
                    <a:pt x="2324" y="525"/>
                  </a:cubicBezTo>
                  <a:lnTo>
                    <a:pt x="2324" y="9172"/>
                  </a:lnTo>
                  <a:lnTo>
                    <a:pt x="385" y="9172"/>
                  </a:lnTo>
                  <a:lnTo>
                    <a:pt x="390" y="525"/>
                  </a:lnTo>
                  <a:cubicBezTo>
                    <a:pt x="390" y="448"/>
                    <a:pt x="448" y="390"/>
                    <a:pt x="525" y="390"/>
                  </a:cubicBezTo>
                  <a:close/>
                  <a:moveTo>
                    <a:pt x="525" y="1"/>
                  </a:moveTo>
                  <a:cubicBezTo>
                    <a:pt x="236" y="1"/>
                    <a:pt x="0" y="236"/>
                    <a:pt x="0" y="525"/>
                  </a:cubicBezTo>
                  <a:lnTo>
                    <a:pt x="0" y="9369"/>
                  </a:lnTo>
                  <a:cubicBezTo>
                    <a:pt x="0" y="9475"/>
                    <a:pt x="87" y="9561"/>
                    <a:pt x="193" y="9561"/>
                  </a:cubicBezTo>
                  <a:lnTo>
                    <a:pt x="2517" y="9561"/>
                  </a:lnTo>
                  <a:cubicBezTo>
                    <a:pt x="2627" y="9561"/>
                    <a:pt x="2714" y="9475"/>
                    <a:pt x="2714" y="9369"/>
                  </a:cubicBezTo>
                  <a:lnTo>
                    <a:pt x="2714" y="525"/>
                  </a:lnTo>
                  <a:cubicBezTo>
                    <a:pt x="2714" y="236"/>
                    <a:pt x="2478" y="1"/>
                    <a:pt x="2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87"/>
            <p:cNvSpPr/>
            <p:nvPr/>
          </p:nvSpPr>
          <p:spPr>
            <a:xfrm>
              <a:off x="3613984" y="2442334"/>
              <a:ext cx="272346" cy="97225"/>
            </a:xfrm>
            <a:custGeom>
              <a:rect b="b" l="l" r="r" t="t"/>
              <a:pathLst>
                <a:path extrusionOk="0" h="3707" w="10384">
                  <a:moveTo>
                    <a:pt x="7816" y="1"/>
                  </a:moveTo>
                  <a:cubicBezTo>
                    <a:pt x="7487" y="1"/>
                    <a:pt x="7292" y="370"/>
                    <a:pt x="7478" y="641"/>
                  </a:cubicBezTo>
                  <a:lnTo>
                    <a:pt x="7699" y="954"/>
                  </a:lnTo>
                  <a:cubicBezTo>
                    <a:pt x="6563" y="1608"/>
                    <a:pt x="3888" y="2931"/>
                    <a:pt x="246" y="3316"/>
                  </a:cubicBezTo>
                  <a:cubicBezTo>
                    <a:pt x="0" y="3345"/>
                    <a:pt x="19" y="3706"/>
                    <a:pt x="265" y="3706"/>
                  </a:cubicBezTo>
                  <a:lnTo>
                    <a:pt x="284" y="3706"/>
                  </a:lnTo>
                  <a:cubicBezTo>
                    <a:pt x="4215" y="3288"/>
                    <a:pt x="7045" y="1801"/>
                    <a:pt x="8079" y="1185"/>
                  </a:cubicBezTo>
                  <a:cubicBezTo>
                    <a:pt x="8170" y="1127"/>
                    <a:pt x="8199" y="997"/>
                    <a:pt x="8137" y="906"/>
                  </a:cubicBezTo>
                  <a:lnTo>
                    <a:pt x="7800" y="420"/>
                  </a:lnTo>
                  <a:cubicBezTo>
                    <a:pt x="7790" y="405"/>
                    <a:pt x="7800" y="391"/>
                    <a:pt x="7814" y="391"/>
                  </a:cubicBezTo>
                  <a:lnTo>
                    <a:pt x="9912" y="468"/>
                  </a:lnTo>
                  <a:cubicBezTo>
                    <a:pt x="9927" y="468"/>
                    <a:pt x="9932" y="477"/>
                    <a:pt x="9927" y="487"/>
                  </a:cubicBezTo>
                  <a:lnTo>
                    <a:pt x="9268" y="2484"/>
                  </a:lnTo>
                  <a:cubicBezTo>
                    <a:pt x="9265" y="2490"/>
                    <a:pt x="9256" y="2494"/>
                    <a:pt x="9249" y="2494"/>
                  </a:cubicBezTo>
                  <a:cubicBezTo>
                    <a:pt x="9244" y="2494"/>
                    <a:pt x="9241" y="2492"/>
                    <a:pt x="9239" y="2489"/>
                  </a:cubicBezTo>
                  <a:lnTo>
                    <a:pt x="8936" y="2056"/>
                  </a:lnTo>
                  <a:cubicBezTo>
                    <a:pt x="8898" y="2000"/>
                    <a:pt x="8837" y="1970"/>
                    <a:pt x="8775" y="1970"/>
                  </a:cubicBezTo>
                  <a:cubicBezTo>
                    <a:pt x="8741" y="1970"/>
                    <a:pt x="8707" y="1979"/>
                    <a:pt x="8676" y="1998"/>
                  </a:cubicBezTo>
                  <a:cubicBezTo>
                    <a:pt x="7954" y="2436"/>
                    <a:pt x="7203" y="2816"/>
                    <a:pt x="6429" y="3143"/>
                  </a:cubicBezTo>
                  <a:cubicBezTo>
                    <a:pt x="6229" y="3237"/>
                    <a:pt x="6318" y="3515"/>
                    <a:pt x="6505" y="3515"/>
                  </a:cubicBezTo>
                  <a:cubicBezTo>
                    <a:pt x="6529" y="3515"/>
                    <a:pt x="6555" y="3510"/>
                    <a:pt x="6583" y="3499"/>
                  </a:cubicBezTo>
                  <a:cubicBezTo>
                    <a:pt x="7319" y="3186"/>
                    <a:pt x="8031" y="2830"/>
                    <a:pt x="8719" y="2426"/>
                  </a:cubicBezTo>
                  <a:lnTo>
                    <a:pt x="8916" y="2710"/>
                  </a:lnTo>
                  <a:cubicBezTo>
                    <a:pt x="8999" y="2826"/>
                    <a:pt x="9124" y="2882"/>
                    <a:pt x="9248" y="2882"/>
                  </a:cubicBezTo>
                  <a:cubicBezTo>
                    <a:pt x="9411" y="2882"/>
                    <a:pt x="9573" y="2785"/>
                    <a:pt x="9633" y="2604"/>
                  </a:cubicBezTo>
                  <a:lnTo>
                    <a:pt x="10297" y="612"/>
                  </a:lnTo>
                  <a:cubicBezTo>
                    <a:pt x="10384" y="352"/>
                    <a:pt x="10196" y="88"/>
                    <a:pt x="9927" y="78"/>
                  </a:cubicBezTo>
                  <a:lnTo>
                    <a:pt x="7829" y="1"/>
                  </a:lnTo>
                  <a:cubicBezTo>
                    <a:pt x="7825" y="1"/>
                    <a:pt x="7820" y="1"/>
                    <a:pt x="78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87"/>
            <p:cNvSpPr/>
            <p:nvPr/>
          </p:nvSpPr>
          <p:spPr>
            <a:xfrm>
              <a:off x="3561975" y="2531166"/>
              <a:ext cx="210292" cy="47891"/>
            </a:xfrm>
            <a:custGeom>
              <a:rect b="b" l="l" r="r" t="t"/>
              <a:pathLst>
                <a:path extrusionOk="0" h="1826" w="8018">
                  <a:moveTo>
                    <a:pt x="1485" y="0"/>
                  </a:moveTo>
                  <a:cubicBezTo>
                    <a:pt x="1477" y="0"/>
                    <a:pt x="1468" y="1"/>
                    <a:pt x="1459" y="2"/>
                  </a:cubicBezTo>
                  <a:cubicBezTo>
                    <a:pt x="1040" y="30"/>
                    <a:pt x="612" y="45"/>
                    <a:pt x="198" y="45"/>
                  </a:cubicBezTo>
                  <a:cubicBezTo>
                    <a:pt x="87" y="45"/>
                    <a:pt x="1" y="131"/>
                    <a:pt x="1" y="237"/>
                  </a:cubicBezTo>
                  <a:lnTo>
                    <a:pt x="1" y="1633"/>
                  </a:lnTo>
                  <a:cubicBezTo>
                    <a:pt x="1" y="1739"/>
                    <a:pt x="87" y="1825"/>
                    <a:pt x="198" y="1825"/>
                  </a:cubicBezTo>
                  <a:cubicBezTo>
                    <a:pt x="2787" y="1816"/>
                    <a:pt x="5351" y="1344"/>
                    <a:pt x="7776" y="430"/>
                  </a:cubicBezTo>
                  <a:cubicBezTo>
                    <a:pt x="8018" y="367"/>
                    <a:pt x="7932" y="43"/>
                    <a:pt x="7736" y="43"/>
                  </a:cubicBezTo>
                  <a:cubicBezTo>
                    <a:pt x="7706" y="43"/>
                    <a:pt x="7672" y="51"/>
                    <a:pt x="7637" y="69"/>
                  </a:cubicBezTo>
                  <a:cubicBezTo>
                    <a:pt x="5322" y="940"/>
                    <a:pt x="2868" y="1402"/>
                    <a:pt x="395" y="1435"/>
                  </a:cubicBezTo>
                  <a:lnTo>
                    <a:pt x="395" y="430"/>
                  </a:lnTo>
                  <a:cubicBezTo>
                    <a:pt x="756" y="425"/>
                    <a:pt x="1122" y="411"/>
                    <a:pt x="1488" y="391"/>
                  </a:cubicBezTo>
                  <a:cubicBezTo>
                    <a:pt x="1748" y="382"/>
                    <a:pt x="1730" y="0"/>
                    <a:pt x="14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7" name="Google Shape;14857;p87"/>
          <p:cNvGrpSpPr/>
          <p:nvPr/>
        </p:nvGrpSpPr>
        <p:grpSpPr>
          <a:xfrm>
            <a:off x="3527093" y="3810570"/>
            <a:ext cx="403300" cy="357927"/>
            <a:chOff x="3527093" y="3810570"/>
            <a:chExt cx="403300" cy="357927"/>
          </a:xfrm>
        </p:grpSpPr>
        <p:sp>
          <p:nvSpPr>
            <p:cNvPr id="14858" name="Google Shape;14858;p87"/>
            <p:cNvSpPr/>
            <p:nvPr/>
          </p:nvSpPr>
          <p:spPr>
            <a:xfrm>
              <a:off x="3565647" y="3848469"/>
              <a:ext cx="314625" cy="314756"/>
            </a:xfrm>
            <a:custGeom>
              <a:rect b="b" l="l" r="r" t="t"/>
              <a:pathLst>
                <a:path extrusionOk="0" h="12001" w="11996">
                  <a:moveTo>
                    <a:pt x="6000" y="0"/>
                  </a:moveTo>
                  <a:cubicBezTo>
                    <a:pt x="2685" y="0"/>
                    <a:pt x="0" y="2690"/>
                    <a:pt x="0" y="6001"/>
                  </a:cubicBezTo>
                  <a:cubicBezTo>
                    <a:pt x="0" y="9316"/>
                    <a:pt x="2685" y="12001"/>
                    <a:pt x="6000" y="12001"/>
                  </a:cubicBezTo>
                  <a:cubicBezTo>
                    <a:pt x="9311" y="12001"/>
                    <a:pt x="11996" y="9316"/>
                    <a:pt x="11996" y="6001"/>
                  </a:cubicBezTo>
                  <a:cubicBezTo>
                    <a:pt x="11996" y="2690"/>
                    <a:pt x="9311" y="0"/>
                    <a:pt x="600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87"/>
            <p:cNvSpPr/>
            <p:nvPr/>
          </p:nvSpPr>
          <p:spPr>
            <a:xfrm>
              <a:off x="3722251" y="3939189"/>
              <a:ext cx="83823" cy="109946"/>
            </a:xfrm>
            <a:custGeom>
              <a:rect b="b" l="l" r="r" t="t"/>
              <a:pathLst>
                <a:path extrusionOk="0" h="4192" w="3196">
                  <a:moveTo>
                    <a:pt x="1" y="1"/>
                  </a:moveTo>
                  <a:lnTo>
                    <a:pt x="39" y="2575"/>
                  </a:lnTo>
                  <a:lnTo>
                    <a:pt x="1959" y="4192"/>
                  </a:lnTo>
                  <a:lnTo>
                    <a:pt x="2118" y="3961"/>
                  </a:lnTo>
                  <a:cubicBezTo>
                    <a:pt x="3196" y="2373"/>
                    <a:pt x="2185" y="213"/>
                    <a:pt x="275" y="25"/>
                  </a:cubicBezTo>
                  <a:lnTo>
                    <a:pt x="1"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87"/>
            <p:cNvSpPr/>
            <p:nvPr/>
          </p:nvSpPr>
          <p:spPr>
            <a:xfrm>
              <a:off x="3721884" y="3873463"/>
              <a:ext cx="140973" cy="217951"/>
            </a:xfrm>
            <a:custGeom>
              <a:rect b="b" l="l" r="r" t="t"/>
              <a:pathLst>
                <a:path extrusionOk="0" h="8310" w="5375">
                  <a:moveTo>
                    <a:pt x="0" y="0"/>
                  </a:moveTo>
                  <a:lnTo>
                    <a:pt x="15" y="2541"/>
                  </a:lnTo>
                  <a:lnTo>
                    <a:pt x="246" y="2560"/>
                  </a:lnTo>
                  <a:cubicBezTo>
                    <a:pt x="1535" y="2671"/>
                    <a:pt x="2531" y="3748"/>
                    <a:pt x="2536" y="5048"/>
                  </a:cubicBezTo>
                  <a:cubicBezTo>
                    <a:pt x="2536" y="5562"/>
                    <a:pt x="2377" y="6068"/>
                    <a:pt x="2079" y="6486"/>
                  </a:cubicBezTo>
                  <a:lnTo>
                    <a:pt x="1949" y="6674"/>
                  </a:lnTo>
                  <a:lnTo>
                    <a:pt x="3893" y="8310"/>
                  </a:lnTo>
                  <a:lnTo>
                    <a:pt x="4052" y="8098"/>
                  </a:lnTo>
                  <a:lnTo>
                    <a:pt x="4066" y="8079"/>
                  </a:lnTo>
                  <a:lnTo>
                    <a:pt x="4129" y="7997"/>
                  </a:lnTo>
                  <a:cubicBezTo>
                    <a:pt x="5178" y="6539"/>
                    <a:pt x="5375" y="4629"/>
                    <a:pt x="4639" y="2988"/>
                  </a:cubicBezTo>
                  <a:cubicBezTo>
                    <a:pt x="3907" y="1347"/>
                    <a:pt x="2353" y="221"/>
                    <a:pt x="568" y="34"/>
                  </a:cubicBezTo>
                  <a:cubicBezTo>
                    <a:pt x="520" y="29"/>
                    <a:pt x="472" y="24"/>
                    <a:pt x="424" y="19"/>
                  </a:cubicBezTo>
                  <a:lnTo>
                    <a:pt x="395" y="19"/>
                  </a:lnTo>
                  <a:lnTo>
                    <a:pt x="284" y="15"/>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87"/>
            <p:cNvSpPr/>
            <p:nvPr/>
          </p:nvSpPr>
          <p:spPr>
            <a:xfrm>
              <a:off x="3721622" y="3816287"/>
              <a:ext cx="202712" cy="307072"/>
            </a:xfrm>
            <a:custGeom>
              <a:rect b="b" l="l" r="r" t="t"/>
              <a:pathLst>
                <a:path extrusionOk="0" h="11708" w="7729">
                  <a:moveTo>
                    <a:pt x="448" y="0"/>
                  </a:moveTo>
                  <a:cubicBezTo>
                    <a:pt x="203" y="0"/>
                    <a:pt x="1" y="202"/>
                    <a:pt x="1" y="453"/>
                  </a:cubicBezTo>
                  <a:lnTo>
                    <a:pt x="10" y="2214"/>
                  </a:lnTo>
                  <a:lnTo>
                    <a:pt x="251" y="2223"/>
                  </a:lnTo>
                  <a:cubicBezTo>
                    <a:pt x="2123" y="2300"/>
                    <a:pt x="3792" y="3407"/>
                    <a:pt x="4586" y="5106"/>
                  </a:cubicBezTo>
                  <a:cubicBezTo>
                    <a:pt x="5380" y="6799"/>
                    <a:pt x="5164" y="8796"/>
                    <a:pt x="4023" y="10278"/>
                  </a:cubicBezTo>
                  <a:lnTo>
                    <a:pt x="3874" y="10471"/>
                  </a:lnTo>
                  <a:lnTo>
                    <a:pt x="5221" y="11601"/>
                  </a:lnTo>
                  <a:cubicBezTo>
                    <a:pt x="5303" y="11674"/>
                    <a:pt x="5404" y="11707"/>
                    <a:pt x="5510" y="11707"/>
                  </a:cubicBezTo>
                  <a:lnTo>
                    <a:pt x="5563" y="11707"/>
                  </a:lnTo>
                  <a:cubicBezTo>
                    <a:pt x="5688" y="11693"/>
                    <a:pt x="5799" y="11625"/>
                    <a:pt x="5871" y="11524"/>
                  </a:cubicBezTo>
                  <a:cubicBezTo>
                    <a:pt x="7449" y="9393"/>
                    <a:pt x="7728" y="6564"/>
                    <a:pt x="6602" y="4158"/>
                  </a:cubicBezTo>
                  <a:cubicBezTo>
                    <a:pt x="5476" y="1752"/>
                    <a:pt x="3128" y="159"/>
                    <a:pt x="47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87"/>
            <p:cNvSpPr/>
            <p:nvPr/>
          </p:nvSpPr>
          <p:spPr>
            <a:xfrm>
              <a:off x="3569161" y="3848469"/>
              <a:ext cx="154139" cy="158152"/>
            </a:xfrm>
            <a:custGeom>
              <a:rect b="b" l="l" r="r" t="t"/>
              <a:pathLst>
                <a:path extrusionOk="0" h="6030" w="5877">
                  <a:moveTo>
                    <a:pt x="5852" y="0"/>
                  </a:moveTo>
                  <a:cubicBezTo>
                    <a:pt x="3037" y="5"/>
                    <a:pt x="607" y="1968"/>
                    <a:pt x="1" y="4716"/>
                  </a:cubicBezTo>
                  <a:lnTo>
                    <a:pt x="5876" y="6029"/>
                  </a:lnTo>
                  <a:lnTo>
                    <a:pt x="5876" y="6029"/>
                  </a:lnTo>
                  <a:lnTo>
                    <a:pt x="5852" y="0"/>
                  </a:ln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87"/>
            <p:cNvSpPr/>
            <p:nvPr/>
          </p:nvSpPr>
          <p:spPr>
            <a:xfrm>
              <a:off x="3565647" y="3971764"/>
              <a:ext cx="157654" cy="185796"/>
            </a:xfrm>
            <a:custGeom>
              <a:rect b="b" l="l" r="r" t="t"/>
              <a:pathLst>
                <a:path extrusionOk="0" h="7084" w="6011">
                  <a:moveTo>
                    <a:pt x="140" y="0"/>
                  </a:moveTo>
                  <a:cubicBezTo>
                    <a:pt x="44" y="429"/>
                    <a:pt x="0" y="862"/>
                    <a:pt x="0" y="1300"/>
                  </a:cubicBezTo>
                  <a:cubicBezTo>
                    <a:pt x="0" y="3999"/>
                    <a:pt x="1800" y="6366"/>
                    <a:pt x="4398" y="7083"/>
                  </a:cubicBezTo>
                  <a:lnTo>
                    <a:pt x="6010" y="1333"/>
                  </a:lnTo>
                  <a:lnTo>
                    <a:pt x="14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87"/>
            <p:cNvSpPr/>
            <p:nvPr/>
          </p:nvSpPr>
          <p:spPr>
            <a:xfrm>
              <a:off x="3663056" y="4134558"/>
              <a:ext cx="83587" cy="28667"/>
            </a:xfrm>
            <a:custGeom>
              <a:rect b="b" l="l" r="r" t="t"/>
              <a:pathLst>
                <a:path extrusionOk="0" h="1093" w="3187">
                  <a:moveTo>
                    <a:pt x="646" y="1"/>
                  </a:moveTo>
                  <a:lnTo>
                    <a:pt x="1" y="640"/>
                  </a:lnTo>
                  <a:cubicBezTo>
                    <a:pt x="727" y="939"/>
                    <a:pt x="1502" y="1093"/>
                    <a:pt x="2282" y="1093"/>
                  </a:cubicBezTo>
                  <a:cubicBezTo>
                    <a:pt x="2585" y="1093"/>
                    <a:pt x="2888" y="1069"/>
                    <a:pt x="3186" y="1025"/>
                  </a:cubicBezTo>
                  <a:cubicBezTo>
                    <a:pt x="2272" y="886"/>
                    <a:pt x="1401" y="535"/>
                    <a:pt x="646"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87"/>
            <p:cNvSpPr/>
            <p:nvPr/>
          </p:nvSpPr>
          <p:spPr>
            <a:xfrm>
              <a:off x="3569293" y="3848469"/>
              <a:ext cx="153378" cy="133918"/>
            </a:xfrm>
            <a:custGeom>
              <a:rect b="b" l="l" r="r" t="t"/>
              <a:pathLst>
                <a:path extrusionOk="0" h="5106" w="5848">
                  <a:moveTo>
                    <a:pt x="5847" y="0"/>
                  </a:moveTo>
                  <a:cubicBezTo>
                    <a:pt x="3032" y="10"/>
                    <a:pt x="602" y="1968"/>
                    <a:pt x="1" y="4716"/>
                  </a:cubicBezTo>
                  <a:lnTo>
                    <a:pt x="1733" y="5106"/>
                  </a:lnTo>
                  <a:cubicBezTo>
                    <a:pt x="2075" y="2844"/>
                    <a:pt x="3667" y="977"/>
                    <a:pt x="5847" y="284"/>
                  </a:cubicBezTo>
                  <a:lnTo>
                    <a:pt x="5847"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87"/>
            <p:cNvSpPr/>
            <p:nvPr/>
          </p:nvSpPr>
          <p:spPr>
            <a:xfrm>
              <a:off x="3650939" y="3931269"/>
              <a:ext cx="39551" cy="33833"/>
            </a:xfrm>
            <a:custGeom>
              <a:rect b="b" l="l" r="r" t="t"/>
              <a:pathLst>
                <a:path extrusionOk="0" h="1290" w="1508">
                  <a:moveTo>
                    <a:pt x="859" y="0"/>
                  </a:moveTo>
                  <a:cubicBezTo>
                    <a:pt x="700" y="0"/>
                    <a:pt x="538" y="60"/>
                    <a:pt x="405" y="192"/>
                  </a:cubicBezTo>
                  <a:cubicBezTo>
                    <a:pt x="1" y="596"/>
                    <a:pt x="290" y="1289"/>
                    <a:pt x="862" y="1289"/>
                  </a:cubicBezTo>
                  <a:cubicBezTo>
                    <a:pt x="1218" y="1289"/>
                    <a:pt x="1507" y="1001"/>
                    <a:pt x="1507" y="645"/>
                  </a:cubicBezTo>
                  <a:cubicBezTo>
                    <a:pt x="1507" y="258"/>
                    <a:pt x="1191" y="0"/>
                    <a:pt x="85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87"/>
            <p:cNvSpPr/>
            <p:nvPr/>
          </p:nvSpPr>
          <p:spPr>
            <a:xfrm>
              <a:off x="3551248" y="3971764"/>
              <a:ext cx="135072" cy="185796"/>
            </a:xfrm>
            <a:custGeom>
              <a:rect b="b" l="l" r="r" t="t"/>
              <a:pathLst>
                <a:path extrusionOk="0" h="7084" w="5150">
                  <a:moveTo>
                    <a:pt x="689" y="0"/>
                  </a:moveTo>
                  <a:cubicBezTo>
                    <a:pt x="1" y="3118"/>
                    <a:pt x="1872" y="6232"/>
                    <a:pt x="4947" y="7083"/>
                  </a:cubicBezTo>
                  <a:lnTo>
                    <a:pt x="5149" y="6371"/>
                  </a:lnTo>
                  <a:cubicBezTo>
                    <a:pt x="3407" y="5274"/>
                    <a:pt x="2354" y="3359"/>
                    <a:pt x="2354" y="1300"/>
                  </a:cubicBezTo>
                  <a:cubicBezTo>
                    <a:pt x="2354" y="996"/>
                    <a:pt x="2373" y="693"/>
                    <a:pt x="2421" y="395"/>
                  </a:cubicBezTo>
                  <a:lnTo>
                    <a:pt x="689"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87"/>
            <p:cNvSpPr/>
            <p:nvPr/>
          </p:nvSpPr>
          <p:spPr>
            <a:xfrm>
              <a:off x="3527093" y="3810570"/>
              <a:ext cx="403300" cy="357927"/>
            </a:xfrm>
            <a:custGeom>
              <a:rect b="b" l="l" r="r" t="t"/>
              <a:pathLst>
                <a:path extrusionOk="0" h="13647" w="15377">
                  <a:moveTo>
                    <a:pt x="5576" y="4857"/>
                  </a:moveTo>
                  <a:cubicBezTo>
                    <a:pt x="5579" y="4857"/>
                    <a:pt x="5581" y="4857"/>
                    <a:pt x="5584" y="4857"/>
                  </a:cubicBezTo>
                  <a:cubicBezTo>
                    <a:pt x="5936" y="4857"/>
                    <a:pt x="6109" y="5280"/>
                    <a:pt x="5859" y="5526"/>
                  </a:cubicBezTo>
                  <a:cubicBezTo>
                    <a:pt x="5779" y="5605"/>
                    <a:pt x="5681" y="5641"/>
                    <a:pt x="5585" y="5641"/>
                  </a:cubicBezTo>
                  <a:cubicBezTo>
                    <a:pt x="5384" y="5641"/>
                    <a:pt x="5190" y="5484"/>
                    <a:pt x="5190" y="5247"/>
                  </a:cubicBezTo>
                  <a:cubicBezTo>
                    <a:pt x="5190" y="5033"/>
                    <a:pt x="5363" y="4857"/>
                    <a:pt x="5576" y="4857"/>
                  </a:cubicBezTo>
                  <a:close/>
                  <a:moveTo>
                    <a:pt x="7206" y="1720"/>
                  </a:moveTo>
                  <a:lnTo>
                    <a:pt x="7211" y="2422"/>
                  </a:lnTo>
                  <a:lnTo>
                    <a:pt x="7220" y="4934"/>
                  </a:lnTo>
                  <a:lnTo>
                    <a:pt x="7230" y="7152"/>
                  </a:lnTo>
                  <a:lnTo>
                    <a:pt x="1932" y="5973"/>
                  </a:lnTo>
                  <a:cubicBezTo>
                    <a:pt x="2293" y="4636"/>
                    <a:pt x="3121" y="3476"/>
                    <a:pt x="4271" y="2701"/>
                  </a:cubicBezTo>
                  <a:lnTo>
                    <a:pt x="5233" y="4462"/>
                  </a:lnTo>
                  <a:cubicBezTo>
                    <a:pt x="4843" y="4636"/>
                    <a:pt x="4636" y="5073"/>
                    <a:pt x="4757" y="5482"/>
                  </a:cubicBezTo>
                  <a:cubicBezTo>
                    <a:pt x="4862" y="5856"/>
                    <a:pt x="5205" y="6110"/>
                    <a:pt x="5587" y="6110"/>
                  </a:cubicBezTo>
                  <a:cubicBezTo>
                    <a:pt x="5623" y="6110"/>
                    <a:pt x="5659" y="6108"/>
                    <a:pt x="5695" y="6103"/>
                  </a:cubicBezTo>
                  <a:cubicBezTo>
                    <a:pt x="6118" y="6050"/>
                    <a:pt x="6441" y="5694"/>
                    <a:pt x="6450" y="5266"/>
                  </a:cubicBezTo>
                  <a:cubicBezTo>
                    <a:pt x="6460" y="4838"/>
                    <a:pt x="6152" y="4472"/>
                    <a:pt x="5733" y="4395"/>
                  </a:cubicBezTo>
                  <a:lnTo>
                    <a:pt x="4670" y="2451"/>
                  </a:lnTo>
                  <a:cubicBezTo>
                    <a:pt x="5445" y="2013"/>
                    <a:pt x="6316" y="1763"/>
                    <a:pt x="7206" y="1720"/>
                  </a:cubicBezTo>
                  <a:close/>
                  <a:moveTo>
                    <a:pt x="7692" y="5179"/>
                  </a:moveTo>
                  <a:cubicBezTo>
                    <a:pt x="9410" y="5352"/>
                    <a:pt x="10319" y="7296"/>
                    <a:pt x="9352" y="8725"/>
                  </a:cubicBezTo>
                  <a:lnTo>
                    <a:pt x="7701" y="7335"/>
                  </a:lnTo>
                  <a:lnTo>
                    <a:pt x="7692" y="5179"/>
                  </a:lnTo>
                  <a:close/>
                  <a:moveTo>
                    <a:pt x="7864" y="473"/>
                  </a:moveTo>
                  <a:cubicBezTo>
                    <a:pt x="7869" y="473"/>
                    <a:pt x="7874" y="473"/>
                    <a:pt x="7879" y="473"/>
                  </a:cubicBezTo>
                  <a:cubicBezTo>
                    <a:pt x="10439" y="623"/>
                    <a:pt x="12710" y="2162"/>
                    <a:pt x="13798" y="4486"/>
                  </a:cubicBezTo>
                  <a:cubicBezTo>
                    <a:pt x="14885" y="6806"/>
                    <a:pt x="14611" y="9539"/>
                    <a:pt x="13086" y="11598"/>
                  </a:cubicBezTo>
                  <a:cubicBezTo>
                    <a:pt x="13052" y="11646"/>
                    <a:pt x="12994" y="11675"/>
                    <a:pt x="12937" y="11675"/>
                  </a:cubicBezTo>
                  <a:cubicBezTo>
                    <a:pt x="12884" y="11675"/>
                    <a:pt x="12836" y="11661"/>
                    <a:pt x="12797" y="11627"/>
                  </a:cubicBezTo>
                  <a:lnTo>
                    <a:pt x="11637" y="10650"/>
                  </a:lnTo>
                  <a:cubicBezTo>
                    <a:pt x="12215" y="9904"/>
                    <a:pt x="12576" y="9014"/>
                    <a:pt x="12691" y="8081"/>
                  </a:cubicBezTo>
                  <a:cubicBezTo>
                    <a:pt x="12706" y="7936"/>
                    <a:pt x="12595" y="7816"/>
                    <a:pt x="12455" y="7816"/>
                  </a:cubicBezTo>
                  <a:cubicBezTo>
                    <a:pt x="12335" y="7816"/>
                    <a:pt x="12234" y="7903"/>
                    <a:pt x="12220" y="8018"/>
                  </a:cubicBezTo>
                  <a:cubicBezTo>
                    <a:pt x="12123" y="8827"/>
                    <a:pt x="11825" y="9592"/>
                    <a:pt x="11349" y="10251"/>
                  </a:cubicBezTo>
                  <a:cubicBezTo>
                    <a:pt x="11329" y="10275"/>
                    <a:pt x="11310" y="10304"/>
                    <a:pt x="11291" y="10328"/>
                  </a:cubicBezTo>
                  <a:lnTo>
                    <a:pt x="11277" y="10347"/>
                  </a:lnTo>
                  <a:lnTo>
                    <a:pt x="9713" y="9029"/>
                  </a:lnTo>
                  <a:cubicBezTo>
                    <a:pt x="10940" y="7292"/>
                    <a:pt x="9809" y="4881"/>
                    <a:pt x="7687" y="4708"/>
                  </a:cubicBezTo>
                  <a:lnTo>
                    <a:pt x="7677" y="2663"/>
                  </a:lnTo>
                  <a:cubicBezTo>
                    <a:pt x="7721" y="2663"/>
                    <a:pt x="7764" y="2668"/>
                    <a:pt x="7802" y="2672"/>
                  </a:cubicBezTo>
                  <a:lnTo>
                    <a:pt x="7831" y="2672"/>
                  </a:lnTo>
                  <a:cubicBezTo>
                    <a:pt x="7875" y="2672"/>
                    <a:pt x="7923" y="2677"/>
                    <a:pt x="7966" y="2682"/>
                  </a:cubicBezTo>
                  <a:cubicBezTo>
                    <a:pt x="10208" y="2923"/>
                    <a:pt x="11979" y="4688"/>
                    <a:pt x="12229" y="6926"/>
                  </a:cubicBezTo>
                  <a:cubicBezTo>
                    <a:pt x="12239" y="7046"/>
                    <a:pt x="12340" y="7138"/>
                    <a:pt x="12460" y="7138"/>
                  </a:cubicBezTo>
                  <a:cubicBezTo>
                    <a:pt x="12600" y="7138"/>
                    <a:pt x="12710" y="7013"/>
                    <a:pt x="12696" y="6873"/>
                  </a:cubicBezTo>
                  <a:cubicBezTo>
                    <a:pt x="12407" y="4289"/>
                    <a:pt x="10276" y="2297"/>
                    <a:pt x="7677" y="2191"/>
                  </a:cubicBezTo>
                  <a:lnTo>
                    <a:pt x="7673" y="680"/>
                  </a:lnTo>
                  <a:cubicBezTo>
                    <a:pt x="7668" y="627"/>
                    <a:pt x="7687" y="574"/>
                    <a:pt x="7721" y="536"/>
                  </a:cubicBezTo>
                  <a:cubicBezTo>
                    <a:pt x="7756" y="496"/>
                    <a:pt x="7807" y="473"/>
                    <a:pt x="7864" y="473"/>
                  </a:cubicBezTo>
                  <a:close/>
                  <a:moveTo>
                    <a:pt x="1826" y="6435"/>
                  </a:moveTo>
                  <a:lnTo>
                    <a:pt x="7177" y="7624"/>
                  </a:lnTo>
                  <a:lnTo>
                    <a:pt x="5709" y="12897"/>
                  </a:lnTo>
                  <a:cubicBezTo>
                    <a:pt x="3342" y="12132"/>
                    <a:pt x="1740" y="9928"/>
                    <a:pt x="1740" y="7446"/>
                  </a:cubicBezTo>
                  <a:lnTo>
                    <a:pt x="1735" y="7446"/>
                  </a:lnTo>
                  <a:cubicBezTo>
                    <a:pt x="1735" y="7109"/>
                    <a:pt x="1769" y="6767"/>
                    <a:pt x="1826" y="6435"/>
                  </a:cubicBezTo>
                  <a:close/>
                  <a:moveTo>
                    <a:pt x="7596" y="7864"/>
                  </a:moveTo>
                  <a:lnTo>
                    <a:pt x="9236" y="9245"/>
                  </a:lnTo>
                  <a:lnTo>
                    <a:pt x="11161" y="10862"/>
                  </a:lnTo>
                  <a:lnTo>
                    <a:pt x="11695" y="11314"/>
                  </a:lnTo>
                  <a:cubicBezTo>
                    <a:pt x="10613" y="12503"/>
                    <a:pt x="9078" y="13176"/>
                    <a:pt x="7470" y="13176"/>
                  </a:cubicBezTo>
                  <a:lnTo>
                    <a:pt x="7466" y="13176"/>
                  </a:lnTo>
                  <a:cubicBezTo>
                    <a:pt x="7028" y="13176"/>
                    <a:pt x="6590" y="13128"/>
                    <a:pt x="6162" y="13027"/>
                  </a:cubicBezTo>
                  <a:lnTo>
                    <a:pt x="7596" y="7864"/>
                  </a:lnTo>
                  <a:close/>
                  <a:moveTo>
                    <a:pt x="7866" y="1"/>
                  </a:moveTo>
                  <a:cubicBezTo>
                    <a:pt x="7495" y="1"/>
                    <a:pt x="7196" y="300"/>
                    <a:pt x="7201" y="675"/>
                  </a:cubicBezTo>
                  <a:lnTo>
                    <a:pt x="7201" y="1253"/>
                  </a:lnTo>
                  <a:cubicBezTo>
                    <a:pt x="6229" y="1291"/>
                    <a:pt x="5281" y="1556"/>
                    <a:pt x="4439" y="2032"/>
                  </a:cubicBezTo>
                  <a:lnTo>
                    <a:pt x="3905" y="1056"/>
                  </a:lnTo>
                  <a:cubicBezTo>
                    <a:pt x="3862" y="979"/>
                    <a:pt x="3785" y="935"/>
                    <a:pt x="3698" y="935"/>
                  </a:cubicBezTo>
                  <a:lnTo>
                    <a:pt x="479" y="935"/>
                  </a:lnTo>
                  <a:lnTo>
                    <a:pt x="479" y="541"/>
                  </a:lnTo>
                  <a:cubicBezTo>
                    <a:pt x="486" y="375"/>
                    <a:pt x="365" y="292"/>
                    <a:pt x="243" y="292"/>
                  </a:cubicBezTo>
                  <a:cubicBezTo>
                    <a:pt x="122" y="292"/>
                    <a:pt x="0" y="375"/>
                    <a:pt x="7" y="541"/>
                  </a:cubicBezTo>
                  <a:lnTo>
                    <a:pt x="7" y="1797"/>
                  </a:lnTo>
                  <a:cubicBezTo>
                    <a:pt x="15" y="1946"/>
                    <a:pt x="129" y="2020"/>
                    <a:pt x="243" y="2020"/>
                  </a:cubicBezTo>
                  <a:cubicBezTo>
                    <a:pt x="358" y="2020"/>
                    <a:pt x="472" y="1946"/>
                    <a:pt x="479" y="1797"/>
                  </a:cubicBezTo>
                  <a:lnTo>
                    <a:pt x="479" y="1407"/>
                  </a:lnTo>
                  <a:lnTo>
                    <a:pt x="3559" y="1407"/>
                  </a:lnTo>
                  <a:lnTo>
                    <a:pt x="4035" y="2283"/>
                  </a:lnTo>
                  <a:cubicBezTo>
                    <a:pt x="3684" y="2514"/>
                    <a:pt x="3356" y="2788"/>
                    <a:pt x="3058" y="3086"/>
                  </a:cubicBezTo>
                  <a:cubicBezTo>
                    <a:pt x="614" y="5559"/>
                    <a:pt x="681" y="9553"/>
                    <a:pt x="3202" y="11945"/>
                  </a:cubicBezTo>
                  <a:cubicBezTo>
                    <a:pt x="4403" y="13083"/>
                    <a:pt x="5937" y="13646"/>
                    <a:pt x="7466" y="13646"/>
                  </a:cubicBezTo>
                  <a:cubicBezTo>
                    <a:pt x="9149" y="13646"/>
                    <a:pt x="10826" y="12965"/>
                    <a:pt x="12051" y="11622"/>
                  </a:cubicBezTo>
                  <a:lnTo>
                    <a:pt x="12494" y="11993"/>
                  </a:lnTo>
                  <a:cubicBezTo>
                    <a:pt x="12619" y="12100"/>
                    <a:pt x="12773" y="12151"/>
                    <a:pt x="12925" y="12151"/>
                  </a:cubicBezTo>
                  <a:cubicBezTo>
                    <a:pt x="13129" y="12151"/>
                    <a:pt x="13332" y="12058"/>
                    <a:pt x="13461" y="11882"/>
                  </a:cubicBezTo>
                  <a:cubicBezTo>
                    <a:pt x="15087" y="9678"/>
                    <a:pt x="15376" y="6762"/>
                    <a:pt x="14217" y="4284"/>
                  </a:cubicBezTo>
                  <a:cubicBezTo>
                    <a:pt x="13057" y="1811"/>
                    <a:pt x="10637" y="165"/>
                    <a:pt x="7904" y="2"/>
                  </a:cubicBezTo>
                  <a:lnTo>
                    <a:pt x="7908" y="2"/>
                  </a:lnTo>
                  <a:cubicBezTo>
                    <a:pt x="7894" y="1"/>
                    <a:pt x="7880" y="1"/>
                    <a:pt x="78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9" name="Google Shape;14869;p87"/>
          <p:cNvGrpSpPr/>
          <p:nvPr/>
        </p:nvGrpSpPr>
        <p:grpSpPr>
          <a:xfrm>
            <a:off x="4038634" y="3823107"/>
            <a:ext cx="292935" cy="352734"/>
            <a:chOff x="4038634" y="3823107"/>
            <a:chExt cx="292935" cy="352734"/>
          </a:xfrm>
        </p:grpSpPr>
        <p:sp>
          <p:nvSpPr>
            <p:cNvPr id="14870" name="Google Shape;14870;p87"/>
            <p:cNvSpPr/>
            <p:nvPr/>
          </p:nvSpPr>
          <p:spPr>
            <a:xfrm>
              <a:off x="4173915" y="4023117"/>
              <a:ext cx="22503" cy="101868"/>
            </a:xfrm>
            <a:custGeom>
              <a:rect b="b" l="l" r="r" t="t"/>
              <a:pathLst>
                <a:path extrusionOk="0" h="3884" w="858">
                  <a:moveTo>
                    <a:pt x="1" y="1"/>
                  </a:moveTo>
                  <a:lnTo>
                    <a:pt x="1" y="3884"/>
                  </a:lnTo>
                  <a:lnTo>
                    <a:pt x="857" y="3884"/>
                  </a:lnTo>
                  <a:lnTo>
                    <a:pt x="857" y="1"/>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87"/>
            <p:cNvSpPr/>
            <p:nvPr/>
          </p:nvSpPr>
          <p:spPr>
            <a:xfrm>
              <a:off x="4102629" y="3839630"/>
              <a:ext cx="164971" cy="201558"/>
            </a:xfrm>
            <a:custGeom>
              <a:rect b="b" l="l" r="r" t="t"/>
              <a:pathLst>
                <a:path extrusionOk="0" h="7685" w="6290">
                  <a:moveTo>
                    <a:pt x="0" y="1"/>
                  </a:moveTo>
                  <a:lnTo>
                    <a:pt x="0" y="2522"/>
                  </a:lnTo>
                  <a:cubicBezTo>
                    <a:pt x="0" y="4312"/>
                    <a:pt x="852" y="5996"/>
                    <a:pt x="2291" y="7055"/>
                  </a:cubicBezTo>
                  <a:lnTo>
                    <a:pt x="3147" y="7685"/>
                  </a:lnTo>
                  <a:lnTo>
                    <a:pt x="3999" y="7055"/>
                  </a:lnTo>
                  <a:cubicBezTo>
                    <a:pt x="5442" y="5996"/>
                    <a:pt x="6289" y="4312"/>
                    <a:pt x="6289" y="2522"/>
                  </a:cubicBezTo>
                  <a:lnTo>
                    <a:pt x="6289" y="1"/>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87"/>
            <p:cNvSpPr/>
            <p:nvPr/>
          </p:nvSpPr>
          <p:spPr>
            <a:xfrm>
              <a:off x="4169509" y="3839630"/>
              <a:ext cx="98091" cy="201558"/>
            </a:xfrm>
            <a:custGeom>
              <a:rect b="b" l="l" r="r" t="t"/>
              <a:pathLst>
                <a:path extrusionOk="0" h="7685" w="3740">
                  <a:moveTo>
                    <a:pt x="2551" y="1"/>
                  </a:moveTo>
                  <a:lnTo>
                    <a:pt x="2551" y="2522"/>
                  </a:lnTo>
                  <a:cubicBezTo>
                    <a:pt x="2551" y="4312"/>
                    <a:pt x="1699" y="5996"/>
                    <a:pt x="260" y="7055"/>
                  </a:cubicBezTo>
                  <a:lnTo>
                    <a:pt x="0" y="7247"/>
                  </a:lnTo>
                  <a:lnTo>
                    <a:pt x="597" y="7685"/>
                  </a:lnTo>
                  <a:lnTo>
                    <a:pt x="1449" y="7055"/>
                  </a:lnTo>
                  <a:cubicBezTo>
                    <a:pt x="2887" y="5996"/>
                    <a:pt x="3739" y="4312"/>
                    <a:pt x="3739" y="2522"/>
                  </a:cubicBezTo>
                  <a:lnTo>
                    <a:pt x="3739"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87"/>
            <p:cNvSpPr/>
            <p:nvPr/>
          </p:nvSpPr>
          <p:spPr>
            <a:xfrm>
              <a:off x="4091902" y="3828142"/>
              <a:ext cx="186530" cy="22870"/>
            </a:xfrm>
            <a:custGeom>
              <a:rect b="b" l="l" r="r" t="t"/>
              <a:pathLst>
                <a:path extrusionOk="0" h="872" w="7112">
                  <a:moveTo>
                    <a:pt x="178" y="1"/>
                  </a:moveTo>
                  <a:cubicBezTo>
                    <a:pt x="82" y="1"/>
                    <a:pt x="0" y="82"/>
                    <a:pt x="0" y="184"/>
                  </a:cubicBezTo>
                  <a:lnTo>
                    <a:pt x="0" y="689"/>
                  </a:lnTo>
                  <a:cubicBezTo>
                    <a:pt x="0" y="790"/>
                    <a:pt x="82" y="872"/>
                    <a:pt x="178" y="872"/>
                  </a:cubicBezTo>
                  <a:lnTo>
                    <a:pt x="6934" y="872"/>
                  </a:lnTo>
                  <a:cubicBezTo>
                    <a:pt x="7030" y="872"/>
                    <a:pt x="7112" y="790"/>
                    <a:pt x="7112" y="689"/>
                  </a:cubicBezTo>
                  <a:lnTo>
                    <a:pt x="7112" y="184"/>
                  </a:lnTo>
                  <a:cubicBezTo>
                    <a:pt x="7112" y="82"/>
                    <a:pt x="7030" y="1"/>
                    <a:pt x="6934"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87"/>
            <p:cNvSpPr/>
            <p:nvPr/>
          </p:nvSpPr>
          <p:spPr>
            <a:xfrm>
              <a:off x="4247378" y="3828273"/>
              <a:ext cx="31053" cy="22739"/>
            </a:xfrm>
            <a:custGeom>
              <a:rect b="b" l="l" r="r" t="t"/>
              <a:pathLst>
                <a:path extrusionOk="0" h="867" w="1184">
                  <a:moveTo>
                    <a:pt x="0" y="0"/>
                  </a:moveTo>
                  <a:lnTo>
                    <a:pt x="0" y="867"/>
                  </a:lnTo>
                  <a:lnTo>
                    <a:pt x="1006" y="867"/>
                  </a:lnTo>
                  <a:cubicBezTo>
                    <a:pt x="1102" y="867"/>
                    <a:pt x="1184" y="785"/>
                    <a:pt x="1184" y="684"/>
                  </a:cubicBezTo>
                  <a:lnTo>
                    <a:pt x="1184" y="179"/>
                  </a:lnTo>
                  <a:cubicBezTo>
                    <a:pt x="1179" y="77"/>
                    <a:pt x="1102" y="0"/>
                    <a:pt x="100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87"/>
            <p:cNvSpPr/>
            <p:nvPr/>
          </p:nvSpPr>
          <p:spPr>
            <a:xfrm>
              <a:off x="4144383" y="3889279"/>
              <a:ext cx="81568" cy="77188"/>
            </a:xfrm>
            <a:custGeom>
              <a:rect b="b" l="l" r="r" t="t"/>
              <a:pathLst>
                <a:path extrusionOk="0" h="2943" w="3110">
                  <a:moveTo>
                    <a:pt x="1555" y="1"/>
                  </a:moveTo>
                  <a:cubicBezTo>
                    <a:pt x="1542" y="1"/>
                    <a:pt x="1529" y="8"/>
                    <a:pt x="1521" y="23"/>
                  </a:cubicBezTo>
                  <a:lnTo>
                    <a:pt x="1074" y="927"/>
                  </a:lnTo>
                  <a:cubicBezTo>
                    <a:pt x="1069" y="942"/>
                    <a:pt x="1059" y="946"/>
                    <a:pt x="1045" y="951"/>
                  </a:cubicBezTo>
                  <a:lnTo>
                    <a:pt x="44" y="1096"/>
                  </a:lnTo>
                  <a:cubicBezTo>
                    <a:pt x="11" y="1100"/>
                    <a:pt x="1" y="1139"/>
                    <a:pt x="25" y="1163"/>
                  </a:cubicBezTo>
                  <a:lnTo>
                    <a:pt x="747" y="1865"/>
                  </a:lnTo>
                  <a:cubicBezTo>
                    <a:pt x="756" y="1875"/>
                    <a:pt x="761" y="1890"/>
                    <a:pt x="756" y="1899"/>
                  </a:cubicBezTo>
                  <a:lnTo>
                    <a:pt x="588" y="2895"/>
                  </a:lnTo>
                  <a:cubicBezTo>
                    <a:pt x="580" y="2922"/>
                    <a:pt x="600" y="2943"/>
                    <a:pt x="623" y="2943"/>
                  </a:cubicBezTo>
                  <a:cubicBezTo>
                    <a:pt x="629" y="2943"/>
                    <a:pt x="635" y="2941"/>
                    <a:pt x="641" y="2939"/>
                  </a:cubicBezTo>
                  <a:lnTo>
                    <a:pt x="1536" y="2467"/>
                  </a:lnTo>
                  <a:cubicBezTo>
                    <a:pt x="1543" y="2465"/>
                    <a:pt x="1549" y="2463"/>
                    <a:pt x="1555" y="2463"/>
                  </a:cubicBezTo>
                  <a:cubicBezTo>
                    <a:pt x="1561" y="2463"/>
                    <a:pt x="1567" y="2465"/>
                    <a:pt x="1574" y="2467"/>
                  </a:cubicBezTo>
                  <a:lnTo>
                    <a:pt x="2469" y="2939"/>
                  </a:lnTo>
                  <a:cubicBezTo>
                    <a:pt x="2475" y="2941"/>
                    <a:pt x="2481" y="2943"/>
                    <a:pt x="2487" y="2943"/>
                  </a:cubicBezTo>
                  <a:cubicBezTo>
                    <a:pt x="2510" y="2943"/>
                    <a:pt x="2531" y="2922"/>
                    <a:pt x="2527" y="2895"/>
                  </a:cubicBezTo>
                  <a:lnTo>
                    <a:pt x="2354" y="1899"/>
                  </a:lnTo>
                  <a:cubicBezTo>
                    <a:pt x="2354" y="1890"/>
                    <a:pt x="2354" y="1875"/>
                    <a:pt x="2363" y="1865"/>
                  </a:cubicBezTo>
                  <a:lnTo>
                    <a:pt x="3085" y="1163"/>
                  </a:lnTo>
                  <a:cubicBezTo>
                    <a:pt x="3109" y="1139"/>
                    <a:pt x="3100" y="1100"/>
                    <a:pt x="3066" y="1096"/>
                  </a:cubicBezTo>
                  <a:lnTo>
                    <a:pt x="2065" y="951"/>
                  </a:lnTo>
                  <a:cubicBezTo>
                    <a:pt x="2055" y="946"/>
                    <a:pt x="2041" y="942"/>
                    <a:pt x="2036" y="927"/>
                  </a:cubicBezTo>
                  <a:lnTo>
                    <a:pt x="1589" y="23"/>
                  </a:lnTo>
                  <a:cubicBezTo>
                    <a:pt x="1582" y="8"/>
                    <a:pt x="1568" y="1"/>
                    <a:pt x="15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87"/>
            <p:cNvSpPr/>
            <p:nvPr/>
          </p:nvSpPr>
          <p:spPr>
            <a:xfrm>
              <a:off x="4163818" y="4028048"/>
              <a:ext cx="42698" cy="21087"/>
            </a:xfrm>
            <a:custGeom>
              <a:rect b="b" l="l" r="r" t="t"/>
              <a:pathLst>
                <a:path extrusionOk="0" h="804" w="1628">
                  <a:moveTo>
                    <a:pt x="328" y="0"/>
                  </a:moveTo>
                  <a:cubicBezTo>
                    <a:pt x="145" y="0"/>
                    <a:pt x="1" y="150"/>
                    <a:pt x="1" y="332"/>
                  </a:cubicBezTo>
                  <a:lnTo>
                    <a:pt x="1" y="472"/>
                  </a:lnTo>
                  <a:cubicBezTo>
                    <a:pt x="1" y="655"/>
                    <a:pt x="145" y="804"/>
                    <a:pt x="328" y="804"/>
                  </a:cubicBezTo>
                  <a:lnTo>
                    <a:pt x="1300" y="804"/>
                  </a:lnTo>
                  <a:cubicBezTo>
                    <a:pt x="1483" y="804"/>
                    <a:pt x="1627" y="655"/>
                    <a:pt x="1627" y="472"/>
                  </a:cubicBezTo>
                  <a:lnTo>
                    <a:pt x="1627" y="332"/>
                  </a:lnTo>
                  <a:cubicBezTo>
                    <a:pt x="1627" y="150"/>
                    <a:pt x="1483" y="0"/>
                    <a:pt x="1300"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87"/>
            <p:cNvSpPr/>
            <p:nvPr/>
          </p:nvSpPr>
          <p:spPr>
            <a:xfrm>
              <a:off x="4141367" y="4109826"/>
              <a:ext cx="87600" cy="30319"/>
            </a:xfrm>
            <a:custGeom>
              <a:rect b="b" l="l" r="r" t="t"/>
              <a:pathLst>
                <a:path extrusionOk="0" h="1156" w="3340">
                  <a:moveTo>
                    <a:pt x="443" y="0"/>
                  </a:moveTo>
                  <a:cubicBezTo>
                    <a:pt x="198" y="0"/>
                    <a:pt x="0" y="198"/>
                    <a:pt x="0" y="443"/>
                  </a:cubicBezTo>
                  <a:lnTo>
                    <a:pt x="0" y="1155"/>
                  </a:lnTo>
                  <a:lnTo>
                    <a:pt x="3340" y="1155"/>
                  </a:lnTo>
                  <a:lnTo>
                    <a:pt x="3340" y="443"/>
                  </a:lnTo>
                  <a:cubicBezTo>
                    <a:pt x="3340" y="198"/>
                    <a:pt x="3142" y="0"/>
                    <a:pt x="2897"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87"/>
            <p:cNvSpPr/>
            <p:nvPr/>
          </p:nvSpPr>
          <p:spPr>
            <a:xfrm>
              <a:off x="4198018" y="4109826"/>
              <a:ext cx="30948" cy="30319"/>
            </a:xfrm>
            <a:custGeom>
              <a:rect b="b" l="l" r="r" t="t"/>
              <a:pathLst>
                <a:path extrusionOk="0" h="1156" w="1180">
                  <a:moveTo>
                    <a:pt x="1" y="0"/>
                  </a:moveTo>
                  <a:lnTo>
                    <a:pt x="1" y="1155"/>
                  </a:lnTo>
                  <a:lnTo>
                    <a:pt x="1180" y="1155"/>
                  </a:lnTo>
                  <a:lnTo>
                    <a:pt x="1180" y="443"/>
                  </a:lnTo>
                  <a:cubicBezTo>
                    <a:pt x="1180" y="203"/>
                    <a:pt x="978" y="0"/>
                    <a:pt x="73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87"/>
            <p:cNvSpPr/>
            <p:nvPr/>
          </p:nvSpPr>
          <p:spPr>
            <a:xfrm>
              <a:off x="4109815" y="4132670"/>
              <a:ext cx="150703" cy="38004"/>
            </a:xfrm>
            <a:custGeom>
              <a:rect b="b" l="l" r="r" t="t"/>
              <a:pathLst>
                <a:path extrusionOk="0" h="1449" w="5746">
                  <a:moveTo>
                    <a:pt x="458" y="0"/>
                  </a:moveTo>
                  <a:cubicBezTo>
                    <a:pt x="342" y="0"/>
                    <a:pt x="241" y="82"/>
                    <a:pt x="217" y="198"/>
                  </a:cubicBezTo>
                  <a:lnTo>
                    <a:pt x="34" y="1150"/>
                  </a:lnTo>
                  <a:cubicBezTo>
                    <a:pt x="0" y="1304"/>
                    <a:pt x="116" y="1444"/>
                    <a:pt x="275" y="1449"/>
                  </a:cubicBezTo>
                  <a:lnTo>
                    <a:pt x="5471" y="1449"/>
                  </a:lnTo>
                  <a:cubicBezTo>
                    <a:pt x="5625" y="1444"/>
                    <a:pt x="5746" y="1304"/>
                    <a:pt x="5712" y="1150"/>
                  </a:cubicBezTo>
                  <a:lnTo>
                    <a:pt x="5529" y="198"/>
                  </a:lnTo>
                  <a:cubicBezTo>
                    <a:pt x="5505" y="82"/>
                    <a:pt x="5404" y="0"/>
                    <a:pt x="52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87"/>
            <p:cNvSpPr/>
            <p:nvPr/>
          </p:nvSpPr>
          <p:spPr>
            <a:xfrm>
              <a:off x="4222515" y="4132670"/>
              <a:ext cx="38004" cy="37873"/>
            </a:xfrm>
            <a:custGeom>
              <a:rect b="b" l="l" r="r" t="t"/>
              <a:pathLst>
                <a:path extrusionOk="0" h="1444" w="1449">
                  <a:moveTo>
                    <a:pt x="0" y="0"/>
                  </a:moveTo>
                  <a:lnTo>
                    <a:pt x="279" y="1444"/>
                  </a:lnTo>
                  <a:lnTo>
                    <a:pt x="1174" y="1444"/>
                  </a:lnTo>
                  <a:cubicBezTo>
                    <a:pt x="1333" y="1444"/>
                    <a:pt x="1449" y="1304"/>
                    <a:pt x="1420" y="1150"/>
                  </a:cubicBezTo>
                  <a:lnTo>
                    <a:pt x="1232" y="198"/>
                  </a:lnTo>
                  <a:cubicBezTo>
                    <a:pt x="1208" y="82"/>
                    <a:pt x="1107" y="0"/>
                    <a:pt x="992"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87"/>
            <p:cNvSpPr/>
            <p:nvPr/>
          </p:nvSpPr>
          <p:spPr>
            <a:xfrm>
              <a:off x="4038634" y="3823107"/>
              <a:ext cx="292935" cy="352734"/>
            </a:xfrm>
            <a:custGeom>
              <a:rect b="b" l="l" r="r" t="t"/>
              <a:pathLst>
                <a:path extrusionOk="0" h="13449" w="11169">
                  <a:moveTo>
                    <a:pt x="592" y="1299"/>
                  </a:moveTo>
                  <a:cubicBezTo>
                    <a:pt x="905" y="1299"/>
                    <a:pt x="1199" y="1453"/>
                    <a:pt x="1377" y="1713"/>
                  </a:cubicBezTo>
                  <a:lnTo>
                    <a:pt x="1531" y="1935"/>
                  </a:lnTo>
                  <a:cubicBezTo>
                    <a:pt x="1690" y="2165"/>
                    <a:pt x="1954" y="2305"/>
                    <a:pt x="2233" y="2305"/>
                  </a:cubicBezTo>
                  <a:lnTo>
                    <a:pt x="2243" y="2305"/>
                  </a:lnTo>
                  <a:lnTo>
                    <a:pt x="2243" y="3152"/>
                  </a:lnTo>
                  <a:cubicBezTo>
                    <a:pt x="2243" y="3749"/>
                    <a:pt x="2339" y="4345"/>
                    <a:pt x="2522" y="4913"/>
                  </a:cubicBezTo>
                  <a:cubicBezTo>
                    <a:pt x="2344" y="4826"/>
                    <a:pt x="2161" y="4745"/>
                    <a:pt x="1978" y="4672"/>
                  </a:cubicBezTo>
                  <a:lnTo>
                    <a:pt x="1973" y="4672"/>
                  </a:lnTo>
                  <a:cubicBezTo>
                    <a:pt x="1589" y="4514"/>
                    <a:pt x="1184" y="4350"/>
                    <a:pt x="891" y="4023"/>
                  </a:cubicBezTo>
                  <a:cubicBezTo>
                    <a:pt x="559" y="3652"/>
                    <a:pt x="395" y="3094"/>
                    <a:pt x="395" y="2324"/>
                  </a:cubicBezTo>
                  <a:lnTo>
                    <a:pt x="395" y="1501"/>
                  </a:lnTo>
                  <a:cubicBezTo>
                    <a:pt x="395" y="1391"/>
                    <a:pt x="482" y="1299"/>
                    <a:pt x="592" y="1299"/>
                  </a:cubicBezTo>
                  <a:close/>
                  <a:moveTo>
                    <a:pt x="10577" y="1299"/>
                  </a:moveTo>
                  <a:cubicBezTo>
                    <a:pt x="10688" y="1299"/>
                    <a:pt x="10779" y="1391"/>
                    <a:pt x="10779" y="1501"/>
                  </a:cubicBezTo>
                  <a:lnTo>
                    <a:pt x="10779" y="2324"/>
                  </a:lnTo>
                  <a:lnTo>
                    <a:pt x="10774" y="2324"/>
                  </a:lnTo>
                  <a:cubicBezTo>
                    <a:pt x="10774" y="3094"/>
                    <a:pt x="10611" y="3652"/>
                    <a:pt x="10279" y="4023"/>
                  </a:cubicBezTo>
                  <a:cubicBezTo>
                    <a:pt x="9985" y="4350"/>
                    <a:pt x="9581" y="4514"/>
                    <a:pt x="9196" y="4672"/>
                  </a:cubicBezTo>
                  <a:cubicBezTo>
                    <a:pt x="9008" y="4745"/>
                    <a:pt x="8830" y="4826"/>
                    <a:pt x="8652" y="4918"/>
                  </a:cubicBezTo>
                  <a:cubicBezTo>
                    <a:pt x="8835" y="4345"/>
                    <a:pt x="8931" y="3749"/>
                    <a:pt x="8931" y="3152"/>
                  </a:cubicBezTo>
                  <a:lnTo>
                    <a:pt x="8931" y="2305"/>
                  </a:lnTo>
                  <a:lnTo>
                    <a:pt x="8936" y="2305"/>
                  </a:lnTo>
                  <a:cubicBezTo>
                    <a:pt x="9220" y="2305"/>
                    <a:pt x="9485" y="2165"/>
                    <a:pt x="9643" y="1935"/>
                  </a:cubicBezTo>
                  <a:lnTo>
                    <a:pt x="9797" y="1713"/>
                  </a:lnTo>
                  <a:cubicBezTo>
                    <a:pt x="9975" y="1453"/>
                    <a:pt x="10264" y="1299"/>
                    <a:pt x="10577" y="1299"/>
                  </a:cubicBezTo>
                  <a:close/>
                  <a:moveTo>
                    <a:pt x="8941" y="395"/>
                  </a:moveTo>
                  <a:lnTo>
                    <a:pt x="8941" y="866"/>
                  </a:lnTo>
                  <a:lnTo>
                    <a:pt x="7252" y="866"/>
                  </a:lnTo>
                  <a:cubicBezTo>
                    <a:pt x="7247" y="866"/>
                    <a:pt x="7243" y="866"/>
                    <a:pt x="7238" y="866"/>
                  </a:cubicBezTo>
                  <a:cubicBezTo>
                    <a:pt x="6977" y="866"/>
                    <a:pt x="6977" y="1261"/>
                    <a:pt x="7238" y="1261"/>
                  </a:cubicBezTo>
                  <a:cubicBezTo>
                    <a:pt x="7243" y="1261"/>
                    <a:pt x="7247" y="1261"/>
                    <a:pt x="7252" y="1261"/>
                  </a:cubicBezTo>
                  <a:lnTo>
                    <a:pt x="8532" y="1261"/>
                  </a:lnTo>
                  <a:lnTo>
                    <a:pt x="8532" y="3152"/>
                  </a:lnTo>
                  <a:cubicBezTo>
                    <a:pt x="8527" y="4879"/>
                    <a:pt x="7709" y="6501"/>
                    <a:pt x="6323" y="7526"/>
                  </a:cubicBezTo>
                  <a:lnTo>
                    <a:pt x="6184" y="7632"/>
                  </a:lnTo>
                  <a:cubicBezTo>
                    <a:pt x="6145" y="7622"/>
                    <a:pt x="6107" y="7617"/>
                    <a:pt x="6068" y="7617"/>
                  </a:cubicBezTo>
                  <a:lnTo>
                    <a:pt x="5101" y="7617"/>
                  </a:lnTo>
                  <a:cubicBezTo>
                    <a:pt x="5063" y="7617"/>
                    <a:pt x="5024" y="7622"/>
                    <a:pt x="4990" y="7632"/>
                  </a:cubicBezTo>
                  <a:lnTo>
                    <a:pt x="4846" y="7526"/>
                  </a:lnTo>
                  <a:cubicBezTo>
                    <a:pt x="3460" y="6501"/>
                    <a:pt x="2642" y="4879"/>
                    <a:pt x="2637" y="3152"/>
                  </a:cubicBezTo>
                  <a:lnTo>
                    <a:pt x="2637" y="1261"/>
                  </a:lnTo>
                  <a:lnTo>
                    <a:pt x="6338" y="1261"/>
                  </a:lnTo>
                  <a:cubicBezTo>
                    <a:pt x="6342" y="1261"/>
                    <a:pt x="6347" y="1261"/>
                    <a:pt x="6352" y="1261"/>
                  </a:cubicBezTo>
                  <a:cubicBezTo>
                    <a:pt x="6612" y="1261"/>
                    <a:pt x="6612" y="866"/>
                    <a:pt x="6352" y="866"/>
                  </a:cubicBezTo>
                  <a:cubicBezTo>
                    <a:pt x="6347" y="866"/>
                    <a:pt x="6342" y="866"/>
                    <a:pt x="6338" y="866"/>
                  </a:cubicBezTo>
                  <a:lnTo>
                    <a:pt x="2228" y="866"/>
                  </a:lnTo>
                  <a:lnTo>
                    <a:pt x="2228" y="395"/>
                  </a:lnTo>
                  <a:close/>
                  <a:moveTo>
                    <a:pt x="6068" y="8012"/>
                  </a:moveTo>
                  <a:cubicBezTo>
                    <a:pt x="6145" y="8012"/>
                    <a:pt x="6203" y="8069"/>
                    <a:pt x="6203" y="8146"/>
                  </a:cubicBezTo>
                  <a:lnTo>
                    <a:pt x="6203" y="8286"/>
                  </a:lnTo>
                  <a:cubicBezTo>
                    <a:pt x="6203" y="8358"/>
                    <a:pt x="6145" y="8421"/>
                    <a:pt x="6068" y="8421"/>
                  </a:cubicBezTo>
                  <a:lnTo>
                    <a:pt x="5101" y="8421"/>
                  </a:lnTo>
                  <a:cubicBezTo>
                    <a:pt x="5029" y="8421"/>
                    <a:pt x="4966" y="8358"/>
                    <a:pt x="4966" y="8286"/>
                  </a:cubicBezTo>
                  <a:lnTo>
                    <a:pt x="4966" y="8146"/>
                  </a:lnTo>
                  <a:cubicBezTo>
                    <a:pt x="4966" y="8069"/>
                    <a:pt x="5029" y="8012"/>
                    <a:pt x="5101" y="8012"/>
                  </a:cubicBezTo>
                  <a:close/>
                  <a:moveTo>
                    <a:pt x="5818" y="8815"/>
                  </a:moveTo>
                  <a:lnTo>
                    <a:pt x="5818" y="10740"/>
                  </a:lnTo>
                  <a:lnTo>
                    <a:pt x="5356" y="10740"/>
                  </a:lnTo>
                  <a:lnTo>
                    <a:pt x="5356" y="8815"/>
                  </a:lnTo>
                  <a:close/>
                  <a:moveTo>
                    <a:pt x="6809" y="11130"/>
                  </a:moveTo>
                  <a:cubicBezTo>
                    <a:pt x="6944" y="11130"/>
                    <a:pt x="7055" y="11240"/>
                    <a:pt x="7055" y="11375"/>
                  </a:cubicBezTo>
                  <a:lnTo>
                    <a:pt x="7055" y="11606"/>
                  </a:lnTo>
                  <a:lnTo>
                    <a:pt x="5303" y="11606"/>
                  </a:lnTo>
                  <a:cubicBezTo>
                    <a:pt x="5299" y="11606"/>
                    <a:pt x="5294" y="11606"/>
                    <a:pt x="5290" y="11606"/>
                  </a:cubicBezTo>
                  <a:cubicBezTo>
                    <a:pt x="5033" y="11606"/>
                    <a:pt x="5033" y="12001"/>
                    <a:pt x="5290" y="12001"/>
                  </a:cubicBezTo>
                  <a:cubicBezTo>
                    <a:pt x="5294" y="12001"/>
                    <a:pt x="5299" y="12001"/>
                    <a:pt x="5303" y="12001"/>
                  </a:cubicBezTo>
                  <a:lnTo>
                    <a:pt x="7998" y="12001"/>
                  </a:lnTo>
                  <a:cubicBezTo>
                    <a:pt x="8022" y="12001"/>
                    <a:pt x="8041" y="12015"/>
                    <a:pt x="8046" y="12039"/>
                  </a:cubicBezTo>
                  <a:lnTo>
                    <a:pt x="8234" y="12992"/>
                  </a:lnTo>
                  <a:cubicBezTo>
                    <a:pt x="8238" y="13026"/>
                    <a:pt x="8214" y="13054"/>
                    <a:pt x="8185" y="13054"/>
                  </a:cubicBezTo>
                  <a:lnTo>
                    <a:pt x="2984" y="13054"/>
                  </a:lnTo>
                  <a:cubicBezTo>
                    <a:pt x="2955" y="13054"/>
                    <a:pt x="2931" y="13026"/>
                    <a:pt x="2936" y="12992"/>
                  </a:cubicBezTo>
                  <a:lnTo>
                    <a:pt x="3123" y="12039"/>
                  </a:lnTo>
                  <a:cubicBezTo>
                    <a:pt x="3128" y="12015"/>
                    <a:pt x="3148" y="12001"/>
                    <a:pt x="3172" y="12001"/>
                  </a:cubicBezTo>
                  <a:lnTo>
                    <a:pt x="4389" y="12001"/>
                  </a:lnTo>
                  <a:cubicBezTo>
                    <a:pt x="4634" y="11986"/>
                    <a:pt x="4634" y="11621"/>
                    <a:pt x="4389" y="11606"/>
                  </a:cubicBezTo>
                  <a:lnTo>
                    <a:pt x="4115" y="11606"/>
                  </a:lnTo>
                  <a:lnTo>
                    <a:pt x="4115" y="11375"/>
                  </a:lnTo>
                  <a:cubicBezTo>
                    <a:pt x="4115" y="11240"/>
                    <a:pt x="4221" y="11130"/>
                    <a:pt x="4360" y="11130"/>
                  </a:cubicBezTo>
                  <a:close/>
                  <a:moveTo>
                    <a:pt x="2209" y="0"/>
                  </a:moveTo>
                  <a:cubicBezTo>
                    <a:pt x="2002" y="0"/>
                    <a:pt x="1834" y="169"/>
                    <a:pt x="1834" y="376"/>
                  </a:cubicBezTo>
                  <a:lnTo>
                    <a:pt x="1834" y="886"/>
                  </a:lnTo>
                  <a:cubicBezTo>
                    <a:pt x="1834" y="1092"/>
                    <a:pt x="2002" y="1261"/>
                    <a:pt x="2209" y="1261"/>
                  </a:cubicBezTo>
                  <a:lnTo>
                    <a:pt x="2248" y="1261"/>
                  </a:lnTo>
                  <a:lnTo>
                    <a:pt x="2248" y="1910"/>
                  </a:lnTo>
                  <a:lnTo>
                    <a:pt x="2238" y="1910"/>
                  </a:lnTo>
                  <a:cubicBezTo>
                    <a:pt x="2084" y="1910"/>
                    <a:pt x="1945" y="1838"/>
                    <a:pt x="1858" y="1713"/>
                  </a:cubicBezTo>
                  <a:lnTo>
                    <a:pt x="1704" y="1487"/>
                  </a:lnTo>
                  <a:cubicBezTo>
                    <a:pt x="1454" y="1126"/>
                    <a:pt x="1040" y="910"/>
                    <a:pt x="597" y="905"/>
                  </a:cubicBezTo>
                  <a:cubicBezTo>
                    <a:pt x="270" y="905"/>
                    <a:pt x="1" y="1169"/>
                    <a:pt x="1" y="1501"/>
                  </a:cubicBezTo>
                  <a:lnTo>
                    <a:pt x="1" y="2324"/>
                  </a:lnTo>
                  <a:cubicBezTo>
                    <a:pt x="1" y="4297"/>
                    <a:pt x="1016" y="4706"/>
                    <a:pt x="1829" y="5038"/>
                  </a:cubicBezTo>
                  <a:cubicBezTo>
                    <a:pt x="2286" y="5221"/>
                    <a:pt x="2681" y="5385"/>
                    <a:pt x="2868" y="5774"/>
                  </a:cubicBezTo>
                  <a:cubicBezTo>
                    <a:pt x="2926" y="5866"/>
                    <a:pt x="2912" y="5986"/>
                    <a:pt x="2835" y="6063"/>
                  </a:cubicBezTo>
                  <a:cubicBezTo>
                    <a:pt x="2759" y="6138"/>
                    <a:pt x="2659" y="6180"/>
                    <a:pt x="2559" y="6180"/>
                  </a:cubicBezTo>
                  <a:cubicBezTo>
                    <a:pt x="2519" y="6180"/>
                    <a:pt x="2479" y="6173"/>
                    <a:pt x="2440" y="6159"/>
                  </a:cubicBezTo>
                  <a:cubicBezTo>
                    <a:pt x="2296" y="6101"/>
                    <a:pt x="2277" y="5923"/>
                    <a:pt x="2281" y="5789"/>
                  </a:cubicBezTo>
                  <a:cubicBezTo>
                    <a:pt x="2284" y="5656"/>
                    <a:pt x="2183" y="5588"/>
                    <a:pt x="2082" y="5588"/>
                  </a:cubicBezTo>
                  <a:cubicBezTo>
                    <a:pt x="1989" y="5588"/>
                    <a:pt x="1896" y="5647"/>
                    <a:pt x="1887" y="5769"/>
                  </a:cubicBezTo>
                  <a:cubicBezTo>
                    <a:pt x="1877" y="5943"/>
                    <a:pt x="1901" y="6361"/>
                    <a:pt x="2281" y="6525"/>
                  </a:cubicBezTo>
                  <a:cubicBezTo>
                    <a:pt x="2368" y="6559"/>
                    <a:pt x="2459" y="6578"/>
                    <a:pt x="2551" y="6578"/>
                  </a:cubicBezTo>
                  <a:cubicBezTo>
                    <a:pt x="2767" y="6578"/>
                    <a:pt x="2969" y="6491"/>
                    <a:pt x="3119" y="6337"/>
                  </a:cubicBezTo>
                  <a:cubicBezTo>
                    <a:pt x="3133" y="6318"/>
                    <a:pt x="3148" y="6304"/>
                    <a:pt x="3162" y="6284"/>
                  </a:cubicBezTo>
                  <a:cubicBezTo>
                    <a:pt x="3547" y="6891"/>
                    <a:pt x="4038" y="7420"/>
                    <a:pt x="4615" y="7843"/>
                  </a:cubicBezTo>
                  <a:lnTo>
                    <a:pt x="4654" y="7872"/>
                  </a:lnTo>
                  <a:cubicBezTo>
                    <a:pt x="4601" y="7954"/>
                    <a:pt x="4577" y="8045"/>
                    <a:pt x="4577" y="8142"/>
                  </a:cubicBezTo>
                  <a:lnTo>
                    <a:pt x="4577" y="8286"/>
                  </a:lnTo>
                  <a:cubicBezTo>
                    <a:pt x="4577" y="8522"/>
                    <a:pt x="4735" y="8729"/>
                    <a:pt x="4962" y="8791"/>
                  </a:cubicBezTo>
                  <a:lnTo>
                    <a:pt x="4962" y="10735"/>
                  </a:lnTo>
                  <a:lnTo>
                    <a:pt x="4360" y="10735"/>
                  </a:lnTo>
                  <a:cubicBezTo>
                    <a:pt x="4009" y="10735"/>
                    <a:pt x="3720" y="11024"/>
                    <a:pt x="3720" y="11375"/>
                  </a:cubicBezTo>
                  <a:lnTo>
                    <a:pt x="3720" y="11601"/>
                  </a:lnTo>
                  <a:lnTo>
                    <a:pt x="3172" y="11601"/>
                  </a:lnTo>
                  <a:cubicBezTo>
                    <a:pt x="2960" y="11601"/>
                    <a:pt x="2777" y="11755"/>
                    <a:pt x="2739" y="11962"/>
                  </a:cubicBezTo>
                  <a:lnTo>
                    <a:pt x="2551" y="12920"/>
                  </a:lnTo>
                  <a:cubicBezTo>
                    <a:pt x="2498" y="13194"/>
                    <a:pt x="2705" y="13444"/>
                    <a:pt x="2984" y="13449"/>
                  </a:cubicBezTo>
                  <a:lnTo>
                    <a:pt x="8185" y="13449"/>
                  </a:lnTo>
                  <a:cubicBezTo>
                    <a:pt x="8464" y="13449"/>
                    <a:pt x="8676" y="13194"/>
                    <a:pt x="8623" y="12920"/>
                  </a:cubicBezTo>
                  <a:lnTo>
                    <a:pt x="8436" y="11962"/>
                  </a:lnTo>
                  <a:cubicBezTo>
                    <a:pt x="8397" y="11755"/>
                    <a:pt x="8214" y="11601"/>
                    <a:pt x="7998" y="11601"/>
                  </a:cubicBezTo>
                  <a:lnTo>
                    <a:pt x="7449" y="11601"/>
                  </a:lnTo>
                  <a:lnTo>
                    <a:pt x="7449" y="11375"/>
                  </a:lnTo>
                  <a:cubicBezTo>
                    <a:pt x="7449" y="11024"/>
                    <a:pt x="7165" y="10735"/>
                    <a:pt x="6809" y="10735"/>
                  </a:cubicBezTo>
                  <a:lnTo>
                    <a:pt x="6208" y="10735"/>
                  </a:lnTo>
                  <a:lnTo>
                    <a:pt x="6208" y="8791"/>
                  </a:lnTo>
                  <a:cubicBezTo>
                    <a:pt x="6439" y="8729"/>
                    <a:pt x="6598" y="8522"/>
                    <a:pt x="6598" y="8286"/>
                  </a:cubicBezTo>
                  <a:lnTo>
                    <a:pt x="6598" y="8142"/>
                  </a:lnTo>
                  <a:cubicBezTo>
                    <a:pt x="6598" y="8045"/>
                    <a:pt x="6569" y="7949"/>
                    <a:pt x="6521" y="7867"/>
                  </a:cubicBezTo>
                  <a:lnTo>
                    <a:pt x="6554" y="7843"/>
                  </a:lnTo>
                  <a:cubicBezTo>
                    <a:pt x="7132" y="7415"/>
                    <a:pt x="7627" y="6886"/>
                    <a:pt x="8007" y="6284"/>
                  </a:cubicBezTo>
                  <a:cubicBezTo>
                    <a:pt x="8022" y="6299"/>
                    <a:pt x="8036" y="6318"/>
                    <a:pt x="8055" y="6332"/>
                  </a:cubicBezTo>
                  <a:cubicBezTo>
                    <a:pt x="8205" y="6486"/>
                    <a:pt x="8407" y="6573"/>
                    <a:pt x="8618" y="6573"/>
                  </a:cubicBezTo>
                  <a:cubicBezTo>
                    <a:pt x="8628" y="6573"/>
                    <a:pt x="8638" y="6574"/>
                    <a:pt x="8647" y="6574"/>
                  </a:cubicBezTo>
                  <a:cubicBezTo>
                    <a:pt x="8733" y="6574"/>
                    <a:pt x="8814" y="6555"/>
                    <a:pt x="8888" y="6520"/>
                  </a:cubicBezTo>
                  <a:cubicBezTo>
                    <a:pt x="9268" y="6356"/>
                    <a:pt x="9292" y="5938"/>
                    <a:pt x="9287" y="5769"/>
                  </a:cubicBezTo>
                  <a:cubicBezTo>
                    <a:pt x="9285" y="5637"/>
                    <a:pt x="9187" y="5573"/>
                    <a:pt x="9089" y="5573"/>
                  </a:cubicBezTo>
                  <a:cubicBezTo>
                    <a:pt x="8984" y="5573"/>
                    <a:pt x="8880" y="5645"/>
                    <a:pt x="8893" y="5784"/>
                  </a:cubicBezTo>
                  <a:cubicBezTo>
                    <a:pt x="8898" y="5923"/>
                    <a:pt x="8873" y="6097"/>
                    <a:pt x="8734" y="6159"/>
                  </a:cubicBezTo>
                  <a:cubicBezTo>
                    <a:pt x="8694" y="6173"/>
                    <a:pt x="8653" y="6180"/>
                    <a:pt x="8612" y="6180"/>
                  </a:cubicBezTo>
                  <a:cubicBezTo>
                    <a:pt x="8510" y="6180"/>
                    <a:pt x="8411" y="6138"/>
                    <a:pt x="8339" y="6063"/>
                  </a:cubicBezTo>
                  <a:cubicBezTo>
                    <a:pt x="8262" y="5986"/>
                    <a:pt x="8248" y="5866"/>
                    <a:pt x="8306" y="5769"/>
                  </a:cubicBezTo>
                  <a:cubicBezTo>
                    <a:pt x="8493" y="5380"/>
                    <a:pt x="8888" y="5221"/>
                    <a:pt x="9345" y="5033"/>
                  </a:cubicBezTo>
                  <a:cubicBezTo>
                    <a:pt x="10158" y="4706"/>
                    <a:pt x="11169" y="4292"/>
                    <a:pt x="11169" y="2319"/>
                  </a:cubicBezTo>
                  <a:lnTo>
                    <a:pt x="11169" y="1497"/>
                  </a:lnTo>
                  <a:cubicBezTo>
                    <a:pt x="11169" y="1343"/>
                    <a:pt x="11106" y="1189"/>
                    <a:pt x="10995" y="1078"/>
                  </a:cubicBezTo>
                  <a:cubicBezTo>
                    <a:pt x="10885" y="967"/>
                    <a:pt x="10736" y="905"/>
                    <a:pt x="10577" y="905"/>
                  </a:cubicBezTo>
                  <a:cubicBezTo>
                    <a:pt x="10134" y="910"/>
                    <a:pt x="9720" y="1126"/>
                    <a:pt x="9470" y="1487"/>
                  </a:cubicBezTo>
                  <a:lnTo>
                    <a:pt x="9316" y="1713"/>
                  </a:lnTo>
                  <a:cubicBezTo>
                    <a:pt x="9230" y="1838"/>
                    <a:pt x="9090" y="1910"/>
                    <a:pt x="8936" y="1910"/>
                  </a:cubicBezTo>
                  <a:lnTo>
                    <a:pt x="8926" y="1910"/>
                  </a:lnTo>
                  <a:lnTo>
                    <a:pt x="8926" y="1261"/>
                  </a:lnTo>
                  <a:lnTo>
                    <a:pt x="8965" y="1261"/>
                  </a:lnTo>
                  <a:cubicBezTo>
                    <a:pt x="9172" y="1261"/>
                    <a:pt x="9335" y="1092"/>
                    <a:pt x="9335" y="886"/>
                  </a:cubicBezTo>
                  <a:lnTo>
                    <a:pt x="9335" y="376"/>
                  </a:lnTo>
                  <a:cubicBezTo>
                    <a:pt x="9335" y="169"/>
                    <a:pt x="9172" y="0"/>
                    <a:pt x="8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87"/>
            <p:cNvSpPr/>
            <p:nvPr/>
          </p:nvSpPr>
          <p:spPr>
            <a:xfrm>
              <a:off x="4137695" y="3884190"/>
              <a:ext cx="94944" cy="87442"/>
            </a:xfrm>
            <a:custGeom>
              <a:rect b="b" l="l" r="r" t="t"/>
              <a:pathLst>
                <a:path extrusionOk="0" h="3334" w="3620">
                  <a:moveTo>
                    <a:pt x="1815" y="592"/>
                  </a:moveTo>
                  <a:lnTo>
                    <a:pt x="2118" y="1208"/>
                  </a:lnTo>
                  <a:cubicBezTo>
                    <a:pt x="2152" y="1280"/>
                    <a:pt x="2219" y="1328"/>
                    <a:pt x="2301" y="1338"/>
                  </a:cubicBezTo>
                  <a:lnTo>
                    <a:pt x="2979" y="1439"/>
                  </a:lnTo>
                  <a:lnTo>
                    <a:pt x="2484" y="1920"/>
                  </a:lnTo>
                  <a:cubicBezTo>
                    <a:pt x="2426" y="1973"/>
                    <a:pt x="2402" y="2050"/>
                    <a:pt x="2416" y="2127"/>
                  </a:cubicBezTo>
                  <a:lnTo>
                    <a:pt x="2532" y="2810"/>
                  </a:lnTo>
                  <a:lnTo>
                    <a:pt x="1921" y="2488"/>
                  </a:lnTo>
                  <a:cubicBezTo>
                    <a:pt x="1887" y="2468"/>
                    <a:pt x="1849" y="2459"/>
                    <a:pt x="1810" y="2459"/>
                  </a:cubicBezTo>
                  <a:cubicBezTo>
                    <a:pt x="1772" y="2459"/>
                    <a:pt x="1733" y="2468"/>
                    <a:pt x="1699" y="2488"/>
                  </a:cubicBezTo>
                  <a:lnTo>
                    <a:pt x="1088" y="2810"/>
                  </a:lnTo>
                  <a:lnTo>
                    <a:pt x="1209" y="2127"/>
                  </a:lnTo>
                  <a:cubicBezTo>
                    <a:pt x="1218" y="2050"/>
                    <a:pt x="1194" y="1973"/>
                    <a:pt x="1136" y="1920"/>
                  </a:cubicBezTo>
                  <a:lnTo>
                    <a:pt x="646" y="1439"/>
                  </a:lnTo>
                  <a:lnTo>
                    <a:pt x="1329" y="1338"/>
                  </a:lnTo>
                  <a:cubicBezTo>
                    <a:pt x="1406" y="1328"/>
                    <a:pt x="1473" y="1280"/>
                    <a:pt x="1507" y="1208"/>
                  </a:cubicBezTo>
                  <a:lnTo>
                    <a:pt x="1815" y="592"/>
                  </a:lnTo>
                  <a:close/>
                  <a:moveTo>
                    <a:pt x="1812" y="0"/>
                  </a:moveTo>
                  <a:cubicBezTo>
                    <a:pt x="1729" y="0"/>
                    <a:pt x="1646" y="43"/>
                    <a:pt x="1603" y="130"/>
                  </a:cubicBezTo>
                  <a:lnTo>
                    <a:pt x="1189" y="962"/>
                  </a:lnTo>
                  <a:lnTo>
                    <a:pt x="275" y="1092"/>
                  </a:lnTo>
                  <a:cubicBezTo>
                    <a:pt x="78" y="1121"/>
                    <a:pt x="1" y="1362"/>
                    <a:pt x="140" y="1497"/>
                  </a:cubicBezTo>
                  <a:lnTo>
                    <a:pt x="804" y="2141"/>
                  </a:lnTo>
                  <a:lnTo>
                    <a:pt x="646" y="3056"/>
                  </a:lnTo>
                  <a:cubicBezTo>
                    <a:pt x="623" y="3208"/>
                    <a:pt x="745" y="3333"/>
                    <a:pt x="883" y="3333"/>
                  </a:cubicBezTo>
                  <a:cubicBezTo>
                    <a:pt x="919" y="3333"/>
                    <a:pt x="956" y="3325"/>
                    <a:pt x="992" y="3306"/>
                  </a:cubicBezTo>
                  <a:lnTo>
                    <a:pt x="1810" y="2873"/>
                  </a:lnTo>
                  <a:lnTo>
                    <a:pt x="2633" y="3306"/>
                  </a:lnTo>
                  <a:cubicBezTo>
                    <a:pt x="2669" y="3325"/>
                    <a:pt x="2706" y="3333"/>
                    <a:pt x="2742" y="3333"/>
                  </a:cubicBezTo>
                  <a:cubicBezTo>
                    <a:pt x="2880" y="3333"/>
                    <a:pt x="3001" y="3208"/>
                    <a:pt x="2975" y="3056"/>
                  </a:cubicBezTo>
                  <a:lnTo>
                    <a:pt x="2816" y="2141"/>
                  </a:lnTo>
                  <a:lnTo>
                    <a:pt x="3480" y="1497"/>
                  </a:lnTo>
                  <a:cubicBezTo>
                    <a:pt x="3619" y="1362"/>
                    <a:pt x="3542" y="1121"/>
                    <a:pt x="3350" y="1092"/>
                  </a:cubicBezTo>
                  <a:lnTo>
                    <a:pt x="2431" y="962"/>
                  </a:lnTo>
                  <a:lnTo>
                    <a:pt x="2022" y="130"/>
                  </a:lnTo>
                  <a:cubicBezTo>
                    <a:pt x="1978" y="43"/>
                    <a:pt x="1895" y="0"/>
                    <a:pt x="18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3" name="Google Shape;14883;p87"/>
          <p:cNvGrpSpPr/>
          <p:nvPr/>
        </p:nvGrpSpPr>
        <p:grpSpPr>
          <a:xfrm>
            <a:off x="854248" y="2920644"/>
            <a:ext cx="360445" cy="321077"/>
            <a:chOff x="854248" y="2920644"/>
            <a:chExt cx="360445" cy="321077"/>
          </a:xfrm>
        </p:grpSpPr>
        <p:sp>
          <p:nvSpPr>
            <p:cNvPr id="14884" name="Google Shape;14884;p87"/>
            <p:cNvSpPr/>
            <p:nvPr/>
          </p:nvSpPr>
          <p:spPr>
            <a:xfrm>
              <a:off x="859546" y="3067046"/>
              <a:ext cx="197021" cy="169377"/>
            </a:xfrm>
            <a:custGeom>
              <a:rect b="b" l="l" r="r" t="t"/>
              <a:pathLst>
                <a:path extrusionOk="0" h="6458" w="7512">
                  <a:moveTo>
                    <a:pt x="7319" y="0"/>
                  </a:moveTo>
                  <a:lnTo>
                    <a:pt x="3566" y="3542"/>
                  </a:lnTo>
                  <a:cubicBezTo>
                    <a:pt x="3489" y="3619"/>
                    <a:pt x="3383" y="3662"/>
                    <a:pt x="3272" y="3662"/>
                  </a:cubicBezTo>
                  <a:lnTo>
                    <a:pt x="3229" y="3662"/>
                  </a:lnTo>
                  <a:cubicBezTo>
                    <a:pt x="2988" y="3662"/>
                    <a:pt x="2796" y="3469"/>
                    <a:pt x="2796" y="3229"/>
                  </a:cubicBezTo>
                  <a:lnTo>
                    <a:pt x="2796" y="3012"/>
                  </a:lnTo>
                  <a:lnTo>
                    <a:pt x="1506" y="3012"/>
                  </a:lnTo>
                  <a:lnTo>
                    <a:pt x="1506" y="3335"/>
                  </a:lnTo>
                  <a:cubicBezTo>
                    <a:pt x="1506" y="3527"/>
                    <a:pt x="1376" y="3696"/>
                    <a:pt x="1193" y="3748"/>
                  </a:cubicBezTo>
                  <a:lnTo>
                    <a:pt x="467" y="3955"/>
                  </a:lnTo>
                  <a:cubicBezTo>
                    <a:pt x="193" y="4032"/>
                    <a:pt x="0" y="4287"/>
                    <a:pt x="0" y="4576"/>
                  </a:cubicBezTo>
                  <a:lnTo>
                    <a:pt x="0" y="6457"/>
                  </a:lnTo>
                  <a:lnTo>
                    <a:pt x="3445" y="6457"/>
                  </a:lnTo>
                  <a:lnTo>
                    <a:pt x="3445" y="5307"/>
                  </a:lnTo>
                  <a:cubicBezTo>
                    <a:pt x="3440" y="5077"/>
                    <a:pt x="3532" y="4860"/>
                    <a:pt x="3696" y="4696"/>
                  </a:cubicBezTo>
                  <a:lnTo>
                    <a:pt x="7357" y="1035"/>
                  </a:lnTo>
                  <a:cubicBezTo>
                    <a:pt x="7468" y="924"/>
                    <a:pt x="7511" y="770"/>
                    <a:pt x="7473" y="626"/>
                  </a:cubicBezTo>
                  <a:lnTo>
                    <a:pt x="7319" y="0"/>
                  </a:ln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87"/>
            <p:cNvSpPr/>
            <p:nvPr/>
          </p:nvSpPr>
          <p:spPr>
            <a:xfrm>
              <a:off x="1006315" y="2925942"/>
              <a:ext cx="203211" cy="169377"/>
            </a:xfrm>
            <a:custGeom>
              <a:rect b="b" l="l" r="r" t="t"/>
              <a:pathLst>
                <a:path extrusionOk="0" h="6458" w="7748">
                  <a:moveTo>
                    <a:pt x="428" y="1"/>
                  </a:moveTo>
                  <a:cubicBezTo>
                    <a:pt x="193" y="1"/>
                    <a:pt x="0" y="193"/>
                    <a:pt x="0" y="434"/>
                  </a:cubicBezTo>
                  <a:lnTo>
                    <a:pt x="0" y="6025"/>
                  </a:lnTo>
                  <a:cubicBezTo>
                    <a:pt x="0" y="6265"/>
                    <a:pt x="193" y="6458"/>
                    <a:pt x="428" y="6458"/>
                  </a:cubicBezTo>
                  <a:lnTo>
                    <a:pt x="7314" y="6458"/>
                  </a:lnTo>
                  <a:cubicBezTo>
                    <a:pt x="7550" y="6458"/>
                    <a:pt x="7747" y="6265"/>
                    <a:pt x="7747" y="6025"/>
                  </a:cubicBezTo>
                  <a:lnTo>
                    <a:pt x="7747" y="434"/>
                  </a:lnTo>
                  <a:cubicBezTo>
                    <a:pt x="7747" y="193"/>
                    <a:pt x="7550" y="1"/>
                    <a:pt x="7314"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87"/>
            <p:cNvSpPr/>
            <p:nvPr/>
          </p:nvSpPr>
          <p:spPr>
            <a:xfrm>
              <a:off x="876436" y="3067046"/>
              <a:ext cx="28299" cy="62107"/>
            </a:xfrm>
            <a:custGeom>
              <a:rect b="b" l="l" r="r" t="t"/>
              <a:pathLst>
                <a:path extrusionOk="0" h="2368" w="1079">
                  <a:moveTo>
                    <a:pt x="646" y="0"/>
                  </a:moveTo>
                  <a:cubicBezTo>
                    <a:pt x="290" y="0"/>
                    <a:pt x="1" y="289"/>
                    <a:pt x="1" y="650"/>
                  </a:cubicBezTo>
                  <a:lnTo>
                    <a:pt x="1" y="799"/>
                  </a:lnTo>
                  <a:cubicBezTo>
                    <a:pt x="1" y="982"/>
                    <a:pt x="30" y="1169"/>
                    <a:pt x="87" y="1343"/>
                  </a:cubicBezTo>
                  <a:lnTo>
                    <a:pt x="434" y="2368"/>
                  </a:lnTo>
                  <a:lnTo>
                    <a:pt x="1079" y="2368"/>
                  </a:lnTo>
                  <a:lnTo>
                    <a:pt x="1079"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87"/>
            <p:cNvSpPr/>
            <p:nvPr/>
          </p:nvSpPr>
          <p:spPr>
            <a:xfrm>
              <a:off x="887688" y="3061355"/>
              <a:ext cx="67903" cy="67798"/>
            </a:xfrm>
            <a:custGeom>
              <a:rect b="b" l="l" r="r" t="t"/>
              <a:pathLst>
                <a:path extrusionOk="0" h="2585" w="2589">
                  <a:moveTo>
                    <a:pt x="650" y="1"/>
                  </a:moveTo>
                  <a:cubicBezTo>
                    <a:pt x="289" y="1"/>
                    <a:pt x="0" y="289"/>
                    <a:pt x="0" y="650"/>
                  </a:cubicBezTo>
                  <a:cubicBezTo>
                    <a:pt x="0" y="886"/>
                    <a:pt x="193" y="1078"/>
                    <a:pt x="433" y="1078"/>
                  </a:cubicBezTo>
                  <a:lnTo>
                    <a:pt x="2156" y="2585"/>
                  </a:lnTo>
                  <a:lnTo>
                    <a:pt x="2536" y="1252"/>
                  </a:lnTo>
                  <a:cubicBezTo>
                    <a:pt x="2570" y="1136"/>
                    <a:pt x="2584" y="1016"/>
                    <a:pt x="2589" y="896"/>
                  </a:cubicBezTo>
                  <a:lnTo>
                    <a:pt x="2589"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87"/>
            <p:cNvSpPr/>
            <p:nvPr/>
          </p:nvSpPr>
          <p:spPr>
            <a:xfrm>
              <a:off x="899045" y="3146044"/>
              <a:ext cx="33833" cy="28299"/>
            </a:xfrm>
            <a:custGeom>
              <a:rect b="b" l="l" r="r" t="t"/>
              <a:pathLst>
                <a:path extrusionOk="0" h="1079" w="1290">
                  <a:moveTo>
                    <a:pt x="0" y="0"/>
                  </a:moveTo>
                  <a:lnTo>
                    <a:pt x="0" y="433"/>
                  </a:lnTo>
                  <a:cubicBezTo>
                    <a:pt x="0" y="789"/>
                    <a:pt x="289" y="1078"/>
                    <a:pt x="645" y="1078"/>
                  </a:cubicBezTo>
                  <a:cubicBezTo>
                    <a:pt x="1001" y="1078"/>
                    <a:pt x="1290" y="789"/>
                    <a:pt x="1290" y="433"/>
                  </a:cubicBezTo>
                  <a:lnTo>
                    <a:pt x="129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87"/>
            <p:cNvSpPr/>
            <p:nvPr/>
          </p:nvSpPr>
          <p:spPr>
            <a:xfrm>
              <a:off x="882128" y="3089733"/>
              <a:ext cx="67798" cy="62002"/>
            </a:xfrm>
            <a:custGeom>
              <a:rect b="b" l="l" r="r" t="t"/>
              <a:pathLst>
                <a:path extrusionOk="0" h="2364" w="2585">
                  <a:moveTo>
                    <a:pt x="811" y="1"/>
                  </a:moveTo>
                  <a:cubicBezTo>
                    <a:pt x="701" y="1"/>
                    <a:pt x="593" y="44"/>
                    <a:pt x="515" y="126"/>
                  </a:cubicBezTo>
                  <a:lnTo>
                    <a:pt x="304" y="338"/>
                  </a:lnTo>
                  <a:cubicBezTo>
                    <a:pt x="106" y="531"/>
                    <a:pt x="0" y="795"/>
                    <a:pt x="0" y="1074"/>
                  </a:cubicBezTo>
                  <a:cubicBezTo>
                    <a:pt x="0" y="1786"/>
                    <a:pt x="578" y="2364"/>
                    <a:pt x="1290" y="2364"/>
                  </a:cubicBezTo>
                  <a:cubicBezTo>
                    <a:pt x="2002" y="2364"/>
                    <a:pt x="2579" y="1786"/>
                    <a:pt x="2579" y="1074"/>
                  </a:cubicBezTo>
                  <a:lnTo>
                    <a:pt x="2579" y="800"/>
                  </a:lnTo>
                  <a:cubicBezTo>
                    <a:pt x="2584" y="685"/>
                    <a:pt x="2536" y="574"/>
                    <a:pt x="2459" y="492"/>
                  </a:cubicBezTo>
                  <a:cubicBezTo>
                    <a:pt x="2122" y="170"/>
                    <a:pt x="1516" y="20"/>
                    <a:pt x="828" y="1"/>
                  </a:cubicBezTo>
                  <a:cubicBezTo>
                    <a:pt x="822" y="1"/>
                    <a:pt x="816" y="1"/>
                    <a:pt x="811"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87"/>
            <p:cNvSpPr/>
            <p:nvPr/>
          </p:nvSpPr>
          <p:spPr>
            <a:xfrm>
              <a:off x="882128" y="3089628"/>
              <a:ext cx="67667" cy="60717"/>
            </a:xfrm>
            <a:custGeom>
              <a:rect b="b" l="l" r="r" t="t"/>
              <a:pathLst>
                <a:path extrusionOk="0" h="2315" w="2580">
                  <a:moveTo>
                    <a:pt x="828" y="0"/>
                  </a:moveTo>
                  <a:cubicBezTo>
                    <a:pt x="708" y="0"/>
                    <a:pt x="597" y="44"/>
                    <a:pt x="515" y="130"/>
                  </a:cubicBezTo>
                  <a:lnTo>
                    <a:pt x="304" y="342"/>
                  </a:lnTo>
                  <a:cubicBezTo>
                    <a:pt x="106" y="535"/>
                    <a:pt x="0" y="799"/>
                    <a:pt x="0" y="1073"/>
                  </a:cubicBezTo>
                  <a:cubicBezTo>
                    <a:pt x="0" y="1651"/>
                    <a:pt x="381" y="2156"/>
                    <a:pt x="934" y="2315"/>
                  </a:cubicBezTo>
                  <a:cubicBezTo>
                    <a:pt x="746" y="2089"/>
                    <a:pt x="645" y="1800"/>
                    <a:pt x="645" y="1507"/>
                  </a:cubicBezTo>
                  <a:lnTo>
                    <a:pt x="645" y="1078"/>
                  </a:lnTo>
                  <a:cubicBezTo>
                    <a:pt x="645" y="837"/>
                    <a:pt x="838" y="644"/>
                    <a:pt x="1077" y="644"/>
                  </a:cubicBezTo>
                  <a:cubicBezTo>
                    <a:pt x="1085" y="644"/>
                    <a:pt x="1094" y="645"/>
                    <a:pt x="1102" y="645"/>
                  </a:cubicBezTo>
                  <a:cubicBezTo>
                    <a:pt x="1535" y="674"/>
                    <a:pt x="2180" y="746"/>
                    <a:pt x="2579" y="939"/>
                  </a:cubicBezTo>
                  <a:cubicBezTo>
                    <a:pt x="2565" y="847"/>
                    <a:pt x="2527" y="563"/>
                    <a:pt x="2459" y="496"/>
                  </a:cubicBezTo>
                  <a:cubicBezTo>
                    <a:pt x="2122" y="174"/>
                    <a:pt x="1516" y="24"/>
                    <a:pt x="82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87"/>
            <p:cNvSpPr/>
            <p:nvPr/>
          </p:nvSpPr>
          <p:spPr>
            <a:xfrm>
              <a:off x="859546" y="3175576"/>
              <a:ext cx="22608" cy="60717"/>
            </a:xfrm>
            <a:custGeom>
              <a:rect b="b" l="l" r="r" t="t"/>
              <a:pathLst>
                <a:path extrusionOk="0" h="2315" w="862">
                  <a:moveTo>
                    <a:pt x="173" y="0"/>
                  </a:moveTo>
                  <a:cubicBezTo>
                    <a:pt x="63" y="116"/>
                    <a:pt x="0" y="274"/>
                    <a:pt x="0" y="433"/>
                  </a:cubicBezTo>
                  <a:lnTo>
                    <a:pt x="0" y="2315"/>
                  </a:lnTo>
                  <a:lnTo>
                    <a:pt x="861" y="2315"/>
                  </a:lnTo>
                  <a:lnTo>
                    <a:pt x="861" y="953"/>
                  </a:lnTo>
                  <a:cubicBezTo>
                    <a:pt x="861" y="785"/>
                    <a:pt x="789" y="621"/>
                    <a:pt x="674" y="501"/>
                  </a:cubicBezTo>
                  <a:lnTo>
                    <a:pt x="17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87"/>
            <p:cNvSpPr/>
            <p:nvPr/>
          </p:nvSpPr>
          <p:spPr>
            <a:xfrm>
              <a:off x="949900" y="3067046"/>
              <a:ext cx="106667" cy="139216"/>
            </a:xfrm>
            <a:custGeom>
              <a:rect b="b" l="l" r="r" t="t"/>
              <a:pathLst>
                <a:path extrusionOk="0" h="5308" w="4067">
                  <a:moveTo>
                    <a:pt x="3874" y="0"/>
                  </a:moveTo>
                  <a:lnTo>
                    <a:pt x="279" y="3392"/>
                  </a:lnTo>
                  <a:cubicBezTo>
                    <a:pt x="174" y="3493"/>
                    <a:pt x="106" y="3623"/>
                    <a:pt x="82" y="3763"/>
                  </a:cubicBezTo>
                  <a:cubicBezTo>
                    <a:pt x="10" y="4290"/>
                    <a:pt x="2" y="5079"/>
                    <a:pt x="0" y="5266"/>
                  </a:cubicBezTo>
                  <a:lnTo>
                    <a:pt x="0" y="5266"/>
                  </a:lnTo>
                  <a:cubicBezTo>
                    <a:pt x="7" y="5051"/>
                    <a:pt x="97" y="4850"/>
                    <a:pt x="251" y="4696"/>
                  </a:cubicBezTo>
                  <a:lnTo>
                    <a:pt x="3912" y="1035"/>
                  </a:lnTo>
                  <a:cubicBezTo>
                    <a:pt x="4023" y="929"/>
                    <a:pt x="4066" y="770"/>
                    <a:pt x="4028" y="626"/>
                  </a:cubicBezTo>
                  <a:lnTo>
                    <a:pt x="3874" y="0"/>
                  </a:lnTo>
                  <a:close/>
                  <a:moveTo>
                    <a:pt x="0" y="5266"/>
                  </a:moveTo>
                  <a:cubicBezTo>
                    <a:pt x="0" y="5280"/>
                    <a:pt x="0" y="5294"/>
                    <a:pt x="0" y="5307"/>
                  </a:cubicBezTo>
                  <a:cubicBezTo>
                    <a:pt x="0" y="5307"/>
                    <a:pt x="0" y="5293"/>
                    <a:pt x="0" y="5266"/>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87"/>
            <p:cNvSpPr/>
            <p:nvPr/>
          </p:nvSpPr>
          <p:spPr>
            <a:xfrm>
              <a:off x="1031179" y="3067046"/>
              <a:ext cx="25388" cy="33833"/>
            </a:xfrm>
            <a:custGeom>
              <a:rect b="b" l="l" r="r" t="t"/>
              <a:pathLst>
                <a:path extrusionOk="0" h="1290" w="968">
                  <a:moveTo>
                    <a:pt x="775" y="0"/>
                  </a:moveTo>
                  <a:lnTo>
                    <a:pt x="0" y="732"/>
                  </a:lnTo>
                  <a:lnTo>
                    <a:pt x="558" y="1290"/>
                  </a:lnTo>
                  <a:lnTo>
                    <a:pt x="813" y="1035"/>
                  </a:lnTo>
                  <a:cubicBezTo>
                    <a:pt x="924" y="924"/>
                    <a:pt x="967" y="770"/>
                    <a:pt x="929" y="626"/>
                  </a:cubicBezTo>
                  <a:lnTo>
                    <a:pt x="775"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87"/>
            <p:cNvSpPr/>
            <p:nvPr/>
          </p:nvSpPr>
          <p:spPr>
            <a:xfrm>
              <a:off x="891963" y="3084330"/>
              <a:ext cx="48757" cy="16314"/>
            </a:xfrm>
            <a:custGeom>
              <a:rect b="b" l="l" r="r" t="t"/>
              <a:pathLst>
                <a:path extrusionOk="0" h="622" w="1859">
                  <a:moveTo>
                    <a:pt x="270" y="0"/>
                  </a:moveTo>
                  <a:cubicBezTo>
                    <a:pt x="1" y="0"/>
                    <a:pt x="1" y="405"/>
                    <a:pt x="270" y="405"/>
                  </a:cubicBezTo>
                  <a:cubicBezTo>
                    <a:pt x="496" y="405"/>
                    <a:pt x="1156" y="438"/>
                    <a:pt x="1473" y="597"/>
                  </a:cubicBezTo>
                  <a:cubicBezTo>
                    <a:pt x="1506" y="614"/>
                    <a:pt x="1538" y="621"/>
                    <a:pt x="1568" y="621"/>
                  </a:cubicBezTo>
                  <a:cubicBezTo>
                    <a:pt x="1752" y="621"/>
                    <a:pt x="1858" y="340"/>
                    <a:pt x="1651" y="236"/>
                  </a:cubicBezTo>
                  <a:cubicBezTo>
                    <a:pt x="1184" y="0"/>
                    <a:pt x="309" y="0"/>
                    <a:pt x="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87"/>
            <p:cNvSpPr/>
            <p:nvPr/>
          </p:nvSpPr>
          <p:spPr>
            <a:xfrm>
              <a:off x="876830" y="3191601"/>
              <a:ext cx="10622" cy="49990"/>
            </a:xfrm>
            <a:custGeom>
              <a:rect b="b" l="l" r="r" t="t"/>
              <a:pathLst>
                <a:path extrusionOk="0" h="1906" w="405">
                  <a:moveTo>
                    <a:pt x="202" y="0"/>
                  </a:moveTo>
                  <a:cubicBezTo>
                    <a:pt x="92" y="0"/>
                    <a:pt x="0" y="92"/>
                    <a:pt x="0" y="202"/>
                  </a:cubicBezTo>
                  <a:lnTo>
                    <a:pt x="0" y="1704"/>
                  </a:lnTo>
                  <a:cubicBezTo>
                    <a:pt x="0" y="1838"/>
                    <a:pt x="101" y="1906"/>
                    <a:pt x="202" y="1906"/>
                  </a:cubicBezTo>
                  <a:cubicBezTo>
                    <a:pt x="303" y="1906"/>
                    <a:pt x="404" y="1838"/>
                    <a:pt x="404" y="1704"/>
                  </a:cubicBezTo>
                  <a:lnTo>
                    <a:pt x="404" y="202"/>
                  </a:lnTo>
                  <a:cubicBezTo>
                    <a:pt x="404" y="92"/>
                    <a:pt x="313"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87"/>
            <p:cNvSpPr/>
            <p:nvPr/>
          </p:nvSpPr>
          <p:spPr>
            <a:xfrm>
              <a:off x="854248" y="3056057"/>
              <a:ext cx="208614" cy="185664"/>
            </a:xfrm>
            <a:custGeom>
              <a:rect b="b" l="l" r="r" t="t"/>
              <a:pathLst>
                <a:path extrusionOk="0" h="7079" w="7954">
                  <a:moveTo>
                    <a:pt x="7405" y="794"/>
                  </a:moveTo>
                  <a:lnTo>
                    <a:pt x="7477" y="1093"/>
                  </a:lnTo>
                  <a:cubicBezTo>
                    <a:pt x="7497" y="1170"/>
                    <a:pt x="7477" y="1252"/>
                    <a:pt x="7420" y="1309"/>
                  </a:cubicBezTo>
                  <a:lnTo>
                    <a:pt x="7304" y="1425"/>
                  </a:lnTo>
                  <a:lnTo>
                    <a:pt x="7030" y="1151"/>
                  </a:lnTo>
                  <a:lnTo>
                    <a:pt x="7405" y="794"/>
                  </a:lnTo>
                  <a:close/>
                  <a:moveTo>
                    <a:pt x="3657" y="405"/>
                  </a:moveTo>
                  <a:lnTo>
                    <a:pt x="3657" y="1242"/>
                  </a:lnTo>
                  <a:cubicBezTo>
                    <a:pt x="3657" y="1377"/>
                    <a:pt x="3628" y="1511"/>
                    <a:pt x="3565" y="1632"/>
                  </a:cubicBezTo>
                  <a:lnTo>
                    <a:pt x="3464" y="1834"/>
                  </a:lnTo>
                  <a:cubicBezTo>
                    <a:pt x="3450" y="1863"/>
                    <a:pt x="3445" y="1892"/>
                    <a:pt x="3445" y="1925"/>
                  </a:cubicBezTo>
                  <a:lnTo>
                    <a:pt x="3445" y="2358"/>
                  </a:lnTo>
                  <a:cubicBezTo>
                    <a:pt x="3445" y="2958"/>
                    <a:pt x="2954" y="3446"/>
                    <a:pt x="2354" y="3446"/>
                  </a:cubicBezTo>
                  <a:cubicBezTo>
                    <a:pt x="2342" y="3446"/>
                    <a:pt x="2331" y="3446"/>
                    <a:pt x="2319" y="3446"/>
                  </a:cubicBezTo>
                  <a:cubicBezTo>
                    <a:pt x="1737" y="3426"/>
                    <a:pt x="1265" y="2916"/>
                    <a:pt x="1265" y="2301"/>
                  </a:cubicBezTo>
                  <a:lnTo>
                    <a:pt x="1265" y="1925"/>
                  </a:lnTo>
                  <a:cubicBezTo>
                    <a:pt x="1265" y="1892"/>
                    <a:pt x="1256" y="1863"/>
                    <a:pt x="1241" y="1834"/>
                  </a:cubicBezTo>
                  <a:lnTo>
                    <a:pt x="1116" y="1588"/>
                  </a:lnTo>
                  <a:cubicBezTo>
                    <a:pt x="1073" y="1497"/>
                    <a:pt x="1049" y="1396"/>
                    <a:pt x="1049" y="1290"/>
                  </a:cubicBezTo>
                  <a:lnTo>
                    <a:pt x="1049" y="1280"/>
                  </a:lnTo>
                  <a:cubicBezTo>
                    <a:pt x="1049" y="794"/>
                    <a:pt x="1439" y="405"/>
                    <a:pt x="1925" y="405"/>
                  </a:cubicBezTo>
                  <a:close/>
                  <a:moveTo>
                    <a:pt x="2810" y="3778"/>
                  </a:moveTo>
                  <a:cubicBezTo>
                    <a:pt x="2820" y="3831"/>
                    <a:pt x="2839" y="3884"/>
                    <a:pt x="2863" y="3927"/>
                  </a:cubicBezTo>
                  <a:lnTo>
                    <a:pt x="2858" y="3937"/>
                  </a:lnTo>
                  <a:lnTo>
                    <a:pt x="2666" y="4124"/>
                  </a:lnTo>
                  <a:cubicBezTo>
                    <a:pt x="2579" y="4211"/>
                    <a:pt x="2466" y="4254"/>
                    <a:pt x="2353" y="4254"/>
                  </a:cubicBezTo>
                  <a:cubicBezTo>
                    <a:pt x="2240" y="4254"/>
                    <a:pt x="2127" y="4211"/>
                    <a:pt x="2040" y="4124"/>
                  </a:cubicBezTo>
                  <a:lnTo>
                    <a:pt x="1872" y="3961"/>
                  </a:lnTo>
                  <a:cubicBezTo>
                    <a:pt x="1891" y="3903"/>
                    <a:pt x="1905" y="3840"/>
                    <a:pt x="1905" y="3778"/>
                  </a:cubicBezTo>
                  <a:cubicBezTo>
                    <a:pt x="2035" y="3821"/>
                    <a:pt x="2170" y="3845"/>
                    <a:pt x="2305" y="3850"/>
                  </a:cubicBezTo>
                  <a:lnTo>
                    <a:pt x="2353" y="3850"/>
                  </a:lnTo>
                  <a:cubicBezTo>
                    <a:pt x="2507" y="3850"/>
                    <a:pt x="2661" y="3826"/>
                    <a:pt x="2810" y="3778"/>
                  </a:cubicBezTo>
                  <a:close/>
                  <a:moveTo>
                    <a:pt x="1925" y="1"/>
                  </a:moveTo>
                  <a:cubicBezTo>
                    <a:pt x="1217" y="5"/>
                    <a:pt x="650" y="573"/>
                    <a:pt x="650" y="1280"/>
                  </a:cubicBezTo>
                  <a:lnTo>
                    <a:pt x="650" y="1290"/>
                  </a:lnTo>
                  <a:cubicBezTo>
                    <a:pt x="650" y="1458"/>
                    <a:pt x="683" y="1617"/>
                    <a:pt x="760" y="1766"/>
                  </a:cubicBezTo>
                  <a:lnTo>
                    <a:pt x="861" y="1973"/>
                  </a:lnTo>
                  <a:lnTo>
                    <a:pt x="861" y="2301"/>
                  </a:lnTo>
                  <a:cubicBezTo>
                    <a:pt x="861" y="2806"/>
                    <a:pt x="1102" y="3277"/>
                    <a:pt x="1506" y="3571"/>
                  </a:cubicBezTo>
                  <a:lnTo>
                    <a:pt x="1506" y="3754"/>
                  </a:lnTo>
                  <a:cubicBezTo>
                    <a:pt x="1501" y="3855"/>
                    <a:pt x="1434" y="3941"/>
                    <a:pt x="1338" y="3970"/>
                  </a:cubicBezTo>
                  <a:lnTo>
                    <a:pt x="611" y="4182"/>
                  </a:lnTo>
                  <a:cubicBezTo>
                    <a:pt x="250" y="4288"/>
                    <a:pt x="0" y="4620"/>
                    <a:pt x="0" y="4995"/>
                  </a:cubicBezTo>
                  <a:lnTo>
                    <a:pt x="0" y="6876"/>
                  </a:lnTo>
                  <a:cubicBezTo>
                    <a:pt x="0" y="7011"/>
                    <a:pt x="101" y="7079"/>
                    <a:pt x="202" y="7079"/>
                  </a:cubicBezTo>
                  <a:cubicBezTo>
                    <a:pt x="303" y="7079"/>
                    <a:pt x="404" y="7011"/>
                    <a:pt x="404" y="6876"/>
                  </a:cubicBezTo>
                  <a:lnTo>
                    <a:pt x="404" y="4995"/>
                  </a:lnTo>
                  <a:cubicBezTo>
                    <a:pt x="404" y="4798"/>
                    <a:pt x="534" y="4625"/>
                    <a:pt x="727" y="4567"/>
                  </a:cubicBezTo>
                  <a:lnTo>
                    <a:pt x="1453" y="4360"/>
                  </a:lnTo>
                  <a:cubicBezTo>
                    <a:pt x="1511" y="4341"/>
                    <a:pt x="1573" y="4317"/>
                    <a:pt x="1626" y="4278"/>
                  </a:cubicBezTo>
                  <a:lnTo>
                    <a:pt x="1756" y="4408"/>
                  </a:lnTo>
                  <a:cubicBezTo>
                    <a:pt x="1920" y="4574"/>
                    <a:pt x="2136" y="4657"/>
                    <a:pt x="2354" y="4657"/>
                  </a:cubicBezTo>
                  <a:cubicBezTo>
                    <a:pt x="2571" y="4657"/>
                    <a:pt x="2788" y="4574"/>
                    <a:pt x="2954" y="4408"/>
                  </a:cubicBezTo>
                  <a:lnTo>
                    <a:pt x="3142" y="4220"/>
                  </a:lnTo>
                  <a:lnTo>
                    <a:pt x="3147" y="4216"/>
                  </a:lnTo>
                  <a:cubicBezTo>
                    <a:pt x="3233" y="4259"/>
                    <a:pt x="3330" y="4278"/>
                    <a:pt x="3431" y="4278"/>
                  </a:cubicBezTo>
                  <a:lnTo>
                    <a:pt x="3474" y="4278"/>
                  </a:lnTo>
                  <a:cubicBezTo>
                    <a:pt x="3633" y="4278"/>
                    <a:pt x="3792" y="4216"/>
                    <a:pt x="3907" y="4105"/>
                  </a:cubicBezTo>
                  <a:lnTo>
                    <a:pt x="6736" y="1430"/>
                  </a:lnTo>
                  <a:lnTo>
                    <a:pt x="7020" y="1709"/>
                  </a:lnTo>
                  <a:lnTo>
                    <a:pt x="3753" y="4976"/>
                  </a:lnTo>
                  <a:cubicBezTo>
                    <a:pt x="3556" y="5173"/>
                    <a:pt x="3440" y="5447"/>
                    <a:pt x="3445" y="5726"/>
                  </a:cubicBezTo>
                  <a:lnTo>
                    <a:pt x="3445" y="6876"/>
                  </a:lnTo>
                  <a:cubicBezTo>
                    <a:pt x="3445" y="7011"/>
                    <a:pt x="3545" y="7079"/>
                    <a:pt x="3645" y="7079"/>
                  </a:cubicBezTo>
                  <a:cubicBezTo>
                    <a:pt x="3745" y="7079"/>
                    <a:pt x="3845" y="7011"/>
                    <a:pt x="3845" y="6876"/>
                  </a:cubicBezTo>
                  <a:lnTo>
                    <a:pt x="3845" y="5726"/>
                  </a:lnTo>
                  <a:cubicBezTo>
                    <a:pt x="3845" y="5553"/>
                    <a:pt x="3917" y="5385"/>
                    <a:pt x="4042" y="5260"/>
                  </a:cubicBezTo>
                  <a:lnTo>
                    <a:pt x="7704" y="1598"/>
                  </a:lnTo>
                  <a:cubicBezTo>
                    <a:pt x="7862" y="1439"/>
                    <a:pt x="7925" y="1208"/>
                    <a:pt x="7867" y="997"/>
                  </a:cubicBezTo>
                  <a:lnTo>
                    <a:pt x="7737" y="477"/>
                  </a:lnTo>
                  <a:lnTo>
                    <a:pt x="7872" y="352"/>
                  </a:lnTo>
                  <a:cubicBezTo>
                    <a:pt x="7954" y="275"/>
                    <a:pt x="7954" y="145"/>
                    <a:pt x="7882" y="68"/>
                  </a:cubicBezTo>
                  <a:cubicBezTo>
                    <a:pt x="7841" y="25"/>
                    <a:pt x="7787" y="3"/>
                    <a:pt x="7732" y="3"/>
                  </a:cubicBezTo>
                  <a:cubicBezTo>
                    <a:pt x="7682" y="3"/>
                    <a:pt x="7632" y="22"/>
                    <a:pt x="7593" y="58"/>
                  </a:cubicBezTo>
                  <a:lnTo>
                    <a:pt x="3633" y="3811"/>
                  </a:lnTo>
                  <a:cubicBezTo>
                    <a:pt x="3590" y="3855"/>
                    <a:pt x="3532" y="3874"/>
                    <a:pt x="3474" y="3874"/>
                  </a:cubicBezTo>
                  <a:lnTo>
                    <a:pt x="3431" y="3874"/>
                  </a:lnTo>
                  <a:cubicBezTo>
                    <a:pt x="3301" y="3874"/>
                    <a:pt x="3200" y="3773"/>
                    <a:pt x="3200" y="3643"/>
                  </a:cubicBezTo>
                  <a:lnTo>
                    <a:pt x="3200" y="3585"/>
                  </a:lnTo>
                  <a:cubicBezTo>
                    <a:pt x="3267" y="3537"/>
                    <a:pt x="3330" y="3484"/>
                    <a:pt x="3392" y="3426"/>
                  </a:cubicBezTo>
                  <a:cubicBezTo>
                    <a:pt x="3681" y="3147"/>
                    <a:pt x="3845" y="2758"/>
                    <a:pt x="3845" y="2353"/>
                  </a:cubicBezTo>
                  <a:lnTo>
                    <a:pt x="3845" y="1973"/>
                  </a:lnTo>
                  <a:lnTo>
                    <a:pt x="3926" y="1810"/>
                  </a:lnTo>
                  <a:cubicBezTo>
                    <a:pt x="4013" y="1632"/>
                    <a:pt x="4061" y="1439"/>
                    <a:pt x="4061" y="1242"/>
                  </a:cubicBezTo>
                  <a:lnTo>
                    <a:pt x="4061" y="203"/>
                  </a:lnTo>
                  <a:cubicBezTo>
                    <a:pt x="4061" y="92"/>
                    <a:pt x="3970" y="1"/>
                    <a:pt x="3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87"/>
            <p:cNvSpPr/>
            <p:nvPr/>
          </p:nvSpPr>
          <p:spPr>
            <a:xfrm>
              <a:off x="1000938" y="2920644"/>
              <a:ext cx="213754" cy="179868"/>
            </a:xfrm>
            <a:custGeom>
              <a:rect b="b" l="l" r="r" t="t"/>
              <a:pathLst>
                <a:path extrusionOk="0" h="6858" w="8150">
                  <a:moveTo>
                    <a:pt x="633" y="1"/>
                  </a:moveTo>
                  <a:cubicBezTo>
                    <a:pt x="282" y="1"/>
                    <a:pt x="3" y="284"/>
                    <a:pt x="3" y="631"/>
                  </a:cubicBezTo>
                  <a:lnTo>
                    <a:pt x="3" y="6092"/>
                  </a:lnTo>
                  <a:cubicBezTo>
                    <a:pt x="1" y="6227"/>
                    <a:pt x="100" y="6294"/>
                    <a:pt x="201" y="6294"/>
                  </a:cubicBezTo>
                  <a:cubicBezTo>
                    <a:pt x="301" y="6294"/>
                    <a:pt x="402" y="6227"/>
                    <a:pt x="402" y="6092"/>
                  </a:cubicBezTo>
                  <a:lnTo>
                    <a:pt x="402" y="631"/>
                  </a:lnTo>
                  <a:cubicBezTo>
                    <a:pt x="402" y="506"/>
                    <a:pt x="508" y="405"/>
                    <a:pt x="633" y="405"/>
                  </a:cubicBezTo>
                  <a:lnTo>
                    <a:pt x="7519" y="405"/>
                  </a:lnTo>
                  <a:cubicBezTo>
                    <a:pt x="7644" y="405"/>
                    <a:pt x="7750" y="506"/>
                    <a:pt x="7750" y="631"/>
                  </a:cubicBezTo>
                  <a:lnTo>
                    <a:pt x="7750" y="6227"/>
                  </a:lnTo>
                  <a:cubicBezTo>
                    <a:pt x="7750" y="6352"/>
                    <a:pt x="7644" y="6458"/>
                    <a:pt x="7519" y="6458"/>
                  </a:cubicBezTo>
                  <a:lnTo>
                    <a:pt x="2919" y="6458"/>
                  </a:lnTo>
                  <a:cubicBezTo>
                    <a:pt x="2650" y="6458"/>
                    <a:pt x="2650" y="6857"/>
                    <a:pt x="2919" y="6857"/>
                  </a:cubicBezTo>
                  <a:lnTo>
                    <a:pt x="7519" y="6857"/>
                  </a:lnTo>
                  <a:cubicBezTo>
                    <a:pt x="7865" y="6857"/>
                    <a:pt x="8149" y="6573"/>
                    <a:pt x="8149" y="6227"/>
                  </a:cubicBezTo>
                  <a:lnTo>
                    <a:pt x="8149" y="636"/>
                  </a:lnTo>
                  <a:cubicBezTo>
                    <a:pt x="8149" y="284"/>
                    <a:pt x="7870" y="1"/>
                    <a:pt x="75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87"/>
            <p:cNvSpPr/>
            <p:nvPr/>
          </p:nvSpPr>
          <p:spPr>
            <a:xfrm>
              <a:off x="1027376" y="2954478"/>
              <a:ext cx="159044" cy="100819"/>
            </a:xfrm>
            <a:custGeom>
              <a:rect b="b" l="l" r="r" t="t"/>
              <a:pathLst>
                <a:path extrusionOk="0" h="3844" w="6064">
                  <a:moveTo>
                    <a:pt x="4793" y="0"/>
                  </a:moveTo>
                  <a:cubicBezTo>
                    <a:pt x="4524" y="0"/>
                    <a:pt x="4524" y="404"/>
                    <a:pt x="4793" y="404"/>
                  </a:cubicBezTo>
                  <a:lnTo>
                    <a:pt x="5380" y="404"/>
                  </a:lnTo>
                  <a:lnTo>
                    <a:pt x="3176" y="2608"/>
                  </a:lnTo>
                  <a:lnTo>
                    <a:pt x="2243" y="1675"/>
                  </a:lnTo>
                  <a:cubicBezTo>
                    <a:pt x="2202" y="1636"/>
                    <a:pt x="2150" y="1617"/>
                    <a:pt x="2099" y="1617"/>
                  </a:cubicBezTo>
                  <a:cubicBezTo>
                    <a:pt x="2047" y="1617"/>
                    <a:pt x="1995" y="1636"/>
                    <a:pt x="1954" y="1675"/>
                  </a:cubicBezTo>
                  <a:lnTo>
                    <a:pt x="131" y="3503"/>
                  </a:lnTo>
                  <a:cubicBezTo>
                    <a:pt x="1" y="3652"/>
                    <a:pt x="129" y="3843"/>
                    <a:pt x="280" y="3843"/>
                  </a:cubicBezTo>
                  <a:cubicBezTo>
                    <a:pt x="325" y="3843"/>
                    <a:pt x="372" y="3826"/>
                    <a:pt x="415" y="3787"/>
                  </a:cubicBezTo>
                  <a:lnTo>
                    <a:pt x="2099" y="2103"/>
                  </a:lnTo>
                  <a:lnTo>
                    <a:pt x="3032" y="3036"/>
                  </a:lnTo>
                  <a:cubicBezTo>
                    <a:pt x="3071" y="3077"/>
                    <a:pt x="3122" y="3098"/>
                    <a:pt x="3174" y="3098"/>
                  </a:cubicBezTo>
                  <a:cubicBezTo>
                    <a:pt x="3226" y="3098"/>
                    <a:pt x="3278" y="3077"/>
                    <a:pt x="3316" y="3036"/>
                  </a:cubicBezTo>
                  <a:lnTo>
                    <a:pt x="5664" y="693"/>
                  </a:lnTo>
                  <a:lnTo>
                    <a:pt x="5664" y="1285"/>
                  </a:lnTo>
                  <a:cubicBezTo>
                    <a:pt x="5664" y="1417"/>
                    <a:pt x="5764" y="1483"/>
                    <a:pt x="5864" y="1483"/>
                  </a:cubicBezTo>
                  <a:cubicBezTo>
                    <a:pt x="5964" y="1483"/>
                    <a:pt x="6064" y="1417"/>
                    <a:pt x="6064" y="1285"/>
                  </a:cubicBezTo>
                  <a:lnTo>
                    <a:pt x="6064" y="202"/>
                  </a:lnTo>
                  <a:cubicBezTo>
                    <a:pt x="6064" y="91"/>
                    <a:pt x="5977" y="0"/>
                    <a:pt x="58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9" name="Google Shape;14899;p87"/>
          <p:cNvGrpSpPr/>
          <p:nvPr/>
        </p:nvGrpSpPr>
        <p:grpSpPr>
          <a:xfrm>
            <a:off x="1274858" y="2929850"/>
            <a:ext cx="412191" cy="302665"/>
            <a:chOff x="1274858" y="2929850"/>
            <a:chExt cx="412191" cy="302665"/>
          </a:xfrm>
        </p:grpSpPr>
        <p:sp>
          <p:nvSpPr>
            <p:cNvPr id="14900" name="Google Shape;14900;p87"/>
            <p:cNvSpPr/>
            <p:nvPr/>
          </p:nvSpPr>
          <p:spPr>
            <a:xfrm>
              <a:off x="1300220" y="2935909"/>
              <a:ext cx="361467" cy="264662"/>
            </a:xfrm>
            <a:custGeom>
              <a:rect b="b" l="l" r="r" t="t"/>
              <a:pathLst>
                <a:path extrusionOk="0" h="10091" w="13782">
                  <a:moveTo>
                    <a:pt x="491" y="1"/>
                  </a:moveTo>
                  <a:cubicBezTo>
                    <a:pt x="222" y="1"/>
                    <a:pt x="1" y="222"/>
                    <a:pt x="1" y="492"/>
                  </a:cubicBezTo>
                  <a:lnTo>
                    <a:pt x="1" y="10091"/>
                  </a:lnTo>
                  <a:lnTo>
                    <a:pt x="13782" y="10091"/>
                  </a:lnTo>
                  <a:lnTo>
                    <a:pt x="13782" y="492"/>
                  </a:lnTo>
                  <a:cubicBezTo>
                    <a:pt x="13782" y="222"/>
                    <a:pt x="13560" y="1"/>
                    <a:pt x="13291"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87"/>
            <p:cNvSpPr/>
            <p:nvPr/>
          </p:nvSpPr>
          <p:spPr>
            <a:xfrm>
              <a:off x="1325976" y="2961795"/>
              <a:ext cx="309852" cy="206489"/>
            </a:xfrm>
            <a:custGeom>
              <a:rect b="b" l="l" r="r" t="t"/>
              <a:pathLst>
                <a:path extrusionOk="0" h="7873" w="11814">
                  <a:moveTo>
                    <a:pt x="0" y="0"/>
                  </a:moveTo>
                  <a:lnTo>
                    <a:pt x="0" y="7872"/>
                  </a:lnTo>
                  <a:lnTo>
                    <a:pt x="11813" y="7872"/>
                  </a:lnTo>
                  <a:lnTo>
                    <a:pt x="11813" y="0"/>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87"/>
            <p:cNvSpPr/>
            <p:nvPr/>
          </p:nvSpPr>
          <p:spPr>
            <a:xfrm>
              <a:off x="1325976" y="3129494"/>
              <a:ext cx="180865" cy="38790"/>
            </a:xfrm>
            <a:custGeom>
              <a:rect b="b" l="l" r="r" t="t"/>
              <a:pathLst>
                <a:path extrusionOk="0" h="1479" w="6896">
                  <a:moveTo>
                    <a:pt x="0" y="1"/>
                  </a:moveTo>
                  <a:lnTo>
                    <a:pt x="0" y="1478"/>
                  </a:lnTo>
                  <a:lnTo>
                    <a:pt x="6896" y="1478"/>
                  </a:lnTo>
                  <a:lnTo>
                    <a:pt x="6896" y="1"/>
                  </a:ln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87"/>
            <p:cNvSpPr/>
            <p:nvPr/>
          </p:nvSpPr>
          <p:spPr>
            <a:xfrm>
              <a:off x="1371140" y="3052149"/>
              <a:ext cx="90511" cy="90380"/>
            </a:xfrm>
            <a:custGeom>
              <a:rect b="b" l="l" r="r" t="t"/>
              <a:pathLst>
                <a:path extrusionOk="0" h="3446" w="3451">
                  <a:moveTo>
                    <a:pt x="1233" y="0"/>
                  </a:moveTo>
                  <a:lnTo>
                    <a:pt x="1233" y="337"/>
                  </a:lnTo>
                  <a:cubicBezTo>
                    <a:pt x="1233" y="433"/>
                    <a:pt x="1180" y="515"/>
                    <a:pt x="1098" y="559"/>
                  </a:cubicBezTo>
                  <a:lnTo>
                    <a:pt x="477" y="799"/>
                  </a:lnTo>
                  <a:cubicBezTo>
                    <a:pt x="189" y="910"/>
                    <a:pt x="1" y="1184"/>
                    <a:pt x="6" y="1487"/>
                  </a:cubicBezTo>
                  <a:lnTo>
                    <a:pt x="6" y="2950"/>
                  </a:lnTo>
                  <a:cubicBezTo>
                    <a:pt x="1" y="3224"/>
                    <a:pt x="222" y="3446"/>
                    <a:pt x="496" y="3446"/>
                  </a:cubicBezTo>
                  <a:lnTo>
                    <a:pt x="2955" y="3446"/>
                  </a:lnTo>
                  <a:cubicBezTo>
                    <a:pt x="3230" y="3446"/>
                    <a:pt x="3451" y="3224"/>
                    <a:pt x="3451" y="2950"/>
                  </a:cubicBezTo>
                  <a:lnTo>
                    <a:pt x="3451" y="1487"/>
                  </a:lnTo>
                  <a:cubicBezTo>
                    <a:pt x="3451" y="1184"/>
                    <a:pt x="3263" y="910"/>
                    <a:pt x="2979" y="799"/>
                  </a:cubicBezTo>
                  <a:lnTo>
                    <a:pt x="2354" y="559"/>
                  </a:lnTo>
                  <a:cubicBezTo>
                    <a:pt x="2272" y="515"/>
                    <a:pt x="2219" y="433"/>
                    <a:pt x="2219" y="337"/>
                  </a:cubicBezTo>
                  <a:lnTo>
                    <a:pt x="2219"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87"/>
            <p:cNvSpPr/>
            <p:nvPr/>
          </p:nvSpPr>
          <p:spPr>
            <a:xfrm>
              <a:off x="1506814" y="2961795"/>
              <a:ext cx="129013" cy="103258"/>
            </a:xfrm>
            <a:custGeom>
              <a:rect b="b" l="l" r="r" t="t"/>
              <a:pathLst>
                <a:path extrusionOk="0" h="3937" w="4919">
                  <a:moveTo>
                    <a:pt x="1" y="0"/>
                  </a:moveTo>
                  <a:lnTo>
                    <a:pt x="1" y="3936"/>
                  </a:lnTo>
                  <a:lnTo>
                    <a:pt x="4918" y="3936"/>
                  </a:lnTo>
                  <a:lnTo>
                    <a:pt x="4918"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87"/>
            <p:cNvSpPr/>
            <p:nvPr/>
          </p:nvSpPr>
          <p:spPr>
            <a:xfrm>
              <a:off x="1506814" y="3065027"/>
              <a:ext cx="129013" cy="103258"/>
            </a:xfrm>
            <a:custGeom>
              <a:rect b="b" l="l" r="r" t="t"/>
              <a:pathLst>
                <a:path extrusionOk="0" h="3937" w="4919">
                  <a:moveTo>
                    <a:pt x="1" y="0"/>
                  </a:moveTo>
                  <a:lnTo>
                    <a:pt x="1" y="3936"/>
                  </a:lnTo>
                  <a:lnTo>
                    <a:pt x="4918" y="3936"/>
                  </a:lnTo>
                  <a:lnTo>
                    <a:pt x="4918"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87"/>
            <p:cNvSpPr/>
            <p:nvPr/>
          </p:nvSpPr>
          <p:spPr>
            <a:xfrm>
              <a:off x="1280786" y="3194119"/>
              <a:ext cx="400337" cy="32339"/>
            </a:xfrm>
            <a:custGeom>
              <a:rect b="b" l="l" r="r" t="t"/>
              <a:pathLst>
                <a:path extrusionOk="0" h="1233" w="15264">
                  <a:moveTo>
                    <a:pt x="251" y="1"/>
                  </a:moveTo>
                  <a:cubicBezTo>
                    <a:pt x="111" y="1"/>
                    <a:pt x="5" y="111"/>
                    <a:pt x="5" y="246"/>
                  </a:cubicBezTo>
                  <a:lnTo>
                    <a:pt x="5" y="737"/>
                  </a:lnTo>
                  <a:cubicBezTo>
                    <a:pt x="1" y="1011"/>
                    <a:pt x="222" y="1232"/>
                    <a:pt x="496" y="1232"/>
                  </a:cubicBezTo>
                  <a:lnTo>
                    <a:pt x="14768" y="1232"/>
                  </a:lnTo>
                  <a:cubicBezTo>
                    <a:pt x="15042" y="1232"/>
                    <a:pt x="15264" y="1011"/>
                    <a:pt x="15264" y="737"/>
                  </a:cubicBezTo>
                  <a:lnTo>
                    <a:pt x="15264" y="246"/>
                  </a:lnTo>
                  <a:cubicBezTo>
                    <a:pt x="15264" y="111"/>
                    <a:pt x="15148" y="1"/>
                    <a:pt x="150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87"/>
            <p:cNvSpPr/>
            <p:nvPr/>
          </p:nvSpPr>
          <p:spPr>
            <a:xfrm>
              <a:off x="1442190" y="3194119"/>
              <a:ext cx="77528" cy="19330"/>
            </a:xfrm>
            <a:custGeom>
              <a:rect b="b" l="l" r="r" t="t"/>
              <a:pathLst>
                <a:path extrusionOk="0" h="737" w="2956">
                  <a:moveTo>
                    <a:pt x="1" y="1"/>
                  </a:moveTo>
                  <a:lnTo>
                    <a:pt x="347" y="520"/>
                  </a:lnTo>
                  <a:cubicBezTo>
                    <a:pt x="439" y="655"/>
                    <a:pt x="593" y="737"/>
                    <a:pt x="756" y="737"/>
                  </a:cubicBezTo>
                  <a:lnTo>
                    <a:pt x="2200" y="737"/>
                  </a:lnTo>
                  <a:cubicBezTo>
                    <a:pt x="2363" y="737"/>
                    <a:pt x="2517" y="655"/>
                    <a:pt x="2609" y="520"/>
                  </a:cubicBezTo>
                  <a:lnTo>
                    <a:pt x="2955" y="1"/>
                  </a:ln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87"/>
            <p:cNvSpPr/>
            <p:nvPr/>
          </p:nvSpPr>
          <p:spPr>
            <a:xfrm>
              <a:off x="1532570" y="3039140"/>
              <a:ext cx="77502" cy="26018"/>
            </a:xfrm>
            <a:custGeom>
              <a:rect b="b" l="l" r="r" t="t"/>
              <a:pathLst>
                <a:path extrusionOk="0" h="992" w="2955">
                  <a:moveTo>
                    <a:pt x="885" y="1"/>
                  </a:moveTo>
                  <a:lnTo>
                    <a:pt x="404" y="135"/>
                  </a:lnTo>
                  <a:cubicBezTo>
                    <a:pt x="164" y="203"/>
                    <a:pt x="0" y="390"/>
                    <a:pt x="0" y="602"/>
                  </a:cubicBezTo>
                  <a:lnTo>
                    <a:pt x="0" y="992"/>
                  </a:lnTo>
                  <a:lnTo>
                    <a:pt x="2955" y="992"/>
                  </a:lnTo>
                  <a:lnTo>
                    <a:pt x="2955" y="607"/>
                  </a:lnTo>
                  <a:cubicBezTo>
                    <a:pt x="2955" y="395"/>
                    <a:pt x="2791" y="208"/>
                    <a:pt x="2550" y="140"/>
                  </a:cubicBezTo>
                  <a:lnTo>
                    <a:pt x="2069" y="6"/>
                  </a:lnTo>
                  <a:lnTo>
                    <a:pt x="885" y="1"/>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87"/>
            <p:cNvSpPr/>
            <p:nvPr/>
          </p:nvSpPr>
          <p:spPr>
            <a:xfrm>
              <a:off x="1558430" y="3019837"/>
              <a:ext cx="25782" cy="32339"/>
            </a:xfrm>
            <a:custGeom>
              <a:rect b="b" l="l" r="r" t="t"/>
              <a:pathLst>
                <a:path extrusionOk="0" h="1233" w="983">
                  <a:moveTo>
                    <a:pt x="1" y="1"/>
                  </a:moveTo>
                  <a:lnTo>
                    <a:pt x="1" y="737"/>
                  </a:lnTo>
                  <a:cubicBezTo>
                    <a:pt x="1" y="1011"/>
                    <a:pt x="222" y="1232"/>
                    <a:pt x="491" y="1232"/>
                  </a:cubicBezTo>
                  <a:cubicBezTo>
                    <a:pt x="766" y="1232"/>
                    <a:pt x="982" y="1011"/>
                    <a:pt x="982" y="737"/>
                  </a:cubicBezTo>
                  <a:lnTo>
                    <a:pt x="982"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87"/>
            <p:cNvSpPr/>
            <p:nvPr/>
          </p:nvSpPr>
          <p:spPr>
            <a:xfrm>
              <a:off x="1552004" y="2987525"/>
              <a:ext cx="38764" cy="45216"/>
            </a:xfrm>
            <a:custGeom>
              <a:rect b="b" l="l" r="r" t="t"/>
              <a:pathLst>
                <a:path extrusionOk="0" h="1724" w="1478">
                  <a:moveTo>
                    <a:pt x="491" y="1"/>
                  </a:moveTo>
                  <a:cubicBezTo>
                    <a:pt x="217" y="1"/>
                    <a:pt x="0" y="222"/>
                    <a:pt x="0" y="492"/>
                  </a:cubicBezTo>
                  <a:lnTo>
                    <a:pt x="0" y="987"/>
                  </a:lnTo>
                  <a:cubicBezTo>
                    <a:pt x="0" y="1396"/>
                    <a:pt x="327" y="1723"/>
                    <a:pt x="736" y="1723"/>
                  </a:cubicBezTo>
                  <a:cubicBezTo>
                    <a:pt x="1145" y="1723"/>
                    <a:pt x="1477" y="1391"/>
                    <a:pt x="1473" y="982"/>
                  </a:cubicBezTo>
                  <a:lnTo>
                    <a:pt x="1473" y="492"/>
                  </a:lnTo>
                  <a:cubicBezTo>
                    <a:pt x="1473" y="222"/>
                    <a:pt x="1251" y="1"/>
                    <a:pt x="98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87"/>
            <p:cNvSpPr/>
            <p:nvPr/>
          </p:nvSpPr>
          <p:spPr>
            <a:xfrm>
              <a:off x="1551900" y="2987525"/>
              <a:ext cx="25860" cy="45164"/>
            </a:xfrm>
            <a:custGeom>
              <a:rect b="b" l="l" r="r" t="t"/>
              <a:pathLst>
                <a:path extrusionOk="0" h="1722" w="986">
                  <a:moveTo>
                    <a:pt x="495" y="1"/>
                  </a:moveTo>
                  <a:cubicBezTo>
                    <a:pt x="221" y="1"/>
                    <a:pt x="4" y="222"/>
                    <a:pt x="4" y="492"/>
                  </a:cubicBezTo>
                  <a:lnTo>
                    <a:pt x="4" y="982"/>
                  </a:lnTo>
                  <a:cubicBezTo>
                    <a:pt x="0" y="1406"/>
                    <a:pt x="341" y="1722"/>
                    <a:pt x="730" y="1722"/>
                  </a:cubicBezTo>
                  <a:cubicBezTo>
                    <a:pt x="814" y="1722"/>
                    <a:pt x="900" y="1707"/>
                    <a:pt x="986" y="1675"/>
                  </a:cubicBezTo>
                  <a:cubicBezTo>
                    <a:pt x="692" y="1574"/>
                    <a:pt x="495" y="1295"/>
                    <a:pt x="495" y="987"/>
                  </a:cubicBezTo>
                  <a:lnTo>
                    <a:pt x="495" y="492"/>
                  </a:lnTo>
                  <a:cubicBezTo>
                    <a:pt x="495" y="222"/>
                    <a:pt x="716" y="1"/>
                    <a:pt x="98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87"/>
            <p:cNvSpPr/>
            <p:nvPr/>
          </p:nvSpPr>
          <p:spPr>
            <a:xfrm>
              <a:off x="1552004" y="2987525"/>
              <a:ext cx="38764" cy="19225"/>
            </a:xfrm>
            <a:custGeom>
              <a:rect b="b" l="l" r="r" t="t"/>
              <a:pathLst>
                <a:path extrusionOk="0" h="733" w="1478">
                  <a:moveTo>
                    <a:pt x="491" y="1"/>
                  </a:moveTo>
                  <a:cubicBezTo>
                    <a:pt x="221" y="1"/>
                    <a:pt x="0" y="222"/>
                    <a:pt x="0" y="492"/>
                  </a:cubicBezTo>
                  <a:cubicBezTo>
                    <a:pt x="481" y="636"/>
                    <a:pt x="977" y="718"/>
                    <a:pt x="1477" y="732"/>
                  </a:cubicBezTo>
                  <a:lnTo>
                    <a:pt x="1477" y="492"/>
                  </a:lnTo>
                  <a:cubicBezTo>
                    <a:pt x="1477" y="222"/>
                    <a:pt x="1256" y="1"/>
                    <a:pt x="982"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87"/>
            <p:cNvSpPr/>
            <p:nvPr/>
          </p:nvSpPr>
          <p:spPr>
            <a:xfrm>
              <a:off x="1552004" y="2987525"/>
              <a:ext cx="25755" cy="16051"/>
            </a:xfrm>
            <a:custGeom>
              <a:rect b="b" l="l" r="r" t="t"/>
              <a:pathLst>
                <a:path extrusionOk="0" h="612" w="982">
                  <a:moveTo>
                    <a:pt x="491" y="1"/>
                  </a:moveTo>
                  <a:cubicBezTo>
                    <a:pt x="217" y="1"/>
                    <a:pt x="0" y="222"/>
                    <a:pt x="0" y="492"/>
                  </a:cubicBezTo>
                  <a:cubicBezTo>
                    <a:pt x="159" y="540"/>
                    <a:pt x="322" y="583"/>
                    <a:pt x="491" y="612"/>
                  </a:cubicBezTo>
                  <a:lnTo>
                    <a:pt x="491" y="492"/>
                  </a:lnTo>
                  <a:cubicBezTo>
                    <a:pt x="491" y="222"/>
                    <a:pt x="712" y="1"/>
                    <a:pt x="98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87"/>
            <p:cNvSpPr/>
            <p:nvPr/>
          </p:nvSpPr>
          <p:spPr>
            <a:xfrm>
              <a:off x="1532570" y="3142372"/>
              <a:ext cx="77502" cy="25913"/>
            </a:xfrm>
            <a:custGeom>
              <a:rect b="b" l="l" r="r" t="t"/>
              <a:pathLst>
                <a:path extrusionOk="0" h="988" w="2955">
                  <a:moveTo>
                    <a:pt x="2069" y="1"/>
                  </a:moveTo>
                  <a:lnTo>
                    <a:pt x="885" y="6"/>
                  </a:lnTo>
                  <a:lnTo>
                    <a:pt x="404" y="140"/>
                  </a:lnTo>
                  <a:cubicBezTo>
                    <a:pt x="164" y="203"/>
                    <a:pt x="0" y="395"/>
                    <a:pt x="0" y="607"/>
                  </a:cubicBezTo>
                  <a:lnTo>
                    <a:pt x="0" y="987"/>
                  </a:lnTo>
                  <a:lnTo>
                    <a:pt x="2955" y="987"/>
                  </a:lnTo>
                  <a:lnTo>
                    <a:pt x="2955" y="602"/>
                  </a:lnTo>
                  <a:cubicBezTo>
                    <a:pt x="2955" y="390"/>
                    <a:pt x="2791" y="203"/>
                    <a:pt x="2550" y="135"/>
                  </a:cubicBezTo>
                  <a:lnTo>
                    <a:pt x="2069" y="1"/>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87"/>
            <p:cNvSpPr/>
            <p:nvPr/>
          </p:nvSpPr>
          <p:spPr>
            <a:xfrm>
              <a:off x="1558430" y="3123068"/>
              <a:ext cx="25782" cy="32339"/>
            </a:xfrm>
            <a:custGeom>
              <a:rect b="b" l="l" r="r" t="t"/>
              <a:pathLst>
                <a:path extrusionOk="0" h="1233" w="983">
                  <a:moveTo>
                    <a:pt x="1" y="1"/>
                  </a:moveTo>
                  <a:lnTo>
                    <a:pt x="1" y="742"/>
                  </a:lnTo>
                  <a:cubicBezTo>
                    <a:pt x="1" y="1011"/>
                    <a:pt x="222" y="1232"/>
                    <a:pt x="491" y="1232"/>
                  </a:cubicBezTo>
                  <a:cubicBezTo>
                    <a:pt x="766" y="1232"/>
                    <a:pt x="982" y="1011"/>
                    <a:pt x="982" y="742"/>
                  </a:cubicBezTo>
                  <a:lnTo>
                    <a:pt x="982"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87"/>
            <p:cNvSpPr/>
            <p:nvPr/>
          </p:nvSpPr>
          <p:spPr>
            <a:xfrm>
              <a:off x="1552004" y="3090887"/>
              <a:ext cx="38633" cy="45216"/>
            </a:xfrm>
            <a:custGeom>
              <a:rect b="b" l="l" r="r" t="t"/>
              <a:pathLst>
                <a:path extrusionOk="0" h="1724" w="1473">
                  <a:moveTo>
                    <a:pt x="491" y="1"/>
                  </a:moveTo>
                  <a:cubicBezTo>
                    <a:pt x="217" y="1"/>
                    <a:pt x="0" y="222"/>
                    <a:pt x="0" y="491"/>
                  </a:cubicBezTo>
                  <a:lnTo>
                    <a:pt x="0" y="987"/>
                  </a:lnTo>
                  <a:cubicBezTo>
                    <a:pt x="0" y="1391"/>
                    <a:pt x="327" y="1723"/>
                    <a:pt x="736" y="1723"/>
                  </a:cubicBezTo>
                  <a:cubicBezTo>
                    <a:pt x="1145" y="1723"/>
                    <a:pt x="1473" y="1391"/>
                    <a:pt x="1473" y="987"/>
                  </a:cubicBezTo>
                  <a:lnTo>
                    <a:pt x="1473" y="491"/>
                  </a:lnTo>
                  <a:cubicBezTo>
                    <a:pt x="1473" y="222"/>
                    <a:pt x="1251" y="1"/>
                    <a:pt x="98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87"/>
            <p:cNvSpPr/>
            <p:nvPr/>
          </p:nvSpPr>
          <p:spPr>
            <a:xfrm>
              <a:off x="1551900" y="3090887"/>
              <a:ext cx="25860" cy="45164"/>
            </a:xfrm>
            <a:custGeom>
              <a:rect b="b" l="l" r="r" t="t"/>
              <a:pathLst>
                <a:path extrusionOk="0" h="1722" w="986">
                  <a:moveTo>
                    <a:pt x="495" y="1"/>
                  </a:moveTo>
                  <a:cubicBezTo>
                    <a:pt x="221" y="1"/>
                    <a:pt x="4" y="217"/>
                    <a:pt x="4" y="491"/>
                  </a:cubicBezTo>
                  <a:lnTo>
                    <a:pt x="4" y="982"/>
                  </a:lnTo>
                  <a:cubicBezTo>
                    <a:pt x="0" y="1405"/>
                    <a:pt x="341" y="1721"/>
                    <a:pt x="730" y="1721"/>
                  </a:cubicBezTo>
                  <a:cubicBezTo>
                    <a:pt x="814" y="1721"/>
                    <a:pt x="900" y="1707"/>
                    <a:pt x="986" y="1675"/>
                  </a:cubicBezTo>
                  <a:cubicBezTo>
                    <a:pt x="692" y="1574"/>
                    <a:pt x="495" y="1295"/>
                    <a:pt x="495" y="982"/>
                  </a:cubicBezTo>
                  <a:lnTo>
                    <a:pt x="495" y="491"/>
                  </a:lnTo>
                  <a:cubicBezTo>
                    <a:pt x="495" y="217"/>
                    <a:pt x="716" y="1"/>
                    <a:pt x="98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87"/>
            <p:cNvSpPr/>
            <p:nvPr/>
          </p:nvSpPr>
          <p:spPr>
            <a:xfrm>
              <a:off x="1552004" y="3090887"/>
              <a:ext cx="38764" cy="19199"/>
            </a:xfrm>
            <a:custGeom>
              <a:rect b="b" l="l" r="r" t="t"/>
              <a:pathLst>
                <a:path extrusionOk="0" h="732" w="1478">
                  <a:moveTo>
                    <a:pt x="990" y="0"/>
                  </a:moveTo>
                  <a:cubicBezTo>
                    <a:pt x="988" y="0"/>
                    <a:pt x="985" y="1"/>
                    <a:pt x="982" y="1"/>
                  </a:cubicBezTo>
                  <a:lnTo>
                    <a:pt x="491" y="1"/>
                  </a:lnTo>
                  <a:cubicBezTo>
                    <a:pt x="221" y="1"/>
                    <a:pt x="0" y="217"/>
                    <a:pt x="0" y="491"/>
                  </a:cubicBezTo>
                  <a:cubicBezTo>
                    <a:pt x="481" y="631"/>
                    <a:pt x="977" y="713"/>
                    <a:pt x="1477" y="732"/>
                  </a:cubicBezTo>
                  <a:lnTo>
                    <a:pt x="1477" y="491"/>
                  </a:lnTo>
                  <a:cubicBezTo>
                    <a:pt x="1477" y="220"/>
                    <a:pt x="1261" y="0"/>
                    <a:pt x="990"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87"/>
            <p:cNvSpPr/>
            <p:nvPr/>
          </p:nvSpPr>
          <p:spPr>
            <a:xfrm>
              <a:off x="1552004" y="3090887"/>
              <a:ext cx="25755" cy="16051"/>
            </a:xfrm>
            <a:custGeom>
              <a:rect b="b" l="l" r="r" t="t"/>
              <a:pathLst>
                <a:path extrusionOk="0" h="612" w="982">
                  <a:moveTo>
                    <a:pt x="491" y="1"/>
                  </a:moveTo>
                  <a:cubicBezTo>
                    <a:pt x="217" y="1"/>
                    <a:pt x="0" y="217"/>
                    <a:pt x="0" y="491"/>
                  </a:cubicBezTo>
                  <a:cubicBezTo>
                    <a:pt x="159" y="539"/>
                    <a:pt x="322" y="578"/>
                    <a:pt x="491" y="612"/>
                  </a:cubicBezTo>
                  <a:lnTo>
                    <a:pt x="491" y="491"/>
                  </a:lnTo>
                  <a:cubicBezTo>
                    <a:pt x="491" y="217"/>
                    <a:pt x="712" y="1"/>
                    <a:pt x="98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87"/>
            <p:cNvSpPr/>
            <p:nvPr/>
          </p:nvSpPr>
          <p:spPr>
            <a:xfrm>
              <a:off x="1403452" y="3045697"/>
              <a:ext cx="25913" cy="38659"/>
            </a:xfrm>
            <a:custGeom>
              <a:rect b="b" l="l" r="r" t="t"/>
              <a:pathLst>
                <a:path extrusionOk="0" h="1474" w="988">
                  <a:moveTo>
                    <a:pt x="1" y="1"/>
                  </a:moveTo>
                  <a:lnTo>
                    <a:pt x="1" y="983"/>
                  </a:lnTo>
                  <a:cubicBezTo>
                    <a:pt x="1" y="1257"/>
                    <a:pt x="222" y="1473"/>
                    <a:pt x="496" y="1473"/>
                  </a:cubicBezTo>
                  <a:cubicBezTo>
                    <a:pt x="766" y="1473"/>
                    <a:pt x="987" y="1252"/>
                    <a:pt x="987" y="983"/>
                  </a:cubicBezTo>
                  <a:lnTo>
                    <a:pt x="987"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87"/>
            <p:cNvSpPr/>
            <p:nvPr/>
          </p:nvSpPr>
          <p:spPr>
            <a:xfrm>
              <a:off x="1390574" y="2993977"/>
              <a:ext cx="51642" cy="58199"/>
            </a:xfrm>
            <a:custGeom>
              <a:rect b="b" l="l" r="r" t="t"/>
              <a:pathLst>
                <a:path extrusionOk="0" h="2219" w="1969">
                  <a:moveTo>
                    <a:pt x="742" y="0"/>
                  </a:moveTo>
                  <a:cubicBezTo>
                    <a:pt x="333" y="0"/>
                    <a:pt x="1" y="332"/>
                    <a:pt x="1" y="741"/>
                  </a:cubicBezTo>
                  <a:lnTo>
                    <a:pt x="1" y="1232"/>
                  </a:lnTo>
                  <a:cubicBezTo>
                    <a:pt x="1" y="1776"/>
                    <a:pt x="444" y="2218"/>
                    <a:pt x="987" y="2218"/>
                  </a:cubicBezTo>
                  <a:cubicBezTo>
                    <a:pt x="1531" y="2218"/>
                    <a:pt x="1969" y="1776"/>
                    <a:pt x="1969" y="1232"/>
                  </a:cubicBezTo>
                  <a:lnTo>
                    <a:pt x="1969" y="741"/>
                  </a:lnTo>
                  <a:cubicBezTo>
                    <a:pt x="1969" y="332"/>
                    <a:pt x="1642" y="0"/>
                    <a:pt x="1233"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87"/>
            <p:cNvSpPr/>
            <p:nvPr/>
          </p:nvSpPr>
          <p:spPr>
            <a:xfrm>
              <a:off x="1390574" y="2993977"/>
              <a:ext cx="35486" cy="58120"/>
            </a:xfrm>
            <a:custGeom>
              <a:rect b="b" l="l" r="r" t="t"/>
              <a:pathLst>
                <a:path extrusionOk="0" h="2216" w="1353">
                  <a:moveTo>
                    <a:pt x="742" y="0"/>
                  </a:moveTo>
                  <a:cubicBezTo>
                    <a:pt x="333" y="0"/>
                    <a:pt x="1" y="332"/>
                    <a:pt x="1" y="741"/>
                  </a:cubicBezTo>
                  <a:lnTo>
                    <a:pt x="1" y="1232"/>
                  </a:lnTo>
                  <a:cubicBezTo>
                    <a:pt x="1" y="1796"/>
                    <a:pt x="463" y="2216"/>
                    <a:pt x="981" y="2216"/>
                  </a:cubicBezTo>
                  <a:cubicBezTo>
                    <a:pt x="1104" y="2216"/>
                    <a:pt x="1230" y="2192"/>
                    <a:pt x="1353" y="2141"/>
                  </a:cubicBezTo>
                  <a:cubicBezTo>
                    <a:pt x="982" y="1992"/>
                    <a:pt x="737" y="1631"/>
                    <a:pt x="737" y="1232"/>
                  </a:cubicBezTo>
                  <a:lnTo>
                    <a:pt x="737" y="741"/>
                  </a:lnTo>
                  <a:cubicBezTo>
                    <a:pt x="737" y="380"/>
                    <a:pt x="1002" y="72"/>
                    <a:pt x="1353" y="15"/>
                  </a:cubicBezTo>
                  <a:cubicBezTo>
                    <a:pt x="1315" y="5"/>
                    <a:pt x="1276" y="5"/>
                    <a:pt x="1233"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87"/>
            <p:cNvSpPr/>
            <p:nvPr/>
          </p:nvSpPr>
          <p:spPr>
            <a:xfrm>
              <a:off x="1390574" y="2993977"/>
              <a:ext cx="51642" cy="25887"/>
            </a:xfrm>
            <a:custGeom>
              <a:rect b="b" l="l" r="r" t="t"/>
              <a:pathLst>
                <a:path extrusionOk="0" h="987" w="1969">
                  <a:moveTo>
                    <a:pt x="737" y="0"/>
                  </a:moveTo>
                  <a:cubicBezTo>
                    <a:pt x="333" y="0"/>
                    <a:pt x="1" y="332"/>
                    <a:pt x="1" y="741"/>
                  </a:cubicBezTo>
                  <a:cubicBezTo>
                    <a:pt x="1" y="741"/>
                    <a:pt x="742" y="987"/>
                    <a:pt x="1969" y="987"/>
                  </a:cubicBezTo>
                  <a:lnTo>
                    <a:pt x="1969" y="741"/>
                  </a:lnTo>
                  <a:cubicBezTo>
                    <a:pt x="1969" y="332"/>
                    <a:pt x="1637" y="0"/>
                    <a:pt x="1233"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87"/>
            <p:cNvSpPr/>
            <p:nvPr/>
          </p:nvSpPr>
          <p:spPr>
            <a:xfrm>
              <a:off x="1390574" y="2993977"/>
              <a:ext cx="35486" cy="23605"/>
            </a:xfrm>
            <a:custGeom>
              <a:rect b="b" l="l" r="r" t="t"/>
              <a:pathLst>
                <a:path extrusionOk="0" h="900" w="1353">
                  <a:moveTo>
                    <a:pt x="742" y="0"/>
                  </a:moveTo>
                  <a:cubicBezTo>
                    <a:pt x="333" y="0"/>
                    <a:pt x="1" y="332"/>
                    <a:pt x="1" y="741"/>
                  </a:cubicBezTo>
                  <a:cubicBezTo>
                    <a:pt x="241" y="813"/>
                    <a:pt x="492" y="866"/>
                    <a:pt x="742" y="900"/>
                  </a:cubicBezTo>
                  <a:lnTo>
                    <a:pt x="742" y="741"/>
                  </a:lnTo>
                  <a:lnTo>
                    <a:pt x="737" y="741"/>
                  </a:lnTo>
                  <a:cubicBezTo>
                    <a:pt x="737" y="380"/>
                    <a:pt x="1002" y="72"/>
                    <a:pt x="1353" y="15"/>
                  </a:cubicBezTo>
                  <a:cubicBezTo>
                    <a:pt x="1315" y="5"/>
                    <a:pt x="1276" y="0"/>
                    <a:pt x="123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87"/>
            <p:cNvSpPr/>
            <p:nvPr/>
          </p:nvSpPr>
          <p:spPr>
            <a:xfrm>
              <a:off x="1371140" y="3079662"/>
              <a:ext cx="90511" cy="62867"/>
            </a:xfrm>
            <a:custGeom>
              <a:rect b="b" l="l" r="r" t="t"/>
              <a:pathLst>
                <a:path extrusionOk="0" h="2397" w="3451">
                  <a:moveTo>
                    <a:pt x="150" y="0"/>
                  </a:moveTo>
                  <a:cubicBezTo>
                    <a:pt x="54" y="130"/>
                    <a:pt x="6" y="279"/>
                    <a:pt x="6" y="438"/>
                  </a:cubicBezTo>
                  <a:lnTo>
                    <a:pt x="6" y="1901"/>
                  </a:lnTo>
                  <a:cubicBezTo>
                    <a:pt x="1" y="2175"/>
                    <a:pt x="222" y="2397"/>
                    <a:pt x="496" y="2397"/>
                  </a:cubicBezTo>
                  <a:lnTo>
                    <a:pt x="2955" y="2397"/>
                  </a:lnTo>
                  <a:cubicBezTo>
                    <a:pt x="3230" y="2397"/>
                    <a:pt x="3451" y="2175"/>
                    <a:pt x="3451" y="1901"/>
                  </a:cubicBezTo>
                  <a:lnTo>
                    <a:pt x="3451" y="438"/>
                  </a:lnTo>
                  <a:cubicBezTo>
                    <a:pt x="3446" y="279"/>
                    <a:pt x="3398" y="130"/>
                    <a:pt x="3302" y="0"/>
                  </a:cubicBezTo>
                  <a:lnTo>
                    <a:pt x="2464" y="674"/>
                  </a:lnTo>
                  <a:lnTo>
                    <a:pt x="2464" y="1656"/>
                  </a:lnTo>
                  <a:lnTo>
                    <a:pt x="987" y="1656"/>
                  </a:lnTo>
                  <a:lnTo>
                    <a:pt x="987" y="674"/>
                  </a:lnTo>
                  <a:lnTo>
                    <a:pt x="150"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87"/>
            <p:cNvSpPr/>
            <p:nvPr/>
          </p:nvSpPr>
          <p:spPr>
            <a:xfrm>
              <a:off x="1320048" y="2955737"/>
              <a:ext cx="321838" cy="218606"/>
            </a:xfrm>
            <a:custGeom>
              <a:rect b="b" l="l" r="r" t="t"/>
              <a:pathLst>
                <a:path extrusionOk="0" h="8335" w="12271">
                  <a:moveTo>
                    <a:pt x="3922" y="1689"/>
                  </a:moveTo>
                  <a:cubicBezTo>
                    <a:pt x="4201" y="1689"/>
                    <a:pt x="4427" y="1915"/>
                    <a:pt x="4427" y="2199"/>
                  </a:cubicBezTo>
                  <a:lnTo>
                    <a:pt x="4427" y="2690"/>
                  </a:lnTo>
                  <a:cubicBezTo>
                    <a:pt x="4427" y="3109"/>
                    <a:pt x="4090" y="3445"/>
                    <a:pt x="3671" y="3445"/>
                  </a:cubicBezTo>
                  <a:cubicBezTo>
                    <a:pt x="3258" y="3445"/>
                    <a:pt x="2921" y="3109"/>
                    <a:pt x="2921" y="2690"/>
                  </a:cubicBezTo>
                  <a:lnTo>
                    <a:pt x="2921" y="2199"/>
                  </a:lnTo>
                  <a:cubicBezTo>
                    <a:pt x="2921" y="1915"/>
                    <a:pt x="3147" y="1689"/>
                    <a:pt x="3426" y="1689"/>
                  </a:cubicBezTo>
                  <a:close/>
                  <a:moveTo>
                    <a:pt x="9826" y="1444"/>
                  </a:moveTo>
                  <a:cubicBezTo>
                    <a:pt x="9970" y="1444"/>
                    <a:pt x="10090" y="1559"/>
                    <a:pt x="10090" y="1704"/>
                  </a:cubicBezTo>
                  <a:lnTo>
                    <a:pt x="10090" y="2445"/>
                  </a:lnTo>
                  <a:cubicBezTo>
                    <a:pt x="10086" y="2536"/>
                    <a:pt x="10037" y="2623"/>
                    <a:pt x="9956" y="2666"/>
                  </a:cubicBezTo>
                  <a:cubicBezTo>
                    <a:pt x="9883" y="2709"/>
                    <a:pt x="9840" y="2786"/>
                    <a:pt x="9840" y="2868"/>
                  </a:cubicBezTo>
                  <a:lnTo>
                    <a:pt x="9840" y="3234"/>
                  </a:lnTo>
                  <a:cubicBezTo>
                    <a:pt x="9840" y="3340"/>
                    <a:pt x="9912" y="3431"/>
                    <a:pt x="10018" y="3460"/>
                  </a:cubicBezTo>
                  <a:lnTo>
                    <a:pt x="10629" y="3614"/>
                  </a:lnTo>
                  <a:cubicBezTo>
                    <a:pt x="10745" y="3643"/>
                    <a:pt x="10827" y="3749"/>
                    <a:pt x="10827" y="3869"/>
                  </a:cubicBezTo>
                  <a:lnTo>
                    <a:pt x="10827" y="3936"/>
                  </a:lnTo>
                  <a:lnTo>
                    <a:pt x="8334" y="3936"/>
                  </a:lnTo>
                  <a:lnTo>
                    <a:pt x="8334" y="3869"/>
                  </a:lnTo>
                  <a:cubicBezTo>
                    <a:pt x="8334" y="3749"/>
                    <a:pt x="8416" y="3643"/>
                    <a:pt x="8531" y="3614"/>
                  </a:cubicBezTo>
                  <a:lnTo>
                    <a:pt x="9142" y="3465"/>
                  </a:lnTo>
                  <a:cubicBezTo>
                    <a:pt x="9248" y="3436"/>
                    <a:pt x="9320" y="3344"/>
                    <a:pt x="9320" y="3238"/>
                  </a:cubicBezTo>
                  <a:lnTo>
                    <a:pt x="9320" y="2873"/>
                  </a:lnTo>
                  <a:cubicBezTo>
                    <a:pt x="9320" y="2786"/>
                    <a:pt x="9277" y="2709"/>
                    <a:pt x="9205" y="2671"/>
                  </a:cubicBezTo>
                  <a:cubicBezTo>
                    <a:pt x="9123" y="2623"/>
                    <a:pt x="9070" y="2536"/>
                    <a:pt x="9070" y="2445"/>
                  </a:cubicBezTo>
                  <a:lnTo>
                    <a:pt x="9070" y="1704"/>
                  </a:lnTo>
                  <a:cubicBezTo>
                    <a:pt x="9070" y="1559"/>
                    <a:pt x="9191" y="1444"/>
                    <a:pt x="9335" y="1444"/>
                  </a:cubicBezTo>
                  <a:close/>
                  <a:moveTo>
                    <a:pt x="11813" y="457"/>
                  </a:moveTo>
                  <a:lnTo>
                    <a:pt x="11813" y="3936"/>
                  </a:lnTo>
                  <a:lnTo>
                    <a:pt x="11288" y="3936"/>
                  </a:lnTo>
                  <a:lnTo>
                    <a:pt x="11288" y="3869"/>
                  </a:lnTo>
                  <a:cubicBezTo>
                    <a:pt x="11288" y="3537"/>
                    <a:pt x="11062" y="3248"/>
                    <a:pt x="10740" y="3166"/>
                  </a:cubicBezTo>
                  <a:lnTo>
                    <a:pt x="10302" y="3060"/>
                  </a:lnTo>
                  <a:lnTo>
                    <a:pt x="10302" y="2988"/>
                  </a:lnTo>
                  <a:cubicBezTo>
                    <a:pt x="10461" y="2849"/>
                    <a:pt x="10547" y="2651"/>
                    <a:pt x="10547" y="2445"/>
                  </a:cubicBezTo>
                  <a:lnTo>
                    <a:pt x="10547" y="1704"/>
                  </a:lnTo>
                  <a:cubicBezTo>
                    <a:pt x="10547" y="1304"/>
                    <a:pt x="10225" y="982"/>
                    <a:pt x="9826" y="982"/>
                  </a:cubicBezTo>
                  <a:lnTo>
                    <a:pt x="9335" y="982"/>
                  </a:lnTo>
                  <a:cubicBezTo>
                    <a:pt x="8936" y="982"/>
                    <a:pt x="8613" y="1304"/>
                    <a:pt x="8613" y="1704"/>
                  </a:cubicBezTo>
                  <a:lnTo>
                    <a:pt x="8613" y="2445"/>
                  </a:lnTo>
                  <a:cubicBezTo>
                    <a:pt x="8613" y="2651"/>
                    <a:pt x="8705" y="2849"/>
                    <a:pt x="8859" y="2983"/>
                  </a:cubicBezTo>
                  <a:lnTo>
                    <a:pt x="8859" y="3056"/>
                  </a:lnTo>
                  <a:lnTo>
                    <a:pt x="8421" y="3166"/>
                  </a:lnTo>
                  <a:cubicBezTo>
                    <a:pt x="8098" y="3243"/>
                    <a:pt x="7872" y="3532"/>
                    <a:pt x="7872" y="3864"/>
                  </a:cubicBezTo>
                  <a:lnTo>
                    <a:pt x="7872" y="3936"/>
                  </a:lnTo>
                  <a:lnTo>
                    <a:pt x="7352" y="3936"/>
                  </a:lnTo>
                  <a:lnTo>
                    <a:pt x="7352" y="462"/>
                  </a:lnTo>
                  <a:lnTo>
                    <a:pt x="11813" y="457"/>
                  </a:lnTo>
                  <a:close/>
                  <a:moveTo>
                    <a:pt x="3936" y="3907"/>
                  </a:moveTo>
                  <a:lnTo>
                    <a:pt x="3936" y="4013"/>
                  </a:lnTo>
                  <a:cubicBezTo>
                    <a:pt x="3936" y="4100"/>
                    <a:pt x="3955" y="4182"/>
                    <a:pt x="3999" y="4254"/>
                  </a:cubicBezTo>
                  <a:lnTo>
                    <a:pt x="3686" y="4571"/>
                  </a:lnTo>
                  <a:cubicBezTo>
                    <a:pt x="3681" y="4574"/>
                    <a:pt x="3676" y="4575"/>
                    <a:pt x="3672" y="4575"/>
                  </a:cubicBezTo>
                  <a:cubicBezTo>
                    <a:pt x="3668" y="4575"/>
                    <a:pt x="3664" y="4574"/>
                    <a:pt x="3662" y="4571"/>
                  </a:cubicBezTo>
                  <a:lnTo>
                    <a:pt x="3349" y="4254"/>
                  </a:lnTo>
                  <a:cubicBezTo>
                    <a:pt x="3392" y="4182"/>
                    <a:pt x="3412" y="4100"/>
                    <a:pt x="3412" y="4013"/>
                  </a:cubicBezTo>
                  <a:lnTo>
                    <a:pt x="3412" y="3907"/>
                  </a:lnTo>
                  <a:close/>
                  <a:moveTo>
                    <a:pt x="4388" y="4514"/>
                  </a:moveTo>
                  <a:lnTo>
                    <a:pt x="4841" y="4692"/>
                  </a:lnTo>
                  <a:cubicBezTo>
                    <a:pt x="5038" y="4769"/>
                    <a:pt x="5163" y="4956"/>
                    <a:pt x="5163" y="5163"/>
                  </a:cubicBezTo>
                  <a:lnTo>
                    <a:pt x="5163" y="6631"/>
                  </a:lnTo>
                  <a:cubicBezTo>
                    <a:pt x="5163" y="6775"/>
                    <a:pt x="5048" y="6891"/>
                    <a:pt x="4903" y="6891"/>
                  </a:cubicBezTo>
                  <a:lnTo>
                    <a:pt x="3902" y="6891"/>
                  </a:lnTo>
                  <a:lnTo>
                    <a:pt x="3902" y="6612"/>
                  </a:lnTo>
                  <a:lnTo>
                    <a:pt x="4412" y="6612"/>
                  </a:lnTo>
                  <a:cubicBezTo>
                    <a:pt x="4538" y="6612"/>
                    <a:pt x="4643" y="6510"/>
                    <a:pt x="4643" y="6381"/>
                  </a:cubicBezTo>
                  <a:lnTo>
                    <a:pt x="4643" y="5644"/>
                  </a:lnTo>
                  <a:cubicBezTo>
                    <a:pt x="4643" y="5490"/>
                    <a:pt x="4528" y="5413"/>
                    <a:pt x="4412" y="5413"/>
                  </a:cubicBezTo>
                  <a:cubicBezTo>
                    <a:pt x="4297" y="5413"/>
                    <a:pt x="4182" y="5490"/>
                    <a:pt x="4182" y="5644"/>
                  </a:cubicBezTo>
                  <a:lnTo>
                    <a:pt x="4182" y="6154"/>
                  </a:lnTo>
                  <a:lnTo>
                    <a:pt x="3166" y="6154"/>
                  </a:lnTo>
                  <a:lnTo>
                    <a:pt x="3166" y="5644"/>
                  </a:lnTo>
                  <a:cubicBezTo>
                    <a:pt x="3166" y="5493"/>
                    <a:pt x="3051" y="5417"/>
                    <a:pt x="2935" y="5417"/>
                  </a:cubicBezTo>
                  <a:cubicBezTo>
                    <a:pt x="2820" y="5417"/>
                    <a:pt x="2704" y="5493"/>
                    <a:pt x="2704" y="5644"/>
                  </a:cubicBezTo>
                  <a:lnTo>
                    <a:pt x="2704" y="6385"/>
                  </a:lnTo>
                  <a:cubicBezTo>
                    <a:pt x="2704" y="6510"/>
                    <a:pt x="2810" y="6616"/>
                    <a:pt x="2935" y="6616"/>
                  </a:cubicBezTo>
                  <a:lnTo>
                    <a:pt x="3445" y="6616"/>
                  </a:lnTo>
                  <a:lnTo>
                    <a:pt x="3445" y="6891"/>
                  </a:lnTo>
                  <a:lnTo>
                    <a:pt x="2444" y="6891"/>
                  </a:lnTo>
                  <a:cubicBezTo>
                    <a:pt x="2300" y="6891"/>
                    <a:pt x="2180" y="6775"/>
                    <a:pt x="2180" y="6631"/>
                  </a:cubicBezTo>
                  <a:lnTo>
                    <a:pt x="2180" y="5168"/>
                  </a:lnTo>
                  <a:lnTo>
                    <a:pt x="2180" y="5163"/>
                  </a:lnTo>
                  <a:cubicBezTo>
                    <a:pt x="2180" y="4956"/>
                    <a:pt x="2310" y="4769"/>
                    <a:pt x="2507" y="4692"/>
                  </a:cubicBezTo>
                  <a:lnTo>
                    <a:pt x="2959" y="4514"/>
                  </a:lnTo>
                  <a:lnTo>
                    <a:pt x="3335" y="4894"/>
                  </a:lnTo>
                  <a:cubicBezTo>
                    <a:pt x="3428" y="4988"/>
                    <a:pt x="3551" y="5034"/>
                    <a:pt x="3673" y="5034"/>
                  </a:cubicBezTo>
                  <a:cubicBezTo>
                    <a:pt x="3795" y="5034"/>
                    <a:pt x="3917" y="4988"/>
                    <a:pt x="4008" y="4894"/>
                  </a:cubicBezTo>
                  <a:lnTo>
                    <a:pt x="4388" y="4514"/>
                  </a:lnTo>
                  <a:close/>
                  <a:moveTo>
                    <a:pt x="6886" y="6857"/>
                  </a:moveTo>
                  <a:lnTo>
                    <a:pt x="6886" y="7872"/>
                  </a:lnTo>
                  <a:lnTo>
                    <a:pt x="457" y="7872"/>
                  </a:lnTo>
                  <a:lnTo>
                    <a:pt x="457" y="6857"/>
                  </a:lnTo>
                  <a:lnTo>
                    <a:pt x="1756" y="6857"/>
                  </a:lnTo>
                  <a:cubicBezTo>
                    <a:pt x="1857" y="7150"/>
                    <a:pt x="2132" y="7353"/>
                    <a:pt x="2444" y="7353"/>
                  </a:cubicBezTo>
                  <a:lnTo>
                    <a:pt x="4903" y="7353"/>
                  </a:lnTo>
                  <a:cubicBezTo>
                    <a:pt x="5216" y="7353"/>
                    <a:pt x="5490" y="7150"/>
                    <a:pt x="5587" y="6857"/>
                  </a:cubicBezTo>
                  <a:close/>
                  <a:moveTo>
                    <a:pt x="11813" y="4398"/>
                  </a:moveTo>
                  <a:lnTo>
                    <a:pt x="11813" y="7872"/>
                  </a:lnTo>
                  <a:lnTo>
                    <a:pt x="11288" y="7872"/>
                  </a:lnTo>
                  <a:lnTo>
                    <a:pt x="11288" y="7805"/>
                  </a:lnTo>
                  <a:cubicBezTo>
                    <a:pt x="11288" y="7473"/>
                    <a:pt x="11062" y="7184"/>
                    <a:pt x="10740" y="7102"/>
                  </a:cubicBezTo>
                  <a:lnTo>
                    <a:pt x="10302" y="6996"/>
                  </a:lnTo>
                  <a:lnTo>
                    <a:pt x="10302" y="6924"/>
                  </a:lnTo>
                  <a:cubicBezTo>
                    <a:pt x="10461" y="6785"/>
                    <a:pt x="10547" y="6587"/>
                    <a:pt x="10547" y="6381"/>
                  </a:cubicBezTo>
                  <a:lnTo>
                    <a:pt x="10547" y="5644"/>
                  </a:lnTo>
                  <a:cubicBezTo>
                    <a:pt x="10547" y="5245"/>
                    <a:pt x="10225" y="4923"/>
                    <a:pt x="9826" y="4923"/>
                  </a:cubicBezTo>
                  <a:lnTo>
                    <a:pt x="9335" y="4923"/>
                  </a:lnTo>
                  <a:cubicBezTo>
                    <a:pt x="8936" y="4923"/>
                    <a:pt x="8613" y="5245"/>
                    <a:pt x="8613" y="5644"/>
                  </a:cubicBezTo>
                  <a:lnTo>
                    <a:pt x="8613" y="6381"/>
                  </a:lnTo>
                  <a:cubicBezTo>
                    <a:pt x="8613" y="6587"/>
                    <a:pt x="8705" y="6785"/>
                    <a:pt x="8859" y="6924"/>
                  </a:cubicBezTo>
                  <a:lnTo>
                    <a:pt x="8859" y="6996"/>
                  </a:lnTo>
                  <a:lnTo>
                    <a:pt x="8421" y="7102"/>
                  </a:lnTo>
                  <a:cubicBezTo>
                    <a:pt x="8098" y="7184"/>
                    <a:pt x="7872" y="7473"/>
                    <a:pt x="7872" y="7805"/>
                  </a:cubicBezTo>
                  <a:lnTo>
                    <a:pt x="7872" y="7872"/>
                  </a:lnTo>
                  <a:lnTo>
                    <a:pt x="7352" y="7872"/>
                  </a:lnTo>
                  <a:lnTo>
                    <a:pt x="7352" y="4398"/>
                  </a:lnTo>
                  <a:close/>
                  <a:moveTo>
                    <a:pt x="9826" y="5380"/>
                  </a:moveTo>
                  <a:cubicBezTo>
                    <a:pt x="9970" y="5380"/>
                    <a:pt x="10090" y="5500"/>
                    <a:pt x="10090" y="5644"/>
                  </a:cubicBezTo>
                  <a:lnTo>
                    <a:pt x="10090" y="6381"/>
                  </a:lnTo>
                  <a:cubicBezTo>
                    <a:pt x="10090" y="6477"/>
                    <a:pt x="10037" y="6559"/>
                    <a:pt x="9956" y="6607"/>
                  </a:cubicBezTo>
                  <a:cubicBezTo>
                    <a:pt x="9888" y="6650"/>
                    <a:pt x="9845" y="6722"/>
                    <a:pt x="9845" y="6804"/>
                  </a:cubicBezTo>
                  <a:lnTo>
                    <a:pt x="9845" y="7179"/>
                  </a:lnTo>
                  <a:cubicBezTo>
                    <a:pt x="9845" y="7280"/>
                    <a:pt x="9917" y="7377"/>
                    <a:pt x="10018" y="7401"/>
                  </a:cubicBezTo>
                  <a:lnTo>
                    <a:pt x="10629" y="7555"/>
                  </a:lnTo>
                  <a:cubicBezTo>
                    <a:pt x="10745" y="7583"/>
                    <a:pt x="10827" y="7685"/>
                    <a:pt x="10827" y="7810"/>
                  </a:cubicBezTo>
                  <a:lnTo>
                    <a:pt x="10827" y="7877"/>
                  </a:lnTo>
                  <a:lnTo>
                    <a:pt x="8334" y="7877"/>
                  </a:lnTo>
                  <a:lnTo>
                    <a:pt x="8334" y="7872"/>
                  </a:lnTo>
                  <a:lnTo>
                    <a:pt x="8334" y="7805"/>
                  </a:lnTo>
                  <a:cubicBezTo>
                    <a:pt x="8334" y="7685"/>
                    <a:pt x="8416" y="7579"/>
                    <a:pt x="8531" y="7550"/>
                  </a:cubicBezTo>
                  <a:lnTo>
                    <a:pt x="9142" y="7396"/>
                  </a:lnTo>
                  <a:cubicBezTo>
                    <a:pt x="9248" y="7372"/>
                    <a:pt x="9320" y="7280"/>
                    <a:pt x="9320" y="7174"/>
                  </a:cubicBezTo>
                  <a:lnTo>
                    <a:pt x="9320" y="6804"/>
                  </a:lnTo>
                  <a:cubicBezTo>
                    <a:pt x="9320" y="6722"/>
                    <a:pt x="9277" y="6650"/>
                    <a:pt x="9205" y="6607"/>
                  </a:cubicBezTo>
                  <a:cubicBezTo>
                    <a:pt x="9123" y="6559"/>
                    <a:pt x="9075" y="6477"/>
                    <a:pt x="9070" y="6381"/>
                  </a:cubicBezTo>
                  <a:lnTo>
                    <a:pt x="9070" y="5644"/>
                  </a:lnTo>
                  <a:cubicBezTo>
                    <a:pt x="9070" y="5500"/>
                    <a:pt x="9191" y="5380"/>
                    <a:pt x="9335" y="5380"/>
                  </a:cubicBezTo>
                  <a:close/>
                  <a:moveTo>
                    <a:pt x="231" y="0"/>
                  </a:moveTo>
                  <a:cubicBezTo>
                    <a:pt x="101" y="0"/>
                    <a:pt x="0" y="101"/>
                    <a:pt x="0" y="231"/>
                  </a:cubicBezTo>
                  <a:lnTo>
                    <a:pt x="0" y="8103"/>
                  </a:lnTo>
                  <a:cubicBezTo>
                    <a:pt x="0" y="8233"/>
                    <a:pt x="101" y="8334"/>
                    <a:pt x="231" y="8334"/>
                  </a:cubicBezTo>
                  <a:lnTo>
                    <a:pt x="12044" y="8334"/>
                  </a:lnTo>
                  <a:cubicBezTo>
                    <a:pt x="12169" y="8334"/>
                    <a:pt x="12270" y="8233"/>
                    <a:pt x="12270" y="8103"/>
                  </a:cubicBezTo>
                  <a:lnTo>
                    <a:pt x="12270" y="231"/>
                  </a:lnTo>
                  <a:cubicBezTo>
                    <a:pt x="12270" y="101"/>
                    <a:pt x="12169" y="0"/>
                    <a:pt x="12044" y="0"/>
                  </a:cubicBezTo>
                  <a:lnTo>
                    <a:pt x="1954" y="0"/>
                  </a:lnTo>
                  <a:cubicBezTo>
                    <a:pt x="1646" y="0"/>
                    <a:pt x="1646" y="462"/>
                    <a:pt x="1954" y="462"/>
                  </a:cubicBezTo>
                  <a:lnTo>
                    <a:pt x="6891" y="462"/>
                  </a:lnTo>
                  <a:lnTo>
                    <a:pt x="6891" y="6395"/>
                  </a:lnTo>
                  <a:lnTo>
                    <a:pt x="5625" y="6395"/>
                  </a:lnTo>
                  <a:lnTo>
                    <a:pt x="5625" y="5163"/>
                  </a:lnTo>
                  <a:cubicBezTo>
                    <a:pt x="5625" y="4764"/>
                    <a:pt x="5380" y="4408"/>
                    <a:pt x="5009" y="4259"/>
                  </a:cubicBezTo>
                  <a:lnTo>
                    <a:pt x="4403" y="4023"/>
                  </a:lnTo>
                  <a:cubicBezTo>
                    <a:pt x="4398" y="4023"/>
                    <a:pt x="4398" y="4018"/>
                    <a:pt x="4398" y="4013"/>
                  </a:cubicBezTo>
                  <a:lnTo>
                    <a:pt x="4398" y="3672"/>
                  </a:lnTo>
                  <a:lnTo>
                    <a:pt x="4398" y="3667"/>
                  </a:lnTo>
                  <a:cubicBezTo>
                    <a:pt x="4706" y="3436"/>
                    <a:pt x="4889" y="3075"/>
                    <a:pt x="4889" y="2690"/>
                  </a:cubicBezTo>
                  <a:lnTo>
                    <a:pt x="4889" y="2199"/>
                  </a:lnTo>
                  <a:cubicBezTo>
                    <a:pt x="4889" y="1660"/>
                    <a:pt x="4456" y="1227"/>
                    <a:pt x="3922" y="1227"/>
                  </a:cubicBezTo>
                  <a:lnTo>
                    <a:pt x="3426" y="1227"/>
                  </a:lnTo>
                  <a:cubicBezTo>
                    <a:pt x="2892" y="1227"/>
                    <a:pt x="2459" y="1660"/>
                    <a:pt x="2459" y="2199"/>
                  </a:cubicBezTo>
                  <a:lnTo>
                    <a:pt x="2459" y="2690"/>
                  </a:lnTo>
                  <a:cubicBezTo>
                    <a:pt x="2459" y="3075"/>
                    <a:pt x="2642" y="3436"/>
                    <a:pt x="2955" y="3667"/>
                  </a:cubicBezTo>
                  <a:lnTo>
                    <a:pt x="2955" y="3672"/>
                  </a:lnTo>
                  <a:lnTo>
                    <a:pt x="2955" y="4013"/>
                  </a:lnTo>
                  <a:cubicBezTo>
                    <a:pt x="2950" y="4018"/>
                    <a:pt x="2950" y="4023"/>
                    <a:pt x="2945" y="4023"/>
                  </a:cubicBezTo>
                  <a:lnTo>
                    <a:pt x="2339" y="4259"/>
                  </a:lnTo>
                  <a:cubicBezTo>
                    <a:pt x="1968" y="4408"/>
                    <a:pt x="1723" y="4764"/>
                    <a:pt x="1723" y="5163"/>
                  </a:cubicBezTo>
                  <a:lnTo>
                    <a:pt x="1723" y="6395"/>
                  </a:lnTo>
                  <a:lnTo>
                    <a:pt x="457" y="6395"/>
                  </a:lnTo>
                  <a:lnTo>
                    <a:pt x="457" y="462"/>
                  </a:lnTo>
                  <a:lnTo>
                    <a:pt x="967" y="462"/>
                  </a:lnTo>
                  <a:cubicBezTo>
                    <a:pt x="1275" y="462"/>
                    <a:pt x="1275"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87"/>
            <p:cNvSpPr/>
            <p:nvPr/>
          </p:nvSpPr>
          <p:spPr>
            <a:xfrm>
              <a:off x="1274858" y="2929850"/>
              <a:ext cx="412191" cy="302665"/>
            </a:xfrm>
            <a:custGeom>
              <a:rect b="b" l="l" r="r" t="t"/>
              <a:pathLst>
                <a:path extrusionOk="0" h="11540" w="15716">
                  <a:moveTo>
                    <a:pt x="14258" y="463"/>
                  </a:moveTo>
                  <a:cubicBezTo>
                    <a:pt x="14402" y="463"/>
                    <a:pt x="14518" y="578"/>
                    <a:pt x="14518" y="723"/>
                  </a:cubicBezTo>
                  <a:lnTo>
                    <a:pt x="14518" y="9850"/>
                  </a:lnTo>
                  <a:lnTo>
                    <a:pt x="14012" y="9850"/>
                  </a:lnTo>
                  <a:cubicBezTo>
                    <a:pt x="13704" y="9850"/>
                    <a:pt x="13704" y="10308"/>
                    <a:pt x="14012" y="10308"/>
                  </a:cubicBezTo>
                  <a:lnTo>
                    <a:pt x="15239" y="10308"/>
                  </a:lnTo>
                  <a:cubicBezTo>
                    <a:pt x="15249" y="10308"/>
                    <a:pt x="15254" y="10317"/>
                    <a:pt x="15254" y="10327"/>
                  </a:cubicBezTo>
                  <a:lnTo>
                    <a:pt x="15254" y="10818"/>
                  </a:lnTo>
                  <a:cubicBezTo>
                    <a:pt x="15254" y="10962"/>
                    <a:pt x="15138" y="11077"/>
                    <a:pt x="14994" y="11077"/>
                  </a:cubicBezTo>
                  <a:lnTo>
                    <a:pt x="722" y="11077"/>
                  </a:lnTo>
                  <a:cubicBezTo>
                    <a:pt x="578" y="11077"/>
                    <a:pt x="458" y="10962"/>
                    <a:pt x="458" y="10818"/>
                  </a:cubicBezTo>
                  <a:lnTo>
                    <a:pt x="458" y="10322"/>
                  </a:lnTo>
                  <a:cubicBezTo>
                    <a:pt x="458" y="10317"/>
                    <a:pt x="467" y="10308"/>
                    <a:pt x="477" y="10308"/>
                  </a:cubicBezTo>
                  <a:lnTo>
                    <a:pt x="13026" y="10308"/>
                  </a:lnTo>
                  <a:cubicBezTo>
                    <a:pt x="13334" y="10308"/>
                    <a:pt x="13334" y="9850"/>
                    <a:pt x="13026" y="9846"/>
                  </a:cubicBezTo>
                  <a:lnTo>
                    <a:pt x="1199" y="9846"/>
                  </a:lnTo>
                  <a:lnTo>
                    <a:pt x="1199" y="723"/>
                  </a:lnTo>
                  <a:cubicBezTo>
                    <a:pt x="1199" y="578"/>
                    <a:pt x="1314" y="463"/>
                    <a:pt x="1458" y="463"/>
                  </a:cubicBezTo>
                  <a:close/>
                  <a:moveTo>
                    <a:pt x="1458" y="1"/>
                  </a:moveTo>
                  <a:cubicBezTo>
                    <a:pt x="1059" y="1"/>
                    <a:pt x="737" y="323"/>
                    <a:pt x="737" y="723"/>
                  </a:cubicBezTo>
                  <a:lnTo>
                    <a:pt x="737" y="9850"/>
                  </a:lnTo>
                  <a:lnTo>
                    <a:pt x="477" y="9850"/>
                  </a:lnTo>
                  <a:cubicBezTo>
                    <a:pt x="212" y="9850"/>
                    <a:pt x="1" y="10062"/>
                    <a:pt x="1" y="10327"/>
                  </a:cubicBezTo>
                  <a:lnTo>
                    <a:pt x="1" y="10818"/>
                  </a:lnTo>
                  <a:cubicBezTo>
                    <a:pt x="1" y="11217"/>
                    <a:pt x="323" y="11539"/>
                    <a:pt x="722" y="11539"/>
                  </a:cubicBezTo>
                  <a:lnTo>
                    <a:pt x="14994" y="11539"/>
                  </a:lnTo>
                  <a:cubicBezTo>
                    <a:pt x="15393" y="11539"/>
                    <a:pt x="15716" y="11217"/>
                    <a:pt x="15716" y="10818"/>
                  </a:cubicBezTo>
                  <a:lnTo>
                    <a:pt x="15716" y="10327"/>
                  </a:lnTo>
                  <a:cubicBezTo>
                    <a:pt x="15716" y="10065"/>
                    <a:pt x="15509" y="9850"/>
                    <a:pt x="15248" y="9850"/>
                  </a:cubicBezTo>
                  <a:cubicBezTo>
                    <a:pt x="15245" y="9850"/>
                    <a:pt x="15242" y="9850"/>
                    <a:pt x="15239" y="9850"/>
                  </a:cubicBezTo>
                  <a:lnTo>
                    <a:pt x="14979" y="9850"/>
                  </a:lnTo>
                  <a:lnTo>
                    <a:pt x="14979" y="723"/>
                  </a:lnTo>
                  <a:cubicBezTo>
                    <a:pt x="14979" y="323"/>
                    <a:pt x="14652" y="1"/>
                    <a:pt x="14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8" name="Google Shape;14928;p87"/>
          <p:cNvGrpSpPr/>
          <p:nvPr/>
        </p:nvGrpSpPr>
        <p:grpSpPr>
          <a:xfrm>
            <a:off x="1728542" y="2894653"/>
            <a:ext cx="397819" cy="373034"/>
            <a:chOff x="1728542" y="2894653"/>
            <a:chExt cx="397819" cy="373034"/>
          </a:xfrm>
        </p:grpSpPr>
        <p:sp>
          <p:nvSpPr>
            <p:cNvPr id="14929" name="Google Shape;14929;p87"/>
            <p:cNvSpPr/>
            <p:nvPr/>
          </p:nvSpPr>
          <p:spPr>
            <a:xfrm>
              <a:off x="1946125" y="2937928"/>
              <a:ext cx="174308" cy="182334"/>
            </a:xfrm>
            <a:custGeom>
              <a:rect b="b" l="l" r="r" t="t"/>
              <a:pathLst>
                <a:path extrusionOk="0" h="6952" w="6646">
                  <a:moveTo>
                    <a:pt x="712" y="1"/>
                  </a:moveTo>
                  <a:cubicBezTo>
                    <a:pt x="318" y="1"/>
                    <a:pt x="0" y="318"/>
                    <a:pt x="0" y="713"/>
                  </a:cubicBezTo>
                  <a:lnTo>
                    <a:pt x="0" y="4514"/>
                  </a:lnTo>
                  <a:cubicBezTo>
                    <a:pt x="0" y="4904"/>
                    <a:pt x="318" y="5226"/>
                    <a:pt x="712" y="5226"/>
                  </a:cubicBezTo>
                  <a:lnTo>
                    <a:pt x="1424" y="5226"/>
                  </a:lnTo>
                  <a:lnTo>
                    <a:pt x="1030" y="6805"/>
                  </a:lnTo>
                  <a:cubicBezTo>
                    <a:pt x="1012" y="6885"/>
                    <a:pt x="1077" y="6951"/>
                    <a:pt x="1147" y="6951"/>
                  </a:cubicBezTo>
                  <a:cubicBezTo>
                    <a:pt x="1169" y="6951"/>
                    <a:pt x="1192" y="6945"/>
                    <a:pt x="1213" y="6930"/>
                  </a:cubicBezTo>
                  <a:lnTo>
                    <a:pt x="3561" y="5226"/>
                  </a:lnTo>
                  <a:lnTo>
                    <a:pt x="5933" y="5226"/>
                  </a:lnTo>
                  <a:cubicBezTo>
                    <a:pt x="6328" y="5226"/>
                    <a:pt x="6645" y="4904"/>
                    <a:pt x="6645" y="4514"/>
                  </a:cubicBezTo>
                  <a:lnTo>
                    <a:pt x="6645" y="713"/>
                  </a:lnTo>
                  <a:cubicBezTo>
                    <a:pt x="6645" y="318"/>
                    <a:pt x="6328" y="1"/>
                    <a:pt x="593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87"/>
            <p:cNvSpPr/>
            <p:nvPr/>
          </p:nvSpPr>
          <p:spPr>
            <a:xfrm>
              <a:off x="2002147" y="2937928"/>
              <a:ext cx="62238" cy="124581"/>
            </a:xfrm>
            <a:custGeom>
              <a:rect b="b" l="l" r="r" t="t"/>
              <a:pathLst>
                <a:path extrusionOk="0" h="4750" w="2373">
                  <a:moveTo>
                    <a:pt x="1" y="1"/>
                  </a:moveTo>
                  <a:lnTo>
                    <a:pt x="1" y="3797"/>
                  </a:lnTo>
                  <a:cubicBezTo>
                    <a:pt x="1" y="4322"/>
                    <a:pt x="424" y="4750"/>
                    <a:pt x="949" y="4750"/>
                  </a:cubicBezTo>
                  <a:lnTo>
                    <a:pt x="1425" y="4750"/>
                  </a:lnTo>
                  <a:cubicBezTo>
                    <a:pt x="1949" y="4750"/>
                    <a:pt x="2373" y="4322"/>
                    <a:pt x="2373" y="3802"/>
                  </a:cubicBezTo>
                  <a:lnTo>
                    <a:pt x="237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87"/>
            <p:cNvSpPr/>
            <p:nvPr/>
          </p:nvSpPr>
          <p:spPr>
            <a:xfrm>
              <a:off x="2020821" y="2900580"/>
              <a:ext cx="24890" cy="99586"/>
            </a:xfrm>
            <a:custGeom>
              <a:rect b="b" l="l" r="r" t="t"/>
              <a:pathLst>
                <a:path extrusionOk="0" h="3797" w="949">
                  <a:moveTo>
                    <a:pt x="1" y="0"/>
                  </a:moveTo>
                  <a:lnTo>
                    <a:pt x="237" y="3797"/>
                  </a:lnTo>
                  <a:lnTo>
                    <a:pt x="713" y="3797"/>
                  </a:lnTo>
                  <a:lnTo>
                    <a:pt x="949"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87"/>
            <p:cNvSpPr/>
            <p:nvPr/>
          </p:nvSpPr>
          <p:spPr>
            <a:xfrm>
              <a:off x="2020821" y="3018840"/>
              <a:ext cx="24890" cy="24995"/>
            </a:xfrm>
            <a:custGeom>
              <a:rect b="b" l="l" r="r" t="t"/>
              <a:pathLst>
                <a:path extrusionOk="0" h="953" w="949">
                  <a:moveTo>
                    <a:pt x="472" y="0"/>
                  </a:moveTo>
                  <a:cubicBezTo>
                    <a:pt x="212" y="0"/>
                    <a:pt x="1" y="217"/>
                    <a:pt x="1" y="476"/>
                  </a:cubicBezTo>
                  <a:cubicBezTo>
                    <a:pt x="1" y="741"/>
                    <a:pt x="212" y="953"/>
                    <a:pt x="472" y="953"/>
                  </a:cubicBezTo>
                  <a:cubicBezTo>
                    <a:pt x="737" y="953"/>
                    <a:pt x="949" y="741"/>
                    <a:pt x="949" y="476"/>
                  </a:cubicBezTo>
                  <a:cubicBezTo>
                    <a:pt x="949" y="217"/>
                    <a:pt x="737" y="0"/>
                    <a:pt x="47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87"/>
            <p:cNvSpPr/>
            <p:nvPr/>
          </p:nvSpPr>
          <p:spPr>
            <a:xfrm>
              <a:off x="1734364" y="3174553"/>
              <a:ext cx="211787" cy="87233"/>
            </a:xfrm>
            <a:custGeom>
              <a:rect b="b" l="l" r="r" t="t"/>
              <a:pathLst>
                <a:path extrusionOk="0" h="3326" w="8075">
                  <a:moveTo>
                    <a:pt x="2613" y="1"/>
                  </a:moveTo>
                  <a:lnTo>
                    <a:pt x="626" y="722"/>
                  </a:lnTo>
                  <a:cubicBezTo>
                    <a:pt x="250" y="857"/>
                    <a:pt x="0" y="1218"/>
                    <a:pt x="0" y="1613"/>
                  </a:cubicBezTo>
                  <a:lnTo>
                    <a:pt x="0" y="3326"/>
                  </a:lnTo>
                  <a:lnTo>
                    <a:pt x="8074" y="3326"/>
                  </a:lnTo>
                  <a:lnTo>
                    <a:pt x="8074" y="1613"/>
                  </a:lnTo>
                  <a:cubicBezTo>
                    <a:pt x="8074" y="1218"/>
                    <a:pt x="7824" y="857"/>
                    <a:pt x="7449" y="722"/>
                  </a:cubicBezTo>
                  <a:lnTo>
                    <a:pt x="5461" y="1"/>
                  </a:lnTo>
                  <a:lnTo>
                    <a:pt x="4037" y="477"/>
                  </a:lnTo>
                  <a:lnTo>
                    <a:pt x="2613"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87"/>
            <p:cNvSpPr/>
            <p:nvPr/>
          </p:nvSpPr>
          <p:spPr>
            <a:xfrm>
              <a:off x="1908751" y="3199915"/>
              <a:ext cx="37400" cy="61871"/>
            </a:xfrm>
            <a:custGeom>
              <a:rect b="b" l="l" r="r" t="t"/>
              <a:pathLst>
                <a:path extrusionOk="0" h="2359" w="1426">
                  <a:moveTo>
                    <a:pt x="1170" y="1"/>
                  </a:moveTo>
                  <a:lnTo>
                    <a:pt x="275" y="891"/>
                  </a:lnTo>
                  <a:cubicBezTo>
                    <a:pt x="97" y="1069"/>
                    <a:pt x="1" y="1310"/>
                    <a:pt x="1" y="1565"/>
                  </a:cubicBezTo>
                  <a:lnTo>
                    <a:pt x="1" y="2359"/>
                  </a:lnTo>
                  <a:lnTo>
                    <a:pt x="1425" y="2359"/>
                  </a:lnTo>
                  <a:lnTo>
                    <a:pt x="1425" y="650"/>
                  </a:lnTo>
                  <a:cubicBezTo>
                    <a:pt x="1425" y="410"/>
                    <a:pt x="1334" y="174"/>
                    <a:pt x="117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87"/>
            <p:cNvSpPr/>
            <p:nvPr/>
          </p:nvSpPr>
          <p:spPr>
            <a:xfrm>
              <a:off x="1771712" y="2981466"/>
              <a:ext cx="137065" cy="99743"/>
            </a:xfrm>
            <a:custGeom>
              <a:rect b="b" l="l" r="r" t="t"/>
              <a:pathLst>
                <a:path extrusionOk="0" h="3803" w="5226">
                  <a:moveTo>
                    <a:pt x="1901" y="1"/>
                  </a:moveTo>
                  <a:cubicBezTo>
                    <a:pt x="852" y="1"/>
                    <a:pt x="0" y="852"/>
                    <a:pt x="0" y="1901"/>
                  </a:cubicBezTo>
                  <a:lnTo>
                    <a:pt x="0" y="2469"/>
                  </a:lnTo>
                  <a:cubicBezTo>
                    <a:pt x="0" y="2724"/>
                    <a:pt x="39" y="2974"/>
                    <a:pt x="121" y="3220"/>
                  </a:cubicBezTo>
                  <a:lnTo>
                    <a:pt x="198" y="3456"/>
                  </a:lnTo>
                  <a:cubicBezTo>
                    <a:pt x="227" y="3528"/>
                    <a:pt x="236" y="3605"/>
                    <a:pt x="236" y="3682"/>
                  </a:cubicBezTo>
                  <a:lnTo>
                    <a:pt x="236" y="3802"/>
                  </a:lnTo>
                  <a:lnTo>
                    <a:pt x="4985" y="3802"/>
                  </a:lnTo>
                  <a:lnTo>
                    <a:pt x="4985" y="3682"/>
                  </a:lnTo>
                  <a:cubicBezTo>
                    <a:pt x="4985" y="3605"/>
                    <a:pt x="5000" y="3528"/>
                    <a:pt x="5024" y="3456"/>
                  </a:cubicBezTo>
                  <a:lnTo>
                    <a:pt x="5101" y="3220"/>
                  </a:lnTo>
                  <a:cubicBezTo>
                    <a:pt x="5183" y="2974"/>
                    <a:pt x="5226" y="2724"/>
                    <a:pt x="5226" y="2469"/>
                  </a:cubicBezTo>
                  <a:lnTo>
                    <a:pt x="5226" y="477"/>
                  </a:lnTo>
                  <a:cubicBezTo>
                    <a:pt x="5226" y="217"/>
                    <a:pt x="5009" y="1"/>
                    <a:pt x="475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87"/>
            <p:cNvSpPr/>
            <p:nvPr/>
          </p:nvSpPr>
          <p:spPr>
            <a:xfrm>
              <a:off x="1802870" y="2981466"/>
              <a:ext cx="105802" cy="99612"/>
            </a:xfrm>
            <a:custGeom>
              <a:rect b="b" l="l" r="r" t="t"/>
              <a:pathLst>
                <a:path extrusionOk="0" h="3798" w="4034">
                  <a:moveTo>
                    <a:pt x="963" y="1"/>
                  </a:moveTo>
                  <a:cubicBezTo>
                    <a:pt x="429" y="1"/>
                    <a:pt x="1" y="434"/>
                    <a:pt x="1" y="968"/>
                  </a:cubicBezTo>
                  <a:cubicBezTo>
                    <a:pt x="1" y="1497"/>
                    <a:pt x="429" y="1930"/>
                    <a:pt x="963" y="1930"/>
                  </a:cubicBezTo>
                  <a:lnTo>
                    <a:pt x="1098" y="1930"/>
                  </a:lnTo>
                  <a:lnTo>
                    <a:pt x="1160" y="3797"/>
                  </a:lnTo>
                  <a:lnTo>
                    <a:pt x="3797" y="3797"/>
                  </a:lnTo>
                  <a:lnTo>
                    <a:pt x="3797" y="3677"/>
                  </a:lnTo>
                  <a:cubicBezTo>
                    <a:pt x="3797" y="3600"/>
                    <a:pt x="3812" y="3528"/>
                    <a:pt x="3836" y="3456"/>
                  </a:cubicBezTo>
                  <a:lnTo>
                    <a:pt x="3913" y="3215"/>
                  </a:lnTo>
                  <a:cubicBezTo>
                    <a:pt x="3995" y="2974"/>
                    <a:pt x="4033" y="2719"/>
                    <a:pt x="4033" y="2464"/>
                  </a:cubicBezTo>
                  <a:lnTo>
                    <a:pt x="4033" y="477"/>
                  </a:lnTo>
                  <a:cubicBezTo>
                    <a:pt x="4033" y="217"/>
                    <a:pt x="3821" y="1"/>
                    <a:pt x="3562"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87"/>
            <p:cNvSpPr/>
            <p:nvPr/>
          </p:nvSpPr>
          <p:spPr>
            <a:xfrm>
              <a:off x="1802870" y="3131015"/>
              <a:ext cx="74748" cy="56074"/>
            </a:xfrm>
            <a:custGeom>
              <a:rect b="b" l="l" r="r" t="t"/>
              <a:pathLst>
                <a:path extrusionOk="0" h="2138" w="2850">
                  <a:moveTo>
                    <a:pt x="1" y="1"/>
                  </a:moveTo>
                  <a:lnTo>
                    <a:pt x="1" y="2137"/>
                  </a:lnTo>
                  <a:lnTo>
                    <a:pt x="2849" y="2137"/>
                  </a:lnTo>
                  <a:lnTo>
                    <a:pt x="284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87"/>
            <p:cNvSpPr/>
            <p:nvPr/>
          </p:nvSpPr>
          <p:spPr>
            <a:xfrm>
              <a:off x="1802870" y="3131015"/>
              <a:ext cx="74748" cy="37348"/>
            </a:xfrm>
            <a:custGeom>
              <a:rect b="b" l="l" r="r" t="t"/>
              <a:pathLst>
                <a:path extrusionOk="0" h="1424" w="2850">
                  <a:moveTo>
                    <a:pt x="1" y="1"/>
                  </a:moveTo>
                  <a:lnTo>
                    <a:pt x="1" y="1074"/>
                  </a:lnTo>
                  <a:cubicBezTo>
                    <a:pt x="446" y="1307"/>
                    <a:pt x="936" y="1424"/>
                    <a:pt x="1425" y="1424"/>
                  </a:cubicBezTo>
                  <a:cubicBezTo>
                    <a:pt x="1915" y="1424"/>
                    <a:pt x="2404" y="1307"/>
                    <a:pt x="2849" y="1074"/>
                  </a:cubicBezTo>
                  <a:lnTo>
                    <a:pt x="2849"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87"/>
            <p:cNvSpPr/>
            <p:nvPr/>
          </p:nvSpPr>
          <p:spPr>
            <a:xfrm>
              <a:off x="1790386" y="3164219"/>
              <a:ext cx="49885" cy="44456"/>
            </a:xfrm>
            <a:custGeom>
              <a:rect b="b" l="l" r="r" t="t"/>
              <a:pathLst>
                <a:path extrusionOk="0" h="1695" w="1902">
                  <a:moveTo>
                    <a:pt x="422" y="0"/>
                  </a:moveTo>
                  <a:cubicBezTo>
                    <a:pt x="333" y="0"/>
                    <a:pt x="245" y="50"/>
                    <a:pt x="203" y="135"/>
                  </a:cubicBezTo>
                  <a:lnTo>
                    <a:pt x="0" y="568"/>
                  </a:lnTo>
                  <a:lnTo>
                    <a:pt x="785" y="1602"/>
                  </a:lnTo>
                  <a:cubicBezTo>
                    <a:pt x="832" y="1663"/>
                    <a:pt x="904" y="1695"/>
                    <a:pt x="975" y="1695"/>
                  </a:cubicBezTo>
                  <a:cubicBezTo>
                    <a:pt x="1035" y="1695"/>
                    <a:pt x="1095" y="1672"/>
                    <a:pt x="1141" y="1627"/>
                  </a:cubicBezTo>
                  <a:lnTo>
                    <a:pt x="1901" y="871"/>
                  </a:lnTo>
                  <a:lnTo>
                    <a:pt x="544" y="34"/>
                  </a:lnTo>
                  <a:cubicBezTo>
                    <a:pt x="506" y="11"/>
                    <a:pt x="464" y="0"/>
                    <a:pt x="422"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87"/>
            <p:cNvSpPr/>
            <p:nvPr/>
          </p:nvSpPr>
          <p:spPr>
            <a:xfrm>
              <a:off x="1840245" y="3164219"/>
              <a:ext cx="49727" cy="44456"/>
            </a:xfrm>
            <a:custGeom>
              <a:rect b="b" l="l" r="r" t="t"/>
              <a:pathLst>
                <a:path extrusionOk="0" h="1695" w="1896">
                  <a:moveTo>
                    <a:pt x="1474" y="0"/>
                  </a:moveTo>
                  <a:cubicBezTo>
                    <a:pt x="1433" y="0"/>
                    <a:pt x="1391" y="11"/>
                    <a:pt x="1352" y="34"/>
                  </a:cubicBezTo>
                  <a:lnTo>
                    <a:pt x="0" y="871"/>
                  </a:lnTo>
                  <a:lnTo>
                    <a:pt x="756" y="1627"/>
                  </a:lnTo>
                  <a:cubicBezTo>
                    <a:pt x="802" y="1672"/>
                    <a:pt x="861" y="1695"/>
                    <a:pt x="921" y="1695"/>
                  </a:cubicBezTo>
                  <a:cubicBezTo>
                    <a:pt x="993" y="1695"/>
                    <a:pt x="1064" y="1663"/>
                    <a:pt x="1112" y="1602"/>
                  </a:cubicBezTo>
                  <a:lnTo>
                    <a:pt x="1896" y="568"/>
                  </a:lnTo>
                  <a:lnTo>
                    <a:pt x="1694" y="135"/>
                  </a:lnTo>
                  <a:cubicBezTo>
                    <a:pt x="1651" y="50"/>
                    <a:pt x="1564" y="0"/>
                    <a:pt x="1474"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87"/>
            <p:cNvSpPr/>
            <p:nvPr/>
          </p:nvSpPr>
          <p:spPr>
            <a:xfrm>
              <a:off x="1777902" y="3032085"/>
              <a:ext cx="124581" cy="117525"/>
            </a:xfrm>
            <a:custGeom>
              <a:rect b="b" l="l" r="r" t="t"/>
              <a:pathLst>
                <a:path extrusionOk="0" h="4481" w="4750">
                  <a:moveTo>
                    <a:pt x="2024" y="0"/>
                  </a:moveTo>
                  <a:cubicBezTo>
                    <a:pt x="1280" y="0"/>
                    <a:pt x="717" y="212"/>
                    <a:pt x="717" y="212"/>
                  </a:cubicBezTo>
                  <a:lnTo>
                    <a:pt x="717" y="1020"/>
                  </a:lnTo>
                  <a:cubicBezTo>
                    <a:pt x="712" y="1256"/>
                    <a:pt x="592" y="1477"/>
                    <a:pt x="395" y="1607"/>
                  </a:cubicBezTo>
                  <a:lnTo>
                    <a:pt x="0" y="1872"/>
                  </a:lnTo>
                  <a:lnTo>
                    <a:pt x="0" y="2108"/>
                  </a:lnTo>
                  <a:cubicBezTo>
                    <a:pt x="0" y="3421"/>
                    <a:pt x="1064" y="4480"/>
                    <a:pt x="2377" y="4480"/>
                  </a:cubicBezTo>
                  <a:cubicBezTo>
                    <a:pt x="2380" y="4480"/>
                    <a:pt x="2383" y="4480"/>
                    <a:pt x="2386" y="4480"/>
                  </a:cubicBezTo>
                  <a:cubicBezTo>
                    <a:pt x="3691" y="4480"/>
                    <a:pt x="4749" y="3418"/>
                    <a:pt x="4749" y="2113"/>
                  </a:cubicBezTo>
                  <a:lnTo>
                    <a:pt x="4749" y="1877"/>
                  </a:lnTo>
                  <a:lnTo>
                    <a:pt x="4355" y="1612"/>
                  </a:lnTo>
                  <a:cubicBezTo>
                    <a:pt x="4157" y="1477"/>
                    <a:pt x="4037" y="1256"/>
                    <a:pt x="4037" y="1020"/>
                  </a:cubicBezTo>
                  <a:lnTo>
                    <a:pt x="4037" y="688"/>
                  </a:lnTo>
                  <a:cubicBezTo>
                    <a:pt x="3389" y="148"/>
                    <a:pt x="2644" y="0"/>
                    <a:pt x="2024"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87"/>
            <p:cNvSpPr/>
            <p:nvPr/>
          </p:nvSpPr>
          <p:spPr>
            <a:xfrm>
              <a:off x="1734364" y="3199915"/>
              <a:ext cx="37374" cy="61871"/>
            </a:xfrm>
            <a:custGeom>
              <a:rect b="b" l="l" r="r" t="t"/>
              <a:pathLst>
                <a:path extrusionOk="0" h="2359" w="1425">
                  <a:moveTo>
                    <a:pt x="255" y="1"/>
                  </a:moveTo>
                  <a:cubicBezTo>
                    <a:pt x="92" y="174"/>
                    <a:pt x="0" y="410"/>
                    <a:pt x="0" y="650"/>
                  </a:cubicBezTo>
                  <a:lnTo>
                    <a:pt x="0" y="2359"/>
                  </a:lnTo>
                  <a:lnTo>
                    <a:pt x="1424" y="2359"/>
                  </a:lnTo>
                  <a:lnTo>
                    <a:pt x="1424" y="1565"/>
                  </a:lnTo>
                  <a:cubicBezTo>
                    <a:pt x="1424" y="1310"/>
                    <a:pt x="1323" y="1069"/>
                    <a:pt x="1150" y="891"/>
                  </a:cubicBezTo>
                  <a:lnTo>
                    <a:pt x="25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87"/>
            <p:cNvSpPr/>
            <p:nvPr/>
          </p:nvSpPr>
          <p:spPr>
            <a:xfrm>
              <a:off x="1778007" y="3031954"/>
              <a:ext cx="105802" cy="117263"/>
            </a:xfrm>
            <a:custGeom>
              <a:rect b="b" l="l" r="r" t="t"/>
              <a:pathLst>
                <a:path extrusionOk="0" h="4471" w="4034">
                  <a:moveTo>
                    <a:pt x="2020" y="1"/>
                  </a:moveTo>
                  <a:cubicBezTo>
                    <a:pt x="1276" y="1"/>
                    <a:pt x="713" y="212"/>
                    <a:pt x="713" y="212"/>
                  </a:cubicBezTo>
                  <a:lnTo>
                    <a:pt x="713" y="1025"/>
                  </a:lnTo>
                  <a:cubicBezTo>
                    <a:pt x="713" y="1261"/>
                    <a:pt x="593" y="1482"/>
                    <a:pt x="396" y="1617"/>
                  </a:cubicBezTo>
                  <a:lnTo>
                    <a:pt x="1" y="1877"/>
                  </a:lnTo>
                  <a:lnTo>
                    <a:pt x="1" y="2118"/>
                  </a:lnTo>
                  <a:cubicBezTo>
                    <a:pt x="1" y="3316"/>
                    <a:pt x="896" y="4326"/>
                    <a:pt x="2084" y="4471"/>
                  </a:cubicBezTo>
                  <a:cubicBezTo>
                    <a:pt x="1661" y="4033"/>
                    <a:pt x="1425" y="3441"/>
                    <a:pt x="1425" y="2830"/>
                  </a:cubicBezTo>
                  <a:lnTo>
                    <a:pt x="1425" y="1256"/>
                  </a:lnTo>
                  <a:cubicBezTo>
                    <a:pt x="1425" y="1016"/>
                    <a:pt x="1603" y="814"/>
                    <a:pt x="1839" y="785"/>
                  </a:cubicBezTo>
                  <a:cubicBezTo>
                    <a:pt x="2029" y="760"/>
                    <a:pt x="2270" y="739"/>
                    <a:pt x="2538" y="739"/>
                  </a:cubicBezTo>
                  <a:cubicBezTo>
                    <a:pt x="3002" y="739"/>
                    <a:pt x="3545" y="802"/>
                    <a:pt x="4033" y="1016"/>
                  </a:cubicBezTo>
                  <a:lnTo>
                    <a:pt x="4033" y="689"/>
                  </a:lnTo>
                  <a:cubicBezTo>
                    <a:pt x="3385" y="148"/>
                    <a:pt x="2640" y="1"/>
                    <a:pt x="202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87"/>
            <p:cNvSpPr/>
            <p:nvPr/>
          </p:nvSpPr>
          <p:spPr>
            <a:xfrm>
              <a:off x="1790753" y="3028544"/>
              <a:ext cx="101474" cy="33545"/>
            </a:xfrm>
            <a:custGeom>
              <a:rect b="b" l="l" r="r" t="t"/>
              <a:pathLst>
                <a:path extrusionOk="0" h="1279" w="3869">
                  <a:moveTo>
                    <a:pt x="1544" y="1"/>
                  </a:moveTo>
                  <a:cubicBezTo>
                    <a:pt x="1083" y="1"/>
                    <a:pt x="666" y="50"/>
                    <a:pt x="395" y="92"/>
                  </a:cubicBezTo>
                  <a:cubicBezTo>
                    <a:pt x="169" y="121"/>
                    <a:pt x="1" y="318"/>
                    <a:pt x="6" y="544"/>
                  </a:cubicBezTo>
                  <a:lnTo>
                    <a:pt x="6" y="1054"/>
                  </a:lnTo>
                  <a:cubicBezTo>
                    <a:pt x="6" y="1203"/>
                    <a:pt x="116" y="1278"/>
                    <a:pt x="227" y="1278"/>
                  </a:cubicBezTo>
                  <a:cubicBezTo>
                    <a:pt x="338" y="1278"/>
                    <a:pt x="448" y="1203"/>
                    <a:pt x="448" y="1054"/>
                  </a:cubicBezTo>
                  <a:lnTo>
                    <a:pt x="448" y="544"/>
                  </a:lnTo>
                  <a:cubicBezTo>
                    <a:pt x="448" y="539"/>
                    <a:pt x="453" y="530"/>
                    <a:pt x="458" y="530"/>
                  </a:cubicBezTo>
                  <a:cubicBezTo>
                    <a:pt x="815" y="476"/>
                    <a:pt x="1178" y="449"/>
                    <a:pt x="1540" y="449"/>
                  </a:cubicBezTo>
                  <a:cubicBezTo>
                    <a:pt x="1661" y="449"/>
                    <a:pt x="1781" y="452"/>
                    <a:pt x="1902" y="458"/>
                  </a:cubicBezTo>
                  <a:cubicBezTo>
                    <a:pt x="2594" y="506"/>
                    <a:pt x="3100" y="679"/>
                    <a:pt x="3393" y="977"/>
                  </a:cubicBezTo>
                  <a:cubicBezTo>
                    <a:pt x="3442" y="1025"/>
                    <a:pt x="3496" y="1045"/>
                    <a:pt x="3548" y="1045"/>
                  </a:cubicBezTo>
                  <a:cubicBezTo>
                    <a:pt x="3721" y="1045"/>
                    <a:pt x="3869" y="823"/>
                    <a:pt x="3706" y="660"/>
                  </a:cubicBezTo>
                  <a:cubicBezTo>
                    <a:pt x="3182" y="135"/>
                    <a:pt x="2304" y="1"/>
                    <a:pt x="1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87"/>
            <p:cNvSpPr/>
            <p:nvPr/>
          </p:nvSpPr>
          <p:spPr>
            <a:xfrm>
              <a:off x="1728542" y="2975670"/>
              <a:ext cx="223773" cy="292017"/>
            </a:xfrm>
            <a:custGeom>
              <a:rect b="b" l="l" r="r" t="t"/>
              <a:pathLst>
                <a:path extrusionOk="0" h="11134" w="8532">
                  <a:moveTo>
                    <a:pt x="6651" y="448"/>
                  </a:moveTo>
                  <a:lnTo>
                    <a:pt x="6651" y="2599"/>
                  </a:lnTo>
                  <a:cubicBezTo>
                    <a:pt x="6651" y="2921"/>
                    <a:pt x="6578" y="3239"/>
                    <a:pt x="6434" y="3532"/>
                  </a:cubicBezTo>
                  <a:cubicBezTo>
                    <a:pt x="6420" y="3561"/>
                    <a:pt x="6415" y="3595"/>
                    <a:pt x="6415" y="3628"/>
                  </a:cubicBezTo>
                  <a:lnTo>
                    <a:pt x="6415" y="4259"/>
                  </a:lnTo>
                  <a:cubicBezTo>
                    <a:pt x="6415" y="5457"/>
                    <a:pt x="5441" y="6414"/>
                    <a:pt x="4259" y="6414"/>
                  </a:cubicBezTo>
                  <a:cubicBezTo>
                    <a:pt x="4211" y="6414"/>
                    <a:pt x="4163" y="6413"/>
                    <a:pt x="4115" y="6410"/>
                  </a:cubicBezTo>
                  <a:cubicBezTo>
                    <a:pt x="2989" y="6337"/>
                    <a:pt x="2108" y="5356"/>
                    <a:pt x="2108" y="4177"/>
                  </a:cubicBezTo>
                  <a:lnTo>
                    <a:pt x="2108" y="3628"/>
                  </a:lnTo>
                  <a:cubicBezTo>
                    <a:pt x="2108" y="3595"/>
                    <a:pt x="2099" y="3561"/>
                    <a:pt x="2084" y="3532"/>
                  </a:cubicBezTo>
                  <a:cubicBezTo>
                    <a:pt x="1945" y="3244"/>
                    <a:pt x="1868" y="2921"/>
                    <a:pt x="1868" y="2599"/>
                  </a:cubicBezTo>
                  <a:lnTo>
                    <a:pt x="1868" y="2122"/>
                  </a:lnTo>
                  <a:cubicBezTo>
                    <a:pt x="1873" y="1199"/>
                    <a:pt x="2623" y="448"/>
                    <a:pt x="3547" y="448"/>
                  </a:cubicBezTo>
                  <a:close/>
                  <a:moveTo>
                    <a:pt x="3061" y="6554"/>
                  </a:moveTo>
                  <a:cubicBezTo>
                    <a:pt x="3379" y="6727"/>
                    <a:pt x="3730" y="6828"/>
                    <a:pt x="4086" y="6852"/>
                  </a:cubicBezTo>
                  <a:cubicBezTo>
                    <a:pt x="4148" y="6857"/>
                    <a:pt x="4206" y="6857"/>
                    <a:pt x="4264" y="6857"/>
                  </a:cubicBezTo>
                  <a:cubicBezTo>
                    <a:pt x="4273" y="6857"/>
                    <a:pt x="4283" y="6857"/>
                    <a:pt x="4293" y="6857"/>
                  </a:cubicBezTo>
                  <a:cubicBezTo>
                    <a:pt x="4701" y="6857"/>
                    <a:pt x="5105" y="6756"/>
                    <a:pt x="5467" y="6564"/>
                  </a:cubicBezTo>
                  <a:lnTo>
                    <a:pt x="5467" y="6973"/>
                  </a:lnTo>
                  <a:lnTo>
                    <a:pt x="4264" y="7791"/>
                  </a:lnTo>
                  <a:lnTo>
                    <a:pt x="3061" y="6973"/>
                  </a:lnTo>
                  <a:lnTo>
                    <a:pt x="3061" y="6554"/>
                  </a:lnTo>
                  <a:close/>
                  <a:moveTo>
                    <a:pt x="2864" y="7377"/>
                  </a:moveTo>
                  <a:lnTo>
                    <a:pt x="3913" y="8094"/>
                  </a:lnTo>
                  <a:lnTo>
                    <a:pt x="3359" y="8652"/>
                  </a:lnTo>
                  <a:cubicBezTo>
                    <a:pt x="3356" y="8652"/>
                    <a:pt x="3353" y="8654"/>
                    <a:pt x="3350" y="8654"/>
                  </a:cubicBezTo>
                  <a:cubicBezTo>
                    <a:pt x="3348" y="8654"/>
                    <a:pt x="3347" y="8654"/>
                    <a:pt x="3345" y="8652"/>
                  </a:cubicBezTo>
                  <a:cubicBezTo>
                    <a:pt x="3340" y="8652"/>
                    <a:pt x="3335" y="8652"/>
                    <a:pt x="3335" y="8647"/>
                  </a:cubicBezTo>
                  <a:lnTo>
                    <a:pt x="2642" y="7613"/>
                  </a:lnTo>
                  <a:lnTo>
                    <a:pt x="2864" y="7377"/>
                  </a:lnTo>
                  <a:close/>
                  <a:moveTo>
                    <a:pt x="5655" y="7382"/>
                  </a:moveTo>
                  <a:lnTo>
                    <a:pt x="5876" y="7613"/>
                  </a:lnTo>
                  <a:lnTo>
                    <a:pt x="5188" y="8652"/>
                  </a:lnTo>
                  <a:cubicBezTo>
                    <a:pt x="5183" y="8652"/>
                    <a:pt x="5178" y="8657"/>
                    <a:pt x="5173" y="8657"/>
                  </a:cubicBezTo>
                  <a:cubicBezTo>
                    <a:pt x="5169" y="8657"/>
                    <a:pt x="5164" y="8657"/>
                    <a:pt x="5164" y="8652"/>
                  </a:cubicBezTo>
                  <a:lnTo>
                    <a:pt x="4606" y="8099"/>
                  </a:lnTo>
                  <a:lnTo>
                    <a:pt x="5655" y="7382"/>
                  </a:lnTo>
                  <a:close/>
                  <a:moveTo>
                    <a:pt x="3547" y="0"/>
                  </a:moveTo>
                  <a:cubicBezTo>
                    <a:pt x="2378" y="0"/>
                    <a:pt x="1425" y="948"/>
                    <a:pt x="1425" y="2122"/>
                  </a:cubicBezTo>
                  <a:lnTo>
                    <a:pt x="1425" y="2599"/>
                  </a:lnTo>
                  <a:cubicBezTo>
                    <a:pt x="1425" y="2969"/>
                    <a:pt x="1507" y="3340"/>
                    <a:pt x="1666" y="3681"/>
                  </a:cubicBezTo>
                  <a:lnTo>
                    <a:pt x="1666" y="4182"/>
                  </a:lnTo>
                  <a:cubicBezTo>
                    <a:pt x="1661" y="4976"/>
                    <a:pt x="2007" y="5736"/>
                    <a:pt x="2614" y="6251"/>
                  </a:cubicBezTo>
                  <a:lnTo>
                    <a:pt x="2614" y="7002"/>
                  </a:lnTo>
                  <a:lnTo>
                    <a:pt x="2200" y="7435"/>
                  </a:lnTo>
                  <a:cubicBezTo>
                    <a:pt x="2156" y="7478"/>
                    <a:pt x="2132" y="7540"/>
                    <a:pt x="2142" y="7603"/>
                  </a:cubicBezTo>
                  <a:lnTo>
                    <a:pt x="771" y="8103"/>
                  </a:lnTo>
                  <a:cubicBezTo>
                    <a:pt x="309" y="8272"/>
                    <a:pt x="1" y="8710"/>
                    <a:pt x="1" y="9200"/>
                  </a:cubicBezTo>
                  <a:lnTo>
                    <a:pt x="1" y="10913"/>
                  </a:lnTo>
                  <a:cubicBezTo>
                    <a:pt x="1" y="11060"/>
                    <a:pt x="111" y="11134"/>
                    <a:pt x="222" y="11134"/>
                  </a:cubicBezTo>
                  <a:cubicBezTo>
                    <a:pt x="333" y="11134"/>
                    <a:pt x="443" y="11060"/>
                    <a:pt x="443" y="10913"/>
                  </a:cubicBezTo>
                  <a:lnTo>
                    <a:pt x="443" y="9200"/>
                  </a:lnTo>
                  <a:cubicBezTo>
                    <a:pt x="443" y="8897"/>
                    <a:pt x="636" y="8623"/>
                    <a:pt x="925" y="8517"/>
                  </a:cubicBezTo>
                  <a:lnTo>
                    <a:pt x="2368" y="7993"/>
                  </a:lnTo>
                  <a:lnTo>
                    <a:pt x="2970" y="8897"/>
                  </a:lnTo>
                  <a:cubicBezTo>
                    <a:pt x="3047" y="9013"/>
                    <a:pt x="3172" y="9085"/>
                    <a:pt x="3306" y="9099"/>
                  </a:cubicBezTo>
                  <a:lnTo>
                    <a:pt x="3355" y="9099"/>
                  </a:lnTo>
                  <a:cubicBezTo>
                    <a:pt x="3475" y="9099"/>
                    <a:pt x="3595" y="9051"/>
                    <a:pt x="3677" y="8965"/>
                  </a:cubicBezTo>
                  <a:lnTo>
                    <a:pt x="4043" y="8599"/>
                  </a:lnTo>
                  <a:lnTo>
                    <a:pt x="4043" y="10913"/>
                  </a:lnTo>
                  <a:cubicBezTo>
                    <a:pt x="4043" y="11060"/>
                    <a:pt x="4154" y="11134"/>
                    <a:pt x="4266" y="11134"/>
                  </a:cubicBezTo>
                  <a:cubicBezTo>
                    <a:pt x="4378" y="11134"/>
                    <a:pt x="4490" y="11060"/>
                    <a:pt x="4490" y="10913"/>
                  </a:cubicBezTo>
                  <a:lnTo>
                    <a:pt x="4490" y="8599"/>
                  </a:lnTo>
                  <a:lnTo>
                    <a:pt x="4856" y="8965"/>
                  </a:lnTo>
                  <a:cubicBezTo>
                    <a:pt x="4945" y="9056"/>
                    <a:pt x="5062" y="9101"/>
                    <a:pt x="5178" y="9101"/>
                  </a:cubicBezTo>
                  <a:cubicBezTo>
                    <a:pt x="5325" y="9101"/>
                    <a:pt x="5472" y="9030"/>
                    <a:pt x="5563" y="8893"/>
                  </a:cubicBezTo>
                  <a:lnTo>
                    <a:pt x="6165" y="7993"/>
                  </a:lnTo>
                  <a:lnTo>
                    <a:pt x="7608" y="8517"/>
                  </a:lnTo>
                  <a:cubicBezTo>
                    <a:pt x="7897" y="8618"/>
                    <a:pt x="8089" y="8893"/>
                    <a:pt x="8089" y="9200"/>
                  </a:cubicBezTo>
                  <a:lnTo>
                    <a:pt x="8089" y="10909"/>
                  </a:lnTo>
                  <a:cubicBezTo>
                    <a:pt x="8089" y="11058"/>
                    <a:pt x="8200" y="11132"/>
                    <a:pt x="8311" y="11132"/>
                  </a:cubicBezTo>
                  <a:cubicBezTo>
                    <a:pt x="8421" y="11132"/>
                    <a:pt x="8532" y="11058"/>
                    <a:pt x="8532" y="10909"/>
                  </a:cubicBezTo>
                  <a:lnTo>
                    <a:pt x="8532" y="9200"/>
                  </a:lnTo>
                  <a:cubicBezTo>
                    <a:pt x="8527" y="8705"/>
                    <a:pt x="8214" y="8267"/>
                    <a:pt x="7748" y="8103"/>
                  </a:cubicBezTo>
                  <a:lnTo>
                    <a:pt x="6381" y="7603"/>
                  </a:lnTo>
                  <a:cubicBezTo>
                    <a:pt x="6386" y="7540"/>
                    <a:pt x="6367" y="7478"/>
                    <a:pt x="6323" y="7435"/>
                  </a:cubicBezTo>
                  <a:lnTo>
                    <a:pt x="5910" y="7002"/>
                  </a:lnTo>
                  <a:lnTo>
                    <a:pt x="5910" y="6270"/>
                  </a:lnTo>
                  <a:cubicBezTo>
                    <a:pt x="5953" y="6232"/>
                    <a:pt x="5996" y="6198"/>
                    <a:pt x="6035" y="6159"/>
                  </a:cubicBezTo>
                  <a:cubicBezTo>
                    <a:pt x="6559" y="5664"/>
                    <a:pt x="6857" y="4981"/>
                    <a:pt x="6857" y="4264"/>
                  </a:cubicBezTo>
                  <a:lnTo>
                    <a:pt x="6857" y="3681"/>
                  </a:lnTo>
                  <a:cubicBezTo>
                    <a:pt x="7016" y="3340"/>
                    <a:pt x="7098" y="2969"/>
                    <a:pt x="7098" y="2599"/>
                  </a:cubicBezTo>
                  <a:lnTo>
                    <a:pt x="7098" y="222"/>
                  </a:lnTo>
                  <a:cubicBezTo>
                    <a:pt x="7098" y="101"/>
                    <a:pt x="6997" y="0"/>
                    <a:pt x="68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87"/>
            <p:cNvSpPr/>
            <p:nvPr/>
          </p:nvSpPr>
          <p:spPr>
            <a:xfrm>
              <a:off x="1765916" y="3231099"/>
              <a:ext cx="11750" cy="36561"/>
            </a:xfrm>
            <a:custGeom>
              <a:rect b="b" l="l" r="r" t="t"/>
              <a:pathLst>
                <a:path extrusionOk="0" h="1394" w="448">
                  <a:moveTo>
                    <a:pt x="221" y="0"/>
                  </a:moveTo>
                  <a:cubicBezTo>
                    <a:pt x="101" y="0"/>
                    <a:pt x="0" y="97"/>
                    <a:pt x="0" y="222"/>
                  </a:cubicBezTo>
                  <a:lnTo>
                    <a:pt x="0" y="1170"/>
                  </a:lnTo>
                  <a:cubicBezTo>
                    <a:pt x="0" y="1319"/>
                    <a:pt x="111" y="1393"/>
                    <a:pt x="221" y="1393"/>
                  </a:cubicBezTo>
                  <a:cubicBezTo>
                    <a:pt x="332" y="1393"/>
                    <a:pt x="443" y="1319"/>
                    <a:pt x="443" y="1170"/>
                  </a:cubicBezTo>
                  <a:lnTo>
                    <a:pt x="443" y="222"/>
                  </a:lnTo>
                  <a:cubicBezTo>
                    <a:pt x="448" y="97"/>
                    <a:pt x="34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87"/>
            <p:cNvSpPr/>
            <p:nvPr/>
          </p:nvSpPr>
          <p:spPr>
            <a:xfrm>
              <a:off x="1902955" y="3231099"/>
              <a:ext cx="11645" cy="36561"/>
            </a:xfrm>
            <a:custGeom>
              <a:rect b="b" l="l" r="r" t="t"/>
              <a:pathLst>
                <a:path extrusionOk="0" h="1394" w="444">
                  <a:moveTo>
                    <a:pt x="222" y="0"/>
                  </a:moveTo>
                  <a:cubicBezTo>
                    <a:pt x="102" y="0"/>
                    <a:pt x="1" y="97"/>
                    <a:pt x="1" y="222"/>
                  </a:cubicBezTo>
                  <a:lnTo>
                    <a:pt x="1" y="1170"/>
                  </a:lnTo>
                  <a:cubicBezTo>
                    <a:pt x="1" y="1319"/>
                    <a:pt x="111" y="1393"/>
                    <a:pt x="222" y="1393"/>
                  </a:cubicBezTo>
                  <a:cubicBezTo>
                    <a:pt x="333" y="1393"/>
                    <a:pt x="443" y="1319"/>
                    <a:pt x="443" y="1170"/>
                  </a:cubicBezTo>
                  <a:lnTo>
                    <a:pt x="443" y="222"/>
                  </a:lnTo>
                  <a:cubicBezTo>
                    <a:pt x="443" y="97"/>
                    <a:pt x="347"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87"/>
            <p:cNvSpPr/>
            <p:nvPr/>
          </p:nvSpPr>
          <p:spPr>
            <a:xfrm>
              <a:off x="1940198" y="2932001"/>
              <a:ext cx="186163" cy="194293"/>
            </a:xfrm>
            <a:custGeom>
              <a:rect b="b" l="l" r="r" t="t"/>
              <a:pathLst>
                <a:path extrusionOk="0" h="7408" w="7098">
                  <a:moveTo>
                    <a:pt x="934" y="1"/>
                  </a:moveTo>
                  <a:cubicBezTo>
                    <a:pt x="419" y="5"/>
                    <a:pt x="0" y="419"/>
                    <a:pt x="0" y="939"/>
                  </a:cubicBezTo>
                  <a:lnTo>
                    <a:pt x="0" y="4735"/>
                  </a:lnTo>
                  <a:cubicBezTo>
                    <a:pt x="0" y="5255"/>
                    <a:pt x="419" y="5669"/>
                    <a:pt x="934" y="5674"/>
                  </a:cubicBezTo>
                  <a:lnTo>
                    <a:pt x="1362" y="5674"/>
                  </a:lnTo>
                  <a:lnTo>
                    <a:pt x="1035" y="6978"/>
                  </a:lnTo>
                  <a:cubicBezTo>
                    <a:pt x="973" y="7213"/>
                    <a:pt x="1159" y="7407"/>
                    <a:pt x="1366" y="7407"/>
                  </a:cubicBezTo>
                  <a:cubicBezTo>
                    <a:pt x="1434" y="7407"/>
                    <a:pt x="1504" y="7386"/>
                    <a:pt x="1569" y="7338"/>
                  </a:cubicBezTo>
                  <a:lnTo>
                    <a:pt x="3859" y="5674"/>
                  </a:lnTo>
                  <a:lnTo>
                    <a:pt x="6159" y="5674"/>
                  </a:lnTo>
                  <a:cubicBezTo>
                    <a:pt x="6674" y="5674"/>
                    <a:pt x="7093" y="5255"/>
                    <a:pt x="7097" y="4740"/>
                  </a:cubicBezTo>
                  <a:lnTo>
                    <a:pt x="7097" y="939"/>
                  </a:lnTo>
                  <a:cubicBezTo>
                    <a:pt x="7093" y="419"/>
                    <a:pt x="6674" y="1"/>
                    <a:pt x="6159" y="1"/>
                  </a:cubicBezTo>
                  <a:lnTo>
                    <a:pt x="4971" y="1"/>
                  </a:lnTo>
                  <a:cubicBezTo>
                    <a:pt x="4677" y="1"/>
                    <a:pt x="4677" y="448"/>
                    <a:pt x="4971" y="448"/>
                  </a:cubicBezTo>
                  <a:lnTo>
                    <a:pt x="6159" y="448"/>
                  </a:lnTo>
                  <a:cubicBezTo>
                    <a:pt x="6429" y="448"/>
                    <a:pt x="6650" y="665"/>
                    <a:pt x="6650" y="939"/>
                  </a:cubicBezTo>
                  <a:lnTo>
                    <a:pt x="6650" y="4735"/>
                  </a:lnTo>
                  <a:cubicBezTo>
                    <a:pt x="6650" y="5010"/>
                    <a:pt x="6429" y="5226"/>
                    <a:pt x="6159" y="5226"/>
                  </a:cubicBezTo>
                  <a:lnTo>
                    <a:pt x="3787" y="5226"/>
                  </a:lnTo>
                  <a:cubicBezTo>
                    <a:pt x="3739" y="5226"/>
                    <a:pt x="3691" y="5241"/>
                    <a:pt x="3652" y="5269"/>
                  </a:cubicBezTo>
                  <a:lnTo>
                    <a:pt x="1535" y="6809"/>
                  </a:lnTo>
                  <a:lnTo>
                    <a:pt x="1862" y="5505"/>
                  </a:lnTo>
                  <a:cubicBezTo>
                    <a:pt x="1896" y="5361"/>
                    <a:pt x="1790" y="5226"/>
                    <a:pt x="1646" y="5226"/>
                  </a:cubicBezTo>
                  <a:lnTo>
                    <a:pt x="934" y="5226"/>
                  </a:lnTo>
                  <a:cubicBezTo>
                    <a:pt x="664" y="5226"/>
                    <a:pt x="443" y="5010"/>
                    <a:pt x="443" y="4735"/>
                  </a:cubicBezTo>
                  <a:lnTo>
                    <a:pt x="443" y="939"/>
                  </a:lnTo>
                  <a:cubicBezTo>
                    <a:pt x="443" y="665"/>
                    <a:pt x="664" y="448"/>
                    <a:pt x="934" y="448"/>
                  </a:cubicBezTo>
                  <a:lnTo>
                    <a:pt x="2122" y="448"/>
                  </a:lnTo>
                  <a:cubicBezTo>
                    <a:pt x="2420" y="448"/>
                    <a:pt x="2420" y="1"/>
                    <a:pt x="2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87"/>
            <p:cNvSpPr/>
            <p:nvPr/>
          </p:nvSpPr>
          <p:spPr>
            <a:xfrm>
              <a:off x="2014762" y="2894653"/>
              <a:ext cx="37007" cy="111336"/>
            </a:xfrm>
            <a:custGeom>
              <a:rect b="b" l="l" r="r" t="t"/>
              <a:pathLst>
                <a:path extrusionOk="0" h="4245" w="1411">
                  <a:moveTo>
                    <a:pt x="944" y="448"/>
                  </a:moveTo>
                  <a:lnTo>
                    <a:pt x="732" y="3802"/>
                  </a:lnTo>
                  <a:lnTo>
                    <a:pt x="674" y="3802"/>
                  </a:lnTo>
                  <a:lnTo>
                    <a:pt x="463" y="448"/>
                  </a:lnTo>
                  <a:close/>
                  <a:moveTo>
                    <a:pt x="232" y="0"/>
                  </a:moveTo>
                  <a:cubicBezTo>
                    <a:pt x="102" y="0"/>
                    <a:pt x="1" y="111"/>
                    <a:pt x="10" y="236"/>
                  </a:cubicBezTo>
                  <a:lnTo>
                    <a:pt x="246" y="4037"/>
                  </a:lnTo>
                  <a:cubicBezTo>
                    <a:pt x="251" y="4153"/>
                    <a:pt x="347" y="4244"/>
                    <a:pt x="468" y="4244"/>
                  </a:cubicBezTo>
                  <a:lnTo>
                    <a:pt x="944" y="4244"/>
                  </a:lnTo>
                  <a:cubicBezTo>
                    <a:pt x="1059" y="4244"/>
                    <a:pt x="1156" y="4153"/>
                    <a:pt x="1165" y="4037"/>
                  </a:cubicBezTo>
                  <a:lnTo>
                    <a:pt x="1406" y="236"/>
                  </a:lnTo>
                  <a:cubicBezTo>
                    <a:pt x="1411" y="111"/>
                    <a:pt x="1310"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87"/>
            <p:cNvSpPr/>
            <p:nvPr/>
          </p:nvSpPr>
          <p:spPr>
            <a:xfrm>
              <a:off x="2014894" y="3013018"/>
              <a:ext cx="42803" cy="36640"/>
            </a:xfrm>
            <a:custGeom>
              <a:rect b="b" l="l" r="r" t="t"/>
              <a:pathLst>
                <a:path extrusionOk="0" h="1397" w="1632">
                  <a:moveTo>
                    <a:pt x="698" y="443"/>
                  </a:moveTo>
                  <a:cubicBezTo>
                    <a:pt x="924" y="443"/>
                    <a:pt x="1035" y="718"/>
                    <a:pt x="876" y="876"/>
                  </a:cubicBezTo>
                  <a:cubicBezTo>
                    <a:pt x="825" y="928"/>
                    <a:pt x="761" y="951"/>
                    <a:pt x="700" y="951"/>
                  </a:cubicBezTo>
                  <a:cubicBezTo>
                    <a:pt x="571" y="951"/>
                    <a:pt x="448" y="851"/>
                    <a:pt x="448" y="698"/>
                  </a:cubicBezTo>
                  <a:cubicBezTo>
                    <a:pt x="448" y="559"/>
                    <a:pt x="559" y="443"/>
                    <a:pt x="698" y="443"/>
                  </a:cubicBezTo>
                  <a:close/>
                  <a:moveTo>
                    <a:pt x="702" y="0"/>
                  </a:moveTo>
                  <a:cubicBezTo>
                    <a:pt x="343" y="0"/>
                    <a:pt x="1" y="279"/>
                    <a:pt x="1" y="698"/>
                  </a:cubicBezTo>
                  <a:cubicBezTo>
                    <a:pt x="1" y="1083"/>
                    <a:pt x="313" y="1396"/>
                    <a:pt x="698" y="1396"/>
                  </a:cubicBezTo>
                  <a:cubicBezTo>
                    <a:pt x="1319" y="1396"/>
                    <a:pt x="1632" y="645"/>
                    <a:pt x="1194" y="208"/>
                  </a:cubicBezTo>
                  <a:cubicBezTo>
                    <a:pt x="1050" y="64"/>
                    <a:pt x="875" y="0"/>
                    <a:pt x="7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1" name="Google Shape;14951;p87"/>
          <p:cNvGrpSpPr/>
          <p:nvPr/>
        </p:nvGrpSpPr>
        <p:grpSpPr>
          <a:xfrm>
            <a:off x="2178842" y="2900869"/>
            <a:ext cx="375709" cy="360890"/>
            <a:chOff x="2178842" y="2900869"/>
            <a:chExt cx="375709" cy="360890"/>
          </a:xfrm>
        </p:grpSpPr>
        <p:sp>
          <p:nvSpPr>
            <p:cNvPr id="14952" name="Google Shape;14952;p87"/>
            <p:cNvSpPr/>
            <p:nvPr/>
          </p:nvSpPr>
          <p:spPr>
            <a:xfrm>
              <a:off x="2198906" y="2973913"/>
              <a:ext cx="282208" cy="282208"/>
            </a:xfrm>
            <a:custGeom>
              <a:rect b="b" l="l" r="r" t="t"/>
              <a:pathLst>
                <a:path extrusionOk="0" h="10760" w="10760">
                  <a:moveTo>
                    <a:pt x="5380" y="0"/>
                  </a:moveTo>
                  <a:cubicBezTo>
                    <a:pt x="2406" y="0"/>
                    <a:pt x="0" y="2411"/>
                    <a:pt x="0" y="5380"/>
                  </a:cubicBezTo>
                  <a:cubicBezTo>
                    <a:pt x="0" y="8353"/>
                    <a:pt x="2406" y="10759"/>
                    <a:pt x="5380" y="10759"/>
                  </a:cubicBezTo>
                  <a:cubicBezTo>
                    <a:pt x="8353" y="10759"/>
                    <a:pt x="10759" y="8353"/>
                    <a:pt x="10759" y="5380"/>
                  </a:cubicBezTo>
                  <a:cubicBezTo>
                    <a:pt x="10759" y="2411"/>
                    <a:pt x="8353" y="0"/>
                    <a:pt x="5380"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87"/>
            <p:cNvSpPr/>
            <p:nvPr/>
          </p:nvSpPr>
          <p:spPr>
            <a:xfrm>
              <a:off x="2339983" y="3109325"/>
              <a:ext cx="141130" cy="11383"/>
            </a:xfrm>
            <a:custGeom>
              <a:rect b="b" l="l" r="r" t="t"/>
              <a:pathLst>
                <a:path extrusionOk="0" h="434" w="5381">
                  <a:moveTo>
                    <a:pt x="1" y="0"/>
                  </a:moveTo>
                  <a:lnTo>
                    <a:pt x="1" y="433"/>
                  </a:lnTo>
                  <a:lnTo>
                    <a:pt x="5375" y="433"/>
                  </a:lnTo>
                  <a:cubicBezTo>
                    <a:pt x="5375" y="361"/>
                    <a:pt x="5380" y="289"/>
                    <a:pt x="5380" y="217"/>
                  </a:cubicBezTo>
                  <a:cubicBezTo>
                    <a:pt x="5380" y="144"/>
                    <a:pt x="5380" y="72"/>
                    <a:pt x="537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87"/>
            <p:cNvSpPr/>
            <p:nvPr/>
          </p:nvSpPr>
          <p:spPr>
            <a:xfrm>
              <a:off x="2458479" y="2906141"/>
              <a:ext cx="90406" cy="90380"/>
            </a:xfrm>
            <a:custGeom>
              <a:rect b="b" l="l" r="r" t="t"/>
              <a:pathLst>
                <a:path extrusionOk="0" h="3446" w="3447">
                  <a:moveTo>
                    <a:pt x="2157" y="0"/>
                  </a:moveTo>
                  <a:lnTo>
                    <a:pt x="1" y="2156"/>
                  </a:lnTo>
                  <a:lnTo>
                    <a:pt x="1" y="3445"/>
                  </a:lnTo>
                  <a:lnTo>
                    <a:pt x="1295" y="3445"/>
                  </a:lnTo>
                  <a:lnTo>
                    <a:pt x="3446" y="1295"/>
                  </a:lnTo>
                  <a:lnTo>
                    <a:pt x="2157" y="1295"/>
                  </a:lnTo>
                  <a:lnTo>
                    <a:pt x="215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87"/>
            <p:cNvSpPr/>
            <p:nvPr/>
          </p:nvSpPr>
          <p:spPr>
            <a:xfrm>
              <a:off x="2458479" y="2906141"/>
              <a:ext cx="56573" cy="90380"/>
            </a:xfrm>
            <a:custGeom>
              <a:rect b="b" l="l" r="r" t="t"/>
              <a:pathLst>
                <a:path extrusionOk="0" h="3446" w="2157">
                  <a:moveTo>
                    <a:pt x="2157" y="0"/>
                  </a:moveTo>
                  <a:lnTo>
                    <a:pt x="1" y="2156"/>
                  </a:lnTo>
                  <a:lnTo>
                    <a:pt x="1" y="3445"/>
                  </a:lnTo>
                  <a:lnTo>
                    <a:pt x="2157" y="1295"/>
                  </a:lnTo>
                  <a:lnTo>
                    <a:pt x="2157"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87"/>
            <p:cNvSpPr/>
            <p:nvPr/>
          </p:nvSpPr>
          <p:spPr>
            <a:xfrm>
              <a:off x="2232713" y="3007720"/>
              <a:ext cx="214567" cy="214567"/>
            </a:xfrm>
            <a:custGeom>
              <a:rect b="b" l="l" r="r" t="t"/>
              <a:pathLst>
                <a:path extrusionOk="0" h="8181" w="8181">
                  <a:moveTo>
                    <a:pt x="4091" y="1"/>
                  </a:moveTo>
                  <a:cubicBezTo>
                    <a:pt x="1834" y="1"/>
                    <a:pt x="1" y="1834"/>
                    <a:pt x="1" y="4091"/>
                  </a:cubicBezTo>
                  <a:cubicBezTo>
                    <a:pt x="1" y="6347"/>
                    <a:pt x="1834" y="8181"/>
                    <a:pt x="4091" y="8181"/>
                  </a:cubicBezTo>
                  <a:cubicBezTo>
                    <a:pt x="6347" y="8181"/>
                    <a:pt x="8181" y="6347"/>
                    <a:pt x="8181" y="4091"/>
                  </a:cubicBezTo>
                  <a:cubicBezTo>
                    <a:pt x="8181" y="1834"/>
                    <a:pt x="6347" y="1"/>
                    <a:pt x="40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87"/>
            <p:cNvSpPr/>
            <p:nvPr/>
          </p:nvSpPr>
          <p:spPr>
            <a:xfrm>
              <a:off x="2339983" y="3109325"/>
              <a:ext cx="107297" cy="11383"/>
            </a:xfrm>
            <a:custGeom>
              <a:rect b="b" l="l" r="r" t="t"/>
              <a:pathLst>
                <a:path extrusionOk="0" h="434" w="4091">
                  <a:moveTo>
                    <a:pt x="1" y="0"/>
                  </a:moveTo>
                  <a:lnTo>
                    <a:pt x="1" y="433"/>
                  </a:lnTo>
                  <a:lnTo>
                    <a:pt x="4081" y="433"/>
                  </a:lnTo>
                  <a:cubicBezTo>
                    <a:pt x="4081" y="361"/>
                    <a:pt x="4091" y="289"/>
                    <a:pt x="4091" y="217"/>
                  </a:cubicBezTo>
                  <a:cubicBezTo>
                    <a:pt x="4091" y="144"/>
                    <a:pt x="4081" y="72"/>
                    <a:pt x="408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87"/>
            <p:cNvSpPr/>
            <p:nvPr/>
          </p:nvSpPr>
          <p:spPr>
            <a:xfrm>
              <a:off x="2266782" y="3041789"/>
              <a:ext cx="146428" cy="146428"/>
            </a:xfrm>
            <a:custGeom>
              <a:rect b="b" l="l" r="r" t="t"/>
              <a:pathLst>
                <a:path extrusionOk="0" h="5583" w="5583">
                  <a:moveTo>
                    <a:pt x="2792" y="1"/>
                  </a:moveTo>
                  <a:cubicBezTo>
                    <a:pt x="1252" y="1"/>
                    <a:pt x="1" y="1252"/>
                    <a:pt x="1" y="2792"/>
                  </a:cubicBezTo>
                  <a:cubicBezTo>
                    <a:pt x="1" y="4336"/>
                    <a:pt x="1252" y="5582"/>
                    <a:pt x="2792" y="5582"/>
                  </a:cubicBezTo>
                  <a:cubicBezTo>
                    <a:pt x="4331" y="5582"/>
                    <a:pt x="5582" y="4336"/>
                    <a:pt x="5582" y="2792"/>
                  </a:cubicBezTo>
                  <a:cubicBezTo>
                    <a:pt x="5582" y="1252"/>
                    <a:pt x="4331" y="1"/>
                    <a:pt x="2792"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87"/>
            <p:cNvSpPr/>
            <p:nvPr/>
          </p:nvSpPr>
          <p:spPr>
            <a:xfrm>
              <a:off x="2339983" y="3109325"/>
              <a:ext cx="73227" cy="11383"/>
            </a:xfrm>
            <a:custGeom>
              <a:rect b="b" l="l" r="r" t="t"/>
              <a:pathLst>
                <a:path extrusionOk="0" h="434" w="2792">
                  <a:moveTo>
                    <a:pt x="1" y="0"/>
                  </a:moveTo>
                  <a:lnTo>
                    <a:pt x="1" y="433"/>
                  </a:lnTo>
                  <a:lnTo>
                    <a:pt x="2787" y="433"/>
                  </a:lnTo>
                  <a:cubicBezTo>
                    <a:pt x="2791" y="361"/>
                    <a:pt x="2791" y="289"/>
                    <a:pt x="2791" y="217"/>
                  </a:cubicBezTo>
                  <a:cubicBezTo>
                    <a:pt x="2791" y="144"/>
                    <a:pt x="2791" y="72"/>
                    <a:pt x="2787"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87"/>
            <p:cNvSpPr/>
            <p:nvPr/>
          </p:nvSpPr>
          <p:spPr>
            <a:xfrm>
              <a:off x="2300118" y="3075124"/>
              <a:ext cx="79784" cy="79784"/>
            </a:xfrm>
            <a:custGeom>
              <a:rect b="b" l="l" r="r" t="t"/>
              <a:pathLst>
                <a:path extrusionOk="0" h="3042" w="3042">
                  <a:moveTo>
                    <a:pt x="1521" y="0"/>
                  </a:moveTo>
                  <a:cubicBezTo>
                    <a:pt x="683" y="0"/>
                    <a:pt x="0" y="683"/>
                    <a:pt x="0" y="1521"/>
                  </a:cubicBezTo>
                  <a:cubicBezTo>
                    <a:pt x="0" y="2363"/>
                    <a:pt x="683" y="3041"/>
                    <a:pt x="1521" y="3041"/>
                  </a:cubicBezTo>
                  <a:cubicBezTo>
                    <a:pt x="2358" y="3041"/>
                    <a:pt x="3041" y="2363"/>
                    <a:pt x="3041" y="1521"/>
                  </a:cubicBezTo>
                  <a:cubicBezTo>
                    <a:pt x="3041" y="683"/>
                    <a:pt x="2358" y="0"/>
                    <a:pt x="15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87"/>
            <p:cNvSpPr/>
            <p:nvPr/>
          </p:nvSpPr>
          <p:spPr>
            <a:xfrm>
              <a:off x="2339983" y="3109325"/>
              <a:ext cx="40023" cy="11383"/>
            </a:xfrm>
            <a:custGeom>
              <a:rect b="b" l="l" r="r" t="t"/>
              <a:pathLst>
                <a:path extrusionOk="0" h="434" w="1526">
                  <a:moveTo>
                    <a:pt x="1" y="0"/>
                  </a:moveTo>
                  <a:lnTo>
                    <a:pt x="1" y="433"/>
                  </a:lnTo>
                  <a:lnTo>
                    <a:pt x="1507" y="433"/>
                  </a:lnTo>
                  <a:cubicBezTo>
                    <a:pt x="1526" y="289"/>
                    <a:pt x="1526" y="144"/>
                    <a:pt x="1507"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87"/>
            <p:cNvSpPr/>
            <p:nvPr/>
          </p:nvSpPr>
          <p:spPr>
            <a:xfrm>
              <a:off x="2323067" y="3098074"/>
              <a:ext cx="33860" cy="33860"/>
            </a:xfrm>
            <a:custGeom>
              <a:rect b="b" l="l" r="r" t="t"/>
              <a:pathLst>
                <a:path extrusionOk="0" h="1291" w="1291">
                  <a:moveTo>
                    <a:pt x="646" y="1"/>
                  </a:moveTo>
                  <a:cubicBezTo>
                    <a:pt x="290" y="1"/>
                    <a:pt x="1" y="290"/>
                    <a:pt x="1" y="646"/>
                  </a:cubicBezTo>
                  <a:cubicBezTo>
                    <a:pt x="1" y="1002"/>
                    <a:pt x="290" y="1290"/>
                    <a:pt x="646" y="1290"/>
                  </a:cubicBezTo>
                  <a:cubicBezTo>
                    <a:pt x="1002" y="1290"/>
                    <a:pt x="1290" y="1002"/>
                    <a:pt x="1290" y="646"/>
                  </a:cubicBezTo>
                  <a:cubicBezTo>
                    <a:pt x="1290" y="290"/>
                    <a:pt x="1002" y="1"/>
                    <a:pt x="646"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87"/>
            <p:cNvSpPr/>
            <p:nvPr/>
          </p:nvSpPr>
          <p:spPr>
            <a:xfrm>
              <a:off x="2339983" y="3109325"/>
              <a:ext cx="17310" cy="11383"/>
            </a:xfrm>
            <a:custGeom>
              <a:rect b="b" l="l" r="r" t="t"/>
              <a:pathLst>
                <a:path extrusionOk="0" h="434" w="660">
                  <a:moveTo>
                    <a:pt x="1" y="0"/>
                  </a:moveTo>
                  <a:lnTo>
                    <a:pt x="1" y="433"/>
                  </a:lnTo>
                  <a:lnTo>
                    <a:pt x="607" y="433"/>
                  </a:lnTo>
                  <a:cubicBezTo>
                    <a:pt x="660" y="294"/>
                    <a:pt x="660" y="140"/>
                    <a:pt x="607"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87"/>
            <p:cNvSpPr/>
            <p:nvPr/>
          </p:nvSpPr>
          <p:spPr>
            <a:xfrm>
              <a:off x="2178842" y="2900869"/>
              <a:ext cx="375709" cy="360890"/>
            </a:xfrm>
            <a:custGeom>
              <a:rect b="b" l="l" r="r" t="t"/>
              <a:pathLst>
                <a:path extrusionOk="0" h="13760" w="14325">
                  <a:moveTo>
                    <a:pt x="12616" y="687"/>
                  </a:moveTo>
                  <a:lnTo>
                    <a:pt x="12616" y="1496"/>
                  </a:lnTo>
                  <a:cubicBezTo>
                    <a:pt x="12616" y="1606"/>
                    <a:pt x="12703" y="1698"/>
                    <a:pt x="12814" y="1698"/>
                  </a:cubicBezTo>
                  <a:lnTo>
                    <a:pt x="13622" y="1698"/>
                  </a:lnTo>
                  <a:lnTo>
                    <a:pt x="11871" y="3444"/>
                  </a:lnTo>
                  <a:lnTo>
                    <a:pt x="11149" y="3444"/>
                  </a:lnTo>
                  <a:lnTo>
                    <a:pt x="12313" y="2280"/>
                  </a:lnTo>
                  <a:cubicBezTo>
                    <a:pt x="12474" y="2137"/>
                    <a:pt x="12334" y="1924"/>
                    <a:pt x="12176" y="1924"/>
                  </a:cubicBezTo>
                  <a:cubicBezTo>
                    <a:pt x="12126" y="1924"/>
                    <a:pt x="12074" y="1945"/>
                    <a:pt x="12029" y="1996"/>
                  </a:cubicBezTo>
                  <a:lnTo>
                    <a:pt x="10865" y="3160"/>
                  </a:lnTo>
                  <a:lnTo>
                    <a:pt x="10865" y="2439"/>
                  </a:lnTo>
                  <a:lnTo>
                    <a:pt x="12616" y="687"/>
                  </a:lnTo>
                  <a:close/>
                  <a:moveTo>
                    <a:pt x="6136" y="2987"/>
                  </a:moveTo>
                  <a:cubicBezTo>
                    <a:pt x="7406" y="2987"/>
                    <a:pt x="8671" y="3453"/>
                    <a:pt x="9657" y="4368"/>
                  </a:cubicBezTo>
                  <a:lnTo>
                    <a:pt x="6000" y="8025"/>
                  </a:lnTo>
                  <a:cubicBezTo>
                    <a:pt x="5870" y="8171"/>
                    <a:pt x="6000" y="8363"/>
                    <a:pt x="6152" y="8363"/>
                  </a:cubicBezTo>
                  <a:cubicBezTo>
                    <a:pt x="6196" y="8363"/>
                    <a:pt x="6242" y="8347"/>
                    <a:pt x="6284" y="8309"/>
                  </a:cubicBezTo>
                  <a:lnTo>
                    <a:pt x="7198" y="7395"/>
                  </a:lnTo>
                  <a:lnTo>
                    <a:pt x="7198" y="7395"/>
                  </a:lnTo>
                  <a:cubicBezTo>
                    <a:pt x="7554" y="7886"/>
                    <a:pt x="7530" y="8550"/>
                    <a:pt x="7141" y="9011"/>
                  </a:cubicBezTo>
                  <a:cubicBezTo>
                    <a:pt x="6884" y="9312"/>
                    <a:pt x="6518" y="9472"/>
                    <a:pt x="6145" y="9472"/>
                  </a:cubicBezTo>
                  <a:cubicBezTo>
                    <a:pt x="5944" y="9472"/>
                    <a:pt x="5742" y="9425"/>
                    <a:pt x="5553" y="9329"/>
                  </a:cubicBezTo>
                  <a:cubicBezTo>
                    <a:pt x="5014" y="9055"/>
                    <a:pt x="4735" y="8448"/>
                    <a:pt x="4874" y="7861"/>
                  </a:cubicBezTo>
                  <a:cubicBezTo>
                    <a:pt x="5014" y="7274"/>
                    <a:pt x="5538" y="6861"/>
                    <a:pt x="6145" y="6861"/>
                  </a:cubicBezTo>
                  <a:cubicBezTo>
                    <a:pt x="6226" y="6861"/>
                    <a:pt x="6303" y="6870"/>
                    <a:pt x="6385" y="6885"/>
                  </a:cubicBezTo>
                  <a:cubicBezTo>
                    <a:pt x="6403" y="6888"/>
                    <a:pt x="6419" y="6890"/>
                    <a:pt x="6435" y="6890"/>
                  </a:cubicBezTo>
                  <a:cubicBezTo>
                    <a:pt x="6664" y="6890"/>
                    <a:pt x="6718" y="6526"/>
                    <a:pt x="6457" y="6485"/>
                  </a:cubicBezTo>
                  <a:cubicBezTo>
                    <a:pt x="6353" y="6466"/>
                    <a:pt x="6249" y="6457"/>
                    <a:pt x="6146" y="6457"/>
                  </a:cubicBezTo>
                  <a:cubicBezTo>
                    <a:pt x="5548" y="6457"/>
                    <a:pt x="4984" y="6769"/>
                    <a:pt x="4672" y="7298"/>
                  </a:cubicBezTo>
                  <a:cubicBezTo>
                    <a:pt x="4307" y="7919"/>
                    <a:pt x="4369" y="8699"/>
                    <a:pt x="4826" y="9257"/>
                  </a:cubicBezTo>
                  <a:cubicBezTo>
                    <a:pt x="5159" y="9655"/>
                    <a:pt x="5643" y="9874"/>
                    <a:pt x="6141" y="9874"/>
                  </a:cubicBezTo>
                  <a:cubicBezTo>
                    <a:pt x="6335" y="9874"/>
                    <a:pt x="6532" y="9841"/>
                    <a:pt x="6722" y="9772"/>
                  </a:cubicBezTo>
                  <a:cubicBezTo>
                    <a:pt x="7400" y="9526"/>
                    <a:pt x="7848" y="8886"/>
                    <a:pt x="7848" y="8165"/>
                  </a:cubicBezTo>
                  <a:cubicBezTo>
                    <a:pt x="7853" y="7780"/>
                    <a:pt x="7723" y="7409"/>
                    <a:pt x="7482" y="7111"/>
                  </a:cubicBezTo>
                  <a:lnTo>
                    <a:pt x="8113" y="6476"/>
                  </a:lnTo>
                  <a:lnTo>
                    <a:pt x="8113" y="6476"/>
                  </a:lnTo>
                  <a:cubicBezTo>
                    <a:pt x="8984" y="7496"/>
                    <a:pt x="8931" y="9007"/>
                    <a:pt x="8002" y="9964"/>
                  </a:cubicBezTo>
                  <a:cubicBezTo>
                    <a:pt x="7497" y="10483"/>
                    <a:pt x="6822" y="10747"/>
                    <a:pt x="6145" y="10747"/>
                  </a:cubicBezTo>
                  <a:cubicBezTo>
                    <a:pt x="5571" y="10747"/>
                    <a:pt x="4995" y="10557"/>
                    <a:pt x="4518" y="10171"/>
                  </a:cubicBezTo>
                  <a:cubicBezTo>
                    <a:pt x="3479" y="9329"/>
                    <a:pt x="3248" y="7837"/>
                    <a:pt x="3989" y="6721"/>
                  </a:cubicBezTo>
                  <a:cubicBezTo>
                    <a:pt x="4484" y="5978"/>
                    <a:pt x="5305" y="5568"/>
                    <a:pt x="6147" y="5568"/>
                  </a:cubicBezTo>
                  <a:cubicBezTo>
                    <a:pt x="6564" y="5568"/>
                    <a:pt x="6986" y="5669"/>
                    <a:pt x="7376" y="5879"/>
                  </a:cubicBezTo>
                  <a:cubicBezTo>
                    <a:pt x="7410" y="5897"/>
                    <a:pt x="7443" y="5904"/>
                    <a:pt x="7473" y="5904"/>
                  </a:cubicBezTo>
                  <a:cubicBezTo>
                    <a:pt x="7653" y="5904"/>
                    <a:pt x="7762" y="5639"/>
                    <a:pt x="7569" y="5528"/>
                  </a:cubicBezTo>
                  <a:cubicBezTo>
                    <a:pt x="7115" y="5282"/>
                    <a:pt x="6624" y="5164"/>
                    <a:pt x="6139" y="5164"/>
                  </a:cubicBezTo>
                  <a:cubicBezTo>
                    <a:pt x="5162" y="5164"/>
                    <a:pt x="4210" y="5641"/>
                    <a:pt x="3638" y="6509"/>
                  </a:cubicBezTo>
                  <a:cubicBezTo>
                    <a:pt x="2776" y="7804"/>
                    <a:pt x="3051" y="9541"/>
                    <a:pt x="4263" y="10508"/>
                  </a:cubicBezTo>
                  <a:cubicBezTo>
                    <a:pt x="4815" y="10950"/>
                    <a:pt x="5478" y="11167"/>
                    <a:pt x="6139" y="11167"/>
                  </a:cubicBezTo>
                  <a:cubicBezTo>
                    <a:pt x="6932" y="11167"/>
                    <a:pt x="7720" y="10855"/>
                    <a:pt x="8305" y="10243"/>
                  </a:cubicBezTo>
                  <a:cubicBezTo>
                    <a:pt x="9383" y="9122"/>
                    <a:pt x="9421" y="7361"/>
                    <a:pt x="8401" y="6192"/>
                  </a:cubicBezTo>
                  <a:lnTo>
                    <a:pt x="9032" y="5561"/>
                  </a:lnTo>
                  <a:lnTo>
                    <a:pt x="9032" y="5561"/>
                  </a:lnTo>
                  <a:cubicBezTo>
                    <a:pt x="10393" y="7082"/>
                    <a:pt x="10350" y="9401"/>
                    <a:pt x="8926" y="10864"/>
                  </a:cubicBezTo>
                  <a:cubicBezTo>
                    <a:pt x="8170" y="11643"/>
                    <a:pt x="7161" y="12038"/>
                    <a:pt x="6147" y="12038"/>
                  </a:cubicBezTo>
                  <a:cubicBezTo>
                    <a:pt x="5256" y="12038"/>
                    <a:pt x="4362" y="11733"/>
                    <a:pt x="3633" y="11114"/>
                  </a:cubicBezTo>
                  <a:cubicBezTo>
                    <a:pt x="2079" y="9791"/>
                    <a:pt x="1809" y="7491"/>
                    <a:pt x="3027" y="5850"/>
                  </a:cubicBezTo>
                  <a:cubicBezTo>
                    <a:pt x="3783" y="4827"/>
                    <a:pt x="4955" y="4279"/>
                    <a:pt x="6147" y="4279"/>
                  </a:cubicBezTo>
                  <a:cubicBezTo>
                    <a:pt x="6865" y="4279"/>
                    <a:pt x="7591" y="4478"/>
                    <a:pt x="8238" y="4893"/>
                  </a:cubicBezTo>
                  <a:cubicBezTo>
                    <a:pt x="8278" y="4921"/>
                    <a:pt x="8319" y="4933"/>
                    <a:pt x="8357" y="4933"/>
                  </a:cubicBezTo>
                  <a:cubicBezTo>
                    <a:pt x="8535" y="4933"/>
                    <a:pt x="8657" y="4670"/>
                    <a:pt x="8459" y="4551"/>
                  </a:cubicBezTo>
                  <a:cubicBezTo>
                    <a:pt x="7743" y="4092"/>
                    <a:pt x="6939" y="3871"/>
                    <a:pt x="6143" y="3871"/>
                  </a:cubicBezTo>
                  <a:cubicBezTo>
                    <a:pt x="4821" y="3871"/>
                    <a:pt x="3521" y="4479"/>
                    <a:pt x="2680" y="5614"/>
                  </a:cubicBezTo>
                  <a:cubicBezTo>
                    <a:pt x="1338" y="7433"/>
                    <a:pt x="1636" y="9983"/>
                    <a:pt x="3363" y="11446"/>
                  </a:cubicBezTo>
                  <a:cubicBezTo>
                    <a:pt x="4168" y="12127"/>
                    <a:pt x="5154" y="12463"/>
                    <a:pt x="6137" y="12463"/>
                  </a:cubicBezTo>
                  <a:cubicBezTo>
                    <a:pt x="7265" y="12463"/>
                    <a:pt x="8388" y="12022"/>
                    <a:pt x="9229" y="11153"/>
                  </a:cubicBezTo>
                  <a:cubicBezTo>
                    <a:pt x="10798" y="9521"/>
                    <a:pt x="10836" y="6952"/>
                    <a:pt x="9316" y="5278"/>
                  </a:cubicBezTo>
                  <a:lnTo>
                    <a:pt x="9946" y="4652"/>
                  </a:lnTo>
                  <a:cubicBezTo>
                    <a:pt x="10831" y="5605"/>
                    <a:pt x="11322" y="6861"/>
                    <a:pt x="11322" y="8165"/>
                  </a:cubicBezTo>
                  <a:cubicBezTo>
                    <a:pt x="11327" y="10619"/>
                    <a:pt x="9604" y="12741"/>
                    <a:pt x="7203" y="13246"/>
                  </a:cubicBezTo>
                  <a:cubicBezTo>
                    <a:pt x="6846" y="13321"/>
                    <a:pt x="6489" y="13357"/>
                    <a:pt x="6136" y="13357"/>
                  </a:cubicBezTo>
                  <a:cubicBezTo>
                    <a:pt x="4112" y="13357"/>
                    <a:pt x="2226" y="12166"/>
                    <a:pt x="1391" y="10253"/>
                  </a:cubicBezTo>
                  <a:cubicBezTo>
                    <a:pt x="404" y="8001"/>
                    <a:pt x="1131" y="5369"/>
                    <a:pt x="3132" y="3945"/>
                  </a:cubicBezTo>
                  <a:cubicBezTo>
                    <a:pt x="4037" y="3303"/>
                    <a:pt x="5088" y="2987"/>
                    <a:pt x="6136" y="2987"/>
                  </a:cubicBezTo>
                  <a:close/>
                  <a:moveTo>
                    <a:pt x="12815" y="0"/>
                  </a:moveTo>
                  <a:cubicBezTo>
                    <a:pt x="12765" y="0"/>
                    <a:pt x="12715" y="19"/>
                    <a:pt x="12674" y="62"/>
                  </a:cubicBezTo>
                  <a:lnTo>
                    <a:pt x="10518" y="2212"/>
                  </a:lnTo>
                  <a:cubicBezTo>
                    <a:pt x="10485" y="2251"/>
                    <a:pt x="10461" y="2299"/>
                    <a:pt x="10461" y="2357"/>
                  </a:cubicBezTo>
                  <a:lnTo>
                    <a:pt x="10461" y="3565"/>
                  </a:lnTo>
                  <a:lnTo>
                    <a:pt x="9941" y="4079"/>
                  </a:lnTo>
                  <a:cubicBezTo>
                    <a:pt x="8867" y="3079"/>
                    <a:pt x="7500" y="2583"/>
                    <a:pt x="6136" y="2583"/>
                  </a:cubicBezTo>
                  <a:cubicBezTo>
                    <a:pt x="4671" y="2583"/>
                    <a:pt x="3209" y="3155"/>
                    <a:pt x="2112" y="4291"/>
                  </a:cubicBezTo>
                  <a:cubicBezTo>
                    <a:pt x="0" y="6485"/>
                    <a:pt x="34" y="9964"/>
                    <a:pt x="2189" y="12120"/>
                  </a:cubicBezTo>
                  <a:cubicBezTo>
                    <a:pt x="3279" y="13212"/>
                    <a:pt x="4710" y="13759"/>
                    <a:pt x="6142" y="13759"/>
                  </a:cubicBezTo>
                  <a:cubicBezTo>
                    <a:pt x="7538" y="13759"/>
                    <a:pt x="8935" y="13239"/>
                    <a:pt x="10018" y="12197"/>
                  </a:cubicBezTo>
                  <a:cubicBezTo>
                    <a:pt x="12207" y="10080"/>
                    <a:pt x="12304" y="6596"/>
                    <a:pt x="10225" y="4368"/>
                  </a:cubicBezTo>
                  <a:lnTo>
                    <a:pt x="10745" y="3848"/>
                  </a:lnTo>
                  <a:lnTo>
                    <a:pt x="11952" y="3848"/>
                  </a:lnTo>
                  <a:cubicBezTo>
                    <a:pt x="12005" y="3848"/>
                    <a:pt x="12058" y="3824"/>
                    <a:pt x="12097" y="3786"/>
                  </a:cubicBezTo>
                  <a:lnTo>
                    <a:pt x="14248" y="1635"/>
                  </a:lnTo>
                  <a:cubicBezTo>
                    <a:pt x="14305" y="1577"/>
                    <a:pt x="14325" y="1491"/>
                    <a:pt x="14296" y="1419"/>
                  </a:cubicBezTo>
                  <a:cubicBezTo>
                    <a:pt x="14262" y="1342"/>
                    <a:pt x="14190" y="1293"/>
                    <a:pt x="14108" y="1293"/>
                  </a:cubicBezTo>
                  <a:lnTo>
                    <a:pt x="13016" y="1293"/>
                  </a:lnTo>
                  <a:lnTo>
                    <a:pt x="13016" y="201"/>
                  </a:lnTo>
                  <a:cubicBezTo>
                    <a:pt x="13016" y="81"/>
                    <a:pt x="12917" y="0"/>
                    <a:pt x="128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5" name="Google Shape;14965;p87"/>
          <p:cNvGrpSpPr/>
          <p:nvPr/>
        </p:nvGrpSpPr>
        <p:grpSpPr>
          <a:xfrm>
            <a:off x="2704703" y="2900921"/>
            <a:ext cx="230986" cy="360497"/>
            <a:chOff x="2704703" y="2900921"/>
            <a:chExt cx="230986" cy="360497"/>
          </a:xfrm>
        </p:grpSpPr>
        <p:sp>
          <p:nvSpPr>
            <p:cNvPr id="14966" name="Google Shape;14966;p87"/>
            <p:cNvSpPr/>
            <p:nvPr/>
          </p:nvSpPr>
          <p:spPr>
            <a:xfrm>
              <a:off x="2817534" y="2906193"/>
              <a:ext cx="28299" cy="33545"/>
            </a:xfrm>
            <a:custGeom>
              <a:rect b="b" l="l" r="r" t="t"/>
              <a:pathLst>
                <a:path extrusionOk="0" h="1279" w="1079">
                  <a:moveTo>
                    <a:pt x="127" y="1"/>
                  </a:moveTo>
                  <a:cubicBezTo>
                    <a:pt x="59" y="1"/>
                    <a:pt x="0" y="59"/>
                    <a:pt x="0" y="128"/>
                  </a:cubicBezTo>
                  <a:lnTo>
                    <a:pt x="0" y="1062"/>
                  </a:lnTo>
                  <a:lnTo>
                    <a:pt x="1078" y="1278"/>
                  </a:lnTo>
                  <a:cubicBezTo>
                    <a:pt x="1078" y="292"/>
                    <a:pt x="448" y="56"/>
                    <a:pt x="149" y="3"/>
                  </a:cubicBezTo>
                  <a:cubicBezTo>
                    <a:pt x="142" y="2"/>
                    <a:pt x="134" y="1"/>
                    <a:pt x="127"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87"/>
            <p:cNvSpPr/>
            <p:nvPr/>
          </p:nvSpPr>
          <p:spPr>
            <a:xfrm>
              <a:off x="2794926" y="2928460"/>
              <a:ext cx="129905" cy="248637"/>
            </a:xfrm>
            <a:custGeom>
              <a:rect b="b" l="l" r="r" t="t"/>
              <a:pathLst>
                <a:path extrusionOk="0" h="9480" w="4953">
                  <a:moveTo>
                    <a:pt x="382" y="1"/>
                  </a:moveTo>
                  <a:cubicBezTo>
                    <a:pt x="284" y="1"/>
                    <a:pt x="198" y="76"/>
                    <a:pt x="179" y="174"/>
                  </a:cubicBezTo>
                  <a:lnTo>
                    <a:pt x="1" y="1079"/>
                  </a:lnTo>
                  <a:lnTo>
                    <a:pt x="2585" y="5385"/>
                  </a:lnTo>
                  <a:lnTo>
                    <a:pt x="2801" y="9480"/>
                  </a:lnTo>
                  <a:lnTo>
                    <a:pt x="3879" y="9480"/>
                  </a:lnTo>
                  <a:cubicBezTo>
                    <a:pt x="3879" y="6896"/>
                    <a:pt x="4952" y="6256"/>
                    <a:pt x="4952" y="3879"/>
                  </a:cubicBezTo>
                  <a:cubicBezTo>
                    <a:pt x="4952" y="261"/>
                    <a:pt x="1257" y="10"/>
                    <a:pt x="391" y="1"/>
                  </a:cubicBezTo>
                  <a:cubicBezTo>
                    <a:pt x="388" y="1"/>
                    <a:pt x="385" y="1"/>
                    <a:pt x="38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87"/>
            <p:cNvSpPr/>
            <p:nvPr/>
          </p:nvSpPr>
          <p:spPr>
            <a:xfrm>
              <a:off x="2710499" y="2949075"/>
              <a:ext cx="209033" cy="239405"/>
            </a:xfrm>
            <a:custGeom>
              <a:rect b="b" l="l" r="r" t="t"/>
              <a:pathLst>
                <a:path extrusionOk="0" h="9128" w="7970">
                  <a:moveTo>
                    <a:pt x="3174" y="1"/>
                  </a:moveTo>
                  <a:cubicBezTo>
                    <a:pt x="2898" y="1"/>
                    <a:pt x="2673" y="15"/>
                    <a:pt x="2532" y="28"/>
                  </a:cubicBezTo>
                  <a:cubicBezTo>
                    <a:pt x="2311" y="47"/>
                    <a:pt x="2142" y="235"/>
                    <a:pt x="2142" y="456"/>
                  </a:cubicBezTo>
                  <a:lnTo>
                    <a:pt x="2142" y="721"/>
                  </a:lnTo>
                  <a:lnTo>
                    <a:pt x="150" y="2713"/>
                  </a:lnTo>
                  <a:cubicBezTo>
                    <a:pt x="49" y="2814"/>
                    <a:pt x="1" y="2963"/>
                    <a:pt x="30" y="3103"/>
                  </a:cubicBezTo>
                  <a:lnTo>
                    <a:pt x="174" y="3815"/>
                  </a:lnTo>
                  <a:cubicBezTo>
                    <a:pt x="189" y="3901"/>
                    <a:pt x="256" y="3969"/>
                    <a:pt x="338" y="3988"/>
                  </a:cubicBezTo>
                  <a:cubicBezTo>
                    <a:pt x="571" y="4037"/>
                    <a:pt x="787" y="4057"/>
                    <a:pt x="987" y="4057"/>
                  </a:cubicBezTo>
                  <a:cubicBezTo>
                    <a:pt x="1755" y="4057"/>
                    <a:pt x="2276" y="3749"/>
                    <a:pt x="2551" y="3531"/>
                  </a:cubicBezTo>
                  <a:cubicBezTo>
                    <a:pt x="2633" y="3460"/>
                    <a:pt x="2733" y="3425"/>
                    <a:pt x="2834" y="3425"/>
                  </a:cubicBezTo>
                  <a:cubicBezTo>
                    <a:pt x="2905" y="3425"/>
                    <a:pt x="2976" y="3442"/>
                    <a:pt x="3042" y="3478"/>
                  </a:cubicBezTo>
                  <a:cubicBezTo>
                    <a:pt x="3470" y="3719"/>
                    <a:pt x="3875" y="3772"/>
                    <a:pt x="4151" y="3772"/>
                  </a:cubicBezTo>
                  <a:cubicBezTo>
                    <a:pt x="4372" y="3772"/>
                    <a:pt x="4509" y="3738"/>
                    <a:pt x="4509" y="3738"/>
                  </a:cubicBezTo>
                  <a:lnTo>
                    <a:pt x="4509" y="3738"/>
                  </a:lnTo>
                  <a:cubicBezTo>
                    <a:pt x="2537" y="5711"/>
                    <a:pt x="1921" y="7048"/>
                    <a:pt x="1921" y="7833"/>
                  </a:cubicBezTo>
                  <a:cubicBezTo>
                    <a:pt x="1921" y="8343"/>
                    <a:pt x="2161" y="8819"/>
                    <a:pt x="2570" y="9127"/>
                  </a:cubicBezTo>
                  <a:lnTo>
                    <a:pt x="7310" y="9127"/>
                  </a:lnTo>
                  <a:cubicBezTo>
                    <a:pt x="7310" y="9127"/>
                    <a:pt x="6607" y="8059"/>
                    <a:pt x="7377" y="4493"/>
                  </a:cubicBezTo>
                  <a:cubicBezTo>
                    <a:pt x="7969" y="1736"/>
                    <a:pt x="6627" y="755"/>
                    <a:pt x="5121" y="273"/>
                  </a:cubicBezTo>
                  <a:cubicBezTo>
                    <a:pt x="4441" y="54"/>
                    <a:pt x="3711" y="1"/>
                    <a:pt x="3174"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87"/>
            <p:cNvSpPr/>
            <p:nvPr/>
          </p:nvSpPr>
          <p:spPr>
            <a:xfrm>
              <a:off x="2712152" y="3008375"/>
              <a:ext cx="145536" cy="174282"/>
            </a:xfrm>
            <a:custGeom>
              <a:rect b="b" l="l" r="r" t="t"/>
              <a:pathLst>
                <a:path extrusionOk="0" h="6645" w="5549">
                  <a:moveTo>
                    <a:pt x="2940" y="1"/>
                  </a:moveTo>
                  <a:cubicBezTo>
                    <a:pt x="2785" y="1"/>
                    <a:pt x="2642" y="52"/>
                    <a:pt x="2507" y="187"/>
                  </a:cubicBezTo>
                  <a:cubicBezTo>
                    <a:pt x="2097" y="598"/>
                    <a:pt x="1289" y="1013"/>
                    <a:pt x="151" y="1013"/>
                  </a:cubicBezTo>
                  <a:cubicBezTo>
                    <a:pt x="101" y="1013"/>
                    <a:pt x="51" y="1012"/>
                    <a:pt x="0" y="1010"/>
                  </a:cubicBezTo>
                  <a:lnTo>
                    <a:pt x="0" y="1010"/>
                  </a:lnTo>
                  <a:lnTo>
                    <a:pt x="111" y="1554"/>
                  </a:lnTo>
                  <a:cubicBezTo>
                    <a:pt x="126" y="1636"/>
                    <a:pt x="193" y="1703"/>
                    <a:pt x="275" y="1722"/>
                  </a:cubicBezTo>
                  <a:cubicBezTo>
                    <a:pt x="509" y="1771"/>
                    <a:pt x="727" y="1792"/>
                    <a:pt x="928" y="1792"/>
                  </a:cubicBezTo>
                  <a:cubicBezTo>
                    <a:pt x="1694" y="1792"/>
                    <a:pt x="2215" y="1486"/>
                    <a:pt x="2493" y="1265"/>
                  </a:cubicBezTo>
                  <a:cubicBezTo>
                    <a:pt x="2573" y="1197"/>
                    <a:pt x="2674" y="1162"/>
                    <a:pt x="2777" y="1162"/>
                  </a:cubicBezTo>
                  <a:cubicBezTo>
                    <a:pt x="2847" y="1162"/>
                    <a:pt x="2919" y="1179"/>
                    <a:pt x="2984" y="1212"/>
                  </a:cubicBezTo>
                  <a:cubicBezTo>
                    <a:pt x="3411" y="1457"/>
                    <a:pt x="3817" y="1511"/>
                    <a:pt x="4092" y="1511"/>
                  </a:cubicBezTo>
                  <a:cubicBezTo>
                    <a:pt x="4310" y="1511"/>
                    <a:pt x="4446" y="1477"/>
                    <a:pt x="4446" y="1477"/>
                  </a:cubicBezTo>
                  <a:lnTo>
                    <a:pt x="4446" y="1477"/>
                  </a:lnTo>
                  <a:cubicBezTo>
                    <a:pt x="2474" y="3450"/>
                    <a:pt x="1863" y="4783"/>
                    <a:pt x="1863" y="5567"/>
                  </a:cubicBezTo>
                  <a:cubicBezTo>
                    <a:pt x="1858" y="5966"/>
                    <a:pt x="2007" y="6351"/>
                    <a:pt x="2272" y="6645"/>
                  </a:cubicBezTo>
                  <a:lnTo>
                    <a:pt x="3585" y="6645"/>
                  </a:lnTo>
                  <a:lnTo>
                    <a:pt x="3585" y="6433"/>
                  </a:lnTo>
                  <a:cubicBezTo>
                    <a:pt x="3585" y="6433"/>
                    <a:pt x="2724" y="4927"/>
                    <a:pt x="4230" y="3199"/>
                  </a:cubicBezTo>
                  <a:cubicBezTo>
                    <a:pt x="5548" y="1698"/>
                    <a:pt x="5524" y="904"/>
                    <a:pt x="5409" y="577"/>
                  </a:cubicBezTo>
                  <a:cubicBezTo>
                    <a:pt x="5380" y="491"/>
                    <a:pt x="5300" y="437"/>
                    <a:pt x="5212" y="437"/>
                  </a:cubicBezTo>
                  <a:cubicBezTo>
                    <a:pt x="5196" y="437"/>
                    <a:pt x="5180" y="439"/>
                    <a:pt x="5163" y="442"/>
                  </a:cubicBezTo>
                  <a:cubicBezTo>
                    <a:pt x="5024" y="476"/>
                    <a:pt x="4891" y="490"/>
                    <a:pt x="4762" y="490"/>
                  </a:cubicBezTo>
                  <a:cubicBezTo>
                    <a:pt x="4008" y="490"/>
                    <a:pt x="3420" y="1"/>
                    <a:pt x="2940"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87"/>
            <p:cNvSpPr/>
            <p:nvPr/>
          </p:nvSpPr>
          <p:spPr>
            <a:xfrm>
              <a:off x="2749631" y="3176966"/>
              <a:ext cx="169508" cy="28273"/>
            </a:xfrm>
            <a:custGeom>
              <a:rect b="b" l="l" r="r" t="t"/>
              <a:pathLst>
                <a:path extrusionOk="0" h="1078" w="6463">
                  <a:moveTo>
                    <a:pt x="434" y="0"/>
                  </a:moveTo>
                  <a:cubicBezTo>
                    <a:pt x="193" y="0"/>
                    <a:pt x="1" y="197"/>
                    <a:pt x="1" y="433"/>
                  </a:cubicBezTo>
                  <a:lnTo>
                    <a:pt x="1" y="1078"/>
                  </a:lnTo>
                  <a:lnTo>
                    <a:pt x="6463" y="1078"/>
                  </a:lnTo>
                  <a:lnTo>
                    <a:pt x="6463" y="433"/>
                  </a:lnTo>
                  <a:cubicBezTo>
                    <a:pt x="6463" y="197"/>
                    <a:pt x="6270" y="5"/>
                    <a:pt x="6034" y="0"/>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87"/>
            <p:cNvSpPr/>
            <p:nvPr/>
          </p:nvSpPr>
          <p:spPr>
            <a:xfrm>
              <a:off x="2749631" y="3176966"/>
              <a:ext cx="56573" cy="28273"/>
            </a:xfrm>
            <a:custGeom>
              <a:rect b="b" l="l" r="r" t="t"/>
              <a:pathLst>
                <a:path extrusionOk="0" h="1078" w="2157">
                  <a:moveTo>
                    <a:pt x="434" y="0"/>
                  </a:moveTo>
                  <a:cubicBezTo>
                    <a:pt x="193" y="0"/>
                    <a:pt x="1" y="197"/>
                    <a:pt x="1" y="433"/>
                  </a:cubicBezTo>
                  <a:lnTo>
                    <a:pt x="1" y="1078"/>
                  </a:lnTo>
                  <a:lnTo>
                    <a:pt x="1728" y="1078"/>
                  </a:lnTo>
                  <a:lnTo>
                    <a:pt x="1728" y="433"/>
                  </a:lnTo>
                  <a:cubicBezTo>
                    <a:pt x="1728" y="197"/>
                    <a:pt x="1920" y="0"/>
                    <a:pt x="2156"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87"/>
            <p:cNvSpPr/>
            <p:nvPr/>
          </p:nvSpPr>
          <p:spPr>
            <a:xfrm>
              <a:off x="2738405" y="3199679"/>
              <a:ext cx="192090" cy="56442"/>
            </a:xfrm>
            <a:custGeom>
              <a:rect b="b" l="l" r="r" t="t"/>
              <a:pathLst>
                <a:path extrusionOk="0" h="2152" w="7324">
                  <a:moveTo>
                    <a:pt x="429" y="0"/>
                  </a:moveTo>
                  <a:cubicBezTo>
                    <a:pt x="193" y="0"/>
                    <a:pt x="0" y="193"/>
                    <a:pt x="0" y="429"/>
                  </a:cubicBezTo>
                  <a:lnTo>
                    <a:pt x="0" y="1723"/>
                  </a:lnTo>
                  <a:cubicBezTo>
                    <a:pt x="0" y="1959"/>
                    <a:pt x="193" y="2151"/>
                    <a:pt x="429" y="2151"/>
                  </a:cubicBezTo>
                  <a:lnTo>
                    <a:pt x="6896" y="2151"/>
                  </a:lnTo>
                  <a:cubicBezTo>
                    <a:pt x="7131" y="2151"/>
                    <a:pt x="7324" y="1959"/>
                    <a:pt x="7324" y="1723"/>
                  </a:cubicBezTo>
                  <a:lnTo>
                    <a:pt x="7324" y="429"/>
                  </a:lnTo>
                  <a:cubicBezTo>
                    <a:pt x="7324" y="193"/>
                    <a:pt x="7131" y="0"/>
                    <a:pt x="6896"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87"/>
            <p:cNvSpPr/>
            <p:nvPr/>
          </p:nvSpPr>
          <p:spPr>
            <a:xfrm>
              <a:off x="2738405" y="3199679"/>
              <a:ext cx="73463" cy="56442"/>
            </a:xfrm>
            <a:custGeom>
              <a:rect b="b" l="l" r="r" t="t"/>
              <a:pathLst>
                <a:path extrusionOk="0" h="2152" w="2801">
                  <a:moveTo>
                    <a:pt x="429" y="0"/>
                  </a:moveTo>
                  <a:cubicBezTo>
                    <a:pt x="193" y="0"/>
                    <a:pt x="0" y="193"/>
                    <a:pt x="0" y="429"/>
                  </a:cubicBezTo>
                  <a:lnTo>
                    <a:pt x="0" y="1723"/>
                  </a:lnTo>
                  <a:cubicBezTo>
                    <a:pt x="0" y="1959"/>
                    <a:pt x="193" y="2151"/>
                    <a:pt x="429" y="2151"/>
                  </a:cubicBezTo>
                  <a:lnTo>
                    <a:pt x="2801" y="2151"/>
                  </a:lnTo>
                  <a:cubicBezTo>
                    <a:pt x="2560" y="2151"/>
                    <a:pt x="2368" y="1959"/>
                    <a:pt x="2368" y="1723"/>
                  </a:cubicBezTo>
                  <a:lnTo>
                    <a:pt x="2368" y="429"/>
                  </a:lnTo>
                  <a:cubicBezTo>
                    <a:pt x="2368" y="193"/>
                    <a:pt x="2560" y="0"/>
                    <a:pt x="2801" y="0"/>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87"/>
            <p:cNvSpPr/>
            <p:nvPr/>
          </p:nvSpPr>
          <p:spPr>
            <a:xfrm>
              <a:off x="2704703" y="2900921"/>
              <a:ext cx="230986" cy="360497"/>
            </a:xfrm>
            <a:custGeom>
              <a:rect b="b" l="l" r="r" t="t"/>
              <a:pathLst>
                <a:path extrusionOk="0" h="13745" w="8807">
                  <a:moveTo>
                    <a:pt x="4504" y="425"/>
                  </a:moveTo>
                  <a:cubicBezTo>
                    <a:pt x="4557" y="440"/>
                    <a:pt x="4615" y="459"/>
                    <a:pt x="4668" y="488"/>
                  </a:cubicBezTo>
                  <a:cubicBezTo>
                    <a:pt x="4860" y="579"/>
                    <a:pt x="5005" y="753"/>
                    <a:pt x="5101" y="993"/>
                  </a:cubicBezTo>
                  <a:cubicBezTo>
                    <a:pt x="4884" y="955"/>
                    <a:pt x="4682" y="926"/>
                    <a:pt x="4504" y="902"/>
                  </a:cubicBezTo>
                  <a:lnTo>
                    <a:pt x="4504" y="425"/>
                  </a:lnTo>
                  <a:close/>
                  <a:moveTo>
                    <a:pt x="7743" y="10737"/>
                  </a:moveTo>
                  <a:cubicBezTo>
                    <a:pt x="7868" y="10737"/>
                    <a:pt x="7974" y="10838"/>
                    <a:pt x="7974" y="10963"/>
                  </a:cubicBezTo>
                  <a:lnTo>
                    <a:pt x="7974" y="11194"/>
                  </a:lnTo>
                  <a:lnTo>
                    <a:pt x="7743" y="11194"/>
                  </a:lnTo>
                  <a:cubicBezTo>
                    <a:pt x="7741" y="11194"/>
                    <a:pt x="7739" y="11194"/>
                    <a:pt x="7738" y="11194"/>
                  </a:cubicBezTo>
                  <a:cubicBezTo>
                    <a:pt x="7473" y="11194"/>
                    <a:pt x="7475" y="11593"/>
                    <a:pt x="7743" y="11593"/>
                  </a:cubicBezTo>
                  <a:lnTo>
                    <a:pt x="8171" y="11593"/>
                  </a:lnTo>
                  <a:cubicBezTo>
                    <a:pt x="8301" y="11593"/>
                    <a:pt x="8402" y="11699"/>
                    <a:pt x="8402" y="11824"/>
                  </a:cubicBezTo>
                  <a:lnTo>
                    <a:pt x="8402" y="13114"/>
                  </a:lnTo>
                  <a:lnTo>
                    <a:pt x="8402" y="13119"/>
                  </a:lnTo>
                  <a:cubicBezTo>
                    <a:pt x="8402" y="13244"/>
                    <a:pt x="8301" y="13345"/>
                    <a:pt x="8176" y="13345"/>
                  </a:cubicBezTo>
                  <a:lnTo>
                    <a:pt x="1718" y="13345"/>
                  </a:lnTo>
                  <a:cubicBezTo>
                    <a:pt x="1593" y="13345"/>
                    <a:pt x="1487" y="13244"/>
                    <a:pt x="1487" y="13119"/>
                  </a:cubicBezTo>
                  <a:lnTo>
                    <a:pt x="1487" y="11824"/>
                  </a:lnTo>
                  <a:cubicBezTo>
                    <a:pt x="1487" y="11699"/>
                    <a:pt x="1593" y="11598"/>
                    <a:pt x="1718" y="11598"/>
                  </a:cubicBezTo>
                  <a:lnTo>
                    <a:pt x="6881" y="11598"/>
                  </a:lnTo>
                  <a:cubicBezTo>
                    <a:pt x="7151" y="11598"/>
                    <a:pt x="7151" y="11194"/>
                    <a:pt x="6881" y="11194"/>
                  </a:cubicBezTo>
                  <a:lnTo>
                    <a:pt x="1920" y="11194"/>
                  </a:lnTo>
                  <a:lnTo>
                    <a:pt x="1920" y="10963"/>
                  </a:lnTo>
                  <a:cubicBezTo>
                    <a:pt x="1920" y="10838"/>
                    <a:pt x="2021" y="10737"/>
                    <a:pt x="2147" y="10737"/>
                  </a:cubicBezTo>
                  <a:close/>
                  <a:moveTo>
                    <a:pt x="4336" y="1"/>
                  </a:moveTo>
                  <a:cubicBezTo>
                    <a:pt x="4318" y="1"/>
                    <a:pt x="4301" y="1"/>
                    <a:pt x="4283" y="2"/>
                  </a:cubicBezTo>
                  <a:cubicBezTo>
                    <a:pt x="4177" y="7"/>
                    <a:pt x="4100" y="93"/>
                    <a:pt x="4100" y="199"/>
                  </a:cubicBezTo>
                  <a:lnTo>
                    <a:pt x="4100" y="868"/>
                  </a:lnTo>
                  <a:cubicBezTo>
                    <a:pt x="3944" y="859"/>
                    <a:pt x="3821" y="858"/>
                    <a:pt x="3742" y="858"/>
                  </a:cubicBezTo>
                  <a:cubicBezTo>
                    <a:pt x="3688" y="858"/>
                    <a:pt x="3655" y="858"/>
                    <a:pt x="3643" y="858"/>
                  </a:cubicBezTo>
                  <a:cubicBezTo>
                    <a:pt x="3390" y="878"/>
                    <a:pt x="3402" y="1263"/>
                    <a:pt x="3658" y="1263"/>
                  </a:cubicBezTo>
                  <a:cubicBezTo>
                    <a:pt x="3659" y="1263"/>
                    <a:pt x="3661" y="1263"/>
                    <a:pt x="3662" y="1263"/>
                  </a:cubicBezTo>
                  <a:cubicBezTo>
                    <a:pt x="3665" y="1263"/>
                    <a:pt x="3700" y="1261"/>
                    <a:pt x="3762" y="1261"/>
                  </a:cubicBezTo>
                  <a:cubicBezTo>
                    <a:pt x="4211" y="1261"/>
                    <a:pt x="6064" y="1328"/>
                    <a:pt x="7218" y="2432"/>
                  </a:cubicBezTo>
                  <a:cubicBezTo>
                    <a:pt x="7863" y="3048"/>
                    <a:pt x="8185" y="3890"/>
                    <a:pt x="8185" y="4934"/>
                  </a:cubicBezTo>
                  <a:cubicBezTo>
                    <a:pt x="8185" y="6065"/>
                    <a:pt x="7940" y="6782"/>
                    <a:pt x="7675" y="7542"/>
                  </a:cubicBezTo>
                  <a:cubicBezTo>
                    <a:pt x="7415" y="8302"/>
                    <a:pt x="7141" y="9096"/>
                    <a:pt x="7112" y="10328"/>
                  </a:cubicBezTo>
                  <a:lnTo>
                    <a:pt x="2479" y="10328"/>
                  </a:lnTo>
                  <a:cubicBezTo>
                    <a:pt x="2387" y="10121"/>
                    <a:pt x="2344" y="9895"/>
                    <a:pt x="2349" y="9669"/>
                  </a:cubicBezTo>
                  <a:cubicBezTo>
                    <a:pt x="2349" y="9135"/>
                    <a:pt x="2676" y="7917"/>
                    <a:pt x="4875" y="5723"/>
                  </a:cubicBezTo>
                  <a:cubicBezTo>
                    <a:pt x="5006" y="5587"/>
                    <a:pt x="4906" y="5375"/>
                    <a:pt x="4734" y="5375"/>
                  </a:cubicBezTo>
                  <a:cubicBezTo>
                    <a:pt x="4718" y="5375"/>
                    <a:pt x="4700" y="5377"/>
                    <a:pt x="4682" y="5381"/>
                  </a:cubicBezTo>
                  <a:cubicBezTo>
                    <a:pt x="4680" y="5381"/>
                    <a:pt x="4560" y="5411"/>
                    <a:pt x="4367" y="5411"/>
                  </a:cubicBezTo>
                  <a:cubicBezTo>
                    <a:pt x="4120" y="5411"/>
                    <a:pt x="3755" y="5362"/>
                    <a:pt x="3369" y="5141"/>
                  </a:cubicBezTo>
                  <a:cubicBezTo>
                    <a:pt x="3273" y="5089"/>
                    <a:pt x="3168" y="5064"/>
                    <a:pt x="3064" y="5064"/>
                  </a:cubicBezTo>
                  <a:cubicBezTo>
                    <a:pt x="2917" y="5064"/>
                    <a:pt x="2770" y="5114"/>
                    <a:pt x="2652" y="5213"/>
                  </a:cubicBezTo>
                  <a:cubicBezTo>
                    <a:pt x="2401" y="5414"/>
                    <a:pt x="1923" y="5693"/>
                    <a:pt x="1217" y="5693"/>
                  </a:cubicBezTo>
                  <a:cubicBezTo>
                    <a:pt x="1028" y="5693"/>
                    <a:pt x="823" y="5673"/>
                    <a:pt x="602" y="5627"/>
                  </a:cubicBezTo>
                  <a:lnTo>
                    <a:pt x="434" y="4785"/>
                  </a:lnTo>
                  <a:lnTo>
                    <a:pt x="2507" y="2711"/>
                  </a:lnTo>
                  <a:cubicBezTo>
                    <a:pt x="2546" y="2672"/>
                    <a:pt x="2565" y="2624"/>
                    <a:pt x="2565" y="2567"/>
                  </a:cubicBezTo>
                  <a:lnTo>
                    <a:pt x="2565" y="2302"/>
                  </a:lnTo>
                  <a:cubicBezTo>
                    <a:pt x="2565" y="2182"/>
                    <a:pt x="2657" y="2085"/>
                    <a:pt x="2772" y="2076"/>
                  </a:cubicBezTo>
                  <a:cubicBezTo>
                    <a:pt x="2915" y="2062"/>
                    <a:pt x="3136" y="2047"/>
                    <a:pt x="3407" y="2047"/>
                  </a:cubicBezTo>
                  <a:cubicBezTo>
                    <a:pt x="3915" y="2047"/>
                    <a:pt x="4599" y="2100"/>
                    <a:pt x="5279" y="2316"/>
                  </a:cubicBezTo>
                  <a:cubicBezTo>
                    <a:pt x="5306" y="2326"/>
                    <a:pt x="5331" y="2330"/>
                    <a:pt x="5354" y="2330"/>
                  </a:cubicBezTo>
                  <a:cubicBezTo>
                    <a:pt x="5565" y="2330"/>
                    <a:pt x="5642" y="1996"/>
                    <a:pt x="5399" y="1931"/>
                  </a:cubicBezTo>
                  <a:cubicBezTo>
                    <a:pt x="4672" y="1702"/>
                    <a:pt x="3944" y="1647"/>
                    <a:pt x="3405" y="1647"/>
                  </a:cubicBezTo>
                  <a:cubicBezTo>
                    <a:pt x="3118" y="1647"/>
                    <a:pt x="2884" y="1663"/>
                    <a:pt x="2734" y="1676"/>
                  </a:cubicBezTo>
                  <a:cubicBezTo>
                    <a:pt x="2411" y="1705"/>
                    <a:pt x="2161" y="1980"/>
                    <a:pt x="2161" y="2307"/>
                  </a:cubicBezTo>
                  <a:lnTo>
                    <a:pt x="2161" y="2485"/>
                  </a:lnTo>
                  <a:lnTo>
                    <a:pt x="68" y="4578"/>
                  </a:lnTo>
                  <a:cubicBezTo>
                    <a:pt x="25" y="4626"/>
                    <a:pt x="1" y="4693"/>
                    <a:pt x="15" y="4761"/>
                  </a:cubicBezTo>
                  <a:lnTo>
                    <a:pt x="232" y="5834"/>
                  </a:lnTo>
                  <a:cubicBezTo>
                    <a:pt x="246" y="5911"/>
                    <a:pt x="304" y="5973"/>
                    <a:pt x="381" y="5993"/>
                  </a:cubicBezTo>
                  <a:cubicBezTo>
                    <a:pt x="684" y="6068"/>
                    <a:pt x="962" y="6100"/>
                    <a:pt x="1216" y="6100"/>
                  </a:cubicBezTo>
                  <a:cubicBezTo>
                    <a:pt x="2041" y="6100"/>
                    <a:pt x="2605" y="5765"/>
                    <a:pt x="2907" y="5526"/>
                  </a:cubicBezTo>
                  <a:cubicBezTo>
                    <a:pt x="2951" y="5487"/>
                    <a:pt x="3006" y="5467"/>
                    <a:pt x="3063" y="5467"/>
                  </a:cubicBezTo>
                  <a:cubicBezTo>
                    <a:pt x="3099" y="5467"/>
                    <a:pt x="3136" y="5475"/>
                    <a:pt x="3171" y="5492"/>
                  </a:cubicBezTo>
                  <a:cubicBezTo>
                    <a:pt x="3494" y="5680"/>
                    <a:pt x="3855" y="5786"/>
                    <a:pt x="4225" y="5810"/>
                  </a:cubicBezTo>
                  <a:cubicBezTo>
                    <a:pt x="2353" y="7773"/>
                    <a:pt x="1949" y="8985"/>
                    <a:pt x="1949" y="9669"/>
                  </a:cubicBezTo>
                  <a:cubicBezTo>
                    <a:pt x="1944" y="9895"/>
                    <a:pt x="1978" y="10121"/>
                    <a:pt x="2050" y="10337"/>
                  </a:cubicBezTo>
                  <a:cubicBezTo>
                    <a:pt x="1742" y="10386"/>
                    <a:pt x="1521" y="10650"/>
                    <a:pt x="1521" y="10958"/>
                  </a:cubicBezTo>
                  <a:lnTo>
                    <a:pt x="1521" y="11223"/>
                  </a:lnTo>
                  <a:cubicBezTo>
                    <a:pt x="1261" y="11309"/>
                    <a:pt x="1088" y="11550"/>
                    <a:pt x="1088" y="11824"/>
                  </a:cubicBezTo>
                  <a:lnTo>
                    <a:pt x="1088" y="13114"/>
                  </a:lnTo>
                  <a:cubicBezTo>
                    <a:pt x="1088" y="13465"/>
                    <a:pt x="1372" y="13744"/>
                    <a:pt x="1718" y="13744"/>
                  </a:cubicBezTo>
                  <a:lnTo>
                    <a:pt x="8176" y="13744"/>
                  </a:lnTo>
                  <a:cubicBezTo>
                    <a:pt x="8522" y="13744"/>
                    <a:pt x="8806" y="13465"/>
                    <a:pt x="8806" y="13114"/>
                  </a:cubicBezTo>
                  <a:lnTo>
                    <a:pt x="8806" y="11824"/>
                  </a:lnTo>
                  <a:cubicBezTo>
                    <a:pt x="8806" y="11550"/>
                    <a:pt x="8633" y="11309"/>
                    <a:pt x="8378" y="11223"/>
                  </a:cubicBezTo>
                  <a:lnTo>
                    <a:pt x="8378" y="10963"/>
                  </a:lnTo>
                  <a:cubicBezTo>
                    <a:pt x="8373" y="10612"/>
                    <a:pt x="8094" y="10328"/>
                    <a:pt x="7743" y="10328"/>
                  </a:cubicBezTo>
                  <a:lnTo>
                    <a:pt x="7516" y="10328"/>
                  </a:lnTo>
                  <a:cubicBezTo>
                    <a:pt x="7545" y="9163"/>
                    <a:pt x="7805" y="8403"/>
                    <a:pt x="8060" y="7677"/>
                  </a:cubicBezTo>
                  <a:cubicBezTo>
                    <a:pt x="8320" y="6916"/>
                    <a:pt x="8590" y="6132"/>
                    <a:pt x="8590" y="4939"/>
                  </a:cubicBezTo>
                  <a:cubicBezTo>
                    <a:pt x="8590" y="3774"/>
                    <a:pt x="8224" y="2836"/>
                    <a:pt x="7497" y="2143"/>
                  </a:cubicBezTo>
                  <a:cubicBezTo>
                    <a:pt x="6920" y="1595"/>
                    <a:pt x="6208" y="1277"/>
                    <a:pt x="5548" y="1099"/>
                  </a:cubicBezTo>
                  <a:cubicBezTo>
                    <a:pt x="5414" y="512"/>
                    <a:pt x="5091" y="242"/>
                    <a:pt x="4841" y="122"/>
                  </a:cubicBezTo>
                  <a:cubicBezTo>
                    <a:pt x="4684" y="44"/>
                    <a:pt x="4511" y="1"/>
                    <a:pt x="4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87"/>
            <p:cNvSpPr/>
            <p:nvPr/>
          </p:nvSpPr>
          <p:spPr>
            <a:xfrm>
              <a:off x="2857400" y="2959723"/>
              <a:ext cx="24995" cy="16261"/>
            </a:xfrm>
            <a:custGeom>
              <a:rect b="b" l="l" r="r" t="t"/>
              <a:pathLst>
                <a:path extrusionOk="0" h="620" w="953">
                  <a:moveTo>
                    <a:pt x="293" y="0"/>
                  </a:moveTo>
                  <a:cubicBezTo>
                    <a:pt x="109" y="0"/>
                    <a:pt x="1" y="281"/>
                    <a:pt x="212" y="382"/>
                  </a:cubicBezTo>
                  <a:cubicBezTo>
                    <a:pt x="323" y="445"/>
                    <a:pt x="434" y="507"/>
                    <a:pt x="530" y="575"/>
                  </a:cubicBezTo>
                  <a:cubicBezTo>
                    <a:pt x="573" y="606"/>
                    <a:pt x="615" y="619"/>
                    <a:pt x="655" y="619"/>
                  </a:cubicBezTo>
                  <a:cubicBezTo>
                    <a:pt x="832" y="619"/>
                    <a:pt x="952" y="360"/>
                    <a:pt x="756" y="243"/>
                  </a:cubicBezTo>
                  <a:cubicBezTo>
                    <a:pt x="641" y="166"/>
                    <a:pt x="525" y="94"/>
                    <a:pt x="400" y="31"/>
                  </a:cubicBezTo>
                  <a:cubicBezTo>
                    <a:pt x="363" y="9"/>
                    <a:pt x="327"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87"/>
            <p:cNvSpPr/>
            <p:nvPr/>
          </p:nvSpPr>
          <p:spPr>
            <a:xfrm>
              <a:off x="2783963" y="2968588"/>
              <a:ext cx="10622" cy="16314"/>
            </a:xfrm>
            <a:custGeom>
              <a:rect b="b" l="l" r="r" t="t"/>
              <a:pathLst>
                <a:path extrusionOk="0" h="622" w="405">
                  <a:moveTo>
                    <a:pt x="202" y="1"/>
                  </a:moveTo>
                  <a:cubicBezTo>
                    <a:pt x="92" y="1"/>
                    <a:pt x="0" y="92"/>
                    <a:pt x="0" y="203"/>
                  </a:cubicBezTo>
                  <a:lnTo>
                    <a:pt x="0" y="420"/>
                  </a:lnTo>
                  <a:cubicBezTo>
                    <a:pt x="0" y="554"/>
                    <a:pt x="101" y="622"/>
                    <a:pt x="202" y="622"/>
                  </a:cubicBezTo>
                  <a:cubicBezTo>
                    <a:pt x="303" y="622"/>
                    <a:pt x="405" y="554"/>
                    <a:pt x="405" y="420"/>
                  </a:cubicBezTo>
                  <a:lnTo>
                    <a:pt x="405" y="203"/>
                  </a:lnTo>
                  <a:cubicBezTo>
                    <a:pt x="405" y="92"/>
                    <a:pt x="31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7" name="Google Shape;14977;p87"/>
          <p:cNvGrpSpPr/>
          <p:nvPr/>
        </p:nvGrpSpPr>
        <p:grpSpPr>
          <a:xfrm>
            <a:off x="3072963" y="2903675"/>
            <a:ext cx="387197" cy="355094"/>
            <a:chOff x="3072963" y="2903675"/>
            <a:chExt cx="387197" cy="355094"/>
          </a:xfrm>
        </p:grpSpPr>
        <p:sp>
          <p:nvSpPr>
            <p:cNvPr id="14978" name="Google Shape;14978;p87"/>
            <p:cNvSpPr/>
            <p:nvPr/>
          </p:nvSpPr>
          <p:spPr>
            <a:xfrm>
              <a:off x="3120540" y="3017949"/>
              <a:ext cx="79260" cy="87469"/>
            </a:xfrm>
            <a:custGeom>
              <a:rect b="b" l="l" r="r" t="t"/>
              <a:pathLst>
                <a:path extrusionOk="0" h="3335" w="3022">
                  <a:moveTo>
                    <a:pt x="530" y="0"/>
                  </a:moveTo>
                  <a:lnTo>
                    <a:pt x="539" y="169"/>
                  </a:lnTo>
                  <a:cubicBezTo>
                    <a:pt x="578" y="640"/>
                    <a:pt x="568" y="1656"/>
                    <a:pt x="68" y="3128"/>
                  </a:cubicBezTo>
                  <a:lnTo>
                    <a:pt x="0" y="3335"/>
                  </a:lnTo>
                  <a:lnTo>
                    <a:pt x="3022" y="3335"/>
                  </a:lnTo>
                  <a:lnTo>
                    <a:pt x="2950" y="3128"/>
                  </a:lnTo>
                  <a:cubicBezTo>
                    <a:pt x="2454" y="1656"/>
                    <a:pt x="2440" y="645"/>
                    <a:pt x="2478" y="169"/>
                  </a:cubicBezTo>
                  <a:lnTo>
                    <a:pt x="2493"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87"/>
            <p:cNvSpPr/>
            <p:nvPr/>
          </p:nvSpPr>
          <p:spPr>
            <a:xfrm>
              <a:off x="3114482" y="3109430"/>
              <a:ext cx="91272" cy="19356"/>
            </a:xfrm>
            <a:custGeom>
              <a:rect b="b" l="l" r="r" t="t"/>
              <a:pathLst>
                <a:path extrusionOk="0" h="738" w="3480">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87"/>
            <p:cNvSpPr/>
            <p:nvPr/>
          </p:nvSpPr>
          <p:spPr>
            <a:xfrm>
              <a:off x="3081409" y="3178985"/>
              <a:ext cx="125971" cy="19330"/>
            </a:xfrm>
            <a:custGeom>
              <a:rect b="b" l="l" r="r" t="t"/>
              <a:pathLst>
                <a:path extrusionOk="0" h="737" w="4803">
                  <a:moveTo>
                    <a:pt x="1" y="0"/>
                  </a:moveTo>
                  <a:lnTo>
                    <a:pt x="1" y="736"/>
                  </a:lnTo>
                  <a:lnTo>
                    <a:pt x="4605" y="736"/>
                  </a:lnTo>
                  <a:lnTo>
                    <a:pt x="4803"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87"/>
            <p:cNvSpPr/>
            <p:nvPr/>
          </p:nvSpPr>
          <p:spPr>
            <a:xfrm>
              <a:off x="3091873" y="3132799"/>
              <a:ext cx="131531" cy="42043"/>
            </a:xfrm>
            <a:custGeom>
              <a:rect b="b" l="l" r="r" t="t"/>
              <a:pathLst>
                <a:path extrusionOk="0" h="1603" w="5015">
                  <a:moveTo>
                    <a:pt x="439" y="0"/>
                  </a:moveTo>
                  <a:lnTo>
                    <a:pt x="1" y="1602"/>
                  </a:lnTo>
                  <a:lnTo>
                    <a:pt x="4813" y="1602"/>
                  </a:lnTo>
                  <a:lnTo>
                    <a:pt x="4919" y="1011"/>
                  </a:lnTo>
                  <a:cubicBezTo>
                    <a:pt x="4919" y="996"/>
                    <a:pt x="4928" y="977"/>
                    <a:pt x="4943" y="967"/>
                  </a:cubicBezTo>
                  <a:lnTo>
                    <a:pt x="5015" y="900"/>
                  </a:lnTo>
                  <a:lnTo>
                    <a:pt x="4986" y="808"/>
                  </a:lnTo>
                  <a:lnTo>
                    <a:pt x="4769"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87"/>
            <p:cNvSpPr/>
            <p:nvPr/>
          </p:nvSpPr>
          <p:spPr>
            <a:xfrm>
              <a:off x="3326111" y="3178985"/>
              <a:ext cx="125971" cy="19330"/>
            </a:xfrm>
            <a:custGeom>
              <a:rect b="b" l="l" r="r" t="t"/>
              <a:pathLst>
                <a:path extrusionOk="0" h="737" w="4803">
                  <a:moveTo>
                    <a:pt x="1" y="0"/>
                  </a:moveTo>
                  <a:lnTo>
                    <a:pt x="203" y="736"/>
                  </a:lnTo>
                  <a:lnTo>
                    <a:pt x="4803" y="736"/>
                  </a:lnTo>
                  <a:lnTo>
                    <a:pt x="4803"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87"/>
            <p:cNvSpPr/>
            <p:nvPr/>
          </p:nvSpPr>
          <p:spPr>
            <a:xfrm>
              <a:off x="3188050" y="3231231"/>
              <a:ext cx="157522" cy="19199"/>
            </a:xfrm>
            <a:custGeom>
              <a:rect b="b" l="l" r="r" t="t"/>
              <a:pathLst>
                <a:path extrusionOk="0" h="732" w="6006">
                  <a:moveTo>
                    <a:pt x="1" y="0"/>
                  </a:moveTo>
                  <a:lnTo>
                    <a:pt x="1" y="732"/>
                  </a:lnTo>
                  <a:lnTo>
                    <a:pt x="6006" y="732"/>
                  </a:lnTo>
                  <a:lnTo>
                    <a:pt x="6006"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87"/>
            <p:cNvSpPr/>
            <p:nvPr/>
          </p:nvSpPr>
          <p:spPr>
            <a:xfrm>
              <a:off x="3325744" y="2930322"/>
              <a:ext cx="95547" cy="83482"/>
            </a:xfrm>
            <a:custGeom>
              <a:rect b="b" l="l" r="r" t="t"/>
              <a:pathLst>
                <a:path extrusionOk="0" h="3183" w="3643">
                  <a:moveTo>
                    <a:pt x="1814" y="1"/>
                  </a:moveTo>
                  <a:cubicBezTo>
                    <a:pt x="692" y="1"/>
                    <a:pt x="12" y="1266"/>
                    <a:pt x="659" y="2206"/>
                  </a:cubicBezTo>
                  <a:lnTo>
                    <a:pt x="707"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6" y="2302"/>
                  </a:cubicBezTo>
                  <a:cubicBezTo>
                    <a:pt x="3643" y="1407"/>
                    <a:pt x="3036" y="50"/>
                    <a:pt x="1877" y="2"/>
                  </a:cubicBezTo>
                  <a:cubicBezTo>
                    <a:pt x="1856" y="1"/>
                    <a:pt x="1835" y="1"/>
                    <a:pt x="1814"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87"/>
            <p:cNvSpPr/>
            <p:nvPr/>
          </p:nvSpPr>
          <p:spPr>
            <a:xfrm>
              <a:off x="3227181" y="3070194"/>
              <a:ext cx="79260" cy="87469"/>
            </a:xfrm>
            <a:custGeom>
              <a:rect b="b" l="l" r="r" t="t"/>
              <a:pathLst>
                <a:path extrusionOk="0" h="3335" w="3022">
                  <a:moveTo>
                    <a:pt x="529" y="0"/>
                  </a:moveTo>
                  <a:lnTo>
                    <a:pt x="539" y="169"/>
                  </a:lnTo>
                  <a:cubicBezTo>
                    <a:pt x="578" y="640"/>
                    <a:pt x="568" y="1656"/>
                    <a:pt x="68" y="3128"/>
                  </a:cubicBezTo>
                  <a:lnTo>
                    <a:pt x="0" y="3335"/>
                  </a:lnTo>
                  <a:lnTo>
                    <a:pt x="3022" y="3335"/>
                  </a:lnTo>
                  <a:lnTo>
                    <a:pt x="2950" y="3128"/>
                  </a:lnTo>
                  <a:cubicBezTo>
                    <a:pt x="2454" y="1656"/>
                    <a:pt x="2440" y="640"/>
                    <a:pt x="2478" y="169"/>
                  </a:cubicBezTo>
                  <a:lnTo>
                    <a:pt x="2493"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87"/>
            <p:cNvSpPr/>
            <p:nvPr/>
          </p:nvSpPr>
          <p:spPr>
            <a:xfrm>
              <a:off x="3112462" y="2930322"/>
              <a:ext cx="95547" cy="83482"/>
            </a:xfrm>
            <a:custGeom>
              <a:rect b="b" l="l" r="r" t="t"/>
              <a:pathLst>
                <a:path extrusionOk="0" h="3183" w="3643">
                  <a:moveTo>
                    <a:pt x="1814" y="1"/>
                  </a:moveTo>
                  <a:cubicBezTo>
                    <a:pt x="692" y="1"/>
                    <a:pt x="12" y="1266"/>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7" y="2302"/>
                  </a:cubicBezTo>
                  <a:cubicBezTo>
                    <a:pt x="3643" y="1407"/>
                    <a:pt x="3036" y="50"/>
                    <a:pt x="1877" y="2"/>
                  </a:cubicBezTo>
                  <a:cubicBezTo>
                    <a:pt x="1856" y="1"/>
                    <a:pt x="1835" y="1"/>
                    <a:pt x="1814"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87"/>
            <p:cNvSpPr/>
            <p:nvPr/>
          </p:nvSpPr>
          <p:spPr>
            <a:xfrm>
              <a:off x="3310086" y="3132799"/>
              <a:ext cx="131400" cy="42043"/>
            </a:xfrm>
            <a:custGeom>
              <a:rect b="b" l="l" r="r" t="t"/>
              <a:pathLst>
                <a:path extrusionOk="0" h="1603" w="5010">
                  <a:moveTo>
                    <a:pt x="246" y="0"/>
                  </a:moveTo>
                  <a:lnTo>
                    <a:pt x="29" y="794"/>
                  </a:lnTo>
                  <a:lnTo>
                    <a:pt x="0" y="900"/>
                  </a:lnTo>
                  <a:lnTo>
                    <a:pt x="73" y="967"/>
                  </a:lnTo>
                  <a:cubicBezTo>
                    <a:pt x="87" y="977"/>
                    <a:pt x="97" y="996"/>
                    <a:pt x="97" y="1011"/>
                  </a:cubicBezTo>
                  <a:lnTo>
                    <a:pt x="203" y="1602"/>
                  </a:lnTo>
                  <a:lnTo>
                    <a:pt x="5009" y="1602"/>
                  </a:lnTo>
                  <a:lnTo>
                    <a:pt x="4576"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87"/>
            <p:cNvSpPr/>
            <p:nvPr/>
          </p:nvSpPr>
          <p:spPr>
            <a:xfrm>
              <a:off x="3327764" y="3109430"/>
              <a:ext cx="91245" cy="19356"/>
            </a:xfrm>
            <a:custGeom>
              <a:rect b="b" l="l" r="r" t="t"/>
              <a:pathLst>
                <a:path extrusionOk="0" h="738" w="3479">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87"/>
            <p:cNvSpPr/>
            <p:nvPr/>
          </p:nvSpPr>
          <p:spPr>
            <a:xfrm>
              <a:off x="3221123" y="3161675"/>
              <a:ext cx="91272" cy="19356"/>
            </a:xfrm>
            <a:custGeom>
              <a:rect b="b" l="l" r="r" t="t"/>
              <a:pathLst>
                <a:path extrusionOk="0" h="738" w="3480">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87"/>
            <p:cNvSpPr/>
            <p:nvPr/>
          </p:nvSpPr>
          <p:spPr>
            <a:xfrm>
              <a:off x="3219103" y="2982568"/>
              <a:ext cx="95547" cy="83482"/>
            </a:xfrm>
            <a:custGeom>
              <a:rect b="b" l="l" r="r" t="t"/>
              <a:pathLst>
                <a:path extrusionOk="0" h="3183" w="3643">
                  <a:moveTo>
                    <a:pt x="1808" y="1"/>
                  </a:moveTo>
                  <a:cubicBezTo>
                    <a:pt x="689" y="1"/>
                    <a:pt x="13" y="1267"/>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27"/>
                    <a:pt x="2863" y="2350"/>
                    <a:pt x="2906" y="2302"/>
                  </a:cubicBezTo>
                  <a:cubicBezTo>
                    <a:pt x="3643" y="1407"/>
                    <a:pt x="3036" y="50"/>
                    <a:pt x="1877" y="2"/>
                  </a:cubicBezTo>
                  <a:cubicBezTo>
                    <a:pt x="1854" y="1"/>
                    <a:pt x="1831" y="1"/>
                    <a:pt x="1808"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87"/>
            <p:cNvSpPr/>
            <p:nvPr/>
          </p:nvSpPr>
          <p:spPr>
            <a:xfrm>
              <a:off x="3333822" y="3017949"/>
              <a:ext cx="79155" cy="87469"/>
            </a:xfrm>
            <a:custGeom>
              <a:rect b="b" l="l" r="r" t="t"/>
              <a:pathLst>
                <a:path extrusionOk="0" h="3335" w="3018">
                  <a:moveTo>
                    <a:pt x="525" y="0"/>
                  </a:moveTo>
                  <a:lnTo>
                    <a:pt x="539" y="169"/>
                  </a:lnTo>
                  <a:cubicBezTo>
                    <a:pt x="573" y="640"/>
                    <a:pt x="563" y="1656"/>
                    <a:pt x="67" y="3128"/>
                  </a:cubicBezTo>
                  <a:lnTo>
                    <a:pt x="0" y="3335"/>
                  </a:lnTo>
                  <a:lnTo>
                    <a:pt x="3017" y="3335"/>
                  </a:lnTo>
                  <a:lnTo>
                    <a:pt x="2945" y="3128"/>
                  </a:lnTo>
                  <a:cubicBezTo>
                    <a:pt x="2449" y="1656"/>
                    <a:pt x="2440" y="645"/>
                    <a:pt x="2473" y="169"/>
                  </a:cubicBezTo>
                  <a:lnTo>
                    <a:pt x="2488"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87"/>
            <p:cNvSpPr/>
            <p:nvPr/>
          </p:nvSpPr>
          <p:spPr>
            <a:xfrm>
              <a:off x="3201295" y="3187168"/>
              <a:ext cx="131033" cy="37899"/>
            </a:xfrm>
            <a:custGeom>
              <a:rect b="b" l="l" r="r" t="t"/>
              <a:pathLst>
                <a:path extrusionOk="0" h="1445" w="4996">
                  <a:moveTo>
                    <a:pt x="390" y="1"/>
                  </a:moveTo>
                  <a:lnTo>
                    <a:pt x="1" y="1444"/>
                  </a:lnTo>
                  <a:lnTo>
                    <a:pt x="4995" y="1444"/>
                  </a:lnTo>
                  <a:lnTo>
                    <a:pt x="4601"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87"/>
            <p:cNvSpPr/>
            <p:nvPr/>
          </p:nvSpPr>
          <p:spPr>
            <a:xfrm>
              <a:off x="3326111" y="3178985"/>
              <a:ext cx="17572" cy="19330"/>
            </a:xfrm>
            <a:custGeom>
              <a:rect b="b" l="l" r="r" t="t"/>
              <a:pathLst>
                <a:path extrusionOk="0" h="737" w="670">
                  <a:moveTo>
                    <a:pt x="1" y="0"/>
                  </a:moveTo>
                  <a:lnTo>
                    <a:pt x="203" y="736"/>
                  </a:lnTo>
                  <a:lnTo>
                    <a:pt x="669" y="736"/>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87"/>
            <p:cNvSpPr/>
            <p:nvPr/>
          </p:nvSpPr>
          <p:spPr>
            <a:xfrm>
              <a:off x="3188050" y="3231231"/>
              <a:ext cx="12406" cy="19199"/>
            </a:xfrm>
            <a:custGeom>
              <a:rect b="b" l="l" r="r" t="t"/>
              <a:pathLst>
                <a:path extrusionOk="0" h="732" w="473">
                  <a:moveTo>
                    <a:pt x="1" y="0"/>
                  </a:moveTo>
                  <a:lnTo>
                    <a:pt x="1" y="732"/>
                  </a:lnTo>
                  <a:lnTo>
                    <a:pt x="472" y="732"/>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87"/>
            <p:cNvSpPr/>
            <p:nvPr/>
          </p:nvSpPr>
          <p:spPr>
            <a:xfrm>
              <a:off x="3325744" y="2930322"/>
              <a:ext cx="53766" cy="59641"/>
            </a:xfrm>
            <a:custGeom>
              <a:rect b="b" l="l" r="r" t="t"/>
              <a:pathLst>
                <a:path extrusionOk="0" h="2274" w="2050">
                  <a:moveTo>
                    <a:pt x="1803" y="0"/>
                  </a:moveTo>
                  <a:cubicBezTo>
                    <a:pt x="711" y="0"/>
                    <a:pt x="1" y="1251"/>
                    <a:pt x="659" y="2206"/>
                  </a:cubicBezTo>
                  <a:lnTo>
                    <a:pt x="703" y="2273"/>
                  </a:lnTo>
                  <a:lnTo>
                    <a:pt x="1174" y="2273"/>
                  </a:lnTo>
                  <a:lnTo>
                    <a:pt x="1126" y="2206"/>
                  </a:lnTo>
                  <a:cubicBezTo>
                    <a:pt x="544" y="1359"/>
                    <a:pt x="1039" y="195"/>
                    <a:pt x="2050" y="21"/>
                  </a:cubicBezTo>
                  <a:cubicBezTo>
                    <a:pt x="1966" y="7"/>
                    <a:pt x="1883" y="0"/>
                    <a:pt x="1803"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87"/>
            <p:cNvSpPr/>
            <p:nvPr/>
          </p:nvSpPr>
          <p:spPr>
            <a:xfrm>
              <a:off x="3325744" y="2994081"/>
              <a:ext cx="18307" cy="19723"/>
            </a:xfrm>
            <a:custGeom>
              <a:rect b="b" l="l" r="r" t="t"/>
              <a:pathLst>
                <a:path extrusionOk="0" h="752" w="698">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87"/>
            <p:cNvSpPr/>
            <p:nvPr/>
          </p:nvSpPr>
          <p:spPr>
            <a:xfrm>
              <a:off x="3227181" y="3070063"/>
              <a:ext cx="27539" cy="87495"/>
            </a:xfrm>
            <a:custGeom>
              <a:rect b="b" l="l" r="r" t="t"/>
              <a:pathLst>
                <a:path extrusionOk="0" h="3336" w="1050">
                  <a:moveTo>
                    <a:pt x="529" y="1"/>
                  </a:moveTo>
                  <a:lnTo>
                    <a:pt x="539" y="174"/>
                  </a:lnTo>
                  <a:cubicBezTo>
                    <a:pt x="578" y="645"/>
                    <a:pt x="568" y="1661"/>
                    <a:pt x="68" y="3128"/>
                  </a:cubicBezTo>
                  <a:lnTo>
                    <a:pt x="0" y="3335"/>
                  </a:lnTo>
                  <a:lnTo>
                    <a:pt x="467" y="3335"/>
                  </a:lnTo>
                  <a:lnTo>
                    <a:pt x="539" y="3128"/>
                  </a:lnTo>
                  <a:cubicBezTo>
                    <a:pt x="1039" y="1661"/>
                    <a:pt x="1049" y="645"/>
                    <a:pt x="1011" y="174"/>
                  </a:cubicBezTo>
                  <a:lnTo>
                    <a:pt x="996"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87"/>
            <p:cNvSpPr/>
            <p:nvPr/>
          </p:nvSpPr>
          <p:spPr>
            <a:xfrm>
              <a:off x="3120540" y="3017949"/>
              <a:ext cx="27539" cy="87469"/>
            </a:xfrm>
            <a:custGeom>
              <a:rect b="b" l="l" r="r" t="t"/>
              <a:pathLst>
                <a:path extrusionOk="0" h="3335" w="1050">
                  <a:moveTo>
                    <a:pt x="530" y="0"/>
                  </a:moveTo>
                  <a:lnTo>
                    <a:pt x="539" y="169"/>
                  </a:lnTo>
                  <a:cubicBezTo>
                    <a:pt x="578" y="645"/>
                    <a:pt x="568" y="1656"/>
                    <a:pt x="68" y="3128"/>
                  </a:cubicBezTo>
                  <a:lnTo>
                    <a:pt x="0" y="3335"/>
                  </a:lnTo>
                  <a:lnTo>
                    <a:pt x="467" y="3335"/>
                  </a:lnTo>
                  <a:lnTo>
                    <a:pt x="539" y="3128"/>
                  </a:lnTo>
                  <a:cubicBezTo>
                    <a:pt x="1040" y="1656"/>
                    <a:pt x="1049" y="640"/>
                    <a:pt x="1011" y="169"/>
                  </a:cubicBezTo>
                  <a:lnTo>
                    <a:pt x="99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87"/>
            <p:cNvSpPr/>
            <p:nvPr/>
          </p:nvSpPr>
          <p:spPr>
            <a:xfrm>
              <a:off x="3114482" y="3109430"/>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87"/>
            <p:cNvSpPr/>
            <p:nvPr/>
          </p:nvSpPr>
          <p:spPr>
            <a:xfrm>
              <a:off x="3081409" y="3178985"/>
              <a:ext cx="12406" cy="19199"/>
            </a:xfrm>
            <a:custGeom>
              <a:rect b="b" l="l" r="r" t="t"/>
              <a:pathLst>
                <a:path extrusionOk="0" h="732" w="473">
                  <a:moveTo>
                    <a:pt x="1" y="0"/>
                  </a:moveTo>
                  <a:lnTo>
                    <a:pt x="1" y="732"/>
                  </a:lnTo>
                  <a:lnTo>
                    <a:pt x="472" y="732"/>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87"/>
            <p:cNvSpPr/>
            <p:nvPr/>
          </p:nvSpPr>
          <p:spPr>
            <a:xfrm>
              <a:off x="3091873" y="3132799"/>
              <a:ext cx="23762" cy="42043"/>
            </a:xfrm>
            <a:custGeom>
              <a:rect b="b" l="l" r="r" t="t"/>
              <a:pathLst>
                <a:path extrusionOk="0" h="1603" w="906">
                  <a:moveTo>
                    <a:pt x="439" y="0"/>
                  </a:moveTo>
                  <a:lnTo>
                    <a:pt x="1" y="1602"/>
                  </a:lnTo>
                  <a:lnTo>
                    <a:pt x="473" y="1602"/>
                  </a:lnTo>
                  <a:lnTo>
                    <a:pt x="90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87"/>
            <p:cNvSpPr/>
            <p:nvPr/>
          </p:nvSpPr>
          <p:spPr>
            <a:xfrm>
              <a:off x="3112462" y="2994081"/>
              <a:ext cx="18307" cy="19723"/>
            </a:xfrm>
            <a:custGeom>
              <a:rect b="b" l="l" r="r" t="t"/>
              <a:pathLst>
                <a:path extrusionOk="0" h="752" w="698">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87"/>
            <p:cNvSpPr/>
            <p:nvPr/>
          </p:nvSpPr>
          <p:spPr>
            <a:xfrm>
              <a:off x="3112462" y="2930322"/>
              <a:ext cx="53898" cy="59641"/>
            </a:xfrm>
            <a:custGeom>
              <a:rect b="b" l="l" r="r" t="t"/>
              <a:pathLst>
                <a:path extrusionOk="0" h="2274" w="2055">
                  <a:moveTo>
                    <a:pt x="1808" y="0"/>
                  </a:moveTo>
                  <a:cubicBezTo>
                    <a:pt x="715" y="0"/>
                    <a:pt x="1" y="1251"/>
                    <a:pt x="659" y="2206"/>
                  </a:cubicBezTo>
                  <a:lnTo>
                    <a:pt x="708" y="2273"/>
                  </a:lnTo>
                  <a:lnTo>
                    <a:pt x="1174" y="2273"/>
                  </a:lnTo>
                  <a:lnTo>
                    <a:pt x="1131" y="2206"/>
                  </a:lnTo>
                  <a:cubicBezTo>
                    <a:pt x="544" y="1359"/>
                    <a:pt x="1040" y="195"/>
                    <a:pt x="2055" y="21"/>
                  </a:cubicBezTo>
                  <a:cubicBezTo>
                    <a:pt x="1971" y="7"/>
                    <a:pt x="1888" y="0"/>
                    <a:pt x="180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87"/>
            <p:cNvSpPr/>
            <p:nvPr/>
          </p:nvSpPr>
          <p:spPr>
            <a:xfrm>
              <a:off x="3310086" y="3132799"/>
              <a:ext cx="18831" cy="42043"/>
            </a:xfrm>
            <a:custGeom>
              <a:rect b="b" l="l" r="r" t="t"/>
              <a:pathLst>
                <a:path extrusionOk="0" h="1603" w="718">
                  <a:moveTo>
                    <a:pt x="246" y="0"/>
                  </a:moveTo>
                  <a:lnTo>
                    <a:pt x="34" y="794"/>
                  </a:lnTo>
                  <a:lnTo>
                    <a:pt x="0" y="900"/>
                  </a:lnTo>
                  <a:lnTo>
                    <a:pt x="73" y="967"/>
                  </a:lnTo>
                  <a:cubicBezTo>
                    <a:pt x="87" y="977"/>
                    <a:pt x="97" y="996"/>
                    <a:pt x="97" y="1011"/>
                  </a:cubicBezTo>
                  <a:lnTo>
                    <a:pt x="203" y="1602"/>
                  </a:lnTo>
                  <a:lnTo>
                    <a:pt x="674" y="1602"/>
                  </a:lnTo>
                  <a:lnTo>
                    <a:pt x="568" y="1011"/>
                  </a:lnTo>
                  <a:cubicBezTo>
                    <a:pt x="568" y="996"/>
                    <a:pt x="559" y="977"/>
                    <a:pt x="544" y="967"/>
                  </a:cubicBezTo>
                  <a:lnTo>
                    <a:pt x="467" y="900"/>
                  </a:lnTo>
                  <a:lnTo>
                    <a:pt x="506" y="794"/>
                  </a:lnTo>
                  <a:lnTo>
                    <a:pt x="717"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87"/>
            <p:cNvSpPr/>
            <p:nvPr/>
          </p:nvSpPr>
          <p:spPr>
            <a:xfrm>
              <a:off x="3327764" y="3109430"/>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87"/>
            <p:cNvSpPr/>
            <p:nvPr/>
          </p:nvSpPr>
          <p:spPr>
            <a:xfrm>
              <a:off x="3221123" y="3161675"/>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87"/>
            <p:cNvSpPr/>
            <p:nvPr/>
          </p:nvSpPr>
          <p:spPr>
            <a:xfrm>
              <a:off x="3219103" y="3046353"/>
              <a:ext cx="18307" cy="19697"/>
            </a:xfrm>
            <a:custGeom>
              <a:rect b="b" l="l" r="r" t="t"/>
              <a:pathLst>
                <a:path extrusionOk="0" h="751" w="698">
                  <a:moveTo>
                    <a:pt x="231" y="0"/>
                  </a:moveTo>
                  <a:cubicBezTo>
                    <a:pt x="101" y="0"/>
                    <a:pt x="0" y="101"/>
                    <a:pt x="0" y="226"/>
                  </a:cubicBezTo>
                  <a:lnTo>
                    <a:pt x="0" y="524"/>
                  </a:lnTo>
                  <a:cubicBezTo>
                    <a:pt x="0" y="650"/>
                    <a:pt x="101" y="751"/>
                    <a:pt x="231" y="751"/>
                  </a:cubicBezTo>
                  <a:lnTo>
                    <a:pt x="698" y="751"/>
                  </a:lnTo>
                  <a:cubicBezTo>
                    <a:pt x="573" y="751"/>
                    <a:pt x="472" y="650"/>
                    <a:pt x="472" y="524"/>
                  </a:cubicBezTo>
                  <a:lnTo>
                    <a:pt x="472" y="226"/>
                  </a:lnTo>
                  <a:cubicBezTo>
                    <a:pt x="472" y="101"/>
                    <a:pt x="573" y="0"/>
                    <a:pt x="69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87"/>
            <p:cNvSpPr/>
            <p:nvPr/>
          </p:nvSpPr>
          <p:spPr>
            <a:xfrm>
              <a:off x="3219129" y="2982541"/>
              <a:ext cx="53871" cy="59668"/>
            </a:xfrm>
            <a:custGeom>
              <a:rect b="b" l="l" r="r" t="t"/>
              <a:pathLst>
                <a:path extrusionOk="0" h="2275" w="2054">
                  <a:moveTo>
                    <a:pt x="1802" y="0"/>
                  </a:moveTo>
                  <a:cubicBezTo>
                    <a:pt x="712" y="0"/>
                    <a:pt x="0" y="1254"/>
                    <a:pt x="658" y="2207"/>
                  </a:cubicBezTo>
                  <a:lnTo>
                    <a:pt x="707" y="2274"/>
                  </a:lnTo>
                  <a:lnTo>
                    <a:pt x="1173" y="2274"/>
                  </a:lnTo>
                  <a:lnTo>
                    <a:pt x="1130" y="2207"/>
                  </a:lnTo>
                  <a:cubicBezTo>
                    <a:pt x="543" y="1360"/>
                    <a:pt x="1039" y="191"/>
                    <a:pt x="2054" y="22"/>
                  </a:cubicBezTo>
                  <a:cubicBezTo>
                    <a:pt x="1968" y="8"/>
                    <a:pt x="1884" y="0"/>
                    <a:pt x="1802"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87"/>
            <p:cNvSpPr/>
            <p:nvPr/>
          </p:nvSpPr>
          <p:spPr>
            <a:xfrm>
              <a:off x="3333822" y="3017949"/>
              <a:ext cx="27539" cy="87469"/>
            </a:xfrm>
            <a:custGeom>
              <a:rect b="b" l="l" r="r" t="t"/>
              <a:pathLst>
                <a:path extrusionOk="0" h="3335" w="1050">
                  <a:moveTo>
                    <a:pt x="529" y="0"/>
                  </a:moveTo>
                  <a:lnTo>
                    <a:pt x="539" y="169"/>
                  </a:lnTo>
                  <a:cubicBezTo>
                    <a:pt x="577" y="640"/>
                    <a:pt x="568" y="1656"/>
                    <a:pt x="67" y="3128"/>
                  </a:cubicBezTo>
                  <a:lnTo>
                    <a:pt x="0" y="3335"/>
                  </a:lnTo>
                  <a:lnTo>
                    <a:pt x="467" y="3335"/>
                  </a:lnTo>
                  <a:lnTo>
                    <a:pt x="539" y="3128"/>
                  </a:lnTo>
                  <a:cubicBezTo>
                    <a:pt x="1039" y="1656"/>
                    <a:pt x="1049" y="640"/>
                    <a:pt x="1011" y="169"/>
                  </a:cubicBezTo>
                  <a:lnTo>
                    <a:pt x="99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87"/>
            <p:cNvSpPr/>
            <p:nvPr/>
          </p:nvSpPr>
          <p:spPr>
            <a:xfrm>
              <a:off x="3201295" y="3187168"/>
              <a:ext cx="22634" cy="37899"/>
            </a:xfrm>
            <a:custGeom>
              <a:rect b="b" l="l" r="r" t="t"/>
              <a:pathLst>
                <a:path extrusionOk="0" h="1445" w="863">
                  <a:moveTo>
                    <a:pt x="390" y="1"/>
                  </a:moveTo>
                  <a:lnTo>
                    <a:pt x="1" y="1444"/>
                  </a:lnTo>
                  <a:lnTo>
                    <a:pt x="467" y="1444"/>
                  </a:lnTo>
                  <a:lnTo>
                    <a:pt x="86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87"/>
            <p:cNvSpPr/>
            <p:nvPr/>
          </p:nvSpPr>
          <p:spPr>
            <a:xfrm>
              <a:off x="3072963" y="2903675"/>
              <a:ext cx="387197" cy="355094"/>
            </a:xfrm>
            <a:custGeom>
              <a:rect b="b" l="l" r="r" t="t"/>
              <a:pathLst>
                <a:path extrusionOk="0" h="13539" w="14763">
                  <a:moveTo>
                    <a:pt x="3322" y="1171"/>
                  </a:moveTo>
                  <a:cubicBezTo>
                    <a:pt x="3340" y="1171"/>
                    <a:pt x="3359" y="1171"/>
                    <a:pt x="3378" y="1172"/>
                  </a:cubicBezTo>
                  <a:cubicBezTo>
                    <a:pt x="4413" y="1215"/>
                    <a:pt x="4947" y="2418"/>
                    <a:pt x="4292" y="3217"/>
                  </a:cubicBezTo>
                  <a:cubicBezTo>
                    <a:pt x="4167" y="3371"/>
                    <a:pt x="4273" y="3602"/>
                    <a:pt x="4470" y="3602"/>
                  </a:cubicBezTo>
                  <a:lnTo>
                    <a:pt x="4913" y="3602"/>
                  </a:lnTo>
                  <a:cubicBezTo>
                    <a:pt x="4951" y="3602"/>
                    <a:pt x="4985" y="3631"/>
                    <a:pt x="4985" y="3674"/>
                  </a:cubicBezTo>
                  <a:lnTo>
                    <a:pt x="4985" y="3968"/>
                  </a:lnTo>
                  <a:cubicBezTo>
                    <a:pt x="4985" y="4006"/>
                    <a:pt x="4951" y="4040"/>
                    <a:pt x="4913" y="4040"/>
                  </a:cubicBezTo>
                  <a:lnTo>
                    <a:pt x="1737" y="4040"/>
                  </a:lnTo>
                  <a:cubicBezTo>
                    <a:pt x="1699" y="4040"/>
                    <a:pt x="1665" y="4011"/>
                    <a:pt x="1665" y="3972"/>
                  </a:cubicBezTo>
                  <a:lnTo>
                    <a:pt x="1665" y="3968"/>
                  </a:lnTo>
                  <a:lnTo>
                    <a:pt x="1665" y="3674"/>
                  </a:lnTo>
                  <a:cubicBezTo>
                    <a:pt x="1665" y="3636"/>
                    <a:pt x="1699" y="3602"/>
                    <a:pt x="1737" y="3602"/>
                  </a:cubicBezTo>
                  <a:lnTo>
                    <a:pt x="3744" y="3602"/>
                  </a:lnTo>
                  <a:cubicBezTo>
                    <a:pt x="4057" y="3602"/>
                    <a:pt x="4057" y="3130"/>
                    <a:pt x="3744" y="3130"/>
                  </a:cubicBezTo>
                  <a:lnTo>
                    <a:pt x="2295" y="3130"/>
                  </a:lnTo>
                  <a:cubicBezTo>
                    <a:pt x="1719" y="2294"/>
                    <a:pt x="2325" y="1171"/>
                    <a:pt x="3322" y="1171"/>
                  </a:cubicBezTo>
                  <a:close/>
                  <a:moveTo>
                    <a:pt x="11454" y="1171"/>
                  </a:moveTo>
                  <a:cubicBezTo>
                    <a:pt x="11472" y="1171"/>
                    <a:pt x="11491" y="1171"/>
                    <a:pt x="11510" y="1172"/>
                  </a:cubicBezTo>
                  <a:cubicBezTo>
                    <a:pt x="12540" y="1215"/>
                    <a:pt x="13079" y="2423"/>
                    <a:pt x="12419" y="3217"/>
                  </a:cubicBezTo>
                  <a:cubicBezTo>
                    <a:pt x="12294" y="3371"/>
                    <a:pt x="12405" y="3602"/>
                    <a:pt x="12602" y="3602"/>
                  </a:cubicBezTo>
                  <a:lnTo>
                    <a:pt x="13045" y="3602"/>
                  </a:lnTo>
                  <a:cubicBezTo>
                    <a:pt x="13083" y="3602"/>
                    <a:pt x="13117" y="3636"/>
                    <a:pt x="13117" y="3674"/>
                  </a:cubicBezTo>
                  <a:lnTo>
                    <a:pt x="13117" y="3972"/>
                  </a:lnTo>
                  <a:cubicBezTo>
                    <a:pt x="13117" y="4011"/>
                    <a:pt x="13083" y="4045"/>
                    <a:pt x="13045" y="4045"/>
                  </a:cubicBezTo>
                  <a:lnTo>
                    <a:pt x="9864" y="4045"/>
                  </a:lnTo>
                  <a:cubicBezTo>
                    <a:pt x="9826" y="4045"/>
                    <a:pt x="9792" y="4011"/>
                    <a:pt x="9797" y="3972"/>
                  </a:cubicBezTo>
                  <a:lnTo>
                    <a:pt x="9797" y="3674"/>
                  </a:lnTo>
                  <a:cubicBezTo>
                    <a:pt x="9797" y="3636"/>
                    <a:pt x="9826" y="3602"/>
                    <a:pt x="9869" y="3602"/>
                  </a:cubicBezTo>
                  <a:lnTo>
                    <a:pt x="11876" y="3602"/>
                  </a:lnTo>
                  <a:cubicBezTo>
                    <a:pt x="12188" y="3602"/>
                    <a:pt x="12188" y="3135"/>
                    <a:pt x="11876" y="3135"/>
                  </a:cubicBezTo>
                  <a:lnTo>
                    <a:pt x="10427" y="3135"/>
                  </a:lnTo>
                  <a:cubicBezTo>
                    <a:pt x="9851" y="2299"/>
                    <a:pt x="10453" y="1171"/>
                    <a:pt x="11454" y="1171"/>
                  </a:cubicBezTo>
                  <a:close/>
                  <a:moveTo>
                    <a:pt x="7388" y="3163"/>
                  </a:moveTo>
                  <a:cubicBezTo>
                    <a:pt x="7406" y="3163"/>
                    <a:pt x="7425" y="3163"/>
                    <a:pt x="7444" y="3164"/>
                  </a:cubicBezTo>
                  <a:cubicBezTo>
                    <a:pt x="8478" y="3207"/>
                    <a:pt x="9013" y="4410"/>
                    <a:pt x="8358" y="5209"/>
                  </a:cubicBezTo>
                  <a:cubicBezTo>
                    <a:pt x="8233" y="5363"/>
                    <a:pt x="8339" y="5594"/>
                    <a:pt x="8541" y="5594"/>
                  </a:cubicBezTo>
                  <a:lnTo>
                    <a:pt x="8979" y="5594"/>
                  </a:lnTo>
                  <a:cubicBezTo>
                    <a:pt x="9022" y="5594"/>
                    <a:pt x="9051" y="5628"/>
                    <a:pt x="9051" y="5666"/>
                  </a:cubicBezTo>
                  <a:lnTo>
                    <a:pt x="9051" y="5960"/>
                  </a:lnTo>
                  <a:cubicBezTo>
                    <a:pt x="9051" y="6003"/>
                    <a:pt x="9022" y="6032"/>
                    <a:pt x="8979" y="6032"/>
                  </a:cubicBezTo>
                  <a:lnTo>
                    <a:pt x="5803" y="6032"/>
                  </a:lnTo>
                  <a:cubicBezTo>
                    <a:pt x="5801" y="6032"/>
                    <a:pt x="5798" y="6032"/>
                    <a:pt x="5796" y="6032"/>
                  </a:cubicBezTo>
                  <a:cubicBezTo>
                    <a:pt x="5760" y="6032"/>
                    <a:pt x="5731" y="6001"/>
                    <a:pt x="5731" y="5964"/>
                  </a:cubicBezTo>
                  <a:lnTo>
                    <a:pt x="5731" y="5960"/>
                  </a:lnTo>
                  <a:lnTo>
                    <a:pt x="5731" y="5666"/>
                  </a:lnTo>
                  <a:cubicBezTo>
                    <a:pt x="5731" y="5628"/>
                    <a:pt x="5765" y="5594"/>
                    <a:pt x="5803" y="5594"/>
                  </a:cubicBezTo>
                  <a:lnTo>
                    <a:pt x="7810" y="5594"/>
                  </a:lnTo>
                  <a:cubicBezTo>
                    <a:pt x="8122" y="5594"/>
                    <a:pt x="8122" y="5122"/>
                    <a:pt x="7810" y="5122"/>
                  </a:cubicBezTo>
                  <a:lnTo>
                    <a:pt x="6361" y="5122"/>
                  </a:lnTo>
                  <a:cubicBezTo>
                    <a:pt x="5785" y="4291"/>
                    <a:pt x="6391" y="3163"/>
                    <a:pt x="7388" y="3163"/>
                  </a:cubicBezTo>
                  <a:close/>
                  <a:moveTo>
                    <a:pt x="4138" y="4511"/>
                  </a:moveTo>
                  <a:cubicBezTo>
                    <a:pt x="4100" y="4983"/>
                    <a:pt x="4109" y="6027"/>
                    <a:pt x="4619" y="7533"/>
                  </a:cubicBezTo>
                  <a:lnTo>
                    <a:pt x="2031" y="7533"/>
                  </a:lnTo>
                  <a:cubicBezTo>
                    <a:pt x="2541" y="6027"/>
                    <a:pt x="2550" y="4988"/>
                    <a:pt x="2512" y="4511"/>
                  </a:cubicBezTo>
                  <a:close/>
                  <a:moveTo>
                    <a:pt x="12265" y="4511"/>
                  </a:moveTo>
                  <a:cubicBezTo>
                    <a:pt x="12232" y="4988"/>
                    <a:pt x="12236" y="6027"/>
                    <a:pt x="12747" y="7533"/>
                  </a:cubicBezTo>
                  <a:lnTo>
                    <a:pt x="10163" y="7533"/>
                  </a:lnTo>
                  <a:cubicBezTo>
                    <a:pt x="10673" y="6027"/>
                    <a:pt x="10677" y="4988"/>
                    <a:pt x="10644" y="4511"/>
                  </a:cubicBezTo>
                  <a:close/>
                  <a:moveTo>
                    <a:pt x="4802" y="8000"/>
                  </a:moveTo>
                  <a:lnTo>
                    <a:pt x="4879" y="8423"/>
                  </a:lnTo>
                  <a:lnTo>
                    <a:pt x="1771" y="8423"/>
                  </a:lnTo>
                  <a:lnTo>
                    <a:pt x="1848" y="8000"/>
                  </a:lnTo>
                  <a:close/>
                  <a:moveTo>
                    <a:pt x="12934" y="8005"/>
                  </a:moveTo>
                  <a:lnTo>
                    <a:pt x="13006" y="8423"/>
                  </a:lnTo>
                  <a:lnTo>
                    <a:pt x="9903" y="8423"/>
                  </a:lnTo>
                  <a:lnTo>
                    <a:pt x="9980" y="8005"/>
                  </a:lnTo>
                  <a:close/>
                  <a:moveTo>
                    <a:pt x="8204" y="6503"/>
                  </a:moveTo>
                  <a:cubicBezTo>
                    <a:pt x="8166" y="6975"/>
                    <a:pt x="8175" y="8019"/>
                    <a:pt x="8685" y="9525"/>
                  </a:cubicBezTo>
                  <a:lnTo>
                    <a:pt x="6101" y="9525"/>
                  </a:lnTo>
                  <a:cubicBezTo>
                    <a:pt x="6607" y="8019"/>
                    <a:pt x="6616" y="6980"/>
                    <a:pt x="6578" y="6503"/>
                  </a:cubicBezTo>
                  <a:close/>
                  <a:moveTo>
                    <a:pt x="5370" y="8890"/>
                  </a:moveTo>
                  <a:lnTo>
                    <a:pt x="5553" y="9573"/>
                  </a:lnTo>
                  <a:cubicBezTo>
                    <a:pt x="5553" y="9578"/>
                    <a:pt x="5553" y="9578"/>
                    <a:pt x="5558" y="9583"/>
                  </a:cubicBezTo>
                  <a:cubicBezTo>
                    <a:pt x="5519" y="9621"/>
                    <a:pt x="5495" y="9665"/>
                    <a:pt x="5486" y="9718"/>
                  </a:cubicBezTo>
                  <a:lnTo>
                    <a:pt x="5404" y="10180"/>
                  </a:lnTo>
                  <a:lnTo>
                    <a:pt x="929" y="10180"/>
                  </a:lnTo>
                  <a:lnTo>
                    <a:pt x="1280" y="8890"/>
                  </a:lnTo>
                  <a:close/>
                  <a:moveTo>
                    <a:pt x="13502" y="8895"/>
                  </a:moveTo>
                  <a:lnTo>
                    <a:pt x="13848" y="10184"/>
                  </a:lnTo>
                  <a:lnTo>
                    <a:pt x="9378" y="10184"/>
                  </a:lnTo>
                  <a:lnTo>
                    <a:pt x="9296" y="9718"/>
                  </a:lnTo>
                  <a:cubicBezTo>
                    <a:pt x="9287" y="9670"/>
                    <a:pt x="9258" y="9621"/>
                    <a:pt x="9220" y="9588"/>
                  </a:cubicBezTo>
                  <a:cubicBezTo>
                    <a:pt x="9220" y="9583"/>
                    <a:pt x="9224" y="9578"/>
                    <a:pt x="9224" y="9573"/>
                  </a:cubicBezTo>
                  <a:lnTo>
                    <a:pt x="9412" y="8895"/>
                  </a:lnTo>
                  <a:close/>
                  <a:moveTo>
                    <a:pt x="8868" y="9997"/>
                  </a:moveTo>
                  <a:lnTo>
                    <a:pt x="8940" y="10415"/>
                  </a:lnTo>
                  <a:lnTo>
                    <a:pt x="5837" y="10415"/>
                  </a:lnTo>
                  <a:lnTo>
                    <a:pt x="5914" y="9997"/>
                  </a:lnTo>
                  <a:close/>
                  <a:moveTo>
                    <a:pt x="4923" y="10651"/>
                  </a:moveTo>
                  <a:lnTo>
                    <a:pt x="4807" y="11070"/>
                  </a:lnTo>
                  <a:lnTo>
                    <a:pt x="481" y="11070"/>
                  </a:lnTo>
                  <a:lnTo>
                    <a:pt x="481" y="10651"/>
                  </a:lnTo>
                  <a:close/>
                  <a:moveTo>
                    <a:pt x="14301" y="10651"/>
                  </a:moveTo>
                  <a:lnTo>
                    <a:pt x="14301" y="11070"/>
                  </a:lnTo>
                  <a:lnTo>
                    <a:pt x="9975" y="11070"/>
                  </a:lnTo>
                  <a:lnTo>
                    <a:pt x="9859" y="10651"/>
                  </a:lnTo>
                  <a:close/>
                  <a:moveTo>
                    <a:pt x="9436" y="10882"/>
                  </a:moveTo>
                  <a:lnTo>
                    <a:pt x="9787" y="12172"/>
                  </a:lnTo>
                  <a:lnTo>
                    <a:pt x="4995" y="12172"/>
                  </a:lnTo>
                  <a:lnTo>
                    <a:pt x="5346" y="10882"/>
                  </a:lnTo>
                  <a:close/>
                  <a:moveTo>
                    <a:pt x="10235" y="12643"/>
                  </a:moveTo>
                  <a:lnTo>
                    <a:pt x="10235" y="13062"/>
                  </a:lnTo>
                  <a:lnTo>
                    <a:pt x="4542" y="13062"/>
                  </a:lnTo>
                  <a:lnTo>
                    <a:pt x="4542" y="12643"/>
                  </a:lnTo>
                  <a:close/>
                  <a:moveTo>
                    <a:pt x="11457" y="0"/>
                  </a:moveTo>
                  <a:cubicBezTo>
                    <a:pt x="11339" y="0"/>
                    <a:pt x="11221" y="80"/>
                    <a:pt x="11221" y="239"/>
                  </a:cubicBezTo>
                  <a:lnTo>
                    <a:pt x="11221" y="725"/>
                  </a:lnTo>
                  <a:cubicBezTo>
                    <a:pt x="10081" y="878"/>
                    <a:pt x="9412" y="2086"/>
                    <a:pt x="9888" y="3135"/>
                  </a:cubicBezTo>
                  <a:lnTo>
                    <a:pt x="9869" y="3135"/>
                  </a:lnTo>
                  <a:cubicBezTo>
                    <a:pt x="9566" y="3135"/>
                    <a:pt x="9325" y="3381"/>
                    <a:pt x="9325" y="3679"/>
                  </a:cubicBezTo>
                  <a:lnTo>
                    <a:pt x="9325" y="3972"/>
                  </a:lnTo>
                  <a:cubicBezTo>
                    <a:pt x="9325" y="4271"/>
                    <a:pt x="9566" y="4516"/>
                    <a:pt x="9869" y="4516"/>
                  </a:cubicBezTo>
                  <a:lnTo>
                    <a:pt x="10172" y="4516"/>
                  </a:lnTo>
                  <a:cubicBezTo>
                    <a:pt x="10206" y="4920"/>
                    <a:pt x="10220" y="5989"/>
                    <a:pt x="9653" y="7576"/>
                  </a:cubicBezTo>
                  <a:cubicBezTo>
                    <a:pt x="9600" y="7610"/>
                    <a:pt x="9561" y="7668"/>
                    <a:pt x="9547" y="7730"/>
                  </a:cubicBezTo>
                  <a:lnTo>
                    <a:pt x="9426" y="8428"/>
                  </a:lnTo>
                  <a:lnTo>
                    <a:pt x="9229" y="8428"/>
                  </a:lnTo>
                  <a:cubicBezTo>
                    <a:pt x="9123" y="8428"/>
                    <a:pt x="9032" y="8495"/>
                    <a:pt x="9003" y="8601"/>
                  </a:cubicBezTo>
                  <a:lnTo>
                    <a:pt x="8950" y="8799"/>
                  </a:lnTo>
                  <a:cubicBezTo>
                    <a:pt x="8632" y="7639"/>
                    <a:pt x="8647" y="6845"/>
                    <a:pt x="8676" y="6508"/>
                  </a:cubicBezTo>
                  <a:lnTo>
                    <a:pt x="8974" y="6508"/>
                  </a:lnTo>
                  <a:cubicBezTo>
                    <a:pt x="9272" y="6508"/>
                    <a:pt x="9518" y="6263"/>
                    <a:pt x="9518" y="5964"/>
                  </a:cubicBezTo>
                  <a:lnTo>
                    <a:pt x="9518" y="5671"/>
                  </a:lnTo>
                  <a:cubicBezTo>
                    <a:pt x="9518" y="5373"/>
                    <a:pt x="9272" y="5127"/>
                    <a:pt x="8974" y="5127"/>
                  </a:cubicBezTo>
                  <a:lnTo>
                    <a:pt x="8955" y="5127"/>
                  </a:lnTo>
                  <a:cubicBezTo>
                    <a:pt x="9431" y="4078"/>
                    <a:pt x="8762" y="2871"/>
                    <a:pt x="7622" y="2717"/>
                  </a:cubicBezTo>
                  <a:lnTo>
                    <a:pt x="7622" y="2231"/>
                  </a:lnTo>
                  <a:cubicBezTo>
                    <a:pt x="7622" y="2072"/>
                    <a:pt x="7504" y="1992"/>
                    <a:pt x="7386" y="1992"/>
                  </a:cubicBezTo>
                  <a:cubicBezTo>
                    <a:pt x="7268" y="1992"/>
                    <a:pt x="7150" y="2072"/>
                    <a:pt x="7150" y="2231"/>
                  </a:cubicBezTo>
                  <a:lnTo>
                    <a:pt x="7150" y="2717"/>
                  </a:lnTo>
                  <a:cubicBezTo>
                    <a:pt x="6010" y="2871"/>
                    <a:pt x="5346" y="4078"/>
                    <a:pt x="5818" y="5127"/>
                  </a:cubicBezTo>
                  <a:lnTo>
                    <a:pt x="5798" y="5127"/>
                  </a:lnTo>
                  <a:cubicBezTo>
                    <a:pt x="5500" y="5127"/>
                    <a:pt x="5259" y="5373"/>
                    <a:pt x="5259" y="5671"/>
                  </a:cubicBezTo>
                  <a:lnTo>
                    <a:pt x="5259" y="5964"/>
                  </a:lnTo>
                  <a:cubicBezTo>
                    <a:pt x="5259" y="6263"/>
                    <a:pt x="5500" y="6508"/>
                    <a:pt x="5798" y="6508"/>
                  </a:cubicBezTo>
                  <a:lnTo>
                    <a:pt x="6101" y="6508"/>
                  </a:lnTo>
                  <a:cubicBezTo>
                    <a:pt x="6130" y="6845"/>
                    <a:pt x="6140" y="7639"/>
                    <a:pt x="5822" y="8799"/>
                  </a:cubicBezTo>
                  <a:lnTo>
                    <a:pt x="5769" y="8601"/>
                  </a:lnTo>
                  <a:cubicBezTo>
                    <a:pt x="5741" y="8495"/>
                    <a:pt x="5649" y="8428"/>
                    <a:pt x="5543" y="8428"/>
                  </a:cubicBezTo>
                  <a:lnTo>
                    <a:pt x="5351" y="8428"/>
                  </a:lnTo>
                  <a:lnTo>
                    <a:pt x="5226" y="7730"/>
                  </a:lnTo>
                  <a:cubicBezTo>
                    <a:pt x="5211" y="7668"/>
                    <a:pt x="5178" y="7610"/>
                    <a:pt x="5120" y="7576"/>
                  </a:cubicBezTo>
                  <a:cubicBezTo>
                    <a:pt x="4557" y="5998"/>
                    <a:pt x="4567" y="4925"/>
                    <a:pt x="4605" y="4516"/>
                  </a:cubicBezTo>
                  <a:lnTo>
                    <a:pt x="4903" y="4516"/>
                  </a:lnTo>
                  <a:cubicBezTo>
                    <a:pt x="5202" y="4516"/>
                    <a:pt x="5447" y="4271"/>
                    <a:pt x="5447" y="3972"/>
                  </a:cubicBezTo>
                  <a:lnTo>
                    <a:pt x="5447" y="3679"/>
                  </a:lnTo>
                  <a:cubicBezTo>
                    <a:pt x="5447" y="3381"/>
                    <a:pt x="5202" y="3135"/>
                    <a:pt x="4903" y="3135"/>
                  </a:cubicBezTo>
                  <a:lnTo>
                    <a:pt x="4884" y="3135"/>
                  </a:lnTo>
                  <a:cubicBezTo>
                    <a:pt x="5360" y="2091"/>
                    <a:pt x="4692" y="878"/>
                    <a:pt x="3551" y="725"/>
                  </a:cubicBezTo>
                  <a:lnTo>
                    <a:pt x="3551" y="239"/>
                  </a:lnTo>
                  <a:cubicBezTo>
                    <a:pt x="3551" y="82"/>
                    <a:pt x="3433" y="4"/>
                    <a:pt x="3315" y="4"/>
                  </a:cubicBezTo>
                  <a:cubicBezTo>
                    <a:pt x="3198" y="4"/>
                    <a:pt x="3080" y="82"/>
                    <a:pt x="3080" y="239"/>
                  </a:cubicBezTo>
                  <a:lnTo>
                    <a:pt x="3080" y="725"/>
                  </a:lnTo>
                  <a:cubicBezTo>
                    <a:pt x="1939" y="878"/>
                    <a:pt x="1271" y="2091"/>
                    <a:pt x="1747" y="3135"/>
                  </a:cubicBezTo>
                  <a:lnTo>
                    <a:pt x="1728" y="3135"/>
                  </a:lnTo>
                  <a:cubicBezTo>
                    <a:pt x="1429" y="3135"/>
                    <a:pt x="1184" y="3381"/>
                    <a:pt x="1184" y="3679"/>
                  </a:cubicBezTo>
                  <a:lnTo>
                    <a:pt x="1184" y="3972"/>
                  </a:lnTo>
                  <a:cubicBezTo>
                    <a:pt x="1184" y="4271"/>
                    <a:pt x="1429" y="4516"/>
                    <a:pt x="1728" y="4516"/>
                  </a:cubicBezTo>
                  <a:lnTo>
                    <a:pt x="2031" y="4516"/>
                  </a:lnTo>
                  <a:cubicBezTo>
                    <a:pt x="2069" y="4920"/>
                    <a:pt x="2084" y="5989"/>
                    <a:pt x="1511" y="7576"/>
                  </a:cubicBezTo>
                  <a:cubicBezTo>
                    <a:pt x="1458" y="7610"/>
                    <a:pt x="1420" y="7668"/>
                    <a:pt x="1410" y="7730"/>
                  </a:cubicBezTo>
                  <a:lnTo>
                    <a:pt x="1285" y="8428"/>
                  </a:lnTo>
                  <a:lnTo>
                    <a:pt x="1092" y="8428"/>
                  </a:lnTo>
                  <a:cubicBezTo>
                    <a:pt x="982" y="8428"/>
                    <a:pt x="890" y="8500"/>
                    <a:pt x="862" y="8601"/>
                  </a:cubicBezTo>
                  <a:lnTo>
                    <a:pt x="433" y="10184"/>
                  </a:lnTo>
                  <a:lnTo>
                    <a:pt x="236" y="10184"/>
                  </a:lnTo>
                  <a:cubicBezTo>
                    <a:pt x="106" y="10184"/>
                    <a:pt x="0" y="10290"/>
                    <a:pt x="0" y="10420"/>
                  </a:cubicBezTo>
                  <a:lnTo>
                    <a:pt x="0" y="11310"/>
                  </a:lnTo>
                  <a:cubicBezTo>
                    <a:pt x="0" y="11440"/>
                    <a:pt x="106" y="11546"/>
                    <a:pt x="236" y="11546"/>
                  </a:cubicBezTo>
                  <a:lnTo>
                    <a:pt x="4672" y="11546"/>
                  </a:lnTo>
                  <a:lnTo>
                    <a:pt x="4499" y="12176"/>
                  </a:lnTo>
                  <a:lnTo>
                    <a:pt x="4302" y="12176"/>
                  </a:lnTo>
                  <a:cubicBezTo>
                    <a:pt x="4172" y="12176"/>
                    <a:pt x="4066" y="12282"/>
                    <a:pt x="4066" y="12412"/>
                  </a:cubicBezTo>
                  <a:lnTo>
                    <a:pt x="4066" y="13302"/>
                  </a:lnTo>
                  <a:cubicBezTo>
                    <a:pt x="4066" y="13432"/>
                    <a:pt x="4172" y="13538"/>
                    <a:pt x="4302" y="13538"/>
                  </a:cubicBezTo>
                  <a:lnTo>
                    <a:pt x="10461" y="13538"/>
                  </a:lnTo>
                  <a:cubicBezTo>
                    <a:pt x="10591" y="13538"/>
                    <a:pt x="10697" y="13432"/>
                    <a:pt x="10697" y="13302"/>
                  </a:cubicBezTo>
                  <a:lnTo>
                    <a:pt x="10697" y="12412"/>
                  </a:lnTo>
                  <a:cubicBezTo>
                    <a:pt x="10697" y="12282"/>
                    <a:pt x="10591" y="12176"/>
                    <a:pt x="10461" y="12176"/>
                  </a:cubicBezTo>
                  <a:lnTo>
                    <a:pt x="10264" y="12176"/>
                  </a:lnTo>
                  <a:lnTo>
                    <a:pt x="10090" y="11541"/>
                  </a:lnTo>
                  <a:lnTo>
                    <a:pt x="14527" y="11541"/>
                  </a:lnTo>
                  <a:cubicBezTo>
                    <a:pt x="14657" y="11541"/>
                    <a:pt x="14763" y="11435"/>
                    <a:pt x="14763" y="11306"/>
                  </a:cubicBezTo>
                  <a:lnTo>
                    <a:pt x="14763" y="10415"/>
                  </a:lnTo>
                  <a:cubicBezTo>
                    <a:pt x="14763" y="10290"/>
                    <a:pt x="14662" y="10189"/>
                    <a:pt x="14536" y="10184"/>
                  </a:cubicBezTo>
                  <a:lnTo>
                    <a:pt x="14339" y="10184"/>
                  </a:lnTo>
                  <a:lnTo>
                    <a:pt x="13906" y="8601"/>
                  </a:lnTo>
                  <a:cubicBezTo>
                    <a:pt x="13877" y="8495"/>
                    <a:pt x="13786" y="8423"/>
                    <a:pt x="13680" y="8423"/>
                  </a:cubicBezTo>
                  <a:lnTo>
                    <a:pt x="13488" y="8423"/>
                  </a:lnTo>
                  <a:lnTo>
                    <a:pt x="13362" y="7730"/>
                  </a:lnTo>
                  <a:cubicBezTo>
                    <a:pt x="13348" y="7663"/>
                    <a:pt x="13314" y="7610"/>
                    <a:pt x="13257" y="7572"/>
                  </a:cubicBezTo>
                  <a:cubicBezTo>
                    <a:pt x="12694" y="5993"/>
                    <a:pt x="12703" y="4925"/>
                    <a:pt x="12742" y="4511"/>
                  </a:cubicBezTo>
                  <a:lnTo>
                    <a:pt x="13040" y="4511"/>
                  </a:lnTo>
                  <a:cubicBezTo>
                    <a:pt x="13338" y="4511"/>
                    <a:pt x="13584" y="4271"/>
                    <a:pt x="13584" y="3972"/>
                  </a:cubicBezTo>
                  <a:lnTo>
                    <a:pt x="13584" y="3679"/>
                  </a:lnTo>
                  <a:cubicBezTo>
                    <a:pt x="13584" y="3376"/>
                    <a:pt x="13338" y="3135"/>
                    <a:pt x="13040" y="3135"/>
                  </a:cubicBezTo>
                  <a:lnTo>
                    <a:pt x="13026" y="3135"/>
                  </a:lnTo>
                  <a:cubicBezTo>
                    <a:pt x="13497" y="2086"/>
                    <a:pt x="12828" y="878"/>
                    <a:pt x="11693" y="720"/>
                  </a:cubicBezTo>
                  <a:lnTo>
                    <a:pt x="11693" y="239"/>
                  </a:lnTo>
                  <a:cubicBezTo>
                    <a:pt x="11693" y="80"/>
                    <a:pt x="11575" y="0"/>
                    <a:pt x="11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2" name="Google Shape;15012;p87"/>
          <p:cNvGrpSpPr/>
          <p:nvPr/>
        </p:nvGrpSpPr>
        <p:grpSpPr>
          <a:xfrm>
            <a:off x="3977314" y="2954347"/>
            <a:ext cx="364851" cy="253567"/>
            <a:chOff x="3977314" y="2954347"/>
            <a:chExt cx="364851" cy="253567"/>
          </a:xfrm>
        </p:grpSpPr>
        <p:sp>
          <p:nvSpPr>
            <p:cNvPr id="15013" name="Google Shape;15013;p87"/>
            <p:cNvSpPr/>
            <p:nvPr/>
          </p:nvSpPr>
          <p:spPr>
            <a:xfrm>
              <a:off x="3983110" y="2989938"/>
              <a:ext cx="353127" cy="212653"/>
            </a:xfrm>
            <a:custGeom>
              <a:rect b="b" l="l" r="r" t="t"/>
              <a:pathLst>
                <a:path extrusionOk="0" h="8108" w="13464">
                  <a:moveTo>
                    <a:pt x="6732" y="0"/>
                  </a:moveTo>
                  <a:cubicBezTo>
                    <a:pt x="5929" y="0"/>
                    <a:pt x="4730" y="515"/>
                    <a:pt x="3162" y="1530"/>
                  </a:cubicBezTo>
                  <a:cubicBezTo>
                    <a:pt x="2151" y="2194"/>
                    <a:pt x="1179" y="2911"/>
                    <a:pt x="241" y="3676"/>
                  </a:cubicBezTo>
                  <a:cubicBezTo>
                    <a:pt x="0" y="3869"/>
                    <a:pt x="0" y="4239"/>
                    <a:pt x="241" y="4437"/>
                  </a:cubicBezTo>
                  <a:cubicBezTo>
                    <a:pt x="1179" y="5202"/>
                    <a:pt x="2151" y="5919"/>
                    <a:pt x="3162" y="6583"/>
                  </a:cubicBezTo>
                  <a:cubicBezTo>
                    <a:pt x="4730" y="7593"/>
                    <a:pt x="5929" y="8108"/>
                    <a:pt x="6732" y="8108"/>
                  </a:cubicBezTo>
                  <a:cubicBezTo>
                    <a:pt x="7536" y="8108"/>
                    <a:pt x="8734" y="7593"/>
                    <a:pt x="10302" y="6583"/>
                  </a:cubicBezTo>
                  <a:cubicBezTo>
                    <a:pt x="11313" y="5919"/>
                    <a:pt x="12285" y="5202"/>
                    <a:pt x="13223" y="4437"/>
                  </a:cubicBezTo>
                  <a:cubicBezTo>
                    <a:pt x="13464" y="4239"/>
                    <a:pt x="13464" y="3874"/>
                    <a:pt x="13223" y="3676"/>
                  </a:cubicBezTo>
                  <a:cubicBezTo>
                    <a:pt x="12285" y="2911"/>
                    <a:pt x="11313" y="2194"/>
                    <a:pt x="10302" y="1530"/>
                  </a:cubicBezTo>
                  <a:cubicBezTo>
                    <a:pt x="8734" y="515"/>
                    <a:pt x="7536" y="0"/>
                    <a:pt x="6732"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87"/>
            <p:cNvSpPr/>
            <p:nvPr/>
          </p:nvSpPr>
          <p:spPr>
            <a:xfrm>
              <a:off x="3983110" y="2989938"/>
              <a:ext cx="194110" cy="212653"/>
            </a:xfrm>
            <a:custGeom>
              <a:rect b="b" l="l" r="r" t="t"/>
              <a:pathLst>
                <a:path extrusionOk="0" h="8108" w="7401">
                  <a:moveTo>
                    <a:pt x="6732" y="0"/>
                  </a:moveTo>
                  <a:cubicBezTo>
                    <a:pt x="5929" y="0"/>
                    <a:pt x="4730" y="515"/>
                    <a:pt x="3162" y="1530"/>
                  </a:cubicBezTo>
                  <a:cubicBezTo>
                    <a:pt x="2151" y="2194"/>
                    <a:pt x="1179" y="2906"/>
                    <a:pt x="241" y="3676"/>
                  </a:cubicBezTo>
                  <a:cubicBezTo>
                    <a:pt x="0" y="3869"/>
                    <a:pt x="0" y="4239"/>
                    <a:pt x="241" y="4437"/>
                  </a:cubicBezTo>
                  <a:cubicBezTo>
                    <a:pt x="1179" y="5202"/>
                    <a:pt x="2151" y="5919"/>
                    <a:pt x="3162" y="6583"/>
                  </a:cubicBezTo>
                  <a:cubicBezTo>
                    <a:pt x="4730" y="7593"/>
                    <a:pt x="5929" y="8108"/>
                    <a:pt x="6732" y="8108"/>
                  </a:cubicBezTo>
                  <a:cubicBezTo>
                    <a:pt x="6958" y="8103"/>
                    <a:pt x="7184" y="8074"/>
                    <a:pt x="7401" y="8017"/>
                  </a:cubicBezTo>
                  <a:cubicBezTo>
                    <a:pt x="6650" y="7824"/>
                    <a:pt x="5683" y="7343"/>
                    <a:pt x="4504" y="6583"/>
                  </a:cubicBezTo>
                  <a:cubicBezTo>
                    <a:pt x="3494" y="5919"/>
                    <a:pt x="2517" y="5202"/>
                    <a:pt x="1584" y="4437"/>
                  </a:cubicBezTo>
                  <a:cubicBezTo>
                    <a:pt x="1343" y="4239"/>
                    <a:pt x="1343" y="3869"/>
                    <a:pt x="1584" y="3676"/>
                  </a:cubicBezTo>
                  <a:cubicBezTo>
                    <a:pt x="2517" y="2906"/>
                    <a:pt x="3494" y="2194"/>
                    <a:pt x="4504" y="1530"/>
                  </a:cubicBezTo>
                  <a:cubicBezTo>
                    <a:pt x="5683" y="765"/>
                    <a:pt x="6655" y="289"/>
                    <a:pt x="7401" y="96"/>
                  </a:cubicBezTo>
                  <a:cubicBezTo>
                    <a:pt x="7184" y="39"/>
                    <a:pt x="6958" y="5"/>
                    <a:pt x="6732"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87"/>
            <p:cNvSpPr/>
            <p:nvPr/>
          </p:nvSpPr>
          <p:spPr>
            <a:xfrm>
              <a:off x="4077634" y="3020230"/>
              <a:ext cx="158152" cy="152198"/>
            </a:xfrm>
            <a:custGeom>
              <a:rect b="b" l="l" r="r" t="t"/>
              <a:pathLst>
                <a:path extrusionOk="0" h="5803" w="6030">
                  <a:moveTo>
                    <a:pt x="3128" y="1"/>
                  </a:moveTo>
                  <a:cubicBezTo>
                    <a:pt x="2372" y="1"/>
                    <a:pt x="1632" y="295"/>
                    <a:pt x="1078" y="852"/>
                  </a:cubicBezTo>
                  <a:cubicBezTo>
                    <a:pt x="251" y="1679"/>
                    <a:pt x="0" y="2926"/>
                    <a:pt x="448" y="4008"/>
                  </a:cubicBezTo>
                  <a:cubicBezTo>
                    <a:pt x="900" y="5096"/>
                    <a:pt x="1954" y="5803"/>
                    <a:pt x="3128" y="5803"/>
                  </a:cubicBezTo>
                  <a:cubicBezTo>
                    <a:pt x="4730" y="5798"/>
                    <a:pt x="6025" y="4504"/>
                    <a:pt x="6030" y="2901"/>
                  </a:cubicBezTo>
                  <a:cubicBezTo>
                    <a:pt x="6030" y="1727"/>
                    <a:pt x="5322" y="669"/>
                    <a:pt x="4240" y="221"/>
                  </a:cubicBezTo>
                  <a:cubicBezTo>
                    <a:pt x="3879" y="73"/>
                    <a:pt x="3502" y="1"/>
                    <a:pt x="312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87"/>
            <p:cNvSpPr/>
            <p:nvPr/>
          </p:nvSpPr>
          <p:spPr>
            <a:xfrm>
              <a:off x="4083561" y="3020204"/>
              <a:ext cx="90511" cy="152119"/>
            </a:xfrm>
            <a:custGeom>
              <a:rect b="b" l="l" r="r" t="t"/>
              <a:pathLst>
                <a:path extrusionOk="0" h="5800" w="3451">
                  <a:moveTo>
                    <a:pt x="2893" y="0"/>
                  </a:moveTo>
                  <a:cubicBezTo>
                    <a:pt x="1331" y="0"/>
                    <a:pt x="1" y="1270"/>
                    <a:pt x="1" y="2902"/>
                  </a:cubicBezTo>
                  <a:cubicBezTo>
                    <a:pt x="1" y="4530"/>
                    <a:pt x="1331" y="5800"/>
                    <a:pt x="2893" y="5800"/>
                  </a:cubicBezTo>
                  <a:cubicBezTo>
                    <a:pt x="3077" y="5800"/>
                    <a:pt x="3263" y="5783"/>
                    <a:pt x="3451" y="5746"/>
                  </a:cubicBezTo>
                  <a:cubicBezTo>
                    <a:pt x="2089" y="5482"/>
                    <a:pt x="1107" y="4288"/>
                    <a:pt x="1107" y="2902"/>
                  </a:cubicBezTo>
                  <a:cubicBezTo>
                    <a:pt x="1107" y="1512"/>
                    <a:pt x="2089" y="319"/>
                    <a:pt x="3451" y="54"/>
                  </a:cubicBezTo>
                  <a:cubicBezTo>
                    <a:pt x="3263" y="18"/>
                    <a:pt x="3077" y="0"/>
                    <a:pt x="289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87"/>
            <p:cNvSpPr/>
            <p:nvPr/>
          </p:nvSpPr>
          <p:spPr>
            <a:xfrm>
              <a:off x="4108425" y="3057841"/>
              <a:ext cx="89619" cy="76873"/>
            </a:xfrm>
            <a:custGeom>
              <a:rect b="b" l="l" r="r" t="t"/>
              <a:pathLst>
                <a:path extrusionOk="0" h="2931" w="3417">
                  <a:moveTo>
                    <a:pt x="1945" y="0"/>
                  </a:moveTo>
                  <a:cubicBezTo>
                    <a:pt x="1585" y="0"/>
                    <a:pt x="1218" y="134"/>
                    <a:pt x="920" y="433"/>
                  </a:cubicBezTo>
                  <a:cubicBezTo>
                    <a:pt x="1" y="1352"/>
                    <a:pt x="650" y="2930"/>
                    <a:pt x="1954" y="2930"/>
                  </a:cubicBezTo>
                  <a:cubicBezTo>
                    <a:pt x="2762" y="2930"/>
                    <a:pt x="3417" y="2276"/>
                    <a:pt x="3417" y="1467"/>
                  </a:cubicBezTo>
                  <a:cubicBezTo>
                    <a:pt x="3417" y="585"/>
                    <a:pt x="2697" y="0"/>
                    <a:pt x="1945"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87"/>
            <p:cNvSpPr/>
            <p:nvPr/>
          </p:nvSpPr>
          <p:spPr>
            <a:xfrm>
              <a:off x="4121303" y="3057893"/>
              <a:ext cx="53268" cy="76847"/>
            </a:xfrm>
            <a:custGeom>
              <a:rect b="b" l="l" r="r" t="t"/>
              <a:pathLst>
                <a:path extrusionOk="0" h="2930" w="2031">
                  <a:moveTo>
                    <a:pt x="1460" y="1"/>
                  </a:moveTo>
                  <a:cubicBezTo>
                    <a:pt x="690" y="1"/>
                    <a:pt x="0" y="623"/>
                    <a:pt x="0" y="1465"/>
                  </a:cubicBezTo>
                  <a:cubicBezTo>
                    <a:pt x="0" y="2305"/>
                    <a:pt x="691" y="2930"/>
                    <a:pt x="1462" y="2930"/>
                  </a:cubicBezTo>
                  <a:cubicBezTo>
                    <a:pt x="1650" y="2930"/>
                    <a:pt x="1842" y="2893"/>
                    <a:pt x="2031" y="2813"/>
                  </a:cubicBezTo>
                  <a:cubicBezTo>
                    <a:pt x="1492" y="2582"/>
                    <a:pt x="1141" y="2052"/>
                    <a:pt x="1141" y="1465"/>
                  </a:cubicBezTo>
                  <a:cubicBezTo>
                    <a:pt x="1141" y="878"/>
                    <a:pt x="1492" y="349"/>
                    <a:pt x="2031" y="118"/>
                  </a:cubicBezTo>
                  <a:cubicBezTo>
                    <a:pt x="1842" y="38"/>
                    <a:pt x="1648" y="1"/>
                    <a:pt x="146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87"/>
            <p:cNvSpPr/>
            <p:nvPr/>
          </p:nvSpPr>
          <p:spPr>
            <a:xfrm>
              <a:off x="4169116" y="3060280"/>
              <a:ext cx="30948" cy="26595"/>
            </a:xfrm>
            <a:custGeom>
              <a:rect b="b" l="l" r="r" t="t"/>
              <a:pathLst>
                <a:path extrusionOk="0" h="1014" w="1180">
                  <a:moveTo>
                    <a:pt x="508" y="1"/>
                  </a:moveTo>
                  <a:cubicBezTo>
                    <a:pt x="249" y="1"/>
                    <a:pt x="1" y="203"/>
                    <a:pt x="1" y="508"/>
                  </a:cubicBezTo>
                  <a:cubicBezTo>
                    <a:pt x="1" y="787"/>
                    <a:pt x="227" y="1014"/>
                    <a:pt x="506" y="1014"/>
                  </a:cubicBezTo>
                  <a:cubicBezTo>
                    <a:pt x="954" y="1014"/>
                    <a:pt x="1180" y="470"/>
                    <a:pt x="862" y="152"/>
                  </a:cubicBezTo>
                  <a:cubicBezTo>
                    <a:pt x="759" y="48"/>
                    <a:pt x="632" y="1"/>
                    <a:pt x="50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87"/>
            <p:cNvSpPr/>
            <p:nvPr/>
          </p:nvSpPr>
          <p:spPr>
            <a:xfrm>
              <a:off x="4268675" y="3004100"/>
              <a:ext cx="35250" cy="24444"/>
            </a:xfrm>
            <a:custGeom>
              <a:rect b="b" l="l" r="r" t="t"/>
              <a:pathLst>
                <a:path extrusionOk="0" h="932" w="1344">
                  <a:moveTo>
                    <a:pt x="314" y="1"/>
                  </a:moveTo>
                  <a:cubicBezTo>
                    <a:pt x="128" y="1"/>
                    <a:pt x="1" y="269"/>
                    <a:pt x="199" y="403"/>
                  </a:cubicBezTo>
                  <a:cubicBezTo>
                    <a:pt x="430" y="557"/>
                    <a:pt x="670" y="721"/>
                    <a:pt x="911" y="894"/>
                  </a:cubicBezTo>
                  <a:cubicBezTo>
                    <a:pt x="952" y="920"/>
                    <a:pt x="993" y="931"/>
                    <a:pt x="1031" y="931"/>
                  </a:cubicBezTo>
                  <a:cubicBezTo>
                    <a:pt x="1215" y="931"/>
                    <a:pt x="1344" y="677"/>
                    <a:pt x="1161" y="538"/>
                  </a:cubicBezTo>
                  <a:cubicBezTo>
                    <a:pt x="916" y="365"/>
                    <a:pt x="675" y="196"/>
                    <a:pt x="439" y="42"/>
                  </a:cubicBezTo>
                  <a:cubicBezTo>
                    <a:pt x="397" y="13"/>
                    <a:pt x="354" y="1"/>
                    <a:pt x="3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87"/>
            <p:cNvSpPr/>
            <p:nvPr/>
          </p:nvSpPr>
          <p:spPr>
            <a:xfrm>
              <a:off x="4044850" y="2954347"/>
              <a:ext cx="214488" cy="54527"/>
            </a:xfrm>
            <a:custGeom>
              <a:rect b="b" l="l" r="r" t="t"/>
              <a:pathLst>
                <a:path extrusionOk="0" h="2079" w="8178">
                  <a:moveTo>
                    <a:pt x="4378" y="0"/>
                  </a:moveTo>
                  <a:cubicBezTo>
                    <a:pt x="3320" y="0"/>
                    <a:pt x="1943" y="549"/>
                    <a:pt x="177" y="1680"/>
                  </a:cubicBezTo>
                  <a:cubicBezTo>
                    <a:pt x="0" y="1795"/>
                    <a:pt x="81" y="2077"/>
                    <a:pt x="295" y="2079"/>
                  </a:cubicBezTo>
                  <a:lnTo>
                    <a:pt x="295" y="2079"/>
                  </a:lnTo>
                  <a:cubicBezTo>
                    <a:pt x="338" y="2078"/>
                    <a:pt x="375" y="2064"/>
                    <a:pt x="413" y="2045"/>
                  </a:cubicBezTo>
                  <a:cubicBezTo>
                    <a:pt x="2107" y="963"/>
                    <a:pt x="3401" y="433"/>
                    <a:pt x="4383" y="433"/>
                  </a:cubicBezTo>
                  <a:cubicBezTo>
                    <a:pt x="5235" y="433"/>
                    <a:pt x="6332" y="838"/>
                    <a:pt x="7732" y="1665"/>
                  </a:cubicBezTo>
                  <a:cubicBezTo>
                    <a:pt x="7775" y="1694"/>
                    <a:pt x="7818" y="1706"/>
                    <a:pt x="7857" y="1706"/>
                  </a:cubicBezTo>
                  <a:cubicBezTo>
                    <a:pt x="8052" y="1706"/>
                    <a:pt x="8177" y="1410"/>
                    <a:pt x="7953" y="1290"/>
                  </a:cubicBezTo>
                  <a:cubicBezTo>
                    <a:pt x="6486" y="424"/>
                    <a:pt x="5316" y="0"/>
                    <a:pt x="4378" y="0"/>
                  </a:cubicBezTo>
                  <a:close/>
                  <a:moveTo>
                    <a:pt x="295" y="2079"/>
                  </a:moveTo>
                  <a:cubicBezTo>
                    <a:pt x="294" y="2079"/>
                    <a:pt x="294" y="2079"/>
                    <a:pt x="293" y="2079"/>
                  </a:cubicBezTo>
                  <a:lnTo>
                    <a:pt x="298" y="2079"/>
                  </a:lnTo>
                  <a:cubicBezTo>
                    <a:pt x="297" y="2079"/>
                    <a:pt x="296" y="2079"/>
                    <a:pt x="295" y="2079"/>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87"/>
            <p:cNvSpPr/>
            <p:nvPr/>
          </p:nvSpPr>
          <p:spPr>
            <a:xfrm>
              <a:off x="3977314" y="2984640"/>
              <a:ext cx="364851" cy="223275"/>
            </a:xfrm>
            <a:custGeom>
              <a:rect b="b" l="l" r="r" t="t"/>
              <a:pathLst>
                <a:path extrusionOk="0" h="8513" w="13911">
                  <a:moveTo>
                    <a:pt x="6953" y="433"/>
                  </a:moveTo>
                  <a:cubicBezTo>
                    <a:pt x="8724" y="433"/>
                    <a:pt x="12256" y="3205"/>
                    <a:pt x="13295" y="4056"/>
                  </a:cubicBezTo>
                  <a:cubicBezTo>
                    <a:pt x="13425" y="4157"/>
                    <a:pt x="13425" y="4355"/>
                    <a:pt x="13295" y="4461"/>
                  </a:cubicBezTo>
                  <a:cubicBezTo>
                    <a:pt x="12256" y="5307"/>
                    <a:pt x="8724" y="8079"/>
                    <a:pt x="6953" y="8079"/>
                  </a:cubicBezTo>
                  <a:cubicBezTo>
                    <a:pt x="5182" y="8079"/>
                    <a:pt x="1651" y="5307"/>
                    <a:pt x="611" y="4461"/>
                  </a:cubicBezTo>
                  <a:cubicBezTo>
                    <a:pt x="481" y="4355"/>
                    <a:pt x="481" y="4157"/>
                    <a:pt x="611" y="4056"/>
                  </a:cubicBezTo>
                  <a:cubicBezTo>
                    <a:pt x="1651" y="3205"/>
                    <a:pt x="5182" y="433"/>
                    <a:pt x="6953" y="433"/>
                  </a:cubicBezTo>
                  <a:close/>
                  <a:moveTo>
                    <a:pt x="6953" y="0"/>
                  </a:moveTo>
                  <a:cubicBezTo>
                    <a:pt x="5096" y="0"/>
                    <a:pt x="1708" y="2603"/>
                    <a:pt x="337" y="3720"/>
                  </a:cubicBezTo>
                  <a:cubicBezTo>
                    <a:pt x="0" y="3999"/>
                    <a:pt x="0" y="4518"/>
                    <a:pt x="337" y="4793"/>
                  </a:cubicBezTo>
                  <a:cubicBezTo>
                    <a:pt x="1708" y="5914"/>
                    <a:pt x="5096" y="8512"/>
                    <a:pt x="6953" y="8512"/>
                  </a:cubicBezTo>
                  <a:cubicBezTo>
                    <a:pt x="8815" y="8512"/>
                    <a:pt x="12203" y="5914"/>
                    <a:pt x="13569" y="4793"/>
                  </a:cubicBezTo>
                  <a:cubicBezTo>
                    <a:pt x="13911" y="4518"/>
                    <a:pt x="13911" y="3999"/>
                    <a:pt x="13569" y="3720"/>
                  </a:cubicBezTo>
                  <a:cubicBezTo>
                    <a:pt x="12203" y="2603"/>
                    <a:pt x="8815" y="0"/>
                    <a:pt x="6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87"/>
            <p:cNvSpPr/>
            <p:nvPr/>
          </p:nvSpPr>
          <p:spPr>
            <a:xfrm>
              <a:off x="4072598" y="3014985"/>
              <a:ext cx="178347" cy="162742"/>
            </a:xfrm>
            <a:custGeom>
              <a:rect b="b" l="l" r="r" t="t"/>
              <a:pathLst>
                <a:path extrusionOk="0" h="6205" w="6800">
                  <a:moveTo>
                    <a:pt x="3332" y="1"/>
                  </a:moveTo>
                  <a:cubicBezTo>
                    <a:pt x="3295" y="1"/>
                    <a:pt x="3257" y="1"/>
                    <a:pt x="3219" y="3"/>
                  </a:cubicBezTo>
                  <a:cubicBezTo>
                    <a:pt x="2026" y="41"/>
                    <a:pt x="958" y="758"/>
                    <a:pt x="481" y="1850"/>
                  </a:cubicBezTo>
                  <a:cubicBezTo>
                    <a:pt x="0" y="2947"/>
                    <a:pt x="188" y="4218"/>
                    <a:pt x="967" y="5122"/>
                  </a:cubicBezTo>
                  <a:cubicBezTo>
                    <a:pt x="1010" y="5170"/>
                    <a:pt x="1069" y="5194"/>
                    <a:pt x="1129" y="5194"/>
                  </a:cubicBezTo>
                  <a:cubicBezTo>
                    <a:pt x="1184" y="5194"/>
                    <a:pt x="1238" y="5174"/>
                    <a:pt x="1280" y="5132"/>
                  </a:cubicBezTo>
                  <a:lnTo>
                    <a:pt x="1285" y="5127"/>
                  </a:lnTo>
                  <a:cubicBezTo>
                    <a:pt x="1362" y="5045"/>
                    <a:pt x="1367" y="4920"/>
                    <a:pt x="1294" y="4834"/>
                  </a:cubicBezTo>
                  <a:cubicBezTo>
                    <a:pt x="399" y="3790"/>
                    <a:pt x="447" y="2231"/>
                    <a:pt x="1405" y="1244"/>
                  </a:cubicBezTo>
                  <a:cubicBezTo>
                    <a:pt x="1927" y="709"/>
                    <a:pt x="2622" y="436"/>
                    <a:pt x="3321" y="436"/>
                  </a:cubicBezTo>
                  <a:cubicBezTo>
                    <a:pt x="3911" y="436"/>
                    <a:pt x="4503" y="631"/>
                    <a:pt x="4995" y="1028"/>
                  </a:cubicBezTo>
                  <a:cubicBezTo>
                    <a:pt x="6068" y="1894"/>
                    <a:pt x="6303" y="3433"/>
                    <a:pt x="5543" y="4579"/>
                  </a:cubicBezTo>
                  <a:cubicBezTo>
                    <a:pt x="5031" y="5345"/>
                    <a:pt x="4184" y="5769"/>
                    <a:pt x="3317" y="5769"/>
                  </a:cubicBezTo>
                  <a:cubicBezTo>
                    <a:pt x="2889" y="5769"/>
                    <a:pt x="2455" y="5666"/>
                    <a:pt x="2055" y="5450"/>
                  </a:cubicBezTo>
                  <a:cubicBezTo>
                    <a:pt x="2023" y="5433"/>
                    <a:pt x="1989" y="5425"/>
                    <a:pt x="1954" y="5425"/>
                  </a:cubicBezTo>
                  <a:cubicBezTo>
                    <a:pt x="1898" y="5425"/>
                    <a:pt x="1843" y="5446"/>
                    <a:pt x="1804" y="5488"/>
                  </a:cubicBezTo>
                  <a:lnTo>
                    <a:pt x="1800" y="5493"/>
                  </a:lnTo>
                  <a:cubicBezTo>
                    <a:pt x="1699" y="5594"/>
                    <a:pt x="1723" y="5762"/>
                    <a:pt x="1848" y="5830"/>
                  </a:cubicBezTo>
                  <a:cubicBezTo>
                    <a:pt x="2321" y="6086"/>
                    <a:pt x="2825" y="6204"/>
                    <a:pt x="3318" y="6204"/>
                  </a:cubicBezTo>
                  <a:cubicBezTo>
                    <a:pt x="4698" y="6204"/>
                    <a:pt x="5998" y="5273"/>
                    <a:pt x="6342" y="3809"/>
                  </a:cubicBezTo>
                  <a:cubicBezTo>
                    <a:pt x="6800" y="1858"/>
                    <a:pt x="5316" y="1"/>
                    <a:pt x="3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87"/>
            <p:cNvSpPr/>
            <p:nvPr/>
          </p:nvSpPr>
          <p:spPr>
            <a:xfrm>
              <a:off x="4101475" y="3052779"/>
              <a:ext cx="101763" cy="87049"/>
            </a:xfrm>
            <a:custGeom>
              <a:rect b="b" l="l" r="r" t="t"/>
              <a:pathLst>
                <a:path extrusionOk="0" h="3319" w="3880">
                  <a:moveTo>
                    <a:pt x="2219" y="0"/>
                  </a:moveTo>
                  <a:cubicBezTo>
                    <a:pt x="742" y="0"/>
                    <a:pt x="1" y="1786"/>
                    <a:pt x="1045" y="2835"/>
                  </a:cubicBezTo>
                  <a:cubicBezTo>
                    <a:pt x="1363" y="3150"/>
                    <a:pt x="1787" y="3319"/>
                    <a:pt x="2218" y="3319"/>
                  </a:cubicBezTo>
                  <a:cubicBezTo>
                    <a:pt x="2432" y="3319"/>
                    <a:pt x="2648" y="3277"/>
                    <a:pt x="2854" y="3191"/>
                  </a:cubicBezTo>
                  <a:cubicBezTo>
                    <a:pt x="3475" y="2936"/>
                    <a:pt x="3879" y="2329"/>
                    <a:pt x="3879" y="1660"/>
                  </a:cubicBezTo>
                  <a:cubicBezTo>
                    <a:pt x="3879" y="1540"/>
                    <a:pt x="3783" y="1444"/>
                    <a:pt x="3663" y="1444"/>
                  </a:cubicBezTo>
                  <a:cubicBezTo>
                    <a:pt x="3542" y="1444"/>
                    <a:pt x="3446" y="1540"/>
                    <a:pt x="3446" y="1660"/>
                  </a:cubicBezTo>
                  <a:cubicBezTo>
                    <a:pt x="3446" y="2399"/>
                    <a:pt x="2841" y="2889"/>
                    <a:pt x="2211" y="2889"/>
                  </a:cubicBezTo>
                  <a:cubicBezTo>
                    <a:pt x="1909" y="2889"/>
                    <a:pt x="1602" y="2777"/>
                    <a:pt x="1353" y="2527"/>
                  </a:cubicBezTo>
                  <a:cubicBezTo>
                    <a:pt x="578" y="1752"/>
                    <a:pt x="1127" y="433"/>
                    <a:pt x="2219" y="433"/>
                  </a:cubicBezTo>
                  <a:cubicBezTo>
                    <a:pt x="2508" y="433"/>
                    <a:pt x="2508" y="0"/>
                    <a:pt x="2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5" name="Google Shape;15025;p87"/>
          <p:cNvGrpSpPr/>
          <p:nvPr/>
        </p:nvGrpSpPr>
        <p:grpSpPr>
          <a:xfrm>
            <a:off x="3107400" y="3810491"/>
            <a:ext cx="365139" cy="365244"/>
            <a:chOff x="3107400" y="3810491"/>
            <a:chExt cx="365139" cy="365244"/>
          </a:xfrm>
        </p:grpSpPr>
        <p:sp>
          <p:nvSpPr>
            <p:cNvPr id="15026" name="Google Shape;15026;p87"/>
            <p:cNvSpPr/>
            <p:nvPr/>
          </p:nvSpPr>
          <p:spPr>
            <a:xfrm>
              <a:off x="3113091" y="3816287"/>
              <a:ext cx="269199" cy="269199"/>
            </a:xfrm>
            <a:custGeom>
              <a:rect b="b" l="l" r="r" t="t"/>
              <a:pathLst>
                <a:path extrusionOk="0" h="10264" w="10264">
                  <a:moveTo>
                    <a:pt x="4817" y="0"/>
                  </a:moveTo>
                  <a:cubicBezTo>
                    <a:pt x="4596" y="0"/>
                    <a:pt x="4403" y="159"/>
                    <a:pt x="4360" y="376"/>
                  </a:cubicBezTo>
                  <a:lnTo>
                    <a:pt x="4129" y="1540"/>
                  </a:lnTo>
                  <a:cubicBezTo>
                    <a:pt x="3840" y="1617"/>
                    <a:pt x="3566" y="1733"/>
                    <a:pt x="3306" y="1877"/>
                  </a:cubicBezTo>
                  <a:lnTo>
                    <a:pt x="2320" y="1218"/>
                  </a:lnTo>
                  <a:cubicBezTo>
                    <a:pt x="2240" y="1167"/>
                    <a:pt x="2151" y="1142"/>
                    <a:pt x="2062" y="1142"/>
                  </a:cubicBezTo>
                  <a:cubicBezTo>
                    <a:pt x="1941" y="1142"/>
                    <a:pt x="1821" y="1189"/>
                    <a:pt x="1733" y="1280"/>
                  </a:cubicBezTo>
                  <a:lnTo>
                    <a:pt x="1280" y="1728"/>
                  </a:lnTo>
                  <a:cubicBezTo>
                    <a:pt x="1126" y="1887"/>
                    <a:pt x="1097" y="2132"/>
                    <a:pt x="1223" y="2315"/>
                  </a:cubicBezTo>
                  <a:lnTo>
                    <a:pt x="1882" y="3306"/>
                  </a:lnTo>
                  <a:cubicBezTo>
                    <a:pt x="1733" y="3561"/>
                    <a:pt x="1622" y="3840"/>
                    <a:pt x="1540" y="4124"/>
                  </a:cubicBezTo>
                  <a:lnTo>
                    <a:pt x="376" y="4360"/>
                  </a:lnTo>
                  <a:cubicBezTo>
                    <a:pt x="159" y="4403"/>
                    <a:pt x="0" y="4591"/>
                    <a:pt x="5" y="4817"/>
                  </a:cubicBezTo>
                  <a:lnTo>
                    <a:pt x="5" y="5447"/>
                  </a:lnTo>
                  <a:cubicBezTo>
                    <a:pt x="0" y="5673"/>
                    <a:pt x="159" y="5861"/>
                    <a:pt x="376" y="5904"/>
                  </a:cubicBezTo>
                  <a:lnTo>
                    <a:pt x="1540" y="6140"/>
                  </a:lnTo>
                  <a:cubicBezTo>
                    <a:pt x="1622" y="6424"/>
                    <a:pt x="1733" y="6703"/>
                    <a:pt x="1882" y="6958"/>
                  </a:cubicBezTo>
                  <a:lnTo>
                    <a:pt x="1223" y="7949"/>
                  </a:lnTo>
                  <a:cubicBezTo>
                    <a:pt x="1097" y="8132"/>
                    <a:pt x="1126" y="8378"/>
                    <a:pt x="1280" y="8536"/>
                  </a:cubicBezTo>
                  <a:lnTo>
                    <a:pt x="1733" y="8984"/>
                  </a:lnTo>
                  <a:cubicBezTo>
                    <a:pt x="1821" y="9076"/>
                    <a:pt x="1941" y="9122"/>
                    <a:pt x="2062" y="9122"/>
                  </a:cubicBezTo>
                  <a:cubicBezTo>
                    <a:pt x="2151" y="9122"/>
                    <a:pt x="2240" y="9097"/>
                    <a:pt x="2320" y="9046"/>
                  </a:cubicBezTo>
                  <a:lnTo>
                    <a:pt x="3306" y="8387"/>
                  </a:lnTo>
                  <a:cubicBezTo>
                    <a:pt x="3566" y="8532"/>
                    <a:pt x="3840" y="8647"/>
                    <a:pt x="4129" y="8724"/>
                  </a:cubicBezTo>
                  <a:lnTo>
                    <a:pt x="4360" y="9888"/>
                  </a:lnTo>
                  <a:cubicBezTo>
                    <a:pt x="4403" y="10105"/>
                    <a:pt x="4596" y="10264"/>
                    <a:pt x="4817" y="10264"/>
                  </a:cubicBezTo>
                  <a:lnTo>
                    <a:pt x="5447" y="10264"/>
                  </a:lnTo>
                  <a:cubicBezTo>
                    <a:pt x="5673" y="10264"/>
                    <a:pt x="5861" y="10105"/>
                    <a:pt x="5904" y="9888"/>
                  </a:cubicBezTo>
                  <a:lnTo>
                    <a:pt x="6140" y="8724"/>
                  </a:lnTo>
                  <a:cubicBezTo>
                    <a:pt x="6424" y="8647"/>
                    <a:pt x="6703" y="8532"/>
                    <a:pt x="6958" y="8387"/>
                  </a:cubicBezTo>
                  <a:lnTo>
                    <a:pt x="7949" y="9046"/>
                  </a:lnTo>
                  <a:cubicBezTo>
                    <a:pt x="8027" y="9097"/>
                    <a:pt x="8115" y="9122"/>
                    <a:pt x="8203" y="9122"/>
                  </a:cubicBezTo>
                  <a:cubicBezTo>
                    <a:pt x="8324" y="9122"/>
                    <a:pt x="8445" y="9076"/>
                    <a:pt x="8536" y="8984"/>
                  </a:cubicBezTo>
                  <a:lnTo>
                    <a:pt x="8984" y="8536"/>
                  </a:lnTo>
                  <a:cubicBezTo>
                    <a:pt x="9143" y="8378"/>
                    <a:pt x="9167" y="8132"/>
                    <a:pt x="9046" y="7949"/>
                  </a:cubicBezTo>
                  <a:lnTo>
                    <a:pt x="8387" y="6958"/>
                  </a:lnTo>
                  <a:cubicBezTo>
                    <a:pt x="8532" y="6703"/>
                    <a:pt x="8647" y="6424"/>
                    <a:pt x="8724" y="6140"/>
                  </a:cubicBezTo>
                  <a:lnTo>
                    <a:pt x="9888" y="5904"/>
                  </a:lnTo>
                  <a:cubicBezTo>
                    <a:pt x="10105" y="5861"/>
                    <a:pt x="10264" y="5673"/>
                    <a:pt x="10264" y="5447"/>
                  </a:cubicBezTo>
                  <a:lnTo>
                    <a:pt x="10264" y="4817"/>
                  </a:lnTo>
                  <a:cubicBezTo>
                    <a:pt x="10264" y="4591"/>
                    <a:pt x="10110" y="4403"/>
                    <a:pt x="9893" y="4360"/>
                  </a:cubicBezTo>
                  <a:lnTo>
                    <a:pt x="8729" y="4124"/>
                  </a:lnTo>
                  <a:cubicBezTo>
                    <a:pt x="8647" y="3840"/>
                    <a:pt x="8536" y="3561"/>
                    <a:pt x="8387" y="3306"/>
                  </a:cubicBezTo>
                  <a:lnTo>
                    <a:pt x="9046" y="2315"/>
                  </a:lnTo>
                  <a:cubicBezTo>
                    <a:pt x="9172" y="2132"/>
                    <a:pt x="9143" y="1887"/>
                    <a:pt x="8989" y="1728"/>
                  </a:cubicBezTo>
                  <a:lnTo>
                    <a:pt x="8536" y="1280"/>
                  </a:lnTo>
                  <a:cubicBezTo>
                    <a:pt x="8447" y="1189"/>
                    <a:pt x="8328" y="1142"/>
                    <a:pt x="8207" y="1142"/>
                  </a:cubicBezTo>
                  <a:cubicBezTo>
                    <a:pt x="8118" y="1142"/>
                    <a:pt x="8029" y="1167"/>
                    <a:pt x="7949" y="1218"/>
                  </a:cubicBezTo>
                  <a:lnTo>
                    <a:pt x="6963" y="1877"/>
                  </a:lnTo>
                  <a:cubicBezTo>
                    <a:pt x="6703" y="1733"/>
                    <a:pt x="6429" y="1617"/>
                    <a:pt x="6140" y="1540"/>
                  </a:cubicBezTo>
                  <a:lnTo>
                    <a:pt x="5909" y="376"/>
                  </a:lnTo>
                  <a:cubicBezTo>
                    <a:pt x="5866" y="159"/>
                    <a:pt x="5673" y="0"/>
                    <a:pt x="5452"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87"/>
            <p:cNvSpPr/>
            <p:nvPr/>
          </p:nvSpPr>
          <p:spPr>
            <a:xfrm>
              <a:off x="3184011" y="3891875"/>
              <a:ext cx="122823" cy="118076"/>
            </a:xfrm>
            <a:custGeom>
              <a:rect b="b" l="l" r="r" t="t"/>
              <a:pathLst>
                <a:path extrusionOk="0" h="4502" w="4683">
                  <a:moveTo>
                    <a:pt x="2439" y="1"/>
                  </a:moveTo>
                  <a:cubicBezTo>
                    <a:pt x="2436" y="1"/>
                    <a:pt x="2433" y="1"/>
                    <a:pt x="2430" y="1"/>
                  </a:cubicBezTo>
                  <a:cubicBezTo>
                    <a:pt x="1521" y="1"/>
                    <a:pt x="698" y="544"/>
                    <a:pt x="352" y="1386"/>
                  </a:cubicBezTo>
                  <a:cubicBezTo>
                    <a:pt x="1" y="2228"/>
                    <a:pt x="193" y="3196"/>
                    <a:pt x="838" y="3840"/>
                  </a:cubicBezTo>
                  <a:cubicBezTo>
                    <a:pt x="1270" y="4272"/>
                    <a:pt x="1846" y="4501"/>
                    <a:pt x="2433" y="4501"/>
                  </a:cubicBezTo>
                  <a:cubicBezTo>
                    <a:pt x="2722" y="4501"/>
                    <a:pt x="3014" y="4446"/>
                    <a:pt x="3292" y="4331"/>
                  </a:cubicBezTo>
                  <a:cubicBezTo>
                    <a:pt x="4134" y="3980"/>
                    <a:pt x="4682" y="3162"/>
                    <a:pt x="4682" y="2248"/>
                  </a:cubicBezTo>
                  <a:cubicBezTo>
                    <a:pt x="4682" y="1009"/>
                    <a:pt x="3677" y="1"/>
                    <a:pt x="243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87"/>
            <p:cNvSpPr/>
            <p:nvPr/>
          </p:nvSpPr>
          <p:spPr>
            <a:xfrm>
              <a:off x="3208507" y="3921538"/>
              <a:ext cx="68664" cy="58750"/>
            </a:xfrm>
            <a:custGeom>
              <a:rect b="b" l="l" r="r" t="t"/>
              <a:pathLst>
                <a:path extrusionOk="0" h="2240" w="2618">
                  <a:moveTo>
                    <a:pt x="1496" y="0"/>
                  </a:moveTo>
                  <a:cubicBezTo>
                    <a:pt x="500" y="0"/>
                    <a:pt x="0" y="1203"/>
                    <a:pt x="703" y="1911"/>
                  </a:cubicBezTo>
                  <a:cubicBezTo>
                    <a:pt x="931" y="2138"/>
                    <a:pt x="1212" y="2240"/>
                    <a:pt x="1488" y="2240"/>
                  </a:cubicBezTo>
                  <a:cubicBezTo>
                    <a:pt x="2065" y="2240"/>
                    <a:pt x="2618" y="1794"/>
                    <a:pt x="2618" y="1117"/>
                  </a:cubicBezTo>
                  <a:cubicBezTo>
                    <a:pt x="2618" y="501"/>
                    <a:pt x="2112" y="0"/>
                    <a:pt x="1496" y="0"/>
                  </a:cubicBez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87"/>
            <p:cNvSpPr/>
            <p:nvPr/>
          </p:nvSpPr>
          <p:spPr>
            <a:xfrm>
              <a:off x="3211156" y="3922928"/>
              <a:ext cx="48101" cy="42934"/>
            </a:xfrm>
            <a:custGeom>
              <a:rect b="b" l="l" r="r" t="t"/>
              <a:pathLst>
                <a:path extrusionOk="0" h="1637" w="1834">
                  <a:moveTo>
                    <a:pt x="1054" y="0"/>
                  </a:moveTo>
                  <a:cubicBezTo>
                    <a:pt x="380" y="0"/>
                    <a:pt x="0" y="761"/>
                    <a:pt x="395" y="1299"/>
                  </a:cubicBezTo>
                  <a:cubicBezTo>
                    <a:pt x="561" y="1529"/>
                    <a:pt x="807" y="1636"/>
                    <a:pt x="1051" y="1636"/>
                  </a:cubicBezTo>
                  <a:cubicBezTo>
                    <a:pt x="1386" y="1636"/>
                    <a:pt x="1716" y="1434"/>
                    <a:pt x="1833" y="1064"/>
                  </a:cubicBezTo>
                  <a:cubicBezTo>
                    <a:pt x="1833" y="578"/>
                    <a:pt x="1516" y="145"/>
                    <a:pt x="1054"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87"/>
            <p:cNvSpPr/>
            <p:nvPr/>
          </p:nvSpPr>
          <p:spPr>
            <a:xfrm>
              <a:off x="3289891" y="3993087"/>
              <a:ext cx="176957" cy="176957"/>
            </a:xfrm>
            <a:custGeom>
              <a:rect b="b" l="l" r="r" t="t"/>
              <a:pathLst>
                <a:path extrusionOk="0" h="6747" w="6747">
                  <a:moveTo>
                    <a:pt x="3167" y="1"/>
                  </a:moveTo>
                  <a:cubicBezTo>
                    <a:pt x="3018" y="1"/>
                    <a:pt x="2892" y="102"/>
                    <a:pt x="2864" y="246"/>
                  </a:cubicBezTo>
                  <a:lnTo>
                    <a:pt x="2710" y="1011"/>
                  </a:lnTo>
                  <a:cubicBezTo>
                    <a:pt x="2522" y="1064"/>
                    <a:pt x="2339" y="1141"/>
                    <a:pt x="2171" y="1237"/>
                  </a:cubicBezTo>
                  <a:lnTo>
                    <a:pt x="1521" y="804"/>
                  </a:lnTo>
                  <a:cubicBezTo>
                    <a:pt x="1469" y="769"/>
                    <a:pt x="1410" y="752"/>
                    <a:pt x="1350" y="752"/>
                  </a:cubicBezTo>
                  <a:cubicBezTo>
                    <a:pt x="1272" y="752"/>
                    <a:pt x="1194" y="782"/>
                    <a:pt x="1136" y="843"/>
                  </a:cubicBezTo>
                  <a:lnTo>
                    <a:pt x="838" y="1136"/>
                  </a:lnTo>
                  <a:cubicBezTo>
                    <a:pt x="737" y="1237"/>
                    <a:pt x="722" y="1401"/>
                    <a:pt x="799" y="1521"/>
                  </a:cubicBezTo>
                  <a:lnTo>
                    <a:pt x="1232" y="2171"/>
                  </a:lnTo>
                  <a:cubicBezTo>
                    <a:pt x="1136" y="2339"/>
                    <a:pt x="1064" y="2522"/>
                    <a:pt x="1011" y="2714"/>
                  </a:cubicBezTo>
                  <a:lnTo>
                    <a:pt x="246" y="2864"/>
                  </a:lnTo>
                  <a:cubicBezTo>
                    <a:pt x="102" y="2892"/>
                    <a:pt x="1" y="3018"/>
                    <a:pt x="1" y="3167"/>
                  </a:cubicBezTo>
                  <a:lnTo>
                    <a:pt x="1" y="3581"/>
                  </a:lnTo>
                  <a:cubicBezTo>
                    <a:pt x="1" y="3730"/>
                    <a:pt x="102" y="3855"/>
                    <a:pt x="246" y="3884"/>
                  </a:cubicBezTo>
                  <a:lnTo>
                    <a:pt x="1011" y="4038"/>
                  </a:lnTo>
                  <a:cubicBezTo>
                    <a:pt x="1064" y="4225"/>
                    <a:pt x="1136" y="4408"/>
                    <a:pt x="1232" y="4577"/>
                  </a:cubicBezTo>
                  <a:lnTo>
                    <a:pt x="799" y="5226"/>
                  </a:lnTo>
                  <a:cubicBezTo>
                    <a:pt x="722" y="5346"/>
                    <a:pt x="737" y="5510"/>
                    <a:pt x="838" y="5611"/>
                  </a:cubicBezTo>
                  <a:lnTo>
                    <a:pt x="1136" y="5909"/>
                  </a:lnTo>
                  <a:cubicBezTo>
                    <a:pt x="1194" y="5967"/>
                    <a:pt x="1273" y="5997"/>
                    <a:pt x="1352" y="5997"/>
                  </a:cubicBezTo>
                  <a:cubicBezTo>
                    <a:pt x="1411" y="5997"/>
                    <a:pt x="1470" y="5981"/>
                    <a:pt x="1521" y="5948"/>
                  </a:cubicBezTo>
                  <a:lnTo>
                    <a:pt x="2171" y="5515"/>
                  </a:lnTo>
                  <a:cubicBezTo>
                    <a:pt x="2339" y="5611"/>
                    <a:pt x="2522" y="5683"/>
                    <a:pt x="2710" y="5736"/>
                  </a:cubicBezTo>
                  <a:lnTo>
                    <a:pt x="2864" y="6501"/>
                  </a:lnTo>
                  <a:cubicBezTo>
                    <a:pt x="2892" y="6646"/>
                    <a:pt x="3018" y="6747"/>
                    <a:pt x="3167" y="6747"/>
                  </a:cubicBezTo>
                  <a:lnTo>
                    <a:pt x="3581" y="6747"/>
                  </a:lnTo>
                  <a:cubicBezTo>
                    <a:pt x="3730" y="6747"/>
                    <a:pt x="3855" y="6646"/>
                    <a:pt x="3884" y="6501"/>
                  </a:cubicBezTo>
                  <a:lnTo>
                    <a:pt x="4038" y="5736"/>
                  </a:lnTo>
                  <a:cubicBezTo>
                    <a:pt x="4225" y="5683"/>
                    <a:pt x="4408" y="5611"/>
                    <a:pt x="4577" y="5515"/>
                  </a:cubicBezTo>
                  <a:lnTo>
                    <a:pt x="5226" y="5948"/>
                  </a:lnTo>
                  <a:cubicBezTo>
                    <a:pt x="5277" y="5981"/>
                    <a:pt x="5336" y="5997"/>
                    <a:pt x="5395" y="5997"/>
                  </a:cubicBezTo>
                  <a:cubicBezTo>
                    <a:pt x="5474" y="5997"/>
                    <a:pt x="5553" y="5967"/>
                    <a:pt x="5611" y="5909"/>
                  </a:cubicBezTo>
                  <a:lnTo>
                    <a:pt x="5905" y="5611"/>
                  </a:lnTo>
                  <a:cubicBezTo>
                    <a:pt x="6010" y="5510"/>
                    <a:pt x="6025" y="5346"/>
                    <a:pt x="5943" y="5226"/>
                  </a:cubicBezTo>
                  <a:lnTo>
                    <a:pt x="5515" y="4577"/>
                  </a:lnTo>
                  <a:cubicBezTo>
                    <a:pt x="5606" y="4408"/>
                    <a:pt x="5683" y="4225"/>
                    <a:pt x="5736" y="4038"/>
                  </a:cubicBezTo>
                  <a:lnTo>
                    <a:pt x="6501" y="3884"/>
                  </a:lnTo>
                  <a:cubicBezTo>
                    <a:pt x="6646" y="3855"/>
                    <a:pt x="6747" y="3730"/>
                    <a:pt x="6747" y="3581"/>
                  </a:cubicBezTo>
                  <a:lnTo>
                    <a:pt x="6747" y="3167"/>
                  </a:lnTo>
                  <a:cubicBezTo>
                    <a:pt x="6747" y="3018"/>
                    <a:pt x="6646" y="2892"/>
                    <a:pt x="6501" y="2864"/>
                  </a:cubicBezTo>
                  <a:lnTo>
                    <a:pt x="5736" y="2714"/>
                  </a:lnTo>
                  <a:cubicBezTo>
                    <a:pt x="5683" y="2522"/>
                    <a:pt x="5606" y="2339"/>
                    <a:pt x="5515" y="2171"/>
                  </a:cubicBezTo>
                  <a:lnTo>
                    <a:pt x="5943" y="1521"/>
                  </a:lnTo>
                  <a:cubicBezTo>
                    <a:pt x="6025" y="1401"/>
                    <a:pt x="6010" y="1237"/>
                    <a:pt x="5905" y="1136"/>
                  </a:cubicBezTo>
                  <a:lnTo>
                    <a:pt x="5611" y="843"/>
                  </a:lnTo>
                  <a:cubicBezTo>
                    <a:pt x="5553" y="782"/>
                    <a:pt x="5475" y="752"/>
                    <a:pt x="5397" y="752"/>
                  </a:cubicBezTo>
                  <a:cubicBezTo>
                    <a:pt x="5337" y="752"/>
                    <a:pt x="5278" y="769"/>
                    <a:pt x="5226" y="804"/>
                  </a:cubicBezTo>
                  <a:lnTo>
                    <a:pt x="4577" y="1237"/>
                  </a:lnTo>
                  <a:cubicBezTo>
                    <a:pt x="4408" y="1141"/>
                    <a:pt x="4225" y="1064"/>
                    <a:pt x="4038" y="1011"/>
                  </a:cubicBezTo>
                  <a:lnTo>
                    <a:pt x="3884" y="246"/>
                  </a:lnTo>
                  <a:cubicBezTo>
                    <a:pt x="3855" y="102"/>
                    <a:pt x="3730" y="1"/>
                    <a:pt x="3581"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87"/>
            <p:cNvSpPr/>
            <p:nvPr/>
          </p:nvSpPr>
          <p:spPr>
            <a:xfrm>
              <a:off x="3319423" y="4037385"/>
              <a:ext cx="103258" cy="88387"/>
            </a:xfrm>
            <a:custGeom>
              <a:rect b="b" l="l" r="r" t="t"/>
              <a:pathLst>
                <a:path extrusionOk="0" h="3370" w="3937">
                  <a:moveTo>
                    <a:pt x="2252" y="1"/>
                  </a:moveTo>
                  <a:cubicBezTo>
                    <a:pt x="751" y="1"/>
                    <a:pt x="1" y="1815"/>
                    <a:pt x="1059" y="2878"/>
                  </a:cubicBezTo>
                  <a:cubicBezTo>
                    <a:pt x="1380" y="3199"/>
                    <a:pt x="1810" y="3370"/>
                    <a:pt x="2247" y="3370"/>
                  </a:cubicBezTo>
                  <a:cubicBezTo>
                    <a:pt x="2466" y="3370"/>
                    <a:pt x="2687" y="3327"/>
                    <a:pt x="2897" y="3239"/>
                  </a:cubicBezTo>
                  <a:cubicBezTo>
                    <a:pt x="3523" y="2979"/>
                    <a:pt x="3937" y="2368"/>
                    <a:pt x="3937" y="1685"/>
                  </a:cubicBezTo>
                  <a:cubicBezTo>
                    <a:pt x="3937" y="756"/>
                    <a:pt x="3181" y="1"/>
                    <a:pt x="2252"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87"/>
            <p:cNvSpPr/>
            <p:nvPr/>
          </p:nvSpPr>
          <p:spPr>
            <a:xfrm>
              <a:off x="3343028" y="4055063"/>
              <a:ext cx="61976" cy="53111"/>
            </a:xfrm>
            <a:custGeom>
              <a:rect b="b" l="l" r="r" t="t"/>
              <a:pathLst>
                <a:path extrusionOk="0" h="2025" w="2363">
                  <a:moveTo>
                    <a:pt x="1352" y="0"/>
                  </a:moveTo>
                  <a:cubicBezTo>
                    <a:pt x="448" y="0"/>
                    <a:pt x="0" y="1088"/>
                    <a:pt x="635" y="1728"/>
                  </a:cubicBezTo>
                  <a:cubicBezTo>
                    <a:pt x="840" y="1932"/>
                    <a:pt x="1093" y="2024"/>
                    <a:pt x="1341" y="2024"/>
                  </a:cubicBezTo>
                  <a:cubicBezTo>
                    <a:pt x="1862" y="2024"/>
                    <a:pt x="2363" y="1620"/>
                    <a:pt x="2363" y="1011"/>
                  </a:cubicBezTo>
                  <a:cubicBezTo>
                    <a:pt x="2363" y="452"/>
                    <a:pt x="1911" y="0"/>
                    <a:pt x="1352"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87"/>
            <p:cNvSpPr/>
            <p:nvPr/>
          </p:nvSpPr>
          <p:spPr>
            <a:xfrm>
              <a:off x="3345415" y="4056558"/>
              <a:ext cx="41938" cy="37558"/>
            </a:xfrm>
            <a:custGeom>
              <a:rect b="b" l="l" r="r" t="t"/>
              <a:pathLst>
                <a:path extrusionOk="0" h="1432" w="1599">
                  <a:moveTo>
                    <a:pt x="920" y="1"/>
                  </a:moveTo>
                  <a:cubicBezTo>
                    <a:pt x="342" y="1"/>
                    <a:pt x="1" y="655"/>
                    <a:pt x="338" y="1127"/>
                  </a:cubicBezTo>
                  <a:cubicBezTo>
                    <a:pt x="484" y="1333"/>
                    <a:pt x="703" y="1431"/>
                    <a:pt x="921" y="1431"/>
                  </a:cubicBezTo>
                  <a:cubicBezTo>
                    <a:pt x="1205" y="1431"/>
                    <a:pt x="1487" y="1264"/>
                    <a:pt x="1598" y="954"/>
                  </a:cubicBezTo>
                  <a:cubicBezTo>
                    <a:pt x="1593" y="525"/>
                    <a:pt x="1324" y="145"/>
                    <a:pt x="920"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87"/>
            <p:cNvSpPr/>
            <p:nvPr/>
          </p:nvSpPr>
          <p:spPr>
            <a:xfrm>
              <a:off x="3107400" y="3810491"/>
              <a:ext cx="365139" cy="365244"/>
            </a:xfrm>
            <a:custGeom>
              <a:rect b="b" l="l" r="r" t="t"/>
              <a:pathLst>
                <a:path extrusionOk="0" h="13926" w="13922">
                  <a:moveTo>
                    <a:pt x="5359" y="4445"/>
                  </a:moveTo>
                  <a:cubicBezTo>
                    <a:pt x="5581" y="4445"/>
                    <a:pt x="5807" y="4527"/>
                    <a:pt x="5991" y="4711"/>
                  </a:cubicBezTo>
                  <a:cubicBezTo>
                    <a:pt x="6559" y="5278"/>
                    <a:pt x="6155" y="6250"/>
                    <a:pt x="5351" y="6250"/>
                  </a:cubicBezTo>
                  <a:cubicBezTo>
                    <a:pt x="4851" y="6250"/>
                    <a:pt x="4447" y="5846"/>
                    <a:pt x="4452" y="5351"/>
                  </a:cubicBezTo>
                  <a:cubicBezTo>
                    <a:pt x="4452" y="4806"/>
                    <a:pt x="4895" y="4445"/>
                    <a:pt x="5359" y="4445"/>
                  </a:cubicBezTo>
                  <a:close/>
                  <a:moveTo>
                    <a:pt x="5351" y="2882"/>
                  </a:moveTo>
                  <a:cubicBezTo>
                    <a:pt x="4724" y="2882"/>
                    <a:pt x="4100" y="3119"/>
                    <a:pt x="3624" y="3585"/>
                  </a:cubicBezTo>
                  <a:cubicBezTo>
                    <a:pt x="3481" y="3743"/>
                    <a:pt x="3623" y="3953"/>
                    <a:pt x="3791" y="3953"/>
                  </a:cubicBezTo>
                  <a:cubicBezTo>
                    <a:pt x="3838" y="3953"/>
                    <a:pt x="3887" y="3937"/>
                    <a:pt x="3932" y="3898"/>
                  </a:cubicBezTo>
                  <a:cubicBezTo>
                    <a:pt x="4323" y="3517"/>
                    <a:pt x="4835" y="3322"/>
                    <a:pt x="5350" y="3322"/>
                  </a:cubicBezTo>
                  <a:cubicBezTo>
                    <a:pt x="5771" y="3322"/>
                    <a:pt x="6195" y="3453"/>
                    <a:pt x="6554" y="3719"/>
                  </a:cubicBezTo>
                  <a:cubicBezTo>
                    <a:pt x="7358" y="4307"/>
                    <a:pt x="7613" y="5394"/>
                    <a:pt x="7161" y="6279"/>
                  </a:cubicBezTo>
                  <a:cubicBezTo>
                    <a:pt x="7103" y="6385"/>
                    <a:pt x="7146" y="6520"/>
                    <a:pt x="7252" y="6573"/>
                  </a:cubicBezTo>
                  <a:cubicBezTo>
                    <a:pt x="7286" y="6590"/>
                    <a:pt x="7321" y="6599"/>
                    <a:pt x="7356" y="6599"/>
                  </a:cubicBezTo>
                  <a:cubicBezTo>
                    <a:pt x="7435" y="6599"/>
                    <a:pt x="7510" y="6555"/>
                    <a:pt x="7550" y="6481"/>
                  </a:cubicBezTo>
                  <a:cubicBezTo>
                    <a:pt x="8104" y="5404"/>
                    <a:pt x="7791" y="4085"/>
                    <a:pt x="6819" y="3363"/>
                  </a:cubicBezTo>
                  <a:cubicBezTo>
                    <a:pt x="6379" y="3041"/>
                    <a:pt x="5864" y="2882"/>
                    <a:pt x="5351" y="2882"/>
                  </a:cubicBezTo>
                  <a:close/>
                  <a:moveTo>
                    <a:pt x="5345" y="4010"/>
                  </a:moveTo>
                  <a:cubicBezTo>
                    <a:pt x="5015" y="4010"/>
                    <a:pt x="4678" y="4133"/>
                    <a:pt x="4404" y="4408"/>
                  </a:cubicBezTo>
                  <a:cubicBezTo>
                    <a:pt x="3562" y="5250"/>
                    <a:pt x="4158" y="6693"/>
                    <a:pt x="5351" y="6693"/>
                  </a:cubicBezTo>
                  <a:cubicBezTo>
                    <a:pt x="6092" y="6693"/>
                    <a:pt x="6689" y="6092"/>
                    <a:pt x="6689" y="5351"/>
                  </a:cubicBezTo>
                  <a:cubicBezTo>
                    <a:pt x="6689" y="4544"/>
                    <a:pt x="6032" y="4010"/>
                    <a:pt x="5345" y="4010"/>
                  </a:cubicBezTo>
                  <a:close/>
                  <a:moveTo>
                    <a:pt x="3214" y="4399"/>
                  </a:moveTo>
                  <a:cubicBezTo>
                    <a:pt x="3132" y="4399"/>
                    <a:pt x="3049" y="4443"/>
                    <a:pt x="3013" y="4547"/>
                  </a:cubicBezTo>
                  <a:cubicBezTo>
                    <a:pt x="2662" y="5567"/>
                    <a:pt x="3013" y="6693"/>
                    <a:pt x="3879" y="7338"/>
                  </a:cubicBezTo>
                  <a:cubicBezTo>
                    <a:pt x="4317" y="7662"/>
                    <a:pt x="4835" y="7824"/>
                    <a:pt x="5353" y="7824"/>
                  </a:cubicBezTo>
                  <a:cubicBezTo>
                    <a:pt x="5860" y="7824"/>
                    <a:pt x="6367" y="7669"/>
                    <a:pt x="6800" y="7357"/>
                  </a:cubicBezTo>
                  <a:cubicBezTo>
                    <a:pt x="6977" y="7211"/>
                    <a:pt x="6847" y="6961"/>
                    <a:pt x="6665" y="6961"/>
                  </a:cubicBezTo>
                  <a:cubicBezTo>
                    <a:pt x="6625" y="6961"/>
                    <a:pt x="6582" y="6973"/>
                    <a:pt x="6540" y="7001"/>
                  </a:cubicBezTo>
                  <a:cubicBezTo>
                    <a:pt x="6186" y="7256"/>
                    <a:pt x="5769" y="7383"/>
                    <a:pt x="5352" y="7383"/>
                  </a:cubicBezTo>
                  <a:cubicBezTo>
                    <a:pt x="4926" y="7383"/>
                    <a:pt x="4499" y="7250"/>
                    <a:pt x="4139" y="6982"/>
                  </a:cubicBezTo>
                  <a:cubicBezTo>
                    <a:pt x="3427" y="6457"/>
                    <a:pt x="3143" y="5529"/>
                    <a:pt x="3427" y="4691"/>
                  </a:cubicBezTo>
                  <a:cubicBezTo>
                    <a:pt x="3487" y="4518"/>
                    <a:pt x="3350" y="4399"/>
                    <a:pt x="3214" y="4399"/>
                  </a:cubicBezTo>
                  <a:close/>
                  <a:moveTo>
                    <a:pt x="5034" y="0"/>
                  </a:moveTo>
                  <a:cubicBezTo>
                    <a:pt x="4707" y="5"/>
                    <a:pt x="4428" y="236"/>
                    <a:pt x="4360" y="553"/>
                  </a:cubicBezTo>
                  <a:lnTo>
                    <a:pt x="4153" y="1588"/>
                  </a:lnTo>
                  <a:cubicBezTo>
                    <a:pt x="3942" y="1655"/>
                    <a:pt x="3735" y="1742"/>
                    <a:pt x="3533" y="1843"/>
                  </a:cubicBezTo>
                  <a:lnTo>
                    <a:pt x="2657" y="1261"/>
                  </a:lnTo>
                  <a:cubicBezTo>
                    <a:pt x="2540" y="1183"/>
                    <a:pt x="2408" y="1145"/>
                    <a:pt x="2277" y="1145"/>
                  </a:cubicBezTo>
                  <a:cubicBezTo>
                    <a:pt x="2099" y="1145"/>
                    <a:pt x="1924" y="1214"/>
                    <a:pt x="1791" y="1347"/>
                  </a:cubicBezTo>
                  <a:lnTo>
                    <a:pt x="1343" y="1795"/>
                  </a:lnTo>
                  <a:cubicBezTo>
                    <a:pt x="1112" y="2026"/>
                    <a:pt x="1074" y="2387"/>
                    <a:pt x="1257" y="2661"/>
                  </a:cubicBezTo>
                  <a:lnTo>
                    <a:pt x="1839" y="3537"/>
                  </a:lnTo>
                  <a:cubicBezTo>
                    <a:pt x="1738" y="3734"/>
                    <a:pt x="1651" y="3946"/>
                    <a:pt x="1584" y="4157"/>
                  </a:cubicBezTo>
                  <a:lnTo>
                    <a:pt x="549" y="4364"/>
                  </a:lnTo>
                  <a:cubicBezTo>
                    <a:pt x="232" y="4427"/>
                    <a:pt x="1" y="4711"/>
                    <a:pt x="1" y="5038"/>
                  </a:cubicBezTo>
                  <a:lnTo>
                    <a:pt x="1" y="5673"/>
                  </a:lnTo>
                  <a:cubicBezTo>
                    <a:pt x="1" y="6000"/>
                    <a:pt x="232" y="6279"/>
                    <a:pt x="549" y="6347"/>
                  </a:cubicBezTo>
                  <a:lnTo>
                    <a:pt x="1584" y="6554"/>
                  </a:lnTo>
                  <a:cubicBezTo>
                    <a:pt x="1651" y="6765"/>
                    <a:pt x="1738" y="6972"/>
                    <a:pt x="1839" y="7169"/>
                  </a:cubicBezTo>
                  <a:lnTo>
                    <a:pt x="1257" y="8050"/>
                  </a:lnTo>
                  <a:cubicBezTo>
                    <a:pt x="1074" y="8319"/>
                    <a:pt x="1112" y="8680"/>
                    <a:pt x="1343" y="8916"/>
                  </a:cubicBezTo>
                  <a:lnTo>
                    <a:pt x="1791" y="9364"/>
                  </a:lnTo>
                  <a:cubicBezTo>
                    <a:pt x="1923" y="9496"/>
                    <a:pt x="2098" y="9564"/>
                    <a:pt x="2275" y="9564"/>
                  </a:cubicBezTo>
                  <a:cubicBezTo>
                    <a:pt x="2407" y="9564"/>
                    <a:pt x="2540" y="9526"/>
                    <a:pt x="2657" y="9450"/>
                  </a:cubicBezTo>
                  <a:lnTo>
                    <a:pt x="3533" y="8863"/>
                  </a:lnTo>
                  <a:cubicBezTo>
                    <a:pt x="3735" y="8969"/>
                    <a:pt x="3942" y="9051"/>
                    <a:pt x="4153" y="9123"/>
                  </a:cubicBezTo>
                  <a:lnTo>
                    <a:pt x="4360" y="10153"/>
                  </a:lnTo>
                  <a:cubicBezTo>
                    <a:pt x="4428" y="10475"/>
                    <a:pt x="4707" y="10706"/>
                    <a:pt x="5034" y="10706"/>
                  </a:cubicBezTo>
                  <a:lnTo>
                    <a:pt x="5669" y="10706"/>
                  </a:lnTo>
                  <a:cubicBezTo>
                    <a:pt x="5996" y="10706"/>
                    <a:pt x="6275" y="10475"/>
                    <a:pt x="6343" y="10153"/>
                  </a:cubicBezTo>
                  <a:lnTo>
                    <a:pt x="6550" y="9123"/>
                  </a:lnTo>
                  <a:cubicBezTo>
                    <a:pt x="6718" y="9065"/>
                    <a:pt x="6882" y="9003"/>
                    <a:pt x="7045" y="8926"/>
                  </a:cubicBezTo>
                  <a:cubicBezTo>
                    <a:pt x="7156" y="8873"/>
                    <a:pt x="7199" y="8738"/>
                    <a:pt x="7146" y="8632"/>
                  </a:cubicBezTo>
                  <a:cubicBezTo>
                    <a:pt x="7108" y="8552"/>
                    <a:pt x="7029" y="8505"/>
                    <a:pt x="6947" y="8505"/>
                  </a:cubicBezTo>
                  <a:cubicBezTo>
                    <a:pt x="6915" y="8505"/>
                    <a:pt x="6883" y="8512"/>
                    <a:pt x="6853" y="8526"/>
                  </a:cubicBezTo>
                  <a:cubicBezTo>
                    <a:pt x="6675" y="8613"/>
                    <a:pt x="6487" y="8680"/>
                    <a:pt x="6299" y="8733"/>
                  </a:cubicBezTo>
                  <a:cubicBezTo>
                    <a:pt x="6218" y="8757"/>
                    <a:pt x="6155" y="8820"/>
                    <a:pt x="6141" y="8902"/>
                  </a:cubicBezTo>
                  <a:lnTo>
                    <a:pt x="5910" y="10066"/>
                  </a:lnTo>
                  <a:cubicBezTo>
                    <a:pt x="5886" y="10182"/>
                    <a:pt x="5785" y="10263"/>
                    <a:pt x="5669" y="10263"/>
                  </a:cubicBezTo>
                  <a:lnTo>
                    <a:pt x="5034" y="10263"/>
                  </a:lnTo>
                  <a:cubicBezTo>
                    <a:pt x="4918" y="10263"/>
                    <a:pt x="4817" y="10182"/>
                    <a:pt x="4793" y="10066"/>
                  </a:cubicBezTo>
                  <a:lnTo>
                    <a:pt x="4562" y="8902"/>
                  </a:lnTo>
                  <a:cubicBezTo>
                    <a:pt x="4543" y="8820"/>
                    <a:pt x="4485" y="8757"/>
                    <a:pt x="4404" y="8733"/>
                  </a:cubicBezTo>
                  <a:cubicBezTo>
                    <a:pt x="4134" y="8656"/>
                    <a:pt x="3874" y="8550"/>
                    <a:pt x="3634" y="8416"/>
                  </a:cubicBezTo>
                  <a:cubicBezTo>
                    <a:pt x="3600" y="8395"/>
                    <a:pt x="3561" y="8386"/>
                    <a:pt x="3523" y="8386"/>
                  </a:cubicBezTo>
                  <a:cubicBezTo>
                    <a:pt x="3481" y="8386"/>
                    <a:pt x="3438" y="8398"/>
                    <a:pt x="3403" y="8421"/>
                  </a:cubicBezTo>
                  <a:lnTo>
                    <a:pt x="2416" y="9080"/>
                  </a:lnTo>
                  <a:cubicBezTo>
                    <a:pt x="2373" y="9109"/>
                    <a:pt x="2325" y="9122"/>
                    <a:pt x="2277" y="9122"/>
                  </a:cubicBezTo>
                  <a:cubicBezTo>
                    <a:pt x="2213" y="9122"/>
                    <a:pt x="2150" y="9098"/>
                    <a:pt x="2104" y="9051"/>
                  </a:cubicBezTo>
                  <a:lnTo>
                    <a:pt x="1656" y="8603"/>
                  </a:lnTo>
                  <a:cubicBezTo>
                    <a:pt x="1574" y="8517"/>
                    <a:pt x="1560" y="8387"/>
                    <a:pt x="1627" y="8291"/>
                  </a:cubicBezTo>
                  <a:lnTo>
                    <a:pt x="2282" y="7304"/>
                  </a:lnTo>
                  <a:cubicBezTo>
                    <a:pt x="2330" y="7232"/>
                    <a:pt x="2330" y="7145"/>
                    <a:pt x="2291" y="7073"/>
                  </a:cubicBezTo>
                  <a:cubicBezTo>
                    <a:pt x="2152" y="6828"/>
                    <a:pt x="2046" y="6568"/>
                    <a:pt x="1974" y="6303"/>
                  </a:cubicBezTo>
                  <a:cubicBezTo>
                    <a:pt x="1950" y="6222"/>
                    <a:pt x="1882" y="6159"/>
                    <a:pt x="1805" y="6145"/>
                  </a:cubicBezTo>
                  <a:lnTo>
                    <a:pt x="641" y="5914"/>
                  </a:lnTo>
                  <a:cubicBezTo>
                    <a:pt x="525" y="5890"/>
                    <a:pt x="443" y="5789"/>
                    <a:pt x="443" y="5673"/>
                  </a:cubicBezTo>
                  <a:lnTo>
                    <a:pt x="443" y="5038"/>
                  </a:lnTo>
                  <a:cubicBezTo>
                    <a:pt x="443" y="4918"/>
                    <a:pt x="525" y="4821"/>
                    <a:pt x="641" y="4797"/>
                  </a:cubicBezTo>
                  <a:lnTo>
                    <a:pt x="1805" y="4562"/>
                  </a:lnTo>
                  <a:cubicBezTo>
                    <a:pt x="1882" y="4547"/>
                    <a:pt x="1950" y="4485"/>
                    <a:pt x="1974" y="4408"/>
                  </a:cubicBezTo>
                  <a:cubicBezTo>
                    <a:pt x="2046" y="4138"/>
                    <a:pt x="2152" y="3878"/>
                    <a:pt x="2291" y="3633"/>
                  </a:cubicBezTo>
                  <a:cubicBezTo>
                    <a:pt x="2330" y="3561"/>
                    <a:pt x="2330" y="3474"/>
                    <a:pt x="2282" y="3407"/>
                  </a:cubicBezTo>
                  <a:lnTo>
                    <a:pt x="1627" y="2420"/>
                  </a:lnTo>
                  <a:cubicBezTo>
                    <a:pt x="1560" y="2319"/>
                    <a:pt x="1574" y="2189"/>
                    <a:pt x="1656" y="2108"/>
                  </a:cubicBezTo>
                  <a:lnTo>
                    <a:pt x="2104" y="1660"/>
                  </a:lnTo>
                  <a:cubicBezTo>
                    <a:pt x="2150" y="1610"/>
                    <a:pt x="2213" y="1586"/>
                    <a:pt x="2277" y="1586"/>
                  </a:cubicBezTo>
                  <a:cubicBezTo>
                    <a:pt x="2325" y="1586"/>
                    <a:pt x="2373" y="1600"/>
                    <a:pt x="2416" y="1626"/>
                  </a:cubicBezTo>
                  <a:lnTo>
                    <a:pt x="3403" y="2286"/>
                  </a:lnTo>
                  <a:cubicBezTo>
                    <a:pt x="3438" y="2311"/>
                    <a:pt x="3481" y="2323"/>
                    <a:pt x="3523" y="2323"/>
                  </a:cubicBezTo>
                  <a:cubicBezTo>
                    <a:pt x="3561" y="2323"/>
                    <a:pt x="3600" y="2313"/>
                    <a:pt x="3634" y="2295"/>
                  </a:cubicBezTo>
                  <a:cubicBezTo>
                    <a:pt x="3874" y="2156"/>
                    <a:pt x="4134" y="2050"/>
                    <a:pt x="4404" y="1973"/>
                  </a:cubicBezTo>
                  <a:cubicBezTo>
                    <a:pt x="4485" y="1954"/>
                    <a:pt x="4543" y="1886"/>
                    <a:pt x="4562" y="1804"/>
                  </a:cubicBezTo>
                  <a:lnTo>
                    <a:pt x="4793" y="645"/>
                  </a:lnTo>
                  <a:cubicBezTo>
                    <a:pt x="4817" y="529"/>
                    <a:pt x="4918" y="448"/>
                    <a:pt x="5034" y="448"/>
                  </a:cubicBezTo>
                  <a:lnTo>
                    <a:pt x="5669" y="448"/>
                  </a:lnTo>
                  <a:cubicBezTo>
                    <a:pt x="5785" y="448"/>
                    <a:pt x="5886" y="529"/>
                    <a:pt x="5910" y="645"/>
                  </a:cubicBezTo>
                  <a:lnTo>
                    <a:pt x="6141" y="1804"/>
                  </a:lnTo>
                  <a:cubicBezTo>
                    <a:pt x="6160" y="1886"/>
                    <a:pt x="6218" y="1954"/>
                    <a:pt x="6299" y="1973"/>
                  </a:cubicBezTo>
                  <a:cubicBezTo>
                    <a:pt x="6569" y="2050"/>
                    <a:pt x="6829" y="2156"/>
                    <a:pt x="7069" y="2295"/>
                  </a:cubicBezTo>
                  <a:cubicBezTo>
                    <a:pt x="7103" y="2313"/>
                    <a:pt x="7142" y="2323"/>
                    <a:pt x="7180" y="2323"/>
                  </a:cubicBezTo>
                  <a:cubicBezTo>
                    <a:pt x="7222" y="2323"/>
                    <a:pt x="7265" y="2311"/>
                    <a:pt x="7300" y="2286"/>
                  </a:cubicBezTo>
                  <a:lnTo>
                    <a:pt x="8287" y="1626"/>
                  </a:lnTo>
                  <a:cubicBezTo>
                    <a:pt x="8328" y="1600"/>
                    <a:pt x="8375" y="1586"/>
                    <a:pt x="8422" y="1586"/>
                  </a:cubicBezTo>
                  <a:cubicBezTo>
                    <a:pt x="8486" y="1586"/>
                    <a:pt x="8550" y="1610"/>
                    <a:pt x="8599" y="1660"/>
                  </a:cubicBezTo>
                  <a:lnTo>
                    <a:pt x="9047" y="2108"/>
                  </a:lnTo>
                  <a:cubicBezTo>
                    <a:pt x="9129" y="2189"/>
                    <a:pt x="9143" y="2319"/>
                    <a:pt x="9076" y="2420"/>
                  </a:cubicBezTo>
                  <a:lnTo>
                    <a:pt x="8421" y="3407"/>
                  </a:lnTo>
                  <a:cubicBezTo>
                    <a:pt x="8373" y="3474"/>
                    <a:pt x="8368" y="3561"/>
                    <a:pt x="8412" y="3633"/>
                  </a:cubicBezTo>
                  <a:cubicBezTo>
                    <a:pt x="8546" y="3878"/>
                    <a:pt x="8657" y="4138"/>
                    <a:pt x="8729" y="4408"/>
                  </a:cubicBezTo>
                  <a:cubicBezTo>
                    <a:pt x="8753" y="4485"/>
                    <a:pt x="8821" y="4547"/>
                    <a:pt x="8898" y="4562"/>
                  </a:cubicBezTo>
                  <a:lnTo>
                    <a:pt x="10062" y="4797"/>
                  </a:lnTo>
                  <a:cubicBezTo>
                    <a:pt x="10178" y="4821"/>
                    <a:pt x="10259" y="4918"/>
                    <a:pt x="10259" y="5038"/>
                  </a:cubicBezTo>
                  <a:lnTo>
                    <a:pt x="10259" y="5673"/>
                  </a:lnTo>
                  <a:cubicBezTo>
                    <a:pt x="10259" y="5789"/>
                    <a:pt x="10178" y="5890"/>
                    <a:pt x="10062" y="5914"/>
                  </a:cubicBezTo>
                  <a:lnTo>
                    <a:pt x="8898" y="6145"/>
                  </a:lnTo>
                  <a:cubicBezTo>
                    <a:pt x="8821" y="6159"/>
                    <a:pt x="8753" y="6222"/>
                    <a:pt x="8729" y="6303"/>
                  </a:cubicBezTo>
                  <a:cubicBezTo>
                    <a:pt x="8676" y="6496"/>
                    <a:pt x="8604" y="6688"/>
                    <a:pt x="8518" y="6871"/>
                  </a:cubicBezTo>
                  <a:cubicBezTo>
                    <a:pt x="8420" y="7048"/>
                    <a:pt x="8571" y="7198"/>
                    <a:pt x="8719" y="7198"/>
                  </a:cubicBezTo>
                  <a:cubicBezTo>
                    <a:pt x="8796" y="7198"/>
                    <a:pt x="8873" y="7158"/>
                    <a:pt x="8912" y="7059"/>
                  </a:cubicBezTo>
                  <a:cubicBezTo>
                    <a:pt x="8994" y="6895"/>
                    <a:pt x="9061" y="6727"/>
                    <a:pt x="9114" y="6549"/>
                  </a:cubicBezTo>
                  <a:lnTo>
                    <a:pt x="10149" y="6347"/>
                  </a:lnTo>
                  <a:cubicBezTo>
                    <a:pt x="10466" y="6279"/>
                    <a:pt x="10697" y="6000"/>
                    <a:pt x="10697" y="5673"/>
                  </a:cubicBezTo>
                  <a:lnTo>
                    <a:pt x="10697" y="5038"/>
                  </a:lnTo>
                  <a:cubicBezTo>
                    <a:pt x="10697" y="4711"/>
                    <a:pt x="10466" y="4427"/>
                    <a:pt x="10149" y="4364"/>
                  </a:cubicBezTo>
                  <a:lnTo>
                    <a:pt x="9114" y="4157"/>
                  </a:lnTo>
                  <a:cubicBezTo>
                    <a:pt x="9047" y="3946"/>
                    <a:pt x="8960" y="3734"/>
                    <a:pt x="8854" y="3537"/>
                  </a:cubicBezTo>
                  <a:lnTo>
                    <a:pt x="9441" y="2661"/>
                  </a:lnTo>
                  <a:cubicBezTo>
                    <a:pt x="9619" y="2387"/>
                    <a:pt x="9586" y="2026"/>
                    <a:pt x="9355" y="1795"/>
                  </a:cubicBezTo>
                  <a:lnTo>
                    <a:pt x="8907" y="1347"/>
                  </a:lnTo>
                  <a:cubicBezTo>
                    <a:pt x="8774" y="1214"/>
                    <a:pt x="8597" y="1145"/>
                    <a:pt x="8419" y="1145"/>
                  </a:cubicBezTo>
                  <a:cubicBezTo>
                    <a:pt x="8288" y="1145"/>
                    <a:pt x="8156" y="1183"/>
                    <a:pt x="8041" y="1261"/>
                  </a:cubicBezTo>
                  <a:lnTo>
                    <a:pt x="7165" y="1843"/>
                  </a:lnTo>
                  <a:cubicBezTo>
                    <a:pt x="6963" y="1742"/>
                    <a:pt x="6756" y="1655"/>
                    <a:pt x="6545" y="1588"/>
                  </a:cubicBezTo>
                  <a:lnTo>
                    <a:pt x="6338" y="553"/>
                  </a:lnTo>
                  <a:cubicBezTo>
                    <a:pt x="6271" y="236"/>
                    <a:pt x="5991" y="5"/>
                    <a:pt x="5664" y="0"/>
                  </a:cubicBezTo>
                  <a:close/>
                  <a:moveTo>
                    <a:pt x="10327" y="9102"/>
                  </a:moveTo>
                  <a:cubicBezTo>
                    <a:pt x="10024" y="9102"/>
                    <a:pt x="9716" y="9214"/>
                    <a:pt x="9466" y="9465"/>
                  </a:cubicBezTo>
                  <a:cubicBezTo>
                    <a:pt x="8691" y="10239"/>
                    <a:pt x="9239" y="11567"/>
                    <a:pt x="10336" y="11567"/>
                  </a:cubicBezTo>
                  <a:cubicBezTo>
                    <a:pt x="10606" y="11567"/>
                    <a:pt x="10871" y="11476"/>
                    <a:pt x="11087" y="11312"/>
                  </a:cubicBezTo>
                  <a:cubicBezTo>
                    <a:pt x="11263" y="11164"/>
                    <a:pt x="11128" y="10917"/>
                    <a:pt x="10947" y="10917"/>
                  </a:cubicBezTo>
                  <a:cubicBezTo>
                    <a:pt x="10905" y="10917"/>
                    <a:pt x="10861" y="10930"/>
                    <a:pt x="10818" y="10961"/>
                  </a:cubicBezTo>
                  <a:cubicBezTo>
                    <a:pt x="10683" y="11072"/>
                    <a:pt x="10510" y="11130"/>
                    <a:pt x="10336" y="11130"/>
                  </a:cubicBezTo>
                  <a:cubicBezTo>
                    <a:pt x="9899" y="11130"/>
                    <a:pt x="9547" y="10773"/>
                    <a:pt x="9547" y="10336"/>
                  </a:cubicBezTo>
                  <a:cubicBezTo>
                    <a:pt x="9547" y="9898"/>
                    <a:pt x="9899" y="9546"/>
                    <a:pt x="10336" y="9546"/>
                  </a:cubicBezTo>
                  <a:cubicBezTo>
                    <a:pt x="10769" y="9546"/>
                    <a:pt x="11126" y="9898"/>
                    <a:pt x="11126" y="10336"/>
                  </a:cubicBezTo>
                  <a:cubicBezTo>
                    <a:pt x="11133" y="10475"/>
                    <a:pt x="11239" y="10545"/>
                    <a:pt x="11345" y="10545"/>
                  </a:cubicBezTo>
                  <a:cubicBezTo>
                    <a:pt x="11452" y="10545"/>
                    <a:pt x="11559" y="10475"/>
                    <a:pt x="11568" y="10336"/>
                  </a:cubicBezTo>
                  <a:cubicBezTo>
                    <a:pt x="11568" y="9593"/>
                    <a:pt x="10960" y="9102"/>
                    <a:pt x="10327" y="9102"/>
                  </a:cubicBezTo>
                  <a:close/>
                  <a:moveTo>
                    <a:pt x="10130" y="6751"/>
                  </a:moveTo>
                  <a:cubicBezTo>
                    <a:pt x="9879" y="6751"/>
                    <a:pt x="9663" y="6924"/>
                    <a:pt x="9615" y="7169"/>
                  </a:cubicBezTo>
                  <a:lnTo>
                    <a:pt x="9485" y="7805"/>
                  </a:lnTo>
                  <a:cubicBezTo>
                    <a:pt x="9369" y="7843"/>
                    <a:pt x="9259" y="7891"/>
                    <a:pt x="9148" y="7944"/>
                  </a:cubicBezTo>
                  <a:lnTo>
                    <a:pt x="8609" y="7583"/>
                  </a:lnTo>
                  <a:cubicBezTo>
                    <a:pt x="8522" y="7526"/>
                    <a:pt x="8421" y="7499"/>
                    <a:pt x="8321" y="7499"/>
                  </a:cubicBezTo>
                  <a:cubicBezTo>
                    <a:pt x="8184" y="7499"/>
                    <a:pt x="8048" y="7551"/>
                    <a:pt x="7945" y="7651"/>
                  </a:cubicBezTo>
                  <a:lnTo>
                    <a:pt x="7651" y="7944"/>
                  </a:lnTo>
                  <a:cubicBezTo>
                    <a:pt x="7478" y="8122"/>
                    <a:pt x="7449" y="8396"/>
                    <a:pt x="7589" y="8608"/>
                  </a:cubicBezTo>
                  <a:lnTo>
                    <a:pt x="7950" y="9147"/>
                  </a:lnTo>
                  <a:cubicBezTo>
                    <a:pt x="7873" y="9296"/>
                    <a:pt x="7810" y="9455"/>
                    <a:pt x="7767" y="9614"/>
                  </a:cubicBezTo>
                  <a:cubicBezTo>
                    <a:pt x="7719" y="9739"/>
                    <a:pt x="7786" y="9874"/>
                    <a:pt x="7911" y="9907"/>
                  </a:cubicBezTo>
                  <a:cubicBezTo>
                    <a:pt x="7932" y="9914"/>
                    <a:pt x="7954" y="9917"/>
                    <a:pt x="7974" y="9917"/>
                  </a:cubicBezTo>
                  <a:cubicBezTo>
                    <a:pt x="8077" y="9917"/>
                    <a:pt x="8170" y="9842"/>
                    <a:pt x="8190" y="9734"/>
                  </a:cubicBezTo>
                  <a:cubicBezTo>
                    <a:pt x="8234" y="9566"/>
                    <a:pt x="8306" y="9402"/>
                    <a:pt x="8392" y="9243"/>
                  </a:cubicBezTo>
                  <a:cubicBezTo>
                    <a:pt x="8431" y="9171"/>
                    <a:pt x="8431" y="9085"/>
                    <a:pt x="8383" y="9017"/>
                  </a:cubicBezTo>
                  <a:lnTo>
                    <a:pt x="7950" y="8368"/>
                  </a:lnTo>
                  <a:cubicBezTo>
                    <a:pt x="7926" y="8334"/>
                    <a:pt x="7931" y="8286"/>
                    <a:pt x="7959" y="8257"/>
                  </a:cubicBezTo>
                  <a:lnTo>
                    <a:pt x="8258" y="7963"/>
                  </a:lnTo>
                  <a:cubicBezTo>
                    <a:pt x="8274" y="7947"/>
                    <a:pt x="8295" y="7938"/>
                    <a:pt x="8316" y="7938"/>
                  </a:cubicBezTo>
                  <a:cubicBezTo>
                    <a:pt x="8333" y="7938"/>
                    <a:pt x="8349" y="7943"/>
                    <a:pt x="8364" y="7954"/>
                  </a:cubicBezTo>
                  <a:lnTo>
                    <a:pt x="9013" y="8387"/>
                  </a:lnTo>
                  <a:cubicBezTo>
                    <a:pt x="9049" y="8410"/>
                    <a:pt x="9091" y="8422"/>
                    <a:pt x="9134" y="8422"/>
                  </a:cubicBezTo>
                  <a:cubicBezTo>
                    <a:pt x="9172" y="8422"/>
                    <a:pt x="9210" y="8412"/>
                    <a:pt x="9244" y="8392"/>
                  </a:cubicBezTo>
                  <a:cubicBezTo>
                    <a:pt x="9398" y="8305"/>
                    <a:pt x="9562" y="8238"/>
                    <a:pt x="9735" y="8190"/>
                  </a:cubicBezTo>
                  <a:cubicBezTo>
                    <a:pt x="9812" y="8166"/>
                    <a:pt x="9875" y="8103"/>
                    <a:pt x="9889" y="8021"/>
                  </a:cubicBezTo>
                  <a:lnTo>
                    <a:pt x="10043" y="7256"/>
                  </a:lnTo>
                  <a:cubicBezTo>
                    <a:pt x="10053" y="7218"/>
                    <a:pt x="10086" y="7189"/>
                    <a:pt x="10130" y="7189"/>
                  </a:cubicBezTo>
                  <a:lnTo>
                    <a:pt x="10543" y="7189"/>
                  </a:lnTo>
                  <a:cubicBezTo>
                    <a:pt x="10587" y="7189"/>
                    <a:pt x="10620" y="7218"/>
                    <a:pt x="10630" y="7256"/>
                  </a:cubicBezTo>
                  <a:lnTo>
                    <a:pt x="10784" y="8021"/>
                  </a:lnTo>
                  <a:cubicBezTo>
                    <a:pt x="10798" y="8103"/>
                    <a:pt x="10861" y="8166"/>
                    <a:pt x="10938" y="8190"/>
                  </a:cubicBezTo>
                  <a:cubicBezTo>
                    <a:pt x="11111" y="8238"/>
                    <a:pt x="11275" y="8305"/>
                    <a:pt x="11429" y="8392"/>
                  </a:cubicBezTo>
                  <a:cubicBezTo>
                    <a:pt x="11463" y="8412"/>
                    <a:pt x="11501" y="8422"/>
                    <a:pt x="11539" y="8422"/>
                  </a:cubicBezTo>
                  <a:cubicBezTo>
                    <a:pt x="11582" y="8422"/>
                    <a:pt x="11624" y="8410"/>
                    <a:pt x="11660" y="8387"/>
                  </a:cubicBezTo>
                  <a:lnTo>
                    <a:pt x="12309" y="7954"/>
                  </a:lnTo>
                  <a:cubicBezTo>
                    <a:pt x="12324" y="7943"/>
                    <a:pt x="12340" y="7938"/>
                    <a:pt x="12357" y="7938"/>
                  </a:cubicBezTo>
                  <a:cubicBezTo>
                    <a:pt x="12379" y="7938"/>
                    <a:pt x="12401" y="7947"/>
                    <a:pt x="12420" y="7963"/>
                  </a:cubicBezTo>
                  <a:lnTo>
                    <a:pt x="12713" y="8257"/>
                  </a:lnTo>
                  <a:cubicBezTo>
                    <a:pt x="12742" y="8286"/>
                    <a:pt x="12747" y="8334"/>
                    <a:pt x="12723" y="8368"/>
                  </a:cubicBezTo>
                  <a:lnTo>
                    <a:pt x="12290" y="9017"/>
                  </a:lnTo>
                  <a:cubicBezTo>
                    <a:pt x="12247" y="9085"/>
                    <a:pt x="12242" y="9176"/>
                    <a:pt x="12280" y="9248"/>
                  </a:cubicBezTo>
                  <a:cubicBezTo>
                    <a:pt x="12367" y="9402"/>
                    <a:pt x="12439" y="9566"/>
                    <a:pt x="12487" y="9739"/>
                  </a:cubicBezTo>
                  <a:cubicBezTo>
                    <a:pt x="12507" y="9816"/>
                    <a:pt x="12574" y="9878"/>
                    <a:pt x="12656" y="9893"/>
                  </a:cubicBezTo>
                  <a:lnTo>
                    <a:pt x="13416" y="10047"/>
                  </a:lnTo>
                  <a:cubicBezTo>
                    <a:pt x="13459" y="10052"/>
                    <a:pt x="13488" y="10090"/>
                    <a:pt x="13488" y="10129"/>
                  </a:cubicBezTo>
                  <a:lnTo>
                    <a:pt x="13488" y="10547"/>
                  </a:lnTo>
                  <a:cubicBezTo>
                    <a:pt x="13488" y="10591"/>
                    <a:pt x="13459" y="10624"/>
                    <a:pt x="13416" y="10634"/>
                  </a:cubicBezTo>
                  <a:lnTo>
                    <a:pt x="12656" y="10783"/>
                  </a:lnTo>
                  <a:cubicBezTo>
                    <a:pt x="12574" y="10802"/>
                    <a:pt x="12507" y="10860"/>
                    <a:pt x="12487" y="10942"/>
                  </a:cubicBezTo>
                  <a:cubicBezTo>
                    <a:pt x="12439" y="11110"/>
                    <a:pt x="12367" y="11279"/>
                    <a:pt x="12280" y="11433"/>
                  </a:cubicBezTo>
                  <a:cubicBezTo>
                    <a:pt x="12242" y="11505"/>
                    <a:pt x="12242" y="11591"/>
                    <a:pt x="12290" y="11664"/>
                  </a:cubicBezTo>
                  <a:lnTo>
                    <a:pt x="12723" y="12308"/>
                  </a:lnTo>
                  <a:cubicBezTo>
                    <a:pt x="12747" y="12347"/>
                    <a:pt x="12742" y="12390"/>
                    <a:pt x="12713" y="12419"/>
                  </a:cubicBezTo>
                  <a:lnTo>
                    <a:pt x="12415" y="12713"/>
                  </a:lnTo>
                  <a:cubicBezTo>
                    <a:pt x="12398" y="12730"/>
                    <a:pt x="12375" y="12739"/>
                    <a:pt x="12353" y="12739"/>
                  </a:cubicBezTo>
                  <a:cubicBezTo>
                    <a:pt x="12338" y="12739"/>
                    <a:pt x="12323" y="12735"/>
                    <a:pt x="12309" y="12727"/>
                  </a:cubicBezTo>
                  <a:lnTo>
                    <a:pt x="11660" y="12294"/>
                  </a:lnTo>
                  <a:cubicBezTo>
                    <a:pt x="11624" y="12269"/>
                    <a:pt x="11582" y="12257"/>
                    <a:pt x="11539" y="12257"/>
                  </a:cubicBezTo>
                  <a:cubicBezTo>
                    <a:pt x="11501" y="12257"/>
                    <a:pt x="11463" y="12266"/>
                    <a:pt x="11429" y="12284"/>
                  </a:cubicBezTo>
                  <a:cubicBezTo>
                    <a:pt x="11275" y="12371"/>
                    <a:pt x="11111" y="12438"/>
                    <a:pt x="10938" y="12486"/>
                  </a:cubicBezTo>
                  <a:cubicBezTo>
                    <a:pt x="10861" y="12511"/>
                    <a:pt x="10798" y="12573"/>
                    <a:pt x="10784" y="12655"/>
                  </a:cubicBezTo>
                  <a:lnTo>
                    <a:pt x="10630" y="13420"/>
                  </a:lnTo>
                  <a:cubicBezTo>
                    <a:pt x="10620" y="13458"/>
                    <a:pt x="10587" y="13487"/>
                    <a:pt x="10543" y="13492"/>
                  </a:cubicBezTo>
                  <a:lnTo>
                    <a:pt x="10130" y="13492"/>
                  </a:lnTo>
                  <a:cubicBezTo>
                    <a:pt x="10086" y="13487"/>
                    <a:pt x="10053" y="13458"/>
                    <a:pt x="10043" y="13420"/>
                  </a:cubicBezTo>
                  <a:lnTo>
                    <a:pt x="9889" y="12655"/>
                  </a:lnTo>
                  <a:cubicBezTo>
                    <a:pt x="9875" y="12573"/>
                    <a:pt x="9812" y="12511"/>
                    <a:pt x="9735" y="12486"/>
                  </a:cubicBezTo>
                  <a:cubicBezTo>
                    <a:pt x="9562" y="12438"/>
                    <a:pt x="9398" y="12371"/>
                    <a:pt x="9244" y="12284"/>
                  </a:cubicBezTo>
                  <a:cubicBezTo>
                    <a:pt x="9211" y="12264"/>
                    <a:pt x="9174" y="12255"/>
                    <a:pt x="9136" y="12255"/>
                  </a:cubicBezTo>
                  <a:cubicBezTo>
                    <a:pt x="9093" y="12255"/>
                    <a:pt x="9050" y="12268"/>
                    <a:pt x="9013" y="12294"/>
                  </a:cubicBezTo>
                  <a:lnTo>
                    <a:pt x="8364" y="12727"/>
                  </a:lnTo>
                  <a:cubicBezTo>
                    <a:pt x="8350" y="12735"/>
                    <a:pt x="8335" y="12739"/>
                    <a:pt x="8320" y="12739"/>
                  </a:cubicBezTo>
                  <a:cubicBezTo>
                    <a:pt x="8298" y="12739"/>
                    <a:pt x="8275" y="12730"/>
                    <a:pt x="8258" y="12713"/>
                  </a:cubicBezTo>
                  <a:lnTo>
                    <a:pt x="7959" y="12419"/>
                  </a:lnTo>
                  <a:cubicBezTo>
                    <a:pt x="7931" y="12390"/>
                    <a:pt x="7926" y="12342"/>
                    <a:pt x="7950" y="12308"/>
                  </a:cubicBezTo>
                  <a:lnTo>
                    <a:pt x="8383" y="11664"/>
                  </a:lnTo>
                  <a:cubicBezTo>
                    <a:pt x="8426" y="11591"/>
                    <a:pt x="8431" y="11505"/>
                    <a:pt x="8392" y="11433"/>
                  </a:cubicBezTo>
                  <a:cubicBezTo>
                    <a:pt x="8306" y="11279"/>
                    <a:pt x="8234" y="11110"/>
                    <a:pt x="8186" y="10942"/>
                  </a:cubicBezTo>
                  <a:cubicBezTo>
                    <a:pt x="8166" y="10860"/>
                    <a:pt x="8099" y="10802"/>
                    <a:pt x="8017" y="10783"/>
                  </a:cubicBezTo>
                  <a:lnTo>
                    <a:pt x="7257" y="10634"/>
                  </a:lnTo>
                  <a:cubicBezTo>
                    <a:pt x="7214" y="10624"/>
                    <a:pt x="7185" y="10586"/>
                    <a:pt x="7185" y="10547"/>
                  </a:cubicBezTo>
                  <a:lnTo>
                    <a:pt x="7185" y="10129"/>
                  </a:lnTo>
                  <a:cubicBezTo>
                    <a:pt x="7185" y="10090"/>
                    <a:pt x="7214" y="10052"/>
                    <a:pt x="7257" y="10047"/>
                  </a:cubicBezTo>
                  <a:lnTo>
                    <a:pt x="7300" y="10037"/>
                  </a:lnTo>
                  <a:cubicBezTo>
                    <a:pt x="7585" y="9993"/>
                    <a:pt x="7528" y="9596"/>
                    <a:pt x="7283" y="9596"/>
                  </a:cubicBezTo>
                  <a:cubicBezTo>
                    <a:pt x="7263" y="9596"/>
                    <a:pt x="7241" y="9598"/>
                    <a:pt x="7218" y="9604"/>
                  </a:cubicBezTo>
                  <a:lnTo>
                    <a:pt x="7170" y="9614"/>
                  </a:lnTo>
                  <a:cubicBezTo>
                    <a:pt x="6925" y="9667"/>
                    <a:pt x="6747" y="9878"/>
                    <a:pt x="6747" y="10129"/>
                  </a:cubicBezTo>
                  <a:lnTo>
                    <a:pt x="6747" y="10547"/>
                  </a:lnTo>
                  <a:cubicBezTo>
                    <a:pt x="6747" y="10798"/>
                    <a:pt x="6925" y="11014"/>
                    <a:pt x="7170" y="11062"/>
                  </a:cubicBezTo>
                  <a:lnTo>
                    <a:pt x="7805" y="11187"/>
                  </a:lnTo>
                  <a:cubicBezTo>
                    <a:pt x="7844" y="11303"/>
                    <a:pt x="7892" y="11418"/>
                    <a:pt x="7945" y="11524"/>
                  </a:cubicBezTo>
                  <a:lnTo>
                    <a:pt x="7584" y="12068"/>
                  </a:lnTo>
                  <a:cubicBezTo>
                    <a:pt x="7445" y="12275"/>
                    <a:pt x="7473" y="12554"/>
                    <a:pt x="7651" y="12727"/>
                  </a:cubicBezTo>
                  <a:lnTo>
                    <a:pt x="7945" y="13025"/>
                  </a:lnTo>
                  <a:cubicBezTo>
                    <a:pt x="8047" y="13125"/>
                    <a:pt x="8180" y="13176"/>
                    <a:pt x="8315" y="13176"/>
                  </a:cubicBezTo>
                  <a:cubicBezTo>
                    <a:pt x="8415" y="13176"/>
                    <a:pt x="8516" y="13148"/>
                    <a:pt x="8604" y="13088"/>
                  </a:cubicBezTo>
                  <a:lnTo>
                    <a:pt x="9148" y="12727"/>
                  </a:lnTo>
                  <a:cubicBezTo>
                    <a:pt x="9254" y="12785"/>
                    <a:pt x="9369" y="12828"/>
                    <a:pt x="9485" y="12867"/>
                  </a:cubicBezTo>
                  <a:lnTo>
                    <a:pt x="9610" y="13502"/>
                  </a:lnTo>
                  <a:cubicBezTo>
                    <a:pt x="9663" y="13747"/>
                    <a:pt x="9875" y="13925"/>
                    <a:pt x="10125" y="13925"/>
                  </a:cubicBezTo>
                  <a:lnTo>
                    <a:pt x="10543" y="13925"/>
                  </a:lnTo>
                  <a:cubicBezTo>
                    <a:pt x="10794" y="13925"/>
                    <a:pt x="11010" y="13747"/>
                    <a:pt x="11058" y="13502"/>
                  </a:cubicBezTo>
                  <a:lnTo>
                    <a:pt x="11188" y="12867"/>
                  </a:lnTo>
                  <a:cubicBezTo>
                    <a:pt x="11299" y="12828"/>
                    <a:pt x="11414" y="12780"/>
                    <a:pt x="11520" y="12727"/>
                  </a:cubicBezTo>
                  <a:lnTo>
                    <a:pt x="12064" y="13088"/>
                  </a:lnTo>
                  <a:cubicBezTo>
                    <a:pt x="12152" y="13148"/>
                    <a:pt x="12254" y="13176"/>
                    <a:pt x="12355" y="13176"/>
                  </a:cubicBezTo>
                  <a:cubicBezTo>
                    <a:pt x="12490" y="13176"/>
                    <a:pt x="12624" y="13125"/>
                    <a:pt x="12723" y="13025"/>
                  </a:cubicBezTo>
                  <a:lnTo>
                    <a:pt x="13021" y="12727"/>
                  </a:lnTo>
                  <a:cubicBezTo>
                    <a:pt x="13195" y="12554"/>
                    <a:pt x="13223" y="12275"/>
                    <a:pt x="13084" y="12068"/>
                  </a:cubicBezTo>
                  <a:lnTo>
                    <a:pt x="12723" y="11524"/>
                  </a:lnTo>
                  <a:cubicBezTo>
                    <a:pt x="12781" y="11418"/>
                    <a:pt x="12824" y="11303"/>
                    <a:pt x="12863" y="11187"/>
                  </a:cubicBezTo>
                  <a:lnTo>
                    <a:pt x="13498" y="11062"/>
                  </a:lnTo>
                  <a:cubicBezTo>
                    <a:pt x="13743" y="11014"/>
                    <a:pt x="13921" y="10798"/>
                    <a:pt x="13921" y="10547"/>
                  </a:cubicBezTo>
                  <a:lnTo>
                    <a:pt x="13921" y="10129"/>
                  </a:lnTo>
                  <a:cubicBezTo>
                    <a:pt x="13921" y="9878"/>
                    <a:pt x="13748" y="9662"/>
                    <a:pt x="13503" y="9614"/>
                  </a:cubicBezTo>
                  <a:lnTo>
                    <a:pt x="12867" y="9484"/>
                  </a:lnTo>
                  <a:cubicBezTo>
                    <a:pt x="12829" y="9368"/>
                    <a:pt x="12781" y="9258"/>
                    <a:pt x="12728" y="9147"/>
                  </a:cubicBezTo>
                  <a:lnTo>
                    <a:pt x="13089" y="8608"/>
                  </a:lnTo>
                  <a:cubicBezTo>
                    <a:pt x="13223" y="8396"/>
                    <a:pt x="13199" y="8122"/>
                    <a:pt x="13021" y="7944"/>
                  </a:cubicBezTo>
                  <a:lnTo>
                    <a:pt x="12728" y="7651"/>
                  </a:lnTo>
                  <a:cubicBezTo>
                    <a:pt x="12625" y="7551"/>
                    <a:pt x="12490" y="7499"/>
                    <a:pt x="12354" y="7499"/>
                  </a:cubicBezTo>
                  <a:cubicBezTo>
                    <a:pt x="12255" y="7499"/>
                    <a:pt x="12156" y="7526"/>
                    <a:pt x="12069" y="7583"/>
                  </a:cubicBezTo>
                  <a:lnTo>
                    <a:pt x="11525" y="7944"/>
                  </a:lnTo>
                  <a:cubicBezTo>
                    <a:pt x="11414" y="7891"/>
                    <a:pt x="11304" y="7843"/>
                    <a:pt x="11188" y="7805"/>
                  </a:cubicBezTo>
                  <a:lnTo>
                    <a:pt x="11063" y="7169"/>
                  </a:lnTo>
                  <a:cubicBezTo>
                    <a:pt x="11010" y="6924"/>
                    <a:pt x="10794" y="6751"/>
                    <a:pt x="10548" y="675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5" name="Google Shape;15035;p87"/>
          <p:cNvGrpSpPr/>
          <p:nvPr/>
        </p:nvGrpSpPr>
        <p:grpSpPr>
          <a:xfrm>
            <a:off x="3982979" y="4297378"/>
            <a:ext cx="355540" cy="338230"/>
            <a:chOff x="3982979" y="4297378"/>
            <a:chExt cx="355540" cy="338230"/>
          </a:xfrm>
        </p:grpSpPr>
        <p:sp>
          <p:nvSpPr>
            <p:cNvPr id="15036" name="Google Shape;15036;p87"/>
            <p:cNvSpPr/>
            <p:nvPr/>
          </p:nvSpPr>
          <p:spPr>
            <a:xfrm>
              <a:off x="4004197" y="4302414"/>
              <a:ext cx="276018" cy="276018"/>
            </a:xfrm>
            <a:custGeom>
              <a:rect b="b" l="l" r="r" t="t"/>
              <a:pathLst>
                <a:path extrusionOk="0" h="10524" w="10524">
                  <a:moveTo>
                    <a:pt x="5259" y="0"/>
                  </a:moveTo>
                  <a:cubicBezTo>
                    <a:pt x="2353" y="0"/>
                    <a:pt x="0" y="2358"/>
                    <a:pt x="0" y="5264"/>
                  </a:cubicBezTo>
                  <a:cubicBezTo>
                    <a:pt x="0" y="8170"/>
                    <a:pt x="2353" y="10523"/>
                    <a:pt x="5259" y="10523"/>
                  </a:cubicBezTo>
                  <a:cubicBezTo>
                    <a:pt x="8166" y="10523"/>
                    <a:pt x="10523" y="8170"/>
                    <a:pt x="10523" y="5264"/>
                  </a:cubicBezTo>
                  <a:cubicBezTo>
                    <a:pt x="10523" y="2358"/>
                    <a:pt x="8166" y="0"/>
                    <a:pt x="525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87"/>
            <p:cNvSpPr/>
            <p:nvPr/>
          </p:nvSpPr>
          <p:spPr>
            <a:xfrm>
              <a:off x="4030687" y="4328904"/>
              <a:ext cx="223012" cy="223012"/>
            </a:xfrm>
            <a:custGeom>
              <a:rect b="b" l="l" r="r" t="t"/>
              <a:pathLst>
                <a:path extrusionOk="0" h="8503" w="8503">
                  <a:moveTo>
                    <a:pt x="4249" y="1"/>
                  </a:moveTo>
                  <a:cubicBezTo>
                    <a:pt x="1906" y="1"/>
                    <a:pt x="1" y="1906"/>
                    <a:pt x="1" y="4254"/>
                  </a:cubicBezTo>
                  <a:cubicBezTo>
                    <a:pt x="1" y="6597"/>
                    <a:pt x="1906" y="8503"/>
                    <a:pt x="4249" y="8503"/>
                  </a:cubicBezTo>
                  <a:cubicBezTo>
                    <a:pt x="6597" y="8503"/>
                    <a:pt x="8503" y="6597"/>
                    <a:pt x="8503" y="4254"/>
                  </a:cubicBezTo>
                  <a:cubicBezTo>
                    <a:pt x="8503" y="1906"/>
                    <a:pt x="6597" y="1"/>
                    <a:pt x="4249"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87"/>
            <p:cNvSpPr/>
            <p:nvPr/>
          </p:nvSpPr>
          <p:spPr>
            <a:xfrm>
              <a:off x="4089882" y="4334333"/>
              <a:ext cx="104648" cy="212285"/>
            </a:xfrm>
            <a:custGeom>
              <a:rect b="b" l="l" r="r" t="t"/>
              <a:pathLst>
                <a:path extrusionOk="0" h="8094" w="3990">
                  <a:moveTo>
                    <a:pt x="1992" y="0"/>
                  </a:moveTo>
                  <a:cubicBezTo>
                    <a:pt x="1771" y="0"/>
                    <a:pt x="1588" y="179"/>
                    <a:pt x="1588" y="405"/>
                  </a:cubicBezTo>
                  <a:lnTo>
                    <a:pt x="1588" y="963"/>
                  </a:lnTo>
                  <a:cubicBezTo>
                    <a:pt x="669" y="1078"/>
                    <a:pt x="0" y="1882"/>
                    <a:pt x="58" y="2806"/>
                  </a:cubicBezTo>
                  <a:cubicBezTo>
                    <a:pt x="111" y="3730"/>
                    <a:pt x="876" y="4451"/>
                    <a:pt x="1800" y="4451"/>
                  </a:cubicBezTo>
                  <a:lnTo>
                    <a:pt x="2185" y="4451"/>
                  </a:lnTo>
                  <a:cubicBezTo>
                    <a:pt x="2704" y="4451"/>
                    <a:pt x="3128" y="4875"/>
                    <a:pt x="3128" y="5394"/>
                  </a:cubicBezTo>
                  <a:cubicBezTo>
                    <a:pt x="3128" y="5914"/>
                    <a:pt x="2704" y="6333"/>
                    <a:pt x="2185" y="6333"/>
                  </a:cubicBezTo>
                  <a:lnTo>
                    <a:pt x="1607" y="6333"/>
                  </a:lnTo>
                  <a:cubicBezTo>
                    <a:pt x="1194" y="6333"/>
                    <a:pt x="862" y="6001"/>
                    <a:pt x="862" y="5587"/>
                  </a:cubicBezTo>
                  <a:cubicBezTo>
                    <a:pt x="862" y="5361"/>
                    <a:pt x="679" y="5183"/>
                    <a:pt x="457" y="5183"/>
                  </a:cubicBezTo>
                  <a:cubicBezTo>
                    <a:pt x="231" y="5183"/>
                    <a:pt x="48" y="5361"/>
                    <a:pt x="48" y="5587"/>
                  </a:cubicBezTo>
                  <a:cubicBezTo>
                    <a:pt x="53" y="6439"/>
                    <a:pt x="736" y="7131"/>
                    <a:pt x="1588" y="7141"/>
                  </a:cubicBezTo>
                  <a:lnTo>
                    <a:pt x="1588" y="7690"/>
                  </a:lnTo>
                  <a:cubicBezTo>
                    <a:pt x="1588" y="7911"/>
                    <a:pt x="1771" y="8094"/>
                    <a:pt x="1992" y="8094"/>
                  </a:cubicBezTo>
                  <a:cubicBezTo>
                    <a:pt x="2218" y="8094"/>
                    <a:pt x="2396" y="7911"/>
                    <a:pt x="2396" y="7690"/>
                  </a:cubicBezTo>
                  <a:lnTo>
                    <a:pt x="2396" y="7131"/>
                  </a:lnTo>
                  <a:cubicBezTo>
                    <a:pt x="3316" y="7016"/>
                    <a:pt x="3989" y="6208"/>
                    <a:pt x="3931" y="5284"/>
                  </a:cubicBezTo>
                  <a:cubicBezTo>
                    <a:pt x="3874" y="4365"/>
                    <a:pt x="3109" y="3643"/>
                    <a:pt x="2185" y="3643"/>
                  </a:cubicBezTo>
                  <a:lnTo>
                    <a:pt x="1800" y="3643"/>
                  </a:lnTo>
                  <a:cubicBezTo>
                    <a:pt x="1280" y="3643"/>
                    <a:pt x="862" y="3220"/>
                    <a:pt x="862" y="2700"/>
                  </a:cubicBezTo>
                  <a:cubicBezTo>
                    <a:pt x="862" y="2180"/>
                    <a:pt x="1280" y="1757"/>
                    <a:pt x="1800" y="1757"/>
                  </a:cubicBezTo>
                  <a:lnTo>
                    <a:pt x="2377" y="1757"/>
                  </a:lnTo>
                  <a:cubicBezTo>
                    <a:pt x="2791" y="1762"/>
                    <a:pt x="3128" y="2094"/>
                    <a:pt x="3128" y="2507"/>
                  </a:cubicBezTo>
                  <a:lnTo>
                    <a:pt x="3128" y="2892"/>
                  </a:lnTo>
                  <a:cubicBezTo>
                    <a:pt x="3128" y="3114"/>
                    <a:pt x="3311" y="3297"/>
                    <a:pt x="3532" y="3297"/>
                  </a:cubicBezTo>
                  <a:cubicBezTo>
                    <a:pt x="3753" y="3297"/>
                    <a:pt x="3936" y="3114"/>
                    <a:pt x="3936" y="2892"/>
                  </a:cubicBezTo>
                  <a:lnTo>
                    <a:pt x="3936" y="2507"/>
                  </a:lnTo>
                  <a:cubicBezTo>
                    <a:pt x="3936" y="1656"/>
                    <a:pt x="3248" y="963"/>
                    <a:pt x="2396" y="948"/>
                  </a:cubicBezTo>
                  <a:lnTo>
                    <a:pt x="2396" y="405"/>
                  </a:lnTo>
                  <a:cubicBezTo>
                    <a:pt x="2396" y="179"/>
                    <a:pt x="2218" y="0"/>
                    <a:pt x="19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87"/>
            <p:cNvSpPr/>
            <p:nvPr/>
          </p:nvSpPr>
          <p:spPr>
            <a:xfrm>
              <a:off x="4183147" y="4482859"/>
              <a:ext cx="150205" cy="147818"/>
            </a:xfrm>
            <a:custGeom>
              <a:rect b="b" l="l" r="r" t="t"/>
              <a:pathLst>
                <a:path extrusionOk="0" h="5636" w="5727">
                  <a:moveTo>
                    <a:pt x="2857" y="2024"/>
                  </a:moveTo>
                  <a:cubicBezTo>
                    <a:pt x="3273" y="2024"/>
                    <a:pt x="3671" y="2347"/>
                    <a:pt x="3671" y="2835"/>
                  </a:cubicBezTo>
                  <a:cubicBezTo>
                    <a:pt x="3671" y="3282"/>
                    <a:pt x="3311" y="3643"/>
                    <a:pt x="2863" y="3643"/>
                  </a:cubicBezTo>
                  <a:cubicBezTo>
                    <a:pt x="2141" y="3643"/>
                    <a:pt x="1780" y="2772"/>
                    <a:pt x="2290" y="2262"/>
                  </a:cubicBezTo>
                  <a:cubicBezTo>
                    <a:pt x="2455" y="2097"/>
                    <a:pt x="2658" y="2024"/>
                    <a:pt x="2857" y="2024"/>
                  </a:cubicBezTo>
                  <a:close/>
                  <a:moveTo>
                    <a:pt x="2459" y="1"/>
                  </a:moveTo>
                  <a:lnTo>
                    <a:pt x="2276" y="896"/>
                  </a:lnTo>
                  <a:cubicBezTo>
                    <a:pt x="2204" y="920"/>
                    <a:pt x="2132" y="944"/>
                    <a:pt x="2060" y="973"/>
                  </a:cubicBezTo>
                  <a:lnTo>
                    <a:pt x="1347" y="405"/>
                  </a:lnTo>
                  <a:lnTo>
                    <a:pt x="727" y="925"/>
                  </a:lnTo>
                  <a:lnTo>
                    <a:pt x="1169" y="1728"/>
                  </a:lnTo>
                  <a:cubicBezTo>
                    <a:pt x="1126" y="1791"/>
                    <a:pt x="1088" y="1853"/>
                    <a:pt x="1054" y="1926"/>
                  </a:cubicBezTo>
                  <a:lnTo>
                    <a:pt x="140" y="1945"/>
                  </a:lnTo>
                  <a:lnTo>
                    <a:pt x="0" y="2744"/>
                  </a:lnTo>
                  <a:lnTo>
                    <a:pt x="847" y="3076"/>
                  </a:lnTo>
                  <a:cubicBezTo>
                    <a:pt x="857" y="3148"/>
                    <a:pt x="871" y="3225"/>
                    <a:pt x="890" y="3297"/>
                  </a:cubicBezTo>
                  <a:lnTo>
                    <a:pt x="202" y="3898"/>
                  </a:lnTo>
                  <a:lnTo>
                    <a:pt x="606" y="4601"/>
                  </a:lnTo>
                  <a:lnTo>
                    <a:pt x="1472" y="4307"/>
                  </a:lnTo>
                  <a:cubicBezTo>
                    <a:pt x="1530" y="4360"/>
                    <a:pt x="1588" y="4408"/>
                    <a:pt x="1646" y="4457"/>
                  </a:cubicBezTo>
                  <a:lnTo>
                    <a:pt x="1511" y="5356"/>
                  </a:lnTo>
                  <a:lnTo>
                    <a:pt x="2271" y="5635"/>
                  </a:lnTo>
                  <a:lnTo>
                    <a:pt x="2748" y="4851"/>
                  </a:lnTo>
                  <a:cubicBezTo>
                    <a:pt x="2781" y="4851"/>
                    <a:pt x="2820" y="4856"/>
                    <a:pt x="2858" y="4856"/>
                  </a:cubicBezTo>
                  <a:cubicBezTo>
                    <a:pt x="2897" y="4856"/>
                    <a:pt x="2935" y="4856"/>
                    <a:pt x="2974" y="4851"/>
                  </a:cubicBezTo>
                  <a:lnTo>
                    <a:pt x="3450" y="5635"/>
                  </a:lnTo>
                  <a:lnTo>
                    <a:pt x="4210" y="5356"/>
                  </a:lnTo>
                  <a:lnTo>
                    <a:pt x="4071" y="4457"/>
                  </a:lnTo>
                  <a:cubicBezTo>
                    <a:pt x="4133" y="4408"/>
                    <a:pt x="4191" y="4360"/>
                    <a:pt x="4244" y="4307"/>
                  </a:cubicBezTo>
                  <a:lnTo>
                    <a:pt x="5110" y="4601"/>
                  </a:lnTo>
                  <a:lnTo>
                    <a:pt x="5519" y="3898"/>
                  </a:lnTo>
                  <a:lnTo>
                    <a:pt x="4831" y="3297"/>
                  </a:lnTo>
                  <a:cubicBezTo>
                    <a:pt x="4850" y="3225"/>
                    <a:pt x="4865" y="3148"/>
                    <a:pt x="4874" y="3076"/>
                  </a:cubicBezTo>
                  <a:lnTo>
                    <a:pt x="5726" y="2744"/>
                  </a:lnTo>
                  <a:lnTo>
                    <a:pt x="5582" y="1945"/>
                  </a:lnTo>
                  <a:lnTo>
                    <a:pt x="4672" y="1926"/>
                  </a:lnTo>
                  <a:cubicBezTo>
                    <a:pt x="4634" y="1853"/>
                    <a:pt x="4595" y="1791"/>
                    <a:pt x="4557" y="1728"/>
                  </a:cubicBezTo>
                  <a:lnTo>
                    <a:pt x="4995" y="925"/>
                  </a:lnTo>
                  <a:lnTo>
                    <a:pt x="4374" y="405"/>
                  </a:lnTo>
                  <a:lnTo>
                    <a:pt x="3662" y="973"/>
                  </a:lnTo>
                  <a:cubicBezTo>
                    <a:pt x="3590" y="944"/>
                    <a:pt x="3517" y="920"/>
                    <a:pt x="3445" y="896"/>
                  </a:cubicBezTo>
                  <a:lnTo>
                    <a:pt x="3267" y="1"/>
                  </a:ln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87"/>
            <p:cNvSpPr/>
            <p:nvPr/>
          </p:nvSpPr>
          <p:spPr>
            <a:xfrm>
              <a:off x="4183252" y="4493481"/>
              <a:ext cx="46606" cy="110051"/>
            </a:xfrm>
            <a:custGeom>
              <a:rect b="b" l="l" r="r" t="t"/>
              <a:pathLst>
                <a:path extrusionOk="0" h="4196" w="1777">
                  <a:moveTo>
                    <a:pt x="1348" y="0"/>
                  </a:moveTo>
                  <a:lnTo>
                    <a:pt x="727" y="520"/>
                  </a:lnTo>
                  <a:lnTo>
                    <a:pt x="1170" y="1323"/>
                  </a:lnTo>
                  <a:cubicBezTo>
                    <a:pt x="1127" y="1386"/>
                    <a:pt x="1088" y="1453"/>
                    <a:pt x="1055" y="1521"/>
                  </a:cubicBezTo>
                  <a:lnTo>
                    <a:pt x="140" y="1540"/>
                  </a:lnTo>
                  <a:lnTo>
                    <a:pt x="1" y="2339"/>
                  </a:lnTo>
                  <a:lnTo>
                    <a:pt x="853" y="2671"/>
                  </a:lnTo>
                  <a:cubicBezTo>
                    <a:pt x="857" y="2748"/>
                    <a:pt x="872" y="2820"/>
                    <a:pt x="891" y="2897"/>
                  </a:cubicBezTo>
                  <a:lnTo>
                    <a:pt x="203" y="3498"/>
                  </a:lnTo>
                  <a:lnTo>
                    <a:pt x="607" y="4196"/>
                  </a:lnTo>
                  <a:lnTo>
                    <a:pt x="1117" y="4027"/>
                  </a:lnTo>
                  <a:lnTo>
                    <a:pt x="809" y="3498"/>
                  </a:lnTo>
                  <a:lnTo>
                    <a:pt x="1497" y="2897"/>
                  </a:lnTo>
                  <a:cubicBezTo>
                    <a:pt x="1478" y="2820"/>
                    <a:pt x="1468" y="2748"/>
                    <a:pt x="1459" y="2671"/>
                  </a:cubicBezTo>
                  <a:lnTo>
                    <a:pt x="607" y="2339"/>
                  </a:lnTo>
                  <a:lnTo>
                    <a:pt x="747" y="1540"/>
                  </a:lnTo>
                  <a:lnTo>
                    <a:pt x="1661" y="1521"/>
                  </a:lnTo>
                  <a:cubicBezTo>
                    <a:pt x="1695" y="1453"/>
                    <a:pt x="1733" y="1386"/>
                    <a:pt x="1776" y="1323"/>
                  </a:cubicBezTo>
                  <a:lnTo>
                    <a:pt x="1339" y="520"/>
                  </a:lnTo>
                  <a:lnTo>
                    <a:pt x="1661" y="250"/>
                  </a:lnTo>
                  <a:lnTo>
                    <a:pt x="1348"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87"/>
            <p:cNvSpPr/>
            <p:nvPr/>
          </p:nvSpPr>
          <p:spPr>
            <a:xfrm>
              <a:off x="4243969" y="4482990"/>
              <a:ext cx="19592" cy="25519"/>
            </a:xfrm>
            <a:custGeom>
              <a:rect b="b" l="l" r="r" t="t"/>
              <a:pathLst>
                <a:path extrusionOk="0" h="973" w="747">
                  <a:moveTo>
                    <a:pt x="140" y="1"/>
                  </a:moveTo>
                  <a:lnTo>
                    <a:pt x="0" y="689"/>
                  </a:lnTo>
                  <a:lnTo>
                    <a:pt x="352" y="973"/>
                  </a:lnTo>
                  <a:cubicBezTo>
                    <a:pt x="424" y="944"/>
                    <a:pt x="496" y="915"/>
                    <a:pt x="568" y="896"/>
                  </a:cubicBezTo>
                  <a:lnTo>
                    <a:pt x="746"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87"/>
            <p:cNvSpPr/>
            <p:nvPr/>
          </p:nvSpPr>
          <p:spPr>
            <a:xfrm>
              <a:off x="4222751" y="4595952"/>
              <a:ext cx="22870" cy="34725"/>
            </a:xfrm>
            <a:custGeom>
              <a:rect b="b" l="l" r="r" t="t"/>
              <a:pathLst>
                <a:path extrusionOk="0" h="1324" w="872">
                  <a:moveTo>
                    <a:pt x="574" y="0"/>
                  </a:moveTo>
                  <a:lnTo>
                    <a:pt x="141" y="145"/>
                  </a:lnTo>
                  <a:lnTo>
                    <a:pt x="1" y="1049"/>
                  </a:lnTo>
                  <a:lnTo>
                    <a:pt x="766" y="1323"/>
                  </a:lnTo>
                  <a:lnTo>
                    <a:pt x="872" y="1145"/>
                  </a:lnTo>
                  <a:lnTo>
                    <a:pt x="612" y="1049"/>
                  </a:lnTo>
                  <a:lnTo>
                    <a:pt x="747" y="145"/>
                  </a:lnTo>
                  <a:cubicBezTo>
                    <a:pt x="689" y="101"/>
                    <a:pt x="631" y="48"/>
                    <a:pt x="574"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87"/>
            <p:cNvSpPr/>
            <p:nvPr/>
          </p:nvSpPr>
          <p:spPr>
            <a:xfrm>
              <a:off x="4209296" y="4520102"/>
              <a:ext cx="86813" cy="74355"/>
            </a:xfrm>
            <a:custGeom>
              <a:rect b="b" l="l" r="r" t="t"/>
              <a:pathLst>
                <a:path extrusionOk="0" h="2835" w="3310">
                  <a:moveTo>
                    <a:pt x="1889" y="604"/>
                  </a:moveTo>
                  <a:cubicBezTo>
                    <a:pt x="2305" y="604"/>
                    <a:pt x="2703" y="927"/>
                    <a:pt x="2703" y="1415"/>
                  </a:cubicBezTo>
                  <a:cubicBezTo>
                    <a:pt x="2703" y="1862"/>
                    <a:pt x="2342" y="2223"/>
                    <a:pt x="1895" y="2223"/>
                  </a:cubicBezTo>
                  <a:cubicBezTo>
                    <a:pt x="1173" y="2223"/>
                    <a:pt x="812" y="1352"/>
                    <a:pt x="1322" y="842"/>
                  </a:cubicBezTo>
                  <a:cubicBezTo>
                    <a:pt x="1487" y="677"/>
                    <a:pt x="1690" y="604"/>
                    <a:pt x="1889" y="604"/>
                  </a:cubicBezTo>
                  <a:close/>
                  <a:moveTo>
                    <a:pt x="1889" y="0"/>
                  </a:moveTo>
                  <a:cubicBezTo>
                    <a:pt x="627" y="0"/>
                    <a:pt x="1" y="1527"/>
                    <a:pt x="894" y="2416"/>
                  </a:cubicBezTo>
                  <a:cubicBezTo>
                    <a:pt x="1182" y="2705"/>
                    <a:pt x="1536" y="2835"/>
                    <a:pt x="1884" y="2835"/>
                  </a:cubicBezTo>
                  <a:cubicBezTo>
                    <a:pt x="2611" y="2835"/>
                    <a:pt x="3310" y="2268"/>
                    <a:pt x="3310" y="1415"/>
                  </a:cubicBezTo>
                  <a:cubicBezTo>
                    <a:pt x="3310" y="631"/>
                    <a:pt x="2674" y="0"/>
                    <a:pt x="1895" y="0"/>
                  </a:cubicBezTo>
                  <a:cubicBezTo>
                    <a:pt x="1893" y="0"/>
                    <a:pt x="1891" y="0"/>
                    <a:pt x="1889"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87"/>
            <p:cNvSpPr/>
            <p:nvPr/>
          </p:nvSpPr>
          <p:spPr>
            <a:xfrm>
              <a:off x="4083824" y="4329796"/>
              <a:ext cx="116765" cy="221255"/>
            </a:xfrm>
            <a:custGeom>
              <a:rect b="b" l="l" r="r" t="t"/>
              <a:pathLst>
                <a:path extrusionOk="0" h="8436" w="4452">
                  <a:moveTo>
                    <a:pt x="2226" y="371"/>
                  </a:moveTo>
                  <a:cubicBezTo>
                    <a:pt x="2329" y="371"/>
                    <a:pt x="2433" y="438"/>
                    <a:pt x="2440" y="573"/>
                  </a:cubicBezTo>
                  <a:lnTo>
                    <a:pt x="2440" y="1121"/>
                  </a:lnTo>
                  <a:cubicBezTo>
                    <a:pt x="2440" y="1227"/>
                    <a:pt x="2522" y="1309"/>
                    <a:pt x="2627" y="1309"/>
                  </a:cubicBezTo>
                  <a:cubicBezTo>
                    <a:pt x="3373" y="1323"/>
                    <a:pt x="3975" y="1930"/>
                    <a:pt x="3980" y="2680"/>
                  </a:cubicBezTo>
                  <a:lnTo>
                    <a:pt x="3980" y="3065"/>
                  </a:lnTo>
                  <a:cubicBezTo>
                    <a:pt x="3972" y="3200"/>
                    <a:pt x="3868" y="3267"/>
                    <a:pt x="3763" y="3267"/>
                  </a:cubicBezTo>
                  <a:cubicBezTo>
                    <a:pt x="3658" y="3267"/>
                    <a:pt x="3554" y="3200"/>
                    <a:pt x="3547" y="3065"/>
                  </a:cubicBezTo>
                  <a:lnTo>
                    <a:pt x="3547" y="2680"/>
                  </a:lnTo>
                  <a:cubicBezTo>
                    <a:pt x="3547" y="2161"/>
                    <a:pt x="3128" y="1742"/>
                    <a:pt x="2608" y="1742"/>
                  </a:cubicBezTo>
                  <a:lnTo>
                    <a:pt x="2031" y="1742"/>
                  </a:lnTo>
                  <a:cubicBezTo>
                    <a:pt x="1405" y="1742"/>
                    <a:pt x="900" y="2247"/>
                    <a:pt x="900" y="2873"/>
                  </a:cubicBezTo>
                  <a:cubicBezTo>
                    <a:pt x="900" y="3498"/>
                    <a:pt x="1405" y="4004"/>
                    <a:pt x="2031" y="4004"/>
                  </a:cubicBezTo>
                  <a:lnTo>
                    <a:pt x="2416" y="4004"/>
                  </a:lnTo>
                  <a:cubicBezTo>
                    <a:pt x="3229" y="4023"/>
                    <a:pt x="3888" y="4663"/>
                    <a:pt x="3936" y="5471"/>
                  </a:cubicBezTo>
                  <a:cubicBezTo>
                    <a:pt x="3984" y="6280"/>
                    <a:pt x="3407" y="6992"/>
                    <a:pt x="2608" y="7112"/>
                  </a:cubicBezTo>
                  <a:cubicBezTo>
                    <a:pt x="2512" y="7126"/>
                    <a:pt x="2440" y="7203"/>
                    <a:pt x="2440" y="7300"/>
                  </a:cubicBezTo>
                  <a:lnTo>
                    <a:pt x="2440" y="7863"/>
                  </a:lnTo>
                  <a:cubicBezTo>
                    <a:pt x="2447" y="8012"/>
                    <a:pt x="2335" y="8086"/>
                    <a:pt x="2223" y="8086"/>
                  </a:cubicBezTo>
                  <a:cubicBezTo>
                    <a:pt x="2111" y="8086"/>
                    <a:pt x="2000" y="8012"/>
                    <a:pt x="2007" y="7863"/>
                  </a:cubicBezTo>
                  <a:lnTo>
                    <a:pt x="2007" y="7314"/>
                  </a:lnTo>
                  <a:cubicBezTo>
                    <a:pt x="2012" y="7208"/>
                    <a:pt x="1925" y="7126"/>
                    <a:pt x="1824" y="7126"/>
                  </a:cubicBezTo>
                  <a:cubicBezTo>
                    <a:pt x="1073" y="7112"/>
                    <a:pt x="472" y="6506"/>
                    <a:pt x="472" y="5755"/>
                  </a:cubicBezTo>
                  <a:cubicBezTo>
                    <a:pt x="479" y="5620"/>
                    <a:pt x="582" y="5553"/>
                    <a:pt x="686" y="5553"/>
                  </a:cubicBezTo>
                  <a:cubicBezTo>
                    <a:pt x="789" y="5553"/>
                    <a:pt x="893" y="5620"/>
                    <a:pt x="900" y="5755"/>
                  </a:cubicBezTo>
                  <a:cubicBezTo>
                    <a:pt x="900" y="6275"/>
                    <a:pt x="1323" y="6693"/>
                    <a:pt x="1838" y="6693"/>
                  </a:cubicBezTo>
                  <a:lnTo>
                    <a:pt x="2416" y="6693"/>
                  </a:lnTo>
                  <a:cubicBezTo>
                    <a:pt x="3041" y="6693"/>
                    <a:pt x="3547" y="6188"/>
                    <a:pt x="3547" y="5563"/>
                  </a:cubicBezTo>
                  <a:cubicBezTo>
                    <a:pt x="3547" y="4937"/>
                    <a:pt x="3041" y="4432"/>
                    <a:pt x="2416" y="4432"/>
                  </a:cubicBezTo>
                  <a:lnTo>
                    <a:pt x="2031" y="4432"/>
                  </a:lnTo>
                  <a:cubicBezTo>
                    <a:pt x="1222" y="4413"/>
                    <a:pt x="563" y="3773"/>
                    <a:pt x="510" y="2964"/>
                  </a:cubicBezTo>
                  <a:cubicBezTo>
                    <a:pt x="462" y="2156"/>
                    <a:pt x="1040" y="1444"/>
                    <a:pt x="1843" y="1323"/>
                  </a:cubicBezTo>
                  <a:cubicBezTo>
                    <a:pt x="1939" y="1309"/>
                    <a:pt x="2012" y="1232"/>
                    <a:pt x="2012" y="1136"/>
                  </a:cubicBezTo>
                  <a:lnTo>
                    <a:pt x="2012" y="573"/>
                  </a:lnTo>
                  <a:cubicBezTo>
                    <a:pt x="2019" y="438"/>
                    <a:pt x="2122" y="371"/>
                    <a:pt x="2226" y="371"/>
                  </a:cubicBezTo>
                  <a:close/>
                  <a:moveTo>
                    <a:pt x="2223" y="0"/>
                  </a:moveTo>
                  <a:cubicBezTo>
                    <a:pt x="1906" y="0"/>
                    <a:pt x="1641" y="255"/>
                    <a:pt x="1631" y="573"/>
                  </a:cubicBezTo>
                  <a:lnTo>
                    <a:pt x="1631" y="972"/>
                  </a:lnTo>
                  <a:cubicBezTo>
                    <a:pt x="659" y="1179"/>
                    <a:pt x="0" y="2084"/>
                    <a:pt x="101" y="3075"/>
                  </a:cubicBezTo>
                  <a:cubicBezTo>
                    <a:pt x="207" y="4061"/>
                    <a:pt x="1040" y="4812"/>
                    <a:pt x="2031" y="4812"/>
                  </a:cubicBezTo>
                  <a:lnTo>
                    <a:pt x="2416" y="4812"/>
                  </a:lnTo>
                  <a:cubicBezTo>
                    <a:pt x="2834" y="4812"/>
                    <a:pt x="3166" y="5149"/>
                    <a:pt x="3166" y="5563"/>
                  </a:cubicBezTo>
                  <a:cubicBezTo>
                    <a:pt x="3166" y="5981"/>
                    <a:pt x="2834" y="6318"/>
                    <a:pt x="2416" y="6318"/>
                  </a:cubicBezTo>
                  <a:lnTo>
                    <a:pt x="1838" y="6318"/>
                  </a:lnTo>
                  <a:cubicBezTo>
                    <a:pt x="1530" y="6313"/>
                    <a:pt x="1280" y="6063"/>
                    <a:pt x="1280" y="5755"/>
                  </a:cubicBezTo>
                  <a:cubicBezTo>
                    <a:pt x="1290" y="5418"/>
                    <a:pt x="1020" y="5144"/>
                    <a:pt x="688" y="5144"/>
                  </a:cubicBezTo>
                  <a:cubicBezTo>
                    <a:pt x="352" y="5144"/>
                    <a:pt x="82" y="5418"/>
                    <a:pt x="92" y="5755"/>
                  </a:cubicBezTo>
                  <a:cubicBezTo>
                    <a:pt x="96" y="6640"/>
                    <a:pt x="756" y="7381"/>
                    <a:pt x="1631" y="7492"/>
                  </a:cubicBezTo>
                  <a:lnTo>
                    <a:pt x="1631" y="7863"/>
                  </a:lnTo>
                  <a:cubicBezTo>
                    <a:pt x="1641" y="8180"/>
                    <a:pt x="1906" y="8435"/>
                    <a:pt x="2223" y="8435"/>
                  </a:cubicBezTo>
                  <a:cubicBezTo>
                    <a:pt x="2546" y="8435"/>
                    <a:pt x="2810" y="8180"/>
                    <a:pt x="2820" y="7863"/>
                  </a:cubicBezTo>
                  <a:lnTo>
                    <a:pt x="2820" y="7463"/>
                  </a:lnTo>
                  <a:cubicBezTo>
                    <a:pt x="3792" y="7256"/>
                    <a:pt x="4451" y="6352"/>
                    <a:pt x="4345" y="5361"/>
                  </a:cubicBezTo>
                  <a:cubicBezTo>
                    <a:pt x="4244" y="4374"/>
                    <a:pt x="3412" y="3624"/>
                    <a:pt x="2416" y="3624"/>
                  </a:cubicBezTo>
                  <a:lnTo>
                    <a:pt x="2031" y="3624"/>
                  </a:lnTo>
                  <a:cubicBezTo>
                    <a:pt x="1617" y="3624"/>
                    <a:pt x="1280" y="3287"/>
                    <a:pt x="1280" y="2873"/>
                  </a:cubicBezTo>
                  <a:cubicBezTo>
                    <a:pt x="1280" y="2454"/>
                    <a:pt x="1617" y="2122"/>
                    <a:pt x="2031" y="2122"/>
                  </a:cubicBezTo>
                  <a:lnTo>
                    <a:pt x="2608" y="2122"/>
                  </a:lnTo>
                  <a:cubicBezTo>
                    <a:pt x="2916" y="2122"/>
                    <a:pt x="3166" y="2372"/>
                    <a:pt x="3171" y="2680"/>
                  </a:cubicBezTo>
                  <a:lnTo>
                    <a:pt x="3171" y="3065"/>
                  </a:lnTo>
                  <a:cubicBezTo>
                    <a:pt x="3157" y="3397"/>
                    <a:pt x="3426" y="3676"/>
                    <a:pt x="3763" y="3676"/>
                  </a:cubicBezTo>
                  <a:cubicBezTo>
                    <a:pt x="4100" y="3676"/>
                    <a:pt x="4369" y="3397"/>
                    <a:pt x="4360" y="3065"/>
                  </a:cubicBezTo>
                  <a:lnTo>
                    <a:pt x="4360" y="2680"/>
                  </a:lnTo>
                  <a:cubicBezTo>
                    <a:pt x="4355" y="1795"/>
                    <a:pt x="3696" y="1054"/>
                    <a:pt x="2820" y="943"/>
                  </a:cubicBezTo>
                  <a:lnTo>
                    <a:pt x="2820" y="573"/>
                  </a:lnTo>
                  <a:cubicBezTo>
                    <a:pt x="2810" y="255"/>
                    <a:pt x="2546" y="0"/>
                    <a:pt x="22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87"/>
            <p:cNvSpPr/>
            <p:nvPr/>
          </p:nvSpPr>
          <p:spPr>
            <a:xfrm>
              <a:off x="4223144" y="4530961"/>
              <a:ext cx="61346" cy="52560"/>
            </a:xfrm>
            <a:custGeom>
              <a:rect b="b" l="l" r="r" t="t"/>
              <a:pathLst>
                <a:path extrusionOk="0" h="2004" w="2339">
                  <a:moveTo>
                    <a:pt x="1335" y="380"/>
                  </a:moveTo>
                  <a:cubicBezTo>
                    <a:pt x="1653" y="380"/>
                    <a:pt x="1959" y="627"/>
                    <a:pt x="1959" y="1001"/>
                  </a:cubicBezTo>
                  <a:cubicBezTo>
                    <a:pt x="1959" y="1343"/>
                    <a:pt x="1680" y="1622"/>
                    <a:pt x="1338" y="1622"/>
                  </a:cubicBezTo>
                  <a:cubicBezTo>
                    <a:pt x="785" y="1622"/>
                    <a:pt x="510" y="953"/>
                    <a:pt x="900" y="563"/>
                  </a:cubicBezTo>
                  <a:cubicBezTo>
                    <a:pt x="1026" y="437"/>
                    <a:pt x="1182" y="380"/>
                    <a:pt x="1335" y="380"/>
                  </a:cubicBezTo>
                  <a:close/>
                  <a:moveTo>
                    <a:pt x="1338" y="0"/>
                  </a:moveTo>
                  <a:cubicBezTo>
                    <a:pt x="448" y="0"/>
                    <a:pt x="0" y="1078"/>
                    <a:pt x="631" y="1708"/>
                  </a:cubicBezTo>
                  <a:cubicBezTo>
                    <a:pt x="834" y="1912"/>
                    <a:pt x="1085" y="2003"/>
                    <a:pt x="1331" y="2003"/>
                  </a:cubicBezTo>
                  <a:cubicBezTo>
                    <a:pt x="1845" y="2003"/>
                    <a:pt x="2339" y="1603"/>
                    <a:pt x="2339" y="1001"/>
                  </a:cubicBezTo>
                  <a:cubicBezTo>
                    <a:pt x="2339" y="448"/>
                    <a:pt x="1891" y="0"/>
                    <a:pt x="1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87"/>
            <p:cNvSpPr/>
            <p:nvPr/>
          </p:nvSpPr>
          <p:spPr>
            <a:xfrm>
              <a:off x="3982979" y="4297378"/>
              <a:ext cx="355540" cy="338230"/>
            </a:xfrm>
            <a:custGeom>
              <a:rect b="b" l="l" r="r" t="t"/>
              <a:pathLst>
                <a:path extrusionOk="0" h="12896" w="13556">
                  <a:moveTo>
                    <a:pt x="10745" y="7261"/>
                  </a:moveTo>
                  <a:lnTo>
                    <a:pt x="10894" y="8006"/>
                  </a:lnTo>
                  <a:cubicBezTo>
                    <a:pt x="10909" y="8074"/>
                    <a:pt x="10957" y="8127"/>
                    <a:pt x="11024" y="8151"/>
                  </a:cubicBezTo>
                  <a:cubicBezTo>
                    <a:pt x="11092" y="8170"/>
                    <a:pt x="11154" y="8189"/>
                    <a:pt x="11217" y="8218"/>
                  </a:cubicBezTo>
                  <a:cubicBezTo>
                    <a:pt x="11243" y="8229"/>
                    <a:pt x="11269" y="8235"/>
                    <a:pt x="11296" y="8235"/>
                  </a:cubicBezTo>
                  <a:cubicBezTo>
                    <a:pt x="11338" y="8235"/>
                    <a:pt x="11379" y="8221"/>
                    <a:pt x="11414" y="8194"/>
                  </a:cubicBezTo>
                  <a:lnTo>
                    <a:pt x="12006" y="7718"/>
                  </a:lnTo>
                  <a:lnTo>
                    <a:pt x="12386" y="8040"/>
                  </a:lnTo>
                  <a:lnTo>
                    <a:pt x="12020" y="8704"/>
                  </a:lnTo>
                  <a:cubicBezTo>
                    <a:pt x="11987" y="8767"/>
                    <a:pt x="11992" y="8844"/>
                    <a:pt x="12030" y="8901"/>
                  </a:cubicBezTo>
                  <a:cubicBezTo>
                    <a:pt x="12069" y="8959"/>
                    <a:pt x="12102" y="9017"/>
                    <a:pt x="12131" y="9079"/>
                  </a:cubicBezTo>
                  <a:cubicBezTo>
                    <a:pt x="12165" y="9142"/>
                    <a:pt x="12227" y="9185"/>
                    <a:pt x="12299" y="9185"/>
                  </a:cubicBezTo>
                  <a:lnTo>
                    <a:pt x="13055" y="9204"/>
                  </a:lnTo>
                  <a:lnTo>
                    <a:pt x="13142" y="9695"/>
                  </a:lnTo>
                  <a:lnTo>
                    <a:pt x="12434" y="9970"/>
                  </a:lnTo>
                  <a:cubicBezTo>
                    <a:pt x="12372" y="9994"/>
                    <a:pt x="12324" y="10051"/>
                    <a:pt x="12314" y="10124"/>
                  </a:cubicBezTo>
                  <a:cubicBezTo>
                    <a:pt x="12309" y="10191"/>
                    <a:pt x="12295" y="10258"/>
                    <a:pt x="12280" y="10326"/>
                  </a:cubicBezTo>
                  <a:cubicBezTo>
                    <a:pt x="12266" y="10393"/>
                    <a:pt x="12290" y="10465"/>
                    <a:pt x="12343" y="10513"/>
                  </a:cubicBezTo>
                  <a:lnTo>
                    <a:pt x="12911" y="11014"/>
                  </a:lnTo>
                  <a:lnTo>
                    <a:pt x="12660" y="11447"/>
                  </a:lnTo>
                  <a:lnTo>
                    <a:pt x="11943" y="11206"/>
                  </a:lnTo>
                  <a:cubicBezTo>
                    <a:pt x="11922" y="11198"/>
                    <a:pt x="11900" y="11195"/>
                    <a:pt x="11878" y="11195"/>
                  </a:cubicBezTo>
                  <a:cubicBezTo>
                    <a:pt x="11832" y="11195"/>
                    <a:pt x="11787" y="11212"/>
                    <a:pt x="11751" y="11245"/>
                  </a:cubicBezTo>
                  <a:cubicBezTo>
                    <a:pt x="11703" y="11293"/>
                    <a:pt x="11650" y="11336"/>
                    <a:pt x="11592" y="11379"/>
                  </a:cubicBezTo>
                  <a:cubicBezTo>
                    <a:pt x="11539" y="11423"/>
                    <a:pt x="11510" y="11490"/>
                    <a:pt x="11520" y="11562"/>
                  </a:cubicBezTo>
                  <a:lnTo>
                    <a:pt x="11635" y="12308"/>
                  </a:lnTo>
                  <a:lnTo>
                    <a:pt x="11164" y="12481"/>
                  </a:lnTo>
                  <a:lnTo>
                    <a:pt x="10769" y="11832"/>
                  </a:lnTo>
                  <a:cubicBezTo>
                    <a:pt x="10736" y="11774"/>
                    <a:pt x="10678" y="11740"/>
                    <a:pt x="10611" y="11740"/>
                  </a:cubicBezTo>
                  <a:lnTo>
                    <a:pt x="10601" y="11740"/>
                  </a:lnTo>
                  <a:cubicBezTo>
                    <a:pt x="10565" y="11743"/>
                    <a:pt x="10530" y="11744"/>
                    <a:pt x="10496" y="11744"/>
                  </a:cubicBezTo>
                  <a:cubicBezTo>
                    <a:pt x="10461" y="11744"/>
                    <a:pt x="10428" y="11743"/>
                    <a:pt x="10394" y="11740"/>
                  </a:cubicBezTo>
                  <a:cubicBezTo>
                    <a:pt x="10389" y="11740"/>
                    <a:pt x="10385" y="11740"/>
                    <a:pt x="10380" y="11740"/>
                  </a:cubicBezTo>
                  <a:cubicBezTo>
                    <a:pt x="10313" y="11740"/>
                    <a:pt x="10252" y="11773"/>
                    <a:pt x="10221" y="11832"/>
                  </a:cubicBezTo>
                  <a:lnTo>
                    <a:pt x="9826" y="12476"/>
                  </a:lnTo>
                  <a:lnTo>
                    <a:pt x="9355" y="12308"/>
                  </a:lnTo>
                  <a:lnTo>
                    <a:pt x="9470" y="11557"/>
                  </a:lnTo>
                  <a:cubicBezTo>
                    <a:pt x="9480" y="11490"/>
                    <a:pt x="9451" y="11423"/>
                    <a:pt x="9398" y="11379"/>
                  </a:cubicBezTo>
                  <a:cubicBezTo>
                    <a:pt x="9340" y="11336"/>
                    <a:pt x="9287" y="11293"/>
                    <a:pt x="9239" y="11245"/>
                  </a:cubicBezTo>
                  <a:cubicBezTo>
                    <a:pt x="9203" y="11212"/>
                    <a:pt x="9158" y="11195"/>
                    <a:pt x="9112" y="11195"/>
                  </a:cubicBezTo>
                  <a:cubicBezTo>
                    <a:pt x="9090" y="11195"/>
                    <a:pt x="9068" y="11198"/>
                    <a:pt x="9047" y="11206"/>
                  </a:cubicBezTo>
                  <a:lnTo>
                    <a:pt x="8330" y="11447"/>
                  </a:lnTo>
                  <a:lnTo>
                    <a:pt x="8080" y="11014"/>
                  </a:lnTo>
                  <a:lnTo>
                    <a:pt x="8652" y="10513"/>
                  </a:lnTo>
                  <a:cubicBezTo>
                    <a:pt x="8700" y="10465"/>
                    <a:pt x="8724" y="10393"/>
                    <a:pt x="8710" y="10326"/>
                  </a:cubicBezTo>
                  <a:cubicBezTo>
                    <a:pt x="8695" y="10258"/>
                    <a:pt x="8681" y="10191"/>
                    <a:pt x="8676" y="10124"/>
                  </a:cubicBezTo>
                  <a:cubicBezTo>
                    <a:pt x="8667" y="10051"/>
                    <a:pt x="8618" y="9994"/>
                    <a:pt x="8556" y="9970"/>
                  </a:cubicBezTo>
                  <a:lnTo>
                    <a:pt x="7849" y="9695"/>
                  </a:lnTo>
                  <a:lnTo>
                    <a:pt x="7935" y="9204"/>
                  </a:lnTo>
                  <a:lnTo>
                    <a:pt x="8691" y="9185"/>
                  </a:lnTo>
                  <a:cubicBezTo>
                    <a:pt x="8763" y="9185"/>
                    <a:pt x="8825" y="9142"/>
                    <a:pt x="8854" y="9079"/>
                  </a:cubicBezTo>
                  <a:cubicBezTo>
                    <a:pt x="8888" y="9017"/>
                    <a:pt x="8922" y="8959"/>
                    <a:pt x="8960" y="8901"/>
                  </a:cubicBezTo>
                  <a:cubicBezTo>
                    <a:pt x="8999" y="8844"/>
                    <a:pt x="9003" y="8767"/>
                    <a:pt x="8970" y="8704"/>
                  </a:cubicBezTo>
                  <a:lnTo>
                    <a:pt x="8604" y="8040"/>
                  </a:lnTo>
                  <a:lnTo>
                    <a:pt x="8984" y="7718"/>
                  </a:lnTo>
                  <a:lnTo>
                    <a:pt x="9576" y="8194"/>
                  </a:lnTo>
                  <a:cubicBezTo>
                    <a:pt x="9612" y="8221"/>
                    <a:pt x="9653" y="8235"/>
                    <a:pt x="9694" y="8235"/>
                  </a:cubicBezTo>
                  <a:cubicBezTo>
                    <a:pt x="9719" y="8235"/>
                    <a:pt x="9744" y="8229"/>
                    <a:pt x="9769" y="8218"/>
                  </a:cubicBezTo>
                  <a:cubicBezTo>
                    <a:pt x="9836" y="8189"/>
                    <a:pt x="9898" y="8170"/>
                    <a:pt x="9966" y="8151"/>
                  </a:cubicBezTo>
                  <a:cubicBezTo>
                    <a:pt x="10033" y="8127"/>
                    <a:pt x="10081" y="8074"/>
                    <a:pt x="10096" y="8006"/>
                  </a:cubicBezTo>
                  <a:lnTo>
                    <a:pt x="10245" y="7261"/>
                  </a:lnTo>
                  <a:close/>
                  <a:moveTo>
                    <a:pt x="6067" y="0"/>
                  </a:moveTo>
                  <a:cubicBezTo>
                    <a:pt x="5204" y="0"/>
                    <a:pt x="4336" y="206"/>
                    <a:pt x="3537" y="625"/>
                  </a:cubicBezTo>
                  <a:cubicBezTo>
                    <a:pt x="3343" y="724"/>
                    <a:pt x="3447" y="986"/>
                    <a:pt x="3622" y="986"/>
                  </a:cubicBezTo>
                  <a:cubicBezTo>
                    <a:pt x="3652" y="986"/>
                    <a:pt x="3683" y="979"/>
                    <a:pt x="3715" y="962"/>
                  </a:cubicBezTo>
                  <a:cubicBezTo>
                    <a:pt x="4458" y="572"/>
                    <a:pt x="5265" y="381"/>
                    <a:pt x="6068" y="381"/>
                  </a:cubicBezTo>
                  <a:cubicBezTo>
                    <a:pt x="7217" y="381"/>
                    <a:pt x="8358" y="773"/>
                    <a:pt x="9287" y="1535"/>
                  </a:cubicBezTo>
                  <a:cubicBezTo>
                    <a:pt x="10861" y="2824"/>
                    <a:pt x="11510" y="4932"/>
                    <a:pt x="10938" y="6885"/>
                  </a:cubicBezTo>
                  <a:lnTo>
                    <a:pt x="10091" y="6885"/>
                  </a:lnTo>
                  <a:cubicBezTo>
                    <a:pt x="9999" y="6885"/>
                    <a:pt x="9922" y="6948"/>
                    <a:pt x="9903" y="7034"/>
                  </a:cubicBezTo>
                  <a:lnTo>
                    <a:pt x="9744" y="7824"/>
                  </a:lnTo>
                  <a:lnTo>
                    <a:pt x="9730" y="7828"/>
                  </a:lnTo>
                  <a:lnTo>
                    <a:pt x="9100" y="7328"/>
                  </a:lnTo>
                  <a:cubicBezTo>
                    <a:pt x="9066" y="7299"/>
                    <a:pt x="9024" y="7285"/>
                    <a:pt x="8981" y="7285"/>
                  </a:cubicBezTo>
                  <a:cubicBezTo>
                    <a:pt x="8938" y="7285"/>
                    <a:pt x="8895" y="7299"/>
                    <a:pt x="8859" y="7328"/>
                  </a:cubicBezTo>
                  <a:lnTo>
                    <a:pt x="8243" y="7848"/>
                  </a:lnTo>
                  <a:cubicBezTo>
                    <a:pt x="8171" y="7905"/>
                    <a:pt x="8152" y="8006"/>
                    <a:pt x="8195" y="8083"/>
                  </a:cubicBezTo>
                  <a:lnTo>
                    <a:pt x="8580" y="8791"/>
                  </a:lnTo>
                  <a:lnTo>
                    <a:pt x="8575" y="8805"/>
                  </a:lnTo>
                  <a:lnTo>
                    <a:pt x="7772" y="8824"/>
                  </a:lnTo>
                  <a:cubicBezTo>
                    <a:pt x="7680" y="8829"/>
                    <a:pt x="7603" y="8892"/>
                    <a:pt x="7589" y="8983"/>
                  </a:cubicBezTo>
                  <a:lnTo>
                    <a:pt x="7449" y="9777"/>
                  </a:lnTo>
                  <a:cubicBezTo>
                    <a:pt x="7435" y="9869"/>
                    <a:pt x="7483" y="9955"/>
                    <a:pt x="7570" y="9989"/>
                  </a:cubicBezTo>
                  <a:lnTo>
                    <a:pt x="7988" y="10152"/>
                  </a:lnTo>
                  <a:cubicBezTo>
                    <a:pt x="7382" y="10403"/>
                    <a:pt x="6732" y="10528"/>
                    <a:pt x="6073" y="10528"/>
                  </a:cubicBezTo>
                  <a:cubicBezTo>
                    <a:pt x="3913" y="10528"/>
                    <a:pt x="1988" y="9156"/>
                    <a:pt x="1281" y="7116"/>
                  </a:cubicBezTo>
                  <a:cubicBezTo>
                    <a:pt x="573" y="5071"/>
                    <a:pt x="1237" y="2805"/>
                    <a:pt x="2936" y="1467"/>
                  </a:cubicBezTo>
                  <a:cubicBezTo>
                    <a:pt x="3094" y="1344"/>
                    <a:pt x="2977" y="1124"/>
                    <a:pt x="2820" y="1124"/>
                  </a:cubicBezTo>
                  <a:cubicBezTo>
                    <a:pt x="2781" y="1124"/>
                    <a:pt x="2740" y="1138"/>
                    <a:pt x="2700" y="1169"/>
                  </a:cubicBezTo>
                  <a:cubicBezTo>
                    <a:pt x="578" y="2839"/>
                    <a:pt x="1" y="5812"/>
                    <a:pt x="1343" y="8156"/>
                  </a:cubicBezTo>
                  <a:cubicBezTo>
                    <a:pt x="2338" y="9898"/>
                    <a:pt x="4170" y="10903"/>
                    <a:pt x="6078" y="10903"/>
                  </a:cubicBezTo>
                  <a:cubicBezTo>
                    <a:pt x="6737" y="10903"/>
                    <a:pt x="7405" y="10783"/>
                    <a:pt x="8051" y="10533"/>
                  </a:cubicBezTo>
                  <a:lnTo>
                    <a:pt x="8051" y="10533"/>
                  </a:lnTo>
                  <a:lnTo>
                    <a:pt x="7719" y="10826"/>
                  </a:lnTo>
                  <a:cubicBezTo>
                    <a:pt x="7647" y="10889"/>
                    <a:pt x="7632" y="10985"/>
                    <a:pt x="7675" y="11067"/>
                  </a:cubicBezTo>
                  <a:lnTo>
                    <a:pt x="8084" y="11764"/>
                  </a:lnTo>
                  <a:cubicBezTo>
                    <a:pt x="8117" y="11827"/>
                    <a:pt x="8181" y="11861"/>
                    <a:pt x="8246" y="11861"/>
                  </a:cubicBezTo>
                  <a:cubicBezTo>
                    <a:pt x="8266" y="11861"/>
                    <a:pt x="8286" y="11858"/>
                    <a:pt x="8306" y="11851"/>
                  </a:cubicBezTo>
                  <a:lnTo>
                    <a:pt x="9066" y="11596"/>
                  </a:lnTo>
                  <a:lnTo>
                    <a:pt x="9080" y="11606"/>
                  </a:lnTo>
                  <a:lnTo>
                    <a:pt x="8960" y="12399"/>
                  </a:lnTo>
                  <a:cubicBezTo>
                    <a:pt x="8946" y="12486"/>
                    <a:pt x="8999" y="12573"/>
                    <a:pt x="9080" y="12606"/>
                  </a:cubicBezTo>
                  <a:lnTo>
                    <a:pt x="9841" y="12885"/>
                  </a:lnTo>
                  <a:cubicBezTo>
                    <a:pt x="9861" y="12892"/>
                    <a:pt x="9883" y="12896"/>
                    <a:pt x="9904" y="12896"/>
                  </a:cubicBezTo>
                  <a:cubicBezTo>
                    <a:pt x="9971" y="12896"/>
                    <a:pt x="10035" y="12862"/>
                    <a:pt x="10072" y="12804"/>
                  </a:cubicBezTo>
                  <a:lnTo>
                    <a:pt x="10485" y="12116"/>
                  </a:lnTo>
                  <a:lnTo>
                    <a:pt x="10505" y="12116"/>
                  </a:lnTo>
                  <a:lnTo>
                    <a:pt x="10923" y="12804"/>
                  </a:lnTo>
                  <a:cubicBezTo>
                    <a:pt x="10959" y="12860"/>
                    <a:pt x="11021" y="12894"/>
                    <a:pt x="11083" y="12894"/>
                  </a:cubicBezTo>
                  <a:cubicBezTo>
                    <a:pt x="11106" y="12894"/>
                    <a:pt x="11128" y="12889"/>
                    <a:pt x="11149" y="12881"/>
                  </a:cubicBezTo>
                  <a:lnTo>
                    <a:pt x="11910" y="12606"/>
                  </a:lnTo>
                  <a:cubicBezTo>
                    <a:pt x="11996" y="12573"/>
                    <a:pt x="12044" y="12486"/>
                    <a:pt x="12030" y="12399"/>
                  </a:cubicBezTo>
                  <a:lnTo>
                    <a:pt x="11910" y="11606"/>
                  </a:lnTo>
                  <a:lnTo>
                    <a:pt x="11924" y="11591"/>
                  </a:lnTo>
                  <a:lnTo>
                    <a:pt x="12684" y="11851"/>
                  </a:lnTo>
                  <a:cubicBezTo>
                    <a:pt x="12705" y="11858"/>
                    <a:pt x="12726" y="11861"/>
                    <a:pt x="12747" y="11861"/>
                  </a:cubicBezTo>
                  <a:cubicBezTo>
                    <a:pt x="12814" y="11861"/>
                    <a:pt x="12878" y="11827"/>
                    <a:pt x="12911" y="11764"/>
                  </a:cubicBezTo>
                  <a:lnTo>
                    <a:pt x="13315" y="11067"/>
                  </a:lnTo>
                  <a:cubicBezTo>
                    <a:pt x="13363" y="10985"/>
                    <a:pt x="13344" y="10889"/>
                    <a:pt x="13276" y="10826"/>
                  </a:cubicBezTo>
                  <a:lnTo>
                    <a:pt x="12675" y="10297"/>
                  </a:lnTo>
                  <a:lnTo>
                    <a:pt x="12680" y="10278"/>
                  </a:lnTo>
                  <a:lnTo>
                    <a:pt x="13425" y="9989"/>
                  </a:lnTo>
                  <a:cubicBezTo>
                    <a:pt x="13507" y="9955"/>
                    <a:pt x="13555" y="9869"/>
                    <a:pt x="13546" y="9782"/>
                  </a:cubicBezTo>
                  <a:lnTo>
                    <a:pt x="13401" y="8983"/>
                  </a:lnTo>
                  <a:cubicBezTo>
                    <a:pt x="13387" y="8897"/>
                    <a:pt x="13310" y="8829"/>
                    <a:pt x="13223" y="8824"/>
                  </a:cubicBezTo>
                  <a:lnTo>
                    <a:pt x="12420" y="8810"/>
                  </a:lnTo>
                  <a:lnTo>
                    <a:pt x="12410" y="8791"/>
                  </a:lnTo>
                  <a:lnTo>
                    <a:pt x="12795" y="8088"/>
                  </a:lnTo>
                  <a:cubicBezTo>
                    <a:pt x="12838" y="8006"/>
                    <a:pt x="12819" y="7910"/>
                    <a:pt x="12752" y="7852"/>
                  </a:cubicBezTo>
                  <a:lnTo>
                    <a:pt x="12131" y="7328"/>
                  </a:lnTo>
                  <a:cubicBezTo>
                    <a:pt x="12095" y="7299"/>
                    <a:pt x="12052" y="7285"/>
                    <a:pt x="12009" y="7285"/>
                  </a:cubicBezTo>
                  <a:cubicBezTo>
                    <a:pt x="11966" y="7285"/>
                    <a:pt x="11924" y="7299"/>
                    <a:pt x="11890" y="7328"/>
                  </a:cubicBezTo>
                  <a:lnTo>
                    <a:pt x="11260" y="7828"/>
                  </a:lnTo>
                  <a:lnTo>
                    <a:pt x="11241" y="7824"/>
                  </a:lnTo>
                  <a:lnTo>
                    <a:pt x="11159" y="7405"/>
                  </a:lnTo>
                  <a:cubicBezTo>
                    <a:pt x="11164" y="7400"/>
                    <a:pt x="11164" y="7395"/>
                    <a:pt x="11169" y="7386"/>
                  </a:cubicBezTo>
                  <a:cubicBezTo>
                    <a:pt x="11972" y="5268"/>
                    <a:pt x="11380" y="2877"/>
                    <a:pt x="9682" y="1376"/>
                  </a:cubicBezTo>
                  <a:cubicBezTo>
                    <a:pt x="8663" y="469"/>
                    <a:pt x="7371" y="0"/>
                    <a:pt x="60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47" name="Google Shape;15047;p87"/>
          <p:cNvSpPr/>
          <p:nvPr/>
        </p:nvSpPr>
        <p:spPr>
          <a:xfrm>
            <a:off x="3597435" y="2224016"/>
            <a:ext cx="25388" cy="49885"/>
          </a:xfrm>
          <a:custGeom>
            <a:rect b="b" l="l" r="r" t="t"/>
            <a:pathLst>
              <a:path extrusionOk="0" h="1902" w="968">
                <a:moveTo>
                  <a:pt x="646" y="1"/>
                </a:moveTo>
                <a:cubicBezTo>
                  <a:pt x="290" y="1"/>
                  <a:pt x="1" y="290"/>
                  <a:pt x="6" y="646"/>
                </a:cubicBezTo>
                <a:lnTo>
                  <a:pt x="6" y="1079"/>
                </a:lnTo>
                <a:cubicBezTo>
                  <a:pt x="6" y="1468"/>
                  <a:pt x="270" y="1805"/>
                  <a:pt x="650" y="1901"/>
                </a:cubicBezTo>
                <a:lnTo>
                  <a:pt x="650" y="646"/>
                </a:lnTo>
                <a:cubicBezTo>
                  <a:pt x="646"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87"/>
          <p:cNvSpPr/>
          <p:nvPr/>
        </p:nvSpPr>
        <p:spPr>
          <a:xfrm>
            <a:off x="3580544" y="2298869"/>
            <a:ext cx="17048" cy="43800"/>
          </a:xfrm>
          <a:custGeom>
            <a:rect b="b" l="l" r="r" t="t"/>
            <a:pathLst>
              <a:path extrusionOk="0" h="1670" w="650">
                <a:moveTo>
                  <a:pt x="130" y="0"/>
                </a:moveTo>
                <a:cubicBezTo>
                  <a:pt x="48" y="111"/>
                  <a:pt x="0" y="246"/>
                  <a:pt x="0" y="380"/>
                </a:cubicBezTo>
                <a:lnTo>
                  <a:pt x="0" y="1670"/>
                </a:lnTo>
                <a:lnTo>
                  <a:pt x="650" y="1670"/>
                </a:lnTo>
                <a:lnTo>
                  <a:pt x="650" y="606"/>
                </a:lnTo>
                <a:cubicBezTo>
                  <a:pt x="645" y="467"/>
                  <a:pt x="582" y="342"/>
                  <a:pt x="476" y="260"/>
                </a:cubicBezTo>
                <a:lnTo>
                  <a:pt x="13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49" name="Google Shape;15049;p87"/>
          <p:cNvGrpSpPr/>
          <p:nvPr/>
        </p:nvGrpSpPr>
        <p:grpSpPr>
          <a:xfrm>
            <a:off x="3575220" y="1987286"/>
            <a:ext cx="292830" cy="360602"/>
            <a:chOff x="3575220" y="1987286"/>
            <a:chExt cx="292830" cy="360602"/>
          </a:xfrm>
        </p:grpSpPr>
        <p:sp>
          <p:nvSpPr>
            <p:cNvPr id="15050" name="Google Shape;15050;p87"/>
            <p:cNvSpPr/>
            <p:nvPr/>
          </p:nvSpPr>
          <p:spPr>
            <a:xfrm>
              <a:off x="3687552" y="2037748"/>
              <a:ext cx="67798" cy="50881"/>
            </a:xfrm>
            <a:custGeom>
              <a:rect b="b" l="l" r="r" t="t"/>
              <a:pathLst>
                <a:path extrusionOk="0" h="1940" w="2585">
                  <a:moveTo>
                    <a:pt x="866" y="1"/>
                  </a:moveTo>
                  <a:lnTo>
                    <a:pt x="866" y="429"/>
                  </a:lnTo>
                  <a:cubicBezTo>
                    <a:pt x="866" y="511"/>
                    <a:pt x="818" y="588"/>
                    <a:pt x="746" y="621"/>
                  </a:cubicBezTo>
                  <a:lnTo>
                    <a:pt x="241" y="876"/>
                  </a:lnTo>
                  <a:cubicBezTo>
                    <a:pt x="97" y="949"/>
                    <a:pt x="0" y="1098"/>
                    <a:pt x="0" y="1261"/>
                  </a:cubicBezTo>
                  <a:lnTo>
                    <a:pt x="0" y="1940"/>
                  </a:lnTo>
                  <a:lnTo>
                    <a:pt x="2584" y="1940"/>
                  </a:lnTo>
                  <a:lnTo>
                    <a:pt x="2584" y="1261"/>
                  </a:lnTo>
                  <a:cubicBezTo>
                    <a:pt x="2584" y="1098"/>
                    <a:pt x="2498" y="949"/>
                    <a:pt x="2353" y="876"/>
                  </a:cubicBezTo>
                  <a:lnTo>
                    <a:pt x="1848" y="621"/>
                  </a:lnTo>
                  <a:cubicBezTo>
                    <a:pt x="1776" y="588"/>
                    <a:pt x="1728" y="511"/>
                    <a:pt x="1728" y="429"/>
                  </a:cubicBezTo>
                  <a:lnTo>
                    <a:pt x="1728"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87"/>
            <p:cNvSpPr/>
            <p:nvPr/>
          </p:nvSpPr>
          <p:spPr>
            <a:xfrm>
              <a:off x="3687684" y="2055557"/>
              <a:ext cx="67667" cy="33073"/>
            </a:xfrm>
            <a:custGeom>
              <a:rect b="b" l="l" r="r" t="t"/>
              <a:pathLst>
                <a:path extrusionOk="0" h="1261" w="2580">
                  <a:moveTo>
                    <a:pt x="631" y="0"/>
                  </a:moveTo>
                  <a:lnTo>
                    <a:pt x="241" y="197"/>
                  </a:lnTo>
                  <a:cubicBezTo>
                    <a:pt x="92" y="270"/>
                    <a:pt x="0" y="419"/>
                    <a:pt x="0" y="582"/>
                  </a:cubicBezTo>
                  <a:lnTo>
                    <a:pt x="0" y="1261"/>
                  </a:lnTo>
                  <a:lnTo>
                    <a:pt x="2579" y="1261"/>
                  </a:lnTo>
                  <a:lnTo>
                    <a:pt x="2579" y="582"/>
                  </a:lnTo>
                  <a:cubicBezTo>
                    <a:pt x="2579" y="419"/>
                    <a:pt x="2493" y="270"/>
                    <a:pt x="2348" y="197"/>
                  </a:cubicBezTo>
                  <a:lnTo>
                    <a:pt x="1954" y="0"/>
                  </a:lnTo>
                  <a:cubicBezTo>
                    <a:pt x="1795" y="193"/>
                    <a:pt x="1559" y="525"/>
                    <a:pt x="1295" y="525"/>
                  </a:cubicBezTo>
                  <a:cubicBezTo>
                    <a:pt x="1025" y="525"/>
                    <a:pt x="789" y="193"/>
                    <a:pt x="6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87"/>
            <p:cNvSpPr/>
            <p:nvPr/>
          </p:nvSpPr>
          <p:spPr>
            <a:xfrm>
              <a:off x="3687815" y="2065654"/>
              <a:ext cx="16917" cy="22975"/>
            </a:xfrm>
            <a:custGeom>
              <a:rect b="b" l="l" r="r" t="t"/>
              <a:pathLst>
                <a:path extrusionOk="0" h="876" w="645">
                  <a:moveTo>
                    <a:pt x="48" y="0"/>
                  </a:moveTo>
                  <a:cubicBezTo>
                    <a:pt x="14" y="58"/>
                    <a:pt x="0" y="125"/>
                    <a:pt x="0" y="197"/>
                  </a:cubicBezTo>
                  <a:lnTo>
                    <a:pt x="0" y="876"/>
                  </a:lnTo>
                  <a:lnTo>
                    <a:pt x="645" y="876"/>
                  </a:lnTo>
                  <a:lnTo>
                    <a:pt x="645" y="659"/>
                  </a:lnTo>
                  <a:cubicBezTo>
                    <a:pt x="645" y="525"/>
                    <a:pt x="577" y="395"/>
                    <a:pt x="472" y="313"/>
                  </a:cubicBezTo>
                  <a:lnTo>
                    <a:pt x="4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87"/>
            <p:cNvSpPr/>
            <p:nvPr/>
          </p:nvSpPr>
          <p:spPr>
            <a:xfrm>
              <a:off x="3738539" y="2065654"/>
              <a:ext cx="16943" cy="22975"/>
            </a:xfrm>
            <a:custGeom>
              <a:rect b="b" l="l" r="r" t="t"/>
              <a:pathLst>
                <a:path extrusionOk="0" h="876" w="646">
                  <a:moveTo>
                    <a:pt x="592" y="0"/>
                  </a:moveTo>
                  <a:lnTo>
                    <a:pt x="174" y="313"/>
                  </a:lnTo>
                  <a:cubicBezTo>
                    <a:pt x="63" y="395"/>
                    <a:pt x="0" y="525"/>
                    <a:pt x="0" y="659"/>
                  </a:cubicBezTo>
                  <a:lnTo>
                    <a:pt x="0" y="876"/>
                  </a:lnTo>
                  <a:lnTo>
                    <a:pt x="645" y="876"/>
                  </a:lnTo>
                  <a:lnTo>
                    <a:pt x="645" y="197"/>
                  </a:lnTo>
                  <a:cubicBezTo>
                    <a:pt x="645" y="125"/>
                    <a:pt x="626" y="58"/>
                    <a:pt x="59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87"/>
            <p:cNvSpPr/>
            <p:nvPr/>
          </p:nvSpPr>
          <p:spPr>
            <a:xfrm>
              <a:off x="3699040" y="1992584"/>
              <a:ext cx="45190" cy="50881"/>
            </a:xfrm>
            <a:custGeom>
              <a:rect b="b" l="l" r="r" t="t"/>
              <a:pathLst>
                <a:path extrusionOk="0" h="1940" w="1723">
                  <a:moveTo>
                    <a:pt x="645" y="0"/>
                  </a:moveTo>
                  <a:cubicBezTo>
                    <a:pt x="289" y="0"/>
                    <a:pt x="0" y="289"/>
                    <a:pt x="0" y="645"/>
                  </a:cubicBezTo>
                  <a:lnTo>
                    <a:pt x="0" y="1078"/>
                  </a:lnTo>
                  <a:cubicBezTo>
                    <a:pt x="0" y="1549"/>
                    <a:pt x="385" y="1939"/>
                    <a:pt x="862" y="1939"/>
                  </a:cubicBezTo>
                  <a:cubicBezTo>
                    <a:pt x="1338" y="1939"/>
                    <a:pt x="1723" y="1554"/>
                    <a:pt x="1723" y="1078"/>
                  </a:cubicBezTo>
                  <a:lnTo>
                    <a:pt x="1723" y="645"/>
                  </a:lnTo>
                  <a:cubicBezTo>
                    <a:pt x="1723" y="289"/>
                    <a:pt x="1434" y="0"/>
                    <a:pt x="1078"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87"/>
            <p:cNvSpPr/>
            <p:nvPr/>
          </p:nvSpPr>
          <p:spPr>
            <a:xfrm>
              <a:off x="3699040" y="1992584"/>
              <a:ext cx="31053" cy="50803"/>
            </a:xfrm>
            <a:custGeom>
              <a:rect b="b" l="l" r="r" t="t"/>
              <a:pathLst>
                <a:path extrusionOk="0" h="1937" w="1184">
                  <a:moveTo>
                    <a:pt x="645" y="0"/>
                  </a:moveTo>
                  <a:cubicBezTo>
                    <a:pt x="289" y="0"/>
                    <a:pt x="0" y="289"/>
                    <a:pt x="0" y="645"/>
                  </a:cubicBezTo>
                  <a:lnTo>
                    <a:pt x="0" y="1078"/>
                  </a:lnTo>
                  <a:cubicBezTo>
                    <a:pt x="0" y="1569"/>
                    <a:pt x="404" y="1936"/>
                    <a:pt x="858" y="1936"/>
                  </a:cubicBezTo>
                  <a:cubicBezTo>
                    <a:pt x="966" y="1936"/>
                    <a:pt x="1076" y="1916"/>
                    <a:pt x="1184" y="1872"/>
                  </a:cubicBezTo>
                  <a:cubicBezTo>
                    <a:pt x="857" y="1742"/>
                    <a:pt x="645" y="1424"/>
                    <a:pt x="645" y="1078"/>
                  </a:cubicBezTo>
                  <a:lnTo>
                    <a:pt x="645" y="645"/>
                  </a:lnTo>
                  <a:cubicBezTo>
                    <a:pt x="645" y="332"/>
                    <a:pt x="871" y="63"/>
                    <a:pt x="1184" y="10"/>
                  </a:cubicBezTo>
                  <a:cubicBezTo>
                    <a:pt x="1145" y="5"/>
                    <a:pt x="1112" y="0"/>
                    <a:pt x="107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87"/>
            <p:cNvSpPr/>
            <p:nvPr/>
          </p:nvSpPr>
          <p:spPr>
            <a:xfrm>
              <a:off x="3699040" y="1992584"/>
              <a:ext cx="45190" cy="22608"/>
            </a:xfrm>
            <a:custGeom>
              <a:rect b="b" l="l" r="r" t="t"/>
              <a:pathLst>
                <a:path extrusionOk="0" h="862" w="1723">
                  <a:moveTo>
                    <a:pt x="645" y="0"/>
                  </a:moveTo>
                  <a:cubicBezTo>
                    <a:pt x="289" y="0"/>
                    <a:pt x="0" y="289"/>
                    <a:pt x="0" y="645"/>
                  </a:cubicBezTo>
                  <a:cubicBezTo>
                    <a:pt x="0" y="645"/>
                    <a:pt x="645" y="861"/>
                    <a:pt x="1723" y="861"/>
                  </a:cubicBezTo>
                  <a:lnTo>
                    <a:pt x="1723" y="645"/>
                  </a:lnTo>
                  <a:cubicBezTo>
                    <a:pt x="1723" y="289"/>
                    <a:pt x="1434" y="0"/>
                    <a:pt x="1073"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87"/>
            <p:cNvSpPr/>
            <p:nvPr/>
          </p:nvSpPr>
          <p:spPr>
            <a:xfrm>
              <a:off x="3699040" y="1992584"/>
              <a:ext cx="31053" cy="20589"/>
            </a:xfrm>
            <a:custGeom>
              <a:rect b="b" l="l" r="r" t="t"/>
              <a:pathLst>
                <a:path extrusionOk="0" h="785" w="1184">
                  <a:moveTo>
                    <a:pt x="645" y="0"/>
                  </a:moveTo>
                  <a:cubicBezTo>
                    <a:pt x="289" y="0"/>
                    <a:pt x="0" y="289"/>
                    <a:pt x="0" y="645"/>
                  </a:cubicBezTo>
                  <a:cubicBezTo>
                    <a:pt x="212" y="707"/>
                    <a:pt x="428" y="756"/>
                    <a:pt x="645" y="784"/>
                  </a:cubicBezTo>
                  <a:lnTo>
                    <a:pt x="645" y="645"/>
                  </a:lnTo>
                  <a:cubicBezTo>
                    <a:pt x="645" y="332"/>
                    <a:pt x="871" y="63"/>
                    <a:pt x="1184" y="15"/>
                  </a:cubicBezTo>
                  <a:cubicBezTo>
                    <a:pt x="1145" y="5"/>
                    <a:pt x="1112" y="0"/>
                    <a:pt x="1078"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87"/>
            <p:cNvSpPr/>
            <p:nvPr/>
          </p:nvSpPr>
          <p:spPr>
            <a:xfrm>
              <a:off x="3687684" y="2105520"/>
              <a:ext cx="67798" cy="135439"/>
            </a:xfrm>
            <a:custGeom>
              <a:rect b="b" l="l" r="r" t="t"/>
              <a:pathLst>
                <a:path extrusionOk="0" h="5164" w="2585">
                  <a:moveTo>
                    <a:pt x="0" y="1"/>
                  </a:moveTo>
                  <a:lnTo>
                    <a:pt x="0" y="5164"/>
                  </a:lnTo>
                  <a:lnTo>
                    <a:pt x="2584" y="5164"/>
                  </a:lnTo>
                  <a:lnTo>
                    <a:pt x="258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87"/>
            <p:cNvSpPr/>
            <p:nvPr/>
          </p:nvSpPr>
          <p:spPr>
            <a:xfrm>
              <a:off x="3687684" y="2184517"/>
              <a:ext cx="67798" cy="56442"/>
            </a:xfrm>
            <a:custGeom>
              <a:rect b="b" l="l" r="r" t="t"/>
              <a:pathLst>
                <a:path extrusionOk="0" h="2152" w="2585">
                  <a:moveTo>
                    <a:pt x="0" y="1"/>
                  </a:moveTo>
                  <a:lnTo>
                    <a:pt x="0" y="2152"/>
                  </a:lnTo>
                  <a:lnTo>
                    <a:pt x="2584" y="2152"/>
                  </a:lnTo>
                  <a:lnTo>
                    <a:pt x="2584"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87"/>
            <p:cNvSpPr/>
            <p:nvPr/>
          </p:nvSpPr>
          <p:spPr>
            <a:xfrm>
              <a:off x="3648185" y="2167601"/>
              <a:ext cx="45190" cy="67798"/>
            </a:xfrm>
            <a:custGeom>
              <a:rect b="b" l="l" r="r" t="t"/>
              <a:pathLst>
                <a:path extrusionOk="0" h="2585" w="1723">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87"/>
            <p:cNvSpPr/>
            <p:nvPr/>
          </p:nvSpPr>
          <p:spPr>
            <a:xfrm>
              <a:off x="3648290" y="2167601"/>
              <a:ext cx="25414" cy="67798"/>
            </a:xfrm>
            <a:custGeom>
              <a:rect b="b" l="l" r="r" t="t"/>
              <a:pathLst>
                <a:path extrusionOk="0" h="2585" w="969">
                  <a:moveTo>
                    <a:pt x="646" y="1"/>
                  </a:moveTo>
                  <a:cubicBezTo>
                    <a:pt x="290" y="1"/>
                    <a:pt x="1" y="290"/>
                    <a:pt x="1" y="646"/>
                  </a:cubicBezTo>
                  <a:lnTo>
                    <a:pt x="1" y="1353"/>
                  </a:lnTo>
                  <a:cubicBezTo>
                    <a:pt x="11" y="1565"/>
                    <a:pt x="83" y="1767"/>
                    <a:pt x="213" y="1935"/>
                  </a:cubicBezTo>
                  <a:cubicBezTo>
                    <a:pt x="352" y="2099"/>
                    <a:pt x="429" y="2306"/>
                    <a:pt x="429" y="2517"/>
                  </a:cubicBezTo>
                  <a:lnTo>
                    <a:pt x="429" y="2585"/>
                  </a:lnTo>
                  <a:lnTo>
                    <a:pt x="862" y="2585"/>
                  </a:lnTo>
                  <a:lnTo>
                    <a:pt x="862" y="2517"/>
                  </a:lnTo>
                  <a:cubicBezTo>
                    <a:pt x="862" y="2320"/>
                    <a:pt x="824" y="2123"/>
                    <a:pt x="752" y="1935"/>
                  </a:cubicBezTo>
                  <a:cubicBezTo>
                    <a:pt x="684" y="1748"/>
                    <a:pt x="646" y="1555"/>
                    <a:pt x="646" y="1353"/>
                  </a:cubicBezTo>
                  <a:lnTo>
                    <a:pt x="646" y="646"/>
                  </a:lnTo>
                  <a:cubicBezTo>
                    <a:pt x="646" y="290"/>
                    <a:pt x="790" y="1"/>
                    <a:pt x="96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87"/>
            <p:cNvSpPr/>
            <p:nvPr/>
          </p:nvSpPr>
          <p:spPr>
            <a:xfrm>
              <a:off x="3648185" y="2167601"/>
              <a:ext cx="45190" cy="50776"/>
            </a:xfrm>
            <a:custGeom>
              <a:rect b="b" l="l" r="r" t="t"/>
              <a:pathLst>
                <a:path extrusionOk="0" h="1936" w="1723">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87"/>
            <p:cNvSpPr/>
            <p:nvPr/>
          </p:nvSpPr>
          <p:spPr>
            <a:xfrm>
              <a:off x="3648290" y="2167601"/>
              <a:ext cx="25414" cy="50514"/>
            </a:xfrm>
            <a:custGeom>
              <a:rect b="b" l="l" r="r" t="t"/>
              <a:pathLst>
                <a:path extrusionOk="0" h="1926" w="969">
                  <a:moveTo>
                    <a:pt x="646" y="1"/>
                  </a:moveTo>
                  <a:cubicBezTo>
                    <a:pt x="290" y="1"/>
                    <a:pt x="1" y="290"/>
                    <a:pt x="1" y="646"/>
                  </a:cubicBezTo>
                  <a:lnTo>
                    <a:pt x="1" y="1074"/>
                  </a:lnTo>
                  <a:cubicBezTo>
                    <a:pt x="1" y="1507"/>
                    <a:pt x="319" y="1868"/>
                    <a:pt x="747" y="1926"/>
                  </a:cubicBezTo>
                  <a:cubicBezTo>
                    <a:pt x="684" y="1743"/>
                    <a:pt x="646" y="1550"/>
                    <a:pt x="646" y="1353"/>
                  </a:cubicBezTo>
                  <a:lnTo>
                    <a:pt x="646" y="646"/>
                  </a:lnTo>
                  <a:cubicBezTo>
                    <a:pt x="646"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87"/>
            <p:cNvSpPr/>
            <p:nvPr/>
          </p:nvSpPr>
          <p:spPr>
            <a:xfrm>
              <a:off x="3631268" y="2229707"/>
              <a:ext cx="79155" cy="90380"/>
            </a:xfrm>
            <a:custGeom>
              <a:rect b="b" l="l" r="r" t="t"/>
              <a:pathLst>
                <a:path extrusionOk="0" h="3446" w="3018">
                  <a:moveTo>
                    <a:pt x="1285" y="0"/>
                  </a:moveTo>
                  <a:cubicBezTo>
                    <a:pt x="1150" y="0"/>
                    <a:pt x="1011" y="24"/>
                    <a:pt x="886" y="77"/>
                  </a:cubicBezTo>
                  <a:lnTo>
                    <a:pt x="409" y="265"/>
                  </a:lnTo>
                  <a:cubicBezTo>
                    <a:pt x="164" y="366"/>
                    <a:pt x="0" y="602"/>
                    <a:pt x="0" y="866"/>
                  </a:cubicBezTo>
                  <a:lnTo>
                    <a:pt x="0" y="3229"/>
                  </a:lnTo>
                  <a:cubicBezTo>
                    <a:pt x="0" y="3349"/>
                    <a:pt x="97" y="3446"/>
                    <a:pt x="217" y="3446"/>
                  </a:cubicBezTo>
                  <a:lnTo>
                    <a:pt x="2801" y="3446"/>
                  </a:lnTo>
                  <a:cubicBezTo>
                    <a:pt x="2921" y="3446"/>
                    <a:pt x="3017" y="3349"/>
                    <a:pt x="3017" y="3229"/>
                  </a:cubicBezTo>
                  <a:lnTo>
                    <a:pt x="3017" y="866"/>
                  </a:lnTo>
                  <a:cubicBezTo>
                    <a:pt x="3017" y="602"/>
                    <a:pt x="2854" y="366"/>
                    <a:pt x="2608" y="265"/>
                  </a:cubicBezTo>
                  <a:lnTo>
                    <a:pt x="2132" y="77"/>
                  </a:lnTo>
                  <a:cubicBezTo>
                    <a:pt x="2002" y="24"/>
                    <a:pt x="1867"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87"/>
            <p:cNvSpPr/>
            <p:nvPr/>
          </p:nvSpPr>
          <p:spPr>
            <a:xfrm>
              <a:off x="3631268" y="2242454"/>
              <a:ext cx="16943" cy="77502"/>
            </a:xfrm>
            <a:custGeom>
              <a:rect b="b" l="l" r="r" t="t"/>
              <a:pathLst>
                <a:path extrusionOk="0" h="2955" w="646">
                  <a:moveTo>
                    <a:pt x="130" y="0"/>
                  </a:moveTo>
                  <a:cubicBezTo>
                    <a:pt x="48" y="111"/>
                    <a:pt x="0" y="241"/>
                    <a:pt x="0" y="380"/>
                  </a:cubicBezTo>
                  <a:lnTo>
                    <a:pt x="0" y="2743"/>
                  </a:lnTo>
                  <a:cubicBezTo>
                    <a:pt x="0" y="2858"/>
                    <a:pt x="97" y="2955"/>
                    <a:pt x="217" y="2955"/>
                  </a:cubicBezTo>
                  <a:lnTo>
                    <a:pt x="645" y="2955"/>
                  </a:lnTo>
                  <a:lnTo>
                    <a:pt x="645" y="602"/>
                  </a:lnTo>
                  <a:cubicBezTo>
                    <a:pt x="645" y="467"/>
                    <a:pt x="583" y="342"/>
                    <a:pt x="477" y="260"/>
                  </a:cubicBezTo>
                  <a:lnTo>
                    <a:pt x="130"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87"/>
            <p:cNvSpPr/>
            <p:nvPr/>
          </p:nvSpPr>
          <p:spPr>
            <a:xfrm>
              <a:off x="3693349" y="2242454"/>
              <a:ext cx="16943" cy="77502"/>
            </a:xfrm>
            <a:custGeom>
              <a:rect b="b" l="l" r="r" t="t"/>
              <a:pathLst>
                <a:path extrusionOk="0" h="2955" w="646">
                  <a:moveTo>
                    <a:pt x="520" y="0"/>
                  </a:moveTo>
                  <a:lnTo>
                    <a:pt x="174" y="260"/>
                  </a:lnTo>
                  <a:cubicBezTo>
                    <a:pt x="68" y="342"/>
                    <a:pt x="1" y="467"/>
                    <a:pt x="1" y="602"/>
                  </a:cubicBezTo>
                  <a:lnTo>
                    <a:pt x="1" y="2955"/>
                  </a:lnTo>
                  <a:lnTo>
                    <a:pt x="434" y="2955"/>
                  </a:lnTo>
                  <a:cubicBezTo>
                    <a:pt x="549" y="2955"/>
                    <a:pt x="645" y="2858"/>
                    <a:pt x="645" y="2743"/>
                  </a:cubicBez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87"/>
            <p:cNvSpPr/>
            <p:nvPr/>
          </p:nvSpPr>
          <p:spPr>
            <a:xfrm>
              <a:off x="3665075" y="2088498"/>
              <a:ext cx="112988" cy="22608"/>
            </a:xfrm>
            <a:custGeom>
              <a:rect b="b" l="l" r="r" t="t"/>
              <a:pathLst>
                <a:path extrusionOk="0" h="862" w="4308">
                  <a:moveTo>
                    <a:pt x="1" y="0"/>
                  </a:moveTo>
                  <a:lnTo>
                    <a:pt x="424" y="837"/>
                  </a:lnTo>
                  <a:cubicBezTo>
                    <a:pt x="429" y="852"/>
                    <a:pt x="444" y="861"/>
                    <a:pt x="463" y="861"/>
                  </a:cubicBezTo>
                  <a:lnTo>
                    <a:pt x="3850" y="861"/>
                  </a:lnTo>
                  <a:cubicBezTo>
                    <a:pt x="3865" y="861"/>
                    <a:pt x="3879" y="852"/>
                    <a:pt x="3884" y="837"/>
                  </a:cubicBezTo>
                  <a:lnTo>
                    <a:pt x="4307" y="0"/>
                  </a:ln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87"/>
            <p:cNvSpPr/>
            <p:nvPr/>
          </p:nvSpPr>
          <p:spPr>
            <a:xfrm>
              <a:off x="3648185" y="2167601"/>
              <a:ext cx="45190" cy="67798"/>
            </a:xfrm>
            <a:custGeom>
              <a:rect b="b" l="l" r="r" t="t"/>
              <a:pathLst>
                <a:path extrusionOk="0" h="2585" w="1723">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87"/>
            <p:cNvSpPr/>
            <p:nvPr/>
          </p:nvSpPr>
          <p:spPr>
            <a:xfrm>
              <a:off x="3631268" y="2229707"/>
              <a:ext cx="79023" cy="90380"/>
            </a:xfrm>
            <a:custGeom>
              <a:rect b="b" l="l" r="r" t="t"/>
              <a:pathLst>
                <a:path extrusionOk="0" h="3446" w="3013">
                  <a:moveTo>
                    <a:pt x="1285" y="0"/>
                  </a:moveTo>
                  <a:cubicBezTo>
                    <a:pt x="1150" y="0"/>
                    <a:pt x="1011" y="24"/>
                    <a:pt x="886" y="77"/>
                  </a:cubicBezTo>
                  <a:lnTo>
                    <a:pt x="409" y="265"/>
                  </a:lnTo>
                  <a:cubicBezTo>
                    <a:pt x="164" y="366"/>
                    <a:pt x="0" y="602"/>
                    <a:pt x="0" y="866"/>
                  </a:cubicBezTo>
                  <a:lnTo>
                    <a:pt x="0" y="3446"/>
                  </a:lnTo>
                  <a:lnTo>
                    <a:pt x="3012" y="3446"/>
                  </a:lnTo>
                  <a:lnTo>
                    <a:pt x="3012" y="866"/>
                  </a:lnTo>
                  <a:cubicBezTo>
                    <a:pt x="3012" y="602"/>
                    <a:pt x="2854" y="366"/>
                    <a:pt x="2608" y="265"/>
                  </a:cubicBezTo>
                  <a:lnTo>
                    <a:pt x="2132" y="77"/>
                  </a:lnTo>
                  <a:cubicBezTo>
                    <a:pt x="2002" y="24"/>
                    <a:pt x="1867"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87"/>
            <p:cNvSpPr/>
            <p:nvPr/>
          </p:nvSpPr>
          <p:spPr>
            <a:xfrm>
              <a:off x="3648185" y="2167601"/>
              <a:ext cx="45190" cy="50776"/>
            </a:xfrm>
            <a:custGeom>
              <a:rect b="b" l="l" r="r" t="t"/>
              <a:pathLst>
                <a:path extrusionOk="0" h="1936" w="1723">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87"/>
            <p:cNvSpPr/>
            <p:nvPr/>
          </p:nvSpPr>
          <p:spPr>
            <a:xfrm>
              <a:off x="3648185" y="2167601"/>
              <a:ext cx="25519" cy="49885"/>
            </a:xfrm>
            <a:custGeom>
              <a:rect b="b" l="l" r="r" t="t"/>
              <a:pathLst>
                <a:path extrusionOk="0" h="1902" w="973">
                  <a:moveTo>
                    <a:pt x="650" y="1"/>
                  </a:moveTo>
                  <a:cubicBezTo>
                    <a:pt x="289" y="1"/>
                    <a:pt x="0" y="290"/>
                    <a:pt x="0" y="646"/>
                  </a:cubicBezTo>
                  <a:lnTo>
                    <a:pt x="0" y="1074"/>
                  </a:lnTo>
                  <a:cubicBezTo>
                    <a:pt x="5" y="1464"/>
                    <a:pt x="270" y="1805"/>
                    <a:pt x="650" y="1902"/>
                  </a:cubicBezTo>
                  <a:lnTo>
                    <a:pt x="650" y="646"/>
                  </a:lnTo>
                  <a:cubicBezTo>
                    <a:pt x="650" y="290"/>
                    <a:pt x="794" y="1"/>
                    <a:pt x="97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87"/>
            <p:cNvSpPr/>
            <p:nvPr/>
          </p:nvSpPr>
          <p:spPr>
            <a:xfrm>
              <a:off x="3631268" y="2242454"/>
              <a:ext cx="16943" cy="77502"/>
            </a:xfrm>
            <a:custGeom>
              <a:rect b="b" l="l" r="r" t="t"/>
              <a:pathLst>
                <a:path extrusionOk="0" h="2955" w="646">
                  <a:moveTo>
                    <a:pt x="130" y="0"/>
                  </a:moveTo>
                  <a:cubicBezTo>
                    <a:pt x="48" y="111"/>
                    <a:pt x="0" y="241"/>
                    <a:pt x="0" y="380"/>
                  </a:cubicBezTo>
                  <a:lnTo>
                    <a:pt x="0" y="2955"/>
                  </a:lnTo>
                  <a:lnTo>
                    <a:pt x="645" y="2955"/>
                  </a:lnTo>
                  <a:lnTo>
                    <a:pt x="645" y="602"/>
                  </a:lnTo>
                  <a:cubicBezTo>
                    <a:pt x="645" y="467"/>
                    <a:pt x="583" y="342"/>
                    <a:pt x="477" y="260"/>
                  </a:cubicBezTo>
                  <a:lnTo>
                    <a:pt x="130"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87"/>
            <p:cNvSpPr/>
            <p:nvPr/>
          </p:nvSpPr>
          <p:spPr>
            <a:xfrm>
              <a:off x="3693349" y="2242454"/>
              <a:ext cx="16943" cy="77502"/>
            </a:xfrm>
            <a:custGeom>
              <a:rect b="b" l="l" r="r" t="t"/>
              <a:pathLst>
                <a:path extrusionOk="0" h="2955" w="646">
                  <a:moveTo>
                    <a:pt x="520" y="0"/>
                  </a:moveTo>
                  <a:lnTo>
                    <a:pt x="174" y="260"/>
                  </a:lnTo>
                  <a:cubicBezTo>
                    <a:pt x="68" y="342"/>
                    <a:pt x="1" y="467"/>
                    <a:pt x="1" y="602"/>
                  </a:cubicBezTo>
                  <a:lnTo>
                    <a:pt x="1" y="2955"/>
                  </a:lnTo>
                  <a:lnTo>
                    <a:pt x="645" y="2955"/>
                  </a:ln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87"/>
            <p:cNvSpPr/>
            <p:nvPr/>
          </p:nvSpPr>
          <p:spPr>
            <a:xfrm>
              <a:off x="3749764" y="2167601"/>
              <a:ext cx="45216" cy="67798"/>
            </a:xfrm>
            <a:custGeom>
              <a:rect b="b" l="l" r="r" t="t"/>
              <a:pathLst>
                <a:path extrusionOk="0" h="2585" w="1724">
                  <a:moveTo>
                    <a:pt x="645" y="1"/>
                  </a:moveTo>
                  <a:cubicBezTo>
                    <a:pt x="289" y="1"/>
                    <a:pt x="1" y="290"/>
                    <a:pt x="5" y="646"/>
                  </a:cubicBezTo>
                  <a:lnTo>
                    <a:pt x="5" y="1353"/>
                  </a:lnTo>
                  <a:cubicBezTo>
                    <a:pt x="15" y="1565"/>
                    <a:pt x="87" y="1767"/>
                    <a:pt x="217" y="1935"/>
                  </a:cubicBezTo>
                  <a:cubicBezTo>
                    <a:pt x="357" y="2099"/>
                    <a:pt x="434" y="2306"/>
                    <a:pt x="434" y="2517"/>
                  </a:cubicBezTo>
                  <a:lnTo>
                    <a:pt x="434" y="2585"/>
                  </a:lnTo>
                  <a:lnTo>
                    <a:pt x="1295" y="2585"/>
                  </a:lnTo>
                  <a:lnTo>
                    <a:pt x="1295" y="2460"/>
                  </a:lnTo>
                  <a:cubicBezTo>
                    <a:pt x="1290" y="2282"/>
                    <a:pt x="1353" y="2118"/>
                    <a:pt x="1468" y="1983"/>
                  </a:cubicBezTo>
                  <a:lnTo>
                    <a:pt x="1550" y="1892"/>
                  </a:lnTo>
                  <a:cubicBezTo>
                    <a:pt x="1651" y="1752"/>
                    <a:pt x="1714" y="1589"/>
                    <a:pt x="1723" y="1416"/>
                  </a:cubicBezTo>
                  <a:lnTo>
                    <a:pt x="1723" y="646"/>
                  </a:lnTo>
                  <a:cubicBezTo>
                    <a:pt x="1723" y="290"/>
                    <a:pt x="1434" y="1"/>
                    <a:pt x="107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87"/>
            <p:cNvSpPr/>
            <p:nvPr/>
          </p:nvSpPr>
          <p:spPr>
            <a:xfrm>
              <a:off x="3732847" y="2229707"/>
              <a:ext cx="79155" cy="90380"/>
            </a:xfrm>
            <a:custGeom>
              <a:rect b="b" l="l" r="r" t="t"/>
              <a:pathLst>
                <a:path extrusionOk="0" h="3446" w="3018">
                  <a:moveTo>
                    <a:pt x="1286" y="0"/>
                  </a:moveTo>
                  <a:cubicBezTo>
                    <a:pt x="1151" y="0"/>
                    <a:pt x="1016" y="24"/>
                    <a:pt x="886" y="77"/>
                  </a:cubicBezTo>
                  <a:lnTo>
                    <a:pt x="410" y="265"/>
                  </a:lnTo>
                  <a:cubicBezTo>
                    <a:pt x="164" y="366"/>
                    <a:pt x="1" y="602"/>
                    <a:pt x="1" y="866"/>
                  </a:cubicBezTo>
                  <a:lnTo>
                    <a:pt x="1" y="3446"/>
                  </a:lnTo>
                  <a:lnTo>
                    <a:pt x="3018" y="3446"/>
                  </a:lnTo>
                  <a:lnTo>
                    <a:pt x="3018" y="866"/>
                  </a:lnTo>
                  <a:cubicBezTo>
                    <a:pt x="3018" y="602"/>
                    <a:pt x="2854" y="366"/>
                    <a:pt x="2609" y="265"/>
                  </a:cubicBezTo>
                  <a:lnTo>
                    <a:pt x="2132" y="77"/>
                  </a:lnTo>
                  <a:cubicBezTo>
                    <a:pt x="2002" y="24"/>
                    <a:pt x="1868"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87"/>
            <p:cNvSpPr/>
            <p:nvPr/>
          </p:nvSpPr>
          <p:spPr>
            <a:xfrm>
              <a:off x="3749895" y="2167601"/>
              <a:ext cx="45085" cy="50776"/>
            </a:xfrm>
            <a:custGeom>
              <a:rect b="b" l="l" r="r" t="t"/>
              <a:pathLst>
                <a:path extrusionOk="0" h="1936" w="1719">
                  <a:moveTo>
                    <a:pt x="645" y="1"/>
                  </a:moveTo>
                  <a:cubicBezTo>
                    <a:pt x="289" y="1"/>
                    <a:pt x="0" y="290"/>
                    <a:pt x="0" y="646"/>
                  </a:cubicBezTo>
                  <a:lnTo>
                    <a:pt x="0" y="1074"/>
                  </a:lnTo>
                  <a:cubicBezTo>
                    <a:pt x="0" y="1550"/>
                    <a:pt x="385" y="1935"/>
                    <a:pt x="857" y="1935"/>
                  </a:cubicBezTo>
                  <a:cubicBezTo>
                    <a:pt x="1333" y="1935"/>
                    <a:pt x="1718" y="1550"/>
                    <a:pt x="1718" y="1074"/>
                  </a:cubicBezTo>
                  <a:lnTo>
                    <a:pt x="1718" y="646"/>
                  </a:lnTo>
                  <a:cubicBezTo>
                    <a:pt x="1718" y="290"/>
                    <a:pt x="1429" y="1"/>
                    <a:pt x="10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87"/>
            <p:cNvSpPr/>
            <p:nvPr/>
          </p:nvSpPr>
          <p:spPr>
            <a:xfrm>
              <a:off x="3749895" y="2167601"/>
              <a:ext cx="25388" cy="49885"/>
            </a:xfrm>
            <a:custGeom>
              <a:rect b="b" l="l" r="r" t="t"/>
              <a:pathLst>
                <a:path extrusionOk="0" h="1902" w="968">
                  <a:moveTo>
                    <a:pt x="645" y="1"/>
                  </a:moveTo>
                  <a:cubicBezTo>
                    <a:pt x="289" y="1"/>
                    <a:pt x="0" y="290"/>
                    <a:pt x="0" y="646"/>
                  </a:cubicBezTo>
                  <a:lnTo>
                    <a:pt x="0" y="1074"/>
                  </a:lnTo>
                  <a:cubicBezTo>
                    <a:pt x="0" y="1464"/>
                    <a:pt x="265" y="1805"/>
                    <a:pt x="645" y="1902"/>
                  </a:cubicBezTo>
                  <a:lnTo>
                    <a:pt x="645" y="646"/>
                  </a:lnTo>
                  <a:cubicBezTo>
                    <a:pt x="645"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87"/>
            <p:cNvSpPr/>
            <p:nvPr/>
          </p:nvSpPr>
          <p:spPr>
            <a:xfrm>
              <a:off x="3732847" y="2242454"/>
              <a:ext cx="17074" cy="77502"/>
            </a:xfrm>
            <a:custGeom>
              <a:rect b="b" l="l" r="r" t="t"/>
              <a:pathLst>
                <a:path extrusionOk="0" h="2955" w="651">
                  <a:moveTo>
                    <a:pt x="131" y="0"/>
                  </a:moveTo>
                  <a:cubicBezTo>
                    <a:pt x="49" y="111"/>
                    <a:pt x="1" y="241"/>
                    <a:pt x="1" y="380"/>
                  </a:cubicBezTo>
                  <a:lnTo>
                    <a:pt x="1" y="2955"/>
                  </a:lnTo>
                  <a:lnTo>
                    <a:pt x="650" y="2955"/>
                  </a:lnTo>
                  <a:lnTo>
                    <a:pt x="650" y="602"/>
                  </a:lnTo>
                  <a:cubicBezTo>
                    <a:pt x="646" y="467"/>
                    <a:pt x="583" y="342"/>
                    <a:pt x="477" y="260"/>
                  </a:cubicBezTo>
                  <a:lnTo>
                    <a:pt x="131"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87"/>
            <p:cNvSpPr/>
            <p:nvPr/>
          </p:nvSpPr>
          <p:spPr>
            <a:xfrm>
              <a:off x="3794954" y="2242454"/>
              <a:ext cx="16917" cy="77502"/>
            </a:xfrm>
            <a:custGeom>
              <a:rect b="b" l="l" r="r" t="t"/>
              <a:pathLst>
                <a:path extrusionOk="0" h="2955" w="645">
                  <a:moveTo>
                    <a:pt x="520" y="0"/>
                  </a:moveTo>
                  <a:lnTo>
                    <a:pt x="173" y="260"/>
                  </a:lnTo>
                  <a:cubicBezTo>
                    <a:pt x="68" y="342"/>
                    <a:pt x="0" y="467"/>
                    <a:pt x="0" y="602"/>
                  </a:cubicBezTo>
                  <a:lnTo>
                    <a:pt x="0" y="2955"/>
                  </a:lnTo>
                  <a:lnTo>
                    <a:pt x="645" y="2955"/>
                  </a:ln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87"/>
            <p:cNvSpPr/>
            <p:nvPr/>
          </p:nvSpPr>
          <p:spPr>
            <a:xfrm>
              <a:off x="3597435" y="2224016"/>
              <a:ext cx="45216" cy="67798"/>
            </a:xfrm>
            <a:custGeom>
              <a:rect b="b" l="l" r="r" t="t"/>
              <a:pathLst>
                <a:path extrusionOk="0" h="2585" w="1724">
                  <a:moveTo>
                    <a:pt x="650" y="1"/>
                  </a:moveTo>
                  <a:cubicBezTo>
                    <a:pt x="294" y="1"/>
                    <a:pt x="1" y="290"/>
                    <a:pt x="6" y="646"/>
                  </a:cubicBezTo>
                  <a:lnTo>
                    <a:pt x="6" y="1358"/>
                  </a:lnTo>
                  <a:cubicBezTo>
                    <a:pt x="15" y="1569"/>
                    <a:pt x="87" y="1772"/>
                    <a:pt x="217" y="1940"/>
                  </a:cubicBezTo>
                  <a:cubicBezTo>
                    <a:pt x="357" y="2099"/>
                    <a:pt x="434" y="2306"/>
                    <a:pt x="434" y="2517"/>
                  </a:cubicBezTo>
                  <a:lnTo>
                    <a:pt x="434" y="2585"/>
                  </a:lnTo>
                  <a:lnTo>
                    <a:pt x="1295" y="2585"/>
                  </a:lnTo>
                  <a:lnTo>
                    <a:pt x="1295" y="2460"/>
                  </a:lnTo>
                  <a:cubicBezTo>
                    <a:pt x="1295" y="2286"/>
                    <a:pt x="1358" y="2118"/>
                    <a:pt x="1468" y="1983"/>
                  </a:cubicBezTo>
                  <a:lnTo>
                    <a:pt x="1550" y="1892"/>
                  </a:lnTo>
                  <a:cubicBezTo>
                    <a:pt x="1656" y="1752"/>
                    <a:pt x="1719" y="1589"/>
                    <a:pt x="1723" y="1415"/>
                  </a:cubicBezTo>
                  <a:lnTo>
                    <a:pt x="1723" y="646"/>
                  </a:lnTo>
                  <a:cubicBezTo>
                    <a:pt x="1723" y="290"/>
                    <a:pt x="1435" y="1"/>
                    <a:pt x="1079"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87"/>
            <p:cNvSpPr/>
            <p:nvPr/>
          </p:nvSpPr>
          <p:spPr>
            <a:xfrm>
              <a:off x="3580544" y="2286123"/>
              <a:ext cx="79023" cy="56546"/>
            </a:xfrm>
            <a:custGeom>
              <a:rect b="b" l="l" r="r" t="t"/>
              <a:pathLst>
                <a:path extrusionOk="0" h="2156" w="3013">
                  <a:moveTo>
                    <a:pt x="1280" y="0"/>
                  </a:moveTo>
                  <a:cubicBezTo>
                    <a:pt x="1145" y="0"/>
                    <a:pt x="1010" y="24"/>
                    <a:pt x="881" y="77"/>
                  </a:cubicBezTo>
                  <a:lnTo>
                    <a:pt x="404" y="270"/>
                  </a:lnTo>
                  <a:cubicBezTo>
                    <a:pt x="159" y="366"/>
                    <a:pt x="0" y="606"/>
                    <a:pt x="0" y="871"/>
                  </a:cubicBezTo>
                  <a:lnTo>
                    <a:pt x="0" y="2156"/>
                  </a:lnTo>
                  <a:lnTo>
                    <a:pt x="3012" y="2156"/>
                  </a:lnTo>
                  <a:lnTo>
                    <a:pt x="3012" y="866"/>
                  </a:lnTo>
                  <a:cubicBezTo>
                    <a:pt x="3012" y="602"/>
                    <a:pt x="2849" y="366"/>
                    <a:pt x="2608" y="270"/>
                  </a:cubicBezTo>
                  <a:lnTo>
                    <a:pt x="2127" y="77"/>
                  </a:lnTo>
                  <a:cubicBezTo>
                    <a:pt x="2002" y="24"/>
                    <a:pt x="1867" y="0"/>
                    <a:pt x="1727"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87"/>
            <p:cNvSpPr/>
            <p:nvPr/>
          </p:nvSpPr>
          <p:spPr>
            <a:xfrm>
              <a:off x="3597566" y="2224016"/>
              <a:ext cx="45085" cy="50776"/>
            </a:xfrm>
            <a:custGeom>
              <a:rect b="b" l="l" r="r" t="t"/>
              <a:pathLst>
                <a:path extrusionOk="0" h="1936" w="1719">
                  <a:moveTo>
                    <a:pt x="645" y="1"/>
                  </a:moveTo>
                  <a:cubicBezTo>
                    <a:pt x="289" y="1"/>
                    <a:pt x="1" y="290"/>
                    <a:pt x="1" y="646"/>
                  </a:cubicBezTo>
                  <a:lnTo>
                    <a:pt x="1" y="1079"/>
                  </a:lnTo>
                  <a:cubicBezTo>
                    <a:pt x="1" y="1550"/>
                    <a:pt x="381" y="1935"/>
                    <a:pt x="857" y="1935"/>
                  </a:cubicBezTo>
                  <a:cubicBezTo>
                    <a:pt x="1333" y="1935"/>
                    <a:pt x="1718" y="1550"/>
                    <a:pt x="1718" y="1079"/>
                  </a:cubicBezTo>
                  <a:lnTo>
                    <a:pt x="1718" y="646"/>
                  </a:lnTo>
                  <a:cubicBezTo>
                    <a:pt x="1718" y="290"/>
                    <a:pt x="1430" y="1"/>
                    <a:pt x="107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87"/>
            <p:cNvSpPr/>
            <p:nvPr/>
          </p:nvSpPr>
          <p:spPr>
            <a:xfrm>
              <a:off x="3642625" y="2298869"/>
              <a:ext cx="16943" cy="43800"/>
            </a:xfrm>
            <a:custGeom>
              <a:rect b="b" l="l" r="r" t="t"/>
              <a:pathLst>
                <a:path extrusionOk="0" h="1670" w="646">
                  <a:moveTo>
                    <a:pt x="515" y="0"/>
                  </a:moveTo>
                  <a:lnTo>
                    <a:pt x="169" y="260"/>
                  </a:lnTo>
                  <a:cubicBezTo>
                    <a:pt x="63" y="342"/>
                    <a:pt x="0" y="467"/>
                    <a:pt x="0" y="606"/>
                  </a:cubicBezTo>
                  <a:lnTo>
                    <a:pt x="0" y="1670"/>
                  </a:lnTo>
                  <a:lnTo>
                    <a:pt x="645" y="1670"/>
                  </a:lnTo>
                  <a:lnTo>
                    <a:pt x="645" y="380"/>
                  </a:lnTo>
                  <a:cubicBezTo>
                    <a:pt x="645" y="246"/>
                    <a:pt x="597" y="111"/>
                    <a:pt x="51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87"/>
            <p:cNvSpPr/>
            <p:nvPr/>
          </p:nvSpPr>
          <p:spPr>
            <a:xfrm>
              <a:off x="3699040" y="2224016"/>
              <a:ext cx="45190" cy="67798"/>
            </a:xfrm>
            <a:custGeom>
              <a:rect b="b" l="l" r="r" t="t"/>
              <a:pathLst>
                <a:path extrusionOk="0" h="2585" w="1723">
                  <a:moveTo>
                    <a:pt x="645" y="1"/>
                  </a:moveTo>
                  <a:cubicBezTo>
                    <a:pt x="289" y="1"/>
                    <a:pt x="0" y="290"/>
                    <a:pt x="0" y="646"/>
                  </a:cubicBezTo>
                  <a:lnTo>
                    <a:pt x="0" y="1358"/>
                  </a:lnTo>
                  <a:cubicBezTo>
                    <a:pt x="10" y="1569"/>
                    <a:pt x="87" y="1772"/>
                    <a:pt x="217" y="1940"/>
                  </a:cubicBezTo>
                  <a:cubicBezTo>
                    <a:pt x="352" y="2099"/>
                    <a:pt x="428" y="2306"/>
                    <a:pt x="428" y="2517"/>
                  </a:cubicBezTo>
                  <a:lnTo>
                    <a:pt x="428" y="2585"/>
                  </a:lnTo>
                  <a:lnTo>
                    <a:pt x="1290" y="2585"/>
                  </a:lnTo>
                  <a:lnTo>
                    <a:pt x="1290" y="2460"/>
                  </a:lnTo>
                  <a:cubicBezTo>
                    <a:pt x="1290" y="2286"/>
                    <a:pt x="1352" y="2118"/>
                    <a:pt x="1468" y="1983"/>
                  </a:cubicBezTo>
                  <a:lnTo>
                    <a:pt x="1545" y="1892"/>
                  </a:lnTo>
                  <a:cubicBezTo>
                    <a:pt x="1651" y="1752"/>
                    <a:pt x="1713" y="1589"/>
                    <a:pt x="1723" y="1415"/>
                  </a:cubicBezTo>
                  <a:lnTo>
                    <a:pt x="1723" y="646"/>
                  </a:lnTo>
                  <a:cubicBezTo>
                    <a:pt x="1723" y="290"/>
                    <a:pt x="1434" y="1"/>
                    <a:pt x="107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87"/>
            <p:cNvSpPr/>
            <p:nvPr/>
          </p:nvSpPr>
          <p:spPr>
            <a:xfrm>
              <a:off x="3682123" y="2286123"/>
              <a:ext cx="79023" cy="56546"/>
            </a:xfrm>
            <a:custGeom>
              <a:rect b="b" l="l" r="r" t="t"/>
              <a:pathLst>
                <a:path extrusionOk="0" h="2156" w="3013">
                  <a:moveTo>
                    <a:pt x="1285" y="0"/>
                  </a:moveTo>
                  <a:cubicBezTo>
                    <a:pt x="1150" y="0"/>
                    <a:pt x="1011" y="24"/>
                    <a:pt x="886" y="77"/>
                  </a:cubicBezTo>
                  <a:lnTo>
                    <a:pt x="409" y="270"/>
                  </a:lnTo>
                  <a:cubicBezTo>
                    <a:pt x="164" y="366"/>
                    <a:pt x="0" y="606"/>
                    <a:pt x="0" y="871"/>
                  </a:cubicBezTo>
                  <a:lnTo>
                    <a:pt x="0" y="2156"/>
                  </a:lnTo>
                  <a:lnTo>
                    <a:pt x="3013" y="2156"/>
                  </a:lnTo>
                  <a:lnTo>
                    <a:pt x="3013" y="866"/>
                  </a:lnTo>
                  <a:cubicBezTo>
                    <a:pt x="3013" y="602"/>
                    <a:pt x="2854" y="366"/>
                    <a:pt x="2608" y="270"/>
                  </a:cubicBezTo>
                  <a:lnTo>
                    <a:pt x="2132" y="77"/>
                  </a:lnTo>
                  <a:cubicBezTo>
                    <a:pt x="2002" y="24"/>
                    <a:pt x="1867" y="0"/>
                    <a:pt x="173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87"/>
            <p:cNvSpPr/>
            <p:nvPr/>
          </p:nvSpPr>
          <p:spPr>
            <a:xfrm>
              <a:off x="3699040" y="2223885"/>
              <a:ext cx="45190" cy="50908"/>
            </a:xfrm>
            <a:custGeom>
              <a:rect b="b" l="l" r="r" t="t"/>
              <a:pathLst>
                <a:path extrusionOk="0" h="1941" w="1723">
                  <a:moveTo>
                    <a:pt x="645" y="1"/>
                  </a:moveTo>
                  <a:cubicBezTo>
                    <a:pt x="289" y="1"/>
                    <a:pt x="0" y="295"/>
                    <a:pt x="0" y="651"/>
                  </a:cubicBezTo>
                  <a:lnTo>
                    <a:pt x="0" y="1079"/>
                  </a:lnTo>
                  <a:cubicBezTo>
                    <a:pt x="0" y="1555"/>
                    <a:pt x="385" y="1940"/>
                    <a:pt x="862" y="1940"/>
                  </a:cubicBezTo>
                  <a:cubicBezTo>
                    <a:pt x="1338" y="1940"/>
                    <a:pt x="1723" y="1555"/>
                    <a:pt x="1723" y="1084"/>
                  </a:cubicBezTo>
                  <a:lnTo>
                    <a:pt x="1723" y="651"/>
                  </a:lnTo>
                  <a:cubicBezTo>
                    <a:pt x="1723" y="295"/>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87"/>
            <p:cNvSpPr/>
            <p:nvPr/>
          </p:nvSpPr>
          <p:spPr>
            <a:xfrm>
              <a:off x="3699040" y="2224016"/>
              <a:ext cx="25388" cy="49885"/>
            </a:xfrm>
            <a:custGeom>
              <a:rect b="b" l="l" r="r" t="t"/>
              <a:pathLst>
                <a:path extrusionOk="0" h="1902" w="968">
                  <a:moveTo>
                    <a:pt x="645" y="1"/>
                  </a:moveTo>
                  <a:cubicBezTo>
                    <a:pt x="289" y="1"/>
                    <a:pt x="0" y="290"/>
                    <a:pt x="0" y="646"/>
                  </a:cubicBezTo>
                  <a:lnTo>
                    <a:pt x="0" y="1079"/>
                  </a:lnTo>
                  <a:cubicBezTo>
                    <a:pt x="0" y="1468"/>
                    <a:pt x="265" y="1805"/>
                    <a:pt x="645" y="1901"/>
                  </a:cubicBezTo>
                  <a:lnTo>
                    <a:pt x="645" y="646"/>
                  </a:lnTo>
                  <a:cubicBezTo>
                    <a:pt x="645" y="290"/>
                    <a:pt x="789" y="1"/>
                    <a:pt x="967"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87"/>
            <p:cNvSpPr/>
            <p:nvPr/>
          </p:nvSpPr>
          <p:spPr>
            <a:xfrm>
              <a:off x="3682123" y="2298869"/>
              <a:ext cx="16943" cy="43800"/>
            </a:xfrm>
            <a:custGeom>
              <a:rect b="b" l="l" r="r" t="t"/>
              <a:pathLst>
                <a:path extrusionOk="0" h="1670" w="646">
                  <a:moveTo>
                    <a:pt x="126" y="0"/>
                  </a:moveTo>
                  <a:cubicBezTo>
                    <a:pt x="44" y="111"/>
                    <a:pt x="0" y="246"/>
                    <a:pt x="0" y="380"/>
                  </a:cubicBezTo>
                  <a:lnTo>
                    <a:pt x="0" y="1670"/>
                  </a:lnTo>
                  <a:lnTo>
                    <a:pt x="645" y="1670"/>
                  </a:lnTo>
                  <a:lnTo>
                    <a:pt x="645" y="606"/>
                  </a:lnTo>
                  <a:cubicBezTo>
                    <a:pt x="645" y="467"/>
                    <a:pt x="583" y="342"/>
                    <a:pt x="472" y="260"/>
                  </a:cubicBezTo>
                  <a:lnTo>
                    <a:pt x="12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87"/>
            <p:cNvSpPr/>
            <p:nvPr/>
          </p:nvSpPr>
          <p:spPr>
            <a:xfrm>
              <a:off x="3744204" y="2298869"/>
              <a:ext cx="16943" cy="43800"/>
            </a:xfrm>
            <a:custGeom>
              <a:rect b="b" l="l" r="r" t="t"/>
              <a:pathLst>
                <a:path extrusionOk="0" h="1670" w="646">
                  <a:moveTo>
                    <a:pt x="521" y="0"/>
                  </a:moveTo>
                  <a:lnTo>
                    <a:pt x="174" y="260"/>
                  </a:lnTo>
                  <a:cubicBezTo>
                    <a:pt x="63" y="342"/>
                    <a:pt x="1" y="467"/>
                    <a:pt x="1" y="606"/>
                  </a:cubicBezTo>
                  <a:lnTo>
                    <a:pt x="1" y="1670"/>
                  </a:lnTo>
                  <a:lnTo>
                    <a:pt x="646" y="1670"/>
                  </a:lnTo>
                  <a:lnTo>
                    <a:pt x="646" y="380"/>
                  </a:lnTo>
                  <a:cubicBezTo>
                    <a:pt x="646" y="246"/>
                    <a:pt x="602" y="111"/>
                    <a:pt x="52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87"/>
            <p:cNvSpPr/>
            <p:nvPr/>
          </p:nvSpPr>
          <p:spPr>
            <a:xfrm>
              <a:off x="3800619" y="2224016"/>
              <a:ext cx="45216" cy="67798"/>
            </a:xfrm>
            <a:custGeom>
              <a:rect b="b" l="l" r="r" t="t"/>
              <a:pathLst>
                <a:path extrusionOk="0" h="2585" w="1724">
                  <a:moveTo>
                    <a:pt x="645" y="1"/>
                  </a:moveTo>
                  <a:cubicBezTo>
                    <a:pt x="289" y="1"/>
                    <a:pt x="1" y="290"/>
                    <a:pt x="1" y="646"/>
                  </a:cubicBezTo>
                  <a:lnTo>
                    <a:pt x="1" y="1358"/>
                  </a:lnTo>
                  <a:cubicBezTo>
                    <a:pt x="10" y="1569"/>
                    <a:pt x="87" y="1772"/>
                    <a:pt x="217" y="1940"/>
                  </a:cubicBezTo>
                  <a:cubicBezTo>
                    <a:pt x="357" y="2099"/>
                    <a:pt x="429" y="2306"/>
                    <a:pt x="429" y="2517"/>
                  </a:cubicBezTo>
                  <a:lnTo>
                    <a:pt x="429" y="2585"/>
                  </a:lnTo>
                  <a:lnTo>
                    <a:pt x="1290" y="2585"/>
                  </a:lnTo>
                  <a:lnTo>
                    <a:pt x="1290" y="2460"/>
                  </a:lnTo>
                  <a:cubicBezTo>
                    <a:pt x="1290" y="2286"/>
                    <a:pt x="1353" y="2118"/>
                    <a:pt x="1468" y="1983"/>
                  </a:cubicBezTo>
                  <a:lnTo>
                    <a:pt x="1545" y="1892"/>
                  </a:lnTo>
                  <a:cubicBezTo>
                    <a:pt x="1651" y="1752"/>
                    <a:pt x="1714" y="1589"/>
                    <a:pt x="1723" y="1415"/>
                  </a:cubicBezTo>
                  <a:lnTo>
                    <a:pt x="1723" y="646"/>
                  </a:lnTo>
                  <a:cubicBezTo>
                    <a:pt x="1723" y="290"/>
                    <a:pt x="1435" y="1"/>
                    <a:pt x="1079"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87"/>
            <p:cNvSpPr/>
            <p:nvPr/>
          </p:nvSpPr>
          <p:spPr>
            <a:xfrm>
              <a:off x="3783702" y="2286123"/>
              <a:ext cx="79050" cy="56546"/>
            </a:xfrm>
            <a:custGeom>
              <a:rect b="b" l="l" r="r" t="t"/>
              <a:pathLst>
                <a:path extrusionOk="0" h="2156" w="3014">
                  <a:moveTo>
                    <a:pt x="1286" y="0"/>
                  </a:moveTo>
                  <a:cubicBezTo>
                    <a:pt x="1146" y="0"/>
                    <a:pt x="1011" y="24"/>
                    <a:pt x="886" y="77"/>
                  </a:cubicBezTo>
                  <a:lnTo>
                    <a:pt x="405" y="270"/>
                  </a:lnTo>
                  <a:cubicBezTo>
                    <a:pt x="160" y="366"/>
                    <a:pt x="1" y="606"/>
                    <a:pt x="1" y="871"/>
                  </a:cubicBezTo>
                  <a:lnTo>
                    <a:pt x="1" y="2156"/>
                  </a:lnTo>
                  <a:lnTo>
                    <a:pt x="3013" y="2156"/>
                  </a:lnTo>
                  <a:lnTo>
                    <a:pt x="3013" y="866"/>
                  </a:lnTo>
                  <a:cubicBezTo>
                    <a:pt x="3013" y="602"/>
                    <a:pt x="2854" y="366"/>
                    <a:pt x="2609" y="270"/>
                  </a:cubicBezTo>
                  <a:lnTo>
                    <a:pt x="2128" y="77"/>
                  </a:lnTo>
                  <a:cubicBezTo>
                    <a:pt x="2003" y="24"/>
                    <a:pt x="1868" y="0"/>
                    <a:pt x="1728"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87"/>
            <p:cNvSpPr/>
            <p:nvPr/>
          </p:nvSpPr>
          <p:spPr>
            <a:xfrm>
              <a:off x="3800619" y="2223885"/>
              <a:ext cx="45216" cy="50908"/>
            </a:xfrm>
            <a:custGeom>
              <a:rect b="b" l="l" r="r" t="t"/>
              <a:pathLst>
                <a:path extrusionOk="0" h="1941" w="1724">
                  <a:moveTo>
                    <a:pt x="645" y="1"/>
                  </a:moveTo>
                  <a:cubicBezTo>
                    <a:pt x="289" y="1"/>
                    <a:pt x="1" y="295"/>
                    <a:pt x="1" y="651"/>
                  </a:cubicBezTo>
                  <a:lnTo>
                    <a:pt x="1" y="1079"/>
                  </a:lnTo>
                  <a:cubicBezTo>
                    <a:pt x="1" y="1555"/>
                    <a:pt x="386" y="1940"/>
                    <a:pt x="862" y="1940"/>
                  </a:cubicBezTo>
                  <a:cubicBezTo>
                    <a:pt x="1338" y="1940"/>
                    <a:pt x="1723" y="1555"/>
                    <a:pt x="1723" y="1079"/>
                  </a:cubicBezTo>
                  <a:lnTo>
                    <a:pt x="1723" y="651"/>
                  </a:lnTo>
                  <a:cubicBezTo>
                    <a:pt x="1723" y="295"/>
                    <a:pt x="1435" y="1"/>
                    <a:pt x="1079"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87"/>
            <p:cNvSpPr/>
            <p:nvPr/>
          </p:nvSpPr>
          <p:spPr>
            <a:xfrm>
              <a:off x="3800619" y="2224016"/>
              <a:ext cx="25388" cy="49885"/>
            </a:xfrm>
            <a:custGeom>
              <a:rect b="b" l="l" r="r" t="t"/>
              <a:pathLst>
                <a:path extrusionOk="0" h="1902" w="968">
                  <a:moveTo>
                    <a:pt x="645" y="1"/>
                  </a:moveTo>
                  <a:cubicBezTo>
                    <a:pt x="289" y="1"/>
                    <a:pt x="1" y="290"/>
                    <a:pt x="1" y="646"/>
                  </a:cubicBezTo>
                  <a:lnTo>
                    <a:pt x="1" y="1079"/>
                  </a:lnTo>
                  <a:cubicBezTo>
                    <a:pt x="1" y="1468"/>
                    <a:pt x="265" y="1805"/>
                    <a:pt x="645" y="1901"/>
                  </a:cubicBezTo>
                  <a:lnTo>
                    <a:pt x="645" y="646"/>
                  </a:lnTo>
                  <a:cubicBezTo>
                    <a:pt x="645"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87"/>
            <p:cNvSpPr/>
            <p:nvPr/>
          </p:nvSpPr>
          <p:spPr>
            <a:xfrm>
              <a:off x="3783702" y="2298869"/>
              <a:ext cx="16943" cy="43800"/>
            </a:xfrm>
            <a:custGeom>
              <a:rect b="b" l="l" r="r" t="t"/>
              <a:pathLst>
                <a:path extrusionOk="0" h="1670" w="646">
                  <a:moveTo>
                    <a:pt x="126" y="0"/>
                  </a:moveTo>
                  <a:cubicBezTo>
                    <a:pt x="44" y="111"/>
                    <a:pt x="1" y="246"/>
                    <a:pt x="1" y="380"/>
                  </a:cubicBezTo>
                  <a:lnTo>
                    <a:pt x="1" y="1670"/>
                  </a:lnTo>
                  <a:lnTo>
                    <a:pt x="646" y="1670"/>
                  </a:lnTo>
                  <a:lnTo>
                    <a:pt x="646" y="606"/>
                  </a:lnTo>
                  <a:cubicBezTo>
                    <a:pt x="646" y="467"/>
                    <a:pt x="583" y="342"/>
                    <a:pt x="472" y="260"/>
                  </a:cubicBezTo>
                  <a:lnTo>
                    <a:pt x="12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87"/>
            <p:cNvSpPr/>
            <p:nvPr/>
          </p:nvSpPr>
          <p:spPr>
            <a:xfrm>
              <a:off x="3845809" y="2298869"/>
              <a:ext cx="16943" cy="43800"/>
            </a:xfrm>
            <a:custGeom>
              <a:rect b="b" l="l" r="r" t="t"/>
              <a:pathLst>
                <a:path extrusionOk="0" h="1670" w="646">
                  <a:moveTo>
                    <a:pt x="520" y="0"/>
                  </a:moveTo>
                  <a:lnTo>
                    <a:pt x="174" y="260"/>
                  </a:lnTo>
                  <a:cubicBezTo>
                    <a:pt x="63" y="342"/>
                    <a:pt x="0" y="467"/>
                    <a:pt x="0" y="606"/>
                  </a:cubicBezTo>
                  <a:lnTo>
                    <a:pt x="0" y="1670"/>
                  </a:lnTo>
                  <a:lnTo>
                    <a:pt x="645" y="1670"/>
                  </a:lnTo>
                  <a:lnTo>
                    <a:pt x="645" y="380"/>
                  </a:lnTo>
                  <a:cubicBezTo>
                    <a:pt x="645" y="246"/>
                    <a:pt x="602" y="111"/>
                    <a:pt x="52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87"/>
            <p:cNvSpPr/>
            <p:nvPr/>
          </p:nvSpPr>
          <p:spPr>
            <a:xfrm>
              <a:off x="3575220" y="2162303"/>
              <a:ext cx="292830" cy="185586"/>
            </a:xfrm>
            <a:custGeom>
              <a:rect b="b" l="l" r="r" t="t"/>
              <a:pathLst>
                <a:path extrusionOk="0" h="7076" w="11165">
                  <a:moveTo>
                    <a:pt x="3860" y="405"/>
                  </a:moveTo>
                  <a:cubicBezTo>
                    <a:pt x="4105" y="405"/>
                    <a:pt x="4303" y="602"/>
                    <a:pt x="4303" y="848"/>
                  </a:cubicBezTo>
                  <a:lnTo>
                    <a:pt x="4303" y="1396"/>
                  </a:lnTo>
                  <a:cubicBezTo>
                    <a:pt x="4303" y="1632"/>
                    <a:pt x="4178" y="1849"/>
                    <a:pt x="3971" y="1964"/>
                  </a:cubicBezTo>
                  <a:cubicBezTo>
                    <a:pt x="3913" y="1998"/>
                    <a:pt x="3874" y="2065"/>
                    <a:pt x="3874" y="2137"/>
                  </a:cubicBezTo>
                  <a:lnTo>
                    <a:pt x="3874" y="2363"/>
                  </a:lnTo>
                  <a:lnTo>
                    <a:pt x="3412" y="2363"/>
                  </a:lnTo>
                  <a:lnTo>
                    <a:pt x="3412" y="2132"/>
                  </a:lnTo>
                  <a:cubicBezTo>
                    <a:pt x="3412" y="2065"/>
                    <a:pt x="3374" y="1998"/>
                    <a:pt x="3316" y="1959"/>
                  </a:cubicBezTo>
                  <a:cubicBezTo>
                    <a:pt x="3109" y="1844"/>
                    <a:pt x="2984" y="1627"/>
                    <a:pt x="2984" y="1396"/>
                  </a:cubicBezTo>
                  <a:lnTo>
                    <a:pt x="2984" y="848"/>
                  </a:lnTo>
                  <a:cubicBezTo>
                    <a:pt x="2984" y="602"/>
                    <a:pt x="3181" y="405"/>
                    <a:pt x="3427" y="405"/>
                  </a:cubicBezTo>
                  <a:close/>
                  <a:moveTo>
                    <a:pt x="7733" y="405"/>
                  </a:moveTo>
                  <a:cubicBezTo>
                    <a:pt x="7979" y="405"/>
                    <a:pt x="8176" y="602"/>
                    <a:pt x="8176" y="848"/>
                  </a:cubicBezTo>
                  <a:lnTo>
                    <a:pt x="8176" y="1396"/>
                  </a:lnTo>
                  <a:cubicBezTo>
                    <a:pt x="8176" y="1632"/>
                    <a:pt x="8051" y="1849"/>
                    <a:pt x="7844" y="1964"/>
                  </a:cubicBezTo>
                  <a:cubicBezTo>
                    <a:pt x="7786" y="1998"/>
                    <a:pt x="7748" y="2065"/>
                    <a:pt x="7748" y="2137"/>
                  </a:cubicBezTo>
                  <a:lnTo>
                    <a:pt x="7748" y="2363"/>
                  </a:lnTo>
                  <a:lnTo>
                    <a:pt x="7286" y="2363"/>
                  </a:lnTo>
                  <a:lnTo>
                    <a:pt x="7286" y="2132"/>
                  </a:lnTo>
                  <a:cubicBezTo>
                    <a:pt x="7286" y="2065"/>
                    <a:pt x="7247" y="1998"/>
                    <a:pt x="7190" y="1959"/>
                  </a:cubicBezTo>
                  <a:cubicBezTo>
                    <a:pt x="6983" y="1844"/>
                    <a:pt x="6858" y="1627"/>
                    <a:pt x="6858" y="1396"/>
                  </a:cubicBezTo>
                  <a:lnTo>
                    <a:pt x="6858" y="848"/>
                  </a:lnTo>
                  <a:cubicBezTo>
                    <a:pt x="6858" y="602"/>
                    <a:pt x="7055" y="405"/>
                    <a:pt x="7300" y="405"/>
                  </a:cubicBezTo>
                  <a:close/>
                  <a:moveTo>
                    <a:pt x="1921" y="2556"/>
                  </a:moveTo>
                  <a:cubicBezTo>
                    <a:pt x="2166" y="2556"/>
                    <a:pt x="2368" y="2753"/>
                    <a:pt x="2368" y="3003"/>
                  </a:cubicBezTo>
                  <a:lnTo>
                    <a:pt x="2368" y="3547"/>
                  </a:lnTo>
                  <a:cubicBezTo>
                    <a:pt x="2368" y="3783"/>
                    <a:pt x="2243" y="3999"/>
                    <a:pt x="2036" y="4115"/>
                  </a:cubicBezTo>
                  <a:cubicBezTo>
                    <a:pt x="1974" y="4153"/>
                    <a:pt x="1935" y="4221"/>
                    <a:pt x="1935" y="4288"/>
                  </a:cubicBezTo>
                  <a:lnTo>
                    <a:pt x="1935" y="4519"/>
                  </a:lnTo>
                  <a:lnTo>
                    <a:pt x="1478" y="4519"/>
                  </a:lnTo>
                  <a:lnTo>
                    <a:pt x="1478" y="4288"/>
                  </a:lnTo>
                  <a:cubicBezTo>
                    <a:pt x="1478" y="4216"/>
                    <a:pt x="1440" y="4149"/>
                    <a:pt x="1377" y="4115"/>
                  </a:cubicBezTo>
                  <a:cubicBezTo>
                    <a:pt x="1175" y="3999"/>
                    <a:pt x="1050" y="3783"/>
                    <a:pt x="1050" y="3547"/>
                  </a:cubicBezTo>
                  <a:lnTo>
                    <a:pt x="1050" y="3003"/>
                  </a:lnTo>
                  <a:cubicBezTo>
                    <a:pt x="1050" y="2758"/>
                    <a:pt x="1247" y="2556"/>
                    <a:pt x="1493" y="2556"/>
                  </a:cubicBezTo>
                  <a:close/>
                  <a:moveTo>
                    <a:pt x="5794" y="2556"/>
                  </a:moveTo>
                  <a:cubicBezTo>
                    <a:pt x="6040" y="2556"/>
                    <a:pt x="6242" y="2753"/>
                    <a:pt x="6242" y="3003"/>
                  </a:cubicBezTo>
                  <a:lnTo>
                    <a:pt x="6242" y="3547"/>
                  </a:lnTo>
                  <a:cubicBezTo>
                    <a:pt x="6242" y="3783"/>
                    <a:pt x="6117" y="3999"/>
                    <a:pt x="5910" y="4115"/>
                  </a:cubicBezTo>
                  <a:cubicBezTo>
                    <a:pt x="5847" y="4153"/>
                    <a:pt x="5809" y="4221"/>
                    <a:pt x="5809" y="4288"/>
                  </a:cubicBezTo>
                  <a:lnTo>
                    <a:pt x="5809" y="4519"/>
                  </a:lnTo>
                  <a:lnTo>
                    <a:pt x="5352" y="4519"/>
                  </a:lnTo>
                  <a:lnTo>
                    <a:pt x="5352" y="4288"/>
                  </a:lnTo>
                  <a:cubicBezTo>
                    <a:pt x="5352" y="4216"/>
                    <a:pt x="5313" y="4149"/>
                    <a:pt x="5251" y="4115"/>
                  </a:cubicBezTo>
                  <a:cubicBezTo>
                    <a:pt x="5048" y="3999"/>
                    <a:pt x="4923" y="3783"/>
                    <a:pt x="4923" y="3547"/>
                  </a:cubicBezTo>
                  <a:lnTo>
                    <a:pt x="4923" y="3003"/>
                  </a:lnTo>
                  <a:cubicBezTo>
                    <a:pt x="4923" y="2758"/>
                    <a:pt x="5121" y="2556"/>
                    <a:pt x="5366" y="2556"/>
                  </a:cubicBezTo>
                  <a:close/>
                  <a:moveTo>
                    <a:pt x="9676" y="2561"/>
                  </a:moveTo>
                  <a:cubicBezTo>
                    <a:pt x="9918" y="2561"/>
                    <a:pt x="10115" y="2761"/>
                    <a:pt x="10115" y="3003"/>
                  </a:cubicBezTo>
                  <a:lnTo>
                    <a:pt x="10115" y="3552"/>
                  </a:lnTo>
                  <a:cubicBezTo>
                    <a:pt x="10115" y="3783"/>
                    <a:pt x="9990" y="3999"/>
                    <a:pt x="9783" y="4120"/>
                  </a:cubicBezTo>
                  <a:cubicBezTo>
                    <a:pt x="9721" y="4153"/>
                    <a:pt x="9682" y="4221"/>
                    <a:pt x="9682" y="4293"/>
                  </a:cubicBezTo>
                  <a:lnTo>
                    <a:pt x="9682" y="4519"/>
                  </a:lnTo>
                  <a:lnTo>
                    <a:pt x="9225" y="4519"/>
                  </a:lnTo>
                  <a:lnTo>
                    <a:pt x="9225" y="4288"/>
                  </a:lnTo>
                  <a:cubicBezTo>
                    <a:pt x="9225" y="4216"/>
                    <a:pt x="9187" y="4149"/>
                    <a:pt x="9124" y="4115"/>
                  </a:cubicBezTo>
                  <a:cubicBezTo>
                    <a:pt x="8922" y="3999"/>
                    <a:pt x="8797" y="3783"/>
                    <a:pt x="8797" y="3547"/>
                  </a:cubicBezTo>
                  <a:lnTo>
                    <a:pt x="8797" y="3003"/>
                  </a:lnTo>
                  <a:cubicBezTo>
                    <a:pt x="8797" y="2758"/>
                    <a:pt x="8994" y="2561"/>
                    <a:pt x="9239" y="2561"/>
                  </a:cubicBezTo>
                  <a:lnTo>
                    <a:pt x="9668" y="2561"/>
                  </a:lnTo>
                  <a:cubicBezTo>
                    <a:pt x="9671" y="2561"/>
                    <a:pt x="9673" y="2561"/>
                    <a:pt x="9676" y="2561"/>
                  </a:cubicBezTo>
                  <a:close/>
                  <a:moveTo>
                    <a:pt x="3869" y="1"/>
                  </a:moveTo>
                  <a:cubicBezTo>
                    <a:pt x="3866" y="1"/>
                    <a:pt x="3863" y="1"/>
                    <a:pt x="3860" y="1"/>
                  </a:cubicBezTo>
                  <a:lnTo>
                    <a:pt x="3427" y="1"/>
                  </a:lnTo>
                  <a:cubicBezTo>
                    <a:pt x="2960" y="6"/>
                    <a:pt x="2585" y="381"/>
                    <a:pt x="2585" y="848"/>
                  </a:cubicBezTo>
                  <a:lnTo>
                    <a:pt x="2585" y="1391"/>
                  </a:lnTo>
                  <a:cubicBezTo>
                    <a:pt x="2585" y="1728"/>
                    <a:pt x="2744" y="2046"/>
                    <a:pt x="3018" y="2243"/>
                  </a:cubicBezTo>
                  <a:lnTo>
                    <a:pt x="3018" y="2431"/>
                  </a:lnTo>
                  <a:lnTo>
                    <a:pt x="2657" y="2570"/>
                  </a:lnTo>
                  <a:cubicBezTo>
                    <a:pt x="2619" y="2508"/>
                    <a:pt x="2570" y="2450"/>
                    <a:pt x="2522" y="2402"/>
                  </a:cubicBezTo>
                  <a:cubicBezTo>
                    <a:pt x="2363" y="2243"/>
                    <a:pt x="2147" y="2152"/>
                    <a:pt x="1926" y="2152"/>
                  </a:cubicBezTo>
                  <a:lnTo>
                    <a:pt x="1488" y="2152"/>
                  </a:lnTo>
                  <a:cubicBezTo>
                    <a:pt x="1026" y="2157"/>
                    <a:pt x="651" y="2537"/>
                    <a:pt x="646" y="2999"/>
                  </a:cubicBezTo>
                  <a:lnTo>
                    <a:pt x="646" y="3547"/>
                  </a:lnTo>
                  <a:cubicBezTo>
                    <a:pt x="651" y="3884"/>
                    <a:pt x="809" y="4197"/>
                    <a:pt x="1079" y="4394"/>
                  </a:cubicBezTo>
                  <a:lnTo>
                    <a:pt x="1079" y="4582"/>
                  </a:lnTo>
                  <a:lnTo>
                    <a:pt x="535" y="4798"/>
                  </a:lnTo>
                  <a:cubicBezTo>
                    <a:pt x="213" y="4928"/>
                    <a:pt x="1" y="5241"/>
                    <a:pt x="6" y="5587"/>
                  </a:cubicBezTo>
                  <a:lnTo>
                    <a:pt x="6" y="6877"/>
                  </a:lnTo>
                  <a:cubicBezTo>
                    <a:pt x="6" y="7009"/>
                    <a:pt x="106" y="7075"/>
                    <a:pt x="206" y="7075"/>
                  </a:cubicBezTo>
                  <a:cubicBezTo>
                    <a:pt x="306" y="7075"/>
                    <a:pt x="408" y="7009"/>
                    <a:pt x="410" y="6877"/>
                  </a:cubicBezTo>
                  <a:lnTo>
                    <a:pt x="410" y="5587"/>
                  </a:lnTo>
                  <a:cubicBezTo>
                    <a:pt x="405" y="5404"/>
                    <a:pt x="516" y="5241"/>
                    <a:pt x="689" y="5173"/>
                  </a:cubicBezTo>
                  <a:lnTo>
                    <a:pt x="1319" y="4923"/>
                  </a:lnTo>
                  <a:lnTo>
                    <a:pt x="2104" y="4923"/>
                  </a:lnTo>
                  <a:lnTo>
                    <a:pt x="2739" y="5173"/>
                  </a:lnTo>
                  <a:cubicBezTo>
                    <a:pt x="2907" y="5241"/>
                    <a:pt x="3018" y="5404"/>
                    <a:pt x="3018" y="5587"/>
                  </a:cubicBezTo>
                  <a:lnTo>
                    <a:pt x="3018" y="6877"/>
                  </a:lnTo>
                  <a:cubicBezTo>
                    <a:pt x="3018" y="7009"/>
                    <a:pt x="3118" y="7075"/>
                    <a:pt x="3218" y="7075"/>
                  </a:cubicBezTo>
                  <a:cubicBezTo>
                    <a:pt x="3317" y="7075"/>
                    <a:pt x="3417" y="7009"/>
                    <a:pt x="3417" y="6877"/>
                  </a:cubicBezTo>
                  <a:lnTo>
                    <a:pt x="3417" y="5587"/>
                  </a:lnTo>
                  <a:cubicBezTo>
                    <a:pt x="3422" y="5241"/>
                    <a:pt x="3210" y="4928"/>
                    <a:pt x="2888" y="4803"/>
                  </a:cubicBezTo>
                  <a:lnTo>
                    <a:pt x="2344" y="4586"/>
                  </a:lnTo>
                  <a:lnTo>
                    <a:pt x="2344" y="4399"/>
                  </a:lnTo>
                  <a:cubicBezTo>
                    <a:pt x="2614" y="4197"/>
                    <a:pt x="2772" y="3884"/>
                    <a:pt x="2777" y="3547"/>
                  </a:cubicBezTo>
                  <a:lnTo>
                    <a:pt x="2777" y="3003"/>
                  </a:lnTo>
                  <a:lnTo>
                    <a:pt x="2777" y="2960"/>
                  </a:lnTo>
                  <a:lnTo>
                    <a:pt x="3258" y="2768"/>
                  </a:lnTo>
                  <a:lnTo>
                    <a:pt x="4038" y="2768"/>
                  </a:lnTo>
                  <a:lnTo>
                    <a:pt x="4519" y="2960"/>
                  </a:lnTo>
                  <a:lnTo>
                    <a:pt x="4519" y="3003"/>
                  </a:lnTo>
                  <a:lnTo>
                    <a:pt x="4519" y="3547"/>
                  </a:lnTo>
                  <a:cubicBezTo>
                    <a:pt x="4519" y="3884"/>
                    <a:pt x="4683" y="4197"/>
                    <a:pt x="4952" y="4399"/>
                  </a:cubicBezTo>
                  <a:lnTo>
                    <a:pt x="4952" y="4582"/>
                  </a:lnTo>
                  <a:lnTo>
                    <a:pt x="4408" y="4803"/>
                  </a:lnTo>
                  <a:cubicBezTo>
                    <a:pt x="4086" y="4928"/>
                    <a:pt x="3874" y="5241"/>
                    <a:pt x="3879" y="5587"/>
                  </a:cubicBezTo>
                  <a:lnTo>
                    <a:pt x="3879" y="6877"/>
                  </a:lnTo>
                  <a:cubicBezTo>
                    <a:pt x="3879" y="7009"/>
                    <a:pt x="3979" y="7075"/>
                    <a:pt x="4079" y="7075"/>
                  </a:cubicBezTo>
                  <a:cubicBezTo>
                    <a:pt x="4179" y="7075"/>
                    <a:pt x="4279" y="7009"/>
                    <a:pt x="4279" y="6877"/>
                  </a:cubicBezTo>
                  <a:lnTo>
                    <a:pt x="4279" y="5587"/>
                  </a:lnTo>
                  <a:cubicBezTo>
                    <a:pt x="4279" y="5404"/>
                    <a:pt x="4389" y="5241"/>
                    <a:pt x="4558" y="5173"/>
                  </a:cubicBezTo>
                  <a:lnTo>
                    <a:pt x="5193" y="4923"/>
                  </a:lnTo>
                  <a:lnTo>
                    <a:pt x="5977" y="4923"/>
                  </a:lnTo>
                  <a:lnTo>
                    <a:pt x="6607" y="5173"/>
                  </a:lnTo>
                  <a:cubicBezTo>
                    <a:pt x="6776" y="5241"/>
                    <a:pt x="6887" y="5404"/>
                    <a:pt x="6887" y="5587"/>
                  </a:cubicBezTo>
                  <a:lnTo>
                    <a:pt x="6887" y="6877"/>
                  </a:lnTo>
                  <a:cubicBezTo>
                    <a:pt x="6887" y="7009"/>
                    <a:pt x="6988" y="7075"/>
                    <a:pt x="7089" y="7075"/>
                  </a:cubicBezTo>
                  <a:cubicBezTo>
                    <a:pt x="7190" y="7075"/>
                    <a:pt x="7291" y="7009"/>
                    <a:pt x="7291" y="6877"/>
                  </a:cubicBezTo>
                  <a:lnTo>
                    <a:pt x="7291" y="5587"/>
                  </a:lnTo>
                  <a:cubicBezTo>
                    <a:pt x="7291" y="5241"/>
                    <a:pt x="7079" y="4928"/>
                    <a:pt x="6757" y="4803"/>
                  </a:cubicBezTo>
                  <a:lnTo>
                    <a:pt x="6218" y="4586"/>
                  </a:lnTo>
                  <a:lnTo>
                    <a:pt x="6218" y="4399"/>
                  </a:lnTo>
                  <a:cubicBezTo>
                    <a:pt x="6487" y="4197"/>
                    <a:pt x="6646" y="3884"/>
                    <a:pt x="6646" y="3547"/>
                  </a:cubicBezTo>
                  <a:lnTo>
                    <a:pt x="6646" y="3003"/>
                  </a:lnTo>
                  <a:lnTo>
                    <a:pt x="6646" y="2960"/>
                  </a:lnTo>
                  <a:lnTo>
                    <a:pt x="7127" y="2768"/>
                  </a:lnTo>
                  <a:lnTo>
                    <a:pt x="7911" y="2768"/>
                  </a:lnTo>
                  <a:lnTo>
                    <a:pt x="8393" y="2960"/>
                  </a:lnTo>
                  <a:lnTo>
                    <a:pt x="8393" y="3003"/>
                  </a:lnTo>
                  <a:lnTo>
                    <a:pt x="8393" y="3547"/>
                  </a:lnTo>
                  <a:cubicBezTo>
                    <a:pt x="8393" y="3884"/>
                    <a:pt x="8551" y="4197"/>
                    <a:pt x="8821" y="4399"/>
                  </a:cubicBezTo>
                  <a:lnTo>
                    <a:pt x="8821" y="4582"/>
                  </a:lnTo>
                  <a:lnTo>
                    <a:pt x="8282" y="4803"/>
                  </a:lnTo>
                  <a:cubicBezTo>
                    <a:pt x="7960" y="4928"/>
                    <a:pt x="7748" y="5241"/>
                    <a:pt x="7748" y="5587"/>
                  </a:cubicBezTo>
                  <a:lnTo>
                    <a:pt x="7748" y="6877"/>
                  </a:lnTo>
                  <a:cubicBezTo>
                    <a:pt x="7748" y="7009"/>
                    <a:pt x="7849" y="7075"/>
                    <a:pt x="7950" y="7075"/>
                  </a:cubicBezTo>
                  <a:cubicBezTo>
                    <a:pt x="8051" y="7075"/>
                    <a:pt x="8152" y="7009"/>
                    <a:pt x="8152" y="6877"/>
                  </a:cubicBezTo>
                  <a:lnTo>
                    <a:pt x="8152" y="5587"/>
                  </a:lnTo>
                  <a:cubicBezTo>
                    <a:pt x="8152" y="5404"/>
                    <a:pt x="8263" y="5241"/>
                    <a:pt x="8431" y="5173"/>
                  </a:cubicBezTo>
                  <a:lnTo>
                    <a:pt x="9066" y="4923"/>
                  </a:lnTo>
                  <a:lnTo>
                    <a:pt x="9846" y="4923"/>
                  </a:lnTo>
                  <a:lnTo>
                    <a:pt x="10481" y="5173"/>
                  </a:lnTo>
                  <a:cubicBezTo>
                    <a:pt x="10649" y="5241"/>
                    <a:pt x="10760" y="5404"/>
                    <a:pt x="10760" y="5587"/>
                  </a:cubicBezTo>
                  <a:lnTo>
                    <a:pt x="10760" y="6877"/>
                  </a:lnTo>
                  <a:cubicBezTo>
                    <a:pt x="10760" y="7009"/>
                    <a:pt x="10861" y="7075"/>
                    <a:pt x="10962" y="7075"/>
                  </a:cubicBezTo>
                  <a:cubicBezTo>
                    <a:pt x="11063" y="7075"/>
                    <a:pt x="11164" y="7009"/>
                    <a:pt x="11164" y="6877"/>
                  </a:cubicBezTo>
                  <a:lnTo>
                    <a:pt x="11164" y="5587"/>
                  </a:lnTo>
                  <a:cubicBezTo>
                    <a:pt x="11164" y="5241"/>
                    <a:pt x="10952" y="4928"/>
                    <a:pt x="10630" y="4803"/>
                  </a:cubicBezTo>
                  <a:lnTo>
                    <a:pt x="10091" y="4586"/>
                  </a:lnTo>
                  <a:lnTo>
                    <a:pt x="10091" y="4399"/>
                  </a:lnTo>
                  <a:cubicBezTo>
                    <a:pt x="10361" y="4197"/>
                    <a:pt x="10519" y="3884"/>
                    <a:pt x="10519" y="3547"/>
                  </a:cubicBezTo>
                  <a:lnTo>
                    <a:pt x="10519" y="3003"/>
                  </a:lnTo>
                  <a:cubicBezTo>
                    <a:pt x="10519" y="2532"/>
                    <a:pt x="10139" y="2157"/>
                    <a:pt x="9673" y="2157"/>
                  </a:cubicBezTo>
                  <a:lnTo>
                    <a:pt x="9239" y="2157"/>
                  </a:lnTo>
                  <a:cubicBezTo>
                    <a:pt x="8941" y="2157"/>
                    <a:pt x="8662" y="2315"/>
                    <a:pt x="8513" y="2575"/>
                  </a:cubicBezTo>
                  <a:lnTo>
                    <a:pt x="8152" y="2431"/>
                  </a:lnTo>
                  <a:lnTo>
                    <a:pt x="8152" y="2243"/>
                  </a:lnTo>
                  <a:cubicBezTo>
                    <a:pt x="8421" y="2046"/>
                    <a:pt x="8580" y="1728"/>
                    <a:pt x="8585" y="1396"/>
                  </a:cubicBezTo>
                  <a:lnTo>
                    <a:pt x="8585" y="848"/>
                  </a:lnTo>
                  <a:cubicBezTo>
                    <a:pt x="8585" y="381"/>
                    <a:pt x="8205" y="1"/>
                    <a:pt x="7738" y="1"/>
                  </a:cubicBezTo>
                  <a:lnTo>
                    <a:pt x="7300" y="1"/>
                  </a:lnTo>
                  <a:cubicBezTo>
                    <a:pt x="6838" y="6"/>
                    <a:pt x="6463" y="381"/>
                    <a:pt x="6458" y="848"/>
                  </a:cubicBezTo>
                  <a:lnTo>
                    <a:pt x="6458" y="1391"/>
                  </a:lnTo>
                  <a:cubicBezTo>
                    <a:pt x="6463" y="1728"/>
                    <a:pt x="6622" y="2041"/>
                    <a:pt x="6891" y="2243"/>
                  </a:cubicBezTo>
                  <a:lnTo>
                    <a:pt x="6891" y="2426"/>
                  </a:lnTo>
                  <a:lnTo>
                    <a:pt x="6530" y="2570"/>
                  </a:lnTo>
                  <a:cubicBezTo>
                    <a:pt x="6492" y="2508"/>
                    <a:pt x="6449" y="2450"/>
                    <a:pt x="6396" y="2397"/>
                  </a:cubicBezTo>
                  <a:cubicBezTo>
                    <a:pt x="6237" y="2243"/>
                    <a:pt x="6020" y="2152"/>
                    <a:pt x="5799" y="2152"/>
                  </a:cubicBezTo>
                  <a:lnTo>
                    <a:pt x="5366" y="2152"/>
                  </a:lnTo>
                  <a:cubicBezTo>
                    <a:pt x="5063" y="2157"/>
                    <a:pt x="4789" y="2315"/>
                    <a:pt x="4639" y="2575"/>
                  </a:cubicBezTo>
                  <a:lnTo>
                    <a:pt x="4279" y="2431"/>
                  </a:lnTo>
                  <a:lnTo>
                    <a:pt x="4279" y="2243"/>
                  </a:lnTo>
                  <a:cubicBezTo>
                    <a:pt x="4548" y="2046"/>
                    <a:pt x="4707" y="1728"/>
                    <a:pt x="4707" y="1396"/>
                  </a:cubicBezTo>
                  <a:lnTo>
                    <a:pt x="4707" y="848"/>
                  </a:lnTo>
                  <a:cubicBezTo>
                    <a:pt x="4707" y="379"/>
                    <a:pt x="4331" y="1"/>
                    <a:pt x="3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87"/>
            <p:cNvSpPr/>
            <p:nvPr/>
          </p:nvSpPr>
          <p:spPr>
            <a:xfrm>
              <a:off x="3658650" y="1987286"/>
              <a:ext cx="125840" cy="168643"/>
            </a:xfrm>
            <a:custGeom>
              <a:rect b="b" l="l" r="r" t="t"/>
              <a:pathLst>
                <a:path extrusionOk="0" h="6430" w="4798">
                  <a:moveTo>
                    <a:pt x="2613" y="404"/>
                  </a:moveTo>
                  <a:cubicBezTo>
                    <a:pt x="2859" y="404"/>
                    <a:pt x="3056" y="601"/>
                    <a:pt x="3056" y="847"/>
                  </a:cubicBezTo>
                  <a:lnTo>
                    <a:pt x="3056" y="1280"/>
                  </a:lnTo>
                  <a:cubicBezTo>
                    <a:pt x="3090" y="1665"/>
                    <a:pt x="2786" y="1992"/>
                    <a:pt x="2397" y="1992"/>
                  </a:cubicBezTo>
                  <a:cubicBezTo>
                    <a:pt x="2012" y="1992"/>
                    <a:pt x="1709" y="1665"/>
                    <a:pt x="1738" y="1280"/>
                  </a:cubicBezTo>
                  <a:lnTo>
                    <a:pt x="1738" y="847"/>
                  </a:lnTo>
                  <a:cubicBezTo>
                    <a:pt x="1738" y="601"/>
                    <a:pt x="1935" y="404"/>
                    <a:pt x="2185" y="404"/>
                  </a:cubicBezTo>
                  <a:close/>
                  <a:moveTo>
                    <a:pt x="2628" y="2314"/>
                  </a:moveTo>
                  <a:lnTo>
                    <a:pt x="2628" y="2435"/>
                  </a:lnTo>
                  <a:cubicBezTo>
                    <a:pt x="2628" y="2512"/>
                    <a:pt x="2647" y="2584"/>
                    <a:pt x="2685" y="2646"/>
                  </a:cubicBezTo>
                  <a:lnTo>
                    <a:pt x="2411" y="2921"/>
                  </a:lnTo>
                  <a:cubicBezTo>
                    <a:pt x="2406" y="2923"/>
                    <a:pt x="2403" y="2924"/>
                    <a:pt x="2400" y="2924"/>
                  </a:cubicBezTo>
                  <a:cubicBezTo>
                    <a:pt x="2397" y="2924"/>
                    <a:pt x="2394" y="2923"/>
                    <a:pt x="2392" y="2921"/>
                  </a:cubicBezTo>
                  <a:lnTo>
                    <a:pt x="2113" y="2646"/>
                  </a:lnTo>
                  <a:cubicBezTo>
                    <a:pt x="2151" y="2584"/>
                    <a:pt x="2171" y="2512"/>
                    <a:pt x="2171" y="2435"/>
                  </a:cubicBezTo>
                  <a:lnTo>
                    <a:pt x="2171" y="2314"/>
                  </a:lnTo>
                  <a:cubicBezTo>
                    <a:pt x="2248" y="2334"/>
                    <a:pt x="2325" y="2343"/>
                    <a:pt x="2402" y="2343"/>
                  </a:cubicBezTo>
                  <a:cubicBezTo>
                    <a:pt x="2479" y="2343"/>
                    <a:pt x="2556" y="2334"/>
                    <a:pt x="2628" y="2314"/>
                  </a:cubicBezTo>
                  <a:close/>
                  <a:moveTo>
                    <a:pt x="3013" y="2887"/>
                  </a:moveTo>
                  <a:lnTo>
                    <a:pt x="3364" y="3060"/>
                  </a:lnTo>
                  <a:cubicBezTo>
                    <a:pt x="3441" y="3099"/>
                    <a:pt x="3489" y="3181"/>
                    <a:pt x="3489" y="3267"/>
                  </a:cubicBezTo>
                  <a:lnTo>
                    <a:pt x="3489" y="3662"/>
                  </a:lnTo>
                  <a:lnTo>
                    <a:pt x="1309" y="3662"/>
                  </a:lnTo>
                  <a:lnTo>
                    <a:pt x="1309" y="3267"/>
                  </a:lnTo>
                  <a:cubicBezTo>
                    <a:pt x="1309" y="3181"/>
                    <a:pt x="1357" y="3099"/>
                    <a:pt x="1434" y="3060"/>
                  </a:cubicBezTo>
                  <a:lnTo>
                    <a:pt x="1786" y="2887"/>
                  </a:lnTo>
                  <a:lnTo>
                    <a:pt x="2103" y="3205"/>
                  </a:lnTo>
                  <a:cubicBezTo>
                    <a:pt x="2185" y="3286"/>
                    <a:pt x="2292" y="3327"/>
                    <a:pt x="2399" y="3327"/>
                  </a:cubicBezTo>
                  <a:cubicBezTo>
                    <a:pt x="2506" y="3327"/>
                    <a:pt x="2613" y="3286"/>
                    <a:pt x="2695" y="3205"/>
                  </a:cubicBezTo>
                  <a:lnTo>
                    <a:pt x="3013" y="2887"/>
                  </a:lnTo>
                  <a:close/>
                  <a:moveTo>
                    <a:pt x="4225" y="4061"/>
                  </a:moveTo>
                  <a:lnTo>
                    <a:pt x="3994" y="4523"/>
                  </a:lnTo>
                  <a:lnTo>
                    <a:pt x="804" y="4523"/>
                  </a:lnTo>
                  <a:lnTo>
                    <a:pt x="573" y="4061"/>
                  </a:lnTo>
                  <a:close/>
                  <a:moveTo>
                    <a:pt x="2180" y="0"/>
                  </a:moveTo>
                  <a:cubicBezTo>
                    <a:pt x="1713" y="5"/>
                    <a:pt x="1338" y="385"/>
                    <a:pt x="1338" y="847"/>
                  </a:cubicBezTo>
                  <a:lnTo>
                    <a:pt x="1338" y="1280"/>
                  </a:lnTo>
                  <a:cubicBezTo>
                    <a:pt x="1338" y="1612"/>
                    <a:pt x="1497" y="1930"/>
                    <a:pt x="1771" y="2132"/>
                  </a:cubicBezTo>
                  <a:lnTo>
                    <a:pt x="1771" y="2136"/>
                  </a:lnTo>
                  <a:lnTo>
                    <a:pt x="1771" y="2435"/>
                  </a:lnTo>
                  <a:cubicBezTo>
                    <a:pt x="1771" y="2440"/>
                    <a:pt x="1766" y="2444"/>
                    <a:pt x="1762" y="2449"/>
                  </a:cubicBezTo>
                  <a:lnTo>
                    <a:pt x="1256" y="2699"/>
                  </a:lnTo>
                  <a:cubicBezTo>
                    <a:pt x="1045" y="2805"/>
                    <a:pt x="905" y="3027"/>
                    <a:pt x="910" y="3267"/>
                  </a:cubicBezTo>
                  <a:lnTo>
                    <a:pt x="910" y="3657"/>
                  </a:lnTo>
                  <a:lnTo>
                    <a:pt x="246" y="3657"/>
                  </a:lnTo>
                  <a:cubicBezTo>
                    <a:pt x="97" y="3657"/>
                    <a:pt x="0" y="3816"/>
                    <a:pt x="68" y="3950"/>
                  </a:cubicBezTo>
                  <a:lnTo>
                    <a:pt x="496" y="4812"/>
                  </a:lnTo>
                  <a:cubicBezTo>
                    <a:pt x="530" y="4879"/>
                    <a:pt x="602" y="4922"/>
                    <a:pt x="679" y="4922"/>
                  </a:cubicBezTo>
                  <a:lnTo>
                    <a:pt x="905" y="4922"/>
                  </a:lnTo>
                  <a:lnTo>
                    <a:pt x="905" y="6231"/>
                  </a:lnTo>
                  <a:cubicBezTo>
                    <a:pt x="905" y="6364"/>
                    <a:pt x="1006" y="6430"/>
                    <a:pt x="1107" y="6430"/>
                  </a:cubicBezTo>
                  <a:cubicBezTo>
                    <a:pt x="1208" y="6430"/>
                    <a:pt x="1309" y="6364"/>
                    <a:pt x="1309" y="6231"/>
                  </a:cubicBezTo>
                  <a:lnTo>
                    <a:pt x="1309" y="4922"/>
                  </a:lnTo>
                  <a:lnTo>
                    <a:pt x="3489" y="4922"/>
                  </a:lnTo>
                  <a:lnTo>
                    <a:pt x="3489" y="6231"/>
                  </a:lnTo>
                  <a:cubicBezTo>
                    <a:pt x="3489" y="6364"/>
                    <a:pt x="3590" y="6430"/>
                    <a:pt x="3691" y="6430"/>
                  </a:cubicBezTo>
                  <a:cubicBezTo>
                    <a:pt x="3792" y="6430"/>
                    <a:pt x="3893" y="6364"/>
                    <a:pt x="3893" y="6231"/>
                  </a:cubicBezTo>
                  <a:lnTo>
                    <a:pt x="3893" y="4922"/>
                  </a:lnTo>
                  <a:lnTo>
                    <a:pt x="4119" y="4922"/>
                  </a:lnTo>
                  <a:cubicBezTo>
                    <a:pt x="4196" y="4922"/>
                    <a:pt x="4269" y="4879"/>
                    <a:pt x="4302" y="4812"/>
                  </a:cubicBezTo>
                  <a:lnTo>
                    <a:pt x="4730" y="3950"/>
                  </a:lnTo>
                  <a:cubicBezTo>
                    <a:pt x="4798" y="3816"/>
                    <a:pt x="4702" y="3662"/>
                    <a:pt x="4552" y="3662"/>
                  </a:cubicBezTo>
                  <a:lnTo>
                    <a:pt x="3888" y="3662"/>
                  </a:lnTo>
                  <a:lnTo>
                    <a:pt x="3888" y="3267"/>
                  </a:lnTo>
                  <a:cubicBezTo>
                    <a:pt x="3888" y="3027"/>
                    <a:pt x="3754" y="2810"/>
                    <a:pt x="3542" y="2704"/>
                  </a:cubicBezTo>
                  <a:lnTo>
                    <a:pt x="3037" y="2449"/>
                  </a:lnTo>
                  <a:cubicBezTo>
                    <a:pt x="3032" y="2449"/>
                    <a:pt x="3027" y="2444"/>
                    <a:pt x="3027" y="2440"/>
                  </a:cubicBezTo>
                  <a:lnTo>
                    <a:pt x="3027" y="2141"/>
                  </a:lnTo>
                  <a:lnTo>
                    <a:pt x="3027" y="2132"/>
                  </a:lnTo>
                  <a:cubicBezTo>
                    <a:pt x="3301" y="1934"/>
                    <a:pt x="3460" y="1617"/>
                    <a:pt x="3460" y="1280"/>
                  </a:cubicBezTo>
                  <a:lnTo>
                    <a:pt x="3460" y="847"/>
                  </a:lnTo>
                  <a:cubicBezTo>
                    <a:pt x="3460" y="380"/>
                    <a:pt x="3080" y="5"/>
                    <a:pt x="2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87"/>
            <p:cNvSpPr/>
            <p:nvPr/>
          </p:nvSpPr>
          <p:spPr>
            <a:xfrm>
              <a:off x="3703315" y="2128495"/>
              <a:ext cx="36640" cy="10491"/>
            </a:xfrm>
            <a:custGeom>
              <a:rect b="b" l="l" r="r" t="t"/>
              <a:pathLst>
                <a:path extrusionOk="0" h="400" w="1397">
                  <a:moveTo>
                    <a:pt x="265" y="0"/>
                  </a:moveTo>
                  <a:cubicBezTo>
                    <a:pt x="1" y="0"/>
                    <a:pt x="1" y="400"/>
                    <a:pt x="265" y="400"/>
                  </a:cubicBezTo>
                  <a:lnTo>
                    <a:pt x="1127" y="400"/>
                  </a:lnTo>
                  <a:cubicBezTo>
                    <a:pt x="1396" y="400"/>
                    <a:pt x="1396" y="0"/>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9" name="Google Shape;15099;p87"/>
          <p:cNvGrpSpPr/>
          <p:nvPr/>
        </p:nvGrpSpPr>
        <p:grpSpPr>
          <a:xfrm>
            <a:off x="2224399" y="1510182"/>
            <a:ext cx="328237" cy="348904"/>
            <a:chOff x="2224399" y="1510182"/>
            <a:chExt cx="328237" cy="348904"/>
          </a:xfrm>
        </p:grpSpPr>
        <p:sp>
          <p:nvSpPr>
            <p:cNvPr id="15100" name="Google Shape;15100;p87"/>
            <p:cNvSpPr/>
            <p:nvPr/>
          </p:nvSpPr>
          <p:spPr>
            <a:xfrm>
              <a:off x="2386800" y="1515218"/>
              <a:ext cx="165836" cy="142835"/>
            </a:xfrm>
            <a:custGeom>
              <a:rect b="b" l="l" r="r" t="t"/>
              <a:pathLst>
                <a:path extrusionOk="0" h="5446" w="6323">
                  <a:moveTo>
                    <a:pt x="3187" y="1"/>
                  </a:moveTo>
                  <a:cubicBezTo>
                    <a:pt x="3152" y="1"/>
                    <a:pt x="3116" y="2"/>
                    <a:pt x="3080" y="3"/>
                  </a:cubicBezTo>
                  <a:cubicBezTo>
                    <a:pt x="1069" y="85"/>
                    <a:pt x="1" y="2414"/>
                    <a:pt x="1252" y="3992"/>
                  </a:cubicBezTo>
                  <a:lnTo>
                    <a:pt x="1184" y="5445"/>
                  </a:lnTo>
                  <a:lnTo>
                    <a:pt x="2503" y="4829"/>
                  </a:lnTo>
                  <a:cubicBezTo>
                    <a:pt x="2727" y="4893"/>
                    <a:pt x="2954" y="4924"/>
                    <a:pt x="3179" y="4924"/>
                  </a:cubicBezTo>
                  <a:cubicBezTo>
                    <a:pt x="3986" y="4924"/>
                    <a:pt x="4759" y="4525"/>
                    <a:pt x="5226" y="3828"/>
                  </a:cubicBezTo>
                  <a:cubicBezTo>
                    <a:pt x="6323" y="2189"/>
                    <a:pt x="5135" y="1"/>
                    <a:pt x="318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87"/>
            <p:cNvSpPr/>
            <p:nvPr/>
          </p:nvSpPr>
          <p:spPr>
            <a:xfrm>
              <a:off x="2426692" y="1546323"/>
              <a:ext cx="79286" cy="67798"/>
            </a:xfrm>
            <a:custGeom>
              <a:rect b="b" l="l" r="r" t="t"/>
              <a:pathLst>
                <a:path extrusionOk="0" h="2585" w="3023">
                  <a:moveTo>
                    <a:pt x="1728" y="1"/>
                  </a:moveTo>
                  <a:cubicBezTo>
                    <a:pt x="578" y="1"/>
                    <a:pt x="0" y="1391"/>
                    <a:pt x="813" y="2205"/>
                  </a:cubicBezTo>
                  <a:cubicBezTo>
                    <a:pt x="1076" y="2467"/>
                    <a:pt x="1400" y="2585"/>
                    <a:pt x="1717" y="2585"/>
                  </a:cubicBezTo>
                  <a:cubicBezTo>
                    <a:pt x="2383" y="2585"/>
                    <a:pt x="3022" y="2069"/>
                    <a:pt x="3022" y="1290"/>
                  </a:cubicBezTo>
                  <a:lnTo>
                    <a:pt x="1733" y="1290"/>
                  </a:lnTo>
                  <a:lnTo>
                    <a:pt x="1728" y="1"/>
                  </a:lnTo>
                  <a:close/>
                </a:path>
              </a:pathLst>
            </a:custGeom>
            <a:solidFill>
              <a:srgbClr val="D4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87"/>
            <p:cNvSpPr/>
            <p:nvPr/>
          </p:nvSpPr>
          <p:spPr>
            <a:xfrm>
              <a:off x="2248502" y="1561483"/>
              <a:ext cx="273999" cy="273999"/>
            </a:xfrm>
            <a:custGeom>
              <a:rect b="b" l="l" r="r" t="t"/>
              <a:pathLst>
                <a:path extrusionOk="0" h="10447" w="10447">
                  <a:moveTo>
                    <a:pt x="3383" y="0"/>
                  </a:moveTo>
                  <a:lnTo>
                    <a:pt x="0" y="3383"/>
                  </a:lnTo>
                  <a:lnTo>
                    <a:pt x="1694" y="5077"/>
                  </a:lnTo>
                  <a:cubicBezTo>
                    <a:pt x="2156" y="5536"/>
                    <a:pt x="2770" y="5776"/>
                    <a:pt x="3388" y="5776"/>
                  </a:cubicBezTo>
                  <a:cubicBezTo>
                    <a:pt x="3812" y="5776"/>
                    <a:pt x="4238" y="5663"/>
                    <a:pt x="4619" y="5433"/>
                  </a:cubicBezTo>
                  <a:lnTo>
                    <a:pt x="5014" y="5827"/>
                  </a:lnTo>
                  <a:cubicBezTo>
                    <a:pt x="4446" y="6770"/>
                    <a:pt x="4595" y="7978"/>
                    <a:pt x="5370" y="8758"/>
                  </a:cubicBezTo>
                  <a:lnTo>
                    <a:pt x="7064" y="10447"/>
                  </a:lnTo>
                  <a:lnTo>
                    <a:pt x="10446" y="7064"/>
                  </a:lnTo>
                  <a:lnTo>
                    <a:pt x="8757" y="5375"/>
                  </a:lnTo>
                  <a:cubicBezTo>
                    <a:pt x="8296" y="4913"/>
                    <a:pt x="7684" y="4674"/>
                    <a:pt x="7065" y="4674"/>
                  </a:cubicBezTo>
                  <a:cubicBezTo>
                    <a:pt x="6640" y="4674"/>
                    <a:pt x="6212" y="4787"/>
                    <a:pt x="5827" y="5019"/>
                  </a:cubicBezTo>
                  <a:lnTo>
                    <a:pt x="5433" y="4624"/>
                  </a:lnTo>
                  <a:cubicBezTo>
                    <a:pt x="6000" y="3681"/>
                    <a:pt x="5856" y="2473"/>
                    <a:pt x="5076" y="1694"/>
                  </a:cubicBezTo>
                  <a:lnTo>
                    <a:pt x="3383"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87"/>
            <p:cNvSpPr/>
            <p:nvPr/>
          </p:nvSpPr>
          <p:spPr>
            <a:xfrm>
              <a:off x="2323958" y="1561483"/>
              <a:ext cx="198673" cy="198647"/>
            </a:xfrm>
            <a:custGeom>
              <a:rect b="b" l="l" r="r" t="t"/>
              <a:pathLst>
                <a:path extrusionOk="0" h="7574" w="7575">
                  <a:moveTo>
                    <a:pt x="506" y="0"/>
                  </a:moveTo>
                  <a:lnTo>
                    <a:pt x="1" y="510"/>
                  </a:lnTo>
                  <a:lnTo>
                    <a:pt x="1689" y="2199"/>
                  </a:lnTo>
                  <a:cubicBezTo>
                    <a:pt x="2402" y="2911"/>
                    <a:pt x="2594" y="3989"/>
                    <a:pt x="2171" y="4899"/>
                  </a:cubicBezTo>
                  <a:cubicBezTo>
                    <a:pt x="2103" y="5043"/>
                    <a:pt x="2137" y="5216"/>
                    <a:pt x="2248" y="5327"/>
                  </a:cubicBezTo>
                  <a:cubicBezTo>
                    <a:pt x="2320" y="5399"/>
                    <a:pt x="2418" y="5436"/>
                    <a:pt x="2518" y="5436"/>
                  </a:cubicBezTo>
                  <a:cubicBezTo>
                    <a:pt x="2572" y="5436"/>
                    <a:pt x="2626" y="5426"/>
                    <a:pt x="2676" y="5404"/>
                  </a:cubicBezTo>
                  <a:cubicBezTo>
                    <a:pt x="2997" y="5254"/>
                    <a:pt x="3340" y="5181"/>
                    <a:pt x="3680" y="5181"/>
                  </a:cubicBezTo>
                  <a:cubicBezTo>
                    <a:pt x="4302" y="5181"/>
                    <a:pt x="4915" y="5425"/>
                    <a:pt x="5375" y="5885"/>
                  </a:cubicBezTo>
                  <a:lnTo>
                    <a:pt x="7064" y="7574"/>
                  </a:lnTo>
                  <a:lnTo>
                    <a:pt x="7574" y="7069"/>
                  </a:lnTo>
                  <a:lnTo>
                    <a:pt x="5880" y="5375"/>
                  </a:lnTo>
                  <a:cubicBezTo>
                    <a:pt x="5419" y="4913"/>
                    <a:pt x="4807" y="4674"/>
                    <a:pt x="4189" y="4674"/>
                  </a:cubicBezTo>
                  <a:cubicBezTo>
                    <a:pt x="3765" y="4674"/>
                    <a:pt x="3337" y="4787"/>
                    <a:pt x="2955" y="5019"/>
                  </a:cubicBezTo>
                  <a:lnTo>
                    <a:pt x="2560" y="4624"/>
                  </a:lnTo>
                  <a:cubicBezTo>
                    <a:pt x="3128" y="3681"/>
                    <a:pt x="2979" y="2473"/>
                    <a:pt x="2199" y="1694"/>
                  </a:cubicBezTo>
                  <a:lnTo>
                    <a:pt x="506" y="0"/>
                  </a:lnTo>
                  <a:close/>
                </a:path>
              </a:pathLst>
            </a:custGeom>
            <a:solidFill>
              <a:srgbClr val="E1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87"/>
            <p:cNvSpPr/>
            <p:nvPr/>
          </p:nvSpPr>
          <p:spPr>
            <a:xfrm>
              <a:off x="2230064" y="1543045"/>
              <a:ext cx="125603" cy="125603"/>
            </a:xfrm>
            <a:custGeom>
              <a:rect b="b" l="l" r="r" t="t"/>
              <a:pathLst>
                <a:path extrusionOk="0" h="4789" w="4789">
                  <a:moveTo>
                    <a:pt x="4095" y="1"/>
                  </a:moveTo>
                  <a:lnTo>
                    <a:pt x="1" y="4096"/>
                  </a:lnTo>
                  <a:lnTo>
                    <a:pt x="693" y="4788"/>
                  </a:lnTo>
                  <a:lnTo>
                    <a:pt x="4788" y="694"/>
                  </a:lnTo>
                  <a:lnTo>
                    <a:pt x="4095"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87"/>
            <p:cNvSpPr/>
            <p:nvPr/>
          </p:nvSpPr>
          <p:spPr>
            <a:xfrm>
              <a:off x="2239270" y="1552251"/>
              <a:ext cx="116398" cy="116398"/>
            </a:xfrm>
            <a:custGeom>
              <a:rect b="b" l="l" r="r" t="t"/>
              <a:pathLst>
                <a:path extrusionOk="0" h="4438" w="4438">
                  <a:moveTo>
                    <a:pt x="4096" y="1"/>
                  </a:moveTo>
                  <a:lnTo>
                    <a:pt x="1" y="4096"/>
                  </a:lnTo>
                  <a:lnTo>
                    <a:pt x="342" y="4437"/>
                  </a:lnTo>
                  <a:lnTo>
                    <a:pt x="4437" y="343"/>
                  </a:lnTo>
                  <a:lnTo>
                    <a:pt x="4096" y="1"/>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87"/>
            <p:cNvSpPr/>
            <p:nvPr/>
          </p:nvSpPr>
          <p:spPr>
            <a:xfrm>
              <a:off x="2415335" y="1728316"/>
              <a:ext cx="125577" cy="125603"/>
            </a:xfrm>
            <a:custGeom>
              <a:rect b="b" l="l" r="r" t="t"/>
              <a:pathLst>
                <a:path extrusionOk="0" h="4789" w="4788">
                  <a:moveTo>
                    <a:pt x="4095" y="0"/>
                  </a:moveTo>
                  <a:lnTo>
                    <a:pt x="0" y="4095"/>
                  </a:lnTo>
                  <a:lnTo>
                    <a:pt x="698" y="4788"/>
                  </a:lnTo>
                  <a:lnTo>
                    <a:pt x="4788" y="698"/>
                  </a:lnTo>
                  <a:lnTo>
                    <a:pt x="4095"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87"/>
            <p:cNvSpPr/>
            <p:nvPr/>
          </p:nvSpPr>
          <p:spPr>
            <a:xfrm>
              <a:off x="2424541" y="1737522"/>
              <a:ext cx="116503" cy="116398"/>
            </a:xfrm>
            <a:custGeom>
              <a:rect b="b" l="l" r="r" t="t"/>
              <a:pathLst>
                <a:path extrusionOk="0" h="4438" w="4442">
                  <a:moveTo>
                    <a:pt x="4095" y="1"/>
                  </a:moveTo>
                  <a:lnTo>
                    <a:pt x="0" y="4091"/>
                  </a:lnTo>
                  <a:lnTo>
                    <a:pt x="347" y="4437"/>
                  </a:lnTo>
                  <a:lnTo>
                    <a:pt x="4442" y="347"/>
                  </a:lnTo>
                  <a:lnTo>
                    <a:pt x="4095" y="1"/>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87"/>
            <p:cNvSpPr/>
            <p:nvPr/>
          </p:nvSpPr>
          <p:spPr>
            <a:xfrm>
              <a:off x="2289128" y="1668622"/>
              <a:ext cx="89751" cy="30057"/>
            </a:xfrm>
            <a:custGeom>
              <a:rect b="b" l="l" r="r" t="t"/>
              <a:pathLst>
                <a:path extrusionOk="0" h="1146" w="3422">
                  <a:moveTo>
                    <a:pt x="0" y="0"/>
                  </a:moveTo>
                  <a:cubicBezTo>
                    <a:pt x="0" y="0"/>
                    <a:pt x="409" y="501"/>
                    <a:pt x="424" y="515"/>
                  </a:cubicBezTo>
                  <a:cubicBezTo>
                    <a:pt x="784" y="938"/>
                    <a:pt x="1245" y="1145"/>
                    <a:pt x="1708" y="1145"/>
                  </a:cubicBezTo>
                  <a:cubicBezTo>
                    <a:pt x="2204" y="1145"/>
                    <a:pt x="2702" y="906"/>
                    <a:pt x="3075" y="438"/>
                  </a:cubicBezTo>
                  <a:lnTo>
                    <a:pt x="3422" y="0"/>
                  </a:ln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87"/>
            <p:cNvSpPr/>
            <p:nvPr/>
          </p:nvSpPr>
          <p:spPr>
            <a:xfrm>
              <a:off x="2386039" y="1752419"/>
              <a:ext cx="90905" cy="50750"/>
            </a:xfrm>
            <a:custGeom>
              <a:rect b="b" l="l" r="r" t="t"/>
              <a:pathLst>
                <a:path extrusionOk="0" h="1935" w="3466">
                  <a:moveTo>
                    <a:pt x="1" y="0"/>
                  </a:moveTo>
                  <a:cubicBezTo>
                    <a:pt x="1" y="371"/>
                    <a:pt x="246" y="640"/>
                    <a:pt x="290" y="684"/>
                  </a:cubicBezTo>
                  <a:lnTo>
                    <a:pt x="1536" y="1935"/>
                  </a:lnTo>
                  <a:lnTo>
                    <a:pt x="3465" y="5"/>
                  </a:lnTo>
                  <a:lnTo>
                    <a:pt x="1" y="0"/>
                  </a:ln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87"/>
            <p:cNvSpPr/>
            <p:nvPr/>
          </p:nvSpPr>
          <p:spPr>
            <a:xfrm>
              <a:off x="2387560" y="1510182"/>
              <a:ext cx="152198" cy="152906"/>
            </a:xfrm>
            <a:custGeom>
              <a:rect b="b" l="l" r="r" t="t"/>
              <a:pathLst>
                <a:path extrusionOk="0" h="5830" w="5803">
                  <a:moveTo>
                    <a:pt x="3149" y="0"/>
                  </a:moveTo>
                  <a:cubicBezTo>
                    <a:pt x="2796" y="0"/>
                    <a:pt x="2434" y="72"/>
                    <a:pt x="2084" y="224"/>
                  </a:cubicBezTo>
                  <a:cubicBezTo>
                    <a:pt x="520" y="912"/>
                    <a:pt x="1" y="2875"/>
                    <a:pt x="1026" y="4247"/>
                  </a:cubicBezTo>
                  <a:lnTo>
                    <a:pt x="963" y="5628"/>
                  </a:lnTo>
                  <a:cubicBezTo>
                    <a:pt x="959" y="5742"/>
                    <a:pt x="1052" y="5829"/>
                    <a:pt x="1158" y="5829"/>
                  </a:cubicBezTo>
                  <a:cubicBezTo>
                    <a:pt x="1186" y="5829"/>
                    <a:pt x="1214" y="5823"/>
                    <a:pt x="1242" y="5810"/>
                  </a:cubicBezTo>
                  <a:lnTo>
                    <a:pt x="2493" y="5228"/>
                  </a:lnTo>
                  <a:cubicBezTo>
                    <a:pt x="2715" y="5285"/>
                    <a:pt x="2937" y="5312"/>
                    <a:pt x="3154" y="5312"/>
                  </a:cubicBezTo>
                  <a:cubicBezTo>
                    <a:pt x="4452" y="5312"/>
                    <a:pt x="5607" y="4351"/>
                    <a:pt x="5784" y="2996"/>
                  </a:cubicBezTo>
                  <a:cubicBezTo>
                    <a:pt x="5803" y="2856"/>
                    <a:pt x="5695" y="2777"/>
                    <a:pt x="5589" y="2777"/>
                  </a:cubicBezTo>
                  <a:cubicBezTo>
                    <a:pt x="5501" y="2777"/>
                    <a:pt x="5415" y="2830"/>
                    <a:pt x="5399" y="2947"/>
                  </a:cubicBezTo>
                  <a:cubicBezTo>
                    <a:pt x="5245" y="4107"/>
                    <a:pt x="4257" y="4922"/>
                    <a:pt x="3153" y="4922"/>
                  </a:cubicBezTo>
                  <a:cubicBezTo>
                    <a:pt x="2947" y="4922"/>
                    <a:pt x="2736" y="4893"/>
                    <a:pt x="2527" y="4834"/>
                  </a:cubicBezTo>
                  <a:cubicBezTo>
                    <a:pt x="2510" y="4828"/>
                    <a:pt x="2492" y="4825"/>
                    <a:pt x="2474" y="4825"/>
                  </a:cubicBezTo>
                  <a:cubicBezTo>
                    <a:pt x="2446" y="4825"/>
                    <a:pt x="2418" y="4832"/>
                    <a:pt x="2392" y="4843"/>
                  </a:cubicBezTo>
                  <a:lnTo>
                    <a:pt x="1367" y="5324"/>
                  </a:lnTo>
                  <a:lnTo>
                    <a:pt x="1415" y="4194"/>
                  </a:lnTo>
                  <a:cubicBezTo>
                    <a:pt x="1420" y="4146"/>
                    <a:pt x="1406" y="4097"/>
                    <a:pt x="1377" y="4064"/>
                  </a:cubicBezTo>
                  <a:cubicBezTo>
                    <a:pt x="458" y="2909"/>
                    <a:pt x="872" y="1201"/>
                    <a:pt x="2214" y="590"/>
                  </a:cubicBezTo>
                  <a:cubicBezTo>
                    <a:pt x="2520" y="450"/>
                    <a:pt x="2838" y="384"/>
                    <a:pt x="3150" y="384"/>
                  </a:cubicBezTo>
                  <a:cubicBezTo>
                    <a:pt x="4198" y="384"/>
                    <a:pt x="5171" y="1124"/>
                    <a:pt x="5375" y="2240"/>
                  </a:cubicBezTo>
                  <a:cubicBezTo>
                    <a:pt x="5394" y="2354"/>
                    <a:pt x="5478" y="2405"/>
                    <a:pt x="5563" y="2405"/>
                  </a:cubicBezTo>
                  <a:cubicBezTo>
                    <a:pt x="5675" y="2405"/>
                    <a:pt x="5790" y="2316"/>
                    <a:pt x="5760" y="2168"/>
                  </a:cubicBezTo>
                  <a:cubicBezTo>
                    <a:pt x="5517" y="863"/>
                    <a:pt x="4380"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87"/>
            <p:cNvSpPr/>
            <p:nvPr/>
          </p:nvSpPr>
          <p:spPr>
            <a:xfrm>
              <a:off x="2419899" y="1541288"/>
              <a:ext cx="91245" cy="78053"/>
            </a:xfrm>
            <a:custGeom>
              <a:rect b="b" l="l" r="r" t="t"/>
              <a:pathLst>
                <a:path extrusionOk="0" h="2976" w="3479">
                  <a:moveTo>
                    <a:pt x="1799" y="409"/>
                  </a:moveTo>
                  <a:lnTo>
                    <a:pt x="1799" y="1492"/>
                  </a:lnTo>
                  <a:cubicBezTo>
                    <a:pt x="1799" y="1598"/>
                    <a:pt x="1886" y="1684"/>
                    <a:pt x="1992" y="1684"/>
                  </a:cubicBezTo>
                  <a:lnTo>
                    <a:pt x="3074" y="1684"/>
                  </a:lnTo>
                  <a:cubicBezTo>
                    <a:pt x="2972" y="2247"/>
                    <a:pt x="2488" y="2585"/>
                    <a:pt x="1989" y="2585"/>
                  </a:cubicBezTo>
                  <a:cubicBezTo>
                    <a:pt x="1716" y="2585"/>
                    <a:pt x="1438" y="2483"/>
                    <a:pt x="1217" y="2262"/>
                  </a:cubicBezTo>
                  <a:cubicBezTo>
                    <a:pt x="591" y="1636"/>
                    <a:pt x="928" y="563"/>
                    <a:pt x="1799" y="409"/>
                  </a:cubicBezTo>
                  <a:close/>
                  <a:moveTo>
                    <a:pt x="2000" y="0"/>
                  </a:moveTo>
                  <a:cubicBezTo>
                    <a:pt x="1997" y="0"/>
                    <a:pt x="1994" y="0"/>
                    <a:pt x="1992" y="0"/>
                  </a:cubicBezTo>
                  <a:cubicBezTo>
                    <a:pt x="1990" y="0"/>
                    <a:pt x="1988" y="0"/>
                    <a:pt x="1986" y="0"/>
                  </a:cubicBezTo>
                  <a:cubicBezTo>
                    <a:pt x="661" y="0"/>
                    <a:pt x="1" y="1599"/>
                    <a:pt x="938" y="2536"/>
                  </a:cubicBezTo>
                  <a:cubicBezTo>
                    <a:pt x="1241" y="2840"/>
                    <a:pt x="1615" y="2976"/>
                    <a:pt x="1980" y="2976"/>
                  </a:cubicBezTo>
                  <a:cubicBezTo>
                    <a:pt x="2745" y="2976"/>
                    <a:pt x="3478" y="2382"/>
                    <a:pt x="3478" y="1487"/>
                  </a:cubicBezTo>
                  <a:cubicBezTo>
                    <a:pt x="3478" y="1377"/>
                    <a:pt x="3387" y="1290"/>
                    <a:pt x="3281" y="1290"/>
                  </a:cubicBezTo>
                  <a:lnTo>
                    <a:pt x="2184" y="1290"/>
                  </a:lnTo>
                  <a:lnTo>
                    <a:pt x="2184" y="193"/>
                  </a:lnTo>
                  <a:cubicBezTo>
                    <a:pt x="2184" y="85"/>
                    <a:pt x="2102" y="0"/>
                    <a:pt x="2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87"/>
            <p:cNvSpPr/>
            <p:nvPr/>
          </p:nvSpPr>
          <p:spPr>
            <a:xfrm>
              <a:off x="2224399" y="1537878"/>
              <a:ext cx="322205" cy="321208"/>
            </a:xfrm>
            <a:custGeom>
              <a:rect b="b" l="l" r="r" t="t"/>
              <a:pathLst>
                <a:path extrusionOk="0" h="12247" w="12285">
                  <a:moveTo>
                    <a:pt x="4648" y="1521"/>
                  </a:moveTo>
                  <a:lnTo>
                    <a:pt x="5856" y="2729"/>
                  </a:lnTo>
                  <a:cubicBezTo>
                    <a:pt x="6573" y="3446"/>
                    <a:pt x="6708" y="4557"/>
                    <a:pt x="6183" y="5423"/>
                  </a:cubicBezTo>
                  <a:cubicBezTo>
                    <a:pt x="6140" y="5500"/>
                    <a:pt x="6149" y="5596"/>
                    <a:pt x="6212" y="5664"/>
                  </a:cubicBezTo>
                  <a:lnTo>
                    <a:pt x="6607" y="6058"/>
                  </a:lnTo>
                  <a:cubicBezTo>
                    <a:pt x="6646" y="6095"/>
                    <a:pt x="6696" y="6114"/>
                    <a:pt x="6746" y="6114"/>
                  </a:cubicBezTo>
                  <a:cubicBezTo>
                    <a:pt x="6781" y="6114"/>
                    <a:pt x="6816" y="6105"/>
                    <a:pt x="6847" y="6087"/>
                  </a:cubicBezTo>
                  <a:cubicBezTo>
                    <a:pt x="7200" y="5874"/>
                    <a:pt x="7594" y="5769"/>
                    <a:pt x="7985" y="5769"/>
                  </a:cubicBezTo>
                  <a:cubicBezTo>
                    <a:pt x="8553" y="5769"/>
                    <a:pt x="9115" y="5990"/>
                    <a:pt x="9537" y="6414"/>
                  </a:cubicBezTo>
                  <a:lnTo>
                    <a:pt x="10745" y="7622"/>
                  </a:lnTo>
                  <a:lnTo>
                    <a:pt x="7641" y="10731"/>
                  </a:lnTo>
                  <a:lnTo>
                    <a:pt x="6429" y="9518"/>
                  </a:lnTo>
                  <a:cubicBezTo>
                    <a:pt x="5716" y="8806"/>
                    <a:pt x="5577" y="7694"/>
                    <a:pt x="6101" y="6828"/>
                  </a:cubicBezTo>
                  <a:cubicBezTo>
                    <a:pt x="6149" y="6751"/>
                    <a:pt x="6135" y="6650"/>
                    <a:pt x="6072" y="6588"/>
                  </a:cubicBezTo>
                  <a:lnTo>
                    <a:pt x="5683" y="6193"/>
                  </a:lnTo>
                  <a:cubicBezTo>
                    <a:pt x="5643" y="6156"/>
                    <a:pt x="5593" y="6138"/>
                    <a:pt x="5543" y="6138"/>
                  </a:cubicBezTo>
                  <a:cubicBezTo>
                    <a:pt x="5508" y="6138"/>
                    <a:pt x="5474" y="6147"/>
                    <a:pt x="5442" y="6164"/>
                  </a:cubicBezTo>
                  <a:cubicBezTo>
                    <a:pt x="5089" y="6378"/>
                    <a:pt x="4695" y="6482"/>
                    <a:pt x="4305" y="6482"/>
                  </a:cubicBezTo>
                  <a:cubicBezTo>
                    <a:pt x="3736" y="6482"/>
                    <a:pt x="3174" y="6262"/>
                    <a:pt x="2752" y="5837"/>
                  </a:cubicBezTo>
                  <a:lnTo>
                    <a:pt x="1540" y="4629"/>
                  </a:lnTo>
                  <a:lnTo>
                    <a:pt x="4648" y="1521"/>
                  </a:lnTo>
                  <a:close/>
                  <a:moveTo>
                    <a:pt x="11370" y="7536"/>
                  </a:moveTo>
                  <a:lnTo>
                    <a:pt x="11794" y="7959"/>
                  </a:lnTo>
                  <a:lnTo>
                    <a:pt x="7978" y="11775"/>
                  </a:lnTo>
                  <a:lnTo>
                    <a:pt x="7554" y="11356"/>
                  </a:lnTo>
                  <a:lnTo>
                    <a:pt x="11154" y="7757"/>
                  </a:lnTo>
                  <a:lnTo>
                    <a:pt x="11370" y="7536"/>
                  </a:lnTo>
                  <a:close/>
                  <a:moveTo>
                    <a:pt x="4311" y="0"/>
                  </a:moveTo>
                  <a:cubicBezTo>
                    <a:pt x="4261" y="0"/>
                    <a:pt x="4210" y="20"/>
                    <a:pt x="4172" y="58"/>
                  </a:cubicBezTo>
                  <a:lnTo>
                    <a:pt x="2651" y="1579"/>
                  </a:lnTo>
                  <a:cubicBezTo>
                    <a:pt x="2518" y="1720"/>
                    <a:pt x="2645" y="1909"/>
                    <a:pt x="2796" y="1909"/>
                  </a:cubicBezTo>
                  <a:cubicBezTo>
                    <a:pt x="2840" y="1909"/>
                    <a:pt x="2887" y="1893"/>
                    <a:pt x="2930" y="1853"/>
                  </a:cubicBezTo>
                  <a:lnTo>
                    <a:pt x="4311" y="472"/>
                  </a:lnTo>
                  <a:lnTo>
                    <a:pt x="4735" y="891"/>
                  </a:lnTo>
                  <a:lnTo>
                    <a:pt x="4518" y="1107"/>
                  </a:lnTo>
                  <a:lnTo>
                    <a:pt x="1126" y="4490"/>
                  </a:lnTo>
                  <a:lnTo>
                    <a:pt x="909" y="4706"/>
                  </a:lnTo>
                  <a:lnTo>
                    <a:pt x="491" y="4288"/>
                  </a:lnTo>
                  <a:lnTo>
                    <a:pt x="2382" y="2392"/>
                  </a:lnTo>
                  <a:cubicBezTo>
                    <a:pt x="2532" y="2252"/>
                    <a:pt x="2400" y="2051"/>
                    <a:pt x="2248" y="2051"/>
                  </a:cubicBezTo>
                  <a:cubicBezTo>
                    <a:pt x="2200" y="2051"/>
                    <a:pt x="2151" y="2071"/>
                    <a:pt x="2108" y="2118"/>
                  </a:cubicBezTo>
                  <a:lnTo>
                    <a:pt x="77" y="4153"/>
                  </a:lnTo>
                  <a:cubicBezTo>
                    <a:pt x="0" y="4230"/>
                    <a:pt x="0" y="4355"/>
                    <a:pt x="77" y="4427"/>
                  </a:cubicBezTo>
                  <a:lnTo>
                    <a:pt x="770" y="5120"/>
                  </a:lnTo>
                  <a:cubicBezTo>
                    <a:pt x="808" y="5159"/>
                    <a:pt x="859" y="5178"/>
                    <a:pt x="909" y="5178"/>
                  </a:cubicBezTo>
                  <a:cubicBezTo>
                    <a:pt x="960" y="5178"/>
                    <a:pt x="1011" y="5159"/>
                    <a:pt x="1049" y="5120"/>
                  </a:cubicBezTo>
                  <a:lnTo>
                    <a:pt x="1266" y="4904"/>
                  </a:lnTo>
                  <a:lnTo>
                    <a:pt x="2473" y="6111"/>
                  </a:lnTo>
                  <a:cubicBezTo>
                    <a:pt x="2969" y="6610"/>
                    <a:pt x="3632" y="6872"/>
                    <a:pt x="4303" y="6872"/>
                  </a:cubicBezTo>
                  <a:cubicBezTo>
                    <a:pt x="4712" y="6872"/>
                    <a:pt x="5125" y="6774"/>
                    <a:pt x="5505" y="6573"/>
                  </a:cubicBezTo>
                  <a:lnTo>
                    <a:pt x="5692" y="6756"/>
                  </a:lnTo>
                  <a:cubicBezTo>
                    <a:pt x="5163" y="7762"/>
                    <a:pt x="5351" y="8989"/>
                    <a:pt x="6154" y="9792"/>
                  </a:cubicBezTo>
                  <a:lnTo>
                    <a:pt x="7367" y="11005"/>
                  </a:lnTo>
                  <a:lnTo>
                    <a:pt x="7146" y="11221"/>
                  </a:lnTo>
                  <a:cubicBezTo>
                    <a:pt x="7073" y="11294"/>
                    <a:pt x="7073" y="11419"/>
                    <a:pt x="7146" y="11496"/>
                  </a:cubicBezTo>
                  <a:lnTo>
                    <a:pt x="7843" y="12189"/>
                  </a:lnTo>
                  <a:cubicBezTo>
                    <a:pt x="7879" y="12227"/>
                    <a:pt x="7929" y="12246"/>
                    <a:pt x="7979" y="12246"/>
                  </a:cubicBezTo>
                  <a:cubicBezTo>
                    <a:pt x="8028" y="12246"/>
                    <a:pt x="8079" y="12227"/>
                    <a:pt x="8117" y="12189"/>
                  </a:cubicBezTo>
                  <a:lnTo>
                    <a:pt x="12212" y="8094"/>
                  </a:lnTo>
                  <a:cubicBezTo>
                    <a:pt x="12284" y="8017"/>
                    <a:pt x="12284" y="7896"/>
                    <a:pt x="12207" y="7820"/>
                  </a:cubicBezTo>
                  <a:lnTo>
                    <a:pt x="11515" y="7127"/>
                  </a:lnTo>
                  <a:cubicBezTo>
                    <a:pt x="11476" y="7088"/>
                    <a:pt x="11427" y="7069"/>
                    <a:pt x="11377" y="7069"/>
                  </a:cubicBezTo>
                  <a:cubicBezTo>
                    <a:pt x="11328" y="7069"/>
                    <a:pt x="11279" y="7088"/>
                    <a:pt x="11240" y="7127"/>
                  </a:cubicBezTo>
                  <a:lnTo>
                    <a:pt x="11024" y="7348"/>
                  </a:lnTo>
                  <a:lnTo>
                    <a:pt x="9811" y="6135"/>
                  </a:lnTo>
                  <a:cubicBezTo>
                    <a:pt x="9316" y="5637"/>
                    <a:pt x="8653" y="5377"/>
                    <a:pt x="7983" y="5377"/>
                  </a:cubicBezTo>
                  <a:cubicBezTo>
                    <a:pt x="7573" y="5377"/>
                    <a:pt x="7160" y="5474"/>
                    <a:pt x="6780" y="5673"/>
                  </a:cubicBezTo>
                  <a:lnTo>
                    <a:pt x="6597" y="5491"/>
                  </a:lnTo>
                  <a:cubicBezTo>
                    <a:pt x="7121" y="4485"/>
                    <a:pt x="6934" y="3258"/>
                    <a:pt x="6135" y="2459"/>
                  </a:cubicBezTo>
                  <a:lnTo>
                    <a:pt x="4922" y="1247"/>
                  </a:lnTo>
                  <a:lnTo>
                    <a:pt x="5139" y="1030"/>
                  </a:lnTo>
                  <a:cubicBezTo>
                    <a:pt x="5216" y="953"/>
                    <a:pt x="5216" y="833"/>
                    <a:pt x="5139" y="756"/>
                  </a:cubicBezTo>
                  <a:lnTo>
                    <a:pt x="4446" y="58"/>
                  </a:lnTo>
                  <a:cubicBezTo>
                    <a:pt x="4410" y="20"/>
                    <a:pt x="4361"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87"/>
            <p:cNvSpPr/>
            <p:nvPr/>
          </p:nvSpPr>
          <p:spPr>
            <a:xfrm>
              <a:off x="2282571" y="1663456"/>
              <a:ext cx="102995" cy="40285"/>
            </a:xfrm>
            <a:custGeom>
              <a:rect b="b" l="l" r="r" t="t"/>
              <a:pathLst>
                <a:path extrusionOk="0" h="1536" w="3927">
                  <a:moveTo>
                    <a:pt x="3267" y="395"/>
                  </a:moveTo>
                  <a:lnTo>
                    <a:pt x="3171" y="515"/>
                  </a:lnTo>
                  <a:cubicBezTo>
                    <a:pt x="2854" y="914"/>
                    <a:pt x="2430" y="1140"/>
                    <a:pt x="1983" y="1150"/>
                  </a:cubicBezTo>
                  <a:cubicBezTo>
                    <a:pt x="1978" y="1150"/>
                    <a:pt x="1972" y="1150"/>
                    <a:pt x="1967" y="1150"/>
                  </a:cubicBezTo>
                  <a:cubicBezTo>
                    <a:pt x="1540" y="1150"/>
                    <a:pt x="1132" y="953"/>
                    <a:pt x="823" y="587"/>
                  </a:cubicBezTo>
                  <a:lnTo>
                    <a:pt x="664" y="395"/>
                  </a:lnTo>
                  <a:close/>
                  <a:moveTo>
                    <a:pt x="255" y="0"/>
                  </a:moveTo>
                  <a:cubicBezTo>
                    <a:pt x="87" y="0"/>
                    <a:pt x="0" y="193"/>
                    <a:pt x="101" y="318"/>
                  </a:cubicBezTo>
                  <a:cubicBezTo>
                    <a:pt x="222" y="472"/>
                    <a:pt x="510" y="823"/>
                    <a:pt x="525" y="837"/>
                  </a:cubicBezTo>
                  <a:cubicBezTo>
                    <a:pt x="910" y="1290"/>
                    <a:pt x="1420" y="1535"/>
                    <a:pt x="1959" y="1535"/>
                  </a:cubicBezTo>
                  <a:lnTo>
                    <a:pt x="1988" y="1535"/>
                  </a:lnTo>
                  <a:cubicBezTo>
                    <a:pt x="2555" y="1525"/>
                    <a:pt x="3085" y="1246"/>
                    <a:pt x="3479" y="756"/>
                  </a:cubicBezTo>
                  <a:lnTo>
                    <a:pt x="3826" y="318"/>
                  </a:lnTo>
                  <a:cubicBezTo>
                    <a:pt x="3927" y="188"/>
                    <a:pt x="3835" y="0"/>
                    <a:pt x="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87"/>
            <p:cNvSpPr/>
            <p:nvPr/>
          </p:nvSpPr>
          <p:spPr>
            <a:xfrm>
              <a:off x="2380872" y="1747357"/>
              <a:ext cx="101500" cy="60769"/>
            </a:xfrm>
            <a:custGeom>
              <a:rect b="b" l="l" r="r" t="t"/>
              <a:pathLst>
                <a:path extrusionOk="0" h="2317" w="3870">
                  <a:moveTo>
                    <a:pt x="198" y="1"/>
                  </a:moveTo>
                  <a:cubicBezTo>
                    <a:pt x="87" y="1"/>
                    <a:pt x="1" y="88"/>
                    <a:pt x="1" y="193"/>
                  </a:cubicBezTo>
                  <a:cubicBezTo>
                    <a:pt x="1" y="636"/>
                    <a:pt x="289" y="954"/>
                    <a:pt x="347" y="1011"/>
                  </a:cubicBezTo>
                  <a:lnTo>
                    <a:pt x="1593" y="2262"/>
                  </a:lnTo>
                  <a:cubicBezTo>
                    <a:pt x="1632" y="2299"/>
                    <a:pt x="1682" y="2317"/>
                    <a:pt x="1733" y="2317"/>
                  </a:cubicBezTo>
                  <a:cubicBezTo>
                    <a:pt x="1783" y="2317"/>
                    <a:pt x="1834" y="2299"/>
                    <a:pt x="1872" y="2262"/>
                  </a:cubicBezTo>
                  <a:lnTo>
                    <a:pt x="3797" y="333"/>
                  </a:lnTo>
                  <a:cubicBezTo>
                    <a:pt x="3855" y="275"/>
                    <a:pt x="3869" y="193"/>
                    <a:pt x="3840" y="121"/>
                  </a:cubicBezTo>
                  <a:cubicBezTo>
                    <a:pt x="3812" y="49"/>
                    <a:pt x="3739" y="1"/>
                    <a:pt x="3658" y="1"/>
                  </a:cubicBezTo>
                  <a:lnTo>
                    <a:pt x="1940" y="1"/>
                  </a:lnTo>
                  <a:cubicBezTo>
                    <a:pt x="1680" y="1"/>
                    <a:pt x="1680" y="391"/>
                    <a:pt x="1940" y="391"/>
                  </a:cubicBezTo>
                  <a:lnTo>
                    <a:pt x="3191" y="391"/>
                  </a:lnTo>
                  <a:lnTo>
                    <a:pt x="1733" y="1849"/>
                  </a:lnTo>
                  <a:lnTo>
                    <a:pt x="626" y="737"/>
                  </a:lnTo>
                  <a:cubicBezTo>
                    <a:pt x="530" y="641"/>
                    <a:pt x="463" y="521"/>
                    <a:pt x="419" y="391"/>
                  </a:cubicBezTo>
                  <a:lnTo>
                    <a:pt x="1175" y="391"/>
                  </a:lnTo>
                  <a:cubicBezTo>
                    <a:pt x="1430" y="391"/>
                    <a:pt x="1430" y="1"/>
                    <a:pt x="1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5" name="Google Shape;15115;p87"/>
          <p:cNvGrpSpPr/>
          <p:nvPr/>
        </p:nvGrpSpPr>
        <p:grpSpPr>
          <a:xfrm>
            <a:off x="1331903" y="4303830"/>
            <a:ext cx="343292" cy="340354"/>
            <a:chOff x="1331903" y="4303830"/>
            <a:chExt cx="343292" cy="340354"/>
          </a:xfrm>
        </p:grpSpPr>
        <p:sp>
          <p:nvSpPr>
            <p:cNvPr id="15116" name="Google Shape;15116;p87"/>
            <p:cNvSpPr/>
            <p:nvPr/>
          </p:nvSpPr>
          <p:spPr>
            <a:xfrm>
              <a:off x="1364714" y="4308787"/>
              <a:ext cx="277671" cy="91062"/>
            </a:xfrm>
            <a:custGeom>
              <a:rect b="b" l="l" r="r" t="t"/>
              <a:pathLst>
                <a:path extrusionOk="0" h="3472" w="10587">
                  <a:moveTo>
                    <a:pt x="5304" y="0"/>
                  </a:moveTo>
                  <a:cubicBezTo>
                    <a:pt x="5278" y="0"/>
                    <a:pt x="5253" y="7"/>
                    <a:pt x="5231" y="22"/>
                  </a:cubicBezTo>
                  <a:lnTo>
                    <a:pt x="0" y="3063"/>
                  </a:lnTo>
                  <a:lnTo>
                    <a:pt x="385" y="3472"/>
                  </a:lnTo>
                  <a:lnTo>
                    <a:pt x="10221" y="3472"/>
                  </a:lnTo>
                  <a:lnTo>
                    <a:pt x="10586" y="3068"/>
                  </a:lnTo>
                  <a:lnTo>
                    <a:pt x="5380" y="22"/>
                  </a:lnTo>
                  <a:cubicBezTo>
                    <a:pt x="5356" y="7"/>
                    <a:pt x="5329" y="0"/>
                    <a:pt x="530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87"/>
            <p:cNvSpPr/>
            <p:nvPr/>
          </p:nvSpPr>
          <p:spPr>
            <a:xfrm>
              <a:off x="1398652" y="4332104"/>
              <a:ext cx="209663" cy="68769"/>
            </a:xfrm>
            <a:custGeom>
              <a:rect b="b" l="l" r="r" t="t"/>
              <a:pathLst>
                <a:path extrusionOk="0" h="2622" w="7994">
                  <a:moveTo>
                    <a:pt x="4004" y="0"/>
                  </a:moveTo>
                  <a:cubicBezTo>
                    <a:pt x="3985" y="0"/>
                    <a:pt x="3966" y="6"/>
                    <a:pt x="3946" y="18"/>
                  </a:cubicBezTo>
                  <a:lnTo>
                    <a:pt x="1" y="2313"/>
                  </a:lnTo>
                  <a:lnTo>
                    <a:pt x="290" y="2621"/>
                  </a:lnTo>
                  <a:lnTo>
                    <a:pt x="7719" y="2621"/>
                  </a:lnTo>
                  <a:lnTo>
                    <a:pt x="7993" y="2318"/>
                  </a:lnTo>
                  <a:lnTo>
                    <a:pt x="4062" y="18"/>
                  </a:lnTo>
                  <a:cubicBezTo>
                    <a:pt x="4043" y="6"/>
                    <a:pt x="4023" y="0"/>
                    <a:pt x="400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87"/>
            <p:cNvSpPr/>
            <p:nvPr/>
          </p:nvSpPr>
          <p:spPr>
            <a:xfrm>
              <a:off x="1363822" y="4598732"/>
              <a:ext cx="279559" cy="20195"/>
            </a:xfrm>
            <a:custGeom>
              <a:rect b="b" l="l" r="r" t="t"/>
              <a:pathLst>
                <a:path extrusionOk="0" h="770" w="10659">
                  <a:moveTo>
                    <a:pt x="362" y="0"/>
                  </a:moveTo>
                  <a:cubicBezTo>
                    <a:pt x="160" y="0"/>
                    <a:pt x="1" y="164"/>
                    <a:pt x="1" y="361"/>
                  </a:cubicBezTo>
                  <a:lnTo>
                    <a:pt x="1" y="770"/>
                  </a:lnTo>
                  <a:lnTo>
                    <a:pt x="10654" y="770"/>
                  </a:lnTo>
                  <a:lnTo>
                    <a:pt x="10659" y="361"/>
                  </a:lnTo>
                  <a:cubicBezTo>
                    <a:pt x="10659" y="164"/>
                    <a:pt x="10495" y="0"/>
                    <a:pt x="1029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87"/>
            <p:cNvSpPr/>
            <p:nvPr/>
          </p:nvSpPr>
          <p:spPr>
            <a:xfrm>
              <a:off x="1353357" y="4619032"/>
              <a:ext cx="300252" cy="20090"/>
            </a:xfrm>
            <a:custGeom>
              <a:rect b="b" l="l" r="r" t="t"/>
              <a:pathLst>
                <a:path extrusionOk="0" h="766" w="11448">
                  <a:moveTo>
                    <a:pt x="371" y="1"/>
                  </a:moveTo>
                  <a:cubicBezTo>
                    <a:pt x="169" y="1"/>
                    <a:pt x="0" y="164"/>
                    <a:pt x="0" y="371"/>
                  </a:cubicBezTo>
                  <a:lnTo>
                    <a:pt x="0" y="766"/>
                  </a:lnTo>
                  <a:lnTo>
                    <a:pt x="11448" y="766"/>
                  </a:lnTo>
                  <a:lnTo>
                    <a:pt x="11448" y="371"/>
                  </a:lnTo>
                  <a:cubicBezTo>
                    <a:pt x="11448" y="164"/>
                    <a:pt x="11284" y="1"/>
                    <a:pt x="11077"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87"/>
            <p:cNvSpPr/>
            <p:nvPr/>
          </p:nvSpPr>
          <p:spPr>
            <a:xfrm>
              <a:off x="1362327" y="4388598"/>
              <a:ext cx="282313" cy="33965"/>
            </a:xfrm>
            <a:custGeom>
              <a:rect b="b" l="l" r="r" t="t"/>
              <a:pathLst>
                <a:path extrusionOk="0" h="1295" w="10764">
                  <a:moveTo>
                    <a:pt x="178" y="1"/>
                  </a:moveTo>
                  <a:cubicBezTo>
                    <a:pt x="82" y="1"/>
                    <a:pt x="0" y="82"/>
                    <a:pt x="0" y="183"/>
                  </a:cubicBezTo>
                  <a:lnTo>
                    <a:pt x="0" y="1117"/>
                  </a:lnTo>
                  <a:cubicBezTo>
                    <a:pt x="0" y="1213"/>
                    <a:pt x="82" y="1295"/>
                    <a:pt x="178" y="1295"/>
                  </a:cubicBezTo>
                  <a:lnTo>
                    <a:pt x="10586" y="1295"/>
                  </a:lnTo>
                  <a:cubicBezTo>
                    <a:pt x="10682" y="1295"/>
                    <a:pt x="10764" y="1218"/>
                    <a:pt x="10764" y="1122"/>
                  </a:cubicBezTo>
                  <a:lnTo>
                    <a:pt x="10764" y="183"/>
                  </a:lnTo>
                  <a:cubicBezTo>
                    <a:pt x="10764" y="82"/>
                    <a:pt x="10682" y="1"/>
                    <a:pt x="10586"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87"/>
            <p:cNvSpPr/>
            <p:nvPr/>
          </p:nvSpPr>
          <p:spPr>
            <a:xfrm>
              <a:off x="1405471" y="4422536"/>
              <a:ext cx="200824" cy="176327"/>
            </a:xfrm>
            <a:custGeom>
              <a:rect b="b" l="l" r="r" t="t"/>
              <a:pathLst>
                <a:path extrusionOk="0" h="6723" w="7657">
                  <a:moveTo>
                    <a:pt x="1" y="1"/>
                  </a:moveTo>
                  <a:lnTo>
                    <a:pt x="1" y="6723"/>
                  </a:lnTo>
                  <a:lnTo>
                    <a:pt x="7656" y="6723"/>
                  </a:lnTo>
                  <a:lnTo>
                    <a:pt x="7656" y="1"/>
                  </a:ln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87"/>
            <p:cNvSpPr/>
            <p:nvPr/>
          </p:nvSpPr>
          <p:spPr>
            <a:xfrm>
              <a:off x="1405471" y="4422536"/>
              <a:ext cx="200824" cy="176327"/>
            </a:xfrm>
            <a:custGeom>
              <a:rect b="b" l="l" r="r" t="t"/>
              <a:pathLst>
                <a:path extrusionOk="0" h="6723" w="7657">
                  <a:moveTo>
                    <a:pt x="1" y="1"/>
                  </a:moveTo>
                  <a:lnTo>
                    <a:pt x="1" y="1127"/>
                  </a:lnTo>
                  <a:lnTo>
                    <a:pt x="4432" y="1127"/>
                  </a:lnTo>
                  <a:cubicBezTo>
                    <a:pt x="6068" y="1127"/>
                    <a:pt x="7396" y="2455"/>
                    <a:pt x="7396" y="4091"/>
                  </a:cubicBezTo>
                  <a:lnTo>
                    <a:pt x="7396" y="6723"/>
                  </a:lnTo>
                  <a:lnTo>
                    <a:pt x="7656" y="6723"/>
                  </a:lnTo>
                  <a:lnTo>
                    <a:pt x="7656" y="1"/>
                  </a:ln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87"/>
            <p:cNvSpPr/>
            <p:nvPr/>
          </p:nvSpPr>
          <p:spPr>
            <a:xfrm>
              <a:off x="1368674" y="4422536"/>
              <a:ext cx="69136" cy="160696"/>
            </a:xfrm>
            <a:custGeom>
              <a:rect b="b" l="l" r="r" t="t"/>
              <a:pathLst>
                <a:path extrusionOk="0" h="6127" w="2636">
                  <a:moveTo>
                    <a:pt x="398" y="1"/>
                  </a:moveTo>
                  <a:cubicBezTo>
                    <a:pt x="196" y="1"/>
                    <a:pt x="28" y="155"/>
                    <a:pt x="13" y="357"/>
                  </a:cubicBezTo>
                  <a:cubicBezTo>
                    <a:pt x="0" y="594"/>
                    <a:pt x="190" y="752"/>
                    <a:pt x="389" y="752"/>
                  </a:cubicBezTo>
                  <a:cubicBezTo>
                    <a:pt x="486" y="752"/>
                    <a:pt x="584" y="714"/>
                    <a:pt x="663" y="631"/>
                  </a:cubicBezTo>
                  <a:cubicBezTo>
                    <a:pt x="674" y="618"/>
                    <a:pt x="689" y="612"/>
                    <a:pt x="703" y="612"/>
                  </a:cubicBezTo>
                  <a:cubicBezTo>
                    <a:pt x="732" y="612"/>
                    <a:pt x="759" y="635"/>
                    <a:pt x="759" y="670"/>
                  </a:cubicBezTo>
                  <a:lnTo>
                    <a:pt x="759" y="6126"/>
                  </a:lnTo>
                  <a:lnTo>
                    <a:pt x="1885" y="6126"/>
                  </a:lnTo>
                  <a:lnTo>
                    <a:pt x="1885" y="670"/>
                  </a:lnTo>
                  <a:cubicBezTo>
                    <a:pt x="1885" y="635"/>
                    <a:pt x="1912" y="612"/>
                    <a:pt x="1942" y="612"/>
                  </a:cubicBezTo>
                  <a:cubicBezTo>
                    <a:pt x="1957" y="612"/>
                    <a:pt x="1973" y="618"/>
                    <a:pt x="1986" y="631"/>
                  </a:cubicBezTo>
                  <a:cubicBezTo>
                    <a:pt x="2053" y="708"/>
                    <a:pt x="2159" y="752"/>
                    <a:pt x="2265" y="752"/>
                  </a:cubicBezTo>
                  <a:cubicBezTo>
                    <a:pt x="2472" y="752"/>
                    <a:pt x="2635" y="583"/>
                    <a:pt x="2635" y="376"/>
                  </a:cubicBezTo>
                  <a:cubicBezTo>
                    <a:pt x="2635" y="169"/>
                    <a:pt x="2467" y="1"/>
                    <a:pt x="226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87"/>
            <p:cNvSpPr/>
            <p:nvPr/>
          </p:nvSpPr>
          <p:spPr>
            <a:xfrm>
              <a:off x="1384148" y="4583337"/>
              <a:ext cx="38397" cy="15527"/>
            </a:xfrm>
            <a:custGeom>
              <a:rect b="b" l="l" r="r" t="t"/>
              <a:pathLst>
                <a:path extrusionOk="0" h="592" w="1464">
                  <a:moveTo>
                    <a:pt x="145" y="0"/>
                  </a:moveTo>
                  <a:cubicBezTo>
                    <a:pt x="68" y="0"/>
                    <a:pt x="0" y="63"/>
                    <a:pt x="0" y="140"/>
                  </a:cubicBezTo>
                  <a:lnTo>
                    <a:pt x="0" y="592"/>
                  </a:lnTo>
                  <a:lnTo>
                    <a:pt x="1463" y="592"/>
                  </a:lnTo>
                  <a:lnTo>
                    <a:pt x="1463" y="140"/>
                  </a:lnTo>
                  <a:cubicBezTo>
                    <a:pt x="1463" y="63"/>
                    <a:pt x="1401" y="0"/>
                    <a:pt x="131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87"/>
            <p:cNvSpPr/>
            <p:nvPr/>
          </p:nvSpPr>
          <p:spPr>
            <a:xfrm>
              <a:off x="1470725" y="4422536"/>
              <a:ext cx="69188" cy="160827"/>
            </a:xfrm>
            <a:custGeom>
              <a:rect b="b" l="l" r="r" t="t"/>
              <a:pathLst>
                <a:path extrusionOk="0" h="6132" w="2638">
                  <a:moveTo>
                    <a:pt x="395" y="1"/>
                  </a:moveTo>
                  <a:cubicBezTo>
                    <a:pt x="193" y="1"/>
                    <a:pt x="24" y="155"/>
                    <a:pt x="10" y="357"/>
                  </a:cubicBezTo>
                  <a:cubicBezTo>
                    <a:pt x="0" y="594"/>
                    <a:pt x="191" y="754"/>
                    <a:pt x="389" y="754"/>
                  </a:cubicBezTo>
                  <a:cubicBezTo>
                    <a:pt x="485" y="754"/>
                    <a:pt x="583" y="716"/>
                    <a:pt x="660" y="631"/>
                  </a:cubicBezTo>
                  <a:cubicBezTo>
                    <a:pt x="672" y="619"/>
                    <a:pt x="687" y="613"/>
                    <a:pt x="701" y="613"/>
                  </a:cubicBezTo>
                  <a:cubicBezTo>
                    <a:pt x="732" y="613"/>
                    <a:pt x="761" y="637"/>
                    <a:pt x="761" y="670"/>
                  </a:cubicBezTo>
                  <a:lnTo>
                    <a:pt x="761" y="6131"/>
                  </a:lnTo>
                  <a:lnTo>
                    <a:pt x="1887" y="6131"/>
                  </a:lnTo>
                  <a:lnTo>
                    <a:pt x="1887" y="670"/>
                  </a:lnTo>
                  <a:cubicBezTo>
                    <a:pt x="1887" y="637"/>
                    <a:pt x="1915" y="616"/>
                    <a:pt x="1944" y="616"/>
                  </a:cubicBezTo>
                  <a:cubicBezTo>
                    <a:pt x="1958" y="616"/>
                    <a:pt x="1972" y="620"/>
                    <a:pt x="1983" y="631"/>
                  </a:cubicBezTo>
                  <a:cubicBezTo>
                    <a:pt x="2051" y="709"/>
                    <a:pt x="2146" y="752"/>
                    <a:pt x="2246" y="752"/>
                  </a:cubicBezTo>
                  <a:cubicBezTo>
                    <a:pt x="2251" y="752"/>
                    <a:pt x="2257" y="752"/>
                    <a:pt x="2262" y="752"/>
                  </a:cubicBezTo>
                  <a:cubicBezTo>
                    <a:pt x="2469" y="752"/>
                    <a:pt x="2637" y="583"/>
                    <a:pt x="2637" y="376"/>
                  </a:cubicBezTo>
                  <a:cubicBezTo>
                    <a:pt x="2632" y="172"/>
                    <a:pt x="2469" y="6"/>
                    <a:pt x="2266" y="6"/>
                  </a:cubicBezTo>
                  <a:cubicBezTo>
                    <a:pt x="2263" y="6"/>
                    <a:pt x="2260" y="6"/>
                    <a:pt x="2257" y="6"/>
                  </a:cubicBezTo>
                  <a:lnTo>
                    <a:pt x="225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87"/>
            <p:cNvSpPr/>
            <p:nvPr/>
          </p:nvSpPr>
          <p:spPr>
            <a:xfrm>
              <a:off x="1486252" y="4583337"/>
              <a:ext cx="38371" cy="15527"/>
            </a:xfrm>
            <a:custGeom>
              <a:rect b="b" l="l" r="r" t="t"/>
              <a:pathLst>
                <a:path extrusionOk="0" h="592" w="1463">
                  <a:moveTo>
                    <a:pt x="145" y="0"/>
                  </a:moveTo>
                  <a:cubicBezTo>
                    <a:pt x="63" y="0"/>
                    <a:pt x="0" y="63"/>
                    <a:pt x="0" y="140"/>
                  </a:cubicBezTo>
                  <a:lnTo>
                    <a:pt x="0" y="592"/>
                  </a:lnTo>
                  <a:lnTo>
                    <a:pt x="1458" y="592"/>
                  </a:lnTo>
                  <a:lnTo>
                    <a:pt x="1463" y="140"/>
                  </a:lnTo>
                  <a:cubicBezTo>
                    <a:pt x="1463" y="63"/>
                    <a:pt x="1396" y="0"/>
                    <a:pt x="131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87"/>
            <p:cNvSpPr/>
            <p:nvPr/>
          </p:nvSpPr>
          <p:spPr>
            <a:xfrm>
              <a:off x="1572724" y="4422536"/>
              <a:ext cx="69162" cy="160827"/>
            </a:xfrm>
            <a:custGeom>
              <a:rect b="b" l="l" r="r" t="t"/>
              <a:pathLst>
                <a:path extrusionOk="0" h="6132" w="2637">
                  <a:moveTo>
                    <a:pt x="399" y="1"/>
                  </a:moveTo>
                  <a:cubicBezTo>
                    <a:pt x="197" y="1"/>
                    <a:pt x="28" y="155"/>
                    <a:pt x="14" y="357"/>
                  </a:cubicBezTo>
                  <a:cubicBezTo>
                    <a:pt x="1" y="594"/>
                    <a:pt x="191" y="754"/>
                    <a:pt x="390" y="754"/>
                  </a:cubicBezTo>
                  <a:cubicBezTo>
                    <a:pt x="486" y="754"/>
                    <a:pt x="585" y="716"/>
                    <a:pt x="663" y="631"/>
                  </a:cubicBezTo>
                  <a:cubicBezTo>
                    <a:pt x="674" y="619"/>
                    <a:pt x="688" y="613"/>
                    <a:pt x="702" y="613"/>
                  </a:cubicBezTo>
                  <a:cubicBezTo>
                    <a:pt x="731" y="613"/>
                    <a:pt x="759" y="637"/>
                    <a:pt x="759" y="670"/>
                  </a:cubicBezTo>
                  <a:lnTo>
                    <a:pt x="759" y="6131"/>
                  </a:lnTo>
                  <a:lnTo>
                    <a:pt x="1885" y="6131"/>
                  </a:lnTo>
                  <a:lnTo>
                    <a:pt x="1885" y="670"/>
                  </a:lnTo>
                  <a:cubicBezTo>
                    <a:pt x="1885" y="637"/>
                    <a:pt x="1914" y="616"/>
                    <a:pt x="1945" y="616"/>
                  </a:cubicBezTo>
                  <a:cubicBezTo>
                    <a:pt x="1959" y="616"/>
                    <a:pt x="1974" y="620"/>
                    <a:pt x="1986" y="631"/>
                  </a:cubicBezTo>
                  <a:cubicBezTo>
                    <a:pt x="2050" y="709"/>
                    <a:pt x="2149" y="752"/>
                    <a:pt x="2250" y="752"/>
                  </a:cubicBezTo>
                  <a:cubicBezTo>
                    <a:pt x="2255" y="752"/>
                    <a:pt x="2260" y="752"/>
                    <a:pt x="2266" y="752"/>
                  </a:cubicBezTo>
                  <a:cubicBezTo>
                    <a:pt x="2472" y="752"/>
                    <a:pt x="2636" y="583"/>
                    <a:pt x="2636" y="376"/>
                  </a:cubicBezTo>
                  <a:cubicBezTo>
                    <a:pt x="2636" y="172"/>
                    <a:pt x="2472" y="6"/>
                    <a:pt x="2269" y="6"/>
                  </a:cubicBezTo>
                  <a:cubicBezTo>
                    <a:pt x="2267" y="6"/>
                    <a:pt x="2264" y="6"/>
                    <a:pt x="2261" y="6"/>
                  </a:cubicBezTo>
                  <a:lnTo>
                    <a:pt x="226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87"/>
            <p:cNvSpPr/>
            <p:nvPr/>
          </p:nvSpPr>
          <p:spPr>
            <a:xfrm>
              <a:off x="1588225" y="4583337"/>
              <a:ext cx="38371" cy="15527"/>
            </a:xfrm>
            <a:custGeom>
              <a:rect b="b" l="l" r="r" t="t"/>
              <a:pathLst>
                <a:path extrusionOk="0" h="592" w="1463">
                  <a:moveTo>
                    <a:pt x="144" y="0"/>
                  </a:moveTo>
                  <a:cubicBezTo>
                    <a:pt x="67" y="0"/>
                    <a:pt x="0" y="63"/>
                    <a:pt x="0" y="140"/>
                  </a:cubicBezTo>
                  <a:lnTo>
                    <a:pt x="0" y="592"/>
                  </a:lnTo>
                  <a:lnTo>
                    <a:pt x="1463" y="592"/>
                  </a:lnTo>
                  <a:lnTo>
                    <a:pt x="1463" y="140"/>
                  </a:lnTo>
                  <a:cubicBezTo>
                    <a:pt x="1463" y="63"/>
                    <a:pt x="1400" y="0"/>
                    <a:pt x="131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87"/>
            <p:cNvSpPr/>
            <p:nvPr/>
          </p:nvSpPr>
          <p:spPr>
            <a:xfrm>
              <a:off x="1331903" y="4303830"/>
              <a:ext cx="343292" cy="340354"/>
            </a:xfrm>
            <a:custGeom>
              <a:rect b="b" l="l" r="r" t="t"/>
              <a:pathLst>
                <a:path extrusionOk="0" h="12977" w="13089">
                  <a:moveTo>
                    <a:pt x="6554" y="389"/>
                  </a:moveTo>
                  <a:lnTo>
                    <a:pt x="11091" y="3040"/>
                  </a:lnTo>
                  <a:lnTo>
                    <a:pt x="10312" y="3040"/>
                  </a:lnTo>
                  <a:lnTo>
                    <a:pt x="6703" y="933"/>
                  </a:lnTo>
                  <a:cubicBezTo>
                    <a:pt x="6655" y="904"/>
                    <a:pt x="6603" y="889"/>
                    <a:pt x="6552" y="889"/>
                  </a:cubicBezTo>
                  <a:cubicBezTo>
                    <a:pt x="6500" y="889"/>
                    <a:pt x="6448" y="904"/>
                    <a:pt x="6400" y="933"/>
                  </a:cubicBezTo>
                  <a:lnTo>
                    <a:pt x="5443" y="1491"/>
                  </a:lnTo>
                  <a:cubicBezTo>
                    <a:pt x="5246" y="1591"/>
                    <a:pt x="5354" y="1852"/>
                    <a:pt x="5524" y="1852"/>
                  </a:cubicBezTo>
                  <a:cubicBezTo>
                    <a:pt x="5557" y="1852"/>
                    <a:pt x="5593" y="1842"/>
                    <a:pt x="5630" y="1818"/>
                  </a:cubicBezTo>
                  <a:lnTo>
                    <a:pt x="6549" y="1284"/>
                  </a:lnTo>
                  <a:lnTo>
                    <a:pt x="9557" y="3040"/>
                  </a:lnTo>
                  <a:lnTo>
                    <a:pt x="3527" y="3040"/>
                  </a:lnTo>
                  <a:lnTo>
                    <a:pt x="4860" y="2265"/>
                  </a:lnTo>
                  <a:cubicBezTo>
                    <a:pt x="5036" y="2155"/>
                    <a:pt x="4931" y="1913"/>
                    <a:pt x="4765" y="1913"/>
                  </a:cubicBezTo>
                  <a:cubicBezTo>
                    <a:pt x="4736" y="1913"/>
                    <a:pt x="4705" y="1921"/>
                    <a:pt x="4673" y="1938"/>
                  </a:cubicBezTo>
                  <a:lnTo>
                    <a:pt x="2772" y="3040"/>
                  </a:lnTo>
                  <a:lnTo>
                    <a:pt x="1988" y="3040"/>
                  </a:lnTo>
                  <a:lnTo>
                    <a:pt x="6554" y="389"/>
                  </a:lnTo>
                  <a:close/>
                  <a:moveTo>
                    <a:pt x="11736" y="3420"/>
                  </a:moveTo>
                  <a:lnTo>
                    <a:pt x="11736" y="4339"/>
                  </a:lnTo>
                  <a:lnTo>
                    <a:pt x="1353" y="4339"/>
                  </a:lnTo>
                  <a:lnTo>
                    <a:pt x="1353" y="3420"/>
                  </a:lnTo>
                  <a:close/>
                  <a:moveTo>
                    <a:pt x="1791" y="4719"/>
                  </a:moveTo>
                  <a:cubicBezTo>
                    <a:pt x="1794" y="4719"/>
                    <a:pt x="1797" y="4719"/>
                    <a:pt x="1800" y="4719"/>
                  </a:cubicBezTo>
                  <a:lnTo>
                    <a:pt x="3657" y="4719"/>
                  </a:lnTo>
                  <a:cubicBezTo>
                    <a:pt x="3763" y="4719"/>
                    <a:pt x="3850" y="4806"/>
                    <a:pt x="3845" y="4912"/>
                  </a:cubicBezTo>
                  <a:cubicBezTo>
                    <a:pt x="3835" y="5008"/>
                    <a:pt x="3758" y="5085"/>
                    <a:pt x="3662" y="5090"/>
                  </a:cubicBezTo>
                  <a:cubicBezTo>
                    <a:pt x="3609" y="5090"/>
                    <a:pt x="3561" y="5066"/>
                    <a:pt x="3523" y="5027"/>
                  </a:cubicBezTo>
                  <a:cubicBezTo>
                    <a:pt x="3473" y="4973"/>
                    <a:pt x="3409" y="4948"/>
                    <a:pt x="3346" y="4948"/>
                  </a:cubicBezTo>
                  <a:cubicBezTo>
                    <a:pt x="3221" y="4948"/>
                    <a:pt x="3099" y="5045"/>
                    <a:pt x="3099" y="5196"/>
                  </a:cubicBezTo>
                  <a:lnTo>
                    <a:pt x="3099" y="10465"/>
                  </a:lnTo>
                  <a:lnTo>
                    <a:pt x="2353" y="10465"/>
                  </a:lnTo>
                  <a:lnTo>
                    <a:pt x="2353" y="5196"/>
                  </a:lnTo>
                  <a:cubicBezTo>
                    <a:pt x="2350" y="5045"/>
                    <a:pt x="2228" y="4948"/>
                    <a:pt x="2102" y="4948"/>
                  </a:cubicBezTo>
                  <a:cubicBezTo>
                    <a:pt x="2039" y="4948"/>
                    <a:pt x="1975" y="4973"/>
                    <a:pt x="1925" y="5027"/>
                  </a:cubicBezTo>
                  <a:cubicBezTo>
                    <a:pt x="1886" y="5070"/>
                    <a:pt x="1837" y="5089"/>
                    <a:pt x="1789" y="5089"/>
                  </a:cubicBezTo>
                  <a:cubicBezTo>
                    <a:pt x="1690" y="5089"/>
                    <a:pt x="1596" y="5009"/>
                    <a:pt x="1603" y="4893"/>
                  </a:cubicBezTo>
                  <a:cubicBezTo>
                    <a:pt x="1612" y="4795"/>
                    <a:pt x="1694" y="4719"/>
                    <a:pt x="1791" y="4719"/>
                  </a:cubicBezTo>
                  <a:close/>
                  <a:moveTo>
                    <a:pt x="7563" y="4719"/>
                  </a:moveTo>
                  <a:cubicBezTo>
                    <a:pt x="7611" y="4719"/>
                    <a:pt x="7654" y="4742"/>
                    <a:pt x="7685" y="4777"/>
                  </a:cubicBezTo>
                  <a:cubicBezTo>
                    <a:pt x="7718" y="4811"/>
                    <a:pt x="7738" y="4864"/>
                    <a:pt x="7738" y="4912"/>
                  </a:cubicBezTo>
                  <a:cubicBezTo>
                    <a:pt x="7728" y="5008"/>
                    <a:pt x="7651" y="5085"/>
                    <a:pt x="7555" y="5090"/>
                  </a:cubicBezTo>
                  <a:cubicBezTo>
                    <a:pt x="7502" y="5090"/>
                    <a:pt x="7454" y="5066"/>
                    <a:pt x="7415" y="5027"/>
                  </a:cubicBezTo>
                  <a:cubicBezTo>
                    <a:pt x="7365" y="4973"/>
                    <a:pt x="7302" y="4948"/>
                    <a:pt x="7239" y="4948"/>
                  </a:cubicBezTo>
                  <a:cubicBezTo>
                    <a:pt x="7113" y="4948"/>
                    <a:pt x="6992" y="5045"/>
                    <a:pt x="6992" y="5196"/>
                  </a:cubicBezTo>
                  <a:lnTo>
                    <a:pt x="6992" y="10465"/>
                  </a:lnTo>
                  <a:lnTo>
                    <a:pt x="6241" y="10465"/>
                  </a:lnTo>
                  <a:lnTo>
                    <a:pt x="6241" y="5196"/>
                  </a:lnTo>
                  <a:cubicBezTo>
                    <a:pt x="6241" y="5045"/>
                    <a:pt x="6120" y="4948"/>
                    <a:pt x="5993" y="4948"/>
                  </a:cubicBezTo>
                  <a:cubicBezTo>
                    <a:pt x="5930" y="4948"/>
                    <a:pt x="5865" y="4973"/>
                    <a:pt x="5813" y="5027"/>
                  </a:cubicBezTo>
                  <a:cubicBezTo>
                    <a:pt x="5775" y="5070"/>
                    <a:pt x="5727" y="5089"/>
                    <a:pt x="5680" y="5089"/>
                  </a:cubicBezTo>
                  <a:cubicBezTo>
                    <a:pt x="5583" y="5089"/>
                    <a:pt x="5489" y="5009"/>
                    <a:pt x="5495" y="4893"/>
                  </a:cubicBezTo>
                  <a:cubicBezTo>
                    <a:pt x="5505" y="4795"/>
                    <a:pt x="5582" y="4719"/>
                    <a:pt x="5679" y="4719"/>
                  </a:cubicBezTo>
                  <a:cubicBezTo>
                    <a:pt x="5682" y="4719"/>
                    <a:pt x="5685" y="4719"/>
                    <a:pt x="5688" y="4719"/>
                  </a:cubicBezTo>
                  <a:lnTo>
                    <a:pt x="7550" y="4719"/>
                  </a:lnTo>
                  <a:cubicBezTo>
                    <a:pt x="7555" y="4719"/>
                    <a:pt x="7559" y="4719"/>
                    <a:pt x="7563" y="4719"/>
                  </a:cubicBezTo>
                  <a:close/>
                  <a:moveTo>
                    <a:pt x="3268" y="10845"/>
                  </a:moveTo>
                  <a:lnTo>
                    <a:pt x="3268" y="11056"/>
                  </a:lnTo>
                  <a:lnTo>
                    <a:pt x="2185" y="11056"/>
                  </a:lnTo>
                  <a:lnTo>
                    <a:pt x="2185" y="10845"/>
                  </a:lnTo>
                  <a:close/>
                  <a:moveTo>
                    <a:pt x="5144" y="4719"/>
                  </a:moveTo>
                  <a:cubicBezTo>
                    <a:pt x="5077" y="4917"/>
                    <a:pt x="5125" y="5143"/>
                    <a:pt x="5269" y="5292"/>
                  </a:cubicBezTo>
                  <a:cubicBezTo>
                    <a:pt x="5378" y="5408"/>
                    <a:pt x="5525" y="5468"/>
                    <a:pt x="5675" y="5468"/>
                  </a:cubicBezTo>
                  <a:cubicBezTo>
                    <a:pt x="5738" y="5468"/>
                    <a:pt x="5800" y="5457"/>
                    <a:pt x="5861" y="5436"/>
                  </a:cubicBezTo>
                  <a:lnTo>
                    <a:pt x="5861" y="10513"/>
                  </a:lnTo>
                  <a:cubicBezTo>
                    <a:pt x="5760" y="10570"/>
                    <a:pt x="5693" y="10681"/>
                    <a:pt x="5693" y="10801"/>
                  </a:cubicBezTo>
                  <a:lnTo>
                    <a:pt x="5693" y="11056"/>
                  </a:lnTo>
                  <a:lnTo>
                    <a:pt x="3643" y="11056"/>
                  </a:lnTo>
                  <a:lnTo>
                    <a:pt x="3643" y="10801"/>
                  </a:lnTo>
                  <a:cubicBezTo>
                    <a:pt x="3643" y="10681"/>
                    <a:pt x="3580" y="10570"/>
                    <a:pt x="3479" y="10513"/>
                  </a:cubicBezTo>
                  <a:lnTo>
                    <a:pt x="3479" y="5436"/>
                  </a:lnTo>
                  <a:cubicBezTo>
                    <a:pt x="3542" y="5458"/>
                    <a:pt x="3604" y="5468"/>
                    <a:pt x="3666" y="5468"/>
                  </a:cubicBezTo>
                  <a:cubicBezTo>
                    <a:pt x="3954" y="5468"/>
                    <a:pt x="4209" y="5241"/>
                    <a:pt x="4225" y="4931"/>
                  </a:cubicBezTo>
                  <a:cubicBezTo>
                    <a:pt x="4225" y="4859"/>
                    <a:pt x="4216" y="4787"/>
                    <a:pt x="4196" y="4719"/>
                  </a:cubicBezTo>
                  <a:close/>
                  <a:moveTo>
                    <a:pt x="7155" y="10845"/>
                  </a:moveTo>
                  <a:lnTo>
                    <a:pt x="7155" y="11056"/>
                  </a:lnTo>
                  <a:lnTo>
                    <a:pt x="6073" y="11056"/>
                  </a:lnTo>
                  <a:lnTo>
                    <a:pt x="6073" y="10845"/>
                  </a:lnTo>
                  <a:close/>
                  <a:moveTo>
                    <a:pt x="11443" y="4715"/>
                  </a:moveTo>
                  <a:cubicBezTo>
                    <a:pt x="11544" y="4715"/>
                    <a:pt x="11630" y="4806"/>
                    <a:pt x="11626" y="4912"/>
                  </a:cubicBezTo>
                  <a:cubicBezTo>
                    <a:pt x="11621" y="5008"/>
                    <a:pt x="11539" y="5085"/>
                    <a:pt x="11444" y="5090"/>
                  </a:cubicBezTo>
                  <a:lnTo>
                    <a:pt x="11444" y="5090"/>
                  </a:lnTo>
                  <a:cubicBezTo>
                    <a:pt x="11392" y="5089"/>
                    <a:pt x="11341" y="5065"/>
                    <a:pt x="11308" y="5027"/>
                  </a:cubicBezTo>
                  <a:cubicBezTo>
                    <a:pt x="11257" y="4973"/>
                    <a:pt x="11192" y="4948"/>
                    <a:pt x="11128" y="4948"/>
                  </a:cubicBezTo>
                  <a:cubicBezTo>
                    <a:pt x="11001" y="4948"/>
                    <a:pt x="10880" y="5045"/>
                    <a:pt x="10880" y="5196"/>
                  </a:cubicBezTo>
                  <a:lnTo>
                    <a:pt x="10880" y="10465"/>
                  </a:lnTo>
                  <a:lnTo>
                    <a:pt x="10134" y="10465"/>
                  </a:lnTo>
                  <a:lnTo>
                    <a:pt x="10134" y="8564"/>
                  </a:lnTo>
                  <a:cubicBezTo>
                    <a:pt x="10134" y="8436"/>
                    <a:pt x="10039" y="8373"/>
                    <a:pt x="9944" y="8373"/>
                  </a:cubicBezTo>
                  <a:cubicBezTo>
                    <a:pt x="9849" y="8373"/>
                    <a:pt x="9754" y="8436"/>
                    <a:pt x="9754" y="8564"/>
                  </a:cubicBezTo>
                  <a:lnTo>
                    <a:pt x="9754" y="10513"/>
                  </a:lnTo>
                  <a:cubicBezTo>
                    <a:pt x="9648" y="10570"/>
                    <a:pt x="9585" y="10681"/>
                    <a:pt x="9585" y="10801"/>
                  </a:cubicBezTo>
                  <a:lnTo>
                    <a:pt x="9585" y="11056"/>
                  </a:lnTo>
                  <a:lnTo>
                    <a:pt x="7536" y="11056"/>
                  </a:lnTo>
                  <a:lnTo>
                    <a:pt x="7536" y="10801"/>
                  </a:lnTo>
                  <a:cubicBezTo>
                    <a:pt x="7536" y="10681"/>
                    <a:pt x="7473" y="10570"/>
                    <a:pt x="7367" y="10513"/>
                  </a:cubicBezTo>
                  <a:lnTo>
                    <a:pt x="7367" y="5436"/>
                  </a:lnTo>
                  <a:cubicBezTo>
                    <a:pt x="7431" y="5458"/>
                    <a:pt x="7494" y="5468"/>
                    <a:pt x="7555" y="5468"/>
                  </a:cubicBezTo>
                  <a:cubicBezTo>
                    <a:pt x="7923" y="5468"/>
                    <a:pt x="8216" y="5099"/>
                    <a:pt x="8084" y="4715"/>
                  </a:cubicBezTo>
                  <a:lnTo>
                    <a:pt x="9037" y="4715"/>
                  </a:lnTo>
                  <a:cubicBezTo>
                    <a:pt x="8965" y="4917"/>
                    <a:pt x="9013" y="5138"/>
                    <a:pt x="9157" y="5292"/>
                  </a:cubicBezTo>
                  <a:cubicBezTo>
                    <a:pt x="9267" y="5405"/>
                    <a:pt x="9416" y="5467"/>
                    <a:pt x="9567" y="5467"/>
                  </a:cubicBezTo>
                  <a:cubicBezTo>
                    <a:pt x="9628" y="5467"/>
                    <a:pt x="9690" y="5457"/>
                    <a:pt x="9749" y="5436"/>
                  </a:cubicBezTo>
                  <a:lnTo>
                    <a:pt x="9749" y="7630"/>
                  </a:lnTo>
                  <a:cubicBezTo>
                    <a:pt x="9749" y="7758"/>
                    <a:pt x="9844" y="7822"/>
                    <a:pt x="9939" y="7822"/>
                  </a:cubicBezTo>
                  <a:cubicBezTo>
                    <a:pt x="10034" y="7822"/>
                    <a:pt x="10129" y="7758"/>
                    <a:pt x="10129" y="7630"/>
                  </a:cubicBezTo>
                  <a:lnTo>
                    <a:pt x="10129" y="5196"/>
                  </a:lnTo>
                  <a:cubicBezTo>
                    <a:pt x="10129" y="5045"/>
                    <a:pt x="10008" y="4948"/>
                    <a:pt x="9881" y="4948"/>
                  </a:cubicBezTo>
                  <a:cubicBezTo>
                    <a:pt x="9817" y="4948"/>
                    <a:pt x="9752" y="4973"/>
                    <a:pt x="9701" y="5027"/>
                  </a:cubicBezTo>
                  <a:cubicBezTo>
                    <a:pt x="9663" y="5068"/>
                    <a:pt x="9615" y="5086"/>
                    <a:pt x="9568" y="5086"/>
                  </a:cubicBezTo>
                  <a:cubicBezTo>
                    <a:pt x="9471" y="5086"/>
                    <a:pt x="9377" y="5009"/>
                    <a:pt x="9383" y="4893"/>
                  </a:cubicBezTo>
                  <a:cubicBezTo>
                    <a:pt x="9393" y="4792"/>
                    <a:pt x="9480" y="4715"/>
                    <a:pt x="9581" y="4715"/>
                  </a:cubicBezTo>
                  <a:close/>
                  <a:moveTo>
                    <a:pt x="11048" y="10845"/>
                  </a:moveTo>
                  <a:lnTo>
                    <a:pt x="11048" y="11056"/>
                  </a:lnTo>
                  <a:lnTo>
                    <a:pt x="9966" y="11056"/>
                  </a:lnTo>
                  <a:lnTo>
                    <a:pt x="9966" y="10845"/>
                  </a:lnTo>
                  <a:close/>
                  <a:moveTo>
                    <a:pt x="11515" y="11441"/>
                  </a:moveTo>
                  <a:cubicBezTo>
                    <a:pt x="11606" y="11441"/>
                    <a:pt x="11683" y="11518"/>
                    <a:pt x="11683" y="11610"/>
                  </a:cubicBezTo>
                  <a:lnTo>
                    <a:pt x="11683" y="11826"/>
                  </a:lnTo>
                  <a:lnTo>
                    <a:pt x="5486" y="11826"/>
                  </a:lnTo>
                  <a:cubicBezTo>
                    <a:pt x="5231" y="11826"/>
                    <a:pt x="5231" y="12206"/>
                    <a:pt x="5486" y="12206"/>
                  </a:cubicBezTo>
                  <a:lnTo>
                    <a:pt x="11895" y="12206"/>
                  </a:lnTo>
                  <a:cubicBezTo>
                    <a:pt x="11996" y="12206"/>
                    <a:pt x="12073" y="12288"/>
                    <a:pt x="12073" y="12389"/>
                  </a:cubicBezTo>
                  <a:lnTo>
                    <a:pt x="12073" y="12596"/>
                  </a:lnTo>
                  <a:lnTo>
                    <a:pt x="1006" y="12596"/>
                  </a:lnTo>
                  <a:lnTo>
                    <a:pt x="1006" y="12389"/>
                  </a:lnTo>
                  <a:cubicBezTo>
                    <a:pt x="1006" y="12288"/>
                    <a:pt x="1088" y="12206"/>
                    <a:pt x="1189" y="12206"/>
                  </a:cubicBezTo>
                  <a:lnTo>
                    <a:pt x="4538" y="12206"/>
                  </a:lnTo>
                  <a:cubicBezTo>
                    <a:pt x="4793" y="12206"/>
                    <a:pt x="4793" y="11826"/>
                    <a:pt x="4538" y="11826"/>
                  </a:cubicBezTo>
                  <a:lnTo>
                    <a:pt x="1405" y="11826"/>
                  </a:lnTo>
                  <a:lnTo>
                    <a:pt x="1405" y="11610"/>
                  </a:lnTo>
                  <a:cubicBezTo>
                    <a:pt x="1405" y="11518"/>
                    <a:pt x="1478" y="11441"/>
                    <a:pt x="1574" y="11441"/>
                  </a:cubicBezTo>
                  <a:close/>
                  <a:moveTo>
                    <a:pt x="6552" y="0"/>
                  </a:moveTo>
                  <a:cubicBezTo>
                    <a:pt x="6494" y="0"/>
                    <a:pt x="6436" y="16"/>
                    <a:pt x="6386" y="47"/>
                  </a:cubicBezTo>
                  <a:lnTo>
                    <a:pt x="1155" y="3088"/>
                  </a:lnTo>
                  <a:cubicBezTo>
                    <a:pt x="1141" y="3098"/>
                    <a:pt x="1126" y="3107"/>
                    <a:pt x="1112" y="3122"/>
                  </a:cubicBezTo>
                  <a:cubicBezTo>
                    <a:pt x="1025" y="3194"/>
                    <a:pt x="972" y="3300"/>
                    <a:pt x="972" y="3411"/>
                  </a:cubicBezTo>
                  <a:lnTo>
                    <a:pt x="972" y="4349"/>
                  </a:lnTo>
                  <a:cubicBezTo>
                    <a:pt x="972" y="4522"/>
                    <a:pt x="1093" y="4671"/>
                    <a:pt x="1261" y="4710"/>
                  </a:cubicBezTo>
                  <a:cubicBezTo>
                    <a:pt x="1184" y="4912"/>
                    <a:pt x="1232" y="5138"/>
                    <a:pt x="1381" y="5292"/>
                  </a:cubicBezTo>
                  <a:cubicBezTo>
                    <a:pt x="1487" y="5408"/>
                    <a:pt x="1633" y="5468"/>
                    <a:pt x="1783" y="5468"/>
                  </a:cubicBezTo>
                  <a:cubicBezTo>
                    <a:pt x="1845" y="5468"/>
                    <a:pt x="1908" y="5457"/>
                    <a:pt x="1968" y="5436"/>
                  </a:cubicBezTo>
                  <a:lnTo>
                    <a:pt x="1968" y="10513"/>
                  </a:lnTo>
                  <a:cubicBezTo>
                    <a:pt x="1867" y="10570"/>
                    <a:pt x="1805" y="10681"/>
                    <a:pt x="1805" y="10801"/>
                  </a:cubicBezTo>
                  <a:lnTo>
                    <a:pt x="1805" y="11056"/>
                  </a:lnTo>
                  <a:lnTo>
                    <a:pt x="1574" y="11056"/>
                  </a:lnTo>
                  <a:cubicBezTo>
                    <a:pt x="1271" y="11056"/>
                    <a:pt x="1025" y="11307"/>
                    <a:pt x="1025" y="11610"/>
                  </a:cubicBezTo>
                  <a:lnTo>
                    <a:pt x="1025" y="11855"/>
                  </a:lnTo>
                  <a:cubicBezTo>
                    <a:pt x="790" y="11927"/>
                    <a:pt x="631" y="12144"/>
                    <a:pt x="631" y="12389"/>
                  </a:cubicBezTo>
                  <a:lnTo>
                    <a:pt x="631" y="12596"/>
                  </a:lnTo>
                  <a:lnTo>
                    <a:pt x="255" y="12596"/>
                  </a:lnTo>
                  <a:cubicBezTo>
                    <a:pt x="0" y="12596"/>
                    <a:pt x="0" y="12976"/>
                    <a:pt x="255" y="12976"/>
                  </a:cubicBezTo>
                  <a:lnTo>
                    <a:pt x="12838" y="12976"/>
                  </a:lnTo>
                  <a:cubicBezTo>
                    <a:pt x="13088" y="12976"/>
                    <a:pt x="13088" y="12596"/>
                    <a:pt x="12838" y="12596"/>
                  </a:cubicBezTo>
                  <a:lnTo>
                    <a:pt x="12458" y="12596"/>
                  </a:lnTo>
                  <a:lnTo>
                    <a:pt x="12458" y="12389"/>
                  </a:lnTo>
                  <a:cubicBezTo>
                    <a:pt x="12458" y="12144"/>
                    <a:pt x="12299" y="11927"/>
                    <a:pt x="12063" y="11850"/>
                  </a:cubicBezTo>
                  <a:lnTo>
                    <a:pt x="12063" y="11610"/>
                  </a:lnTo>
                  <a:cubicBezTo>
                    <a:pt x="12063" y="11302"/>
                    <a:pt x="11818" y="11056"/>
                    <a:pt x="11515" y="11056"/>
                  </a:cubicBezTo>
                  <a:lnTo>
                    <a:pt x="11424" y="11056"/>
                  </a:lnTo>
                  <a:lnTo>
                    <a:pt x="11424" y="10797"/>
                  </a:lnTo>
                  <a:cubicBezTo>
                    <a:pt x="11424" y="10681"/>
                    <a:pt x="11361" y="10570"/>
                    <a:pt x="11260" y="10513"/>
                  </a:cubicBezTo>
                  <a:lnTo>
                    <a:pt x="11260" y="5436"/>
                  </a:lnTo>
                  <a:cubicBezTo>
                    <a:pt x="11324" y="5458"/>
                    <a:pt x="11387" y="5468"/>
                    <a:pt x="11448" y="5468"/>
                  </a:cubicBezTo>
                  <a:cubicBezTo>
                    <a:pt x="11841" y="5468"/>
                    <a:pt x="12140" y="5048"/>
                    <a:pt x="11953" y="4657"/>
                  </a:cubicBezTo>
                  <a:cubicBezTo>
                    <a:pt x="12054" y="4589"/>
                    <a:pt x="12116" y="4474"/>
                    <a:pt x="12116" y="4349"/>
                  </a:cubicBezTo>
                  <a:lnTo>
                    <a:pt x="12116" y="3415"/>
                  </a:lnTo>
                  <a:cubicBezTo>
                    <a:pt x="12116" y="3276"/>
                    <a:pt x="12039" y="3151"/>
                    <a:pt x="11919" y="3088"/>
                  </a:cubicBezTo>
                  <a:lnTo>
                    <a:pt x="6722" y="47"/>
                  </a:lnTo>
                  <a:cubicBezTo>
                    <a:pt x="6670" y="16"/>
                    <a:pt x="6611" y="0"/>
                    <a:pt x="65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0" name="Google Shape;15130;p87"/>
          <p:cNvGrpSpPr/>
          <p:nvPr/>
        </p:nvGrpSpPr>
        <p:grpSpPr>
          <a:xfrm>
            <a:off x="3527014" y="2909524"/>
            <a:ext cx="362228" cy="343187"/>
            <a:chOff x="3527014" y="2909524"/>
            <a:chExt cx="362228" cy="343187"/>
          </a:xfrm>
        </p:grpSpPr>
        <p:sp>
          <p:nvSpPr>
            <p:cNvPr id="15131" name="Google Shape;15131;p87"/>
            <p:cNvSpPr/>
            <p:nvPr/>
          </p:nvSpPr>
          <p:spPr>
            <a:xfrm>
              <a:off x="3591009" y="2923162"/>
              <a:ext cx="183514" cy="324487"/>
            </a:xfrm>
            <a:custGeom>
              <a:rect b="b" l="l" r="r" t="t"/>
              <a:pathLst>
                <a:path extrusionOk="0" h="12372" w="6997">
                  <a:moveTo>
                    <a:pt x="684" y="1"/>
                  </a:moveTo>
                  <a:cubicBezTo>
                    <a:pt x="308" y="1"/>
                    <a:pt x="0" y="309"/>
                    <a:pt x="0" y="684"/>
                  </a:cubicBezTo>
                  <a:lnTo>
                    <a:pt x="0" y="11688"/>
                  </a:lnTo>
                  <a:cubicBezTo>
                    <a:pt x="0" y="12064"/>
                    <a:pt x="308" y="12372"/>
                    <a:pt x="684" y="12372"/>
                  </a:cubicBezTo>
                  <a:lnTo>
                    <a:pt x="6313" y="12372"/>
                  </a:lnTo>
                  <a:cubicBezTo>
                    <a:pt x="6689" y="12372"/>
                    <a:pt x="6997" y="12064"/>
                    <a:pt x="6997" y="11688"/>
                  </a:cubicBezTo>
                  <a:lnTo>
                    <a:pt x="6997" y="684"/>
                  </a:lnTo>
                  <a:cubicBezTo>
                    <a:pt x="6997" y="309"/>
                    <a:pt x="6689" y="1"/>
                    <a:pt x="6313"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87"/>
            <p:cNvSpPr/>
            <p:nvPr/>
          </p:nvSpPr>
          <p:spPr>
            <a:xfrm>
              <a:off x="3739430" y="2923293"/>
              <a:ext cx="35092" cy="324355"/>
            </a:xfrm>
            <a:custGeom>
              <a:rect b="b" l="l" r="r" t="t"/>
              <a:pathLst>
                <a:path extrusionOk="0" h="12367" w="1338">
                  <a:moveTo>
                    <a:pt x="0" y="1"/>
                  </a:moveTo>
                  <a:cubicBezTo>
                    <a:pt x="375" y="1"/>
                    <a:pt x="678" y="304"/>
                    <a:pt x="678" y="679"/>
                  </a:cubicBezTo>
                  <a:lnTo>
                    <a:pt x="678" y="11688"/>
                  </a:lnTo>
                  <a:cubicBezTo>
                    <a:pt x="678" y="12064"/>
                    <a:pt x="375" y="12367"/>
                    <a:pt x="0" y="12367"/>
                  </a:cubicBezTo>
                  <a:lnTo>
                    <a:pt x="654" y="12367"/>
                  </a:lnTo>
                  <a:cubicBezTo>
                    <a:pt x="1030" y="12367"/>
                    <a:pt x="1338" y="12064"/>
                    <a:pt x="1338" y="11688"/>
                  </a:cubicBezTo>
                  <a:lnTo>
                    <a:pt x="1338" y="679"/>
                  </a:lnTo>
                  <a:cubicBezTo>
                    <a:pt x="1338" y="304"/>
                    <a:pt x="1030" y="1"/>
                    <a:pt x="654"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87"/>
            <p:cNvSpPr/>
            <p:nvPr/>
          </p:nvSpPr>
          <p:spPr>
            <a:xfrm>
              <a:off x="3591009" y="3202197"/>
              <a:ext cx="183514" cy="45452"/>
            </a:xfrm>
            <a:custGeom>
              <a:rect b="b" l="l" r="r" t="t"/>
              <a:pathLst>
                <a:path extrusionOk="0" h="1733" w="6997">
                  <a:moveTo>
                    <a:pt x="0" y="0"/>
                  </a:moveTo>
                  <a:lnTo>
                    <a:pt x="0" y="1049"/>
                  </a:lnTo>
                  <a:cubicBezTo>
                    <a:pt x="0" y="1425"/>
                    <a:pt x="308" y="1733"/>
                    <a:pt x="684" y="1733"/>
                  </a:cubicBezTo>
                  <a:lnTo>
                    <a:pt x="6313" y="1733"/>
                  </a:lnTo>
                  <a:cubicBezTo>
                    <a:pt x="6689" y="1733"/>
                    <a:pt x="6997" y="1425"/>
                    <a:pt x="6997" y="1049"/>
                  </a:cubicBezTo>
                  <a:lnTo>
                    <a:pt x="6997" y="0"/>
                  </a:lnTo>
                  <a:close/>
                </a:path>
              </a:pathLst>
            </a:custGeom>
            <a:solidFill>
              <a:srgbClr val="D0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87"/>
            <p:cNvSpPr/>
            <p:nvPr/>
          </p:nvSpPr>
          <p:spPr>
            <a:xfrm>
              <a:off x="3739430" y="3202197"/>
              <a:ext cx="35092" cy="45452"/>
            </a:xfrm>
            <a:custGeom>
              <a:rect b="b" l="l" r="r" t="t"/>
              <a:pathLst>
                <a:path extrusionOk="0" h="1733" w="1338">
                  <a:moveTo>
                    <a:pt x="678" y="0"/>
                  </a:moveTo>
                  <a:lnTo>
                    <a:pt x="678" y="1049"/>
                  </a:lnTo>
                  <a:cubicBezTo>
                    <a:pt x="678" y="1425"/>
                    <a:pt x="375" y="1733"/>
                    <a:pt x="0" y="1733"/>
                  </a:cubicBezTo>
                  <a:lnTo>
                    <a:pt x="654" y="1733"/>
                  </a:lnTo>
                  <a:cubicBezTo>
                    <a:pt x="1030" y="1733"/>
                    <a:pt x="1338" y="1425"/>
                    <a:pt x="1338" y="1049"/>
                  </a:cubicBezTo>
                  <a:lnTo>
                    <a:pt x="1338" y="0"/>
                  </a:ln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87"/>
            <p:cNvSpPr/>
            <p:nvPr/>
          </p:nvSpPr>
          <p:spPr>
            <a:xfrm>
              <a:off x="3591009" y="2923293"/>
              <a:ext cx="183514" cy="45452"/>
            </a:xfrm>
            <a:custGeom>
              <a:rect b="b" l="l" r="r" t="t"/>
              <a:pathLst>
                <a:path extrusionOk="0" h="1733" w="6997">
                  <a:moveTo>
                    <a:pt x="684" y="1"/>
                  </a:moveTo>
                  <a:cubicBezTo>
                    <a:pt x="304" y="1"/>
                    <a:pt x="0" y="304"/>
                    <a:pt x="0" y="679"/>
                  </a:cubicBezTo>
                  <a:lnTo>
                    <a:pt x="0" y="1733"/>
                  </a:lnTo>
                  <a:lnTo>
                    <a:pt x="6997" y="1733"/>
                  </a:lnTo>
                  <a:lnTo>
                    <a:pt x="6997" y="679"/>
                  </a:lnTo>
                  <a:cubicBezTo>
                    <a:pt x="6997" y="304"/>
                    <a:pt x="6689" y="1"/>
                    <a:pt x="6313" y="1"/>
                  </a:cubicBezTo>
                  <a:close/>
                </a:path>
              </a:pathLst>
            </a:custGeom>
            <a:solidFill>
              <a:srgbClr val="D0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87"/>
            <p:cNvSpPr/>
            <p:nvPr/>
          </p:nvSpPr>
          <p:spPr>
            <a:xfrm>
              <a:off x="3739430" y="2923293"/>
              <a:ext cx="35092" cy="45452"/>
            </a:xfrm>
            <a:custGeom>
              <a:rect b="b" l="l" r="r" t="t"/>
              <a:pathLst>
                <a:path extrusionOk="0" h="1733" w="1338">
                  <a:moveTo>
                    <a:pt x="0" y="1"/>
                  </a:moveTo>
                  <a:cubicBezTo>
                    <a:pt x="375" y="1"/>
                    <a:pt x="678" y="304"/>
                    <a:pt x="678" y="679"/>
                  </a:cubicBezTo>
                  <a:lnTo>
                    <a:pt x="678" y="1733"/>
                  </a:lnTo>
                  <a:lnTo>
                    <a:pt x="1338" y="1733"/>
                  </a:lnTo>
                  <a:lnTo>
                    <a:pt x="1338" y="679"/>
                  </a:lnTo>
                  <a:cubicBezTo>
                    <a:pt x="1338" y="304"/>
                    <a:pt x="1030" y="1"/>
                    <a:pt x="654" y="1"/>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87"/>
            <p:cNvSpPr/>
            <p:nvPr/>
          </p:nvSpPr>
          <p:spPr>
            <a:xfrm>
              <a:off x="3681861" y="3020598"/>
              <a:ext cx="202214" cy="129118"/>
            </a:xfrm>
            <a:custGeom>
              <a:rect b="b" l="l" r="r" t="t"/>
              <a:pathLst>
                <a:path extrusionOk="0" h="4923" w="7710">
                  <a:moveTo>
                    <a:pt x="241" y="0"/>
                  </a:moveTo>
                  <a:cubicBezTo>
                    <a:pt x="112" y="5"/>
                    <a:pt x="6" y="111"/>
                    <a:pt x="1" y="241"/>
                  </a:cubicBezTo>
                  <a:lnTo>
                    <a:pt x="1" y="4687"/>
                  </a:lnTo>
                  <a:cubicBezTo>
                    <a:pt x="6" y="4817"/>
                    <a:pt x="112" y="4918"/>
                    <a:pt x="241" y="4923"/>
                  </a:cubicBezTo>
                  <a:lnTo>
                    <a:pt x="7473" y="4923"/>
                  </a:lnTo>
                  <a:cubicBezTo>
                    <a:pt x="7603" y="4918"/>
                    <a:pt x="7709" y="4817"/>
                    <a:pt x="7709" y="4687"/>
                  </a:cubicBezTo>
                  <a:lnTo>
                    <a:pt x="7709" y="241"/>
                  </a:lnTo>
                  <a:cubicBezTo>
                    <a:pt x="7709" y="111"/>
                    <a:pt x="7603" y="5"/>
                    <a:pt x="747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87"/>
            <p:cNvSpPr/>
            <p:nvPr/>
          </p:nvSpPr>
          <p:spPr>
            <a:xfrm>
              <a:off x="3861336" y="3020729"/>
              <a:ext cx="22739" cy="128987"/>
            </a:xfrm>
            <a:custGeom>
              <a:rect b="b" l="l" r="r" t="t"/>
              <a:pathLst>
                <a:path extrusionOk="0" h="4918" w="867">
                  <a:moveTo>
                    <a:pt x="0" y="0"/>
                  </a:moveTo>
                  <a:cubicBezTo>
                    <a:pt x="130" y="0"/>
                    <a:pt x="231" y="106"/>
                    <a:pt x="236" y="236"/>
                  </a:cubicBezTo>
                  <a:lnTo>
                    <a:pt x="236" y="4682"/>
                  </a:lnTo>
                  <a:cubicBezTo>
                    <a:pt x="231" y="4812"/>
                    <a:pt x="130" y="4913"/>
                    <a:pt x="0" y="4918"/>
                  </a:cubicBezTo>
                  <a:lnTo>
                    <a:pt x="630" y="4918"/>
                  </a:lnTo>
                  <a:cubicBezTo>
                    <a:pt x="760" y="4913"/>
                    <a:pt x="866" y="4812"/>
                    <a:pt x="866" y="4682"/>
                  </a:cubicBezTo>
                  <a:lnTo>
                    <a:pt x="866" y="236"/>
                  </a:lnTo>
                  <a:cubicBezTo>
                    <a:pt x="866" y="106"/>
                    <a:pt x="760" y="0"/>
                    <a:pt x="630" y="0"/>
                  </a:cubicBezTo>
                  <a:close/>
                </a:path>
              </a:pathLst>
            </a:custGeom>
            <a:solidFill>
              <a:srgbClr val="6A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87"/>
            <p:cNvSpPr/>
            <p:nvPr/>
          </p:nvSpPr>
          <p:spPr>
            <a:xfrm>
              <a:off x="3791780" y="3043940"/>
              <a:ext cx="45216" cy="38633"/>
            </a:xfrm>
            <a:custGeom>
              <a:rect b="b" l="l" r="r" t="t"/>
              <a:pathLst>
                <a:path extrusionOk="0" h="1473" w="1724">
                  <a:moveTo>
                    <a:pt x="987" y="1"/>
                  </a:moveTo>
                  <a:cubicBezTo>
                    <a:pt x="328" y="1"/>
                    <a:pt x="1" y="795"/>
                    <a:pt x="468" y="1256"/>
                  </a:cubicBezTo>
                  <a:cubicBezTo>
                    <a:pt x="617" y="1406"/>
                    <a:pt x="801" y="1473"/>
                    <a:pt x="982" y="1473"/>
                  </a:cubicBezTo>
                  <a:cubicBezTo>
                    <a:pt x="1360" y="1473"/>
                    <a:pt x="1723" y="1180"/>
                    <a:pt x="1723" y="737"/>
                  </a:cubicBezTo>
                  <a:cubicBezTo>
                    <a:pt x="1723" y="328"/>
                    <a:pt x="1391" y="1"/>
                    <a:pt x="98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87"/>
            <p:cNvSpPr/>
            <p:nvPr/>
          </p:nvSpPr>
          <p:spPr>
            <a:xfrm>
              <a:off x="3817274" y="3043940"/>
              <a:ext cx="45216" cy="38633"/>
            </a:xfrm>
            <a:custGeom>
              <a:rect b="b" l="l" r="r" t="t"/>
              <a:pathLst>
                <a:path extrusionOk="0" h="1473" w="1724">
                  <a:moveTo>
                    <a:pt x="987" y="1"/>
                  </a:moveTo>
                  <a:cubicBezTo>
                    <a:pt x="328" y="1"/>
                    <a:pt x="1" y="795"/>
                    <a:pt x="463" y="1256"/>
                  </a:cubicBezTo>
                  <a:cubicBezTo>
                    <a:pt x="614" y="1406"/>
                    <a:pt x="799" y="1473"/>
                    <a:pt x="980" y="1473"/>
                  </a:cubicBezTo>
                  <a:cubicBezTo>
                    <a:pt x="1360" y="1473"/>
                    <a:pt x="1723" y="1180"/>
                    <a:pt x="1723" y="737"/>
                  </a:cubicBezTo>
                  <a:cubicBezTo>
                    <a:pt x="1723" y="328"/>
                    <a:pt x="1391" y="1"/>
                    <a:pt x="987" y="1"/>
                  </a:cubicBezTo>
                  <a:close/>
                </a:path>
              </a:pathLst>
            </a:custGeom>
            <a:solidFill>
              <a:srgbClr val="D2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87"/>
            <p:cNvSpPr/>
            <p:nvPr/>
          </p:nvSpPr>
          <p:spPr>
            <a:xfrm>
              <a:off x="3706095" y="3045330"/>
              <a:ext cx="57700" cy="35879"/>
            </a:xfrm>
            <a:custGeom>
              <a:rect b="b" l="l" r="r" t="t"/>
              <a:pathLst>
                <a:path extrusionOk="0" h="1368" w="2200">
                  <a:moveTo>
                    <a:pt x="236" y="1"/>
                  </a:moveTo>
                  <a:cubicBezTo>
                    <a:pt x="107" y="1"/>
                    <a:pt x="1" y="106"/>
                    <a:pt x="1" y="236"/>
                  </a:cubicBezTo>
                  <a:lnTo>
                    <a:pt x="1" y="1126"/>
                  </a:lnTo>
                  <a:cubicBezTo>
                    <a:pt x="1" y="1256"/>
                    <a:pt x="107" y="1362"/>
                    <a:pt x="236" y="1367"/>
                  </a:cubicBezTo>
                  <a:lnTo>
                    <a:pt x="1964" y="1367"/>
                  </a:lnTo>
                  <a:cubicBezTo>
                    <a:pt x="2094" y="1362"/>
                    <a:pt x="2195" y="1256"/>
                    <a:pt x="2200" y="1131"/>
                  </a:cubicBezTo>
                  <a:lnTo>
                    <a:pt x="2200" y="236"/>
                  </a:lnTo>
                  <a:cubicBezTo>
                    <a:pt x="2195" y="106"/>
                    <a:pt x="2094" y="1"/>
                    <a:pt x="19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87"/>
            <p:cNvSpPr/>
            <p:nvPr/>
          </p:nvSpPr>
          <p:spPr>
            <a:xfrm>
              <a:off x="3702686" y="3101877"/>
              <a:ext cx="162584" cy="20221"/>
            </a:xfrm>
            <a:custGeom>
              <a:rect b="b" l="l" r="r" t="t"/>
              <a:pathLst>
                <a:path extrusionOk="0" h="771" w="6199">
                  <a:moveTo>
                    <a:pt x="237" y="0"/>
                  </a:moveTo>
                  <a:cubicBezTo>
                    <a:pt x="107" y="0"/>
                    <a:pt x="1" y="106"/>
                    <a:pt x="1" y="236"/>
                  </a:cubicBezTo>
                  <a:lnTo>
                    <a:pt x="1" y="529"/>
                  </a:lnTo>
                  <a:cubicBezTo>
                    <a:pt x="1" y="659"/>
                    <a:pt x="107" y="765"/>
                    <a:pt x="237" y="770"/>
                  </a:cubicBezTo>
                  <a:lnTo>
                    <a:pt x="5963" y="770"/>
                  </a:lnTo>
                  <a:cubicBezTo>
                    <a:pt x="6092" y="765"/>
                    <a:pt x="6194" y="659"/>
                    <a:pt x="6198" y="529"/>
                  </a:cubicBezTo>
                  <a:lnTo>
                    <a:pt x="6198" y="236"/>
                  </a:lnTo>
                  <a:cubicBezTo>
                    <a:pt x="6194" y="106"/>
                    <a:pt x="6092" y="0"/>
                    <a:pt x="5963"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87"/>
            <p:cNvSpPr/>
            <p:nvPr/>
          </p:nvSpPr>
          <p:spPr>
            <a:xfrm>
              <a:off x="3527014" y="2914717"/>
              <a:ext cx="106300" cy="90905"/>
            </a:xfrm>
            <a:custGeom>
              <a:rect b="b" l="l" r="r" t="t"/>
              <a:pathLst>
                <a:path extrusionOk="0" h="3466" w="4053">
                  <a:moveTo>
                    <a:pt x="2320" y="0"/>
                  </a:moveTo>
                  <a:cubicBezTo>
                    <a:pt x="776" y="0"/>
                    <a:pt x="1" y="1867"/>
                    <a:pt x="1093" y="2960"/>
                  </a:cubicBezTo>
                  <a:cubicBezTo>
                    <a:pt x="1425" y="3291"/>
                    <a:pt x="1868" y="3465"/>
                    <a:pt x="2319" y="3465"/>
                  </a:cubicBezTo>
                  <a:cubicBezTo>
                    <a:pt x="2543" y="3465"/>
                    <a:pt x="2769" y="3423"/>
                    <a:pt x="2984" y="3335"/>
                  </a:cubicBezTo>
                  <a:cubicBezTo>
                    <a:pt x="3629" y="3065"/>
                    <a:pt x="4052" y="2435"/>
                    <a:pt x="4052" y="1733"/>
                  </a:cubicBezTo>
                  <a:cubicBezTo>
                    <a:pt x="4052" y="775"/>
                    <a:pt x="3278" y="0"/>
                    <a:pt x="2320"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87"/>
            <p:cNvSpPr/>
            <p:nvPr/>
          </p:nvSpPr>
          <p:spPr>
            <a:xfrm>
              <a:off x="3579259" y="2914717"/>
              <a:ext cx="56310" cy="90957"/>
            </a:xfrm>
            <a:custGeom>
              <a:rect b="b" l="l" r="r" t="t"/>
              <a:pathLst>
                <a:path extrusionOk="0" h="3468" w="2147">
                  <a:moveTo>
                    <a:pt x="328" y="0"/>
                  </a:moveTo>
                  <a:cubicBezTo>
                    <a:pt x="217" y="0"/>
                    <a:pt x="107" y="10"/>
                    <a:pt x="1" y="29"/>
                  </a:cubicBezTo>
                  <a:cubicBezTo>
                    <a:pt x="814" y="188"/>
                    <a:pt x="1406" y="900"/>
                    <a:pt x="1406" y="1733"/>
                  </a:cubicBezTo>
                  <a:cubicBezTo>
                    <a:pt x="1406" y="2565"/>
                    <a:pt x="814" y="3277"/>
                    <a:pt x="1" y="3436"/>
                  </a:cubicBezTo>
                  <a:cubicBezTo>
                    <a:pt x="111" y="3457"/>
                    <a:pt x="221" y="3467"/>
                    <a:pt x="330" y="3467"/>
                  </a:cubicBezTo>
                  <a:cubicBezTo>
                    <a:pt x="1202" y="3467"/>
                    <a:pt x="1965" y="2804"/>
                    <a:pt x="2051" y="1896"/>
                  </a:cubicBezTo>
                  <a:cubicBezTo>
                    <a:pt x="2147" y="881"/>
                    <a:pt x="1348" y="0"/>
                    <a:pt x="328" y="0"/>
                  </a:cubicBezTo>
                  <a:close/>
                </a:path>
              </a:pathLst>
            </a:custGeom>
            <a:solidFill>
              <a:srgbClr val="75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87"/>
            <p:cNvSpPr/>
            <p:nvPr/>
          </p:nvSpPr>
          <p:spPr>
            <a:xfrm>
              <a:off x="3529296" y="2909524"/>
              <a:ext cx="359946" cy="343187"/>
            </a:xfrm>
            <a:custGeom>
              <a:rect b="b" l="l" r="r" t="t"/>
              <a:pathLst>
                <a:path extrusionOk="0" h="13085" w="13724">
                  <a:moveTo>
                    <a:pt x="8666" y="723"/>
                  </a:moveTo>
                  <a:cubicBezTo>
                    <a:pt x="8931" y="723"/>
                    <a:pt x="9148" y="935"/>
                    <a:pt x="9148" y="1204"/>
                  </a:cubicBezTo>
                  <a:lnTo>
                    <a:pt x="9148" y="2056"/>
                  </a:lnTo>
                  <a:lnTo>
                    <a:pt x="4158" y="2061"/>
                  </a:lnTo>
                  <a:cubicBezTo>
                    <a:pt x="4158" y="2017"/>
                    <a:pt x="4163" y="1974"/>
                    <a:pt x="4163" y="1931"/>
                  </a:cubicBezTo>
                  <a:cubicBezTo>
                    <a:pt x="4163" y="1488"/>
                    <a:pt x="4013" y="1064"/>
                    <a:pt x="3734" y="723"/>
                  </a:cubicBezTo>
                  <a:close/>
                  <a:moveTo>
                    <a:pt x="2219" y="391"/>
                  </a:moveTo>
                  <a:cubicBezTo>
                    <a:pt x="3009" y="391"/>
                    <a:pt x="3768" y="1005"/>
                    <a:pt x="3768" y="1931"/>
                  </a:cubicBezTo>
                  <a:cubicBezTo>
                    <a:pt x="3768" y="2777"/>
                    <a:pt x="3080" y="3466"/>
                    <a:pt x="2233" y="3466"/>
                  </a:cubicBezTo>
                  <a:cubicBezTo>
                    <a:pt x="867" y="3466"/>
                    <a:pt x="178" y="1810"/>
                    <a:pt x="1146" y="843"/>
                  </a:cubicBezTo>
                  <a:cubicBezTo>
                    <a:pt x="1458" y="531"/>
                    <a:pt x="1842" y="391"/>
                    <a:pt x="2219" y="391"/>
                  </a:cubicBezTo>
                  <a:close/>
                  <a:moveTo>
                    <a:pt x="9152" y="11357"/>
                  </a:moveTo>
                  <a:lnTo>
                    <a:pt x="9152" y="12213"/>
                  </a:lnTo>
                  <a:cubicBezTo>
                    <a:pt x="9152" y="12478"/>
                    <a:pt x="8936" y="12694"/>
                    <a:pt x="8671" y="12694"/>
                  </a:cubicBezTo>
                  <a:lnTo>
                    <a:pt x="3032" y="12694"/>
                  </a:lnTo>
                  <a:cubicBezTo>
                    <a:pt x="2767" y="12694"/>
                    <a:pt x="2551" y="12478"/>
                    <a:pt x="2551" y="12213"/>
                  </a:cubicBezTo>
                  <a:lnTo>
                    <a:pt x="2551" y="11357"/>
                  </a:lnTo>
                  <a:close/>
                  <a:moveTo>
                    <a:pt x="2236" y="1"/>
                  </a:moveTo>
                  <a:cubicBezTo>
                    <a:pt x="1438" y="1"/>
                    <a:pt x="671" y="499"/>
                    <a:pt x="400" y="1334"/>
                  </a:cubicBezTo>
                  <a:cubicBezTo>
                    <a:pt x="0" y="2551"/>
                    <a:pt x="876" y="3807"/>
                    <a:pt x="2156" y="3860"/>
                  </a:cubicBezTo>
                  <a:lnTo>
                    <a:pt x="2156" y="5698"/>
                  </a:lnTo>
                  <a:cubicBezTo>
                    <a:pt x="2156" y="5831"/>
                    <a:pt x="2255" y="5897"/>
                    <a:pt x="2353" y="5897"/>
                  </a:cubicBezTo>
                  <a:cubicBezTo>
                    <a:pt x="2452" y="5897"/>
                    <a:pt x="2551" y="5831"/>
                    <a:pt x="2551" y="5698"/>
                  </a:cubicBezTo>
                  <a:lnTo>
                    <a:pt x="2551" y="3836"/>
                  </a:lnTo>
                  <a:cubicBezTo>
                    <a:pt x="3287" y="3711"/>
                    <a:pt x="3884" y="3172"/>
                    <a:pt x="4090" y="2455"/>
                  </a:cubicBezTo>
                  <a:lnTo>
                    <a:pt x="9152" y="2455"/>
                  </a:lnTo>
                  <a:lnTo>
                    <a:pt x="9152" y="4043"/>
                  </a:lnTo>
                  <a:lnTo>
                    <a:pt x="6015" y="4043"/>
                  </a:lnTo>
                  <a:lnTo>
                    <a:pt x="6015" y="3360"/>
                  </a:lnTo>
                  <a:lnTo>
                    <a:pt x="5621" y="3360"/>
                  </a:lnTo>
                  <a:lnTo>
                    <a:pt x="5621" y="10048"/>
                  </a:lnTo>
                  <a:lnTo>
                    <a:pt x="6015" y="10048"/>
                  </a:lnTo>
                  <a:lnTo>
                    <a:pt x="6015" y="9350"/>
                  </a:lnTo>
                  <a:lnTo>
                    <a:pt x="9152" y="9350"/>
                  </a:lnTo>
                  <a:lnTo>
                    <a:pt x="9152" y="10957"/>
                  </a:lnTo>
                  <a:lnTo>
                    <a:pt x="2551" y="10957"/>
                  </a:lnTo>
                  <a:lnTo>
                    <a:pt x="2551" y="6540"/>
                  </a:lnTo>
                  <a:cubicBezTo>
                    <a:pt x="2551" y="6408"/>
                    <a:pt x="2452" y="6342"/>
                    <a:pt x="2353" y="6342"/>
                  </a:cubicBezTo>
                  <a:cubicBezTo>
                    <a:pt x="2255" y="6342"/>
                    <a:pt x="2156" y="6408"/>
                    <a:pt x="2156" y="6540"/>
                  </a:cubicBezTo>
                  <a:lnTo>
                    <a:pt x="2156" y="12208"/>
                  </a:lnTo>
                  <a:cubicBezTo>
                    <a:pt x="2156" y="12690"/>
                    <a:pt x="2551" y="13084"/>
                    <a:pt x="3037" y="13084"/>
                  </a:cubicBezTo>
                  <a:lnTo>
                    <a:pt x="8666" y="13084"/>
                  </a:lnTo>
                  <a:cubicBezTo>
                    <a:pt x="9119" y="13084"/>
                    <a:pt x="9494" y="12743"/>
                    <a:pt x="9542" y="12295"/>
                  </a:cubicBezTo>
                  <a:cubicBezTo>
                    <a:pt x="9547" y="12266"/>
                    <a:pt x="9547" y="12237"/>
                    <a:pt x="9547" y="12208"/>
                  </a:cubicBezTo>
                  <a:lnTo>
                    <a:pt x="9547" y="9350"/>
                  </a:lnTo>
                  <a:lnTo>
                    <a:pt x="10740" y="9350"/>
                  </a:lnTo>
                  <a:cubicBezTo>
                    <a:pt x="11000" y="9350"/>
                    <a:pt x="11000" y="8956"/>
                    <a:pt x="10740" y="8956"/>
                  </a:cubicBezTo>
                  <a:lnTo>
                    <a:pt x="6058" y="8956"/>
                  </a:lnTo>
                  <a:cubicBezTo>
                    <a:pt x="6034" y="8956"/>
                    <a:pt x="6020" y="8936"/>
                    <a:pt x="6020" y="8917"/>
                  </a:cubicBezTo>
                  <a:lnTo>
                    <a:pt x="6020" y="4476"/>
                  </a:lnTo>
                  <a:cubicBezTo>
                    <a:pt x="6020" y="4452"/>
                    <a:pt x="6034" y="4438"/>
                    <a:pt x="6058" y="4438"/>
                  </a:cubicBezTo>
                  <a:lnTo>
                    <a:pt x="13290" y="4438"/>
                  </a:lnTo>
                  <a:cubicBezTo>
                    <a:pt x="13292" y="4437"/>
                    <a:pt x="13295" y="4437"/>
                    <a:pt x="13296" y="4437"/>
                  </a:cubicBezTo>
                  <a:cubicBezTo>
                    <a:pt x="13314" y="4437"/>
                    <a:pt x="13329" y="4454"/>
                    <a:pt x="13329" y="4476"/>
                  </a:cubicBezTo>
                  <a:lnTo>
                    <a:pt x="13329" y="8922"/>
                  </a:lnTo>
                  <a:cubicBezTo>
                    <a:pt x="13329" y="8941"/>
                    <a:pt x="13310" y="8961"/>
                    <a:pt x="13290" y="8961"/>
                  </a:cubicBezTo>
                  <a:lnTo>
                    <a:pt x="11602" y="8961"/>
                  </a:lnTo>
                  <a:cubicBezTo>
                    <a:pt x="11337" y="8961"/>
                    <a:pt x="11337" y="9355"/>
                    <a:pt x="11602" y="9355"/>
                  </a:cubicBezTo>
                  <a:lnTo>
                    <a:pt x="13290" y="9355"/>
                  </a:lnTo>
                  <a:cubicBezTo>
                    <a:pt x="13531" y="9355"/>
                    <a:pt x="13724" y="9163"/>
                    <a:pt x="13724" y="8922"/>
                  </a:cubicBezTo>
                  <a:lnTo>
                    <a:pt x="13724" y="4476"/>
                  </a:lnTo>
                  <a:cubicBezTo>
                    <a:pt x="13724" y="4235"/>
                    <a:pt x="13531" y="4043"/>
                    <a:pt x="13290" y="4043"/>
                  </a:cubicBezTo>
                  <a:lnTo>
                    <a:pt x="9547" y="4043"/>
                  </a:lnTo>
                  <a:lnTo>
                    <a:pt x="9547" y="1204"/>
                  </a:lnTo>
                  <a:cubicBezTo>
                    <a:pt x="9547" y="1175"/>
                    <a:pt x="9542" y="1146"/>
                    <a:pt x="9542" y="1117"/>
                  </a:cubicBezTo>
                  <a:cubicBezTo>
                    <a:pt x="9494" y="670"/>
                    <a:pt x="9119" y="328"/>
                    <a:pt x="8666" y="328"/>
                  </a:cubicBezTo>
                  <a:lnTo>
                    <a:pt x="3306" y="328"/>
                  </a:lnTo>
                  <a:cubicBezTo>
                    <a:pt x="2972" y="105"/>
                    <a:pt x="2601" y="1"/>
                    <a:pt x="22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87"/>
            <p:cNvSpPr/>
            <p:nvPr/>
          </p:nvSpPr>
          <p:spPr>
            <a:xfrm>
              <a:off x="3791676" y="3038747"/>
              <a:ext cx="65647" cy="49019"/>
            </a:xfrm>
            <a:custGeom>
              <a:rect b="b" l="l" r="r" t="t"/>
              <a:pathLst>
                <a:path extrusionOk="0" h="1869" w="2503">
                  <a:moveTo>
                    <a:pt x="991" y="391"/>
                  </a:moveTo>
                  <a:cubicBezTo>
                    <a:pt x="1054" y="391"/>
                    <a:pt x="1116" y="401"/>
                    <a:pt x="1179" y="425"/>
                  </a:cubicBezTo>
                  <a:cubicBezTo>
                    <a:pt x="977" y="733"/>
                    <a:pt x="977" y="1127"/>
                    <a:pt x="1179" y="1435"/>
                  </a:cubicBezTo>
                  <a:cubicBezTo>
                    <a:pt x="1116" y="1458"/>
                    <a:pt x="1053" y="1469"/>
                    <a:pt x="992" y="1469"/>
                  </a:cubicBezTo>
                  <a:cubicBezTo>
                    <a:pt x="708" y="1469"/>
                    <a:pt x="456" y="1239"/>
                    <a:pt x="452" y="930"/>
                  </a:cubicBezTo>
                  <a:lnTo>
                    <a:pt x="448" y="935"/>
                  </a:lnTo>
                  <a:cubicBezTo>
                    <a:pt x="448" y="632"/>
                    <a:pt x="693" y="391"/>
                    <a:pt x="991" y="391"/>
                  </a:cubicBezTo>
                  <a:close/>
                  <a:moveTo>
                    <a:pt x="986" y="1"/>
                  </a:moveTo>
                  <a:cubicBezTo>
                    <a:pt x="903" y="1"/>
                    <a:pt x="819" y="12"/>
                    <a:pt x="736" y="35"/>
                  </a:cubicBezTo>
                  <a:cubicBezTo>
                    <a:pt x="289" y="160"/>
                    <a:pt x="0" y="598"/>
                    <a:pt x="67" y="1060"/>
                  </a:cubicBezTo>
                  <a:cubicBezTo>
                    <a:pt x="130" y="1522"/>
                    <a:pt x="525" y="1868"/>
                    <a:pt x="991" y="1868"/>
                  </a:cubicBezTo>
                  <a:cubicBezTo>
                    <a:pt x="1160" y="1868"/>
                    <a:pt x="1328" y="1820"/>
                    <a:pt x="1477" y="1729"/>
                  </a:cubicBezTo>
                  <a:cubicBezTo>
                    <a:pt x="1599" y="1655"/>
                    <a:pt x="1698" y="1556"/>
                    <a:pt x="1771" y="1443"/>
                  </a:cubicBezTo>
                  <a:lnTo>
                    <a:pt x="1771" y="1443"/>
                  </a:lnTo>
                  <a:cubicBezTo>
                    <a:pt x="1831" y="1465"/>
                    <a:pt x="1892" y="1475"/>
                    <a:pt x="1954" y="1475"/>
                  </a:cubicBezTo>
                  <a:cubicBezTo>
                    <a:pt x="2231" y="1475"/>
                    <a:pt x="2497" y="1260"/>
                    <a:pt x="2497" y="935"/>
                  </a:cubicBezTo>
                  <a:lnTo>
                    <a:pt x="2502" y="935"/>
                  </a:lnTo>
                  <a:cubicBezTo>
                    <a:pt x="2502" y="632"/>
                    <a:pt x="2257" y="391"/>
                    <a:pt x="1958" y="391"/>
                  </a:cubicBezTo>
                  <a:cubicBezTo>
                    <a:pt x="1890" y="391"/>
                    <a:pt x="1827" y="402"/>
                    <a:pt x="1770" y="423"/>
                  </a:cubicBezTo>
                  <a:lnTo>
                    <a:pt x="1770" y="423"/>
                  </a:lnTo>
                  <a:cubicBezTo>
                    <a:pt x="1798" y="466"/>
                    <a:pt x="1822" y="511"/>
                    <a:pt x="1843" y="559"/>
                  </a:cubicBezTo>
                  <a:cubicBezTo>
                    <a:pt x="1973" y="856"/>
                    <a:pt x="1937" y="1187"/>
                    <a:pt x="1771" y="1443"/>
                  </a:cubicBezTo>
                  <a:lnTo>
                    <a:pt x="1771" y="1443"/>
                  </a:lnTo>
                  <a:cubicBezTo>
                    <a:pt x="1701" y="1417"/>
                    <a:pt x="1633" y="1375"/>
                    <a:pt x="1574" y="1315"/>
                  </a:cubicBezTo>
                  <a:cubicBezTo>
                    <a:pt x="1280" y="1021"/>
                    <a:pt x="1417" y="549"/>
                    <a:pt x="1770" y="423"/>
                  </a:cubicBezTo>
                  <a:lnTo>
                    <a:pt x="1770" y="423"/>
                  </a:lnTo>
                  <a:cubicBezTo>
                    <a:pt x="1598" y="159"/>
                    <a:pt x="1300" y="1"/>
                    <a:pt x="9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87"/>
            <p:cNvSpPr/>
            <p:nvPr/>
          </p:nvSpPr>
          <p:spPr>
            <a:xfrm>
              <a:off x="3700928" y="3040163"/>
              <a:ext cx="68034" cy="46213"/>
            </a:xfrm>
            <a:custGeom>
              <a:rect b="b" l="l" r="r" t="t"/>
              <a:pathLst>
                <a:path extrusionOk="0" h="1762" w="2594">
                  <a:moveTo>
                    <a:pt x="2161" y="395"/>
                  </a:moveTo>
                  <a:cubicBezTo>
                    <a:pt x="2180" y="395"/>
                    <a:pt x="2199" y="409"/>
                    <a:pt x="2199" y="433"/>
                  </a:cubicBezTo>
                  <a:lnTo>
                    <a:pt x="2199" y="1328"/>
                  </a:lnTo>
                  <a:cubicBezTo>
                    <a:pt x="2199" y="1348"/>
                    <a:pt x="2180" y="1367"/>
                    <a:pt x="2161" y="1367"/>
                  </a:cubicBezTo>
                  <a:lnTo>
                    <a:pt x="433" y="1367"/>
                  </a:lnTo>
                  <a:cubicBezTo>
                    <a:pt x="414" y="1367"/>
                    <a:pt x="395" y="1348"/>
                    <a:pt x="395" y="1328"/>
                  </a:cubicBezTo>
                  <a:lnTo>
                    <a:pt x="395" y="1323"/>
                  </a:lnTo>
                  <a:lnTo>
                    <a:pt x="395" y="433"/>
                  </a:lnTo>
                  <a:cubicBezTo>
                    <a:pt x="395" y="409"/>
                    <a:pt x="414" y="395"/>
                    <a:pt x="433" y="395"/>
                  </a:cubicBezTo>
                  <a:close/>
                  <a:moveTo>
                    <a:pt x="433" y="0"/>
                  </a:moveTo>
                  <a:cubicBezTo>
                    <a:pt x="193" y="0"/>
                    <a:pt x="0" y="193"/>
                    <a:pt x="0" y="433"/>
                  </a:cubicBezTo>
                  <a:lnTo>
                    <a:pt x="0" y="1328"/>
                  </a:lnTo>
                  <a:cubicBezTo>
                    <a:pt x="0" y="1564"/>
                    <a:pt x="193" y="1761"/>
                    <a:pt x="433" y="1761"/>
                  </a:cubicBezTo>
                  <a:lnTo>
                    <a:pt x="2161" y="1761"/>
                  </a:lnTo>
                  <a:cubicBezTo>
                    <a:pt x="2397" y="1761"/>
                    <a:pt x="2594" y="1564"/>
                    <a:pt x="2594" y="1323"/>
                  </a:cubicBezTo>
                  <a:lnTo>
                    <a:pt x="2594" y="433"/>
                  </a:lnTo>
                  <a:cubicBezTo>
                    <a:pt x="2594" y="193"/>
                    <a:pt x="2397" y="0"/>
                    <a:pt x="2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87"/>
            <p:cNvSpPr/>
            <p:nvPr/>
          </p:nvSpPr>
          <p:spPr>
            <a:xfrm>
              <a:off x="3697519" y="3096683"/>
              <a:ext cx="172918" cy="30581"/>
            </a:xfrm>
            <a:custGeom>
              <a:rect b="b" l="l" r="r" t="t"/>
              <a:pathLst>
                <a:path extrusionOk="0" h="1166" w="6593">
                  <a:moveTo>
                    <a:pt x="6160" y="395"/>
                  </a:moveTo>
                  <a:cubicBezTo>
                    <a:pt x="6179" y="395"/>
                    <a:pt x="6198" y="415"/>
                    <a:pt x="6198" y="434"/>
                  </a:cubicBezTo>
                  <a:lnTo>
                    <a:pt x="6198" y="727"/>
                  </a:lnTo>
                  <a:cubicBezTo>
                    <a:pt x="6198" y="752"/>
                    <a:pt x="6179" y="771"/>
                    <a:pt x="6160" y="771"/>
                  </a:cubicBezTo>
                  <a:lnTo>
                    <a:pt x="434" y="771"/>
                  </a:lnTo>
                  <a:cubicBezTo>
                    <a:pt x="410" y="771"/>
                    <a:pt x="395" y="752"/>
                    <a:pt x="395" y="727"/>
                  </a:cubicBezTo>
                  <a:lnTo>
                    <a:pt x="395" y="434"/>
                  </a:lnTo>
                  <a:cubicBezTo>
                    <a:pt x="395" y="415"/>
                    <a:pt x="410" y="395"/>
                    <a:pt x="434" y="395"/>
                  </a:cubicBezTo>
                  <a:close/>
                  <a:moveTo>
                    <a:pt x="434" y="1"/>
                  </a:moveTo>
                  <a:cubicBezTo>
                    <a:pt x="193" y="1"/>
                    <a:pt x="1" y="193"/>
                    <a:pt x="1" y="434"/>
                  </a:cubicBezTo>
                  <a:lnTo>
                    <a:pt x="1" y="727"/>
                  </a:lnTo>
                  <a:cubicBezTo>
                    <a:pt x="1" y="968"/>
                    <a:pt x="193" y="1165"/>
                    <a:pt x="434" y="1165"/>
                  </a:cubicBezTo>
                  <a:lnTo>
                    <a:pt x="6160" y="1165"/>
                  </a:lnTo>
                  <a:cubicBezTo>
                    <a:pt x="6400" y="1165"/>
                    <a:pt x="6593" y="968"/>
                    <a:pt x="6593" y="727"/>
                  </a:cubicBezTo>
                  <a:lnTo>
                    <a:pt x="6593" y="434"/>
                  </a:lnTo>
                  <a:cubicBezTo>
                    <a:pt x="6593" y="193"/>
                    <a:pt x="6400" y="1"/>
                    <a:pt x="61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87"/>
            <p:cNvSpPr/>
            <p:nvPr/>
          </p:nvSpPr>
          <p:spPr>
            <a:xfrm>
              <a:off x="3565647" y="2944380"/>
              <a:ext cx="44561" cy="31447"/>
            </a:xfrm>
            <a:custGeom>
              <a:rect b="b" l="l" r="r" t="t"/>
              <a:pathLst>
                <a:path extrusionOk="0" h="1199" w="1699">
                  <a:moveTo>
                    <a:pt x="1418" y="1"/>
                  </a:moveTo>
                  <a:cubicBezTo>
                    <a:pt x="1369" y="1"/>
                    <a:pt x="1319" y="20"/>
                    <a:pt x="1275" y="68"/>
                  </a:cubicBezTo>
                  <a:lnTo>
                    <a:pt x="693" y="698"/>
                  </a:lnTo>
                  <a:lnTo>
                    <a:pt x="428" y="375"/>
                  </a:lnTo>
                  <a:cubicBezTo>
                    <a:pt x="385" y="320"/>
                    <a:pt x="331" y="297"/>
                    <a:pt x="278" y="297"/>
                  </a:cubicBezTo>
                  <a:cubicBezTo>
                    <a:pt x="134" y="297"/>
                    <a:pt x="1" y="469"/>
                    <a:pt x="121" y="621"/>
                  </a:cubicBezTo>
                  <a:lnTo>
                    <a:pt x="530" y="1126"/>
                  </a:lnTo>
                  <a:cubicBezTo>
                    <a:pt x="563" y="1169"/>
                    <a:pt x="616" y="1198"/>
                    <a:pt x="674" y="1198"/>
                  </a:cubicBezTo>
                  <a:lnTo>
                    <a:pt x="679" y="1198"/>
                  </a:lnTo>
                  <a:cubicBezTo>
                    <a:pt x="736" y="1198"/>
                    <a:pt x="789" y="1174"/>
                    <a:pt x="828" y="1136"/>
                  </a:cubicBezTo>
                  <a:lnTo>
                    <a:pt x="1564" y="337"/>
                  </a:lnTo>
                  <a:cubicBezTo>
                    <a:pt x="1698" y="188"/>
                    <a:pt x="1567" y="1"/>
                    <a:pt x="1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0" name="Google Shape;15150;p87"/>
          <p:cNvGrpSpPr/>
          <p:nvPr/>
        </p:nvGrpSpPr>
        <p:grpSpPr>
          <a:xfrm>
            <a:off x="2257297" y="4289484"/>
            <a:ext cx="408546" cy="353494"/>
            <a:chOff x="2181097" y="4289484"/>
            <a:chExt cx="408546" cy="353494"/>
          </a:xfrm>
        </p:grpSpPr>
        <p:sp>
          <p:nvSpPr>
            <p:cNvPr id="15151" name="Google Shape;15151;p87"/>
            <p:cNvSpPr/>
            <p:nvPr/>
          </p:nvSpPr>
          <p:spPr>
            <a:xfrm>
              <a:off x="2433117" y="4295438"/>
              <a:ext cx="56704" cy="68454"/>
            </a:xfrm>
            <a:custGeom>
              <a:rect b="b" l="l" r="r" t="t"/>
              <a:pathLst>
                <a:path extrusionOk="0" h="2610" w="2162">
                  <a:moveTo>
                    <a:pt x="1404" y="0"/>
                  </a:moveTo>
                  <a:cubicBezTo>
                    <a:pt x="1156" y="0"/>
                    <a:pt x="919" y="139"/>
                    <a:pt x="809" y="382"/>
                  </a:cubicBezTo>
                  <a:lnTo>
                    <a:pt x="1" y="2128"/>
                  </a:lnTo>
                  <a:lnTo>
                    <a:pt x="828" y="2609"/>
                  </a:lnTo>
                  <a:lnTo>
                    <a:pt x="1940" y="1036"/>
                  </a:lnTo>
                  <a:cubicBezTo>
                    <a:pt x="2161" y="718"/>
                    <a:pt x="2065" y="281"/>
                    <a:pt x="1733" y="88"/>
                  </a:cubicBezTo>
                  <a:cubicBezTo>
                    <a:pt x="1628" y="28"/>
                    <a:pt x="1515" y="0"/>
                    <a:pt x="1404"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87"/>
            <p:cNvSpPr/>
            <p:nvPr/>
          </p:nvSpPr>
          <p:spPr>
            <a:xfrm>
              <a:off x="2444474" y="4313351"/>
              <a:ext cx="41938" cy="50409"/>
            </a:xfrm>
            <a:custGeom>
              <a:rect b="b" l="l" r="r" t="t"/>
              <a:pathLst>
                <a:path extrusionOk="0" h="1922" w="1599">
                  <a:moveTo>
                    <a:pt x="1200" y="0"/>
                  </a:moveTo>
                  <a:cubicBezTo>
                    <a:pt x="954" y="0"/>
                    <a:pt x="717" y="140"/>
                    <a:pt x="607" y="382"/>
                  </a:cubicBezTo>
                  <a:lnTo>
                    <a:pt x="1" y="1695"/>
                  </a:lnTo>
                  <a:lnTo>
                    <a:pt x="395" y="1922"/>
                  </a:lnTo>
                  <a:lnTo>
                    <a:pt x="1507" y="348"/>
                  </a:lnTo>
                  <a:cubicBezTo>
                    <a:pt x="1550" y="286"/>
                    <a:pt x="1579" y="218"/>
                    <a:pt x="1598" y="141"/>
                  </a:cubicBezTo>
                  <a:cubicBezTo>
                    <a:pt x="1579" y="122"/>
                    <a:pt x="1555" y="108"/>
                    <a:pt x="1526" y="88"/>
                  </a:cubicBezTo>
                  <a:cubicBezTo>
                    <a:pt x="1423" y="29"/>
                    <a:pt x="1311" y="0"/>
                    <a:pt x="120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87"/>
            <p:cNvSpPr/>
            <p:nvPr/>
          </p:nvSpPr>
          <p:spPr>
            <a:xfrm>
              <a:off x="2272710" y="4568676"/>
              <a:ext cx="56704" cy="68349"/>
            </a:xfrm>
            <a:custGeom>
              <a:rect b="b" l="l" r="r" t="t"/>
              <a:pathLst>
                <a:path extrusionOk="0" h="2606" w="2162">
                  <a:moveTo>
                    <a:pt x="1329" y="1"/>
                  </a:moveTo>
                  <a:lnTo>
                    <a:pt x="222" y="1574"/>
                  </a:lnTo>
                  <a:cubicBezTo>
                    <a:pt x="1" y="1887"/>
                    <a:pt x="97" y="2325"/>
                    <a:pt x="429" y="2517"/>
                  </a:cubicBezTo>
                  <a:cubicBezTo>
                    <a:pt x="533" y="2577"/>
                    <a:pt x="645" y="2606"/>
                    <a:pt x="756" y="2606"/>
                  </a:cubicBezTo>
                  <a:cubicBezTo>
                    <a:pt x="1002" y="2606"/>
                    <a:pt x="1240" y="2467"/>
                    <a:pt x="1353" y="2229"/>
                  </a:cubicBezTo>
                  <a:lnTo>
                    <a:pt x="2161" y="482"/>
                  </a:lnTo>
                  <a:lnTo>
                    <a:pt x="1329"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87"/>
            <p:cNvSpPr/>
            <p:nvPr/>
          </p:nvSpPr>
          <p:spPr>
            <a:xfrm>
              <a:off x="2291279" y="4575259"/>
              <a:ext cx="38135" cy="56678"/>
            </a:xfrm>
            <a:custGeom>
              <a:rect b="b" l="l" r="r" t="t"/>
              <a:pathLst>
                <a:path extrusionOk="0" h="2161" w="1454">
                  <a:moveTo>
                    <a:pt x="1054" y="0"/>
                  </a:moveTo>
                  <a:lnTo>
                    <a:pt x="222" y="1179"/>
                  </a:lnTo>
                  <a:cubicBezTo>
                    <a:pt x="0" y="1492"/>
                    <a:pt x="97" y="1930"/>
                    <a:pt x="429" y="2122"/>
                  </a:cubicBezTo>
                  <a:cubicBezTo>
                    <a:pt x="457" y="2136"/>
                    <a:pt x="481" y="2151"/>
                    <a:pt x="510" y="2161"/>
                  </a:cubicBezTo>
                  <a:cubicBezTo>
                    <a:pt x="563" y="2108"/>
                    <a:pt x="611" y="2045"/>
                    <a:pt x="645" y="1978"/>
                  </a:cubicBezTo>
                  <a:lnTo>
                    <a:pt x="1453" y="226"/>
                  </a:lnTo>
                  <a:lnTo>
                    <a:pt x="105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87"/>
            <p:cNvSpPr/>
            <p:nvPr/>
          </p:nvSpPr>
          <p:spPr>
            <a:xfrm>
              <a:off x="2272605" y="4295438"/>
              <a:ext cx="56809" cy="68454"/>
            </a:xfrm>
            <a:custGeom>
              <a:rect b="b" l="l" r="r" t="t"/>
              <a:pathLst>
                <a:path extrusionOk="0" h="2610" w="2166">
                  <a:moveTo>
                    <a:pt x="759" y="0"/>
                  </a:moveTo>
                  <a:cubicBezTo>
                    <a:pt x="649" y="0"/>
                    <a:pt x="536" y="28"/>
                    <a:pt x="433" y="88"/>
                  </a:cubicBezTo>
                  <a:cubicBezTo>
                    <a:pt x="96" y="281"/>
                    <a:pt x="0" y="718"/>
                    <a:pt x="226" y="1036"/>
                  </a:cubicBezTo>
                  <a:lnTo>
                    <a:pt x="1333" y="2609"/>
                  </a:lnTo>
                  <a:lnTo>
                    <a:pt x="2165" y="2128"/>
                  </a:lnTo>
                  <a:lnTo>
                    <a:pt x="1357" y="382"/>
                  </a:lnTo>
                  <a:cubicBezTo>
                    <a:pt x="1244" y="139"/>
                    <a:pt x="1006" y="0"/>
                    <a:pt x="75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87"/>
            <p:cNvSpPr/>
            <p:nvPr/>
          </p:nvSpPr>
          <p:spPr>
            <a:xfrm>
              <a:off x="2291279" y="4300500"/>
              <a:ext cx="38135" cy="56835"/>
            </a:xfrm>
            <a:custGeom>
              <a:rect b="b" l="l" r="r" t="t"/>
              <a:pathLst>
                <a:path extrusionOk="0" h="2167" w="1454">
                  <a:moveTo>
                    <a:pt x="510" y="1"/>
                  </a:moveTo>
                  <a:cubicBezTo>
                    <a:pt x="481" y="11"/>
                    <a:pt x="457" y="25"/>
                    <a:pt x="429" y="39"/>
                  </a:cubicBezTo>
                  <a:cubicBezTo>
                    <a:pt x="97" y="232"/>
                    <a:pt x="0" y="670"/>
                    <a:pt x="222" y="983"/>
                  </a:cubicBezTo>
                  <a:lnTo>
                    <a:pt x="1054" y="2166"/>
                  </a:lnTo>
                  <a:lnTo>
                    <a:pt x="1453" y="1935"/>
                  </a:lnTo>
                  <a:lnTo>
                    <a:pt x="645" y="189"/>
                  </a:lnTo>
                  <a:cubicBezTo>
                    <a:pt x="611" y="116"/>
                    <a:pt x="563" y="54"/>
                    <a:pt x="51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87"/>
            <p:cNvSpPr/>
            <p:nvPr/>
          </p:nvSpPr>
          <p:spPr>
            <a:xfrm>
              <a:off x="2433117" y="4568571"/>
              <a:ext cx="56704" cy="68559"/>
            </a:xfrm>
            <a:custGeom>
              <a:rect b="b" l="l" r="r" t="t"/>
              <a:pathLst>
                <a:path extrusionOk="0" h="2614" w="2162">
                  <a:moveTo>
                    <a:pt x="828" y="0"/>
                  </a:moveTo>
                  <a:lnTo>
                    <a:pt x="1" y="481"/>
                  </a:lnTo>
                  <a:lnTo>
                    <a:pt x="809" y="2228"/>
                  </a:lnTo>
                  <a:cubicBezTo>
                    <a:pt x="919" y="2471"/>
                    <a:pt x="1159" y="2613"/>
                    <a:pt x="1407" y="2613"/>
                  </a:cubicBezTo>
                  <a:cubicBezTo>
                    <a:pt x="1518" y="2613"/>
                    <a:pt x="1630" y="2585"/>
                    <a:pt x="1733" y="2526"/>
                  </a:cubicBezTo>
                  <a:cubicBezTo>
                    <a:pt x="2065" y="2329"/>
                    <a:pt x="2161" y="1891"/>
                    <a:pt x="1940" y="1578"/>
                  </a:cubicBezTo>
                  <a:lnTo>
                    <a:pt x="828"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87"/>
            <p:cNvSpPr/>
            <p:nvPr/>
          </p:nvSpPr>
          <p:spPr>
            <a:xfrm>
              <a:off x="2444343" y="4568676"/>
              <a:ext cx="42069" cy="50435"/>
            </a:xfrm>
            <a:custGeom>
              <a:rect b="b" l="l" r="r" t="t"/>
              <a:pathLst>
                <a:path extrusionOk="0" h="1923" w="1604">
                  <a:moveTo>
                    <a:pt x="400" y="1"/>
                  </a:moveTo>
                  <a:lnTo>
                    <a:pt x="1" y="232"/>
                  </a:lnTo>
                  <a:lnTo>
                    <a:pt x="612" y="1541"/>
                  </a:lnTo>
                  <a:cubicBezTo>
                    <a:pt x="722" y="1783"/>
                    <a:pt x="959" y="1922"/>
                    <a:pt x="1205" y="1922"/>
                  </a:cubicBezTo>
                  <a:cubicBezTo>
                    <a:pt x="1316" y="1922"/>
                    <a:pt x="1428" y="1894"/>
                    <a:pt x="1531" y="1834"/>
                  </a:cubicBezTo>
                  <a:cubicBezTo>
                    <a:pt x="1560" y="1820"/>
                    <a:pt x="1584" y="1800"/>
                    <a:pt x="1603" y="1781"/>
                  </a:cubicBezTo>
                  <a:cubicBezTo>
                    <a:pt x="1584" y="1709"/>
                    <a:pt x="1550" y="1637"/>
                    <a:pt x="1507" y="1574"/>
                  </a:cubicBezTo>
                  <a:lnTo>
                    <a:pt x="40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87"/>
            <p:cNvSpPr/>
            <p:nvPr/>
          </p:nvSpPr>
          <p:spPr>
            <a:xfrm>
              <a:off x="2186657" y="4448973"/>
              <a:ext cx="69057" cy="34489"/>
            </a:xfrm>
            <a:custGeom>
              <a:rect b="b" l="l" r="r" t="t"/>
              <a:pathLst>
                <a:path extrusionOk="0" h="1315" w="2633">
                  <a:moveTo>
                    <a:pt x="659" y="1"/>
                  </a:moveTo>
                  <a:cubicBezTo>
                    <a:pt x="299" y="1"/>
                    <a:pt x="0" y="292"/>
                    <a:pt x="0" y="658"/>
                  </a:cubicBezTo>
                  <a:cubicBezTo>
                    <a:pt x="0" y="1023"/>
                    <a:pt x="299" y="1315"/>
                    <a:pt x="659" y="1315"/>
                  </a:cubicBezTo>
                  <a:cubicBezTo>
                    <a:pt x="678" y="1315"/>
                    <a:pt x="698" y="1314"/>
                    <a:pt x="717" y="1312"/>
                  </a:cubicBezTo>
                  <a:lnTo>
                    <a:pt x="2632" y="1139"/>
                  </a:lnTo>
                  <a:lnTo>
                    <a:pt x="2632" y="181"/>
                  </a:lnTo>
                  <a:lnTo>
                    <a:pt x="717" y="3"/>
                  </a:lnTo>
                  <a:cubicBezTo>
                    <a:pt x="698" y="2"/>
                    <a:pt x="678" y="1"/>
                    <a:pt x="65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87"/>
            <p:cNvSpPr/>
            <p:nvPr/>
          </p:nvSpPr>
          <p:spPr>
            <a:xfrm>
              <a:off x="2197647" y="4449026"/>
              <a:ext cx="58068" cy="20274"/>
            </a:xfrm>
            <a:custGeom>
              <a:rect b="b" l="l" r="r" t="t"/>
              <a:pathLst>
                <a:path extrusionOk="0" h="773" w="2214">
                  <a:moveTo>
                    <a:pt x="259" y="0"/>
                  </a:moveTo>
                  <a:cubicBezTo>
                    <a:pt x="195" y="0"/>
                    <a:pt x="132" y="9"/>
                    <a:pt x="72" y="25"/>
                  </a:cubicBezTo>
                  <a:cubicBezTo>
                    <a:pt x="0" y="420"/>
                    <a:pt x="304" y="772"/>
                    <a:pt x="688" y="772"/>
                  </a:cubicBezTo>
                  <a:cubicBezTo>
                    <a:pt x="717" y="772"/>
                    <a:pt x="746" y="770"/>
                    <a:pt x="775" y="766"/>
                  </a:cubicBezTo>
                  <a:lnTo>
                    <a:pt x="2213" y="637"/>
                  </a:lnTo>
                  <a:lnTo>
                    <a:pt x="2213" y="179"/>
                  </a:lnTo>
                  <a:lnTo>
                    <a:pt x="298" y="1"/>
                  </a:lnTo>
                  <a:cubicBezTo>
                    <a:pt x="285" y="1"/>
                    <a:pt x="272" y="0"/>
                    <a:pt x="25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87"/>
            <p:cNvSpPr/>
            <p:nvPr/>
          </p:nvSpPr>
          <p:spPr>
            <a:xfrm>
              <a:off x="2506685" y="4448973"/>
              <a:ext cx="69057" cy="34489"/>
            </a:xfrm>
            <a:custGeom>
              <a:rect b="b" l="l" r="r" t="t"/>
              <a:pathLst>
                <a:path extrusionOk="0" h="1315" w="2633">
                  <a:moveTo>
                    <a:pt x="1979" y="1"/>
                  </a:moveTo>
                  <a:cubicBezTo>
                    <a:pt x="1960" y="1"/>
                    <a:pt x="1940" y="2"/>
                    <a:pt x="1921" y="3"/>
                  </a:cubicBezTo>
                  <a:lnTo>
                    <a:pt x="1" y="181"/>
                  </a:lnTo>
                  <a:lnTo>
                    <a:pt x="1" y="1139"/>
                  </a:lnTo>
                  <a:lnTo>
                    <a:pt x="1921" y="1312"/>
                  </a:lnTo>
                  <a:cubicBezTo>
                    <a:pt x="1940" y="1314"/>
                    <a:pt x="1960" y="1315"/>
                    <a:pt x="1979" y="1315"/>
                  </a:cubicBezTo>
                  <a:cubicBezTo>
                    <a:pt x="2338" y="1315"/>
                    <a:pt x="2633" y="1023"/>
                    <a:pt x="2633" y="658"/>
                  </a:cubicBezTo>
                  <a:cubicBezTo>
                    <a:pt x="2633" y="292"/>
                    <a:pt x="2338" y="1"/>
                    <a:pt x="197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87"/>
            <p:cNvSpPr/>
            <p:nvPr/>
          </p:nvSpPr>
          <p:spPr>
            <a:xfrm>
              <a:off x="2506685" y="4449026"/>
              <a:ext cx="58199" cy="20274"/>
            </a:xfrm>
            <a:custGeom>
              <a:rect b="b" l="l" r="r" t="t"/>
              <a:pathLst>
                <a:path extrusionOk="0" h="773" w="2219">
                  <a:moveTo>
                    <a:pt x="1960" y="0"/>
                  </a:moveTo>
                  <a:cubicBezTo>
                    <a:pt x="1947" y="0"/>
                    <a:pt x="1934" y="1"/>
                    <a:pt x="1921" y="1"/>
                  </a:cubicBezTo>
                  <a:lnTo>
                    <a:pt x="1" y="179"/>
                  </a:lnTo>
                  <a:lnTo>
                    <a:pt x="1" y="637"/>
                  </a:lnTo>
                  <a:lnTo>
                    <a:pt x="1440" y="766"/>
                  </a:lnTo>
                  <a:cubicBezTo>
                    <a:pt x="1469" y="770"/>
                    <a:pt x="1498" y="772"/>
                    <a:pt x="1527" y="772"/>
                  </a:cubicBezTo>
                  <a:cubicBezTo>
                    <a:pt x="1915" y="772"/>
                    <a:pt x="2219" y="420"/>
                    <a:pt x="2147" y="25"/>
                  </a:cubicBezTo>
                  <a:cubicBezTo>
                    <a:pt x="2087" y="9"/>
                    <a:pt x="2024" y="0"/>
                    <a:pt x="196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87"/>
            <p:cNvSpPr/>
            <p:nvPr/>
          </p:nvSpPr>
          <p:spPr>
            <a:xfrm>
              <a:off x="2239034" y="4334464"/>
              <a:ext cx="273999" cy="263613"/>
            </a:xfrm>
            <a:custGeom>
              <a:rect b="b" l="l" r="r" t="t"/>
              <a:pathLst>
                <a:path extrusionOk="0" h="10051" w="10447">
                  <a:moveTo>
                    <a:pt x="5424" y="1196"/>
                  </a:moveTo>
                  <a:cubicBezTo>
                    <a:pt x="5918" y="1196"/>
                    <a:pt x="6416" y="1291"/>
                    <a:pt x="6891" y="1487"/>
                  </a:cubicBezTo>
                  <a:cubicBezTo>
                    <a:pt x="8320" y="2079"/>
                    <a:pt x="9253" y="3474"/>
                    <a:pt x="9253" y="5024"/>
                  </a:cubicBezTo>
                  <a:cubicBezTo>
                    <a:pt x="9253" y="7141"/>
                    <a:pt x="7535" y="8854"/>
                    <a:pt x="5423" y="8854"/>
                  </a:cubicBezTo>
                  <a:cubicBezTo>
                    <a:pt x="3874" y="8854"/>
                    <a:pt x="2478" y="7920"/>
                    <a:pt x="1886" y="6491"/>
                  </a:cubicBezTo>
                  <a:cubicBezTo>
                    <a:pt x="1295" y="5057"/>
                    <a:pt x="1622" y="3412"/>
                    <a:pt x="2714" y="2315"/>
                  </a:cubicBezTo>
                  <a:cubicBezTo>
                    <a:pt x="3448" y="1584"/>
                    <a:pt x="4427" y="1196"/>
                    <a:pt x="5424" y="1196"/>
                  </a:cubicBezTo>
                  <a:close/>
                  <a:moveTo>
                    <a:pt x="5423" y="0"/>
                  </a:moveTo>
                  <a:cubicBezTo>
                    <a:pt x="3393" y="0"/>
                    <a:pt x="1559" y="1222"/>
                    <a:pt x="780" y="3099"/>
                  </a:cubicBezTo>
                  <a:cubicBezTo>
                    <a:pt x="0" y="4980"/>
                    <a:pt x="433" y="7141"/>
                    <a:pt x="1872" y="8580"/>
                  </a:cubicBezTo>
                  <a:cubicBezTo>
                    <a:pt x="2831" y="9539"/>
                    <a:pt x="4116" y="10050"/>
                    <a:pt x="5424" y="10050"/>
                  </a:cubicBezTo>
                  <a:cubicBezTo>
                    <a:pt x="6072" y="10050"/>
                    <a:pt x="6725" y="9925"/>
                    <a:pt x="7348" y="9667"/>
                  </a:cubicBezTo>
                  <a:cubicBezTo>
                    <a:pt x="9224" y="8888"/>
                    <a:pt x="10447" y="7059"/>
                    <a:pt x="10447" y="5024"/>
                  </a:cubicBezTo>
                  <a:cubicBezTo>
                    <a:pt x="10447" y="2247"/>
                    <a:pt x="8199" y="0"/>
                    <a:pt x="5423"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87"/>
            <p:cNvSpPr/>
            <p:nvPr/>
          </p:nvSpPr>
          <p:spPr>
            <a:xfrm>
              <a:off x="2330909" y="4428595"/>
              <a:ext cx="87967" cy="75378"/>
            </a:xfrm>
            <a:custGeom>
              <a:rect b="b" l="l" r="r" t="t"/>
              <a:pathLst>
                <a:path extrusionOk="0" h="2874" w="3354">
                  <a:moveTo>
                    <a:pt x="1920" y="1"/>
                  </a:moveTo>
                  <a:cubicBezTo>
                    <a:pt x="640" y="1"/>
                    <a:pt x="0" y="1545"/>
                    <a:pt x="905" y="2450"/>
                  </a:cubicBezTo>
                  <a:cubicBezTo>
                    <a:pt x="1197" y="2743"/>
                    <a:pt x="1557" y="2874"/>
                    <a:pt x="1910" y="2874"/>
                  </a:cubicBezTo>
                  <a:cubicBezTo>
                    <a:pt x="2647" y="2874"/>
                    <a:pt x="3354" y="2301"/>
                    <a:pt x="3354" y="1435"/>
                  </a:cubicBezTo>
                  <a:cubicBezTo>
                    <a:pt x="3354" y="641"/>
                    <a:pt x="2714" y="1"/>
                    <a:pt x="1920"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87"/>
            <p:cNvSpPr/>
            <p:nvPr/>
          </p:nvSpPr>
          <p:spPr>
            <a:xfrm>
              <a:off x="2256816" y="4350856"/>
              <a:ext cx="239798" cy="230723"/>
            </a:xfrm>
            <a:custGeom>
              <a:rect b="b" l="l" r="r" t="t"/>
              <a:pathLst>
                <a:path extrusionOk="0" h="8797" w="9143">
                  <a:moveTo>
                    <a:pt x="4746" y="571"/>
                  </a:moveTo>
                  <a:cubicBezTo>
                    <a:pt x="5240" y="571"/>
                    <a:pt x="5738" y="666"/>
                    <a:pt x="6213" y="862"/>
                  </a:cubicBezTo>
                  <a:cubicBezTo>
                    <a:pt x="7642" y="1454"/>
                    <a:pt x="8575" y="2849"/>
                    <a:pt x="8575" y="4399"/>
                  </a:cubicBezTo>
                  <a:cubicBezTo>
                    <a:pt x="8575" y="6516"/>
                    <a:pt x="6862" y="8229"/>
                    <a:pt x="4745" y="8229"/>
                  </a:cubicBezTo>
                  <a:cubicBezTo>
                    <a:pt x="3196" y="8229"/>
                    <a:pt x="1800" y="7295"/>
                    <a:pt x="1208" y="5866"/>
                  </a:cubicBezTo>
                  <a:cubicBezTo>
                    <a:pt x="617" y="4432"/>
                    <a:pt x="944" y="2787"/>
                    <a:pt x="2036" y="1690"/>
                  </a:cubicBezTo>
                  <a:cubicBezTo>
                    <a:pt x="2770" y="959"/>
                    <a:pt x="3749" y="571"/>
                    <a:pt x="4746" y="571"/>
                  </a:cubicBezTo>
                  <a:close/>
                  <a:moveTo>
                    <a:pt x="4745" y="1"/>
                  </a:moveTo>
                  <a:cubicBezTo>
                    <a:pt x="2965" y="1"/>
                    <a:pt x="1362" y="1074"/>
                    <a:pt x="684" y="2715"/>
                  </a:cubicBezTo>
                  <a:cubicBezTo>
                    <a:pt x="1" y="4360"/>
                    <a:pt x="376" y="6251"/>
                    <a:pt x="1637" y="7507"/>
                  </a:cubicBezTo>
                  <a:cubicBezTo>
                    <a:pt x="2476" y="8350"/>
                    <a:pt x="3599" y="8797"/>
                    <a:pt x="4743" y="8797"/>
                  </a:cubicBezTo>
                  <a:cubicBezTo>
                    <a:pt x="5310" y="8797"/>
                    <a:pt x="5883" y="8687"/>
                    <a:pt x="6429" y="8460"/>
                  </a:cubicBezTo>
                  <a:cubicBezTo>
                    <a:pt x="8070" y="7781"/>
                    <a:pt x="9143" y="6179"/>
                    <a:pt x="9143" y="4399"/>
                  </a:cubicBezTo>
                  <a:cubicBezTo>
                    <a:pt x="9143" y="1969"/>
                    <a:pt x="7175" y="1"/>
                    <a:pt x="47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87"/>
            <p:cNvSpPr/>
            <p:nvPr/>
          </p:nvSpPr>
          <p:spPr>
            <a:xfrm>
              <a:off x="2356008" y="4447400"/>
              <a:ext cx="44088" cy="37741"/>
            </a:xfrm>
            <a:custGeom>
              <a:rect b="b" l="l" r="r" t="t"/>
              <a:pathLst>
                <a:path extrusionOk="0" h="1439" w="1681">
                  <a:moveTo>
                    <a:pt x="963" y="1"/>
                  </a:moveTo>
                  <a:cubicBezTo>
                    <a:pt x="323" y="1"/>
                    <a:pt x="1" y="775"/>
                    <a:pt x="453" y="1228"/>
                  </a:cubicBezTo>
                  <a:cubicBezTo>
                    <a:pt x="599" y="1374"/>
                    <a:pt x="778" y="1439"/>
                    <a:pt x="955" y="1439"/>
                  </a:cubicBezTo>
                  <a:cubicBezTo>
                    <a:pt x="1325" y="1439"/>
                    <a:pt x="1680" y="1151"/>
                    <a:pt x="1680" y="718"/>
                  </a:cubicBezTo>
                  <a:cubicBezTo>
                    <a:pt x="1680" y="323"/>
                    <a:pt x="1358" y="1"/>
                    <a:pt x="963"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87"/>
            <p:cNvSpPr/>
            <p:nvPr/>
          </p:nvSpPr>
          <p:spPr>
            <a:xfrm>
              <a:off x="2264396" y="4359879"/>
              <a:ext cx="233608" cy="212574"/>
            </a:xfrm>
            <a:custGeom>
              <a:rect b="b" l="l" r="r" t="t"/>
              <a:pathLst>
                <a:path extrusionOk="0" h="8105" w="8907">
                  <a:moveTo>
                    <a:pt x="4454" y="451"/>
                  </a:moveTo>
                  <a:cubicBezTo>
                    <a:pt x="5003" y="451"/>
                    <a:pt x="5553" y="576"/>
                    <a:pt x="6058" y="826"/>
                  </a:cubicBezTo>
                  <a:lnTo>
                    <a:pt x="6063" y="826"/>
                  </a:lnTo>
                  <a:lnTo>
                    <a:pt x="5082" y="2520"/>
                  </a:lnTo>
                  <a:cubicBezTo>
                    <a:pt x="4882" y="2438"/>
                    <a:pt x="4669" y="2397"/>
                    <a:pt x="4455" y="2397"/>
                  </a:cubicBezTo>
                  <a:cubicBezTo>
                    <a:pt x="4242" y="2397"/>
                    <a:pt x="4028" y="2438"/>
                    <a:pt x="3826" y="2520"/>
                  </a:cubicBezTo>
                  <a:lnTo>
                    <a:pt x="2849" y="826"/>
                  </a:lnTo>
                  <a:cubicBezTo>
                    <a:pt x="3354" y="576"/>
                    <a:pt x="3904" y="451"/>
                    <a:pt x="4454" y="451"/>
                  </a:cubicBezTo>
                  <a:close/>
                  <a:moveTo>
                    <a:pt x="2464" y="1052"/>
                  </a:moveTo>
                  <a:lnTo>
                    <a:pt x="3441" y="2746"/>
                  </a:lnTo>
                  <a:cubicBezTo>
                    <a:pt x="3094" y="3011"/>
                    <a:pt x="2868" y="3400"/>
                    <a:pt x="2810" y="3833"/>
                  </a:cubicBezTo>
                  <a:lnTo>
                    <a:pt x="857" y="3833"/>
                  </a:lnTo>
                  <a:cubicBezTo>
                    <a:pt x="910" y="2953"/>
                    <a:pt x="1285" y="2125"/>
                    <a:pt x="1906" y="1505"/>
                  </a:cubicBezTo>
                  <a:cubicBezTo>
                    <a:pt x="2074" y="1336"/>
                    <a:pt x="2262" y="1182"/>
                    <a:pt x="2464" y="1052"/>
                  </a:cubicBezTo>
                  <a:close/>
                  <a:moveTo>
                    <a:pt x="4464" y="2840"/>
                  </a:moveTo>
                  <a:cubicBezTo>
                    <a:pt x="4762" y="2840"/>
                    <a:pt x="5065" y="2951"/>
                    <a:pt x="5313" y="3198"/>
                  </a:cubicBezTo>
                  <a:cubicBezTo>
                    <a:pt x="6078" y="3963"/>
                    <a:pt x="5534" y="5267"/>
                    <a:pt x="4456" y="5267"/>
                  </a:cubicBezTo>
                  <a:cubicBezTo>
                    <a:pt x="3787" y="5267"/>
                    <a:pt x="3244" y="4724"/>
                    <a:pt x="3244" y="4055"/>
                  </a:cubicBezTo>
                  <a:cubicBezTo>
                    <a:pt x="3244" y="3325"/>
                    <a:pt x="3841" y="2840"/>
                    <a:pt x="4464" y="2840"/>
                  </a:cubicBezTo>
                  <a:close/>
                  <a:moveTo>
                    <a:pt x="8050" y="4281"/>
                  </a:moveTo>
                  <a:cubicBezTo>
                    <a:pt x="7998" y="5157"/>
                    <a:pt x="7627" y="5984"/>
                    <a:pt x="7006" y="6605"/>
                  </a:cubicBezTo>
                  <a:cubicBezTo>
                    <a:pt x="6833" y="6773"/>
                    <a:pt x="6650" y="6927"/>
                    <a:pt x="6448" y="7057"/>
                  </a:cubicBezTo>
                  <a:lnTo>
                    <a:pt x="5471" y="5368"/>
                  </a:lnTo>
                  <a:cubicBezTo>
                    <a:pt x="5813" y="5099"/>
                    <a:pt x="6039" y="4709"/>
                    <a:pt x="6102" y="4281"/>
                  </a:cubicBezTo>
                  <a:close/>
                  <a:moveTo>
                    <a:pt x="5086" y="5590"/>
                  </a:moveTo>
                  <a:lnTo>
                    <a:pt x="6063" y="7283"/>
                  </a:lnTo>
                  <a:cubicBezTo>
                    <a:pt x="5556" y="7534"/>
                    <a:pt x="5005" y="7659"/>
                    <a:pt x="4454" y="7659"/>
                  </a:cubicBezTo>
                  <a:cubicBezTo>
                    <a:pt x="3904" y="7659"/>
                    <a:pt x="3354" y="7534"/>
                    <a:pt x="2849" y="7283"/>
                  </a:cubicBezTo>
                  <a:lnTo>
                    <a:pt x="3826" y="5590"/>
                  </a:lnTo>
                  <a:cubicBezTo>
                    <a:pt x="4028" y="5674"/>
                    <a:pt x="4242" y="5716"/>
                    <a:pt x="4456" y="5716"/>
                  </a:cubicBezTo>
                  <a:cubicBezTo>
                    <a:pt x="4670" y="5716"/>
                    <a:pt x="4884" y="5674"/>
                    <a:pt x="5086" y="5590"/>
                  </a:cubicBezTo>
                  <a:close/>
                  <a:moveTo>
                    <a:pt x="4456" y="0"/>
                  </a:moveTo>
                  <a:cubicBezTo>
                    <a:pt x="3413" y="0"/>
                    <a:pt x="2374" y="401"/>
                    <a:pt x="1588" y="1187"/>
                  </a:cubicBezTo>
                  <a:cubicBezTo>
                    <a:pt x="145" y="2630"/>
                    <a:pt x="0" y="4926"/>
                    <a:pt x="1251" y="6538"/>
                  </a:cubicBezTo>
                  <a:cubicBezTo>
                    <a:pt x="1301" y="6601"/>
                    <a:pt x="1363" y="6628"/>
                    <a:pt x="1424" y="6628"/>
                  </a:cubicBezTo>
                  <a:cubicBezTo>
                    <a:pt x="1587" y="6628"/>
                    <a:pt x="1741" y="6435"/>
                    <a:pt x="1608" y="6263"/>
                  </a:cubicBezTo>
                  <a:cubicBezTo>
                    <a:pt x="1160" y="5696"/>
                    <a:pt x="900" y="5003"/>
                    <a:pt x="857" y="4281"/>
                  </a:cubicBezTo>
                  <a:lnTo>
                    <a:pt x="2810" y="4281"/>
                  </a:lnTo>
                  <a:cubicBezTo>
                    <a:pt x="2868" y="4709"/>
                    <a:pt x="3094" y="5099"/>
                    <a:pt x="3441" y="5368"/>
                  </a:cubicBezTo>
                  <a:lnTo>
                    <a:pt x="2464" y="7057"/>
                  </a:lnTo>
                  <a:cubicBezTo>
                    <a:pt x="2387" y="7009"/>
                    <a:pt x="2315" y="6956"/>
                    <a:pt x="2243" y="6903"/>
                  </a:cubicBezTo>
                  <a:cubicBezTo>
                    <a:pt x="2196" y="6867"/>
                    <a:pt x="2148" y="6852"/>
                    <a:pt x="2103" y="6852"/>
                  </a:cubicBezTo>
                  <a:cubicBezTo>
                    <a:pt x="1919" y="6852"/>
                    <a:pt x="1779" y="7108"/>
                    <a:pt x="1968" y="7255"/>
                  </a:cubicBezTo>
                  <a:cubicBezTo>
                    <a:pt x="2705" y="7824"/>
                    <a:pt x="3581" y="8105"/>
                    <a:pt x="4453" y="8105"/>
                  </a:cubicBezTo>
                  <a:cubicBezTo>
                    <a:pt x="5496" y="8105"/>
                    <a:pt x="6533" y="7704"/>
                    <a:pt x="7319" y="6918"/>
                  </a:cubicBezTo>
                  <a:cubicBezTo>
                    <a:pt x="8763" y="5474"/>
                    <a:pt x="8907" y="3184"/>
                    <a:pt x="7656" y="1572"/>
                  </a:cubicBezTo>
                  <a:cubicBezTo>
                    <a:pt x="7606" y="1508"/>
                    <a:pt x="7545" y="1482"/>
                    <a:pt x="7484" y="1482"/>
                  </a:cubicBezTo>
                  <a:cubicBezTo>
                    <a:pt x="7322" y="1482"/>
                    <a:pt x="7171" y="1674"/>
                    <a:pt x="7305" y="1846"/>
                  </a:cubicBezTo>
                  <a:cubicBezTo>
                    <a:pt x="7747" y="2414"/>
                    <a:pt x="8007" y="3107"/>
                    <a:pt x="8050" y="3829"/>
                  </a:cubicBezTo>
                  <a:lnTo>
                    <a:pt x="6102" y="3829"/>
                  </a:lnTo>
                  <a:cubicBezTo>
                    <a:pt x="6039" y="3400"/>
                    <a:pt x="5813" y="3011"/>
                    <a:pt x="5471" y="2741"/>
                  </a:cubicBezTo>
                  <a:lnTo>
                    <a:pt x="6448" y="1047"/>
                  </a:lnTo>
                  <a:cubicBezTo>
                    <a:pt x="6520" y="1100"/>
                    <a:pt x="6592" y="1148"/>
                    <a:pt x="6665" y="1206"/>
                  </a:cubicBezTo>
                  <a:cubicBezTo>
                    <a:pt x="6711" y="1242"/>
                    <a:pt x="6758" y="1257"/>
                    <a:pt x="6803" y="1257"/>
                  </a:cubicBezTo>
                  <a:cubicBezTo>
                    <a:pt x="6988" y="1257"/>
                    <a:pt x="7129" y="997"/>
                    <a:pt x="6939" y="850"/>
                  </a:cubicBezTo>
                  <a:cubicBezTo>
                    <a:pt x="6205" y="280"/>
                    <a:pt x="5329" y="0"/>
                    <a:pt x="44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87"/>
            <p:cNvSpPr/>
            <p:nvPr/>
          </p:nvSpPr>
          <p:spPr>
            <a:xfrm>
              <a:off x="2181097" y="4289484"/>
              <a:ext cx="408546" cy="353494"/>
            </a:xfrm>
            <a:custGeom>
              <a:rect b="b" l="l" r="r" t="t"/>
              <a:pathLst>
                <a:path extrusionOk="0" h="13478" w="15577">
                  <a:moveTo>
                    <a:pt x="11018" y="445"/>
                  </a:moveTo>
                  <a:cubicBezTo>
                    <a:pt x="11090" y="445"/>
                    <a:pt x="11164" y="463"/>
                    <a:pt x="11231" y="503"/>
                  </a:cubicBezTo>
                  <a:cubicBezTo>
                    <a:pt x="11453" y="628"/>
                    <a:pt x="11510" y="917"/>
                    <a:pt x="11361" y="1123"/>
                  </a:cubicBezTo>
                  <a:lnTo>
                    <a:pt x="10490" y="2336"/>
                  </a:lnTo>
                  <a:cubicBezTo>
                    <a:pt x="10336" y="2235"/>
                    <a:pt x="10177" y="2144"/>
                    <a:pt x="10014" y="2062"/>
                  </a:cubicBezTo>
                  <a:lnTo>
                    <a:pt x="10625" y="705"/>
                  </a:lnTo>
                  <a:cubicBezTo>
                    <a:pt x="10695" y="541"/>
                    <a:pt x="10854" y="445"/>
                    <a:pt x="11018" y="445"/>
                  </a:cubicBezTo>
                  <a:close/>
                  <a:moveTo>
                    <a:pt x="4245" y="445"/>
                  </a:moveTo>
                  <a:cubicBezTo>
                    <a:pt x="4408" y="445"/>
                    <a:pt x="4564" y="541"/>
                    <a:pt x="4634" y="705"/>
                  </a:cubicBezTo>
                  <a:lnTo>
                    <a:pt x="5250" y="2062"/>
                  </a:lnTo>
                  <a:cubicBezTo>
                    <a:pt x="5087" y="2148"/>
                    <a:pt x="4928" y="2240"/>
                    <a:pt x="4774" y="2341"/>
                  </a:cubicBezTo>
                  <a:lnTo>
                    <a:pt x="3898" y="1123"/>
                  </a:lnTo>
                  <a:cubicBezTo>
                    <a:pt x="3749" y="917"/>
                    <a:pt x="3812" y="628"/>
                    <a:pt x="4033" y="503"/>
                  </a:cubicBezTo>
                  <a:cubicBezTo>
                    <a:pt x="4100" y="463"/>
                    <a:pt x="4173" y="445"/>
                    <a:pt x="4245" y="445"/>
                  </a:cubicBezTo>
                  <a:close/>
                  <a:moveTo>
                    <a:pt x="14408" y="6313"/>
                  </a:moveTo>
                  <a:cubicBezTo>
                    <a:pt x="14785" y="6313"/>
                    <a:pt x="14977" y="6788"/>
                    <a:pt x="14686" y="7052"/>
                  </a:cubicBezTo>
                  <a:cubicBezTo>
                    <a:pt x="14608" y="7125"/>
                    <a:pt x="14503" y="7164"/>
                    <a:pt x="14395" y="7164"/>
                  </a:cubicBezTo>
                  <a:cubicBezTo>
                    <a:pt x="14383" y="7164"/>
                    <a:pt x="14371" y="7163"/>
                    <a:pt x="14359" y="7162"/>
                  </a:cubicBezTo>
                  <a:lnTo>
                    <a:pt x="12872" y="7013"/>
                  </a:lnTo>
                  <a:cubicBezTo>
                    <a:pt x="12877" y="6922"/>
                    <a:pt x="12882" y="6830"/>
                    <a:pt x="12882" y="6739"/>
                  </a:cubicBezTo>
                  <a:cubicBezTo>
                    <a:pt x="12882" y="6643"/>
                    <a:pt x="12877" y="6551"/>
                    <a:pt x="12872" y="6460"/>
                  </a:cubicBezTo>
                  <a:lnTo>
                    <a:pt x="14359" y="6315"/>
                  </a:lnTo>
                  <a:cubicBezTo>
                    <a:pt x="14375" y="6314"/>
                    <a:pt x="14392" y="6313"/>
                    <a:pt x="14408" y="6313"/>
                  </a:cubicBezTo>
                  <a:close/>
                  <a:moveTo>
                    <a:pt x="857" y="6313"/>
                  </a:moveTo>
                  <a:cubicBezTo>
                    <a:pt x="873" y="6313"/>
                    <a:pt x="889" y="6313"/>
                    <a:pt x="905" y="6315"/>
                  </a:cubicBezTo>
                  <a:lnTo>
                    <a:pt x="2387" y="6460"/>
                  </a:lnTo>
                  <a:cubicBezTo>
                    <a:pt x="2382" y="6551"/>
                    <a:pt x="2382" y="6643"/>
                    <a:pt x="2382" y="6739"/>
                  </a:cubicBezTo>
                  <a:cubicBezTo>
                    <a:pt x="2382" y="6830"/>
                    <a:pt x="2382" y="6922"/>
                    <a:pt x="2387" y="7013"/>
                  </a:cubicBezTo>
                  <a:lnTo>
                    <a:pt x="905" y="7162"/>
                  </a:lnTo>
                  <a:cubicBezTo>
                    <a:pt x="891" y="7164"/>
                    <a:pt x="878" y="7164"/>
                    <a:pt x="864" y="7164"/>
                  </a:cubicBezTo>
                  <a:cubicBezTo>
                    <a:pt x="632" y="7164"/>
                    <a:pt x="439" y="6975"/>
                    <a:pt x="439" y="6739"/>
                  </a:cubicBezTo>
                  <a:cubicBezTo>
                    <a:pt x="439" y="6500"/>
                    <a:pt x="628" y="6313"/>
                    <a:pt x="857" y="6313"/>
                  </a:cubicBezTo>
                  <a:close/>
                  <a:moveTo>
                    <a:pt x="7633" y="1936"/>
                  </a:moveTo>
                  <a:cubicBezTo>
                    <a:pt x="8252" y="1936"/>
                    <a:pt x="8876" y="2055"/>
                    <a:pt x="9470" y="2302"/>
                  </a:cubicBezTo>
                  <a:cubicBezTo>
                    <a:pt x="11265" y="3043"/>
                    <a:pt x="12434" y="4795"/>
                    <a:pt x="12434" y="6739"/>
                  </a:cubicBezTo>
                  <a:cubicBezTo>
                    <a:pt x="12429" y="9385"/>
                    <a:pt x="10283" y="11536"/>
                    <a:pt x="7632" y="11541"/>
                  </a:cubicBezTo>
                  <a:cubicBezTo>
                    <a:pt x="5688" y="11541"/>
                    <a:pt x="3941" y="10367"/>
                    <a:pt x="3196" y="8577"/>
                  </a:cubicBezTo>
                  <a:cubicBezTo>
                    <a:pt x="2455" y="6782"/>
                    <a:pt x="2864" y="4713"/>
                    <a:pt x="4235" y="3342"/>
                  </a:cubicBezTo>
                  <a:cubicBezTo>
                    <a:pt x="5155" y="2424"/>
                    <a:pt x="6384" y="1936"/>
                    <a:pt x="7633" y="1936"/>
                  </a:cubicBezTo>
                  <a:close/>
                  <a:moveTo>
                    <a:pt x="4769" y="11141"/>
                  </a:moveTo>
                  <a:cubicBezTo>
                    <a:pt x="4923" y="11238"/>
                    <a:pt x="5082" y="11334"/>
                    <a:pt x="5245" y="11416"/>
                  </a:cubicBezTo>
                  <a:lnTo>
                    <a:pt x="4634" y="12773"/>
                  </a:lnTo>
                  <a:cubicBezTo>
                    <a:pt x="4564" y="12937"/>
                    <a:pt x="4405" y="13031"/>
                    <a:pt x="4242" y="13031"/>
                  </a:cubicBezTo>
                  <a:cubicBezTo>
                    <a:pt x="4171" y="13031"/>
                    <a:pt x="4099" y="13013"/>
                    <a:pt x="4033" y="12975"/>
                  </a:cubicBezTo>
                  <a:cubicBezTo>
                    <a:pt x="3812" y="12850"/>
                    <a:pt x="3749" y="12556"/>
                    <a:pt x="3898" y="12354"/>
                  </a:cubicBezTo>
                  <a:lnTo>
                    <a:pt x="4769" y="11141"/>
                  </a:lnTo>
                  <a:close/>
                  <a:moveTo>
                    <a:pt x="10490" y="11141"/>
                  </a:moveTo>
                  <a:lnTo>
                    <a:pt x="11361" y="12354"/>
                  </a:lnTo>
                  <a:cubicBezTo>
                    <a:pt x="11510" y="12556"/>
                    <a:pt x="11453" y="12850"/>
                    <a:pt x="11231" y="12975"/>
                  </a:cubicBezTo>
                  <a:cubicBezTo>
                    <a:pt x="11164" y="13013"/>
                    <a:pt x="11091" y="13031"/>
                    <a:pt x="11019" y="13031"/>
                  </a:cubicBezTo>
                  <a:cubicBezTo>
                    <a:pt x="10854" y="13031"/>
                    <a:pt x="10695" y="12937"/>
                    <a:pt x="10625" y="12773"/>
                  </a:cubicBezTo>
                  <a:lnTo>
                    <a:pt x="10014" y="11421"/>
                  </a:lnTo>
                  <a:cubicBezTo>
                    <a:pt x="10177" y="11334"/>
                    <a:pt x="10336" y="11243"/>
                    <a:pt x="10490" y="11141"/>
                  </a:cubicBezTo>
                  <a:close/>
                  <a:moveTo>
                    <a:pt x="4247" y="0"/>
                  </a:moveTo>
                  <a:cubicBezTo>
                    <a:pt x="4099" y="0"/>
                    <a:pt x="3949" y="38"/>
                    <a:pt x="3812" y="118"/>
                  </a:cubicBezTo>
                  <a:cubicBezTo>
                    <a:pt x="3359" y="378"/>
                    <a:pt x="3234" y="969"/>
                    <a:pt x="3542" y="1388"/>
                  </a:cubicBezTo>
                  <a:lnTo>
                    <a:pt x="4413" y="2601"/>
                  </a:lnTo>
                  <a:cubicBezTo>
                    <a:pt x="3335" y="3438"/>
                    <a:pt x="2623" y="4665"/>
                    <a:pt x="2435" y="6017"/>
                  </a:cubicBezTo>
                  <a:lnTo>
                    <a:pt x="953" y="5873"/>
                  </a:lnTo>
                  <a:cubicBezTo>
                    <a:pt x="933" y="5871"/>
                    <a:pt x="912" y="5871"/>
                    <a:pt x="892" y="5871"/>
                  </a:cubicBezTo>
                  <a:cubicBezTo>
                    <a:pt x="433" y="5871"/>
                    <a:pt x="48" y="6230"/>
                    <a:pt x="25" y="6700"/>
                  </a:cubicBezTo>
                  <a:cubicBezTo>
                    <a:pt x="1" y="7186"/>
                    <a:pt x="381" y="7600"/>
                    <a:pt x="867" y="7614"/>
                  </a:cubicBezTo>
                  <a:cubicBezTo>
                    <a:pt x="896" y="7614"/>
                    <a:pt x="924" y="7614"/>
                    <a:pt x="953" y="7610"/>
                  </a:cubicBezTo>
                  <a:lnTo>
                    <a:pt x="2435" y="7461"/>
                  </a:lnTo>
                  <a:cubicBezTo>
                    <a:pt x="2623" y="8813"/>
                    <a:pt x="3330" y="10040"/>
                    <a:pt x="4408" y="10877"/>
                  </a:cubicBezTo>
                  <a:lnTo>
                    <a:pt x="3537" y="12089"/>
                  </a:lnTo>
                  <a:cubicBezTo>
                    <a:pt x="3229" y="12508"/>
                    <a:pt x="3354" y="13100"/>
                    <a:pt x="3807" y="13360"/>
                  </a:cubicBezTo>
                  <a:cubicBezTo>
                    <a:pt x="3944" y="13439"/>
                    <a:pt x="4094" y="13477"/>
                    <a:pt x="4241" y="13477"/>
                  </a:cubicBezTo>
                  <a:cubicBezTo>
                    <a:pt x="4574" y="13477"/>
                    <a:pt x="4897" y="13286"/>
                    <a:pt x="5043" y="12955"/>
                  </a:cubicBezTo>
                  <a:lnTo>
                    <a:pt x="5654" y="11599"/>
                  </a:lnTo>
                  <a:cubicBezTo>
                    <a:pt x="6287" y="11856"/>
                    <a:pt x="6958" y="11985"/>
                    <a:pt x="7630" y="11985"/>
                  </a:cubicBezTo>
                  <a:cubicBezTo>
                    <a:pt x="8301" y="11985"/>
                    <a:pt x="8972" y="11856"/>
                    <a:pt x="9605" y="11599"/>
                  </a:cubicBezTo>
                  <a:lnTo>
                    <a:pt x="10216" y="12955"/>
                  </a:lnTo>
                  <a:cubicBezTo>
                    <a:pt x="10363" y="13286"/>
                    <a:pt x="10685" y="13477"/>
                    <a:pt x="11018" y="13477"/>
                  </a:cubicBezTo>
                  <a:cubicBezTo>
                    <a:pt x="11166" y="13477"/>
                    <a:pt x="11315" y="13439"/>
                    <a:pt x="11453" y="13360"/>
                  </a:cubicBezTo>
                  <a:cubicBezTo>
                    <a:pt x="11900" y="13100"/>
                    <a:pt x="12025" y="12508"/>
                    <a:pt x="11722" y="12089"/>
                  </a:cubicBezTo>
                  <a:lnTo>
                    <a:pt x="10856" y="10877"/>
                  </a:lnTo>
                  <a:cubicBezTo>
                    <a:pt x="11934" y="10040"/>
                    <a:pt x="12641" y="8813"/>
                    <a:pt x="12829" y="7456"/>
                  </a:cubicBezTo>
                  <a:lnTo>
                    <a:pt x="14311" y="7605"/>
                  </a:lnTo>
                  <a:cubicBezTo>
                    <a:pt x="14340" y="7610"/>
                    <a:pt x="14368" y="7610"/>
                    <a:pt x="14397" y="7610"/>
                  </a:cubicBezTo>
                  <a:cubicBezTo>
                    <a:pt x="15196" y="7610"/>
                    <a:pt x="15576" y="6623"/>
                    <a:pt x="14984" y="6089"/>
                  </a:cubicBezTo>
                  <a:lnTo>
                    <a:pt x="14984" y="6089"/>
                  </a:lnTo>
                  <a:lnTo>
                    <a:pt x="14984" y="6094"/>
                  </a:lnTo>
                  <a:cubicBezTo>
                    <a:pt x="14826" y="5948"/>
                    <a:pt x="14620" y="5867"/>
                    <a:pt x="14408" y="5867"/>
                  </a:cubicBezTo>
                  <a:cubicBezTo>
                    <a:pt x="14376" y="5867"/>
                    <a:pt x="14343" y="5869"/>
                    <a:pt x="14311" y="5873"/>
                  </a:cubicBezTo>
                  <a:lnTo>
                    <a:pt x="12829" y="6017"/>
                  </a:lnTo>
                  <a:cubicBezTo>
                    <a:pt x="12641" y="4665"/>
                    <a:pt x="11934" y="3438"/>
                    <a:pt x="10856" y="2601"/>
                  </a:cubicBezTo>
                  <a:lnTo>
                    <a:pt x="11727" y="1388"/>
                  </a:lnTo>
                  <a:cubicBezTo>
                    <a:pt x="12030" y="969"/>
                    <a:pt x="11905" y="378"/>
                    <a:pt x="11457" y="118"/>
                  </a:cubicBezTo>
                  <a:cubicBezTo>
                    <a:pt x="11318" y="38"/>
                    <a:pt x="11168" y="0"/>
                    <a:pt x="11020" y="0"/>
                  </a:cubicBezTo>
                  <a:cubicBezTo>
                    <a:pt x="10687" y="0"/>
                    <a:pt x="10367" y="191"/>
                    <a:pt x="10221" y="517"/>
                  </a:cubicBezTo>
                  <a:lnTo>
                    <a:pt x="9610" y="1879"/>
                  </a:lnTo>
                  <a:cubicBezTo>
                    <a:pt x="8977" y="1621"/>
                    <a:pt x="8306" y="1493"/>
                    <a:pt x="7634" y="1493"/>
                  </a:cubicBezTo>
                  <a:cubicBezTo>
                    <a:pt x="6963" y="1493"/>
                    <a:pt x="6292" y="1621"/>
                    <a:pt x="5659" y="1879"/>
                  </a:cubicBezTo>
                  <a:lnTo>
                    <a:pt x="5048" y="517"/>
                  </a:lnTo>
                  <a:cubicBezTo>
                    <a:pt x="4902" y="191"/>
                    <a:pt x="4580" y="0"/>
                    <a:pt x="4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9" name="Google Shape;15169;p87"/>
          <p:cNvGrpSpPr/>
          <p:nvPr/>
        </p:nvGrpSpPr>
        <p:grpSpPr>
          <a:xfrm>
            <a:off x="1735230" y="2435410"/>
            <a:ext cx="393281" cy="360313"/>
            <a:chOff x="1735230" y="2435410"/>
            <a:chExt cx="393281" cy="360313"/>
          </a:xfrm>
        </p:grpSpPr>
        <p:sp>
          <p:nvSpPr>
            <p:cNvPr id="15170" name="Google Shape;15170;p87"/>
            <p:cNvSpPr/>
            <p:nvPr/>
          </p:nvSpPr>
          <p:spPr>
            <a:xfrm>
              <a:off x="1841241" y="2720109"/>
              <a:ext cx="81672" cy="70001"/>
            </a:xfrm>
            <a:custGeom>
              <a:rect b="b" l="l" r="r" t="t"/>
              <a:pathLst>
                <a:path extrusionOk="0" h="2669" w="3114">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87"/>
            <p:cNvSpPr/>
            <p:nvPr/>
          </p:nvSpPr>
          <p:spPr>
            <a:xfrm>
              <a:off x="1866734" y="2739176"/>
              <a:ext cx="37138" cy="31814"/>
            </a:xfrm>
            <a:custGeom>
              <a:rect b="b" l="l" r="r" t="t"/>
              <a:pathLst>
                <a:path extrusionOk="0" h="1213" w="1416">
                  <a:moveTo>
                    <a:pt x="809" y="0"/>
                  </a:moveTo>
                  <a:cubicBezTo>
                    <a:pt x="270" y="0"/>
                    <a:pt x="1" y="650"/>
                    <a:pt x="381" y="1035"/>
                  </a:cubicBezTo>
                  <a:cubicBezTo>
                    <a:pt x="505" y="1158"/>
                    <a:pt x="657" y="1213"/>
                    <a:pt x="806" y="1213"/>
                  </a:cubicBezTo>
                  <a:cubicBezTo>
                    <a:pt x="1118" y="1213"/>
                    <a:pt x="1415" y="971"/>
                    <a:pt x="1415" y="607"/>
                  </a:cubicBezTo>
                  <a:cubicBezTo>
                    <a:pt x="1415" y="270"/>
                    <a:pt x="1146" y="0"/>
                    <a:pt x="809"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87"/>
            <p:cNvSpPr/>
            <p:nvPr/>
          </p:nvSpPr>
          <p:spPr>
            <a:xfrm>
              <a:off x="1980063" y="2720109"/>
              <a:ext cx="81672" cy="70001"/>
            </a:xfrm>
            <a:custGeom>
              <a:rect b="b" l="l" r="r" t="t"/>
              <a:pathLst>
                <a:path extrusionOk="0" h="2669" w="3114">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87"/>
            <p:cNvSpPr/>
            <p:nvPr/>
          </p:nvSpPr>
          <p:spPr>
            <a:xfrm>
              <a:off x="2005557" y="2739176"/>
              <a:ext cx="37138" cy="31814"/>
            </a:xfrm>
            <a:custGeom>
              <a:rect b="b" l="l" r="r" t="t"/>
              <a:pathLst>
                <a:path extrusionOk="0" h="1213" w="1416">
                  <a:moveTo>
                    <a:pt x="809" y="0"/>
                  </a:moveTo>
                  <a:cubicBezTo>
                    <a:pt x="270" y="0"/>
                    <a:pt x="1" y="650"/>
                    <a:pt x="381" y="1035"/>
                  </a:cubicBezTo>
                  <a:cubicBezTo>
                    <a:pt x="503" y="1158"/>
                    <a:pt x="655" y="1213"/>
                    <a:pt x="804" y="1213"/>
                  </a:cubicBezTo>
                  <a:cubicBezTo>
                    <a:pt x="1115" y="1213"/>
                    <a:pt x="1415" y="971"/>
                    <a:pt x="1415" y="607"/>
                  </a:cubicBezTo>
                  <a:cubicBezTo>
                    <a:pt x="1415" y="270"/>
                    <a:pt x="1141" y="0"/>
                    <a:pt x="809"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87"/>
            <p:cNvSpPr/>
            <p:nvPr/>
          </p:nvSpPr>
          <p:spPr>
            <a:xfrm>
              <a:off x="1816771" y="2466463"/>
              <a:ext cx="303137" cy="159542"/>
            </a:xfrm>
            <a:custGeom>
              <a:rect b="b" l="l" r="r" t="t"/>
              <a:pathLst>
                <a:path extrusionOk="0" h="6083" w="11558">
                  <a:moveTo>
                    <a:pt x="0" y="0"/>
                  </a:moveTo>
                  <a:lnTo>
                    <a:pt x="404" y="1155"/>
                  </a:lnTo>
                  <a:lnTo>
                    <a:pt x="10345" y="1155"/>
                  </a:lnTo>
                  <a:lnTo>
                    <a:pt x="9215" y="6082"/>
                  </a:lnTo>
                  <a:lnTo>
                    <a:pt x="10398" y="6082"/>
                  </a:lnTo>
                  <a:lnTo>
                    <a:pt x="11481" y="1371"/>
                  </a:lnTo>
                  <a:cubicBezTo>
                    <a:pt x="11558" y="1039"/>
                    <a:pt x="11481" y="688"/>
                    <a:pt x="11269" y="424"/>
                  </a:cubicBezTo>
                  <a:cubicBezTo>
                    <a:pt x="11058" y="154"/>
                    <a:pt x="10735" y="0"/>
                    <a:pt x="10394" y="0"/>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87"/>
            <p:cNvSpPr/>
            <p:nvPr/>
          </p:nvSpPr>
          <p:spPr>
            <a:xfrm>
              <a:off x="2072437" y="2466463"/>
              <a:ext cx="47603" cy="159542"/>
            </a:xfrm>
            <a:custGeom>
              <a:rect b="b" l="l" r="r" t="t"/>
              <a:pathLst>
                <a:path extrusionOk="0" h="6083" w="1815">
                  <a:moveTo>
                    <a:pt x="1" y="0"/>
                  </a:moveTo>
                  <a:cubicBezTo>
                    <a:pt x="718" y="0"/>
                    <a:pt x="1252" y="669"/>
                    <a:pt x="1093" y="1371"/>
                  </a:cubicBezTo>
                  <a:lnTo>
                    <a:pt x="10" y="6082"/>
                  </a:lnTo>
                  <a:lnTo>
                    <a:pt x="655" y="6082"/>
                  </a:lnTo>
                  <a:lnTo>
                    <a:pt x="1738" y="1371"/>
                  </a:lnTo>
                  <a:cubicBezTo>
                    <a:pt x="1815" y="1039"/>
                    <a:pt x="1733" y="688"/>
                    <a:pt x="1521" y="424"/>
                  </a:cubicBezTo>
                  <a:cubicBezTo>
                    <a:pt x="1310" y="154"/>
                    <a:pt x="987" y="0"/>
                    <a:pt x="64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87"/>
            <p:cNvSpPr/>
            <p:nvPr/>
          </p:nvSpPr>
          <p:spPr>
            <a:xfrm>
              <a:off x="1741551" y="2441075"/>
              <a:ext cx="376470" cy="215197"/>
            </a:xfrm>
            <a:custGeom>
              <a:rect b="b" l="l" r="r" t="t"/>
              <a:pathLst>
                <a:path extrusionOk="0" h="8205" w="14354">
                  <a:moveTo>
                    <a:pt x="1634" y="1"/>
                  </a:moveTo>
                  <a:cubicBezTo>
                    <a:pt x="1630" y="1"/>
                    <a:pt x="1626" y="1"/>
                    <a:pt x="1622" y="1"/>
                  </a:cubicBezTo>
                  <a:lnTo>
                    <a:pt x="578" y="1"/>
                  </a:lnTo>
                  <a:cubicBezTo>
                    <a:pt x="255" y="1"/>
                    <a:pt x="0" y="256"/>
                    <a:pt x="0" y="578"/>
                  </a:cubicBezTo>
                  <a:cubicBezTo>
                    <a:pt x="0" y="896"/>
                    <a:pt x="255" y="1156"/>
                    <a:pt x="578" y="1156"/>
                  </a:cubicBezTo>
                  <a:lnTo>
                    <a:pt x="1622" y="1156"/>
                  </a:lnTo>
                  <a:cubicBezTo>
                    <a:pt x="1670" y="1156"/>
                    <a:pt x="1718" y="1185"/>
                    <a:pt x="1737" y="1233"/>
                  </a:cubicBezTo>
                  <a:lnTo>
                    <a:pt x="2984" y="4755"/>
                  </a:lnTo>
                  <a:lnTo>
                    <a:pt x="3253" y="5515"/>
                  </a:lnTo>
                  <a:lnTo>
                    <a:pt x="3696" y="6761"/>
                  </a:lnTo>
                  <a:cubicBezTo>
                    <a:pt x="4061" y="7637"/>
                    <a:pt x="4918" y="8205"/>
                    <a:pt x="5866" y="8205"/>
                  </a:cubicBezTo>
                  <a:lnTo>
                    <a:pt x="13776" y="8205"/>
                  </a:lnTo>
                  <a:cubicBezTo>
                    <a:pt x="14094" y="8205"/>
                    <a:pt x="14354" y="7945"/>
                    <a:pt x="14354" y="7623"/>
                  </a:cubicBezTo>
                  <a:cubicBezTo>
                    <a:pt x="14354" y="7305"/>
                    <a:pt x="14094" y="7045"/>
                    <a:pt x="13776" y="7045"/>
                  </a:cubicBezTo>
                  <a:lnTo>
                    <a:pt x="5866" y="7045"/>
                  </a:lnTo>
                  <a:cubicBezTo>
                    <a:pt x="5385" y="7045"/>
                    <a:pt x="4947" y="6757"/>
                    <a:pt x="4759" y="6314"/>
                  </a:cubicBezTo>
                  <a:lnTo>
                    <a:pt x="2801" y="780"/>
                  </a:lnTo>
                  <a:cubicBezTo>
                    <a:pt x="2605" y="308"/>
                    <a:pt x="2144" y="1"/>
                    <a:pt x="1634"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87"/>
            <p:cNvSpPr/>
            <p:nvPr/>
          </p:nvSpPr>
          <p:spPr>
            <a:xfrm>
              <a:off x="1846172" y="2626215"/>
              <a:ext cx="272477" cy="30057"/>
            </a:xfrm>
            <a:custGeom>
              <a:rect b="b" l="l" r="r" t="t"/>
              <a:pathLst>
                <a:path extrusionOk="0" h="1146" w="10389">
                  <a:moveTo>
                    <a:pt x="9903" y="1"/>
                  </a:moveTo>
                  <a:lnTo>
                    <a:pt x="9903" y="1"/>
                  </a:lnTo>
                  <a:cubicBezTo>
                    <a:pt x="9975" y="357"/>
                    <a:pt x="9701" y="689"/>
                    <a:pt x="9335" y="694"/>
                  </a:cubicBezTo>
                  <a:lnTo>
                    <a:pt x="1425" y="694"/>
                  </a:lnTo>
                  <a:cubicBezTo>
                    <a:pt x="910" y="694"/>
                    <a:pt x="409" y="525"/>
                    <a:pt x="0" y="212"/>
                  </a:cubicBezTo>
                  <a:lnTo>
                    <a:pt x="0" y="212"/>
                  </a:lnTo>
                  <a:cubicBezTo>
                    <a:pt x="443" y="800"/>
                    <a:pt x="1141" y="1146"/>
                    <a:pt x="1877" y="1146"/>
                  </a:cubicBezTo>
                  <a:lnTo>
                    <a:pt x="9787" y="1146"/>
                  </a:lnTo>
                  <a:cubicBezTo>
                    <a:pt x="10081" y="1141"/>
                    <a:pt x="10331" y="915"/>
                    <a:pt x="10360" y="621"/>
                  </a:cubicBezTo>
                  <a:cubicBezTo>
                    <a:pt x="10389" y="328"/>
                    <a:pt x="10192" y="59"/>
                    <a:pt x="9903"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87"/>
            <p:cNvSpPr/>
            <p:nvPr/>
          </p:nvSpPr>
          <p:spPr>
            <a:xfrm>
              <a:off x="1815748" y="2635814"/>
              <a:ext cx="261908" cy="84321"/>
            </a:xfrm>
            <a:custGeom>
              <a:rect b="b" l="l" r="r" t="t"/>
              <a:pathLst>
                <a:path extrusionOk="0" h="3215" w="9986">
                  <a:moveTo>
                    <a:pt x="1281" y="0"/>
                  </a:moveTo>
                  <a:lnTo>
                    <a:pt x="698" y="843"/>
                  </a:lnTo>
                  <a:cubicBezTo>
                    <a:pt x="1" y="1843"/>
                    <a:pt x="722" y="3215"/>
                    <a:pt x="1940" y="3215"/>
                  </a:cubicBezTo>
                  <a:lnTo>
                    <a:pt x="9408" y="3215"/>
                  </a:lnTo>
                  <a:cubicBezTo>
                    <a:pt x="9725" y="3215"/>
                    <a:pt x="9985" y="2955"/>
                    <a:pt x="9985" y="2637"/>
                  </a:cubicBezTo>
                  <a:cubicBezTo>
                    <a:pt x="9985" y="2315"/>
                    <a:pt x="9725" y="2060"/>
                    <a:pt x="9408" y="2060"/>
                  </a:cubicBezTo>
                  <a:lnTo>
                    <a:pt x="1940" y="2060"/>
                  </a:lnTo>
                  <a:cubicBezTo>
                    <a:pt x="1656" y="2060"/>
                    <a:pt x="1487" y="1738"/>
                    <a:pt x="1651" y="1502"/>
                  </a:cubicBezTo>
                  <a:lnTo>
                    <a:pt x="2243" y="640"/>
                  </a:lnTo>
                  <a:cubicBezTo>
                    <a:pt x="1877" y="511"/>
                    <a:pt x="1545" y="289"/>
                    <a:pt x="1281" y="0"/>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87"/>
            <p:cNvSpPr/>
            <p:nvPr/>
          </p:nvSpPr>
          <p:spPr>
            <a:xfrm>
              <a:off x="1825479" y="2677594"/>
              <a:ext cx="252177" cy="42541"/>
            </a:xfrm>
            <a:custGeom>
              <a:rect b="b" l="l" r="r" t="t"/>
              <a:pathLst>
                <a:path extrusionOk="0" h="1622" w="9615">
                  <a:moveTo>
                    <a:pt x="63" y="0"/>
                  </a:moveTo>
                  <a:lnTo>
                    <a:pt x="63" y="0"/>
                  </a:lnTo>
                  <a:cubicBezTo>
                    <a:pt x="0" y="876"/>
                    <a:pt x="693" y="1622"/>
                    <a:pt x="1569" y="1622"/>
                  </a:cubicBezTo>
                  <a:lnTo>
                    <a:pt x="9037" y="1622"/>
                  </a:lnTo>
                  <a:cubicBezTo>
                    <a:pt x="9354" y="1622"/>
                    <a:pt x="9614" y="1362"/>
                    <a:pt x="9614" y="1044"/>
                  </a:cubicBezTo>
                  <a:cubicBezTo>
                    <a:pt x="9614" y="1025"/>
                    <a:pt x="9614" y="1011"/>
                    <a:pt x="9609" y="996"/>
                  </a:cubicBezTo>
                  <a:lnTo>
                    <a:pt x="9609" y="972"/>
                  </a:lnTo>
                  <a:lnTo>
                    <a:pt x="9609" y="953"/>
                  </a:lnTo>
                  <a:cubicBezTo>
                    <a:pt x="9609" y="934"/>
                    <a:pt x="9604" y="914"/>
                    <a:pt x="9600" y="895"/>
                  </a:cubicBezTo>
                  <a:cubicBezTo>
                    <a:pt x="9441" y="1025"/>
                    <a:pt x="9244" y="1102"/>
                    <a:pt x="9041" y="1116"/>
                  </a:cubicBezTo>
                  <a:lnTo>
                    <a:pt x="1569" y="1116"/>
                  </a:lnTo>
                  <a:cubicBezTo>
                    <a:pt x="1011" y="1116"/>
                    <a:pt x="491" y="804"/>
                    <a:pt x="231" y="303"/>
                  </a:cubicBezTo>
                  <a:cubicBezTo>
                    <a:pt x="178" y="207"/>
                    <a:pt x="106" y="106"/>
                    <a:pt x="6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87"/>
            <p:cNvSpPr/>
            <p:nvPr/>
          </p:nvSpPr>
          <p:spPr>
            <a:xfrm>
              <a:off x="1839484" y="2635814"/>
              <a:ext cx="35092" cy="29926"/>
            </a:xfrm>
            <a:custGeom>
              <a:rect b="b" l="l" r="r" t="t"/>
              <a:pathLst>
                <a:path extrusionOk="0" h="1141" w="1338">
                  <a:moveTo>
                    <a:pt x="376" y="0"/>
                  </a:moveTo>
                  <a:lnTo>
                    <a:pt x="0" y="549"/>
                  </a:lnTo>
                  <a:cubicBezTo>
                    <a:pt x="275" y="828"/>
                    <a:pt x="616" y="1030"/>
                    <a:pt x="991" y="1141"/>
                  </a:cubicBezTo>
                  <a:lnTo>
                    <a:pt x="1338" y="640"/>
                  </a:lnTo>
                  <a:cubicBezTo>
                    <a:pt x="972" y="511"/>
                    <a:pt x="640" y="289"/>
                    <a:pt x="37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87"/>
            <p:cNvSpPr/>
            <p:nvPr/>
          </p:nvSpPr>
          <p:spPr>
            <a:xfrm>
              <a:off x="1866472" y="2733433"/>
              <a:ext cx="50383" cy="43249"/>
            </a:xfrm>
            <a:custGeom>
              <a:rect b="b" l="l" r="r" t="t"/>
              <a:pathLst>
                <a:path extrusionOk="0" h="1649" w="1921">
                  <a:moveTo>
                    <a:pt x="819" y="436"/>
                  </a:moveTo>
                  <a:cubicBezTo>
                    <a:pt x="1165" y="436"/>
                    <a:pt x="1339" y="854"/>
                    <a:pt x="1093" y="1100"/>
                  </a:cubicBezTo>
                  <a:cubicBezTo>
                    <a:pt x="1014" y="1179"/>
                    <a:pt x="916" y="1215"/>
                    <a:pt x="820" y="1215"/>
                  </a:cubicBezTo>
                  <a:cubicBezTo>
                    <a:pt x="621" y="1215"/>
                    <a:pt x="429" y="1060"/>
                    <a:pt x="429" y="826"/>
                  </a:cubicBezTo>
                  <a:cubicBezTo>
                    <a:pt x="429" y="609"/>
                    <a:pt x="607" y="436"/>
                    <a:pt x="819" y="436"/>
                  </a:cubicBezTo>
                  <a:close/>
                  <a:moveTo>
                    <a:pt x="827" y="1"/>
                  </a:moveTo>
                  <a:cubicBezTo>
                    <a:pt x="405" y="1"/>
                    <a:pt x="1" y="330"/>
                    <a:pt x="1" y="826"/>
                  </a:cubicBezTo>
                  <a:cubicBezTo>
                    <a:pt x="1" y="1278"/>
                    <a:pt x="367" y="1644"/>
                    <a:pt x="819" y="1648"/>
                  </a:cubicBezTo>
                  <a:cubicBezTo>
                    <a:pt x="1550" y="1648"/>
                    <a:pt x="1921" y="763"/>
                    <a:pt x="1401" y="243"/>
                  </a:cubicBezTo>
                  <a:cubicBezTo>
                    <a:pt x="1233" y="76"/>
                    <a:pt x="1028" y="1"/>
                    <a:pt x="8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87"/>
            <p:cNvSpPr/>
            <p:nvPr/>
          </p:nvSpPr>
          <p:spPr>
            <a:xfrm>
              <a:off x="2005189" y="2733433"/>
              <a:ext cx="50357" cy="43249"/>
            </a:xfrm>
            <a:custGeom>
              <a:rect b="b" l="l" r="r" t="t"/>
              <a:pathLst>
                <a:path extrusionOk="0" h="1649" w="1920">
                  <a:moveTo>
                    <a:pt x="823" y="436"/>
                  </a:moveTo>
                  <a:cubicBezTo>
                    <a:pt x="1169" y="436"/>
                    <a:pt x="1343" y="854"/>
                    <a:pt x="1097" y="1100"/>
                  </a:cubicBezTo>
                  <a:cubicBezTo>
                    <a:pt x="1018" y="1179"/>
                    <a:pt x="920" y="1215"/>
                    <a:pt x="824" y="1215"/>
                  </a:cubicBezTo>
                  <a:cubicBezTo>
                    <a:pt x="625" y="1215"/>
                    <a:pt x="433" y="1060"/>
                    <a:pt x="433" y="826"/>
                  </a:cubicBezTo>
                  <a:cubicBezTo>
                    <a:pt x="433" y="609"/>
                    <a:pt x="606" y="436"/>
                    <a:pt x="823" y="436"/>
                  </a:cubicBezTo>
                  <a:close/>
                  <a:moveTo>
                    <a:pt x="829" y="1"/>
                  </a:moveTo>
                  <a:cubicBezTo>
                    <a:pt x="406" y="1"/>
                    <a:pt x="0" y="330"/>
                    <a:pt x="0" y="826"/>
                  </a:cubicBezTo>
                  <a:cubicBezTo>
                    <a:pt x="0" y="1278"/>
                    <a:pt x="371" y="1644"/>
                    <a:pt x="823" y="1648"/>
                  </a:cubicBezTo>
                  <a:cubicBezTo>
                    <a:pt x="1554" y="1648"/>
                    <a:pt x="1920" y="763"/>
                    <a:pt x="1405" y="243"/>
                  </a:cubicBezTo>
                  <a:cubicBezTo>
                    <a:pt x="1237" y="76"/>
                    <a:pt x="1031"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87"/>
            <p:cNvSpPr/>
            <p:nvPr/>
          </p:nvSpPr>
          <p:spPr>
            <a:xfrm>
              <a:off x="1735230" y="2435410"/>
              <a:ext cx="393281" cy="360313"/>
            </a:xfrm>
            <a:custGeom>
              <a:rect b="b" l="l" r="r" t="t"/>
              <a:pathLst>
                <a:path extrusionOk="0" h="13738" w="14995">
                  <a:moveTo>
                    <a:pt x="5145" y="2555"/>
                  </a:moveTo>
                  <a:lnTo>
                    <a:pt x="5145" y="3835"/>
                  </a:lnTo>
                  <a:lnTo>
                    <a:pt x="4274" y="3835"/>
                  </a:lnTo>
                  <a:lnTo>
                    <a:pt x="3821" y="2555"/>
                  </a:lnTo>
                  <a:close/>
                  <a:moveTo>
                    <a:pt x="6896" y="2555"/>
                  </a:moveTo>
                  <a:lnTo>
                    <a:pt x="6896" y="3835"/>
                  </a:lnTo>
                  <a:lnTo>
                    <a:pt x="5582" y="3835"/>
                  </a:lnTo>
                  <a:lnTo>
                    <a:pt x="5582" y="2555"/>
                  </a:lnTo>
                  <a:close/>
                  <a:moveTo>
                    <a:pt x="8647" y="2555"/>
                  </a:moveTo>
                  <a:lnTo>
                    <a:pt x="8647" y="3835"/>
                  </a:lnTo>
                  <a:lnTo>
                    <a:pt x="7329" y="3835"/>
                  </a:lnTo>
                  <a:lnTo>
                    <a:pt x="7329" y="2555"/>
                  </a:lnTo>
                  <a:close/>
                  <a:moveTo>
                    <a:pt x="10399" y="2555"/>
                  </a:moveTo>
                  <a:lnTo>
                    <a:pt x="10399" y="3835"/>
                  </a:lnTo>
                  <a:lnTo>
                    <a:pt x="9081" y="3835"/>
                  </a:lnTo>
                  <a:lnTo>
                    <a:pt x="9081" y="2555"/>
                  </a:lnTo>
                  <a:close/>
                  <a:moveTo>
                    <a:pt x="12146" y="2555"/>
                  </a:moveTo>
                  <a:lnTo>
                    <a:pt x="12146" y="3835"/>
                  </a:lnTo>
                  <a:lnTo>
                    <a:pt x="10832" y="3835"/>
                  </a:lnTo>
                  <a:lnTo>
                    <a:pt x="10832" y="2555"/>
                  </a:lnTo>
                  <a:close/>
                  <a:moveTo>
                    <a:pt x="13180" y="2555"/>
                  </a:moveTo>
                  <a:lnTo>
                    <a:pt x="12891" y="3835"/>
                  </a:lnTo>
                  <a:lnTo>
                    <a:pt x="12579" y="3835"/>
                  </a:lnTo>
                  <a:lnTo>
                    <a:pt x="12579" y="2555"/>
                  </a:lnTo>
                  <a:close/>
                  <a:moveTo>
                    <a:pt x="12790" y="4268"/>
                  </a:moveTo>
                  <a:lnTo>
                    <a:pt x="12579" y="5178"/>
                  </a:lnTo>
                  <a:lnTo>
                    <a:pt x="12579" y="4268"/>
                  </a:lnTo>
                  <a:close/>
                  <a:moveTo>
                    <a:pt x="5149" y="4268"/>
                  </a:moveTo>
                  <a:lnTo>
                    <a:pt x="5149" y="5587"/>
                  </a:lnTo>
                  <a:lnTo>
                    <a:pt x="4899" y="5587"/>
                  </a:lnTo>
                  <a:lnTo>
                    <a:pt x="4428" y="4268"/>
                  </a:lnTo>
                  <a:close/>
                  <a:moveTo>
                    <a:pt x="6896" y="4268"/>
                  </a:moveTo>
                  <a:lnTo>
                    <a:pt x="6896" y="5587"/>
                  </a:lnTo>
                  <a:lnTo>
                    <a:pt x="5582" y="5587"/>
                  </a:lnTo>
                  <a:lnTo>
                    <a:pt x="5582" y="4268"/>
                  </a:lnTo>
                  <a:close/>
                  <a:moveTo>
                    <a:pt x="8647" y="4268"/>
                  </a:moveTo>
                  <a:lnTo>
                    <a:pt x="8647" y="5587"/>
                  </a:lnTo>
                  <a:lnTo>
                    <a:pt x="7329" y="5587"/>
                  </a:lnTo>
                  <a:lnTo>
                    <a:pt x="7329" y="4268"/>
                  </a:lnTo>
                  <a:close/>
                  <a:moveTo>
                    <a:pt x="10399" y="4268"/>
                  </a:moveTo>
                  <a:lnTo>
                    <a:pt x="10399" y="5587"/>
                  </a:lnTo>
                  <a:lnTo>
                    <a:pt x="9081" y="5587"/>
                  </a:lnTo>
                  <a:lnTo>
                    <a:pt x="9081" y="4268"/>
                  </a:lnTo>
                  <a:close/>
                  <a:moveTo>
                    <a:pt x="12146" y="4268"/>
                  </a:moveTo>
                  <a:lnTo>
                    <a:pt x="12146" y="5587"/>
                  </a:lnTo>
                  <a:lnTo>
                    <a:pt x="10832" y="5587"/>
                  </a:lnTo>
                  <a:lnTo>
                    <a:pt x="10832" y="4268"/>
                  </a:lnTo>
                  <a:close/>
                  <a:moveTo>
                    <a:pt x="5145" y="6020"/>
                  </a:moveTo>
                  <a:lnTo>
                    <a:pt x="5145" y="6299"/>
                  </a:lnTo>
                  <a:lnTo>
                    <a:pt x="5043" y="6020"/>
                  </a:lnTo>
                  <a:close/>
                  <a:moveTo>
                    <a:pt x="6896" y="6020"/>
                  </a:moveTo>
                  <a:lnTo>
                    <a:pt x="6896" y="7050"/>
                  </a:lnTo>
                  <a:cubicBezTo>
                    <a:pt x="6801" y="7045"/>
                    <a:pt x="6713" y="7043"/>
                    <a:pt x="6630" y="7043"/>
                  </a:cubicBezTo>
                  <a:cubicBezTo>
                    <a:pt x="6471" y="7043"/>
                    <a:pt x="6334" y="7049"/>
                    <a:pt x="6210" y="7049"/>
                  </a:cubicBezTo>
                  <a:cubicBezTo>
                    <a:pt x="5976" y="7049"/>
                    <a:pt x="5788" y="7027"/>
                    <a:pt x="5582" y="6896"/>
                  </a:cubicBezTo>
                  <a:lnTo>
                    <a:pt x="5578" y="6896"/>
                  </a:lnTo>
                  <a:lnTo>
                    <a:pt x="5578" y="6020"/>
                  </a:lnTo>
                  <a:close/>
                  <a:moveTo>
                    <a:pt x="8647" y="6020"/>
                  </a:moveTo>
                  <a:lnTo>
                    <a:pt x="8647" y="7050"/>
                  </a:lnTo>
                  <a:lnTo>
                    <a:pt x="7329" y="7050"/>
                  </a:lnTo>
                  <a:lnTo>
                    <a:pt x="7329" y="6020"/>
                  </a:lnTo>
                  <a:close/>
                  <a:moveTo>
                    <a:pt x="10399" y="6020"/>
                  </a:moveTo>
                  <a:lnTo>
                    <a:pt x="10399" y="7050"/>
                  </a:lnTo>
                  <a:lnTo>
                    <a:pt x="9081" y="7050"/>
                  </a:lnTo>
                  <a:lnTo>
                    <a:pt x="9081" y="6020"/>
                  </a:lnTo>
                  <a:close/>
                  <a:moveTo>
                    <a:pt x="12146" y="6020"/>
                  </a:moveTo>
                  <a:lnTo>
                    <a:pt x="12146" y="7050"/>
                  </a:lnTo>
                  <a:lnTo>
                    <a:pt x="10832" y="7050"/>
                  </a:lnTo>
                  <a:lnTo>
                    <a:pt x="10832" y="6020"/>
                  </a:lnTo>
                  <a:close/>
                  <a:moveTo>
                    <a:pt x="5817" y="11072"/>
                  </a:moveTo>
                  <a:cubicBezTo>
                    <a:pt x="5819" y="11072"/>
                    <a:pt x="5821" y="11072"/>
                    <a:pt x="5823" y="11072"/>
                  </a:cubicBezTo>
                  <a:cubicBezTo>
                    <a:pt x="6439" y="11072"/>
                    <a:pt x="6939" y="11573"/>
                    <a:pt x="6939" y="12189"/>
                  </a:cubicBezTo>
                  <a:cubicBezTo>
                    <a:pt x="6936" y="12861"/>
                    <a:pt x="6387" y="13305"/>
                    <a:pt x="5814" y="13305"/>
                  </a:cubicBezTo>
                  <a:cubicBezTo>
                    <a:pt x="5538" y="13305"/>
                    <a:pt x="5257" y="13203"/>
                    <a:pt x="5029" y="12973"/>
                  </a:cubicBezTo>
                  <a:cubicBezTo>
                    <a:pt x="4328" y="12272"/>
                    <a:pt x="4825" y="11072"/>
                    <a:pt x="5817" y="11072"/>
                  </a:cubicBezTo>
                  <a:close/>
                  <a:moveTo>
                    <a:pt x="11116" y="11072"/>
                  </a:moveTo>
                  <a:cubicBezTo>
                    <a:pt x="11732" y="11072"/>
                    <a:pt x="12232" y="11573"/>
                    <a:pt x="12232" y="12189"/>
                  </a:cubicBezTo>
                  <a:cubicBezTo>
                    <a:pt x="12232" y="12862"/>
                    <a:pt x="11682" y="13307"/>
                    <a:pt x="11107" y="13307"/>
                  </a:cubicBezTo>
                  <a:cubicBezTo>
                    <a:pt x="10832" y="13307"/>
                    <a:pt x="10551" y="13205"/>
                    <a:pt x="10322" y="12978"/>
                  </a:cubicBezTo>
                  <a:cubicBezTo>
                    <a:pt x="9619" y="12275"/>
                    <a:pt x="10120" y="11072"/>
                    <a:pt x="11116" y="11072"/>
                  </a:cubicBezTo>
                  <a:close/>
                  <a:moveTo>
                    <a:pt x="793" y="0"/>
                  </a:moveTo>
                  <a:cubicBezTo>
                    <a:pt x="357" y="0"/>
                    <a:pt x="1" y="356"/>
                    <a:pt x="1" y="794"/>
                  </a:cubicBezTo>
                  <a:cubicBezTo>
                    <a:pt x="1" y="1233"/>
                    <a:pt x="357" y="1589"/>
                    <a:pt x="793" y="1589"/>
                  </a:cubicBezTo>
                  <a:cubicBezTo>
                    <a:pt x="801" y="1589"/>
                    <a:pt x="810" y="1589"/>
                    <a:pt x="819" y="1588"/>
                  </a:cubicBezTo>
                  <a:lnTo>
                    <a:pt x="1796" y="1588"/>
                  </a:lnTo>
                  <a:lnTo>
                    <a:pt x="3018" y="5043"/>
                  </a:lnTo>
                  <a:cubicBezTo>
                    <a:pt x="3054" y="5144"/>
                    <a:pt x="3134" y="5187"/>
                    <a:pt x="3214" y="5187"/>
                  </a:cubicBezTo>
                  <a:cubicBezTo>
                    <a:pt x="3349" y="5187"/>
                    <a:pt x="3487" y="5067"/>
                    <a:pt x="3427" y="4899"/>
                  </a:cubicBezTo>
                  <a:cubicBezTo>
                    <a:pt x="2233" y="1521"/>
                    <a:pt x="2180" y="1377"/>
                    <a:pt x="2176" y="1362"/>
                  </a:cubicBezTo>
                  <a:cubicBezTo>
                    <a:pt x="2123" y="1237"/>
                    <a:pt x="1998" y="1155"/>
                    <a:pt x="1863" y="1155"/>
                  </a:cubicBezTo>
                  <a:lnTo>
                    <a:pt x="819" y="1155"/>
                  </a:lnTo>
                  <a:cubicBezTo>
                    <a:pt x="617" y="1155"/>
                    <a:pt x="458" y="992"/>
                    <a:pt x="458" y="794"/>
                  </a:cubicBezTo>
                  <a:cubicBezTo>
                    <a:pt x="458" y="592"/>
                    <a:pt x="617" y="434"/>
                    <a:pt x="819" y="434"/>
                  </a:cubicBezTo>
                  <a:lnTo>
                    <a:pt x="1863" y="434"/>
                  </a:lnTo>
                  <a:cubicBezTo>
                    <a:pt x="1867" y="433"/>
                    <a:pt x="1871" y="433"/>
                    <a:pt x="1875" y="433"/>
                  </a:cubicBezTo>
                  <a:cubicBezTo>
                    <a:pt x="2293" y="433"/>
                    <a:pt x="2673" y="687"/>
                    <a:pt x="2840" y="1073"/>
                  </a:cubicBezTo>
                  <a:lnTo>
                    <a:pt x="4793" y="6602"/>
                  </a:lnTo>
                  <a:cubicBezTo>
                    <a:pt x="4952" y="7054"/>
                    <a:pt x="5477" y="7478"/>
                    <a:pt x="6107" y="7478"/>
                  </a:cubicBezTo>
                  <a:lnTo>
                    <a:pt x="14017" y="7478"/>
                  </a:lnTo>
                  <a:cubicBezTo>
                    <a:pt x="14215" y="7478"/>
                    <a:pt x="14378" y="7641"/>
                    <a:pt x="14378" y="7839"/>
                  </a:cubicBezTo>
                  <a:cubicBezTo>
                    <a:pt x="14378" y="8041"/>
                    <a:pt x="14215" y="8200"/>
                    <a:pt x="14017" y="8200"/>
                  </a:cubicBezTo>
                  <a:lnTo>
                    <a:pt x="6107" y="8200"/>
                  </a:lnTo>
                  <a:cubicBezTo>
                    <a:pt x="5250" y="8200"/>
                    <a:pt x="4476" y="7690"/>
                    <a:pt x="4139" y="6900"/>
                  </a:cubicBezTo>
                  <a:lnTo>
                    <a:pt x="3701" y="5659"/>
                  </a:lnTo>
                  <a:cubicBezTo>
                    <a:pt x="3665" y="5558"/>
                    <a:pt x="3585" y="5515"/>
                    <a:pt x="3504" y="5515"/>
                  </a:cubicBezTo>
                  <a:cubicBezTo>
                    <a:pt x="3369" y="5515"/>
                    <a:pt x="3232" y="5635"/>
                    <a:pt x="3292" y="5803"/>
                  </a:cubicBezTo>
                  <a:cubicBezTo>
                    <a:pt x="3643" y="6703"/>
                    <a:pt x="3658" y="7107"/>
                    <a:pt x="4086" y="7651"/>
                  </a:cubicBezTo>
                  <a:lnTo>
                    <a:pt x="3595" y="8358"/>
                  </a:lnTo>
                  <a:cubicBezTo>
                    <a:pt x="2864" y="9412"/>
                    <a:pt x="3499" y="10870"/>
                    <a:pt x="4769" y="11053"/>
                  </a:cubicBezTo>
                  <a:cubicBezTo>
                    <a:pt x="3749" y="12006"/>
                    <a:pt x="4418" y="13738"/>
                    <a:pt x="5828" y="13738"/>
                  </a:cubicBezTo>
                  <a:cubicBezTo>
                    <a:pt x="7223" y="13738"/>
                    <a:pt x="7897" y="12030"/>
                    <a:pt x="6901" y="11067"/>
                  </a:cubicBezTo>
                  <a:lnTo>
                    <a:pt x="10043" y="11067"/>
                  </a:lnTo>
                  <a:cubicBezTo>
                    <a:pt x="9047" y="12030"/>
                    <a:pt x="9720" y="13738"/>
                    <a:pt x="11116" y="13738"/>
                  </a:cubicBezTo>
                  <a:cubicBezTo>
                    <a:pt x="12516" y="13738"/>
                    <a:pt x="13190" y="12030"/>
                    <a:pt x="12189" y="11067"/>
                  </a:cubicBezTo>
                  <a:lnTo>
                    <a:pt x="12478" y="11067"/>
                  </a:lnTo>
                  <a:cubicBezTo>
                    <a:pt x="12486" y="11068"/>
                    <a:pt x="12495" y="11068"/>
                    <a:pt x="12504" y="11068"/>
                  </a:cubicBezTo>
                  <a:cubicBezTo>
                    <a:pt x="12939" y="11068"/>
                    <a:pt x="13296" y="10712"/>
                    <a:pt x="13296" y="10273"/>
                  </a:cubicBezTo>
                  <a:cubicBezTo>
                    <a:pt x="13296" y="9832"/>
                    <a:pt x="12935" y="9479"/>
                    <a:pt x="12495" y="9479"/>
                  </a:cubicBezTo>
                  <a:cubicBezTo>
                    <a:pt x="12489" y="9479"/>
                    <a:pt x="12484" y="9479"/>
                    <a:pt x="12478" y="9480"/>
                  </a:cubicBezTo>
                  <a:lnTo>
                    <a:pt x="10495" y="9480"/>
                  </a:lnTo>
                  <a:cubicBezTo>
                    <a:pt x="10206" y="9480"/>
                    <a:pt x="10206" y="9913"/>
                    <a:pt x="10495" y="9913"/>
                  </a:cubicBezTo>
                  <a:lnTo>
                    <a:pt x="12478" y="9913"/>
                  </a:lnTo>
                  <a:cubicBezTo>
                    <a:pt x="12675" y="9913"/>
                    <a:pt x="12838" y="10076"/>
                    <a:pt x="12838" y="10273"/>
                  </a:cubicBezTo>
                  <a:cubicBezTo>
                    <a:pt x="12838" y="10476"/>
                    <a:pt x="12675" y="10634"/>
                    <a:pt x="12478" y="10634"/>
                  </a:cubicBezTo>
                  <a:lnTo>
                    <a:pt x="5010" y="10634"/>
                  </a:lnTo>
                  <a:cubicBezTo>
                    <a:pt x="3966" y="10634"/>
                    <a:pt x="3355" y="9460"/>
                    <a:pt x="3946" y="8604"/>
                  </a:cubicBezTo>
                  <a:lnTo>
                    <a:pt x="4384" y="7973"/>
                  </a:lnTo>
                  <a:cubicBezTo>
                    <a:pt x="4567" y="8137"/>
                    <a:pt x="4769" y="8272"/>
                    <a:pt x="4986" y="8378"/>
                  </a:cubicBezTo>
                  <a:lnTo>
                    <a:pt x="4543" y="9018"/>
                  </a:lnTo>
                  <a:cubicBezTo>
                    <a:pt x="4278" y="9398"/>
                    <a:pt x="4553" y="9917"/>
                    <a:pt x="5015" y="9917"/>
                  </a:cubicBezTo>
                  <a:lnTo>
                    <a:pt x="9687" y="9917"/>
                  </a:lnTo>
                  <a:cubicBezTo>
                    <a:pt x="9971" y="9917"/>
                    <a:pt x="9971" y="9484"/>
                    <a:pt x="9687" y="9484"/>
                  </a:cubicBezTo>
                  <a:lnTo>
                    <a:pt x="5010" y="9484"/>
                  </a:lnTo>
                  <a:cubicBezTo>
                    <a:pt x="4899" y="9484"/>
                    <a:pt x="4832" y="9354"/>
                    <a:pt x="4899" y="9263"/>
                  </a:cubicBezTo>
                  <a:lnTo>
                    <a:pt x="5400" y="8536"/>
                  </a:lnTo>
                  <a:cubicBezTo>
                    <a:pt x="5700" y="8622"/>
                    <a:pt x="5777" y="8639"/>
                    <a:pt x="6766" y="8639"/>
                  </a:cubicBezTo>
                  <a:cubicBezTo>
                    <a:pt x="7471" y="8639"/>
                    <a:pt x="8638" y="8630"/>
                    <a:pt x="10678" y="8630"/>
                  </a:cubicBezTo>
                  <a:cubicBezTo>
                    <a:pt x="11600" y="8630"/>
                    <a:pt x="12701" y="8632"/>
                    <a:pt x="14017" y="8637"/>
                  </a:cubicBezTo>
                  <a:cubicBezTo>
                    <a:pt x="14023" y="8638"/>
                    <a:pt x="14029" y="8638"/>
                    <a:pt x="14035" y="8638"/>
                  </a:cubicBezTo>
                  <a:cubicBezTo>
                    <a:pt x="14475" y="8638"/>
                    <a:pt x="14835" y="8285"/>
                    <a:pt x="14835" y="7844"/>
                  </a:cubicBezTo>
                  <a:cubicBezTo>
                    <a:pt x="14835" y="7405"/>
                    <a:pt x="14479" y="7049"/>
                    <a:pt x="14043" y="7049"/>
                  </a:cubicBezTo>
                  <a:cubicBezTo>
                    <a:pt x="14035" y="7049"/>
                    <a:pt x="14026" y="7049"/>
                    <a:pt x="14017" y="7050"/>
                  </a:cubicBezTo>
                  <a:lnTo>
                    <a:pt x="13782" y="7050"/>
                  </a:lnTo>
                  <a:lnTo>
                    <a:pt x="14802" y="2604"/>
                  </a:lnTo>
                  <a:cubicBezTo>
                    <a:pt x="14994" y="1766"/>
                    <a:pt x="14359" y="968"/>
                    <a:pt x="13503" y="968"/>
                  </a:cubicBezTo>
                  <a:lnTo>
                    <a:pt x="9268" y="968"/>
                  </a:lnTo>
                  <a:cubicBezTo>
                    <a:pt x="8979" y="968"/>
                    <a:pt x="8979" y="1401"/>
                    <a:pt x="9268" y="1401"/>
                  </a:cubicBezTo>
                  <a:lnTo>
                    <a:pt x="13503" y="1401"/>
                  </a:lnTo>
                  <a:cubicBezTo>
                    <a:pt x="14080" y="1401"/>
                    <a:pt x="14513" y="1940"/>
                    <a:pt x="14383" y="2507"/>
                  </a:cubicBezTo>
                  <a:lnTo>
                    <a:pt x="13334" y="7050"/>
                  </a:lnTo>
                  <a:lnTo>
                    <a:pt x="12593" y="7050"/>
                  </a:lnTo>
                  <a:lnTo>
                    <a:pt x="13666" y="2387"/>
                  </a:lnTo>
                  <a:cubicBezTo>
                    <a:pt x="13700" y="2252"/>
                    <a:pt x="13594" y="2122"/>
                    <a:pt x="13454" y="2122"/>
                  </a:cubicBezTo>
                  <a:lnTo>
                    <a:pt x="3667" y="2122"/>
                  </a:lnTo>
                  <a:lnTo>
                    <a:pt x="3412" y="1401"/>
                  </a:lnTo>
                  <a:lnTo>
                    <a:pt x="8460" y="1401"/>
                  </a:lnTo>
                  <a:cubicBezTo>
                    <a:pt x="8749" y="1401"/>
                    <a:pt x="8749" y="968"/>
                    <a:pt x="8460" y="968"/>
                  </a:cubicBezTo>
                  <a:lnTo>
                    <a:pt x="3258" y="968"/>
                  </a:lnTo>
                  <a:cubicBezTo>
                    <a:pt x="3042" y="385"/>
                    <a:pt x="2484" y="0"/>
                    <a:pt x="1863" y="0"/>
                  </a:cubicBezTo>
                  <a:lnTo>
                    <a:pt x="819" y="0"/>
                  </a:lnTo>
                  <a:cubicBezTo>
                    <a:pt x="810" y="0"/>
                    <a:pt x="801" y="0"/>
                    <a:pt x="7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4" name="Google Shape;15184;p87"/>
          <p:cNvGrpSpPr/>
          <p:nvPr/>
        </p:nvGrpSpPr>
        <p:grpSpPr>
          <a:xfrm>
            <a:off x="3603362" y="4331972"/>
            <a:ext cx="247011" cy="304029"/>
            <a:chOff x="3603362" y="4331973"/>
            <a:chExt cx="247011" cy="304029"/>
          </a:xfrm>
        </p:grpSpPr>
        <p:sp>
          <p:nvSpPr>
            <p:cNvPr id="15185" name="Google Shape;15185;p87"/>
            <p:cNvSpPr/>
            <p:nvPr/>
          </p:nvSpPr>
          <p:spPr>
            <a:xfrm>
              <a:off x="3607926" y="4336484"/>
              <a:ext cx="238041" cy="295086"/>
            </a:xfrm>
            <a:custGeom>
              <a:rect b="b" l="l" r="r" t="t"/>
              <a:pathLst>
                <a:path extrusionOk="0" h="11251" w="9076">
                  <a:moveTo>
                    <a:pt x="4538" y="0"/>
                  </a:moveTo>
                  <a:lnTo>
                    <a:pt x="0" y="905"/>
                  </a:lnTo>
                  <a:lnTo>
                    <a:pt x="0" y="7439"/>
                  </a:lnTo>
                  <a:lnTo>
                    <a:pt x="4538" y="11250"/>
                  </a:lnTo>
                  <a:lnTo>
                    <a:pt x="9075" y="7439"/>
                  </a:lnTo>
                  <a:lnTo>
                    <a:pt x="9075" y="905"/>
                  </a:lnTo>
                  <a:lnTo>
                    <a:pt x="453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87"/>
            <p:cNvSpPr/>
            <p:nvPr/>
          </p:nvSpPr>
          <p:spPr>
            <a:xfrm>
              <a:off x="3626967" y="4355918"/>
              <a:ext cx="199932" cy="250787"/>
            </a:xfrm>
            <a:custGeom>
              <a:rect b="b" l="l" r="r" t="t"/>
              <a:pathLst>
                <a:path extrusionOk="0" h="9562" w="7623">
                  <a:moveTo>
                    <a:pt x="3812" y="0"/>
                  </a:moveTo>
                  <a:lnTo>
                    <a:pt x="1" y="761"/>
                  </a:lnTo>
                  <a:lnTo>
                    <a:pt x="1" y="6361"/>
                  </a:lnTo>
                  <a:lnTo>
                    <a:pt x="3812" y="9561"/>
                  </a:lnTo>
                  <a:lnTo>
                    <a:pt x="7623" y="6361"/>
                  </a:lnTo>
                  <a:lnTo>
                    <a:pt x="7623" y="761"/>
                  </a:lnTo>
                  <a:lnTo>
                    <a:pt x="381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87"/>
            <p:cNvSpPr/>
            <p:nvPr/>
          </p:nvSpPr>
          <p:spPr>
            <a:xfrm>
              <a:off x="3626967" y="4372074"/>
              <a:ext cx="112464" cy="234631"/>
            </a:xfrm>
            <a:custGeom>
              <a:rect b="b" l="l" r="r" t="t"/>
              <a:pathLst>
                <a:path extrusionOk="0" h="8946" w="4288">
                  <a:moveTo>
                    <a:pt x="723" y="0"/>
                  </a:moveTo>
                  <a:lnTo>
                    <a:pt x="1" y="145"/>
                  </a:lnTo>
                  <a:lnTo>
                    <a:pt x="1" y="5745"/>
                  </a:lnTo>
                  <a:lnTo>
                    <a:pt x="3812" y="8945"/>
                  </a:lnTo>
                  <a:lnTo>
                    <a:pt x="4288" y="8546"/>
                  </a:lnTo>
                  <a:lnTo>
                    <a:pt x="723" y="5548"/>
                  </a:lnTo>
                  <a:lnTo>
                    <a:pt x="72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87"/>
            <p:cNvSpPr/>
            <p:nvPr/>
          </p:nvSpPr>
          <p:spPr>
            <a:xfrm>
              <a:off x="3664971" y="4398328"/>
              <a:ext cx="123820" cy="123820"/>
            </a:xfrm>
            <a:custGeom>
              <a:rect b="b" l="l" r="r" t="t"/>
              <a:pathLst>
                <a:path extrusionOk="0" h="4721" w="4721">
                  <a:moveTo>
                    <a:pt x="2363" y="0"/>
                  </a:moveTo>
                  <a:cubicBezTo>
                    <a:pt x="1059" y="0"/>
                    <a:pt x="0" y="1059"/>
                    <a:pt x="0" y="2363"/>
                  </a:cubicBezTo>
                  <a:cubicBezTo>
                    <a:pt x="0" y="3662"/>
                    <a:pt x="1059" y="4720"/>
                    <a:pt x="2363" y="4720"/>
                  </a:cubicBezTo>
                  <a:cubicBezTo>
                    <a:pt x="3662" y="4720"/>
                    <a:pt x="4720" y="3662"/>
                    <a:pt x="4720" y="2363"/>
                  </a:cubicBezTo>
                  <a:cubicBezTo>
                    <a:pt x="4720" y="1059"/>
                    <a:pt x="3662" y="0"/>
                    <a:pt x="236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87"/>
            <p:cNvSpPr/>
            <p:nvPr/>
          </p:nvSpPr>
          <p:spPr>
            <a:xfrm>
              <a:off x="3679212" y="4412570"/>
              <a:ext cx="95311" cy="95311"/>
            </a:xfrm>
            <a:custGeom>
              <a:rect b="b" l="l" r="r" t="t"/>
              <a:pathLst>
                <a:path extrusionOk="0" h="3634" w="3634">
                  <a:moveTo>
                    <a:pt x="1820" y="1"/>
                  </a:moveTo>
                  <a:cubicBezTo>
                    <a:pt x="814" y="1"/>
                    <a:pt x="1" y="814"/>
                    <a:pt x="1" y="1820"/>
                  </a:cubicBezTo>
                  <a:cubicBezTo>
                    <a:pt x="1" y="2820"/>
                    <a:pt x="814" y="3634"/>
                    <a:pt x="1820" y="3634"/>
                  </a:cubicBezTo>
                  <a:cubicBezTo>
                    <a:pt x="2820" y="3634"/>
                    <a:pt x="3634" y="2820"/>
                    <a:pt x="3634" y="1820"/>
                  </a:cubicBezTo>
                  <a:cubicBezTo>
                    <a:pt x="3634" y="814"/>
                    <a:pt x="2820" y="1"/>
                    <a:pt x="182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87"/>
            <p:cNvSpPr/>
            <p:nvPr/>
          </p:nvSpPr>
          <p:spPr>
            <a:xfrm>
              <a:off x="3603362" y="4331973"/>
              <a:ext cx="247011" cy="304029"/>
            </a:xfrm>
            <a:custGeom>
              <a:rect b="b" l="l" r="r" t="t"/>
              <a:pathLst>
                <a:path extrusionOk="0" h="11592" w="9418">
                  <a:moveTo>
                    <a:pt x="4712" y="346"/>
                  </a:moveTo>
                  <a:lnTo>
                    <a:pt x="9076" y="1216"/>
                  </a:lnTo>
                  <a:lnTo>
                    <a:pt x="9076" y="7534"/>
                  </a:lnTo>
                  <a:lnTo>
                    <a:pt x="4712" y="11201"/>
                  </a:lnTo>
                  <a:lnTo>
                    <a:pt x="343" y="7534"/>
                  </a:lnTo>
                  <a:lnTo>
                    <a:pt x="343" y="1216"/>
                  </a:lnTo>
                  <a:lnTo>
                    <a:pt x="4712" y="346"/>
                  </a:lnTo>
                  <a:close/>
                  <a:moveTo>
                    <a:pt x="4710" y="0"/>
                  </a:moveTo>
                  <a:cubicBezTo>
                    <a:pt x="4698" y="0"/>
                    <a:pt x="4688" y="1"/>
                    <a:pt x="4678" y="4"/>
                  </a:cubicBezTo>
                  <a:lnTo>
                    <a:pt x="140" y="913"/>
                  </a:lnTo>
                  <a:cubicBezTo>
                    <a:pt x="59" y="928"/>
                    <a:pt x="1" y="1000"/>
                    <a:pt x="1" y="1077"/>
                  </a:cubicBezTo>
                  <a:lnTo>
                    <a:pt x="1" y="7611"/>
                  </a:lnTo>
                  <a:cubicBezTo>
                    <a:pt x="1" y="7664"/>
                    <a:pt x="25" y="7712"/>
                    <a:pt x="64" y="7741"/>
                  </a:cubicBezTo>
                  <a:lnTo>
                    <a:pt x="4601" y="11552"/>
                  </a:lnTo>
                  <a:cubicBezTo>
                    <a:pt x="4632" y="11578"/>
                    <a:pt x="4671" y="11592"/>
                    <a:pt x="4709" y="11592"/>
                  </a:cubicBezTo>
                  <a:cubicBezTo>
                    <a:pt x="4748" y="11592"/>
                    <a:pt x="4786" y="11578"/>
                    <a:pt x="4818" y="11552"/>
                  </a:cubicBezTo>
                  <a:lnTo>
                    <a:pt x="9355" y="7741"/>
                  </a:lnTo>
                  <a:cubicBezTo>
                    <a:pt x="9393" y="7712"/>
                    <a:pt x="9418" y="7664"/>
                    <a:pt x="9418" y="7611"/>
                  </a:cubicBezTo>
                  <a:lnTo>
                    <a:pt x="9418" y="1077"/>
                  </a:lnTo>
                  <a:cubicBezTo>
                    <a:pt x="9413" y="995"/>
                    <a:pt x="9360" y="928"/>
                    <a:pt x="9283" y="913"/>
                  </a:cubicBezTo>
                  <a:lnTo>
                    <a:pt x="4745" y="4"/>
                  </a:lnTo>
                  <a:cubicBezTo>
                    <a:pt x="4733" y="1"/>
                    <a:pt x="4721" y="0"/>
                    <a:pt x="47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87"/>
            <p:cNvSpPr/>
            <p:nvPr/>
          </p:nvSpPr>
          <p:spPr>
            <a:xfrm>
              <a:off x="3622430" y="4351407"/>
              <a:ext cx="208876" cy="259731"/>
            </a:xfrm>
            <a:custGeom>
              <a:rect b="b" l="l" r="r" t="t"/>
              <a:pathLst>
                <a:path extrusionOk="0" h="9903" w="7964">
                  <a:moveTo>
                    <a:pt x="3983" y="0"/>
                  </a:moveTo>
                  <a:cubicBezTo>
                    <a:pt x="3971" y="0"/>
                    <a:pt x="3961" y="1"/>
                    <a:pt x="3951" y="4"/>
                  </a:cubicBezTo>
                  <a:lnTo>
                    <a:pt x="140" y="764"/>
                  </a:lnTo>
                  <a:cubicBezTo>
                    <a:pt x="58" y="783"/>
                    <a:pt x="1" y="851"/>
                    <a:pt x="1" y="933"/>
                  </a:cubicBezTo>
                  <a:lnTo>
                    <a:pt x="1" y="6533"/>
                  </a:lnTo>
                  <a:cubicBezTo>
                    <a:pt x="1" y="6582"/>
                    <a:pt x="25" y="6630"/>
                    <a:pt x="63" y="6663"/>
                  </a:cubicBezTo>
                  <a:lnTo>
                    <a:pt x="3874" y="9863"/>
                  </a:lnTo>
                  <a:cubicBezTo>
                    <a:pt x="3905" y="9890"/>
                    <a:pt x="3944" y="9903"/>
                    <a:pt x="3982" y="9903"/>
                  </a:cubicBezTo>
                  <a:cubicBezTo>
                    <a:pt x="4021" y="9903"/>
                    <a:pt x="4059" y="9890"/>
                    <a:pt x="4091" y="9863"/>
                  </a:cubicBezTo>
                  <a:lnTo>
                    <a:pt x="7906" y="6663"/>
                  </a:lnTo>
                  <a:cubicBezTo>
                    <a:pt x="7940" y="6630"/>
                    <a:pt x="7964" y="6582"/>
                    <a:pt x="7964" y="6533"/>
                  </a:cubicBezTo>
                  <a:lnTo>
                    <a:pt x="7964" y="5152"/>
                  </a:lnTo>
                  <a:cubicBezTo>
                    <a:pt x="7964" y="5039"/>
                    <a:pt x="7879" y="4983"/>
                    <a:pt x="7793" y="4983"/>
                  </a:cubicBezTo>
                  <a:cubicBezTo>
                    <a:pt x="7708" y="4983"/>
                    <a:pt x="7622" y="5039"/>
                    <a:pt x="7622" y="5152"/>
                  </a:cubicBezTo>
                  <a:lnTo>
                    <a:pt x="7622" y="6452"/>
                  </a:lnTo>
                  <a:lnTo>
                    <a:pt x="3985" y="9512"/>
                  </a:lnTo>
                  <a:lnTo>
                    <a:pt x="342" y="6456"/>
                  </a:lnTo>
                  <a:lnTo>
                    <a:pt x="342" y="1072"/>
                  </a:lnTo>
                  <a:lnTo>
                    <a:pt x="3985" y="346"/>
                  </a:lnTo>
                  <a:lnTo>
                    <a:pt x="7622" y="1072"/>
                  </a:lnTo>
                  <a:lnTo>
                    <a:pt x="7622" y="4306"/>
                  </a:lnTo>
                  <a:cubicBezTo>
                    <a:pt x="7622" y="4419"/>
                    <a:pt x="7708" y="4475"/>
                    <a:pt x="7793" y="4475"/>
                  </a:cubicBezTo>
                  <a:cubicBezTo>
                    <a:pt x="7879" y="4475"/>
                    <a:pt x="7964" y="4419"/>
                    <a:pt x="7964" y="4306"/>
                  </a:cubicBezTo>
                  <a:lnTo>
                    <a:pt x="7964" y="933"/>
                  </a:lnTo>
                  <a:cubicBezTo>
                    <a:pt x="7964" y="851"/>
                    <a:pt x="7906" y="779"/>
                    <a:pt x="7829" y="764"/>
                  </a:cubicBezTo>
                  <a:lnTo>
                    <a:pt x="4018" y="4"/>
                  </a:lnTo>
                  <a:cubicBezTo>
                    <a:pt x="4006" y="1"/>
                    <a:pt x="3994"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87"/>
            <p:cNvSpPr/>
            <p:nvPr/>
          </p:nvSpPr>
          <p:spPr>
            <a:xfrm>
              <a:off x="3660669" y="4393896"/>
              <a:ext cx="137826" cy="132711"/>
            </a:xfrm>
            <a:custGeom>
              <a:rect b="b" l="l" r="r" t="t"/>
              <a:pathLst>
                <a:path extrusionOk="0" h="5060" w="5255">
                  <a:moveTo>
                    <a:pt x="2527" y="342"/>
                  </a:moveTo>
                  <a:cubicBezTo>
                    <a:pt x="3734" y="342"/>
                    <a:pt x="4711" y="1319"/>
                    <a:pt x="4716" y="2532"/>
                  </a:cubicBezTo>
                  <a:cubicBezTo>
                    <a:pt x="4716" y="3412"/>
                    <a:pt x="4182" y="4211"/>
                    <a:pt x="3369" y="4553"/>
                  </a:cubicBezTo>
                  <a:cubicBezTo>
                    <a:pt x="3099" y="4664"/>
                    <a:pt x="2815" y="4718"/>
                    <a:pt x="2534" y="4718"/>
                  </a:cubicBezTo>
                  <a:cubicBezTo>
                    <a:pt x="1963" y="4718"/>
                    <a:pt x="1401" y="4495"/>
                    <a:pt x="982" y="4076"/>
                  </a:cubicBezTo>
                  <a:cubicBezTo>
                    <a:pt x="357" y="3455"/>
                    <a:pt x="164" y="2512"/>
                    <a:pt x="506" y="1694"/>
                  </a:cubicBezTo>
                  <a:cubicBezTo>
                    <a:pt x="843" y="876"/>
                    <a:pt x="1641" y="342"/>
                    <a:pt x="2527" y="342"/>
                  </a:cubicBezTo>
                  <a:close/>
                  <a:moveTo>
                    <a:pt x="2527" y="1"/>
                  </a:moveTo>
                  <a:cubicBezTo>
                    <a:pt x="1131" y="1"/>
                    <a:pt x="0" y="1131"/>
                    <a:pt x="0" y="2532"/>
                  </a:cubicBezTo>
                  <a:cubicBezTo>
                    <a:pt x="0" y="3552"/>
                    <a:pt x="616" y="4476"/>
                    <a:pt x="1559" y="4865"/>
                  </a:cubicBezTo>
                  <a:cubicBezTo>
                    <a:pt x="1874" y="4996"/>
                    <a:pt x="2204" y="5060"/>
                    <a:pt x="2531" y="5060"/>
                  </a:cubicBezTo>
                  <a:cubicBezTo>
                    <a:pt x="3189" y="5060"/>
                    <a:pt x="3834" y="4802"/>
                    <a:pt x="4317" y="4317"/>
                  </a:cubicBezTo>
                  <a:cubicBezTo>
                    <a:pt x="5038" y="3595"/>
                    <a:pt x="5255" y="2508"/>
                    <a:pt x="4865" y="1560"/>
                  </a:cubicBezTo>
                  <a:cubicBezTo>
                    <a:pt x="4475" y="617"/>
                    <a:pt x="3552" y="1"/>
                    <a:pt x="25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87"/>
            <p:cNvSpPr/>
            <p:nvPr/>
          </p:nvSpPr>
          <p:spPr>
            <a:xfrm>
              <a:off x="3703709" y="4408137"/>
              <a:ext cx="47970" cy="104202"/>
            </a:xfrm>
            <a:custGeom>
              <a:rect b="b" l="l" r="r" t="t"/>
              <a:pathLst>
                <a:path extrusionOk="0" h="3973" w="1829">
                  <a:moveTo>
                    <a:pt x="917" y="0"/>
                  </a:moveTo>
                  <a:cubicBezTo>
                    <a:pt x="832" y="0"/>
                    <a:pt x="746" y="57"/>
                    <a:pt x="746" y="170"/>
                  </a:cubicBezTo>
                  <a:lnTo>
                    <a:pt x="746" y="550"/>
                  </a:lnTo>
                  <a:cubicBezTo>
                    <a:pt x="318" y="593"/>
                    <a:pt x="0" y="964"/>
                    <a:pt x="24" y="1392"/>
                  </a:cubicBezTo>
                  <a:cubicBezTo>
                    <a:pt x="44" y="1820"/>
                    <a:pt x="395" y="2152"/>
                    <a:pt x="823" y="2157"/>
                  </a:cubicBezTo>
                  <a:lnTo>
                    <a:pt x="1006" y="2157"/>
                  </a:lnTo>
                  <a:cubicBezTo>
                    <a:pt x="1261" y="2157"/>
                    <a:pt x="1468" y="2364"/>
                    <a:pt x="1468" y="2619"/>
                  </a:cubicBezTo>
                  <a:cubicBezTo>
                    <a:pt x="1468" y="2879"/>
                    <a:pt x="1261" y="3086"/>
                    <a:pt x="1006" y="3086"/>
                  </a:cubicBezTo>
                  <a:lnTo>
                    <a:pt x="732" y="3086"/>
                  </a:lnTo>
                  <a:cubicBezTo>
                    <a:pt x="525" y="3086"/>
                    <a:pt x="361" y="2917"/>
                    <a:pt x="361" y="2710"/>
                  </a:cubicBezTo>
                  <a:cubicBezTo>
                    <a:pt x="361" y="2597"/>
                    <a:pt x="276" y="2541"/>
                    <a:pt x="190" y="2541"/>
                  </a:cubicBezTo>
                  <a:cubicBezTo>
                    <a:pt x="105" y="2541"/>
                    <a:pt x="20" y="2597"/>
                    <a:pt x="20" y="2710"/>
                  </a:cubicBezTo>
                  <a:cubicBezTo>
                    <a:pt x="20" y="3105"/>
                    <a:pt x="337" y="3427"/>
                    <a:pt x="732" y="3427"/>
                  </a:cubicBezTo>
                  <a:lnTo>
                    <a:pt x="746" y="3427"/>
                  </a:lnTo>
                  <a:lnTo>
                    <a:pt x="746" y="3803"/>
                  </a:lnTo>
                  <a:cubicBezTo>
                    <a:pt x="746" y="3916"/>
                    <a:pt x="830" y="3972"/>
                    <a:pt x="915" y="3972"/>
                  </a:cubicBezTo>
                  <a:cubicBezTo>
                    <a:pt x="999" y="3972"/>
                    <a:pt x="1083" y="3916"/>
                    <a:pt x="1083" y="3803"/>
                  </a:cubicBezTo>
                  <a:lnTo>
                    <a:pt x="1083" y="3422"/>
                  </a:lnTo>
                  <a:cubicBezTo>
                    <a:pt x="1511" y="3379"/>
                    <a:pt x="1829" y="3009"/>
                    <a:pt x="1805" y="2580"/>
                  </a:cubicBezTo>
                  <a:cubicBezTo>
                    <a:pt x="1785" y="2152"/>
                    <a:pt x="1434" y="1815"/>
                    <a:pt x="1006" y="1815"/>
                  </a:cubicBezTo>
                  <a:lnTo>
                    <a:pt x="823" y="1815"/>
                  </a:lnTo>
                  <a:cubicBezTo>
                    <a:pt x="568" y="1815"/>
                    <a:pt x="361" y="1608"/>
                    <a:pt x="361" y="1349"/>
                  </a:cubicBezTo>
                  <a:cubicBezTo>
                    <a:pt x="361" y="1094"/>
                    <a:pt x="568" y="887"/>
                    <a:pt x="823" y="887"/>
                  </a:cubicBezTo>
                  <a:lnTo>
                    <a:pt x="1097" y="887"/>
                  </a:lnTo>
                  <a:cubicBezTo>
                    <a:pt x="1304" y="887"/>
                    <a:pt x="1473" y="1055"/>
                    <a:pt x="1473" y="1262"/>
                  </a:cubicBezTo>
                  <a:lnTo>
                    <a:pt x="1473" y="1440"/>
                  </a:lnTo>
                  <a:cubicBezTo>
                    <a:pt x="1473" y="1553"/>
                    <a:pt x="1558" y="1610"/>
                    <a:pt x="1643" y="1610"/>
                  </a:cubicBezTo>
                  <a:cubicBezTo>
                    <a:pt x="1729" y="1610"/>
                    <a:pt x="1814" y="1553"/>
                    <a:pt x="1814" y="1440"/>
                  </a:cubicBezTo>
                  <a:lnTo>
                    <a:pt x="1814" y="1262"/>
                  </a:lnTo>
                  <a:cubicBezTo>
                    <a:pt x="1809" y="867"/>
                    <a:pt x="1492" y="545"/>
                    <a:pt x="1097" y="545"/>
                  </a:cubicBezTo>
                  <a:lnTo>
                    <a:pt x="1088" y="545"/>
                  </a:lnTo>
                  <a:lnTo>
                    <a:pt x="1088" y="170"/>
                  </a:lnTo>
                  <a:cubicBezTo>
                    <a:pt x="1088" y="57"/>
                    <a:pt x="1002" y="0"/>
                    <a:pt x="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4" name="Google Shape;15194;p87"/>
          <p:cNvGrpSpPr/>
          <p:nvPr/>
        </p:nvGrpSpPr>
        <p:grpSpPr>
          <a:xfrm>
            <a:off x="1752015" y="4289484"/>
            <a:ext cx="365611" cy="360628"/>
            <a:chOff x="1752015" y="4289484"/>
            <a:chExt cx="365611" cy="360628"/>
          </a:xfrm>
        </p:grpSpPr>
        <p:sp>
          <p:nvSpPr>
            <p:cNvPr id="15195" name="Google Shape;15195;p87"/>
            <p:cNvSpPr/>
            <p:nvPr/>
          </p:nvSpPr>
          <p:spPr>
            <a:xfrm>
              <a:off x="1778977" y="4547353"/>
              <a:ext cx="31762" cy="28903"/>
            </a:xfrm>
            <a:custGeom>
              <a:rect b="b" l="l" r="r" t="t"/>
              <a:pathLst>
                <a:path extrusionOk="0" h="1102" w="1211">
                  <a:moveTo>
                    <a:pt x="989" y="1"/>
                  </a:moveTo>
                  <a:cubicBezTo>
                    <a:pt x="937" y="1"/>
                    <a:pt x="885" y="20"/>
                    <a:pt x="844" y="58"/>
                  </a:cubicBezTo>
                  <a:lnTo>
                    <a:pt x="161" y="747"/>
                  </a:lnTo>
                  <a:cubicBezTo>
                    <a:pt x="0" y="889"/>
                    <a:pt x="140" y="1102"/>
                    <a:pt x="299" y="1102"/>
                  </a:cubicBezTo>
                  <a:cubicBezTo>
                    <a:pt x="349" y="1102"/>
                    <a:pt x="400" y="1081"/>
                    <a:pt x="445" y="1030"/>
                  </a:cubicBezTo>
                  <a:lnTo>
                    <a:pt x="1133" y="342"/>
                  </a:lnTo>
                  <a:cubicBezTo>
                    <a:pt x="1210" y="265"/>
                    <a:pt x="1210" y="135"/>
                    <a:pt x="1133" y="58"/>
                  </a:cubicBezTo>
                  <a:cubicBezTo>
                    <a:pt x="1092" y="20"/>
                    <a:pt x="1041"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87"/>
            <p:cNvSpPr/>
            <p:nvPr/>
          </p:nvSpPr>
          <p:spPr>
            <a:xfrm>
              <a:off x="1797179" y="4564768"/>
              <a:ext cx="30975" cy="28457"/>
            </a:xfrm>
            <a:custGeom>
              <a:rect b="b" l="l" r="r" t="t"/>
              <a:pathLst>
                <a:path extrusionOk="0" h="1085" w="1181">
                  <a:moveTo>
                    <a:pt x="959" y="1"/>
                  </a:moveTo>
                  <a:cubicBezTo>
                    <a:pt x="908" y="1"/>
                    <a:pt x="858" y="20"/>
                    <a:pt x="819" y="58"/>
                  </a:cubicBezTo>
                  <a:lnTo>
                    <a:pt x="131" y="747"/>
                  </a:lnTo>
                  <a:cubicBezTo>
                    <a:pt x="1" y="892"/>
                    <a:pt x="131" y="1084"/>
                    <a:pt x="283" y="1084"/>
                  </a:cubicBezTo>
                  <a:cubicBezTo>
                    <a:pt x="327" y="1084"/>
                    <a:pt x="373" y="1068"/>
                    <a:pt x="415" y="1030"/>
                  </a:cubicBezTo>
                  <a:lnTo>
                    <a:pt x="1103" y="347"/>
                  </a:lnTo>
                  <a:cubicBezTo>
                    <a:pt x="1180" y="265"/>
                    <a:pt x="1180" y="140"/>
                    <a:pt x="1103" y="58"/>
                  </a:cubicBezTo>
                  <a:cubicBezTo>
                    <a:pt x="1062" y="20"/>
                    <a:pt x="1011" y="1"/>
                    <a:pt x="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97" name="Google Shape;15197;p87"/>
            <p:cNvGrpSpPr/>
            <p:nvPr/>
          </p:nvGrpSpPr>
          <p:grpSpPr>
            <a:xfrm>
              <a:off x="1752015" y="4289484"/>
              <a:ext cx="365611" cy="360628"/>
              <a:chOff x="1752015" y="4289484"/>
              <a:chExt cx="365611" cy="360628"/>
            </a:xfrm>
          </p:grpSpPr>
          <p:sp>
            <p:nvSpPr>
              <p:cNvPr id="15198" name="Google Shape;15198;p87"/>
              <p:cNvSpPr/>
              <p:nvPr/>
            </p:nvSpPr>
            <p:spPr>
              <a:xfrm>
                <a:off x="1758572" y="4402997"/>
                <a:ext cx="160066" cy="76611"/>
              </a:xfrm>
              <a:custGeom>
                <a:rect b="b" l="l" r="r" t="t"/>
                <a:pathLst>
                  <a:path extrusionOk="0" h="2921" w="6103">
                    <a:moveTo>
                      <a:pt x="6102" y="0"/>
                    </a:moveTo>
                    <a:lnTo>
                      <a:pt x="4769" y="116"/>
                    </a:lnTo>
                    <a:cubicBezTo>
                      <a:pt x="3028" y="260"/>
                      <a:pt x="1392" y="1015"/>
                      <a:pt x="155" y="2252"/>
                    </a:cubicBezTo>
                    <a:cubicBezTo>
                      <a:pt x="1" y="2396"/>
                      <a:pt x="97" y="2651"/>
                      <a:pt x="304" y="2666"/>
                    </a:cubicBezTo>
                    <a:lnTo>
                      <a:pt x="3181" y="2921"/>
                    </a:lnTo>
                    <a:lnTo>
                      <a:pt x="6102"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87"/>
              <p:cNvSpPr/>
              <p:nvPr/>
            </p:nvSpPr>
            <p:spPr>
              <a:xfrm>
                <a:off x="1926297" y="4487161"/>
                <a:ext cx="76506" cy="157994"/>
              </a:xfrm>
              <a:custGeom>
                <a:rect b="b" l="l" r="r" t="t"/>
                <a:pathLst>
                  <a:path extrusionOk="0" h="6024" w="2917">
                    <a:moveTo>
                      <a:pt x="2917" y="0"/>
                    </a:moveTo>
                    <a:lnTo>
                      <a:pt x="1" y="2921"/>
                    </a:lnTo>
                    <a:lnTo>
                      <a:pt x="256" y="5799"/>
                    </a:lnTo>
                    <a:cubicBezTo>
                      <a:pt x="262" y="5935"/>
                      <a:pt x="377" y="6024"/>
                      <a:pt x="497" y="6024"/>
                    </a:cubicBezTo>
                    <a:cubicBezTo>
                      <a:pt x="558" y="6024"/>
                      <a:pt x="620" y="6000"/>
                      <a:pt x="670" y="5948"/>
                    </a:cubicBezTo>
                    <a:cubicBezTo>
                      <a:pt x="1906" y="4711"/>
                      <a:pt x="2662" y="3075"/>
                      <a:pt x="2806" y="1333"/>
                    </a:cubicBezTo>
                    <a:lnTo>
                      <a:pt x="2917"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87"/>
              <p:cNvSpPr/>
              <p:nvPr/>
            </p:nvSpPr>
            <p:spPr>
              <a:xfrm>
                <a:off x="1758572" y="4406904"/>
                <a:ext cx="115375" cy="66906"/>
              </a:xfrm>
              <a:custGeom>
                <a:rect b="b" l="l" r="r" t="t"/>
                <a:pathLst>
                  <a:path extrusionOk="0" h="2551" w="4399">
                    <a:moveTo>
                      <a:pt x="4399" y="0"/>
                    </a:moveTo>
                    <a:lnTo>
                      <a:pt x="4399" y="0"/>
                    </a:lnTo>
                    <a:cubicBezTo>
                      <a:pt x="2792" y="217"/>
                      <a:pt x="1300" y="953"/>
                      <a:pt x="155" y="2098"/>
                    </a:cubicBezTo>
                    <a:cubicBezTo>
                      <a:pt x="1" y="2243"/>
                      <a:pt x="97" y="2502"/>
                      <a:pt x="304" y="2517"/>
                    </a:cubicBezTo>
                    <a:lnTo>
                      <a:pt x="732" y="2550"/>
                    </a:lnTo>
                    <a:cubicBezTo>
                      <a:pt x="593" y="2449"/>
                      <a:pt x="578" y="2252"/>
                      <a:pt x="699" y="2132"/>
                    </a:cubicBezTo>
                    <a:cubicBezTo>
                      <a:pt x="1724" y="1107"/>
                      <a:pt x="2999" y="371"/>
                      <a:pt x="439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87"/>
              <p:cNvSpPr/>
              <p:nvPr/>
            </p:nvSpPr>
            <p:spPr>
              <a:xfrm>
                <a:off x="1926166" y="4549635"/>
                <a:ext cx="22372" cy="95652"/>
              </a:xfrm>
              <a:custGeom>
                <a:rect b="b" l="l" r="r" t="t"/>
                <a:pathLst>
                  <a:path extrusionOk="0" h="3647" w="853">
                    <a:moveTo>
                      <a:pt x="545" y="0"/>
                    </a:moveTo>
                    <a:lnTo>
                      <a:pt x="1" y="544"/>
                    </a:lnTo>
                    <a:lnTo>
                      <a:pt x="256" y="3421"/>
                    </a:lnTo>
                    <a:cubicBezTo>
                      <a:pt x="262" y="3558"/>
                      <a:pt x="378" y="3646"/>
                      <a:pt x="497" y="3646"/>
                    </a:cubicBezTo>
                    <a:cubicBezTo>
                      <a:pt x="558" y="3646"/>
                      <a:pt x="621" y="3623"/>
                      <a:pt x="670" y="3571"/>
                    </a:cubicBezTo>
                    <a:cubicBezTo>
                      <a:pt x="732" y="3513"/>
                      <a:pt x="795" y="3445"/>
                      <a:pt x="853" y="3383"/>
                    </a:cubicBezTo>
                    <a:cubicBezTo>
                      <a:pt x="843" y="3349"/>
                      <a:pt x="833" y="3316"/>
                      <a:pt x="833" y="3282"/>
                    </a:cubicBezTo>
                    <a:lnTo>
                      <a:pt x="545" y="0"/>
                    </a:ln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87"/>
              <p:cNvSpPr/>
              <p:nvPr/>
            </p:nvSpPr>
            <p:spPr>
              <a:xfrm>
                <a:off x="1825216" y="4295123"/>
                <a:ext cx="286221" cy="284752"/>
              </a:xfrm>
              <a:custGeom>
                <a:rect b="b" l="l" r="r" t="t"/>
                <a:pathLst>
                  <a:path extrusionOk="0" h="10857" w="10913">
                    <a:moveTo>
                      <a:pt x="10695" y="0"/>
                    </a:moveTo>
                    <a:cubicBezTo>
                      <a:pt x="10677" y="0"/>
                      <a:pt x="10658" y="3"/>
                      <a:pt x="10639" y="9"/>
                    </a:cubicBezTo>
                    <a:lnTo>
                      <a:pt x="8339" y="682"/>
                    </a:lnTo>
                    <a:lnTo>
                      <a:pt x="6641" y="1178"/>
                    </a:lnTo>
                    <a:cubicBezTo>
                      <a:pt x="6501" y="1221"/>
                      <a:pt x="6371" y="1293"/>
                      <a:pt x="6270" y="1399"/>
                    </a:cubicBezTo>
                    <a:lnTo>
                      <a:pt x="82" y="7587"/>
                    </a:lnTo>
                    <a:cubicBezTo>
                      <a:pt x="1" y="7664"/>
                      <a:pt x="1" y="7794"/>
                      <a:pt x="82" y="7871"/>
                    </a:cubicBezTo>
                    <a:lnTo>
                      <a:pt x="1319" y="9112"/>
                    </a:lnTo>
                    <a:lnTo>
                      <a:pt x="1776" y="9565"/>
                    </a:lnTo>
                    <a:lnTo>
                      <a:pt x="3003" y="10792"/>
                    </a:lnTo>
                    <a:cubicBezTo>
                      <a:pt x="3044" y="10835"/>
                      <a:pt x="3099" y="10857"/>
                      <a:pt x="3155" y="10857"/>
                    </a:cubicBezTo>
                    <a:cubicBezTo>
                      <a:pt x="3211" y="10857"/>
                      <a:pt x="3268" y="10835"/>
                      <a:pt x="3311" y="10792"/>
                    </a:cubicBezTo>
                    <a:lnTo>
                      <a:pt x="6771" y="7322"/>
                    </a:lnTo>
                    <a:lnTo>
                      <a:pt x="9470" y="4633"/>
                    </a:lnTo>
                    <a:cubicBezTo>
                      <a:pt x="9586" y="4522"/>
                      <a:pt x="9667" y="4378"/>
                      <a:pt x="9715" y="4224"/>
                    </a:cubicBezTo>
                    <a:lnTo>
                      <a:pt x="10875" y="244"/>
                    </a:lnTo>
                    <a:cubicBezTo>
                      <a:pt x="10913" y="119"/>
                      <a:pt x="10816" y="0"/>
                      <a:pt x="1069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87"/>
              <p:cNvSpPr/>
              <p:nvPr/>
            </p:nvSpPr>
            <p:spPr>
              <a:xfrm>
                <a:off x="1825216" y="4295123"/>
                <a:ext cx="286116" cy="212889"/>
              </a:xfrm>
              <a:custGeom>
                <a:rect b="b" l="l" r="r" t="t"/>
                <a:pathLst>
                  <a:path extrusionOk="0" h="8117" w="10909">
                    <a:moveTo>
                      <a:pt x="10696" y="0"/>
                    </a:moveTo>
                    <a:cubicBezTo>
                      <a:pt x="10677" y="0"/>
                      <a:pt x="10659" y="3"/>
                      <a:pt x="10639" y="9"/>
                    </a:cubicBezTo>
                    <a:lnTo>
                      <a:pt x="6621" y="1183"/>
                    </a:lnTo>
                    <a:cubicBezTo>
                      <a:pt x="6492" y="1221"/>
                      <a:pt x="6376" y="1289"/>
                      <a:pt x="6285" y="1385"/>
                    </a:cubicBezTo>
                    <a:lnTo>
                      <a:pt x="82" y="7587"/>
                    </a:lnTo>
                    <a:cubicBezTo>
                      <a:pt x="1" y="7664"/>
                      <a:pt x="1" y="7794"/>
                      <a:pt x="82" y="7871"/>
                    </a:cubicBezTo>
                    <a:lnTo>
                      <a:pt x="328" y="8116"/>
                    </a:lnTo>
                    <a:lnTo>
                      <a:pt x="1025" y="7414"/>
                    </a:lnTo>
                    <a:lnTo>
                      <a:pt x="6593" y="1847"/>
                    </a:lnTo>
                    <a:cubicBezTo>
                      <a:pt x="6679" y="1760"/>
                      <a:pt x="6785" y="1698"/>
                      <a:pt x="6901" y="1669"/>
                    </a:cubicBezTo>
                    <a:lnTo>
                      <a:pt x="10793" y="528"/>
                    </a:lnTo>
                    <a:lnTo>
                      <a:pt x="10875" y="244"/>
                    </a:lnTo>
                    <a:lnTo>
                      <a:pt x="10875" y="240"/>
                    </a:lnTo>
                    <a:cubicBezTo>
                      <a:pt x="10908" y="114"/>
                      <a:pt x="10815" y="0"/>
                      <a:pt x="106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87"/>
              <p:cNvSpPr/>
              <p:nvPr/>
            </p:nvSpPr>
            <p:spPr>
              <a:xfrm>
                <a:off x="1969468" y="4376481"/>
                <a:ext cx="59956" cy="59851"/>
              </a:xfrm>
              <a:custGeom>
                <a:rect b="b" l="l" r="r" t="t"/>
                <a:pathLst>
                  <a:path extrusionOk="0" h="2282" w="2286">
                    <a:moveTo>
                      <a:pt x="1146" y="1"/>
                    </a:moveTo>
                    <a:cubicBezTo>
                      <a:pt x="515" y="1"/>
                      <a:pt x="0" y="511"/>
                      <a:pt x="0" y="1141"/>
                    </a:cubicBezTo>
                    <a:cubicBezTo>
                      <a:pt x="0" y="1771"/>
                      <a:pt x="515" y="2281"/>
                      <a:pt x="1146" y="2281"/>
                    </a:cubicBezTo>
                    <a:cubicBezTo>
                      <a:pt x="1776" y="2281"/>
                      <a:pt x="2286" y="1771"/>
                      <a:pt x="2286" y="1141"/>
                    </a:cubicBezTo>
                    <a:cubicBezTo>
                      <a:pt x="2286" y="511"/>
                      <a:pt x="1776" y="1"/>
                      <a:pt x="1146"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87"/>
              <p:cNvSpPr/>
              <p:nvPr/>
            </p:nvSpPr>
            <p:spPr>
              <a:xfrm>
                <a:off x="1969336" y="4376428"/>
                <a:ext cx="37243" cy="60035"/>
              </a:xfrm>
              <a:custGeom>
                <a:rect b="b" l="l" r="r" t="t"/>
                <a:pathLst>
                  <a:path extrusionOk="0" h="2289" w="1420">
                    <a:moveTo>
                      <a:pt x="1138" y="1"/>
                    </a:moveTo>
                    <a:cubicBezTo>
                      <a:pt x="527" y="1"/>
                      <a:pt x="1" y="499"/>
                      <a:pt x="1" y="1143"/>
                    </a:cubicBezTo>
                    <a:cubicBezTo>
                      <a:pt x="1" y="1792"/>
                      <a:pt x="529" y="2288"/>
                      <a:pt x="1143" y="2288"/>
                    </a:cubicBezTo>
                    <a:cubicBezTo>
                      <a:pt x="1234" y="2288"/>
                      <a:pt x="1327" y="2278"/>
                      <a:pt x="1420" y="2254"/>
                    </a:cubicBezTo>
                    <a:cubicBezTo>
                      <a:pt x="554" y="2043"/>
                      <a:pt x="251" y="965"/>
                      <a:pt x="881" y="335"/>
                    </a:cubicBezTo>
                    <a:cubicBezTo>
                      <a:pt x="1025" y="185"/>
                      <a:pt x="1213" y="84"/>
                      <a:pt x="1420" y="36"/>
                    </a:cubicBezTo>
                    <a:cubicBezTo>
                      <a:pt x="1325" y="12"/>
                      <a:pt x="1231" y="1"/>
                      <a:pt x="113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87"/>
              <p:cNvSpPr/>
              <p:nvPr/>
            </p:nvSpPr>
            <p:spPr>
              <a:xfrm>
                <a:off x="1817637" y="4510765"/>
                <a:ext cx="77528" cy="76611"/>
              </a:xfrm>
              <a:custGeom>
                <a:rect b="b" l="l" r="r" t="t"/>
                <a:pathLst>
                  <a:path extrusionOk="0" h="2921" w="2956">
                    <a:moveTo>
                      <a:pt x="766" y="0"/>
                    </a:moveTo>
                    <a:lnTo>
                      <a:pt x="121" y="645"/>
                    </a:lnTo>
                    <a:cubicBezTo>
                      <a:pt x="1" y="765"/>
                      <a:pt x="1" y="953"/>
                      <a:pt x="121" y="1073"/>
                    </a:cubicBezTo>
                    <a:lnTo>
                      <a:pt x="1002" y="1954"/>
                    </a:lnTo>
                    <a:lnTo>
                      <a:pt x="1882" y="2834"/>
                    </a:lnTo>
                    <a:cubicBezTo>
                      <a:pt x="1940" y="2892"/>
                      <a:pt x="2017" y="2921"/>
                      <a:pt x="2094" y="2921"/>
                    </a:cubicBezTo>
                    <a:cubicBezTo>
                      <a:pt x="2171" y="2921"/>
                      <a:pt x="2248" y="2892"/>
                      <a:pt x="2306" y="2834"/>
                    </a:cubicBezTo>
                    <a:lnTo>
                      <a:pt x="2955" y="2190"/>
                    </a:lnTo>
                    <a:lnTo>
                      <a:pt x="2089" y="1324"/>
                    </a:lnTo>
                    <a:lnTo>
                      <a:pt x="1627" y="862"/>
                    </a:lnTo>
                    <a:lnTo>
                      <a:pt x="766"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87"/>
              <p:cNvSpPr/>
              <p:nvPr/>
            </p:nvSpPr>
            <p:spPr>
              <a:xfrm>
                <a:off x="1817637" y="4510765"/>
                <a:ext cx="30083" cy="33466"/>
              </a:xfrm>
              <a:custGeom>
                <a:rect b="b" l="l" r="r" t="t"/>
                <a:pathLst>
                  <a:path extrusionOk="0" h="1276" w="1147">
                    <a:moveTo>
                      <a:pt x="766" y="0"/>
                    </a:moveTo>
                    <a:lnTo>
                      <a:pt x="121" y="650"/>
                    </a:lnTo>
                    <a:cubicBezTo>
                      <a:pt x="1" y="765"/>
                      <a:pt x="1" y="953"/>
                      <a:pt x="121" y="1073"/>
                    </a:cubicBezTo>
                    <a:lnTo>
                      <a:pt x="323" y="1275"/>
                    </a:lnTo>
                    <a:cubicBezTo>
                      <a:pt x="338" y="1218"/>
                      <a:pt x="371" y="1160"/>
                      <a:pt x="415" y="1117"/>
                    </a:cubicBezTo>
                    <a:lnTo>
                      <a:pt x="1146" y="380"/>
                    </a:lnTo>
                    <a:lnTo>
                      <a:pt x="766"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87"/>
              <p:cNvSpPr/>
              <p:nvPr/>
            </p:nvSpPr>
            <p:spPr>
              <a:xfrm>
                <a:off x="1825216" y="4479450"/>
                <a:ext cx="101107" cy="100425"/>
              </a:xfrm>
              <a:custGeom>
                <a:rect b="b" l="l" r="r" t="t"/>
                <a:pathLst>
                  <a:path extrusionOk="0" h="3829" w="3855">
                    <a:moveTo>
                      <a:pt x="636" y="1"/>
                    </a:moveTo>
                    <a:lnTo>
                      <a:pt x="78" y="559"/>
                    </a:lnTo>
                    <a:cubicBezTo>
                      <a:pt x="1" y="636"/>
                      <a:pt x="1" y="761"/>
                      <a:pt x="78" y="843"/>
                    </a:cubicBezTo>
                    <a:lnTo>
                      <a:pt x="1319" y="2080"/>
                    </a:lnTo>
                    <a:lnTo>
                      <a:pt x="1771" y="2537"/>
                    </a:lnTo>
                    <a:lnTo>
                      <a:pt x="2998" y="3764"/>
                    </a:lnTo>
                    <a:cubicBezTo>
                      <a:pt x="3042" y="3807"/>
                      <a:pt x="3098" y="3829"/>
                      <a:pt x="3155" y="3829"/>
                    </a:cubicBezTo>
                    <a:cubicBezTo>
                      <a:pt x="3211" y="3829"/>
                      <a:pt x="3268" y="3807"/>
                      <a:pt x="3311" y="3764"/>
                    </a:cubicBezTo>
                    <a:lnTo>
                      <a:pt x="3855" y="3215"/>
                    </a:lnTo>
                    <a:lnTo>
                      <a:pt x="2474" y="1839"/>
                    </a:lnTo>
                    <a:lnTo>
                      <a:pt x="2021" y="1382"/>
                    </a:lnTo>
                    <a:lnTo>
                      <a:pt x="636" y="1"/>
                    </a:lnTo>
                    <a:close/>
                  </a:path>
                </a:pathLst>
              </a:custGeom>
              <a:solidFill>
                <a:srgbClr val="DCE4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87"/>
              <p:cNvSpPr/>
              <p:nvPr/>
            </p:nvSpPr>
            <p:spPr>
              <a:xfrm>
                <a:off x="1825216" y="4479345"/>
                <a:ext cx="26909" cy="28667"/>
              </a:xfrm>
              <a:custGeom>
                <a:rect b="b" l="l" r="r" t="t"/>
                <a:pathLst>
                  <a:path extrusionOk="0" h="1093" w="1026">
                    <a:moveTo>
                      <a:pt x="640" y="0"/>
                    </a:moveTo>
                    <a:lnTo>
                      <a:pt x="82" y="563"/>
                    </a:lnTo>
                    <a:cubicBezTo>
                      <a:pt x="1" y="640"/>
                      <a:pt x="1" y="770"/>
                      <a:pt x="82" y="847"/>
                    </a:cubicBezTo>
                    <a:lnTo>
                      <a:pt x="328" y="1092"/>
                    </a:lnTo>
                    <a:lnTo>
                      <a:pt x="1025" y="390"/>
                    </a:lnTo>
                    <a:lnTo>
                      <a:pt x="640"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87"/>
              <p:cNvSpPr/>
              <p:nvPr/>
            </p:nvSpPr>
            <p:spPr>
              <a:xfrm>
                <a:off x="2043927" y="4295123"/>
                <a:ext cx="67510" cy="66880"/>
              </a:xfrm>
              <a:custGeom>
                <a:rect b="b" l="l" r="r" t="t"/>
                <a:pathLst>
                  <a:path extrusionOk="0" h="2550" w="2574">
                    <a:moveTo>
                      <a:pt x="2356" y="0"/>
                    </a:moveTo>
                    <a:cubicBezTo>
                      <a:pt x="2338" y="0"/>
                      <a:pt x="2319" y="3"/>
                      <a:pt x="2300" y="9"/>
                    </a:cubicBezTo>
                    <a:lnTo>
                      <a:pt x="0" y="682"/>
                    </a:lnTo>
                    <a:lnTo>
                      <a:pt x="1867" y="2549"/>
                    </a:lnTo>
                    <a:lnTo>
                      <a:pt x="2536" y="244"/>
                    </a:lnTo>
                    <a:cubicBezTo>
                      <a:pt x="2574" y="119"/>
                      <a:pt x="2477" y="0"/>
                      <a:pt x="2356"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87"/>
              <p:cNvSpPr/>
              <p:nvPr/>
            </p:nvSpPr>
            <p:spPr>
              <a:xfrm>
                <a:off x="2043927" y="4295123"/>
                <a:ext cx="67510" cy="29401"/>
              </a:xfrm>
              <a:custGeom>
                <a:rect b="b" l="l" r="r" t="t"/>
                <a:pathLst>
                  <a:path extrusionOk="0" h="1121" w="2574">
                    <a:moveTo>
                      <a:pt x="2356" y="0"/>
                    </a:moveTo>
                    <a:cubicBezTo>
                      <a:pt x="2338" y="0"/>
                      <a:pt x="2319" y="3"/>
                      <a:pt x="2300" y="9"/>
                    </a:cubicBezTo>
                    <a:lnTo>
                      <a:pt x="1545" y="230"/>
                    </a:lnTo>
                    <a:lnTo>
                      <a:pt x="0" y="682"/>
                    </a:lnTo>
                    <a:lnTo>
                      <a:pt x="438" y="1120"/>
                    </a:lnTo>
                    <a:lnTo>
                      <a:pt x="2454" y="528"/>
                    </a:lnTo>
                    <a:lnTo>
                      <a:pt x="2536" y="244"/>
                    </a:lnTo>
                    <a:cubicBezTo>
                      <a:pt x="2574" y="119"/>
                      <a:pt x="2477" y="0"/>
                      <a:pt x="2356"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87"/>
              <p:cNvSpPr/>
              <p:nvPr/>
            </p:nvSpPr>
            <p:spPr>
              <a:xfrm>
                <a:off x="1840114" y="4442521"/>
                <a:ext cx="123951" cy="122378"/>
              </a:xfrm>
              <a:custGeom>
                <a:rect b="b" l="l" r="r" t="t"/>
                <a:pathLst>
                  <a:path extrusionOk="0" h="4666" w="4726">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87"/>
              <p:cNvSpPr/>
              <p:nvPr/>
            </p:nvSpPr>
            <p:spPr>
              <a:xfrm>
                <a:off x="1840114" y="4442521"/>
                <a:ext cx="123951" cy="122378"/>
              </a:xfrm>
              <a:custGeom>
                <a:rect b="b" l="l" r="r" t="t"/>
                <a:pathLst>
                  <a:path extrusionOk="0" h="4666" w="4726">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87"/>
              <p:cNvSpPr/>
              <p:nvPr/>
            </p:nvSpPr>
            <p:spPr>
              <a:xfrm>
                <a:off x="1840245" y="4442521"/>
                <a:ext cx="121932" cy="122404"/>
              </a:xfrm>
              <a:custGeom>
                <a:rect b="b" l="l" r="r" t="t"/>
                <a:pathLst>
                  <a:path extrusionOk="0" h="4667" w="4649">
                    <a:moveTo>
                      <a:pt x="4367" y="0"/>
                    </a:moveTo>
                    <a:cubicBezTo>
                      <a:pt x="4287" y="0"/>
                      <a:pt x="4208" y="30"/>
                      <a:pt x="4148" y="91"/>
                    </a:cubicBezTo>
                    <a:lnTo>
                      <a:pt x="120" y="4123"/>
                    </a:lnTo>
                    <a:cubicBezTo>
                      <a:pt x="0" y="4243"/>
                      <a:pt x="0" y="4436"/>
                      <a:pt x="120" y="4556"/>
                    </a:cubicBezTo>
                    <a:lnTo>
                      <a:pt x="140" y="4575"/>
                    </a:lnTo>
                    <a:cubicBezTo>
                      <a:pt x="193" y="4633"/>
                      <a:pt x="270" y="4667"/>
                      <a:pt x="351" y="4667"/>
                    </a:cubicBezTo>
                    <a:cubicBezTo>
                      <a:pt x="274" y="4546"/>
                      <a:pt x="289" y="4387"/>
                      <a:pt x="390" y="4286"/>
                    </a:cubicBezTo>
                    <a:lnTo>
                      <a:pt x="4422" y="254"/>
                    </a:lnTo>
                    <a:cubicBezTo>
                      <a:pt x="4485" y="196"/>
                      <a:pt x="4566" y="163"/>
                      <a:pt x="4648" y="163"/>
                    </a:cubicBezTo>
                    <a:cubicBezTo>
                      <a:pt x="4634" y="143"/>
                      <a:pt x="4619" y="124"/>
                      <a:pt x="4605" y="110"/>
                    </a:cubicBezTo>
                    <a:lnTo>
                      <a:pt x="4586" y="91"/>
                    </a:lnTo>
                    <a:cubicBezTo>
                      <a:pt x="4526" y="30"/>
                      <a:pt x="4446" y="0"/>
                      <a:pt x="4367"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87"/>
              <p:cNvSpPr/>
              <p:nvPr/>
            </p:nvSpPr>
            <p:spPr>
              <a:xfrm>
                <a:off x="1832140" y="4599362"/>
                <a:ext cx="33178" cy="28798"/>
              </a:xfrm>
              <a:custGeom>
                <a:rect b="b" l="l" r="r" t="t"/>
                <a:pathLst>
                  <a:path extrusionOk="0" h="1098" w="1265">
                    <a:moveTo>
                      <a:pt x="965" y="1"/>
                    </a:moveTo>
                    <a:cubicBezTo>
                      <a:pt x="916" y="1"/>
                      <a:pt x="864" y="22"/>
                      <a:pt x="819" y="72"/>
                    </a:cubicBezTo>
                    <a:lnTo>
                      <a:pt x="131" y="760"/>
                    </a:lnTo>
                    <a:cubicBezTo>
                      <a:pt x="0" y="906"/>
                      <a:pt x="130" y="1098"/>
                      <a:pt x="283" y="1098"/>
                    </a:cubicBezTo>
                    <a:cubicBezTo>
                      <a:pt x="327" y="1098"/>
                      <a:pt x="373" y="1082"/>
                      <a:pt x="415" y="1044"/>
                    </a:cubicBezTo>
                    <a:lnTo>
                      <a:pt x="1103" y="356"/>
                    </a:lnTo>
                    <a:cubicBezTo>
                      <a:pt x="1264" y="213"/>
                      <a:pt x="1124"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87"/>
              <p:cNvSpPr/>
              <p:nvPr/>
            </p:nvSpPr>
            <p:spPr>
              <a:xfrm>
                <a:off x="1814620" y="4582314"/>
                <a:ext cx="30948" cy="28326"/>
              </a:xfrm>
              <a:custGeom>
                <a:rect b="b" l="l" r="r" t="t"/>
                <a:pathLst>
                  <a:path extrusionOk="0" h="1080" w="1180">
                    <a:moveTo>
                      <a:pt x="960" y="1"/>
                    </a:moveTo>
                    <a:cubicBezTo>
                      <a:pt x="909" y="1"/>
                      <a:pt x="857" y="20"/>
                      <a:pt x="818" y="58"/>
                    </a:cubicBezTo>
                    <a:lnTo>
                      <a:pt x="135" y="742"/>
                    </a:lnTo>
                    <a:cubicBezTo>
                      <a:pt x="1" y="887"/>
                      <a:pt x="130" y="1079"/>
                      <a:pt x="285" y="1079"/>
                    </a:cubicBezTo>
                    <a:cubicBezTo>
                      <a:pt x="329" y="1079"/>
                      <a:pt x="376" y="1063"/>
                      <a:pt x="419" y="1025"/>
                    </a:cubicBezTo>
                    <a:lnTo>
                      <a:pt x="1102" y="342"/>
                    </a:lnTo>
                    <a:cubicBezTo>
                      <a:pt x="1179" y="265"/>
                      <a:pt x="1179" y="135"/>
                      <a:pt x="1102" y="58"/>
                    </a:cubicBezTo>
                    <a:cubicBezTo>
                      <a:pt x="1064" y="20"/>
                      <a:pt x="1012"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87"/>
              <p:cNvSpPr/>
              <p:nvPr/>
            </p:nvSpPr>
            <p:spPr>
              <a:xfrm>
                <a:off x="1752015" y="4289484"/>
                <a:ext cx="365611" cy="360628"/>
              </a:xfrm>
              <a:custGeom>
                <a:rect b="b" l="l" r="r" t="t"/>
                <a:pathLst>
                  <a:path extrusionOk="0" h="13750" w="13940">
                    <a:moveTo>
                      <a:pt x="13474" y="411"/>
                    </a:moveTo>
                    <a:lnTo>
                      <a:pt x="12901" y="2365"/>
                    </a:lnTo>
                    <a:lnTo>
                      <a:pt x="11515" y="979"/>
                    </a:lnTo>
                    <a:lnTo>
                      <a:pt x="13474" y="411"/>
                    </a:lnTo>
                    <a:close/>
                    <a:moveTo>
                      <a:pt x="5823" y="4554"/>
                    </a:moveTo>
                    <a:lnTo>
                      <a:pt x="3355" y="7023"/>
                    </a:lnTo>
                    <a:lnTo>
                      <a:pt x="573" y="6782"/>
                    </a:lnTo>
                    <a:cubicBezTo>
                      <a:pt x="540" y="6777"/>
                      <a:pt x="525" y="6734"/>
                      <a:pt x="554" y="6710"/>
                    </a:cubicBezTo>
                    <a:lnTo>
                      <a:pt x="549" y="6705"/>
                    </a:lnTo>
                    <a:cubicBezTo>
                      <a:pt x="1752" y="5502"/>
                      <a:pt x="3345" y="4766"/>
                      <a:pt x="5039" y="4622"/>
                    </a:cubicBezTo>
                    <a:lnTo>
                      <a:pt x="5823" y="4554"/>
                    </a:lnTo>
                    <a:close/>
                    <a:moveTo>
                      <a:pt x="3436" y="7513"/>
                    </a:moveTo>
                    <a:lnTo>
                      <a:pt x="4533" y="8611"/>
                    </a:lnTo>
                    <a:lnTo>
                      <a:pt x="4115" y="9029"/>
                    </a:lnTo>
                    <a:lnTo>
                      <a:pt x="3022" y="7932"/>
                    </a:lnTo>
                    <a:lnTo>
                      <a:pt x="3436" y="7513"/>
                    </a:lnTo>
                    <a:close/>
                    <a:moveTo>
                      <a:pt x="3263" y="8745"/>
                    </a:moveTo>
                    <a:lnTo>
                      <a:pt x="3831" y="9313"/>
                    </a:lnTo>
                    <a:lnTo>
                      <a:pt x="3340" y="9799"/>
                    </a:lnTo>
                    <a:cubicBezTo>
                      <a:pt x="3316" y="9823"/>
                      <a:pt x="3292" y="9852"/>
                      <a:pt x="3273" y="9886"/>
                    </a:cubicBezTo>
                    <a:lnTo>
                      <a:pt x="2767" y="9376"/>
                    </a:lnTo>
                    <a:cubicBezTo>
                      <a:pt x="2729" y="9337"/>
                      <a:pt x="2734" y="9279"/>
                      <a:pt x="2767" y="9241"/>
                    </a:cubicBezTo>
                    <a:lnTo>
                      <a:pt x="3263" y="8745"/>
                    </a:lnTo>
                    <a:close/>
                    <a:moveTo>
                      <a:pt x="11082" y="1109"/>
                    </a:moveTo>
                    <a:lnTo>
                      <a:pt x="12776" y="2808"/>
                    </a:lnTo>
                    <a:lnTo>
                      <a:pt x="12266" y="4554"/>
                    </a:lnTo>
                    <a:lnTo>
                      <a:pt x="6655" y="10165"/>
                    </a:lnTo>
                    <a:lnTo>
                      <a:pt x="5558" y="9068"/>
                    </a:lnTo>
                    <a:lnTo>
                      <a:pt x="8118" y="6508"/>
                    </a:lnTo>
                    <a:cubicBezTo>
                      <a:pt x="8301" y="6325"/>
                      <a:pt x="8335" y="6007"/>
                      <a:pt x="8099" y="5767"/>
                    </a:cubicBezTo>
                    <a:cubicBezTo>
                      <a:pt x="7998" y="5668"/>
                      <a:pt x="7867" y="5619"/>
                      <a:pt x="7736" y="5619"/>
                    </a:cubicBezTo>
                    <a:cubicBezTo>
                      <a:pt x="7606" y="5619"/>
                      <a:pt x="7476" y="5668"/>
                      <a:pt x="7377" y="5767"/>
                    </a:cubicBezTo>
                    <a:lnTo>
                      <a:pt x="4817" y="8327"/>
                    </a:lnTo>
                    <a:lnTo>
                      <a:pt x="3725" y="7230"/>
                    </a:lnTo>
                    <a:lnTo>
                      <a:pt x="9331" y="1624"/>
                    </a:lnTo>
                    <a:lnTo>
                      <a:pt x="11082" y="1109"/>
                    </a:lnTo>
                    <a:close/>
                    <a:moveTo>
                      <a:pt x="7740" y="6023"/>
                    </a:moveTo>
                    <a:cubicBezTo>
                      <a:pt x="7835" y="6023"/>
                      <a:pt x="7916" y="6149"/>
                      <a:pt x="7825" y="6234"/>
                    </a:cubicBezTo>
                    <a:lnTo>
                      <a:pt x="7820" y="6234"/>
                    </a:lnTo>
                    <a:lnTo>
                      <a:pt x="5130" y="8923"/>
                    </a:lnTo>
                    <a:lnTo>
                      <a:pt x="3807" y="10246"/>
                    </a:lnTo>
                    <a:cubicBezTo>
                      <a:pt x="3780" y="10273"/>
                      <a:pt x="3750" y="10285"/>
                      <a:pt x="3722" y="10285"/>
                    </a:cubicBezTo>
                    <a:cubicBezTo>
                      <a:pt x="3628" y="10285"/>
                      <a:pt x="3549" y="10163"/>
                      <a:pt x="3634" y="10078"/>
                    </a:cubicBezTo>
                    <a:lnTo>
                      <a:pt x="7651" y="6065"/>
                    </a:lnTo>
                    <a:cubicBezTo>
                      <a:pt x="7679" y="6035"/>
                      <a:pt x="7710" y="6023"/>
                      <a:pt x="7740" y="6023"/>
                    </a:cubicBezTo>
                    <a:close/>
                    <a:moveTo>
                      <a:pt x="5274" y="9352"/>
                    </a:moveTo>
                    <a:lnTo>
                      <a:pt x="6371" y="10449"/>
                    </a:lnTo>
                    <a:lnTo>
                      <a:pt x="5967" y="10853"/>
                    </a:lnTo>
                    <a:cubicBezTo>
                      <a:pt x="5962" y="10855"/>
                      <a:pt x="5958" y="10856"/>
                      <a:pt x="5953" y="10856"/>
                    </a:cubicBezTo>
                    <a:cubicBezTo>
                      <a:pt x="5949" y="10856"/>
                      <a:pt x="5946" y="10855"/>
                      <a:pt x="5943" y="10853"/>
                    </a:cubicBezTo>
                    <a:lnTo>
                      <a:pt x="4856" y="9770"/>
                    </a:lnTo>
                    <a:lnTo>
                      <a:pt x="5274" y="9352"/>
                    </a:lnTo>
                    <a:close/>
                    <a:moveTo>
                      <a:pt x="4572" y="10054"/>
                    </a:moveTo>
                    <a:lnTo>
                      <a:pt x="5140" y="10622"/>
                    </a:lnTo>
                    <a:lnTo>
                      <a:pt x="4644" y="11117"/>
                    </a:lnTo>
                    <a:cubicBezTo>
                      <a:pt x="4625" y="11137"/>
                      <a:pt x="4601" y="11146"/>
                      <a:pt x="4577" y="11146"/>
                    </a:cubicBezTo>
                    <a:cubicBezTo>
                      <a:pt x="4553" y="11146"/>
                      <a:pt x="4529" y="11137"/>
                      <a:pt x="4509" y="11117"/>
                    </a:cubicBezTo>
                    <a:lnTo>
                      <a:pt x="3999" y="10607"/>
                    </a:lnTo>
                    <a:cubicBezTo>
                      <a:pt x="4033" y="10588"/>
                      <a:pt x="4057" y="10569"/>
                      <a:pt x="4086" y="10540"/>
                    </a:cubicBezTo>
                    <a:lnTo>
                      <a:pt x="4572" y="10054"/>
                    </a:lnTo>
                    <a:close/>
                    <a:moveTo>
                      <a:pt x="13493" y="1"/>
                    </a:moveTo>
                    <a:cubicBezTo>
                      <a:pt x="13457" y="1"/>
                      <a:pt x="13420" y="6"/>
                      <a:pt x="13382" y="17"/>
                    </a:cubicBezTo>
                    <a:lnTo>
                      <a:pt x="9167" y="1249"/>
                    </a:lnTo>
                    <a:cubicBezTo>
                      <a:pt x="9133" y="1258"/>
                      <a:pt x="9105" y="1277"/>
                      <a:pt x="9080" y="1301"/>
                    </a:cubicBezTo>
                    <a:lnTo>
                      <a:pt x="6266" y="4116"/>
                    </a:lnTo>
                    <a:lnTo>
                      <a:pt x="5005" y="4222"/>
                    </a:lnTo>
                    <a:cubicBezTo>
                      <a:pt x="3215" y="4376"/>
                      <a:pt x="1540" y="5156"/>
                      <a:pt x="270" y="6426"/>
                    </a:cubicBezTo>
                    <a:cubicBezTo>
                      <a:pt x="1" y="6691"/>
                      <a:pt x="169" y="7148"/>
                      <a:pt x="544" y="7181"/>
                    </a:cubicBezTo>
                    <a:lnTo>
                      <a:pt x="2989" y="7398"/>
                    </a:lnTo>
                    <a:lnTo>
                      <a:pt x="2734" y="7648"/>
                    </a:lnTo>
                    <a:cubicBezTo>
                      <a:pt x="2580" y="7807"/>
                      <a:pt x="2580" y="8062"/>
                      <a:pt x="2734" y="8221"/>
                    </a:cubicBezTo>
                    <a:lnTo>
                      <a:pt x="2979" y="8461"/>
                    </a:lnTo>
                    <a:lnTo>
                      <a:pt x="2484" y="8962"/>
                    </a:lnTo>
                    <a:cubicBezTo>
                      <a:pt x="2291" y="9154"/>
                      <a:pt x="2291" y="9467"/>
                      <a:pt x="2484" y="9664"/>
                    </a:cubicBezTo>
                    <a:lnTo>
                      <a:pt x="4225" y="11406"/>
                    </a:lnTo>
                    <a:cubicBezTo>
                      <a:pt x="4322" y="11502"/>
                      <a:pt x="4449" y="11550"/>
                      <a:pt x="4577" y="11550"/>
                    </a:cubicBezTo>
                    <a:cubicBezTo>
                      <a:pt x="4704" y="11550"/>
                      <a:pt x="4832" y="11502"/>
                      <a:pt x="4928" y="11406"/>
                    </a:cubicBezTo>
                    <a:lnTo>
                      <a:pt x="5424" y="10906"/>
                    </a:lnTo>
                    <a:lnTo>
                      <a:pt x="5655" y="11141"/>
                    </a:lnTo>
                    <a:cubicBezTo>
                      <a:pt x="5739" y="11223"/>
                      <a:pt x="5847" y="11264"/>
                      <a:pt x="5955" y="11264"/>
                    </a:cubicBezTo>
                    <a:cubicBezTo>
                      <a:pt x="6062" y="11264"/>
                      <a:pt x="6169" y="11223"/>
                      <a:pt x="6251" y="11141"/>
                    </a:cubicBezTo>
                    <a:lnTo>
                      <a:pt x="6492" y="10901"/>
                    </a:lnTo>
                    <a:lnTo>
                      <a:pt x="6708" y="13345"/>
                    </a:lnTo>
                    <a:cubicBezTo>
                      <a:pt x="6727" y="13594"/>
                      <a:pt x="6934" y="13749"/>
                      <a:pt x="7150" y="13749"/>
                    </a:cubicBezTo>
                    <a:cubicBezTo>
                      <a:pt x="7260" y="13749"/>
                      <a:pt x="7373" y="13709"/>
                      <a:pt x="7464" y="13620"/>
                    </a:cubicBezTo>
                    <a:cubicBezTo>
                      <a:pt x="8238" y="12845"/>
                      <a:pt x="8840" y="11907"/>
                      <a:pt x="9215" y="10877"/>
                    </a:cubicBezTo>
                    <a:cubicBezTo>
                      <a:pt x="9282" y="10714"/>
                      <a:pt x="9151" y="10597"/>
                      <a:pt x="9024" y="10597"/>
                    </a:cubicBezTo>
                    <a:cubicBezTo>
                      <a:pt x="8948" y="10597"/>
                      <a:pt x="8872" y="10638"/>
                      <a:pt x="8840" y="10737"/>
                    </a:cubicBezTo>
                    <a:cubicBezTo>
                      <a:pt x="8479" y="11714"/>
                      <a:pt x="7911" y="12599"/>
                      <a:pt x="7175" y="13331"/>
                    </a:cubicBezTo>
                    <a:cubicBezTo>
                      <a:pt x="7167" y="13339"/>
                      <a:pt x="7156" y="13343"/>
                      <a:pt x="7146" y="13343"/>
                    </a:cubicBezTo>
                    <a:cubicBezTo>
                      <a:pt x="7126" y="13343"/>
                      <a:pt x="7108" y="13329"/>
                      <a:pt x="7108" y="13307"/>
                    </a:cubicBezTo>
                    <a:lnTo>
                      <a:pt x="6867" y="10526"/>
                    </a:lnTo>
                    <a:lnTo>
                      <a:pt x="9331" y="8057"/>
                    </a:lnTo>
                    <a:lnTo>
                      <a:pt x="9331" y="8057"/>
                    </a:lnTo>
                    <a:cubicBezTo>
                      <a:pt x="9249" y="9053"/>
                      <a:pt x="9230" y="9318"/>
                      <a:pt x="9114" y="9823"/>
                    </a:cubicBezTo>
                    <a:cubicBezTo>
                      <a:pt x="9069" y="9980"/>
                      <a:pt x="9192" y="10078"/>
                      <a:pt x="9312" y="10078"/>
                    </a:cubicBezTo>
                    <a:cubicBezTo>
                      <a:pt x="9399" y="10078"/>
                      <a:pt x="9484" y="10027"/>
                      <a:pt x="9504" y="9910"/>
                    </a:cubicBezTo>
                    <a:cubicBezTo>
                      <a:pt x="9643" y="9294"/>
                      <a:pt x="9658" y="9000"/>
                      <a:pt x="9773" y="7614"/>
                    </a:cubicBezTo>
                    <a:lnTo>
                      <a:pt x="12583" y="4804"/>
                    </a:lnTo>
                    <a:cubicBezTo>
                      <a:pt x="12607" y="4780"/>
                      <a:pt x="12627" y="4747"/>
                      <a:pt x="12636" y="4718"/>
                    </a:cubicBezTo>
                    <a:lnTo>
                      <a:pt x="13195" y="2803"/>
                    </a:lnTo>
                    <a:lnTo>
                      <a:pt x="13868" y="503"/>
                    </a:lnTo>
                    <a:cubicBezTo>
                      <a:pt x="13940" y="242"/>
                      <a:pt x="13740" y="1"/>
                      <a:pt x="134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87"/>
              <p:cNvSpPr/>
              <p:nvPr/>
            </p:nvSpPr>
            <p:spPr>
              <a:xfrm>
                <a:off x="1961757" y="4373517"/>
                <a:ext cx="84846" cy="67746"/>
              </a:xfrm>
              <a:custGeom>
                <a:rect b="b" l="l" r="r" t="t"/>
                <a:pathLst>
                  <a:path extrusionOk="0" h="2583" w="3235">
                    <a:moveTo>
                      <a:pt x="973" y="1"/>
                    </a:moveTo>
                    <a:cubicBezTo>
                      <a:pt x="947" y="1"/>
                      <a:pt x="920" y="6"/>
                      <a:pt x="891" y="17"/>
                    </a:cubicBezTo>
                    <a:cubicBezTo>
                      <a:pt x="314" y="277"/>
                      <a:pt x="1" y="903"/>
                      <a:pt x="131" y="1523"/>
                    </a:cubicBezTo>
                    <a:cubicBezTo>
                      <a:pt x="265" y="2139"/>
                      <a:pt x="809" y="2582"/>
                      <a:pt x="1444" y="2582"/>
                    </a:cubicBezTo>
                    <a:cubicBezTo>
                      <a:pt x="2638" y="2582"/>
                      <a:pt x="3234" y="1134"/>
                      <a:pt x="2392" y="292"/>
                    </a:cubicBezTo>
                    <a:cubicBezTo>
                      <a:pt x="2277" y="176"/>
                      <a:pt x="2147" y="85"/>
                      <a:pt x="1998" y="17"/>
                    </a:cubicBezTo>
                    <a:cubicBezTo>
                      <a:pt x="1969" y="6"/>
                      <a:pt x="1941" y="1"/>
                      <a:pt x="1915" y="1"/>
                    </a:cubicBezTo>
                    <a:cubicBezTo>
                      <a:pt x="1725" y="1"/>
                      <a:pt x="1626" y="281"/>
                      <a:pt x="1829" y="383"/>
                    </a:cubicBezTo>
                    <a:cubicBezTo>
                      <a:pt x="2233" y="566"/>
                      <a:pt x="2455" y="1004"/>
                      <a:pt x="2363" y="1437"/>
                    </a:cubicBezTo>
                    <a:cubicBezTo>
                      <a:pt x="2267" y="1870"/>
                      <a:pt x="1887" y="2178"/>
                      <a:pt x="1444" y="2178"/>
                    </a:cubicBezTo>
                    <a:cubicBezTo>
                      <a:pt x="1002" y="2178"/>
                      <a:pt x="617" y="1870"/>
                      <a:pt x="525" y="1437"/>
                    </a:cubicBezTo>
                    <a:cubicBezTo>
                      <a:pt x="434" y="1004"/>
                      <a:pt x="655" y="566"/>
                      <a:pt x="1059" y="383"/>
                    </a:cubicBezTo>
                    <a:cubicBezTo>
                      <a:pt x="1263" y="281"/>
                      <a:pt x="116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19" name="Google Shape;15219;p87"/>
          <p:cNvGrpSpPr/>
          <p:nvPr/>
        </p:nvGrpSpPr>
        <p:grpSpPr>
          <a:xfrm>
            <a:off x="2775417" y="4231037"/>
            <a:ext cx="181002" cy="405184"/>
            <a:chOff x="2775386" y="4332051"/>
            <a:chExt cx="135806" cy="304055"/>
          </a:xfrm>
        </p:grpSpPr>
        <p:sp>
          <p:nvSpPr>
            <p:cNvPr id="15220" name="Google Shape;15220;p87"/>
            <p:cNvSpPr/>
            <p:nvPr/>
          </p:nvSpPr>
          <p:spPr>
            <a:xfrm>
              <a:off x="2781314" y="4336484"/>
              <a:ext cx="123820" cy="123820"/>
            </a:xfrm>
            <a:custGeom>
              <a:rect b="b" l="l" r="r" t="t"/>
              <a:pathLst>
                <a:path extrusionOk="0" h="4721" w="4721">
                  <a:moveTo>
                    <a:pt x="2363" y="0"/>
                  </a:moveTo>
                  <a:cubicBezTo>
                    <a:pt x="1059" y="0"/>
                    <a:pt x="0" y="1054"/>
                    <a:pt x="0" y="2358"/>
                  </a:cubicBezTo>
                  <a:cubicBezTo>
                    <a:pt x="0" y="3662"/>
                    <a:pt x="1059" y="4721"/>
                    <a:pt x="2363" y="4721"/>
                  </a:cubicBezTo>
                  <a:cubicBezTo>
                    <a:pt x="3662" y="4721"/>
                    <a:pt x="4721" y="3662"/>
                    <a:pt x="4721" y="2358"/>
                  </a:cubicBezTo>
                  <a:cubicBezTo>
                    <a:pt x="4721" y="1054"/>
                    <a:pt x="3662" y="0"/>
                    <a:pt x="236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87"/>
            <p:cNvSpPr/>
            <p:nvPr/>
          </p:nvSpPr>
          <p:spPr>
            <a:xfrm>
              <a:off x="2795581" y="4350751"/>
              <a:ext cx="95285" cy="95180"/>
            </a:xfrm>
            <a:custGeom>
              <a:rect b="b" l="l" r="r" t="t"/>
              <a:pathLst>
                <a:path extrusionOk="0" h="3629" w="3633">
                  <a:moveTo>
                    <a:pt x="1819" y="0"/>
                  </a:moveTo>
                  <a:cubicBezTo>
                    <a:pt x="813" y="0"/>
                    <a:pt x="0" y="813"/>
                    <a:pt x="0" y="1814"/>
                  </a:cubicBezTo>
                  <a:cubicBezTo>
                    <a:pt x="0" y="2815"/>
                    <a:pt x="813" y="3628"/>
                    <a:pt x="1819" y="3628"/>
                  </a:cubicBezTo>
                  <a:cubicBezTo>
                    <a:pt x="2820" y="3628"/>
                    <a:pt x="3633" y="2815"/>
                    <a:pt x="3633" y="1814"/>
                  </a:cubicBezTo>
                  <a:cubicBezTo>
                    <a:pt x="3633" y="813"/>
                    <a:pt x="2820" y="0"/>
                    <a:pt x="1819"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87"/>
            <p:cNvSpPr/>
            <p:nvPr/>
          </p:nvSpPr>
          <p:spPr>
            <a:xfrm>
              <a:off x="2795686" y="4555431"/>
              <a:ext cx="95180" cy="76138"/>
            </a:xfrm>
            <a:custGeom>
              <a:rect b="b" l="l" r="r" t="t"/>
              <a:pathLst>
                <a:path extrusionOk="0" h="2903" w="3629">
                  <a:moveTo>
                    <a:pt x="1" y="1"/>
                  </a:moveTo>
                  <a:lnTo>
                    <a:pt x="362" y="2902"/>
                  </a:lnTo>
                  <a:lnTo>
                    <a:pt x="3263" y="2902"/>
                  </a:lnTo>
                  <a:lnTo>
                    <a:pt x="3629" y="1"/>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87"/>
            <p:cNvSpPr/>
            <p:nvPr/>
          </p:nvSpPr>
          <p:spPr>
            <a:xfrm>
              <a:off x="2781314" y="4536390"/>
              <a:ext cx="123820" cy="19067"/>
            </a:xfrm>
            <a:custGeom>
              <a:rect b="b" l="l" r="r" t="t"/>
              <a:pathLst>
                <a:path extrusionOk="0" h="727" w="4721">
                  <a:moveTo>
                    <a:pt x="0" y="0"/>
                  </a:moveTo>
                  <a:lnTo>
                    <a:pt x="0" y="727"/>
                  </a:lnTo>
                  <a:lnTo>
                    <a:pt x="4721" y="727"/>
                  </a:lnTo>
                  <a:lnTo>
                    <a:pt x="4721" y="0"/>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87"/>
            <p:cNvSpPr/>
            <p:nvPr/>
          </p:nvSpPr>
          <p:spPr>
            <a:xfrm>
              <a:off x="2798598" y="4579167"/>
              <a:ext cx="89252" cy="28667"/>
            </a:xfrm>
            <a:custGeom>
              <a:rect b="b" l="l" r="r" t="t"/>
              <a:pathLst>
                <a:path extrusionOk="0" h="1093" w="3403">
                  <a:moveTo>
                    <a:pt x="0" y="0"/>
                  </a:moveTo>
                  <a:lnTo>
                    <a:pt x="135" y="1093"/>
                  </a:lnTo>
                  <a:lnTo>
                    <a:pt x="3268" y="1093"/>
                  </a:lnTo>
                  <a:lnTo>
                    <a:pt x="3402"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87"/>
            <p:cNvSpPr/>
            <p:nvPr/>
          </p:nvSpPr>
          <p:spPr>
            <a:xfrm>
              <a:off x="2795581" y="4555431"/>
              <a:ext cx="95285" cy="76138"/>
            </a:xfrm>
            <a:custGeom>
              <a:rect b="b" l="l" r="r" t="t"/>
              <a:pathLst>
                <a:path extrusionOk="0" h="2903" w="3633">
                  <a:moveTo>
                    <a:pt x="0" y="1"/>
                  </a:moveTo>
                  <a:lnTo>
                    <a:pt x="361" y="2902"/>
                  </a:lnTo>
                  <a:lnTo>
                    <a:pt x="909" y="2902"/>
                  </a:lnTo>
                  <a:lnTo>
                    <a:pt x="640" y="751"/>
                  </a:lnTo>
                  <a:cubicBezTo>
                    <a:pt x="626" y="641"/>
                    <a:pt x="707" y="544"/>
                    <a:pt x="818" y="544"/>
                  </a:cubicBezTo>
                  <a:lnTo>
                    <a:pt x="3566" y="544"/>
                  </a:lnTo>
                  <a:lnTo>
                    <a:pt x="3633" y="1"/>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87"/>
            <p:cNvSpPr/>
            <p:nvPr/>
          </p:nvSpPr>
          <p:spPr>
            <a:xfrm>
              <a:off x="2798598" y="4579167"/>
              <a:ext cx="17940" cy="28667"/>
            </a:xfrm>
            <a:custGeom>
              <a:rect b="b" l="l" r="r" t="t"/>
              <a:pathLst>
                <a:path extrusionOk="0" h="1093" w="684">
                  <a:moveTo>
                    <a:pt x="0" y="0"/>
                  </a:moveTo>
                  <a:lnTo>
                    <a:pt x="135" y="1093"/>
                  </a:lnTo>
                  <a:lnTo>
                    <a:pt x="684" y="1093"/>
                  </a:lnTo>
                  <a:lnTo>
                    <a:pt x="544" y="0"/>
                  </a:ln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87"/>
            <p:cNvSpPr/>
            <p:nvPr/>
          </p:nvSpPr>
          <p:spPr>
            <a:xfrm>
              <a:off x="2788500" y="4474545"/>
              <a:ext cx="45216" cy="39236"/>
            </a:xfrm>
            <a:custGeom>
              <a:rect b="b" l="l" r="r" t="t"/>
              <a:pathLst>
                <a:path extrusionOk="0" h="1496" w="1724">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87"/>
            <p:cNvSpPr/>
            <p:nvPr/>
          </p:nvSpPr>
          <p:spPr>
            <a:xfrm>
              <a:off x="2779792" y="4493586"/>
              <a:ext cx="53924" cy="18962"/>
            </a:xfrm>
            <a:custGeom>
              <a:rect b="b" l="l" r="r" t="t"/>
              <a:pathLst>
                <a:path extrusionOk="0" h="723" w="2056">
                  <a:moveTo>
                    <a:pt x="1" y="1"/>
                  </a:moveTo>
                  <a:cubicBezTo>
                    <a:pt x="155" y="434"/>
                    <a:pt x="568" y="723"/>
                    <a:pt x="1030" y="723"/>
                  </a:cubicBezTo>
                  <a:cubicBezTo>
                    <a:pt x="1492" y="723"/>
                    <a:pt x="1901" y="434"/>
                    <a:pt x="2055"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87"/>
            <p:cNvSpPr/>
            <p:nvPr/>
          </p:nvSpPr>
          <p:spPr>
            <a:xfrm>
              <a:off x="2861439" y="4474545"/>
              <a:ext cx="45216" cy="39236"/>
            </a:xfrm>
            <a:custGeom>
              <a:rect b="b" l="l" r="r" t="t"/>
              <a:pathLst>
                <a:path extrusionOk="0" h="1496" w="1724">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87"/>
            <p:cNvSpPr/>
            <p:nvPr/>
          </p:nvSpPr>
          <p:spPr>
            <a:xfrm>
              <a:off x="2852862" y="4493586"/>
              <a:ext cx="53793" cy="18962"/>
            </a:xfrm>
            <a:custGeom>
              <a:rect b="b" l="l" r="r" t="t"/>
              <a:pathLst>
                <a:path extrusionOk="0" h="723" w="2051">
                  <a:moveTo>
                    <a:pt x="1" y="1"/>
                  </a:moveTo>
                  <a:cubicBezTo>
                    <a:pt x="155" y="434"/>
                    <a:pt x="564" y="723"/>
                    <a:pt x="1025" y="723"/>
                  </a:cubicBezTo>
                  <a:cubicBezTo>
                    <a:pt x="1487" y="723"/>
                    <a:pt x="1896" y="434"/>
                    <a:pt x="2050"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87"/>
            <p:cNvSpPr/>
            <p:nvPr/>
          </p:nvSpPr>
          <p:spPr>
            <a:xfrm>
              <a:off x="2820183" y="4346293"/>
              <a:ext cx="47839" cy="104071"/>
            </a:xfrm>
            <a:custGeom>
              <a:rect b="b" l="l" r="r" t="t"/>
              <a:pathLst>
                <a:path extrusionOk="0" h="3968" w="1824">
                  <a:moveTo>
                    <a:pt x="912" y="0"/>
                  </a:moveTo>
                  <a:cubicBezTo>
                    <a:pt x="827" y="0"/>
                    <a:pt x="741" y="57"/>
                    <a:pt x="741" y="170"/>
                  </a:cubicBezTo>
                  <a:lnTo>
                    <a:pt x="741" y="550"/>
                  </a:lnTo>
                  <a:cubicBezTo>
                    <a:pt x="318" y="593"/>
                    <a:pt x="0" y="959"/>
                    <a:pt x="20" y="1387"/>
                  </a:cubicBezTo>
                  <a:cubicBezTo>
                    <a:pt x="39" y="1816"/>
                    <a:pt x="395" y="2152"/>
                    <a:pt x="823" y="2157"/>
                  </a:cubicBezTo>
                  <a:lnTo>
                    <a:pt x="1001" y="2157"/>
                  </a:lnTo>
                  <a:cubicBezTo>
                    <a:pt x="1256" y="2157"/>
                    <a:pt x="1468" y="2364"/>
                    <a:pt x="1468" y="2619"/>
                  </a:cubicBezTo>
                  <a:cubicBezTo>
                    <a:pt x="1468" y="2874"/>
                    <a:pt x="1256" y="3086"/>
                    <a:pt x="1001" y="3086"/>
                  </a:cubicBezTo>
                  <a:lnTo>
                    <a:pt x="727" y="3086"/>
                  </a:lnTo>
                  <a:cubicBezTo>
                    <a:pt x="525" y="3086"/>
                    <a:pt x="356" y="2918"/>
                    <a:pt x="356" y="2711"/>
                  </a:cubicBezTo>
                  <a:cubicBezTo>
                    <a:pt x="356" y="2598"/>
                    <a:pt x="271" y="2541"/>
                    <a:pt x="186" y="2541"/>
                  </a:cubicBezTo>
                  <a:cubicBezTo>
                    <a:pt x="100" y="2541"/>
                    <a:pt x="15" y="2598"/>
                    <a:pt x="15" y="2711"/>
                  </a:cubicBezTo>
                  <a:cubicBezTo>
                    <a:pt x="15" y="3105"/>
                    <a:pt x="337" y="3423"/>
                    <a:pt x="727" y="3428"/>
                  </a:cubicBezTo>
                  <a:lnTo>
                    <a:pt x="741" y="3428"/>
                  </a:lnTo>
                  <a:lnTo>
                    <a:pt x="741" y="3798"/>
                  </a:lnTo>
                  <a:cubicBezTo>
                    <a:pt x="741" y="3911"/>
                    <a:pt x="827" y="3968"/>
                    <a:pt x="912" y="3968"/>
                  </a:cubicBezTo>
                  <a:cubicBezTo>
                    <a:pt x="998" y="3968"/>
                    <a:pt x="1083" y="3911"/>
                    <a:pt x="1083" y="3798"/>
                  </a:cubicBezTo>
                  <a:lnTo>
                    <a:pt x="1083" y="3423"/>
                  </a:lnTo>
                  <a:cubicBezTo>
                    <a:pt x="1506" y="3379"/>
                    <a:pt x="1824" y="3009"/>
                    <a:pt x="1805" y="2581"/>
                  </a:cubicBezTo>
                  <a:cubicBezTo>
                    <a:pt x="1781" y="2152"/>
                    <a:pt x="1429" y="1816"/>
                    <a:pt x="1001" y="1816"/>
                  </a:cubicBezTo>
                  <a:lnTo>
                    <a:pt x="823" y="1816"/>
                  </a:lnTo>
                  <a:cubicBezTo>
                    <a:pt x="563" y="1816"/>
                    <a:pt x="356" y="1604"/>
                    <a:pt x="356" y="1349"/>
                  </a:cubicBezTo>
                  <a:cubicBezTo>
                    <a:pt x="356" y="1094"/>
                    <a:pt x="563" y="887"/>
                    <a:pt x="823" y="887"/>
                  </a:cubicBezTo>
                  <a:lnTo>
                    <a:pt x="1093" y="887"/>
                  </a:lnTo>
                  <a:cubicBezTo>
                    <a:pt x="1299" y="887"/>
                    <a:pt x="1468" y="1051"/>
                    <a:pt x="1468" y="1257"/>
                  </a:cubicBezTo>
                  <a:lnTo>
                    <a:pt x="1468" y="1440"/>
                  </a:lnTo>
                  <a:cubicBezTo>
                    <a:pt x="1468" y="1553"/>
                    <a:pt x="1553" y="1610"/>
                    <a:pt x="1639" y="1610"/>
                  </a:cubicBezTo>
                  <a:cubicBezTo>
                    <a:pt x="1724" y="1610"/>
                    <a:pt x="1810" y="1553"/>
                    <a:pt x="1810" y="1440"/>
                  </a:cubicBezTo>
                  <a:lnTo>
                    <a:pt x="1810" y="1257"/>
                  </a:lnTo>
                  <a:cubicBezTo>
                    <a:pt x="1810" y="863"/>
                    <a:pt x="1487" y="545"/>
                    <a:pt x="1093" y="545"/>
                  </a:cubicBezTo>
                  <a:lnTo>
                    <a:pt x="1083" y="545"/>
                  </a:lnTo>
                  <a:lnTo>
                    <a:pt x="1083" y="170"/>
                  </a:lnTo>
                  <a:cubicBezTo>
                    <a:pt x="1083" y="57"/>
                    <a:pt x="998" y="0"/>
                    <a:pt x="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87"/>
            <p:cNvSpPr/>
            <p:nvPr/>
          </p:nvSpPr>
          <p:spPr>
            <a:xfrm>
              <a:off x="2775753" y="4332051"/>
              <a:ext cx="134940" cy="304055"/>
            </a:xfrm>
            <a:custGeom>
              <a:rect b="b" l="l" r="r" t="t"/>
              <a:pathLst>
                <a:path extrusionOk="0" h="11593" w="5145">
                  <a:moveTo>
                    <a:pt x="2577" y="338"/>
                  </a:moveTo>
                  <a:cubicBezTo>
                    <a:pt x="3145" y="338"/>
                    <a:pt x="3702" y="560"/>
                    <a:pt x="4119" y="978"/>
                  </a:cubicBezTo>
                  <a:cubicBezTo>
                    <a:pt x="4750" y="1608"/>
                    <a:pt x="4937" y="2546"/>
                    <a:pt x="4596" y="3364"/>
                  </a:cubicBezTo>
                  <a:cubicBezTo>
                    <a:pt x="4259" y="4182"/>
                    <a:pt x="3460" y="4716"/>
                    <a:pt x="2575" y="4716"/>
                  </a:cubicBezTo>
                  <a:cubicBezTo>
                    <a:pt x="1367" y="4716"/>
                    <a:pt x="385" y="3735"/>
                    <a:pt x="385" y="2527"/>
                  </a:cubicBezTo>
                  <a:cubicBezTo>
                    <a:pt x="385" y="1642"/>
                    <a:pt x="920" y="843"/>
                    <a:pt x="1738" y="506"/>
                  </a:cubicBezTo>
                  <a:cubicBezTo>
                    <a:pt x="2009" y="393"/>
                    <a:pt x="2294" y="338"/>
                    <a:pt x="2577" y="338"/>
                  </a:cubicBezTo>
                  <a:close/>
                  <a:moveTo>
                    <a:pt x="4764" y="7959"/>
                  </a:moveTo>
                  <a:lnTo>
                    <a:pt x="4764" y="8344"/>
                  </a:lnTo>
                  <a:lnTo>
                    <a:pt x="4014" y="8344"/>
                  </a:lnTo>
                  <a:cubicBezTo>
                    <a:pt x="3787" y="8344"/>
                    <a:pt x="3787" y="8686"/>
                    <a:pt x="4014" y="8686"/>
                  </a:cubicBezTo>
                  <a:lnTo>
                    <a:pt x="4196" y="8686"/>
                  </a:lnTo>
                  <a:lnTo>
                    <a:pt x="4124" y="9254"/>
                  </a:lnTo>
                  <a:lnTo>
                    <a:pt x="1021" y="9254"/>
                  </a:lnTo>
                  <a:lnTo>
                    <a:pt x="953" y="8686"/>
                  </a:lnTo>
                  <a:lnTo>
                    <a:pt x="3215" y="8686"/>
                  </a:lnTo>
                  <a:cubicBezTo>
                    <a:pt x="3446" y="8686"/>
                    <a:pt x="3446" y="8344"/>
                    <a:pt x="3215" y="8344"/>
                  </a:cubicBezTo>
                  <a:lnTo>
                    <a:pt x="385" y="8344"/>
                  </a:lnTo>
                  <a:lnTo>
                    <a:pt x="385" y="7959"/>
                  </a:lnTo>
                  <a:close/>
                  <a:moveTo>
                    <a:pt x="4081" y="9595"/>
                  </a:moveTo>
                  <a:lnTo>
                    <a:pt x="3989" y="10341"/>
                  </a:lnTo>
                  <a:lnTo>
                    <a:pt x="1160" y="10341"/>
                  </a:lnTo>
                  <a:lnTo>
                    <a:pt x="1064" y="9595"/>
                  </a:lnTo>
                  <a:close/>
                  <a:moveTo>
                    <a:pt x="3946" y="10683"/>
                  </a:moveTo>
                  <a:lnTo>
                    <a:pt x="3874" y="11251"/>
                  </a:lnTo>
                  <a:lnTo>
                    <a:pt x="1271" y="11251"/>
                  </a:lnTo>
                  <a:lnTo>
                    <a:pt x="1199" y="10683"/>
                  </a:lnTo>
                  <a:close/>
                  <a:moveTo>
                    <a:pt x="2575" y="1"/>
                  </a:moveTo>
                  <a:cubicBezTo>
                    <a:pt x="1208" y="1"/>
                    <a:pt x="92" y="1079"/>
                    <a:pt x="44" y="2445"/>
                  </a:cubicBezTo>
                  <a:cubicBezTo>
                    <a:pt x="1" y="3807"/>
                    <a:pt x="1040" y="4962"/>
                    <a:pt x="2402" y="5053"/>
                  </a:cubicBezTo>
                  <a:lnTo>
                    <a:pt x="2402" y="7623"/>
                  </a:lnTo>
                  <a:lnTo>
                    <a:pt x="212" y="7623"/>
                  </a:lnTo>
                  <a:cubicBezTo>
                    <a:pt x="121" y="7623"/>
                    <a:pt x="44" y="7695"/>
                    <a:pt x="44" y="7791"/>
                  </a:cubicBezTo>
                  <a:lnTo>
                    <a:pt x="44" y="8518"/>
                  </a:lnTo>
                  <a:cubicBezTo>
                    <a:pt x="44" y="8609"/>
                    <a:pt x="121" y="8686"/>
                    <a:pt x="212" y="8686"/>
                  </a:cubicBezTo>
                  <a:lnTo>
                    <a:pt x="607" y="8686"/>
                  </a:lnTo>
                  <a:lnTo>
                    <a:pt x="953" y="11443"/>
                  </a:lnTo>
                  <a:cubicBezTo>
                    <a:pt x="963" y="11525"/>
                    <a:pt x="1035" y="11592"/>
                    <a:pt x="1122" y="11592"/>
                  </a:cubicBezTo>
                  <a:lnTo>
                    <a:pt x="4028" y="11592"/>
                  </a:lnTo>
                  <a:cubicBezTo>
                    <a:pt x="4110" y="11592"/>
                    <a:pt x="4182" y="11525"/>
                    <a:pt x="4196" y="11443"/>
                  </a:cubicBezTo>
                  <a:lnTo>
                    <a:pt x="4538" y="8686"/>
                  </a:lnTo>
                  <a:lnTo>
                    <a:pt x="4933" y="8686"/>
                  </a:lnTo>
                  <a:cubicBezTo>
                    <a:pt x="5029" y="8686"/>
                    <a:pt x="5101" y="8609"/>
                    <a:pt x="5101" y="8518"/>
                  </a:cubicBezTo>
                  <a:lnTo>
                    <a:pt x="5101" y="7791"/>
                  </a:lnTo>
                  <a:cubicBezTo>
                    <a:pt x="5101" y="7695"/>
                    <a:pt x="5029" y="7623"/>
                    <a:pt x="4933" y="7623"/>
                  </a:cubicBezTo>
                  <a:lnTo>
                    <a:pt x="2743" y="7623"/>
                  </a:lnTo>
                  <a:lnTo>
                    <a:pt x="2743" y="5053"/>
                  </a:lnTo>
                  <a:cubicBezTo>
                    <a:pt x="4105" y="4962"/>
                    <a:pt x="5144" y="3807"/>
                    <a:pt x="5101" y="2445"/>
                  </a:cubicBezTo>
                  <a:cubicBezTo>
                    <a:pt x="5053" y="1079"/>
                    <a:pt x="393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87"/>
            <p:cNvSpPr/>
            <p:nvPr/>
          </p:nvSpPr>
          <p:spPr>
            <a:xfrm>
              <a:off x="2775386" y="4470034"/>
              <a:ext cx="62736" cy="47052"/>
            </a:xfrm>
            <a:custGeom>
              <a:rect b="b" l="l" r="r" t="t"/>
              <a:pathLst>
                <a:path extrusionOk="0" h="1794" w="2392">
                  <a:moveTo>
                    <a:pt x="1198" y="341"/>
                  </a:moveTo>
                  <a:cubicBezTo>
                    <a:pt x="1497" y="341"/>
                    <a:pt x="1771" y="485"/>
                    <a:pt x="1944" y="726"/>
                  </a:cubicBezTo>
                  <a:lnTo>
                    <a:pt x="448" y="726"/>
                  </a:lnTo>
                  <a:cubicBezTo>
                    <a:pt x="621" y="485"/>
                    <a:pt x="900" y="341"/>
                    <a:pt x="1198" y="341"/>
                  </a:cubicBezTo>
                  <a:close/>
                  <a:moveTo>
                    <a:pt x="1944" y="1067"/>
                  </a:moveTo>
                  <a:cubicBezTo>
                    <a:pt x="1771" y="1308"/>
                    <a:pt x="1497" y="1452"/>
                    <a:pt x="1198" y="1452"/>
                  </a:cubicBezTo>
                  <a:cubicBezTo>
                    <a:pt x="900" y="1452"/>
                    <a:pt x="621" y="1308"/>
                    <a:pt x="448" y="1067"/>
                  </a:cubicBezTo>
                  <a:close/>
                  <a:moveTo>
                    <a:pt x="1196" y="0"/>
                  </a:moveTo>
                  <a:cubicBezTo>
                    <a:pt x="701" y="0"/>
                    <a:pt x="207" y="281"/>
                    <a:pt x="10" y="841"/>
                  </a:cubicBezTo>
                  <a:cubicBezTo>
                    <a:pt x="0" y="875"/>
                    <a:pt x="0" y="918"/>
                    <a:pt x="10" y="952"/>
                  </a:cubicBezTo>
                  <a:cubicBezTo>
                    <a:pt x="188" y="1457"/>
                    <a:pt x="664" y="1789"/>
                    <a:pt x="1198" y="1794"/>
                  </a:cubicBezTo>
                  <a:cubicBezTo>
                    <a:pt x="1732" y="1789"/>
                    <a:pt x="2209" y="1452"/>
                    <a:pt x="2387" y="952"/>
                  </a:cubicBezTo>
                  <a:cubicBezTo>
                    <a:pt x="2387" y="942"/>
                    <a:pt x="2392" y="933"/>
                    <a:pt x="2392" y="928"/>
                  </a:cubicBezTo>
                  <a:cubicBezTo>
                    <a:pt x="2392" y="918"/>
                    <a:pt x="2392" y="909"/>
                    <a:pt x="2392" y="899"/>
                  </a:cubicBezTo>
                  <a:cubicBezTo>
                    <a:pt x="2392" y="889"/>
                    <a:pt x="2392" y="880"/>
                    <a:pt x="2392" y="875"/>
                  </a:cubicBezTo>
                  <a:lnTo>
                    <a:pt x="2392" y="865"/>
                  </a:lnTo>
                  <a:cubicBezTo>
                    <a:pt x="2392" y="856"/>
                    <a:pt x="2387" y="846"/>
                    <a:pt x="2387" y="841"/>
                  </a:cubicBezTo>
                  <a:cubicBezTo>
                    <a:pt x="2187" y="281"/>
                    <a:pt x="1691"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87"/>
            <p:cNvSpPr/>
            <p:nvPr/>
          </p:nvSpPr>
          <p:spPr>
            <a:xfrm>
              <a:off x="2848194" y="4470034"/>
              <a:ext cx="62998" cy="47052"/>
            </a:xfrm>
            <a:custGeom>
              <a:rect b="b" l="l" r="r" t="t"/>
              <a:pathLst>
                <a:path extrusionOk="0" h="1794" w="2402">
                  <a:moveTo>
                    <a:pt x="1201" y="341"/>
                  </a:moveTo>
                  <a:cubicBezTo>
                    <a:pt x="1498" y="342"/>
                    <a:pt x="1776" y="486"/>
                    <a:pt x="1949" y="726"/>
                  </a:cubicBezTo>
                  <a:lnTo>
                    <a:pt x="453" y="726"/>
                  </a:lnTo>
                  <a:cubicBezTo>
                    <a:pt x="626" y="486"/>
                    <a:pt x="904" y="342"/>
                    <a:pt x="1201" y="341"/>
                  </a:cubicBezTo>
                  <a:close/>
                  <a:moveTo>
                    <a:pt x="1949" y="1067"/>
                  </a:moveTo>
                  <a:cubicBezTo>
                    <a:pt x="1776" y="1308"/>
                    <a:pt x="1502" y="1452"/>
                    <a:pt x="1203" y="1452"/>
                  </a:cubicBezTo>
                  <a:lnTo>
                    <a:pt x="1199" y="1452"/>
                  </a:lnTo>
                  <a:cubicBezTo>
                    <a:pt x="905" y="1452"/>
                    <a:pt x="626" y="1308"/>
                    <a:pt x="453" y="1067"/>
                  </a:cubicBezTo>
                  <a:close/>
                  <a:moveTo>
                    <a:pt x="1201" y="0"/>
                  </a:moveTo>
                  <a:cubicBezTo>
                    <a:pt x="707" y="0"/>
                    <a:pt x="212" y="281"/>
                    <a:pt x="15" y="841"/>
                  </a:cubicBezTo>
                  <a:cubicBezTo>
                    <a:pt x="0" y="875"/>
                    <a:pt x="0" y="918"/>
                    <a:pt x="15" y="952"/>
                  </a:cubicBezTo>
                  <a:cubicBezTo>
                    <a:pt x="193" y="1457"/>
                    <a:pt x="669" y="1794"/>
                    <a:pt x="1199" y="1794"/>
                  </a:cubicBezTo>
                  <a:cubicBezTo>
                    <a:pt x="1733" y="1794"/>
                    <a:pt x="2209" y="1457"/>
                    <a:pt x="2387" y="952"/>
                  </a:cubicBezTo>
                  <a:cubicBezTo>
                    <a:pt x="2402" y="918"/>
                    <a:pt x="2402" y="875"/>
                    <a:pt x="2387" y="841"/>
                  </a:cubicBezTo>
                  <a:cubicBezTo>
                    <a:pt x="2190" y="281"/>
                    <a:pt x="1695" y="0"/>
                    <a:pt x="1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5" name="Google Shape;15235;p87"/>
          <p:cNvGrpSpPr/>
          <p:nvPr/>
        </p:nvGrpSpPr>
        <p:grpSpPr>
          <a:xfrm>
            <a:off x="3097827" y="2440209"/>
            <a:ext cx="351239" cy="350609"/>
            <a:chOff x="3097827" y="2440209"/>
            <a:chExt cx="351239" cy="350609"/>
          </a:xfrm>
        </p:grpSpPr>
        <p:sp>
          <p:nvSpPr>
            <p:cNvPr id="15236" name="Google Shape;15236;p87"/>
            <p:cNvSpPr/>
            <p:nvPr/>
          </p:nvSpPr>
          <p:spPr>
            <a:xfrm>
              <a:off x="3158150" y="2478318"/>
              <a:ext cx="230592" cy="307308"/>
            </a:xfrm>
            <a:custGeom>
              <a:rect b="b" l="l" r="r" t="t"/>
              <a:pathLst>
                <a:path extrusionOk="0" h="11717" w="8792">
                  <a:moveTo>
                    <a:pt x="4393" y="0"/>
                  </a:moveTo>
                  <a:cubicBezTo>
                    <a:pt x="1968" y="0"/>
                    <a:pt x="0" y="1968"/>
                    <a:pt x="0" y="4394"/>
                  </a:cubicBezTo>
                  <a:cubicBezTo>
                    <a:pt x="0" y="8161"/>
                    <a:pt x="4393" y="11717"/>
                    <a:pt x="4393" y="11717"/>
                  </a:cubicBezTo>
                  <a:cubicBezTo>
                    <a:pt x="4393" y="11717"/>
                    <a:pt x="8791" y="8161"/>
                    <a:pt x="8791" y="4394"/>
                  </a:cubicBezTo>
                  <a:cubicBezTo>
                    <a:pt x="8791" y="1968"/>
                    <a:pt x="6823" y="0"/>
                    <a:pt x="439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87"/>
            <p:cNvSpPr/>
            <p:nvPr/>
          </p:nvSpPr>
          <p:spPr>
            <a:xfrm>
              <a:off x="3158150" y="2485504"/>
              <a:ext cx="132265" cy="300121"/>
            </a:xfrm>
            <a:custGeom>
              <a:rect b="b" l="l" r="r" t="t"/>
              <a:pathLst>
                <a:path extrusionOk="0" h="11443" w="5043">
                  <a:moveTo>
                    <a:pt x="2858" y="1"/>
                  </a:moveTo>
                  <a:lnTo>
                    <a:pt x="2858" y="1"/>
                  </a:lnTo>
                  <a:cubicBezTo>
                    <a:pt x="1141" y="645"/>
                    <a:pt x="0" y="2286"/>
                    <a:pt x="0" y="4120"/>
                  </a:cubicBezTo>
                  <a:cubicBezTo>
                    <a:pt x="0" y="7887"/>
                    <a:pt x="4393" y="11443"/>
                    <a:pt x="4393" y="11443"/>
                  </a:cubicBezTo>
                  <a:cubicBezTo>
                    <a:pt x="4393" y="11443"/>
                    <a:pt x="4648" y="11236"/>
                    <a:pt x="5043" y="10866"/>
                  </a:cubicBezTo>
                  <a:cubicBezTo>
                    <a:pt x="4201" y="10134"/>
                    <a:pt x="837" y="7002"/>
                    <a:pt x="837" y="3701"/>
                  </a:cubicBezTo>
                  <a:cubicBezTo>
                    <a:pt x="837" y="2204"/>
                    <a:pt x="1598" y="809"/>
                    <a:pt x="2858"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87"/>
            <p:cNvSpPr/>
            <p:nvPr/>
          </p:nvSpPr>
          <p:spPr>
            <a:xfrm>
              <a:off x="3185663" y="2505830"/>
              <a:ext cx="175567" cy="175567"/>
            </a:xfrm>
            <a:custGeom>
              <a:rect b="b" l="l" r="r" t="t"/>
              <a:pathLst>
                <a:path extrusionOk="0" h="6694" w="6694">
                  <a:moveTo>
                    <a:pt x="3344" y="0"/>
                  </a:moveTo>
                  <a:cubicBezTo>
                    <a:pt x="1497" y="0"/>
                    <a:pt x="0" y="1497"/>
                    <a:pt x="0" y="3345"/>
                  </a:cubicBezTo>
                  <a:cubicBezTo>
                    <a:pt x="0" y="5197"/>
                    <a:pt x="1497" y="6694"/>
                    <a:pt x="3344" y="6694"/>
                  </a:cubicBezTo>
                  <a:cubicBezTo>
                    <a:pt x="5197" y="6694"/>
                    <a:pt x="6693" y="5197"/>
                    <a:pt x="6693" y="3345"/>
                  </a:cubicBezTo>
                  <a:cubicBezTo>
                    <a:pt x="6693" y="1497"/>
                    <a:pt x="5197" y="0"/>
                    <a:pt x="3344"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87"/>
            <p:cNvSpPr/>
            <p:nvPr/>
          </p:nvSpPr>
          <p:spPr>
            <a:xfrm>
              <a:off x="3171395" y="2515430"/>
              <a:ext cx="158650" cy="165968"/>
            </a:xfrm>
            <a:custGeom>
              <a:rect b="b" l="l" r="r" t="t"/>
              <a:pathLst>
                <a:path extrusionOk="0" h="6328" w="6049">
                  <a:moveTo>
                    <a:pt x="2363" y="0"/>
                  </a:moveTo>
                  <a:cubicBezTo>
                    <a:pt x="587" y="914"/>
                    <a:pt x="0" y="3171"/>
                    <a:pt x="1107" y="4831"/>
                  </a:cubicBezTo>
                  <a:cubicBezTo>
                    <a:pt x="1755" y="5810"/>
                    <a:pt x="2820" y="6328"/>
                    <a:pt x="3898" y="6328"/>
                  </a:cubicBezTo>
                  <a:cubicBezTo>
                    <a:pt x="4655" y="6328"/>
                    <a:pt x="5418" y="6073"/>
                    <a:pt x="6049" y="5543"/>
                  </a:cubicBezTo>
                  <a:lnTo>
                    <a:pt x="6049" y="5543"/>
                  </a:lnTo>
                  <a:cubicBezTo>
                    <a:pt x="5572" y="5784"/>
                    <a:pt x="5048" y="5909"/>
                    <a:pt x="4519" y="5909"/>
                  </a:cubicBezTo>
                  <a:cubicBezTo>
                    <a:pt x="3114" y="5909"/>
                    <a:pt x="1858" y="5028"/>
                    <a:pt x="1372" y="3710"/>
                  </a:cubicBezTo>
                  <a:cubicBezTo>
                    <a:pt x="891" y="2387"/>
                    <a:pt x="1285" y="905"/>
                    <a:pt x="236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87"/>
            <p:cNvSpPr/>
            <p:nvPr/>
          </p:nvSpPr>
          <p:spPr>
            <a:xfrm>
              <a:off x="3152957" y="2473151"/>
              <a:ext cx="240821" cy="317667"/>
            </a:xfrm>
            <a:custGeom>
              <a:rect b="b" l="l" r="r" t="t"/>
              <a:pathLst>
                <a:path extrusionOk="0" h="12112" w="9182">
                  <a:moveTo>
                    <a:pt x="4591" y="395"/>
                  </a:moveTo>
                  <a:cubicBezTo>
                    <a:pt x="6911" y="395"/>
                    <a:pt x="8792" y="2276"/>
                    <a:pt x="8792" y="4591"/>
                  </a:cubicBezTo>
                  <a:cubicBezTo>
                    <a:pt x="8792" y="6477"/>
                    <a:pt x="7623" y="8324"/>
                    <a:pt x="6641" y="9537"/>
                  </a:cubicBezTo>
                  <a:cubicBezTo>
                    <a:pt x="6020" y="10302"/>
                    <a:pt x="5337" y="11014"/>
                    <a:pt x="4591" y="11659"/>
                  </a:cubicBezTo>
                  <a:cubicBezTo>
                    <a:pt x="3850" y="11014"/>
                    <a:pt x="3162" y="10302"/>
                    <a:pt x="2541" y="9537"/>
                  </a:cubicBezTo>
                  <a:cubicBezTo>
                    <a:pt x="1565" y="8320"/>
                    <a:pt x="395" y="6477"/>
                    <a:pt x="395" y="4591"/>
                  </a:cubicBezTo>
                  <a:cubicBezTo>
                    <a:pt x="395" y="2276"/>
                    <a:pt x="2272" y="395"/>
                    <a:pt x="4591" y="395"/>
                  </a:cubicBezTo>
                  <a:close/>
                  <a:moveTo>
                    <a:pt x="4591" y="0"/>
                  </a:moveTo>
                  <a:cubicBezTo>
                    <a:pt x="2060" y="5"/>
                    <a:pt x="6" y="2060"/>
                    <a:pt x="1" y="4591"/>
                  </a:cubicBezTo>
                  <a:cubicBezTo>
                    <a:pt x="1" y="5481"/>
                    <a:pt x="241" y="6429"/>
                    <a:pt x="708" y="7410"/>
                  </a:cubicBezTo>
                  <a:cubicBezTo>
                    <a:pt x="1127" y="8262"/>
                    <a:pt x="1642" y="9061"/>
                    <a:pt x="2243" y="9792"/>
                  </a:cubicBezTo>
                  <a:cubicBezTo>
                    <a:pt x="2912" y="10620"/>
                    <a:pt x="3653" y="11380"/>
                    <a:pt x="4466" y="12068"/>
                  </a:cubicBezTo>
                  <a:cubicBezTo>
                    <a:pt x="4502" y="12097"/>
                    <a:pt x="4547" y="12111"/>
                    <a:pt x="4591" y="12111"/>
                  </a:cubicBezTo>
                  <a:cubicBezTo>
                    <a:pt x="4636" y="12111"/>
                    <a:pt x="4680" y="12097"/>
                    <a:pt x="4716" y="12068"/>
                  </a:cubicBezTo>
                  <a:cubicBezTo>
                    <a:pt x="5530" y="11380"/>
                    <a:pt x="6271" y="10620"/>
                    <a:pt x="6939" y="9792"/>
                  </a:cubicBezTo>
                  <a:cubicBezTo>
                    <a:pt x="7541" y="9061"/>
                    <a:pt x="8061" y="8262"/>
                    <a:pt x="8479" y="7415"/>
                  </a:cubicBezTo>
                  <a:cubicBezTo>
                    <a:pt x="8946" y="6433"/>
                    <a:pt x="9182" y="5486"/>
                    <a:pt x="9182" y="4595"/>
                  </a:cubicBezTo>
                  <a:cubicBezTo>
                    <a:pt x="9182" y="2060"/>
                    <a:pt x="7127" y="5"/>
                    <a:pt x="45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87"/>
            <p:cNvSpPr/>
            <p:nvPr/>
          </p:nvSpPr>
          <p:spPr>
            <a:xfrm>
              <a:off x="3168877" y="2500532"/>
              <a:ext cx="205965" cy="186189"/>
            </a:xfrm>
            <a:custGeom>
              <a:rect b="b" l="l" r="r" t="t"/>
              <a:pathLst>
                <a:path extrusionOk="0" h="7099" w="7853">
                  <a:moveTo>
                    <a:pt x="3984" y="1"/>
                  </a:moveTo>
                  <a:cubicBezTo>
                    <a:pt x="2844" y="1"/>
                    <a:pt x="1730" y="548"/>
                    <a:pt x="1044" y="1554"/>
                  </a:cubicBezTo>
                  <a:cubicBezTo>
                    <a:pt x="0" y="3094"/>
                    <a:pt x="323" y="5178"/>
                    <a:pt x="1780" y="6333"/>
                  </a:cubicBezTo>
                  <a:cubicBezTo>
                    <a:pt x="2432" y="6847"/>
                    <a:pt x="3209" y="7099"/>
                    <a:pt x="3982" y="7099"/>
                  </a:cubicBezTo>
                  <a:cubicBezTo>
                    <a:pt x="4945" y="7099"/>
                    <a:pt x="5900" y="6708"/>
                    <a:pt x="6597" y="5948"/>
                  </a:cubicBezTo>
                  <a:cubicBezTo>
                    <a:pt x="7853" y="4571"/>
                    <a:pt x="7838" y="2464"/>
                    <a:pt x="6559" y="1112"/>
                  </a:cubicBezTo>
                  <a:cubicBezTo>
                    <a:pt x="6521" y="1072"/>
                    <a:pt x="6470" y="1052"/>
                    <a:pt x="6419" y="1052"/>
                  </a:cubicBezTo>
                  <a:cubicBezTo>
                    <a:pt x="6370" y="1052"/>
                    <a:pt x="6322" y="1070"/>
                    <a:pt x="6284" y="1107"/>
                  </a:cubicBezTo>
                  <a:cubicBezTo>
                    <a:pt x="6202" y="1179"/>
                    <a:pt x="6198" y="1304"/>
                    <a:pt x="6275" y="1381"/>
                  </a:cubicBezTo>
                  <a:cubicBezTo>
                    <a:pt x="7405" y="2579"/>
                    <a:pt x="7420" y="4451"/>
                    <a:pt x="6308" y="5664"/>
                  </a:cubicBezTo>
                  <a:cubicBezTo>
                    <a:pt x="5690" y="6338"/>
                    <a:pt x="4842" y="6683"/>
                    <a:pt x="3990" y="6683"/>
                  </a:cubicBezTo>
                  <a:cubicBezTo>
                    <a:pt x="3304" y="6683"/>
                    <a:pt x="2615" y="6460"/>
                    <a:pt x="2040" y="6005"/>
                  </a:cubicBezTo>
                  <a:cubicBezTo>
                    <a:pt x="746" y="4985"/>
                    <a:pt x="462" y="3138"/>
                    <a:pt x="1386" y="1776"/>
                  </a:cubicBezTo>
                  <a:cubicBezTo>
                    <a:pt x="1993" y="883"/>
                    <a:pt x="2980" y="397"/>
                    <a:pt x="3990" y="397"/>
                  </a:cubicBezTo>
                  <a:cubicBezTo>
                    <a:pt x="4525" y="397"/>
                    <a:pt x="5067" y="533"/>
                    <a:pt x="5563" y="818"/>
                  </a:cubicBezTo>
                  <a:cubicBezTo>
                    <a:pt x="5598" y="839"/>
                    <a:pt x="5633" y="848"/>
                    <a:pt x="5665" y="848"/>
                  </a:cubicBezTo>
                  <a:cubicBezTo>
                    <a:pt x="5840" y="848"/>
                    <a:pt x="5950" y="590"/>
                    <a:pt x="5760" y="477"/>
                  </a:cubicBezTo>
                  <a:cubicBezTo>
                    <a:pt x="5201" y="155"/>
                    <a:pt x="4589" y="1"/>
                    <a:pt x="3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87"/>
            <p:cNvSpPr/>
            <p:nvPr/>
          </p:nvSpPr>
          <p:spPr>
            <a:xfrm>
              <a:off x="3245724" y="2533553"/>
              <a:ext cx="55314" cy="120122"/>
            </a:xfrm>
            <a:custGeom>
              <a:rect b="b" l="l" r="r" t="t"/>
              <a:pathLst>
                <a:path extrusionOk="0" h="4580" w="2109">
                  <a:moveTo>
                    <a:pt x="1055" y="1"/>
                  </a:moveTo>
                  <a:cubicBezTo>
                    <a:pt x="957" y="1"/>
                    <a:pt x="859" y="67"/>
                    <a:pt x="862" y="199"/>
                  </a:cubicBezTo>
                  <a:lnTo>
                    <a:pt x="862" y="632"/>
                  </a:lnTo>
                  <a:cubicBezTo>
                    <a:pt x="366" y="685"/>
                    <a:pt x="0" y="1109"/>
                    <a:pt x="25" y="1604"/>
                  </a:cubicBezTo>
                  <a:cubicBezTo>
                    <a:pt x="49" y="2095"/>
                    <a:pt x="458" y="2485"/>
                    <a:pt x="953" y="2485"/>
                  </a:cubicBezTo>
                  <a:lnTo>
                    <a:pt x="1160" y="2485"/>
                  </a:lnTo>
                  <a:cubicBezTo>
                    <a:pt x="1458" y="2485"/>
                    <a:pt x="1694" y="2725"/>
                    <a:pt x="1694" y="3024"/>
                  </a:cubicBezTo>
                  <a:cubicBezTo>
                    <a:pt x="1694" y="3317"/>
                    <a:pt x="1458" y="3558"/>
                    <a:pt x="1160" y="3558"/>
                  </a:cubicBezTo>
                  <a:lnTo>
                    <a:pt x="847" y="3558"/>
                  </a:lnTo>
                  <a:cubicBezTo>
                    <a:pt x="607" y="3558"/>
                    <a:pt x="414" y="3365"/>
                    <a:pt x="414" y="3125"/>
                  </a:cubicBezTo>
                  <a:cubicBezTo>
                    <a:pt x="414" y="2995"/>
                    <a:pt x="316" y="2930"/>
                    <a:pt x="218" y="2930"/>
                  </a:cubicBezTo>
                  <a:cubicBezTo>
                    <a:pt x="120" y="2930"/>
                    <a:pt x="22" y="2995"/>
                    <a:pt x="25" y="3125"/>
                  </a:cubicBezTo>
                  <a:cubicBezTo>
                    <a:pt x="25" y="3582"/>
                    <a:pt x="390" y="3948"/>
                    <a:pt x="847" y="3952"/>
                  </a:cubicBezTo>
                  <a:lnTo>
                    <a:pt x="862" y="3952"/>
                  </a:lnTo>
                  <a:lnTo>
                    <a:pt x="862" y="4381"/>
                  </a:lnTo>
                  <a:cubicBezTo>
                    <a:pt x="859" y="4513"/>
                    <a:pt x="957" y="4579"/>
                    <a:pt x="1055" y="4579"/>
                  </a:cubicBezTo>
                  <a:cubicBezTo>
                    <a:pt x="1153" y="4579"/>
                    <a:pt x="1252" y="4513"/>
                    <a:pt x="1252" y="4381"/>
                  </a:cubicBezTo>
                  <a:lnTo>
                    <a:pt x="1252" y="3948"/>
                  </a:lnTo>
                  <a:cubicBezTo>
                    <a:pt x="1742" y="3895"/>
                    <a:pt x="2108" y="3471"/>
                    <a:pt x="2084" y="2976"/>
                  </a:cubicBezTo>
                  <a:cubicBezTo>
                    <a:pt x="2060" y="2485"/>
                    <a:pt x="1656" y="2095"/>
                    <a:pt x="1160" y="2095"/>
                  </a:cubicBezTo>
                  <a:lnTo>
                    <a:pt x="953" y="2095"/>
                  </a:lnTo>
                  <a:cubicBezTo>
                    <a:pt x="655" y="2095"/>
                    <a:pt x="414" y="1854"/>
                    <a:pt x="414" y="1556"/>
                  </a:cubicBezTo>
                  <a:cubicBezTo>
                    <a:pt x="414" y="1263"/>
                    <a:pt x="655" y="1022"/>
                    <a:pt x="953" y="1022"/>
                  </a:cubicBezTo>
                  <a:lnTo>
                    <a:pt x="1266" y="1022"/>
                  </a:lnTo>
                  <a:cubicBezTo>
                    <a:pt x="1502" y="1022"/>
                    <a:pt x="1694" y="1215"/>
                    <a:pt x="1694" y="1455"/>
                  </a:cubicBezTo>
                  <a:lnTo>
                    <a:pt x="1694" y="1662"/>
                  </a:lnTo>
                  <a:cubicBezTo>
                    <a:pt x="1694" y="1773"/>
                    <a:pt x="1786" y="1859"/>
                    <a:pt x="1891" y="1859"/>
                  </a:cubicBezTo>
                  <a:cubicBezTo>
                    <a:pt x="2002" y="1859"/>
                    <a:pt x="2089" y="1773"/>
                    <a:pt x="2089" y="1662"/>
                  </a:cubicBezTo>
                  <a:lnTo>
                    <a:pt x="2089" y="1455"/>
                  </a:lnTo>
                  <a:cubicBezTo>
                    <a:pt x="2089" y="998"/>
                    <a:pt x="1718" y="627"/>
                    <a:pt x="1266" y="627"/>
                  </a:cubicBezTo>
                  <a:lnTo>
                    <a:pt x="1252" y="627"/>
                  </a:lnTo>
                  <a:lnTo>
                    <a:pt x="1252" y="199"/>
                  </a:lnTo>
                  <a:cubicBezTo>
                    <a:pt x="1252" y="67"/>
                    <a:pt x="1153" y="1"/>
                    <a:pt x="10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87"/>
            <p:cNvSpPr/>
            <p:nvPr/>
          </p:nvSpPr>
          <p:spPr>
            <a:xfrm>
              <a:off x="3395535" y="2440209"/>
              <a:ext cx="53530" cy="87416"/>
            </a:xfrm>
            <a:custGeom>
              <a:rect b="b" l="l" r="r" t="t"/>
              <a:pathLst>
                <a:path extrusionOk="0" h="3333" w="2041">
                  <a:moveTo>
                    <a:pt x="284" y="0"/>
                  </a:moveTo>
                  <a:cubicBezTo>
                    <a:pt x="117" y="0"/>
                    <a:pt x="1" y="239"/>
                    <a:pt x="178" y="361"/>
                  </a:cubicBezTo>
                  <a:cubicBezTo>
                    <a:pt x="1097" y="987"/>
                    <a:pt x="1646" y="2026"/>
                    <a:pt x="1646" y="3138"/>
                  </a:cubicBezTo>
                  <a:cubicBezTo>
                    <a:pt x="1646" y="3267"/>
                    <a:pt x="1744" y="3332"/>
                    <a:pt x="1843" y="3332"/>
                  </a:cubicBezTo>
                  <a:cubicBezTo>
                    <a:pt x="1942" y="3332"/>
                    <a:pt x="2040" y="3267"/>
                    <a:pt x="2040" y="3138"/>
                  </a:cubicBezTo>
                  <a:cubicBezTo>
                    <a:pt x="2040" y="1896"/>
                    <a:pt x="1424" y="736"/>
                    <a:pt x="399" y="39"/>
                  </a:cubicBezTo>
                  <a:cubicBezTo>
                    <a:pt x="360" y="12"/>
                    <a:pt x="321" y="0"/>
                    <a:pt x="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87"/>
            <p:cNvSpPr/>
            <p:nvPr/>
          </p:nvSpPr>
          <p:spPr>
            <a:xfrm>
              <a:off x="3364613" y="2485530"/>
              <a:ext cx="29558" cy="42200"/>
            </a:xfrm>
            <a:custGeom>
              <a:rect b="b" l="l" r="r" t="t"/>
              <a:pathLst>
                <a:path extrusionOk="0" h="1609" w="1127">
                  <a:moveTo>
                    <a:pt x="286" y="0"/>
                  </a:moveTo>
                  <a:cubicBezTo>
                    <a:pt x="118" y="0"/>
                    <a:pt x="0" y="242"/>
                    <a:pt x="178" y="361"/>
                  </a:cubicBezTo>
                  <a:cubicBezTo>
                    <a:pt x="525" y="601"/>
                    <a:pt x="732" y="991"/>
                    <a:pt x="732" y="1410"/>
                  </a:cubicBezTo>
                  <a:cubicBezTo>
                    <a:pt x="732" y="1542"/>
                    <a:pt x="830" y="1608"/>
                    <a:pt x="929" y="1608"/>
                  </a:cubicBezTo>
                  <a:cubicBezTo>
                    <a:pt x="1027" y="1608"/>
                    <a:pt x="1126" y="1542"/>
                    <a:pt x="1126" y="1410"/>
                  </a:cubicBezTo>
                  <a:cubicBezTo>
                    <a:pt x="1126" y="861"/>
                    <a:pt x="852" y="346"/>
                    <a:pt x="400" y="38"/>
                  </a:cubicBezTo>
                  <a:cubicBezTo>
                    <a:pt x="361" y="12"/>
                    <a:pt x="32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87"/>
            <p:cNvSpPr/>
            <p:nvPr/>
          </p:nvSpPr>
          <p:spPr>
            <a:xfrm>
              <a:off x="3380114" y="2462843"/>
              <a:ext cx="41439" cy="64782"/>
            </a:xfrm>
            <a:custGeom>
              <a:rect b="b" l="l" r="r" t="t"/>
              <a:pathLst>
                <a:path extrusionOk="0" h="2470" w="1580">
                  <a:moveTo>
                    <a:pt x="288" y="1"/>
                  </a:moveTo>
                  <a:cubicBezTo>
                    <a:pt x="120" y="1"/>
                    <a:pt x="1" y="241"/>
                    <a:pt x="179" y="364"/>
                  </a:cubicBezTo>
                  <a:cubicBezTo>
                    <a:pt x="809" y="793"/>
                    <a:pt x="1189" y="1509"/>
                    <a:pt x="1189" y="2275"/>
                  </a:cubicBezTo>
                  <a:cubicBezTo>
                    <a:pt x="1189" y="2404"/>
                    <a:pt x="1287" y="2469"/>
                    <a:pt x="1384" y="2469"/>
                  </a:cubicBezTo>
                  <a:cubicBezTo>
                    <a:pt x="1482" y="2469"/>
                    <a:pt x="1579" y="2404"/>
                    <a:pt x="1579" y="2275"/>
                  </a:cubicBezTo>
                  <a:cubicBezTo>
                    <a:pt x="1579" y="1380"/>
                    <a:pt x="1137" y="542"/>
                    <a:pt x="400" y="37"/>
                  </a:cubicBezTo>
                  <a:cubicBezTo>
                    <a:pt x="362" y="12"/>
                    <a:pt x="324" y="1"/>
                    <a:pt x="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87"/>
            <p:cNvSpPr/>
            <p:nvPr/>
          </p:nvSpPr>
          <p:spPr>
            <a:xfrm>
              <a:off x="3097827" y="2440209"/>
              <a:ext cx="53504" cy="87416"/>
            </a:xfrm>
            <a:custGeom>
              <a:rect b="b" l="l" r="r" t="t"/>
              <a:pathLst>
                <a:path extrusionOk="0" h="3333" w="2040">
                  <a:moveTo>
                    <a:pt x="1756" y="0"/>
                  </a:moveTo>
                  <a:cubicBezTo>
                    <a:pt x="1719" y="0"/>
                    <a:pt x="1680" y="12"/>
                    <a:pt x="1641" y="39"/>
                  </a:cubicBezTo>
                  <a:cubicBezTo>
                    <a:pt x="616" y="736"/>
                    <a:pt x="0" y="1896"/>
                    <a:pt x="0" y="3138"/>
                  </a:cubicBezTo>
                  <a:cubicBezTo>
                    <a:pt x="0" y="3267"/>
                    <a:pt x="99" y="3332"/>
                    <a:pt x="197" y="3332"/>
                  </a:cubicBezTo>
                  <a:cubicBezTo>
                    <a:pt x="296" y="3332"/>
                    <a:pt x="395" y="3267"/>
                    <a:pt x="395" y="3138"/>
                  </a:cubicBezTo>
                  <a:cubicBezTo>
                    <a:pt x="395" y="2026"/>
                    <a:pt x="943" y="987"/>
                    <a:pt x="1862" y="361"/>
                  </a:cubicBezTo>
                  <a:cubicBezTo>
                    <a:pt x="2040" y="239"/>
                    <a:pt x="1923" y="0"/>
                    <a:pt x="1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87"/>
            <p:cNvSpPr/>
            <p:nvPr/>
          </p:nvSpPr>
          <p:spPr>
            <a:xfrm>
              <a:off x="3152590" y="2485530"/>
              <a:ext cx="29585" cy="42148"/>
            </a:xfrm>
            <a:custGeom>
              <a:rect b="b" l="l" r="r" t="t"/>
              <a:pathLst>
                <a:path extrusionOk="0" h="1607" w="1128">
                  <a:moveTo>
                    <a:pt x="844" y="0"/>
                  </a:moveTo>
                  <a:cubicBezTo>
                    <a:pt x="808" y="0"/>
                    <a:pt x="770" y="12"/>
                    <a:pt x="732" y="38"/>
                  </a:cubicBezTo>
                  <a:cubicBezTo>
                    <a:pt x="275" y="346"/>
                    <a:pt x="5" y="861"/>
                    <a:pt x="5" y="1410"/>
                  </a:cubicBezTo>
                  <a:cubicBezTo>
                    <a:pt x="0" y="1515"/>
                    <a:pt x="92" y="1607"/>
                    <a:pt x="203" y="1607"/>
                  </a:cubicBezTo>
                  <a:cubicBezTo>
                    <a:pt x="308" y="1607"/>
                    <a:pt x="395" y="1520"/>
                    <a:pt x="395" y="1410"/>
                  </a:cubicBezTo>
                  <a:cubicBezTo>
                    <a:pt x="395" y="991"/>
                    <a:pt x="602" y="596"/>
                    <a:pt x="953" y="361"/>
                  </a:cubicBezTo>
                  <a:cubicBezTo>
                    <a:pt x="1127" y="242"/>
                    <a:pt x="1009" y="0"/>
                    <a:pt x="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87"/>
            <p:cNvSpPr/>
            <p:nvPr/>
          </p:nvSpPr>
          <p:spPr>
            <a:xfrm>
              <a:off x="3125261" y="2462843"/>
              <a:ext cx="41518" cy="64782"/>
            </a:xfrm>
            <a:custGeom>
              <a:rect b="b" l="l" r="r" t="t"/>
              <a:pathLst>
                <a:path extrusionOk="0" h="2470" w="1583">
                  <a:moveTo>
                    <a:pt x="1297" y="1"/>
                  </a:moveTo>
                  <a:cubicBezTo>
                    <a:pt x="1262" y="1"/>
                    <a:pt x="1224" y="12"/>
                    <a:pt x="1187" y="37"/>
                  </a:cubicBezTo>
                  <a:cubicBezTo>
                    <a:pt x="446" y="542"/>
                    <a:pt x="3" y="1380"/>
                    <a:pt x="3" y="2275"/>
                  </a:cubicBezTo>
                  <a:cubicBezTo>
                    <a:pt x="1" y="2404"/>
                    <a:pt x="98" y="2469"/>
                    <a:pt x="196" y="2469"/>
                  </a:cubicBezTo>
                  <a:cubicBezTo>
                    <a:pt x="294" y="2469"/>
                    <a:pt x="393" y="2404"/>
                    <a:pt x="393" y="2275"/>
                  </a:cubicBezTo>
                  <a:cubicBezTo>
                    <a:pt x="393" y="1509"/>
                    <a:pt x="773" y="793"/>
                    <a:pt x="1408" y="364"/>
                  </a:cubicBezTo>
                  <a:cubicBezTo>
                    <a:pt x="1583" y="241"/>
                    <a:pt x="1463" y="1"/>
                    <a:pt x="1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9" name="Google Shape;15249;p87"/>
          <p:cNvGrpSpPr/>
          <p:nvPr/>
        </p:nvGrpSpPr>
        <p:grpSpPr>
          <a:xfrm>
            <a:off x="3975965" y="1584913"/>
            <a:ext cx="362711" cy="237959"/>
            <a:chOff x="4034726" y="1584852"/>
            <a:chExt cx="304160" cy="199513"/>
          </a:xfrm>
        </p:grpSpPr>
        <p:sp>
          <p:nvSpPr>
            <p:cNvPr id="15250" name="Google Shape;15250;p87"/>
            <p:cNvSpPr/>
            <p:nvPr/>
          </p:nvSpPr>
          <p:spPr>
            <a:xfrm>
              <a:off x="4112962" y="1591120"/>
              <a:ext cx="109447" cy="80676"/>
            </a:xfrm>
            <a:custGeom>
              <a:rect b="b" l="l" r="r" t="t"/>
              <a:pathLst>
                <a:path extrusionOk="0" h="3076" w="4173">
                  <a:moveTo>
                    <a:pt x="413" y="1"/>
                  </a:moveTo>
                  <a:cubicBezTo>
                    <a:pt x="407" y="1"/>
                    <a:pt x="401" y="1"/>
                    <a:pt x="395" y="1"/>
                  </a:cubicBezTo>
                  <a:lnTo>
                    <a:pt x="145" y="1"/>
                  </a:lnTo>
                  <a:cubicBezTo>
                    <a:pt x="49" y="1"/>
                    <a:pt x="1" y="107"/>
                    <a:pt x="54" y="179"/>
                  </a:cubicBezTo>
                  <a:lnTo>
                    <a:pt x="2315" y="3076"/>
                  </a:lnTo>
                  <a:lnTo>
                    <a:pt x="4173" y="3076"/>
                  </a:lnTo>
                  <a:lnTo>
                    <a:pt x="1329" y="372"/>
                  </a:lnTo>
                  <a:cubicBezTo>
                    <a:pt x="1083" y="135"/>
                    <a:pt x="753" y="1"/>
                    <a:pt x="413" y="1"/>
                  </a:cubicBez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87"/>
            <p:cNvSpPr/>
            <p:nvPr/>
          </p:nvSpPr>
          <p:spPr>
            <a:xfrm>
              <a:off x="4114353" y="1591120"/>
              <a:ext cx="108057" cy="80676"/>
            </a:xfrm>
            <a:custGeom>
              <a:rect b="b" l="l" r="r" t="t"/>
              <a:pathLst>
                <a:path extrusionOk="0" h="3076" w="4120">
                  <a:moveTo>
                    <a:pt x="92" y="1"/>
                  </a:moveTo>
                  <a:cubicBezTo>
                    <a:pt x="58" y="1"/>
                    <a:pt x="25" y="15"/>
                    <a:pt x="1" y="44"/>
                  </a:cubicBezTo>
                  <a:cubicBezTo>
                    <a:pt x="227" y="97"/>
                    <a:pt x="429" y="213"/>
                    <a:pt x="597" y="372"/>
                  </a:cubicBezTo>
                  <a:lnTo>
                    <a:pt x="3441" y="3076"/>
                  </a:lnTo>
                  <a:lnTo>
                    <a:pt x="4120" y="3076"/>
                  </a:lnTo>
                  <a:lnTo>
                    <a:pt x="1281" y="372"/>
                  </a:lnTo>
                  <a:cubicBezTo>
                    <a:pt x="1026" y="131"/>
                    <a:pt x="694" y="1"/>
                    <a:pt x="34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87"/>
            <p:cNvSpPr/>
            <p:nvPr/>
          </p:nvSpPr>
          <p:spPr>
            <a:xfrm>
              <a:off x="4039263" y="1619892"/>
              <a:ext cx="295217" cy="84977"/>
            </a:xfrm>
            <a:custGeom>
              <a:rect b="b" l="l" r="r" t="t"/>
              <a:pathLst>
                <a:path extrusionOk="0" h="3240" w="11256">
                  <a:moveTo>
                    <a:pt x="624" y="1"/>
                  </a:moveTo>
                  <a:cubicBezTo>
                    <a:pt x="620" y="1"/>
                    <a:pt x="616" y="1"/>
                    <a:pt x="612" y="1"/>
                  </a:cubicBezTo>
                  <a:lnTo>
                    <a:pt x="116" y="1"/>
                  </a:lnTo>
                  <a:cubicBezTo>
                    <a:pt x="54" y="1"/>
                    <a:pt x="1" y="49"/>
                    <a:pt x="1" y="112"/>
                  </a:cubicBezTo>
                  <a:lnTo>
                    <a:pt x="1" y="2773"/>
                  </a:lnTo>
                  <a:cubicBezTo>
                    <a:pt x="1" y="3028"/>
                    <a:pt x="208" y="3235"/>
                    <a:pt x="467" y="3239"/>
                  </a:cubicBezTo>
                  <a:lnTo>
                    <a:pt x="11164" y="3239"/>
                  </a:lnTo>
                  <a:cubicBezTo>
                    <a:pt x="11212" y="3239"/>
                    <a:pt x="11255" y="3196"/>
                    <a:pt x="11255" y="3148"/>
                  </a:cubicBezTo>
                  <a:lnTo>
                    <a:pt x="11255" y="3143"/>
                  </a:lnTo>
                  <a:cubicBezTo>
                    <a:pt x="11255" y="3023"/>
                    <a:pt x="11212" y="2907"/>
                    <a:pt x="11125" y="2821"/>
                  </a:cubicBezTo>
                  <a:lnTo>
                    <a:pt x="10866" y="2556"/>
                  </a:lnTo>
                  <a:lnTo>
                    <a:pt x="10471" y="2162"/>
                  </a:lnTo>
                  <a:cubicBezTo>
                    <a:pt x="10216" y="1907"/>
                    <a:pt x="9874" y="1767"/>
                    <a:pt x="9514" y="1767"/>
                  </a:cubicBezTo>
                  <a:lnTo>
                    <a:pt x="2156" y="1767"/>
                  </a:lnTo>
                  <a:cubicBezTo>
                    <a:pt x="1993" y="1767"/>
                    <a:pt x="1844" y="1680"/>
                    <a:pt x="1762" y="1536"/>
                  </a:cubicBezTo>
                  <a:lnTo>
                    <a:pt x="1002" y="222"/>
                  </a:lnTo>
                  <a:cubicBezTo>
                    <a:pt x="922" y="87"/>
                    <a:pt x="778" y="1"/>
                    <a:pt x="62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87"/>
            <p:cNvSpPr/>
            <p:nvPr/>
          </p:nvSpPr>
          <p:spPr>
            <a:xfrm>
              <a:off x="4112962" y="1685539"/>
              <a:ext cx="122325" cy="94419"/>
            </a:xfrm>
            <a:custGeom>
              <a:rect b="b" l="l" r="r" t="t"/>
              <a:pathLst>
                <a:path extrusionOk="0" h="3600" w="4664">
                  <a:moveTo>
                    <a:pt x="2772" y="0"/>
                  </a:moveTo>
                  <a:cubicBezTo>
                    <a:pt x="2739" y="0"/>
                    <a:pt x="2705" y="15"/>
                    <a:pt x="2686" y="43"/>
                  </a:cubicBezTo>
                  <a:lnTo>
                    <a:pt x="54" y="3416"/>
                  </a:lnTo>
                  <a:cubicBezTo>
                    <a:pt x="1" y="3493"/>
                    <a:pt x="49" y="3595"/>
                    <a:pt x="145" y="3599"/>
                  </a:cubicBezTo>
                  <a:lnTo>
                    <a:pt x="395" y="3599"/>
                  </a:lnTo>
                  <a:cubicBezTo>
                    <a:pt x="742" y="3599"/>
                    <a:pt x="1079" y="3465"/>
                    <a:pt x="1329" y="3229"/>
                  </a:cubicBezTo>
                  <a:lnTo>
                    <a:pt x="4615" y="120"/>
                  </a:lnTo>
                  <a:cubicBezTo>
                    <a:pt x="4663" y="77"/>
                    <a:pt x="4630" y="0"/>
                    <a:pt x="4572" y="0"/>
                  </a:cubicBez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87"/>
            <p:cNvSpPr/>
            <p:nvPr/>
          </p:nvSpPr>
          <p:spPr>
            <a:xfrm>
              <a:off x="4286877" y="1666209"/>
              <a:ext cx="37374" cy="20746"/>
            </a:xfrm>
            <a:custGeom>
              <a:rect b="b" l="l" r="r" t="t"/>
              <a:pathLst>
                <a:path extrusionOk="0" h="791" w="1425">
                  <a:moveTo>
                    <a:pt x="0" y="1"/>
                  </a:moveTo>
                  <a:lnTo>
                    <a:pt x="0" y="453"/>
                  </a:lnTo>
                  <a:cubicBezTo>
                    <a:pt x="0" y="641"/>
                    <a:pt x="154" y="790"/>
                    <a:pt x="342" y="790"/>
                  </a:cubicBezTo>
                  <a:lnTo>
                    <a:pt x="1425" y="790"/>
                  </a:lnTo>
                  <a:lnTo>
                    <a:pt x="1030" y="396"/>
                  </a:lnTo>
                  <a:cubicBezTo>
                    <a:pt x="775" y="141"/>
                    <a:pt x="433" y="1"/>
                    <a:pt x="73"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87"/>
            <p:cNvSpPr/>
            <p:nvPr/>
          </p:nvSpPr>
          <p:spPr>
            <a:xfrm>
              <a:off x="4213807" y="1589310"/>
              <a:ext cx="118889" cy="44744"/>
            </a:xfrm>
            <a:custGeom>
              <a:rect b="b" l="l" r="r" t="t"/>
              <a:pathLst>
                <a:path extrusionOk="0" h="1706" w="4533">
                  <a:moveTo>
                    <a:pt x="2232" y="0"/>
                  </a:moveTo>
                  <a:cubicBezTo>
                    <a:pt x="2208" y="0"/>
                    <a:pt x="2185" y="1"/>
                    <a:pt x="2161" y="3"/>
                  </a:cubicBezTo>
                  <a:cubicBezTo>
                    <a:pt x="1622" y="36"/>
                    <a:pt x="1184" y="450"/>
                    <a:pt x="1117" y="984"/>
                  </a:cubicBezTo>
                  <a:cubicBezTo>
                    <a:pt x="1008" y="934"/>
                    <a:pt x="896" y="911"/>
                    <a:pt x="788" y="911"/>
                  </a:cubicBezTo>
                  <a:cubicBezTo>
                    <a:pt x="372" y="911"/>
                    <a:pt x="0" y="1248"/>
                    <a:pt x="0" y="1706"/>
                  </a:cubicBezTo>
                  <a:lnTo>
                    <a:pt x="4533" y="1706"/>
                  </a:lnTo>
                  <a:cubicBezTo>
                    <a:pt x="4533" y="1181"/>
                    <a:pt x="4106" y="790"/>
                    <a:pt x="3619" y="790"/>
                  </a:cubicBezTo>
                  <a:cubicBezTo>
                    <a:pt x="3521" y="790"/>
                    <a:pt x="3421" y="806"/>
                    <a:pt x="3320" y="840"/>
                  </a:cubicBezTo>
                  <a:cubicBezTo>
                    <a:pt x="3192" y="343"/>
                    <a:pt x="2742" y="0"/>
                    <a:pt x="2232"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87"/>
            <p:cNvSpPr/>
            <p:nvPr/>
          </p:nvSpPr>
          <p:spPr>
            <a:xfrm>
              <a:off x="4263403" y="1589258"/>
              <a:ext cx="69424" cy="44797"/>
            </a:xfrm>
            <a:custGeom>
              <a:rect b="b" l="l" r="r" t="t"/>
              <a:pathLst>
                <a:path extrusionOk="0" h="1708" w="2647">
                  <a:moveTo>
                    <a:pt x="339" y="1"/>
                  </a:moveTo>
                  <a:cubicBezTo>
                    <a:pt x="227" y="1"/>
                    <a:pt x="113" y="18"/>
                    <a:pt x="0" y="53"/>
                  </a:cubicBezTo>
                  <a:cubicBezTo>
                    <a:pt x="371" y="173"/>
                    <a:pt x="655" y="471"/>
                    <a:pt x="751" y="842"/>
                  </a:cubicBezTo>
                  <a:cubicBezTo>
                    <a:pt x="850" y="808"/>
                    <a:pt x="950" y="792"/>
                    <a:pt x="1048" y="792"/>
                  </a:cubicBezTo>
                  <a:cubicBezTo>
                    <a:pt x="1534" y="792"/>
                    <a:pt x="1964" y="1183"/>
                    <a:pt x="1964" y="1708"/>
                  </a:cubicBezTo>
                  <a:lnTo>
                    <a:pt x="2647" y="1708"/>
                  </a:lnTo>
                  <a:cubicBezTo>
                    <a:pt x="2643" y="1183"/>
                    <a:pt x="2216" y="792"/>
                    <a:pt x="1728" y="792"/>
                  </a:cubicBezTo>
                  <a:cubicBezTo>
                    <a:pt x="1630" y="792"/>
                    <a:pt x="1530" y="808"/>
                    <a:pt x="1429" y="842"/>
                  </a:cubicBezTo>
                  <a:cubicBezTo>
                    <a:pt x="1300" y="335"/>
                    <a:pt x="839" y="1"/>
                    <a:pt x="339"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87"/>
            <p:cNvSpPr/>
            <p:nvPr/>
          </p:nvSpPr>
          <p:spPr>
            <a:xfrm>
              <a:off x="4114353" y="1685513"/>
              <a:ext cx="120909" cy="94445"/>
            </a:xfrm>
            <a:custGeom>
              <a:rect b="b" l="l" r="r" t="t"/>
              <a:pathLst>
                <a:path extrusionOk="0" h="3601" w="4610">
                  <a:moveTo>
                    <a:pt x="4520" y="1"/>
                  </a:moveTo>
                  <a:cubicBezTo>
                    <a:pt x="4518" y="1"/>
                    <a:pt x="4516" y="1"/>
                    <a:pt x="4514" y="1"/>
                  </a:cubicBezTo>
                  <a:lnTo>
                    <a:pt x="3836" y="1"/>
                  </a:lnTo>
                  <a:cubicBezTo>
                    <a:pt x="3898" y="1"/>
                    <a:pt x="3927" y="73"/>
                    <a:pt x="3884" y="117"/>
                  </a:cubicBezTo>
                  <a:lnTo>
                    <a:pt x="597" y="3230"/>
                  </a:lnTo>
                  <a:cubicBezTo>
                    <a:pt x="429" y="3384"/>
                    <a:pt x="222" y="3499"/>
                    <a:pt x="1" y="3557"/>
                  </a:cubicBezTo>
                  <a:cubicBezTo>
                    <a:pt x="20" y="3586"/>
                    <a:pt x="54" y="3600"/>
                    <a:pt x="92" y="3600"/>
                  </a:cubicBezTo>
                  <a:lnTo>
                    <a:pt x="342" y="3600"/>
                  </a:lnTo>
                  <a:cubicBezTo>
                    <a:pt x="689" y="3600"/>
                    <a:pt x="1026" y="3466"/>
                    <a:pt x="1276" y="3230"/>
                  </a:cubicBezTo>
                  <a:lnTo>
                    <a:pt x="4567" y="117"/>
                  </a:lnTo>
                  <a:cubicBezTo>
                    <a:pt x="4609" y="75"/>
                    <a:pt x="4579" y="1"/>
                    <a:pt x="45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87"/>
            <p:cNvSpPr/>
            <p:nvPr/>
          </p:nvSpPr>
          <p:spPr>
            <a:xfrm>
              <a:off x="4270983" y="1666209"/>
              <a:ext cx="15920" cy="3829"/>
            </a:xfrm>
            <a:custGeom>
              <a:rect b="b" l="l" r="r" t="t"/>
              <a:pathLst>
                <a:path extrusionOk="0" h="146" w="607">
                  <a:moveTo>
                    <a:pt x="0" y="1"/>
                  </a:moveTo>
                  <a:cubicBezTo>
                    <a:pt x="212" y="1"/>
                    <a:pt x="419" y="49"/>
                    <a:pt x="606" y="145"/>
                  </a:cubicBezTo>
                  <a:lnTo>
                    <a:pt x="606"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87"/>
            <p:cNvSpPr/>
            <p:nvPr/>
          </p:nvSpPr>
          <p:spPr>
            <a:xfrm>
              <a:off x="4306443" y="1686929"/>
              <a:ext cx="28037" cy="17940"/>
            </a:xfrm>
            <a:custGeom>
              <a:rect b="b" l="l" r="r" t="t"/>
              <a:pathLst>
                <a:path extrusionOk="0" h="684" w="1069">
                  <a:moveTo>
                    <a:pt x="0" y="0"/>
                  </a:moveTo>
                  <a:lnTo>
                    <a:pt x="260" y="265"/>
                  </a:lnTo>
                  <a:cubicBezTo>
                    <a:pt x="347" y="351"/>
                    <a:pt x="390" y="467"/>
                    <a:pt x="390" y="587"/>
                  </a:cubicBezTo>
                  <a:lnTo>
                    <a:pt x="390" y="592"/>
                  </a:lnTo>
                  <a:cubicBezTo>
                    <a:pt x="390" y="640"/>
                    <a:pt x="347" y="683"/>
                    <a:pt x="298" y="683"/>
                  </a:cubicBezTo>
                  <a:lnTo>
                    <a:pt x="977" y="683"/>
                  </a:lnTo>
                  <a:cubicBezTo>
                    <a:pt x="1025" y="683"/>
                    <a:pt x="1068" y="640"/>
                    <a:pt x="1068" y="592"/>
                  </a:cubicBezTo>
                  <a:lnTo>
                    <a:pt x="1068" y="587"/>
                  </a:lnTo>
                  <a:cubicBezTo>
                    <a:pt x="1068" y="467"/>
                    <a:pt x="1025" y="351"/>
                    <a:pt x="938" y="265"/>
                  </a:cubicBezTo>
                  <a:lnTo>
                    <a:pt x="679"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87"/>
            <p:cNvSpPr/>
            <p:nvPr/>
          </p:nvSpPr>
          <p:spPr>
            <a:xfrm>
              <a:off x="4286877" y="1666209"/>
              <a:ext cx="37374" cy="20746"/>
            </a:xfrm>
            <a:custGeom>
              <a:rect b="b" l="l" r="r" t="t"/>
              <a:pathLst>
                <a:path extrusionOk="0" h="791" w="1425">
                  <a:moveTo>
                    <a:pt x="0" y="1"/>
                  </a:moveTo>
                  <a:lnTo>
                    <a:pt x="0" y="145"/>
                  </a:lnTo>
                  <a:cubicBezTo>
                    <a:pt x="130" y="208"/>
                    <a:pt x="251" y="294"/>
                    <a:pt x="352" y="396"/>
                  </a:cubicBezTo>
                  <a:lnTo>
                    <a:pt x="746" y="790"/>
                  </a:lnTo>
                  <a:lnTo>
                    <a:pt x="1425" y="790"/>
                  </a:lnTo>
                  <a:lnTo>
                    <a:pt x="1030" y="396"/>
                  </a:lnTo>
                  <a:cubicBezTo>
                    <a:pt x="780" y="141"/>
                    <a:pt x="433" y="1"/>
                    <a:pt x="73"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87"/>
            <p:cNvSpPr/>
            <p:nvPr/>
          </p:nvSpPr>
          <p:spPr>
            <a:xfrm>
              <a:off x="4034726" y="1586583"/>
              <a:ext cx="304160" cy="197782"/>
            </a:xfrm>
            <a:custGeom>
              <a:rect b="b" l="l" r="r" t="t"/>
              <a:pathLst>
                <a:path extrusionOk="0" h="7541" w="11597">
                  <a:moveTo>
                    <a:pt x="3378" y="342"/>
                  </a:moveTo>
                  <a:cubicBezTo>
                    <a:pt x="3681" y="342"/>
                    <a:pt x="3975" y="458"/>
                    <a:pt x="4196" y="665"/>
                  </a:cubicBezTo>
                  <a:lnTo>
                    <a:pt x="6516" y="2864"/>
                  </a:lnTo>
                  <a:lnTo>
                    <a:pt x="5207" y="2864"/>
                  </a:lnTo>
                  <a:lnTo>
                    <a:pt x="3239" y="342"/>
                  </a:lnTo>
                  <a:close/>
                  <a:moveTo>
                    <a:pt x="9783" y="3210"/>
                  </a:moveTo>
                  <a:cubicBezTo>
                    <a:pt x="10062" y="3234"/>
                    <a:pt x="10322" y="3355"/>
                    <a:pt x="10524" y="3552"/>
                  </a:cubicBezTo>
                  <a:lnTo>
                    <a:pt x="10625" y="3658"/>
                  </a:lnTo>
                  <a:lnTo>
                    <a:pt x="9951" y="3658"/>
                  </a:lnTo>
                  <a:cubicBezTo>
                    <a:pt x="9860" y="3658"/>
                    <a:pt x="9783" y="3581"/>
                    <a:pt x="9783" y="3489"/>
                  </a:cubicBezTo>
                  <a:lnTo>
                    <a:pt x="9783" y="3210"/>
                  </a:lnTo>
                  <a:close/>
                  <a:moveTo>
                    <a:pt x="7295" y="3942"/>
                  </a:moveTo>
                  <a:lnTo>
                    <a:pt x="4196" y="6877"/>
                  </a:lnTo>
                  <a:cubicBezTo>
                    <a:pt x="3975" y="7084"/>
                    <a:pt x="3681" y="7204"/>
                    <a:pt x="3378" y="7204"/>
                  </a:cubicBezTo>
                  <a:lnTo>
                    <a:pt x="3239" y="7204"/>
                  </a:lnTo>
                  <a:lnTo>
                    <a:pt x="5779" y="3942"/>
                  </a:lnTo>
                  <a:close/>
                  <a:moveTo>
                    <a:pt x="3123" y="1"/>
                  </a:moveTo>
                  <a:cubicBezTo>
                    <a:pt x="2888" y="1"/>
                    <a:pt x="2753" y="270"/>
                    <a:pt x="2897" y="458"/>
                  </a:cubicBezTo>
                  <a:lnTo>
                    <a:pt x="4774" y="2864"/>
                  </a:lnTo>
                  <a:lnTo>
                    <a:pt x="2325" y="2864"/>
                  </a:lnTo>
                  <a:cubicBezTo>
                    <a:pt x="2224" y="2859"/>
                    <a:pt x="2127" y="2806"/>
                    <a:pt x="2079" y="2719"/>
                  </a:cubicBezTo>
                  <a:lnTo>
                    <a:pt x="1319" y="1401"/>
                  </a:lnTo>
                  <a:cubicBezTo>
                    <a:pt x="1208" y="1209"/>
                    <a:pt x="1001" y="1093"/>
                    <a:pt x="780" y="1093"/>
                  </a:cubicBezTo>
                  <a:lnTo>
                    <a:pt x="284" y="1093"/>
                  </a:lnTo>
                  <a:cubicBezTo>
                    <a:pt x="126" y="1093"/>
                    <a:pt x="0" y="1223"/>
                    <a:pt x="0" y="1377"/>
                  </a:cubicBezTo>
                  <a:lnTo>
                    <a:pt x="0" y="4047"/>
                  </a:lnTo>
                  <a:cubicBezTo>
                    <a:pt x="0" y="4394"/>
                    <a:pt x="284" y="4678"/>
                    <a:pt x="631" y="4678"/>
                  </a:cubicBezTo>
                  <a:lnTo>
                    <a:pt x="2098" y="4678"/>
                  </a:lnTo>
                  <a:cubicBezTo>
                    <a:pt x="2325" y="4678"/>
                    <a:pt x="2325" y="4341"/>
                    <a:pt x="2098" y="4341"/>
                  </a:cubicBezTo>
                  <a:lnTo>
                    <a:pt x="636" y="4341"/>
                  </a:lnTo>
                  <a:cubicBezTo>
                    <a:pt x="472" y="4341"/>
                    <a:pt x="342" y="4206"/>
                    <a:pt x="342" y="4043"/>
                  </a:cubicBezTo>
                  <a:lnTo>
                    <a:pt x="342" y="1439"/>
                  </a:lnTo>
                  <a:lnTo>
                    <a:pt x="780" y="1439"/>
                  </a:lnTo>
                  <a:cubicBezTo>
                    <a:pt x="784" y="1439"/>
                    <a:pt x="788" y="1439"/>
                    <a:pt x="793" y="1439"/>
                  </a:cubicBezTo>
                  <a:cubicBezTo>
                    <a:pt x="889" y="1439"/>
                    <a:pt x="979" y="1491"/>
                    <a:pt x="1025" y="1574"/>
                  </a:cubicBezTo>
                  <a:lnTo>
                    <a:pt x="1786" y="2893"/>
                  </a:lnTo>
                  <a:cubicBezTo>
                    <a:pt x="1896" y="3085"/>
                    <a:pt x="2103" y="3205"/>
                    <a:pt x="2325" y="3205"/>
                  </a:cubicBezTo>
                  <a:lnTo>
                    <a:pt x="9446" y="3205"/>
                  </a:lnTo>
                  <a:lnTo>
                    <a:pt x="9446" y="3489"/>
                  </a:lnTo>
                  <a:cubicBezTo>
                    <a:pt x="9446" y="3768"/>
                    <a:pt x="9672" y="3999"/>
                    <a:pt x="9956" y="3999"/>
                  </a:cubicBezTo>
                  <a:lnTo>
                    <a:pt x="10966" y="3999"/>
                  </a:lnTo>
                  <a:lnTo>
                    <a:pt x="11178" y="4211"/>
                  </a:lnTo>
                  <a:cubicBezTo>
                    <a:pt x="11212" y="4245"/>
                    <a:pt x="11236" y="4288"/>
                    <a:pt x="11250" y="4336"/>
                  </a:cubicBezTo>
                  <a:lnTo>
                    <a:pt x="7372" y="4336"/>
                  </a:lnTo>
                  <a:lnTo>
                    <a:pt x="7844" y="3893"/>
                  </a:lnTo>
                  <a:cubicBezTo>
                    <a:pt x="7954" y="3788"/>
                    <a:pt x="7877" y="3600"/>
                    <a:pt x="7723" y="3600"/>
                  </a:cubicBezTo>
                  <a:lnTo>
                    <a:pt x="5755" y="3600"/>
                  </a:lnTo>
                  <a:cubicBezTo>
                    <a:pt x="5669" y="3600"/>
                    <a:pt x="5587" y="3643"/>
                    <a:pt x="5534" y="3711"/>
                  </a:cubicBezTo>
                  <a:lnTo>
                    <a:pt x="5043" y="4336"/>
                  </a:lnTo>
                  <a:lnTo>
                    <a:pt x="2888" y="4336"/>
                  </a:lnTo>
                  <a:cubicBezTo>
                    <a:pt x="2661" y="4336"/>
                    <a:pt x="2661" y="4678"/>
                    <a:pt x="2888" y="4678"/>
                  </a:cubicBezTo>
                  <a:lnTo>
                    <a:pt x="4779" y="4678"/>
                  </a:lnTo>
                  <a:lnTo>
                    <a:pt x="2902" y="7084"/>
                  </a:lnTo>
                  <a:cubicBezTo>
                    <a:pt x="2753" y="7266"/>
                    <a:pt x="2888" y="7541"/>
                    <a:pt x="3123" y="7541"/>
                  </a:cubicBezTo>
                  <a:lnTo>
                    <a:pt x="3378" y="7541"/>
                  </a:lnTo>
                  <a:cubicBezTo>
                    <a:pt x="3768" y="7541"/>
                    <a:pt x="4143" y="7392"/>
                    <a:pt x="4427" y="7117"/>
                  </a:cubicBezTo>
                  <a:lnTo>
                    <a:pt x="7016" y="4673"/>
                  </a:lnTo>
                  <a:lnTo>
                    <a:pt x="11337" y="4673"/>
                  </a:lnTo>
                  <a:cubicBezTo>
                    <a:pt x="11481" y="4673"/>
                    <a:pt x="11597" y="4557"/>
                    <a:pt x="11597" y="4413"/>
                  </a:cubicBezTo>
                  <a:lnTo>
                    <a:pt x="11597" y="4408"/>
                  </a:lnTo>
                  <a:cubicBezTo>
                    <a:pt x="11597" y="4245"/>
                    <a:pt x="11534" y="4086"/>
                    <a:pt x="11419" y="3970"/>
                  </a:cubicBezTo>
                  <a:lnTo>
                    <a:pt x="10764" y="3311"/>
                  </a:lnTo>
                  <a:cubicBezTo>
                    <a:pt x="10476" y="3027"/>
                    <a:pt x="10091" y="2864"/>
                    <a:pt x="9687" y="2864"/>
                  </a:cubicBezTo>
                  <a:lnTo>
                    <a:pt x="7011" y="2864"/>
                  </a:lnTo>
                  <a:lnTo>
                    <a:pt x="4427" y="419"/>
                  </a:lnTo>
                  <a:cubicBezTo>
                    <a:pt x="4143" y="150"/>
                    <a:pt x="3768" y="1"/>
                    <a:pt x="33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87"/>
            <p:cNvSpPr/>
            <p:nvPr/>
          </p:nvSpPr>
          <p:spPr>
            <a:xfrm>
              <a:off x="4209270" y="1584852"/>
              <a:ext cx="127990" cy="53635"/>
            </a:xfrm>
            <a:custGeom>
              <a:rect b="b" l="l" r="r" t="t"/>
              <a:pathLst>
                <a:path extrusionOk="0" h="2045" w="4880">
                  <a:moveTo>
                    <a:pt x="2408" y="1"/>
                  </a:moveTo>
                  <a:cubicBezTo>
                    <a:pt x="1875" y="1"/>
                    <a:pt x="1343" y="317"/>
                    <a:pt x="1165" y="933"/>
                  </a:cubicBezTo>
                  <a:cubicBezTo>
                    <a:pt x="1097" y="919"/>
                    <a:pt x="1030" y="912"/>
                    <a:pt x="965" y="912"/>
                  </a:cubicBezTo>
                  <a:cubicBezTo>
                    <a:pt x="444" y="912"/>
                    <a:pt x="0" y="1333"/>
                    <a:pt x="0" y="1876"/>
                  </a:cubicBezTo>
                  <a:cubicBezTo>
                    <a:pt x="0" y="1967"/>
                    <a:pt x="77" y="2044"/>
                    <a:pt x="173" y="2044"/>
                  </a:cubicBezTo>
                  <a:lnTo>
                    <a:pt x="3094" y="2044"/>
                  </a:lnTo>
                  <a:cubicBezTo>
                    <a:pt x="3325" y="2044"/>
                    <a:pt x="3325" y="1708"/>
                    <a:pt x="3094" y="1708"/>
                  </a:cubicBezTo>
                  <a:lnTo>
                    <a:pt x="366" y="1708"/>
                  </a:lnTo>
                  <a:cubicBezTo>
                    <a:pt x="443" y="1438"/>
                    <a:pt x="688" y="1250"/>
                    <a:pt x="967" y="1250"/>
                  </a:cubicBezTo>
                  <a:cubicBezTo>
                    <a:pt x="1054" y="1250"/>
                    <a:pt x="1141" y="1270"/>
                    <a:pt x="1222" y="1308"/>
                  </a:cubicBezTo>
                  <a:cubicBezTo>
                    <a:pt x="1246" y="1319"/>
                    <a:pt x="1270" y="1324"/>
                    <a:pt x="1294" y="1324"/>
                  </a:cubicBezTo>
                  <a:cubicBezTo>
                    <a:pt x="1377" y="1324"/>
                    <a:pt x="1452" y="1263"/>
                    <a:pt x="1463" y="1173"/>
                  </a:cubicBezTo>
                  <a:cubicBezTo>
                    <a:pt x="1521" y="721"/>
                    <a:pt x="1891" y="370"/>
                    <a:pt x="2348" y="341"/>
                  </a:cubicBezTo>
                  <a:cubicBezTo>
                    <a:pt x="2369" y="340"/>
                    <a:pt x="2389" y="339"/>
                    <a:pt x="2409" y="339"/>
                  </a:cubicBezTo>
                  <a:cubicBezTo>
                    <a:pt x="2842" y="339"/>
                    <a:pt x="3224" y="630"/>
                    <a:pt x="3335" y="1053"/>
                  </a:cubicBezTo>
                  <a:cubicBezTo>
                    <a:pt x="3354" y="1131"/>
                    <a:pt x="3423" y="1183"/>
                    <a:pt x="3500" y="1183"/>
                  </a:cubicBezTo>
                  <a:cubicBezTo>
                    <a:pt x="3518" y="1183"/>
                    <a:pt x="3537" y="1180"/>
                    <a:pt x="3556" y="1173"/>
                  </a:cubicBezTo>
                  <a:cubicBezTo>
                    <a:pt x="3635" y="1147"/>
                    <a:pt x="3715" y="1134"/>
                    <a:pt x="3794" y="1134"/>
                  </a:cubicBezTo>
                  <a:cubicBezTo>
                    <a:pt x="4128" y="1134"/>
                    <a:pt x="4437" y="1361"/>
                    <a:pt x="4518" y="1708"/>
                  </a:cubicBezTo>
                  <a:lnTo>
                    <a:pt x="3888" y="1708"/>
                  </a:lnTo>
                  <a:cubicBezTo>
                    <a:pt x="3662" y="1708"/>
                    <a:pt x="3662" y="2044"/>
                    <a:pt x="3888" y="2044"/>
                  </a:cubicBezTo>
                  <a:lnTo>
                    <a:pt x="4706" y="2044"/>
                  </a:lnTo>
                  <a:cubicBezTo>
                    <a:pt x="4802" y="2044"/>
                    <a:pt x="4879" y="1967"/>
                    <a:pt x="4879" y="1876"/>
                  </a:cubicBezTo>
                  <a:cubicBezTo>
                    <a:pt x="4879" y="1267"/>
                    <a:pt x="4379" y="791"/>
                    <a:pt x="3793" y="791"/>
                  </a:cubicBezTo>
                  <a:cubicBezTo>
                    <a:pt x="3731" y="791"/>
                    <a:pt x="3668" y="797"/>
                    <a:pt x="3604" y="808"/>
                  </a:cubicBezTo>
                  <a:cubicBezTo>
                    <a:pt x="3383" y="265"/>
                    <a:pt x="2895" y="1"/>
                    <a:pt x="2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87"/>
            <p:cNvSpPr/>
            <p:nvPr/>
          </p:nvSpPr>
          <p:spPr>
            <a:xfrm>
              <a:off x="4150442" y="1679533"/>
              <a:ext cx="13927" cy="11960"/>
            </a:xfrm>
            <a:custGeom>
              <a:rect b="b" l="l" r="r" t="t"/>
              <a:pathLst>
                <a:path extrusionOk="0" h="456" w="531">
                  <a:moveTo>
                    <a:pt x="298" y="1"/>
                  </a:moveTo>
                  <a:cubicBezTo>
                    <a:pt x="243" y="1"/>
                    <a:pt x="187" y="21"/>
                    <a:pt x="140" y="66"/>
                  </a:cubicBezTo>
                  <a:cubicBezTo>
                    <a:pt x="1" y="210"/>
                    <a:pt x="102" y="455"/>
                    <a:pt x="304" y="455"/>
                  </a:cubicBezTo>
                  <a:cubicBezTo>
                    <a:pt x="429" y="455"/>
                    <a:pt x="530" y="354"/>
                    <a:pt x="530" y="229"/>
                  </a:cubicBezTo>
                  <a:cubicBezTo>
                    <a:pt x="530" y="92"/>
                    <a:pt x="417"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87"/>
            <p:cNvSpPr/>
            <p:nvPr/>
          </p:nvSpPr>
          <p:spPr>
            <a:xfrm>
              <a:off x="4126732" y="1679533"/>
              <a:ext cx="13769" cy="11960"/>
            </a:xfrm>
            <a:custGeom>
              <a:rect b="b" l="l" r="r" t="t"/>
              <a:pathLst>
                <a:path extrusionOk="0" h="456" w="525">
                  <a:moveTo>
                    <a:pt x="297" y="1"/>
                  </a:moveTo>
                  <a:cubicBezTo>
                    <a:pt x="242" y="1"/>
                    <a:pt x="186" y="21"/>
                    <a:pt x="140" y="66"/>
                  </a:cubicBezTo>
                  <a:cubicBezTo>
                    <a:pt x="0" y="210"/>
                    <a:pt x="96" y="455"/>
                    <a:pt x="299" y="455"/>
                  </a:cubicBezTo>
                  <a:cubicBezTo>
                    <a:pt x="424" y="455"/>
                    <a:pt x="525" y="354"/>
                    <a:pt x="525" y="229"/>
                  </a:cubicBezTo>
                  <a:cubicBezTo>
                    <a:pt x="525" y="92"/>
                    <a:pt x="413" y="1"/>
                    <a:pt x="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87"/>
            <p:cNvSpPr/>
            <p:nvPr/>
          </p:nvSpPr>
          <p:spPr>
            <a:xfrm>
              <a:off x="4104884" y="1679533"/>
              <a:ext cx="13927" cy="11960"/>
            </a:xfrm>
            <a:custGeom>
              <a:rect b="b" l="l" r="r" t="t"/>
              <a:pathLst>
                <a:path extrusionOk="0" h="456" w="531">
                  <a:moveTo>
                    <a:pt x="231" y="1"/>
                  </a:moveTo>
                  <a:cubicBezTo>
                    <a:pt x="114" y="1"/>
                    <a:pt x="1" y="92"/>
                    <a:pt x="1" y="229"/>
                  </a:cubicBezTo>
                  <a:cubicBezTo>
                    <a:pt x="1" y="354"/>
                    <a:pt x="102" y="455"/>
                    <a:pt x="227" y="455"/>
                  </a:cubicBezTo>
                  <a:cubicBezTo>
                    <a:pt x="429" y="455"/>
                    <a:pt x="530" y="210"/>
                    <a:pt x="386" y="66"/>
                  </a:cubicBezTo>
                  <a:cubicBezTo>
                    <a:pt x="341" y="21"/>
                    <a:pt x="286"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87"/>
            <p:cNvSpPr/>
            <p:nvPr/>
          </p:nvSpPr>
          <p:spPr>
            <a:xfrm>
              <a:off x="4081175" y="1679612"/>
              <a:ext cx="13901" cy="11829"/>
            </a:xfrm>
            <a:custGeom>
              <a:rect b="b" l="l" r="r" t="t"/>
              <a:pathLst>
                <a:path extrusionOk="0" h="451" w="530">
                  <a:moveTo>
                    <a:pt x="226" y="0"/>
                  </a:moveTo>
                  <a:cubicBezTo>
                    <a:pt x="101" y="0"/>
                    <a:pt x="0" y="101"/>
                    <a:pt x="0" y="226"/>
                  </a:cubicBezTo>
                  <a:cubicBezTo>
                    <a:pt x="0" y="363"/>
                    <a:pt x="112" y="451"/>
                    <a:pt x="228" y="451"/>
                  </a:cubicBezTo>
                  <a:cubicBezTo>
                    <a:pt x="283" y="451"/>
                    <a:pt x="340" y="430"/>
                    <a:pt x="385" y="385"/>
                  </a:cubicBezTo>
                  <a:cubicBezTo>
                    <a:pt x="529" y="241"/>
                    <a:pt x="428"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87"/>
            <p:cNvSpPr/>
            <p:nvPr/>
          </p:nvSpPr>
          <p:spPr>
            <a:xfrm>
              <a:off x="4251417" y="1679533"/>
              <a:ext cx="13901" cy="11960"/>
            </a:xfrm>
            <a:custGeom>
              <a:rect b="b" l="l" r="r" t="t"/>
              <a:pathLst>
                <a:path extrusionOk="0" h="456" w="530">
                  <a:moveTo>
                    <a:pt x="298" y="1"/>
                  </a:moveTo>
                  <a:cubicBezTo>
                    <a:pt x="242" y="1"/>
                    <a:pt x="186" y="21"/>
                    <a:pt x="140" y="66"/>
                  </a:cubicBezTo>
                  <a:cubicBezTo>
                    <a:pt x="0" y="210"/>
                    <a:pt x="101" y="455"/>
                    <a:pt x="303" y="455"/>
                  </a:cubicBezTo>
                  <a:cubicBezTo>
                    <a:pt x="428" y="455"/>
                    <a:pt x="530" y="354"/>
                    <a:pt x="530" y="229"/>
                  </a:cubicBezTo>
                  <a:cubicBezTo>
                    <a:pt x="530" y="92"/>
                    <a:pt x="416"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8" name="Google Shape;15268;p87"/>
          <p:cNvGrpSpPr/>
          <p:nvPr/>
        </p:nvGrpSpPr>
        <p:grpSpPr>
          <a:xfrm>
            <a:off x="2666332" y="1538324"/>
            <a:ext cx="322861" cy="292227"/>
            <a:chOff x="2666332" y="1538324"/>
            <a:chExt cx="322861" cy="292227"/>
          </a:xfrm>
        </p:grpSpPr>
        <p:sp>
          <p:nvSpPr>
            <p:cNvPr id="15269" name="Google Shape;15269;p87"/>
            <p:cNvSpPr/>
            <p:nvPr/>
          </p:nvSpPr>
          <p:spPr>
            <a:xfrm>
              <a:off x="2711260" y="1803537"/>
              <a:ext cx="265317" cy="22608"/>
            </a:xfrm>
            <a:custGeom>
              <a:rect b="b" l="l" r="r" t="t"/>
              <a:pathLst>
                <a:path extrusionOk="0" h="862" w="10116">
                  <a:moveTo>
                    <a:pt x="1" y="0"/>
                  </a:moveTo>
                  <a:lnTo>
                    <a:pt x="150" y="505"/>
                  </a:lnTo>
                  <a:cubicBezTo>
                    <a:pt x="217" y="712"/>
                    <a:pt x="405" y="852"/>
                    <a:pt x="621" y="861"/>
                  </a:cubicBezTo>
                  <a:lnTo>
                    <a:pt x="9499" y="861"/>
                  </a:lnTo>
                  <a:cubicBezTo>
                    <a:pt x="9716" y="852"/>
                    <a:pt x="9903" y="712"/>
                    <a:pt x="9971" y="505"/>
                  </a:cubicBezTo>
                  <a:lnTo>
                    <a:pt x="10115" y="0"/>
                  </a:ln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87"/>
            <p:cNvSpPr/>
            <p:nvPr/>
          </p:nvSpPr>
          <p:spPr>
            <a:xfrm>
              <a:off x="2672653" y="1637700"/>
              <a:ext cx="266812" cy="146323"/>
            </a:xfrm>
            <a:custGeom>
              <a:rect b="b" l="l" r="r" t="t"/>
              <a:pathLst>
                <a:path extrusionOk="0" h="5579" w="10173">
                  <a:moveTo>
                    <a:pt x="2892" y="742"/>
                  </a:moveTo>
                  <a:lnTo>
                    <a:pt x="2892" y="1944"/>
                  </a:lnTo>
                  <a:cubicBezTo>
                    <a:pt x="2892" y="2166"/>
                    <a:pt x="2911" y="2392"/>
                    <a:pt x="2955" y="2613"/>
                  </a:cubicBezTo>
                  <a:lnTo>
                    <a:pt x="2724" y="2613"/>
                  </a:lnTo>
                  <a:cubicBezTo>
                    <a:pt x="1757" y="2613"/>
                    <a:pt x="1093" y="1641"/>
                    <a:pt x="1449" y="742"/>
                  </a:cubicBezTo>
                  <a:close/>
                  <a:moveTo>
                    <a:pt x="1016" y="1"/>
                  </a:moveTo>
                  <a:cubicBezTo>
                    <a:pt x="0" y="1396"/>
                    <a:pt x="996" y="3354"/>
                    <a:pt x="2724" y="3354"/>
                  </a:cubicBezTo>
                  <a:lnTo>
                    <a:pt x="3176" y="3354"/>
                  </a:lnTo>
                  <a:cubicBezTo>
                    <a:pt x="3753" y="4719"/>
                    <a:pt x="5087" y="5579"/>
                    <a:pt x="6525" y="5579"/>
                  </a:cubicBezTo>
                  <a:cubicBezTo>
                    <a:pt x="6766" y="5579"/>
                    <a:pt x="7009" y="5555"/>
                    <a:pt x="7252" y="5505"/>
                  </a:cubicBezTo>
                  <a:cubicBezTo>
                    <a:pt x="8945" y="5164"/>
                    <a:pt x="10168" y="3672"/>
                    <a:pt x="10172" y="1944"/>
                  </a:cubicBezTo>
                  <a:lnTo>
                    <a:pt x="10172"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87"/>
            <p:cNvSpPr/>
            <p:nvPr/>
          </p:nvSpPr>
          <p:spPr>
            <a:xfrm>
              <a:off x="2837204" y="1671927"/>
              <a:ext cx="81174" cy="84689"/>
            </a:xfrm>
            <a:custGeom>
              <a:rect b="b" l="l" r="r" t="t"/>
              <a:pathLst>
                <a:path extrusionOk="0" h="3229" w="3095">
                  <a:moveTo>
                    <a:pt x="2910" y="1"/>
                  </a:moveTo>
                  <a:cubicBezTo>
                    <a:pt x="2821" y="1"/>
                    <a:pt x="2732" y="60"/>
                    <a:pt x="2724" y="178"/>
                  </a:cubicBezTo>
                  <a:lnTo>
                    <a:pt x="2724" y="389"/>
                  </a:lnTo>
                  <a:cubicBezTo>
                    <a:pt x="2720" y="1751"/>
                    <a:pt x="1618" y="2858"/>
                    <a:pt x="256" y="2858"/>
                  </a:cubicBezTo>
                  <a:cubicBezTo>
                    <a:pt x="251" y="2857"/>
                    <a:pt x="247" y="2857"/>
                    <a:pt x="242" y="2857"/>
                  </a:cubicBezTo>
                  <a:cubicBezTo>
                    <a:pt x="1" y="2857"/>
                    <a:pt x="1" y="3229"/>
                    <a:pt x="242" y="3229"/>
                  </a:cubicBezTo>
                  <a:cubicBezTo>
                    <a:pt x="247" y="3229"/>
                    <a:pt x="251" y="3228"/>
                    <a:pt x="256" y="3228"/>
                  </a:cubicBezTo>
                  <a:cubicBezTo>
                    <a:pt x="1825" y="3223"/>
                    <a:pt x="3090" y="1958"/>
                    <a:pt x="3095" y="389"/>
                  </a:cubicBezTo>
                  <a:lnTo>
                    <a:pt x="3095" y="178"/>
                  </a:lnTo>
                  <a:cubicBezTo>
                    <a:pt x="3088" y="60"/>
                    <a:pt x="2999" y="1"/>
                    <a:pt x="2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87"/>
            <p:cNvSpPr/>
            <p:nvPr/>
          </p:nvSpPr>
          <p:spPr>
            <a:xfrm>
              <a:off x="2908648" y="1626632"/>
              <a:ext cx="9730" cy="35328"/>
            </a:xfrm>
            <a:custGeom>
              <a:rect b="b" l="l" r="r" t="t"/>
              <a:pathLst>
                <a:path extrusionOk="0" h="1347" w="371">
                  <a:moveTo>
                    <a:pt x="186" y="0"/>
                  </a:moveTo>
                  <a:cubicBezTo>
                    <a:pt x="97" y="0"/>
                    <a:pt x="8" y="59"/>
                    <a:pt x="0" y="177"/>
                  </a:cubicBezTo>
                  <a:lnTo>
                    <a:pt x="0" y="1164"/>
                  </a:lnTo>
                  <a:cubicBezTo>
                    <a:pt x="0" y="1265"/>
                    <a:pt x="82" y="1346"/>
                    <a:pt x="183" y="1346"/>
                  </a:cubicBezTo>
                  <a:cubicBezTo>
                    <a:pt x="284" y="1346"/>
                    <a:pt x="371" y="1265"/>
                    <a:pt x="371" y="1164"/>
                  </a:cubicBezTo>
                  <a:lnTo>
                    <a:pt x="371" y="177"/>
                  </a:lnTo>
                  <a:cubicBezTo>
                    <a:pt x="364" y="59"/>
                    <a:pt x="275" y="0"/>
                    <a:pt x="1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87"/>
            <p:cNvSpPr/>
            <p:nvPr/>
          </p:nvSpPr>
          <p:spPr>
            <a:xfrm>
              <a:off x="2698776" y="1798239"/>
              <a:ext cx="290417" cy="32312"/>
            </a:xfrm>
            <a:custGeom>
              <a:rect b="b" l="l" r="r" t="t"/>
              <a:pathLst>
                <a:path extrusionOk="0" h="1232" w="11073">
                  <a:moveTo>
                    <a:pt x="10346" y="371"/>
                  </a:moveTo>
                  <a:lnTo>
                    <a:pt x="10269" y="640"/>
                  </a:lnTo>
                  <a:cubicBezTo>
                    <a:pt x="10225" y="765"/>
                    <a:pt x="10110" y="852"/>
                    <a:pt x="9975" y="861"/>
                  </a:cubicBezTo>
                  <a:lnTo>
                    <a:pt x="1097" y="861"/>
                  </a:lnTo>
                  <a:cubicBezTo>
                    <a:pt x="963" y="852"/>
                    <a:pt x="847" y="765"/>
                    <a:pt x="799" y="640"/>
                  </a:cubicBezTo>
                  <a:lnTo>
                    <a:pt x="722" y="371"/>
                  </a:lnTo>
                  <a:close/>
                  <a:moveTo>
                    <a:pt x="231" y="0"/>
                  </a:moveTo>
                  <a:cubicBezTo>
                    <a:pt x="0" y="14"/>
                    <a:pt x="0" y="356"/>
                    <a:pt x="231" y="371"/>
                  </a:cubicBezTo>
                  <a:lnTo>
                    <a:pt x="337" y="371"/>
                  </a:lnTo>
                  <a:lnTo>
                    <a:pt x="448" y="741"/>
                  </a:lnTo>
                  <a:cubicBezTo>
                    <a:pt x="535" y="1025"/>
                    <a:pt x="794" y="1222"/>
                    <a:pt x="1097" y="1232"/>
                  </a:cubicBezTo>
                  <a:lnTo>
                    <a:pt x="9975" y="1232"/>
                  </a:lnTo>
                  <a:cubicBezTo>
                    <a:pt x="10273" y="1222"/>
                    <a:pt x="10533" y="1025"/>
                    <a:pt x="10625" y="741"/>
                  </a:cubicBezTo>
                  <a:lnTo>
                    <a:pt x="10731" y="371"/>
                  </a:lnTo>
                  <a:lnTo>
                    <a:pt x="10836" y="371"/>
                  </a:lnTo>
                  <a:cubicBezTo>
                    <a:pt x="11072" y="356"/>
                    <a:pt x="11072" y="14"/>
                    <a:pt x="1083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87"/>
            <p:cNvSpPr/>
            <p:nvPr/>
          </p:nvSpPr>
          <p:spPr>
            <a:xfrm>
              <a:off x="2695497" y="1651837"/>
              <a:ext cx="59956" cy="58828"/>
            </a:xfrm>
            <a:custGeom>
              <a:rect b="b" l="l" r="r" t="t"/>
              <a:pathLst>
                <a:path extrusionOk="0" h="2243" w="2286">
                  <a:moveTo>
                    <a:pt x="712" y="366"/>
                  </a:moveTo>
                  <a:lnTo>
                    <a:pt x="712" y="371"/>
                  </a:lnTo>
                  <a:lnTo>
                    <a:pt x="1838" y="371"/>
                  </a:lnTo>
                  <a:lnTo>
                    <a:pt x="1838" y="1386"/>
                  </a:lnTo>
                  <a:cubicBezTo>
                    <a:pt x="1838" y="1550"/>
                    <a:pt x="1848" y="1713"/>
                    <a:pt x="1872" y="1872"/>
                  </a:cubicBezTo>
                  <a:lnTo>
                    <a:pt x="1853" y="1872"/>
                  </a:lnTo>
                  <a:cubicBezTo>
                    <a:pt x="1068" y="1872"/>
                    <a:pt x="501" y="1126"/>
                    <a:pt x="712" y="366"/>
                  </a:cubicBezTo>
                  <a:close/>
                  <a:moveTo>
                    <a:pt x="573" y="0"/>
                  </a:moveTo>
                  <a:cubicBezTo>
                    <a:pt x="496" y="0"/>
                    <a:pt x="429" y="44"/>
                    <a:pt x="400" y="116"/>
                  </a:cubicBezTo>
                  <a:cubicBezTo>
                    <a:pt x="0" y="1141"/>
                    <a:pt x="756" y="2243"/>
                    <a:pt x="1853" y="2243"/>
                  </a:cubicBezTo>
                  <a:lnTo>
                    <a:pt x="2084" y="2243"/>
                  </a:lnTo>
                  <a:cubicBezTo>
                    <a:pt x="2199" y="2243"/>
                    <a:pt x="2286" y="2137"/>
                    <a:pt x="2267" y="2021"/>
                  </a:cubicBezTo>
                  <a:cubicBezTo>
                    <a:pt x="2228" y="1814"/>
                    <a:pt x="2204" y="1603"/>
                    <a:pt x="2204" y="1386"/>
                  </a:cubicBezTo>
                  <a:lnTo>
                    <a:pt x="2204" y="183"/>
                  </a:lnTo>
                  <a:cubicBezTo>
                    <a:pt x="2204" y="82"/>
                    <a:pt x="2122" y="0"/>
                    <a:pt x="20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87"/>
            <p:cNvSpPr/>
            <p:nvPr/>
          </p:nvSpPr>
          <p:spPr>
            <a:xfrm>
              <a:off x="2666332" y="1632402"/>
              <a:ext cx="277933" cy="156159"/>
            </a:xfrm>
            <a:custGeom>
              <a:rect b="b" l="l" r="r" t="t"/>
              <a:pathLst>
                <a:path extrusionOk="0" h="5954" w="10597">
                  <a:moveTo>
                    <a:pt x="10226" y="376"/>
                  </a:moveTo>
                  <a:lnTo>
                    <a:pt x="10226" y="2132"/>
                  </a:lnTo>
                  <a:cubicBezTo>
                    <a:pt x="10226" y="3773"/>
                    <a:pt x="9066" y="5192"/>
                    <a:pt x="7454" y="5515"/>
                  </a:cubicBezTo>
                  <a:cubicBezTo>
                    <a:pt x="7224" y="5561"/>
                    <a:pt x="6994" y="5584"/>
                    <a:pt x="6767" y="5584"/>
                  </a:cubicBezTo>
                  <a:cubicBezTo>
                    <a:pt x="5401" y="5584"/>
                    <a:pt x="4134" y="4769"/>
                    <a:pt x="3586" y="3470"/>
                  </a:cubicBezTo>
                  <a:cubicBezTo>
                    <a:pt x="3557" y="3398"/>
                    <a:pt x="3489" y="3354"/>
                    <a:pt x="3417" y="3354"/>
                  </a:cubicBezTo>
                  <a:lnTo>
                    <a:pt x="2965" y="3354"/>
                  </a:lnTo>
                  <a:cubicBezTo>
                    <a:pt x="1901" y="3354"/>
                    <a:pt x="1040" y="2493"/>
                    <a:pt x="1040" y="1430"/>
                  </a:cubicBezTo>
                  <a:cubicBezTo>
                    <a:pt x="1040" y="1054"/>
                    <a:pt x="1146" y="689"/>
                    <a:pt x="1353" y="376"/>
                  </a:cubicBezTo>
                  <a:close/>
                  <a:moveTo>
                    <a:pt x="1257" y="0"/>
                  </a:moveTo>
                  <a:cubicBezTo>
                    <a:pt x="1199" y="0"/>
                    <a:pt x="1141" y="29"/>
                    <a:pt x="1107" y="77"/>
                  </a:cubicBezTo>
                  <a:cubicBezTo>
                    <a:pt x="1" y="1593"/>
                    <a:pt x="1088" y="3725"/>
                    <a:pt x="2965" y="3725"/>
                  </a:cubicBezTo>
                  <a:lnTo>
                    <a:pt x="3297" y="3725"/>
                  </a:lnTo>
                  <a:cubicBezTo>
                    <a:pt x="3931" y="5104"/>
                    <a:pt x="5305" y="5953"/>
                    <a:pt x="6776" y="5953"/>
                  </a:cubicBezTo>
                  <a:cubicBezTo>
                    <a:pt x="7045" y="5953"/>
                    <a:pt x="7317" y="5925"/>
                    <a:pt x="7589" y="5866"/>
                  </a:cubicBezTo>
                  <a:cubicBezTo>
                    <a:pt x="9345" y="5481"/>
                    <a:pt x="10596" y="3927"/>
                    <a:pt x="10596" y="2127"/>
                  </a:cubicBezTo>
                  <a:lnTo>
                    <a:pt x="10596" y="188"/>
                  </a:lnTo>
                  <a:cubicBezTo>
                    <a:pt x="10596" y="82"/>
                    <a:pt x="10514" y="0"/>
                    <a:pt x="104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87"/>
            <p:cNvSpPr/>
            <p:nvPr/>
          </p:nvSpPr>
          <p:spPr>
            <a:xfrm>
              <a:off x="2816275" y="1538324"/>
              <a:ext cx="16497" cy="84374"/>
            </a:xfrm>
            <a:custGeom>
              <a:rect b="b" l="l" r="r" t="t"/>
              <a:pathLst>
                <a:path extrusionOk="0" h="3217" w="629">
                  <a:moveTo>
                    <a:pt x="436" y="0"/>
                  </a:moveTo>
                  <a:cubicBezTo>
                    <a:pt x="341" y="0"/>
                    <a:pt x="246" y="65"/>
                    <a:pt x="255" y="195"/>
                  </a:cubicBezTo>
                  <a:cubicBezTo>
                    <a:pt x="255" y="335"/>
                    <a:pt x="221" y="469"/>
                    <a:pt x="149" y="585"/>
                  </a:cubicBezTo>
                  <a:cubicBezTo>
                    <a:pt x="53" y="753"/>
                    <a:pt x="0" y="946"/>
                    <a:pt x="5" y="1143"/>
                  </a:cubicBezTo>
                  <a:cubicBezTo>
                    <a:pt x="0" y="1340"/>
                    <a:pt x="53" y="1533"/>
                    <a:pt x="149" y="1701"/>
                  </a:cubicBezTo>
                  <a:cubicBezTo>
                    <a:pt x="221" y="1817"/>
                    <a:pt x="255" y="1951"/>
                    <a:pt x="255" y="2086"/>
                  </a:cubicBezTo>
                  <a:cubicBezTo>
                    <a:pt x="255" y="2226"/>
                    <a:pt x="221" y="2360"/>
                    <a:pt x="149" y="2476"/>
                  </a:cubicBezTo>
                  <a:cubicBezTo>
                    <a:pt x="53" y="2644"/>
                    <a:pt x="0" y="2837"/>
                    <a:pt x="5" y="3034"/>
                  </a:cubicBezTo>
                  <a:cubicBezTo>
                    <a:pt x="5" y="3135"/>
                    <a:pt x="87" y="3217"/>
                    <a:pt x="193" y="3217"/>
                  </a:cubicBezTo>
                  <a:cubicBezTo>
                    <a:pt x="294" y="3217"/>
                    <a:pt x="375" y="3135"/>
                    <a:pt x="375" y="3034"/>
                  </a:cubicBezTo>
                  <a:cubicBezTo>
                    <a:pt x="371" y="2899"/>
                    <a:pt x="409" y="2765"/>
                    <a:pt x="476" y="2644"/>
                  </a:cubicBezTo>
                  <a:cubicBezTo>
                    <a:pt x="578" y="2476"/>
                    <a:pt x="626" y="2283"/>
                    <a:pt x="621" y="2086"/>
                  </a:cubicBezTo>
                  <a:cubicBezTo>
                    <a:pt x="626" y="1894"/>
                    <a:pt x="578" y="1701"/>
                    <a:pt x="476" y="1528"/>
                  </a:cubicBezTo>
                  <a:cubicBezTo>
                    <a:pt x="409" y="1413"/>
                    <a:pt x="371" y="1278"/>
                    <a:pt x="375" y="1143"/>
                  </a:cubicBezTo>
                  <a:cubicBezTo>
                    <a:pt x="371" y="1008"/>
                    <a:pt x="409" y="874"/>
                    <a:pt x="476" y="753"/>
                  </a:cubicBezTo>
                  <a:cubicBezTo>
                    <a:pt x="578" y="585"/>
                    <a:pt x="626" y="392"/>
                    <a:pt x="621" y="195"/>
                  </a:cubicBezTo>
                  <a:cubicBezTo>
                    <a:pt x="628" y="65"/>
                    <a:pt x="532" y="0"/>
                    <a:pt x="43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87"/>
            <p:cNvSpPr/>
            <p:nvPr/>
          </p:nvSpPr>
          <p:spPr>
            <a:xfrm>
              <a:off x="2855144" y="1538875"/>
              <a:ext cx="16418" cy="83823"/>
            </a:xfrm>
            <a:custGeom>
              <a:rect b="b" l="l" r="r" t="t"/>
              <a:pathLst>
                <a:path extrusionOk="0" h="3196" w="626">
                  <a:moveTo>
                    <a:pt x="436" y="1"/>
                  </a:moveTo>
                  <a:cubicBezTo>
                    <a:pt x="347" y="1"/>
                    <a:pt x="258" y="59"/>
                    <a:pt x="250" y="174"/>
                  </a:cubicBezTo>
                  <a:cubicBezTo>
                    <a:pt x="255" y="314"/>
                    <a:pt x="221" y="448"/>
                    <a:pt x="149" y="564"/>
                  </a:cubicBezTo>
                  <a:cubicBezTo>
                    <a:pt x="48" y="732"/>
                    <a:pt x="0" y="925"/>
                    <a:pt x="5" y="1122"/>
                  </a:cubicBezTo>
                  <a:cubicBezTo>
                    <a:pt x="0" y="1319"/>
                    <a:pt x="48" y="1512"/>
                    <a:pt x="149" y="1680"/>
                  </a:cubicBezTo>
                  <a:cubicBezTo>
                    <a:pt x="221" y="1796"/>
                    <a:pt x="255" y="1930"/>
                    <a:pt x="250" y="2065"/>
                  </a:cubicBezTo>
                  <a:cubicBezTo>
                    <a:pt x="255" y="2205"/>
                    <a:pt x="221" y="2339"/>
                    <a:pt x="149" y="2455"/>
                  </a:cubicBezTo>
                  <a:cubicBezTo>
                    <a:pt x="48" y="2623"/>
                    <a:pt x="0" y="2816"/>
                    <a:pt x="5" y="3013"/>
                  </a:cubicBezTo>
                  <a:cubicBezTo>
                    <a:pt x="5" y="3114"/>
                    <a:pt x="87" y="3196"/>
                    <a:pt x="188" y="3196"/>
                  </a:cubicBezTo>
                  <a:cubicBezTo>
                    <a:pt x="294" y="3196"/>
                    <a:pt x="375" y="3114"/>
                    <a:pt x="375" y="3013"/>
                  </a:cubicBezTo>
                  <a:cubicBezTo>
                    <a:pt x="371" y="2878"/>
                    <a:pt x="404" y="2744"/>
                    <a:pt x="477" y="2623"/>
                  </a:cubicBezTo>
                  <a:cubicBezTo>
                    <a:pt x="578" y="2455"/>
                    <a:pt x="626" y="2262"/>
                    <a:pt x="621" y="2065"/>
                  </a:cubicBezTo>
                  <a:cubicBezTo>
                    <a:pt x="626" y="1873"/>
                    <a:pt x="578" y="1680"/>
                    <a:pt x="477" y="1507"/>
                  </a:cubicBezTo>
                  <a:cubicBezTo>
                    <a:pt x="404" y="1392"/>
                    <a:pt x="371" y="1257"/>
                    <a:pt x="375" y="1122"/>
                  </a:cubicBezTo>
                  <a:cubicBezTo>
                    <a:pt x="371" y="987"/>
                    <a:pt x="404" y="853"/>
                    <a:pt x="477" y="732"/>
                  </a:cubicBezTo>
                  <a:cubicBezTo>
                    <a:pt x="578" y="564"/>
                    <a:pt x="626" y="371"/>
                    <a:pt x="621" y="174"/>
                  </a:cubicBezTo>
                  <a:cubicBezTo>
                    <a:pt x="614" y="59"/>
                    <a:pt x="525" y="1"/>
                    <a:pt x="43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8" name="Google Shape;15278;p87"/>
          <p:cNvGrpSpPr/>
          <p:nvPr/>
        </p:nvGrpSpPr>
        <p:grpSpPr>
          <a:xfrm>
            <a:off x="865841" y="3373121"/>
            <a:ext cx="355776" cy="361599"/>
            <a:chOff x="865841" y="3373121"/>
            <a:chExt cx="355776" cy="361599"/>
          </a:xfrm>
        </p:grpSpPr>
        <p:sp>
          <p:nvSpPr>
            <p:cNvPr id="15279" name="Google Shape;15279;p87"/>
            <p:cNvSpPr/>
            <p:nvPr/>
          </p:nvSpPr>
          <p:spPr>
            <a:xfrm>
              <a:off x="872397" y="3378446"/>
              <a:ext cx="342531" cy="350950"/>
            </a:xfrm>
            <a:custGeom>
              <a:rect b="b" l="l" r="r" t="t"/>
              <a:pathLst>
                <a:path extrusionOk="0" h="13381" w="13060">
                  <a:moveTo>
                    <a:pt x="6535" y="0"/>
                  </a:moveTo>
                  <a:cubicBezTo>
                    <a:pt x="6351" y="0"/>
                    <a:pt x="6167" y="89"/>
                    <a:pt x="6059" y="267"/>
                  </a:cubicBezTo>
                  <a:lnTo>
                    <a:pt x="5265" y="1605"/>
                  </a:lnTo>
                  <a:cubicBezTo>
                    <a:pt x="5160" y="1776"/>
                    <a:pt x="4976" y="1874"/>
                    <a:pt x="4786" y="1874"/>
                  </a:cubicBezTo>
                  <a:cubicBezTo>
                    <a:pt x="4714" y="1874"/>
                    <a:pt x="4642" y="1860"/>
                    <a:pt x="4572" y="1831"/>
                  </a:cubicBezTo>
                  <a:lnTo>
                    <a:pt x="3143" y="1215"/>
                  </a:lnTo>
                  <a:cubicBezTo>
                    <a:pt x="3070" y="1184"/>
                    <a:pt x="2996" y="1170"/>
                    <a:pt x="2924" y="1170"/>
                  </a:cubicBezTo>
                  <a:cubicBezTo>
                    <a:pt x="2615" y="1170"/>
                    <a:pt x="2343" y="1434"/>
                    <a:pt x="2378" y="1773"/>
                  </a:cubicBezTo>
                  <a:lnTo>
                    <a:pt x="2517" y="3323"/>
                  </a:lnTo>
                  <a:cubicBezTo>
                    <a:pt x="2541" y="3597"/>
                    <a:pt x="2359" y="3852"/>
                    <a:pt x="2089" y="3910"/>
                  </a:cubicBezTo>
                  <a:lnTo>
                    <a:pt x="573" y="4256"/>
                  </a:lnTo>
                  <a:cubicBezTo>
                    <a:pt x="164" y="4347"/>
                    <a:pt x="1" y="4843"/>
                    <a:pt x="280" y="5156"/>
                  </a:cubicBezTo>
                  <a:lnTo>
                    <a:pt x="1300" y="6330"/>
                  </a:lnTo>
                  <a:cubicBezTo>
                    <a:pt x="1483" y="6537"/>
                    <a:pt x="1483" y="6845"/>
                    <a:pt x="1300" y="7056"/>
                  </a:cubicBezTo>
                  <a:lnTo>
                    <a:pt x="280" y="8226"/>
                  </a:lnTo>
                  <a:cubicBezTo>
                    <a:pt x="1" y="8538"/>
                    <a:pt x="164" y="9034"/>
                    <a:pt x="573" y="9126"/>
                  </a:cubicBezTo>
                  <a:lnTo>
                    <a:pt x="987" y="9222"/>
                  </a:lnTo>
                  <a:lnTo>
                    <a:pt x="1728" y="9390"/>
                  </a:lnTo>
                  <a:lnTo>
                    <a:pt x="2089" y="9472"/>
                  </a:lnTo>
                  <a:cubicBezTo>
                    <a:pt x="2359" y="9535"/>
                    <a:pt x="2537" y="9785"/>
                    <a:pt x="2513" y="10059"/>
                  </a:cubicBezTo>
                  <a:lnTo>
                    <a:pt x="2378" y="11608"/>
                  </a:lnTo>
                  <a:cubicBezTo>
                    <a:pt x="2347" y="11944"/>
                    <a:pt x="2616" y="12207"/>
                    <a:pt x="2925" y="12207"/>
                  </a:cubicBezTo>
                  <a:cubicBezTo>
                    <a:pt x="2996" y="12207"/>
                    <a:pt x="3070" y="12193"/>
                    <a:pt x="3143" y="12162"/>
                  </a:cubicBezTo>
                  <a:lnTo>
                    <a:pt x="4572" y="11551"/>
                  </a:lnTo>
                  <a:cubicBezTo>
                    <a:pt x="4644" y="11520"/>
                    <a:pt x="4718" y="11505"/>
                    <a:pt x="4791" y="11505"/>
                  </a:cubicBezTo>
                  <a:cubicBezTo>
                    <a:pt x="4980" y="11505"/>
                    <a:pt x="5161" y="11602"/>
                    <a:pt x="5265" y="11772"/>
                  </a:cubicBezTo>
                  <a:lnTo>
                    <a:pt x="6059" y="13110"/>
                  </a:lnTo>
                  <a:cubicBezTo>
                    <a:pt x="6165" y="13290"/>
                    <a:pt x="6348" y="13380"/>
                    <a:pt x="6531" y="13380"/>
                  </a:cubicBezTo>
                  <a:cubicBezTo>
                    <a:pt x="6714" y="13380"/>
                    <a:pt x="6899" y="13290"/>
                    <a:pt x="7007" y="13110"/>
                  </a:cubicBezTo>
                  <a:lnTo>
                    <a:pt x="7801" y="11772"/>
                  </a:lnTo>
                  <a:cubicBezTo>
                    <a:pt x="7905" y="11602"/>
                    <a:pt x="8086" y="11505"/>
                    <a:pt x="8274" y="11505"/>
                  </a:cubicBezTo>
                  <a:cubicBezTo>
                    <a:pt x="8348" y="11505"/>
                    <a:pt x="8422" y="11520"/>
                    <a:pt x="8494" y="11551"/>
                  </a:cubicBezTo>
                  <a:lnTo>
                    <a:pt x="9923" y="12162"/>
                  </a:lnTo>
                  <a:cubicBezTo>
                    <a:pt x="9995" y="12193"/>
                    <a:pt x="10069" y="12207"/>
                    <a:pt x="10141" y="12207"/>
                  </a:cubicBezTo>
                  <a:cubicBezTo>
                    <a:pt x="10449" y="12207"/>
                    <a:pt x="10719" y="11944"/>
                    <a:pt x="10688" y="11608"/>
                  </a:cubicBezTo>
                  <a:lnTo>
                    <a:pt x="10548" y="10054"/>
                  </a:lnTo>
                  <a:cubicBezTo>
                    <a:pt x="10524" y="9780"/>
                    <a:pt x="10707" y="9530"/>
                    <a:pt x="10976" y="9467"/>
                  </a:cubicBezTo>
                  <a:lnTo>
                    <a:pt x="12492" y="9126"/>
                  </a:lnTo>
                  <a:cubicBezTo>
                    <a:pt x="12901" y="9034"/>
                    <a:pt x="13060" y="8534"/>
                    <a:pt x="12786" y="8221"/>
                  </a:cubicBezTo>
                  <a:lnTo>
                    <a:pt x="11761" y="7052"/>
                  </a:lnTo>
                  <a:cubicBezTo>
                    <a:pt x="11578" y="6845"/>
                    <a:pt x="11578" y="6532"/>
                    <a:pt x="11761" y="6325"/>
                  </a:cubicBezTo>
                  <a:lnTo>
                    <a:pt x="12781" y="5156"/>
                  </a:lnTo>
                  <a:cubicBezTo>
                    <a:pt x="13060" y="4843"/>
                    <a:pt x="12896" y="4343"/>
                    <a:pt x="12487" y="4251"/>
                  </a:cubicBezTo>
                  <a:lnTo>
                    <a:pt x="10976" y="3910"/>
                  </a:lnTo>
                  <a:cubicBezTo>
                    <a:pt x="10707" y="3847"/>
                    <a:pt x="10524" y="3597"/>
                    <a:pt x="10548" y="3323"/>
                  </a:cubicBezTo>
                  <a:lnTo>
                    <a:pt x="10693" y="1773"/>
                  </a:lnTo>
                  <a:cubicBezTo>
                    <a:pt x="10724" y="1434"/>
                    <a:pt x="10451" y="1170"/>
                    <a:pt x="10141" y="1170"/>
                  </a:cubicBezTo>
                  <a:cubicBezTo>
                    <a:pt x="10069" y="1170"/>
                    <a:pt x="9995" y="1184"/>
                    <a:pt x="9923" y="1215"/>
                  </a:cubicBezTo>
                  <a:lnTo>
                    <a:pt x="8494" y="1831"/>
                  </a:lnTo>
                  <a:cubicBezTo>
                    <a:pt x="8424" y="1860"/>
                    <a:pt x="8351" y="1874"/>
                    <a:pt x="8280" y="1874"/>
                  </a:cubicBezTo>
                  <a:cubicBezTo>
                    <a:pt x="8090" y="1874"/>
                    <a:pt x="7907" y="1776"/>
                    <a:pt x="7806" y="1605"/>
                  </a:cubicBezTo>
                  <a:lnTo>
                    <a:pt x="7007" y="267"/>
                  </a:lnTo>
                  <a:cubicBezTo>
                    <a:pt x="6901" y="89"/>
                    <a:pt x="6718" y="0"/>
                    <a:pt x="6535"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87"/>
            <p:cNvSpPr/>
            <p:nvPr/>
          </p:nvSpPr>
          <p:spPr>
            <a:xfrm>
              <a:off x="1026615" y="3378446"/>
              <a:ext cx="50016" cy="49150"/>
            </a:xfrm>
            <a:custGeom>
              <a:rect b="b" l="l" r="r" t="t"/>
              <a:pathLst>
                <a:path extrusionOk="0" h="1874" w="1907">
                  <a:moveTo>
                    <a:pt x="655" y="0"/>
                  </a:moveTo>
                  <a:cubicBezTo>
                    <a:pt x="471" y="0"/>
                    <a:pt x="287" y="89"/>
                    <a:pt x="179" y="267"/>
                  </a:cubicBezTo>
                  <a:lnTo>
                    <a:pt x="1" y="570"/>
                  </a:lnTo>
                  <a:lnTo>
                    <a:pt x="617" y="1605"/>
                  </a:lnTo>
                  <a:cubicBezTo>
                    <a:pt x="722" y="1776"/>
                    <a:pt x="905" y="1874"/>
                    <a:pt x="1096" y="1874"/>
                  </a:cubicBezTo>
                  <a:cubicBezTo>
                    <a:pt x="1167" y="1874"/>
                    <a:pt x="1240" y="1860"/>
                    <a:pt x="1310" y="1831"/>
                  </a:cubicBezTo>
                  <a:lnTo>
                    <a:pt x="1906" y="1576"/>
                  </a:lnTo>
                  <a:lnTo>
                    <a:pt x="1127" y="267"/>
                  </a:lnTo>
                  <a:cubicBezTo>
                    <a:pt x="1021" y="89"/>
                    <a:pt x="838" y="0"/>
                    <a:pt x="65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87"/>
            <p:cNvSpPr/>
            <p:nvPr/>
          </p:nvSpPr>
          <p:spPr>
            <a:xfrm>
              <a:off x="1114215" y="3409105"/>
              <a:ext cx="100845" cy="289630"/>
            </a:xfrm>
            <a:custGeom>
              <a:rect b="b" l="l" r="r" t="t"/>
              <a:pathLst>
                <a:path extrusionOk="0" h="11043" w="3845">
                  <a:moveTo>
                    <a:pt x="921" y="1"/>
                  </a:moveTo>
                  <a:cubicBezTo>
                    <a:pt x="849" y="1"/>
                    <a:pt x="775" y="15"/>
                    <a:pt x="703" y="46"/>
                  </a:cubicBezTo>
                  <a:lnTo>
                    <a:pt x="106" y="306"/>
                  </a:lnTo>
                  <a:cubicBezTo>
                    <a:pt x="154" y="397"/>
                    <a:pt x="178" y="498"/>
                    <a:pt x="169" y="604"/>
                  </a:cubicBezTo>
                  <a:lnTo>
                    <a:pt x="24" y="2154"/>
                  </a:lnTo>
                  <a:cubicBezTo>
                    <a:pt x="0" y="2428"/>
                    <a:pt x="183" y="2683"/>
                    <a:pt x="452" y="2741"/>
                  </a:cubicBezTo>
                  <a:lnTo>
                    <a:pt x="1968" y="3087"/>
                  </a:lnTo>
                  <a:cubicBezTo>
                    <a:pt x="2377" y="3178"/>
                    <a:pt x="2541" y="3674"/>
                    <a:pt x="2262" y="3987"/>
                  </a:cubicBezTo>
                  <a:lnTo>
                    <a:pt x="1242" y="5161"/>
                  </a:lnTo>
                  <a:cubicBezTo>
                    <a:pt x="1059" y="5368"/>
                    <a:pt x="1059" y="5676"/>
                    <a:pt x="1242" y="5887"/>
                  </a:cubicBezTo>
                  <a:lnTo>
                    <a:pt x="2262" y="7057"/>
                  </a:lnTo>
                  <a:cubicBezTo>
                    <a:pt x="2541" y="7369"/>
                    <a:pt x="2377" y="7865"/>
                    <a:pt x="1968" y="7961"/>
                  </a:cubicBezTo>
                  <a:lnTo>
                    <a:pt x="452" y="8303"/>
                  </a:lnTo>
                  <a:cubicBezTo>
                    <a:pt x="183" y="8366"/>
                    <a:pt x="0" y="8616"/>
                    <a:pt x="24" y="8890"/>
                  </a:cubicBezTo>
                  <a:lnTo>
                    <a:pt x="169" y="10439"/>
                  </a:lnTo>
                  <a:cubicBezTo>
                    <a:pt x="178" y="10545"/>
                    <a:pt x="154" y="10651"/>
                    <a:pt x="106" y="10743"/>
                  </a:cubicBezTo>
                  <a:lnTo>
                    <a:pt x="703" y="10998"/>
                  </a:lnTo>
                  <a:cubicBezTo>
                    <a:pt x="775" y="11028"/>
                    <a:pt x="849" y="11043"/>
                    <a:pt x="922" y="11043"/>
                  </a:cubicBezTo>
                  <a:cubicBezTo>
                    <a:pt x="1231" y="11043"/>
                    <a:pt x="1504" y="10780"/>
                    <a:pt x="1473" y="10444"/>
                  </a:cubicBezTo>
                  <a:lnTo>
                    <a:pt x="1328" y="8890"/>
                  </a:lnTo>
                  <a:cubicBezTo>
                    <a:pt x="1304" y="8616"/>
                    <a:pt x="1487" y="8366"/>
                    <a:pt x="1756" y="8303"/>
                  </a:cubicBezTo>
                  <a:lnTo>
                    <a:pt x="3272" y="7961"/>
                  </a:lnTo>
                  <a:cubicBezTo>
                    <a:pt x="3681" y="7870"/>
                    <a:pt x="3845" y="7369"/>
                    <a:pt x="3566" y="7057"/>
                  </a:cubicBezTo>
                  <a:lnTo>
                    <a:pt x="2541" y="5883"/>
                  </a:lnTo>
                  <a:cubicBezTo>
                    <a:pt x="2358" y="5676"/>
                    <a:pt x="2358" y="5363"/>
                    <a:pt x="2541" y="5156"/>
                  </a:cubicBezTo>
                  <a:lnTo>
                    <a:pt x="3561" y="3987"/>
                  </a:lnTo>
                  <a:cubicBezTo>
                    <a:pt x="3840" y="3674"/>
                    <a:pt x="3676" y="3174"/>
                    <a:pt x="3267" y="3082"/>
                  </a:cubicBezTo>
                  <a:lnTo>
                    <a:pt x="1756" y="2741"/>
                  </a:lnTo>
                  <a:cubicBezTo>
                    <a:pt x="1487" y="2678"/>
                    <a:pt x="1304" y="2428"/>
                    <a:pt x="1328" y="2154"/>
                  </a:cubicBezTo>
                  <a:lnTo>
                    <a:pt x="1473" y="604"/>
                  </a:lnTo>
                  <a:cubicBezTo>
                    <a:pt x="1504" y="265"/>
                    <a:pt x="1231" y="1"/>
                    <a:pt x="92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87"/>
            <p:cNvSpPr/>
            <p:nvPr/>
          </p:nvSpPr>
          <p:spPr>
            <a:xfrm>
              <a:off x="1026615" y="3680167"/>
              <a:ext cx="50016" cy="49229"/>
            </a:xfrm>
            <a:custGeom>
              <a:rect b="b" l="l" r="r" t="t"/>
              <a:pathLst>
                <a:path extrusionOk="0" h="1877" w="1907">
                  <a:moveTo>
                    <a:pt x="1089" y="1"/>
                  </a:moveTo>
                  <a:cubicBezTo>
                    <a:pt x="900" y="1"/>
                    <a:pt x="717" y="98"/>
                    <a:pt x="617" y="268"/>
                  </a:cubicBezTo>
                  <a:lnTo>
                    <a:pt x="1" y="1307"/>
                  </a:lnTo>
                  <a:lnTo>
                    <a:pt x="179" y="1606"/>
                  </a:lnTo>
                  <a:cubicBezTo>
                    <a:pt x="287" y="1786"/>
                    <a:pt x="471" y="1876"/>
                    <a:pt x="655" y="1876"/>
                  </a:cubicBezTo>
                  <a:cubicBezTo>
                    <a:pt x="838" y="1876"/>
                    <a:pt x="1021" y="1786"/>
                    <a:pt x="1127" y="1606"/>
                  </a:cubicBezTo>
                  <a:lnTo>
                    <a:pt x="1906" y="302"/>
                  </a:lnTo>
                  <a:lnTo>
                    <a:pt x="1310" y="47"/>
                  </a:lnTo>
                  <a:cubicBezTo>
                    <a:pt x="1238" y="16"/>
                    <a:pt x="1163" y="1"/>
                    <a:pt x="1089"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87"/>
            <p:cNvSpPr/>
            <p:nvPr/>
          </p:nvSpPr>
          <p:spPr>
            <a:xfrm>
              <a:off x="938910" y="3451306"/>
              <a:ext cx="214200" cy="204837"/>
            </a:xfrm>
            <a:custGeom>
              <a:rect b="b" l="l" r="r" t="t"/>
              <a:pathLst>
                <a:path extrusionOk="0" h="7810" w="8167">
                  <a:moveTo>
                    <a:pt x="3999" y="1"/>
                  </a:moveTo>
                  <a:cubicBezTo>
                    <a:pt x="1916" y="6"/>
                    <a:pt x="198" y="1642"/>
                    <a:pt x="102" y="3720"/>
                  </a:cubicBezTo>
                  <a:cubicBezTo>
                    <a:pt x="1" y="5804"/>
                    <a:pt x="1550" y="7594"/>
                    <a:pt x="3624" y="7791"/>
                  </a:cubicBezTo>
                  <a:cubicBezTo>
                    <a:pt x="3753" y="7804"/>
                    <a:pt x="3881" y="7810"/>
                    <a:pt x="4008" y="7810"/>
                  </a:cubicBezTo>
                  <a:cubicBezTo>
                    <a:pt x="5924" y="7810"/>
                    <a:pt x="7584" y="6407"/>
                    <a:pt x="7868" y="4476"/>
                  </a:cubicBezTo>
                  <a:cubicBezTo>
                    <a:pt x="8166" y="2416"/>
                    <a:pt x="6800" y="477"/>
                    <a:pt x="4755" y="78"/>
                  </a:cubicBezTo>
                  <a:cubicBezTo>
                    <a:pt x="4504" y="35"/>
                    <a:pt x="4254" y="10"/>
                    <a:pt x="399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87"/>
            <p:cNvSpPr/>
            <p:nvPr/>
          </p:nvSpPr>
          <p:spPr>
            <a:xfrm>
              <a:off x="972350" y="3491093"/>
              <a:ext cx="60218" cy="51485"/>
            </a:xfrm>
            <a:custGeom>
              <a:rect b="b" l="l" r="r" t="t"/>
              <a:pathLst>
                <a:path extrusionOk="0" h="1963" w="2296">
                  <a:moveTo>
                    <a:pt x="1316" y="406"/>
                  </a:moveTo>
                  <a:cubicBezTo>
                    <a:pt x="1458" y="406"/>
                    <a:pt x="1602" y="459"/>
                    <a:pt x="1719" y="577"/>
                  </a:cubicBezTo>
                  <a:cubicBezTo>
                    <a:pt x="2084" y="938"/>
                    <a:pt x="1824" y="1559"/>
                    <a:pt x="1314" y="1559"/>
                  </a:cubicBezTo>
                  <a:cubicBezTo>
                    <a:pt x="997" y="1559"/>
                    <a:pt x="737" y="1299"/>
                    <a:pt x="737" y="981"/>
                  </a:cubicBezTo>
                  <a:cubicBezTo>
                    <a:pt x="737" y="636"/>
                    <a:pt x="1021" y="406"/>
                    <a:pt x="1316" y="406"/>
                  </a:cubicBezTo>
                  <a:close/>
                  <a:moveTo>
                    <a:pt x="1305" y="0"/>
                  </a:moveTo>
                  <a:cubicBezTo>
                    <a:pt x="1065" y="0"/>
                    <a:pt x="820" y="89"/>
                    <a:pt x="622" y="288"/>
                  </a:cubicBezTo>
                  <a:cubicBezTo>
                    <a:pt x="1" y="909"/>
                    <a:pt x="439" y="1963"/>
                    <a:pt x="1314" y="1963"/>
                  </a:cubicBezTo>
                  <a:cubicBezTo>
                    <a:pt x="1853" y="1963"/>
                    <a:pt x="2291" y="1525"/>
                    <a:pt x="2296" y="981"/>
                  </a:cubicBezTo>
                  <a:cubicBezTo>
                    <a:pt x="2293" y="391"/>
                    <a:pt x="1809" y="0"/>
                    <a:pt x="13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87"/>
            <p:cNvSpPr/>
            <p:nvPr/>
          </p:nvSpPr>
          <p:spPr>
            <a:xfrm>
              <a:off x="1055020" y="3565264"/>
              <a:ext cx="60218" cy="51458"/>
            </a:xfrm>
            <a:custGeom>
              <a:rect b="b" l="l" r="r" t="t"/>
              <a:pathLst>
                <a:path extrusionOk="0" h="1962" w="2296">
                  <a:moveTo>
                    <a:pt x="982" y="405"/>
                  </a:moveTo>
                  <a:cubicBezTo>
                    <a:pt x="1300" y="405"/>
                    <a:pt x="1559" y="660"/>
                    <a:pt x="1559" y="978"/>
                  </a:cubicBezTo>
                  <a:cubicBezTo>
                    <a:pt x="1559" y="1326"/>
                    <a:pt x="1275" y="1556"/>
                    <a:pt x="979" y="1556"/>
                  </a:cubicBezTo>
                  <a:cubicBezTo>
                    <a:pt x="838" y="1556"/>
                    <a:pt x="695" y="1503"/>
                    <a:pt x="578" y="1387"/>
                  </a:cubicBezTo>
                  <a:cubicBezTo>
                    <a:pt x="212" y="1021"/>
                    <a:pt x="472" y="405"/>
                    <a:pt x="982" y="405"/>
                  </a:cubicBezTo>
                  <a:close/>
                  <a:moveTo>
                    <a:pt x="982" y="1"/>
                  </a:moveTo>
                  <a:cubicBezTo>
                    <a:pt x="443" y="1"/>
                    <a:pt x="5" y="439"/>
                    <a:pt x="0" y="978"/>
                  </a:cubicBezTo>
                  <a:cubicBezTo>
                    <a:pt x="0" y="1570"/>
                    <a:pt x="484" y="1962"/>
                    <a:pt x="988" y="1962"/>
                  </a:cubicBezTo>
                  <a:cubicBezTo>
                    <a:pt x="1229" y="1962"/>
                    <a:pt x="1475" y="1872"/>
                    <a:pt x="1675" y="1671"/>
                  </a:cubicBezTo>
                  <a:cubicBezTo>
                    <a:pt x="2296" y="1055"/>
                    <a:pt x="1858" y="1"/>
                    <a:pt x="9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87"/>
            <p:cNvSpPr/>
            <p:nvPr/>
          </p:nvSpPr>
          <p:spPr>
            <a:xfrm>
              <a:off x="993595" y="3500246"/>
              <a:ext cx="106090" cy="101684"/>
            </a:xfrm>
            <a:custGeom>
              <a:rect b="b" l="l" r="r" t="t"/>
              <a:pathLst>
                <a:path extrusionOk="0" h="3877" w="4045">
                  <a:moveTo>
                    <a:pt x="3751" y="1"/>
                  </a:moveTo>
                  <a:cubicBezTo>
                    <a:pt x="3703" y="1"/>
                    <a:pt x="3653" y="20"/>
                    <a:pt x="3608" y="64"/>
                  </a:cubicBezTo>
                  <a:lnTo>
                    <a:pt x="148" y="3524"/>
                  </a:lnTo>
                  <a:cubicBezTo>
                    <a:pt x="1" y="3672"/>
                    <a:pt x="136" y="3876"/>
                    <a:pt x="292" y="3876"/>
                  </a:cubicBezTo>
                  <a:cubicBezTo>
                    <a:pt x="340" y="3876"/>
                    <a:pt x="389" y="3857"/>
                    <a:pt x="432" y="3813"/>
                  </a:cubicBezTo>
                  <a:lnTo>
                    <a:pt x="3897" y="353"/>
                  </a:lnTo>
                  <a:cubicBezTo>
                    <a:pt x="4044" y="205"/>
                    <a:pt x="3909" y="1"/>
                    <a:pt x="3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87"/>
            <p:cNvSpPr/>
            <p:nvPr/>
          </p:nvSpPr>
          <p:spPr>
            <a:xfrm>
              <a:off x="933350" y="3446008"/>
              <a:ext cx="225425" cy="215459"/>
            </a:xfrm>
            <a:custGeom>
              <a:rect b="b" l="l" r="r" t="t"/>
              <a:pathLst>
                <a:path extrusionOk="0" h="8215" w="8595">
                  <a:moveTo>
                    <a:pt x="4211" y="1"/>
                  </a:moveTo>
                  <a:cubicBezTo>
                    <a:pt x="2017" y="6"/>
                    <a:pt x="213" y="1723"/>
                    <a:pt x="107" y="3913"/>
                  </a:cubicBezTo>
                  <a:cubicBezTo>
                    <a:pt x="1" y="6102"/>
                    <a:pt x="1632" y="7983"/>
                    <a:pt x="3812" y="8195"/>
                  </a:cubicBezTo>
                  <a:cubicBezTo>
                    <a:pt x="3947" y="8208"/>
                    <a:pt x="4082" y="8215"/>
                    <a:pt x="4215" y="8215"/>
                  </a:cubicBezTo>
                  <a:cubicBezTo>
                    <a:pt x="6233" y="8215"/>
                    <a:pt x="7979" y="6742"/>
                    <a:pt x="8277" y="4707"/>
                  </a:cubicBezTo>
                  <a:cubicBezTo>
                    <a:pt x="8595" y="2541"/>
                    <a:pt x="7156" y="506"/>
                    <a:pt x="5005" y="83"/>
                  </a:cubicBezTo>
                  <a:cubicBezTo>
                    <a:pt x="4989" y="79"/>
                    <a:pt x="4973" y="78"/>
                    <a:pt x="4958" y="78"/>
                  </a:cubicBezTo>
                  <a:cubicBezTo>
                    <a:pt x="4732" y="78"/>
                    <a:pt x="4680" y="427"/>
                    <a:pt x="4928" y="477"/>
                  </a:cubicBezTo>
                  <a:cubicBezTo>
                    <a:pt x="6867" y="862"/>
                    <a:pt x="8166" y="2695"/>
                    <a:pt x="7883" y="4654"/>
                  </a:cubicBezTo>
                  <a:cubicBezTo>
                    <a:pt x="7612" y="6486"/>
                    <a:pt x="6038" y="7818"/>
                    <a:pt x="4220" y="7818"/>
                  </a:cubicBezTo>
                  <a:cubicBezTo>
                    <a:pt x="4099" y="7818"/>
                    <a:pt x="3978" y="7813"/>
                    <a:pt x="3855" y="7801"/>
                  </a:cubicBezTo>
                  <a:cubicBezTo>
                    <a:pt x="1887" y="7613"/>
                    <a:pt x="415" y="5910"/>
                    <a:pt x="511" y="3937"/>
                  </a:cubicBezTo>
                  <a:cubicBezTo>
                    <a:pt x="602" y="1964"/>
                    <a:pt x="2234" y="410"/>
                    <a:pt x="4211" y="410"/>
                  </a:cubicBezTo>
                  <a:cubicBezTo>
                    <a:pt x="4481" y="410"/>
                    <a:pt x="4481" y="1"/>
                    <a:pt x="4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87"/>
            <p:cNvSpPr/>
            <p:nvPr/>
          </p:nvSpPr>
          <p:spPr>
            <a:xfrm>
              <a:off x="865841" y="3373121"/>
              <a:ext cx="355776" cy="361599"/>
            </a:xfrm>
            <a:custGeom>
              <a:rect b="b" l="l" r="r" t="t"/>
              <a:pathLst>
                <a:path extrusionOk="0" h="13787" w="13565">
                  <a:moveTo>
                    <a:pt x="6783" y="1"/>
                  </a:moveTo>
                  <a:cubicBezTo>
                    <a:pt x="6533" y="1"/>
                    <a:pt x="6282" y="124"/>
                    <a:pt x="6136" y="369"/>
                  </a:cubicBezTo>
                  <a:lnTo>
                    <a:pt x="5342" y="1707"/>
                  </a:lnTo>
                  <a:cubicBezTo>
                    <a:pt x="5275" y="1815"/>
                    <a:pt x="5157" y="1878"/>
                    <a:pt x="5037" y="1878"/>
                  </a:cubicBezTo>
                  <a:cubicBezTo>
                    <a:pt x="4992" y="1878"/>
                    <a:pt x="4947" y="1869"/>
                    <a:pt x="4904" y="1851"/>
                  </a:cubicBezTo>
                  <a:lnTo>
                    <a:pt x="3475" y="1235"/>
                  </a:lnTo>
                  <a:cubicBezTo>
                    <a:pt x="3375" y="1192"/>
                    <a:pt x="3273" y="1173"/>
                    <a:pt x="3174" y="1173"/>
                  </a:cubicBezTo>
                  <a:cubicBezTo>
                    <a:pt x="2751" y="1173"/>
                    <a:pt x="2383" y="1535"/>
                    <a:pt x="2426" y="1995"/>
                  </a:cubicBezTo>
                  <a:lnTo>
                    <a:pt x="2565" y="3545"/>
                  </a:lnTo>
                  <a:cubicBezTo>
                    <a:pt x="2580" y="3718"/>
                    <a:pt x="2464" y="3877"/>
                    <a:pt x="2296" y="3915"/>
                  </a:cubicBezTo>
                  <a:lnTo>
                    <a:pt x="775" y="4262"/>
                  </a:lnTo>
                  <a:cubicBezTo>
                    <a:pt x="222" y="4387"/>
                    <a:pt x="1" y="5061"/>
                    <a:pt x="376" y="5494"/>
                  </a:cubicBezTo>
                  <a:lnTo>
                    <a:pt x="1401" y="6663"/>
                  </a:lnTo>
                  <a:cubicBezTo>
                    <a:pt x="1516" y="6793"/>
                    <a:pt x="1516" y="6990"/>
                    <a:pt x="1401" y="7125"/>
                  </a:cubicBezTo>
                  <a:lnTo>
                    <a:pt x="376" y="8294"/>
                  </a:lnTo>
                  <a:cubicBezTo>
                    <a:pt x="1" y="8722"/>
                    <a:pt x="222" y="9401"/>
                    <a:pt x="775" y="9526"/>
                  </a:cubicBezTo>
                  <a:lnTo>
                    <a:pt x="1194" y="9622"/>
                  </a:lnTo>
                  <a:cubicBezTo>
                    <a:pt x="1212" y="9626"/>
                    <a:pt x="1229" y="9628"/>
                    <a:pt x="1245" y="9628"/>
                  </a:cubicBezTo>
                  <a:cubicBezTo>
                    <a:pt x="1469" y="9628"/>
                    <a:pt x="1527" y="9281"/>
                    <a:pt x="1281" y="9223"/>
                  </a:cubicBezTo>
                  <a:lnTo>
                    <a:pt x="867" y="9126"/>
                  </a:lnTo>
                  <a:cubicBezTo>
                    <a:pt x="612" y="9069"/>
                    <a:pt x="511" y="8756"/>
                    <a:pt x="684" y="8559"/>
                  </a:cubicBezTo>
                  <a:lnTo>
                    <a:pt x="1704" y="7385"/>
                  </a:lnTo>
                  <a:cubicBezTo>
                    <a:pt x="1954" y="7101"/>
                    <a:pt x="1954" y="6677"/>
                    <a:pt x="1704" y="6393"/>
                  </a:cubicBezTo>
                  <a:lnTo>
                    <a:pt x="684" y="5224"/>
                  </a:lnTo>
                  <a:cubicBezTo>
                    <a:pt x="511" y="5022"/>
                    <a:pt x="612" y="4709"/>
                    <a:pt x="867" y="4652"/>
                  </a:cubicBezTo>
                  <a:lnTo>
                    <a:pt x="2387" y="4310"/>
                  </a:lnTo>
                  <a:cubicBezTo>
                    <a:pt x="2753" y="4228"/>
                    <a:pt x="3003" y="3886"/>
                    <a:pt x="2970" y="3506"/>
                  </a:cubicBezTo>
                  <a:lnTo>
                    <a:pt x="2830" y="1957"/>
                  </a:lnTo>
                  <a:cubicBezTo>
                    <a:pt x="2810" y="1745"/>
                    <a:pt x="2979" y="1578"/>
                    <a:pt x="3175" y="1578"/>
                  </a:cubicBezTo>
                  <a:cubicBezTo>
                    <a:pt x="3220" y="1578"/>
                    <a:pt x="3266" y="1587"/>
                    <a:pt x="3311" y="1606"/>
                  </a:cubicBezTo>
                  <a:lnTo>
                    <a:pt x="4740" y="2222"/>
                  </a:lnTo>
                  <a:cubicBezTo>
                    <a:pt x="4835" y="2261"/>
                    <a:pt x="4935" y="2280"/>
                    <a:pt x="5033" y="2280"/>
                  </a:cubicBezTo>
                  <a:cubicBezTo>
                    <a:pt x="5293" y="2280"/>
                    <a:pt x="5544" y="2148"/>
                    <a:pt x="5683" y="1914"/>
                  </a:cubicBezTo>
                  <a:lnTo>
                    <a:pt x="6482" y="576"/>
                  </a:lnTo>
                  <a:cubicBezTo>
                    <a:pt x="6549" y="463"/>
                    <a:pt x="6665" y="406"/>
                    <a:pt x="6780" y="406"/>
                  </a:cubicBezTo>
                  <a:cubicBezTo>
                    <a:pt x="6896" y="406"/>
                    <a:pt x="7011" y="463"/>
                    <a:pt x="7079" y="576"/>
                  </a:cubicBezTo>
                  <a:lnTo>
                    <a:pt x="7877" y="1914"/>
                  </a:lnTo>
                  <a:cubicBezTo>
                    <a:pt x="8017" y="2148"/>
                    <a:pt x="8268" y="2280"/>
                    <a:pt x="8528" y="2280"/>
                  </a:cubicBezTo>
                  <a:cubicBezTo>
                    <a:pt x="8626" y="2280"/>
                    <a:pt x="8726" y="2261"/>
                    <a:pt x="8821" y="2222"/>
                  </a:cubicBezTo>
                  <a:lnTo>
                    <a:pt x="10250" y="1606"/>
                  </a:lnTo>
                  <a:cubicBezTo>
                    <a:pt x="10294" y="1587"/>
                    <a:pt x="10340" y="1578"/>
                    <a:pt x="10384" y="1578"/>
                  </a:cubicBezTo>
                  <a:cubicBezTo>
                    <a:pt x="10578" y="1578"/>
                    <a:pt x="10750" y="1745"/>
                    <a:pt x="10731" y="1957"/>
                  </a:cubicBezTo>
                  <a:lnTo>
                    <a:pt x="10591" y="3506"/>
                  </a:lnTo>
                  <a:cubicBezTo>
                    <a:pt x="10558" y="3886"/>
                    <a:pt x="10808" y="4228"/>
                    <a:pt x="11174" y="4310"/>
                  </a:cubicBezTo>
                  <a:lnTo>
                    <a:pt x="12694" y="4656"/>
                  </a:lnTo>
                  <a:cubicBezTo>
                    <a:pt x="12949" y="4714"/>
                    <a:pt x="13050" y="5027"/>
                    <a:pt x="12877" y="5224"/>
                  </a:cubicBezTo>
                  <a:lnTo>
                    <a:pt x="11852" y="6398"/>
                  </a:lnTo>
                  <a:cubicBezTo>
                    <a:pt x="11607" y="6682"/>
                    <a:pt x="11607" y="7105"/>
                    <a:pt x="11852" y="7389"/>
                  </a:cubicBezTo>
                  <a:lnTo>
                    <a:pt x="12877" y="8563"/>
                  </a:lnTo>
                  <a:cubicBezTo>
                    <a:pt x="13050" y="8761"/>
                    <a:pt x="12949" y="9073"/>
                    <a:pt x="12694" y="9131"/>
                  </a:cubicBezTo>
                  <a:lnTo>
                    <a:pt x="11174" y="9473"/>
                  </a:lnTo>
                  <a:cubicBezTo>
                    <a:pt x="10808" y="9559"/>
                    <a:pt x="10558" y="9901"/>
                    <a:pt x="10591" y="10281"/>
                  </a:cubicBezTo>
                  <a:lnTo>
                    <a:pt x="10731" y="11831"/>
                  </a:lnTo>
                  <a:cubicBezTo>
                    <a:pt x="10750" y="12042"/>
                    <a:pt x="10578" y="12209"/>
                    <a:pt x="10384" y="12209"/>
                  </a:cubicBezTo>
                  <a:cubicBezTo>
                    <a:pt x="10340" y="12209"/>
                    <a:pt x="10294" y="12201"/>
                    <a:pt x="10250" y="12182"/>
                  </a:cubicBezTo>
                  <a:lnTo>
                    <a:pt x="8821" y="11566"/>
                  </a:lnTo>
                  <a:cubicBezTo>
                    <a:pt x="8725" y="11525"/>
                    <a:pt x="8625" y="11505"/>
                    <a:pt x="8527" y="11505"/>
                  </a:cubicBezTo>
                  <a:cubicBezTo>
                    <a:pt x="8267" y="11505"/>
                    <a:pt x="8017" y="11640"/>
                    <a:pt x="7877" y="11874"/>
                  </a:cubicBezTo>
                  <a:lnTo>
                    <a:pt x="7079" y="13212"/>
                  </a:lnTo>
                  <a:cubicBezTo>
                    <a:pt x="7011" y="13325"/>
                    <a:pt x="6896" y="13381"/>
                    <a:pt x="6780" y="13381"/>
                  </a:cubicBezTo>
                  <a:cubicBezTo>
                    <a:pt x="6665" y="13381"/>
                    <a:pt x="6549" y="13325"/>
                    <a:pt x="6482" y="13212"/>
                  </a:cubicBezTo>
                  <a:lnTo>
                    <a:pt x="5683" y="11874"/>
                  </a:lnTo>
                  <a:cubicBezTo>
                    <a:pt x="5544" y="11640"/>
                    <a:pt x="5293" y="11505"/>
                    <a:pt x="5034" y="11505"/>
                  </a:cubicBezTo>
                  <a:cubicBezTo>
                    <a:pt x="4936" y="11505"/>
                    <a:pt x="4836" y="11525"/>
                    <a:pt x="4740" y="11566"/>
                  </a:cubicBezTo>
                  <a:lnTo>
                    <a:pt x="3311" y="12182"/>
                  </a:lnTo>
                  <a:cubicBezTo>
                    <a:pt x="3266" y="12201"/>
                    <a:pt x="3220" y="12209"/>
                    <a:pt x="3175" y="12209"/>
                  </a:cubicBezTo>
                  <a:cubicBezTo>
                    <a:pt x="2979" y="12209"/>
                    <a:pt x="2810" y="12042"/>
                    <a:pt x="2830" y="11831"/>
                  </a:cubicBezTo>
                  <a:lnTo>
                    <a:pt x="2970" y="10281"/>
                  </a:lnTo>
                  <a:cubicBezTo>
                    <a:pt x="3003" y="9901"/>
                    <a:pt x="2753" y="9559"/>
                    <a:pt x="2387" y="9473"/>
                  </a:cubicBezTo>
                  <a:lnTo>
                    <a:pt x="2026" y="9391"/>
                  </a:lnTo>
                  <a:cubicBezTo>
                    <a:pt x="2008" y="9387"/>
                    <a:pt x="1991" y="9385"/>
                    <a:pt x="1975" y="9385"/>
                  </a:cubicBezTo>
                  <a:cubicBezTo>
                    <a:pt x="1751" y="9385"/>
                    <a:pt x="1688" y="9732"/>
                    <a:pt x="1935" y="9786"/>
                  </a:cubicBezTo>
                  <a:lnTo>
                    <a:pt x="2296" y="9872"/>
                  </a:lnTo>
                  <a:cubicBezTo>
                    <a:pt x="2464" y="9911"/>
                    <a:pt x="2580" y="10070"/>
                    <a:pt x="2565" y="10243"/>
                  </a:cubicBezTo>
                  <a:lnTo>
                    <a:pt x="2426" y="11792"/>
                  </a:lnTo>
                  <a:cubicBezTo>
                    <a:pt x="2379" y="12253"/>
                    <a:pt x="2751" y="12619"/>
                    <a:pt x="3176" y="12619"/>
                  </a:cubicBezTo>
                  <a:cubicBezTo>
                    <a:pt x="3274" y="12619"/>
                    <a:pt x="3375" y="12600"/>
                    <a:pt x="3475" y="12557"/>
                  </a:cubicBezTo>
                  <a:lnTo>
                    <a:pt x="4904" y="11941"/>
                  </a:lnTo>
                  <a:cubicBezTo>
                    <a:pt x="4948" y="11923"/>
                    <a:pt x="4994" y="11913"/>
                    <a:pt x="5040" y="11913"/>
                  </a:cubicBezTo>
                  <a:cubicBezTo>
                    <a:pt x="5160" y="11913"/>
                    <a:pt x="5276" y="11974"/>
                    <a:pt x="5342" y="12086"/>
                  </a:cubicBezTo>
                  <a:lnTo>
                    <a:pt x="6136" y="13418"/>
                  </a:lnTo>
                  <a:cubicBezTo>
                    <a:pt x="6282" y="13664"/>
                    <a:pt x="6534" y="13787"/>
                    <a:pt x="6785" y="13787"/>
                  </a:cubicBezTo>
                  <a:cubicBezTo>
                    <a:pt x="7035" y="13787"/>
                    <a:pt x="7286" y="13664"/>
                    <a:pt x="7430" y="13418"/>
                  </a:cubicBezTo>
                  <a:lnTo>
                    <a:pt x="8229" y="12086"/>
                  </a:lnTo>
                  <a:cubicBezTo>
                    <a:pt x="8291" y="11974"/>
                    <a:pt x="8406" y="11913"/>
                    <a:pt x="8527" y="11913"/>
                  </a:cubicBezTo>
                  <a:cubicBezTo>
                    <a:pt x="8574" y="11913"/>
                    <a:pt x="8621" y="11923"/>
                    <a:pt x="8667" y="11941"/>
                  </a:cubicBezTo>
                  <a:lnTo>
                    <a:pt x="10096" y="12557"/>
                  </a:lnTo>
                  <a:cubicBezTo>
                    <a:pt x="10193" y="12598"/>
                    <a:pt x="10293" y="12617"/>
                    <a:pt x="10389" y="12617"/>
                  </a:cubicBezTo>
                  <a:cubicBezTo>
                    <a:pt x="10812" y="12617"/>
                    <a:pt x="11184" y="12254"/>
                    <a:pt x="11145" y="11792"/>
                  </a:cubicBezTo>
                  <a:lnTo>
                    <a:pt x="11000" y="10243"/>
                  </a:lnTo>
                  <a:cubicBezTo>
                    <a:pt x="10986" y="10070"/>
                    <a:pt x="11101" y="9911"/>
                    <a:pt x="11270" y="9872"/>
                  </a:cubicBezTo>
                  <a:lnTo>
                    <a:pt x="12790" y="9526"/>
                  </a:lnTo>
                  <a:cubicBezTo>
                    <a:pt x="13344" y="9401"/>
                    <a:pt x="13565" y="8727"/>
                    <a:pt x="13190" y="8294"/>
                  </a:cubicBezTo>
                  <a:lnTo>
                    <a:pt x="12165" y="7125"/>
                  </a:lnTo>
                  <a:cubicBezTo>
                    <a:pt x="12049" y="6990"/>
                    <a:pt x="12049" y="6793"/>
                    <a:pt x="12165" y="6663"/>
                  </a:cubicBezTo>
                  <a:lnTo>
                    <a:pt x="13185" y="5494"/>
                  </a:lnTo>
                  <a:cubicBezTo>
                    <a:pt x="13560" y="5065"/>
                    <a:pt x="13344" y="4392"/>
                    <a:pt x="12790" y="4262"/>
                  </a:cubicBezTo>
                  <a:lnTo>
                    <a:pt x="11275" y="3915"/>
                  </a:lnTo>
                  <a:cubicBezTo>
                    <a:pt x="11101" y="3877"/>
                    <a:pt x="10986" y="3718"/>
                    <a:pt x="11005" y="3545"/>
                  </a:cubicBezTo>
                  <a:lnTo>
                    <a:pt x="11145" y="1995"/>
                  </a:lnTo>
                  <a:cubicBezTo>
                    <a:pt x="11188" y="1535"/>
                    <a:pt x="10816" y="1173"/>
                    <a:pt x="10394" y="1173"/>
                  </a:cubicBezTo>
                  <a:cubicBezTo>
                    <a:pt x="10296" y="1173"/>
                    <a:pt x="10195" y="1192"/>
                    <a:pt x="10096" y="1235"/>
                  </a:cubicBezTo>
                  <a:lnTo>
                    <a:pt x="8667" y="1851"/>
                  </a:lnTo>
                  <a:cubicBezTo>
                    <a:pt x="8622" y="1869"/>
                    <a:pt x="8576" y="1878"/>
                    <a:pt x="8531" y="1878"/>
                  </a:cubicBezTo>
                  <a:cubicBezTo>
                    <a:pt x="8409" y="1878"/>
                    <a:pt x="8292" y="1815"/>
                    <a:pt x="8229" y="1707"/>
                  </a:cubicBezTo>
                  <a:lnTo>
                    <a:pt x="7430" y="369"/>
                  </a:lnTo>
                  <a:cubicBezTo>
                    <a:pt x="7283" y="124"/>
                    <a:pt x="7033" y="1"/>
                    <a:pt x="67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9" name="Google Shape;15289;p87"/>
          <p:cNvGrpSpPr/>
          <p:nvPr/>
        </p:nvGrpSpPr>
        <p:grpSpPr>
          <a:xfrm>
            <a:off x="1319524" y="3355155"/>
            <a:ext cx="342793" cy="375709"/>
            <a:chOff x="1319524" y="3355155"/>
            <a:chExt cx="342793" cy="375709"/>
          </a:xfrm>
        </p:grpSpPr>
        <p:sp>
          <p:nvSpPr>
            <p:cNvPr id="15290" name="Google Shape;15290;p87"/>
            <p:cNvSpPr/>
            <p:nvPr/>
          </p:nvSpPr>
          <p:spPr>
            <a:xfrm>
              <a:off x="1400042" y="3360716"/>
              <a:ext cx="256715" cy="364615"/>
            </a:xfrm>
            <a:custGeom>
              <a:rect b="b" l="l" r="r" t="t"/>
              <a:pathLst>
                <a:path extrusionOk="0" h="13902" w="9788">
                  <a:moveTo>
                    <a:pt x="280" y="0"/>
                  </a:moveTo>
                  <a:cubicBezTo>
                    <a:pt x="126" y="0"/>
                    <a:pt x="1" y="125"/>
                    <a:pt x="1" y="279"/>
                  </a:cubicBezTo>
                  <a:lnTo>
                    <a:pt x="1" y="13622"/>
                  </a:lnTo>
                  <a:cubicBezTo>
                    <a:pt x="1" y="13776"/>
                    <a:pt x="126" y="13901"/>
                    <a:pt x="280" y="13901"/>
                  </a:cubicBezTo>
                  <a:lnTo>
                    <a:pt x="9119" y="13901"/>
                  </a:lnTo>
                  <a:cubicBezTo>
                    <a:pt x="9490" y="13901"/>
                    <a:pt x="9788" y="13598"/>
                    <a:pt x="9788" y="13227"/>
                  </a:cubicBezTo>
                  <a:lnTo>
                    <a:pt x="9788" y="674"/>
                  </a:lnTo>
                  <a:cubicBezTo>
                    <a:pt x="9788" y="303"/>
                    <a:pt x="9490" y="0"/>
                    <a:pt x="9119"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87"/>
            <p:cNvSpPr/>
            <p:nvPr/>
          </p:nvSpPr>
          <p:spPr>
            <a:xfrm>
              <a:off x="1376202" y="3383035"/>
              <a:ext cx="256715" cy="319949"/>
            </a:xfrm>
            <a:custGeom>
              <a:rect b="b" l="l" r="r" t="t"/>
              <a:pathLst>
                <a:path extrusionOk="0" h="12199" w="9788">
                  <a:moveTo>
                    <a:pt x="0" y="1"/>
                  </a:moveTo>
                  <a:lnTo>
                    <a:pt x="0" y="12198"/>
                  </a:lnTo>
                  <a:lnTo>
                    <a:pt x="9787" y="12198"/>
                  </a:lnTo>
                  <a:lnTo>
                    <a:pt x="9787"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87"/>
            <p:cNvSpPr/>
            <p:nvPr/>
          </p:nvSpPr>
          <p:spPr>
            <a:xfrm>
              <a:off x="1354616" y="3360716"/>
              <a:ext cx="256715" cy="364615"/>
            </a:xfrm>
            <a:custGeom>
              <a:rect b="b" l="l" r="r" t="t"/>
              <a:pathLst>
                <a:path extrusionOk="0" h="13902" w="9788">
                  <a:moveTo>
                    <a:pt x="669" y="0"/>
                  </a:moveTo>
                  <a:cubicBezTo>
                    <a:pt x="299" y="0"/>
                    <a:pt x="1" y="303"/>
                    <a:pt x="1" y="674"/>
                  </a:cubicBezTo>
                  <a:lnTo>
                    <a:pt x="1" y="13227"/>
                  </a:lnTo>
                  <a:cubicBezTo>
                    <a:pt x="1" y="13598"/>
                    <a:pt x="299" y="13901"/>
                    <a:pt x="669" y="13901"/>
                  </a:cubicBezTo>
                  <a:lnTo>
                    <a:pt x="9114" y="13901"/>
                  </a:lnTo>
                  <a:cubicBezTo>
                    <a:pt x="9484" y="13901"/>
                    <a:pt x="9788" y="13598"/>
                    <a:pt x="9788" y="13227"/>
                  </a:cubicBezTo>
                  <a:lnTo>
                    <a:pt x="9788" y="674"/>
                  </a:lnTo>
                  <a:cubicBezTo>
                    <a:pt x="9788" y="303"/>
                    <a:pt x="9484" y="0"/>
                    <a:pt x="911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87"/>
            <p:cNvSpPr/>
            <p:nvPr/>
          </p:nvSpPr>
          <p:spPr>
            <a:xfrm>
              <a:off x="1571675" y="3360716"/>
              <a:ext cx="39656" cy="364615"/>
            </a:xfrm>
            <a:custGeom>
              <a:rect b="b" l="l" r="r" t="t"/>
              <a:pathLst>
                <a:path extrusionOk="0" h="13902" w="1512">
                  <a:moveTo>
                    <a:pt x="1" y="0"/>
                  </a:moveTo>
                  <a:cubicBezTo>
                    <a:pt x="371" y="0"/>
                    <a:pt x="674" y="303"/>
                    <a:pt x="674" y="674"/>
                  </a:cubicBezTo>
                  <a:lnTo>
                    <a:pt x="674" y="13227"/>
                  </a:lnTo>
                  <a:cubicBezTo>
                    <a:pt x="674" y="13598"/>
                    <a:pt x="376" y="13901"/>
                    <a:pt x="6" y="13901"/>
                  </a:cubicBezTo>
                  <a:lnTo>
                    <a:pt x="843" y="13901"/>
                  </a:lnTo>
                  <a:cubicBezTo>
                    <a:pt x="1213" y="13901"/>
                    <a:pt x="1512" y="13598"/>
                    <a:pt x="1512" y="13227"/>
                  </a:cubicBezTo>
                  <a:lnTo>
                    <a:pt x="1512" y="674"/>
                  </a:lnTo>
                  <a:cubicBezTo>
                    <a:pt x="1512" y="298"/>
                    <a:pt x="1213" y="0"/>
                    <a:pt x="83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87"/>
            <p:cNvSpPr/>
            <p:nvPr/>
          </p:nvSpPr>
          <p:spPr>
            <a:xfrm>
              <a:off x="1324455" y="3401473"/>
              <a:ext cx="59458" cy="29296"/>
            </a:xfrm>
            <a:custGeom>
              <a:rect b="b" l="l" r="r" t="t"/>
              <a:pathLst>
                <a:path extrusionOk="0" h="1117" w="2267">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87"/>
            <p:cNvSpPr/>
            <p:nvPr/>
          </p:nvSpPr>
          <p:spPr>
            <a:xfrm>
              <a:off x="1324822" y="3485768"/>
              <a:ext cx="59484" cy="29427"/>
            </a:xfrm>
            <a:custGeom>
              <a:rect b="b" l="l" r="r" t="t"/>
              <a:pathLst>
                <a:path extrusionOk="0" h="1122" w="2268">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87"/>
            <p:cNvSpPr/>
            <p:nvPr/>
          </p:nvSpPr>
          <p:spPr>
            <a:xfrm>
              <a:off x="1325215" y="3570195"/>
              <a:ext cx="59458" cy="29296"/>
            </a:xfrm>
            <a:custGeom>
              <a:rect b="b" l="l" r="r" t="t"/>
              <a:pathLst>
                <a:path extrusionOk="0" h="1117" w="2267">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87"/>
            <p:cNvSpPr/>
            <p:nvPr/>
          </p:nvSpPr>
          <p:spPr>
            <a:xfrm>
              <a:off x="1325582" y="3654490"/>
              <a:ext cx="59484" cy="29427"/>
            </a:xfrm>
            <a:custGeom>
              <a:rect b="b" l="l" r="r" t="t"/>
              <a:pathLst>
                <a:path extrusionOk="0" h="1122" w="2268">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87"/>
            <p:cNvSpPr/>
            <p:nvPr/>
          </p:nvSpPr>
          <p:spPr>
            <a:xfrm>
              <a:off x="1324455" y="3401473"/>
              <a:ext cx="59458" cy="29296"/>
            </a:xfrm>
            <a:custGeom>
              <a:rect b="b" l="l" r="r" t="t"/>
              <a:pathLst>
                <a:path extrusionOk="0" h="1117" w="2267">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87"/>
            <p:cNvSpPr/>
            <p:nvPr/>
          </p:nvSpPr>
          <p:spPr>
            <a:xfrm>
              <a:off x="1347299" y="3401473"/>
              <a:ext cx="36614" cy="29296"/>
            </a:xfrm>
            <a:custGeom>
              <a:rect b="b" l="l" r="r" t="t"/>
              <a:pathLst>
                <a:path extrusionOk="0" h="1117" w="1396">
                  <a:moveTo>
                    <a:pt x="0" y="0"/>
                  </a:moveTo>
                  <a:cubicBezTo>
                    <a:pt x="308" y="0"/>
                    <a:pt x="559" y="250"/>
                    <a:pt x="559" y="558"/>
                  </a:cubicBezTo>
                  <a:cubicBezTo>
                    <a:pt x="559" y="866"/>
                    <a:pt x="308" y="1117"/>
                    <a:pt x="0" y="1117"/>
                  </a:cubicBezTo>
                  <a:lnTo>
                    <a:pt x="838" y="1117"/>
                  </a:lnTo>
                  <a:cubicBezTo>
                    <a:pt x="1146" y="1117"/>
                    <a:pt x="1396" y="866"/>
                    <a:pt x="1396" y="558"/>
                  </a:cubicBezTo>
                  <a:cubicBezTo>
                    <a:pt x="1396" y="250"/>
                    <a:pt x="1146" y="0"/>
                    <a:pt x="8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87"/>
            <p:cNvSpPr/>
            <p:nvPr/>
          </p:nvSpPr>
          <p:spPr>
            <a:xfrm>
              <a:off x="1324822" y="3485768"/>
              <a:ext cx="59484" cy="29427"/>
            </a:xfrm>
            <a:custGeom>
              <a:rect b="b" l="l" r="r" t="t"/>
              <a:pathLst>
                <a:path extrusionOk="0" h="1122" w="2268">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87"/>
            <p:cNvSpPr/>
            <p:nvPr/>
          </p:nvSpPr>
          <p:spPr>
            <a:xfrm>
              <a:off x="1347561" y="3485768"/>
              <a:ext cx="36745" cy="29427"/>
            </a:xfrm>
            <a:custGeom>
              <a:rect b="b" l="l" r="r" t="t"/>
              <a:pathLst>
                <a:path extrusionOk="0" h="1122" w="1401">
                  <a:moveTo>
                    <a:pt x="0" y="0"/>
                  </a:moveTo>
                  <a:cubicBezTo>
                    <a:pt x="313" y="0"/>
                    <a:pt x="563" y="251"/>
                    <a:pt x="563" y="563"/>
                  </a:cubicBezTo>
                  <a:cubicBezTo>
                    <a:pt x="563" y="871"/>
                    <a:pt x="313" y="1122"/>
                    <a:pt x="0" y="1122"/>
                  </a:cubicBezTo>
                  <a:lnTo>
                    <a:pt x="842" y="1122"/>
                  </a:lnTo>
                  <a:cubicBezTo>
                    <a:pt x="1150" y="1122"/>
                    <a:pt x="1400" y="871"/>
                    <a:pt x="1400" y="563"/>
                  </a:cubicBezTo>
                  <a:cubicBezTo>
                    <a:pt x="1400" y="251"/>
                    <a:pt x="1150" y="0"/>
                    <a:pt x="842"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87"/>
            <p:cNvSpPr/>
            <p:nvPr/>
          </p:nvSpPr>
          <p:spPr>
            <a:xfrm>
              <a:off x="1325215" y="3570195"/>
              <a:ext cx="59458" cy="29296"/>
            </a:xfrm>
            <a:custGeom>
              <a:rect b="b" l="l" r="r" t="t"/>
              <a:pathLst>
                <a:path extrusionOk="0" h="1117" w="2267">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87"/>
            <p:cNvSpPr/>
            <p:nvPr/>
          </p:nvSpPr>
          <p:spPr>
            <a:xfrm>
              <a:off x="1348059" y="3570195"/>
              <a:ext cx="36614" cy="29296"/>
            </a:xfrm>
            <a:custGeom>
              <a:rect b="b" l="l" r="r" t="t"/>
              <a:pathLst>
                <a:path extrusionOk="0" h="1117" w="1396">
                  <a:moveTo>
                    <a:pt x="0" y="0"/>
                  </a:moveTo>
                  <a:cubicBezTo>
                    <a:pt x="308" y="0"/>
                    <a:pt x="559" y="251"/>
                    <a:pt x="559" y="559"/>
                  </a:cubicBezTo>
                  <a:cubicBezTo>
                    <a:pt x="559" y="867"/>
                    <a:pt x="308" y="1117"/>
                    <a:pt x="0" y="1117"/>
                  </a:cubicBezTo>
                  <a:lnTo>
                    <a:pt x="838" y="1117"/>
                  </a:lnTo>
                  <a:cubicBezTo>
                    <a:pt x="1146" y="1117"/>
                    <a:pt x="1396" y="867"/>
                    <a:pt x="1396" y="559"/>
                  </a:cubicBezTo>
                  <a:cubicBezTo>
                    <a:pt x="1396" y="251"/>
                    <a:pt x="1146" y="0"/>
                    <a:pt x="8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87"/>
            <p:cNvSpPr/>
            <p:nvPr/>
          </p:nvSpPr>
          <p:spPr>
            <a:xfrm>
              <a:off x="1325582" y="3654490"/>
              <a:ext cx="59484" cy="29427"/>
            </a:xfrm>
            <a:custGeom>
              <a:rect b="b" l="l" r="r" t="t"/>
              <a:pathLst>
                <a:path extrusionOk="0" h="1122" w="2268">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87"/>
            <p:cNvSpPr/>
            <p:nvPr/>
          </p:nvSpPr>
          <p:spPr>
            <a:xfrm>
              <a:off x="1348295" y="3654490"/>
              <a:ext cx="36771" cy="29427"/>
            </a:xfrm>
            <a:custGeom>
              <a:rect b="b" l="l" r="r" t="t"/>
              <a:pathLst>
                <a:path extrusionOk="0" h="1122" w="1402">
                  <a:moveTo>
                    <a:pt x="1" y="1"/>
                  </a:moveTo>
                  <a:cubicBezTo>
                    <a:pt x="309" y="1"/>
                    <a:pt x="559" y="251"/>
                    <a:pt x="559" y="559"/>
                  </a:cubicBezTo>
                  <a:cubicBezTo>
                    <a:pt x="559" y="867"/>
                    <a:pt x="309" y="1117"/>
                    <a:pt x="1" y="1122"/>
                  </a:cubicBezTo>
                  <a:lnTo>
                    <a:pt x="843" y="1122"/>
                  </a:lnTo>
                  <a:cubicBezTo>
                    <a:pt x="1151" y="1117"/>
                    <a:pt x="1401" y="867"/>
                    <a:pt x="1401" y="559"/>
                  </a:cubicBezTo>
                  <a:cubicBezTo>
                    <a:pt x="1401" y="251"/>
                    <a:pt x="1151" y="1"/>
                    <a:pt x="84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87"/>
            <p:cNvSpPr/>
            <p:nvPr/>
          </p:nvSpPr>
          <p:spPr>
            <a:xfrm>
              <a:off x="1445101" y="3422403"/>
              <a:ext cx="74748" cy="185796"/>
            </a:xfrm>
            <a:custGeom>
              <a:rect b="b" l="l" r="r" t="t"/>
              <a:pathLst>
                <a:path extrusionOk="0" h="7084" w="2850">
                  <a:moveTo>
                    <a:pt x="2002" y="1"/>
                  </a:moveTo>
                  <a:cubicBezTo>
                    <a:pt x="1536" y="1"/>
                    <a:pt x="1" y="511"/>
                    <a:pt x="1" y="3100"/>
                  </a:cubicBezTo>
                  <a:lnTo>
                    <a:pt x="1" y="3990"/>
                  </a:lnTo>
                  <a:cubicBezTo>
                    <a:pt x="1" y="6579"/>
                    <a:pt x="1536" y="7084"/>
                    <a:pt x="2002" y="7084"/>
                  </a:cubicBezTo>
                  <a:cubicBezTo>
                    <a:pt x="2224" y="7084"/>
                    <a:pt x="2512" y="6983"/>
                    <a:pt x="2695" y="6911"/>
                  </a:cubicBezTo>
                  <a:cubicBezTo>
                    <a:pt x="2791" y="6867"/>
                    <a:pt x="2849" y="6766"/>
                    <a:pt x="2830" y="6660"/>
                  </a:cubicBezTo>
                  <a:lnTo>
                    <a:pt x="2628" y="5433"/>
                  </a:lnTo>
                  <a:cubicBezTo>
                    <a:pt x="2610" y="5322"/>
                    <a:pt x="2510" y="5244"/>
                    <a:pt x="2400" y="5244"/>
                  </a:cubicBezTo>
                  <a:cubicBezTo>
                    <a:pt x="2391" y="5244"/>
                    <a:pt x="2382" y="5245"/>
                    <a:pt x="2373" y="5246"/>
                  </a:cubicBezTo>
                  <a:lnTo>
                    <a:pt x="1752" y="5328"/>
                  </a:lnTo>
                  <a:cubicBezTo>
                    <a:pt x="1102" y="5294"/>
                    <a:pt x="939" y="4471"/>
                    <a:pt x="939" y="3971"/>
                  </a:cubicBezTo>
                  <a:lnTo>
                    <a:pt x="939" y="3114"/>
                  </a:lnTo>
                  <a:cubicBezTo>
                    <a:pt x="939" y="2619"/>
                    <a:pt x="1102" y="1791"/>
                    <a:pt x="1752" y="1757"/>
                  </a:cubicBezTo>
                  <a:lnTo>
                    <a:pt x="2373" y="1839"/>
                  </a:lnTo>
                  <a:cubicBezTo>
                    <a:pt x="2382" y="1840"/>
                    <a:pt x="2391" y="1841"/>
                    <a:pt x="2400" y="1841"/>
                  </a:cubicBezTo>
                  <a:cubicBezTo>
                    <a:pt x="2510" y="1841"/>
                    <a:pt x="2610" y="1762"/>
                    <a:pt x="2628" y="1651"/>
                  </a:cubicBezTo>
                  <a:lnTo>
                    <a:pt x="2830" y="424"/>
                  </a:lnTo>
                  <a:cubicBezTo>
                    <a:pt x="2849" y="319"/>
                    <a:pt x="2791" y="217"/>
                    <a:pt x="2695" y="174"/>
                  </a:cubicBezTo>
                  <a:cubicBezTo>
                    <a:pt x="2512" y="102"/>
                    <a:pt x="2224" y="1"/>
                    <a:pt x="200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87"/>
            <p:cNvSpPr/>
            <p:nvPr/>
          </p:nvSpPr>
          <p:spPr>
            <a:xfrm>
              <a:off x="1320678" y="3355287"/>
              <a:ext cx="341639" cy="375578"/>
            </a:xfrm>
            <a:custGeom>
              <a:rect b="b" l="l" r="r" t="t"/>
              <a:pathLst>
                <a:path extrusionOk="0" h="14320" w="13026">
                  <a:moveTo>
                    <a:pt x="1896" y="11620"/>
                  </a:moveTo>
                  <a:cubicBezTo>
                    <a:pt x="2088" y="11620"/>
                    <a:pt x="2242" y="11774"/>
                    <a:pt x="2242" y="11967"/>
                  </a:cubicBezTo>
                  <a:cubicBezTo>
                    <a:pt x="2242" y="12159"/>
                    <a:pt x="2088" y="12318"/>
                    <a:pt x="1896" y="12318"/>
                  </a:cubicBezTo>
                  <a:lnTo>
                    <a:pt x="746" y="12318"/>
                  </a:lnTo>
                  <a:cubicBezTo>
                    <a:pt x="554" y="12318"/>
                    <a:pt x="400" y="12159"/>
                    <a:pt x="400" y="11967"/>
                  </a:cubicBezTo>
                  <a:cubicBezTo>
                    <a:pt x="400" y="11774"/>
                    <a:pt x="554" y="11620"/>
                    <a:pt x="746" y="11620"/>
                  </a:cubicBezTo>
                  <a:close/>
                  <a:moveTo>
                    <a:pt x="11698" y="1270"/>
                  </a:moveTo>
                  <a:lnTo>
                    <a:pt x="11698" y="13045"/>
                  </a:lnTo>
                  <a:lnTo>
                    <a:pt x="11289" y="13045"/>
                  </a:lnTo>
                  <a:lnTo>
                    <a:pt x="11289" y="1270"/>
                  </a:lnTo>
                  <a:close/>
                  <a:moveTo>
                    <a:pt x="3801" y="0"/>
                  </a:moveTo>
                  <a:cubicBezTo>
                    <a:pt x="3522" y="0"/>
                    <a:pt x="3522" y="419"/>
                    <a:pt x="3801" y="419"/>
                  </a:cubicBezTo>
                  <a:lnTo>
                    <a:pt x="10408" y="419"/>
                  </a:lnTo>
                  <a:cubicBezTo>
                    <a:pt x="10663" y="419"/>
                    <a:pt x="10870" y="626"/>
                    <a:pt x="10870" y="881"/>
                  </a:cubicBezTo>
                  <a:lnTo>
                    <a:pt x="10870" y="13439"/>
                  </a:lnTo>
                  <a:cubicBezTo>
                    <a:pt x="10870" y="13689"/>
                    <a:pt x="10663" y="13896"/>
                    <a:pt x="10408" y="13896"/>
                  </a:cubicBezTo>
                  <a:lnTo>
                    <a:pt x="1963" y="13896"/>
                  </a:lnTo>
                  <a:cubicBezTo>
                    <a:pt x="1708" y="13896"/>
                    <a:pt x="1501" y="13689"/>
                    <a:pt x="1501" y="13439"/>
                  </a:cubicBezTo>
                  <a:lnTo>
                    <a:pt x="1501" y="12737"/>
                  </a:lnTo>
                  <a:lnTo>
                    <a:pt x="1896" y="12737"/>
                  </a:lnTo>
                  <a:cubicBezTo>
                    <a:pt x="2310" y="12727"/>
                    <a:pt x="2642" y="12386"/>
                    <a:pt x="2642" y="11967"/>
                  </a:cubicBezTo>
                  <a:cubicBezTo>
                    <a:pt x="2642" y="11553"/>
                    <a:pt x="2310" y="11211"/>
                    <a:pt x="1896" y="11202"/>
                  </a:cubicBezTo>
                  <a:lnTo>
                    <a:pt x="1501" y="11202"/>
                  </a:lnTo>
                  <a:lnTo>
                    <a:pt x="1501" y="10745"/>
                  </a:lnTo>
                  <a:cubicBezTo>
                    <a:pt x="1501" y="10605"/>
                    <a:pt x="1397" y="10535"/>
                    <a:pt x="1292" y="10535"/>
                  </a:cubicBezTo>
                  <a:cubicBezTo>
                    <a:pt x="1187" y="10535"/>
                    <a:pt x="1083" y="10605"/>
                    <a:pt x="1083" y="10745"/>
                  </a:cubicBezTo>
                  <a:lnTo>
                    <a:pt x="1083" y="11202"/>
                  </a:lnTo>
                  <a:lnTo>
                    <a:pt x="746" y="11202"/>
                  </a:lnTo>
                  <a:cubicBezTo>
                    <a:pt x="332" y="11211"/>
                    <a:pt x="0" y="11553"/>
                    <a:pt x="0" y="11967"/>
                  </a:cubicBezTo>
                  <a:cubicBezTo>
                    <a:pt x="0" y="12386"/>
                    <a:pt x="332" y="12727"/>
                    <a:pt x="746" y="12737"/>
                  </a:cubicBezTo>
                  <a:lnTo>
                    <a:pt x="1083" y="12737"/>
                  </a:lnTo>
                  <a:lnTo>
                    <a:pt x="1083" y="13439"/>
                  </a:lnTo>
                  <a:cubicBezTo>
                    <a:pt x="1083" y="13925"/>
                    <a:pt x="1477" y="14315"/>
                    <a:pt x="1963" y="14320"/>
                  </a:cubicBezTo>
                  <a:lnTo>
                    <a:pt x="12145" y="14320"/>
                  </a:lnTo>
                  <a:cubicBezTo>
                    <a:pt x="12631" y="14315"/>
                    <a:pt x="13026" y="13920"/>
                    <a:pt x="13026" y="13434"/>
                  </a:cubicBezTo>
                  <a:lnTo>
                    <a:pt x="13026" y="2685"/>
                  </a:lnTo>
                  <a:cubicBezTo>
                    <a:pt x="13026" y="2546"/>
                    <a:pt x="12920" y="2476"/>
                    <a:pt x="12814" y="2476"/>
                  </a:cubicBezTo>
                  <a:cubicBezTo>
                    <a:pt x="12708" y="2476"/>
                    <a:pt x="12602" y="2546"/>
                    <a:pt x="12602" y="2685"/>
                  </a:cubicBezTo>
                  <a:lnTo>
                    <a:pt x="12602" y="13434"/>
                  </a:lnTo>
                  <a:cubicBezTo>
                    <a:pt x="12602" y="13689"/>
                    <a:pt x="12395" y="13896"/>
                    <a:pt x="12140" y="13896"/>
                  </a:cubicBezTo>
                  <a:lnTo>
                    <a:pt x="11159" y="13896"/>
                  </a:lnTo>
                  <a:cubicBezTo>
                    <a:pt x="11240" y="13766"/>
                    <a:pt x="11284" y="13617"/>
                    <a:pt x="11289" y="13463"/>
                  </a:cubicBezTo>
                  <a:lnTo>
                    <a:pt x="11909" y="13463"/>
                  </a:lnTo>
                  <a:cubicBezTo>
                    <a:pt x="12025" y="13463"/>
                    <a:pt x="12116" y="13372"/>
                    <a:pt x="12116" y="13256"/>
                  </a:cubicBezTo>
                  <a:lnTo>
                    <a:pt x="12116" y="1059"/>
                  </a:lnTo>
                  <a:cubicBezTo>
                    <a:pt x="12116" y="943"/>
                    <a:pt x="12025" y="852"/>
                    <a:pt x="11909" y="852"/>
                  </a:cubicBezTo>
                  <a:lnTo>
                    <a:pt x="11289" y="852"/>
                  </a:lnTo>
                  <a:cubicBezTo>
                    <a:pt x="11284" y="698"/>
                    <a:pt x="11240" y="549"/>
                    <a:pt x="11159" y="419"/>
                  </a:cubicBezTo>
                  <a:lnTo>
                    <a:pt x="12145" y="419"/>
                  </a:lnTo>
                  <a:cubicBezTo>
                    <a:pt x="12400" y="419"/>
                    <a:pt x="12602" y="626"/>
                    <a:pt x="12607" y="881"/>
                  </a:cubicBezTo>
                  <a:lnTo>
                    <a:pt x="12607" y="1761"/>
                  </a:lnTo>
                  <a:cubicBezTo>
                    <a:pt x="12602" y="1877"/>
                    <a:pt x="12698" y="1973"/>
                    <a:pt x="12814" y="1973"/>
                  </a:cubicBezTo>
                  <a:cubicBezTo>
                    <a:pt x="12929" y="1973"/>
                    <a:pt x="13026" y="1877"/>
                    <a:pt x="13026" y="1761"/>
                  </a:cubicBezTo>
                  <a:lnTo>
                    <a:pt x="13026" y="881"/>
                  </a:lnTo>
                  <a:cubicBezTo>
                    <a:pt x="13026" y="395"/>
                    <a:pt x="12631" y="0"/>
                    <a:pt x="12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87"/>
            <p:cNvSpPr/>
            <p:nvPr/>
          </p:nvSpPr>
          <p:spPr>
            <a:xfrm>
              <a:off x="1319524" y="3355155"/>
              <a:ext cx="84085" cy="263586"/>
            </a:xfrm>
            <a:custGeom>
              <a:rect b="b" l="l" r="r" t="t"/>
              <a:pathLst>
                <a:path extrusionOk="0" h="10050" w="3206">
                  <a:moveTo>
                    <a:pt x="1897" y="1978"/>
                  </a:moveTo>
                  <a:cubicBezTo>
                    <a:pt x="2089" y="1978"/>
                    <a:pt x="2243" y="2132"/>
                    <a:pt x="2243" y="2324"/>
                  </a:cubicBezTo>
                  <a:cubicBezTo>
                    <a:pt x="2243" y="2517"/>
                    <a:pt x="2089" y="2676"/>
                    <a:pt x="1897" y="2676"/>
                  </a:cubicBezTo>
                  <a:lnTo>
                    <a:pt x="752" y="2676"/>
                  </a:lnTo>
                  <a:cubicBezTo>
                    <a:pt x="554" y="2676"/>
                    <a:pt x="400" y="2517"/>
                    <a:pt x="400" y="2324"/>
                  </a:cubicBezTo>
                  <a:cubicBezTo>
                    <a:pt x="400" y="2132"/>
                    <a:pt x="554" y="1978"/>
                    <a:pt x="752" y="1978"/>
                  </a:cubicBezTo>
                  <a:close/>
                  <a:moveTo>
                    <a:pt x="1911" y="5192"/>
                  </a:moveTo>
                  <a:cubicBezTo>
                    <a:pt x="2104" y="5192"/>
                    <a:pt x="2258" y="5346"/>
                    <a:pt x="2258" y="5543"/>
                  </a:cubicBezTo>
                  <a:cubicBezTo>
                    <a:pt x="2258" y="5736"/>
                    <a:pt x="2104" y="5890"/>
                    <a:pt x="1911" y="5890"/>
                  </a:cubicBezTo>
                  <a:lnTo>
                    <a:pt x="766" y="5890"/>
                  </a:lnTo>
                  <a:cubicBezTo>
                    <a:pt x="569" y="5890"/>
                    <a:pt x="415" y="5736"/>
                    <a:pt x="415" y="5543"/>
                  </a:cubicBezTo>
                  <a:cubicBezTo>
                    <a:pt x="415" y="5346"/>
                    <a:pt x="569" y="5192"/>
                    <a:pt x="761" y="5192"/>
                  </a:cubicBezTo>
                  <a:close/>
                  <a:moveTo>
                    <a:pt x="1926" y="8406"/>
                  </a:moveTo>
                  <a:cubicBezTo>
                    <a:pt x="2118" y="8406"/>
                    <a:pt x="2272" y="8565"/>
                    <a:pt x="2272" y="8758"/>
                  </a:cubicBezTo>
                  <a:cubicBezTo>
                    <a:pt x="2272" y="8950"/>
                    <a:pt x="2118" y="9104"/>
                    <a:pt x="1926" y="9109"/>
                  </a:cubicBezTo>
                  <a:lnTo>
                    <a:pt x="776" y="9109"/>
                  </a:lnTo>
                  <a:cubicBezTo>
                    <a:pt x="583" y="9104"/>
                    <a:pt x="429" y="8950"/>
                    <a:pt x="429" y="8758"/>
                  </a:cubicBezTo>
                  <a:cubicBezTo>
                    <a:pt x="429" y="8565"/>
                    <a:pt x="583" y="8406"/>
                    <a:pt x="776" y="8406"/>
                  </a:cubicBezTo>
                  <a:close/>
                  <a:moveTo>
                    <a:pt x="2007" y="0"/>
                  </a:moveTo>
                  <a:cubicBezTo>
                    <a:pt x="1521" y="0"/>
                    <a:pt x="1127" y="395"/>
                    <a:pt x="1127" y="886"/>
                  </a:cubicBezTo>
                  <a:lnTo>
                    <a:pt x="1127" y="1554"/>
                  </a:lnTo>
                  <a:lnTo>
                    <a:pt x="752" y="1554"/>
                  </a:lnTo>
                  <a:cubicBezTo>
                    <a:pt x="333" y="1564"/>
                    <a:pt x="1" y="1906"/>
                    <a:pt x="1" y="2324"/>
                  </a:cubicBezTo>
                  <a:cubicBezTo>
                    <a:pt x="1" y="2738"/>
                    <a:pt x="333" y="3080"/>
                    <a:pt x="752" y="3094"/>
                  </a:cubicBezTo>
                  <a:lnTo>
                    <a:pt x="1127" y="3094"/>
                  </a:lnTo>
                  <a:lnTo>
                    <a:pt x="1127" y="4769"/>
                  </a:lnTo>
                  <a:lnTo>
                    <a:pt x="766" y="4769"/>
                  </a:lnTo>
                  <a:cubicBezTo>
                    <a:pt x="347" y="4783"/>
                    <a:pt x="20" y="5125"/>
                    <a:pt x="20" y="5539"/>
                  </a:cubicBezTo>
                  <a:cubicBezTo>
                    <a:pt x="20" y="5957"/>
                    <a:pt x="347" y="6299"/>
                    <a:pt x="766" y="6308"/>
                  </a:cubicBezTo>
                  <a:lnTo>
                    <a:pt x="1127" y="6308"/>
                  </a:lnTo>
                  <a:lnTo>
                    <a:pt x="1127" y="7988"/>
                  </a:lnTo>
                  <a:lnTo>
                    <a:pt x="776" y="7988"/>
                  </a:lnTo>
                  <a:cubicBezTo>
                    <a:pt x="362" y="7997"/>
                    <a:pt x="30" y="8339"/>
                    <a:pt x="30" y="8758"/>
                  </a:cubicBezTo>
                  <a:cubicBezTo>
                    <a:pt x="30" y="9171"/>
                    <a:pt x="362" y="9513"/>
                    <a:pt x="776" y="9528"/>
                  </a:cubicBezTo>
                  <a:lnTo>
                    <a:pt x="1127" y="9528"/>
                  </a:lnTo>
                  <a:lnTo>
                    <a:pt x="1127" y="9840"/>
                  </a:lnTo>
                  <a:cubicBezTo>
                    <a:pt x="1127" y="9980"/>
                    <a:pt x="1233" y="10050"/>
                    <a:pt x="1339" y="10050"/>
                  </a:cubicBezTo>
                  <a:cubicBezTo>
                    <a:pt x="1444" y="10050"/>
                    <a:pt x="1550" y="9980"/>
                    <a:pt x="1550" y="9840"/>
                  </a:cubicBezTo>
                  <a:lnTo>
                    <a:pt x="1550" y="9528"/>
                  </a:lnTo>
                  <a:lnTo>
                    <a:pt x="1926" y="9528"/>
                  </a:lnTo>
                  <a:cubicBezTo>
                    <a:pt x="1931" y="9528"/>
                    <a:pt x="1937" y="9528"/>
                    <a:pt x="1943" y="9528"/>
                  </a:cubicBezTo>
                  <a:cubicBezTo>
                    <a:pt x="2368" y="9528"/>
                    <a:pt x="2715" y="9185"/>
                    <a:pt x="2715" y="8758"/>
                  </a:cubicBezTo>
                  <a:cubicBezTo>
                    <a:pt x="2715" y="8333"/>
                    <a:pt x="2373" y="7987"/>
                    <a:pt x="1951" y="7987"/>
                  </a:cubicBezTo>
                  <a:cubicBezTo>
                    <a:pt x="1943" y="7987"/>
                    <a:pt x="1934" y="7987"/>
                    <a:pt x="1926" y="7988"/>
                  </a:cubicBezTo>
                  <a:lnTo>
                    <a:pt x="1550" y="7988"/>
                  </a:lnTo>
                  <a:lnTo>
                    <a:pt x="1550" y="6308"/>
                  </a:lnTo>
                  <a:lnTo>
                    <a:pt x="1911" y="6308"/>
                  </a:lnTo>
                  <a:cubicBezTo>
                    <a:pt x="1920" y="6309"/>
                    <a:pt x="1928" y="6309"/>
                    <a:pt x="1937" y="6309"/>
                  </a:cubicBezTo>
                  <a:cubicBezTo>
                    <a:pt x="2358" y="6309"/>
                    <a:pt x="2700" y="5963"/>
                    <a:pt x="2700" y="5539"/>
                  </a:cubicBezTo>
                  <a:cubicBezTo>
                    <a:pt x="2700" y="5114"/>
                    <a:pt x="2358" y="4773"/>
                    <a:pt x="1937" y="4773"/>
                  </a:cubicBezTo>
                  <a:cubicBezTo>
                    <a:pt x="1929" y="4773"/>
                    <a:pt x="1920" y="4773"/>
                    <a:pt x="1911" y="4774"/>
                  </a:cubicBezTo>
                  <a:lnTo>
                    <a:pt x="1550" y="4774"/>
                  </a:lnTo>
                  <a:lnTo>
                    <a:pt x="1550" y="3094"/>
                  </a:lnTo>
                  <a:lnTo>
                    <a:pt x="1897" y="3094"/>
                  </a:lnTo>
                  <a:cubicBezTo>
                    <a:pt x="1903" y="3094"/>
                    <a:pt x="1908" y="3094"/>
                    <a:pt x="1914" y="3094"/>
                  </a:cubicBezTo>
                  <a:cubicBezTo>
                    <a:pt x="2339" y="3094"/>
                    <a:pt x="2686" y="2752"/>
                    <a:pt x="2686" y="2324"/>
                  </a:cubicBezTo>
                  <a:cubicBezTo>
                    <a:pt x="2686" y="1897"/>
                    <a:pt x="2339" y="1554"/>
                    <a:pt x="1914" y="1554"/>
                  </a:cubicBezTo>
                  <a:cubicBezTo>
                    <a:pt x="1908" y="1554"/>
                    <a:pt x="1903" y="1554"/>
                    <a:pt x="1897" y="1554"/>
                  </a:cubicBezTo>
                  <a:lnTo>
                    <a:pt x="1550" y="1554"/>
                  </a:lnTo>
                  <a:lnTo>
                    <a:pt x="1550" y="886"/>
                  </a:lnTo>
                  <a:cubicBezTo>
                    <a:pt x="1550" y="631"/>
                    <a:pt x="1752" y="424"/>
                    <a:pt x="2007" y="424"/>
                  </a:cubicBezTo>
                  <a:lnTo>
                    <a:pt x="2926" y="424"/>
                  </a:lnTo>
                  <a:cubicBezTo>
                    <a:pt x="3206" y="424"/>
                    <a:pt x="3206" y="0"/>
                    <a:pt x="29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87"/>
            <p:cNvSpPr/>
            <p:nvPr/>
          </p:nvSpPr>
          <p:spPr>
            <a:xfrm>
              <a:off x="1419110" y="3634295"/>
              <a:ext cx="144907" cy="11016"/>
            </a:xfrm>
            <a:custGeom>
              <a:rect b="b" l="l" r="r" t="t"/>
              <a:pathLst>
                <a:path extrusionOk="0" h="420" w="5525">
                  <a:moveTo>
                    <a:pt x="212" y="1"/>
                  </a:moveTo>
                  <a:cubicBezTo>
                    <a:pt x="92" y="1"/>
                    <a:pt x="0" y="97"/>
                    <a:pt x="0" y="213"/>
                  </a:cubicBezTo>
                  <a:cubicBezTo>
                    <a:pt x="0" y="328"/>
                    <a:pt x="97" y="419"/>
                    <a:pt x="212" y="419"/>
                  </a:cubicBezTo>
                  <a:lnTo>
                    <a:pt x="5245" y="419"/>
                  </a:lnTo>
                  <a:cubicBezTo>
                    <a:pt x="5524" y="419"/>
                    <a:pt x="5524" y="1"/>
                    <a:pt x="5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87"/>
            <p:cNvSpPr/>
            <p:nvPr/>
          </p:nvSpPr>
          <p:spPr>
            <a:xfrm>
              <a:off x="1417221" y="3657768"/>
              <a:ext cx="146795" cy="11016"/>
            </a:xfrm>
            <a:custGeom>
              <a:rect b="b" l="l" r="r" t="t"/>
              <a:pathLst>
                <a:path extrusionOk="0" h="420" w="5597">
                  <a:moveTo>
                    <a:pt x="284" y="1"/>
                  </a:moveTo>
                  <a:cubicBezTo>
                    <a:pt x="0" y="1"/>
                    <a:pt x="0" y="419"/>
                    <a:pt x="284" y="419"/>
                  </a:cubicBezTo>
                  <a:lnTo>
                    <a:pt x="5317" y="419"/>
                  </a:lnTo>
                  <a:cubicBezTo>
                    <a:pt x="5596" y="419"/>
                    <a:pt x="5596" y="1"/>
                    <a:pt x="5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87"/>
            <p:cNvSpPr/>
            <p:nvPr/>
          </p:nvSpPr>
          <p:spPr>
            <a:xfrm>
              <a:off x="1439672" y="3417000"/>
              <a:ext cx="86105" cy="196759"/>
            </a:xfrm>
            <a:custGeom>
              <a:rect b="b" l="l" r="r" t="t"/>
              <a:pathLst>
                <a:path extrusionOk="0" h="7502" w="3283">
                  <a:moveTo>
                    <a:pt x="2209" y="419"/>
                  </a:moveTo>
                  <a:cubicBezTo>
                    <a:pt x="2354" y="419"/>
                    <a:pt x="2570" y="476"/>
                    <a:pt x="2820" y="577"/>
                  </a:cubicBezTo>
                  <a:cubicBezTo>
                    <a:pt x="2830" y="582"/>
                    <a:pt x="2835" y="587"/>
                    <a:pt x="2830" y="597"/>
                  </a:cubicBezTo>
                  <a:lnTo>
                    <a:pt x="2628" y="1824"/>
                  </a:lnTo>
                  <a:cubicBezTo>
                    <a:pt x="2628" y="1833"/>
                    <a:pt x="2618" y="1838"/>
                    <a:pt x="2609" y="1838"/>
                  </a:cubicBezTo>
                  <a:lnTo>
                    <a:pt x="1988" y="1756"/>
                  </a:lnTo>
                  <a:lnTo>
                    <a:pt x="1949" y="1756"/>
                  </a:lnTo>
                  <a:cubicBezTo>
                    <a:pt x="1204" y="1795"/>
                    <a:pt x="934" y="2627"/>
                    <a:pt x="934" y="3325"/>
                  </a:cubicBezTo>
                  <a:lnTo>
                    <a:pt x="934" y="4177"/>
                  </a:lnTo>
                  <a:cubicBezTo>
                    <a:pt x="934" y="4499"/>
                    <a:pt x="997" y="4821"/>
                    <a:pt x="1117" y="5120"/>
                  </a:cubicBezTo>
                  <a:lnTo>
                    <a:pt x="1117" y="5115"/>
                  </a:lnTo>
                  <a:cubicBezTo>
                    <a:pt x="1295" y="5509"/>
                    <a:pt x="1584" y="5726"/>
                    <a:pt x="1949" y="5745"/>
                  </a:cubicBezTo>
                  <a:lnTo>
                    <a:pt x="1988" y="5745"/>
                  </a:lnTo>
                  <a:lnTo>
                    <a:pt x="2609" y="5663"/>
                  </a:lnTo>
                  <a:cubicBezTo>
                    <a:pt x="2610" y="5663"/>
                    <a:pt x="2612" y="5662"/>
                    <a:pt x="2614" y="5662"/>
                  </a:cubicBezTo>
                  <a:cubicBezTo>
                    <a:pt x="2621" y="5662"/>
                    <a:pt x="2628" y="5670"/>
                    <a:pt x="2628" y="5678"/>
                  </a:cubicBezTo>
                  <a:lnTo>
                    <a:pt x="2830" y="6905"/>
                  </a:lnTo>
                  <a:cubicBezTo>
                    <a:pt x="2835" y="6910"/>
                    <a:pt x="2830" y="6919"/>
                    <a:pt x="2820" y="6924"/>
                  </a:cubicBezTo>
                  <a:cubicBezTo>
                    <a:pt x="2570" y="7025"/>
                    <a:pt x="2354" y="7083"/>
                    <a:pt x="2209" y="7083"/>
                  </a:cubicBezTo>
                  <a:cubicBezTo>
                    <a:pt x="2031" y="7083"/>
                    <a:pt x="1584" y="6977"/>
                    <a:pt x="1184" y="6568"/>
                  </a:cubicBezTo>
                  <a:cubicBezTo>
                    <a:pt x="684" y="6058"/>
                    <a:pt x="419" y="5240"/>
                    <a:pt x="419" y="4196"/>
                  </a:cubicBezTo>
                  <a:lnTo>
                    <a:pt x="419" y="3306"/>
                  </a:lnTo>
                  <a:cubicBezTo>
                    <a:pt x="419" y="2262"/>
                    <a:pt x="684" y="1439"/>
                    <a:pt x="1184" y="934"/>
                  </a:cubicBezTo>
                  <a:cubicBezTo>
                    <a:pt x="1584" y="525"/>
                    <a:pt x="2031" y="419"/>
                    <a:pt x="2209" y="419"/>
                  </a:cubicBezTo>
                  <a:close/>
                  <a:moveTo>
                    <a:pt x="2214" y="0"/>
                  </a:moveTo>
                  <a:cubicBezTo>
                    <a:pt x="1892" y="0"/>
                    <a:pt x="1348" y="164"/>
                    <a:pt x="886" y="640"/>
                  </a:cubicBezTo>
                  <a:cubicBezTo>
                    <a:pt x="299" y="1241"/>
                    <a:pt x="1" y="2132"/>
                    <a:pt x="1" y="3306"/>
                  </a:cubicBezTo>
                  <a:lnTo>
                    <a:pt x="1" y="4196"/>
                  </a:lnTo>
                  <a:cubicBezTo>
                    <a:pt x="1" y="5365"/>
                    <a:pt x="299" y="6265"/>
                    <a:pt x="886" y="6862"/>
                  </a:cubicBezTo>
                  <a:cubicBezTo>
                    <a:pt x="1348" y="7333"/>
                    <a:pt x="1892" y="7502"/>
                    <a:pt x="2214" y="7502"/>
                  </a:cubicBezTo>
                  <a:cubicBezTo>
                    <a:pt x="2464" y="7502"/>
                    <a:pt x="2767" y="7396"/>
                    <a:pt x="2984" y="7309"/>
                  </a:cubicBezTo>
                  <a:cubicBezTo>
                    <a:pt x="3172" y="7232"/>
                    <a:pt x="3282" y="7035"/>
                    <a:pt x="3249" y="6833"/>
                  </a:cubicBezTo>
                  <a:lnTo>
                    <a:pt x="3042" y="5611"/>
                  </a:lnTo>
                  <a:cubicBezTo>
                    <a:pt x="3007" y="5396"/>
                    <a:pt x="2824" y="5245"/>
                    <a:pt x="2618" y="5245"/>
                  </a:cubicBezTo>
                  <a:cubicBezTo>
                    <a:pt x="2597" y="5245"/>
                    <a:pt x="2576" y="5247"/>
                    <a:pt x="2556" y="5250"/>
                  </a:cubicBezTo>
                  <a:lnTo>
                    <a:pt x="1954" y="5327"/>
                  </a:lnTo>
                  <a:cubicBezTo>
                    <a:pt x="1362" y="5274"/>
                    <a:pt x="1358" y="4225"/>
                    <a:pt x="1358" y="4177"/>
                  </a:cubicBezTo>
                  <a:lnTo>
                    <a:pt x="1358" y="3325"/>
                  </a:lnTo>
                  <a:cubicBezTo>
                    <a:pt x="1358" y="3282"/>
                    <a:pt x="1362" y="2228"/>
                    <a:pt x="1954" y="2180"/>
                  </a:cubicBezTo>
                  <a:lnTo>
                    <a:pt x="1954" y="2175"/>
                  </a:lnTo>
                  <a:lnTo>
                    <a:pt x="2556" y="2252"/>
                  </a:lnTo>
                  <a:cubicBezTo>
                    <a:pt x="2576" y="2255"/>
                    <a:pt x="2597" y="2256"/>
                    <a:pt x="2618" y="2256"/>
                  </a:cubicBezTo>
                  <a:cubicBezTo>
                    <a:pt x="2824" y="2256"/>
                    <a:pt x="3007" y="2106"/>
                    <a:pt x="3042" y="1891"/>
                  </a:cubicBezTo>
                  <a:lnTo>
                    <a:pt x="3249" y="664"/>
                  </a:lnTo>
                  <a:cubicBezTo>
                    <a:pt x="3282" y="467"/>
                    <a:pt x="3172" y="265"/>
                    <a:pt x="2984" y="188"/>
                  </a:cubicBezTo>
                  <a:cubicBezTo>
                    <a:pt x="2767" y="101"/>
                    <a:pt x="2464" y="0"/>
                    <a:pt x="2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2" name="Google Shape;15312;p87"/>
          <p:cNvGrpSpPr/>
          <p:nvPr/>
        </p:nvGrpSpPr>
        <p:grpSpPr>
          <a:xfrm>
            <a:off x="2645009" y="3360008"/>
            <a:ext cx="382161" cy="369991"/>
            <a:chOff x="2645009" y="3360008"/>
            <a:chExt cx="382161" cy="369991"/>
          </a:xfrm>
        </p:grpSpPr>
        <p:sp>
          <p:nvSpPr>
            <p:cNvPr id="15313" name="Google Shape;15313;p87"/>
            <p:cNvSpPr/>
            <p:nvPr/>
          </p:nvSpPr>
          <p:spPr>
            <a:xfrm>
              <a:off x="2669112" y="3666607"/>
              <a:ext cx="57963" cy="57963"/>
            </a:xfrm>
            <a:custGeom>
              <a:rect b="b" l="l" r="r" t="t"/>
              <a:pathLst>
                <a:path extrusionOk="0" h="2210" w="2210">
                  <a:moveTo>
                    <a:pt x="1" y="1"/>
                  </a:moveTo>
                  <a:lnTo>
                    <a:pt x="1" y="2209"/>
                  </a:lnTo>
                  <a:lnTo>
                    <a:pt x="2209" y="2209"/>
                  </a:lnTo>
                  <a:lnTo>
                    <a:pt x="2209"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87"/>
            <p:cNvSpPr/>
            <p:nvPr/>
          </p:nvSpPr>
          <p:spPr>
            <a:xfrm>
              <a:off x="2669112" y="3666607"/>
              <a:ext cx="57963" cy="17441"/>
            </a:xfrm>
            <a:custGeom>
              <a:rect b="b" l="l" r="r" t="t"/>
              <a:pathLst>
                <a:path extrusionOk="0" h="665" w="2210">
                  <a:moveTo>
                    <a:pt x="1" y="1"/>
                  </a:moveTo>
                  <a:lnTo>
                    <a:pt x="1" y="665"/>
                  </a:lnTo>
                  <a:lnTo>
                    <a:pt x="2209" y="665"/>
                  </a:lnTo>
                  <a:lnTo>
                    <a:pt x="220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87"/>
            <p:cNvSpPr/>
            <p:nvPr/>
          </p:nvSpPr>
          <p:spPr>
            <a:xfrm>
              <a:off x="2663316" y="3643396"/>
              <a:ext cx="63628" cy="23238"/>
            </a:xfrm>
            <a:custGeom>
              <a:rect b="b" l="l" r="r" t="t"/>
              <a:pathLst>
                <a:path extrusionOk="0" h="886" w="2426">
                  <a:moveTo>
                    <a:pt x="443" y="0"/>
                  </a:moveTo>
                  <a:cubicBezTo>
                    <a:pt x="198" y="0"/>
                    <a:pt x="0" y="198"/>
                    <a:pt x="0" y="443"/>
                  </a:cubicBezTo>
                  <a:cubicBezTo>
                    <a:pt x="0" y="688"/>
                    <a:pt x="198" y="886"/>
                    <a:pt x="443" y="886"/>
                  </a:cubicBezTo>
                  <a:lnTo>
                    <a:pt x="2425" y="886"/>
                  </a:lnTo>
                  <a:lnTo>
                    <a:pt x="2425"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87"/>
            <p:cNvSpPr/>
            <p:nvPr/>
          </p:nvSpPr>
          <p:spPr>
            <a:xfrm>
              <a:off x="2721226" y="3463947"/>
              <a:ext cx="46344" cy="260623"/>
            </a:xfrm>
            <a:custGeom>
              <a:rect b="b" l="l" r="r" t="t"/>
              <a:pathLst>
                <a:path extrusionOk="0" h="9937" w="1767">
                  <a:moveTo>
                    <a:pt x="222" y="0"/>
                  </a:moveTo>
                  <a:lnTo>
                    <a:pt x="1" y="9936"/>
                  </a:lnTo>
                  <a:lnTo>
                    <a:pt x="1767" y="9936"/>
                  </a:lnTo>
                  <a:lnTo>
                    <a:pt x="154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87"/>
            <p:cNvSpPr/>
            <p:nvPr/>
          </p:nvSpPr>
          <p:spPr>
            <a:xfrm>
              <a:off x="2790782" y="3527549"/>
              <a:ext cx="34725" cy="92767"/>
            </a:xfrm>
            <a:custGeom>
              <a:rect b="b" l="l" r="r" t="t"/>
              <a:pathLst>
                <a:path extrusionOk="0" h="3537" w="1324">
                  <a:moveTo>
                    <a:pt x="221" y="0"/>
                  </a:moveTo>
                  <a:lnTo>
                    <a:pt x="0" y="3537"/>
                  </a:lnTo>
                  <a:lnTo>
                    <a:pt x="1323" y="3537"/>
                  </a:lnTo>
                  <a:lnTo>
                    <a:pt x="1102"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87"/>
            <p:cNvSpPr/>
            <p:nvPr/>
          </p:nvSpPr>
          <p:spPr>
            <a:xfrm>
              <a:off x="2726655" y="3463947"/>
              <a:ext cx="35486" cy="17310"/>
            </a:xfrm>
            <a:custGeom>
              <a:rect b="b" l="l" r="r" t="t"/>
              <a:pathLst>
                <a:path extrusionOk="0" h="660" w="1353">
                  <a:moveTo>
                    <a:pt x="15" y="0"/>
                  </a:moveTo>
                  <a:lnTo>
                    <a:pt x="1" y="659"/>
                  </a:lnTo>
                  <a:lnTo>
                    <a:pt x="1353" y="659"/>
                  </a:lnTo>
                  <a:lnTo>
                    <a:pt x="1338"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87"/>
            <p:cNvSpPr/>
            <p:nvPr/>
          </p:nvSpPr>
          <p:spPr>
            <a:xfrm>
              <a:off x="2795450" y="3527549"/>
              <a:ext cx="25388" cy="17441"/>
            </a:xfrm>
            <a:custGeom>
              <a:rect b="b" l="l" r="r" t="t"/>
              <a:pathLst>
                <a:path extrusionOk="0" h="665" w="968">
                  <a:moveTo>
                    <a:pt x="43" y="0"/>
                  </a:moveTo>
                  <a:lnTo>
                    <a:pt x="0" y="664"/>
                  </a:lnTo>
                  <a:lnTo>
                    <a:pt x="967" y="664"/>
                  </a:lnTo>
                  <a:lnTo>
                    <a:pt x="924"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87"/>
            <p:cNvSpPr/>
            <p:nvPr/>
          </p:nvSpPr>
          <p:spPr>
            <a:xfrm>
              <a:off x="2848692" y="3527549"/>
              <a:ext cx="34725" cy="92767"/>
            </a:xfrm>
            <a:custGeom>
              <a:rect b="b" l="l" r="r" t="t"/>
              <a:pathLst>
                <a:path extrusionOk="0" h="3537" w="1324">
                  <a:moveTo>
                    <a:pt x="222" y="0"/>
                  </a:moveTo>
                  <a:lnTo>
                    <a:pt x="1" y="3537"/>
                  </a:lnTo>
                  <a:lnTo>
                    <a:pt x="1324" y="3537"/>
                  </a:lnTo>
                  <a:lnTo>
                    <a:pt x="1103"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87"/>
            <p:cNvSpPr/>
            <p:nvPr/>
          </p:nvSpPr>
          <p:spPr>
            <a:xfrm>
              <a:off x="2853361" y="3527549"/>
              <a:ext cx="25388" cy="17441"/>
            </a:xfrm>
            <a:custGeom>
              <a:rect b="b" l="l" r="r" t="t"/>
              <a:pathLst>
                <a:path extrusionOk="0" h="665" w="968">
                  <a:moveTo>
                    <a:pt x="44" y="0"/>
                  </a:moveTo>
                  <a:lnTo>
                    <a:pt x="1" y="664"/>
                  </a:lnTo>
                  <a:lnTo>
                    <a:pt x="968" y="664"/>
                  </a:lnTo>
                  <a:lnTo>
                    <a:pt x="92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87"/>
            <p:cNvSpPr/>
            <p:nvPr/>
          </p:nvSpPr>
          <p:spPr>
            <a:xfrm>
              <a:off x="2906629" y="3527549"/>
              <a:ext cx="34725" cy="92767"/>
            </a:xfrm>
            <a:custGeom>
              <a:rect b="b" l="l" r="r" t="t"/>
              <a:pathLst>
                <a:path extrusionOk="0" h="3537" w="1324">
                  <a:moveTo>
                    <a:pt x="217" y="0"/>
                  </a:moveTo>
                  <a:lnTo>
                    <a:pt x="0" y="3537"/>
                  </a:lnTo>
                  <a:lnTo>
                    <a:pt x="1324" y="3537"/>
                  </a:lnTo>
                  <a:lnTo>
                    <a:pt x="1102"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87"/>
            <p:cNvSpPr/>
            <p:nvPr/>
          </p:nvSpPr>
          <p:spPr>
            <a:xfrm>
              <a:off x="2911297" y="3527549"/>
              <a:ext cx="25388" cy="17441"/>
            </a:xfrm>
            <a:custGeom>
              <a:rect b="b" l="l" r="r" t="t"/>
              <a:pathLst>
                <a:path extrusionOk="0" h="665" w="968">
                  <a:moveTo>
                    <a:pt x="39" y="0"/>
                  </a:moveTo>
                  <a:lnTo>
                    <a:pt x="0" y="664"/>
                  </a:lnTo>
                  <a:lnTo>
                    <a:pt x="968" y="664"/>
                  </a:lnTo>
                  <a:lnTo>
                    <a:pt x="924"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87"/>
            <p:cNvSpPr/>
            <p:nvPr/>
          </p:nvSpPr>
          <p:spPr>
            <a:xfrm>
              <a:off x="2744333" y="3643396"/>
              <a:ext cx="243339" cy="81174"/>
            </a:xfrm>
            <a:custGeom>
              <a:rect b="b" l="l" r="r" t="t"/>
              <a:pathLst>
                <a:path extrusionOk="0" h="3095" w="9278">
                  <a:moveTo>
                    <a:pt x="0" y="0"/>
                  </a:moveTo>
                  <a:lnTo>
                    <a:pt x="0" y="3094"/>
                  </a:lnTo>
                  <a:lnTo>
                    <a:pt x="9277" y="3094"/>
                  </a:lnTo>
                  <a:lnTo>
                    <a:pt x="9277"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87"/>
            <p:cNvSpPr/>
            <p:nvPr/>
          </p:nvSpPr>
          <p:spPr>
            <a:xfrm>
              <a:off x="2744333" y="3643396"/>
              <a:ext cx="243339" cy="17441"/>
            </a:xfrm>
            <a:custGeom>
              <a:rect b="b" l="l" r="r" t="t"/>
              <a:pathLst>
                <a:path extrusionOk="0" h="665" w="9278">
                  <a:moveTo>
                    <a:pt x="0" y="0"/>
                  </a:moveTo>
                  <a:lnTo>
                    <a:pt x="0" y="664"/>
                  </a:lnTo>
                  <a:lnTo>
                    <a:pt x="9277" y="664"/>
                  </a:lnTo>
                  <a:lnTo>
                    <a:pt x="9277"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87"/>
            <p:cNvSpPr/>
            <p:nvPr/>
          </p:nvSpPr>
          <p:spPr>
            <a:xfrm>
              <a:off x="2738641" y="3620289"/>
              <a:ext cx="254826" cy="23133"/>
            </a:xfrm>
            <a:custGeom>
              <a:rect b="b" l="l" r="r" t="t"/>
              <a:pathLst>
                <a:path extrusionOk="0" h="882" w="9716">
                  <a:moveTo>
                    <a:pt x="439" y="1"/>
                  </a:moveTo>
                  <a:cubicBezTo>
                    <a:pt x="198" y="1"/>
                    <a:pt x="1" y="198"/>
                    <a:pt x="1" y="443"/>
                  </a:cubicBezTo>
                  <a:cubicBezTo>
                    <a:pt x="1" y="684"/>
                    <a:pt x="198" y="881"/>
                    <a:pt x="439" y="881"/>
                  </a:cubicBezTo>
                  <a:lnTo>
                    <a:pt x="9273" y="881"/>
                  </a:lnTo>
                  <a:cubicBezTo>
                    <a:pt x="9519" y="881"/>
                    <a:pt x="9716" y="684"/>
                    <a:pt x="9716" y="443"/>
                  </a:cubicBezTo>
                  <a:cubicBezTo>
                    <a:pt x="9716" y="198"/>
                    <a:pt x="9519" y="1"/>
                    <a:pt x="9273"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87"/>
            <p:cNvSpPr/>
            <p:nvPr/>
          </p:nvSpPr>
          <p:spPr>
            <a:xfrm>
              <a:off x="2736569" y="3365384"/>
              <a:ext cx="290601" cy="127492"/>
            </a:xfrm>
            <a:custGeom>
              <a:rect b="b" l="l" r="r" t="t"/>
              <a:pathLst>
                <a:path extrusionOk="0" h="4861" w="11080">
                  <a:moveTo>
                    <a:pt x="8029" y="0"/>
                  </a:moveTo>
                  <a:cubicBezTo>
                    <a:pt x="7399" y="0"/>
                    <a:pt x="6797" y="245"/>
                    <a:pt x="6345" y="683"/>
                  </a:cubicBezTo>
                  <a:cubicBezTo>
                    <a:pt x="6005" y="375"/>
                    <a:pt x="5580" y="223"/>
                    <a:pt x="5156" y="223"/>
                  </a:cubicBezTo>
                  <a:cubicBezTo>
                    <a:pt x="4661" y="223"/>
                    <a:pt x="4169" y="430"/>
                    <a:pt x="3819" y="837"/>
                  </a:cubicBezTo>
                  <a:cubicBezTo>
                    <a:pt x="3612" y="719"/>
                    <a:pt x="3389" y="665"/>
                    <a:pt x="3171" y="665"/>
                  </a:cubicBezTo>
                  <a:cubicBezTo>
                    <a:pt x="2596" y="665"/>
                    <a:pt x="2050" y="1044"/>
                    <a:pt x="1889" y="1650"/>
                  </a:cubicBezTo>
                  <a:cubicBezTo>
                    <a:pt x="1766" y="1580"/>
                    <a:pt x="1636" y="1548"/>
                    <a:pt x="1509" y="1548"/>
                  </a:cubicBezTo>
                  <a:cubicBezTo>
                    <a:pt x="1124" y="1548"/>
                    <a:pt x="770" y="1845"/>
                    <a:pt x="749" y="2276"/>
                  </a:cubicBezTo>
                  <a:cubicBezTo>
                    <a:pt x="674" y="2231"/>
                    <a:pt x="595" y="2211"/>
                    <a:pt x="520" y="2211"/>
                  </a:cubicBezTo>
                  <a:cubicBezTo>
                    <a:pt x="242" y="2211"/>
                    <a:pt x="1" y="2484"/>
                    <a:pt x="99" y="2791"/>
                  </a:cubicBezTo>
                  <a:cubicBezTo>
                    <a:pt x="166" y="2990"/>
                    <a:pt x="344" y="3093"/>
                    <a:pt x="522" y="3093"/>
                  </a:cubicBezTo>
                  <a:cubicBezTo>
                    <a:pt x="687" y="3093"/>
                    <a:pt x="852" y="3003"/>
                    <a:pt x="927" y="2820"/>
                  </a:cubicBezTo>
                  <a:cubicBezTo>
                    <a:pt x="1079" y="3003"/>
                    <a:pt x="1296" y="3093"/>
                    <a:pt x="1512" y="3093"/>
                  </a:cubicBezTo>
                  <a:cubicBezTo>
                    <a:pt x="1740" y="3093"/>
                    <a:pt x="1967" y="2993"/>
                    <a:pt x="2120" y="2796"/>
                  </a:cubicBezTo>
                  <a:cubicBezTo>
                    <a:pt x="2377" y="3133"/>
                    <a:pt x="2769" y="3313"/>
                    <a:pt x="3168" y="3313"/>
                  </a:cubicBezTo>
                  <a:cubicBezTo>
                    <a:pt x="3390" y="3313"/>
                    <a:pt x="3614" y="3257"/>
                    <a:pt x="3819" y="3142"/>
                  </a:cubicBezTo>
                  <a:cubicBezTo>
                    <a:pt x="4163" y="3541"/>
                    <a:pt x="4656" y="3755"/>
                    <a:pt x="5158" y="3755"/>
                  </a:cubicBezTo>
                  <a:cubicBezTo>
                    <a:pt x="5406" y="3755"/>
                    <a:pt x="5657" y="3703"/>
                    <a:pt x="5892" y="3594"/>
                  </a:cubicBezTo>
                  <a:cubicBezTo>
                    <a:pt x="6353" y="4435"/>
                    <a:pt x="7192" y="4860"/>
                    <a:pt x="8030" y="4860"/>
                  </a:cubicBezTo>
                  <a:cubicBezTo>
                    <a:pt x="8838" y="4860"/>
                    <a:pt x="9645" y="4467"/>
                    <a:pt x="10117" y="3671"/>
                  </a:cubicBezTo>
                  <a:cubicBezTo>
                    <a:pt x="11080" y="2050"/>
                    <a:pt x="9910" y="0"/>
                    <a:pt x="8029"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87"/>
            <p:cNvSpPr/>
            <p:nvPr/>
          </p:nvSpPr>
          <p:spPr>
            <a:xfrm>
              <a:off x="2735494" y="3383298"/>
              <a:ext cx="270983" cy="109683"/>
            </a:xfrm>
            <a:custGeom>
              <a:rect b="b" l="l" r="r" t="t"/>
              <a:pathLst>
                <a:path extrusionOk="0" h="4182" w="10332">
                  <a:moveTo>
                    <a:pt x="2994" y="0"/>
                  </a:moveTo>
                  <a:cubicBezTo>
                    <a:pt x="2479" y="87"/>
                    <a:pt x="2065" y="462"/>
                    <a:pt x="1930" y="967"/>
                  </a:cubicBezTo>
                  <a:cubicBezTo>
                    <a:pt x="1807" y="897"/>
                    <a:pt x="1677" y="865"/>
                    <a:pt x="1550" y="865"/>
                  </a:cubicBezTo>
                  <a:cubicBezTo>
                    <a:pt x="1165" y="865"/>
                    <a:pt x="811" y="1162"/>
                    <a:pt x="790" y="1593"/>
                  </a:cubicBezTo>
                  <a:cubicBezTo>
                    <a:pt x="722" y="1550"/>
                    <a:pt x="641" y="1526"/>
                    <a:pt x="564" y="1526"/>
                  </a:cubicBezTo>
                  <a:cubicBezTo>
                    <a:pt x="208" y="1526"/>
                    <a:pt x="1" y="1920"/>
                    <a:pt x="193" y="2214"/>
                  </a:cubicBezTo>
                  <a:cubicBezTo>
                    <a:pt x="282" y="2346"/>
                    <a:pt x="422" y="2410"/>
                    <a:pt x="562" y="2410"/>
                  </a:cubicBezTo>
                  <a:cubicBezTo>
                    <a:pt x="731" y="2410"/>
                    <a:pt x="899" y="2316"/>
                    <a:pt x="973" y="2137"/>
                  </a:cubicBezTo>
                  <a:cubicBezTo>
                    <a:pt x="1126" y="2320"/>
                    <a:pt x="1342" y="2412"/>
                    <a:pt x="1558" y="2412"/>
                  </a:cubicBezTo>
                  <a:cubicBezTo>
                    <a:pt x="1783" y="2412"/>
                    <a:pt x="2009" y="2312"/>
                    <a:pt x="2161" y="2113"/>
                  </a:cubicBezTo>
                  <a:cubicBezTo>
                    <a:pt x="2421" y="2450"/>
                    <a:pt x="2814" y="2632"/>
                    <a:pt x="3214" y="2632"/>
                  </a:cubicBezTo>
                  <a:cubicBezTo>
                    <a:pt x="3436" y="2632"/>
                    <a:pt x="3660" y="2576"/>
                    <a:pt x="3864" y="2459"/>
                  </a:cubicBezTo>
                  <a:cubicBezTo>
                    <a:pt x="4209" y="2858"/>
                    <a:pt x="4702" y="3074"/>
                    <a:pt x="5204" y="3074"/>
                  </a:cubicBezTo>
                  <a:cubicBezTo>
                    <a:pt x="5452" y="3074"/>
                    <a:pt x="5702" y="3021"/>
                    <a:pt x="5938" y="2911"/>
                  </a:cubicBezTo>
                  <a:cubicBezTo>
                    <a:pt x="6362" y="3695"/>
                    <a:pt x="7183" y="4181"/>
                    <a:pt x="8070" y="4181"/>
                  </a:cubicBezTo>
                  <a:cubicBezTo>
                    <a:pt x="8120" y="4181"/>
                    <a:pt x="8169" y="4180"/>
                    <a:pt x="8219" y="4177"/>
                  </a:cubicBezTo>
                  <a:cubicBezTo>
                    <a:pt x="9157" y="4119"/>
                    <a:pt x="9980" y="3523"/>
                    <a:pt x="10331" y="2647"/>
                  </a:cubicBezTo>
                  <a:lnTo>
                    <a:pt x="10331" y="2647"/>
                  </a:lnTo>
                  <a:cubicBezTo>
                    <a:pt x="9922" y="2926"/>
                    <a:pt x="9441" y="3075"/>
                    <a:pt x="8950" y="3075"/>
                  </a:cubicBezTo>
                  <a:cubicBezTo>
                    <a:pt x="8089" y="3070"/>
                    <a:pt x="7290" y="2613"/>
                    <a:pt x="6857" y="1872"/>
                  </a:cubicBezTo>
                  <a:cubicBezTo>
                    <a:pt x="6840" y="1844"/>
                    <a:pt x="6812" y="1826"/>
                    <a:pt x="6783" y="1826"/>
                  </a:cubicBezTo>
                  <a:cubicBezTo>
                    <a:pt x="6772" y="1826"/>
                    <a:pt x="6762" y="1828"/>
                    <a:pt x="6751" y="1834"/>
                  </a:cubicBezTo>
                  <a:cubicBezTo>
                    <a:pt x="6532" y="1923"/>
                    <a:pt x="6305" y="1966"/>
                    <a:pt x="6081" y="1966"/>
                  </a:cubicBezTo>
                  <a:cubicBezTo>
                    <a:pt x="5459" y="1966"/>
                    <a:pt x="4865" y="1638"/>
                    <a:pt x="4543" y="1069"/>
                  </a:cubicBezTo>
                  <a:cubicBezTo>
                    <a:pt x="4528" y="1039"/>
                    <a:pt x="4499" y="1020"/>
                    <a:pt x="4468" y="1020"/>
                  </a:cubicBezTo>
                  <a:cubicBezTo>
                    <a:pt x="4459" y="1020"/>
                    <a:pt x="4451" y="1022"/>
                    <a:pt x="4442" y="1025"/>
                  </a:cubicBezTo>
                  <a:cubicBezTo>
                    <a:pt x="4326" y="1064"/>
                    <a:pt x="4211" y="1083"/>
                    <a:pt x="4095" y="1083"/>
                  </a:cubicBezTo>
                  <a:cubicBezTo>
                    <a:pt x="3494" y="1083"/>
                    <a:pt x="3003" y="602"/>
                    <a:pt x="299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87"/>
            <p:cNvSpPr/>
            <p:nvPr/>
          </p:nvSpPr>
          <p:spPr>
            <a:xfrm>
              <a:off x="2645009" y="3458492"/>
              <a:ext cx="373453" cy="271507"/>
            </a:xfrm>
            <a:custGeom>
              <a:rect b="b" l="l" r="r" t="t"/>
              <a:pathLst>
                <a:path extrusionOk="0" h="10352" w="14239">
                  <a:moveTo>
                    <a:pt x="6468" y="2840"/>
                  </a:moveTo>
                  <a:lnTo>
                    <a:pt x="6660" y="5963"/>
                  </a:lnTo>
                  <a:lnTo>
                    <a:pt x="5775" y="5963"/>
                  </a:lnTo>
                  <a:lnTo>
                    <a:pt x="5972" y="2840"/>
                  </a:lnTo>
                  <a:close/>
                  <a:moveTo>
                    <a:pt x="8676" y="2840"/>
                  </a:moveTo>
                  <a:lnTo>
                    <a:pt x="8869" y="5963"/>
                  </a:lnTo>
                  <a:lnTo>
                    <a:pt x="7983" y="5963"/>
                  </a:lnTo>
                  <a:lnTo>
                    <a:pt x="8181" y="2840"/>
                  </a:lnTo>
                  <a:close/>
                  <a:moveTo>
                    <a:pt x="10885" y="2840"/>
                  </a:moveTo>
                  <a:lnTo>
                    <a:pt x="11077" y="5963"/>
                  </a:lnTo>
                  <a:lnTo>
                    <a:pt x="10192" y="5963"/>
                  </a:lnTo>
                  <a:lnTo>
                    <a:pt x="10389" y="2840"/>
                  </a:lnTo>
                  <a:close/>
                  <a:moveTo>
                    <a:pt x="2763" y="7257"/>
                  </a:moveTo>
                  <a:lnTo>
                    <a:pt x="2753" y="7729"/>
                  </a:lnTo>
                  <a:lnTo>
                    <a:pt x="2022" y="7729"/>
                  </a:lnTo>
                  <a:cubicBezTo>
                    <a:pt x="1762" y="7743"/>
                    <a:pt x="1762" y="8128"/>
                    <a:pt x="2022" y="8143"/>
                  </a:cubicBezTo>
                  <a:lnTo>
                    <a:pt x="2743" y="8143"/>
                  </a:lnTo>
                  <a:lnTo>
                    <a:pt x="2705" y="9937"/>
                  </a:lnTo>
                  <a:lnTo>
                    <a:pt x="1127" y="9937"/>
                  </a:lnTo>
                  <a:lnTo>
                    <a:pt x="1127" y="8143"/>
                  </a:lnTo>
                  <a:lnTo>
                    <a:pt x="1141" y="8143"/>
                  </a:lnTo>
                  <a:cubicBezTo>
                    <a:pt x="1146" y="8143"/>
                    <a:pt x="1150" y="8143"/>
                    <a:pt x="1155" y="8143"/>
                  </a:cubicBezTo>
                  <a:cubicBezTo>
                    <a:pt x="1425" y="8143"/>
                    <a:pt x="1425" y="7728"/>
                    <a:pt x="1155" y="7728"/>
                  </a:cubicBezTo>
                  <a:cubicBezTo>
                    <a:pt x="1150" y="7728"/>
                    <a:pt x="1146" y="7729"/>
                    <a:pt x="1141" y="7729"/>
                  </a:cubicBezTo>
                  <a:cubicBezTo>
                    <a:pt x="823" y="7729"/>
                    <a:pt x="823" y="7257"/>
                    <a:pt x="1141" y="7257"/>
                  </a:cubicBezTo>
                  <a:close/>
                  <a:moveTo>
                    <a:pt x="4249" y="410"/>
                  </a:moveTo>
                  <a:lnTo>
                    <a:pt x="4374" y="5963"/>
                  </a:lnTo>
                  <a:lnTo>
                    <a:pt x="4014" y="5963"/>
                  </a:lnTo>
                  <a:cubicBezTo>
                    <a:pt x="3412" y="5963"/>
                    <a:pt x="3133" y="6704"/>
                    <a:pt x="3585" y="7098"/>
                  </a:cubicBezTo>
                  <a:lnTo>
                    <a:pt x="3585" y="9937"/>
                  </a:lnTo>
                  <a:lnTo>
                    <a:pt x="3119" y="9937"/>
                  </a:lnTo>
                  <a:lnTo>
                    <a:pt x="3330" y="410"/>
                  </a:lnTo>
                  <a:close/>
                  <a:moveTo>
                    <a:pt x="12843" y="6372"/>
                  </a:moveTo>
                  <a:cubicBezTo>
                    <a:pt x="12973" y="6372"/>
                    <a:pt x="13079" y="6478"/>
                    <a:pt x="13079" y="6608"/>
                  </a:cubicBezTo>
                  <a:lnTo>
                    <a:pt x="13079" y="6612"/>
                  </a:lnTo>
                  <a:cubicBezTo>
                    <a:pt x="13079" y="6738"/>
                    <a:pt x="12973" y="6843"/>
                    <a:pt x="12843" y="6843"/>
                  </a:cubicBezTo>
                  <a:lnTo>
                    <a:pt x="12400" y="6843"/>
                  </a:lnTo>
                  <a:cubicBezTo>
                    <a:pt x="12141" y="6858"/>
                    <a:pt x="12141" y="7243"/>
                    <a:pt x="12400" y="7257"/>
                  </a:cubicBezTo>
                  <a:lnTo>
                    <a:pt x="12862" y="7257"/>
                  </a:lnTo>
                  <a:lnTo>
                    <a:pt x="12862" y="9937"/>
                  </a:lnTo>
                  <a:lnTo>
                    <a:pt x="3994" y="9937"/>
                  </a:lnTo>
                  <a:lnTo>
                    <a:pt x="3994" y="7257"/>
                  </a:lnTo>
                  <a:lnTo>
                    <a:pt x="11520" y="7257"/>
                  </a:lnTo>
                  <a:cubicBezTo>
                    <a:pt x="11524" y="7257"/>
                    <a:pt x="11529" y="7258"/>
                    <a:pt x="11533" y="7258"/>
                  </a:cubicBezTo>
                  <a:cubicBezTo>
                    <a:pt x="11803" y="7258"/>
                    <a:pt x="11804" y="6843"/>
                    <a:pt x="11538" y="6843"/>
                  </a:cubicBezTo>
                  <a:cubicBezTo>
                    <a:pt x="11532" y="6843"/>
                    <a:pt x="11526" y="6843"/>
                    <a:pt x="11520" y="6843"/>
                  </a:cubicBezTo>
                  <a:lnTo>
                    <a:pt x="4009" y="6843"/>
                  </a:lnTo>
                  <a:cubicBezTo>
                    <a:pt x="3696" y="6843"/>
                    <a:pt x="3696" y="6372"/>
                    <a:pt x="4009" y="6372"/>
                  </a:cubicBezTo>
                  <a:close/>
                  <a:moveTo>
                    <a:pt x="3124" y="1"/>
                  </a:moveTo>
                  <a:cubicBezTo>
                    <a:pt x="3013" y="1"/>
                    <a:pt x="2926" y="91"/>
                    <a:pt x="2926" y="203"/>
                  </a:cubicBezTo>
                  <a:lnTo>
                    <a:pt x="2777" y="6843"/>
                  </a:lnTo>
                  <a:lnTo>
                    <a:pt x="1146" y="6843"/>
                  </a:lnTo>
                  <a:cubicBezTo>
                    <a:pt x="544" y="6843"/>
                    <a:pt x="265" y="7584"/>
                    <a:pt x="718" y="7979"/>
                  </a:cubicBezTo>
                  <a:lnTo>
                    <a:pt x="718" y="9937"/>
                  </a:lnTo>
                  <a:lnTo>
                    <a:pt x="260" y="9937"/>
                  </a:lnTo>
                  <a:cubicBezTo>
                    <a:pt x="1" y="9952"/>
                    <a:pt x="1" y="10337"/>
                    <a:pt x="260" y="10351"/>
                  </a:cubicBezTo>
                  <a:lnTo>
                    <a:pt x="13950" y="10351"/>
                  </a:lnTo>
                  <a:cubicBezTo>
                    <a:pt x="13954" y="10351"/>
                    <a:pt x="13959" y="10351"/>
                    <a:pt x="13964" y="10351"/>
                  </a:cubicBezTo>
                  <a:cubicBezTo>
                    <a:pt x="14237" y="10351"/>
                    <a:pt x="14239" y="9937"/>
                    <a:pt x="13968" y="9937"/>
                  </a:cubicBezTo>
                  <a:cubicBezTo>
                    <a:pt x="13962" y="9937"/>
                    <a:pt x="13956" y="9937"/>
                    <a:pt x="13950" y="9937"/>
                  </a:cubicBezTo>
                  <a:lnTo>
                    <a:pt x="13271" y="9937"/>
                  </a:lnTo>
                  <a:lnTo>
                    <a:pt x="13271" y="7098"/>
                  </a:lnTo>
                  <a:cubicBezTo>
                    <a:pt x="13724" y="6704"/>
                    <a:pt x="13440" y="5963"/>
                    <a:pt x="12843" y="5963"/>
                  </a:cubicBezTo>
                  <a:lnTo>
                    <a:pt x="11491" y="5963"/>
                  </a:lnTo>
                  <a:lnTo>
                    <a:pt x="11284" y="2624"/>
                  </a:lnTo>
                  <a:cubicBezTo>
                    <a:pt x="11275" y="2513"/>
                    <a:pt x="11188" y="2426"/>
                    <a:pt x="11077" y="2426"/>
                  </a:cubicBezTo>
                  <a:lnTo>
                    <a:pt x="10192" y="2426"/>
                  </a:lnTo>
                  <a:cubicBezTo>
                    <a:pt x="10086" y="2426"/>
                    <a:pt x="9995" y="2513"/>
                    <a:pt x="9985" y="2624"/>
                  </a:cubicBezTo>
                  <a:lnTo>
                    <a:pt x="9778" y="5963"/>
                  </a:lnTo>
                  <a:lnTo>
                    <a:pt x="9282" y="5963"/>
                  </a:lnTo>
                  <a:lnTo>
                    <a:pt x="9076" y="2624"/>
                  </a:lnTo>
                  <a:cubicBezTo>
                    <a:pt x="9066" y="2513"/>
                    <a:pt x="8979" y="2426"/>
                    <a:pt x="8869" y="2426"/>
                  </a:cubicBezTo>
                  <a:lnTo>
                    <a:pt x="7988" y="2426"/>
                  </a:lnTo>
                  <a:cubicBezTo>
                    <a:pt x="7877" y="2426"/>
                    <a:pt x="7791" y="2513"/>
                    <a:pt x="7781" y="2624"/>
                  </a:cubicBezTo>
                  <a:lnTo>
                    <a:pt x="7574" y="5963"/>
                  </a:lnTo>
                  <a:lnTo>
                    <a:pt x="7079" y="5963"/>
                  </a:lnTo>
                  <a:lnTo>
                    <a:pt x="6867" y="2624"/>
                  </a:lnTo>
                  <a:cubicBezTo>
                    <a:pt x="6862" y="2513"/>
                    <a:pt x="6771" y="2426"/>
                    <a:pt x="6665" y="2426"/>
                  </a:cubicBezTo>
                  <a:lnTo>
                    <a:pt x="5779" y="2426"/>
                  </a:lnTo>
                  <a:cubicBezTo>
                    <a:pt x="5669" y="2426"/>
                    <a:pt x="5582" y="2513"/>
                    <a:pt x="5573" y="2624"/>
                  </a:cubicBezTo>
                  <a:lnTo>
                    <a:pt x="5366" y="5963"/>
                  </a:lnTo>
                  <a:lnTo>
                    <a:pt x="4788" y="5963"/>
                  </a:lnTo>
                  <a:lnTo>
                    <a:pt x="4658" y="203"/>
                  </a:lnTo>
                  <a:cubicBezTo>
                    <a:pt x="4658" y="91"/>
                    <a:pt x="4571" y="1"/>
                    <a:pt x="4465" y="1"/>
                  </a:cubicBezTo>
                  <a:cubicBezTo>
                    <a:pt x="4462" y="1"/>
                    <a:pt x="4459" y="1"/>
                    <a:pt x="4456" y="1"/>
                  </a:cubicBezTo>
                  <a:lnTo>
                    <a:pt x="3133" y="1"/>
                  </a:lnTo>
                  <a:cubicBezTo>
                    <a:pt x="3130" y="1"/>
                    <a:pt x="3127" y="1"/>
                    <a:pt x="3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87"/>
            <p:cNvSpPr/>
            <p:nvPr/>
          </p:nvSpPr>
          <p:spPr>
            <a:xfrm>
              <a:off x="2733239" y="3360008"/>
              <a:ext cx="286745" cy="138376"/>
            </a:xfrm>
            <a:custGeom>
              <a:rect b="b" l="l" r="r" t="t"/>
              <a:pathLst>
                <a:path extrusionOk="0" h="5276" w="10933">
                  <a:moveTo>
                    <a:pt x="8160" y="0"/>
                  </a:moveTo>
                  <a:cubicBezTo>
                    <a:pt x="7555" y="0"/>
                    <a:pt x="6953" y="209"/>
                    <a:pt x="6467" y="614"/>
                  </a:cubicBezTo>
                  <a:cubicBezTo>
                    <a:pt x="6115" y="349"/>
                    <a:pt x="5698" y="218"/>
                    <a:pt x="5284" y="218"/>
                  </a:cubicBezTo>
                  <a:cubicBezTo>
                    <a:pt x="4782" y="218"/>
                    <a:pt x="4282" y="410"/>
                    <a:pt x="3902" y="787"/>
                  </a:cubicBezTo>
                  <a:cubicBezTo>
                    <a:pt x="3704" y="701"/>
                    <a:pt x="3497" y="660"/>
                    <a:pt x="3294" y="660"/>
                  </a:cubicBezTo>
                  <a:cubicBezTo>
                    <a:pt x="2706" y="660"/>
                    <a:pt x="2146" y="1004"/>
                    <a:pt x="1896" y="1576"/>
                  </a:cubicBezTo>
                  <a:cubicBezTo>
                    <a:pt x="1814" y="1552"/>
                    <a:pt x="1727" y="1543"/>
                    <a:pt x="1641" y="1543"/>
                  </a:cubicBezTo>
                  <a:cubicBezTo>
                    <a:pt x="1222" y="1543"/>
                    <a:pt x="852" y="1812"/>
                    <a:pt x="717" y="2212"/>
                  </a:cubicBezTo>
                  <a:cubicBezTo>
                    <a:pt x="693" y="2207"/>
                    <a:pt x="669" y="2207"/>
                    <a:pt x="645" y="2207"/>
                  </a:cubicBezTo>
                  <a:cubicBezTo>
                    <a:pt x="289" y="2207"/>
                    <a:pt x="0" y="2495"/>
                    <a:pt x="0" y="2856"/>
                  </a:cubicBezTo>
                  <a:cubicBezTo>
                    <a:pt x="0" y="2967"/>
                    <a:pt x="91" y="3063"/>
                    <a:pt x="207" y="3063"/>
                  </a:cubicBezTo>
                  <a:cubicBezTo>
                    <a:pt x="318" y="3063"/>
                    <a:pt x="414" y="2972"/>
                    <a:pt x="414" y="2856"/>
                  </a:cubicBezTo>
                  <a:cubicBezTo>
                    <a:pt x="414" y="2726"/>
                    <a:pt x="515" y="2621"/>
                    <a:pt x="645" y="2621"/>
                  </a:cubicBezTo>
                  <a:cubicBezTo>
                    <a:pt x="688" y="2621"/>
                    <a:pt x="731" y="2630"/>
                    <a:pt x="765" y="2654"/>
                  </a:cubicBezTo>
                  <a:cubicBezTo>
                    <a:pt x="800" y="2675"/>
                    <a:pt x="837" y="2685"/>
                    <a:pt x="872" y="2685"/>
                  </a:cubicBezTo>
                  <a:cubicBezTo>
                    <a:pt x="976" y="2685"/>
                    <a:pt x="1071" y="2605"/>
                    <a:pt x="1078" y="2491"/>
                  </a:cubicBezTo>
                  <a:cubicBezTo>
                    <a:pt x="1097" y="2192"/>
                    <a:pt x="1342" y="1961"/>
                    <a:pt x="1641" y="1957"/>
                  </a:cubicBezTo>
                  <a:cubicBezTo>
                    <a:pt x="1737" y="1957"/>
                    <a:pt x="1833" y="1985"/>
                    <a:pt x="1915" y="2034"/>
                  </a:cubicBezTo>
                  <a:cubicBezTo>
                    <a:pt x="1948" y="2052"/>
                    <a:pt x="1983" y="2061"/>
                    <a:pt x="2018" y="2061"/>
                  </a:cubicBezTo>
                  <a:cubicBezTo>
                    <a:pt x="2107" y="2061"/>
                    <a:pt x="2190" y="2001"/>
                    <a:pt x="2218" y="1904"/>
                  </a:cubicBezTo>
                  <a:cubicBezTo>
                    <a:pt x="2350" y="1392"/>
                    <a:pt x="2810" y="1074"/>
                    <a:pt x="3295" y="1074"/>
                  </a:cubicBezTo>
                  <a:cubicBezTo>
                    <a:pt x="3480" y="1074"/>
                    <a:pt x="3669" y="1121"/>
                    <a:pt x="3845" y="1220"/>
                  </a:cubicBezTo>
                  <a:cubicBezTo>
                    <a:pt x="3876" y="1238"/>
                    <a:pt x="3911" y="1247"/>
                    <a:pt x="3945" y="1247"/>
                  </a:cubicBezTo>
                  <a:cubicBezTo>
                    <a:pt x="4004" y="1247"/>
                    <a:pt x="4062" y="1221"/>
                    <a:pt x="4104" y="1172"/>
                  </a:cubicBezTo>
                  <a:cubicBezTo>
                    <a:pt x="4413" y="815"/>
                    <a:pt x="4847" y="633"/>
                    <a:pt x="5282" y="633"/>
                  </a:cubicBezTo>
                  <a:cubicBezTo>
                    <a:pt x="5655" y="633"/>
                    <a:pt x="6030" y="767"/>
                    <a:pt x="6327" y="1037"/>
                  </a:cubicBezTo>
                  <a:cubicBezTo>
                    <a:pt x="6367" y="1075"/>
                    <a:pt x="6417" y="1093"/>
                    <a:pt x="6466" y="1093"/>
                  </a:cubicBezTo>
                  <a:cubicBezTo>
                    <a:pt x="6519" y="1093"/>
                    <a:pt x="6572" y="1072"/>
                    <a:pt x="6611" y="1033"/>
                  </a:cubicBezTo>
                  <a:cubicBezTo>
                    <a:pt x="7036" y="626"/>
                    <a:pt x="7591" y="413"/>
                    <a:pt x="8153" y="413"/>
                  </a:cubicBezTo>
                  <a:cubicBezTo>
                    <a:pt x="8501" y="413"/>
                    <a:pt x="8852" y="495"/>
                    <a:pt x="9176" y="662"/>
                  </a:cubicBezTo>
                  <a:cubicBezTo>
                    <a:pt x="10023" y="1105"/>
                    <a:pt x="10490" y="2034"/>
                    <a:pt x="10345" y="2977"/>
                  </a:cubicBezTo>
                  <a:cubicBezTo>
                    <a:pt x="10201" y="3915"/>
                    <a:pt x="9470" y="4661"/>
                    <a:pt x="8531" y="4824"/>
                  </a:cubicBezTo>
                  <a:cubicBezTo>
                    <a:pt x="8403" y="4847"/>
                    <a:pt x="8275" y="4857"/>
                    <a:pt x="8149" y="4857"/>
                  </a:cubicBezTo>
                  <a:cubicBezTo>
                    <a:pt x="7346" y="4857"/>
                    <a:pt x="6593" y="4421"/>
                    <a:pt x="6202" y="3698"/>
                  </a:cubicBezTo>
                  <a:cubicBezTo>
                    <a:pt x="6164" y="3629"/>
                    <a:pt x="6090" y="3589"/>
                    <a:pt x="6016" y="3589"/>
                  </a:cubicBezTo>
                  <a:cubicBezTo>
                    <a:pt x="5988" y="3589"/>
                    <a:pt x="5959" y="3595"/>
                    <a:pt x="5933" y="3607"/>
                  </a:cubicBezTo>
                  <a:cubicBezTo>
                    <a:pt x="5723" y="3705"/>
                    <a:pt x="5501" y="3752"/>
                    <a:pt x="5280" y="3752"/>
                  </a:cubicBezTo>
                  <a:cubicBezTo>
                    <a:pt x="4839" y="3752"/>
                    <a:pt x="4406" y="3562"/>
                    <a:pt x="4104" y="3212"/>
                  </a:cubicBezTo>
                  <a:cubicBezTo>
                    <a:pt x="4062" y="3164"/>
                    <a:pt x="4004" y="3138"/>
                    <a:pt x="3945" y="3138"/>
                  </a:cubicBezTo>
                  <a:cubicBezTo>
                    <a:pt x="3911" y="3138"/>
                    <a:pt x="3876" y="3147"/>
                    <a:pt x="3845" y="3164"/>
                  </a:cubicBezTo>
                  <a:cubicBezTo>
                    <a:pt x="3671" y="3262"/>
                    <a:pt x="3482" y="3309"/>
                    <a:pt x="3295" y="3309"/>
                  </a:cubicBezTo>
                  <a:cubicBezTo>
                    <a:pt x="2958" y="3309"/>
                    <a:pt x="2627" y="3156"/>
                    <a:pt x="2411" y="2871"/>
                  </a:cubicBezTo>
                  <a:cubicBezTo>
                    <a:pt x="2367" y="2823"/>
                    <a:pt x="2310" y="2794"/>
                    <a:pt x="2247" y="2794"/>
                  </a:cubicBezTo>
                  <a:cubicBezTo>
                    <a:pt x="2180" y="2794"/>
                    <a:pt x="2122" y="2823"/>
                    <a:pt x="2083" y="2871"/>
                  </a:cubicBezTo>
                  <a:cubicBezTo>
                    <a:pt x="1978" y="3010"/>
                    <a:pt x="1814" y="3092"/>
                    <a:pt x="1641" y="3092"/>
                  </a:cubicBezTo>
                  <a:cubicBezTo>
                    <a:pt x="1381" y="3107"/>
                    <a:pt x="1381" y="3491"/>
                    <a:pt x="1641" y="3506"/>
                  </a:cubicBezTo>
                  <a:cubicBezTo>
                    <a:pt x="1857" y="3506"/>
                    <a:pt x="2064" y="3434"/>
                    <a:pt x="2237" y="3299"/>
                  </a:cubicBezTo>
                  <a:cubicBezTo>
                    <a:pt x="2526" y="3578"/>
                    <a:pt x="2905" y="3724"/>
                    <a:pt x="3291" y="3724"/>
                  </a:cubicBezTo>
                  <a:cubicBezTo>
                    <a:pt x="3497" y="3724"/>
                    <a:pt x="3705" y="3683"/>
                    <a:pt x="3902" y="3597"/>
                  </a:cubicBezTo>
                  <a:cubicBezTo>
                    <a:pt x="4273" y="3963"/>
                    <a:pt x="4768" y="4165"/>
                    <a:pt x="5283" y="4165"/>
                  </a:cubicBezTo>
                  <a:cubicBezTo>
                    <a:pt x="5505" y="4165"/>
                    <a:pt x="5726" y="4127"/>
                    <a:pt x="5938" y="4054"/>
                  </a:cubicBezTo>
                  <a:cubicBezTo>
                    <a:pt x="6426" y="4823"/>
                    <a:pt x="7271" y="5275"/>
                    <a:pt x="8159" y="5275"/>
                  </a:cubicBezTo>
                  <a:cubicBezTo>
                    <a:pt x="8338" y="5275"/>
                    <a:pt x="8519" y="5257"/>
                    <a:pt x="8700" y="5219"/>
                  </a:cubicBezTo>
                  <a:cubicBezTo>
                    <a:pt x="9777" y="4993"/>
                    <a:pt x="10600" y="4122"/>
                    <a:pt x="10764" y="3039"/>
                  </a:cubicBezTo>
                  <a:cubicBezTo>
                    <a:pt x="10932" y="1952"/>
                    <a:pt x="10413" y="879"/>
                    <a:pt x="9455" y="340"/>
                  </a:cubicBezTo>
                  <a:cubicBezTo>
                    <a:pt x="9050" y="112"/>
                    <a:pt x="8604" y="0"/>
                    <a:pt x="8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87"/>
            <p:cNvSpPr/>
            <p:nvPr/>
          </p:nvSpPr>
          <p:spPr>
            <a:xfrm>
              <a:off x="2779294" y="3661178"/>
              <a:ext cx="11304" cy="22739"/>
            </a:xfrm>
            <a:custGeom>
              <a:rect b="b" l="l" r="r" t="t"/>
              <a:pathLst>
                <a:path extrusionOk="0" h="867" w="431">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7"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87"/>
            <p:cNvSpPr/>
            <p:nvPr/>
          </p:nvSpPr>
          <p:spPr>
            <a:xfrm>
              <a:off x="2802637" y="3661178"/>
              <a:ext cx="10884" cy="22188"/>
            </a:xfrm>
            <a:custGeom>
              <a:rect b="b" l="l" r="r" t="t"/>
              <a:pathLst>
                <a:path extrusionOk="0" h="846" w="415">
                  <a:moveTo>
                    <a:pt x="207" y="1"/>
                  </a:moveTo>
                  <a:cubicBezTo>
                    <a:pt x="97" y="1"/>
                    <a:pt x="0" y="92"/>
                    <a:pt x="0" y="208"/>
                  </a:cubicBezTo>
                  <a:lnTo>
                    <a:pt x="0" y="650"/>
                  </a:lnTo>
                  <a:cubicBezTo>
                    <a:pt x="8" y="780"/>
                    <a:pt x="108" y="845"/>
                    <a:pt x="207" y="845"/>
                  </a:cubicBezTo>
                  <a:cubicBezTo>
                    <a:pt x="307" y="845"/>
                    <a:pt x="407" y="780"/>
                    <a:pt x="414" y="650"/>
                  </a:cubicBezTo>
                  <a:lnTo>
                    <a:pt x="414" y="208"/>
                  </a:lnTo>
                  <a:cubicBezTo>
                    <a:pt x="414" y="92"/>
                    <a:pt x="323"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87"/>
            <p:cNvSpPr/>
            <p:nvPr/>
          </p:nvSpPr>
          <p:spPr>
            <a:xfrm>
              <a:off x="2825848" y="3661178"/>
              <a:ext cx="10884" cy="22188"/>
            </a:xfrm>
            <a:custGeom>
              <a:rect b="b" l="l" r="r" t="t"/>
              <a:pathLst>
                <a:path extrusionOk="0" h="846" w="415">
                  <a:moveTo>
                    <a:pt x="208" y="1"/>
                  </a:moveTo>
                  <a:cubicBezTo>
                    <a:pt x="92" y="1"/>
                    <a:pt x="1" y="92"/>
                    <a:pt x="1" y="208"/>
                  </a:cubicBezTo>
                  <a:lnTo>
                    <a:pt x="1" y="650"/>
                  </a:lnTo>
                  <a:cubicBezTo>
                    <a:pt x="8" y="780"/>
                    <a:pt x="108" y="845"/>
                    <a:pt x="208" y="845"/>
                  </a:cubicBezTo>
                  <a:cubicBezTo>
                    <a:pt x="308" y="845"/>
                    <a:pt x="407" y="780"/>
                    <a:pt x="415" y="650"/>
                  </a:cubicBezTo>
                  <a:lnTo>
                    <a:pt x="415" y="208"/>
                  </a:lnTo>
                  <a:cubicBezTo>
                    <a:pt x="415" y="92"/>
                    <a:pt x="323"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87"/>
            <p:cNvSpPr/>
            <p:nvPr/>
          </p:nvSpPr>
          <p:spPr>
            <a:xfrm>
              <a:off x="2848876" y="3661178"/>
              <a:ext cx="11278" cy="22739"/>
            </a:xfrm>
            <a:custGeom>
              <a:rect b="b" l="l" r="r" t="t"/>
              <a:pathLst>
                <a:path extrusionOk="0" h="867" w="430">
                  <a:moveTo>
                    <a:pt x="215" y="1"/>
                  </a:moveTo>
                  <a:cubicBezTo>
                    <a:pt x="100" y="1"/>
                    <a:pt x="8" y="92"/>
                    <a:pt x="8" y="208"/>
                  </a:cubicBezTo>
                  <a:lnTo>
                    <a:pt x="8" y="650"/>
                  </a:lnTo>
                  <a:cubicBezTo>
                    <a:pt x="1" y="795"/>
                    <a:pt x="108" y="867"/>
                    <a:pt x="215" y="867"/>
                  </a:cubicBezTo>
                  <a:cubicBezTo>
                    <a:pt x="322" y="867"/>
                    <a:pt x="429" y="795"/>
                    <a:pt x="422" y="650"/>
                  </a:cubicBezTo>
                  <a:lnTo>
                    <a:pt x="422" y="208"/>
                  </a:lnTo>
                  <a:cubicBezTo>
                    <a:pt x="422" y="92"/>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87"/>
            <p:cNvSpPr/>
            <p:nvPr/>
          </p:nvSpPr>
          <p:spPr>
            <a:xfrm>
              <a:off x="2871982" y="3661178"/>
              <a:ext cx="11252" cy="22739"/>
            </a:xfrm>
            <a:custGeom>
              <a:rect b="b" l="l" r="r" t="t"/>
              <a:pathLst>
                <a:path extrusionOk="0" h="867" w="429">
                  <a:moveTo>
                    <a:pt x="215" y="1"/>
                  </a:moveTo>
                  <a:cubicBezTo>
                    <a:pt x="99" y="1"/>
                    <a:pt x="8" y="92"/>
                    <a:pt x="8" y="208"/>
                  </a:cubicBezTo>
                  <a:lnTo>
                    <a:pt x="8" y="650"/>
                  </a:lnTo>
                  <a:cubicBezTo>
                    <a:pt x="1" y="795"/>
                    <a:pt x="108" y="867"/>
                    <a:pt x="215" y="867"/>
                  </a:cubicBezTo>
                  <a:cubicBezTo>
                    <a:pt x="322" y="867"/>
                    <a:pt x="429" y="795"/>
                    <a:pt x="422" y="650"/>
                  </a:cubicBezTo>
                  <a:lnTo>
                    <a:pt x="422" y="208"/>
                  </a:lnTo>
                  <a:cubicBezTo>
                    <a:pt x="422" y="92"/>
                    <a:pt x="33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87"/>
            <p:cNvSpPr/>
            <p:nvPr/>
          </p:nvSpPr>
          <p:spPr>
            <a:xfrm>
              <a:off x="2895141" y="3661178"/>
              <a:ext cx="11252" cy="22739"/>
            </a:xfrm>
            <a:custGeom>
              <a:rect b="b" l="l" r="r" t="t"/>
              <a:pathLst>
                <a:path extrusionOk="0" h="867" w="429">
                  <a:moveTo>
                    <a:pt x="217" y="1"/>
                  </a:moveTo>
                  <a:cubicBezTo>
                    <a:pt x="102" y="1"/>
                    <a:pt x="10" y="92"/>
                    <a:pt x="10" y="208"/>
                  </a:cubicBezTo>
                  <a:lnTo>
                    <a:pt x="10" y="650"/>
                  </a:lnTo>
                  <a:cubicBezTo>
                    <a:pt x="0" y="795"/>
                    <a:pt x="108" y="867"/>
                    <a:pt x="215" y="867"/>
                  </a:cubicBezTo>
                  <a:cubicBezTo>
                    <a:pt x="322" y="867"/>
                    <a:pt x="429" y="795"/>
                    <a:pt x="419" y="650"/>
                  </a:cubicBezTo>
                  <a:lnTo>
                    <a:pt x="419" y="208"/>
                  </a:lnTo>
                  <a:cubicBezTo>
                    <a:pt x="424" y="92"/>
                    <a:pt x="328"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87"/>
            <p:cNvSpPr/>
            <p:nvPr/>
          </p:nvSpPr>
          <p:spPr>
            <a:xfrm>
              <a:off x="2918300" y="3661178"/>
              <a:ext cx="11252" cy="22739"/>
            </a:xfrm>
            <a:custGeom>
              <a:rect b="b" l="l" r="r" t="t"/>
              <a:pathLst>
                <a:path extrusionOk="0" h="867" w="429">
                  <a:moveTo>
                    <a:pt x="215" y="1"/>
                  </a:moveTo>
                  <a:cubicBezTo>
                    <a:pt x="99" y="1"/>
                    <a:pt x="8" y="92"/>
                    <a:pt x="8" y="208"/>
                  </a:cubicBezTo>
                  <a:lnTo>
                    <a:pt x="8" y="650"/>
                  </a:lnTo>
                  <a:cubicBezTo>
                    <a:pt x="0" y="795"/>
                    <a:pt x="107" y="867"/>
                    <a:pt x="215" y="867"/>
                  </a:cubicBezTo>
                  <a:cubicBezTo>
                    <a:pt x="322" y="867"/>
                    <a:pt x="429" y="795"/>
                    <a:pt x="421" y="650"/>
                  </a:cubicBezTo>
                  <a:lnTo>
                    <a:pt x="421" y="208"/>
                  </a:lnTo>
                  <a:cubicBezTo>
                    <a:pt x="421" y="92"/>
                    <a:pt x="33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87"/>
            <p:cNvSpPr/>
            <p:nvPr/>
          </p:nvSpPr>
          <p:spPr>
            <a:xfrm>
              <a:off x="2941459" y="3661178"/>
              <a:ext cx="11330" cy="22739"/>
            </a:xfrm>
            <a:custGeom>
              <a:rect b="b" l="l" r="r" t="t"/>
              <a:pathLst>
                <a:path extrusionOk="0" h="867" w="432">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8"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9" name="Google Shape;15339;p87"/>
          <p:cNvGrpSpPr/>
          <p:nvPr/>
        </p:nvGrpSpPr>
        <p:grpSpPr>
          <a:xfrm>
            <a:off x="1277639" y="2449546"/>
            <a:ext cx="409411" cy="332066"/>
            <a:chOff x="1277639" y="2449546"/>
            <a:chExt cx="409411" cy="332066"/>
          </a:xfrm>
        </p:grpSpPr>
        <p:sp>
          <p:nvSpPr>
            <p:cNvPr id="15340" name="Google Shape;15340;p87"/>
            <p:cNvSpPr/>
            <p:nvPr/>
          </p:nvSpPr>
          <p:spPr>
            <a:xfrm>
              <a:off x="1283566" y="2455474"/>
              <a:ext cx="397556" cy="275258"/>
            </a:xfrm>
            <a:custGeom>
              <a:rect b="b" l="l" r="r" t="t"/>
              <a:pathLst>
                <a:path extrusionOk="0" h="10495" w="15158">
                  <a:moveTo>
                    <a:pt x="410" y="1"/>
                  </a:moveTo>
                  <a:cubicBezTo>
                    <a:pt x="183" y="1"/>
                    <a:pt x="1" y="183"/>
                    <a:pt x="1" y="405"/>
                  </a:cubicBezTo>
                  <a:lnTo>
                    <a:pt x="1" y="10091"/>
                  </a:lnTo>
                  <a:cubicBezTo>
                    <a:pt x="1" y="10317"/>
                    <a:pt x="183" y="10495"/>
                    <a:pt x="410" y="10495"/>
                  </a:cubicBezTo>
                  <a:lnTo>
                    <a:pt x="14749" y="10495"/>
                  </a:lnTo>
                  <a:cubicBezTo>
                    <a:pt x="14975" y="10495"/>
                    <a:pt x="15158" y="10317"/>
                    <a:pt x="15158" y="10091"/>
                  </a:cubicBezTo>
                  <a:lnTo>
                    <a:pt x="15158" y="405"/>
                  </a:lnTo>
                  <a:cubicBezTo>
                    <a:pt x="15158" y="183"/>
                    <a:pt x="14975" y="1"/>
                    <a:pt x="1474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87"/>
            <p:cNvSpPr/>
            <p:nvPr/>
          </p:nvSpPr>
          <p:spPr>
            <a:xfrm>
              <a:off x="1283566" y="2455605"/>
              <a:ext cx="397556" cy="275126"/>
            </a:xfrm>
            <a:custGeom>
              <a:rect b="b" l="l" r="r" t="t"/>
              <a:pathLst>
                <a:path extrusionOk="0" h="10490" w="15158">
                  <a:moveTo>
                    <a:pt x="14757" y="0"/>
                  </a:moveTo>
                  <a:cubicBezTo>
                    <a:pt x="14754" y="0"/>
                    <a:pt x="14751" y="0"/>
                    <a:pt x="14749" y="0"/>
                  </a:cubicBezTo>
                  <a:lnTo>
                    <a:pt x="13796" y="0"/>
                  </a:lnTo>
                  <a:lnTo>
                    <a:pt x="13796" y="9503"/>
                  </a:lnTo>
                  <a:cubicBezTo>
                    <a:pt x="13796" y="9730"/>
                    <a:pt x="13613" y="9912"/>
                    <a:pt x="13387" y="9912"/>
                  </a:cubicBezTo>
                  <a:lnTo>
                    <a:pt x="1" y="9912"/>
                  </a:lnTo>
                  <a:lnTo>
                    <a:pt x="1" y="10086"/>
                  </a:lnTo>
                  <a:cubicBezTo>
                    <a:pt x="1" y="10312"/>
                    <a:pt x="183" y="10490"/>
                    <a:pt x="410" y="10490"/>
                  </a:cubicBezTo>
                  <a:lnTo>
                    <a:pt x="14749" y="10490"/>
                  </a:lnTo>
                  <a:cubicBezTo>
                    <a:pt x="14975" y="10490"/>
                    <a:pt x="15158" y="10312"/>
                    <a:pt x="15158" y="10086"/>
                  </a:cubicBezTo>
                  <a:lnTo>
                    <a:pt x="15158" y="400"/>
                  </a:lnTo>
                  <a:cubicBezTo>
                    <a:pt x="15153" y="181"/>
                    <a:pt x="14979" y="0"/>
                    <a:pt x="147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87"/>
            <p:cNvSpPr/>
            <p:nvPr/>
          </p:nvSpPr>
          <p:spPr>
            <a:xfrm>
              <a:off x="1312338" y="2485504"/>
              <a:ext cx="340013" cy="215328"/>
            </a:xfrm>
            <a:custGeom>
              <a:rect b="b" l="l" r="r" t="t"/>
              <a:pathLst>
                <a:path extrusionOk="0" h="8210" w="12964">
                  <a:moveTo>
                    <a:pt x="1146" y="1"/>
                  </a:moveTo>
                  <a:cubicBezTo>
                    <a:pt x="1122" y="1"/>
                    <a:pt x="1098" y="20"/>
                    <a:pt x="1093" y="49"/>
                  </a:cubicBezTo>
                  <a:cubicBezTo>
                    <a:pt x="1069" y="617"/>
                    <a:pt x="617" y="1069"/>
                    <a:pt x="54" y="1093"/>
                  </a:cubicBezTo>
                  <a:cubicBezTo>
                    <a:pt x="25" y="1093"/>
                    <a:pt x="1" y="1117"/>
                    <a:pt x="1" y="1146"/>
                  </a:cubicBezTo>
                  <a:lnTo>
                    <a:pt x="1" y="7064"/>
                  </a:lnTo>
                  <a:cubicBezTo>
                    <a:pt x="1" y="7088"/>
                    <a:pt x="25" y="7112"/>
                    <a:pt x="54" y="7117"/>
                  </a:cubicBezTo>
                  <a:cubicBezTo>
                    <a:pt x="617" y="7141"/>
                    <a:pt x="1069" y="7594"/>
                    <a:pt x="1093" y="8157"/>
                  </a:cubicBezTo>
                  <a:cubicBezTo>
                    <a:pt x="1098" y="8185"/>
                    <a:pt x="1122" y="8210"/>
                    <a:pt x="1146" y="8210"/>
                  </a:cubicBezTo>
                  <a:lnTo>
                    <a:pt x="11761" y="8210"/>
                  </a:lnTo>
                  <a:cubicBezTo>
                    <a:pt x="11789" y="8210"/>
                    <a:pt x="11813" y="8185"/>
                    <a:pt x="11813" y="8157"/>
                  </a:cubicBezTo>
                  <a:cubicBezTo>
                    <a:pt x="11842" y="7577"/>
                    <a:pt x="12319" y="7117"/>
                    <a:pt x="12901" y="7117"/>
                  </a:cubicBezTo>
                  <a:cubicBezTo>
                    <a:pt x="12904" y="7117"/>
                    <a:pt x="12907" y="7117"/>
                    <a:pt x="12911" y="7117"/>
                  </a:cubicBezTo>
                  <a:cubicBezTo>
                    <a:pt x="12939" y="7117"/>
                    <a:pt x="12963" y="7093"/>
                    <a:pt x="12963" y="7060"/>
                  </a:cubicBezTo>
                  <a:lnTo>
                    <a:pt x="12963" y="1146"/>
                  </a:lnTo>
                  <a:cubicBezTo>
                    <a:pt x="12963" y="1117"/>
                    <a:pt x="12939" y="1093"/>
                    <a:pt x="12911" y="1093"/>
                  </a:cubicBezTo>
                  <a:cubicBezTo>
                    <a:pt x="12323" y="1093"/>
                    <a:pt x="11842" y="636"/>
                    <a:pt x="11813" y="49"/>
                  </a:cubicBezTo>
                  <a:cubicBezTo>
                    <a:pt x="11813" y="20"/>
                    <a:pt x="11789" y="1"/>
                    <a:pt x="117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87"/>
            <p:cNvSpPr/>
            <p:nvPr/>
          </p:nvSpPr>
          <p:spPr>
            <a:xfrm>
              <a:off x="1584815" y="2485504"/>
              <a:ext cx="67536" cy="215328"/>
            </a:xfrm>
            <a:custGeom>
              <a:rect b="b" l="l" r="r" t="t"/>
              <a:pathLst>
                <a:path extrusionOk="0" h="8210" w="2575">
                  <a:moveTo>
                    <a:pt x="0" y="1"/>
                  </a:moveTo>
                  <a:cubicBezTo>
                    <a:pt x="29" y="1"/>
                    <a:pt x="48" y="25"/>
                    <a:pt x="53" y="49"/>
                  </a:cubicBezTo>
                  <a:cubicBezTo>
                    <a:pt x="77" y="636"/>
                    <a:pt x="558" y="1093"/>
                    <a:pt x="1145" y="1093"/>
                  </a:cubicBezTo>
                  <a:cubicBezTo>
                    <a:pt x="1174" y="1093"/>
                    <a:pt x="1198" y="1117"/>
                    <a:pt x="1198" y="1146"/>
                  </a:cubicBezTo>
                  <a:lnTo>
                    <a:pt x="1198" y="7064"/>
                  </a:lnTo>
                  <a:cubicBezTo>
                    <a:pt x="1198" y="7093"/>
                    <a:pt x="1174" y="7117"/>
                    <a:pt x="1145" y="7117"/>
                  </a:cubicBezTo>
                  <a:cubicBezTo>
                    <a:pt x="558" y="7117"/>
                    <a:pt x="82" y="7574"/>
                    <a:pt x="53" y="8161"/>
                  </a:cubicBezTo>
                  <a:cubicBezTo>
                    <a:pt x="53" y="8185"/>
                    <a:pt x="29" y="8210"/>
                    <a:pt x="0" y="8210"/>
                  </a:cubicBezTo>
                  <a:lnTo>
                    <a:pt x="1372" y="8210"/>
                  </a:lnTo>
                  <a:cubicBezTo>
                    <a:pt x="1400" y="8210"/>
                    <a:pt x="1424" y="8185"/>
                    <a:pt x="1424" y="8161"/>
                  </a:cubicBezTo>
                  <a:cubicBezTo>
                    <a:pt x="1453" y="7574"/>
                    <a:pt x="1934" y="7117"/>
                    <a:pt x="2522" y="7117"/>
                  </a:cubicBezTo>
                  <a:cubicBezTo>
                    <a:pt x="2550" y="7117"/>
                    <a:pt x="2574" y="7093"/>
                    <a:pt x="2574" y="7060"/>
                  </a:cubicBezTo>
                  <a:lnTo>
                    <a:pt x="2574" y="1146"/>
                  </a:lnTo>
                  <a:cubicBezTo>
                    <a:pt x="2574" y="1117"/>
                    <a:pt x="2550" y="1093"/>
                    <a:pt x="2522" y="1093"/>
                  </a:cubicBezTo>
                  <a:cubicBezTo>
                    <a:pt x="1934" y="1093"/>
                    <a:pt x="1453" y="636"/>
                    <a:pt x="1424" y="49"/>
                  </a:cubicBezTo>
                  <a:cubicBezTo>
                    <a:pt x="1424" y="25"/>
                    <a:pt x="1400" y="1"/>
                    <a:pt x="1372"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87"/>
            <p:cNvSpPr/>
            <p:nvPr/>
          </p:nvSpPr>
          <p:spPr>
            <a:xfrm>
              <a:off x="1542300" y="2696006"/>
              <a:ext cx="65254" cy="79548"/>
            </a:xfrm>
            <a:custGeom>
              <a:rect b="b" l="l" r="r" t="t"/>
              <a:pathLst>
                <a:path extrusionOk="0" h="3033" w="2488">
                  <a:moveTo>
                    <a:pt x="1145" y="1"/>
                  </a:moveTo>
                  <a:lnTo>
                    <a:pt x="14" y="2368"/>
                  </a:lnTo>
                  <a:cubicBezTo>
                    <a:pt x="1" y="2395"/>
                    <a:pt x="21" y="2426"/>
                    <a:pt x="51" y="2426"/>
                  </a:cubicBezTo>
                  <a:cubicBezTo>
                    <a:pt x="53" y="2426"/>
                    <a:pt x="55" y="2426"/>
                    <a:pt x="57" y="2426"/>
                  </a:cubicBezTo>
                  <a:lnTo>
                    <a:pt x="818" y="2305"/>
                  </a:lnTo>
                  <a:cubicBezTo>
                    <a:pt x="820" y="2305"/>
                    <a:pt x="823" y="2304"/>
                    <a:pt x="826" y="2304"/>
                  </a:cubicBezTo>
                  <a:cubicBezTo>
                    <a:pt x="839" y="2304"/>
                    <a:pt x="853" y="2313"/>
                    <a:pt x="861" y="2325"/>
                  </a:cubicBezTo>
                  <a:lnTo>
                    <a:pt x="1280" y="3013"/>
                  </a:lnTo>
                  <a:cubicBezTo>
                    <a:pt x="1288" y="3026"/>
                    <a:pt x="1302" y="3032"/>
                    <a:pt x="1316" y="3032"/>
                  </a:cubicBezTo>
                  <a:cubicBezTo>
                    <a:pt x="1332" y="3032"/>
                    <a:pt x="1349" y="3024"/>
                    <a:pt x="1357" y="3008"/>
                  </a:cubicBezTo>
                  <a:lnTo>
                    <a:pt x="2487" y="641"/>
                  </a:lnTo>
                  <a:lnTo>
                    <a:pt x="114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87"/>
            <p:cNvSpPr/>
            <p:nvPr/>
          </p:nvSpPr>
          <p:spPr>
            <a:xfrm>
              <a:off x="1591241" y="2696006"/>
              <a:ext cx="65254" cy="79496"/>
            </a:xfrm>
            <a:custGeom>
              <a:rect b="b" l="l" r="r" t="t"/>
              <a:pathLst>
                <a:path extrusionOk="0" h="3031" w="2488">
                  <a:moveTo>
                    <a:pt x="1338" y="1"/>
                  </a:moveTo>
                  <a:lnTo>
                    <a:pt x="1" y="641"/>
                  </a:lnTo>
                  <a:lnTo>
                    <a:pt x="1131" y="3008"/>
                  </a:lnTo>
                  <a:cubicBezTo>
                    <a:pt x="1139" y="3023"/>
                    <a:pt x="1154" y="3030"/>
                    <a:pt x="1170" y="3030"/>
                  </a:cubicBezTo>
                  <a:cubicBezTo>
                    <a:pt x="1184" y="3030"/>
                    <a:pt x="1199" y="3024"/>
                    <a:pt x="1208" y="3013"/>
                  </a:cubicBezTo>
                  <a:lnTo>
                    <a:pt x="1627" y="2325"/>
                  </a:lnTo>
                  <a:cubicBezTo>
                    <a:pt x="1635" y="2313"/>
                    <a:pt x="1646" y="2304"/>
                    <a:pt x="1660" y="2304"/>
                  </a:cubicBezTo>
                  <a:cubicBezTo>
                    <a:pt x="1664" y="2304"/>
                    <a:pt x="1667" y="2305"/>
                    <a:pt x="1670" y="2305"/>
                  </a:cubicBezTo>
                  <a:lnTo>
                    <a:pt x="2426" y="2426"/>
                  </a:lnTo>
                  <a:cubicBezTo>
                    <a:pt x="2428" y="2426"/>
                    <a:pt x="2430" y="2426"/>
                    <a:pt x="2432" y="2426"/>
                  </a:cubicBezTo>
                  <a:cubicBezTo>
                    <a:pt x="2463" y="2426"/>
                    <a:pt x="2487" y="2395"/>
                    <a:pt x="2474" y="2368"/>
                  </a:cubicBezTo>
                  <a:lnTo>
                    <a:pt x="13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87"/>
            <p:cNvSpPr/>
            <p:nvPr/>
          </p:nvSpPr>
          <p:spPr>
            <a:xfrm>
              <a:off x="1541645" y="2621022"/>
              <a:ext cx="115506" cy="113696"/>
            </a:xfrm>
            <a:custGeom>
              <a:rect b="b" l="l" r="r" t="t"/>
              <a:pathLst>
                <a:path extrusionOk="0" h="4335" w="4404">
                  <a:moveTo>
                    <a:pt x="2202" y="0"/>
                  </a:moveTo>
                  <a:cubicBezTo>
                    <a:pt x="2083" y="0"/>
                    <a:pt x="1964" y="38"/>
                    <a:pt x="1863" y="112"/>
                  </a:cubicBezTo>
                  <a:cubicBezTo>
                    <a:pt x="1759" y="181"/>
                    <a:pt x="1636" y="219"/>
                    <a:pt x="1510" y="219"/>
                  </a:cubicBezTo>
                  <a:cubicBezTo>
                    <a:pt x="1496" y="219"/>
                    <a:pt x="1482" y="219"/>
                    <a:pt x="1468" y="218"/>
                  </a:cubicBezTo>
                  <a:cubicBezTo>
                    <a:pt x="1449" y="216"/>
                    <a:pt x="1430" y="215"/>
                    <a:pt x="1411" y="215"/>
                  </a:cubicBezTo>
                  <a:cubicBezTo>
                    <a:pt x="1182" y="215"/>
                    <a:pt x="974" y="346"/>
                    <a:pt x="876" y="555"/>
                  </a:cubicBezTo>
                  <a:cubicBezTo>
                    <a:pt x="819" y="685"/>
                    <a:pt x="717" y="786"/>
                    <a:pt x="588" y="844"/>
                  </a:cubicBezTo>
                  <a:cubicBezTo>
                    <a:pt x="361" y="949"/>
                    <a:pt x="227" y="1185"/>
                    <a:pt x="251" y="1435"/>
                  </a:cubicBezTo>
                  <a:cubicBezTo>
                    <a:pt x="260" y="1575"/>
                    <a:pt x="227" y="1714"/>
                    <a:pt x="145" y="1830"/>
                  </a:cubicBezTo>
                  <a:cubicBezTo>
                    <a:pt x="1" y="2032"/>
                    <a:pt x="1" y="2306"/>
                    <a:pt x="145" y="2508"/>
                  </a:cubicBezTo>
                  <a:cubicBezTo>
                    <a:pt x="227" y="2624"/>
                    <a:pt x="260" y="2763"/>
                    <a:pt x="251" y="2903"/>
                  </a:cubicBezTo>
                  <a:cubicBezTo>
                    <a:pt x="227" y="3153"/>
                    <a:pt x="361" y="3389"/>
                    <a:pt x="588" y="3490"/>
                  </a:cubicBezTo>
                  <a:cubicBezTo>
                    <a:pt x="717" y="3548"/>
                    <a:pt x="819" y="3654"/>
                    <a:pt x="876" y="3779"/>
                  </a:cubicBezTo>
                  <a:cubicBezTo>
                    <a:pt x="974" y="3992"/>
                    <a:pt x="1182" y="4123"/>
                    <a:pt x="1411" y="4123"/>
                  </a:cubicBezTo>
                  <a:cubicBezTo>
                    <a:pt x="1430" y="4123"/>
                    <a:pt x="1449" y="4122"/>
                    <a:pt x="1468" y="4120"/>
                  </a:cubicBezTo>
                  <a:cubicBezTo>
                    <a:pt x="1487" y="4118"/>
                    <a:pt x="1507" y="4117"/>
                    <a:pt x="1526" y="4117"/>
                  </a:cubicBezTo>
                  <a:cubicBezTo>
                    <a:pt x="1646" y="4117"/>
                    <a:pt x="1763" y="4156"/>
                    <a:pt x="1863" y="4226"/>
                  </a:cubicBezTo>
                  <a:cubicBezTo>
                    <a:pt x="1964" y="4298"/>
                    <a:pt x="2083" y="4334"/>
                    <a:pt x="2202" y="4334"/>
                  </a:cubicBezTo>
                  <a:cubicBezTo>
                    <a:pt x="2321" y="4334"/>
                    <a:pt x="2440" y="4298"/>
                    <a:pt x="2541" y="4226"/>
                  </a:cubicBezTo>
                  <a:cubicBezTo>
                    <a:pt x="2641" y="4156"/>
                    <a:pt x="2758" y="4117"/>
                    <a:pt x="2878" y="4117"/>
                  </a:cubicBezTo>
                  <a:cubicBezTo>
                    <a:pt x="2897" y="4117"/>
                    <a:pt x="2916" y="4118"/>
                    <a:pt x="2936" y="4120"/>
                  </a:cubicBezTo>
                  <a:cubicBezTo>
                    <a:pt x="2955" y="4122"/>
                    <a:pt x="2974" y="4123"/>
                    <a:pt x="2993" y="4123"/>
                  </a:cubicBezTo>
                  <a:cubicBezTo>
                    <a:pt x="3221" y="4123"/>
                    <a:pt x="3429" y="3992"/>
                    <a:pt x="3523" y="3779"/>
                  </a:cubicBezTo>
                  <a:cubicBezTo>
                    <a:pt x="3585" y="3654"/>
                    <a:pt x="3686" y="3548"/>
                    <a:pt x="3816" y="3490"/>
                  </a:cubicBezTo>
                  <a:cubicBezTo>
                    <a:pt x="4042" y="3389"/>
                    <a:pt x="4177" y="3153"/>
                    <a:pt x="4153" y="2903"/>
                  </a:cubicBezTo>
                  <a:cubicBezTo>
                    <a:pt x="4139" y="2763"/>
                    <a:pt x="4177" y="2624"/>
                    <a:pt x="4259" y="2508"/>
                  </a:cubicBezTo>
                  <a:cubicBezTo>
                    <a:pt x="4403" y="2306"/>
                    <a:pt x="4403" y="2032"/>
                    <a:pt x="4259" y="1830"/>
                  </a:cubicBezTo>
                  <a:cubicBezTo>
                    <a:pt x="4177" y="1714"/>
                    <a:pt x="4139" y="1575"/>
                    <a:pt x="4153" y="1435"/>
                  </a:cubicBezTo>
                  <a:cubicBezTo>
                    <a:pt x="4177" y="1185"/>
                    <a:pt x="4042" y="949"/>
                    <a:pt x="3816" y="844"/>
                  </a:cubicBezTo>
                  <a:cubicBezTo>
                    <a:pt x="3686" y="786"/>
                    <a:pt x="3585" y="685"/>
                    <a:pt x="3523" y="555"/>
                  </a:cubicBezTo>
                  <a:cubicBezTo>
                    <a:pt x="3429" y="346"/>
                    <a:pt x="3221" y="215"/>
                    <a:pt x="2993" y="215"/>
                  </a:cubicBezTo>
                  <a:cubicBezTo>
                    <a:pt x="2974" y="215"/>
                    <a:pt x="2955" y="216"/>
                    <a:pt x="2936" y="218"/>
                  </a:cubicBezTo>
                  <a:cubicBezTo>
                    <a:pt x="2922" y="219"/>
                    <a:pt x="2908" y="219"/>
                    <a:pt x="2893" y="219"/>
                  </a:cubicBezTo>
                  <a:cubicBezTo>
                    <a:pt x="2768" y="219"/>
                    <a:pt x="2645" y="181"/>
                    <a:pt x="2541" y="112"/>
                  </a:cubicBezTo>
                  <a:cubicBezTo>
                    <a:pt x="2440" y="38"/>
                    <a:pt x="2321" y="0"/>
                    <a:pt x="220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87"/>
            <p:cNvSpPr/>
            <p:nvPr/>
          </p:nvSpPr>
          <p:spPr>
            <a:xfrm>
              <a:off x="1579517" y="2729079"/>
              <a:ext cx="1915" cy="26"/>
            </a:xfrm>
            <a:custGeom>
              <a:rect b="b" l="l" r="r" t="t"/>
              <a:pathLst>
                <a:path extrusionOk="0" h="1" w="73">
                  <a:moveTo>
                    <a:pt x="0" y="0"/>
                  </a:moveTo>
                  <a:lnTo>
                    <a:pt x="24" y="0"/>
                  </a:lnTo>
                  <a:lnTo>
                    <a:pt x="24" y="0"/>
                  </a:lnTo>
                  <a:lnTo>
                    <a:pt x="72" y="0"/>
                  </a:lnTo>
                  <a:cubicBezTo>
                    <a:pt x="48" y="0"/>
                    <a:pt x="24" y="0"/>
                    <a:pt x="0"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87"/>
            <p:cNvSpPr/>
            <p:nvPr/>
          </p:nvSpPr>
          <p:spPr>
            <a:xfrm>
              <a:off x="1579517" y="2626739"/>
              <a:ext cx="1915" cy="26"/>
            </a:xfrm>
            <a:custGeom>
              <a:rect b="b" l="l" r="r" t="t"/>
              <a:pathLst>
                <a:path extrusionOk="0" h="1" w="73">
                  <a:moveTo>
                    <a:pt x="72" y="0"/>
                  </a:moveTo>
                  <a:lnTo>
                    <a:pt x="24" y="0"/>
                  </a:lnTo>
                  <a:lnTo>
                    <a:pt x="24" y="0"/>
                  </a:lnTo>
                  <a:lnTo>
                    <a:pt x="0" y="0"/>
                  </a:lnTo>
                  <a:cubicBezTo>
                    <a:pt x="24" y="0"/>
                    <a:pt x="48" y="0"/>
                    <a:pt x="72"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87"/>
            <p:cNvSpPr/>
            <p:nvPr/>
          </p:nvSpPr>
          <p:spPr>
            <a:xfrm>
              <a:off x="1583163" y="2621022"/>
              <a:ext cx="73988" cy="113696"/>
            </a:xfrm>
            <a:custGeom>
              <a:rect b="b" l="l" r="r" t="t"/>
              <a:pathLst>
                <a:path extrusionOk="0" h="4335" w="2821">
                  <a:moveTo>
                    <a:pt x="619" y="0"/>
                  </a:moveTo>
                  <a:cubicBezTo>
                    <a:pt x="500" y="0"/>
                    <a:pt x="381" y="38"/>
                    <a:pt x="280" y="112"/>
                  </a:cubicBezTo>
                  <a:cubicBezTo>
                    <a:pt x="198" y="170"/>
                    <a:pt x="102" y="204"/>
                    <a:pt x="1" y="213"/>
                  </a:cubicBezTo>
                  <a:cubicBezTo>
                    <a:pt x="12" y="213"/>
                    <a:pt x="23" y="212"/>
                    <a:pt x="35" y="212"/>
                  </a:cubicBezTo>
                  <a:cubicBezTo>
                    <a:pt x="262" y="212"/>
                    <a:pt x="472" y="349"/>
                    <a:pt x="568" y="555"/>
                  </a:cubicBezTo>
                  <a:cubicBezTo>
                    <a:pt x="626" y="685"/>
                    <a:pt x="727" y="786"/>
                    <a:pt x="857" y="844"/>
                  </a:cubicBezTo>
                  <a:cubicBezTo>
                    <a:pt x="1083" y="949"/>
                    <a:pt x="1218" y="1185"/>
                    <a:pt x="1199" y="1435"/>
                  </a:cubicBezTo>
                  <a:cubicBezTo>
                    <a:pt x="1184" y="1575"/>
                    <a:pt x="1223" y="1714"/>
                    <a:pt x="1305" y="1830"/>
                  </a:cubicBezTo>
                  <a:cubicBezTo>
                    <a:pt x="1449" y="2032"/>
                    <a:pt x="1449" y="2306"/>
                    <a:pt x="1305" y="2508"/>
                  </a:cubicBezTo>
                  <a:cubicBezTo>
                    <a:pt x="1223" y="2624"/>
                    <a:pt x="1184" y="2763"/>
                    <a:pt x="1199" y="2903"/>
                  </a:cubicBezTo>
                  <a:cubicBezTo>
                    <a:pt x="1218" y="3153"/>
                    <a:pt x="1083" y="3389"/>
                    <a:pt x="857" y="3490"/>
                  </a:cubicBezTo>
                  <a:cubicBezTo>
                    <a:pt x="727" y="3548"/>
                    <a:pt x="626" y="3654"/>
                    <a:pt x="568" y="3779"/>
                  </a:cubicBezTo>
                  <a:cubicBezTo>
                    <a:pt x="472" y="3989"/>
                    <a:pt x="263" y="4121"/>
                    <a:pt x="36" y="4121"/>
                  </a:cubicBezTo>
                  <a:cubicBezTo>
                    <a:pt x="24" y="4121"/>
                    <a:pt x="12" y="4121"/>
                    <a:pt x="1" y="4120"/>
                  </a:cubicBezTo>
                  <a:lnTo>
                    <a:pt x="1" y="4120"/>
                  </a:lnTo>
                  <a:cubicBezTo>
                    <a:pt x="102" y="4130"/>
                    <a:pt x="198" y="4168"/>
                    <a:pt x="280" y="4226"/>
                  </a:cubicBezTo>
                  <a:cubicBezTo>
                    <a:pt x="381" y="4298"/>
                    <a:pt x="500" y="4334"/>
                    <a:pt x="619" y="4334"/>
                  </a:cubicBezTo>
                  <a:cubicBezTo>
                    <a:pt x="738" y="4334"/>
                    <a:pt x="857" y="4298"/>
                    <a:pt x="958" y="4226"/>
                  </a:cubicBezTo>
                  <a:cubicBezTo>
                    <a:pt x="1058" y="4156"/>
                    <a:pt x="1175" y="4117"/>
                    <a:pt x="1295" y="4117"/>
                  </a:cubicBezTo>
                  <a:cubicBezTo>
                    <a:pt x="1314" y="4117"/>
                    <a:pt x="1333" y="4118"/>
                    <a:pt x="1353" y="4120"/>
                  </a:cubicBezTo>
                  <a:cubicBezTo>
                    <a:pt x="1372" y="4122"/>
                    <a:pt x="1391" y="4123"/>
                    <a:pt x="1410" y="4123"/>
                  </a:cubicBezTo>
                  <a:cubicBezTo>
                    <a:pt x="1638" y="4123"/>
                    <a:pt x="1846" y="3992"/>
                    <a:pt x="1940" y="3779"/>
                  </a:cubicBezTo>
                  <a:cubicBezTo>
                    <a:pt x="1997" y="3654"/>
                    <a:pt x="2103" y="3548"/>
                    <a:pt x="2228" y="3490"/>
                  </a:cubicBezTo>
                  <a:cubicBezTo>
                    <a:pt x="2459" y="3389"/>
                    <a:pt x="2594" y="3153"/>
                    <a:pt x="2570" y="2903"/>
                  </a:cubicBezTo>
                  <a:cubicBezTo>
                    <a:pt x="2556" y="2763"/>
                    <a:pt x="2594" y="2624"/>
                    <a:pt x="2676" y="2508"/>
                  </a:cubicBezTo>
                  <a:cubicBezTo>
                    <a:pt x="2820" y="2306"/>
                    <a:pt x="2820" y="2032"/>
                    <a:pt x="2676" y="1830"/>
                  </a:cubicBezTo>
                  <a:cubicBezTo>
                    <a:pt x="2594" y="1714"/>
                    <a:pt x="2556" y="1575"/>
                    <a:pt x="2570" y="1435"/>
                  </a:cubicBezTo>
                  <a:cubicBezTo>
                    <a:pt x="2594" y="1185"/>
                    <a:pt x="2459" y="949"/>
                    <a:pt x="2228" y="844"/>
                  </a:cubicBezTo>
                  <a:cubicBezTo>
                    <a:pt x="2103" y="786"/>
                    <a:pt x="1997" y="685"/>
                    <a:pt x="1940" y="555"/>
                  </a:cubicBezTo>
                  <a:cubicBezTo>
                    <a:pt x="1846" y="346"/>
                    <a:pt x="1638" y="215"/>
                    <a:pt x="1410" y="215"/>
                  </a:cubicBezTo>
                  <a:cubicBezTo>
                    <a:pt x="1391" y="215"/>
                    <a:pt x="1372" y="216"/>
                    <a:pt x="1353" y="218"/>
                  </a:cubicBezTo>
                  <a:cubicBezTo>
                    <a:pt x="1339" y="219"/>
                    <a:pt x="1325" y="219"/>
                    <a:pt x="1310" y="219"/>
                  </a:cubicBezTo>
                  <a:cubicBezTo>
                    <a:pt x="1185" y="219"/>
                    <a:pt x="1062" y="181"/>
                    <a:pt x="958" y="112"/>
                  </a:cubicBezTo>
                  <a:cubicBezTo>
                    <a:pt x="857" y="38"/>
                    <a:pt x="738" y="0"/>
                    <a:pt x="619"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87"/>
            <p:cNvSpPr/>
            <p:nvPr/>
          </p:nvSpPr>
          <p:spPr>
            <a:xfrm>
              <a:off x="1567636" y="2646541"/>
              <a:ext cx="62631" cy="62631"/>
            </a:xfrm>
            <a:custGeom>
              <a:rect b="b" l="l" r="r" t="t"/>
              <a:pathLst>
                <a:path extrusionOk="0" h="2388" w="2388">
                  <a:moveTo>
                    <a:pt x="1194" y="0"/>
                  </a:moveTo>
                  <a:cubicBezTo>
                    <a:pt x="535" y="0"/>
                    <a:pt x="1" y="535"/>
                    <a:pt x="1" y="1194"/>
                  </a:cubicBezTo>
                  <a:cubicBezTo>
                    <a:pt x="1" y="1853"/>
                    <a:pt x="535" y="2387"/>
                    <a:pt x="1194" y="2387"/>
                  </a:cubicBezTo>
                  <a:cubicBezTo>
                    <a:pt x="1853" y="2387"/>
                    <a:pt x="2387" y="1853"/>
                    <a:pt x="2387" y="1194"/>
                  </a:cubicBezTo>
                  <a:cubicBezTo>
                    <a:pt x="2387" y="535"/>
                    <a:pt x="1853" y="0"/>
                    <a:pt x="1194"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87"/>
            <p:cNvSpPr/>
            <p:nvPr/>
          </p:nvSpPr>
          <p:spPr>
            <a:xfrm>
              <a:off x="1579386" y="2646541"/>
              <a:ext cx="56310" cy="62710"/>
            </a:xfrm>
            <a:custGeom>
              <a:rect b="b" l="l" r="r" t="t"/>
              <a:pathLst>
                <a:path extrusionOk="0" h="2391" w="2147">
                  <a:moveTo>
                    <a:pt x="746" y="0"/>
                  </a:moveTo>
                  <a:cubicBezTo>
                    <a:pt x="472" y="0"/>
                    <a:pt x="212" y="92"/>
                    <a:pt x="0" y="265"/>
                  </a:cubicBezTo>
                  <a:cubicBezTo>
                    <a:pt x="592" y="741"/>
                    <a:pt x="592" y="1651"/>
                    <a:pt x="0" y="2127"/>
                  </a:cubicBezTo>
                  <a:cubicBezTo>
                    <a:pt x="223" y="2307"/>
                    <a:pt x="485" y="2390"/>
                    <a:pt x="743" y="2390"/>
                  </a:cubicBezTo>
                  <a:cubicBezTo>
                    <a:pt x="1225" y="2390"/>
                    <a:pt x="1693" y="2098"/>
                    <a:pt x="1872" y="1593"/>
                  </a:cubicBezTo>
                  <a:cubicBezTo>
                    <a:pt x="2146" y="814"/>
                    <a:pt x="1569" y="0"/>
                    <a:pt x="746"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87"/>
            <p:cNvSpPr/>
            <p:nvPr/>
          </p:nvSpPr>
          <p:spPr>
            <a:xfrm>
              <a:off x="1358157" y="2520465"/>
              <a:ext cx="248374" cy="12012"/>
            </a:xfrm>
            <a:custGeom>
              <a:rect b="b" l="l" r="r" t="t"/>
              <a:pathLst>
                <a:path extrusionOk="0" h="458" w="9470">
                  <a:moveTo>
                    <a:pt x="289" y="1"/>
                  </a:moveTo>
                  <a:cubicBezTo>
                    <a:pt x="0" y="15"/>
                    <a:pt x="0" y="443"/>
                    <a:pt x="289" y="458"/>
                  </a:cubicBezTo>
                  <a:lnTo>
                    <a:pt x="9181" y="458"/>
                  </a:lnTo>
                  <a:cubicBezTo>
                    <a:pt x="9470" y="443"/>
                    <a:pt x="9470" y="15"/>
                    <a:pt x="9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87"/>
            <p:cNvSpPr/>
            <p:nvPr/>
          </p:nvSpPr>
          <p:spPr>
            <a:xfrm>
              <a:off x="1358157" y="2585850"/>
              <a:ext cx="248374" cy="12012"/>
            </a:xfrm>
            <a:custGeom>
              <a:rect b="b" l="l" r="r" t="t"/>
              <a:pathLst>
                <a:path extrusionOk="0" h="458" w="9470">
                  <a:moveTo>
                    <a:pt x="289" y="0"/>
                  </a:moveTo>
                  <a:cubicBezTo>
                    <a:pt x="0" y="14"/>
                    <a:pt x="0" y="443"/>
                    <a:pt x="289" y="457"/>
                  </a:cubicBezTo>
                  <a:lnTo>
                    <a:pt x="9181" y="457"/>
                  </a:lnTo>
                  <a:cubicBezTo>
                    <a:pt x="9470" y="443"/>
                    <a:pt x="9470" y="14"/>
                    <a:pt x="9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87"/>
            <p:cNvSpPr/>
            <p:nvPr/>
          </p:nvSpPr>
          <p:spPr>
            <a:xfrm>
              <a:off x="1434636" y="2628234"/>
              <a:ext cx="96176" cy="12038"/>
            </a:xfrm>
            <a:custGeom>
              <a:rect b="b" l="l" r="r" t="t"/>
              <a:pathLst>
                <a:path extrusionOk="0" h="459" w="3667">
                  <a:moveTo>
                    <a:pt x="3363" y="0"/>
                  </a:moveTo>
                  <a:cubicBezTo>
                    <a:pt x="3358" y="0"/>
                    <a:pt x="3354" y="1"/>
                    <a:pt x="3349" y="1"/>
                  </a:cubicBezTo>
                  <a:lnTo>
                    <a:pt x="289" y="1"/>
                  </a:lnTo>
                  <a:cubicBezTo>
                    <a:pt x="0" y="15"/>
                    <a:pt x="0" y="443"/>
                    <a:pt x="289" y="458"/>
                  </a:cubicBezTo>
                  <a:lnTo>
                    <a:pt x="3349" y="458"/>
                  </a:lnTo>
                  <a:cubicBezTo>
                    <a:pt x="3355" y="458"/>
                    <a:pt x="3361" y="458"/>
                    <a:pt x="3367" y="458"/>
                  </a:cubicBezTo>
                  <a:cubicBezTo>
                    <a:pt x="3667" y="458"/>
                    <a:pt x="3665" y="0"/>
                    <a:pt x="3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87"/>
            <p:cNvSpPr/>
            <p:nvPr/>
          </p:nvSpPr>
          <p:spPr>
            <a:xfrm>
              <a:off x="1416697" y="2553014"/>
              <a:ext cx="190595" cy="12038"/>
            </a:xfrm>
            <a:custGeom>
              <a:rect b="b" l="l" r="r" t="t"/>
              <a:pathLst>
                <a:path extrusionOk="0" h="459" w="7267">
                  <a:moveTo>
                    <a:pt x="300" y="0"/>
                  </a:moveTo>
                  <a:cubicBezTo>
                    <a:pt x="1" y="0"/>
                    <a:pt x="2" y="458"/>
                    <a:pt x="305" y="458"/>
                  </a:cubicBezTo>
                  <a:cubicBezTo>
                    <a:pt x="309" y="458"/>
                    <a:pt x="314" y="458"/>
                    <a:pt x="319" y="458"/>
                  </a:cubicBezTo>
                  <a:lnTo>
                    <a:pt x="6949" y="458"/>
                  </a:lnTo>
                  <a:cubicBezTo>
                    <a:pt x="6954" y="458"/>
                    <a:pt x="6958" y="458"/>
                    <a:pt x="6963" y="458"/>
                  </a:cubicBezTo>
                  <a:cubicBezTo>
                    <a:pt x="7265" y="458"/>
                    <a:pt x="7267" y="0"/>
                    <a:pt x="6967" y="0"/>
                  </a:cubicBezTo>
                  <a:cubicBezTo>
                    <a:pt x="6961" y="0"/>
                    <a:pt x="6955" y="1"/>
                    <a:pt x="6949" y="1"/>
                  </a:cubicBezTo>
                  <a:lnTo>
                    <a:pt x="319" y="1"/>
                  </a:lnTo>
                  <a:cubicBezTo>
                    <a:pt x="312" y="1"/>
                    <a:pt x="306"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87"/>
            <p:cNvSpPr/>
            <p:nvPr/>
          </p:nvSpPr>
          <p:spPr>
            <a:xfrm>
              <a:off x="1357396" y="2553014"/>
              <a:ext cx="47209" cy="12038"/>
            </a:xfrm>
            <a:custGeom>
              <a:rect b="b" l="l" r="r" t="t"/>
              <a:pathLst>
                <a:path extrusionOk="0" h="459" w="1800">
                  <a:moveTo>
                    <a:pt x="300" y="0"/>
                  </a:moveTo>
                  <a:cubicBezTo>
                    <a:pt x="0" y="0"/>
                    <a:pt x="2" y="458"/>
                    <a:pt x="304" y="458"/>
                  </a:cubicBezTo>
                  <a:cubicBezTo>
                    <a:pt x="309" y="458"/>
                    <a:pt x="313" y="458"/>
                    <a:pt x="318" y="458"/>
                  </a:cubicBezTo>
                  <a:lnTo>
                    <a:pt x="1511" y="458"/>
                  </a:lnTo>
                  <a:cubicBezTo>
                    <a:pt x="1800" y="444"/>
                    <a:pt x="1800" y="15"/>
                    <a:pt x="1511" y="1"/>
                  </a:cubicBezTo>
                  <a:lnTo>
                    <a:pt x="318" y="1"/>
                  </a:lnTo>
                  <a:cubicBezTo>
                    <a:pt x="312" y="1"/>
                    <a:pt x="306"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87"/>
            <p:cNvSpPr/>
            <p:nvPr/>
          </p:nvSpPr>
          <p:spPr>
            <a:xfrm>
              <a:off x="1306279" y="2479577"/>
              <a:ext cx="352262" cy="227183"/>
            </a:xfrm>
            <a:custGeom>
              <a:rect b="b" l="l" r="r" t="t"/>
              <a:pathLst>
                <a:path extrusionOk="0" h="8662" w="13431">
                  <a:moveTo>
                    <a:pt x="1377" y="1"/>
                  </a:moveTo>
                  <a:cubicBezTo>
                    <a:pt x="1228" y="1"/>
                    <a:pt x="1103" y="116"/>
                    <a:pt x="1098" y="270"/>
                  </a:cubicBezTo>
                  <a:cubicBezTo>
                    <a:pt x="1074" y="713"/>
                    <a:pt x="718" y="1069"/>
                    <a:pt x="270" y="1093"/>
                  </a:cubicBezTo>
                  <a:cubicBezTo>
                    <a:pt x="121" y="1098"/>
                    <a:pt x="1" y="1223"/>
                    <a:pt x="1" y="1372"/>
                  </a:cubicBezTo>
                  <a:lnTo>
                    <a:pt x="1" y="7290"/>
                  </a:lnTo>
                  <a:cubicBezTo>
                    <a:pt x="1" y="7439"/>
                    <a:pt x="121" y="7565"/>
                    <a:pt x="270" y="7569"/>
                  </a:cubicBezTo>
                  <a:cubicBezTo>
                    <a:pt x="718" y="7593"/>
                    <a:pt x="1074" y="7950"/>
                    <a:pt x="1098" y="8392"/>
                  </a:cubicBezTo>
                  <a:cubicBezTo>
                    <a:pt x="1103" y="8546"/>
                    <a:pt x="1228" y="8662"/>
                    <a:pt x="1377" y="8662"/>
                  </a:cubicBezTo>
                  <a:lnTo>
                    <a:pt x="8137" y="8662"/>
                  </a:lnTo>
                  <a:cubicBezTo>
                    <a:pt x="8426" y="8647"/>
                    <a:pt x="8426" y="8219"/>
                    <a:pt x="8137" y="8205"/>
                  </a:cubicBezTo>
                  <a:lnTo>
                    <a:pt x="1536" y="8205"/>
                  </a:lnTo>
                  <a:cubicBezTo>
                    <a:pt x="1444" y="7656"/>
                    <a:pt x="1011" y="7223"/>
                    <a:pt x="463" y="7132"/>
                  </a:cubicBezTo>
                  <a:lnTo>
                    <a:pt x="463" y="1531"/>
                  </a:lnTo>
                  <a:cubicBezTo>
                    <a:pt x="1011" y="1434"/>
                    <a:pt x="1444" y="1006"/>
                    <a:pt x="1536" y="458"/>
                  </a:cubicBezTo>
                  <a:lnTo>
                    <a:pt x="11838" y="458"/>
                  </a:lnTo>
                  <a:cubicBezTo>
                    <a:pt x="11934" y="1025"/>
                    <a:pt x="12391" y="1463"/>
                    <a:pt x="12963" y="1540"/>
                  </a:cubicBezTo>
                  <a:lnTo>
                    <a:pt x="12963" y="5423"/>
                  </a:lnTo>
                  <a:cubicBezTo>
                    <a:pt x="12956" y="5585"/>
                    <a:pt x="13075" y="5665"/>
                    <a:pt x="13194" y="5665"/>
                  </a:cubicBezTo>
                  <a:cubicBezTo>
                    <a:pt x="13312" y="5665"/>
                    <a:pt x="13430" y="5585"/>
                    <a:pt x="13421" y="5423"/>
                  </a:cubicBezTo>
                  <a:lnTo>
                    <a:pt x="13421" y="1372"/>
                  </a:lnTo>
                  <a:cubicBezTo>
                    <a:pt x="13421" y="1218"/>
                    <a:pt x="13295" y="1093"/>
                    <a:pt x="13142" y="1093"/>
                  </a:cubicBezTo>
                  <a:cubicBezTo>
                    <a:pt x="12675" y="1093"/>
                    <a:pt x="12295" y="727"/>
                    <a:pt x="12275" y="265"/>
                  </a:cubicBezTo>
                  <a:cubicBezTo>
                    <a:pt x="12266" y="116"/>
                    <a:pt x="12145" y="1"/>
                    <a:pt x="11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87"/>
            <p:cNvSpPr/>
            <p:nvPr/>
          </p:nvSpPr>
          <p:spPr>
            <a:xfrm>
              <a:off x="1277639" y="2449546"/>
              <a:ext cx="409411" cy="332066"/>
            </a:xfrm>
            <a:custGeom>
              <a:rect b="b" l="l" r="r" t="t"/>
              <a:pathLst>
                <a:path extrusionOk="0" h="12661" w="15610">
                  <a:moveTo>
                    <a:pt x="14975" y="448"/>
                  </a:moveTo>
                  <a:cubicBezTo>
                    <a:pt x="15076" y="448"/>
                    <a:pt x="15157" y="530"/>
                    <a:pt x="15157" y="631"/>
                  </a:cubicBezTo>
                  <a:lnTo>
                    <a:pt x="15157" y="10312"/>
                  </a:lnTo>
                  <a:lnTo>
                    <a:pt x="15153" y="10317"/>
                  </a:lnTo>
                  <a:cubicBezTo>
                    <a:pt x="15153" y="10418"/>
                    <a:pt x="15071" y="10495"/>
                    <a:pt x="14975" y="10495"/>
                  </a:cubicBezTo>
                  <a:lnTo>
                    <a:pt x="14070" y="10495"/>
                  </a:lnTo>
                  <a:lnTo>
                    <a:pt x="13950" y="10249"/>
                  </a:lnTo>
                  <a:lnTo>
                    <a:pt x="13969" y="10240"/>
                  </a:lnTo>
                  <a:cubicBezTo>
                    <a:pt x="14286" y="10095"/>
                    <a:pt x="14474" y="9768"/>
                    <a:pt x="14440" y="9422"/>
                  </a:cubicBezTo>
                  <a:cubicBezTo>
                    <a:pt x="14436" y="9335"/>
                    <a:pt x="14455" y="9253"/>
                    <a:pt x="14508" y="9181"/>
                  </a:cubicBezTo>
                  <a:cubicBezTo>
                    <a:pt x="14705" y="8897"/>
                    <a:pt x="14705" y="8522"/>
                    <a:pt x="14508" y="8238"/>
                  </a:cubicBezTo>
                  <a:cubicBezTo>
                    <a:pt x="14455" y="8166"/>
                    <a:pt x="14436" y="8079"/>
                    <a:pt x="14440" y="7997"/>
                  </a:cubicBezTo>
                  <a:cubicBezTo>
                    <a:pt x="14474" y="7651"/>
                    <a:pt x="14286" y="7324"/>
                    <a:pt x="13969" y="7179"/>
                  </a:cubicBezTo>
                  <a:cubicBezTo>
                    <a:pt x="13892" y="7141"/>
                    <a:pt x="13829" y="7078"/>
                    <a:pt x="13791" y="7001"/>
                  </a:cubicBezTo>
                  <a:cubicBezTo>
                    <a:pt x="13657" y="6712"/>
                    <a:pt x="13368" y="6526"/>
                    <a:pt x="13051" y="6526"/>
                  </a:cubicBezTo>
                  <a:cubicBezTo>
                    <a:pt x="13025" y="6526"/>
                    <a:pt x="12999" y="6527"/>
                    <a:pt x="12973" y="6530"/>
                  </a:cubicBezTo>
                  <a:cubicBezTo>
                    <a:pt x="12961" y="6531"/>
                    <a:pt x="12949" y="6532"/>
                    <a:pt x="12937" y="6532"/>
                  </a:cubicBezTo>
                  <a:cubicBezTo>
                    <a:pt x="12866" y="6532"/>
                    <a:pt x="12794" y="6508"/>
                    <a:pt x="12732" y="6467"/>
                  </a:cubicBezTo>
                  <a:cubicBezTo>
                    <a:pt x="12593" y="6366"/>
                    <a:pt x="12428" y="6316"/>
                    <a:pt x="12263" y="6316"/>
                  </a:cubicBezTo>
                  <a:cubicBezTo>
                    <a:pt x="12097" y="6316"/>
                    <a:pt x="11931" y="6366"/>
                    <a:pt x="11789" y="6467"/>
                  </a:cubicBezTo>
                  <a:cubicBezTo>
                    <a:pt x="11728" y="6508"/>
                    <a:pt x="11659" y="6532"/>
                    <a:pt x="11586" y="6532"/>
                  </a:cubicBezTo>
                  <a:cubicBezTo>
                    <a:pt x="11574" y="6532"/>
                    <a:pt x="11561" y="6531"/>
                    <a:pt x="11549" y="6530"/>
                  </a:cubicBezTo>
                  <a:cubicBezTo>
                    <a:pt x="11522" y="6527"/>
                    <a:pt x="11496" y="6526"/>
                    <a:pt x="11470" y="6526"/>
                  </a:cubicBezTo>
                  <a:cubicBezTo>
                    <a:pt x="11154" y="6526"/>
                    <a:pt x="10864" y="6712"/>
                    <a:pt x="10731" y="7001"/>
                  </a:cubicBezTo>
                  <a:cubicBezTo>
                    <a:pt x="10697" y="7078"/>
                    <a:pt x="10634" y="7141"/>
                    <a:pt x="10553" y="7179"/>
                  </a:cubicBezTo>
                  <a:cubicBezTo>
                    <a:pt x="10240" y="7324"/>
                    <a:pt x="10052" y="7651"/>
                    <a:pt x="10081" y="7997"/>
                  </a:cubicBezTo>
                  <a:cubicBezTo>
                    <a:pt x="10091" y="8079"/>
                    <a:pt x="10067" y="8166"/>
                    <a:pt x="10018" y="8238"/>
                  </a:cubicBezTo>
                  <a:cubicBezTo>
                    <a:pt x="9816" y="8522"/>
                    <a:pt x="9816" y="8897"/>
                    <a:pt x="10018" y="9181"/>
                  </a:cubicBezTo>
                  <a:cubicBezTo>
                    <a:pt x="10067" y="9253"/>
                    <a:pt x="10091" y="9335"/>
                    <a:pt x="10081" y="9422"/>
                  </a:cubicBezTo>
                  <a:cubicBezTo>
                    <a:pt x="10052" y="9768"/>
                    <a:pt x="10245" y="10095"/>
                    <a:pt x="10562" y="10240"/>
                  </a:cubicBezTo>
                  <a:lnTo>
                    <a:pt x="10581" y="10245"/>
                  </a:lnTo>
                  <a:lnTo>
                    <a:pt x="10461" y="10495"/>
                  </a:lnTo>
                  <a:lnTo>
                    <a:pt x="636" y="10495"/>
                  </a:lnTo>
                  <a:cubicBezTo>
                    <a:pt x="534" y="10495"/>
                    <a:pt x="453" y="10413"/>
                    <a:pt x="453" y="10312"/>
                  </a:cubicBezTo>
                  <a:lnTo>
                    <a:pt x="453" y="631"/>
                  </a:lnTo>
                  <a:cubicBezTo>
                    <a:pt x="453" y="530"/>
                    <a:pt x="534" y="448"/>
                    <a:pt x="636" y="448"/>
                  </a:cubicBezTo>
                  <a:close/>
                  <a:moveTo>
                    <a:pt x="12272" y="6768"/>
                  </a:moveTo>
                  <a:cubicBezTo>
                    <a:pt x="12345" y="6768"/>
                    <a:pt x="12417" y="6790"/>
                    <a:pt x="12477" y="6833"/>
                  </a:cubicBezTo>
                  <a:cubicBezTo>
                    <a:pt x="12619" y="6929"/>
                    <a:pt x="12782" y="6981"/>
                    <a:pt x="12951" y="6981"/>
                  </a:cubicBezTo>
                  <a:cubicBezTo>
                    <a:pt x="12977" y="6981"/>
                    <a:pt x="13004" y="6980"/>
                    <a:pt x="13031" y="6977"/>
                  </a:cubicBezTo>
                  <a:cubicBezTo>
                    <a:pt x="13041" y="6976"/>
                    <a:pt x="13052" y="6976"/>
                    <a:pt x="13063" y="6976"/>
                  </a:cubicBezTo>
                  <a:cubicBezTo>
                    <a:pt x="13200" y="6976"/>
                    <a:pt x="13329" y="7059"/>
                    <a:pt x="13391" y="7184"/>
                  </a:cubicBezTo>
                  <a:cubicBezTo>
                    <a:pt x="13468" y="7362"/>
                    <a:pt x="13613" y="7507"/>
                    <a:pt x="13791" y="7588"/>
                  </a:cubicBezTo>
                  <a:cubicBezTo>
                    <a:pt x="13930" y="7651"/>
                    <a:pt x="14012" y="7795"/>
                    <a:pt x="13998" y="7949"/>
                  </a:cubicBezTo>
                  <a:cubicBezTo>
                    <a:pt x="13978" y="8142"/>
                    <a:pt x="14031" y="8339"/>
                    <a:pt x="14147" y="8498"/>
                  </a:cubicBezTo>
                  <a:cubicBezTo>
                    <a:pt x="14234" y="8623"/>
                    <a:pt x="14234" y="8787"/>
                    <a:pt x="14147" y="8912"/>
                  </a:cubicBezTo>
                  <a:cubicBezTo>
                    <a:pt x="14031" y="9070"/>
                    <a:pt x="13978" y="9268"/>
                    <a:pt x="13998" y="9460"/>
                  </a:cubicBezTo>
                  <a:cubicBezTo>
                    <a:pt x="14012" y="9614"/>
                    <a:pt x="13930" y="9759"/>
                    <a:pt x="13791" y="9821"/>
                  </a:cubicBezTo>
                  <a:cubicBezTo>
                    <a:pt x="13685" y="9869"/>
                    <a:pt x="13594" y="9941"/>
                    <a:pt x="13517" y="10028"/>
                  </a:cubicBezTo>
                  <a:lnTo>
                    <a:pt x="13507" y="10038"/>
                  </a:lnTo>
                  <a:lnTo>
                    <a:pt x="13502" y="10047"/>
                  </a:lnTo>
                  <a:lnTo>
                    <a:pt x="13493" y="10052"/>
                  </a:lnTo>
                  <a:cubicBezTo>
                    <a:pt x="13454" y="10105"/>
                    <a:pt x="13416" y="10163"/>
                    <a:pt x="13387" y="10225"/>
                  </a:cubicBezTo>
                  <a:cubicBezTo>
                    <a:pt x="13329" y="10350"/>
                    <a:pt x="13200" y="10434"/>
                    <a:pt x="13059" y="10434"/>
                  </a:cubicBezTo>
                  <a:cubicBezTo>
                    <a:pt x="13048" y="10434"/>
                    <a:pt x="13037" y="10433"/>
                    <a:pt x="13026" y="10432"/>
                  </a:cubicBezTo>
                  <a:cubicBezTo>
                    <a:pt x="13000" y="10430"/>
                    <a:pt x="12974" y="10428"/>
                    <a:pt x="12948" y="10428"/>
                  </a:cubicBezTo>
                  <a:cubicBezTo>
                    <a:pt x="12781" y="10428"/>
                    <a:pt x="12615" y="10481"/>
                    <a:pt x="12477" y="10577"/>
                  </a:cubicBezTo>
                  <a:cubicBezTo>
                    <a:pt x="12434" y="10610"/>
                    <a:pt x="12376" y="10629"/>
                    <a:pt x="12323" y="10639"/>
                  </a:cubicBezTo>
                  <a:cubicBezTo>
                    <a:pt x="12304" y="10641"/>
                    <a:pt x="12286" y="10643"/>
                    <a:pt x="12269" y="10643"/>
                  </a:cubicBezTo>
                  <a:cubicBezTo>
                    <a:pt x="12251" y="10643"/>
                    <a:pt x="12234" y="10641"/>
                    <a:pt x="12217" y="10639"/>
                  </a:cubicBezTo>
                  <a:cubicBezTo>
                    <a:pt x="12164" y="10629"/>
                    <a:pt x="12112" y="10610"/>
                    <a:pt x="12063" y="10581"/>
                  </a:cubicBezTo>
                  <a:cubicBezTo>
                    <a:pt x="11929" y="10480"/>
                    <a:pt x="11760" y="10427"/>
                    <a:pt x="11592" y="10427"/>
                  </a:cubicBezTo>
                  <a:cubicBezTo>
                    <a:pt x="11568" y="10427"/>
                    <a:pt x="11539" y="10427"/>
                    <a:pt x="11515" y="10432"/>
                  </a:cubicBezTo>
                  <a:cubicBezTo>
                    <a:pt x="11504" y="10433"/>
                    <a:pt x="11492" y="10434"/>
                    <a:pt x="11481" y="10434"/>
                  </a:cubicBezTo>
                  <a:cubicBezTo>
                    <a:pt x="11344" y="10434"/>
                    <a:pt x="11216" y="10354"/>
                    <a:pt x="11154" y="10225"/>
                  </a:cubicBezTo>
                  <a:cubicBezTo>
                    <a:pt x="11125" y="10163"/>
                    <a:pt x="11091" y="10105"/>
                    <a:pt x="11048" y="10052"/>
                  </a:cubicBezTo>
                  <a:lnTo>
                    <a:pt x="11043" y="10047"/>
                  </a:lnTo>
                  <a:lnTo>
                    <a:pt x="11039" y="10038"/>
                  </a:lnTo>
                  <a:lnTo>
                    <a:pt x="11029" y="10028"/>
                  </a:lnTo>
                  <a:cubicBezTo>
                    <a:pt x="10952" y="9941"/>
                    <a:pt x="10860" y="9869"/>
                    <a:pt x="10755" y="9821"/>
                  </a:cubicBezTo>
                  <a:cubicBezTo>
                    <a:pt x="10615" y="9759"/>
                    <a:pt x="10533" y="9614"/>
                    <a:pt x="10548" y="9460"/>
                  </a:cubicBezTo>
                  <a:cubicBezTo>
                    <a:pt x="10562" y="9268"/>
                    <a:pt x="10514" y="9070"/>
                    <a:pt x="10399" y="8912"/>
                  </a:cubicBezTo>
                  <a:cubicBezTo>
                    <a:pt x="10312" y="8787"/>
                    <a:pt x="10312" y="8623"/>
                    <a:pt x="10399" y="8498"/>
                  </a:cubicBezTo>
                  <a:cubicBezTo>
                    <a:pt x="10514" y="8339"/>
                    <a:pt x="10562" y="8142"/>
                    <a:pt x="10548" y="7949"/>
                  </a:cubicBezTo>
                  <a:cubicBezTo>
                    <a:pt x="10533" y="7795"/>
                    <a:pt x="10615" y="7651"/>
                    <a:pt x="10755" y="7588"/>
                  </a:cubicBezTo>
                  <a:cubicBezTo>
                    <a:pt x="10933" y="7507"/>
                    <a:pt x="11072" y="7362"/>
                    <a:pt x="11154" y="7184"/>
                  </a:cubicBezTo>
                  <a:cubicBezTo>
                    <a:pt x="11216" y="7059"/>
                    <a:pt x="11345" y="6976"/>
                    <a:pt x="11482" y="6976"/>
                  </a:cubicBezTo>
                  <a:cubicBezTo>
                    <a:pt x="11493" y="6976"/>
                    <a:pt x="11504" y="6976"/>
                    <a:pt x="11515" y="6977"/>
                  </a:cubicBezTo>
                  <a:cubicBezTo>
                    <a:pt x="11542" y="6980"/>
                    <a:pt x="11568" y="6981"/>
                    <a:pt x="11595" y="6981"/>
                  </a:cubicBezTo>
                  <a:cubicBezTo>
                    <a:pt x="11764" y="6981"/>
                    <a:pt x="11926" y="6929"/>
                    <a:pt x="12063" y="6833"/>
                  </a:cubicBezTo>
                  <a:cubicBezTo>
                    <a:pt x="12126" y="6790"/>
                    <a:pt x="12199" y="6768"/>
                    <a:pt x="12272" y="6768"/>
                  </a:cubicBezTo>
                  <a:close/>
                  <a:moveTo>
                    <a:pt x="10894" y="10644"/>
                  </a:moveTo>
                  <a:cubicBezTo>
                    <a:pt x="11048" y="10802"/>
                    <a:pt x="11256" y="10888"/>
                    <a:pt x="11473" y="10888"/>
                  </a:cubicBezTo>
                  <a:cubicBezTo>
                    <a:pt x="11500" y="10888"/>
                    <a:pt x="11526" y="10887"/>
                    <a:pt x="11553" y="10884"/>
                  </a:cubicBezTo>
                  <a:cubicBezTo>
                    <a:pt x="11566" y="10883"/>
                    <a:pt x="11578" y="10882"/>
                    <a:pt x="11591" y="10882"/>
                  </a:cubicBezTo>
                  <a:cubicBezTo>
                    <a:pt x="11665" y="10882"/>
                    <a:pt x="11736" y="10907"/>
                    <a:pt x="11794" y="10952"/>
                  </a:cubicBezTo>
                  <a:cubicBezTo>
                    <a:pt x="11818" y="10966"/>
                    <a:pt x="11842" y="10981"/>
                    <a:pt x="11866" y="10995"/>
                  </a:cubicBezTo>
                  <a:lnTo>
                    <a:pt x="11390" y="11996"/>
                  </a:lnTo>
                  <a:lnTo>
                    <a:pt x="11149" y="11601"/>
                  </a:lnTo>
                  <a:cubicBezTo>
                    <a:pt x="11099" y="11523"/>
                    <a:pt x="11010" y="11472"/>
                    <a:pt x="10916" y="11472"/>
                  </a:cubicBezTo>
                  <a:cubicBezTo>
                    <a:pt x="10901" y="11472"/>
                    <a:pt x="10885" y="11474"/>
                    <a:pt x="10870" y="11476"/>
                  </a:cubicBezTo>
                  <a:lnTo>
                    <a:pt x="10466" y="11544"/>
                  </a:lnTo>
                  <a:lnTo>
                    <a:pt x="10894" y="10644"/>
                  </a:lnTo>
                  <a:close/>
                  <a:moveTo>
                    <a:pt x="13642" y="10644"/>
                  </a:moveTo>
                  <a:lnTo>
                    <a:pt x="14070" y="11544"/>
                  </a:lnTo>
                  <a:lnTo>
                    <a:pt x="14070" y="11544"/>
                  </a:lnTo>
                  <a:lnTo>
                    <a:pt x="13661" y="11476"/>
                  </a:lnTo>
                  <a:cubicBezTo>
                    <a:pt x="13646" y="11474"/>
                    <a:pt x="13631" y="11472"/>
                    <a:pt x="13616" y="11472"/>
                  </a:cubicBezTo>
                  <a:cubicBezTo>
                    <a:pt x="13522" y="11472"/>
                    <a:pt x="13436" y="11523"/>
                    <a:pt x="13387" y="11601"/>
                  </a:cubicBezTo>
                  <a:lnTo>
                    <a:pt x="13146" y="11996"/>
                  </a:lnTo>
                  <a:lnTo>
                    <a:pt x="12670" y="10995"/>
                  </a:lnTo>
                  <a:cubicBezTo>
                    <a:pt x="12694" y="10981"/>
                    <a:pt x="12713" y="10966"/>
                    <a:pt x="12737" y="10952"/>
                  </a:cubicBezTo>
                  <a:cubicBezTo>
                    <a:pt x="12802" y="10904"/>
                    <a:pt x="12879" y="10884"/>
                    <a:pt x="12953" y="10884"/>
                  </a:cubicBezTo>
                  <a:cubicBezTo>
                    <a:pt x="12962" y="10884"/>
                    <a:pt x="12970" y="10884"/>
                    <a:pt x="12978" y="10884"/>
                  </a:cubicBezTo>
                  <a:cubicBezTo>
                    <a:pt x="13005" y="10887"/>
                    <a:pt x="13032" y="10888"/>
                    <a:pt x="13058" y="10888"/>
                  </a:cubicBezTo>
                  <a:cubicBezTo>
                    <a:pt x="13276" y="10888"/>
                    <a:pt x="13487" y="10802"/>
                    <a:pt x="13642" y="10644"/>
                  </a:cubicBezTo>
                  <a:close/>
                  <a:moveTo>
                    <a:pt x="636" y="0"/>
                  </a:moveTo>
                  <a:cubicBezTo>
                    <a:pt x="284" y="0"/>
                    <a:pt x="0" y="284"/>
                    <a:pt x="0" y="636"/>
                  </a:cubicBezTo>
                  <a:lnTo>
                    <a:pt x="0" y="10317"/>
                  </a:lnTo>
                  <a:cubicBezTo>
                    <a:pt x="0" y="10668"/>
                    <a:pt x="284" y="10952"/>
                    <a:pt x="636" y="10952"/>
                  </a:cubicBezTo>
                  <a:lnTo>
                    <a:pt x="10240" y="10952"/>
                  </a:lnTo>
                  <a:lnTo>
                    <a:pt x="9903" y="11664"/>
                  </a:lnTo>
                  <a:cubicBezTo>
                    <a:pt x="9813" y="11848"/>
                    <a:pt x="9953" y="12052"/>
                    <a:pt x="10148" y="12052"/>
                  </a:cubicBezTo>
                  <a:cubicBezTo>
                    <a:pt x="10162" y="12052"/>
                    <a:pt x="10177" y="12051"/>
                    <a:pt x="10192" y="12049"/>
                  </a:cubicBezTo>
                  <a:lnTo>
                    <a:pt x="10822" y="11948"/>
                  </a:lnTo>
                  <a:lnTo>
                    <a:pt x="11178" y="12530"/>
                  </a:lnTo>
                  <a:cubicBezTo>
                    <a:pt x="11226" y="12607"/>
                    <a:pt x="11313" y="12660"/>
                    <a:pt x="11409" y="12660"/>
                  </a:cubicBezTo>
                  <a:lnTo>
                    <a:pt x="11423" y="12660"/>
                  </a:lnTo>
                  <a:cubicBezTo>
                    <a:pt x="11520" y="12655"/>
                    <a:pt x="11611" y="12593"/>
                    <a:pt x="11654" y="12501"/>
                  </a:cubicBezTo>
                  <a:lnTo>
                    <a:pt x="12266" y="11216"/>
                  </a:lnTo>
                  <a:lnTo>
                    <a:pt x="12881" y="12501"/>
                  </a:lnTo>
                  <a:cubicBezTo>
                    <a:pt x="12925" y="12593"/>
                    <a:pt x="13011" y="12655"/>
                    <a:pt x="13112" y="12660"/>
                  </a:cubicBezTo>
                  <a:lnTo>
                    <a:pt x="13127" y="12660"/>
                  </a:lnTo>
                  <a:cubicBezTo>
                    <a:pt x="13218" y="12660"/>
                    <a:pt x="13310" y="12607"/>
                    <a:pt x="13358" y="12530"/>
                  </a:cubicBezTo>
                  <a:lnTo>
                    <a:pt x="13709" y="11948"/>
                  </a:lnTo>
                  <a:lnTo>
                    <a:pt x="14344" y="12049"/>
                  </a:lnTo>
                  <a:cubicBezTo>
                    <a:pt x="14359" y="12051"/>
                    <a:pt x="14374" y="12052"/>
                    <a:pt x="14388" y="12052"/>
                  </a:cubicBezTo>
                  <a:cubicBezTo>
                    <a:pt x="14583" y="12052"/>
                    <a:pt x="14723" y="11848"/>
                    <a:pt x="14633" y="11664"/>
                  </a:cubicBezTo>
                  <a:lnTo>
                    <a:pt x="14291" y="10952"/>
                  </a:lnTo>
                  <a:lnTo>
                    <a:pt x="14975" y="10952"/>
                  </a:lnTo>
                  <a:cubicBezTo>
                    <a:pt x="15326" y="10952"/>
                    <a:pt x="15610" y="10668"/>
                    <a:pt x="15610" y="10317"/>
                  </a:cubicBezTo>
                  <a:lnTo>
                    <a:pt x="15610" y="636"/>
                  </a:lnTo>
                  <a:cubicBezTo>
                    <a:pt x="15610" y="284"/>
                    <a:pt x="15326" y="0"/>
                    <a:pt x="149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87"/>
            <p:cNvSpPr/>
            <p:nvPr/>
          </p:nvSpPr>
          <p:spPr>
            <a:xfrm>
              <a:off x="1549093" y="2640482"/>
              <a:ext cx="87102" cy="74748"/>
            </a:xfrm>
            <a:custGeom>
              <a:rect b="b" l="l" r="r" t="t"/>
              <a:pathLst>
                <a:path extrusionOk="0" h="2850" w="3321">
                  <a:moveTo>
                    <a:pt x="1893" y="462"/>
                  </a:moveTo>
                  <a:cubicBezTo>
                    <a:pt x="2388" y="462"/>
                    <a:pt x="2863" y="846"/>
                    <a:pt x="2863" y="1425"/>
                  </a:cubicBezTo>
                  <a:cubicBezTo>
                    <a:pt x="2863" y="1959"/>
                    <a:pt x="2430" y="2387"/>
                    <a:pt x="1901" y="2392"/>
                  </a:cubicBezTo>
                  <a:lnTo>
                    <a:pt x="1901" y="2387"/>
                  </a:lnTo>
                  <a:cubicBezTo>
                    <a:pt x="1045" y="2387"/>
                    <a:pt x="612" y="1353"/>
                    <a:pt x="1218" y="746"/>
                  </a:cubicBezTo>
                  <a:cubicBezTo>
                    <a:pt x="1414" y="550"/>
                    <a:pt x="1656" y="462"/>
                    <a:pt x="1893" y="462"/>
                  </a:cubicBezTo>
                  <a:close/>
                  <a:moveTo>
                    <a:pt x="1889" y="0"/>
                  </a:moveTo>
                  <a:cubicBezTo>
                    <a:pt x="1540" y="0"/>
                    <a:pt x="1185" y="130"/>
                    <a:pt x="895" y="419"/>
                  </a:cubicBezTo>
                  <a:cubicBezTo>
                    <a:pt x="0" y="1314"/>
                    <a:pt x="636" y="2849"/>
                    <a:pt x="1901" y="2849"/>
                  </a:cubicBezTo>
                  <a:cubicBezTo>
                    <a:pt x="2685" y="2849"/>
                    <a:pt x="3321" y="2209"/>
                    <a:pt x="3321" y="1425"/>
                  </a:cubicBezTo>
                  <a:cubicBezTo>
                    <a:pt x="3321" y="568"/>
                    <a:pt x="2620" y="0"/>
                    <a:pt x="18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0" name="Google Shape;15360;p87"/>
          <p:cNvGrpSpPr/>
          <p:nvPr/>
        </p:nvGrpSpPr>
        <p:grpSpPr>
          <a:xfrm>
            <a:off x="868254" y="2449153"/>
            <a:ext cx="332670" cy="332696"/>
            <a:chOff x="868254" y="2449153"/>
            <a:chExt cx="332670" cy="332696"/>
          </a:xfrm>
        </p:grpSpPr>
        <p:sp>
          <p:nvSpPr>
            <p:cNvPr id="15361" name="Google Shape;15361;p87"/>
            <p:cNvSpPr/>
            <p:nvPr/>
          </p:nvSpPr>
          <p:spPr>
            <a:xfrm>
              <a:off x="978802" y="2454084"/>
              <a:ext cx="109683" cy="322834"/>
            </a:xfrm>
            <a:custGeom>
              <a:rect b="b" l="l" r="r" t="t"/>
              <a:pathLst>
                <a:path extrusionOk="0" h="12309" w="4182">
                  <a:moveTo>
                    <a:pt x="0" y="1"/>
                  </a:moveTo>
                  <a:lnTo>
                    <a:pt x="0" y="12309"/>
                  </a:lnTo>
                  <a:lnTo>
                    <a:pt x="4182" y="12309"/>
                  </a:lnTo>
                  <a:lnTo>
                    <a:pt x="4182"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87"/>
            <p:cNvSpPr/>
            <p:nvPr/>
          </p:nvSpPr>
          <p:spPr>
            <a:xfrm>
              <a:off x="1063727" y="2454084"/>
              <a:ext cx="24759" cy="322834"/>
            </a:xfrm>
            <a:custGeom>
              <a:rect b="b" l="l" r="r" t="t"/>
              <a:pathLst>
                <a:path extrusionOk="0" h="12309" w="944">
                  <a:moveTo>
                    <a:pt x="0" y="1"/>
                  </a:moveTo>
                  <a:lnTo>
                    <a:pt x="0" y="12309"/>
                  </a:lnTo>
                  <a:lnTo>
                    <a:pt x="944" y="12309"/>
                  </a:lnTo>
                  <a:lnTo>
                    <a:pt x="94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87"/>
            <p:cNvSpPr/>
            <p:nvPr/>
          </p:nvSpPr>
          <p:spPr>
            <a:xfrm>
              <a:off x="873158" y="2454084"/>
              <a:ext cx="107559" cy="322965"/>
            </a:xfrm>
            <a:custGeom>
              <a:rect b="b" l="l" r="r" t="t"/>
              <a:pathLst>
                <a:path extrusionOk="0" h="12314" w="4101">
                  <a:moveTo>
                    <a:pt x="939" y="1"/>
                  </a:moveTo>
                  <a:cubicBezTo>
                    <a:pt x="419" y="1"/>
                    <a:pt x="1" y="424"/>
                    <a:pt x="1" y="944"/>
                  </a:cubicBezTo>
                  <a:lnTo>
                    <a:pt x="1" y="11371"/>
                  </a:lnTo>
                  <a:cubicBezTo>
                    <a:pt x="1" y="11890"/>
                    <a:pt x="424" y="12314"/>
                    <a:pt x="944" y="12314"/>
                  </a:cubicBezTo>
                  <a:lnTo>
                    <a:pt x="4100" y="12314"/>
                  </a:lnTo>
                  <a:lnTo>
                    <a:pt x="4100" y="1"/>
                  </a:lnTo>
                  <a:close/>
                </a:path>
              </a:pathLst>
            </a:custGeom>
            <a:solidFill>
              <a:srgbClr val="B2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87"/>
            <p:cNvSpPr/>
            <p:nvPr/>
          </p:nvSpPr>
          <p:spPr>
            <a:xfrm>
              <a:off x="956588" y="2454084"/>
              <a:ext cx="24129" cy="322834"/>
            </a:xfrm>
            <a:custGeom>
              <a:rect b="b" l="l" r="r" t="t"/>
              <a:pathLst>
                <a:path extrusionOk="0" h="12309" w="920">
                  <a:moveTo>
                    <a:pt x="0" y="1"/>
                  </a:moveTo>
                  <a:lnTo>
                    <a:pt x="0" y="12309"/>
                  </a:lnTo>
                  <a:lnTo>
                    <a:pt x="919" y="12309"/>
                  </a:lnTo>
                  <a:lnTo>
                    <a:pt x="919"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87"/>
            <p:cNvSpPr/>
            <p:nvPr/>
          </p:nvSpPr>
          <p:spPr>
            <a:xfrm>
              <a:off x="1086938" y="2454084"/>
              <a:ext cx="109080" cy="322965"/>
            </a:xfrm>
            <a:custGeom>
              <a:rect b="b" l="l" r="r" t="t"/>
              <a:pathLst>
                <a:path extrusionOk="0" h="12314" w="4159">
                  <a:moveTo>
                    <a:pt x="3214" y="1"/>
                  </a:moveTo>
                  <a:cubicBezTo>
                    <a:pt x="3211" y="1"/>
                    <a:pt x="3208" y="1"/>
                    <a:pt x="3205" y="1"/>
                  </a:cubicBezTo>
                  <a:lnTo>
                    <a:pt x="1" y="1"/>
                  </a:lnTo>
                  <a:lnTo>
                    <a:pt x="1" y="12314"/>
                  </a:lnTo>
                  <a:lnTo>
                    <a:pt x="3205" y="12314"/>
                  </a:lnTo>
                  <a:cubicBezTo>
                    <a:pt x="3730" y="12314"/>
                    <a:pt x="4153" y="11895"/>
                    <a:pt x="4158" y="11371"/>
                  </a:cubicBezTo>
                  <a:lnTo>
                    <a:pt x="4158" y="944"/>
                  </a:lnTo>
                  <a:cubicBezTo>
                    <a:pt x="4153" y="422"/>
                    <a:pt x="3735" y="1"/>
                    <a:pt x="3214"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87"/>
            <p:cNvSpPr/>
            <p:nvPr/>
          </p:nvSpPr>
          <p:spPr>
            <a:xfrm>
              <a:off x="1146265" y="2454084"/>
              <a:ext cx="49754" cy="322965"/>
            </a:xfrm>
            <a:custGeom>
              <a:rect b="b" l="l" r="r" t="t"/>
              <a:pathLst>
                <a:path extrusionOk="0" h="12314" w="1897">
                  <a:moveTo>
                    <a:pt x="9" y="1"/>
                  </a:moveTo>
                  <a:cubicBezTo>
                    <a:pt x="6" y="1"/>
                    <a:pt x="3" y="1"/>
                    <a:pt x="0" y="1"/>
                  </a:cubicBezTo>
                  <a:lnTo>
                    <a:pt x="18" y="1"/>
                  </a:lnTo>
                  <a:cubicBezTo>
                    <a:pt x="15" y="1"/>
                    <a:pt x="12" y="1"/>
                    <a:pt x="9" y="1"/>
                  </a:cubicBezTo>
                  <a:close/>
                  <a:moveTo>
                    <a:pt x="952" y="1"/>
                  </a:moveTo>
                  <a:cubicBezTo>
                    <a:pt x="949" y="1"/>
                    <a:pt x="946" y="1"/>
                    <a:pt x="943" y="1"/>
                  </a:cubicBezTo>
                  <a:lnTo>
                    <a:pt x="18" y="1"/>
                  </a:lnTo>
                  <a:cubicBezTo>
                    <a:pt x="534" y="5"/>
                    <a:pt x="953" y="425"/>
                    <a:pt x="958" y="944"/>
                  </a:cubicBezTo>
                  <a:lnTo>
                    <a:pt x="958" y="11371"/>
                  </a:lnTo>
                  <a:cubicBezTo>
                    <a:pt x="953" y="11895"/>
                    <a:pt x="525" y="12314"/>
                    <a:pt x="0" y="12314"/>
                  </a:cubicBezTo>
                  <a:lnTo>
                    <a:pt x="943" y="12314"/>
                  </a:lnTo>
                  <a:cubicBezTo>
                    <a:pt x="1468" y="12314"/>
                    <a:pt x="1891" y="11895"/>
                    <a:pt x="1896" y="11371"/>
                  </a:cubicBezTo>
                  <a:lnTo>
                    <a:pt x="1896" y="944"/>
                  </a:lnTo>
                  <a:cubicBezTo>
                    <a:pt x="1891" y="422"/>
                    <a:pt x="1473" y="1"/>
                    <a:pt x="952"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87"/>
            <p:cNvSpPr/>
            <p:nvPr/>
          </p:nvSpPr>
          <p:spPr>
            <a:xfrm>
              <a:off x="910768" y="2711900"/>
              <a:ext cx="31840" cy="31840"/>
            </a:xfrm>
            <a:custGeom>
              <a:rect b="b" l="l" r="r" t="t"/>
              <a:pathLst>
                <a:path extrusionOk="0" h="1214" w="1214">
                  <a:moveTo>
                    <a:pt x="607" y="1"/>
                  </a:moveTo>
                  <a:cubicBezTo>
                    <a:pt x="275" y="1"/>
                    <a:pt x="1" y="270"/>
                    <a:pt x="1" y="607"/>
                  </a:cubicBezTo>
                  <a:cubicBezTo>
                    <a:pt x="1" y="939"/>
                    <a:pt x="275"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87"/>
            <p:cNvSpPr/>
            <p:nvPr/>
          </p:nvSpPr>
          <p:spPr>
            <a:xfrm>
              <a:off x="1018668" y="2711900"/>
              <a:ext cx="31840" cy="31840"/>
            </a:xfrm>
            <a:custGeom>
              <a:rect b="b" l="l" r="r" t="t"/>
              <a:pathLst>
                <a:path extrusionOk="0" h="1214" w="1214">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87"/>
            <p:cNvSpPr/>
            <p:nvPr/>
          </p:nvSpPr>
          <p:spPr>
            <a:xfrm>
              <a:off x="1125178" y="2711900"/>
              <a:ext cx="31840" cy="31840"/>
            </a:xfrm>
            <a:custGeom>
              <a:rect b="b" l="l" r="r" t="t"/>
              <a:pathLst>
                <a:path extrusionOk="0" h="1214" w="1214">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87"/>
            <p:cNvSpPr/>
            <p:nvPr/>
          </p:nvSpPr>
          <p:spPr>
            <a:xfrm>
              <a:off x="896894" y="2607409"/>
              <a:ext cx="59720" cy="40285"/>
            </a:xfrm>
            <a:custGeom>
              <a:rect b="b" l="l" r="r" t="t"/>
              <a:pathLst>
                <a:path extrusionOk="0" h="1536" w="2277">
                  <a:moveTo>
                    <a:pt x="0" y="1"/>
                  </a:moveTo>
                  <a:lnTo>
                    <a:pt x="0" y="1286"/>
                  </a:lnTo>
                  <a:cubicBezTo>
                    <a:pt x="0" y="1425"/>
                    <a:pt x="111" y="1536"/>
                    <a:pt x="246" y="1536"/>
                  </a:cubicBezTo>
                  <a:lnTo>
                    <a:pt x="2031" y="1536"/>
                  </a:lnTo>
                  <a:cubicBezTo>
                    <a:pt x="2166" y="1536"/>
                    <a:pt x="2276" y="1425"/>
                    <a:pt x="2276" y="1286"/>
                  </a:cubicBezTo>
                  <a:lnTo>
                    <a:pt x="227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87"/>
            <p:cNvSpPr/>
            <p:nvPr/>
          </p:nvSpPr>
          <p:spPr>
            <a:xfrm>
              <a:off x="896763" y="2489307"/>
              <a:ext cx="59982" cy="118129"/>
            </a:xfrm>
            <a:custGeom>
              <a:rect b="b" l="l" r="r" t="t"/>
              <a:pathLst>
                <a:path extrusionOk="0" h="4504" w="2287">
                  <a:moveTo>
                    <a:pt x="251" y="0"/>
                  </a:moveTo>
                  <a:cubicBezTo>
                    <a:pt x="111" y="0"/>
                    <a:pt x="1" y="111"/>
                    <a:pt x="5" y="250"/>
                  </a:cubicBezTo>
                  <a:lnTo>
                    <a:pt x="5" y="4504"/>
                  </a:lnTo>
                  <a:lnTo>
                    <a:pt x="2281" y="4504"/>
                  </a:lnTo>
                  <a:lnTo>
                    <a:pt x="2281" y="236"/>
                  </a:lnTo>
                  <a:cubicBezTo>
                    <a:pt x="2286" y="106"/>
                    <a:pt x="2180" y="0"/>
                    <a:pt x="20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87"/>
            <p:cNvSpPr/>
            <p:nvPr/>
          </p:nvSpPr>
          <p:spPr>
            <a:xfrm>
              <a:off x="1004663" y="2489307"/>
              <a:ext cx="59851" cy="118129"/>
            </a:xfrm>
            <a:custGeom>
              <a:rect b="b" l="l" r="r" t="t"/>
              <a:pathLst>
                <a:path extrusionOk="0" h="4504" w="2282">
                  <a:moveTo>
                    <a:pt x="251" y="0"/>
                  </a:moveTo>
                  <a:cubicBezTo>
                    <a:pt x="111" y="0"/>
                    <a:pt x="1" y="111"/>
                    <a:pt x="1" y="250"/>
                  </a:cubicBezTo>
                  <a:lnTo>
                    <a:pt x="1" y="4504"/>
                  </a:lnTo>
                  <a:lnTo>
                    <a:pt x="2281" y="4504"/>
                  </a:lnTo>
                  <a:lnTo>
                    <a:pt x="2281" y="250"/>
                  </a:lnTo>
                  <a:cubicBezTo>
                    <a:pt x="2281" y="111"/>
                    <a:pt x="2171" y="0"/>
                    <a:pt x="20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87"/>
            <p:cNvSpPr/>
            <p:nvPr/>
          </p:nvSpPr>
          <p:spPr>
            <a:xfrm>
              <a:off x="1004663" y="2607409"/>
              <a:ext cx="59851" cy="40285"/>
            </a:xfrm>
            <a:custGeom>
              <a:rect b="b" l="l" r="r" t="t"/>
              <a:pathLst>
                <a:path extrusionOk="0" h="1536" w="2282">
                  <a:moveTo>
                    <a:pt x="1" y="1"/>
                  </a:moveTo>
                  <a:lnTo>
                    <a:pt x="1" y="1286"/>
                  </a:lnTo>
                  <a:cubicBezTo>
                    <a:pt x="1" y="1425"/>
                    <a:pt x="111" y="1536"/>
                    <a:pt x="251" y="1536"/>
                  </a:cubicBezTo>
                  <a:lnTo>
                    <a:pt x="2031" y="1536"/>
                  </a:lnTo>
                  <a:cubicBezTo>
                    <a:pt x="2171" y="1536"/>
                    <a:pt x="2281" y="1425"/>
                    <a:pt x="2281" y="1286"/>
                  </a:cubicBezTo>
                  <a:lnTo>
                    <a:pt x="228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87"/>
            <p:cNvSpPr/>
            <p:nvPr/>
          </p:nvSpPr>
          <p:spPr>
            <a:xfrm>
              <a:off x="1111173" y="2489307"/>
              <a:ext cx="59851" cy="118129"/>
            </a:xfrm>
            <a:custGeom>
              <a:rect b="b" l="l" r="r" t="t"/>
              <a:pathLst>
                <a:path extrusionOk="0" h="4504" w="2282">
                  <a:moveTo>
                    <a:pt x="251" y="0"/>
                  </a:moveTo>
                  <a:cubicBezTo>
                    <a:pt x="111" y="0"/>
                    <a:pt x="1" y="111"/>
                    <a:pt x="1" y="250"/>
                  </a:cubicBezTo>
                  <a:lnTo>
                    <a:pt x="1" y="4504"/>
                  </a:lnTo>
                  <a:lnTo>
                    <a:pt x="2281" y="4504"/>
                  </a:lnTo>
                  <a:lnTo>
                    <a:pt x="2281" y="250"/>
                  </a:lnTo>
                  <a:cubicBezTo>
                    <a:pt x="2281" y="111"/>
                    <a:pt x="2171" y="0"/>
                    <a:pt x="20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87"/>
            <p:cNvSpPr/>
            <p:nvPr/>
          </p:nvSpPr>
          <p:spPr>
            <a:xfrm>
              <a:off x="1111173" y="2607409"/>
              <a:ext cx="59851" cy="40285"/>
            </a:xfrm>
            <a:custGeom>
              <a:rect b="b" l="l" r="r" t="t"/>
              <a:pathLst>
                <a:path extrusionOk="0" h="1536" w="2282">
                  <a:moveTo>
                    <a:pt x="1" y="1"/>
                  </a:moveTo>
                  <a:lnTo>
                    <a:pt x="1" y="1286"/>
                  </a:lnTo>
                  <a:cubicBezTo>
                    <a:pt x="1" y="1425"/>
                    <a:pt x="111" y="1536"/>
                    <a:pt x="251" y="1536"/>
                  </a:cubicBezTo>
                  <a:lnTo>
                    <a:pt x="2036" y="1536"/>
                  </a:lnTo>
                  <a:cubicBezTo>
                    <a:pt x="2171" y="1536"/>
                    <a:pt x="2281" y="1425"/>
                    <a:pt x="2281" y="1286"/>
                  </a:cubicBezTo>
                  <a:lnTo>
                    <a:pt x="228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87"/>
            <p:cNvSpPr/>
            <p:nvPr/>
          </p:nvSpPr>
          <p:spPr>
            <a:xfrm>
              <a:off x="868254" y="2449153"/>
              <a:ext cx="332670" cy="332696"/>
            </a:xfrm>
            <a:custGeom>
              <a:rect b="b" l="l" r="r" t="t"/>
              <a:pathLst>
                <a:path extrusionOk="0" h="12685" w="12684">
                  <a:moveTo>
                    <a:pt x="11558" y="376"/>
                  </a:moveTo>
                  <a:cubicBezTo>
                    <a:pt x="11972" y="376"/>
                    <a:pt x="12309" y="713"/>
                    <a:pt x="12309" y="1132"/>
                  </a:cubicBezTo>
                  <a:lnTo>
                    <a:pt x="12309" y="11559"/>
                  </a:lnTo>
                  <a:cubicBezTo>
                    <a:pt x="12309" y="11977"/>
                    <a:pt x="11972" y="12314"/>
                    <a:pt x="11558" y="12314"/>
                  </a:cubicBezTo>
                  <a:lnTo>
                    <a:pt x="8579" y="12314"/>
                  </a:lnTo>
                  <a:lnTo>
                    <a:pt x="8579" y="11126"/>
                  </a:lnTo>
                  <a:cubicBezTo>
                    <a:pt x="8579" y="11005"/>
                    <a:pt x="8487" y="10945"/>
                    <a:pt x="8394" y="10945"/>
                  </a:cubicBezTo>
                  <a:cubicBezTo>
                    <a:pt x="8302" y="10945"/>
                    <a:pt x="8209" y="11005"/>
                    <a:pt x="8209" y="11126"/>
                  </a:cubicBezTo>
                  <a:lnTo>
                    <a:pt x="8209" y="12314"/>
                  </a:lnTo>
                  <a:lnTo>
                    <a:pt x="4470" y="12314"/>
                  </a:lnTo>
                  <a:lnTo>
                    <a:pt x="4475" y="376"/>
                  </a:lnTo>
                  <a:lnTo>
                    <a:pt x="8209" y="376"/>
                  </a:lnTo>
                  <a:lnTo>
                    <a:pt x="8209" y="10158"/>
                  </a:lnTo>
                  <a:cubicBezTo>
                    <a:pt x="8209" y="10279"/>
                    <a:pt x="8303" y="10339"/>
                    <a:pt x="8397" y="10339"/>
                  </a:cubicBezTo>
                  <a:cubicBezTo>
                    <a:pt x="8490" y="10339"/>
                    <a:pt x="8584" y="10279"/>
                    <a:pt x="8584" y="10158"/>
                  </a:cubicBezTo>
                  <a:lnTo>
                    <a:pt x="8584" y="376"/>
                  </a:lnTo>
                  <a:close/>
                  <a:moveTo>
                    <a:pt x="1126" y="1"/>
                  </a:moveTo>
                  <a:cubicBezTo>
                    <a:pt x="505" y="6"/>
                    <a:pt x="0" y="506"/>
                    <a:pt x="0" y="1132"/>
                  </a:cubicBezTo>
                  <a:lnTo>
                    <a:pt x="0" y="2556"/>
                  </a:lnTo>
                  <a:cubicBezTo>
                    <a:pt x="0" y="2676"/>
                    <a:pt x="93" y="2736"/>
                    <a:pt x="185" y="2736"/>
                  </a:cubicBezTo>
                  <a:cubicBezTo>
                    <a:pt x="278" y="2736"/>
                    <a:pt x="371" y="2676"/>
                    <a:pt x="371" y="2556"/>
                  </a:cubicBezTo>
                  <a:lnTo>
                    <a:pt x="371" y="1132"/>
                  </a:lnTo>
                  <a:cubicBezTo>
                    <a:pt x="371" y="713"/>
                    <a:pt x="712" y="376"/>
                    <a:pt x="1126" y="376"/>
                  </a:cubicBezTo>
                  <a:lnTo>
                    <a:pt x="4100" y="376"/>
                  </a:lnTo>
                  <a:lnTo>
                    <a:pt x="4100" y="12314"/>
                  </a:lnTo>
                  <a:lnTo>
                    <a:pt x="1126" y="12314"/>
                  </a:lnTo>
                  <a:cubicBezTo>
                    <a:pt x="712" y="12314"/>
                    <a:pt x="371" y="11977"/>
                    <a:pt x="371" y="11559"/>
                  </a:cubicBezTo>
                  <a:lnTo>
                    <a:pt x="371" y="3595"/>
                  </a:lnTo>
                  <a:cubicBezTo>
                    <a:pt x="371" y="3475"/>
                    <a:pt x="278" y="3415"/>
                    <a:pt x="185" y="3415"/>
                  </a:cubicBezTo>
                  <a:cubicBezTo>
                    <a:pt x="93" y="3415"/>
                    <a:pt x="0" y="3475"/>
                    <a:pt x="0" y="3595"/>
                  </a:cubicBezTo>
                  <a:lnTo>
                    <a:pt x="0" y="11559"/>
                  </a:lnTo>
                  <a:cubicBezTo>
                    <a:pt x="0" y="12179"/>
                    <a:pt x="505" y="12685"/>
                    <a:pt x="1126" y="12685"/>
                  </a:cubicBezTo>
                  <a:lnTo>
                    <a:pt x="11558" y="12685"/>
                  </a:lnTo>
                  <a:cubicBezTo>
                    <a:pt x="12179" y="12685"/>
                    <a:pt x="12679" y="12179"/>
                    <a:pt x="12684" y="11559"/>
                  </a:cubicBezTo>
                  <a:lnTo>
                    <a:pt x="12684" y="1132"/>
                  </a:lnTo>
                  <a:cubicBezTo>
                    <a:pt x="12679" y="506"/>
                    <a:pt x="12179" y="6"/>
                    <a:pt x="11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87"/>
            <p:cNvSpPr/>
            <p:nvPr/>
          </p:nvSpPr>
          <p:spPr>
            <a:xfrm>
              <a:off x="905969" y="2706995"/>
              <a:ext cx="48626" cy="41649"/>
            </a:xfrm>
            <a:custGeom>
              <a:rect b="b" l="l" r="r" t="t"/>
              <a:pathLst>
                <a:path extrusionOk="0" h="1588" w="1854">
                  <a:moveTo>
                    <a:pt x="790" y="371"/>
                  </a:moveTo>
                  <a:cubicBezTo>
                    <a:pt x="1026" y="371"/>
                    <a:pt x="1213" y="558"/>
                    <a:pt x="1213" y="794"/>
                  </a:cubicBezTo>
                  <a:cubicBezTo>
                    <a:pt x="1213" y="1048"/>
                    <a:pt x="1006" y="1216"/>
                    <a:pt x="790" y="1216"/>
                  </a:cubicBezTo>
                  <a:cubicBezTo>
                    <a:pt x="687" y="1216"/>
                    <a:pt x="582" y="1178"/>
                    <a:pt x="496" y="1093"/>
                  </a:cubicBezTo>
                  <a:cubicBezTo>
                    <a:pt x="227" y="823"/>
                    <a:pt x="415" y="371"/>
                    <a:pt x="790" y="371"/>
                  </a:cubicBezTo>
                  <a:close/>
                  <a:moveTo>
                    <a:pt x="790" y="0"/>
                  </a:moveTo>
                  <a:cubicBezTo>
                    <a:pt x="352" y="0"/>
                    <a:pt x="1" y="356"/>
                    <a:pt x="1" y="794"/>
                  </a:cubicBezTo>
                  <a:cubicBezTo>
                    <a:pt x="1" y="1272"/>
                    <a:pt x="390" y="1587"/>
                    <a:pt x="796" y="1587"/>
                  </a:cubicBezTo>
                  <a:cubicBezTo>
                    <a:pt x="991" y="1587"/>
                    <a:pt x="1191" y="1515"/>
                    <a:pt x="1353" y="1352"/>
                  </a:cubicBezTo>
                  <a:cubicBezTo>
                    <a:pt x="1853" y="852"/>
                    <a:pt x="1497" y="0"/>
                    <a:pt x="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87"/>
            <p:cNvSpPr/>
            <p:nvPr/>
          </p:nvSpPr>
          <p:spPr>
            <a:xfrm>
              <a:off x="1006813" y="2706995"/>
              <a:ext cx="48600" cy="41623"/>
            </a:xfrm>
            <a:custGeom>
              <a:rect b="b" l="l" r="r" t="t"/>
              <a:pathLst>
                <a:path extrusionOk="0" h="1587" w="1853">
                  <a:moveTo>
                    <a:pt x="1057" y="369"/>
                  </a:moveTo>
                  <a:cubicBezTo>
                    <a:pt x="1272" y="369"/>
                    <a:pt x="1478" y="536"/>
                    <a:pt x="1478" y="789"/>
                  </a:cubicBezTo>
                  <a:cubicBezTo>
                    <a:pt x="1482" y="1025"/>
                    <a:pt x="1290" y="1213"/>
                    <a:pt x="1059" y="1213"/>
                  </a:cubicBezTo>
                  <a:cubicBezTo>
                    <a:pt x="684" y="1213"/>
                    <a:pt x="496" y="761"/>
                    <a:pt x="761" y="496"/>
                  </a:cubicBezTo>
                  <a:cubicBezTo>
                    <a:pt x="847" y="408"/>
                    <a:pt x="953" y="369"/>
                    <a:pt x="1057" y="369"/>
                  </a:cubicBezTo>
                  <a:close/>
                  <a:moveTo>
                    <a:pt x="1059" y="0"/>
                  </a:moveTo>
                  <a:cubicBezTo>
                    <a:pt x="352" y="0"/>
                    <a:pt x="0" y="852"/>
                    <a:pt x="501" y="1352"/>
                  </a:cubicBezTo>
                  <a:cubicBezTo>
                    <a:pt x="661" y="1514"/>
                    <a:pt x="859" y="1586"/>
                    <a:pt x="1053" y="1586"/>
                  </a:cubicBezTo>
                  <a:cubicBezTo>
                    <a:pt x="1461" y="1586"/>
                    <a:pt x="1853" y="1270"/>
                    <a:pt x="1853" y="794"/>
                  </a:cubicBezTo>
                  <a:cubicBezTo>
                    <a:pt x="1848" y="356"/>
                    <a:pt x="1497"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87"/>
            <p:cNvSpPr/>
            <p:nvPr/>
          </p:nvSpPr>
          <p:spPr>
            <a:xfrm>
              <a:off x="1113323" y="2706995"/>
              <a:ext cx="48626" cy="41623"/>
            </a:xfrm>
            <a:custGeom>
              <a:rect b="b" l="l" r="r" t="t"/>
              <a:pathLst>
                <a:path extrusionOk="0" h="1587" w="1854">
                  <a:moveTo>
                    <a:pt x="1059" y="369"/>
                  </a:moveTo>
                  <a:cubicBezTo>
                    <a:pt x="1275" y="369"/>
                    <a:pt x="1483" y="536"/>
                    <a:pt x="1483" y="789"/>
                  </a:cubicBezTo>
                  <a:cubicBezTo>
                    <a:pt x="1483" y="1025"/>
                    <a:pt x="1295" y="1213"/>
                    <a:pt x="1059" y="1213"/>
                  </a:cubicBezTo>
                  <a:cubicBezTo>
                    <a:pt x="684" y="1213"/>
                    <a:pt x="496" y="761"/>
                    <a:pt x="761" y="496"/>
                  </a:cubicBezTo>
                  <a:cubicBezTo>
                    <a:pt x="847" y="408"/>
                    <a:pt x="954" y="369"/>
                    <a:pt x="1059" y="369"/>
                  </a:cubicBezTo>
                  <a:close/>
                  <a:moveTo>
                    <a:pt x="1059" y="0"/>
                  </a:moveTo>
                  <a:cubicBezTo>
                    <a:pt x="352" y="0"/>
                    <a:pt x="1" y="852"/>
                    <a:pt x="496" y="1352"/>
                  </a:cubicBezTo>
                  <a:cubicBezTo>
                    <a:pt x="658" y="1514"/>
                    <a:pt x="856" y="1586"/>
                    <a:pt x="1051" y="1586"/>
                  </a:cubicBezTo>
                  <a:cubicBezTo>
                    <a:pt x="1459" y="1586"/>
                    <a:pt x="1850" y="1270"/>
                    <a:pt x="1853" y="794"/>
                  </a:cubicBezTo>
                  <a:cubicBezTo>
                    <a:pt x="1848" y="356"/>
                    <a:pt x="1497"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87"/>
            <p:cNvSpPr/>
            <p:nvPr/>
          </p:nvSpPr>
          <p:spPr>
            <a:xfrm>
              <a:off x="910637" y="2514407"/>
              <a:ext cx="32207" cy="9862"/>
            </a:xfrm>
            <a:custGeom>
              <a:rect b="b" l="l" r="r" t="t"/>
              <a:pathLst>
                <a:path extrusionOk="0" h="376" w="1228">
                  <a:moveTo>
                    <a:pt x="241" y="1"/>
                  </a:moveTo>
                  <a:cubicBezTo>
                    <a:pt x="1" y="5"/>
                    <a:pt x="1" y="376"/>
                    <a:pt x="241" y="376"/>
                  </a:cubicBezTo>
                  <a:lnTo>
                    <a:pt x="987" y="376"/>
                  </a:lnTo>
                  <a:cubicBezTo>
                    <a:pt x="1228" y="376"/>
                    <a:pt x="1228" y="1"/>
                    <a:pt x="9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87"/>
            <p:cNvSpPr/>
            <p:nvPr/>
          </p:nvSpPr>
          <p:spPr>
            <a:xfrm>
              <a:off x="910637" y="2543441"/>
              <a:ext cx="32207" cy="9730"/>
            </a:xfrm>
            <a:custGeom>
              <a:rect b="b" l="l" r="r" t="t"/>
              <a:pathLst>
                <a:path extrusionOk="0" h="371" w="1228">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87"/>
            <p:cNvSpPr/>
            <p:nvPr/>
          </p:nvSpPr>
          <p:spPr>
            <a:xfrm>
              <a:off x="910637" y="2572343"/>
              <a:ext cx="32207" cy="9730"/>
            </a:xfrm>
            <a:custGeom>
              <a:rect b="b" l="l" r="r" t="t"/>
              <a:pathLst>
                <a:path extrusionOk="0" h="371" w="1228">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87"/>
            <p:cNvSpPr/>
            <p:nvPr/>
          </p:nvSpPr>
          <p:spPr>
            <a:xfrm>
              <a:off x="891963" y="2484376"/>
              <a:ext cx="69555" cy="168118"/>
            </a:xfrm>
            <a:custGeom>
              <a:rect b="b" l="l" r="r" t="t"/>
              <a:pathLst>
                <a:path extrusionOk="0" h="6410" w="2652">
                  <a:moveTo>
                    <a:pt x="2281" y="376"/>
                  </a:moveTo>
                  <a:lnTo>
                    <a:pt x="2281" y="4504"/>
                  </a:lnTo>
                  <a:lnTo>
                    <a:pt x="371" y="4504"/>
                  </a:lnTo>
                  <a:lnTo>
                    <a:pt x="371" y="376"/>
                  </a:lnTo>
                  <a:close/>
                  <a:moveTo>
                    <a:pt x="2281" y="4879"/>
                  </a:moveTo>
                  <a:lnTo>
                    <a:pt x="2281" y="6044"/>
                  </a:lnTo>
                  <a:lnTo>
                    <a:pt x="371" y="6039"/>
                  </a:lnTo>
                  <a:lnTo>
                    <a:pt x="371" y="4879"/>
                  </a:lnTo>
                  <a:close/>
                  <a:moveTo>
                    <a:pt x="188" y="0"/>
                  </a:moveTo>
                  <a:cubicBezTo>
                    <a:pt x="83" y="0"/>
                    <a:pt x="1" y="87"/>
                    <a:pt x="1" y="188"/>
                  </a:cubicBezTo>
                  <a:lnTo>
                    <a:pt x="1" y="6227"/>
                  </a:lnTo>
                  <a:cubicBezTo>
                    <a:pt x="1" y="6328"/>
                    <a:pt x="83" y="6410"/>
                    <a:pt x="188" y="6410"/>
                  </a:cubicBezTo>
                  <a:lnTo>
                    <a:pt x="2464" y="6410"/>
                  </a:lnTo>
                  <a:cubicBezTo>
                    <a:pt x="2467" y="6410"/>
                    <a:pt x="2470" y="6410"/>
                    <a:pt x="2473" y="6410"/>
                  </a:cubicBezTo>
                  <a:cubicBezTo>
                    <a:pt x="2574" y="6410"/>
                    <a:pt x="2652" y="6325"/>
                    <a:pt x="2652" y="6227"/>
                  </a:cubicBezTo>
                  <a:lnTo>
                    <a:pt x="2652" y="188"/>
                  </a:lnTo>
                  <a:cubicBezTo>
                    <a:pt x="2652" y="87"/>
                    <a:pt x="2570"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87"/>
            <p:cNvSpPr/>
            <p:nvPr/>
          </p:nvSpPr>
          <p:spPr>
            <a:xfrm>
              <a:off x="999863" y="2484507"/>
              <a:ext cx="69450" cy="167987"/>
            </a:xfrm>
            <a:custGeom>
              <a:rect b="b" l="l" r="r" t="t"/>
              <a:pathLst>
                <a:path extrusionOk="0" h="6405" w="2648">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5" y="6405"/>
                    <a:pt x="2647" y="6323"/>
                    <a:pt x="2647" y="6222"/>
                  </a:cubicBezTo>
                  <a:lnTo>
                    <a:pt x="2647" y="183"/>
                  </a:lnTo>
                  <a:cubicBezTo>
                    <a:pt x="2647" y="82"/>
                    <a:pt x="2565"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87"/>
            <p:cNvSpPr/>
            <p:nvPr/>
          </p:nvSpPr>
          <p:spPr>
            <a:xfrm>
              <a:off x="1106373" y="2484507"/>
              <a:ext cx="69582" cy="167987"/>
            </a:xfrm>
            <a:custGeom>
              <a:rect b="b" l="l" r="r" t="t"/>
              <a:pathLst>
                <a:path extrusionOk="0" h="6405" w="2653">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6" y="6405"/>
                    <a:pt x="2652" y="6323"/>
                    <a:pt x="2652" y="6222"/>
                  </a:cubicBezTo>
                  <a:lnTo>
                    <a:pt x="2652" y="183"/>
                  </a:lnTo>
                  <a:cubicBezTo>
                    <a:pt x="2647" y="82"/>
                    <a:pt x="2566"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87"/>
            <p:cNvSpPr/>
            <p:nvPr/>
          </p:nvSpPr>
          <p:spPr>
            <a:xfrm>
              <a:off x="1125047" y="2514407"/>
              <a:ext cx="32102" cy="9862"/>
            </a:xfrm>
            <a:custGeom>
              <a:rect b="b" l="l" r="r" t="t"/>
              <a:pathLst>
                <a:path extrusionOk="0" h="376" w="1224">
                  <a:moveTo>
                    <a:pt x="242" y="1"/>
                  </a:moveTo>
                  <a:cubicBezTo>
                    <a:pt x="1" y="5"/>
                    <a:pt x="1" y="376"/>
                    <a:pt x="242" y="376"/>
                  </a:cubicBezTo>
                  <a:lnTo>
                    <a:pt x="983" y="376"/>
                  </a:lnTo>
                  <a:cubicBezTo>
                    <a:pt x="1223" y="376"/>
                    <a:pt x="1223" y="1"/>
                    <a:pt x="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87"/>
            <p:cNvSpPr/>
            <p:nvPr/>
          </p:nvSpPr>
          <p:spPr>
            <a:xfrm>
              <a:off x="1125047" y="2543441"/>
              <a:ext cx="32102" cy="9730"/>
            </a:xfrm>
            <a:custGeom>
              <a:rect b="b" l="l" r="r" t="t"/>
              <a:pathLst>
                <a:path extrusionOk="0" h="371" w="1224">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87"/>
            <p:cNvSpPr/>
            <p:nvPr/>
          </p:nvSpPr>
          <p:spPr>
            <a:xfrm>
              <a:off x="1125047" y="2572343"/>
              <a:ext cx="32102" cy="9730"/>
            </a:xfrm>
            <a:custGeom>
              <a:rect b="b" l="l" r="r" t="t"/>
              <a:pathLst>
                <a:path extrusionOk="0" h="371" w="1224">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87"/>
            <p:cNvSpPr/>
            <p:nvPr/>
          </p:nvSpPr>
          <p:spPr>
            <a:xfrm>
              <a:off x="1018537" y="2514407"/>
              <a:ext cx="32102" cy="9862"/>
            </a:xfrm>
            <a:custGeom>
              <a:rect b="b" l="l" r="r" t="t"/>
              <a:pathLst>
                <a:path extrusionOk="0" h="376" w="1224">
                  <a:moveTo>
                    <a:pt x="241" y="1"/>
                  </a:moveTo>
                  <a:cubicBezTo>
                    <a:pt x="1" y="5"/>
                    <a:pt x="1" y="376"/>
                    <a:pt x="241" y="376"/>
                  </a:cubicBezTo>
                  <a:lnTo>
                    <a:pt x="982" y="376"/>
                  </a:lnTo>
                  <a:cubicBezTo>
                    <a:pt x="1223" y="376"/>
                    <a:pt x="1223" y="1"/>
                    <a:pt x="9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87"/>
            <p:cNvSpPr/>
            <p:nvPr/>
          </p:nvSpPr>
          <p:spPr>
            <a:xfrm>
              <a:off x="1018537" y="2543441"/>
              <a:ext cx="32102" cy="9730"/>
            </a:xfrm>
            <a:custGeom>
              <a:rect b="b" l="l" r="r" t="t"/>
              <a:pathLst>
                <a:path extrusionOk="0" h="371" w="1224">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87"/>
            <p:cNvSpPr/>
            <p:nvPr/>
          </p:nvSpPr>
          <p:spPr>
            <a:xfrm>
              <a:off x="1018537" y="2572343"/>
              <a:ext cx="32102" cy="9730"/>
            </a:xfrm>
            <a:custGeom>
              <a:rect b="b" l="l" r="r" t="t"/>
              <a:pathLst>
                <a:path extrusionOk="0" h="371" w="1224">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2" name="Google Shape;15392;p87"/>
          <p:cNvGrpSpPr/>
          <p:nvPr/>
        </p:nvGrpSpPr>
        <p:grpSpPr>
          <a:xfrm>
            <a:off x="3140473" y="4357544"/>
            <a:ext cx="289158" cy="252938"/>
            <a:chOff x="3140473" y="4357544"/>
            <a:chExt cx="289158" cy="252938"/>
          </a:xfrm>
        </p:grpSpPr>
        <p:sp>
          <p:nvSpPr>
            <p:cNvPr id="15393" name="Google Shape;15393;p87"/>
            <p:cNvSpPr/>
            <p:nvPr/>
          </p:nvSpPr>
          <p:spPr>
            <a:xfrm>
              <a:off x="3144774" y="4425185"/>
              <a:ext cx="280687" cy="181127"/>
            </a:xfrm>
            <a:custGeom>
              <a:rect b="b" l="l" r="r" t="t"/>
              <a:pathLst>
                <a:path extrusionOk="0" h="6906" w="10702">
                  <a:moveTo>
                    <a:pt x="347" y="1"/>
                  </a:moveTo>
                  <a:cubicBezTo>
                    <a:pt x="154" y="1"/>
                    <a:pt x="0" y="155"/>
                    <a:pt x="0" y="347"/>
                  </a:cubicBezTo>
                  <a:lnTo>
                    <a:pt x="0" y="6559"/>
                  </a:lnTo>
                  <a:cubicBezTo>
                    <a:pt x="0" y="6752"/>
                    <a:pt x="154" y="6906"/>
                    <a:pt x="347" y="6906"/>
                  </a:cubicBezTo>
                  <a:lnTo>
                    <a:pt x="10355" y="6906"/>
                  </a:lnTo>
                  <a:cubicBezTo>
                    <a:pt x="10547" y="6906"/>
                    <a:pt x="10701" y="6747"/>
                    <a:pt x="10701" y="6559"/>
                  </a:cubicBezTo>
                  <a:lnTo>
                    <a:pt x="10701" y="347"/>
                  </a:lnTo>
                  <a:cubicBezTo>
                    <a:pt x="10701" y="155"/>
                    <a:pt x="10543" y="1"/>
                    <a:pt x="10355"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87"/>
            <p:cNvSpPr/>
            <p:nvPr/>
          </p:nvSpPr>
          <p:spPr>
            <a:xfrm>
              <a:off x="3144774" y="4425185"/>
              <a:ext cx="280687" cy="13533"/>
            </a:xfrm>
            <a:custGeom>
              <a:rect b="b" l="l" r="r" t="t"/>
              <a:pathLst>
                <a:path extrusionOk="0" h="516" w="10702">
                  <a:moveTo>
                    <a:pt x="347" y="1"/>
                  </a:moveTo>
                  <a:cubicBezTo>
                    <a:pt x="154" y="1"/>
                    <a:pt x="0" y="155"/>
                    <a:pt x="0" y="347"/>
                  </a:cubicBezTo>
                  <a:lnTo>
                    <a:pt x="0" y="516"/>
                  </a:lnTo>
                  <a:lnTo>
                    <a:pt x="10701" y="516"/>
                  </a:lnTo>
                  <a:lnTo>
                    <a:pt x="10701" y="347"/>
                  </a:lnTo>
                  <a:cubicBezTo>
                    <a:pt x="10701" y="155"/>
                    <a:pt x="10547" y="1"/>
                    <a:pt x="10355"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87"/>
            <p:cNvSpPr/>
            <p:nvPr/>
          </p:nvSpPr>
          <p:spPr>
            <a:xfrm>
              <a:off x="3171894" y="4461405"/>
              <a:ext cx="90511" cy="117657"/>
            </a:xfrm>
            <a:custGeom>
              <a:rect b="b" l="l" r="r" t="t"/>
              <a:pathLst>
                <a:path extrusionOk="0" h="4486" w="3451">
                  <a:moveTo>
                    <a:pt x="174" y="1"/>
                  </a:moveTo>
                  <a:cubicBezTo>
                    <a:pt x="78" y="1"/>
                    <a:pt x="1" y="78"/>
                    <a:pt x="1" y="174"/>
                  </a:cubicBezTo>
                  <a:lnTo>
                    <a:pt x="1" y="4312"/>
                  </a:lnTo>
                  <a:cubicBezTo>
                    <a:pt x="1" y="4408"/>
                    <a:pt x="78" y="4485"/>
                    <a:pt x="174" y="4485"/>
                  </a:cubicBezTo>
                  <a:lnTo>
                    <a:pt x="3282" y="4485"/>
                  </a:lnTo>
                  <a:cubicBezTo>
                    <a:pt x="3374" y="4485"/>
                    <a:pt x="3451" y="4408"/>
                    <a:pt x="3451" y="4312"/>
                  </a:cubicBezTo>
                  <a:lnTo>
                    <a:pt x="3451" y="174"/>
                  </a:lnTo>
                  <a:cubicBezTo>
                    <a:pt x="3451" y="78"/>
                    <a:pt x="3374" y="1"/>
                    <a:pt x="3282"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87"/>
            <p:cNvSpPr/>
            <p:nvPr/>
          </p:nvSpPr>
          <p:spPr>
            <a:xfrm>
              <a:off x="3289629" y="4461405"/>
              <a:ext cx="108582" cy="18071"/>
            </a:xfrm>
            <a:custGeom>
              <a:rect b="b" l="l" r="r" t="t"/>
              <a:pathLst>
                <a:path extrusionOk="0" h="689" w="4140">
                  <a:moveTo>
                    <a:pt x="169" y="1"/>
                  </a:moveTo>
                  <a:cubicBezTo>
                    <a:pt x="78" y="1"/>
                    <a:pt x="1" y="78"/>
                    <a:pt x="1" y="174"/>
                  </a:cubicBezTo>
                  <a:lnTo>
                    <a:pt x="1" y="516"/>
                  </a:lnTo>
                  <a:cubicBezTo>
                    <a:pt x="1" y="612"/>
                    <a:pt x="78" y="689"/>
                    <a:pt x="169" y="689"/>
                  </a:cubicBezTo>
                  <a:lnTo>
                    <a:pt x="3966" y="689"/>
                  </a:lnTo>
                  <a:cubicBezTo>
                    <a:pt x="4062" y="689"/>
                    <a:pt x="4139" y="612"/>
                    <a:pt x="4139" y="516"/>
                  </a:cubicBezTo>
                  <a:lnTo>
                    <a:pt x="4139" y="174"/>
                  </a:lnTo>
                  <a:cubicBezTo>
                    <a:pt x="4139" y="78"/>
                    <a:pt x="4062" y="1"/>
                    <a:pt x="3966" y="1"/>
                  </a:cubicBezTo>
                  <a:close/>
                </a:path>
              </a:pathLst>
            </a:custGeom>
            <a:solidFill>
              <a:srgbClr val="CF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87"/>
            <p:cNvSpPr/>
            <p:nvPr/>
          </p:nvSpPr>
          <p:spPr>
            <a:xfrm>
              <a:off x="3289629" y="4497625"/>
              <a:ext cx="81436" cy="18071"/>
            </a:xfrm>
            <a:custGeom>
              <a:rect b="b" l="l" r="r" t="t"/>
              <a:pathLst>
                <a:path extrusionOk="0" h="689" w="3105">
                  <a:moveTo>
                    <a:pt x="169" y="1"/>
                  </a:moveTo>
                  <a:cubicBezTo>
                    <a:pt x="78" y="1"/>
                    <a:pt x="1" y="78"/>
                    <a:pt x="1" y="174"/>
                  </a:cubicBezTo>
                  <a:lnTo>
                    <a:pt x="1" y="516"/>
                  </a:lnTo>
                  <a:cubicBezTo>
                    <a:pt x="1" y="612"/>
                    <a:pt x="78" y="689"/>
                    <a:pt x="169" y="689"/>
                  </a:cubicBezTo>
                  <a:lnTo>
                    <a:pt x="2931" y="689"/>
                  </a:lnTo>
                  <a:cubicBezTo>
                    <a:pt x="3028" y="689"/>
                    <a:pt x="3105" y="612"/>
                    <a:pt x="3105" y="521"/>
                  </a:cubicBezTo>
                  <a:lnTo>
                    <a:pt x="3105" y="174"/>
                  </a:lnTo>
                  <a:cubicBezTo>
                    <a:pt x="3105" y="78"/>
                    <a:pt x="3028" y="1"/>
                    <a:pt x="293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87"/>
            <p:cNvSpPr/>
            <p:nvPr/>
          </p:nvSpPr>
          <p:spPr>
            <a:xfrm>
              <a:off x="3262378" y="4361846"/>
              <a:ext cx="45347" cy="81410"/>
            </a:xfrm>
            <a:custGeom>
              <a:rect b="b" l="l" r="r" t="t"/>
              <a:pathLst>
                <a:path extrusionOk="0" h="3104" w="1729">
                  <a:moveTo>
                    <a:pt x="1" y="0"/>
                  </a:moveTo>
                  <a:lnTo>
                    <a:pt x="347" y="3104"/>
                  </a:lnTo>
                  <a:lnTo>
                    <a:pt x="1382" y="3104"/>
                  </a:lnTo>
                  <a:lnTo>
                    <a:pt x="1728" y="0"/>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87"/>
            <p:cNvSpPr/>
            <p:nvPr/>
          </p:nvSpPr>
          <p:spPr>
            <a:xfrm>
              <a:off x="3189938" y="4520233"/>
              <a:ext cx="54422" cy="58828"/>
            </a:xfrm>
            <a:custGeom>
              <a:rect b="b" l="l" r="r" t="t"/>
              <a:pathLst>
                <a:path extrusionOk="0" h="2243" w="2075">
                  <a:moveTo>
                    <a:pt x="694" y="0"/>
                  </a:moveTo>
                  <a:lnTo>
                    <a:pt x="694" y="347"/>
                  </a:lnTo>
                  <a:cubicBezTo>
                    <a:pt x="694" y="409"/>
                    <a:pt x="655" y="472"/>
                    <a:pt x="597" y="501"/>
                  </a:cubicBezTo>
                  <a:lnTo>
                    <a:pt x="193" y="703"/>
                  </a:lnTo>
                  <a:cubicBezTo>
                    <a:pt x="78" y="760"/>
                    <a:pt x="1" y="881"/>
                    <a:pt x="1" y="1011"/>
                  </a:cubicBezTo>
                  <a:lnTo>
                    <a:pt x="1" y="2242"/>
                  </a:lnTo>
                  <a:lnTo>
                    <a:pt x="2075" y="2242"/>
                  </a:lnTo>
                  <a:lnTo>
                    <a:pt x="2075" y="1011"/>
                  </a:lnTo>
                  <a:cubicBezTo>
                    <a:pt x="2075" y="881"/>
                    <a:pt x="1998" y="760"/>
                    <a:pt x="1882" y="703"/>
                  </a:cubicBezTo>
                  <a:lnTo>
                    <a:pt x="1478" y="501"/>
                  </a:lnTo>
                  <a:cubicBezTo>
                    <a:pt x="1420" y="472"/>
                    <a:pt x="1382" y="409"/>
                    <a:pt x="1382" y="347"/>
                  </a:cubicBezTo>
                  <a:lnTo>
                    <a:pt x="1382" y="0"/>
                  </a:lnTo>
                  <a:close/>
                </a:path>
              </a:pathLst>
            </a:custGeom>
            <a:solidFill>
              <a:srgbClr val="CC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87"/>
            <p:cNvSpPr/>
            <p:nvPr/>
          </p:nvSpPr>
          <p:spPr>
            <a:xfrm>
              <a:off x="3190069" y="4534475"/>
              <a:ext cx="54291" cy="44587"/>
            </a:xfrm>
            <a:custGeom>
              <a:rect b="b" l="l" r="r" t="t"/>
              <a:pathLst>
                <a:path extrusionOk="0" h="1700" w="2070">
                  <a:moveTo>
                    <a:pt x="506" y="1"/>
                  </a:moveTo>
                  <a:lnTo>
                    <a:pt x="188" y="160"/>
                  </a:lnTo>
                  <a:cubicBezTo>
                    <a:pt x="73" y="217"/>
                    <a:pt x="1" y="338"/>
                    <a:pt x="1" y="468"/>
                  </a:cubicBezTo>
                  <a:lnTo>
                    <a:pt x="1" y="1699"/>
                  </a:lnTo>
                  <a:lnTo>
                    <a:pt x="2070" y="1699"/>
                  </a:lnTo>
                  <a:lnTo>
                    <a:pt x="2070" y="468"/>
                  </a:lnTo>
                  <a:cubicBezTo>
                    <a:pt x="2070" y="338"/>
                    <a:pt x="1997" y="217"/>
                    <a:pt x="1877" y="160"/>
                  </a:cubicBezTo>
                  <a:lnTo>
                    <a:pt x="1564" y="1"/>
                  </a:lnTo>
                  <a:cubicBezTo>
                    <a:pt x="1439" y="155"/>
                    <a:pt x="1247" y="492"/>
                    <a:pt x="1035" y="492"/>
                  </a:cubicBezTo>
                  <a:cubicBezTo>
                    <a:pt x="818" y="492"/>
                    <a:pt x="631" y="155"/>
                    <a:pt x="5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87"/>
            <p:cNvSpPr/>
            <p:nvPr/>
          </p:nvSpPr>
          <p:spPr>
            <a:xfrm>
              <a:off x="3190069" y="4542553"/>
              <a:ext cx="13533" cy="36509"/>
            </a:xfrm>
            <a:custGeom>
              <a:rect b="b" l="l" r="r" t="t"/>
              <a:pathLst>
                <a:path extrusionOk="0" h="1392" w="516">
                  <a:moveTo>
                    <a:pt x="39" y="1"/>
                  </a:moveTo>
                  <a:cubicBezTo>
                    <a:pt x="15" y="49"/>
                    <a:pt x="1" y="102"/>
                    <a:pt x="1" y="160"/>
                  </a:cubicBezTo>
                  <a:lnTo>
                    <a:pt x="1" y="1391"/>
                  </a:lnTo>
                  <a:lnTo>
                    <a:pt x="515" y="1391"/>
                  </a:lnTo>
                  <a:lnTo>
                    <a:pt x="515" y="530"/>
                  </a:lnTo>
                  <a:cubicBezTo>
                    <a:pt x="515" y="419"/>
                    <a:pt x="462" y="318"/>
                    <a:pt x="376" y="256"/>
                  </a:cubicBezTo>
                  <a:lnTo>
                    <a:pt x="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87"/>
            <p:cNvSpPr/>
            <p:nvPr/>
          </p:nvSpPr>
          <p:spPr>
            <a:xfrm>
              <a:off x="3230696" y="4542553"/>
              <a:ext cx="13665" cy="36509"/>
            </a:xfrm>
            <a:custGeom>
              <a:rect b="b" l="l" r="r" t="t"/>
              <a:pathLst>
                <a:path extrusionOk="0" h="1392" w="521">
                  <a:moveTo>
                    <a:pt x="477" y="1"/>
                  </a:moveTo>
                  <a:lnTo>
                    <a:pt x="140" y="256"/>
                  </a:lnTo>
                  <a:cubicBezTo>
                    <a:pt x="54" y="318"/>
                    <a:pt x="1" y="419"/>
                    <a:pt x="1" y="530"/>
                  </a:cubicBezTo>
                  <a:lnTo>
                    <a:pt x="1" y="1391"/>
                  </a:lnTo>
                  <a:lnTo>
                    <a:pt x="521" y="1391"/>
                  </a:lnTo>
                  <a:lnTo>
                    <a:pt x="521" y="160"/>
                  </a:lnTo>
                  <a:cubicBezTo>
                    <a:pt x="521" y="102"/>
                    <a:pt x="506" y="49"/>
                    <a:pt x="477"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87"/>
            <p:cNvSpPr/>
            <p:nvPr/>
          </p:nvSpPr>
          <p:spPr>
            <a:xfrm>
              <a:off x="3199039" y="4484013"/>
              <a:ext cx="36246" cy="40784"/>
            </a:xfrm>
            <a:custGeom>
              <a:rect b="b" l="l" r="r" t="t"/>
              <a:pathLst>
                <a:path extrusionOk="0" h="1555" w="1382">
                  <a:moveTo>
                    <a:pt x="520" y="0"/>
                  </a:moveTo>
                  <a:cubicBezTo>
                    <a:pt x="231" y="0"/>
                    <a:pt x="0" y="231"/>
                    <a:pt x="0" y="520"/>
                  </a:cubicBezTo>
                  <a:lnTo>
                    <a:pt x="0" y="862"/>
                  </a:lnTo>
                  <a:cubicBezTo>
                    <a:pt x="0" y="1246"/>
                    <a:pt x="308" y="1554"/>
                    <a:pt x="693" y="1554"/>
                  </a:cubicBezTo>
                  <a:cubicBezTo>
                    <a:pt x="1073" y="1554"/>
                    <a:pt x="1381" y="1246"/>
                    <a:pt x="1381" y="862"/>
                  </a:cubicBezTo>
                  <a:lnTo>
                    <a:pt x="1381" y="520"/>
                  </a:lnTo>
                  <a:cubicBezTo>
                    <a:pt x="1381" y="231"/>
                    <a:pt x="1150" y="0"/>
                    <a:pt x="866" y="0"/>
                  </a:cubicBezTo>
                  <a:close/>
                </a:path>
              </a:pathLst>
            </a:custGeom>
            <a:solidFill>
              <a:srgbClr val="D6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87"/>
            <p:cNvSpPr/>
            <p:nvPr/>
          </p:nvSpPr>
          <p:spPr>
            <a:xfrm>
              <a:off x="3199039" y="4484013"/>
              <a:ext cx="24890" cy="40784"/>
            </a:xfrm>
            <a:custGeom>
              <a:rect b="b" l="l" r="r" t="t"/>
              <a:pathLst>
                <a:path extrusionOk="0" h="1555" w="949">
                  <a:moveTo>
                    <a:pt x="520" y="0"/>
                  </a:moveTo>
                  <a:cubicBezTo>
                    <a:pt x="231" y="0"/>
                    <a:pt x="0" y="231"/>
                    <a:pt x="0" y="520"/>
                  </a:cubicBezTo>
                  <a:lnTo>
                    <a:pt x="0" y="862"/>
                  </a:lnTo>
                  <a:cubicBezTo>
                    <a:pt x="0" y="1258"/>
                    <a:pt x="324" y="1554"/>
                    <a:pt x="687" y="1554"/>
                  </a:cubicBezTo>
                  <a:cubicBezTo>
                    <a:pt x="773" y="1554"/>
                    <a:pt x="861" y="1537"/>
                    <a:pt x="948" y="1501"/>
                  </a:cubicBezTo>
                  <a:cubicBezTo>
                    <a:pt x="688" y="1396"/>
                    <a:pt x="515" y="1145"/>
                    <a:pt x="520" y="862"/>
                  </a:cubicBezTo>
                  <a:lnTo>
                    <a:pt x="520" y="520"/>
                  </a:lnTo>
                  <a:cubicBezTo>
                    <a:pt x="520" y="265"/>
                    <a:pt x="698" y="53"/>
                    <a:pt x="948" y="10"/>
                  </a:cubicBezTo>
                  <a:cubicBezTo>
                    <a:pt x="919" y="5"/>
                    <a:pt x="890" y="0"/>
                    <a:pt x="861" y="0"/>
                  </a:cubicBezTo>
                  <a:close/>
                </a:path>
              </a:pathLst>
            </a:custGeom>
            <a:solidFill>
              <a:srgbClr val="CC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87"/>
            <p:cNvSpPr/>
            <p:nvPr/>
          </p:nvSpPr>
          <p:spPr>
            <a:xfrm>
              <a:off x="3199039" y="4484013"/>
              <a:ext cx="36351" cy="18071"/>
            </a:xfrm>
            <a:custGeom>
              <a:rect b="b" l="l" r="r" t="t"/>
              <a:pathLst>
                <a:path extrusionOk="0" h="689" w="1386">
                  <a:moveTo>
                    <a:pt x="520" y="0"/>
                  </a:moveTo>
                  <a:cubicBezTo>
                    <a:pt x="231" y="0"/>
                    <a:pt x="0" y="231"/>
                    <a:pt x="0" y="520"/>
                  </a:cubicBezTo>
                  <a:cubicBezTo>
                    <a:pt x="0" y="520"/>
                    <a:pt x="520" y="688"/>
                    <a:pt x="1386" y="688"/>
                  </a:cubicBezTo>
                  <a:lnTo>
                    <a:pt x="1386" y="520"/>
                  </a:lnTo>
                  <a:cubicBezTo>
                    <a:pt x="1386" y="231"/>
                    <a:pt x="1155" y="0"/>
                    <a:pt x="866"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87"/>
            <p:cNvSpPr/>
            <p:nvPr/>
          </p:nvSpPr>
          <p:spPr>
            <a:xfrm>
              <a:off x="3199039" y="4484013"/>
              <a:ext cx="24890" cy="16550"/>
            </a:xfrm>
            <a:custGeom>
              <a:rect b="b" l="l" r="r" t="t"/>
              <a:pathLst>
                <a:path extrusionOk="0" h="631" w="949">
                  <a:moveTo>
                    <a:pt x="520" y="0"/>
                  </a:moveTo>
                  <a:cubicBezTo>
                    <a:pt x="231" y="0"/>
                    <a:pt x="0" y="231"/>
                    <a:pt x="0" y="520"/>
                  </a:cubicBezTo>
                  <a:cubicBezTo>
                    <a:pt x="169" y="568"/>
                    <a:pt x="342" y="606"/>
                    <a:pt x="520" y="631"/>
                  </a:cubicBezTo>
                  <a:lnTo>
                    <a:pt x="520" y="520"/>
                  </a:lnTo>
                  <a:cubicBezTo>
                    <a:pt x="520" y="265"/>
                    <a:pt x="698" y="53"/>
                    <a:pt x="948" y="10"/>
                  </a:cubicBezTo>
                  <a:cubicBezTo>
                    <a:pt x="919" y="5"/>
                    <a:pt x="890" y="0"/>
                    <a:pt x="861"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87"/>
            <p:cNvSpPr/>
            <p:nvPr/>
          </p:nvSpPr>
          <p:spPr>
            <a:xfrm>
              <a:off x="3140473" y="4357544"/>
              <a:ext cx="289158" cy="252938"/>
            </a:xfrm>
            <a:custGeom>
              <a:rect b="b" l="l" r="r" t="t"/>
              <a:pathLst>
                <a:path extrusionOk="0" h="9644" w="11025">
                  <a:moveTo>
                    <a:pt x="6198" y="323"/>
                  </a:moveTo>
                  <a:lnTo>
                    <a:pt x="5890" y="3100"/>
                  </a:lnTo>
                  <a:cubicBezTo>
                    <a:pt x="5885" y="3104"/>
                    <a:pt x="5880" y="3109"/>
                    <a:pt x="5876" y="3109"/>
                  </a:cubicBezTo>
                  <a:lnTo>
                    <a:pt x="5149" y="3109"/>
                  </a:lnTo>
                  <a:cubicBezTo>
                    <a:pt x="5144" y="3109"/>
                    <a:pt x="5139" y="3104"/>
                    <a:pt x="5139" y="3100"/>
                  </a:cubicBezTo>
                  <a:lnTo>
                    <a:pt x="4831" y="323"/>
                  </a:lnTo>
                  <a:close/>
                  <a:moveTo>
                    <a:pt x="10519" y="2739"/>
                  </a:moveTo>
                  <a:cubicBezTo>
                    <a:pt x="10620" y="2739"/>
                    <a:pt x="10702" y="2821"/>
                    <a:pt x="10702" y="2926"/>
                  </a:cubicBezTo>
                  <a:lnTo>
                    <a:pt x="10702" y="9138"/>
                  </a:lnTo>
                  <a:cubicBezTo>
                    <a:pt x="10702" y="9239"/>
                    <a:pt x="10620" y="9321"/>
                    <a:pt x="10519" y="9321"/>
                  </a:cubicBezTo>
                  <a:lnTo>
                    <a:pt x="511" y="9321"/>
                  </a:lnTo>
                  <a:cubicBezTo>
                    <a:pt x="409" y="9321"/>
                    <a:pt x="328" y="9239"/>
                    <a:pt x="328" y="9138"/>
                  </a:cubicBezTo>
                  <a:lnTo>
                    <a:pt x="328" y="2926"/>
                  </a:lnTo>
                  <a:cubicBezTo>
                    <a:pt x="328" y="2821"/>
                    <a:pt x="409" y="2739"/>
                    <a:pt x="511" y="2739"/>
                  </a:cubicBezTo>
                  <a:lnTo>
                    <a:pt x="4774" y="2739"/>
                  </a:lnTo>
                  <a:lnTo>
                    <a:pt x="4817" y="3133"/>
                  </a:lnTo>
                  <a:cubicBezTo>
                    <a:pt x="4836" y="3302"/>
                    <a:pt x="4981" y="3432"/>
                    <a:pt x="5149" y="3432"/>
                  </a:cubicBezTo>
                  <a:lnTo>
                    <a:pt x="5880" y="3432"/>
                  </a:lnTo>
                  <a:cubicBezTo>
                    <a:pt x="6049" y="3432"/>
                    <a:pt x="6193" y="3302"/>
                    <a:pt x="6212" y="3133"/>
                  </a:cubicBezTo>
                  <a:lnTo>
                    <a:pt x="6256" y="2739"/>
                  </a:lnTo>
                  <a:close/>
                  <a:moveTo>
                    <a:pt x="4649" y="1"/>
                  </a:moveTo>
                  <a:cubicBezTo>
                    <a:pt x="4552" y="1"/>
                    <a:pt x="4480" y="83"/>
                    <a:pt x="4490" y="179"/>
                  </a:cubicBezTo>
                  <a:lnTo>
                    <a:pt x="4740" y="2416"/>
                  </a:lnTo>
                  <a:lnTo>
                    <a:pt x="511" y="2416"/>
                  </a:lnTo>
                  <a:cubicBezTo>
                    <a:pt x="231" y="2416"/>
                    <a:pt x="0" y="2642"/>
                    <a:pt x="0" y="2926"/>
                  </a:cubicBezTo>
                  <a:lnTo>
                    <a:pt x="0" y="9138"/>
                  </a:lnTo>
                  <a:cubicBezTo>
                    <a:pt x="0" y="9417"/>
                    <a:pt x="231" y="9644"/>
                    <a:pt x="511" y="9644"/>
                  </a:cubicBezTo>
                  <a:lnTo>
                    <a:pt x="10519" y="9644"/>
                  </a:lnTo>
                  <a:cubicBezTo>
                    <a:pt x="10798" y="9644"/>
                    <a:pt x="11024" y="9417"/>
                    <a:pt x="11024" y="9138"/>
                  </a:cubicBezTo>
                  <a:lnTo>
                    <a:pt x="11024" y="2926"/>
                  </a:lnTo>
                  <a:cubicBezTo>
                    <a:pt x="11024" y="2642"/>
                    <a:pt x="10798" y="2416"/>
                    <a:pt x="10519" y="2416"/>
                  </a:cubicBezTo>
                  <a:lnTo>
                    <a:pt x="6289" y="2416"/>
                  </a:lnTo>
                  <a:lnTo>
                    <a:pt x="6535" y="179"/>
                  </a:lnTo>
                  <a:cubicBezTo>
                    <a:pt x="6549" y="83"/>
                    <a:pt x="6472" y="1"/>
                    <a:pt x="63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87"/>
            <p:cNvSpPr/>
            <p:nvPr/>
          </p:nvSpPr>
          <p:spPr>
            <a:xfrm>
              <a:off x="3167723" y="4457130"/>
              <a:ext cx="98983" cy="126233"/>
            </a:xfrm>
            <a:custGeom>
              <a:rect b="b" l="l" r="r" t="t"/>
              <a:pathLst>
                <a:path extrusionOk="0" h="4813" w="3774">
                  <a:moveTo>
                    <a:pt x="2060" y="1189"/>
                  </a:moveTo>
                  <a:cubicBezTo>
                    <a:pt x="2253" y="1189"/>
                    <a:pt x="2416" y="1348"/>
                    <a:pt x="2416" y="1545"/>
                  </a:cubicBezTo>
                  <a:lnTo>
                    <a:pt x="2416" y="1887"/>
                  </a:lnTo>
                  <a:cubicBezTo>
                    <a:pt x="2416" y="2180"/>
                    <a:pt x="2176" y="2416"/>
                    <a:pt x="1887" y="2416"/>
                  </a:cubicBezTo>
                  <a:cubicBezTo>
                    <a:pt x="1594" y="2416"/>
                    <a:pt x="1358" y="2180"/>
                    <a:pt x="1358" y="1887"/>
                  </a:cubicBezTo>
                  <a:lnTo>
                    <a:pt x="1358" y="1545"/>
                  </a:lnTo>
                  <a:cubicBezTo>
                    <a:pt x="1358" y="1348"/>
                    <a:pt x="1517" y="1189"/>
                    <a:pt x="1714" y="1189"/>
                  </a:cubicBezTo>
                  <a:close/>
                  <a:moveTo>
                    <a:pt x="2070" y="2719"/>
                  </a:moveTo>
                  <a:lnTo>
                    <a:pt x="2070" y="2815"/>
                  </a:lnTo>
                  <a:cubicBezTo>
                    <a:pt x="2070" y="2878"/>
                    <a:pt x="2084" y="2935"/>
                    <a:pt x="2113" y="2984"/>
                  </a:cubicBezTo>
                  <a:lnTo>
                    <a:pt x="1892" y="3205"/>
                  </a:lnTo>
                  <a:cubicBezTo>
                    <a:pt x="1889" y="3207"/>
                    <a:pt x="1887" y="3209"/>
                    <a:pt x="1885" y="3209"/>
                  </a:cubicBezTo>
                  <a:cubicBezTo>
                    <a:pt x="1882" y="3209"/>
                    <a:pt x="1880" y="3207"/>
                    <a:pt x="1877" y="3205"/>
                  </a:cubicBezTo>
                  <a:lnTo>
                    <a:pt x="1656" y="2984"/>
                  </a:lnTo>
                  <a:cubicBezTo>
                    <a:pt x="1685" y="2935"/>
                    <a:pt x="1704" y="2878"/>
                    <a:pt x="1704" y="2815"/>
                  </a:cubicBezTo>
                  <a:lnTo>
                    <a:pt x="1704" y="2719"/>
                  </a:lnTo>
                  <a:cubicBezTo>
                    <a:pt x="1762" y="2733"/>
                    <a:pt x="1824" y="2738"/>
                    <a:pt x="1887" y="2743"/>
                  </a:cubicBezTo>
                  <a:lnTo>
                    <a:pt x="1887" y="2738"/>
                  </a:lnTo>
                  <a:cubicBezTo>
                    <a:pt x="1950" y="2738"/>
                    <a:pt x="2007" y="2733"/>
                    <a:pt x="2070" y="2719"/>
                  </a:cubicBezTo>
                  <a:close/>
                  <a:moveTo>
                    <a:pt x="2378" y="3176"/>
                  </a:moveTo>
                  <a:lnTo>
                    <a:pt x="2657" y="3320"/>
                  </a:lnTo>
                  <a:cubicBezTo>
                    <a:pt x="2719" y="3349"/>
                    <a:pt x="2758" y="3412"/>
                    <a:pt x="2758" y="3484"/>
                  </a:cubicBezTo>
                  <a:lnTo>
                    <a:pt x="2758" y="4490"/>
                  </a:lnTo>
                  <a:lnTo>
                    <a:pt x="1011" y="4490"/>
                  </a:lnTo>
                  <a:lnTo>
                    <a:pt x="1011" y="3484"/>
                  </a:lnTo>
                  <a:cubicBezTo>
                    <a:pt x="1011" y="3412"/>
                    <a:pt x="1050" y="3349"/>
                    <a:pt x="1112" y="3320"/>
                  </a:cubicBezTo>
                  <a:lnTo>
                    <a:pt x="1396" y="3176"/>
                  </a:lnTo>
                  <a:lnTo>
                    <a:pt x="1651" y="3436"/>
                  </a:lnTo>
                  <a:cubicBezTo>
                    <a:pt x="1716" y="3501"/>
                    <a:pt x="1802" y="3533"/>
                    <a:pt x="1887" y="3533"/>
                  </a:cubicBezTo>
                  <a:cubicBezTo>
                    <a:pt x="1972" y="3533"/>
                    <a:pt x="2058" y="3501"/>
                    <a:pt x="2123" y="3436"/>
                  </a:cubicBezTo>
                  <a:lnTo>
                    <a:pt x="2378" y="3176"/>
                  </a:lnTo>
                  <a:close/>
                  <a:moveTo>
                    <a:pt x="3436" y="323"/>
                  </a:moveTo>
                  <a:cubicBezTo>
                    <a:pt x="3441" y="323"/>
                    <a:pt x="3446" y="328"/>
                    <a:pt x="3446" y="337"/>
                  </a:cubicBezTo>
                  <a:lnTo>
                    <a:pt x="3446" y="4475"/>
                  </a:lnTo>
                  <a:lnTo>
                    <a:pt x="3451" y="4475"/>
                  </a:lnTo>
                  <a:cubicBezTo>
                    <a:pt x="3451" y="4485"/>
                    <a:pt x="3446" y="4490"/>
                    <a:pt x="3441" y="4490"/>
                  </a:cubicBezTo>
                  <a:lnTo>
                    <a:pt x="3085" y="4490"/>
                  </a:lnTo>
                  <a:lnTo>
                    <a:pt x="3085" y="3484"/>
                  </a:lnTo>
                  <a:cubicBezTo>
                    <a:pt x="3085" y="3292"/>
                    <a:pt x="2974" y="3113"/>
                    <a:pt x="2801" y="3032"/>
                  </a:cubicBezTo>
                  <a:lnTo>
                    <a:pt x="2397" y="2830"/>
                  </a:lnTo>
                  <a:cubicBezTo>
                    <a:pt x="2397" y="2825"/>
                    <a:pt x="2392" y="2820"/>
                    <a:pt x="2392" y="2815"/>
                  </a:cubicBezTo>
                  <a:lnTo>
                    <a:pt x="2392" y="2575"/>
                  </a:lnTo>
                  <a:lnTo>
                    <a:pt x="2392" y="2570"/>
                  </a:lnTo>
                  <a:cubicBezTo>
                    <a:pt x="2609" y="2411"/>
                    <a:pt x="2739" y="2156"/>
                    <a:pt x="2739" y="1887"/>
                  </a:cubicBezTo>
                  <a:lnTo>
                    <a:pt x="2739" y="1540"/>
                  </a:lnTo>
                  <a:cubicBezTo>
                    <a:pt x="2739" y="1165"/>
                    <a:pt x="2436" y="862"/>
                    <a:pt x="2060" y="862"/>
                  </a:cubicBezTo>
                  <a:lnTo>
                    <a:pt x="1714" y="862"/>
                  </a:lnTo>
                  <a:cubicBezTo>
                    <a:pt x="1338" y="862"/>
                    <a:pt x="1031" y="1165"/>
                    <a:pt x="1031" y="1540"/>
                  </a:cubicBezTo>
                  <a:lnTo>
                    <a:pt x="1031" y="1887"/>
                  </a:lnTo>
                  <a:cubicBezTo>
                    <a:pt x="1031" y="2156"/>
                    <a:pt x="1160" y="2411"/>
                    <a:pt x="1377" y="2570"/>
                  </a:cubicBezTo>
                  <a:lnTo>
                    <a:pt x="1377" y="2575"/>
                  </a:lnTo>
                  <a:lnTo>
                    <a:pt x="1377" y="2815"/>
                  </a:lnTo>
                  <a:cubicBezTo>
                    <a:pt x="1377" y="2820"/>
                    <a:pt x="1377" y="2825"/>
                    <a:pt x="1372" y="2830"/>
                  </a:cubicBezTo>
                  <a:lnTo>
                    <a:pt x="968" y="3032"/>
                  </a:lnTo>
                  <a:cubicBezTo>
                    <a:pt x="795" y="3113"/>
                    <a:pt x="689" y="3292"/>
                    <a:pt x="689" y="3484"/>
                  </a:cubicBezTo>
                  <a:lnTo>
                    <a:pt x="689" y="4490"/>
                  </a:lnTo>
                  <a:lnTo>
                    <a:pt x="333" y="4490"/>
                  </a:lnTo>
                  <a:cubicBezTo>
                    <a:pt x="323" y="4490"/>
                    <a:pt x="318" y="4485"/>
                    <a:pt x="318" y="4475"/>
                  </a:cubicBezTo>
                  <a:lnTo>
                    <a:pt x="318" y="337"/>
                  </a:lnTo>
                  <a:cubicBezTo>
                    <a:pt x="318" y="328"/>
                    <a:pt x="323" y="323"/>
                    <a:pt x="333" y="323"/>
                  </a:cubicBezTo>
                  <a:close/>
                  <a:moveTo>
                    <a:pt x="333" y="0"/>
                  </a:moveTo>
                  <a:cubicBezTo>
                    <a:pt x="150" y="0"/>
                    <a:pt x="1" y="149"/>
                    <a:pt x="1" y="337"/>
                  </a:cubicBezTo>
                  <a:lnTo>
                    <a:pt x="1" y="4475"/>
                  </a:lnTo>
                  <a:cubicBezTo>
                    <a:pt x="1" y="4663"/>
                    <a:pt x="150" y="4812"/>
                    <a:pt x="333" y="4812"/>
                  </a:cubicBezTo>
                  <a:lnTo>
                    <a:pt x="3441" y="4812"/>
                  </a:lnTo>
                  <a:cubicBezTo>
                    <a:pt x="3624" y="4812"/>
                    <a:pt x="3773" y="4663"/>
                    <a:pt x="3773" y="4475"/>
                  </a:cubicBezTo>
                  <a:lnTo>
                    <a:pt x="3773" y="337"/>
                  </a:lnTo>
                  <a:cubicBezTo>
                    <a:pt x="3773" y="149"/>
                    <a:pt x="36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87"/>
            <p:cNvSpPr/>
            <p:nvPr/>
          </p:nvSpPr>
          <p:spPr>
            <a:xfrm>
              <a:off x="3285354" y="4457130"/>
              <a:ext cx="117132" cy="26647"/>
            </a:xfrm>
            <a:custGeom>
              <a:rect b="b" l="l" r="r" t="t"/>
              <a:pathLst>
                <a:path extrusionOk="0" h="1016" w="4466">
                  <a:moveTo>
                    <a:pt x="4129" y="323"/>
                  </a:moveTo>
                  <a:cubicBezTo>
                    <a:pt x="4138" y="323"/>
                    <a:pt x="4143" y="328"/>
                    <a:pt x="4143" y="337"/>
                  </a:cubicBezTo>
                  <a:lnTo>
                    <a:pt x="4143" y="679"/>
                  </a:lnTo>
                  <a:cubicBezTo>
                    <a:pt x="4143" y="688"/>
                    <a:pt x="4138" y="693"/>
                    <a:pt x="4129" y="693"/>
                  </a:cubicBezTo>
                  <a:lnTo>
                    <a:pt x="332" y="693"/>
                  </a:lnTo>
                  <a:cubicBezTo>
                    <a:pt x="328" y="693"/>
                    <a:pt x="323" y="684"/>
                    <a:pt x="323" y="679"/>
                  </a:cubicBezTo>
                  <a:lnTo>
                    <a:pt x="323" y="337"/>
                  </a:lnTo>
                  <a:cubicBezTo>
                    <a:pt x="323" y="328"/>
                    <a:pt x="328" y="323"/>
                    <a:pt x="332" y="323"/>
                  </a:cubicBezTo>
                  <a:close/>
                  <a:moveTo>
                    <a:pt x="332" y="0"/>
                  </a:moveTo>
                  <a:cubicBezTo>
                    <a:pt x="150" y="0"/>
                    <a:pt x="0" y="149"/>
                    <a:pt x="0" y="337"/>
                  </a:cubicBezTo>
                  <a:lnTo>
                    <a:pt x="0" y="679"/>
                  </a:lnTo>
                  <a:cubicBezTo>
                    <a:pt x="0" y="866"/>
                    <a:pt x="150" y="1016"/>
                    <a:pt x="332" y="1016"/>
                  </a:cubicBezTo>
                  <a:lnTo>
                    <a:pt x="4129" y="1016"/>
                  </a:lnTo>
                  <a:cubicBezTo>
                    <a:pt x="4316" y="1016"/>
                    <a:pt x="4466" y="866"/>
                    <a:pt x="4466" y="679"/>
                  </a:cubicBezTo>
                  <a:lnTo>
                    <a:pt x="4466" y="337"/>
                  </a:lnTo>
                  <a:cubicBezTo>
                    <a:pt x="4466" y="149"/>
                    <a:pt x="4316" y="0"/>
                    <a:pt x="4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87"/>
            <p:cNvSpPr/>
            <p:nvPr/>
          </p:nvSpPr>
          <p:spPr>
            <a:xfrm>
              <a:off x="3285354" y="4493350"/>
              <a:ext cx="90013" cy="26647"/>
            </a:xfrm>
            <a:custGeom>
              <a:rect b="b" l="l" r="r" t="t"/>
              <a:pathLst>
                <a:path extrusionOk="0" h="1016" w="3432">
                  <a:moveTo>
                    <a:pt x="3094" y="327"/>
                  </a:moveTo>
                  <a:cubicBezTo>
                    <a:pt x="3104" y="327"/>
                    <a:pt x="3109" y="332"/>
                    <a:pt x="3109" y="337"/>
                  </a:cubicBezTo>
                  <a:lnTo>
                    <a:pt x="3109" y="679"/>
                  </a:lnTo>
                  <a:cubicBezTo>
                    <a:pt x="3109" y="688"/>
                    <a:pt x="3104" y="693"/>
                    <a:pt x="3094" y="693"/>
                  </a:cubicBezTo>
                  <a:lnTo>
                    <a:pt x="332" y="693"/>
                  </a:lnTo>
                  <a:cubicBezTo>
                    <a:pt x="328" y="693"/>
                    <a:pt x="323" y="684"/>
                    <a:pt x="323" y="679"/>
                  </a:cubicBezTo>
                  <a:lnTo>
                    <a:pt x="323" y="337"/>
                  </a:lnTo>
                  <a:cubicBezTo>
                    <a:pt x="323" y="332"/>
                    <a:pt x="328" y="327"/>
                    <a:pt x="332" y="327"/>
                  </a:cubicBezTo>
                  <a:close/>
                  <a:moveTo>
                    <a:pt x="332" y="0"/>
                  </a:moveTo>
                  <a:cubicBezTo>
                    <a:pt x="150" y="0"/>
                    <a:pt x="0" y="149"/>
                    <a:pt x="0" y="337"/>
                  </a:cubicBezTo>
                  <a:lnTo>
                    <a:pt x="0" y="679"/>
                  </a:lnTo>
                  <a:cubicBezTo>
                    <a:pt x="0" y="866"/>
                    <a:pt x="150" y="1016"/>
                    <a:pt x="332" y="1016"/>
                  </a:cubicBezTo>
                  <a:lnTo>
                    <a:pt x="3094" y="1016"/>
                  </a:lnTo>
                  <a:cubicBezTo>
                    <a:pt x="3282" y="1016"/>
                    <a:pt x="3431" y="866"/>
                    <a:pt x="3431" y="679"/>
                  </a:cubicBezTo>
                  <a:lnTo>
                    <a:pt x="3431" y="337"/>
                  </a:lnTo>
                  <a:cubicBezTo>
                    <a:pt x="3431" y="154"/>
                    <a:pt x="3282" y="0"/>
                    <a:pt x="3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87"/>
            <p:cNvSpPr/>
            <p:nvPr/>
          </p:nvSpPr>
          <p:spPr>
            <a:xfrm>
              <a:off x="3283964" y="4529570"/>
              <a:ext cx="56573" cy="8471"/>
            </a:xfrm>
            <a:custGeom>
              <a:rect b="b" l="l" r="r" t="t"/>
              <a:pathLst>
                <a:path extrusionOk="0" h="323" w="2157">
                  <a:moveTo>
                    <a:pt x="217" y="0"/>
                  </a:moveTo>
                  <a:cubicBezTo>
                    <a:pt x="0" y="0"/>
                    <a:pt x="0" y="323"/>
                    <a:pt x="217" y="323"/>
                  </a:cubicBezTo>
                  <a:lnTo>
                    <a:pt x="1940" y="323"/>
                  </a:lnTo>
                  <a:cubicBezTo>
                    <a:pt x="2156" y="323"/>
                    <a:pt x="2156" y="0"/>
                    <a:pt x="19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87"/>
            <p:cNvSpPr/>
            <p:nvPr/>
          </p:nvSpPr>
          <p:spPr>
            <a:xfrm>
              <a:off x="3347303" y="4529570"/>
              <a:ext cx="29453" cy="8471"/>
            </a:xfrm>
            <a:custGeom>
              <a:rect b="b" l="l" r="r" t="t"/>
              <a:pathLst>
                <a:path extrusionOk="0" h="323" w="1123">
                  <a:moveTo>
                    <a:pt x="217" y="0"/>
                  </a:moveTo>
                  <a:cubicBezTo>
                    <a:pt x="1" y="0"/>
                    <a:pt x="1" y="323"/>
                    <a:pt x="217" y="323"/>
                  </a:cubicBezTo>
                  <a:lnTo>
                    <a:pt x="910" y="323"/>
                  </a:lnTo>
                  <a:cubicBezTo>
                    <a:pt x="1122" y="323"/>
                    <a:pt x="1122" y="0"/>
                    <a:pt x="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87"/>
            <p:cNvSpPr/>
            <p:nvPr/>
          </p:nvSpPr>
          <p:spPr>
            <a:xfrm>
              <a:off x="3283964" y="4556690"/>
              <a:ext cx="20353" cy="8498"/>
            </a:xfrm>
            <a:custGeom>
              <a:rect b="b" l="l" r="r" t="t"/>
              <a:pathLst>
                <a:path extrusionOk="0" h="324" w="776">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87"/>
            <p:cNvSpPr/>
            <p:nvPr/>
          </p:nvSpPr>
          <p:spPr>
            <a:xfrm>
              <a:off x="3311083" y="4556690"/>
              <a:ext cx="47603" cy="8498"/>
            </a:xfrm>
            <a:custGeom>
              <a:rect b="b" l="l" r="r" t="t"/>
              <a:pathLst>
                <a:path extrusionOk="0" h="324" w="1815">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87"/>
            <p:cNvSpPr/>
            <p:nvPr/>
          </p:nvSpPr>
          <p:spPr>
            <a:xfrm>
              <a:off x="3283964" y="4574865"/>
              <a:ext cx="20353" cy="8498"/>
            </a:xfrm>
            <a:custGeom>
              <a:rect b="b" l="l" r="r" t="t"/>
              <a:pathLst>
                <a:path extrusionOk="0" h="324" w="776">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87"/>
            <p:cNvSpPr/>
            <p:nvPr/>
          </p:nvSpPr>
          <p:spPr>
            <a:xfrm>
              <a:off x="3311083" y="4574865"/>
              <a:ext cx="47603" cy="8498"/>
            </a:xfrm>
            <a:custGeom>
              <a:rect b="b" l="l" r="r" t="t"/>
              <a:pathLst>
                <a:path extrusionOk="0" h="324" w="1815">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87"/>
            <p:cNvSpPr/>
            <p:nvPr/>
          </p:nvSpPr>
          <p:spPr>
            <a:xfrm>
              <a:off x="3279426" y="4420910"/>
              <a:ext cx="11383" cy="8471"/>
            </a:xfrm>
            <a:custGeom>
              <a:rect b="b" l="l" r="r" t="t"/>
              <a:pathLst>
                <a:path extrusionOk="0" h="323" w="434">
                  <a:moveTo>
                    <a:pt x="217" y="0"/>
                  </a:moveTo>
                  <a:cubicBezTo>
                    <a:pt x="0" y="0"/>
                    <a:pt x="0" y="323"/>
                    <a:pt x="217" y="323"/>
                  </a:cubicBezTo>
                  <a:cubicBezTo>
                    <a:pt x="433" y="323"/>
                    <a:pt x="433"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8" name="Google Shape;15418;p87"/>
          <p:cNvGrpSpPr/>
          <p:nvPr/>
        </p:nvGrpSpPr>
        <p:grpSpPr>
          <a:xfrm>
            <a:off x="4889349" y="1545196"/>
            <a:ext cx="348327" cy="310298"/>
            <a:chOff x="4889349" y="1545196"/>
            <a:chExt cx="348327" cy="310298"/>
          </a:xfrm>
        </p:grpSpPr>
        <p:sp>
          <p:nvSpPr>
            <p:cNvPr id="15419" name="Google Shape;15419;p87"/>
            <p:cNvSpPr/>
            <p:nvPr/>
          </p:nvSpPr>
          <p:spPr>
            <a:xfrm>
              <a:off x="4954472" y="1566650"/>
              <a:ext cx="65385" cy="54553"/>
            </a:xfrm>
            <a:custGeom>
              <a:rect b="b" l="l" r="r" t="t"/>
              <a:pathLst>
                <a:path extrusionOk="0" h="2080" w="2493">
                  <a:moveTo>
                    <a:pt x="1247" y="1"/>
                  </a:moveTo>
                  <a:cubicBezTo>
                    <a:pt x="559" y="1"/>
                    <a:pt x="0" y="467"/>
                    <a:pt x="0" y="1040"/>
                  </a:cubicBezTo>
                  <a:cubicBezTo>
                    <a:pt x="0" y="1617"/>
                    <a:pt x="559" y="2079"/>
                    <a:pt x="1247" y="2079"/>
                  </a:cubicBezTo>
                  <a:cubicBezTo>
                    <a:pt x="1935" y="2079"/>
                    <a:pt x="2493" y="1617"/>
                    <a:pt x="2493" y="1040"/>
                  </a:cubicBezTo>
                  <a:cubicBezTo>
                    <a:pt x="2493" y="467"/>
                    <a:pt x="1935" y="1"/>
                    <a:pt x="1247"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87"/>
            <p:cNvSpPr/>
            <p:nvPr/>
          </p:nvSpPr>
          <p:spPr>
            <a:xfrm>
              <a:off x="4954472" y="1566650"/>
              <a:ext cx="43564" cy="54553"/>
            </a:xfrm>
            <a:custGeom>
              <a:rect b="b" l="l" r="r" t="t"/>
              <a:pathLst>
                <a:path extrusionOk="0" h="2080" w="1661">
                  <a:moveTo>
                    <a:pt x="1247" y="1"/>
                  </a:moveTo>
                  <a:cubicBezTo>
                    <a:pt x="559" y="1"/>
                    <a:pt x="0" y="467"/>
                    <a:pt x="0" y="1040"/>
                  </a:cubicBezTo>
                  <a:cubicBezTo>
                    <a:pt x="0" y="1612"/>
                    <a:pt x="559" y="2079"/>
                    <a:pt x="1247" y="2079"/>
                  </a:cubicBezTo>
                  <a:cubicBezTo>
                    <a:pt x="1386" y="2079"/>
                    <a:pt x="1526" y="2060"/>
                    <a:pt x="1660" y="2021"/>
                  </a:cubicBezTo>
                  <a:cubicBezTo>
                    <a:pt x="1179" y="1877"/>
                    <a:pt x="833" y="1492"/>
                    <a:pt x="833" y="1040"/>
                  </a:cubicBezTo>
                  <a:cubicBezTo>
                    <a:pt x="833" y="588"/>
                    <a:pt x="1179" y="203"/>
                    <a:pt x="1660" y="63"/>
                  </a:cubicBezTo>
                  <a:cubicBezTo>
                    <a:pt x="1526" y="20"/>
                    <a:pt x="1386" y="1"/>
                    <a:pt x="124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87"/>
            <p:cNvSpPr/>
            <p:nvPr/>
          </p:nvSpPr>
          <p:spPr>
            <a:xfrm>
              <a:off x="4916232" y="1593900"/>
              <a:ext cx="141865" cy="141891"/>
            </a:xfrm>
            <a:custGeom>
              <a:rect b="b" l="l" r="r" t="t"/>
              <a:pathLst>
                <a:path extrusionOk="0" h="5410" w="5409">
                  <a:moveTo>
                    <a:pt x="2705" y="1"/>
                  </a:moveTo>
                  <a:cubicBezTo>
                    <a:pt x="1213" y="1"/>
                    <a:pt x="0" y="1213"/>
                    <a:pt x="0" y="2705"/>
                  </a:cubicBezTo>
                  <a:cubicBezTo>
                    <a:pt x="0" y="4197"/>
                    <a:pt x="1213" y="5409"/>
                    <a:pt x="2705" y="5409"/>
                  </a:cubicBezTo>
                  <a:cubicBezTo>
                    <a:pt x="4196" y="5409"/>
                    <a:pt x="5409" y="4197"/>
                    <a:pt x="5409" y="2705"/>
                  </a:cubicBezTo>
                  <a:cubicBezTo>
                    <a:pt x="5409" y="1213"/>
                    <a:pt x="4196" y="1"/>
                    <a:pt x="2705"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87"/>
            <p:cNvSpPr/>
            <p:nvPr/>
          </p:nvSpPr>
          <p:spPr>
            <a:xfrm>
              <a:off x="4945004" y="1593979"/>
              <a:ext cx="113093" cy="141812"/>
            </a:xfrm>
            <a:custGeom>
              <a:rect b="b" l="l" r="r" t="t"/>
              <a:pathLst>
                <a:path extrusionOk="0" h="5407" w="4312">
                  <a:moveTo>
                    <a:pt x="1634" y="0"/>
                  </a:moveTo>
                  <a:cubicBezTo>
                    <a:pt x="1490" y="0"/>
                    <a:pt x="1344" y="12"/>
                    <a:pt x="1199" y="36"/>
                  </a:cubicBezTo>
                  <a:cubicBezTo>
                    <a:pt x="130" y="234"/>
                    <a:pt x="1" y="1778"/>
                    <a:pt x="1083" y="2110"/>
                  </a:cubicBezTo>
                  <a:lnTo>
                    <a:pt x="1107" y="2120"/>
                  </a:lnTo>
                  <a:lnTo>
                    <a:pt x="1372" y="5392"/>
                  </a:lnTo>
                  <a:cubicBezTo>
                    <a:pt x="1449" y="5401"/>
                    <a:pt x="1531" y="5406"/>
                    <a:pt x="1608" y="5406"/>
                  </a:cubicBezTo>
                  <a:cubicBezTo>
                    <a:pt x="3099" y="5406"/>
                    <a:pt x="4312" y="4194"/>
                    <a:pt x="4312" y="2702"/>
                  </a:cubicBezTo>
                  <a:cubicBezTo>
                    <a:pt x="4312" y="1995"/>
                    <a:pt x="4095" y="1547"/>
                    <a:pt x="3816" y="1143"/>
                  </a:cubicBezTo>
                  <a:cubicBezTo>
                    <a:pt x="3313" y="422"/>
                    <a:pt x="2496" y="0"/>
                    <a:pt x="163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87"/>
            <p:cNvSpPr/>
            <p:nvPr/>
          </p:nvSpPr>
          <p:spPr>
            <a:xfrm>
              <a:off x="5079918" y="1566650"/>
              <a:ext cx="152723" cy="159699"/>
            </a:xfrm>
            <a:custGeom>
              <a:rect b="b" l="l" r="r" t="t"/>
              <a:pathLst>
                <a:path extrusionOk="0" h="6089" w="5823">
                  <a:moveTo>
                    <a:pt x="626" y="1"/>
                  </a:moveTo>
                  <a:cubicBezTo>
                    <a:pt x="279" y="1"/>
                    <a:pt x="0" y="280"/>
                    <a:pt x="0" y="626"/>
                  </a:cubicBezTo>
                  <a:lnTo>
                    <a:pt x="0" y="3951"/>
                  </a:lnTo>
                  <a:cubicBezTo>
                    <a:pt x="0" y="4297"/>
                    <a:pt x="279" y="4576"/>
                    <a:pt x="621" y="4576"/>
                  </a:cubicBezTo>
                  <a:lnTo>
                    <a:pt x="1247" y="4576"/>
                  </a:lnTo>
                  <a:lnTo>
                    <a:pt x="900" y="5957"/>
                  </a:lnTo>
                  <a:cubicBezTo>
                    <a:pt x="882" y="6030"/>
                    <a:pt x="938" y="6089"/>
                    <a:pt x="1001" y="6089"/>
                  </a:cubicBezTo>
                  <a:cubicBezTo>
                    <a:pt x="1022" y="6089"/>
                    <a:pt x="1043" y="6082"/>
                    <a:pt x="1064" y="6068"/>
                  </a:cubicBezTo>
                  <a:lnTo>
                    <a:pt x="3118" y="4572"/>
                  </a:lnTo>
                  <a:lnTo>
                    <a:pt x="5197" y="4572"/>
                  </a:lnTo>
                  <a:cubicBezTo>
                    <a:pt x="5543" y="4572"/>
                    <a:pt x="5823" y="4293"/>
                    <a:pt x="5823" y="3951"/>
                  </a:cubicBezTo>
                  <a:lnTo>
                    <a:pt x="5823" y="626"/>
                  </a:lnTo>
                  <a:cubicBezTo>
                    <a:pt x="5823" y="280"/>
                    <a:pt x="5543" y="1"/>
                    <a:pt x="5197"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87"/>
            <p:cNvSpPr/>
            <p:nvPr/>
          </p:nvSpPr>
          <p:spPr>
            <a:xfrm>
              <a:off x="5085347" y="1566650"/>
              <a:ext cx="130875" cy="87154"/>
            </a:xfrm>
            <a:custGeom>
              <a:rect b="b" l="l" r="r" t="t"/>
              <a:pathLst>
                <a:path extrusionOk="0" h="3323" w="4990">
                  <a:moveTo>
                    <a:pt x="669" y="1"/>
                  </a:moveTo>
                  <a:cubicBezTo>
                    <a:pt x="0" y="1319"/>
                    <a:pt x="736" y="2916"/>
                    <a:pt x="2170" y="3258"/>
                  </a:cubicBezTo>
                  <a:cubicBezTo>
                    <a:pt x="2353" y="3302"/>
                    <a:pt x="2534" y="3323"/>
                    <a:pt x="2711" y="3323"/>
                  </a:cubicBezTo>
                  <a:cubicBezTo>
                    <a:pt x="3937" y="3323"/>
                    <a:pt x="4990" y="2330"/>
                    <a:pt x="4990" y="1040"/>
                  </a:cubicBezTo>
                  <a:cubicBezTo>
                    <a:pt x="4990" y="679"/>
                    <a:pt x="4903" y="323"/>
                    <a:pt x="4740"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87"/>
            <p:cNvSpPr/>
            <p:nvPr/>
          </p:nvSpPr>
          <p:spPr>
            <a:xfrm>
              <a:off x="5112597" y="1550231"/>
              <a:ext cx="87364" cy="87364"/>
            </a:xfrm>
            <a:custGeom>
              <a:rect b="b" l="l" r="r" t="t"/>
              <a:pathLst>
                <a:path extrusionOk="0" h="3331" w="3331">
                  <a:moveTo>
                    <a:pt x="1665" y="1"/>
                  </a:moveTo>
                  <a:cubicBezTo>
                    <a:pt x="746" y="1"/>
                    <a:pt x="1" y="747"/>
                    <a:pt x="1" y="1666"/>
                  </a:cubicBezTo>
                  <a:cubicBezTo>
                    <a:pt x="1" y="2585"/>
                    <a:pt x="746" y="3331"/>
                    <a:pt x="1665" y="3331"/>
                  </a:cubicBezTo>
                  <a:cubicBezTo>
                    <a:pt x="2584" y="3331"/>
                    <a:pt x="3330" y="2585"/>
                    <a:pt x="3330" y="1666"/>
                  </a:cubicBezTo>
                  <a:cubicBezTo>
                    <a:pt x="3330" y="747"/>
                    <a:pt x="2584" y="1"/>
                    <a:pt x="1665"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87"/>
            <p:cNvSpPr/>
            <p:nvPr/>
          </p:nvSpPr>
          <p:spPr>
            <a:xfrm>
              <a:off x="5129016" y="1566650"/>
              <a:ext cx="54527" cy="54553"/>
            </a:xfrm>
            <a:custGeom>
              <a:rect b="b" l="l" r="r" t="t"/>
              <a:pathLst>
                <a:path extrusionOk="0" h="2080" w="2079">
                  <a:moveTo>
                    <a:pt x="1039" y="1"/>
                  </a:moveTo>
                  <a:cubicBezTo>
                    <a:pt x="462" y="1"/>
                    <a:pt x="0" y="467"/>
                    <a:pt x="0" y="1040"/>
                  </a:cubicBezTo>
                  <a:cubicBezTo>
                    <a:pt x="0" y="1617"/>
                    <a:pt x="462" y="2079"/>
                    <a:pt x="1039" y="2079"/>
                  </a:cubicBezTo>
                  <a:cubicBezTo>
                    <a:pt x="1612" y="2079"/>
                    <a:pt x="2079" y="1617"/>
                    <a:pt x="2079" y="1040"/>
                  </a:cubicBezTo>
                  <a:cubicBezTo>
                    <a:pt x="2079" y="467"/>
                    <a:pt x="1612" y="1"/>
                    <a:pt x="1039"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87"/>
            <p:cNvSpPr/>
            <p:nvPr/>
          </p:nvSpPr>
          <p:spPr>
            <a:xfrm>
              <a:off x="5139848" y="1634422"/>
              <a:ext cx="32732" cy="25021"/>
            </a:xfrm>
            <a:custGeom>
              <a:rect b="b" l="l" r="r" t="t"/>
              <a:pathLst>
                <a:path extrusionOk="0" h="954" w="1248">
                  <a:moveTo>
                    <a:pt x="1" y="0"/>
                  </a:moveTo>
                  <a:lnTo>
                    <a:pt x="1" y="746"/>
                  </a:lnTo>
                  <a:cubicBezTo>
                    <a:pt x="1" y="857"/>
                    <a:pt x="92" y="953"/>
                    <a:pt x="208" y="953"/>
                  </a:cubicBezTo>
                  <a:lnTo>
                    <a:pt x="1040" y="953"/>
                  </a:lnTo>
                  <a:cubicBezTo>
                    <a:pt x="1156" y="953"/>
                    <a:pt x="1247" y="857"/>
                    <a:pt x="1247" y="746"/>
                  </a:cubicBezTo>
                  <a:lnTo>
                    <a:pt x="1247"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87"/>
            <p:cNvSpPr/>
            <p:nvPr/>
          </p:nvSpPr>
          <p:spPr>
            <a:xfrm>
              <a:off x="5139848" y="1634422"/>
              <a:ext cx="16445" cy="25021"/>
            </a:xfrm>
            <a:custGeom>
              <a:rect b="b" l="l" r="r" t="t"/>
              <a:pathLst>
                <a:path extrusionOk="0" h="954" w="627">
                  <a:moveTo>
                    <a:pt x="1" y="0"/>
                  </a:moveTo>
                  <a:lnTo>
                    <a:pt x="1" y="746"/>
                  </a:lnTo>
                  <a:cubicBezTo>
                    <a:pt x="1" y="857"/>
                    <a:pt x="92" y="953"/>
                    <a:pt x="208" y="953"/>
                  </a:cubicBezTo>
                  <a:lnTo>
                    <a:pt x="626" y="953"/>
                  </a:lnTo>
                  <a:lnTo>
                    <a:pt x="626"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87"/>
            <p:cNvSpPr/>
            <p:nvPr/>
          </p:nvSpPr>
          <p:spPr>
            <a:xfrm>
              <a:off x="4894516" y="1741194"/>
              <a:ext cx="185428" cy="109185"/>
            </a:xfrm>
            <a:custGeom>
              <a:rect b="b" l="l" r="r" t="t"/>
              <a:pathLst>
                <a:path extrusionOk="0" h="4163" w="7070">
                  <a:moveTo>
                    <a:pt x="2493" y="0"/>
                  </a:moveTo>
                  <a:lnTo>
                    <a:pt x="2493" y="914"/>
                  </a:lnTo>
                  <a:cubicBezTo>
                    <a:pt x="2493" y="1078"/>
                    <a:pt x="2397" y="1227"/>
                    <a:pt x="2248" y="1294"/>
                  </a:cubicBezTo>
                  <a:lnTo>
                    <a:pt x="496" y="2069"/>
                  </a:lnTo>
                  <a:cubicBezTo>
                    <a:pt x="193" y="2199"/>
                    <a:pt x="1" y="2497"/>
                    <a:pt x="1" y="2829"/>
                  </a:cubicBezTo>
                  <a:lnTo>
                    <a:pt x="1" y="4157"/>
                  </a:lnTo>
                  <a:lnTo>
                    <a:pt x="7069" y="4162"/>
                  </a:lnTo>
                  <a:lnTo>
                    <a:pt x="7069" y="2829"/>
                  </a:lnTo>
                  <a:cubicBezTo>
                    <a:pt x="7069" y="2502"/>
                    <a:pt x="6872" y="2204"/>
                    <a:pt x="6574" y="2069"/>
                  </a:cubicBezTo>
                  <a:lnTo>
                    <a:pt x="4822" y="1299"/>
                  </a:lnTo>
                  <a:cubicBezTo>
                    <a:pt x="4668" y="1232"/>
                    <a:pt x="4572" y="1083"/>
                    <a:pt x="4572" y="919"/>
                  </a:cubicBezTo>
                  <a:lnTo>
                    <a:pt x="457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87"/>
            <p:cNvSpPr/>
            <p:nvPr/>
          </p:nvSpPr>
          <p:spPr>
            <a:xfrm>
              <a:off x="4959901" y="1741194"/>
              <a:ext cx="54553" cy="27250"/>
            </a:xfrm>
            <a:custGeom>
              <a:rect b="b" l="l" r="r" t="t"/>
              <a:pathLst>
                <a:path extrusionOk="0" h="1039" w="2080">
                  <a:moveTo>
                    <a:pt x="0" y="0"/>
                  </a:moveTo>
                  <a:lnTo>
                    <a:pt x="0" y="833"/>
                  </a:lnTo>
                  <a:cubicBezTo>
                    <a:pt x="332" y="970"/>
                    <a:pt x="686" y="1038"/>
                    <a:pt x="1040" y="1038"/>
                  </a:cubicBezTo>
                  <a:cubicBezTo>
                    <a:pt x="1393" y="1038"/>
                    <a:pt x="1747" y="970"/>
                    <a:pt x="2079" y="833"/>
                  </a:cubicBezTo>
                  <a:lnTo>
                    <a:pt x="2079"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87"/>
            <p:cNvSpPr/>
            <p:nvPr/>
          </p:nvSpPr>
          <p:spPr>
            <a:xfrm>
              <a:off x="4894516" y="1780430"/>
              <a:ext cx="185428" cy="69818"/>
            </a:xfrm>
            <a:custGeom>
              <a:rect b="b" l="l" r="r" t="t"/>
              <a:pathLst>
                <a:path extrusionOk="0" h="2662" w="7070">
                  <a:moveTo>
                    <a:pt x="1786" y="1"/>
                  </a:moveTo>
                  <a:lnTo>
                    <a:pt x="496" y="573"/>
                  </a:lnTo>
                  <a:cubicBezTo>
                    <a:pt x="193" y="703"/>
                    <a:pt x="1" y="1001"/>
                    <a:pt x="1" y="1333"/>
                  </a:cubicBezTo>
                  <a:lnTo>
                    <a:pt x="1" y="2661"/>
                  </a:lnTo>
                  <a:lnTo>
                    <a:pt x="7069" y="2661"/>
                  </a:lnTo>
                  <a:lnTo>
                    <a:pt x="7069" y="1333"/>
                  </a:lnTo>
                  <a:cubicBezTo>
                    <a:pt x="7069" y="1001"/>
                    <a:pt x="6872" y="703"/>
                    <a:pt x="6574" y="573"/>
                  </a:cubicBezTo>
                  <a:lnTo>
                    <a:pt x="5284" y="1"/>
                  </a:lnTo>
                  <a:cubicBezTo>
                    <a:pt x="5005" y="727"/>
                    <a:pt x="4312" y="1208"/>
                    <a:pt x="3533" y="1208"/>
                  </a:cubicBezTo>
                  <a:cubicBezTo>
                    <a:pt x="2758" y="1208"/>
                    <a:pt x="2060" y="727"/>
                    <a:pt x="1786"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87"/>
            <p:cNvSpPr/>
            <p:nvPr/>
          </p:nvSpPr>
          <p:spPr>
            <a:xfrm>
              <a:off x="4932651" y="1649424"/>
              <a:ext cx="109054" cy="102759"/>
            </a:xfrm>
            <a:custGeom>
              <a:rect b="b" l="l" r="r" t="t"/>
              <a:pathLst>
                <a:path extrusionOk="0" h="3918" w="4158">
                  <a:moveTo>
                    <a:pt x="1513" y="1"/>
                  </a:moveTo>
                  <a:cubicBezTo>
                    <a:pt x="1358" y="1"/>
                    <a:pt x="1212" y="88"/>
                    <a:pt x="1140" y="227"/>
                  </a:cubicBezTo>
                  <a:cubicBezTo>
                    <a:pt x="919" y="665"/>
                    <a:pt x="582" y="1040"/>
                    <a:pt x="173" y="1310"/>
                  </a:cubicBezTo>
                  <a:cubicBezTo>
                    <a:pt x="63" y="1387"/>
                    <a:pt x="0" y="1512"/>
                    <a:pt x="0" y="1647"/>
                  </a:cubicBezTo>
                  <a:lnTo>
                    <a:pt x="0" y="1767"/>
                  </a:lnTo>
                  <a:cubicBezTo>
                    <a:pt x="0" y="2874"/>
                    <a:pt x="832" y="3841"/>
                    <a:pt x="1939" y="3913"/>
                  </a:cubicBezTo>
                  <a:cubicBezTo>
                    <a:pt x="1987" y="3916"/>
                    <a:pt x="2035" y="3918"/>
                    <a:pt x="2083" y="3918"/>
                  </a:cubicBezTo>
                  <a:cubicBezTo>
                    <a:pt x="3222" y="3918"/>
                    <a:pt x="4157" y="2994"/>
                    <a:pt x="4157" y="1839"/>
                  </a:cubicBezTo>
                  <a:lnTo>
                    <a:pt x="4157" y="1469"/>
                  </a:lnTo>
                  <a:cubicBezTo>
                    <a:pt x="4157" y="1291"/>
                    <a:pt x="4080" y="1122"/>
                    <a:pt x="3950" y="1002"/>
                  </a:cubicBezTo>
                  <a:cubicBezTo>
                    <a:pt x="3614" y="713"/>
                    <a:pt x="2868" y="198"/>
                    <a:pt x="1578" y="6"/>
                  </a:cubicBezTo>
                  <a:cubicBezTo>
                    <a:pt x="1556" y="2"/>
                    <a:pt x="1534" y="1"/>
                    <a:pt x="151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87"/>
            <p:cNvSpPr/>
            <p:nvPr/>
          </p:nvSpPr>
          <p:spPr>
            <a:xfrm>
              <a:off x="4932651" y="1649424"/>
              <a:ext cx="109054" cy="102261"/>
            </a:xfrm>
            <a:custGeom>
              <a:rect b="b" l="l" r="r" t="t"/>
              <a:pathLst>
                <a:path extrusionOk="0" h="3899" w="4158">
                  <a:moveTo>
                    <a:pt x="1513" y="1"/>
                  </a:moveTo>
                  <a:cubicBezTo>
                    <a:pt x="1359" y="1"/>
                    <a:pt x="1217" y="88"/>
                    <a:pt x="1145" y="227"/>
                  </a:cubicBezTo>
                  <a:cubicBezTo>
                    <a:pt x="1107" y="304"/>
                    <a:pt x="1063" y="376"/>
                    <a:pt x="1020" y="449"/>
                  </a:cubicBezTo>
                  <a:cubicBezTo>
                    <a:pt x="799" y="790"/>
                    <a:pt x="515" y="1084"/>
                    <a:pt x="178" y="1305"/>
                  </a:cubicBezTo>
                  <a:cubicBezTo>
                    <a:pt x="63" y="1382"/>
                    <a:pt x="0" y="1512"/>
                    <a:pt x="0" y="1647"/>
                  </a:cubicBezTo>
                  <a:lnTo>
                    <a:pt x="0" y="1767"/>
                  </a:lnTo>
                  <a:cubicBezTo>
                    <a:pt x="0" y="2835"/>
                    <a:pt x="780" y="3769"/>
                    <a:pt x="1828" y="3899"/>
                  </a:cubicBezTo>
                  <a:cubicBezTo>
                    <a:pt x="1453" y="3514"/>
                    <a:pt x="1246" y="2999"/>
                    <a:pt x="1246" y="2460"/>
                  </a:cubicBezTo>
                  <a:lnTo>
                    <a:pt x="1246" y="1151"/>
                  </a:lnTo>
                  <a:cubicBezTo>
                    <a:pt x="1246" y="939"/>
                    <a:pt x="1410" y="761"/>
                    <a:pt x="1622" y="737"/>
                  </a:cubicBezTo>
                  <a:cubicBezTo>
                    <a:pt x="1656" y="734"/>
                    <a:pt x="1694" y="732"/>
                    <a:pt x="1736" y="732"/>
                  </a:cubicBezTo>
                  <a:cubicBezTo>
                    <a:pt x="2312" y="732"/>
                    <a:pt x="3579" y="1030"/>
                    <a:pt x="4157" y="1420"/>
                  </a:cubicBezTo>
                  <a:cubicBezTo>
                    <a:pt x="4128" y="1368"/>
                    <a:pt x="3999" y="1045"/>
                    <a:pt x="3950" y="1002"/>
                  </a:cubicBezTo>
                  <a:cubicBezTo>
                    <a:pt x="3614" y="713"/>
                    <a:pt x="2868" y="198"/>
                    <a:pt x="1578" y="6"/>
                  </a:cubicBezTo>
                  <a:cubicBezTo>
                    <a:pt x="1556" y="2"/>
                    <a:pt x="1534" y="1"/>
                    <a:pt x="151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87"/>
            <p:cNvSpPr/>
            <p:nvPr/>
          </p:nvSpPr>
          <p:spPr>
            <a:xfrm>
              <a:off x="4894516" y="1798344"/>
              <a:ext cx="38135" cy="51904"/>
            </a:xfrm>
            <a:custGeom>
              <a:rect b="b" l="l" r="r" t="t"/>
              <a:pathLst>
                <a:path extrusionOk="0" h="1979" w="1454">
                  <a:moveTo>
                    <a:pt x="309" y="1"/>
                  </a:moveTo>
                  <a:cubicBezTo>
                    <a:pt x="112" y="160"/>
                    <a:pt x="1" y="395"/>
                    <a:pt x="1" y="646"/>
                  </a:cubicBezTo>
                  <a:lnTo>
                    <a:pt x="1" y="1978"/>
                  </a:lnTo>
                  <a:lnTo>
                    <a:pt x="1454" y="1978"/>
                  </a:lnTo>
                  <a:lnTo>
                    <a:pt x="1454" y="1406"/>
                  </a:lnTo>
                  <a:cubicBezTo>
                    <a:pt x="1454" y="1237"/>
                    <a:pt x="1391" y="1079"/>
                    <a:pt x="1276" y="963"/>
                  </a:cubicBezTo>
                  <a:lnTo>
                    <a:pt x="30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87"/>
            <p:cNvSpPr/>
            <p:nvPr/>
          </p:nvSpPr>
          <p:spPr>
            <a:xfrm>
              <a:off x="5041678" y="1798344"/>
              <a:ext cx="38266" cy="51904"/>
            </a:xfrm>
            <a:custGeom>
              <a:rect b="b" l="l" r="r" t="t"/>
              <a:pathLst>
                <a:path extrusionOk="0" h="1979" w="1459">
                  <a:moveTo>
                    <a:pt x="1146" y="1"/>
                  </a:moveTo>
                  <a:lnTo>
                    <a:pt x="183" y="963"/>
                  </a:lnTo>
                  <a:cubicBezTo>
                    <a:pt x="68" y="1079"/>
                    <a:pt x="0" y="1237"/>
                    <a:pt x="0" y="1406"/>
                  </a:cubicBezTo>
                  <a:lnTo>
                    <a:pt x="0" y="1978"/>
                  </a:lnTo>
                  <a:lnTo>
                    <a:pt x="1458" y="1978"/>
                  </a:lnTo>
                  <a:lnTo>
                    <a:pt x="1458" y="646"/>
                  </a:lnTo>
                  <a:cubicBezTo>
                    <a:pt x="1458" y="395"/>
                    <a:pt x="1343" y="160"/>
                    <a:pt x="114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87"/>
            <p:cNvSpPr/>
            <p:nvPr/>
          </p:nvSpPr>
          <p:spPr>
            <a:xfrm>
              <a:off x="5103628" y="1545196"/>
              <a:ext cx="105172" cy="124764"/>
            </a:xfrm>
            <a:custGeom>
              <a:rect b="b" l="l" r="r" t="t"/>
              <a:pathLst>
                <a:path extrusionOk="0" h="4757" w="4010">
                  <a:moveTo>
                    <a:pt x="2007" y="390"/>
                  </a:moveTo>
                  <a:cubicBezTo>
                    <a:pt x="2724" y="390"/>
                    <a:pt x="3340" y="910"/>
                    <a:pt x="3456" y="1622"/>
                  </a:cubicBezTo>
                  <a:cubicBezTo>
                    <a:pt x="3571" y="2329"/>
                    <a:pt x="3157" y="3022"/>
                    <a:pt x="2474" y="3253"/>
                  </a:cubicBezTo>
                  <a:lnTo>
                    <a:pt x="2821" y="1906"/>
                  </a:lnTo>
                  <a:cubicBezTo>
                    <a:pt x="2858" y="1758"/>
                    <a:pt x="2739" y="1663"/>
                    <a:pt x="2624" y="1663"/>
                  </a:cubicBezTo>
                  <a:cubicBezTo>
                    <a:pt x="2544" y="1663"/>
                    <a:pt x="2466" y="1708"/>
                    <a:pt x="2440" y="1810"/>
                  </a:cubicBezTo>
                  <a:lnTo>
                    <a:pt x="2426" y="1872"/>
                  </a:lnTo>
                  <a:lnTo>
                    <a:pt x="1584" y="1872"/>
                  </a:lnTo>
                  <a:lnTo>
                    <a:pt x="1570" y="1810"/>
                  </a:lnTo>
                  <a:cubicBezTo>
                    <a:pt x="1542" y="1708"/>
                    <a:pt x="1464" y="1663"/>
                    <a:pt x="1384" y="1663"/>
                  </a:cubicBezTo>
                  <a:cubicBezTo>
                    <a:pt x="1269" y="1663"/>
                    <a:pt x="1152" y="1758"/>
                    <a:pt x="1189" y="1906"/>
                  </a:cubicBezTo>
                  <a:lnTo>
                    <a:pt x="1531" y="3253"/>
                  </a:lnTo>
                  <a:cubicBezTo>
                    <a:pt x="853" y="3022"/>
                    <a:pt x="434" y="2329"/>
                    <a:pt x="554" y="1617"/>
                  </a:cubicBezTo>
                  <a:cubicBezTo>
                    <a:pt x="670" y="910"/>
                    <a:pt x="1286" y="390"/>
                    <a:pt x="2007" y="390"/>
                  </a:cubicBezTo>
                  <a:close/>
                  <a:moveTo>
                    <a:pt x="2325" y="2262"/>
                  </a:moveTo>
                  <a:lnTo>
                    <a:pt x="2056" y="3330"/>
                  </a:lnTo>
                  <a:lnTo>
                    <a:pt x="1959" y="3330"/>
                  </a:lnTo>
                  <a:lnTo>
                    <a:pt x="1685" y="2262"/>
                  </a:lnTo>
                  <a:close/>
                  <a:moveTo>
                    <a:pt x="2436" y="3667"/>
                  </a:moveTo>
                  <a:lnTo>
                    <a:pt x="2436" y="4148"/>
                  </a:lnTo>
                  <a:cubicBezTo>
                    <a:pt x="2436" y="4153"/>
                    <a:pt x="2431" y="4163"/>
                    <a:pt x="2421" y="4163"/>
                  </a:cubicBezTo>
                  <a:lnTo>
                    <a:pt x="1589" y="4163"/>
                  </a:lnTo>
                  <a:cubicBezTo>
                    <a:pt x="1584" y="4163"/>
                    <a:pt x="1579" y="4153"/>
                    <a:pt x="1579" y="4148"/>
                  </a:cubicBezTo>
                  <a:lnTo>
                    <a:pt x="1579" y="3667"/>
                  </a:lnTo>
                  <a:cubicBezTo>
                    <a:pt x="1719" y="3701"/>
                    <a:pt x="1862" y="3718"/>
                    <a:pt x="2006" y="3718"/>
                  </a:cubicBezTo>
                  <a:cubicBezTo>
                    <a:pt x="2149" y="3718"/>
                    <a:pt x="2294" y="3701"/>
                    <a:pt x="2436" y="3667"/>
                  </a:cubicBezTo>
                  <a:close/>
                  <a:moveTo>
                    <a:pt x="2007" y="1"/>
                  </a:moveTo>
                  <a:cubicBezTo>
                    <a:pt x="1141" y="1"/>
                    <a:pt x="391" y="597"/>
                    <a:pt x="193" y="1439"/>
                  </a:cubicBezTo>
                  <a:cubicBezTo>
                    <a:pt x="1" y="2281"/>
                    <a:pt x="410" y="3147"/>
                    <a:pt x="1189" y="3528"/>
                  </a:cubicBezTo>
                  <a:lnTo>
                    <a:pt x="1189" y="4148"/>
                  </a:lnTo>
                  <a:cubicBezTo>
                    <a:pt x="1189" y="4370"/>
                    <a:pt x="1367" y="4548"/>
                    <a:pt x="1589" y="4548"/>
                  </a:cubicBezTo>
                  <a:lnTo>
                    <a:pt x="1810" y="4548"/>
                  </a:lnTo>
                  <a:lnTo>
                    <a:pt x="1810" y="4562"/>
                  </a:lnTo>
                  <a:cubicBezTo>
                    <a:pt x="1810" y="4692"/>
                    <a:pt x="1908" y="4757"/>
                    <a:pt x="2005" y="4757"/>
                  </a:cubicBezTo>
                  <a:cubicBezTo>
                    <a:pt x="2102" y="4757"/>
                    <a:pt x="2200" y="4692"/>
                    <a:pt x="2200" y="4562"/>
                  </a:cubicBezTo>
                  <a:lnTo>
                    <a:pt x="2200" y="4548"/>
                  </a:lnTo>
                  <a:lnTo>
                    <a:pt x="2421" y="4548"/>
                  </a:lnTo>
                  <a:cubicBezTo>
                    <a:pt x="2643" y="4548"/>
                    <a:pt x="2825" y="4370"/>
                    <a:pt x="2825" y="4148"/>
                  </a:cubicBezTo>
                  <a:lnTo>
                    <a:pt x="2825" y="3528"/>
                  </a:lnTo>
                  <a:cubicBezTo>
                    <a:pt x="3600" y="3147"/>
                    <a:pt x="4009" y="2281"/>
                    <a:pt x="3817" y="1439"/>
                  </a:cubicBezTo>
                  <a:cubicBezTo>
                    <a:pt x="3619" y="597"/>
                    <a:pt x="286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87"/>
            <p:cNvSpPr/>
            <p:nvPr/>
          </p:nvSpPr>
          <p:spPr>
            <a:xfrm>
              <a:off x="4889349" y="1561614"/>
              <a:ext cx="195631" cy="293879"/>
            </a:xfrm>
            <a:custGeom>
              <a:rect b="b" l="l" r="r" t="t"/>
              <a:pathLst>
                <a:path extrusionOk="0" h="11205" w="7459">
                  <a:moveTo>
                    <a:pt x="3730" y="390"/>
                  </a:moveTo>
                  <a:cubicBezTo>
                    <a:pt x="4312" y="390"/>
                    <a:pt x="4783" y="765"/>
                    <a:pt x="4783" y="1232"/>
                  </a:cubicBezTo>
                  <a:lnTo>
                    <a:pt x="4783" y="1237"/>
                  </a:lnTo>
                  <a:cubicBezTo>
                    <a:pt x="4444" y="1104"/>
                    <a:pt x="4087" y="1038"/>
                    <a:pt x="3730" y="1038"/>
                  </a:cubicBezTo>
                  <a:cubicBezTo>
                    <a:pt x="3374" y="1038"/>
                    <a:pt x="3018" y="1104"/>
                    <a:pt x="2681" y="1237"/>
                  </a:cubicBezTo>
                  <a:cubicBezTo>
                    <a:pt x="2681" y="1237"/>
                    <a:pt x="2676" y="1232"/>
                    <a:pt x="2676" y="1232"/>
                  </a:cubicBezTo>
                  <a:cubicBezTo>
                    <a:pt x="2676" y="765"/>
                    <a:pt x="3147" y="390"/>
                    <a:pt x="3730" y="390"/>
                  </a:cubicBezTo>
                  <a:close/>
                  <a:moveTo>
                    <a:pt x="3730" y="1429"/>
                  </a:moveTo>
                  <a:cubicBezTo>
                    <a:pt x="5568" y="1429"/>
                    <a:pt x="6780" y="3335"/>
                    <a:pt x="6006" y="4999"/>
                  </a:cubicBezTo>
                  <a:lnTo>
                    <a:pt x="6006" y="4817"/>
                  </a:lnTo>
                  <a:cubicBezTo>
                    <a:pt x="6006" y="4581"/>
                    <a:pt x="5905" y="4359"/>
                    <a:pt x="5727" y="4206"/>
                  </a:cubicBezTo>
                  <a:cubicBezTo>
                    <a:pt x="5337" y="3864"/>
                    <a:pt x="4451" y="3272"/>
                    <a:pt x="2917" y="3118"/>
                  </a:cubicBezTo>
                  <a:cubicBezTo>
                    <a:pt x="2907" y="3117"/>
                    <a:pt x="2899" y="3117"/>
                    <a:pt x="2890" y="3117"/>
                  </a:cubicBezTo>
                  <a:cubicBezTo>
                    <a:pt x="2659" y="3117"/>
                    <a:pt x="2632" y="3480"/>
                    <a:pt x="2878" y="3503"/>
                  </a:cubicBezTo>
                  <a:cubicBezTo>
                    <a:pt x="4307" y="3647"/>
                    <a:pt x="5115" y="4186"/>
                    <a:pt x="5472" y="4499"/>
                  </a:cubicBezTo>
                  <a:cubicBezTo>
                    <a:pt x="5563" y="4576"/>
                    <a:pt x="5616" y="4696"/>
                    <a:pt x="5616" y="4817"/>
                  </a:cubicBezTo>
                  <a:lnTo>
                    <a:pt x="5616" y="5182"/>
                  </a:lnTo>
                  <a:cubicBezTo>
                    <a:pt x="5616" y="6222"/>
                    <a:pt x="4769" y="7064"/>
                    <a:pt x="3730" y="7064"/>
                  </a:cubicBezTo>
                  <a:cubicBezTo>
                    <a:pt x="2690" y="7064"/>
                    <a:pt x="1843" y="6222"/>
                    <a:pt x="1843" y="5182"/>
                  </a:cubicBezTo>
                  <a:lnTo>
                    <a:pt x="1848" y="5182"/>
                  </a:lnTo>
                  <a:lnTo>
                    <a:pt x="1848" y="5019"/>
                  </a:lnTo>
                  <a:cubicBezTo>
                    <a:pt x="1848" y="4947"/>
                    <a:pt x="1892" y="4874"/>
                    <a:pt x="1959" y="4841"/>
                  </a:cubicBezTo>
                  <a:cubicBezTo>
                    <a:pt x="2291" y="4658"/>
                    <a:pt x="2541" y="4355"/>
                    <a:pt x="2666" y="3999"/>
                  </a:cubicBezTo>
                  <a:cubicBezTo>
                    <a:pt x="2711" y="3850"/>
                    <a:pt x="2592" y="3749"/>
                    <a:pt x="2476" y="3749"/>
                  </a:cubicBezTo>
                  <a:cubicBezTo>
                    <a:pt x="2403" y="3749"/>
                    <a:pt x="2332" y="3788"/>
                    <a:pt x="2301" y="3878"/>
                  </a:cubicBezTo>
                  <a:cubicBezTo>
                    <a:pt x="2204" y="4143"/>
                    <a:pt x="2012" y="4369"/>
                    <a:pt x="1762" y="4504"/>
                  </a:cubicBezTo>
                  <a:cubicBezTo>
                    <a:pt x="1584" y="4605"/>
                    <a:pt x="1468" y="4793"/>
                    <a:pt x="1459" y="4999"/>
                  </a:cubicBezTo>
                  <a:cubicBezTo>
                    <a:pt x="679" y="3335"/>
                    <a:pt x="1896" y="1429"/>
                    <a:pt x="3730" y="1429"/>
                  </a:cubicBezTo>
                  <a:close/>
                  <a:moveTo>
                    <a:pt x="4572" y="7295"/>
                  </a:moveTo>
                  <a:lnTo>
                    <a:pt x="4572" y="7766"/>
                  </a:lnTo>
                  <a:cubicBezTo>
                    <a:pt x="4572" y="8007"/>
                    <a:pt x="4711" y="8223"/>
                    <a:pt x="4933" y="8324"/>
                  </a:cubicBezTo>
                  <a:lnTo>
                    <a:pt x="5217" y="8449"/>
                  </a:lnTo>
                  <a:cubicBezTo>
                    <a:pt x="4933" y="9003"/>
                    <a:pt x="4355" y="9354"/>
                    <a:pt x="3730" y="9354"/>
                  </a:cubicBezTo>
                  <a:cubicBezTo>
                    <a:pt x="3099" y="9354"/>
                    <a:pt x="2527" y="9003"/>
                    <a:pt x="2238" y="8445"/>
                  </a:cubicBezTo>
                  <a:lnTo>
                    <a:pt x="2522" y="8320"/>
                  </a:lnTo>
                  <a:cubicBezTo>
                    <a:pt x="2743" y="8223"/>
                    <a:pt x="2883" y="8002"/>
                    <a:pt x="2883" y="7761"/>
                  </a:cubicBezTo>
                  <a:lnTo>
                    <a:pt x="2883" y="7295"/>
                  </a:lnTo>
                  <a:cubicBezTo>
                    <a:pt x="3155" y="7403"/>
                    <a:pt x="3441" y="7457"/>
                    <a:pt x="3727" y="7457"/>
                  </a:cubicBezTo>
                  <a:cubicBezTo>
                    <a:pt x="4014" y="7457"/>
                    <a:pt x="4300" y="7403"/>
                    <a:pt x="4572" y="7295"/>
                  </a:cubicBezTo>
                  <a:close/>
                  <a:moveTo>
                    <a:pt x="3730" y="0"/>
                  </a:moveTo>
                  <a:cubicBezTo>
                    <a:pt x="2936" y="0"/>
                    <a:pt x="2286" y="553"/>
                    <a:pt x="2286" y="1232"/>
                  </a:cubicBezTo>
                  <a:cubicBezTo>
                    <a:pt x="2286" y="1294"/>
                    <a:pt x="2291" y="1352"/>
                    <a:pt x="2301" y="1415"/>
                  </a:cubicBezTo>
                  <a:cubicBezTo>
                    <a:pt x="698" y="2319"/>
                    <a:pt x="337" y="4470"/>
                    <a:pt x="1555" y="5851"/>
                  </a:cubicBezTo>
                  <a:cubicBezTo>
                    <a:pt x="1714" y="6361"/>
                    <a:pt x="2046" y="6799"/>
                    <a:pt x="2493" y="7093"/>
                  </a:cubicBezTo>
                  <a:lnTo>
                    <a:pt x="2493" y="7766"/>
                  </a:lnTo>
                  <a:cubicBezTo>
                    <a:pt x="2493" y="7853"/>
                    <a:pt x="2445" y="7930"/>
                    <a:pt x="2363" y="7968"/>
                  </a:cubicBezTo>
                  <a:lnTo>
                    <a:pt x="612" y="8738"/>
                  </a:lnTo>
                  <a:cubicBezTo>
                    <a:pt x="241" y="8907"/>
                    <a:pt x="1" y="9272"/>
                    <a:pt x="1" y="9681"/>
                  </a:cubicBezTo>
                  <a:lnTo>
                    <a:pt x="1" y="11009"/>
                  </a:lnTo>
                  <a:cubicBezTo>
                    <a:pt x="1" y="11139"/>
                    <a:pt x="98" y="11204"/>
                    <a:pt x="195" y="11204"/>
                  </a:cubicBezTo>
                  <a:cubicBezTo>
                    <a:pt x="293" y="11204"/>
                    <a:pt x="390" y="11139"/>
                    <a:pt x="390" y="11009"/>
                  </a:cubicBezTo>
                  <a:lnTo>
                    <a:pt x="390" y="9681"/>
                  </a:lnTo>
                  <a:cubicBezTo>
                    <a:pt x="390" y="9426"/>
                    <a:pt x="540" y="9200"/>
                    <a:pt x="766" y="9094"/>
                  </a:cubicBezTo>
                  <a:lnTo>
                    <a:pt x="1882" y="8603"/>
                  </a:lnTo>
                  <a:cubicBezTo>
                    <a:pt x="2228" y="9306"/>
                    <a:pt x="2945" y="9749"/>
                    <a:pt x="3730" y="9749"/>
                  </a:cubicBezTo>
                  <a:cubicBezTo>
                    <a:pt x="4509" y="9749"/>
                    <a:pt x="5226" y="9306"/>
                    <a:pt x="5577" y="8603"/>
                  </a:cubicBezTo>
                  <a:lnTo>
                    <a:pt x="6689" y="9094"/>
                  </a:lnTo>
                  <a:cubicBezTo>
                    <a:pt x="6920" y="9195"/>
                    <a:pt x="7069" y="9426"/>
                    <a:pt x="7069" y="9676"/>
                  </a:cubicBezTo>
                  <a:lnTo>
                    <a:pt x="7069" y="11009"/>
                  </a:lnTo>
                  <a:cubicBezTo>
                    <a:pt x="7069" y="11139"/>
                    <a:pt x="7166" y="11204"/>
                    <a:pt x="7264" y="11204"/>
                  </a:cubicBezTo>
                  <a:cubicBezTo>
                    <a:pt x="7361" y="11204"/>
                    <a:pt x="7459" y="11139"/>
                    <a:pt x="7459" y="11009"/>
                  </a:cubicBezTo>
                  <a:lnTo>
                    <a:pt x="7459" y="9676"/>
                  </a:lnTo>
                  <a:cubicBezTo>
                    <a:pt x="7459" y="9272"/>
                    <a:pt x="7218" y="8902"/>
                    <a:pt x="6848" y="8738"/>
                  </a:cubicBezTo>
                  <a:lnTo>
                    <a:pt x="5096" y="7963"/>
                  </a:lnTo>
                  <a:cubicBezTo>
                    <a:pt x="5014" y="7930"/>
                    <a:pt x="4966" y="7848"/>
                    <a:pt x="4966" y="7761"/>
                  </a:cubicBezTo>
                  <a:lnTo>
                    <a:pt x="4966" y="7093"/>
                  </a:lnTo>
                  <a:cubicBezTo>
                    <a:pt x="5414" y="6799"/>
                    <a:pt x="5746" y="6361"/>
                    <a:pt x="5905" y="5851"/>
                  </a:cubicBezTo>
                  <a:cubicBezTo>
                    <a:pt x="7122" y="4470"/>
                    <a:pt x="6761" y="2319"/>
                    <a:pt x="5159" y="1415"/>
                  </a:cubicBezTo>
                  <a:cubicBezTo>
                    <a:pt x="5168" y="1352"/>
                    <a:pt x="5173" y="1294"/>
                    <a:pt x="5173" y="1232"/>
                  </a:cubicBezTo>
                  <a:cubicBezTo>
                    <a:pt x="5173" y="553"/>
                    <a:pt x="4528" y="0"/>
                    <a:pt x="3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87"/>
            <p:cNvSpPr/>
            <p:nvPr/>
          </p:nvSpPr>
          <p:spPr>
            <a:xfrm>
              <a:off x="4927589" y="1823338"/>
              <a:ext cx="10255" cy="32024"/>
            </a:xfrm>
            <a:custGeom>
              <a:rect b="b" l="l" r="r" t="t"/>
              <a:pathLst>
                <a:path extrusionOk="0" h="1221" w="391">
                  <a:moveTo>
                    <a:pt x="193" y="1"/>
                  </a:moveTo>
                  <a:cubicBezTo>
                    <a:pt x="87" y="1"/>
                    <a:pt x="1" y="87"/>
                    <a:pt x="1" y="193"/>
                  </a:cubicBezTo>
                  <a:lnTo>
                    <a:pt x="1" y="1025"/>
                  </a:lnTo>
                  <a:cubicBezTo>
                    <a:pt x="1" y="1155"/>
                    <a:pt x="98" y="1220"/>
                    <a:pt x="195" y="1220"/>
                  </a:cubicBezTo>
                  <a:cubicBezTo>
                    <a:pt x="293" y="1220"/>
                    <a:pt x="390" y="1155"/>
                    <a:pt x="390" y="1025"/>
                  </a:cubicBezTo>
                  <a:lnTo>
                    <a:pt x="390" y="193"/>
                  </a:lnTo>
                  <a:cubicBezTo>
                    <a:pt x="390" y="87"/>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87"/>
            <p:cNvSpPr/>
            <p:nvPr/>
          </p:nvSpPr>
          <p:spPr>
            <a:xfrm>
              <a:off x="5036616" y="1823338"/>
              <a:ext cx="10255" cy="32024"/>
            </a:xfrm>
            <a:custGeom>
              <a:rect b="b" l="l" r="r" t="t"/>
              <a:pathLst>
                <a:path extrusionOk="0" h="1221" w="391">
                  <a:moveTo>
                    <a:pt x="193" y="1"/>
                  </a:moveTo>
                  <a:cubicBezTo>
                    <a:pt x="87" y="1"/>
                    <a:pt x="1" y="87"/>
                    <a:pt x="1" y="193"/>
                  </a:cubicBezTo>
                  <a:lnTo>
                    <a:pt x="1" y="1025"/>
                  </a:lnTo>
                  <a:cubicBezTo>
                    <a:pt x="1" y="1155"/>
                    <a:pt x="98" y="1220"/>
                    <a:pt x="196" y="1220"/>
                  </a:cubicBezTo>
                  <a:cubicBezTo>
                    <a:pt x="293" y="1220"/>
                    <a:pt x="391" y="1155"/>
                    <a:pt x="391" y="1025"/>
                  </a:cubicBezTo>
                  <a:lnTo>
                    <a:pt x="391" y="193"/>
                  </a:lnTo>
                  <a:cubicBezTo>
                    <a:pt x="391" y="87"/>
                    <a:pt x="304"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87"/>
            <p:cNvSpPr/>
            <p:nvPr/>
          </p:nvSpPr>
          <p:spPr>
            <a:xfrm>
              <a:off x="5074751" y="1561614"/>
              <a:ext cx="162925" cy="169771"/>
            </a:xfrm>
            <a:custGeom>
              <a:rect b="b" l="l" r="r" t="t"/>
              <a:pathLst>
                <a:path extrusionOk="0" h="6473" w="6212">
                  <a:moveTo>
                    <a:pt x="818" y="0"/>
                  </a:moveTo>
                  <a:cubicBezTo>
                    <a:pt x="366" y="0"/>
                    <a:pt x="0" y="366"/>
                    <a:pt x="0" y="818"/>
                  </a:cubicBezTo>
                  <a:lnTo>
                    <a:pt x="0" y="4143"/>
                  </a:lnTo>
                  <a:cubicBezTo>
                    <a:pt x="0" y="4595"/>
                    <a:pt x="366" y="4961"/>
                    <a:pt x="818" y="4961"/>
                  </a:cubicBezTo>
                  <a:lnTo>
                    <a:pt x="1193" y="4961"/>
                  </a:lnTo>
                  <a:lnTo>
                    <a:pt x="909" y="6106"/>
                  </a:lnTo>
                  <a:cubicBezTo>
                    <a:pt x="862" y="6307"/>
                    <a:pt x="1023" y="6472"/>
                    <a:pt x="1202" y="6472"/>
                  </a:cubicBezTo>
                  <a:cubicBezTo>
                    <a:pt x="1259" y="6472"/>
                    <a:pt x="1317" y="6456"/>
                    <a:pt x="1371" y="6419"/>
                  </a:cubicBezTo>
                  <a:lnTo>
                    <a:pt x="3378" y="4961"/>
                  </a:lnTo>
                  <a:lnTo>
                    <a:pt x="5394" y="4961"/>
                  </a:lnTo>
                  <a:cubicBezTo>
                    <a:pt x="5846" y="4961"/>
                    <a:pt x="6212" y="4595"/>
                    <a:pt x="6212" y="4143"/>
                  </a:cubicBezTo>
                  <a:lnTo>
                    <a:pt x="6212" y="818"/>
                  </a:lnTo>
                  <a:cubicBezTo>
                    <a:pt x="6212" y="366"/>
                    <a:pt x="5846" y="0"/>
                    <a:pt x="5394" y="0"/>
                  </a:cubicBezTo>
                  <a:cubicBezTo>
                    <a:pt x="5134" y="0"/>
                    <a:pt x="5134" y="390"/>
                    <a:pt x="5394" y="390"/>
                  </a:cubicBezTo>
                  <a:cubicBezTo>
                    <a:pt x="5630" y="390"/>
                    <a:pt x="5822" y="582"/>
                    <a:pt x="5822" y="818"/>
                  </a:cubicBezTo>
                  <a:lnTo>
                    <a:pt x="5822" y="4143"/>
                  </a:lnTo>
                  <a:cubicBezTo>
                    <a:pt x="5822" y="4384"/>
                    <a:pt x="5630" y="4576"/>
                    <a:pt x="5394" y="4576"/>
                  </a:cubicBezTo>
                  <a:lnTo>
                    <a:pt x="3315" y="4576"/>
                  </a:lnTo>
                  <a:cubicBezTo>
                    <a:pt x="3272" y="4576"/>
                    <a:pt x="3234" y="4586"/>
                    <a:pt x="3200" y="4610"/>
                  </a:cubicBezTo>
                  <a:lnTo>
                    <a:pt x="1347" y="5962"/>
                  </a:lnTo>
                  <a:lnTo>
                    <a:pt x="1631" y="4817"/>
                  </a:lnTo>
                  <a:cubicBezTo>
                    <a:pt x="1660" y="4696"/>
                    <a:pt x="1569" y="4576"/>
                    <a:pt x="1444" y="4576"/>
                  </a:cubicBezTo>
                  <a:lnTo>
                    <a:pt x="818" y="4576"/>
                  </a:lnTo>
                  <a:cubicBezTo>
                    <a:pt x="582" y="4576"/>
                    <a:pt x="390" y="4384"/>
                    <a:pt x="390" y="4148"/>
                  </a:cubicBezTo>
                  <a:lnTo>
                    <a:pt x="390" y="818"/>
                  </a:lnTo>
                  <a:cubicBezTo>
                    <a:pt x="390" y="577"/>
                    <a:pt x="582" y="390"/>
                    <a:pt x="818" y="390"/>
                  </a:cubicBezTo>
                  <a:cubicBezTo>
                    <a:pt x="1078" y="390"/>
                    <a:pt x="1078" y="0"/>
                    <a:pt x="8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1" name="Google Shape;15441;p87"/>
          <p:cNvGrpSpPr/>
          <p:nvPr/>
        </p:nvGrpSpPr>
        <p:grpSpPr>
          <a:xfrm>
            <a:off x="5393651" y="1498668"/>
            <a:ext cx="263403" cy="366713"/>
            <a:chOff x="5393651" y="1498668"/>
            <a:chExt cx="263403" cy="366713"/>
          </a:xfrm>
        </p:grpSpPr>
        <p:sp>
          <p:nvSpPr>
            <p:cNvPr id="15442" name="Google Shape;15442;p87"/>
            <p:cNvSpPr/>
            <p:nvPr/>
          </p:nvSpPr>
          <p:spPr>
            <a:xfrm>
              <a:off x="5399080" y="1527020"/>
              <a:ext cx="252676" cy="333063"/>
            </a:xfrm>
            <a:custGeom>
              <a:rect b="b" l="l" r="r" t="t"/>
              <a:pathLst>
                <a:path extrusionOk="0" h="12699" w="9634">
                  <a:moveTo>
                    <a:pt x="655" y="1"/>
                  </a:moveTo>
                  <a:cubicBezTo>
                    <a:pt x="294" y="1"/>
                    <a:pt x="0" y="294"/>
                    <a:pt x="0" y="655"/>
                  </a:cubicBezTo>
                  <a:lnTo>
                    <a:pt x="0" y="12040"/>
                  </a:lnTo>
                  <a:cubicBezTo>
                    <a:pt x="0" y="12400"/>
                    <a:pt x="294" y="12699"/>
                    <a:pt x="655" y="12699"/>
                  </a:cubicBezTo>
                  <a:lnTo>
                    <a:pt x="8974" y="12699"/>
                  </a:lnTo>
                  <a:cubicBezTo>
                    <a:pt x="9335" y="12699"/>
                    <a:pt x="9633" y="12400"/>
                    <a:pt x="9633" y="12040"/>
                  </a:cubicBezTo>
                  <a:lnTo>
                    <a:pt x="9633" y="655"/>
                  </a:lnTo>
                  <a:cubicBezTo>
                    <a:pt x="9628" y="294"/>
                    <a:pt x="9335" y="1"/>
                    <a:pt x="897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87"/>
            <p:cNvSpPr/>
            <p:nvPr/>
          </p:nvSpPr>
          <p:spPr>
            <a:xfrm>
              <a:off x="5422029" y="1549995"/>
              <a:ext cx="206751" cy="275651"/>
            </a:xfrm>
            <a:custGeom>
              <a:rect b="b" l="l" r="r" t="t"/>
              <a:pathLst>
                <a:path extrusionOk="0" h="10510" w="7883">
                  <a:moveTo>
                    <a:pt x="1" y="0"/>
                  </a:moveTo>
                  <a:lnTo>
                    <a:pt x="1" y="10509"/>
                  </a:lnTo>
                  <a:lnTo>
                    <a:pt x="7883" y="10509"/>
                  </a:lnTo>
                  <a:lnTo>
                    <a:pt x="78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87"/>
            <p:cNvSpPr/>
            <p:nvPr/>
          </p:nvSpPr>
          <p:spPr>
            <a:xfrm>
              <a:off x="5473645" y="1503992"/>
              <a:ext cx="103520" cy="46029"/>
            </a:xfrm>
            <a:custGeom>
              <a:rect b="b" l="l" r="r" t="t"/>
              <a:pathLst>
                <a:path extrusionOk="0" h="1755" w="3947">
                  <a:moveTo>
                    <a:pt x="1972" y="1"/>
                  </a:moveTo>
                  <a:cubicBezTo>
                    <a:pt x="1678" y="1"/>
                    <a:pt x="1384" y="147"/>
                    <a:pt x="1218" y="441"/>
                  </a:cubicBezTo>
                  <a:lnTo>
                    <a:pt x="439" y="441"/>
                  </a:lnTo>
                  <a:cubicBezTo>
                    <a:pt x="198" y="441"/>
                    <a:pt x="1" y="633"/>
                    <a:pt x="1" y="879"/>
                  </a:cubicBezTo>
                  <a:lnTo>
                    <a:pt x="1" y="1754"/>
                  </a:lnTo>
                  <a:lnTo>
                    <a:pt x="3942" y="1754"/>
                  </a:lnTo>
                  <a:lnTo>
                    <a:pt x="3942" y="879"/>
                  </a:lnTo>
                  <a:cubicBezTo>
                    <a:pt x="3947" y="638"/>
                    <a:pt x="3749" y="441"/>
                    <a:pt x="3504" y="441"/>
                  </a:cubicBezTo>
                  <a:lnTo>
                    <a:pt x="2729" y="441"/>
                  </a:lnTo>
                  <a:cubicBezTo>
                    <a:pt x="2561" y="147"/>
                    <a:pt x="2266" y="1"/>
                    <a:pt x="197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87"/>
            <p:cNvSpPr/>
            <p:nvPr/>
          </p:nvSpPr>
          <p:spPr>
            <a:xfrm>
              <a:off x="5453581" y="1661934"/>
              <a:ext cx="28798" cy="28667"/>
            </a:xfrm>
            <a:custGeom>
              <a:rect b="b" l="l" r="r" t="t"/>
              <a:pathLst>
                <a:path extrusionOk="0" h="1093" w="1098">
                  <a:moveTo>
                    <a:pt x="549" y="0"/>
                  </a:moveTo>
                  <a:cubicBezTo>
                    <a:pt x="246" y="0"/>
                    <a:pt x="1" y="246"/>
                    <a:pt x="1" y="544"/>
                  </a:cubicBezTo>
                  <a:cubicBezTo>
                    <a:pt x="1" y="847"/>
                    <a:pt x="246" y="1093"/>
                    <a:pt x="549" y="1093"/>
                  </a:cubicBezTo>
                  <a:cubicBezTo>
                    <a:pt x="853" y="1093"/>
                    <a:pt x="1098" y="847"/>
                    <a:pt x="1098" y="544"/>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87"/>
            <p:cNvSpPr/>
            <p:nvPr/>
          </p:nvSpPr>
          <p:spPr>
            <a:xfrm>
              <a:off x="5453581" y="1713550"/>
              <a:ext cx="28798" cy="28798"/>
            </a:xfrm>
            <a:custGeom>
              <a:rect b="b" l="l" r="r" t="t"/>
              <a:pathLst>
                <a:path extrusionOk="0" h="1098" w="1098">
                  <a:moveTo>
                    <a:pt x="549" y="0"/>
                  </a:moveTo>
                  <a:cubicBezTo>
                    <a:pt x="246" y="0"/>
                    <a:pt x="1" y="246"/>
                    <a:pt x="1" y="549"/>
                  </a:cubicBezTo>
                  <a:cubicBezTo>
                    <a:pt x="1" y="852"/>
                    <a:pt x="246" y="1097"/>
                    <a:pt x="549" y="1097"/>
                  </a:cubicBezTo>
                  <a:cubicBezTo>
                    <a:pt x="853" y="1097"/>
                    <a:pt x="1098" y="852"/>
                    <a:pt x="1098" y="549"/>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87"/>
            <p:cNvSpPr/>
            <p:nvPr/>
          </p:nvSpPr>
          <p:spPr>
            <a:xfrm>
              <a:off x="5453581" y="1765297"/>
              <a:ext cx="28798" cy="28667"/>
            </a:xfrm>
            <a:custGeom>
              <a:rect b="b" l="l" r="r" t="t"/>
              <a:pathLst>
                <a:path extrusionOk="0" h="1093" w="1098">
                  <a:moveTo>
                    <a:pt x="549" y="0"/>
                  </a:moveTo>
                  <a:cubicBezTo>
                    <a:pt x="246" y="0"/>
                    <a:pt x="1" y="246"/>
                    <a:pt x="1" y="544"/>
                  </a:cubicBezTo>
                  <a:cubicBezTo>
                    <a:pt x="1" y="847"/>
                    <a:pt x="246" y="1092"/>
                    <a:pt x="549" y="1092"/>
                  </a:cubicBezTo>
                  <a:cubicBezTo>
                    <a:pt x="853" y="1092"/>
                    <a:pt x="1098" y="847"/>
                    <a:pt x="1098" y="544"/>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87"/>
            <p:cNvSpPr/>
            <p:nvPr/>
          </p:nvSpPr>
          <p:spPr>
            <a:xfrm>
              <a:off x="5450827" y="1572971"/>
              <a:ext cx="34463" cy="34463"/>
            </a:xfrm>
            <a:custGeom>
              <a:rect b="b" l="l" r="r" t="t"/>
              <a:pathLst>
                <a:path extrusionOk="0" h="1314" w="1314">
                  <a:moveTo>
                    <a:pt x="217" y="0"/>
                  </a:moveTo>
                  <a:cubicBezTo>
                    <a:pt x="96" y="0"/>
                    <a:pt x="0" y="96"/>
                    <a:pt x="0" y="217"/>
                  </a:cubicBezTo>
                  <a:lnTo>
                    <a:pt x="0" y="1092"/>
                  </a:lnTo>
                  <a:cubicBezTo>
                    <a:pt x="0" y="1213"/>
                    <a:pt x="96" y="1314"/>
                    <a:pt x="217" y="1314"/>
                  </a:cubicBezTo>
                  <a:lnTo>
                    <a:pt x="1092" y="1314"/>
                  </a:lnTo>
                  <a:cubicBezTo>
                    <a:pt x="1213" y="1314"/>
                    <a:pt x="1314" y="1213"/>
                    <a:pt x="1314" y="1092"/>
                  </a:cubicBezTo>
                  <a:lnTo>
                    <a:pt x="1314" y="217"/>
                  </a:lnTo>
                  <a:cubicBezTo>
                    <a:pt x="1314" y="96"/>
                    <a:pt x="1213" y="0"/>
                    <a:pt x="1092"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87"/>
            <p:cNvSpPr/>
            <p:nvPr/>
          </p:nvSpPr>
          <p:spPr>
            <a:xfrm>
              <a:off x="5393651" y="1498668"/>
              <a:ext cx="263403" cy="366713"/>
            </a:xfrm>
            <a:custGeom>
              <a:rect b="b" l="l" r="r" t="t"/>
              <a:pathLst>
                <a:path extrusionOk="0" h="13982" w="10043">
                  <a:moveTo>
                    <a:pt x="5022" y="406"/>
                  </a:moveTo>
                  <a:cubicBezTo>
                    <a:pt x="5248" y="406"/>
                    <a:pt x="5474" y="519"/>
                    <a:pt x="5601" y="745"/>
                  </a:cubicBezTo>
                  <a:cubicBezTo>
                    <a:pt x="5635" y="807"/>
                    <a:pt x="5702" y="846"/>
                    <a:pt x="5779" y="846"/>
                  </a:cubicBezTo>
                  <a:lnTo>
                    <a:pt x="6554" y="846"/>
                  </a:lnTo>
                  <a:cubicBezTo>
                    <a:pt x="6684" y="846"/>
                    <a:pt x="6790" y="952"/>
                    <a:pt x="6790" y="1082"/>
                  </a:cubicBezTo>
                  <a:lnTo>
                    <a:pt x="6790" y="1750"/>
                  </a:lnTo>
                  <a:lnTo>
                    <a:pt x="3258" y="1750"/>
                  </a:lnTo>
                  <a:lnTo>
                    <a:pt x="3258" y="1082"/>
                  </a:lnTo>
                  <a:cubicBezTo>
                    <a:pt x="3258" y="952"/>
                    <a:pt x="3359" y="846"/>
                    <a:pt x="3489" y="846"/>
                  </a:cubicBezTo>
                  <a:lnTo>
                    <a:pt x="4268" y="846"/>
                  </a:lnTo>
                  <a:cubicBezTo>
                    <a:pt x="4340" y="846"/>
                    <a:pt x="4408" y="807"/>
                    <a:pt x="4446" y="745"/>
                  </a:cubicBezTo>
                  <a:cubicBezTo>
                    <a:pt x="4571" y="519"/>
                    <a:pt x="4796" y="406"/>
                    <a:pt x="5022" y="406"/>
                  </a:cubicBezTo>
                  <a:close/>
                  <a:moveTo>
                    <a:pt x="9186" y="1284"/>
                  </a:moveTo>
                  <a:cubicBezTo>
                    <a:pt x="9431" y="1284"/>
                    <a:pt x="9633" y="1486"/>
                    <a:pt x="9638" y="1736"/>
                  </a:cubicBezTo>
                  <a:lnTo>
                    <a:pt x="9633" y="13121"/>
                  </a:lnTo>
                  <a:cubicBezTo>
                    <a:pt x="9633" y="13371"/>
                    <a:pt x="9431" y="13573"/>
                    <a:pt x="9181" y="13573"/>
                  </a:cubicBezTo>
                  <a:lnTo>
                    <a:pt x="862" y="13573"/>
                  </a:lnTo>
                  <a:cubicBezTo>
                    <a:pt x="616" y="13573"/>
                    <a:pt x="414" y="13371"/>
                    <a:pt x="409" y="13121"/>
                  </a:cubicBezTo>
                  <a:lnTo>
                    <a:pt x="409" y="1736"/>
                  </a:lnTo>
                  <a:cubicBezTo>
                    <a:pt x="414" y="1486"/>
                    <a:pt x="616" y="1284"/>
                    <a:pt x="862" y="1284"/>
                  </a:cubicBezTo>
                  <a:lnTo>
                    <a:pt x="2849" y="1284"/>
                  </a:lnTo>
                  <a:lnTo>
                    <a:pt x="2849" y="1957"/>
                  </a:lnTo>
                  <a:cubicBezTo>
                    <a:pt x="2849" y="2068"/>
                    <a:pt x="2940" y="2159"/>
                    <a:pt x="3051" y="2159"/>
                  </a:cubicBezTo>
                  <a:lnTo>
                    <a:pt x="6992" y="2159"/>
                  </a:lnTo>
                  <a:cubicBezTo>
                    <a:pt x="7107" y="2159"/>
                    <a:pt x="7199" y="2068"/>
                    <a:pt x="7199" y="1957"/>
                  </a:cubicBezTo>
                  <a:lnTo>
                    <a:pt x="7199" y="1284"/>
                  </a:lnTo>
                  <a:close/>
                  <a:moveTo>
                    <a:pt x="5021" y="0"/>
                  </a:moveTo>
                  <a:cubicBezTo>
                    <a:pt x="4697" y="0"/>
                    <a:pt x="4372" y="146"/>
                    <a:pt x="4158" y="437"/>
                  </a:cubicBezTo>
                  <a:lnTo>
                    <a:pt x="3489" y="437"/>
                  </a:lnTo>
                  <a:cubicBezTo>
                    <a:pt x="3215" y="437"/>
                    <a:pt x="2969" y="615"/>
                    <a:pt x="2883" y="875"/>
                  </a:cubicBezTo>
                  <a:lnTo>
                    <a:pt x="862" y="875"/>
                  </a:lnTo>
                  <a:cubicBezTo>
                    <a:pt x="385" y="875"/>
                    <a:pt x="0" y="1260"/>
                    <a:pt x="0" y="1736"/>
                  </a:cubicBezTo>
                  <a:lnTo>
                    <a:pt x="0" y="13121"/>
                  </a:lnTo>
                  <a:cubicBezTo>
                    <a:pt x="0" y="13597"/>
                    <a:pt x="385" y="13982"/>
                    <a:pt x="862" y="13982"/>
                  </a:cubicBezTo>
                  <a:lnTo>
                    <a:pt x="9181" y="13982"/>
                  </a:lnTo>
                  <a:cubicBezTo>
                    <a:pt x="9657" y="13982"/>
                    <a:pt x="10042" y="13597"/>
                    <a:pt x="10042" y="13121"/>
                  </a:cubicBezTo>
                  <a:lnTo>
                    <a:pt x="10042" y="1736"/>
                  </a:lnTo>
                  <a:cubicBezTo>
                    <a:pt x="10042" y="1260"/>
                    <a:pt x="9657" y="875"/>
                    <a:pt x="9181" y="875"/>
                  </a:cubicBezTo>
                  <a:lnTo>
                    <a:pt x="7165" y="875"/>
                  </a:lnTo>
                  <a:cubicBezTo>
                    <a:pt x="7078" y="615"/>
                    <a:pt x="6833" y="437"/>
                    <a:pt x="6554" y="437"/>
                  </a:cubicBezTo>
                  <a:lnTo>
                    <a:pt x="5885" y="437"/>
                  </a:lnTo>
                  <a:cubicBezTo>
                    <a:pt x="5671" y="146"/>
                    <a:pt x="5346" y="0"/>
                    <a:pt x="5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87"/>
            <p:cNvSpPr/>
            <p:nvPr/>
          </p:nvSpPr>
          <p:spPr>
            <a:xfrm>
              <a:off x="5518573" y="1521591"/>
              <a:ext cx="14294" cy="10780"/>
            </a:xfrm>
            <a:custGeom>
              <a:rect b="b" l="l" r="r" t="t"/>
              <a:pathLst>
                <a:path extrusionOk="0" h="411" w="545">
                  <a:moveTo>
                    <a:pt x="275" y="0"/>
                  </a:moveTo>
                  <a:cubicBezTo>
                    <a:pt x="270" y="0"/>
                    <a:pt x="265" y="1"/>
                    <a:pt x="261" y="1"/>
                  </a:cubicBezTo>
                  <a:cubicBezTo>
                    <a:pt x="1" y="15"/>
                    <a:pt x="1" y="395"/>
                    <a:pt x="261" y="410"/>
                  </a:cubicBezTo>
                  <a:cubicBezTo>
                    <a:pt x="265" y="410"/>
                    <a:pt x="270" y="410"/>
                    <a:pt x="275" y="410"/>
                  </a:cubicBezTo>
                  <a:cubicBezTo>
                    <a:pt x="545" y="410"/>
                    <a:pt x="545" y="0"/>
                    <a:pt x="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87"/>
            <p:cNvSpPr/>
            <p:nvPr/>
          </p:nvSpPr>
          <p:spPr>
            <a:xfrm>
              <a:off x="5416627" y="1544566"/>
              <a:ext cx="217452" cy="286378"/>
            </a:xfrm>
            <a:custGeom>
              <a:rect b="b" l="l" r="r" t="t"/>
              <a:pathLst>
                <a:path extrusionOk="0" h="10919" w="8291">
                  <a:moveTo>
                    <a:pt x="1313" y="0"/>
                  </a:moveTo>
                  <a:cubicBezTo>
                    <a:pt x="1308" y="0"/>
                    <a:pt x="1304" y="0"/>
                    <a:pt x="1299" y="0"/>
                  </a:cubicBezTo>
                  <a:lnTo>
                    <a:pt x="207" y="0"/>
                  </a:lnTo>
                  <a:cubicBezTo>
                    <a:pt x="91" y="0"/>
                    <a:pt x="0" y="92"/>
                    <a:pt x="0" y="207"/>
                  </a:cubicBezTo>
                  <a:lnTo>
                    <a:pt x="0" y="10716"/>
                  </a:lnTo>
                  <a:cubicBezTo>
                    <a:pt x="0" y="10827"/>
                    <a:pt x="91" y="10918"/>
                    <a:pt x="207" y="10918"/>
                  </a:cubicBezTo>
                  <a:lnTo>
                    <a:pt x="8084" y="10918"/>
                  </a:lnTo>
                  <a:cubicBezTo>
                    <a:pt x="8199" y="10918"/>
                    <a:pt x="8291" y="10827"/>
                    <a:pt x="8291" y="10716"/>
                  </a:cubicBezTo>
                  <a:lnTo>
                    <a:pt x="8291" y="207"/>
                  </a:lnTo>
                  <a:cubicBezTo>
                    <a:pt x="8291" y="92"/>
                    <a:pt x="8199" y="0"/>
                    <a:pt x="8089" y="0"/>
                  </a:cubicBezTo>
                  <a:lnTo>
                    <a:pt x="6991" y="0"/>
                  </a:lnTo>
                  <a:cubicBezTo>
                    <a:pt x="6987" y="0"/>
                    <a:pt x="6982" y="0"/>
                    <a:pt x="6978" y="0"/>
                  </a:cubicBezTo>
                  <a:cubicBezTo>
                    <a:pt x="6707" y="0"/>
                    <a:pt x="6707" y="410"/>
                    <a:pt x="6978" y="410"/>
                  </a:cubicBezTo>
                  <a:cubicBezTo>
                    <a:pt x="6982" y="410"/>
                    <a:pt x="6987" y="410"/>
                    <a:pt x="6991" y="409"/>
                  </a:cubicBezTo>
                  <a:lnTo>
                    <a:pt x="7882" y="409"/>
                  </a:lnTo>
                  <a:lnTo>
                    <a:pt x="7882" y="10509"/>
                  </a:lnTo>
                  <a:lnTo>
                    <a:pt x="414" y="10509"/>
                  </a:lnTo>
                  <a:lnTo>
                    <a:pt x="414" y="409"/>
                  </a:lnTo>
                  <a:lnTo>
                    <a:pt x="1299" y="409"/>
                  </a:lnTo>
                  <a:cubicBezTo>
                    <a:pt x="1304" y="410"/>
                    <a:pt x="1308" y="410"/>
                    <a:pt x="1313" y="410"/>
                  </a:cubicBezTo>
                  <a:cubicBezTo>
                    <a:pt x="1583" y="410"/>
                    <a:pt x="1583" y="0"/>
                    <a:pt x="13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87"/>
            <p:cNvSpPr/>
            <p:nvPr/>
          </p:nvSpPr>
          <p:spPr>
            <a:xfrm>
              <a:off x="5445398" y="1659416"/>
              <a:ext cx="39525" cy="33755"/>
            </a:xfrm>
            <a:custGeom>
              <a:rect b="b" l="l" r="r" t="t"/>
              <a:pathLst>
                <a:path extrusionOk="0" h="1287" w="1507">
                  <a:moveTo>
                    <a:pt x="857" y="410"/>
                  </a:moveTo>
                  <a:cubicBezTo>
                    <a:pt x="976" y="410"/>
                    <a:pt x="1092" y="504"/>
                    <a:pt x="1092" y="645"/>
                  </a:cubicBezTo>
                  <a:cubicBezTo>
                    <a:pt x="1092" y="770"/>
                    <a:pt x="991" y="876"/>
                    <a:pt x="861" y="876"/>
                  </a:cubicBezTo>
                  <a:cubicBezTo>
                    <a:pt x="655" y="876"/>
                    <a:pt x="549" y="626"/>
                    <a:pt x="698" y="477"/>
                  </a:cubicBezTo>
                  <a:cubicBezTo>
                    <a:pt x="744" y="430"/>
                    <a:pt x="801" y="410"/>
                    <a:pt x="857" y="410"/>
                  </a:cubicBezTo>
                  <a:close/>
                  <a:moveTo>
                    <a:pt x="861" y="0"/>
                  </a:moveTo>
                  <a:cubicBezTo>
                    <a:pt x="289" y="0"/>
                    <a:pt x="0" y="693"/>
                    <a:pt x="404" y="1097"/>
                  </a:cubicBezTo>
                  <a:cubicBezTo>
                    <a:pt x="537" y="1228"/>
                    <a:pt x="699" y="1287"/>
                    <a:pt x="858" y="1287"/>
                  </a:cubicBezTo>
                  <a:cubicBezTo>
                    <a:pt x="1190" y="1287"/>
                    <a:pt x="1506" y="1032"/>
                    <a:pt x="1506" y="645"/>
                  </a:cubicBezTo>
                  <a:cubicBezTo>
                    <a:pt x="1501" y="289"/>
                    <a:pt x="1217" y="0"/>
                    <a:pt x="8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87"/>
            <p:cNvSpPr/>
            <p:nvPr/>
          </p:nvSpPr>
          <p:spPr>
            <a:xfrm>
              <a:off x="5445398" y="1711137"/>
              <a:ext cx="39525" cy="33755"/>
            </a:xfrm>
            <a:custGeom>
              <a:rect b="b" l="l" r="r" t="t"/>
              <a:pathLst>
                <a:path extrusionOk="0" h="1287" w="1507">
                  <a:moveTo>
                    <a:pt x="859" y="407"/>
                  </a:moveTo>
                  <a:cubicBezTo>
                    <a:pt x="978" y="407"/>
                    <a:pt x="1092" y="501"/>
                    <a:pt x="1092" y="641"/>
                  </a:cubicBezTo>
                  <a:cubicBezTo>
                    <a:pt x="1092" y="771"/>
                    <a:pt x="991" y="872"/>
                    <a:pt x="861" y="877"/>
                  </a:cubicBezTo>
                  <a:cubicBezTo>
                    <a:pt x="655" y="877"/>
                    <a:pt x="549" y="622"/>
                    <a:pt x="698" y="477"/>
                  </a:cubicBezTo>
                  <a:cubicBezTo>
                    <a:pt x="745" y="429"/>
                    <a:pt x="803" y="407"/>
                    <a:pt x="859" y="407"/>
                  </a:cubicBezTo>
                  <a:close/>
                  <a:moveTo>
                    <a:pt x="861" y="1"/>
                  </a:moveTo>
                  <a:cubicBezTo>
                    <a:pt x="289" y="1"/>
                    <a:pt x="0" y="689"/>
                    <a:pt x="404" y="1098"/>
                  </a:cubicBezTo>
                  <a:cubicBezTo>
                    <a:pt x="536" y="1228"/>
                    <a:pt x="697" y="1287"/>
                    <a:pt x="856" y="1287"/>
                  </a:cubicBezTo>
                  <a:cubicBezTo>
                    <a:pt x="1188" y="1287"/>
                    <a:pt x="1506" y="1029"/>
                    <a:pt x="1506" y="641"/>
                  </a:cubicBezTo>
                  <a:cubicBezTo>
                    <a:pt x="1501" y="285"/>
                    <a:pt x="1217"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87"/>
            <p:cNvSpPr/>
            <p:nvPr/>
          </p:nvSpPr>
          <p:spPr>
            <a:xfrm>
              <a:off x="5445398" y="1762753"/>
              <a:ext cx="39525" cy="33781"/>
            </a:xfrm>
            <a:custGeom>
              <a:rect b="b" l="l" r="r" t="t"/>
              <a:pathLst>
                <a:path extrusionOk="0" h="1288" w="1507">
                  <a:moveTo>
                    <a:pt x="857" y="411"/>
                  </a:moveTo>
                  <a:cubicBezTo>
                    <a:pt x="976" y="411"/>
                    <a:pt x="1092" y="505"/>
                    <a:pt x="1092" y="646"/>
                  </a:cubicBezTo>
                  <a:cubicBezTo>
                    <a:pt x="1092" y="771"/>
                    <a:pt x="991" y="877"/>
                    <a:pt x="861" y="877"/>
                  </a:cubicBezTo>
                  <a:cubicBezTo>
                    <a:pt x="655" y="877"/>
                    <a:pt x="549" y="626"/>
                    <a:pt x="698" y="477"/>
                  </a:cubicBezTo>
                  <a:cubicBezTo>
                    <a:pt x="744" y="431"/>
                    <a:pt x="801" y="411"/>
                    <a:pt x="857" y="411"/>
                  </a:cubicBezTo>
                  <a:close/>
                  <a:moveTo>
                    <a:pt x="861" y="1"/>
                  </a:moveTo>
                  <a:cubicBezTo>
                    <a:pt x="289" y="1"/>
                    <a:pt x="0" y="694"/>
                    <a:pt x="404" y="1098"/>
                  </a:cubicBezTo>
                  <a:cubicBezTo>
                    <a:pt x="537" y="1229"/>
                    <a:pt x="699" y="1288"/>
                    <a:pt x="858" y="1288"/>
                  </a:cubicBezTo>
                  <a:cubicBezTo>
                    <a:pt x="1190" y="1288"/>
                    <a:pt x="1506" y="1033"/>
                    <a:pt x="1506" y="646"/>
                  </a:cubicBezTo>
                  <a:cubicBezTo>
                    <a:pt x="1501" y="290"/>
                    <a:pt x="1217"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87"/>
            <p:cNvSpPr/>
            <p:nvPr/>
          </p:nvSpPr>
          <p:spPr>
            <a:xfrm>
              <a:off x="5494968" y="1659390"/>
              <a:ext cx="66565" cy="10780"/>
            </a:xfrm>
            <a:custGeom>
              <a:rect b="b" l="l" r="r" t="t"/>
              <a:pathLst>
                <a:path extrusionOk="0" h="411" w="2538">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87"/>
            <p:cNvSpPr/>
            <p:nvPr/>
          </p:nvSpPr>
          <p:spPr>
            <a:xfrm>
              <a:off x="5494968" y="1682366"/>
              <a:ext cx="106825" cy="10780"/>
            </a:xfrm>
            <a:custGeom>
              <a:rect b="b" l="l" r="r" t="t"/>
              <a:pathLst>
                <a:path extrusionOk="0" h="411" w="4073">
                  <a:moveTo>
                    <a:pt x="271" y="1"/>
                  </a:moveTo>
                  <a:cubicBezTo>
                    <a:pt x="1" y="1"/>
                    <a:pt x="1" y="410"/>
                    <a:pt x="271" y="410"/>
                  </a:cubicBezTo>
                  <a:cubicBezTo>
                    <a:pt x="276" y="410"/>
                    <a:pt x="280" y="410"/>
                    <a:pt x="285" y="410"/>
                  </a:cubicBezTo>
                  <a:lnTo>
                    <a:pt x="3788" y="410"/>
                  </a:lnTo>
                  <a:cubicBezTo>
                    <a:pt x="3793" y="410"/>
                    <a:pt x="3797" y="410"/>
                    <a:pt x="3802" y="410"/>
                  </a:cubicBezTo>
                  <a:cubicBezTo>
                    <a:pt x="4072" y="410"/>
                    <a:pt x="4072" y="1"/>
                    <a:pt x="3802" y="1"/>
                  </a:cubicBezTo>
                  <a:cubicBezTo>
                    <a:pt x="3797" y="1"/>
                    <a:pt x="3793" y="1"/>
                    <a:pt x="3788"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87"/>
            <p:cNvSpPr/>
            <p:nvPr/>
          </p:nvSpPr>
          <p:spPr>
            <a:xfrm>
              <a:off x="5494968" y="1711137"/>
              <a:ext cx="66565" cy="10780"/>
            </a:xfrm>
            <a:custGeom>
              <a:rect b="b" l="l" r="r" t="t"/>
              <a:pathLst>
                <a:path extrusionOk="0" h="411" w="2538">
                  <a:moveTo>
                    <a:pt x="267" y="0"/>
                  </a:moveTo>
                  <a:cubicBezTo>
                    <a:pt x="1" y="0"/>
                    <a:pt x="2" y="410"/>
                    <a:pt x="271" y="410"/>
                  </a:cubicBezTo>
                  <a:cubicBezTo>
                    <a:pt x="276" y="410"/>
                    <a:pt x="280" y="410"/>
                    <a:pt x="285" y="410"/>
                  </a:cubicBezTo>
                  <a:lnTo>
                    <a:pt x="2253" y="410"/>
                  </a:lnTo>
                  <a:cubicBezTo>
                    <a:pt x="2258" y="410"/>
                    <a:pt x="2262" y="410"/>
                    <a:pt x="2267" y="410"/>
                  </a:cubicBezTo>
                  <a:cubicBezTo>
                    <a:pt x="2536" y="410"/>
                    <a:pt x="2537" y="0"/>
                    <a:pt x="2271" y="0"/>
                  </a:cubicBezTo>
                  <a:cubicBezTo>
                    <a:pt x="2265" y="0"/>
                    <a:pt x="2259" y="1"/>
                    <a:pt x="2253" y="1"/>
                  </a:cubicBezTo>
                  <a:lnTo>
                    <a:pt x="285" y="1"/>
                  </a:lnTo>
                  <a:cubicBezTo>
                    <a:pt x="279" y="1"/>
                    <a:pt x="27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87"/>
            <p:cNvSpPr/>
            <p:nvPr/>
          </p:nvSpPr>
          <p:spPr>
            <a:xfrm>
              <a:off x="5494968" y="1734112"/>
              <a:ext cx="106825" cy="10780"/>
            </a:xfrm>
            <a:custGeom>
              <a:rect b="b" l="l" r="r" t="t"/>
              <a:pathLst>
                <a:path extrusionOk="0" h="411" w="4073">
                  <a:moveTo>
                    <a:pt x="267" y="0"/>
                  </a:moveTo>
                  <a:cubicBezTo>
                    <a:pt x="1" y="0"/>
                    <a:pt x="2" y="410"/>
                    <a:pt x="271" y="410"/>
                  </a:cubicBezTo>
                  <a:cubicBezTo>
                    <a:pt x="276" y="410"/>
                    <a:pt x="280" y="410"/>
                    <a:pt x="285" y="410"/>
                  </a:cubicBezTo>
                  <a:lnTo>
                    <a:pt x="3788" y="410"/>
                  </a:lnTo>
                  <a:cubicBezTo>
                    <a:pt x="3793" y="410"/>
                    <a:pt x="3797" y="410"/>
                    <a:pt x="3802" y="410"/>
                  </a:cubicBezTo>
                  <a:cubicBezTo>
                    <a:pt x="4071" y="410"/>
                    <a:pt x="4072" y="0"/>
                    <a:pt x="3806" y="0"/>
                  </a:cubicBezTo>
                  <a:cubicBezTo>
                    <a:pt x="3800" y="0"/>
                    <a:pt x="3794" y="0"/>
                    <a:pt x="3788" y="1"/>
                  </a:cubicBezTo>
                  <a:lnTo>
                    <a:pt x="285" y="1"/>
                  </a:lnTo>
                  <a:cubicBezTo>
                    <a:pt x="279" y="0"/>
                    <a:pt x="27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87"/>
            <p:cNvSpPr/>
            <p:nvPr/>
          </p:nvSpPr>
          <p:spPr>
            <a:xfrm>
              <a:off x="5494968" y="1762753"/>
              <a:ext cx="66565" cy="10780"/>
            </a:xfrm>
            <a:custGeom>
              <a:rect b="b" l="l" r="r" t="t"/>
              <a:pathLst>
                <a:path extrusionOk="0" h="411" w="2538">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87"/>
            <p:cNvSpPr/>
            <p:nvPr/>
          </p:nvSpPr>
          <p:spPr>
            <a:xfrm>
              <a:off x="5494968" y="1785728"/>
              <a:ext cx="106169" cy="10780"/>
            </a:xfrm>
            <a:custGeom>
              <a:rect b="b" l="l" r="r" t="t"/>
              <a:pathLst>
                <a:path extrusionOk="0" h="411" w="4048">
                  <a:moveTo>
                    <a:pt x="271" y="0"/>
                  </a:moveTo>
                  <a:cubicBezTo>
                    <a:pt x="1" y="0"/>
                    <a:pt x="1" y="410"/>
                    <a:pt x="271" y="410"/>
                  </a:cubicBezTo>
                  <a:cubicBezTo>
                    <a:pt x="276" y="410"/>
                    <a:pt x="280" y="410"/>
                    <a:pt x="285" y="410"/>
                  </a:cubicBezTo>
                  <a:lnTo>
                    <a:pt x="3788" y="410"/>
                  </a:lnTo>
                  <a:cubicBezTo>
                    <a:pt x="4048" y="395"/>
                    <a:pt x="4048" y="15"/>
                    <a:pt x="3788"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87"/>
            <p:cNvSpPr/>
            <p:nvPr/>
          </p:nvSpPr>
          <p:spPr>
            <a:xfrm>
              <a:off x="5494968" y="1573312"/>
              <a:ext cx="106825" cy="10780"/>
            </a:xfrm>
            <a:custGeom>
              <a:rect b="b" l="l" r="r" t="t"/>
              <a:pathLst>
                <a:path extrusionOk="0" h="411" w="4073">
                  <a:moveTo>
                    <a:pt x="267" y="1"/>
                  </a:moveTo>
                  <a:cubicBezTo>
                    <a:pt x="1" y="1"/>
                    <a:pt x="2" y="411"/>
                    <a:pt x="271" y="411"/>
                  </a:cubicBezTo>
                  <a:cubicBezTo>
                    <a:pt x="276" y="411"/>
                    <a:pt x="280" y="411"/>
                    <a:pt x="285" y="411"/>
                  </a:cubicBezTo>
                  <a:lnTo>
                    <a:pt x="3788" y="411"/>
                  </a:lnTo>
                  <a:cubicBezTo>
                    <a:pt x="3793" y="411"/>
                    <a:pt x="3797" y="411"/>
                    <a:pt x="3802" y="411"/>
                  </a:cubicBezTo>
                  <a:cubicBezTo>
                    <a:pt x="4071" y="411"/>
                    <a:pt x="4072" y="1"/>
                    <a:pt x="3806" y="1"/>
                  </a:cubicBezTo>
                  <a:cubicBezTo>
                    <a:pt x="3800" y="1"/>
                    <a:pt x="3794" y="1"/>
                    <a:pt x="3788" y="2"/>
                  </a:cubicBezTo>
                  <a:lnTo>
                    <a:pt x="285" y="2"/>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87"/>
            <p:cNvSpPr/>
            <p:nvPr/>
          </p:nvSpPr>
          <p:spPr>
            <a:xfrm>
              <a:off x="5449044" y="1624954"/>
              <a:ext cx="152749" cy="10753"/>
            </a:xfrm>
            <a:custGeom>
              <a:rect b="b" l="l" r="r" t="t"/>
              <a:pathLst>
                <a:path extrusionOk="0" h="410" w="5824">
                  <a:moveTo>
                    <a:pt x="271" y="0"/>
                  </a:moveTo>
                  <a:cubicBezTo>
                    <a:pt x="0" y="0"/>
                    <a:pt x="0" y="410"/>
                    <a:pt x="271" y="410"/>
                  </a:cubicBezTo>
                  <a:cubicBezTo>
                    <a:pt x="275" y="410"/>
                    <a:pt x="280" y="410"/>
                    <a:pt x="285" y="410"/>
                  </a:cubicBezTo>
                  <a:lnTo>
                    <a:pt x="5539" y="410"/>
                  </a:lnTo>
                  <a:cubicBezTo>
                    <a:pt x="5544" y="410"/>
                    <a:pt x="5548" y="410"/>
                    <a:pt x="5553" y="410"/>
                  </a:cubicBezTo>
                  <a:cubicBezTo>
                    <a:pt x="5823" y="410"/>
                    <a:pt x="5823" y="0"/>
                    <a:pt x="5553" y="0"/>
                  </a:cubicBezTo>
                  <a:cubicBezTo>
                    <a:pt x="5548" y="0"/>
                    <a:pt x="5544" y="0"/>
                    <a:pt x="5539" y="1"/>
                  </a:cubicBezTo>
                  <a:lnTo>
                    <a:pt x="285" y="1"/>
                  </a:lnTo>
                  <a:cubicBezTo>
                    <a:pt x="280" y="0"/>
                    <a:pt x="275"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87"/>
            <p:cNvSpPr/>
            <p:nvPr/>
          </p:nvSpPr>
          <p:spPr>
            <a:xfrm>
              <a:off x="5494968" y="1596287"/>
              <a:ext cx="32102" cy="10780"/>
            </a:xfrm>
            <a:custGeom>
              <a:rect b="b" l="l" r="r" t="t"/>
              <a:pathLst>
                <a:path extrusionOk="0" h="411" w="1224">
                  <a:moveTo>
                    <a:pt x="267" y="1"/>
                  </a:moveTo>
                  <a:cubicBezTo>
                    <a:pt x="1" y="1"/>
                    <a:pt x="2" y="411"/>
                    <a:pt x="271" y="411"/>
                  </a:cubicBezTo>
                  <a:cubicBezTo>
                    <a:pt x="276" y="411"/>
                    <a:pt x="280" y="411"/>
                    <a:pt x="285" y="410"/>
                  </a:cubicBezTo>
                  <a:lnTo>
                    <a:pt x="939" y="410"/>
                  </a:lnTo>
                  <a:cubicBezTo>
                    <a:pt x="944" y="411"/>
                    <a:pt x="949" y="411"/>
                    <a:pt x="953" y="411"/>
                  </a:cubicBezTo>
                  <a:cubicBezTo>
                    <a:pt x="1222" y="411"/>
                    <a:pt x="1224" y="1"/>
                    <a:pt x="957" y="1"/>
                  </a:cubicBezTo>
                  <a:cubicBezTo>
                    <a:pt x="952" y="1"/>
                    <a:pt x="946" y="1"/>
                    <a:pt x="939" y="1"/>
                  </a:cubicBezTo>
                  <a:lnTo>
                    <a:pt x="285" y="1"/>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87"/>
            <p:cNvSpPr/>
            <p:nvPr/>
          </p:nvSpPr>
          <p:spPr>
            <a:xfrm>
              <a:off x="5535122" y="1596287"/>
              <a:ext cx="32207" cy="10780"/>
            </a:xfrm>
            <a:custGeom>
              <a:rect b="b" l="l" r="r" t="t"/>
              <a:pathLst>
                <a:path extrusionOk="0" h="411" w="1228">
                  <a:moveTo>
                    <a:pt x="266" y="1"/>
                  </a:moveTo>
                  <a:cubicBezTo>
                    <a:pt x="0" y="1"/>
                    <a:pt x="1" y="411"/>
                    <a:pt x="270" y="411"/>
                  </a:cubicBezTo>
                  <a:cubicBezTo>
                    <a:pt x="275" y="411"/>
                    <a:pt x="280" y="411"/>
                    <a:pt x="284" y="410"/>
                  </a:cubicBezTo>
                  <a:lnTo>
                    <a:pt x="943" y="410"/>
                  </a:lnTo>
                  <a:cubicBezTo>
                    <a:pt x="948" y="411"/>
                    <a:pt x="953" y="411"/>
                    <a:pt x="957" y="411"/>
                  </a:cubicBezTo>
                  <a:cubicBezTo>
                    <a:pt x="1226" y="411"/>
                    <a:pt x="1228" y="1"/>
                    <a:pt x="961" y="1"/>
                  </a:cubicBezTo>
                  <a:cubicBezTo>
                    <a:pt x="956" y="1"/>
                    <a:pt x="950" y="1"/>
                    <a:pt x="943" y="1"/>
                  </a:cubicBezTo>
                  <a:lnTo>
                    <a:pt x="284" y="1"/>
                  </a:lnTo>
                  <a:cubicBezTo>
                    <a:pt x="278" y="1"/>
                    <a:pt x="272"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87"/>
            <p:cNvSpPr/>
            <p:nvPr/>
          </p:nvSpPr>
          <p:spPr>
            <a:xfrm>
              <a:off x="5451063" y="1573207"/>
              <a:ext cx="33860" cy="33860"/>
            </a:xfrm>
            <a:custGeom>
              <a:rect b="b" l="l" r="r" t="t"/>
              <a:pathLst>
                <a:path extrusionOk="0" h="1291" w="1291">
                  <a:moveTo>
                    <a:pt x="876" y="415"/>
                  </a:moveTo>
                  <a:lnTo>
                    <a:pt x="876" y="881"/>
                  </a:lnTo>
                  <a:lnTo>
                    <a:pt x="410" y="881"/>
                  </a:lnTo>
                  <a:lnTo>
                    <a:pt x="410" y="415"/>
                  </a:lnTo>
                  <a:close/>
                  <a:moveTo>
                    <a:pt x="208" y="1"/>
                  </a:moveTo>
                  <a:cubicBezTo>
                    <a:pt x="92" y="1"/>
                    <a:pt x="1" y="92"/>
                    <a:pt x="1" y="208"/>
                  </a:cubicBezTo>
                  <a:lnTo>
                    <a:pt x="1" y="1083"/>
                  </a:lnTo>
                  <a:cubicBezTo>
                    <a:pt x="1" y="1199"/>
                    <a:pt x="92" y="1290"/>
                    <a:pt x="208" y="1290"/>
                  </a:cubicBezTo>
                  <a:lnTo>
                    <a:pt x="1083" y="1290"/>
                  </a:lnTo>
                  <a:cubicBezTo>
                    <a:pt x="1199" y="1290"/>
                    <a:pt x="1290" y="1199"/>
                    <a:pt x="1290" y="1083"/>
                  </a:cubicBezTo>
                  <a:lnTo>
                    <a:pt x="1290" y="208"/>
                  </a:lnTo>
                  <a:cubicBezTo>
                    <a:pt x="1290" y="92"/>
                    <a:pt x="1199" y="1"/>
                    <a:pt x="10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6" name="Google Shape;15466;p87"/>
          <p:cNvGrpSpPr/>
          <p:nvPr/>
        </p:nvGrpSpPr>
        <p:grpSpPr>
          <a:xfrm>
            <a:off x="5775393" y="1510628"/>
            <a:ext cx="366634" cy="366634"/>
            <a:chOff x="5775393" y="1510628"/>
            <a:chExt cx="366634" cy="366634"/>
          </a:xfrm>
        </p:grpSpPr>
        <p:sp>
          <p:nvSpPr>
            <p:cNvPr id="15467" name="Google Shape;15467;p87"/>
            <p:cNvSpPr/>
            <p:nvPr/>
          </p:nvSpPr>
          <p:spPr>
            <a:xfrm>
              <a:off x="5918516" y="1624954"/>
              <a:ext cx="28798" cy="63130"/>
            </a:xfrm>
            <a:custGeom>
              <a:rect b="b" l="l" r="r" t="t"/>
              <a:pathLst>
                <a:path extrusionOk="0" h="2407" w="1098">
                  <a:moveTo>
                    <a:pt x="660" y="1"/>
                  </a:moveTo>
                  <a:cubicBezTo>
                    <a:pt x="299" y="1"/>
                    <a:pt x="5" y="294"/>
                    <a:pt x="5" y="660"/>
                  </a:cubicBezTo>
                  <a:lnTo>
                    <a:pt x="5" y="809"/>
                  </a:lnTo>
                  <a:cubicBezTo>
                    <a:pt x="0" y="1001"/>
                    <a:pt x="34" y="1184"/>
                    <a:pt x="92" y="1367"/>
                  </a:cubicBezTo>
                  <a:lnTo>
                    <a:pt x="443" y="2406"/>
                  </a:lnTo>
                  <a:lnTo>
                    <a:pt x="1097" y="2406"/>
                  </a:lnTo>
                  <a:lnTo>
                    <a:pt x="1097"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87"/>
            <p:cNvSpPr/>
            <p:nvPr/>
          </p:nvSpPr>
          <p:spPr>
            <a:xfrm>
              <a:off x="5930004" y="1619288"/>
              <a:ext cx="68926" cy="68926"/>
            </a:xfrm>
            <a:custGeom>
              <a:rect b="b" l="l" r="r" t="t"/>
              <a:pathLst>
                <a:path extrusionOk="0" h="2628" w="2628">
                  <a:moveTo>
                    <a:pt x="659" y="0"/>
                  </a:moveTo>
                  <a:cubicBezTo>
                    <a:pt x="294" y="0"/>
                    <a:pt x="0" y="294"/>
                    <a:pt x="0" y="654"/>
                  </a:cubicBezTo>
                  <a:cubicBezTo>
                    <a:pt x="0" y="895"/>
                    <a:pt x="197" y="1092"/>
                    <a:pt x="438" y="1092"/>
                  </a:cubicBezTo>
                  <a:lnTo>
                    <a:pt x="2190" y="2627"/>
                  </a:lnTo>
                  <a:lnTo>
                    <a:pt x="2579" y="1270"/>
                  </a:lnTo>
                  <a:cubicBezTo>
                    <a:pt x="2613" y="1150"/>
                    <a:pt x="2627" y="1030"/>
                    <a:pt x="2627" y="909"/>
                  </a:cubicBezTo>
                  <a:lnTo>
                    <a:pt x="262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87"/>
            <p:cNvSpPr/>
            <p:nvPr/>
          </p:nvSpPr>
          <p:spPr>
            <a:xfrm>
              <a:off x="5941491" y="1705341"/>
              <a:ext cx="34463" cy="34489"/>
            </a:xfrm>
            <a:custGeom>
              <a:rect b="b" l="l" r="r" t="t"/>
              <a:pathLst>
                <a:path extrusionOk="0" h="1315" w="1314">
                  <a:moveTo>
                    <a:pt x="0" y="1"/>
                  </a:moveTo>
                  <a:lnTo>
                    <a:pt x="0"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87"/>
            <p:cNvSpPr/>
            <p:nvPr/>
          </p:nvSpPr>
          <p:spPr>
            <a:xfrm>
              <a:off x="5901337" y="1719346"/>
              <a:ext cx="114876" cy="89383"/>
            </a:xfrm>
            <a:custGeom>
              <a:rect b="b" l="l" r="r" t="t"/>
              <a:pathLst>
                <a:path extrusionOk="0" h="3408" w="4380">
                  <a:moveTo>
                    <a:pt x="1536" y="1"/>
                  </a:moveTo>
                  <a:lnTo>
                    <a:pt x="477" y="299"/>
                  </a:lnTo>
                  <a:cubicBezTo>
                    <a:pt x="193" y="381"/>
                    <a:pt x="1" y="636"/>
                    <a:pt x="1" y="929"/>
                  </a:cubicBezTo>
                  <a:lnTo>
                    <a:pt x="1" y="3407"/>
                  </a:lnTo>
                  <a:lnTo>
                    <a:pt x="4380" y="3407"/>
                  </a:lnTo>
                  <a:lnTo>
                    <a:pt x="4380" y="929"/>
                  </a:lnTo>
                  <a:cubicBezTo>
                    <a:pt x="4380" y="636"/>
                    <a:pt x="4187" y="381"/>
                    <a:pt x="3903" y="299"/>
                  </a:cubicBezTo>
                  <a:lnTo>
                    <a:pt x="2849" y="1"/>
                  </a:lnTo>
                  <a:lnTo>
                    <a:pt x="2590" y="309"/>
                  </a:lnTo>
                  <a:cubicBezTo>
                    <a:pt x="2486" y="431"/>
                    <a:pt x="2339" y="493"/>
                    <a:pt x="2192" y="493"/>
                  </a:cubicBezTo>
                  <a:cubicBezTo>
                    <a:pt x="2045" y="493"/>
                    <a:pt x="1897" y="431"/>
                    <a:pt x="1791" y="309"/>
                  </a:cubicBezTo>
                  <a:lnTo>
                    <a:pt x="1536"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87"/>
            <p:cNvSpPr/>
            <p:nvPr/>
          </p:nvSpPr>
          <p:spPr>
            <a:xfrm>
              <a:off x="5924312" y="1648034"/>
              <a:ext cx="68926" cy="63130"/>
            </a:xfrm>
            <a:custGeom>
              <a:rect b="b" l="l" r="r" t="t"/>
              <a:pathLst>
                <a:path extrusionOk="0" h="2407" w="2628">
                  <a:moveTo>
                    <a:pt x="826" y="1"/>
                  </a:moveTo>
                  <a:cubicBezTo>
                    <a:pt x="712" y="1"/>
                    <a:pt x="608" y="48"/>
                    <a:pt x="525" y="126"/>
                  </a:cubicBezTo>
                  <a:lnTo>
                    <a:pt x="309"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69"/>
                    <a:pt x="1545" y="20"/>
                    <a:pt x="843" y="1"/>
                  </a:cubicBezTo>
                  <a:cubicBezTo>
                    <a:pt x="837" y="1"/>
                    <a:pt x="832" y="1"/>
                    <a:pt x="82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87"/>
            <p:cNvSpPr/>
            <p:nvPr/>
          </p:nvSpPr>
          <p:spPr>
            <a:xfrm>
              <a:off x="5924312" y="1648034"/>
              <a:ext cx="68821" cy="61766"/>
            </a:xfrm>
            <a:custGeom>
              <a:rect b="b" l="l" r="r" t="t"/>
              <a:pathLst>
                <a:path extrusionOk="0" h="2355" w="2624">
                  <a:moveTo>
                    <a:pt x="826" y="1"/>
                  </a:moveTo>
                  <a:cubicBezTo>
                    <a:pt x="712" y="1"/>
                    <a:pt x="608" y="48"/>
                    <a:pt x="525" y="126"/>
                  </a:cubicBezTo>
                  <a:lnTo>
                    <a:pt x="309" y="343"/>
                  </a:lnTo>
                  <a:cubicBezTo>
                    <a:pt x="111" y="540"/>
                    <a:pt x="1" y="809"/>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5"/>
                  </a:cubicBezTo>
                  <a:cubicBezTo>
                    <a:pt x="1564" y="684"/>
                    <a:pt x="2219" y="757"/>
                    <a:pt x="2623" y="949"/>
                  </a:cubicBezTo>
                  <a:cubicBezTo>
                    <a:pt x="2609" y="858"/>
                    <a:pt x="2570" y="569"/>
                    <a:pt x="2503" y="502"/>
                  </a:cubicBezTo>
                  <a:cubicBezTo>
                    <a:pt x="2161" y="169"/>
                    <a:pt x="1545" y="20"/>
                    <a:pt x="843" y="1"/>
                  </a:cubicBezTo>
                  <a:cubicBezTo>
                    <a:pt x="837" y="1"/>
                    <a:pt x="832" y="1"/>
                    <a:pt x="82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87"/>
            <p:cNvSpPr/>
            <p:nvPr/>
          </p:nvSpPr>
          <p:spPr>
            <a:xfrm>
              <a:off x="5901337" y="1733876"/>
              <a:ext cx="23002" cy="74853"/>
            </a:xfrm>
            <a:custGeom>
              <a:rect b="b" l="l" r="r" t="t"/>
              <a:pathLst>
                <a:path extrusionOk="0" h="2854" w="877">
                  <a:moveTo>
                    <a:pt x="121" y="0"/>
                  </a:moveTo>
                  <a:cubicBezTo>
                    <a:pt x="44" y="111"/>
                    <a:pt x="1" y="241"/>
                    <a:pt x="1" y="375"/>
                  </a:cubicBezTo>
                  <a:lnTo>
                    <a:pt x="1" y="2853"/>
                  </a:lnTo>
                  <a:lnTo>
                    <a:pt x="877" y="2853"/>
                  </a:lnTo>
                  <a:lnTo>
                    <a:pt x="877" y="1030"/>
                  </a:lnTo>
                  <a:cubicBezTo>
                    <a:pt x="877" y="857"/>
                    <a:pt x="809" y="688"/>
                    <a:pt x="684" y="563"/>
                  </a:cubicBezTo>
                  <a:lnTo>
                    <a:pt x="121"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87"/>
            <p:cNvSpPr/>
            <p:nvPr/>
          </p:nvSpPr>
          <p:spPr>
            <a:xfrm>
              <a:off x="5993212" y="1733876"/>
              <a:ext cx="23002" cy="74853"/>
            </a:xfrm>
            <a:custGeom>
              <a:rect b="b" l="l" r="r" t="t"/>
              <a:pathLst>
                <a:path extrusionOk="0" h="2854" w="877">
                  <a:moveTo>
                    <a:pt x="756" y="0"/>
                  </a:moveTo>
                  <a:lnTo>
                    <a:pt x="193" y="563"/>
                  </a:lnTo>
                  <a:cubicBezTo>
                    <a:pt x="68" y="688"/>
                    <a:pt x="1" y="857"/>
                    <a:pt x="1" y="1030"/>
                  </a:cubicBezTo>
                  <a:lnTo>
                    <a:pt x="1" y="2853"/>
                  </a:lnTo>
                  <a:lnTo>
                    <a:pt x="877" y="2853"/>
                  </a:lnTo>
                  <a:lnTo>
                    <a:pt x="877" y="375"/>
                  </a:lnTo>
                  <a:cubicBezTo>
                    <a:pt x="877" y="241"/>
                    <a:pt x="833" y="111"/>
                    <a:pt x="756"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87"/>
            <p:cNvSpPr/>
            <p:nvPr/>
          </p:nvSpPr>
          <p:spPr>
            <a:xfrm>
              <a:off x="5780690" y="1515926"/>
              <a:ext cx="356038" cy="356038"/>
            </a:xfrm>
            <a:custGeom>
              <a:rect b="b" l="l" r="r" t="t"/>
              <a:pathLst>
                <a:path extrusionOk="0" h="13575" w="13575">
                  <a:moveTo>
                    <a:pt x="6792" y="2625"/>
                  </a:moveTo>
                  <a:cubicBezTo>
                    <a:pt x="7328" y="2625"/>
                    <a:pt x="7868" y="2728"/>
                    <a:pt x="8383" y="2940"/>
                  </a:cubicBezTo>
                  <a:cubicBezTo>
                    <a:pt x="9937" y="3585"/>
                    <a:pt x="10948" y="5101"/>
                    <a:pt x="10952" y="6785"/>
                  </a:cubicBezTo>
                  <a:cubicBezTo>
                    <a:pt x="10952" y="9080"/>
                    <a:pt x="9085" y="10947"/>
                    <a:pt x="6790" y="10947"/>
                  </a:cubicBezTo>
                  <a:cubicBezTo>
                    <a:pt x="5106" y="10942"/>
                    <a:pt x="3590" y="9932"/>
                    <a:pt x="2946" y="8373"/>
                  </a:cubicBezTo>
                  <a:cubicBezTo>
                    <a:pt x="2306" y="6818"/>
                    <a:pt x="2662" y="5033"/>
                    <a:pt x="3850" y="3845"/>
                  </a:cubicBezTo>
                  <a:cubicBezTo>
                    <a:pt x="4645" y="3047"/>
                    <a:pt x="5710" y="2625"/>
                    <a:pt x="6792" y="2625"/>
                  </a:cubicBezTo>
                  <a:close/>
                  <a:moveTo>
                    <a:pt x="5906" y="0"/>
                  </a:moveTo>
                  <a:cubicBezTo>
                    <a:pt x="5785" y="0"/>
                    <a:pt x="5693" y="99"/>
                    <a:pt x="5693" y="217"/>
                  </a:cubicBezTo>
                  <a:lnTo>
                    <a:pt x="5693" y="799"/>
                  </a:lnTo>
                  <a:cubicBezTo>
                    <a:pt x="5693" y="900"/>
                    <a:pt x="5621" y="991"/>
                    <a:pt x="5520" y="1011"/>
                  </a:cubicBezTo>
                  <a:cubicBezTo>
                    <a:pt x="4842" y="1160"/>
                    <a:pt x="4192" y="1429"/>
                    <a:pt x="3605" y="1809"/>
                  </a:cubicBezTo>
                  <a:cubicBezTo>
                    <a:pt x="3568" y="1832"/>
                    <a:pt x="3526" y="1843"/>
                    <a:pt x="3485" y="1843"/>
                  </a:cubicBezTo>
                  <a:cubicBezTo>
                    <a:pt x="3428" y="1843"/>
                    <a:pt x="3372" y="1822"/>
                    <a:pt x="3331" y="1781"/>
                  </a:cubicBezTo>
                  <a:lnTo>
                    <a:pt x="2922" y="1367"/>
                  </a:lnTo>
                  <a:cubicBezTo>
                    <a:pt x="2878" y="1323"/>
                    <a:pt x="2822" y="1302"/>
                    <a:pt x="2765" y="1302"/>
                  </a:cubicBezTo>
                  <a:cubicBezTo>
                    <a:pt x="2709" y="1302"/>
                    <a:pt x="2652" y="1323"/>
                    <a:pt x="2609" y="1367"/>
                  </a:cubicBezTo>
                  <a:lnTo>
                    <a:pt x="1372" y="2608"/>
                  </a:lnTo>
                  <a:cubicBezTo>
                    <a:pt x="1286" y="2690"/>
                    <a:pt x="1286" y="2830"/>
                    <a:pt x="1372" y="2916"/>
                  </a:cubicBezTo>
                  <a:lnTo>
                    <a:pt x="1781" y="3330"/>
                  </a:lnTo>
                  <a:cubicBezTo>
                    <a:pt x="1853" y="3402"/>
                    <a:pt x="1868" y="3513"/>
                    <a:pt x="1810" y="3599"/>
                  </a:cubicBezTo>
                  <a:cubicBezTo>
                    <a:pt x="1435" y="4186"/>
                    <a:pt x="1165" y="4836"/>
                    <a:pt x="1016" y="5519"/>
                  </a:cubicBezTo>
                  <a:cubicBezTo>
                    <a:pt x="997" y="5620"/>
                    <a:pt x="906" y="5692"/>
                    <a:pt x="804" y="5692"/>
                  </a:cubicBezTo>
                  <a:lnTo>
                    <a:pt x="222" y="5692"/>
                  </a:lnTo>
                  <a:cubicBezTo>
                    <a:pt x="102" y="5692"/>
                    <a:pt x="1" y="5789"/>
                    <a:pt x="6" y="5914"/>
                  </a:cubicBezTo>
                  <a:lnTo>
                    <a:pt x="6" y="7665"/>
                  </a:lnTo>
                  <a:cubicBezTo>
                    <a:pt x="6" y="7786"/>
                    <a:pt x="102" y="7882"/>
                    <a:pt x="222" y="7882"/>
                  </a:cubicBezTo>
                  <a:lnTo>
                    <a:pt x="804" y="7882"/>
                  </a:lnTo>
                  <a:cubicBezTo>
                    <a:pt x="906" y="7882"/>
                    <a:pt x="997" y="7954"/>
                    <a:pt x="1016" y="8055"/>
                  </a:cubicBezTo>
                  <a:cubicBezTo>
                    <a:pt x="1165" y="8738"/>
                    <a:pt x="1435" y="9388"/>
                    <a:pt x="1810" y="9975"/>
                  </a:cubicBezTo>
                  <a:cubicBezTo>
                    <a:pt x="1868" y="10057"/>
                    <a:pt x="1853" y="10172"/>
                    <a:pt x="1781" y="10244"/>
                  </a:cubicBezTo>
                  <a:lnTo>
                    <a:pt x="1372" y="10658"/>
                  </a:lnTo>
                  <a:cubicBezTo>
                    <a:pt x="1286" y="10745"/>
                    <a:pt x="1286" y="10880"/>
                    <a:pt x="1372" y="10966"/>
                  </a:cubicBezTo>
                  <a:lnTo>
                    <a:pt x="2609" y="12208"/>
                  </a:lnTo>
                  <a:cubicBezTo>
                    <a:pt x="2652" y="12248"/>
                    <a:pt x="2709" y="12269"/>
                    <a:pt x="2765" y="12269"/>
                  </a:cubicBezTo>
                  <a:cubicBezTo>
                    <a:pt x="2822" y="12269"/>
                    <a:pt x="2878" y="12248"/>
                    <a:pt x="2922" y="12208"/>
                  </a:cubicBezTo>
                  <a:lnTo>
                    <a:pt x="3331" y="11794"/>
                  </a:lnTo>
                  <a:cubicBezTo>
                    <a:pt x="3372" y="11752"/>
                    <a:pt x="3428" y="11731"/>
                    <a:pt x="3485" y="11731"/>
                  </a:cubicBezTo>
                  <a:cubicBezTo>
                    <a:pt x="3526" y="11731"/>
                    <a:pt x="3568" y="11742"/>
                    <a:pt x="3605" y="11765"/>
                  </a:cubicBezTo>
                  <a:cubicBezTo>
                    <a:pt x="4192" y="12145"/>
                    <a:pt x="4842" y="12410"/>
                    <a:pt x="5520" y="12559"/>
                  </a:cubicBezTo>
                  <a:cubicBezTo>
                    <a:pt x="5621" y="12583"/>
                    <a:pt x="5693" y="12669"/>
                    <a:pt x="5698" y="12775"/>
                  </a:cubicBezTo>
                  <a:lnTo>
                    <a:pt x="5698" y="13358"/>
                  </a:lnTo>
                  <a:cubicBezTo>
                    <a:pt x="5698" y="13478"/>
                    <a:pt x="5794" y="13574"/>
                    <a:pt x="5915" y="13574"/>
                  </a:cubicBezTo>
                  <a:lnTo>
                    <a:pt x="7666" y="13574"/>
                  </a:lnTo>
                  <a:cubicBezTo>
                    <a:pt x="7786" y="13574"/>
                    <a:pt x="7883" y="13473"/>
                    <a:pt x="7883" y="13358"/>
                  </a:cubicBezTo>
                  <a:lnTo>
                    <a:pt x="7883" y="12775"/>
                  </a:lnTo>
                  <a:cubicBezTo>
                    <a:pt x="7883" y="12669"/>
                    <a:pt x="7955" y="12583"/>
                    <a:pt x="8056" y="12559"/>
                  </a:cubicBezTo>
                  <a:cubicBezTo>
                    <a:pt x="8739" y="12410"/>
                    <a:pt x="9389" y="12145"/>
                    <a:pt x="9976" y="11765"/>
                  </a:cubicBezTo>
                  <a:cubicBezTo>
                    <a:pt x="10010" y="11742"/>
                    <a:pt x="10051" y="11731"/>
                    <a:pt x="10092" y="11731"/>
                  </a:cubicBezTo>
                  <a:cubicBezTo>
                    <a:pt x="10147" y="11731"/>
                    <a:pt x="10203" y="11752"/>
                    <a:pt x="10245" y="11794"/>
                  </a:cubicBezTo>
                  <a:lnTo>
                    <a:pt x="10659" y="12208"/>
                  </a:lnTo>
                  <a:cubicBezTo>
                    <a:pt x="10702" y="12248"/>
                    <a:pt x="10758" y="12269"/>
                    <a:pt x="10813" y="12269"/>
                  </a:cubicBezTo>
                  <a:cubicBezTo>
                    <a:pt x="10868" y="12269"/>
                    <a:pt x="10924" y="12248"/>
                    <a:pt x="10967" y="12208"/>
                  </a:cubicBezTo>
                  <a:lnTo>
                    <a:pt x="12208" y="10966"/>
                  </a:lnTo>
                  <a:cubicBezTo>
                    <a:pt x="12290" y="10880"/>
                    <a:pt x="12290" y="10745"/>
                    <a:pt x="12208" y="10658"/>
                  </a:cubicBezTo>
                  <a:lnTo>
                    <a:pt x="11794" y="10244"/>
                  </a:lnTo>
                  <a:cubicBezTo>
                    <a:pt x="11722" y="10172"/>
                    <a:pt x="11713" y="10057"/>
                    <a:pt x="11766" y="9975"/>
                  </a:cubicBezTo>
                  <a:cubicBezTo>
                    <a:pt x="12146" y="9388"/>
                    <a:pt x="12410" y="8738"/>
                    <a:pt x="12560" y="8055"/>
                  </a:cubicBezTo>
                  <a:cubicBezTo>
                    <a:pt x="12584" y="7954"/>
                    <a:pt x="12670" y="7882"/>
                    <a:pt x="12776" y="7882"/>
                  </a:cubicBezTo>
                  <a:lnTo>
                    <a:pt x="13358" y="7882"/>
                  </a:lnTo>
                  <a:cubicBezTo>
                    <a:pt x="13479" y="7882"/>
                    <a:pt x="13575" y="7786"/>
                    <a:pt x="13575" y="7665"/>
                  </a:cubicBezTo>
                  <a:lnTo>
                    <a:pt x="13575" y="5909"/>
                  </a:lnTo>
                  <a:cubicBezTo>
                    <a:pt x="13575" y="5789"/>
                    <a:pt x="13479" y="5692"/>
                    <a:pt x="13358" y="5692"/>
                  </a:cubicBezTo>
                  <a:lnTo>
                    <a:pt x="12776" y="5692"/>
                  </a:lnTo>
                  <a:cubicBezTo>
                    <a:pt x="12670" y="5688"/>
                    <a:pt x="12584" y="5615"/>
                    <a:pt x="12560" y="5514"/>
                  </a:cubicBezTo>
                  <a:cubicBezTo>
                    <a:pt x="12410" y="4836"/>
                    <a:pt x="12146" y="4186"/>
                    <a:pt x="11766" y="3599"/>
                  </a:cubicBezTo>
                  <a:cubicBezTo>
                    <a:pt x="11713" y="3513"/>
                    <a:pt x="11722" y="3397"/>
                    <a:pt x="11794" y="3325"/>
                  </a:cubicBezTo>
                  <a:lnTo>
                    <a:pt x="12208" y="2911"/>
                  </a:lnTo>
                  <a:cubicBezTo>
                    <a:pt x="12290" y="2830"/>
                    <a:pt x="12290" y="2690"/>
                    <a:pt x="12208" y="2603"/>
                  </a:cubicBezTo>
                  <a:lnTo>
                    <a:pt x="10967" y="1367"/>
                  </a:lnTo>
                  <a:cubicBezTo>
                    <a:pt x="10924" y="1323"/>
                    <a:pt x="10868" y="1302"/>
                    <a:pt x="10813" y="1302"/>
                  </a:cubicBezTo>
                  <a:cubicBezTo>
                    <a:pt x="10758" y="1302"/>
                    <a:pt x="10702" y="1323"/>
                    <a:pt x="10659" y="1367"/>
                  </a:cubicBezTo>
                  <a:lnTo>
                    <a:pt x="10245" y="1776"/>
                  </a:lnTo>
                  <a:cubicBezTo>
                    <a:pt x="10203" y="1818"/>
                    <a:pt x="10146" y="1840"/>
                    <a:pt x="10090" y="1840"/>
                  </a:cubicBezTo>
                  <a:cubicBezTo>
                    <a:pt x="10050" y="1840"/>
                    <a:pt x="10010" y="1829"/>
                    <a:pt x="9976" y="1805"/>
                  </a:cubicBezTo>
                  <a:cubicBezTo>
                    <a:pt x="9389" y="1429"/>
                    <a:pt x="8739" y="1160"/>
                    <a:pt x="8056" y="1011"/>
                  </a:cubicBezTo>
                  <a:cubicBezTo>
                    <a:pt x="7955" y="991"/>
                    <a:pt x="7883" y="900"/>
                    <a:pt x="7883" y="799"/>
                  </a:cubicBezTo>
                  <a:lnTo>
                    <a:pt x="7883" y="217"/>
                  </a:lnTo>
                  <a:cubicBezTo>
                    <a:pt x="7883" y="96"/>
                    <a:pt x="7786" y="0"/>
                    <a:pt x="7666" y="0"/>
                  </a:cubicBezTo>
                  <a:lnTo>
                    <a:pt x="5915" y="0"/>
                  </a:lnTo>
                  <a:cubicBezTo>
                    <a:pt x="5912" y="0"/>
                    <a:pt x="5909" y="0"/>
                    <a:pt x="5906"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87"/>
            <p:cNvSpPr/>
            <p:nvPr/>
          </p:nvSpPr>
          <p:spPr>
            <a:xfrm>
              <a:off x="5822471" y="1567542"/>
              <a:ext cx="262642" cy="252702"/>
            </a:xfrm>
            <a:custGeom>
              <a:rect b="b" l="l" r="r" t="t"/>
              <a:pathLst>
                <a:path extrusionOk="0" h="9635" w="10014">
                  <a:moveTo>
                    <a:pt x="5199" y="657"/>
                  </a:moveTo>
                  <a:cubicBezTo>
                    <a:pt x="5735" y="657"/>
                    <a:pt x="6275" y="760"/>
                    <a:pt x="6790" y="972"/>
                  </a:cubicBezTo>
                  <a:cubicBezTo>
                    <a:pt x="8344" y="1617"/>
                    <a:pt x="9359" y="3133"/>
                    <a:pt x="9359" y="4817"/>
                  </a:cubicBezTo>
                  <a:cubicBezTo>
                    <a:pt x="9359" y="7112"/>
                    <a:pt x="7492" y="8979"/>
                    <a:pt x="5197" y="8979"/>
                  </a:cubicBezTo>
                  <a:cubicBezTo>
                    <a:pt x="3513" y="8979"/>
                    <a:pt x="1997" y="7964"/>
                    <a:pt x="1353" y="6409"/>
                  </a:cubicBezTo>
                  <a:cubicBezTo>
                    <a:pt x="713" y="4855"/>
                    <a:pt x="1064" y="3065"/>
                    <a:pt x="2257" y="1877"/>
                  </a:cubicBezTo>
                  <a:cubicBezTo>
                    <a:pt x="3052" y="1079"/>
                    <a:pt x="4117" y="657"/>
                    <a:pt x="5199" y="657"/>
                  </a:cubicBezTo>
                  <a:close/>
                  <a:moveTo>
                    <a:pt x="5197" y="0"/>
                  </a:moveTo>
                  <a:cubicBezTo>
                    <a:pt x="3249" y="0"/>
                    <a:pt x="1492" y="1174"/>
                    <a:pt x="746" y="2974"/>
                  </a:cubicBezTo>
                  <a:cubicBezTo>
                    <a:pt x="1" y="4773"/>
                    <a:pt x="414" y="6842"/>
                    <a:pt x="1791" y="8223"/>
                  </a:cubicBezTo>
                  <a:cubicBezTo>
                    <a:pt x="2715" y="9144"/>
                    <a:pt x="3947" y="9634"/>
                    <a:pt x="5200" y="9634"/>
                  </a:cubicBezTo>
                  <a:cubicBezTo>
                    <a:pt x="5820" y="9634"/>
                    <a:pt x="6445" y="9514"/>
                    <a:pt x="7040" y="9268"/>
                  </a:cubicBezTo>
                  <a:cubicBezTo>
                    <a:pt x="8840" y="8522"/>
                    <a:pt x="10014" y="6765"/>
                    <a:pt x="10014" y="4817"/>
                  </a:cubicBezTo>
                  <a:cubicBezTo>
                    <a:pt x="10014" y="2156"/>
                    <a:pt x="7858" y="0"/>
                    <a:pt x="5197"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87"/>
            <p:cNvSpPr/>
            <p:nvPr/>
          </p:nvSpPr>
          <p:spPr>
            <a:xfrm>
              <a:off x="5775393" y="1510628"/>
              <a:ext cx="366634" cy="366634"/>
            </a:xfrm>
            <a:custGeom>
              <a:rect b="b" l="l" r="r" t="t"/>
              <a:pathLst>
                <a:path extrusionOk="0" h="13979" w="13979">
                  <a:moveTo>
                    <a:pt x="7868" y="404"/>
                  </a:moveTo>
                  <a:cubicBezTo>
                    <a:pt x="7873" y="404"/>
                    <a:pt x="7882" y="409"/>
                    <a:pt x="7882" y="419"/>
                  </a:cubicBezTo>
                  <a:lnTo>
                    <a:pt x="7882" y="1001"/>
                  </a:lnTo>
                  <a:cubicBezTo>
                    <a:pt x="7882" y="1198"/>
                    <a:pt x="8022" y="1371"/>
                    <a:pt x="8214" y="1415"/>
                  </a:cubicBezTo>
                  <a:cubicBezTo>
                    <a:pt x="8874" y="1554"/>
                    <a:pt x="9504" y="1814"/>
                    <a:pt x="10072" y="2180"/>
                  </a:cubicBezTo>
                  <a:cubicBezTo>
                    <a:pt x="10141" y="2227"/>
                    <a:pt x="10221" y="2249"/>
                    <a:pt x="10300" y="2249"/>
                  </a:cubicBezTo>
                  <a:cubicBezTo>
                    <a:pt x="10408" y="2249"/>
                    <a:pt x="10516" y="2207"/>
                    <a:pt x="10596" y="2127"/>
                  </a:cubicBezTo>
                  <a:lnTo>
                    <a:pt x="11010" y="1713"/>
                  </a:lnTo>
                  <a:cubicBezTo>
                    <a:pt x="11012" y="1711"/>
                    <a:pt x="11016" y="1709"/>
                    <a:pt x="11020" y="1709"/>
                  </a:cubicBezTo>
                  <a:cubicBezTo>
                    <a:pt x="11023" y="1709"/>
                    <a:pt x="11027" y="1711"/>
                    <a:pt x="11029" y="1713"/>
                  </a:cubicBezTo>
                  <a:lnTo>
                    <a:pt x="12266" y="2950"/>
                  </a:lnTo>
                  <a:cubicBezTo>
                    <a:pt x="12276" y="2959"/>
                    <a:pt x="12276" y="2964"/>
                    <a:pt x="12266" y="2974"/>
                  </a:cubicBezTo>
                  <a:lnTo>
                    <a:pt x="11857" y="3383"/>
                  </a:lnTo>
                  <a:cubicBezTo>
                    <a:pt x="11713" y="3522"/>
                    <a:pt x="11693" y="3744"/>
                    <a:pt x="11799" y="3912"/>
                  </a:cubicBezTo>
                  <a:cubicBezTo>
                    <a:pt x="12165" y="4480"/>
                    <a:pt x="12425" y="5105"/>
                    <a:pt x="12569" y="5760"/>
                  </a:cubicBezTo>
                  <a:cubicBezTo>
                    <a:pt x="12608" y="5957"/>
                    <a:pt x="12781" y="6097"/>
                    <a:pt x="12978" y="6097"/>
                  </a:cubicBezTo>
                  <a:lnTo>
                    <a:pt x="13560" y="6097"/>
                  </a:lnTo>
                  <a:cubicBezTo>
                    <a:pt x="13565" y="6097"/>
                    <a:pt x="13570" y="6101"/>
                    <a:pt x="13570" y="6111"/>
                  </a:cubicBezTo>
                  <a:lnTo>
                    <a:pt x="13570" y="7862"/>
                  </a:lnTo>
                  <a:cubicBezTo>
                    <a:pt x="13570" y="7872"/>
                    <a:pt x="13565" y="7877"/>
                    <a:pt x="13560" y="7877"/>
                  </a:cubicBezTo>
                  <a:lnTo>
                    <a:pt x="12978" y="7877"/>
                  </a:lnTo>
                  <a:cubicBezTo>
                    <a:pt x="12776" y="7877"/>
                    <a:pt x="12603" y="8016"/>
                    <a:pt x="12564" y="8214"/>
                  </a:cubicBezTo>
                  <a:cubicBezTo>
                    <a:pt x="12420" y="8868"/>
                    <a:pt x="12160" y="9494"/>
                    <a:pt x="11799" y="10061"/>
                  </a:cubicBezTo>
                  <a:cubicBezTo>
                    <a:pt x="11689" y="10230"/>
                    <a:pt x="11713" y="10451"/>
                    <a:pt x="11852" y="10591"/>
                  </a:cubicBezTo>
                  <a:lnTo>
                    <a:pt x="12266" y="11000"/>
                  </a:lnTo>
                  <a:cubicBezTo>
                    <a:pt x="12271" y="11009"/>
                    <a:pt x="12271" y="11014"/>
                    <a:pt x="12266" y="11024"/>
                  </a:cubicBezTo>
                  <a:lnTo>
                    <a:pt x="11025" y="12260"/>
                  </a:lnTo>
                  <a:cubicBezTo>
                    <a:pt x="11022" y="12263"/>
                    <a:pt x="11018" y="12264"/>
                    <a:pt x="11015" y="12264"/>
                  </a:cubicBezTo>
                  <a:cubicBezTo>
                    <a:pt x="11011" y="12264"/>
                    <a:pt x="11008" y="12263"/>
                    <a:pt x="11005" y="12260"/>
                  </a:cubicBezTo>
                  <a:lnTo>
                    <a:pt x="10596" y="11847"/>
                  </a:lnTo>
                  <a:cubicBezTo>
                    <a:pt x="10513" y="11766"/>
                    <a:pt x="10404" y="11724"/>
                    <a:pt x="10296" y="11724"/>
                  </a:cubicBezTo>
                  <a:cubicBezTo>
                    <a:pt x="10216" y="11724"/>
                    <a:pt x="10136" y="11747"/>
                    <a:pt x="10067" y="11794"/>
                  </a:cubicBezTo>
                  <a:cubicBezTo>
                    <a:pt x="9499" y="12155"/>
                    <a:pt x="8874" y="12414"/>
                    <a:pt x="8214" y="12559"/>
                  </a:cubicBezTo>
                  <a:cubicBezTo>
                    <a:pt x="8022" y="12602"/>
                    <a:pt x="7882" y="12770"/>
                    <a:pt x="7882" y="12973"/>
                  </a:cubicBezTo>
                  <a:lnTo>
                    <a:pt x="7882" y="13560"/>
                  </a:lnTo>
                  <a:cubicBezTo>
                    <a:pt x="7882" y="13564"/>
                    <a:pt x="7873" y="13569"/>
                    <a:pt x="7868" y="13569"/>
                  </a:cubicBezTo>
                  <a:lnTo>
                    <a:pt x="6117" y="13569"/>
                  </a:lnTo>
                  <a:cubicBezTo>
                    <a:pt x="6107" y="13569"/>
                    <a:pt x="6102" y="13564"/>
                    <a:pt x="6102" y="13560"/>
                  </a:cubicBezTo>
                  <a:lnTo>
                    <a:pt x="6102" y="12977"/>
                  </a:lnTo>
                  <a:cubicBezTo>
                    <a:pt x="6102" y="12775"/>
                    <a:pt x="5963" y="12602"/>
                    <a:pt x="5765" y="12564"/>
                  </a:cubicBezTo>
                  <a:cubicBezTo>
                    <a:pt x="5111" y="12419"/>
                    <a:pt x="4485" y="12159"/>
                    <a:pt x="3918" y="11798"/>
                  </a:cubicBezTo>
                  <a:cubicBezTo>
                    <a:pt x="3850" y="11750"/>
                    <a:pt x="3768" y="11726"/>
                    <a:pt x="3687" y="11726"/>
                  </a:cubicBezTo>
                  <a:cubicBezTo>
                    <a:pt x="3576" y="11726"/>
                    <a:pt x="3465" y="11774"/>
                    <a:pt x="3388" y="11851"/>
                  </a:cubicBezTo>
                  <a:lnTo>
                    <a:pt x="2974" y="12265"/>
                  </a:lnTo>
                  <a:cubicBezTo>
                    <a:pt x="2972" y="12268"/>
                    <a:pt x="2970" y="12269"/>
                    <a:pt x="2967" y="12269"/>
                  </a:cubicBezTo>
                  <a:cubicBezTo>
                    <a:pt x="2964" y="12269"/>
                    <a:pt x="2960" y="12268"/>
                    <a:pt x="2955" y="12265"/>
                  </a:cubicBezTo>
                  <a:lnTo>
                    <a:pt x="1719" y="11024"/>
                  </a:lnTo>
                  <a:cubicBezTo>
                    <a:pt x="1714" y="11019"/>
                    <a:pt x="1714" y="11009"/>
                    <a:pt x="1719" y="11005"/>
                  </a:cubicBezTo>
                  <a:lnTo>
                    <a:pt x="2128" y="10596"/>
                  </a:lnTo>
                  <a:cubicBezTo>
                    <a:pt x="2272" y="10451"/>
                    <a:pt x="2296" y="10230"/>
                    <a:pt x="2185" y="10066"/>
                  </a:cubicBezTo>
                  <a:cubicBezTo>
                    <a:pt x="1824" y="9498"/>
                    <a:pt x="1565" y="8873"/>
                    <a:pt x="1420" y="8214"/>
                  </a:cubicBezTo>
                  <a:cubicBezTo>
                    <a:pt x="1377" y="8021"/>
                    <a:pt x="1209" y="7882"/>
                    <a:pt x="1006" y="7882"/>
                  </a:cubicBezTo>
                  <a:lnTo>
                    <a:pt x="424" y="7882"/>
                  </a:lnTo>
                  <a:cubicBezTo>
                    <a:pt x="419" y="7882"/>
                    <a:pt x="410" y="7872"/>
                    <a:pt x="410" y="7867"/>
                  </a:cubicBezTo>
                  <a:lnTo>
                    <a:pt x="410" y="6111"/>
                  </a:lnTo>
                  <a:cubicBezTo>
                    <a:pt x="410" y="6101"/>
                    <a:pt x="419" y="6097"/>
                    <a:pt x="424" y="6097"/>
                  </a:cubicBezTo>
                  <a:lnTo>
                    <a:pt x="1006" y="6097"/>
                  </a:lnTo>
                  <a:cubicBezTo>
                    <a:pt x="1209" y="6097"/>
                    <a:pt x="1377" y="5957"/>
                    <a:pt x="1420" y="5765"/>
                  </a:cubicBezTo>
                  <a:cubicBezTo>
                    <a:pt x="1565" y="5105"/>
                    <a:pt x="1824" y="4480"/>
                    <a:pt x="2185" y="3912"/>
                  </a:cubicBezTo>
                  <a:cubicBezTo>
                    <a:pt x="2296" y="3744"/>
                    <a:pt x="2272" y="3522"/>
                    <a:pt x="2128" y="3383"/>
                  </a:cubicBezTo>
                  <a:lnTo>
                    <a:pt x="1719" y="2974"/>
                  </a:lnTo>
                  <a:cubicBezTo>
                    <a:pt x="1714" y="2964"/>
                    <a:pt x="1714" y="2959"/>
                    <a:pt x="1719" y="2950"/>
                  </a:cubicBezTo>
                  <a:lnTo>
                    <a:pt x="2955" y="1713"/>
                  </a:lnTo>
                  <a:cubicBezTo>
                    <a:pt x="2960" y="1711"/>
                    <a:pt x="2964" y="1709"/>
                    <a:pt x="2967" y="1709"/>
                  </a:cubicBezTo>
                  <a:cubicBezTo>
                    <a:pt x="2971" y="1709"/>
                    <a:pt x="2974" y="1711"/>
                    <a:pt x="2979" y="1713"/>
                  </a:cubicBezTo>
                  <a:lnTo>
                    <a:pt x="3388" y="2127"/>
                  </a:lnTo>
                  <a:cubicBezTo>
                    <a:pt x="3469" y="2207"/>
                    <a:pt x="3576" y="2249"/>
                    <a:pt x="3685" y="2249"/>
                  </a:cubicBezTo>
                  <a:cubicBezTo>
                    <a:pt x="3765" y="2249"/>
                    <a:pt x="3846" y="2227"/>
                    <a:pt x="3918" y="2180"/>
                  </a:cubicBezTo>
                  <a:cubicBezTo>
                    <a:pt x="4485" y="1819"/>
                    <a:pt x="5111" y="1559"/>
                    <a:pt x="5765" y="1415"/>
                  </a:cubicBezTo>
                  <a:cubicBezTo>
                    <a:pt x="5963" y="1371"/>
                    <a:pt x="6102" y="1203"/>
                    <a:pt x="6102" y="1001"/>
                  </a:cubicBezTo>
                  <a:lnTo>
                    <a:pt x="6102" y="419"/>
                  </a:lnTo>
                  <a:cubicBezTo>
                    <a:pt x="6102" y="409"/>
                    <a:pt x="6107" y="404"/>
                    <a:pt x="6117" y="404"/>
                  </a:cubicBezTo>
                  <a:close/>
                  <a:moveTo>
                    <a:pt x="6112" y="0"/>
                  </a:moveTo>
                  <a:cubicBezTo>
                    <a:pt x="5881" y="0"/>
                    <a:pt x="5693" y="188"/>
                    <a:pt x="5693" y="419"/>
                  </a:cubicBezTo>
                  <a:lnTo>
                    <a:pt x="5693" y="1001"/>
                  </a:lnTo>
                  <a:cubicBezTo>
                    <a:pt x="5693" y="1006"/>
                    <a:pt x="5688" y="1011"/>
                    <a:pt x="5679" y="1015"/>
                  </a:cubicBezTo>
                  <a:cubicBezTo>
                    <a:pt x="4976" y="1169"/>
                    <a:pt x="4303" y="1444"/>
                    <a:pt x="3696" y="1833"/>
                  </a:cubicBezTo>
                  <a:cubicBezTo>
                    <a:pt x="3694" y="1836"/>
                    <a:pt x="3690" y="1837"/>
                    <a:pt x="3687" y="1837"/>
                  </a:cubicBezTo>
                  <a:cubicBezTo>
                    <a:pt x="3683" y="1837"/>
                    <a:pt x="3679" y="1836"/>
                    <a:pt x="3677" y="1833"/>
                  </a:cubicBezTo>
                  <a:lnTo>
                    <a:pt x="3263" y="1424"/>
                  </a:lnTo>
                  <a:cubicBezTo>
                    <a:pt x="3181" y="1340"/>
                    <a:pt x="3073" y="1298"/>
                    <a:pt x="2964" y="1298"/>
                  </a:cubicBezTo>
                  <a:cubicBezTo>
                    <a:pt x="2855" y="1298"/>
                    <a:pt x="2746" y="1340"/>
                    <a:pt x="2662" y="1424"/>
                  </a:cubicBezTo>
                  <a:lnTo>
                    <a:pt x="1425" y="2661"/>
                  </a:lnTo>
                  <a:cubicBezTo>
                    <a:pt x="1257" y="2829"/>
                    <a:pt x="1257" y="3099"/>
                    <a:pt x="1425" y="3262"/>
                  </a:cubicBezTo>
                  <a:lnTo>
                    <a:pt x="1839" y="3676"/>
                  </a:lnTo>
                  <a:cubicBezTo>
                    <a:pt x="1839" y="3681"/>
                    <a:pt x="1839" y="3686"/>
                    <a:pt x="1839" y="3691"/>
                  </a:cubicBezTo>
                  <a:cubicBezTo>
                    <a:pt x="1449" y="4302"/>
                    <a:pt x="1170" y="4971"/>
                    <a:pt x="1016" y="5678"/>
                  </a:cubicBezTo>
                  <a:cubicBezTo>
                    <a:pt x="1016" y="5683"/>
                    <a:pt x="1011" y="5692"/>
                    <a:pt x="1002" y="5692"/>
                  </a:cubicBezTo>
                  <a:lnTo>
                    <a:pt x="419" y="5692"/>
                  </a:lnTo>
                  <a:cubicBezTo>
                    <a:pt x="188" y="5692"/>
                    <a:pt x="1" y="5880"/>
                    <a:pt x="1" y="6111"/>
                  </a:cubicBezTo>
                  <a:lnTo>
                    <a:pt x="1" y="7862"/>
                  </a:lnTo>
                  <a:cubicBezTo>
                    <a:pt x="1" y="8093"/>
                    <a:pt x="188" y="8281"/>
                    <a:pt x="419" y="8286"/>
                  </a:cubicBezTo>
                  <a:lnTo>
                    <a:pt x="1002" y="8286"/>
                  </a:lnTo>
                  <a:cubicBezTo>
                    <a:pt x="1011" y="8286"/>
                    <a:pt x="1016" y="8291"/>
                    <a:pt x="1016" y="8296"/>
                  </a:cubicBezTo>
                  <a:cubicBezTo>
                    <a:pt x="1170" y="9003"/>
                    <a:pt x="1449" y="9676"/>
                    <a:pt x="1839" y="10283"/>
                  </a:cubicBezTo>
                  <a:cubicBezTo>
                    <a:pt x="1839" y="10288"/>
                    <a:pt x="1839" y="10297"/>
                    <a:pt x="1839" y="10302"/>
                  </a:cubicBezTo>
                  <a:lnTo>
                    <a:pt x="1425" y="10711"/>
                  </a:lnTo>
                  <a:cubicBezTo>
                    <a:pt x="1257" y="10879"/>
                    <a:pt x="1257" y="11149"/>
                    <a:pt x="1425" y="11312"/>
                  </a:cubicBezTo>
                  <a:lnTo>
                    <a:pt x="2662" y="12554"/>
                  </a:lnTo>
                  <a:cubicBezTo>
                    <a:pt x="2746" y="12636"/>
                    <a:pt x="2855" y="12677"/>
                    <a:pt x="2964" y="12677"/>
                  </a:cubicBezTo>
                  <a:cubicBezTo>
                    <a:pt x="3073" y="12677"/>
                    <a:pt x="3181" y="12636"/>
                    <a:pt x="3263" y="12554"/>
                  </a:cubicBezTo>
                  <a:lnTo>
                    <a:pt x="3677" y="12140"/>
                  </a:lnTo>
                  <a:cubicBezTo>
                    <a:pt x="3679" y="12138"/>
                    <a:pt x="3683" y="12136"/>
                    <a:pt x="3687" y="12136"/>
                  </a:cubicBezTo>
                  <a:cubicBezTo>
                    <a:pt x="3690" y="12136"/>
                    <a:pt x="3694" y="12138"/>
                    <a:pt x="3696" y="12140"/>
                  </a:cubicBezTo>
                  <a:cubicBezTo>
                    <a:pt x="4303" y="12530"/>
                    <a:pt x="4976" y="12809"/>
                    <a:pt x="5679" y="12963"/>
                  </a:cubicBezTo>
                  <a:cubicBezTo>
                    <a:pt x="5688" y="12963"/>
                    <a:pt x="5693" y="12968"/>
                    <a:pt x="5693" y="12973"/>
                  </a:cubicBezTo>
                  <a:lnTo>
                    <a:pt x="5693" y="13560"/>
                  </a:lnTo>
                  <a:cubicBezTo>
                    <a:pt x="5693" y="13791"/>
                    <a:pt x="5881" y="13978"/>
                    <a:pt x="6112" y="13978"/>
                  </a:cubicBezTo>
                  <a:lnTo>
                    <a:pt x="7863" y="13978"/>
                  </a:lnTo>
                  <a:cubicBezTo>
                    <a:pt x="8099" y="13978"/>
                    <a:pt x="8287" y="13791"/>
                    <a:pt x="8287" y="13560"/>
                  </a:cubicBezTo>
                  <a:lnTo>
                    <a:pt x="8287" y="12977"/>
                  </a:lnTo>
                  <a:cubicBezTo>
                    <a:pt x="8287" y="12968"/>
                    <a:pt x="8291" y="12963"/>
                    <a:pt x="8301" y="12963"/>
                  </a:cubicBezTo>
                  <a:cubicBezTo>
                    <a:pt x="9004" y="12809"/>
                    <a:pt x="9677" y="12530"/>
                    <a:pt x="10284" y="12140"/>
                  </a:cubicBezTo>
                  <a:cubicBezTo>
                    <a:pt x="10286" y="12138"/>
                    <a:pt x="10290" y="12136"/>
                    <a:pt x="10293" y="12136"/>
                  </a:cubicBezTo>
                  <a:cubicBezTo>
                    <a:pt x="10297" y="12136"/>
                    <a:pt x="10300" y="12138"/>
                    <a:pt x="10303" y="12140"/>
                  </a:cubicBezTo>
                  <a:lnTo>
                    <a:pt x="10712" y="12554"/>
                  </a:lnTo>
                  <a:cubicBezTo>
                    <a:pt x="10796" y="12636"/>
                    <a:pt x="10905" y="12677"/>
                    <a:pt x="11014" y="12677"/>
                  </a:cubicBezTo>
                  <a:cubicBezTo>
                    <a:pt x="11123" y="12677"/>
                    <a:pt x="11231" y="12636"/>
                    <a:pt x="11313" y="12554"/>
                  </a:cubicBezTo>
                  <a:lnTo>
                    <a:pt x="12555" y="11312"/>
                  </a:lnTo>
                  <a:cubicBezTo>
                    <a:pt x="12718" y="11149"/>
                    <a:pt x="12718" y="10879"/>
                    <a:pt x="12555" y="10711"/>
                  </a:cubicBezTo>
                  <a:lnTo>
                    <a:pt x="12141" y="10302"/>
                  </a:lnTo>
                  <a:cubicBezTo>
                    <a:pt x="12136" y="10297"/>
                    <a:pt x="12136" y="10288"/>
                    <a:pt x="12141" y="10283"/>
                  </a:cubicBezTo>
                  <a:cubicBezTo>
                    <a:pt x="12531" y="9676"/>
                    <a:pt x="12810" y="9003"/>
                    <a:pt x="12964" y="8300"/>
                  </a:cubicBezTo>
                  <a:cubicBezTo>
                    <a:pt x="12964" y="8291"/>
                    <a:pt x="12968" y="8286"/>
                    <a:pt x="12978" y="8286"/>
                  </a:cubicBezTo>
                  <a:lnTo>
                    <a:pt x="13560" y="8286"/>
                  </a:lnTo>
                  <a:cubicBezTo>
                    <a:pt x="13791" y="8286"/>
                    <a:pt x="13979" y="8098"/>
                    <a:pt x="13979" y="7862"/>
                  </a:cubicBezTo>
                  <a:lnTo>
                    <a:pt x="13979" y="6111"/>
                  </a:lnTo>
                  <a:cubicBezTo>
                    <a:pt x="13979" y="5880"/>
                    <a:pt x="13791" y="5688"/>
                    <a:pt x="13560" y="5688"/>
                  </a:cubicBezTo>
                  <a:lnTo>
                    <a:pt x="12978" y="5688"/>
                  </a:lnTo>
                  <a:cubicBezTo>
                    <a:pt x="12968" y="5688"/>
                    <a:pt x="12964" y="5683"/>
                    <a:pt x="12964" y="5673"/>
                  </a:cubicBezTo>
                  <a:cubicBezTo>
                    <a:pt x="12810" y="4971"/>
                    <a:pt x="12531" y="4297"/>
                    <a:pt x="12141" y="3691"/>
                  </a:cubicBezTo>
                  <a:cubicBezTo>
                    <a:pt x="12136" y="3686"/>
                    <a:pt x="12136" y="3676"/>
                    <a:pt x="12141" y="3671"/>
                  </a:cubicBezTo>
                  <a:lnTo>
                    <a:pt x="12555" y="3262"/>
                  </a:lnTo>
                  <a:cubicBezTo>
                    <a:pt x="12718" y="3094"/>
                    <a:pt x="12718" y="2825"/>
                    <a:pt x="12555" y="2661"/>
                  </a:cubicBezTo>
                  <a:lnTo>
                    <a:pt x="11313" y="1420"/>
                  </a:lnTo>
                  <a:cubicBezTo>
                    <a:pt x="11231" y="1335"/>
                    <a:pt x="11123" y="1293"/>
                    <a:pt x="11014" y="1293"/>
                  </a:cubicBezTo>
                  <a:cubicBezTo>
                    <a:pt x="10905" y="1293"/>
                    <a:pt x="10796" y="1335"/>
                    <a:pt x="10712" y="1420"/>
                  </a:cubicBezTo>
                  <a:lnTo>
                    <a:pt x="10303" y="1833"/>
                  </a:lnTo>
                  <a:cubicBezTo>
                    <a:pt x="10300" y="1836"/>
                    <a:pt x="10297" y="1837"/>
                    <a:pt x="10293" y="1837"/>
                  </a:cubicBezTo>
                  <a:cubicBezTo>
                    <a:pt x="10290" y="1837"/>
                    <a:pt x="10286" y="1836"/>
                    <a:pt x="10284" y="1833"/>
                  </a:cubicBezTo>
                  <a:cubicBezTo>
                    <a:pt x="9677" y="1444"/>
                    <a:pt x="9004" y="1165"/>
                    <a:pt x="8301" y="1011"/>
                  </a:cubicBezTo>
                  <a:cubicBezTo>
                    <a:pt x="8291" y="1011"/>
                    <a:pt x="8287" y="1006"/>
                    <a:pt x="8287" y="996"/>
                  </a:cubicBezTo>
                  <a:lnTo>
                    <a:pt x="8287" y="419"/>
                  </a:lnTo>
                  <a:cubicBezTo>
                    <a:pt x="8287" y="188"/>
                    <a:pt x="8099" y="0"/>
                    <a:pt x="78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87"/>
            <p:cNvSpPr/>
            <p:nvPr/>
          </p:nvSpPr>
          <p:spPr>
            <a:xfrm>
              <a:off x="5832936" y="1579370"/>
              <a:ext cx="202686" cy="188812"/>
            </a:xfrm>
            <a:custGeom>
              <a:rect b="b" l="l" r="r" t="t"/>
              <a:pathLst>
                <a:path extrusionOk="0" h="7199" w="7728">
                  <a:moveTo>
                    <a:pt x="4797" y="1"/>
                  </a:moveTo>
                  <a:cubicBezTo>
                    <a:pt x="3675" y="1"/>
                    <a:pt x="2559" y="432"/>
                    <a:pt x="1709" y="1281"/>
                  </a:cubicBezTo>
                  <a:cubicBezTo>
                    <a:pt x="131" y="2860"/>
                    <a:pt x="1" y="5376"/>
                    <a:pt x="1406" y="7108"/>
                  </a:cubicBezTo>
                  <a:cubicBezTo>
                    <a:pt x="1452" y="7172"/>
                    <a:pt x="1510" y="7198"/>
                    <a:pt x="1567" y="7198"/>
                  </a:cubicBezTo>
                  <a:cubicBezTo>
                    <a:pt x="1720" y="7198"/>
                    <a:pt x="1864" y="7008"/>
                    <a:pt x="1724" y="6853"/>
                  </a:cubicBezTo>
                  <a:cubicBezTo>
                    <a:pt x="1112" y="6098"/>
                    <a:pt x="800" y="5140"/>
                    <a:pt x="848" y="4168"/>
                  </a:cubicBezTo>
                  <a:cubicBezTo>
                    <a:pt x="920" y="2682"/>
                    <a:pt x="1825" y="1363"/>
                    <a:pt x="3182" y="757"/>
                  </a:cubicBezTo>
                  <a:cubicBezTo>
                    <a:pt x="3701" y="526"/>
                    <a:pt x="4253" y="412"/>
                    <a:pt x="4801" y="412"/>
                  </a:cubicBezTo>
                  <a:cubicBezTo>
                    <a:pt x="5689" y="412"/>
                    <a:pt x="6569" y="711"/>
                    <a:pt x="7286" y="1291"/>
                  </a:cubicBezTo>
                  <a:cubicBezTo>
                    <a:pt x="7330" y="1331"/>
                    <a:pt x="7377" y="1348"/>
                    <a:pt x="7422" y="1348"/>
                  </a:cubicBezTo>
                  <a:cubicBezTo>
                    <a:pt x="7592" y="1348"/>
                    <a:pt x="7727" y="1107"/>
                    <a:pt x="7541" y="973"/>
                  </a:cubicBezTo>
                  <a:cubicBezTo>
                    <a:pt x="6736" y="322"/>
                    <a:pt x="5765" y="1"/>
                    <a:pt x="47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87"/>
            <p:cNvSpPr/>
            <p:nvPr/>
          </p:nvSpPr>
          <p:spPr>
            <a:xfrm>
              <a:off x="5882637" y="1613859"/>
              <a:ext cx="198201" cy="194477"/>
            </a:xfrm>
            <a:custGeom>
              <a:rect b="b" l="l" r="r" t="t"/>
              <a:pathLst>
                <a:path extrusionOk="0" h="7415" w="7557">
                  <a:moveTo>
                    <a:pt x="4227" y="409"/>
                  </a:moveTo>
                  <a:lnTo>
                    <a:pt x="4227" y="1261"/>
                  </a:lnTo>
                  <a:cubicBezTo>
                    <a:pt x="4227" y="1400"/>
                    <a:pt x="4198" y="1535"/>
                    <a:pt x="4135" y="1660"/>
                  </a:cubicBezTo>
                  <a:lnTo>
                    <a:pt x="4029" y="1867"/>
                  </a:lnTo>
                  <a:cubicBezTo>
                    <a:pt x="4015" y="1896"/>
                    <a:pt x="4010" y="1925"/>
                    <a:pt x="4010" y="1958"/>
                  </a:cubicBezTo>
                  <a:lnTo>
                    <a:pt x="4010" y="2396"/>
                  </a:lnTo>
                  <a:cubicBezTo>
                    <a:pt x="4010" y="3010"/>
                    <a:pt x="3510" y="3504"/>
                    <a:pt x="2900" y="3504"/>
                  </a:cubicBezTo>
                  <a:cubicBezTo>
                    <a:pt x="2888" y="3504"/>
                    <a:pt x="2876" y="3503"/>
                    <a:pt x="2865" y="3503"/>
                  </a:cubicBezTo>
                  <a:cubicBezTo>
                    <a:pt x="2278" y="3489"/>
                    <a:pt x="1797" y="2964"/>
                    <a:pt x="1797" y="2339"/>
                  </a:cubicBezTo>
                  <a:lnTo>
                    <a:pt x="1797" y="1958"/>
                  </a:lnTo>
                  <a:cubicBezTo>
                    <a:pt x="1797" y="1925"/>
                    <a:pt x="1787" y="1891"/>
                    <a:pt x="1773" y="1862"/>
                  </a:cubicBezTo>
                  <a:lnTo>
                    <a:pt x="1643" y="1607"/>
                  </a:lnTo>
                  <a:cubicBezTo>
                    <a:pt x="1599" y="1516"/>
                    <a:pt x="1575" y="1415"/>
                    <a:pt x="1575" y="1309"/>
                  </a:cubicBezTo>
                  <a:lnTo>
                    <a:pt x="1575" y="1294"/>
                  </a:lnTo>
                  <a:cubicBezTo>
                    <a:pt x="1575" y="804"/>
                    <a:pt x="1970" y="409"/>
                    <a:pt x="2461" y="409"/>
                  </a:cubicBezTo>
                  <a:close/>
                  <a:moveTo>
                    <a:pt x="2451" y="3840"/>
                  </a:moveTo>
                  <a:cubicBezTo>
                    <a:pt x="2581" y="3883"/>
                    <a:pt x="2720" y="3907"/>
                    <a:pt x="2855" y="3912"/>
                  </a:cubicBezTo>
                  <a:lnTo>
                    <a:pt x="2903" y="3912"/>
                  </a:lnTo>
                  <a:cubicBezTo>
                    <a:pt x="3057" y="3912"/>
                    <a:pt x="3211" y="3888"/>
                    <a:pt x="3356" y="3845"/>
                  </a:cubicBezTo>
                  <a:cubicBezTo>
                    <a:pt x="3360" y="3907"/>
                    <a:pt x="3370" y="3965"/>
                    <a:pt x="3389" y="4023"/>
                  </a:cubicBezTo>
                  <a:lnTo>
                    <a:pt x="3221" y="4191"/>
                  </a:lnTo>
                  <a:cubicBezTo>
                    <a:pt x="3134" y="4280"/>
                    <a:pt x="3019" y="4325"/>
                    <a:pt x="2903" y="4325"/>
                  </a:cubicBezTo>
                  <a:cubicBezTo>
                    <a:pt x="2788" y="4325"/>
                    <a:pt x="2672" y="4280"/>
                    <a:pt x="2586" y="4191"/>
                  </a:cubicBezTo>
                  <a:lnTo>
                    <a:pt x="2417" y="4023"/>
                  </a:lnTo>
                  <a:cubicBezTo>
                    <a:pt x="2437" y="3965"/>
                    <a:pt x="2446" y="3902"/>
                    <a:pt x="2451" y="3840"/>
                  </a:cubicBezTo>
                  <a:close/>
                  <a:moveTo>
                    <a:pt x="3644" y="4350"/>
                  </a:moveTo>
                  <a:cubicBezTo>
                    <a:pt x="3697" y="4388"/>
                    <a:pt x="3760" y="4412"/>
                    <a:pt x="3822" y="4432"/>
                  </a:cubicBezTo>
                  <a:lnTo>
                    <a:pt x="4559" y="4643"/>
                  </a:lnTo>
                  <a:cubicBezTo>
                    <a:pt x="4751" y="4701"/>
                    <a:pt x="4886" y="4879"/>
                    <a:pt x="4886" y="5076"/>
                  </a:cubicBezTo>
                  <a:lnTo>
                    <a:pt x="4886" y="6472"/>
                  </a:lnTo>
                  <a:cubicBezTo>
                    <a:pt x="4737" y="6558"/>
                    <a:pt x="4583" y="6635"/>
                    <a:pt x="4419" y="6703"/>
                  </a:cubicBezTo>
                  <a:lnTo>
                    <a:pt x="4419" y="5461"/>
                  </a:lnTo>
                  <a:cubicBezTo>
                    <a:pt x="4412" y="5332"/>
                    <a:pt x="4313" y="5267"/>
                    <a:pt x="4214" y="5267"/>
                  </a:cubicBezTo>
                  <a:cubicBezTo>
                    <a:pt x="4116" y="5267"/>
                    <a:pt x="4017" y="5332"/>
                    <a:pt x="4010" y="5461"/>
                  </a:cubicBezTo>
                  <a:lnTo>
                    <a:pt x="4010" y="6847"/>
                  </a:lnTo>
                  <a:cubicBezTo>
                    <a:pt x="3716" y="6934"/>
                    <a:pt x="3409" y="6987"/>
                    <a:pt x="3101" y="7001"/>
                  </a:cubicBezTo>
                  <a:lnTo>
                    <a:pt x="3096" y="7001"/>
                  </a:lnTo>
                  <a:cubicBezTo>
                    <a:pt x="3033" y="7006"/>
                    <a:pt x="2966" y="7006"/>
                    <a:pt x="2903" y="7006"/>
                  </a:cubicBezTo>
                  <a:cubicBezTo>
                    <a:pt x="2528" y="7006"/>
                    <a:pt x="2153" y="6953"/>
                    <a:pt x="1792" y="6847"/>
                  </a:cubicBezTo>
                  <a:lnTo>
                    <a:pt x="1792" y="5461"/>
                  </a:lnTo>
                  <a:cubicBezTo>
                    <a:pt x="1785" y="5332"/>
                    <a:pt x="1686" y="5267"/>
                    <a:pt x="1587" y="5267"/>
                  </a:cubicBezTo>
                  <a:cubicBezTo>
                    <a:pt x="1489" y="5267"/>
                    <a:pt x="1390" y="5332"/>
                    <a:pt x="1383" y="5461"/>
                  </a:cubicBezTo>
                  <a:lnTo>
                    <a:pt x="1383" y="6703"/>
                  </a:lnTo>
                  <a:cubicBezTo>
                    <a:pt x="1224" y="6635"/>
                    <a:pt x="1070" y="6558"/>
                    <a:pt x="916" y="6472"/>
                  </a:cubicBezTo>
                  <a:lnTo>
                    <a:pt x="916" y="5076"/>
                  </a:lnTo>
                  <a:cubicBezTo>
                    <a:pt x="916" y="4879"/>
                    <a:pt x="1051" y="4701"/>
                    <a:pt x="1243" y="4643"/>
                  </a:cubicBezTo>
                  <a:lnTo>
                    <a:pt x="1984" y="4432"/>
                  </a:lnTo>
                  <a:cubicBezTo>
                    <a:pt x="2047" y="4412"/>
                    <a:pt x="2109" y="4388"/>
                    <a:pt x="2162" y="4350"/>
                  </a:cubicBezTo>
                  <a:lnTo>
                    <a:pt x="2292" y="4485"/>
                  </a:lnTo>
                  <a:cubicBezTo>
                    <a:pt x="2461" y="4651"/>
                    <a:pt x="2682" y="4734"/>
                    <a:pt x="2903" y="4734"/>
                  </a:cubicBezTo>
                  <a:cubicBezTo>
                    <a:pt x="3123" y="4734"/>
                    <a:pt x="3344" y="4651"/>
                    <a:pt x="3510" y="4485"/>
                  </a:cubicBezTo>
                  <a:lnTo>
                    <a:pt x="3644" y="4350"/>
                  </a:lnTo>
                  <a:close/>
                  <a:moveTo>
                    <a:pt x="2465" y="0"/>
                  </a:moveTo>
                  <a:cubicBezTo>
                    <a:pt x="1748" y="0"/>
                    <a:pt x="1171" y="582"/>
                    <a:pt x="1171" y="1299"/>
                  </a:cubicBezTo>
                  <a:lnTo>
                    <a:pt x="1171" y="1314"/>
                  </a:lnTo>
                  <a:cubicBezTo>
                    <a:pt x="1171" y="1477"/>
                    <a:pt x="1210" y="1641"/>
                    <a:pt x="1282" y="1795"/>
                  </a:cubicBezTo>
                  <a:lnTo>
                    <a:pt x="1388" y="2002"/>
                  </a:lnTo>
                  <a:lnTo>
                    <a:pt x="1388" y="2339"/>
                  </a:lnTo>
                  <a:cubicBezTo>
                    <a:pt x="1388" y="2849"/>
                    <a:pt x="1633" y="3330"/>
                    <a:pt x="2047" y="3628"/>
                  </a:cubicBezTo>
                  <a:lnTo>
                    <a:pt x="2047" y="3816"/>
                  </a:lnTo>
                  <a:cubicBezTo>
                    <a:pt x="2042" y="3917"/>
                    <a:pt x="1975" y="4008"/>
                    <a:pt x="1874" y="4037"/>
                  </a:cubicBezTo>
                  <a:lnTo>
                    <a:pt x="1137" y="4249"/>
                  </a:lnTo>
                  <a:cubicBezTo>
                    <a:pt x="767" y="4355"/>
                    <a:pt x="507" y="4692"/>
                    <a:pt x="507" y="5076"/>
                  </a:cubicBezTo>
                  <a:lnTo>
                    <a:pt x="507" y="6198"/>
                  </a:lnTo>
                  <a:cubicBezTo>
                    <a:pt x="478" y="6174"/>
                    <a:pt x="449" y="6149"/>
                    <a:pt x="416" y="6125"/>
                  </a:cubicBezTo>
                  <a:cubicBezTo>
                    <a:pt x="374" y="6096"/>
                    <a:pt x="332" y="6083"/>
                    <a:pt x="292" y="6083"/>
                  </a:cubicBezTo>
                  <a:cubicBezTo>
                    <a:pt x="127" y="6083"/>
                    <a:pt x="1" y="6303"/>
                    <a:pt x="156" y="6443"/>
                  </a:cubicBezTo>
                  <a:cubicBezTo>
                    <a:pt x="930" y="7073"/>
                    <a:pt x="1902" y="7415"/>
                    <a:pt x="2898" y="7415"/>
                  </a:cubicBezTo>
                  <a:cubicBezTo>
                    <a:pt x="2971" y="7415"/>
                    <a:pt x="3043" y="7415"/>
                    <a:pt x="3115" y="7410"/>
                  </a:cubicBezTo>
                  <a:cubicBezTo>
                    <a:pt x="4756" y="7328"/>
                    <a:pt x="6214" y="6332"/>
                    <a:pt x="6887" y="4831"/>
                  </a:cubicBezTo>
                  <a:cubicBezTo>
                    <a:pt x="7556" y="3335"/>
                    <a:pt x="7330" y="1583"/>
                    <a:pt x="6296" y="303"/>
                  </a:cubicBezTo>
                  <a:cubicBezTo>
                    <a:pt x="6255" y="255"/>
                    <a:pt x="6198" y="230"/>
                    <a:pt x="6140" y="230"/>
                  </a:cubicBezTo>
                  <a:cubicBezTo>
                    <a:pt x="6095" y="230"/>
                    <a:pt x="6050" y="245"/>
                    <a:pt x="6012" y="274"/>
                  </a:cubicBezTo>
                  <a:cubicBezTo>
                    <a:pt x="5920" y="347"/>
                    <a:pt x="5906" y="476"/>
                    <a:pt x="5978" y="563"/>
                  </a:cubicBezTo>
                  <a:cubicBezTo>
                    <a:pt x="7383" y="2300"/>
                    <a:pt x="7070" y="4850"/>
                    <a:pt x="5300" y="6198"/>
                  </a:cubicBezTo>
                  <a:lnTo>
                    <a:pt x="5300" y="5076"/>
                  </a:lnTo>
                  <a:cubicBezTo>
                    <a:pt x="5295" y="4696"/>
                    <a:pt x="5040" y="4360"/>
                    <a:pt x="4674" y="4249"/>
                  </a:cubicBezTo>
                  <a:lnTo>
                    <a:pt x="3938" y="4037"/>
                  </a:lnTo>
                  <a:cubicBezTo>
                    <a:pt x="3837" y="4008"/>
                    <a:pt x="3765" y="3917"/>
                    <a:pt x="3765" y="3816"/>
                  </a:cubicBezTo>
                  <a:lnTo>
                    <a:pt x="3765" y="3643"/>
                  </a:lnTo>
                  <a:cubicBezTo>
                    <a:pt x="3837" y="3594"/>
                    <a:pt x="3899" y="3542"/>
                    <a:pt x="3962" y="3484"/>
                  </a:cubicBezTo>
                  <a:cubicBezTo>
                    <a:pt x="4260" y="3200"/>
                    <a:pt x="4424" y="2805"/>
                    <a:pt x="4424" y="2392"/>
                  </a:cubicBezTo>
                  <a:lnTo>
                    <a:pt x="4424" y="2002"/>
                  </a:lnTo>
                  <a:lnTo>
                    <a:pt x="4506" y="1838"/>
                  </a:lnTo>
                  <a:cubicBezTo>
                    <a:pt x="4597" y="1660"/>
                    <a:pt x="4640" y="1463"/>
                    <a:pt x="4640" y="1261"/>
                  </a:cubicBezTo>
                  <a:lnTo>
                    <a:pt x="4640" y="207"/>
                  </a:lnTo>
                  <a:cubicBezTo>
                    <a:pt x="4640" y="92"/>
                    <a:pt x="4549" y="0"/>
                    <a:pt x="44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87"/>
            <p:cNvSpPr/>
            <p:nvPr/>
          </p:nvSpPr>
          <p:spPr>
            <a:xfrm>
              <a:off x="5934672" y="1642631"/>
              <a:ext cx="48600" cy="16314"/>
            </a:xfrm>
            <a:custGeom>
              <a:rect b="b" l="l" r="r" t="t"/>
              <a:pathLst>
                <a:path extrusionOk="0" h="622" w="1853">
                  <a:moveTo>
                    <a:pt x="260" y="0"/>
                  </a:moveTo>
                  <a:cubicBezTo>
                    <a:pt x="0" y="10"/>
                    <a:pt x="0" y="395"/>
                    <a:pt x="260" y="409"/>
                  </a:cubicBezTo>
                  <a:cubicBezTo>
                    <a:pt x="272" y="409"/>
                    <a:pt x="286" y="409"/>
                    <a:pt x="300" y="409"/>
                  </a:cubicBezTo>
                  <a:cubicBezTo>
                    <a:pt x="561" y="409"/>
                    <a:pt x="1177" y="452"/>
                    <a:pt x="1487" y="606"/>
                  </a:cubicBezTo>
                  <a:cubicBezTo>
                    <a:pt x="1514" y="616"/>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1" name="Google Shape;15481;p87"/>
          <p:cNvGrpSpPr/>
          <p:nvPr/>
        </p:nvGrpSpPr>
        <p:grpSpPr>
          <a:xfrm>
            <a:off x="6226322" y="1509972"/>
            <a:ext cx="375342" cy="367447"/>
            <a:chOff x="6226322" y="1509972"/>
            <a:chExt cx="375342" cy="367447"/>
          </a:xfrm>
        </p:grpSpPr>
        <p:sp>
          <p:nvSpPr>
            <p:cNvPr id="15482" name="Google Shape;15482;p87"/>
            <p:cNvSpPr/>
            <p:nvPr/>
          </p:nvSpPr>
          <p:spPr>
            <a:xfrm>
              <a:off x="6240196" y="1515926"/>
              <a:ext cx="356038" cy="355907"/>
            </a:xfrm>
            <a:custGeom>
              <a:rect b="b" l="l" r="r" t="t"/>
              <a:pathLst>
                <a:path extrusionOk="0" h="13570" w="13575">
                  <a:moveTo>
                    <a:pt x="6790" y="0"/>
                  </a:moveTo>
                  <a:cubicBezTo>
                    <a:pt x="3041" y="0"/>
                    <a:pt x="0" y="3036"/>
                    <a:pt x="0" y="6785"/>
                  </a:cubicBezTo>
                  <a:cubicBezTo>
                    <a:pt x="0" y="10533"/>
                    <a:pt x="3041" y="13569"/>
                    <a:pt x="6790" y="13569"/>
                  </a:cubicBezTo>
                  <a:cubicBezTo>
                    <a:pt x="10538" y="13569"/>
                    <a:pt x="13574" y="10533"/>
                    <a:pt x="13574" y="6785"/>
                  </a:cubicBezTo>
                  <a:cubicBezTo>
                    <a:pt x="13574" y="3036"/>
                    <a:pt x="10538" y="0"/>
                    <a:pt x="6790"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87"/>
            <p:cNvSpPr/>
            <p:nvPr/>
          </p:nvSpPr>
          <p:spPr>
            <a:xfrm>
              <a:off x="6266948" y="1542547"/>
              <a:ext cx="302665" cy="302639"/>
            </a:xfrm>
            <a:custGeom>
              <a:rect b="b" l="l" r="r" t="t"/>
              <a:pathLst>
                <a:path extrusionOk="0" h="11539" w="11540">
                  <a:moveTo>
                    <a:pt x="5770" y="0"/>
                  </a:moveTo>
                  <a:cubicBezTo>
                    <a:pt x="2584" y="0"/>
                    <a:pt x="1" y="2584"/>
                    <a:pt x="1" y="5770"/>
                  </a:cubicBezTo>
                  <a:cubicBezTo>
                    <a:pt x="1" y="8955"/>
                    <a:pt x="2584" y="11539"/>
                    <a:pt x="5770" y="11539"/>
                  </a:cubicBezTo>
                  <a:cubicBezTo>
                    <a:pt x="8955" y="11539"/>
                    <a:pt x="11539" y="8955"/>
                    <a:pt x="11539" y="5770"/>
                  </a:cubicBezTo>
                  <a:cubicBezTo>
                    <a:pt x="11539" y="2584"/>
                    <a:pt x="8955" y="0"/>
                    <a:pt x="5770" y="0"/>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87"/>
            <p:cNvSpPr/>
            <p:nvPr/>
          </p:nvSpPr>
          <p:spPr>
            <a:xfrm>
              <a:off x="6304191" y="1579895"/>
              <a:ext cx="283073" cy="265291"/>
            </a:xfrm>
            <a:custGeom>
              <a:rect b="b" l="l" r="r" t="t"/>
              <a:pathLst>
                <a:path extrusionOk="0" h="10115" w="10793">
                  <a:moveTo>
                    <a:pt x="8141" y="1"/>
                  </a:moveTo>
                  <a:cubicBezTo>
                    <a:pt x="10134" y="2286"/>
                    <a:pt x="10018" y="5722"/>
                    <a:pt x="7872" y="7868"/>
                  </a:cubicBezTo>
                  <a:cubicBezTo>
                    <a:pt x="6749" y="8991"/>
                    <a:pt x="5272" y="9558"/>
                    <a:pt x="3791" y="9558"/>
                  </a:cubicBezTo>
                  <a:cubicBezTo>
                    <a:pt x="2442" y="9558"/>
                    <a:pt x="1090" y="9087"/>
                    <a:pt x="0" y="8137"/>
                  </a:cubicBezTo>
                  <a:lnTo>
                    <a:pt x="0" y="8137"/>
                  </a:lnTo>
                  <a:cubicBezTo>
                    <a:pt x="1147" y="9450"/>
                    <a:pt x="2749" y="10115"/>
                    <a:pt x="4354" y="10115"/>
                  </a:cubicBezTo>
                  <a:cubicBezTo>
                    <a:pt x="5826" y="10115"/>
                    <a:pt x="7300" y="9556"/>
                    <a:pt x="8430" y="8426"/>
                  </a:cubicBezTo>
                  <a:cubicBezTo>
                    <a:pt x="10793" y="6064"/>
                    <a:pt x="10658" y="2195"/>
                    <a:pt x="81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87"/>
            <p:cNvSpPr/>
            <p:nvPr/>
          </p:nvSpPr>
          <p:spPr>
            <a:xfrm>
              <a:off x="6226322" y="1509972"/>
              <a:ext cx="375342" cy="367447"/>
            </a:xfrm>
            <a:custGeom>
              <a:rect b="b" l="l" r="r" t="t"/>
              <a:pathLst>
                <a:path extrusionOk="0" h="14010" w="14311">
                  <a:moveTo>
                    <a:pt x="7313" y="0"/>
                  </a:moveTo>
                  <a:cubicBezTo>
                    <a:pt x="7002" y="0"/>
                    <a:pt x="6687" y="21"/>
                    <a:pt x="6371" y="64"/>
                  </a:cubicBezTo>
                  <a:cubicBezTo>
                    <a:pt x="2661" y="564"/>
                    <a:pt x="0" y="3899"/>
                    <a:pt x="337" y="7628"/>
                  </a:cubicBezTo>
                  <a:cubicBezTo>
                    <a:pt x="660" y="11253"/>
                    <a:pt x="3698" y="14010"/>
                    <a:pt x="7302" y="14010"/>
                  </a:cubicBezTo>
                  <a:cubicBezTo>
                    <a:pt x="7405" y="14010"/>
                    <a:pt x="7508" y="14008"/>
                    <a:pt x="7612" y="14003"/>
                  </a:cubicBezTo>
                  <a:cubicBezTo>
                    <a:pt x="11356" y="13840"/>
                    <a:pt x="14305" y="10760"/>
                    <a:pt x="14310" y="7012"/>
                  </a:cubicBezTo>
                  <a:cubicBezTo>
                    <a:pt x="14310" y="6887"/>
                    <a:pt x="14305" y="6762"/>
                    <a:pt x="14301" y="6636"/>
                  </a:cubicBezTo>
                  <a:cubicBezTo>
                    <a:pt x="14301" y="6498"/>
                    <a:pt x="14199" y="6432"/>
                    <a:pt x="14097" y="6432"/>
                  </a:cubicBezTo>
                  <a:cubicBezTo>
                    <a:pt x="13986" y="6432"/>
                    <a:pt x="13874" y="6510"/>
                    <a:pt x="13892" y="6660"/>
                  </a:cubicBezTo>
                  <a:cubicBezTo>
                    <a:pt x="13896" y="6776"/>
                    <a:pt x="13901" y="6896"/>
                    <a:pt x="13901" y="7012"/>
                  </a:cubicBezTo>
                  <a:cubicBezTo>
                    <a:pt x="13896" y="10524"/>
                    <a:pt x="11130" y="13407"/>
                    <a:pt x="7622" y="13561"/>
                  </a:cubicBezTo>
                  <a:cubicBezTo>
                    <a:pt x="7524" y="13565"/>
                    <a:pt x="7427" y="13567"/>
                    <a:pt x="7330" y="13567"/>
                  </a:cubicBezTo>
                  <a:cubicBezTo>
                    <a:pt x="3954" y="13567"/>
                    <a:pt x="1108" y="10985"/>
                    <a:pt x="804" y="7584"/>
                  </a:cubicBezTo>
                  <a:cubicBezTo>
                    <a:pt x="491" y="4091"/>
                    <a:pt x="2979" y="968"/>
                    <a:pt x="6458" y="497"/>
                  </a:cubicBezTo>
                  <a:cubicBezTo>
                    <a:pt x="6756" y="456"/>
                    <a:pt x="7052" y="437"/>
                    <a:pt x="7345" y="437"/>
                  </a:cubicBezTo>
                  <a:cubicBezTo>
                    <a:pt x="10472" y="437"/>
                    <a:pt x="13224" y="2674"/>
                    <a:pt x="13795" y="5833"/>
                  </a:cubicBezTo>
                  <a:cubicBezTo>
                    <a:pt x="13810" y="5958"/>
                    <a:pt x="13901" y="6014"/>
                    <a:pt x="13993" y="6014"/>
                  </a:cubicBezTo>
                  <a:cubicBezTo>
                    <a:pt x="14114" y="6014"/>
                    <a:pt x="14238" y="5919"/>
                    <a:pt x="14200" y="5761"/>
                  </a:cubicBezTo>
                  <a:cubicBezTo>
                    <a:pt x="13588" y="2389"/>
                    <a:pt x="10649" y="0"/>
                    <a:pt x="73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87"/>
            <p:cNvSpPr/>
            <p:nvPr/>
          </p:nvSpPr>
          <p:spPr>
            <a:xfrm>
              <a:off x="6240957" y="1537039"/>
              <a:ext cx="353494" cy="314625"/>
            </a:xfrm>
            <a:custGeom>
              <a:rect b="b" l="l" r="r" t="t"/>
              <a:pathLst>
                <a:path extrusionOk="0" h="11996" w="13478">
                  <a:moveTo>
                    <a:pt x="6780" y="1"/>
                  </a:moveTo>
                  <a:cubicBezTo>
                    <a:pt x="5162" y="1"/>
                    <a:pt x="3553" y="652"/>
                    <a:pt x="2373" y="1928"/>
                  </a:cubicBezTo>
                  <a:cubicBezTo>
                    <a:pt x="2248" y="2082"/>
                    <a:pt x="2381" y="2267"/>
                    <a:pt x="2532" y="2267"/>
                  </a:cubicBezTo>
                  <a:cubicBezTo>
                    <a:pt x="2579" y="2267"/>
                    <a:pt x="2627" y="2250"/>
                    <a:pt x="2671" y="2207"/>
                  </a:cubicBezTo>
                  <a:cubicBezTo>
                    <a:pt x="3762" y="1028"/>
                    <a:pt x="5252" y="426"/>
                    <a:pt x="6748" y="426"/>
                  </a:cubicBezTo>
                  <a:cubicBezTo>
                    <a:pt x="8023" y="426"/>
                    <a:pt x="9303" y="863"/>
                    <a:pt x="10346" y="1750"/>
                  </a:cubicBezTo>
                  <a:cubicBezTo>
                    <a:pt x="12612" y="3685"/>
                    <a:pt x="12949" y="7058"/>
                    <a:pt x="11111" y="9401"/>
                  </a:cubicBezTo>
                  <a:cubicBezTo>
                    <a:pt x="10018" y="10794"/>
                    <a:pt x="8389" y="11527"/>
                    <a:pt x="6739" y="11527"/>
                  </a:cubicBezTo>
                  <a:cubicBezTo>
                    <a:pt x="5613" y="11527"/>
                    <a:pt x="4478" y="11185"/>
                    <a:pt x="3498" y="10479"/>
                  </a:cubicBezTo>
                  <a:cubicBezTo>
                    <a:pt x="1083" y="8742"/>
                    <a:pt x="472" y="5402"/>
                    <a:pt x="2117" y="2919"/>
                  </a:cubicBezTo>
                  <a:cubicBezTo>
                    <a:pt x="2180" y="2823"/>
                    <a:pt x="2151" y="2693"/>
                    <a:pt x="2060" y="2631"/>
                  </a:cubicBezTo>
                  <a:cubicBezTo>
                    <a:pt x="2025" y="2608"/>
                    <a:pt x="1986" y="2598"/>
                    <a:pt x="1948" y="2598"/>
                  </a:cubicBezTo>
                  <a:cubicBezTo>
                    <a:pt x="1880" y="2598"/>
                    <a:pt x="1813" y="2632"/>
                    <a:pt x="1776" y="2693"/>
                  </a:cubicBezTo>
                  <a:cubicBezTo>
                    <a:pt x="0" y="5373"/>
                    <a:pt x="660" y="8982"/>
                    <a:pt x="3267" y="10864"/>
                  </a:cubicBezTo>
                  <a:cubicBezTo>
                    <a:pt x="4327" y="11627"/>
                    <a:pt x="5554" y="11996"/>
                    <a:pt x="6771" y="11996"/>
                  </a:cubicBezTo>
                  <a:cubicBezTo>
                    <a:pt x="8554" y="11996"/>
                    <a:pt x="10314" y="11204"/>
                    <a:pt x="11496" y="9699"/>
                  </a:cubicBezTo>
                  <a:cubicBezTo>
                    <a:pt x="13478" y="7163"/>
                    <a:pt x="13117" y="3516"/>
                    <a:pt x="10668" y="1433"/>
                  </a:cubicBezTo>
                  <a:cubicBezTo>
                    <a:pt x="9540" y="472"/>
                    <a:pt x="8157" y="1"/>
                    <a:pt x="67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87"/>
            <p:cNvSpPr/>
            <p:nvPr/>
          </p:nvSpPr>
          <p:spPr>
            <a:xfrm>
              <a:off x="6287773" y="1688555"/>
              <a:ext cx="20615" cy="10753"/>
            </a:xfrm>
            <a:custGeom>
              <a:rect b="b" l="l" r="r" t="t"/>
              <a:pathLst>
                <a:path extrusionOk="0" h="410" w="786">
                  <a:moveTo>
                    <a:pt x="519" y="0"/>
                  </a:moveTo>
                  <a:cubicBezTo>
                    <a:pt x="513" y="0"/>
                    <a:pt x="507" y="0"/>
                    <a:pt x="501" y="1"/>
                  </a:cubicBezTo>
                  <a:lnTo>
                    <a:pt x="207" y="1"/>
                  </a:lnTo>
                  <a:cubicBezTo>
                    <a:pt x="205" y="1"/>
                    <a:pt x="202" y="0"/>
                    <a:pt x="199" y="0"/>
                  </a:cubicBezTo>
                  <a:cubicBezTo>
                    <a:pt x="88" y="0"/>
                    <a:pt x="0" y="95"/>
                    <a:pt x="0" y="203"/>
                  </a:cubicBezTo>
                  <a:cubicBezTo>
                    <a:pt x="0" y="318"/>
                    <a:pt x="92" y="410"/>
                    <a:pt x="207" y="410"/>
                  </a:cubicBezTo>
                  <a:lnTo>
                    <a:pt x="501" y="410"/>
                  </a:lnTo>
                  <a:cubicBezTo>
                    <a:pt x="506" y="410"/>
                    <a:pt x="510" y="410"/>
                    <a:pt x="515" y="410"/>
                  </a:cubicBezTo>
                  <a:cubicBezTo>
                    <a:pt x="784" y="410"/>
                    <a:pt x="785" y="0"/>
                    <a:pt x="5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87"/>
            <p:cNvSpPr/>
            <p:nvPr/>
          </p:nvSpPr>
          <p:spPr>
            <a:xfrm>
              <a:off x="6412826" y="1563686"/>
              <a:ext cx="137983" cy="135622"/>
            </a:xfrm>
            <a:custGeom>
              <a:rect b="b" l="l" r="r" t="t"/>
              <a:pathLst>
                <a:path extrusionOk="0" h="5171" w="5261">
                  <a:moveTo>
                    <a:pt x="208" y="0"/>
                  </a:moveTo>
                  <a:cubicBezTo>
                    <a:pt x="108" y="0"/>
                    <a:pt x="8" y="65"/>
                    <a:pt x="1" y="195"/>
                  </a:cubicBezTo>
                  <a:lnTo>
                    <a:pt x="1" y="4964"/>
                  </a:lnTo>
                  <a:cubicBezTo>
                    <a:pt x="1" y="5079"/>
                    <a:pt x="92" y="5171"/>
                    <a:pt x="208" y="5171"/>
                  </a:cubicBezTo>
                  <a:lnTo>
                    <a:pt x="4976" y="5171"/>
                  </a:lnTo>
                  <a:cubicBezTo>
                    <a:pt x="4981" y="5171"/>
                    <a:pt x="4985" y="5171"/>
                    <a:pt x="4990" y="5171"/>
                  </a:cubicBezTo>
                  <a:cubicBezTo>
                    <a:pt x="5259" y="5171"/>
                    <a:pt x="5260" y="4761"/>
                    <a:pt x="4994" y="4761"/>
                  </a:cubicBezTo>
                  <a:cubicBezTo>
                    <a:pt x="4988" y="4761"/>
                    <a:pt x="4982" y="4761"/>
                    <a:pt x="4976" y="4762"/>
                  </a:cubicBezTo>
                  <a:lnTo>
                    <a:pt x="415" y="4762"/>
                  </a:lnTo>
                  <a:lnTo>
                    <a:pt x="415" y="195"/>
                  </a:lnTo>
                  <a:cubicBezTo>
                    <a:pt x="408" y="65"/>
                    <a:pt x="30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87"/>
            <p:cNvSpPr/>
            <p:nvPr/>
          </p:nvSpPr>
          <p:spPr>
            <a:xfrm>
              <a:off x="6412642" y="1805425"/>
              <a:ext cx="11252" cy="19120"/>
            </a:xfrm>
            <a:custGeom>
              <a:rect b="b" l="l" r="r" t="t"/>
              <a:pathLst>
                <a:path extrusionOk="0" h="729" w="429">
                  <a:moveTo>
                    <a:pt x="215" y="0"/>
                  </a:moveTo>
                  <a:cubicBezTo>
                    <a:pt x="108" y="0"/>
                    <a:pt x="1" y="72"/>
                    <a:pt x="8" y="217"/>
                  </a:cubicBezTo>
                  <a:lnTo>
                    <a:pt x="8" y="515"/>
                  </a:lnTo>
                  <a:cubicBezTo>
                    <a:pt x="1" y="657"/>
                    <a:pt x="108" y="728"/>
                    <a:pt x="215" y="728"/>
                  </a:cubicBezTo>
                  <a:cubicBezTo>
                    <a:pt x="322" y="728"/>
                    <a:pt x="429" y="657"/>
                    <a:pt x="422" y="515"/>
                  </a:cubicBezTo>
                  <a:lnTo>
                    <a:pt x="422" y="217"/>
                  </a:lnTo>
                  <a:cubicBezTo>
                    <a:pt x="429" y="72"/>
                    <a:pt x="322"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87"/>
            <p:cNvSpPr/>
            <p:nvPr/>
          </p:nvSpPr>
          <p:spPr>
            <a:xfrm>
              <a:off x="6322315" y="1600037"/>
              <a:ext cx="20457" cy="16235"/>
            </a:xfrm>
            <a:custGeom>
              <a:rect b="b" l="l" r="r" t="t"/>
              <a:pathLst>
                <a:path extrusionOk="0" h="619" w="780">
                  <a:moveTo>
                    <a:pt x="291" y="1"/>
                  </a:moveTo>
                  <a:cubicBezTo>
                    <a:pt x="134" y="1"/>
                    <a:pt x="0" y="201"/>
                    <a:pt x="141" y="349"/>
                  </a:cubicBezTo>
                  <a:lnTo>
                    <a:pt x="348" y="561"/>
                  </a:lnTo>
                  <a:cubicBezTo>
                    <a:pt x="392" y="601"/>
                    <a:pt x="440" y="618"/>
                    <a:pt x="486" y="618"/>
                  </a:cubicBezTo>
                  <a:cubicBezTo>
                    <a:pt x="644" y="618"/>
                    <a:pt x="779" y="420"/>
                    <a:pt x="642" y="267"/>
                  </a:cubicBezTo>
                  <a:lnTo>
                    <a:pt x="430" y="60"/>
                  </a:lnTo>
                  <a:cubicBezTo>
                    <a:pt x="386" y="18"/>
                    <a:pt x="337"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87"/>
            <p:cNvSpPr/>
            <p:nvPr/>
          </p:nvSpPr>
          <p:spPr>
            <a:xfrm>
              <a:off x="6495364" y="1771513"/>
              <a:ext cx="18884" cy="16235"/>
            </a:xfrm>
            <a:custGeom>
              <a:rect b="b" l="l" r="r" t="t"/>
              <a:pathLst>
                <a:path extrusionOk="0" h="619" w="720">
                  <a:moveTo>
                    <a:pt x="225" y="0"/>
                  </a:moveTo>
                  <a:cubicBezTo>
                    <a:pt x="172" y="0"/>
                    <a:pt x="119" y="21"/>
                    <a:pt x="78" y="62"/>
                  </a:cubicBezTo>
                  <a:cubicBezTo>
                    <a:pt x="1" y="143"/>
                    <a:pt x="1" y="273"/>
                    <a:pt x="78" y="350"/>
                  </a:cubicBezTo>
                  <a:lnTo>
                    <a:pt x="289" y="562"/>
                  </a:lnTo>
                  <a:cubicBezTo>
                    <a:pt x="333" y="602"/>
                    <a:pt x="380" y="619"/>
                    <a:pt x="426" y="619"/>
                  </a:cubicBezTo>
                  <a:cubicBezTo>
                    <a:pt x="584" y="619"/>
                    <a:pt x="720" y="418"/>
                    <a:pt x="578" y="268"/>
                  </a:cubicBezTo>
                  <a:lnTo>
                    <a:pt x="371" y="62"/>
                  </a:lnTo>
                  <a:cubicBezTo>
                    <a:pt x="330" y="21"/>
                    <a:pt x="277" y="0"/>
                    <a:pt x="2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87"/>
            <p:cNvSpPr/>
            <p:nvPr/>
          </p:nvSpPr>
          <p:spPr>
            <a:xfrm>
              <a:off x="6493239" y="1600037"/>
              <a:ext cx="20903" cy="16497"/>
            </a:xfrm>
            <a:custGeom>
              <a:rect b="b" l="l" r="r" t="t"/>
              <a:pathLst>
                <a:path extrusionOk="0" h="629" w="797">
                  <a:moveTo>
                    <a:pt x="509" y="1"/>
                  </a:moveTo>
                  <a:cubicBezTo>
                    <a:pt x="463" y="1"/>
                    <a:pt x="415" y="18"/>
                    <a:pt x="370" y="60"/>
                  </a:cubicBezTo>
                  <a:lnTo>
                    <a:pt x="159" y="267"/>
                  </a:lnTo>
                  <a:cubicBezTo>
                    <a:pt x="1" y="418"/>
                    <a:pt x="141" y="628"/>
                    <a:pt x="304" y="628"/>
                  </a:cubicBezTo>
                  <a:cubicBezTo>
                    <a:pt x="354" y="628"/>
                    <a:pt x="406" y="608"/>
                    <a:pt x="452" y="561"/>
                  </a:cubicBezTo>
                  <a:lnTo>
                    <a:pt x="659" y="349"/>
                  </a:lnTo>
                  <a:cubicBezTo>
                    <a:pt x="796" y="201"/>
                    <a:pt x="665" y="1"/>
                    <a:pt x="5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87"/>
            <p:cNvSpPr/>
            <p:nvPr/>
          </p:nvSpPr>
          <p:spPr>
            <a:xfrm>
              <a:off x="6323862" y="1771487"/>
              <a:ext cx="18910" cy="16261"/>
            </a:xfrm>
            <a:custGeom>
              <a:rect b="b" l="l" r="r" t="t"/>
              <a:pathLst>
                <a:path extrusionOk="0" h="620" w="721">
                  <a:moveTo>
                    <a:pt x="427" y="0"/>
                  </a:moveTo>
                  <a:cubicBezTo>
                    <a:pt x="381" y="0"/>
                    <a:pt x="333" y="17"/>
                    <a:pt x="289" y="58"/>
                  </a:cubicBezTo>
                  <a:lnTo>
                    <a:pt x="82" y="269"/>
                  </a:lnTo>
                  <a:cubicBezTo>
                    <a:pt x="1" y="346"/>
                    <a:pt x="1" y="476"/>
                    <a:pt x="82" y="558"/>
                  </a:cubicBezTo>
                  <a:cubicBezTo>
                    <a:pt x="123" y="599"/>
                    <a:pt x="176" y="619"/>
                    <a:pt x="229" y="619"/>
                  </a:cubicBezTo>
                  <a:cubicBezTo>
                    <a:pt x="281" y="619"/>
                    <a:pt x="333" y="599"/>
                    <a:pt x="371" y="558"/>
                  </a:cubicBezTo>
                  <a:lnTo>
                    <a:pt x="583" y="351"/>
                  </a:lnTo>
                  <a:cubicBezTo>
                    <a:pt x="720" y="199"/>
                    <a:pt x="585" y="0"/>
                    <a:pt x="4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87"/>
            <p:cNvSpPr/>
            <p:nvPr/>
          </p:nvSpPr>
          <p:spPr>
            <a:xfrm>
              <a:off x="6294907" y="1639352"/>
              <a:ext cx="23631" cy="14268"/>
            </a:xfrm>
            <a:custGeom>
              <a:rect b="b" l="l" r="r" t="t"/>
              <a:pathLst>
                <a:path extrusionOk="0" h="544" w="901">
                  <a:moveTo>
                    <a:pt x="300" y="0"/>
                  </a:moveTo>
                  <a:cubicBezTo>
                    <a:pt x="100" y="0"/>
                    <a:pt x="0" y="317"/>
                    <a:pt x="239" y="404"/>
                  </a:cubicBezTo>
                  <a:lnTo>
                    <a:pt x="508" y="520"/>
                  </a:lnTo>
                  <a:cubicBezTo>
                    <a:pt x="542" y="536"/>
                    <a:pt x="575" y="544"/>
                    <a:pt x="605" y="544"/>
                  </a:cubicBezTo>
                  <a:cubicBezTo>
                    <a:pt x="805" y="544"/>
                    <a:pt x="901" y="227"/>
                    <a:pt x="667" y="140"/>
                  </a:cubicBezTo>
                  <a:lnTo>
                    <a:pt x="397" y="24"/>
                  </a:lnTo>
                  <a:cubicBezTo>
                    <a:pt x="363" y="8"/>
                    <a:pt x="330"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87"/>
            <p:cNvSpPr/>
            <p:nvPr/>
          </p:nvSpPr>
          <p:spPr>
            <a:xfrm>
              <a:off x="6518785" y="1734480"/>
              <a:ext cx="22792" cy="13874"/>
            </a:xfrm>
            <a:custGeom>
              <a:rect b="b" l="l" r="r" t="t"/>
              <a:pathLst>
                <a:path extrusionOk="0" h="529" w="869">
                  <a:moveTo>
                    <a:pt x="286" y="1"/>
                  </a:moveTo>
                  <a:cubicBezTo>
                    <a:pt x="94" y="1"/>
                    <a:pt x="0" y="288"/>
                    <a:pt x="205" y="391"/>
                  </a:cubicBezTo>
                  <a:lnTo>
                    <a:pt x="474" y="506"/>
                  </a:lnTo>
                  <a:cubicBezTo>
                    <a:pt x="508" y="522"/>
                    <a:pt x="540" y="529"/>
                    <a:pt x="570" y="529"/>
                  </a:cubicBezTo>
                  <a:cubicBezTo>
                    <a:pt x="771" y="529"/>
                    <a:pt x="868" y="218"/>
                    <a:pt x="638" y="126"/>
                  </a:cubicBezTo>
                  <a:lnTo>
                    <a:pt x="364" y="16"/>
                  </a:lnTo>
                  <a:cubicBezTo>
                    <a:pt x="336" y="5"/>
                    <a:pt x="310"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87"/>
            <p:cNvSpPr/>
            <p:nvPr/>
          </p:nvSpPr>
          <p:spPr>
            <a:xfrm>
              <a:off x="6457753" y="1573076"/>
              <a:ext cx="16550" cy="18202"/>
            </a:xfrm>
            <a:custGeom>
              <a:rect b="b" l="l" r="r" t="t"/>
              <a:pathLst>
                <a:path extrusionOk="0" h="694" w="631">
                  <a:moveTo>
                    <a:pt x="354" y="0"/>
                  </a:moveTo>
                  <a:cubicBezTo>
                    <a:pt x="279" y="0"/>
                    <a:pt x="205" y="40"/>
                    <a:pt x="169" y="136"/>
                  </a:cubicBezTo>
                  <a:lnTo>
                    <a:pt x="59" y="410"/>
                  </a:lnTo>
                  <a:cubicBezTo>
                    <a:pt x="1" y="545"/>
                    <a:pt x="97" y="694"/>
                    <a:pt x="246" y="694"/>
                  </a:cubicBezTo>
                  <a:cubicBezTo>
                    <a:pt x="328" y="694"/>
                    <a:pt x="400" y="646"/>
                    <a:pt x="434" y="569"/>
                  </a:cubicBezTo>
                  <a:lnTo>
                    <a:pt x="549" y="299"/>
                  </a:lnTo>
                  <a:cubicBezTo>
                    <a:pt x="630" y="132"/>
                    <a:pt x="491" y="0"/>
                    <a:pt x="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87"/>
            <p:cNvSpPr/>
            <p:nvPr/>
          </p:nvSpPr>
          <p:spPr>
            <a:xfrm>
              <a:off x="6363229" y="1796717"/>
              <a:ext cx="15605" cy="17651"/>
            </a:xfrm>
            <a:custGeom>
              <a:rect b="b" l="l" r="r" t="t"/>
              <a:pathLst>
                <a:path extrusionOk="0" h="673" w="595">
                  <a:moveTo>
                    <a:pt x="336" y="1"/>
                  </a:moveTo>
                  <a:cubicBezTo>
                    <a:pt x="267" y="1"/>
                    <a:pt x="198" y="35"/>
                    <a:pt x="160" y="116"/>
                  </a:cubicBezTo>
                  <a:lnTo>
                    <a:pt x="44" y="390"/>
                  </a:lnTo>
                  <a:cubicBezTo>
                    <a:pt x="1" y="491"/>
                    <a:pt x="49" y="611"/>
                    <a:pt x="155" y="655"/>
                  </a:cubicBezTo>
                  <a:cubicBezTo>
                    <a:pt x="181" y="667"/>
                    <a:pt x="208" y="673"/>
                    <a:pt x="234" y="673"/>
                  </a:cubicBezTo>
                  <a:cubicBezTo>
                    <a:pt x="312" y="673"/>
                    <a:pt x="387" y="624"/>
                    <a:pt x="420" y="549"/>
                  </a:cubicBezTo>
                  <a:lnTo>
                    <a:pt x="535" y="279"/>
                  </a:lnTo>
                  <a:cubicBezTo>
                    <a:pt x="594" y="120"/>
                    <a:pt x="465" y="1"/>
                    <a:pt x="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87"/>
            <p:cNvSpPr/>
            <p:nvPr/>
          </p:nvSpPr>
          <p:spPr>
            <a:xfrm>
              <a:off x="6364515" y="1572367"/>
              <a:ext cx="16287" cy="18045"/>
            </a:xfrm>
            <a:custGeom>
              <a:rect b="b" l="l" r="r" t="t"/>
              <a:pathLst>
                <a:path extrusionOk="0" h="688" w="621">
                  <a:moveTo>
                    <a:pt x="270" y="0"/>
                  </a:moveTo>
                  <a:cubicBezTo>
                    <a:pt x="137" y="0"/>
                    <a:pt x="0" y="125"/>
                    <a:pt x="77" y="288"/>
                  </a:cubicBezTo>
                  <a:lnTo>
                    <a:pt x="183" y="562"/>
                  </a:lnTo>
                  <a:cubicBezTo>
                    <a:pt x="217" y="639"/>
                    <a:pt x="294" y="687"/>
                    <a:pt x="375" y="687"/>
                  </a:cubicBezTo>
                  <a:cubicBezTo>
                    <a:pt x="520" y="687"/>
                    <a:pt x="621" y="543"/>
                    <a:pt x="568" y="408"/>
                  </a:cubicBezTo>
                  <a:lnTo>
                    <a:pt x="457" y="139"/>
                  </a:lnTo>
                  <a:cubicBezTo>
                    <a:pt x="422" y="41"/>
                    <a:pt x="347" y="0"/>
                    <a:pt x="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87"/>
            <p:cNvSpPr/>
            <p:nvPr/>
          </p:nvSpPr>
          <p:spPr>
            <a:xfrm>
              <a:off x="6456127" y="1797321"/>
              <a:ext cx="15448" cy="17782"/>
            </a:xfrm>
            <a:custGeom>
              <a:rect b="b" l="l" r="r" t="t"/>
              <a:pathLst>
                <a:path extrusionOk="0" h="678" w="589">
                  <a:moveTo>
                    <a:pt x="231" y="1"/>
                  </a:moveTo>
                  <a:cubicBezTo>
                    <a:pt x="206" y="1"/>
                    <a:pt x="180" y="5"/>
                    <a:pt x="154" y="16"/>
                  </a:cubicBezTo>
                  <a:cubicBezTo>
                    <a:pt x="48" y="59"/>
                    <a:pt x="0" y="175"/>
                    <a:pt x="39" y="280"/>
                  </a:cubicBezTo>
                  <a:lnTo>
                    <a:pt x="150" y="555"/>
                  </a:lnTo>
                  <a:cubicBezTo>
                    <a:pt x="189" y="641"/>
                    <a:pt x="261" y="678"/>
                    <a:pt x="333" y="678"/>
                  </a:cubicBezTo>
                  <a:cubicBezTo>
                    <a:pt x="461" y="678"/>
                    <a:pt x="588" y="561"/>
                    <a:pt x="530" y="401"/>
                  </a:cubicBezTo>
                  <a:lnTo>
                    <a:pt x="419" y="126"/>
                  </a:lnTo>
                  <a:cubicBezTo>
                    <a:pt x="390" y="50"/>
                    <a:pt x="313"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87"/>
            <p:cNvSpPr/>
            <p:nvPr/>
          </p:nvSpPr>
          <p:spPr>
            <a:xfrm>
              <a:off x="6519598" y="1641739"/>
              <a:ext cx="22293" cy="13665"/>
            </a:xfrm>
            <a:custGeom>
              <a:rect b="b" l="l" r="r" t="t"/>
              <a:pathLst>
                <a:path extrusionOk="0" h="521" w="850">
                  <a:moveTo>
                    <a:pt x="559" y="0"/>
                  </a:moveTo>
                  <a:cubicBezTo>
                    <a:pt x="535" y="0"/>
                    <a:pt x="509" y="5"/>
                    <a:pt x="482" y="15"/>
                  </a:cubicBezTo>
                  <a:lnTo>
                    <a:pt x="208" y="126"/>
                  </a:lnTo>
                  <a:cubicBezTo>
                    <a:pt x="1" y="207"/>
                    <a:pt x="63" y="515"/>
                    <a:pt x="285" y="520"/>
                  </a:cubicBezTo>
                  <a:cubicBezTo>
                    <a:pt x="313" y="520"/>
                    <a:pt x="337" y="515"/>
                    <a:pt x="362" y="506"/>
                  </a:cubicBezTo>
                  <a:lnTo>
                    <a:pt x="636" y="395"/>
                  </a:lnTo>
                  <a:cubicBezTo>
                    <a:pt x="850" y="297"/>
                    <a:pt x="755" y="0"/>
                    <a:pt x="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87"/>
            <p:cNvSpPr/>
            <p:nvPr/>
          </p:nvSpPr>
          <p:spPr>
            <a:xfrm>
              <a:off x="6294094" y="1732276"/>
              <a:ext cx="23474" cy="13927"/>
            </a:xfrm>
            <a:custGeom>
              <a:rect b="b" l="l" r="r" t="t"/>
              <a:pathLst>
                <a:path extrusionOk="0" h="531" w="895">
                  <a:moveTo>
                    <a:pt x="603" y="0"/>
                  </a:moveTo>
                  <a:cubicBezTo>
                    <a:pt x="574" y="0"/>
                    <a:pt x="543" y="7"/>
                    <a:pt x="510" y="23"/>
                  </a:cubicBezTo>
                  <a:lnTo>
                    <a:pt x="236" y="128"/>
                  </a:lnTo>
                  <a:cubicBezTo>
                    <a:pt x="1" y="212"/>
                    <a:pt x="95" y="531"/>
                    <a:pt x="296" y="531"/>
                  </a:cubicBezTo>
                  <a:cubicBezTo>
                    <a:pt x="325" y="531"/>
                    <a:pt x="357" y="524"/>
                    <a:pt x="390" y="509"/>
                  </a:cubicBezTo>
                  <a:lnTo>
                    <a:pt x="664" y="403"/>
                  </a:lnTo>
                  <a:cubicBezTo>
                    <a:pt x="895" y="319"/>
                    <a:pt x="800" y="0"/>
                    <a:pt x="6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2" name="Google Shape;15502;p87"/>
          <p:cNvGrpSpPr/>
          <p:nvPr/>
        </p:nvGrpSpPr>
        <p:grpSpPr>
          <a:xfrm>
            <a:off x="6689473" y="1510497"/>
            <a:ext cx="338545" cy="367054"/>
            <a:chOff x="6689473" y="1510497"/>
            <a:chExt cx="338545" cy="367054"/>
          </a:xfrm>
        </p:grpSpPr>
        <p:sp>
          <p:nvSpPr>
            <p:cNvPr id="15503" name="Google Shape;15503;p87"/>
            <p:cNvSpPr/>
            <p:nvPr/>
          </p:nvSpPr>
          <p:spPr>
            <a:xfrm>
              <a:off x="6723805" y="1515926"/>
              <a:ext cx="45951" cy="40154"/>
            </a:xfrm>
            <a:custGeom>
              <a:rect b="b" l="l" r="r" t="t"/>
              <a:pathLst>
                <a:path extrusionOk="0" h="1531" w="1752">
                  <a:moveTo>
                    <a:pt x="876" y="0"/>
                  </a:moveTo>
                  <a:cubicBezTo>
                    <a:pt x="395" y="0"/>
                    <a:pt x="0" y="342"/>
                    <a:pt x="0" y="765"/>
                  </a:cubicBezTo>
                  <a:cubicBezTo>
                    <a:pt x="0" y="1189"/>
                    <a:pt x="395" y="1530"/>
                    <a:pt x="876" y="1530"/>
                  </a:cubicBezTo>
                  <a:cubicBezTo>
                    <a:pt x="1362" y="1530"/>
                    <a:pt x="1752" y="1189"/>
                    <a:pt x="1752" y="765"/>
                  </a:cubicBezTo>
                  <a:cubicBezTo>
                    <a:pt x="1752" y="342"/>
                    <a:pt x="1362" y="0"/>
                    <a:pt x="87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87"/>
            <p:cNvSpPr/>
            <p:nvPr/>
          </p:nvSpPr>
          <p:spPr>
            <a:xfrm>
              <a:off x="6723805" y="1515900"/>
              <a:ext cx="31552" cy="40181"/>
            </a:xfrm>
            <a:custGeom>
              <a:rect b="b" l="l" r="r" t="t"/>
              <a:pathLst>
                <a:path extrusionOk="0" h="1532" w="1203">
                  <a:moveTo>
                    <a:pt x="911" y="0"/>
                  </a:moveTo>
                  <a:cubicBezTo>
                    <a:pt x="899" y="0"/>
                    <a:pt x="887" y="1"/>
                    <a:pt x="876" y="1"/>
                  </a:cubicBezTo>
                  <a:cubicBezTo>
                    <a:pt x="395" y="1"/>
                    <a:pt x="0" y="343"/>
                    <a:pt x="0" y="766"/>
                  </a:cubicBezTo>
                  <a:cubicBezTo>
                    <a:pt x="0" y="1190"/>
                    <a:pt x="395" y="1531"/>
                    <a:pt x="876" y="1531"/>
                  </a:cubicBezTo>
                  <a:cubicBezTo>
                    <a:pt x="991" y="1531"/>
                    <a:pt x="1102" y="1512"/>
                    <a:pt x="1203" y="1474"/>
                  </a:cubicBezTo>
                  <a:cubicBezTo>
                    <a:pt x="885" y="1363"/>
                    <a:pt x="659" y="1089"/>
                    <a:pt x="659" y="766"/>
                  </a:cubicBezTo>
                  <a:cubicBezTo>
                    <a:pt x="659" y="444"/>
                    <a:pt x="885" y="170"/>
                    <a:pt x="1203" y="54"/>
                  </a:cubicBezTo>
                  <a:cubicBezTo>
                    <a:pt x="1112" y="20"/>
                    <a:pt x="1014" y="0"/>
                    <a:pt x="91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87"/>
            <p:cNvSpPr/>
            <p:nvPr/>
          </p:nvSpPr>
          <p:spPr>
            <a:xfrm>
              <a:off x="6695270" y="1619288"/>
              <a:ext cx="103389" cy="80414"/>
            </a:xfrm>
            <a:custGeom>
              <a:rect b="b" l="l" r="r" t="t"/>
              <a:pathLst>
                <a:path extrusionOk="0" h="3066" w="3942">
                  <a:moveTo>
                    <a:pt x="1309" y="0"/>
                  </a:moveTo>
                  <a:lnTo>
                    <a:pt x="1309" y="654"/>
                  </a:lnTo>
                  <a:cubicBezTo>
                    <a:pt x="1309" y="818"/>
                    <a:pt x="1218" y="972"/>
                    <a:pt x="1069" y="1044"/>
                  </a:cubicBezTo>
                  <a:lnTo>
                    <a:pt x="361" y="1400"/>
                  </a:lnTo>
                  <a:cubicBezTo>
                    <a:pt x="140" y="1511"/>
                    <a:pt x="1" y="1742"/>
                    <a:pt x="1" y="1987"/>
                  </a:cubicBezTo>
                  <a:lnTo>
                    <a:pt x="1" y="3065"/>
                  </a:lnTo>
                  <a:lnTo>
                    <a:pt x="3941" y="3065"/>
                  </a:lnTo>
                  <a:lnTo>
                    <a:pt x="3941" y="1987"/>
                  </a:lnTo>
                  <a:cubicBezTo>
                    <a:pt x="3941" y="1737"/>
                    <a:pt x="3797" y="1511"/>
                    <a:pt x="3571" y="1400"/>
                  </a:cubicBezTo>
                  <a:lnTo>
                    <a:pt x="2864" y="1044"/>
                  </a:lnTo>
                  <a:cubicBezTo>
                    <a:pt x="2714" y="972"/>
                    <a:pt x="2623" y="818"/>
                    <a:pt x="2623" y="654"/>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87"/>
            <p:cNvSpPr/>
            <p:nvPr/>
          </p:nvSpPr>
          <p:spPr>
            <a:xfrm>
              <a:off x="6695270" y="1644650"/>
              <a:ext cx="103389" cy="55052"/>
            </a:xfrm>
            <a:custGeom>
              <a:rect b="b" l="l" r="r" t="t"/>
              <a:pathLst>
                <a:path extrusionOk="0" h="2099" w="3942">
                  <a:moveTo>
                    <a:pt x="1175" y="0"/>
                  </a:moveTo>
                  <a:cubicBezTo>
                    <a:pt x="1146" y="34"/>
                    <a:pt x="1107" y="58"/>
                    <a:pt x="1069" y="77"/>
                  </a:cubicBezTo>
                  <a:lnTo>
                    <a:pt x="361" y="433"/>
                  </a:lnTo>
                  <a:cubicBezTo>
                    <a:pt x="140" y="544"/>
                    <a:pt x="1" y="775"/>
                    <a:pt x="1" y="1020"/>
                  </a:cubicBezTo>
                  <a:lnTo>
                    <a:pt x="1" y="2098"/>
                  </a:lnTo>
                  <a:lnTo>
                    <a:pt x="3941" y="2098"/>
                  </a:lnTo>
                  <a:lnTo>
                    <a:pt x="3937" y="1020"/>
                  </a:lnTo>
                  <a:cubicBezTo>
                    <a:pt x="3937" y="775"/>
                    <a:pt x="3797" y="544"/>
                    <a:pt x="3576" y="433"/>
                  </a:cubicBezTo>
                  <a:lnTo>
                    <a:pt x="2864" y="77"/>
                  </a:lnTo>
                  <a:cubicBezTo>
                    <a:pt x="2825" y="58"/>
                    <a:pt x="2791" y="34"/>
                    <a:pt x="2758" y="0"/>
                  </a:cubicBezTo>
                  <a:lnTo>
                    <a:pt x="2508" y="279"/>
                  </a:lnTo>
                  <a:cubicBezTo>
                    <a:pt x="2366" y="448"/>
                    <a:pt x="2166" y="532"/>
                    <a:pt x="1967" y="532"/>
                  </a:cubicBezTo>
                  <a:cubicBezTo>
                    <a:pt x="1768" y="532"/>
                    <a:pt x="1569" y="448"/>
                    <a:pt x="1430" y="279"/>
                  </a:cubicBezTo>
                  <a:lnTo>
                    <a:pt x="1175"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87"/>
            <p:cNvSpPr/>
            <p:nvPr/>
          </p:nvSpPr>
          <p:spPr>
            <a:xfrm>
              <a:off x="6706626" y="1538770"/>
              <a:ext cx="80414" cy="80414"/>
            </a:xfrm>
            <a:custGeom>
              <a:rect b="b" l="l" r="r" t="t"/>
              <a:pathLst>
                <a:path extrusionOk="0" h="3066" w="3066">
                  <a:moveTo>
                    <a:pt x="1531" y="0"/>
                  </a:moveTo>
                  <a:cubicBezTo>
                    <a:pt x="684" y="0"/>
                    <a:pt x="1" y="688"/>
                    <a:pt x="1" y="1535"/>
                  </a:cubicBezTo>
                  <a:cubicBezTo>
                    <a:pt x="1" y="2382"/>
                    <a:pt x="684" y="3065"/>
                    <a:pt x="1531" y="3065"/>
                  </a:cubicBezTo>
                  <a:cubicBezTo>
                    <a:pt x="2378" y="3065"/>
                    <a:pt x="3066" y="2382"/>
                    <a:pt x="3066" y="1535"/>
                  </a:cubicBezTo>
                  <a:cubicBezTo>
                    <a:pt x="3066" y="688"/>
                    <a:pt x="2378" y="0"/>
                    <a:pt x="15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87"/>
            <p:cNvSpPr/>
            <p:nvPr/>
          </p:nvSpPr>
          <p:spPr>
            <a:xfrm>
              <a:off x="6721314" y="1538875"/>
              <a:ext cx="67378" cy="72362"/>
            </a:xfrm>
            <a:custGeom>
              <a:rect b="b" l="l" r="r" t="t"/>
              <a:pathLst>
                <a:path extrusionOk="0" h="2759" w="2569">
                  <a:moveTo>
                    <a:pt x="975" y="1"/>
                  </a:moveTo>
                  <a:cubicBezTo>
                    <a:pt x="243" y="1"/>
                    <a:pt x="0" y="1007"/>
                    <a:pt x="658" y="1329"/>
                  </a:cubicBezTo>
                  <a:cubicBezTo>
                    <a:pt x="677" y="1339"/>
                    <a:pt x="701" y="1348"/>
                    <a:pt x="721" y="1358"/>
                  </a:cubicBezTo>
                  <a:lnTo>
                    <a:pt x="1481" y="2739"/>
                  </a:lnTo>
                  <a:cubicBezTo>
                    <a:pt x="1481" y="2739"/>
                    <a:pt x="1688" y="2753"/>
                    <a:pt x="1890" y="2758"/>
                  </a:cubicBezTo>
                  <a:cubicBezTo>
                    <a:pt x="2337" y="2426"/>
                    <a:pt x="2568" y="1873"/>
                    <a:pt x="2491" y="1319"/>
                  </a:cubicBezTo>
                  <a:cubicBezTo>
                    <a:pt x="2400" y="689"/>
                    <a:pt x="1933" y="179"/>
                    <a:pt x="1312" y="35"/>
                  </a:cubicBezTo>
                  <a:cubicBezTo>
                    <a:pt x="1202" y="11"/>
                    <a:pt x="1091" y="1"/>
                    <a:pt x="980" y="1"/>
                  </a:cubicBezTo>
                  <a:cubicBezTo>
                    <a:pt x="979" y="1"/>
                    <a:pt x="977" y="1"/>
                    <a:pt x="9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87"/>
            <p:cNvSpPr/>
            <p:nvPr/>
          </p:nvSpPr>
          <p:spPr>
            <a:xfrm>
              <a:off x="6712554" y="1574203"/>
              <a:ext cx="68690" cy="56573"/>
            </a:xfrm>
            <a:custGeom>
              <a:rect b="b" l="l" r="r" t="t"/>
              <a:pathLst>
                <a:path extrusionOk="0" h="2157" w="2619">
                  <a:moveTo>
                    <a:pt x="1005" y="0"/>
                  </a:moveTo>
                  <a:cubicBezTo>
                    <a:pt x="922" y="0"/>
                    <a:pt x="845" y="50"/>
                    <a:pt x="809" y="126"/>
                  </a:cubicBezTo>
                  <a:cubicBezTo>
                    <a:pt x="737" y="275"/>
                    <a:pt x="631" y="410"/>
                    <a:pt x="506" y="521"/>
                  </a:cubicBezTo>
                  <a:cubicBezTo>
                    <a:pt x="458" y="564"/>
                    <a:pt x="410" y="608"/>
                    <a:pt x="357" y="641"/>
                  </a:cubicBezTo>
                  <a:cubicBezTo>
                    <a:pt x="92" y="824"/>
                    <a:pt x="1" y="1175"/>
                    <a:pt x="145" y="1459"/>
                  </a:cubicBezTo>
                  <a:cubicBezTo>
                    <a:pt x="376" y="1887"/>
                    <a:pt x="819" y="2157"/>
                    <a:pt x="1305" y="2157"/>
                  </a:cubicBezTo>
                  <a:cubicBezTo>
                    <a:pt x="1993" y="2157"/>
                    <a:pt x="2561" y="1628"/>
                    <a:pt x="2618" y="944"/>
                  </a:cubicBezTo>
                  <a:cubicBezTo>
                    <a:pt x="2618" y="877"/>
                    <a:pt x="2594" y="810"/>
                    <a:pt x="2541" y="771"/>
                  </a:cubicBezTo>
                  <a:cubicBezTo>
                    <a:pt x="2108" y="405"/>
                    <a:pt x="1603" y="146"/>
                    <a:pt x="1055" y="6"/>
                  </a:cubicBezTo>
                  <a:cubicBezTo>
                    <a:pt x="1038" y="2"/>
                    <a:pt x="1022" y="0"/>
                    <a:pt x="100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87"/>
            <p:cNvSpPr/>
            <p:nvPr/>
          </p:nvSpPr>
          <p:spPr>
            <a:xfrm>
              <a:off x="6712422" y="1574203"/>
              <a:ext cx="68821" cy="55943"/>
            </a:xfrm>
            <a:custGeom>
              <a:rect b="b" l="l" r="r" t="t"/>
              <a:pathLst>
                <a:path extrusionOk="0" h="2133" w="2624">
                  <a:moveTo>
                    <a:pt x="1010" y="0"/>
                  </a:moveTo>
                  <a:cubicBezTo>
                    <a:pt x="927" y="0"/>
                    <a:pt x="850" y="50"/>
                    <a:pt x="814" y="126"/>
                  </a:cubicBezTo>
                  <a:cubicBezTo>
                    <a:pt x="761" y="232"/>
                    <a:pt x="694" y="333"/>
                    <a:pt x="612" y="420"/>
                  </a:cubicBezTo>
                  <a:cubicBezTo>
                    <a:pt x="583" y="454"/>
                    <a:pt x="550" y="487"/>
                    <a:pt x="511" y="521"/>
                  </a:cubicBezTo>
                  <a:cubicBezTo>
                    <a:pt x="468" y="564"/>
                    <a:pt x="420" y="603"/>
                    <a:pt x="367" y="636"/>
                  </a:cubicBezTo>
                  <a:cubicBezTo>
                    <a:pt x="73" y="843"/>
                    <a:pt x="1" y="1243"/>
                    <a:pt x="203" y="1536"/>
                  </a:cubicBezTo>
                  <a:cubicBezTo>
                    <a:pt x="405" y="1859"/>
                    <a:pt x="737" y="2075"/>
                    <a:pt x="1112" y="2133"/>
                  </a:cubicBezTo>
                  <a:cubicBezTo>
                    <a:pt x="848" y="1950"/>
                    <a:pt x="655" y="1709"/>
                    <a:pt x="655" y="1276"/>
                  </a:cubicBezTo>
                  <a:lnTo>
                    <a:pt x="655" y="1108"/>
                  </a:lnTo>
                  <a:cubicBezTo>
                    <a:pt x="703" y="1074"/>
                    <a:pt x="756" y="1036"/>
                    <a:pt x="805" y="988"/>
                  </a:cubicBezTo>
                  <a:cubicBezTo>
                    <a:pt x="925" y="882"/>
                    <a:pt x="1031" y="757"/>
                    <a:pt x="1117" y="622"/>
                  </a:cubicBezTo>
                  <a:cubicBezTo>
                    <a:pt x="1536" y="747"/>
                    <a:pt x="1926" y="959"/>
                    <a:pt x="2263" y="1243"/>
                  </a:cubicBezTo>
                  <a:cubicBezTo>
                    <a:pt x="2301" y="1276"/>
                    <a:pt x="2359" y="1329"/>
                    <a:pt x="2479" y="1440"/>
                  </a:cubicBezTo>
                  <a:cubicBezTo>
                    <a:pt x="2556" y="1320"/>
                    <a:pt x="2614" y="1079"/>
                    <a:pt x="2623" y="940"/>
                  </a:cubicBezTo>
                  <a:cubicBezTo>
                    <a:pt x="2623" y="877"/>
                    <a:pt x="2599" y="810"/>
                    <a:pt x="2546" y="771"/>
                  </a:cubicBezTo>
                  <a:cubicBezTo>
                    <a:pt x="2113" y="405"/>
                    <a:pt x="1603" y="146"/>
                    <a:pt x="1060" y="6"/>
                  </a:cubicBezTo>
                  <a:cubicBezTo>
                    <a:pt x="1043" y="2"/>
                    <a:pt x="1027" y="0"/>
                    <a:pt x="1010"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87"/>
            <p:cNvSpPr/>
            <p:nvPr/>
          </p:nvSpPr>
          <p:spPr>
            <a:xfrm>
              <a:off x="6695139" y="1661174"/>
              <a:ext cx="23002" cy="38528"/>
            </a:xfrm>
            <a:custGeom>
              <a:rect b="b" l="l" r="r" t="t"/>
              <a:pathLst>
                <a:path extrusionOk="0" h="1469" w="877">
                  <a:moveTo>
                    <a:pt x="131" y="1"/>
                  </a:moveTo>
                  <a:cubicBezTo>
                    <a:pt x="44" y="111"/>
                    <a:pt x="1" y="251"/>
                    <a:pt x="1" y="395"/>
                  </a:cubicBezTo>
                  <a:lnTo>
                    <a:pt x="1" y="1468"/>
                  </a:lnTo>
                  <a:lnTo>
                    <a:pt x="877" y="1468"/>
                  </a:lnTo>
                  <a:lnTo>
                    <a:pt x="877" y="799"/>
                  </a:lnTo>
                  <a:cubicBezTo>
                    <a:pt x="877" y="669"/>
                    <a:pt x="814" y="544"/>
                    <a:pt x="713" y="458"/>
                  </a:cubicBezTo>
                  <a:lnTo>
                    <a:pt x="131"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87"/>
            <p:cNvSpPr/>
            <p:nvPr/>
          </p:nvSpPr>
          <p:spPr>
            <a:xfrm>
              <a:off x="6775526" y="1661174"/>
              <a:ext cx="23002" cy="38528"/>
            </a:xfrm>
            <a:custGeom>
              <a:rect b="b" l="l" r="r" t="t"/>
              <a:pathLst>
                <a:path extrusionOk="0" h="1469" w="877">
                  <a:moveTo>
                    <a:pt x="742" y="1"/>
                  </a:moveTo>
                  <a:lnTo>
                    <a:pt x="164" y="458"/>
                  </a:lnTo>
                  <a:cubicBezTo>
                    <a:pt x="59" y="544"/>
                    <a:pt x="1" y="669"/>
                    <a:pt x="1" y="799"/>
                  </a:cubicBezTo>
                  <a:lnTo>
                    <a:pt x="1" y="1468"/>
                  </a:lnTo>
                  <a:lnTo>
                    <a:pt x="877" y="1468"/>
                  </a:lnTo>
                  <a:lnTo>
                    <a:pt x="877" y="395"/>
                  </a:lnTo>
                  <a:cubicBezTo>
                    <a:pt x="877" y="251"/>
                    <a:pt x="828" y="111"/>
                    <a:pt x="7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87"/>
            <p:cNvSpPr/>
            <p:nvPr/>
          </p:nvSpPr>
          <p:spPr>
            <a:xfrm>
              <a:off x="6924839" y="1716960"/>
              <a:ext cx="28667" cy="63130"/>
            </a:xfrm>
            <a:custGeom>
              <a:rect b="b" l="l" r="r" t="t"/>
              <a:pathLst>
                <a:path extrusionOk="0" h="2407" w="1093">
                  <a:moveTo>
                    <a:pt x="646" y="0"/>
                  </a:moveTo>
                  <a:cubicBezTo>
                    <a:pt x="289" y="0"/>
                    <a:pt x="0" y="292"/>
                    <a:pt x="0" y="655"/>
                  </a:cubicBezTo>
                  <a:lnTo>
                    <a:pt x="0" y="804"/>
                  </a:lnTo>
                  <a:cubicBezTo>
                    <a:pt x="0" y="996"/>
                    <a:pt x="29" y="1179"/>
                    <a:pt x="87" y="1362"/>
                  </a:cubicBezTo>
                  <a:lnTo>
                    <a:pt x="438" y="2406"/>
                  </a:lnTo>
                  <a:lnTo>
                    <a:pt x="1092" y="2406"/>
                  </a:lnTo>
                  <a:lnTo>
                    <a:pt x="1092" y="0"/>
                  </a:lnTo>
                  <a:lnTo>
                    <a:pt x="655" y="0"/>
                  </a:lnTo>
                  <a:cubicBezTo>
                    <a:pt x="652" y="0"/>
                    <a:pt x="649" y="0"/>
                    <a:pt x="646"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87"/>
            <p:cNvSpPr/>
            <p:nvPr/>
          </p:nvSpPr>
          <p:spPr>
            <a:xfrm>
              <a:off x="6936327" y="1711137"/>
              <a:ext cx="68926" cy="68952"/>
            </a:xfrm>
            <a:custGeom>
              <a:rect b="b" l="l" r="r" t="t"/>
              <a:pathLst>
                <a:path extrusionOk="0" h="2629" w="2628">
                  <a:moveTo>
                    <a:pt x="646" y="1"/>
                  </a:moveTo>
                  <a:cubicBezTo>
                    <a:pt x="289" y="1"/>
                    <a:pt x="0" y="297"/>
                    <a:pt x="0" y="655"/>
                  </a:cubicBezTo>
                  <a:cubicBezTo>
                    <a:pt x="0" y="896"/>
                    <a:pt x="192" y="1093"/>
                    <a:pt x="438" y="1093"/>
                  </a:cubicBezTo>
                  <a:lnTo>
                    <a:pt x="2189" y="2628"/>
                  </a:lnTo>
                  <a:lnTo>
                    <a:pt x="2574" y="1271"/>
                  </a:lnTo>
                  <a:cubicBezTo>
                    <a:pt x="2608" y="1151"/>
                    <a:pt x="2627" y="1031"/>
                    <a:pt x="2627" y="910"/>
                  </a:cubicBezTo>
                  <a:lnTo>
                    <a:pt x="2627" y="1"/>
                  </a:lnTo>
                  <a:lnTo>
                    <a:pt x="654" y="1"/>
                  </a:lnTo>
                  <a:cubicBezTo>
                    <a:pt x="652" y="1"/>
                    <a:pt x="649" y="1"/>
                    <a:pt x="64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87"/>
            <p:cNvSpPr/>
            <p:nvPr/>
          </p:nvSpPr>
          <p:spPr>
            <a:xfrm>
              <a:off x="6947788" y="1797216"/>
              <a:ext cx="34489" cy="34489"/>
            </a:xfrm>
            <a:custGeom>
              <a:rect b="b" l="l" r="r" t="t"/>
              <a:pathLst>
                <a:path extrusionOk="0" h="1315" w="1315">
                  <a:moveTo>
                    <a:pt x="1" y="1"/>
                  </a:moveTo>
                  <a:lnTo>
                    <a:pt x="1"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87"/>
            <p:cNvSpPr/>
            <p:nvPr/>
          </p:nvSpPr>
          <p:spPr>
            <a:xfrm>
              <a:off x="6907529" y="1811221"/>
              <a:ext cx="114876" cy="60743"/>
            </a:xfrm>
            <a:custGeom>
              <a:rect b="b" l="l" r="r" t="t"/>
              <a:pathLst>
                <a:path extrusionOk="0" h="2316" w="4380">
                  <a:moveTo>
                    <a:pt x="1536" y="1"/>
                  </a:moveTo>
                  <a:lnTo>
                    <a:pt x="477" y="299"/>
                  </a:lnTo>
                  <a:cubicBezTo>
                    <a:pt x="198" y="381"/>
                    <a:pt x="1" y="636"/>
                    <a:pt x="1" y="929"/>
                  </a:cubicBezTo>
                  <a:lnTo>
                    <a:pt x="1" y="2315"/>
                  </a:lnTo>
                  <a:lnTo>
                    <a:pt x="4380" y="2315"/>
                  </a:lnTo>
                  <a:lnTo>
                    <a:pt x="4380" y="929"/>
                  </a:lnTo>
                  <a:cubicBezTo>
                    <a:pt x="4380" y="636"/>
                    <a:pt x="4187" y="381"/>
                    <a:pt x="3903" y="299"/>
                  </a:cubicBezTo>
                  <a:lnTo>
                    <a:pt x="2849" y="1"/>
                  </a:lnTo>
                  <a:lnTo>
                    <a:pt x="2590" y="309"/>
                  </a:lnTo>
                  <a:cubicBezTo>
                    <a:pt x="2486" y="431"/>
                    <a:pt x="2339" y="493"/>
                    <a:pt x="2193" y="493"/>
                  </a:cubicBezTo>
                  <a:cubicBezTo>
                    <a:pt x="2046" y="493"/>
                    <a:pt x="1899" y="431"/>
                    <a:pt x="1796" y="309"/>
                  </a:cubicBezTo>
                  <a:lnTo>
                    <a:pt x="1536"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87"/>
            <p:cNvSpPr/>
            <p:nvPr/>
          </p:nvSpPr>
          <p:spPr>
            <a:xfrm>
              <a:off x="6930504" y="1739909"/>
              <a:ext cx="68926" cy="63130"/>
            </a:xfrm>
            <a:custGeom>
              <a:rect b="b" l="l" r="r" t="t"/>
              <a:pathLst>
                <a:path extrusionOk="0" h="2407" w="2628">
                  <a:moveTo>
                    <a:pt x="827" y="1"/>
                  </a:moveTo>
                  <a:cubicBezTo>
                    <a:pt x="717" y="1"/>
                    <a:pt x="608" y="48"/>
                    <a:pt x="525" y="126"/>
                  </a:cubicBezTo>
                  <a:lnTo>
                    <a:pt x="313"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1"/>
                  </a:cubicBezTo>
                  <a:cubicBezTo>
                    <a:pt x="2166" y="169"/>
                    <a:pt x="1545" y="20"/>
                    <a:pt x="843" y="1"/>
                  </a:cubicBezTo>
                  <a:cubicBezTo>
                    <a:pt x="837" y="1"/>
                    <a:pt x="832" y="1"/>
                    <a:pt x="82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87"/>
            <p:cNvSpPr/>
            <p:nvPr/>
          </p:nvSpPr>
          <p:spPr>
            <a:xfrm>
              <a:off x="6930504" y="1739909"/>
              <a:ext cx="68821" cy="61740"/>
            </a:xfrm>
            <a:custGeom>
              <a:rect b="b" l="l" r="r" t="t"/>
              <a:pathLst>
                <a:path extrusionOk="0" h="2354" w="2624">
                  <a:moveTo>
                    <a:pt x="827" y="1"/>
                  </a:moveTo>
                  <a:cubicBezTo>
                    <a:pt x="717" y="1"/>
                    <a:pt x="608" y="48"/>
                    <a:pt x="525" y="126"/>
                  </a:cubicBezTo>
                  <a:lnTo>
                    <a:pt x="309" y="343"/>
                  </a:lnTo>
                  <a:cubicBezTo>
                    <a:pt x="111" y="540"/>
                    <a:pt x="1" y="809"/>
                    <a:pt x="1" y="1088"/>
                  </a:cubicBezTo>
                  <a:cubicBezTo>
                    <a:pt x="1" y="1676"/>
                    <a:pt x="390" y="2190"/>
                    <a:pt x="949" y="2354"/>
                  </a:cubicBezTo>
                  <a:cubicBezTo>
                    <a:pt x="761" y="2123"/>
                    <a:pt x="660" y="1829"/>
                    <a:pt x="660" y="1531"/>
                  </a:cubicBezTo>
                  <a:lnTo>
                    <a:pt x="660" y="1093"/>
                  </a:lnTo>
                  <a:cubicBezTo>
                    <a:pt x="660" y="850"/>
                    <a:pt x="853" y="654"/>
                    <a:pt x="1089" y="654"/>
                  </a:cubicBezTo>
                  <a:cubicBezTo>
                    <a:pt x="1100" y="654"/>
                    <a:pt x="1111" y="655"/>
                    <a:pt x="1122" y="655"/>
                  </a:cubicBezTo>
                  <a:cubicBezTo>
                    <a:pt x="1564" y="684"/>
                    <a:pt x="2219" y="756"/>
                    <a:pt x="2623" y="949"/>
                  </a:cubicBezTo>
                  <a:cubicBezTo>
                    <a:pt x="2609" y="858"/>
                    <a:pt x="2570" y="569"/>
                    <a:pt x="2503" y="501"/>
                  </a:cubicBezTo>
                  <a:cubicBezTo>
                    <a:pt x="2166" y="169"/>
                    <a:pt x="1545" y="20"/>
                    <a:pt x="843" y="1"/>
                  </a:cubicBezTo>
                  <a:cubicBezTo>
                    <a:pt x="837" y="1"/>
                    <a:pt x="832" y="1"/>
                    <a:pt x="82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87"/>
            <p:cNvSpPr/>
            <p:nvPr/>
          </p:nvSpPr>
          <p:spPr>
            <a:xfrm>
              <a:off x="6907529" y="1825725"/>
              <a:ext cx="23002" cy="46239"/>
            </a:xfrm>
            <a:custGeom>
              <a:rect b="b" l="l" r="r" t="t"/>
              <a:pathLst>
                <a:path extrusionOk="0" h="1763" w="877">
                  <a:moveTo>
                    <a:pt x="121" y="1"/>
                  </a:moveTo>
                  <a:cubicBezTo>
                    <a:pt x="44" y="112"/>
                    <a:pt x="1" y="242"/>
                    <a:pt x="1" y="376"/>
                  </a:cubicBezTo>
                  <a:lnTo>
                    <a:pt x="1" y="1762"/>
                  </a:lnTo>
                  <a:lnTo>
                    <a:pt x="877" y="1762"/>
                  </a:lnTo>
                  <a:lnTo>
                    <a:pt x="877" y="1031"/>
                  </a:lnTo>
                  <a:cubicBezTo>
                    <a:pt x="877" y="857"/>
                    <a:pt x="809" y="689"/>
                    <a:pt x="684" y="564"/>
                  </a:cubicBezTo>
                  <a:lnTo>
                    <a:pt x="121"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87"/>
            <p:cNvSpPr/>
            <p:nvPr/>
          </p:nvSpPr>
          <p:spPr>
            <a:xfrm>
              <a:off x="6999404" y="1825725"/>
              <a:ext cx="23002" cy="46239"/>
            </a:xfrm>
            <a:custGeom>
              <a:rect b="b" l="l" r="r" t="t"/>
              <a:pathLst>
                <a:path extrusionOk="0" h="1763" w="877">
                  <a:moveTo>
                    <a:pt x="756" y="1"/>
                  </a:moveTo>
                  <a:lnTo>
                    <a:pt x="193" y="564"/>
                  </a:lnTo>
                  <a:cubicBezTo>
                    <a:pt x="73" y="689"/>
                    <a:pt x="1" y="857"/>
                    <a:pt x="1" y="1031"/>
                  </a:cubicBezTo>
                  <a:lnTo>
                    <a:pt x="1" y="1762"/>
                  </a:lnTo>
                  <a:lnTo>
                    <a:pt x="877" y="1762"/>
                  </a:lnTo>
                  <a:lnTo>
                    <a:pt x="877" y="376"/>
                  </a:lnTo>
                  <a:cubicBezTo>
                    <a:pt x="877" y="242"/>
                    <a:pt x="833" y="112"/>
                    <a:pt x="75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87"/>
            <p:cNvSpPr/>
            <p:nvPr/>
          </p:nvSpPr>
          <p:spPr>
            <a:xfrm>
              <a:off x="6689473" y="1510497"/>
              <a:ext cx="114667" cy="194765"/>
            </a:xfrm>
            <a:custGeom>
              <a:rect b="b" l="l" r="r" t="t"/>
              <a:pathLst>
                <a:path extrusionOk="0" h="7426" w="4372">
                  <a:moveTo>
                    <a:pt x="2190" y="409"/>
                  </a:moveTo>
                  <a:cubicBezTo>
                    <a:pt x="2555" y="409"/>
                    <a:pt x="2858" y="660"/>
                    <a:pt x="2858" y="972"/>
                  </a:cubicBezTo>
                  <a:lnTo>
                    <a:pt x="2858" y="1011"/>
                  </a:lnTo>
                  <a:cubicBezTo>
                    <a:pt x="2644" y="919"/>
                    <a:pt x="2417" y="874"/>
                    <a:pt x="2190" y="874"/>
                  </a:cubicBezTo>
                  <a:cubicBezTo>
                    <a:pt x="1962" y="874"/>
                    <a:pt x="1735" y="919"/>
                    <a:pt x="1521" y="1011"/>
                  </a:cubicBezTo>
                  <a:cubicBezTo>
                    <a:pt x="1516" y="996"/>
                    <a:pt x="1516" y="987"/>
                    <a:pt x="1516" y="972"/>
                  </a:cubicBezTo>
                  <a:cubicBezTo>
                    <a:pt x="1516" y="660"/>
                    <a:pt x="1819" y="409"/>
                    <a:pt x="2190" y="409"/>
                  </a:cubicBezTo>
                  <a:close/>
                  <a:moveTo>
                    <a:pt x="2192" y="1281"/>
                  </a:moveTo>
                  <a:cubicBezTo>
                    <a:pt x="3078" y="1281"/>
                    <a:pt x="3737" y="2154"/>
                    <a:pt x="3450" y="3027"/>
                  </a:cubicBezTo>
                  <a:cubicBezTo>
                    <a:pt x="2868" y="2435"/>
                    <a:pt x="1843" y="2204"/>
                    <a:pt x="1795" y="2194"/>
                  </a:cubicBezTo>
                  <a:cubicBezTo>
                    <a:pt x="1777" y="2190"/>
                    <a:pt x="1760" y="2188"/>
                    <a:pt x="1742" y="2188"/>
                  </a:cubicBezTo>
                  <a:cubicBezTo>
                    <a:pt x="1698" y="2188"/>
                    <a:pt x="1655" y="2202"/>
                    <a:pt x="1617" y="2233"/>
                  </a:cubicBezTo>
                  <a:cubicBezTo>
                    <a:pt x="1569" y="2271"/>
                    <a:pt x="1545" y="2329"/>
                    <a:pt x="1545" y="2392"/>
                  </a:cubicBezTo>
                  <a:cubicBezTo>
                    <a:pt x="1530" y="2507"/>
                    <a:pt x="1473" y="2608"/>
                    <a:pt x="1386" y="2685"/>
                  </a:cubicBezTo>
                  <a:cubicBezTo>
                    <a:pt x="1228" y="2832"/>
                    <a:pt x="1367" y="3043"/>
                    <a:pt x="1527" y="3043"/>
                  </a:cubicBezTo>
                  <a:cubicBezTo>
                    <a:pt x="1577" y="3043"/>
                    <a:pt x="1629" y="3023"/>
                    <a:pt x="1675" y="2974"/>
                  </a:cubicBezTo>
                  <a:cubicBezTo>
                    <a:pt x="1771" y="2883"/>
                    <a:pt x="1848" y="2772"/>
                    <a:pt x="1901" y="2647"/>
                  </a:cubicBezTo>
                  <a:cubicBezTo>
                    <a:pt x="2243" y="2748"/>
                    <a:pt x="2959" y="3008"/>
                    <a:pt x="3282" y="3460"/>
                  </a:cubicBezTo>
                  <a:cubicBezTo>
                    <a:pt x="3188" y="3991"/>
                    <a:pt x="2727" y="4375"/>
                    <a:pt x="2195" y="4375"/>
                  </a:cubicBezTo>
                  <a:cubicBezTo>
                    <a:pt x="2182" y="4375"/>
                    <a:pt x="2169" y="4375"/>
                    <a:pt x="2156" y="4374"/>
                  </a:cubicBezTo>
                  <a:cubicBezTo>
                    <a:pt x="1603" y="4360"/>
                    <a:pt x="1150" y="3936"/>
                    <a:pt x="1088" y="3393"/>
                  </a:cubicBezTo>
                  <a:lnTo>
                    <a:pt x="1088" y="3388"/>
                  </a:lnTo>
                  <a:cubicBezTo>
                    <a:pt x="1083" y="3359"/>
                    <a:pt x="1073" y="3330"/>
                    <a:pt x="1059" y="3306"/>
                  </a:cubicBezTo>
                  <a:cubicBezTo>
                    <a:pt x="549" y="2478"/>
                    <a:pt x="1068" y="1405"/>
                    <a:pt x="2036" y="1290"/>
                  </a:cubicBezTo>
                  <a:cubicBezTo>
                    <a:pt x="2089" y="1284"/>
                    <a:pt x="2141" y="1281"/>
                    <a:pt x="2192" y="1281"/>
                  </a:cubicBezTo>
                  <a:close/>
                  <a:moveTo>
                    <a:pt x="2642" y="4721"/>
                  </a:moveTo>
                  <a:lnTo>
                    <a:pt x="2642" y="4937"/>
                  </a:lnTo>
                  <a:cubicBezTo>
                    <a:pt x="2637" y="5004"/>
                    <a:pt x="2656" y="5077"/>
                    <a:pt x="2690" y="5139"/>
                  </a:cubicBezTo>
                  <a:lnTo>
                    <a:pt x="2190" y="5616"/>
                  </a:lnTo>
                  <a:lnTo>
                    <a:pt x="1684" y="5139"/>
                  </a:lnTo>
                  <a:cubicBezTo>
                    <a:pt x="1713" y="5077"/>
                    <a:pt x="1732" y="5009"/>
                    <a:pt x="1732" y="4937"/>
                  </a:cubicBezTo>
                  <a:lnTo>
                    <a:pt x="1732" y="4721"/>
                  </a:lnTo>
                  <a:cubicBezTo>
                    <a:pt x="1877" y="4764"/>
                    <a:pt x="2031" y="4788"/>
                    <a:pt x="2185" y="4788"/>
                  </a:cubicBezTo>
                  <a:lnTo>
                    <a:pt x="2190" y="4788"/>
                  </a:lnTo>
                  <a:cubicBezTo>
                    <a:pt x="2339" y="4788"/>
                    <a:pt x="2493" y="4764"/>
                    <a:pt x="2642" y="4721"/>
                  </a:cubicBezTo>
                  <a:close/>
                  <a:moveTo>
                    <a:pt x="2185" y="0"/>
                  </a:moveTo>
                  <a:cubicBezTo>
                    <a:pt x="1588" y="0"/>
                    <a:pt x="1102" y="433"/>
                    <a:pt x="1102" y="972"/>
                  </a:cubicBezTo>
                  <a:cubicBezTo>
                    <a:pt x="1102" y="1059"/>
                    <a:pt x="1117" y="1141"/>
                    <a:pt x="1141" y="1227"/>
                  </a:cubicBezTo>
                  <a:cubicBezTo>
                    <a:pt x="438" y="1752"/>
                    <a:pt x="241" y="2719"/>
                    <a:pt x="679" y="3479"/>
                  </a:cubicBezTo>
                  <a:cubicBezTo>
                    <a:pt x="736" y="3903"/>
                    <a:pt x="972" y="4278"/>
                    <a:pt x="1323" y="4523"/>
                  </a:cubicBezTo>
                  <a:lnTo>
                    <a:pt x="1323" y="4937"/>
                  </a:lnTo>
                  <a:cubicBezTo>
                    <a:pt x="1323" y="4942"/>
                    <a:pt x="1319" y="4947"/>
                    <a:pt x="1314" y="4952"/>
                  </a:cubicBezTo>
                  <a:lnTo>
                    <a:pt x="486" y="5365"/>
                  </a:lnTo>
                  <a:cubicBezTo>
                    <a:pt x="193" y="5510"/>
                    <a:pt x="5" y="5808"/>
                    <a:pt x="10" y="6135"/>
                  </a:cubicBezTo>
                  <a:lnTo>
                    <a:pt x="10" y="7213"/>
                  </a:lnTo>
                  <a:cubicBezTo>
                    <a:pt x="0" y="7355"/>
                    <a:pt x="106" y="7426"/>
                    <a:pt x="213" y="7426"/>
                  </a:cubicBezTo>
                  <a:cubicBezTo>
                    <a:pt x="319" y="7426"/>
                    <a:pt x="426" y="7355"/>
                    <a:pt x="419" y="7213"/>
                  </a:cubicBezTo>
                  <a:lnTo>
                    <a:pt x="419" y="6135"/>
                  </a:lnTo>
                  <a:cubicBezTo>
                    <a:pt x="414" y="5967"/>
                    <a:pt x="515" y="5808"/>
                    <a:pt x="669" y="5731"/>
                  </a:cubicBezTo>
                  <a:lnTo>
                    <a:pt x="1352" y="5389"/>
                  </a:lnTo>
                  <a:lnTo>
                    <a:pt x="1983" y="5986"/>
                  </a:lnTo>
                  <a:lnTo>
                    <a:pt x="1983" y="7213"/>
                  </a:lnTo>
                  <a:cubicBezTo>
                    <a:pt x="1975" y="7355"/>
                    <a:pt x="2081" y="7426"/>
                    <a:pt x="2187" y="7426"/>
                  </a:cubicBezTo>
                  <a:cubicBezTo>
                    <a:pt x="2293" y="7426"/>
                    <a:pt x="2399" y="7355"/>
                    <a:pt x="2392" y="7213"/>
                  </a:cubicBezTo>
                  <a:lnTo>
                    <a:pt x="2392" y="5986"/>
                  </a:lnTo>
                  <a:lnTo>
                    <a:pt x="3017" y="5389"/>
                  </a:lnTo>
                  <a:lnTo>
                    <a:pt x="3705" y="5731"/>
                  </a:lnTo>
                  <a:cubicBezTo>
                    <a:pt x="3859" y="5808"/>
                    <a:pt x="3955" y="5962"/>
                    <a:pt x="3955" y="6135"/>
                  </a:cubicBezTo>
                  <a:lnTo>
                    <a:pt x="3955" y="7213"/>
                  </a:lnTo>
                  <a:cubicBezTo>
                    <a:pt x="3946" y="7355"/>
                    <a:pt x="4052" y="7426"/>
                    <a:pt x="4158" y="7426"/>
                  </a:cubicBezTo>
                  <a:cubicBezTo>
                    <a:pt x="4265" y="7426"/>
                    <a:pt x="4372" y="7355"/>
                    <a:pt x="4364" y="7213"/>
                  </a:cubicBezTo>
                  <a:lnTo>
                    <a:pt x="4364" y="6135"/>
                  </a:lnTo>
                  <a:cubicBezTo>
                    <a:pt x="4364" y="5808"/>
                    <a:pt x="4177" y="5510"/>
                    <a:pt x="3888" y="5365"/>
                  </a:cubicBezTo>
                  <a:lnTo>
                    <a:pt x="3056" y="4952"/>
                  </a:lnTo>
                  <a:cubicBezTo>
                    <a:pt x="3051" y="4947"/>
                    <a:pt x="3051" y="4942"/>
                    <a:pt x="3051" y="4937"/>
                  </a:cubicBezTo>
                  <a:lnTo>
                    <a:pt x="3051" y="4523"/>
                  </a:lnTo>
                  <a:cubicBezTo>
                    <a:pt x="3397" y="4278"/>
                    <a:pt x="3633" y="3903"/>
                    <a:pt x="3691" y="3479"/>
                  </a:cubicBezTo>
                  <a:cubicBezTo>
                    <a:pt x="4134" y="2719"/>
                    <a:pt x="3936" y="1752"/>
                    <a:pt x="3229" y="1227"/>
                  </a:cubicBezTo>
                  <a:cubicBezTo>
                    <a:pt x="3258" y="1141"/>
                    <a:pt x="3267" y="1059"/>
                    <a:pt x="3267" y="972"/>
                  </a:cubicBezTo>
                  <a:cubicBezTo>
                    <a:pt x="3267" y="438"/>
                    <a:pt x="2781" y="0"/>
                    <a:pt x="2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87"/>
            <p:cNvSpPr/>
            <p:nvPr/>
          </p:nvSpPr>
          <p:spPr>
            <a:xfrm>
              <a:off x="6712685" y="1678327"/>
              <a:ext cx="10753" cy="26385"/>
            </a:xfrm>
            <a:custGeom>
              <a:rect b="b" l="l" r="r" t="t"/>
              <a:pathLst>
                <a:path extrusionOk="0" h="1006" w="410">
                  <a:moveTo>
                    <a:pt x="208" y="1"/>
                  </a:moveTo>
                  <a:cubicBezTo>
                    <a:pt x="92" y="1"/>
                    <a:pt x="1" y="92"/>
                    <a:pt x="1" y="208"/>
                  </a:cubicBezTo>
                  <a:lnTo>
                    <a:pt x="1" y="814"/>
                  </a:lnTo>
                  <a:cubicBezTo>
                    <a:pt x="8" y="942"/>
                    <a:pt x="106" y="1005"/>
                    <a:pt x="205" y="1005"/>
                  </a:cubicBezTo>
                  <a:cubicBezTo>
                    <a:pt x="304" y="1005"/>
                    <a:pt x="402" y="942"/>
                    <a:pt x="410" y="814"/>
                  </a:cubicBezTo>
                  <a:lnTo>
                    <a:pt x="410" y="208"/>
                  </a:lnTo>
                  <a:cubicBezTo>
                    <a:pt x="410" y="92"/>
                    <a:pt x="318"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87"/>
            <p:cNvSpPr/>
            <p:nvPr/>
          </p:nvSpPr>
          <p:spPr>
            <a:xfrm>
              <a:off x="6769913" y="1678090"/>
              <a:ext cx="11147" cy="27172"/>
            </a:xfrm>
            <a:custGeom>
              <a:rect b="b" l="l" r="r" t="t"/>
              <a:pathLst>
                <a:path extrusionOk="0" h="1036" w="425">
                  <a:moveTo>
                    <a:pt x="212" y="0"/>
                  </a:moveTo>
                  <a:cubicBezTo>
                    <a:pt x="107" y="0"/>
                    <a:pt x="1" y="72"/>
                    <a:pt x="8" y="217"/>
                  </a:cubicBezTo>
                  <a:lnTo>
                    <a:pt x="8" y="823"/>
                  </a:lnTo>
                  <a:cubicBezTo>
                    <a:pt x="1" y="965"/>
                    <a:pt x="107" y="1036"/>
                    <a:pt x="212" y="1036"/>
                  </a:cubicBezTo>
                  <a:cubicBezTo>
                    <a:pt x="318" y="1036"/>
                    <a:pt x="424" y="965"/>
                    <a:pt x="417" y="823"/>
                  </a:cubicBezTo>
                  <a:lnTo>
                    <a:pt x="417" y="217"/>
                  </a:lnTo>
                  <a:cubicBezTo>
                    <a:pt x="424" y="72"/>
                    <a:pt x="318"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87"/>
            <p:cNvSpPr/>
            <p:nvPr/>
          </p:nvSpPr>
          <p:spPr>
            <a:xfrm>
              <a:off x="6940864" y="1734375"/>
              <a:ext cx="49990" cy="16943"/>
            </a:xfrm>
            <a:custGeom>
              <a:rect b="b" l="l" r="r" t="t"/>
              <a:pathLst>
                <a:path extrusionOk="0" h="646" w="1906">
                  <a:moveTo>
                    <a:pt x="260" y="0"/>
                  </a:moveTo>
                  <a:cubicBezTo>
                    <a:pt x="0" y="15"/>
                    <a:pt x="0" y="400"/>
                    <a:pt x="260" y="414"/>
                  </a:cubicBezTo>
                  <a:cubicBezTo>
                    <a:pt x="496" y="414"/>
                    <a:pt x="1165" y="448"/>
                    <a:pt x="1487" y="611"/>
                  </a:cubicBezTo>
                  <a:cubicBezTo>
                    <a:pt x="1526" y="635"/>
                    <a:pt x="1564" y="645"/>
                    <a:pt x="1600" y="645"/>
                  </a:cubicBezTo>
                  <a:cubicBezTo>
                    <a:pt x="1794" y="645"/>
                    <a:pt x="1905" y="335"/>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87"/>
            <p:cNvSpPr/>
            <p:nvPr/>
          </p:nvSpPr>
          <p:spPr>
            <a:xfrm>
              <a:off x="6901995" y="1705734"/>
              <a:ext cx="126023" cy="171816"/>
            </a:xfrm>
            <a:custGeom>
              <a:rect b="b" l="l" r="r" t="t"/>
              <a:pathLst>
                <a:path extrusionOk="0" h="6551" w="4805">
                  <a:moveTo>
                    <a:pt x="3729" y="409"/>
                  </a:moveTo>
                  <a:lnTo>
                    <a:pt x="3729" y="1261"/>
                  </a:lnTo>
                  <a:cubicBezTo>
                    <a:pt x="3729" y="1395"/>
                    <a:pt x="3696" y="1535"/>
                    <a:pt x="3638" y="1660"/>
                  </a:cubicBezTo>
                  <a:lnTo>
                    <a:pt x="3532" y="1867"/>
                  </a:lnTo>
                  <a:cubicBezTo>
                    <a:pt x="3518" y="1891"/>
                    <a:pt x="3513" y="1925"/>
                    <a:pt x="3513" y="1958"/>
                  </a:cubicBezTo>
                  <a:lnTo>
                    <a:pt x="3513" y="2396"/>
                  </a:lnTo>
                  <a:cubicBezTo>
                    <a:pt x="3513" y="3010"/>
                    <a:pt x="3012" y="3504"/>
                    <a:pt x="2402" y="3504"/>
                  </a:cubicBezTo>
                  <a:cubicBezTo>
                    <a:pt x="2391" y="3504"/>
                    <a:pt x="2379" y="3503"/>
                    <a:pt x="2368" y="3503"/>
                  </a:cubicBezTo>
                  <a:cubicBezTo>
                    <a:pt x="1776" y="3484"/>
                    <a:pt x="1295" y="2964"/>
                    <a:pt x="1295" y="2339"/>
                  </a:cubicBezTo>
                  <a:lnTo>
                    <a:pt x="1295" y="1958"/>
                  </a:lnTo>
                  <a:cubicBezTo>
                    <a:pt x="1295" y="1925"/>
                    <a:pt x="1285" y="1891"/>
                    <a:pt x="1271" y="1867"/>
                  </a:cubicBezTo>
                  <a:lnTo>
                    <a:pt x="1145" y="1612"/>
                  </a:lnTo>
                  <a:cubicBezTo>
                    <a:pt x="1097" y="1516"/>
                    <a:pt x="1073" y="1415"/>
                    <a:pt x="1073" y="1309"/>
                  </a:cubicBezTo>
                  <a:lnTo>
                    <a:pt x="1073" y="1299"/>
                  </a:lnTo>
                  <a:cubicBezTo>
                    <a:pt x="1073" y="808"/>
                    <a:pt x="1473" y="409"/>
                    <a:pt x="1963" y="409"/>
                  </a:cubicBezTo>
                  <a:close/>
                  <a:moveTo>
                    <a:pt x="2854" y="3840"/>
                  </a:moveTo>
                  <a:cubicBezTo>
                    <a:pt x="2858" y="3902"/>
                    <a:pt x="2868" y="3965"/>
                    <a:pt x="2892" y="4023"/>
                  </a:cubicBezTo>
                  <a:lnTo>
                    <a:pt x="2724" y="4196"/>
                  </a:lnTo>
                  <a:cubicBezTo>
                    <a:pt x="2637" y="4278"/>
                    <a:pt x="2522" y="4326"/>
                    <a:pt x="2401" y="4326"/>
                  </a:cubicBezTo>
                  <a:cubicBezTo>
                    <a:pt x="2281" y="4326"/>
                    <a:pt x="2166" y="4278"/>
                    <a:pt x="2084" y="4191"/>
                  </a:cubicBezTo>
                  <a:lnTo>
                    <a:pt x="1915" y="4023"/>
                  </a:lnTo>
                  <a:cubicBezTo>
                    <a:pt x="1935" y="3965"/>
                    <a:pt x="1949" y="3902"/>
                    <a:pt x="1949" y="3840"/>
                  </a:cubicBezTo>
                  <a:cubicBezTo>
                    <a:pt x="2079" y="3883"/>
                    <a:pt x="2218" y="3907"/>
                    <a:pt x="2358" y="3912"/>
                  </a:cubicBezTo>
                  <a:lnTo>
                    <a:pt x="2401" y="3912"/>
                  </a:lnTo>
                  <a:cubicBezTo>
                    <a:pt x="2555" y="3912"/>
                    <a:pt x="2709" y="3888"/>
                    <a:pt x="2854" y="3840"/>
                  </a:cubicBezTo>
                  <a:close/>
                  <a:moveTo>
                    <a:pt x="1963" y="0"/>
                  </a:moveTo>
                  <a:cubicBezTo>
                    <a:pt x="1246" y="0"/>
                    <a:pt x="664" y="582"/>
                    <a:pt x="664" y="1299"/>
                  </a:cubicBezTo>
                  <a:lnTo>
                    <a:pt x="664" y="1309"/>
                  </a:lnTo>
                  <a:cubicBezTo>
                    <a:pt x="664" y="1477"/>
                    <a:pt x="703" y="1641"/>
                    <a:pt x="780" y="1790"/>
                  </a:cubicBezTo>
                  <a:lnTo>
                    <a:pt x="886" y="2002"/>
                  </a:lnTo>
                  <a:lnTo>
                    <a:pt x="886" y="2339"/>
                  </a:lnTo>
                  <a:cubicBezTo>
                    <a:pt x="881" y="2849"/>
                    <a:pt x="1126" y="3330"/>
                    <a:pt x="1540" y="3628"/>
                  </a:cubicBezTo>
                  <a:lnTo>
                    <a:pt x="1540" y="3811"/>
                  </a:lnTo>
                  <a:cubicBezTo>
                    <a:pt x="1540" y="3917"/>
                    <a:pt x="1473" y="4008"/>
                    <a:pt x="1372" y="4037"/>
                  </a:cubicBezTo>
                  <a:lnTo>
                    <a:pt x="631" y="4249"/>
                  </a:lnTo>
                  <a:cubicBezTo>
                    <a:pt x="265" y="4355"/>
                    <a:pt x="10" y="4691"/>
                    <a:pt x="10" y="5076"/>
                  </a:cubicBezTo>
                  <a:lnTo>
                    <a:pt x="10" y="6337"/>
                  </a:lnTo>
                  <a:cubicBezTo>
                    <a:pt x="0" y="6479"/>
                    <a:pt x="106" y="6550"/>
                    <a:pt x="213" y="6550"/>
                  </a:cubicBezTo>
                  <a:cubicBezTo>
                    <a:pt x="319" y="6550"/>
                    <a:pt x="426" y="6479"/>
                    <a:pt x="419" y="6337"/>
                  </a:cubicBezTo>
                  <a:lnTo>
                    <a:pt x="419" y="5081"/>
                  </a:lnTo>
                  <a:cubicBezTo>
                    <a:pt x="419" y="4879"/>
                    <a:pt x="549" y="4701"/>
                    <a:pt x="746" y="4643"/>
                  </a:cubicBezTo>
                  <a:lnTo>
                    <a:pt x="1482" y="4432"/>
                  </a:lnTo>
                  <a:cubicBezTo>
                    <a:pt x="1545" y="4412"/>
                    <a:pt x="1607" y="4388"/>
                    <a:pt x="1660" y="4350"/>
                  </a:cubicBezTo>
                  <a:lnTo>
                    <a:pt x="1790" y="4485"/>
                  </a:lnTo>
                  <a:cubicBezTo>
                    <a:pt x="1959" y="4651"/>
                    <a:pt x="2180" y="4734"/>
                    <a:pt x="2401" y="4734"/>
                  </a:cubicBezTo>
                  <a:cubicBezTo>
                    <a:pt x="2623" y="4734"/>
                    <a:pt x="2844" y="4651"/>
                    <a:pt x="3012" y="4485"/>
                  </a:cubicBezTo>
                  <a:lnTo>
                    <a:pt x="3142" y="4350"/>
                  </a:lnTo>
                  <a:cubicBezTo>
                    <a:pt x="3200" y="4388"/>
                    <a:pt x="3258" y="4417"/>
                    <a:pt x="3325" y="4436"/>
                  </a:cubicBezTo>
                  <a:lnTo>
                    <a:pt x="4061" y="4643"/>
                  </a:lnTo>
                  <a:cubicBezTo>
                    <a:pt x="4254" y="4701"/>
                    <a:pt x="4389" y="4879"/>
                    <a:pt x="4389" y="5081"/>
                  </a:cubicBezTo>
                  <a:lnTo>
                    <a:pt x="4389" y="6337"/>
                  </a:lnTo>
                  <a:cubicBezTo>
                    <a:pt x="4381" y="6479"/>
                    <a:pt x="4487" y="6550"/>
                    <a:pt x="4593" y="6550"/>
                  </a:cubicBezTo>
                  <a:cubicBezTo>
                    <a:pt x="4699" y="6550"/>
                    <a:pt x="4805" y="6479"/>
                    <a:pt x="4798" y="6337"/>
                  </a:cubicBezTo>
                  <a:lnTo>
                    <a:pt x="4798" y="5081"/>
                  </a:lnTo>
                  <a:cubicBezTo>
                    <a:pt x="4798" y="4691"/>
                    <a:pt x="4543" y="4355"/>
                    <a:pt x="4172" y="4249"/>
                  </a:cubicBezTo>
                  <a:lnTo>
                    <a:pt x="3431" y="4037"/>
                  </a:lnTo>
                  <a:cubicBezTo>
                    <a:pt x="3335" y="4008"/>
                    <a:pt x="3263" y="3917"/>
                    <a:pt x="3263" y="3816"/>
                  </a:cubicBezTo>
                  <a:lnTo>
                    <a:pt x="3263" y="3643"/>
                  </a:lnTo>
                  <a:cubicBezTo>
                    <a:pt x="3335" y="3594"/>
                    <a:pt x="3397" y="3541"/>
                    <a:pt x="3460" y="3484"/>
                  </a:cubicBezTo>
                  <a:cubicBezTo>
                    <a:pt x="3753" y="3200"/>
                    <a:pt x="3922" y="2805"/>
                    <a:pt x="3922" y="2391"/>
                  </a:cubicBezTo>
                  <a:lnTo>
                    <a:pt x="3922" y="2007"/>
                  </a:lnTo>
                  <a:lnTo>
                    <a:pt x="4004" y="1843"/>
                  </a:lnTo>
                  <a:cubicBezTo>
                    <a:pt x="4090" y="1660"/>
                    <a:pt x="4138" y="1463"/>
                    <a:pt x="4138" y="1261"/>
                  </a:cubicBezTo>
                  <a:lnTo>
                    <a:pt x="4138" y="207"/>
                  </a:lnTo>
                  <a:cubicBezTo>
                    <a:pt x="4138" y="91"/>
                    <a:pt x="4047" y="0"/>
                    <a:pt x="39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87"/>
            <p:cNvSpPr/>
            <p:nvPr/>
          </p:nvSpPr>
          <p:spPr>
            <a:xfrm>
              <a:off x="6924944" y="1843534"/>
              <a:ext cx="11199" cy="34017"/>
            </a:xfrm>
            <a:custGeom>
              <a:rect b="b" l="l" r="r" t="t"/>
              <a:pathLst>
                <a:path extrusionOk="0" h="1297" w="427">
                  <a:moveTo>
                    <a:pt x="213" y="0"/>
                  </a:moveTo>
                  <a:cubicBezTo>
                    <a:pt x="102" y="0"/>
                    <a:pt x="11" y="92"/>
                    <a:pt x="11" y="207"/>
                  </a:cubicBezTo>
                  <a:lnTo>
                    <a:pt x="11" y="1083"/>
                  </a:lnTo>
                  <a:cubicBezTo>
                    <a:pt x="1" y="1225"/>
                    <a:pt x="107" y="1296"/>
                    <a:pt x="213" y="1296"/>
                  </a:cubicBezTo>
                  <a:cubicBezTo>
                    <a:pt x="320" y="1296"/>
                    <a:pt x="427" y="1225"/>
                    <a:pt x="420" y="1083"/>
                  </a:cubicBezTo>
                  <a:lnTo>
                    <a:pt x="420" y="203"/>
                  </a:lnTo>
                  <a:cubicBezTo>
                    <a:pt x="415" y="92"/>
                    <a:pt x="323" y="0"/>
                    <a:pt x="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87"/>
            <p:cNvSpPr/>
            <p:nvPr/>
          </p:nvSpPr>
          <p:spPr>
            <a:xfrm>
              <a:off x="6994106" y="1843534"/>
              <a:ext cx="10753" cy="33440"/>
            </a:xfrm>
            <a:custGeom>
              <a:rect b="b" l="l" r="r" t="t"/>
              <a:pathLst>
                <a:path extrusionOk="0" h="1275" w="410">
                  <a:moveTo>
                    <a:pt x="203" y="0"/>
                  </a:moveTo>
                  <a:cubicBezTo>
                    <a:pt x="92" y="0"/>
                    <a:pt x="1" y="92"/>
                    <a:pt x="1" y="207"/>
                  </a:cubicBezTo>
                  <a:lnTo>
                    <a:pt x="1" y="1083"/>
                  </a:lnTo>
                  <a:cubicBezTo>
                    <a:pt x="6" y="1211"/>
                    <a:pt x="104" y="1274"/>
                    <a:pt x="203" y="1274"/>
                  </a:cubicBezTo>
                  <a:cubicBezTo>
                    <a:pt x="303" y="1274"/>
                    <a:pt x="403" y="1211"/>
                    <a:pt x="410" y="1083"/>
                  </a:cubicBezTo>
                  <a:lnTo>
                    <a:pt x="410" y="203"/>
                  </a:lnTo>
                  <a:cubicBezTo>
                    <a:pt x="405" y="92"/>
                    <a:pt x="314"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87"/>
            <p:cNvSpPr/>
            <p:nvPr/>
          </p:nvSpPr>
          <p:spPr>
            <a:xfrm>
              <a:off x="6790816" y="1590779"/>
              <a:ext cx="188366" cy="104228"/>
            </a:xfrm>
            <a:custGeom>
              <a:rect b="b" l="l" r="r" t="t"/>
              <a:pathLst>
                <a:path extrusionOk="0" h="3974" w="7182">
                  <a:moveTo>
                    <a:pt x="2476" y="0"/>
                  </a:moveTo>
                  <a:cubicBezTo>
                    <a:pt x="1677" y="0"/>
                    <a:pt x="863" y="220"/>
                    <a:pt x="125" y="692"/>
                  </a:cubicBezTo>
                  <a:cubicBezTo>
                    <a:pt x="29" y="750"/>
                    <a:pt x="0" y="880"/>
                    <a:pt x="63" y="976"/>
                  </a:cubicBezTo>
                  <a:cubicBezTo>
                    <a:pt x="103" y="1038"/>
                    <a:pt x="170" y="1070"/>
                    <a:pt x="238" y="1070"/>
                  </a:cubicBezTo>
                  <a:cubicBezTo>
                    <a:pt x="276" y="1070"/>
                    <a:pt x="314" y="1060"/>
                    <a:pt x="347" y="1039"/>
                  </a:cubicBezTo>
                  <a:cubicBezTo>
                    <a:pt x="1015" y="610"/>
                    <a:pt x="1752" y="410"/>
                    <a:pt x="2476" y="410"/>
                  </a:cubicBezTo>
                  <a:cubicBezTo>
                    <a:pt x="4107" y="410"/>
                    <a:pt x="5673" y="1426"/>
                    <a:pt x="6236" y="3122"/>
                  </a:cubicBezTo>
                  <a:lnTo>
                    <a:pt x="5894" y="2776"/>
                  </a:lnTo>
                  <a:cubicBezTo>
                    <a:pt x="5848" y="2724"/>
                    <a:pt x="5794" y="2702"/>
                    <a:pt x="5743" y="2702"/>
                  </a:cubicBezTo>
                  <a:cubicBezTo>
                    <a:pt x="5581" y="2702"/>
                    <a:pt x="5440" y="2915"/>
                    <a:pt x="5601" y="3065"/>
                  </a:cubicBezTo>
                  <a:lnTo>
                    <a:pt x="6443" y="3911"/>
                  </a:lnTo>
                  <a:cubicBezTo>
                    <a:pt x="6483" y="3954"/>
                    <a:pt x="6536" y="3974"/>
                    <a:pt x="6588" y="3974"/>
                  </a:cubicBezTo>
                  <a:cubicBezTo>
                    <a:pt x="6672" y="3974"/>
                    <a:pt x="6755" y="3922"/>
                    <a:pt x="6785" y="3830"/>
                  </a:cubicBezTo>
                  <a:lnTo>
                    <a:pt x="7131" y="2685"/>
                  </a:lnTo>
                  <a:cubicBezTo>
                    <a:pt x="7181" y="2526"/>
                    <a:pt x="7051" y="2417"/>
                    <a:pt x="6925" y="2417"/>
                  </a:cubicBezTo>
                  <a:cubicBezTo>
                    <a:pt x="6845" y="2417"/>
                    <a:pt x="6766" y="2461"/>
                    <a:pt x="6737" y="2564"/>
                  </a:cubicBezTo>
                  <a:lnTo>
                    <a:pt x="6616" y="2964"/>
                  </a:lnTo>
                  <a:cubicBezTo>
                    <a:pt x="5987" y="1107"/>
                    <a:pt x="4268" y="0"/>
                    <a:pt x="2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87"/>
            <p:cNvSpPr/>
            <p:nvPr/>
          </p:nvSpPr>
          <p:spPr>
            <a:xfrm>
              <a:off x="6733877" y="1716671"/>
              <a:ext cx="186950" cy="103153"/>
            </a:xfrm>
            <a:custGeom>
              <a:rect b="b" l="l" r="r" t="t"/>
              <a:pathLst>
                <a:path extrusionOk="0" h="3933" w="7128">
                  <a:moveTo>
                    <a:pt x="540" y="0"/>
                  </a:moveTo>
                  <a:cubicBezTo>
                    <a:pt x="451" y="0"/>
                    <a:pt x="363" y="59"/>
                    <a:pt x="338" y="156"/>
                  </a:cubicBezTo>
                  <a:lnTo>
                    <a:pt x="49" y="1310"/>
                  </a:lnTo>
                  <a:cubicBezTo>
                    <a:pt x="1" y="1472"/>
                    <a:pt x="129" y="1576"/>
                    <a:pt x="253" y="1576"/>
                  </a:cubicBezTo>
                  <a:cubicBezTo>
                    <a:pt x="340" y="1576"/>
                    <a:pt x="425" y="1526"/>
                    <a:pt x="448" y="1412"/>
                  </a:cubicBezTo>
                  <a:lnTo>
                    <a:pt x="540" y="1031"/>
                  </a:lnTo>
                  <a:cubicBezTo>
                    <a:pt x="1189" y="2854"/>
                    <a:pt x="2891" y="3932"/>
                    <a:pt x="4659" y="3932"/>
                  </a:cubicBezTo>
                  <a:cubicBezTo>
                    <a:pt x="5458" y="3932"/>
                    <a:pt x="6271" y="3712"/>
                    <a:pt x="7007" y="3240"/>
                  </a:cubicBezTo>
                  <a:cubicBezTo>
                    <a:pt x="7103" y="3182"/>
                    <a:pt x="7127" y="3057"/>
                    <a:pt x="7069" y="2961"/>
                  </a:cubicBezTo>
                  <a:cubicBezTo>
                    <a:pt x="7030" y="2901"/>
                    <a:pt x="6966" y="2869"/>
                    <a:pt x="6900" y="2869"/>
                  </a:cubicBezTo>
                  <a:cubicBezTo>
                    <a:pt x="6861" y="2869"/>
                    <a:pt x="6821" y="2880"/>
                    <a:pt x="6786" y="2903"/>
                  </a:cubicBezTo>
                  <a:cubicBezTo>
                    <a:pt x="6120" y="3330"/>
                    <a:pt x="5385" y="3528"/>
                    <a:pt x="4663" y="3528"/>
                  </a:cubicBezTo>
                  <a:cubicBezTo>
                    <a:pt x="3030" y="3528"/>
                    <a:pt x="1461" y="2513"/>
                    <a:pt x="901" y="815"/>
                  </a:cubicBezTo>
                  <a:lnTo>
                    <a:pt x="901" y="815"/>
                  </a:lnTo>
                  <a:lnTo>
                    <a:pt x="1276" y="1166"/>
                  </a:lnTo>
                  <a:cubicBezTo>
                    <a:pt x="1322" y="1216"/>
                    <a:pt x="1374" y="1236"/>
                    <a:pt x="1424" y="1236"/>
                  </a:cubicBezTo>
                  <a:cubicBezTo>
                    <a:pt x="1591" y="1236"/>
                    <a:pt x="1733" y="1004"/>
                    <a:pt x="1555" y="863"/>
                  </a:cubicBezTo>
                  <a:lnTo>
                    <a:pt x="675" y="55"/>
                  </a:lnTo>
                  <a:cubicBezTo>
                    <a:pt x="636" y="17"/>
                    <a:pt x="588" y="0"/>
                    <a:pt x="5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0" name="Google Shape;15530;p87"/>
          <p:cNvGrpSpPr/>
          <p:nvPr/>
        </p:nvGrpSpPr>
        <p:grpSpPr>
          <a:xfrm>
            <a:off x="7115906" y="1510602"/>
            <a:ext cx="366765" cy="366660"/>
            <a:chOff x="7115906" y="1510602"/>
            <a:chExt cx="366765" cy="366660"/>
          </a:xfrm>
        </p:grpSpPr>
        <p:sp>
          <p:nvSpPr>
            <p:cNvPr id="15531" name="Google Shape;15531;p87"/>
            <p:cNvSpPr/>
            <p:nvPr/>
          </p:nvSpPr>
          <p:spPr>
            <a:xfrm>
              <a:off x="7151602" y="1591776"/>
              <a:ext cx="100478" cy="60717"/>
            </a:xfrm>
            <a:custGeom>
              <a:rect b="b" l="l" r="r" t="t"/>
              <a:pathLst>
                <a:path extrusionOk="0" h="2315" w="3831">
                  <a:moveTo>
                    <a:pt x="1733" y="0"/>
                  </a:moveTo>
                  <a:cubicBezTo>
                    <a:pt x="1733" y="0"/>
                    <a:pt x="1" y="53"/>
                    <a:pt x="1" y="1549"/>
                  </a:cubicBezTo>
                  <a:lnTo>
                    <a:pt x="1" y="2314"/>
                  </a:lnTo>
                  <a:cubicBezTo>
                    <a:pt x="1" y="2314"/>
                    <a:pt x="1959" y="2151"/>
                    <a:pt x="2359" y="1371"/>
                  </a:cubicBezTo>
                  <a:cubicBezTo>
                    <a:pt x="2359" y="1371"/>
                    <a:pt x="2604" y="2276"/>
                    <a:pt x="3504" y="2314"/>
                  </a:cubicBezTo>
                  <a:cubicBezTo>
                    <a:pt x="3504" y="2314"/>
                    <a:pt x="3831" y="0"/>
                    <a:pt x="173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87"/>
            <p:cNvSpPr/>
            <p:nvPr/>
          </p:nvSpPr>
          <p:spPr>
            <a:xfrm>
              <a:off x="7151602" y="1591776"/>
              <a:ext cx="53793" cy="60717"/>
            </a:xfrm>
            <a:custGeom>
              <a:rect b="b" l="l" r="r" t="t"/>
              <a:pathLst>
                <a:path extrusionOk="0" h="2315" w="2051">
                  <a:moveTo>
                    <a:pt x="1733" y="0"/>
                  </a:moveTo>
                  <a:cubicBezTo>
                    <a:pt x="1733" y="0"/>
                    <a:pt x="1" y="53"/>
                    <a:pt x="1" y="1549"/>
                  </a:cubicBezTo>
                  <a:lnTo>
                    <a:pt x="1" y="2314"/>
                  </a:lnTo>
                  <a:cubicBezTo>
                    <a:pt x="1" y="2314"/>
                    <a:pt x="217"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87"/>
            <p:cNvSpPr/>
            <p:nvPr/>
          </p:nvSpPr>
          <p:spPr>
            <a:xfrm>
              <a:off x="7191232" y="1748249"/>
              <a:ext cx="12143" cy="10124"/>
            </a:xfrm>
            <a:custGeom>
              <a:rect b="b" l="l" r="r" t="t"/>
              <a:pathLst>
                <a:path extrusionOk="0" h="386" w="463">
                  <a:moveTo>
                    <a:pt x="227" y="1"/>
                  </a:moveTo>
                  <a:lnTo>
                    <a:pt x="1" y="169"/>
                  </a:lnTo>
                  <a:lnTo>
                    <a:pt x="92" y="386"/>
                  </a:lnTo>
                  <a:lnTo>
                    <a:pt x="381" y="386"/>
                  </a:lnTo>
                  <a:lnTo>
                    <a:pt x="463" y="174"/>
                  </a:lnTo>
                  <a:lnTo>
                    <a:pt x="22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87"/>
            <p:cNvSpPr/>
            <p:nvPr/>
          </p:nvSpPr>
          <p:spPr>
            <a:xfrm>
              <a:off x="7189973" y="1767552"/>
              <a:ext cx="15055" cy="28037"/>
            </a:xfrm>
            <a:custGeom>
              <a:rect b="b" l="l" r="r" t="t"/>
              <a:pathLst>
                <a:path extrusionOk="0" h="1069" w="574">
                  <a:moveTo>
                    <a:pt x="169" y="1"/>
                  </a:moveTo>
                  <a:lnTo>
                    <a:pt x="1" y="1069"/>
                  </a:lnTo>
                  <a:lnTo>
                    <a:pt x="573" y="1069"/>
                  </a:lnTo>
                  <a:lnTo>
                    <a:pt x="400"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87"/>
            <p:cNvSpPr/>
            <p:nvPr/>
          </p:nvSpPr>
          <p:spPr>
            <a:xfrm>
              <a:off x="7150107" y="1658656"/>
              <a:ext cx="6714" cy="16182"/>
            </a:xfrm>
            <a:custGeom>
              <a:rect b="b" l="l" r="r" t="t"/>
              <a:pathLst>
                <a:path extrusionOk="0" h="617" w="256">
                  <a:moveTo>
                    <a:pt x="255" y="0"/>
                  </a:moveTo>
                  <a:lnTo>
                    <a:pt x="188" y="48"/>
                  </a:lnTo>
                  <a:cubicBezTo>
                    <a:pt x="0" y="173"/>
                    <a:pt x="0" y="443"/>
                    <a:pt x="188" y="573"/>
                  </a:cubicBezTo>
                  <a:lnTo>
                    <a:pt x="255" y="616"/>
                  </a:lnTo>
                  <a:lnTo>
                    <a:pt x="25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87"/>
            <p:cNvSpPr/>
            <p:nvPr/>
          </p:nvSpPr>
          <p:spPr>
            <a:xfrm>
              <a:off x="7238179" y="1658656"/>
              <a:ext cx="5455" cy="16182"/>
            </a:xfrm>
            <a:custGeom>
              <a:rect b="b" l="l" r="r" t="t"/>
              <a:pathLst>
                <a:path extrusionOk="0" h="617" w="208">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87"/>
            <p:cNvSpPr/>
            <p:nvPr/>
          </p:nvSpPr>
          <p:spPr>
            <a:xfrm>
              <a:off x="7166001" y="1636703"/>
              <a:ext cx="62998" cy="69424"/>
            </a:xfrm>
            <a:custGeom>
              <a:rect b="b" l="l" r="r" t="t"/>
              <a:pathLst>
                <a:path extrusionOk="0" h="2647" w="2402">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401" y="1583"/>
                  </a:cubicBezTo>
                  <a:lnTo>
                    <a:pt x="2401" y="659"/>
                  </a:lnTo>
                  <a:lnTo>
                    <a:pt x="2373" y="645"/>
                  </a:lnTo>
                  <a:cubicBezTo>
                    <a:pt x="2060" y="515"/>
                    <a:pt x="1872" y="250"/>
                    <a:pt x="1771" y="53"/>
                  </a:cubicBezTo>
                  <a:lnTo>
                    <a:pt x="174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87"/>
            <p:cNvSpPr/>
            <p:nvPr/>
          </p:nvSpPr>
          <p:spPr>
            <a:xfrm>
              <a:off x="7186065" y="1714547"/>
              <a:ext cx="22870" cy="21375"/>
            </a:xfrm>
            <a:custGeom>
              <a:rect b="b" l="l" r="r" t="t"/>
              <a:pathLst>
                <a:path extrusionOk="0" h="815" w="872">
                  <a:moveTo>
                    <a:pt x="0" y="1"/>
                  </a:moveTo>
                  <a:lnTo>
                    <a:pt x="0" y="391"/>
                  </a:lnTo>
                  <a:lnTo>
                    <a:pt x="429" y="814"/>
                  </a:lnTo>
                  <a:lnTo>
                    <a:pt x="871" y="352"/>
                  </a:lnTo>
                  <a:lnTo>
                    <a:pt x="871" y="1"/>
                  </a:lnTo>
                  <a:lnTo>
                    <a:pt x="818" y="10"/>
                  </a:lnTo>
                  <a:cubicBezTo>
                    <a:pt x="737" y="25"/>
                    <a:pt x="655" y="35"/>
                    <a:pt x="568" y="35"/>
                  </a:cubicBezTo>
                  <a:lnTo>
                    <a:pt x="299" y="35"/>
                  </a:lnTo>
                  <a:lnTo>
                    <a:pt x="299" y="30"/>
                  </a:lnTo>
                  <a:cubicBezTo>
                    <a:pt x="217" y="30"/>
                    <a:pt x="130" y="25"/>
                    <a:pt x="49" y="10"/>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87"/>
            <p:cNvSpPr/>
            <p:nvPr/>
          </p:nvSpPr>
          <p:spPr>
            <a:xfrm>
              <a:off x="7166001" y="1636703"/>
              <a:ext cx="48862" cy="69424"/>
            </a:xfrm>
            <a:custGeom>
              <a:rect b="b" l="l" r="r" t="t"/>
              <a:pathLst>
                <a:path extrusionOk="0" h="2647" w="1863">
                  <a:moveTo>
                    <a:pt x="1742" y="0"/>
                  </a:moveTo>
                  <a:lnTo>
                    <a:pt x="1699" y="43"/>
                  </a:lnTo>
                  <a:cubicBezTo>
                    <a:pt x="1174" y="525"/>
                    <a:pt x="453" y="654"/>
                    <a:pt x="68" y="693"/>
                  </a:cubicBezTo>
                  <a:lnTo>
                    <a:pt x="44" y="693"/>
                  </a:lnTo>
                  <a:lnTo>
                    <a:pt x="0" y="698"/>
                  </a:lnTo>
                  <a:lnTo>
                    <a:pt x="0" y="1583"/>
                  </a:lnTo>
                  <a:cubicBezTo>
                    <a:pt x="0"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87"/>
            <p:cNvSpPr/>
            <p:nvPr/>
          </p:nvSpPr>
          <p:spPr>
            <a:xfrm>
              <a:off x="7202457" y="1714547"/>
              <a:ext cx="6478" cy="787"/>
            </a:xfrm>
            <a:custGeom>
              <a:rect b="b" l="l" r="r" t="t"/>
              <a:pathLst>
                <a:path extrusionOk="0" h="30" w="247">
                  <a:moveTo>
                    <a:pt x="246" y="1"/>
                  </a:moveTo>
                  <a:lnTo>
                    <a:pt x="198" y="10"/>
                  </a:lnTo>
                  <a:cubicBezTo>
                    <a:pt x="131" y="20"/>
                    <a:pt x="68" y="30"/>
                    <a:pt x="1" y="30"/>
                  </a:cubicBezTo>
                  <a:lnTo>
                    <a:pt x="246" y="30"/>
                  </a:lnTo>
                  <a:lnTo>
                    <a:pt x="24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87"/>
            <p:cNvSpPr/>
            <p:nvPr/>
          </p:nvSpPr>
          <p:spPr>
            <a:xfrm>
              <a:off x="7186065" y="1714547"/>
              <a:ext cx="16051" cy="21375"/>
            </a:xfrm>
            <a:custGeom>
              <a:rect b="b" l="l" r="r" t="t"/>
              <a:pathLst>
                <a:path extrusionOk="0" h="815" w="612">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87"/>
            <p:cNvSpPr/>
            <p:nvPr/>
          </p:nvSpPr>
          <p:spPr>
            <a:xfrm>
              <a:off x="7126004" y="1734506"/>
              <a:ext cx="57569" cy="66146"/>
            </a:xfrm>
            <a:custGeom>
              <a:rect b="b" l="l" r="r" t="t"/>
              <a:pathLst>
                <a:path extrusionOk="0" h="2522" w="2195">
                  <a:moveTo>
                    <a:pt x="1362" y="0"/>
                  </a:moveTo>
                  <a:lnTo>
                    <a:pt x="765" y="246"/>
                  </a:lnTo>
                  <a:lnTo>
                    <a:pt x="756" y="250"/>
                  </a:lnTo>
                  <a:cubicBezTo>
                    <a:pt x="727" y="260"/>
                    <a:pt x="0" y="529"/>
                    <a:pt x="0" y="1448"/>
                  </a:cubicBezTo>
                  <a:lnTo>
                    <a:pt x="0" y="2343"/>
                  </a:lnTo>
                  <a:lnTo>
                    <a:pt x="688" y="2343"/>
                  </a:lnTo>
                  <a:lnTo>
                    <a:pt x="688" y="1400"/>
                  </a:lnTo>
                  <a:cubicBezTo>
                    <a:pt x="688" y="1292"/>
                    <a:pt x="769" y="1238"/>
                    <a:pt x="849" y="1238"/>
                  </a:cubicBezTo>
                  <a:cubicBezTo>
                    <a:pt x="930" y="1238"/>
                    <a:pt x="1011" y="1292"/>
                    <a:pt x="1011" y="1400"/>
                  </a:cubicBezTo>
                  <a:lnTo>
                    <a:pt x="1011" y="2521"/>
                  </a:lnTo>
                  <a:lnTo>
                    <a:pt x="2194" y="2521"/>
                  </a:lnTo>
                  <a:lnTo>
                    <a:pt x="1362"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87"/>
            <p:cNvSpPr/>
            <p:nvPr/>
          </p:nvSpPr>
          <p:spPr>
            <a:xfrm>
              <a:off x="7216095" y="1734742"/>
              <a:ext cx="52140" cy="61241"/>
            </a:xfrm>
            <a:custGeom>
              <a:rect b="b" l="l" r="r" t="t"/>
              <a:pathLst>
                <a:path extrusionOk="0" h="2335" w="1988">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8" y="506"/>
                    <a:pt x="1232" y="246"/>
                    <a:pt x="1228" y="241"/>
                  </a:cubicBezTo>
                  <a:lnTo>
                    <a:pt x="1218" y="237"/>
                  </a:lnTo>
                  <a:lnTo>
                    <a:pt x="65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87"/>
            <p:cNvSpPr/>
            <p:nvPr/>
          </p:nvSpPr>
          <p:spPr>
            <a:xfrm>
              <a:off x="7124850" y="1734506"/>
              <a:ext cx="36640" cy="61477"/>
            </a:xfrm>
            <a:custGeom>
              <a:rect b="b" l="l" r="r" t="t"/>
              <a:pathLst>
                <a:path extrusionOk="0" h="2344" w="1397">
                  <a:moveTo>
                    <a:pt x="1362" y="0"/>
                  </a:moveTo>
                  <a:lnTo>
                    <a:pt x="771" y="246"/>
                  </a:lnTo>
                  <a:lnTo>
                    <a:pt x="756" y="250"/>
                  </a:lnTo>
                  <a:cubicBezTo>
                    <a:pt x="727" y="265"/>
                    <a:pt x="1" y="529"/>
                    <a:pt x="1" y="1448"/>
                  </a:cubicBezTo>
                  <a:lnTo>
                    <a:pt x="1" y="2343"/>
                  </a:lnTo>
                  <a:lnTo>
                    <a:pt x="323" y="2343"/>
                  </a:lnTo>
                  <a:lnTo>
                    <a:pt x="323" y="1448"/>
                  </a:lnTo>
                  <a:cubicBezTo>
                    <a:pt x="318" y="529"/>
                    <a:pt x="1050" y="260"/>
                    <a:pt x="1083" y="250"/>
                  </a:cubicBezTo>
                  <a:lnTo>
                    <a:pt x="1093" y="246"/>
                  </a:lnTo>
                  <a:lnTo>
                    <a:pt x="1396" y="120"/>
                  </a:lnTo>
                  <a:lnTo>
                    <a:pt x="136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87"/>
            <p:cNvSpPr/>
            <p:nvPr/>
          </p:nvSpPr>
          <p:spPr>
            <a:xfrm>
              <a:off x="7151366" y="1766923"/>
              <a:ext cx="8471" cy="29060"/>
            </a:xfrm>
            <a:custGeom>
              <a:rect b="b" l="l" r="r" t="t"/>
              <a:pathLst>
                <a:path extrusionOk="0" h="1108" w="323">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87"/>
            <p:cNvSpPr/>
            <p:nvPr/>
          </p:nvSpPr>
          <p:spPr>
            <a:xfrm>
              <a:off x="7171666" y="1728447"/>
              <a:ext cx="16812" cy="19566"/>
            </a:xfrm>
            <a:custGeom>
              <a:rect b="b" l="l" r="r" t="t"/>
              <a:pathLst>
                <a:path extrusionOk="0" h="746" w="641">
                  <a:moveTo>
                    <a:pt x="155" y="0"/>
                  </a:moveTo>
                  <a:lnTo>
                    <a:pt x="1" y="101"/>
                  </a:lnTo>
                  <a:lnTo>
                    <a:pt x="314" y="746"/>
                  </a:lnTo>
                  <a:lnTo>
                    <a:pt x="641" y="510"/>
                  </a:lnTo>
                  <a:lnTo>
                    <a:pt x="217" y="96"/>
                  </a:lnTo>
                  <a:cubicBezTo>
                    <a:pt x="189" y="68"/>
                    <a:pt x="169" y="34"/>
                    <a:pt x="155" y="0"/>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87"/>
            <p:cNvSpPr/>
            <p:nvPr/>
          </p:nvSpPr>
          <p:spPr>
            <a:xfrm>
              <a:off x="7179875" y="1760104"/>
              <a:ext cx="4695" cy="13166"/>
            </a:xfrm>
            <a:custGeom>
              <a:rect b="b" l="l" r="r" t="t"/>
              <a:pathLst>
                <a:path extrusionOk="0" h="502" w="179">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87"/>
            <p:cNvSpPr/>
            <p:nvPr/>
          </p:nvSpPr>
          <p:spPr>
            <a:xfrm>
              <a:off x="7210430" y="1760366"/>
              <a:ext cx="4695" cy="13035"/>
            </a:xfrm>
            <a:custGeom>
              <a:rect b="b" l="l" r="r" t="t"/>
              <a:pathLst>
                <a:path extrusionOk="0" h="497" w="179">
                  <a:moveTo>
                    <a:pt x="48" y="1"/>
                  </a:moveTo>
                  <a:lnTo>
                    <a:pt x="0" y="126"/>
                  </a:lnTo>
                  <a:lnTo>
                    <a:pt x="58" y="496"/>
                  </a:lnTo>
                  <a:lnTo>
                    <a:pt x="178" y="78"/>
                  </a:lnTo>
                  <a:cubicBezTo>
                    <a:pt x="154" y="68"/>
                    <a:pt x="130" y="58"/>
                    <a:pt x="106" y="44"/>
                  </a:cubicBezTo>
                  <a:lnTo>
                    <a:pt x="48"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87"/>
            <p:cNvSpPr/>
            <p:nvPr/>
          </p:nvSpPr>
          <p:spPr>
            <a:xfrm>
              <a:off x="7205998" y="1728316"/>
              <a:ext cx="16681" cy="19697"/>
            </a:xfrm>
            <a:custGeom>
              <a:rect b="b" l="l" r="r" t="t"/>
              <a:pathLst>
                <a:path extrusionOk="0" h="751" w="636">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87"/>
            <p:cNvSpPr/>
            <p:nvPr/>
          </p:nvSpPr>
          <p:spPr>
            <a:xfrm>
              <a:off x="7115906" y="1586084"/>
              <a:ext cx="162322" cy="219865"/>
            </a:xfrm>
            <a:custGeom>
              <a:rect b="b" l="l" r="r" t="t"/>
              <a:pathLst>
                <a:path extrusionOk="0" h="8383" w="6189">
                  <a:moveTo>
                    <a:pt x="3176" y="438"/>
                  </a:moveTo>
                  <a:cubicBezTo>
                    <a:pt x="3984" y="438"/>
                    <a:pt x="4639" y="1098"/>
                    <a:pt x="4639" y="1901"/>
                  </a:cubicBezTo>
                  <a:lnTo>
                    <a:pt x="4639" y="2301"/>
                  </a:lnTo>
                  <a:lnTo>
                    <a:pt x="4634" y="2296"/>
                  </a:lnTo>
                  <a:lnTo>
                    <a:pt x="4629" y="2291"/>
                  </a:lnTo>
                  <a:lnTo>
                    <a:pt x="4619" y="2281"/>
                  </a:lnTo>
                  <a:lnTo>
                    <a:pt x="4610" y="2276"/>
                  </a:lnTo>
                  <a:lnTo>
                    <a:pt x="4600" y="2272"/>
                  </a:lnTo>
                  <a:lnTo>
                    <a:pt x="4591" y="2262"/>
                  </a:lnTo>
                  <a:lnTo>
                    <a:pt x="4581" y="2257"/>
                  </a:lnTo>
                  <a:lnTo>
                    <a:pt x="4571" y="2252"/>
                  </a:lnTo>
                  <a:lnTo>
                    <a:pt x="4562" y="2248"/>
                  </a:lnTo>
                  <a:lnTo>
                    <a:pt x="4533" y="2248"/>
                  </a:lnTo>
                  <a:cubicBezTo>
                    <a:pt x="4076" y="2142"/>
                    <a:pt x="3931" y="1550"/>
                    <a:pt x="3931" y="1545"/>
                  </a:cubicBezTo>
                  <a:cubicBezTo>
                    <a:pt x="3906" y="1434"/>
                    <a:pt x="3810" y="1372"/>
                    <a:pt x="3714" y="1372"/>
                  </a:cubicBezTo>
                  <a:cubicBezTo>
                    <a:pt x="3648" y="1372"/>
                    <a:pt x="3582" y="1401"/>
                    <a:pt x="3537" y="1463"/>
                  </a:cubicBezTo>
                  <a:cubicBezTo>
                    <a:pt x="2979" y="2233"/>
                    <a:pt x="1752" y="2238"/>
                    <a:pt x="1737" y="2238"/>
                  </a:cubicBezTo>
                  <a:lnTo>
                    <a:pt x="1670" y="2238"/>
                  </a:lnTo>
                  <a:lnTo>
                    <a:pt x="1660" y="2243"/>
                  </a:lnTo>
                  <a:lnTo>
                    <a:pt x="1651" y="2248"/>
                  </a:lnTo>
                  <a:lnTo>
                    <a:pt x="1641" y="2252"/>
                  </a:lnTo>
                  <a:lnTo>
                    <a:pt x="1631" y="2257"/>
                  </a:lnTo>
                  <a:lnTo>
                    <a:pt x="1622" y="2262"/>
                  </a:lnTo>
                  <a:lnTo>
                    <a:pt x="1612" y="2267"/>
                  </a:lnTo>
                  <a:lnTo>
                    <a:pt x="1602" y="2272"/>
                  </a:lnTo>
                  <a:lnTo>
                    <a:pt x="1598" y="2281"/>
                  </a:lnTo>
                  <a:lnTo>
                    <a:pt x="1588" y="2286"/>
                  </a:lnTo>
                  <a:lnTo>
                    <a:pt x="1578" y="2296"/>
                  </a:lnTo>
                  <a:lnTo>
                    <a:pt x="1578" y="1901"/>
                  </a:lnTo>
                  <a:cubicBezTo>
                    <a:pt x="1578" y="1098"/>
                    <a:pt x="2233" y="443"/>
                    <a:pt x="3041" y="438"/>
                  </a:cubicBezTo>
                  <a:close/>
                  <a:moveTo>
                    <a:pt x="1516" y="2849"/>
                  </a:moveTo>
                  <a:lnTo>
                    <a:pt x="1516" y="3301"/>
                  </a:lnTo>
                  <a:cubicBezTo>
                    <a:pt x="1439" y="3248"/>
                    <a:pt x="1396" y="3167"/>
                    <a:pt x="1396" y="3075"/>
                  </a:cubicBezTo>
                  <a:cubicBezTo>
                    <a:pt x="1396" y="2984"/>
                    <a:pt x="1439" y="2902"/>
                    <a:pt x="1516" y="2849"/>
                  </a:cubicBezTo>
                  <a:close/>
                  <a:moveTo>
                    <a:pt x="4706" y="2849"/>
                  </a:moveTo>
                  <a:cubicBezTo>
                    <a:pt x="4865" y="2960"/>
                    <a:pt x="4865" y="3196"/>
                    <a:pt x="4706" y="3301"/>
                  </a:cubicBezTo>
                  <a:lnTo>
                    <a:pt x="4706" y="2849"/>
                  </a:lnTo>
                  <a:close/>
                  <a:moveTo>
                    <a:pt x="3638" y="2002"/>
                  </a:moveTo>
                  <a:cubicBezTo>
                    <a:pt x="3753" y="2224"/>
                    <a:pt x="3946" y="2483"/>
                    <a:pt x="4263" y="2618"/>
                  </a:cubicBezTo>
                  <a:lnTo>
                    <a:pt x="4263" y="3518"/>
                  </a:lnTo>
                  <a:cubicBezTo>
                    <a:pt x="4263" y="4081"/>
                    <a:pt x="3806" y="4538"/>
                    <a:pt x="3243" y="4538"/>
                  </a:cubicBezTo>
                  <a:lnTo>
                    <a:pt x="2974" y="4538"/>
                  </a:lnTo>
                  <a:cubicBezTo>
                    <a:pt x="2411" y="4533"/>
                    <a:pt x="1954" y="4076"/>
                    <a:pt x="1958" y="3513"/>
                  </a:cubicBezTo>
                  <a:lnTo>
                    <a:pt x="1954" y="3513"/>
                  </a:lnTo>
                  <a:lnTo>
                    <a:pt x="1954" y="2666"/>
                  </a:lnTo>
                  <a:cubicBezTo>
                    <a:pt x="2329" y="2633"/>
                    <a:pt x="3089" y="2503"/>
                    <a:pt x="3638" y="2002"/>
                  </a:cubicBezTo>
                  <a:close/>
                  <a:moveTo>
                    <a:pt x="3503" y="4952"/>
                  </a:moveTo>
                  <a:lnTo>
                    <a:pt x="3503" y="5231"/>
                  </a:lnTo>
                  <a:lnTo>
                    <a:pt x="3104" y="5649"/>
                  </a:lnTo>
                  <a:lnTo>
                    <a:pt x="2719" y="5274"/>
                  </a:lnTo>
                  <a:lnTo>
                    <a:pt x="2719" y="5029"/>
                  </a:lnTo>
                  <a:lnTo>
                    <a:pt x="2719" y="4952"/>
                  </a:lnTo>
                  <a:cubicBezTo>
                    <a:pt x="2801" y="4966"/>
                    <a:pt x="2887" y="4976"/>
                    <a:pt x="2974" y="4976"/>
                  </a:cubicBezTo>
                  <a:lnTo>
                    <a:pt x="3243" y="4976"/>
                  </a:lnTo>
                  <a:cubicBezTo>
                    <a:pt x="3330" y="4976"/>
                    <a:pt x="3416" y="4966"/>
                    <a:pt x="3503" y="4952"/>
                  </a:cubicBezTo>
                  <a:close/>
                  <a:moveTo>
                    <a:pt x="3917" y="5428"/>
                  </a:moveTo>
                  <a:lnTo>
                    <a:pt x="4071" y="5529"/>
                  </a:lnTo>
                  <a:lnTo>
                    <a:pt x="3758" y="6174"/>
                  </a:lnTo>
                  <a:lnTo>
                    <a:pt x="3681" y="6121"/>
                  </a:lnTo>
                  <a:lnTo>
                    <a:pt x="3436" y="5938"/>
                  </a:lnTo>
                  <a:lnTo>
                    <a:pt x="3883" y="5471"/>
                  </a:lnTo>
                  <a:cubicBezTo>
                    <a:pt x="3893" y="5462"/>
                    <a:pt x="3907" y="5443"/>
                    <a:pt x="3917" y="5428"/>
                  </a:cubicBezTo>
                  <a:close/>
                  <a:moveTo>
                    <a:pt x="2286" y="5423"/>
                  </a:moveTo>
                  <a:cubicBezTo>
                    <a:pt x="2295" y="5462"/>
                    <a:pt x="2315" y="5496"/>
                    <a:pt x="2343" y="5524"/>
                  </a:cubicBezTo>
                  <a:lnTo>
                    <a:pt x="2767" y="5938"/>
                  </a:lnTo>
                  <a:lnTo>
                    <a:pt x="2444" y="6179"/>
                  </a:lnTo>
                  <a:lnTo>
                    <a:pt x="2132" y="5529"/>
                  </a:lnTo>
                  <a:lnTo>
                    <a:pt x="2286" y="5423"/>
                  </a:lnTo>
                  <a:close/>
                  <a:moveTo>
                    <a:pt x="3099" y="6237"/>
                  </a:moveTo>
                  <a:lnTo>
                    <a:pt x="3282" y="6371"/>
                  </a:lnTo>
                  <a:lnTo>
                    <a:pt x="3219" y="6525"/>
                  </a:lnTo>
                  <a:lnTo>
                    <a:pt x="2988" y="6525"/>
                  </a:lnTo>
                  <a:lnTo>
                    <a:pt x="2926" y="6366"/>
                  </a:lnTo>
                  <a:lnTo>
                    <a:pt x="3099" y="6237"/>
                  </a:lnTo>
                  <a:close/>
                  <a:moveTo>
                    <a:pt x="2560" y="6636"/>
                  </a:moveTo>
                  <a:lnTo>
                    <a:pt x="2613" y="6771"/>
                  </a:lnTo>
                  <a:lnTo>
                    <a:pt x="2555" y="7136"/>
                  </a:lnTo>
                  <a:lnTo>
                    <a:pt x="2435" y="6718"/>
                  </a:lnTo>
                  <a:cubicBezTo>
                    <a:pt x="2454" y="6708"/>
                    <a:pt x="2473" y="6698"/>
                    <a:pt x="2493" y="6689"/>
                  </a:cubicBezTo>
                  <a:lnTo>
                    <a:pt x="2560" y="6636"/>
                  </a:lnTo>
                  <a:close/>
                  <a:moveTo>
                    <a:pt x="3647" y="6641"/>
                  </a:moveTo>
                  <a:lnTo>
                    <a:pt x="3710" y="6689"/>
                  </a:lnTo>
                  <a:cubicBezTo>
                    <a:pt x="3729" y="6703"/>
                    <a:pt x="3753" y="6713"/>
                    <a:pt x="3782" y="6723"/>
                  </a:cubicBezTo>
                  <a:lnTo>
                    <a:pt x="3662" y="7141"/>
                  </a:lnTo>
                  <a:lnTo>
                    <a:pt x="3599" y="6766"/>
                  </a:lnTo>
                  <a:lnTo>
                    <a:pt x="3647" y="6641"/>
                  </a:lnTo>
                  <a:close/>
                  <a:moveTo>
                    <a:pt x="3185" y="6968"/>
                  </a:moveTo>
                  <a:lnTo>
                    <a:pt x="3344" y="7945"/>
                  </a:lnTo>
                  <a:lnTo>
                    <a:pt x="2873" y="7945"/>
                  </a:lnTo>
                  <a:lnTo>
                    <a:pt x="3032" y="6968"/>
                  </a:lnTo>
                  <a:close/>
                  <a:moveTo>
                    <a:pt x="4514" y="5751"/>
                  </a:moveTo>
                  <a:lnTo>
                    <a:pt x="5014" y="5957"/>
                  </a:lnTo>
                  <a:lnTo>
                    <a:pt x="5024" y="5962"/>
                  </a:lnTo>
                  <a:cubicBezTo>
                    <a:pt x="5057" y="5972"/>
                    <a:pt x="5745" y="6222"/>
                    <a:pt x="5745" y="7103"/>
                  </a:cubicBezTo>
                  <a:lnTo>
                    <a:pt x="5745" y="7940"/>
                  </a:lnTo>
                  <a:lnTo>
                    <a:pt x="5745" y="7945"/>
                  </a:lnTo>
                  <a:lnTo>
                    <a:pt x="5173" y="7945"/>
                  </a:lnTo>
                  <a:lnTo>
                    <a:pt x="5173" y="7059"/>
                  </a:lnTo>
                  <a:cubicBezTo>
                    <a:pt x="5173" y="6910"/>
                    <a:pt x="5062" y="6836"/>
                    <a:pt x="4951" y="6836"/>
                  </a:cubicBezTo>
                  <a:cubicBezTo>
                    <a:pt x="4841" y="6836"/>
                    <a:pt x="4730" y="6910"/>
                    <a:pt x="4730" y="7059"/>
                  </a:cubicBezTo>
                  <a:lnTo>
                    <a:pt x="4730" y="7945"/>
                  </a:lnTo>
                  <a:lnTo>
                    <a:pt x="3898" y="7945"/>
                  </a:lnTo>
                  <a:lnTo>
                    <a:pt x="4514" y="5751"/>
                  </a:lnTo>
                  <a:close/>
                  <a:moveTo>
                    <a:pt x="3041" y="1"/>
                  </a:moveTo>
                  <a:cubicBezTo>
                    <a:pt x="1987" y="1"/>
                    <a:pt x="1136" y="852"/>
                    <a:pt x="1136" y="1901"/>
                  </a:cubicBezTo>
                  <a:lnTo>
                    <a:pt x="1136" y="2604"/>
                  </a:lnTo>
                  <a:cubicBezTo>
                    <a:pt x="765" y="3017"/>
                    <a:pt x="991" y="3677"/>
                    <a:pt x="1540" y="3778"/>
                  </a:cubicBezTo>
                  <a:cubicBezTo>
                    <a:pt x="1622" y="4211"/>
                    <a:pt x="1891" y="4586"/>
                    <a:pt x="2276" y="4793"/>
                  </a:cubicBezTo>
                  <a:lnTo>
                    <a:pt x="2276" y="4904"/>
                  </a:lnTo>
                  <a:lnTo>
                    <a:pt x="1780" y="5231"/>
                  </a:lnTo>
                  <a:lnTo>
                    <a:pt x="1761" y="5240"/>
                  </a:lnTo>
                  <a:lnTo>
                    <a:pt x="1011" y="5548"/>
                  </a:lnTo>
                  <a:cubicBezTo>
                    <a:pt x="659" y="5669"/>
                    <a:pt x="0" y="6150"/>
                    <a:pt x="0" y="7107"/>
                  </a:cubicBezTo>
                  <a:lnTo>
                    <a:pt x="0" y="8161"/>
                  </a:lnTo>
                  <a:cubicBezTo>
                    <a:pt x="0" y="8286"/>
                    <a:pt x="101" y="8383"/>
                    <a:pt x="221" y="8383"/>
                  </a:cubicBezTo>
                  <a:lnTo>
                    <a:pt x="1670" y="8383"/>
                  </a:lnTo>
                  <a:cubicBezTo>
                    <a:pt x="1962" y="8383"/>
                    <a:pt x="1963" y="7945"/>
                    <a:pt x="1675" y="7945"/>
                  </a:cubicBezTo>
                  <a:cubicBezTo>
                    <a:pt x="1673" y="7945"/>
                    <a:pt x="1671" y="7945"/>
                    <a:pt x="1670" y="7945"/>
                  </a:cubicBezTo>
                  <a:lnTo>
                    <a:pt x="1458" y="7945"/>
                  </a:lnTo>
                  <a:lnTo>
                    <a:pt x="1458" y="7059"/>
                  </a:lnTo>
                  <a:cubicBezTo>
                    <a:pt x="1458" y="6910"/>
                    <a:pt x="1347" y="6836"/>
                    <a:pt x="1237" y="6836"/>
                  </a:cubicBezTo>
                  <a:cubicBezTo>
                    <a:pt x="1126" y="6836"/>
                    <a:pt x="1015" y="6910"/>
                    <a:pt x="1015" y="7059"/>
                  </a:cubicBezTo>
                  <a:lnTo>
                    <a:pt x="1015" y="7945"/>
                  </a:lnTo>
                  <a:lnTo>
                    <a:pt x="443" y="7945"/>
                  </a:lnTo>
                  <a:lnTo>
                    <a:pt x="443" y="7107"/>
                  </a:lnTo>
                  <a:cubicBezTo>
                    <a:pt x="443" y="6227"/>
                    <a:pt x="1131" y="5977"/>
                    <a:pt x="1165" y="5962"/>
                  </a:cubicBezTo>
                  <a:lnTo>
                    <a:pt x="1179" y="5957"/>
                  </a:lnTo>
                  <a:lnTo>
                    <a:pt x="1708" y="5736"/>
                  </a:lnTo>
                  <a:lnTo>
                    <a:pt x="2324" y="7949"/>
                  </a:lnTo>
                  <a:cubicBezTo>
                    <a:pt x="2069" y="8007"/>
                    <a:pt x="2112" y="8383"/>
                    <a:pt x="2372" y="8383"/>
                  </a:cubicBezTo>
                  <a:lnTo>
                    <a:pt x="5967" y="8383"/>
                  </a:lnTo>
                  <a:cubicBezTo>
                    <a:pt x="6087" y="8383"/>
                    <a:pt x="6188" y="8282"/>
                    <a:pt x="6188" y="8161"/>
                  </a:cubicBezTo>
                  <a:lnTo>
                    <a:pt x="6188" y="7107"/>
                  </a:lnTo>
                  <a:cubicBezTo>
                    <a:pt x="6188" y="6150"/>
                    <a:pt x="5529"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87"/>
            <p:cNvSpPr/>
            <p:nvPr/>
          </p:nvSpPr>
          <p:spPr>
            <a:xfrm>
              <a:off x="7169069" y="1510602"/>
              <a:ext cx="257187" cy="61110"/>
            </a:xfrm>
            <a:custGeom>
              <a:rect b="b" l="l" r="r" t="t"/>
              <a:pathLst>
                <a:path extrusionOk="0" h="2330" w="9806">
                  <a:moveTo>
                    <a:pt x="4963" y="1"/>
                  </a:moveTo>
                  <a:cubicBezTo>
                    <a:pt x="3241" y="1"/>
                    <a:pt x="1524" y="636"/>
                    <a:pt x="187" y="1892"/>
                  </a:cubicBezTo>
                  <a:cubicBezTo>
                    <a:pt x="1" y="2044"/>
                    <a:pt x="151" y="2286"/>
                    <a:pt x="328" y="2286"/>
                  </a:cubicBezTo>
                  <a:cubicBezTo>
                    <a:pt x="381" y="2286"/>
                    <a:pt x="436" y="2265"/>
                    <a:pt x="485" y="2215"/>
                  </a:cubicBezTo>
                  <a:cubicBezTo>
                    <a:pt x="1738" y="1040"/>
                    <a:pt x="3348" y="446"/>
                    <a:pt x="4961" y="446"/>
                  </a:cubicBezTo>
                  <a:cubicBezTo>
                    <a:pt x="6407" y="446"/>
                    <a:pt x="7856" y="923"/>
                    <a:pt x="9055" y="1887"/>
                  </a:cubicBezTo>
                  <a:lnTo>
                    <a:pt x="8703" y="1887"/>
                  </a:lnTo>
                  <a:cubicBezTo>
                    <a:pt x="8405" y="1887"/>
                    <a:pt x="8405" y="2330"/>
                    <a:pt x="8703" y="2330"/>
                  </a:cubicBezTo>
                  <a:lnTo>
                    <a:pt x="9584" y="2330"/>
                  </a:lnTo>
                  <a:cubicBezTo>
                    <a:pt x="9704" y="2330"/>
                    <a:pt x="9805" y="2229"/>
                    <a:pt x="9805" y="2109"/>
                  </a:cubicBezTo>
                  <a:lnTo>
                    <a:pt x="9805" y="1310"/>
                  </a:lnTo>
                  <a:cubicBezTo>
                    <a:pt x="9805" y="1190"/>
                    <a:pt x="9704" y="1089"/>
                    <a:pt x="9584" y="1089"/>
                  </a:cubicBezTo>
                  <a:cubicBezTo>
                    <a:pt x="9464" y="1089"/>
                    <a:pt x="9363" y="1190"/>
                    <a:pt x="9363" y="1310"/>
                  </a:cubicBezTo>
                  <a:lnTo>
                    <a:pt x="9363" y="1565"/>
                  </a:lnTo>
                  <a:cubicBezTo>
                    <a:pt x="8077" y="519"/>
                    <a:pt x="6518" y="1"/>
                    <a:pt x="4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87"/>
            <p:cNvSpPr/>
            <p:nvPr/>
          </p:nvSpPr>
          <p:spPr>
            <a:xfrm>
              <a:off x="7176859" y="1819693"/>
              <a:ext cx="245358" cy="57569"/>
            </a:xfrm>
            <a:custGeom>
              <a:rect b="b" l="l" r="r" t="t"/>
              <a:pathLst>
                <a:path extrusionOk="0" h="2195" w="9355">
                  <a:moveTo>
                    <a:pt x="222" y="0"/>
                  </a:moveTo>
                  <a:cubicBezTo>
                    <a:pt x="101" y="0"/>
                    <a:pt x="0" y="101"/>
                    <a:pt x="0" y="221"/>
                  </a:cubicBezTo>
                  <a:lnTo>
                    <a:pt x="0" y="1015"/>
                  </a:lnTo>
                  <a:cubicBezTo>
                    <a:pt x="0" y="1164"/>
                    <a:pt x="111" y="1239"/>
                    <a:pt x="222" y="1239"/>
                  </a:cubicBezTo>
                  <a:cubicBezTo>
                    <a:pt x="332" y="1239"/>
                    <a:pt x="443" y="1164"/>
                    <a:pt x="443" y="1015"/>
                  </a:cubicBezTo>
                  <a:lnTo>
                    <a:pt x="443" y="775"/>
                  </a:lnTo>
                  <a:cubicBezTo>
                    <a:pt x="1696" y="1724"/>
                    <a:pt x="3182" y="2194"/>
                    <a:pt x="4666" y="2194"/>
                  </a:cubicBezTo>
                  <a:cubicBezTo>
                    <a:pt x="6304" y="2194"/>
                    <a:pt x="7938" y="1620"/>
                    <a:pt x="9248" y="481"/>
                  </a:cubicBezTo>
                  <a:cubicBezTo>
                    <a:pt x="9345" y="399"/>
                    <a:pt x="9354" y="255"/>
                    <a:pt x="9272" y="164"/>
                  </a:cubicBezTo>
                  <a:cubicBezTo>
                    <a:pt x="9228" y="114"/>
                    <a:pt x="9167" y="89"/>
                    <a:pt x="9106" y="89"/>
                  </a:cubicBezTo>
                  <a:cubicBezTo>
                    <a:pt x="9054" y="89"/>
                    <a:pt x="9002" y="107"/>
                    <a:pt x="8960" y="144"/>
                  </a:cubicBezTo>
                  <a:cubicBezTo>
                    <a:pt x="7732" y="1210"/>
                    <a:pt x="6198" y="1749"/>
                    <a:pt x="4661" y="1749"/>
                  </a:cubicBezTo>
                  <a:cubicBezTo>
                    <a:pt x="3284" y="1749"/>
                    <a:pt x="1903" y="1316"/>
                    <a:pt x="736" y="443"/>
                  </a:cubicBezTo>
                  <a:lnTo>
                    <a:pt x="1107" y="443"/>
                  </a:lnTo>
                  <a:cubicBezTo>
                    <a:pt x="1400" y="443"/>
                    <a:pt x="1400"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87"/>
            <p:cNvSpPr/>
            <p:nvPr/>
          </p:nvSpPr>
          <p:spPr>
            <a:xfrm>
              <a:off x="7356045" y="1591776"/>
              <a:ext cx="100478" cy="60717"/>
            </a:xfrm>
            <a:custGeom>
              <a:rect b="b" l="l" r="r" t="t"/>
              <a:pathLst>
                <a:path extrusionOk="0" h="2315" w="3831">
                  <a:moveTo>
                    <a:pt x="1733" y="0"/>
                  </a:moveTo>
                  <a:cubicBezTo>
                    <a:pt x="1733" y="0"/>
                    <a:pt x="1" y="53"/>
                    <a:pt x="1" y="1549"/>
                  </a:cubicBezTo>
                  <a:lnTo>
                    <a:pt x="1" y="2314"/>
                  </a:lnTo>
                  <a:cubicBezTo>
                    <a:pt x="1" y="2314"/>
                    <a:pt x="1954" y="2151"/>
                    <a:pt x="2354" y="1371"/>
                  </a:cubicBezTo>
                  <a:cubicBezTo>
                    <a:pt x="2354" y="1371"/>
                    <a:pt x="2599" y="2276"/>
                    <a:pt x="3504" y="2314"/>
                  </a:cubicBezTo>
                  <a:cubicBezTo>
                    <a:pt x="3504" y="2314"/>
                    <a:pt x="3831" y="0"/>
                    <a:pt x="173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87"/>
            <p:cNvSpPr/>
            <p:nvPr/>
          </p:nvSpPr>
          <p:spPr>
            <a:xfrm>
              <a:off x="7356045" y="1591776"/>
              <a:ext cx="53793" cy="60717"/>
            </a:xfrm>
            <a:custGeom>
              <a:rect b="b" l="l" r="r" t="t"/>
              <a:pathLst>
                <a:path extrusionOk="0" h="2315" w="2051">
                  <a:moveTo>
                    <a:pt x="1733" y="0"/>
                  </a:moveTo>
                  <a:cubicBezTo>
                    <a:pt x="1733" y="0"/>
                    <a:pt x="1" y="53"/>
                    <a:pt x="1" y="1549"/>
                  </a:cubicBezTo>
                  <a:lnTo>
                    <a:pt x="1" y="2314"/>
                  </a:lnTo>
                  <a:cubicBezTo>
                    <a:pt x="1" y="2314"/>
                    <a:pt x="213"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87"/>
            <p:cNvSpPr/>
            <p:nvPr/>
          </p:nvSpPr>
          <p:spPr>
            <a:xfrm>
              <a:off x="7395675" y="1748249"/>
              <a:ext cx="12143" cy="10124"/>
            </a:xfrm>
            <a:custGeom>
              <a:rect b="b" l="l" r="r" t="t"/>
              <a:pathLst>
                <a:path extrusionOk="0" h="386" w="463">
                  <a:moveTo>
                    <a:pt x="227" y="1"/>
                  </a:moveTo>
                  <a:lnTo>
                    <a:pt x="1" y="169"/>
                  </a:lnTo>
                  <a:lnTo>
                    <a:pt x="92" y="386"/>
                  </a:lnTo>
                  <a:lnTo>
                    <a:pt x="381" y="386"/>
                  </a:lnTo>
                  <a:lnTo>
                    <a:pt x="463" y="174"/>
                  </a:lnTo>
                  <a:lnTo>
                    <a:pt x="22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87"/>
            <p:cNvSpPr/>
            <p:nvPr/>
          </p:nvSpPr>
          <p:spPr>
            <a:xfrm>
              <a:off x="7394416" y="1767552"/>
              <a:ext cx="15055" cy="28037"/>
            </a:xfrm>
            <a:custGeom>
              <a:rect b="b" l="l" r="r" t="t"/>
              <a:pathLst>
                <a:path extrusionOk="0" h="1069" w="574">
                  <a:moveTo>
                    <a:pt x="169" y="1"/>
                  </a:moveTo>
                  <a:lnTo>
                    <a:pt x="1" y="1069"/>
                  </a:lnTo>
                  <a:lnTo>
                    <a:pt x="573" y="1069"/>
                  </a:lnTo>
                  <a:lnTo>
                    <a:pt x="40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87"/>
            <p:cNvSpPr/>
            <p:nvPr/>
          </p:nvSpPr>
          <p:spPr>
            <a:xfrm>
              <a:off x="7354550" y="1658656"/>
              <a:ext cx="6714" cy="16182"/>
            </a:xfrm>
            <a:custGeom>
              <a:rect b="b" l="l" r="r" t="t"/>
              <a:pathLst>
                <a:path extrusionOk="0" h="617" w="256">
                  <a:moveTo>
                    <a:pt x="255" y="0"/>
                  </a:moveTo>
                  <a:lnTo>
                    <a:pt x="188" y="48"/>
                  </a:lnTo>
                  <a:cubicBezTo>
                    <a:pt x="0" y="173"/>
                    <a:pt x="0" y="443"/>
                    <a:pt x="188" y="573"/>
                  </a:cubicBezTo>
                  <a:lnTo>
                    <a:pt x="255" y="616"/>
                  </a:lnTo>
                  <a:lnTo>
                    <a:pt x="25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87"/>
            <p:cNvSpPr/>
            <p:nvPr/>
          </p:nvSpPr>
          <p:spPr>
            <a:xfrm>
              <a:off x="7442622" y="1658656"/>
              <a:ext cx="5455" cy="16182"/>
            </a:xfrm>
            <a:custGeom>
              <a:rect b="b" l="l" r="r" t="t"/>
              <a:pathLst>
                <a:path extrusionOk="0" h="617" w="208">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87"/>
            <p:cNvSpPr/>
            <p:nvPr/>
          </p:nvSpPr>
          <p:spPr>
            <a:xfrm>
              <a:off x="7370444" y="1636703"/>
              <a:ext cx="62867" cy="69424"/>
            </a:xfrm>
            <a:custGeom>
              <a:rect b="b" l="l" r="r" t="t"/>
              <a:pathLst>
                <a:path extrusionOk="0" h="2647" w="2397">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397" y="1583"/>
                  </a:cubicBezTo>
                  <a:lnTo>
                    <a:pt x="2397" y="659"/>
                  </a:lnTo>
                  <a:lnTo>
                    <a:pt x="2373" y="645"/>
                  </a:lnTo>
                  <a:cubicBezTo>
                    <a:pt x="2060" y="515"/>
                    <a:pt x="1872" y="250"/>
                    <a:pt x="1771" y="53"/>
                  </a:cubicBezTo>
                  <a:lnTo>
                    <a:pt x="174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87"/>
            <p:cNvSpPr/>
            <p:nvPr/>
          </p:nvSpPr>
          <p:spPr>
            <a:xfrm>
              <a:off x="7390508" y="1714547"/>
              <a:ext cx="22870" cy="21375"/>
            </a:xfrm>
            <a:custGeom>
              <a:rect b="b" l="l" r="r" t="t"/>
              <a:pathLst>
                <a:path extrusionOk="0" h="815" w="872">
                  <a:moveTo>
                    <a:pt x="0" y="1"/>
                  </a:moveTo>
                  <a:lnTo>
                    <a:pt x="0" y="391"/>
                  </a:lnTo>
                  <a:lnTo>
                    <a:pt x="429" y="814"/>
                  </a:lnTo>
                  <a:lnTo>
                    <a:pt x="871" y="352"/>
                  </a:lnTo>
                  <a:lnTo>
                    <a:pt x="871" y="1"/>
                  </a:lnTo>
                  <a:lnTo>
                    <a:pt x="823" y="10"/>
                  </a:lnTo>
                  <a:cubicBezTo>
                    <a:pt x="737" y="25"/>
                    <a:pt x="655" y="35"/>
                    <a:pt x="573" y="35"/>
                  </a:cubicBezTo>
                  <a:lnTo>
                    <a:pt x="304" y="35"/>
                  </a:lnTo>
                  <a:lnTo>
                    <a:pt x="299" y="30"/>
                  </a:lnTo>
                  <a:cubicBezTo>
                    <a:pt x="217" y="30"/>
                    <a:pt x="135" y="25"/>
                    <a:pt x="49" y="10"/>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87"/>
            <p:cNvSpPr/>
            <p:nvPr/>
          </p:nvSpPr>
          <p:spPr>
            <a:xfrm>
              <a:off x="7370444" y="1636703"/>
              <a:ext cx="48862" cy="69424"/>
            </a:xfrm>
            <a:custGeom>
              <a:rect b="b" l="l" r="r" t="t"/>
              <a:pathLst>
                <a:path extrusionOk="0" h="2647" w="1863">
                  <a:moveTo>
                    <a:pt x="1742" y="0"/>
                  </a:moveTo>
                  <a:lnTo>
                    <a:pt x="1699" y="43"/>
                  </a:lnTo>
                  <a:cubicBezTo>
                    <a:pt x="1179" y="525"/>
                    <a:pt x="453" y="654"/>
                    <a:pt x="68" y="693"/>
                  </a:cubicBezTo>
                  <a:lnTo>
                    <a:pt x="44" y="693"/>
                  </a:lnTo>
                  <a:lnTo>
                    <a:pt x="0" y="698"/>
                  </a:lnTo>
                  <a:lnTo>
                    <a:pt x="0" y="1583"/>
                  </a:lnTo>
                  <a:cubicBezTo>
                    <a:pt x="5"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87"/>
            <p:cNvSpPr/>
            <p:nvPr/>
          </p:nvSpPr>
          <p:spPr>
            <a:xfrm>
              <a:off x="7406900" y="1714547"/>
              <a:ext cx="6478" cy="787"/>
            </a:xfrm>
            <a:custGeom>
              <a:rect b="b" l="l" r="r" t="t"/>
              <a:pathLst>
                <a:path extrusionOk="0" h="30" w="247">
                  <a:moveTo>
                    <a:pt x="246" y="1"/>
                  </a:moveTo>
                  <a:lnTo>
                    <a:pt x="198" y="10"/>
                  </a:lnTo>
                  <a:cubicBezTo>
                    <a:pt x="131" y="20"/>
                    <a:pt x="68" y="30"/>
                    <a:pt x="1" y="30"/>
                  </a:cubicBezTo>
                  <a:lnTo>
                    <a:pt x="246" y="30"/>
                  </a:lnTo>
                  <a:lnTo>
                    <a:pt x="24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87"/>
            <p:cNvSpPr/>
            <p:nvPr/>
          </p:nvSpPr>
          <p:spPr>
            <a:xfrm>
              <a:off x="7390508" y="1714547"/>
              <a:ext cx="16051" cy="21375"/>
            </a:xfrm>
            <a:custGeom>
              <a:rect b="b" l="l" r="r" t="t"/>
              <a:pathLst>
                <a:path extrusionOk="0" h="815" w="612">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87"/>
            <p:cNvSpPr/>
            <p:nvPr/>
          </p:nvSpPr>
          <p:spPr>
            <a:xfrm>
              <a:off x="7330316" y="1734506"/>
              <a:ext cx="57701" cy="66146"/>
            </a:xfrm>
            <a:custGeom>
              <a:rect b="b" l="l" r="r" t="t"/>
              <a:pathLst>
                <a:path extrusionOk="0" h="2522" w="2200">
                  <a:moveTo>
                    <a:pt x="1367" y="0"/>
                  </a:moveTo>
                  <a:lnTo>
                    <a:pt x="770" y="246"/>
                  </a:lnTo>
                  <a:lnTo>
                    <a:pt x="761" y="250"/>
                  </a:lnTo>
                  <a:cubicBezTo>
                    <a:pt x="732" y="260"/>
                    <a:pt x="0" y="529"/>
                    <a:pt x="0" y="1448"/>
                  </a:cubicBezTo>
                  <a:lnTo>
                    <a:pt x="0" y="2343"/>
                  </a:lnTo>
                  <a:lnTo>
                    <a:pt x="693" y="2343"/>
                  </a:lnTo>
                  <a:lnTo>
                    <a:pt x="693" y="1400"/>
                  </a:lnTo>
                  <a:cubicBezTo>
                    <a:pt x="693" y="1292"/>
                    <a:pt x="774" y="1238"/>
                    <a:pt x="854" y="1238"/>
                  </a:cubicBezTo>
                  <a:cubicBezTo>
                    <a:pt x="935" y="1238"/>
                    <a:pt x="1016" y="1292"/>
                    <a:pt x="1016" y="1400"/>
                  </a:cubicBezTo>
                  <a:lnTo>
                    <a:pt x="1016" y="2521"/>
                  </a:lnTo>
                  <a:lnTo>
                    <a:pt x="2199" y="2521"/>
                  </a:lnTo>
                  <a:lnTo>
                    <a:pt x="1367"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87"/>
            <p:cNvSpPr/>
            <p:nvPr/>
          </p:nvSpPr>
          <p:spPr>
            <a:xfrm>
              <a:off x="7420539" y="1734742"/>
              <a:ext cx="52140" cy="61241"/>
            </a:xfrm>
            <a:custGeom>
              <a:rect b="b" l="l" r="r" t="t"/>
              <a:pathLst>
                <a:path extrusionOk="0" h="2335" w="1988">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3" y="506"/>
                    <a:pt x="1237" y="246"/>
                    <a:pt x="1228" y="241"/>
                  </a:cubicBezTo>
                  <a:lnTo>
                    <a:pt x="1218" y="237"/>
                  </a:lnTo>
                  <a:lnTo>
                    <a:pt x="65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87"/>
            <p:cNvSpPr/>
            <p:nvPr/>
          </p:nvSpPr>
          <p:spPr>
            <a:xfrm>
              <a:off x="7329162" y="1734506"/>
              <a:ext cx="36771" cy="61477"/>
            </a:xfrm>
            <a:custGeom>
              <a:rect b="b" l="l" r="r" t="t"/>
              <a:pathLst>
                <a:path extrusionOk="0" h="2344" w="1402">
                  <a:moveTo>
                    <a:pt x="1367" y="0"/>
                  </a:moveTo>
                  <a:lnTo>
                    <a:pt x="771" y="246"/>
                  </a:lnTo>
                  <a:lnTo>
                    <a:pt x="761" y="250"/>
                  </a:lnTo>
                  <a:cubicBezTo>
                    <a:pt x="728" y="265"/>
                    <a:pt x="1" y="529"/>
                    <a:pt x="1" y="1448"/>
                  </a:cubicBezTo>
                  <a:lnTo>
                    <a:pt x="1" y="2343"/>
                  </a:lnTo>
                  <a:lnTo>
                    <a:pt x="328" y="2343"/>
                  </a:lnTo>
                  <a:lnTo>
                    <a:pt x="328" y="1448"/>
                  </a:lnTo>
                  <a:cubicBezTo>
                    <a:pt x="328" y="529"/>
                    <a:pt x="1050" y="260"/>
                    <a:pt x="1084" y="250"/>
                  </a:cubicBezTo>
                  <a:lnTo>
                    <a:pt x="1093" y="246"/>
                  </a:lnTo>
                  <a:lnTo>
                    <a:pt x="1401" y="120"/>
                  </a:lnTo>
                  <a:lnTo>
                    <a:pt x="136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87"/>
            <p:cNvSpPr/>
            <p:nvPr/>
          </p:nvSpPr>
          <p:spPr>
            <a:xfrm>
              <a:off x="7355809" y="1766923"/>
              <a:ext cx="8471" cy="29060"/>
            </a:xfrm>
            <a:custGeom>
              <a:rect b="b" l="l" r="r" t="t"/>
              <a:pathLst>
                <a:path extrusionOk="0" h="1108" w="323">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87"/>
            <p:cNvSpPr/>
            <p:nvPr/>
          </p:nvSpPr>
          <p:spPr>
            <a:xfrm>
              <a:off x="7376240" y="1728447"/>
              <a:ext cx="16812" cy="19566"/>
            </a:xfrm>
            <a:custGeom>
              <a:rect b="b" l="l" r="r" t="t"/>
              <a:pathLst>
                <a:path extrusionOk="0" h="746" w="641">
                  <a:moveTo>
                    <a:pt x="155" y="0"/>
                  </a:moveTo>
                  <a:lnTo>
                    <a:pt x="1" y="101"/>
                  </a:lnTo>
                  <a:lnTo>
                    <a:pt x="314" y="746"/>
                  </a:lnTo>
                  <a:lnTo>
                    <a:pt x="641" y="510"/>
                  </a:lnTo>
                  <a:lnTo>
                    <a:pt x="212" y="96"/>
                  </a:lnTo>
                  <a:cubicBezTo>
                    <a:pt x="188" y="68"/>
                    <a:pt x="164" y="34"/>
                    <a:pt x="155" y="0"/>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87"/>
            <p:cNvSpPr/>
            <p:nvPr/>
          </p:nvSpPr>
          <p:spPr>
            <a:xfrm>
              <a:off x="7384319" y="1760104"/>
              <a:ext cx="4695" cy="13166"/>
            </a:xfrm>
            <a:custGeom>
              <a:rect b="b" l="l" r="r" t="t"/>
              <a:pathLst>
                <a:path extrusionOk="0" h="502" w="179">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87"/>
            <p:cNvSpPr/>
            <p:nvPr/>
          </p:nvSpPr>
          <p:spPr>
            <a:xfrm>
              <a:off x="7414874" y="1760366"/>
              <a:ext cx="4800" cy="13035"/>
            </a:xfrm>
            <a:custGeom>
              <a:rect b="b" l="l" r="r" t="t"/>
              <a:pathLst>
                <a:path extrusionOk="0" h="497" w="183">
                  <a:moveTo>
                    <a:pt x="48" y="1"/>
                  </a:moveTo>
                  <a:lnTo>
                    <a:pt x="0" y="126"/>
                  </a:lnTo>
                  <a:lnTo>
                    <a:pt x="63" y="496"/>
                  </a:lnTo>
                  <a:lnTo>
                    <a:pt x="183" y="78"/>
                  </a:lnTo>
                  <a:cubicBezTo>
                    <a:pt x="154" y="68"/>
                    <a:pt x="130" y="58"/>
                    <a:pt x="106" y="44"/>
                  </a:cubicBezTo>
                  <a:lnTo>
                    <a:pt x="48"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87"/>
            <p:cNvSpPr/>
            <p:nvPr/>
          </p:nvSpPr>
          <p:spPr>
            <a:xfrm>
              <a:off x="7410441" y="1728316"/>
              <a:ext cx="16681" cy="19697"/>
            </a:xfrm>
            <a:custGeom>
              <a:rect b="b" l="l" r="r" t="t"/>
              <a:pathLst>
                <a:path extrusionOk="0" h="751" w="636">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87"/>
            <p:cNvSpPr/>
            <p:nvPr/>
          </p:nvSpPr>
          <p:spPr>
            <a:xfrm>
              <a:off x="7320350" y="1586084"/>
              <a:ext cx="162322" cy="219865"/>
            </a:xfrm>
            <a:custGeom>
              <a:rect b="b" l="l" r="r" t="t"/>
              <a:pathLst>
                <a:path extrusionOk="0" h="8383" w="6189">
                  <a:moveTo>
                    <a:pt x="3036" y="438"/>
                  </a:moveTo>
                  <a:lnTo>
                    <a:pt x="3041" y="443"/>
                  </a:lnTo>
                  <a:lnTo>
                    <a:pt x="3181" y="443"/>
                  </a:lnTo>
                  <a:cubicBezTo>
                    <a:pt x="3989" y="443"/>
                    <a:pt x="4643" y="1098"/>
                    <a:pt x="4643" y="1906"/>
                  </a:cubicBezTo>
                  <a:lnTo>
                    <a:pt x="4643" y="2305"/>
                  </a:lnTo>
                  <a:lnTo>
                    <a:pt x="4639" y="2301"/>
                  </a:lnTo>
                  <a:lnTo>
                    <a:pt x="4629" y="2291"/>
                  </a:lnTo>
                  <a:lnTo>
                    <a:pt x="4619" y="2286"/>
                  </a:lnTo>
                  <a:lnTo>
                    <a:pt x="4610" y="2276"/>
                  </a:lnTo>
                  <a:lnTo>
                    <a:pt x="4605" y="2272"/>
                  </a:lnTo>
                  <a:lnTo>
                    <a:pt x="4595" y="2267"/>
                  </a:lnTo>
                  <a:lnTo>
                    <a:pt x="4581" y="2262"/>
                  </a:lnTo>
                  <a:lnTo>
                    <a:pt x="4576" y="2257"/>
                  </a:lnTo>
                  <a:lnTo>
                    <a:pt x="4562" y="2252"/>
                  </a:lnTo>
                  <a:lnTo>
                    <a:pt x="4552" y="2252"/>
                  </a:lnTo>
                  <a:lnTo>
                    <a:pt x="4538" y="2248"/>
                  </a:lnTo>
                  <a:lnTo>
                    <a:pt x="4533" y="2248"/>
                  </a:lnTo>
                  <a:cubicBezTo>
                    <a:pt x="4076" y="2142"/>
                    <a:pt x="3931" y="1550"/>
                    <a:pt x="3931" y="1545"/>
                  </a:cubicBezTo>
                  <a:cubicBezTo>
                    <a:pt x="3908" y="1436"/>
                    <a:pt x="3813" y="1373"/>
                    <a:pt x="3716" y="1373"/>
                  </a:cubicBezTo>
                  <a:cubicBezTo>
                    <a:pt x="3650" y="1373"/>
                    <a:pt x="3583" y="1401"/>
                    <a:pt x="3537" y="1463"/>
                  </a:cubicBezTo>
                  <a:cubicBezTo>
                    <a:pt x="2983" y="2233"/>
                    <a:pt x="1756" y="2243"/>
                    <a:pt x="1737" y="2243"/>
                  </a:cubicBezTo>
                  <a:lnTo>
                    <a:pt x="1684" y="2243"/>
                  </a:lnTo>
                  <a:lnTo>
                    <a:pt x="1675" y="2248"/>
                  </a:lnTo>
                  <a:lnTo>
                    <a:pt x="1665" y="2248"/>
                  </a:lnTo>
                  <a:lnTo>
                    <a:pt x="1655" y="2252"/>
                  </a:lnTo>
                  <a:lnTo>
                    <a:pt x="1641" y="2257"/>
                  </a:lnTo>
                  <a:lnTo>
                    <a:pt x="1636" y="2262"/>
                  </a:lnTo>
                  <a:lnTo>
                    <a:pt x="1622" y="2267"/>
                  </a:lnTo>
                  <a:lnTo>
                    <a:pt x="1617" y="2272"/>
                  </a:lnTo>
                  <a:lnTo>
                    <a:pt x="1607" y="2281"/>
                  </a:lnTo>
                  <a:lnTo>
                    <a:pt x="1598" y="2286"/>
                  </a:lnTo>
                  <a:lnTo>
                    <a:pt x="1593" y="2291"/>
                  </a:lnTo>
                  <a:lnTo>
                    <a:pt x="1583" y="2301"/>
                  </a:lnTo>
                  <a:lnTo>
                    <a:pt x="1578" y="2305"/>
                  </a:lnTo>
                  <a:lnTo>
                    <a:pt x="1578" y="1901"/>
                  </a:lnTo>
                  <a:cubicBezTo>
                    <a:pt x="1578" y="1098"/>
                    <a:pt x="2233" y="443"/>
                    <a:pt x="3036" y="438"/>
                  </a:cubicBezTo>
                  <a:close/>
                  <a:moveTo>
                    <a:pt x="1516" y="2854"/>
                  </a:moveTo>
                  <a:lnTo>
                    <a:pt x="1516" y="3301"/>
                  </a:lnTo>
                  <a:cubicBezTo>
                    <a:pt x="1440" y="3254"/>
                    <a:pt x="1396" y="3168"/>
                    <a:pt x="1396" y="3078"/>
                  </a:cubicBezTo>
                  <a:lnTo>
                    <a:pt x="1396" y="3078"/>
                  </a:lnTo>
                  <a:cubicBezTo>
                    <a:pt x="1396" y="2987"/>
                    <a:pt x="1440" y="2902"/>
                    <a:pt x="1516" y="2854"/>
                  </a:cubicBezTo>
                  <a:close/>
                  <a:moveTo>
                    <a:pt x="4706" y="2854"/>
                  </a:moveTo>
                  <a:cubicBezTo>
                    <a:pt x="4865" y="2960"/>
                    <a:pt x="4865" y="3196"/>
                    <a:pt x="4706" y="3301"/>
                  </a:cubicBezTo>
                  <a:lnTo>
                    <a:pt x="4706" y="2854"/>
                  </a:lnTo>
                  <a:close/>
                  <a:moveTo>
                    <a:pt x="3643" y="2002"/>
                  </a:moveTo>
                  <a:cubicBezTo>
                    <a:pt x="3753" y="2224"/>
                    <a:pt x="3951" y="2483"/>
                    <a:pt x="4263" y="2618"/>
                  </a:cubicBezTo>
                  <a:lnTo>
                    <a:pt x="4263" y="3518"/>
                  </a:lnTo>
                  <a:cubicBezTo>
                    <a:pt x="4263" y="4081"/>
                    <a:pt x="3806" y="4538"/>
                    <a:pt x="3243" y="4538"/>
                  </a:cubicBezTo>
                  <a:lnTo>
                    <a:pt x="2974" y="4538"/>
                  </a:lnTo>
                  <a:cubicBezTo>
                    <a:pt x="2411" y="4533"/>
                    <a:pt x="1954" y="4076"/>
                    <a:pt x="1954" y="3513"/>
                  </a:cubicBezTo>
                  <a:lnTo>
                    <a:pt x="1959" y="3513"/>
                  </a:lnTo>
                  <a:lnTo>
                    <a:pt x="1959" y="2666"/>
                  </a:lnTo>
                  <a:cubicBezTo>
                    <a:pt x="2329" y="2633"/>
                    <a:pt x="3094" y="2503"/>
                    <a:pt x="3643" y="2002"/>
                  </a:cubicBezTo>
                  <a:close/>
                  <a:moveTo>
                    <a:pt x="3503" y="4952"/>
                  </a:moveTo>
                  <a:lnTo>
                    <a:pt x="3503" y="5231"/>
                  </a:lnTo>
                  <a:lnTo>
                    <a:pt x="3104" y="5649"/>
                  </a:lnTo>
                  <a:lnTo>
                    <a:pt x="2719" y="5274"/>
                  </a:lnTo>
                  <a:lnTo>
                    <a:pt x="2719" y="5029"/>
                  </a:lnTo>
                  <a:lnTo>
                    <a:pt x="2719" y="4952"/>
                  </a:lnTo>
                  <a:cubicBezTo>
                    <a:pt x="2801" y="4966"/>
                    <a:pt x="2887" y="4976"/>
                    <a:pt x="2979" y="4976"/>
                  </a:cubicBezTo>
                  <a:lnTo>
                    <a:pt x="3243" y="4976"/>
                  </a:lnTo>
                  <a:cubicBezTo>
                    <a:pt x="3330" y="4976"/>
                    <a:pt x="3416" y="4966"/>
                    <a:pt x="3503" y="4952"/>
                  </a:cubicBezTo>
                  <a:close/>
                  <a:moveTo>
                    <a:pt x="3917" y="5428"/>
                  </a:moveTo>
                  <a:lnTo>
                    <a:pt x="4071" y="5534"/>
                  </a:lnTo>
                  <a:lnTo>
                    <a:pt x="3758" y="6174"/>
                  </a:lnTo>
                  <a:lnTo>
                    <a:pt x="3681" y="6121"/>
                  </a:lnTo>
                  <a:lnTo>
                    <a:pt x="3436" y="5938"/>
                  </a:lnTo>
                  <a:lnTo>
                    <a:pt x="3883" y="5476"/>
                  </a:lnTo>
                  <a:cubicBezTo>
                    <a:pt x="3898" y="5462"/>
                    <a:pt x="3907" y="5447"/>
                    <a:pt x="3917" y="5428"/>
                  </a:cubicBezTo>
                  <a:close/>
                  <a:moveTo>
                    <a:pt x="2286" y="5428"/>
                  </a:moveTo>
                  <a:cubicBezTo>
                    <a:pt x="2295" y="5467"/>
                    <a:pt x="2319" y="5500"/>
                    <a:pt x="2348" y="5524"/>
                  </a:cubicBezTo>
                  <a:lnTo>
                    <a:pt x="2772" y="5938"/>
                  </a:lnTo>
                  <a:lnTo>
                    <a:pt x="2449" y="6179"/>
                  </a:lnTo>
                  <a:lnTo>
                    <a:pt x="2132" y="5534"/>
                  </a:lnTo>
                  <a:lnTo>
                    <a:pt x="2286" y="5428"/>
                  </a:lnTo>
                  <a:close/>
                  <a:moveTo>
                    <a:pt x="3099" y="6241"/>
                  </a:moveTo>
                  <a:lnTo>
                    <a:pt x="3282" y="6376"/>
                  </a:lnTo>
                  <a:lnTo>
                    <a:pt x="3219" y="6525"/>
                  </a:lnTo>
                  <a:lnTo>
                    <a:pt x="2993" y="6525"/>
                  </a:lnTo>
                  <a:lnTo>
                    <a:pt x="2926" y="6371"/>
                  </a:lnTo>
                  <a:lnTo>
                    <a:pt x="3099" y="6241"/>
                  </a:lnTo>
                  <a:close/>
                  <a:moveTo>
                    <a:pt x="2560" y="6641"/>
                  </a:moveTo>
                  <a:lnTo>
                    <a:pt x="2618" y="6775"/>
                  </a:lnTo>
                  <a:lnTo>
                    <a:pt x="2555" y="7141"/>
                  </a:lnTo>
                  <a:lnTo>
                    <a:pt x="2435" y="6718"/>
                  </a:lnTo>
                  <a:cubicBezTo>
                    <a:pt x="2459" y="6713"/>
                    <a:pt x="2473" y="6698"/>
                    <a:pt x="2493" y="6689"/>
                  </a:cubicBezTo>
                  <a:lnTo>
                    <a:pt x="2560" y="6641"/>
                  </a:lnTo>
                  <a:close/>
                  <a:moveTo>
                    <a:pt x="3647" y="6646"/>
                  </a:moveTo>
                  <a:lnTo>
                    <a:pt x="3710" y="6689"/>
                  </a:lnTo>
                  <a:cubicBezTo>
                    <a:pt x="3729" y="6703"/>
                    <a:pt x="3758" y="6718"/>
                    <a:pt x="3782" y="6723"/>
                  </a:cubicBezTo>
                  <a:lnTo>
                    <a:pt x="3662" y="7146"/>
                  </a:lnTo>
                  <a:lnTo>
                    <a:pt x="3604" y="6771"/>
                  </a:lnTo>
                  <a:lnTo>
                    <a:pt x="3647" y="6646"/>
                  </a:lnTo>
                  <a:close/>
                  <a:moveTo>
                    <a:pt x="3190" y="6968"/>
                  </a:moveTo>
                  <a:lnTo>
                    <a:pt x="3349" y="7945"/>
                  </a:lnTo>
                  <a:lnTo>
                    <a:pt x="2878" y="7945"/>
                  </a:lnTo>
                  <a:lnTo>
                    <a:pt x="3032" y="6968"/>
                  </a:lnTo>
                  <a:close/>
                  <a:moveTo>
                    <a:pt x="4514" y="5751"/>
                  </a:moveTo>
                  <a:lnTo>
                    <a:pt x="5014" y="5957"/>
                  </a:lnTo>
                  <a:lnTo>
                    <a:pt x="5028" y="5962"/>
                  </a:lnTo>
                  <a:cubicBezTo>
                    <a:pt x="5057" y="5972"/>
                    <a:pt x="5750" y="6222"/>
                    <a:pt x="5750" y="7103"/>
                  </a:cubicBezTo>
                  <a:lnTo>
                    <a:pt x="5750" y="7945"/>
                  </a:lnTo>
                  <a:lnTo>
                    <a:pt x="5178" y="7945"/>
                  </a:lnTo>
                  <a:lnTo>
                    <a:pt x="5178" y="7059"/>
                  </a:lnTo>
                  <a:cubicBezTo>
                    <a:pt x="5178" y="6910"/>
                    <a:pt x="5067" y="6836"/>
                    <a:pt x="4956" y="6836"/>
                  </a:cubicBezTo>
                  <a:cubicBezTo>
                    <a:pt x="4846" y="6836"/>
                    <a:pt x="4735" y="6910"/>
                    <a:pt x="4735" y="7059"/>
                  </a:cubicBezTo>
                  <a:lnTo>
                    <a:pt x="4735" y="7945"/>
                  </a:lnTo>
                  <a:lnTo>
                    <a:pt x="3902" y="7945"/>
                  </a:lnTo>
                  <a:lnTo>
                    <a:pt x="4514" y="5751"/>
                  </a:lnTo>
                  <a:close/>
                  <a:moveTo>
                    <a:pt x="3036" y="1"/>
                  </a:moveTo>
                  <a:cubicBezTo>
                    <a:pt x="1987" y="1"/>
                    <a:pt x="1136" y="852"/>
                    <a:pt x="1136" y="1901"/>
                  </a:cubicBezTo>
                  <a:lnTo>
                    <a:pt x="1136" y="2604"/>
                  </a:lnTo>
                  <a:cubicBezTo>
                    <a:pt x="760" y="3017"/>
                    <a:pt x="991" y="3677"/>
                    <a:pt x="1540" y="3778"/>
                  </a:cubicBezTo>
                  <a:cubicBezTo>
                    <a:pt x="1617" y="4211"/>
                    <a:pt x="1891" y="4586"/>
                    <a:pt x="2276" y="4793"/>
                  </a:cubicBezTo>
                  <a:lnTo>
                    <a:pt x="2276" y="4904"/>
                  </a:lnTo>
                  <a:lnTo>
                    <a:pt x="1780" y="5231"/>
                  </a:lnTo>
                  <a:lnTo>
                    <a:pt x="1761" y="5240"/>
                  </a:lnTo>
                  <a:lnTo>
                    <a:pt x="1011" y="5548"/>
                  </a:lnTo>
                  <a:cubicBezTo>
                    <a:pt x="655" y="5669"/>
                    <a:pt x="0" y="6150"/>
                    <a:pt x="0" y="7107"/>
                  </a:cubicBezTo>
                  <a:lnTo>
                    <a:pt x="0" y="8161"/>
                  </a:lnTo>
                  <a:cubicBezTo>
                    <a:pt x="0" y="8286"/>
                    <a:pt x="96" y="8383"/>
                    <a:pt x="221" y="8383"/>
                  </a:cubicBezTo>
                  <a:lnTo>
                    <a:pt x="1670" y="8383"/>
                  </a:lnTo>
                  <a:cubicBezTo>
                    <a:pt x="1962" y="8383"/>
                    <a:pt x="1963" y="7945"/>
                    <a:pt x="1675" y="7945"/>
                  </a:cubicBezTo>
                  <a:cubicBezTo>
                    <a:pt x="1673" y="7945"/>
                    <a:pt x="1671" y="7945"/>
                    <a:pt x="1670" y="7945"/>
                  </a:cubicBezTo>
                  <a:lnTo>
                    <a:pt x="1453" y="7945"/>
                  </a:lnTo>
                  <a:lnTo>
                    <a:pt x="1453" y="7059"/>
                  </a:lnTo>
                  <a:cubicBezTo>
                    <a:pt x="1453" y="6910"/>
                    <a:pt x="1344" y="6836"/>
                    <a:pt x="1234" y="6836"/>
                  </a:cubicBezTo>
                  <a:cubicBezTo>
                    <a:pt x="1125" y="6836"/>
                    <a:pt x="1015" y="6910"/>
                    <a:pt x="1015" y="7059"/>
                  </a:cubicBezTo>
                  <a:lnTo>
                    <a:pt x="1015" y="7945"/>
                  </a:lnTo>
                  <a:lnTo>
                    <a:pt x="438" y="7945"/>
                  </a:lnTo>
                  <a:lnTo>
                    <a:pt x="438" y="7107"/>
                  </a:lnTo>
                  <a:cubicBezTo>
                    <a:pt x="438" y="6227"/>
                    <a:pt x="1131" y="5977"/>
                    <a:pt x="1160" y="5962"/>
                  </a:cubicBezTo>
                  <a:lnTo>
                    <a:pt x="1174" y="5957"/>
                  </a:lnTo>
                  <a:lnTo>
                    <a:pt x="1708" y="5736"/>
                  </a:lnTo>
                  <a:lnTo>
                    <a:pt x="2329" y="7945"/>
                  </a:lnTo>
                  <a:cubicBezTo>
                    <a:pt x="2074" y="8007"/>
                    <a:pt x="2117" y="8378"/>
                    <a:pt x="2377" y="8383"/>
                  </a:cubicBezTo>
                  <a:lnTo>
                    <a:pt x="5972" y="8383"/>
                  </a:lnTo>
                  <a:cubicBezTo>
                    <a:pt x="6092" y="8383"/>
                    <a:pt x="6188" y="8282"/>
                    <a:pt x="6188" y="8161"/>
                  </a:cubicBezTo>
                  <a:lnTo>
                    <a:pt x="6188" y="7107"/>
                  </a:lnTo>
                  <a:cubicBezTo>
                    <a:pt x="6188" y="6150"/>
                    <a:pt x="5534"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3" name="Google Shape;15573;p87"/>
          <p:cNvGrpSpPr/>
          <p:nvPr/>
        </p:nvGrpSpPr>
        <p:grpSpPr>
          <a:xfrm>
            <a:off x="7550155" y="1510497"/>
            <a:ext cx="379381" cy="366792"/>
            <a:chOff x="7550155" y="1510497"/>
            <a:chExt cx="379381" cy="366792"/>
          </a:xfrm>
        </p:grpSpPr>
        <p:sp>
          <p:nvSpPr>
            <p:cNvPr id="15574" name="Google Shape;15574;p87"/>
            <p:cNvSpPr/>
            <p:nvPr/>
          </p:nvSpPr>
          <p:spPr>
            <a:xfrm>
              <a:off x="7550155" y="1515926"/>
              <a:ext cx="379381" cy="355907"/>
            </a:xfrm>
            <a:custGeom>
              <a:rect b="b" l="l" r="r" t="t"/>
              <a:pathLst>
                <a:path extrusionOk="0" h="13570" w="14465">
                  <a:moveTo>
                    <a:pt x="7232" y="0"/>
                  </a:moveTo>
                  <a:cubicBezTo>
                    <a:pt x="7232" y="0"/>
                    <a:pt x="3960" y="1963"/>
                    <a:pt x="1444" y="1963"/>
                  </a:cubicBezTo>
                  <a:cubicBezTo>
                    <a:pt x="1444" y="1963"/>
                    <a:pt x="0" y="11163"/>
                    <a:pt x="7232" y="13569"/>
                  </a:cubicBezTo>
                  <a:cubicBezTo>
                    <a:pt x="14464" y="11163"/>
                    <a:pt x="13016" y="1963"/>
                    <a:pt x="13016" y="1963"/>
                  </a:cubicBezTo>
                  <a:cubicBezTo>
                    <a:pt x="10500" y="1963"/>
                    <a:pt x="7232" y="0"/>
                    <a:pt x="723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87"/>
            <p:cNvSpPr/>
            <p:nvPr/>
          </p:nvSpPr>
          <p:spPr>
            <a:xfrm>
              <a:off x="7732515" y="1566650"/>
              <a:ext cx="197021" cy="305183"/>
            </a:xfrm>
            <a:custGeom>
              <a:rect b="b" l="l" r="r" t="t"/>
              <a:pathLst>
                <a:path extrusionOk="0" h="11636" w="7512">
                  <a:moveTo>
                    <a:pt x="5510" y="1"/>
                  </a:moveTo>
                  <a:cubicBezTo>
                    <a:pt x="5510" y="10"/>
                    <a:pt x="5510" y="20"/>
                    <a:pt x="5515" y="29"/>
                  </a:cubicBezTo>
                  <a:cubicBezTo>
                    <a:pt x="5515" y="29"/>
                    <a:pt x="6924" y="8998"/>
                    <a:pt x="0" y="11539"/>
                  </a:cubicBezTo>
                  <a:cubicBezTo>
                    <a:pt x="92" y="11573"/>
                    <a:pt x="183" y="11606"/>
                    <a:pt x="275" y="11635"/>
                  </a:cubicBezTo>
                  <a:cubicBezTo>
                    <a:pt x="7511" y="9234"/>
                    <a:pt x="6063" y="29"/>
                    <a:pt x="6063" y="29"/>
                  </a:cubicBezTo>
                  <a:cubicBezTo>
                    <a:pt x="5880" y="29"/>
                    <a:pt x="5697" y="20"/>
                    <a:pt x="55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87"/>
            <p:cNvSpPr/>
            <p:nvPr/>
          </p:nvSpPr>
          <p:spPr>
            <a:xfrm>
              <a:off x="7588264" y="1550887"/>
              <a:ext cx="302901" cy="284463"/>
            </a:xfrm>
            <a:custGeom>
              <a:rect b="b" l="l" r="r" t="t"/>
              <a:pathLst>
                <a:path extrusionOk="0" h="10846" w="11549">
                  <a:moveTo>
                    <a:pt x="5779" y="0"/>
                  </a:moveTo>
                  <a:cubicBezTo>
                    <a:pt x="5779" y="0"/>
                    <a:pt x="3167" y="1573"/>
                    <a:pt x="1155" y="1573"/>
                  </a:cubicBezTo>
                  <a:cubicBezTo>
                    <a:pt x="1155" y="1573"/>
                    <a:pt x="0" y="8926"/>
                    <a:pt x="5775" y="10846"/>
                  </a:cubicBezTo>
                  <a:cubicBezTo>
                    <a:pt x="11549" y="8926"/>
                    <a:pt x="10399" y="1573"/>
                    <a:pt x="10399" y="1573"/>
                  </a:cubicBezTo>
                  <a:cubicBezTo>
                    <a:pt x="8387" y="1573"/>
                    <a:pt x="5779" y="0"/>
                    <a:pt x="577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87"/>
            <p:cNvSpPr/>
            <p:nvPr/>
          </p:nvSpPr>
          <p:spPr>
            <a:xfrm>
              <a:off x="7732646" y="1591120"/>
              <a:ext cx="158650" cy="244230"/>
            </a:xfrm>
            <a:custGeom>
              <a:rect b="b" l="l" r="r" t="t"/>
              <a:pathLst>
                <a:path extrusionOk="0" h="9312" w="6049">
                  <a:moveTo>
                    <a:pt x="4335" y="1"/>
                  </a:moveTo>
                  <a:lnTo>
                    <a:pt x="4335" y="1"/>
                  </a:lnTo>
                  <a:cubicBezTo>
                    <a:pt x="4340" y="15"/>
                    <a:pt x="4345" y="25"/>
                    <a:pt x="4345" y="39"/>
                  </a:cubicBezTo>
                  <a:cubicBezTo>
                    <a:pt x="4345" y="39"/>
                    <a:pt x="5466" y="7156"/>
                    <a:pt x="0" y="9211"/>
                  </a:cubicBezTo>
                  <a:cubicBezTo>
                    <a:pt x="87" y="9244"/>
                    <a:pt x="178" y="9278"/>
                    <a:pt x="274" y="9312"/>
                  </a:cubicBezTo>
                  <a:cubicBezTo>
                    <a:pt x="6048" y="7392"/>
                    <a:pt x="4894" y="39"/>
                    <a:pt x="4894" y="39"/>
                  </a:cubicBezTo>
                  <a:cubicBezTo>
                    <a:pt x="4706" y="35"/>
                    <a:pt x="4518" y="25"/>
                    <a:pt x="43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87"/>
            <p:cNvSpPr/>
            <p:nvPr/>
          </p:nvSpPr>
          <p:spPr>
            <a:xfrm>
              <a:off x="7711428" y="1603001"/>
              <a:ext cx="56809" cy="81305"/>
            </a:xfrm>
            <a:custGeom>
              <a:rect b="b" l="l" r="r" t="t"/>
              <a:pathLst>
                <a:path extrusionOk="0" h="3100" w="2166">
                  <a:moveTo>
                    <a:pt x="1083" y="0"/>
                  </a:moveTo>
                  <a:cubicBezTo>
                    <a:pt x="482" y="0"/>
                    <a:pt x="1" y="486"/>
                    <a:pt x="1" y="1083"/>
                  </a:cubicBezTo>
                  <a:lnTo>
                    <a:pt x="1" y="2016"/>
                  </a:lnTo>
                  <a:cubicBezTo>
                    <a:pt x="1" y="2613"/>
                    <a:pt x="482" y="3094"/>
                    <a:pt x="1083" y="3099"/>
                  </a:cubicBezTo>
                  <a:cubicBezTo>
                    <a:pt x="1680" y="3094"/>
                    <a:pt x="2161" y="2613"/>
                    <a:pt x="2166" y="2016"/>
                  </a:cubicBezTo>
                  <a:lnTo>
                    <a:pt x="2166" y="1083"/>
                  </a:lnTo>
                  <a:cubicBezTo>
                    <a:pt x="2161" y="486"/>
                    <a:pt x="1680" y="0"/>
                    <a:pt x="108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87"/>
            <p:cNvSpPr/>
            <p:nvPr/>
          </p:nvSpPr>
          <p:spPr>
            <a:xfrm>
              <a:off x="7732646" y="1603001"/>
              <a:ext cx="35591" cy="81305"/>
            </a:xfrm>
            <a:custGeom>
              <a:rect b="b" l="l" r="r" t="t"/>
              <a:pathLst>
                <a:path extrusionOk="0" h="3100" w="1357">
                  <a:moveTo>
                    <a:pt x="274" y="0"/>
                  </a:moveTo>
                  <a:cubicBezTo>
                    <a:pt x="178" y="0"/>
                    <a:pt x="87" y="10"/>
                    <a:pt x="0" y="34"/>
                  </a:cubicBezTo>
                  <a:cubicBezTo>
                    <a:pt x="476" y="159"/>
                    <a:pt x="804" y="592"/>
                    <a:pt x="808" y="1083"/>
                  </a:cubicBezTo>
                  <a:lnTo>
                    <a:pt x="808" y="2016"/>
                  </a:lnTo>
                  <a:cubicBezTo>
                    <a:pt x="804" y="2507"/>
                    <a:pt x="476" y="2935"/>
                    <a:pt x="0" y="3061"/>
                  </a:cubicBezTo>
                  <a:cubicBezTo>
                    <a:pt x="87" y="3085"/>
                    <a:pt x="178" y="3099"/>
                    <a:pt x="274" y="3099"/>
                  </a:cubicBezTo>
                  <a:cubicBezTo>
                    <a:pt x="871" y="3094"/>
                    <a:pt x="1352" y="2613"/>
                    <a:pt x="1357" y="2016"/>
                  </a:cubicBezTo>
                  <a:lnTo>
                    <a:pt x="1357" y="1083"/>
                  </a:lnTo>
                  <a:cubicBezTo>
                    <a:pt x="1352" y="486"/>
                    <a:pt x="871" y="0"/>
                    <a:pt x="274"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87"/>
            <p:cNvSpPr/>
            <p:nvPr/>
          </p:nvSpPr>
          <p:spPr>
            <a:xfrm>
              <a:off x="7680401" y="1684149"/>
              <a:ext cx="118758" cy="76611"/>
            </a:xfrm>
            <a:custGeom>
              <a:rect b="b" l="l" r="r" t="t"/>
              <a:pathLst>
                <a:path extrusionOk="0" h="2921" w="4528">
                  <a:moveTo>
                    <a:pt x="2266" y="0"/>
                  </a:moveTo>
                  <a:cubicBezTo>
                    <a:pt x="1068" y="15"/>
                    <a:pt x="0" y="996"/>
                    <a:pt x="0" y="2190"/>
                  </a:cubicBezTo>
                  <a:lnTo>
                    <a:pt x="0" y="2921"/>
                  </a:lnTo>
                  <a:lnTo>
                    <a:pt x="2266" y="2921"/>
                  </a:lnTo>
                  <a:lnTo>
                    <a:pt x="4528" y="2916"/>
                  </a:lnTo>
                  <a:lnTo>
                    <a:pt x="4528" y="2190"/>
                  </a:lnTo>
                  <a:cubicBezTo>
                    <a:pt x="4528" y="996"/>
                    <a:pt x="3460" y="15"/>
                    <a:pt x="226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87"/>
            <p:cNvSpPr/>
            <p:nvPr/>
          </p:nvSpPr>
          <p:spPr>
            <a:xfrm>
              <a:off x="7732646" y="1684149"/>
              <a:ext cx="66513" cy="76611"/>
            </a:xfrm>
            <a:custGeom>
              <a:rect b="b" l="l" r="r" t="t"/>
              <a:pathLst>
                <a:path extrusionOk="0" h="2921" w="2536">
                  <a:moveTo>
                    <a:pt x="274" y="0"/>
                  </a:moveTo>
                  <a:cubicBezTo>
                    <a:pt x="178" y="5"/>
                    <a:pt x="87" y="10"/>
                    <a:pt x="0" y="24"/>
                  </a:cubicBezTo>
                  <a:cubicBezTo>
                    <a:pt x="1083" y="169"/>
                    <a:pt x="1992" y="1088"/>
                    <a:pt x="1992" y="2194"/>
                  </a:cubicBezTo>
                  <a:lnTo>
                    <a:pt x="1992" y="2921"/>
                  </a:lnTo>
                  <a:lnTo>
                    <a:pt x="2536" y="2921"/>
                  </a:lnTo>
                  <a:lnTo>
                    <a:pt x="2536" y="2190"/>
                  </a:lnTo>
                  <a:cubicBezTo>
                    <a:pt x="2536" y="996"/>
                    <a:pt x="1468" y="19"/>
                    <a:pt x="274" y="0"/>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87"/>
            <p:cNvSpPr/>
            <p:nvPr/>
          </p:nvSpPr>
          <p:spPr>
            <a:xfrm>
              <a:off x="7725328" y="1684175"/>
              <a:ext cx="28903" cy="16917"/>
            </a:xfrm>
            <a:custGeom>
              <a:rect b="b" l="l" r="r" t="t"/>
              <a:pathLst>
                <a:path extrusionOk="0" h="645" w="1102">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87"/>
            <p:cNvSpPr/>
            <p:nvPr/>
          </p:nvSpPr>
          <p:spPr>
            <a:xfrm>
              <a:off x="7725328" y="1684175"/>
              <a:ext cx="28903" cy="16917"/>
            </a:xfrm>
            <a:custGeom>
              <a:rect b="b" l="l" r="r" t="t"/>
              <a:pathLst>
                <a:path extrusionOk="0" h="645" w="1102">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87"/>
            <p:cNvSpPr/>
            <p:nvPr/>
          </p:nvSpPr>
          <p:spPr>
            <a:xfrm>
              <a:off x="7735793" y="1684385"/>
              <a:ext cx="18438" cy="16707"/>
            </a:xfrm>
            <a:custGeom>
              <a:rect b="b" l="l" r="r" t="t"/>
              <a:pathLst>
                <a:path extrusionOk="0" h="637" w="703">
                  <a:moveTo>
                    <a:pt x="318" y="1"/>
                  </a:moveTo>
                  <a:lnTo>
                    <a:pt x="0" y="636"/>
                  </a:lnTo>
                  <a:lnTo>
                    <a:pt x="414" y="636"/>
                  </a:lnTo>
                  <a:lnTo>
                    <a:pt x="703" y="68"/>
                  </a:lnTo>
                  <a:cubicBezTo>
                    <a:pt x="578" y="35"/>
                    <a:pt x="448" y="10"/>
                    <a:pt x="3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87"/>
            <p:cNvSpPr/>
            <p:nvPr/>
          </p:nvSpPr>
          <p:spPr>
            <a:xfrm>
              <a:off x="7725066" y="1701066"/>
              <a:ext cx="29427" cy="47708"/>
            </a:xfrm>
            <a:custGeom>
              <a:rect b="b" l="l" r="r" t="t"/>
              <a:pathLst>
                <a:path extrusionOk="0" h="1819" w="1122">
                  <a:moveTo>
                    <a:pt x="304" y="0"/>
                  </a:moveTo>
                  <a:lnTo>
                    <a:pt x="0" y="1309"/>
                  </a:lnTo>
                  <a:lnTo>
                    <a:pt x="563" y="1819"/>
                  </a:lnTo>
                  <a:lnTo>
                    <a:pt x="1122" y="1309"/>
                  </a:lnTo>
                  <a:lnTo>
                    <a:pt x="823"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87"/>
            <p:cNvSpPr/>
            <p:nvPr/>
          </p:nvSpPr>
          <p:spPr>
            <a:xfrm>
              <a:off x="7734403" y="1701066"/>
              <a:ext cx="20090" cy="47708"/>
            </a:xfrm>
            <a:custGeom>
              <a:rect b="b" l="l" r="r" t="t"/>
              <a:pathLst>
                <a:path extrusionOk="0" h="1819" w="766">
                  <a:moveTo>
                    <a:pt x="53" y="0"/>
                  </a:moveTo>
                  <a:lnTo>
                    <a:pt x="357" y="1309"/>
                  </a:lnTo>
                  <a:lnTo>
                    <a:pt x="0" y="1631"/>
                  </a:lnTo>
                  <a:lnTo>
                    <a:pt x="207" y="1819"/>
                  </a:lnTo>
                  <a:lnTo>
                    <a:pt x="766" y="1309"/>
                  </a:lnTo>
                  <a:lnTo>
                    <a:pt x="467"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87"/>
            <p:cNvSpPr/>
            <p:nvPr/>
          </p:nvSpPr>
          <p:spPr>
            <a:xfrm>
              <a:off x="7674972" y="1597572"/>
              <a:ext cx="129616" cy="168512"/>
            </a:xfrm>
            <a:custGeom>
              <a:rect b="b" l="l" r="r" t="t"/>
              <a:pathLst>
                <a:path extrusionOk="0" h="6425" w="4942">
                  <a:moveTo>
                    <a:pt x="2680" y="1117"/>
                  </a:moveTo>
                  <a:cubicBezTo>
                    <a:pt x="2680" y="1117"/>
                    <a:pt x="2868" y="1612"/>
                    <a:pt x="3349" y="1728"/>
                  </a:cubicBezTo>
                  <a:lnTo>
                    <a:pt x="3349" y="2219"/>
                  </a:lnTo>
                  <a:cubicBezTo>
                    <a:pt x="3349" y="2690"/>
                    <a:pt x="2979" y="3075"/>
                    <a:pt x="2507" y="3094"/>
                  </a:cubicBezTo>
                  <a:lnTo>
                    <a:pt x="2435" y="3094"/>
                  </a:lnTo>
                  <a:cubicBezTo>
                    <a:pt x="1963" y="3075"/>
                    <a:pt x="1593" y="2690"/>
                    <a:pt x="1593" y="2219"/>
                  </a:cubicBezTo>
                  <a:lnTo>
                    <a:pt x="1593" y="1747"/>
                  </a:lnTo>
                  <a:lnTo>
                    <a:pt x="1593" y="1742"/>
                  </a:lnTo>
                  <a:cubicBezTo>
                    <a:pt x="2387" y="1660"/>
                    <a:pt x="2680" y="1117"/>
                    <a:pt x="2680" y="1117"/>
                  </a:cubicBezTo>
                  <a:close/>
                  <a:moveTo>
                    <a:pt x="2570" y="3508"/>
                  </a:moveTo>
                  <a:cubicBezTo>
                    <a:pt x="2603" y="3508"/>
                    <a:pt x="2632" y="3513"/>
                    <a:pt x="2661" y="3518"/>
                  </a:cubicBezTo>
                  <a:lnTo>
                    <a:pt x="2709" y="3523"/>
                  </a:lnTo>
                  <a:lnTo>
                    <a:pt x="2608" y="3734"/>
                  </a:lnTo>
                  <a:lnTo>
                    <a:pt x="2334" y="3734"/>
                  </a:lnTo>
                  <a:lnTo>
                    <a:pt x="2228" y="3523"/>
                  </a:lnTo>
                  <a:lnTo>
                    <a:pt x="2276" y="3518"/>
                  </a:lnTo>
                  <a:cubicBezTo>
                    <a:pt x="2305" y="3513"/>
                    <a:pt x="2334" y="3513"/>
                    <a:pt x="2368" y="3508"/>
                  </a:cubicBezTo>
                  <a:close/>
                  <a:moveTo>
                    <a:pt x="2570" y="4148"/>
                  </a:moveTo>
                  <a:lnTo>
                    <a:pt x="2810" y="5178"/>
                  </a:lnTo>
                  <a:lnTo>
                    <a:pt x="2473" y="5486"/>
                  </a:lnTo>
                  <a:lnTo>
                    <a:pt x="2137" y="5178"/>
                  </a:lnTo>
                  <a:lnTo>
                    <a:pt x="2372" y="4148"/>
                  </a:lnTo>
                  <a:close/>
                  <a:moveTo>
                    <a:pt x="3128" y="3624"/>
                  </a:moveTo>
                  <a:cubicBezTo>
                    <a:pt x="3421" y="3729"/>
                    <a:pt x="3691" y="3893"/>
                    <a:pt x="3917" y="4110"/>
                  </a:cubicBezTo>
                  <a:cubicBezTo>
                    <a:pt x="4302" y="4466"/>
                    <a:pt x="4523" y="4966"/>
                    <a:pt x="4533" y="5491"/>
                  </a:cubicBezTo>
                  <a:lnTo>
                    <a:pt x="4533" y="6015"/>
                  </a:lnTo>
                  <a:lnTo>
                    <a:pt x="409" y="6015"/>
                  </a:lnTo>
                  <a:lnTo>
                    <a:pt x="409" y="5491"/>
                  </a:lnTo>
                  <a:cubicBezTo>
                    <a:pt x="419" y="4961"/>
                    <a:pt x="640" y="4461"/>
                    <a:pt x="1030" y="4110"/>
                  </a:cubicBezTo>
                  <a:cubicBezTo>
                    <a:pt x="1256" y="3893"/>
                    <a:pt x="1525" y="3729"/>
                    <a:pt x="1819" y="3628"/>
                  </a:cubicBezTo>
                  <a:lnTo>
                    <a:pt x="1997" y="3970"/>
                  </a:lnTo>
                  <a:lnTo>
                    <a:pt x="1713" y="5207"/>
                  </a:lnTo>
                  <a:cubicBezTo>
                    <a:pt x="1694" y="5279"/>
                    <a:pt x="1718" y="5356"/>
                    <a:pt x="1771" y="5404"/>
                  </a:cubicBezTo>
                  <a:lnTo>
                    <a:pt x="2334" y="5919"/>
                  </a:lnTo>
                  <a:cubicBezTo>
                    <a:pt x="2372" y="5955"/>
                    <a:pt x="2422" y="5973"/>
                    <a:pt x="2472" y="5973"/>
                  </a:cubicBezTo>
                  <a:cubicBezTo>
                    <a:pt x="2521" y="5973"/>
                    <a:pt x="2572" y="5955"/>
                    <a:pt x="2613" y="5919"/>
                  </a:cubicBezTo>
                  <a:lnTo>
                    <a:pt x="3176" y="5404"/>
                  </a:lnTo>
                  <a:cubicBezTo>
                    <a:pt x="3229" y="5356"/>
                    <a:pt x="3253" y="5279"/>
                    <a:pt x="3234" y="5207"/>
                  </a:cubicBezTo>
                  <a:lnTo>
                    <a:pt x="2950" y="3970"/>
                  </a:lnTo>
                  <a:lnTo>
                    <a:pt x="3128" y="3624"/>
                  </a:lnTo>
                  <a:close/>
                  <a:moveTo>
                    <a:pt x="2469" y="0"/>
                  </a:moveTo>
                  <a:cubicBezTo>
                    <a:pt x="1761" y="0"/>
                    <a:pt x="1184" y="578"/>
                    <a:pt x="1184" y="1290"/>
                  </a:cubicBezTo>
                  <a:lnTo>
                    <a:pt x="1184" y="2223"/>
                  </a:lnTo>
                  <a:cubicBezTo>
                    <a:pt x="1184" y="2618"/>
                    <a:pt x="1367" y="2993"/>
                    <a:pt x="1679" y="3239"/>
                  </a:cubicBezTo>
                  <a:cubicBezTo>
                    <a:pt x="717" y="3576"/>
                    <a:pt x="0" y="4475"/>
                    <a:pt x="0" y="5491"/>
                  </a:cubicBezTo>
                  <a:lnTo>
                    <a:pt x="0" y="6217"/>
                  </a:lnTo>
                  <a:cubicBezTo>
                    <a:pt x="0" y="6333"/>
                    <a:pt x="92" y="6424"/>
                    <a:pt x="207" y="6424"/>
                  </a:cubicBezTo>
                  <a:lnTo>
                    <a:pt x="4735" y="6424"/>
                  </a:lnTo>
                  <a:cubicBezTo>
                    <a:pt x="4850" y="6424"/>
                    <a:pt x="4942" y="6333"/>
                    <a:pt x="4942" y="6217"/>
                  </a:cubicBezTo>
                  <a:lnTo>
                    <a:pt x="4942" y="5491"/>
                  </a:lnTo>
                  <a:cubicBezTo>
                    <a:pt x="4942" y="4470"/>
                    <a:pt x="4230" y="3571"/>
                    <a:pt x="3262" y="3234"/>
                  </a:cubicBezTo>
                  <a:cubicBezTo>
                    <a:pt x="3575" y="2988"/>
                    <a:pt x="3758" y="2613"/>
                    <a:pt x="3758" y="2219"/>
                  </a:cubicBezTo>
                  <a:lnTo>
                    <a:pt x="3758" y="1290"/>
                  </a:lnTo>
                  <a:cubicBezTo>
                    <a:pt x="3758" y="578"/>
                    <a:pt x="3181" y="0"/>
                    <a:pt x="2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87"/>
            <p:cNvSpPr/>
            <p:nvPr/>
          </p:nvSpPr>
          <p:spPr>
            <a:xfrm>
              <a:off x="7610609" y="1545563"/>
              <a:ext cx="260229" cy="158204"/>
            </a:xfrm>
            <a:custGeom>
              <a:rect b="b" l="l" r="r" t="t"/>
              <a:pathLst>
                <a:path extrusionOk="0" h="6032" w="9922">
                  <a:moveTo>
                    <a:pt x="4926" y="1"/>
                  </a:moveTo>
                  <a:cubicBezTo>
                    <a:pt x="4889" y="1"/>
                    <a:pt x="4853" y="11"/>
                    <a:pt x="4822" y="30"/>
                  </a:cubicBezTo>
                  <a:cubicBezTo>
                    <a:pt x="4793" y="44"/>
                    <a:pt x="2233" y="1570"/>
                    <a:pt x="303" y="1570"/>
                  </a:cubicBezTo>
                  <a:cubicBezTo>
                    <a:pt x="202" y="1570"/>
                    <a:pt x="116" y="1642"/>
                    <a:pt x="101" y="1743"/>
                  </a:cubicBezTo>
                  <a:cubicBezTo>
                    <a:pt x="29" y="2258"/>
                    <a:pt x="0" y="2773"/>
                    <a:pt x="5" y="3292"/>
                  </a:cubicBezTo>
                  <a:cubicBezTo>
                    <a:pt x="5" y="3408"/>
                    <a:pt x="96" y="3499"/>
                    <a:pt x="207" y="3499"/>
                  </a:cubicBezTo>
                  <a:cubicBezTo>
                    <a:pt x="323" y="3499"/>
                    <a:pt x="414" y="3408"/>
                    <a:pt x="414" y="3292"/>
                  </a:cubicBezTo>
                  <a:cubicBezTo>
                    <a:pt x="409" y="2854"/>
                    <a:pt x="433" y="2412"/>
                    <a:pt x="486" y="1974"/>
                  </a:cubicBezTo>
                  <a:cubicBezTo>
                    <a:pt x="1314" y="1940"/>
                    <a:pt x="2310" y="1675"/>
                    <a:pt x="3450" y="1180"/>
                  </a:cubicBezTo>
                  <a:cubicBezTo>
                    <a:pt x="3955" y="958"/>
                    <a:pt x="4446" y="713"/>
                    <a:pt x="4923" y="444"/>
                  </a:cubicBezTo>
                  <a:cubicBezTo>
                    <a:pt x="5404" y="713"/>
                    <a:pt x="5895" y="958"/>
                    <a:pt x="6400" y="1180"/>
                  </a:cubicBezTo>
                  <a:cubicBezTo>
                    <a:pt x="7540" y="1675"/>
                    <a:pt x="8536" y="1940"/>
                    <a:pt x="9364" y="1974"/>
                  </a:cubicBezTo>
                  <a:cubicBezTo>
                    <a:pt x="9426" y="2484"/>
                    <a:pt x="9551" y="4072"/>
                    <a:pt x="9171" y="5780"/>
                  </a:cubicBezTo>
                  <a:cubicBezTo>
                    <a:pt x="9138" y="5936"/>
                    <a:pt x="9259" y="6031"/>
                    <a:pt x="9377" y="6031"/>
                  </a:cubicBezTo>
                  <a:cubicBezTo>
                    <a:pt x="9462" y="6031"/>
                    <a:pt x="9547" y="5982"/>
                    <a:pt x="9571" y="5871"/>
                  </a:cubicBezTo>
                  <a:cubicBezTo>
                    <a:pt x="9864" y="4514"/>
                    <a:pt x="9922" y="3119"/>
                    <a:pt x="9749" y="1743"/>
                  </a:cubicBezTo>
                  <a:cubicBezTo>
                    <a:pt x="9729" y="1642"/>
                    <a:pt x="9648" y="1570"/>
                    <a:pt x="9547" y="1570"/>
                  </a:cubicBezTo>
                  <a:cubicBezTo>
                    <a:pt x="7617" y="1570"/>
                    <a:pt x="5057" y="44"/>
                    <a:pt x="5033" y="30"/>
                  </a:cubicBezTo>
                  <a:cubicBezTo>
                    <a:pt x="5000" y="11"/>
                    <a:pt x="4962" y="1"/>
                    <a:pt x="4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87"/>
            <p:cNvSpPr/>
            <p:nvPr/>
          </p:nvSpPr>
          <p:spPr>
            <a:xfrm>
              <a:off x="7611081" y="1647168"/>
              <a:ext cx="246775" cy="193559"/>
            </a:xfrm>
            <a:custGeom>
              <a:rect b="b" l="l" r="r" t="t"/>
              <a:pathLst>
                <a:path extrusionOk="0" h="7380" w="9409">
                  <a:moveTo>
                    <a:pt x="216" y="1"/>
                  </a:moveTo>
                  <a:cubicBezTo>
                    <a:pt x="109" y="1"/>
                    <a:pt x="1" y="76"/>
                    <a:pt x="11" y="217"/>
                  </a:cubicBezTo>
                  <a:cubicBezTo>
                    <a:pt x="107" y="1742"/>
                    <a:pt x="459" y="3085"/>
                    <a:pt x="1055" y="4201"/>
                  </a:cubicBezTo>
                  <a:cubicBezTo>
                    <a:pt x="1883" y="5746"/>
                    <a:pt x="3153" y="6809"/>
                    <a:pt x="4842" y="7372"/>
                  </a:cubicBezTo>
                  <a:cubicBezTo>
                    <a:pt x="4864" y="7377"/>
                    <a:pt x="4885" y="7379"/>
                    <a:pt x="4907" y="7379"/>
                  </a:cubicBezTo>
                  <a:cubicBezTo>
                    <a:pt x="4929" y="7379"/>
                    <a:pt x="4950" y="7377"/>
                    <a:pt x="4972" y="7372"/>
                  </a:cubicBezTo>
                  <a:cubicBezTo>
                    <a:pt x="6064" y="7011"/>
                    <a:pt x="6993" y="6424"/>
                    <a:pt x="7729" y="5640"/>
                  </a:cubicBezTo>
                  <a:cubicBezTo>
                    <a:pt x="8465" y="4855"/>
                    <a:pt x="9023" y="3859"/>
                    <a:pt x="9375" y="2685"/>
                  </a:cubicBezTo>
                  <a:cubicBezTo>
                    <a:pt x="9408" y="2579"/>
                    <a:pt x="9346" y="2459"/>
                    <a:pt x="9240" y="2430"/>
                  </a:cubicBezTo>
                  <a:cubicBezTo>
                    <a:pt x="9220" y="2424"/>
                    <a:pt x="9199" y="2421"/>
                    <a:pt x="9179" y="2421"/>
                  </a:cubicBezTo>
                  <a:cubicBezTo>
                    <a:pt x="9090" y="2421"/>
                    <a:pt x="9008" y="2479"/>
                    <a:pt x="8985" y="2565"/>
                  </a:cubicBezTo>
                  <a:cubicBezTo>
                    <a:pt x="8648" y="3677"/>
                    <a:pt x="8128" y="4615"/>
                    <a:pt x="7431" y="5356"/>
                  </a:cubicBezTo>
                  <a:cubicBezTo>
                    <a:pt x="6757" y="6078"/>
                    <a:pt x="5905" y="6612"/>
                    <a:pt x="4905" y="6953"/>
                  </a:cubicBezTo>
                  <a:cubicBezTo>
                    <a:pt x="3355" y="6424"/>
                    <a:pt x="2181" y="5433"/>
                    <a:pt x="1416" y="4009"/>
                  </a:cubicBezTo>
                  <a:cubicBezTo>
                    <a:pt x="848" y="2940"/>
                    <a:pt x="511" y="1660"/>
                    <a:pt x="420" y="193"/>
                  </a:cubicBezTo>
                  <a:cubicBezTo>
                    <a:pt x="411" y="62"/>
                    <a:pt x="313"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87"/>
            <p:cNvSpPr/>
            <p:nvPr/>
          </p:nvSpPr>
          <p:spPr>
            <a:xfrm>
              <a:off x="7573235" y="1510497"/>
              <a:ext cx="333089" cy="366792"/>
            </a:xfrm>
            <a:custGeom>
              <a:rect b="b" l="l" r="r" t="t"/>
              <a:pathLst>
                <a:path extrusionOk="0" h="13985" w="12700">
                  <a:moveTo>
                    <a:pt x="6348" y="448"/>
                  </a:moveTo>
                  <a:cubicBezTo>
                    <a:pt x="6954" y="789"/>
                    <a:pt x="7575" y="1102"/>
                    <a:pt x="8210" y="1381"/>
                  </a:cubicBezTo>
                  <a:cubicBezTo>
                    <a:pt x="9653" y="2007"/>
                    <a:pt x="10914" y="2344"/>
                    <a:pt x="11948" y="2377"/>
                  </a:cubicBezTo>
                  <a:cubicBezTo>
                    <a:pt x="12025" y="2945"/>
                    <a:pt x="12199" y="4894"/>
                    <a:pt x="11756" y="7030"/>
                  </a:cubicBezTo>
                  <a:cubicBezTo>
                    <a:pt x="11443" y="8512"/>
                    <a:pt x="10899" y="9792"/>
                    <a:pt x="10139" y="10831"/>
                  </a:cubicBezTo>
                  <a:cubicBezTo>
                    <a:pt x="9206" y="12107"/>
                    <a:pt x="7931" y="13026"/>
                    <a:pt x="6352" y="13565"/>
                  </a:cubicBezTo>
                  <a:cubicBezTo>
                    <a:pt x="4774" y="13026"/>
                    <a:pt x="3499" y="12107"/>
                    <a:pt x="2566" y="10836"/>
                  </a:cubicBezTo>
                  <a:cubicBezTo>
                    <a:pt x="1800" y="9797"/>
                    <a:pt x="1262" y="8522"/>
                    <a:pt x="949" y="7045"/>
                  </a:cubicBezTo>
                  <a:cubicBezTo>
                    <a:pt x="501" y="4908"/>
                    <a:pt x="675" y="2950"/>
                    <a:pt x="747" y="2377"/>
                  </a:cubicBezTo>
                  <a:cubicBezTo>
                    <a:pt x="1781" y="2339"/>
                    <a:pt x="3037" y="2007"/>
                    <a:pt x="4481" y="1381"/>
                  </a:cubicBezTo>
                  <a:cubicBezTo>
                    <a:pt x="5121" y="1102"/>
                    <a:pt x="5741" y="789"/>
                    <a:pt x="6348" y="448"/>
                  </a:cubicBezTo>
                  <a:close/>
                  <a:moveTo>
                    <a:pt x="6351" y="0"/>
                  </a:moveTo>
                  <a:cubicBezTo>
                    <a:pt x="6314" y="0"/>
                    <a:pt x="6278" y="10"/>
                    <a:pt x="6247" y="29"/>
                  </a:cubicBezTo>
                  <a:cubicBezTo>
                    <a:pt x="6213" y="48"/>
                    <a:pt x="2999" y="1963"/>
                    <a:pt x="564" y="1963"/>
                  </a:cubicBezTo>
                  <a:cubicBezTo>
                    <a:pt x="463" y="1963"/>
                    <a:pt x="376" y="2040"/>
                    <a:pt x="362" y="2137"/>
                  </a:cubicBezTo>
                  <a:cubicBezTo>
                    <a:pt x="347" y="2233"/>
                    <a:pt x="1" y="4509"/>
                    <a:pt x="545" y="7117"/>
                  </a:cubicBezTo>
                  <a:cubicBezTo>
                    <a:pt x="862" y="8657"/>
                    <a:pt x="1430" y="9985"/>
                    <a:pt x="2229" y="11072"/>
                  </a:cubicBezTo>
                  <a:cubicBezTo>
                    <a:pt x="3225" y="12434"/>
                    <a:pt x="4591" y="13411"/>
                    <a:pt x="6280" y="13974"/>
                  </a:cubicBezTo>
                  <a:cubicBezTo>
                    <a:pt x="6302" y="13981"/>
                    <a:pt x="6325" y="13984"/>
                    <a:pt x="6347" y="13984"/>
                  </a:cubicBezTo>
                  <a:cubicBezTo>
                    <a:pt x="6369" y="13984"/>
                    <a:pt x="6391" y="13981"/>
                    <a:pt x="6410" y="13974"/>
                  </a:cubicBezTo>
                  <a:cubicBezTo>
                    <a:pt x="8104" y="13411"/>
                    <a:pt x="9466" y="12434"/>
                    <a:pt x="10466" y="11072"/>
                  </a:cubicBezTo>
                  <a:cubicBezTo>
                    <a:pt x="11265" y="9985"/>
                    <a:pt x="11833" y="8652"/>
                    <a:pt x="12151" y="7117"/>
                  </a:cubicBezTo>
                  <a:cubicBezTo>
                    <a:pt x="12699" y="4504"/>
                    <a:pt x="12353" y="2233"/>
                    <a:pt x="12338" y="2137"/>
                  </a:cubicBezTo>
                  <a:cubicBezTo>
                    <a:pt x="12324" y="2040"/>
                    <a:pt x="12237" y="1963"/>
                    <a:pt x="12136" y="1963"/>
                  </a:cubicBezTo>
                  <a:cubicBezTo>
                    <a:pt x="9706" y="1963"/>
                    <a:pt x="6487" y="48"/>
                    <a:pt x="6458" y="29"/>
                  </a:cubicBezTo>
                  <a:cubicBezTo>
                    <a:pt x="6425" y="10"/>
                    <a:pt x="6387"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91" name="Google Shape;15591;p87"/>
          <p:cNvSpPr/>
          <p:nvPr/>
        </p:nvSpPr>
        <p:spPr>
          <a:xfrm>
            <a:off x="8111607" y="1855021"/>
            <a:ext cx="10884" cy="21952"/>
          </a:xfrm>
          <a:custGeom>
            <a:rect b="b" l="l" r="r" t="t"/>
            <a:pathLst>
              <a:path extrusionOk="0" h="837" w="415">
                <a:moveTo>
                  <a:pt x="208" y="0"/>
                </a:moveTo>
                <a:cubicBezTo>
                  <a:pt x="92" y="0"/>
                  <a:pt x="1" y="92"/>
                  <a:pt x="1" y="207"/>
                </a:cubicBezTo>
                <a:lnTo>
                  <a:pt x="1" y="645"/>
                </a:lnTo>
                <a:cubicBezTo>
                  <a:pt x="8" y="773"/>
                  <a:pt x="108" y="836"/>
                  <a:pt x="208" y="836"/>
                </a:cubicBezTo>
                <a:cubicBezTo>
                  <a:pt x="308" y="836"/>
                  <a:pt x="407" y="773"/>
                  <a:pt x="415" y="645"/>
                </a:cubicBezTo>
                <a:lnTo>
                  <a:pt x="415" y="207"/>
                </a:lnTo>
                <a:cubicBezTo>
                  <a:pt x="415"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87"/>
          <p:cNvSpPr/>
          <p:nvPr/>
        </p:nvSpPr>
        <p:spPr>
          <a:xfrm>
            <a:off x="8238076" y="1855021"/>
            <a:ext cx="10753" cy="21952"/>
          </a:xfrm>
          <a:custGeom>
            <a:rect b="b" l="l" r="r" t="t"/>
            <a:pathLst>
              <a:path extrusionOk="0" h="837" w="410">
                <a:moveTo>
                  <a:pt x="207" y="0"/>
                </a:moveTo>
                <a:cubicBezTo>
                  <a:pt x="92" y="0"/>
                  <a:pt x="0" y="92"/>
                  <a:pt x="0" y="207"/>
                </a:cubicBezTo>
                <a:lnTo>
                  <a:pt x="0" y="645"/>
                </a:lnTo>
                <a:cubicBezTo>
                  <a:pt x="7" y="773"/>
                  <a:pt x="106" y="836"/>
                  <a:pt x="205" y="836"/>
                </a:cubicBezTo>
                <a:cubicBezTo>
                  <a:pt x="303" y="836"/>
                  <a:pt x="402" y="773"/>
                  <a:pt x="409" y="645"/>
                </a:cubicBezTo>
                <a:lnTo>
                  <a:pt x="409" y="207"/>
                </a:lnTo>
                <a:cubicBezTo>
                  <a:pt x="409" y="92"/>
                  <a:pt x="318"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93" name="Google Shape;15593;p87"/>
          <p:cNvGrpSpPr/>
          <p:nvPr/>
        </p:nvGrpSpPr>
        <p:grpSpPr>
          <a:xfrm>
            <a:off x="7999537" y="1510549"/>
            <a:ext cx="335476" cy="367001"/>
            <a:chOff x="7999537" y="1510549"/>
            <a:chExt cx="335476" cy="367001"/>
          </a:xfrm>
        </p:grpSpPr>
        <p:sp>
          <p:nvSpPr>
            <p:cNvPr id="15594" name="Google Shape;15594;p87"/>
            <p:cNvSpPr/>
            <p:nvPr/>
          </p:nvSpPr>
          <p:spPr>
            <a:xfrm>
              <a:off x="8030984" y="1515795"/>
              <a:ext cx="298600" cy="298600"/>
            </a:xfrm>
            <a:custGeom>
              <a:rect b="b" l="l" r="r" t="t"/>
              <a:pathLst>
                <a:path extrusionOk="0" h="11385" w="11385">
                  <a:moveTo>
                    <a:pt x="5692" y="0"/>
                  </a:moveTo>
                  <a:cubicBezTo>
                    <a:pt x="2550" y="0"/>
                    <a:pt x="0" y="2551"/>
                    <a:pt x="0" y="5693"/>
                  </a:cubicBezTo>
                  <a:cubicBezTo>
                    <a:pt x="0" y="8840"/>
                    <a:pt x="2550" y="11385"/>
                    <a:pt x="5692" y="11385"/>
                  </a:cubicBezTo>
                  <a:cubicBezTo>
                    <a:pt x="8834" y="11385"/>
                    <a:pt x="11385" y="8840"/>
                    <a:pt x="11385" y="5693"/>
                  </a:cubicBezTo>
                  <a:cubicBezTo>
                    <a:pt x="11385" y="2551"/>
                    <a:pt x="8834" y="0"/>
                    <a:pt x="5692"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87"/>
            <p:cNvSpPr/>
            <p:nvPr/>
          </p:nvSpPr>
          <p:spPr>
            <a:xfrm>
              <a:off x="8001557" y="1518942"/>
              <a:ext cx="283991" cy="295531"/>
            </a:xfrm>
            <a:custGeom>
              <a:rect b="b" l="l" r="r" t="t"/>
              <a:pathLst>
                <a:path extrusionOk="0" h="11268" w="10828">
                  <a:moveTo>
                    <a:pt x="5655" y="1"/>
                  </a:moveTo>
                  <a:cubicBezTo>
                    <a:pt x="1930" y="780"/>
                    <a:pt x="1" y="4923"/>
                    <a:pt x="1805" y="8272"/>
                  </a:cubicBezTo>
                  <a:cubicBezTo>
                    <a:pt x="2854" y="10224"/>
                    <a:pt x="4827" y="11267"/>
                    <a:pt x="6825" y="11267"/>
                  </a:cubicBezTo>
                  <a:cubicBezTo>
                    <a:pt x="8255" y="11267"/>
                    <a:pt x="9699" y="10733"/>
                    <a:pt x="10827" y="9615"/>
                  </a:cubicBezTo>
                  <a:lnTo>
                    <a:pt x="10827" y="9615"/>
                  </a:lnTo>
                  <a:cubicBezTo>
                    <a:pt x="10442" y="9696"/>
                    <a:pt x="10053" y="9735"/>
                    <a:pt x="9663" y="9735"/>
                  </a:cubicBezTo>
                  <a:cubicBezTo>
                    <a:pt x="7353" y="9735"/>
                    <a:pt x="5275" y="8344"/>
                    <a:pt x="4399" y="6213"/>
                  </a:cubicBezTo>
                  <a:cubicBezTo>
                    <a:pt x="3518" y="4076"/>
                    <a:pt x="4014" y="1627"/>
                    <a:pt x="5655"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87"/>
            <p:cNvSpPr/>
            <p:nvPr/>
          </p:nvSpPr>
          <p:spPr>
            <a:xfrm>
              <a:off x="8082704" y="1803012"/>
              <a:ext cx="195264" cy="68952"/>
            </a:xfrm>
            <a:custGeom>
              <a:rect b="b" l="l" r="r" t="t"/>
              <a:pathLst>
                <a:path extrusionOk="0" h="2629" w="7445">
                  <a:moveTo>
                    <a:pt x="2407" y="1"/>
                  </a:moveTo>
                  <a:lnTo>
                    <a:pt x="573" y="665"/>
                  </a:lnTo>
                  <a:cubicBezTo>
                    <a:pt x="227" y="790"/>
                    <a:pt x="1" y="1117"/>
                    <a:pt x="1" y="1488"/>
                  </a:cubicBezTo>
                  <a:lnTo>
                    <a:pt x="1" y="2628"/>
                  </a:lnTo>
                  <a:lnTo>
                    <a:pt x="7445" y="2628"/>
                  </a:lnTo>
                  <a:lnTo>
                    <a:pt x="7445" y="1488"/>
                  </a:lnTo>
                  <a:cubicBezTo>
                    <a:pt x="7445" y="1117"/>
                    <a:pt x="7214" y="790"/>
                    <a:pt x="6867" y="665"/>
                  </a:cubicBezTo>
                  <a:lnTo>
                    <a:pt x="5034" y="1"/>
                  </a:lnTo>
                  <a:lnTo>
                    <a:pt x="3720" y="439"/>
                  </a:lnTo>
                  <a:lnTo>
                    <a:pt x="2407"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87"/>
            <p:cNvSpPr/>
            <p:nvPr/>
          </p:nvSpPr>
          <p:spPr>
            <a:xfrm>
              <a:off x="8243374" y="1826381"/>
              <a:ext cx="34463" cy="45583"/>
            </a:xfrm>
            <a:custGeom>
              <a:rect b="b" l="l" r="r" t="t"/>
              <a:pathLst>
                <a:path extrusionOk="0" h="1738" w="1314">
                  <a:moveTo>
                    <a:pt x="1078" y="0"/>
                  </a:moveTo>
                  <a:lnTo>
                    <a:pt x="255" y="823"/>
                  </a:lnTo>
                  <a:cubicBezTo>
                    <a:pt x="92" y="986"/>
                    <a:pt x="0" y="1208"/>
                    <a:pt x="0" y="1439"/>
                  </a:cubicBezTo>
                  <a:lnTo>
                    <a:pt x="0" y="1737"/>
                  </a:lnTo>
                  <a:lnTo>
                    <a:pt x="1314" y="1737"/>
                  </a:lnTo>
                  <a:lnTo>
                    <a:pt x="1314" y="597"/>
                  </a:lnTo>
                  <a:cubicBezTo>
                    <a:pt x="1314" y="375"/>
                    <a:pt x="1227" y="164"/>
                    <a:pt x="1078"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87"/>
            <p:cNvSpPr/>
            <p:nvPr/>
          </p:nvSpPr>
          <p:spPr>
            <a:xfrm>
              <a:off x="8117036" y="1624954"/>
              <a:ext cx="126469" cy="91901"/>
            </a:xfrm>
            <a:custGeom>
              <a:rect b="b" l="l" r="r" t="t"/>
              <a:pathLst>
                <a:path extrusionOk="0" h="3504" w="4822">
                  <a:moveTo>
                    <a:pt x="1757" y="1"/>
                  </a:moveTo>
                  <a:cubicBezTo>
                    <a:pt x="785" y="1"/>
                    <a:pt x="1" y="785"/>
                    <a:pt x="1" y="1752"/>
                  </a:cubicBezTo>
                  <a:lnTo>
                    <a:pt x="1" y="2272"/>
                  </a:lnTo>
                  <a:cubicBezTo>
                    <a:pt x="1" y="2507"/>
                    <a:pt x="39" y="2743"/>
                    <a:pt x="111" y="2965"/>
                  </a:cubicBezTo>
                  <a:lnTo>
                    <a:pt x="188" y="3181"/>
                  </a:lnTo>
                  <a:cubicBezTo>
                    <a:pt x="208" y="3248"/>
                    <a:pt x="217" y="3321"/>
                    <a:pt x="222" y="3393"/>
                  </a:cubicBezTo>
                  <a:lnTo>
                    <a:pt x="222" y="3503"/>
                  </a:lnTo>
                  <a:lnTo>
                    <a:pt x="4601" y="3503"/>
                  </a:lnTo>
                  <a:lnTo>
                    <a:pt x="4601" y="3393"/>
                  </a:lnTo>
                  <a:cubicBezTo>
                    <a:pt x="4601" y="3321"/>
                    <a:pt x="4610" y="3248"/>
                    <a:pt x="4634" y="3186"/>
                  </a:cubicBezTo>
                  <a:lnTo>
                    <a:pt x="4707" y="2965"/>
                  </a:lnTo>
                  <a:cubicBezTo>
                    <a:pt x="4779" y="2743"/>
                    <a:pt x="4817" y="2507"/>
                    <a:pt x="4822" y="2272"/>
                  </a:cubicBezTo>
                  <a:lnTo>
                    <a:pt x="4822" y="438"/>
                  </a:lnTo>
                  <a:cubicBezTo>
                    <a:pt x="4822" y="198"/>
                    <a:pt x="4625" y="1"/>
                    <a:pt x="4384"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87"/>
            <p:cNvSpPr/>
            <p:nvPr/>
          </p:nvSpPr>
          <p:spPr>
            <a:xfrm>
              <a:off x="8145808" y="1624954"/>
              <a:ext cx="97593" cy="91901"/>
            </a:xfrm>
            <a:custGeom>
              <a:rect b="b" l="l" r="r" t="t"/>
              <a:pathLst>
                <a:path extrusionOk="0" h="3504" w="3721">
                  <a:moveTo>
                    <a:pt x="891" y="1"/>
                  </a:moveTo>
                  <a:cubicBezTo>
                    <a:pt x="400" y="1"/>
                    <a:pt x="1" y="400"/>
                    <a:pt x="1" y="891"/>
                  </a:cubicBezTo>
                  <a:cubicBezTo>
                    <a:pt x="1" y="1382"/>
                    <a:pt x="400" y="1776"/>
                    <a:pt x="891" y="1781"/>
                  </a:cubicBezTo>
                  <a:lnTo>
                    <a:pt x="1011" y="1781"/>
                  </a:lnTo>
                  <a:lnTo>
                    <a:pt x="1069" y="3503"/>
                  </a:lnTo>
                  <a:lnTo>
                    <a:pt x="3499" y="3503"/>
                  </a:lnTo>
                  <a:lnTo>
                    <a:pt x="3499" y="3393"/>
                  </a:lnTo>
                  <a:cubicBezTo>
                    <a:pt x="3499" y="3321"/>
                    <a:pt x="3513" y="3248"/>
                    <a:pt x="3537" y="3186"/>
                  </a:cubicBezTo>
                  <a:lnTo>
                    <a:pt x="3610" y="2965"/>
                  </a:lnTo>
                  <a:cubicBezTo>
                    <a:pt x="3682" y="2743"/>
                    <a:pt x="3720" y="2507"/>
                    <a:pt x="3720" y="2272"/>
                  </a:cubicBezTo>
                  <a:lnTo>
                    <a:pt x="3720" y="438"/>
                  </a:lnTo>
                  <a:cubicBezTo>
                    <a:pt x="3720" y="198"/>
                    <a:pt x="3523" y="1"/>
                    <a:pt x="328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87"/>
            <p:cNvSpPr/>
            <p:nvPr/>
          </p:nvSpPr>
          <p:spPr>
            <a:xfrm>
              <a:off x="8145808" y="1762753"/>
              <a:ext cx="68926" cy="51773"/>
            </a:xfrm>
            <a:custGeom>
              <a:rect b="b" l="l" r="r" t="t"/>
              <a:pathLst>
                <a:path extrusionOk="0" h="1974" w="2628">
                  <a:moveTo>
                    <a:pt x="1" y="1"/>
                  </a:moveTo>
                  <a:lnTo>
                    <a:pt x="1" y="1974"/>
                  </a:lnTo>
                  <a:lnTo>
                    <a:pt x="2628" y="1974"/>
                  </a:lnTo>
                  <a:lnTo>
                    <a:pt x="26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87"/>
            <p:cNvSpPr/>
            <p:nvPr/>
          </p:nvSpPr>
          <p:spPr>
            <a:xfrm>
              <a:off x="8145808" y="1762753"/>
              <a:ext cx="68926" cy="34463"/>
            </a:xfrm>
            <a:custGeom>
              <a:rect b="b" l="l" r="r" t="t"/>
              <a:pathLst>
                <a:path extrusionOk="0" h="1314" w="2628">
                  <a:moveTo>
                    <a:pt x="1" y="1"/>
                  </a:moveTo>
                  <a:lnTo>
                    <a:pt x="1" y="992"/>
                  </a:lnTo>
                  <a:cubicBezTo>
                    <a:pt x="412" y="1206"/>
                    <a:pt x="863" y="1313"/>
                    <a:pt x="1314" y="1313"/>
                  </a:cubicBezTo>
                  <a:cubicBezTo>
                    <a:pt x="1765" y="1313"/>
                    <a:pt x="2217" y="1206"/>
                    <a:pt x="2628" y="992"/>
                  </a:cubicBezTo>
                  <a:lnTo>
                    <a:pt x="262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87"/>
            <p:cNvSpPr/>
            <p:nvPr/>
          </p:nvSpPr>
          <p:spPr>
            <a:xfrm>
              <a:off x="8134451" y="1793387"/>
              <a:ext cx="45846" cy="41072"/>
            </a:xfrm>
            <a:custGeom>
              <a:rect b="b" l="l" r="r" t="t"/>
              <a:pathLst>
                <a:path extrusionOk="0" h="1566" w="1748">
                  <a:moveTo>
                    <a:pt x="385" y="1"/>
                  </a:moveTo>
                  <a:cubicBezTo>
                    <a:pt x="304" y="1"/>
                    <a:pt x="227" y="47"/>
                    <a:pt x="188" y="127"/>
                  </a:cubicBezTo>
                  <a:lnTo>
                    <a:pt x="1" y="527"/>
                  </a:lnTo>
                  <a:lnTo>
                    <a:pt x="722" y="1479"/>
                  </a:lnTo>
                  <a:cubicBezTo>
                    <a:pt x="764" y="1537"/>
                    <a:pt x="830" y="1566"/>
                    <a:pt x="896" y="1566"/>
                  </a:cubicBezTo>
                  <a:cubicBezTo>
                    <a:pt x="952" y="1566"/>
                    <a:pt x="1008" y="1545"/>
                    <a:pt x="1050" y="1503"/>
                  </a:cubicBezTo>
                  <a:lnTo>
                    <a:pt x="1747" y="806"/>
                  </a:lnTo>
                  <a:lnTo>
                    <a:pt x="501" y="36"/>
                  </a:lnTo>
                  <a:cubicBezTo>
                    <a:pt x="464" y="12"/>
                    <a:pt x="424" y="1"/>
                    <a:pt x="385"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87"/>
            <p:cNvSpPr/>
            <p:nvPr/>
          </p:nvSpPr>
          <p:spPr>
            <a:xfrm>
              <a:off x="8180271" y="1793387"/>
              <a:ext cx="45951" cy="41072"/>
            </a:xfrm>
            <a:custGeom>
              <a:rect b="b" l="l" r="r" t="t"/>
              <a:pathLst>
                <a:path extrusionOk="0" h="1566" w="1752">
                  <a:moveTo>
                    <a:pt x="1364" y="1"/>
                  </a:moveTo>
                  <a:cubicBezTo>
                    <a:pt x="1324" y="1"/>
                    <a:pt x="1283" y="12"/>
                    <a:pt x="1247" y="36"/>
                  </a:cubicBezTo>
                  <a:lnTo>
                    <a:pt x="0" y="806"/>
                  </a:lnTo>
                  <a:lnTo>
                    <a:pt x="698" y="1503"/>
                  </a:lnTo>
                  <a:cubicBezTo>
                    <a:pt x="742" y="1545"/>
                    <a:pt x="798" y="1566"/>
                    <a:pt x="854" y="1566"/>
                  </a:cubicBezTo>
                  <a:cubicBezTo>
                    <a:pt x="920" y="1566"/>
                    <a:pt x="986" y="1537"/>
                    <a:pt x="1030" y="1479"/>
                  </a:cubicBezTo>
                  <a:lnTo>
                    <a:pt x="1752" y="527"/>
                  </a:lnTo>
                  <a:lnTo>
                    <a:pt x="1559" y="127"/>
                  </a:lnTo>
                  <a:cubicBezTo>
                    <a:pt x="1524" y="47"/>
                    <a:pt x="1445" y="1"/>
                    <a:pt x="1364"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87"/>
            <p:cNvSpPr/>
            <p:nvPr/>
          </p:nvSpPr>
          <p:spPr>
            <a:xfrm>
              <a:off x="8122859" y="1671534"/>
              <a:ext cx="114981" cy="108556"/>
            </a:xfrm>
            <a:custGeom>
              <a:rect b="b" l="l" r="r" t="t"/>
              <a:pathLst>
                <a:path extrusionOk="0" h="4139" w="4384">
                  <a:moveTo>
                    <a:pt x="1869" y="1"/>
                  </a:moveTo>
                  <a:cubicBezTo>
                    <a:pt x="1181" y="1"/>
                    <a:pt x="659" y="197"/>
                    <a:pt x="659" y="197"/>
                  </a:cubicBezTo>
                  <a:lnTo>
                    <a:pt x="659" y="938"/>
                  </a:lnTo>
                  <a:cubicBezTo>
                    <a:pt x="659" y="1160"/>
                    <a:pt x="549" y="1367"/>
                    <a:pt x="366" y="1487"/>
                  </a:cubicBezTo>
                  <a:lnTo>
                    <a:pt x="0" y="1727"/>
                  </a:lnTo>
                  <a:lnTo>
                    <a:pt x="0" y="1949"/>
                  </a:lnTo>
                  <a:cubicBezTo>
                    <a:pt x="0" y="3157"/>
                    <a:pt x="982" y="4138"/>
                    <a:pt x="2189" y="4138"/>
                  </a:cubicBezTo>
                  <a:cubicBezTo>
                    <a:pt x="3397" y="4138"/>
                    <a:pt x="4379" y="3157"/>
                    <a:pt x="4383" y="1949"/>
                  </a:cubicBezTo>
                  <a:lnTo>
                    <a:pt x="4383" y="1727"/>
                  </a:lnTo>
                  <a:lnTo>
                    <a:pt x="4018" y="1487"/>
                  </a:lnTo>
                  <a:cubicBezTo>
                    <a:pt x="3835" y="1362"/>
                    <a:pt x="3724" y="1160"/>
                    <a:pt x="3724" y="938"/>
                  </a:cubicBezTo>
                  <a:lnTo>
                    <a:pt x="3724" y="635"/>
                  </a:lnTo>
                  <a:cubicBezTo>
                    <a:pt x="3128" y="137"/>
                    <a:pt x="2441" y="1"/>
                    <a:pt x="1869"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87"/>
            <p:cNvSpPr/>
            <p:nvPr/>
          </p:nvSpPr>
          <p:spPr>
            <a:xfrm>
              <a:off x="8082704" y="1826381"/>
              <a:ext cx="34358" cy="45583"/>
            </a:xfrm>
            <a:custGeom>
              <a:rect b="b" l="l" r="r" t="t"/>
              <a:pathLst>
                <a:path extrusionOk="0" h="1738" w="1310">
                  <a:moveTo>
                    <a:pt x="237" y="0"/>
                  </a:moveTo>
                  <a:cubicBezTo>
                    <a:pt x="83" y="164"/>
                    <a:pt x="1" y="375"/>
                    <a:pt x="1" y="597"/>
                  </a:cubicBezTo>
                  <a:lnTo>
                    <a:pt x="1" y="1737"/>
                  </a:lnTo>
                  <a:lnTo>
                    <a:pt x="1310" y="1737"/>
                  </a:lnTo>
                  <a:lnTo>
                    <a:pt x="1310" y="1439"/>
                  </a:lnTo>
                  <a:cubicBezTo>
                    <a:pt x="1310" y="1208"/>
                    <a:pt x="1218" y="986"/>
                    <a:pt x="1055" y="823"/>
                  </a:cubicBezTo>
                  <a:lnTo>
                    <a:pt x="237"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87"/>
            <p:cNvSpPr/>
            <p:nvPr/>
          </p:nvSpPr>
          <p:spPr>
            <a:xfrm>
              <a:off x="8122859" y="1671534"/>
              <a:ext cx="97697" cy="108031"/>
            </a:xfrm>
            <a:custGeom>
              <a:rect b="b" l="l" r="r" t="t"/>
              <a:pathLst>
                <a:path extrusionOk="0" h="4119" w="3725">
                  <a:moveTo>
                    <a:pt x="1867" y="1"/>
                  </a:moveTo>
                  <a:cubicBezTo>
                    <a:pt x="1178" y="1"/>
                    <a:pt x="654" y="197"/>
                    <a:pt x="654" y="197"/>
                  </a:cubicBezTo>
                  <a:lnTo>
                    <a:pt x="654" y="938"/>
                  </a:lnTo>
                  <a:cubicBezTo>
                    <a:pt x="654" y="1160"/>
                    <a:pt x="544" y="1362"/>
                    <a:pt x="361" y="1487"/>
                  </a:cubicBezTo>
                  <a:lnTo>
                    <a:pt x="0" y="1727"/>
                  </a:lnTo>
                  <a:lnTo>
                    <a:pt x="0" y="1949"/>
                  </a:lnTo>
                  <a:cubicBezTo>
                    <a:pt x="0" y="3056"/>
                    <a:pt x="823" y="3989"/>
                    <a:pt x="1925" y="4119"/>
                  </a:cubicBezTo>
                  <a:cubicBezTo>
                    <a:pt x="1530" y="3715"/>
                    <a:pt x="1314" y="3171"/>
                    <a:pt x="1314" y="2608"/>
                  </a:cubicBezTo>
                  <a:lnTo>
                    <a:pt x="1314" y="1155"/>
                  </a:lnTo>
                  <a:cubicBezTo>
                    <a:pt x="1314" y="934"/>
                    <a:pt x="1477" y="746"/>
                    <a:pt x="1699" y="722"/>
                  </a:cubicBezTo>
                  <a:cubicBezTo>
                    <a:pt x="1871" y="699"/>
                    <a:pt x="2090" y="680"/>
                    <a:pt x="2334" y="680"/>
                  </a:cubicBezTo>
                  <a:cubicBezTo>
                    <a:pt x="2763" y="680"/>
                    <a:pt x="3267" y="739"/>
                    <a:pt x="3724" y="938"/>
                  </a:cubicBezTo>
                  <a:lnTo>
                    <a:pt x="3724" y="635"/>
                  </a:lnTo>
                  <a:cubicBezTo>
                    <a:pt x="3128" y="137"/>
                    <a:pt x="2440" y="1"/>
                    <a:pt x="18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87"/>
            <p:cNvSpPr/>
            <p:nvPr/>
          </p:nvSpPr>
          <p:spPr>
            <a:xfrm>
              <a:off x="8134582" y="1668334"/>
              <a:ext cx="93370" cy="30660"/>
            </a:xfrm>
            <a:custGeom>
              <a:rect b="b" l="l" r="r" t="t"/>
              <a:pathLst>
                <a:path extrusionOk="0" h="1169" w="3560">
                  <a:moveTo>
                    <a:pt x="1421" y="1"/>
                  </a:moveTo>
                  <a:cubicBezTo>
                    <a:pt x="997" y="1"/>
                    <a:pt x="614" y="46"/>
                    <a:pt x="366" y="84"/>
                  </a:cubicBezTo>
                  <a:cubicBezTo>
                    <a:pt x="154" y="112"/>
                    <a:pt x="0" y="295"/>
                    <a:pt x="5" y="502"/>
                  </a:cubicBezTo>
                  <a:lnTo>
                    <a:pt x="5" y="974"/>
                  </a:lnTo>
                  <a:cubicBezTo>
                    <a:pt x="13" y="1104"/>
                    <a:pt x="111" y="1169"/>
                    <a:pt x="210" y="1169"/>
                  </a:cubicBezTo>
                  <a:cubicBezTo>
                    <a:pt x="308" y="1169"/>
                    <a:pt x="407" y="1104"/>
                    <a:pt x="414" y="974"/>
                  </a:cubicBezTo>
                  <a:lnTo>
                    <a:pt x="414" y="502"/>
                  </a:lnTo>
                  <a:cubicBezTo>
                    <a:pt x="414" y="497"/>
                    <a:pt x="419" y="488"/>
                    <a:pt x="424" y="488"/>
                  </a:cubicBezTo>
                  <a:cubicBezTo>
                    <a:pt x="745" y="439"/>
                    <a:pt x="1067" y="415"/>
                    <a:pt x="1390" y="415"/>
                  </a:cubicBezTo>
                  <a:cubicBezTo>
                    <a:pt x="1512" y="415"/>
                    <a:pt x="1634" y="419"/>
                    <a:pt x="1757" y="425"/>
                  </a:cubicBezTo>
                  <a:cubicBezTo>
                    <a:pt x="2397" y="469"/>
                    <a:pt x="2859" y="627"/>
                    <a:pt x="3128" y="902"/>
                  </a:cubicBezTo>
                  <a:cubicBezTo>
                    <a:pt x="3173" y="942"/>
                    <a:pt x="3222" y="959"/>
                    <a:pt x="3268" y="959"/>
                  </a:cubicBezTo>
                  <a:cubicBezTo>
                    <a:pt x="3427" y="959"/>
                    <a:pt x="3559" y="761"/>
                    <a:pt x="3422" y="608"/>
                  </a:cubicBezTo>
                  <a:cubicBezTo>
                    <a:pt x="2938" y="124"/>
                    <a:pt x="2124" y="1"/>
                    <a:pt x="1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87"/>
            <p:cNvSpPr/>
            <p:nvPr/>
          </p:nvSpPr>
          <p:spPr>
            <a:xfrm>
              <a:off x="8077275" y="1619524"/>
              <a:ext cx="206122" cy="258026"/>
            </a:xfrm>
            <a:custGeom>
              <a:rect b="b" l="l" r="r" t="t"/>
              <a:pathLst>
                <a:path extrusionOk="0" h="9838" w="7859">
                  <a:moveTo>
                    <a:pt x="6131" y="414"/>
                  </a:moveTo>
                  <a:lnTo>
                    <a:pt x="6131" y="2397"/>
                  </a:lnTo>
                  <a:cubicBezTo>
                    <a:pt x="6131" y="2695"/>
                    <a:pt x="6064" y="2989"/>
                    <a:pt x="5934" y="3258"/>
                  </a:cubicBezTo>
                  <a:cubicBezTo>
                    <a:pt x="5919" y="3287"/>
                    <a:pt x="5910" y="3316"/>
                    <a:pt x="5910" y="3350"/>
                  </a:cubicBezTo>
                  <a:lnTo>
                    <a:pt x="5910" y="3932"/>
                  </a:lnTo>
                  <a:cubicBezTo>
                    <a:pt x="5910" y="5039"/>
                    <a:pt x="5009" y="5918"/>
                    <a:pt x="3921" y="5918"/>
                  </a:cubicBezTo>
                  <a:cubicBezTo>
                    <a:pt x="3878" y="5918"/>
                    <a:pt x="3836" y="5917"/>
                    <a:pt x="3793" y="5914"/>
                  </a:cubicBezTo>
                  <a:cubicBezTo>
                    <a:pt x="2758" y="5842"/>
                    <a:pt x="1945" y="4942"/>
                    <a:pt x="1945" y="3855"/>
                  </a:cubicBezTo>
                  <a:lnTo>
                    <a:pt x="1945" y="3345"/>
                  </a:lnTo>
                  <a:cubicBezTo>
                    <a:pt x="1945" y="3316"/>
                    <a:pt x="1935" y="3287"/>
                    <a:pt x="1921" y="3258"/>
                  </a:cubicBezTo>
                  <a:cubicBezTo>
                    <a:pt x="1791" y="2989"/>
                    <a:pt x="1724" y="2695"/>
                    <a:pt x="1724" y="2397"/>
                  </a:cubicBezTo>
                  <a:lnTo>
                    <a:pt x="1724" y="1959"/>
                  </a:lnTo>
                  <a:cubicBezTo>
                    <a:pt x="1724" y="1107"/>
                    <a:pt x="2416" y="414"/>
                    <a:pt x="3273" y="414"/>
                  </a:cubicBezTo>
                  <a:close/>
                  <a:moveTo>
                    <a:pt x="2821" y="6049"/>
                  </a:moveTo>
                  <a:cubicBezTo>
                    <a:pt x="3114" y="6203"/>
                    <a:pt x="3437" y="6299"/>
                    <a:pt x="3769" y="6318"/>
                  </a:cubicBezTo>
                  <a:cubicBezTo>
                    <a:pt x="3821" y="6323"/>
                    <a:pt x="3874" y="6323"/>
                    <a:pt x="3932" y="6328"/>
                  </a:cubicBezTo>
                  <a:cubicBezTo>
                    <a:pt x="4317" y="6328"/>
                    <a:pt x="4697" y="6232"/>
                    <a:pt x="5039" y="6054"/>
                  </a:cubicBezTo>
                  <a:lnTo>
                    <a:pt x="5039" y="6429"/>
                  </a:lnTo>
                  <a:lnTo>
                    <a:pt x="3927" y="7185"/>
                  </a:lnTo>
                  <a:lnTo>
                    <a:pt x="2821" y="6429"/>
                  </a:lnTo>
                  <a:lnTo>
                    <a:pt x="2821" y="6049"/>
                  </a:lnTo>
                  <a:close/>
                  <a:moveTo>
                    <a:pt x="2643" y="6804"/>
                  </a:moveTo>
                  <a:lnTo>
                    <a:pt x="3610" y="7464"/>
                  </a:lnTo>
                  <a:lnTo>
                    <a:pt x="3095" y="7974"/>
                  </a:lnTo>
                  <a:cubicBezTo>
                    <a:pt x="3095" y="7978"/>
                    <a:pt x="3090" y="7978"/>
                    <a:pt x="3085" y="7978"/>
                  </a:cubicBezTo>
                  <a:cubicBezTo>
                    <a:pt x="3080" y="7978"/>
                    <a:pt x="3076" y="7978"/>
                    <a:pt x="3076" y="7974"/>
                  </a:cubicBezTo>
                  <a:lnTo>
                    <a:pt x="2436" y="7021"/>
                  </a:lnTo>
                  <a:lnTo>
                    <a:pt x="2643" y="6804"/>
                  </a:lnTo>
                  <a:close/>
                  <a:moveTo>
                    <a:pt x="5212" y="6804"/>
                  </a:moveTo>
                  <a:lnTo>
                    <a:pt x="5419" y="7021"/>
                  </a:lnTo>
                  <a:lnTo>
                    <a:pt x="4779" y="7974"/>
                  </a:lnTo>
                  <a:cubicBezTo>
                    <a:pt x="4779" y="7978"/>
                    <a:pt x="4774" y="7983"/>
                    <a:pt x="4769" y="7983"/>
                  </a:cubicBezTo>
                  <a:cubicBezTo>
                    <a:pt x="4765" y="7983"/>
                    <a:pt x="4760" y="7983"/>
                    <a:pt x="4760" y="7978"/>
                  </a:cubicBezTo>
                  <a:lnTo>
                    <a:pt x="4245" y="7464"/>
                  </a:lnTo>
                  <a:lnTo>
                    <a:pt x="5212" y="6804"/>
                  </a:lnTo>
                  <a:close/>
                  <a:moveTo>
                    <a:pt x="3268" y="1"/>
                  </a:moveTo>
                  <a:cubicBezTo>
                    <a:pt x="2190" y="5"/>
                    <a:pt x="1315" y="881"/>
                    <a:pt x="1315" y="1959"/>
                  </a:cubicBezTo>
                  <a:lnTo>
                    <a:pt x="1315" y="2397"/>
                  </a:lnTo>
                  <a:cubicBezTo>
                    <a:pt x="1315" y="2739"/>
                    <a:pt x="1387" y="3080"/>
                    <a:pt x="1531" y="3393"/>
                  </a:cubicBezTo>
                  <a:lnTo>
                    <a:pt x="1531" y="3855"/>
                  </a:lnTo>
                  <a:cubicBezTo>
                    <a:pt x="1531" y="4586"/>
                    <a:pt x="1849" y="5289"/>
                    <a:pt x="2407" y="5765"/>
                  </a:cubicBezTo>
                  <a:lnTo>
                    <a:pt x="2407" y="6453"/>
                  </a:lnTo>
                  <a:lnTo>
                    <a:pt x="2027" y="6853"/>
                  </a:lnTo>
                  <a:cubicBezTo>
                    <a:pt x="1988" y="6896"/>
                    <a:pt x="1964" y="6954"/>
                    <a:pt x="1969" y="7011"/>
                  </a:cubicBezTo>
                  <a:lnTo>
                    <a:pt x="713" y="7468"/>
                  </a:lnTo>
                  <a:cubicBezTo>
                    <a:pt x="285" y="7622"/>
                    <a:pt x="1" y="8031"/>
                    <a:pt x="1" y="8484"/>
                  </a:cubicBezTo>
                  <a:lnTo>
                    <a:pt x="1" y="9624"/>
                  </a:lnTo>
                  <a:cubicBezTo>
                    <a:pt x="8" y="9752"/>
                    <a:pt x="107" y="9815"/>
                    <a:pt x="205" y="9815"/>
                  </a:cubicBezTo>
                  <a:cubicBezTo>
                    <a:pt x="304" y="9815"/>
                    <a:pt x="403" y="9752"/>
                    <a:pt x="410" y="9624"/>
                  </a:cubicBezTo>
                  <a:lnTo>
                    <a:pt x="410" y="8484"/>
                  </a:lnTo>
                  <a:cubicBezTo>
                    <a:pt x="410" y="8200"/>
                    <a:pt x="588" y="7950"/>
                    <a:pt x="857" y="7853"/>
                  </a:cubicBezTo>
                  <a:lnTo>
                    <a:pt x="2185" y="7372"/>
                  </a:lnTo>
                  <a:lnTo>
                    <a:pt x="2734" y="8200"/>
                  </a:lnTo>
                  <a:cubicBezTo>
                    <a:pt x="2806" y="8306"/>
                    <a:pt x="2922" y="8378"/>
                    <a:pt x="3047" y="8387"/>
                  </a:cubicBezTo>
                  <a:lnTo>
                    <a:pt x="3090" y="8387"/>
                  </a:lnTo>
                  <a:cubicBezTo>
                    <a:pt x="3201" y="8387"/>
                    <a:pt x="3311" y="8344"/>
                    <a:pt x="3388" y="8262"/>
                  </a:cubicBezTo>
                  <a:lnTo>
                    <a:pt x="3725" y="7926"/>
                  </a:lnTo>
                  <a:lnTo>
                    <a:pt x="3725" y="9624"/>
                  </a:lnTo>
                  <a:cubicBezTo>
                    <a:pt x="3718" y="9766"/>
                    <a:pt x="3825" y="9837"/>
                    <a:pt x="3932" y="9837"/>
                  </a:cubicBezTo>
                  <a:cubicBezTo>
                    <a:pt x="4038" y="9837"/>
                    <a:pt x="4144" y="9766"/>
                    <a:pt x="4134" y="9624"/>
                  </a:cubicBezTo>
                  <a:lnTo>
                    <a:pt x="4134" y="7926"/>
                  </a:lnTo>
                  <a:lnTo>
                    <a:pt x="4476" y="8262"/>
                  </a:lnTo>
                  <a:cubicBezTo>
                    <a:pt x="4559" y="8348"/>
                    <a:pt x="4669" y="8390"/>
                    <a:pt x="4777" y="8390"/>
                  </a:cubicBezTo>
                  <a:cubicBezTo>
                    <a:pt x="4912" y="8390"/>
                    <a:pt x="5045" y="8325"/>
                    <a:pt x="5125" y="8200"/>
                  </a:cubicBezTo>
                  <a:lnTo>
                    <a:pt x="5679" y="7372"/>
                  </a:lnTo>
                  <a:lnTo>
                    <a:pt x="7007" y="7853"/>
                  </a:lnTo>
                  <a:cubicBezTo>
                    <a:pt x="7272" y="7950"/>
                    <a:pt x="7450" y="8200"/>
                    <a:pt x="7450" y="8484"/>
                  </a:cubicBezTo>
                  <a:lnTo>
                    <a:pt x="7450" y="9624"/>
                  </a:lnTo>
                  <a:cubicBezTo>
                    <a:pt x="7457" y="9752"/>
                    <a:pt x="7555" y="9815"/>
                    <a:pt x="7654" y="9815"/>
                  </a:cubicBezTo>
                  <a:cubicBezTo>
                    <a:pt x="7753" y="9815"/>
                    <a:pt x="7851" y="9752"/>
                    <a:pt x="7859" y="9624"/>
                  </a:cubicBezTo>
                  <a:lnTo>
                    <a:pt x="7859" y="8484"/>
                  </a:lnTo>
                  <a:cubicBezTo>
                    <a:pt x="7859" y="8027"/>
                    <a:pt x="7570" y="7622"/>
                    <a:pt x="7142" y="7468"/>
                  </a:cubicBezTo>
                  <a:lnTo>
                    <a:pt x="5886" y="7011"/>
                  </a:lnTo>
                  <a:cubicBezTo>
                    <a:pt x="5886" y="6954"/>
                    <a:pt x="5866" y="6896"/>
                    <a:pt x="5828" y="6853"/>
                  </a:cubicBezTo>
                  <a:lnTo>
                    <a:pt x="5448" y="6453"/>
                  </a:lnTo>
                  <a:lnTo>
                    <a:pt x="5448" y="5780"/>
                  </a:lnTo>
                  <a:cubicBezTo>
                    <a:pt x="5486" y="5746"/>
                    <a:pt x="5525" y="5712"/>
                    <a:pt x="5568" y="5678"/>
                  </a:cubicBezTo>
                  <a:cubicBezTo>
                    <a:pt x="6049" y="5226"/>
                    <a:pt x="6324" y="4591"/>
                    <a:pt x="6324" y="3932"/>
                  </a:cubicBezTo>
                  <a:lnTo>
                    <a:pt x="6324" y="3393"/>
                  </a:lnTo>
                  <a:cubicBezTo>
                    <a:pt x="6468" y="3080"/>
                    <a:pt x="6545" y="2739"/>
                    <a:pt x="6545" y="2397"/>
                  </a:cubicBezTo>
                  <a:lnTo>
                    <a:pt x="6545" y="208"/>
                  </a:lnTo>
                  <a:cubicBezTo>
                    <a:pt x="6545" y="92"/>
                    <a:pt x="6449" y="1"/>
                    <a:pt x="63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87"/>
            <p:cNvSpPr/>
            <p:nvPr/>
          </p:nvSpPr>
          <p:spPr>
            <a:xfrm>
              <a:off x="7999537" y="1510549"/>
              <a:ext cx="335476" cy="292253"/>
            </a:xfrm>
            <a:custGeom>
              <a:rect b="b" l="l" r="r" t="t"/>
              <a:pathLst>
                <a:path extrusionOk="0" h="11143" w="12791">
                  <a:moveTo>
                    <a:pt x="4947" y="763"/>
                  </a:moveTo>
                  <a:lnTo>
                    <a:pt x="4947" y="763"/>
                  </a:lnTo>
                  <a:cubicBezTo>
                    <a:pt x="4615" y="1052"/>
                    <a:pt x="4327" y="1389"/>
                    <a:pt x="4086" y="1759"/>
                  </a:cubicBezTo>
                  <a:cubicBezTo>
                    <a:pt x="3908" y="2034"/>
                    <a:pt x="3754" y="2322"/>
                    <a:pt x="3619" y="2626"/>
                  </a:cubicBezTo>
                  <a:lnTo>
                    <a:pt x="2489" y="2626"/>
                  </a:lnTo>
                  <a:cubicBezTo>
                    <a:pt x="3114" y="1783"/>
                    <a:pt x="3966" y="1139"/>
                    <a:pt x="4947" y="763"/>
                  </a:cubicBezTo>
                  <a:close/>
                  <a:moveTo>
                    <a:pt x="6684" y="417"/>
                  </a:moveTo>
                  <a:lnTo>
                    <a:pt x="6684" y="2626"/>
                  </a:lnTo>
                  <a:lnTo>
                    <a:pt x="4067" y="2626"/>
                  </a:lnTo>
                  <a:cubicBezTo>
                    <a:pt x="4668" y="1360"/>
                    <a:pt x="5616" y="513"/>
                    <a:pt x="6684" y="417"/>
                  </a:cubicBezTo>
                  <a:close/>
                  <a:moveTo>
                    <a:pt x="7093" y="417"/>
                  </a:moveTo>
                  <a:cubicBezTo>
                    <a:pt x="8166" y="513"/>
                    <a:pt x="9110" y="1360"/>
                    <a:pt x="9716" y="2626"/>
                  </a:cubicBezTo>
                  <a:lnTo>
                    <a:pt x="7093" y="2626"/>
                  </a:lnTo>
                  <a:lnTo>
                    <a:pt x="7093" y="417"/>
                  </a:lnTo>
                  <a:close/>
                  <a:moveTo>
                    <a:pt x="8835" y="768"/>
                  </a:moveTo>
                  <a:lnTo>
                    <a:pt x="8835" y="768"/>
                  </a:lnTo>
                  <a:cubicBezTo>
                    <a:pt x="9817" y="1139"/>
                    <a:pt x="10669" y="1783"/>
                    <a:pt x="11294" y="2626"/>
                  </a:cubicBezTo>
                  <a:lnTo>
                    <a:pt x="10163" y="2626"/>
                  </a:lnTo>
                  <a:cubicBezTo>
                    <a:pt x="10029" y="2327"/>
                    <a:pt x="9875" y="2034"/>
                    <a:pt x="9697" y="1759"/>
                  </a:cubicBezTo>
                  <a:cubicBezTo>
                    <a:pt x="9456" y="1389"/>
                    <a:pt x="9167" y="1057"/>
                    <a:pt x="8835" y="768"/>
                  </a:cubicBezTo>
                  <a:close/>
                  <a:moveTo>
                    <a:pt x="3456" y="3035"/>
                  </a:moveTo>
                  <a:cubicBezTo>
                    <a:pt x="3148" y="3886"/>
                    <a:pt x="2984" y="4786"/>
                    <a:pt x="2970" y="5691"/>
                  </a:cubicBezTo>
                  <a:lnTo>
                    <a:pt x="1406" y="5691"/>
                  </a:lnTo>
                  <a:cubicBezTo>
                    <a:pt x="1440" y="4752"/>
                    <a:pt x="1719" y="3838"/>
                    <a:pt x="2210" y="3035"/>
                  </a:cubicBezTo>
                  <a:close/>
                  <a:moveTo>
                    <a:pt x="11573" y="3035"/>
                  </a:moveTo>
                  <a:cubicBezTo>
                    <a:pt x="12064" y="3838"/>
                    <a:pt x="12343" y="4752"/>
                    <a:pt x="12377" y="5691"/>
                  </a:cubicBezTo>
                  <a:lnTo>
                    <a:pt x="10818" y="5691"/>
                  </a:lnTo>
                  <a:cubicBezTo>
                    <a:pt x="10798" y="4786"/>
                    <a:pt x="10635" y="3886"/>
                    <a:pt x="10332" y="3035"/>
                  </a:cubicBezTo>
                  <a:close/>
                  <a:moveTo>
                    <a:pt x="2970" y="6104"/>
                  </a:moveTo>
                  <a:cubicBezTo>
                    <a:pt x="2984" y="6946"/>
                    <a:pt x="3124" y="7779"/>
                    <a:pt x="3393" y="8578"/>
                  </a:cubicBezTo>
                  <a:cubicBezTo>
                    <a:pt x="3412" y="8640"/>
                    <a:pt x="3432" y="8698"/>
                    <a:pt x="3451" y="8756"/>
                  </a:cubicBezTo>
                  <a:lnTo>
                    <a:pt x="2205" y="8756"/>
                  </a:lnTo>
                  <a:cubicBezTo>
                    <a:pt x="1714" y="7952"/>
                    <a:pt x="1440" y="7038"/>
                    <a:pt x="1411" y="6104"/>
                  </a:cubicBezTo>
                  <a:close/>
                  <a:moveTo>
                    <a:pt x="12372" y="6100"/>
                  </a:moveTo>
                  <a:cubicBezTo>
                    <a:pt x="12338" y="7009"/>
                    <a:pt x="12083" y="7894"/>
                    <a:pt x="11621" y="8679"/>
                  </a:cubicBezTo>
                  <a:cubicBezTo>
                    <a:pt x="11607" y="8703"/>
                    <a:pt x="11592" y="8727"/>
                    <a:pt x="11573" y="8756"/>
                  </a:cubicBezTo>
                  <a:lnTo>
                    <a:pt x="10327" y="8756"/>
                  </a:lnTo>
                  <a:cubicBezTo>
                    <a:pt x="10351" y="8693"/>
                    <a:pt x="10370" y="8640"/>
                    <a:pt x="10389" y="8578"/>
                  </a:cubicBezTo>
                  <a:cubicBezTo>
                    <a:pt x="10654" y="7779"/>
                    <a:pt x="10798" y="6942"/>
                    <a:pt x="10813" y="6100"/>
                  </a:cubicBezTo>
                  <a:close/>
                  <a:moveTo>
                    <a:pt x="6897" y="0"/>
                  </a:moveTo>
                  <a:cubicBezTo>
                    <a:pt x="5095" y="0"/>
                    <a:pt x="3304" y="819"/>
                    <a:pt x="2137" y="2409"/>
                  </a:cubicBezTo>
                  <a:cubicBezTo>
                    <a:pt x="1" y="5325"/>
                    <a:pt x="963" y="9458"/>
                    <a:pt x="4168" y="11128"/>
                  </a:cubicBezTo>
                  <a:cubicBezTo>
                    <a:pt x="4196" y="11138"/>
                    <a:pt x="4222" y="11143"/>
                    <a:pt x="4248" y="11143"/>
                  </a:cubicBezTo>
                  <a:cubicBezTo>
                    <a:pt x="4433" y="11143"/>
                    <a:pt x="4538" y="10890"/>
                    <a:pt x="4360" y="10767"/>
                  </a:cubicBezTo>
                  <a:cubicBezTo>
                    <a:pt x="3619" y="10382"/>
                    <a:pt x="2979" y="9833"/>
                    <a:pt x="2479" y="9169"/>
                  </a:cubicBezTo>
                  <a:lnTo>
                    <a:pt x="3619" y="9169"/>
                  </a:lnTo>
                  <a:cubicBezTo>
                    <a:pt x="3850" y="9699"/>
                    <a:pt x="4163" y="10194"/>
                    <a:pt x="4543" y="10632"/>
                  </a:cubicBezTo>
                  <a:cubicBezTo>
                    <a:pt x="4588" y="10678"/>
                    <a:pt x="4638" y="10697"/>
                    <a:pt x="4687" y="10697"/>
                  </a:cubicBezTo>
                  <a:cubicBezTo>
                    <a:pt x="4840" y="10697"/>
                    <a:pt x="4975" y="10511"/>
                    <a:pt x="4851" y="10358"/>
                  </a:cubicBezTo>
                  <a:cubicBezTo>
                    <a:pt x="4534" y="10002"/>
                    <a:pt x="4274" y="9598"/>
                    <a:pt x="4072" y="9165"/>
                  </a:cubicBezTo>
                  <a:cubicBezTo>
                    <a:pt x="4330" y="9136"/>
                    <a:pt x="4308" y="8756"/>
                    <a:pt x="4048" y="8756"/>
                  </a:cubicBezTo>
                  <a:cubicBezTo>
                    <a:pt x="4046" y="8756"/>
                    <a:pt x="4044" y="8756"/>
                    <a:pt x="4043" y="8756"/>
                  </a:cubicBezTo>
                  <a:lnTo>
                    <a:pt x="3894" y="8756"/>
                  </a:lnTo>
                  <a:cubicBezTo>
                    <a:pt x="3571" y="7909"/>
                    <a:pt x="3393" y="7009"/>
                    <a:pt x="3379" y="6104"/>
                  </a:cubicBezTo>
                  <a:lnTo>
                    <a:pt x="3605" y="6104"/>
                  </a:lnTo>
                  <a:cubicBezTo>
                    <a:pt x="3610" y="6105"/>
                    <a:pt x="3614" y="6105"/>
                    <a:pt x="3619" y="6105"/>
                  </a:cubicBezTo>
                  <a:cubicBezTo>
                    <a:pt x="3889" y="6105"/>
                    <a:pt x="3889" y="5690"/>
                    <a:pt x="3619" y="5690"/>
                  </a:cubicBezTo>
                  <a:cubicBezTo>
                    <a:pt x="3614" y="5690"/>
                    <a:pt x="3610" y="5690"/>
                    <a:pt x="3605" y="5691"/>
                  </a:cubicBezTo>
                  <a:lnTo>
                    <a:pt x="3379" y="5691"/>
                  </a:lnTo>
                  <a:cubicBezTo>
                    <a:pt x="3393" y="4781"/>
                    <a:pt x="3566" y="3881"/>
                    <a:pt x="3894" y="3035"/>
                  </a:cubicBezTo>
                  <a:lnTo>
                    <a:pt x="6684" y="3035"/>
                  </a:lnTo>
                  <a:lnTo>
                    <a:pt x="6684" y="3487"/>
                  </a:lnTo>
                  <a:cubicBezTo>
                    <a:pt x="6692" y="3617"/>
                    <a:pt x="6791" y="3682"/>
                    <a:pt x="6891" y="3682"/>
                  </a:cubicBezTo>
                  <a:cubicBezTo>
                    <a:pt x="6991" y="3682"/>
                    <a:pt x="7091" y="3617"/>
                    <a:pt x="7098" y="3487"/>
                  </a:cubicBezTo>
                  <a:lnTo>
                    <a:pt x="7098" y="3035"/>
                  </a:lnTo>
                  <a:lnTo>
                    <a:pt x="9894" y="3035"/>
                  </a:lnTo>
                  <a:cubicBezTo>
                    <a:pt x="10216" y="3881"/>
                    <a:pt x="10394" y="4781"/>
                    <a:pt x="10409" y="5691"/>
                  </a:cubicBezTo>
                  <a:lnTo>
                    <a:pt x="10178" y="5691"/>
                  </a:lnTo>
                  <a:cubicBezTo>
                    <a:pt x="10173" y="5690"/>
                    <a:pt x="10168" y="5690"/>
                    <a:pt x="10164" y="5690"/>
                  </a:cubicBezTo>
                  <a:cubicBezTo>
                    <a:pt x="9894" y="5690"/>
                    <a:pt x="9894" y="6100"/>
                    <a:pt x="10164" y="6100"/>
                  </a:cubicBezTo>
                  <a:cubicBezTo>
                    <a:pt x="10168" y="6100"/>
                    <a:pt x="10173" y="6100"/>
                    <a:pt x="10178" y="6100"/>
                  </a:cubicBezTo>
                  <a:lnTo>
                    <a:pt x="10409" y="6100"/>
                  </a:lnTo>
                  <a:cubicBezTo>
                    <a:pt x="10389" y="7009"/>
                    <a:pt x="10216" y="7909"/>
                    <a:pt x="9889" y="8756"/>
                  </a:cubicBezTo>
                  <a:lnTo>
                    <a:pt x="9740" y="8756"/>
                  </a:lnTo>
                  <a:cubicBezTo>
                    <a:pt x="9738" y="8756"/>
                    <a:pt x="9737" y="8756"/>
                    <a:pt x="9735" y="8756"/>
                  </a:cubicBezTo>
                  <a:cubicBezTo>
                    <a:pt x="9480" y="8756"/>
                    <a:pt x="9453" y="9136"/>
                    <a:pt x="9716" y="9165"/>
                  </a:cubicBezTo>
                  <a:cubicBezTo>
                    <a:pt x="9509" y="9598"/>
                    <a:pt x="9249" y="9997"/>
                    <a:pt x="8932" y="10358"/>
                  </a:cubicBezTo>
                  <a:cubicBezTo>
                    <a:pt x="8808" y="10510"/>
                    <a:pt x="8942" y="10693"/>
                    <a:pt x="9094" y="10693"/>
                  </a:cubicBezTo>
                  <a:cubicBezTo>
                    <a:pt x="9143" y="10693"/>
                    <a:pt x="9195" y="10674"/>
                    <a:pt x="9239" y="10627"/>
                  </a:cubicBezTo>
                  <a:cubicBezTo>
                    <a:pt x="9620" y="10190"/>
                    <a:pt x="9932" y="9699"/>
                    <a:pt x="10159" y="9165"/>
                  </a:cubicBezTo>
                  <a:lnTo>
                    <a:pt x="11294" y="9165"/>
                  </a:lnTo>
                  <a:cubicBezTo>
                    <a:pt x="10847" y="9766"/>
                    <a:pt x="10284" y="10271"/>
                    <a:pt x="9634" y="10647"/>
                  </a:cubicBezTo>
                  <a:cubicBezTo>
                    <a:pt x="9445" y="10766"/>
                    <a:pt x="9558" y="11028"/>
                    <a:pt x="9738" y="11028"/>
                  </a:cubicBezTo>
                  <a:cubicBezTo>
                    <a:pt x="9769" y="11028"/>
                    <a:pt x="9802" y="11020"/>
                    <a:pt x="9836" y="11003"/>
                  </a:cubicBezTo>
                  <a:cubicBezTo>
                    <a:pt x="11665" y="9949"/>
                    <a:pt x="12786" y="8000"/>
                    <a:pt x="12786" y="5893"/>
                  </a:cubicBezTo>
                  <a:cubicBezTo>
                    <a:pt x="12791" y="4329"/>
                    <a:pt x="12170" y="2828"/>
                    <a:pt x="11063" y="1726"/>
                  </a:cubicBezTo>
                  <a:cubicBezTo>
                    <a:pt x="9901" y="566"/>
                    <a:pt x="8395" y="0"/>
                    <a:pt x="6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0" name="Google Shape;15610;p87"/>
          <p:cNvGrpSpPr/>
          <p:nvPr/>
        </p:nvGrpSpPr>
        <p:grpSpPr>
          <a:xfrm>
            <a:off x="4890346" y="3382537"/>
            <a:ext cx="370306" cy="367001"/>
            <a:chOff x="4890346" y="3382537"/>
            <a:chExt cx="370306" cy="367001"/>
          </a:xfrm>
        </p:grpSpPr>
        <p:sp>
          <p:nvSpPr>
            <p:cNvPr id="15611" name="Google Shape;15611;p87"/>
            <p:cNvSpPr/>
            <p:nvPr/>
          </p:nvSpPr>
          <p:spPr>
            <a:xfrm>
              <a:off x="4961160" y="3451568"/>
              <a:ext cx="229333" cy="229202"/>
            </a:xfrm>
            <a:custGeom>
              <a:rect b="b" l="l" r="r" t="t"/>
              <a:pathLst>
                <a:path extrusionOk="0" h="8739" w="8744">
                  <a:moveTo>
                    <a:pt x="4374" y="0"/>
                  </a:moveTo>
                  <a:cubicBezTo>
                    <a:pt x="1959" y="0"/>
                    <a:pt x="0" y="1959"/>
                    <a:pt x="0" y="4370"/>
                  </a:cubicBezTo>
                  <a:cubicBezTo>
                    <a:pt x="0" y="6785"/>
                    <a:pt x="1959" y="8739"/>
                    <a:pt x="4374" y="8739"/>
                  </a:cubicBezTo>
                  <a:cubicBezTo>
                    <a:pt x="6785" y="8739"/>
                    <a:pt x="8743" y="6785"/>
                    <a:pt x="8743" y="4370"/>
                  </a:cubicBezTo>
                  <a:cubicBezTo>
                    <a:pt x="8743" y="1959"/>
                    <a:pt x="6785" y="0"/>
                    <a:pt x="4374"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87"/>
            <p:cNvSpPr/>
            <p:nvPr/>
          </p:nvSpPr>
          <p:spPr>
            <a:xfrm>
              <a:off x="5007084" y="3531824"/>
              <a:ext cx="137458" cy="137589"/>
            </a:xfrm>
            <a:custGeom>
              <a:rect b="b" l="l" r="r" t="t"/>
              <a:pathLst>
                <a:path extrusionOk="0" h="5246" w="5241">
                  <a:moveTo>
                    <a:pt x="2623" y="1"/>
                  </a:moveTo>
                  <a:cubicBezTo>
                    <a:pt x="1175" y="1"/>
                    <a:pt x="1" y="1175"/>
                    <a:pt x="1" y="2623"/>
                  </a:cubicBezTo>
                  <a:cubicBezTo>
                    <a:pt x="1" y="4071"/>
                    <a:pt x="1175" y="5246"/>
                    <a:pt x="2623" y="5246"/>
                  </a:cubicBezTo>
                  <a:cubicBezTo>
                    <a:pt x="4067" y="5246"/>
                    <a:pt x="5241" y="4071"/>
                    <a:pt x="5241" y="2623"/>
                  </a:cubicBezTo>
                  <a:cubicBezTo>
                    <a:pt x="5241" y="1175"/>
                    <a:pt x="4067" y="1"/>
                    <a:pt x="26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87"/>
            <p:cNvSpPr/>
            <p:nvPr/>
          </p:nvSpPr>
          <p:spPr>
            <a:xfrm>
              <a:off x="5041416" y="3611975"/>
              <a:ext cx="68690" cy="108923"/>
            </a:xfrm>
            <a:custGeom>
              <a:rect b="b" l="l" r="r" t="t"/>
              <a:pathLst>
                <a:path extrusionOk="0" h="4153" w="2619">
                  <a:moveTo>
                    <a:pt x="872" y="0"/>
                  </a:moveTo>
                  <a:lnTo>
                    <a:pt x="872" y="424"/>
                  </a:lnTo>
                  <a:cubicBezTo>
                    <a:pt x="872" y="505"/>
                    <a:pt x="828" y="578"/>
                    <a:pt x="756" y="616"/>
                  </a:cubicBezTo>
                  <a:lnTo>
                    <a:pt x="232" y="890"/>
                  </a:lnTo>
                  <a:cubicBezTo>
                    <a:pt x="87" y="963"/>
                    <a:pt x="1" y="1112"/>
                    <a:pt x="1" y="1275"/>
                  </a:cubicBezTo>
                  <a:lnTo>
                    <a:pt x="1" y="2772"/>
                  </a:lnTo>
                  <a:cubicBezTo>
                    <a:pt x="1" y="3243"/>
                    <a:pt x="140" y="3710"/>
                    <a:pt x="405" y="4105"/>
                  </a:cubicBezTo>
                  <a:lnTo>
                    <a:pt x="434" y="4153"/>
                  </a:lnTo>
                  <a:lnTo>
                    <a:pt x="2185" y="4153"/>
                  </a:lnTo>
                  <a:lnTo>
                    <a:pt x="2219" y="4105"/>
                  </a:lnTo>
                  <a:cubicBezTo>
                    <a:pt x="2479" y="3710"/>
                    <a:pt x="2618" y="3243"/>
                    <a:pt x="2618" y="2772"/>
                  </a:cubicBezTo>
                  <a:lnTo>
                    <a:pt x="2618" y="1275"/>
                  </a:lnTo>
                  <a:cubicBezTo>
                    <a:pt x="2618" y="1116"/>
                    <a:pt x="2532" y="967"/>
                    <a:pt x="2387" y="890"/>
                  </a:cubicBezTo>
                  <a:lnTo>
                    <a:pt x="1863" y="616"/>
                  </a:lnTo>
                  <a:cubicBezTo>
                    <a:pt x="1791" y="578"/>
                    <a:pt x="1747" y="505"/>
                    <a:pt x="1747" y="424"/>
                  </a:cubicBezTo>
                  <a:lnTo>
                    <a:pt x="174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87"/>
            <p:cNvSpPr/>
            <p:nvPr/>
          </p:nvSpPr>
          <p:spPr>
            <a:xfrm>
              <a:off x="5041416" y="3631515"/>
              <a:ext cx="68821" cy="89383"/>
            </a:xfrm>
            <a:custGeom>
              <a:rect b="b" l="l" r="r" t="t"/>
              <a:pathLst>
                <a:path extrusionOk="0" h="3408" w="2624">
                  <a:moveTo>
                    <a:pt x="511" y="1"/>
                  </a:moveTo>
                  <a:lnTo>
                    <a:pt x="237" y="145"/>
                  </a:lnTo>
                  <a:cubicBezTo>
                    <a:pt x="92" y="218"/>
                    <a:pt x="1" y="367"/>
                    <a:pt x="1" y="530"/>
                  </a:cubicBezTo>
                  <a:lnTo>
                    <a:pt x="1" y="2027"/>
                  </a:lnTo>
                  <a:cubicBezTo>
                    <a:pt x="1" y="2498"/>
                    <a:pt x="140" y="2965"/>
                    <a:pt x="405" y="3360"/>
                  </a:cubicBezTo>
                  <a:lnTo>
                    <a:pt x="439" y="3408"/>
                  </a:lnTo>
                  <a:lnTo>
                    <a:pt x="2185" y="3408"/>
                  </a:lnTo>
                  <a:lnTo>
                    <a:pt x="2219" y="3360"/>
                  </a:lnTo>
                  <a:cubicBezTo>
                    <a:pt x="2479" y="2965"/>
                    <a:pt x="2618" y="2498"/>
                    <a:pt x="2623" y="2027"/>
                  </a:cubicBezTo>
                  <a:lnTo>
                    <a:pt x="2623" y="530"/>
                  </a:lnTo>
                  <a:cubicBezTo>
                    <a:pt x="2623" y="367"/>
                    <a:pt x="2532" y="218"/>
                    <a:pt x="2387" y="145"/>
                  </a:cubicBezTo>
                  <a:lnTo>
                    <a:pt x="2108" y="1"/>
                  </a:lnTo>
                  <a:cubicBezTo>
                    <a:pt x="1894" y="234"/>
                    <a:pt x="1602" y="351"/>
                    <a:pt x="1310" y="351"/>
                  </a:cubicBezTo>
                  <a:cubicBezTo>
                    <a:pt x="1017" y="351"/>
                    <a:pt x="725" y="234"/>
                    <a:pt x="511"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87"/>
            <p:cNvSpPr/>
            <p:nvPr/>
          </p:nvSpPr>
          <p:spPr>
            <a:xfrm>
              <a:off x="5052904" y="3566156"/>
              <a:ext cx="45846" cy="51642"/>
            </a:xfrm>
            <a:custGeom>
              <a:rect b="b" l="l" r="r" t="t"/>
              <a:pathLst>
                <a:path extrusionOk="0" h="1969" w="1748">
                  <a:moveTo>
                    <a:pt x="655" y="1"/>
                  </a:moveTo>
                  <a:cubicBezTo>
                    <a:pt x="294" y="1"/>
                    <a:pt x="1" y="294"/>
                    <a:pt x="1" y="660"/>
                  </a:cubicBezTo>
                  <a:lnTo>
                    <a:pt x="1" y="1093"/>
                  </a:lnTo>
                  <a:cubicBezTo>
                    <a:pt x="1" y="1579"/>
                    <a:pt x="390" y="1969"/>
                    <a:pt x="876" y="1969"/>
                  </a:cubicBezTo>
                  <a:cubicBezTo>
                    <a:pt x="1358" y="1969"/>
                    <a:pt x="1747" y="1579"/>
                    <a:pt x="1747" y="1093"/>
                  </a:cubicBezTo>
                  <a:lnTo>
                    <a:pt x="1747" y="660"/>
                  </a:lnTo>
                  <a:cubicBezTo>
                    <a:pt x="1747" y="294"/>
                    <a:pt x="1454" y="1"/>
                    <a:pt x="109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87"/>
            <p:cNvSpPr/>
            <p:nvPr/>
          </p:nvSpPr>
          <p:spPr>
            <a:xfrm>
              <a:off x="5052799" y="3566156"/>
              <a:ext cx="31683" cy="51668"/>
            </a:xfrm>
            <a:custGeom>
              <a:rect b="b" l="l" r="r" t="t"/>
              <a:pathLst>
                <a:path extrusionOk="0" h="1970" w="1208">
                  <a:moveTo>
                    <a:pt x="659" y="1"/>
                  </a:moveTo>
                  <a:cubicBezTo>
                    <a:pt x="298" y="1"/>
                    <a:pt x="5" y="294"/>
                    <a:pt x="5" y="660"/>
                  </a:cubicBezTo>
                  <a:lnTo>
                    <a:pt x="5" y="1093"/>
                  </a:lnTo>
                  <a:cubicBezTo>
                    <a:pt x="1" y="1596"/>
                    <a:pt x="415" y="1970"/>
                    <a:pt x="879" y="1970"/>
                  </a:cubicBezTo>
                  <a:cubicBezTo>
                    <a:pt x="987" y="1970"/>
                    <a:pt x="1098" y="1950"/>
                    <a:pt x="1208" y="1906"/>
                  </a:cubicBezTo>
                  <a:cubicBezTo>
                    <a:pt x="876" y="1771"/>
                    <a:pt x="659" y="1449"/>
                    <a:pt x="659" y="1093"/>
                  </a:cubicBezTo>
                  <a:lnTo>
                    <a:pt x="659" y="655"/>
                  </a:lnTo>
                  <a:cubicBezTo>
                    <a:pt x="659" y="337"/>
                    <a:pt x="890" y="63"/>
                    <a:pt x="1208" y="15"/>
                  </a:cubicBezTo>
                  <a:cubicBezTo>
                    <a:pt x="1169" y="5"/>
                    <a:pt x="1135"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87"/>
            <p:cNvSpPr/>
            <p:nvPr/>
          </p:nvSpPr>
          <p:spPr>
            <a:xfrm>
              <a:off x="5052904" y="3720872"/>
              <a:ext cx="45846" cy="23002"/>
            </a:xfrm>
            <a:custGeom>
              <a:rect b="b" l="l" r="r" t="t"/>
              <a:pathLst>
                <a:path extrusionOk="0" h="877" w="1748">
                  <a:moveTo>
                    <a:pt x="1" y="1"/>
                  </a:moveTo>
                  <a:lnTo>
                    <a:pt x="1" y="660"/>
                  </a:lnTo>
                  <a:cubicBezTo>
                    <a:pt x="1" y="780"/>
                    <a:pt x="97" y="876"/>
                    <a:pt x="217" y="876"/>
                  </a:cubicBezTo>
                  <a:lnTo>
                    <a:pt x="1531" y="876"/>
                  </a:lnTo>
                  <a:cubicBezTo>
                    <a:pt x="1651" y="876"/>
                    <a:pt x="1747" y="780"/>
                    <a:pt x="1747" y="660"/>
                  </a:cubicBezTo>
                  <a:lnTo>
                    <a:pt x="1747"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87"/>
            <p:cNvSpPr/>
            <p:nvPr/>
          </p:nvSpPr>
          <p:spPr>
            <a:xfrm>
              <a:off x="5052904" y="3566156"/>
              <a:ext cx="45846" cy="23002"/>
            </a:xfrm>
            <a:custGeom>
              <a:rect b="b" l="l" r="r" t="t"/>
              <a:pathLst>
                <a:path extrusionOk="0" h="877" w="1748">
                  <a:moveTo>
                    <a:pt x="655" y="1"/>
                  </a:moveTo>
                  <a:cubicBezTo>
                    <a:pt x="294" y="1"/>
                    <a:pt x="1" y="294"/>
                    <a:pt x="1" y="660"/>
                  </a:cubicBezTo>
                  <a:cubicBezTo>
                    <a:pt x="1" y="660"/>
                    <a:pt x="655" y="876"/>
                    <a:pt x="1747" y="876"/>
                  </a:cubicBezTo>
                  <a:lnTo>
                    <a:pt x="1747" y="660"/>
                  </a:lnTo>
                  <a:cubicBezTo>
                    <a:pt x="1747" y="294"/>
                    <a:pt x="1454" y="1"/>
                    <a:pt x="109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87"/>
            <p:cNvSpPr/>
            <p:nvPr/>
          </p:nvSpPr>
          <p:spPr>
            <a:xfrm>
              <a:off x="5052904" y="3566156"/>
              <a:ext cx="31578" cy="20982"/>
            </a:xfrm>
            <a:custGeom>
              <a:rect b="b" l="l" r="r" t="t"/>
              <a:pathLst>
                <a:path extrusionOk="0" h="800" w="1204">
                  <a:moveTo>
                    <a:pt x="655" y="1"/>
                  </a:moveTo>
                  <a:cubicBezTo>
                    <a:pt x="294" y="1"/>
                    <a:pt x="1" y="294"/>
                    <a:pt x="1" y="660"/>
                  </a:cubicBezTo>
                  <a:cubicBezTo>
                    <a:pt x="212" y="722"/>
                    <a:pt x="434" y="770"/>
                    <a:pt x="655" y="799"/>
                  </a:cubicBezTo>
                  <a:lnTo>
                    <a:pt x="655" y="660"/>
                  </a:lnTo>
                  <a:cubicBezTo>
                    <a:pt x="655" y="337"/>
                    <a:pt x="886" y="68"/>
                    <a:pt x="1204" y="15"/>
                  </a:cubicBezTo>
                  <a:cubicBezTo>
                    <a:pt x="1165" y="5"/>
                    <a:pt x="1131" y="1"/>
                    <a:pt x="109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87"/>
            <p:cNvSpPr/>
            <p:nvPr/>
          </p:nvSpPr>
          <p:spPr>
            <a:xfrm>
              <a:off x="5041416" y="3639724"/>
              <a:ext cx="17205" cy="81174"/>
            </a:xfrm>
            <a:custGeom>
              <a:rect b="b" l="l" r="r" t="t"/>
              <a:pathLst>
                <a:path extrusionOk="0" h="3095" w="656">
                  <a:moveTo>
                    <a:pt x="58" y="1"/>
                  </a:moveTo>
                  <a:cubicBezTo>
                    <a:pt x="20" y="68"/>
                    <a:pt x="1" y="140"/>
                    <a:pt x="1" y="217"/>
                  </a:cubicBezTo>
                  <a:lnTo>
                    <a:pt x="1" y="1714"/>
                  </a:lnTo>
                  <a:cubicBezTo>
                    <a:pt x="1" y="2185"/>
                    <a:pt x="140" y="2652"/>
                    <a:pt x="405" y="3047"/>
                  </a:cubicBezTo>
                  <a:lnTo>
                    <a:pt x="439" y="3095"/>
                  </a:lnTo>
                  <a:lnTo>
                    <a:pt x="655" y="3095"/>
                  </a:lnTo>
                  <a:lnTo>
                    <a:pt x="655" y="684"/>
                  </a:lnTo>
                  <a:cubicBezTo>
                    <a:pt x="655" y="554"/>
                    <a:pt x="597" y="424"/>
                    <a:pt x="492" y="342"/>
                  </a:cubicBezTo>
                  <a:lnTo>
                    <a:pt x="58"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87"/>
            <p:cNvSpPr/>
            <p:nvPr/>
          </p:nvSpPr>
          <p:spPr>
            <a:xfrm>
              <a:off x="5093032" y="3639724"/>
              <a:ext cx="17205" cy="81174"/>
            </a:xfrm>
            <a:custGeom>
              <a:rect b="b" l="l" r="r" t="t"/>
              <a:pathLst>
                <a:path extrusionOk="0" h="3095" w="656">
                  <a:moveTo>
                    <a:pt x="593" y="1"/>
                  </a:moveTo>
                  <a:lnTo>
                    <a:pt x="164" y="342"/>
                  </a:lnTo>
                  <a:cubicBezTo>
                    <a:pt x="58" y="424"/>
                    <a:pt x="1" y="554"/>
                    <a:pt x="1" y="684"/>
                  </a:cubicBezTo>
                  <a:lnTo>
                    <a:pt x="1" y="3095"/>
                  </a:lnTo>
                  <a:lnTo>
                    <a:pt x="217" y="3095"/>
                  </a:lnTo>
                  <a:lnTo>
                    <a:pt x="251" y="3047"/>
                  </a:lnTo>
                  <a:cubicBezTo>
                    <a:pt x="516" y="2652"/>
                    <a:pt x="655" y="2185"/>
                    <a:pt x="655" y="1714"/>
                  </a:cubicBezTo>
                  <a:lnTo>
                    <a:pt x="655" y="217"/>
                  </a:lnTo>
                  <a:cubicBezTo>
                    <a:pt x="655" y="140"/>
                    <a:pt x="631" y="68"/>
                    <a:pt x="593"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87"/>
            <p:cNvSpPr/>
            <p:nvPr/>
          </p:nvSpPr>
          <p:spPr>
            <a:xfrm>
              <a:off x="4942092" y="3446034"/>
              <a:ext cx="259495" cy="303505"/>
            </a:xfrm>
            <a:custGeom>
              <a:rect b="b" l="l" r="r" t="t"/>
              <a:pathLst>
                <a:path extrusionOk="0" h="11572" w="9894">
                  <a:moveTo>
                    <a:pt x="5313" y="4787"/>
                  </a:moveTo>
                  <a:cubicBezTo>
                    <a:pt x="5563" y="4787"/>
                    <a:pt x="5765" y="4990"/>
                    <a:pt x="5765" y="5240"/>
                  </a:cubicBezTo>
                  <a:lnTo>
                    <a:pt x="5765" y="5678"/>
                  </a:lnTo>
                  <a:cubicBezTo>
                    <a:pt x="5765" y="6043"/>
                    <a:pt x="5467" y="6346"/>
                    <a:pt x="5101" y="6346"/>
                  </a:cubicBezTo>
                  <a:lnTo>
                    <a:pt x="5097" y="6346"/>
                  </a:lnTo>
                  <a:cubicBezTo>
                    <a:pt x="4726" y="6346"/>
                    <a:pt x="4428" y="6048"/>
                    <a:pt x="4428" y="5678"/>
                  </a:cubicBezTo>
                  <a:lnTo>
                    <a:pt x="4428" y="5240"/>
                  </a:lnTo>
                  <a:cubicBezTo>
                    <a:pt x="4428" y="4990"/>
                    <a:pt x="4630" y="4787"/>
                    <a:pt x="4875" y="4787"/>
                  </a:cubicBezTo>
                  <a:close/>
                  <a:moveTo>
                    <a:pt x="5327" y="6755"/>
                  </a:moveTo>
                  <a:lnTo>
                    <a:pt x="5327" y="6852"/>
                  </a:lnTo>
                  <a:cubicBezTo>
                    <a:pt x="5327" y="6929"/>
                    <a:pt x="5347" y="7001"/>
                    <a:pt x="5385" y="7068"/>
                  </a:cubicBezTo>
                  <a:lnTo>
                    <a:pt x="5106" y="7347"/>
                  </a:lnTo>
                  <a:cubicBezTo>
                    <a:pt x="5104" y="7350"/>
                    <a:pt x="5100" y="7351"/>
                    <a:pt x="5097" y="7351"/>
                  </a:cubicBezTo>
                  <a:cubicBezTo>
                    <a:pt x="5093" y="7351"/>
                    <a:pt x="5089" y="7350"/>
                    <a:pt x="5087" y="7347"/>
                  </a:cubicBezTo>
                  <a:lnTo>
                    <a:pt x="4808" y="7068"/>
                  </a:lnTo>
                  <a:cubicBezTo>
                    <a:pt x="4842" y="7001"/>
                    <a:pt x="4861" y="6929"/>
                    <a:pt x="4861" y="6852"/>
                  </a:cubicBezTo>
                  <a:lnTo>
                    <a:pt x="4861" y="6755"/>
                  </a:lnTo>
                  <a:close/>
                  <a:moveTo>
                    <a:pt x="5100" y="408"/>
                  </a:moveTo>
                  <a:cubicBezTo>
                    <a:pt x="6644" y="408"/>
                    <a:pt x="8064" y="1261"/>
                    <a:pt x="8787" y="2627"/>
                  </a:cubicBezTo>
                  <a:cubicBezTo>
                    <a:pt x="9519" y="4008"/>
                    <a:pt x="9417" y="5682"/>
                    <a:pt x="8527" y="6962"/>
                  </a:cubicBezTo>
                  <a:lnTo>
                    <a:pt x="8522" y="6962"/>
                  </a:lnTo>
                  <a:cubicBezTo>
                    <a:pt x="8051" y="7646"/>
                    <a:pt x="7382" y="8170"/>
                    <a:pt x="6612" y="8473"/>
                  </a:cubicBezTo>
                  <a:cubicBezTo>
                    <a:pt x="6367" y="8569"/>
                    <a:pt x="6208" y="8805"/>
                    <a:pt x="6208" y="9070"/>
                  </a:cubicBezTo>
                  <a:lnTo>
                    <a:pt x="6208" y="9638"/>
                  </a:lnTo>
                  <a:cubicBezTo>
                    <a:pt x="6208" y="9724"/>
                    <a:pt x="6179" y="9811"/>
                    <a:pt x="6131" y="9888"/>
                  </a:cubicBezTo>
                  <a:lnTo>
                    <a:pt x="5915" y="10215"/>
                  </a:lnTo>
                  <a:cubicBezTo>
                    <a:pt x="5895" y="10239"/>
                    <a:pt x="5881" y="10263"/>
                    <a:pt x="5866" y="10287"/>
                  </a:cubicBezTo>
                  <a:lnTo>
                    <a:pt x="4327" y="10287"/>
                  </a:lnTo>
                  <a:cubicBezTo>
                    <a:pt x="4312" y="10263"/>
                    <a:pt x="4298" y="10239"/>
                    <a:pt x="4279" y="10215"/>
                  </a:cubicBezTo>
                  <a:lnTo>
                    <a:pt x="4062" y="9888"/>
                  </a:lnTo>
                  <a:cubicBezTo>
                    <a:pt x="4014" y="9811"/>
                    <a:pt x="3990" y="9724"/>
                    <a:pt x="3990" y="9638"/>
                  </a:cubicBezTo>
                  <a:lnTo>
                    <a:pt x="3990" y="7699"/>
                  </a:lnTo>
                  <a:cubicBezTo>
                    <a:pt x="3990" y="7607"/>
                    <a:pt x="4038" y="7530"/>
                    <a:pt x="4115" y="7492"/>
                  </a:cubicBezTo>
                  <a:lnTo>
                    <a:pt x="4471" y="7309"/>
                  </a:lnTo>
                  <a:lnTo>
                    <a:pt x="4798" y="7636"/>
                  </a:lnTo>
                  <a:cubicBezTo>
                    <a:pt x="4880" y="7720"/>
                    <a:pt x="4988" y="7762"/>
                    <a:pt x="5097" y="7762"/>
                  </a:cubicBezTo>
                  <a:cubicBezTo>
                    <a:pt x="5206" y="7762"/>
                    <a:pt x="5315" y="7720"/>
                    <a:pt x="5400" y="7636"/>
                  </a:cubicBezTo>
                  <a:lnTo>
                    <a:pt x="5722" y="7309"/>
                  </a:lnTo>
                  <a:lnTo>
                    <a:pt x="6078" y="7492"/>
                  </a:lnTo>
                  <a:cubicBezTo>
                    <a:pt x="6160" y="7530"/>
                    <a:pt x="6208" y="7607"/>
                    <a:pt x="6208" y="7699"/>
                  </a:cubicBezTo>
                  <a:lnTo>
                    <a:pt x="6208" y="7867"/>
                  </a:lnTo>
                  <a:cubicBezTo>
                    <a:pt x="6215" y="7994"/>
                    <a:pt x="6314" y="8058"/>
                    <a:pt x="6413" y="8058"/>
                  </a:cubicBezTo>
                  <a:cubicBezTo>
                    <a:pt x="6511" y="8058"/>
                    <a:pt x="6610" y="7994"/>
                    <a:pt x="6617" y="7867"/>
                  </a:cubicBezTo>
                  <a:lnTo>
                    <a:pt x="6617" y="7699"/>
                  </a:lnTo>
                  <a:cubicBezTo>
                    <a:pt x="6617" y="7453"/>
                    <a:pt x="6482" y="7232"/>
                    <a:pt x="6261" y="7121"/>
                  </a:cubicBezTo>
                  <a:lnTo>
                    <a:pt x="5751" y="6866"/>
                  </a:lnTo>
                  <a:cubicBezTo>
                    <a:pt x="5746" y="6866"/>
                    <a:pt x="5741" y="6861"/>
                    <a:pt x="5741" y="6856"/>
                  </a:cubicBezTo>
                  <a:lnTo>
                    <a:pt x="5741" y="6544"/>
                  </a:lnTo>
                  <a:cubicBezTo>
                    <a:pt x="6016" y="6342"/>
                    <a:pt x="6179" y="6019"/>
                    <a:pt x="6179" y="5678"/>
                  </a:cubicBezTo>
                  <a:lnTo>
                    <a:pt x="6179" y="5240"/>
                  </a:lnTo>
                  <a:cubicBezTo>
                    <a:pt x="6179" y="4763"/>
                    <a:pt x="5794" y="4378"/>
                    <a:pt x="5318" y="4378"/>
                  </a:cubicBezTo>
                  <a:lnTo>
                    <a:pt x="4880" y="4378"/>
                  </a:lnTo>
                  <a:cubicBezTo>
                    <a:pt x="4404" y="4378"/>
                    <a:pt x="4019" y="4763"/>
                    <a:pt x="4019" y="5240"/>
                  </a:cubicBezTo>
                  <a:lnTo>
                    <a:pt x="4019" y="5678"/>
                  </a:lnTo>
                  <a:cubicBezTo>
                    <a:pt x="4019" y="6019"/>
                    <a:pt x="4182" y="6342"/>
                    <a:pt x="4457" y="6544"/>
                  </a:cubicBezTo>
                  <a:lnTo>
                    <a:pt x="4457" y="6856"/>
                  </a:lnTo>
                  <a:cubicBezTo>
                    <a:pt x="4457" y="6861"/>
                    <a:pt x="4452" y="6866"/>
                    <a:pt x="4447" y="6866"/>
                  </a:cubicBezTo>
                  <a:lnTo>
                    <a:pt x="3937" y="7121"/>
                  </a:lnTo>
                  <a:cubicBezTo>
                    <a:pt x="3716" y="7232"/>
                    <a:pt x="3581" y="7453"/>
                    <a:pt x="3581" y="7699"/>
                  </a:cubicBezTo>
                  <a:lnTo>
                    <a:pt x="3581" y="8468"/>
                  </a:lnTo>
                  <a:cubicBezTo>
                    <a:pt x="2840" y="8180"/>
                    <a:pt x="2195" y="7684"/>
                    <a:pt x="1723" y="7039"/>
                  </a:cubicBezTo>
                  <a:cubicBezTo>
                    <a:pt x="804" y="5779"/>
                    <a:pt x="665" y="4109"/>
                    <a:pt x="1367" y="2714"/>
                  </a:cubicBezTo>
                  <a:cubicBezTo>
                    <a:pt x="2065" y="1313"/>
                    <a:pt x="3489" y="428"/>
                    <a:pt x="5048" y="409"/>
                  </a:cubicBezTo>
                  <a:cubicBezTo>
                    <a:pt x="5066" y="409"/>
                    <a:pt x="5083" y="408"/>
                    <a:pt x="5100" y="408"/>
                  </a:cubicBezTo>
                  <a:close/>
                  <a:moveTo>
                    <a:pt x="5770" y="10696"/>
                  </a:moveTo>
                  <a:lnTo>
                    <a:pt x="5770" y="11149"/>
                  </a:lnTo>
                  <a:cubicBezTo>
                    <a:pt x="5770" y="11156"/>
                    <a:pt x="5764" y="11164"/>
                    <a:pt x="5759" y="11164"/>
                  </a:cubicBezTo>
                  <a:cubicBezTo>
                    <a:pt x="5758" y="11164"/>
                    <a:pt x="5757" y="11164"/>
                    <a:pt x="5756" y="11163"/>
                  </a:cubicBezTo>
                  <a:lnTo>
                    <a:pt x="4442" y="11163"/>
                  </a:lnTo>
                  <a:cubicBezTo>
                    <a:pt x="4433" y="11163"/>
                    <a:pt x="4428" y="11158"/>
                    <a:pt x="4428" y="11149"/>
                  </a:cubicBezTo>
                  <a:lnTo>
                    <a:pt x="4428" y="10696"/>
                  </a:lnTo>
                  <a:close/>
                  <a:moveTo>
                    <a:pt x="5100" y="1"/>
                  </a:moveTo>
                  <a:cubicBezTo>
                    <a:pt x="4021" y="1"/>
                    <a:pt x="2941" y="379"/>
                    <a:pt x="2075" y="1140"/>
                  </a:cubicBezTo>
                  <a:cubicBezTo>
                    <a:pt x="294" y="2704"/>
                    <a:pt x="1" y="5370"/>
                    <a:pt x="1396" y="7285"/>
                  </a:cubicBezTo>
                  <a:cubicBezTo>
                    <a:pt x="1945" y="8031"/>
                    <a:pt x="2705" y="8598"/>
                    <a:pt x="3581" y="8906"/>
                  </a:cubicBezTo>
                  <a:lnTo>
                    <a:pt x="3581" y="9638"/>
                  </a:lnTo>
                  <a:cubicBezTo>
                    <a:pt x="3581" y="9806"/>
                    <a:pt x="3634" y="9974"/>
                    <a:pt x="3725" y="10114"/>
                  </a:cubicBezTo>
                  <a:lnTo>
                    <a:pt x="3942" y="10441"/>
                  </a:lnTo>
                  <a:cubicBezTo>
                    <a:pt x="3995" y="10513"/>
                    <a:pt x="4019" y="10605"/>
                    <a:pt x="4019" y="10691"/>
                  </a:cubicBezTo>
                  <a:lnTo>
                    <a:pt x="4019" y="11149"/>
                  </a:lnTo>
                  <a:cubicBezTo>
                    <a:pt x="4019" y="11379"/>
                    <a:pt x="4206" y="11567"/>
                    <a:pt x="4442" y="11572"/>
                  </a:cubicBezTo>
                  <a:lnTo>
                    <a:pt x="5756" y="11572"/>
                  </a:lnTo>
                  <a:cubicBezTo>
                    <a:pt x="5987" y="11567"/>
                    <a:pt x="6174" y="11379"/>
                    <a:pt x="6174" y="11149"/>
                  </a:cubicBezTo>
                  <a:lnTo>
                    <a:pt x="6174" y="10691"/>
                  </a:lnTo>
                  <a:cubicBezTo>
                    <a:pt x="6174" y="10605"/>
                    <a:pt x="6198" y="10513"/>
                    <a:pt x="6251" y="10441"/>
                  </a:cubicBezTo>
                  <a:lnTo>
                    <a:pt x="6468" y="10114"/>
                  </a:lnTo>
                  <a:cubicBezTo>
                    <a:pt x="6564" y="9974"/>
                    <a:pt x="6612" y="9806"/>
                    <a:pt x="6612" y="9638"/>
                  </a:cubicBezTo>
                  <a:lnTo>
                    <a:pt x="6612" y="9070"/>
                  </a:lnTo>
                  <a:cubicBezTo>
                    <a:pt x="6612" y="8974"/>
                    <a:pt x="6670" y="8892"/>
                    <a:pt x="6757" y="8853"/>
                  </a:cubicBezTo>
                  <a:cubicBezTo>
                    <a:pt x="8219" y="8286"/>
                    <a:pt x="9288" y="7006"/>
                    <a:pt x="9591" y="5466"/>
                  </a:cubicBezTo>
                  <a:cubicBezTo>
                    <a:pt x="9894" y="3926"/>
                    <a:pt x="9389" y="2338"/>
                    <a:pt x="8248" y="1256"/>
                  </a:cubicBezTo>
                  <a:lnTo>
                    <a:pt x="8253" y="1256"/>
                  </a:lnTo>
                  <a:cubicBezTo>
                    <a:pt x="7371" y="421"/>
                    <a:pt x="6236" y="1"/>
                    <a:pt x="5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87"/>
            <p:cNvSpPr/>
            <p:nvPr/>
          </p:nvSpPr>
          <p:spPr>
            <a:xfrm>
              <a:off x="4890346" y="3560832"/>
              <a:ext cx="53032" cy="10780"/>
            </a:xfrm>
            <a:custGeom>
              <a:rect b="b" l="l" r="r" t="t"/>
              <a:pathLst>
                <a:path extrusionOk="0" h="411" w="2022">
                  <a:moveTo>
                    <a:pt x="267" y="1"/>
                  </a:moveTo>
                  <a:cubicBezTo>
                    <a:pt x="1" y="1"/>
                    <a:pt x="2" y="411"/>
                    <a:pt x="271" y="411"/>
                  </a:cubicBezTo>
                  <a:cubicBezTo>
                    <a:pt x="276" y="411"/>
                    <a:pt x="280" y="411"/>
                    <a:pt x="285" y="410"/>
                  </a:cubicBezTo>
                  <a:lnTo>
                    <a:pt x="1820" y="410"/>
                  </a:lnTo>
                  <a:cubicBezTo>
                    <a:pt x="1931" y="410"/>
                    <a:pt x="2022" y="319"/>
                    <a:pt x="2022" y="204"/>
                  </a:cubicBezTo>
                  <a:cubicBezTo>
                    <a:pt x="2022" y="93"/>
                    <a:pt x="1931" y="1"/>
                    <a:pt x="1820" y="1"/>
                  </a:cubicBezTo>
                  <a:lnTo>
                    <a:pt x="285" y="1"/>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87"/>
            <p:cNvSpPr/>
            <p:nvPr/>
          </p:nvSpPr>
          <p:spPr>
            <a:xfrm>
              <a:off x="5206859" y="3560858"/>
              <a:ext cx="53793" cy="10753"/>
            </a:xfrm>
            <a:custGeom>
              <a:rect b="b" l="l" r="r" t="t"/>
              <a:pathLst>
                <a:path extrusionOk="0" h="410" w="2051">
                  <a:moveTo>
                    <a:pt x="261" y="0"/>
                  </a:moveTo>
                  <a:cubicBezTo>
                    <a:pt x="1" y="15"/>
                    <a:pt x="1" y="395"/>
                    <a:pt x="261" y="409"/>
                  </a:cubicBezTo>
                  <a:lnTo>
                    <a:pt x="1796" y="409"/>
                  </a:lnTo>
                  <a:cubicBezTo>
                    <a:pt x="2051" y="395"/>
                    <a:pt x="2051" y="15"/>
                    <a:pt x="17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87"/>
            <p:cNvSpPr/>
            <p:nvPr/>
          </p:nvSpPr>
          <p:spPr>
            <a:xfrm>
              <a:off x="5070266" y="3382537"/>
              <a:ext cx="11120" cy="51275"/>
            </a:xfrm>
            <a:custGeom>
              <a:rect b="b" l="l" r="r" t="t"/>
              <a:pathLst>
                <a:path extrusionOk="0" h="1955" w="424">
                  <a:moveTo>
                    <a:pt x="212" y="0"/>
                  </a:moveTo>
                  <a:cubicBezTo>
                    <a:pt x="106" y="0"/>
                    <a:pt x="0" y="73"/>
                    <a:pt x="7" y="217"/>
                  </a:cubicBezTo>
                  <a:lnTo>
                    <a:pt x="7" y="1747"/>
                  </a:lnTo>
                  <a:cubicBezTo>
                    <a:pt x="7" y="1863"/>
                    <a:pt x="99" y="1954"/>
                    <a:pt x="214" y="1954"/>
                  </a:cubicBezTo>
                  <a:cubicBezTo>
                    <a:pt x="325" y="1954"/>
                    <a:pt x="416" y="1863"/>
                    <a:pt x="416" y="1747"/>
                  </a:cubicBezTo>
                  <a:lnTo>
                    <a:pt x="416" y="217"/>
                  </a:lnTo>
                  <a:cubicBezTo>
                    <a:pt x="424" y="73"/>
                    <a:pt x="318"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87"/>
            <p:cNvSpPr/>
            <p:nvPr/>
          </p:nvSpPr>
          <p:spPr>
            <a:xfrm>
              <a:off x="4988043" y="3680140"/>
              <a:ext cx="25021" cy="30948"/>
            </a:xfrm>
            <a:custGeom>
              <a:rect b="b" l="l" r="r" t="t"/>
              <a:pathLst>
                <a:path extrusionOk="0" h="1180" w="954">
                  <a:moveTo>
                    <a:pt x="719" y="0"/>
                  </a:moveTo>
                  <a:cubicBezTo>
                    <a:pt x="647" y="0"/>
                    <a:pt x="580" y="38"/>
                    <a:pt x="544" y="105"/>
                  </a:cubicBezTo>
                  <a:lnTo>
                    <a:pt x="106" y="861"/>
                  </a:lnTo>
                  <a:cubicBezTo>
                    <a:pt x="1" y="1026"/>
                    <a:pt x="144" y="1179"/>
                    <a:pt x="286" y="1179"/>
                  </a:cubicBezTo>
                  <a:cubicBezTo>
                    <a:pt x="351" y="1179"/>
                    <a:pt x="417" y="1147"/>
                    <a:pt x="457" y="1068"/>
                  </a:cubicBezTo>
                  <a:lnTo>
                    <a:pt x="895" y="307"/>
                  </a:lnTo>
                  <a:cubicBezTo>
                    <a:pt x="953" y="211"/>
                    <a:pt x="919" y="86"/>
                    <a:pt x="823" y="28"/>
                  </a:cubicBezTo>
                  <a:cubicBezTo>
                    <a:pt x="790" y="9"/>
                    <a:pt x="754" y="0"/>
                    <a:pt x="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87"/>
            <p:cNvSpPr/>
            <p:nvPr/>
          </p:nvSpPr>
          <p:spPr>
            <a:xfrm>
              <a:off x="5138589" y="3421380"/>
              <a:ext cx="25021" cy="30948"/>
            </a:xfrm>
            <a:custGeom>
              <a:rect b="b" l="l" r="r" t="t"/>
              <a:pathLst>
                <a:path extrusionOk="0" h="1180" w="954">
                  <a:moveTo>
                    <a:pt x="668" y="1"/>
                  </a:moveTo>
                  <a:cubicBezTo>
                    <a:pt x="603" y="1"/>
                    <a:pt x="537" y="33"/>
                    <a:pt x="496" y="112"/>
                  </a:cubicBezTo>
                  <a:lnTo>
                    <a:pt x="59" y="872"/>
                  </a:lnTo>
                  <a:cubicBezTo>
                    <a:pt x="1" y="969"/>
                    <a:pt x="34" y="1094"/>
                    <a:pt x="131" y="1151"/>
                  </a:cubicBezTo>
                  <a:cubicBezTo>
                    <a:pt x="164" y="1171"/>
                    <a:pt x="200" y="1180"/>
                    <a:pt x="235" y="1180"/>
                  </a:cubicBezTo>
                  <a:cubicBezTo>
                    <a:pt x="306" y="1180"/>
                    <a:pt x="374" y="1142"/>
                    <a:pt x="410" y="1074"/>
                  </a:cubicBezTo>
                  <a:lnTo>
                    <a:pt x="848" y="319"/>
                  </a:lnTo>
                  <a:cubicBezTo>
                    <a:pt x="953" y="154"/>
                    <a:pt x="810"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87"/>
            <p:cNvSpPr/>
            <p:nvPr/>
          </p:nvSpPr>
          <p:spPr>
            <a:xfrm>
              <a:off x="4928952" y="3480418"/>
              <a:ext cx="35145" cy="22241"/>
            </a:xfrm>
            <a:custGeom>
              <a:rect b="b" l="l" r="r" t="t"/>
              <a:pathLst>
                <a:path extrusionOk="0" h="848" w="1340">
                  <a:moveTo>
                    <a:pt x="296" y="1"/>
                  </a:moveTo>
                  <a:cubicBezTo>
                    <a:pt x="113" y="1"/>
                    <a:pt x="0" y="263"/>
                    <a:pt x="189" y="382"/>
                  </a:cubicBezTo>
                  <a:lnTo>
                    <a:pt x="949" y="820"/>
                  </a:lnTo>
                  <a:cubicBezTo>
                    <a:pt x="984" y="839"/>
                    <a:pt x="1019" y="848"/>
                    <a:pt x="1051" y="848"/>
                  </a:cubicBezTo>
                  <a:cubicBezTo>
                    <a:pt x="1229" y="848"/>
                    <a:pt x="1339" y="587"/>
                    <a:pt x="1151" y="464"/>
                  </a:cubicBezTo>
                  <a:lnTo>
                    <a:pt x="396" y="26"/>
                  </a:lnTo>
                  <a:cubicBezTo>
                    <a:pt x="361" y="9"/>
                    <a:pt x="328" y="1"/>
                    <a:pt x="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87"/>
            <p:cNvSpPr/>
            <p:nvPr/>
          </p:nvSpPr>
          <p:spPr>
            <a:xfrm>
              <a:off x="5186979" y="3629495"/>
              <a:ext cx="36246" cy="22713"/>
            </a:xfrm>
            <a:custGeom>
              <a:rect b="b" l="l" r="r" t="t"/>
              <a:pathLst>
                <a:path extrusionOk="0" h="866" w="1382">
                  <a:moveTo>
                    <a:pt x="305" y="0"/>
                  </a:moveTo>
                  <a:cubicBezTo>
                    <a:pt x="119" y="0"/>
                    <a:pt x="1" y="282"/>
                    <a:pt x="210" y="391"/>
                  </a:cubicBezTo>
                  <a:lnTo>
                    <a:pt x="971" y="829"/>
                  </a:lnTo>
                  <a:cubicBezTo>
                    <a:pt x="1010" y="854"/>
                    <a:pt x="1048" y="865"/>
                    <a:pt x="1084" y="865"/>
                  </a:cubicBezTo>
                  <a:cubicBezTo>
                    <a:pt x="1265" y="865"/>
                    <a:pt x="1382" y="585"/>
                    <a:pt x="1173" y="473"/>
                  </a:cubicBezTo>
                  <a:lnTo>
                    <a:pt x="417" y="35"/>
                  </a:lnTo>
                  <a:cubicBezTo>
                    <a:pt x="378" y="11"/>
                    <a:pt x="340" y="0"/>
                    <a:pt x="3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87"/>
            <p:cNvSpPr/>
            <p:nvPr/>
          </p:nvSpPr>
          <p:spPr>
            <a:xfrm>
              <a:off x="5137356" y="3679878"/>
              <a:ext cx="25729" cy="30844"/>
            </a:xfrm>
            <a:custGeom>
              <a:rect b="b" l="l" r="r" t="t"/>
              <a:pathLst>
                <a:path extrusionOk="0" h="1176" w="981">
                  <a:moveTo>
                    <a:pt x="283" y="1"/>
                  </a:moveTo>
                  <a:cubicBezTo>
                    <a:pt x="141" y="1"/>
                    <a:pt x="1" y="154"/>
                    <a:pt x="106" y="317"/>
                  </a:cubicBezTo>
                  <a:lnTo>
                    <a:pt x="543" y="1078"/>
                  </a:lnTo>
                  <a:cubicBezTo>
                    <a:pt x="587" y="1146"/>
                    <a:pt x="649" y="1175"/>
                    <a:pt x="711" y="1175"/>
                  </a:cubicBezTo>
                  <a:cubicBezTo>
                    <a:pt x="848" y="1175"/>
                    <a:pt x="981" y="1033"/>
                    <a:pt x="895" y="871"/>
                  </a:cubicBezTo>
                  <a:lnTo>
                    <a:pt x="457" y="115"/>
                  </a:lnTo>
                  <a:cubicBezTo>
                    <a:pt x="415" y="34"/>
                    <a:pt x="349" y="1"/>
                    <a:pt x="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87"/>
            <p:cNvSpPr/>
            <p:nvPr/>
          </p:nvSpPr>
          <p:spPr>
            <a:xfrm>
              <a:off x="4988069" y="3421301"/>
              <a:ext cx="26228" cy="31184"/>
            </a:xfrm>
            <a:custGeom>
              <a:rect b="b" l="l" r="r" t="t"/>
              <a:pathLst>
                <a:path extrusionOk="0" h="1189" w="1000">
                  <a:moveTo>
                    <a:pt x="283" y="1"/>
                  </a:moveTo>
                  <a:cubicBezTo>
                    <a:pt x="141" y="1"/>
                    <a:pt x="0" y="153"/>
                    <a:pt x="105" y="317"/>
                  </a:cubicBezTo>
                  <a:lnTo>
                    <a:pt x="543" y="1077"/>
                  </a:lnTo>
                  <a:cubicBezTo>
                    <a:pt x="584" y="1156"/>
                    <a:pt x="649" y="1189"/>
                    <a:pt x="715" y="1189"/>
                  </a:cubicBezTo>
                  <a:cubicBezTo>
                    <a:pt x="857" y="1189"/>
                    <a:pt x="1000" y="1035"/>
                    <a:pt x="894" y="871"/>
                  </a:cubicBezTo>
                  <a:lnTo>
                    <a:pt x="456" y="115"/>
                  </a:lnTo>
                  <a:cubicBezTo>
                    <a:pt x="415" y="34"/>
                    <a:pt x="349" y="1"/>
                    <a:pt x="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87"/>
            <p:cNvSpPr/>
            <p:nvPr/>
          </p:nvSpPr>
          <p:spPr>
            <a:xfrm>
              <a:off x="5187687" y="3480418"/>
              <a:ext cx="35014" cy="22293"/>
            </a:xfrm>
            <a:custGeom>
              <a:rect b="b" l="l" r="r" t="t"/>
              <a:pathLst>
                <a:path extrusionOk="0" h="850" w="1335">
                  <a:moveTo>
                    <a:pt x="1042" y="1"/>
                  </a:moveTo>
                  <a:cubicBezTo>
                    <a:pt x="1011" y="1"/>
                    <a:pt x="978" y="9"/>
                    <a:pt x="944" y="26"/>
                  </a:cubicBezTo>
                  <a:lnTo>
                    <a:pt x="183" y="464"/>
                  </a:lnTo>
                  <a:cubicBezTo>
                    <a:pt x="1" y="570"/>
                    <a:pt x="78" y="849"/>
                    <a:pt x="284" y="849"/>
                  </a:cubicBezTo>
                  <a:cubicBezTo>
                    <a:pt x="323" y="849"/>
                    <a:pt x="357" y="840"/>
                    <a:pt x="390" y="820"/>
                  </a:cubicBezTo>
                  <a:lnTo>
                    <a:pt x="1146" y="382"/>
                  </a:lnTo>
                  <a:cubicBezTo>
                    <a:pt x="1335" y="263"/>
                    <a:pt x="1222"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87"/>
            <p:cNvSpPr/>
            <p:nvPr/>
          </p:nvSpPr>
          <p:spPr>
            <a:xfrm>
              <a:off x="4928428" y="3629495"/>
              <a:ext cx="36246" cy="22713"/>
            </a:xfrm>
            <a:custGeom>
              <a:rect b="b" l="l" r="r" t="t"/>
              <a:pathLst>
                <a:path extrusionOk="0" h="866" w="1382">
                  <a:moveTo>
                    <a:pt x="1080" y="0"/>
                  </a:moveTo>
                  <a:cubicBezTo>
                    <a:pt x="1045" y="0"/>
                    <a:pt x="1007" y="11"/>
                    <a:pt x="969" y="35"/>
                  </a:cubicBezTo>
                  <a:lnTo>
                    <a:pt x="209" y="473"/>
                  </a:lnTo>
                  <a:cubicBezTo>
                    <a:pt x="0" y="585"/>
                    <a:pt x="117" y="865"/>
                    <a:pt x="301" y="865"/>
                  </a:cubicBezTo>
                  <a:cubicBezTo>
                    <a:pt x="337" y="865"/>
                    <a:pt x="376" y="854"/>
                    <a:pt x="416" y="829"/>
                  </a:cubicBezTo>
                  <a:lnTo>
                    <a:pt x="1171" y="391"/>
                  </a:lnTo>
                  <a:cubicBezTo>
                    <a:pt x="1381" y="282"/>
                    <a:pt x="1263" y="0"/>
                    <a:pt x="10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87"/>
            <p:cNvSpPr/>
            <p:nvPr/>
          </p:nvSpPr>
          <p:spPr>
            <a:xfrm>
              <a:off x="5090776" y="3471737"/>
              <a:ext cx="76689" cy="65149"/>
            </a:xfrm>
            <a:custGeom>
              <a:rect b="b" l="l" r="r" t="t"/>
              <a:pathLst>
                <a:path extrusionOk="0" h="2484" w="2924">
                  <a:moveTo>
                    <a:pt x="289" y="0"/>
                  </a:moveTo>
                  <a:cubicBezTo>
                    <a:pt x="70" y="0"/>
                    <a:pt x="1" y="353"/>
                    <a:pt x="255" y="410"/>
                  </a:cubicBezTo>
                  <a:cubicBezTo>
                    <a:pt x="1266" y="670"/>
                    <a:pt x="2098" y="1397"/>
                    <a:pt x="2493" y="2364"/>
                  </a:cubicBezTo>
                  <a:cubicBezTo>
                    <a:pt x="2530" y="2448"/>
                    <a:pt x="2600" y="2484"/>
                    <a:pt x="2670" y="2484"/>
                  </a:cubicBezTo>
                  <a:cubicBezTo>
                    <a:pt x="2796" y="2484"/>
                    <a:pt x="2924" y="2368"/>
                    <a:pt x="2868" y="2210"/>
                  </a:cubicBezTo>
                  <a:cubicBezTo>
                    <a:pt x="2425" y="1122"/>
                    <a:pt x="1497" y="304"/>
                    <a:pt x="356" y="11"/>
                  </a:cubicBezTo>
                  <a:cubicBezTo>
                    <a:pt x="332" y="4"/>
                    <a:pt x="31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5" name="Google Shape;15635;p87"/>
          <p:cNvGrpSpPr/>
          <p:nvPr/>
        </p:nvGrpSpPr>
        <p:grpSpPr>
          <a:xfrm>
            <a:off x="5332122" y="3431635"/>
            <a:ext cx="367526" cy="269592"/>
            <a:chOff x="5332122" y="3431635"/>
            <a:chExt cx="367526" cy="269592"/>
          </a:xfrm>
        </p:grpSpPr>
        <p:sp>
          <p:nvSpPr>
            <p:cNvPr id="15636" name="Google Shape;15636;p87"/>
            <p:cNvSpPr/>
            <p:nvPr/>
          </p:nvSpPr>
          <p:spPr>
            <a:xfrm>
              <a:off x="5348225" y="3547088"/>
              <a:ext cx="10753" cy="37951"/>
            </a:xfrm>
            <a:custGeom>
              <a:rect b="b" l="l" r="r" t="t"/>
              <a:pathLst>
                <a:path extrusionOk="0" h="1447" w="410">
                  <a:moveTo>
                    <a:pt x="202" y="1"/>
                  </a:moveTo>
                  <a:cubicBezTo>
                    <a:pt x="91" y="1"/>
                    <a:pt x="0" y="92"/>
                    <a:pt x="0" y="208"/>
                  </a:cubicBezTo>
                  <a:lnTo>
                    <a:pt x="0" y="1252"/>
                  </a:lnTo>
                  <a:cubicBezTo>
                    <a:pt x="5" y="1382"/>
                    <a:pt x="104" y="1447"/>
                    <a:pt x="203" y="1447"/>
                  </a:cubicBezTo>
                  <a:cubicBezTo>
                    <a:pt x="302" y="1447"/>
                    <a:pt x="402" y="1382"/>
                    <a:pt x="409" y="1252"/>
                  </a:cubicBezTo>
                  <a:lnTo>
                    <a:pt x="409" y="208"/>
                  </a:lnTo>
                  <a:cubicBezTo>
                    <a:pt x="409" y="92"/>
                    <a:pt x="318"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87"/>
            <p:cNvSpPr/>
            <p:nvPr/>
          </p:nvSpPr>
          <p:spPr>
            <a:xfrm>
              <a:off x="5343662" y="3523116"/>
              <a:ext cx="91901" cy="103389"/>
            </a:xfrm>
            <a:custGeom>
              <a:rect b="b" l="l" r="r" t="t"/>
              <a:pathLst>
                <a:path extrusionOk="0" h="3942" w="3504">
                  <a:moveTo>
                    <a:pt x="1752" y="1"/>
                  </a:moveTo>
                  <a:cubicBezTo>
                    <a:pt x="905" y="1"/>
                    <a:pt x="280" y="689"/>
                    <a:pt x="217" y="1531"/>
                  </a:cubicBezTo>
                  <a:cubicBezTo>
                    <a:pt x="184" y="2036"/>
                    <a:pt x="217" y="2844"/>
                    <a:pt x="1" y="3282"/>
                  </a:cubicBezTo>
                  <a:cubicBezTo>
                    <a:pt x="1" y="3282"/>
                    <a:pt x="217" y="3720"/>
                    <a:pt x="1026" y="3942"/>
                  </a:cubicBezTo>
                  <a:lnTo>
                    <a:pt x="2479" y="3942"/>
                  </a:lnTo>
                  <a:cubicBezTo>
                    <a:pt x="3282" y="3725"/>
                    <a:pt x="3504" y="3287"/>
                    <a:pt x="3504" y="3287"/>
                  </a:cubicBezTo>
                  <a:cubicBezTo>
                    <a:pt x="3282" y="2849"/>
                    <a:pt x="3321" y="2036"/>
                    <a:pt x="3282" y="1531"/>
                  </a:cubicBezTo>
                  <a:cubicBezTo>
                    <a:pt x="3225" y="689"/>
                    <a:pt x="2594" y="1"/>
                    <a:pt x="175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87"/>
            <p:cNvSpPr/>
            <p:nvPr/>
          </p:nvSpPr>
          <p:spPr>
            <a:xfrm>
              <a:off x="5343662" y="3523877"/>
              <a:ext cx="45085" cy="102628"/>
            </a:xfrm>
            <a:custGeom>
              <a:rect b="b" l="l" r="r" t="t"/>
              <a:pathLst>
                <a:path extrusionOk="0" h="3913" w="1719">
                  <a:moveTo>
                    <a:pt x="1464" y="1"/>
                  </a:moveTo>
                  <a:cubicBezTo>
                    <a:pt x="766" y="135"/>
                    <a:pt x="270" y="761"/>
                    <a:pt x="217" y="1502"/>
                  </a:cubicBezTo>
                  <a:cubicBezTo>
                    <a:pt x="184" y="2007"/>
                    <a:pt x="217" y="2815"/>
                    <a:pt x="1" y="3253"/>
                  </a:cubicBezTo>
                  <a:cubicBezTo>
                    <a:pt x="1" y="3253"/>
                    <a:pt x="217" y="3691"/>
                    <a:pt x="1026" y="3913"/>
                  </a:cubicBezTo>
                  <a:lnTo>
                    <a:pt x="1719" y="3913"/>
                  </a:lnTo>
                  <a:lnTo>
                    <a:pt x="1531" y="1502"/>
                  </a:lnTo>
                  <a:cubicBezTo>
                    <a:pt x="689" y="1083"/>
                    <a:pt x="862" y="256"/>
                    <a:pt x="1464"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87"/>
            <p:cNvSpPr/>
            <p:nvPr/>
          </p:nvSpPr>
          <p:spPr>
            <a:xfrm>
              <a:off x="5337997" y="3603504"/>
              <a:ext cx="103389" cy="91901"/>
            </a:xfrm>
            <a:custGeom>
              <a:rect b="b" l="l" r="r" t="t"/>
              <a:pathLst>
                <a:path extrusionOk="0" h="3504" w="3942">
                  <a:moveTo>
                    <a:pt x="1309" y="1"/>
                  </a:moveTo>
                  <a:lnTo>
                    <a:pt x="1309" y="660"/>
                  </a:lnTo>
                  <a:cubicBezTo>
                    <a:pt x="1309" y="824"/>
                    <a:pt x="1218" y="973"/>
                    <a:pt x="1069" y="1050"/>
                  </a:cubicBezTo>
                  <a:lnTo>
                    <a:pt x="361" y="1406"/>
                  </a:lnTo>
                  <a:cubicBezTo>
                    <a:pt x="140" y="1516"/>
                    <a:pt x="0" y="1743"/>
                    <a:pt x="0" y="1993"/>
                  </a:cubicBezTo>
                  <a:lnTo>
                    <a:pt x="0" y="3504"/>
                  </a:lnTo>
                  <a:lnTo>
                    <a:pt x="3941" y="3504"/>
                  </a:lnTo>
                  <a:lnTo>
                    <a:pt x="3941" y="1993"/>
                  </a:lnTo>
                  <a:cubicBezTo>
                    <a:pt x="3941" y="1743"/>
                    <a:pt x="3797" y="1512"/>
                    <a:pt x="3575" y="1406"/>
                  </a:cubicBezTo>
                  <a:lnTo>
                    <a:pt x="2863" y="1050"/>
                  </a:lnTo>
                  <a:cubicBezTo>
                    <a:pt x="2719" y="973"/>
                    <a:pt x="2623" y="824"/>
                    <a:pt x="2623" y="660"/>
                  </a:cubicBezTo>
                  <a:lnTo>
                    <a:pt x="262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87"/>
            <p:cNvSpPr/>
            <p:nvPr/>
          </p:nvSpPr>
          <p:spPr>
            <a:xfrm>
              <a:off x="5337997" y="3628997"/>
              <a:ext cx="103389" cy="66408"/>
            </a:xfrm>
            <a:custGeom>
              <a:rect b="b" l="l" r="r" t="t"/>
              <a:pathLst>
                <a:path extrusionOk="0" h="2532" w="3942">
                  <a:moveTo>
                    <a:pt x="1179" y="1"/>
                  </a:moveTo>
                  <a:cubicBezTo>
                    <a:pt x="1146" y="30"/>
                    <a:pt x="1107" y="58"/>
                    <a:pt x="1069" y="78"/>
                  </a:cubicBezTo>
                  <a:lnTo>
                    <a:pt x="361" y="434"/>
                  </a:lnTo>
                  <a:cubicBezTo>
                    <a:pt x="140" y="544"/>
                    <a:pt x="0" y="771"/>
                    <a:pt x="0" y="1021"/>
                  </a:cubicBezTo>
                  <a:lnTo>
                    <a:pt x="0" y="2532"/>
                  </a:lnTo>
                  <a:lnTo>
                    <a:pt x="3941" y="2532"/>
                  </a:lnTo>
                  <a:lnTo>
                    <a:pt x="3941" y="1021"/>
                  </a:lnTo>
                  <a:lnTo>
                    <a:pt x="3936" y="1021"/>
                  </a:lnTo>
                  <a:cubicBezTo>
                    <a:pt x="3936" y="771"/>
                    <a:pt x="3797" y="544"/>
                    <a:pt x="3575" y="434"/>
                  </a:cubicBezTo>
                  <a:lnTo>
                    <a:pt x="2868" y="78"/>
                  </a:lnTo>
                  <a:cubicBezTo>
                    <a:pt x="2830" y="58"/>
                    <a:pt x="2791" y="30"/>
                    <a:pt x="2757" y="1"/>
                  </a:cubicBezTo>
                  <a:lnTo>
                    <a:pt x="2507" y="280"/>
                  </a:lnTo>
                  <a:cubicBezTo>
                    <a:pt x="2365" y="443"/>
                    <a:pt x="2167" y="525"/>
                    <a:pt x="1968" y="525"/>
                  </a:cubicBezTo>
                  <a:cubicBezTo>
                    <a:pt x="1770" y="525"/>
                    <a:pt x="1571" y="443"/>
                    <a:pt x="1429" y="280"/>
                  </a:cubicBezTo>
                  <a:lnTo>
                    <a:pt x="1179"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87"/>
            <p:cNvSpPr/>
            <p:nvPr/>
          </p:nvSpPr>
          <p:spPr>
            <a:xfrm>
              <a:off x="5355280" y="3558550"/>
              <a:ext cx="68795" cy="56468"/>
            </a:xfrm>
            <a:custGeom>
              <a:rect b="b" l="l" r="r" t="t"/>
              <a:pathLst>
                <a:path extrusionOk="0" h="2153" w="2623">
                  <a:moveTo>
                    <a:pt x="1003" y="0"/>
                  </a:moveTo>
                  <a:cubicBezTo>
                    <a:pt x="920" y="0"/>
                    <a:pt x="845" y="47"/>
                    <a:pt x="809" y="127"/>
                  </a:cubicBezTo>
                  <a:cubicBezTo>
                    <a:pt x="737" y="276"/>
                    <a:pt x="636" y="411"/>
                    <a:pt x="511" y="521"/>
                  </a:cubicBezTo>
                  <a:cubicBezTo>
                    <a:pt x="462" y="565"/>
                    <a:pt x="410" y="603"/>
                    <a:pt x="357" y="642"/>
                  </a:cubicBezTo>
                  <a:cubicBezTo>
                    <a:pt x="92" y="825"/>
                    <a:pt x="1" y="1171"/>
                    <a:pt x="150" y="1460"/>
                  </a:cubicBezTo>
                  <a:cubicBezTo>
                    <a:pt x="376" y="1888"/>
                    <a:pt x="823" y="2153"/>
                    <a:pt x="1309" y="2153"/>
                  </a:cubicBezTo>
                  <a:cubicBezTo>
                    <a:pt x="1993" y="2153"/>
                    <a:pt x="2565" y="1623"/>
                    <a:pt x="2618" y="940"/>
                  </a:cubicBezTo>
                  <a:cubicBezTo>
                    <a:pt x="2623" y="873"/>
                    <a:pt x="2594" y="810"/>
                    <a:pt x="2541" y="767"/>
                  </a:cubicBezTo>
                  <a:cubicBezTo>
                    <a:pt x="2108" y="406"/>
                    <a:pt x="1603" y="146"/>
                    <a:pt x="1054" y="7"/>
                  </a:cubicBezTo>
                  <a:cubicBezTo>
                    <a:pt x="1037" y="2"/>
                    <a:pt x="1020" y="0"/>
                    <a:pt x="100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87"/>
            <p:cNvSpPr/>
            <p:nvPr/>
          </p:nvSpPr>
          <p:spPr>
            <a:xfrm>
              <a:off x="5355543" y="3558550"/>
              <a:ext cx="68532" cy="55969"/>
            </a:xfrm>
            <a:custGeom>
              <a:rect b="b" l="l" r="r" t="t"/>
              <a:pathLst>
                <a:path extrusionOk="0" h="2134" w="2613">
                  <a:moveTo>
                    <a:pt x="993" y="0"/>
                  </a:moveTo>
                  <a:cubicBezTo>
                    <a:pt x="910" y="0"/>
                    <a:pt x="835" y="47"/>
                    <a:pt x="799" y="127"/>
                  </a:cubicBezTo>
                  <a:cubicBezTo>
                    <a:pt x="746" y="233"/>
                    <a:pt x="679" y="329"/>
                    <a:pt x="597" y="420"/>
                  </a:cubicBezTo>
                  <a:cubicBezTo>
                    <a:pt x="568" y="454"/>
                    <a:pt x="534" y="488"/>
                    <a:pt x="501" y="521"/>
                  </a:cubicBezTo>
                  <a:cubicBezTo>
                    <a:pt x="452" y="560"/>
                    <a:pt x="404" y="598"/>
                    <a:pt x="351" y="637"/>
                  </a:cubicBezTo>
                  <a:cubicBezTo>
                    <a:pt x="43" y="849"/>
                    <a:pt x="0" y="1243"/>
                    <a:pt x="188" y="1537"/>
                  </a:cubicBezTo>
                  <a:cubicBezTo>
                    <a:pt x="390" y="1859"/>
                    <a:pt x="722" y="2076"/>
                    <a:pt x="1097" y="2133"/>
                  </a:cubicBezTo>
                  <a:cubicBezTo>
                    <a:pt x="837" y="1951"/>
                    <a:pt x="640" y="1710"/>
                    <a:pt x="640" y="1277"/>
                  </a:cubicBezTo>
                  <a:lnTo>
                    <a:pt x="640" y="1109"/>
                  </a:lnTo>
                  <a:cubicBezTo>
                    <a:pt x="693" y="1070"/>
                    <a:pt x="741" y="1032"/>
                    <a:pt x="789" y="988"/>
                  </a:cubicBezTo>
                  <a:cubicBezTo>
                    <a:pt x="914" y="878"/>
                    <a:pt x="1015" y="752"/>
                    <a:pt x="1107" y="618"/>
                  </a:cubicBezTo>
                  <a:cubicBezTo>
                    <a:pt x="1521" y="748"/>
                    <a:pt x="1910" y="959"/>
                    <a:pt x="2247" y="1238"/>
                  </a:cubicBezTo>
                  <a:cubicBezTo>
                    <a:pt x="2291" y="1272"/>
                    <a:pt x="2348" y="1325"/>
                    <a:pt x="2469" y="1441"/>
                  </a:cubicBezTo>
                  <a:cubicBezTo>
                    <a:pt x="2546" y="1320"/>
                    <a:pt x="2598" y="1080"/>
                    <a:pt x="2608" y="940"/>
                  </a:cubicBezTo>
                  <a:cubicBezTo>
                    <a:pt x="2613" y="873"/>
                    <a:pt x="2584" y="810"/>
                    <a:pt x="2531" y="767"/>
                  </a:cubicBezTo>
                  <a:cubicBezTo>
                    <a:pt x="2098" y="406"/>
                    <a:pt x="1593" y="146"/>
                    <a:pt x="1044" y="7"/>
                  </a:cubicBezTo>
                  <a:cubicBezTo>
                    <a:pt x="1027" y="2"/>
                    <a:pt x="1010" y="0"/>
                    <a:pt x="99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87"/>
            <p:cNvSpPr/>
            <p:nvPr/>
          </p:nvSpPr>
          <p:spPr>
            <a:xfrm>
              <a:off x="5337865" y="3645415"/>
              <a:ext cx="23002" cy="49990"/>
            </a:xfrm>
            <a:custGeom>
              <a:rect b="b" l="l" r="r" t="t"/>
              <a:pathLst>
                <a:path extrusionOk="0" h="1906" w="877">
                  <a:moveTo>
                    <a:pt x="135" y="0"/>
                  </a:moveTo>
                  <a:cubicBezTo>
                    <a:pt x="49" y="111"/>
                    <a:pt x="1" y="250"/>
                    <a:pt x="1" y="395"/>
                  </a:cubicBezTo>
                  <a:lnTo>
                    <a:pt x="1" y="1906"/>
                  </a:lnTo>
                  <a:lnTo>
                    <a:pt x="876" y="1906"/>
                  </a:lnTo>
                  <a:lnTo>
                    <a:pt x="876" y="804"/>
                  </a:lnTo>
                  <a:cubicBezTo>
                    <a:pt x="876" y="669"/>
                    <a:pt x="814" y="544"/>
                    <a:pt x="713" y="462"/>
                  </a:cubicBezTo>
                  <a:lnTo>
                    <a:pt x="135"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87"/>
            <p:cNvSpPr/>
            <p:nvPr/>
          </p:nvSpPr>
          <p:spPr>
            <a:xfrm>
              <a:off x="5418253" y="3645415"/>
              <a:ext cx="23002" cy="49990"/>
            </a:xfrm>
            <a:custGeom>
              <a:rect b="b" l="l" r="r" t="t"/>
              <a:pathLst>
                <a:path extrusionOk="0" h="1906" w="877">
                  <a:moveTo>
                    <a:pt x="742" y="0"/>
                  </a:moveTo>
                  <a:lnTo>
                    <a:pt x="164" y="462"/>
                  </a:lnTo>
                  <a:cubicBezTo>
                    <a:pt x="63" y="544"/>
                    <a:pt x="1" y="669"/>
                    <a:pt x="1" y="804"/>
                  </a:cubicBezTo>
                  <a:lnTo>
                    <a:pt x="1" y="1906"/>
                  </a:lnTo>
                  <a:lnTo>
                    <a:pt x="876" y="1906"/>
                  </a:lnTo>
                  <a:lnTo>
                    <a:pt x="876" y="395"/>
                  </a:lnTo>
                  <a:cubicBezTo>
                    <a:pt x="876" y="250"/>
                    <a:pt x="828" y="111"/>
                    <a:pt x="742"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87"/>
            <p:cNvSpPr/>
            <p:nvPr/>
          </p:nvSpPr>
          <p:spPr>
            <a:xfrm>
              <a:off x="5596206" y="3528939"/>
              <a:ext cx="28798" cy="63103"/>
            </a:xfrm>
            <a:custGeom>
              <a:rect b="b" l="l" r="r" t="t"/>
              <a:pathLst>
                <a:path extrusionOk="0" h="2406" w="1098">
                  <a:moveTo>
                    <a:pt x="655" y="0"/>
                  </a:moveTo>
                  <a:cubicBezTo>
                    <a:pt x="294" y="0"/>
                    <a:pt x="0" y="292"/>
                    <a:pt x="0" y="654"/>
                  </a:cubicBezTo>
                  <a:lnTo>
                    <a:pt x="0" y="808"/>
                  </a:lnTo>
                  <a:cubicBezTo>
                    <a:pt x="0" y="996"/>
                    <a:pt x="29" y="1184"/>
                    <a:pt x="92" y="1362"/>
                  </a:cubicBezTo>
                  <a:lnTo>
                    <a:pt x="438" y="2406"/>
                  </a:lnTo>
                  <a:lnTo>
                    <a:pt x="1097" y="2406"/>
                  </a:lnTo>
                  <a:lnTo>
                    <a:pt x="1097" y="0"/>
                  </a:lnTo>
                  <a:lnTo>
                    <a:pt x="664" y="0"/>
                  </a:lnTo>
                  <a:cubicBezTo>
                    <a:pt x="661" y="0"/>
                    <a:pt x="658" y="0"/>
                    <a:pt x="6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87"/>
            <p:cNvSpPr/>
            <p:nvPr/>
          </p:nvSpPr>
          <p:spPr>
            <a:xfrm>
              <a:off x="5607799" y="3523116"/>
              <a:ext cx="68952" cy="68926"/>
            </a:xfrm>
            <a:custGeom>
              <a:rect b="b" l="l" r="r" t="t"/>
              <a:pathLst>
                <a:path extrusionOk="0" h="2628" w="2629">
                  <a:moveTo>
                    <a:pt x="655" y="1"/>
                  </a:moveTo>
                  <a:cubicBezTo>
                    <a:pt x="294" y="1"/>
                    <a:pt x="1" y="294"/>
                    <a:pt x="1" y="660"/>
                  </a:cubicBezTo>
                  <a:cubicBezTo>
                    <a:pt x="1" y="901"/>
                    <a:pt x="193" y="1093"/>
                    <a:pt x="439" y="1098"/>
                  </a:cubicBezTo>
                  <a:lnTo>
                    <a:pt x="2190" y="2628"/>
                  </a:lnTo>
                  <a:lnTo>
                    <a:pt x="2575" y="1271"/>
                  </a:lnTo>
                  <a:cubicBezTo>
                    <a:pt x="2609" y="1156"/>
                    <a:pt x="2628" y="1035"/>
                    <a:pt x="2628" y="910"/>
                  </a:cubicBezTo>
                  <a:lnTo>
                    <a:pt x="2628"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87"/>
            <p:cNvSpPr/>
            <p:nvPr/>
          </p:nvSpPr>
          <p:spPr>
            <a:xfrm>
              <a:off x="5619286" y="3609195"/>
              <a:ext cx="34489" cy="34463"/>
            </a:xfrm>
            <a:custGeom>
              <a:rect b="b" l="l" r="r" t="t"/>
              <a:pathLst>
                <a:path extrusionOk="0" h="1314" w="1315">
                  <a:moveTo>
                    <a:pt x="1" y="0"/>
                  </a:moveTo>
                  <a:lnTo>
                    <a:pt x="1" y="1314"/>
                  </a:lnTo>
                  <a:lnTo>
                    <a:pt x="1314" y="1314"/>
                  </a:lnTo>
                  <a:lnTo>
                    <a:pt x="131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87"/>
            <p:cNvSpPr/>
            <p:nvPr/>
          </p:nvSpPr>
          <p:spPr>
            <a:xfrm>
              <a:off x="5579027" y="3623201"/>
              <a:ext cx="114876" cy="72204"/>
            </a:xfrm>
            <a:custGeom>
              <a:rect b="b" l="l" r="r" t="t"/>
              <a:pathLst>
                <a:path extrusionOk="0" h="2753" w="4380">
                  <a:moveTo>
                    <a:pt x="1536" y="0"/>
                  </a:moveTo>
                  <a:lnTo>
                    <a:pt x="477" y="304"/>
                  </a:lnTo>
                  <a:cubicBezTo>
                    <a:pt x="193" y="381"/>
                    <a:pt x="1" y="640"/>
                    <a:pt x="1" y="934"/>
                  </a:cubicBezTo>
                  <a:lnTo>
                    <a:pt x="1" y="2753"/>
                  </a:lnTo>
                  <a:lnTo>
                    <a:pt x="4379" y="2753"/>
                  </a:lnTo>
                  <a:lnTo>
                    <a:pt x="4379" y="934"/>
                  </a:lnTo>
                  <a:cubicBezTo>
                    <a:pt x="4379" y="640"/>
                    <a:pt x="4187" y="381"/>
                    <a:pt x="3903" y="304"/>
                  </a:cubicBezTo>
                  <a:lnTo>
                    <a:pt x="2849" y="0"/>
                  </a:lnTo>
                  <a:lnTo>
                    <a:pt x="2190" y="785"/>
                  </a:lnTo>
                  <a:lnTo>
                    <a:pt x="153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87"/>
            <p:cNvSpPr/>
            <p:nvPr/>
          </p:nvSpPr>
          <p:spPr>
            <a:xfrm>
              <a:off x="5602003" y="3551888"/>
              <a:ext cx="68926" cy="63130"/>
            </a:xfrm>
            <a:custGeom>
              <a:rect b="b" l="l" r="r" t="t"/>
              <a:pathLst>
                <a:path extrusionOk="0" h="2407" w="2628">
                  <a:moveTo>
                    <a:pt x="843" y="1"/>
                  </a:moveTo>
                  <a:cubicBezTo>
                    <a:pt x="722" y="1"/>
                    <a:pt x="612" y="44"/>
                    <a:pt x="525" y="131"/>
                  </a:cubicBezTo>
                  <a:lnTo>
                    <a:pt x="308" y="347"/>
                  </a:lnTo>
                  <a:cubicBezTo>
                    <a:pt x="111" y="545"/>
                    <a:pt x="0" y="814"/>
                    <a:pt x="0" y="1093"/>
                  </a:cubicBezTo>
                  <a:cubicBezTo>
                    <a:pt x="0" y="1820"/>
                    <a:pt x="588" y="2407"/>
                    <a:pt x="1314" y="2407"/>
                  </a:cubicBezTo>
                  <a:cubicBezTo>
                    <a:pt x="2041" y="2407"/>
                    <a:pt x="2628" y="1820"/>
                    <a:pt x="2628" y="1093"/>
                  </a:cubicBezTo>
                  <a:lnTo>
                    <a:pt x="2628" y="814"/>
                  </a:lnTo>
                  <a:cubicBezTo>
                    <a:pt x="2628" y="698"/>
                    <a:pt x="2584" y="588"/>
                    <a:pt x="2503" y="506"/>
                  </a:cubicBezTo>
                  <a:cubicBezTo>
                    <a:pt x="2161" y="174"/>
                    <a:pt x="1545" y="25"/>
                    <a:pt x="84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87"/>
            <p:cNvSpPr/>
            <p:nvPr/>
          </p:nvSpPr>
          <p:spPr>
            <a:xfrm>
              <a:off x="5602003" y="3551888"/>
              <a:ext cx="68795" cy="61740"/>
            </a:xfrm>
            <a:custGeom>
              <a:rect b="b" l="l" r="r" t="t"/>
              <a:pathLst>
                <a:path extrusionOk="0" h="2354" w="2623">
                  <a:moveTo>
                    <a:pt x="826" y="0"/>
                  </a:moveTo>
                  <a:cubicBezTo>
                    <a:pt x="712" y="0"/>
                    <a:pt x="608" y="48"/>
                    <a:pt x="525" y="131"/>
                  </a:cubicBezTo>
                  <a:lnTo>
                    <a:pt x="308" y="347"/>
                  </a:lnTo>
                  <a:cubicBezTo>
                    <a:pt x="111" y="545"/>
                    <a:pt x="0" y="814"/>
                    <a:pt x="0" y="1093"/>
                  </a:cubicBezTo>
                  <a:cubicBezTo>
                    <a:pt x="0" y="1680"/>
                    <a:pt x="385" y="2195"/>
                    <a:pt x="948" y="2354"/>
                  </a:cubicBezTo>
                  <a:cubicBezTo>
                    <a:pt x="761" y="2123"/>
                    <a:pt x="655" y="1834"/>
                    <a:pt x="655" y="1531"/>
                  </a:cubicBezTo>
                  <a:lnTo>
                    <a:pt x="655" y="1093"/>
                  </a:lnTo>
                  <a:lnTo>
                    <a:pt x="660" y="1093"/>
                  </a:lnTo>
                  <a:cubicBezTo>
                    <a:pt x="655" y="851"/>
                    <a:pt x="857" y="654"/>
                    <a:pt x="1096" y="654"/>
                  </a:cubicBezTo>
                  <a:cubicBezTo>
                    <a:pt x="1105" y="654"/>
                    <a:pt x="1113" y="655"/>
                    <a:pt x="1122" y="655"/>
                  </a:cubicBezTo>
                  <a:cubicBezTo>
                    <a:pt x="1564" y="684"/>
                    <a:pt x="2219" y="756"/>
                    <a:pt x="2623" y="954"/>
                  </a:cubicBezTo>
                  <a:cubicBezTo>
                    <a:pt x="2608" y="857"/>
                    <a:pt x="2570" y="569"/>
                    <a:pt x="2503" y="506"/>
                  </a:cubicBezTo>
                  <a:cubicBezTo>
                    <a:pt x="2161" y="174"/>
                    <a:pt x="1545" y="25"/>
                    <a:pt x="843" y="1"/>
                  </a:cubicBezTo>
                  <a:cubicBezTo>
                    <a:pt x="837" y="1"/>
                    <a:pt x="832" y="0"/>
                    <a:pt x="82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87"/>
            <p:cNvSpPr/>
            <p:nvPr/>
          </p:nvSpPr>
          <p:spPr>
            <a:xfrm>
              <a:off x="5670902" y="3637835"/>
              <a:ext cx="23002" cy="57569"/>
            </a:xfrm>
            <a:custGeom>
              <a:rect b="b" l="l" r="r" t="t"/>
              <a:pathLst>
                <a:path extrusionOk="0" h="2195" w="877">
                  <a:moveTo>
                    <a:pt x="756" y="1"/>
                  </a:moveTo>
                  <a:lnTo>
                    <a:pt x="193" y="564"/>
                  </a:lnTo>
                  <a:cubicBezTo>
                    <a:pt x="68" y="684"/>
                    <a:pt x="1" y="852"/>
                    <a:pt x="1" y="1025"/>
                  </a:cubicBezTo>
                  <a:lnTo>
                    <a:pt x="1" y="2195"/>
                  </a:lnTo>
                  <a:lnTo>
                    <a:pt x="876" y="2195"/>
                  </a:lnTo>
                  <a:lnTo>
                    <a:pt x="876" y="376"/>
                  </a:lnTo>
                  <a:cubicBezTo>
                    <a:pt x="876" y="241"/>
                    <a:pt x="833" y="111"/>
                    <a:pt x="75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87"/>
            <p:cNvSpPr/>
            <p:nvPr/>
          </p:nvSpPr>
          <p:spPr>
            <a:xfrm>
              <a:off x="5418253" y="3614991"/>
              <a:ext cx="195395" cy="80414"/>
            </a:xfrm>
            <a:custGeom>
              <a:rect b="b" l="l" r="r" t="t"/>
              <a:pathLst>
                <a:path extrusionOk="0" h="3066" w="7450">
                  <a:moveTo>
                    <a:pt x="2411" y="1"/>
                  </a:moveTo>
                  <a:lnTo>
                    <a:pt x="578" y="669"/>
                  </a:lnTo>
                  <a:cubicBezTo>
                    <a:pt x="232" y="795"/>
                    <a:pt x="1" y="1122"/>
                    <a:pt x="1" y="1492"/>
                  </a:cubicBezTo>
                  <a:lnTo>
                    <a:pt x="1" y="3066"/>
                  </a:lnTo>
                  <a:lnTo>
                    <a:pt x="7449" y="3066"/>
                  </a:lnTo>
                  <a:lnTo>
                    <a:pt x="7449" y="1492"/>
                  </a:lnTo>
                  <a:cubicBezTo>
                    <a:pt x="7444" y="1122"/>
                    <a:pt x="7213" y="790"/>
                    <a:pt x="6867" y="669"/>
                  </a:cubicBezTo>
                  <a:lnTo>
                    <a:pt x="5038" y="1"/>
                  </a:lnTo>
                  <a:lnTo>
                    <a:pt x="3725" y="439"/>
                  </a:lnTo>
                  <a:lnTo>
                    <a:pt x="2411"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87"/>
            <p:cNvSpPr/>
            <p:nvPr/>
          </p:nvSpPr>
          <p:spPr>
            <a:xfrm>
              <a:off x="5578896" y="3638465"/>
              <a:ext cx="34620" cy="56940"/>
            </a:xfrm>
            <a:custGeom>
              <a:rect b="b" l="l" r="r" t="t"/>
              <a:pathLst>
                <a:path extrusionOk="0" h="2171" w="1320">
                  <a:moveTo>
                    <a:pt x="1084" y="1"/>
                  </a:moveTo>
                  <a:lnTo>
                    <a:pt x="261" y="819"/>
                  </a:lnTo>
                  <a:cubicBezTo>
                    <a:pt x="97" y="982"/>
                    <a:pt x="1" y="1208"/>
                    <a:pt x="6" y="1439"/>
                  </a:cubicBezTo>
                  <a:lnTo>
                    <a:pt x="6" y="2171"/>
                  </a:lnTo>
                  <a:lnTo>
                    <a:pt x="1319" y="2171"/>
                  </a:lnTo>
                  <a:lnTo>
                    <a:pt x="1319" y="597"/>
                  </a:lnTo>
                  <a:cubicBezTo>
                    <a:pt x="1315" y="371"/>
                    <a:pt x="1233" y="159"/>
                    <a:pt x="108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87"/>
            <p:cNvSpPr/>
            <p:nvPr/>
          </p:nvSpPr>
          <p:spPr>
            <a:xfrm>
              <a:off x="5452716" y="3436933"/>
              <a:ext cx="126338" cy="92032"/>
            </a:xfrm>
            <a:custGeom>
              <a:rect b="b" l="l" r="r" t="t"/>
              <a:pathLst>
                <a:path extrusionOk="0" h="3509" w="4817">
                  <a:moveTo>
                    <a:pt x="1752" y="0"/>
                  </a:moveTo>
                  <a:cubicBezTo>
                    <a:pt x="785" y="0"/>
                    <a:pt x="0" y="785"/>
                    <a:pt x="0" y="1752"/>
                  </a:cubicBezTo>
                  <a:lnTo>
                    <a:pt x="0" y="2271"/>
                  </a:lnTo>
                  <a:cubicBezTo>
                    <a:pt x="0" y="2507"/>
                    <a:pt x="39" y="2743"/>
                    <a:pt x="111" y="2964"/>
                  </a:cubicBezTo>
                  <a:lnTo>
                    <a:pt x="188" y="3181"/>
                  </a:lnTo>
                  <a:cubicBezTo>
                    <a:pt x="207" y="3248"/>
                    <a:pt x="217" y="3320"/>
                    <a:pt x="222" y="3393"/>
                  </a:cubicBezTo>
                  <a:lnTo>
                    <a:pt x="222" y="3508"/>
                  </a:lnTo>
                  <a:lnTo>
                    <a:pt x="4600" y="3508"/>
                  </a:lnTo>
                  <a:lnTo>
                    <a:pt x="4600" y="3393"/>
                  </a:lnTo>
                  <a:cubicBezTo>
                    <a:pt x="4600" y="3320"/>
                    <a:pt x="4610" y="3253"/>
                    <a:pt x="4634" y="3186"/>
                  </a:cubicBezTo>
                  <a:lnTo>
                    <a:pt x="4706" y="2969"/>
                  </a:lnTo>
                  <a:cubicBezTo>
                    <a:pt x="4778" y="2743"/>
                    <a:pt x="4817" y="2512"/>
                    <a:pt x="4817" y="2276"/>
                  </a:cubicBezTo>
                  <a:lnTo>
                    <a:pt x="4817" y="438"/>
                  </a:lnTo>
                  <a:cubicBezTo>
                    <a:pt x="4817" y="198"/>
                    <a:pt x="4619" y="0"/>
                    <a:pt x="4379"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87"/>
            <p:cNvSpPr/>
            <p:nvPr/>
          </p:nvSpPr>
          <p:spPr>
            <a:xfrm>
              <a:off x="5481356" y="3436933"/>
              <a:ext cx="97697" cy="92032"/>
            </a:xfrm>
            <a:custGeom>
              <a:rect b="b" l="l" r="r" t="t"/>
              <a:pathLst>
                <a:path extrusionOk="0" h="3509" w="3725">
                  <a:moveTo>
                    <a:pt x="891" y="0"/>
                  </a:moveTo>
                  <a:cubicBezTo>
                    <a:pt x="400" y="0"/>
                    <a:pt x="0" y="400"/>
                    <a:pt x="5" y="890"/>
                  </a:cubicBezTo>
                  <a:cubicBezTo>
                    <a:pt x="5" y="1381"/>
                    <a:pt x="400" y="1781"/>
                    <a:pt x="891" y="1781"/>
                  </a:cubicBezTo>
                  <a:lnTo>
                    <a:pt x="1011" y="1781"/>
                  </a:lnTo>
                  <a:lnTo>
                    <a:pt x="1073" y="3508"/>
                  </a:lnTo>
                  <a:lnTo>
                    <a:pt x="3503" y="3508"/>
                  </a:lnTo>
                  <a:lnTo>
                    <a:pt x="3503" y="3393"/>
                  </a:lnTo>
                  <a:cubicBezTo>
                    <a:pt x="3503" y="3320"/>
                    <a:pt x="3513" y="3253"/>
                    <a:pt x="3537" y="3186"/>
                  </a:cubicBezTo>
                  <a:lnTo>
                    <a:pt x="3609" y="2969"/>
                  </a:lnTo>
                  <a:cubicBezTo>
                    <a:pt x="3686" y="2743"/>
                    <a:pt x="3725" y="2512"/>
                    <a:pt x="3725" y="2276"/>
                  </a:cubicBezTo>
                  <a:lnTo>
                    <a:pt x="3725" y="438"/>
                  </a:lnTo>
                  <a:cubicBezTo>
                    <a:pt x="3725" y="198"/>
                    <a:pt x="3527" y="0"/>
                    <a:pt x="328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87"/>
            <p:cNvSpPr/>
            <p:nvPr/>
          </p:nvSpPr>
          <p:spPr>
            <a:xfrm>
              <a:off x="5481356" y="3574732"/>
              <a:ext cx="68926" cy="51773"/>
            </a:xfrm>
            <a:custGeom>
              <a:rect b="b" l="l" r="r" t="t"/>
              <a:pathLst>
                <a:path extrusionOk="0" h="1974" w="2628">
                  <a:moveTo>
                    <a:pt x="0" y="1"/>
                  </a:moveTo>
                  <a:lnTo>
                    <a:pt x="0" y="1974"/>
                  </a:lnTo>
                  <a:lnTo>
                    <a:pt x="2628" y="1974"/>
                  </a:lnTo>
                  <a:lnTo>
                    <a:pt x="26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87"/>
            <p:cNvSpPr/>
            <p:nvPr/>
          </p:nvSpPr>
          <p:spPr>
            <a:xfrm>
              <a:off x="5481487" y="3574863"/>
              <a:ext cx="68795" cy="34410"/>
            </a:xfrm>
            <a:custGeom>
              <a:rect b="b" l="l" r="r" t="t"/>
              <a:pathLst>
                <a:path extrusionOk="0" h="1312" w="2623">
                  <a:moveTo>
                    <a:pt x="0" y="1"/>
                  </a:moveTo>
                  <a:lnTo>
                    <a:pt x="0" y="987"/>
                  </a:lnTo>
                  <a:cubicBezTo>
                    <a:pt x="412" y="1203"/>
                    <a:pt x="862" y="1312"/>
                    <a:pt x="1311" y="1312"/>
                  </a:cubicBezTo>
                  <a:cubicBezTo>
                    <a:pt x="1761" y="1312"/>
                    <a:pt x="2211" y="1203"/>
                    <a:pt x="2623" y="987"/>
                  </a:cubicBezTo>
                  <a:lnTo>
                    <a:pt x="2623"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87"/>
            <p:cNvSpPr/>
            <p:nvPr/>
          </p:nvSpPr>
          <p:spPr>
            <a:xfrm>
              <a:off x="5470000" y="3605445"/>
              <a:ext cx="45951" cy="41072"/>
            </a:xfrm>
            <a:custGeom>
              <a:rect b="b" l="l" r="r" t="t"/>
              <a:pathLst>
                <a:path extrusionOk="0" h="1566" w="1752">
                  <a:moveTo>
                    <a:pt x="387" y="1"/>
                  </a:moveTo>
                  <a:cubicBezTo>
                    <a:pt x="306" y="1"/>
                    <a:pt x="227" y="46"/>
                    <a:pt x="188" y="124"/>
                  </a:cubicBezTo>
                  <a:lnTo>
                    <a:pt x="0" y="523"/>
                  </a:lnTo>
                  <a:lnTo>
                    <a:pt x="722" y="1481"/>
                  </a:lnTo>
                  <a:cubicBezTo>
                    <a:pt x="767" y="1536"/>
                    <a:pt x="832" y="1565"/>
                    <a:pt x="897" y="1565"/>
                  </a:cubicBezTo>
                  <a:cubicBezTo>
                    <a:pt x="953" y="1565"/>
                    <a:pt x="1008" y="1544"/>
                    <a:pt x="1049" y="1500"/>
                  </a:cubicBezTo>
                  <a:lnTo>
                    <a:pt x="1752" y="803"/>
                  </a:lnTo>
                  <a:lnTo>
                    <a:pt x="501" y="33"/>
                  </a:lnTo>
                  <a:cubicBezTo>
                    <a:pt x="465" y="11"/>
                    <a:pt x="426" y="1"/>
                    <a:pt x="38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87"/>
            <p:cNvSpPr/>
            <p:nvPr/>
          </p:nvSpPr>
          <p:spPr>
            <a:xfrm>
              <a:off x="5515924" y="3605445"/>
              <a:ext cx="45846" cy="41072"/>
            </a:xfrm>
            <a:custGeom>
              <a:rect b="b" l="l" r="r" t="t"/>
              <a:pathLst>
                <a:path extrusionOk="0" h="1566" w="1748">
                  <a:moveTo>
                    <a:pt x="1361" y="1"/>
                  </a:moveTo>
                  <a:cubicBezTo>
                    <a:pt x="1322" y="1"/>
                    <a:pt x="1283" y="11"/>
                    <a:pt x="1247" y="33"/>
                  </a:cubicBezTo>
                  <a:lnTo>
                    <a:pt x="1" y="803"/>
                  </a:lnTo>
                  <a:lnTo>
                    <a:pt x="699" y="1500"/>
                  </a:lnTo>
                  <a:cubicBezTo>
                    <a:pt x="740" y="1544"/>
                    <a:pt x="795" y="1565"/>
                    <a:pt x="850" y="1565"/>
                  </a:cubicBezTo>
                  <a:cubicBezTo>
                    <a:pt x="916" y="1565"/>
                    <a:pt x="981" y="1536"/>
                    <a:pt x="1026" y="1481"/>
                  </a:cubicBezTo>
                  <a:lnTo>
                    <a:pt x="1748" y="523"/>
                  </a:lnTo>
                  <a:lnTo>
                    <a:pt x="1560" y="124"/>
                  </a:lnTo>
                  <a:cubicBezTo>
                    <a:pt x="1521" y="46"/>
                    <a:pt x="1442" y="1"/>
                    <a:pt x="136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87"/>
            <p:cNvSpPr/>
            <p:nvPr/>
          </p:nvSpPr>
          <p:spPr>
            <a:xfrm>
              <a:off x="5458512" y="3483565"/>
              <a:ext cx="114876" cy="108477"/>
            </a:xfrm>
            <a:custGeom>
              <a:rect b="b" l="l" r="r" t="t"/>
              <a:pathLst>
                <a:path extrusionOk="0" h="4136" w="4380">
                  <a:moveTo>
                    <a:pt x="1862" y="1"/>
                  </a:moveTo>
                  <a:cubicBezTo>
                    <a:pt x="1175" y="1"/>
                    <a:pt x="655" y="195"/>
                    <a:pt x="655" y="195"/>
                  </a:cubicBezTo>
                  <a:lnTo>
                    <a:pt x="655" y="941"/>
                  </a:lnTo>
                  <a:cubicBezTo>
                    <a:pt x="655" y="1162"/>
                    <a:pt x="544" y="1364"/>
                    <a:pt x="361" y="1489"/>
                  </a:cubicBezTo>
                  <a:lnTo>
                    <a:pt x="1" y="1730"/>
                  </a:lnTo>
                  <a:lnTo>
                    <a:pt x="1" y="1942"/>
                  </a:lnTo>
                  <a:cubicBezTo>
                    <a:pt x="1" y="3154"/>
                    <a:pt x="977" y="4131"/>
                    <a:pt x="2190" y="4136"/>
                  </a:cubicBezTo>
                  <a:cubicBezTo>
                    <a:pt x="3398" y="4136"/>
                    <a:pt x="4379" y="3154"/>
                    <a:pt x="4379" y="1947"/>
                  </a:cubicBezTo>
                  <a:lnTo>
                    <a:pt x="4379" y="1725"/>
                  </a:lnTo>
                  <a:lnTo>
                    <a:pt x="4014" y="1485"/>
                  </a:lnTo>
                  <a:cubicBezTo>
                    <a:pt x="3831" y="1364"/>
                    <a:pt x="3720" y="1157"/>
                    <a:pt x="3725" y="941"/>
                  </a:cubicBezTo>
                  <a:lnTo>
                    <a:pt x="3725" y="633"/>
                  </a:lnTo>
                  <a:cubicBezTo>
                    <a:pt x="3125" y="136"/>
                    <a:pt x="2436" y="1"/>
                    <a:pt x="186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87"/>
            <p:cNvSpPr/>
            <p:nvPr/>
          </p:nvSpPr>
          <p:spPr>
            <a:xfrm>
              <a:off x="5418253" y="3638465"/>
              <a:ext cx="34489" cy="56940"/>
            </a:xfrm>
            <a:custGeom>
              <a:rect b="b" l="l" r="r" t="t"/>
              <a:pathLst>
                <a:path extrusionOk="0" h="2171" w="1315">
                  <a:moveTo>
                    <a:pt x="236" y="1"/>
                  </a:moveTo>
                  <a:cubicBezTo>
                    <a:pt x="87" y="159"/>
                    <a:pt x="1" y="371"/>
                    <a:pt x="1" y="597"/>
                  </a:cubicBezTo>
                  <a:lnTo>
                    <a:pt x="1" y="2171"/>
                  </a:lnTo>
                  <a:lnTo>
                    <a:pt x="1314" y="2171"/>
                  </a:lnTo>
                  <a:lnTo>
                    <a:pt x="1314" y="1439"/>
                  </a:lnTo>
                  <a:cubicBezTo>
                    <a:pt x="1314" y="1208"/>
                    <a:pt x="1218" y="982"/>
                    <a:pt x="1054" y="819"/>
                  </a:cubicBezTo>
                  <a:lnTo>
                    <a:pt x="236"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87"/>
            <p:cNvSpPr/>
            <p:nvPr/>
          </p:nvSpPr>
          <p:spPr>
            <a:xfrm>
              <a:off x="5458381" y="3483513"/>
              <a:ext cx="97697" cy="108031"/>
            </a:xfrm>
            <a:custGeom>
              <a:rect b="b" l="l" r="r" t="t"/>
              <a:pathLst>
                <a:path extrusionOk="0" h="4119" w="3725">
                  <a:moveTo>
                    <a:pt x="1869" y="1"/>
                  </a:moveTo>
                  <a:cubicBezTo>
                    <a:pt x="1182" y="1"/>
                    <a:pt x="660" y="197"/>
                    <a:pt x="660" y="197"/>
                  </a:cubicBezTo>
                  <a:lnTo>
                    <a:pt x="660" y="938"/>
                  </a:lnTo>
                  <a:cubicBezTo>
                    <a:pt x="660" y="1159"/>
                    <a:pt x="549" y="1366"/>
                    <a:pt x="366" y="1487"/>
                  </a:cubicBezTo>
                  <a:lnTo>
                    <a:pt x="1" y="1727"/>
                  </a:lnTo>
                  <a:lnTo>
                    <a:pt x="1" y="1949"/>
                  </a:lnTo>
                  <a:cubicBezTo>
                    <a:pt x="1" y="3055"/>
                    <a:pt x="828" y="3984"/>
                    <a:pt x="1925" y="4119"/>
                  </a:cubicBezTo>
                  <a:cubicBezTo>
                    <a:pt x="1531" y="3710"/>
                    <a:pt x="1314" y="3171"/>
                    <a:pt x="1314" y="2603"/>
                  </a:cubicBezTo>
                  <a:lnTo>
                    <a:pt x="1314" y="1159"/>
                  </a:lnTo>
                  <a:cubicBezTo>
                    <a:pt x="1314" y="938"/>
                    <a:pt x="1483" y="750"/>
                    <a:pt x="1704" y="722"/>
                  </a:cubicBezTo>
                  <a:cubicBezTo>
                    <a:pt x="1874" y="701"/>
                    <a:pt x="2090" y="683"/>
                    <a:pt x="2329" y="683"/>
                  </a:cubicBezTo>
                  <a:cubicBezTo>
                    <a:pt x="2760" y="683"/>
                    <a:pt x="3267" y="740"/>
                    <a:pt x="3725" y="938"/>
                  </a:cubicBezTo>
                  <a:lnTo>
                    <a:pt x="3725" y="635"/>
                  </a:lnTo>
                  <a:cubicBezTo>
                    <a:pt x="3128" y="137"/>
                    <a:pt x="2441" y="1"/>
                    <a:pt x="1869"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87"/>
            <p:cNvSpPr/>
            <p:nvPr/>
          </p:nvSpPr>
          <p:spPr>
            <a:xfrm>
              <a:off x="5612362" y="3546459"/>
              <a:ext cx="48600" cy="16314"/>
            </a:xfrm>
            <a:custGeom>
              <a:rect b="b" l="l" r="r" t="t"/>
              <a:pathLst>
                <a:path extrusionOk="0" h="622" w="1853">
                  <a:moveTo>
                    <a:pt x="260" y="1"/>
                  </a:moveTo>
                  <a:cubicBezTo>
                    <a:pt x="0" y="15"/>
                    <a:pt x="0" y="395"/>
                    <a:pt x="260" y="410"/>
                  </a:cubicBezTo>
                  <a:cubicBezTo>
                    <a:pt x="491" y="415"/>
                    <a:pt x="1160" y="444"/>
                    <a:pt x="1482" y="607"/>
                  </a:cubicBezTo>
                  <a:cubicBezTo>
                    <a:pt x="1509" y="617"/>
                    <a:pt x="1536" y="622"/>
                    <a:pt x="1560" y="622"/>
                  </a:cubicBezTo>
                  <a:cubicBezTo>
                    <a:pt x="1750" y="622"/>
                    <a:pt x="1852" y="356"/>
                    <a:pt x="1665" y="241"/>
                  </a:cubicBezTo>
                  <a:cubicBezTo>
                    <a:pt x="1189" y="1"/>
                    <a:pt x="298" y="1"/>
                    <a:pt x="2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87"/>
            <p:cNvSpPr/>
            <p:nvPr/>
          </p:nvSpPr>
          <p:spPr>
            <a:xfrm>
              <a:off x="5332122" y="3431635"/>
              <a:ext cx="367526" cy="269592"/>
            </a:xfrm>
            <a:custGeom>
              <a:rect b="b" l="l" r="r" t="t"/>
              <a:pathLst>
                <a:path extrusionOk="0" h="10279" w="14013">
                  <a:moveTo>
                    <a:pt x="9213" y="409"/>
                  </a:moveTo>
                  <a:lnTo>
                    <a:pt x="9213" y="2392"/>
                  </a:lnTo>
                  <a:cubicBezTo>
                    <a:pt x="9213" y="2690"/>
                    <a:pt x="9145" y="2983"/>
                    <a:pt x="9015" y="3253"/>
                  </a:cubicBezTo>
                  <a:cubicBezTo>
                    <a:pt x="9001" y="3282"/>
                    <a:pt x="8996" y="3311"/>
                    <a:pt x="8996" y="3344"/>
                  </a:cubicBezTo>
                  <a:lnTo>
                    <a:pt x="8996" y="3927"/>
                  </a:lnTo>
                  <a:cubicBezTo>
                    <a:pt x="8996" y="4475"/>
                    <a:pt x="8770" y="5000"/>
                    <a:pt x="8366" y="5375"/>
                  </a:cubicBezTo>
                  <a:cubicBezTo>
                    <a:pt x="8318" y="5423"/>
                    <a:pt x="8265" y="5466"/>
                    <a:pt x="8207" y="5510"/>
                  </a:cubicBezTo>
                  <a:cubicBezTo>
                    <a:pt x="7864" y="5770"/>
                    <a:pt x="7447" y="5909"/>
                    <a:pt x="7015" y="5909"/>
                  </a:cubicBezTo>
                  <a:cubicBezTo>
                    <a:pt x="6968" y="5909"/>
                    <a:pt x="6921" y="5908"/>
                    <a:pt x="6874" y="5904"/>
                  </a:cubicBezTo>
                  <a:cubicBezTo>
                    <a:pt x="5840" y="5842"/>
                    <a:pt x="5026" y="4937"/>
                    <a:pt x="5026" y="3850"/>
                  </a:cubicBezTo>
                  <a:lnTo>
                    <a:pt x="5022" y="3850"/>
                  </a:lnTo>
                  <a:lnTo>
                    <a:pt x="5022" y="3344"/>
                  </a:lnTo>
                  <a:cubicBezTo>
                    <a:pt x="5022" y="3311"/>
                    <a:pt x="5017" y="3282"/>
                    <a:pt x="5002" y="3253"/>
                  </a:cubicBezTo>
                  <a:cubicBezTo>
                    <a:pt x="4872" y="2988"/>
                    <a:pt x="4805" y="2690"/>
                    <a:pt x="4805" y="2392"/>
                  </a:cubicBezTo>
                  <a:lnTo>
                    <a:pt x="4805" y="1954"/>
                  </a:lnTo>
                  <a:cubicBezTo>
                    <a:pt x="4805" y="1102"/>
                    <a:pt x="5498" y="409"/>
                    <a:pt x="6350" y="409"/>
                  </a:cubicBezTo>
                  <a:close/>
                  <a:moveTo>
                    <a:pt x="2192" y="3694"/>
                  </a:moveTo>
                  <a:cubicBezTo>
                    <a:pt x="2524" y="3694"/>
                    <a:pt x="2856" y="3823"/>
                    <a:pt x="3107" y="4081"/>
                  </a:cubicBezTo>
                  <a:cubicBezTo>
                    <a:pt x="3352" y="4340"/>
                    <a:pt x="3501" y="4677"/>
                    <a:pt x="3520" y="5038"/>
                  </a:cubicBezTo>
                  <a:cubicBezTo>
                    <a:pt x="3530" y="5149"/>
                    <a:pt x="3535" y="5283"/>
                    <a:pt x="3540" y="5423"/>
                  </a:cubicBezTo>
                  <a:lnTo>
                    <a:pt x="3540" y="5462"/>
                  </a:lnTo>
                  <a:cubicBezTo>
                    <a:pt x="3313" y="5120"/>
                    <a:pt x="2972" y="4865"/>
                    <a:pt x="2524" y="4721"/>
                  </a:cubicBezTo>
                  <a:cubicBezTo>
                    <a:pt x="2274" y="4639"/>
                    <a:pt x="2009" y="4600"/>
                    <a:pt x="1745" y="4600"/>
                  </a:cubicBezTo>
                  <a:cubicBezTo>
                    <a:pt x="1692" y="4600"/>
                    <a:pt x="1639" y="4619"/>
                    <a:pt x="1600" y="4658"/>
                  </a:cubicBezTo>
                  <a:lnTo>
                    <a:pt x="1235" y="5043"/>
                  </a:lnTo>
                  <a:cubicBezTo>
                    <a:pt x="1101" y="5191"/>
                    <a:pt x="1233" y="5385"/>
                    <a:pt x="1389" y="5385"/>
                  </a:cubicBezTo>
                  <a:cubicBezTo>
                    <a:pt x="1435" y="5385"/>
                    <a:pt x="1484" y="5368"/>
                    <a:pt x="1528" y="5327"/>
                  </a:cubicBezTo>
                  <a:lnTo>
                    <a:pt x="1836" y="5009"/>
                  </a:lnTo>
                  <a:cubicBezTo>
                    <a:pt x="2101" y="5019"/>
                    <a:pt x="2953" y="5120"/>
                    <a:pt x="3285" y="5851"/>
                  </a:cubicBezTo>
                  <a:cubicBezTo>
                    <a:pt x="3198" y="6396"/>
                    <a:pt x="2728" y="6788"/>
                    <a:pt x="2186" y="6788"/>
                  </a:cubicBezTo>
                  <a:cubicBezTo>
                    <a:pt x="2157" y="6788"/>
                    <a:pt x="2129" y="6787"/>
                    <a:pt x="2101" y="6785"/>
                  </a:cubicBezTo>
                  <a:cubicBezTo>
                    <a:pt x="1523" y="6741"/>
                    <a:pt x="1076" y="6255"/>
                    <a:pt x="1076" y="5678"/>
                  </a:cubicBezTo>
                  <a:cubicBezTo>
                    <a:pt x="1080" y="5562"/>
                    <a:pt x="988" y="5472"/>
                    <a:pt x="875" y="5472"/>
                  </a:cubicBezTo>
                  <a:cubicBezTo>
                    <a:pt x="862" y="5472"/>
                    <a:pt x="849" y="5473"/>
                    <a:pt x="835" y="5476"/>
                  </a:cubicBezTo>
                  <a:lnTo>
                    <a:pt x="835" y="5423"/>
                  </a:lnTo>
                  <a:cubicBezTo>
                    <a:pt x="850" y="5283"/>
                    <a:pt x="855" y="5154"/>
                    <a:pt x="864" y="5038"/>
                  </a:cubicBezTo>
                  <a:lnTo>
                    <a:pt x="859" y="5038"/>
                  </a:lnTo>
                  <a:cubicBezTo>
                    <a:pt x="884" y="4677"/>
                    <a:pt x="1028" y="4340"/>
                    <a:pt x="1278" y="4081"/>
                  </a:cubicBezTo>
                  <a:cubicBezTo>
                    <a:pt x="1528" y="3823"/>
                    <a:pt x="1860" y="3694"/>
                    <a:pt x="2192" y="3694"/>
                  </a:cubicBezTo>
                  <a:close/>
                  <a:moveTo>
                    <a:pt x="12927" y="3700"/>
                  </a:moveTo>
                  <a:lnTo>
                    <a:pt x="12927" y="4547"/>
                  </a:lnTo>
                  <a:cubicBezTo>
                    <a:pt x="12927" y="4687"/>
                    <a:pt x="12898" y="4822"/>
                    <a:pt x="12836" y="4947"/>
                  </a:cubicBezTo>
                  <a:lnTo>
                    <a:pt x="12730" y="5154"/>
                  </a:lnTo>
                  <a:cubicBezTo>
                    <a:pt x="12716" y="5182"/>
                    <a:pt x="12711" y="5211"/>
                    <a:pt x="12711" y="5245"/>
                  </a:cubicBezTo>
                  <a:lnTo>
                    <a:pt x="12711" y="5683"/>
                  </a:lnTo>
                  <a:cubicBezTo>
                    <a:pt x="12711" y="6297"/>
                    <a:pt x="12210" y="6790"/>
                    <a:pt x="11600" y="6790"/>
                  </a:cubicBezTo>
                  <a:cubicBezTo>
                    <a:pt x="11589" y="6790"/>
                    <a:pt x="11577" y="6790"/>
                    <a:pt x="11566" y="6790"/>
                  </a:cubicBezTo>
                  <a:cubicBezTo>
                    <a:pt x="10979" y="6770"/>
                    <a:pt x="10493" y="6246"/>
                    <a:pt x="10493" y="5625"/>
                  </a:cubicBezTo>
                  <a:lnTo>
                    <a:pt x="10493" y="5245"/>
                  </a:lnTo>
                  <a:cubicBezTo>
                    <a:pt x="10493" y="5216"/>
                    <a:pt x="10483" y="5182"/>
                    <a:pt x="10469" y="5154"/>
                  </a:cubicBezTo>
                  <a:lnTo>
                    <a:pt x="10343" y="4903"/>
                  </a:lnTo>
                  <a:cubicBezTo>
                    <a:pt x="10295" y="4807"/>
                    <a:pt x="10271" y="4706"/>
                    <a:pt x="10271" y="4600"/>
                  </a:cubicBezTo>
                  <a:lnTo>
                    <a:pt x="10271" y="4591"/>
                  </a:lnTo>
                  <a:cubicBezTo>
                    <a:pt x="10271" y="4095"/>
                    <a:pt x="10671" y="3700"/>
                    <a:pt x="11161" y="3700"/>
                  </a:cubicBezTo>
                  <a:close/>
                  <a:moveTo>
                    <a:pt x="787" y="6260"/>
                  </a:moveTo>
                  <a:cubicBezTo>
                    <a:pt x="903" y="6530"/>
                    <a:pt x="1090" y="6766"/>
                    <a:pt x="1331" y="6929"/>
                  </a:cubicBezTo>
                  <a:lnTo>
                    <a:pt x="1331" y="7175"/>
                  </a:lnTo>
                  <a:cubicBezTo>
                    <a:pt x="946" y="7035"/>
                    <a:pt x="754" y="6852"/>
                    <a:pt x="672" y="6751"/>
                  </a:cubicBezTo>
                  <a:cubicBezTo>
                    <a:pt x="730" y="6592"/>
                    <a:pt x="768" y="6429"/>
                    <a:pt x="787" y="6260"/>
                  </a:cubicBezTo>
                  <a:close/>
                  <a:moveTo>
                    <a:pt x="3593" y="6265"/>
                  </a:moveTo>
                  <a:cubicBezTo>
                    <a:pt x="3617" y="6429"/>
                    <a:pt x="3655" y="6592"/>
                    <a:pt x="3713" y="6751"/>
                  </a:cubicBezTo>
                  <a:cubicBezTo>
                    <a:pt x="3631" y="6852"/>
                    <a:pt x="3434" y="7035"/>
                    <a:pt x="3054" y="7175"/>
                  </a:cubicBezTo>
                  <a:lnTo>
                    <a:pt x="3054" y="6929"/>
                  </a:lnTo>
                  <a:cubicBezTo>
                    <a:pt x="3294" y="6766"/>
                    <a:pt x="3482" y="6535"/>
                    <a:pt x="3593" y="6265"/>
                  </a:cubicBezTo>
                  <a:close/>
                  <a:moveTo>
                    <a:pt x="5897" y="6044"/>
                  </a:moveTo>
                  <a:cubicBezTo>
                    <a:pt x="6191" y="6203"/>
                    <a:pt x="6518" y="6294"/>
                    <a:pt x="6850" y="6318"/>
                  </a:cubicBezTo>
                  <a:cubicBezTo>
                    <a:pt x="6903" y="6323"/>
                    <a:pt x="6956" y="6323"/>
                    <a:pt x="7009" y="6323"/>
                  </a:cubicBezTo>
                  <a:cubicBezTo>
                    <a:pt x="7399" y="6323"/>
                    <a:pt x="7779" y="6231"/>
                    <a:pt x="8116" y="6053"/>
                  </a:cubicBezTo>
                  <a:lnTo>
                    <a:pt x="8116" y="6424"/>
                  </a:lnTo>
                  <a:lnTo>
                    <a:pt x="7009" y="7184"/>
                  </a:lnTo>
                  <a:lnTo>
                    <a:pt x="5897" y="6424"/>
                  </a:lnTo>
                  <a:lnTo>
                    <a:pt x="5897" y="6044"/>
                  </a:lnTo>
                  <a:close/>
                  <a:moveTo>
                    <a:pt x="11147" y="7131"/>
                  </a:moveTo>
                  <a:cubicBezTo>
                    <a:pt x="11282" y="7175"/>
                    <a:pt x="11416" y="7194"/>
                    <a:pt x="11556" y="7199"/>
                  </a:cubicBezTo>
                  <a:lnTo>
                    <a:pt x="11556" y="7203"/>
                  </a:lnTo>
                  <a:lnTo>
                    <a:pt x="11599" y="7203"/>
                  </a:lnTo>
                  <a:cubicBezTo>
                    <a:pt x="11753" y="7203"/>
                    <a:pt x="11907" y="7179"/>
                    <a:pt x="12052" y="7136"/>
                  </a:cubicBezTo>
                  <a:lnTo>
                    <a:pt x="12052" y="7218"/>
                  </a:lnTo>
                  <a:cubicBezTo>
                    <a:pt x="12052" y="7256"/>
                    <a:pt x="12056" y="7295"/>
                    <a:pt x="12066" y="7338"/>
                  </a:cubicBezTo>
                  <a:lnTo>
                    <a:pt x="11599" y="7805"/>
                  </a:lnTo>
                  <a:lnTo>
                    <a:pt x="11137" y="7338"/>
                  </a:lnTo>
                  <a:cubicBezTo>
                    <a:pt x="11147" y="7300"/>
                    <a:pt x="11147" y="7256"/>
                    <a:pt x="11147" y="7218"/>
                  </a:cubicBezTo>
                  <a:lnTo>
                    <a:pt x="11147" y="7131"/>
                  </a:lnTo>
                  <a:close/>
                  <a:moveTo>
                    <a:pt x="2640" y="7131"/>
                  </a:moveTo>
                  <a:lnTo>
                    <a:pt x="2640" y="7348"/>
                  </a:lnTo>
                  <a:cubicBezTo>
                    <a:pt x="2640" y="7420"/>
                    <a:pt x="2659" y="7487"/>
                    <a:pt x="2688" y="7550"/>
                  </a:cubicBezTo>
                  <a:lnTo>
                    <a:pt x="2500" y="7728"/>
                  </a:lnTo>
                  <a:cubicBezTo>
                    <a:pt x="2414" y="7810"/>
                    <a:pt x="2302" y="7851"/>
                    <a:pt x="2190" y="7851"/>
                  </a:cubicBezTo>
                  <a:cubicBezTo>
                    <a:pt x="2078" y="7851"/>
                    <a:pt x="1966" y="7810"/>
                    <a:pt x="1880" y="7728"/>
                  </a:cubicBezTo>
                  <a:lnTo>
                    <a:pt x="1687" y="7550"/>
                  </a:lnTo>
                  <a:cubicBezTo>
                    <a:pt x="1721" y="7487"/>
                    <a:pt x="1740" y="7420"/>
                    <a:pt x="1740" y="7348"/>
                  </a:cubicBezTo>
                  <a:lnTo>
                    <a:pt x="1740" y="7131"/>
                  </a:lnTo>
                  <a:cubicBezTo>
                    <a:pt x="1887" y="7177"/>
                    <a:pt x="2038" y="7200"/>
                    <a:pt x="2190" y="7200"/>
                  </a:cubicBezTo>
                  <a:cubicBezTo>
                    <a:pt x="2341" y="7200"/>
                    <a:pt x="2493" y="7177"/>
                    <a:pt x="2640" y="7131"/>
                  </a:cubicBezTo>
                  <a:close/>
                  <a:moveTo>
                    <a:pt x="5724" y="6799"/>
                  </a:moveTo>
                  <a:lnTo>
                    <a:pt x="6691" y="7463"/>
                  </a:lnTo>
                  <a:lnTo>
                    <a:pt x="6176" y="7973"/>
                  </a:lnTo>
                  <a:cubicBezTo>
                    <a:pt x="6172" y="7978"/>
                    <a:pt x="6172" y="7978"/>
                    <a:pt x="6167" y="7978"/>
                  </a:cubicBezTo>
                  <a:cubicBezTo>
                    <a:pt x="6162" y="7978"/>
                    <a:pt x="6157" y="7978"/>
                    <a:pt x="6152" y="7973"/>
                  </a:cubicBezTo>
                  <a:lnTo>
                    <a:pt x="5517" y="7016"/>
                  </a:lnTo>
                  <a:lnTo>
                    <a:pt x="5724" y="6799"/>
                  </a:lnTo>
                  <a:close/>
                  <a:moveTo>
                    <a:pt x="8294" y="6804"/>
                  </a:moveTo>
                  <a:lnTo>
                    <a:pt x="8496" y="7016"/>
                  </a:lnTo>
                  <a:lnTo>
                    <a:pt x="7861" y="7973"/>
                  </a:lnTo>
                  <a:cubicBezTo>
                    <a:pt x="7861" y="7978"/>
                    <a:pt x="7856" y="7978"/>
                    <a:pt x="7851" y="7983"/>
                  </a:cubicBezTo>
                  <a:cubicBezTo>
                    <a:pt x="7846" y="7983"/>
                    <a:pt x="7841" y="7978"/>
                    <a:pt x="7836" y="7978"/>
                  </a:cubicBezTo>
                  <a:lnTo>
                    <a:pt x="7326" y="7463"/>
                  </a:lnTo>
                  <a:lnTo>
                    <a:pt x="8294" y="6804"/>
                  </a:lnTo>
                  <a:close/>
                  <a:moveTo>
                    <a:pt x="6354" y="0"/>
                  </a:moveTo>
                  <a:cubicBezTo>
                    <a:pt x="5272" y="0"/>
                    <a:pt x="4396" y="876"/>
                    <a:pt x="4396" y="1954"/>
                  </a:cubicBezTo>
                  <a:lnTo>
                    <a:pt x="4396" y="2392"/>
                  </a:lnTo>
                  <a:cubicBezTo>
                    <a:pt x="4396" y="2738"/>
                    <a:pt x="4473" y="3075"/>
                    <a:pt x="4617" y="3388"/>
                  </a:cubicBezTo>
                  <a:lnTo>
                    <a:pt x="4617" y="3850"/>
                  </a:lnTo>
                  <a:cubicBezTo>
                    <a:pt x="4613" y="4586"/>
                    <a:pt x="4935" y="5283"/>
                    <a:pt x="5493" y="5760"/>
                  </a:cubicBezTo>
                  <a:lnTo>
                    <a:pt x="5493" y="6448"/>
                  </a:lnTo>
                  <a:lnTo>
                    <a:pt x="5113" y="6852"/>
                  </a:lnTo>
                  <a:cubicBezTo>
                    <a:pt x="5070" y="6891"/>
                    <a:pt x="5050" y="6948"/>
                    <a:pt x="5055" y="7006"/>
                  </a:cubicBezTo>
                  <a:lnTo>
                    <a:pt x="3790" y="7468"/>
                  </a:lnTo>
                  <a:cubicBezTo>
                    <a:pt x="3703" y="7497"/>
                    <a:pt x="3617" y="7545"/>
                    <a:pt x="3540" y="7598"/>
                  </a:cubicBezTo>
                  <a:lnTo>
                    <a:pt x="3342" y="7502"/>
                  </a:lnTo>
                  <a:cubicBezTo>
                    <a:pt x="3929" y="7242"/>
                    <a:pt x="4117" y="6881"/>
                    <a:pt x="4122" y="6867"/>
                  </a:cubicBezTo>
                  <a:cubicBezTo>
                    <a:pt x="4151" y="6809"/>
                    <a:pt x="4151" y="6741"/>
                    <a:pt x="4122" y="6684"/>
                  </a:cubicBezTo>
                  <a:cubicBezTo>
                    <a:pt x="3973" y="6390"/>
                    <a:pt x="3958" y="5846"/>
                    <a:pt x="3944" y="5413"/>
                  </a:cubicBezTo>
                  <a:cubicBezTo>
                    <a:pt x="3939" y="5269"/>
                    <a:pt x="3934" y="5130"/>
                    <a:pt x="3925" y="5009"/>
                  </a:cubicBezTo>
                  <a:cubicBezTo>
                    <a:pt x="3852" y="4028"/>
                    <a:pt x="3107" y="3287"/>
                    <a:pt x="2188" y="3287"/>
                  </a:cubicBezTo>
                  <a:cubicBezTo>
                    <a:pt x="1264" y="3287"/>
                    <a:pt x="518" y="4028"/>
                    <a:pt x="450" y="5009"/>
                  </a:cubicBezTo>
                  <a:cubicBezTo>
                    <a:pt x="441" y="5130"/>
                    <a:pt x="436" y="5269"/>
                    <a:pt x="431" y="5413"/>
                  </a:cubicBezTo>
                  <a:cubicBezTo>
                    <a:pt x="417" y="5846"/>
                    <a:pt x="398" y="6390"/>
                    <a:pt x="248" y="6684"/>
                  </a:cubicBezTo>
                  <a:cubicBezTo>
                    <a:pt x="224" y="6741"/>
                    <a:pt x="224" y="6809"/>
                    <a:pt x="248" y="6867"/>
                  </a:cubicBezTo>
                  <a:cubicBezTo>
                    <a:pt x="258" y="6881"/>
                    <a:pt x="446" y="7242"/>
                    <a:pt x="1038" y="7497"/>
                  </a:cubicBezTo>
                  <a:lnTo>
                    <a:pt x="484" y="7776"/>
                  </a:lnTo>
                  <a:cubicBezTo>
                    <a:pt x="195" y="7920"/>
                    <a:pt x="8" y="8219"/>
                    <a:pt x="8" y="8546"/>
                  </a:cubicBezTo>
                  <a:lnTo>
                    <a:pt x="8" y="10057"/>
                  </a:lnTo>
                  <a:cubicBezTo>
                    <a:pt x="1" y="10201"/>
                    <a:pt x="108" y="10273"/>
                    <a:pt x="215" y="10273"/>
                  </a:cubicBezTo>
                  <a:cubicBezTo>
                    <a:pt x="322" y="10273"/>
                    <a:pt x="429" y="10201"/>
                    <a:pt x="422" y="10057"/>
                  </a:cubicBezTo>
                  <a:lnTo>
                    <a:pt x="422" y="8546"/>
                  </a:lnTo>
                  <a:cubicBezTo>
                    <a:pt x="417" y="8373"/>
                    <a:pt x="518" y="8219"/>
                    <a:pt x="672" y="8142"/>
                  </a:cubicBezTo>
                  <a:lnTo>
                    <a:pt x="1355" y="7800"/>
                  </a:lnTo>
                  <a:lnTo>
                    <a:pt x="1596" y="8026"/>
                  </a:lnTo>
                  <a:cubicBezTo>
                    <a:pt x="1762" y="8183"/>
                    <a:pt x="1975" y="8261"/>
                    <a:pt x="2188" y="8261"/>
                  </a:cubicBezTo>
                  <a:cubicBezTo>
                    <a:pt x="2402" y="8261"/>
                    <a:pt x="2616" y="8183"/>
                    <a:pt x="2784" y="8026"/>
                  </a:cubicBezTo>
                  <a:lnTo>
                    <a:pt x="3025" y="7800"/>
                  </a:lnTo>
                  <a:lnTo>
                    <a:pt x="3246" y="7911"/>
                  </a:lnTo>
                  <a:cubicBezTo>
                    <a:pt x="3140" y="8084"/>
                    <a:pt x="3082" y="8281"/>
                    <a:pt x="3082" y="8483"/>
                  </a:cubicBezTo>
                  <a:lnTo>
                    <a:pt x="3082" y="10057"/>
                  </a:lnTo>
                  <a:cubicBezTo>
                    <a:pt x="3090" y="10187"/>
                    <a:pt x="3188" y="10252"/>
                    <a:pt x="3287" y="10252"/>
                  </a:cubicBezTo>
                  <a:cubicBezTo>
                    <a:pt x="3386" y="10252"/>
                    <a:pt x="3484" y="10187"/>
                    <a:pt x="3491" y="10057"/>
                  </a:cubicBezTo>
                  <a:lnTo>
                    <a:pt x="3491" y="8483"/>
                  </a:lnTo>
                  <a:cubicBezTo>
                    <a:pt x="3491" y="8199"/>
                    <a:pt x="3670" y="7949"/>
                    <a:pt x="3934" y="7853"/>
                  </a:cubicBezTo>
                  <a:lnTo>
                    <a:pt x="5262" y="7372"/>
                  </a:lnTo>
                  <a:lnTo>
                    <a:pt x="5816" y="8199"/>
                  </a:lnTo>
                  <a:cubicBezTo>
                    <a:pt x="5883" y="8305"/>
                    <a:pt x="5998" y="8373"/>
                    <a:pt x="6124" y="8387"/>
                  </a:cubicBezTo>
                  <a:lnTo>
                    <a:pt x="6167" y="8387"/>
                  </a:lnTo>
                  <a:cubicBezTo>
                    <a:pt x="6282" y="8387"/>
                    <a:pt x="6388" y="8344"/>
                    <a:pt x="6470" y="8262"/>
                  </a:cubicBezTo>
                  <a:lnTo>
                    <a:pt x="6807" y="7925"/>
                  </a:lnTo>
                  <a:lnTo>
                    <a:pt x="6807" y="10057"/>
                  </a:lnTo>
                  <a:cubicBezTo>
                    <a:pt x="6800" y="10201"/>
                    <a:pt x="6905" y="10273"/>
                    <a:pt x="7011" y="10273"/>
                  </a:cubicBezTo>
                  <a:cubicBezTo>
                    <a:pt x="7117" y="10273"/>
                    <a:pt x="7223" y="10201"/>
                    <a:pt x="7216" y="10057"/>
                  </a:cubicBezTo>
                  <a:lnTo>
                    <a:pt x="7216" y="7925"/>
                  </a:lnTo>
                  <a:lnTo>
                    <a:pt x="7553" y="8262"/>
                  </a:lnTo>
                  <a:cubicBezTo>
                    <a:pt x="7634" y="8344"/>
                    <a:pt x="7740" y="8387"/>
                    <a:pt x="7856" y="8387"/>
                  </a:cubicBezTo>
                  <a:lnTo>
                    <a:pt x="7894" y="8387"/>
                  </a:lnTo>
                  <a:cubicBezTo>
                    <a:pt x="8024" y="8373"/>
                    <a:pt x="8135" y="8305"/>
                    <a:pt x="8207" y="8199"/>
                  </a:cubicBezTo>
                  <a:lnTo>
                    <a:pt x="8760" y="7372"/>
                  </a:lnTo>
                  <a:lnTo>
                    <a:pt x="10088" y="7853"/>
                  </a:lnTo>
                  <a:cubicBezTo>
                    <a:pt x="10353" y="7949"/>
                    <a:pt x="10531" y="8199"/>
                    <a:pt x="10531" y="8483"/>
                  </a:cubicBezTo>
                  <a:lnTo>
                    <a:pt x="10531" y="10062"/>
                  </a:lnTo>
                  <a:cubicBezTo>
                    <a:pt x="10538" y="10189"/>
                    <a:pt x="10637" y="10253"/>
                    <a:pt x="10736" y="10253"/>
                  </a:cubicBezTo>
                  <a:cubicBezTo>
                    <a:pt x="10834" y="10253"/>
                    <a:pt x="10933" y="10189"/>
                    <a:pt x="10940" y="10062"/>
                  </a:cubicBezTo>
                  <a:lnTo>
                    <a:pt x="10940" y="8483"/>
                  </a:lnTo>
                  <a:cubicBezTo>
                    <a:pt x="10940" y="8204"/>
                    <a:pt x="10834" y="7935"/>
                    <a:pt x="10642" y="7733"/>
                  </a:cubicBezTo>
                  <a:lnTo>
                    <a:pt x="10690" y="7718"/>
                  </a:lnTo>
                  <a:cubicBezTo>
                    <a:pt x="10757" y="7704"/>
                    <a:pt x="10820" y="7680"/>
                    <a:pt x="10882" y="7651"/>
                  </a:cubicBezTo>
                  <a:lnTo>
                    <a:pt x="11402" y="8175"/>
                  </a:lnTo>
                  <a:lnTo>
                    <a:pt x="11402" y="10062"/>
                  </a:lnTo>
                  <a:cubicBezTo>
                    <a:pt x="11409" y="10191"/>
                    <a:pt x="11509" y="10256"/>
                    <a:pt x="11609" y="10256"/>
                  </a:cubicBezTo>
                  <a:cubicBezTo>
                    <a:pt x="11709" y="10256"/>
                    <a:pt x="11809" y="10191"/>
                    <a:pt x="11816" y="10062"/>
                  </a:cubicBezTo>
                  <a:lnTo>
                    <a:pt x="11816" y="8175"/>
                  </a:lnTo>
                  <a:lnTo>
                    <a:pt x="12331" y="7656"/>
                  </a:lnTo>
                  <a:cubicBezTo>
                    <a:pt x="12360" y="7670"/>
                    <a:pt x="12388" y="7680"/>
                    <a:pt x="12422" y="7689"/>
                  </a:cubicBezTo>
                  <a:lnTo>
                    <a:pt x="13264" y="7930"/>
                  </a:lnTo>
                  <a:cubicBezTo>
                    <a:pt x="13461" y="7988"/>
                    <a:pt x="13591" y="8166"/>
                    <a:pt x="13596" y="8363"/>
                  </a:cubicBezTo>
                  <a:lnTo>
                    <a:pt x="13596" y="10062"/>
                  </a:lnTo>
                  <a:cubicBezTo>
                    <a:pt x="13587" y="10206"/>
                    <a:pt x="13692" y="10278"/>
                    <a:pt x="13799" y="10278"/>
                  </a:cubicBezTo>
                  <a:cubicBezTo>
                    <a:pt x="13905" y="10278"/>
                    <a:pt x="14012" y="10206"/>
                    <a:pt x="14005" y="10062"/>
                  </a:cubicBezTo>
                  <a:lnTo>
                    <a:pt x="14005" y="8363"/>
                  </a:lnTo>
                  <a:cubicBezTo>
                    <a:pt x="14000" y="7978"/>
                    <a:pt x="13745" y="7641"/>
                    <a:pt x="13375" y="7535"/>
                  </a:cubicBezTo>
                  <a:lnTo>
                    <a:pt x="12528" y="7295"/>
                  </a:lnTo>
                  <a:cubicBezTo>
                    <a:pt x="12489" y="7285"/>
                    <a:pt x="12465" y="7251"/>
                    <a:pt x="12465" y="7213"/>
                  </a:cubicBezTo>
                  <a:lnTo>
                    <a:pt x="12465" y="6929"/>
                  </a:lnTo>
                  <a:cubicBezTo>
                    <a:pt x="12538" y="6881"/>
                    <a:pt x="12600" y="6828"/>
                    <a:pt x="12663" y="6770"/>
                  </a:cubicBezTo>
                  <a:cubicBezTo>
                    <a:pt x="12961" y="6486"/>
                    <a:pt x="13125" y="6092"/>
                    <a:pt x="13125" y="5678"/>
                  </a:cubicBezTo>
                  <a:lnTo>
                    <a:pt x="13125" y="5288"/>
                  </a:lnTo>
                  <a:lnTo>
                    <a:pt x="13206" y="5125"/>
                  </a:lnTo>
                  <a:cubicBezTo>
                    <a:pt x="13298" y="4947"/>
                    <a:pt x="13341" y="4745"/>
                    <a:pt x="13341" y="4547"/>
                  </a:cubicBezTo>
                  <a:lnTo>
                    <a:pt x="13341" y="3489"/>
                  </a:lnTo>
                  <a:cubicBezTo>
                    <a:pt x="13341" y="3378"/>
                    <a:pt x="13250" y="3287"/>
                    <a:pt x="13139" y="3287"/>
                  </a:cubicBezTo>
                  <a:lnTo>
                    <a:pt x="11166" y="3287"/>
                  </a:lnTo>
                  <a:cubicBezTo>
                    <a:pt x="10449" y="3287"/>
                    <a:pt x="9867" y="3869"/>
                    <a:pt x="9867" y="4586"/>
                  </a:cubicBezTo>
                  <a:lnTo>
                    <a:pt x="9867" y="4595"/>
                  </a:lnTo>
                  <a:cubicBezTo>
                    <a:pt x="9867" y="4764"/>
                    <a:pt x="9906" y="4927"/>
                    <a:pt x="9983" y="5077"/>
                  </a:cubicBezTo>
                  <a:lnTo>
                    <a:pt x="10088" y="5288"/>
                  </a:lnTo>
                  <a:lnTo>
                    <a:pt x="10088" y="5620"/>
                  </a:lnTo>
                  <a:cubicBezTo>
                    <a:pt x="10084" y="6130"/>
                    <a:pt x="10329" y="6612"/>
                    <a:pt x="10743" y="6915"/>
                  </a:cubicBezTo>
                  <a:lnTo>
                    <a:pt x="10743" y="7208"/>
                  </a:lnTo>
                  <a:cubicBezTo>
                    <a:pt x="10743" y="7256"/>
                    <a:pt x="10743" y="7276"/>
                    <a:pt x="10574" y="7324"/>
                  </a:cubicBezTo>
                  <a:lnTo>
                    <a:pt x="10161" y="7444"/>
                  </a:lnTo>
                  <a:lnTo>
                    <a:pt x="8967" y="7011"/>
                  </a:lnTo>
                  <a:cubicBezTo>
                    <a:pt x="8972" y="6948"/>
                    <a:pt x="8953" y="6895"/>
                    <a:pt x="8910" y="6852"/>
                  </a:cubicBezTo>
                  <a:lnTo>
                    <a:pt x="8529" y="6453"/>
                  </a:lnTo>
                  <a:lnTo>
                    <a:pt x="8529" y="5779"/>
                  </a:lnTo>
                  <a:cubicBezTo>
                    <a:pt x="8573" y="5745"/>
                    <a:pt x="8611" y="5712"/>
                    <a:pt x="8650" y="5673"/>
                  </a:cubicBezTo>
                  <a:cubicBezTo>
                    <a:pt x="9131" y="5221"/>
                    <a:pt x="9405" y="4586"/>
                    <a:pt x="9410" y="3927"/>
                  </a:cubicBezTo>
                  <a:lnTo>
                    <a:pt x="9410" y="3388"/>
                  </a:lnTo>
                  <a:cubicBezTo>
                    <a:pt x="9554" y="3075"/>
                    <a:pt x="9626" y="2738"/>
                    <a:pt x="9626" y="2392"/>
                  </a:cubicBezTo>
                  <a:lnTo>
                    <a:pt x="9626" y="202"/>
                  </a:lnTo>
                  <a:cubicBezTo>
                    <a:pt x="9626" y="92"/>
                    <a:pt x="9535" y="0"/>
                    <a:pt x="94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87"/>
            <p:cNvSpPr/>
            <p:nvPr/>
          </p:nvSpPr>
          <p:spPr>
            <a:xfrm>
              <a:off x="5665473" y="3655644"/>
              <a:ext cx="10753" cy="44901"/>
            </a:xfrm>
            <a:custGeom>
              <a:rect b="b" l="l" r="r" t="t"/>
              <a:pathLst>
                <a:path extrusionOk="0" h="1712" w="410">
                  <a:moveTo>
                    <a:pt x="208" y="0"/>
                  </a:moveTo>
                  <a:cubicBezTo>
                    <a:pt x="92" y="0"/>
                    <a:pt x="1" y="91"/>
                    <a:pt x="1" y="202"/>
                  </a:cubicBezTo>
                  <a:lnTo>
                    <a:pt x="1" y="1521"/>
                  </a:lnTo>
                  <a:cubicBezTo>
                    <a:pt x="8" y="1648"/>
                    <a:pt x="107" y="1712"/>
                    <a:pt x="205" y="1712"/>
                  </a:cubicBezTo>
                  <a:cubicBezTo>
                    <a:pt x="304" y="1712"/>
                    <a:pt x="403" y="1648"/>
                    <a:pt x="410" y="1521"/>
                  </a:cubicBezTo>
                  <a:lnTo>
                    <a:pt x="410" y="202"/>
                  </a:lnTo>
                  <a:cubicBezTo>
                    <a:pt x="410" y="91"/>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87"/>
            <p:cNvSpPr/>
            <p:nvPr/>
          </p:nvSpPr>
          <p:spPr>
            <a:xfrm>
              <a:off x="5470052" y="3480366"/>
              <a:ext cx="93527" cy="31289"/>
            </a:xfrm>
            <a:custGeom>
              <a:rect b="b" l="l" r="r" t="t"/>
              <a:pathLst>
                <a:path extrusionOk="0" h="1193" w="3566">
                  <a:moveTo>
                    <a:pt x="1414" y="0"/>
                  </a:moveTo>
                  <a:cubicBezTo>
                    <a:pt x="995" y="0"/>
                    <a:pt x="616" y="44"/>
                    <a:pt x="369" y="81"/>
                  </a:cubicBezTo>
                  <a:cubicBezTo>
                    <a:pt x="162" y="110"/>
                    <a:pt x="8" y="293"/>
                    <a:pt x="8" y="505"/>
                  </a:cubicBezTo>
                  <a:lnTo>
                    <a:pt x="8" y="976"/>
                  </a:lnTo>
                  <a:cubicBezTo>
                    <a:pt x="1" y="1121"/>
                    <a:pt x="107" y="1193"/>
                    <a:pt x="213" y="1193"/>
                  </a:cubicBezTo>
                  <a:cubicBezTo>
                    <a:pt x="318" y="1193"/>
                    <a:pt x="424" y="1121"/>
                    <a:pt x="417" y="976"/>
                  </a:cubicBezTo>
                  <a:lnTo>
                    <a:pt x="417" y="505"/>
                  </a:lnTo>
                  <a:lnTo>
                    <a:pt x="422" y="500"/>
                  </a:lnTo>
                  <a:cubicBezTo>
                    <a:pt x="417" y="495"/>
                    <a:pt x="422" y="490"/>
                    <a:pt x="431" y="486"/>
                  </a:cubicBezTo>
                  <a:cubicBezTo>
                    <a:pt x="750" y="437"/>
                    <a:pt x="1073" y="413"/>
                    <a:pt x="1395" y="413"/>
                  </a:cubicBezTo>
                  <a:cubicBezTo>
                    <a:pt x="1517" y="413"/>
                    <a:pt x="1638" y="416"/>
                    <a:pt x="1760" y="423"/>
                  </a:cubicBezTo>
                  <a:cubicBezTo>
                    <a:pt x="2399" y="466"/>
                    <a:pt x="2861" y="625"/>
                    <a:pt x="3136" y="899"/>
                  </a:cubicBezTo>
                  <a:cubicBezTo>
                    <a:pt x="3180" y="941"/>
                    <a:pt x="3228" y="959"/>
                    <a:pt x="3275" y="959"/>
                  </a:cubicBezTo>
                  <a:cubicBezTo>
                    <a:pt x="3432" y="959"/>
                    <a:pt x="3565" y="759"/>
                    <a:pt x="3424" y="611"/>
                  </a:cubicBezTo>
                  <a:cubicBezTo>
                    <a:pt x="2938" y="124"/>
                    <a:pt x="2120" y="0"/>
                    <a:pt x="1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87"/>
            <p:cNvSpPr/>
            <p:nvPr/>
          </p:nvSpPr>
          <p:spPr>
            <a:xfrm>
              <a:off x="5447208" y="3667105"/>
              <a:ext cx="11147" cy="34017"/>
            </a:xfrm>
            <a:custGeom>
              <a:rect b="b" l="l" r="r" t="t"/>
              <a:pathLst>
                <a:path extrusionOk="0" h="1297" w="425">
                  <a:moveTo>
                    <a:pt x="210" y="1"/>
                  </a:moveTo>
                  <a:cubicBezTo>
                    <a:pt x="100" y="1"/>
                    <a:pt x="8" y="92"/>
                    <a:pt x="8" y="203"/>
                  </a:cubicBezTo>
                  <a:lnTo>
                    <a:pt x="8" y="1084"/>
                  </a:lnTo>
                  <a:cubicBezTo>
                    <a:pt x="1" y="1225"/>
                    <a:pt x="107" y="1296"/>
                    <a:pt x="213" y="1296"/>
                  </a:cubicBezTo>
                  <a:cubicBezTo>
                    <a:pt x="318" y="1296"/>
                    <a:pt x="424" y="1225"/>
                    <a:pt x="417" y="1084"/>
                  </a:cubicBezTo>
                  <a:lnTo>
                    <a:pt x="417" y="203"/>
                  </a:lnTo>
                  <a:cubicBezTo>
                    <a:pt x="417" y="92"/>
                    <a:pt x="326"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87"/>
            <p:cNvSpPr/>
            <p:nvPr/>
          </p:nvSpPr>
          <p:spPr>
            <a:xfrm>
              <a:off x="5573546" y="3667105"/>
              <a:ext cx="11120" cy="34017"/>
            </a:xfrm>
            <a:custGeom>
              <a:rect b="b" l="l" r="r" t="t"/>
              <a:pathLst>
                <a:path extrusionOk="0" h="1297" w="424">
                  <a:moveTo>
                    <a:pt x="215" y="1"/>
                  </a:moveTo>
                  <a:cubicBezTo>
                    <a:pt x="99" y="1"/>
                    <a:pt x="8" y="92"/>
                    <a:pt x="8" y="203"/>
                  </a:cubicBezTo>
                  <a:lnTo>
                    <a:pt x="8" y="1084"/>
                  </a:lnTo>
                  <a:cubicBezTo>
                    <a:pt x="0" y="1225"/>
                    <a:pt x="106" y="1296"/>
                    <a:pt x="212" y="1296"/>
                  </a:cubicBezTo>
                  <a:cubicBezTo>
                    <a:pt x="318" y="1296"/>
                    <a:pt x="424" y="1225"/>
                    <a:pt x="417" y="1084"/>
                  </a:cubicBezTo>
                  <a:lnTo>
                    <a:pt x="417" y="203"/>
                  </a:lnTo>
                  <a:cubicBezTo>
                    <a:pt x="417" y="92"/>
                    <a:pt x="325"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9" name="Google Shape;15669;p87"/>
          <p:cNvGrpSpPr/>
          <p:nvPr/>
        </p:nvGrpSpPr>
        <p:grpSpPr>
          <a:xfrm>
            <a:off x="5772612" y="3425812"/>
            <a:ext cx="366896" cy="281080"/>
            <a:chOff x="5772612" y="3425812"/>
            <a:chExt cx="366896" cy="281080"/>
          </a:xfrm>
        </p:grpSpPr>
        <p:sp>
          <p:nvSpPr>
            <p:cNvPr id="15670" name="Google Shape;15670;p87"/>
            <p:cNvSpPr/>
            <p:nvPr/>
          </p:nvSpPr>
          <p:spPr>
            <a:xfrm>
              <a:off x="5792178" y="3537384"/>
              <a:ext cx="23002" cy="57569"/>
            </a:xfrm>
            <a:custGeom>
              <a:rect b="b" l="l" r="r" t="t"/>
              <a:pathLst>
                <a:path extrusionOk="0" h="2195" w="877">
                  <a:moveTo>
                    <a:pt x="121" y="0"/>
                  </a:moveTo>
                  <a:cubicBezTo>
                    <a:pt x="39" y="111"/>
                    <a:pt x="1" y="241"/>
                    <a:pt x="1" y="376"/>
                  </a:cubicBezTo>
                  <a:lnTo>
                    <a:pt x="1" y="2195"/>
                  </a:lnTo>
                  <a:lnTo>
                    <a:pt x="877" y="2195"/>
                  </a:lnTo>
                  <a:lnTo>
                    <a:pt x="877" y="1030"/>
                  </a:lnTo>
                  <a:cubicBezTo>
                    <a:pt x="877" y="857"/>
                    <a:pt x="804" y="689"/>
                    <a:pt x="684" y="563"/>
                  </a:cubicBezTo>
                  <a:lnTo>
                    <a:pt x="121"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87"/>
            <p:cNvSpPr/>
            <p:nvPr/>
          </p:nvSpPr>
          <p:spPr>
            <a:xfrm>
              <a:off x="6059358" y="3505964"/>
              <a:ext cx="45951" cy="40154"/>
            </a:xfrm>
            <a:custGeom>
              <a:rect b="b" l="l" r="r" t="t"/>
              <a:pathLst>
                <a:path extrusionOk="0" h="1531" w="1752">
                  <a:moveTo>
                    <a:pt x="876" y="0"/>
                  </a:moveTo>
                  <a:cubicBezTo>
                    <a:pt x="390" y="0"/>
                    <a:pt x="0" y="342"/>
                    <a:pt x="0" y="765"/>
                  </a:cubicBezTo>
                  <a:cubicBezTo>
                    <a:pt x="0" y="1189"/>
                    <a:pt x="390" y="1530"/>
                    <a:pt x="876" y="1530"/>
                  </a:cubicBezTo>
                  <a:cubicBezTo>
                    <a:pt x="1357" y="1530"/>
                    <a:pt x="1752" y="1189"/>
                    <a:pt x="1752" y="765"/>
                  </a:cubicBezTo>
                  <a:cubicBezTo>
                    <a:pt x="1752" y="342"/>
                    <a:pt x="1357" y="0"/>
                    <a:pt x="87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87"/>
            <p:cNvSpPr/>
            <p:nvPr/>
          </p:nvSpPr>
          <p:spPr>
            <a:xfrm>
              <a:off x="6059358" y="3505937"/>
              <a:ext cx="31578" cy="40181"/>
            </a:xfrm>
            <a:custGeom>
              <a:rect b="b" l="l" r="r" t="t"/>
              <a:pathLst>
                <a:path extrusionOk="0" h="1532" w="1204">
                  <a:moveTo>
                    <a:pt x="910" y="1"/>
                  </a:moveTo>
                  <a:cubicBezTo>
                    <a:pt x="898" y="1"/>
                    <a:pt x="887" y="1"/>
                    <a:pt x="876" y="1"/>
                  </a:cubicBezTo>
                  <a:cubicBezTo>
                    <a:pt x="395" y="1"/>
                    <a:pt x="0" y="343"/>
                    <a:pt x="0" y="766"/>
                  </a:cubicBezTo>
                  <a:cubicBezTo>
                    <a:pt x="0" y="1190"/>
                    <a:pt x="390" y="1531"/>
                    <a:pt x="876" y="1531"/>
                  </a:cubicBezTo>
                  <a:cubicBezTo>
                    <a:pt x="987" y="1531"/>
                    <a:pt x="1097" y="1512"/>
                    <a:pt x="1203" y="1474"/>
                  </a:cubicBezTo>
                  <a:cubicBezTo>
                    <a:pt x="881" y="1363"/>
                    <a:pt x="655" y="1089"/>
                    <a:pt x="655" y="766"/>
                  </a:cubicBezTo>
                  <a:cubicBezTo>
                    <a:pt x="655" y="444"/>
                    <a:pt x="881" y="170"/>
                    <a:pt x="1203" y="54"/>
                  </a:cubicBezTo>
                  <a:cubicBezTo>
                    <a:pt x="1108" y="20"/>
                    <a:pt x="1009" y="1"/>
                    <a:pt x="910"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87"/>
            <p:cNvSpPr/>
            <p:nvPr/>
          </p:nvSpPr>
          <p:spPr>
            <a:xfrm>
              <a:off x="6030691" y="3609326"/>
              <a:ext cx="103389" cy="91901"/>
            </a:xfrm>
            <a:custGeom>
              <a:rect b="b" l="l" r="r" t="t"/>
              <a:pathLst>
                <a:path extrusionOk="0" h="3504" w="3942">
                  <a:moveTo>
                    <a:pt x="1310" y="0"/>
                  </a:moveTo>
                  <a:lnTo>
                    <a:pt x="1310" y="659"/>
                  </a:lnTo>
                  <a:cubicBezTo>
                    <a:pt x="1310" y="823"/>
                    <a:pt x="1218" y="972"/>
                    <a:pt x="1069" y="1049"/>
                  </a:cubicBezTo>
                  <a:lnTo>
                    <a:pt x="362" y="1405"/>
                  </a:lnTo>
                  <a:cubicBezTo>
                    <a:pt x="141" y="1516"/>
                    <a:pt x="1" y="1742"/>
                    <a:pt x="1" y="1992"/>
                  </a:cubicBezTo>
                  <a:lnTo>
                    <a:pt x="1" y="3503"/>
                  </a:lnTo>
                  <a:lnTo>
                    <a:pt x="3942" y="3503"/>
                  </a:lnTo>
                  <a:lnTo>
                    <a:pt x="3942" y="1992"/>
                  </a:lnTo>
                  <a:cubicBezTo>
                    <a:pt x="3942" y="1742"/>
                    <a:pt x="3797" y="1511"/>
                    <a:pt x="3576" y="1400"/>
                  </a:cubicBezTo>
                  <a:lnTo>
                    <a:pt x="2864" y="1044"/>
                  </a:lnTo>
                  <a:cubicBezTo>
                    <a:pt x="2720" y="972"/>
                    <a:pt x="2623" y="818"/>
                    <a:pt x="2623" y="655"/>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87"/>
            <p:cNvSpPr/>
            <p:nvPr/>
          </p:nvSpPr>
          <p:spPr>
            <a:xfrm>
              <a:off x="6030691" y="3634688"/>
              <a:ext cx="103389" cy="66539"/>
            </a:xfrm>
            <a:custGeom>
              <a:rect b="b" l="l" r="r" t="t"/>
              <a:pathLst>
                <a:path extrusionOk="0" h="2537" w="3942">
                  <a:moveTo>
                    <a:pt x="1180" y="0"/>
                  </a:moveTo>
                  <a:cubicBezTo>
                    <a:pt x="1146" y="34"/>
                    <a:pt x="1108" y="58"/>
                    <a:pt x="1069" y="77"/>
                  </a:cubicBezTo>
                  <a:lnTo>
                    <a:pt x="362" y="433"/>
                  </a:lnTo>
                  <a:cubicBezTo>
                    <a:pt x="141" y="544"/>
                    <a:pt x="1" y="775"/>
                    <a:pt x="1" y="1020"/>
                  </a:cubicBezTo>
                  <a:lnTo>
                    <a:pt x="1" y="2536"/>
                  </a:lnTo>
                  <a:lnTo>
                    <a:pt x="3942" y="2536"/>
                  </a:lnTo>
                  <a:lnTo>
                    <a:pt x="3937" y="1020"/>
                  </a:lnTo>
                  <a:cubicBezTo>
                    <a:pt x="3937" y="775"/>
                    <a:pt x="3797" y="544"/>
                    <a:pt x="3576" y="433"/>
                  </a:cubicBezTo>
                  <a:lnTo>
                    <a:pt x="2869" y="77"/>
                  </a:lnTo>
                  <a:cubicBezTo>
                    <a:pt x="2830" y="58"/>
                    <a:pt x="2792" y="34"/>
                    <a:pt x="2758" y="0"/>
                  </a:cubicBezTo>
                  <a:lnTo>
                    <a:pt x="2508" y="279"/>
                  </a:lnTo>
                  <a:cubicBezTo>
                    <a:pt x="2368" y="448"/>
                    <a:pt x="2169" y="532"/>
                    <a:pt x="1969" y="532"/>
                  </a:cubicBezTo>
                  <a:cubicBezTo>
                    <a:pt x="1769" y="532"/>
                    <a:pt x="1570" y="448"/>
                    <a:pt x="1430" y="279"/>
                  </a:cubicBezTo>
                  <a:lnTo>
                    <a:pt x="1180"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87"/>
            <p:cNvSpPr/>
            <p:nvPr/>
          </p:nvSpPr>
          <p:spPr>
            <a:xfrm>
              <a:off x="6042074" y="3528808"/>
              <a:ext cx="80414" cy="80414"/>
            </a:xfrm>
            <a:custGeom>
              <a:rect b="b" l="l" r="r" t="t"/>
              <a:pathLst>
                <a:path extrusionOk="0" h="3066" w="3066">
                  <a:moveTo>
                    <a:pt x="1535" y="0"/>
                  </a:moveTo>
                  <a:cubicBezTo>
                    <a:pt x="688" y="0"/>
                    <a:pt x="0" y="688"/>
                    <a:pt x="0" y="1535"/>
                  </a:cubicBezTo>
                  <a:cubicBezTo>
                    <a:pt x="0" y="2382"/>
                    <a:pt x="688" y="3065"/>
                    <a:pt x="1535" y="3065"/>
                  </a:cubicBezTo>
                  <a:cubicBezTo>
                    <a:pt x="2377" y="3065"/>
                    <a:pt x="3065" y="2382"/>
                    <a:pt x="3065" y="1535"/>
                  </a:cubicBezTo>
                  <a:cubicBezTo>
                    <a:pt x="3065" y="688"/>
                    <a:pt x="2377" y="0"/>
                    <a:pt x="153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87"/>
            <p:cNvSpPr/>
            <p:nvPr/>
          </p:nvSpPr>
          <p:spPr>
            <a:xfrm>
              <a:off x="6056866" y="3528939"/>
              <a:ext cx="67247" cy="72335"/>
            </a:xfrm>
            <a:custGeom>
              <a:rect b="b" l="l" r="r" t="t"/>
              <a:pathLst>
                <a:path extrusionOk="0" h="2758" w="2564">
                  <a:moveTo>
                    <a:pt x="971" y="0"/>
                  </a:moveTo>
                  <a:cubicBezTo>
                    <a:pt x="243" y="0"/>
                    <a:pt x="1" y="1006"/>
                    <a:pt x="658" y="1328"/>
                  </a:cubicBezTo>
                  <a:cubicBezTo>
                    <a:pt x="677" y="1338"/>
                    <a:pt x="697" y="1347"/>
                    <a:pt x="721" y="1357"/>
                  </a:cubicBezTo>
                  <a:lnTo>
                    <a:pt x="1481" y="2738"/>
                  </a:lnTo>
                  <a:cubicBezTo>
                    <a:pt x="1481" y="2738"/>
                    <a:pt x="1683" y="2752"/>
                    <a:pt x="1890" y="2757"/>
                  </a:cubicBezTo>
                  <a:cubicBezTo>
                    <a:pt x="2338" y="2425"/>
                    <a:pt x="2564" y="1872"/>
                    <a:pt x="2487" y="1318"/>
                  </a:cubicBezTo>
                  <a:cubicBezTo>
                    <a:pt x="2395" y="688"/>
                    <a:pt x="1929" y="178"/>
                    <a:pt x="1308" y="34"/>
                  </a:cubicBezTo>
                  <a:cubicBezTo>
                    <a:pt x="1202" y="10"/>
                    <a:pt x="1091" y="0"/>
                    <a:pt x="976" y="0"/>
                  </a:cubicBezTo>
                  <a:cubicBezTo>
                    <a:pt x="974" y="0"/>
                    <a:pt x="972" y="0"/>
                    <a:pt x="97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87"/>
            <p:cNvSpPr/>
            <p:nvPr/>
          </p:nvSpPr>
          <p:spPr>
            <a:xfrm>
              <a:off x="6048001" y="3564241"/>
              <a:ext cx="68795" cy="56573"/>
            </a:xfrm>
            <a:custGeom>
              <a:rect b="b" l="l" r="r" t="t"/>
              <a:pathLst>
                <a:path extrusionOk="0" h="2157" w="2623">
                  <a:moveTo>
                    <a:pt x="1005" y="0"/>
                  </a:moveTo>
                  <a:cubicBezTo>
                    <a:pt x="922" y="0"/>
                    <a:pt x="845" y="50"/>
                    <a:pt x="809" y="126"/>
                  </a:cubicBezTo>
                  <a:cubicBezTo>
                    <a:pt x="736" y="276"/>
                    <a:pt x="635" y="410"/>
                    <a:pt x="510" y="521"/>
                  </a:cubicBezTo>
                  <a:cubicBezTo>
                    <a:pt x="462" y="564"/>
                    <a:pt x="409" y="608"/>
                    <a:pt x="356" y="641"/>
                  </a:cubicBezTo>
                  <a:cubicBezTo>
                    <a:pt x="92" y="824"/>
                    <a:pt x="0" y="1175"/>
                    <a:pt x="149" y="1459"/>
                  </a:cubicBezTo>
                  <a:cubicBezTo>
                    <a:pt x="375" y="1888"/>
                    <a:pt x="823" y="2157"/>
                    <a:pt x="1309" y="2157"/>
                  </a:cubicBezTo>
                  <a:cubicBezTo>
                    <a:pt x="1992" y="2157"/>
                    <a:pt x="2565" y="1628"/>
                    <a:pt x="2618" y="944"/>
                  </a:cubicBezTo>
                  <a:cubicBezTo>
                    <a:pt x="2623" y="877"/>
                    <a:pt x="2594" y="810"/>
                    <a:pt x="2541" y="771"/>
                  </a:cubicBezTo>
                  <a:cubicBezTo>
                    <a:pt x="2108" y="406"/>
                    <a:pt x="1602" y="146"/>
                    <a:pt x="1054" y="6"/>
                  </a:cubicBezTo>
                  <a:cubicBezTo>
                    <a:pt x="1037" y="2"/>
                    <a:pt x="1021" y="0"/>
                    <a:pt x="100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87"/>
            <p:cNvSpPr/>
            <p:nvPr/>
          </p:nvSpPr>
          <p:spPr>
            <a:xfrm>
              <a:off x="6048237" y="3564241"/>
              <a:ext cx="68559" cy="55943"/>
            </a:xfrm>
            <a:custGeom>
              <a:rect b="b" l="l" r="r" t="t"/>
              <a:pathLst>
                <a:path extrusionOk="0" h="2133" w="2614">
                  <a:moveTo>
                    <a:pt x="996" y="0"/>
                  </a:moveTo>
                  <a:cubicBezTo>
                    <a:pt x="913" y="0"/>
                    <a:pt x="836" y="50"/>
                    <a:pt x="800" y="126"/>
                  </a:cubicBezTo>
                  <a:cubicBezTo>
                    <a:pt x="747" y="232"/>
                    <a:pt x="679" y="333"/>
                    <a:pt x="597" y="420"/>
                  </a:cubicBezTo>
                  <a:cubicBezTo>
                    <a:pt x="569" y="458"/>
                    <a:pt x="535" y="492"/>
                    <a:pt x="501" y="521"/>
                  </a:cubicBezTo>
                  <a:cubicBezTo>
                    <a:pt x="453" y="564"/>
                    <a:pt x="405" y="603"/>
                    <a:pt x="352" y="636"/>
                  </a:cubicBezTo>
                  <a:cubicBezTo>
                    <a:pt x="49" y="853"/>
                    <a:pt x="1" y="1243"/>
                    <a:pt x="188" y="1541"/>
                  </a:cubicBezTo>
                  <a:cubicBezTo>
                    <a:pt x="391" y="1859"/>
                    <a:pt x="723" y="2075"/>
                    <a:pt x="1098" y="2133"/>
                  </a:cubicBezTo>
                  <a:cubicBezTo>
                    <a:pt x="838" y="1955"/>
                    <a:pt x="641" y="1714"/>
                    <a:pt x="641" y="1276"/>
                  </a:cubicBezTo>
                  <a:lnTo>
                    <a:pt x="641" y="1108"/>
                  </a:lnTo>
                  <a:cubicBezTo>
                    <a:pt x="694" y="1074"/>
                    <a:pt x="742" y="1036"/>
                    <a:pt x="790" y="988"/>
                  </a:cubicBezTo>
                  <a:cubicBezTo>
                    <a:pt x="915" y="882"/>
                    <a:pt x="1016" y="757"/>
                    <a:pt x="1107" y="617"/>
                  </a:cubicBezTo>
                  <a:cubicBezTo>
                    <a:pt x="1521" y="747"/>
                    <a:pt x="1911" y="959"/>
                    <a:pt x="2248" y="1238"/>
                  </a:cubicBezTo>
                  <a:cubicBezTo>
                    <a:pt x="2291" y="1276"/>
                    <a:pt x="2349" y="1329"/>
                    <a:pt x="2469" y="1440"/>
                  </a:cubicBezTo>
                  <a:cubicBezTo>
                    <a:pt x="2546" y="1320"/>
                    <a:pt x="2599" y="1079"/>
                    <a:pt x="2609" y="940"/>
                  </a:cubicBezTo>
                  <a:cubicBezTo>
                    <a:pt x="2614" y="872"/>
                    <a:pt x="2585" y="810"/>
                    <a:pt x="2532" y="771"/>
                  </a:cubicBezTo>
                  <a:cubicBezTo>
                    <a:pt x="2099" y="410"/>
                    <a:pt x="1593" y="146"/>
                    <a:pt x="1045" y="6"/>
                  </a:cubicBezTo>
                  <a:cubicBezTo>
                    <a:pt x="1028" y="2"/>
                    <a:pt x="1012" y="0"/>
                    <a:pt x="99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87"/>
            <p:cNvSpPr/>
            <p:nvPr/>
          </p:nvSpPr>
          <p:spPr>
            <a:xfrm>
              <a:off x="6110973" y="3651080"/>
              <a:ext cx="22975" cy="50147"/>
            </a:xfrm>
            <a:custGeom>
              <a:rect b="b" l="l" r="r" t="t"/>
              <a:pathLst>
                <a:path extrusionOk="0" h="1912" w="876">
                  <a:moveTo>
                    <a:pt x="741" y="1"/>
                  </a:moveTo>
                  <a:lnTo>
                    <a:pt x="164" y="463"/>
                  </a:lnTo>
                  <a:cubicBezTo>
                    <a:pt x="63" y="549"/>
                    <a:pt x="0" y="674"/>
                    <a:pt x="0" y="804"/>
                  </a:cubicBezTo>
                  <a:lnTo>
                    <a:pt x="0" y="1911"/>
                  </a:lnTo>
                  <a:lnTo>
                    <a:pt x="876" y="1911"/>
                  </a:lnTo>
                  <a:lnTo>
                    <a:pt x="876" y="395"/>
                  </a:lnTo>
                  <a:cubicBezTo>
                    <a:pt x="876" y="256"/>
                    <a:pt x="828" y="116"/>
                    <a:pt x="74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87"/>
            <p:cNvSpPr/>
            <p:nvPr/>
          </p:nvSpPr>
          <p:spPr>
            <a:xfrm>
              <a:off x="5795089" y="3534604"/>
              <a:ext cx="28798" cy="63130"/>
            </a:xfrm>
            <a:custGeom>
              <a:rect b="b" l="l" r="r" t="t"/>
              <a:pathLst>
                <a:path extrusionOk="0" h="2407" w="1098">
                  <a:moveTo>
                    <a:pt x="660" y="1"/>
                  </a:moveTo>
                  <a:cubicBezTo>
                    <a:pt x="299" y="5"/>
                    <a:pt x="5" y="299"/>
                    <a:pt x="5" y="660"/>
                  </a:cubicBezTo>
                  <a:lnTo>
                    <a:pt x="5" y="809"/>
                  </a:lnTo>
                  <a:cubicBezTo>
                    <a:pt x="0" y="1001"/>
                    <a:pt x="34" y="1184"/>
                    <a:pt x="92" y="1367"/>
                  </a:cubicBezTo>
                  <a:lnTo>
                    <a:pt x="438" y="2406"/>
                  </a:lnTo>
                  <a:lnTo>
                    <a:pt x="1098" y="2406"/>
                  </a:lnTo>
                  <a:lnTo>
                    <a:pt x="1098"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87"/>
            <p:cNvSpPr/>
            <p:nvPr/>
          </p:nvSpPr>
          <p:spPr>
            <a:xfrm>
              <a:off x="5806577" y="3528939"/>
              <a:ext cx="69057" cy="68926"/>
            </a:xfrm>
            <a:custGeom>
              <a:rect b="b" l="l" r="r" t="t"/>
              <a:pathLst>
                <a:path extrusionOk="0" h="2628" w="2633">
                  <a:moveTo>
                    <a:pt x="660" y="0"/>
                  </a:moveTo>
                  <a:cubicBezTo>
                    <a:pt x="299" y="0"/>
                    <a:pt x="0" y="294"/>
                    <a:pt x="0" y="654"/>
                  </a:cubicBezTo>
                  <a:cubicBezTo>
                    <a:pt x="0" y="895"/>
                    <a:pt x="198" y="1092"/>
                    <a:pt x="443" y="1092"/>
                  </a:cubicBezTo>
                  <a:lnTo>
                    <a:pt x="2194" y="2627"/>
                  </a:lnTo>
                  <a:lnTo>
                    <a:pt x="2579" y="1270"/>
                  </a:lnTo>
                  <a:cubicBezTo>
                    <a:pt x="2613" y="1150"/>
                    <a:pt x="2628" y="1030"/>
                    <a:pt x="2632" y="909"/>
                  </a:cubicBezTo>
                  <a:lnTo>
                    <a:pt x="2632"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87"/>
            <p:cNvSpPr/>
            <p:nvPr/>
          </p:nvSpPr>
          <p:spPr>
            <a:xfrm>
              <a:off x="5818065" y="3614991"/>
              <a:ext cx="34463" cy="34489"/>
            </a:xfrm>
            <a:custGeom>
              <a:rect b="b" l="l" r="r" t="t"/>
              <a:pathLst>
                <a:path extrusionOk="0" h="1315" w="1314">
                  <a:moveTo>
                    <a:pt x="0" y="1"/>
                  </a:moveTo>
                  <a:lnTo>
                    <a:pt x="0"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87"/>
            <p:cNvSpPr/>
            <p:nvPr/>
          </p:nvSpPr>
          <p:spPr>
            <a:xfrm>
              <a:off x="5777937" y="3628997"/>
              <a:ext cx="114850" cy="72231"/>
            </a:xfrm>
            <a:custGeom>
              <a:rect b="b" l="l" r="r" t="t"/>
              <a:pathLst>
                <a:path extrusionOk="0" h="2754" w="4379">
                  <a:moveTo>
                    <a:pt x="1535" y="1"/>
                  </a:moveTo>
                  <a:lnTo>
                    <a:pt x="476" y="299"/>
                  </a:lnTo>
                  <a:cubicBezTo>
                    <a:pt x="193" y="381"/>
                    <a:pt x="0" y="636"/>
                    <a:pt x="0" y="929"/>
                  </a:cubicBezTo>
                  <a:lnTo>
                    <a:pt x="0" y="2753"/>
                  </a:lnTo>
                  <a:lnTo>
                    <a:pt x="4379" y="2753"/>
                  </a:lnTo>
                  <a:lnTo>
                    <a:pt x="4379" y="929"/>
                  </a:lnTo>
                  <a:cubicBezTo>
                    <a:pt x="4379" y="636"/>
                    <a:pt x="4186" y="381"/>
                    <a:pt x="3902" y="299"/>
                  </a:cubicBezTo>
                  <a:lnTo>
                    <a:pt x="2849" y="1"/>
                  </a:lnTo>
                  <a:lnTo>
                    <a:pt x="2189" y="780"/>
                  </a:lnTo>
                  <a:lnTo>
                    <a:pt x="1535"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87"/>
            <p:cNvSpPr/>
            <p:nvPr/>
          </p:nvSpPr>
          <p:spPr>
            <a:xfrm>
              <a:off x="5800886" y="3557684"/>
              <a:ext cx="68926" cy="63130"/>
            </a:xfrm>
            <a:custGeom>
              <a:rect b="b" l="l" r="r" t="t"/>
              <a:pathLst>
                <a:path extrusionOk="0" h="2407" w="2628">
                  <a:moveTo>
                    <a:pt x="826" y="1"/>
                  </a:moveTo>
                  <a:cubicBezTo>
                    <a:pt x="712" y="1"/>
                    <a:pt x="608" y="48"/>
                    <a:pt x="525" y="126"/>
                  </a:cubicBezTo>
                  <a:lnTo>
                    <a:pt x="309" y="343"/>
                  </a:lnTo>
                  <a:cubicBezTo>
                    <a:pt x="111" y="540"/>
                    <a:pt x="1" y="810"/>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70"/>
                    <a:pt x="1545" y="20"/>
                    <a:pt x="843" y="1"/>
                  </a:cubicBezTo>
                  <a:cubicBezTo>
                    <a:pt x="837" y="1"/>
                    <a:pt x="832" y="1"/>
                    <a:pt x="82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87"/>
            <p:cNvSpPr/>
            <p:nvPr/>
          </p:nvSpPr>
          <p:spPr>
            <a:xfrm>
              <a:off x="5800886" y="3557684"/>
              <a:ext cx="68821" cy="61766"/>
            </a:xfrm>
            <a:custGeom>
              <a:rect b="b" l="l" r="r" t="t"/>
              <a:pathLst>
                <a:path extrusionOk="0" h="2355" w="2624">
                  <a:moveTo>
                    <a:pt x="826" y="1"/>
                  </a:moveTo>
                  <a:cubicBezTo>
                    <a:pt x="712" y="1"/>
                    <a:pt x="608" y="48"/>
                    <a:pt x="525" y="126"/>
                  </a:cubicBezTo>
                  <a:lnTo>
                    <a:pt x="309" y="343"/>
                  </a:lnTo>
                  <a:cubicBezTo>
                    <a:pt x="111" y="540"/>
                    <a:pt x="1" y="810"/>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6"/>
                  </a:cubicBezTo>
                  <a:cubicBezTo>
                    <a:pt x="1565" y="684"/>
                    <a:pt x="2219" y="757"/>
                    <a:pt x="2623" y="949"/>
                  </a:cubicBezTo>
                  <a:cubicBezTo>
                    <a:pt x="2609" y="858"/>
                    <a:pt x="2570" y="569"/>
                    <a:pt x="2503" y="502"/>
                  </a:cubicBezTo>
                  <a:cubicBezTo>
                    <a:pt x="2161" y="170"/>
                    <a:pt x="1545" y="20"/>
                    <a:pt x="843" y="1"/>
                  </a:cubicBezTo>
                  <a:cubicBezTo>
                    <a:pt x="837" y="1"/>
                    <a:pt x="832" y="1"/>
                    <a:pt x="82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87"/>
            <p:cNvSpPr/>
            <p:nvPr/>
          </p:nvSpPr>
          <p:spPr>
            <a:xfrm>
              <a:off x="5870048" y="3431241"/>
              <a:ext cx="171790" cy="201060"/>
            </a:xfrm>
            <a:custGeom>
              <a:rect b="b" l="l" r="r" t="t"/>
              <a:pathLst>
                <a:path extrusionOk="0" h="7666" w="6550">
                  <a:moveTo>
                    <a:pt x="3277" y="1"/>
                  </a:moveTo>
                  <a:cubicBezTo>
                    <a:pt x="1704" y="1"/>
                    <a:pt x="559" y="1088"/>
                    <a:pt x="429" y="2849"/>
                  </a:cubicBezTo>
                  <a:cubicBezTo>
                    <a:pt x="270" y="5015"/>
                    <a:pt x="87" y="6227"/>
                    <a:pt x="20" y="6631"/>
                  </a:cubicBezTo>
                  <a:cubicBezTo>
                    <a:pt x="1" y="6728"/>
                    <a:pt x="54" y="6824"/>
                    <a:pt x="140" y="6862"/>
                  </a:cubicBezTo>
                  <a:cubicBezTo>
                    <a:pt x="559" y="7079"/>
                    <a:pt x="1844" y="7666"/>
                    <a:pt x="3273" y="7666"/>
                  </a:cubicBezTo>
                  <a:cubicBezTo>
                    <a:pt x="4707" y="7666"/>
                    <a:pt x="5991" y="7079"/>
                    <a:pt x="6410" y="6862"/>
                  </a:cubicBezTo>
                  <a:cubicBezTo>
                    <a:pt x="6496" y="6824"/>
                    <a:pt x="6549" y="6728"/>
                    <a:pt x="6530" y="6631"/>
                  </a:cubicBezTo>
                  <a:cubicBezTo>
                    <a:pt x="6463" y="6227"/>
                    <a:pt x="6280" y="5010"/>
                    <a:pt x="6121" y="2849"/>
                  </a:cubicBezTo>
                  <a:cubicBezTo>
                    <a:pt x="5991" y="1088"/>
                    <a:pt x="4846" y="1"/>
                    <a:pt x="32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87"/>
            <p:cNvSpPr/>
            <p:nvPr/>
          </p:nvSpPr>
          <p:spPr>
            <a:xfrm>
              <a:off x="5910569" y="3431241"/>
              <a:ext cx="131269" cy="200981"/>
            </a:xfrm>
            <a:custGeom>
              <a:rect b="b" l="l" r="r" t="t"/>
              <a:pathLst>
                <a:path extrusionOk="0" h="7663" w="5005">
                  <a:moveTo>
                    <a:pt x="1732" y="1"/>
                  </a:moveTo>
                  <a:cubicBezTo>
                    <a:pt x="1622" y="1"/>
                    <a:pt x="1516" y="6"/>
                    <a:pt x="1410" y="15"/>
                  </a:cubicBezTo>
                  <a:cubicBezTo>
                    <a:pt x="183" y="136"/>
                    <a:pt x="0" y="1868"/>
                    <a:pt x="1179" y="2224"/>
                  </a:cubicBezTo>
                  <a:lnTo>
                    <a:pt x="1208" y="2233"/>
                  </a:lnTo>
                  <a:lnTo>
                    <a:pt x="1646" y="7661"/>
                  </a:lnTo>
                  <a:cubicBezTo>
                    <a:pt x="1680" y="7662"/>
                    <a:pt x="1714" y="7662"/>
                    <a:pt x="1748" y="7662"/>
                  </a:cubicBezTo>
                  <a:cubicBezTo>
                    <a:pt x="3174" y="7662"/>
                    <a:pt x="4451" y="7079"/>
                    <a:pt x="4870" y="6867"/>
                  </a:cubicBezTo>
                  <a:cubicBezTo>
                    <a:pt x="4956" y="6824"/>
                    <a:pt x="5004" y="6728"/>
                    <a:pt x="4990" y="6631"/>
                  </a:cubicBezTo>
                  <a:cubicBezTo>
                    <a:pt x="4923" y="6227"/>
                    <a:pt x="4740" y="5010"/>
                    <a:pt x="4581" y="2849"/>
                  </a:cubicBezTo>
                  <a:cubicBezTo>
                    <a:pt x="4451" y="1088"/>
                    <a:pt x="3306" y="1"/>
                    <a:pt x="173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87"/>
            <p:cNvSpPr/>
            <p:nvPr/>
          </p:nvSpPr>
          <p:spPr>
            <a:xfrm>
              <a:off x="5858324" y="3586351"/>
              <a:ext cx="195238" cy="114876"/>
            </a:xfrm>
            <a:custGeom>
              <a:rect b="b" l="l" r="r" t="t"/>
              <a:pathLst>
                <a:path extrusionOk="0" h="4380" w="7444">
                  <a:moveTo>
                    <a:pt x="2627" y="0"/>
                  </a:moveTo>
                  <a:lnTo>
                    <a:pt x="2627" y="963"/>
                  </a:lnTo>
                  <a:cubicBezTo>
                    <a:pt x="2627" y="1136"/>
                    <a:pt x="2526" y="1290"/>
                    <a:pt x="2368" y="1362"/>
                  </a:cubicBezTo>
                  <a:lnTo>
                    <a:pt x="520" y="2175"/>
                  </a:lnTo>
                  <a:cubicBezTo>
                    <a:pt x="207" y="2315"/>
                    <a:pt x="0" y="2632"/>
                    <a:pt x="0" y="2979"/>
                  </a:cubicBezTo>
                  <a:lnTo>
                    <a:pt x="0" y="4379"/>
                  </a:lnTo>
                  <a:lnTo>
                    <a:pt x="7444" y="4379"/>
                  </a:lnTo>
                  <a:lnTo>
                    <a:pt x="7444" y="2979"/>
                  </a:lnTo>
                  <a:cubicBezTo>
                    <a:pt x="7444" y="2632"/>
                    <a:pt x="7237" y="2315"/>
                    <a:pt x="6924" y="2175"/>
                  </a:cubicBezTo>
                  <a:lnTo>
                    <a:pt x="5077" y="1362"/>
                  </a:lnTo>
                  <a:cubicBezTo>
                    <a:pt x="4918" y="1290"/>
                    <a:pt x="4817" y="1136"/>
                    <a:pt x="4817" y="963"/>
                  </a:cubicBezTo>
                  <a:lnTo>
                    <a:pt x="481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87"/>
            <p:cNvSpPr/>
            <p:nvPr/>
          </p:nvSpPr>
          <p:spPr>
            <a:xfrm>
              <a:off x="5927224" y="3586351"/>
              <a:ext cx="57438" cy="28772"/>
            </a:xfrm>
            <a:custGeom>
              <a:rect b="b" l="l" r="r" t="t"/>
              <a:pathLst>
                <a:path extrusionOk="0" h="1097" w="2190">
                  <a:moveTo>
                    <a:pt x="0" y="0"/>
                  </a:moveTo>
                  <a:lnTo>
                    <a:pt x="0" y="876"/>
                  </a:lnTo>
                  <a:cubicBezTo>
                    <a:pt x="352" y="1023"/>
                    <a:pt x="723" y="1096"/>
                    <a:pt x="1095" y="1096"/>
                  </a:cubicBezTo>
                  <a:cubicBezTo>
                    <a:pt x="1467" y="1096"/>
                    <a:pt x="1838" y="1023"/>
                    <a:pt x="2190" y="876"/>
                  </a:cubicBezTo>
                  <a:lnTo>
                    <a:pt x="219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87"/>
            <p:cNvSpPr/>
            <p:nvPr/>
          </p:nvSpPr>
          <p:spPr>
            <a:xfrm>
              <a:off x="5858324" y="3627607"/>
              <a:ext cx="195238" cy="73489"/>
            </a:xfrm>
            <a:custGeom>
              <a:rect b="b" l="l" r="r" t="t"/>
              <a:pathLst>
                <a:path extrusionOk="0" h="2802" w="7444">
                  <a:moveTo>
                    <a:pt x="1882" y="1"/>
                  </a:moveTo>
                  <a:lnTo>
                    <a:pt x="520" y="602"/>
                  </a:lnTo>
                  <a:cubicBezTo>
                    <a:pt x="202" y="742"/>
                    <a:pt x="0" y="1059"/>
                    <a:pt x="0" y="1406"/>
                  </a:cubicBezTo>
                  <a:lnTo>
                    <a:pt x="0" y="2801"/>
                  </a:lnTo>
                  <a:lnTo>
                    <a:pt x="7444" y="2801"/>
                  </a:lnTo>
                  <a:lnTo>
                    <a:pt x="7444" y="1406"/>
                  </a:lnTo>
                  <a:cubicBezTo>
                    <a:pt x="7444" y="1059"/>
                    <a:pt x="7237" y="742"/>
                    <a:pt x="6924" y="602"/>
                  </a:cubicBezTo>
                  <a:lnTo>
                    <a:pt x="5562" y="1"/>
                  </a:lnTo>
                  <a:cubicBezTo>
                    <a:pt x="5269" y="766"/>
                    <a:pt x="4538" y="1271"/>
                    <a:pt x="3720" y="1271"/>
                  </a:cubicBezTo>
                  <a:cubicBezTo>
                    <a:pt x="2906" y="1271"/>
                    <a:pt x="2170" y="766"/>
                    <a:pt x="188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87"/>
            <p:cNvSpPr/>
            <p:nvPr/>
          </p:nvSpPr>
          <p:spPr>
            <a:xfrm>
              <a:off x="5898452" y="3489676"/>
              <a:ext cx="114981" cy="108057"/>
            </a:xfrm>
            <a:custGeom>
              <a:rect b="b" l="l" r="r" t="t"/>
              <a:pathLst>
                <a:path extrusionOk="0" h="4120" w="4384">
                  <a:moveTo>
                    <a:pt x="1599" y="0"/>
                  </a:moveTo>
                  <a:cubicBezTo>
                    <a:pt x="1436" y="0"/>
                    <a:pt x="1284" y="93"/>
                    <a:pt x="1208" y="241"/>
                  </a:cubicBezTo>
                  <a:cubicBezTo>
                    <a:pt x="1068" y="525"/>
                    <a:pt x="770" y="977"/>
                    <a:pt x="183" y="1377"/>
                  </a:cubicBezTo>
                  <a:cubicBezTo>
                    <a:pt x="68" y="1459"/>
                    <a:pt x="0" y="1593"/>
                    <a:pt x="5" y="1733"/>
                  </a:cubicBezTo>
                  <a:lnTo>
                    <a:pt x="5" y="1858"/>
                  </a:lnTo>
                  <a:cubicBezTo>
                    <a:pt x="5" y="3022"/>
                    <a:pt x="886" y="4042"/>
                    <a:pt x="2050" y="4115"/>
                  </a:cubicBezTo>
                  <a:cubicBezTo>
                    <a:pt x="2101" y="4118"/>
                    <a:pt x="2151" y="4120"/>
                    <a:pt x="2201" y="4120"/>
                  </a:cubicBezTo>
                  <a:cubicBezTo>
                    <a:pt x="3395" y="4120"/>
                    <a:pt x="4384" y="3145"/>
                    <a:pt x="4384" y="1930"/>
                  </a:cubicBezTo>
                  <a:lnTo>
                    <a:pt x="4384" y="1545"/>
                  </a:lnTo>
                  <a:cubicBezTo>
                    <a:pt x="4384" y="1358"/>
                    <a:pt x="4302" y="1179"/>
                    <a:pt x="4162" y="1059"/>
                  </a:cubicBezTo>
                  <a:cubicBezTo>
                    <a:pt x="3811" y="751"/>
                    <a:pt x="3017" y="212"/>
                    <a:pt x="1665" y="5"/>
                  </a:cubicBezTo>
                  <a:cubicBezTo>
                    <a:pt x="1643" y="2"/>
                    <a:pt x="1621" y="0"/>
                    <a:pt x="159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87"/>
            <p:cNvSpPr/>
            <p:nvPr/>
          </p:nvSpPr>
          <p:spPr>
            <a:xfrm>
              <a:off x="5898452" y="3489676"/>
              <a:ext cx="114981" cy="107559"/>
            </a:xfrm>
            <a:custGeom>
              <a:rect b="b" l="l" r="r" t="t"/>
              <a:pathLst>
                <a:path extrusionOk="0" h="4101" w="4384">
                  <a:moveTo>
                    <a:pt x="1599" y="0"/>
                  </a:moveTo>
                  <a:cubicBezTo>
                    <a:pt x="1436" y="0"/>
                    <a:pt x="1284" y="93"/>
                    <a:pt x="1208" y="241"/>
                  </a:cubicBezTo>
                  <a:cubicBezTo>
                    <a:pt x="1165" y="318"/>
                    <a:pt x="1121" y="400"/>
                    <a:pt x="1073" y="472"/>
                  </a:cubicBezTo>
                  <a:cubicBezTo>
                    <a:pt x="842" y="833"/>
                    <a:pt x="544" y="1141"/>
                    <a:pt x="188" y="1377"/>
                  </a:cubicBezTo>
                  <a:cubicBezTo>
                    <a:pt x="72" y="1459"/>
                    <a:pt x="0" y="1588"/>
                    <a:pt x="0" y="1733"/>
                  </a:cubicBezTo>
                  <a:lnTo>
                    <a:pt x="0" y="1858"/>
                  </a:lnTo>
                  <a:cubicBezTo>
                    <a:pt x="0" y="2979"/>
                    <a:pt x="823" y="3965"/>
                    <a:pt x="1925" y="4100"/>
                  </a:cubicBezTo>
                  <a:cubicBezTo>
                    <a:pt x="1535" y="3696"/>
                    <a:pt x="1319" y="3152"/>
                    <a:pt x="1319" y="2589"/>
                  </a:cubicBezTo>
                  <a:lnTo>
                    <a:pt x="1319" y="1213"/>
                  </a:lnTo>
                  <a:cubicBezTo>
                    <a:pt x="1314" y="987"/>
                    <a:pt x="1487" y="799"/>
                    <a:pt x="1708" y="775"/>
                  </a:cubicBezTo>
                  <a:cubicBezTo>
                    <a:pt x="1745" y="772"/>
                    <a:pt x="1787" y="770"/>
                    <a:pt x="1832" y="770"/>
                  </a:cubicBezTo>
                  <a:cubicBezTo>
                    <a:pt x="2441" y="770"/>
                    <a:pt x="3770" y="1090"/>
                    <a:pt x="4384" y="1497"/>
                  </a:cubicBezTo>
                  <a:cubicBezTo>
                    <a:pt x="4350" y="1439"/>
                    <a:pt x="4211" y="1102"/>
                    <a:pt x="4162" y="1059"/>
                  </a:cubicBezTo>
                  <a:cubicBezTo>
                    <a:pt x="3811" y="751"/>
                    <a:pt x="3017" y="212"/>
                    <a:pt x="1665" y="5"/>
                  </a:cubicBezTo>
                  <a:cubicBezTo>
                    <a:pt x="1643" y="2"/>
                    <a:pt x="1621" y="0"/>
                    <a:pt x="1599"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87"/>
            <p:cNvSpPr/>
            <p:nvPr/>
          </p:nvSpPr>
          <p:spPr>
            <a:xfrm>
              <a:off x="5858324" y="3646543"/>
              <a:ext cx="40285" cy="54553"/>
            </a:xfrm>
            <a:custGeom>
              <a:rect b="b" l="l" r="r" t="t"/>
              <a:pathLst>
                <a:path extrusionOk="0" h="2080" w="1536">
                  <a:moveTo>
                    <a:pt x="327" y="1"/>
                  </a:moveTo>
                  <a:cubicBezTo>
                    <a:pt x="120" y="169"/>
                    <a:pt x="0" y="419"/>
                    <a:pt x="0" y="684"/>
                  </a:cubicBezTo>
                  <a:lnTo>
                    <a:pt x="0" y="2079"/>
                  </a:lnTo>
                  <a:lnTo>
                    <a:pt x="1535" y="2079"/>
                  </a:lnTo>
                  <a:lnTo>
                    <a:pt x="1535" y="1478"/>
                  </a:lnTo>
                  <a:cubicBezTo>
                    <a:pt x="1535" y="1305"/>
                    <a:pt x="1463" y="1141"/>
                    <a:pt x="1343" y="1016"/>
                  </a:cubicBezTo>
                  <a:lnTo>
                    <a:pt x="327"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87"/>
            <p:cNvSpPr/>
            <p:nvPr/>
          </p:nvSpPr>
          <p:spPr>
            <a:xfrm>
              <a:off x="6013407" y="3646543"/>
              <a:ext cx="40154" cy="54553"/>
            </a:xfrm>
            <a:custGeom>
              <a:rect b="b" l="l" r="r" t="t"/>
              <a:pathLst>
                <a:path extrusionOk="0" h="2080" w="1531">
                  <a:moveTo>
                    <a:pt x="1204" y="1"/>
                  </a:moveTo>
                  <a:lnTo>
                    <a:pt x="193" y="1016"/>
                  </a:lnTo>
                  <a:cubicBezTo>
                    <a:pt x="68" y="1141"/>
                    <a:pt x="1" y="1305"/>
                    <a:pt x="1" y="1478"/>
                  </a:cubicBezTo>
                  <a:lnTo>
                    <a:pt x="1" y="2079"/>
                  </a:lnTo>
                  <a:lnTo>
                    <a:pt x="1531" y="2079"/>
                  </a:lnTo>
                  <a:lnTo>
                    <a:pt x="1531" y="684"/>
                  </a:lnTo>
                  <a:cubicBezTo>
                    <a:pt x="1531" y="419"/>
                    <a:pt x="1411" y="169"/>
                    <a:pt x="120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87"/>
            <p:cNvSpPr/>
            <p:nvPr/>
          </p:nvSpPr>
          <p:spPr>
            <a:xfrm>
              <a:off x="5892944" y="3672797"/>
              <a:ext cx="11147" cy="34096"/>
            </a:xfrm>
            <a:custGeom>
              <a:rect b="b" l="l" r="r" t="t"/>
              <a:pathLst>
                <a:path extrusionOk="0" h="1300" w="425">
                  <a:moveTo>
                    <a:pt x="215" y="0"/>
                  </a:moveTo>
                  <a:cubicBezTo>
                    <a:pt x="100" y="0"/>
                    <a:pt x="8" y="92"/>
                    <a:pt x="8" y="207"/>
                  </a:cubicBezTo>
                  <a:lnTo>
                    <a:pt x="8" y="1083"/>
                  </a:lnTo>
                  <a:cubicBezTo>
                    <a:pt x="1" y="1227"/>
                    <a:pt x="107" y="1300"/>
                    <a:pt x="213" y="1300"/>
                  </a:cubicBezTo>
                  <a:cubicBezTo>
                    <a:pt x="319" y="1300"/>
                    <a:pt x="424" y="1227"/>
                    <a:pt x="417" y="1083"/>
                  </a:cubicBezTo>
                  <a:lnTo>
                    <a:pt x="417" y="207"/>
                  </a:lnTo>
                  <a:cubicBezTo>
                    <a:pt x="417" y="92"/>
                    <a:pt x="326"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87"/>
            <p:cNvSpPr/>
            <p:nvPr/>
          </p:nvSpPr>
          <p:spPr>
            <a:xfrm>
              <a:off x="6007978" y="3672797"/>
              <a:ext cx="10753" cy="33440"/>
            </a:xfrm>
            <a:custGeom>
              <a:rect b="b" l="l" r="r" t="t"/>
              <a:pathLst>
                <a:path extrusionOk="0" h="1275" w="410">
                  <a:moveTo>
                    <a:pt x="208" y="0"/>
                  </a:moveTo>
                  <a:cubicBezTo>
                    <a:pt x="92" y="0"/>
                    <a:pt x="1" y="92"/>
                    <a:pt x="1" y="207"/>
                  </a:cubicBezTo>
                  <a:lnTo>
                    <a:pt x="1" y="1083"/>
                  </a:lnTo>
                  <a:cubicBezTo>
                    <a:pt x="8" y="1211"/>
                    <a:pt x="107" y="1274"/>
                    <a:pt x="205" y="1274"/>
                  </a:cubicBezTo>
                  <a:cubicBezTo>
                    <a:pt x="304" y="1274"/>
                    <a:pt x="403" y="1211"/>
                    <a:pt x="410" y="1083"/>
                  </a:cubicBezTo>
                  <a:lnTo>
                    <a:pt x="410" y="207"/>
                  </a:lnTo>
                  <a:cubicBezTo>
                    <a:pt x="410"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87"/>
            <p:cNvSpPr/>
            <p:nvPr/>
          </p:nvSpPr>
          <p:spPr>
            <a:xfrm>
              <a:off x="5811246" y="3552281"/>
              <a:ext cx="48600" cy="16314"/>
            </a:xfrm>
            <a:custGeom>
              <a:rect b="b" l="l" r="r" t="t"/>
              <a:pathLst>
                <a:path extrusionOk="0" h="622" w="1853">
                  <a:moveTo>
                    <a:pt x="260" y="0"/>
                  </a:moveTo>
                  <a:cubicBezTo>
                    <a:pt x="0" y="10"/>
                    <a:pt x="0" y="395"/>
                    <a:pt x="260" y="409"/>
                  </a:cubicBezTo>
                  <a:cubicBezTo>
                    <a:pt x="491" y="409"/>
                    <a:pt x="1160" y="443"/>
                    <a:pt x="1487" y="607"/>
                  </a:cubicBezTo>
                  <a:cubicBezTo>
                    <a:pt x="1514" y="617"/>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87"/>
            <p:cNvSpPr/>
            <p:nvPr/>
          </p:nvSpPr>
          <p:spPr>
            <a:xfrm>
              <a:off x="5795457" y="3661440"/>
              <a:ext cx="10884" cy="44875"/>
            </a:xfrm>
            <a:custGeom>
              <a:rect b="b" l="l" r="r" t="t"/>
              <a:pathLst>
                <a:path extrusionOk="0" h="1711" w="415">
                  <a:moveTo>
                    <a:pt x="208" y="0"/>
                  </a:moveTo>
                  <a:cubicBezTo>
                    <a:pt x="92" y="0"/>
                    <a:pt x="1" y="92"/>
                    <a:pt x="1" y="202"/>
                  </a:cubicBezTo>
                  <a:lnTo>
                    <a:pt x="1" y="1516"/>
                  </a:lnTo>
                  <a:cubicBezTo>
                    <a:pt x="8" y="1646"/>
                    <a:pt x="108" y="1711"/>
                    <a:pt x="208" y="1711"/>
                  </a:cubicBezTo>
                  <a:cubicBezTo>
                    <a:pt x="308" y="1711"/>
                    <a:pt x="407" y="1646"/>
                    <a:pt x="415" y="1516"/>
                  </a:cubicBezTo>
                  <a:lnTo>
                    <a:pt x="415" y="202"/>
                  </a:lnTo>
                  <a:cubicBezTo>
                    <a:pt x="415"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87"/>
            <p:cNvSpPr/>
            <p:nvPr/>
          </p:nvSpPr>
          <p:spPr>
            <a:xfrm>
              <a:off x="5772612" y="3425812"/>
              <a:ext cx="366896" cy="280949"/>
            </a:xfrm>
            <a:custGeom>
              <a:rect b="b" l="l" r="r" t="t"/>
              <a:pathLst>
                <a:path extrusionOk="0" h="10712" w="13989">
                  <a:moveTo>
                    <a:pt x="11809" y="3258"/>
                  </a:moveTo>
                  <a:cubicBezTo>
                    <a:pt x="12175" y="3258"/>
                    <a:pt x="12478" y="3513"/>
                    <a:pt x="12478" y="3821"/>
                  </a:cubicBezTo>
                  <a:lnTo>
                    <a:pt x="12478" y="3860"/>
                  </a:lnTo>
                  <a:cubicBezTo>
                    <a:pt x="12264" y="3771"/>
                    <a:pt x="12036" y="3726"/>
                    <a:pt x="11809" y="3726"/>
                  </a:cubicBezTo>
                  <a:cubicBezTo>
                    <a:pt x="11582" y="3726"/>
                    <a:pt x="11354" y="3771"/>
                    <a:pt x="11140" y="3860"/>
                  </a:cubicBezTo>
                  <a:cubicBezTo>
                    <a:pt x="11140" y="3845"/>
                    <a:pt x="11140" y="3836"/>
                    <a:pt x="11140" y="3821"/>
                  </a:cubicBezTo>
                  <a:lnTo>
                    <a:pt x="11135" y="3821"/>
                  </a:lnTo>
                  <a:cubicBezTo>
                    <a:pt x="11135" y="3509"/>
                    <a:pt x="11438" y="3258"/>
                    <a:pt x="11809" y="3258"/>
                  </a:cubicBezTo>
                  <a:close/>
                  <a:moveTo>
                    <a:pt x="11802" y="4134"/>
                  </a:moveTo>
                  <a:cubicBezTo>
                    <a:pt x="11805" y="4134"/>
                    <a:pt x="11807" y="4134"/>
                    <a:pt x="11809" y="4134"/>
                  </a:cubicBezTo>
                  <a:cubicBezTo>
                    <a:pt x="12540" y="4134"/>
                    <a:pt x="13132" y="4731"/>
                    <a:pt x="13132" y="5462"/>
                  </a:cubicBezTo>
                  <a:cubicBezTo>
                    <a:pt x="13132" y="5602"/>
                    <a:pt x="13113" y="5741"/>
                    <a:pt x="13065" y="5876"/>
                  </a:cubicBezTo>
                  <a:cubicBezTo>
                    <a:pt x="12487" y="5284"/>
                    <a:pt x="11463" y="5053"/>
                    <a:pt x="11414" y="5044"/>
                  </a:cubicBezTo>
                  <a:cubicBezTo>
                    <a:pt x="11399" y="5040"/>
                    <a:pt x="11383" y="5038"/>
                    <a:pt x="11368" y="5038"/>
                  </a:cubicBezTo>
                  <a:cubicBezTo>
                    <a:pt x="11257" y="5038"/>
                    <a:pt x="11164" y="5127"/>
                    <a:pt x="11164" y="5246"/>
                  </a:cubicBezTo>
                  <a:cubicBezTo>
                    <a:pt x="11145" y="5356"/>
                    <a:pt x="11087" y="5462"/>
                    <a:pt x="11005" y="5539"/>
                  </a:cubicBezTo>
                  <a:cubicBezTo>
                    <a:pt x="10848" y="5686"/>
                    <a:pt x="10987" y="5897"/>
                    <a:pt x="11147" y="5897"/>
                  </a:cubicBezTo>
                  <a:cubicBezTo>
                    <a:pt x="11197" y="5897"/>
                    <a:pt x="11248" y="5877"/>
                    <a:pt x="11294" y="5828"/>
                  </a:cubicBezTo>
                  <a:cubicBezTo>
                    <a:pt x="11390" y="5732"/>
                    <a:pt x="11467" y="5621"/>
                    <a:pt x="11515" y="5496"/>
                  </a:cubicBezTo>
                  <a:cubicBezTo>
                    <a:pt x="11862" y="5597"/>
                    <a:pt x="12579" y="5857"/>
                    <a:pt x="12901" y="6309"/>
                  </a:cubicBezTo>
                  <a:cubicBezTo>
                    <a:pt x="12807" y="6843"/>
                    <a:pt x="12341" y="7228"/>
                    <a:pt x="11805" y="7228"/>
                  </a:cubicBezTo>
                  <a:cubicBezTo>
                    <a:pt x="11795" y="7228"/>
                    <a:pt x="11785" y="7228"/>
                    <a:pt x="11775" y="7228"/>
                  </a:cubicBezTo>
                  <a:cubicBezTo>
                    <a:pt x="11222" y="7209"/>
                    <a:pt x="10770" y="6790"/>
                    <a:pt x="10707" y="6242"/>
                  </a:cubicBezTo>
                  <a:cubicBezTo>
                    <a:pt x="10702" y="6208"/>
                    <a:pt x="10693" y="6179"/>
                    <a:pt x="10678" y="6155"/>
                  </a:cubicBezTo>
                  <a:cubicBezTo>
                    <a:pt x="10131" y="5272"/>
                    <a:pt x="10767" y="4134"/>
                    <a:pt x="11802" y="4134"/>
                  </a:cubicBezTo>
                  <a:close/>
                  <a:moveTo>
                    <a:pt x="3720" y="4134"/>
                  </a:moveTo>
                  <a:lnTo>
                    <a:pt x="3720" y="4986"/>
                  </a:lnTo>
                  <a:cubicBezTo>
                    <a:pt x="3720" y="5125"/>
                    <a:pt x="3687" y="5260"/>
                    <a:pt x="3624" y="5385"/>
                  </a:cubicBezTo>
                  <a:lnTo>
                    <a:pt x="3523" y="5592"/>
                  </a:lnTo>
                  <a:cubicBezTo>
                    <a:pt x="3509" y="5621"/>
                    <a:pt x="3499" y="5650"/>
                    <a:pt x="3499" y="5684"/>
                  </a:cubicBezTo>
                  <a:lnTo>
                    <a:pt x="3499" y="6121"/>
                  </a:lnTo>
                  <a:cubicBezTo>
                    <a:pt x="3499" y="6735"/>
                    <a:pt x="3003" y="7229"/>
                    <a:pt x="2394" y="7229"/>
                  </a:cubicBezTo>
                  <a:cubicBezTo>
                    <a:pt x="2382" y="7229"/>
                    <a:pt x="2370" y="7228"/>
                    <a:pt x="2359" y="7228"/>
                  </a:cubicBezTo>
                  <a:cubicBezTo>
                    <a:pt x="1767" y="7209"/>
                    <a:pt x="1286" y="6689"/>
                    <a:pt x="1286" y="6064"/>
                  </a:cubicBezTo>
                  <a:lnTo>
                    <a:pt x="1286" y="5684"/>
                  </a:lnTo>
                  <a:cubicBezTo>
                    <a:pt x="1286" y="5650"/>
                    <a:pt x="1276" y="5621"/>
                    <a:pt x="1262" y="5592"/>
                  </a:cubicBezTo>
                  <a:lnTo>
                    <a:pt x="1137" y="5337"/>
                  </a:lnTo>
                  <a:cubicBezTo>
                    <a:pt x="1088" y="5246"/>
                    <a:pt x="1064" y="5140"/>
                    <a:pt x="1064" y="5039"/>
                  </a:cubicBezTo>
                  <a:lnTo>
                    <a:pt x="1064" y="5024"/>
                  </a:lnTo>
                  <a:cubicBezTo>
                    <a:pt x="1064" y="4534"/>
                    <a:pt x="1464" y="4134"/>
                    <a:pt x="1955" y="4134"/>
                  </a:cubicBezTo>
                  <a:close/>
                  <a:moveTo>
                    <a:pt x="6992" y="415"/>
                  </a:moveTo>
                  <a:cubicBezTo>
                    <a:pt x="7714" y="415"/>
                    <a:pt x="8345" y="655"/>
                    <a:pt x="8811" y="1117"/>
                  </a:cubicBezTo>
                  <a:cubicBezTo>
                    <a:pt x="9288" y="1589"/>
                    <a:pt x="9572" y="2262"/>
                    <a:pt x="9634" y="3071"/>
                  </a:cubicBezTo>
                  <a:cubicBezTo>
                    <a:pt x="9793" y="5255"/>
                    <a:pt x="9976" y="6473"/>
                    <a:pt x="10048" y="6896"/>
                  </a:cubicBezTo>
                  <a:cubicBezTo>
                    <a:pt x="10048" y="6901"/>
                    <a:pt x="10048" y="6906"/>
                    <a:pt x="10043" y="6906"/>
                  </a:cubicBezTo>
                  <a:cubicBezTo>
                    <a:pt x="9648" y="7151"/>
                    <a:pt x="9215" y="7334"/>
                    <a:pt x="8768" y="7445"/>
                  </a:cubicBezTo>
                  <a:lnTo>
                    <a:pt x="8431" y="7300"/>
                  </a:lnTo>
                  <a:cubicBezTo>
                    <a:pt x="8345" y="7262"/>
                    <a:pt x="8292" y="7175"/>
                    <a:pt x="8292" y="7084"/>
                  </a:cubicBezTo>
                  <a:lnTo>
                    <a:pt x="8292" y="6376"/>
                  </a:lnTo>
                  <a:cubicBezTo>
                    <a:pt x="8975" y="5939"/>
                    <a:pt x="9389" y="5178"/>
                    <a:pt x="9389" y="4370"/>
                  </a:cubicBezTo>
                  <a:lnTo>
                    <a:pt x="9389" y="3985"/>
                  </a:lnTo>
                  <a:cubicBezTo>
                    <a:pt x="9389" y="3735"/>
                    <a:pt x="9283" y="3499"/>
                    <a:pt x="9095" y="3335"/>
                  </a:cubicBezTo>
                  <a:cubicBezTo>
                    <a:pt x="8686" y="2975"/>
                    <a:pt x="7753" y="2354"/>
                    <a:pt x="6136" y="2195"/>
                  </a:cubicBezTo>
                  <a:cubicBezTo>
                    <a:pt x="6131" y="2195"/>
                    <a:pt x="6126" y="2195"/>
                    <a:pt x="6122" y="2195"/>
                  </a:cubicBezTo>
                  <a:cubicBezTo>
                    <a:pt x="5875" y="2195"/>
                    <a:pt x="5842" y="2566"/>
                    <a:pt x="6097" y="2604"/>
                  </a:cubicBezTo>
                  <a:cubicBezTo>
                    <a:pt x="7599" y="2753"/>
                    <a:pt x="8450" y="3326"/>
                    <a:pt x="8826" y="3648"/>
                  </a:cubicBezTo>
                  <a:cubicBezTo>
                    <a:pt x="8922" y="3735"/>
                    <a:pt x="8980" y="3855"/>
                    <a:pt x="8975" y="3985"/>
                  </a:cubicBezTo>
                  <a:lnTo>
                    <a:pt x="8975" y="4370"/>
                  </a:lnTo>
                  <a:cubicBezTo>
                    <a:pt x="8975" y="5467"/>
                    <a:pt x="8089" y="6352"/>
                    <a:pt x="6992" y="6352"/>
                  </a:cubicBezTo>
                  <a:cubicBezTo>
                    <a:pt x="5895" y="6352"/>
                    <a:pt x="5005" y="5467"/>
                    <a:pt x="5005" y="4370"/>
                  </a:cubicBezTo>
                  <a:lnTo>
                    <a:pt x="5005" y="4197"/>
                  </a:lnTo>
                  <a:cubicBezTo>
                    <a:pt x="5010" y="4115"/>
                    <a:pt x="5053" y="4043"/>
                    <a:pt x="5125" y="4004"/>
                  </a:cubicBezTo>
                  <a:cubicBezTo>
                    <a:pt x="5472" y="3812"/>
                    <a:pt x="5741" y="3494"/>
                    <a:pt x="5871" y="3119"/>
                  </a:cubicBezTo>
                  <a:cubicBezTo>
                    <a:pt x="5936" y="2953"/>
                    <a:pt x="5803" y="2836"/>
                    <a:pt x="5672" y="2836"/>
                  </a:cubicBezTo>
                  <a:cubicBezTo>
                    <a:pt x="5591" y="2836"/>
                    <a:pt x="5511" y="2882"/>
                    <a:pt x="5482" y="2989"/>
                  </a:cubicBezTo>
                  <a:cubicBezTo>
                    <a:pt x="5385" y="3273"/>
                    <a:pt x="5183" y="3509"/>
                    <a:pt x="4919" y="3653"/>
                  </a:cubicBezTo>
                  <a:cubicBezTo>
                    <a:pt x="4721" y="3764"/>
                    <a:pt x="4601" y="3971"/>
                    <a:pt x="4596" y="4202"/>
                  </a:cubicBezTo>
                  <a:lnTo>
                    <a:pt x="4596" y="4370"/>
                  </a:lnTo>
                  <a:cubicBezTo>
                    <a:pt x="4596" y="5183"/>
                    <a:pt x="5010" y="5939"/>
                    <a:pt x="5693" y="6381"/>
                  </a:cubicBezTo>
                  <a:lnTo>
                    <a:pt x="5693" y="7084"/>
                  </a:lnTo>
                  <a:cubicBezTo>
                    <a:pt x="5693" y="7180"/>
                    <a:pt x="5636" y="7262"/>
                    <a:pt x="5554" y="7300"/>
                  </a:cubicBezTo>
                  <a:lnTo>
                    <a:pt x="5217" y="7449"/>
                  </a:lnTo>
                  <a:cubicBezTo>
                    <a:pt x="4765" y="7334"/>
                    <a:pt x="4332" y="7156"/>
                    <a:pt x="3937" y="6911"/>
                  </a:cubicBezTo>
                  <a:cubicBezTo>
                    <a:pt x="3932" y="6906"/>
                    <a:pt x="3932" y="6901"/>
                    <a:pt x="3932" y="6896"/>
                  </a:cubicBezTo>
                  <a:cubicBezTo>
                    <a:pt x="4004" y="6477"/>
                    <a:pt x="4187" y="5255"/>
                    <a:pt x="4351" y="3071"/>
                  </a:cubicBezTo>
                  <a:cubicBezTo>
                    <a:pt x="4409" y="2262"/>
                    <a:pt x="4692" y="1589"/>
                    <a:pt x="5169" y="1117"/>
                  </a:cubicBezTo>
                  <a:cubicBezTo>
                    <a:pt x="5636" y="655"/>
                    <a:pt x="6266" y="415"/>
                    <a:pt x="6992" y="415"/>
                  </a:cubicBezTo>
                  <a:close/>
                  <a:moveTo>
                    <a:pt x="3566" y="7084"/>
                  </a:moveTo>
                  <a:cubicBezTo>
                    <a:pt x="3600" y="7151"/>
                    <a:pt x="3653" y="7209"/>
                    <a:pt x="3716" y="7252"/>
                  </a:cubicBezTo>
                  <a:cubicBezTo>
                    <a:pt x="4004" y="7435"/>
                    <a:pt x="4317" y="7584"/>
                    <a:pt x="4644" y="7695"/>
                  </a:cubicBezTo>
                  <a:lnTo>
                    <a:pt x="4072" y="7950"/>
                  </a:lnTo>
                  <a:lnTo>
                    <a:pt x="3422" y="7767"/>
                  </a:lnTo>
                  <a:cubicBezTo>
                    <a:pt x="3254" y="7719"/>
                    <a:pt x="3254" y="7700"/>
                    <a:pt x="3254" y="7652"/>
                  </a:cubicBezTo>
                  <a:lnTo>
                    <a:pt x="3254" y="7372"/>
                  </a:lnTo>
                  <a:cubicBezTo>
                    <a:pt x="3369" y="7291"/>
                    <a:pt x="3475" y="7194"/>
                    <a:pt x="3566" y="7084"/>
                  </a:cubicBezTo>
                  <a:close/>
                  <a:moveTo>
                    <a:pt x="10447" y="6800"/>
                  </a:moveTo>
                  <a:lnTo>
                    <a:pt x="10447" y="6800"/>
                  </a:lnTo>
                  <a:cubicBezTo>
                    <a:pt x="10563" y="7026"/>
                    <a:pt x="10731" y="7223"/>
                    <a:pt x="10943" y="7372"/>
                  </a:cubicBezTo>
                  <a:lnTo>
                    <a:pt x="10943" y="7786"/>
                  </a:lnTo>
                  <a:cubicBezTo>
                    <a:pt x="10943" y="7791"/>
                    <a:pt x="10943" y="7796"/>
                    <a:pt x="10938" y="7801"/>
                  </a:cubicBezTo>
                  <a:lnTo>
                    <a:pt x="10293" y="8118"/>
                  </a:lnTo>
                  <a:lnTo>
                    <a:pt x="10274" y="8109"/>
                  </a:lnTo>
                  <a:lnTo>
                    <a:pt x="9336" y="7695"/>
                  </a:lnTo>
                  <a:cubicBezTo>
                    <a:pt x="9663" y="7584"/>
                    <a:pt x="9976" y="7435"/>
                    <a:pt x="10264" y="7252"/>
                  </a:cubicBezTo>
                  <a:cubicBezTo>
                    <a:pt x="10409" y="7161"/>
                    <a:pt x="10481" y="6992"/>
                    <a:pt x="10452" y="6829"/>
                  </a:cubicBezTo>
                  <a:lnTo>
                    <a:pt x="10447" y="6800"/>
                  </a:lnTo>
                  <a:close/>
                  <a:moveTo>
                    <a:pt x="1940" y="7565"/>
                  </a:moveTo>
                  <a:cubicBezTo>
                    <a:pt x="2070" y="7608"/>
                    <a:pt x="2210" y="7632"/>
                    <a:pt x="2344" y="7637"/>
                  </a:cubicBezTo>
                  <a:lnTo>
                    <a:pt x="2392" y="7637"/>
                  </a:lnTo>
                  <a:cubicBezTo>
                    <a:pt x="2546" y="7637"/>
                    <a:pt x="2700" y="7613"/>
                    <a:pt x="2845" y="7570"/>
                  </a:cubicBezTo>
                  <a:lnTo>
                    <a:pt x="2845" y="7652"/>
                  </a:lnTo>
                  <a:cubicBezTo>
                    <a:pt x="2845" y="7690"/>
                    <a:pt x="2850" y="7733"/>
                    <a:pt x="2859" y="7772"/>
                  </a:cubicBezTo>
                  <a:lnTo>
                    <a:pt x="2392" y="8239"/>
                  </a:lnTo>
                  <a:lnTo>
                    <a:pt x="1926" y="7772"/>
                  </a:lnTo>
                  <a:cubicBezTo>
                    <a:pt x="1935" y="7729"/>
                    <a:pt x="1940" y="7690"/>
                    <a:pt x="1940" y="7652"/>
                  </a:cubicBezTo>
                  <a:lnTo>
                    <a:pt x="1940" y="7565"/>
                  </a:lnTo>
                  <a:close/>
                  <a:moveTo>
                    <a:pt x="12256" y="7570"/>
                  </a:moveTo>
                  <a:lnTo>
                    <a:pt x="12256" y="7786"/>
                  </a:lnTo>
                  <a:cubicBezTo>
                    <a:pt x="12256" y="7858"/>
                    <a:pt x="12276" y="7926"/>
                    <a:pt x="12305" y="7988"/>
                  </a:cubicBezTo>
                  <a:lnTo>
                    <a:pt x="12117" y="8171"/>
                  </a:lnTo>
                  <a:cubicBezTo>
                    <a:pt x="12031" y="8252"/>
                    <a:pt x="11920" y="8293"/>
                    <a:pt x="11809" y="8293"/>
                  </a:cubicBezTo>
                  <a:cubicBezTo>
                    <a:pt x="11696" y="8293"/>
                    <a:pt x="11583" y="8251"/>
                    <a:pt x="11496" y="8166"/>
                  </a:cubicBezTo>
                  <a:lnTo>
                    <a:pt x="11304" y="7988"/>
                  </a:lnTo>
                  <a:cubicBezTo>
                    <a:pt x="11337" y="7926"/>
                    <a:pt x="11357" y="7858"/>
                    <a:pt x="11352" y="7786"/>
                  </a:cubicBezTo>
                  <a:lnTo>
                    <a:pt x="11352" y="7570"/>
                  </a:lnTo>
                  <a:cubicBezTo>
                    <a:pt x="11501" y="7615"/>
                    <a:pt x="11654" y="7638"/>
                    <a:pt x="11806" y="7638"/>
                  </a:cubicBezTo>
                  <a:cubicBezTo>
                    <a:pt x="11958" y="7638"/>
                    <a:pt x="12110" y="7615"/>
                    <a:pt x="12256" y="7570"/>
                  </a:cubicBezTo>
                  <a:close/>
                  <a:moveTo>
                    <a:pt x="7883" y="6593"/>
                  </a:moveTo>
                  <a:lnTo>
                    <a:pt x="7883" y="7084"/>
                  </a:lnTo>
                  <a:cubicBezTo>
                    <a:pt x="7883" y="7339"/>
                    <a:pt x="8032" y="7565"/>
                    <a:pt x="8268" y="7671"/>
                  </a:cubicBezTo>
                  <a:lnTo>
                    <a:pt x="8566" y="7801"/>
                  </a:lnTo>
                  <a:cubicBezTo>
                    <a:pt x="8263" y="8393"/>
                    <a:pt x="7652" y="8763"/>
                    <a:pt x="6988" y="8763"/>
                  </a:cubicBezTo>
                  <a:cubicBezTo>
                    <a:pt x="6328" y="8763"/>
                    <a:pt x="5722" y="8393"/>
                    <a:pt x="5419" y="7801"/>
                  </a:cubicBezTo>
                  <a:lnTo>
                    <a:pt x="5717" y="7671"/>
                  </a:lnTo>
                  <a:cubicBezTo>
                    <a:pt x="5953" y="7565"/>
                    <a:pt x="6102" y="7339"/>
                    <a:pt x="6102" y="7084"/>
                  </a:cubicBezTo>
                  <a:lnTo>
                    <a:pt x="6102" y="6593"/>
                  </a:lnTo>
                  <a:cubicBezTo>
                    <a:pt x="6389" y="6706"/>
                    <a:pt x="6690" y="6763"/>
                    <a:pt x="6992" y="6763"/>
                  </a:cubicBezTo>
                  <a:cubicBezTo>
                    <a:pt x="7294" y="6763"/>
                    <a:pt x="7596" y="6706"/>
                    <a:pt x="7883" y="6593"/>
                  </a:cubicBezTo>
                  <a:close/>
                  <a:moveTo>
                    <a:pt x="6988" y="1"/>
                  </a:moveTo>
                  <a:cubicBezTo>
                    <a:pt x="6160" y="1"/>
                    <a:pt x="5424" y="290"/>
                    <a:pt x="4885" y="824"/>
                  </a:cubicBezTo>
                  <a:cubicBezTo>
                    <a:pt x="4341" y="1363"/>
                    <a:pt x="4009" y="2132"/>
                    <a:pt x="3942" y="3037"/>
                  </a:cubicBezTo>
                  <a:cubicBezTo>
                    <a:pt x="3923" y="3278"/>
                    <a:pt x="3903" y="3509"/>
                    <a:pt x="3884" y="3725"/>
                  </a:cubicBezTo>
                  <a:lnTo>
                    <a:pt x="1955" y="3725"/>
                  </a:lnTo>
                  <a:cubicBezTo>
                    <a:pt x="1238" y="3725"/>
                    <a:pt x="655" y="4307"/>
                    <a:pt x="655" y="5024"/>
                  </a:cubicBezTo>
                  <a:lnTo>
                    <a:pt x="655" y="5039"/>
                  </a:lnTo>
                  <a:cubicBezTo>
                    <a:pt x="655" y="5202"/>
                    <a:pt x="694" y="5371"/>
                    <a:pt x="771" y="5520"/>
                  </a:cubicBezTo>
                  <a:lnTo>
                    <a:pt x="872" y="5727"/>
                  </a:lnTo>
                  <a:lnTo>
                    <a:pt x="872" y="6064"/>
                  </a:lnTo>
                  <a:cubicBezTo>
                    <a:pt x="872" y="6574"/>
                    <a:pt x="1117" y="7055"/>
                    <a:pt x="1531" y="7353"/>
                  </a:cubicBezTo>
                  <a:lnTo>
                    <a:pt x="1531" y="7652"/>
                  </a:lnTo>
                  <a:cubicBezTo>
                    <a:pt x="1531" y="7690"/>
                    <a:pt x="1507" y="7724"/>
                    <a:pt x="1469" y="7733"/>
                  </a:cubicBezTo>
                  <a:lnTo>
                    <a:pt x="626" y="7974"/>
                  </a:lnTo>
                  <a:cubicBezTo>
                    <a:pt x="256" y="8080"/>
                    <a:pt x="1" y="8417"/>
                    <a:pt x="1" y="8802"/>
                  </a:cubicBezTo>
                  <a:lnTo>
                    <a:pt x="1" y="10495"/>
                  </a:lnTo>
                  <a:cubicBezTo>
                    <a:pt x="6" y="10625"/>
                    <a:pt x="104" y="10690"/>
                    <a:pt x="204" y="10690"/>
                  </a:cubicBezTo>
                  <a:cubicBezTo>
                    <a:pt x="303" y="10690"/>
                    <a:pt x="403" y="10625"/>
                    <a:pt x="410" y="10495"/>
                  </a:cubicBezTo>
                  <a:lnTo>
                    <a:pt x="410" y="8802"/>
                  </a:lnTo>
                  <a:cubicBezTo>
                    <a:pt x="410" y="8599"/>
                    <a:pt x="540" y="8421"/>
                    <a:pt x="737" y="8368"/>
                  </a:cubicBezTo>
                  <a:lnTo>
                    <a:pt x="1584" y="8128"/>
                  </a:lnTo>
                  <a:cubicBezTo>
                    <a:pt x="1613" y="8118"/>
                    <a:pt x="1642" y="8104"/>
                    <a:pt x="1671" y="8094"/>
                  </a:cubicBezTo>
                  <a:lnTo>
                    <a:pt x="2190" y="8609"/>
                  </a:lnTo>
                  <a:lnTo>
                    <a:pt x="2190" y="10495"/>
                  </a:lnTo>
                  <a:cubicBezTo>
                    <a:pt x="2181" y="10640"/>
                    <a:pt x="2287" y="10712"/>
                    <a:pt x="2393" y="10712"/>
                  </a:cubicBezTo>
                  <a:cubicBezTo>
                    <a:pt x="2499" y="10712"/>
                    <a:pt x="2607" y="10640"/>
                    <a:pt x="2599" y="10495"/>
                  </a:cubicBezTo>
                  <a:lnTo>
                    <a:pt x="2599" y="8609"/>
                  </a:lnTo>
                  <a:lnTo>
                    <a:pt x="3119" y="8089"/>
                  </a:lnTo>
                  <a:cubicBezTo>
                    <a:pt x="3182" y="8118"/>
                    <a:pt x="3244" y="8138"/>
                    <a:pt x="3311" y="8157"/>
                  </a:cubicBezTo>
                  <a:lnTo>
                    <a:pt x="3518" y="8219"/>
                  </a:lnTo>
                  <a:cubicBezTo>
                    <a:pt x="3234" y="8421"/>
                    <a:pt x="3066" y="8749"/>
                    <a:pt x="3066" y="9100"/>
                  </a:cubicBezTo>
                  <a:lnTo>
                    <a:pt x="3066" y="10495"/>
                  </a:lnTo>
                  <a:cubicBezTo>
                    <a:pt x="3071" y="10625"/>
                    <a:pt x="3169" y="10690"/>
                    <a:pt x="3269" y="10690"/>
                  </a:cubicBezTo>
                  <a:cubicBezTo>
                    <a:pt x="3368" y="10690"/>
                    <a:pt x="3468" y="10625"/>
                    <a:pt x="3475" y="10495"/>
                  </a:cubicBezTo>
                  <a:lnTo>
                    <a:pt x="3475" y="9100"/>
                  </a:lnTo>
                  <a:cubicBezTo>
                    <a:pt x="3475" y="8830"/>
                    <a:pt x="3629" y="8590"/>
                    <a:pt x="3874" y="8484"/>
                  </a:cubicBezTo>
                  <a:lnTo>
                    <a:pt x="5044" y="7969"/>
                  </a:lnTo>
                  <a:cubicBezTo>
                    <a:pt x="5414" y="8705"/>
                    <a:pt x="6165" y="9172"/>
                    <a:pt x="6992" y="9172"/>
                  </a:cubicBezTo>
                  <a:cubicBezTo>
                    <a:pt x="7815" y="9172"/>
                    <a:pt x="8571" y="8705"/>
                    <a:pt x="8936" y="7969"/>
                  </a:cubicBezTo>
                  <a:lnTo>
                    <a:pt x="10106" y="8484"/>
                  </a:lnTo>
                  <a:cubicBezTo>
                    <a:pt x="10351" y="8590"/>
                    <a:pt x="10510" y="8830"/>
                    <a:pt x="10510" y="9100"/>
                  </a:cubicBezTo>
                  <a:lnTo>
                    <a:pt x="10510" y="10495"/>
                  </a:lnTo>
                  <a:cubicBezTo>
                    <a:pt x="10500" y="10640"/>
                    <a:pt x="10606" y="10712"/>
                    <a:pt x="10712" y="10712"/>
                  </a:cubicBezTo>
                  <a:cubicBezTo>
                    <a:pt x="10819" y="10712"/>
                    <a:pt x="10926" y="10640"/>
                    <a:pt x="10919" y="10495"/>
                  </a:cubicBezTo>
                  <a:lnTo>
                    <a:pt x="10919" y="9100"/>
                  </a:lnTo>
                  <a:cubicBezTo>
                    <a:pt x="10919" y="8840"/>
                    <a:pt x="10827" y="8595"/>
                    <a:pt x="10659" y="8397"/>
                  </a:cubicBezTo>
                  <a:lnTo>
                    <a:pt x="10977" y="8239"/>
                  </a:lnTo>
                  <a:lnTo>
                    <a:pt x="11217" y="8465"/>
                  </a:lnTo>
                  <a:cubicBezTo>
                    <a:pt x="11383" y="8623"/>
                    <a:pt x="11597" y="8703"/>
                    <a:pt x="11811" y="8703"/>
                  </a:cubicBezTo>
                  <a:cubicBezTo>
                    <a:pt x="12025" y="8703"/>
                    <a:pt x="12240" y="8623"/>
                    <a:pt x="12406" y="8465"/>
                  </a:cubicBezTo>
                  <a:lnTo>
                    <a:pt x="12646" y="8239"/>
                  </a:lnTo>
                  <a:lnTo>
                    <a:pt x="13329" y="8580"/>
                  </a:lnTo>
                  <a:cubicBezTo>
                    <a:pt x="13483" y="8657"/>
                    <a:pt x="13580" y="8811"/>
                    <a:pt x="13580" y="8984"/>
                  </a:cubicBezTo>
                  <a:lnTo>
                    <a:pt x="13580" y="10495"/>
                  </a:lnTo>
                  <a:cubicBezTo>
                    <a:pt x="13587" y="10625"/>
                    <a:pt x="13686" y="10690"/>
                    <a:pt x="13784" y="10690"/>
                  </a:cubicBezTo>
                  <a:cubicBezTo>
                    <a:pt x="13883" y="10690"/>
                    <a:pt x="13981" y="10625"/>
                    <a:pt x="13989" y="10495"/>
                  </a:cubicBezTo>
                  <a:lnTo>
                    <a:pt x="13989" y="8984"/>
                  </a:lnTo>
                  <a:cubicBezTo>
                    <a:pt x="13989" y="8657"/>
                    <a:pt x="13801" y="8359"/>
                    <a:pt x="13508" y="8214"/>
                  </a:cubicBezTo>
                  <a:lnTo>
                    <a:pt x="12675" y="7801"/>
                  </a:lnTo>
                  <a:cubicBezTo>
                    <a:pt x="12670" y="7796"/>
                    <a:pt x="12670" y="7791"/>
                    <a:pt x="12670" y="7786"/>
                  </a:cubicBezTo>
                  <a:lnTo>
                    <a:pt x="12670" y="7372"/>
                  </a:lnTo>
                  <a:cubicBezTo>
                    <a:pt x="13017" y="7132"/>
                    <a:pt x="13252" y="6752"/>
                    <a:pt x="13310" y="6328"/>
                  </a:cubicBezTo>
                  <a:cubicBezTo>
                    <a:pt x="13753" y="5573"/>
                    <a:pt x="13556" y="4601"/>
                    <a:pt x="12848" y="4076"/>
                  </a:cubicBezTo>
                  <a:cubicBezTo>
                    <a:pt x="12877" y="3995"/>
                    <a:pt x="12887" y="3908"/>
                    <a:pt x="12887" y="3821"/>
                  </a:cubicBezTo>
                  <a:cubicBezTo>
                    <a:pt x="12887" y="3287"/>
                    <a:pt x="12401" y="2849"/>
                    <a:pt x="11804" y="2849"/>
                  </a:cubicBezTo>
                  <a:cubicBezTo>
                    <a:pt x="11207" y="2849"/>
                    <a:pt x="10722" y="3282"/>
                    <a:pt x="10722" y="3821"/>
                  </a:cubicBezTo>
                  <a:cubicBezTo>
                    <a:pt x="10722" y="3908"/>
                    <a:pt x="10736" y="3995"/>
                    <a:pt x="10760" y="4076"/>
                  </a:cubicBezTo>
                  <a:cubicBezTo>
                    <a:pt x="10505" y="4264"/>
                    <a:pt x="10308" y="4524"/>
                    <a:pt x="10192" y="4817"/>
                  </a:cubicBezTo>
                  <a:cubicBezTo>
                    <a:pt x="10139" y="4317"/>
                    <a:pt x="10086" y="3725"/>
                    <a:pt x="10038" y="3037"/>
                  </a:cubicBezTo>
                  <a:cubicBezTo>
                    <a:pt x="9971" y="2132"/>
                    <a:pt x="9644" y="1367"/>
                    <a:pt x="9095" y="824"/>
                  </a:cubicBezTo>
                  <a:cubicBezTo>
                    <a:pt x="8542" y="285"/>
                    <a:pt x="7820" y="1"/>
                    <a:pt x="6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87"/>
            <p:cNvSpPr/>
            <p:nvPr/>
          </p:nvSpPr>
          <p:spPr>
            <a:xfrm>
              <a:off x="6105361" y="3668391"/>
              <a:ext cx="11252" cy="38502"/>
            </a:xfrm>
            <a:custGeom>
              <a:rect b="b" l="l" r="r" t="t"/>
              <a:pathLst>
                <a:path extrusionOk="0" h="1468" w="429">
                  <a:moveTo>
                    <a:pt x="214" y="0"/>
                  </a:moveTo>
                  <a:cubicBezTo>
                    <a:pt x="99" y="0"/>
                    <a:pt x="7" y="91"/>
                    <a:pt x="7" y="207"/>
                  </a:cubicBezTo>
                  <a:lnTo>
                    <a:pt x="7" y="1251"/>
                  </a:lnTo>
                  <a:cubicBezTo>
                    <a:pt x="0" y="1395"/>
                    <a:pt x="107" y="1468"/>
                    <a:pt x="214" y="1468"/>
                  </a:cubicBezTo>
                  <a:cubicBezTo>
                    <a:pt x="321" y="1468"/>
                    <a:pt x="428" y="1395"/>
                    <a:pt x="421" y="1251"/>
                  </a:cubicBezTo>
                  <a:lnTo>
                    <a:pt x="421" y="207"/>
                  </a:lnTo>
                  <a:cubicBezTo>
                    <a:pt x="421" y="91"/>
                    <a:pt x="325"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1" name="Google Shape;15701;p87"/>
          <p:cNvGrpSpPr/>
          <p:nvPr/>
        </p:nvGrpSpPr>
        <p:grpSpPr>
          <a:xfrm>
            <a:off x="6212684" y="3412436"/>
            <a:ext cx="366765" cy="307832"/>
            <a:chOff x="6212684" y="3412436"/>
            <a:chExt cx="366765" cy="307832"/>
          </a:xfrm>
        </p:grpSpPr>
        <p:sp>
          <p:nvSpPr>
            <p:cNvPr id="15702" name="Google Shape;15702;p87"/>
            <p:cNvSpPr/>
            <p:nvPr/>
          </p:nvSpPr>
          <p:spPr>
            <a:xfrm>
              <a:off x="6455367" y="3465311"/>
              <a:ext cx="71208" cy="118653"/>
            </a:xfrm>
            <a:custGeom>
              <a:rect b="b" l="l" r="r" t="t"/>
              <a:pathLst>
                <a:path extrusionOk="0" h="4524" w="2715">
                  <a:moveTo>
                    <a:pt x="905" y="1"/>
                  </a:moveTo>
                  <a:lnTo>
                    <a:pt x="905" y="540"/>
                  </a:lnTo>
                  <a:cubicBezTo>
                    <a:pt x="905" y="626"/>
                    <a:pt x="857" y="703"/>
                    <a:pt x="780" y="742"/>
                  </a:cubicBezTo>
                  <a:lnTo>
                    <a:pt x="251" y="1007"/>
                  </a:lnTo>
                  <a:cubicBezTo>
                    <a:pt x="97" y="1084"/>
                    <a:pt x="0" y="1242"/>
                    <a:pt x="0" y="1411"/>
                  </a:cubicBezTo>
                  <a:lnTo>
                    <a:pt x="0" y="4524"/>
                  </a:lnTo>
                  <a:lnTo>
                    <a:pt x="2714" y="4524"/>
                  </a:lnTo>
                  <a:lnTo>
                    <a:pt x="2714" y="1411"/>
                  </a:lnTo>
                  <a:cubicBezTo>
                    <a:pt x="2714" y="1242"/>
                    <a:pt x="2618" y="1084"/>
                    <a:pt x="2464" y="1007"/>
                  </a:cubicBezTo>
                  <a:lnTo>
                    <a:pt x="1935" y="742"/>
                  </a:lnTo>
                  <a:cubicBezTo>
                    <a:pt x="1858" y="703"/>
                    <a:pt x="1810" y="626"/>
                    <a:pt x="1810" y="540"/>
                  </a:cubicBezTo>
                  <a:lnTo>
                    <a:pt x="1810" y="1"/>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87"/>
            <p:cNvSpPr/>
            <p:nvPr/>
          </p:nvSpPr>
          <p:spPr>
            <a:xfrm>
              <a:off x="6467222" y="3583938"/>
              <a:ext cx="47472" cy="77266"/>
            </a:xfrm>
            <a:custGeom>
              <a:rect b="b" l="l" r="r" t="t"/>
              <a:pathLst>
                <a:path extrusionOk="0" h="2946" w="1810">
                  <a:moveTo>
                    <a:pt x="1" y="1"/>
                  </a:moveTo>
                  <a:lnTo>
                    <a:pt x="1" y="2946"/>
                  </a:lnTo>
                  <a:lnTo>
                    <a:pt x="1810" y="2946"/>
                  </a:lnTo>
                  <a:lnTo>
                    <a:pt x="1810"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87"/>
            <p:cNvSpPr/>
            <p:nvPr/>
          </p:nvSpPr>
          <p:spPr>
            <a:xfrm>
              <a:off x="6487915" y="3494974"/>
              <a:ext cx="5980" cy="88990"/>
            </a:xfrm>
            <a:custGeom>
              <a:rect b="b" l="l" r="r" t="t"/>
              <a:pathLst>
                <a:path extrusionOk="0" h="3393" w="228">
                  <a:moveTo>
                    <a:pt x="1" y="1"/>
                  </a:moveTo>
                  <a:lnTo>
                    <a:pt x="1" y="3393"/>
                  </a:lnTo>
                  <a:lnTo>
                    <a:pt x="227" y="3393"/>
                  </a:lnTo>
                  <a:lnTo>
                    <a:pt x="227"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87"/>
            <p:cNvSpPr/>
            <p:nvPr/>
          </p:nvSpPr>
          <p:spPr>
            <a:xfrm>
              <a:off x="6479103" y="3465311"/>
              <a:ext cx="23605" cy="29690"/>
            </a:xfrm>
            <a:custGeom>
              <a:rect b="b" l="l" r="r" t="t"/>
              <a:pathLst>
                <a:path extrusionOk="0" h="1132" w="900">
                  <a:moveTo>
                    <a:pt x="0" y="1"/>
                  </a:moveTo>
                  <a:lnTo>
                    <a:pt x="0" y="679"/>
                  </a:lnTo>
                  <a:cubicBezTo>
                    <a:pt x="0" y="930"/>
                    <a:pt x="202" y="1132"/>
                    <a:pt x="452" y="1132"/>
                  </a:cubicBezTo>
                  <a:cubicBezTo>
                    <a:pt x="703" y="1132"/>
                    <a:pt x="900" y="930"/>
                    <a:pt x="900" y="679"/>
                  </a:cubicBezTo>
                  <a:lnTo>
                    <a:pt x="9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87"/>
            <p:cNvSpPr/>
            <p:nvPr/>
          </p:nvSpPr>
          <p:spPr>
            <a:xfrm>
              <a:off x="6467222" y="3417997"/>
              <a:ext cx="47472" cy="53294"/>
            </a:xfrm>
            <a:custGeom>
              <a:rect b="b" l="l" r="r" t="t"/>
              <a:pathLst>
                <a:path extrusionOk="0" h="2032" w="1810">
                  <a:moveTo>
                    <a:pt x="679" y="1"/>
                  </a:moveTo>
                  <a:cubicBezTo>
                    <a:pt x="304" y="1"/>
                    <a:pt x="1" y="304"/>
                    <a:pt x="1" y="679"/>
                  </a:cubicBezTo>
                  <a:lnTo>
                    <a:pt x="1" y="1131"/>
                  </a:lnTo>
                  <a:cubicBezTo>
                    <a:pt x="1" y="1627"/>
                    <a:pt x="405" y="2031"/>
                    <a:pt x="905" y="2031"/>
                  </a:cubicBezTo>
                  <a:cubicBezTo>
                    <a:pt x="908" y="2031"/>
                    <a:pt x="911" y="2031"/>
                    <a:pt x="914" y="2031"/>
                  </a:cubicBezTo>
                  <a:cubicBezTo>
                    <a:pt x="1410" y="2031"/>
                    <a:pt x="1810" y="1624"/>
                    <a:pt x="1810" y="1131"/>
                  </a:cubicBezTo>
                  <a:lnTo>
                    <a:pt x="1810" y="679"/>
                  </a:lnTo>
                  <a:cubicBezTo>
                    <a:pt x="1810" y="304"/>
                    <a:pt x="1507" y="1"/>
                    <a:pt x="113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87"/>
            <p:cNvSpPr/>
            <p:nvPr/>
          </p:nvSpPr>
          <p:spPr>
            <a:xfrm>
              <a:off x="6467117" y="3417865"/>
              <a:ext cx="32706" cy="53452"/>
            </a:xfrm>
            <a:custGeom>
              <a:rect b="b" l="l" r="r" t="t"/>
              <a:pathLst>
                <a:path extrusionOk="0" h="2038" w="1247">
                  <a:moveTo>
                    <a:pt x="683" y="1"/>
                  </a:moveTo>
                  <a:cubicBezTo>
                    <a:pt x="308" y="1"/>
                    <a:pt x="5" y="304"/>
                    <a:pt x="5" y="679"/>
                  </a:cubicBezTo>
                  <a:lnTo>
                    <a:pt x="5" y="1131"/>
                  </a:lnTo>
                  <a:cubicBezTo>
                    <a:pt x="1" y="1652"/>
                    <a:pt x="427" y="2038"/>
                    <a:pt x="903" y="2038"/>
                  </a:cubicBezTo>
                  <a:cubicBezTo>
                    <a:pt x="1016" y="2038"/>
                    <a:pt x="1132" y="2016"/>
                    <a:pt x="1246" y="1969"/>
                  </a:cubicBezTo>
                  <a:cubicBezTo>
                    <a:pt x="905" y="1834"/>
                    <a:pt x="683" y="1502"/>
                    <a:pt x="683" y="1131"/>
                  </a:cubicBezTo>
                  <a:lnTo>
                    <a:pt x="683" y="679"/>
                  </a:lnTo>
                  <a:cubicBezTo>
                    <a:pt x="683" y="347"/>
                    <a:pt x="924" y="68"/>
                    <a:pt x="1246" y="10"/>
                  </a:cubicBezTo>
                  <a:cubicBezTo>
                    <a:pt x="1208" y="6"/>
                    <a:pt x="1174" y="1"/>
                    <a:pt x="113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87"/>
            <p:cNvSpPr/>
            <p:nvPr/>
          </p:nvSpPr>
          <p:spPr>
            <a:xfrm>
              <a:off x="6467222" y="3417865"/>
              <a:ext cx="47472" cy="23762"/>
            </a:xfrm>
            <a:custGeom>
              <a:rect b="b" l="l" r="r" t="t"/>
              <a:pathLst>
                <a:path extrusionOk="0" h="906" w="1810">
                  <a:moveTo>
                    <a:pt x="679" y="1"/>
                  </a:moveTo>
                  <a:cubicBezTo>
                    <a:pt x="304" y="1"/>
                    <a:pt x="1" y="304"/>
                    <a:pt x="1" y="679"/>
                  </a:cubicBezTo>
                  <a:cubicBezTo>
                    <a:pt x="1" y="679"/>
                    <a:pt x="679" y="905"/>
                    <a:pt x="1810" y="905"/>
                  </a:cubicBezTo>
                  <a:lnTo>
                    <a:pt x="1810" y="679"/>
                  </a:lnTo>
                  <a:cubicBezTo>
                    <a:pt x="1810" y="304"/>
                    <a:pt x="1507" y="1"/>
                    <a:pt x="113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87"/>
            <p:cNvSpPr/>
            <p:nvPr/>
          </p:nvSpPr>
          <p:spPr>
            <a:xfrm>
              <a:off x="6467222" y="3417865"/>
              <a:ext cx="32601" cy="21611"/>
            </a:xfrm>
            <a:custGeom>
              <a:rect b="b" l="l" r="r" t="t"/>
              <a:pathLst>
                <a:path extrusionOk="0" h="824" w="1243">
                  <a:moveTo>
                    <a:pt x="679" y="1"/>
                  </a:moveTo>
                  <a:cubicBezTo>
                    <a:pt x="304" y="1"/>
                    <a:pt x="1" y="304"/>
                    <a:pt x="1" y="679"/>
                  </a:cubicBezTo>
                  <a:cubicBezTo>
                    <a:pt x="222" y="747"/>
                    <a:pt x="448" y="795"/>
                    <a:pt x="679" y="824"/>
                  </a:cubicBezTo>
                  <a:lnTo>
                    <a:pt x="679" y="679"/>
                  </a:lnTo>
                  <a:cubicBezTo>
                    <a:pt x="679" y="347"/>
                    <a:pt x="920" y="68"/>
                    <a:pt x="1242" y="10"/>
                  </a:cubicBezTo>
                  <a:cubicBezTo>
                    <a:pt x="1204" y="6"/>
                    <a:pt x="1170" y="1"/>
                    <a:pt x="1132"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87"/>
            <p:cNvSpPr/>
            <p:nvPr/>
          </p:nvSpPr>
          <p:spPr>
            <a:xfrm>
              <a:off x="6455367" y="3495368"/>
              <a:ext cx="17808" cy="88596"/>
            </a:xfrm>
            <a:custGeom>
              <a:rect b="b" l="l" r="r" t="t"/>
              <a:pathLst>
                <a:path extrusionOk="0" h="3378" w="679">
                  <a:moveTo>
                    <a:pt x="92" y="0"/>
                  </a:moveTo>
                  <a:cubicBezTo>
                    <a:pt x="34" y="77"/>
                    <a:pt x="0" y="169"/>
                    <a:pt x="0" y="265"/>
                  </a:cubicBezTo>
                  <a:lnTo>
                    <a:pt x="0" y="3378"/>
                  </a:lnTo>
                  <a:lnTo>
                    <a:pt x="679" y="3378"/>
                  </a:lnTo>
                  <a:lnTo>
                    <a:pt x="679" y="664"/>
                  </a:lnTo>
                  <a:cubicBezTo>
                    <a:pt x="679" y="520"/>
                    <a:pt x="612" y="390"/>
                    <a:pt x="496" y="303"/>
                  </a:cubicBezTo>
                  <a:lnTo>
                    <a:pt x="92"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87"/>
            <p:cNvSpPr/>
            <p:nvPr/>
          </p:nvSpPr>
          <p:spPr>
            <a:xfrm>
              <a:off x="6508740" y="3495368"/>
              <a:ext cx="17835" cy="88596"/>
            </a:xfrm>
            <a:custGeom>
              <a:rect b="b" l="l" r="r" t="t"/>
              <a:pathLst>
                <a:path extrusionOk="0" h="3378" w="680">
                  <a:moveTo>
                    <a:pt x="588" y="0"/>
                  </a:moveTo>
                  <a:lnTo>
                    <a:pt x="184" y="303"/>
                  </a:lnTo>
                  <a:cubicBezTo>
                    <a:pt x="68" y="390"/>
                    <a:pt x="1" y="520"/>
                    <a:pt x="1" y="664"/>
                  </a:cubicBezTo>
                  <a:lnTo>
                    <a:pt x="1" y="3378"/>
                  </a:lnTo>
                  <a:lnTo>
                    <a:pt x="679" y="3378"/>
                  </a:lnTo>
                  <a:lnTo>
                    <a:pt x="679" y="265"/>
                  </a:lnTo>
                  <a:cubicBezTo>
                    <a:pt x="679" y="169"/>
                    <a:pt x="646" y="77"/>
                    <a:pt x="588"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87"/>
            <p:cNvSpPr/>
            <p:nvPr/>
          </p:nvSpPr>
          <p:spPr>
            <a:xfrm>
              <a:off x="6265558" y="3465311"/>
              <a:ext cx="71077" cy="118653"/>
            </a:xfrm>
            <a:custGeom>
              <a:rect b="b" l="l" r="r" t="t"/>
              <a:pathLst>
                <a:path extrusionOk="0" h="4524" w="2710">
                  <a:moveTo>
                    <a:pt x="905" y="1"/>
                  </a:moveTo>
                  <a:lnTo>
                    <a:pt x="905" y="540"/>
                  </a:lnTo>
                  <a:cubicBezTo>
                    <a:pt x="905" y="626"/>
                    <a:pt x="857" y="703"/>
                    <a:pt x="780" y="742"/>
                  </a:cubicBezTo>
                  <a:lnTo>
                    <a:pt x="251" y="1007"/>
                  </a:lnTo>
                  <a:cubicBezTo>
                    <a:pt x="97" y="1084"/>
                    <a:pt x="1" y="1242"/>
                    <a:pt x="1" y="1411"/>
                  </a:cubicBezTo>
                  <a:lnTo>
                    <a:pt x="1" y="4524"/>
                  </a:lnTo>
                  <a:lnTo>
                    <a:pt x="2710" y="4524"/>
                  </a:lnTo>
                  <a:lnTo>
                    <a:pt x="2710" y="1411"/>
                  </a:lnTo>
                  <a:cubicBezTo>
                    <a:pt x="2710" y="1242"/>
                    <a:pt x="2613" y="1084"/>
                    <a:pt x="2459" y="1007"/>
                  </a:cubicBezTo>
                  <a:lnTo>
                    <a:pt x="1930" y="742"/>
                  </a:lnTo>
                  <a:cubicBezTo>
                    <a:pt x="1853" y="703"/>
                    <a:pt x="1805" y="626"/>
                    <a:pt x="1805" y="540"/>
                  </a:cubicBezTo>
                  <a:lnTo>
                    <a:pt x="1805" y="1"/>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87"/>
            <p:cNvSpPr/>
            <p:nvPr/>
          </p:nvSpPr>
          <p:spPr>
            <a:xfrm>
              <a:off x="6277308" y="3583938"/>
              <a:ext cx="47472" cy="77266"/>
            </a:xfrm>
            <a:custGeom>
              <a:rect b="b" l="l" r="r" t="t"/>
              <a:pathLst>
                <a:path extrusionOk="0" h="2946" w="1810">
                  <a:moveTo>
                    <a:pt x="0" y="1"/>
                  </a:moveTo>
                  <a:lnTo>
                    <a:pt x="0" y="2946"/>
                  </a:lnTo>
                  <a:lnTo>
                    <a:pt x="1809" y="2946"/>
                  </a:lnTo>
                  <a:lnTo>
                    <a:pt x="180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87"/>
            <p:cNvSpPr/>
            <p:nvPr/>
          </p:nvSpPr>
          <p:spPr>
            <a:xfrm>
              <a:off x="6298133" y="3494974"/>
              <a:ext cx="5954" cy="88990"/>
            </a:xfrm>
            <a:custGeom>
              <a:rect b="b" l="l" r="r" t="t"/>
              <a:pathLst>
                <a:path extrusionOk="0" h="3393" w="227">
                  <a:moveTo>
                    <a:pt x="0" y="1"/>
                  </a:moveTo>
                  <a:lnTo>
                    <a:pt x="0" y="3393"/>
                  </a:lnTo>
                  <a:lnTo>
                    <a:pt x="226" y="3393"/>
                  </a:lnTo>
                  <a:lnTo>
                    <a:pt x="22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87"/>
            <p:cNvSpPr/>
            <p:nvPr/>
          </p:nvSpPr>
          <p:spPr>
            <a:xfrm>
              <a:off x="6289163" y="3465311"/>
              <a:ext cx="23762" cy="29690"/>
            </a:xfrm>
            <a:custGeom>
              <a:rect b="b" l="l" r="r" t="t"/>
              <a:pathLst>
                <a:path extrusionOk="0" h="1132" w="906">
                  <a:moveTo>
                    <a:pt x="0" y="1"/>
                  </a:moveTo>
                  <a:lnTo>
                    <a:pt x="0" y="679"/>
                  </a:lnTo>
                  <a:cubicBezTo>
                    <a:pt x="0" y="930"/>
                    <a:pt x="203" y="1132"/>
                    <a:pt x="453" y="1132"/>
                  </a:cubicBezTo>
                  <a:cubicBezTo>
                    <a:pt x="703" y="1132"/>
                    <a:pt x="905" y="930"/>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87"/>
            <p:cNvSpPr/>
            <p:nvPr/>
          </p:nvSpPr>
          <p:spPr>
            <a:xfrm>
              <a:off x="6277413" y="3417997"/>
              <a:ext cx="47498" cy="53294"/>
            </a:xfrm>
            <a:custGeom>
              <a:rect b="b" l="l" r="r" t="t"/>
              <a:pathLst>
                <a:path extrusionOk="0" h="2032" w="1811">
                  <a:moveTo>
                    <a:pt x="679" y="1"/>
                  </a:moveTo>
                  <a:cubicBezTo>
                    <a:pt x="304" y="1"/>
                    <a:pt x="1" y="304"/>
                    <a:pt x="1" y="679"/>
                  </a:cubicBezTo>
                  <a:lnTo>
                    <a:pt x="1" y="1131"/>
                  </a:lnTo>
                  <a:cubicBezTo>
                    <a:pt x="1" y="1627"/>
                    <a:pt x="405" y="2031"/>
                    <a:pt x="901" y="2031"/>
                  </a:cubicBezTo>
                  <a:cubicBezTo>
                    <a:pt x="904" y="2031"/>
                    <a:pt x="907" y="2031"/>
                    <a:pt x="909" y="2031"/>
                  </a:cubicBezTo>
                  <a:cubicBezTo>
                    <a:pt x="1406" y="2031"/>
                    <a:pt x="1810" y="1624"/>
                    <a:pt x="1810" y="1131"/>
                  </a:cubicBezTo>
                  <a:lnTo>
                    <a:pt x="1810" y="679"/>
                  </a:lnTo>
                  <a:cubicBezTo>
                    <a:pt x="1810" y="304"/>
                    <a:pt x="1507" y="1"/>
                    <a:pt x="113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87"/>
            <p:cNvSpPr/>
            <p:nvPr/>
          </p:nvSpPr>
          <p:spPr>
            <a:xfrm>
              <a:off x="6277308" y="3417865"/>
              <a:ext cx="32706" cy="53452"/>
            </a:xfrm>
            <a:custGeom>
              <a:rect b="b" l="l" r="r" t="t"/>
              <a:pathLst>
                <a:path extrusionOk="0" h="2038" w="1247">
                  <a:moveTo>
                    <a:pt x="679" y="1"/>
                  </a:moveTo>
                  <a:cubicBezTo>
                    <a:pt x="303" y="1"/>
                    <a:pt x="0" y="304"/>
                    <a:pt x="0" y="679"/>
                  </a:cubicBezTo>
                  <a:lnTo>
                    <a:pt x="0" y="1131"/>
                  </a:lnTo>
                  <a:cubicBezTo>
                    <a:pt x="0" y="1652"/>
                    <a:pt x="424" y="2038"/>
                    <a:pt x="901" y="2038"/>
                  </a:cubicBezTo>
                  <a:cubicBezTo>
                    <a:pt x="1015" y="2038"/>
                    <a:pt x="1131" y="2016"/>
                    <a:pt x="1246" y="1969"/>
                  </a:cubicBezTo>
                  <a:cubicBezTo>
                    <a:pt x="905" y="1834"/>
                    <a:pt x="679" y="1502"/>
                    <a:pt x="679" y="1131"/>
                  </a:cubicBezTo>
                  <a:lnTo>
                    <a:pt x="679" y="679"/>
                  </a:lnTo>
                  <a:cubicBezTo>
                    <a:pt x="679" y="347"/>
                    <a:pt x="919" y="68"/>
                    <a:pt x="1246" y="10"/>
                  </a:cubicBezTo>
                  <a:cubicBezTo>
                    <a:pt x="1208" y="6"/>
                    <a:pt x="1169" y="1"/>
                    <a:pt x="113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87"/>
            <p:cNvSpPr/>
            <p:nvPr/>
          </p:nvSpPr>
          <p:spPr>
            <a:xfrm>
              <a:off x="6277308" y="3417865"/>
              <a:ext cx="47472" cy="23762"/>
            </a:xfrm>
            <a:custGeom>
              <a:rect b="b" l="l" r="r" t="t"/>
              <a:pathLst>
                <a:path extrusionOk="0" h="906" w="1810">
                  <a:moveTo>
                    <a:pt x="679" y="1"/>
                  </a:moveTo>
                  <a:cubicBezTo>
                    <a:pt x="308" y="1"/>
                    <a:pt x="0" y="304"/>
                    <a:pt x="0" y="679"/>
                  </a:cubicBezTo>
                  <a:cubicBezTo>
                    <a:pt x="0" y="679"/>
                    <a:pt x="679" y="905"/>
                    <a:pt x="1809" y="905"/>
                  </a:cubicBezTo>
                  <a:lnTo>
                    <a:pt x="1809" y="679"/>
                  </a:lnTo>
                  <a:cubicBezTo>
                    <a:pt x="1809" y="304"/>
                    <a:pt x="1506" y="1"/>
                    <a:pt x="113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87"/>
            <p:cNvSpPr/>
            <p:nvPr/>
          </p:nvSpPr>
          <p:spPr>
            <a:xfrm>
              <a:off x="6277308" y="3417865"/>
              <a:ext cx="32706" cy="21611"/>
            </a:xfrm>
            <a:custGeom>
              <a:rect b="b" l="l" r="r" t="t"/>
              <a:pathLst>
                <a:path extrusionOk="0" h="824" w="1247">
                  <a:moveTo>
                    <a:pt x="679" y="1"/>
                  </a:moveTo>
                  <a:cubicBezTo>
                    <a:pt x="303" y="1"/>
                    <a:pt x="0" y="304"/>
                    <a:pt x="0" y="679"/>
                  </a:cubicBezTo>
                  <a:cubicBezTo>
                    <a:pt x="221" y="747"/>
                    <a:pt x="452" y="795"/>
                    <a:pt x="679" y="824"/>
                  </a:cubicBezTo>
                  <a:lnTo>
                    <a:pt x="679" y="679"/>
                  </a:lnTo>
                  <a:cubicBezTo>
                    <a:pt x="679" y="347"/>
                    <a:pt x="919" y="68"/>
                    <a:pt x="1246" y="10"/>
                  </a:cubicBezTo>
                  <a:cubicBezTo>
                    <a:pt x="1208" y="6"/>
                    <a:pt x="1169" y="1"/>
                    <a:pt x="113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87"/>
            <p:cNvSpPr/>
            <p:nvPr/>
          </p:nvSpPr>
          <p:spPr>
            <a:xfrm>
              <a:off x="6265427" y="3495368"/>
              <a:ext cx="17835" cy="88596"/>
            </a:xfrm>
            <a:custGeom>
              <a:rect b="b" l="l" r="r" t="t"/>
              <a:pathLst>
                <a:path extrusionOk="0" h="3378" w="680">
                  <a:moveTo>
                    <a:pt x="92" y="0"/>
                  </a:moveTo>
                  <a:cubicBezTo>
                    <a:pt x="34" y="77"/>
                    <a:pt x="1" y="169"/>
                    <a:pt x="1" y="265"/>
                  </a:cubicBezTo>
                  <a:lnTo>
                    <a:pt x="1" y="3378"/>
                  </a:lnTo>
                  <a:lnTo>
                    <a:pt x="679" y="3378"/>
                  </a:lnTo>
                  <a:lnTo>
                    <a:pt x="679" y="664"/>
                  </a:lnTo>
                  <a:cubicBezTo>
                    <a:pt x="679" y="520"/>
                    <a:pt x="612" y="390"/>
                    <a:pt x="501" y="303"/>
                  </a:cubicBezTo>
                  <a:lnTo>
                    <a:pt x="92"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87"/>
            <p:cNvSpPr/>
            <p:nvPr/>
          </p:nvSpPr>
          <p:spPr>
            <a:xfrm>
              <a:off x="6318826" y="3495368"/>
              <a:ext cx="17940" cy="88596"/>
            </a:xfrm>
            <a:custGeom>
              <a:rect b="b" l="l" r="r" t="t"/>
              <a:pathLst>
                <a:path extrusionOk="0" h="3378" w="684">
                  <a:moveTo>
                    <a:pt x="587" y="0"/>
                  </a:moveTo>
                  <a:lnTo>
                    <a:pt x="183" y="303"/>
                  </a:lnTo>
                  <a:cubicBezTo>
                    <a:pt x="68" y="390"/>
                    <a:pt x="0" y="520"/>
                    <a:pt x="5" y="664"/>
                  </a:cubicBezTo>
                  <a:lnTo>
                    <a:pt x="5" y="3378"/>
                  </a:lnTo>
                  <a:lnTo>
                    <a:pt x="683" y="3378"/>
                  </a:lnTo>
                  <a:lnTo>
                    <a:pt x="683" y="265"/>
                  </a:lnTo>
                  <a:cubicBezTo>
                    <a:pt x="679" y="169"/>
                    <a:pt x="650" y="77"/>
                    <a:pt x="587"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87"/>
            <p:cNvSpPr/>
            <p:nvPr/>
          </p:nvSpPr>
          <p:spPr>
            <a:xfrm>
              <a:off x="6360476" y="3465311"/>
              <a:ext cx="71181" cy="118653"/>
            </a:xfrm>
            <a:custGeom>
              <a:rect b="b" l="l" r="r" t="t"/>
              <a:pathLst>
                <a:path extrusionOk="0" h="4524" w="2714">
                  <a:moveTo>
                    <a:pt x="905" y="1"/>
                  </a:moveTo>
                  <a:lnTo>
                    <a:pt x="905" y="540"/>
                  </a:lnTo>
                  <a:cubicBezTo>
                    <a:pt x="905" y="626"/>
                    <a:pt x="857" y="703"/>
                    <a:pt x="780" y="742"/>
                  </a:cubicBezTo>
                  <a:lnTo>
                    <a:pt x="250" y="1007"/>
                  </a:lnTo>
                  <a:cubicBezTo>
                    <a:pt x="96" y="1084"/>
                    <a:pt x="0" y="1242"/>
                    <a:pt x="0" y="1411"/>
                  </a:cubicBezTo>
                  <a:lnTo>
                    <a:pt x="0" y="4524"/>
                  </a:lnTo>
                  <a:lnTo>
                    <a:pt x="2714" y="4524"/>
                  </a:lnTo>
                  <a:lnTo>
                    <a:pt x="2714" y="1411"/>
                  </a:lnTo>
                  <a:cubicBezTo>
                    <a:pt x="2714" y="1242"/>
                    <a:pt x="2618" y="1084"/>
                    <a:pt x="2464" y="1007"/>
                  </a:cubicBezTo>
                  <a:lnTo>
                    <a:pt x="1934" y="742"/>
                  </a:lnTo>
                  <a:cubicBezTo>
                    <a:pt x="1857" y="703"/>
                    <a:pt x="1809" y="626"/>
                    <a:pt x="1809" y="540"/>
                  </a:cubicBezTo>
                  <a:lnTo>
                    <a:pt x="1809" y="1"/>
                  </a:ln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87"/>
            <p:cNvSpPr/>
            <p:nvPr/>
          </p:nvSpPr>
          <p:spPr>
            <a:xfrm>
              <a:off x="6372199" y="3583938"/>
              <a:ext cx="47603" cy="77266"/>
            </a:xfrm>
            <a:custGeom>
              <a:rect b="b" l="l" r="r" t="t"/>
              <a:pathLst>
                <a:path extrusionOk="0" h="2946" w="1815">
                  <a:moveTo>
                    <a:pt x="1" y="1"/>
                  </a:moveTo>
                  <a:lnTo>
                    <a:pt x="1" y="2946"/>
                  </a:lnTo>
                  <a:lnTo>
                    <a:pt x="1815" y="2946"/>
                  </a:lnTo>
                  <a:lnTo>
                    <a:pt x="1815"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87"/>
            <p:cNvSpPr/>
            <p:nvPr/>
          </p:nvSpPr>
          <p:spPr>
            <a:xfrm>
              <a:off x="6393024" y="3494974"/>
              <a:ext cx="5954" cy="88990"/>
            </a:xfrm>
            <a:custGeom>
              <a:rect b="b" l="l" r="r" t="t"/>
              <a:pathLst>
                <a:path extrusionOk="0" h="3393" w="227">
                  <a:moveTo>
                    <a:pt x="0" y="1"/>
                  </a:moveTo>
                  <a:lnTo>
                    <a:pt x="0" y="3393"/>
                  </a:lnTo>
                  <a:lnTo>
                    <a:pt x="227" y="3393"/>
                  </a:lnTo>
                  <a:lnTo>
                    <a:pt x="227"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87"/>
            <p:cNvSpPr/>
            <p:nvPr/>
          </p:nvSpPr>
          <p:spPr>
            <a:xfrm>
              <a:off x="6384185" y="3465311"/>
              <a:ext cx="23631" cy="29690"/>
            </a:xfrm>
            <a:custGeom>
              <a:rect b="b" l="l" r="r" t="t"/>
              <a:pathLst>
                <a:path extrusionOk="0" h="1132" w="901">
                  <a:moveTo>
                    <a:pt x="1" y="1"/>
                  </a:moveTo>
                  <a:lnTo>
                    <a:pt x="1" y="679"/>
                  </a:lnTo>
                  <a:cubicBezTo>
                    <a:pt x="1" y="930"/>
                    <a:pt x="203" y="1132"/>
                    <a:pt x="453" y="1132"/>
                  </a:cubicBezTo>
                  <a:cubicBezTo>
                    <a:pt x="698" y="1132"/>
                    <a:pt x="900" y="930"/>
                    <a:pt x="900" y="679"/>
                  </a:cubicBezTo>
                  <a:lnTo>
                    <a:pt x="9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87"/>
            <p:cNvSpPr/>
            <p:nvPr/>
          </p:nvSpPr>
          <p:spPr>
            <a:xfrm>
              <a:off x="6372330" y="3417997"/>
              <a:ext cx="47472" cy="53294"/>
            </a:xfrm>
            <a:custGeom>
              <a:rect b="b" l="l" r="r" t="t"/>
              <a:pathLst>
                <a:path extrusionOk="0" h="2032" w="1810">
                  <a:moveTo>
                    <a:pt x="1140" y="0"/>
                  </a:moveTo>
                  <a:cubicBezTo>
                    <a:pt x="1137" y="0"/>
                    <a:pt x="1134" y="1"/>
                    <a:pt x="1131" y="1"/>
                  </a:cubicBezTo>
                  <a:lnTo>
                    <a:pt x="679" y="1"/>
                  </a:lnTo>
                  <a:cubicBezTo>
                    <a:pt x="303" y="1"/>
                    <a:pt x="0" y="304"/>
                    <a:pt x="0" y="679"/>
                  </a:cubicBezTo>
                  <a:lnTo>
                    <a:pt x="0" y="1131"/>
                  </a:lnTo>
                  <a:cubicBezTo>
                    <a:pt x="0" y="1627"/>
                    <a:pt x="405" y="2031"/>
                    <a:pt x="905" y="2031"/>
                  </a:cubicBezTo>
                  <a:cubicBezTo>
                    <a:pt x="908" y="2031"/>
                    <a:pt x="911" y="2031"/>
                    <a:pt x="914" y="2031"/>
                  </a:cubicBezTo>
                  <a:cubicBezTo>
                    <a:pt x="1405" y="2031"/>
                    <a:pt x="1810" y="1624"/>
                    <a:pt x="1810" y="1131"/>
                  </a:cubicBezTo>
                  <a:lnTo>
                    <a:pt x="1810" y="679"/>
                  </a:lnTo>
                  <a:cubicBezTo>
                    <a:pt x="1810" y="307"/>
                    <a:pt x="1511" y="0"/>
                    <a:pt x="1140"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87"/>
            <p:cNvSpPr/>
            <p:nvPr/>
          </p:nvSpPr>
          <p:spPr>
            <a:xfrm>
              <a:off x="6372199" y="3417865"/>
              <a:ext cx="32706" cy="53452"/>
            </a:xfrm>
            <a:custGeom>
              <a:rect b="b" l="l" r="r" t="t"/>
              <a:pathLst>
                <a:path extrusionOk="0" h="2038" w="1247">
                  <a:moveTo>
                    <a:pt x="684" y="1"/>
                  </a:moveTo>
                  <a:cubicBezTo>
                    <a:pt x="308" y="1"/>
                    <a:pt x="1" y="304"/>
                    <a:pt x="1" y="679"/>
                  </a:cubicBezTo>
                  <a:lnTo>
                    <a:pt x="1" y="1131"/>
                  </a:lnTo>
                  <a:cubicBezTo>
                    <a:pt x="1" y="1652"/>
                    <a:pt x="427" y="2038"/>
                    <a:pt x="903" y="2038"/>
                  </a:cubicBezTo>
                  <a:cubicBezTo>
                    <a:pt x="1017" y="2038"/>
                    <a:pt x="1133" y="2016"/>
                    <a:pt x="1247" y="1969"/>
                  </a:cubicBezTo>
                  <a:cubicBezTo>
                    <a:pt x="905" y="1834"/>
                    <a:pt x="679" y="1502"/>
                    <a:pt x="684" y="1131"/>
                  </a:cubicBezTo>
                  <a:lnTo>
                    <a:pt x="684" y="679"/>
                  </a:lnTo>
                  <a:cubicBezTo>
                    <a:pt x="684" y="347"/>
                    <a:pt x="920" y="68"/>
                    <a:pt x="1247" y="10"/>
                  </a:cubicBezTo>
                  <a:cubicBezTo>
                    <a:pt x="1208" y="6"/>
                    <a:pt x="1170" y="1"/>
                    <a:pt x="113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87"/>
            <p:cNvSpPr/>
            <p:nvPr/>
          </p:nvSpPr>
          <p:spPr>
            <a:xfrm>
              <a:off x="6372330" y="3417865"/>
              <a:ext cx="47472" cy="23762"/>
            </a:xfrm>
            <a:custGeom>
              <a:rect b="b" l="l" r="r" t="t"/>
              <a:pathLst>
                <a:path extrusionOk="0" h="906" w="1810">
                  <a:moveTo>
                    <a:pt x="679" y="1"/>
                  </a:moveTo>
                  <a:cubicBezTo>
                    <a:pt x="303" y="1"/>
                    <a:pt x="0" y="304"/>
                    <a:pt x="0" y="679"/>
                  </a:cubicBezTo>
                  <a:cubicBezTo>
                    <a:pt x="0" y="679"/>
                    <a:pt x="679" y="905"/>
                    <a:pt x="1810" y="905"/>
                  </a:cubicBezTo>
                  <a:lnTo>
                    <a:pt x="1810" y="679"/>
                  </a:lnTo>
                  <a:cubicBezTo>
                    <a:pt x="1810" y="304"/>
                    <a:pt x="1506" y="1"/>
                    <a:pt x="113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87"/>
            <p:cNvSpPr/>
            <p:nvPr/>
          </p:nvSpPr>
          <p:spPr>
            <a:xfrm>
              <a:off x="6372199" y="3417865"/>
              <a:ext cx="32706" cy="21611"/>
            </a:xfrm>
            <a:custGeom>
              <a:rect b="b" l="l" r="r" t="t"/>
              <a:pathLst>
                <a:path extrusionOk="0" h="824" w="1247">
                  <a:moveTo>
                    <a:pt x="684" y="1"/>
                  </a:moveTo>
                  <a:cubicBezTo>
                    <a:pt x="308" y="1"/>
                    <a:pt x="1" y="304"/>
                    <a:pt x="1" y="679"/>
                  </a:cubicBezTo>
                  <a:cubicBezTo>
                    <a:pt x="227" y="747"/>
                    <a:pt x="453" y="795"/>
                    <a:pt x="684" y="824"/>
                  </a:cubicBezTo>
                  <a:lnTo>
                    <a:pt x="684" y="679"/>
                  </a:lnTo>
                  <a:cubicBezTo>
                    <a:pt x="684" y="347"/>
                    <a:pt x="920" y="68"/>
                    <a:pt x="1247" y="10"/>
                  </a:cubicBezTo>
                  <a:cubicBezTo>
                    <a:pt x="1208" y="6"/>
                    <a:pt x="1170" y="1"/>
                    <a:pt x="113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87"/>
            <p:cNvSpPr/>
            <p:nvPr/>
          </p:nvSpPr>
          <p:spPr>
            <a:xfrm>
              <a:off x="6360344" y="3495368"/>
              <a:ext cx="17808" cy="88596"/>
            </a:xfrm>
            <a:custGeom>
              <a:rect b="b" l="l" r="r" t="t"/>
              <a:pathLst>
                <a:path extrusionOk="0" h="3378" w="679">
                  <a:moveTo>
                    <a:pt x="96" y="0"/>
                  </a:moveTo>
                  <a:cubicBezTo>
                    <a:pt x="34" y="77"/>
                    <a:pt x="5" y="169"/>
                    <a:pt x="0" y="265"/>
                  </a:cubicBezTo>
                  <a:lnTo>
                    <a:pt x="0" y="3378"/>
                  </a:lnTo>
                  <a:lnTo>
                    <a:pt x="679" y="3378"/>
                  </a:lnTo>
                  <a:lnTo>
                    <a:pt x="679" y="664"/>
                  </a:lnTo>
                  <a:cubicBezTo>
                    <a:pt x="679" y="520"/>
                    <a:pt x="611" y="390"/>
                    <a:pt x="501" y="303"/>
                  </a:cubicBezTo>
                  <a:lnTo>
                    <a:pt x="96"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87"/>
            <p:cNvSpPr/>
            <p:nvPr/>
          </p:nvSpPr>
          <p:spPr>
            <a:xfrm>
              <a:off x="6413849" y="3495368"/>
              <a:ext cx="17808" cy="88596"/>
            </a:xfrm>
            <a:custGeom>
              <a:rect b="b" l="l" r="r" t="t"/>
              <a:pathLst>
                <a:path extrusionOk="0" h="3378" w="679">
                  <a:moveTo>
                    <a:pt x="587" y="0"/>
                  </a:moveTo>
                  <a:lnTo>
                    <a:pt x="178" y="303"/>
                  </a:lnTo>
                  <a:cubicBezTo>
                    <a:pt x="68" y="390"/>
                    <a:pt x="0" y="520"/>
                    <a:pt x="0" y="664"/>
                  </a:cubicBezTo>
                  <a:lnTo>
                    <a:pt x="0" y="3378"/>
                  </a:lnTo>
                  <a:lnTo>
                    <a:pt x="679" y="3378"/>
                  </a:lnTo>
                  <a:lnTo>
                    <a:pt x="679" y="265"/>
                  </a:lnTo>
                  <a:cubicBezTo>
                    <a:pt x="679" y="169"/>
                    <a:pt x="645" y="77"/>
                    <a:pt x="587"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87"/>
            <p:cNvSpPr/>
            <p:nvPr/>
          </p:nvSpPr>
          <p:spPr>
            <a:xfrm>
              <a:off x="6217982" y="3566156"/>
              <a:ext cx="71339" cy="148448"/>
            </a:xfrm>
            <a:custGeom>
              <a:rect b="b" l="l" r="r" t="t"/>
              <a:pathLst>
                <a:path extrusionOk="0" h="5660" w="2720">
                  <a:moveTo>
                    <a:pt x="910" y="1"/>
                  </a:moveTo>
                  <a:lnTo>
                    <a:pt x="910" y="539"/>
                  </a:lnTo>
                  <a:cubicBezTo>
                    <a:pt x="910" y="626"/>
                    <a:pt x="862" y="703"/>
                    <a:pt x="785" y="742"/>
                  </a:cubicBezTo>
                  <a:lnTo>
                    <a:pt x="256" y="1006"/>
                  </a:lnTo>
                  <a:cubicBezTo>
                    <a:pt x="102" y="1083"/>
                    <a:pt x="1" y="1242"/>
                    <a:pt x="5" y="1415"/>
                  </a:cubicBezTo>
                  <a:lnTo>
                    <a:pt x="5" y="3643"/>
                  </a:lnTo>
                  <a:cubicBezTo>
                    <a:pt x="5" y="3778"/>
                    <a:pt x="44" y="3908"/>
                    <a:pt x="116" y="4018"/>
                  </a:cubicBezTo>
                  <a:lnTo>
                    <a:pt x="342" y="4355"/>
                  </a:lnTo>
                  <a:cubicBezTo>
                    <a:pt x="414" y="4466"/>
                    <a:pt x="458" y="4601"/>
                    <a:pt x="458" y="4730"/>
                  </a:cubicBezTo>
                  <a:lnTo>
                    <a:pt x="458" y="5659"/>
                  </a:lnTo>
                  <a:lnTo>
                    <a:pt x="2267" y="5659"/>
                  </a:lnTo>
                  <a:lnTo>
                    <a:pt x="2267" y="4730"/>
                  </a:lnTo>
                  <a:cubicBezTo>
                    <a:pt x="2267" y="4596"/>
                    <a:pt x="2305" y="4466"/>
                    <a:pt x="2382" y="4355"/>
                  </a:cubicBezTo>
                  <a:lnTo>
                    <a:pt x="2604" y="4018"/>
                  </a:lnTo>
                  <a:cubicBezTo>
                    <a:pt x="2681" y="3908"/>
                    <a:pt x="2719" y="3778"/>
                    <a:pt x="2719" y="3643"/>
                  </a:cubicBezTo>
                  <a:lnTo>
                    <a:pt x="2719" y="1410"/>
                  </a:lnTo>
                  <a:cubicBezTo>
                    <a:pt x="2719" y="1242"/>
                    <a:pt x="2618" y="1083"/>
                    <a:pt x="2464" y="1006"/>
                  </a:cubicBezTo>
                  <a:lnTo>
                    <a:pt x="1935" y="742"/>
                  </a:lnTo>
                  <a:cubicBezTo>
                    <a:pt x="1858" y="703"/>
                    <a:pt x="1810" y="626"/>
                    <a:pt x="1810" y="539"/>
                  </a:cubicBezTo>
                  <a:lnTo>
                    <a:pt x="1810" y="1"/>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87"/>
            <p:cNvSpPr/>
            <p:nvPr/>
          </p:nvSpPr>
          <p:spPr>
            <a:xfrm>
              <a:off x="6217982" y="3596186"/>
              <a:ext cx="17835" cy="94550"/>
            </a:xfrm>
            <a:custGeom>
              <a:rect b="b" l="l" r="r" t="t"/>
              <a:pathLst>
                <a:path extrusionOk="0" h="3605" w="680">
                  <a:moveTo>
                    <a:pt x="92" y="1"/>
                  </a:moveTo>
                  <a:cubicBezTo>
                    <a:pt x="34" y="73"/>
                    <a:pt x="1" y="169"/>
                    <a:pt x="1" y="265"/>
                  </a:cubicBezTo>
                  <a:lnTo>
                    <a:pt x="1" y="2493"/>
                  </a:lnTo>
                  <a:cubicBezTo>
                    <a:pt x="1" y="2628"/>
                    <a:pt x="39" y="2758"/>
                    <a:pt x="116" y="2873"/>
                  </a:cubicBezTo>
                  <a:lnTo>
                    <a:pt x="337"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87"/>
            <p:cNvSpPr/>
            <p:nvPr/>
          </p:nvSpPr>
          <p:spPr>
            <a:xfrm>
              <a:off x="6271355" y="3596186"/>
              <a:ext cx="17835" cy="94550"/>
            </a:xfrm>
            <a:custGeom>
              <a:rect b="b" l="l" r="r" t="t"/>
              <a:pathLst>
                <a:path extrusionOk="0" h="3605" w="680">
                  <a:moveTo>
                    <a:pt x="588" y="1"/>
                  </a:moveTo>
                  <a:lnTo>
                    <a:pt x="184" y="304"/>
                  </a:lnTo>
                  <a:cubicBezTo>
                    <a:pt x="68" y="386"/>
                    <a:pt x="1" y="520"/>
                    <a:pt x="1" y="665"/>
                  </a:cubicBezTo>
                  <a:lnTo>
                    <a:pt x="1" y="3605"/>
                  </a:lnTo>
                  <a:lnTo>
                    <a:pt x="227" y="3605"/>
                  </a:lnTo>
                  <a:lnTo>
                    <a:pt x="227" y="3585"/>
                  </a:lnTo>
                  <a:cubicBezTo>
                    <a:pt x="227" y="3451"/>
                    <a:pt x="266" y="3321"/>
                    <a:pt x="343" y="3210"/>
                  </a:cubicBezTo>
                  <a:lnTo>
                    <a:pt x="564" y="2873"/>
                  </a:lnTo>
                  <a:cubicBezTo>
                    <a:pt x="641" y="2758"/>
                    <a:pt x="679" y="2628"/>
                    <a:pt x="679" y="2493"/>
                  </a:cubicBezTo>
                  <a:lnTo>
                    <a:pt x="679" y="265"/>
                  </a:lnTo>
                  <a:cubicBezTo>
                    <a:pt x="679" y="169"/>
                    <a:pt x="646" y="73"/>
                    <a:pt x="588"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87"/>
            <p:cNvSpPr/>
            <p:nvPr/>
          </p:nvSpPr>
          <p:spPr>
            <a:xfrm>
              <a:off x="6229836" y="3678855"/>
              <a:ext cx="47498" cy="35748"/>
            </a:xfrm>
            <a:custGeom>
              <a:rect b="b" l="l" r="r" t="t"/>
              <a:pathLst>
                <a:path extrusionOk="0" h="1363" w="1811">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87"/>
            <p:cNvSpPr/>
            <p:nvPr/>
          </p:nvSpPr>
          <p:spPr>
            <a:xfrm>
              <a:off x="6250661" y="3690841"/>
              <a:ext cx="5954" cy="23762"/>
            </a:xfrm>
            <a:custGeom>
              <a:rect b="b" l="l" r="r" t="t"/>
              <a:pathLst>
                <a:path extrusionOk="0" h="906" w="227">
                  <a:moveTo>
                    <a:pt x="111" y="1"/>
                  </a:moveTo>
                  <a:cubicBezTo>
                    <a:pt x="49" y="1"/>
                    <a:pt x="1" y="49"/>
                    <a:pt x="1" y="111"/>
                  </a:cubicBezTo>
                  <a:lnTo>
                    <a:pt x="1" y="905"/>
                  </a:lnTo>
                  <a:lnTo>
                    <a:pt x="227" y="905"/>
                  </a:lnTo>
                  <a:lnTo>
                    <a:pt x="227" y="111"/>
                  </a:lnTo>
                  <a:cubicBezTo>
                    <a:pt x="227" y="49"/>
                    <a:pt x="174" y="1"/>
                    <a:pt x="11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87"/>
            <p:cNvSpPr/>
            <p:nvPr/>
          </p:nvSpPr>
          <p:spPr>
            <a:xfrm>
              <a:off x="6250661" y="3595819"/>
              <a:ext cx="5954" cy="83194"/>
            </a:xfrm>
            <a:custGeom>
              <a:rect b="b" l="l" r="r" t="t"/>
              <a:pathLst>
                <a:path extrusionOk="0" h="3172" w="227">
                  <a:moveTo>
                    <a:pt x="1" y="0"/>
                  </a:moveTo>
                  <a:lnTo>
                    <a:pt x="1" y="3171"/>
                  </a:lnTo>
                  <a:lnTo>
                    <a:pt x="227" y="3171"/>
                  </a:lnTo>
                  <a:lnTo>
                    <a:pt x="227"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87"/>
            <p:cNvSpPr/>
            <p:nvPr/>
          </p:nvSpPr>
          <p:spPr>
            <a:xfrm>
              <a:off x="6241717" y="3566156"/>
              <a:ext cx="23736" cy="29690"/>
            </a:xfrm>
            <a:custGeom>
              <a:rect b="b" l="l" r="r" t="t"/>
              <a:pathLst>
                <a:path extrusionOk="0" h="1132" w="905">
                  <a:moveTo>
                    <a:pt x="0" y="1"/>
                  </a:moveTo>
                  <a:lnTo>
                    <a:pt x="0" y="679"/>
                  </a:lnTo>
                  <a:cubicBezTo>
                    <a:pt x="0" y="929"/>
                    <a:pt x="202" y="1131"/>
                    <a:pt x="452"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87"/>
            <p:cNvSpPr/>
            <p:nvPr/>
          </p:nvSpPr>
          <p:spPr>
            <a:xfrm>
              <a:off x="6229968" y="3518841"/>
              <a:ext cx="47472" cy="53268"/>
            </a:xfrm>
            <a:custGeom>
              <a:rect b="b" l="l" r="r" t="t"/>
              <a:pathLst>
                <a:path extrusionOk="0" h="2031" w="1810">
                  <a:moveTo>
                    <a:pt x="679" y="0"/>
                  </a:moveTo>
                  <a:cubicBezTo>
                    <a:pt x="304" y="0"/>
                    <a:pt x="1" y="303"/>
                    <a:pt x="1" y="679"/>
                  </a:cubicBezTo>
                  <a:lnTo>
                    <a:pt x="1" y="1131"/>
                  </a:lnTo>
                  <a:cubicBezTo>
                    <a:pt x="1" y="1626"/>
                    <a:pt x="405" y="2031"/>
                    <a:pt x="900" y="2031"/>
                  </a:cubicBezTo>
                  <a:cubicBezTo>
                    <a:pt x="903" y="2031"/>
                    <a:pt x="906" y="2031"/>
                    <a:pt x="909" y="2031"/>
                  </a:cubicBezTo>
                  <a:cubicBezTo>
                    <a:pt x="1406" y="2031"/>
                    <a:pt x="1810" y="1628"/>
                    <a:pt x="1810" y="1131"/>
                  </a:cubicBezTo>
                  <a:lnTo>
                    <a:pt x="1810" y="679"/>
                  </a:lnTo>
                  <a:cubicBezTo>
                    <a:pt x="1810" y="303"/>
                    <a:pt x="1502"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87"/>
            <p:cNvSpPr/>
            <p:nvPr/>
          </p:nvSpPr>
          <p:spPr>
            <a:xfrm>
              <a:off x="6229863" y="3518710"/>
              <a:ext cx="32706" cy="53452"/>
            </a:xfrm>
            <a:custGeom>
              <a:rect b="b" l="l" r="r" t="t"/>
              <a:pathLst>
                <a:path extrusionOk="0" h="2038" w="1247">
                  <a:moveTo>
                    <a:pt x="683" y="0"/>
                  </a:moveTo>
                  <a:cubicBezTo>
                    <a:pt x="308" y="0"/>
                    <a:pt x="5" y="303"/>
                    <a:pt x="5" y="679"/>
                  </a:cubicBezTo>
                  <a:lnTo>
                    <a:pt x="5" y="1131"/>
                  </a:lnTo>
                  <a:cubicBezTo>
                    <a:pt x="1" y="1652"/>
                    <a:pt x="427" y="2037"/>
                    <a:pt x="903" y="2037"/>
                  </a:cubicBezTo>
                  <a:cubicBezTo>
                    <a:pt x="1016" y="2037"/>
                    <a:pt x="1132" y="2016"/>
                    <a:pt x="1246" y="1968"/>
                  </a:cubicBezTo>
                  <a:cubicBezTo>
                    <a:pt x="904" y="1834"/>
                    <a:pt x="678" y="1502"/>
                    <a:pt x="683" y="1131"/>
                  </a:cubicBezTo>
                  <a:lnTo>
                    <a:pt x="683" y="679"/>
                  </a:lnTo>
                  <a:cubicBezTo>
                    <a:pt x="683" y="352"/>
                    <a:pt x="919" y="68"/>
                    <a:pt x="1246" y="15"/>
                  </a:cubicBezTo>
                  <a:cubicBezTo>
                    <a:pt x="1208" y="5"/>
                    <a:pt x="1169"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87"/>
            <p:cNvSpPr/>
            <p:nvPr/>
          </p:nvSpPr>
          <p:spPr>
            <a:xfrm>
              <a:off x="6229836" y="3518710"/>
              <a:ext cx="47498" cy="23736"/>
            </a:xfrm>
            <a:custGeom>
              <a:rect b="b" l="l" r="r" t="t"/>
              <a:pathLst>
                <a:path extrusionOk="0" h="905" w="1811">
                  <a:moveTo>
                    <a:pt x="684" y="0"/>
                  </a:moveTo>
                  <a:cubicBezTo>
                    <a:pt x="309" y="0"/>
                    <a:pt x="6" y="303"/>
                    <a:pt x="6" y="679"/>
                  </a:cubicBezTo>
                  <a:lnTo>
                    <a:pt x="1" y="679"/>
                  </a:ln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87"/>
            <p:cNvSpPr/>
            <p:nvPr/>
          </p:nvSpPr>
          <p:spPr>
            <a:xfrm>
              <a:off x="6229968" y="3518710"/>
              <a:ext cx="32601" cy="21611"/>
            </a:xfrm>
            <a:custGeom>
              <a:rect b="b" l="l" r="r" t="t"/>
              <a:pathLst>
                <a:path extrusionOk="0" h="824" w="1243">
                  <a:moveTo>
                    <a:pt x="679" y="0"/>
                  </a:moveTo>
                  <a:cubicBezTo>
                    <a:pt x="304" y="0"/>
                    <a:pt x="1" y="303"/>
                    <a:pt x="1" y="679"/>
                  </a:cubicBezTo>
                  <a:cubicBezTo>
                    <a:pt x="222" y="746"/>
                    <a:pt x="448" y="794"/>
                    <a:pt x="679" y="823"/>
                  </a:cubicBezTo>
                  <a:lnTo>
                    <a:pt x="679" y="679"/>
                  </a:lnTo>
                  <a:cubicBezTo>
                    <a:pt x="679" y="347"/>
                    <a:pt x="915" y="68"/>
                    <a:pt x="1242" y="15"/>
                  </a:cubicBezTo>
                  <a:cubicBezTo>
                    <a:pt x="1204" y="5"/>
                    <a:pt x="1165"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87"/>
            <p:cNvSpPr/>
            <p:nvPr/>
          </p:nvSpPr>
          <p:spPr>
            <a:xfrm>
              <a:off x="6313004" y="3566156"/>
              <a:ext cx="71208" cy="148448"/>
            </a:xfrm>
            <a:custGeom>
              <a:rect b="b" l="l" r="r" t="t"/>
              <a:pathLst>
                <a:path extrusionOk="0" h="5660" w="2715">
                  <a:moveTo>
                    <a:pt x="905" y="1"/>
                  </a:moveTo>
                  <a:lnTo>
                    <a:pt x="905" y="539"/>
                  </a:lnTo>
                  <a:cubicBezTo>
                    <a:pt x="905" y="626"/>
                    <a:pt x="857" y="703"/>
                    <a:pt x="780" y="742"/>
                  </a:cubicBezTo>
                  <a:lnTo>
                    <a:pt x="251" y="1006"/>
                  </a:lnTo>
                  <a:cubicBezTo>
                    <a:pt x="97" y="1083"/>
                    <a:pt x="1" y="1242"/>
                    <a:pt x="1" y="1415"/>
                  </a:cubicBezTo>
                  <a:lnTo>
                    <a:pt x="1" y="3643"/>
                  </a:lnTo>
                  <a:cubicBezTo>
                    <a:pt x="1" y="3778"/>
                    <a:pt x="39" y="3908"/>
                    <a:pt x="116" y="4018"/>
                  </a:cubicBezTo>
                  <a:lnTo>
                    <a:pt x="338" y="4355"/>
                  </a:lnTo>
                  <a:cubicBezTo>
                    <a:pt x="415" y="4466"/>
                    <a:pt x="453" y="4601"/>
                    <a:pt x="453" y="4730"/>
                  </a:cubicBezTo>
                  <a:lnTo>
                    <a:pt x="453" y="5659"/>
                  </a:lnTo>
                  <a:lnTo>
                    <a:pt x="2262" y="5659"/>
                  </a:lnTo>
                  <a:lnTo>
                    <a:pt x="2262" y="4730"/>
                  </a:lnTo>
                  <a:cubicBezTo>
                    <a:pt x="2262" y="4596"/>
                    <a:pt x="2301" y="4466"/>
                    <a:pt x="2378" y="4355"/>
                  </a:cubicBezTo>
                  <a:lnTo>
                    <a:pt x="2599" y="4018"/>
                  </a:lnTo>
                  <a:cubicBezTo>
                    <a:pt x="2676" y="3908"/>
                    <a:pt x="2715" y="3778"/>
                    <a:pt x="2715" y="3643"/>
                  </a:cubicBezTo>
                  <a:lnTo>
                    <a:pt x="2715" y="1410"/>
                  </a:lnTo>
                  <a:cubicBezTo>
                    <a:pt x="2715" y="1242"/>
                    <a:pt x="2618" y="1083"/>
                    <a:pt x="2464" y="1006"/>
                  </a:cubicBezTo>
                  <a:lnTo>
                    <a:pt x="1930" y="742"/>
                  </a:lnTo>
                  <a:cubicBezTo>
                    <a:pt x="1853" y="703"/>
                    <a:pt x="1805" y="626"/>
                    <a:pt x="1805" y="539"/>
                  </a:cubicBezTo>
                  <a:lnTo>
                    <a:pt x="1805"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87"/>
            <p:cNvSpPr/>
            <p:nvPr/>
          </p:nvSpPr>
          <p:spPr>
            <a:xfrm>
              <a:off x="6313004" y="3596186"/>
              <a:ext cx="17835" cy="94550"/>
            </a:xfrm>
            <a:custGeom>
              <a:rect b="b" l="l" r="r" t="t"/>
              <a:pathLst>
                <a:path extrusionOk="0" h="3605" w="680">
                  <a:moveTo>
                    <a:pt x="92" y="1"/>
                  </a:moveTo>
                  <a:cubicBezTo>
                    <a:pt x="35" y="73"/>
                    <a:pt x="1" y="169"/>
                    <a:pt x="1" y="265"/>
                  </a:cubicBezTo>
                  <a:lnTo>
                    <a:pt x="1" y="2493"/>
                  </a:lnTo>
                  <a:cubicBezTo>
                    <a:pt x="1" y="2628"/>
                    <a:pt x="39" y="2758"/>
                    <a:pt x="116" y="2873"/>
                  </a:cubicBezTo>
                  <a:lnTo>
                    <a:pt x="338" y="3210"/>
                  </a:lnTo>
                  <a:cubicBezTo>
                    <a:pt x="410" y="3321"/>
                    <a:pt x="453" y="3451"/>
                    <a:pt x="453" y="3585"/>
                  </a:cubicBezTo>
                  <a:lnTo>
                    <a:pt x="453" y="3605"/>
                  </a:lnTo>
                  <a:lnTo>
                    <a:pt x="679" y="3605"/>
                  </a:lnTo>
                  <a:lnTo>
                    <a:pt x="679" y="665"/>
                  </a:lnTo>
                  <a:cubicBezTo>
                    <a:pt x="679" y="520"/>
                    <a:pt x="612" y="386"/>
                    <a:pt x="496" y="304"/>
                  </a:cubicBezTo>
                  <a:lnTo>
                    <a:pt x="92"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87"/>
            <p:cNvSpPr/>
            <p:nvPr/>
          </p:nvSpPr>
          <p:spPr>
            <a:xfrm>
              <a:off x="6366272" y="3596186"/>
              <a:ext cx="17808" cy="94550"/>
            </a:xfrm>
            <a:custGeom>
              <a:rect b="b" l="l" r="r" t="t"/>
              <a:pathLst>
                <a:path extrusionOk="0" h="3605" w="679">
                  <a:moveTo>
                    <a:pt x="587" y="1"/>
                  </a:moveTo>
                  <a:lnTo>
                    <a:pt x="183" y="304"/>
                  </a:lnTo>
                  <a:cubicBezTo>
                    <a:pt x="68" y="386"/>
                    <a:pt x="0" y="520"/>
                    <a:pt x="0" y="665"/>
                  </a:cubicBezTo>
                  <a:lnTo>
                    <a:pt x="0" y="3605"/>
                  </a:lnTo>
                  <a:lnTo>
                    <a:pt x="227" y="3605"/>
                  </a:lnTo>
                  <a:lnTo>
                    <a:pt x="227" y="3585"/>
                  </a:lnTo>
                  <a:cubicBezTo>
                    <a:pt x="227" y="3451"/>
                    <a:pt x="270" y="3321"/>
                    <a:pt x="342" y="3210"/>
                  </a:cubicBezTo>
                  <a:lnTo>
                    <a:pt x="568" y="2873"/>
                  </a:lnTo>
                  <a:cubicBezTo>
                    <a:pt x="640" y="2758"/>
                    <a:pt x="679" y="2628"/>
                    <a:pt x="679" y="2493"/>
                  </a:cubicBezTo>
                  <a:lnTo>
                    <a:pt x="679" y="265"/>
                  </a:lnTo>
                  <a:cubicBezTo>
                    <a:pt x="679" y="169"/>
                    <a:pt x="645" y="73"/>
                    <a:pt x="587"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87"/>
            <p:cNvSpPr/>
            <p:nvPr/>
          </p:nvSpPr>
          <p:spPr>
            <a:xfrm>
              <a:off x="6324754" y="3678855"/>
              <a:ext cx="47603" cy="35748"/>
            </a:xfrm>
            <a:custGeom>
              <a:rect b="b" l="l" r="r" t="t"/>
              <a:pathLst>
                <a:path extrusionOk="0" h="1363" w="1815">
                  <a:moveTo>
                    <a:pt x="0" y="0"/>
                  </a:moveTo>
                  <a:lnTo>
                    <a:pt x="0" y="1362"/>
                  </a:lnTo>
                  <a:lnTo>
                    <a:pt x="1814" y="1362"/>
                  </a:lnTo>
                  <a:lnTo>
                    <a:pt x="181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87"/>
            <p:cNvSpPr/>
            <p:nvPr/>
          </p:nvSpPr>
          <p:spPr>
            <a:xfrm>
              <a:off x="6345578" y="3690841"/>
              <a:ext cx="5954" cy="23762"/>
            </a:xfrm>
            <a:custGeom>
              <a:rect b="b" l="l" r="r" t="t"/>
              <a:pathLst>
                <a:path extrusionOk="0" h="906" w="227">
                  <a:moveTo>
                    <a:pt x="111" y="1"/>
                  </a:moveTo>
                  <a:cubicBezTo>
                    <a:pt x="48" y="1"/>
                    <a:pt x="0" y="49"/>
                    <a:pt x="0" y="111"/>
                  </a:cubicBezTo>
                  <a:lnTo>
                    <a:pt x="0" y="905"/>
                  </a:lnTo>
                  <a:lnTo>
                    <a:pt x="226" y="905"/>
                  </a:lnTo>
                  <a:lnTo>
                    <a:pt x="226" y="111"/>
                  </a:lnTo>
                  <a:cubicBezTo>
                    <a:pt x="226" y="49"/>
                    <a:pt x="173" y="1"/>
                    <a:pt x="111"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87"/>
            <p:cNvSpPr/>
            <p:nvPr/>
          </p:nvSpPr>
          <p:spPr>
            <a:xfrm>
              <a:off x="6345578" y="3595819"/>
              <a:ext cx="5954" cy="83194"/>
            </a:xfrm>
            <a:custGeom>
              <a:rect b="b" l="l" r="r" t="t"/>
              <a:pathLst>
                <a:path extrusionOk="0" h="3172" w="227">
                  <a:moveTo>
                    <a:pt x="0" y="0"/>
                  </a:moveTo>
                  <a:lnTo>
                    <a:pt x="0" y="3171"/>
                  </a:lnTo>
                  <a:lnTo>
                    <a:pt x="226" y="3171"/>
                  </a:lnTo>
                  <a:lnTo>
                    <a:pt x="226"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87"/>
            <p:cNvSpPr/>
            <p:nvPr/>
          </p:nvSpPr>
          <p:spPr>
            <a:xfrm>
              <a:off x="6336609" y="3566156"/>
              <a:ext cx="23762" cy="29690"/>
            </a:xfrm>
            <a:custGeom>
              <a:rect b="b" l="l" r="r" t="t"/>
              <a:pathLst>
                <a:path extrusionOk="0" h="1132" w="906">
                  <a:moveTo>
                    <a:pt x="1" y="1"/>
                  </a:moveTo>
                  <a:lnTo>
                    <a:pt x="1" y="679"/>
                  </a:lnTo>
                  <a:cubicBezTo>
                    <a:pt x="1" y="929"/>
                    <a:pt x="203" y="1131"/>
                    <a:pt x="453"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87"/>
            <p:cNvSpPr/>
            <p:nvPr/>
          </p:nvSpPr>
          <p:spPr>
            <a:xfrm>
              <a:off x="6324885" y="3518841"/>
              <a:ext cx="47472" cy="53268"/>
            </a:xfrm>
            <a:custGeom>
              <a:rect b="b" l="l" r="r" t="t"/>
              <a:pathLst>
                <a:path extrusionOk="0" h="2031" w="1810">
                  <a:moveTo>
                    <a:pt x="679" y="0"/>
                  </a:moveTo>
                  <a:cubicBezTo>
                    <a:pt x="303" y="0"/>
                    <a:pt x="0" y="303"/>
                    <a:pt x="0" y="679"/>
                  </a:cubicBezTo>
                  <a:lnTo>
                    <a:pt x="0" y="1131"/>
                  </a:lnTo>
                  <a:cubicBezTo>
                    <a:pt x="0" y="1626"/>
                    <a:pt x="404" y="2031"/>
                    <a:pt x="900" y="2031"/>
                  </a:cubicBezTo>
                  <a:cubicBezTo>
                    <a:pt x="903" y="2031"/>
                    <a:pt x="906" y="2031"/>
                    <a:pt x="909" y="2031"/>
                  </a:cubicBezTo>
                  <a:cubicBezTo>
                    <a:pt x="1405" y="2031"/>
                    <a:pt x="1809" y="1628"/>
                    <a:pt x="1809" y="1131"/>
                  </a:cubicBezTo>
                  <a:lnTo>
                    <a:pt x="1809" y="679"/>
                  </a:lnTo>
                  <a:cubicBezTo>
                    <a:pt x="1809" y="303"/>
                    <a:pt x="1506"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87"/>
            <p:cNvSpPr/>
            <p:nvPr/>
          </p:nvSpPr>
          <p:spPr>
            <a:xfrm>
              <a:off x="6324754" y="3518710"/>
              <a:ext cx="32706" cy="53452"/>
            </a:xfrm>
            <a:custGeom>
              <a:rect b="b" l="l" r="r" t="t"/>
              <a:pathLst>
                <a:path extrusionOk="0" h="2038" w="1247">
                  <a:moveTo>
                    <a:pt x="679" y="0"/>
                  </a:moveTo>
                  <a:cubicBezTo>
                    <a:pt x="308" y="0"/>
                    <a:pt x="0" y="303"/>
                    <a:pt x="0" y="679"/>
                  </a:cubicBezTo>
                  <a:lnTo>
                    <a:pt x="0" y="1131"/>
                  </a:lnTo>
                  <a:cubicBezTo>
                    <a:pt x="0" y="1652"/>
                    <a:pt x="424" y="2037"/>
                    <a:pt x="901" y="2037"/>
                  </a:cubicBezTo>
                  <a:cubicBezTo>
                    <a:pt x="1015" y="2037"/>
                    <a:pt x="1132" y="2016"/>
                    <a:pt x="1247" y="1968"/>
                  </a:cubicBezTo>
                  <a:cubicBezTo>
                    <a:pt x="905" y="1834"/>
                    <a:pt x="679" y="1502"/>
                    <a:pt x="679" y="1131"/>
                  </a:cubicBezTo>
                  <a:lnTo>
                    <a:pt x="679" y="679"/>
                  </a:lnTo>
                  <a:cubicBezTo>
                    <a:pt x="679" y="352"/>
                    <a:pt x="919" y="68"/>
                    <a:pt x="1247" y="15"/>
                  </a:cubicBezTo>
                  <a:cubicBezTo>
                    <a:pt x="1208" y="5"/>
                    <a:pt x="1170" y="0"/>
                    <a:pt x="113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87"/>
            <p:cNvSpPr/>
            <p:nvPr/>
          </p:nvSpPr>
          <p:spPr>
            <a:xfrm>
              <a:off x="6324754" y="3518710"/>
              <a:ext cx="47603" cy="23736"/>
            </a:xfrm>
            <a:custGeom>
              <a:rect b="b" l="l" r="r" t="t"/>
              <a:pathLst>
                <a:path extrusionOk="0" h="905" w="1815">
                  <a:moveTo>
                    <a:pt x="684" y="0"/>
                  </a:moveTo>
                  <a:cubicBezTo>
                    <a:pt x="308" y="0"/>
                    <a:pt x="0" y="303"/>
                    <a:pt x="0" y="679"/>
                  </a:cubicBezTo>
                  <a:cubicBezTo>
                    <a:pt x="0" y="679"/>
                    <a:pt x="679" y="905"/>
                    <a:pt x="1814" y="905"/>
                  </a:cubicBezTo>
                  <a:lnTo>
                    <a:pt x="1814" y="679"/>
                  </a:lnTo>
                  <a:cubicBezTo>
                    <a:pt x="1814" y="303"/>
                    <a:pt x="1506" y="0"/>
                    <a:pt x="1136"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87"/>
            <p:cNvSpPr/>
            <p:nvPr/>
          </p:nvSpPr>
          <p:spPr>
            <a:xfrm>
              <a:off x="6324754" y="3518710"/>
              <a:ext cx="32706" cy="21611"/>
            </a:xfrm>
            <a:custGeom>
              <a:rect b="b" l="l" r="r" t="t"/>
              <a:pathLst>
                <a:path extrusionOk="0" h="824" w="1247">
                  <a:moveTo>
                    <a:pt x="679" y="0"/>
                  </a:moveTo>
                  <a:cubicBezTo>
                    <a:pt x="308" y="0"/>
                    <a:pt x="0" y="303"/>
                    <a:pt x="0" y="679"/>
                  </a:cubicBezTo>
                  <a:cubicBezTo>
                    <a:pt x="226" y="746"/>
                    <a:pt x="453" y="794"/>
                    <a:pt x="679" y="823"/>
                  </a:cubicBezTo>
                  <a:lnTo>
                    <a:pt x="679" y="679"/>
                  </a:lnTo>
                  <a:cubicBezTo>
                    <a:pt x="679" y="347"/>
                    <a:pt x="919" y="68"/>
                    <a:pt x="1247" y="15"/>
                  </a:cubicBezTo>
                  <a:cubicBezTo>
                    <a:pt x="1208" y="5"/>
                    <a:pt x="1170"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87"/>
            <p:cNvSpPr/>
            <p:nvPr/>
          </p:nvSpPr>
          <p:spPr>
            <a:xfrm>
              <a:off x="6407921" y="3566156"/>
              <a:ext cx="71208" cy="148448"/>
            </a:xfrm>
            <a:custGeom>
              <a:rect b="b" l="l" r="r" t="t"/>
              <a:pathLst>
                <a:path extrusionOk="0" h="5660" w="2715">
                  <a:moveTo>
                    <a:pt x="905" y="1"/>
                  </a:moveTo>
                  <a:lnTo>
                    <a:pt x="905" y="539"/>
                  </a:lnTo>
                  <a:cubicBezTo>
                    <a:pt x="905" y="626"/>
                    <a:pt x="857" y="703"/>
                    <a:pt x="780" y="742"/>
                  </a:cubicBezTo>
                  <a:lnTo>
                    <a:pt x="250" y="1006"/>
                  </a:lnTo>
                  <a:cubicBezTo>
                    <a:pt x="96" y="1083"/>
                    <a:pt x="0" y="1242"/>
                    <a:pt x="0" y="1415"/>
                  </a:cubicBezTo>
                  <a:lnTo>
                    <a:pt x="0" y="3643"/>
                  </a:lnTo>
                  <a:cubicBezTo>
                    <a:pt x="0" y="3778"/>
                    <a:pt x="39" y="3908"/>
                    <a:pt x="116" y="4018"/>
                  </a:cubicBezTo>
                  <a:lnTo>
                    <a:pt x="337" y="4355"/>
                  </a:lnTo>
                  <a:cubicBezTo>
                    <a:pt x="414" y="4466"/>
                    <a:pt x="453" y="4601"/>
                    <a:pt x="453" y="4730"/>
                  </a:cubicBezTo>
                  <a:lnTo>
                    <a:pt x="453" y="5659"/>
                  </a:lnTo>
                  <a:lnTo>
                    <a:pt x="2262" y="5659"/>
                  </a:lnTo>
                  <a:lnTo>
                    <a:pt x="2262" y="4730"/>
                  </a:lnTo>
                  <a:cubicBezTo>
                    <a:pt x="2262" y="4596"/>
                    <a:pt x="2305" y="4466"/>
                    <a:pt x="2377" y="4355"/>
                  </a:cubicBezTo>
                  <a:lnTo>
                    <a:pt x="2603" y="4018"/>
                  </a:lnTo>
                  <a:cubicBezTo>
                    <a:pt x="2676" y="3908"/>
                    <a:pt x="2714" y="3778"/>
                    <a:pt x="2714" y="3643"/>
                  </a:cubicBezTo>
                  <a:lnTo>
                    <a:pt x="2714" y="1410"/>
                  </a:lnTo>
                  <a:cubicBezTo>
                    <a:pt x="2714" y="1242"/>
                    <a:pt x="2618" y="1083"/>
                    <a:pt x="2464" y="1006"/>
                  </a:cubicBezTo>
                  <a:lnTo>
                    <a:pt x="1935" y="742"/>
                  </a:lnTo>
                  <a:cubicBezTo>
                    <a:pt x="1858" y="703"/>
                    <a:pt x="1809" y="626"/>
                    <a:pt x="1809" y="539"/>
                  </a:cubicBezTo>
                  <a:lnTo>
                    <a:pt x="1809"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87"/>
            <p:cNvSpPr/>
            <p:nvPr/>
          </p:nvSpPr>
          <p:spPr>
            <a:xfrm>
              <a:off x="6407921" y="3596186"/>
              <a:ext cx="17808" cy="94550"/>
            </a:xfrm>
            <a:custGeom>
              <a:rect b="b" l="l" r="r" t="t"/>
              <a:pathLst>
                <a:path extrusionOk="0" h="3605" w="679">
                  <a:moveTo>
                    <a:pt x="92" y="1"/>
                  </a:moveTo>
                  <a:cubicBezTo>
                    <a:pt x="34" y="73"/>
                    <a:pt x="0" y="169"/>
                    <a:pt x="0" y="265"/>
                  </a:cubicBezTo>
                  <a:lnTo>
                    <a:pt x="0" y="2493"/>
                  </a:lnTo>
                  <a:cubicBezTo>
                    <a:pt x="0" y="2628"/>
                    <a:pt x="39" y="2758"/>
                    <a:pt x="111" y="2873"/>
                  </a:cubicBezTo>
                  <a:lnTo>
                    <a:pt x="337" y="3210"/>
                  </a:lnTo>
                  <a:cubicBezTo>
                    <a:pt x="409" y="3321"/>
                    <a:pt x="453" y="3451"/>
                    <a:pt x="453" y="3585"/>
                  </a:cubicBezTo>
                  <a:lnTo>
                    <a:pt x="453" y="3605"/>
                  </a:lnTo>
                  <a:lnTo>
                    <a:pt x="679" y="3605"/>
                  </a:lnTo>
                  <a:lnTo>
                    <a:pt x="679" y="665"/>
                  </a:lnTo>
                  <a:cubicBezTo>
                    <a:pt x="679" y="520"/>
                    <a:pt x="611" y="386"/>
                    <a:pt x="496" y="304"/>
                  </a:cubicBezTo>
                  <a:lnTo>
                    <a:pt x="92"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87"/>
            <p:cNvSpPr/>
            <p:nvPr/>
          </p:nvSpPr>
          <p:spPr>
            <a:xfrm>
              <a:off x="6461163" y="3596186"/>
              <a:ext cx="17835" cy="94550"/>
            </a:xfrm>
            <a:custGeom>
              <a:rect b="b" l="l" r="r" t="t"/>
              <a:pathLst>
                <a:path extrusionOk="0" h="3605" w="680">
                  <a:moveTo>
                    <a:pt x="588" y="1"/>
                  </a:moveTo>
                  <a:lnTo>
                    <a:pt x="184" y="304"/>
                  </a:lnTo>
                  <a:cubicBezTo>
                    <a:pt x="68" y="386"/>
                    <a:pt x="1" y="520"/>
                    <a:pt x="1" y="665"/>
                  </a:cubicBezTo>
                  <a:lnTo>
                    <a:pt x="1" y="3605"/>
                  </a:lnTo>
                  <a:lnTo>
                    <a:pt x="227" y="3605"/>
                  </a:lnTo>
                  <a:lnTo>
                    <a:pt x="227" y="3585"/>
                  </a:lnTo>
                  <a:cubicBezTo>
                    <a:pt x="227" y="3451"/>
                    <a:pt x="270" y="3321"/>
                    <a:pt x="342" y="3210"/>
                  </a:cubicBezTo>
                  <a:lnTo>
                    <a:pt x="569" y="2873"/>
                  </a:lnTo>
                  <a:cubicBezTo>
                    <a:pt x="641" y="2758"/>
                    <a:pt x="679" y="2628"/>
                    <a:pt x="679" y="2493"/>
                  </a:cubicBezTo>
                  <a:lnTo>
                    <a:pt x="679" y="265"/>
                  </a:lnTo>
                  <a:cubicBezTo>
                    <a:pt x="679" y="169"/>
                    <a:pt x="646" y="73"/>
                    <a:pt x="58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87"/>
            <p:cNvSpPr/>
            <p:nvPr/>
          </p:nvSpPr>
          <p:spPr>
            <a:xfrm>
              <a:off x="6419776" y="3678855"/>
              <a:ext cx="47472" cy="35748"/>
            </a:xfrm>
            <a:custGeom>
              <a:rect b="b" l="l" r="r" t="t"/>
              <a:pathLst>
                <a:path extrusionOk="0" h="1363" w="1810">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87"/>
            <p:cNvSpPr/>
            <p:nvPr/>
          </p:nvSpPr>
          <p:spPr>
            <a:xfrm>
              <a:off x="6440469" y="3690841"/>
              <a:ext cx="6085" cy="23762"/>
            </a:xfrm>
            <a:custGeom>
              <a:rect b="b" l="l" r="r" t="t"/>
              <a:pathLst>
                <a:path extrusionOk="0" h="906" w="232">
                  <a:moveTo>
                    <a:pt x="124" y="0"/>
                  </a:moveTo>
                  <a:cubicBezTo>
                    <a:pt x="121" y="0"/>
                    <a:pt x="119" y="0"/>
                    <a:pt x="116" y="1"/>
                  </a:cubicBezTo>
                  <a:cubicBezTo>
                    <a:pt x="54" y="1"/>
                    <a:pt x="1" y="49"/>
                    <a:pt x="1" y="111"/>
                  </a:cubicBezTo>
                  <a:lnTo>
                    <a:pt x="1" y="905"/>
                  </a:lnTo>
                  <a:lnTo>
                    <a:pt x="232" y="905"/>
                  </a:lnTo>
                  <a:lnTo>
                    <a:pt x="232" y="111"/>
                  </a:lnTo>
                  <a:cubicBezTo>
                    <a:pt x="232" y="51"/>
                    <a:pt x="183" y="0"/>
                    <a:pt x="12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87"/>
            <p:cNvSpPr/>
            <p:nvPr/>
          </p:nvSpPr>
          <p:spPr>
            <a:xfrm>
              <a:off x="6440469" y="3595819"/>
              <a:ext cx="5954" cy="83194"/>
            </a:xfrm>
            <a:custGeom>
              <a:rect b="b" l="l" r="r" t="t"/>
              <a:pathLst>
                <a:path extrusionOk="0" h="3172" w="227">
                  <a:moveTo>
                    <a:pt x="1" y="0"/>
                  </a:moveTo>
                  <a:lnTo>
                    <a:pt x="1" y="3171"/>
                  </a:lnTo>
                  <a:lnTo>
                    <a:pt x="227" y="3171"/>
                  </a:lnTo>
                  <a:lnTo>
                    <a:pt x="227"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87"/>
            <p:cNvSpPr/>
            <p:nvPr/>
          </p:nvSpPr>
          <p:spPr>
            <a:xfrm>
              <a:off x="6431631" y="3566156"/>
              <a:ext cx="23631" cy="29690"/>
            </a:xfrm>
            <a:custGeom>
              <a:rect b="b" l="l" r="r" t="t"/>
              <a:pathLst>
                <a:path extrusionOk="0" h="1132" w="901">
                  <a:moveTo>
                    <a:pt x="1" y="1"/>
                  </a:moveTo>
                  <a:lnTo>
                    <a:pt x="1" y="679"/>
                  </a:lnTo>
                  <a:cubicBezTo>
                    <a:pt x="1" y="929"/>
                    <a:pt x="203" y="1131"/>
                    <a:pt x="453" y="1131"/>
                  </a:cubicBezTo>
                  <a:cubicBezTo>
                    <a:pt x="699" y="1131"/>
                    <a:pt x="901" y="929"/>
                    <a:pt x="901" y="679"/>
                  </a:cubicBezTo>
                  <a:lnTo>
                    <a:pt x="90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87"/>
            <p:cNvSpPr/>
            <p:nvPr/>
          </p:nvSpPr>
          <p:spPr>
            <a:xfrm>
              <a:off x="6419776" y="3518841"/>
              <a:ext cx="47472" cy="53268"/>
            </a:xfrm>
            <a:custGeom>
              <a:rect b="b" l="l" r="r" t="t"/>
              <a:pathLst>
                <a:path extrusionOk="0" h="2031" w="1810">
                  <a:moveTo>
                    <a:pt x="679" y="0"/>
                  </a:moveTo>
                  <a:cubicBezTo>
                    <a:pt x="304" y="0"/>
                    <a:pt x="1" y="303"/>
                    <a:pt x="1" y="679"/>
                  </a:cubicBezTo>
                  <a:lnTo>
                    <a:pt x="1" y="1131"/>
                  </a:lnTo>
                  <a:cubicBezTo>
                    <a:pt x="1" y="1626"/>
                    <a:pt x="405" y="2031"/>
                    <a:pt x="905" y="2031"/>
                  </a:cubicBezTo>
                  <a:cubicBezTo>
                    <a:pt x="908" y="2031"/>
                    <a:pt x="911" y="2031"/>
                    <a:pt x="914" y="2031"/>
                  </a:cubicBezTo>
                  <a:cubicBezTo>
                    <a:pt x="1410" y="2031"/>
                    <a:pt x="1810" y="1628"/>
                    <a:pt x="1810" y="1131"/>
                  </a:cubicBezTo>
                  <a:lnTo>
                    <a:pt x="1810" y="679"/>
                  </a:lnTo>
                  <a:cubicBezTo>
                    <a:pt x="1810" y="303"/>
                    <a:pt x="1507"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87"/>
            <p:cNvSpPr/>
            <p:nvPr/>
          </p:nvSpPr>
          <p:spPr>
            <a:xfrm>
              <a:off x="6419671" y="3518710"/>
              <a:ext cx="32679" cy="53452"/>
            </a:xfrm>
            <a:custGeom>
              <a:rect b="b" l="l" r="r" t="t"/>
              <a:pathLst>
                <a:path extrusionOk="0" h="2038" w="1246">
                  <a:moveTo>
                    <a:pt x="683" y="0"/>
                  </a:moveTo>
                  <a:cubicBezTo>
                    <a:pt x="308" y="0"/>
                    <a:pt x="5" y="303"/>
                    <a:pt x="5" y="679"/>
                  </a:cubicBezTo>
                  <a:lnTo>
                    <a:pt x="5" y="1131"/>
                  </a:lnTo>
                  <a:cubicBezTo>
                    <a:pt x="1" y="1652"/>
                    <a:pt x="427" y="2037"/>
                    <a:pt x="902" y="2037"/>
                  </a:cubicBezTo>
                  <a:cubicBezTo>
                    <a:pt x="1016" y="2037"/>
                    <a:pt x="1132" y="2016"/>
                    <a:pt x="1246" y="1968"/>
                  </a:cubicBezTo>
                  <a:cubicBezTo>
                    <a:pt x="904" y="1834"/>
                    <a:pt x="683" y="1502"/>
                    <a:pt x="683" y="1131"/>
                  </a:cubicBezTo>
                  <a:lnTo>
                    <a:pt x="683" y="679"/>
                  </a:lnTo>
                  <a:cubicBezTo>
                    <a:pt x="683" y="352"/>
                    <a:pt x="919" y="68"/>
                    <a:pt x="1246" y="15"/>
                  </a:cubicBezTo>
                  <a:cubicBezTo>
                    <a:pt x="1207" y="5"/>
                    <a:pt x="1174"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87"/>
            <p:cNvSpPr/>
            <p:nvPr/>
          </p:nvSpPr>
          <p:spPr>
            <a:xfrm>
              <a:off x="6419645" y="3518710"/>
              <a:ext cx="47472" cy="23736"/>
            </a:xfrm>
            <a:custGeom>
              <a:rect b="b" l="l" r="r" t="t"/>
              <a:pathLst>
                <a:path extrusionOk="0" h="905" w="1810">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87"/>
            <p:cNvSpPr/>
            <p:nvPr/>
          </p:nvSpPr>
          <p:spPr>
            <a:xfrm>
              <a:off x="6419776" y="3518710"/>
              <a:ext cx="32575" cy="21611"/>
            </a:xfrm>
            <a:custGeom>
              <a:rect b="b" l="l" r="r" t="t"/>
              <a:pathLst>
                <a:path extrusionOk="0" h="824" w="1242">
                  <a:moveTo>
                    <a:pt x="679" y="0"/>
                  </a:moveTo>
                  <a:cubicBezTo>
                    <a:pt x="304" y="0"/>
                    <a:pt x="1" y="303"/>
                    <a:pt x="1" y="679"/>
                  </a:cubicBezTo>
                  <a:cubicBezTo>
                    <a:pt x="222" y="746"/>
                    <a:pt x="448" y="794"/>
                    <a:pt x="679" y="823"/>
                  </a:cubicBezTo>
                  <a:lnTo>
                    <a:pt x="679" y="679"/>
                  </a:lnTo>
                  <a:cubicBezTo>
                    <a:pt x="679" y="347"/>
                    <a:pt x="915" y="68"/>
                    <a:pt x="1242" y="15"/>
                  </a:cubicBezTo>
                  <a:cubicBezTo>
                    <a:pt x="1203" y="5"/>
                    <a:pt x="1170"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87"/>
            <p:cNvSpPr/>
            <p:nvPr/>
          </p:nvSpPr>
          <p:spPr>
            <a:xfrm>
              <a:off x="6502812" y="3566156"/>
              <a:ext cx="71339" cy="148448"/>
            </a:xfrm>
            <a:custGeom>
              <a:rect b="b" l="l" r="r" t="t"/>
              <a:pathLst>
                <a:path extrusionOk="0" h="5660" w="2720">
                  <a:moveTo>
                    <a:pt x="905" y="1"/>
                  </a:moveTo>
                  <a:lnTo>
                    <a:pt x="905" y="539"/>
                  </a:lnTo>
                  <a:cubicBezTo>
                    <a:pt x="905" y="626"/>
                    <a:pt x="857" y="703"/>
                    <a:pt x="780" y="742"/>
                  </a:cubicBezTo>
                  <a:lnTo>
                    <a:pt x="251" y="1006"/>
                  </a:lnTo>
                  <a:cubicBezTo>
                    <a:pt x="97" y="1083"/>
                    <a:pt x="1" y="1242"/>
                    <a:pt x="1" y="1415"/>
                  </a:cubicBezTo>
                  <a:lnTo>
                    <a:pt x="1" y="3643"/>
                  </a:lnTo>
                  <a:cubicBezTo>
                    <a:pt x="1" y="3778"/>
                    <a:pt x="44" y="3908"/>
                    <a:pt x="116" y="4018"/>
                  </a:cubicBezTo>
                  <a:lnTo>
                    <a:pt x="342" y="4355"/>
                  </a:lnTo>
                  <a:cubicBezTo>
                    <a:pt x="414" y="4466"/>
                    <a:pt x="453" y="4601"/>
                    <a:pt x="453" y="4730"/>
                  </a:cubicBezTo>
                  <a:lnTo>
                    <a:pt x="453" y="5659"/>
                  </a:lnTo>
                  <a:lnTo>
                    <a:pt x="2267" y="5659"/>
                  </a:lnTo>
                  <a:lnTo>
                    <a:pt x="2267" y="4730"/>
                  </a:lnTo>
                  <a:cubicBezTo>
                    <a:pt x="2267" y="4596"/>
                    <a:pt x="2306" y="4466"/>
                    <a:pt x="2378" y="4355"/>
                  </a:cubicBezTo>
                  <a:lnTo>
                    <a:pt x="2604" y="4018"/>
                  </a:lnTo>
                  <a:cubicBezTo>
                    <a:pt x="2676" y="3908"/>
                    <a:pt x="2719" y="3778"/>
                    <a:pt x="2719" y="3643"/>
                  </a:cubicBezTo>
                  <a:lnTo>
                    <a:pt x="2719" y="1410"/>
                  </a:lnTo>
                  <a:cubicBezTo>
                    <a:pt x="2715" y="1242"/>
                    <a:pt x="2618" y="1083"/>
                    <a:pt x="2464" y="1006"/>
                  </a:cubicBezTo>
                  <a:lnTo>
                    <a:pt x="1935" y="742"/>
                  </a:lnTo>
                  <a:cubicBezTo>
                    <a:pt x="1858" y="703"/>
                    <a:pt x="1810" y="626"/>
                    <a:pt x="1810" y="539"/>
                  </a:cubicBezTo>
                  <a:lnTo>
                    <a:pt x="1810"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87"/>
            <p:cNvSpPr/>
            <p:nvPr/>
          </p:nvSpPr>
          <p:spPr>
            <a:xfrm>
              <a:off x="6502812" y="3596186"/>
              <a:ext cx="17835" cy="94550"/>
            </a:xfrm>
            <a:custGeom>
              <a:rect b="b" l="l" r="r" t="t"/>
              <a:pathLst>
                <a:path extrusionOk="0" h="3605" w="680">
                  <a:moveTo>
                    <a:pt x="92" y="1"/>
                  </a:moveTo>
                  <a:cubicBezTo>
                    <a:pt x="34" y="73"/>
                    <a:pt x="1" y="169"/>
                    <a:pt x="1" y="265"/>
                  </a:cubicBezTo>
                  <a:lnTo>
                    <a:pt x="1" y="2493"/>
                  </a:lnTo>
                  <a:cubicBezTo>
                    <a:pt x="1" y="2628"/>
                    <a:pt x="39" y="2758"/>
                    <a:pt x="116" y="2873"/>
                  </a:cubicBezTo>
                  <a:lnTo>
                    <a:pt x="338"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87"/>
            <p:cNvSpPr/>
            <p:nvPr/>
          </p:nvSpPr>
          <p:spPr>
            <a:xfrm>
              <a:off x="6556211" y="3596186"/>
              <a:ext cx="17808" cy="94550"/>
            </a:xfrm>
            <a:custGeom>
              <a:rect b="b" l="l" r="r" t="t"/>
              <a:pathLst>
                <a:path extrusionOk="0" h="3605" w="679">
                  <a:moveTo>
                    <a:pt x="587" y="1"/>
                  </a:moveTo>
                  <a:lnTo>
                    <a:pt x="178" y="304"/>
                  </a:lnTo>
                  <a:cubicBezTo>
                    <a:pt x="67" y="386"/>
                    <a:pt x="0" y="520"/>
                    <a:pt x="0" y="665"/>
                  </a:cubicBezTo>
                  <a:lnTo>
                    <a:pt x="0" y="3605"/>
                  </a:lnTo>
                  <a:lnTo>
                    <a:pt x="226" y="3605"/>
                  </a:lnTo>
                  <a:lnTo>
                    <a:pt x="226" y="3585"/>
                  </a:lnTo>
                  <a:cubicBezTo>
                    <a:pt x="226" y="3451"/>
                    <a:pt x="265" y="3321"/>
                    <a:pt x="342" y="3210"/>
                  </a:cubicBezTo>
                  <a:lnTo>
                    <a:pt x="563" y="2873"/>
                  </a:lnTo>
                  <a:cubicBezTo>
                    <a:pt x="640" y="2758"/>
                    <a:pt x="679" y="2628"/>
                    <a:pt x="679" y="2493"/>
                  </a:cubicBezTo>
                  <a:lnTo>
                    <a:pt x="679" y="265"/>
                  </a:lnTo>
                  <a:cubicBezTo>
                    <a:pt x="679" y="169"/>
                    <a:pt x="645" y="73"/>
                    <a:pt x="587"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87"/>
            <p:cNvSpPr/>
            <p:nvPr/>
          </p:nvSpPr>
          <p:spPr>
            <a:xfrm>
              <a:off x="6514667" y="3678855"/>
              <a:ext cx="47498" cy="35748"/>
            </a:xfrm>
            <a:custGeom>
              <a:rect b="b" l="l" r="r" t="t"/>
              <a:pathLst>
                <a:path extrusionOk="0" h="1363" w="1811">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87"/>
            <p:cNvSpPr/>
            <p:nvPr/>
          </p:nvSpPr>
          <p:spPr>
            <a:xfrm>
              <a:off x="6535492" y="3690841"/>
              <a:ext cx="5980" cy="23762"/>
            </a:xfrm>
            <a:custGeom>
              <a:rect b="b" l="l" r="r" t="t"/>
              <a:pathLst>
                <a:path extrusionOk="0" h="906" w="228">
                  <a:moveTo>
                    <a:pt x="112" y="1"/>
                  </a:moveTo>
                  <a:cubicBezTo>
                    <a:pt x="49" y="1"/>
                    <a:pt x="1" y="49"/>
                    <a:pt x="1" y="111"/>
                  </a:cubicBezTo>
                  <a:lnTo>
                    <a:pt x="1" y="905"/>
                  </a:lnTo>
                  <a:lnTo>
                    <a:pt x="227" y="905"/>
                  </a:lnTo>
                  <a:lnTo>
                    <a:pt x="227" y="111"/>
                  </a:lnTo>
                  <a:cubicBezTo>
                    <a:pt x="227" y="49"/>
                    <a:pt x="174" y="1"/>
                    <a:pt x="11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87"/>
            <p:cNvSpPr/>
            <p:nvPr/>
          </p:nvSpPr>
          <p:spPr>
            <a:xfrm>
              <a:off x="6535387" y="3595819"/>
              <a:ext cx="5954" cy="83194"/>
            </a:xfrm>
            <a:custGeom>
              <a:rect b="b" l="l" r="r" t="t"/>
              <a:pathLst>
                <a:path extrusionOk="0" h="3172" w="227">
                  <a:moveTo>
                    <a:pt x="0" y="0"/>
                  </a:moveTo>
                  <a:lnTo>
                    <a:pt x="0" y="3171"/>
                  </a:lnTo>
                  <a:lnTo>
                    <a:pt x="226" y="3171"/>
                  </a:lnTo>
                  <a:lnTo>
                    <a:pt x="226"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87"/>
            <p:cNvSpPr/>
            <p:nvPr/>
          </p:nvSpPr>
          <p:spPr>
            <a:xfrm>
              <a:off x="6526548" y="3566156"/>
              <a:ext cx="23736" cy="29690"/>
            </a:xfrm>
            <a:custGeom>
              <a:rect b="b" l="l" r="r" t="t"/>
              <a:pathLst>
                <a:path extrusionOk="0" h="1132" w="905">
                  <a:moveTo>
                    <a:pt x="0" y="1"/>
                  </a:moveTo>
                  <a:lnTo>
                    <a:pt x="0" y="679"/>
                  </a:lnTo>
                  <a:cubicBezTo>
                    <a:pt x="0" y="929"/>
                    <a:pt x="202" y="1131"/>
                    <a:pt x="453"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87"/>
            <p:cNvSpPr/>
            <p:nvPr/>
          </p:nvSpPr>
          <p:spPr>
            <a:xfrm>
              <a:off x="6514798" y="3518841"/>
              <a:ext cx="47367" cy="53268"/>
            </a:xfrm>
            <a:custGeom>
              <a:rect b="b" l="l" r="r" t="t"/>
              <a:pathLst>
                <a:path extrusionOk="0" h="2031" w="1806">
                  <a:moveTo>
                    <a:pt x="679" y="0"/>
                  </a:moveTo>
                  <a:cubicBezTo>
                    <a:pt x="304" y="0"/>
                    <a:pt x="1" y="303"/>
                    <a:pt x="1" y="679"/>
                  </a:cubicBezTo>
                  <a:lnTo>
                    <a:pt x="1" y="1131"/>
                  </a:lnTo>
                  <a:cubicBezTo>
                    <a:pt x="1" y="1626"/>
                    <a:pt x="400" y="2031"/>
                    <a:pt x="901" y="2031"/>
                  </a:cubicBezTo>
                  <a:cubicBezTo>
                    <a:pt x="1401" y="2031"/>
                    <a:pt x="1805" y="1626"/>
                    <a:pt x="1805" y="1131"/>
                  </a:cubicBezTo>
                  <a:lnTo>
                    <a:pt x="1805" y="679"/>
                  </a:lnTo>
                  <a:cubicBezTo>
                    <a:pt x="1805" y="303"/>
                    <a:pt x="1497" y="0"/>
                    <a:pt x="112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87"/>
            <p:cNvSpPr/>
            <p:nvPr/>
          </p:nvSpPr>
          <p:spPr>
            <a:xfrm>
              <a:off x="6514588" y="3518710"/>
              <a:ext cx="32811" cy="53452"/>
            </a:xfrm>
            <a:custGeom>
              <a:rect b="b" l="l" r="r" t="t"/>
              <a:pathLst>
                <a:path extrusionOk="0" h="2038" w="1251">
                  <a:moveTo>
                    <a:pt x="682" y="0"/>
                  </a:moveTo>
                  <a:cubicBezTo>
                    <a:pt x="307" y="0"/>
                    <a:pt x="4" y="303"/>
                    <a:pt x="4" y="679"/>
                  </a:cubicBezTo>
                  <a:lnTo>
                    <a:pt x="4" y="1131"/>
                  </a:lnTo>
                  <a:cubicBezTo>
                    <a:pt x="0" y="1652"/>
                    <a:pt x="426" y="2037"/>
                    <a:pt x="904" y="2037"/>
                  </a:cubicBezTo>
                  <a:cubicBezTo>
                    <a:pt x="1018" y="2037"/>
                    <a:pt x="1135" y="2016"/>
                    <a:pt x="1250" y="1968"/>
                  </a:cubicBezTo>
                  <a:cubicBezTo>
                    <a:pt x="904" y="1834"/>
                    <a:pt x="682" y="1502"/>
                    <a:pt x="682" y="1131"/>
                  </a:cubicBezTo>
                  <a:lnTo>
                    <a:pt x="682" y="679"/>
                  </a:lnTo>
                  <a:cubicBezTo>
                    <a:pt x="682" y="352"/>
                    <a:pt x="923" y="68"/>
                    <a:pt x="1245" y="15"/>
                  </a:cubicBezTo>
                  <a:cubicBezTo>
                    <a:pt x="1212" y="5"/>
                    <a:pt x="1173"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87"/>
            <p:cNvSpPr/>
            <p:nvPr/>
          </p:nvSpPr>
          <p:spPr>
            <a:xfrm>
              <a:off x="6514667" y="3518710"/>
              <a:ext cx="47498" cy="23736"/>
            </a:xfrm>
            <a:custGeom>
              <a:rect b="b" l="l" r="r" t="t"/>
              <a:pathLst>
                <a:path extrusionOk="0" h="905" w="1811">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87"/>
            <p:cNvSpPr/>
            <p:nvPr/>
          </p:nvSpPr>
          <p:spPr>
            <a:xfrm>
              <a:off x="6514667" y="3518710"/>
              <a:ext cx="32601" cy="21611"/>
            </a:xfrm>
            <a:custGeom>
              <a:rect b="b" l="l" r="r" t="t"/>
              <a:pathLst>
                <a:path extrusionOk="0" h="824" w="1243">
                  <a:moveTo>
                    <a:pt x="679" y="0"/>
                  </a:moveTo>
                  <a:cubicBezTo>
                    <a:pt x="304" y="0"/>
                    <a:pt x="1" y="303"/>
                    <a:pt x="1" y="679"/>
                  </a:cubicBezTo>
                  <a:cubicBezTo>
                    <a:pt x="222" y="746"/>
                    <a:pt x="448" y="794"/>
                    <a:pt x="679" y="823"/>
                  </a:cubicBezTo>
                  <a:lnTo>
                    <a:pt x="679" y="679"/>
                  </a:lnTo>
                  <a:cubicBezTo>
                    <a:pt x="679" y="347"/>
                    <a:pt x="920" y="68"/>
                    <a:pt x="1242" y="15"/>
                  </a:cubicBezTo>
                  <a:cubicBezTo>
                    <a:pt x="1209" y="5"/>
                    <a:pt x="1170" y="0"/>
                    <a:pt x="113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87"/>
            <p:cNvSpPr/>
            <p:nvPr/>
          </p:nvSpPr>
          <p:spPr>
            <a:xfrm>
              <a:off x="6212684" y="3412436"/>
              <a:ext cx="366765" cy="307832"/>
            </a:xfrm>
            <a:custGeom>
              <a:rect b="b" l="l" r="r" t="t"/>
              <a:pathLst>
                <a:path extrusionOk="0" h="11737" w="13984">
                  <a:moveTo>
                    <a:pt x="3595" y="410"/>
                  </a:moveTo>
                  <a:cubicBezTo>
                    <a:pt x="3860" y="415"/>
                    <a:pt x="4071" y="626"/>
                    <a:pt x="4071" y="886"/>
                  </a:cubicBezTo>
                  <a:lnTo>
                    <a:pt x="4071" y="1338"/>
                  </a:lnTo>
                  <a:cubicBezTo>
                    <a:pt x="4071" y="1723"/>
                    <a:pt x="3758" y="2036"/>
                    <a:pt x="3369" y="2036"/>
                  </a:cubicBezTo>
                  <a:cubicBezTo>
                    <a:pt x="2984" y="2036"/>
                    <a:pt x="2671" y="1723"/>
                    <a:pt x="2671" y="1338"/>
                  </a:cubicBezTo>
                  <a:lnTo>
                    <a:pt x="2671" y="886"/>
                  </a:lnTo>
                  <a:cubicBezTo>
                    <a:pt x="2671" y="626"/>
                    <a:pt x="2883" y="415"/>
                    <a:pt x="3143" y="410"/>
                  </a:cubicBezTo>
                  <a:close/>
                  <a:moveTo>
                    <a:pt x="7218" y="415"/>
                  </a:moveTo>
                  <a:cubicBezTo>
                    <a:pt x="7478" y="415"/>
                    <a:pt x="7690" y="626"/>
                    <a:pt x="7694" y="886"/>
                  </a:cubicBezTo>
                  <a:lnTo>
                    <a:pt x="7694" y="1338"/>
                  </a:lnTo>
                  <a:cubicBezTo>
                    <a:pt x="7690" y="1723"/>
                    <a:pt x="7377" y="2041"/>
                    <a:pt x="6992" y="2041"/>
                  </a:cubicBezTo>
                  <a:cubicBezTo>
                    <a:pt x="6607" y="2041"/>
                    <a:pt x="6294" y="1723"/>
                    <a:pt x="6289" y="1338"/>
                  </a:cubicBezTo>
                  <a:lnTo>
                    <a:pt x="6289" y="886"/>
                  </a:lnTo>
                  <a:cubicBezTo>
                    <a:pt x="6294" y="626"/>
                    <a:pt x="6506" y="415"/>
                    <a:pt x="6766" y="415"/>
                  </a:cubicBezTo>
                  <a:close/>
                  <a:moveTo>
                    <a:pt x="10841" y="415"/>
                  </a:moveTo>
                  <a:cubicBezTo>
                    <a:pt x="11101" y="415"/>
                    <a:pt x="11313" y="626"/>
                    <a:pt x="11313" y="886"/>
                  </a:cubicBezTo>
                  <a:lnTo>
                    <a:pt x="11313" y="1338"/>
                  </a:lnTo>
                  <a:cubicBezTo>
                    <a:pt x="11313" y="1728"/>
                    <a:pt x="11000" y="2041"/>
                    <a:pt x="10615" y="2041"/>
                  </a:cubicBezTo>
                  <a:cubicBezTo>
                    <a:pt x="10225" y="2041"/>
                    <a:pt x="9913" y="1728"/>
                    <a:pt x="9913" y="1338"/>
                  </a:cubicBezTo>
                  <a:lnTo>
                    <a:pt x="9913" y="886"/>
                  </a:lnTo>
                  <a:cubicBezTo>
                    <a:pt x="9913" y="626"/>
                    <a:pt x="10124" y="415"/>
                    <a:pt x="10389" y="415"/>
                  </a:cubicBezTo>
                  <a:close/>
                  <a:moveTo>
                    <a:pt x="3619" y="2450"/>
                  </a:moveTo>
                  <a:lnTo>
                    <a:pt x="3619" y="2556"/>
                  </a:lnTo>
                  <a:cubicBezTo>
                    <a:pt x="3619" y="2633"/>
                    <a:pt x="3638" y="2710"/>
                    <a:pt x="3677" y="2777"/>
                  </a:cubicBezTo>
                  <a:lnTo>
                    <a:pt x="3383" y="3071"/>
                  </a:lnTo>
                  <a:cubicBezTo>
                    <a:pt x="3381" y="3076"/>
                    <a:pt x="3376" y="3078"/>
                    <a:pt x="3371" y="3078"/>
                  </a:cubicBezTo>
                  <a:cubicBezTo>
                    <a:pt x="3365" y="3078"/>
                    <a:pt x="3359" y="3076"/>
                    <a:pt x="3354" y="3071"/>
                  </a:cubicBezTo>
                  <a:lnTo>
                    <a:pt x="3061" y="2777"/>
                  </a:lnTo>
                  <a:cubicBezTo>
                    <a:pt x="3099" y="2710"/>
                    <a:pt x="3123" y="2633"/>
                    <a:pt x="3123" y="2556"/>
                  </a:cubicBezTo>
                  <a:lnTo>
                    <a:pt x="3123" y="2450"/>
                  </a:lnTo>
                  <a:close/>
                  <a:moveTo>
                    <a:pt x="7237" y="2450"/>
                  </a:moveTo>
                  <a:lnTo>
                    <a:pt x="7237" y="2556"/>
                  </a:lnTo>
                  <a:cubicBezTo>
                    <a:pt x="7237" y="2633"/>
                    <a:pt x="7261" y="2710"/>
                    <a:pt x="7300" y="2777"/>
                  </a:cubicBezTo>
                  <a:lnTo>
                    <a:pt x="7006" y="3071"/>
                  </a:lnTo>
                  <a:cubicBezTo>
                    <a:pt x="7002" y="3076"/>
                    <a:pt x="6997" y="3078"/>
                    <a:pt x="6992" y="3078"/>
                  </a:cubicBezTo>
                  <a:cubicBezTo>
                    <a:pt x="6987" y="3078"/>
                    <a:pt x="6982" y="3076"/>
                    <a:pt x="6978" y="3071"/>
                  </a:cubicBezTo>
                  <a:lnTo>
                    <a:pt x="6684" y="2777"/>
                  </a:lnTo>
                  <a:cubicBezTo>
                    <a:pt x="6722" y="2710"/>
                    <a:pt x="6747" y="2633"/>
                    <a:pt x="6742" y="2556"/>
                  </a:cubicBezTo>
                  <a:lnTo>
                    <a:pt x="6742" y="2450"/>
                  </a:lnTo>
                  <a:close/>
                  <a:moveTo>
                    <a:pt x="10861" y="2450"/>
                  </a:moveTo>
                  <a:lnTo>
                    <a:pt x="10861" y="2556"/>
                  </a:lnTo>
                  <a:cubicBezTo>
                    <a:pt x="10861" y="2638"/>
                    <a:pt x="10880" y="2710"/>
                    <a:pt x="10923" y="2777"/>
                  </a:cubicBezTo>
                  <a:lnTo>
                    <a:pt x="10630" y="3071"/>
                  </a:lnTo>
                  <a:cubicBezTo>
                    <a:pt x="10625" y="3076"/>
                    <a:pt x="10619" y="3078"/>
                    <a:pt x="10613" y="3078"/>
                  </a:cubicBezTo>
                  <a:cubicBezTo>
                    <a:pt x="10608" y="3078"/>
                    <a:pt x="10603" y="3076"/>
                    <a:pt x="10601" y="3071"/>
                  </a:cubicBezTo>
                  <a:lnTo>
                    <a:pt x="10307" y="2777"/>
                  </a:lnTo>
                  <a:cubicBezTo>
                    <a:pt x="10346" y="2710"/>
                    <a:pt x="10365" y="2638"/>
                    <a:pt x="10365" y="2556"/>
                  </a:cubicBezTo>
                  <a:lnTo>
                    <a:pt x="10365" y="2450"/>
                  </a:lnTo>
                  <a:close/>
                  <a:moveTo>
                    <a:pt x="1790" y="4259"/>
                  </a:moveTo>
                  <a:cubicBezTo>
                    <a:pt x="2050" y="4259"/>
                    <a:pt x="2262" y="4471"/>
                    <a:pt x="2262" y="4736"/>
                  </a:cubicBezTo>
                  <a:lnTo>
                    <a:pt x="2262" y="5183"/>
                  </a:lnTo>
                  <a:cubicBezTo>
                    <a:pt x="2262" y="5573"/>
                    <a:pt x="1944" y="5886"/>
                    <a:pt x="1559" y="5886"/>
                  </a:cubicBezTo>
                  <a:cubicBezTo>
                    <a:pt x="1175" y="5886"/>
                    <a:pt x="862" y="5573"/>
                    <a:pt x="862" y="5183"/>
                  </a:cubicBezTo>
                  <a:lnTo>
                    <a:pt x="862" y="4731"/>
                  </a:lnTo>
                  <a:cubicBezTo>
                    <a:pt x="862" y="4471"/>
                    <a:pt x="1074" y="4259"/>
                    <a:pt x="1338" y="4259"/>
                  </a:cubicBezTo>
                  <a:close/>
                  <a:moveTo>
                    <a:pt x="5409" y="4259"/>
                  </a:moveTo>
                  <a:cubicBezTo>
                    <a:pt x="5669" y="4259"/>
                    <a:pt x="5880" y="4471"/>
                    <a:pt x="5880" y="4731"/>
                  </a:cubicBezTo>
                  <a:lnTo>
                    <a:pt x="5880" y="5183"/>
                  </a:lnTo>
                  <a:cubicBezTo>
                    <a:pt x="5880" y="5573"/>
                    <a:pt x="5568" y="5886"/>
                    <a:pt x="5183" y="5886"/>
                  </a:cubicBezTo>
                  <a:cubicBezTo>
                    <a:pt x="4798" y="5886"/>
                    <a:pt x="4480" y="5573"/>
                    <a:pt x="4480" y="5183"/>
                  </a:cubicBezTo>
                  <a:lnTo>
                    <a:pt x="4480" y="4731"/>
                  </a:lnTo>
                  <a:cubicBezTo>
                    <a:pt x="4480" y="4471"/>
                    <a:pt x="4697" y="4259"/>
                    <a:pt x="4957" y="4259"/>
                  </a:cubicBezTo>
                  <a:close/>
                  <a:moveTo>
                    <a:pt x="9032" y="4259"/>
                  </a:moveTo>
                  <a:cubicBezTo>
                    <a:pt x="9292" y="4259"/>
                    <a:pt x="9504" y="4471"/>
                    <a:pt x="9504" y="4731"/>
                  </a:cubicBezTo>
                  <a:lnTo>
                    <a:pt x="9504" y="5183"/>
                  </a:lnTo>
                  <a:cubicBezTo>
                    <a:pt x="9504" y="5573"/>
                    <a:pt x="9191" y="5886"/>
                    <a:pt x="8806" y="5886"/>
                  </a:cubicBezTo>
                  <a:cubicBezTo>
                    <a:pt x="8416" y="5886"/>
                    <a:pt x="8103" y="5573"/>
                    <a:pt x="8103" y="5183"/>
                  </a:cubicBezTo>
                  <a:lnTo>
                    <a:pt x="8103" y="4731"/>
                  </a:lnTo>
                  <a:cubicBezTo>
                    <a:pt x="8103" y="4471"/>
                    <a:pt x="8315" y="4259"/>
                    <a:pt x="8580" y="4259"/>
                  </a:cubicBezTo>
                  <a:close/>
                  <a:moveTo>
                    <a:pt x="12646" y="4259"/>
                  </a:moveTo>
                  <a:cubicBezTo>
                    <a:pt x="12906" y="4259"/>
                    <a:pt x="13117" y="4471"/>
                    <a:pt x="13117" y="4736"/>
                  </a:cubicBezTo>
                  <a:lnTo>
                    <a:pt x="13117" y="5188"/>
                  </a:lnTo>
                  <a:cubicBezTo>
                    <a:pt x="13117" y="5573"/>
                    <a:pt x="12805" y="5886"/>
                    <a:pt x="12420" y="5886"/>
                  </a:cubicBezTo>
                  <a:cubicBezTo>
                    <a:pt x="12030" y="5886"/>
                    <a:pt x="11717" y="5573"/>
                    <a:pt x="11717" y="5188"/>
                  </a:cubicBezTo>
                  <a:lnTo>
                    <a:pt x="11717" y="4736"/>
                  </a:lnTo>
                  <a:lnTo>
                    <a:pt x="11722" y="4736"/>
                  </a:lnTo>
                  <a:cubicBezTo>
                    <a:pt x="11722" y="4471"/>
                    <a:pt x="11938" y="4259"/>
                    <a:pt x="12198" y="4259"/>
                  </a:cubicBezTo>
                  <a:close/>
                  <a:moveTo>
                    <a:pt x="1810" y="6295"/>
                  </a:moveTo>
                  <a:lnTo>
                    <a:pt x="1810" y="6400"/>
                  </a:lnTo>
                  <a:cubicBezTo>
                    <a:pt x="1810" y="6477"/>
                    <a:pt x="1829" y="6554"/>
                    <a:pt x="1867" y="6622"/>
                  </a:cubicBezTo>
                  <a:lnTo>
                    <a:pt x="1574" y="6915"/>
                  </a:lnTo>
                  <a:cubicBezTo>
                    <a:pt x="1572" y="6920"/>
                    <a:pt x="1567" y="6923"/>
                    <a:pt x="1561" y="6923"/>
                  </a:cubicBezTo>
                  <a:cubicBezTo>
                    <a:pt x="1556" y="6923"/>
                    <a:pt x="1550" y="6920"/>
                    <a:pt x="1545" y="6915"/>
                  </a:cubicBezTo>
                  <a:lnTo>
                    <a:pt x="1252" y="6622"/>
                  </a:lnTo>
                  <a:cubicBezTo>
                    <a:pt x="1290" y="6554"/>
                    <a:pt x="1314" y="6477"/>
                    <a:pt x="1314" y="6400"/>
                  </a:cubicBezTo>
                  <a:lnTo>
                    <a:pt x="1314" y="6295"/>
                  </a:lnTo>
                  <a:close/>
                  <a:moveTo>
                    <a:pt x="5428" y="6295"/>
                  </a:moveTo>
                  <a:lnTo>
                    <a:pt x="5428" y="6400"/>
                  </a:lnTo>
                  <a:cubicBezTo>
                    <a:pt x="5428" y="6482"/>
                    <a:pt x="5452" y="6554"/>
                    <a:pt x="5491" y="6622"/>
                  </a:cubicBezTo>
                  <a:lnTo>
                    <a:pt x="5197" y="6915"/>
                  </a:lnTo>
                  <a:cubicBezTo>
                    <a:pt x="5192" y="6920"/>
                    <a:pt x="5186" y="6923"/>
                    <a:pt x="5181" y="6923"/>
                  </a:cubicBezTo>
                  <a:cubicBezTo>
                    <a:pt x="5176" y="6923"/>
                    <a:pt x="5171" y="6920"/>
                    <a:pt x="5168" y="6915"/>
                  </a:cubicBezTo>
                  <a:lnTo>
                    <a:pt x="4875" y="6622"/>
                  </a:lnTo>
                  <a:cubicBezTo>
                    <a:pt x="4913" y="6554"/>
                    <a:pt x="4933" y="6482"/>
                    <a:pt x="4933" y="6400"/>
                  </a:cubicBezTo>
                  <a:lnTo>
                    <a:pt x="4933" y="6295"/>
                  </a:lnTo>
                  <a:close/>
                  <a:moveTo>
                    <a:pt x="9051" y="6295"/>
                  </a:moveTo>
                  <a:lnTo>
                    <a:pt x="9051" y="6400"/>
                  </a:lnTo>
                  <a:cubicBezTo>
                    <a:pt x="9051" y="6482"/>
                    <a:pt x="9071" y="6554"/>
                    <a:pt x="9114" y="6622"/>
                  </a:cubicBezTo>
                  <a:lnTo>
                    <a:pt x="8820" y="6915"/>
                  </a:lnTo>
                  <a:cubicBezTo>
                    <a:pt x="8816" y="6920"/>
                    <a:pt x="8810" y="6923"/>
                    <a:pt x="8804" y="6923"/>
                  </a:cubicBezTo>
                  <a:cubicBezTo>
                    <a:pt x="8798" y="6923"/>
                    <a:pt x="8792" y="6920"/>
                    <a:pt x="8787" y="6915"/>
                  </a:cubicBezTo>
                  <a:lnTo>
                    <a:pt x="8498" y="6622"/>
                  </a:lnTo>
                  <a:cubicBezTo>
                    <a:pt x="8537" y="6554"/>
                    <a:pt x="8556" y="6482"/>
                    <a:pt x="8556" y="6400"/>
                  </a:cubicBezTo>
                  <a:lnTo>
                    <a:pt x="8556" y="6295"/>
                  </a:lnTo>
                  <a:close/>
                  <a:moveTo>
                    <a:pt x="12670" y="6295"/>
                  </a:moveTo>
                  <a:lnTo>
                    <a:pt x="12670" y="6405"/>
                  </a:lnTo>
                  <a:cubicBezTo>
                    <a:pt x="12670" y="6482"/>
                    <a:pt x="12694" y="6559"/>
                    <a:pt x="12732" y="6627"/>
                  </a:cubicBezTo>
                  <a:lnTo>
                    <a:pt x="12439" y="6915"/>
                  </a:lnTo>
                  <a:cubicBezTo>
                    <a:pt x="12434" y="6920"/>
                    <a:pt x="12428" y="6923"/>
                    <a:pt x="12423" y="6923"/>
                  </a:cubicBezTo>
                  <a:cubicBezTo>
                    <a:pt x="12417" y="6923"/>
                    <a:pt x="12412" y="6920"/>
                    <a:pt x="12410" y="6915"/>
                  </a:cubicBezTo>
                  <a:lnTo>
                    <a:pt x="12116" y="6627"/>
                  </a:lnTo>
                  <a:cubicBezTo>
                    <a:pt x="12155" y="6559"/>
                    <a:pt x="12174" y="6482"/>
                    <a:pt x="12174" y="6405"/>
                  </a:cubicBezTo>
                  <a:lnTo>
                    <a:pt x="12174" y="6295"/>
                  </a:lnTo>
                  <a:close/>
                  <a:moveTo>
                    <a:pt x="3152" y="1"/>
                  </a:moveTo>
                  <a:cubicBezTo>
                    <a:pt x="2666" y="6"/>
                    <a:pt x="2267" y="400"/>
                    <a:pt x="2267" y="886"/>
                  </a:cubicBezTo>
                  <a:lnTo>
                    <a:pt x="2267" y="1338"/>
                  </a:lnTo>
                  <a:cubicBezTo>
                    <a:pt x="2267" y="1690"/>
                    <a:pt x="2435" y="2022"/>
                    <a:pt x="2719" y="2233"/>
                  </a:cubicBezTo>
                  <a:lnTo>
                    <a:pt x="2719" y="2556"/>
                  </a:lnTo>
                  <a:cubicBezTo>
                    <a:pt x="2719" y="2565"/>
                    <a:pt x="2714" y="2570"/>
                    <a:pt x="2710" y="2575"/>
                  </a:cubicBezTo>
                  <a:lnTo>
                    <a:pt x="2180" y="2840"/>
                  </a:lnTo>
                  <a:cubicBezTo>
                    <a:pt x="1954" y="2950"/>
                    <a:pt x="1815" y="3177"/>
                    <a:pt x="1819" y="3427"/>
                  </a:cubicBezTo>
                  <a:lnTo>
                    <a:pt x="1819" y="3850"/>
                  </a:lnTo>
                  <a:lnTo>
                    <a:pt x="1338" y="3850"/>
                  </a:lnTo>
                  <a:cubicBezTo>
                    <a:pt x="847" y="3850"/>
                    <a:pt x="453" y="4245"/>
                    <a:pt x="453" y="4731"/>
                  </a:cubicBezTo>
                  <a:lnTo>
                    <a:pt x="453" y="5183"/>
                  </a:lnTo>
                  <a:cubicBezTo>
                    <a:pt x="453" y="5539"/>
                    <a:pt x="621" y="5866"/>
                    <a:pt x="905" y="6078"/>
                  </a:cubicBezTo>
                  <a:lnTo>
                    <a:pt x="905" y="6400"/>
                  </a:lnTo>
                  <a:cubicBezTo>
                    <a:pt x="905" y="6410"/>
                    <a:pt x="900" y="6420"/>
                    <a:pt x="891" y="6420"/>
                  </a:cubicBezTo>
                  <a:lnTo>
                    <a:pt x="361" y="6684"/>
                  </a:lnTo>
                  <a:cubicBezTo>
                    <a:pt x="140" y="6795"/>
                    <a:pt x="0" y="7026"/>
                    <a:pt x="0" y="7271"/>
                  </a:cubicBezTo>
                  <a:lnTo>
                    <a:pt x="0" y="9504"/>
                  </a:lnTo>
                  <a:cubicBezTo>
                    <a:pt x="0" y="9677"/>
                    <a:pt x="53" y="9846"/>
                    <a:pt x="150" y="9995"/>
                  </a:cubicBezTo>
                  <a:lnTo>
                    <a:pt x="376" y="10332"/>
                  </a:lnTo>
                  <a:cubicBezTo>
                    <a:pt x="429" y="10409"/>
                    <a:pt x="453" y="10500"/>
                    <a:pt x="453" y="10591"/>
                  </a:cubicBezTo>
                  <a:lnTo>
                    <a:pt x="453" y="11520"/>
                  </a:lnTo>
                  <a:cubicBezTo>
                    <a:pt x="446" y="11664"/>
                    <a:pt x="553" y="11737"/>
                    <a:pt x="659" y="11737"/>
                  </a:cubicBezTo>
                  <a:cubicBezTo>
                    <a:pt x="766" y="11737"/>
                    <a:pt x="871" y="11664"/>
                    <a:pt x="862" y="11520"/>
                  </a:cubicBezTo>
                  <a:lnTo>
                    <a:pt x="862" y="10591"/>
                  </a:lnTo>
                  <a:cubicBezTo>
                    <a:pt x="862" y="10418"/>
                    <a:pt x="814" y="10250"/>
                    <a:pt x="717" y="10101"/>
                  </a:cubicBezTo>
                  <a:lnTo>
                    <a:pt x="491" y="9764"/>
                  </a:lnTo>
                  <a:cubicBezTo>
                    <a:pt x="438" y="9687"/>
                    <a:pt x="409" y="9595"/>
                    <a:pt x="409" y="9504"/>
                  </a:cubicBezTo>
                  <a:lnTo>
                    <a:pt x="409" y="7271"/>
                  </a:lnTo>
                  <a:cubicBezTo>
                    <a:pt x="409" y="7180"/>
                    <a:pt x="462" y="7093"/>
                    <a:pt x="549" y="7050"/>
                  </a:cubicBezTo>
                  <a:lnTo>
                    <a:pt x="920" y="6867"/>
                  </a:lnTo>
                  <a:lnTo>
                    <a:pt x="1261" y="7204"/>
                  </a:lnTo>
                  <a:cubicBezTo>
                    <a:pt x="1345" y="7288"/>
                    <a:pt x="1455" y="7330"/>
                    <a:pt x="1564" y="7330"/>
                  </a:cubicBezTo>
                  <a:cubicBezTo>
                    <a:pt x="1674" y="7330"/>
                    <a:pt x="1783" y="7288"/>
                    <a:pt x="1867" y="7204"/>
                  </a:cubicBezTo>
                  <a:lnTo>
                    <a:pt x="2209" y="6867"/>
                  </a:lnTo>
                  <a:lnTo>
                    <a:pt x="2580" y="7050"/>
                  </a:lnTo>
                  <a:cubicBezTo>
                    <a:pt x="2666" y="7093"/>
                    <a:pt x="2719" y="7180"/>
                    <a:pt x="2719" y="7271"/>
                  </a:cubicBezTo>
                  <a:lnTo>
                    <a:pt x="2719" y="9504"/>
                  </a:lnTo>
                  <a:cubicBezTo>
                    <a:pt x="2719" y="9595"/>
                    <a:pt x="2690" y="9687"/>
                    <a:pt x="2637" y="9764"/>
                  </a:cubicBezTo>
                  <a:lnTo>
                    <a:pt x="2411" y="10101"/>
                  </a:lnTo>
                  <a:cubicBezTo>
                    <a:pt x="2315" y="10250"/>
                    <a:pt x="2262" y="10418"/>
                    <a:pt x="2267" y="10591"/>
                  </a:cubicBezTo>
                  <a:lnTo>
                    <a:pt x="2267" y="11520"/>
                  </a:lnTo>
                  <a:cubicBezTo>
                    <a:pt x="2257" y="11664"/>
                    <a:pt x="2363" y="11737"/>
                    <a:pt x="2470" y="11737"/>
                  </a:cubicBezTo>
                  <a:cubicBezTo>
                    <a:pt x="2576" y="11737"/>
                    <a:pt x="2683" y="11664"/>
                    <a:pt x="2676" y="11520"/>
                  </a:cubicBezTo>
                  <a:lnTo>
                    <a:pt x="2676" y="10591"/>
                  </a:lnTo>
                  <a:cubicBezTo>
                    <a:pt x="2676" y="10500"/>
                    <a:pt x="2700" y="10409"/>
                    <a:pt x="2753" y="10332"/>
                  </a:cubicBezTo>
                  <a:lnTo>
                    <a:pt x="2979" y="9995"/>
                  </a:lnTo>
                  <a:cubicBezTo>
                    <a:pt x="3075" y="9846"/>
                    <a:pt x="3128" y="9677"/>
                    <a:pt x="3128" y="9504"/>
                  </a:cubicBezTo>
                  <a:lnTo>
                    <a:pt x="3128" y="7271"/>
                  </a:lnTo>
                  <a:cubicBezTo>
                    <a:pt x="3128" y="7026"/>
                    <a:pt x="2989" y="6795"/>
                    <a:pt x="2767" y="6684"/>
                  </a:cubicBezTo>
                  <a:lnTo>
                    <a:pt x="2238" y="6420"/>
                  </a:lnTo>
                  <a:cubicBezTo>
                    <a:pt x="2228" y="6420"/>
                    <a:pt x="2224" y="6410"/>
                    <a:pt x="2224" y="6400"/>
                  </a:cubicBezTo>
                  <a:lnTo>
                    <a:pt x="2224" y="6078"/>
                  </a:lnTo>
                  <a:cubicBezTo>
                    <a:pt x="2507" y="5866"/>
                    <a:pt x="2676" y="5539"/>
                    <a:pt x="2676" y="5183"/>
                  </a:cubicBezTo>
                  <a:lnTo>
                    <a:pt x="2676" y="4731"/>
                  </a:lnTo>
                  <a:cubicBezTo>
                    <a:pt x="2676" y="4413"/>
                    <a:pt x="2503" y="4115"/>
                    <a:pt x="2224" y="3961"/>
                  </a:cubicBezTo>
                  <a:lnTo>
                    <a:pt x="2224" y="3427"/>
                  </a:lnTo>
                  <a:cubicBezTo>
                    <a:pt x="2224" y="3335"/>
                    <a:pt x="2276" y="3249"/>
                    <a:pt x="2363" y="3205"/>
                  </a:cubicBezTo>
                  <a:lnTo>
                    <a:pt x="2734" y="3023"/>
                  </a:lnTo>
                  <a:lnTo>
                    <a:pt x="3070" y="3359"/>
                  </a:lnTo>
                  <a:cubicBezTo>
                    <a:pt x="3155" y="3444"/>
                    <a:pt x="3265" y="3486"/>
                    <a:pt x="3376" y="3486"/>
                  </a:cubicBezTo>
                  <a:cubicBezTo>
                    <a:pt x="3487" y="3486"/>
                    <a:pt x="3597" y="3444"/>
                    <a:pt x="3681" y="3359"/>
                  </a:cubicBezTo>
                  <a:lnTo>
                    <a:pt x="4023" y="3023"/>
                  </a:lnTo>
                  <a:lnTo>
                    <a:pt x="4394" y="3205"/>
                  </a:lnTo>
                  <a:cubicBezTo>
                    <a:pt x="4475" y="3249"/>
                    <a:pt x="4528" y="3335"/>
                    <a:pt x="4528" y="3427"/>
                  </a:cubicBezTo>
                  <a:lnTo>
                    <a:pt x="4528" y="3961"/>
                  </a:lnTo>
                  <a:cubicBezTo>
                    <a:pt x="4249" y="4115"/>
                    <a:pt x="4076" y="4408"/>
                    <a:pt x="4076" y="4731"/>
                  </a:cubicBezTo>
                  <a:lnTo>
                    <a:pt x="4076" y="5183"/>
                  </a:lnTo>
                  <a:cubicBezTo>
                    <a:pt x="4076" y="5534"/>
                    <a:pt x="4244" y="5866"/>
                    <a:pt x="4528" y="6073"/>
                  </a:cubicBezTo>
                  <a:lnTo>
                    <a:pt x="4528" y="6400"/>
                  </a:lnTo>
                  <a:cubicBezTo>
                    <a:pt x="4528" y="6405"/>
                    <a:pt x="4524" y="6415"/>
                    <a:pt x="4519" y="6420"/>
                  </a:cubicBezTo>
                  <a:lnTo>
                    <a:pt x="3989" y="6684"/>
                  </a:lnTo>
                  <a:cubicBezTo>
                    <a:pt x="3763" y="6795"/>
                    <a:pt x="3624" y="7021"/>
                    <a:pt x="3629" y="7271"/>
                  </a:cubicBezTo>
                  <a:lnTo>
                    <a:pt x="3629" y="9499"/>
                  </a:lnTo>
                  <a:cubicBezTo>
                    <a:pt x="3629" y="9677"/>
                    <a:pt x="3677" y="9846"/>
                    <a:pt x="3778" y="9990"/>
                  </a:cubicBezTo>
                  <a:lnTo>
                    <a:pt x="3999" y="10327"/>
                  </a:lnTo>
                  <a:cubicBezTo>
                    <a:pt x="4052" y="10404"/>
                    <a:pt x="4081" y="10495"/>
                    <a:pt x="4081" y="10591"/>
                  </a:cubicBezTo>
                  <a:lnTo>
                    <a:pt x="4081" y="11515"/>
                  </a:lnTo>
                  <a:cubicBezTo>
                    <a:pt x="4088" y="11645"/>
                    <a:pt x="4187" y="11710"/>
                    <a:pt x="4285" y="11710"/>
                  </a:cubicBezTo>
                  <a:cubicBezTo>
                    <a:pt x="4384" y="11710"/>
                    <a:pt x="4483" y="11645"/>
                    <a:pt x="4490" y="11515"/>
                  </a:cubicBezTo>
                  <a:lnTo>
                    <a:pt x="4490" y="10591"/>
                  </a:lnTo>
                  <a:cubicBezTo>
                    <a:pt x="4490" y="10418"/>
                    <a:pt x="4437" y="10250"/>
                    <a:pt x="4341" y="10101"/>
                  </a:cubicBezTo>
                  <a:lnTo>
                    <a:pt x="4115" y="9764"/>
                  </a:lnTo>
                  <a:cubicBezTo>
                    <a:pt x="4062" y="9687"/>
                    <a:pt x="4038" y="9595"/>
                    <a:pt x="4038" y="9504"/>
                  </a:cubicBezTo>
                  <a:lnTo>
                    <a:pt x="4038" y="7271"/>
                  </a:lnTo>
                  <a:cubicBezTo>
                    <a:pt x="4038" y="7180"/>
                    <a:pt x="4090" y="7093"/>
                    <a:pt x="4172" y="7050"/>
                  </a:cubicBezTo>
                  <a:lnTo>
                    <a:pt x="4548" y="6867"/>
                  </a:lnTo>
                  <a:lnTo>
                    <a:pt x="4884" y="7204"/>
                  </a:lnTo>
                  <a:cubicBezTo>
                    <a:pt x="4969" y="7288"/>
                    <a:pt x="5079" y="7330"/>
                    <a:pt x="5190" y="7330"/>
                  </a:cubicBezTo>
                  <a:cubicBezTo>
                    <a:pt x="5301" y="7330"/>
                    <a:pt x="5411" y="7288"/>
                    <a:pt x="5496" y="7204"/>
                  </a:cubicBezTo>
                  <a:lnTo>
                    <a:pt x="5832" y="6867"/>
                  </a:lnTo>
                  <a:lnTo>
                    <a:pt x="6203" y="7050"/>
                  </a:lnTo>
                  <a:cubicBezTo>
                    <a:pt x="6289" y="7093"/>
                    <a:pt x="6342" y="7180"/>
                    <a:pt x="6342" y="7271"/>
                  </a:cubicBezTo>
                  <a:lnTo>
                    <a:pt x="6342" y="9504"/>
                  </a:lnTo>
                  <a:cubicBezTo>
                    <a:pt x="6342" y="9595"/>
                    <a:pt x="6313" y="9687"/>
                    <a:pt x="6261" y="9764"/>
                  </a:cubicBezTo>
                  <a:lnTo>
                    <a:pt x="6039" y="10101"/>
                  </a:lnTo>
                  <a:cubicBezTo>
                    <a:pt x="5943" y="10250"/>
                    <a:pt x="5890" y="10418"/>
                    <a:pt x="5890" y="10591"/>
                  </a:cubicBezTo>
                  <a:lnTo>
                    <a:pt x="5890" y="11520"/>
                  </a:lnTo>
                  <a:cubicBezTo>
                    <a:pt x="5897" y="11648"/>
                    <a:pt x="5996" y="11711"/>
                    <a:pt x="6095" y="11711"/>
                  </a:cubicBezTo>
                  <a:cubicBezTo>
                    <a:pt x="6193" y="11711"/>
                    <a:pt x="6292" y="11648"/>
                    <a:pt x="6299" y="11520"/>
                  </a:cubicBezTo>
                  <a:lnTo>
                    <a:pt x="6299" y="10591"/>
                  </a:lnTo>
                  <a:cubicBezTo>
                    <a:pt x="6299" y="10500"/>
                    <a:pt x="6328" y="10409"/>
                    <a:pt x="6381" y="10332"/>
                  </a:cubicBezTo>
                  <a:lnTo>
                    <a:pt x="6602" y="9995"/>
                  </a:lnTo>
                  <a:cubicBezTo>
                    <a:pt x="6698" y="9846"/>
                    <a:pt x="6751" y="9677"/>
                    <a:pt x="6751" y="9504"/>
                  </a:cubicBezTo>
                  <a:lnTo>
                    <a:pt x="6751" y="7271"/>
                  </a:lnTo>
                  <a:cubicBezTo>
                    <a:pt x="6751" y="7026"/>
                    <a:pt x="6612" y="6795"/>
                    <a:pt x="6390" y="6684"/>
                  </a:cubicBezTo>
                  <a:lnTo>
                    <a:pt x="5861" y="6420"/>
                  </a:lnTo>
                  <a:cubicBezTo>
                    <a:pt x="5852" y="6420"/>
                    <a:pt x="5847" y="6410"/>
                    <a:pt x="5847" y="6400"/>
                  </a:cubicBezTo>
                  <a:lnTo>
                    <a:pt x="5847" y="6078"/>
                  </a:lnTo>
                  <a:cubicBezTo>
                    <a:pt x="6131" y="5866"/>
                    <a:pt x="6299" y="5539"/>
                    <a:pt x="6299" y="5183"/>
                  </a:cubicBezTo>
                  <a:lnTo>
                    <a:pt x="6299" y="4731"/>
                  </a:lnTo>
                  <a:cubicBezTo>
                    <a:pt x="6299" y="4413"/>
                    <a:pt x="6126" y="4115"/>
                    <a:pt x="5847" y="3961"/>
                  </a:cubicBezTo>
                  <a:lnTo>
                    <a:pt x="5847" y="3427"/>
                  </a:lnTo>
                  <a:cubicBezTo>
                    <a:pt x="5847" y="3335"/>
                    <a:pt x="5900" y="3249"/>
                    <a:pt x="5986" y="3205"/>
                  </a:cubicBezTo>
                  <a:lnTo>
                    <a:pt x="6357" y="3023"/>
                  </a:lnTo>
                  <a:lnTo>
                    <a:pt x="6698" y="3359"/>
                  </a:lnTo>
                  <a:cubicBezTo>
                    <a:pt x="6783" y="3444"/>
                    <a:pt x="6892" y="3486"/>
                    <a:pt x="7002" y="3486"/>
                  </a:cubicBezTo>
                  <a:cubicBezTo>
                    <a:pt x="7111" y="3486"/>
                    <a:pt x="7221" y="3444"/>
                    <a:pt x="7305" y="3359"/>
                  </a:cubicBezTo>
                  <a:lnTo>
                    <a:pt x="7646" y="3023"/>
                  </a:lnTo>
                  <a:lnTo>
                    <a:pt x="8017" y="3205"/>
                  </a:lnTo>
                  <a:cubicBezTo>
                    <a:pt x="8103" y="3249"/>
                    <a:pt x="8156" y="3335"/>
                    <a:pt x="8156" y="3427"/>
                  </a:cubicBezTo>
                  <a:lnTo>
                    <a:pt x="8156" y="3961"/>
                  </a:lnTo>
                  <a:cubicBezTo>
                    <a:pt x="7873" y="4115"/>
                    <a:pt x="7704" y="4408"/>
                    <a:pt x="7704" y="4731"/>
                  </a:cubicBezTo>
                  <a:lnTo>
                    <a:pt x="7704" y="5183"/>
                  </a:lnTo>
                  <a:cubicBezTo>
                    <a:pt x="7704" y="5534"/>
                    <a:pt x="7868" y="5866"/>
                    <a:pt x="8156" y="6073"/>
                  </a:cubicBezTo>
                  <a:lnTo>
                    <a:pt x="8156" y="6400"/>
                  </a:lnTo>
                  <a:cubicBezTo>
                    <a:pt x="8156" y="6405"/>
                    <a:pt x="8152" y="6415"/>
                    <a:pt x="8142" y="6420"/>
                  </a:cubicBezTo>
                  <a:lnTo>
                    <a:pt x="7613" y="6684"/>
                  </a:lnTo>
                  <a:cubicBezTo>
                    <a:pt x="7391" y="6795"/>
                    <a:pt x="7252" y="7021"/>
                    <a:pt x="7252" y="7271"/>
                  </a:cubicBezTo>
                  <a:lnTo>
                    <a:pt x="7252" y="9499"/>
                  </a:lnTo>
                  <a:cubicBezTo>
                    <a:pt x="7252" y="9677"/>
                    <a:pt x="7305" y="9846"/>
                    <a:pt x="7401" y="9990"/>
                  </a:cubicBezTo>
                  <a:lnTo>
                    <a:pt x="7622" y="10327"/>
                  </a:lnTo>
                  <a:cubicBezTo>
                    <a:pt x="7675" y="10404"/>
                    <a:pt x="7704" y="10495"/>
                    <a:pt x="7704" y="10591"/>
                  </a:cubicBezTo>
                  <a:lnTo>
                    <a:pt x="7704" y="11515"/>
                  </a:lnTo>
                  <a:cubicBezTo>
                    <a:pt x="7711" y="11645"/>
                    <a:pt x="7810" y="11710"/>
                    <a:pt x="7909" y="11710"/>
                  </a:cubicBezTo>
                  <a:cubicBezTo>
                    <a:pt x="8007" y="11710"/>
                    <a:pt x="8106" y="11645"/>
                    <a:pt x="8113" y="11515"/>
                  </a:cubicBezTo>
                  <a:lnTo>
                    <a:pt x="8113" y="10591"/>
                  </a:lnTo>
                  <a:cubicBezTo>
                    <a:pt x="8113" y="10418"/>
                    <a:pt x="8060" y="10250"/>
                    <a:pt x="7964" y="10101"/>
                  </a:cubicBezTo>
                  <a:lnTo>
                    <a:pt x="7743" y="9764"/>
                  </a:lnTo>
                  <a:cubicBezTo>
                    <a:pt x="7690" y="9687"/>
                    <a:pt x="7661" y="9595"/>
                    <a:pt x="7661" y="9504"/>
                  </a:cubicBezTo>
                  <a:lnTo>
                    <a:pt x="7661" y="7271"/>
                  </a:lnTo>
                  <a:cubicBezTo>
                    <a:pt x="7661" y="7180"/>
                    <a:pt x="7714" y="7093"/>
                    <a:pt x="7800" y="7050"/>
                  </a:cubicBezTo>
                  <a:lnTo>
                    <a:pt x="8171" y="6867"/>
                  </a:lnTo>
                  <a:lnTo>
                    <a:pt x="8493" y="7209"/>
                  </a:lnTo>
                  <a:cubicBezTo>
                    <a:pt x="8577" y="7293"/>
                    <a:pt x="8688" y="7335"/>
                    <a:pt x="8799" y="7335"/>
                  </a:cubicBezTo>
                  <a:cubicBezTo>
                    <a:pt x="8909" y="7335"/>
                    <a:pt x="9020" y="7293"/>
                    <a:pt x="9104" y="7209"/>
                  </a:cubicBezTo>
                  <a:lnTo>
                    <a:pt x="9441" y="6867"/>
                  </a:lnTo>
                  <a:lnTo>
                    <a:pt x="9812" y="7055"/>
                  </a:lnTo>
                  <a:cubicBezTo>
                    <a:pt x="9898" y="7093"/>
                    <a:pt x="9951" y="7180"/>
                    <a:pt x="9951" y="7276"/>
                  </a:cubicBezTo>
                  <a:lnTo>
                    <a:pt x="9951" y="9504"/>
                  </a:lnTo>
                  <a:cubicBezTo>
                    <a:pt x="9951" y="9600"/>
                    <a:pt x="9922" y="9692"/>
                    <a:pt x="9869" y="9769"/>
                  </a:cubicBezTo>
                  <a:lnTo>
                    <a:pt x="9648" y="10105"/>
                  </a:lnTo>
                  <a:cubicBezTo>
                    <a:pt x="9552" y="10250"/>
                    <a:pt x="9499" y="10418"/>
                    <a:pt x="9499" y="10596"/>
                  </a:cubicBezTo>
                  <a:lnTo>
                    <a:pt x="9499" y="11520"/>
                  </a:lnTo>
                  <a:cubicBezTo>
                    <a:pt x="9506" y="11650"/>
                    <a:pt x="9605" y="11715"/>
                    <a:pt x="9703" y="11715"/>
                  </a:cubicBezTo>
                  <a:cubicBezTo>
                    <a:pt x="9802" y="11715"/>
                    <a:pt x="9901" y="11650"/>
                    <a:pt x="9908" y="11520"/>
                  </a:cubicBezTo>
                  <a:lnTo>
                    <a:pt x="9908" y="10591"/>
                  </a:lnTo>
                  <a:cubicBezTo>
                    <a:pt x="9908" y="10500"/>
                    <a:pt x="9937" y="10409"/>
                    <a:pt x="9990" y="10332"/>
                  </a:cubicBezTo>
                  <a:lnTo>
                    <a:pt x="10211" y="9995"/>
                  </a:lnTo>
                  <a:cubicBezTo>
                    <a:pt x="10307" y="9846"/>
                    <a:pt x="10360" y="9677"/>
                    <a:pt x="10360" y="9504"/>
                  </a:cubicBezTo>
                  <a:lnTo>
                    <a:pt x="10360" y="7271"/>
                  </a:lnTo>
                  <a:cubicBezTo>
                    <a:pt x="10360" y="7026"/>
                    <a:pt x="10221" y="6795"/>
                    <a:pt x="9999" y="6684"/>
                  </a:cubicBezTo>
                  <a:lnTo>
                    <a:pt x="9470" y="6420"/>
                  </a:lnTo>
                  <a:cubicBezTo>
                    <a:pt x="9460" y="6420"/>
                    <a:pt x="9456" y="6410"/>
                    <a:pt x="9456" y="6400"/>
                  </a:cubicBezTo>
                  <a:lnTo>
                    <a:pt x="9456" y="6078"/>
                  </a:lnTo>
                  <a:cubicBezTo>
                    <a:pt x="9739" y="5866"/>
                    <a:pt x="9908" y="5539"/>
                    <a:pt x="9908" y="5183"/>
                  </a:cubicBezTo>
                  <a:lnTo>
                    <a:pt x="9908" y="4731"/>
                  </a:lnTo>
                  <a:cubicBezTo>
                    <a:pt x="9908" y="4413"/>
                    <a:pt x="9735" y="4115"/>
                    <a:pt x="9456" y="3961"/>
                  </a:cubicBezTo>
                  <a:lnTo>
                    <a:pt x="9456" y="3427"/>
                  </a:lnTo>
                  <a:cubicBezTo>
                    <a:pt x="9456" y="3331"/>
                    <a:pt x="9508" y="3244"/>
                    <a:pt x="9595" y="3205"/>
                  </a:cubicBezTo>
                  <a:lnTo>
                    <a:pt x="9966" y="3018"/>
                  </a:lnTo>
                  <a:lnTo>
                    <a:pt x="10302" y="3359"/>
                  </a:lnTo>
                  <a:cubicBezTo>
                    <a:pt x="10387" y="3444"/>
                    <a:pt x="10497" y="3486"/>
                    <a:pt x="10608" y="3486"/>
                  </a:cubicBezTo>
                  <a:cubicBezTo>
                    <a:pt x="10719" y="3486"/>
                    <a:pt x="10829" y="3444"/>
                    <a:pt x="10914" y="3359"/>
                  </a:cubicBezTo>
                  <a:lnTo>
                    <a:pt x="11250" y="3018"/>
                  </a:lnTo>
                  <a:lnTo>
                    <a:pt x="11626" y="3205"/>
                  </a:lnTo>
                  <a:cubicBezTo>
                    <a:pt x="11707" y="3249"/>
                    <a:pt x="11760" y="3331"/>
                    <a:pt x="11760" y="3427"/>
                  </a:cubicBezTo>
                  <a:lnTo>
                    <a:pt x="11760" y="3961"/>
                  </a:lnTo>
                  <a:cubicBezTo>
                    <a:pt x="11481" y="4115"/>
                    <a:pt x="11308" y="4408"/>
                    <a:pt x="11308" y="4731"/>
                  </a:cubicBezTo>
                  <a:lnTo>
                    <a:pt x="11308" y="5183"/>
                  </a:lnTo>
                  <a:cubicBezTo>
                    <a:pt x="11308" y="5534"/>
                    <a:pt x="11476" y="5866"/>
                    <a:pt x="11760" y="6073"/>
                  </a:cubicBezTo>
                  <a:lnTo>
                    <a:pt x="11760" y="6400"/>
                  </a:lnTo>
                  <a:cubicBezTo>
                    <a:pt x="11760" y="6405"/>
                    <a:pt x="11756" y="6415"/>
                    <a:pt x="11751" y="6420"/>
                  </a:cubicBezTo>
                  <a:lnTo>
                    <a:pt x="11221" y="6684"/>
                  </a:lnTo>
                  <a:cubicBezTo>
                    <a:pt x="10995" y="6795"/>
                    <a:pt x="10856" y="7021"/>
                    <a:pt x="10861" y="7271"/>
                  </a:cubicBezTo>
                  <a:lnTo>
                    <a:pt x="10861" y="9499"/>
                  </a:lnTo>
                  <a:cubicBezTo>
                    <a:pt x="10856" y="9677"/>
                    <a:pt x="10909" y="9846"/>
                    <a:pt x="11005" y="9990"/>
                  </a:cubicBezTo>
                  <a:lnTo>
                    <a:pt x="11231" y="10327"/>
                  </a:lnTo>
                  <a:cubicBezTo>
                    <a:pt x="11284" y="10404"/>
                    <a:pt x="11313" y="10495"/>
                    <a:pt x="11313" y="10591"/>
                  </a:cubicBezTo>
                  <a:lnTo>
                    <a:pt x="11313" y="11515"/>
                  </a:lnTo>
                  <a:cubicBezTo>
                    <a:pt x="11303" y="11660"/>
                    <a:pt x="11409" y="11732"/>
                    <a:pt x="11516" y="11732"/>
                  </a:cubicBezTo>
                  <a:cubicBezTo>
                    <a:pt x="11622" y="11732"/>
                    <a:pt x="11729" y="11660"/>
                    <a:pt x="11722" y="11515"/>
                  </a:cubicBezTo>
                  <a:lnTo>
                    <a:pt x="11722" y="10591"/>
                  </a:lnTo>
                  <a:cubicBezTo>
                    <a:pt x="11722" y="10418"/>
                    <a:pt x="11669" y="10250"/>
                    <a:pt x="11573" y="10101"/>
                  </a:cubicBezTo>
                  <a:lnTo>
                    <a:pt x="11347" y="9764"/>
                  </a:lnTo>
                  <a:cubicBezTo>
                    <a:pt x="11294" y="9687"/>
                    <a:pt x="11270" y="9595"/>
                    <a:pt x="11270" y="9504"/>
                  </a:cubicBezTo>
                  <a:lnTo>
                    <a:pt x="11270" y="7271"/>
                  </a:lnTo>
                  <a:cubicBezTo>
                    <a:pt x="11270" y="7180"/>
                    <a:pt x="11323" y="7093"/>
                    <a:pt x="11404" y="7050"/>
                  </a:cubicBezTo>
                  <a:lnTo>
                    <a:pt x="11775" y="6867"/>
                  </a:lnTo>
                  <a:lnTo>
                    <a:pt x="12116" y="7204"/>
                  </a:lnTo>
                  <a:cubicBezTo>
                    <a:pt x="12201" y="7288"/>
                    <a:pt x="12310" y="7330"/>
                    <a:pt x="12420" y="7330"/>
                  </a:cubicBezTo>
                  <a:cubicBezTo>
                    <a:pt x="12530" y="7330"/>
                    <a:pt x="12641" y="7288"/>
                    <a:pt x="12728" y="7204"/>
                  </a:cubicBezTo>
                  <a:lnTo>
                    <a:pt x="13064" y="6867"/>
                  </a:lnTo>
                  <a:lnTo>
                    <a:pt x="13435" y="7050"/>
                  </a:lnTo>
                  <a:cubicBezTo>
                    <a:pt x="13521" y="7093"/>
                    <a:pt x="13574" y="7180"/>
                    <a:pt x="13574" y="7271"/>
                  </a:cubicBezTo>
                  <a:lnTo>
                    <a:pt x="13574" y="9504"/>
                  </a:lnTo>
                  <a:cubicBezTo>
                    <a:pt x="13574" y="9595"/>
                    <a:pt x="13546" y="9687"/>
                    <a:pt x="13493" y="9764"/>
                  </a:cubicBezTo>
                  <a:lnTo>
                    <a:pt x="13271" y="10101"/>
                  </a:lnTo>
                  <a:cubicBezTo>
                    <a:pt x="13170" y="10250"/>
                    <a:pt x="13122" y="10418"/>
                    <a:pt x="13122" y="10591"/>
                  </a:cubicBezTo>
                  <a:lnTo>
                    <a:pt x="13122" y="11520"/>
                  </a:lnTo>
                  <a:cubicBezTo>
                    <a:pt x="13112" y="11664"/>
                    <a:pt x="13218" y="11737"/>
                    <a:pt x="13325" y="11737"/>
                  </a:cubicBezTo>
                  <a:cubicBezTo>
                    <a:pt x="13431" y="11737"/>
                    <a:pt x="13538" y="11664"/>
                    <a:pt x="13531" y="11520"/>
                  </a:cubicBezTo>
                  <a:lnTo>
                    <a:pt x="13531" y="10591"/>
                  </a:lnTo>
                  <a:cubicBezTo>
                    <a:pt x="13531" y="10500"/>
                    <a:pt x="13555" y="10409"/>
                    <a:pt x="13608" y="10332"/>
                  </a:cubicBezTo>
                  <a:lnTo>
                    <a:pt x="13834" y="9995"/>
                  </a:lnTo>
                  <a:cubicBezTo>
                    <a:pt x="13930" y="9846"/>
                    <a:pt x="13983" y="9677"/>
                    <a:pt x="13983" y="9504"/>
                  </a:cubicBezTo>
                  <a:lnTo>
                    <a:pt x="13983" y="7271"/>
                  </a:lnTo>
                  <a:cubicBezTo>
                    <a:pt x="13983" y="7026"/>
                    <a:pt x="13844" y="6795"/>
                    <a:pt x="13618" y="6684"/>
                  </a:cubicBezTo>
                  <a:lnTo>
                    <a:pt x="13088" y="6420"/>
                  </a:lnTo>
                  <a:cubicBezTo>
                    <a:pt x="13079" y="6420"/>
                    <a:pt x="13074" y="6410"/>
                    <a:pt x="13079" y="6400"/>
                  </a:cubicBezTo>
                  <a:lnTo>
                    <a:pt x="13079" y="6078"/>
                  </a:lnTo>
                  <a:cubicBezTo>
                    <a:pt x="13363" y="5866"/>
                    <a:pt x="13526" y="5539"/>
                    <a:pt x="13531" y="5183"/>
                  </a:cubicBezTo>
                  <a:lnTo>
                    <a:pt x="13531" y="4731"/>
                  </a:lnTo>
                  <a:cubicBezTo>
                    <a:pt x="13526" y="4245"/>
                    <a:pt x="13132" y="3850"/>
                    <a:pt x="12646" y="3850"/>
                  </a:cubicBezTo>
                  <a:lnTo>
                    <a:pt x="12169" y="3850"/>
                  </a:lnTo>
                  <a:lnTo>
                    <a:pt x="12169" y="3427"/>
                  </a:lnTo>
                  <a:cubicBezTo>
                    <a:pt x="12174" y="3177"/>
                    <a:pt x="12035" y="2950"/>
                    <a:pt x="11809" y="2840"/>
                  </a:cubicBezTo>
                  <a:lnTo>
                    <a:pt x="11279" y="2575"/>
                  </a:lnTo>
                  <a:cubicBezTo>
                    <a:pt x="11274" y="2570"/>
                    <a:pt x="11270" y="2565"/>
                    <a:pt x="11270" y="2556"/>
                  </a:cubicBezTo>
                  <a:lnTo>
                    <a:pt x="11270" y="2233"/>
                  </a:lnTo>
                  <a:cubicBezTo>
                    <a:pt x="11553" y="2022"/>
                    <a:pt x="11722" y="1690"/>
                    <a:pt x="11722" y="1338"/>
                  </a:cubicBezTo>
                  <a:lnTo>
                    <a:pt x="11722" y="886"/>
                  </a:lnTo>
                  <a:cubicBezTo>
                    <a:pt x="11722" y="400"/>
                    <a:pt x="11323" y="6"/>
                    <a:pt x="10837" y="1"/>
                  </a:cubicBezTo>
                  <a:lnTo>
                    <a:pt x="10384" y="1"/>
                  </a:lnTo>
                  <a:cubicBezTo>
                    <a:pt x="9898" y="6"/>
                    <a:pt x="9504" y="400"/>
                    <a:pt x="9504" y="886"/>
                  </a:cubicBezTo>
                  <a:lnTo>
                    <a:pt x="9504" y="1338"/>
                  </a:lnTo>
                  <a:cubicBezTo>
                    <a:pt x="9504" y="1690"/>
                    <a:pt x="9667" y="2022"/>
                    <a:pt x="9956" y="2233"/>
                  </a:cubicBezTo>
                  <a:lnTo>
                    <a:pt x="9956" y="2556"/>
                  </a:lnTo>
                  <a:cubicBezTo>
                    <a:pt x="9956" y="2565"/>
                    <a:pt x="9951" y="2570"/>
                    <a:pt x="9942" y="2575"/>
                  </a:cubicBezTo>
                  <a:lnTo>
                    <a:pt x="9412" y="2840"/>
                  </a:lnTo>
                  <a:cubicBezTo>
                    <a:pt x="9191" y="2950"/>
                    <a:pt x="9051" y="3177"/>
                    <a:pt x="9051" y="3427"/>
                  </a:cubicBezTo>
                  <a:lnTo>
                    <a:pt x="9051" y="3850"/>
                  </a:lnTo>
                  <a:lnTo>
                    <a:pt x="8556" y="3850"/>
                  </a:lnTo>
                  <a:lnTo>
                    <a:pt x="8556" y="3427"/>
                  </a:lnTo>
                  <a:cubicBezTo>
                    <a:pt x="8556" y="3177"/>
                    <a:pt x="8416" y="2950"/>
                    <a:pt x="8195" y="2840"/>
                  </a:cubicBezTo>
                  <a:lnTo>
                    <a:pt x="7661" y="2575"/>
                  </a:lnTo>
                  <a:cubicBezTo>
                    <a:pt x="7656" y="2570"/>
                    <a:pt x="7651" y="2565"/>
                    <a:pt x="7651" y="2556"/>
                  </a:cubicBezTo>
                  <a:lnTo>
                    <a:pt x="7651" y="2233"/>
                  </a:lnTo>
                  <a:cubicBezTo>
                    <a:pt x="7935" y="2022"/>
                    <a:pt x="8103" y="1690"/>
                    <a:pt x="8103" y="1338"/>
                  </a:cubicBezTo>
                  <a:lnTo>
                    <a:pt x="8103" y="886"/>
                  </a:lnTo>
                  <a:cubicBezTo>
                    <a:pt x="8103" y="400"/>
                    <a:pt x="7709" y="6"/>
                    <a:pt x="7218" y="1"/>
                  </a:cubicBezTo>
                  <a:lnTo>
                    <a:pt x="6766" y="1"/>
                  </a:lnTo>
                  <a:cubicBezTo>
                    <a:pt x="6280" y="6"/>
                    <a:pt x="5885" y="400"/>
                    <a:pt x="5885" y="886"/>
                  </a:cubicBezTo>
                  <a:lnTo>
                    <a:pt x="5885" y="1338"/>
                  </a:lnTo>
                  <a:cubicBezTo>
                    <a:pt x="5885" y="1690"/>
                    <a:pt x="6054" y="2022"/>
                    <a:pt x="6338" y="2233"/>
                  </a:cubicBezTo>
                  <a:lnTo>
                    <a:pt x="6338" y="2556"/>
                  </a:lnTo>
                  <a:cubicBezTo>
                    <a:pt x="6338" y="2565"/>
                    <a:pt x="6333" y="2570"/>
                    <a:pt x="6323" y="2575"/>
                  </a:cubicBezTo>
                  <a:lnTo>
                    <a:pt x="5794" y="2840"/>
                  </a:lnTo>
                  <a:cubicBezTo>
                    <a:pt x="5572" y="2950"/>
                    <a:pt x="5433" y="3177"/>
                    <a:pt x="5433" y="3427"/>
                  </a:cubicBezTo>
                  <a:lnTo>
                    <a:pt x="5433" y="3850"/>
                  </a:lnTo>
                  <a:lnTo>
                    <a:pt x="4937" y="3850"/>
                  </a:lnTo>
                  <a:lnTo>
                    <a:pt x="4937" y="3427"/>
                  </a:lnTo>
                  <a:cubicBezTo>
                    <a:pt x="4937" y="3177"/>
                    <a:pt x="4798" y="2950"/>
                    <a:pt x="4576" y="2840"/>
                  </a:cubicBezTo>
                  <a:lnTo>
                    <a:pt x="4047" y="2575"/>
                  </a:lnTo>
                  <a:cubicBezTo>
                    <a:pt x="4038" y="2570"/>
                    <a:pt x="4033" y="2565"/>
                    <a:pt x="4038" y="2556"/>
                  </a:cubicBezTo>
                  <a:lnTo>
                    <a:pt x="4038" y="2233"/>
                  </a:lnTo>
                  <a:cubicBezTo>
                    <a:pt x="4321" y="2022"/>
                    <a:pt x="4485" y="1690"/>
                    <a:pt x="4490" y="1338"/>
                  </a:cubicBezTo>
                  <a:lnTo>
                    <a:pt x="4490" y="886"/>
                  </a:lnTo>
                  <a:cubicBezTo>
                    <a:pt x="4485" y="400"/>
                    <a:pt x="4090" y="6"/>
                    <a:pt x="3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7" name="Google Shape;15777;p87"/>
          <p:cNvGrpSpPr/>
          <p:nvPr/>
        </p:nvGrpSpPr>
        <p:grpSpPr>
          <a:xfrm>
            <a:off x="5359818" y="1996466"/>
            <a:ext cx="361835" cy="356432"/>
            <a:chOff x="5359818" y="1996466"/>
            <a:chExt cx="361835" cy="356432"/>
          </a:xfrm>
        </p:grpSpPr>
        <p:sp>
          <p:nvSpPr>
            <p:cNvPr id="15778" name="Google Shape;15778;p87"/>
            <p:cNvSpPr/>
            <p:nvPr/>
          </p:nvSpPr>
          <p:spPr>
            <a:xfrm>
              <a:off x="5370309" y="2153097"/>
              <a:ext cx="93160" cy="103651"/>
            </a:xfrm>
            <a:custGeom>
              <a:rect b="b" l="l" r="r" t="t"/>
              <a:pathLst>
                <a:path extrusionOk="0" h="3952" w="3552">
                  <a:moveTo>
                    <a:pt x="1035" y="1"/>
                  </a:moveTo>
                  <a:cubicBezTo>
                    <a:pt x="924" y="1"/>
                    <a:pt x="837" y="87"/>
                    <a:pt x="837" y="198"/>
                  </a:cubicBezTo>
                  <a:lnTo>
                    <a:pt x="837" y="1492"/>
                  </a:lnTo>
                  <a:cubicBezTo>
                    <a:pt x="837" y="1502"/>
                    <a:pt x="837" y="1507"/>
                    <a:pt x="837" y="1516"/>
                  </a:cubicBezTo>
                  <a:lnTo>
                    <a:pt x="837" y="1521"/>
                  </a:lnTo>
                  <a:cubicBezTo>
                    <a:pt x="837" y="1531"/>
                    <a:pt x="833" y="1536"/>
                    <a:pt x="833" y="1540"/>
                  </a:cubicBezTo>
                  <a:cubicBezTo>
                    <a:pt x="833" y="1550"/>
                    <a:pt x="828" y="1555"/>
                    <a:pt x="823" y="1564"/>
                  </a:cubicBezTo>
                  <a:cubicBezTo>
                    <a:pt x="823" y="1574"/>
                    <a:pt x="818" y="1579"/>
                    <a:pt x="813" y="1584"/>
                  </a:cubicBezTo>
                  <a:lnTo>
                    <a:pt x="813" y="1588"/>
                  </a:lnTo>
                  <a:cubicBezTo>
                    <a:pt x="813" y="1593"/>
                    <a:pt x="809" y="1598"/>
                    <a:pt x="804" y="1603"/>
                  </a:cubicBezTo>
                  <a:lnTo>
                    <a:pt x="799" y="1608"/>
                  </a:lnTo>
                  <a:lnTo>
                    <a:pt x="784" y="1622"/>
                  </a:lnTo>
                  <a:lnTo>
                    <a:pt x="765" y="1637"/>
                  </a:lnTo>
                  <a:lnTo>
                    <a:pt x="760" y="1637"/>
                  </a:lnTo>
                  <a:lnTo>
                    <a:pt x="741" y="1646"/>
                  </a:lnTo>
                  <a:cubicBezTo>
                    <a:pt x="718" y="1656"/>
                    <a:pt x="695" y="1660"/>
                    <a:pt x="672" y="1660"/>
                  </a:cubicBezTo>
                  <a:cubicBezTo>
                    <a:pt x="581" y="1660"/>
                    <a:pt x="501" y="1588"/>
                    <a:pt x="501" y="1487"/>
                  </a:cubicBezTo>
                  <a:lnTo>
                    <a:pt x="501" y="1223"/>
                  </a:lnTo>
                  <a:lnTo>
                    <a:pt x="703" y="1179"/>
                  </a:lnTo>
                  <a:lnTo>
                    <a:pt x="438" y="1146"/>
                  </a:lnTo>
                  <a:lnTo>
                    <a:pt x="395" y="1141"/>
                  </a:lnTo>
                  <a:lnTo>
                    <a:pt x="255" y="1141"/>
                  </a:lnTo>
                  <a:lnTo>
                    <a:pt x="236" y="1146"/>
                  </a:lnTo>
                  <a:lnTo>
                    <a:pt x="221" y="1151"/>
                  </a:lnTo>
                  <a:lnTo>
                    <a:pt x="202" y="1155"/>
                  </a:lnTo>
                  <a:lnTo>
                    <a:pt x="188" y="1165"/>
                  </a:lnTo>
                  <a:lnTo>
                    <a:pt x="173" y="1170"/>
                  </a:lnTo>
                  <a:cubicBezTo>
                    <a:pt x="169" y="1175"/>
                    <a:pt x="159" y="1179"/>
                    <a:pt x="149" y="1189"/>
                  </a:cubicBezTo>
                  <a:cubicBezTo>
                    <a:pt x="0" y="1314"/>
                    <a:pt x="24" y="1733"/>
                    <a:pt x="48" y="2103"/>
                  </a:cubicBezTo>
                  <a:cubicBezTo>
                    <a:pt x="77" y="2623"/>
                    <a:pt x="630" y="3138"/>
                    <a:pt x="837" y="3297"/>
                  </a:cubicBezTo>
                  <a:cubicBezTo>
                    <a:pt x="881" y="3330"/>
                    <a:pt x="905" y="3378"/>
                    <a:pt x="905" y="3436"/>
                  </a:cubicBezTo>
                  <a:lnTo>
                    <a:pt x="905" y="3951"/>
                  </a:lnTo>
                  <a:lnTo>
                    <a:pt x="3065" y="3951"/>
                  </a:lnTo>
                  <a:lnTo>
                    <a:pt x="3065" y="3234"/>
                  </a:lnTo>
                  <a:cubicBezTo>
                    <a:pt x="3065" y="3181"/>
                    <a:pt x="3089" y="3133"/>
                    <a:pt x="3128" y="3104"/>
                  </a:cubicBezTo>
                  <a:cubicBezTo>
                    <a:pt x="3527" y="2763"/>
                    <a:pt x="3551" y="1997"/>
                    <a:pt x="3527" y="1733"/>
                  </a:cubicBezTo>
                  <a:cubicBezTo>
                    <a:pt x="3518" y="1728"/>
                    <a:pt x="3518" y="1723"/>
                    <a:pt x="3518" y="1718"/>
                  </a:cubicBezTo>
                  <a:lnTo>
                    <a:pt x="3518" y="703"/>
                  </a:lnTo>
                  <a:cubicBezTo>
                    <a:pt x="3513" y="655"/>
                    <a:pt x="3498" y="612"/>
                    <a:pt x="3469" y="578"/>
                  </a:cubicBezTo>
                  <a:lnTo>
                    <a:pt x="3479" y="568"/>
                  </a:lnTo>
                  <a:lnTo>
                    <a:pt x="3426" y="540"/>
                  </a:lnTo>
                  <a:cubicBezTo>
                    <a:pt x="3402" y="520"/>
                    <a:pt x="3373" y="511"/>
                    <a:pt x="3344" y="506"/>
                  </a:cubicBezTo>
                  <a:lnTo>
                    <a:pt x="3296" y="506"/>
                  </a:lnTo>
                  <a:cubicBezTo>
                    <a:pt x="3186" y="506"/>
                    <a:pt x="3099" y="597"/>
                    <a:pt x="3099" y="708"/>
                  </a:cubicBezTo>
                  <a:lnTo>
                    <a:pt x="3099" y="1141"/>
                  </a:lnTo>
                  <a:cubicBezTo>
                    <a:pt x="3099" y="1146"/>
                    <a:pt x="3099" y="1155"/>
                    <a:pt x="3099" y="1160"/>
                  </a:cubicBezTo>
                  <a:lnTo>
                    <a:pt x="3099" y="1165"/>
                  </a:lnTo>
                  <a:cubicBezTo>
                    <a:pt x="3094" y="1175"/>
                    <a:pt x="3094" y="1179"/>
                    <a:pt x="3094" y="1189"/>
                  </a:cubicBezTo>
                  <a:cubicBezTo>
                    <a:pt x="3089" y="1194"/>
                    <a:pt x="3089" y="1199"/>
                    <a:pt x="3084" y="1208"/>
                  </a:cubicBezTo>
                  <a:lnTo>
                    <a:pt x="3084" y="1213"/>
                  </a:lnTo>
                  <a:cubicBezTo>
                    <a:pt x="3084" y="1218"/>
                    <a:pt x="3080" y="1223"/>
                    <a:pt x="3075" y="1228"/>
                  </a:cubicBezTo>
                  <a:lnTo>
                    <a:pt x="3075" y="1232"/>
                  </a:lnTo>
                  <a:cubicBezTo>
                    <a:pt x="3070" y="1237"/>
                    <a:pt x="3070" y="1242"/>
                    <a:pt x="3065" y="1247"/>
                  </a:cubicBezTo>
                  <a:lnTo>
                    <a:pt x="3060" y="1252"/>
                  </a:lnTo>
                  <a:lnTo>
                    <a:pt x="3046" y="1266"/>
                  </a:lnTo>
                  <a:lnTo>
                    <a:pt x="3041" y="1271"/>
                  </a:lnTo>
                  <a:cubicBezTo>
                    <a:pt x="3036" y="1276"/>
                    <a:pt x="3032" y="1276"/>
                    <a:pt x="3027" y="1281"/>
                  </a:cubicBezTo>
                  <a:lnTo>
                    <a:pt x="3022" y="1281"/>
                  </a:lnTo>
                  <a:lnTo>
                    <a:pt x="3003" y="1290"/>
                  </a:lnTo>
                  <a:lnTo>
                    <a:pt x="2998" y="1290"/>
                  </a:lnTo>
                  <a:cubicBezTo>
                    <a:pt x="2974" y="1301"/>
                    <a:pt x="2950" y="1306"/>
                    <a:pt x="2927" y="1306"/>
                  </a:cubicBezTo>
                  <a:cubicBezTo>
                    <a:pt x="2836" y="1306"/>
                    <a:pt x="2757" y="1231"/>
                    <a:pt x="2757" y="1131"/>
                  </a:cubicBezTo>
                  <a:lnTo>
                    <a:pt x="2757" y="549"/>
                  </a:lnTo>
                  <a:cubicBezTo>
                    <a:pt x="2757" y="501"/>
                    <a:pt x="2743" y="458"/>
                    <a:pt x="2709" y="419"/>
                  </a:cubicBezTo>
                  <a:lnTo>
                    <a:pt x="2724" y="414"/>
                  </a:lnTo>
                  <a:lnTo>
                    <a:pt x="2671" y="386"/>
                  </a:lnTo>
                  <a:cubicBezTo>
                    <a:pt x="2642" y="366"/>
                    <a:pt x="2618" y="357"/>
                    <a:pt x="2584" y="352"/>
                  </a:cubicBezTo>
                  <a:lnTo>
                    <a:pt x="2536" y="352"/>
                  </a:lnTo>
                  <a:cubicBezTo>
                    <a:pt x="2464" y="352"/>
                    <a:pt x="2396" y="395"/>
                    <a:pt x="2363" y="463"/>
                  </a:cubicBezTo>
                  <a:lnTo>
                    <a:pt x="2358" y="472"/>
                  </a:lnTo>
                  <a:lnTo>
                    <a:pt x="2358" y="1030"/>
                  </a:lnTo>
                  <a:cubicBezTo>
                    <a:pt x="2358" y="1040"/>
                    <a:pt x="2358" y="1045"/>
                    <a:pt x="2358" y="1054"/>
                  </a:cubicBezTo>
                  <a:lnTo>
                    <a:pt x="2358" y="1059"/>
                  </a:lnTo>
                  <a:cubicBezTo>
                    <a:pt x="2353" y="1064"/>
                    <a:pt x="2353" y="1074"/>
                    <a:pt x="2353" y="1078"/>
                  </a:cubicBezTo>
                  <a:cubicBezTo>
                    <a:pt x="2348" y="1083"/>
                    <a:pt x="2348" y="1093"/>
                    <a:pt x="2343" y="1098"/>
                  </a:cubicBezTo>
                  <a:lnTo>
                    <a:pt x="2343" y="1103"/>
                  </a:lnTo>
                  <a:cubicBezTo>
                    <a:pt x="2343" y="1112"/>
                    <a:pt x="2339" y="1117"/>
                    <a:pt x="2334" y="1122"/>
                  </a:cubicBezTo>
                  <a:cubicBezTo>
                    <a:pt x="2329" y="1131"/>
                    <a:pt x="2324" y="1136"/>
                    <a:pt x="2319" y="1141"/>
                  </a:cubicBezTo>
                  <a:lnTo>
                    <a:pt x="2319" y="1146"/>
                  </a:lnTo>
                  <a:lnTo>
                    <a:pt x="2305" y="1155"/>
                  </a:lnTo>
                  <a:lnTo>
                    <a:pt x="2300" y="1160"/>
                  </a:lnTo>
                  <a:lnTo>
                    <a:pt x="2286" y="1175"/>
                  </a:lnTo>
                  <a:lnTo>
                    <a:pt x="2281" y="1175"/>
                  </a:lnTo>
                  <a:lnTo>
                    <a:pt x="2262" y="1184"/>
                  </a:lnTo>
                  <a:cubicBezTo>
                    <a:pt x="2240" y="1194"/>
                    <a:pt x="2217" y="1198"/>
                    <a:pt x="2195" y="1198"/>
                  </a:cubicBezTo>
                  <a:cubicBezTo>
                    <a:pt x="2103" y="1198"/>
                    <a:pt x="2021" y="1122"/>
                    <a:pt x="2021" y="1021"/>
                  </a:cubicBezTo>
                  <a:lnTo>
                    <a:pt x="2021" y="414"/>
                  </a:lnTo>
                  <a:cubicBezTo>
                    <a:pt x="2021" y="366"/>
                    <a:pt x="2002" y="318"/>
                    <a:pt x="1973" y="285"/>
                  </a:cubicBezTo>
                  <a:lnTo>
                    <a:pt x="1983" y="280"/>
                  </a:lnTo>
                  <a:lnTo>
                    <a:pt x="1930" y="246"/>
                  </a:lnTo>
                  <a:cubicBezTo>
                    <a:pt x="1906" y="232"/>
                    <a:pt x="1877" y="222"/>
                    <a:pt x="1848" y="217"/>
                  </a:cubicBezTo>
                  <a:lnTo>
                    <a:pt x="1800" y="217"/>
                  </a:lnTo>
                  <a:cubicBezTo>
                    <a:pt x="1728" y="217"/>
                    <a:pt x="1660" y="256"/>
                    <a:pt x="1626" y="323"/>
                  </a:cubicBezTo>
                  <a:lnTo>
                    <a:pt x="1622" y="333"/>
                  </a:lnTo>
                  <a:lnTo>
                    <a:pt x="1622" y="1030"/>
                  </a:lnTo>
                  <a:cubicBezTo>
                    <a:pt x="1622" y="1040"/>
                    <a:pt x="1622" y="1045"/>
                    <a:pt x="1622" y="1054"/>
                  </a:cubicBezTo>
                  <a:lnTo>
                    <a:pt x="1622" y="1059"/>
                  </a:lnTo>
                  <a:cubicBezTo>
                    <a:pt x="1622" y="1064"/>
                    <a:pt x="1617" y="1074"/>
                    <a:pt x="1617" y="1078"/>
                  </a:cubicBezTo>
                  <a:cubicBezTo>
                    <a:pt x="1612" y="1083"/>
                    <a:pt x="1612" y="1093"/>
                    <a:pt x="1607" y="1098"/>
                  </a:cubicBezTo>
                  <a:lnTo>
                    <a:pt x="1607" y="1103"/>
                  </a:lnTo>
                  <a:cubicBezTo>
                    <a:pt x="1607" y="1112"/>
                    <a:pt x="1602" y="1117"/>
                    <a:pt x="1598" y="1122"/>
                  </a:cubicBezTo>
                  <a:cubicBezTo>
                    <a:pt x="1598" y="1131"/>
                    <a:pt x="1593" y="1136"/>
                    <a:pt x="1588" y="1141"/>
                  </a:cubicBezTo>
                  <a:lnTo>
                    <a:pt x="1583" y="1146"/>
                  </a:lnTo>
                  <a:lnTo>
                    <a:pt x="1569" y="1155"/>
                  </a:lnTo>
                  <a:lnTo>
                    <a:pt x="1564" y="1160"/>
                  </a:lnTo>
                  <a:lnTo>
                    <a:pt x="1550" y="1175"/>
                  </a:lnTo>
                  <a:lnTo>
                    <a:pt x="1545" y="1175"/>
                  </a:lnTo>
                  <a:lnTo>
                    <a:pt x="1525" y="1184"/>
                  </a:lnTo>
                  <a:cubicBezTo>
                    <a:pt x="1503" y="1194"/>
                    <a:pt x="1481" y="1198"/>
                    <a:pt x="1459" y="1198"/>
                  </a:cubicBezTo>
                  <a:cubicBezTo>
                    <a:pt x="1367" y="1198"/>
                    <a:pt x="1285" y="1122"/>
                    <a:pt x="1285" y="1021"/>
                  </a:cubicBezTo>
                  <a:lnTo>
                    <a:pt x="1285" y="198"/>
                  </a:lnTo>
                  <a:cubicBezTo>
                    <a:pt x="1285" y="150"/>
                    <a:pt x="1270" y="106"/>
                    <a:pt x="1237" y="68"/>
                  </a:cubicBezTo>
                  <a:lnTo>
                    <a:pt x="1251" y="63"/>
                  </a:lnTo>
                  <a:lnTo>
                    <a:pt x="1198" y="34"/>
                  </a:lnTo>
                  <a:cubicBezTo>
                    <a:pt x="1174" y="15"/>
                    <a:pt x="1145" y="5"/>
                    <a:pt x="11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87"/>
            <p:cNvSpPr/>
            <p:nvPr/>
          </p:nvSpPr>
          <p:spPr>
            <a:xfrm>
              <a:off x="5502941" y="2010576"/>
              <a:ext cx="100346" cy="118837"/>
            </a:xfrm>
            <a:custGeom>
              <a:rect b="b" l="l" r="r" t="t"/>
              <a:pathLst>
                <a:path extrusionOk="0" h="4531" w="3826">
                  <a:moveTo>
                    <a:pt x="1515" y="0"/>
                  </a:moveTo>
                  <a:cubicBezTo>
                    <a:pt x="1479" y="0"/>
                    <a:pt x="1445" y="11"/>
                    <a:pt x="1415" y="31"/>
                  </a:cubicBezTo>
                  <a:cubicBezTo>
                    <a:pt x="1367" y="55"/>
                    <a:pt x="1338" y="98"/>
                    <a:pt x="1323" y="151"/>
                  </a:cubicBezTo>
                  <a:lnTo>
                    <a:pt x="939" y="1585"/>
                  </a:lnTo>
                  <a:cubicBezTo>
                    <a:pt x="934" y="1595"/>
                    <a:pt x="934" y="1604"/>
                    <a:pt x="929" y="1609"/>
                  </a:cubicBezTo>
                  <a:lnTo>
                    <a:pt x="929" y="1619"/>
                  </a:lnTo>
                  <a:cubicBezTo>
                    <a:pt x="924" y="1624"/>
                    <a:pt x="919" y="1633"/>
                    <a:pt x="914" y="1638"/>
                  </a:cubicBezTo>
                  <a:cubicBezTo>
                    <a:pt x="910" y="1643"/>
                    <a:pt x="905" y="1653"/>
                    <a:pt x="900" y="1657"/>
                  </a:cubicBezTo>
                  <a:lnTo>
                    <a:pt x="895" y="1662"/>
                  </a:lnTo>
                  <a:lnTo>
                    <a:pt x="881" y="1677"/>
                  </a:lnTo>
                  <a:lnTo>
                    <a:pt x="876" y="1681"/>
                  </a:lnTo>
                  <a:cubicBezTo>
                    <a:pt x="871" y="1686"/>
                    <a:pt x="866" y="1686"/>
                    <a:pt x="857" y="1691"/>
                  </a:cubicBezTo>
                  <a:lnTo>
                    <a:pt x="847" y="1696"/>
                  </a:lnTo>
                  <a:cubicBezTo>
                    <a:pt x="822" y="1709"/>
                    <a:pt x="795" y="1716"/>
                    <a:pt x="769" y="1716"/>
                  </a:cubicBezTo>
                  <a:cubicBezTo>
                    <a:pt x="700" y="1716"/>
                    <a:pt x="634" y="1673"/>
                    <a:pt x="607" y="1600"/>
                  </a:cubicBezTo>
                  <a:lnTo>
                    <a:pt x="602" y="1585"/>
                  </a:lnTo>
                  <a:lnTo>
                    <a:pt x="380" y="1494"/>
                  </a:lnTo>
                  <a:lnTo>
                    <a:pt x="149" y="1393"/>
                  </a:lnTo>
                  <a:lnTo>
                    <a:pt x="135" y="1441"/>
                  </a:lnTo>
                  <a:cubicBezTo>
                    <a:pt x="82" y="1624"/>
                    <a:pt x="44" y="1811"/>
                    <a:pt x="15" y="2004"/>
                  </a:cubicBezTo>
                  <a:cubicBezTo>
                    <a:pt x="5" y="2062"/>
                    <a:pt x="0" y="2119"/>
                    <a:pt x="5" y="2177"/>
                  </a:cubicBezTo>
                  <a:cubicBezTo>
                    <a:pt x="15" y="2687"/>
                    <a:pt x="409" y="3212"/>
                    <a:pt x="491" y="3322"/>
                  </a:cubicBezTo>
                  <a:lnTo>
                    <a:pt x="510" y="3342"/>
                  </a:lnTo>
                  <a:cubicBezTo>
                    <a:pt x="534" y="3370"/>
                    <a:pt x="549" y="3409"/>
                    <a:pt x="549" y="3452"/>
                  </a:cubicBezTo>
                  <a:lnTo>
                    <a:pt x="549" y="4530"/>
                  </a:lnTo>
                  <a:lnTo>
                    <a:pt x="2685" y="4530"/>
                  </a:lnTo>
                  <a:lnTo>
                    <a:pt x="2685" y="3827"/>
                  </a:lnTo>
                  <a:cubicBezTo>
                    <a:pt x="2685" y="3760"/>
                    <a:pt x="2724" y="3702"/>
                    <a:pt x="2781" y="3674"/>
                  </a:cubicBezTo>
                  <a:cubicBezTo>
                    <a:pt x="3344" y="3385"/>
                    <a:pt x="3484" y="2442"/>
                    <a:pt x="3484" y="2432"/>
                  </a:cubicBezTo>
                  <a:cubicBezTo>
                    <a:pt x="3489" y="2427"/>
                    <a:pt x="3489" y="2418"/>
                    <a:pt x="3489" y="2413"/>
                  </a:cubicBezTo>
                  <a:lnTo>
                    <a:pt x="3811" y="1253"/>
                  </a:lnTo>
                  <a:cubicBezTo>
                    <a:pt x="3826" y="1191"/>
                    <a:pt x="3806" y="1128"/>
                    <a:pt x="3763" y="1080"/>
                  </a:cubicBezTo>
                  <a:lnTo>
                    <a:pt x="3773" y="1075"/>
                  </a:lnTo>
                  <a:lnTo>
                    <a:pt x="3715" y="1042"/>
                  </a:lnTo>
                  <a:cubicBezTo>
                    <a:pt x="3696" y="1032"/>
                    <a:pt x="3676" y="1027"/>
                    <a:pt x="3657" y="1022"/>
                  </a:cubicBezTo>
                  <a:lnTo>
                    <a:pt x="3638" y="1017"/>
                  </a:lnTo>
                  <a:cubicBezTo>
                    <a:pt x="3621" y="1013"/>
                    <a:pt x="3603" y="1011"/>
                    <a:pt x="3587" y="1011"/>
                  </a:cubicBezTo>
                  <a:cubicBezTo>
                    <a:pt x="3496" y="1011"/>
                    <a:pt x="3418" y="1073"/>
                    <a:pt x="3397" y="1167"/>
                  </a:cubicBezTo>
                  <a:lnTo>
                    <a:pt x="3205" y="1768"/>
                  </a:lnTo>
                  <a:cubicBezTo>
                    <a:pt x="3205" y="1778"/>
                    <a:pt x="3200" y="1783"/>
                    <a:pt x="3195" y="1792"/>
                  </a:cubicBezTo>
                  <a:lnTo>
                    <a:pt x="3195" y="1802"/>
                  </a:lnTo>
                  <a:lnTo>
                    <a:pt x="3186" y="1811"/>
                  </a:lnTo>
                  <a:cubicBezTo>
                    <a:pt x="3166" y="1840"/>
                    <a:pt x="3142" y="1864"/>
                    <a:pt x="3109" y="1874"/>
                  </a:cubicBezTo>
                  <a:lnTo>
                    <a:pt x="3094" y="1884"/>
                  </a:lnTo>
                  <a:cubicBezTo>
                    <a:pt x="3077" y="1888"/>
                    <a:pt x="3059" y="1891"/>
                    <a:pt x="3041" y="1891"/>
                  </a:cubicBezTo>
                  <a:cubicBezTo>
                    <a:pt x="3023" y="1891"/>
                    <a:pt x="3005" y="1888"/>
                    <a:pt x="2988" y="1884"/>
                  </a:cubicBezTo>
                  <a:cubicBezTo>
                    <a:pt x="2897" y="1855"/>
                    <a:pt x="2849" y="1758"/>
                    <a:pt x="2878" y="1667"/>
                  </a:cubicBezTo>
                  <a:lnTo>
                    <a:pt x="3061" y="1080"/>
                  </a:lnTo>
                  <a:lnTo>
                    <a:pt x="3094" y="936"/>
                  </a:lnTo>
                  <a:cubicBezTo>
                    <a:pt x="3109" y="873"/>
                    <a:pt x="3094" y="806"/>
                    <a:pt x="3046" y="758"/>
                  </a:cubicBezTo>
                  <a:lnTo>
                    <a:pt x="3061" y="748"/>
                  </a:lnTo>
                  <a:lnTo>
                    <a:pt x="2993" y="714"/>
                  </a:lnTo>
                  <a:lnTo>
                    <a:pt x="2974" y="705"/>
                  </a:lnTo>
                  <a:lnTo>
                    <a:pt x="2950" y="700"/>
                  </a:lnTo>
                  <a:lnTo>
                    <a:pt x="2931" y="695"/>
                  </a:lnTo>
                  <a:cubicBezTo>
                    <a:pt x="2914" y="691"/>
                    <a:pt x="2897" y="689"/>
                    <a:pt x="2881" y="689"/>
                  </a:cubicBezTo>
                  <a:cubicBezTo>
                    <a:pt x="2818" y="689"/>
                    <a:pt x="2762" y="718"/>
                    <a:pt x="2724" y="767"/>
                  </a:cubicBezTo>
                  <a:lnTo>
                    <a:pt x="2719" y="777"/>
                  </a:lnTo>
                  <a:lnTo>
                    <a:pt x="2507" y="1489"/>
                  </a:lnTo>
                  <a:cubicBezTo>
                    <a:pt x="2502" y="1499"/>
                    <a:pt x="2502" y="1503"/>
                    <a:pt x="2498" y="1513"/>
                  </a:cubicBezTo>
                  <a:lnTo>
                    <a:pt x="2498" y="1518"/>
                  </a:lnTo>
                  <a:cubicBezTo>
                    <a:pt x="2493" y="1527"/>
                    <a:pt x="2493" y="1532"/>
                    <a:pt x="2488" y="1537"/>
                  </a:cubicBezTo>
                  <a:lnTo>
                    <a:pt x="2488" y="1542"/>
                  </a:lnTo>
                  <a:cubicBezTo>
                    <a:pt x="2483" y="1547"/>
                    <a:pt x="2478" y="1552"/>
                    <a:pt x="2474" y="1556"/>
                  </a:cubicBezTo>
                  <a:lnTo>
                    <a:pt x="2469" y="1566"/>
                  </a:lnTo>
                  <a:lnTo>
                    <a:pt x="2459" y="1571"/>
                  </a:lnTo>
                  <a:cubicBezTo>
                    <a:pt x="2445" y="1585"/>
                    <a:pt x="2430" y="1590"/>
                    <a:pt x="2416" y="1600"/>
                  </a:cubicBezTo>
                  <a:cubicBezTo>
                    <a:pt x="2392" y="1609"/>
                    <a:pt x="2372" y="1614"/>
                    <a:pt x="2348" y="1614"/>
                  </a:cubicBezTo>
                  <a:cubicBezTo>
                    <a:pt x="2233" y="1614"/>
                    <a:pt x="2146" y="1503"/>
                    <a:pt x="2180" y="1393"/>
                  </a:cubicBezTo>
                  <a:lnTo>
                    <a:pt x="2406" y="628"/>
                  </a:lnTo>
                  <a:cubicBezTo>
                    <a:pt x="2421" y="565"/>
                    <a:pt x="2406" y="498"/>
                    <a:pt x="2363" y="450"/>
                  </a:cubicBezTo>
                  <a:lnTo>
                    <a:pt x="2372" y="445"/>
                  </a:lnTo>
                  <a:lnTo>
                    <a:pt x="2315" y="416"/>
                  </a:lnTo>
                  <a:cubicBezTo>
                    <a:pt x="2300" y="406"/>
                    <a:pt x="2281" y="397"/>
                    <a:pt x="2262" y="392"/>
                  </a:cubicBezTo>
                  <a:lnTo>
                    <a:pt x="2238" y="387"/>
                  </a:lnTo>
                  <a:cubicBezTo>
                    <a:pt x="2223" y="383"/>
                    <a:pt x="2207" y="381"/>
                    <a:pt x="2192" y="381"/>
                  </a:cubicBezTo>
                  <a:cubicBezTo>
                    <a:pt x="2135" y="381"/>
                    <a:pt x="2079" y="409"/>
                    <a:pt x="2040" y="454"/>
                  </a:cubicBezTo>
                  <a:lnTo>
                    <a:pt x="2036" y="459"/>
                  </a:lnTo>
                  <a:lnTo>
                    <a:pt x="1785" y="1321"/>
                  </a:lnTo>
                  <a:cubicBezTo>
                    <a:pt x="1785" y="1330"/>
                    <a:pt x="1781" y="1335"/>
                    <a:pt x="1776" y="1345"/>
                  </a:cubicBezTo>
                  <a:lnTo>
                    <a:pt x="1776" y="1349"/>
                  </a:lnTo>
                  <a:cubicBezTo>
                    <a:pt x="1776" y="1354"/>
                    <a:pt x="1771" y="1364"/>
                    <a:pt x="1766" y="1369"/>
                  </a:cubicBezTo>
                  <a:lnTo>
                    <a:pt x="1761" y="1374"/>
                  </a:lnTo>
                  <a:cubicBezTo>
                    <a:pt x="1757" y="1378"/>
                    <a:pt x="1757" y="1383"/>
                    <a:pt x="1752" y="1388"/>
                  </a:cubicBezTo>
                  <a:lnTo>
                    <a:pt x="1742" y="1398"/>
                  </a:lnTo>
                  <a:lnTo>
                    <a:pt x="1737" y="1402"/>
                  </a:lnTo>
                  <a:cubicBezTo>
                    <a:pt x="1723" y="1412"/>
                    <a:pt x="1708" y="1422"/>
                    <a:pt x="1694" y="1431"/>
                  </a:cubicBezTo>
                  <a:lnTo>
                    <a:pt x="1680" y="1436"/>
                  </a:lnTo>
                  <a:cubicBezTo>
                    <a:pt x="1660" y="1441"/>
                    <a:pt x="1641" y="1446"/>
                    <a:pt x="1622" y="1446"/>
                  </a:cubicBezTo>
                  <a:cubicBezTo>
                    <a:pt x="1506" y="1446"/>
                    <a:pt x="1425" y="1335"/>
                    <a:pt x="1453" y="1224"/>
                  </a:cubicBezTo>
                  <a:lnTo>
                    <a:pt x="1708" y="339"/>
                  </a:lnTo>
                  <a:lnTo>
                    <a:pt x="1732" y="248"/>
                  </a:lnTo>
                  <a:cubicBezTo>
                    <a:pt x="1742" y="195"/>
                    <a:pt x="1737" y="142"/>
                    <a:pt x="1708" y="98"/>
                  </a:cubicBezTo>
                  <a:cubicBezTo>
                    <a:pt x="1699" y="89"/>
                    <a:pt x="1694" y="79"/>
                    <a:pt x="1684" y="70"/>
                  </a:cubicBezTo>
                  <a:lnTo>
                    <a:pt x="1699" y="65"/>
                  </a:lnTo>
                  <a:lnTo>
                    <a:pt x="1641" y="31"/>
                  </a:lnTo>
                  <a:cubicBezTo>
                    <a:pt x="1622" y="21"/>
                    <a:pt x="1603" y="17"/>
                    <a:pt x="1583" y="12"/>
                  </a:cubicBezTo>
                  <a:lnTo>
                    <a:pt x="1564" y="7"/>
                  </a:lnTo>
                  <a:cubicBezTo>
                    <a:pt x="1548" y="3"/>
                    <a:pt x="1531" y="0"/>
                    <a:pt x="151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87"/>
            <p:cNvSpPr/>
            <p:nvPr/>
          </p:nvSpPr>
          <p:spPr>
            <a:xfrm>
              <a:off x="5617529" y="2121938"/>
              <a:ext cx="93160" cy="103625"/>
            </a:xfrm>
            <a:custGeom>
              <a:rect b="b" l="l" r="r" t="t"/>
              <a:pathLst>
                <a:path extrusionOk="0" h="3951" w="3552">
                  <a:moveTo>
                    <a:pt x="1040" y="0"/>
                  </a:moveTo>
                  <a:cubicBezTo>
                    <a:pt x="929" y="0"/>
                    <a:pt x="842" y="87"/>
                    <a:pt x="842" y="197"/>
                  </a:cubicBezTo>
                  <a:lnTo>
                    <a:pt x="842" y="1492"/>
                  </a:lnTo>
                  <a:cubicBezTo>
                    <a:pt x="842" y="1497"/>
                    <a:pt x="842" y="1506"/>
                    <a:pt x="842" y="1516"/>
                  </a:cubicBezTo>
                  <a:lnTo>
                    <a:pt x="842" y="1521"/>
                  </a:lnTo>
                  <a:cubicBezTo>
                    <a:pt x="838" y="1525"/>
                    <a:pt x="838" y="1530"/>
                    <a:pt x="838" y="1540"/>
                  </a:cubicBezTo>
                  <a:cubicBezTo>
                    <a:pt x="833" y="1545"/>
                    <a:pt x="833" y="1554"/>
                    <a:pt x="828" y="1559"/>
                  </a:cubicBezTo>
                  <a:lnTo>
                    <a:pt x="828" y="1564"/>
                  </a:lnTo>
                  <a:cubicBezTo>
                    <a:pt x="828" y="1569"/>
                    <a:pt x="823" y="1574"/>
                    <a:pt x="818" y="1578"/>
                  </a:cubicBezTo>
                  <a:lnTo>
                    <a:pt x="818" y="1583"/>
                  </a:lnTo>
                  <a:cubicBezTo>
                    <a:pt x="814" y="1588"/>
                    <a:pt x="814" y="1598"/>
                    <a:pt x="809" y="1602"/>
                  </a:cubicBezTo>
                  <a:lnTo>
                    <a:pt x="804" y="1607"/>
                  </a:lnTo>
                  <a:lnTo>
                    <a:pt x="789" y="1617"/>
                  </a:lnTo>
                  <a:lnTo>
                    <a:pt x="785" y="1622"/>
                  </a:lnTo>
                  <a:lnTo>
                    <a:pt x="770" y="1631"/>
                  </a:lnTo>
                  <a:lnTo>
                    <a:pt x="765" y="1631"/>
                  </a:lnTo>
                  <a:lnTo>
                    <a:pt x="746" y="1641"/>
                  </a:lnTo>
                  <a:cubicBezTo>
                    <a:pt x="722" y="1652"/>
                    <a:pt x="698" y="1657"/>
                    <a:pt x="675" y="1657"/>
                  </a:cubicBezTo>
                  <a:cubicBezTo>
                    <a:pt x="585" y="1657"/>
                    <a:pt x="506" y="1582"/>
                    <a:pt x="506" y="1482"/>
                  </a:cubicBezTo>
                  <a:lnTo>
                    <a:pt x="506" y="1217"/>
                  </a:lnTo>
                  <a:lnTo>
                    <a:pt x="708" y="1179"/>
                  </a:lnTo>
                  <a:lnTo>
                    <a:pt x="443" y="1145"/>
                  </a:lnTo>
                  <a:lnTo>
                    <a:pt x="395" y="1140"/>
                  </a:lnTo>
                  <a:lnTo>
                    <a:pt x="260" y="1140"/>
                  </a:lnTo>
                  <a:lnTo>
                    <a:pt x="236" y="1145"/>
                  </a:lnTo>
                  <a:lnTo>
                    <a:pt x="222" y="1150"/>
                  </a:lnTo>
                  <a:lnTo>
                    <a:pt x="207" y="1155"/>
                  </a:lnTo>
                  <a:lnTo>
                    <a:pt x="188" y="1165"/>
                  </a:lnTo>
                  <a:lnTo>
                    <a:pt x="178" y="1169"/>
                  </a:lnTo>
                  <a:cubicBezTo>
                    <a:pt x="169" y="1174"/>
                    <a:pt x="159" y="1179"/>
                    <a:pt x="154" y="1184"/>
                  </a:cubicBezTo>
                  <a:cubicBezTo>
                    <a:pt x="0" y="1314"/>
                    <a:pt x="24" y="1732"/>
                    <a:pt x="48" y="2103"/>
                  </a:cubicBezTo>
                  <a:cubicBezTo>
                    <a:pt x="87" y="2728"/>
                    <a:pt x="833" y="3287"/>
                    <a:pt x="838" y="3291"/>
                  </a:cubicBezTo>
                  <a:cubicBezTo>
                    <a:pt x="881" y="3325"/>
                    <a:pt x="910" y="3378"/>
                    <a:pt x="910" y="3431"/>
                  </a:cubicBezTo>
                  <a:lnTo>
                    <a:pt x="910" y="3951"/>
                  </a:lnTo>
                  <a:lnTo>
                    <a:pt x="3065" y="3951"/>
                  </a:lnTo>
                  <a:lnTo>
                    <a:pt x="3065" y="3229"/>
                  </a:lnTo>
                  <a:cubicBezTo>
                    <a:pt x="3065" y="3181"/>
                    <a:pt x="3089" y="3133"/>
                    <a:pt x="3128" y="3099"/>
                  </a:cubicBezTo>
                  <a:cubicBezTo>
                    <a:pt x="3532" y="2757"/>
                    <a:pt x="3551" y="1997"/>
                    <a:pt x="3527" y="1732"/>
                  </a:cubicBezTo>
                  <a:cubicBezTo>
                    <a:pt x="3518" y="1728"/>
                    <a:pt x="3508" y="1723"/>
                    <a:pt x="3503" y="1713"/>
                  </a:cubicBezTo>
                  <a:lnTo>
                    <a:pt x="3503" y="698"/>
                  </a:lnTo>
                  <a:cubicBezTo>
                    <a:pt x="3503" y="655"/>
                    <a:pt x="3484" y="606"/>
                    <a:pt x="3455" y="573"/>
                  </a:cubicBezTo>
                  <a:lnTo>
                    <a:pt x="3470" y="568"/>
                  </a:lnTo>
                  <a:lnTo>
                    <a:pt x="3417" y="534"/>
                  </a:lnTo>
                  <a:cubicBezTo>
                    <a:pt x="3393" y="520"/>
                    <a:pt x="3364" y="510"/>
                    <a:pt x="3330" y="505"/>
                  </a:cubicBezTo>
                  <a:lnTo>
                    <a:pt x="3282" y="505"/>
                  </a:lnTo>
                  <a:cubicBezTo>
                    <a:pt x="3176" y="505"/>
                    <a:pt x="3085" y="592"/>
                    <a:pt x="3085" y="703"/>
                  </a:cubicBezTo>
                  <a:lnTo>
                    <a:pt x="3085" y="1136"/>
                  </a:lnTo>
                  <a:cubicBezTo>
                    <a:pt x="3085" y="1145"/>
                    <a:pt x="3085" y="1150"/>
                    <a:pt x="3085" y="1160"/>
                  </a:cubicBezTo>
                  <a:lnTo>
                    <a:pt x="3085" y="1165"/>
                  </a:lnTo>
                  <a:cubicBezTo>
                    <a:pt x="3085" y="1169"/>
                    <a:pt x="3085" y="1179"/>
                    <a:pt x="3080" y="1184"/>
                  </a:cubicBezTo>
                  <a:cubicBezTo>
                    <a:pt x="3080" y="1189"/>
                    <a:pt x="3075" y="1198"/>
                    <a:pt x="3075" y="1203"/>
                  </a:cubicBezTo>
                  <a:lnTo>
                    <a:pt x="3075" y="1208"/>
                  </a:lnTo>
                  <a:cubicBezTo>
                    <a:pt x="3070" y="1213"/>
                    <a:pt x="3065" y="1222"/>
                    <a:pt x="3065" y="1227"/>
                  </a:cubicBezTo>
                  <a:cubicBezTo>
                    <a:pt x="3061" y="1237"/>
                    <a:pt x="3056" y="1242"/>
                    <a:pt x="3051" y="1246"/>
                  </a:cubicBezTo>
                  <a:lnTo>
                    <a:pt x="3046" y="1251"/>
                  </a:lnTo>
                  <a:lnTo>
                    <a:pt x="3037" y="1261"/>
                  </a:lnTo>
                  <a:lnTo>
                    <a:pt x="3032" y="1266"/>
                  </a:lnTo>
                  <a:cubicBezTo>
                    <a:pt x="3027" y="1270"/>
                    <a:pt x="3022" y="1275"/>
                    <a:pt x="3012" y="1280"/>
                  </a:cubicBezTo>
                  <a:lnTo>
                    <a:pt x="3008" y="1280"/>
                  </a:lnTo>
                  <a:lnTo>
                    <a:pt x="2988" y="1290"/>
                  </a:lnTo>
                  <a:lnTo>
                    <a:pt x="2979" y="1290"/>
                  </a:lnTo>
                  <a:cubicBezTo>
                    <a:pt x="2956" y="1299"/>
                    <a:pt x="2932" y="1304"/>
                    <a:pt x="2910" y="1304"/>
                  </a:cubicBezTo>
                  <a:cubicBezTo>
                    <a:pt x="2817" y="1304"/>
                    <a:pt x="2734" y="1231"/>
                    <a:pt x="2738" y="1131"/>
                  </a:cubicBezTo>
                  <a:lnTo>
                    <a:pt x="2738" y="549"/>
                  </a:lnTo>
                  <a:cubicBezTo>
                    <a:pt x="2733" y="501"/>
                    <a:pt x="2719" y="452"/>
                    <a:pt x="2690" y="419"/>
                  </a:cubicBezTo>
                  <a:lnTo>
                    <a:pt x="2700" y="414"/>
                  </a:lnTo>
                  <a:lnTo>
                    <a:pt x="2647" y="380"/>
                  </a:lnTo>
                  <a:cubicBezTo>
                    <a:pt x="2623" y="366"/>
                    <a:pt x="2594" y="356"/>
                    <a:pt x="2565" y="351"/>
                  </a:cubicBezTo>
                  <a:lnTo>
                    <a:pt x="2517" y="351"/>
                  </a:lnTo>
                  <a:cubicBezTo>
                    <a:pt x="2440" y="351"/>
                    <a:pt x="2373" y="395"/>
                    <a:pt x="2339" y="457"/>
                  </a:cubicBezTo>
                  <a:lnTo>
                    <a:pt x="2334" y="467"/>
                  </a:lnTo>
                  <a:lnTo>
                    <a:pt x="2334" y="1025"/>
                  </a:lnTo>
                  <a:cubicBezTo>
                    <a:pt x="2334" y="1035"/>
                    <a:pt x="2334" y="1039"/>
                    <a:pt x="2334" y="1049"/>
                  </a:cubicBezTo>
                  <a:lnTo>
                    <a:pt x="2334" y="1054"/>
                  </a:lnTo>
                  <a:cubicBezTo>
                    <a:pt x="2334" y="1059"/>
                    <a:pt x="2329" y="1068"/>
                    <a:pt x="2329" y="1073"/>
                  </a:cubicBezTo>
                  <a:cubicBezTo>
                    <a:pt x="2329" y="1078"/>
                    <a:pt x="2324" y="1088"/>
                    <a:pt x="2324" y="1092"/>
                  </a:cubicBezTo>
                  <a:lnTo>
                    <a:pt x="2324" y="1097"/>
                  </a:lnTo>
                  <a:cubicBezTo>
                    <a:pt x="2320" y="1102"/>
                    <a:pt x="2315" y="1112"/>
                    <a:pt x="2315" y="1116"/>
                  </a:cubicBezTo>
                  <a:cubicBezTo>
                    <a:pt x="2310" y="1126"/>
                    <a:pt x="2305" y="1131"/>
                    <a:pt x="2300" y="1136"/>
                  </a:cubicBezTo>
                  <a:lnTo>
                    <a:pt x="2296" y="1140"/>
                  </a:lnTo>
                  <a:lnTo>
                    <a:pt x="2281" y="1150"/>
                  </a:lnTo>
                  <a:lnTo>
                    <a:pt x="2281" y="1155"/>
                  </a:lnTo>
                  <a:cubicBezTo>
                    <a:pt x="2276" y="1160"/>
                    <a:pt x="2267" y="1165"/>
                    <a:pt x="2262" y="1169"/>
                  </a:cubicBezTo>
                  <a:lnTo>
                    <a:pt x="2257" y="1169"/>
                  </a:lnTo>
                  <a:lnTo>
                    <a:pt x="2238" y="1179"/>
                  </a:lnTo>
                  <a:lnTo>
                    <a:pt x="2233" y="1179"/>
                  </a:lnTo>
                  <a:cubicBezTo>
                    <a:pt x="2211" y="1189"/>
                    <a:pt x="2188" y="1193"/>
                    <a:pt x="2166" y="1193"/>
                  </a:cubicBezTo>
                  <a:cubicBezTo>
                    <a:pt x="2076" y="1193"/>
                    <a:pt x="1992" y="1121"/>
                    <a:pt x="1992" y="1020"/>
                  </a:cubicBezTo>
                  <a:lnTo>
                    <a:pt x="1992" y="409"/>
                  </a:lnTo>
                  <a:cubicBezTo>
                    <a:pt x="1992" y="361"/>
                    <a:pt x="1978" y="318"/>
                    <a:pt x="1949" y="279"/>
                  </a:cubicBezTo>
                  <a:lnTo>
                    <a:pt x="1959" y="274"/>
                  </a:lnTo>
                  <a:lnTo>
                    <a:pt x="1906" y="246"/>
                  </a:lnTo>
                  <a:cubicBezTo>
                    <a:pt x="1882" y="226"/>
                    <a:pt x="1853" y="217"/>
                    <a:pt x="1824" y="212"/>
                  </a:cubicBezTo>
                  <a:lnTo>
                    <a:pt x="1776" y="212"/>
                  </a:lnTo>
                  <a:cubicBezTo>
                    <a:pt x="1704" y="212"/>
                    <a:pt x="1636" y="255"/>
                    <a:pt x="1598" y="318"/>
                  </a:cubicBezTo>
                  <a:lnTo>
                    <a:pt x="1593" y="327"/>
                  </a:lnTo>
                  <a:lnTo>
                    <a:pt x="1593" y="1030"/>
                  </a:lnTo>
                  <a:cubicBezTo>
                    <a:pt x="1593" y="1035"/>
                    <a:pt x="1593" y="1044"/>
                    <a:pt x="1593" y="1054"/>
                  </a:cubicBezTo>
                  <a:lnTo>
                    <a:pt x="1593" y="1059"/>
                  </a:lnTo>
                  <a:cubicBezTo>
                    <a:pt x="1593" y="1064"/>
                    <a:pt x="1593" y="1073"/>
                    <a:pt x="1588" y="1078"/>
                  </a:cubicBezTo>
                  <a:cubicBezTo>
                    <a:pt x="1588" y="1083"/>
                    <a:pt x="1588" y="1092"/>
                    <a:pt x="1583" y="1097"/>
                  </a:cubicBezTo>
                  <a:lnTo>
                    <a:pt x="1583" y="1102"/>
                  </a:lnTo>
                  <a:cubicBezTo>
                    <a:pt x="1579" y="1107"/>
                    <a:pt x="1579" y="1112"/>
                    <a:pt x="1574" y="1121"/>
                  </a:cubicBezTo>
                  <a:cubicBezTo>
                    <a:pt x="1569" y="1126"/>
                    <a:pt x="1564" y="1136"/>
                    <a:pt x="1559" y="1140"/>
                  </a:cubicBezTo>
                  <a:lnTo>
                    <a:pt x="1555" y="1145"/>
                  </a:lnTo>
                  <a:lnTo>
                    <a:pt x="1545" y="1155"/>
                  </a:lnTo>
                  <a:lnTo>
                    <a:pt x="1540" y="1160"/>
                  </a:lnTo>
                  <a:lnTo>
                    <a:pt x="1521" y="1174"/>
                  </a:lnTo>
                  <a:lnTo>
                    <a:pt x="1516" y="1174"/>
                  </a:lnTo>
                  <a:lnTo>
                    <a:pt x="1502" y="1184"/>
                  </a:lnTo>
                  <a:cubicBezTo>
                    <a:pt x="1479" y="1193"/>
                    <a:pt x="1457" y="1197"/>
                    <a:pt x="1435" y="1197"/>
                  </a:cubicBezTo>
                  <a:cubicBezTo>
                    <a:pt x="1343" y="1197"/>
                    <a:pt x="1261" y="1121"/>
                    <a:pt x="1261" y="1020"/>
                  </a:cubicBezTo>
                  <a:lnTo>
                    <a:pt x="1261" y="193"/>
                  </a:lnTo>
                  <a:cubicBezTo>
                    <a:pt x="1261" y="144"/>
                    <a:pt x="1242" y="101"/>
                    <a:pt x="1213" y="67"/>
                  </a:cubicBezTo>
                  <a:lnTo>
                    <a:pt x="1223" y="58"/>
                  </a:lnTo>
                  <a:lnTo>
                    <a:pt x="1170" y="29"/>
                  </a:lnTo>
                  <a:cubicBezTo>
                    <a:pt x="1146" y="15"/>
                    <a:pt x="1117" y="0"/>
                    <a:pt x="10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87"/>
            <p:cNvSpPr/>
            <p:nvPr/>
          </p:nvSpPr>
          <p:spPr>
            <a:xfrm>
              <a:off x="5370047" y="2183258"/>
              <a:ext cx="29821" cy="73726"/>
            </a:xfrm>
            <a:custGeom>
              <a:rect b="b" l="l" r="r" t="t"/>
              <a:pathLst>
                <a:path extrusionOk="0" h="2811" w="1137">
                  <a:moveTo>
                    <a:pt x="256" y="1"/>
                  </a:moveTo>
                  <a:lnTo>
                    <a:pt x="236" y="5"/>
                  </a:lnTo>
                  <a:lnTo>
                    <a:pt x="222" y="10"/>
                  </a:lnTo>
                  <a:lnTo>
                    <a:pt x="203" y="15"/>
                  </a:lnTo>
                  <a:lnTo>
                    <a:pt x="188" y="20"/>
                  </a:lnTo>
                  <a:lnTo>
                    <a:pt x="174" y="25"/>
                  </a:lnTo>
                  <a:cubicBezTo>
                    <a:pt x="169" y="29"/>
                    <a:pt x="159" y="39"/>
                    <a:pt x="150" y="44"/>
                  </a:cubicBezTo>
                  <a:cubicBezTo>
                    <a:pt x="1" y="169"/>
                    <a:pt x="25" y="592"/>
                    <a:pt x="49" y="963"/>
                  </a:cubicBezTo>
                  <a:cubicBezTo>
                    <a:pt x="77" y="1483"/>
                    <a:pt x="631" y="1997"/>
                    <a:pt x="838" y="2151"/>
                  </a:cubicBezTo>
                  <a:cubicBezTo>
                    <a:pt x="881" y="2185"/>
                    <a:pt x="905" y="2233"/>
                    <a:pt x="905" y="2291"/>
                  </a:cubicBezTo>
                  <a:lnTo>
                    <a:pt x="905" y="2811"/>
                  </a:lnTo>
                  <a:lnTo>
                    <a:pt x="1136" y="2811"/>
                  </a:lnTo>
                  <a:lnTo>
                    <a:pt x="1136" y="2291"/>
                  </a:lnTo>
                  <a:cubicBezTo>
                    <a:pt x="1136" y="2238"/>
                    <a:pt x="1107" y="2185"/>
                    <a:pt x="1064" y="2156"/>
                  </a:cubicBezTo>
                  <a:cubicBezTo>
                    <a:pt x="857" y="1997"/>
                    <a:pt x="308" y="1483"/>
                    <a:pt x="275" y="963"/>
                  </a:cubicBezTo>
                  <a:cubicBezTo>
                    <a:pt x="256" y="592"/>
                    <a:pt x="227" y="174"/>
                    <a:pt x="381" y="49"/>
                  </a:cubicBezTo>
                  <a:cubicBezTo>
                    <a:pt x="385" y="39"/>
                    <a:pt x="395" y="34"/>
                    <a:pt x="405" y="29"/>
                  </a:cubicBezTo>
                  <a:lnTo>
                    <a:pt x="414" y="25"/>
                  </a:lnTo>
                  <a:lnTo>
                    <a:pt x="434" y="15"/>
                  </a:lnTo>
                  <a:lnTo>
                    <a:pt x="448" y="10"/>
                  </a:lnTo>
                  <a:lnTo>
                    <a:pt x="462" y="5"/>
                  </a:lnTo>
                  <a:lnTo>
                    <a:pt x="438" y="5"/>
                  </a:lnTo>
                  <a:lnTo>
                    <a:pt x="395"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87"/>
            <p:cNvSpPr/>
            <p:nvPr/>
          </p:nvSpPr>
          <p:spPr>
            <a:xfrm>
              <a:off x="5450067" y="2166604"/>
              <a:ext cx="9730" cy="20851"/>
            </a:xfrm>
            <a:custGeom>
              <a:rect b="b" l="l" r="r" t="t"/>
              <a:pathLst>
                <a:path extrusionOk="0" h="795" w="371">
                  <a:moveTo>
                    <a:pt x="246" y="0"/>
                  </a:moveTo>
                  <a:cubicBezTo>
                    <a:pt x="135" y="0"/>
                    <a:pt x="48" y="87"/>
                    <a:pt x="48" y="198"/>
                  </a:cubicBezTo>
                  <a:lnTo>
                    <a:pt x="48" y="631"/>
                  </a:lnTo>
                  <a:cubicBezTo>
                    <a:pt x="48" y="636"/>
                    <a:pt x="48" y="645"/>
                    <a:pt x="48" y="655"/>
                  </a:cubicBezTo>
                  <a:lnTo>
                    <a:pt x="48" y="660"/>
                  </a:lnTo>
                  <a:cubicBezTo>
                    <a:pt x="48" y="664"/>
                    <a:pt x="43" y="669"/>
                    <a:pt x="43" y="679"/>
                  </a:cubicBezTo>
                  <a:cubicBezTo>
                    <a:pt x="43" y="684"/>
                    <a:pt x="39" y="693"/>
                    <a:pt x="34" y="698"/>
                  </a:cubicBezTo>
                  <a:lnTo>
                    <a:pt x="34" y="703"/>
                  </a:lnTo>
                  <a:cubicBezTo>
                    <a:pt x="34" y="708"/>
                    <a:pt x="29" y="713"/>
                    <a:pt x="29" y="717"/>
                  </a:cubicBezTo>
                  <a:lnTo>
                    <a:pt x="29" y="722"/>
                  </a:lnTo>
                  <a:cubicBezTo>
                    <a:pt x="24" y="727"/>
                    <a:pt x="19" y="737"/>
                    <a:pt x="15" y="741"/>
                  </a:cubicBezTo>
                  <a:lnTo>
                    <a:pt x="10" y="746"/>
                  </a:lnTo>
                  <a:lnTo>
                    <a:pt x="0" y="756"/>
                  </a:lnTo>
                  <a:cubicBezTo>
                    <a:pt x="29" y="780"/>
                    <a:pt x="72" y="794"/>
                    <a:pt x="111" y="794"/>
                  </a:cubicBezTo>
                  <a:cubicBezTo>
                    <a:pt x="135" y="794"/>
                    <a:pt x="159" y="790"/>
                    <a:pt x="178" y="780"/>
                  </a:cubicBezTo>
                  <a:lnTo>
                    <a:pt x="183" y="780"/>
                  </a:lnTo>
                  <a:lnTo>
                    <a:pt x="202" y="770"/>
                  </a:lnTo>
                  <a:lnTo>
                    <a:pt x="207" y="770"/>
                  </a:lnTo>
                  <a:cubicBezTo>
                    <a:pt x="212" y="766"/>
                    <a:pt x="217" y="761"/>
                    <a:pt x="226" y="761"/>
                  </a:cubicBezTo>
                  <a:lnTo>
                    <a:pt x="226" y="756"/>
                  </a:lnTo>
                  <a:lnTo>
                    <a:pt x="241" y="741"/>
                  </a:lnTo>
                  <a:lnTo>
                    <a:pt x="246" y="737"/>
                  </a:lnTo>
                  <a:cubicBezTo>
                    <a:pt x="250" y="732"/>
                    <a:pt x="255" y="727"/>
                    <a:pt x="255" y="722"/>
                  </a:cubicBezTo>
                  <a:lnTo>
                    <a:pt x="255" y="717"/>
                  </a:lnTo>
                  <a:cubicBezTo>
                    <a:pt x="260" y="713"/>
                    <a:pt x="265" y="708"/>
                    <a:pt x="265" y="703"/>
                  </a:cubicBezTo>
                  <a:lnTo>
                    <a:pt x="265" y="698"/>
                  </a:lnTo>
                  <a:cubicBezTo>
                    <a:pt x="270" y="689"/>
                    <a:pt x="270" y="684"/>
                    <a:pt x="274" y="674"/>
                  </a:cubicBezTo>
                  <a:cubicBezTo>
                    <a:pt x="274" y="669"/>
                    <a:pt x="279" y="664"/>
                    <a:pt x="279" y="655"/>
                  </a:cubicBezTo>
                  <a:lnTo>
                    <a:pt x="279" y="650"/>
                  </a:lnTo>
                  <a:cubicBezTo>
                    <a:pt x="279" y="645"/>
                    <a:pt x="279" y="636"/>
                    <a:pt x="279" y="626"/>
                  </a:cubicBezTo>
                  <a:lnTo>
                    <a:pt x="279" y="193"/>
                  </a:lnTo>
                  <a:cubicBezTo>
                    <a:pt x="279" y="126"/>
                    <a:pt x="313" y="63"/>
                    <a:pt x="371" y="25"/>
                  </a:cubicBezTo>
                  <a:cubicBezTo>
                    <a:pt x="347" y="10"/>
                    <a:pt x="323" y="0"/>
                    <a:pt x="294"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87"/>
            <p:cNvSpPr/>
            <p:nvPr/>
          </p:nvSpPr>
          <p:spPr>
            <a:xfrm>
              <a:off x="5430239" y="2162696"/>
              <a:ext cx="9494" cy="21979"/>
            </a:xfrm>
            <a:custGeom>
              <a:rect b="b" l="l" r="r" t="t"/>
              <a:pathLst>
                <a:path extrusionOk="0" h="838" w="362">
                  <a:moveTo>
                    <a:pt x="236" y="0"/>
                  </a:moveTo>
                  <a:cubicBezTo>
                    <a:pt x="159" y="0"/>
                    <a:pt x="92" y="44"/>
                    <a:pt x="58" y="106"/>
                  </a:cubicBezTo>
                  <a:lnTo>
                    <a:pt x="54" y="116"/>
                  </a:lnTo>
                  <a:lnTo>
                    <a:pt x="54" y="664"/>
                  </a:lnTo>
                  <a:cubicBezTo>
                    <a:pt x="54" y="674"/>
                    <a:pt x="54" y="679"/>
                    <a:pt x="54" y="688"/>
                  </a:cubicBezTo>
                  <a:lnTo>
                    <a:pt x="54" y="693"/>
                  </a:lnTo>
                  <a:cubicBezTo>
                    <a:pt x="54" y="698"/>
                    <a:pt x="49" y="708"/>
                    <a:pt x="49" y="712"/>
                  </a:cubicBezTo>
                  <a:cubicBezTo>
                    <a:pt x="49" y="717"/>
                    <a:pt x="44" y="727"/>
                    <a:pt x="39" y="732"/>
                  </a:cubicBezTo>
                  <a:lnTo>
                    <a:pt x="39" y="737"/>
                  </a:lnTo>
                  <a:cubicBezTo>
                    <a:pt x="39" y="746"/>
                    <a:pt x="34" y="751"/>
                    <a:pt x="34" y="756"/>
                  </a:cubicBezTo>
                  <a:cubicBezTo>
                    <a:pt x="30" y="765"/>
                    <a:pt x="25" y="770"/>
                    <a:pt x="20" y="775"/>
                  </a:cubicBezTo>
                  <a:lnTo>
                    <a:pt x="15" y="780"/>
                  </a:lnTo>
                  <a:lnTo>
                    <a:pt x="1" y="789"/>
                  </a:lnTo>
                  <a:cubicBezTo>
                    <a:pt x="34" y="818"/>
                    <a:pt x="78" y="838"/>
                    <a:pt x="121" y="838"/>
                  </a:cubicBezTo>
                  <a:cubicBezTo>
                    <a:pt x="145" y="838"/>
                    <a:pt x="164" y="833"/>
                    <a:pt x="188" y="823"/>
                  </a:cubicBezTo>
                  <a:lnTo>
                    <a:pt x="208" y="813"/>
                  </a:lnTo>
                  <a:lnTo>
                    <a:pt x="212" y="813"/>
                  </a:lnTo>
                  <a:lnTo>
                    <a:pt x="227" y="804"/>
                  </a:lnTo>
                  <a:lnTo>
                    <a:pt x="232" y="799"/>
                  </a:lnTo>
                  <a:lnTo>
                    <a:pt x="246" y="785"/>
                  </a:lnTo>
                  <a:lnTo>
                    <a:pt x="251" y="785"/>
                  </a:lnTo>
                  <a:cubicBezTo>
                    <a:pt x="251" y="775"/>
                    <a:pt x="256" y="770"/>
                    <a:pt x="261" y="765"/>
                  </a:cubicBezTo>
                  <a:lnTo>
                    <a:pt x="261" y="761"/>
                  </a:lnTo>
                  <a:cubicBezTo>
                    <a:pt x="265" y="756"/>
                    <a:pt x="270" y="751"/>
                    <a:pt x="270" y="746"/>
                  </a:cubicBezTo>
                  <a:lnTo>
                    <a:pt x="270" y="741"/>
                  </a:lnTo>
                  <a:cubicBezTo>
                    <a:pt x="275" y="737"/>
                    <a:pt x="275" y="727"/>
                    <a:pt x="280" y="722"/>
                  </a:cubicBezTo>
                  <a:cubicBezTo>
                    <a:pt x="280" y="712"/>
                    <a:pt x="280" y="708"/>
                    <a:pt x="285" y="703"/>
                  </a:cubicBezTo>
                  <a:lnTo>
                    <a:pt x="285" y="693"/>
                  </a:lnTo>
                  <a:cubicBezTo>
                    <a:pt x="285" y="688"/>
                    <a:pt x="285" y="679"/>
                    <a:pt x="285" y="674"/>
                  </a:cubicBezTo>
                  <a:lnTo>
                    <a:pt x="285" y="116"/>
                  </a:lnTo>
                  <a:lnTo>
                    <a:pt x="289" y="106"/>
                  </a:lnTo>
                  <a:cubicBezTo>
                    <a:pt x="304" y="72"/>
                    <a:pt x="328" y="48"/>
                    <a:pt x="362" y="29"/>
                  </a:cubicBezTo>
                  <a:cubicBezTo>
                    <a:pt x="338" y="15"/>
                    <a:pt x="309" y="5"/>
                    <a:pt x="285"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87"/>
            <p:cNvSpPr/>
            <p:nvPr/>
          </p:nvSpPr>
          <p:spPr>
            <a:xfrm>
              <a:off x="5410804" y="2158788"/>
              <a:ext cx="9363" cy="25887"/>
            </a:xfrm>
            <a:custGeom>
              <a:rect b="b" l="l" r="r" t="t"/>
              <a:pathLst>
                <a:path extrusionOk="0" h="987" w="357">
                  <a:moveTo>
                    <a:pt x="227" y="0"/>
                  </a:moveTo>
                  <a:cubicBezTo>
                    <a:pt x="155" y="0"/>
                    <a:pt x="87" y="39"/>
                    <a:pt x="54" y="106"/>
                  </a:cubicBezTo>
                  <a:lnTo>
                    <a:pt x="49" y="116"/>
                  </a:lnTo>
                  <a:lnTo>
                    <a:pt x="49" y="813"/>
                  </a:lnTo>
                  <a:cubicBezTo>
                    <a:pt x="49" y="823"/>
                    <a:pt x="49" y="828"/>
                    <a:pt x="49" y="837"/>
                  </a:cubicBezTo>
                  <a:lnTo>
                    <a:pt x="49" y="842"/>
                  </a:lnTo>
                  <a:cubicBezTo>
                    <a:pt x="49" y="847"/>
                    <a:pt x="49" y="857"/>
                    <a:pt x="44" y="861"/>
                  </a:cubicBezTo>
                  <a:cubicBezTo>
                    <a:pt x="44" y="866"/>
                    <a:pt x="39" y="876"/>
                    <a:pt x="39" y="881"/>
                  </a:cubicBezTo>
                  <a:lnTo>
                    <a:pt x="39" y="886"/>
                  </a:lnTo>
                  <a:cubicBezTo>
                    <a:pt x="34" y="895"/>
                    <a:pt x="30" y="900"/>
                    <a:pt x="30" y="905"/>
                  </a:cubicBezTo>
                  <a:cubicBezTo>
                    <a:pt x="25" y="914"/>
                    <a:pt x="20" y="919"/>
                    <a:pt x="15" y="924"/>
                  </a:cubicBezTo>
                  <a:lnTo>
                    <a:pt x="10" y="929"/>
                  </a:lnTo>
                  <a:lnTo>
                    <a:pt x="1" y="938"/>
                  </a:lnTo>
                  <a:cubicBezTo>
                    <a:pt x="30" y="967"/>
                    <a:pt x="73" y="987"/>
                    <a:pt x="116" y="987"/>
                  </a:cubicBezTo>
                  <a:cubicBezTo>
                    <a:pt x="140" y="987"/>
                    <a:pt x="164" y="982"/>
                    <a:pt x="184" y="972"/>
                  </a:cubicBezTo>
                  <a:lnTo>
                    <a:pt x="203" y="962"/>
                  </a:lnTo>
                  <a:lnTo>
                    <a:pt x="208" y="962"/>
                  </a:lnTo>
                  <a:lnTo>
                    <a:pt x="222" y="953"/>
                  </a:lnTo>
                  <a:lnTo>
                    <a:pt x="227" y="948"/>
                  </a:lnTo>
                  <a:lnTo>
                    <a:pt x="241" y="934"/>
                  </a:lnTo>
                  <a:lnTo>
                    <a:pt x="246" y="934"/>
                  </a:lnTo>
                  <a:cubicBezTo>
                    <a:pt x="251" y="924"/>
                    <a:pt x="256" y="919"/>
                    <a:pt x="256" y="914"/>
                  </a:cubicBezTo>
                  <a:lnTo>
                    <a:pt x="256" y="910"/>
                  </a:lnTo>
                  <a:cubicBezTo>
                    <a:pt x="261" y="905"/>
                    <a:pt x="265" y="900"/>
                    <a:pt x="265" y="895"/>
                  </a:cubicBezTo>
                  <a:lnTo>
                    <a:pt x="265" y="890"/>
                  </a:lnTo>
                  <a:cubicBezTo>
                    <a:pt x="270" y="886"/>
                    <a:pt x="270" y="876"/>
                    <a:pt x="275" y="871"/>
                  </a:cubicBezTo>
                  <a:cubicBezTo>
                    <a:pt x="275" y="861"/>
                    <a:pt x="280" y="857"/>
                    <a:pt x="280" y="852"/>
                  </a:cubicBezTo>
                  <a:lnTo>
                    <a:pt x="280" y="842"/>
                  </a:lnTo>
                  <a:cubicBezTo>
                    <a:pt x="280" y="837"/>
                    <a:pt x="280" y="828"/>
                    <a:pt x="280" y="823"/>
                  </a:cubicBezTo>
                  <a:lnTo>
                    <a:pt x="280" y="111"/>
                  </a:lnTo>
                  <a:lnTo>
                    <a:pt x="285" y="101"/>
                  </a:lnTo>
                  <a:cubicBezTo>
                    <a:pt x="299" y="72"/>
                    <a:pt x="323" y="48"/>
                    <a:pt x="357" y="29"/>
                  </a:cubicBezTo>
                  <a:cubicBezTo>
                    <a:pt x="333" y="15"/>
                    <a:pt x="304" y="5"/>
                    <a:pt x="280"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87"/>
            <p:cNvSpPr/>
            <p:nvPr/>
          </p:nvSpPr>
          <p:spPr>
            <a:xfrm>
              <a:off x="5391002" y="2153097"/>
              <a:ext cx="9730" cy="43590"/>
            </a:xfrm>
            <a:custGeom>
              <a:rect b="b" l="l" r="r" t="t"/>
              <a:pathLst>
                <a:path extrusionOk="0" h="1662" w="371">
                  <a:moveTo>
                    <a:pt x="246" y="1"/>
                  </a:moveTo>
                  <a:cubicBezTo>
                    <a:pt x="135" y="1"/>
                    <a:pt x="48" y="87"/>
                    <a:pt x="48" y="198"/>
                  </a:cubicBezTo>
                  <a:lnTo>
                    <a:pt x="48" y="1175"/>
                  </a:lnTo>
                  <a:lnTo>
                    <a:pt x="135" y="1184"/>
                  </a:lnTo>
                  <a:lnTo>
                    <a:pt x="48" y="1204"/>
                  </a:lnTo>
                  <a:lnTo>
                    <a:pt x="48" y="1492"/>
                  </a:lnTo>
                  <a:cubicBezTo>
                    <a:pt x="48" y="1497"/>
                    <a:pt x="48" y="1507"/>
                    <a:pt x="48" y="1516"/>
                  </a:cubicBezTo>
                  <a:lnTo>
                    <a:pt x="48" y="1521"/>
                  </a:lnTo>
                  <a:cubicBezTo>
                    <a:pt x="48" y="1526"/>
                    <a:pt x="48" y="1531"/>
                    <a:pt x="44" y="1540"/>
                  </a:cubicBezTo>
                  <a:cubicBezTo>
                    <a:pt x="44" y="1545"/>
                    <a:pt x="39" y="1555"/>
                    <a:pt x="39" y="1560"/>
                  </a:cubicBezTo>
                  <a:lnTo>
                    <a:pt x="39" y="1564"/>
                  </a:lnTo>
                  <a:cubicBezTo>
                    <a:pt x="34" y="1569"/>
                    <a:pt x="34" y="1574"/>
                    <a:pt x="29" y="1579"/>
                  </a:cubicBezTo>
                  <a:lnTo>
                    <a:pt x="29" y="1584"/>
                  </a:lnTo>
                  <a:cubicBezTo>
                    <a:pt x="24" y="1588"/>
                    <a:pt x="20" y="1598"/>
                    <a:pt x="15" y="1603"/>
                  </a:cubicBezTo>
                  <a:lnTo>
                    <a:pt x="10" y="1608"/>
                  </a:lnTo>
                  <a:lnTo>
                    <a:pt x="0" y="1617"/>
                  </a:lnTo>
                  <a:cubicBezTo>
                    <a:pt x="31" y="1645"/>
                    <a:pt x="72" y="1661"/>
                    <a:pt x="113" y="1661"/>
                  </a:cubicBezTo>
                  <a:cubicBezTo>
                    <a:pt x="136" y="1661"/>
                    <a:pt x="158" y="1656"/>
                    <a:pt x="178" y="1646"/>
                  </a:cubicBezTo>
                  <a:lnTo>
                    <a:pt x="198" y="1637"/>
                  </a:lnTo>
                  <a:lnTo>
                    <a:pt x="202" y="1637"/>
                  </a:lnTo>
                  <a:lnTo>
                    <a:pt x="222" y="1627"/>
                  </a:lnTo>
                  <a:lnTo>
                    <a:pt x="226" y="1622"/>
                  </a:lnTo>
                  <a:lnTo>
                    <a:pt x="236" y="1608"/>
                  </a:lnTo>
                  <a:lnTo>
                    <a:pt x="241" y="1603"/>
                  </a:lnTo>
                  <a:cubicBezTo>
                    <a:pt x="246" y="1598"/>
                    <a:pt x="250" y="1593"/>
                    <a:pt x="255" y="1588"/>
                  </a:cubicBezTo>
                  <a:lnTo>
                    <a:pt x="255" y="1584"/>
                  </a:lnTo>
                  <a:cubicBezTo>
                    <a:pt x="260" y="1579"/>
                    <a:pt x="260" y="1574"/>
                    <a:pt x="265" y="1569"/>
                  </a:cubicBezTo>
                  <a:lnTo>
                    <a:pt x="265" y="1564"/>
                  </a:lnTo>
                  <a:cubicBezTo>
                    <a:pt x="265" y="1555"/>
                    <a:pt x="270" y="1550"/>
                    <a:pt x="270" y="1545"/>
                  </a:cubicBezTo>
                  <a:cubicBezTo>
                    <a:pt x="275" y="1536"/>
                    <a:pt x="275" y="1531"/>
                    <a:pt x="275" y="1521"/>
                  </a:cubicBezTo>
                  <a:lnTo>
                    <a:pt x="275" y="1511"/>
                  </a:lnTo>
                  <a:cubicBezTo>
                    <a:pt x="275" y="1502"/>
                    <a:pt x="275" y="1497"/>
                    <a:pt x="275" y="1487"/>
                  </a:cubicBezTo>
                  <a:lnTo>
                    <a:pt x="275" y="198"/>
                  </a:lnTo>
                  <a:cubicBezTo>
                    <a:pt x="275" y="126"/>
                    <a:pt x="313" y="63"/>
                    <a:pt x="371" y="29"/>
                  </a:cubicBezTo>
                  <a:cubicBezTo>
                    <a:pt x="347" y="15"/>
                    <a:pt x="318" y="5"/>
                    <a:pt x="29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87"/>
            <p:cNvSpPr/>
            <p:nvPr/>
          </p:nvSpPr>
          <p:spPr>
            <a:xfrm>
              <a:off x="5585846" y="2037066"/>
              <a:ext cx="14530" cy="23133"/>
            </a:xfrm>
            <a:custGeom>
              <a:rect b="b" l="l" r="r" t="t"/>
              <a:pathLst>
                <a:path extrusionOk="0" h="882" w="554">
                  <a:moveTo>
                    <a:pt x="427" y="1"/>
                  </a:moveTo>
                  <a:cubicBezTo>
                    <a:pt x="339" y="1"/>
                    <a:pt x="257" y="63"/>
                    <a:pt x="236" y="157"/>
                  </a:cubicBezTo>
                  <a:lnTo>
                    <a:pt x="49" y="758"/>
                  </a:lnTo>
                  <a:cubicBezTo>
                    <a:pt x="44" y="768"/>
                    <a:pt x="44" y="773"/>
                    <a:pt x="39" y="782"/>
                  </a:cubicBezTo>
                  <a:lnTo>
                    <a:pt x="39" y="792"/>
                  </a:lnTo>
                  <a:lnTo>
                    <a:pt x="29" y="801"/>
                  </a:lnTo>
                  <a:cubicBezTo>
                    <a:pt x="20" y="816"/>
                    <a:pt x="10" y="825"/>
                    <a:pt x="1" y="835"/>
                  </a:cubicBezTo>
                  <a:cubicBezTo>
                    <a:pt x="31" y="866"/>
                    <a:pt x="74" y="882"/>
                    <a:pt x="117" y="882"/>
                  </a:cubicBezTo>
                  <a:cubicBezTo>
                    <a:pt x="134" y="882"/>
                    <a:pt x="152" y="879"/>
                    <a:pt x="169" y="874"/>
                  </a:cubicBezTo>
                  <a:lnTo>
                    <a:pt x="183" y="864"/>
                  </a:lnTo>
                  <a:cubicBezTo>
                    <a:pt x="212" y="854"/>
                    <a:pt x="241" y="830"/>
                    <a:pt x="260" y="801"/>
                  </a:cubicBezTo>
                  <a:lnTo>
                    <a:pt x="265" y="792"/>
                  </a:lnTo>
                  <a:lnTo>
                    <a:pt x="270" y="782"/>
                  </a:lnTo>
                  <a:cubicBezTo>
                    <a:pt x="275" y="773"/>
                    <a:pt x="275" y="768"/>
                    <a:pt x="280" y="758"/>
                  </a:cubicBezTo>
                  <a:lnTo>
                    <a:pt x="467" y="157"/>
                  </a:lnTo>
                  <a:cubicBezTo>
                    <a:pt x="482" y="104"/>
                    <a:pt x="511" y="60"/>
                    <a:pt x="554" y="36"/>
                  </a:cubicBezTo>
                  <a:cubicBezTo>
                    <a:pt x="535" y="22"/>
                    <a:pt x="520" y="17"/>
                    <a:pt x="501" y="12"/>
                  </a:cubicBezTo>
                  <a:lnTo>
                    <a:pt x="477" y="7"/>
                  </a:lnTo>
                  <a:cubicBezTo>
                    <a:pt x="460" y="3"/>
                    <a:pt x="444" y="1"/>
                    <a:pt x="427"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87"/>
            <p:cNvSpPr/>
            <p:nvPr/>
          </p:nvSpPr>
          <p:spPr>
            <a:xfrm>
              <a:off x="5567540" y="2028647"/>
              <a:ext cx="14294" cy="24287"/>
            </a:xfrm>
            <a:custGeom>
              <a:rect b="b" l="l" r="r" t="t"/>
              <a:pathLst>
                <a:path extrusionOk="0" h="926" w="545">
                  <a:moveTo>
                    <a:pt x="424" y="1"/>
                  </a:moveTo>
                  <a:cubicBezTo>
                    <a:pt x="361" y="1"/>
                    <a:pt x="301" y="32"/>
                    <a:pt x="266" y="83"/>
                  </a:cubicBezTo>
                  <a:lnTo>
                    <a:pt x="261" y="88"/>
                  </a:lnTo>
                  <a:lnTo>
                    <a:pt x="49" y="805"/>
                  </a:lnTo>
                  <a:cubicBezTo>
                    <a:pt x="44" y="810"/>
                    <a:pt x="39" y="819"/>
                    <a:pt x="35" y="824"/>
                  </a:cubicBezTo>
                  <a:lnTo>
                    <a:pt x="35" y="834"/>
                  </a:lnTo>
                  <a:cubicBezTo>
                    <a:pt x="35" y="838"/>
                    <a:pt x="30" y="843"/>
                    <a:pt x="25" y="848"/>
                  </a:cubicBezTo>
                  <a:lnTo>
                    <a:pt x="25" y="853"/>
                  </a:lnTo>
                  <a:cubicBezTo>
                    <a:pt x="20" y="858"/>
                    <a:pt x="15" y="863"/>
                    <a:pt x="11" y="872"/>
                  </a:cubicBezTo>
                  <a:lnTo>
                    <a:pt x="6" y="877"/>
                  </a:lnTo>
                  <a:lnTo>
                    <a:pt x="1" y="882"/>
                  </a:lnTo>
                  <a:cubicBezTo>
                    <a:pt x="20" y="896"/>
                    <a:pt x="39" y="911"/>
                    <a:pt x="68" y="920"/>
                  </a:cubicBezTo>
                  <a:cubicBezTo>
                    <a:pt x="83" y="925"/>
                    <a:pt x="97" y="925"/>
                    <a:pt x="116" y="925"/>
                  </a:cubicBezTo>
                  <a:cubicBezTo>
                    <a:pt x="140" y="925"/>
                    <a:pt x="164" y="920"/>
                    <a:pt x="184" y="911"/>
                  </a:cubicBezTo>
                  <a:cubicBezTo>
                    <a:pt x="198" y="906"/>
                    <a:pt x="213" y="896"/>
                    <a:pt x="227" y="887"/>
                  </a:cubicBezTo>
                  <a:lnTo>
                    <a:pt x="237" y="877"/>
                  </a:lnTo>
                  <a:lnTo>
                    <a:pt x="241" y="872"/>
                  </a:lnTo>
                  <a:cubicBezTo>
                    <a:pt x="246" y="867"/>
                    <a:pt x="251" y="863"/>
                    <a:pt x="256" y="853"/>
                  </a:cubicBezTo>
                  <a:cubicBezTo>
                    <a:pt x="261" y="843"/>
                    <a:pt x="266" y="838"/>
                    <a:pt x="266" y="834"/>
                  </a:cubicBezTo>
                  <a:lnTo>
                    <a:pt x="266" y="824"/>
                  </a:lnTo>
                  <a:cubicBezTo>
                    <a:pt x="270" y="819"/>
                    <a:pt x="275" y="810"/>
                    <a:pt x="275" y="805"/>
                  </a:cubicBezTo>
                  <a:lnTo>
                    <a:pt x="487" y="88"/>
                  </a:lnTo>
                  <a:lnTo>
                    <a:pt x="492" y="83"/>
                  </a:lnTo>
                  <a:cubicBezTo>
                    <a:pt x="506" y="64"/>
                    <a:pt x="525" y="45"/>
                    <a:pt x="545" y="35"/>
                  </a:cubicBezTo>
                  <a:lnTo>
                    <a:pt x="535" y="30"/>
                  </a:lnTo>
                  <a:lnTo>
                    <a:pt x="511" y="21"/>
                  </a:lnTo>
                  <a:lnTo>
                    <a:pt x="492" y="11"/>
                  </a:lnTo>
                  <a:lnTo>
                    <a:pt x="468" y="6"/>
                  </a:lnTo>
                  <a:cubicBezTo>
                    <a:pt x="453" y="2"/>
                    <a:pt x="438" y="1"/>
                    <a:pt x="42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87"/>
            <p:cNvSpPr/>
            <p:nvPr/>
          </p:nvSpPr>
          <p:spPr>
            <a:xfrm>
              <a:off x="5548498" y="2020490"/>
              <a:ext cx="15159" cy="27880"/>
            </a:xfrm>
            <a:custGeom>
              <a:rect b="b" l="l" r="r" t="t"/>
              <a:pathLst>
                <a:path extrusionOk="0" h="1063" w="578">
                  <a:moveTo>
                    <a:pt x="459" y="0"/>
                  </a:moveTo>
                  <a:cubicBezTo>
                    <a:pt x="400" y="0"/>
                    <a:pt x="342" y="25"/>
                    <a:pt x="303" y="72"/>
                  </a:cubicBezTo>
                  <a:lnTo>
                    <a:pt x="299" y="76"/>
                  </a:lnTo>
                  <a:lnTo>
                    <a:pt x="48" y="938"/>
                  </a:lnTo>
                  <a:cubicBezTo>
                    <a:pt x="44" y="947"/>
                    <a:pt x="44" y="957"/>
                    <a:pt x="39" y="962"/>
                  </a:cubicBezTo>
                  <a:lnTo>
                    <a:pt x="39" y="971"/>
                  </a:lnTo>
                  <a:cubicBezTo>
                    <a:pt x="34" y="976"/>
                    <a:pt x="29" y="981"/>
                    <a:pt x="29" y="986"/>
                  </a:cubicBezTo>
                  <a:lnTo>
                    <a:pt x="24" y="991"/>
                  </a:lnTo>
                  <a:cubicBezTo>
                    <a:pt x="20" y="996"/>
                    <a:pt x="15" y="1005"/>
                    <a:pt x="10" y="1010"/>
                  </a:cubicBezTo>
                  <a:lnTo>
                    <a:pt x="0" y="1015"/>
                  </a:lnTo>
                  <a:lnTo>
                    <a:pt x="0" y="1020"/>
                  </a:lnTo>
                  <a:cubicBezTo>
                    <a:pt x="20" y="1039"/>
                    <a:pt x="39" y="1048"/>
                    <a:pt x="68" y="1058"/>
                  </a:cubicBezTo>
                  <a:cubicBezTo>
                    <a:pt x="82" y="1063"/>
                    <a:pt x="97" y="1063"/>
                    <a:pt x="116" y="1063"/>
                  </a:cubicBezTo>
                  <a:cubicBezTo>
                    <a:pt x="135" y="1063"/>
                    <a:pt x="154" y="1063"/>
                    <a:pt x="174" y="1053"/>
                  </a:cubicBezTo>
                  <a:lnTo>
                    <a:pt x="183" y="1048"/>
                  </a:lnTo>
                  <a:cubicBezTo>
                    <a:pt x="202" y="1044"/>
                    <a:pt x="217" y="1034"/>
                    <a:pt x="231" y="1020"/>
                  </a:cubicBezTo>
                  <a:lnTo>
                    <a:pt x="236" y="1015"/>
                  </a:lnTo>
                  <a:lnTo>
                    <a:pt x="246" y="1005"/>
                  </a:lnTo>
                  <a:lnTo>
                    <a:pt x="255" y="991"/>
                  </a:lnTo>
                  <a:lnTo>
                    <a:pt x="260" y="986"/>
                  </a:lnTo>
                  <a:cubicBezTo>
                    <a:pt x="265" y="981"/>
                    <a:pt x="265" y="976"/>
                    <a:pt x="270" y="967"/>
                  </a:cubicBezTo>
                  <a:lnTo>
                    <a:pt x="270" y="962"/>
                  </a:lnTo>
                  <a:cubicBezTo>
                    <a:pt x="275" y="957"/>
                    <a:pt x="275" y="947"/>
                    <a:pt x="279" y="938"/>
                  </a:cubicBezTo>
                  <a:lnTo>
                    <a:pt x="530" y="76"/>
                  </a:lnTo>
                  <a:lnTo>
                    <a:pt x="534" y="72"/>
                  </a:lnTo>
                  <a:cubicBezTo>
                    <a:pt x="544" y="57"/>
                    <a:pt x="563" y="43"/>
                    <a:pt x="578" y="33"/>
                  </a:cubicBezTo>
                  <a:cubicBezTo>
                    <a:pt x="558" y="24"/>
                    <a:pt x="544" y="14"/>
                    <a:pt x="525" y="9"/>
                  </a:cubicBezTo>
                  <a:lnTo>
                    <a:pt x="501" y="4"/>
                  </a:lnTo>
                  <a:cubicBezTo>
                    <a:pt x="487" y="2"/>
                    <a:pt x="473" y="0"/>
                    <a:pt x="45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87"/>
            <p:cNvSpPr/>
            <p:nvPr/>
          </p:nvSpPr>
          <p:spPr>
            <a:xfrm>
              <a:off x="5526021" y="2010498"/>
              <a:ext cx="19723" cy="45085"/>
            </a:xfrm>
            <a:custGeom>
              <a:rect b="b" l="l" r="r" t="t"/>
              <a:pathLst>
                <a:path extrusionOk="0" h="1719" w="752">
                  <a:moveTo>
                    <a:pt x="630" y="1"/>
                  </a:moveTo>
                  <a:cubicBezTo>
                    <a:pt x="595" y="1"/>
                    <a:pt x="559" y="9"/>
                    <a:pt x="525" y="29"/>
                  </a:cubicBezTo>
                  <a:cubicBezTo>
                    <a:pt x="482" y="58"/>
                    <a:pt x="448" y="101"/>
                    <a:pt x="439" y="150"/>
                  </a:cubicBezTo>
                  <a:lnTo>
                    <a:pt x="49" y="1588"/>
                  </a:lnTo>
                  <a:cubicBezTo>
                    <a:pt x="49" y="1593"/>
                    <a:pt x="44" y="1603"/>
                    <a:pt x="44" y="1612"/>
                  </a:cubicBezTo>
                  <a:lnTo>
                    <a:pt x="44" y="1617"/>
                  </a:lnTo>
                  <a:cubicBezTo>
                    <a:pt x="39" y="1622"/>
                    <a:pt x="34" y="1632"/>
                    <a:pt x="30" y="1636"/>
                  </a:cubicBezTo>
                  <a:cubicBezTo>
                    <a:pt x="25" y="1646"/>
                    <a:pt x="20" y="1651"/>
                    <a:pt x="15" y="1660"/>
                  </a:cubicBezTo>
                  <a:lnTo>
                    <a:pt x="10" y="1660"/>
                  </a:lnTo>
                  <a:lnTo>
                    <a:pt x="1" y="1670"/>
                  </a:lnTo>
                  <a:cubicBezTo>
                    <a:pt x="20" y="1689"/>
                    <a:pt x="44" y="1704"/>
                    <a:pt x="73" y="1713"/>
                  </a:cubicBezTo>
                  <a:cubicBezTo>
                    <a:pt x="86" y="1717"/>
                    <a:pt x="99" y="1718"/>
                    <a:pt x="113" y="1718"/>
                  </a:cubicBezTo>
                  <a:cubicBezTo>
                    <a:pt x="140" y="1718"/>
                    <a:pt x="168" y="1712"/>
                    <a:pt x="193" y="1699"/>
                  </a:cubicBezTo>
                  <a:lnTo>
                    <a:pt x="203" y="1694"/>
                  </a:lnTo>
                  <a:cubicBezTo>
                    <a:pt x="208" y="1689"/>
                    <a:pt x="213" y="1689"/>
                    <a:pt x="222" y="1684"/>
                  </a:cubicBezTo>
                  <a:lnTo>
                    <a:pt x="227" y="1680"/>
                  </a:lnTo>
                  <a:lnTo>
                    <a:pt x="241" y="1665"/>
                  </a:lnTo>
                  <a:lnTo>
                    <a:pt x="246" y="1660"/>
                  </a:lnTo>
                  <a:cubicBezTo>
                    <a:pt x="251" y="1656"/>
                    <a:pt x="256" y="1646"/>
                    <a:pt x="261" y="1641"/>
                  </a:cubicBezTo>
                  <a:cubicBezTo>
                    <a:pt x="265" y="1636"/>
                    <a:pt x="270" y="1627"/>
                    <a:pt x="270" y="1622"/>
                  </a:cubicBezTo>
                  <a:lnTo>
                    <a:pt x="270" y="1612"/>
                  </a:lnTo>
                  <a:cubicBezTo>
                    <a:pt x="275" y="1607"/>
                    <a:pt x="280" y="1598"/>
                    <a:pt x="280" y="1588"/>
                  </a:cubicBezTo>
                  <a:lnTo>
                    <a:pt x="670" y="154"/>
                  </a:lnTo>
                  <a:cubicBezTo>
                    <a:pt x="679" y="101"/>
                    <a:pt x="708" y="58"/>
                    <a:pt x="751" y="34"/>
                  </a:cubicBezTo>
                  <a:cubicBezTo>
                    <a:pt x="737" y="24"/>
                    <a:pt x="718" y="15"/>
                    <a:pt x="699" y="10"/>
                  </a:cubicBezTo>
                  <a:lnTo>
                    <a:pt x="674" y="5"/>
                  </a:lnTo>
                  <a:cubicBezTo>
                    <a:pt x="660" y="2"/>
                    <a:pt x="645" y="1"/>
                    <a:pt x="63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87"/>
            <p:cNvSpPr/>
            <p:nvPr/>
          </p:nvSpPr>
          <p:spPr>
            <a:xfrm>
              <a:off x="5502810" y="2047216"/>
              <a:ext cx="20457" cy="82302"/>
            </a:xfrm>
            <a:custGeom>
              <a:rect b="b" l="l" r="r" t="t"/>
              <a:pathLst>
                <a:path extrusionOk="0" h="3138" w="780">
                  <a:moveTo>
                    <a:pt x="150" y="1"/>
                  </a:moveTo>
                  <a:lnTo>
                    <a:pt x="135" y="44"/>
                  </a:lnTo>
                  <a:cubicBezTo>
                    <a:pt x="87" y="232"/>
                    <a:pt x="44" y="419"/>
                    <a:pt x="15" y="607"/>
                  </a:cubicBezTo>
                  <a:cubicBezTo>
                    <a:pt x="5" y="665"/>
                    <a:pt x="0" y="722"/>
                    <a:pt x="5" y="785"/>
                  </a:cubicBezTo>
                  <a:cubicBezTo>
                    <a:pt x="15" y="1290"/>
                    <a:pt x="409" y="1819"/>
                    <a:pt x="496" y="1925"/>
                  </a:cubicBezTo>
                  <a:lnTo>
                    <a:pt x="511" y="1945"/>
                  </a:lnTo>
                  <a:cubicBezTo>
                    <a:pt x="535" y="1978"/>
                    <a:pt x="549" y="2017"/>
                    <a:pt x="549" y="2055"/>
                  </a:cubicBezTo>
                  <a:lnTo>
                    <a:pt x="549" y="3138"/>
                  </a:lnTo>
                  <a:lnTo>
                    <a:pt x="780" y="3138"/>
                  </a:lnTo>
                  <a:lnTo>
                    <a:pt x="780" y="2055"/>
                  </a:lnTo>
                  <a:cubicBezTo>
                    <a:pt x="780" y="2017"/>
                    <a:pt x="766" y="1978"/>
                    <a:pt x="737" y="1945"/>
                  </a:cubicBezTo>
                  <a:lnTo>
                    <a:pt x="722" y="1925"/>
                  </a:lnTo>
                  <a:cubicBezTo>
                    <a:pt x="636" y="1819"/>
                    <a:pt x="241" y="1290"/>
                    <a:pt x="231" y="785"/>
                  </a:cubicBezTo>
                  <a:cubicBezTo>
                    <a:pt x="231" y="722"/>
                    <a:pt x="236" y="665"/>
                    <a:pt x="246" y="607"/>
                  </a:cubicBezTo>
                  <a:cubicBezTo>
                    <a:pt x="275" y="434"/>
                    <a:pt x="308" y="256"/>
                    <a:pt x="357" y="87"/>
                  </a:cubicBezTo>
                  <a:lnTo>
                    <a:pt x="15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87"/>
            <p:cNvSpPr/>
            <p:nvPr/>
          </p:nvSpPr>
          <p:spPr>
            <a:xfrm>
              <a:off x="5677354" y="2131380"/>
              <a:ext cx="9363" cy="22031"/>
            </a:xfrm>
            <a:custGeom>
              <a:rect b="b" l="l" r="r" t="t"/>
              <a:pathLst>
                <a:path extrusionOk="0" h="840" w="357">
                  <a:moveTo>
                    <a:pt x="231" y="1"/>
                  </a:moveTo>
                  <a:cubicBezTo>
                    <a:pt x="154" y="1"/>
                    <a:pt x="87" y="44"/>
                    <a:pt x="53" y="107"/>
                  </a:cubicBezTo>
                  <a:lnTo>
                    <a:pt x="48" y="116"/>
                  </a:lnTo>
                  <a:lnTo>
                    <a:pt x="48" y="675"/>
                  </a:lnTo>
                  <a:cubicBezTo>
                    <a:pt x="48" y="684"/>
                    <a:pt x="48" y="689"/>
                    <a:pt x="48" y="699"/>
                  </a:cubicBezTo>
                  <a:lnTo>
                    <a:pt x="48" y="704"/>
                  </a:lnTo>
                  <a:cubicBezTo>
                    <a:pt x="48" y="708"/>
                    <a:pt x="48" y="718"/>
                    <a:pt x="43" y="723"/>
                  </a:cubicBezTo>
                  <a:cubicBezTo>
                    <a:pt x="43" y="728"/>
                    <a:pt x="39" y="737"/>
                    <a:pt x="39" y="742"/>
                  </a:cubicBezTo>
                  <a:lnTo>
                    <a:pt x="39" y="747"/>
                  </a:lnTo>
                  <a:cubicBezTo>
                    <a:pt x="34" y="752"/>
                    <a:pt x="34" y="761"/>
                    <a:pt x="29" y="766"/>
                  </a:cubicBezTo>
                  <a:cubicBezTo>
                    <a:pt x="24" y="776"/>
                    <a:pt x="19" y="780"/>
                    <a:pt x="15" y="785"/>
                  </a:cubicBezTo>
                  <a:lnTo>
                    <a:pt x="10" y="790"/>
                  </a:lnTo>
                  <a:lnTo>
                    <a:pt x="0" y="800"/>
                  </a:lnTo>
                  <a:cubicBezTo>
                    <a:pt x="29" y="825"/>
                    <a:pt x="63" y="839"/>
                    <a:pt x="99" y="839"/>
                  </a:cubicBezTo>
                  <a:cubicBezTo>
                    <a:pt x="105" y="839"/>
                    <a:pt x="110" y="839"/>
                    <a:pt x="116" y="838"/>
                  </a:cubicBezTo>
                  <a:cubicBezTo>
                    <a:pt x="135" y="838"/>
                    <a:pt x="159" y="833"/>
                    <a:pt x="178" y="829"/>
                  </a:cubicBezTo>
                  <a:lnTo>
                    <a:pt x="183" y="829"/>
                  </a:lnTo>
                  <a:lnTo>
                    <a:pt x="202" y="814"/>
                  </a:lnTo>
                  <a:lnTo>
                    <a:pt x="207" y="814"/>
                  </a:lnTo>
                  <a:cubicBezTo>
                    <a:pt x="212" y="814"/>
                    <a:pt x="217" y="809"/>
                    <a:pt x="226" y="805"/>
                  </a:cubicBezTo>
                  <a:lnTo>
                    <a:pt x="226" y="800"/>
                  </a:lnTo>
                  <a:lnTo>
                    <a:pt x="241" y="790"/>
                  </a:lnTo>
                  <a:lnTo>
                    <a:pt x="245" y="785"/>
                  </a:lnTo>
                  <a:cubicBezTo>
                    <a:pt x="250" y="780"/>
                    <a:pt x="255" y="771"/>
                    <a:pt x="260" y="766"/>
                  </a:cubicBezTo>
                  <a:lnTo>
                    <a:pt x="260" y="761"/>
                  </a:lnTo>
                  <a:cubicBezTo>
                    <a:pt x="260" y="756"/>
                    <a:pt x="265" y="752"/>
                    <a:pt x="265" y="747"/>
                  </a:cubicBezTo>
                  <a:lnTo>
                    <a:pt x="265" y="742"/>
                  </a:lnTo>
                  <a:cubicBezTo>
                    <a:pt x="270" y="737"/>
                    <a:pt x="274" y="728"/>
                    <a:pt x="274" y="723"/>
                  </a:cubicBezTo>
                  <a:cubicBezTo>
                    <a:pt x="274" y="713"/>
                    <a:pt x="279" y="708"/>
                    <a:pt x="279" y="704"/>
                  </a:cubicBezTo>
                  <a:lnTo>
                    <a:pt x="279" y="694"/>
                  </a:lnTo>
                  <a:cubicBezTo>
                    <a:pt x="279" y="689"/>
                    <a:pt x="279" y="679"/>
                    <a:pt x="279" y="675"/>
                  </a:cubicBezTo>
                  <a:lnTo>
                    <a:pt x="279" y="116"/>
                  </a:lnTo>
                  <a:lnTo>
                    <a:pt x="284" y="107"/>
                  </a:lnTo>
                  <a:cubicBezTo>
                    <a:pt x="298" y="73"/>
                    <a:pt x="327" y="49"/>
                    <a:pt x="356" y="30"/>
                  </a:cubicBezTo>
                  <a:cubicBezTo>
                    <a:pt x="332" y="15"/>
                    <a:pt x="308" y="6"/>
                    <a:pt x="279"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87"/>
            <p:cNvSpPr/>
            <p:nvPr/>
          </p:nvSpPr>
          <p:spPr>
            <a:xfrm>
              <a:off x="5696894" y="2135314"/>
              <a:ext cx="9888" cy="20851"/>
            </a:xfrm>
            <a:custGeom>
              <a:rect b="b" l="l" r="r" t="t"/>
              <a:pathLst>
                <a:path extrusionOk="0" h="795" w="377">
                  <a:moveTo>
                    <a:pt x="251" y="0"/>
                  </a:moveTo>
                  <a:cubicBezTo>
                    <a:pt x="140" y="0"/>
                    <a:pt x="54" y="87"/>
                    <a:pt x="54" y="197"/>
                  </a:cubicBezTo>
                  <a:lnTo>
                    <a:pt x="54" y="626"/>
                  </a:lnTo>
                  <a:cubicBezTo>
                    <a:pt x="54" y="635"/>
                    <a:pt x="54" y="640"/>
                    <a:pt x="54" y="650"/>
                  </a:cubicBezTo>
                  <a:lnTo>
                    <a:pt x="54" y="655"/>
                  </a:lnTo>
                  <a:cubicBezTo>
                    <a:pt x="49" y="659"/>
                    <a:pt x="49" y="669"/>
                    <a:pt x="49" y="674"/>
                  </a:cubicBezTo>
                  <a:cubicBezTo>
                    <a:pt x="44" y="679"/>
                    <a:pt x="44" y="688"/>
                    <a:pt x="39" y="693"/>
                  </a:cubicBezTo>
                  <a:lnTo>
                    <a:pt x="39" y="698"/>
                  </a:lnTo>
                  <a:cubicBezTo>
                    <a:pt x="39" y="703"/>
                    <a:pt x="35" y="712"/>
                    <a:pt x="30" y="717"/>
                  </a:cubicBezTo>
                  <a:cubicBezTo>
                    <a:pt x="25" y="727"/>
                    <a:pt x="25" y="732"/>
                    <a:pt x="20" y="736"/>
                  </a:cubicBezTo>
                  <a:lnTo>
                    <a:pt x="15" y="741"/>
                  </a:lnTo>
                  <a:lnTo>
                    <a:pt x="1" y="751"/>
                  </a:lnTo>
                  <a:cubicBezTo>
                    <a:pt x="35" y="780"/>
                    <a:pt x="73" y="794"/>
                    <a:pt x="116" y="794"/>
                  </a:cubicBezTo>
                  <a:cubicBezTo>
                    <a:pt x="140" y="794"/>
                    <a:pt x="160" y="789"/>
                    <a:pt x="184" y="784"/>
                  </a:cubicBezTo>
                  <a:lnTo>
                    <a:pt x="189" y="784"/>
                  </a:lnTo>
                  <a:lnTo>
                    <a:pt x="208" y="770"/>
                  </a:lnTo>
                  <a:cubicBezTo>
                    <a:pt x="217" y="770"/>
                    <a:pt x="222" y="765"/>
                    <a:pt x="227" y="760"/>
                  </a:cubicBezTo>
                  <a:lnTo>
                    <a:pt x="232" y="756"/>
                  </a:lnTo>
                  <a:lnTo>
                    <a:pt x="241" y="746"/>
                  </a:lnTo>
                  <a:lnTo>
                    <a:pt x="246" y="741"/>
                  </a:lnTo>
                  <a:cubicBezTo>
                    <a:pt x="251" y="736"/>
                    <a:pt x="256" y="727"/>
                    <a:pt x="261" y="722"/>
                  </a:cubicBezTo>
                  <a:lnTo>
                    <a:pt x="261" y="717"/>
                  </a:lnTo>
                  <a:cubicBezTo>
                    <a:pt x="266" y="712"/>
                    <a:pt x="266" y="707"/>
                    <a:pt x="270" y="703"/>
                  </a:cubicBezTo>
                  <a:lnTo>
                    <a:pt x="270" y="698"/>
                  </a:lnTo>
                  <a:cubicBezTo>
                    <a:pt x="270" y="693"/>
                    <a:pt x="275" y="683"/>
                    <a:pt x="275" y="679"/>
                  </a:cubicBezTo>
                  <a:cubicBezTo>
                    <a:pt x="280" y="669"/>
                    <a:pt x="280" y="664"/>
                    <a:pt x="280" y="659"/>
                  </a:cubicBezTo>
                  <a:lnTo>
                    <a:pt x="280" y="655"/>
                  </a:lnTo>
                  <a:cubicBezTo>
                    <a:pt x="280" y="645"/>
                    <a:pt x="280" y="635"/>
                    <a:pt x="280" y="630"/>
                  </a:cubicBezTo>
                  <a:lnTo>
                    <a:pt x="280" y="197"/>
                  </a:lnTo>
                  <a:cubicBezTo>
                    <a:pt x="280" y="125"/>
                    <a:pt x="318" y="63"/>
                    <a:pt x="376" y="29"/>
                  </a:cubicBezTo>
                  <a:cubicBezTo>
                    <a:pt x="352" y="15"/>
                    <a:pt x="328" y="5"/>
                    <a:pt x="29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87"/>
            <p:cNvSpPr/>
            <p:nvPr/>
          </p:nvSpPr>
          <p:spPr>
            <a:xfrm>
              <a:off x="5637856" y="2121807"/>
              <a:ext cx="9730" cy="43643"/>
            </a:xfrm>
            <a:custGeom>
              <a:rect b="b" l="l" r="r" t="t"/>
              <a:pathLst>
                <a:path extrusionOk="0" h="1664" w="371">
                  <a:moveTo>
                    <a:pt x="245" y="0"/>
                  </a:moveTo>
                  <a:cubicBezTo>
                    <a:pt x="135" y="0"/>
                    <a:pt x="48" y="92"/>
                    <a:pt x="48" y="202"/>
                  </a:cubicBezTo>
                  <a:lnTo>
                    <a:pt x="48" y="1179"/>
                  </a:lnTo>
                  <a:lnTo>
                    <a:pt x="140" y="1189"/>
                  </a:lnTo>
                  <a:lnTo>
                    <a:pt x="53" y="1203"/>
                  </a:lnTo>
                  <a:lnTo>
                    <a:pt x="53" y="1492"/>
                  </a:lnTo>
                  <a:cubicBezTo>
                    <a:pt x="53" y="1502"/>
                    <a:pt x="53" y="1506"/>
                    <a:pt x="53" y="1516"/>
                  </a:cubicBezTo>
                  <a:lnTo>
                    <a:pt x="53" y="1521"/>
                  </a:lnTo>
                  <a:cubicBezTo>
                    <a:pt x="53" y="1530"/>
                    <a:pt x="48" y="1535"/>
                    <a:pt x="48" y="1540"/>
                  </a:cubicBezTo>
                  <a:cubicBezTo>
                    <a:pt x="43" y="1550"/>
                    <a:pt x="43" y="1554"/>
                    <a:pt x="39" y="1559"/>
                  </a:cubicBezTo>
                  <a:lnTo>
                    <a:pt x="39" y="1564"/>
                  </a:lnTo>
                  <a:cubicBezTo>
                    <a:pt x="39" y="1574"/>
                    <a:pt x="34" y="1579"/>
                    <a:pt x="29" y="1583"/>
                  </a:cubicBezTo>
                  <a:lnTo>
                    <a:pt x="29" y="1588"/>
                  </a:lnTo>
                  <a:cubicBezTo>
                    <a:pt x="29" y="1593"/>
                    <a:pt x="24" y="1598"/>
                    <a:pt x="19" y="1603"/>
                  </a:cubicBezTo>
                  <a:lnTo>
                    <a:pt x="14" y="1607"/>
                  </a:lnTo>
                  <a:lnTo>
                    <a:pt x="0" y="1617"/>
                  </a:lnTo>
                  <a:cubicBezTo>
                    <a:pt x="35" y="1648"/>
                    <a:pt x="75" y="1663"/>
                    <a:pt x="117" y="1663"/>
                  </a:cubicBezTo>
                  <a:cubicBezTo>
                    <a:pt x="139" y="1663"/>
                    <a:pt x="161" y="1659"/>
                    <a:pt x="183" y="1651"/>
                  </a:cubicBezTo>
                  <a:lnTo>
                    <a:pt x="202" y="1641"/>
                  </a:lnTo>
                  <a:lnTo>
                    <a:pt x="207" y="1641"/>
                  </a:lnTo>
                  <a:lnTo>
                    <a:pt x="221" y="1627"/>
                  </a:lnTo>
                  <a:lnTo>
                    <a:pt x="226" y="1622"/>
                  </a:lnTo>
                  <a:lnTo>
                    <a:pt x="241" y="1612"/>
                  </a:lnTo>
                  <a:lnTo>
                    <a:pt x="245" y="1607"/>
                  </a:lnTo>
                  <a:cubicBezTo>
                    <a:pt x="250" y="1603"/>
                    <a:pt x="255" y="1598"/>
                    <a:pt x="255" y="1588"/>
                  </a:cubicBezTo>
                  <a:cubicBezTo>
                    <a:pt x="260" y="1583"/>
                    <a:pt x="265" y="1579"/>
                    <a:pt x="265" y="1569"/>
                  </a:cubicBezTo>
                  <a:lnTo>
                    <a:pt x="265" y="1564"/>
                  </a:lnTo>
                  <a:cubicBezTo>
                    <a:pt x="269" y="1559"/>
                    <a:pt x="269" y="1554"/>
                    <a:pt x="274" y="1545"/>
                  </a:cubicBezTo>
                  <a:cubicBezTo>
                    <a:pt x="274" y="1540"/>
                    <a:pt x="279" y="1530"/>
                    <a:pt x="279" y="1526"/>
                  </a:cubicBezTo>
                  <a:lnTo>
                    <a:pt x="279" y="1521"/>
                  </a:lnTo>
                  <a:cubicBezTo>
                    <a:pt x="279" y="1511"/>
                    <a:pt x="279" y="1506"/>
                    <a:pt x="279" y="1497"/>
                  </a:cubicBezTo>
                  <a:lnTo>
                    <a:pt x="279" y="198"/>
                  </a:lnTo>
                  <a:cubicBezTo>
                    <a:pt x="279" y="130"/>
                    <a:pt x="313" y="68"/>
                    <a:pt x="371" y="29"/>
                  </a:cubicBezTo>
                  <a:cubicBezTo>
                    <a:pt x="346" y="15"/>
                    <a:pt x="322" y="5"/>
                    <a:pt x="294"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87"/>
            <p:cNvSpPr/>
            <p:nvPr/>
          </p:nvSpPr>
          <p:spPr>
            <a:xfrm>
              <a:off x="5657657" y="2127472"/>
              <a:ext cx="9363" cy="25913"/>
            </a:xfrm>
            <a:custGeom>
              <a:rect b="b" l="l" r="r" t="t"/>
              <a:pathLst>
                <a:path extrusionOk="0" h="988" w="357">
                  <a:moveTo>
                    <a:pt x="231" y="1"/>
                  </a:moveTo>
                  <a:cubicBezTo>
                    <a:pt x="159" y="1"/>
                    <a:pt x="92" y="44"/>
                    <a:pt x="58" y="107"/>
                  </a:cubicBezTo>
                  <a:lnTo>
                    <a:pt x="49" y="116"/>
                  </a:lnTo>
                  <a:lnTo>
                    <a:pt x="49" y="819"/>
                  </a:lnTo>
                  <a:cubicBezTo>
                    <a:pt x="49" y="824"/>
                    <a:pt x="49" y="833"/>
                    <a:pt x="49" y="843"/>
                  </a:cubicBezTo>
                  <a:lnTo>
                    <a:pt x="49" y="848"/>
                  </a:lnTo>
                  <a:cubicBezTo>
                    <a:pt x="49" y="853"/>
                    <a:pt x="49" y="862"/>
                    <a:pt x="49" y="867"/>
                  </a:cubicBezTo>
                  <a:cubicBezTo>
                    <a:pt x="44" y="872"/>
                    <a:pt x="44" y="881"/>
                    <a:pt x="39" y="886"/>
                  </a:cubicBezTo>
                  <a:lnTo>
                    <a:pt x="39" y="891"/>
                  </a:lnTo>
                  <a:cubicBezTo>
                    <a:pt x="34" y="896"/>
                    <a:pt x="34" y="901"/>
                    <a:pt x="29" y="905"/>
                  </a:cubicBezTo>
                  <a:lnTo>
                    <a:pt x="29" y="910"/>
                  </a:lnTo>
                  <a:cubicBezTo>
                    <a:pt x="25" y="915"/>
                    <a:pt x="20" y="925"/>
                    <a:pt x="15" y="929"/>
                  </a:cubicBezTo>
                  <a:lnTo>
                    <a:pt x="15" y="934"/>
                  </a:lnTo>
                  <a:lnTo>
                    <a:pt x="0" y="944"/>
                  </a:lnTo>
                  <a:cubicBezTo>
                    <a:pt x="34" y="973"/>
                    <a:pt x="77" y="987"/>
                    <a:pt x="121" y="987"/>
                  </a:cubicBezTo>
                  <a:cubicBezTo>
                    <a:pt x="140" y="987"/>
                    <a:pt x="164" y="982"/>
                    <a:pt x="183" y="978"/>
                  </a:cubicBezTo>
                  <a:lnTo>
                    <a:pt x="203" y="968"/>
                  </a:lnTo>
                  <a:lnTo>
                    <a:pt x="207" y="968"/>
                  </a:lnTo>
                  <a:lnTo>
                    <a:pt x="227" y="954"/>
                  </a:lnTo>
                  <a:lnTo>
                    <a:pt x="231" y="949"/>
                  </a:lnTo>
                  <a:lnTo>
                    <a:pt x="241" y="939"/>
                  </a:lnTo>
                  <a:lnTo>
                    <a:pt x="246" y="934"/>
                  </a:lnTo>
                  <a:cubicBezTo>
                    <a:pt x="251" y="929"/>
                    <a:pt x="255" y="920"/>
                    <a:pt x="260" y="915"/>
                  </a:cubicBezTo>
                  <a:cubicBezTo>
                    <a:pt x="260" y="905"/>
                    <a:pt x="265" y="901"/>
                    <a:pt x="270" y="896"/>
                  </a:cubicBezTo>
                  <a:lnTo>
                    <a:pt x="270" y="891"/>
                  </a:lnTo>
                  <a:cubicBezTo>
                    <a:pt x="270" y="886"/>
                    <a:pt x="275" y="877"/>
                    <a:pt x="275" y="872"/>
                  </a:cubicBezTo>
                  <a:cubicBezTo>
                    <a:pt x="280" y="867"/>
                    <a:pt x="280" y="857"/>
                    <a:pt x="280" y="853"/>
                  </a:cubicBezTo>
                  <a:lnTo>
                    <a:pt x="280" y="848"/>
                  </a:lnTo>
                  <a:cubicBezTo>
                    <a:pt x="280" y="838"/>
                    <a:pt x="280" y="828"/>
                    <a:pt x="280" y="824"/>
                  </a:cubicBezTo>
                  <a:lnTo>
                    <a:pt x="280" y="116"/>
                  </a:lnTo>
                  <a:lnTo>
                    <a:pt x="284" y="107"/>
                  </a:lnTo>
                  <a:cubicBezTo>
                    <a:pt x="304" y="73"/>
                    <a:pt x="328" y="49"/>
                    <a:pt x="357" y="30"/>
                  </a:cubicBezTo>
                  <a:cubicBezTo>
                    <a:pt x="332" y="15"/>
                    <a:pt x="308" y="6"/>
                    <a:pt x="28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87"/>
            <p:cNvSpPr/>
            <p:nvPr/>
          </p:nvSpPr>
          <p:spPr>
            <a:xfrm>
              <a:off x="5616900" y="2151969"/>
              <a:ext cx="29794" cy="73726"/>
            </a:xfrm>
            <a:custGeom>
              <a:rect b="b" l="l" r="r" t="t"/>
              <a:pathLst>
                <a:path extrusionOk="0" h="2811" w="1136">
                  <a:moveTo>
                    <a:pt x="260" y="0"/>
                  </a:moveTo>
                  <a:lnTo>
                    <a:pt x="236" y="5"/>
                  </a:lnTo>
                  <a:lnTo>
                    <a:pt x="222" y="10"/>
                  </a:lnTo>
                  <a:lnTo>
                    <a:pt x="207" y="15"/>
                  </a:lnTo>
                  <a:lnTo>
                    <a:pt x="188" y="24"/>
                  </a:lnTo>
                  <a:lnTo>
                    <a:pt x="178" y="29"/>
                  </a:lnTo>
                  <a:cubicBezTo>
                    <a:pt x="169" y="34"/>
                    <a:pt x="159" y="39"/>
                    <a:pt x="154" y="44"/>
                  </a:cubicBezTo>
                  <a:cubicBezTo>
                    <a:pt x="0" y="174"/>
                    <a:pt x="29" y="592"/>
                    <a:pt x="48" y="963"/>
                  </a:cubicBezTo>
                  <a:cubicBezTo>
                    <a:pt x="87" y="1588"/>
                    <a:pt x="833" y="2146"/>
                    <a:pt x="838" y="2151"/>
                  </a:cubicBezTo>
                  <a:cubicBezTo>
                    <a:pt x="881" y="2185"/>
                    <a:pt x="910" y="2238"/>
                    <a:pt x="910" y="2291"/>
                  </a:cubicBezTo>
                  <a:lnTo>
                    <a:pt x="910" y="2810"/>
                  </a:lnTo>
                  <a:lnTo>
                    <a:pt x="1136" y="2810"/>
                  </a:lnTo>
                  <a:lnTo>
                    <a:pt x="1136" y="2296"/>
                  </a:lnTo>
                  <a:cubicBezTo>
                    <a:pt x="1136" y="2238"/>
                    <a:pt x="1112" y="2190"/>
                    <a:pt x="1068" y="2156"/>
                  </a:cubicBezTo>
                  <a:cubicBezTo>
                    <a:pt x="1059" y="2151"/>
                    <a:pt x="318" y="1588"/>
                    <a:pt x="279" y="967"/>
                  </a:cubicBezTo>
                  <a:cubicBezTo>
                    <a:pt x="255" y="597"/>
                    <a:pt x="231" y="174"/>
                    <a:pt x="380" y="48"/>
                  </a:cubicBezTo>
                  <a:cubicBezTo>
                    <a:pt x="390" y="44"/>
                    <a:pt x="400" y="39"/>
                    <a:pt x="404" y="34"/>
                  </a:cubicBezTo>
                  <a:lnTo>
                    <a:pt x="419" y="24"/>
                  </a:lnTo>
                  <a:lnTo>
                    <a:pt x="433" y="20"/>
                  </a:lnTo>
                  <a:lnTo>
                    <a:pt x="453" y="15"/>
                  </a:lnTo>
                  <a:lnTo>
                    <a:pt x="467" y="10"/>
                  </a:lnTo>
                  <a:lnTo>
                    <a:pt x="472" y="10"/>
                  </a:lnTo>
                  <a:lnTo>
                    <a:pt x="443" y="5"/>
                  </a:lnTo>
                  <a:lnTo>
                    <a:pt x="400"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87"/>
            <p:cNvSpPr/>
            <p:nvPr/>
          </p:nvSpPr>
          <p:spPr>
            <a:xfrm>
              <a:off x="5458512" y="2007088"/>
              <a:ext cx="19094" cy="13140"/>
            </a:xfrm>
            <a:custGeom>
              <a:rect b="b" l="l" r="r" t="t"/>
              <a:pathLst>
                <a:path extrusionOk="0" h="501" w="728">
                  <a:moveTo>
                    <a:pt x="1" y="0"/>
                  </a:moveTo>
                  <a:lnTo>
                    <a:pt x="515" y="501"/>
                  </a:lnTo>
                  <a:lnTo>
                    <a:pt x="727" y="49"/>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87"/>
            <p:cNvSpPr/>
            <p:nvPr/>
          </p:nvSpPr>
          <p:spPr>
            <a:xfrm>
              <a:off x="5604153" y="2062350"/>
              <a:ext cx="18071" cy="20615"/>
            </a:xfrm>
            <a:custGeom>
              <a:rect b="b" l="l" r="r" t="t"/>
              <a:pathLst>
                <a:path extrusionOk="0" h="786" w="689">
                  <a:moveTo>
                    <a:pt x="164" y="1"/>
                  </a:moveTo>
                  <a:lnTo>
                    <a:pt x="10" y="569"/>
                  </a:lnTo>
                  <a:cubicBezTo>
                    <a:pt x="5" y="583"/>
                    <a:pt x="5" y="593"/>
                    <a:pt x="0" y="607"/>
                  </a:cubicBezTo>
                  <a:lnTo>
                    <a:pt x="429" y="785"/>
                  </a:lnTo>
                  <a:lnTo>
                    <a:pt x="688" y="218"/>
                  </a:lnTo>
                  <a:lnTo>
                    <a:pt x="16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87"/>
            <p:cNvSpPr/>
            <p:nvPr/>
          </p:nvSpPr>
          <p:spPr>
            <a:xfrm>
              <a:off x="5480858" y="2011494"/>
              <a:ext cx="44062" cy="30948"/>
            </a:xfrm>
            <a:custGeom>
              <a:rect b="b" l="l" r="r" t="t"/>
              <a:pathLst>
                <a:path extrusionOk="0" h="1180" w="1680">
                  <a:moveTo>
                    <a:pt x="255" y="1"/>
                  </a:moveTo>
                  <a:lnTo>
                    <a:pt x="0" y="535"/>
                  </a:lnTo>
                  <a:lnTo>
                    <a:pt x="1526" y="1180"/>
                  </a:lnTo>
                  <a:lnTo>
                    <a:pt x="1680" y="602"/>
                  </a:lnTo>
                  <a:lnTo>
                    <a:pt x="255"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87"/>
            <p:cNvSpPr/>
            <p:nvPr/>
          </p:nvSpPr>
          <p:spPr>
            <a:xfrm>
              <a:off x="5624978" y="2072080"/>
              <a:ext cx="16182" cy="17966"/>
            </a:xfrm>
            <a:custGeom>
              <a:rect b="b" l="l" r="r" t="t"/>
              <a:pathLst>
                <a:path extrusionOk="0" h="685" w="617">
                  <a:moveTo>
                    <a:pt x="260" y="0"/>
                  </a:moveTo>
                  <a:lnTo>
                    <a:pt x="0" y="563"/>
                  </a:lnTo>
                  <a:lnTo>
                    <a:pt x="270" y="674"/>
                  </a:lnTo>
                  <a:cubicBezTo>
                    <a:pt x="287" y="681"/>
                    <a:pt x="305" y="684"/>
                    <a:pt x="324" y="684"/>
                  </a:cubicBezTo>
                  <a:cubicBezTo>
                    <a:pt x="380" y="684"/>
                    <a:pt x="435" y="652"/>
                    <a:pt x="457" y="597"/>
                  </a:cubicBezTo>
                  <a:lnTo>
                    <a:pt x="587" y="299"/>
                  </a:lnTo>
                  <a:cubicBezTo>
                    <a:pt x="616" y="222"/>
                    <a:pt x="582" y="135"/>
                    <a:pt x="510" y="106"/>
                  </a:cubicBezTo>
                  <a:lnTo>
                    <a:pt x="260"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87"/>
            <p:cNvSpPr/>
            <p:nvPr/>
          </p:nvSpPr>
          <p:spPr>
            <a:xfrm>
              <a:off x="5386334" y="2267186"/>
              <a:ext cx="72204" cy="17808"/>
            </a:xfrm>
            <a:custGeom>
              <a:rect b="b" l="l" r="r" t="t"/>
              <a:pathLst>
                <a:path extrusionOk="0" h="679" w="2753">
                  <a:moveTo>
                    <a:pt x="0" y="0"/>
                  </a:moveTo>
                  <a:lnTo>
                    <a:pt x="0" y="679"/>
                  </a:lnTo>
                  <a:lnTo>
                    <a:pt x="2753" y="679"/>
                  </a:lnTo>
                  <a:lnTo>
                    <a:pt x="2753"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87"/>
            <p:cNvSpPr/>
            <p:nvPr/>
          </p:nvSpPr>
          <p:spPr>
            <a:xfrm>
              <a:off x="5386203" y="2296325"/>
              <a:ext cx="72204" cy="44849"/>
            </a:xfrm>
            <a:custGeom>
              <a:rect b="b" l="l" r="r" t="t"/>
              <a:pathLst>
                <a:path extrusionOk="0" h="1710" w="2753">
                  <a:moveTo>
                    <a:pt x="0" y="1"/>
                  </a:moveTo>
                  <a:lnTo>
                    <a:pt x="0" y="1709"/>
                  </a:lnTo>
                  <a:lnTo>
                    <a:pt x="2753" y="1709"/>
                  </a:lnTo>
                  <a:lnTo>
                    <a:pt x="2753"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87"/>
            <p:cNvSpPr/>
            <p:nvPr/>
          </p:nvSpPr>
          <p:spPr>
            <a:xfrm>
              <a:off x="5398451" y="2267186"/>
              <a:ext cx="60087" cy="17808"/>
            </a:xfrm>
            <a:custGeom>
              <a:rect b="b" l="l" r="r" t="t"/>
              <a:pathLst>
                <a:path extrusionOk="0" h="679" w="2291">
                  <a:moveTo>
                    <a:pt x="0" y="0"/>
                  </a:moveTo>
                  <a:lnTo>
                    <a:pt x="0" y="679"/>
                  </a:lnTo>
                  <a:lnTo>
                    <a:pt x="2291" y="679"/>
                  </a:lnTo>
                  <a:lnTo>
                    <a:pt x="2291"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87"/>
            <p:cNvSpPr/>
            <p:nvPr/>
          </p:nvSpPr>
          <p:spPr>
            <a:xfrm>
              <a:off x="5398451" y="2296325"/>
              <a:ext cx="60087" cy="44849"/>
            </a:xfrm>
            <a:custGeom>
              <a:rect b="b" l="l" r="r" t="t"/>
              <a:pathLst>
                <a:path extrusionOk="0" h="1710" w="2291">
                  <a:moveTo>
                    <a:pt x="0" y="1"/>
                  </a:moveTo>
                  <a:lnTo>
                    <a:pt x="0" y="1709"/>
                  </a:lnTo>
                  <a:lnTo>
                    <a:pt x="2291" y="1709"/>
                  </a:lnTo>
                  <a:lnTo>
                    <a:pt x="229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87"/>
            <p:cNvSpPr/>
            <p:nvPr/>
          </p:nvSpPr>
          <p:spPr>
            <a:xfrm>
              <a:off x="5633161" y="2265036"/>
              <a:ext cx="72231" cy="76138"/>
            </a:xfrm>
            <a:custGeom>
              <a:rect b="b" l="l" r="r" t="t"/>
              <a:pathLst>
                <a:path extrusionOk="0" h="2903" w="2754">
                  <a:moveTo>
                    <a:pt x="1" y="1"/>
                  </a:moveTo>
                  <a:lnTo>
                    <a:pt x="1" y="2902"/>
                  </a:lnTo>
                  <a:lnTo>
                    <a:pt x="2753" y="2902"/>
                  </a:lnTo>
                  <a:lnTo>
                    <a:pt x="2753"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87"/>
            <p:cNvSpPr/>
            <p:nvPr/>
          </p:nvSpPr>
          <p:spPr>
            <a:xfrm>
              <a:off x="5633161" y="2235897"/>
              <a:ext cx="72231" cy="17940"/>
            </a:xfrm>
            <a:custGeom>
              <a:rect b="b" l="l" r="r" t="t"/>
              <a:pathLst>
                <a:path extrusionOk="0" h="684" w="2754">
                  <a:moveTo>
                    <a:pt x="1" y="0"/>
                  </a:moveTo>
                  <a:lnTo>
                    <a:pt x="1" y="683"/>
                  </a:lnTo>
                  <a:lnTo>
                    <a:pt x="2753" y="683"/>
                  </a:lnTo>
                  <a:lnTo>
                    <a:pt x="2753"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87"/>
            <p:cNvSpPr/>
            <p:nvPr/>
          </p:nvSpPr>
          <p:spPr>
            <a:xfrm>
              <a:off x="5648819" y="2265036"/>
              <a:ext cx="56573" cy="76138"/>
            </a:xfrm>
            <a:custGeom>
              <a:rect b="b" l="l" r="r" t="t"/>
              <a:pathLst>
                <a:path extrusionOk="0" h="2903" w="2157">
                  <a:moveTo>
                    <a:pt x="1" y="1"/>
                  </a:moveTo>
                  <a:lnTo>
                    <a:pt x="1" y="2902"/>
                  </a:lnTo>
                  <a:lnTo>
                    <a:pt x="2156" y="2902"/>
                  </a:lnTo>
                  <a:lnTo>
                    <a:pt x="2156"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87"/>
            <p:cNvSpPr/>
            <p:nvPr/>
          </p:nvSpPr>
          <p:spPr>
            <a:xfrm>
              <a:off x="5648819" y="2235897"/>
              <a:ext cx="56573" cy="17940"/>
            </a:xfrm>
            <a:custGeom>
              <a:rect b="b" l="l" r="r" t="t"/>
              <a:pathLst>
                <a:path extrusionOk="0" h="684" w="2157">
                  <a:moveTo>
                    <a:pt x="1" y="0"/>
                  </a:moveTo>
                  <a:lnTo>
                    <a:pt x="1" y="683"/>
                  </a:lnTo>
                  <a:lnTo>
                    <a:pt x="2156" y="683"/>
                  </a:lnTo>
                  <a:lnTo>
                    <a:pt x="2156"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87"/>
            <p:cNvSpPr/>
            <p:nvPr/>
          </p:nvSpPr>
          <p:spPr>
            <a:xfrm>
              <a:off x="5507977" y="2140219"/>
              <a:ext cx="72231" cy="17835"/>
            </a:xfrm>
            <a:custGeom>
              <a:rect b="b" l="l" r="r" t="t"/>
              <a:pathLst>
                <a:path extrusionOk="0" h="680" w="2754">
                  <a:moveTo>
                    <a:pt x="1" y="1"/>
                  </a:moveTo>
                  <a:lnTo>
                    <a:pt x="1" y="679"/>
                  </a:lnTo>
                  <a:lnTo>
                    <a:pt x="2753" y="679"/>
                  </a:lnTo>
                  <a:lnTo>
                    <a:pt x="2753"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87"/>
            <p:cNvSpPr/>
            <p:nvPr/>
          </p:nvSpPr>
          <p:spPr>
            <a:xfrm>
              <a:off x="5507977" y="2169384"/>
              <a:ext cx="72231" cy="171790"/>
            </a:xfrm>
            <a:custGeom>
              <a:rect b="b" l="l" r="r" t="t"/>
              <a:pathLst>
                <a:path extrusionOk="0" h="6550" w="2754">
                  <a:moveTo>
                    <a:pt x="1" y="0"/>
                  </a:moveTo>
                  <a:lnTo>
                    <a:pt x="1" y="6549"/>
                  </a:lnTo>
                  <a:lnTo>
                    <a:pt x="2753" y="6549"/>
                  </a:lnTo>
                  <a:lnTo>
                    <a:pt x="2753"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87"/>
            <p:cNvSpPr/>
            <p:nvPr/>
          </p:nvSpPr>
          <p:spPr>
            <a:xfrm>
              <a:off x="5519333" y="2140219"/>
              <a:ext cx="60874" cy="17835"/>
            </a:xfrm>
            <a:custGeom>
              <a:rect b="b" l="l" r="r" t="t"/>
              <a:pathLst>
                <a:path extrusionOk="0" h="680" w="2321">
                  <a:moveTo>
                    <a:pt x="1" y="1"/>
                  </a:moveTo>
                  <a:lnTo>
                    <a:pt x="1" y="679"/>
                  </a:lnTo>
                  <a:lnTo>
                    <a:pt x="2320" y="679"/>
                  </a:lnTo>
                  <a:lnTo>
                    <a:pt x="2320"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87"/>
            <p:cNvSpPr/>
            <p:nvPr/>
          </p:nvSpPr>
          <p:spPr>
            <a:xfrm>
              <a:off x="5519333" y="2169384"/>
              <a:ext cx="66041" cy="171790"/>
            </a:xfrm>
            <a:custGeom>
              <a:rect b="b" l="l" r="r" t="t"/>
              <a:pathLst>
                <a:path extrusionOk="0" h="6550" w="2518">
                  <a:moveTo>
                    <a:pt x="1" y="0"/>
                  </a:moveTo>
                  <a:lnTo>
                    <a:pt x="1" y="6549"/>
                  </a:lnTo>
                  <a:lnTo>
                    <a:pt x="2517" y="6549"/>
                  </a:lnTo>
                  <a:lnTo>
                    <a:pt x="2517"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87"/>
            <p:cNvSpPr/>
            <p:nvPr/>
          </p:nvSpPr>
          <p:spPr>
            <a:xfrm>
              <a:off x="5479966" y="2018314"/>
              <a:ext cx="44193" cy="25152"/>
            </a:xfrm>
            <a:custGeom>
              <a:rect b="b" l="l" r="r" t="t"/>
              <a:pathLst>
                <a:path extrusionOk="0" h="959" w="1685">
                  <a:moveTo>
                    <a:pt x="130" y="1"/>
                  </a:moveTo>
                  <a:lnTo>
                    <a:pt x="1" y="280"/>
                  </a:lnTo>
                  <a:lnTo>
                    <a:pt x="1603" y="958"/>
                  </a:lnTo>
                  <a:lnTo>
                    <a:pt x="1685" y="660"/>
                  </a:lnTo>
                  <a:lnTo>
                    <a:pt x="13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87"/>
            <p:cNvSpPr/>
            <p:nvPr/>
          </p:nvSpPr>
          <p:spPr>
            <a:xfrm>
              <a:off x="5603261" y="2070192"/>
              <a:ext cx="15159" cy="13009"/>
            </a:xfrm>
            <a:custGeom>
              <a:rect b="b" l="l" r="r" t="t"/>
              <a:pathLst>
                <a:path extrusionOk="0" h="496" w="578">
                  <a:moveTo>
                    <a:pt x="82" y="0"/>
                  </a:moveTo>
                  <a:lnTo>
                    <a:pt x="5" y="265"/>
                  </a:lnTo>
                  <a:cubicBezTo>
                    <a:pt x="5" y="275"/>
                    <a:pt x="5" y="289"/>
                    <a:pt x="1" y="303"/>
                  </a:cubicBezTo>
                  <a:lnTo>
                    <a:pt x="453" y="496"/>
                  </a:lnTo>
                  <a:lnTo>
                    <a:pt x="578" y="222"/>
                  </a:lnTo>
                  <a:lnTo>
                    <a:pt x="578" y="212"/>
                  </a:lnTo>
                  <a:lnTo>
                    <a:pt x="82"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87"/>
            <p:cNvSpPr/>
            <p:nvPr/>
          </p:nvSpPr>
          <p:spPr>
            <a:xfrm>
              <a:off x="5649212" y="2124325"/>
              <a:ext cx="11383" cy="30555"/>
            </a:xfrm>
            <a:custGeom>
              <a:rect b="b" l="l" r="r" t="t"/>
              <a:pathLst>
                <a:path extrusionOk="0" h="1165" w="434">
                  <a:moveTo>
                    <a:pt x="217" y="1"/>
                  </a:moveTo>
                  <a:cubicBezTo>
                    <a:pt x="108" y="1"/>
                    <a:pt x="0" y="73"/>
                    <a:pt x="0" y="217"/>
                  </a:cubicBezTo>
                  <a:lnTo>
                    <a:pt x="0" y="948"/>
                  </a:lnTo>
                  <a:cubicBezTo>
                    <a:pt x="0" y="1069"/>
                    <a:pt x="96" y="1165"/>
                    <a:pt x="217" y="1165"/>
                  </a:cubicBezTo>
                  <a:cubicBezTo>
                    <a:pt x="337" y="1165"/>
                    <a:pt x="433" y="1069"/>
                    <a:pt x="433" y="948"/>
                  </a:cubicBezTo>
                  <a:lnTo>
                    <a:pt x="433" y="217"/>
                  </a:lnTo>
                  <a:cubicBezTo>
                    <a:pt x="433" y="73"/>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87"/>
            <p:cNvSpPr/>
            <p:nvPr/>
          </p:nvSpPr>
          <p:spPr>
            <a:xfrm>
              <a:off x="5668752" y="2127368"/>
              <a:ext cx="11383" cy="27513"/>
            </a:xfrm>
            <a:custGeom>
              <a:rect b="b" l="l" r="r" t="t"/>
              <a:pathLst>
                <a:path extrusionOk="0" h="1049" w="434">
                  <a:moveTo>
                    <a:pt x="217" y="0"/>
                  </a:moveTo>
                  <a:cubicBezTo>
                    <a:pt x="109" y="0"/>
                    <a:pt x="1" y="72"/>
                    <a:pt x="1" y="217"/>
                  </a:cubicBezTo>
                  <a:lnTo>
                    <a:pt x="1" y="832"/>
                  </a:lnTo>
                  <a:cubicBezTo>
                    <a:pt x="1" y="953"/>
                    <a:pt x="97" y="1049"/>
                    <a:pt x="217" y="1049"/>
                  </a:cubicBezTo>
                  <a:cubicBezTo>
                    <a:pt x="338" y="1049"/>
                    <a:pt x="434" y="953"/>
                    <a:pt x="434" y="832"/>
                  </a:cubicBezTo>
                  <a:lnTo>
                    <a:pt x="434" y="217"/>
                  </a:lnTo>
                  <a:cubicBezTo>
                    <a:pt x="434" y="72"/>
                    <a:pt x="326"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87"/>
            <p:cNvSpPr/>
            <p:nvPr/>
          </p:nvSpPr>
          <p:spPr>
            <a:xfrm>
              <a:off x="5688317" y="2135052"/>
              <a:ext cx="11383" cy="22608"/>
            </a:xfrm>
            <a:custGeom>
              <a:rect b="b" l="l" r="r" t="t"/>
              <a:pathLst>
                <a:path extrusionOk="0" h="862" w="434">
                  <a:moveTo>
                    <a:pt x="217" y="1"/>
                  </a:moveTo>
                  <a:cubicBezTo>
                    <a:pt x="109" y="1"/>
                    <a:pt x="1" y="73"/>
                    <a:pt x="1" y="217"/>
                  </a:cubicBezTo>
                  <a:lnTo>
                    <a:pt x="1" y="645"/>
                  </a:lnTo>
                  <a:cubicBezTo>
                    <a:pt x="1" y="766"/>
                    <a:pt x="97" y="862"/>
                    <a:pt x="217" y="862"/>
                  </a:cubicBezTo>
                  <a:cubicBezTo>
                    <a:pt x="338" y="862"/>
                    <a:pt x="434" y="766"/>
                    <a:pt x="434" y="650"/>
                  </a:cubicBezTo>
                  <a:lnTo>
                    <a:pt x="434" y="217"/>
                  </a:lnTo>
                  <a:cubicBezTo>
                    <a:pt x="434" y="73"/>
                    <a:pt x="326"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87"/>
            <p:cNvSpPr/>
            <p:nvPr/>
          </p:nvSpPr>
          <p:spPr>
            <a:xfrm>
              <a:off x="5606540" y="2111946"/>
              <a:ext cx="115112" cy="240952"/>
            </a:xfrm>
            <a:custGeom>
              <a:rect b="b" l="l" r="r" t="t"/>
              <a:pathLst>
                <a:path extrusionOk="0" h="9187" w="4389">
                  <a:moveTo>
                    <a:pt x="1468" y="434"/>
                  </a:moveTo>
                  <a:cubicBezTo>
                    <a:pt x="1555" y="434"/>
                    <a:pt x="1627" y="501"/>
                    <a:pt x="1627" y="588"/>
                  </a:cubicBezTo>
                  <a:lnTo>
                    <a:pt x="1627" y="689"/>
                  </a:lnTo>
                  <a:cubicBezTo>
                    <a:pt x="1627" y="827"/>
                    <a:pt x="1735" y="904"/>
                    <a:pt x="1843" y="904"/>
                  </a:cubicBezTo>
                  <a:cubicBezTo>
                    <a:pt x="1928" y="904"/>
                    <a:pt x="2012" y="858"/>
                    <a:pt x="2046" y="756"/>
                  </a:cubicBezTo>
                  <a:cubicBezTo>
                    <a:pt x="2065" y="694"/>
                    <a:pt x="2127" y="651"/>
                    <a:pt x="2195" y="651"/>
                  </a:cubicBezTo>
                  <a:lnTo>
                    <a:pt x="2214" y="651"/>
                  </a:lnTo>
                  <a:cubicBezTo>
                    <a:pt x="2301" y="651"/>
                    <a:pt x="2368" y="718"/>
                    <a:pt x="2368" y="805"/>
                  </a:cubicBezTo>
                  <a:lnTo>
                    <a:pt x="2368" y="833"/>
                  </a:lnTo>
                  <a:cubicBezTo>
                    <a:pt x="2371" y="971"/>
                    <a:pt x="2480" y="1049"/>
                    <a:pt x="2589" y="1049"/>
                  </a:cubicBezTo>
                  <a:cubicBezTo>
                    <a:pt x="2673" y="1049"/>
                    <a:pt x="2758" y="1002"/>
                    <a:pt x="2792" y="901"/>
                  </a:cubicBezTo>
                  <a:cubicBezTo>
                    <a:pt x="2811" y="833"/>
                    <a:pt x="2873" y="790"/>
                    <a:pt x="2941" y="790"/>
                  </a:cubicBezTo>
                  <a:lnTo>
                    <a:pt x="2960" y="790"/>
                  </a:lnTo>
                  <a:cubicBezTo>
                    <a:pt x="3047" y="790"/>
                    <a:pt x="3114" y="857"/>
                    <a:pt x="3114" y="944"/>
                  </a:cubicBezTo>
                  <a:lnTo>
                    <a:pt x="3114" y="1098"/>
                  </a:lnTo>
                  <a:cubicBezTo>
                    <a:pt x="3114" y="1240"/>
                    <a:pt x="3222" y="1311"/>
                    <a:pt x="3330" y="1311"/>
                  </a:cubicBezTo>
                  <a:cubicBezTo>
                    <a:pt x="3439" y="1311"/>
                    <a:pt x="3547" y="1240"/>
                    <a:pt x="3547" y="1098"/>
                  </a:cubicBezTo>
                  <a:cubicBezTo>
                    <a:pt x="3547" y="1011"/>
                    <a:pt x="3619" y="939"/>
                    <a:pt x="3701" y="939"/>
                  </a:cubicBezTo>
                  <a:lnTo>
                    <a:pt x="3725" y="939"/>
                  </a:lnTo>
                  <a:cubicBezTo>
                    <a:pt x="3812" y="939"/>
                    <a:pt x="3879" y="1011"/>
                    <a:pt x="3879" y="1098"/>
                  </a:cubicBezTo>
                  <a:lnTo>
                    <a:pt x="3879" y="2109"/>
                  </a:lnTo>
                  <a:lnTo>
                    <a:pt x="3879" y="2133"/>
                  </a:lnTo>
                  <a:cubicBezTo>
                    <a:pt x="3903" y="2388"/>
                    <a:pt x="3884" y="3133"/>
                    <a:pt x="3494" y="3461"/>
                  </a:cubicBezTo>
                  <a:cubicBezTo>
                    <a:pt x="3446" y="3504"/>
                    <a:pt x="3417" y="3562"/>
                    <a:pt x="3417" y="3624"/>
                  </a:cubicBezTo>
                  <a:lnTo>
                    <a:pt x="3417" y="4312"/>
                  </a:lnTo>
                  <a:lnTo>
                    <a:pt x="1353" y="4312"/>
                  </a:lnTo>
                  <a:lnTo>
                    <a:pt x="1353" y="3836"/>
                  </a:lnTo>
                  <a:cubicBezTo>
                    <a:pt x="1353" y="3769"/>
                    <a:pt x="1319" y="3701"/>
                    <a:pt x="1266" y="3663"/>
                  </a:cubicBezTo>
                  <a:lnTo>
                    <a:pt x="1261" y="3658"/>
                  </a:lnTo>
                  <a:cubicBezTo>
                    <a:pt x="1257" y="3653"/>
                    <a:pt x="530" y="3105"/>
                    <a:pt x="492" y="2498"/>
                  </a:cubicBezTo>
                  <a:cubicBezTo>
                    <a:pt x="472" y="2157"/>
                    <a:pt x="443" y="1733"/>
                    <a:pt x="578" y="1618"/>
                  </a:cubicBezTo>
                  <a:cubicBezTo>
                    <a:pt x="614" y="1588"/>
                    <a:pt x="669" y="1575"/>
                    <a:pt x="743" y="1575"/>
                  </a:cubicBezTo>
                  <a:cubicBezTo>
                    <a:pt x="779" y="1575"/>
                    <a:pt x="818" y="1578"/>
                    <a:pt x="862" y="1584"/>
                  </a:cubicBezTo>
                  <a:lnTo>
                    <a:pt x="862" y="1878"/>
                  </a:lnTo>
                  <a:cubicBezTo>
                    <a:pt x="862" y="2022"/>
                    <a:pt x="970" y="2094"/>
                    <a:pt x="1079" y="2094"/>
                  </a:cubicBezTo>
                  <a:cubicBezTo>
                    <a:pt x="1187" y="2094"/>
                    <a:pt x="1295" y="2022"/>
                    <a:pt x="1295" y="1878"/>
                  </a:cubicBezTo>
                  <a:lnTo>
                    <a:pt x="1295" y="588"/>
                  </a:lnTo>
                  <a:cubicBezTo>
                    <a:pt x="1295" y="501"/>
                    <a:pt x="1362" y="434"/>
                    <a:pt x="1449" y="434"/>
                  </a:cubicBezTo>
                  <a:close/>
                  <a:moveTo>
                    <a:pt x="3773" y="4741"/>
                  </a:moveTo>
                  <a:lnTo>
                    <a:pt x="3773" y="5419"/>
                  </a:lnTo>
                  <a:lnTo>
                    <a:pt x="1021" y="5419"/>
                  </a:lnTo>
                  <a:lnTo>
                    <a:pt x="1021" y="4741"/>
                  </a:lnTo>
                  <a:close/>
                  <a:moveTo>
                    <a:pt x="3773" y="5852"/>
                  </a:moveTo>
                  <a:lnTo>
                    <a:pt x="3773" y="8749"/>
                  </a:lnTo>
                  <a:lnTo>
                    <a:pt x="1021" y="8749"/>
                  </a:lnTo>
                  <a:lnTo>
                    <a:pt x="1021" y="5852"/>
                  </a:lnTo>
                  <a:close/>
                  <a:moveTo>
                    <a:pt x="1449" y="1"/>
                  </a:moveTo>
                  <a:cubicBezTo>
                    <a:pt x="1127" y="1"/>
                    <a:pt x="862" y="266"/>
                    <a:pt x="862" y="588"/>
                  </a:cubicBezTo>
                  <a:lnTo>
                    <a:pt x="862" y="1156"/>
                  </a:lnTo>
                  <a:cubicBezTo>
                    <a:pt x="820" y="1152"/>
                    <a:pt x="780" y="1149"/>
                    <a:pt x="741" y="1149"/>
                  </a:cubicBezTo>
                  <a:cubicBezTo>
                    <a:pt x="561" y="1149"/>
                    <a:pt x="415" y="1196"/>
                    <a:pt x="304" y="1291"/>
                  </a:cubicBezTo>
                  <a:cubicBezTo>
                    <a:pt x="1" y="1546"/>
                    <a:pt x="30" y="2046"/>
                    <a:pt x="63" y="2532"/>
                  </a:cubicBezTo>
                  <a:cubicBezTo>
                    <a:pt x="102" y="3196"/>
                    <a:pt x="694" y="3749"/>
                    <a:pt x="920" y="3942"/>
                  </a:cubicBezTo>
                  <a:lnTo>
                    <a:pt x="920" y="4312"/>
                  </a:lnTo>
                  <a:lnTo>
                    <a:pt x="804" y="4312"/>
                  </a:lnTo>
                  <a:cubicBezTo>
                    <a:pt x="689" y="4312"/>
                    <a:pt x="593" y="4409"/>
                    <a:pt x="593" y="4529"/>
                  </a:cubicBezTo>
                  <a:lnTo>
                    <a:pt x="593" y="8970"/>
                  </a:lnTo>
                  <a:cubicBezTo>
                    <a:pt x="593" y="9090"/>
                    <a:pt x="689" y="9187"/>
                    <a:pt x="804" y="9187"/>
                  </a:cubicBezTo>
                  <a:lnTo>
                    <a:pt x="3990" y="9187"/>
                  </a:lnTo>
                  <a:cubicBezTo>
                    <a:pt x="4110" y="9187"/>
                    <a:pt x="4206" y="9090"/>
                    <a:pt x="4206" y="8970"/>
                  </a:cubicBezTo>
                  <a:lnTo>
                    <a:pt x="4206" y="4524"/>
                  </a:lnTo>
                  <a:cubicBezTo>
                    <a:pt x="4206" y="4404"/>
                    <a:pt x="4110" y="4307"/>
                    <a:pt x="3990" y="4307"/>
                  </a:cubicBezTo>
                  <a:lnTo>
                    <a:pt x="3855" y="4307"/>
                  </a:lnTo>
                  <a:lnTo>
                    <a:pt x="3855" y="3720"/>
                  </a:lnTo>
                  <a:cubicBezTo>
                    <a:pt x="4389" y="3182"/>
                    <a:pt x="4326" y="2219"/>
                    <a:pt x="4317" y="2099"/>
                  </a:cubicBezTo>
                  <a:lnTo>
                    <a:pt x="4317" y="1098"/>
                  </a:lnTo>
                  <a:cubicBezTo>
                    <a:pt x="4317" y="771"/>
                    <a:pt x="4052" y="511"/>
                    <a:pt x="3730" y="511"/>
                  </a:cubicBezTo>
                  <a:lnTo>
                    <a:pt x="3711" y="511"/>
                  </a:lnTo>
                  <a:cubicBezTo>
                    <a:pt x="3620" y="559"/>
                    <a:pt x="3523" y="582"/>
                    <a:pt x="3427" y="582"/>
                  </a:cubicBezTo>
                  <a:cubicBezTo>
                    <a:pt x="3251" y="582"/>
                    <a:pt x="3080" y="505"/>
                    <a:pt x="2965" y="362"/>
                  </a:cubicBezTo>
                  <a:lnTo>
                    <a:pt x="2945" y="362"/>
                  </a:lnTo>
                  <a:cubicBezTo>
                    <a:pt x="2859" y="406"/>
                    <a:pt x="2766" y="427"/>
                    <a:pt x="2673" y="427"/>
                  </a:cubicBezTo>
                  <a:cubicBezTo>
                    <a:pt x="2502" y="427"/>
                    <a:pt x="2334" y="355"/>
                    <a:pt x="2219" y="218"/>
                  </a:cubicBezTo>
                  <a:lnTo>
                    <a:pt x="2195" y="218"/>
                  </a:lnTo>
                  <a:cubicBezTo>
                    <a:pt x="2118" y="251"/>
                    <a:pt x="2038" y="267"/>
                    <a:pt x="1959" y="267"/>
                  </a:cubicBezTo>
                  <a:cubicBezTo>
                    <a:pt x="1766" y="267"/>
                    <a:pt x="1582" y="172"/>
                    <a:pt x="14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87"/>
            <p:cNvSpPr/>
            <p:nvPr/>
          </p:nvSpPr>
          <p:spPr>
            <a:xfrm>
              <a:off x="5402359" y="2155510"/>
              <a:ext cx="11252" cy="30686"/>
            </a:xfrm>
            <a:custGeom>
              <a:rect b="b" l="l" r="r" t="t"/>
              <a:pathLst>
                <a:path extrusionOk="0" h="1170" w="429">
                  <a:moveTo>
                    <a:pt x="214" y="0"/>
                  </a:moveTo>
                  <a:cubicBezTo>
                    <a:pt x="107" y="0"/>
                    <a:pt x="0" y="72"/>
                    <a:pt x="0" y="217"/>
                  </a:cubicBezTo>
                  <a:lnTo>
                    <a:pt x="0" y="953"/>
                  </a:lnTo>
                  <a:cubicBezTo>
                    <a:pt x="0" y="1073"/>
                    <a:pt x="97" y="1169"/>
                    <a:pt x="212" y="1169"/>
                  </a:cubicBezTo>
                  <a:cubicBezTo>
                    <a:pt x="332" y="1169"/>
                    <a:pt x="429" y="1068"/>
                    <a:pt x="429" y="953"/>
                  </a:cubicBezTo>
                  <a:lnTo>
                    <a:pt x="429" y="217"/>
                  </a:lnTo>
                  <a:cubicBezTo>
                    <a:pt x="429" y="72"/>
                    <a:pt x="32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87"/>
            <p:cNvSpPr/>
            <p:nvPr/>
          </p:nvSpPr>
          <p:spPr>
            <a:xfrm>
              <a:off x="5421925" y="2158657"/>
              <a:ext cx="11252" cy="27539"/>
            </a:xfrm>
            <a:custGeom>
              <a:rect b="b" l="l" r="r" t="t"/>
              <a:pathLst>
                <a:path extrusionOk="0" h="1050" w="429">
                  <a:moveTo>
                    <a:pt x="214" y="0"/>
                  </a:moveTo>
                  <a:cubicBezTo>
                    <a:pt x="107" y="0"/>
                    <a:pt x="0" y="73"/>
                    <a:pt x="0" y="217"/>
                  </a:cubicBezTo>
                  <a:lnTo>
                    <a:pt x="0" y="833"/>
                  </a:lnTo>
                  <a:cubicBezTo>
                    <a:pt x="0" y="953"/>
                    <a:pt x="96" y="1049"/>
                    <a:pt x="212" y="1049"/>
                  </a:cubicBezTo>
                  <a:cubicBezTo>
                    <a:pt x="332" y="1049"/>
                    <a:pt x="428" y="953"/>
                    <a:pt x="428" y="833"/>
                  </a:cubicBezTo>
                  <a:lnTo>
                    <a:pt x="428" y="217"/>
                  </a:lnTo>
                  <a:cubicBezTo>
                    <a:pt x="428" y="73"/>
                    <a:pt x="32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87"/>
            <p:cNvSpPr/>
            <p:nvPr/>
          </p:nvSpPr>
          <p:spPr>
            <a:xfrm>
              <a:off x="5441464" y="2166237"/>
              <a:ext cx="11383" cy="22739"/>
            </a:xfrm>
            <a:custGeom>
              <a:rect b="b" l="l" r="r" t="t"/>
              <a:pathLst>
                <a:path extrusionOk="0" h="867" w="434">
                  <a:moveTo>
                    <a:pt x="217" y="0"/>
                  </a:moveTo>
                  <a:cubicBezTo>
                    <a:pt x="109" y="0"/>
                    <a:pt x="1" y="72"/>
                    <a:pt x="1" y="217"/>
                  </a:cubicBezTo>
                  <a:lnTo>
                    <a:pt x="1" y="650"/>
                  </a:lnTo>
                  <a:cubicBezTo>
                    <a:pt x="1" y="770"/>
                    <a:pt x="97" y="866"/>
                    <a:pt x="217" y="866"/>
                  </a:cubicBezTo>
                  <a:cubicBezTo>
                    <a:pt x="333" y="866"/>
                    <a:pt x="434" y="770"/>
                    <a:pt x="434" y="650"/>
                  </a:cubicBezTo>
                  <a:lnTo>
                    <a:pt x="434" y="217"/>
                  </a:lnTo>
                  <a:cubicBezTo>
                    <a:pt x="434" y="72"/>
                    <a:pt x="326"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87"/>
            <p:cNvSpPr/>
            <p:nvPr/>
          </p:nvSpPr>
          <p:spPr>
            <a:xfrm>
              <a:off x="5359818" y="2143130"/>
              <a:ext cx="114876" cy="209636"/>
            </a:xfrm>
            <a:custGeom>
              <a:rect b="b" l="l" r="r" t="t"/>
              <a:pathLst>
                <a:path extrusionOk="0" h="7993" w="4380">
                  <a:moveTo>
                    <a:pt x="1464" y="434"/>
                  </a:moveTo>
                  <a:cubicBezTo>
                    <a:pt x="1550" y="434"/>
                    <a:pt x="1617" y="506"/>
                    <a:pt x="1617" y="592"/>
                  </a:cubicBezTo>
                  <a:lnTo>
                    <a:pt x="1617" y="689"/>
                  </a:lnTo>
                  <a:cubicBezTo>
                    <a:pt x="1617" y="827"/>
                    <a:pt x="1727" y="904"/>
                    <a:pt x="1837" y="904"/>
                  </a:cubicBezTo>
                  <a:cubicBezTo>
                    <a:pt x="1922" y="904"/>
                    <a:pt x="2007" y="857"/>
                    <a:pt x="2041" y="756"/>
                  </a:cubicBezTo>
                  <a:cubicBezTo>
                    <a:pt x="2060" y="693"/>
                    <a:pt x="2118" y="650"/>
                    <a:pt x="2185" y="650"/>
                  </a:cubicBezTo>
                  <a:lnTo>
                    <a:pt x="2209" y="650"/>
                  </a:lnTo>
                  <a:cubicBezTo>
                    <a:pt x="2296" y="650"/>
                    <a:pt x="2363" y="717"/>
                    <a:pt x="2363" y="804"/>
                  </a:cubicBezTo>
                  <a:lnTo>
                    <a:pt x="2363" y="838"/>
                  </a:lnTo>
                  <a:cubicBezTo>
                    <a:pt x="2366" y="973"/>
                    <a:pt x="2475" y="1048"/>
                    <a:pt x="2582" y="1048"/>
                  </a:cubicBezTo>
                  <a:cubicBezTo>
                    <a:pt x="2666" y="1048"/>
                    <a:pt x="2750" y="1002"/>
                    <a:pt x="2782" y="900"/>
                  </a:cubicBezTo>
                  <a:cubicBezTo>
                    <a:pt x="2806" y="833"/>
                    <a:pt x="2864" y="790"/>
                    <a:pt x="2931" y="790"/>
                  </a:cubicBezTo>
                  <a:lnTo>
                    <a:pt x="2955" y="790"/>
                  </a:lnTo>
                  <a:cubicBezTo>
                    <a:pt x="3042" y="790"/>
                    <a:pt x="3109" y="862"/>
                    <a:pt x="3109" y="944"/>
                  </a:cubicBezTo>
                  <a:lnTo>
                    <a:pt x="3109" y="1093"/>
                  </a:lnTo>
                  <a:cubicBezTo>
                    <a:pt x="3109" y="1237"/>
                    <a:pt x="3217" y="1309"/>
                    <a:pt x="3326" y="1309"/>
                  </a:cubicBezTo>
                  <a:cubicBezTo>
                    <a:pt x="3434" y="1309"/>
                    <a:pt x="3542" y="1237"/>
                    <a:pt x="3542" y="1093"/>
                  </a:cubicBezTo>
                  <a:cubicBezTo>
                    <a:pt x="3542" y="1011"/>
                    <a:pt x="3610" y="939"/>
                    <a:pt x="3696" y="939"/>
                  </a:cubicBezTo>
                  <a:lnTo>
                    <a:pt x="3720" y="939"/>
                  </a:lnTo>
                  <a:cubicBezTo>
                    <a:pt x="3807" y="939"/>
                    <a:pt x="3874" y="1011"/>
                    <a:pt x="3874" y="1093"/>
                  </a:cubicBezTo>
                  <a:lnTo>
                    <a:pt x="3874" y="2108"/>
                  </a:lnTo>
                  <a:lnTo>
                    <a:pt x="3874" y="2132"/>
                  </a:lnTo>
                  <a:cubicBezTo>
                    <a:pt x="3898" y="2387"/>
                    <a:pt x="3879" y="3133"/>
                    <a:pt x="3489" y="3460"/>
                  </a:cubicBezTo>
                  <a:cubicBezTo>
                    <a:pt x="3441" y="3503"/>
                    <a:pt x="3412" y="3561"/>
                    <a:pt x="3412" y="3624"/>
                  </a:cubicBezTo>
                  <a:lnTo>
                    <a:pt x="3412" y="4307"/>
                  </a:lnTo>
                  <a:lnTo>
                    <a:pt x="1343" y="4307"/>
                  </a:lnTo>
                  <a:lnTo>
                    <a:pt x="1343" y="3835"/>
                  </a:lnTo>
                  <a:cubicBezTo>
                    <a:pt x="1343" y="3763"/>
                    <a:pt x="1310" y="3701"/>
                    <a:pt x="1257" y="3662"/>
                  </a:cubicBezTo>
                  <a:cubicBezTo>
                    <a:pt x="1050" y="3508"/>
                    <a:pt x="516" y="3008"/>
                    <a:pt x="482" y="2503"/>
                  </a:cubicBezTo>
                  <a:cubicBezTo>
                    <a:pt x="463" y="2161"/>
                    <a:pt x="434" y="1733"/>
                    <a:pt x="573" y="1622"/>
                  </a:cubicBezTo>
                  <a:cubicBezTo>
                    <a:pt x="606" y="1593"/>
                    <a:pt x="660" y="1579"/>
                    <a:pt x="734" y="1579"/>
                  </a:cubicBezTo>
                  <a:cubicBezTo>
                    <a:pt x="769" y="1579"/>
                    <a:pt x="809" y="1582"/>
                    <a:pt x="852" y="1588"/>
                  </a:cubicBezTo>
                  <a:lnTo>
                    <a:pt x="852" y="1882"/>
                  </a:lnTo>
                  <a:cubicBezTo>
                    <a:pt x="852" y="2026"/>
                    <a:pt x="961" y="2098"/>
                    <a:pt x="1069" y="2098"/>
                  </a:cubicBezTo>
                  <a:cubicBezTo>
                    <a:pt x="1177" y="2098"/>
                    <a:pt x="1285" y="2026"/>
                    <a:pt x="1285" y="1882"/>
                  </a:cubicBezTo>
                  <a:lnTo>
                    <a:pt x="1285" y="592"/>
                  </a:lnTo>
                  <a:cubicBezTo>
                    <a:pt x="1285" y="506"/>
                    <a:pt x="1353" y="434"/>
                    <a:pt x="1439" y="434"/>
                  </a:cubicBezTo>
                  <a:close/>
                  <a:moveTo>
                    <a:pt x="3768" y="4745"/>
                  </a:moveTo>
                  <a:lnTo>
                    <a:pt x="3768" y="5423"/>
                  </a:lnTo>
                  <a:lnTo>
                    <a:pt x="1016" y="5423"/>
                  </a:lnTo>
                  <a:lnTo>
                    <a:pt x="1016" y="4745"/>
                  </a:lnTo>
                  <a:close/>
                  <a:moveTo>
                    <a:pt x="3768" y="5856"/>
                  </a:moveTo>
                  <a:lnTo>
                    <a:pt x="3764" y="7560"/>
                  </a:lnTo>
                  <a:lnTo>
                    <a:pt x="1016" y="7560"/>
                  </a:lnTo>
                  <a:lnTo>
                    <a:pt x="1016" y="5856"/>
                  </a:lnTo>
                  <a:close/>
                  <a:moveTo>
                    <a:pt x="1449" y="0"/>
                  </a:moveTo>
                  <a:cubicBezTo>
                    <a:pt x="1122" y="0"/>
                    <a:pt x="862" y="265"/>
                    <a:pt x="862" y="588"/>
                  </a:cubicBezTo>
                  <a:lnTo>
                    <a:pt x="862" y="1155"/>
                  </a:lnTo>
                  <a:cubicBezTo>
                    <a:pt x="817" y="1150"/>
                    <a:pt x="774" y="1147"/>
                    <a:pt x="733" y="1147"/>
                  </a:cubicBezTo>
                  <a:cubicBezTo>
                    <a:pt x="557" y="1147"/>
                    <a:pt x="412" y="1196"/>
                    <a:pt x="299" y="1290"/>
                  </a:cubicBezTo>
                  <a:cubicBezTo>
                    <a:pt x="1" y="1545"/>
                    <a:pt x="30" y="2045"/>
                    <a:pt x="58" y="2531"/>
                  </a:cubicBezTo>
                  <a:cubicBezTo>
                    <a:pt x="102" y="3191"/>
                    <a:pt x="689" y="3749"/>
                    <a:pt x="920" y="3941"/>
                  </a:cubicBezTo>
                  <a:lnTo>
                    <a:pt x="920" y="4312"/>
                  </a:lnTo>
                  <a:lnTo>
                    <a:pt x="804" y="4312"/>
                  </a:lnTo>
                  <a:cubicBezTo>
                    <a:pt x="684" y="4312"/>
                    <a:pt x="588" y="4408"/>
                    <a:pt x="588" y="4528"/>
                  </a:cubicBezTo>
                  <a:lnTo>
                    <a:pt x="588" y="7776"/>
                  </a:lnTo>
                  <a:cubicBezTo>
                    <a:pt x="588" y="7897"/>
                    <a:pt x="684" y="7993"/>
                    <a:pt x="804" y="7993"/>
                  </a:cubicBezTo>
                  <a:lnTo>
                    <a:pt x="3990" y="7993"/>
                  </a:lnTo>
                  <a:cubicBezTo>
                    <a:pt x="4110" y="7993"/>
                    <a:pt x="4206" y="7897"/>
                    <a:pt x="4206" y="7776"/>
                  </a:cubicBezTo>
                  <a:lnTo>
                    <a:pt x="4206" y="4528"/>
                  </a:lnTo>
                  <a:cubicBezTo>
                    <a:pt x="4206" y="4411"/>
                    <a:pt x="4110" y="4312"/>
                    <a:pt x="3993" y="4312"/>
                  </a:cubicBezTo>
                  <a:cubicBezTo>
                    <a:pt x="3990" y="4312"/>
                    <a:pt x="3988" y="4312"/>
                    <a:pt x="3985" y="4312"/>
                  </a:cubicBezTo>
                  <a:lnTo>
                    <a:pt x="3850" y="4312"/>
                  </a:lnTo>
                  <a:lnTo>
                    <a:pt x="3850" y="3720"/>
                  </a:lnTo>
                  <a:cubicBezTo>
                    <a:pt x="4379" y="3181"/>
                    <a:pt x="4322" y="2224"/>
                    <a:pt x="4312" y="2103"/>
                  </a:cubicBezTo>
                  <a:lnTo>
                    <a:pt x="4312" y="1098"/>
                  </a:lnTo>
                  <a:cubicBezTo>
                    <a:pt x="4312" y="773"/>
                    <a:pt x="4052" y="510"/>
                    <a:pt x="3729" y="510"/>
                  </a:cubicBezTo>
                  <a:cubicBezTo>
                    <a:pt x="3726" y="510"/>
                    <a:pt x="3723" y="510"/>
                    <a:pt x="3720" y="511"/>
                  </a:cubicBezTo>
                  <a:lnTo>
                    <a:pt x="3696" y="511"/>
                  </a:lnTo>
                  <a:cubicBezTo>
                    <a:pt x="3608" y="558"/>
                    <a:pt x="3511" y="581"/>
                    <a:pt x="3416" y="581"/>
                  </a:cubicBezTo>
                  <a:cubicBezTo>
                    <a:pt x="3242" y="581"/>
                    <a:pt x="3070" y="504"/>
                    <a:pt x="2955" y="361"/>
                  </a:cubicBezTo>
                  <a:lnTo>
                    <a:pt x="2941" y="361"/>
                  </a:lnTo>
                  <a:cubicBezTo>
                    <a:pt x="2854" y="405"/>
                    <a:pt x="2761" y="427"/>
                    <a:pt x="2668" y="427"/>
                  </a:cubicBezTo>
                  <a:cubicBezTo>
                    <a:pt x="2497" y="427"/>
                    <a:pt x="2330" y="354"/>
                    <a:pt x="2214" y="217"/>
                  </a:cubicBezTo>
                  <a:lnTo>
                    <a:pt x="2190" y="217"/>
                  </a:lnTo>
                  <a:cubicBezTo>
                    <a:pt x="2115" y="251"/>
                    <a:pt x="2035" y="267"/>
                    <a:pt x="1957" y="267"/>
                  </a:cubicBezTo>
                  <a:cubicBezTo>
                    <a:pt x="1766" y="267"/>
                    <a:pt x="1581" y="171"/>
                    <a:pt x="14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87"/>
            <p:cNvSpPr/>
            <p:nvPr/>
          </p:nvSpPr>
          <p:spPr>
            <a:xfrm>
              <a:off x="5467088" y="1998853"/>
              <a:ext cx="184668" cy="354045"/>
            </a:xfrm>
            <a:custGeom>
              <a:rect b="b" l="l" r="r" t="t"/>
              <a:pathLst>
                <a:path extrusionOk="0" h="13499" w="7041">
                  <a:moveTo>
                    <a:pt x="780" y="497"/>
                  </a:moveTo>
                  <a:lnTo>
                    <a:pt x="2161" y="1084"/>
                  </a:lnTo>
                  <a:lnTo>
                    <a:pt x="2012" y="1642"/>
                  </a:lnTo>
                  <a:lnTo>
                    <a:pt x="535" y="1017"/>
                  </a:lnTo>
                  <a:lnTo>
                    <a:pt x="780" y="497"/>
                  </a:lnTo>
                  <a:close/>
                  <a:moveTo>
                    <a:pt x="5385" y="2436"/>
                  </a:moveTo>
                  <a:lnTo>
                    <a:pt x="5871" y="2643"/>
                  </a:lnTo>
                  <a:lnTo>
                    <a:pt x="5630" y="3168"/>
                  </a:lnTo>
                  <a:lnTo>
                    <a:pt x="5231" y="3004"/>
                  </a:lnTo>
                  <a:cubicBezTo>
                    <a:pt x="5231" y="2990"/>
                    <a:pt x="5236" y="2975"/>
                    <a:pt x="5241" y="2966"/>
                  </a:cubicBezTo>
                  <a:lnTo>
                    <a:pt x="5385" y="2436"/>
                  </a:lnTo>
                  <a:close/>
                  <a:moveTo>
                    <a:pt x="6266" y="2807"/>
                  </a:moveTo>
                  <a:lnTo>
                    <a:pt x="6506" y="2908"/>
                  </a:lnTo>
                  <a:cubicBezTo>
                    <a:pt x="6574" y="2937"/>
                    <a:pt x="6607" y="3019"/>
                    <a:pt x="6578" y="3091"/>
                  </a:cubicBezTo>
                  <a:lnTo>
                    <a:pt x="6578" y="3086"/>
                  </a:lnTo>
                  <a:lnTo>
                    <a:pt x="6458" y="3370"/>
                  </a:lnTo>
                  <a:cubicBezTo>
                    <a:pt x="6437" y="3423"/>
                    <a:pt x="6387" y="3455"/>
                    <a:pt x="6335" y="3455"/>
                  </a:cubicBezTo>
                  <a:cubicBezTo>
                    <a:pt x="6317" y="3455"/>
                    <a:pt x="6298" y="3451"/>
                    <a:pt x="6280" y="3442"/>
                  </a:cubicBezTo>
                  <a:lnTo>
                    <a:pt x="6025" y="3336"/>
                  </a:lnTo>
                  <a:lnTo>
                    <a:pt x="6266" y="2807"/>
                  </a:lnTo>
                  <a:close/>
                  <a:moveTo>
                    <a:pt x="2887" y="498"/>
                  </a:moveTo>
                  <a:cubicBezTo>
                    <a:pt x="2899" y="498"/>
                    <a:pt x="2910" y="499"/>
                    <a:pt x="2921" y="502"/>
                  </a:cubicBezTo>
                  <a:lnTo>
                    <a:pt x="2946" y="507"/>
                  </a:lnTo>
                  <a:cubicBezTo>
                    <a:pt x="3027" y="526"/>
                    <a:pt x="3080" y="613"/>
                    <a:pt x="3061" y="695"/>
                  </a:cubicBezTo>
                  <a:lnTo>
                    <a:pt x="3037" y="786"/>
                  </a:lnTo>
                  <a:lnTo>
                    <a:pt x="2782" y="1671"/>
                  </a:lnTo>
                  <a:cubicBezTo>
                    <a:pt x="2735" y="1837"/>
                    <a:pt x="2868" y="1947"/>
                    <a:pt x="2999" y="1947"/>
                  </a:cubicBezTo>
                  <a:cubicBezTo>
                    <a:pt x="3084" y="1947"/>
                    <a:pt x="3168" y="1900"/>
                    <a:pt x="3201" y="1792"/>
                  </a:cubicBezTo>
                  <a:lnTo>
                    <a:pt x="3446" y="935"/>
                  </a:lnTo>
                  <a:cubicBezTo>
                    <a:pt x="3472" y="901"/>
                    <a:pt x="3516" y="882"/>
                    <a:pt x="3561" y="882"/>
                  </a:cubicBezTo>
                  <a:cubicBezTo>
                    <a:pt x="3574" y="882"/>
                    <a:pt x="3587" y="884"/>
                    <a:pt x="3600" y="887"/>
                  </a:cubicBezTo>
                  <a:lnTo>
                    <a:pt x="3619" y="892"/>
                  </a:lnTo>
                  <a:cubicBezTo>
                    <a:pt x="3701" y="911"/>
                    <a:pt x="3754" y="993"/>
                    <a:pt x="3735" y="1075"/>
                  </a:cubicBezTo>
                  <a:lnTo>
                    <a:pt x="3508" y="1840"/>
                  </a:lnTo>
                  <a:cubicBezTo>
                    <a:pt x="3453" y="2011"/>
                    <a:pt x="3589" y="2126"/>
                    <a:pt x="3721" y="2126"/>
                  </a:cubicBezTo>
                  <a:cubicBezTo>
                    <a:pt x="3808" y="2126"/>
                    <a:pt x="3894" y="2076"/>
                    <a:pt x="3922" y="1960"/>
                  </a:cubicBezTo>
                  <a:lnTo>
                    <a:pt x="4134" y="1253"/>
                  </a:lnTo>
                  <a:cubicBezTo>
                    <a:pt x="4162" y="1209"/>
                    <a:pt x="4214" y="1188"/>
                    <a:pt x="4264" y="1188"/>
                  </a:cubicBezTo>
                  <a:cubicBezTo>
                    <a:pt x="4274" y="1188"/>
                    <a:pt x="4283" y="1189"/>
                    <a:pt x="4293" y="1190"/>
                  </a:cubicBezTo>
                  <a:lnTo>
                    <a:pt x="4317" y="1200"/>
                  </a:lnTo>
                  <a:cubicBezTo>
                    <a:pt x="4399" y="1219"/>
                    <a:pt x="4452" y="1301"/>
                    <a:pt x="4432" y="1383"/>
                  </a:cubicBezTo>
                  <a:lnTo>
                    <a:pt x="4399" y="1522"/>
                  </a:lnTo>
                  <a:lnTo>
                    <a:pt x="4211" y="2109"/>
                  </a:lnTo>
                  <a:cubicBezTo>
                    <a:pt x="4158" y="2280"/>
                    <a:pt x="4294" y="2394"/>
                    <a:pt x="4426" y="2394"/>
                  </a:cubicBezTo>
                  <a:cubicBezTo>
                    <a:pt x="4510" y="2394"/>
                    <a:pt x="4593" y="2348"/>
                    <a:pt x="4625" y="2239"/>
                  </a:cubicBezTo>
                  <a:lnTo>
                    <a:pt x="4812" y="1642"/>
                  </a:lnTo>
                  <a:lnTo>
                    <a:pt x="4812" y="1638"/>
                  </a:lnTo>
                  <a:lnTo>
                    <a:pt x="4812" y="1628"/>
                  </a:lnTo>
                  <a:cubicBezTo>
                    <a:pt x="4829" y="1558"/>
                    <a:pt x="4892" y="1509"/>
                    <a:pt x="4961" y="1509"/>
                  </a:cubicBezTo>
                  <a:cubicBezTo>
                    <a:pt x="4973" y="1509"/>
                    <a:pt x="4984" y="1510"/>
                    <a:pt x="4995" y="1513"/>
                  </a:cubicBezTo>
                  <a:lnTo>
                    <a:pt x="5019" y="1517"/>
                  </a:lnTo>
                  <a:cubicBezTo>
                    <a:pt x="5106" y="1537"/>
                    <a:pt x="5159" y="1623"/>
                    <a:pt x="5140" y="1705"/>
                  </a:cubicBezTo>
                  <a:lnTo>
                    <a:pt x="5140" y="1710"/>
                  </a:lnTo>
                  <a:lnTo>
                    <a:pt x="4817" y="2865"/>
                  </a:lnTo>
                  <a:cubicBezTo>
                    <a:pt x="4817" y="2874"/>
                    <a:pt x="4812" y="2884"/>
                    <a:pt x="4812" y="2894"/>
                  </a:cubicBezTo>
                  <a:cubicBezTo>
                    <a:pt x="4812" y="2903"/>
                    <a:pt x="4678" y="3822"/>
                    <a:pt x="4129" y="4096"/>
                  </a:cubicBezTo>
                  <a:cubicBezTo>
                    <a:pt x="4057" y="4130"/>
                    <a:pt x="4009" y="4207"/>
                    <a:pt x="4009" y="4289"/>
                  </a:cubicBezTo>
                  <a:lnTo>
                    <a:pt x="4009" y="4948"/>
                  </a:lnTo>
                  <a:lnTo>
                    <a:pt x="1959" y="4948"/>
                  </a:lnTo>
                  <a:lnTo>
                    <a:pt x="1959" y="3914"/>
                  </a:lnTo>
                  <a:cubicBezTo>
                    <a:pt x="1959" y="3861"/>
                    <a:pt x="1940" y="3813"/>
                    <a:pt x="1911" y="3774"/>
                  </a:cubicBezTo>
                  <a:cubicBezTo>
                    <a:pt x="1901" y="3769"/>
                    <a:pt x="1324" y="3062"/>
                    <a:pt x="1430" y="2470"/>
                  </a:cubicBezTo>
                  <a:cubicBezTo>
                    <a:pt x="1459" y="2282"/>
                    <a:pt x="1497" y="2095"/>
                    <a:pt x="1550" y="1912"/>
                  </a:cubicBezTo>
                  <a:lnTo>
                    <a:pt x="1940" y="2076"/>
                  </a:lnTo>
                  <a:cubicBezTo>
                    <a:pt x="1974" y="2170"/>
                    <a:pt x="2058" y="2216"/>
                    <a:pt x="2141" y="2216"/>
                  </a:cubicBezTo>
                  <a:cubicBezTo>
                    <a:pt x="2231" y="2216"/>
                    <a:pt x="2321" y="2162"/>
                    <a:pt x="2349" y="2056"/>
                  </a:cubicBezTo>
                  <a:lnTo>
                    <a:pt x="2734" y="622"/>
                  </a:lnTo>
                  <a:lnTo>
                    <a:pt x="2734" y="618"/>
                  </a:lnTo>
                  <a:cubicBezTo>
                    <a:pt x="2750" y="547"/>
                    <a:pt x="2817" y="498"/>
                    <a:pt x="2887" y="498"/>
                  </a:cubicBezTo>
                  <a:close/>
                  <a:moveTo>
                    <a:pt x="4317" y="5405"/>
                  </a:moveTo>
                  <a:lnTo>
                    <a:pt x="4317" y="6084"/>
                  </a:lnTo>
                  <a:lnTo>
                    <a:pt x="1565" y="6084"/>
                  </a:lnTo>
                  <a:lnTo>
                    <a:pt x="1565" y="5405"/>
                  </a:lnTo>
                  <a:close/>
                  <a:moveTo>
                    <a:pt x="675" y="0"/>
                  </a:moveTo>
                  <a:cubicBezTo>
                    <a:pt x="593" y="0"/>
                    <a:pt x="513" y="46"/>
                    <a:pt x="477" y="122"/>
                  </a:cubicBezTo>
                  <a:lnTo>
                    <a:pt x="49" y="1027"/>
                  </a:lnTo>
                  <a:cubicBezTo>
                    <a:pt x="1" y="1123"/>
                    <a:pt x="34" y="1238"/>
                    <a:pt x="121" y="1296"/>
                  </a:cubicBezTo>
                  <a:cubicBezTo>
                    <a:pt x="155" y="1320"/>
                    <a:pt x="188" y="1335"/>
                    <a:pt x="222" y="1349"/>
                  </a:cubicBezTo>
                  <a:lnTo>
                    <a:pt x="1146" y="1744"/>
                  </a:lnTo>
                  <a:cubicBezTo>
                    <a:pt x="1083" y="1955"/>
                    <a:pt x="1030" y="2172"/>
                    <a:pt x="1002" y="2393"/>
                  </a:cubicBezTo>
                  <a:cubicBezTo>
                    <a:pt x="881" y="3072"/>
                    <a:pt x="1362" y="3774"/>
                    <a:pt x="1526" y="3986"/>
                  </a:cubicBezTo>
                  <a:lnTo>
                    <a:pt x="1526" y="4967"/>
                  </a:lnTo>
                  <a:lnTo>
                    <a:pt x="1348" y="4967"/>
                  </a:lnTo>
                  <a:cubicBezTo>
                    <a:pt x="1228" y="4967"/>
                    <a:pt x="1131" y="5064"/>
                    <a:pt x="1131" y="5184"/>
                  </a:cubicBezTo>
                  <a:lnTo>
                    <a:pt x="1131" y="13282"/>
                  </a:lnTo>
                  <a:cubicBezTo>
                    <a:pt x="1131" y="13398"/>
                    <a:pt x="1228" y="13499"/>
                    <a:pt x="1348" y="13499"/>
                  </a:cubicBezTo>
                  <a:lnTo>
                    <a:pt x="4529" y="13499"/>
                  </a:lnTo>
                  <a:cubicBezTo>
                    <a:pt x="4649" y="13499"/>
                    <a:pt x="4745" y="13398"/>
                    <a:pt x="4745" y="13282"/>
                  </a:cubicBezTo>
                  <a:lnTo>
                    <a:pt x="4745" y="7874"/>
                  </a:lnTo>
                  <a:cubicBezTo>
                    <a:pt x="4745" y="7729"/>
                    <a:pt x="4638" y="7657"/>
                    <a:pt x="4531" y="7657"/>
                  </a:cubicBezTo>
                  <a:cubicBezTo>
                    <a:pt x="4424" y="7657"/>
                    <a:pt x="4317" y="7729"/>
                    <a:pt x="4317" y="7874"/>
                  </a:cubicBezTo>
                  <a:lnTo>
                    <a:pt x="4317" y="13066"/>
                  </a:lnTo>
                  <a:lnTo>
                    <a:pt x="1565" y="13066"/>
                  </a:lnTo>
                  <a:lnTo>
                    <a:pt x="1565" y="6517"/>
                  </a:lnTo>
                  <a:lnTo>
                    <a:pt x="4317" y="6517"/>
                  </a:lnTo>
                  <a:lnTo>
                    <a:pt x="4317" y="7118"/>
                  </a:lnTo>
                  <a:cubicBezTo>
                    <a:pt x="4314" y="7260"/>
                    <a:pt x="4422" y="7331"/>
                    <a:pt x="4529" y="7331"/>
                  </a:cubicBezTo>
                  <a:cubicBezTo>
                    <a:pt x="4637" y="7331"/>
                    <a:pt x="4745" y="7260"/>
                    <a:pt x="4745" y="7118"/>
                  </a:cubicBezTo>
                  <a:lnTo>
                    <a:pt x="4745" y="5194"/>
                  </a:lnTo>
                  <a:cubicBezTo>
                    <a:pt x="4745" y="5073"/>
                    <a:pt x="4649" y="4977"/>
                    <a:pt x="4529" y="4977"/>
                  </a:cubicBezTo>
                  <a:lnTo>
                    <a:pt x="4442" y="4977"/>
                  </a:lnTo>
                  <a:lnTo>
                    <a:pt x="4442" y="4419"/>
                  </a:lnTo>
                  <a:cubicBezTo>
                    <a:pt x="4808" y="4178"/>
                    <a:pt x="5010" y="3755"/>
                    <a:pt x="5120" y="3428"/>
                  </a:cubicBezTo>
                  <a:lnTo>
                    <a:pt x="6112" y="3846"/>
                  </a:lnTo>
                  <a:cubicBezTo>
                    <a:pt x="6183" y="3876"/>
                    <a:pt x="6258" y="3890"/>
                    <a:pt x="6331" y="3890"/>
                  </a:cubicBezTo>
                  <a:cubicBezTo>
                    <a:pt x="6552" y="3890"/>
                    <a:pt x="6763" y="3760"/>
                    <a:pt x="6857" y="3543"/>
                  </a:cubicBezTo>
                  <a:lnTo>
                    <a:pt x="6978" y="3259"/>
                  </a:lnTo>
                  <a:cubicBezTo>
                    <a:pt x="7040" y="3120"/>
                    <a:pt x="7040" y="2961"/>
                    <a:pt x="6983" y="2817"/>
                  </a:cubicBezTo>
                  <a:cubicBezTo>
                    <a:pt x="6925" y="2677"/>
                    <a:pt x="6814" y="2566"/>
                    <a:pt x="6675" y="2509"/>
                  </a:cubicBezTo>
                  <a:lnTo>
                    <a:pt x="5501" y="2013"/>
                  </a:lnTo>
                  <a:lnTo>
                    <a:pt x="5558" y="1816"/>
                  </a:lnTo>
                  <a:lnTo>
                    <a:pt x="5558" y="1811"/>
                  </a:lnTo>
                  <a:cubicBezTo>
                    <a:pt x="5630" y="1493"/>
                    <a:pt x="5438" y="1176"/>
                    <a:pt x="5120" y="1104"/>
                  </a:cubicBezTo>
                  <a:lnTo>
                    <a:pt x="5101" y="1099"/>
                  </a:lnTo>
                  <a:cubicBezTo>
                    <a:pt x="5055" y="1087"/>
                    <a:pt x="5008" y="1081"/>
                    <a:pt x="4961" y="1081"/>
                  </a:cubicBezTo>
                  <a:cubicBezTo>
                    <a:pt x="4910" y="1081"/>
                    <a:pt x="4858" y="1088"/>
                    <a:pt x="4808" y="1104"/>
                  </a:cubicBezTo>
                  <a:cubicBezTo>
                    <a:pt x="4731" y="940"/>
                    <a:pt x="4586" y="820"/>
                    <a:pt x="4413" y="781"/>
                  </a:cubicBezTo>
                  <a:lnTo>
                    <a:pt x="4389" y="776"/>
                  </a:lnTo>
                  <a:cubicBezTo>
                    <a:pt x="4343" y="764"/>
                    <a:pt x="4295" y="758"/>
                    <a:pt x="4247" y="758"/>
                  </a:cubicBezTo>
                  <a:cubicBezTo>
                    <a:pt x="4199" y="758"/>
                    <a:pt x="4151" y="764"/>
                    <a:pt x="4105" y="776"/>
                  </a:cubicBezTo>
                  <a:cubicBezTo>
                    <a:pt x="4100" y="762"/>
                    <a:pt x="4091" y="748"/>
                    <a:pt x="4081" y="733"/>
                  </a:cubicBezTo>
                  <a:cubicBezTo>
                    <a:pt x="3999" y="598"/>
                    <a:pt x="3869" y="502"/>
                    <a:pt x="3715" y="468"/>
                  </a:cubicBezTo>
                  <a:lnTo>
                    <a:pt x="3696" y="464"/>
                  </a:lnTo>
                  <a:cubicBezTo>
                    <a:pt x="3651" y="452"/>
                    <a:pt x="3604" y="448"/>
                    <a:pt x="3558" y="448"/>
                  </a:cubicBezTo>
                  <a:cubicBezTo>
                    <a:pt x="3525" y="448"/>
                    <a:pt x="3492" y="450"/>
                    <a:pt x="3460" y="454"/>
                  </a:cubicBezTo>
                  <a:cubicBezTo>
                    <a:pt x="3446" y="420"/>
                    <a:pt x="3427" y="382"/>
                    <a:pt x="3407" y="348"/>
                  </a:cubicBezTo>
                  <a:cubicBezTo>
                    <a:pt x="3326" y="213"/>
                    <a:pt x="3191" y="122"/>
                    <a:pt x="3042" y="83"/>
                  </a:cubicBezTo>
                  <a:lnTo>
                    <a:pt x="3018" y="79"/>
                  </a:lnTo>
                  <a:cubicBezTo>
                    <a:pt x="2973" y="68"/>
                    <a:pt x="2929" y="64"/>
                    <a:pt x="2885" y="64"/>
                  </a:cubicBezTo>
                  <a:cubicBezTo>
                    <a:pt x="2621" y="64"/>
                    <a:pt x="2381" y="243"/>
                    <a:pt x="2315" y="512"/>
                  </a:cubicBezTo>
                  <a:lnTo>
                    <a:pt x="2277" y="656"/>
                  </a:lnTo>
                  <a:lnTo>
                    <a:pt x="756" y="16"/>
                  </a:lnTo>
                  <a:cubicBezTo>
                    <a:pt x="730" y="5"/>
                    <a:pt x="702" y="0"/>
                    <a:pt x="6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87"/>
            <p:cNvSpPr/>
            <p:nvPr/>
          </p:nvSpPr>
          <p:spPr>
            <a:xfrm>
              <a:off x="5439182" y="1996466"/>
              <a:ext cx="53268" cy="37532"/>
            </a:xfrm>
            <a:custGeom>
              <a:rect b="b" l="l" r="r" t="t"/>
              <a:pathLst>
                <a:path extrusionOk="0" h="1431" w="2031">
                  <a:moveTo>
                    <a:pt x="288" y="1"/>
                  </a:moveTo>
                  <a:cubicBezTo>
                    <a:pt x="97" y="1"/>
                    <a:pt x="1" y="236"/>
                    <a:pt x="141" y="372"/>
                  </a:cubicBezTo>
                  <a:lnTo>
                    <a:pt x="1156" y="1368"/>
                  </a:lnTo>
                  <a:cubicBezTo>
                    <a:pt x="1199" y="1406"/>
                    <a:pt x="1252" y="1426"/>
                    <a:pt x="1310" y="1426"/>
                  </a:cubicBezTo>
                  <a:lnTo>
                    <a:pt x="1310" y="1430"/>
                  </a:lnTo>
                  <a:cubicBezTo>
                    <a:pt x="1503" y="1430"/>
                    <a:pt x="1599" y="1195"/>
                    <a:pt x="1459" y="1060"/>
                  </a:cubicBezTo>
                  <a:lnTo>
                    <a:pt x="858" y="473"/>
                  </a:lnTo>
                  <a:lnTo>
                    <a:pt x="1724" y="526"/>
                  </a:lnTo>
                  <a:cubicBezTo>
                    <a:pt x="1730" y="526"/>
                    <a:pt x="1736" y="526"/>
                    <a:pt x="1742" y="526"/>
                  </a:cubicBezTo>
                  <a:cubicBezTo>
                    <a:pt x="2009" y="526"/>
                    <a:pt x="2031" y="112"/>
                    <a:pt x="1753" y="97"/>
                  </a:cubicBezTo>
                  <a:lnTo>
                    <a:pt x="304" y="1"/>
                  </a:lnTo>
                  <a:cubicBezTo>
                    <a:pt x="299" y="1"/>
                    <a:pt x="293" y="1"/>
                    <a:pt x="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4" name="Google Shape;15824;p87"/>
          <p:cNvGrpSpPr/>
          <p:nvPr/>
        </p:nvGrpSpPr>
        <p:grpSpPr>
          <a:xfrm>
            <a:off x="5775393" y="1975038"/>
            <a:ext cx="379145" cy="379250"/>
            <a:chOff x="5775393" y="1975038"/>
            <a:chExt cx="379145" cy="379250"/>
          </a:xfrm>
        </p:grpSpPr>
        <p:sp>
          <p:nvSpPr>
            <p:cNvPr id="15825" name="Google Shape;15825;p87"/>
            <p:cNvSpPr/>
            <p:nvPr/>
          </p:nvSpPr>
          <p:spPr>
            <a:xfrm>
              <a:off x="5780953" y="1980572"/>
              <a:ext cx="279061" cy="184038"/>
            </a:xfrm>
            <a:custGeom>
              <a:rect b="b" l="l" r="r" t="t"/>
              <a:pathLst>
                <a:path extrusionOk="0" h="7017" w="10640">
                  <a:moveTo>
                    <a:pt x="905" y="1"/>
                  </a:moveTo>
                  <a:cubicBezTo>
                    <a:pt x="405" y="1"/>
                    <a:pt x="1" y="410"/>
                    <a:pt x="1" y="910"/>
                  </a:cubicBezTo>
                  <a:lnTo>
                    <a:pt x="1" y="6790"/>
                  </a:lnTo>
                  <a:cubicBezTo>
                    <a:pt x="1" y="6915"/>
                    <a:pt x="102" y="7016"/>
                    <a:pt x="227" y="7016"/>
                  </a:cubicBezTo>
                  <a:lnTo>
                    <a:pt x="2488" y="7016"/>
                  </a:lnTo>
                  <a:cubicBezTo>
                    <a:pt x="2738" y="7016"/>
                    <a:pt x="2941" y="6814"/>
                    <a:pt x="2941" y="6564"/>
                  </a:cubicBezTo>
                  <a:lnTo>
                    <a:pt x="2941" y="6112"/>
                  </a:lnTo>
                  <a:cubicBezTo>
                    <a:pt x="2945" y="5919"/>
                    <a:pt x="2864" y="5732"/>
                    <a:pt x="2714" y="5602"/>
                  </a:cubicBezTo>
                  <a:cubicBezTo>
                    <a:pt x="1815" y="4861"/>
                    <a:pt x="2334" y="3403"/>
                    <a:pt x="3499" y="3393"/>
                  </a:cubicBezTo>
                  <a:cubicBezTo>
                    <a:pt x="4023" y="3393"/>
                    <a:pt x="4495" y="3716"/>
                    <a:pt x="4673" y="4211"/>
                  </a:cubicBezTo>
                  <a:cubicBezTo>
                    <a:pt x="4856" y="4702"/>
                    <a:pt x="4711" y="5255"/>
                    <a:pt x="4307" y="5592"/>
                  </a:cubicBezTo>
                  <a:cubicBezTo>
                    <a:pt x="4158" y="5722"/>
                    <a:pt x="4071" y="5910"/>
                    <a:pt x="4071" y="6107"/>
                  </a:cubicBezTo>
                  <a:lnTo>
                    <a:pt x="4071" y="6564"/>
                  </a:lnTo>
                  <a:cubicBezTo>
                    <a:pt x="4071" y="6812"/>
                    <a:pt x="4269" y="7017"/>
                    <a:pt x="4515" y="7017"/>
                  </a:cubicBezTo>
                  <a:cubicBezTo>
                    <a:pt x="4518" y="7017"/>
                    <a:pt x="4521" y="7017"/>
                    <a:pt x="4524" y="7016"/>
                  </a:cubicBezTo>
                  <a:lnTo>
                    <a:pt x="7016" y="7016"/>
                  </a:lnTo>
                  <a:lnTo>
                    <a:pt x="7016" y="4529"/>
                  </a:lnTo>
                  <a:cubicBezTo>
                    <a:pt x="7016" y="4279"/>
                    <a:pt x="7218" y="4077"/>
                    <a:pt x="7468" y="4077"/>
                  </a:cubicBezTo>
                  <a:lnTo>
                    <a:pt x="7925" y="4077"/>
                  </a:lnTo>
                  <a:cubicBezTo>
                    <a:pt x="8123" y="4077"/>
                    <a:pt x="8310" y="4163"/>
                    <a:pt x="8440" y="4312"/>
                  </a:cubicBezTo>
                  <a:cubicBezTo>
                    <a:pt x="8681" y="4598"/>
                    <a:pt x="9032" y="4755"/>
                    <a:pt x="9392" y="4755"/>
                  </a:cubicBezTo>
                  <a:cubicBezTo>
                    <a:pt x="9536" y="4755"/>
                    <a:pt x="9681" y="4730"/>
                    <a:pt x="9821" y="4678"/>
                  </a:cubicBezTo>
                  <a:cubicBezTo>
                    <a:pt x="10312" y="4500"/>
                    <a:pt x="10639" y="4028"/>
                    <a:pt x="10639" y="3504"/>
                  </a:cubicBezTo>
                  <a:cubicBezTo>
                    <a:pt x="10633" y="2748"/>
                    <a:pt x="10016" y="2263"/>
                    <a:pt x="9381" y="2263"/>
                  </a:cubicBezTo>
                  <a:cubicBezTo>
                    <a:pt x="9038" y="2263"/>
                    <a:pt x="8690" y="2404"/>
                    <a:pt x="8431" y="2720"/>
                  </a:cubicBezTo>
                  <a:cubicBezTo>
                    <a:pt x="8304" y="2865"/>
                    <a:pt x="8124" y="2946"/>
                    <a:pt x="7937" y="2946"/>
                  </a:cubicBezTo>
                  <a:cubicBezTo>
                    <a:pt x="7931" y="2946"/>
                    <a:pt x="7926" y="2946"/>
                    <a:pt x="7921" y="2946"/>
                  </a:cubicBezTo>
                  <a:lnTo>
                    <a:pt x="7468" y="2946"/>
                  </a:lnTo>
                  <a:cubicBezTo>
                    <a:pt x="7218" y="2946"/>
                    <a:pt x="7016" y="2744"/>
                    <a:pt x="7016" y="2493"/>
                  </a:cubicBezTo>
                  <a:lnTo>
                    <a:pt x="7016" y="227"/>
                  </a:lnTo>
                  <a:cubicBezTo>
                    <a:pt x="7016" y="107"/>
                    <a:pt x="6915" y="6"/>
                    <a:pt x="679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87"/>
            <p:cNvSpPr/>
            <p:nvPr/>
          </p:nvSpPr>
          <p:spPr>
            <a:xfrm>
              <a:off x="5964834" y="1980572"/>
              <a:ext cx="184143" cy="279192"/>
            </a:xfrm>
            <a:custGeom>
              <a:rect b="b" l="l" r="r" t="t"/>
              <a:pathLst>
                <a:path extrusionOk="0" h="10645" w="7021">
                  <a:moveTo>
                    <a:pt x="226" y="1"/>
                  </a:moveTo>
                  <a:cubicBezTo>
                    <a:pt x="106" y="1"/>
                    <a:pt x="0" y="102"/>
                    <a:pt x="0" y="227"/>
                  </a:cubicBezTo>
                  <a:lnTo>
                    <a:pt x="0" y="2493"/>
                  </a:lnTo>
                  <a:cubicBezTo>
                    <a:pt x="0" y="2744"/>
                    <a:pt x="207" y="2946"/>
                    <a:pt x="457" y="2946"/>
                  </a:cubicBezTo>
                  <a:lnTo>
                    <a:pt x="910" y="2946"/>
                  </a:lnTo>
                  <a:cubicBezTo>
                    <a:pt x="915" y="2946"/>
                    <a:pt x="920" y="2946"/>
                    <a:pt x="926" y="2946"/>
                  </a:cubicBezTo>
                  <a:cubicBezTo>
                    <a:pt x="1113" y="2946"/>
                    <a:pt x="1293" y="2865"/>
                    <a:pt x="1420" y="2720"/>
                  </a:cubicBezTo>
                  <a:cubicBezTo>
                    <a:pt x="1679" y="2404"/>
                    <a:pt x="2027" y="2263"/>
                    <a:pt x="2370" y="2263"/>
                  </a:cubicBezTo>
                  <a:cubicBezTo>
                    <a:pt x="3005" y="2263"/>
                    <a:pt x="3622" y="2748"/>
                    <a:pt x="3628" y="3504"/>
                  </a:cubicBezTo>
                  <a:cubicBezTo>
                    <a:pt x="3628" y="4028"/>
                    <a:pt x="3301" y="4500"/>
                    <a:pt x="2810" y="4678"/>
                  </a:cubicBezTo>
                  <a:cubicBezTo>
                    <a:pt x="2670" y="4730"/>
                    <a:pt x="2525" y="4755"/>
                    <a:pt x="2381" y="4755"/>
                  </a:cubicBezTo>
                  <a:cubicBezTo>
                    <a:pt x="2021" y="4755"/>
                    <a:pt x="1670" y="4598"/>
                    <a:pt x="1429" y="4312"/>
                  </a:cubicBezTo>
                  <a:cubicBezTo>
                    <a:pt x="1299" y="4163"/>
                    <a:pt x="1112" y="4077"/>
                    <a:pt x="914" y="4077"/>
                  </a:cubicBezTo>
                  <a:lnTo>
                    <a:pt x="457" y="4077"/>
                  </a:lnTo>
                  <a:cubicBezTo>
                    <a:pt x="207" y="4077"/>
                    <a:pt x="5" y="4279"/>
                    <a:pt x="5" y="4529"/>
                  </a:cubicBezTo>
                  <a:lnTo>
                    <a:pt x="5" y="7021"/>
                  </a:lnTo>
                  <a:lnTo>
                    <a:pt x="2493" y="7021"/>
                  </a:lnTo>
                  <a:cubicBezTo>
                    <a:pt x="2743" y="7021"/>
                    <a:pt x="2945" y="7223"/>
                    <a:pt x="2945" y="7474"/>
                  </a:cubicBezTo>
                  <a:lnTo>
                    <a:pt x="2945" y="7931"/>
                  </a:lnTo>
                  <a:cubicBezTo>
                    <a:pt x="2945" y="8128"/>
                    <a:pt x="2858" y="8316"/>
                    <a:pt x="2709" y="8446"/>
                  </a:cubicBezTo>
                  <a:cubicBezTo>
                    <a:pt x="1821" y="9195"/>
                    <a:pt x="2351" y="10645"/>
                    <a:pt x="3512" y="10645"/>
                  </a:cubicBezTo>
                  <a:cubicBezTo>
                    <a:pt x="3514" y="10645"/>
                    <a:pt x="3516" y="10645"/>
                    <a:pt x="3518" y="10645"/>
                  </a:cubicBezTo>
                  <a:cubicBezTo>
                    <a:pt x="4042" y="10640"/>
                    <a:pt x="4509" y="10308"/>
                    <a:pt x="4687" y="9812"/>
                  </a:cubicBezTo>
                  <a:cubicBezTo>
                    <a:pt x="4860" y="9321"/>
                    <a:pt x="4706" y="8768"/>
                    <a:pt x="4302" y="8436"/>
                  </a:cubicBezTo>
                  <a:cubicBezTo>
                    <a:pt x="4158" y="8306"/>
                    <a:pt x="4071" y="8118"/>
                    <a:pt x="4076" y="7921"/>
                  </a:cubicBezTo>
                  <a:lnTo>
                    <a:pt x="4076" y="7474"/>
                  </a:lnTo>
                  <a:cubicBezTo>
                    <a:pt x="4076" y="7226"/>
                    <a:pt x="4278" y="7021"/>
                    <a:pt x="4524" y="7021"/>
                  </a:cubicBezTo>
                  <a:cubicBezTo>
                    <a:pt x="4527" y="7021"/>
                    <a:pt x="4530" y="7021"/>
                    <a:pt x="4533" y="7021"/>
                  </a:cubicBezTo>
                  <a:lnTo>
                    <a:pt x="6794" y="7021"/>
                  </a:lnTo>
                  <a:cubicBezTo>
                    <a:pt x="6920" y="7016"/>
                    <a:pt x="7021" y="6915"/>
                    <a:pt x="7021" y="6795"/>
                  </a:cubicBezTo>
                  <a:lnTo>
                    <a:pt x="7021" y="910"/>
                  </a:lnTo>
                  <a:cubicBezTo>
                    <a:pt x="7021" y="410"/>
                    <a:pt x="6612" y="1"/>
                    <a:pt x="61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87"/>
            <p:cNvSpPr/>
            <p:nvPr/>
          </p:nvSpPr>
          <p:spPr>
            <a:xfrm>
              <a:off x="5869707" y="2164584"/>
              <a:ext cx="279139" cy="184143"/>
            </a:xfrm>
            <a:custGeom>
              <a:rect b="b" l="l" r="r" t="t"/>
              <a:pathLst>
                <a:path extrusionOk="0" h="7021" w="10643">
                  <a:moveTo>
                    <a:pt x="8155" y="0"/>
                  </a:moveTo>
                  <a:cubicBezTo>
                    <a:pt x="7905" y="0"/>
                    <a:pt x="7703" y="203"/>
                    <a:pt x="7703" y="453"/>
                  </a:cubicBezTo>
                  <a:lnTo>
                    <a:pt x="7703" y="905"/>
                  </a:lnTo>
                  <a:cubicBezTo>
                    <a:pt x="7698" y="1102"/>
                    <a:pt x="7780" y="1290"/>
                    <a:pt x="7929" y="1420"/>
                  </a:cubicBezTo>
                  <a:cubicBezTo>
                    <a:pt x="8333" y="1752"/>
                    <a:pt x="8487" y="2305"/>
                    <a:pt x="8309" y="2796"/>
                  </a:cubicBezTo>
                  <a:cubicBezTo>
                    <a:pt x="8136" y="3292"/>
                    <a:pt x="7669" y="3624"/>
                    <a:pt x="7145" y="3624"/>
                  </a:cubicBezTo>
                  <a:cubicBezTo>
                    <a:pt x="7141" y="3624"/>
                    <a:pt x="7137" y="3624"/>
                    <a:pt x="7133" y="3624"/>
                  </a:cubicBezTo>
                  <a:cubicBezTo>
                    <a:pt x="5977" y="3624"/>
                    <a:pt x="5449" y="2178"/>
                    <a:pt x="6336" y="1430"/>
                  </a:cubicBezTo>
                  <a:cubicBezTo>
                    <a:pt x="6485" y="1300"/>
                    <a:pt x="6572" y="1112"/>
                    <a:pt x="6572" y="915"/>
                  </a:cubicBezTo>
                  <a:lnTo>
                    <a:pt x="6572" y="458"/>
                  </a:lnTo>
                  <a:cubicBezTo>
                    <a:pt x="6572" y="210"/>
                    <a:pt x="6375" y="5"/>
                    <a:pt x="6128" y="5"/>
                  </a:cubicBezTo>
                  <a:cubicBezTo>
                    <a:pt x="6125" y="5"/>
                    <a:pt x="6123" y="5"/>
                    <a:pt x="6120" y="5"/>
                  </a:cubicBezTo>
                  <a:lnTo>
                    <a:pt x="3627" y="5"/>
                  </a:lnTo>
                  <a:lnTo>
                    <a:pt x="3627" y="2493"/>
                  </a:lnTo>
                  <a:cubicBezTo>
                    <a:pt x="3627" y="2743"/>
                    <a:pt x="3425" y="2945"/>
                    <a:pt x="3175" y="2945"/>
                  </a:cubicBezTo>
                  <a:lnTo>
                    <a:pt x="2718" y="2945"/>
                  </a:lnTo>
                  <a:cubicBezTo>
                    <a:pt x="2521" y="2945"/>
                    <a:pt x="2333" y="2859"/>
                    <a:pt x="2203" y="2709"/>
                  </a:cubicBezTo>
                  <a:cubicBezTo>
                    <a:pt x="1943" y="2402"/>
                    <a:pt x="1600" y="2264"/>
                    <a:pt x="1261" y="2264"/>
                  </a:cubicBezTo>
                  <a:cubicBezTo>
                    <a:pt x="622" y="2264"/>
                    <a:pt x="1" y="2756"/>
                    <a:pt x="4" y="3518"/>
                  </a:cubicBezTo>
                  <a:cubicBezTo>
                    <a:pt x="9" y="4042"/>
                    <a:pt x="341" y="4509"/>
                    <a:pt x="836" y="4682"/>
                  </a:cubicBezTo>
                  <a:cubicBezTo>
                    <a:pt x="973" y="4732"/>
                    <a:pt x="1114" y="4756"/>
                    <a:pt x="1254" y="4756"/>
                  </a:cubicBezTo>
                  <a:cubicBezTo>
                    <a:pt x="1617" y="4756"/>
                    <a:pt x="1973" y="4594"/>
                    <a:pt x="2213" y="4302"/>
                  </a:cubicBezTo>
                  <a:cubicBezTo>
                    <a:pt x="2339" y="4157"/>
                    <a:pt x="2520" y="4076"/>
                    <a:pt x="2707" y="4076"/>
                  </a:cubicBezTo>
                  <a:cubicBezTo>
                    <a:pt x="2712" y="4076"/>
                    <a:pt x="2717" y="4076"/>
                    <a:pt x="2723" y="4076"/>
                  </a:cubicBezTo>
                  <a:lnTo>
                    <a:pt x="3175" y="4076"/>
                  </a:lnTo>
                  <a:cubicBezTo>
                    <a:pt x="3425" y="4076"/>
                    <a:pt x="3632" y="4278"/>
                    <a:pt x="3632" y="4528"/>
                  </a:cubicBezTo>
                  <a:lnTo>
                    <a:pt x="3632" y="6795"/>
                  </a:lnTo>
                  <a:cubicBezTo>
                    <a:pt x="3627" y="6915"/>
                    <a:pt x="3728" y="7016"/>
                    <a:pt x="3853" y="7021"/>
                  </a:cubicBezTo>
                  <a:lnTo>
                    <a:pt x="9738" y="7021"/>
                  </a:lnTo>
                  <a:cubicBezTo>
                    <a:pt x="10239" y="7021"/>
                    <a:pt x="10643" y="6612"/>
                    <a:pt x="10643" y="6111"/>
                  </a:cubicBezTo>
                  <a:lnTo>
                    <a:pt x="10643" y="227"/>
                  </a:lnTo>
                  <a:cubicBezTo>
                    <a:pt x="10643" y="102"/>
                    <a:pt x="10542" y="0"/>
                    <a:pt x="10417"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87"/>
            <p:cNvSpPr/>
            <p:nvPr/>
          </p:nvSpPr>
          <p:spPr>
            <a:xfrm>
              <a:off x="5780822" y="2069562"/>
              <a:ext cx="184170" cy="279034"/>
            </a:xfrm>
            <a:custGeom>
              <a:rect b="b" l="l" r="r" t="t"/>
              <a:pathLst>
                <a:path extrusionOk="0" h="10639" w="7022">
                  <a:moveTo>
                    <a:pt x="3504" y="0"/>
                  </a:moveTo>
                  <a:cubicBezTo>
                    <a:pt x="2339" y="10"/>
                    <a:pt x="1820" y="1468"/>
                    <a:pt x="2719" y="2209"/>
                  </a:cubicBezTo>
                  <a:cubicBezTo>
                    <a:pt x="2869" y="2339"/>
                    <a:pt x="2950" y="2526"/>
                    <a:pt x="2946" y="2724"/>
                  </a:cubicBezTo>
                  <a:lnTo>
                    <a:pt x="2946" y="3171"/>
                  </a:lnTo>
                  <a:cubicBezTo>
                    <a:pt x="2946" y="3421"/>
                    <a:pt x="2743" y="3628"/>
                    <a:pt x="2493" y="3628"/>
                  </a:cubicBezTo>
                  <a:lnTo>
                    <a:pt x="227" y="3628"/>
                  </a:lnTo>
                  <a:cubicBezTo>
                    <a:pt x="102" y="3628"/>
                    <a:pt x="1" y="3729"/>
                    <a:pt x="6" y="3854"/>
                  </a:cubicBezTo>
                  <a:lnTo>
                    <a:pt x="6" y="9734"/>
                  </a:lnTo>
                  <a:cubicBezTo>
                    <a:pt x="6" y="10235"/>
                    <a:pt x="410" y="10639"/>
                    <a:pt x="910" y="10639"/>
                  </a:cubicBezTo>
                  <a:lnTo>
                    <a:pt x="6795" y="10639"/>
                  </a:lnTo>
                  <a:cubicBezTo>
                    <a:pt x="6920" y="10639"/>
                    <a:pt x="7021" y="10538"/>
                    <a:pt x="7021" y="10413"/>
                  </a:cubicBezTo>
                  <a:lnTo>
                    <a:pt x="7021" y="8151"/>
                  </a:lnTo>
                  <a:cubicBezTo>
                    <a:pt x="7021" y="7901"/>
                    <a:pt x="6819" y="7699"/>
                    <a:pt x="6569" y="7699"/>
                  </a:cubicBezTo>
                  <a:lnTo>
                    <a:pt x="6116" y="7699"/>
                  </a:lnTo>
                  <a:cubicBezTo>
                    <a:pt x="6111" y="7699"/>
                    <a:pt x="6105" y="7699"/>
                    <a:pt x="6100" y="7699"/>
                  </a:cubicBezTo>
                  <a:cubicBezTo>
                    <a:pt x="5909" y="7699"/>
                    <a:pt x="5728" y="7780"/>
                    <a:pt x="5602" y="7925"/>
                  </a:cubicBezTo>
                  <a:cubicBezTo>
                    <a:pt x="5362" y="8217"/>
                    <a:pt x="5006" y="8379"/>
                    <a:pt x="4643" y="8379"/>
                  </a:cubicBezTo>
                  <a:cubicBezTo>
                    <a:pt x="4503" y="8379"/>
                    <a:pt x="4362" y="8355"/>
                    <a:pt x="4225" y="8305"/>
                  </a:cubicBezTo>
                  <a:cubicBezTo>
                    <a:pt x="3730" y="8132"/>
                    <a:pt x="3398" y="7665"/>
                    <a:pt x="3398" y="7141"/>
                  </a:cubicBezTo>
                  <a:cubicBezTo>
                    <a:pt x="3392" y="6379"/>
                    <a:pt x="4011" y="5887"/>
                    <a:pt x="4651" y="5887"/>
                  </a:cubicBezTo>
                  <a:cubicBezTo>
                    <a:pt x="4989" y="5887"/>
                    <a:pt x="5332" y="6025"/>
                    <a:pt x="5592" y="6332"/>
                  </a:cubicBezTo>
                  <a:cubicBezTo>
                    <a:pt x="5722" y="6482"/>
                    <a:pt x="5910" y="6568"/>
                    <a:pt x="6107" y="6568"/>
                  </a:cubicBezTo>
                  <a:lnTo>
                    <a:pt x="6569" y="6568"/>
                  </a:lnTo>
                  <a:cubicBezTo>
                    <a:pt x="6814" y="6568"/>
                    <a:pt x="7021" y="6366"/>
                    <a:pt x="7021" y="6116"/>
                  </a:cubicBezTo>
                  <a:lnTo>
                    <a:pt x="7021" y="3623"/>
                  </a:lnTo>
                  <a:lnTo>
                    <a:pt x="4529" y="3623"/>
                  </a:lnTo>
                  <a:cubicBezTo>
                    <a:pt x="4278" y="3623"/>
                    <a:pt x="4076" y="3421"/>
                    <a:pt x="4076" y="3171"/>
                  </a:cubicBezTo>
                  <a:lnTo>
                    <a:pt x="4076" y="2714"/>
                  </a:lnTo>
                  <a:cubicBezTo>
                    <a:pt x="4076" y="2517"/>
                    <a:pt x="4163" y="2329"/>
                    <a:pt x="4312" y="2199"/>
                  </a:cubicBezTo>
                  <a:cubicBezTo>
                    <a:pt x="4711" y="1862"/>
                    <a:pt x="4861" y="1309"/>
                    <a:pt x="4678" y="818"/>
                  </a:cubicBezTo>
                  <a:cubicBezTo>
                    <a:pt x="4500" y="327"/>
                    <a:pt x="4028" y="0"/>
                    <a:pt x="3504"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87"/>
            <p:cNvSpPr/>
            <p:nvPr/>
          </p:nvSpPr>
          <p:spPr>
            <a:xfrm>
              <a:off x="5780822" y="2164715"/>
              <a:ext cx="41675" cy="184012"/>
            </a:xfrm>
            <a:custGeom>
              <a:rect b="b" l="l" r="r" t="t"/>
              <a:pathLst>
                <a:path extrusionOk="0" h="7016" w="1589">
                  <a:moveTo>
                    <a:pt x="227" y="0"/>
                  </a:moveTo>
                  <a:cubicBezTo>
                    <a:pt x="102" y="0"/>
                    <a:pt x="1" y="101"/>
                    <a:pt x="1" y="226"/>
                  </a:cubicBezTo>
                  <a:lnTo>
                    <a:pt x="1" y="6106"/>
                  </a:lnTo>
                  <a:cubicBezTo>
                    <a:pt x="1" y="6607"/>
                    <a:pt x="410" y="7016"/>
                    <a:pt x="910" y="7016"/>
                  </a:cubicBezTo>
                  <a:lnTo>
                    <a:pt x="1589" y="7016"/>
                  </a:lnTo>
                  <a:cubicBezTo>
                    <a:pt x="1088" y="7016"/>
                    <a:pt x="684" y="6607"/>
                    <a:pt x="684" y="6106"/>
                  </a:cubicBezTo>
                  <a:lnTo>
                    <a:pt x="684" y="226"/>
                  </a:lnTo>
                  <a:cubicBezTo>
                    <a:pt x="684" y="101"/>
                    <a:pt x="785" y="0"/>
                    <a:pt x="910"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87"/>
            <p:cNvSpPr/>
            <p:nvPr/>
          </p:nvSpPr>
          <p:spPr>
            <a:xfrm>
              <a:off x="5836975" y="2069615"/>
              <a:ext cx="41938" cy="95127"/>
            </a:xfrm>
            <a:custGeom>
              <a:rect b="b" l="l" r="r" t="t"/>
              <a:pathLst>
                <a:path extrusionOk="0" h="3627" w="1599">
                  <a:moveTo>
                    <a:pt x="1368" y="1"/>
                  </a:moveTo>
                  <a:cubicBezTo>
                    <a:pt x="892" y="1"/>
                    <a:pt x="449" y="276"/>
                    <a:pt x="242" y="720"/>
                  </a:cubicBezTo>
                  <a:cubicBezTo>
                    <a:pt x="1" y="1235"/>
                    <a:pt x="136" y="1846"/>
                    <a:pt x="578" y="2207"/>
                  </a:cubicBezTo>
                  <a:cubicBezTo>
                    <a:pt x="728" y="2337"/>
                    <a:pt x="809" y="2524"/>
                    <a:pt x="805" y="2722"/>
                  </a:cubicBezTo>
                  <a:lnTo>
                    <a:pt x="805" y="3169"/>
                  </a:lnTo>
                  <a:cubicBezTo>
                    <a:pt x="805" y="3419"/>
                    <a:pt x="602" y="3626"/>
                    <a:pt x="352" y="3626"/>
                  </a:cubicBezTo>
                  <a:lnTo>
                    <a:pt x="805" y="3626"/>
                  </a:lnTo>
                  <a:cubicBezTo>
                    <a:pt x="1055" y="3626"/>
                    <a:pt x="1257" y="3419"/>
                    <a:pt x="1257" y="3169"/>
                  </a:cubicBezTo>
                  <a:lnTo>
                    <a:pt x="1257" y="2722"/>
                  </a:lnTo>
                  <a:cubicBezTo>
                    <a:pt x="1262" y="2524"/>
                    <a:pt x="1180" y="2337"/>
                    <a:pt x="1031" y="2207"/>
                  </a:cubicBezTo>
                  <a:cubicBezTo>
                    <a:pt x="213" y="1533"/>
                    <a:pt x="559" y="215"/>
                    <a:pt x="1598" y="22"/>
                  </a:cubicBezTo>
                  <a:cubicBezTo>
                    <a:pt x="1521" y="8"/>
                    <a:pt x="1444" y="1"/>
                    <a:pt x="1368"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87"/>
            <p:cNvSpPr/>
            <p:nvPr/>
          </p:nvSpPr>
          <p:spPr>
            <a:xfrm>
              <a:off x="5780822" y="1980572"/>
              <a:ext cx="41675" cy="184170"/>
            </a:xfrm>
            <a:custGeom>
              <a:rect b="b" l="l" r="r" t="t"/>
              <a:pathLst>
                <a:path extrusionOk="0" h="7022" w="1589">
                  <a:moveTo>
                    <a:pt x="910" y="1"/>
                  </a:moveTo>
                  <a:cubicBezTo>
                    <a:pt x="410" y="1"/>
                    <a:pt x="1" y="410"/>
                    <a:pt x="1" y="910"/>
                  </a:cubicBezTo>
                  <a:lnTo>
                    <a:pt x="1" y="6795"/>
                  </a:lnTo>
                  <a:cubicBezTo>
                    <a:pt x="1" y="6915"/>
                    <a:pt x="102" y="7021"/>
                    <a:pt x="227" y="7021"/>
                  </a:cubicBezTo>
                  <a:lnTo>
                    <a:pt x="910" y="7021"/>
                  </a:lnTo>
                  <a:cubicBezTo>
                    <a:pt x="785" y="7021"/>
                    <a:pt x="684" y="6915"/>
                    <a:pt x="684" y="6795"/>
                  </a:cubicBezTo>
                  <a:lnTo>
                    <a:pt x="684" y="910"/>
                  </a:lnTo>
                  <a:cubicBezTo>
                    <a:pt x="684" y="410"/>
                    <a:pt x="1088" y="1"/>
                    <a:pt x="158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87"/>
            <p:cNvSpPr/>
            <p:nvPr/>
          </p:nvSpPr>
          <p:spPr>
            <a:xfrm>
              <a:off x="6033235" y="2039978"/>
              <a:ext cx="41544" cy="65280"/>
            </a:xfrm>
            <a:custGeom>
              <a:rect b="b" l="l" r="r" t="t"/>
              <a:pathLst>
                <a:path extrusionOk="0" h="2489" w="1584">
                  <a:moveTo>
                    <a:pt x="229" y="0"/>
                  </a:moveTo>
                  <a:cubicBezTo>
                    <a:pt x="154" y="0"/>
                    <a:pt x="77" y="7"/>
                    <a:pt x="0" y="22"/>
                  </a:cubicBezTo>
                  <a:cubicBezTo>
                    <a:pt x="587" y="132"/>
                    <a:pt x="1015" y="642"/>
                    <a:pt x="1020" y="1239"/>
                  </a:cubicBezTo>
                  <a:cubicBezTo>
                    <a:pt x="1020" y="1840"/>
                    <a:pt x="597" y="2355"/>
                    <a:pt x="10" y="2471"/>
                  </a:cubicBezTo>
                  <a:lnTo>
                    <a:pt x="5" y="2471"/>
                  </a:lnTo>
                  <a:cubicBezTo>
                    <a:pt x="82" y="2483"/>
                    <a:pt x="159" y="2489"/>
                    <a:pt x="235" y="2489"/>
                  </a:cubicBezTo>
                  <a:cubicBezTo>
                    <a:pt x="312" y="2489"/>
                    <a:pt x="388" y="2483"/>
                    <a:pt x="462" y="2471"/>
                  </a:cubicBezTo>
                  <a:cubicBezTo>
                    <a:pt x="1141" y="2341"/>
                    <a:pt x="1583" y="1686"/>
                    <a:pt x="1453" y="1013"/>
                  </a:cubicBezTo>
                  <a:cubicBezTo>
                    <a:pt x="1338" y="416"/>
                    <a:pt x="815" y="0"/>
                    <a:pt x="229"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87"/>
            <p:cNvSpPr/>
            <p:nvPr/>
          </p:nvSpPr>
          <p:spPr>
            <a:xfrm>
              <a:off x="5964965" y="1980572"/>
              <a:ext cx="23736" cy="77266"/>
            </a:xfrm>
            <a:custGeom>
              <a:rect b="b" l="l" r="r" t="t"/>
              <a:pathLst>
                <a:path extrusionOk="0" h="2946" w="905">
                  <a:moveTo>
                    <a:pt x="226" y="1"/>
                  </a:moveTo>
                  <a:cubicBezTo>
                    <a:pt x="101" y="1"/>
                    <a:pt x="0" y="102"/>
                    <a:pt x="0" y="227"/>
                  </a:cubicBezTo>
                  <a:lnTo>
                    <a:pt x="0" y="2493"/>
                  </a:lnTo>
                  <a:cubicBezTo>
                    <a:pt x="0" y="2744"/>
                    <a:pt x="202" y="2946"/>
                    <a:pt x="452" y="2946"/>
                  </a:cubicBezTo>
                  <a:lnTo>
                    <a:pt x="905" y="2946"/>
                  </a:lnTo>
                  <a:cubicBezTo>
                    <a:pt x="654" y="2946"/>
                    <a:pt x="452" y="2744"/>
                    <a:pt x="452" y="2493"/>
                  </a:cubicBezTo>
                  <a:lnTo>
                    <a:pt x="452" y="227"/>
                  </a:lnTo>
                  <a:cubicBezTo>
                    <a:pt x="452" y="102"/>
                    <a:pt x="553" y="1"/>
                    <a:pt x="679"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87"/>
            <p:cNvSpPr/>
            <p:nvPr/>
          </p:nvSpPr>
          <p:spPr>
            <a:xfrm>
              <a:off x="5964965" y="2087476"/>
              <a:ext cx="23736" cy="77135"/>
            </a:xfrm>
            <a:custGeom>
              <a:rect b="b" l="l" r="r" t="t"/>
              <a:pathLst>
                <a:path extrusionOk="0" h="2941" w="905">
                  <a:moveTo>
                    <a:pt x="452" y="1"/>
                  </a:moveTo>
                  <a:cubicBezTo>
                    <a:pt x="202" y="1"/>
                    <a:pt x="0" y="203"/>
                    <a:pt x="0" y="453"/>
                  </a:cubicBezTo>
                  <a:lnTo>
                    <a:pt x="0" y="2940"/>
                  </a:lnTo>
                  <a:lnTo>
                    <a:pt x="452" y="2940"/>
                  </a:lnTo>
                  <a:lnTo>
                    <a:pt x="452" y="453"/>
                  </a:lnTo>
                  <a:cubicBezTo>
                    <a:pt x="452" y="203"/>
                    <a:pt x="654" y="1"/>
                    <a:pt x="90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87"/>
            <p:cNvSpPr/>
            <p:nvPr/>
          </p:nvSpPr>
          <p:spPr>
            <a:xfrm>
              <a:off x="6015295" y="2164715"/>
              <a:ext cx="47498" cy="94917"/>
            </a:xfrm>
            <a:custGeom>
              <a:rect b="b" l="l" r="r" t="t"/>
              <a:pathLst>
                <a:path extrusionOk="0" h="3619" w="1811">
                  <a:moveTo>
                    <a:pt x="569" y="0"/>
                  </a:moveTo>
                  <a:cubicBezTo>
                    <a:pt x="819" y="0"/>
                    <a:pt x="1021" y="202"/>
                    <a:pt x="1021" y="453"/>
                  </a:cubicBezTo>
                  <a:lnTo>
                    <a:pt x="1021" y="915"/>
                  </a:lnTo>
                  <a:cubicBezTo>
                    <a:pt x="1021" y="1112"/>
                    <a:pt x="934" y="1299"/>
                    <a:pt x="785" y="1425"/>
                  </a:cubicBezTo>
                  <a:cubicBezTo>
                    <a:pt x="1" y="2089"/>
                    <a:pt x="314" y="3369"/>
                    <a:pt x="1319" y="3590"/>
                  </a:cubicBezTo>
                  <a:cubicBezTo>
                    <a:pt x="1408" y="3609"/>
                    <a:pt x="1499" y="3618"/>
                    <a:pt x="1591" y="3618"/>
                  </a:cubicBezTo>
                  <a:cubicBezTo>
                    <a:pt x="1664" y="3618"/>
                    <a:pt x="1738" y="3612"/>
                    <a:pt x="1810" y="3599"/>
                  </a:cubicBezTo>
                  <a:cubicBezTo>
                    <a:pt x="1796" y="3595"/>
                    <a:pt x="1786" y="3595"/>
                    <a:pt x="1772" y="3590"/>
                  </a:cubicBezTo>
                  <a:cubicBezTo>
                    <a:pt x="766" y="3369"/>
                    <a:pt x="453" y="2089"/>
                    <a:pt x="1238" y="1425"/>
                  </a:cubicBezTo>
                  <a:cubicBezTo>
                    <a:pt x="1387" y="1299"/>
                    <a:pt x="1473" y="1112"/>
                    <a:pt x="1473" y="915"/>
                  </a:cubicBezTo>
                  <a:lnTo>
                    <a:pt x="1473" y="453"/>
                  </a:lnTo>
                  <a:cubicBezTo>
                    <a:pt x="1473" y="202"/>
                    <a:pt x="1271" y="0"/>
                    <a:pt x="102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87"/>
            <p:cNvSpPr/>
            <p:nvPr/>
          </p:nvSpPr>
          <p:spPr>
            <a:xfrm>
              <a:off x="5953084" y="2164715"/>
              <a:ext cx="23762" cy="77135"/>
            </a:xfrm>
            <a:custGeom>
              <a:rect b="b" l="l" r="r" t="t"/>
              <a:pathLst>
                <a:path extrusionOk="0" h="2941" w="906">
                  <a:moveTo>
                    <a:pt x="453" y="0"/>
                  </a:moveTo>
                  <a:lnTo>
                    <a:pt x="453" y="2488"/>
                  </a:lnTo>
                  <a:cubicBezTo>
                    <a:pt x="453" y="2738"/>
                    <a:pt x="246" y="2940"/>
                    <a:pt x="1" y="2940"/>
                  </a:cubicBezTo>
                  <a:lnTo>
                    <a:pt x="453" y="2940"/>
                  </a:lnTo>
                  <a:cubicBezTo>
                    <a:pt x="703" y="2940"/>
                    <a:pt x="905" y="2738"/>
                    <a:pt x="905" y="2488"/>
                  </a:cubicBezTo>
                  <a:lnTo>
                    <a:pt x="905"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87"/>
            <p:cNvSpPr/>
            <p:nvPr/>
          </p:nvSpPr>
          <p:spPr>
            <a:xfrm>
              <a:off x="5867031" y="2224095"/>
              <a:ext cx="41544" cy="65254"/>
            </a:xfrm>
            <a:custGeom>
              <a:rect b="b" l="l" r="r" t="t"/>
              <a:pathLst>
                <a:path extrusionOk="0" h="2488" w="1584">
                  <a:moveTo>
                    <a:pt x="1345" y="0"/>
                  </a:moveTo>
                  <a:cubicBezTo>
                    <a:pt x="1268" y="0"/>
                    <a:pt x="1191" y="7"/>
                    <a:pt x="1116" y="22"/>
                  </a:cubicBezTo>
                  <a:cubicBezTo>
                    <a:pt x="443" y="147"/>
                    <a:pt x="0" y="801"/>
                    <a:pt x="125" y="1475"/>
                  </a:cubicBezTo>
                  <a:cubicBezTo>
                    <a:pt x="240" y="2072"/>
                    <a:pt x="763" y="2487"/>
                    <a:pt x="1353" y="2487"/>
                  </a:cubicBezTo>
                  <a:cubicBezTo>
                    <a:pt x="1429" y="2487"/>
                    <a:pt x="1506" y="2480"/>
                    <a:pt x="1583" y="2466"/>
                  </a:cubicBezTo>
                  <a:cubicBezTo>
                    <a:pt x="890" y="2336"/>
                    <a:pt x="443" y="1663"/>
                    <a:pt x="592" y="975"/>
                  </a:cubicBezTo>
                  <a:cubicBezTo>
                    <a:pt x="698" y="489"/>
                    <a:pt x="1083" y="113"/>
                    <a:pt x="1569" y="22"/>
                  </a:cubicBezTo>
                  <a:lnTo>
                    <a:pt x="1574" y="22"/>
                  </a:lnTo>
                  <a:cubicBezTo>
                    <a:pt x="1499" y="7"/>
                    <a:pt x="1422" y="0"/>
                    <a:pt x="1345"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87"/>
            <p:cNvSpPr/>
            <p:nvPr/>
          </p:nvSpPr>
          <p:spPr>
            <a:xfrm>
              <a:off x="5953084" y="2271488"/>
              <a:ext cx="29690" cy="77240"/>
            </a:xfrm>
            <a:custGeom>
              <a:rect b="b" l="l" r="r" t="t"/>
              <a:pathLst>
                <a:path extrusionOk="0" h="2945" w="1132">
                  <a:moveTo>
                    <a:pt x="1" y="0"/>
                  </a:moveTo>
                  <a:cubicBezTo>
                    <a:pt x="246" y="0"/>
                    <a:pt x="448" y="202"/>
                    <a:pt x="453" y="452"/>
                  </a:cubicBezTo>
                  <a:lnTo>
                    <a:pt x="453" y="2719"/>
                  </a:lnTo>
                  <a:cubicBezTo>
                    <a:pt x="453" y="2839"/>
                    <a:pt x="554" y="2945"/>
                    <a:pt x="679" y="2945"/>
                  </a:cubicBezTo>
                  <a:lnTo>
                    <a:pt x="1132" y="2945"/>
                  </a:lnTo>
                  <a:cubicBezTo>
                    <a:pt x="1006" y="2940"/>
                    <a:pt x="905" y="2839"/>
                    <a:pt x="905" y="2719"/>
                  </a:cubicBezTo>
                  <a:lnTo>
                    <a:pt x="905" y="452"/>
                  </a:lnTo>
                  <a:cubicBezTo>
                    <a:pt x="905" y="202"/>
                    <a:pt x="698" y="0"/>
                    <a:pt x="453"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87"/>
            <p:cNvSpPr/>
            <p:nvPr/>
          </p:nvSpPr>
          <p:spPr>
            <a:xfrm>
              <a:off x="5775393" y="1975038"/>
              <a:ext cx="379145" cy="379250"/>
            </a:xfrm>
            <a:custGeom>
              <a:rect b="b" l="l" r="r" t="t"/>
              <a:pathLst>
                <a:path extrusionOk="0" h="14460" w="14456">
                  <a:moveTo>
                    <a:pt x="3720" y="3821"/>
                  </a:moveTo>
                  <a:cubicBezTo>
                    <a:pt x="3794" y="3821"/>
                    <a:pt x="3868" y="3829"/>
                    <a:pt x="3942" y="3845"/>
                  </a:cubicBezTo>
                  <a:cubicBezTo>
                    <a:pt x="4774" y="4032"/>
                    <a:pt x="5039" y="5091"/>
                    <a:pt x="4384" y="5644"/>
                  </a:cubicBezTo>
                  <a:cubicBezTo>
                    <a:pt x="4182" y="5813"/>
                    <a:pt x="4072" y="6058"/>
                    <a:pt x="4072" y="6318"/>
                  </a:cubicBezTo>
                  <a:lnTo>
                    <a:pt x="4072" y="6780"/>
                  </a:lnTo>
                  <a:cubicBezTo>
                    <a:pt x="4072" y="7146"/>
                    <a:pt x="4370" y="7439"/>
                    <a:pt x="4731" y="7439"/>
                  </a:cubicBezTo>
                  <a:lnTo>
                    <a:pt x="7012" y="7439"/>
                  </a:lnTo>
                  <a:lnTo>
                    <a:pt x="7012" y="9720"/>
                  </a:lnTo>
                  <a:cubicBezTo>
                    <a:pt x="7012" y="9850"/>
                    <a:pt x="6901" y="9961"/>
                    <a:pt x="6771" y="9961"/>
                  </a:cubicBezTo>
                  <a:lnTo>
                    <a:pt x="6309" y="9961"/>
                  </a:lnTo>
                  <a:cubicBezTo>
                    <a:pt x="6174" y="9961"/>
                    <a:pt x="6044" y="9903"/>
                    <a:pt x="5958" y="9797"/>
                  </a:cubicBezTo>
                  <a:cubicBezTo>
                    <a:pt x="5660" y="9442"/>
                    <a:pt x="5254" y="9278"/>
                    <a:pt x="4853" y="9278"/>
                  </a:cubicBezTo>
                  <a:cubicBezTo>
                    <a:pt x="4212" y="9278"/>
                    <a:pt x="3582" y="9697"/>
                    <a:pt x="3422" y="10422"/>
                  </a:cubicBezTo>
                  <a:cubicBezTo>
                    <a:pt x="3278" y="11082"/>
                    <a:pt x="3605" y="11751"/>
                    <a:pt x="4211" y="12044"/>
                  </a:cubicBezTo>
                  <a:cubicBezTo>
                    <a:pt x="4413" y="12143"/>
                    <a:pt x="4630" y="12190"/>
                    <a:pt x="4845" y="12190"/>
                  </a:cubicBezTo>
                  <a:cubicBezTo>
                    <a:pt x="5268" y="12190"/>
                    <a:pt x="5683" y="12005"/>
                    <a:pt x="5967" y="11664"/>
                  </a:cubicBezTo>
                  <a:cubicBezTo>
                    <a:pt x="6055" y="11567"/>
                    <a:pt x="6173" y="11514"/>
                    <a:pt x="6302" y="11514"/>
                  </a:cubicBezTo>
                  <a:cubicBezTo>
                    <a:pt x="6307" y="11514"/>
                    <a:pt x="6313" y="11515"/>
                    <a:pt x="6319" y="11515"/>
                  </a:cubicBezTo>
                  <a:lnTo>
                    <a:pt x="6771" y="11515"/>
                  </a:lnTo>
                  <a:cubicBezTo>
                    <a:pt x="6901" y="11515"/>
                    <a:pt x="7012" y="11621"/>
                    <a:pt x="7012" y="11755"/>
                  </a:cubicBezTo>
                  <a:lnTo>
                    <a:pt x="7012" y="14031"/>
                  </a:lnTo>
                  <a:lnTo>
                    <a:pt x="1112" y="14031"/>
                  </a:lnTo>
                  <a:cubicBezTo>
                    <a:pt x="732" y="14031"/>
                    <a:pt x="424" y="13723"/>
                    <a:pt x="419" y="13338"/>
                  </a:cubicBezTo>
                  <a:lnTo>
                    <a:pt x="419" y="7444"/>
                  </a:lnTo>
                  <a:lnTo>
                    <a:pt x="2700" y="7444"/>
                  </a:lnTo>
                  <a:cubicBezTo>
                    <a:pt x="3066" y="7439"/>
                    <a:pt x="3359" y="7146"/>
                    <a:pt x="3359" y="6780"/>
                  </a:cubicBezTo>
                  <a:lnTo>
                    <a:pt x="3359" y="6328"/>
                  </a:lnTo>
                  <a:cubicBezTo>
                    <a:pt x="3364" y="6068"/>
                    <a:pt x="3258" y="5822"/>
                    <a:pt x="3061" y="5654"/>
                  </a:cubicBezTo>
                  <a:cubicBezTo>
                    <a:pt x="2556" y="5235"/>
                    <a:pt x="2556" y="4466"/>
                    <a:pt x="3066" y="4052"/>
                  </a:cubicBezTo>
                  <a:cubicBezTo>
                    <a:pt x="3253" y="3901"/>
                    <a:pt x="3485" y="3821"/>
                    <a:pt x="3720" y="3821"/>
                  </a:cubicBezTo>
                  <a:close/>
                  <a:moveTo>
                    <a:pt x="13334" y="424"/>
                  </a:moveTo>
                  <a:cubicBezTo>
                    <a:pt x="13719" y="424"/>
                    <a:pt x="14027" y="736"/>
                    <a:pt x="14027" y="1121"/>
                  </a:cubicBezTo>
                  <a:lnTo>
                    <a:pt x="14027" y="7021"/>
                  </a:lnTo>
                  <a:lnTo>
                    <a:pt x="13786" y="7021"/>
                  </a:lnTo>
                  <a:cubicBezTo>
                    <a:pt x="13536" y="7045"/>
                    <a:pt x="13536" y="7410"/>
                    <a:pt x="13786" y="7439"/>
                  </a:cubicBezTo>
                  <a:lnTo>
                    <a:pt x="14027" y="7439"/>
                  </a:lnTo>
                  <a:lnTo>
                    <a:pt x="14027" y="13338"/>
                  </a:lnTo>
                  <a:cubicBezTo>
                    <a:pt x="14027" y="13723"/>
                    <a:pt x="13719" y="14031"/>
                    <a:pt x="13339" y="14036"/>
                  </a:cubicBezTo>
                  <a:lnTo>
                    <a:pt x="7440" y="14036"/>
                  </a:lnTo>
                  <a:lnTo>
                    <a:pt x="7440" y="11755"/>
                  </a:lnTo>
                  <a:cubicBezTo>
                    <a:pt x="7435" y="11390"/>
                    <a:pt x="7141" y="11096"/>
                    <a:pt x="6776" y="11096"/>
                  </a:cubicBezTo>
                  <a:lnTo>
                    <a:pt x="6323" y="11096"/>
                  </a:lnTo>
                  <a:cubicBezTo>
                    <a:pt x="6318" y="11096"/>
                    <a:pt x="6312" y="11096"/>
                    <a:pt x="6306" y="11096"/>
                  </a:cubicBezTo>
                  <a:cubicBezTo>
                    <a:pt x="6053" y="11096"/>
                    <a:pt x="5815" y="11201"/>
                    <a:pt x="5650" y="11394"/>
                  </a:cubicBezTo>
                  <a:cubicBezTo>
                    <a:pt x="5441" y="11646"/>
                    <a:pt x="5146" y="11771"/>
                    <a:pt x="4851" y="11771"/>
                  </a:cubicBezTo>
                  <a:cubicBezTo>
                    <a:pt x="4553" y="11771"/>
                    <a:pt x="4255" y="11643"/>
                    <a:pt x="4047" y="11390"/>
                  </a:cubicBezTo>
                  <a:cubicBezTo>
                    <a:pt x="3850" y="11144"/>
                    <a:pt x="3773" y="10822"/>
                    <a:pt x="3841" y="10514"/>
                  </a:cubicBezTo>
                  <a:cubicBezTo>
                    <a:pt x="3956" y="10002"/>
                    <a:pt x="4400" y="9705"/>
                    <a:pt x="4854" y="9705"/>
                  </a:cubicBezTo>
                  <a:cubicBezTo>
                    <a:pt x="5139" y="9705"/>
                    <a:pt x="5427" y="9822"/>
                    <a:pt x="5640" y="10076"/>
                  </a:cubicBezTo>
                  <a:cubicBezTo>
                    <a:pt x="5809" y="10273"/>
                    <a:pt x="6054" y="10384"/>
                    <a:pt x="6314" y="10384"/>
                  </a:cubicBezTo>
                  <a:lnTo>
                    <a:pt x="6776" y="10384"/>
                  </a:lnTo>
                  <a:cubicBezTo>
                    <a:pt x="7141" y="10384"/>
                    <a:pt x="7435" y="10086"/>
                    <a:pt x="7435" y="9725"/>
                  </a:cubicBezTo>
                  <a:lnTo>
                    <a:pt x="7435" y="7444"/>
                  </a:lnTo>
                  <a:lnTo>
                    <a:pt x="9716" y="7444"/>
                  </a:lnTo>
                  <a:cubicBezTo>
                    <a:pt x="9846" y="7444"/>
                    <a:pt x="9956" y="7550"/>
                    <a:pt x="9956" y="7685"/>
                  </a:cubicBezTo>
                  <a:lnTo>
                    <a:pt x="9956" y="8142"/>
                  </a:lnTo>
                  <a:cubicBezTo>
                    <a:pt x="9956" y="8276"/>
                    <a:pt x="9899" y="8406"/>
                    <a:pt x="9793" y="8493"/>
                  </a:cubicBezTo>
                  <a:cubicBezTo>
                    <a:pt x="8869" y="9272"/>
                    <a:pt x="9239" y="10774"/>
                    <a:pt x="10423" y="11029"/>
                  </a:cubicBezTo>
                  <a:cubicBezTo>
                    <a:pt x="10524" y="11053"/>
                    <a:pt x="10625" y="11062"/>
                    <a:pt x="10731" y="11062"/>
                  </a:cubicBezTo>
                  <a:cubicBezTo>
                    <a:pt x="11347" y="11062"/>
                    <a:pt x="11895" y="10677"/>
                    <a:pt x="12107" y="10100"/>
                  </a:cubicBezTo>
                  <a:cubicBezTo>
                    <a:pt x="12314" y="9518"/>
                    <a:pt x="12136" y="8873"/>
                    <a:pt x="11660" y="8483"/>
                  </a:cubicBezTo>
                  <a:cubicBezTo>
                    <a:pt x="11563" y="8392"/>
                    <a:pt x="11506" y="8267"/>
                    <a:pt x="11510" y="8132"/>
                  </a:cubicBezTo>
                  <a:lnTo>
                    <a:pt x="11510" y="7680"/>
                  </a:lnTo>
                  <a:cubicBezTo>
                    <a:pt x="11510" y="7550"/>
                    <a:pt x="11621" y="7439"/>
                    <a:pt x="11751" y="7439"/>
                  </a:cubicBezTo>
                  <a:lnTo>
                    <a:pt x="12887" y="7439"/>
                  </a:lnTo>
                  <a:cubicBezTo>
                    <a:pt x="13137" y="7415"/>
                    <a:pt x="13137" y="7045"/>
                    <a:pt x="12887" y="7021"/>
                  </a:cubicBezTo>
                  <a:lnTo>
                    <a:pt x="11756" y="7021"/>
                  </a:lnTo>
                  <a:cubicBezTo>
                    <a:pt x="11390" y="7021"/>
                    <a:pt x="11092" y="7314"/>
                    <a:pt x="11092" y="7680"/>
                  </a:cubicBezTo>
                  <a:lnTo>
                    <a:pt x="11092" y="8132"/>
                  </a:lnTo>
                  <a:cubicBezTo>
                    <a:pt x="11087" y="8392"/>
                    <a:pt x="11198" y="8637"/>
                    <a:pt x="11395" y="8811"/>
                  </a:cubicBezTo>
                  <a:cubicBezTo>
                    <a:pt x="11895" y="9224"/>
                    <a:pt x="11895" y="9994"/>
                    <a:pt x="11385" y="10408"/>
                  </a:cubicBezTo>
                  <a:cubicBezTo>
                    <a:pt x="11198" y="10558"/>
                    <a:pt x="10967" y="10639"/>
                    <a:pt x="10731" y="10639"/>
                  </a:cubicBezTo>
                  <a:cubicBezTo>
                    <a:pt x="10657" y="10639"/>
                    <a:pt x="10583" y="10631"/>
                    <a:pt x="10510" y="10615"/>
                  </a:cubicBezTo>
                  <a:cubicBezTo>
                    <a:pt x="9677" y="10427"/>
                    <a:pt x="9417" y="9369"/>
                    <a:pt x="10072" y="8815"/>
                  </a:cubicBezTo>
                  <a:cubicBezTo>
                    <a:pt x="10269" y="8647"/>
                    <a:pt x="10385" y="8402"/>
                    <a:pt x="10380" y="8142"/>
                  </a:cubicBezTo>
                  <a:lnTo>
                    <a:pt x="10380" y="7680"/>
                  </a:lnTo>
                  <a:cubicBezTo>
                    <a:pt x="10380" y="7314"/>
                    <a:pt x="10086" y="7021"/>
                    <a:pt x="9721" y="7021"/>
                  </a:cubicBezTo>
                  <a:lnTo>
                    <a:pt x="7445" y="7021"/>
                  </a:lnTo>
                  <a:lnTo>
                    <a:pt x="7445" y="4740"/>
                  </a:lnTo>
                  <a:cubicBezTo>
                    <a:pt x="7445" y="4605"/>
                    <a:pt x="7550" y="4499"/>
                    <a:pt x="7685" y="4499"/>
                  </a:cubicBezTo>
                  <a:lnTo>
                    <a:pt x="8142" y="4499"/>
                  </a:lnTo>
                  <a:cubicBezTo>
                    <a:pt x="8277" y="4499"/>
                    <a:pt x="8407" y="4557"/>
                    <a:pt x="8494" y="4658"/>
                  </a:cubicBezTo>
                  <a:cubicBezTo>
                    <a:pt x="8794" y="5016"/>
                    <a:pt x="9201" y="5181"/>
                    <a:pt x="9603" y="5181"/>
                  </a:cubicBezTo>
                  <a:cubicBezTo>
                    <a:pt x="10245" y="5181"/>
                    <a:pt x="10873" y="4760"/>
                    <a:pt x="11029" y="4032"/>
                  </a:cubicBezTo>
                  <a:cubicBezTo>
                    <a:pt x="11174" y="3378"/>
                    <a:pt x="10846" y="2704"/>
                    <a:pt x="10245" y="2411"/>
                  </a:cubicBezTo>
                  <a:cubicBezTo>
                    <a:pt x="10041" y="2312"/>
                    <a:pt x="9824" y="2265"/>
                    <a:pt x="9609" y="2265"/>
                  </a:cubicBezTo>
                  <a:cubicBezTo>
                    <a:pt x="9184" y="2265"/>
                    <a:pt x="8768" y="2451"/>
                    <a:pt x="8484" y="2796"/>
                  </a:cubicBezTo>
                  <a:cubicBezTo>
                    <a:pt x="8401" y="2893"/>
                    <a:pt x="8278" y="2945"/>
                    <a:pt x="8154" y="2945"/>
                  </a:cubicBezTo>
                  <a:cubicBezTo>
                    <a:pt x="8148" y="2945"/>
                    <a:pt x="8143" y="2945"/>
                    <a:pt x="8137" y="2945"/>
                  </a:cubicBezTo>
                  <a:lnTo>
                    <a:pt x="7680" y="2945"/>
                  </a:lnTo>
                  <a:cubicBezTo>
                    <a:pt x="7550" y="2945"/>
                    <a:pt x="7440" y="2834"/>
                    <a:pt x="7440" y="2704"/>
                  </a:cubicBezTo>
                  <a:lnTo>
                    <a:pt x="7440" y="1574"/>
                  </a:lnTo>
                  <a:cubicBezTo>
                    <a:pt x="7457" y="1417"/>
                    <a:pt x="7344" y="1339"/>
                    <a:pt x="7230" y="1339"/>
                  </a:cubicBezTo>
                  <a:cubicBezTo>
                    <a:pt x="7117" y="1339"/>
                    <a:pt x="7004" y="1417"/>
                    <a:pt x="7021" y="1574"/>
                  </a:cubicBezTo>
                  <a:lnTo>
                    <a:pt x="7021" y="2704"/>
                  </a:lnTo>
                  <a:cubicBezTo>
                    <a:pt x="7021" y="3070"/>
                    <a:pt x="7319" y="3364"/>
                    <a:pt x="7680" y="3364"/>
                  </a:cubicBezTo>
                  <a:lnTo>
                    <a:pt x="8137" y="3364"/>
                  </a:lnTo>
                  <a:cubicBezTo>
                    <a:pt x="8143" y="3364"/>
                    <a:pt x="8149" y="3364"/>
                    <a:pt x="8154" y="3364"/>
                  </a:cubicBezTo>
                  <a:cubicBezTo>
                    <a:pt x="8403" y="3364"/>
                    <a:pt x="8646" y="3258"/>
                    <a:pt x="8811" y="3065"/>
                  </a:cubicBezTo>
                  <a:cubicBezTo>
                    <a:pt x="9018" y="2813"/>
                    <a:pt x="9314" y="2687"/>
                    <a:pt x="9610" y="2687"/>
                  </a:cubicBezTo>
                  <a:cubicBezTo>
                    <a:pt x="9907" y="2687"/>
                    <a:pt x="10204" y="2815"/>
                    <a:pt x="10409" y="3070"/>
                  </a:cubicBezTo>
                  <a:cubicBezTo>
                    <a:pt x="10606" y="3316"/>
                    <a:pt x="10683" y="3638"/>
                    <a:pt x="10616" y="3946"/>
                  </a:cubicBezTo>
                  <a:cubicBezTo>
                    <a:pt x="10503" y="4458"/>
                    <a:pt x="10058" y="4755"/>
                    <a:pt x="9603" y="4755"/>
                  </a:cubicBezTo>
                  <a:cubicBezTo>
                    <a:pt x="9318" y="4755"/>
                    <a:pt x="9029" y="4638"/>
                    <a:pt x="8816" y="4384"/>
                  </a:cubicBezTo>
                  <a:cubicBezTo>
                    <a:pt x="8652" y="4186"/>
                    <a:pt x="8402" y="4076"/>
                    <a:pt x="8142" y="4076"/>
                  </a:cubicBezTo>
                  <a:lnTo>
                    <a:pt x="7685" y="4076"/>
                  </a:lnTo>
                  <a:cubicBezTo>
                    <a:pt x="7319" y="4076"/>
                    <a:pt x="7021" y="4374"/>
                    <a:pt x="7021" y="4735"/>
                  </a:cubicBezTo>
                  <a:lnTo>
                    <a:pt x="7021" y="7016"/>
                  </a:lnTo>
                  <a:lnTo>
                    <a:pt x="4745" y="7016"/>
                  </a:lnTo>
                  <a:cubicBezTo>
                    <a:pt x="4610" y="7016"/>
                    <a:pt x="4505" y="6905"/>
                    <a:pt x="4505" y="6775"/>
                  </a:cubicBezTo>
                  <a:lnTo>
                    <a:pt x="4505" y="6318"/>
                  </a:lnTo>
                  <a:cubicBezTo>
                    <a:pt x="4500" y="6179"/>
                    <a:pt x="4562" y="6053"/>
                    <a:pt x="4663" y="5967"/>
                  </a:cubicBezTo>
                  <a:cubicBezTo>
                    <a:pt x="5587" y="5182"/>
                    <a:pt x="5212" y="3681"/>
                    <a:pt x="4028" y="3431"/>
                  </a:cubicBezTo>
                  <a:cubicBezTo>
                    <a:pt x="3921" y="3407"/>
                    <a:pt x="3814" y="3396"/>
                    <a:pt x="3710" y="3396"/>
                  </a:cubicBezTo>
                  <a:cubicBezTo>
                    <a:pt x="2929" y="3396"/>
                    <a:pt x="2262" y="4032"/>
                    <a:pt x="2262" y="4855"/>
                  </a:cubicBezTo>
                  <a:cubicBezTo>
                    <a:pt x="2262" y="5288"/>
                    <a:pt x="2455" y="5702"/>
                    <a:pt x="2792" y="5976"/>
                  </a:cubicBezTo>
                  <a:cubicBezTo>
                    <a:pt x="2893" y="6063"/>
                    <a:pt x="2946" y="6193"/>
                    <a:pt x="2941" y="6323"/>
                  </a:cubicBezTo>
                  <a:lnTo>
                    <a:pt x="2941" y="6780"/>
                  </a:lnTo>
                  <a:cubicBezTo>
                    <a:pt x="2941" y="6910"/>
                    <a:pt x="2830" y="7021"/>
                    <a:pt x="2700" y="7021"/>
                  </a:cubicBezTo>
                  <a:lnTo>
                    <a:pt x="424" y="7021"/>
                  </a:lnTo>
                  <a:lnTo>
                    <a:pt x="424" y="1121"/>
                  </a:lnTo>
                  <a:cubicBezTo>
                    <a:pt x="424" y="736"/>
                    <a:pt x="732" y="424"/>
                    <a:pt x="1117" y="424"/>
                  </a:cubicBezTo>
                  <a:lnTo>
                    <a:pt x="7016" y="424"/>
                  </a:lnTo>
                  <a:lnTo>
                    <a:pt x="7016" y="664"/>
                  </a:lnTo>
                  <a:cubicBezTo>
                    <a:pt x="7028" y="792"/>
                    <a:pt x="7127" y="856"/>
                    <a:pt x="7226" y="856"/>
                  </a:cubicBezTo>
                  <a:cubicBezTo>
                    <a:pt x="7324" y="856"/>
                    <a:pt x="7423" y="792"/>
                    <a:pt x="7435" y="664"/>
                  </a:cubicBezTo>
                  <a:lnTo>
                    <a:pt x="7435" y="424"/>
                  </a:lnTo>
                  <a:close/>
                  <a:moveTo>
                    <a:pt x="1117" y="0"/>
                  </a:moveTo>
                  <a:cubicBezTo>
                    <a:pt x="496" y="0"/>
                    <a:pt x="1" y="501"/>
                    <a:pt x="1" y="1117"/>
                  </a:cubicBezTo>
                  <a:lnTo>
                    <a:pt x="1" y="13338"/>
                  </a:lnTo>
                  <a:cubicBezTo>
                    <a:pt x="1" y="13959"/>
                    <a:pt x="496" y="14455"/>
                    <a:pt x="1117" y="14460"/>
                  </a:cubicBezTo>
                  <a:lnTo>
                    <a:pt x="13339" y="14460"/>
                  </a:lnTo>
                  <a:cubicBezTo>
                    <a:pt x="13955" y="14455"/>
                    <a:pt x="14455" y="13959"/>
                    <a:pt x="14455" y="13338"/>
                  </a:cubicBezTo>
                  <a:lnTo>
                    <a:pt x="14455" y="1121"/>
                  </a:lnTo>
                  <a:cubicBezTo>
                    <a:pt x="14455" y="501"/>
                    <a:pt x="13955" y="0"/>
                    <a:pt x="133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0" name="Google Shape;15840;p87"/>
          <p:cNvGrpSpPr/>
          <p:nvPr/>
        </p:nvGrpSpPr>
        <p:grpSpPr>
          <a:xfrm>
            <a:off x="6200960" y="1975274"/>
            <a:ext cx="417725" cy="378961"/>
            <a:chOff x="6200960" y="1975274"/>
            <a:chExt cx="417725" cy="378961"/>
          </a:xfrm>
        </p:grpSpPr>
        <p:sp>
          <p:nvSpPr>
            <p:cNvPr id="15841" name="Google Shape;15841;p87"/>
            <p:cNvSpPr/>
            <p:nvPr/>
          </p:nvSpPr>
          <p:spPr>
            <a:xfrm>
              <a:off x="6276416" y="2028411"/>
              <a:ext cx="272477" cy="272504"/>
            </a:xfrm>
            <a:custGeom>
              <a:rect b="b" l="l" r="r" t="t"/>
              <a:pathLst>
                <a:path extrusionOk="0" h="10390" w="10389">
                  <a:moveTo>
                    <a:pt x="5197" y="1"/>
                  </a:moveTo>
                  <a:cubicBezTo>
                    <a:pt x="2324" y="1"/>
                    <a:pt x="0" y="2325"/>
                    <a:pt x="0" y="5197"/>
                  </a:cubicBezTo>
                  <a:cubicBezTo>
                    <a:pt x="0" y="8065"/>
                    <a:pt x="2324" y="10389"/>
                    <a:pt x="5197" y="10389"/>
                  </a:cubicBezTo>
                  <a:cubicBezTo>
                    <a:pt x="8065" y="10389"/>
                    <a:pt x="10389" y="8065"/>
                    <a:pt x="10389" y="5197"/>
                  </a:cubicBezTo>
                  <a:cubicBezTo>
                    <a:pt x="10389" y="2325"/>
                    <a:pt x="8065" y="1"/>
                    <a:pt x="51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87"/>
            <p:cNvSpPr/>
            <p:nvPr/>
          </p:nvSpPr>
          <p:spPr>
            <a:xfrm>
              <a:off x="6332832" y="2029801"/>
              <a:ext cx="215564" cy="269199"/>
            </a:xfrm>
            <a:custGeom>
              <a:rect b="b" l="l" r="r" t="t"/>
              <a:pathLst>
                <a:path extrusionOk="0" h="10264" w="8219">
                  <a:moveTo>
                    <a:pt x="3792" y="1"/>
                  </a:moveTo>
                  <a:lnTo>
                    <a:pt x="3802" y="10"/>
                  </a:lnTo>
                  <a:lnTo>
                    <a:pt x="4148" y="434"/>
                  </a:lnTo>
                  <a:cubicBezTo>
                    <a:pt x="4186" y="487"/>
                    <a:pt x="4196" y="554"/>
                    <a:pt x="4172" y="616"/>
                  </a:cubicBezTo>
                  <a:lnTo>
                    <a:pt x="3874" y="1309"/>
                  </a:lnTo>
                  <a:lnTo>
                    <a:pt x="3494" y="621"/>
                  </a:lnTo>
                  <a:lnTo>
                    <a:pt x="2815" y="621"/>
                  </a:lnTo>
                  <a:lnTo>
                    <a:pt x="2339" y="1531"/>
                  </a:lnTo>
                  <a:cubicBezTo>
                    <a:pt x="2271" y="1661"/>
                    <a:pt x="2358" y="1819"/>
                    <a:pt x="2502" y="1829"/>
                  </a:cubicBezTo>
                  <a:lnTo>
                    <a:pt x="2883" y="1863"/>
                  </a:lnTo>
                  <a:lnTo>
                    <a:pt x="3190" y="1425"/>
                  </a:lnTo>
                  <a:lnTo>
                    <a:pt x="3498" y="1815"/>
                  </a:lnTo>
                  <a:lnTo>
                    <a:pt x="3417" y="2426"/>
                  </a:lnTo>
                  <a:lnTo>
                    <a:pt x="2608" y="2546"/>
                  </a:lnTo>
                  <a:lnTo>
                    <a:pt x="1776" y="3157"/>
                  </a:lnTo>
                  <a:lnTo>
                    <a:pt x="1675" y="3566"/>
                  </a:lnTo>
                  <a:cubicBezTo>
                    <a:pt x="1657" y="3651"/>
                    <a:pt x="1581" y="3707"/>
                    <a:pt x="1501" y="3707"/>
                  </a:cubicBezTo>
                  <a:cubicBezTo>
                    <a:pt x="1495" y="3707"/>
                    <a:pt x="1489" y="3706"/>
                    <a:pt x="1482" y="3706"/>
                  </a:cubicBezTo>
                  <a:lnTo>
                    <a:pt x="1170" y="3667"/>
                  </a:lnTo>
                  <a:cubicBezTo>
                    <a:pt x="1163" y="3666"/>
                    <a:pt x="1156" y="3666"/>
                    <a:pt x="1149" y="3666"/>
                  </a:cubicBezTo>
                  <a:cubicBezTo>
                    <a:pt x="1074" y="3666"/>
                    <a:pt x="1003" y="3712"/>
                    <a:pt x="977" y="3783"/>
                  </a:cubicBezTo>
                  <a:lnTo>
                    <a:pt x="804" y="4249"/>
                  </a:lnTo>
                  <a:cubicBezTo>
                    <a:pt x="770" y="4350"/>
                    <a:pt x="823" y="4456"/>
                    <a:pt x="924" y="4485"/>
                  </a:cubicBezTo>
                  <a:lnTo>
                    <a:pt x="1492" y="4649"/>
                  </a:lnTo>
                  <a:lnTo>
                    <a:pt x="1824" y="3922"/>
                  </a:lnTo>
                  <a:cubicBezTo>
                    <a:pt x="1862" y="3826"/>
                    <a:pt x="1944" y="3759"/>
                    <a:pt x="2040" y="3725"/>
                  </a:cubicBezTo>
                  <a:lnTo>
                    <a:pt x="2959" y="3431"/>
                  </a:lnTo>
                  <a:lnTo>
                    <a:pt x="3725" y="4014"/>
                  </a:lnTo>
                  <a:lnTo>
                    <a:pt x="4129" y="3840"/>
                  </a:lnTo>
                  <a:lnTo>
                    <a:pt x="4393" y="4143"/>
                  </a:lnTo>
                  <a:lnTo>
                    <a:pt x="4942" y="4095"/>
                  </a:lnTo>
                  <a:cubicBezTo>
                    <a:pt x="4945" y="4095"/>
                    <a:pt x="4949" y="4095"/>
                    <a:pt x="4952" y="4095"/>
                  </a:cubicBezTo>
                  <a:cubicBezTo>
                    <a:pt x="5039" y="4095"/>
                    <a:pt x="5116" y="4156"/>
                    <a:pt x="5134" y="4240"/>
                  </a:cubicBezTo>
                  <a:lnTo>
                    <a:pt x="5158" y="4360"/>
                  </a:lnTo>
                  <a:cubicBezTo>
                    <a:pt x="5197" y="4572"/>
                    <a:pt x="5048" y="4769"/>
                    <a:pt x="4836" y="4788"/>
                  </a:cubicBezTo>
                  <a:lnTo>
                    <a:pt x="3931" y="4860"/>
                  </a:lnTo>
                  <a:cubicBezTo>
                    <a:pt x="3830" y="4865"/>
                    <a:pt x="3758" y="4966"/>
                    <a:pt x="3792" y="5067"/>
                  </a:cubicBezTo>
                  <a:cubicBezTo>
                    <a:pt x="3825" y="5176"/>
                    <a:pt x="3739" y="5277"/>
                    <a:pt x="3634" y="5277"/>
                  </a:cubicBezTo>
                  <a:cubicBezTo>
                    <a:pt x="3618" y="5277"/>
                    <a:pt x="3602" y="5275"/>
                    <a:pt x="3585" y="5269"/>
                  </a:cubicBezTo>
                  <a:lnTo>
                    <a:pt x="2907" y="5043"/>
                  </a:lnTo>
                  <a:cubicBezTo>
                    <a:pt x="2820" y="5014"/>
                    <a:pt x="2753" y="4937"/>
                    <a:pt x="2738" y="4841"/>
                  </a:cubicBezTo>
                  <a:cubicBezTo>
                    <a:pt x="2719" y="4719"/>
                    <a:pt x="2614" y="4629"/>
                    <a:pt x="2488" y="4629"/>
                  </a:cubicBezTo>
                  <a:cubicBezTo>
                    <a:pt x="2485" y="4629"/>
                    <a:pt x="2482" y="4629"/>
                    <a:pt x="2478" y="4629"/>
                  </a:cubicBezTo>
                  <a:lnTo>
                    <a:pt x="1492" y="4653"/>
                  </a:lnTo>
                  <a:lnTo>
                    <a:pt x="953" y="4894"/>
                  </a:lnTo>
                  <a:cubicBezTo>
                    <a:pt x="828" y="4947"/>
                    <a:pt x="746" y="5072"/>
                    <a:pt x="741" y="5207"/>
                  </a:cubicBezTo>
                  <a:lnTo>
                    <a:pt x="732" y="5390"/>
                  </a:lnTo>
                  <a:lnTo>
                    <a:pt x="92" y="6121"/>
                  </a:lnTo>
                  <a:cubicBezTo>
                    <a:pt x="34" y="6188"/>
                    <a:pt x="0" y="6270"/>
                    <a:pt x="0" y="6357"/>
                  </a:cubicBezTo>
                  <a:lnTo>
                    <a:pt x="0" y="7146"/>
                  </a:lnTo>
                  <a:cubicBezTo>
                    <a:pt x="0" y="7290"/>
                    <a:pt x="63" y="7430"/>
                    <a:pt x="164" y="7531"/>
                  </a:cubicBezTo>
                  <a:lnTo>
                    <a:pt x="732" y="8079"/>
                  </a:lnTo>
                  <a:cubicBezTo>
                    <a:pt x="818" y="8161"/>
                    <a:pt x="934" y="8214"/>
                    <a:pt x="1059" y="8224"/>
                  </a:cubicBezTo>
                  <a:lnTo>
                    <a:pt x="2940" y="8387"/>
                  </a:lnTo>
                  <a:lnTo>
                    <a:pt x="2907" y="8657"/>
                  </a:lnTo>
                  <a:cubicBezTo>
                    <a:pt x="2892" y="8787"/>
                    <a:pt x="2945" y="8912"/>
                    <a:pt x="3051" y="8989"/>
                  </a:cubicBezTo>
                  <a:lnTo>
                    <a:pt x="3465" y="9297"/>
                  </a:lnTo>
                  <a:lnTo>
                    <a:pt x="3402" y="9504"/>
                  </a:lnTo>
                  <a:cubicBezTo>
                    <a:pt x="3359" y="9643"/>
                    <a:pt x="3402" y="9792"/>
                    <a:pt x="3513" y="9884"/>
                  </a:cubicBezTo>
                  <a:lnTo>
                    <a:pt x="3951" y="10264"/>
                  </a:lnTo>
                  <a:lnTo>
                    <a:pt x="5202" y="9865"/>
                  </a:lnTo>
                  <a:lnTo>
                    <a:pt x="5880" y="9056"/>
                  </a:lnTo>
                  <a:cubicBezTo>
                    <a:pt x="5991" y="8926"/>
                    <a:pt x="6077" y="8777"/>
                    <a:pt x="6150" y="8618"/>
                  </a:cubicBezTo>
                  <a:lnTo>
                    <a:pt x="7122" y="6371"/>
                  </a:lnTo>
                  <a:lnTo>
                    <a:pt x="6501" y="6419"/>
                  </a:lnTo>
                  <a:cubicBezTo>
                    <a:pt x="6501" y="6419"/>
                    <a:pt x="6500" y="6419"/>
                    <a:pt x="6500" y="6419"/>
                  </a:cubicBezTo>
                  <a:cubicBezTo>
                    <a:pt x="6392" y="6419"/>
                    <a:pt x="7415" y="5014"/>
                    <a:pt x="7343" y="4928"/>
                  </a:cubicBezTo>
                  <a:lnTo>
                    <a:pt x="7117" y="4475"/>
                  </a:lnTo>
                  <a:lnTo>
                    <a:pt x="7569" y="4249"/>
                  </a:lnTo>
                  <a:lnTo>
                    <a:pt x="8219" y="4711"/>
                  </a:lnTo>
                  <a:cubicBezTo>
                    <a:pt x="8017" y="2301"/>
                    <a:pt x="6183" y="352"/>
                    <a:pt x="3792"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87"/>
            <p:cNvSpPr/>
            <p:nvPr/>
          </p:nvSpPr>
          <p:spPr>
            <a:xfrm>
              <a:off x="6249533" y="2031191"/>
              <a:ext cx="259128" cy="269724"/>
            </a:xfrm>
            <a:custGeom>
              <a:rect b="b" l="l" r="r" t="t"/>
              <a:pathLst>
                <a:path extrusionOk="0" h="10284" w="9880">
                  <a:moveTo>
                    <a:pt x="5159" y="0"/>
                  </a:moveTo>
                  <a:cubicBezTo>
                    <a:pt x="1757" y="713"/>
                    <a:pt x="1" y="4490"/>
                    <a:pt x="1641" y="7550"/>
                  </a:cubicBezTo>
                  <a:cubicBezTo>
                    <a:pt x="2601" y="9331"/>
                    <a:pt x="4404" y="10284"/>
                    <a:pt x="6229" y="10284"/>
                  </a:cubicBezTo>
                  <a:cubicBezTo>
                    <a:pt x="7535" y="10284"/>
                    <a:pt x="8852" y="9796"/>
                    <a:pt x="9879" y="8777"/>
                  </a:cubicBezTo>
                  <a:lnTo>
                    <a:pt x="9879" y="8777"/>
                  </a:lnTo>
                  <a:cubicBezTo>
                    <a:pt x="9528" y="8849"/>
                    <a:pt x="9172" y="8888"/>
                    <a:pt x="8816" y="8888"/>
                  </a:cubicBezTo>
                  <a:cubicBezTo>
                    <a:pt x="6713" y="8888"/>
                    <a:pt x="4817" y="7617"/>
                    <a:pt x="4014" y="5669"/>
                  </a:cubicBezTo>
                  <a:cubicBezTo>
                    <a:pt x="3210" y="3725"/>
                    <a:pt x="3662" y="1483"/>
                    <a:pt x="5159"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87"/>
            <p:cNvSpPr/>
            <p:nvPr/>
          </p:nvSpPr>
          <p:spPr>
            <a:xfrm>
              <a:off x="6332832" y="2171272"/>
              <a:ext cx="156499" cy="127492"/>
            </a:xfrm>
            <a:custGeom>
              <a:rect b="b" l="l" r="r" t="t"/>
              <a:pathLst>
                <a:path extrusionOk="0" h="4861" w="5967">
                  <a:moveTo>
                    <a:pt x="717" y="1"/>
                  </a:moveTo>
                  <a:lnTo>
                    <a:pt x="87" y="717"/>
                  </a:lnTo>
                  <a:cubicBezTo>
                    <a:pt x="29" y="785"/>
                    <a:pt x="0" y="867"/>
                    <a:pt x="0" y="953"/>
                  </a:cubicBezTo>
                  <a:lnTo>
                    <a:pt x="0" y="1742"/>
                  </a:lnTo>
                  <a:cubicBezTo>
                    <a:pt x="0" y="1887"/>
                    <a:pt x="58" y="2026"/>
                    <a:pt x="164" y="2127"/>
                  </a:cubicBezTo>
                  <a:lnTo>
                    <a:pt x="727" y="2676"/>
                  </a:lnTo>
                  <a:cubicBezTo>
                    <a:pt x="818" y="2758"/>
                    <a:pt x="934" y="2811"/>
                    <a:pt x="1054" y="2820"/>
                  </a:cubicBezTo>
                  <a:lnTo>
                    <a:pt x="2748" y="2969"/>
                  </a:lnTo>
                  <a:cubicBezTo>
                    <a:pt x="2854" y="2979"/>
                    <a:pt x="2931" y="3070"/>
                    <a:pt x="2916" y="3176"/>
                  </a:cubicBezTo>
                  <a:lnTo>
                    <a:pt x="2907" y="3258"/>
                  </a:lnTo>
                  <a:cubicBezTo>
                    <a:pt x="2892" y="3383"/>
                    <a:pt x="2945" y="3508"/>
                    <a:pt x="3051" y="3590"/>
                  </a:cubicBezTo>
                  <a:lnTo>
                    <a:pt x="3465" y="3898"/>
                  </a:lnTo>
                  <a:lnTo>
                    <a:pt x="3402" y="4105"/>
                  </a:lnTo>
                  <a:cubicBezTo>
                    <a:pt x="3359" y="4240"/>
                    <a:pt x="3402" y="4389"/>
                    <a:pt x="3513" y="4480"/>
                  </a:cubicBezTo>
                  <a:lnTo>
                    <a:pt x="3951" y="4860"/>
                  </a:lnTo>
                  <a:lnTo>
                    <a:pt x="3960" y="4860"/>
                  </a:lnTo>
                  <a:cubicBezTo>
                    <a:pt x="4273" y="4807"/>
                    <a:pt x="4576" y="4721"/>
                    <a:pt x="4875" y="4610"/>
                  </a:cubicBezTo>
                  <a:lnTo>
                    <a:pt x="4947" y="4581"/>
                  </a:lnTo>
                  <a:cubicBezTo>
                    <a:pt x="5009" y="4557"/>
                    <a:pt x="5072" y="4528"/>
                    <a:pt x="5134" y="4499"/>
                  </a:cubicBezTo>
                  <a:lnTo>
                    <a:pt x="5197" y="4475"/>
                  </a:lnTo>
                  <a:lnTo>
                    <a:pt x="5880" y="3653"/>
                  </a:lnTo>
                  <a:cubicBezTo>
                    <a:pt x="5909" y="3614"/>
                    <a:pt x="5938" y="3571"/>
                    <a:pt x="5967" y="3532"/>
                  </a:cubicBezTo>
                  <a:lnTo>
                    <a:pt x="5967" y="3532"/>
                  </a:lnTo>
                  <a:cubicBezTo>
                    <a:pt x="5861" y="3542"/>
                    <a:pt x="5750" y="3547"/>
                    <a:pt x="5640" y="3547"/>
                  </a:cubicBezTo>
                  <a:cubicBezTo>
                    <a:pt x="3407" y="3542"/>
                    <a:pt x="1425" y="2118"/>
                    <a:pt x="717"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87"/>
            <p:cNvSpPr/>
            <p:nvPr/>
          </p:nvSpPr>
          <p:spPr>
            <a:xfrm>
              <a:off x="6255434" y="2080394"/>
              <a:ext cx="363251" cy="273841"/>
            </a:xfrm>
            <a:custGeom>
              <a:rect b="b" l="l" r="r" t="t"/>
              <a:pathLst>
                <a:path extrusionOk="0" h="10441" w="13850">
                  <a:moveTo>
                    <a:pt x="12345" y="0"/>
                  </a:moveTo>
                  <a:cubicBezTo>
                    <a:pt x="12210" y="0"/>
                    <a:pt x="12077" y="130"/>
                    <a:pt x="12147" y="295"/>
                  </a:cubicBezTo>
                  <a:cubicBezTo>
                    <a:pt x="13388" y="2922"/>
                    <a:pt x="12830" y="6049"/>
                    <a:pt x="10746" y="8080"/>
                  </a:cubicBezTo>
                  <a:cubicBezTo>
                    <a:pt x="9446" y="9350"/>
                    <a:pt x="7729" y="10016"/>
                    <a:pt x="5991" y="10016"/>
                  </a:cubicBezTo>
                  <a:cubicBezTo>
                    <a:pt x="4951" y="10016"/>
                    <a:pt x="3903" y="9778"/>
                    <a:pt x="2932" y="9288"/>
                  </a:cubicBezTo>
                  <a:cubicBezTo>
                    <a:pt x="2128" y="8884"/>
                    <a:pt x="1416" y="8325"/>
                    <a:pt x="834" y="7647"/>
                  </a:cubicBezTo>
                  <a:lnTo>
                    <a:pt x="834" y="7647"/>
                  </a:lnTo>
                  <a:lnTo>
                    <a:pt x="1667" y="7921"/>
                  </a:lnTo>
                  <a:cubicBezTo>
                    <a:pt x="1694" y="7930"/>
                    <a:pt x="1719" y="7935"/>
                    <a:pt x="1743" y="7935"/>
                  </a:cubicBezTo>
                  <a:cubicBezTo>
                    <a:pt x="1959" y="7935"/>
                    <a:pt x="2044" y="7600"/>
                    <a:pt x="1801" y="7522"/>
                  </a:cubicBezTo>
                  <a:lnTo>
                    <a:pt x="300" y="7021"/>
                  </a:lnTo>
                  <a:cubicBezTo>
                    <a:pt x="276" y="7013"/>
                    <a:pt x="252" y="7009"/>
                    <a:pt x="229" y="7009"/>
                  </a:cubicBezTo>
                  <a:cubicBezTo>
                    <a:pt x="106" y="7009"/>
                    <a:pt x="1" y="7119"/>
                    <a:pt x="21" y="7252"/>
                  </a:cubicBezTo>
                  <a:lnTo>
                    <a:pt x="271" y="9004"/>
                  </a:lnTo>
                  <a:cubicBezTo>
                    <a:pt x="286" y="9110"/>
                    <a:pt x="377" y="9187"/>
                    <a:pt x="483" y="9187"/>
                  </a:cubicBezTo>
                  <a:lnTo>
                    <a:pt x="512" y="9187"/>
                  </a:lnTo>
                  <a:cubicBezTo>
                    <a:pt x="627" y="9167"/>
                    <a:pt x="709" y="9062"/>
                    <a:pt x="695" y="8946"/>
                  </a:cubicBezTo>
                  <a:lnTo>
                    <a:pt x="555" y="7964"/>
                  </a:lnTo>
                  <a:lnTo>
                    <a:pt x="555" y="7964"/>
                  </a:lnTo>
                  <a:cubicBezTo>
                    <a:pt x="1166" y="8667"/>
                    <a:pt x="1907" y="9244"/>
                    <a:pt x="2740" y="9668"/>
                  </a:cubicBezTo>
                  <a:cubicBezTo>
                    <a:pt x="3771" y="10188"/>
                    <a:pt x="4883" y="10441"/>
                    <a:pt x="5988" y="10441"/>
                  </a:cubicBezTo>
                  <a:cubicBezTo>
                    <a:pt x="7836" y="10441"/>
                    <a:pt x="9662" y="9732"/>
                    <a:pt x="11045" y="8383"/>
                  </a:cubicBezTo>
                  <a:cubicBezTo>
                    <a:pt x="13253" y="6227"/>
                    <a:pt x="13850" y="2903"/>
                    <a:pt x="12527" y="112"/>
                  </a:cubicBezTo>
                  <a:lnTo>
                    <a:pt x="12527" y="112"/>
                  </a:lnTo>
                  <a:lnTo>
                    <a:pt x="12527" y="117"/>
                  </a:lnTo>
                  <a:cubicBezTo>
                    <a:pt x="12484" y="35"/>
                    <a:pt x="12414" y="0"/>
                    <a:pt x="1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87"/>
            <p:cNvSpPr/>
            <p:nvPr/>
          </p:nvSpPr>
          <p:spPr>
            <a:xfrm>
              <a:off x="6200960" y="1975274"/>
              <a:ext cx="368916" cy="274104"/>
            </a:xfrm>
            <a:custGeom>
              <a:rect b="b" l="l" r="r" t="t"/>
              <a:pathLst>
                <a:path extrusionOk="0" h="10451" w="14066">
                  <a:moveTo>
                    <a:pt x="8073" y="1"/>
                  </a:moveTo>
                  <a:cubicBezTo>
                    <a:pt x="6706" y="1"/>
                    <a:pt x="5329" y="387"/>
                    <a:pt x="4114" y="1185"/>
                  </a:cubicBezTo>
                  <a:cubicBezTo>
                    <a:pt x="1097" y="3162"/>
                    <a:pt x="0" y="7060"/>
                    <a:pt x="1545" y="10317"/>
                  </a:cubicBezTo>
                  <a:cubicBezTo>
                    <a:pt x="1583" y="10412"/>
                    <a:pt x="1656" y="10451"/>
                    <a:pt x="1731" y="10451"/>
                  </a:cubicBezTo>
                  <a:cubicBezTo>
                    <a:pt x="1872" y="10451"/>
                    <a:pt x="2016" y="10309"/>
                    <a:pt x="1925" y="10139"/>
                  </a:cubicBezTo>
                  <a:cubicBezTo>
                    <a:pt x="1492" y="9225"/>
                    <a:pt x="1265" y="8229"/>
                    <a:pt x="1265" y="7223"/>
                  </a:cubicBezTo>
                  <a:cubicBezTo>
                    <a:pt x="1265" y="4375"/>
                    <a:pt x="3036" y="1825"/>
                    <a:pt x="5707" y="838"/>
                  </a:cubicBezTo>
                  <a:cubicBezTo>
                    <a:pt x="6479" y="552"/>
                    <a:pt x="7279" y="413"/>
                    <a:pt x="8071" y="413"/>
                  </a:cubicBezTo>
                  <a:cubicBezTo>
                    <a:pt x="10020" y="413"/>
                    <a:pt x="11920" y="1251"/>
                    <a:pt x="13237" y="2787"/>
                  </a:cubicBezTo>
                  <a:lnTo>
                    <a:pt x="12400" y="2508"/>
                  </a:lnTo>
                  <a:cubicBezTo>
                    <a:pt x="12374" y="2499"/>
                    <a:pt x="12350" y="2496"/>
                    <a:pt x="12327" y="2496"/>
                  </a:cubicBezTo>
                  <a:cubicBezTo>
                    <a:pt x="12113" y="2496"/>
                    <a:pt x="12027" y="2829"/>
                    <a:pt x="12270" y="2912"/>
                  </a:cubicBezTo>
                  <a:lnTo>
                    <a:pt x="13771" y="3412"/>
                  </a:lnTo>
                  <a:cubicBezTo>
                    <a:pt x="13793" y="3420"/>
                    <a:pt x="13815" y="3423"/>
                    <a:pt x="13837" y="3423"/>
                  </a:cubicBezTo>
                  <a:cubicBezTo>
                    <a:pt x="13961" y="3423"/>
                    <a:pt x="14066" y="3313"/>
                    <a:pt x="14045" y="3181"/>
                  </a:cubicBezTo>
                  <a:lnTo>
                    <a:pt x="13795" y="1430"/>
                  </a:lnTo>
                  <a:cubicBezTo>
                    <a:pt x="13778" y="1303"/>
                    <a:pt x="13685" y="1245"/>
                    <a:pt x="13590" y="1245"/>
                  </a:cubicBezTo>
                  <a:cubicBezTo>
                    <a:pt x="13474" y="1245"/>
                    <a:pt x="13355" y="1333"/>
                    <a:pt x="13377" y="1488"/>
                  </a:cubicBezTo>
                  <a:lnTo>
                    <a:pt x="13516" y="2464"/>
                  </a:lnTo>
                  <a:cubicBezTo>
                    <a:pt x="12098" y="848"/>
                    <a:pt x="10096" y="1"/>
                    <a:pt x="80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87"/>
            <p:cNvSpPr/>
            <p:nvPr/>
          </p:nvSpPr>
          <p:spPr>
            <a:xfrm>
              <a:off x="6365013" y="2075621"/>
              <a:ext cx="17677" cy="29322"/>
            </a:xfrm>
            <a:custGeom>
              <a:rect b="b" l="l" r="r" t="t"/>
              <a:pathLst>
                <a:path extrusionOk="0" h="1118" w="674">
                  <a:moveTo>
                    <a:pt x="453" y="0"/>
                  </a:moveTo>
                  <a:cubicBezTo>
                    <a:pt x="332" y="0"/>
                    <a:pt x="241" y="96"/>
                    <a:pt x="241" y="212"/>
                  </a:cubicBezTo>
                  <a:lnTo>
                    <a:pt x="246" y="602"/>
                  </a:lnTo>
                  <a:lnTo>
                    <a:pt x="92" y="751"/>
                  </a:lnTo>
                  <a:cubicBezTo>
                    <a:pt x="5" y="833"/>
                    <a:pt x="0" y="967"/>
                    <a:pt x="82" y="1049"/>
                  </a:cubicBezTo>
                  <a:cubicBezTo>
                    <a:pt x="125" y="1094"/>
                    <a:pt x="182" y="1117"/>
                    <a:pt x="238" y="1117"/>
                  </a:cubicBezTo>
                  <a:cubicBezTo>
                    <a:pt x="290" y="1117"/>
                    <a:pt x="341" y="1098"/>
                    <a:pt x="380" y="1059"/>
                  </a:cubicBezTo>
                  <a:lnTo>
                    <a:pt x="607" y="847"/>
                  </a:lnTo>
                  <a:cubicBezTo>
                    <a:pt x="650" y="804"/>
                    <a:pt x="674" y="746"/>
                    <a:pt x="674" y="688"/>
                  </a:cubicBezTo>
                  <a:lnTo>
                    <a:pt x="664" y="207"/>
                  </a:lnTo>
                  <a:cubicBezTo>
                    <a:pt x="664" y="92"/>
                    <a:pt x="568"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87"/>
            <p:cNvSpPr/>
            <p:nvPr/>
          </p:nvSpPr>
          <p:spPr>
            <a:xfrm>
              <a:off x="6256588" y="2022589"/>
              <a:ext cx="307963" cy="284123"/>
            </a:xfrm>
            <a:custGeom>
              <a:rect b="b" l="l" r="r" t="t"/>
              <a:pathLst>
                <a:path extrusionOk="0" h="10833" w="11742">
                  <a:moveTo>
                    <a:pt x="4072" y="4149"/>
                  </a:moveTo>
                  <a:lnTo>
                    <a:pt x="4360" y="4187"/>
                  </a:lnTo>
                  <a:cubicBezTo>
                    <a:pt x="4372" y="4189"/>
                    <a:pt x="4384" y="4189"/>
                    <a:pt x="4396" y="4189"/>
                  </a:cubicBezTo>
                  <a:cubicBezTo>
                    <a:pt x="4430" y="4189"/>
                    <a:pt x="4465" y="4185"/>
                    <a:pt x="4500" y="4178"/>
                  </a:cubicBezTo>
                  <a:lnTo>
                    <a:pt x="4500" y="4178"/>
                  </a:lnTo>
                  <a:lnTo>
                    <a:pt x="4279" y="4669"/>
                  </a:lnTo>
                  <a:lnTo>
                    <a:pt x="3918" y="4563"/>
                  </a:lnTo>
                  <a:lnTo>
                    <a:pt x="4072" y="4149"/>
                  </a:lnTo>
                  <a:close/>
                  <a:moveTo>
                    <a:pt x="5482" y="4048"/>
                  </a:moveTo>
                  <a:lnTo>
                    <a:pt x="5905" y="4563"/>
                  </a:lnTo>
                  <a:lnTo>
                    <a:pt x="5857" y="4702"/>
                  </a:lnTo>
                  <a:cubicBezTo>
                    <a:pt x="5800" y="4870"/>
                    <a:pt x="5933" y="4985"/>
                    <a:pt x="6063" y="4985"/>
                  </a:cubicBezTo>
                  <a:cubicBezTo>
                    <a:pt x="6143" y="4985"/>
                    <a:pt x="6222" y="4942"/>
                    <a:pt x="6256" y="4842"/>
                  </a:cubicBezTo>
                  <a:lnTo>
                    <a:pt x="6309" y="4678"/>
                  </a:lnTo>
                  <a:cubicBezTo>
                    <a:pt x="6352" y="4553"/>
                    <a:pt x="6328" y="4414"/>
                    <a:pt x="6242" y="4308"/>
                  </a:cubicBezTo>
                  <a:lnTo>
                    <a:pt x="6131" y="4168"/>
                  </a:lnTo>
                  <a:lnTo>
                    <a:pt x="6506" y="4452"/>
                  </a:lnTo>
                  <a:cubicBezTo>
                    <a:pt x="6543" y="4482"/>
                    <a:pt x="6588" y="4497"/>
                    <a:pt x="6634" y="4497"/>
                  </a:cubicBezTo>
                  <a:cubicBezTo>
                    <a:pt x="6661" y="4497"/>
                    <a:pt x="6688" y="4492"/>
                    <a:pt x="6713" y="4481"/>
                  </a:cubicBezTo>
                  <a:lnTo>
                    <a:pt x="6983" y="4370"/>
                  </a:lnTo>
                  <a:lnTo>
                    <a:pt x="7146" y="4553"/>
                  </a:lnTo>
                  <a:cubicBezTo>
                    <a:pt x="7186" y="4602"/>
                    <a:pt x="7246" y="4626"/>
                    <a:pt x="7308" y="4626"/>
                  </a:cubicBezTo>
                  <a:cubicBezTo>
                    <a:pt x="7313" y="4626"/>
                    <a:pt x="7319" y="4626"/>
                    <a:pt x="7324" y="4625"/>
                  </a:cubicBezTo>
                  <a:lnTo>
                    <a:pt x="7844" y="4582"/>
                  </a:lnTo>
                  <a:lnTo>
                    <a:pt x="7863" y="4673"/>
                  </a:lnTo>
                  <a:cubicBezTo>
                    <a:pt x="7878" y="4760"/>
                    <a:pt x="7820" y="4842"/>
                    <a:pt x="7729" y="4847"/>
                  </a:cubicBezTo>
                  <a:lnTo>
                    <a:pt x="6819" y="4919"/>
                  </a:lnTo>
                  <a:cubicBezTo>
                    <a:pt x="6617" y="4933"/>
                    <a:pt x="6463" y="5111"/>
                    <a:pt x="6478" y="5313"/>
                  </a:cubicBezTo>
                  <a:lnTo>
                    <a:pt x="5876" y="5111"/>
                  </a:lnTo>
                  <a:cubicBezTo>
                    <a:pt x="5857" y="5107"/>
                    <a:pt x="5847" y="5092"/>
                    <a:pt x="5847" y="5078"/>
                  </a:cubicBezTo>
                  <a:cubicBezTo>
                    <a:pt x="5809" y="4852"/>
                    <a:pt x="5611" y="4683"/>
                    <a:pt x="5385" y="4683"/>
                  </a:cubicBezTo>
                  <a:lnTo>
                    <a:pt x="5376" y="4683"/>
                  </a:lnTo>
                  <a:lnTo>
                    <a:pt x="4726" y="4702"/>
                  </a:lnTo>
                  <a:lnTo>
                    <a:pt x="4919" y="4279"/>
                  </a:lnTo>
                  <a:cubicBezTo>
                    <a:pt x="4933" y="4240"/>
                    <a:pt x="4967" y="4212"/>
                    <a:pt x="5005" y="4202"/>
                  </a:cubicBezTo>
                  <a:lnTo>
                    <a:pt x="5482" y="4048"/>
                  </a:lnTo>
                  <a:close/>
                  <a:moveTo>
                    <a:pt x="10411" y="4775"/>
                  </a:moveTo>
                  <a:cubicBezTo>
                    <a:pt x="10448" y="4775"/>
                    <a:pt x="10485" y="4789"/>
                    <a:pt x="10515" y="4818"/>
                  </a:cubicBezTo>
                  <a:lnTo>
                    <a:pt x="10943" y="5236"/>
                  </a:lnTo>
                  <a:cubicBezTo>
                    <a:pt x="10948" y="5366"/>
                    <a:pt x="10948" y="5496"/>
                    <a:pt x="10943" y="5621"/>
                  </a:cubicBezTo>
                  <a:cubicBezTo>
                    <a:pt x="10890" y="6877"/>
                    <a:pt x="10370" y="8066"/>
                    <a:pt x="9485" y="8951"/>
                  </a:cubicBezTo>
                  <a:cubicBezTo>
                    <a:pt x="9345" y="9086"/>
                    <a:pt x="9206" y="9216"/>
                    <a:pt x="9057" y="9331"/>
                  </a:cubicBezTo>
                  <a:cubicBezTo>
                    <a:pt x="9134" y="9221"/>
                    <a:pt x="9201" y="9100"/>
                    <a:pt x="9254" y="8975"/>
                  </a:cubicBezTo>
                  <a:lnTo>
                    <a:pt x="10226" y="6728"/>
                  </a:lnTo>
                  <a:cubicBezTo>
                    <a:pt x="10287" y="6583"/>
                    <a:pt x="10180" y="6429"/>
                    <a:pt x="10028" y="6429"/>
                  </a:cubicBezTo>
                  <a:cubicBezTo>
                    <a:pt x="10023" y="6429"/>
                    <a:pt x="10019" y="6429"/>
                    <a:pt x="10014" y="6430"/>
                  </a:cubicBezTo>
                  <a:lnTo>
                    <a:pt x="9923" y="6439"/>
                  </a:lnTo>
                  <a:lnTo>
                    <a:pt x="10447" y="5390"/>
                  </a:lnTo>
                  <a:cubicBezTo>
                    <a:pt x="10534" y="5212"/>
                    <a:pt x="10481" y="5001"/>
                    <a:pt x="10322" y="4890"/>
                  </a:cubicBezTo>
                  <a:lnTo>
                    <a:pt x="10279" y="4861"/>
                  </a:lnTo>
                  <a:lnTo>
                    <a:pt x="10288" y="4842"/>
                  </a:lnTo>
                  <a:cubicBezTo>
                    <a:pt x="10316" y="4798"/>
                    <a:pt x="10363" y="4775"/>
                    <a:pt x="10411" y="4775"/>
                  </a:cubicBezTo>
                  <a:close/>
                  <a:moveTo>
                    <a:pt x="5959" y="1"/>
                  </a:moveTo>
                  <a:cubicBezTo>
                    <a:pt x="4567" y="1"/>
                    <a:pt x="3179" y="535"/>
                    <a:pt x="2128" y="1589"/>
                  </a:cubicBezTo>
                  <a:cubicBezTo>
                    <a:pt x="141" y="3576"/>
                    <a:pt x="1" y="6747"/>
                    <a:pt x="1805" y="8898"/>
                  </a:cubicBezTo>
                  <a:cubicBezTo>
                    <a:pt x="1853" y="8955"/>
                    <a:pt x="1910" y="8978"/>
                    <a:pt x="1965" y="8978"/>
                  </a:cubicBezTo>
                  <a:cubicBezTo>
                    <a:pt x="2122" y="8978"/>
                    <a:pt x="2263" y="8789"/>
                    <a:pt x="2128" y="8629"/>
                  </a:cubicBezTo>
                  <a:cubicBezTo>
                    <a:pt x="906" y="7171"/>
                    <a:pt x="612" y="5140"/>
                    <a:pt x="1382" y="3398"/>
                  </a:cubicBezTo>
                  <a:cubicBezTo>
                    <a:pt x="2152" y="1657"/>
                    <a:pt x="3846" y="502"/>
                    <a:pt x="5751" y="430"/>
                  </a:cubicBezTo>
                  <a:cubicBezTo>
                    <a:pt x="5825" y="426"/>
                    <a:pt x="5899" y="424"/>
                    <a:pt x="5974" y="424"/>
                  </a:cubicBezTo>
                  <a:cubicBezTo>
                    <a:pt x="6183" y="424"/>
                    <a:pt x="6392" y="438"/>
                    <a:pt x="6598" y="463"/>
                  </a:cubicBezTo>
                  <a:lnTo>
                    <a:pt x="6887" y="819"/>
                  </a:lnTo>
                  <a:lnTo>
                    <a:pt x="6766" y="1098"/>
                  </a:lnTo>
                  <a:lnTo>
                    <a:pt x="6593" y="786"/>
                  </a:lnTo>
                  <a:cubicBezTo>
                    <a:pt x="6555" y="718"/>
                    <a:pt x="6482" y="680"/>
                    <a:pt x="6405" y="680"/>
                  </a:cubicBezTo>
                  <a:lnTo>
                    <a:pt x="5727" y="680"/>
                  </a:lnTo>
                  <a:cubicBezTo>
                    <a:pt x="5645" y="680"/>
                    <a:pt x="5573" y="723"/>
                    <a:pt x="5539" y="790"/>
                  </a:cubicBezTo>
                  <a:lnTo>
                    <a:pt x="5058" y="1700"/>
                  </a:lnTo>
                  <a:cubicBezTo>
                    <a:pt x="4923" y="1964"/>
                    <a:pt x="5097" y="2287"/>
                    <a:pt x="5395" y="2311"/>
                  </a:cubicBezTo>
                  <a:lnTo>
                    <a:pt x="5775" y="2340"/>
                  </a:lnTo>
                  <a:cubicBezTo>
                    <a:pt x="5780" y="2340"/>
                    <a:pt x="5784" y="2340"/>
                    <a:pt x="5789" y="2340"/>
                  </a:cubicBezTo>
                  <a:cubicBezTo>
                    <a:pt x="5857" y="2340"/>
                    <a:pt x="5927" y="2307"/>
                    <a:pt x="5968" y="2253"/>
                  </a:cubicBezTo>
                  <a:lnTo>
                    <a:pt x="6107" y="2046"/>
                  </a:lnTo>
                  <a:lnTo>
                    <a:pt x="6184" y="2143"/>
                  </a:lnTo>
                  <a:lnTo>
                    <a:pt x="6136" y="2503"/>
                  </a:lnTo>
                  <a:lnTo>
                    <a:pt x="5486" y="2600"/>
                  </a:lnTo>
                  <a:cubicBezTo>
                    <a:pt x="5448" y="2604"/>
                    <a:pt x="5419" y="2619"/>
                    <a:pt x="5390" y="2638"/>
                  </a:cubicBezTo>
                  <a:lnTo>
                    <a:pt x="4553" y="3254"/>
                  </a:lnTo>
                  <a:cubicBezTo>
                    <a:pt x="4514" y="3283"/>
                    <a:pt x="4486" y="3326"/>
                    <a:pt x="4471" y="3374"/>
                  </a:cubicBezTo>
                  <a:lnTo>
                    <a:pt x="4380" y="3759"/>
                  </a:lnTo>
                  <a:lnTo>
                    <a:pt x="4096" y="3721"/>
                  </a:lnTo>
                  <a:cubicBezTo>
                    <a:pt x="4081" y="3719"/>
                    <a:pt x="4067" y="3718"/>
                    <a:pt x="4052" y="3718"/>
                  </a:cubicBezTo>
                  <a:cubicBezTo>
                    <a:pt x="3890" y="3718"/>
                    <a:pt x="3739" y="3817"/>
                    <a:pt x="3682" y="3976"/>
                  </a:cubicBezTo>
                  <a:lnTo>
                    <a:pt x="3509" y="4447"/>
                  </a:lnTo>
                  <a:cubicBezTo>
                    <a:pt x="3427" y="4659"/>
                    <a:pt x="3547" y="4895"/>
                    <a:pt x="3769" y="4957"/>
                  </a:cubicBezTo>
                  <a:cubicBezTo>
                    <a:pt x="3566" y="5044"/>
                    <a:pt x="3437" y="5241"/>
                    <a:pt x="3427" y="5458"/>
                  </a:cubicBezTo>
                  <a:lnTo>
                    <a:pt x="3422" y="5564"/>
                  </a:lnTo>
                  <a:lnTo>
                    <a:pt x="2830" y="6242"/>
                  </a:lnTo>
                  <a:cubicBezTo>
                    <a:pt x="2739" y="6348"/>
                    <a:pt x="2686" y="6478"/>
                    <a:pt x="2686" y="6617"/>
                  </a:cubicBezTo>
                  <a:lnTo>
                    <a:pt x="2686" y="7407"/>
                  </a:lnTo>
                  <a:cubicBezTo>
                    <a:pt x="2686" y="7609"/>
                    <a:pt x="2768" y="7806"/>
                    <a:pt x="2917" y="7945"/>
                  </a:cubicBezTo>
                  <a:lnTo>
                    <a:pt x="3480" y="8494"/>
                  </a:lnTo>
                  <a:cubicBezTo>
                    <a:pt x="3605" y="8614"/>
                    <a:pt x="3764" y="8686"/>
                    <a:pt x="3937" y="8701"/>
                  </a:cubicBezTo>
                  <a:lnTo>
                    <a:pt x="5607" y="8845"/>
                  </a:lnTo>
                  <a:lnTo>
                    <a:pt x="5602" y="8898"/>
                  </a:lnTo>
                  <a:cubicBezTo>
                    <a:pt x="5573" y="9100"/>
                    <a:pt x="5660" y="9302"/>
                    <a:pt x="5828" y="9427"/>
                  </a:cubicBezTo>
                  <a:lnTo>
                    <a:pt x="6122" y="9644"/>
                  </a:lnTo>
                  <a:lnTo>
                    <a:pt x="6102" y="9711"/>
                  </a:lnTo>
                  <a:cubicBezTo>
                    <a:pt x="6035" y="9928"/>
                    <a:pt x="6102" y="10164"/>
                    <a:pt x="6275" y="10313"/>
                  </a:cubicBezTo>
                  <a:lnTo>
                    <a:pt x="6362" y="10385"/>
                  </a:lnTo>
                  <a:cubicBezTo>
                    <a:pt x="6290" y="10390"/>
                    <a:pt x="6223" y="10395"/>
                    <a:pt x="6155" y="10399"/>
                  </a:cubicBezTo>
                  <a:cubicBezTo>
                    <a:pt x="6084" y="10402"/>
                    <a:pt x="6013" y="10404"/>
                    <a:pt x="5942" y="10404"/>
                  </a:cubicBezTo>
                  <a:cubicBezTo>
                    <a:pt x="4771" y="10404"/>
                    <a:pt x="3637" y="9993"/>
                    <a:pt x="2739" y="9245"/>
                  </a:cubicBezTo>
                  <a:cubicBezTo>
                    <a:pt x="2694" y="9206"/>
                    <a:pt x="2646" y="9190"/>
                    <a:pt x="2601" y="9190"/>
                  </a:cubicBezTo>
                  <a:cubicBezTo>
                    <a:pt x="2431" y="9190"/>
                    <a:pt x="2298" y="9422"/>
                    <a:pt x="2469" y="9567"/>
                  </a:cubicBezTo>
                  <a:cubicBezTo>
                    <a:pt x="3436" y="10381"/>
                    <a:pt x="4665" y="10833"/>
                    <a:pt x="5928" y="10833"/>
                  </a:cubicBezTo>
                  <a:cubicBezTo>
                    <a:pt x="5935" y="10833"/>
                    <a:pt x="5942" y="10833"/>
                    <a:pt x="5948" y="10832"/>
                  </a:cubicBezTo>
                  <a:cubicBezTo>
                    <a:pt x="6025" y="10832"/>
                    <a:pt x="6097" y="10832"/>
                    <a:pt x="6170" y="10828"/>
                  </a:cubicBezTo>
                  <a:cubicBezTo>
                    <a:pt x="8234" y="10746"/>
                    <a:pt x="10072" y="9495"/>
                    <a:pt x="10904" y="7604"/>
                  </a:cubicBezTo>
                  <a:cubicBezTo>
                    <a:pt x="11742" y="5718"/>
                    <a:pt x="11429" y="3514"/>
                    <a:pt x="10101" y="1936"/>
                  </a:cubicBezTo>
                  <a:cubicBezTo>
                    <a:pt x="10053" y="1879"/>
                    <a:pt x="9996" y="1856"/>
                    <a:pt x="9941" y="1856"/>
                  </a:cubicBezTo>
                  <a:cubicBezTo>
                    <a:pt x="9784" y="1856"/>
                    <a:pt x="9643" y="2045"/>
                    <a:pt x="9778" y="2205"/>
                  </a:cubicBezTo>
                  <a:cubicBezTo>
                    <a:pt x="10346" y="2884"/>
                    <a:pt x="10726" y="3702"/>
                    <a:pt x="10876" y="4577"/>
                  </a:cubicBezTo>
                  <a:lnTo>
                    <a:pt x="10813" y="4515"/>
                  </a:lnTo>
                  <a:cubicBezTo>
                    <a:pt x="10701" y="4405"/>
                    <a:pt x="10557" y="4352"/>
                    <a:pt x="10415" y="4352"/>
                  </a:cubicBezTo>
                  <a:cubicBezTo>
                    <a:pt x="10227" y="4352"/>
                    <a:pt x="10040" y="4443"/>
                    <a:pt x="9928" y="4616"/>
                  </a:cubicBezTo>
                  <a:lnTo>
                    <a:pt x="9894" y="4678"/>
                  </a:lnTo>
                  <a:cubicBezTo>
                    <a:pt x="9793" y="4678"/>
                    <a:pt x="9692" y="4717"/>
                    <a:pt x="9620" y="4784"/>
                  </a:cubicBezTo>
                  <a:lnTo>
                    <a:pt x="9341" y="4452"/>
                  </a:lnTo>
                  <a:cubicBezTo>
                    <a:pt x="9293" y="4396"/>
                    <a:pt x="9237" y="4373"/>
                    <a:pt x="9182" y="4373"/>
                  </a:cubicBezTo>
                  <a:cubicBezTo>
                    <a:pt x="9023" y="4373"/>
                    <a:pt x="8879" y="4566"/>
                    <a:pt x="9018" y="4726"/>
                  </a:cubicBezTo>
                  <a:lnTo>
                    <a:pt x="9446" y="5232"/>
                  </a:lnTo>
                  <a:cubicBezTo>
                    <a:pt x="9488" y="5280"/>
                    <a:pt x="9548" y="5306"/>
                    <a:pt x="9608" y="5306"/>
                  </a:cubicBezTo>
                  <a:cubicBezTo>
                    <a:pt x="9661" y="5306"/>
                    <a:pt x="9714" y="5286"/>
                    <a:pt x="9754" y="5246"/>
                  </a:cubicBezTo>
                  <a:lnTo>
                    <a:pt x="9889" y="5111"/>
                  </a:lnTo>
                  <a:lnTo>
                    <a:pt x="10058" y="5227"/>
                  </a:lnTo>
                  <a:lnTo>
                    <a:pt x="9427" y="6478"/>
                  </a:lnTo>
                  <a:lnTo>
                    <a:pt x="9393" y="6478"/>
                  </a:lnTo>
                  <a:cubicBezTo>
                    <a:pt x="9389" y="6478"/>
                    <a:pt x="9384" y="6479"/>
                    <a:pt x="9379" y="6479"/>
                  </a:cubicBezTo>
                  <a:cubicBezTo>
                    <a:pt x="9337" y="6479"/>
                    <a:pt x="9299" y="6460"/>
                    <a:pt x="9268" y="6425"/>
                  </a:cubicBezTo>
                  <a:lnTo>
                    <a:pt x="8431" y="5400"/>
                  </a:lnTo>
                  <a:cubicBezTo>
                    <a:pt x="8385" y="5344"/>
                    <a:pt x="8328" y="5320"/>
                    <a:pt x="8273" y="5320"/>
                  </a:cubicBezTo>
                  <a:cubicBezTo>
                    <a:pt x="8117" y="5320"/>
                    <a:pt x="7972" y="5509"/>
                    <a:pt x="8104" y="5670"/>
                  </a:cubicBezTo>
                  <a:lnTo>
                    <a:pt x="8941" y="6694"/>
                  </a:lnTo>
                  <a:cubicBezTo>
                    <a:pt x="9052" y="6827"/>
                    <a:pt x="9211" y="6903"/>
                    <a:pt x="9379" y="6903"/>
                  </a:cubicBezTo>
                  <a:cubicBezTo>
                    <a:pt x="9393" y="6903"/>
                    <a:pt x="9408" y="6902"/>
                    <a:pt x="9422" y="6901"/>
                  </a:cubicBezTo>
                  <a:lnTo>
                    <a:pt x="9697" y="6882"/>
                  </a:lnTo>
                  <a:lnTo>
                    <a:pt x="9697" y="6882"/>
                  </a:lnTo>
                  <a:lnTo>
                    <a:pt x="8864" y="8807"/>
                  </a:lnTo>
                  <a:cubicBezTo>
                    <a:pt x="8802" y="8946"/>
                    <a:pt x="8720" y="9076"/>
                    <a:pt x="8624" y="9196"/>
                  </a:cubicBezTo>
                  <a:lnTo>
                    <a:pt x="7960" y="9990"/>
                  </a:lnTo>
                  <a:cubicBezTo>
                    <a:pt x="7623" y="10135"/>
                    <a:pt x="7276" y="10245"/>
                    <a:pt x="6920" y="10318"/>
                  </a:cubicBezTo>
                  <a:lnTo>
                    <a:pt x="6550" y="9995"/>
                  </a:lnTo>
                  <a:cubicBezTo>
                    <a:pt x="6506" y="9957"/>
                    <a:pt x="6487" y="9899"/>
                    <a:pt x="6506" y="9841"/>
                  </a:cubicBezTo>
                  <a:lnTo>
                    <a:pt x="6569" y="9634"/>
                  </a:lnTo>
                  <a:cubicBezTo>
                    <a:pt x="6598" y="9548"/>
                    <a:pt x="6564" y="9456"/>
                    <a:pt x="6492" y="9403"/>
                  </a:cubicBezTo>
                  <a:lnTo>
                    <a:pt x="6078" y="9095"/>
                  </a:lnTo>
                  <a:cubicBezTo>
                    <a:pt x="6035" y="9062"/>
                    <a:pt x="6011" y="9009"/>
                    <a:pt x="6016" y="8956"/>
                  </a:cubicBezTo>
                  <a:lnTo>
                    <a:pt x="6049" y="8686"/>
                  </a:lnTo>
                  <a:cubicBezTo>
                    <a:pt x="6069" y="8566"/>
                    <a:pt x="5977" y="8460"/>
                    <a:pt x="5862" y="8451"/>
                  </a:cubicBezTo>
                  <a:lnTo>
                    <a:pt x="3971" y="8287"/>
                  </a:lnTo>
                  <a:cubicBezTo>
                    <a:pt x="3898" y="8277"/>
                    <a:pt x="3826" y="8249"/>
                    <a:pt x="3773" y="8196"/>
                  </a:cubicBezTo>
                  <a:lnTo>
                    <a:pt x="3206" y="7652"/>
                  </a:lnTo>
                  <a:cubicBezTo>
                    <a:pt x="3143" y="7589"/>
                    <a:pt x="3109" y="7503"/>
                    <a:pt x="3109" y="7416"/>
                  </a:cubicBezTo>
                  <a:lnTo>
                    <a:pt x="3109" y="6627"/>
                  </a:lnTo>
                  <a:cubicBezTo>
                    <a:pt x="3109" y="6589"/>
                    <a:pt x="3119" y="6555"/>
                    <a:pt x="3143" y="6531"/>
                  </a:cubicBezTo>
                  <a:lnTo>
                    <a:pt x="3788" y="5795"/>
                  </a:lnTo>
                  <a:cubicBezTo>
                    <a:pt x="3822" y="5756"/>
                    <a:pt x="3841" y="5713"/>
                    <a:pt x="3841" y="5665"/>
                  </a:cubicBezTo>
                  <a:lnTo>
                    <a:pt x="3846" y="5482"/>
                  </a:lnTo>
                  <a:cubicBezTo>
                    <a:pt x="3850" y="5424"/>
                    <a:pt x="3884" y="5376"/>
                    <a:pt x="3937" y="5352"/>
                  </a:cubicBezTo>
                  <a:lnTo>
                    <a:pt x="4437" y="5131"/>
                  </a:lnTo>
                  <a:lnTo>
                    <a:pt x="5385" y="5107"/>
                  </a:lnTo>
                  <a:cubicBezTo>
                    <a:pt x="5409" y="5107"/>
                    <a:pt x="5429" y="5126"/>
                    <a:pt x="5429" y="5145"/>
                  </a:cubicBezTo>
                  <a:cubicBezTo>
                    <a:pt x="5457" y="5318"/>
                    <a:pt x="5578" y="5458"/>
                    <a:pt x="5741" y="5516"/>
                  </a:cubicBezTo>
                  <a:lnTo>
                    <a:pt x="6420" y="5742"/>
                  </a:lnTo>
                  <a:cubicBezTo>
                    <a:pt x="6460" y="5755"/>
                    <a:pt x="6499" y="5761"/>
                    <a:pt x="6538" y="5761"/>
                  </a:cubicBezTo>
                  <a:cubicBezTo>
                    <a:pt x="6756" y="5761"/>
                    <a:pt x="6939" y="5566"/>
                    <a:pt x="6911" y="5337"/>
                  </a:cubicBezTo>
                  <a:lnTo>
                    <a:pt x="7758" y="5270"/>
                  </a:lnTo>
                  <a:cubicBezTo>
                    <a:pt x="8099" y="5241"/>
                    <a:pt x="8340" y="4924"/>
                    <a:pt x="8272" y="4587"/>
                  </a:cubicBezTo>
                  <a:lnTo>
                    <a:pt x="8248" y="4467"/>
                  </a:lnTo>
                  <a:cubicBezTo>
                    <a:pt x="8212" y="4282"/>
                    <a:pt x="8054" y="4152"/>
                    <a:pt x="7872" y="4152"/>
                  </a:cubicBezTo>
                  <a:cubicBezTo>
                    <a:pt x="7860" y="4152"/>
                    <a:pt x="7847" y="4153"/>
                    <a:pt x="7834" y="4154"/>
                  </a:cubicBezTo>
                  <a:lnTo>
                    <a:pt x="7387" y="4192"/>
                  </a:lnTo>
                  <a:lnTo>
                    <a:pt x="7320" y="4115"/>
                  </a:lnTo>
                  <a:lnTo>
                    <a:pt x="7911" y="3528"/>
                  </a:lnTo>
                  <a:cubicBezTo>
                    <a:pt x="8063" y="3373"/>
                    <a:pt x="7922" y="3160"/>
                    <a:pt x="7756" y="3160"/>
                  </a:cubicBezTo>
                  <a:cubicBezTo>
                    <a:pt x="7707" y="3160"/>
                    <a:pt x="7655" y="3180"/>
                    <a:pt x="7608" y="3225"/>
                  </a:cubicBezTo>
                  <a:lnTo>
                    <a:pt x="6896" y="3937"/>
                  </a:lnTo>
                  <a:lnTo>
                    <a:pt x="6656" y="4038"/>
                  </a:lnTo>
                  <a:lnTo>
                    <a:pt x="5992" y="3528"/>
                  </a:lnTo>
                  <a:cubicBezTo>
                    <a:pt x="5953" y="3503"/>
                    <a:pt x="5908" y="3488"/>
                    <a:pt x="5864" y="3488"/>
                  </a:cubicBezTo>
                  <a:cubicBezTo>
                    <a:pt x="5842" y="3488"/>
                    <a:pt x="5820" y="3491"/>
                    <a:pt x="5799" y="3499"/>
                  </a:cubicBezTo>
                  <a:lnTo>
                    <a:pt x="4875" y="3793"/>
                  </a:lnTo>
                  <a:cubicBezTo>
                    <a:pt x="4846" y="3803"/>
                    <a:pt x="4822" y="3812"/>
                    <a:pt x="4798" y="3822"/>
                  </a:cubicBezTo>
                  <a:lnTo>
                    <a:pt x="4861" y="3548"/>
                  </a:lnTo>
                  <a:lnTo>
                    <a:pt x="5592" y="3009"/>
                  </a:lnTo>
                  <a:lnTo>
                    <a:pt x="6348" y="2898"/>
                  </a:lnTo>
                  <a:cubicBezTo>
                    <a:pt x="6444" y="2884"/>
                    <a:pt x="6516" y="2811"/>
                    <a:pt x="6531" y="2720"/>
                  </a:cubicBezTo>
                  <a:lnTo>
                    <a:pt x="6617" y="2109"/>
                  </a:lnTo>
                  <a:cubicBezTo>
                    <a:pt x="6622" y="2051"/>
                    <a:pt x="6607" y="1993"/>
                    <a:pt x="6574" y="1950"/>
                  </a:cubicBezTo>
                  <a:lnTo>
                    <a:pt x="6261" y="1555"/>
                  </a:lnTo>
                  <a:cubicBezTo>
                    <a:pt x="6219" y="1502"/>
                    <a:pt x="6158" y="1475"/>
                    <a:pt x="6097" y="1475"/>
                  </a:cubicBezTo>
                  <a:cubicBezTo>
                    <a:pt x="6032" y="1475"/>
                    <a:pt x="5966" y="1506"/>
                    <a:pt x="5924" y="1565"/>
                  </a:cubicBezTo>
                  <a:lnTo>
                    <a:pt x="5684" y="1902"/>
                  </a:lnTo>
                  <a:lnTo>
                    <a:pt x="5438" y="1883"/>
                  </a:lnTo>
                  <a:lnTo>
                    <a:pt x="5852" y="1098"/>
                  </a:lnTo>
                  <a:lnTo>
                    <a:pt x="6280" y="1098"/>
                  </a:lnTo>
                  <a:lnTo>
                    <a:pt x="6603" y="1676"/>
                  </a:lnTo>
                  <a:cubicBezTo>
                    <a:pt x="6642" y="1749"/>
                    <a:pt x="6714" y="1785"/>
                    <a:pt x="6786" y="1785"/>
                  </a:cubicBezTo>
                  <a:cubicBezTo>
                    <a:pt x="6865" y="1785"/>
                    <a:pt x="6945" y="1742"/>
                    <a:pt x="6983" y="1657"/>
                  </a:cubicBezTo>
                  <a:lnTo>
                    <a:pt x="7276" y="959"/>
                  </a:lnTo>
                  <a:cubicBezTo>
                    <a:pt x="7329" y="839"/>
                    <a:pt x="7315" y="699"/>
                    <a:pt x="7243" y="593"/>
                  </a:cubicBezTo>
                  <a:lnTo>
                    <a:pt x="7243" y="593"/>
                  </a:lnTo>
                  <a:cubicBezTo>
                    <a:pt x="7945" y="781"/>
                    <a:pt x="8604" y="1122"/>
                    <a:pt x="9167" y="1594"/>
                  </a:cubicBezTo>
                  <a:cubicBezTo>
                    <a:pt x="9211" y="1630"/>
                    <a:pt x="9257" y="1646"/>
                    <a:pt x="9300" y="1646"/>
                  </a:cubicBezTo>
                  <a:cubicBezTo>
                    <a:pt x="9471" y="1646"/>
                    <a:pt x="9609" y="1412"/>
                    <a:pt x="9437" y="1267"/>
                  </a:cubicBezTo>
                  <a:cubicBezTo>
                    <a:pt x="8427" y="419"/>
                    <a:pt x="7191" y="1"/>
                    <a:pt x="5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9" name="Google Shape;15849;p87"/>
          <p:cNvGrpSpPr/>
          <p:nvPr/>
        </p:nvGrpSpPr>
        <p:grpSpPr>
          <a:xfrm>
            <a:off x="6666052" y="1991771"/>
            <a:ext cx="391341" cy="328447"/>
            <a:chOff x="6666052" y="1991771"/>
            <a:chExt cx="391341" cy="328447"/>
          </a:xfrm>
        </p:grpSpPr>
        <p:sp>
          <p:nvSpPr>
            <p:cNvPr id="15850" name="Google Shape;15850;p87"/>
            <p:cNvSpPr/>
            <p:nvPr/>
          </p:nvSpPr>
          <p:spPr>
            <a:xfrm>
              <a:off x="6848858" y="2069300"/>
              <a:ext cx="199303" cy="181494"/>
            </a:xfrm>
            <a:custGeom>
              <a:rect b="b" l="l" r="r" t="t"/>
              <a:pathLst>
                <a:path extrusionOk="0" h="6920" w="7599">
                  <a:moveTo>
                    <a:pt x="4783" y="1"/>
                  </a:moveTo>
                  <a:lnTo>
                    <a:pt x="3325" y="1122"/>
                  </a:lnTo>
                  <a:lnTo>
                    <a:pt x="2108" y="718"/>
                  </a:lnTo>
                  <a:lnTo>
                    <a:pt x="0" y="2431"/>
                  </a:lnTo>
                  <a:lnTo>
                    <a:pt x="3248" y="6920"/>
                  </a:lnTo>
                  <a:lnTo>
                    <a:pt x="7598" y="3831"/>
                  </a:lnTo>
                  <a:lnTo>
                    <a:pt x="4783"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87"/>
            <p:cNvSpPr/>
            <p:nvPr/>
          </p:nvSpPr>
          <p:spPr>
            <a:xfrm>
              <a:off x="6936432" y="1997358"/>
              <a:ext cx="112857" cy="200063"/>
            </a:xfrm>
            <a:custGeom>
              <a:rect b="b" l="l" r="r" t="t"/>
              <a:pathLst>
                <a:path extrusionOk="0" h="7628" w="4303">
                  <a:moveTo>
                    <a:pt x="4303" y="1"/>
                  </a:moveTo>
                  <a:lnTo>
                    <a:pt x="1" y="2763"/>
                  </a:lnTo>
                  <a:lnTo>
                    <a:pt x="3706" y="7628"/>
                  </a:lnTo>
                  <a:lnTo>
                    <a:pt x="4303" y="7151"/>
                  </a:lnTo>
                  <a:lnTo>
                    <a:pt x="4303"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87"/>
            <p:cNvSpPr/>
            <p:nvPr/>
          </p:nvSpPr>
          <p:spPr>
            <a:xfrm>
              <a:off x="7012413" y="2145150"/>
              <a:ext cx="36876" cy="52271"/>
            </a:xfrm>
            <a:custGeom>
              <a:rect b="b" l="l" r="r" t="t"/>
              <a:pathLst>
                <a:path extrusionOk="0" h="1993" w="1406">
                  <a:moveTo>
                    <a:pt x="1406" y="0"/>
                  </a:moveTo>
                  <a:lnTo>
                    <a:pt x="0" y="929"/>
                  </a:lnTo>
                  <a:lnTo>
                    <a:pt x="809" y="1993"/>
                  </a:lnTo>
                  <a:lnTo>
                    <a:pt x="1406" y="1516"/>
                  </a:lnTo>
                  <a:lnTo>
                    <a:pt x="1406" y="0"/>
                  </a:ln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87"/>
            <p:cNvSpPr/>
            <p:nvPr/>
          </p:nvSpPr>
          <p:spPr>
            <a:xfrm>
              <a:off x="6861867" y="2129256"/>
              <a:ext cx="151569" cy="100792"/>
            </a:xfrm>
            <a:custGeom>
              <a:rect b="b" l="l" r="r" t="t"/>
              <a:pathLst>
                <a:path extrusionOk="0" h="3843" w="5779">
                  <a:moveTo>
                    <a:pt x="664" y="0"/>
                  </a:moveTo>
                  <a:lnTo>
                    <a:pt x="0" y="1218"/>
                  </a:lnTo>
                  <a:lnTo>
                    <a:pt x="4658" y="3758"/>
                  </a:lnTo>
                  <a:cubicBezTo>
                    <a:pt x="4763" y="3815"/>
                    <a:pt x="4877" y="3842"/>
                    <a:pt x="4989" y="3842"/>
                  </a:cubicBezTo>
                  <a:cubicBezTo>
                    <a:pt x="5236" y="3842"/>
                    <a:pt x="5475" y="3711"/>
                    <a:pt x="5601" y="3479"/>
                  </a:cubicBezTo>
                  <a:cubicBezTo>
                    <a:pt x="5779" y="3142"/>
                    <a:pt x="5659" y="2724"/>
                    <a:pt x="5322" y="2541"/>
                  </a:cubicBezTo>
                  <a:lnTo>
                    <a:pt x="664"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87"/>
            <p:cNvSpPr/>
            <p:nvPr/>
          </p:nvSpPr>
          <p:spPr>
            <a:xfrm>
              <a:off x="6921036" y="2180111"/>
              <a:ext cx="88885" cy="50068"/>
            </a:xfrm>
            <a:custGeom>
              <a:rect b="b" l="l" r="r" t="t"/>
              <a:pathLst>
                <a:path extrusionOk="0" h="1909" w="3389">
                  <a:moveTo>
                    <a:pt x="304" y="0"/>
                  </a:moveTo>
                  <a:lnTo>
                    <a:pt x="1" y="515"/>
                  </a:lnTo>
                  <a:lnTo>
                    <a:pt x="2402" y="1824"/>
                  </a:lnTo>
                  <a:cubicBezTo>
                    <a:pt x="2508" y="1882"/>
                    <a:pt x="2621" y="1909"/>
                    <a:pt x="2732" y="1909"/>
                  </a:cubicBezTo>
                  <a:cubicBezTo>
                    <a:pt x="3019" y="1909"/>
                    <a:pt x="3291" y="1729"/>
                    <a:pt x="3388" y="1434"/>
                  </a:cubicBezTo>
                  <a:lnTo>
                    <a:pt x="3388" y="1434"/>
                  </a:lnTo>
                  <a:cubicBezTo>
                    <a:pt x="3318" y="1457"/>
                    <a:pt x="3244" y="1469"/>
                    <a:pt x="3170" y="1469"/>
                  </a:cubicBezTo>
                  <a:cubicBezTo>
                    <a:pt x="3057" y="1469"/>
                    <a:pt x="2944" y="1441"/>
                    <a:pt x="2845" y="1386"/>
                  </a:cubicBezTo>
                  <a:lnTo>
                    <a:pt x="304"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87"/>
            <p:cNvSpPr/>
            <p:nvPr/>
          </p:nvSpPr>
          <p:spPr>
            <a:xfrm>
              <a:off x="6833830" y="2155379"/>
              <a:ext cx="151595" cy="100792"/>
            </a:xfrm>
            <a:custGeom>
              <a:rect b="b" l="l" r="r" t="t"/>
              <a:pathLst>
                <a:path extrusionOk="0" h="3843" w="5780">
                  <a:moveTo>
                    <a:pt x="660" y="0"/>
                  </a:moveTo>
                  <a:lnTo>
                    <a:pt x="1" y="1218"/>
                  </a:lnTo>
                  <a:lnTo>
                    <a:pt x="4659" y="3758"/>
                  </a:lnTo>
                  <a:cubicBezTo>
                    <a:pt x="4764" y="3815"/>
                    <a:pt x="4877" y="3842"/>
                    <a:pt x="4988" y="3842"/>
                  </a:cubicBezTo>
                  <a:cubicBezTo>
                    <a:pt x="5234" y="3842"/>
                    <a:pt x="5471" y="3711"/>
                    <a:pt x="5597" y="3479"/>
                  </a:cubicBezTo>
                  <a:cubicBezTo>
                    <a:pt x="5780" y="3142"/>
                    <a:pt x="5655" y="2724"/>
                    <a:pt x="5323" y="2541"/>
                  </a:cubicBezTo>
                  <a:lnTo>
                    <a:pt x="660"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87"/>
            <p:cNvSpPr/>
            <p:nvPr/>
          </p:nvSpPr>
          <p:spPr>
            <a:xfrm>
              <a:off x="6902860" y="2212791"/>
              <a:ext cx="79050" cy="43407"/>
            </a:xfrm>
            <a:custGeom>
              <a:rect b="b" l="l" r="r" t="t"/>
              <a:pathLst>
                <a:path extrusionOk="0" h="1655" w="3014">
                  <a:moveTo>
                    <a:pt x="270" y="1"/>
                  </a:moveTo>
                  <a:lnTo>
                    <a:pt x="1" y="462"/>
                  </a:lnTo>
                  <a:lnTo>
                    <a:pt x="2027" y="1569"/>
                  </a:lnTo>
                  <a:cubicBezTo>
                    <a:pt x="2132" y="1627"/>
                    <a:pt x="2244" y="1654"/>
                    <a:pt x="2355" y="1654"/>
                  </a:cubicBezTo>
                  <a:cubicBezTo>
                    <a:pt x="2640" y="1654"/>
                    <a:pt x="2913" y="1475"/>
                    <a:pt x="3013" y="1184"/>
                  </a:cubicBezTo>
                  <a:lnTo>
                    <a:pt x="3013" y="1184"/>
                  </a:lnTo>
                  <a:cubicBezTo>
                    <a:pt x="2923" y="1224"/>
                    <a:pt x="2827" y="1243"/>
                    <a:pt x="2732" y="1243"/>
                  </a:cubicBezTo>
                  <a:cubicBezTo>
                    <a:pt x="2617" y="1243"/>
                    <a:pt x="2502" y="1215"/>
                    <a:pt x="2397" y="1160"/>
                  </a:cubicBezTo>
                  <a:lnTo>
                    <a:pt x="270"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87"/>
            <p:cNvSpPr/>
            <p:nvPr/>
          </p:nvSpPr>
          <p:spPr>
            <a:xfrm>
              <a:off x="6805819" y="2181501"/>
              <a:ext cx="151726" cy="100687"/>
            </a:xfrm>
            <a:custGeom>
              <a:rect b="b" l="l" r="r" t="t"/>
              <a:pathLst>
                <a:path extrusionOk="0" h="3839" w="5785">
                  <a:moveTo>
                    <a:pt x="665" y="0"/>
                  </a:moveTo>
                  <a:lnTo>
                    <a:pt x="1" y="1218"/>
                  </a:lnTo>
                  <a:lnTo>
                    <a:pt x="4663" y="3753"/>
                  </a:lnTo>
                  <a:cubicBezTo>
                    <a:pt x="4768" y="3811"/>
                    <a:pt x="4882" y="3839"/>
                    <a:pt x="4995" y="3839"/>
                  </a:cubicBezTo>
                  <a:cubicBezTo>
                    <a:pt x="5239" y="3839"/>
                    <a:pt x="5476" y="3710"/>
                    <a:pt x="5602" y="3479"/>
                  </a:cubicBezTo>
                  <a:cubicBezTo>
                    <a:pt x="5784" y="3142"/>
                    <a:pt x="5659" y="2724"/>
                    <a:pt x="5322" y="2541"/>
                  </a:cubicBezTo>
                  <a:lnTo>
                    <a:pt x="665"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87"/>
            <p:cNvSpPr/>
            <p:nvPr/>
          </p:nvSpPr>
          <p:spPr>
            <a:xfrm>
              <a:off x="6884580" y="2244604"/>
              <a:ext cx="69057" cy="37689"/>
            </a:xfrm>
            <a:custGeom>
              <a:rect b="b" l="l" r="r" t="t"/>
              <a:pathLst>
                <a:path extrusionOk="0" h="1437" w="2633">
                  <a:moveTo>
                    <a:pt x="265" y="0"/>
                  </a:moveTo>
                  <a:lnTo>
                    <a:pt x="0" y="448"/>
                  </a:lnTo>
                  <a:lnTo>
                    <a:pt x="1660" y="1352"/>
                  </a:lnTo>
                  <a:cubicBezTo>
                    <a:pt x="1765" y="1409"/>
                    <a:pt x="1877" y="1436"/>
                    <a:pt x="1988" y="1436"/>
                  </a:cubicBezTo>
                  <a:cubicBezTo>
                    <a:pt x="2259" y="1436"/>
                    <a:pt x="2520" y="1276"/>
                    <a:pt x="2632" y="1006"/>
                  </a:cubicBezTo>
                  <a:lnTo>
                    <a:pt x="2632" y="1006"/>
                  </a:lnTo>
                  <a:cubicBezTo>
                    <a:pt x="2549" y="1039"/>
                    <a:pt x="2462" y="1055"/>
                    <a:pt x="2375" y="1055"/>
                  </a:cubicBezTo>
                  <a:cubicBezTo>
                    <a:pt x="2259" y="1055"/>
                    <a:pt x="2144" y="1027"/>
                    <a:pt x="2040" y="972"/>
                  </a:cubicBezTo>
                  <a:lnTo>
                    <a:pt x="26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87"/>
            <p:cNvSpPr/>
            <p:nvPr/>
          </p:nvSpPr>
          <p:spPr>
            <a:xfrm>
              <a:off x="6777939" y="2207624"/>
              <a:ext cx="151595" cy="100661"/>
            </a:xfrm>
            <a:custGeom>
              <a:rect b="b" l="l" r="r" t="t"/>
              <a:pathLst>
                <a:path extrusionOk="0" h="3838" w="5780">
                  <a:moveTo>
                    <a:pt x="659" y="0"/>
                  </a:moveTo>
                  <a:lnTo>
                    <a:pt x="0" y="1213"/>
                  </a:lnTo>
                  <a:lnTo>
                    <a:pt x="4658" y="3753"/>
                  </a:lnTo>
                  <a:cubicBezTo>
                    <a:pt x="4762" y="3811"/>
                    <a:pt x="4875" y="3838"/>
                    <a:pt x="4986" y="3838"/>
                  </a:cubicBezTo>
                  <a:cubicBezTo>
                    <a:pt x="5232" y="3838"/>
                    <a:pt x="5471" y="3707"/>
                    <a:pt x="5596" y="3479"/>
                  </a:cubicBezTo>
                  <a:cubicBezTo>
                    <a:pt x="5779" y="3142"/>
                    <a:pt x="5654" y="2724"/>
                    <a:pt x="5317" y="2541"/>
                  </a:cubicBezTo>
                  <a:lnTo>
                    <a:pt x="659"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87"/>
            <p:cNvSpPr/>
            <p:nvPr/>
          </p:nvSpPr>
          <p:spPr>
            <a:xfrm>
              <a:off x="6866404" y="2274871"/>
              <a:ext cx="59458" cy="33414"/>
            </a:xfrm>
            <a:custGeom>
              <a:rect b="b" l="l" r="r" t="t"/>
              <a:pathLst>
                <a:path extrusionOk="0" h="1274" w="2267">
                  <a:moveTo>
                    <a:pt x="284" y="1"/>
                  </a:moveTo>
                  <a:lnTo>
                    <a:pt x="0" y="492"/>
                  </a:lnTo>
                  <a:lnTo>
                    <a:pt x="1285" y="1189"/>
                  </a:lnTo>
                  <a:cubicBezTo>
                    <a:pt x="1390" y="1247"/>
                    <a:pt x="1504" y="1274"/>
                    <a:pt x="1616" y="1274"/>
                  </a:cubicBezTo>
                  <a:cubicBezTo>
                    <a:pt x="1861" y="1274"/>
                    <a:pt x="2098" y="1143"/>
                    <a:pt x="2223" y="915"/>
                  </a:cubicBezTo>
                  <a:cubicBezTo>
                    <a:pt x="2238" y="881"/>
                    <a:pt x="2252" y="848"/>
                    <a:pt x="2267" y="814"/>
                  </a:cubicBezTo>
                  <a:lnTo>
                    <a:pt x="2267" y="814"/>
                  </a:lnTo>
                  <a:cubicBezTo>
                    <a:pt x="2189" y="842"/>
                    <a:pt x="2109" y="856"/>
                    <a:pt x="2029" y="856"/>
                  </a:cubicBezTo>
                  <a:cubicBezTo>
                    <a:pt x="1914" y="856"/>
                    <a:pt x="1801" y="827"/>
                    <a:pt x="1699" y="771"/>
                  </a:cubicBezTo>
                  <a:lnTo>
                    <a:pt x="28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87"/>
            <p:cNvSpPr/>
            <p:nvPr/>
          </p:nvSpPr>
          <p:spPr>
            <a:xfrm>
              <a:off x="6686300" y="2082046"/>
              <a:ext cx="193008" cy="174806"/>
            </a:xfrm>
            <a:custGeom>
              <a:rect b="b" l="l" r="r" t="t"/>
              <a:pathLst>
                <a:path extrusionOk="0" h="6665" w="7359">
                  <a:moveTo>
                    <a:pt x="2306" y="1"/>
                  </a:moveTo>
                  <a:lnTo>
                    <a:pt x="1" y="4153"/>
                  </a:lnTo>
                  <a:lnTo>
                    <a:pt x="4707" y="6665"/>
                  </a:lnTo>
                  <a:lnTo>
                    <a:pt x="7358" y="1805"/>
                  </a:lnTo>
                  <a:lnTo>
                    <a:pt x="4971" y="799"/>
                  </a:lnTo>
                  <a:lnTo>
                    <a:pt x="3894" y="924"/>
                  </a:lnTo>
                  <a:lnTo>
                    <a:pt x="230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87"/>
            <p:cNvSpPr/>
            <p:nvPr/>
          </p:nvSpPr>
          <p:spPr>
            <a:xfrm>
              <a:off x="6677855" y="2062481"/>
              <a:ext cx="106405" cy="154008"/>
            </a:xfrm>
            <a:custGeom>
              <a:rect b="b" l="l" r="r" t="t"/>
              <a:pathLst>
                <a:path extrusionOk="0" h="5872" w="4057">
                  <a:moveTo>
                    <a:pt x="3056" y="1"/>
                  </a:moveTo>
                  <a:lnTo>
                    <a:pt x="1" y="5294"/>
                  </a:lnTo>
                  <a:lnTo>
                    <a:pt x="1001" y="5871"/>
                  </a:lnTo>
                  <a:lnTo>
                    <a:pt x="4057" y="578"/>
                  </a:lnTo>
                  <a:lnTo>
                    <a:pt x="3056" y="1"/>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87"/>
            <p:cNvSpPr/>
            <p:nvPr/>
          </p:nvSpPr>
          <p:spPr>
            <a:xfrm>
              <a:off x="6674209" y="2014039"/>
              <a:ext cx="91245" cy="191592"/>
            </a:xfrm>
            <a:custGeom>
              <a:rect b="b" l="l" r="r" t="t"/>
              <a:pathLst>
                <a:path extrusionOk="0" h="7305" w="3479">
                  <a:moveTo>
                    <a:pt x="0" y="0"/>
                  </a:moveTo>
                  <a:lnTo>
                    <a:pt x="0" y="7064"/>
                  </a:lnTo>
                  <a:lnTo>
                    <a:pt x="419" y="7304"/>
                  </a:lnTo>
                  <a:lnTo>
                    <a:pt x="3479" y="2011"/>
                  </a:lnTo>
                  <a:lnTo>
                    <a:pt x="0" y="0"/>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87"/>
            <p:cNvSpPr/>
            <p:nvPr/>
          </p:nvSpPr>
          <p:spPr>
            <a:xfrm>
              <a:off x="6677986" y="2167863"/>
              <a:ext cx="45715" cy="48731"/>
            </a:xfrm>
            <a:custGeom>
              <a:rect b="b" l="l" r="r" t="t"/>
              <a:pathLst>
                <a:path extrusionOk="0" h="1858" w="1743">
                  <a:moveTo>
                    <a:pt x="737" y="1"/>
                  </a:moveTo>
                  <a:lnTo>
                    <a:pt x="0" y="1281"/>
                  </a:lnTo>
                  <a:lnTo>
                    <a:pt x="996" y="1858"/>
                  </a:lnTo>
                  <a:lnTo>
                    <a:pt x="1742" y="568"/>
                  </a:lnTo>
                  <a:lnTo>
                    <a:pt x="73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87"/>
            <p:cNvSpPr/>
            <p:nvPr/>
          </p:nvSpPr>
          <p:spPr>
            <a:xfrm>
              <a:off x="6674209" y="2154854"/>
              <a:ext cx="30424" cy="50776"/>
            </a:xfrm>
            <a:custGeom>
              <a:rect b="b" l="l" r="r" t="t"/>
              <a:pathLst>
                <a:path extrusionOk="0" h="1936" w="1160">
                  <a:moveTo>
                    <a:pt x="0" y="1"/>
                  </a:moveTo>
                  <a:lnTo>
                    <a:pt x="0" y="1695"/>
                  </a:lnTo>
                  <a:lnTo>
                    <a:pt x="419" y="1935"/>
                  </a:lnTo>
                  <a:lnTo>
                    <a:pt x="1160" y="655"/>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87"/>
            <p:cNvSpPr/>
            <p:nvPr/>
          </p:nvSpPr>
          <p:spPr>
            <a:xfrm>
              <a:off x="6726061" y="2182183"/>
              <a:ext cx="81436" cy="65411"/>
            </a:xfrm>
            <a:custGeom>
              <a:rect b="b" l="l" r="r" t="t"/>
              <a:pathLst>
                <a:path extrusionOk="0" h="2494" w="3105">
                  <a:moveTo>
                    <a:pt x="2321" y="1"/>
                  </a:moveTo>
                  <a:cubicBezTo>
                    <a:pt x="2180" y="1"/>
                    <a:pt x="2038" y="44"/>
                    <a:pt x="1916" y="133"/>
                  </a:cubicBezTo>
                  <a:lnTo>
                    <a:pt x="386" y="1240"/>
                  </a:lnTo>
                  <a:cubicBezTo>
                    <a:pt x="73" y="1461"/>
                    <a:pt x="1" y="1894"/>
                    <a:pt x="227" y="2207"/>
                  </a:cubicBezTo>
                  <a:cubicBezTo>
                    <a:pt x="364" y="2393"/>
                    <a:pt x="574" y="2493"/>
                    <a:pt x="788" y="2493"/>
                  </a:cubicBezTo>
                  <a:cubicBezTo>
                    <a:pt x="929" y="2493"/>
                    <a:pt x="1070" y="2450"/>
                    <a:pt x="1194" y="2361"/>
                  </a:cubicBezTo>
                  <a:lnTo>
                    <a:pt x="2724" y="1254"/>
                  </a:lnTo>
                  <a:cubicBezTo>
                    <a:pt x="3042" y="1028"/>
                    <a:pt x="3104" y="581"/>
                    <a:pt x="2868" y="273"/>
                  </a:cubicBezTo>
                  <a:cubicBezTo>
                    <a:pt x="2734" y="95"/>
                    <a:pt x="2529" y="1"/>
                    <a:pt x="2321"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87"/>
            <p:cNvSpPr/>
            <p:nvPr/>
          </p:nvSpPr>
          <p:spPr>
            <a:xfrm>
              <a:off x="6729969" y="2183521"/>
              <a:ext cx="77528" cy="64048"/>
            </a:xfrm>
            <a:custGeom>
              <a:rect b="b" l="l" r="r" t="t"/>
              <a:pathLst>
                <a:path extrusionOk="0" h="2442" w="2956">
                  <a:moveTo>
                    <a:pt x="2426" y="0"/>
                  </a:moveTo>
                  <a:cubicBezTo>
                    <a:pt x="2546" y="294"/>
                    <a:pt x="2450" y="631"/>
                    <a:pt x="2190" y="818"/>
                  </a:cubicBezTo>
                  <a:lnTo>
                    <a:pt x="660" y="1925"/>
                  </a:lnTo>
                  <a:cubicBezTo>
                    <a:pt x="539" y="2010"/>
                    <a:pt x="395" y="2054"/>
                    <a:pt x="251" y="2054"/>
                  </a:cubicBezTo>
                  <a:cubicBezTo>
                    <a:pt x="166" y="2054"/>
                    <a:pt x="81" y="2039"/>
                    <a:pt x="1" y="2007"/>
                  </a:cubicBezTo>
                  <a:lnTo>
                    <a:pt x="1" y="2007"/>
                  </a:lnTo>
                  <a:cubicBezTo>
                    <a:pt x="109" y="2283"/>
                    <a:pt x="372" y="2442"/>
                    <a:pt x="644" y="2442"/>
                  </a:cubicBezTo>
                  <a:cubicBezTo>
                    <a:pt x="783" y="2442"/>
                    <a:pt x="925" y="2400"/>
                    <a:pt x="1050" y="2310"/>
                  </a:cubicBezTo>
                  <a:lnTo>
                    <a:pt x="2580" y="1203"/>
                  </a:lnTo>
                  <a:cubicBezTo>
                    <a:pt x="2893" y="972"/>
                    <a:pt x="2955" y="530"/>
                    <a:pt x="2719" y="222"/>
                  </a:cubicBezTo>
                  <a:cubicBezTo>
                    <a:pt x="2642" y="121"/>
                    <a:pt x="2541" y="44"/>
                    <a:pt x="24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87"/>
            <p:cNvSpPr/>
            <p:nvPr/>
          </p:nvSpPr>
          <p:spPr>
            <a:xfrm>
              <a:off x="6757350" y="2210955"/>
              <a:ext cx="72362" cy="58933"/>
            </a:xfrm>
            <a:custGeom>
              <a:rect b="b" l="l" r="r" t="t"/>
              <a:pathLst>
                <a:path extrusionOk="0" h="2247" w="2759">
                  <a:moveTo>
                    <a:pt x="1970" y="1"/>
                  </a:moveTo>
                  <a:cubicBezTo>
                    <a:pt x="1829" y="1"/>
                    <a:pt x="1687" y="44"/>
                    <a:pt x="1565" y="133"/>
                  </a:cubicBezTo>
                  <a:lnTo>
                    <a:pt x="391" y="985"/>
                  </a:lnTo>
                  <a:cubicBezTo>
                    <a:pt x="73" y="1211"/>
                    <a:pt x="1" y="1654"/>
                    <a:pt x="227" y="1971"/>
                  </a:cubicBezTo>
                  <a:cubicBezTo>
                    <a:pt x="366" y="2150"/>
                    <a:pt x="574" y="2246"/>
                    <a:pt x="785" y="2246"/>
                  </a:cubicBezTo>
                  <a:cubicBezTo>
                    <a:pt x="925" y="2246"/>
                    <a:pt x="1067" y="2204"/>
                    <a:pt x="1189" y="2116"/>
                  </a:cubicBezTo>
                  <a:lnTo>
                    <a:pt x="2378" y="1254"/>
                  </a:lnTo>
                  <a:cubicBezTo>
                    <a:pt x="2691" y="1023"/>
                    <a:pt x="2758" y="581"/>
                    <a:pt x="2522" y="273"/>
                  </a:cubicBezTo>
                  <a:cubicBezTo>
                    <a:pt x="2385" y="95"/>
                    <a:pt x="2178" y="1"/>
                    <a:pt x="1970"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87"/>
            <p:cNvSpPr/>
            <p:nvPr/>
          </p:nvSpPr>
          <p:spPr>
            <a:xfrm>
              <a:off x="6761022" y="2212292"/>
              <a:ext cx="68690" cy="57491"/>
            </a:xfrm>
            <a:custGeom>
              <a:rect b="b" l="l" r="r" t="t"/>
              <a:pathLst>
                <a:path extrusionOk="0" h="2192" w="2619">
                  <a:moveTo>
                    <a:pt x="2089" y="0"/>
                  </a:moveTo>
                  <a:lnTo>
                    <a:pt x="2089" y="0"/>
                  </a:lnTo>
                  <a:cubicBezTo>
                    <a:pt x="2209" y="294"/>
                    <a:pt x="2108" y="631"/>
                    <a:pt x="1853" y="818"/>
                  </a:cubicBezTo>
                  <a:lnTo>
                    <a:pt x="665" y="1680"/>
                  </a:lnTo>
                  <a:cubicBezTo>
                    <a:pt x="543" y="1764"/>
                    <a:pt x="400" y="1809"/>
                    <a:pt x="254" y="1809"/>
                  </a:cubicBezTo>
                  <a:cubicBezTo>
                    <a:pt x="169" y="1809"/>
                    <a:pt x="83" y="1794"/>
                    <a:pt x="1" y="1761"/>
                  </a:cubicBezTo>
                  <a:lnTo>
                    <a:pt x="1" y="1761"/>
                  </a:lnTo>
                  <a:cubicBezTo>
                    <a:pt x="25" y="1814"/>
                    <a:pt x="53" y="1867"/>
                    <a:pt x="92" y="1915"/>
                  </a:cubicBezTo>
                  <a:cubicBezTo>
                    <a:pt x="227" y="2097"/>
                    <a:pt x="433" y="2192"/>
                    <a:pt x="642" y="2192"/>
                  </a:cubicBezTo>
                  <a:cubicBezTo>
                    <a:pt x="783" y="2192"/>
                    <a:pt x="926" y="2149"/>
                    <a:pt x="1049" y="2060"/>
                  </a:cubicBezTo>
                  <a:lnTo>
                    <a:pt x="2238" y="1203"/>
                  </a:lnTo>
                  <a:cubicBezTo>
                    <a:pt x="2551" y="972"/>
                    <a:pt x="2618" y="530"/>
                    <a:pt x="2378" y="222"/>
                  </a:cubicBezTo>
                  <a:cubicBezTo>
                    <a:pt x="2305" y="121"/>
                    <a:pt x="2204" y="48"/>
                    <a:pt x="20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87"/>
            <p:cNvSpPr/>
            <p:nvPr/>
          </p:nvSpPr>
          <p:spPr>
            <a:xfrm>
              <a:off x="6788272" y="2239831"/>
              <a:ext cx="63523" cy="52376"/>
            </a:xfrm>
            <a:custGeom>
              <a:rect b="b" l="l" r="r" t="t"/>
              <a:pathLst>
                <a:path extrusionOk="0" h="1997" w="2422">
                  <a:moveTo>
                    <a:pt x="1631" y="0"/>
                  </a:moveTo>
                  <a:cubicBezTo>
                    <a:pt x="1491" y="0"/>
                    <a:pt x="1350" y="42"/>
                    <a:pt x="1228" y="129"/>
                  </a:cubicBezTo>
                  <a:lnTo>
                    <a:pt x="381" y="740"/>
                  </a:lnTo>
                  <a:cubicBezTo>
                    <a:pt x="73" y="966"/>
                    <a:pt x="1" y="1399"/>
                    <a:pt x="227" y="1707"/>
                  </a:cubicBezTo>
                  <a:cubicBezTo>
                    <a:pt x="361" y="1897"/>
                    <a:pt x="572" y="1996"/>
                    <a:pt x="788" y="1996"/>
                  </a:cubicBezTo>
                  <a:cubicBezTo>
                    <a:pt x="928" y="1996"/>
                    <a:pt x="1071" y="1954"/>
                    <a:pt x="1194" y="1866"/>
                  </a:cubicBezTo>
                  <a:lnTo>
                    <a:pt x="2041" y="1250"/>
                  </a:lnTo>
                  <a:cubicBezTo>
                    <a:pt x="2354" y="1024"/>
                    <a:pt x="2421" y="577"/>
                    <a:pt x="2181" y="269"/>
                  </a:cubicBezTo>
                  <a:cubicBezTo>
                    <a:pt x="2045" y="93"/>
                    <a:pt x="1839" y="0"/>
                    <a:pt x="1631"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87"/>
            <p:cNvSpPr/>
            <p:nvPr/>
          </p:nvSpPr>
          <p:spPr>
            <a:xfrm>
              <a:off x="6791813" y="2240801"/>
              <a:ext cx="59982" cy="51406"/>
            </a:xfrm>
            <a:custGeom>
              <a:rect b="b" l="l" r="r" t="t"/>
              <a:pathLst>
                <a:path extrusionOk="0" h="1960" w="2287">
                  <a:moveTo>
                    <a:pt x="1733" y="1"/>
                  </a:moveTo>
                  <a:lnTo>
                    <a:pt x="1733" y="1"/>
                  </a:lnTo>
                  <a:cubicBezTo>
                    <a:pt x="1834" y="289"/>
                    <a:pt x="1733" y="612"/>
                    <a:pt x="1483" y="790"/>
                  </a:cubicBezTo>
                  <a:lnTo>
                    <a:pt x="636" y="1406"/>
                  </a:lnTo>
                  <a:cubicBezTo>
                    <a:pt x="516" y="1491"/>
                    <a:pt x="374" y="1535"/>
                    <a:pt x="229" y="1535"/>
                  </a:cubicBezTo>
                  <a:cubicBezTo>
                    <a:pt x="153" y="1535"/>
                    <a:pt x="76" y="1522"/>
                    <a:pt x="1" y="1497"/>
                  </a:cubicBezTo>
                  <a:lnTo>
                    <a:pt x="1" y="1497"/>
                  </a:lnTo>
                  <a:cubicBezTo>
                    <a:pt x="25" y="1560"/>
                    <a:pt x="53" y="1618"/>
                    <a:pt x="92" y="1670"/>
                  </a:cubicBezTo>
                  <a:cubicBezTo>
                    <a:pt x="229" y="1860"/>
                    <a:pt x="441" y="1959"/>
                    <a:pt x="656" y="1959"/>
                  </a:cubicBezTo>
                  <a:cubicBezTo>
                    <a:pt x="796" y="1959"/>
                    <a:pt x="938" y="1917"/>
                    <a:pt x="1059" y="1829"/>
                  </a:cubicBezTo>
                  <a:lnTo>
                    <a:pt x="1906" y="1213"/>
                  </a:lnTo>
                  <a:cubicBezTo>
                    <a:pt x="2224" y="987"/>
                    <a:pt x="2286" y="540"/>
                    <a:pt x="2050" y="232"/>
                  </a:cubicBezTo>
                  <a:cubicBezTo>
                    <a:pt x="1969" y="126"/>
                    <a:pt x="1858" y="44"/>
                    <a:pt x="17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87"/>
            <p:cNvSpPr/>
            <p:nvPr/>
          </p:nvSpPr>
          <p:spPr>
            <a:xfrm>
              <a:off x="6819457" y="2268629"/>
              <a:ext cx="54422" cy="45846"/>
            </a:xfrm>
            <a:custGeom>
              <a:rect b="b" l="l" r="r" t="t"/>
              <a:pathLst>
                <a:path extrusionOk="0" h="1748" w="2075">
                  <a:moveTo>
                    <a:pt x="1291" y="0"/>
                  </a:moveTo>
                  <a:cubicBezTo>
                    <a:pt x="1150" y="0"/>
                    <a:pt x="1009" y="43"/>
                    <a:pt x="886" y="133"/>
                  </a:cubicBezTo>
                  <a:lnTo>
                    <a:pt x="380" y="494"/>
                  </a:lnTo>
                  <a:cubicBezTo>
                    <a:pt x="68" y="720"/>
                    <a:pt x="0" y="1153"/>
                    <a:pt x="222" y="1461"/>
                  </a:cubicBezTo>
                  <a:cubicBezTo>
                    <a:pt x="358" y="1647"/>
                    <a:pt x="571" y="1747"/>
                    <a:pt x="785" y="1747"/>
                  </a:cubicBezTo>
                  <a:cubicBezTo>
                    <a:pt x="926" y="1747"/>
                    <a:pt x="1067" y="1705"/>
                    <a:pt x="1189" y="1615"/>
                  </a:cubicBezTo>
                  <a:lnTo>
                    <a:pt x="1694" y="1254"/>
                  </a:lnTo>
                  <a:cubicBezTo>
                    <a:pt x="2012" y="1023"/>
                    <a:pt x="2074" y="581"/>
                    <a:pt x="1838" y="268"/>
                  </a:cubicBezTo>
                  <a:cubicBezTo>
                    <a:pt x="1701" y="93"/>
                    <a:pt x="1497" y="0"/>
                    <a:pt x="1291"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87"/>
            <p:cNvSpPr/>
            <p:nvPr/>
          </p:nvSpPr>
          <p:spPr>
            <a:xfrm>
              <a:off x="6822998" y="2269835"/>
              <a:ext cx="50881" cy="44692"/>
            </a:xfrm>
            <a:custGeom>
              <a:rect b="b" l="l" r="r" t="t"/>
              <a:pathLst>
                <a:path extrusionOk="0" h="1704" w="1940">
                  <a:moveTo>
                    <a:pt x="1405" y="0"/>
                  </a:moveTo>
                  <a:lnTo>
                    <a:pt x="1405" y="0"/>
                  </a:lnTo>
                  <a:cubicBezTo>
                    <a:pt x="1516" y="294"/>
                    <a:pt x="1420" y="626"/>
                    <a:pt x="1165" y="809"/>
                  </a:cubicBezTo>
                  <a:lnTo>
                    <a:pt x="659" y="1175"/>
                  </a:lnTo>
                  <a:cubicBezTo>
                    <a:pt x="538" y="1262"/>
                    <a:pt x="396" y="1306"/>
                    <a:pt x="251" y="1306"/>
                  </a:cubicBezTo>
                  <a:cubicBezTo>
                    <a:pt x="167" y="1306"/>
                    <a:pt x="82" y="1291"/>
                    <a:pt x="0" y="1261"/>
                  </a:cubicBezTo>
                  <a:lnTo>
                    <a:pt x="0" y="1261"/>
                  </a:lnTo>
                  <a:cubicBezTo>
                    <a:pt x="108" y="1541"/>
                    <a:pt x="372" y="1703"/>
                    <a:pt x="645" y="1703"/>
                  </a:cubicBezTo>
                  <a:cubicBezTo>
                    <a:pt x="785" y="1703"/>
                    <a:pt x="928" y="1660"/>
                    <a:pt x="1054" y="1569"/>
                  </a:cubicBezTo>
                  <a:lnTo>
                    <a:pt x="1559" y="1203"/>
                  </a:lnTo>
                  <a:cubicBezTo>
                    <a:pt x="1872" y="977"/>
                    <a:pt x="1939" y="535"/>
                    <a:pt x="1703" y="222"/>
                  </a:cubicBezTo>
                  <a:cubicBezTo>
                    <a:pt x="1626" y="121"/>
                    <a:pt x="1521" y="44"/>
                    <a:pt x="14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87"/>
            <p:cNvSpPr/>
            <p:nvPr/>
          </p:nvSpPr>
          <p:spPr>
            <a:xfrm>
              <a:off x="6825384" y="2088105"/>
              <a:ext cx="78787" cy="121066"/>
            </a:xfrm>
            <a:custGeom>
              <a:rect b="b" l="l" r="r" t="t"/>
              <a:pathLst>
                <a:path extrusionOk="0" h="4616" w="3004">
                  <a:moveTo>
                    <a:pt x="462" y="1"/>
                  </a:moveTo>
                  <a:lnTo>
                    <a:pt x="0" y="1848"/>
                  </a:lnTo>
                  <a:lnTo>
                    <a:pt x="0" y="3691"/>
                  </a:lnTo>
                  <a:cubicBezTo>
                    <a:pt x="0" y="4201"/>
                    <a:pt x="414" y="4615"/>
                    <a:pt x="924" y="4615"/>
                  </a:cubicBezTo>
                  <a:cubicBezTo>
                    <a:pt x="1434" y="4615"/>
                    <a:pt x="1848" y="4201"/>
                    <a:pt x="1848" y="3691"/>
                  </a:cubicBezTo>
                  <a:lnTo>
                    <a:pt x="1848" y="1848"/>
                  </a:lnTo>
                  <a:lnTo>
                    <a:pt x="3003"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87"/>
            <p:cNvSpPr/>
            <p:nvPr/>
          </p:nvSpPr>
          <p:spPr>
            <a:xfrm>
              <a:off x="6825384" y="2088105"/>
              <a:ext cx="33335" cy="121066"/>
            </a:xfrm>
            <a:custGeom>
              <a:rect b="b" l="l" r="r" t="t"/>
              <a:pathLst>
                <a:path extrusionOk="0" h="4616" w="1271">
                  <a:moveTo>
                    <a:pt x="462" y="1"/>
                  </a:moveTo>
                  <a:lnTo>
                    <a:pt x="0" y="1848"/>
                  </a:lnTo>
                  <a:lnTo>
                    <a:pt x="0" y="3691"/>
                  </a:lnTo>
                  <a:cubicBezTo>
                    <a:pt x="0" y="4201"/>
                    <a:pt x="414" y="4615"/>
                    <a:pt x="924" y="4615"/>
                  </a:cubicBezTo>
                  <a:cubicBezTo>
                    <a:pt x="1045" y="4615"/>
                    <a:pt x="1160" y="4591"/>
                    <a:pt x="1271" y="4548"/>
                  </a:cubicBezTo>
                  <a:cubicBezTo>
                    <a:pt x="920" y="4408"/>
                    <a:pt x="693" y="4066"/>
                    <a:pt x="693" y="3691"/>
                  </a:cubicBezTo>
                  <a:lnTo>
                    <a:pt x="693" y="1848"/>
                  </a:lnTo>
                  <a:lnTo>
                    <a:pt x="11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87"/>
            <p:cNvSpPr/>
            <p:nvPr/>
          </p:nvSpPr>
          <p:spPr>
            <a:xfrm>
              <a:off x="6666052" y="2008452"/>
              <a:ext cx="391341" cy="311766"/>
            </a:xfrm>
            <a:custGeom>
              <a:rect b="b" l="l" r="r" t="t"/>
              <a:pathLst>
                <a:path extrusionOk="0" h="11887" w="14921">
                  <a:moveTo>
                    <a:pt x="9044" y="3254"/>
                  </a:moveTo>
                  <a:lnTo>
                    <a:pt x="10228" y="3644"/>
                  </a:lnTo>
                  <a:cubicBezTo>
                    <a:pt x="10250" y="3652"/>
                    <a:pt x="10272" y="3655"/>
                    <a:pt x="10295" y="3655"/>
                  </a:cubicBezTo>
                  <a:cubicBezTo>
                    <a:pt x="10341" y="3655"/>
                    <a:pt x="10386" y="3639"/>
                    <a:pt x="10425" y="3610"/>
                  </a:cubicBezTo>
                  <a:lnTo>
                    <a:pt x="10796" y="3331"/>
                  </a:lnTo>
                  <a:lnTo>
                    <a:pt x="13385" y="6728"/>
                  </a:lnTo>
                  <a:lnTo>
                    <a:pt x="12980" y="7012"/>
                  </a:lnTo>
                  <a:cubicBezTo>
                    <a:pt x="12951" y="6993"/>
                    <a:pt x="12927" y="6974"/>
                    <a:pt x="12894" y="6959"/>
                  </a:cubicBezTo>
                  <a:lnTo>
                    <a:pt x="8409" y="4515"/>
                  </a:lnTo>
                  <a:lnTo>
                    <a:pt x="8578" y="4250"/>
                  </a:lnTo>
                  <a:cubicBezTo>
                    <a:pt x="8672" y="4081"/>
                    <a:pt x="8529" y="3924"/>
                    <a:pt x="8381" y="3924"/>
                  </a:cubicBezTo>
                  <a:cubicBezTo>
                    <a:pt x="8318" y="3924"/>
                    <a:pt x="8254" y="3952"/>
                    <a:pt x="8207" y="4019"/>
                  </a:cubicBezTo>
                  <a:lnTo>
                    <a:pt x="7740" y="4770"/>
                  </a:lnTo>
                  <a:cubicBezTo>
                    <a:pt x="7721" y="4803"/>
                    <a:pt x="7707" y="4842"/>
                    <a:pt x="7707" y="4885"/>
                  </a:cubicBezTo>
                  <a:lnTo>
                    <a:pt x="7707" y="6728"/>
                  </a:lnTo>
                  <a:cubicBezTo>
                    <a:pt x="7697" y="7113"/>
                    <a:pt x="7384" y="7416"/>
                    <a:pt x="6999" y="7416"/>
                  </a:cubicBezTo>
                  <a:cubicBezTo>
                    <a:pt x="6619" y="7416"/>
                    <a:pt x="6306" y="7113"/>
                    <a:pt x="6297" y="6728"/>
                  </a:cubicBezTo>
                  <a:lnTo>
                    <a:pt x="6297" y="4909"/>
                  </a:lnTo>
                  <a:lnTo>
                    <a:pt x="6711" y="3254"/>
                  </a:lnTo>
                  <a:close/>
                  <a:moveTo>
                    <a:pt x="3867" y="2518"/>
                  </a:moveTo>
                  <a:lnTo>
                    <a:pt x="4213" y="2715"/>
                  </a:lnTo>
                  <a:lnTo>
                    <a:pt x="1374" y="7642"/>
                  </a:lnTo>
                  <a:lnTo>
                    <a:pt x="1028" y="7440"/>
                  </a:lnTo>
                  <a:lnTo>
                    <a:pt x="3867" y="2518"/>
                  </a:lnTo>
                  <a:close/>
                  <a:moveTo>
                    <a:pt x="4613" y="6841"/>
                  </a:moveTo>
                  <a:cubicBezTo>
                    <a:pt x="4760" y="6841"/>
                    <a:pt x="4905" y="6911"/>
                    <a:pt x="4998" y="7041"/>
                  </a:cubicBezTo>
                  <a:cubicBezTo>
                    <a:pt x="5152" y="7253"/>
                    <a:pt x="5104" y="7551"/>
                    <a:pt x="4892" y="7705"/>
                  </a:cubicBezTo>
                  <a:lnTo>
                    <a:pt x="3357" y="8807"/>
                  </a:lnTo>
                  <a:cubicBezTo>
                    <a:pt x="3273" y="8868"/>
                    <a:pt x="3176" y="8897"/>
                    <a:pt x="3079" y="8897"/>
                  </a:cubicBezTo>
                  <a:cubicBezTo>
                    <a:pt x="2932" y="8897"/>
                    <a:pt x="2788" y="8829"/>
                    <a:pt x="2698" y="8701"/>
                  </a:cubicBezTo>
                  <a:cubicBezTo>
                    <a:pt x="2544" y="8489"/>
                    <a:pt x="2592" y="8196"/>
                    <a:pt x="2804" y="8042"/>
                  </a:cubicBezTo>
                  <a:lnTo>
                    <a:pt x="4334" y="6935"/>
                  </a:lnTo>
                  <a:cubicBezTo>
                    <a:pt x="4418" y="6872"/>
                    <a:pt x="4516" y="6841"/>
                    <a:pt x="4613" y="6841"/>
                  </a:cubicBezTo>
                  <a:close/>
                  <a:moveTo>
                    <a:pt x="5456" y="7936"/>
                  </a:moveTo>
                  <a:cubicBezTo>
                    <a:pt x="5600" y="7936"/>
                    <a:pt x="5739" y="8003"/>
                    <a:pt x="5830" y="8124"/>
                  </a:cubicBezTo>
                  <a:cubicBezTo>
                    <a:pt x="5994" y="8335"/>
                    <a:pt x="5946" y="8638"/>
                    <a:pt x="5734" y="8797"/>
                  </a:cubicBezTo>
                  <a:lnTo>
                    <a:pt x="4545" y="9659"/>
                  </a:lnTo>
                  <a:cubicBezTo>
                    <a:pt x="4460" y="9718"/>
                    <a:pt x="4362" y="9747"/>
                    <a:pt x="4265" y="9747"/>
                  </a:cubicBezTo>
                  <a:cubicBezTo>
                    <a:pt x="4120" y="9747"/>
                    <a:pt x="3976" y="9683"/>
                    <a:pt x="3881" y="9562"/>
                  </a:cubicBezTo>
                  <a:lnTo>
                    <a:pt x="3886" y="9562"/>
                  </a:lnTo>
                  <a:cubicBezTo>
                    <a:pt x="3732" y="9341"/>
                    <a:pt x="3780" y="9038"/>
                    <a:pt x="4002" y="8879"/>
                  </a:cubicBezTo>
                  <a:lnTo>
                    <a:pt x="5142" y="8051"/>
                  </a:lnTo>
                  <a:cubicBezTo>
                    <a:pt x="5181" y="8023"/>
                    <a:pt x="5224" y="7994"/>
                    <a:pt x="5272" y="7974"/>
                  </a:cubicBezTo>
                  <a:cubicBezTo>
                    <a:pt x="5332" y="7948"/>
                    <a:pt x="5394" y="7936"/>
                    <a:pt x="5456" y="7936"/>
                  </a:cubicBezTo>
                  <a:close/>
                  <a:moveTo>
                    <a:pt x="6297" y="9036"/>
                  </a:moveTo>
                  <a:cubicBezTo>
                    <a:pt x="6440" y="9036"/>
                    <a:pt x="6582" y="9100"/>
                    <a:pt x="6677" y="9221"/>
                  </a:cubicBezTo>
                  <a:cubicBezTo>
                    <a:pt x="6836" y="9437"/>
                    <a:pt x="6792" y="9740"/>
                    <a:pt x="6576" y="9899"/>
                  </a:cubicBezTo>
                  <a:lnTo>
                    <a:pt x="5729" y="10510"/>
                  </a:lnTo>
                  <a:cubicBezTo>
                    <a:pt x="5648" y="10572"/>
                    <a:pt x="5549" y="10603"/>
                    <a:pt x="5448" y="10603"/>
                  </a:cubicBezTo>
                  <a:cubicBezTo>
                    <a:pt x="5423" y="10603"/>
                    <a:pt x="5398" y="10601"/>
                    <a:pt x="5373" y="10597"/>
                  </a:cubicBezTo>
                  <a:lnTo>
                    <a:pt x="5378" y="10597"/>
                  </a:lnTo>
                  <a:cubicBezTo>
                    <a:pt x="4959" y="10529"/>
                    <a:pt x="4829" y="9986"/>
                    <a:pt x="5171" y="9740"/>
                  </a:cubicBezTo>
                  <a:lnTo>
                    <a:pt x="5989" y="9148"/>
                  </a:lnTo>
                  <a:lnTo>
                    <a:pt x="6018" y="9124"/>
                  </a:lnTo>
                  <a:cubicBezTo>
                    <a:pt x="6103" y="9065"/>
                    <a:pt x="6200" y="9036"/>
                    <a:pt x="6297" y="9036"/>
                  </a:cubicBezTo>
                  <a:close/>
                  <a:moveTo>
                    <a:pt x="4156" y="3682"/>
                  </a:moveTo>
                  <a:lnTo>
                    <a:pt x="4560" y="3913"/>
                  </a:lnTo>
                  <a:cubicBezTo>
                    <a:pt x="4592" y="3933"/>
                    <a:pt x="4631" y="3943"/>
                    <a:pt x="4671" y="3943"/>
                  </a:cubicBezTo>
                  <a:cubicBezTo>
                    <a:pt x="4678" y="3943"/>
                    <a:pt x="4687" y="3943"/>
                    <a:pt x="4695" y="3942"/>
                  </a:cubicBezTo>
                  <a:lnTo>
                    <a:pt x="5710" y="3822"/>
                  </a:lnTo>
                  <a:lnTo>
                    <a:pt x="6080" y="3976"/>
                  </a:lnTo>
                  <a:lnTo>
                    <a:pt x="5869" y="4828"/>
                  </a:lnTo>
                  <a:cubicBezTo>
                    <a:pt x="5864" y="4842"/>
                    <a:pt x="5864" y="4861"/>
                    <a:pt x="5859" y="4880"/>
                  </a:cubicBezTo>
                  <a:lnTo>
                    <a:pt x="5859" y="6723"/>
                  </a:lnTo>
                  <a:cubicBezTo>
                    <a:pt x="5859" y="7354"/>
                    <a:pt x="6369" y="7864"/>
                    <a:pt x="6999" y="7864"/>
                  </a:cubicBezTo>
                  <a:cubicBezTo>
                    <a:pt x="7630" y="7864"/>
                    <a:pt x="8140" y="7354"/>
                    <a:pt x="8140" y="6723"/>
                  </a:cubicBezTo>
                  <a:lnTo>
                    <a:pt x="8140" y="4948"/>
                  </a:lnTo>
                  <a:lnTo>
                    <a:pt x="8178" y="4885"/>
                  </a:lnTo>
                  <a:lnTo>
                    <a:pt x="12687" y="7344"/>
                  </a:lnTo>
                  <a:cubicBezTo>
                    <a:pt x="12913" y="7469"/>
                    <a:pt x="12995" y="7753"/>
                    <a:pt x="12874" y="7984"/>
                  </a:cubicBezTo>
                  <a:lnTo>
                    <a:pt x="12879" y="7984"/>
                  </a:lnTo>
                  <a:cubicBezTo>
                    <a:pt x="12789" y="8141"/>
                    <a:pt x="12625" y="8231"/>
                    <a:pt x="12455" y="8231"/>
                  </a:cubicBezTo>
                  <a:cubicBezTo>
                    <a:pt x="12381" y="8231"/>
                    <a:pt x="12305" y="8213"/>
                    <a:pt x="12235" y="8177"/>
                  </a:cubicBezTo>
                  <a:lnTo>
                    <a:pt x="9732" y="6810"/>
                  </a:lnTo>
                  <a:cubicBezTo>
                    <a:pt x="9697" y="6792"/>
                    <a:pt x="9662" y="6784"/>
                    <a:pt x="9630" y="6784"/>
                  </a:cubicBezTo>
                  <a:cubicBezTo>
                    <a:pt x="9435" y="6784"/>
                    <a:pt x="9319" y="7070"/>
                    <a:pt x="9526" y="7190"/>
                  </a:cubicBezTo>
                  <a:lnTo>
                    <a:pt x="11619" y="8335"/>
                  </a:lnTo>
                  <a:cubicBezTo>
                    <a:pt x="11854" y="8460"/>
                    <a:pt x="11941" y="8749"/>
                    <a:pt x="11816" y="8980"/>
                  </a:cubicBezTo>
                  <a:cubicBezTo>
                    <a:pt x="11731" y="9140"/>
                    <a:pt x="11568" y="9229"/>
                    <a:pt x="11400" y="9229"/>
                  </a:cubicBezTo>
                  <a:cubicBezTo>
                    <a:pt x="11321" y="9229"/>
                    <a:pt x="11240" y="9209"/>
                    <a:pt x="11166" y="9168"/>
                  </a:cubicBezTo>
                  <a:lnTo>
                    <a:pt x="9040" y="8013"/>
                  </a:lnTo>
                  <a:cubicBezTo>
                    <a:pt x="9004" y="7995"/>
                    <a:pt x="8969" y="7987"/>
                    <a:pt x="8936" y="7987"/>
                  </a:cubicBezTo>
                  <a:cubicBezTo>
                    <a:pt x="8742" y="7987"/>
                    <a:pt x="8627" y="8269"/>
                    <a:pt x="8833" y="8393"/>
                  </a:cubicBezTo>
                  <a:lnTo>
                    <a:pt x="10555" y="9331"/>
                  </a:lnTo>
                  <a:cubicBezTo>
                    <a:pt x="10786" y="9456"/>
                    <a:pt x="10868" y="9745"/>
                    <a:pt x="10743" y="9976"/>
                  </a:cubicBezTo>
                  <a:cubicBezTo>
                    <a:pt x="10657" y="10134"/>
                    <a:pt x="10495" y="10222"/>
                    <a:pt x="10328" y="10222"/>
                  </a:cubicBezTo>
                  <a:cubicBezTo>
                    <a:pt x="10250" y="10222"/>
                    <a:pt x="10171" y="10203"/>
                    <a:pt x="10098" y="10164"/>
                  </a:cubicBezTo>
                  <a:lnTo>
                    <a:pt x="8294" y="9182"/>
                  </a:lnTo>
                  <a:cubicBezTo>
                    <a:pt x="8258" y="9164"/>
                    <a:pt x="8224" y="9156"/>
                    <a:pt x="8191" y="9156"/>
                  </a:cubicBezTo>
                  <a:cubicBezTo>
                    <a:pt x="7996" y="9156"/>
                    <a:pt x="7880" y="9443"/>
                    <a:pt x="8087" y="9562"/>
                  </a:cubicBezTo>
                  <a:lnTo>
                    <a:pt x="9482" y="10323"/>
                  </a:lnTo>
                  <a:cubicBezTo>
                    <a:pt x="9718" y="10448"/>
                    <a:pt x="9805" y="10741"/>
                    <a:pt x="9679" y="10972"/>
                  </a:cubicBezTo>
                  <a:cubicBezTo>
                    <a:pt x="9591" y="11130"/>
                    <a:pt x="9428" y="11220"/>
                    <a:pt x="9260" y="11220"/>
                  </a:cubicBezTo>
                  <a:cubicBezTo>
                    <a:pt x="9182" y="11220"/>
                    <a:pt x="9103" y="11201"/>
                    <a:pt x="9030" y="11160"/>
                  </a:cubicBezTo>
                  <a:lnTo>
                    <a:pt x="8048" y="10626"/>
                  </a:lnTo>
                  <a:cubicBezTo>
                    <a:pt x="8053" y="10135"/>
                    <a:pt x="7673" y="9726"/>
                    <a:pt x="7187" y="9702"/>
                  </a:cubicBezTo>
                  <a:cubicBezTo>
                    <a:pt x="7192" y="9683"/>
                    <a:pt x="7192" y="9663"/>
                    <a:pt x="7197" y="9644"/>
                  </a:cubicBezTo>
                  <a:cubicBezTo>
                    <a:pt x="7274" y="9110"/>
                    <a:pt x="6879" y="8629"/>
                    <a:pt x="6340" y="8600"/>
                  </a:cubicBezTo>
                  <a:cubicBezTo>
                    <a:pt x="6345" y="8581"/>
                    <a:pt x="6350" y="8561"/>
                    <a:pt x="6355" y="8542"/>
                  </a:cubicBezTo>
                  <a:cubicBezTo>
                    <a:pt x="6432" y="8013"/>
                    <a:pt x="6032" y="7532"/>
                    <a:pt x="5498" y="7503"/>
                  </a:cubicBezTo>
                  <a:cubicBezTo>
                    <a:pt x="5503" y="7484"/>
                    <a:pt x="5508" y="7464"/>
                    <a:pt x="5508" y="7440"/>
                  </a:cubicBezTo>
                  <a:cubicBezTo>
                    <a:pt x="5546" y="7200"/>
                    <a:pt x="5479" y="6950"/>
                    <a:pt x="5330" y="6757"/>
                  </a:cubicBezTo>
                  <a:cubicBezTo>
                    <a:pt x="5153" y="6523"/>
                    <a:pt x="4885" y="6401"/>
                    <a:pt x="4614" y="6401"/>
                  </a:cubicBezTo>
                  <a:cubicBezTo>
                    <a:pt x="4428" y="6401"/>
                    <a:pt x="4240" y="6459"/>
                    <a:pt x="4079" y="6579"/>
                  </a:cubicBezTo>
                  <a:lnTo>
                    <a:pt x="2568" y="7671"/>
                  </a:lnTo>
                  <a:lnTo>
                    <a:pt x="2024" y="7378"/>
                  </a:lnTo>
                  <a:lnTo>
                    <a:pt x="4156" y="3682"/>
                  </a:lnTo>
                  <a:close/>
                  <a:moveTo>
                    <a:pt x="7140" y="10138"/>
                  </a:moveTo>
                  <a:cubicBezTo>
                    <a:pt x="7282" y="10138"/>
                    <a:pt x="7424" y="10202"/>
                    <a:pt x="7519" y="10323"/>
                  </a:cubicBezTo>
                  <a:cubicBezTo>
                    <a:pt x="7596" y="10424"/>
                    <a:pt x="7630" y="10553"/>
                    <a:pt x="7610" y="10679"/>
                  </a:cubicBezTo>
                  <a:cubicBezTo>
                    <a:pt x="7596" y="10809"/>
                    <a:pt x="7524" y="10919"/>
                    <a:pt x="7423" y="10996"/>
                  </a:cubicBezTo>
                  <a:lnTo>
                    <a:pt x="6918" y="11362"/>
                  </a:lnTo>
                  <a:cubicBezTo>
                    <a:pt x="6832" y="11423"/>
                    <a:pt x="6734" y="11452"/>
                    <a:pt x="6638" y="11452"/>
                  </a:cubicBezTo>
                  <a:cubicBezTo>
                    <a:pt x="6490" y="11452"/>
                    <a:pt x="6347" y="11384"/>
                    <a:pt x="6254" y="11256"/>
                  </a:cubicBezTo>
                  <a:cubicBezTo>
                    <a:pt x="6095" y="11039"/>
                    <a:pt x="6143" y="10746"/>
                    <a:pt x="6359" y="10592"/>
                  </a:cubicBezTo>
                  <a:lnTo>
                    <a:pt x="6831" y="10250"/>
                  </a:lnTo>
                  <a:lnTo>
                    <a:pt x="6865" y="10226"/>
                  </a:lnTo>
                  <a:cubicBezTo>
                    <a:pt x="6948" y="10166"/>
                    <a:pt x="7044" y="10138"/>
                    <a:pt x="7140" y="10138"/>
                  </a:cubicBezTo>
                  <a:close/>
                  <a:moveTo>
                    <a:pt x="309" y="1"/>
                  </a:moveTo>
                  <a:cubicBezTo>
                    <a:pt x="119" y="1"/>
                    <a:pt x="1" y="278"/>
                    <a:pt x="200" y="401"/>
                  </a:cubicBezTo>
                  <a:lnTo>
                    <a:pt x="3492" y="2301"/>
                  </a:lnTo>
                  <a:lnTo>
                    <a:pt x="653" y="7224"/>
                  </a:lnTo>
                  <a:lnTo>
                    <a:pt x="417" y="7089"/>
                  </a:lnTo>
                  <a:cubicBezTo>
                    <a:pt x="379" y="7069"/>
                    <a:pt x="343" y="7059"/>
                    <a:pt x="309" y="7059"/>
                  </a:cubicBezTo>
                  <a:cubicBezTo>
                    <a:pt x="119" y="7059"/>
                    <a:pt x="1" y="7338"/>
                    <a:pt x="200" y="7464"/>
                  </a:cubicBezTo>
                  <a:lnTo>
                    <a:pt x="1341" y="8124"/>
                  </a:lnTo>
                  <a:cubicBezTo>
                    <a:pt x="1376" y="8143"/>
                    <a:pt x="1413" y="8152"/>
                    <a:pt x="1450" y="8152"/>
                  </a:cubicBezTo>
                  <a:cubicBezTo>
                    <a:pt x="1525" y="8152"/>
                    <a:pt x="1597" y="8114"/>
                    <a:pt x="1639" y="8047"/>
                  </a:cubicBezTo>
                  <a:lnTo>
                    <a:pt x="1803" y="7758"/>
                  </a:lnTo>
                  <a:lnTo>
                    <a:pt x="2269" y="8008"/>
                  </a:lnTo>
                  <a:cubicBezTo>
                    <a:pt x="1942" y="8638"/>
                    <a:pt x="2428" y="9334"/>
                    <a:pt x="3070" y="9334"/>
                  </a:cubicBezTo>
                  <a:cubicBezTo>
                    <a:pt x="3163" y="9334"/>
                    <a:pt x="3259" y="9320"/>
                    <a:pt x="3357" y="9288"/>
                  </a:cubicBezTo>
                  <a:cubicBezTo>
                    <a:pt x="3357" y="9480"/>
                    <a:pt x="3419" y="9668"/>
                    <a:pt x="3540" y="9822"/>
                  </a:cubicBezTo>
                  <a:cubicBezTo>
                    <a:pt x="3714" y="10054"/>
                    <a:pt x="3986" y="10182"/>
                    <a:pt x="4265" y="10182"/>
                  </a:cubicBezTo>
                  <a:cubicBezTo>
                    <a:pt x="4357" y="10182"/>
                    <a:pt x="4450" y="10168"/>
                    <a:pt x="4541" y="10140"/>
                  </a:cubicBezTo>
                  <a:cubicBezTo>
                    <a:pt x="4545" y="10582"/>
                    <a:pt x="4868" y="10953"/>
                    <a:pt x="5306" y="11025"/>
                  </a:cubicBezTo>
                  <a:cubicBezTo>
                    <a:pt x="5354" y="11030"/>
                    <a:pt x="5402" y="11035"/>
                    <a:pt x="5450" y="11035"/>
                  </a:cubicBezTo>
                  <a:cubicBezTo>
                    <a:pt x="5541" y="11035"/>
                    <a:pt x="5638" y="11020"/>
                    <a:pt x="5724" y="10991"/>
                  </a:cubicBezTo>
                  <a:cubicBezTo>
                    <a:pt x="5734" y="11434"/>
                    <a:pt x="6056" y="11805"/>
                    <a:pt x="6489" y="11872"/>
                  </a:cubicBezTo>
                  <a:cubicBezTo>
                    <a:pt x="6537" y="11882"/>
                    <a:pt x="6586" y="11886"/>
                    <a:pt x="6634" y="11886"/>
                  </a:cubicBezTo>
                  <a:cubicBezTo>
                    <a:pt x="6826" y="11886"/>
                    <a:pt x="7009" y="11824"/>
                    <a:pt x="7168" y="11713"/>
                  </a:cubicBezTo>
                  <a:lnTo>
                    <a:pt x="7668" y="11347"/>
                  </a:lnTo>
                  <a:cubicBezTo>
                    <a:pt x="7779" y="11270"/>
                    <a:pt x="7865" y="11169"/>
                    <a:pt x="7933" y="11054"/>
                  </a:cubicBezTo>
                  <a:lnTo>
                    <a:pt x="8818" y="11535"/>
                  </a:lnTo>
                  <a:cubicBezTo>
                    <a:pt x="8960" y="11612"/>
                    <a:pt x="9108" y="11647"/>
                    <a:pt x="9252" y="11647"/>
                  </a:cubicBezTo>
                  <a:cubicBezTo>
                    <a:pt x="9762" y="11647"/>
                    <a:pt x="10220" y="11206"/>
                    <a:pt x="10156" y="10635"/>
                  </a:cubicBezTo>
                  <a:lnTo>
                    <a:pt x="10156" y="10635"/>
                  </a:lnTo>
                  <a:cubicBezTo>
                    <a:pt x="10213" y="10646"/>
                    <a:pt x="10269" y="10651"/>
                    <a:pt x="10325" y="10651"/>
                  </a:cubicBezTo>
                  <a:cubicBezTo>
                    <a:pt x="10853" y="10651"/>
                    <a:pt x="11285" y="10193"/>
                    <a:pt x="11224" y="9644"/>
                  </a:cubicBezTo>
                  <a:lnTo>
                    <a:pt x="11224" y="9644"/>
                  </a:lnTo>
                  <a:cubicBezTo>
                    <a:pt x="11280" y="9655"/>
                    <a:pt x="11336" y="9660"/>
                    <a:pt x="11391" y="9660"/>
                  </a:cubicBezTo>
                  <a:cubicBezTo>
                    <a:pt x="11917" y="9660"/>
                    <a:pt x="12353" y="9198"/>
                    <a:pt x="12292" y="8653"/>
                  </a:cubicBezTo>
                  <a:lnTo>
                    <a:pt x="12292" y="8653"/>
                  </a:lnTo>
                  <a:cubicBezTo>
                    <a:pt x="12345" y="8662"/>
                    <a:pt x="12403" y="8667"/>
                    <a:pt x="12456" y="8667"/>
                  </a:cubicBezTo>
                  <a:cubicBezTo>
                    <a:pt x="12542" y="8667"/>
                    <a:pt x="12629" y="8653"/>
                    <a:pt x="12716" y="8629"/>
                  </a:cubicBezTo>
                  <a:cubicBezTo>
                    <a:pt x="13197" y="8484"/>
                    <a:pt x="13471" y="7979"/>
                    <a:pt x="13327" y="7503"/>
                  </a:cubicBezTo>
                  <a:cubicBezTo>
                    <a:pt x="13312" y="7445"/>
                    <a:pt x="13288" y="7392"/>
                    <a:pt x="13264" y="7339"/>
                  </a:cubicBezTo>
                  <a:lnTo>
                    <a:pt x="13644" y="7070"/>
                  </a:lnTo>
                  <a:lnTo>
                    <a:pt x="13842" y="7334"/>
                  </a:lnTo>
                  <a:cubicBezTo>
                    <a:pt x="13886" y="7390"/>
                    <a:pt x="13950" y="7418"/>
                    <a:pt x="14015" y="7418"/>
                  </a:cubicBezTo>
                  <a:cubicBezTo>
                    <a:pt x="14062" y="7418"/>
                    <a:pt x="14109" y="7403"/>
                    <a:pt x="14150" y="7373"/>
                  </a:cubicBezTo>
                  <a:lnTo>
                    <a:pt x="14746" y="6897"/>
                  </a:lnTo>
                  <a:cubicBezTo>
                    <a:pt x="14921" y="6753"/>
                    <a:pt x="14786" y="6513"/>
                    <a:pt x="14609" y="6513"/>
                  </a:cubicBezTo>
                  <a:cubicBezTo>
                    <a:pt x="14566" y="6513"/>
                    <a:pt x="14521" y="6527"/>
                    <a:pt x="14477" y="6560"/>
                  </a:cubicBezTo>
                  <a:lnTo>
                    <a:pt x="14053" y="6897"/>
                  </a:lnTo>
                  <a:lnTo>
                    <a:pt x="10627" y="2393"/>
                  </a:lnTo>
                  <a:lnTo>
                    <a:pt x="12586" y="1137"/>
                  </a:lnTo>
                  <a:cubicBezTo>
                    <a:pt x="12772" y="1000"/>
                    <a:pt x="12649" y="740"/>
                    <a:pt x="12465" y="740"/>
                  </a:cubicBezTo>
                  <a:cubicBezTo>
                    <a:pt x="12430" y="740"/>
                    <a:pt x="12393" y="750"/>
                    <a:pt x="12355" y="771"/>
                  </a:cubicBezTo>
                  <a:lnTo>
                    <a:pt x="10194" y="2152"/>
                  </a:lnTo>
                  <a:cubicBezTo>
                    <a:pt x="10088" y="2224"/>
                    <a:pt x="10064" y="2369"/>
                    <a:pt x="10141" y="2465"/>
                  </a:cubicBezTo>
                  <a:lnTo>
                    <a:pt x="10531" y="2985"/>
                  </a:lnTo>
                  <a:lnTo>
                    <a:pt x="10252" y="3196"/>
                  </a:lnTo>
                  <a:lnTo>
                    <a:pt x="9145" y="2831"/>
                  </a:lnTo>
                  <a:cubicBezTo>
                    <a:pt x="9121" y="2821"/>
                    <a:pt x="9102" y="2821"/>
                    <a:pt x="9078" y="2821"/>
                  </a:cubicBezTo>
                  <a:lnTo>
                    <a:pt x="6537" y="2821"/>
                  </a:lnTo>
                  <a:cubicBezTo>
                    <a:pt x="6441" y="2821"/>
                    <a:pt x="6355" y="2888"/>
                    <a:pt x="6331" y="2985"/>
                  </a:cubicBezTo>
                  <a:lnTo>
                    <a:pt x="6186" y="3552"/>
                  </a:lnTo>
                  <a:lnTo>
                    <a:pt x="5825" y="3403"/>
                  </a:lnTo>
                  <a:cubicBezTo>
                    <a:pt x="5800" y="3392"/>
                    <a:pt x="5772" y="3387"/>
                    <a:pt x="5743" y="3387"/>
                  </a:cubicBezTo>
                  <a:cubicBezTo>
                    <a:pt x="5734" y="3387"/>
                    <a:pt x="5724" y="3388"/>
                    <a:pt x="5715" y="3389"/>
                  </a:cubicBezTo>
                  <a:lnTo>
                    <a:pt x="4714" y="3509"/>
                  </a:lnTo>
                  <a:lnTo>
                    <a:pt x="4372" y="3312"/>
                  </a:lnTo>
                  <a:lnTo>
                    <a:pt x="4699" y="2749"/>
                  </a:lnTo>
                  <a:cubicBezTo>
                    <a:pt x="4757" y="2643"/>
                    <a:pt x="4719" y="2513"/>
                    <a:pt x="4618" y="2455"/>
                  </a:cubicBezTo>
                  <a:lnTo>
                    <a:pt x="417" y="30"/>
                  </a:lnTo>
                  <a:cubicBezTo>
                    <a:pt x="379" y="10"/>
                    <a:pt x="343"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87"/>
            <p:cNvSpPr/>
            <p:nvPr/>
          </p:nvSpPr>
          <p:spPr>
            <a:xfrm>
              <a:off x="7009764" y="1991771"/>
              <a:ext cx="47446" cy="31630"/>
            </a:xfrm>
            <a:custGeom>
              <a:rect b="b" l="l" r="r" t="t"/>
              <a:pathLst>
                <a:path extrusionOk="0" h="1206" w="1809">
                  <a:moveTo>
                    <a:pt x="1501" y="0"/>
                  </a:moveTo>
                  <a:cubicBezTo>
                    <a:pt x="1466" y="0"/>
                    <a:pt x="1429" y="9"/>
                    <a:pt x="1391" y="31"/>
                  </a:cubicBezTo>
                  <a:lnTo>
                    <a:pt x="178" y="806"/>
                  </a:lnTo>
                  <a:cubicBezTo>
                    <a:pt x="0" y="921"/>
                    <a:pt x="82" y="1205"/>
                    <a:pt x="299" y="1205"/>
                  </a:cubicBezTo>
                  <a:cubicBezTo>
                    <a:pt x="337" y="1205"/>
                    <a:pt x="381" y="1196"/>
                    <a:pt x="414" y="1171"/>
                  </a:cubicBezTo>
                  <a:lnTo>
                    <a:pt x="1627" y="397"/>
                  </a:lnTo>
                  <a:cubicBezTo>
                    <a:pt x="1809" y="259"/>
                    <a:pt x="1685" y="0"/>
                    <a:pt x="1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8" name="Google Shape;15878;p87"/>
          <p:cNvGrpSpPr/>
          <p:nvPr/>
        </p:nvGrpSpPr>
        <p:grpSpPr>
          <a:xfrm>
            <a:off x="7099619" y="1979838"/>
            <a:ext cx="374712" cy="374476"/>
            <a:chOff x="7099619" y="1979838"/>
            <a:chExt cx="374712" cy="374476"/>
          </a:xfrm>
        </p:grpSpPr>
        <p:sp>
          <p:nvSpPr>
            <p:cNvPr id="15879" name="Google Shape;15879;p87"/>
            <p:cNvSpPr/>
            <p:nvPr/>
          </p:nvSpPr>
          <p:spPr>
            <a:xfrm>
              <a:off x="7210666" y="2008741"/>
              <a:ext cx="175829" cy="160879"/>
            </a:xfrm>
            <a:custGeom>
              <a:rect b="b" l="l" r="r" t="t"/>
              <a:pathLst>
                <a:path extrusionOk="0" h="6134" w="6704">
                  <a:moveTo>
                    <a:pt x="670" y="0"/>
                  </a:moveTo>
                  <a:cubicBezTo>
                    <a:pt x="299" y="0"/>
                    <a:pt x="1" y="303"/>
                    <a:pt x="1" y="674"/>
                  </a:cubicBezTo>
                  <a:lnTo>
                    <a:pt x="1" y="4249"/>
                  </a:lnTo>
                  <a:cubicBezTo>
                    <a:pt x="1" y="4619"/>
                    <a:pt x="299" y="4918"/>
                    <a:pt x="670" y="4918"/>
                  </a:cubicBezTo>
                  <a:lnTo>
                    <a:pt x="2460" y="4918"/>
                  </a:lnTo>
                  <a:lnTo>
                    <a:pt x="4254" y="6116"/>
                  </a:lnTo>
                  <a:cubicBezTo>
                    <a:pt x="4273" y="6128"/>
                    <a:pt x="4294" y="6134"/>
                    <a:pt x="4314" y="6134"/>
                  </a:cubicBezTo>
                  <a:cubicBezTo>
                    <a:pt x="4379" y="6134"/>
                    <a:pt x="4439" y="6074"/>
                    <a:pt x="4428" y="6000"/>
                  </a:cubicBezTo>
                  <a:lnTo>
                    <a:pt x="4245" y="4918"/>
                  </a:lnTo>
                  <a:lnTo>
                    <a:pt x="6035" y="4918"/>
                  </a:lnTo>
                  <a:cubicBezTo>
                    <a:pt x="6405" y="4913"/>
                    <a:pt x="6703" y="4619"/>
                    <a:pt x="6703" y="4249"/>
                  </a:cubicBezTo>
                  <a:lnTo>
                    <a:pt x="6703" y="674"/>
                  </a:lnTo>
                  <a:cubicBezTo>
                    <a:pt x="6703" y="303"/>
                    <a:pt x="6405" y="0"/>
                    <a:pt x="6035"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87"/>
            <p:cNvSpPr/>
            <p:nvPr/>
          </p:nvSpPr>
          <p:spPr>
            <a:xfrm>
              <a:off x="7106045" y="2149451"/>
              <a:ext cx="128751" cy="128987"/>
            </a:xfrm>
            <a:custGeom>
              <a:rect b="b" l="l" r="r" t="t"/>
              <a:pathLst>
                <a:path extrusionOk="0" h="4918" w="4909">
                  <a:moveTo>
                    <a:pt x="2455" y="0"/>
                  </a:moveTo>
                  <a:cubicBezTo>
                    <a:pt x="1382" y="0"/>
                    <a:pt x="588" y="861"/>
                    <a:pt x="511" y="1910"/>
                  </a:cubicBezTo>
                  <a:cubicBezTo>
                    <a:pt x="472" y="2464"/>
                    <a:pt x="285" y="3527"/>
                    <a:pt x="54" y="4148"/>
                  </a:cubicBezTo>
                  <a:cubicBezTo>
                    <a:pt x="1" y="4283"/>
                    <a:pt x="63" y="4436"/>
                    <a:pt x="193" y="4494"/>
                  </a:cubicBezTo>
                  <a:cubicBezTo>
                    <a:pt x="646" y="4701"/>
                    <a:pt x="1127" y="4845"/>
                    <a:pt x="1622" y="4918"/>
                  </a:cubicBezTo>
                  <a:lnTo>
                    <a:pt x="3287" y="4918"/>
                  </a:lnTo>
                  <a:cubicBezTo>
                    <a:pt x="3778" y="4845"/>
                    <a:pt x="4259" y="4701"/>
                    <a:pt x="4711" y="4494"/>
                  </a:cubicBezTo>
                  <a:cubicBezTo>
                    <a:pt x="4846" y="4436"/>
                    <a:pt x="4909" y="4283"/>
                    <a:pt x="4856" y="4148"/>
                  </a:cubicBezTo>
                  <a:cubicBezTo>
                    <a:pt x="4620" y="3527"/>
                    <a:pt x="4432" y="2464"/>
                    <a:pt x="4399" y="1910"/>
                  </a:cubicBezTo>
                  <a:cubicBezTo>
                    <a:pt x="4322" y="861"/>
                    <a:pt x="3528" y="0"/>
                    <a:pt x="24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87"/>
            <p:cNvSpPr/>
            <p:nvPr/>
          </p:nvSpPr>
          <p:spPr>
            <a:xfrm>
              <a:off x="7140875" y="2149451"/>
              <a:ext cx="93921" cy="128987"/>
            </a:xfrm>
            <a:custGeom>
              <a:rect b="b" l="l" r="r" t="t"/>
              <a:pathLst>
                <a:path extrusionOk="0" h="4918" w="3581">
                  <a:moveTo>
                    <a:pt x="1117" y="0"/>
                  </a:moveTo>
                  <a:cubicBezTo>
                    <a:pt x="294" y="5"/>
                    <a:pt x="1" y="1126"/>
                    <a:pt x="713" y="1545"/>
                  </a:cubicBezTo>
                  <a:cubicBezTo>
                    <a:pt x="732" y="1559"/>
                    <a:pt x="756" y="1574"/>
                    <a:pt x="780" y="1583"/>
                  </a:cubicBezTo>
                  <a:lnTo>
                    <a:pt x="1401" y="4918"/>
                  </a:lnTo>
                  <a:lnTo>
                    <a:pt x="1959" y="4918"/>
                  </a:lnTo>
                  <a:cubicBezTo>
                    <a:pt x="2450" y="4845"/>
                    <a:pt x="2931" y="4701"/>
                    <a:pt x="3383" y="4494"/>
                  </a:cubicBezTo>
                  <a:cubicBezTo>
                    <a:pt x="3518" y="4436"/>
                    <a:pt x="3581" y="4283"/>
                    <a:pt x="3528" y="4148"/>
                  </a:cubicBezTo>
                  <a:cubicBezTo>
                    <a:pt x="3292" y="3527"/>
                    <a:pt x="3104" y="2464"/>
                    <a:pt x="3071" y="1910"/>
                  </a:cubicBezTo>
                  <a:cubicBezTo>
                    <a:pt x="2994" y="861"/>
                    <a:pt x="2200" y="0"/>
                    <a:pt x="112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87"/>
            <p:cNvSpPr/>
            <p:nvPr/>
          </p:nvSpPr>
          <p:spPr>
            <a:xfrm>
              <a:off x="7105179" y="2246860"/>
              <a:ext cx="128987" cy="101868"/>
            </a:xfrm>
            <a:custGeom>
              <a:rect b="b" l="l" r="r" t="t"/>
              <a:pathLst>
                <a:path extrusionOk="0" h="3884" w="4918">
                  <a:moveTo>
                    <a:pt x="1641" y="1"/>
                  </a:moveTo>
                  <a:lnTo>
                    <a:pt x="1641" y="819"/>
                  </a:lnTo>
                  <a:cubicBezTo>
                    <a:pt x="1641" y="1026"/>
                    <a:pt x="1521" y="1218"/>
                    <a:pt x="1338" y="1310"/>
                  </a:cubicBezTo>
                  <a:lnTo>
                    <a:pt x="452" y="1752"/>
                  </a:lnTo>
                  <a:cubicBezTo>
                    <a:pt x="178" y="1892"/>
                    <a:pt x="0" y="2176"/>
                    <a:pt x="0" y="2484"/>
                  </a:cubicBezTo>
                  <a:lnTo>
                    <a:pt x="0" y="3884"/>
                  </a:lnTo>
                  <a:lnTo>
                    <a:pt x="4918" y="3884"/>
                  </a:lnTo>
                  <a:lnTo>
                    <a:pt x="4918" y="2484"/>
                  </a:lnTo>
                  <a:cubicBezTo>
                    <a:pt x="4918" y="2171"/>
                    <a:pt x="4740" y="1887"/>
                    <a:pt x="4461" y="1752"/>
                  </a:cubicBezTo>
                  <a:lnTo>
                    <a:pt x="3580" y="1310"/>
                  </a:lnTo>
                  <a:cubicBezTo>
                    <a:pt x="3392" y="1218"/>
                    <a:pt x="3277" y="1026"/>
                    <a:pt x="3277" y="819"/>
                  </a:cubicBezTo>
                  <a:lnTo>
                    <a:pt x="3277"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87"/>
            <p:cNvSpPr/>
            <p:nvPr/>
          </p:nvSpPr>
          <p:spPr>
            <a:xfrm>
              <a:off x="7147694" y="2246860"/>
              <a:ext cx="43826" cy="28667"/>
            </a:xfrm>
            <a:custGeom>
              <a:rect b="b" l="l" r="r" t="t"/>
              <a:pathLst>
                <a:path extrusionOk="0" h="1093" w="1671">
                  <a:moveTo>
                    <a:pt x="15" y="1"/>
                  </a:moveTo>
                  <a:lnTo>
                    <a:pt x="15" y="819"/>
                  </a:lnTo>
                  <a:cubicBezTo>
                    <a:pt x="15" y="857"/>
                    <a:pt x="10" y="891"/>
                    <a:pt x="1" y="925"/>
                  </a:cubicBezTo>
                  <a:cubicBezTo>
                    <a:pt x="265" y="1035"/>
                    <a:pt x="549" y="1093"/>
                    <a:pt x="838" y="1093"/>
                  </a:cubicBezTo>
                  <a:cubicBezTo>
                    <a:pt x="1122" y="1093"/>
                    <a:pt x="1406" y="1035"/>
                    <a:pt x="1670" y="925"/>
                  </a:cubicBezTo>
                  <a:cubicBezTo>
                    <a:pt x="1661" y="891"/>
                    <a:pt x="1656" y="857"/>
                    <a:pt x="1656" y="819"/>
                  </a:cubicBezTo>
                  <a:lnTo>
                    <a:pt x="165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87"/>
            <p:cNvSpPr/>
            <p:nvPr/>
          </p:nvSpPr>
          <p:spPr>
            <a:xfrm>
              <a:off x="7105179" y="2284470"/>
              <a:ext cx="128987" cy="64257"/>
            </a:xfrm>
            <a:custGeom>
              <a:rect b="b" l="l" r="r" t="t"/>
              <a:pathLst>
                <a:path extrusionOk="0" h="2450" w="4918">
                  <a:moveTo>
                    <a:pt x="1083" y="1"/>
                  </a:moveTo>
                  <a:lnTo>
                    <a:pt x="452" y="318"/>
                  </a:lnTo>
                  <a:cubicBezTo>
                    <a:pt x="173" y="458"/>
                    <a:pt x="0" y="742"/>
                    <a:pt x="0" y="1050"/>
                  </a:cubicBezTo>
                  <a:lnTo>
                    <a:pt x="0" y="2450"/>
                  </a:lnTo>
                  <a:lnTo>
                    <a:pt x="4918" y="2450"/>
                  </a:lnTo>
                  <a:lnTo>
                    <a:pt x="4918" y="1050"/>
                  </a:lnTo>
                  <a:cubicBezTo>
                    <a:pt x="4918" y="742"/>
                    <a:pt x="4740" y="458"/>
                    <a:pt x="4461" y="318"/>
                  </a:cubicBezTo>
                  <a:lnTo>
                    <a:pt x="3835" y="1"/>
                  </a:lnTo>
                  <a:cubicBezTo>
                    <a:pt x="3513" y="501"/>
                    <a:pt x="2986" y="751"/>
                    <a:pt x="2459" y="751"/>
                  </a:cubicBezTo>
                  <a:cubicBezTo>
                    <a:pt x="1932" y="751"/>
                    <a:pt x="1405" y="501"/>
                    <a:pt x="1083"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87"/>
            <p:cNvSpPr/>
            <p:nvPr/>
          </p:nvSpPr>
          <p:spPr>
            <a:xfrm>
              <a:off x="7126633" y="2190786"/>
              <a:ext cx="85948" cy="70500"/>
            </a:xfrm>
            <a:custGeom>
              <a:rect b="b" l="l" r="r" t="t"/>
              <a:pathLst>
                <a:path extrusionOk="0" h="2688" w="3277">
                  <a:moveTo>
                    <a:pt x="1262" y="0"/>
                  </a:moveTo>
                  <a:cubicBezTo>
                    <a:pt x="1158" y="0"/>
                    <a:pt x="1060" y="60"/>
                    <a:pt x="1015" y="156"/>
                  </a:cubicBezTo>
                  <a:cubicBezTo>
                    <a:pt x="924" y="344"/>
                    <a:pt x="799" y="512"/>
                    <a:pt x="640" y="647"/>
                  </a:cubicBezTo>
                  <a:cubicBezTo>
                    <a:pt x="496" y="777"/>
                    <a:pt x="337" y="888"/>
                    <a:pt x="159" y="974"/>
                  </a:cubicBezTo>
                  <a:cubicBezTo>
                    <a:pt x="58" y="1027"/>
                    <a:pt x="0" y="1143"/>
                    <a:pt x="15" y="1258"/>
                  </a:cubicBezTo>
                  <a:cubicBezTo>
                    <a:pt x="120" y="2076"/>
                    <a:pt x="818" y="2682"/>
                    <a:pt x="1641" y="2687"/>
                  </a:cubicBezTo>
                  <a:cubicBezTo>
                    <a:pt x="2493" y="2687"/>
                    <a:pt x="3205" y="2028"/>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87"/>
            <p:cNvSpPr/>
            <p:nvPr/>
          </p:nvSpPr>
          <p:spPr>
            <a:xfrm>
              <a:off x="7126633" y="2190786"/>
              <a:ext cx="85948" cy="69870"/>
            </a:xfrm>
            <a:custGeom>
              <a:rect b="b" l="l" r="r" t="t"/>
              <a:pathLst>
                <a:path extrusionOk="0" h="2664" w="3277">
                  <a:moveTo>
                    <a:pt x="1262" y="0"/>
                  </a:moveTo>
                  <a:cubicBezTo>
                    <a:pt x="1158" y="0"/>
                    <a:pt x="1060" y="60"/>
                    <a:pt x="1015" y="156"/>
                  </a:cubicBezTo>
                  <a:cubicBezTo>
                    <a:pt x="953" y="291"/>
                    <a:pt x="866" y="411"/>
                    <a:pt x="765" y="522"/>
                  </a:cubicBezTo>
                  <a:cubicBezTo>
                    <a:pt x="727" y="565"/>
                    <a:pt x="688" y="609"/>
                    <a:pt x="645" y="647"/>
                  </a:cubicBezTo>
                  <a:cubicBezTo>
                    <a:pt x="496" y="777"/>
                    <a:pt x="337" y="888"/>
                    <a:pt x="164" y="974"/>
                  </a:cubicBezTo>
                  <a:cubicBezTo>
                    <a:pt x="58" y="1027"/>
                    <a:pt x="0" y="1143"/>
                    <a:pt x="15" y="1258"/>
                  </a:cubicBezTo>
                  <a:cubicBezTo>
                    <a:pt x="111" y="1980"/>
                    <a:pt x="669" y="2553"/>
                    <a:pt x="1391" y="2663"/>
                  </a:cubicBezTo>
                  <a:cubicBezTo>
                    <a:pt x="1064" y="2437"/>
                    <a:pt x="818" y="2139"/>
                    <a:pt x="818" y="1590"/>
                  </a:cubicBezTo>
                  <a:lnTo>
                    <a:pt x="818" y="1200"/>
                  </a:lnTo>
                  <a:cubicBezTo>
                    <a:pt x="881" y="1157"/>
                    <a:pt x="943" y="1109"/>
                    <a:pt x="1006" y="1056"/>
                  </a:cubicBezTo>
                  <a:cubicBezTo>
                    <a:pt x="1160" y="921"/>
                    <a:pt x="1290" y="763"/>
                    <a:pt x="1400" y="594"/>
                  </a:cubicBezTo>
                  <a:cubicBezTo>
                    <a:pt x="2757" y="883"/>
                    <a:pt x="3195" y="1547"/>
                    <a:pt x="3195" y="1547"/>
                  </a:cubicBezTo>
                  <a:cubicBezTo>
                    <a:pt x="3234" y="1427"/>
                    <a:pt x="3262" y="1301"/>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87"/>
            <p:cNvSpPr/>
            <p:nvPr/>
          </p:nvSpPr>
          <p:spPr>
            <a:xfrm>
              <a:off x="7210666" y="2299105"/>
              <a:ext cx="23500" cy="49622"/>
            </a:xfrm>
            <a:custGeom>
              <a:rect b="b" l="l" r="r" t="t"/>
              <a:pathLst>
                <a:path extrusionOk="0" h="1892" w="896">
                  <a:moveTo>
                    <a:pt x="727" y="1"/>
                  </a:moveTo>
                  <a:lnTo>
                    <a:pt x="126" y="612"/>
                  </a:lnTo>
                  <a:cubicBezTo>
                    <a:pt x="44" y="694"/>
                    <a:pt x="1" y="804"/>
                    <a:pt x="1" y="925"/>
                  </a:cubicBezTo>
                  <a:lnTo>
                    <a:pt x="1" y="1892"/>
                  </a:lnTo>
                  <a:lnTo>
                    <a:pt x="896" y="1892"/>
                  </a:lnTo>
                  <a:lnTo>
                    <a:pt x="896" y="492"/>
                  </a:lnTo>
                  <a:cubicBezTo>
                    <a:pt x="891" y="314"/>
                    <a:pt x="833" y="140"/>
                    <a:pt x="72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87"/>
            <p:cNvSpPr/>
            <p:nvPr/>
          </p:nvSpPr>
          <p:spPr>
            <a:xfrm>
              <a:off x="7105179" y="2299105"/>
              <a:ext cx="23369" cy="49622"/>
            </a:xfrm>
            <a:custGeom>
              <a:rect b="b" l="l" r="r" t="t"/>
              <a:pathLst>
                <a:path extrusionOk="0" h="1892" w="891">
                  <a:moveTo>
                    <a:pt x="164" y="1"/>
                  </a:moveTo>
                  <a:cubicBezTo>
                    <a:pt x="58" y="140"/>
                    <a:pt x="0" y="314"/>
                    <a:pt x="0" y="492"/>
                  </a:cubicBezTo>
                  <a:lnTo>
                    <a:pt x="0" y="1892"/>
                  </a:lnTo>
                  <a:lnTo>
                    <a:pt x="890" y="1892"/>
                  </a:lnTo>
                  <a:lnTo>
                    <a:pt x="890" y="925"/>
                  </a:lnTo>
                  <a:cubicBezTo>
                    <a:pt x="890" y="804"/>
                    <a:pt x="847" y="694"/>
                    <a:pt x="765" y="612"/>
                  </a:cubicBezTo>
                  <a:lnTo>
                    <a:pt x="1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87"/>
            <p:cNvSpPr/>
            <p:nvPr/>
          </p:nvSpPr>
          <p:spPr>
            <a:xfrm>
              <a:off x="7352006" y="2161935"/>
              <a:ext cx="33099" cy="72598"/>
            </a:xfrm>
            <a:custGeom>
              <a:rect b="b" l="l" r="r" t="t"/>
              <a:pathLst>
                <a:path extrusionOk="0" h="2768" w="1262">
                  <a:moveTo>
                    <a:pt x="752" y="0"/>
                  </a:moveTo>
                  <a:cubicBezTo>
                    <a:pt x="338" y="0"/>
                    <a:pt x="1" y="340"/>
                    <a:pt x="1" y="756"/>
                  </a:cubicBezTo>
                  <a:lnTo>
                    <a:pt x="1" y="929"/>
                  </a:lnTo>
                  <a:cubicBezTo>
                    <a:pt x="1" y="1146"/>
                    <a:pt x="39" y="1362"/>
                    <a:pt x="107" y="1564"/>
                  </a:cubicBezTo>
                  <a:lnTo>
                    <a:pt x="506" y="2767"/>
                  </a:lnTo>
                  <a:lnTo>
                    <a:pt x="1262" y="2767"/>
                  </a:lnTo>
                  <a:lnTo>
                    <a:pt x="1262" y="0"/>
                  </a:lnTo>
                  <a:lnTo>
                    <a:pt x="761" y="0"/>
                  </a:lnTo>
                  <a:cubicBezTo>
                    <a:pt x="758" y="0"/>
                    <a:pt x="755" y="0"/>
                    <a:pt x="75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87"/>
            <p:cNvSpPr/>
            <p:nvPr/>
          </p:nvSpPr>
          <p:spPr>
            <a:xfrm>
              <a:off x="7365277" y="2155247"/>
              <a:ext cx="79155" cy="79286"/>
            </a:xfrm>
            <a:custGeom>
              <a:rect b="b" l="l" r="r" t="t"/>
              <a:pathLst>
                <a:path extrusionOk="0" h="3023" w="3018">
                  <a:moveTo>
                    <a:pt x="756" y="0"/>
                  </a:moveTo>
                  <a:cubicBezTo>
                    <a:pt x="337" y="0"/>
                    <a:pt x="0" y="337"/>
                    <a:pt x="0" y="756"/>
                  </a:cubicBezTo>
                  <a:cubicBezTo>
                    <a:pt x="0" y="1035"/>
                    <a:pt x="226" y="1261"/>
                    <a:pt x="501" y="1261"/>
                  </a:cubicBezTo>
                  <a:lnTo>
                    <a:pt x="2512" y="3022"/>
                  </a:lnTo>
                  <a:lnTo>
                    <a:pt x="2940" y="1531"/>
                  </a:lnTo>
                  <a:cubicBezTo>
                    <a:pt x="2993" y="1353"/>
                    <a:pt x="3017" y="1165"/>
                    <a:pt x="3017" y="977"/>
                  </a:cubicBezTo>
                  <a:lnTo>
                    <a:pt x="301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87"/>
            <p:cNvSpPr/>
            <p:nvPr/>
          </p:nvSpPr>
          <p:spPr>
            <a:xfrm>
              <a:off x="7377132" y="2254938"/>
              <a:ext cx="42174" cy="37007"/>
            </a:xfrm>
            <a:custGeom>
              <a:rect b="b" l="l" r="r" t="t"/>
              <a:pathLst>
                <a:path extrusionOk="0" h="1411" w="1608">
                  <a:moveTo>
                    <a:pt x="0" y="1"/>
                  </a:moveTo>
                  <a:lnTo>
                    <a:pt x="0" y="1411"/>
                  </a:lnTo>
                  <a:lnTo>
                    <a:pt x="1608" y="1411"/>
                  </a:lnTo>
                  <a:lnTo>
                    <a:pt x="160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87"/>
            <p:cNvSpPr/>
            <p:nvPr/>
          </p:nvSpPr>
          <p:spPr>
            <a:xfrm>
              <a:off x="7377263" y="2254938"/>
              <a:ext cx="42174" cy="23002"/>
            </a:xfrm>
            <a:custGeom>
              <a:rect b="b" l="l" r="r" t="t"/>
              <a:pathLst>
                <a:path extrusionOk="0" h="877" w="1608">
                  <a:moveTo>
                    <a:pt x="0" y="1"/>
                  </a:moveTo>
                  <a:lnTo>
                    <a:pt x="0" y="718"/>
                  </a:lnTo>
                  <a:cubicBezTo>
                    <a:pt x="258" y="823"/>
                    <a:pt x="531" y="876"/>
                    <a:pt x="804" y="876"/>
                  </a:cubicBezTo>
                  <a:cubicBezTo>
                    <a:pt x="1077" y="876"/>
                    <a:pt x="1350" y="823"/>
                    <a:pt x="1607" y="718"/>
                  </a:cubicBezTo>
                  <a:lnTo>
                    <a:pt x="160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87"/>
            <p:cNvSpPr/>
            <p:nvPr/>
          </p:nvSpPr>
          <p:spPr>
            <a:xfrm>
              <a:off x="7327903" y="2277913"/>
              <a:ext cx="140737" cy="70814"/>
            </a:xfrm>
            <a:custGeom>
              <a:rect b="b" l="l" r="r" t="t"/>
              <a:pathLst>
                <a:path extrusionOk="0" h="2700" w="5366">
                  <a:moveTo>
                    <a:pt x="1882" y="0"/>
                  </a:moveTo>
                  <a:lnTo>
                    <a:pt x="588" y="371"/>
                  </a:lnTo>
                  <a:cubicBezTo>
                    <a:pt x="241" y="467"/>
                    <a:pt x="1" y="785"/>
                    <a:pt x="1" y="1146"/>
                  </a:cubicBezTo>
                  <a:lnTo>
                    <a:pt x="1" y="2700"/>
                  </a:lnTo>
                  <a:lnTo>
                    <a:pt x="5366" y="2700"/>
                  </a:lnTo>
                  <a:lnTo>
                    <a:pt x="5366" y="1146"/>
                  </a:lnTo>
                  <a:cubicBezTo>
                    <a:pt x="5366" y="785"/>
                    <a:pt x="5125" y="467"/>
                    <a:pt x="4779" y="371"/>
                  </a:cubicBezTo>
                  <a:lnTo>
                    <a:pt x="3485" y="0"/>
                  </a:lnTo>
                  <a:lnTo>
                    <a:pt x="2681" y="535"/>
                  </a:lnTo>
                  <a:lnTo>
                    <a:pt x="1882"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87"/>
            <p:cNvSpPr/>
            <p:nvPr/>
          </p:nvSpPr>
          <p:spPr>
            <a:xfrm>
              <a:off x="7358694" y="2188320"/>
              <a:ext cx="79155" cy="72571"/>
            </a:xfrm>
            <a:custGeom>
              <a:rect b="b" l="l" r="r" t="t"/>
              <a:pathLst>
                <a:path extrusionOk="0" h="2767" w="3018">
                  <a:moveTo>
                    <a:pt x="968" y="0"/>
                  </a:moveTo>
                  <a:cubicBezTo>
                    <a:pt x="829" y="0"/>
                    <a:pt x="699" y="53"/>
                    <a:pt x="602" y="149"/>
                  </a:cubicBezTo>
                  <a:lnTo>
                    <a:pt x="145" y="606"/>
                  </a:lnTo>
                  <a:cubicBezTo>
                    <a:pt x="54" y="698"/>
                    <a:pt x="1" y="828"/>
                    <a:pt x="1" y="962"/>
                  </a:cubicBezTo>
                  <a:lnTo>
                    <a:pt x="1" y="1256"/>
                  </a:lnTo>
                  <a:cubicBezTo>
                    <a:pt x="1" y="2088"/>
                    <a:pt x="675" y="2767"/>
                    <a:pt x="1507" y="2767"/>
                  </a:cubicBezTo>
                  <a:cubicBezTo>
                    <a:pt x="2339" y="2767"/>
                    <a:pt x="3018" y="2088"/>
                    <a:pt x="3018" y="1256"/>
                  </a:cubicBezTo>
                  <a:lnTo>
                    <a:pt x="3018" y="934"/>
                  </a:lnTo>
                  <a:cubicBezTo>
                    <a:pt x="3018" y="804"/>
                    <a:pt x="2965" y="674"/>
                    <a:pt x="2874" y="577"/>
                  </a:cubicBezTo>
                  <a:cubicBezTo>
                    <a:pt x="2484" y="197"/>
                    <a:pt x="1772" y="29"/>
                    <a:pt x="968"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87"/>
            <p:cNvSpPr/>
            <p:nvPr/>
          </p:nvSpPr>
          <p:spPr>
            <a:xfrm>
              <a:off x="7358694" y="2188320"/>
              <a:ext cx="78919" cy="70945"/>
            </a:xfrm>
            <a:custGeom>
              <a:rect b="b" l="l" r="r" t="t"/>
              <a:pathLst>
                <a:path extrusionOk="0" h="2705" w="3009">
                  <a:moveTo>
                    <a:pt x="968" y="0"/>
                  </a:moveTo>
                  <a:cubicBezTo>
                    <a:pt x="829" y="0"/>
                    <a:pt x="699" y="53"/>
                    <a:pt x="602" y="149"/>
                  </a:cubicBezTo>
                  <a:lnTo>
                    <a:pt x="1" y="751"/>
                  </a:lnTo>
                  <a:lnTo>
                    <a:pt x="1" y="1251"/>
                  </a:lnTo>
                  <a:cubicBezTo>
                    <a:pt x="1" y="1925"/>
                    <a:pt x="444" y="2517"/>
                    <a:pt x="1093" y="2704"/>
                  </a:cubicBezTo>
                  <a:cubicBezTo>
                    <a:pt x="872" y="2435"/>
                    <a:pt x="756" y="2103"/>
                    <a:pt x="756" y="1756"/>
                  </a:cubicBezTo>
                  <a:lnTo>
                    <a:pt x="756" y="1198"/>
                  </a:lnTo>
                  <a:lnTo>
                    <a:pt x="752" y="1198"/>
                  </a:lnTo>
                  <a:cubicBezTo>
                    <a:pt x="752" y="910"/>
                    <a:pt x="992" y="698"/>
                    <a:pt x="1286" y="698"/>
                  </a:cubicBezTo>
                  <a:cubicBezTo>
                    <a:pt x="1733" y="698"/>
                    <a:pt x="2623" y="751"/>
                    <a:pt x="3008" y="1035"/>
                  </a:cubicBezTo>
                  <a:cubicBezTo>
                    <a:pt x="2994" y="929"/>
                    <a:pt x="2951" y="654"/>
                    <a:pt x="2874" y="577"/>
                  </a:cubicBezTo>
                  <a:cubicBezTo>
                    <a:pt x="2484" y="197"/>
                    <a:pt x="1772" y="24"/>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87"/>
            <p:cNvSpPr/>
            <p:nvPr/>
          </p:nvSpPr>
          <p:spPr>
            <a:xfrm>
              <a:off x="7327903" y="2295827"/>
              <a:ext cx="28168" cy="52901"/>
            </a:xfrm>
            <a:custGeom>
              <a:rect b="b" l="l" r="r" t="t"/>
              <a:pathLst>
                <a:path extrusionOk="0" h="2017" w="1074">
                  <a:moveTo>
                    <a:pt x="145" y="1"/>
                  </a:moveTo>
                  <a:cubicBezTo>
                    <a:pt x="49" y="135"/>
                    <a:pt x="1" y="294"/>
                    <a:pt x="1" y="458"/>
                  </a:cubicBezTo>
                  <a:lnTo>
                    <a:pt x="1" y="2017"/>
                  </a:lnTo>
                  <a:lnTo>
                    <a:pt x="1074" y="2017"/>
                  </a:lnTo>
                  <a:lnTo>
                    <a:pt x="1074" y="1257"/>
                  </a:lnTo>
                  <a:cubicBezTo>
                    <a:pt x="1074" y="1045"/>
                    <a:pt x="987" y="838"/>
                    <a:pt x="838" y="689"/>
                  </a:cubicBezTo>
                  <a:lnTo>
                    <a:pt x="1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87"/>
            <p:cNvSpPr/>
            <p:nvPr/>
          </p:nvSpPr>
          <p:spPr>
            <a:xfrm>
              <a:off x="7440367" y="2295827"/>
              <a:ext cx="28168" cy="52901"/>
            </a:xfrm>
            <a:custGeom>
              <a:rect b="b" l="l" r="r" t="t"/>
              <a:pathLst>
                <a:path extrusionOk="0" h="2017" w="1074">
                  <a:moveTo>
                    <a:pt x="929" y="1"/>
                  </a:moveTo>
                  <a:lnTo>
                    <a:pt x="241" y="689"/>
                  </a:lnTo>
                  <a:cubicBezTo>
                    <a:pt x="87" y="838"/>
                    <a:pt x="5" y="1045"/>
                    <a:pt x="5" y="1257"/>
                  </a:cubicBezTo>
                  <a:lnTo>
                    <a:pt x="0" y="1257"/>
                  </a:lnTo>
                  <a:lnTo>
                    <a:pt x="0" y="2017"/>
                  </a:lnTo>
                  <a:lnTo>
                    <a:pt x="1073" y="2017"/>
                  </a:lnTo>
                  <a:lnTo>
                    <a:pt x="1073" y="458"/>
                  </a:lnTo>
                  <a:cubicBezTo>
                    <a:pt x="1073" y="294"/>
                    <a:pt x="1025" y="135"/>
                    <a:pt x="9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87"/>
            <p:cNvSpPr/>
            <p:nvPr/>
          </p:nvSpPr>
          <p:spPr>
            <a:xfrm>
              <a:off x="7163850" y="1985267"/>
              <a:ext cx="199172" cy="171843"/>
            </a:xfrm>
            <a:custGeom>
              <a:rect b="b" l="l" r="r" t="t"/>
              <a:pathLst>
                <a:path extrusionOk="0" h="6552" w="7594">
                  <a:moveTo>
                    <a:pt x="669" y="0"/>
                  </a:moveTo>
                  <a:cubicBezTo>
                    <a:pt x="299" y="0"/>
                    <a:pt x="1" y="303"/>
                    <a:pt x="1" y="674"/>
                  </a:cubicBezTo>
                  <a:lnTo>
                    <a:pt x="1" y="4249"/>
                  </a:lnTo>
                  <a:cubicBezTo>
                    <a:pt x="1" y="4619"/>
                    <a:pt x="299" y="4918"/>
                    <a:pt x="669" y="4918"/>
                  </a:cubicBezTo>
                  <a:lnTo>
                    <a:pt x="3128" y="4918"/>
                  </a:lnTo>
                  <a:lnTo>
                    <a:pt x="2753" y="6409"/>
                  </a:lnTo>
                  <a:cubicBezTo>
                    <a:pt x="2731" y="6486"/>
                    <a:pt x="2792" y="6551"/>
                    <a:pt x="2861" y="6551"/>
                  </a:cubicBezTo>
                  <a:cubicBezTo>
                    <a:pt x="2882" y="6551"/>
                    <a:pt x="2905" y="6545"/>
                    <a:pt x="2926" y="6530"/>
                  </a:cubicBezTo>
                  <a:lnTo>
                    <a:pt x="5140" y="4922"/>
                  </a:lnTo>
                  <a:lnTo>
                    <a:pt x="6925" y="4922"/>
                  </a:lnTo>
                  <a:cubicBezTo>
                    <a:pt x="7295" y="4918"/>
                    <a:pt x="7594" y="4619"/>
                    <a:pt x="7594" y="4249"/>
                  </a:cubicBezTo>
                  <a:lnTo>
                    <a:pt x="7594" y="674"/>
                  </a:lnTo>
                  <a:cubicBezTo>
                    <a:pt x="7594" y="303"/>
                    <a:pt x="7295" y="5"/>
                    <a:pt x="6925"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87"/>
            <p:cNvSpPr/>
            <p:nvPr/>
          </p:nvSpPr>
          <p:spPr>
            <a:xfrm>
              <a:off x="7099619" y="2143943"/>
              <a:ext cx="140238" cy="210371"/>
            </a:xfrm>
            <a:custGeom>
              <a:rect b="b" l="l" r="r" t="t"/>
              <a:pathLst>
                <a:path extrusionOk="0" h="8021" w="5347">
                  <a:moveTo>
                    <a:pt x="2669" y="419"/>
                  </a:moveTo>
                  <a:cubicBezTo>
                    <a:pt x="2725" y="419"/>
                    <a:pt x="2782" y="422"/>
                    <a:pt x="2839" y="427"/>
                  </a:cubicBezTo>
                  <a:cubicBezTo>
                    <a:pt x="3749" y="508"/>
                    <a:pt x="4466" y="1307"/>
                    <a:pt x="4471" y="2245"/>
                  </a:cubicBezTo>
                  <a:cubicBezTo>
                    <a:pt x="4475" y="3131"/>
                    <a:pt x="4687" y="3954"/>
                    <a:pt x="4865" y="4387"/>
                  </a:cubicBezTo>
                  <a:cubicBezTo>
                    <a:pt x="4870" y="4391"/>
                    <a:pt x="4865" y="4401"/>
                    <a:pt x="4860" y="4401"/>
                  </a:cubicBezTo>
                  <a:cubicBezTo>
                    <a:pt x="4677" y="4531"/>
                    <a:pt x="4264" y="4767"/>
                    <a:pt x="3556" y="4916"/>
                  </a:cubicBezTo>
                  <a:cubicBezTo>
                    <a:pt x="3551" y="4892"/>
                    <a:pt x="3547" y="4873"/>
                    <a:pt x="3547" y="4849"/>
                  </a:cubicBezTo>
                  <a:lnTo>
                    <a:pt x="3547" y="4430"/>
                  </a:lnTo>
                  <a:cubicBezTo>
                    <a:pt x="3826" y="4271"/>
                    <a:pt x="4052" y="4045"/>
                    <a:pt x="4211" y="3766"/>
                  </a:cubicBezTo>
                  <a:cubicBezTo>
                    <a:pt x="4504" y="3246"/>
                    <a:pt x="4398" y="2592"/>
                    <a:pt x="3956" y="2183"/>
                  </a:cubicBezTo>
                  <a:cubicBezTo>
                    <a:pt x="3653" y="1904"/>
                    <a:pt x="3099" y="1567"/>
                    <a:pt x="2219" y="1567"/>
                  </a:cubicBezTo>
                  <a:cubicBezTo>
                    <a:pt x="2166" y="1567"/>
                    <a:pt x="2113" y="1586"/>
                    <a:pt x="2074" y="1625"/>
                  </a:cubicBezTo>
                  <a:lnTo>
                    <a:pt x="1627" y="2072"/>
                  </a:lnTo>
                  <a:cubicBezTo>
                    <a:pt x="1468" y="2223"/>
                    <a:pt x="1609" y="2439"/>
                    <a:pt x="1772" y="2439"/>
                  </a:cubicBezTo>
                  <a:cubicBezTo>
                    <a:pt x="1822" y="2439"/>
                    <a:pt x="1874" y="2419"/>
                    <a:pt x="1920" y="2371"/>
                  </a:cubicBezTo>
                  <a:lnTo>
                    <a:pt x="2305" y="1986"/>
                  </a:lnTo>
                  <a:cubicBezTo>
                    <a:pt x="2863" y="2000"/>
                    <a:pt x="3325" y="2168"/>
                    <a:pt x="3677" y="2491"/>
                  </a:cubicBezTo>
                  <a:cubicBezTo>
                    <a:pt x="3975" y="2765"/>
                    <a:pt x="4042" y="3208"/>
                    <a:pt x="3845" y="3559"/>
                  </a:cubicBezTo>
                  <a:cubicBezTo>
                    <a:pt x="3600" y="3991"/>
                    <a:pt x="3143" y="4247"/>
                    <a:pt x="2664" y="4247"/>
                  </a:cubicBezTo>
                  <a:cubicBezTo>
                    <a:pt x="2551" y="4247"/>
                    <a:pt x="2437" y="4233"/>
                    <a:pt x="2324" y="4204"/>
                  </a:cubicBezTo>
                  <a:cubicBezTo>
                    <a:pt x="1728" y="4045"/>
                    <a:pt x="1314" y="3506"/>
                    <a:pt x="1314" y="2890"/>
                  </a:cubicBezTo>
                  <a:cubicBezTo>
                    <a:pt x="1314" y="2751"/>
                    <a:pt x="1208" y="2681"/>
                    <a:pt x="1102" y="2681"/>
                  </a:cubicBezTo>
                  <a:cubicBezTo>
                    <a:pt x="996" y="2681"/>
                    <a:pt x="891" y="2751"/>
                    <a:pt x="891" y="2890"/>
                  </a:cubicBezTo>
                  <a:cubicBezTo>
                    <a:pt x="891" y="3530"/>
                    <a:pt x="1232" y="4117"/>
                    <a:pt x="1786" y="4430"/>
                  </a:cubicBezTo>
                  <a:lnTo>
                    <a:pt x="1786" y="4853"/>
                  </a:lnTo>
                  <a:cubicBezTo>
                    <a:pt x="1786" y="4873"/>
                    <a:pt x="1781" y="4897"/>
                    <a:pt x="1776" y="4916"/>
                  </a:cubicBezTo>
                  <a:cubicBezTo>
                    <a:pt x="1073" y="4772"/>
                    <a:pt x="660" y="4536"/>
                    <a:pt x="472" y="4406"/>
                  </a:cubicBezTo>
                  <a:cubicBezTo>
                    <a:pt x="467" y="4401"/>
                    <a:pt x="467" y="4391"/>
                    <a:pt x="472" y="4387"/>
                  </a:cubicBezTo>
                  <a:cubicBezTo>
                    <a:pt x="650" y="3954"/>
                    <a:pt x="862" y="3131"/>
                    <a:pt x="867" y="2245"/>
                  </a:cubicBezTo>
                  <a:cubicBezTo>
                    <a:pt x="871" y="1307"/>
                    <a:pt x="1588" y="508"/>
                    <a:pt x="2498" y="427"/>
                  </a:cubicBezTo>
                  <a:cubicBezTo>
                    <a:pt x="2555" y="422"/>
                    <a:pt x="2612" y="419"/>
                    <a:pt x="2669" y="419"/>
                  </a:cubicBezTo>
                  <a:close/>
                  <a:moveTo>
                    <a:pt x="3128" y="4603"/>
                  </a:moveTo>
                  <a:lnTo>
                    <a:pt x="3128" y="4849"/>
                  </a:lnTo>
                  <a:cubicBezTo>
                    <a:pt x="3128" y="5099"/>
                    <a:pt x="3268" y="5325"/>
                    <a:pt x="3489" y="5436"/>
                  </a:cubicBezTo>
                  <a:lnTo>
                    <a:pt x="3624" y="5503"/>
                  </a:lnTo>
                  <a:cubicBezTo>
                    <a:pt x="3417" y="5835"/>
                    <a:pt x="3056" y="6032"/>
                    <a:pt x="2671" y="6037"/>
                  </a:cubicBezTo>
                  <a:cubicBezTo>
                    <a:pt x="2281" y="6032"/>
                    <a:pt x="1920" y="5835"/>
                    <a:pt x="1709" y="5503"/>
                  </a:cubicBezTo>
                  <a:lnTo>
                    <a:pt x="1843" y="5436"/>
                  </a:lnTo>
                  <a:cubicBezTo>
                    <a:pt x="2069" y="5325"/>
                    <a:pt x="2209" y="5099"/>
                    <a:pt x="2204" y="4849"/>
                  </a:cubicBezTo>
                  <a:lnTo>
                    <a:pt x="2204" y="4603"/>
                  </a:lnTo>
                  <a:cubicBezTo>
                    <a:pt x="2356" y="4644"/>
                    <a:pt x="2511" y="4665"/>
                    <a:pt x="2666" y="4665"/>
                  </a:cubicBezTo>
                  <a:cubicBezTo>
                    <a:pt x="2821" y="4665"/>
                    <a:pt x="2976" y="4644"/>
                    <a:pt x="3128" y="4603"/>
                  </a:cubicBezTo>
                  <a:close/>
                  <a:moveTo>
                    <a:pt x="2669" y="1"/>
                  </a:moveTo>
                  <a:cubicBezTo>
                    <a:pt x="2599" y="1"/>
                    <a:pt x="2529" y="3"/>
                    <a:pt x="2459" y="8"/>
                  </a:cubicBezTo>
                  <a:cubicBezTo>
                    <a:pt x="1338" y="114"/>
                    <a:pt x="453" y="1091"/>
                    <a:pt x="448" y="2241"/>
                  </a:cubicBezTo>
                  <a:cubicBezTo>
                    <a:pt x="443" y="3068"/>
                    <a:pt x="251" y="3828"/>
                    <a:pt x="87" y="4228"/>
                  </a:cubicBezTo>
                  <a:cubicBezTo>
                    <a:pt x="10" y="4416"/>
                    <a:pt x="73" y="4632"/>
                    <a:pt x="241" y="4748"/>
                  </a:cubicBezTo>
                  <a:cubicBezTo>
                    <a:pt x="568" y="4969"/>
                    <a:pt x="934" y="5132"/>
                    <a:pt x="1324" y="5234"/>
                  </a:cubicBezTo>
                  <a:lnTo>
                    <a:pt x="486" y="5652"/>
                  </a:lnTo>
                  <a:cubicBezTo>
                    <a:pt x="188" y="5796"/>
                    <a:pt x="0" y="6104"/>
                    <a:pt x="0" y="6436"/>
                  </a:cubicBezTo>
                  <a:lnTo>
                    <a:pt x="0" y="7808"/>
                  </a:lnTo>
                  <a:cubicBezTo>
                    <a:pt x="0" y="7950"/>
                    <a:pt x="106" y="8021"/>
                    <a:pt x="212" y="8021"/>
                  </a:cubicBezTo>
                  <a:cubicBezTo>
                    <a:pt x="318" y="8021"/>
                    <a:pt x="424" y="7950"/>
                    <a:pt x="424" y="7808"/>
                  </a:cubicBezTo>
                  <a:lnTo>
                    <a:pt x="424" y="6436"/>
                  </a:lnTo>
                  <a:cubicBezTo>
                    <a:pt x="424" y="6258"/>
                    <a:pt x="520" y="6100"/>
                    <a:pt x="679" y="6023"/>
                  </a:cubicBezTo>
                  <a:lnTo>
                    <a:pt x="1338" y="5691"/>
                  </a:lnTo>
                  <a:cubicBezTo>
                    <a:pt x="1639" y="6198"/>
                    <a:pt x="2156" y="6452"/>
                    <a:pt x="2673" y="6452"/>
                  </a:cubicBezTo>
                  <a:cubicBezTo>
                    <a:pt x="3191" y="6452"/>
                    <a:pt x="3708" y="6198"/>
                    <a:pt x="4009" y="5691"/>
                  </a:cubicBezTo>
                  <a:lnTo>
                    <a:pt x="4668" y="6023"/>
                  </a:lnTo>
                  <a:cubicBezTo>
                    <a:pt x="4827" y="6100"/>
                    <a:pt x="4923" y="6258"/>
                    <a:pt x="4923" y="6436"/>
                  </a:cubicBezTo>
                  <a:lnTo>
                    <a:pt x="4923" y="7808"/>
                  </a:lnTo>
                  <a:cubicBezTo>
                    <a:pt x="4923" y="7950"/>
                    <a:pt x="5029" y="8021"/>
                    <a:pt x="5135" y="8021"/>
                  </a:cubicBezTo>
                  <a:cubicBezTo>
                    <a:pt x="5240" y="8021"/>
                    <a:pt x="5346" y="7950"/>
                    <a:pt x="5346" y="7808"/>
                  </a:cubicBezTo>
                  <a:lnTo>
                    <a:pt x="5346" y="6436"/>
                  </a:lnTo>
                  <a:cubicBezTo>
                    <a:pt x="5346" y="6100"/>
                    <a:pt x="5154" y="5796"/>
                    <a:pt x="4851" y="5652"/>
                  </a:cubicBezTo>
                  <a:lnTo>
                    <a:pt x="4018" y="5234"/>
                  </a:lnTo>
                  <a:cubicBezTo>
                    <a:pt x="4403" y="5132"/>
                    <a:pt x="4769" y="4969"/>
                    <a:pt x="5101" y="4748"/>
                  </a:cubicBezTo>
                  <a:cubicBezTo>
                    <a:pt x="5264" y="4632"/>
                    <a:pt x="5332" y="4416"/>
                    <a:pt x="5255" y="4228"/>
                  </a:cubicBezTo>
                  <a:cubicBezTo>
                    <a:pt x="5086" y="3828"/>
                    <a:pt x="4894" y="3068"/>
                    <a:pt x="4894" y="2241"/>
                  </a:cubicBezTo>
                  <a:cubicBezTo>
                    <a:pt x="4889" y="1095"/>
                    <a:pt x="4004" y="114"/>
                    <a:pt x="2883" y="8"/>
                  </a:cubicBezTo>
                  <a:cubicBezTo>
                    <a:pt x="2810" y="3"/>
                    <a:pt x="2739" y="1"/>
                    <a:pt x="2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87"/>
            <p:cNvSpPr/>
            <p:nvPr/>
          </p:nvSpPr>
          <p:spPr>
            <a:xfrm>
              <a:off x="7123093" y="2319799"/>
              <a:ext cx="10989" cy="34515"/>
            </a:xfrm>
            <a:custGeom>
              <a:rect b="b" l="l" r="r" t="t"/>
              <a:pathLst>
                <a:path extrusionOk="0" h="1316" w="419">
                  <a:moveTo>
                    <a:pt x="207" y="1"/>
                  </a:moveTo>
                  <a:cubicBezTo>
                    <a:pt x="92" y="1"/>
                    <a:pt x="0" y="92"/>
                    <a:pt x="0" y="213"/>
                  </a:cubicBezTo>
                  <a:lnTo>
                    <a:pt x="0" y="1103"/>
                  </a:lnTo>
                  <a:cubicBezTo>
                    <a:pt x="0" y="1245"/>
                    <a:pt x="105" y="1316"/>
                    <a:pt x="210" y="1316"/>
                  </a:cubicBezTo>
                  <a:cubicBezTo>
                    <a:pt x="314" y="1316"/>
                    <a:pt x="419" y="1245"/>
                    <a:pt x="419" y="1103"/>
                  </a:cubicBezTo>
                  <a:lnTo>
                    <a:pt x="419" y="208"/>
                  </a:lnTo>
                  <a:cubicBezTo>
                    <a:pt x="419" y="92"/>
                    <a:pt x="323"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87"/>
            <p:cNvSpPr/>
            <p:nvPr/>
          </p:nvSpPr>
          <p:spPr>
            <a:xfrm>
              <a:off x="7205132" y="2319799"/>
              <a:ext cx="11120" cy="34515"/>
            </a:xfrm>
            <a:custGeom>
              <a:rect b="b" l="l" r="r" t="t"/>
              <a:pathLst>
                <a:path extrusionOk="0" h="1316" w="424">
                  <a:moveTo>
                    <a:pt x="212" y="1"/>
                  </a:moveTo>
                  <a:cubicBezTo>
                    <a:pt x="96" y="1"/>
                    <a:pt x="0" y="92"/>
                    <a:pt x="0" y="213"/>
                  </a:cubicBezTo>
                  <a:lnTo>
                    <a:pt x="0" y="1103"/>
                  </a:lnTo>
                  <a:cubicBezTo>
                    <a:pt x="0" y="1245"/>
                    <a:pt x="106" y="1316"/>
                    <a:pt x="212" y="1316"/>
                  </a:cubicBezTo>
                  <a:cubicBezTo>
                    <a:pt x="318" y="1316"/>
                    <a:pt x="423" y="1245"/>
                    <a:pt x="423" y="1103"/>
                  </a:cubicBezTo>
                  <a:lnTo>
                    <a:pt x="423" y="208"/>
                  </a:lnTo>
                  <a:cubicBezTo>
                    <a:pt x="419" y="92"/>
                    <a:pt x="327"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87"/>
            <p:cNvSpPr/>
            <p:nvPr/>
          </p:nvSpPr>
          <p:spPr>
            <a:xfrm>
              <a:off x="7369316" y="2183311"/>
              <a:ext cx="60061" cy="18595"/>
            </a:xfrm>
            <a:custGeom>
              <a:rect b="b" l="l" r="r" t="t"/>
              <a:pathLst>
                <a:path extrusionOk="0" h="709" w="2290">
                  <a:moveTo>
                    <a:pt x="822" y="0"/>
                  </a:moveTo>
                  <a:cubicBezTo>
                    <a:pt x="624" y="0"/>
                    <a:pt x="405" y="19"/>
                    <a:pt x="169" y="66"/>
                  </a:cubicBezTo>
                  <a:cubicBezTo>
                    <a:pt x="67" y="85"/>
                    <a:pt x="0" y="172"/>
                    <a:pt x="0" y="273"/>
                  </a:cubicBezTo>
                  <a:lnTo>
                    <a:pt x="0" y="499"/>
                  </a:lnTo>
                  <a:cubicBezTo>
                    <a:pt x="0" y="639"/>
                    <a:pt x="105" y="708"/>
                    <a:pt x="209" y="708"/>
                  </a:cubicBezTo>
                  <a:cubicBezTo>
                    <a:pt x="314" y="708"/>
                    <a:pt x="419" y="639"/>
                    <a:pt x="419" y="499"/>
                  </a:cubicBezTo>
                  <a:lnTo>
                    <a:pt x="419" y="451"/>
                  </a:lnTo>
                  <a:cubicBezTo>
                    <a:pt x="551" y="430"/>
                    <a:pt x="685" y="420"/>
                    <a:pt x="819" y="420"/>
                  </a:cubicBezTo>
                  <a:cubicBezTo>
                    <a:pt x="1030" y="420"/>
                    <a:pt x="1242" y="446"/>
                    <a:pt x="1448" y="499"/>
                  </a:cubicBezTo>
                  <a:cubicBezTo>
                    <a:pt x="1598" y="533"/>
                    <a:pt x="1747" y="590"/>
                    <a:pt x="1881" y="672"/>
                  </a:cubicBezTo>
                  <a:cubicBezTo>
                    <a:pt x="1918" y="693"/>
                    <a:pt x="1954" y="702"/>
                    <a:pt x="1988" y="702"/>
                  </a:cubicBezTo>
                  <a:cubicBezTo>
                    <a:pt x="2166" y="702"/>
                    <a:pt x="2290" y="454"/>
                    <a:pt x="2112" y="321"/>
                  </a:cubicBezTo>
                  <a:cubicBezTo>
                    <a:pt x="2089" y="306"/>
                    <a:pt x="1619"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87"/>
            <p:cNvSpPr/>
            <p:nvPr/>
          </p:nvSpPr>
          <p:spPr>
            <a:xfrm>
              <a:off x="7322369" y="2149818"/>
              <a:ext cx="151962" cy="204496"/>
            </a:xfrm>
            <a:custGeom>
              <a:rect b="b" l="l" r="r" t="t"/>
              <a:pathLst>
                <a:path extrusionOk="0" h="7797" w="5794">
                  <a:moveTo>
                    <a:pt x="4470" y="419"/>
                  </a:moveTo>
                  <a:lnTo>
                    <a:pt x="4470" y="1458"/>
                  </a:lnTo>
                  <a:cubicBezTo>
                    <a:pt x="4470" y="1632"/>
                    <a:pt x="4427" y="1805"/>
                    <a:pt x="4350" y="1964"/>
                  </a:cubicBezTo>
                  <a:lnTo>
                    <a:pt x="4268" y="2127"/>
                  </a:lnTo>
                  <a:cubicBezTo>
                    <a:pt x="4254" y="2156"/>
                    <a:pt x="4249" y="2185"/>
                    <a:pt x="4249" y="2219"/>
                  </a:cubicBezTo>
                  <a:lnTo>
                    <a:pt x="4249" y="2666"/>
                  </a:lnTo>
                  <a:cubicBezTo>
                    <a:pt x="4244" y="3420"/>
                    <a:pt x="3633" y="4024"/>
                    <a:pt x="2884" y="4024"/>
                  </a:cubicBezTo>
                  <a:cubicBezTo>
                    <a:pt x="2872" y="4024"/>
                    <a:pt x="2860" y="4023"/>
                    <a:pt x="2849" y="4023"/>
                  </a:cubicBezTo>
                  <a:cubicBezTo>
                    <a:pt x="2127" y="3999"/>
                    <a:pt x="1535" y="3364"/>
                    <a:pt x="1535" y="2604"/>
                  </a:cubicBezTo>
                  <a:lnTo>
                    <a:pt x="1540" y="2604"/>
                  </a:lnTo>
                  <a:lnTo>
                    <a:pt x="1540" y="2219"/>
                  </a:lnTo>
                  <a:cubicBezTo>
                    <a:pt x="1535" y="2190"/>
                    <a:pt x="1530" y="2156"/>
                    <a:pt x="1516" y="2127"/>
                  </a:cubicBezTo>
                  <a:lnTo>
                    <a:pt x="1434" y="1964"/>
                  </a:lnTo>
                  <a:cubicBezTo>
                    <a:pt x="1357" y="1805"/>
                    <a:pt x="1314" y="1632"/>
                    <a:pt x="1314" y="1458"/>
                  </a:cubicBezTo>
                  <a:cubicBezTo>
                    <a:pt x="1314" y="886"/>
                    <a:pt x="1780" y="419"/>
                    <a:pt x="2353" y="419"/>
                  </a:cubicBezTo>
                  <a:close/>
                  <a:moveTo>
                    <a:pt x="2209" y="4297"/>
                  </a:moveTo>
                  <a:cubicBezTo>
                    <a:pt x="2406" y="4384"/>
                    <a:pt x="2623" y="4432"/>
                    <a:pt x="2839" y="4442"/>
                  </a:cubicBezTo>
                  <a:lnTo>
                    <a:pt x="2892" y="4442"/>
                  </a:lnTo>
                  <a:cubicBezTo>
                    <a:pt x="3128" y="4442"/>
                    <a:pt x="3364" y="4394"/>
                    <a:pt x="3580" y="4302"/>
                  </a:cubicBezTo>
                  <a:lnTo>
                    <a:pt x="3580" y="4591"/>
                  </a:lnTo>
                  <a:cubicBezTo>
                    <a:pt x="3580" y="4653"/>
                    <a:pt x="3590" y="4716"/>
                    <a:pt x="3604" y="4779"/>
                  </a:cubicBezTo>
                  <a:lnTo>
                    <a:pt x="2892" y="5313"/>
                  </a:lnTo>
                  <a:lnTo>
                    <a:pt x="2180" y="4779"/>
                  </a:lnTo>
                  <a:cubicBezTo>
                    <a:pt x="2199" y="4716"/>
                    <a:pt x="2209" y="4653"/>
                    <a:pt x="2209" y="4591"/>
                  </a:cubicBezTo>
                  <a:lnTo>
                    <a:pt x="2209" y="4297"/>
                  </a:lnTo>
                  <a:close/>
                  <a:moveTo>
                    <a:pt x="2353" y="1"/>
                  </a:moveTo>
                  <a:cubicBezTo>
                    <a:pt x="1550" y="1"/>
                    <a:pt x="895" y="650"/>
                    <a:pt x="895" y="1458"/>
                  </a:cubicBezTo>
                  <a:cubicBezTo>
                    <a:pt x="895" y="1699"/>
                    <a:pt x="953" y="1935"/>
                    <a:pt x="1059" y="2151"/>
                  </a:cubicBezTo>
                  <a:lnTo>
                    <a:pt x="1121" y="2272"/>
                  </a:lnTo>
                  <a:lnTo>
                    <a:pt x="1121" y="2604"/>
                  </a:lnTo>
                  <a:cubicBezTo>
                    <a:pt x="1121" y="3157"/>
                    <a:pt x="1367" y="3681"/>
                    <a:pt x="1790" y="4038"/>
                  </a:cubicBezTo>
                  <a:lnTo>
                    <a:pt x="1790" y="4591"/>
                  </a:lnTo>
                  <a:cubicBezTo>
                    <a:pt x="1790" y="4692"/>
                    <a:pt x="1728" y="4779"/>
                    <a:pt x="1636" y="4817"/>
                  </a:cubicBezTo>
                  <a:lnTo>
                    <a:pt x="573" y="5212"/>
                  </a:lnTo>
                  <a:cubicBezTo>
                    <a:pt x="231" y="5342"/>
                    <a:pt x="5" y="5674"/>
                    <a:pt x="0" y="6039"/>
                  </a:cubicBezTo>
                  <a:lnTo>
                    <a:pt x="0" y="7584"/>
                  </a:lnTo>
                  <a:cubicBezTo>
                    <a:pt x="0" y="7726"/>
                    <a:pt x="106" y="7797"/>
                    <a:pt x="212" y="7797"/>
                  </a:cubicBezTo>
                  <a:cubicBezTo>
                    <a:pt x="318" y="7797"/>
                    <a:pt x="424" y="7726"/>
                    <a:pt x="424" y="7584"/>
                  </a:cubicBezTo>
                  <a:lnTo>
                    <a:pt x="424" y="6039"/>
                  </a:lnTo>
                  <a:cubicBezTo>
                    <a:pt x="424" y="5847"/>
                    <a:pt x="544" y="5674"/>
                    <a:pt x="722" y="5606"/>
                  </a:cubicBezTo>
                  <a:lnTo>
                    <a:pt x="1785" y="5207"/>
                  </a:lnTo>
                  <a:cubicBezTo>
                    <a:pt x="1843" y="5188"/>
                    <a:pt x="1896" y="5159"/>
                    <a:pt x="1944" y="5120"/>
                  </a:cubicBezTo>
                  <a:lnTo>
                    <a:pt x="2690" y="5678"/>
                  </a:lnTo>
                  <a:lnTo>
                    <a:pt x="2690" y="7584"/>
                  </a:lnTo>
                  <a:cubicBezTo>
                    <a:pt x="2690" y="7726"/>
                    <a:pt x="2795" y="7797"/>
                    <a:pt x="2899" y="7797"/>
                  </a:cubicBezTo>
                  <a:cubicBezTo>
                    <a:pt x="3004" y="7797"/>
                    <a:pt x="3109" y="7726"/>
                    <a:pt x="3109" y="7584"/>
                  </a:cubicBezTo>
                  <a:lnTo>
                    <a:pt x="3109" y="5678"/>
                  </a:lnTo>
                  <a:lnTo>
                    <a:pt x="3850" y="5120"/>
                  </a:lnTo>
                  <a:cubicBezTo>
                    <a:pt x="3898" y="5159"/>
                    <a:pt x="3955" y="5188"/>
                    <a:pt x="4008" y="5207"/>
                  </a:cubicBezTo>
                  <a:lnTo>
                    <a:pt x="5072" y="5606"/>
                  </a:lnTo>
                  <a:cubicBezTo>
                    <a:pt x="5255" y="5674"/>
                    <a:pt x="5370" y="5847"/>
                    <a:pt x="5375" y="6039"/>
                  </a:cubicBezTo>
                  <a:lnTo>
                    <a:pt x="5375" y="7584"/>
                  </a:lnTo>
                  <a:cubicBezTo>
                    <a:pt x="5375" y="7726"/>
                    <a:pt x="5479" y="7797"/>
                    <a:pt x="5584" y="7797"/>
                  </a:cubicBezTo>
                  <a:cubicBezTo>
                    <a:pt x="5689" y="7797"/>
                    <a:pt x="5793" y="7726"/>
                    <a:pt x="5793" y="7584"/>
                  </a:cubicBezTo>
                  <a:lnTo>
                    <a:pt x="5793" y="6039"/>
                  </a:lnTo>
                  <a:cubicBezTo>
                    <a:pt x="5793" y="5669"/>
                    <a:pt x="5558" y="5342"/>
                    <a:pt x="5211" y="5216"/>
                  </a:cubicBezTo>
                  <a:lnTo>
                    <a:pt x="4153" y="4817"/>
                  </a:lnTo>
                  <a:cubicBezTo>
                    <a:pt x="4056" y="4779"/>
                    <a:pt x="3999" y="4692"/>
                    <a:pt x="3994" y="4591"/>
                  </a:cubicBezTo>
                  <a:lnTo>
                    <a:pt x="3994" y="4057"/>
                  </a:lnTo>
                  <a:cubicBezTo>
                    <a:pt x="4042" y="4018"/>
                    <a:pt x="4085" y="3980"/>
                    <a:pt x="4129" y="3941"/>
                  </a:cubicBezTo>
                  <a:cubicBezTo>
                    <a:pt x="4475" y="3609"/>
                    <a:pt x="4668" y="3147"/>
                    <a:pt x="4668" y="2666"/>
                  </a:cubicBezTo>
                  <a:lnTo>
                    <a:pt x="4668" y="2272"/>
                  </a:lnTo>
                  <a:lnTo>
                    <a:pt x="4730" y="2151"/>
                  </a:lnTo>
                  <a:cubicBezTo>
                    <a:pt x="4836" y="1935"/>
                    <a:pt x="4894" y="1699"/>
                    <a:pt x="4894" y="1458"/>
                  </a:cubicBezTo>
                  <a:lnTo>
                    <a:pt x="4894" y="207"/>
                  </a:lnTo>
                  <a:cubicBezTo>
                    <a:pt x="4894" y="92"/>
                    <a:pt x="4797" y="1"/>
                    <a:pt x="46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87"/>
            <p:cNvSpPr/>
            <p:nvPr/>
          </p:nvSpPr>
          <p:spPr>
            <a:xfrm>
              <a:off x="7351770" y="2314002"/>
              <a:ext cx="10989" cy="40312"/>
            </a:xfrm>
            <a:custGeom>
              <a:rect b="b" l="l" r="r" t="t"/>
              <a:pathLst>
                <a:path extrusionOk="0" h="1537" w="419">
                  <a:moveTo>
                    <a:pt x="215" y="0"/>
                  </a:moveTo>
                  <a:cubicBezTo>
                    <a:pt x="213" y="0"/>
                    <a:pt x="210" y="0"/>
                    <a:pt x="207" y="1"/>
                  </a:cubicBezTo>
                  <a:cubicBezTo>
                    <a:pt x="92" y="1"/>
                    <a:pt x="0" y="92"/>
                    <a:pt x="0" y="207"/>
                  </a:cubicBezTo>
                  <a:lnTo>
                    <a:pt x="0" y="1324"/>
                  </a:lnTo>
                  <a:cubicBezTo>
                    <a:pt x="0" y="1466"/>
                    <a:pt x="105" y="1537"/>
                    <a:pt x="210" y="1537"/>
                  </a:cubicBezTo>
                  <a:cubicBezTo>
                    <a:pt x="314" y="1537"/>
                    <a:pt x="419" y="1466"/>
                    <a:pt x="419" y="1324"/>
                  </a:cubicBezTo>
                  <a:lnTo>
                    <a:pt x="419" y="207"/>
                  </a:lnTo>
                  <a:cubicBezTo>
                    <a:pt x="419" y="95"/>
                    <a:pt x="327"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87"/>
            <p:cNvSpPr/>
            <p:nvPr/>
          </p:nvSpPr>
          <p:spPr>
            <a:xfrm>
              <a:off x="7433784" y="2314002"/>
              <a:ext cx="11016" cy="40312"/>
            </a:xfrm>
            <a:custGeom>
              <a:rect b="b" l="l" r="r" t="t"/>
              <a:pathLst>
                <a:path extrusionOk="0" h="1537" w="420">
                  <a:moveTo>
                    <a:pt x="216" y="0"/>
                  </a:moveTo>
                  <a:cubicBezTo>
                    <a:pt x="213" y="0"/>
                    <a:pt x="211" y="0"/>
                    <a:pt x="208" y="1"/>
                  </a:cubicBezTo>
                  <a:cubicBezTo>
                    <a:pt x="92" y="1"/>
                    <a:pt x="1" y="92"/>
                    <a:pt x="1" y="207"/>
                  </a:cubicBezTo>
                  <a:lnTo>
                    <a:pt x="1" y="1324"/>
                  </a:lnTo>
                  <a:cubicBezTo>
                    <a:pt x="1" y="1466"/>
                    <a:pt x="106" y="1537"/>
                    <a:pt x="210" y="1537"/>
                  </a:cubicBezTo>
                  <a:cubicBezTo>
                    <a:pt x="315" y="1537"/>
                    <a:pt x="420" y="1466"/>
                    <a:pt x="420" y="1324"/>
                  </a:cubicBezTo>
                  <a:lnTo>
                    <a:pt x="420" y="207"/>
                  </a:lnTo>
                  <a:cubicBezTo>
                    <a:pt x="420" y="95"/>
                    <a:pt x="328"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87"/>
            <p:cNvSpPr/>
            <p:nvPr/>
          </p:nvSpPr>
          <p:spPr>
            <a:xfrm>
              <a:off x="7158290" y="1979838"/>
              <a:ext cx="233766" cy="195290"/>
            </a:xfrm>
            <a:custGeom>
              <a:rect b="b" l="l" r="r" t="t"/>
              <a:pathLst>
                <a:path extrusionOk="0" h="7446" w="8913">
                  <a:moveTo>
                    <a:pt x="3071" y="5336"/>
                  </a:moveTo>
                  <a:lnTo>
                    <a:pt x="2950" y="5813"/>
                  </a:lnTo>
                  <a:lnTo>
                    <a:pt x="2667" y="5813"/>
                  </a:lnTo>
                  <a:cubicBezTo>
                    <a:pt x="2412" y="5813"/>
                    <a:pt x="2205" y="5606"/>
                    <a:pt x="2205" y="5351"/>
                  </a:cubicBezTo>
                  <a:lnTo>
                    <a:pt x="2205" y="5336"/>
                  </a:lnTo>
                  <a:close/>
                  <a:moveTo>
                    <a:pt x="7137" y="419"/>
                  </a:moveTo>
                  <a:cubicBezTo>
                    <a:pt x="7387" y="419"/>
                    <a:pt x="7594" y="626"/>
                    <a:pt x="7594" y="881"/>
                  </a:cubicBezTo>
                  <a:lnTo>
                    <a:pt x="7594" y="4456"/>
                  </a:lnTo>
                  <a:cubicBezTo>
                    <a:pt x="7594" y="4711"/>
                    <a:pt x="7387" y="4918"/>
                    <a:pt x="7137" y="4918"/>
                  </a:cubicBezTo>
                  <a:lnTo>
                    <a:pt x="5347" y="4918"/>
                  </a:lnTo>
                  <a:cubicBezTo>
                    <a:pt x="5303" y="4918"/>
                    <a:pt x="5260" y="4932"/>
                    <a:pt x="5226" y="4956"/>
                  </a:cubicBezTo>
                  <a:lnTo>
                    <a:pt x="3234" y="6409"/>
                  </a:lnTo>
                  <a:lnTo>
                    <a:pt x="3542" y="5178"/>
                  </a:lnTo>
                  <a:cubicBezTo>
                    <a:pt x="3571" y="5048"/>
                    <a:pt x="3475" y="4918"/>
                    <a:pt x="3340" y="4918"/>
                  </a:cubicBezTo>
                  <a:lnTo>
                    <a:pt x="881" y="4918"/>
                  </a:lnTo>
                  <a:cubicBezTo>
                    <a:pt x="626" y="4918"/>
                    <a:pt x="419" y="4711"/>
                    <a:pt x="419" y="4456"/>
                  </a:cubicBezTo>
                  <a:lnTo>
                    <a:pt x="419" y="881"/>
                  </a:lnTo>
                  <a:cubicBezTo>
                    <a:pt x="419" y="626"/>
                    <a:pt x="626" y="419"/>
                    <a:pt x="881" y="419"/>
                  </a:cubicBezTo>
                  <a:close/>
                  <a:moveTo>
                    <a:pt x="8032" y="1314"/>
                  </a:moveTo>
                  <a:cubicBezTo>
                    <a:pt x="8287" y="1314"/>
                    <a:pt x="8494" y="1521"/>
                    <a:pt x="8494" y="1776"/>
                  </a:cubicBezTo>
                  <a:lnTo>
                    <a:pt x="8494" y="5351"/>
                  </a:lnTo>
                  <a:cubicBezTo>
                    <a:pt x="8494" y="5606"/>
                    <a:pt x="8287" y="5813"/>
                    <a:pt x="8032" y="5813"/>
                  </a:cubicBezTo>
                  <a:lnTo>
                    <a:pt x="6242" y="5813"/>
                  </a:lnTo>
                  <a:cubicBezTo>
                    <a:pt x="6112" y="5813"/>
                    <a:pt x="6016" y="5928"/>
                    <a:pt x="6035" y="6053"/>
                  </a:cubicBezTo>
                  <a:lnTo>
                    <a:pt x="6040" y="6058"/>
                  </a:lnTo>
                  <a:lnTo>
                    <a:pt x="6184" y="6919"/>
                  </a:lnTo>
                  <a:lnTo>
                    <a:pt x="6184" y="6919"/>
                  </a:lnTo>
                  <a:lnTo>
                    <a:pt x="4649" y="5899"/>
                  </a:lnTo>
                  <a:lnTo>
                    <a:pt x="5419" y="5336"/>
                  </a:lnTo>
                  <a:lnTo>
                    <a:pt x="7137" y="5336"/>
                  </a:lnTo>
                  <a:cubicBezTo>
                    <a:pt x="7623" y="5336"/>
                    <a:pt x="8017" y="4942"/>
                    <a:pt x="8017" y="4461"/>
                  </a:cubicBezTo>
                  <a:lnTo>
                    <a:pt x="8017" y="1314"/>
                  </a:lnTo>
                  <a:close/>
                  <a:moveTo>
                    <a:pt x="881" y="0"/>
                  </a:moveTo>
                  <a:cubicBezTo>
                    <a:pt x="395" y="0"/>
                    <a:pt x="1" y="390"/>
                    <a:pt x="1" y="876"/>
                  </a:cubicBezTo>
                  <a:lnTo>
                    <a:pt x="1" y="4451"/>
                  </a:lnTo>
                  <a:cubicBezTo>
                    <a:pt x="1" y="4937"/>
                    <a:pt x="395" y="5332"/>
                    <a:pt x="881" y="5332"/>
                  </a:cubicBezTo>
                  <a:lnTo>
                    <a:pt x="1791" y="5332"/>
                  </a:lnTo>
                  <a:lnTo>
                    <a:pt x="1791" y="5351"/>
                  </a:lnTo>
                  <a:cubicBezTo>
                    <a:pt x="1791" y="5837"/>
                    <a:pt x="2185" y="6231"/>
                    <a:pt x="2671" y="6231"/>
                  </a:cubicBezTo>
                  <a:lnTo>
                    <a:pt x="2849" y="6231"/>
                  </a:lnTo>
                  <a:lnTo>
                    <a:pt x="2768" y="6568"/>
                  </a:lnTo>
                  <a:cubicBezTo>
                    <a:pt x="2709" y="6786"/>
                    <a:pt x="2885" y="6966"/>
                    <a:pt x="3078" y="6966"/>
                  </a:cubicBezTo>
                  <a:cubicBezTo>
                    <a:pt x="3140" y="6966"/>
                    <a:pt x="3204" y="6947"/>
                    <a:pt x="3263" y="6905"/>
                  </a:cubicBezTo>
                  <a:lnTo>
                    <a:pt x="4192" y="6231"/>
                  </a:lnTo>
                  <a:lnTo>
                    <a:pt x="4394" y="6231"/>
                  </a:lnTo>
                  <a:lnTo>
                    <a:pt x="6141" y="7391"/>
                  </a:lnTo>
                  <a:cubicBezTo>
                    <a:pt x="6194" y="7427"/>
                    <a:pt x="6255" y="7445"/>
                    <a:pt x="6316" y="7445"/>
                  </a:cubicBezTo>
                  <a:cubicBezTo>
                    <a:pt x="6378" y="7445"/>
                    <a:pt x="6439" y="7427"/>
                    <a:pt x="6492" y="7391"/>
                  </a:cubicBezTo>
                  <a:lnTo>
                    <a:pt x="6492" y="7391"/>
                  </a:lnTo>
                  <a:lnTo>
                    <a:pt x="6487" y="7396"/>
                  </a:lnTo>
                  <a:cubicBezTo>
                    <a:pt x="6598" y="7328"/>
                    <a:pt x="6651" y="7198"/>
                    <a:pt x="6631" y="7073"/>
                  </a:cubicBezTo>
                  <a:lnTo>
                    <a:pt x="6492" y="6231"/>
                  </a:lnTo>
                  <a:lnTo>
                    <a:pt x="8032" y="6231"/>
                  </a:lnTo>
                  <a:cubicBezTo>
                    <a:pt x="8518" y="6231"/>
                    <a:pt x="8912" y="5837"/>
                    <a:pt x="8912" y="5351"/>
                  </a:cubicBezTo>
                  <a:lnTo>
                    <a:pt x="8912" y="1776"/>
                  </a:lnTo>
                  <a:cubicBezTo>
                    <a:pt x="8907" y="1290"/>
                    <a:pt x="8518" y="895"/>
                    <a:pt x="8032" y="895"/>
                  </a:cubicBezTo>
                  <a:lnTo>
                    <a:pt x="8017" y="895"/>
                  </a:lnTo>
                  <a:lnTo>
                    <a:pt x="8017" y="881"/>
                  </a:lnTo>
                  <a:cubicBezTo>
                    <a:pt x="8017" y="395"/>
                    <a:pt x="7623" y="0"/>
                    <a:pt x="7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87"/>
            <p:cNvSpPr/>
            <p:nvPr/>
          </p:nvSpPr>
          <p:spPr>
            <a:xfrm>
              <a:off x="7197421" y="2014904"/>
              <a:ext cx="32339" cy="11147"/>
            </a:xfrm>
            <a:custGeom>
              <a:rect b="b" l="l" r="r" t="t"/>
              <a:pathLst>
                <a:path extrusionOk="0" h="425" w="1233">
                  <a:moveTo>
                    <a:pt x="280" y="1"/>
                  </a:moveTo>
                  <a:cubicBezTo>
                    <a:pt x="1" y="1"/>
                    <a:pt x="1" y="424"/>
                    <a:pt x="280" y="424"/>
                  </a:cubicBezTo>
                  <a:lnTo>
                    <a:pt x="953" y="424"/>
                  </a:lnTo>
                  <a:cubicBezTo>
                    <a:pt x="1232" y="424"/>
                    <a:pt x="1232"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87"/>
            <p:cNvSpPr/>
            <p:nvPr/>
          </p:nvSpPr>
          <p:spPr>
            <a:xfrm>
              <a:off x="7238441" y="2014904"/>
              <a:ext cx="90878" cy="11147"/>
            </a:xfrm>
            <a:custGeom>
              <a:rect b="b" l="l" r="r" t="t"/>
              <a:pathLst>
                <a:path extrusionOk="0" h="425" w="3465">
                  <a:moveTo>
                    <a:pt x="279" y="1"/>
                  </a:moveTo>
                  <a:cubicBezTo>
                    <a:pt x="0" y="1"/>
                    <a:pt x="0" y="424"/>
                    <a:pt x="279" y="424"/>
                  </a:cubicBezTo>
                  <a:lnTo>
                    <a:pt x="3186" y="424"/>
                  </a:lnTo>
                  <a:cubicBezTo>
                    <a:pt x="3465" y="424"/>
                    <a:pt x="3465" y="1"/>
                    <a:pt x="3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87"/>
            <p:cNvSpPr/>
            <p:nvPr/>
          </p:nvSpPr>
          <p:spPr>
            <a:xfrm>
              <a:off x="7197421" y="2044200"/>
              <a:ext cx="131898" cy="11120"/>
            </a:xfrm>
            <a:custGeom>
              <a:rect b="b" l="l" r="r" t="t"/>
              <a:pathLst>
                <a:path extrusionOk="0" h="424" w="5029">
                  <a:moveTo>
                    <a:pt x="280" y="0"/>
                  </a:moveTo>
                  <a:cubicBezTo>
                    <a:pt x="1" y="0"/>
                    <a:pt x="1" y="424"/>
                    <a:pt x="280" y="424"/>
                  </a:cubicBezTo>
                  <a:lnTo>
                    <a:pt x="4750" y="424"/>
                  </a:lnTo>
                  <a:cubicBezTo>
                    <a:pt x="5029" y="424"/>
                    <a:pt x="5029" y="0"/>
                    <a:pt x="4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87"/>
            <p:cNvSpPr/>
            <p:nvPr/>
          </p:nvSpPr>
          <p:spPr>
            <a:xfrm>
              <a:off x="7197421" y="2073601"/>
              <a:ext cx="90878" cy="11120"/>
            </a:xfrm>
            <a:custGeom>
              <a:rect b="b" l="l" r="r" t="t"/>
              <a:pathLst>
                <a:path extrusionOk="0" h="424" w="3465">
                  <a:moveTo>
                    <a:pt x="280" y="0"/>
                  </a:moveTo>
                  <a:cubicBezTo>
                    <a:pt x="1" y="0"/>
                    <a:pt x="1" y="424"/>
                    <a:pt x="280" y="424"/>
                  </a:cubicBezTo>
                  <a:lnTo>
                    <a:pt x="3186" y="424"/>
                  </a:lnTo>
                  <a:cubicBezTo>
                    <a:pt x="3465" y="424"/>
                    <a:pt x="3465" y="0"/>
                    <a:pt x="3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87"/>
            <p:cNvSpPr/>
            <p:nvPr/>
          </p:nvSpPr>
          <p:spPr>
            <a:xfrm>
              <a:off x="7296981" y="2073601"/>
              <a:ext cx="32339" cy="11120"/>
            </a:xfrm>
            <a:custGeom>
              <a:rect b="b" l="l" r="r" t="t"/>
              <a:pathLst>
                <a:path extrusionOk="0" h="424" w="1233">
                  <a:moveTo>
                    <a:pt x="285" y="0"/>
                  </a:moveTo>
                  <a:cubicBezTo>
                    <a:pt x="1" y="0"/>
                    <a:pt x="1" y="424"/>
                    <a:pt x="285" y="424"/>
                  </a:cubicBezTo>
                  <a:lnTo>
                    <a:pt x="954" y="424"/>
                  </a:lnTo>
                  <a:cubicBezTo>
                    <a:pt x="1233" y="424"/>
                    <a:pt x="1233"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2" name="Google Shape;15912;p87"/>
          <p:cNvGrpSpPr/>
          <p:nvPr/>
        </p:nvGrpSpPr>
        <p:grpSpPr>
          <a:xfrm>
            <a:off x="7547375" y="1975169"/>
            <a:ext cx="379014" cy="379119"/>
            <a:chOff x="7547375" y="1975169"/>
            <a:chExt cx="379014" cy="379119"/>
          </a:xfrm>
        </p:grpSpPr>
        <p:sp>
          <p:nvSpPr>
            <p:cNvPr id="15913" name="Google Shape;15913;p87"/>
            <p:cNvSpPr/>
            <p:nvPr/>
          </p:nvSpPr>
          <p:spPr>
            <a:xfrm>
              <a:off x="7589155" y="2130515"/>
              <a:ext cx="91141" cy="60717"/>
            </a:xfrm>
            <a:custGeom>
              <a:rect b="b" l="l" r="r" t="t"/>
              <a:pathLst>
                <a:path extrusionOk="0" h="2315" w="3475">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351" y="2021"/>
                    <a:pt x="1660" y="1988"/>
                    <a:pt x="2266" y="1150"/>
                  </a:cubicBezTo>
                  <a:cubicBezTo>
                    <a:pt x="2298" y="1107"/>
                    <a:pt x="2343" y="1087"/>
                    <a:pt x="2388" y="1087"/>
                  </a:cubicBezTo>
                  <a:cubicBezTo>
                    <a:pt x="2454" y="1087"/>
                    <a:pt x="2519" y="1131"/>
                    <a:pt x="2536" y="1208"/>
                  </a:cubicBezTo>
                  <a:cubicBezTo>
                    <a:pt x="2536" y="1213"/>
                    <a:pt x="2704" y="1901"/>
                    <a:pt x="3248" y="2026"/>
                  </a:cubicBezTo>
                  <a:lnTo>
                    <a:pt x="3267" y="2026"/>
                  </a:lnTo>
                  <a:lnTo>
                    <a:pt x="3277" y="2031"/>
                  </a:lnTo>
                  <a:lnTo>
                    <a:pt x="3282" y="2036"/>
                  </a:lnTo>
                  <a:lnTo>
                    <a:pt x="3287" y="2036"/>
                  </a:lnTo>
                  <a:lnTo>
                    <a:pt x="3296" y="2040"/>
                  </a:lnTo>
                  <a:lnTo>
                    <a:pt x="3301" y="2045"/>
                  </a:lnTo>
                  <a:lnTo>
                    <a:pt x="3306" y="2050"/>
                  </a:lnTo>
                  <a:lnTo>
                    <a:pt x="3311" y="2055"/>
                  </a:lnTo>
                  <a:lnTo>
                    <a:pt x="3320" y="2060"/>
                  </a:lnTo>
                  <a:lnTo>
                    <a:pt x="3325" y="2065"/>
                  </a:lnTo>
                  <a:lnTo>
                    <a:pt x="3330" y="2069"/>
                  </a:lnTo>
                  <a:lnTo>
                    <a:pt x="3335" y="2074"/>
                  </a:lnTo>
                  <a:lnTo>
                    <a:pt x="3339" y="2084"/>
                  </a:lnTo>
                  <a:lnTo>
                    <a:pt x="3474" y="2281"/>
                  </a:lnTo>
                  <a:lnTo>
                    <a:pt x="3474" y="1665"/>
                  </a:lnTo>
                  <a:cubicBezTo>
                    <a:pt x="3474" y="746"/>
                    <a:pt x="2733" y="0"/>
                    <a:pt x="181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87"/>
            <p:cNvSpPr/>
            <p:nvPr/>
          </p:nvSpPr>
          <p:spPr>
            <a:xfrm>
              <a:off x="7577038" y="2195743"/>
              <a:ext cx="15159" cy="22870"/>
            </a:xfrm>
            <a:custGeom>
              <a:rect b="b" l="l" r="r" t="t"/>
              <a:pathLst>
                <a:path extrusionOk="0" h="872" w="578">
                  <a:moveTo>
                    <a:pt x="578" y="1"/>
                  </a:moveTo>
                  <a:lnTo>
                    <a:pt x="486" y="15"/>
                  </a:lnTo>
                  <a:lnTo>
                    <a:pt x="472" y="15"/>
                  </a:lnTo>
                  <a:lnTo>
                    <a:pt x="443" y="20"/>
                  </a:lnTo>
                  <a:lnTo>
                    <a:pt x="428" y="44"/>
                  </a:lnTo>
                  <a:cubicBezTo>
                    <a:pt x="400" y="78"/>
                    <a:pt x="356" y="102"/>
                    <a:pt x="313" y="102"/>
                  </a:cubicBezTo>
                  <a:lnTo>
                    <a:pt x="284" y="102"/>
                  </a:lnTo>
                  <a:lnTo>
                    <a:pt x="265" y="121"/>
                  </a:lnTo>
                  <a:cubicBezTo>
                    <a:pt x="0" y="367"/>
                    <a:pt x="135" y="805"/>
                    <a:pt x="486" y="857"/>
                  </a:cubicBezTo>
                  <a:lnTo>
                    <a:pt x="578" y="872"/>
                  </a:lnTo>
                  <a:lnTo>
                    <a:pt x="57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87"/>
            <p:cNvSpPr/>
            <p:nvPr/>
          </p:nvSpPr>
          <p:spPr>
            <a:xfrm>
              <a:off x="7621441" y="2254938"/>
              <a:ext cx="26673" cy="25388"/>
            </a:xfrm>
            <a:custGeom>
              <a:rect b="b" l="l" r="r" t="t"/>
              <a:pathLst>
                <a:path extrusionOk="0" h="968" w="1017">
                  <a:moveTo>
                    <a:pt x="1" y="1"/>
                  </a:moveTo>
                  <a:lnTo>
                    <a:pt x="1" y="482"/>
                  </a:lnTo>
                  <a:lnTo>
                    <a:pt x="501" y="968"/>
                  </a:lnTo>
                  <a:lnTo>
                    <a:pt x="1016" y="434"/>
                  </a:lnTo>
                  <a:lnTo>
                    <a:pt x="1016" y="1"/>
                  </a:lnTo>
                  <a:lnTo>
                    <a:pt x="925" y="15"/>
                  </a:lnTo>
                  <a:cubicBezTo>
                    <a:pt x="833" y="34"/>
                    <a:pt x="747" y="44"/>
                    <a:pt x="655" y="44"/>
                  </a:cubicBezTo>
                  <a:lnTo>
                    <a:pt x="367" y="44"/>
                  </a:lnTo>
                  <a:cubicBezTo>
                    <a:pt x="275" y="44"/>
                    <a:pt x="184" y="34"/>
                    <a:pt x="92" y="15"/>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87"/>
            <p:cNvSpPr/>
            <p:nvPr/>
          </p:nvSpPr>
          <p:spPr>
            <a:xfrm>
              <a:off x="7677490" y="2195743"/>
              <a:ext cx="14792" cy="22870"/>
            </a:xfrm>
            <a:custGeom>
              <a:rect b="b" l="l" r="r" t="t"/>
              <a:pathLst>
                <a:path extrusionOk="0" h="872" w="564">
                  <a:moveTo>
                    <a:pt x="0" y="1"/>
                  </a:moveTo>
                  <a:lnTo>
                    <a:pt x="0" y="872"/>
                  </a:lnTo>
                  <a:lnTo>
                    <a:pt x="87" y="857"/>
                  </a:lnTo>
                  <a:cubicBezTo>
                    <a:pt x="443" y="790"/>
                    <a:pt x="563" y="347"/>
                    <a:pt x="294" y="116"/>
                  </a:cubicBezTo>
                  <a:lnTo>
                    <a:pt x="294" y="112"/>
                  </a:lnTo>
                  <a:lnTo>
                    <a:pt x="275" y="97"/>
                  </a:lnTo>
                  <a:lnTo>
                    <a:pt x="246" y="97"/>
                  </a:lnTo>
                  <a:cubicBezTo>
                    <a:pt x="207" y="92"/>
                    <a:pt x="174" y="73"/>
                    <a:pt x="145" y="44"/>
                  </a:cubicBezTo>
                  <a:lnTo>
                    <a:pt x="130" y="25"/>
                  </a:lnTo>
                  <a:lnTo>
                    <a:pt x="106" y="20"/>
                  </a:lnTo>
                  <a:lnTo>
                    <a:pt x="92" y="15"/>
                  </a:ln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87"/>
            <p:cNvSpPr/>
            <p:nvPr/>
          </p:nvSpPr>
          <p:spPr>
            <a:xfrm>
              <a:off x="7600118" y="2171010"/>
              <a:ext cx="69450" cy="77030"/>
            </a:xfrm>
            <a:custGeom>
              <a:rect b="b" l="l" r="r" t="t"/>
              <a:pathLst>
                <a:path extrusionOk="0" h="2937" w="2648">
                  <a:moveTo>
                    <a:pt x="1916" y="1"/>
                  </a:moveTo>
                  <a:lnTo>
                    <a:pt x="1844" y="68"/>
                  </a:lnTo>
                  <a:cubicBezTo>
                    <a:pt x="1276" y="593"/>
                    <a:pt x="487" y="732"/>
                    <a:pt x="68" y="766"/>
                  </a:cubicBezTo>
                  <a:lnTo>
                    <a:pt x="1" y="771"/>
                  </a:lnTo>
                  <a:lnTo>
                    <a:pt x="1" y="1757"/>
                  </a:lnTo>
                  <a:cubicBezTo>
                    <a:pt x="1" y="2412"/>
                    <a:pt x="525" y="2936"/>
                    <a:pt x="1180" y="2936"/>
                  </a:cubicBezTo>
                  <a:lnTo>
                    <a:pt x="1468" y="2936"/>
                  </a:lnTo>
                  <a:cubicBezTo>
                    <a:pt x="2118" y="2936"/>
                    <a:pt x="2642" y="2412"/>
                    <a:pt x="2647" y="1757"/>
                  </a:cubicBezTo>
                  <a:lnTo>
                    <a:pt x="2647" y="742"/>
                  </a:lnTo>
                  <a:lnTo>
                    <a:pt x="2599" y="723"/>
                  </a:lnTo>
                  <a:cubicBezTo>
                    <a:pt x="2267" y="588"/>
                    <a:pt x="2070" y="304"/>
                    <a:pt x="1959" y="92"/>
                  </a:cubicBezTo>
                  <a:lnTo>
                    <a:pt x="1916"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87"/>
            <p:cNvSpPr/>
            <p:nvPr/>
          </p:nvSpPr>
          <p:spPr>
            <a:xfrm>
              <a:off x="7557472" y="2270334"/>
              <a:ext cx="153746" cy="78394"/>
            </a:xfrm>
            <a:custGeom>
              <a:rect b="b" l="l" r="r" t="t"/>
              <a:pathLst>
                <a:path extrusionOk="0" h="2989" w="5862">
                  <a:moveTo>
                    <a:pt x="3730" y="1"/>
                  </a:moveTo>
                  <a:lnTo>
                    <a:pt x="3056" y="703"/>
                  </a:lnTo>
                  <a:cubicBezTo>
                    <a:pt x="3026" y="735"/>
                    <a:pt x="2986" y="751"/>
                    <a:pt x="2945" y="751"/>
                  </a:cubicBezTo>
                  <a:cubicBezTo>
                    <a:pt x="2906" y="751"/>
                    <a:pt x="2868" y="736"/>
                    <a:pt x="2839" y="708"/>
                  </a:cubicBezTo>
                  <a:lnTo>
                    <a:pt x="2185" y="68"/>
                  </a:lnTo>
                  <a:lnTo>
                    <a:pt x="2170" y="54"/>
                  </a:lnTo>
                  <a:lnTo>
                    <a:pt x="2137" y="10"/>
                  </a:lnTo>
                  <a:lnTo>
                    <a:pt x="838" y="520"/>
                  </a:lnTo>
                  <a:lnTo>
                    <a:pt x="828" y="520"/>
                  </a:lnTo>
                  <a:cubicBezTo>
                    <a:pt x="794" y="535"/>
                    <a:pt x="0" y="824"/>
                    <a:pt x="0" y="1824"/>
                  </a:cubicBezTo>
                  <a:lnTo>
                    <a:pt x="0" y="2989"/>
                  </a:lnTo>
                  <a:lnTo>
                    <a:pt x="5861" y="2989"/>
                  </a:lnTo>
                  <a:lnTo>
                    <a:pt x="5861" y="1824"/>
                  </a:lnTo>
                  <a:cubicBezTo>
                    <a:pt x="5861" y="814"/>
                    <a:pt x="5043" y="525"/>
                    <a:pt x="5033" y="525"/>
                  </a:cubicBezTo>
                  <a:lnTo>
                    <a:pt x="5024" y="520"/>
                  </a:lnTo>
                  <a:lnTo>
                    <a:pt x="373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87"/>
            <p:cNvSpPr/>
            <p:nvPr/>
          </p:nvSpPr>
          <p:spPr>
            <a:xfrm>
              <a:off x="7846473" y="1995469"/>
              <a:ext cx="59589" cy="59484"/>
            </a:xfrm>
            <a:custGeom>
              <a:rect b="b" l="l" r="r" t="t"/>
              <a:pathLst>
                <a:path extrusionOk="0" h="2268" w="2272">
                  <a:moveTo>
                    <a:pt x="0" y="1"/>
                  </a:moveTo>
                  <a:lnTo>
                    <a:pt x="0" y="2267"/>
                  </a:lnTo>
                  <a:lnTo>
                    <a:pt x="2271" y="2267"/>
                  </a:lnTo>
                  <a:lnTo>
                    <a:pt x="1136" y="1136"/>
                  </a:lnTo>
                  <a:lnTo>
                    <a:pt x="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87"/>
            <p:cNvSpPr/>
            <p:nvPr/>
          </p:nvSpPr>
          <p:spPr>
            <a:xfrm>
              <a:off x="7642528" y="1987024"/>
              <a:ext cx="271848" cy="355015"/>
            </a:xfrm>
            <a:custGeom>
              <a:rect b="b" l="l" r="r" t="t"/>
              <a:pathLst>
                <a:path extrusionOk="0" h="13536" w="10365">
                  <a:moveTo>
                    <a:pt x="6116" y="3460"/>
                  </a:moveTo>
                  <a:cubicBezTo>
                    <a:pt x="6419" y="3460"/>
                    <a:pt x="6419" y="3917"/>
                    <a:pt x="6116" y="3917"/>
                  </a:cubicBezTo>
                  <a:lnTo>
                    <a:pt x="2517" y="3917"/>
                  </a:lnTo>
                  <a:cubicBezTo>
                    <a:pt x="2209" y="3917"/>
                    <a:pt x="2209" y="3460"/>
                    <a:pt x="2517" y="3460"/>
                  </a:cubicBezTo>
                  <a:close/>
                  <a:moveTo>
                    <a:pt x="7954" y="5024"/>
                  </a:moveTo>
                  <a:cubicBezTo>
                    <a:pt x="8257" y="5024"/>
                    <a:pt x="8257" y="5476"/>
                    <a:pt x="7954" y="5481"/>
                  </a:cubicBezTo>
                  <a:lnTo>
                    <a:pt x="2517" y="5481"/>
                  </a:lnTo>
                  <a:cubicBezTo>
                    <a:pt x="2209" y="5481"/>
                    <a:pt x="2209" y="5024"/>
                    <a:pt x="2517" y="5024"/>
                  </a:cubicBezTo>
                  <a:close/>
                  <a:moveTo>
                    <a:pt x="7954" y="6588"/>
                  </a:moveTo>
                  <a:cubicBezTo>
                    <a:pt x="8257" y="6588"/>
                    <a:pt x="8257" y="7040"/>
                    <a:pt x="7954" y="7045"/>
                  </a:cubicBezTo>
                  <a:lnTo>
                    <a:pt x="2517" y="7045"/>
                  </a:lnTo>
                  <a:cubicBezTo>
                    <a:pt x="2209" y="7045"/>
                    <a:pt x="2209" y="6588"/>
                    <a:pt x="2517" y="6588"/>
                  </a:cubicBezTo>
                  <a:close/>
                  <a:moveTo>
                    <a:pt x="7954" y="8151"/>
                  </a:moveTo>
                  <a:cubicBezTo>
                    <a:pt x="8257" y="8151"/>
                    <a:pt x="8257" y="8604"/>
                    <a:pt x="7954" y="8609"/>
                  </a:cubicBezTo>
                  <a:lnTo>
                    <a:pt x="2517" y="8609"/>
                  </a:lnTo>
                  <a:cubicBezTo>
                    <a:pt x="2209" y="8609"/>
                    <a:pt x="2209" y="8151"/>
                    <a:pt x="2517" y="8151"/>
                  </a:cubicBezTo>
                  <a:close/>
                  <a:moveTo>
                    <a:pt x="7954" y="9715"/>
                  </a:moveTo>
                  <a:cubicBezTo>
                    <a:pt x="8257" y="9715"/>
                    <a:pt x="8257" y="10172"/>
                    <a:pt x="7954" y="10172"/>
                  </a:cubicBezTo>
                  <a:lnTo>
                    <a:pt x="2517" y="10172"/>
                  </a:lnTo>
                  <a:cubicBezTo>
                    <a:pt x="2209" y="10172"/>
                    <a:pt x="2209" y="9715"/>
                    <a:pt x="2517" y="9715"/>
                  </a:cubicBezTo>
                  <a:close/>
                  <a:moveTo>
                    <a:pt x="1" y="0"/>
                  </a:moveTo>
                  <a:lnTo>
                    <a:pt x="1" y="5106"/>
                  </a:lnTo>
                  <a:cubicBezTo>
                    <a:pt x="1035" y="5216"/>
                    <a:pt x="1819" y="6092"/>
                    <a:pt x="1819" y="7136"/>
                  </a:cubicBezTo>
                  <a:lnTo>
                    <a:pt x="1819" y="7742"/>
                  </a:lnTo>
                  <a:cubicBezTo>
                    <a:pt x="2450" y="8200"/>
                    <a:pt x="2127" y="9196"/>
                    <a:pt x="1348" y="9200"/>
                  </a:cubicBezTo>
                  <a:cubicBezTo>
                    <a:pt x="1232" y="9605"/>
                    <a:pt x="958" y="9946"/>
                    <a:pt x="592" y="10144"/>
                  </a:cubicBezTo>
                  <a:lnTo>
                    <a:pt x="592" y="10437"/>
                  </a:lnTo>
                  <a:lnTo>
                    <a:pt x="1916" y="10966"/>
                  </a:lnTo>
                  <a:cubicBezTo>
                    <a:pt x="2291" y="11096"/>
                    <a:pt x="2998" y="11606"/>
                    <a:pt x="2998" y="12631"/>
                  </a:cubicBezTo>
                  <a:lnTo>
                    <a:pt x="2998" y="13536"/>
                  </a:lnTo>
                  <a:lnTo>
                    <a:pt x="10365" y="13536"/>
                  </a:lnTo>
                  <a:lnTo>
                    <a:pt x="10365" y="3046"/>
                  </a:lnTo>
                  <a:lnTo>
                    <a:pt x="7550" y="3046"/>
                  </a:lnTo>
                  <a:cubicBezTo>
                    <a:pt x="7425" y="3046"/>
                    <a:pt x="7324" y="2945"/>
                    <a:pt x="7324" y="2820"/>
                  </a:cubicBezTo>
                  <a:lnTo>
                    <a:pt x="7324"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87"/>
            <p:cNvSpPr/>
            <p:nvPr/>
          </p:nvSpPr>
          <p:spPr>
            <a:xfrm>
              <a:off x="7589155" y="2130515"/>
              <a:ext cx="50383" cy="60717"/>
            </a:xfrm>
            <a:custGeom>
              <a:rect b="b" l="l" r="r" t="t"/>
              <a:pathLst>
                <a:path extrusionOk="0" h="2315" w="1921">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279" y="2021"/>
                    <a:pt x="313" y="2021"/>
                    <a:pt x="361" y="2016"/>
                  </a:cubicBezTo>
                  <a:lnTo>
                    <a:pt x="361" y="1670"/>
                  </a:lnTo>
                  <a:lnTo>
                    <a:pt x="361" y="1665"/>
                  </a:lnTo>
                  <a:cubicBezTo>
                    <a:pt x="361" y="789"/>
                    <a:pt x="1044" y="63"/>
                    <a:pt x="1920" y="5"/>
                  </a:cubicBezTo>
                  <a:cubicBezTo>
                    <a:pt x="1882" y="5"/>
                    <a:pt x="1848" y="0"/>
                    <a:pt x="1814"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87"/>
            <p:cNvSpPr/>
            <p:nvPr/>
          </p:nvSpPr>
          <p:spPr>
            <a:xfrm>
              <a:off x="7639617" y="2254938"/>
              <a:ext cx="8498" cy="1154"/>
            </a:xfrm>
            <a:custGeom>
              <a:rect b="b" l="l" r="r" t="t"/>
              <a:pathLst>
                <a:path extrusionOk="0" h="44" w="324">
                  <a:moveTo>
                    <a:pt x="323" y="1"/>
                  </a:moveTo>
                  <a:lnTo>
                    <a:pt x="237" y="15"/>
                  </a:lnTo>
                  <a:cubicBezTo>
                    <a:pt x="160" y="30"/>
                    <a:pt x="78" y="39"/>
                    <a:pt x="1" y="44"/>
                  </a:cubicBezTo>
                  <a:lnTo>
                    <a:pt x="323" y="44"/>
                  </a:lnTo>
                  <a:lnTo>
                    <a:pt x="3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87"/>
            <p:cNvSpPr/>
            <p:nvPr/>
          </p:nvSpPr>
          <p:spPr>
            <a:xfrm>
              <a:off x="7621572" y="2254938"/>
              <a:ext cx="17704" cy="25388"/>
            </a:xfrm>
            <a:custGeom>
              <a:rect b="b" l="l" r="r" t="t"/>
              <a:pathLst>
                <a:path extrusionOk="0" h="968" w="675">
                  <a:moveTo>
                    <a:pt x="1" y="1"/>
                  </a:moveTo>
                  <a:lnTo>
                    <a:pt x="1" y="482"/>
                  </a:lnTo>
                  <a:lnTo>
                    <a:pt x="501" y="968"/>
                  </a:lnTo>
                  <a:lnTo>
                    <a:pt x="674" y="790"/>
                  </a:lnTo>
                  <a:lnTo>
                    <a:pt x="362" y="482"/>
                  </a:lnTo>
                  <a:lnTo>
                    <a:pt x="362" y="44"/>
                  </a:lnTo>
                  <a:cubicBezTo>
                    <a:pt x="270" y="44"/>
                    <a:pt x="179" y="34"/>
                    <a:pt x="92" y="15"/>
                  </a:cubicBezTo>
                  <a:lnTo>
                    <a:pt x="1"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87"/>
            <p:cNvSpPr/>
            <p:nvPr/>
          </p:nvSpPr>
          <p:spPr>
            <a:xfrm>
              <a:off x="7600118" y="2171010"/>
              <a:ext cx="53294" cy="77030"/>
            </a:xfrm>
            <a:custGeom>
              <a:rect b="b" l="l" r="r" t="t"/>
              <a:pathLst>
                <a:path extrusionOk="0" h="2937" w="2032">
                  <a:moveTo>
                    <a:pt x="1916" y="1"/>
                  </a:moveTo>
                  <a:lnTo>
                    <a:pt x="1844" y="68"/>
                  </a:lnTo>
                  <a:cubicBezTo>
                    <a:pt x="1276" y="593"/>
                    <a:pt x="487" y="732"/>
                    <a:pt x="68" y="766"/>
                  </a:cubicBezTo>
                  <a:lnTo>
                    <a:pt x="1" y="771"/>
                  </a:lnTo>
                  <a:lnTo>
                    <a:pt x="1" y="1757"/>
                  </a:lnTo>
                  <a:cubicBezTo>
                    <a:pt x="1" y="2412"/>
                    <a:pt x="525" y="2936"/>
                    <a:pt x="1180" y="2936"/>
                  </a:cubicBezTo>
                  <a:lnTo>
                    <a:pt x="1502" y="2936"/>
                  </a:lnTo>
                  <a:cubicBezTo>
                    <a:pt x="867" y="2917"/>
                    <a:pt x="366" y="2397"/>
                    <a:pt x="362" y="1762"/>
                  </a:cubicBezTo>
                  <a:lnTo>
                    <a:pt x="362" y="776"/>
                  </a:lnTo>
                  <a:lnTo>
                    <a:pt x="434" y="766"/>
                  </a:lnTo>
                  <a:cubicBezTo>
                    <a:pt x="809" y="737"/>
                    <a:pt x="1488" y="622"/>
                    <a:pt x="2031" y="213"/>
                  </a:cubicBezTo>
                  <a:cubicBezTo>
                    <a:pt x="2002" y="174"/>
                    <a:pt x="1983" y="131"/>
                    <a:pt x="1959" y="92"/>
                  </a:cubicBezTo>
                  <a:lnTo>
                    <a:pt x="191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87"/>
            <p:cNvSpPr/>
            <p:nvPr/>
          </p:nvSpPr>
          <p:spPr>
            <a:xfrm>
              <a:off x="7557472" y="2270727"/>
              <a:ext cx="58592" cy="73332"/>
            </a:xfrm>
            <a:custGeom>
              <a:rect b="b" l="l" r="r" t="t"/>
              <a:pathLst>
                <a:path extrusionOk="0" h="2796" w="2234">
                  <a:moveTo>
                    <a:pt x="2137" y="0"/>
                  </a:moveTo>
                  <a:lnTo>
                    <a:pt x="838" y="510"/>
                  </a:lnTo>
                  <a:lnTo>
                    <a:pt x="828" y="510"/>
                  </a:lnTo>
                  <a:cubicBezTo>
                    <a:pt x="794" y="520"/>
                    <a:pt x="0" y="809"/>
                    <a:pt x="0" y="1814"/>
                  </a:cubicBezTo>
                  <a:lnTo>
                    <a:pt x="0" y="2796"/>
                  </a:lnTo>
                  <a:lnTo>
                    <a:pt x="366" y="2796"/>
                  </a:lnTo>
                  <a:lnTo>
                    <a:pt x="366" y="1809"/>
                  </a:lnTo>
                  <a:cubicBezTo>
                    <a:pt x="366" y="809"/>
                    <a:pt x="1160" y="520"/>
                    <a:pt x="1194" y="510"/>
                  </a:cubicBezTo>
                  <a:lnTo>
                    <a:pt x="1203" y="510"/>
                  </a:lnTo>
                  <a:lnTo>
                    <a:pt x="2233" y="106"/>
                  </a:lnTo>
                  <a:lnTo>
                    <a:pt x="2185" y="58"/>
                  </a:lnTo>
                  <a:lnTo>
                    <a:pt x="2170" y="43"/>
                  </a:lnTo>
                  <a:lnTo>
                    <a:pt x="2137"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87"/>
            <p:cNvSpPr/>
            <p:nvPr/>
          </p:nvSpPr>
          <p:spPr>
            <a:xfrm>
              <a:off x="7642528" y="1987024"/>
              <a:ext cx="88229" cy="355015"/>
            </a:xfrm>
            <a:custGeom>
              <a:rect b="b" l="l" r="r" t="t"/>
              <a:pathLst>
                <a:path extrusionOk="0" h="13536" w="3364">
                  <a:moveTo>
                    <a:pt x="1" y="0"/>
                  </a:moveTo>
                  <a:lnTo>
                    <a:pt x="1" y="5106"/>
                  </a:lnTo>
                  <a:cubicBezTo>
                    <a:pt x="1035" y="5216"/>
                    <a:pt x="1824" y="6092"/>
                    <a:pt x="1824" y="7136"/>
                  </a:cubicBezTo>
                  <a:lnTo>
                    <a:pt x="1824" y="7742"/>
                  </a:lnTo>
                  <a:cubicBezTo>
                    <a:pt x="2450" y="8200"/>
                    <a:pt x="2127" y="9196"/>
                    <a:pt x="1353" y="9200"/>
                  </a:cubicBezTo>
                  <a:cubicBezTo>
                    <a:pt x="1237" y="9605"/>
                    <a:pt x="963" y="9946"/>
                    <a:pt x="592" y="10144"/>
                  </a:cubicBezTo>
                  <a:lnTo>
                    <a:pt x="592" y="10437"/>
                  </a:lnTo>
                  <a:lnTo>
                    <a:pt x="1916" y="10966"/>
                  </a:lnTo>
                  <a:cubicBezTo>
                    <a:pt x="2291" y="11096"/>
                    <a:pt x="2998" y="11606"/>
                    <a:pt x="2998" y="12631"/>
                  </a:cubicBezTo>
                  <a:lnTo>
                    <a:pt x="2998" y="13536"/>
                  </a:lnTo>
                  <a:lnTo>
                    <a:pt x="3359" y="13536"/>
                  </a:lnTo>
                  <a:lnTo>
                    <a:pt x="3359" y="12626"/>
                  </a:lnTo>
                  <a:cubicBezTo>
                    <a:pt x="3364" y="11606"/>
                    <a:pt x="2661" y="11096"/>
                    <a:pt x="2281" y="10966"/>
                  </a:cubicBezTo>
                  <a:lnTo>
                    <a:pt x="958" y="10437"/>
                  </a:lnTo>
                  <a:lnTo>
                    <a:pt x="958" y="10144"/>
                  </a:lnTo>
                  <a:cubicBezTo>
                    <a:pt x="1329" y="9946"/>
                    <a:pt x="1603" y="9605"/>
                    <a:pt x="1718" y="9200"/>
                  </a:cubicBezTo>
                  <a:cubicBezTo>
                    <a:pt x="2079" y="9196"/>
                    <a:pt x="2392" y="8955"/>
                    <a:pt x="2488" y="8604"/>
                  </a:cubicBezTo>
                  <a:cubicBezTo>
                    <a:pt x="2228" y="8570"/>
                    <a:pt x="2224" y="8195"/>
                    <a:pt x="2483" y="8151"/>
                  </a:cubicBezTo>
                  <a:cubicBezTo>
                    <a:pt x="2430" y="7988"/>
                    <a:pt x="2329" y="7843"/>
                    <a:pt x="2190" y="7742"/>
                  </a:cubicBezTo>
                  <a:lnTo>
                    <a:pt x="2190" y="7136"/>
                  </a:lnTo>
                  <a:cubicBezTo>
                    <a:pt x="2190" y="6092"/>
                    <a:pt x="1401" y="5216"/>
                    <a:pt x="366" y="5106"/>
                  </a:cubicBezTo>
                  <a:lnTo>
                    <a:pt x="366"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87"/>
            <p:cNvSpPr/>
            <p:nvPr/>
          </p:nvSpPr>
          <p:spPr>
            <a:xfrm>
              <a:off x="7547375" y="1975169"/>
              <a:ext cx="379014" cy="379119"/>
            </a:xfrm>
            <a:custGeom>
              <a:rect b="b" l="l" r="r" t="t"/>
              <a:pathLst>
                <a:path extrusionOk="0" h="14455" w="14451">
                  <a:moveTo>
                    <a:pt x="11404" y="780"/>
                  </a:moveTo>
                  <a:lnTo>
                    <a:pt x="12121" y="1492"/>
                  </a:lnTo>
                  <a:lnTo>
                    <a:pt x="12299" y="1670"/>
                  </a:lnTo>
                  <a:lnTo>
                    <a:pt x="13084" y="2454"/>
                  </a:lnTo>
                  <a:lnTo>
                    <a:pt x="13651" y="3027"/>
                  </a:lnTo>
                  <a:lnTo>
                    <a:pt x="13666" y="3041"/>
                  </a:lnTo>
                  <a:lnTo>
                    <a:pt x="11399" y="3041"/>
                  </a:lnTo>
                  <a:lnTo>
                    <a:pt x="11399" y="780"/>
                  </a:lnTo>
                  <a:close/>
                  <a:moveTo>
                    <a:pt x="3407" y="6000"/>
                  </a:moveTo>
                  <a:cubicBezTo>
                    <a:pt x="4283" y="6000"/>
                    <a:pt x="4995" y="6712"/>
                    <a:pt x="5000" y="7588"/>
                  </a:cubicBezTo>
                  <a:lnTo>
                    <a:pt x="5000" y="7963"/>
                  </a:lnTo>
                  <a:lnTo>
                    <a:pt x="4990" y="7954"/>
                  </a:lnTo>
                  <a:lnTo>
                    <a:pt x="4985" y="7949"/>
                  </a:lnTo>
                  <a:lnTo>
                    <a:pt x="4976" y="7939"/>
                  </a:lnTo>
                  <a:lnTo>
                    <a:pt x="4971" y="7930"/>
                  </a:lnTo>
                  <a:lnTo>
                    <a:pt x="4961" y="7925"/>
                  </a:lnTo>
                  <a:lnTo>
                    <a:pt x="4952" y="7915"/>
                  </a:lnTo>
                  <a:lnTo>
                    <a:pt x="4942" y="7911"/>
                  </a:lnTo>
                  <a:lnTo>
                    <a:pt x="4937" y="7906"/>
                  </a:lnTo>
                  <a:lnTo>
                    <a:pt x="4923" y="7901"/>
                  </a:lnTo>
                  <a:lnTo>
                    <a:pt x="4913" y="7891"/>
                  </a:lnTo>
                  <a:lnTo>
                    <a:pt x="4904" y="7891"/>
                  </a:lnTo>
                  <a:lnTo>
                    <a:pt x="4894" y="7887"/>
                  </a:lnTo>
                  <a:lnTo>
                    <a:pt x="4884" y="7887"/>
                  </a:lnTo>
                  <a:lnTo>
                    <a:pt x="4870" y="7882"/>
                  </a:lnTo>
                  <a:lnTo>
                    <a:pt x="4865" y="7882"/>
                  </a:lnTo>
                  <a:cubicBezTo>
                    <a:pt x="4365" y="7766"/>
                    <a:pt x="4211" y="7126"/>
                    <a:pt x="4211" y="7117"/>
                  </a:cubicBezTo>
                  <a:cubicBezTo>
                    <a:pt x="4185" y="7005"/>
                    <a:pt x="4086" y="6941"/>
                    <a:pt x="3986" y="6941"/>
                  </a:cubicBezTo>
                  <a:cubicBezTo>
                    <a:pt x="3917" y="6941"/>
                    <a:pt x="3848" y="6971"/>
                    <a:pt x="3802" y="7035"/>
                  </a:cubicBezTo>
                  <a:cubicBezTo>
                    <a:pt x="3200" y="7867"/>
                    <a:pt x="1877" y="7877"/>
                    <a:pt x="1863" y="7877"/>
                  </a:cubicBezTo>
                  <a:lnTo>
                    <a:pt x="1805" y="7877"/>
                  </a:lnTo>
                  <a:lnTo>
                    <a:pt x="1795" y="7882"/>
                  </a:lnTo>
                  <a:lnTo>
                    <a:pt x="1781" y="7887"/>
                  </a:lnTo>
                  <a:lnTo>
                    <a:pt x="1771" y="7887"/>
                  </a:lnTo>
                  <a:lnTo>
                    <a:pt x="1762" y="7896"/>
                  </a:lnTo>
                  <a:lnTo>
                    <a:pt x="1752" y="7896"/>
                  </a:lnTo>
                  <a:lnTo>
                    <a:pt x="1738" y="7901"/>
                  </a:lnTo>
                  <a:lnTo>
                    <a:pt x="1733" y="7906"/>
                  </a:lnTo>
                  <a:lnTo>
                    <a:pt x="1723" y="7915"/>
                  </a:lnTo>
                  <a:lnTo>
                    <a:pt x="1718" y="7920"/>
                  </a:lnTo>
                  <a:lnTo>
                    <a:pt x="1704" y="7930"/>
                  </a:lnTo>
                  <a:lnTo>
                    <a:pt x="1699" y="7935"/>
                  </a:lnTo>
                  <a:lnTo>
                    <a:pt x="1689" y="7944"/>
                  </a:lnTo>
                  <a:lnTo>
                    <a:pt x="1685" y="7949"/>
                  </a:lnTo>
                  <a:lnTo>
                    <a:pt x="1680" y="7963"/>
                  </a:lnTo>
                  <a:lnTo>
                    <a:pt x="1675" y="7968"/>
                  </a:lnTo>
                  <a:lnTo>
                    <a:pt x="1670" y="7973"/>
                  </a:lnTo>
                  <a:lnTo>
                    <a:pt x="1670" y="7588"/>
                  </a:lnTo>
                  <a:cubicBezTo>
                    <a:pt x="1670" y="6712"/>
                    <a:pt x="2377" y="6000"/>
                    <a:pt x="3258" y="6000"/>
                  </a:cubicBezTo>
                  <a:close/>
                  <a:moveTo>
                    <a:pt x="5053" y="8502"/>
                  </a:moveTo>
                  <a:cubicBezTo>
                    <a:pt x="5091" y="8546"/>
                    <a:pt x="5149" y="8575"/>
                    <a:pt x="5207" y="8579"/>
                  </a:cubicBezTo>
                  <a:cubicBezTo>
                    <a:pt x="5428" y="8772"/>
                    <a:pt x="5327" y="9138"/>
                    <a:pt x="5038" y="9190"/>
                  </a:cubicBezTo>
                  <a:lnTo>
                    <a:pt x="5038" y="8502"/>
                  </a:lnTo>
                  <a:close/>
                  <a:moveTo>
                    <a:pt x="1632" y="8502"/>
                  </a:moveTo>
                  <a:lnTo>
                    <a:pt x="1632" y="9195"/>
                  </a:lnTo>
                  <a:cubicBezTo>
                    <a:pt x="1458" y="9171"/>
                    <a:pt x="1329" y="9022"/>
                    <a:pt x="1333" y="8849"/>
                  </a:cubicBezTo>
                  <a:cubicBezTo>
                    <a:pt x="1333" y="8748"/>
                    <a:pt x="1372" y="8656"/>
                    <a:pt x="1444" y="8589"/>
                  </a:cubicBezTo>
                  <a:cubicBezTo>
                    <a:pt x="1511" y="8589"/>
                    <a:pt x="1574" y="8555"/>
                    <a:pt x="1617" y="8502"/>
                  </a:cubicBezTo>
                  <a:close/>
                  <a:moveTo>
                    <a:pt x="3908" y="7593"/>
                  </a:moveTo>
                  <a:cubicBezTo>
                    <a:pt x="4028" y="7834"/>
                    <a:pt x="4240" y="8117"/>
                    <a:pt x="4581" y="8262"/>
                  </a:cubicBezTo>
                  <a:lnTo>
                    <a:pt x="4581" y="9229"/>
                  </a:lnTo>
                  <a:cubicBezTo>
                    <a:pt x="4581" y="9840"/>
                    <a:pt x="4086" y="10331"/>
                    <a:pt x="3479" y="10331"/>
                  </a:cubicBezTo>
                  <a:lnTo>
                    <a:pt x="3191" y="10331"/>
                  </a:lnTo>
                  <a:cubicBezTo>
                    <a:pt x="2580" y="10331"/>
                    <a:pt x="2084" y="9840"/>
                    <a:pt x="2084" y="9229"/>
                  </a:cubicBezTo>
                  <a:lnTo>
                    <a:pt x="2084" y="8315"/>
                  </a:lnTo>
                  <a:cubicBezTo>
                    <a:pt x="2483" y="8276"/>
                    <a:pt x="3316" y="8142"/>
                    <a:pt x="3908" y="7593"/>
                  </a:cubicBezTo>
                  <a:close/>
                  <a:moveTo>
                    <a:pt x="3768" y="10764"/>
                  </a:moveTo>
                  <a:lnTo>
                    <a:pt x="3768" y="11077"/>
                  </a:lnTo>
                  <a:lnTo>
                    <a:pt x="3325" y="11534"/>
                  </a:lnTo>
                  <a:lnTo>
                    <a:pt x="2907" y="11125"/>
                  </a:lnTo>
                  <a:lnTo>
                    <a:pt x="2907" y="10764"/>
                  </a:lnTo>
                  <a:cubicBezTo>
                    <a:pt x="2998" y="10778"/>
                    <a:pt x="3094" y="10788"/>
                    <a:pt x="3191" y="10788"/>
                  </a:cubicBezTo>
                  <a:lnTo>
                    <a:pt x="3479" y="10788"/>
                  </a:lnTo>
                  <a:cubicBezTo>
                    <a:pt x="3576" y="10788"/>
                    <a:pt x="3672" y="10778"/>
                    <a:pt x="3768" y="10764"/>
                  </a:cubicBezTo>
                  <a:close/>
                  <a:moveTo>
                    <a:pt x="10947" y="452"/>
                  </a:moveTo>
                  <a:lnTo>
                    <a:pt x="10947" y="3272"/>
                  </a:lnTo>
                  <a:cubicBezTo>
                    <a:pt x="10947" y="3397"/>
                    <a:pt x="11048" y="3498"/>
                    <a:pt x="11173" y="3498"/>
                  </a:cubicBezTo>
                  <a:lnTo>
                    <a:pt x="13993" y="3498"/>
                  </a:lnTo>
                  <a:lnTo>
                    <a:pt x="13993" y="13988"/>
                  </a:lnTo>
                  <a:lnTo>
                    <a:pt x="6636" y="13988"/>
                  </a:lnTo>
                  <a:lnTo>
                    <a:pt x="6636" y="13088"/>
                  </a:lnTo>
                  <a:cubicBezTo>
                    <a:pt x="6636" y="12068"/>
                    <a:pt x="5929" y="11558"/>
                    <a:pt x="5553" y="11428"/>
                  </a:cubicBezTo>
                  <a:lnTo>
                    <a:pt x="4220" y="10894"/>
                  </a:lnTo>
                  <a:lnTo>
                    <a:pt x="4220" y="10600"/>
                  </a:lnTo>
                  <a:cubicBezTo>
                    <a:pt x="4586" y="10403"/>
                    <a:pt x="4860" y="10061"/>
                    <a:pt x="4976" y="9657"/>
                  </a:cubicBezTo>
                  <a:cubicBezTo>
                    <a:pt x="5755" y="9652"/>
                    <a:pt x="6078" y="8656"/>
                    <a:pt x="5447" y="8194"/>
                  </a:cubicBezTo>
                  <a:lnTo>
                    <a:pt x="5447" y="7588"/>
                  </a:lnTo>
                  <a:cubicBezTo>
                    <a:pt x="5447" y="6544"/>
                    <a:pt x="4663" y="5668"/>
                    <a:pt x="3624" y="5558"/>
                  </a:cubicBezTo>
                  <a:lnTo>
                    <a:pt x="3624" y="452"/>
                  </a:lnTo>
                  <a:close/>
                  <a:moveTo>
                    <a:pt x="3398" y="0"/>
                  </a:moveTo>
                  <a:cubicBezTo>
                    <a:pt x="3272" y="5"/>
                    <a:pt x="3171" y="106"/>
                    <a:pt x="3171" y="231"/>
                  </a:cubicBezTo>
                  <a:lnTo>
                    <a:pt x="3171" y="5553"/>
                  </a:lnTo>
                  <a:cubicBezTo>
                    <a:pt x="2074" y="5596"/>
                    <a:pt x="1208" y="6501"/>
                    <a:pt x="1208" y="7598"/>
                  </a:cubicBezTo>
                  <a:lnTo>
                    <a:pt x="1208" y="8199"/>
                  </a:lnTo>
                  <a:cubicBezTo>
                    <a:pt x="573" y="8656"/>
                    <a:pt x="900" y="9657"/>
                    <a:pt x="1680" y="9657"/>
                  </a:cubicBezTo>
                  <a:lnTo>
                    <a:pt x="1689" y="9657"/>
                  </a:lnTo>
                  <a:cubicBezTo>
                    <a:pt x="1805" y="10061"/>
                    <a:pt x="2074" y="10403"/>
                    <a:pt x="2445" y="10605"/>
                  </a:cubicBezTo>
                  <a:lnTo>
                    <a:pt x="2445" y="10894"/>
                  </a:lnTo>
                  <a:lnTo>
                    <a:pt x="1083" y="11423"/>
                  </a:lnTo>
                  <a:cubicBezTo>
                    <a:pt x="708" y="11553"/>
                    <a:pt x="0" y="12063"/>
                    <a:pt x="0" y="13088"/>
                  </a:cubicBezTo>
                  <a:lnTo>
                    <a:pt x="0" y="14224"/>
                  </a:lnTo>
                  <a:cubicBezTo>
                    <a:pt x="0" y="14349"/>
                    <a:pt x="106" y="14450"/>
                    <a:pt x="231" y="14450"/>
                  </a:cubicBezTo>
                  <a:lnTo>
                    <a:pt x="1237" y="14450"/>
                  </a:lnTo>
                  <a:cubicBezTo>
                    <a:pt x="1545" y="14450"/>
                    <a:pt x="1545" y="13993"/>
                    <a:pt x="1237" y="13993"/>
                  </a:cubicBezTo>
                  <a:lnTo>
                    <a:pt x="458" y="13993"/>
                  </a:lnTo>
                  <a:lnTo>
                    <a:pt x="458" y="13088"/>
                  </a:lnTo>
                  <a:cubicBezTo>
                    <a:pt x="458" y="12140"/>
                    <a:pt x="1203" y="11866"/>
                    <a:pt x="1237" y="11856"/>
                  </a:cubicBezTo>
                  <a:lnTo>
                    <a:pt x="1247" y="11851"/>
                  </a:lnTo>
                  <a:lnTo>
                    <a:pt x="2498" y="11365"/>
                  </a:lnTo>
                  <a:cubicBezTo>
                    <a:pt x="2503" y="11370"/>
                    <a:pt x="2507" y="11375"/>
                    <a:pt x="2517" y="11385"/>
                  </a:cubicBezTo>
                  <a:lnTo>
                    <a:pt x="3171" y="12025"/>
                  </a:lnTo>
                  <a:cubicBezTo>
                    <a:pt x="3215" y="12063"/>
                    <a:pt x="3272" y="12087"/>
                    <a:pt x="3330" y="12087"/>
                  </a:cubicBezTo>
                  <a:lnTo>
                    <a:pt x="3335" y="12087"/>
                  </a:lnTo>
                  <a:cubicBezTo>
                    <a:pt x="3393" y="12087"/>
                    <a:pt x="3450" y="12063"/>
                    <a:pt x="3494" y="12020"/>
                  </a:cubicBezTo>
                  <a:lnTo>
                    <a:pt x="4134" y="11351"/>
                  </a:lnTo>
                  <a:lnTo>
                    <a:pt x="5385" y="11851"/>
                  </a:lnTo>
                  <a:lnTo>
                    <a:pt x="5394" y="11856"/>
                  </a:lnTo>
                  <a:cubicBezTo>
                    <a:pt x="5404" y="11856"/>
                    <a:pt x="6174" y="12130"/>
                    <a:pt x="6174" y="13088"/>
                  </a:cubicBezTo>
                  <a:lnTo>
                    <a:pt x="6174" y="13997"/>
                  </a:lnTo>
                  <a:lnTo>
                    <a:pt x="2041" y="13997"/>
                  </a:lnTo>
                  <a:cubicBezTo>
                    <a:pt x="1738" y="13997"/>
                    <a:pt x="1738" y="14455"/>
                    <a:pt x="2041" y="14455"/>
                  </a:cubicBezTo>
                  <a:lnTo>
                    <a:pt x="6400" y="14455"/>
                  </a:lnTo>
                  <a:cubicBezTo>
                    <a:pt x="6424" y="14455"/>
                    <a:pt x="6443" y="14450"/>
                    <a:pt x="6463" y="14445"/>
                  </a:cubicBezTo>
                  <a:lnTo>
                    <a:pt x="14219" y="14445"/>
                  </a:lnTo>
                  <a:cubicBezTo>
                    <a:pt x="14349" y="14445"/>
                    <a:pt x="14450" y="14344"/>
                    <a:pt x="14450" y="14219"/>
                  </a:cubicBezTo>
                  <a:lnTo>
                    <a:pt x="14450" y="3272"/>
                  </a:lnTo>
                  <a:cubicBezTo>
                    <a:pt x="14450" y="3272"/>
                    <a:pt x="14450" y="3267"/>
                    <a:pt x="14450" y="3262"/>
                  </a:cubicBezTo>
                  <a:lnTo>
                    <a:pt x="14450" y="3258"/>
                  </a:lnTo>
                  <a:cubicBezTo>
                    <a:pt x="14450" y="3243"/>
                    <a:pt x="14450" y="3234"/>
                    <a:pt x="14450" y="3229"/>
                  </a:cubicBezTo>
                  <a:cubicBezTo>
                    <a:pt x="14445" y="3219"/>
                    <a:pt x="14445" y="3210"/>
                    <a:pt x="14440" y="3200"/>
                  </a:cubicBezTo>
                  <a:lnTo>
                    <a:pt x="14440" y="3190"/>
                  </a:lnTo>
                  <a:cubicBezTo>
                    <a:pt x="14436" y="3181"/>
                    <a:pt x="14431" y="3171"/>
                    <a:pt x="14431" y="3166"/>
                  </a:cubicBezTo>
                  <a:cubicBezTo>
                    <a:pt x="14426" y="3157"/>
                    <a:pt x="14416" y="3147"/>
                    <a:pt x="14412" y="3137"/>
                  </a:cubicBezTo>
                  <a:lnTo>
                    <a:pt x="14407" y="3133"/>
                  </a:lnTo>
                  <a:cubicBezTo>
                    <a:pt x="14402" y="3128"/>
                    <a:pt x="14397" y="3118"/>
                    <a:pt x="14388" y="3108"/>
                  </a:cubicBezTo>
                  <a:lnTo>
                    <a:pt x="12626" y="1352"/>
                  </a:lnTo>
                  <a:lnTo>
                    <a:pt x="11342" y="63"/>
                  </a:lnTo>
                  <a:cubicBezTo>
                    <a:pt x="11337" y="58"/>
                    <a:pt x="11327" y="53"/>
                    <a:pt x="11318" y="43"/>
                  </a:cubicBezTo>
                  <a:lnTo>
                    <a:pt x="11313" y="39"/>
                  </a:lnTo>
                  <a:cubicBezTo>
                    <a:pt x="11303" y="34"/>
                    <a:pt x="11298" y="29"/>
                    <a:pt x="11289" y="24"/>
                  </a:cubicBezTo>
                  <a:cubicBezTo>
                    <a:pt x="11279" y="19"/>
                    <a:pt x="11270" y="19"/>
                    <a:pt x="11265" y="15"/>
                  </a:cubicBezTo>
                  <a:lnTo>
                    <a:pt x="11255" y="15"/>
                  </a:lnTo>
                  <a:cubicBezTo>
                    <a:pt x="11246" y="10"/>
                    <a:pt x="11236" y="10"/>
                    <a:pt x="11226" y="5"/>
                  </a:cubicBezTo>
                  <a:cubicBezTo>
                    <a:pt x="11217" y="5"/>
                    <a:pt x="11207" y="5"/>
                    <a:pt x="1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87"/>
            <p:cNvSpPr/>
            <p:nvPr/>
          </p:nvSpPr>
          <p:spPr>
            <a:xfrm>
              <a:off x="7700465" y="2077771"/>
              <a:ext cx="110444" cy="12012"/>
            </a:xfrm>
            <a:custGeom>
              <a:rect b="b" l="l" r="r" t="t"/>
              <a:pathLst>
                <a:path extrusionOk="0" h="458" w="4211">
                  <a:moveTo>
                    <a:pt x="308" y="0"/>
                  </a:moveTo>
                  <a:cubicBezTo>
                    <a:pt x="0" y="0"/>
                    <a:pt x="0" y="457"/>
                    <a:pt x="308" y="457"/>
                  </a:cubicBezTo>
                  <a:lnTo>
                    <a:pt x="3907" y="457"/>
                  </a:lnTo>
                  <a:cubicBezTo>
                    <a:pt x="4210" y="457"/>
                    <a:pt x="4210" y="0"/>
                    <a:pt x="3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87"/>
            <p:cNvSpPr/>
            <p:nvPr/>
          </p:nvSpPr>
          <p:spPr>
            <a:xfrm>
              <a:off x="7700465" y="2118765"/>
              <a:ext cx="158650" cy="12012"/>
            </a:xfrm>
            <a:custGeom>
              <a:rect b="b" l="l" r="r" t="t"/>
              <a:pathLst>
                <a:path extrusionOk="0" h="458" w="6049">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87"/>
            <p:cNvSpPr/>
            <p:nvPr/>
          </p:nvSpPr>
          <p:spPr>
            <a:xfrm>
              <a:off x="7700465" y="2159785"/>
              <a:ext cx="158650" cy="12012"/>
            </a:xfrm>
            <a:custGeom>
              <a:rect b="b" l="l" r="r" t="t"/>
              <a:pathLst>
                <a:path extrusionOk="0" h="458" w="6049">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87"/>
            <p:cNvSpPr/>
            <p:nvPr/>
          </p:nvSpPr>
          <p:spPr>
            <a:xfrm>
              <a:off x="7700465" y="2200805"/>
              <a:ext cx="158650" cy="12012"/>
            </a:xfrm>
            <a:custGeom>
              <a:rect b="b" l="l" r="r" t="t"/>
              <a:pathLst>
                <a:path extrusionOk="0" h="458" w="6049">
                  <a:moveTo>
                    <a:pt x="308" y="0"/>
                  </a:moveTo>
                  <a:cubicBezTo>
                    <a:pt x="0" y="0"/>
                    <a:pt x="0" y="458"/>
                    <a:pt x="308" y="458"/>
                  </a:cubicBezTo>
                  <a:lnTo>
                    <a:pt x="5745" y="458"/>
                  </a:lnTo>
                  <a:cubicBezTo>
                    <a:pt x="6048" y="458"/>
                    <a:pt x="6048" y="0"/>
                    <a:pt x="5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87"/>
            <p:cNvSpPr/>
            <p:nvPr/>
          </p:nvSpPr>
          <p:spPr>
            <a:xfrm>
              <a:off x="7700465" y="2241824"/>
              <a:ext cx="158650" cy="11881"/>
            </a:xfrm>
            <a:custGeom>
              <a:rect b="b" l="l" r="r" t="t"/>
              <a:pathLst>
                <a:path extrusionOk="0" h="453" w="6049">
                  <a:moveTo>
                    <a:pt x="308" y="0"/>
                  </a:moveTo>
                  <a:cubicBezTo>
                    <a:pt x="0" y="0"/>
                    <a:pt x="0" y="453"/>
                    <a:pt x="308" y="453"/>
                  </a:cubicBezTo>
                  <a:lnTo>
                    <a:pt x="5745" y="453"/>
                  </a:lnTo>
                  <a:cubicBezTo>
                    <a:pt x="6048" y="453"/>
                    <a:pt x="6048" y="0"/>
                    <a:pt x="5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3" name="Google Shape;15933;p87"/>
          <p:cNvGrpSpPr/>
          <p:nvPr/>
        </p:nvGrpSpPr>
        <p:grpSpPr>
          <a:xfrm>
            <a:off x="7978083" y="1991273"/>
            <a:ext cx="370306" cy="362962"/>
            <a:chOff x="7978083" y="1991273"/>
            <a:chExt cx="370306" cy="362962"/>
          </a:xfrm>
        </p:grpSpPr>
        <p:sp>
          <p:nvSpPr>
            <p:cNvPr id="15934" name="Google Shape;15934;p87"/>
            <p:cNvSpPr/>
            <p:nvPr/>
          </p:nvSpPr>
          <p:spPr>
            <a:xfrm>
              <a:off x="8132825" y="1996728"/>
              <a:ext cx="68296" cy="68192"/>
            </a:xfrm>
            <a:custGeom>
              <a:rect b="b" l="l" r="r" t="t"/>
              <a:pathLst>
                <a:path extrusionOk="0" h="2600" w="2604">
                  <a:moveTo>
                    <a:pt x="1304" y="1"/>
                  </a:moveTo>
                  <a:cubicBezTo>
                    <a:pt x="582" y="1"/>
                    <a:pt x="0" y="583"/>
                    <a:pt x="0" y="1300"/>
                  </a:cubicBezTo>
                  <a:cubicBezTo>
                    <a:pt x="0" y="2017"/>
                    <a:pt x="582" y="2599"/>
                    <a:pt x="1304" y="2599"/>
                  </a:cubicBezTo>
                  <a:cubicBezTo>
                    <a:pt x="2021" y="2599"/>
                    <a:pt x="2603" y="2017"/>
                    <a:pt x="2603" y="1300"/>
                  </a:cubicBezTo>
                  <a:cubicBezTo>
                    <a:pt x="2603" y="583"/>
                    <a:pt x="2021" y="1"/>
                    <a:pt x="1304"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87"/>
            <p:cNvSpPr/>
            <p:nvPr/>
          </p:nvSpPr>
          <p:spPr>
            <a:xfrm>
              <a:off x="8125744" y="1998118"/>
              <a:ext cx="67798" cy="66801"/>
            </a:xfrm>
            <a:custGeom>
              <a:rect b="b" l="l" r="r" t="t"/>
              <a:pathLst>
                <a:path extrusionOk="0" h="2547" w="2585">
                  <a:moveTo>
                    <a:pt x="1208" y="1"/>
                  </a:moveTo>
                  <a:lnTo>
                    <a:pt x="1208" y="1"/>
                  </a:lnTo>
                  <a:cubicBezTo>
                    <a:pt x="366" y="241"/>
                    <a:pt x="1" y="1237"/>
                    <a:pt x="491" y="1969"/>
                  </a:cubicBezTo>
                  <a:cubicBezTo>
                    <a:pt x="746" y="2352"/>
                    <a:pt x="1156" y="2546"/>
                    <a:pt x="1569" y="2546"/>
                  </a:cubicBezTo>
                  <a:cubicBezTo>
                    <a:pt x="1944" y="2546"/>
                    <a:pt x="2321" y="2386"/>
                    <a:pt x="2585" y="2060"/>
                  </a:cubicBezTo>
                  <a:lnTo>
                    <a:pt x="2585" y="2060"/>
                  </a:lnTo>
                  <a:cubicBezTo>
                    <a:pt x="2464" y="2094"/>
                    <a:pt x="2344" y="2113"/>
                    <a:pt x="2219" y="2113"/>
                  </a:cubicBezTo>
                  <a:cubicBezTo>
                    <a:pt x="1131" y="2113"/>
                    <a:pt x="525" y="848"/>
                    <a:pt x="120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87"/>
            <p:cNvSpPr/>
            <p:nvPr/>
          </p:nvSpPr>
          <p:spPr>
            <a:xfrm>
              <a:off x="8064660" y="2150081"/>
              <a:ext cx="45452" cy="45452"/>
            </a:xfrm>
            <a:custGeom>
              <a:rect b="b" l="l" r="r" t="t"/>
              <a:pathLst>
                <a:path extrusionOk="0" h="1733" w="1733">
                  <a:moveTo>
                    <a:pt x="867" y="0"/>
                  </a:moveTo>
                  <a:cubicBezTo>
                    <a:pt x="391" y="0"/>
                    <a:pt x="1" y="390"/>
                    <a:pt x="1" y="866"/>
                  </a:cubicBezTo>
                  <a:cubicBezTo>
                    <a:pt x="1" y="1347"/>
                    <a:pt x="391" y="1732"/>
                    <a:pt x="867" y="1732"/>
                  </a:cubicBezTo>
                  <a:cubicBezTo>
                    <a:pt x="1348" y="1732"/>
                    <a:pt x="1733" y="1347"/>
                    <a:pt x="1733" y="866"/>
                  </a:cubicBezTo>
                  <a:cubicBezTo>
                    <a:pt x="1733" y="390"/>
                    <a:pt x="1348" y="0"/>
                    <a:pt x="86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87"/>
            <p:cNvSpPr/>
            <p:nvPr/>
          </p:nvSpPr>
          <p:spPr>
            <a:xfrm>
              <a:off x="8059991" y="2151077"/>
              <a:ext cx="45085" cy="44508"/>
            </a:xfrm>
            <a:custGeom>
              <a:rect b="b" l="l" r="r" t="t"/>
              <a:pathLst>
                <a:path extrusionOk="0" h="1697" w="1719">
                  <a:moveTo>
                    <a:pt x="804" y="1"/>
                  </a:moveTo>
                  <a:lnTo>
                    <a:pt x="804" y="1"/>
                  </a:lnTo>
                  <a:cubicBezTo>
                    <a:pt x="241" y="164"/>
                    <a:pt x="1" y="823"/>
                    <a:pt x="323" y="1309"/>
                  </a:cubicBezTo>
                  <a:cubicBezTo>
                    <a:pt x="495" y="1567"/>
                    <a:pt x="769" y="1697"/>
                    <a:pt x="1044" y="1697"/>
                  </a:cubicBezTo>
                  <a:cubicBezTo>
                    <a:pt x="1294" y="1697"/>
                    <a:pt x="1545" y="1590"/>
                    <a:pt x="1719" y="1372"/>
                  </a:cubicBezTo>
                  <a:lnTo>
                    <a:pt x="1719" y="1372"/>
                  </a:lnTo>
                  <a:cubicBezTo>
                    <a:pt x="1642" y="1396"/>
                    <a:pt x="1560" y="1406"/>
                    <a:pt x="1478" y="1410"/>
                  </a:cubicBezTo>
                  <a:cubicBezTo>
                    <a:pt x="751" y="1410"/>
                    <a:pt x="347" y="564"/>
                    <a:pt x="80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87"/>
            <p:cNvSpPr/>
            <p:nvPr/>
          </p:nvSpPr>
          <p:spPr>
            <a:xfrm>
              <a:off x="8223808" y="2150081"/>
              <a:ext cx="45452" cy="45452"/>
            </a:xfrm>
            <a:custGeom>
              <a:rect b="b" l="l" r="r" t="t"/>
              <a:pathLst>
                <a:path extrusionOk="0" h="1733" w="1733">
                  <a:moveTo>
                    <a:pt x="867" y="0"/>
                  </a:moveTo>
                  <a:cubicBezTo>
                    <a:pt x="385" y="0"/>
                    <a:pt x="0" y="390"/>
                    <a:pt x="0" y="866"/>
                  </a:cubicBezTo>
                  <a:cubicBezTo>
                    <a:pt x="0" y="1347"/>
                    <a:pt x="385" y="1732"/>
                    <a:pt x="867" y="1732"/>
                  </a:cubicBezTo>
                  <a:cubicBezTo>
                    <a:pt x="1343" y="1732"/>
                    <a:pt x="1733" y="1347"/>
                    <a:pt x="1733" y="866"/>
                  </a:cubicBezTo>
                  <a:cubicBezTo>
                    <a:pt x="1733" y="390"/>
                    <a:pt x="1343" y="0"/>
                    <a:pt x="86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87"/>
            <p:cNvSpPr/>
            <p:nvPr/>
          </p:nvSpPr>
          <p:spPr>
            <a:xfrm>
              <a:off x="8219009" y="2150946"/>
              <a:ext cx="45216" cy="44613"/>
            </a:xfrm>
            <a:custGeom>
              <a:rect b="b" l="l" r="r" t="t"/>
              <a:pathLst>
                <a:path extrusionOk="0" h="1701" w="1724">
                  <a:moveTo>
                    <a:pt x="804" y="1"/>
                  </a:moveTo>
                  <a:cubicBezTo>
                    <a:pt x="241" y="164"/>
                    <a:pt x="1" y="828"/>
                    <a:pt x="323" y="1314"/>
                  </a:cubicBezTo>
                  <a:cubicBezTo>
                    <a:pt x="495" y="1570"/>
                    <a:pt x="770" y="1700"/>
                    <a:pt x="1047" y="1700"/>
                  </a:cubicBezTo>
                  <a:cubicBezTo>
                    <a:pt x="1297" y="1700"/>
                    <a:pt x="1547" y="1594"/>
                    <a:pt x="1723" y="1377"/>
                  </a:cubicBezTo>
                  <a:lnTo>
                    <a:pt x="1723" y="1377"/>
                  </a:lnTo>
                  <a:cubicBezTo>
                    <a:pt x="1641" y="1401"/>
                    <a:pt x="1564" y="1411"/>
                    <a:pt x="1483" y="1415"/>
                  </a:cubicBezTo>
                  <a:cubicBezTo>
                    <a:pt x="751" y="1415"/>
                    <a:pt x="342" y="569"/>
                    <a:pt x="80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87"/>
            <p:cNvSpPr/>
            <p:nvPr/>
          </p:nvSpPr>
          <p:spPr>
            <a:xfrm>
              <a:off x="7990829" y="2314894"/>
              <a:ext cx="34122" cy="34096"/>
            </a:xfrm>
            <a:custGeom>
              <a:rect b="b" l="l" r="r" t="t"/>
              <a:pathLst>
                <a:path extrusionOk="0" h="1300" w="1301">
                  <a:moveTo>
                    <a:pt x="651" y="0"/>
                  </a:moveTo>
                  <a:cubicBezTo>
                    <a:pt x="294" y="0"/>
                    <a:pt x="1" y="289"/>
                    <a:pt x="1" y="650"/>
                  </a:cubicBezTo>
                  <a:cubicBezTo>
                    <a:pt x="1" y="1006"/>
                    <a:pt x="294" y="1299"/>
                    <a:pt x="651" y="1299"/>
                  </a:cubicBezTo>
                  <a:cubicBezTo>
                    <a:pt x="1011" y="1299"/>
                    <a:pt x="1300" y="1006"/>
                    <a:pt x="1300" y="650"/>
                  </a:cubicBezTo>
                  <a:cubicBezTo>
                    <a:pt x="1300" y="289"/>
                    <a:pt x="1011" y="0"/>
                    <a:pt x="651"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87"/>
            <p:cNvSpPr/>
            <p:nvPr/>
          </p:nvSpPr>
          <p:spPr>
            <a:xfrm>
              <a:off x="7987446" y="2315524"/>
              <a:ext cx="33702" cy="33388"/>
            </a:xfrm>
            <a:custGeom>
              <a:rect b="b" l="l" r="r" t="t"/>
              <a:pathLst>
                <a:path extrusionOk="0" h="1273" w="1285">
                  <a:moveTo>
                    <a:pt x="601" y="0"/>
                  </a:moveTo>
                  <a:cubicBezTo>
                    <a:pt x="178" y="121"/>
                    <a:pt x="0" y="616"/>
                    <a:pt x="241" y="982"/>
                  </a:cubicBezTo>
                  <a:cubicBezTo>
                    <a:pt x="367" y="1175"/>
                    <a:pt x="575" y="1273"/>
                    <a:pt x="782" y="1273"/>
                  </a:cubicBezTo>
                  <a:cubicBezTo>
                    <a:pt x="969" y="1273"/>
                    <a:pt x="1155" y="1194"/>
                    <a:pt x="1285" y="1035"/>
                  </a:cubicBezTo>
                  <a:lnTo>
                    <a:pt x="1285" y="1035"/>
                  </a:lnTo>
                  <a:cubicBezTo>
                    <a:pt x="1227" y="1049"/>
                    <a:pt x="1164" y="1059"/>
                    <a:pt x="1107" y="1059"/>
                  </a:cubicBezTo>
                  <a:cubicBezTo>
                    <a:pt x="558" y="1054"/>
                    <a:pt x="255" y="424"/>
                    <a:pt x="60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87"/>
            <p:cNvSpPr/>
            <p:nvPr/>
          </p:nvSpPr>
          <p:spPr>
            <a:xfrm>
              <a:off x="8149978" y="2314894"/>
              <a:ext cx="34096" cy="34096"/>
            </a:xfrm>
            <a:custGeom>
              <a:rect b="b" l="l" r="r" t="t"/>
              <a:pathLst>
                <a:path extrusionOk="0" h="1300" w="1300">
                  <a:moveTo>
                    <a:pt x="650" y="0"/>
                  </a:moveTo>
                  <a:cubicBezTo>
                    <a:pt x="289" y="0"/>
                    <a:pt x="1" y="289"/>
                    <a:pt x="1" y="650"/>
                  </a:cubicBezTo>
                  <a:cubicBezTo>
                    <a:pt x="1" y="1006"/>
                    <a:pt x="289" y="1299"/>
                    <a:pt x="650" y="1299"/>
                  </a:cubicBezTo>
                  <a:cubicBezTo>
                    <a:pt x="1006" y="1299"/>
                    <a:pt x="1300" y="1006"/>
                    <a:pt x="1300" y="650"/>
                  </a:cubicBezTo>
                  <a:cubicBezTo>
                    <a:pt x="1300" y="289"/>
                    <a:pt x="1006" y="0"/>
                    <a:pt x="650"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87"/>
            <p:cNvSpPr/>
            <p:nvPr/>
          </p:nvSpPr>
          <p:spPr>
            <a:xfrm>
              <a:off x="8146437" y="2315524"/>
              <a:ext cx="33860" cy="33388"/>
            </a:xfrm>
            <a:custGeom>
              <a:rect b="b" l="l" r="r" t="t"/>
              <a:pathLst>
                <a:path extrusionOk="0" h="1273" w="1291">
                  <a:moveTo>
                    <a:pt x="597" y="0"/>
                  </a:moveTo>
                  <a:cubicBezTo>
                    <a:pt x="179" y="125"/>
                    <a:pt x="1" y="621"/>
                    <a:pt x="246" y="982"/>
                  </a:cubicBezTo>
                  <a:cubicBezTo>
                    <a:pt x="373" y="1175"/>
                    <a:pt x="579" y="1273"/>
                    <a:pt x="786" y="1273"/>
                  </a:cubicBezTo>
                  <a:cubicBezTo>
                    <a:pt x="972" y="1273"/>
                    <a:pt x="1158" y="1194"/>
                    <a:pt x="1290" y="1035"/>
                  </a:cubicBezTo>
                  <a:lnTo>
                    <a:pt x="1290" y="1035"/>
                  </a:lnTo>
                  <a:cubicBezTo>
                    <a:pt x="1228" y="1049"/>
                    <a:pt x="1165" y="1059"/>
                    <a:pt x="1107" y="1059"/>
                  </a:cubicBezTo>
                  <a:cubicBezTo>
                    <a:pt x="559" y="1054"/>
                    <a:pt x="256" y="424"/>
                    <a:pt x="597"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87"/>
            <p:cNvSpPr/>
            <p:nvPr/>
          </p:nvSpPr>
          <p:spPr>
            <a:xfrm>
              <a:off x="8308995" y="2314894"/>
              <a:ext cx="34096" cy="34096"/>
            </a:xfrm>
            <a:custGeom>
              <a:rect b="b" l="l" r="r" t="t"/>
              <a:pathLst>
                <a:path extrusionOk="0" h="1300" w="1300">
                  <a:moveTo>
                    <a:pt x="650" y="0"/>
                  </a:moveTo>
                  <a:cubicBezTo>
                    <a:pt x="289" y="0"/>
                    <a:pt x="0" y="289"/>
                    <a:pt x="0" y="650"/>
                  </a:cubicBezTo>
                  <a:cubicBezTo>
                    <a:pt x="0" y="1006"/>
                    <a:pt x="289" y="1299"/>
                    <a:pt x="650" y="1299"/>
                  </a:cubicBezTo>
                  <a:cubicBezTo>
                    <a:pt x="1006" y="1299"/>
                    <a:pt x="1299" y="1006"/>
                    <a:pt x="1299" y="650"/>
                  </a:cubicBezTo>
                  <a:cubicBezTo>
                    <a:pt x="1299" y="289"/>
                    <a:pt x="1006" y="0"/>
                    <a:pt x="650"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87"/>
            <p:cNvSpPr/>
            <p:nvPr/>
          </p:nvSpPr>
          <p:spPr>
            <a:xfrm>
              <a:off x="8305455" y="2315524"/>
              <a:ext cx="33860" cy="33388"/>
            </a:xfrm>
            <a:custGeom>
              <a:rect b="b" l="l" r="r" t="t"/>
              <a:pathLst>
                <a:path extrusionOk="0" h="1273" w="1291">
                  <a:moveTo>
                    <a:pt x="602" y="0"/>
                  </a:moveTo>
                  <a:lnTo>
                    <a:pt x="602" y="0"/>
                  </a:lnTo>
                  <a:cubicBezTo>
                    <a:pt x="183" y="121"/>
                    <a:pt x="1" y="616"/>
                    <a:pt x="246" y="982"/>
                  </a:cubicBezTo>
                  <a:cubicBezTo>
                    <a:pt x="373" y="1175"/>
                    <a:pt x="580" y="1273"/>
                    <a:pt x="788" y="1273"/>
                  </a:cubicBezTo>
                  <a:cubicBezTo>
                    <a:pt x="974" y="1273"/>
                    <a:pt x="1161" y="1194"/>
                    <a:pt x="1290" y="1035"/>
                  </a:cubicBezTo>
                  <a:lnTo>
                    <a:pt x="1290" y="1035"/>
                  </a:lnTo>
                  <a:cubicBezTo>
                    <a:pt x="1232" y="1049"/>
                    <a:pt x="1170" y="1059"/>
                    <a:pt x="1107" y="1059"/>
                  </a:cubicBezTo>
                  <a:cubicBezTo>
                    <a:pt x="564" y="1054"/>
                    <a:pt x="260" y="424"/>
                    <a:pt x="602"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87"/>
            <p:cNvSpPr/>
            <p:nvPr/>
          </p:nvSpPr>
          <p:spPr>
            <a:xfrm>
              <a:off x="8137100" y="2309465"/>
              <a:ext cx="52271" cy="44770"/>
            </a:xfrm>
            <a:custGeom>
              <a:rect b="b" l="l" r="r" t="t"/>
              <a:pathLst>
                <a:path extrusionOk="0" h="1707" w="1993">
                  <a:moveTo>
                    <a:pt x="1135" y="406"/>
                  </a:moveTo>
                  <a:cubicBezTo>
                    <a:pt x="1364" y="406"/>
                    <a:pt x="1584" y="585"/>
                    <a:pt x="1584" y="852"/>
                  </a:cubicBezTo>
                  <a:cubicBezTo>
                    <a:pt x="1584" y="1102"/>
                    <a:pt x="1387" y="1300"/>
                    <a:pt x="1141" y="1300"/>
                  </a:cubicBezTo>
                  <a:cubicBezTo>
                    <a:pt x="742" y="1300"/>
                    <a:pt x="540" y="818"/>
                    <a:pt x="824" y="539"/>
                  </a:cubicBezTo>
                  <a:cubicBezTo>
                    <a:pt x="914" y="447"/>
                    <a:pt x="1025" y="406"/>
                    <a:pt x="1135" y="406"/>
                  </a:cubicBezTo>
                  <a:close/>
                  <a:moveTo>
                    <a:pt x="1141" y="0"/>
                  </a:moveTo>
                  <a:cubicBezTo>
                    <a:pt x="381" y="0"/>
                    <a:pt x="1" y="919"/>
                    <a:pt x="535" y="1453"/>
                  </a:cubicBezTo>
                  <a:cubicBezTo>
                    <a:pt x="709" y="1628"/>
                    <a:pt x="924" y="1706"/>
                    <a:pt x="1134" y="1706"/>
                  </a:cubicBezTo>
                  <a:cubicBezTo>
                    <a:pt x="1573" y="1706"/>
                    <a:pt x="1993" y="1366"/>
                    <a:pt x="1993" y="852"/>
                  </a:cubicBezTo>
                  <a:cubicBezTo>
                    <a:pt x="1988" y="380"/>
                    <a:pt x="1608"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87"/>
            <p:cNvSpPr/>
            <p:nvPr/>
          </p:nvSpPr>
          <p:spPr>
            <a:xfrm>
              <a:off x="8218510" y="2144704"/>
              <a:ext cx="65516" cy="56127"/>
            </a:xfrm>
            <a:custGeom>
              <a:rect b="b" l="l" r="r" t="t"/>
              <a:pathLst>
                <a:path extrusionOk="0" h="2140" w="2498">
                  <a:moveTo>
                    <a:pt x="1069" y="407"/>
                  </a:moveTo>
                  <a:cubicBezTo>
                    <a:pt x="1656" y="407"/>
                    <a:pt x="1949" y="1119"/>
                    <a:pt x="1535" y="1538"/>
                  </a:cubicBezTo>
                  <a:cubicBezTo>
                    <a:pt x="1400" y="1672"/>
                    <a:pt x="1234" y="1732"/>
                    <a:pt x="1072" y="1732"/>
                  </a:cubicBezTo>
                  <a:cubicBezTo>
                    <a:pt x="731" y="1732"/>
                    <a:pt x="404" y="1469"/>
                    <a:pt x="404" y="1071"/>
                  </a:cubicBezTo>
                  <a:cubicBezTo>
                    <a:pt x="404" y="706"/>
                    <a:pt x="703" y="407"/>
                    <a:pt x="1069" y="407"/>
                  </a:cubicBezTo>
                  <a:close/>
                  <a:moveTo>
                    <a:pt x="1076" y="0"/>
                  </a:moveTo>
                  <a:cubicBezTo>
                    <a:pt x="527" y="0"/>
                    <a:pt x="0" y="427"/>
                    <a:pt x="0" y="1071"/>
                  </a:cubicBezTo>
                  <a:cubicBezTo>
                    <a:pt x="0" y="1663"/>
                    <a:pt x="477" y="2139"/>
                    <a:pt x="1069" y="2139"/>
                  </a:cubicBezTo>
                  <a:cubicBezTo>
                    <a:pt x="2021" y="2139"/>
                    <a:pt x="2498" y="989"/>
                    <a:pt x="1824" y="316"/>
                  </a:cubicBezTo>
                  <a:cubicBezTo>
                    <a:pt x="1606" y="98"/>
                    <a:pt x="1338" y="0"/>
                    <a:pt x="10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87"/>
            <p:cNvSpPr/>
            <p:nvPr/>
          </p:nvSpPr>
          <p:spPr>
            <a:xfrm>
              <a:off x="8059362" y="2144704"/>
              <a:ext cx="65516" cy="56127"/>
            </a:xfrm>
            <a:custGeom>
              <a:rect b="b" l="l" r="r" t="t"/>
              <a:pathLst>
                <a:path extrusionOk="0" h="2140" w="2498">
                  <a:moveTo>
                    <a:pt x="1069" y="407"/>
                  </a:moveTo>
                  <a:cubicBezTo>
                    <a:pt x="1661" y="407"/>
                    <a:pt x="1954" y="1119"/>
                    <a:pt x="1536" y="1538"/>
                  </a:cubicBezTo>
                  <a:cubicBezTo>
                    <a:pt x="1402" y="1672"/>
                    <a:pt x="1237" y="1732"/>
                    <a:pt x="1075" y="1732"/>
                  </a:cubicBezTo>
                  <a:cubicBezTo>
                    <a:pt x="736" y="1732"/>
                    <a:pt x="410" y="1469"/>
                    <a:pt x="410" y="1071"/>
                  </a:cubicBezTo>
                  <a:cubicBezTo>
                    <a:pt x="410" y="706"/>
                    <a:pt x="703" y="407"/>
                    <a:pt x="1069" y="407"/>
                  </a:cubicBezTo>
                  <a:close/>
                  <a:moveTo>
                    <a:pt x="1076" y="0"/>
                  </a:moveTo>
                  <a:cubicBezTo>
                    <a:pt x="527" y="0"/>
                    <a:pt x="1" y="427"/>
                    <a:pt x="1" y="1071"/>
                  </a:cubicBezTo>
                  <a:cubicBezTo>
                    <a:pt x="1" y="1663"/>
                    <a:pt x="482" y="2139"/>
                    <a:pt x="1069" y="2139"/>
                  </a:cubicBezTo>
                  <a:cubicBezTo>
                    <a:pt x="2022" y="2139"/>
                    <a:pt x="2498" y="989"/>
                    <a:pt x="1824" y="316"/>
                  </a:cubicBezTo>
                  <a:cubicBezTo>
                    <a:pt x="1606" y="98"/>
                    <a:pt x="1339" y="0"/>
                    <a:pt x="10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87"/>
            <p:cNvSpPr/>
            <p:nvPr/>
          </p:nvSpPr>
          <p:spPr>
            <a:xfrm>
              <a:off x="7978083" y="2309465"/>
              <a:ext cx="52271" cy="44770"/>
            </a:xfrm>
            <a:custGeom>
              <a:rect b="b" l="l" r="r" t="t"/>
              <a:pathLst>
                <a:path extrusionOk="0" h="1707" w="1993">
                  <a:moveTo>
                    <a:pt x="1134" y="406"/>
                  </a:moveTo>
                  <a:cubicBezTo>
                    <a:pt x="1364" y="406"/>
                    <a:pt x="1584" y="585"/>
                    <a:pt x="1584" y="852"/>
                  </a:cubicBezTo>
                  <a:cubicBezTo>
                    <a:pt x="1584" y="1102"/>
                    <a:pt x="1382" y="1300"/>
                    <a:pt x="1137" y="1300"/>
                  </a:cubicBezTo>
                  <a:cubicBezTo>
                    <a:pt x="737" y="1300"/>
                    <a:pt x="540" y="818"/>
                    <a:pt x="819" y="539"/>
                  </a:cubicBezTo>
                  <a:cubicBezTo>
                    <a:pt x="911" y="447"/>
                    <a:pt x="1023" y="406"/>
                    <a:pt x="1134" y="406"/>
                  </a:cubicBezTo>
                  <a:close/>
                  <a:moveTo>
                    <a:pt x="1137" y="0"/>
                  </a:moveTo>
                  <a:cubicBezTo>
                    <a:pt x="376" y="0"/>
                    <a:pt x="1" y="919"/>
                    <a:pt x="535" y="1453"/>
                  </a:cubicBezTo>
                  <a:cubicBezTo>
                    <a:pt x="710" y="1628"/>
                    <a:pt x="924" y="1706"/>
                    <a:pt x="1134" y="1706"/>
                  </a:cubicBezTo>
                  <a:cubicBezTo>
                    <a:pt x="1571" y="1706"/>
                    <a:pt x="1990" y="1367"/>
                    <a:pt x="1993" y="857"/>
                  </a:cubicBezTo>
                  <a:cubicBezTo>
                    <a:pt x="1993" y="380"/>
                    <a:pt x="1608" y="0"/>
                    <a:pt x="1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87"/>
            <p:cNvSpPr/>
            <p:nvPr/>
          </p:nvSpPr>
          <p:spPr>
            <a:xfrm>
              <a:off x="8296118" y="2309465"/>
              <a:ext cx="52271" cy="44770"/>
            </a:xfrm>
            <a:custGeom>
              <a:rect b="b" l="l" r="r" t="t"/>
              <a:pathLst>
                <a:path extrusionOk="0" h="1707" w="1993">
                  <a:moveTo>
                    <a:pt x="1138" y="406"/>
                  </a:moveTo>
                  <a:cubicBezTo>
                    <a:pt x="1368" y="406"/>
                    <a:pt x="1588" y="585"/>
                    <a:pt x="1588" y="852"/>
                  </a:cubicBezTo>
                  <a:cubicBezTo>
                    <a:pt x="1588" y="1102"/>
                    <a:pt x="1386" y="1300"/>
                    <a:pt x="1141" y="1300"/>
                  </a:cubicBezTo>
                  <a:cubicBezTo>
                    <a:pt x="742" y="1300"/>
                    <a:pt x="544" y="818"/>
                    <a:pt x="823" y="539"/>
                  </a:cubicBezTo>
                  <a:cubicBezTo>
                    <a:pt x="915" y="447"/>
                    <a:pt x="1028" y="406"/>
                    <a:pt x="1138" y="406"/>
                  </a:cubicBezTo>
                  <a:close/>
                  <a:moveTo>
                    <a:pt x="1141" y="0"/>
                  </a:moveTo>
                  <a:cubicBezTo>
                    <a:pt x="381" y="0"/>
                    <a:pt x="1" y="919"/>
                    <a:pt x="539" y="1453"/>
                  </a:cubicBezTo>
                  <a:cubicBezTo>
                    <a:pt x="712" y="1628"/>
                    <a:pt x="926" y="1706"/>
                    <a:pt x="1135" y="1706"/>
                  </a:cubicBezTo>
                  <a:cubicBezTo>
                    <a:pt x="1573" y="1706"/>
                    <a:pt x="1993" y="1366"/>
                    <a:pt x="1993" y="852"/>
                  </a:cubicBezTo>
                  <a:cubicBezTo>
                    <a:pt x="1993" y="380"/>
                    <a:pt x="1612"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87"/>
            <p:cNvSpPr/>
            <p:nvPr/>
          </p:nvSpPr>
          <p:spPr>
            <a:xfrm>
              <a:off x="8127527" y="1991273"/>
              <a:ext cx="92137" cy="78945"/>
            </a:xfrm>
            <a:custGeom>
              <a:rect b="b" l="l" r="r" t="t"/>
              <a:pathLst>
                <a:path extrusionOk="0" h="3010" w="3513">
                  <a:moveTo>
                    <a:pt x="1506" y="411"/>
                  </a:moveTo>
                  <a:cubicBezTo>
                    <a:pt x="2483" y="411"/>
                    <a:pt x="2969" y="1590"/>
                    <a:pt x="2281" y="2283"/>
                  </a:cubicBezTo>
                  <a:cubicBezTo>
                    <a:pt x="2057" y="2507"/>
                    <a:pt x="1782" y="2607"/>
                    <a:pt x="1512" y="2607"/>
                  </a:cubicBezTo>
                  <a:cubicBezTo>
                    <a:pt x="948" y="2607"/>
                    <a:pt x="409" y="2169"/>
                    <a:pt x="409" y="1508"/>
                  </a:cubicBezTo>
                  <a:cubicBezTo>
                    <a:pt x="409" y="902"/>
                    <a:pt x="900" y="411"/>
                    <a:pt x="1506" y="411"/>
                  </a:cubicBezTo>
                  <a:close/>
                  <a:moveTo>
                    <a:pt x="1514" y="0"/>
                  </a:moveTo>
                  <a:cubicBezTo>
                    <a:pt x="742" y="0"/>
                    <a:pt x="0" y="600"/>
                    <a:pt x="0" y="1508"/>
                  </a:cubicBezTo>
                  <a:cubicBezTo>
                    <a:pt x="0" y="2336"/>
                    <a:pt x="674" y="3009"/>
                    <a:pt x="1506" y="3009"/>
                  </a:cubicBezTo>
                  <a:cubicBezTo>
                    <a:pt x="2844" y="3009"/>
                    <a:pt x="3513" y="1388"/>
                    <a:pt x="2565" y="445"/>
                  </a:cubicBezTo>
                  <a:cubicBezTo>
                    <a:pt x="2259" y="138"/>
                    <a:pt x="1883" y="0"/>
                    <a:pt x="1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87"/>
            <p:cNvSpPr/>
            <p:nvPr/>
          </p:nvSpPr>
          <p:spPr>
            <a:xfrm>
              <a:off x="8018945" y="2212922"/>
              <a:ext cx="136094" cy="90249"/>
            </a:xfrm>
            <a:custGeom>
              <a:rect b="b" l="l" r="r" t="t"/>
              <a:pathLst>
                <a:path extrusionOk="0" h="3441" w="5189">
                  <a:moveTo>
                    <a:pt x="2611" y="0"/>
                  </a:moveTo>
                  <a:cubicBezTo>
                    <a:pt x="2509" y="0"/>
                    <a:pt x="2408" y="68"/>
                    <a:pt x="2408" y="202"/>
                  </a:cubicBezTo>
                  <a:lnTo>
                    <a:pt x="2408" y="1733"/>
                  </a:lnTo>
                  <a:lnTo>
                    <a:pt x="1344" y="1733"/>
                  </a:lnTo>
                  <a:cubicBezTo>
                    <a:pt x="1027" y="1733"/>
                    <a:pt x="738" y="1911"/>
                    <a:pt x="589" y="2190"/>
                  </a:cubicBezTo>
                  <a:lnTo>
                    <a:pt x="89" y="3142"/>
                  </a:lnTo>
                  <a:cubicBezTo>
                    <a:pt x="1" y="3301"/>
                    <a:pt x="137" y="3441"/>
                    <a:pt x="274" y="3441"/>
                  </a:cubicBezTo>
                  <a:cubicBezTo>
                    <a:pt x="340" y="3441"/>
                    <a:pt x="407" y="3408"/>
                    <a:pt x="449" y="3330"/>
                  </a:cubicBezTo>
                  <a:lnTo>
                    <a:pt x="950" y="2377"/>
                  </a:lnTo>
                  <a:cubicBezTo>
                    <a:pt x="1027" y="2228"/>
                    <a:pt x="1181" y="2137"/>
                    <a:pt x="1344" y="2137"/>
                  </a:cubicBezTo>
                  <a:lnTo>
                    <a:pt x="3880" y="2137"/>
                  </a:lnTo>
                  <a:cubicBezTo>
                    <a:pt x="4049" y="2137"/>
                    <a:pt x="4198" y="2228"/>
                    <a:pt x="4275" y="2377"/>
                  </a:cubicBezTo>
                  <a:lnTo>
                    <a:pt x="4780" y="3330"/>
                  </a:lnTo>
                  <a:cubicBezTo>
                    <a:pt x="4817" y="3398"/>
                    <a:pt x="4889" y="3437"/>
                    <a:pt x="4963" y="3437"/>
                  </a:cubicBezTo>
                  <a:cubicBezTo>
                    <a:pt x="4994" y="3437"/>
                    <a:pt x="5025" y="3431"/>
                    <a:pt x="5054" y="3417"/>
                  </a:cubicBezTo>
                  <a:cubicBezTo>
                    <a:pt x="5151" y="3364"/>
                    <a:pt x="5189" y="3239"/>
                    <a:pt x="5136" y="3142"/>
                  </a:cubicBezTo>
                  <a:lnTo>
                    <a:pt x="4631" y="2190"/>
                  </a:lnTo>
                  <a:cubicBezTo>
                    <a:pt x="4486" y="1911"/>
                    <a:pt x="4193" y="1733"/>
                    <a:pt x="3880" y="1733"/>
                  </a:cubicBezTo>
                  <a:lnTo>
                    <a:pt x="2817" y="1733"/>
                  </a:lnTo>
                  <a:lnTo>
                    <a:pt x="2817" y="202"/>
                  </a:lnTo>
                  <a:cubicBezTo>
                    <a:pt x="2814" y="68"/>
                    <a:pt x="2712" y="0"/>
                    <a:pt x="26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87"/>
            <p:cNvSpPr/>
            <p:nvPr/>
          </p:nvSpPr>
          <p:spPr>
            <a:xfrm>
              <a:off x="8106807" y="2082309"/>
              <a:ext cx="121145" cy="56179"/>
            </a:xfrm>
            <a:custGeom>
              <a:rect b="b" l="l" r="r" t="t"/>
              <a:pathLst>
                <a:path extrusionOk="0" h="2142" w="4619">
                  <a:moveTo>
                    <a:pt x="2292" y="0"/>
                  </a:moveTo>
                  <a:cubicBezTo>
                    <a:pt x="2190" y="0"/>
                    <a:pt x="2089" y="68"/>
                    <a:pt x="2089" y="202"/>
                  </a:cubicBezTo>
                  <a:lnTo>
                    <a:pt x="2089" y="866"/>
                  </a:lnTo>
                  <a:lnTo>
                    <a:pt x="954" y="866"/>
                  </a:lnTo>
                  <a:cubicBezTo>
                    <a:pt x="718" y="866"/>
                    <a:pt x="501" y="996"/>
                    <a:pt x="391" y="1203"/>
                  </a:cubicBezTo>
                  <a:lnTo>
                    <a:pt x="54" y="1838"/>
                  </a:lnTo>
                  <a:cubicBezTo>
                    <a:pt x="1" y="1939"/>
                    <a:pt x="39" y="2060"/>
                    <a:pt x="140" y="2113"/>
                  </a:cubicBezTo>
                  <a:cubicBezTo>
                    <a:pt x="170" y="2129"/>
                    <a:pt x="202" y="2136"/>
                    <a:pt x="234" y="2136"/>
                  </a:cubicBezTo>
                  <a:cubicBezTo>
                    <a:pt x="307" y="2136"/>
                    <a:pt x="378" y="2097"/>
                    <a:pt x="415" y="2031"/>
                  </a:cubicBezTo>
                  <a:lnTo>
                    <a:pt x="747" y="1396"/>
                  </a:lnTo>
                  <a:cubicBezTo>
                    <a:pt x="788" y="1322"/>
                    <a:pt x="860" y="1275"/>
                    <a:pt x="942" y="1275"/>
                  </a:cubicBezTo>
                  <a:cubicBezTo>
                    <a:pt x="946" y="1275"/>
                    <a:pt x="950" y="1275"/>
                    <a:pt x="954" y="1275"/>
                  </a:cubicBezTo>
                  <a:lnTo>
                    <a:pt x="3634" y="1275"/>
                  </a:lnTo>
                  <a:cubicBezTo>
                    <a:pt x="3638" y="1275"/>
                    <a:pt x="3642" y="1275"/>
                    <a:pt x="3646" y="1275"/>
                  </a:cubicBezTo>
                  <a:cubicBezTo>
                    <a:pt x="3727" y="1275"/>
                    <a:pt x="3799" y="1322"/>
                    <a:pt x="3841" y="1396"/>
                  </a:cubicBezTo>
                  <a:lnTo>
                    <a:pt x="4173" y="2031"/>
                  </a:lnTo>
                  <a:cubicBezTo>
                    <a:pt x="4213" y="2109"/>
                    <a:pt x="4279" y="2141"/>
                    <a:pt x="4344" y="2141"/>
                  </a:cubicBezTo>
                  <a:cubicBezTo>
                    <a:pt x="4481" y="2141"/>
                    <a:pt x="4618" y="2001"/>
                    <a:pt x="4534" y="1838"/>
                  </a:cubicBezTo>
                  <a:lnTo>
                    <a:pt x="4197" y="1203"/>
                  </a:lnTo>
                  <a:cubicBezTo>
                    <a:pt x="4086" y="996"/>
                    <a:pt x="3870" y="866"/>
                    <a:pt x="3634" y="866"/>
                  </a:cubicBezTo>
                  <a:lnTo>
                    <a:pt x="2498" y="866"/>
                  </a:lnTo>
                  <a:lnTo>
                    <a:pt x="2498" y="202"/>
                  </a:lnTo>
                  <a:cubicBezTo>
                    <a:pt x="2496" y="68"/>
                    <a:pt x="2394" y="0"/>
                    <a:pt x="2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87"/>
            <p:cNvSpPr/>
            <p:nvPr/>
          </p:nvSpPr>
          <p:spPr>
            <a:xfrm>
              <a:off x="8178041" y="2212922"/>
              <a:ext cx="136645" cy="90249"/>
            </a:xfrm>
            <a:custGeom>
              <a:rect b="b" l="l" r="r" t="t"/>
              <a:pathLst>
                <a:path extrusionOk="0" h="3441" w="5210">
                  <a:moveTo>
                    <a:pt x="2612" y="0"/>
                  </a:moveTo>
                  <a:cubicBezTo>
                    <a:pt x="2510" y="0"/>
                    <a:pt x="2409" y="68"/>
                    <a:pt x="2409" y="202"/>
                  </a:cubicBezTo>
                  <a:lnTo>
                    <a:pt x="2409" y="1733"/>
                  </a:lnTo>
                  <a:lnTo>
                    <a:pt x="1346" y="1733"/>
                  </a:lnTo>
                  <a:cubicBezTo>
                    <a:pt x="1028" y="1733"/>
                    <a:pt x="735" y="1911"/>
                    <a:pt x="591" y="2190"/>
                  </a:cubicBezTo>
                  <a:lnTo>
                    <a:pt x="85" y="3142"/>
                  </a:lnTo>
                  <a:cubicBezTo>
                    <a:pt x="1" y="3301"/>
                    <a:pt x="138" y="3441"/>
                    <a:pt x="274" y="3441"/>
                  </a:cubicBezTo>
                  <a:cubicBezTo>
                    <a:pt x="340" y="3441"/>
                    <a:pt x="406" y="3408"/>
                    <a:pt x="446" y="3330"/>
                  </a:cubicBezTo>
                  <a:lnTo>
                    <a:pt x="951" y="2377"/>
                  </a:lnTo>
                  <a:cubicBezTo>
                    <a:pt x="1028" y="2228"/>
                    <a:pt x="1178" y="2137"/>
                    <a:pt x="1346" y="2137"/>
                  </a:cubicBezTo>
                  <a:lnTo>
                    <a:pt x="3882" y="2137"/>
                  </a:lnTo>
                  <a:cubicBezTo>
                    <a:pt x="4045" y="2137"/>
                    <a:pt x="4199" y="2228"/>
                    <a:pt x="4276" y="2377"/>
                  </a:cubicBezTo>
                  <a:lnTo>
                    <a:pt x="4777" y="3330"/>
                  </a:lnTo>
                  <a:cubicBezTo>
                    <a:pt x="4810" y="3397"/>
                    <a:pt x="4883" y="3441"/>
                    <a:pt x="4955" y="3441"/>
                  </a:cubicBezTo>
                  <a:cubicBezTo>
                    <a:pt x="5109" y="3441"/>
                    <a:pt x="5210" y="3277"/>
                    <a:pt x="5138" y="3142"/>
                  </a:cubicBezTo>
                  <a:lnTo>
                    <a:pt x="4632" y="2190"/>
                  </a:lnTo>
                  <a:cubicBezTo>
                    <a:pt x="4488" y="1911"/>
                    <a:pt x="4195" y="1737"/>
                    <a:pt x="3882" y="1737"/>
                  </a:cubicBezTo>
                  <a:lnTo>
                    <a:pt x="2814" y="1737"/>
                  </a:lnTo>
                  <a:lnTo>
                    <a:pt x="2814" y="202"/>
                  </a:lnTo>
                  <a:cubicBezTo>
                    <a:pt x="2814" y="68"/>
                    <a:pt x="2713" y="0"/>
                    <a:pt x="26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5" name="Google Shape;15955;p87"/>
          <p:cNvGrpSpPr/>
          <p:nvPr/>
        </p:nvGrpSpPr>
        <p:grpSpPr>
          <a:xfrm>
            <a:off x="4917884" y="3826123"/>
            <a:ext cx="298941" cy="357822"/>
            <a:chOff x="4917884" y="3826123"/>
            <a:chExt cx="298941" cy="357822"/>
          </a:xfrm>
        </p:grpSpPr>
        <p:sp>
          <p:nvSpPr>
            <p:cNvPr id="15956" name="Google Shape;15956;p87"/>
            <p:cNvSpPr/>
            <p:nvPr/>
          </p:nvSpPr>
          <p:spPr>
            <a:xfrm>
              <a:off x="4966956" y="3896544"/>
              <a:ext cx="30450" cy="33466"/>
            </a:xfrm>
            <a:custGeom>
              <a:rect b="b" l="l" r="r" t="t"/>
              <a:pathLst>
                <a:path extrusionOk="0" h="1276" w="1161">
                  <a:moveTo>
                    <a:pt x="554" y="1"/>
                  </a:moveTo>
                  <a:lnTo>
                    <a:pt x="1" y="410"/>
                  </a:lnTo>
                  <a:lnTo>
                    <a:pt x="602" y="1276"/>
                  </a:lnTo>
                  <a:cubicBezTo>
                    <a:pt x="780" y="1131"/>
                    <a:pt x="968" y="997"/>
                    <a:pt x="1160" y="872"/>
                  </a:cubicBezTo>
                  <a:lnTo>
                    <a:pt x="554" y="1"/>
                  </a:ln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87"/>
            <p:cNvSpPr/>
            <p:nvPr/>
          </p:nvSpPr>
          <p:spPr>
            <a:xfrm>
              <a:off x="5143257" y="3896544"/>
              <a:ext cx="30712" cy="33466"/>
            </a:xfrm>
            <a:custGeom>
              <a:rect b="b" l="l" r="r" t="t"/>
              <a:pathLst>
                <a:path extrusionOk="0" h="1276" w="1171">
                  <a:moveTo>
                    <a:pt x="612" y="1"/>
                  </a:moveTo>
                  <a:lnTo>
                    <a:pt x="1" y="872"/>
                  </a:lnTo>
                  <a:cubicBezTo>
                    <a:pt x="198" y="997"/>
                    <a:pt x="386" y="1131"/>
                    <a:pt x="564" y="1276"/>
                  </a:cubicBezTo>
                  <a:lnTo>
                    <a:pt x="1170" y="410"/>
                  </a:lnTo>
                  <a:lnTo>
                    <a:pt x="612" y="1"/>
                  </a:ln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87"/>
            <p:cNvSpPr/>
            <p:nvPr/>
          </p:nvSpPr>
          <p:spPr>
            <a:xfrm>
              <a:off x="5054792" y="3869923"/>
              <a:ext cx="31211" cy="31709"/>
            </a:xfrm>
            <a:custGeom>
              <a:rect b="b" l="l" r="r" t="t"/>
              <a:pathLst>
                <a:path extrusionOk="0" h="1209" w="1190">
                  <a:moveTo>
                    <a:pt x="1" y="0"/>
                  </a:moveTo>
                  <a:lnTo>
                    <a:pt x="1" y="1208"/>
                  </a:lnTo>
                  <a:cubicBezTo>
                    <a:pt x="198" y="1179"/>
                    <a:pt x="397" y="1165"/>
                    <a:pt x="595" y="1165"/>
                  </a:cubicBezTo>
                  <a:cubicBezTo>
                    <a:pt x="794" y="1165"/>
                    <a:pt x="992" y="1179"/>
                    <a:pt x="1189" y="1208"/>
                  </a:cubicBezTo>
                  <a:lnTo>
                    <a:pt x="118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87"/>
            <p:cNvSpPr/>
            <p:nvPr/>
          </p:nvSpPr>
          <p:spPr>
            <a:xfrm>
              <a:off x="5054792" y="3869923"/>
              <a:ext cx="21113" cy="31709"/>
            </a:xfrm>
            <a:custGeom>
              <a:rect b="b" l="l" r="r" t="t"/>
              <a:pathLst>
                <a:path extrusionOk="0" h="1209" w="805">
                  <a:moveTo>
                    <a:pt x="1" y="0"/>
                  </a:moveTo>
                  <a:lnTo>
                    <a:pt x="1" y="1208"/>
                  </a:lnTo>
                  <a:cubicBezTo>
                    <a:pt x="198" y="1179"/>
                    <a:pt x="395" y="1165"/>
                    <a:pt x="597" y="1165"/>
                  </a:cubicBezTo>
                  <a:cubicBezTo>
                    <a:pt x="665" y="1165"/>
                    <a:pt x="737" y="1165"/>
                    <a:pt x="804" y="1170"/>
                  </a:cubicBezTo>
                  <a:lnTo>
                    <a:pt x="804"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87"/>
            <p:cNvSpPr/>
            <p:nvPr/>
          </p:nvSpPr>
          <p:spPr>
            <a:xfrm>
              <a:off x="4917884" y="3896544"/>
              <a:ext cx="293932" cy="282916"/>
            </a:xfrm>
            <a:custGeom>
              <a:rect b="b" l="l" r="r" t="t"/>
              <a:pathLst>
                <a:path extrusionOk="0" h="10787" w="11207">
                  <a:moveTo>
                    <a:pt x="5817" y="1"/>
                  </a:moveTo>
                  <a:cubicBezTo>
                    <a:pt x="3633" y="1"/>
                    <a:pt x="1670" y="1314"/>
                    <a:pt x="832" y="3330"/>
                  </a:cubicBezTo>
                  <a:cubicBezTo>
                    <a:pt x="0" y="5346"/>
                    <a:pt x="462" y="7666"/>
                    <a:pt x="2002" y="9205"/>
                  </a:cubicBezTo>
                  <a:cubicBezTo>
                    <a:pt x="3034" y="10238"/>
                    <a:pt x="4414" y="10787"/>
                    <a:pt x="5815" y="10787"/>
                  </a:cubicBezTo>
                  <a:cubicBezTo>
                    <a:pt x="6510" y="10787"/>
                    <a:pt x="7210" y="10652"/>
                    <a:pt x="7877" y="10375"/>
                  </a:cubicBezTo>
                  <a:cubicBezTo>
                    <a:pt x="9893" y="9542"/>
                    <a:pt x="11207" y="7574"/>
                    <a:pt x="11207" y="5395"/>
                  </a:cubicBezTo>
                  <a:cubicBezTo>
                    <a:pt x="11207" y="2416"/>
                    <a:pt x="8796" y="1"/>
                    <a:pt x="5817"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87"/>
            <p:cNvSpPr/>
            <p:nvPr/>
          </p:nvSpPr>
          <p:spPr>
            <a:xfrm>
              <a:off x="4928979" y="3896675"/>
              <a:ext cx="153982" cy="282837"/>
            </a:xfrm>
            <a:custGeom>
              <a:rect b="b" l="l" r="r" t="t"/>
              <a:pathLst>
                <a:path extrusionOk="0" h="10784" w="5871">
                  <a:moveTo>
                    <a:pt x="5381" y="0"/>
                  </a:moveTo>
                  <a:cubicBezTo>
                    <a:pt x="2406" y="0"/>
                    <a:pt x="0" y="2414"/>
                    <a:pt x="0" y="5390"/>
                  </a:cubicBezTo>
                  <a:cubicBezTo>
                    <a:pt x="0" y="8368"/>
                    <a:pt x="2411" y="10784"/>
                    <a:pt x="5390" y="10784"/>
                  </a:cubicBezTo>
                  <a:cubicBezTo>
                    <a:pt x="5491" y="10784"/>
                    <a:pt x="5587" y="10779"/>
                    <a:pt x="5683" y="10774"/>
                  </a:cubicBezTo>
                  <a:cubicBezTo>
                    <a:pt x="2902" y="10524"/>
                    <a:pt x="775" y="8195"/>
                    <a:pt x="775" y="5404"/>
                  </a:cubicBezTo>
                  <a:cubicBezTo>
                    <a:pt x="770" y="2541"/>
                    <a:pt x="3013" y="174"/>
                    <a:pt x="5871" y="20"/>
                  </a:cubicBezTo>
                  <a:cubicBezTo>
                    <a:pt x="5712" y="5"/>
                    <a:pt x="5553" y="0"/>
                    <a:pt x="5390" y="0"/>
                  </a:cubicBezTo>
                  <a:cubicBezTo>
                    <a:pt x="5387" y="0"/>
                    <a:pt x="5384" y="0"/>
                    <a:pt x="5381"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87"/>
            <p:cNvSpPr/>
            <p:nvPr/>
          </p:nvSpPr>
          <p:spPr>
            <a:xfrm>
              <a:off x="4942617" y="3919466"/>
              <a:ext cx="246355" cy="237070"/>
            </a:xfrm>
            <a:custGeom>
              <a:rect b="b" l="l" r="r" t="t"/>
              <a:pathLst>
                <a:path extrusionOk="0" h="9039" w="9393">
                  <a:moveTo>
                    <a:pt x="4874" y="1"/>
                  </a:moveTo>
                  <a:cubicBezTo>
                    <a:pt x="3698" y="1"/>
                    <a:pt x="2542" y="460"/>
                    <a:pt x="1679" y="1326"/>
                  </a:cubicBezTo>
                  <a:cubicBezTo>
                    <a:pt x="385" y="2615"/>
                    <a:pt x="0" y="4559"/>
                    <a:pt x="698" y="6248"/>
                  </a:cubicBezTo>
                  <a:cubicBezTo>
                    <a:pt x="1396" y="7937"/>
                    <a:pt x="3046" y="9039"/>
                    <a:pt x="4874" y="9039"/>
                  </a:cubicBezTo>
                  <a:cubicBezTo>
                    <a:pt x="7367" y="9034"/>
                    <a:pt x="9388" y="7013"/>
                    <a:pt x="9393" y="4521"/>
                  </a:cubicBezTo>
                  <a:cubicBezTo>
                    <a:pt x="9393" y="2692"/>
                    <a:pt x="8291" y="1042"/>
                    <a:pt x="6602" y="344"/>
                  </a:cubicBezTo>
                  <a:cubicBezTo>
                    <a:pt x="6043" y="113"/>
                    <a:pt x="5456" y="1"/>
                    <a:pt x="4874"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87"/>
            <p:cNvSpPr/>
            <p:nvPr/>
          </p:nvSpPr>
          <p:spPr>
            <a:xfrm>
              <a:off x="4951954" y="3919519"/>
              <a:ext cx="125472" cy="237018"/>
            </a:xfrm>
            <a:custGeom>
              <a:rect b="b" l="l" r="r" t="t"/>
              <a:pathLst>
                <a:path extrusionOk="0" h="9037" w="4784">
                  <a:moveTo>
                    <a:pt x="4518" y="0"/>
                  </a:moveTo>
                  <a:cubicBezTo>
                    <a:pt x="2021" y="0"/>
                    <a:pt x="0" y="2021"/>
                    <a:pt x="0" y="4519"/>
                  </a:cubicBezTo>
                  <a:cubicBezTo>
                    <a:pt x="0" y="7011"/>
                    <a:pt x="2021" y="9037"/>
                    <a:pt x="4518" y="9037"/>
                  </a:cubicBezTo>
                  <a:cubicBezTo>
                    <a:pt x="4605" y="9037"/>
                    <a:pt x="4696" y="9032"/>
                    <a:pt x="4783" y="9027"/>
                  </a:cubicBezTo>
                  <a:cubicBezTo>
                    <a:pt x="2401" y="8883"/>
                    <a:pt x="539" y="6905"/>
                    <a:pt x="534" y="4519"/>
                  </a:cubicBezTo>
                  <a:cubicBezTo>
                    <a:pt x="539" y="2127"/>
                    <a:pt x="2396" y="150"/>
                    <a:pt x="4783" y="5"/>
                  </a:cubicBezTo>
                  <a:cubicBezTo>
                    <a:pt x="4696" y="0"/>
                    <a:pt x="4605" y="0"/>
                    <a:pt x="451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87"/>
            <p:cNvSpPr/>
            <p:nvPr/>
          </p:nvSpPr>
          <p:spPr>
            <a:xfrm>
              <a:off x="4958773" y="3935308"/>
              <a:ext cx="213544" cy="205335"/>
            </a:xfrm>
            <a:custGeom>
              <a:rect b="b" l="l" r="r" t="t"/>
              <a:pathLst>
                <a:path extrusionOk="0" h="7829" w="8142">
                  <a:moveTo>
                    <a:pt x="4226" y="0"/>
                  </a:moveTo>
                  <a:cubicBezTo>
                    <a:pt x="3206" y="0"/>
                    <a:pt x="2205" y="398"/>
                    <a:pt x="1458" y="1145"/>
                  </a:cubicBezTo>
                  <a:cubicBezTo>
                    <a:pt x="337" y="2266"/>
                    <a:pt x="0" y="3950"/>
                    <a:pt x="606" y="5413"/>
                  </a:cubicBezTo>
                  <a:cubicBezTo>
                    <a:pt x="1213" y="6876"/>
                    <a:pt x="2642" y="7828"/>
                    <a:pt x="4225" y="7828"/>
                  </a:cubicBezTo>
                  <a:cubicBezTo>
                    <a:pt x="6385" y="7828"/>
                    <a:pt x="8137" y="6077"/>
                    <a:pt x="8142" y="3917"/>
                  </a:cubicBezTo>
                  <a:cubicBezTo>
                    <a:pt x="8142" y="2329"/>
                    <a:pt x="7189" y="904"/>
                    <a:pt x="5726" y="298"/>
                  </a:cubicBezTo>
                  <a:cubicBezTo>
                    <a:pt x="5240" y="98"/>
                    <a:pt x="4731" y="0"/>
                    <a:pt x="4226"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87"/>
            <p:cNvSpPr/>
            <p:nvPr/>
          </p:nvSpPr>
          <p:spPr>
            <a:xfrm>
              <a:off x="4966956" y="3935334"/>
              <a:ext cx="115637" cy="205388"/>
            </a:xfrm>
            <a:custGeom>
              <a:rect b="b" l="l" r="r" t="t"/>
              <a:pathLst>
                <a:path extrusionOk="0" h="7831" w="4409">
                  <a:moveTo>
                    <a:pt x="3906" y="0"/>
                  </a:moveTo>
                  <a:cubicBezTo>
                    <a:pt x="1782" y="0"/>
                    <a:pt x="1" y="1728"/>
                    <a:pt x="1" y="3916"/>
                  </a:cubicBezTo>
                  <a:cubicBezTo>
                    <a:pt x="1" y="6103"/>
                    <a:pt x="1782" y="7831"/>
                    <a:pt x="3906" y="7831"/>
                  </a:cubicBezTo>
                  <a:cubicBezTo>
                    <a:pt x="4072" y="7831"/>
                    <a:pt x="4239" y="7820"/>
                    <a:pt x="4408" y="7799"/>
                  </a:cubicBezTo>
                  <a:cubicBezTo>
                    <a:pt x="2455" y="7548"/>
                    <a:pt x="987" y="5884"/>
                    <a:pt x="987" y="3916"/>
                  </a:cubicBezTo>
                  <a:cubicBezTo>
                    <a:pt x="987" y="1943"/>
                    <a:pt x="2455" y="283"/>
                    <a:pt x="4408" y="32"/>
                  </a:cubicBezTo>
                  <a:cubicBezTo>
                    <a:pt x="4239" y="11"/>
                    <a:pt x="4072" y="0"/>
                    <a:pt x="3906" y="0"/>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87"/>
            <p:cNvSpPr/>
            <p:nvPr/>
          </p:nvSpPr>
          <p:spPr>
            <a:xfrm>
              <a:off x="5146667" y="3869791"/>
              <a:ext cx="54553" cy="46370"/>
            </a:xfrm>
            <a:custGeom>
              <a:rect b="b" l="l" r="r" t="t"/>
              <a:pathLst>
                <a:path extrusionOk="0" h="1768" w="2080">
                  <a:moveTo>
                    <a:pt x="565" y="0"/>
                  </a:moveTo>
                  <a:cubicBezTo>
                    <a:pt x="476" y="0"/>
                    <a:pt x="388" y="42"/>
                    <a:pt x="333" y="121"/>
                  </a:cubicBezTo>
                  <a:lnTo>
                    <a:pt x="92" y="458"/>
                  </a:lnTo>
                  <a:cubicBezTo>
                    <a:pt x="1" y="588"/>
                    <a:pt x="30" y="766"/>
                    <a:pt x="155" y="857"/>
                  </a:cubicBezTo>
                  <a:lnTo>
                    <a:pt x="1348" y="1714"/>
                  </a:lnTo>
                  <a:cubicBezTo>
                    <a:pt x="1398" y="1750"/>
                    <a:pt x="1455" y="1767"/>
                    <a:pt x="1513" y="1767"/>
                  </a:cubicBezTo>
                  <a:cubicBezTo>
                    <a:pt x="1600" y="1767"/>
                    <a:pt x="1687" y="1727"/>
                    <a:pt x="1743" y="1651"/>
                  </a:cubicBezTo>
                  <a:lnTo>
                    <a:pt x="1988" y="1309"/>
                  </a:lnTo>
                  <a:cubicBezTo>
                    <a:pt x="2079" y="1184"/>
                    <a:pt x="2051" y="1006"/>
                    <a:pt x="1925" y="915"/>
                  </a:cubicBezTo>
                  <a:lnTo>
                    <a:pt x="732" y="53"/>
                  </a:lnTo>
                  <a:cubicBezTo>
                    <a:pt x="681" y="18"/>
                    <a:pt x="623" y="0"/>
                    <a:pt x="565"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87"/>
            <p:cNvSpPr/>
            <p:nvPr/>
          </p:nvSpPr>
          <p:spPr>
            <a:xfrm>
              <a:off x="4939575" y="3869896"/>
              <a:ext cx="54684" cy="46265"/>
            </a:xfrm>
            <a:custGeom>
              <a:rect b="b" l="l" r="r" t="t"/>
              <a:pathLst>
                <a:path extrusionOk="0" h="1764" w="2085">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925" y="853"/>
                  </a:lnTo>
                  <a:cubicBezTo>
                    <a:pt x="2055" y="762"/>
                    <a:pt x="2084" y="584"/>
                    <a:pt x="1993" y="454"/>
                  </a:cubicBezTo>
                  <a:lnTo>
                    <a:pt x="1747" y="117"/>
                  </a:lnTo>
                  <a:cubicBezTo>
                    <a:pt x="1692" y="41"/>
                    <a:pt x="1605" y="1"/>
                    <a:pt x="1517"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87"/>
            <p:cNvSpPr/>
            <p:nvPr/>
          </p:nvSpPr>
          <p:spPr>
            <a:xfrm>
              <a:off x="5036380" y="3831421"/>
              <a:ext cx="68034" cy="41177"/>
            </a:xfrm>
            <a:custGeom>
              <a:rect b="b" l="l" r="r" t="t"/>
              <a:pathLst>
                <a:path extrusionOk="0" h="1570" w="2594">
                  <a:moveTo>
                    <a:pt x="327" y="1"/>
                  </a:moveTo>
                  <a:cubicBezTo>
                    <a:pt x="149" y="1"/>
                    <a:pt x="0" y="150"/>
                    <a:pt x="0" y="333"/>
                  </a:cubicBezTo>
                  <a:lnTo>
                    <a:pt x="0" y="1237"/>
                  </a:lnTo>
                  <a:cubicBezTo>
                    <a:pt x="0" y="1420"/>
                    <a:pt x="149" y="1565"/>
                    <a:pt x="327" y="1569"/>
                  </a:cubicBezTo>
                  <a:lnTo>
                    <a:pt x="2267" y="1569"/>
                  </a:lnTo>
                  <a:cubicBezTo>
                    <a:pt x="2449" y="1565"/>
                    <a:pt x="2594" y="1420"/>
                    <a:pt x="2594" y="1237"/>
                  </a:cubicBezTo>
                  <a:lnTo>
                    <a:pt x="2594" y="333"/>
                  </a:lnTo>
                  <a:cubicBezTo>
                    <a:pt x="2594" y="150"/>
                    <a:pt x="2449" y="1"/>
                    <a:pt x="2267"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87"/>
            <p:cNvSpPr/>
            <p:nvPr/>
          </p:nvSpPr>
          <p:spPr>
            <a:xfrm>
              <a:off x="5146667" y="3869896"/>
              <a:ext cx="48626" cy="46265"/>
            </a:xfrm>
            <a:custGeom>
              <a:rect b="b" l="l" r="r" t="t"/>
              <a:pathLst>
                <a:path extrusionOk="0" h="1764" w="1854">
                  <a:moveTo>
                    <a:pt x="564" y="1"/>
                  </a:moveTo>
                  <a:cubicBezTo>
                    <a:pt x="475" y="1"/>
                    <a:pt x="388" y="41"/>
                    <a:pt x="333" y="117"/>
                  </a:cubicBezTo>
                  <a:lnTo>
                    <a:pt x="92" y="458"/>
                  </a:lnTo>
                  <a:cubicBezTo>
                    <a:pt x="1" y="584"/>
                    <a:pt x="30" y="762"/>
                    <a:pt x="155" y="853"/>
                  </a:cubicBezTo>
                  <a:lnTo>
                    <a:pt x="1348" y="1710"/>
                  </a:lnTo>
                  <a:cubicBezTo>
                    <a:pt x="1398" y="1746"/>
                    <a:pt x="1455" y="1763"/>
                    <a:pt x="1513" y="1763"/>
                  </a:cubicBezTo>
                  <a:cubicBezTo>
                    <a:pt x="1600" y="1763"/>
                    <a:pt x="1687" y="1723"/>
                    <a:pt x="1743" y="1647"/>
                  </a:cubicBezTo>
                  <a:lnTo>
                    <a:pt x="1853" y="1498"/>
                  </a:lnTo>
                  <a:lnTo>
                    <a:pt x="953" y="853"/>
                  </a:lnTo>
                  <a:cubicBezTo>
                    <a:pt x="828" y="762"/>
                    <a:pt x="799" y="584"/>
                    <a:pt x="891" y="458"/>
                  </a:cubicBezTo>
                  <a:lnTo>
                    <a:pt x="1026" y="266"/>
                  </a:lnTo>
                  <a:lnTo>
                    <a:pt x="732" y="54"/>
                  </a:lnTo>
                  <a:cubicBezTo>
                    <a:pt x="681" y="18"/>
                    <a:pt x="622" y="1"/>
                    <a:pt x="564"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87"/>
            <p:cNvSpPr/>
            <p:nvPr/>
          </p:nvSpPr>
          <p:spPr>
            <a:xfrm>
              <a:off x="4939575" y="3869896"/>
              <a:ext cx="48626" cy="46265"/>
            </a:xfrm>
            <a:custGeom>
              <a:rect b="b" l="l" r="r" t="t"/>
              <a:pathLst>
                <a:path extrusionOk="0" h="1764" w="1854">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030" y="1498"/>
                  </a:lnTo>
                  <a:lnTo>
                    <a:pt x="896" y="1310"/>
                  </a:lnTo>
                  <a:cubicBezTo>
                    <a:pt x="804" y="1180"/>
                    <a:pt x="833" y="1002"/>
                    <a:pt x="958" y="911"/>
                  </a:cubicBezTo>
                  <a:lnTo>
                    <a:pt x="1853" y="266"/>
                  </a:lnTo>
                  <a:lnTo>
                    <a:pt x="1747" y="117"/>
                  </a:lnTo>
                  <a:cubicBezTo>
                    <a:pt x="1692" y="41"/>
                    <a:pt x="1605" y="1"/>
                    <a:pt x="1517"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87"/>
            <p:cNvSpPr/>
            <p:nvPr/>
          </p:nvSpPr>
          <p:spPr>
            <a:xfrm>
              <a:off x="5036380" y="3831421"/>
              <a:ext cx="29690" cy="41177"/>
            </a:xfrm>
            <a:custGeom>
              <a:rect b="b" l="l" r="r" t="t"/>
              <a:pathLst>
                <a:path extrusionOk="0" h="1570" w="1132">
                  <a:moveTo>
                    <a:pt x="327" y="1"/>
                  </a:moveTo>
                  <a:cubicBezTo>
                    <a:pt x="145" y="1"/>
                    <a:pt x="0" y="150"/>
                    <a:pt x="0" y="333"/>
                  </a:cubicBezTo>
                  <a:lnTo>
                    <a:pt x="0" y="1237"/>
                  </a:lnTo>
                  <a:cubicBezTo>
                    <a:pt x="0" y="1420"/>
                    <a:pt x="145" y="1565"/>
                    <a:pt x="327" y="1569"/>
                  </a:cubicBezTo>
                  <a:lnTo>
                    <a:pt x="1131" y="1569"/>
                  </a:lnTo>
                  <a:cubicBezTo>
                    <a:pt x="948" y="1565"/>
                    <a:pt x="799" y="1420"/>
                    <a:pt x="799" y="1237"/>
                  </a:cubicBezTo>
                  <a:lnTo>
                    <a:pt x="799" y="333"/>
                  </a:lnTo>
                  <a:cubicBezTo>
                    <a:pt x="799" y="150"/>
                    <a:pt x="948" y="1"/>
                    <a:pt x="113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87"/>
            <p:cNvSpPr/>
            <p:nvPr/>
          </p:nvSpPr>
          <p:spPr>
            <a:xfrm>
              <a:off x="5051645" y="4023878"/>
              <a:ext cx="32837" cy="28247"/>
            </a:xfrm>
            <a:custGeom>
              <a:rect b="b" l="l" r="r" t="t"/>
              <a:pathLst>
                <a:path extrusionOk="0" h="1077" w="1252">
                  <a:moveTo>
                    <a:pt x="717" y="1"/>
                  </a:moveTo>
                  <a:cubicBezTo>
                    <a:pt x="236" y="1"/>
                    <a:pt x="0" y="578"/>
                    <a:pt x="337" y="920"/>
                  </a:cubicBezTo>
                  <a:cubicBezTo>
                    <a:pt x="446" y="1028"/>
                    <a:pt x="580" y="1077"/>
                    <a:pt x="711" y="1077"/>
                  </a:cubicBezTo>
                  <a:cubicBezTo>
                    <a:pt x="986" y="1077"/>
                    <a:pt x="1252" y="862"/>
                    <a:pt x="1252" y="540"/>
                  </a:cubicBezTo>
                  <a:cubicBezTo>
                    <a:pt x="1252" y="241"/>
                    <a:pt x="1011" y="1"/>
                    <a:pt x="717"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87"/>
            <p:cNvSpPr/>
            <p:nvPr/>
          </p:nvSpPr>
          <p:spPr>
            <a:xfrm>
              <a:off x="5056313" y="4023878"/>
              <a:ext cx="23238" cy="28247"/>
            </a:xfrm>
            <a:custGeom>
              <a:rect b="b" l="l" r="r" t="t"/>
              <a:pathLst>
                <a:path extrusionOk="0" h="1077" w="886">
                  <a:moveTo>
                    <a:pt x="540" y="1"/>
                  </a:moveTo>
                  <a:cubicBezTo>
                    <a:pt x="262" y="1"/>
                    <a:pt x="1" y="220"/>
                    <a:pt x="1" y="540"/>
                  </a:cubicBezTo>
                  <a:cubicBezTo>
                    <a:pt x="1" y="860"/>
                    <a:pt x="263" y="1076"/>
                    <a:pt x="540" y="1076"/>
                  </a:cubicBezTo>
                  <a:cubicBezTo>
                    <a:pt x="659" y="1076"/>
                    <a:pt x="781" y="1036"/>
                    <a:pt x="886" y="949"/>
                  </a:cubicBezTo>
                  <a:cubicBezTo>
                    <a:pt x="766" y="848"/>
                    <a:pt x="693" y="694"/>
                    <a:pt x="693" y="540"/>
                  </a:cubicBezTo>
                  <a:cubicBezTo>
                    <a:pt x="693" y="381"/>
                    <a:pt x="766" y="232"/>
                    <a:pt x="886" y="131"/>
                  </a:cubicBezTo>
                  <a:cubicBezTo>
                    <a:pt x="781" y="41"/>
                    <a:pt x="659" y="1"/>
                    <a:pt x="54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87"/>
            <p:cNvSpPr/>
            <p:nvPr/>
          </p:nvSpPr>
          <p:spPr>
            <a:xfrm>
              <a:off x="4936794" y="3914221"/>
              <a:ext cx="257239" cy="247483"/>
            </a:xfrm>
            <a:custGeom>
              <a:rect b="b" l="l" r="r" t="t"/>
              <a:pathLst>
                <a:path extrusionOk="0" h="9436" w="9808">
                  <a:moveTo>
                    <a:pt x="5093" y="398"/>
                  </a:moveTo>
                  <a:cubicBezTo>
                    <a:pt x="5648" y="398"/>
                    <a:pt x="6209" y="506"/>
                    <a:pt x="6742" y="727"/>
                  </a:cubicBezTo>
                  <a:cubicBezTo>
                    <a:pt x="8354" y="1396"/>
                    <a:pt x="9408" y="2969"/>
                    <a:pt x="9408" y="4716"/>
                  </a:cubicBezTo>
                  <a:cubicBezTo>
                    <a:pt x="9403" y="7102"/>
                    <a:pt x="7473" y="9032"/>
                    <a:pt x="5092" y="9037"/>
                  </a:cubicBezTo>
                  <a:cubicBezTo>
                    <a:pt x="3340" y="9037"/>
                    <a:pt x="1767" y="7983"/>
                    <a:pt x="1098" y="6371"/>
                  </a:cubicBezTo>
                  <a:cubicBezTo>
                    <a:pt x="429" y="4754"/>
                    <a:pt x="800" y="2897"/>
                    <a:pt x="2036" y="1665"/>
                  </a:cubicBezTo>
                  <a:cubicBezTo>
                    <a:pt x="2864" y="838"/>
                    <a:pt x="3969" y="398"/>
                    <a:pt x="5093" y="398"/>
                  </a:cubicBezTo>
                  <a:close/>
                  <a:moveTo>
                    <a:pt x="5092" y="0"/>
                  </a:moveTo>
                  <a:cubicBezTo>
                    <a:pt x="3181" y="0"/>
                    <a:pt x="1459" y="1150"/>
                    <a:pt x="727" y="2911"/>
                  </a:cubicBezTo>
                  <a:cubicBezTo>
                    <a:pt x="1" y="4677"/>
                    <a:pt x="405" y="6703"/>
                    <a:pt x="1752" y="8055"/>
                  </a:cubicBezTo>
                  <a:cubicBezTo>
                    <a:pt x="2656" y="8956"/>
                    <a:pt x="3862" y="9435"/>
                    <a:pt x="5089" y="9435"/>
                  </a:cubicBezTo>
                  <a:cubicBezTo>
                    <a:pt x="5697" y="9435"/>
                    <a:pt x="6311" y="9318"/>
                    <a:pt x="6896" y="9075"/>
                  </a:cubicBezTo>
                  <a:cubicBezTo>
                    <a:pt x="8657" y="8349"/>
                    <a:pt x="9807" y="6626"/>
                    <a:pt x="9807" y="4716"/>
                  </a:cubicBezTo>
                  <a:cubicBezTo>
                    <a:pt x="9807" y="2113"/>
                    <a:pt x="7695" y="0"/>
                    <a:pt x="5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87"/>
            <p:cNvSpPr/>
            <p:nvPr/>
          </p:nvSpPr>
          <p:spPr>
            <a:xfrm>
              <a:off x="4953842" y="3929984"/>
              <a:ext cx="224402" cy="215957"/>
            </a:xfrm>
            <a:custGeom>
              <a:rect b="b" l="l" r="r" t="t"/>
              <a:pathLst>
                <a:path extrusionOk="0" h="8234" w="8556">
                  <a:moveTo>
                    <a:pt x="4639" y="405"/>
                  </a:moveTo>
                  <a:cubicBezTo>
                    <a:pt x="5159" y="434"/>
                    <a:pt x="5664" y="569"/>
                    <a:pt x="6121" y="804"/>
                  </a:cubicBezTo>
                  <a:lnTo>
                    <a:pt x="5962" y="1079"/>
                  </a:lnTo>
                  <a:cubicBezTo>
                    <a:pt x="5873" y="1237"/>
                    <a:pt x="6007" y="1379"/>
                    <a:pt x="6143" y="1379"/>
                  </a:cubicBezTo>
                  <a:cubicBezTo>
                    <a:pt x="6205" y="1379"/>
                    <a:pt x="6268" y="1349"/>
                    <a:pt x="6309" y="1276"/>
                  </a:cubicBezTo>
                  <a:lnTo>
                    <a:pt x="6467" y="1002"/>
                  </a:lnTo>
                  <a:cubicBezTo>
                    <a:pt x="6900" y="1285"/>
                    <a:pt x="7271" y="1656"/>
                    <a:pt x="7550" y="2084"/>
                  </a:cubicBezTo>
                  <a:lnTo>
                    <a:pt x="7276" y="2243"/>
                  </a:lnTo>
                  <a:cubicBezTo>
                    <a:pt x="7081" y="2356"/>
                    <a:pt x="7194" y="2620"/>
                    <a:pt x="7372" y="2620"/>
                  </a:cubicBezTo>
                  <a:cubicBezTo>
                    <a:pt x="7406" y="2620"/>
                    <a:pt x="7441" y="2611"/>
                    <a:pt x="7478" y="2589"/>
                  </a:cubicBezTo>
                  <a:lnTo>
                    <a:pt x="7752" y="2431"/>
                  </a:lnTo>
                  <a:cubicBezTo>
                    <a:pt x="7988" y="2893"/>
                    <a:pt x="8123" y="3398"/>
                    <a:pt x="8151" y="3913"/>
                  </a:cubicBezTo>
                  <a:lnTo>
                    <a:pt x="7834" y="3913"/>
                  </a:lnTo>
                  <a:cubicBezTo>
                    <a:pt x="7566" y="3913"/>
                    <a:pt x="7564" y="4312"/>
                    <a:pt x="7829" y="4312"/>
                  </a:cubicBezTo>
                  <a:cubicBezTo>
                    <a:pt x="7831" y="4312"/>
                    <a:pt x="7832" y="4312"/>
                    <a:pt x="7834" y="4312"/>
                  </a:cubicBezTo>
                  <a:lnTo>
                    <a:pt x="8147" y="4312"/>
                  </a:lnTo>
                  <a:cubicBezTo>
                    <a:pt x="8123" y="4832"/>
                    <a:pt x="7983" y="5337"/>
                    <a:pt x="7752" y="5794"/>
                  </a:cubicBezTo>
                  <a:lnTo>
                    <a:pt x="7478" y="5635"/>
                  </a:lnTo>
                  <a:cubicBezTo>
                    <a:pt x="7442" y="5615"/>
                    <a:pt x="7408" y="5607"/>
                    <a:pt x="7375" y="5607"/>
                  </a:cubicBezTo>
                  <a:cubicBezTo>
                    <a:pt x="7195" y="5607"/>
                    <a:pt x="7080" y="5872"/>
                    <a:pt x="7276" y="5987"/>
                  </a:cubicBezTo>
                  <a:lnTo>
                    <a:pt x="7550" y="6140"/>
                  </a:lnTo>
                  <a:cubicBezTo>
                    <a:pt x="7266" y="6574"/>
                    <a:pt x="6900" y="6944"/>
                    <a:pt x="6467" y="7228"/>
                  </a:cubicBezTo>
                  <a:lnTo>
                    <a:pt x="6309" y="6954"/>
                  </a:lnTo>
                  <a:cubicBezTo>
                    <a:pt x="6268" y="6876"/>
                    <a:pt x="6203" y="6844"/>
                    <a:pt x="6139" y="6844"/>
                  </a:cubicBezTo>
                  <a:cubicBezTo>
                    <a:pt x="5999" y="6844"/>
                    <a:pt x="5860" y="6994"/>
                    <a:pt x="5962" y="7156"/>
                  </a:cubicBezTo>
                  <a:lnTo>
                    <a:pt x="6121" y="7430"/>
                  </a:lnTo>
                  <a:cubicBezTo>
                    <a:pt x="5659" y="7666"/>
                    <a:pt x="5159" y="7801"/>
                    <a:pt x="4639" y="7829"/>
                  </a:cubicBezTo>
                  <a:lnTo>
                    <a:pt x="4639" y="7512"/>
                  </a:lnTo>
                  <a:cubicBezTo>
                    <a:pt x="4639" y="7377"/>
                    <a:pt x="4539" y="7310"/>
                    <a:pt x="4439" y="7310"/>
                  </a:cubicBezTo>
                  <a:cubicBezTo>
                    <a:pt x="4339" y="7310"/>
                    <a:pt x="4240" y="7377"/>
                    <a:pt x="4240" y="7512"/>
                  </a:cubicBezTo>
                  <a:lnTo>
                    <a:pt x="4240" y="7829"/>
                  </a:lnTo>
                  <a:cubicBezTo>
                    <a:pt x="3725" y="7801"/>
                    <a:pt x="3219" y="7666"/>
                    <a:pt x="2758" y="7430"/>
                  </a:cubicBezTo>
                  <a:lnTo>
                    <a:pt x="2916" y="7156"/>
                  </a:lnTo>
                  <a:cubicBezTo>
                    <a:pt x="3018" y="6994"/>
                    <a:pt x="2879" y="6844"/>
                    <a:pt x="2740" y="6844"/>
                  </a:cubicBezTo>
                  <a:cubicBezTo>
                    <a:pt x="2675" y="6844"/>
                    <a:pt x="2611" y="6876"/>
                    <a:pt x="2570" y="6954"/>
                  </a:cubicBezTo>
                  <a:lnTo>
                    <a:pt x="2411" y="7228"/>
                  </a:lnTo>
                  <a:cubicBezTo>
                    <a:pt x="1983" y="6944"/>
                    <a:pt x="1612" y="6578"/>
                    <a:pt x="1328" y="6145"/>
                  </a:cubicBezTo>
                  <a:lnTo>
                    <a:pt x="1603" y="5987"/>
                  </a:lnTo>
                  <a:cubicBezTo>
                    <a:pt x="1798" y="5877"/>
                    <a:pt x="1683" y="5611"/>
                    <a:pt x="1503" y="5611"/>
                  </a:cubicBezTo>
                  <a:cubicBezTo>
                    <a:pt x="1471" y="5611"/>
                    <a:pt x="1436" y="5620"/>
                    <a:pt x="1401" y="5640"/>
                  </a:cubicBezTo>
                  <a:lnTo>
                    <a:pt x="1126" y="5799"/>
                  </a:lnTo>
                  <a:cubicBezTo>
                    <a:pt x="895" y="5337"/>
                    <a:pt x="761" y="4837"/>
                    <a:pt x="732" y="4317"/>
                  </a:cubicBezTo>
                  <a:lnTo>
                    <a:pt x="1049" y="4317"/>
                  </a:lnTo>
                  <a:cubicBezTo>
                    <a:pt x="1314" y="4317"/>
                    <a:pt x="1314" y="3917"/>
                    <a:pt x="1049" y="3917"/>
                  </a:cubicBezTo>
                  <a:lnTo>
                    <a:pt x="732" y="3917"/>
                  </a:lnTo>
                  <a:cubicBezTo>
                    <a:pt x="761" y="3403"/>
                    <a:pt x="895" y="2897"/>
                    <a:pt x="1126" y="2435"/>
                  </a:cubicBezTo>
                  <a:cubicBezTo>
                    <a:pt x="1425" y="2609"/>
                    <a:pt x="1434" y="2623"/>
                    <a:pt x="1502" y="2623"/>
                  </a:cubicBezTo>
                  <a:cubicBezTo>
                    <a:pt x="1709" y="2618"/>
                    <a:pt x="1781" y="2349"/>
                    <a:pt x="1603" y="2248"/>
                  </a:cubicBezTo>
                  <a:lnTo>
                    <a:pt x="1328" y="2089"/>
                  </a:lnTo>
                  <a:cubicBezTo>
                    <a:pt x="1612" y="1656"/>
                    <a:pt x="1983" y="1290"/>
                    <a:pt x="2411" y="1006"/>
                  </a:cubicBezTo>
                  <a:lnTo>
                    <a:pt x="2570" y="1281"/>
                  </a:lnTo>
                  <a:cubicBezTo>
                    <a:pt x="2612" y="1353"/>
                    <a:pt x="2675" y="1383"/>
                    <a:pt x="2737" y="1383"/>
                  </a:cubicBezTo>
                  <a:cubicBezTo>
                    <a:pt x="2874" y="1383"/>
                    <a:pt x="3009" y="1237"/>
                    <a:pt x="2916" y="1079"/>
                  </a:cubicBezTo>
                  <a:lnTo>
                    <a:pt x="2758" y="804"/>
                  </a:lnTo>
                  <a:cubicBezTo>
                    <a:pt x="3219" y="573"/>
                    <a:pt x="3725" y="434"/>
                    <a:pt x="4240" y="410"/>
                  </a:cubicBezTo>
                  <a:lnTo>
                    <a:pt x="4240" y="727"/>
                  </a:lnTo>
                  <a:cubicBezTo>
                    <a:pt x="4240" y="860"/>
                    <a:pt x="4339" y="926"/>
                    <a:pt x="4439" y="926"/>
                  </a:cubicBezTo>
                  <a:cubicBezTo>
                    <a:pt x="4539" y="926"/>
                    <a:pt x="4639" y="860"/>
                    <a:pt x="4639" y="727"/>
                  </a:cubicBezTo>
                  <a:lnTo>
                    <a:pt x="4639" y="405"/>
                  </a:lnTo>
                  <a:close/>
                  <a:moveTo>
                    <a:pt x="4442" y="1"/>
                  </a:moveTo>
                  <a:cubicBezTo>
                    <a:pt x="2772" y="1"/>
                    <a:pt x="1275" y="1002"/>
                    <a:pt x="636" y="2541"/>
                  </a:cubicBezTo>
                  <a:cubicBezTo>
                    <a:pt x="0" y="4081"/>
                    <a:pt x="352" y="5852"/>
                    <a:pt x="1531" y="7026"/>
                  </a:cubicBezTo>
                  <a:cubicBezTo>
                    <a:pt x="2316" y="7815"/>
                    <a:pt x="3369" y="8233"/>
                    <a:pt x="4441" y="8233"/>
                  </a:cubicBezTo>
                  <a:cubicBezTo>
                    <a:pt x="4971" y="8233"/>
                    <a:pt x="5506" y="8131"/>
                    <a:pt x="6015" y="7921"/>
                  </a:cubicBezTo>
                  <a:cubicBezTo>
                    <a:pt x="7555" y="7281"/>
                    <a:pt x="8556" y="5780"/>
                    <a:pt x="8556" y="4115"/>
                  </a:cubicBezTo>
                  <a:cubicBezTo>
                    <a:pt x="8551" y="1844"/>
                    <a:pt x="6713"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87"/>
            <p:cNvSpPr/>
            <p:nvPr/>
          </p:nvSpPr>
          <p:spPr>
            <a:xfrm>
              <a:off x="5049756" y="3968564"/>
              <a:ext cx="41046" cy="88649"/>
            </a:xfrm>
            <a:custGeom>
              <a:rect b="b" l="l" r="r" t="t"/>
              <a:pathLst>
                <a:path extrusionOk="0" h="3380" w="1565">
                  <a:moveTo>
                    <a:pt x="780" y="2309"/>
                  </a:moveTo>
                  <a:cubicBezTo>
                    <a:pt x="952" y="2309"/>
                    <a:pt x="1117" y="2442"/>
                    <a:pt x="1117" y="2644"/>
                  </a:cubicBezTo>
                  <a:cubicBezTo>
                    <a:pt x="1117" y="2831"/>
                    <a:pt x="967" y="2981"/>
                    <a:pt x="785" y="2981"/>
                  </a:cubicBezTo>
                  <a:lnTo>
                    <a:pt x="780" y="2981"/>
                  </a:lnTo>
                  <a:cubicBezTo>
                    <a:pt x="481" y="2981"/>
                    <a:pt x="332" y="2620"/>
                    <a:pt x="544" y="2408"/>
                  </a:cubicBezTo>
                  <a:cubicBezTo>
                    <a:pt x="613" y="2339"/>
                    <a:pt x="697" y="2309"/>
                    <a:pt x="780" y="2309"/>
                  </a:cubicBezTo>
                  <a:close/>
                  <a:moveTo>
                    <a:pt x="782" y="1"/>
                  </a:moveTo>
                  <a:cubicBezTo>
                    <a:pt x="682" y="1"/>
                    <a:pt x="583" y="67"/>
                    <a:pt x="583" y="199"/>
                  </a:cubicBezTo>
                  <a:lnTo>
                    <a:pt x="583" y="1936"/>
                  </a:lnTo>
                  <a:cubicBezTo>
                    <a:pt x="226" y="2037"/>
                    <a:pt x="0" y="2384"/>
                    <a:pt x="53" y="2745"/>
                  </a:cubicBezTo>
                  <a:cubicBezTo>
                    <a:pt x="101" y="3110"/>
                    <a:pt x="414" y="3380"/>
                    <a:pt x="780" y="3380"/>
                  </a:cubicBezTo>
                  <a:cubicBezTo>
                    <a:pt x="1150" y="3380"/>
                    <a:pt x="1463" y="3110"/>
                    <a:pt x="1511" y="2745"/>
                  </a:cubicBezTo>
                  <a:cubicBezTo>
                    <a:pt x="1564" y="2384"/>
                    <a:pt x="1338" y="2037"/>
                    <a:pt x="982" y="1936"/>
                  </a:cubicBezTo>
                  <a:lnTo>
                    <a:pt x="982" y="199"/>
                  </a:lnTo>
                  <a:cubicBezTo>
                    <a:pt x="982" y="67"/>
                    <a:pt x="882" y="1"/>
                    <a:pt x="7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87"/>
            <p:cNvSpPr/>
            <p:nvPr/>
          </p:nvSpPr>
          <p:spPr>
            <a:xfrm>
              <a:off x="4923550" y="3826123"/>
              <a:ext cx="293276" cy="357822"/>
            </a:xfrm>
            <a:custGeom>
              <a:rect b="b" l="l" r="r" t="t"/>
              <a:pathLst>
                <a:path extrusionOk="0" h="13643" w="11182">
                  <a:moveTo>
                    <a:pt x="5986" y="1969"/>
                  </a:moveTo>
                  <a:lnTo>
                    <a:pt x="5986" y="2503"/>
                  </a:lnTo>
                  <a:cubicBezTo>
                    <a:pt x="5871" y="2493"/>
                    <a:pt x="5717" y="2488"/>
                    <a:pt x="5587" y="2488"/>
                  </a:cubicBezTo>
                  <a:cubicBezTo>
                    <a:pt x="5457" y="2488"/>
                    <a:pt x="5313" y="2488"/>
                    <a:pt x="5202" y="2503"/>
                  </a:cubicBezTo>
                  <a:lnTo>
                    <a:pt x="5202" y="2498"/>
                  </a:lnTo>
                  <a:lnTo>
                    <a:pt x="5202" y="1969"/>
                  </a:lnTo>
                  <a:close/>
                  <a:moveTo>
                    <a:pt x="9064" y="1865"/>
                  </a:moveTo>
                  <a:cubicBezTo>
                    <a:pt x="9081" y="1865"/>
                    <a:pt x="9099" y="1871"/>
                    <a:pt x="9114" y="1882"/>
                  </a:cubicBezTo>
                  <a:lnTo>
                    <a:pt x="10312" y="2743"/>
                  </a:lnTo>
                  <a:cubicBezTo>
                    <a:pt x="10346" y="2767"/>
                    <a:pt x="10355" y="2820"/>
                    <a:pt x="10327" y="2859"/>
                  </a:cubicBezTo>
                  <a:lnTo>
                    <a:pt x="10086" y="3196"/>
                  </a:lnTo>
                  <a:cubicBezTo>
                    <a:pt x="10069" y="3219"/>
                    <a:pt x="10043" y="3230"/>
                    <a:pt x="10018" y="3230"/>
                  </a:cubicBezTo>
                  <a:cubicBezTo>
                    <a:pt x="10001" y="3230"/>
                    <a:pt x="9984" y="3225"/>
                    <a:pt x="9970" y="3215"/>
                  </a:cubicBezTo>
                  <a:lnTo>
                    <a:pt x="8777" y="2354"/>
                  </a:lnTo>
                  <a:cubicBezTo>
                    <a:pt x="8739" y="2330"/>
                    <a:pt x="8729" y="2277"/>
                    <a:pt x="8753" y="2238"/>
                  </a:cubicBezTo>
                  <a:lnTo>
                    <a:pt x="8999" y="1901"/>
                  </a:lnTo>
                  <a:cubicBezTo>
                    <a:pt x="9013" y="1878"/>
                    <a:pt x="9038" y="1865"/>
                    <a:pt x="9064" y="1865"/>
                  </a:cubicBezTo>
                  <a:close/>
                  <a:moveTo>
                    <a:pt x="2124" y="1867"/>
                  </a:moveTo>
                  <a:cubicBezTo>
                    <a:pt x="2149" y="1867"/>
                    <a:pt x="2173" y="1878"/>
                    <a:pt x="2190" y="1901"/>
                  </a:cubicBezTo>
                  <a:lnTo>
                    <a:pt x="2435" y="2243"/>
                  </a:lnTo>
                  <a:cubicBezTo>
                    <a:pt x="2459" y="2277"/>
                    <a:pt x="2455" y="2330"/>
                    <a:pt x="2416" y="2358"/>
                  </a:cubicBezTo>
                  <a:lnTo>
                    <a:pt x="1223" y="3215"/>
                  </a:lnTo>
                  <a:cubicBezTo>
                    <a:pt x="1208" y="3226"/>
                    <a:pt x="1190" y="3232"/>
                    <a:pt x="1173" y="3232"/>
                  </a:cubicBezTo>
                  <a:cubicBezTo>
                    <a:pt x="1147" y="3232"/>
                    <a:pt x="1122" y="3219"/>
                    <a:pt x="1107" y="3196"/>
                  </a:cubicBezTo>
                  <a:lnTo>
                    <a:pt x="862" y="2859"/>
                  </a:lnTo>
                  <a:cubicBezTo>
                    <a:pt x="838" y="2820"/>
                    <a:pt x="843" y="2767"/>
                    <a:pt x="881" y="2743"/>
                  </a:cubicBezTo>
                  <a:lnTo>
                    <a:pt x="2074" y="1882"/>
                  </a:lnTo>
                  <a:cubicBezTo>
                    <a:pt x="2090" y="1872"/>
                    <a:pt x="2107" y="1867"/>
                    <a:pt x="2124" y="1867"/>
                  </a:cubicBezTo>
                  <a:close/>
                  <a:moveTo>
                    <a:pt x="2151" y="3042"/>
                  </a:moveTo>
                  <a:lnTo>
                    <a:pt x="2445" y="3455"/>
                  </a:lnTo>
                  <a:cubicBezTo>
                    <a:pt x="2387" y="3494"/>
                    <a:pt x="2334" y="3532"/>
                    <a:pt x="2281" y="3571"/>
                  </a:cubicBezTo>
                  <a:lnTo>
                    <a:pt x="1988" y="3157"/>
                  </a:lnTo>
                  <a:lnTo>
                    <a:pt x="2151" y="3042"/>
                  </a:lnTo>
                  <a:close/>
                  <a:moveTo>
                    <a:pt x="9037" y="3042"/>
                  </a:moveTo>
                  <a:lnTo>
                    <a:pt x="9201" y="3162"/>
                  </a:lnTo>
                  <a:lnTo>
                    <a:pt x="8907" y="3576"/>
                  </a:lnTo>
                  <a:cubicBezTo>
                    <a:pt x="8854" y="3532"/>
                    <a:pt x="8796" y="3494"/>
                    <a:pt x="8744" y="3455"/>
                  </a:cubicBezTo>
                  <a:lnTo>
                    <a:pt x="9037" y="3042"/>
                  </a:lnTo>
                  <a:close/>
                  <a:moveTo>
                    <a:pt x="4625" y="1"/>
                  </a:moveTo>
                  <a:cubicBezTo>
                    <a:pt x="4331" y="1"/>
                    <a:pt x="4095" y="236"/>
                    <a:pt x="4095" y="530"/>
                  </a:cubicBezTo>
                  <a:lnTo>
                    <a:pt x="4095" y="1439"/>
                  </a:lnTo>
                  <a:cubicBezTo>
                    <a:pt x="4095" y="1728"/>
                    <a:pt x="4331" y="1969"/>
                    <a:pt x="4625" y="1969"/>
                  </a:cubicBezTo>
                  <a:lnTo>
                    <a:pt x="4798" y="1969"/>
                  </a:lnTo>
                  <a:lnTo>
                    <a:pt x="4798" y="2541"/>
                  </a:lnTo>
                  <a:cubicBezTo>
                    <a:pt x="4086" y="2642"/>
                    <a:pt x="3402" y="2878"/>
                    <a:pt x="2782" y="3244"/>
                  </a:cubicBezTo>
                  <a:lnTo>
                    <a:pt x="2474" y="2806"/>
                  </a:lnTo>
                  <a:lnTo>
                    <a:pt x="2647" y="2681"/>
                  </a:lnTo>
                  <a:cubicBezTo>
                    <a:pt x="2864" y="2527"/>
                    <a:pt x="2912" y="2224"/>
                    <a:pt x="2758" y="2007"/>
                  </a:cubicBezTo>
                  <a:lnTo>
                    <a:pt x="2512" y="1666"/>
                  </a:lnTo>
                  <a:cubicBezTo>
                    <a:pt x="2419" y="1534"/>
                    <a:pt x="2271" y="1465"/>
                    <a:pt x="2120" y="1465"/>
                  </a:cubicBezTo>
                  <a:cubicBezTo>
                    <a:pt x="2023" y="1465"/>
                    <a:pt x="1924" y="1494"/>
                    <a:pt x="1839" y="1555"/>
                  </a:cubicBezTo>
                  <a:lnTo>
                    <a:pt x="645" y="2416"/>
                  </a:lnTo>
                  <a:cubicBezTo>
                    <a:pt x="429" y="2570"/>
                    <a:pt x="381" y="2873"/>
                    <a:pt x="535" y="3090"/>
                  </a:cubicBezTo>
                  <a:lnTo>
                    <a:pt x="780" y="3431"/>
                  </a:lnTo>
                  <a:cubicBezTo>
                    <a:pt x="873" y="3563"/>
                    <a:pt x="1022" y="3632"/>
                    <a:pt x="1172" y="3632"/>
                  </a:cubicBezTo>
                  <a:cubicBezTo>
                    <a:pt x="1270" y="3632"/>
                    <a:pt x="1368" y="3603"/>
                    <a:pt x="1454" y="3542"/>
                  </a:cubicBezTo>
                  <a:lnTo>
                    <a:pt x="1661" y="3393"/>
                  </a:lnTo>
                  <a:lnTo>
                    <a:pt x="1969" y="3821"/>
                  </a:lnTo>
                  <a:cubicBezTo>
                    <a:pt x="718" y="4885"/>
                    <a:pt x="1" y="6439"/>
                    <a:pt x="1" y="8075"/>
                  </a:cubicBezTo>
                  <a:cubicBezTo>
                    <a:pt x="15" y="11058"/>
                    <a:pt x="2363" y="13502"/>
                    <a:pt x="5342" y="13637"/>
                  </a:cubicBezTo>
                  <a:cubicBezTo>
                    <a:pt x="5428" y="13641"/>
                    <a:pt x="5513" y="13643"/>
                    <a:pt x="5598" y="13643"/>
                  </a:cubicBezTo>
                  <a:cubicBezTo>
                    <a:pt x="8466" y="13643"/>
                    <a:pt x="10888" y="11463"/>
                    <a:pt x="11164" y="8580"/>
                  </a:cubicBezTo>
                  <a:cubicBezTo>
                    <a:pt x="11182" y="8434"/>
                    <a:pt x="11071" y="8355"/>
                    <a:pt x="10962" y="8355"/>
                  </a:cubicBezTo>
                  <a:cubicBezTo>
                    <a:pt x="10866" y="8355"/>
                    <a:pt x="10771" y="8416"/>
                    <a:pt x="10764" y="8546"/>
                  </a:cubicBezTo>
                  <a:cubicBezTo>
                    <a:pt x="10577" y="10591"/>
                    <a:pt x="9201" y="12338"/>
                    <a:pt x="7252" y="12997"/>
                  </a:cubicBezTo>
                  <a:cubicBezTo>
                    <a:pt x="6709" y="13179"/>
                    <a:pt x="6150" y="13268"/>
                    <a:pt x="5596" y="13268"/>
                  </a:cubicBezTo>
                  <a:cubicBezTo>
                    <a:pt x="4162" y="13268"/>
                    <a:pt x="2761" y="12675"/>
                    <a:pt x="1762" y="11578"/>
                  </a:cubicBezTo>
                  <a:cubicBezTo>
                    <a:pt x="376" y="10062"/>
                    <a:pt x="15" y="7868"/>
                    <a:pt x="843" y="5982"/>
                  </a:cubicBezTo>
                  <a:cubicBezTo>
                    <a:pt x="1670" y="4100"/>
                    <a:pt x="3532" y="2888"/>
                    <a:pt x="5592" y="2883"/>
                  </a:cubicBezTo>
                  <a:cubicBezTo>
                    <a:pt x="8272" y="2883"/>
                    <a:pt x="10548" y="4976"/>
                    <a:pt x="10764" y="7647"/>
                  </a:cubicBezTo>
                  <a:cubicBezTo>
                    <a:pt x="10776" y="7770"/>
                    <a:pt x="10869" y="7829"/>
                    <a:pt x="10963" y="7829"/>
                  </a:cubicBezTo>
                  <a:cubicBezTo>
                    <a:pt x="11070" y="7829"/>
                    <a:pt x="11177" y="7754"/>
                    <a:pt x="11164" y="7613"/>
                  </a:cubicBezTo>
                  <a:cubicBezTo>
                    <a:pt x="11044" y="6140"/>
                    <a:pt x="10341" y="4779"/>
                    <a:pt x="9220" y="3821"/>
                  </a:cubicBezTo>
                  <a:lnTo>
                    <a:pt x="9518" y="3393"/>
                  </a:lnTo>
                  <a:lnTo>
                    <a:pt x="9725" y="3542"/>
                  </a:lnTo>
                  <a:cubicBezTo>
                    <a:pt x="9810" y="3603"/>
                    <a:pt x="9909" y="3632"/>
                    <a:pt x="10007" y="3632"/>
                  </a:cubicBezTo>
                  <a:cubicBezTo>
                    <a:pt x="10158" y="3632"/>
                    <a:pt x="10307" y="3563"/>
                    <a:pt x="10404" y="3431"/>
                  </a:cubicBezTo>
                  <a:lnTo>
                    <a:pt x="10644" y="3095"/>
                  </a:lnTo>
                  <a:cubicBezTo>
                    <a:pt x="10803" y="2878"/>
                    <a:pt x="10755" y="2575"/>
                    <a:pt x="10538" y="2416"/>
                  </a:cubicBezTo>
                  <a:lnTo>
                    <a:pt x="9350" y="1555"/>
                  </a:lnTo>
                  <a:cubicBezTo>
                    <a:pt x="9263" y="1494"/>
                    <a:pt x="9163" y="1465"/>
                    <a:pt x="9066" y="1465"/>
                  </a:cubicBezTo>
                  <a:cubicBezTo>
                    <a:pt x="8915" y="1465"/>
                    <a:pt x="8768" y="1534"/>
                    <a:pt x="8671" y="1666"/>
                  </a:cubicBezTo>
                  <a:lnTo>
                    <a:pt x="8426" y="2007"/>
                  </a:lnTo>
                  <a:cubicBezTo>
                    <a:pt x="8272" y="2224"/>
                    <a:pt x="8320" y="2522"/>
                    <a:pt x="8537" y="2681"/>
                  </a:cubicBezTo>
                  <a:lnTo>
                    <a:pt x="8710" y="2806"/>
                  </a:lnTo>
                  <a:lnTo>
                    <a:pt x="8402" y="3239"/>
                  </a:lnTo>
                  <a:cubicBezTo>
                    <a:pt x="7781" y="2878"/>
                    <a:pt x="7098" y="2642"/>
                    <a:pt x="6386" y="2541"/>
                  </a:cubicBezTo>
                  <a:lnTo>
                    <a:pt x="6386" y="1969"/>
                  </a:lnTo>
                  <a:lnTo>
                    <a:pt x="6559" y="1969"/>
                  </a:lnTo>
                  <a:cubicBezTo>
                    <a:pt x="6852" y="1969"/>
                    <a:pt x="7088" y="1728"/>
                    <a:pt x="7088" y="1439"/>
                  </a:cubicBezTo>
                  <a:lnTo>
                    <a:pt x="7088" y="530"/>
                  </a:lnTo>
                  <a:cubicBezTo>
                    <a:pt x="7088" y="236"/>
                    <a:pt x="6852" y="1"/>
                    <a:pt x="6559" y="1"/>
                  </a:cubicBezTo>
                  <a:lnTo>
                    <a:pt x="6059" y="1"/>
                  </a:lnTo>
                  <a:cubicBezTo>
                    <a:pt x="5794" y="1"/>
                    <a:pt x="5794" y="400"/>
                    <a:pt x="6059" y="400"/>
                  </a:cubicBezTo>
                  <a:lnTo>
                    <a:pt x="6559" y="400"/>
                  </a:lnTo>
                  <a:cubicBezTo>
                    <a:pt x="6631" y="400"/>
                    <a:pt x="6689" y="458"/>
                    <a:pt x="6689" y="530"/>
                  </a:cubicBezTo>
                  <a:lnTo>
                    <a:pt x="6689" y="1439"/>
                  </a:lnTo>
                  <a:cubicBezTo>
                    <a:pt x="6689" y="1507"/>
                    <a:pt x="6631" y="1564"/>
                    <a:pt x="6559" y="1569"/>
                  </a:cubicBezTo>
                  <a:lnTo>
                    <a:pt x="4625" y="1569"/>
                  </a:lnTo>
                  <a:cubicBezTo>
                    <a:pt x="4552" y="1564"/>
                    <a:pt x="4495" y="1507"/>
                    <a:pt x="4495" y="1439"/>
                  </a:cubicBezTo>
                  <a:lnTo>
                    <a:pt x="4495" y="530"/>
                  </a:lnTo>
                  <a:cubicBezTo>
                    <a:pt x="4495" y="458"/>
                    <a:pt x="4552" y="400"/>
                    <a:pt x="4625" y="400"/>
                  </a:cubicBezTo>
                  <a:lnTo>
                    <a:pt x="5125" y="400"/>
                  </a:lnTo>
                  <a:cubicBezTo>
                    <a:pt x="5390" y="400"/>
                    <a:pt x="5390" y="1"/>
                    <a:pt x="51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8" name="Google Shape;15978;p87"/>
          <p:cNvGrpSpPr/>
          <p:nvPr/>
        </p:nvGrpSpPr>
        <p:grpSpPr>
          <a:xfrm>
            <a:off x="5332567" y="3825756"/>
            <a:ext cx="360995" cy="359212"/>
            <a:chOff x="5332567" y="3825756"/>
            <a:chExt cx="360995" cy="359212"/>
          </a:xfrm>
        </p:grpSpPr>
        <p:sp>
          <p:nvSpPr>
            <p:cNvPr id="15979" name="Google Shape;15979;p87"/>
            <p:cNvSpPr/>
            <p:nvPr/>
          </p:nvSpPr>
          <p:spPr>
            <a:xfrm>
              <a:off x="5439077" y="4024901"/>
              <a:ext cx="55681" cy="55681"/>
            </a:xfrm>
            <a:custGeom>
              <a:rect b="b" l="l" r="r" t="t"/>
              <a:pathLst>
                <a:path extrusionOk="0" h="2123" w="2123">
                  <a:moveTo>
                    <a:pt x="1314" y="0"/>
                  </a:moveTo>
                  <a:lnTo>
                    <a:pt x="1" y="1314"/>
                  </a:lnTo>
                  <a:cubicBezTo>
                    <a:pt x="97" y="1328"/>
                    <a:pt x="188" y="1371"/>
                    <a:pt x="260" y="1444"/>
                  </a:cubicBezTo>
                  <a:lnTo>
                    <a:pt x="684" y="1862"/>
                  </a:lnTo>
                  <a:cubicBezTo>
                    <a:pt x="751" y="1934"/>
                    <a:pt x="794" y="2026"/>
                    <a:pt x="809" y="2122"/>
                  </a:cubicBezTo>
                  <a:lnTo>
                    <a:pt x="2123" y="809"/>
                  </a:lnTo>
                  <a:cubicBezTo>
                    <a:pt x="1815" y="582"/>
                    <a:pt x="1540" y="308"/>
                    <a:pt x="1314" y="0"/>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87"/>
            <p:cNvSpPr/>
            <p:nvPr/>
          </p:nvSpPr>
          <p:spPr>
            <a:xfrm>
              <a:off x="5439077" y="4024901"/>
              <a:ext cx="44954" cy="55681"/>
            </a:xfrm>
            <a:custGeom>
              <a:rect b="b" l="l" r="r" t="t"/>
              <a:pathLst>
                <a:path extrusionOk="0" h="2123" w="1714">
                  <a:moveTo>
                    <a:pt x="1314" y="0"/>
                  </a:moveTo>
                  <a:lnTo>
                    <a:pt x="1" y="1309"/>
                  </a:lnTo>
                  <a:cubicBezTo>
                    <a:pt x="97" y="1323"/>
                    <a:pt x="188" y="1371"/>
                    <a:pt x="260" y="1439"/>
                  </a:cubicBezTo>
                  <a:lnTo>
                    <a:pt x="679" y="1862"/>
                  </a:lnTo>
                  <a:cubicBezTo>
                    <a:pt x="751" y="1930"/>
                    <a:pt x="794" y="2021"/>
                    <a:pt x="809" y="2122"/>
                  </a:cubicBezTo>
                  <a:lnTo>
                    <a:pt x="1305" y="1627"/>
                  </a:lnTo>
                  <a:lnTo>
                    <a:pt x="1122" y="1439"/>
                  </a:lnTo>
                  <a:cubicBezTo>
                    <a:pt x="1011" y="1338"/>
                    <a:pt x="1011" y="1165"/>
                    <a:pt x="1112" y="1059"/>
                  </a:cubicBezTo>
                  <a:lnTo>
                    <a:pt x="1714" y="457"/>
                  </a:lnTo>
                  <a:cubicBezTo>
                    <a:pt x="1569" y="313"/>
                    <a:pt x="1434" y="159"/>
                    <a:pt x="1314" y="0"/>
                  </a:cubicBezTo>
                  <a:close/>
                </a:path>
              </a:pathLst>
            </a:custGeom>
            <a:solidFill>
              <a:srgbClr val="C5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87"/>
            <p:cNvSpPr/>
            <p:nvPr/>
          </p:nvSpPr>
          <p:spPr>
            <a:xfrm>
              <a:off x="5434278" y="3831027"/>
              <a:ext cx="254328" cy="242526"/>
            </a:xfrm>
            <a:custGeom>
              <a:rect b="b" l="l" r="r" t="t"/>
              <a:pathLst>
                <a:path extrusionOk="0" h="9247" w="9697">
                  <a:moveTo>
                    <a:pt x="5077" y="0"/>
                  </a:moveTo>
                  <a:cubicBezTo>
                    <a:pt x="3873" y="0"/>
                    <a:pt x="2691" y="471"/>
                    <a:pt x="1805" y="1353"/>
                  </a:cubicBezTo>
                  <a:cubicBezTo>
                    <a:pt x="1" y="3163"/>
                    <a:pt x="1" y="6088"/>
                    <a:pt x="1805" y="7893"/>
                  </a:cubicBezTo>
                  <a:cubicBezTo>
                    <a:pt x="2690" y="8777"/>
                    <a:pt x="3871" y="9247"/>
                    <a:pt x="5073" y="9247"/>
                  </a:cubicBezTo>
                  <a:cubicBezTo>
                    <a:pt x="5669" y="9247"/>
                    <a:pt x="6270" y="9131"/>
                    <a:pt x="6843" y="8893"/>
                  </a:cubicBezTo>
                  <a:cubicBezTo>
                    <a:pt x="8570" y="8176"/>
                    <a:pt x="9696" y="6492"/>
                    <a:pt x="9696" y="4625"/>
                  </a:cubicBezTo>
                  <a:cubicBezTo>
                    <a:pt x="9696" y="2754"/>
                    <a:pt x="8570" y="1070"/>
                    <a:pt x="6843" y="353"/>
                  </a:cubicBezTo>
                  <a:cubicBezTo>
                    <a:pt x="6272" y="115"/>
                    <a:pt x="5672" y="0"/>
                    <a:pt x="5077"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87"/>
            <p:cNvSpPr/>
            <p:nvPr/>
          </p:nvSpPr>
          <p:spPr>
            <a:xfrm>
              <a:off x="5446028" y="3831080"/>
              <a:ext cx="131767" cy="242395"/>
            </a:xfrm>
            <a:custGeom>
              <a:rect b="b" l="l" r="r" t="t"/>
              <a:pathLst>
                <a:path extrusionOk="0" h="9242" w="5024">
                  <a:moveTo>
                    <a:pt x="4614" y="1"/>
                  </a:moveTo>
                  <a:cubicBezTo>
                    <a:pt x="2089" y="1"/>
                    <a:pt x="0" y="2048"/>
                    <a:pt x="0" y="4623"/>
                  </a:cubicBezTo>
                  <a:cubicBezTo>
                    <a:pt x="0" y="7195"/>
                    <a:pt x="2089" y="9241"/>
                    <a:pt x="4614" y="9241"/>
                  </a:cubicBezTo>
                  <a:cubicBezTo>
                    <a:pt x="4749" y="9241"/>
                    <a:pt x="4886" y="9235"/>
                    <a:pt x="5024" y="9223"/>
                  </a:cubicBezTo>
                  <a:cubicBezTo>
                    <a:pt x="3936" y="9132"/>
                    <a:pt x="2916" y="8660"/>
                    <a:pt x="2151" y="7891"/>
                  </a:cubicBezTo>
                  <a:cubicBezTo>
                    <a:pt x="876" y="6620"/>
                    <a:pt x="457" y="4724"/>
                    <a:pt x="1073" y="3036"/>
                  </a:cubicBezTo>
                  <a:cubicBezTo>
                    <a:pt x="1689" y="1351"/>
                    <a:pt x="3229" y="173"/>
                    <a:pt x="5024" y="19"/>
                  </a:cubicBezTo>
                  <a:cubicBezTo>
                    <a:pt x="4886" y="7"/>
                    <a:pt x="4749" y="1"/>
                    <a:pt x="4614"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87"/>
            <p:cNvSpPr/>
            <p:nvPr/>
          </p:nvSpPr>
          <p:spPr>
            <a:xfrm>
              <a:off x="5469239" y="3854212"/>
              <a:ext cx="205729" cy="196208"/>
            </a:xfrm>
            <a:custGeom>
              <a:rect b="b" l="l" r="r" t="t"/>
              <a:pathLst>
                <a:path extrusionOk="0" h="7481" w="7844">
                  <a:moveTo>
                    <a:pt x="3740" y="0"/>
                  </a:moveTo>
                  <a:cubicBezTo>
                    <a:pt x="3258" y="0"/>
                    <a:pt x="2773" y="94"/>
                    <a:pt x="2310" y="287"/>
                  </a:cubicBezTo>
                  <a:cubicBezTo>
                    <a:pt x="910" y="864"/>
                    <a:pt x="1" y="2231"/>
                    <a:pt x="1" y="3741"/>
                  </a:cubicBezTo>
                  <a:cubicBezTo>
                    <a:pt x="1" y="5252"/>
                    <a:pt x="910" y="6619"/>
                    <a:pt x="2310" y="7196"/>
                  </a:cubicBezTo>
                  <a:cubicBezTo>
                    <a:pt x="2773" y="7388"/>
                    <a:pt x="3258" y="7481"/>
                    <a:pt x="3740" y="7481"/>
                  </a:cubicBezTo>
                  <a:cubicBezTo>
                    <a:pt x="4712" y="7481"/>
                    <a:pt x="5668" y="7102"/>
                    <a:pt x="6386" y="6388"/>
                  </a:cubicBezTo>
                  <a:cubicBezTo>
                    <a:pt x="7844" y="4925"/>
                    <a:pt x="7844" y="2558"/>
                    <a:pt x="6386" y="1095"/>
                  </a:cubicBezTo>
                  <a:cubicBezTo>
                    <a:pt x="5668" y="381"/>
                    <a:pt x="4712" y="0"/>
                    <a:pt x="3740"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87"/>
            <p:cNvSpPr/>
            <p:nvPr/>
          </p:nvSpPr>
          <p:spPr>
            <a:xfrm>
              <a:off x="5469108" y="3854186"/>
              <a:ext cx="108818" cy="196182"/>
            </a:xfrm>
            <a:custGeom>
              <a:rect b="b" l="l" r="r" t="t"/>
              <a:pathLst>
                <a:path extrusionOk="0" h="7480" w="4149">
                  <a:moveTo>
                    <a:pt x="3738" y="1"/>
                  </a:moveTo>
                  <a:cubicBezTo>
                    <a:pt x="1701" y="1"/>
                    <a:pt x="1" y="1654"/>
                    <a:pt x="1" y="3742"/>
                  </a:cubicBezTo>
                  <a:cubicBezTo>
                    <a:pt x="1" y="5827"/>
                    <a:pt x="1701" y="7479"/>
                    <a:pt x="3737" y="7479"/>
                  </a:cubicBezTo>
                  <a:cubicBezTo>
                    <a:pt x="3873" y="7479"/>
                    <a:pt x="4010" y="7472"/>
                    <a:pt x="4148" y="7457"/>
                  </a:cubicBezTo>
                  <a:cubicBezTo>
                    <a:pt x="3297" y="7370"/>
                    <a:pt x="2508" y="6990"/>
                    <a:pt x="1901" y="6384"/>
                  </a:cubicBezTo>
                  <a:cubicBezTo>
                    <a:pt x="886" y="5369"/>
                    <a:pt x="540" y="3853"/>
                    <a:pt x="1021" y="2496"/>
                  </a:cubicBezTo>
                  <a:cubicBezTo>
                    <a:pt x="1497" y="1139"/>
                    <a:pt x="2715" y="177"/>
                    <a:pt x="4148" y="23"/>
                  </a:cubicBezTo>
                  <a:cubicBezTo>
                    <a:pt x="4010" y="8"/>
                    <a:pt x="3873" y="1"/>
                    <a:pt x="3738"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87"/>
            <p:cNvSpPr/>
            <p:nvPr/>
          </p:nvSpPr>
          <p:spPr>
            <a:xfrm>
              <a:off x="5531451" y="3892898"/>
              <a:ext cx="62762" cy="53740"/>
            </a:xfrm>
            <a:custGeom>
              <a:rect b="b" l="l" r="r" t="t"/>
              <a:pathLst>
                <a:path extrusionOk="0" h="2049" w="2393">
                  <a:moveTo>
                    <a:pt x="1367" y="0"/>
                  </a:moveTo>
                  <a:cubicBezTo>
                    <a:pt x="458" y="0"/>
                    <a:pt x="1" y="1102"/>
                    <a:pt x="645" y="1747"/>
                  </a:cubicBezTo>
                  <a:cubicBezTo>
                    <a:pt x="854" y="1955"/>
                    <a:pt x="1110" y="2049"/>
                    <a:pt x="1362" y="2049"/>
                  </a:cubicBezTo>
                  <a:cubicBezTo>
                    <a:pt x="1888" y="2049"/>
                    <a:pt x="2392" y="1640"/>
                    <a:pt x="2392" y="1025"/>
                  </a:cubicBezTo>
                  <a:cubicBezTo>
                    <a:pt x="2392" y="457"/>
                    <a:pt x="1930" y="0"/>
                    <a:pt x="1367" y="0"/>
                  </a:cubicBezTo>
                  <a:close/>
                </a:path>
              </a:pathLst>
            </a:custGeom>
            <a:solidFill>
              <a:srgbClr val="E2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87"/>
            <p:cNvSpPr/>
            <p:nvPr/>
          </p:nvSpPr>
          <p:spPr>
            <a:xfrm>
              <a:off x="5540420" y="3892845"/>
              <a:ext cx="37374" cy="53740"/>
            </a:xfrm>
            <a:custGeom>
              <a:rect b="b" l="l" r="r" t="t"/>
              <a:pathLst>
                <a:path extrusionOk="0" h="2049" w="1425">
                  <a:moveTo>
                    <a:pt x="1023" y="0"/>
                  </a:moveTo>
                  <a:cubicBezTo>
                    <a:pt x="484" y="0"/>
                    <a:pt x="0" y="436"/>
                    <a:pt x="0" y="1027"/>
                  </a:cubicBezTo>
                  <a:cubicBezTo>
                    <a:pt x="0" y="1614"/>
                    <a:pt x="484" y="2049"/>
                    <a:pt x="1022" y="2049"/>
                  </a:cubicBezTo>
                  <a:cubicBezTo>
                    <a:pt x="1155" y="2049"/>
                    <a:pt x="1291" y="2022"/>
                    <a:pt x="1425" y="1965"/>
                  </a:cubicBezTo>
                  <a:cubicBezTo>
                    <a:pt x="1049" y="1806"/>
                    <a:pt x="804" y="1436"/>
                    <a:pt x="804" y="1027"/>
                  </a:cubicBezTo>
                  <a:cubicBezTo>
                    <a:pt x="804" y="618"/>
                    <a:pt x="1049" y="247"/>
                    <a:pt x="1425" y="84"/>
                  </a:cubicBezTo>
                  <a:cubicBezTo>
                    <a:pt x="1292" y="27"/>
                    <a:pt x="1155" y="0"/>
                    <a:pt x="1023" y="0"/>
                  </a:cubicBezTo>
                  <a:close/>
                </a:path>
              </a:pathLst>
            </a:custGeom>
            <a:solidFill>
              <a:srgbClr val="DA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87"/>
            <p:cNvSpPr/>
            <p:nvPr/>
          </p:nvSpPr>
          <p:spPr>
            <a:xfrm>
              <a:off x="5523372" y="3946533"/>
              <a:ext cx="87862" cy="56179"/>
            </a:xfrm>
            <a:custGeom>
              <a:rect b="b" l="l" r="r" t="t"/>
              <a:pathLst>
                <a:path extrusionOk="0" h="2142" w="3350">
                  <a:moveTo>
                    <a:pt x="1098" y="0"/>
                  </a:moveTo>
                  <a:cubicBezTo>
                    <a:pt x="492" y="0"/>
                    <a:pt x="6" y="491"/>
                    <a:pt x="1" y="1097"/>
                  </a:cubicBezTo>
                  <a:lnTo>
                    <a:pt x="1" y="1954"/>
                  </a:lnTo>
                  <a:cubicBezTo>
                    <a:pt x="1" y="2055"/>
                    <a:pt x="87" y="2141"/>
                    <a:pt x="188" y="2141"/>
                  </a:cubicBezTo>
                  <a:lnTo>
                    <a:pt x="3162" y="2141"/>
                  </a:lnTo>
                  <a:cubicBezTo>
                    <a:pt x="3268" y="2141"/>
                    <a:pt x="3350" y="2055"/>
                    <a:pt x="3350" y="1954"/>
                  </a:cubicBezTo>
                  <a:lnTo>
                    <a:pt x="3350" y="1097"/>
                  </a:lnTo>
                  <a:cubicBezTo>
                    <a:pt x="3350" y="491"/>
                    <a:pt x="2859" y="5"/>
                    <a:pt x="2253"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87"/>
            <p:cNvSpPr/>
            <p:nvPr/>
          </p:nvSpPr>
          <p:spPr>
            <a:xfrm>
              <a:off x="5523372" y="3946533"/>
              <a:ext cx="49885" cy="56179"/>
            </a:xfrm>
            <a:custGeom>
              <a:rect b="b" l="l" r="r" t="t"/>
              <a:pathLst>
                <a:path extrusionOk="0" h="2142" w="1902">
                  <a:moveTo>
                    <a:pt x="1098" y="0"/>
                  </a:moveTo>
                  <a:cubicBezTo>
                    <a:pt x="492" y="5"/>
                    <a:pt x="6" y="491"/>
                    <a:pt x="1" y="1097"/>
                  </a:cubicBezTo>
                  <a:lnTo>
                    <a:pt x="1" y="1954"/>
                  </a:lnTo>
                  <a:cubicBezTo>
                    <a:pt x="1" y="2059"/>
                    <a:pt x="87" y="2141"/>
                    <a:pt x="188" y="2141"/>
                  </a:cubicBezTo>
                  <a:lnTo>
                    <a:pt x="992" y="2141"/>
                  </a:lnTo>
                  <a:cubicBezTo>
                    <a:pt x="886" y="2141"/>
                    <a:pt x="804" y="2055"/>
                    <a:pt x="804" y="1954"/>
                  </a:cubicBezTo>
                  <a:lnTo>
                    <a:pt x="804" y="1097"/>
                  </a:lnTo>
                  <a:cubicBezTo>
                    <a:pt x="804" y="491"/>
                    <a:pt x="1295" y="5"/>
                    <a:pt x="190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87"/>
            <p:cNvSpPr/>
            <p:nvPr/>
          </p:nvSpPr>
          <p:spPr>
            <a:xfrm>
              <a:off x="5338495" y="4055272"/>
              <a:ext cx="127098" cy="124528"/>
            </a:xfrm>
            <a:custGeom>
              <a:rect b="b" l="l" r="r" t="t"/>
              <a:pathLst>
                <a:path extrusionOk="0" h="4748" w="4846">
                  <a:moveTo>
                    <a:pt x="3845" y="1"/>
                  </a:moveTo>
                  <a:cubicBezTo>
                    <a:pt x="3709" y="1"/>
                    <a:pt x="3573" y="52"/>
                    <a:pt x="3470" y="156"/>
                  </a:cubicBezTo>
                  <a:lnTo>
                    <a:pt x="207" y="3418"/>
                  </a:lnTo>
                  <a:cubicBezTo>
                    <a:pt x="1" y="3625"/>
                    <a:pt x="1" y="3962"/>
                    <a:pt x="207" y="4169"/>
                  </a:cubicBezTo>
                  <a:lnTo>
                    <a:pt x="631" y="4592"/>
                  </a:lnTo>
                  <a:cubicBezTo>
                    <a:pt x="734" y="4696"/>
                    <a:pt x="869" y="4747"/>
                    <a:pt x="1004" y="4747"/>
                  </a:cubicBezTo>
                  <a:cubicBezTo>
                    <a:pt x="1140" y="4747"/>
                    <a:pt x="1276" y="4696"/>
                    <a:pt x="1382" y="4592"/>
                  </a:cubicBezTo>
                  <a:lnTo>
                    <a:pt x="4639" y="1330"/>
                  </a:lnTo>
                  <a:cubicBezTo>
                    <a:pt x="4846" y="1118"/>
                    <a:pt x="4846" y="786"/>
                    <a:pt x="4639" y="579"/>
                  </a:cubicBezTo>
                  <a:lnTo>
                    <a:pt x="4220" y="156"/>
                  </a:lnTo>
                  <a:cubicBezTo>
                    <a:pt x="4117" y="52"/>
                    <a:pt x="3981" y="1"/>
                    <a:pt x="3845"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87"/>
            <p:cNvSpPr/>
            <p:nvPr/>
          </p:nvSpPr>
          <p:spPr>
            <a:xfrm>
              <a:off x="5338495" y="4055272"/>
              <a:ext cx="111336" cy="124528"/>
            </a:xfrm>
            <a:custGeom>
              <a:rect b="b" l="l" r="r" t="t"/>
              <a:pathLst>
                <a:path extrusionOk="0" h="4748" w="4245">
                  <a:moveTo>
                    <a:pt x="3845" y="1"/>
                  </a:moveTo>
                  <a:cubicBezTo>
                    <a:pt x="3709" y="1"/>
                    <a:pt x="3573" y="52"/>
                    <a:pt x="3470" y="156"/>
                  </a:cubicBezTo>
                  <a:lnTo>
                    <a:pt x="207" y="3418"/>
                  </a:lnTo>
                  <a:cubicBezTo>
                    <a:pt x="1" y="3625"/>
                    <a:pt x="1" y="3962"/>
                    <a:pt x="207" y="4169"/>
                  </a:cubicBezTo>
                  <a:lnTo>
                    <a:pt x="626" y="4592"/>
                  </a:lnTo>
                  <a:cubicBezTo>
                    <a:pt x="730" y="4696"/>
                    <a:pt x="865" y="4747"/>
                    <a:pt x="1001" y="4747"/>
                  </a:cubicBezTo>
                  <a:cubicBezTo>
                    <a:pt x="1137" y="4747"/>
                    <a:pt x="1273" y="4696"/>
                    <a:pt x="1377" y="4592"/>
                  </a:cubicBezTo>
                  <a:lnTo>
                    <a:pt x="1406" y="4563"/>
                  </a:lnTo>
                  <a:lnTo>
                    <a:pt x="1011" y="4169"/>
                  </a:lnTo>
                  <a:cubicBezTo>
                    <a:pt x="804" y="3962"/>
                    <a:pt x="804" y="3625"/>
                    <a:pt x="1011" y="3418"/>
                  </a:cubicBezTo>
                  <a:lnTo>
                    <a:pt x="4245" y="185"/>
                  </a:lnTo>
                  <a:lnTo>
                    <a:pt x="4220" y="156"/>
                  </a:lnTo>
                  <a:cubicBezTo>
                    <a:pt x="4117" y="52"/>
                    <a:pt x="3981" y="1"/>
                    <a:pt x="38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87"/>
            <p:cNvSpPr/>
            <p:nvPr/>
          </p:nvSpPr>
          <p:spPr>
            <a:xfrm>
              <a:off x="5419276" y="4055272"/>
              <a:ext cx="46449" cy="45111"/>
            </a:xfrm>
            <a:custGeom>
              <a:rect b="b" l="l" r="r" t="t"/>
              <a:pathLst>
                <a:path extrusionOk="0" h="1720" w="1771">
                  <a:moveTo>
                    <a:pt x="765" y="1"/>
                  </a:moveTo>
                  <a:cubicBezTo>
                    <a:pt x="629" y="1"/>
                    <a:pt x="493" y="52"/>
                    <a:pt x="390" y="156"/>
                  </a:cubicBezTo>
                  <a:lnTo>
                    <a:pt x="0" y="545"/>
                  </a:lnTo>
                  <a:lnTo>
                    <a:pt x="1174" y="1720"/>
                  </a:lnTo>
                  <a:lnTo>
                    <a:pt x="1564" y="1330"/>
                  </a:lnTo>
                  <a:cubicBezTo>
                    <a:pt x="1771" y="1123"/>
                    <a:pt x="1771" y="786"/>
                    <a:pt x="1564" y="579"/>
                  </a:cubicBezTo>
                  <a:lnTo>
                    <a:pt x="1140" y="156"/>
                  </a:lnTo>
                  <a:cubicBezTo>
                    <a:pt x="1037" y="52"/>
                    <a:pt x="901" y="1"/>
                    <a:pt x="76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87"/>
            <p:cNvSpPr/>
            <p:nvPr/>
          </p:nvSpPr>
          <p:spPr>
            <a:xfrm>
              <a:off x="5419276" y="4055299"/>
              <a:ext cx="30555" cy="24759"/>
            </a:xfrm>
            <a:custGeom>
              <a:rect b="b" l="l" r="r" t="t"/>
              <a:pathLst>
                <a:path extrusionOk="0" h="944" w="1165">
                  <a:moveTo>
                    <a:pt x="712" y="1"/>
                  </a:moveTo>
                  <a:cubicBezTo>
                    <a:pt x="698" y="1"/>
                    <a:pt x="679" y="6"/>
                    <a:pt x="664" y="10"/>
                  </a:cubicBezTo>
                  <a:cubicBezTo>
                    <a:pt x="558" y="30"/>
                    <a:pt x="462" y="78"/>
                    <a:pt x="390" y="155"/>
                  </a:cubicBezTo>
                  <a:lnTo>
                    <a:pt x="96" y="448"/>
                  </a:lnTo>
                  <a:lnTo>
                    <a:pt x="0" y="544"/>
                  </a:lnTo>
                  <a:lnTo>
                    <a:pt x="404" y="944"/>
                  </a:lnTo>
                  <a:lnTo>
                    <a:pt x="1165" y="184"/>
                  </a:lnTo>
                  <a:lnTo>
                    <a:pt x="1140" y="155"/>
                  </a:lnTo>
                  <a:cubicBezTo>
                    <a:pt x="1126" y="145"/>
                    <a:pt x="1116" y="135"/>
                    <a:pt x="1102" y="126"/>
                  </a:cubicBezTo>
                  <a:lnTo>
                    <a:pt x="1088" y="111"/>
                  </a:lnTo>
                  <a:cubicBezTo>
                    <a:pt x="1073" y="102"/>
                    <a:pt x="1054" y="87"/>
                    <a:pt x="1039" y="78"/>
                  </a:cubicBezTo>
                  <a:cubicBezTo>
                    <a:pt x="958" y="30"/>
                    <a:pt x="861" y="1"/>
                    <a:pt x="765"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87"/>
            <p:cNvSpPr/>
            <p:nvPr/>
          </p:nvSpPr>
          <p:spPr>
            <a:xfrm>
              <a:off x="5332567" y="3825756"/>
              <a:ext cx="360995" cy="359212"/>
            </a:xfrm>
            <a:custGeom>
              <a:rect b="b" l="l" r="r" t="t"/>
              <a:pathLst>
                <a:path extrusionOk="0" h="13696" w="13764">
                  <a:moveTo>
                    <a:pt x="5284" y="7959"/>
                  </a:moveTo>
                  <a:cubicBezTo>
                    <a:pt x="5442" y="8146"/>
                    <a:pt x="5621" y="8325"/>
                    <a:pt x="5808" y="8483"/>
                  </a:cubicBezTo>
                  <a:lnTo>
                    <a:pt x="5053" y="9239"/>
                  </a:lnTo>
                  <a:cubicBezTo>
                    <a:pt x="5038" y="9220"/>
                    <a:pt x="5024" y="9200"/>
                    <a:pt x="5005" y="9186"/>
                  </a:cubicBezTo>
                  <a:lnTo>
                    <a:pt x="4586" y="8762"/>
                  </a:lnTo>
                  <a:cubicBezTo>
                    <a:pt x="4567" y="8748"/>
                    <a:pt x="4548" y="8729"/>
                    <a:pt x="4528" y="8714"/>
                  </a:cubicBezTo>
                  <a:lnTo>
                    <a:pt x="5284" y="7959"/>
                  </a:lnTo>
                  <a:close/>
                  <a:moveTo>
                    <a:pt x="4064" y="8949"/>
                  </a:moveTo>
                  <a:cubicBezTo>
                    <a:pt x="4148" y="8949"/>
                    <a:pt x="4232" y="8981"/>
                    <a:pt x="4297" y="9046"/>
                  </a:cubicBezTo>
                  <a:lnTo>
                    <a:pt x="4721" y="9465"/>
                  </a:lnTo>
                  <a:cubicBezTo>
                    <a:pt x="4851" y="9595"/>
                    <a:pt x="4851" y="9807"/>
                    <a:pt x="4721" y="9936"/>
                  </a:cubicBezTo>
                  <a:lnTo>
                    <a:pt x="4475" y="10182"/>
                  </a:lnTo>
                  <a:lnTo>
                    <a:pt x="3585" y="9292"/>
                  </a:lnTo>
                  <a:lnTo>
                    <a:pt x="3831" y="9046"/>
                  </a:lnTo>
                  <a:cubicBezTo>
                    <a:pt x="3896" y="8981"/>
                    <a:pt x="3980" y="8949"/>
                    <a:pt x="4064" y="8949"/>
                  </a:cubicBezTo>
                  <a:close/>
                  <a:moveTo>
                    <a:pt x="3301" y="9576"/>
                  </a:moveTo>
                  <a:lnTo>
                    <a:pt x="4191" y="10466"/>
                  </a:lnTo>
                  <a:lnTo>
                    <a:pt x="1458" y="13199"/>
                  </a:lnTo>
                  <a:cubicBezTo>
                    <a:pt x="1393" y="13261"/>
                    <a:pt x="1309" y="13293"/>
                    <a:pt x="1225" y="13293"/>
                  </a:cubicBezTo>
                  <a:cubicBezTo>
                    <a:pt x="1141" y="13293"/>
                    <a:pt x="1057" y="13261"/>
                    <a:pt x="992" y="13199"/>
                  </a:cubicBezTo>
                  <a:lnTo>
                    <a:pt x="568" y="12775"/>
                  </a:lnTo>
                  <a:cubicBezTo>
                    <a:pt x="443" y="12645"/>
                    <a:pt x="443" y="12439"/>
                    <a:pt x="568" y="12309"/>
                  </a:cubicBezTo>
                  <a:lnTo>
                    <a:pt x="3301" y="9576"/>
                  </a:lnTo>
                  <a:close/>
                  <a:moveTo>
                    <a:pt x="8955" y="0"/>
                  </a:moveTo>
                  <a:cubicBezTo>
                    <a:pt x="8952" y="0"/>
                    <a:pt x="8949" y="0"/>
                    <a:pt x="8945" y="0"/>
                  </a:cubicBezTo>
                  <a:cubicBezTo>
                    <a:pt x="5014" y="0"/>
                    <a:pt x="2743" y="4466"/>
                    <a:pt x="5033" y="7641"/>
                  </a:cubicBezTo>
                  <a:lnTo>
                    <a:pt x="4119" y="8551"/>
                  </a:lnTo>
                  <a:cubicBezTo>
                    <a:pt x="4098" y="8549"/>
                    <a:pt x="4077" y="8548"/>
                    <a:pt x="4055" y="8548"/>
                  </a:cubicBezTo>
                  <a:cubicBezTo>
                    <a:pt x="3866" y="8548"/>
                    <a:pt x="3685" y="8624"/>
                    <a:pt x="3547" y="8762"/>
                  </a:cubicBezTo>
                  <a:lnTo>
                    <a:pt x="284" y="12025"/>
                  </a:lnTo>
                  <a:cubicBezTo>
                    <a:pt x="0" y="12309"/>
                    <a:pt x="0" y="12771"/>
                    <a:pt x="284" y="13059"/>
                  </a:cubicBezTo>
                  <a:lnTo>
                    <a:pt x="708" y="13483"/>
                  </a:lnTo>
                  <a:cubicBezTo>
                    <a:pt x="850" y="13625"/>
                    <a:pt x="1036" y="13696"/>
                    <a:pt x="1223" y="13696"/>
                  </a:cubicBezTo>
                  <a:cubicBezTo>
                    <a:pt x="1410" y="13696"/>
                    <a:pt x="1598" y="13625"/>
                    <a:pt x="1742" y="13483"/>
                  </a:cubicBezTo>
                  <a:lnTo>
                    <a:pt x="4615" y="10610"/>
                  </a:lnTo>
                  <a:lnTo>
                    <a:pt x="5005" y="10220"/>
                  </a:lnTo>
                  <a:cubicBezTo>
                    <a:pt x="5154" y="10071"/>
                    <a:pt x="5231" y="9859"/>
                    <a:pt x="5216" y="9648"/>
                  </a:cubicBezTo>
                  <a:lnTo>
                    <a:pt x="6126" y="8734"/>
                  </a:lnTo>
                  <a:cubicBezTo>
                    <a:pt x="6814" y="9229"/>
                    <a:pt x="7617" y="9532"/>
                    <a:pt x="8455" y="9619"/>
                  </a:cubicBezTo>
                  <a:lnTo>
                    <a:pt x="8479" y="9619"/>
                  </a:lnTo>
                  <a:cubicBezTo>
                    <a:pt x="8480" y="9619"/>
                    <a:pt x="8482" y="9619"/>
                    <a:pt x="8484" y="9619"/>
                  </a:cubicBezTo>
                  <a:cubicBezTo>
                    <a:pt x="8739" y="9619"/>
                    <a:pt x="8756" y="9239"/>
                    <a:pt x="8498" y="9220"/>
                  </a:cubicBezTo>
                  <a:cubicBezTo>
                    <a:pt x="7641" y="9133"/>
                    <a:pt x="6828" y="8796"/>
                    <a:pt x="6164" y="8257"/>
                  </a:cubicBezTo>
                  <a:cubicBezTo>
                    <a:pt x="2907" y="5625"/>
                    <a:pt x="4827" y="404"/>
                    <a:pt x="8945" y="404"/>
                  </a:cubicBezTo>
                  <a:cubicBezTo>
                    <a:pt x="8949" y="404"/>
                    <a:pt x="8952" y="404"/>
                    <a:pt x="8955" y="404"/>
                  </a:cubicBezTo>
                  <a:cubicBezTo>
                    <a:pt x="11217" y="404"/>
                    <a:pt x="13113" y="2121"/>
                    <a:pt x="13343" y="4374"/>
                  </a:cubicBezTo>
                  <a:cubicBezTo>
                    <a:pt x="13350" y="4503"/>
                    <a:pt x="13444" y="4563"/>
                    <a:pt x="13539" y="4563"/>
                  </a:cubicBezTo>
                  <a:cubicBezTo>
                    <a:pt x="13650" y="4563"/>
                    <a:pt x="13763" y="4481"/>
                    <a:pt x="13743" y="4331"/>
                  </a:cubicBezTo>
                  <a:cubicBezTo>
                    <a:pt x="13493" y="1870"/>
                    <a:pt x="11424" y="0"/>
                    <a:pt x="8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87"/>
            <p:cNvSpPr/>
            <p:nvPr/>
          </p:nvSpPr>
          <p:spPr>
            <a:xfrm>
              <a:off x="5455601" y="3848783"/>
              <a:ext cx="215328" cy="206804"/>
            </a:xfrm>
            <a:custGeom>
              <a:rect b="b" l="l" r="r" t="t"/>
              <a:pathLst>
                <a:path extrusionOk="0" h="7885" w="8210">
                  <a:moveTo>
                    <a:pt x="4254" y="406"/>
                  </a:moveTo>
                  <a:cubicBezTo>
                    <a:pt x="4710" y="406"/>
                    <a:pt x="5170" y="495"/>
                    <a:pt x="5607" y="676"/>
                  </a:cubicBezTo>
                  <a:cubicBezTo>
                    <a:pt x="6930" y="1225"/>
                    <a:pt x="7791" y="2515"/>
                    <a:pt x="7791" y="3944"/>
                  </a:cubicBezTo>
                  <a:cubicBezTo>
                    <a:pt x="7796" y="5899"/>
                    <a:pt x="6218" y="7480"/>
                    <a:pt x="4263" y="7480"/>
                  </a:cubicBezTo>
                  <a:cubicBezTo>
                    <a:pt x="4260" y="7480"/>
                    <a:pt x="4257" y="7480"/>
                    <a:pt x="4254" y="7480"/>
                  </a:cubicBezTo>
                  <a:cubicBezTo>
                    <a:pt x="2825" y="7480"/>
                    <a:pt x="1531" y="6619"/>
                    <a:pt x="987" y="5300"/>
                  </a:cubicBezTo>
                  <a:cubicBezTo>
                    <a:pt x="439" y="3977"/>
                    <a:pt x="742" y="2452"/>
                    <a:pt x="1752" y="1441"/>
                  </a:cubicBezTo>
                  <a:cubicBezTo>
                    <a:pt x="2428" y="766"/>
                    <a:pt x="3334" y="406"/>
                    <a:pt x="4254" y="406"/>
                  </a:cubicBezTo>
                  <a:close/>
                  <a:moveTo>
                    <a:pt x="4253" y="0"/>
                  </a:moveTo>
                  <a:cubicBezTo>
                    <a:pt x="3228" y="0"/>
                    <a:pt x="2220" y="401"/>
                    <a:pt x="1464" y="1158"/>
                  </a:cubicBezTo>
                  <a:cubicBezTo>
                    <a:pt x="338" y="2284"/>
                    <a:pt x="1" y="3977"/>
                    <a:pt x="612" y="5450"/>
                  </a:cubicBezTo>
                  <a:cubicBezTo>
                    <a:pt x="1223" y="6927"/>
                    <a:pt x="2662" y="7884"/>
                    <a:pt x="4254" y="7884"/>
                  </a:cubicBezTo>
                  <a:cubicBezTo>
                    <a:pt x="4263" y="7884"/>
                    <a:pt x="4272" y="7884"/>
                    <a:pt x="4281" y="7884"/>
                  </a:cubicBezTo>
                  <a:cubicBezTo>
                    <a:pt x="6448" y="7884"/>
                    <a:pt x="8210" y="6114"/>
                    <a:pt x="8195" y="3944"/>
                  </a:cubicBezTo>
                  <a:cubicBezTo>
                    <a:pt x="8195" y="2351"/>
                    <a:pt x="7233" y="912"/>
                    <a:pt x="5761" y="301"/>
                  </a:cubicBezTo>
                  <a:cubicBezTo>
                    <a:pt x="5273" y="99"/>
                    <a:pt x="4761" y="0"/>
                    <a:pt x="42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87"/>
            <p:cNvSpPr/>
            <p:nvPr/>
          </p:nvSpPr>
          <p:spPr>
            <a:xfrm>
              <a:off x="5518075" y="3887574"/>
              <a:ext cx="98353" cy="120437"/>
            </a:xfrm>
            <a:custGeom>
              <a:rect b="b" l="l" r="r" t="t"/>
              <a:pathLst>
                <a:path extrusionOk="0" h="4592" w="3750">
                  <a:moveTo>
                    <a:pt x="1872" y="405"/>
                  </a:moveTo>
                  <a:cubicBezTo>
                    <a:pt x="2604" y="405"/>
                    <a:pt x="2970" y="1291"/>
                    <a:pt x="2455" y="1805"/>
                  </a:cubicBezTo>
                  <a:cubicBezTo>
                    <a:pt x="2286" y="1974"/>
                    <a:pt x="2079" y="2049"/>
                    <a:pt x="1876" y="2049"/>
                  </a:cubicBezTo>
                  <a:cubicBezTo>
                    <a:pt x="1454" y="2049"/>
                    <a:pt x="1050" y="1722"/>
                    <a:pt x="1050" y="1228"/>
                  </a:cubicBezTo>
                  <a:cubicBezTo>
                    <a:pt x="1050" y="771"/>
                    <a:pt x="1420" y="405"/>
                    <a:pt x="1872" y="405"/>
                  </a:cubicBezTo>
                  <a:close/>
                  <a:moveTo>
                    <a:pt x="2450" y="2450"/>
                  </a:moveTo>
                  <a:cubicBezTo>
                    <a:pt x="2945" y="2450"/>
                    <a:pt x="3345" y="2850"/>
                    <a:pt x="3345" y="3345"/>
                  </a:cubicBezTo>
                  <a:lnTo>
                    <a:pt x="3345" y="4187"/>
                  </a:lnTo>
                  <a:lnTo>
                    <a:pt x="2907" y="4187"/>
                  </a:lnTo>
                  <a:lnTo>
                    <a:pt x="2907" y="3302"/>
                  </a:lnTo>
                  <a:cubicBezTo>
                    <a:pt x="2900" y="3177"/>
                    <a:pt x="2802" y="3114"/>
                    <a:pt x="2705" y="3114"/>
                  </a:cubicBezTo>
                  <a:cubicBezTo>
                    <a:pt x="2607" y="3114"/>
                    <a:pt x="2510" y="3177"/>
                    <a:pt x="2503" y="3302"/>
                  </a:cubicBezTo>
                  <a:lnTo>
                    <a:pt x="2503" y="4187"/>
                  </a:lnTo>
                  <a:lnTo>
                    <a:pt x="1242" y="4187"/>
                  </a:lnTo>
                  <a:lnTo>
                    <a:pt x="1242" y="3307"/>
                  </a:lnTo>
                  <a:cubicBezTo>
                    <a:pt x="1235" y="3179"/>
                    <a:pt x="1137" y="3115"/>
                    <a:pt x="1040" y="3115"/>
                  </a:cubicBezTo>
                  <a:cubicBezTo>
                    <a:pt x="943" y="3115"/>
                    <a:pt x="845" y="3179"/>
                    <a:pt x="838" y="3307"/>
                  </a:cubicBezTo>
                  <a:lnTo>
                    <a:pt x="838" y="4187"/>
                  </a:lnTo>
                  <a:lnTo>
                    <a:pt x="400" y="4187"/>
                  </a:lnTo>
                  <a:lnTo>
                    <a:pt x="400" y="3345"/>
                  </a:lnTo>
                  <a:cubicBezTo>
                    <a:pt x="400" y="2850"/>
                    <a:pt x="799" y="2450"/>
                    <a:pt x="1295" y="2450"/>
                  </a:cubicBezTo>
                  <a:close/>
                  <a:moveTo>
                    <a:pt x="1872" y="1"/>
                  </a:moveTo>
                  <a:cubicBezTo>
                    <a:pt x="790" y="1"/>
                    <a:pt x="241" y="1310"/>
                    <a:pt x="1002" y="2084"/>
                  </a:cubicBezTo>
                  <a:cubicBezTo>
                    <a:pt x="414" y="2219"/>
                    <a:pt x="1" y="2744"/>
                    <a:pt x="1" y="3345"/>
                  </a:cubicBezTo>
                  <a:lnTo>
                    <a:pt x="1" y="4202"/>
                  </a:lnTo>
                  <a:cubicBezTo>
                    <a:pt x="1" y="4418"/>
                    <a:pt x="174" y="4591"/>
                    <a:pt x="386" y="4591"/>
                  </a:cubicBezTo>
                  <a:lnTo>
                    <a:pt x="3359" y="4591"/>
                  </a:lnTo>
                  <a:cubicBezTo>
                    <a:pt x="3576" y="4591"/>
                    <a:pt x="3749" y="4418"/>
                    <a:pt x="3749" y="4202"/>
                  </a:cubicBezTo>
                  <a:lnTo>
                    <a:pt x="3749" y="3345"/>
                  </a:lnTo>
                  <a:cubicBezTo>
                    <a:pt x="3749" y="2744"/>
                    <a:pt x="3330" y="2219"/>
                    <a:pt x="2743" y="2084"/>
                  </a:cubicBezTo>
                  <a:cubicBezTo>
                    <a:pt x="3504" y="1310"/>
                    <a:pt x="2955" y="1"/>
                    <a:pt x="1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87"/>
            <p:cNvSpPr/>
            <p:nvPr/>
          </p:nvSpPr>
          <p:spPr>
            <a:xfrm>
              <a:off x="5572470" y="3959411"/>
              <a:ext cx="120751" cy="118627"/>
            </a:xfrm>
            <a:custGeom>
              <a:rect b="b" l="l" r="r" t="t"/>
              <a:pathLst>
                <a:path extrusionOk="0" h="4523" w="4604">
                  <a:moveTo>
                    <a:pt x="4391" y="0"/>
                  </a:moveTo>
                  <a:cubicBezTo>
                    <a:pt x="4301" y="0"/>
                    <a:pt x="4212" y="56"/>
                    <a:pt x="4196" y="173"/>
                  </a:cubicBezTo>
                  <a:cubicBezTo>
                    <a:pt x="3985" y="2261"/>
                    <a:pt x="2334" y="3912"/>
                    <a:pt x="246" y="4124"/>
                  </a:cubicBezTo>
                  <a:cubicBezTo>
                    <a:pt x="1" y="4157"/>
                    <a:pt x="20" y="4513"/>
                    <a:pt x="265" y="4523"/>
                  </a:cubicBezTo>
                  <a:lnTo>
                    <a:pt x="289" y="4523"/>
                  </a:lnTo>
                  <a:cubicBezTo>
                    <a:pt x="2565" y="4292"/>
                    <a:pt x="4365" y="2492"/>
                    <a:pt x="4596" y="216"/>
                  </a:cubicBezTo>
                  <a:cubicBezTo>
                    <a:pt x="4604" y="76"/>
                    <a:pt x="4496" y="0"/>
                    <a:pt x="43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7" name="Google Shape;15997;p87"/>
          <p:cNvGrpSpPr/>
          <p:nvPr/>
        </p:nvGrpSpPr>
        <p:grpSpPr>
          <a:xfrm>
            <a:off x="5776153" y="3840390"/>
            <a:ext cx="367028" cy="329942"/>
            <a:chOff x="5776153" y="3840390"/>
            <a:chExt cx="367028" cy="329942"/>
          </a:xfrm>
        </p:grpSpPr>
        <p:sp>
          <p:nvSpPr>
            <p:cNvPr id="15998" name="Google Shape;15998;p87"/>
            <p:cNvSpPr/>
            <p:nvPr/>
          </p:nvSpPr>
          <p:spPr>
            <a:xfrm>
              <a:off x="5927853" y="3907139"/>
              <a:ext cx="29060" cy="50881"/>
            </a:xfrm>
            <a:custGeom>
              <a:rect b="b" l="l" r="r" t="t"/>
              <a:pathLst>
                <a:path extrusionOk="0" h="1940" w="1108">
                  <a:moveTo>
                    <a:pt x="520" y="391"/>
                  </a:moveTo>
                  <a:lnTo>
                    <a:pt x="520" y="747"/>
                  </a:lnTo>
                  <a:cubicBezTo>
                    <a:pt x="409" y="708"/>
                    <a:pt x="328" y="660"/>
                    <a:pt x="328" y="559"/>
                  </a:cubicBezTo>
                  <a:cubicBezTo>
                    <a:pt x="328" y="468"/>
                    <a:pt x="400" y="410"/>
                    <a:pt x="520" y="391"/>
                  </a:cubicBezTo>
                  <a:close/>
                  <a:moveTo>
                    <a:pt x="640" y="1117"/>
                  </a:moveTo>
                  <a:cubicBezTo>
                    <a:pt x="741" y="1165"/>
                    <a:pt x="814" y="1223"/>
                    <a:pt x="814" y="1338"/>
                  </a:cubicBezTo>
                  <a:cubicBezTo>
                    <a:pt x="814" y="1449"/>
                    <a:pt x="741" y="1507"/>
                    <a:pt x="640" y="1531"/>
                  </a:cubicBezTo>
                  <a:lnTo>
                    <a:pt x="640" y="1117"/>
                  </a:lnTo>
                  <a:close/>
                  <a:moveTo>
                    <a:pt x="578" y="1"/>
                  </a:moveTo>
                  <a:cubicBezTo>
                    <a:pt x="534" y="1"/>
                    <a:pt x="501" y="30"/>
                    <a:pt x="501" y="63"/>
                  </a:cubicBezTo>
                  <a:lnTo>
                    <a:pt x="501" y="126"/>
                  </a:lnTo>
                  <a:cubicBezTo>
                    <a:pt x="265" y="160"/>
                    <a:pt x="44" y="285"/>
                    <a:pt x="44" y="588"/>
                  </a:cubicBezTo>
                  <a:cubicBezTo>
                    <a:pt x="44" y="891"/>
                    <a:pt x="284" y="982"/>
                    <a:pt x="501" y="1064"/>
                  </a:cubicBezTo>
                  <a:lnTo>
                    <a:pt x="501" y="1531"/>
                  </a:lnTo>
                  <a:cubicBezTo>
                    <a:pt x="294" y="1507"/>
                    <a:pt x="222" y="1358"/>
                    <a:pt x="130" y="1358"/>
                  </a:cubicBezTo>
                  <a:cubicBezTo>
                    <a:pt x="58" y="1358"/>
                    <a:pt x="0" y="1454"/>
                    <a:pt x="0" y="1521"/>
                  </a:cubicBezTo>
                  <a:cubicBezTo>
                    <a:pt x="0" y="1651"/>
                    <a:pt x="212" y="1805"/>
                    <a:pt x="501" y="1815"/>
                  </a:cubicBezTo>
                  <a:lnTo>
                    <a:pt x="501" y="1877"/>
                  </a:lnTo>
                  <a:cubicBezTo>
                    <a:pt x="501" y="1911"/>
                    <a:pt x="539" y="1940"/>
                    <a:pt x="578" y="1940"/>
                  </a:cubicBezTo>
                  <a:cubicBezTo>
                    <a:pt x="621" y="1940"/>
                    <a:pt x="660" y="1906"/>
                    <a:pt x="660" y="1877"/>
                  </a:cubicBezTo>
                  <a:lnTo>
                    <a:pt x="660" y="1805"/>
                  </a:lnTo>
                  <a:cubicBezTo>
                    <a:pt x="924" y="1762"/>
                    <a:pt x="1107" y="1593"/>
                    <a:pt x="1107" y="1305"/>
                  </a:cubicBezTo>
                  <a:cubicBezTo>
                    <a:pt x="1107" y="982"/>
                    <a:pt x="871" y="877"/>
                    <a:pt x="660" y="800"/>
                  </a:cubicBezTo>
                  <a:lnTo>
                    <a:pt x="660" y="386"/>
                  </a:lnTo>
                  <a:cubicBezTo>
                    <a:pt x="818" y="395"/>
                    <a:pt x="871" y="472"/>
                    <a:pt x="939" y="472"/>
                  </a:cubicBezTo>
                  <a:cubicBezTo>
                    <a:pt x="1025" y="472"/>
                    <a:pt x="1064" y="362"/>
                    <a:pt x="1064" y="309"/>
                  </a:cubicBezTo>
                  <a:cubicBezTo>
                    <a:pt x="1064" y="169"/>
                    <a:pt x="814" y="126"/>
                    <a:pt x="660" y="121"/>
                  </a:cubicBezTo>
                  <a:lnTo>
                    <a:pt x="660" y="63"/>
                  </a:lnTo>
                  <a:cubicBezTo>
                    <a:pt x="660" y="30"/>
                    <a:pt x="626" y="1"/>
                    <a:pt x="5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87"/>
            <p:cNvSpPr/>
            <p:nvPr/>
          </p:nvSpPr>
          <p:spPr>
            <a:xfrm>
              <a:off x="6012148" y="3875352"/>
              <a:ext cx="29060" cy="51012"/>
            </a:xfrm>
            <a:custGeom>
              <a:rect b="b" l="l" r="r" t="t"/>
              <a:pathLst>
                <a:path extrusionOk="0" h="1945" w="1108">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87"/>
            <p:cNvSpPr/>
            <p:nvPr/>
          </p:nvSpPr>
          <p:spPr>
            <a:xfrm>
              <a:off x="6012148" y="3875352"/>
              <a:ext cx="29060" cy="51012"/>
            </a:xfrm>
            <a:custGeom>
              <a:rect b="b" l="l" r="r" t="t"/>
              <a:pathLst>
                <a:path extrusionOk="0" h="1945" w="1108">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87"/>
            <p:cNvSpPr/>
            <p:nvPr/>
          </p:nvSpPr>
          <p:spPr>
            <a:xfrm>
              <a:off x="5888092" y="3877738"/>
              <a:ext cx="108818" cy="108818"/>
            </a:xfrm>
            <a:custGeom>
              <a:rect b="b" l="l" r="r" t="t"/>
              <a:pathLst>
                <a:path extrusionOk="0" h="4149" w="4149">
                  <a:moveTo>
                    <a:pt x="2075" y="1"/>
                  </a:moveTo>
                  <a:cubicBezTo>
                    <a:pt x="929" y="1"/>
                    <a:pt x="1" y="929"/>
                    <a:pt x="1" y="2075"/>
                  </a:cubicBezTo>
                  <a:cubicBezTo>
                    <a:pt x="1" y="3220"/>
                    <a:pt x="929" y="4148"/>
                    <a:pt x="2075" y="4148"/>
                  </a:cubicBezTo>
                  <a:cubicBezTo>
                    <a:pt x="3220" y="4148"/>
                    <a:pt x="4148" y="3220"/>
                    <a:pt x="4148" y="2075"/>
                  </a:cubicBezTo>
                  <a:cubicBezTo>
                    <a:pt x="4148" y="929"/>
                    <a:pt x="3220" y="1"/>
                    <a:pt x="2075"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87"/>
            <p:cNvSpPr/>
            <p:nvPr/>
          </p:nvSpPr>
          <p:spPr>
            <a:xfrm>
              <a:off x="5887961" y="3877765"/>
              <a:ext cx="61503" cy="108765"/>
            </a:xfrm>
            <a:custGeom>
              <a:rect b="b" l="l" r="r" t="t"/>
              <a:pathLst>
                <a:path extrusionOk="0" h="4147" w="2345">
                  <a:moveTo>
                    <a:pt x="2070" y="1"/>
                  </a:moveTo>
                  <a:cubicBezTo>
                    <a:pt x="945" y="1"/>
                    <a:pt x="1" y="916"/>
                    <a:pt x="1" y="2074"/>
                  </a:cubicBezTo>
                  <a:cubicBezTo>
                    <a:pt x="1" y="3231"/>
                    <a:pt x="945" y="4146"/>
                    <a:pt x="2070" y="4146"/>
                  </a:cubicBezTo>
                  <a:cubicBezTo>
                    <a:pt x="2160" y="4146"/>
                    <a:pt x="2252" y="4140"/>
                    <a:pt x="2344" y="4128"/>
                  </a:cubicBezTo>
                  <a:cubicBezTo>
                    <a:pt x="1310" y="3993"/>
                    <a:pt x="540" y="3113"/>
                    <a:pt x="540" y="2074"/>
                  </a:cubicBezTo>
                  <a:cubicBezTo>
                    <a:pt x="540" y="1034"/>
                    <a:pt x="1314" y="154"/>
                    <a:pt x="2344" y="19"/>
                  </a:cubicBezTo>
                  <a:cubicBezTo>
                    <a:pt x="2252" y="7"/>
                    <a:pt x="2160" y="1"/>
                    <a:pt x="207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87"/>
            <p:cNvSpPr/>
            <p:nvPr/>
          </p:nvSpPr>
          <p:spPr>
            <a:xfrm>
              <a:off x="5905507" y="3895153"/>
              <a:ext cx="73988" cy="73988"/>
            </a:xfrm>
            <a:custGeom>
              <a:rect b="b" l="l" r="r" t="t"/>
              <a:pathLst>
                <a:path extrusionOk="0" h="2821" w="2821">
                  <a:moveTo>
                    <a:pt x="1411" y="1"/>
                  </a:moveTo>
                  <a:cubicBezTo>
                    <a:pt x="631" y="1"/>
                    <a:pt x="1" y="631"/>
                    <a:pt x="1" y="1411"/>
                  </a:cubicBezTo>
                  <a:cubicBezTo>
                    <a:pt x="1" y="2190"/>
                    <a:pt x="631" y="2820"/>
                    <a:pt x="1411" y="2820"/>
                  </a:cubicBezTo>
                  <a:cubicBezTo>
                    <a:pt x="2190" y="2820"/>
                    <a:pt x="2820" y="2190"/>
                    <a:pt x="2820" y="1411"/>
                  </a:cubicBezTo>
                  <a:cubicBezTo>
                    <a:pt x="2820" y="631"/>
                    <a:pt x="2190" y="1"/>
                    <a:pt x="1411"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87"/>
            <p:cNvSpPr/>
            <p:nvPr/>
          </p:nvSpPr>
          <p:spPr>
            <a:xfrm>
              <a:off x="5905376" y="3895075"/>
              <a:ext cx="44324" cy="74066"/>
            </a:xfrm>
            <a:custGeom>
              <a:rect b="b" l="l" r="r" t="t"/>
              <a:pathLst>
                <a:path extrusionOk="0" h="2824" w="1690">
                  <a:moveTo>
                    <a:pt x="1412" y="0"/>
                  </a:moveTo>
                  <a:cubicBezTo>
                    <a:pt x="649" y="0"/>
                    <a:pt x="1" y="619"/>
                    <a:pt x="1" y="1414"/>
                  </a:cubicBezTo>
                  <a:cubicBezTo>
                    <a:pt x="1" y="2206"/>
                    <a:pt x="646" y="2823"/>
                    <a:pt x="1405" y="2823"/>
                  </a:cubicBezTo>
                  <a:cubicBezTo>
                    <a:pt x="1499" y="2823"/>
                    <a:pt x="1594" y="2814"/>
                    <a:pt x="1690" y="2794"/>
                  </a:cubicBezTo>
                  <a:cubicBezTo>
                    <a:pt x="1026" y="2665"/>
                    <a:pt x="554" y="2087"/>
                    <a:pt x="554" y="1414"/>
                  </a:cubicBezTo>
                  <a:cubicBezTo>
                    <a:pt x="554" y="740"/>
                    <a:pt x="1026" y="162"/>
                    <a:pt x="1690" y="28"/>
                  </a:cubicBezTo>
                  <a:cubicBezTo>
                    <a:pt x="1596" y="9"/>
                    <a:pt x="1503" y="0"/>
                    <a:pt x="141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87"/>
            <p:cNvSpPr/>
            <p:nvPr/>
          </p:nvSpPr>
          <p:spPr>
            <a:xfrm>
              <a:off x="5972387" y="3845951"/>
              <a:ext cx="108818" cy="108792"/>
            </a:xfrm>
            <a:custGeom>
              <a:rect b="b" l="l" r="r" t="t"/>
              <a:pathLst>
                <a:path extrusionOk="0" h="4148" w="4149">
                  <a:moveTo>
                    <a:pt x="2075" y="0"/>
                  </a:moveTo>
                  <a:cubicBezTo>
                    <a:pt x="930" y="0"/>
                    <a:pt x="1" y="929"/>
                    <a:pt x="1" y="2074"/>
                  </a:cubicBezTo>
                  <a:cubicBezTo>
                    <a:pt x="1" y="3219"/>
                    <a:pt x="930" y="4148"/>
                    <a:pt x="2075" y="4148"/>
                  </a:cubicBezTo>
                  <a:cubicBezTo>
                    <a:pt x="3220" y="4148"/>
                    <a:pt x="4149" y="3219"/>
                    <a:pt x="4149" y="2074"/>
                  </a:cubicBezTo>
                  <a:cubicBezTo>
                    <a:pt x="4149" y="929"/>
                    <a:pt x="3220" y="0"/>
                    <a:pt x="2075"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87"/>
            <p:cNvSpPr/>
            <p:nvPr/>
          </p:nvSpPr>
          <p:spPr>
            <a:xfrm>
              <a:off x="5972282" y="3845977"/>
              <a:ext cx="61477" cy="108739"/>
            </a:xfrm>
            <a:custGeom>
              <a:rect b="b" l="l" r="r" t="t"/>
              <a:pathLst>
                <a:path extrusionOk="0" h="4146" w="2344">
                  <a:moveTo>
                    <a:pt x="2069" y="0"/>
                  </a:moveTo>
                  <a:cubicBezTo>
                    <a:pt x="944" y="0"/>
                    <a:pt x="0" y="915"/>
                    <a:pt x="0" y="2073"/>
                  </a:cubicBezTo>
                  <a:cubicBezTo>
                    <a:pt x="0" y="3235"/>
                    <a:pt x="944" y="4146"/>
                    <a:pt x="2068" y="4146"/>
                  </a:cubicBezTo>
                  <a:cubicBezTo>
                    <a:pt x="2159" y="4146"/>
                    <a:pt x="2251" y="4140"/>
                    <a:pt x="2343" y="4128"/>
                  </a:cubicBezTo>
                  <a:cubicBezTo>
                    <a:pt x="1314" y="3993"/>
                    <a:pt x="539" y="3117"/>
                    <a:pt x="539" y="2073"/>
                  </a:cubicBezTo>
                  <a:cubicBezTo>
                    <a:pt x="539" y="1034"/>
                    <a:pt x="1314" y="153"/>
                    <a:pt x="2343" y="18"/>
                  </a:cubicBezTo>
                  <a:cubicBezTo>
                    <a:pt x="2251" y="6"/>
                    <a:pt x="2159" y="0"/>
                    <a:pt x="2069"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87"/>
            <p:cNvSpPr/>
            <p:nvPr/>
          </p:nvSpPr>
          <p:spPr>
            <a:xfrm>
              <a:off x="5989802" y="3863366"/>
              <a:ext cx="73988" cy="73962"/>
            </a:xfrm>
            <a:custGeom>
              <a:rect b="b" l="l" r="r" t="t"/>
              <a:pathLst>
                <a:path extrusionOk="0" h="2820" w="2821">
                  <a:moveTo>
                    <a:pt x="1411" y="0"/>
                  </a:moveTo>
                  <a:cubicBezTo>
                    <a:pt x="631" y="0"/>
                    <a:pt x="1" y="630"/>
                    <a:pt x="1" y="1410"/>
                  </a:cubicBezTo>
                  <a:cubicBezTo>
                    <a:pt x="1" y="2189"/>
                    <a:pt x="631" y="2820"/>
                    <a:pt x="1411" y="2820"/>
                  </a:cubicBezTo>
                  <a:cubicBezTo>
                    <a:pt x="2190" y="2820"/>
                    <a:pt x="2821" y="2189"/>
                    <a:pt x="2821" y="1410"/>
                  </a:cubicBezTo>
                  <a:cubicBezTo>
                    <a:pt x="2821" y="630"/>
                    <a:pt x="2190" y="0"/>
                    <a:pt x="141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87"/>
            <p:cNvSpPr/>
            <p:nvPr/>
          </p:nvSpPr>
          <p:spPr>
            <a:xfrm>
              <a:off x="5989697" y="3863366"/>
              <a:ext cx="44324" cy="74066"/>
            </a:xfrm>
            <a:custGeom>
              <a:rect b="b" l="l" r="r" t="t"/>
              <a:pathLst>
                <a:path extrusionOk="0" h="2824" w="1690">
                  <a:moveTo>
                    <a:pt x="1405" y="0"/>
                  </a:moveTo>
                  <a:cubicBezTo>
                    <a:pt x="645" y="0"/>
                    <a:pt x="0" y="617"/>
                    <a:pt x="0" y="1410"/>
                  </a:cubicBezTo>
                  <a:cubicBezTo>
                    <a:pt x="0" y="2205"/>
                    <a:pt x="649" y="2823"/>
                    <a:pt x="1411" y="2823"/>
                  </a:cubicBezTo>
                  <a:cubicBezTo>
                    <a:pt x="1502" y="2823"/>
                    <a:pt x="1595" y="2814"/>
                    <a:pt x="1689" y="2796"/>
                  </a:cubicBezTo>
                  <a:cubicBezTo>
                    <a:pt x="1030" y="2666"/>
                    <a:pt x="553" y="2084"/>
                    <a:pt x="553" y="1410"/>
                  </a:cubicBezTo>
                  <a:cubicBezTo>
                    <a:pt x="553" y="736"/>
                    <a:pt x="1030" y="159"/>
                    <a:pt x="1689" y="29"/>
                  </a:cubicBezTo>
                  <a:cubicBezTo>
                    <a:pt x="1593" y="10"/>
                    <a:pt x="1498" y="0"/>
                    <a:pt x="1405"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87"/>
            <p:cNvSpPr/>
            <p:nvPr/>
          </p:nvSpPr>
          <p:spPr>
            <a:xfrm>
              <a:off x="5781976" y="4027550"/>
              <a:ext cx="122430" cy="137904"/>
            </a:xfrm>
            <a:custGeom>
              <a:rect b="b" l="l" r="r" t="t"/>
              <a:pathLst>
                <a:path extrusionOk="0" h="5258" w="4668">
                  <a:moveTo>
                    <a:pt x="3104" y="0"/>
                  </a:moveTo>
                  <a:lnTo>
                    <a:pt x="221" y="1088"/>
                  </a:lnTo>
                  <a:cubicBezTo>
                    <a:pt x="72" y="1145"/>
                    <a:pt x="0" y="1309"/>
                    <a:pt x="53" y="1453"/>
                  </a:cubicBezTo>
                  <a:lnTo>
                    <a:pt x="1419" y="5072"/>
                  </a:lnTo>
                  <a:cubicBezTo>
                    <a:pt x="1461" y="5188"/>
                    <a:pt x="1569" y="5257"/>
                    <a:pt x="1686" y="5257"/>
                  </a:cubicBezTo>
                  <a:cubicBezTo>
                    <a:pt x="1719" y="5257"/>
                    <a:pt x="1752" y="5252"/>
                    <a:pt x="1785" y="5240"/>
                  </a:cubicBezTo>
                  <a:lnTo>
                    <a:pt x="4667" y="4153"/>
                  </a:lnTo>
                  <a:lnTo>
                    <a:pt x="3104"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87"/>
            <p:cNvSpPr/>
            <p:nvPr/>
          </p:nvSpPr>
          <p:spPr>
            <a:xfrm>
              <a:off x="5815783" y="4120684"/>
              <a:ext cx="88623" cy="44770"/>
            </a:xfrm>
            <a:custGeom>
              <a:rect b="b" l="l" r="r" t="t"/>
              <a:pathLst>
                <a:path extrusionOk="0" h="1707" w="3379">
                  <a:moveTo>
                    <a:pt x="3152" y="0"/>
                  </a:moveTo>
                  <a:lnTo>
                    <a:pt x="3099" y="19"/>
                  </a:lnTo>
                  <a:lnTo>
                    <a:pt x="1" y="1184"/>
                  </a:lnTo>
                  <a:lnTo>
                    <a:pt x="130" y="1521"/>
                  </a:lnTo>
                  <a:cubicBezTo>
                    <a:pt x="172" y="1637"/>
                    <a:pt x="280" y="1706"/>
                    <a:pt x="397" y="1706"/>
                  </a:cubicBezTo>
                  <a:cubicBezTo>
                    <a:pt x="430" y="1706"/>
                    <a:pt x="463" y="1701"/>
                    <a:pt x="496" y="1689"/>
                  </a:cubicBezTo>
                  <a:lnTo>
                    <a:pt x="3378" y="602"/>
                  </a:lnTo>
                  <a:lnTo>
                    <a:pt x="3152"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87"/>
            <p:cNvSpPr/>
            <p:nvPr/>
          </p:nvSpPr>
          <p:spPr>
            <a:xfrm>
              <a:off x="5900340" y="3964840"/>
              <a:ext cx="238277" cy="147399"/>
            </a:xfrm>
            <a:custGeom>
              <a:rect b="b" l="l" r="r" t="t"/>
              <a:pathLst>
                <a:path extrusionOk="0" h="5620" w="9085">
                  <a:moveTo>
                    <a:pt x="8081" y="0"/>
                  </a:moveTo>
                  <a:cubicBezTo>
                    <a:pt x="7717" y="0"/>
                    <a:pt x="7423" y="292"/>
                    <a:pt x="7386" y="322"/>
                  </a:cubicBezTo>
                  <a:lnTo>
                    <a:pt x="5005" y="2300"/>
                  </a:lnTo>
                  <a:cubicBezTo>
                    <a:pt x="5005" y="2300"/>
                    <a:pt x="4971" y="1621"/>
                    <a:pt x="4254" y="1621"/>
                  </a:cubicBezTo>
                  <a:cubicBezTo>
                    <a:pt x="3688" y="1621"/>
                    <a:pt x="3263" y="1619"/>
                    <a:pt x="2934" y="1619"/>
                  </a:cubicBezTo>
                  <a:cubicBezTo>
                    <a:pt x="2114" y="1619"/>
                    <a:pt x="1898" y="1636"/>
                    <a:pt x="1588" y="1756"/>
                  </a:cubicBezTo>
                  <a:lnTo>
                    <a:pt x="0" y="2410"/>
                  </a:lnTo>
                  <a:lnTo>
                    <a:pt x="1213" y="5620"/>
                  </a:lnTo>
                  <a:cubicBezTo>
                    <a:pt x="2174" y="5219"/>
                    <a:pt x="2105" y="5173"/>
                    <a:pt x="3079" y="5173"/>
                  </a:cubicBezTo>
                  <a:cubicBezTo>
                    <a:pt x="3367" y="5173"/>
                    <a:pt x="3748" y="5177"/>
                    <a:pt x="4273" y="5177"/>
                  </a:cubicBezTo>
                  <a:cubicBezTo>
                    <a:pt x="4543" y="5163"/>
                    <a:pt x="5149" y="5071"/>
                    <a:pt x="5606" y="4547"/>
                  </a:cubicBezTo>
                  <a:lnTo>
                    <a:pt x="8541" y="1400"/>
                  </a:lnTo>
                  <a:cubicBezTo>
                    <a:pt x="8633" y="1289"/>
                    <a:pt x="9085" y="707"/>
                    <a:pt x="8580" y="211"/>
                  </a:cubicBezTo>
                  <a:cubicBezTo>
                    <a:pt x="8411" y="55"/>
                    <a:pt x="8239" y="0"/>
                    <a:pt x="8081"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87"/>
            <p:cNvSpPr/>
            <p:nvPr/>
          </p:nvSpPr>
          <p:spPr>
            <a:xfrm>
              <a:off x="5900471" y="4021098"/>
              <a:ext cx="48364" cy="91141"/>
            </a:xfrm>
            <a:custGeom>
              <a:rect b="b" l="l" r="r" t="t"/>
              <a:pathLst>
                <a:path extrusionOk="0" h="3475" w="1844">
                  <a:moveTo>
                    <a:pt x="635" y="1"/>
                  </a:moveTo>
                  <a:lnTo>
                    <a:pt x="0" y="265"/>
                  </a:lnTo>
                  <a:lnTo>
                    <a:pt x="1208" y="3475"/>
                  </a:lnTo>
                  <a:lnTo>
                    <a:pt x="1843" y="3210"/>
                  </a:lnTo>
                  <a:lnTo>
                    <a:pt x="635" y="1"/>
                  </a:ln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87"/>
            <p:cNvSpPr/>
            <p:nvPr/>
          </p:nvSpPr>
          <p:spPr>
            <a:xfrm>
              <a:off x="5861970" y="4016980"/>
              <a:ext cx="74617" cy="119991"/>
            </a:xfrm>
            <a:custGeom>
              <a:rect b="b" l="l" r="r" t="t"/>
              <a:pathLst>
                <a:path extrusionOk="0" h="4575" w="2845">
                  <a:moveTo>
                    <a:pt x="1175" y="0"/>
                  </a:moveTo>
                  <a:cubicBezTo>
                    <a:pt x="1145" y="0"/>
                    <a:pt x="1114" y="6"/>
                    <a:pt x="1083" y="18"/>
                  </a:cubicBezTo>
                  <a:lnTo>
                    <a:pt x="1" y="422"/>
                  </a:lnTo>
                  <a:lnTo>
                    <a:pt x="1564" y="4575"/>
                  </a:lnTo>
                  <a:lnTo>
                    <a:pt x="2647" y="4166"/>
                  </a:lnTo>
                  <a:cubicBezTo>
                    <a:pt x="2777" y="4118"/>
                    <a:pt x="2844" y="3973"/>
                    <a:pt x="2796" y="3844"/>
                  </a:cubicBezTo>
                  <a:lnTo>
                    <a:pt x="1411" y="163"/>
                  </a:lnTo>
                  <a:cubicBezTo>
                    <a:pt x="1370" y="63"/>
                    <a:pt x="1276" y="0"/>
                    <a:pt x="1175"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87"/>
            <p:cNvSpPr/>
            <p:nvPr/>
          </p:nvSpPr>
          <p:spPr>
            <a:xfrm>
              <a:off x="5897193" y="4107177"/>
              <a:ext cx="39394" cy="29690"/>
            </a:xfrm>
            <a:custGeom>
              <a:rect b="b" l="l" r="r" t="t"/>
              <a:pathLst>
                <a:path extrusionOk="0" h="1132" w="1502">
                  <a:moveTo>
                    <a:pt x="1299" y="0"/>
                  </a:moveTo>
                  <a:cubicBezTo>
                    <a:pt x="1270" y="39"/>
                    <a:pt x="1227" y="68"/>
                    <a:pt x="1184" y="87"/>
                  </a:cubicBezTo>
                  <a:lnTo>
                    <a:pt x="0" y="530"/>
                  </a:lnTo>
                  <a:lnTo>
                    <a:pt x="226" y="1131"/>
                  </a:lnTo>
                  <a:lnTo>
                    <a:pt x="1309" y="727"/>
                  </a:lnTo>
                  <a:cubicBezTo>
                    <a:pt x="1434" y="674"/>
                    <a:pt x="1501" y="534"/>
                    <a:pt x="1453" y="405"/>
                  </a:cubicBezTo>
                  <a:lnTo>
                    <a:pt x="1299"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87"/>
            <p:cNvSpPr/>
            <p:nvPr/>
          </p:nvSpPr>
          <p:spPr>
            <a:xfrm>
              <a:off x="5927722" y="3906903"/>
              <a:ext cx="29427" cy="50750"/>
            </a:xfrm>
            <a:custGeom>
              <a:rect b="b" l="l" r="r" t="t"/>
              <a:pathLst>
                <a:path extrusionOk="0" h="1935" w="1122">
                  <a:moveTo>
                    <a:pt x="535" y="385"/>
                  </a:moveTo>
                  <a:lnTo>
                    <a:pt x="535" y="746"/>
                  </a:lnTo>
                  <a:cubicBezTo>
                    <a:pt x="390" y="688"/>
                    <a:pt x="342" y="640"/>
                    <a:pt x="342" y="554"/>
                  </a:cubicBezTo>
                  <a:cubicBezTo>
                    <a:pt x="342" y="448"/>
                    <a:pt x="429" y="404"/>
                    <a:pt x="535" y="385"/>
                  </a:cubicBezTo>
                  <a:close/>
                  <a:moveTo>
                    <a:pt x="655" y="1116"/>
                  </a:moveTo>
                  <a:cubicBezTo>
                    <a:pt x="799" y="1179"/>
                    <a:pt x="828" y="1251"/>
                    <a:pt x="828" y="1333"/>
                  </a:cubicBezTo>
                  <a:cubicBezTo>
                    <a:pt x="828" y="1444"/>
                    <a:pt x="761" y="1501"/>
                    <a:pt x="655" y="1525"/>
                  </a:cubicBezTo>
                  <a:lnTo>
                    <a:pt x="655" y="1116"/>
                  </a:lnTo>
                  <a:close/>
                  <a:moveTo>
                    <a:pt x="592" y="0"/>
                  </a:moveTo>
                  <a:cubicBezTo>
                    <a:pt x="554" y="0"/>
                    <a:pt x="511" y="24"/>
                    <a:pt x="511" y="63"/>
                  </a:cubicBezTo>
                  <a:lnTo>
                    <a:pt x="511" y="125"/>
                  </a:lnTo>
                  <a:cubicBezTo>
                    <a:pt x="236" y="164"/>
                    <a:pt x="54" y="313"/>
                    <a:pt x="54" y="587"/>
                  </a:cubicBezTo>
                  <a:cubicBezTo>
                    <a:pt x="54" y="876"/>
                    <a:pt x="270" y="967"/>
                    <a:pt x="511" y="1064"/>
                  </a:cubicBezTo>
                  <a:lnTo>
                    <a:pt x="511" y="1525"/>
                  </a:lnTo>
                  <a:cubicBezTo>
                    <a:pt x="390" y="1511"/>
                    <a:pt x="333" y="1468"/>
                    <a:pt x="212" y="1372"/>
                  </a:cubicBezTo>
                  <a:cubicBezTo>
                    <a:pt x="193" y="1355"/>
                    <a:pt x="169" y="1348"/>
                    <a:pt x="147" y="1348"/>
                  </a:cubicBezTo>
                  <a:cubicBezTo>
                    <a:pt x="109" y="1348"/>
                    <a:pt x="72" y="1369"/>
                    <a:pt x="54" y="1405"/>
                  </a:cubicBezTo>
                  <a:cubicBezTo>
                    <a:pt x="1" y="1468"/>
                    <a:pt x="1" y="1554"/>
                    <a:pt x="54" y="1617"/>
                  </a:cubicBezTo>
                  <a:cubicBezTo>
                    <a:pt x="145" y="1737"/>
                    <a:pt x="342" y="1805"/>
                    <a:pt x="515" y="1805"/>
                  </a:cubicBezTo>
                  <a:lnTo>
                    <a:pt x="515" y="1872"/>
                  </a:lnTo>
                  <a:cubicBezTo>
                    <a:pt x="515" y="1906"/>
                    <a:pt x="554" y="1934"/>
                    <a:pt x="597" y="1934"/>
                  </a:cubicBezTo>
                  <a:cubicBezTo>
                    <a:pt x="636" y="1934"/>
                    <a:pt x="674" y="1910"/>
                    <a:pt x="674" y="1872"/>
                  </a:cubicBezTo>
                  <a:lnTo>
                    <a:pt x="674" y="1800"/>
                  </a:lnTo>
                  <a:cubicBezTo>
                    <a:pt x="924" y="1761"/>
                    <a:pt x="1122" y="1602"/>
                    <a:pt x="1122" y="1299"/>
                  </a:cubicBezTo>
                  <a:cubicBezTo>
                    <a:pt x="1117" y="1015"/>
                    <a:pt x="939" y="895"/>
                    <a:pt x="674" y="794"/>
                  </a:cubicBezTo>
                  <a:lnTo>
                    <a:pt x="674" y="385"/>
                  </a:lnTo>
                  <a:cubicBezTo>
                    <a:pt x="732" y="385"/>
                    <a:pt x="790" y="404"/>
                    <a:pt x="847" y="433"/>
                  </a:cubicBezTo>
                  <a:cubicBezTo>
                    <a:pt x="872" y="444"/>
                    <a:pt x="912" y="469"/>
                    <a:pt x="954" y="469"/>
                  </a:cubicBezTo>
                  <a:cubicBezTo>
                    <a:pt x="985" y="469"/>
                    <a:pt x="1018" y="455"/>
                    <a:pt x="1045" y="409"/>
                  </a:cubicBezTo>
                  <a:cubicBezTo>
                    <a:pt x="1088" y="351"/>
                    <a:pt x="1083" y="270"/>
                    <a:pt x="1035" y="222"/>
                  </a:cubicBezTo>
                  <a:cubicBezTo>
                    <a:pt x="944" y="145"/>
                    <a:pt x="785" y="120"/>
                    <a:pt x="674" y="120"/>
                  </a:cubicBezTo>
                  <a:lnTo>
                    <a:pt x="674" y="63"/>
                  </a:lnTo>
                  <a:cubicBezTo>
                    <a:pt x="674" y="24"/>
                    <a:pt x="631" y="0"/>
                    <a:pt x="5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87"/>
            <p:cNvSpPr/>
            <p:nvPr/>
          </p:nvSpPr>
          <p:spPr>
            <a:xfrm>
              <a:off x="5970499" y="3857806"/>
              <a:ext cx="98720" cy="84505"/>
            </a:xfrm>
            <a:custGeom>
              <a:rect b="b" l="l" r="r" t="t"/>
              <a:pathLst>
                <a:path extrusionOk="0" h="3222" w="3764">
                  <a:moveTo>
                    <a:pt x="2146" y="397"/>
                  </a:moveTo>
                  <a:cubicBezTo>
                    <a:pt x="2768" y="397"/>
                    <a:pt x="3364" y="880"/>
                    <a:pt x="3364" y="1612"/>
                  </a:cubicBezTo>
                  <a:cubicBezTo>
                    <a:pt x="3364" y="2276"/>
                    <a:pt x="2820" y="2820"/>
                    <a:pt x="2152" y="2820"/>
                  </a:cubicBezTo>
                  <a:cubicBezTo>
                    <a:pt x="1074" y="2820"/>
                    <a:pt x="535" y="1516"/>
                    <a:pt x="1295" y="756"/>
                  </a:cubicBezTo>
                  <a:cubicBezTo>
                    <a:pt x="1543" y="508"/>
                    <a:pt x="1847" y="397"/>
                    <a:pt x="2146" y="397"/>
                  </a:cubicBezTo>
                  <a:close/>
                  <a:moveTo>
                    <a:pt x="2152" y="0"/>
                  </a:moveTo>
                  <a:cubicBezTo>
                    <a:pt x="718" y="0"/>
                    <a:pt x="1" y="1733"/>
                    <a:pt x="1011" y="2748"/>
                  </a:cubicBezTo>
                  <a:cubicBezTo>
                    <a:pt x="1321" y="3057"/>
                    <a:pt x="1733" y="3222"/>
                    <a:pt x="2153" y="3222"/>
                  </a:cubicBezTo>
                  <a:cubicBezTo>
                    <a:pt x="2360" y="3222"/>
                    <a:pt x="2569" y="3182"/>
                    <a:pt x="2768" y="3099"/>
                  </a:cubicBezTo>
                  <a:cubicBezTo>
                    <a:pt x="3374" y="2849"/>
                    <a:pt x="3764" y="2262"/>
                    <a:pt x="3764" y="1608"/>
                  </a:cubicBezTo>
                  <a:cubicBezTo>
                    <a:pt x="3764" y="722"/>
                    <a:pt x="3042" y="0"/>
                    <a:pt x="21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87"/>
            <p:cNvSpPr/>
            <p:nvPr/>
          </p:nvSpPr>
          <p:spPr>
            <a:xfrm>
              <a:off x="5875109" y="3840390"/>
              <a:ext cx="211184" cy="151097"/>
            </a:xfrm>
            <a:custGeom>
              <a:rect b="b" l="l" r="r" t="t"/>
              <a:pathLst>
                <a:path extrusionOk="0" h="5761" w="8052">
                  <a:moveTo>
                    <a:pt x="2573" y="2274"/>
                  </a:moveTo>
                  <a:cubicBezTo>
                    <a:pt x="2967" y="2274"/>
                    <a:pt x="3350" y="2468"/>
                    <a:pt x="3580" y="2815"/>
                  </a:cubicBezTo>
                  <a:cubicBezTo>
                    <a:pt x="3623" y="2988"/>
                    <a:pt x="3691" y="3162"/>
                    <a:pt x="3772" y="3325"/>
                  </a:cubicBezTo>
                  <a:cubicBezTo>
                    <a:pt x="3782" y="3378"/>
                    <a:pt x="3787" y="3431"/>
                    <a:pt x="3787" y="3484"/>
                  </a:cubicBezTo>
                  <a:cubicBezTo>
                    <a:pt x="3787" y="4086"/>
                    <a:pt x="3344" y="4596"/>
                    <a:pt x="2752" y="4682"/>
                  </a:cubicBezTo>
                  <a:cubicBezTo>
                    <a:pt x="2691" y="4692"/>
                    <a:pt x="2630" y="4696"/>
                    <a:pt x="2569" y="4696"/>
                  </a:cubicBezTo>
                  <a:cubicBezTo>
                    <a:pt x="2046" y="4696"/>
                    <a:pt x="1570" y="4353"/>
                    <a:pt x="1415" y="3835"/>
                  </a:cubicBezTo>
                  <a:cubicBezTo>
                    <a:pt x="1242" y="3263"/>
                    <a:pt x="1511" y="2647"/>
                    <a:pt x="2055" y="2392"/>
                  </a:cubicBezTo>
                  <a:cubicBezTo>
                    <a:pt x="2222" y="2312"/>
                    <a:pt x="2398" y="2274"/>
                    <a:pt x="2573" y="2274"/>
                  </a:cubicBezTo>
                  <a:close/>
                  <a:moveTo>
                    <a:pt x="2574" y="1612"/>
                  </a:moveTo>
                  <a:cubicBezTo>
                    <a:pt x="2921" y="1612"/>
                    <a:pt x="3258" y="1709"/>
                    <a:pt x="3551" y="1887"/>
                  </a:cubicBezTo>
                  <a:cubicBezTo>
                    <a:pt x="3532" y="1983"/>
                    <a:pt x="3522" y="2079"/>
                    <a:pt x="3517" y="2180"/>
                  </a:cubicBezTo>
                  <a:cubicBezTo>
                    <a:pt x="3235" y="1976"/>
                    <a:pt x="2905" y="1874"/>
                    <a:pt x="2575" y="1874"/>
                  </a:cubicBezTo>
                  <a:cubicBezTo>
                    <a:pt x="2230" y="1874"/>
                    <a:pt x="1885" y="1985"/>
                    <a:pt x="1598" y="2204"/>
                  </a:cubicBezTo>
                  <a:cubicBezTo>
                    <a:pt x="1035" y="2637"/>
                    <a:pt x="818" y="3388"/>
                    <a:pt x="1068" y="4052"/>
                  </a:cubicBezTo>
                  <a:cubicBezTo>
                    <a:pt x="1305" y="4686"/>
                    <a:pt x="1910" y="5095"/>
                    <a:pt x="2575" y="5095"/>
                  </a:cubicBezTo>
                  <a:cubicBezTo>
                    <a:pt x="2611" y="5095"/>
                    <a:pt x="2648" y="5094"/>
                    <a:pt x="2685" y="5091"/>
                  </a:cubicBezTo>
                  <a:cubicBezTo>
                    <a:pt x="3392" y="5043"/>
                    <a:pt x="3989" y="4538"/>
                    <a:pt x="4148" y="3845"/>
                  </a:cubicBezTo>
                  <a:cubicBezTo>
                    <a:pt x="4215" y="3912"/>
                    <a:pt x="4287" y="3980"/>
                    <a:pt x="4364" y="4042"/>
                  </a:cubicBezTo>
                  <a:cubicBezTo>
                    <a:pt x="4099" y="4893"/>
                    <a:pt x="3339" y="5359"/>
                    <a:pt x="2569" y="5359"/>
                  </a:cubicBezTo>
                  <a:cubicBezTo>
                    <a:pt x="2012" y="5359"/>
                    <a:pt x="1450" y="5115"/>
                    <a:pt x="1068" y="4596"/>
                  </a:cubicBezTo>
                  <a:cubicBezTo>
                    <a:pt x="159" y="3359"/>
                    <a:pt x="1039" y="1612"/>
                    <a:pt x="2574" y="1612"/>
                  </a:cubicBezTo>
                  <a:close/>
                  <a:moveTo>
                    <a:pt x="5782" y="0"/>
                  </a:moveTo>
                  <a:cubicBezTo>
                    <a:pt x="4840" y="0"/>
                    <a:pt x="3986" y="592"/>
                    <a:pt x="3657" y="1482"/>
                  </a:cubicBezTo>
                  <a:cubicBezTo>
                    <a:pt x="3309" y="1293"/>
                    <a:pt x="2937" y="1205"/>
                    <a:pt x="2574" y="1205"/>
                  </a:cubicBezTo>
                  <a:cubicBezTo>
                    <a:pt x="1576" y="1205"/>
                    <a:pt x="634" y="1867"/>
                    <a:pt x="366" y="2921"/>
                  </a:cubicBezTo>
                  <a:cubicBezTo>
                    <a:pt x="0" y="4360"/>
                    <a:pt x="1092" y="5755"/>
                    <a:pt x="2574" y="5755"/>
                  </a:cubicBezTo>
                  <a:lnTo>
                    <a:pt x="2574" y="5760"/>
                  </a:lnTo>
                  <a:cubicBezTo>
                    <a:pt x="3527" y="5760"/>
                    <a:pt x="4379" y="5168"/>
                    <a:pt x="4706" y="4273"/>
                  </a:cubicBezTo>
                  <a:cubicBezTo>
                    <a:pt x="5047" y="4458"/>
                    <a:pt x="5419" y="4548"/>
                    <a:pt x="5790" y="4548"/>
                  </a:cubicBezTo>
                  <a:cubicBezTo>
                    <a:pt x="6298" y="4548"/>
                    <a:pt x="6801" y="4378"/>
                    <a:pt x="7213" y="4047"/>
                  </a:cubicBezTo>
                  <a:cubicBezTo>
                    <a:pt x="7612" y="3725"/>
                    <a:pt x="7887" y="3282"/>
                    <a:pt x="8007" y="2786"/>
                  </a:cubicBezTo>
                  <a:cubicBezTo>
                    <a:pt x="8052" y="2629"/>
                    <a:pt x="7926" y="2529"/>
                    <a:pt x="7804" y="2529"/>
                  </a:cubicBezTo>
                  <a:cubicBezTo>
                    <a:pt x="7717" y="2529"/>
                    <a:pt x="7632" y="2579"/>
                    <a:pt x="7612" y="2695"/>
                  </a:cubicBezTo>
                  <a:cubicBezTo>
                    <a:pt x="7439" y="3450"/>
                    <a:pt x="6818" y="4018"/>
                    <a:pt x="6058" y="4124"/>
                  </a:cubicBezTo>
                  <a:cubicBezTo>
                    <a:pt x="5968" y="4137"/>
                    <a:pt x="5878" y="4143"/>
                    <a:pt x="5789" y="4143"/>
                  </a:cubicBezTo>
                  <a:cubicBezTo>
                    <a:pt x="5121" y="4143"/>
                    <a:pt x="4493" y="3785"/>
                    <a:pt x="4157" y="3191"/>
                  </a:cubicBezTo>
                  <a:cubicBezTo>
                    <a:pt x="4124" y="3003"/>
                    <a:pt x="4056" y="2820"/>
                    <a:pt x="3955" y="2656"/>
                  </a:cubicBezTo>
                  <a:cubicBezTo>
                    <a:pt x="3753" y="1656"/>
                    <a:pt x="4388" y="674"/>
                    <a:pt x="5389" y="453"/>
                  </a:cubicBezTo>
                  <a:cubicBezTo>
                    <a:pt x="5523" y="424"/>
                    <a:pt x="5657" y="410"/>
                    <a:pt x="5789" y="410"/>
                  </a:cubicBezTo>
                  <a:cubicBezTo>
                    <a:pt x="6638" y="410"/>
                    <a:pt x="7408" y="990"/>
                    <a:pt x="7612" y="1848"/>
                  </a:cubicBezTo>
                  <a:cubicBezTo>
                    <a:pt x="7632" y="1965"/>
                    <a:pt x="7719" y="2016"/>
                    <a:pt x="7806" y="2016"/>
                  </a:cubicBezTo>
                  <a:cubicBezTo>
                    <a:pt x="7927" y="2016"/>
                    <a:pt x="8052" y="1918"/>
                    <a:pt x="8007" y="1761"/>
                  </a:cubicBezTo>
                  <a:cubicBezTo>
                    <a:pt x="7776" y="780"/>
                    <a:pt x="6934" y="68"/>
                    <a:pt x="5933" y="5"/>
                  </a:cubicBezTo>
                  <a:cubicBezTo>
                    <a:pt x="5882" y="2"/>
                    <a:pt x="5832" y="0"/>
                    <a:pt x="5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87"/>
            <p:cNvSpPr/>
            <p:nvPr/>
          </p:nvSpPr>
          <p:spPr>
            <a:xfrm>
              <a:off x="6012410" y="3875089"/>
              <a:ext cx="29034" cy="50881"/>
            </a:xfrm>
            <a:custGeom>
              <a:rect b="b" l="l" r="r" t="t"/>
              <a:pathLst>
                <a:path extrusionOk="0" h="1940" w="1107">
                  <a:moveTo>
                    <a:pt x="515" y="390"/>
                  </a:moveTo>
                  <a:lnTo>
                    <a:pt x="515" y="746"/>
                  </a:lnTo>
                  <a:cubicBezTo>
                    <a:pt x="376" y="689"/>
                    <a:pt x="327" y="645"/>
                    <a:pt x="327" y="554"/>
                  </a:cubicBezTo>
                  <a:cubicBezTo>
                    <a:pt x="327" y="453"/>
                    <a:pt x="414" y="405"/>
                    <a:pt x="515" y="390"/>
                  </a:cubicBezTo>
                  <a:close/>
                  <a:moveTo>
                    <a:pt x="635" y="1117"/>
                  </a:moveTo>
                  <a:cubicBezTo>
                    <a:pt x="785" y="1179"/>
                    <a:pt x="813" y="1247"/>
                    <a:pt x="813" y="1333"/>
                  </a:cubicBezTo>
                  <a:cubicBezTo>
                    <a:pt x="813" y="1444"/>
                    <a:pt x="746" y="1507"/>
                    <a:pt x="640" y="1526"/>
                  </a:cubicBezTo>
                  <a:lnTo>
                    <a:pt x="635" y="1531"/>
                  </a:lnTo>
                  <a:lnTo>
                    <a:pt x="635" y="1117"/>
                  </a:lnTo>
                  <a:close/>
                  <a:moveTo>
                    <a:pt x="578" y="1"/>
                  </a:moveTo>
                  <a:cubicBezTo>
                    <a:pt x="544" y="1"/>
                    <a:pt x="501" y="25"/>
                    <a:pt x="501" y="63"/>
                  </a:cubicBezTo>
                  <a:lnTo>
                    <a:pt x="501" y="126"/>
                  </a:lnTo>
                  <a:cubicBezTo>
                    <a:pt x="222" y="164"/>
                    <a:pt x="39" y="313"/>
                    <a:pt x="39" y="588"/>
                  </a:cubicBezTo>
                  <a:cubicBezTo>
                    <a:pt x="39" y="886"/>
                    <a:pt x="270" y="977"/>
                    <a:pt x="501" y="1064"/>
                  </a:cubicBezTo>
                  <a:lnTo>
                    <a:pt x="501" y="1531"/>
                  </a:lnTo>
                  <a:cubicBezTo>
                    <a:pt x="371" y="1516"/>
                    <a:pt x="308" y="1463"/>
                    <a:pt x="198" y="1382"/>
                  </a:cubicBezTo>
                  <a:cubicBezTo>
                    <a:pt x="174" y="1364"/>
                    <a:pt x="152" y="1357"/>
                    <a:pt x="132" y="1357"/>
                  </a:cubicBezTo>
                  <a:cubicBezTo>
                    <a:pt x="54" y="1357"/>
                    <a:pt x="0" y="1460"/>
                    <a:pt x="0" y="1521"/>
                  </a:cubicBezTo>
                  <a:cubicBezTo>
                    <a:pt x="0" y="1560"/>
                    <a:pt x="15" y="1593"/>
                    <a:pt x="39" y="1622"/>
                  </a:cubicBezTo>
                  <a:cubicBezTo>
                    <a:pt x="130" y="1747"/>
                    <a:pt x="327" y="1815"/>
                    <a:pt x="501" y="1815"/>
                  </a:cubicBezTo>
                  <a:lnTo>
                    <a:pt x="501" y="1877"/>
                  </a:lnTo>
                  <a:cubicBezTo>
                    <a:pt x="501" y="1911"/>
                    <a:pt x="539" y="1940"/>
                    <a:pt x="578" y="1940"/>
                  </a:cubicBezTo>
                  <a:cubicBezTo>
                    <a:pt x="621" y="1940"/>
                    <a:pt x="659" y="1916"/>
                    <a:pt x="659" y="1877"/>
                  </a:cubicBezTo>
                  <a:lnTo>
                    <a:pt x="659" y="1805"/>
                  </a:lnTo>
                  <a:cubicBezTo>
                    <a:pt x="910" y="1767"/>
                    <a:pt x="1107" y="1608"/>
                    <a:pt x="1107" y="1305"/>
                  </a:cubicBezTo>
                  <a:cubicBezTo>
                    <a:pt x="1102" y="1011"/>
                    <a:pt x="914" y="891"/>
                    <a:pt x="659" y="799"/>
                  </a:cubicBezTo>
                  <a:lnTo>
                    <a:pt x="659" y="381"/>
                  </a:lnTo>
                  <a:cubicBezTo>
                    <a:pt x="736" y="390"/>
                    <a:pt x="818" y="414"/>
                    <a:pt x="886" y="458"/>
                  </a:cubicBezTo>
                  <a:cubicBezTo>
                    <a:pt x="901" y="466"/>
                    <a:pt x="918" y="470"/>
                    <a:pt x="934" y="470"/>
                  </a:cubicBezTo>
                  <a:cubicBezTo>
                    <a:pt x="974" y="470"/>
                    <a:pt x="1013" y="447"/>
                    <a:pt x="1030" y="410"/>
                  </a:cubicBezTo>
                  <a:cubicBezTo>
                    <a:pt x="1073" y="352"/>
                    <a:pt x="1068" y="270"/>
                    <a:pt x="1020" y="222"/>
                  </a:cubicBezTo>
                  <a:cubicBezTo>
                    <a:pt x="929" y="145"/>
                    <a:pt x="775" y="121"/>
                    <a:pt x="659" y="121"/>
                  </a:cubicBezTo>
                  <a:lnTo>
                    <a:pt x="659" y="63"/>
                  </a:lnTo>
                  <a:cubicBezTo>
                    <a:pt x="659" y="25"/>
                    <a:pt x="616" y="1"/>
                    <a:pt x="5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87"/>
            <p:cNvSpPr/>
            <p:nvPr/>
          </p:nvSpPr>
          <p:spPr>
            <a:xfrm>
              <a:off x="5776153" y="3959306"/>
              <a:ext cx="367028" cy="211026"/>
            </a:xfrm>
            <a:custGeom>
              <a:rect b="b" l="l" r="r" t="t"/>
              <a:pathLst>
                <a:path extrusionOk="0" h="8046" w="13994">
                  <a:moveTo>
                    <a:pt x="4453" y="2387"/>
                  </a:moveTo>
                  <a:cubicBezTo>
                    <a:pt x="4473" y="2387"/>
                    <a:pt x="4493" y="2400"/>
                    <a:pt x="4504" y="2419"/>
                  </a:cubicBezTo>
                  <a:lnTo>
                    <a:pt x="5890" y="6100"/>
                  </a:lnTo>
                  <a:cubicBezTo>
                    <a:pt x="5900" y="6129"/>
                    <a:pt x="5885" y="6158"/>
                    <a:pt x="5857" y="6168"/>
                  </a:cubicBezTo>
                  <a:lnTo>
                    <a:pt x="4966" y="6500"/>
                  </a:lnTo>
                  <a:lnTo>
                    <a:pt x="3547" y="2727"/>
                  </a:lnTo>
                  <a:lnTo>
                    <a:pt x="4437" y="2390"/>
                  </a:lnTo>
                  <a:cubicBezTo>
                    <a:pt x="4442" y="2388"/>
                    <a:pt x="4448" y="2387"/>
                    <a:pt x="4453" y="2387"/>
                  </a:cubicBezTo>
                  <a:close/>
                  <a:moveTo>
                    <a:pt x="3167" y="2867"/>
                  </a:moveTo>
                  <a:lnTo>
                    <a:pt x="4586" y="6644"/>
                  </a:lnTo>
                  <a:lnTo>
                    <a:pt x="1945" y="7640"/>
                  </a:lnTo>
                  <a:cubicBezTo>
                    <a:pt x="1933" y="7645"/>
                    <a:pt x="1922" y="7647"/>
                    <a:pt x="1911" y="7647"/>
                  </a:cubicBezTo>
                  <a:cubicBezTo>
                    <a:pt x="1876" y="7647"/>
                    <a:pt x="1845" y="7625"/>
                    <a:pt x="1834" y="7592"/>
                  </a:cubicBezTo>
                  <a:lnTo>
                    <a:pt x="472" y="3974"/>
                  </a:lnTo>
                  <a:cubicBezTo>
                    <a:pt x="453" y="3930"/>
                    <a:pt x="477" y="3882"/>
                    <a:pt x="520" y="3868"/>
                  </a:cubicBezTo>
                  <a:lnTo>
                    <a:pt x="3167" y="2867"/>
                  </a:lnTo>
                  <a:close/>
                  <a:moveTo>
                    <a:pt x="12829" y="0"/>
                  </a:moveTo>
                  <a:cubicBezTo>
                    <a:pt x="12522" y="0"/>
                    <a:pt x="12229" y="161"/>
                    <a:pt x="12006" y="370"/>
                  </a:cubicBezTo>
                  <a:lnTo>
                    <a:pt x="9860" y="2145"/>
                  </a:lnTo>
                  <a:cubicBezTo>
                    <a:pt x="9740" y="1880"/>
                    <a:pt x="9485" y="1621"/>
                    <a:pt x="8999" y="1621"/>
                  </a:cubicBezTo>
                  <a:cubicBezTo>
                    <a:pt x="8407" y="1621"/>
                    <a:pt x="7967" y="1617"/>
                    <a:pt x="7628" y="1617"/>
                  </a:cubicBezTo>
                  <a:cubicBezTo>
                    <a:pt x="6824" y="1617"/>
                    <a:pt x="6591" y="1636"/>
                    <a:pt x="6256" y="1765"/>
                  </a:cubicBezTo>
                  <a:lnTo>
                    <a:pt x="6251" y="1765"/>
                  </a:lnTo>
                  <a:lnTo>
                    <a:pt x="4889" y="2328"/>
                  </a:lnTo>
                  <a:lnTo>
                    <a:pt x="4875" y="2275"/>
                  </a:lnTo>
                  <a:cubicBezTo>
                    <a:pt x="4804" y="2097"/>
                    <a:pt x="4634" y="1984"/>
                    <a:pt x="4453" y="1984"/>
                  </a:cubicBezTo>
                  <a:cubicBezTo>
                    <a:pt x="4400" y="1984"/>
                    <a:pt x="4345" y="1994"/>
                    <a:pt x="4293" y="2015"/>
                  </a:cubicBezTo>
                  <a:lnTo>
                    <a:pt x="376" y="3488"/>
                  </a:lnTo>
                  <a:cubicBezTo>
                    <a:pt x="126" y="3584"/>
                    <a:pt x="1" y="3863"/>
                    <a:pt x="92" y="4113"/>
                  </a:cubicBezTo>
                  <a:lnTo>
                    <a:pt x="1459" y="7731"/>
                  </a:lnTo>
                  <a:cubicBezTo>
                    <a:pt x="1530" y="7926"/>
                    <a:pt x="1718" y="8045"/>
                    <a:pt x="1915" y="8045"/>
                  </a:cubicBezTo>
                  <a:cubicBezTo>
                    <a:pt x="1972" y="8045"/>
                    <a:pt x="2029" y="8036"/>
                    <a:pt x="2084" y="8015"/>
                  </a:cubicBezTo>
                  <a:lnTo>
                    <a:pt x="5996" y="6538"/>
                  </a:lnTo>
                  <a:cubicBezTo>
                    <a:pt x="6232" y="6452"/>
                    <a:pt x="6347" y="6192"/>
                    <a:pt x="6261" y="5956"/>
                  </a:cubicBezTo>
                  <a:lnTo>
                    <a:pt x="6242" y="5908"/>
                  </a:lnTo>
                  <a:cubicBezTo>
                    <a:pt x="6954" y="5610"/>
                    <a:pt x="6968" y="5571"/>
                    <a:pt x="7704" y="5571"/>
                  </a:cubicBezTo>
                  <a:cubicBezTo>
                    <a:pt x="7959" y="5557"/>
                    <a:pt x="7959" y="5181"/>
                    <a:pt x="7704" y="5167"/>
                  </a:cubicBezTo>
                  <a:cubicBezTo>
                    <a:pt x="6906" y="5172"/>
                    <a:pt x="6833" y="5225"/>
                    <a:pt x="6102" y="5533"/>
                  </a:cubicBezTo>
                  <a:lnTo>
                    <a:pt x="5034" y="2703"/>
                  </a:lnTo>
                  <a:lnTo>
                    <a:pt x="6405" y="2135"/>
                  </a:lnTo>
                  <a:cubicBezTo>
                    <a:pt x="6690" y="2028"/>
                    <a:pt x="6891" y="2013"/>
                    <a:pt x="7718" y="2013"/>
                  </a:cubicBezTo>
                  <a:cubicBezTo>
                    <a:pt x="8037" y="2013"/>
                    <a:pt x="8451" y="2015"/>
                    <a:pt x="8999" y="2015"/>
                  </a:cubicBezTo>
                  <a:cubicBezTo>
                    <a:pt x="9215" y="2015"/>
                    <a:pt x="9369" y="2092"/>
                    <a:pt x="9461" y="2246"/>
                  </a:cubicBezTo>
                  <a:cubicBezTo>
                    <a:pt x="9509" y="2323"/>
                    <a:pt x="9538" y="2410"/>
                    <a:pt x="9547" y="2496"/>
                  </a:cubicBezTo>
                  <a:cubicBezTo>
                    <a:pt x="9542" y="2573"/>
                    <a:pt x="9494" y="2944"/>
                    <a:pt x="9133" y="3002"/>
                  </a:cubicBezTo>
                  <a:cubicBezTo>
                    <a:pt x="8585" y="3098"/>
                    <a:pt x="7401" y="3266"/>
                    <a:pt x="7392" y="3266"/>
                  </a:cubicBezTo>
                  <a:cubicBezTo>
                    <a:pt x="7146" y="3305"/>
                    <a:pt x="7175" y="3666"/>
                    <a:pt x="7420" y="3666"/>
                  </a:cubicBezTo>
                  <a:lnTo>
                    <a:pt x="7449" y="3666"/>
                  </a:lnTo>
                  <a:cubicBezTo>
                    <a:pt x="7459" y="3666"/>
                    <a:pt x="8652" y="3497"/>
                    <a:pt x="9206" y="3401"/>
                  </a:cubicBezTo>
                  <a:cubicBezTo>
                    <a:pt x="9716" y="3314"/>
                    <a:pt x="9903" y="2881"/>
                    <a:pt x="9942" y="2597"/>
                  </a:cubicBezTo>
                  <a:lnTo>
                    <a:pt x="12266" y="673"/>
                  </a:lnTo>
                  <a:lnTo>
                    <a:pt x="12271" y="668"/>
                  </a:lnTo>
                  <a:lnTo>
                    <a:pt x="12280" y="658"/>
                  </a:lnTo>
                  <a:cubicBezTo>
                    <a:pt x="12425" y="522"/>
                    <a:pt x="12616" y="396"/>
                    <a:pt x="12820" y="396"/>
                  </a:cubicBezTo>
                  <a:cubicBezTo>
                    <a:pt x="12941" y="396"/>
                    <a:pt x="13066" y="440"/>
                    <a:pt x="13190" y="552"/>
                  </a:cubicBezTo>
                  <a:cubicBezTo>
                    <a:pt x="13565" y="923"/>
                    <a:pt x="13219" y="1366"/>
                    <a:pt x="13142" y="1457"/>
                  </a:cubicBezTo>
                  <a:lnTo>
                    <a:pt x="10211" y="4609"/>
                  </a:lnTo>
                  <a:lnTo>
                    <a:pt x="10206" y="4613"/>
                  </a:lnTo>
                  <a:cubicBezTo>
                    <a:pt x="9793" y="5085"/>
                    <a:pt x="9239" y="5162"/>
                    <a:pt x="9013" y="5172"/>
                  </a:cubicBezTo>
                  <a:lnTo>
                    <a:pt x="8647" y="5172"/>
                  </a:lnTo>
                  <a:cubicBezTo>
                    <a:pt x="8392" y="5186"/>
                    <a:pt x="8392" y="5561"/>
                    <a:pt x="8647" y="5576"/>
                  </a:cubicBezTo>
                  <a:lnTo>
                    <a:pt x="9028" y="5576"/>
                  </a:lnTo>
                  <a:cubicBezTo>
                    <a:pt x="9302" y="5561"/>
                    <a:pt x="9990" y="5470"/>
                    <a:pt x="10505" y="4878"/>
                  </a:cubicBezTo>
                  <a:lnTo>
                    <a:pt x="13440" y="1726"/>
                  </a:lnTo>
                  <a:cubicBezTo>
                    <a:pt x="13695" y="1428"/>
                    <a:pt x="13993" y="788"/>
                    <a:pt x="13464" y="269"/>
                  </a:cubicBezTo>
                  <a:lnTo>
                    <a:pt x="13459" y="264"/>
                  </a:lnTo>
                  <a:cubicBezTo>
                    <a:pt x="13256" y="76"/>
                    <a:pt x="13039" y="0"/>
                    <a:pt x="128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0" name="Google Shape;16020;p87"/>
          <p:cNvGrpSpPr/>
          <p:nvPr/>
        </p:nvGrpSpPr>
        <p:grpSpPr>
          <a:xfrm>
            <a:off x="6657161" y="3825808"/>
            <a:ext cx="375211" cy="359186"/>
            <a:chOff x="6657161" y="3825808"/>
            <a:chExt cx="375211" cy="359186"/>
          </a:xfrm>
        </p:grpSpPr>
        <p:sp>
          <p:nvSpPr>
            <p:cNvPr id="16021" name="Google Shape;16021;p87"/>
            <p:cNvSpPr/>
            <p:nvPr/>
          </p:nvSpPr>
          <p:spPr>
            <a:xfrm>
              <a:off x="6780194" y="4040165"/>
              <a:ext cx="9625" cy="20090"/>
            </a:xfrm>
            <a:custGeom>
              <a:rect b="b" l="l" r="r" t="t"/>
              <a:pathLst>
                <a:path extrusionOk="0" h="766" w="367">
                  <a:moveTo>
                    <a:pt x="323" y="0"/>
                  </a:moveTo>
                  <a:lnTo>
                    <a:pt x="1" y="323"/>
                  </a:lnTo>
                  <a:cubicBezTo>
                    <a:pt x="107" y="482"/>
                    <a:pt x="232" y="631"/>
                    <a:pt x="367" y="765"/>
                  </a:cubicBezTo>
                  <a:cubicBezTo>
                    <a:pt x="333" y="510"/>
                    <a:pt x="318" y="255"/>
                    <a:pt x="323" y="0"/>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87"/>
            <p:cNvSpPr/>
            <p:nvPr/>
          </p:nvSpPr>
          <p:spPr>
            <a:xfrm>
              <a:off x="6789794" y="3854134"/>
              <a:ext cx="236388" cy="248637"/>
            </a:xfrm>
            <a:custGeom>
              <a:rect b="b" l="l" r="r" t="t"/>
              <a:pathLst>
                <a:path extrusionOk="0" h="9480" w="9013">
                  <a:moveTo>
                    <a:pt x="7853" y="1"/>
                  </a:moveTo>
                  <a:lnTo>
                    <a:pt x="7853" y="1"/>
                  </a:lnTo>
                  <a:cubicBezTo>
                    <a:pt x="7853" y="1"/>
                    <a:pt x="8185" y="2210"/>
                    <a:pt x="7031" y="3369"/>
                  </a:cubicBezTo>
                  <a:lnTo>
                    <a:pt x="3364" y="7036"/>
                  </a:lnTo>
                  <a:cubicBezTo>
                    <a:pt x="2631" y="7769"/>
                    <a:pt x="1473" y="7903"/>
                    <a:pt x="725" y="7903"/>
                  </a:cubicBezTo>
                  <a:cubicBezTo>
                    <a:pt x="295" y="7903"/>
                    <a:pt x="1" y="7858"/>
                    <a:pt x="1" y="7858"/>
                  </a:cubicBezTo>
                  <a:lnTo>
                    <a:pt x="1" y="7858"/>
                  </a:lnTo>
                  <a:cubicBezTo>
                    <a:pt x="361" y="8224"/>
                    <a:pt x="814" y="8484"/>
                    <a:pt x="1305" y="8619"/>
                  </a:cubicBezTo>
                  <a:lnTo>
                    <a:pt x="2166" y="9480"/>
                  </a:lnTo>
                  <a:cubicBezTo>
                    <a:pt x="2897" y="9013"/>
                    <a:pt x="3576" y="8470"/>
                    <a:pt x="4192" y="7858"/>
                  </a:cubicBezTo>
                  <a:lnTo>
                    <a:pt x="7853" y="4192"/>
                  </a:lnTo>
                  <a:cubicBezTo>
                    <a:pt x="9013" y="3037"/>
                    <a:pt x="9013" y="1161"/>
                    <a:pt x="7853"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87"/>
            <p:cNvSpPr/>
            <p:nvPr/>
          </p:nvSpPr>
          <p:spPr>
            <a:xfrm>
              <a:off x="6767972" y="3831447"/>
              <a:ext cx="249266" cy="241136"/>
            </a:xfrm>
            <a:custGeom>
              <a:rect b="b" l="l" r="r" t="t"/>
              <a:pathLst>
                <a:path extrusionOk="0" h="9194" w="9504">
                  <a:moveTo>
                    <a:pt x="6592" y="1508"/>
                  </a:moveTo>
                  <a:cubicBezTo>
                    <a:pt x="6965" y="1508"/>
                    <a:pt x="7338" y="1650"/>
                    <a:pt x="7622" y="1934"/>
                  </a:cubicBezTo>
                  <a:cubicBezTo>
                    <a:pt x="8190" y="2502"/>
                    <a:pt x="8190" y="3426"/>
                    <a:pt x="7622" y="3993"/>
                  </a:cubicBezTo>
                  <a:lnTo>
                    <a:pt x="5784" y="5832"/>
                  </a:lnTo>
                  <a:lnTo>
                    <a:pt x="5399" y="5928"/>
                  </a:lnTo>
                  <a:lnTo>
                    <a:pt x="4056" y="7554"/>
                  </a:lnTo>
                  <a:lnTo>
                    <a:pt x="3955" y="7660"/>
                  </a:lnTo>
                  <a:cubicBezTo>
                    <a:pt x="3672" y="7944"/>
                    <a:pt x="3300" y="8086"/>
                    <a:pt x="2928" y="8086"/>
                  </a:cubicBezTo>
                  <a:cubicBezTo>
                    <a:pt x="2556" y="8086"/>
                    <a:pt x="2185" y="7944"/>
                    <a:pt x="1901" y="7660"/>
                  </a:cubicBezTo>
                  <a:cubicBezTo>
                    <a:pt x="1328" y="7092"/>
                    <a:pt x="1328" y="6168"/>
                    <a:pt x="1901" y="5601"/>
                  </a:cubicBezTo>
                  <a:lnTo>
                    <a:pt x="5563" y="1934"/>
                  </a:lnTo>
                  <a:cubicBezTo>
                    <a:pt x="5846" y="1650"/>
                    <a:pt x="6219" y="1508"/>
                    <a:pt x="6592" y="1508"/>
                  </a:cubicBezTo>
                  <a:close/>
                  <a:moveTo>
                    <a:pt x="6592" y="1"/>
                  </a:moveTo>
                  <a:cubicBezTo>
                    <a:pt x="5834" y="1"/>
                    <a:pt x="5077" y="291"/>
                    <a:pt x="4499" y="871"/>
                  </a:cubicBezTo>
                  <a:lnTo>
                    <a:pt x="833" y="4537"/>
                  </a:lnTo>
                  <a:lnTo>
                    <a:pt x="0" y="7087"/>
                  </a:lnTo>
                  <a:cubicBezTo>
                    <a:pt x="68" y="7516"/>
                    <a:pt x="226" y="7920"/>
                    <a:pt x="467" y="8281"/>
                  </a:cubicBezTo>
                  <a:lnTo>
                    <a:pt x="510" y="8237"/>
                  </a:lnTo>
                  <a:cubicBezTo>
                    <a:pt x="582" y="8420"/>
                    <a:pt x="693" y="8584"/>
                    <a:pt x="833" y="8723"/>
                  </a:cubicBezTo>
                  <a:cubicBezTo>
                    <a:pt x="1151" y="9041"/>
                    <a:pt x="1585" y="9194"/>
                    <a:pt x="2068" y="9194"/>
                  </a:cubicBezTo>
                  <a:cubicBezTo>
                    <a:pt x="2206" y="9194"/>
                    <a:pt x="2348" y="9181"/>
                    <a:pt x="2493" y="9156"/>
                  </a:cubicBezTo>
                  <a:cubicBezTo>
                    <a:pt x="3137" y="9046"/>
                    <a:pt x="3825" y="8685"/>
                    <a:pt x="4403" y="8108"/>
                  </a:cubicBezTo>
                  <a:lnTo>
                    <a:pt x="8069" y="4441"/>
                  </a:lnTo>
                  <a:cubicBezTo>
                    <a:pt x="9224" y="3281"/>
                    <a:pt x="9503" y="1684"/>
                    <a:pt x="8685" y="871"/>
                  </a:cubicBezTo>
                  <a:cubicBezTo>
                    <a:pt x="8108" y="291"/>
                    <a:pt x="7350" y="1"/>
                    <a:pt x="6592"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87"/>
            <p:cNvSpPr/>
            <p:nvPr/>
          </p:nvSpPr>
          <p:spPr>
            <a:xfrm>
              <a:off x="6895543" y="3950572"/>
              <a:ext cx="24129" cy="57937"/>
            </a:xfrm>
            <a:custGeom>
              <a:rect b="b" l="l" r="r" t="t"/>
              <a:pathLst>
                <a:path extrusionOk="0" h="2209" w="920">
                  <a:moveTo>
                    <a:pt x="164" y="0"/>
                  </a:moveTo>
                  <a:lnTo>
                    <a:pt x="164" y="0"/>
                  </a:lnTo>
                  <a:cubicBezTo>
                    <a:pt x="164" y="0"/>
                    <a:pt x="333" y="1136"/>
                    <a:pt x="1" y="2209"/>
                  </a:cubicBezTo>
                  <a:lnTo>
                    <a:pt x="920" y="1290"/>
                  </a:lnTo>
                  <a:cubicBezTo>
                    <a:pt x="780" y="804"/>
                    <a:pt x="520" y="356"/>
                    <a:pt x="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87"/>
            <p:cNvSpPr/>
            <p:nvPr/>
          </p:nvSpPr>
          <p:spPr>
            <a:xfrm>
              <a:off x="6693748" y="4101485"/>
              <a:ext cx="161063" cy="77765"/>
            </a:xfrm>
            <a:custGeom>
              <a:rect b="b" l="l" r="r" t="t"/>
              <a:pathLst>
                <a:path extrusionOk="0" h="2965" w="6141">
                  <a:moveTo>
                    <a:pt x="4639" y="1"/>
                  </a:moveTo>
                  <a:lnTo>
                    <a:pt x="3369" y="1276"/>
                  </a:lnTo>
                  <a:cubicBezTo>
                    <a:pt x="2633" y="2009"/>
                    <a:pt x="1474" y="2143"/>
                    <a:pt x="725" y="2143"/>
                  </a:cubicBezTo>
                  <a:cubicBezTo>
                    <a:pt x="295" y="2143"/>
                    <a:pt x="1" y="2099"/>
                    <a:pt x="1" y="2099"/>
                  </a:cubicBezTo>
                  <a:lnTo>
                    <a:pt x="1" y="2099"/>
                  </a:lnTo>
                  <a:cubicBezTo>
                    <a:pt x="581" y="2676"/>
                    <a:pt x="1339" y="2965"/>
                    <a:pt x="2096" y="2965"/>
                  </a:cubicBezTo>
                  <a:cubicBezTo>
                    <a:pt x="2854" y="2965"/>
                    <a:pt x="3612" y="2676"/>
                    <a:pt x="4192" y="2099"/>
                  </a:cubicBezTo>
                  <a:lnTo>
                    <a:pt x="6141" y="150"/>
                  </a:lnTo>
                  <a:lnTo>
                    <a:pt x="463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87"/>
            <p:cNvSpPr/>
            <p:nvPr/>
          </p:nvSpPr>
          <p:spPr>
            <a:xfrm>
              <a:off x="6815287" y="4056558"/>
              <a:ext cx="88124" cy="49334"/>
            </a:xfrm>
            <a:custGeom>
              <a:rect b="b" l="l" r="r" t="t"/>
              <a:pathLst>
                <a:path extrusionOk="0" h="1881" w="3360">
                  <a:moveTo>
                    <a:pt x="3359" y="1"/>
                  </a:moveTo>
                  <a:lnTo>
                    <a:pt x="3215" y="140"/>
                  </a:lnTo>
                  <a:cubicBezTo>
                    <a:pt x="2658" y="702"/>
                    <a:pt x="1902" y="1008"/>
                    <a:pt x="1125" y="1008"/>
                  </a:cubicBezTo>
                  <a:cubicBezTo>
                    <a:pt x="996" y="1008"/>
                    <a:pt x="866" y="1000"/>
                    <a:pt x="737" y="982"/>
                  </a:cubicBezTo>
                  <a:lnTo>
                    <a:pt x="1" y="1714"/>
                  </a:lnTo>
                  <a:cubicBezTo>
                    <a:pt x="369" y="1826"/>
                    <a:pt x="749" y="1881"/>
                    <a:pt x="1130" y="1881"/>
                  </a:cubicBezTo>
                  <a:cubicBezTo>
                    <a:pt x="1255" y="1881"/>
                    <a:pt x="1381" y="1875"/>
                    <a:pt x="1507" y="1863"/>
                  </a:cubicBezTo>
                  <a:lnTo>
                    <a:pt x="3224" y="145"/>
                  </a:lnTo>
                  <a:cubicBezTo>
                    <a:pt x="3273" y="97"/>
                    <a:pt x="3316" y="49"/>
                    <a:pt x="3359"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87"/>
            <p:cNvSpPr/>
            <p:nvPr/>
          </p:nvSpPr>
          <p:spPr>
            <a:xfrm>
              <a:off x="6663482" y="3927754"/>
              <a:ext cx="250394" cy="241004"/>
            </a:xfrm>
            <a:custGeom>
              <a:rect b="b" l="l" r="r" t="t"/>
              <a:pathLst>
                <a:path extrusionOk="0" h="9189" w="9547">
                  <a:moveTo>
                    <a:pt x="6915" y="0"/>
                  </a:moveTo>
                  <a:cubicBezTo>
                    <a:pt x="6157" y="0"/>
                    <a:pt x="5399" y="290"/>
                    <a:pt x="4821" y="870"/>
                  </a:cubicBezTo>
                  <a:lnTo>
                    <a:pt x="1155" y="4532"/>
                  </a:lnTo>
                  <a:cubicBezTo>
                    <a:pt x="0" y="5691"/>
                    <a:pt x="0" y="7563"/>
                    <a:pt x="1155" y="8723"/>
                  </a:cubicBezTo>
                  <a:cubicBezTo>
                    <a:pt x="1471" y="9039"/>
                    <a:pt x="1906" y="9189"/>
                    <a:pt x="2386" y="9189"/>
                  </a:cubicBezTo>
                  <a:cubicBezTo>
                    <a:pt x="2526" y="9189"/>
                    <a:pt x="2669" y="9176"/>
                    <a:pt x="2815" y="9151"/>
                  </a:cubicBezTo>
                  <a:cubicBezTo>
                    <a:pt x="3460" y="9040"/>
                    <a:pt x="4148" y="8684"/>
                    <a:pt x="4725" y="8102"/>
                  </a:cubicBezTo>
                  <a:lnTo>
                    <a:pt x="6121" y="6711"/>
                  </a:lnTo>
                  <a:cubicBezTo>
                    <a:pt x="6121" y="6711"/>
                    <a:pt x="5963" y="6494"/>
                    <a:pt x="5557" y="6494"/>
                  </a:cubicBezTo>
                  <a:cubicBezTo>
                    <a:pt x="5519" y="6494"/>
                    <a:pt x="5479" y="6496"/>
                    <a:pt x="5437" y="6500"/>
                  </a:cubicBezTo>
                  <a:lnTo>
                    <a:pt x="4278" y="7655"/>
                  </a:lnTo>
                  <a:cubicBezTo>
                    <a:pt x="3994" y="7938"/>
                    <a:pt x="3622" y="8080"/>
                    <a:pt x="3250" y="8080"/>
                  </a:cubicBezTo>
                  <a:cubicBezTo>
                    <a:pt x="2879" y="8080"/>
                    <a:pt x="2507" y="7938"/>
                    <a:pt x="2223" y="7655"/>
                  </a:cubicBezTo>
                  <a:cubicBezTo>
                    <a:pt x="1655" y="7087"/>
                    <a:pt x="1655" y="6168"/>
                    <a:pt x="2223" y="5600"/>
                  </a:cubicBezTo>
                  <a:lnTo>
                    <a:pt x="5890" y="1933"/>
                  </a:lnTo>
                  <a:cubicBezTo>
                    <a:pt x="6171" y="1649"/>
                    <a:pt x="6545" y="1506"/>
                    <a:pt x="6919" y="1506"/>
                  </a:cubicBezTo>
                  <a:cubicBezTo>
                    <a:pt x="7267" y="1506"/>
                    <a:pt x="7615" y="1630"/>
                    <a:pt x="7891" y="1880"/>
                  </a:cubicBezTo>
                  <a:cubicBezTo>
                    <a:pt x="8469" y="2405"/>
                    <a:pt x="8531" y="3286"/>
                    <a:pt x="8040" y="3882"/>
                  </a:cubicBezTo>
                  <a:lnTo>
                    <a:pt x="9450" y="2477"/>
                  </a:lnTo>
                  <a:cubicBezTo>
                    <a:pt x="9547" y="1847"/>
                    <a:pt x="9412" y="1265"/>
                    <a:pt x="9012" y="870"/>
                  </a:cubicBezTo>
                  <a:cubicBezTo>
                    <a:pt x="8433" y="290"/>
                    <a:pt x="7674" y="0"/>
                    <a:pt x="691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87"/>
            <p:cNvSpPr/>
            <p:nvPr/>
          </p:nvSpPr>
          <p:spPr>
            <a:xfrm>
              <a:off x="6806081" y="4080162"/>
              <a:ext cx="38633" cy="23631"/>
            </a:xfrm>
            <a:custGeom>
              <a:rect b="b" l="l" r="r" t="t"/>
              <a:pathLst>
                <a:path extrusionOk="0" h="901" w="1473">
                  <a:moveTo>
                    <a:pt x="684" y="1"/>
                  </a:moveTo>
                  <a:lnTo>
                    <a:pt x="0" y="689"/>
                  </a:lnTo>
                  <a:cubicBezTo>
                    <a:pt x="222" y="780"/>
                    <a:pt x="448" y="852"/>
                    <a:pt x="684" y="900"/>
                  </a:cubicBezTo>
                  <a:lnTo>
                    <a:pt x="1473" y="107"/>
                  </a:lnTo>
                  <a:cubicBezTo>
                    <a:pt x="1208" y="107"/>
                    <a:pt x="943" y="73"/>
                    <a:pt x="68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87"/>
            <p:cNvSpPr/>
            <p:nvPr/>
          </p:nvSpPr>
          <p:spPr>
            <a:xfrm>
              <a:off x="6657161" y="3865254"/>
              <a:ext cx="331935" cy="319739"/>
            </a:xfrm>
            <a:custGeom>
              <a:rect b="b" l="l" r="r" t="t"/>
              <a:pathLst>
                <a:path extrusionOk="0" h="12191" w="12656">
                  <a:moveTo>
                    <a:pt x="10817" y="0"/>
                  </a:moveTo>
                  <a:cubicBezTo>
                    <a:pt x="10389" y="0"/>
                    <a:pt x="9961" y="164"/>
                    <a:pt x="9634" y="491"/>
                  </a:cubicBezTo>
                  <a:lnTo>
                    <a:pt x="8479" y="1651"/>
                  </a:lnTo>
                  <a:cubicBezTo>
                    <a:pt x="8320" y="1806"/>
                    <a:pt x="8465" y="2027"/>
                    <a:pt x="8634" y="2027"/>
                  </a:cubicBezTo>
                  <a:cubicBezTo>
                    <a:pt x="8685" y="2027"/>
                    <a:pt x="8739" y="2007"/>
                    <a:pt x="8787" y="1959"/>
                  </a:cubicBezTo>
                  <a:lnTo>
                    <a:pt x="9946" y="799"/>
                  </a:lnTo>
                  <a:cubicBezTo>
                    <a:pt x="10185" y="565"/>
                    <a:pt x="10496" y="448"/>
                    <a:pt x="10808" y="448"/>
                  </a:cubicBezTo>
                  <a:cubicBezTo>
                    <a:pt x="11124" y="448"/>
                    <a:pt x="11441" y="569"/>
                    <a:pt x="11683" y="809"/>
                  </a:cubicBezTo>
                  <a:cubicBezTo>
                    <a:pt x="12160" y="1290"/>
                    <a:pt x="12165" y="2065"/>
                    <a:pt x="11693" y="2551"/>
                  </a:cubicBezTo>
                  <a:lnTo>
                    <a:pt x="10100" y="4138"/>
                  </a:lnTo>
                  <a:cubicBezTo>
                    <a:pt x="9579" y="2865"/>
                    <a:pt x="8374" y="2162"/>
                    <a:pt x="7149" y="2162"/>
                  </a:cubicBezTo>
                  <a:cubicBezTo>
                    <a:pt x="6350" y="2162"/>
                    <a:pt x="5542" y="2460"/>
                    <a:pt x="4908" y="3094"/>
                  </a:cubicBezTo>
                  <a:lnTo>
                    <a:pt x="1242" y="6761"/>
                  </a:lnTo>
                  <a:cubicBezTo>
                    <a:pt x="0" y="8002"/>
                    <a:pt x="0" y="10018"/>
                    <a:pt x="1242" y="11260"/>
                  </a:cubicBezTo>
                  <a:cubicBezTo>
                    <a:pt x="1865" y="11880"/>
                    <a:pt x="2679" y="12191"/>
                    <a:pt x="3493" y="12191"/>
                  </a:cubicBezTo>
                  <a:cubicBezTo>
                    <a:pt x="4307" y="12191"/>
                    <a:pt x="5120" y="11880"/>
                    <a:pt x="5741" y="11260"/>
                  </a:cubicBezTo>
                  <a:lnTo>
                    <a:pt x="7690" y="9311"/>
                  </a:lnTo>
                  <a:cubicBezTo>
                    <a:pt x="7848" y="9152"/>
                    <a:pt x="7701" y="8934"/>
                    <a:pt x="7533" y="8934"/>
                  </a:cubicBezTo>
                  <a:cubicBezTo>
                    <a:pt x="7482" y="8934"/>
                    <a:pt x="7429" y="8955"/>
                    <a:pt x="7382" y="9003"/>
                  </a:cubicBezTo>
                  <a:lnTo>
                    <a:pt x="7377" y="9003"/>
                  </a:lnTo>
                  <a:lnTo>
                    <a:pt x="5433" y="10952"/>
                  </a:lnTo>
                  <a:cubicBezTo>
                    <a:pt x="4895" y="11505"/>
                    <a:pt x="4182" y="11781"/>
                    <a:pt x="3468" y="11781"/>
                  </a:cubicBezTo>
                  <a:cubicBezTo>
                    <a:pt x="2766" y="11781"/>
                    <a:pt x="2063" y="11513"/>
                    <a:pt x="1526" y="10976"/>
                  </a:cubicBezTo>
                  <a:cubicBezTo>
                    <a:pt x="443" y="9898"/>
                    <a:pt x="453" y="8137"/>
                    <a:pt x="1550" y="7069"/>
                  </a:cubicBezTo>
                  <a:lnTo>
                    <a:pt x="5216" y="3407"/>
                  </a:lnTo>
                  <a:cubicBezTo>
                    <a:pt x="5765" y="2858"/>
                    <a:pt x="6461" y="2602"/>
                    <a:pt x="7148" y="2602"/>
                  </a:cubicBezTo>
                  <a:cubicBezTo>
                    <a:pt x="8267" y="2602"/>
                    <a:pt x="9362" y="3281"/>
                    <a:pt x="9759" y="4480"/>
                  </a:cubicBezTo>
                  <a:lnTo>
                    <a:pt x="8026" y="6212"/>
                  </a:lnTo>
                  <a:cubicBezTo>
                    <a:pt x="7779" y="6459"/>
                    <a:pt x="7465" y="6576"/>
                    <a:pt x="7154" y="6576"/>
                  </a:cubicBezTo>
                  <a:cubicBezTo>
                    <a:pt x="6678" y="6576"/>
                    <a:pt x="6211" y="6303"/>
                    <a:pt x="6010" y="5808"/>
                  </a:cubicBezTo>
                  <a:cubicBezTo>
                    <a:pt x="5970" y="5709"/>
                    <a:pt x="5892" y="5667"/>
                    <a:pt x="5813" y="5667"/>
                  </a:cubicBezTo>
                  <a:cubicBezTo>
                    <a:pt x="5674" y="5667"/>
                    <a:pt x="5534" y="5797"/>
                    <a:pt x="5601" y="5972"/>
                  </a:cubicBezTo>
                  <a:cubicBezTo>
                    <a:pt x="5876" y="6643"/>
                    <a:pt x="6511" y="7015"/>
                    <a:pt x="7157" y="7015"/>
                  </a:cubicBezTo>
                  <a:cubicBezTo>
                    <a:pt x="7577" y="7015"/>
                    <a:pt x="8001" y="6858"/>
                    <a:pt x="8334" y="6525"/>
                  </a:cubicBezTo>
                  <a:lnTo>
                    <a:pt x="10158" y="4701"/>
                  </a:lnTo>
                  <a:lnTo>
                    <a:pt x="10163" y="4697"/>
                  </a:lnTo>
                  <a:lnTo>
                    <a:pt x="12001" y="2858"/>
                  </a:lnTo>
                  <a:cubicBezTo>
                    <a:pt x="12655" y="2204"/>
                    <a:pt x="12655" y="1145"/>
                    <a:pt x="12001" y="491"/>
                  </a:cubicBezTo>
                  <a:cubicBezTo>
                    <a:pt x="11674" y="164"/>
                    <a:pt x="11245" y="0"/>
                    <a:pt x="108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87"/>
            <p:cNvSpPr/>
            <p:nvPr/>
          </p:nvSpPr>
          <p:spPr>
            <a:xfrm>
              <a:off x="6700568" y="3825808"/>
              <a:ext cx="331804" cy="319635"/>
            </a:xfrm>
            <a:custGeom>
              <a:rect b="b" l="l" r="r" t="t"/>
              <a:pathLst>
                <a:path extrusionOk="0" h="12187" w="12651">
                  <a:moveTo>
                    <a:pt x="9163" y="1"/>
                  </a:moveTo>
                  <a:cubicBezTo>
                    <a:pt x="8349" y="1"/>
                    <a:pt x="7536" y="311"/>
                    <a:pt x="6915" y="932"/>
                  </a:cubicBezTo>
                  <a:lnTo>
                    <a:pt x="4966" y="2880"/>
                  </a:lnTo>
                  <a:cubicBezTo>
                    <a:pt x="4808" y="3039"/>
                    <a:pt x="4952" y="3257"/>
                    <a:pt x="5121" y="3257"/>
                  </a:cubicBezTo>
                  <a:cubicBezTo>
                    <a:pt x="5172" y="3257"/>
                    <a:pt x="5226" y="3237"/>
                    <a:pt x="5274" y="3188"/>
                  </a:cubicBezTo>
                  <a:lnTo>
                    <a:pt x="7223" y="1240"/>
                  </a:lnTo>
                  <a:cubicBezTo>
                    <a:pt x="7763" y="686"/>
                    <a:pt x="8477" y="408"/>
                    <a:pt x="9192" y="408"/>
                  </a:cubicBezTo>
                  <a:cubicBezTo>
                    <a:pt x="9893" y="408"/>
                    <a:pt x="10594" y="675"/>
                    <a:pt x="11130" y="1211"/>
                  </a:cubicBezTo>
                  <a:cubicBezTo>
                    <a:pt x="12213" y="2293"/>
                    <a:pt x="12198" y="4055"/>
                    <a:pt x="11101" y="5118"/>
                  </a:cubicBezTo>
                  <a:lnTo>
                    <a:pt x="7440" y="8784"/>
                  </a:lnTo>
                  <a:cubicBezTo>
                    <a:pt x="6891" y="9333"/>
                    <a:pt x="6195" y="9589"/>
                    <a:pt x="5508" y="9589"/>
                  </a:cubicBezTo>
                  <a:cubicBezTo>
                    <a:pt x="4388" y="9589"/>
                    <a:pt x="3292" y="8910"/>
                    <a:pt x="2893" y="7711"/>
                  </a:cubicBezTo>
                  <a:lnTo>
                    <a:pt x="4630" y="5974"/>
                  </a:lnTo>
                  <a:cubicBezTo>
                    <a:pt x="4876" y="5728"/>
                    <a:pt x="5189" y="5612"/>
                    <a:pt x="5499" y="5612"/>
                  </a:cubicBezTo>
                  <a:cubicBezTo>
                    <a:pt x="5976" y="5612"/>
                    <a:pt x="6444" y="5887"/>
                    <a:pt x="6646" y="6383"/>
                  </a:cubicBezTo>
                  <a:cubicBezTo>
                    <a:pt x="6686" y="6480"/>
                    <a:pt x="6763" y="6521"/>
                    <a:pt x="6842" y="6521"/>
                  </a:cubicBezTo>
                  <a:cubicBezTo>
                    <a:pt x="6981" y="6521"/>
                    <a:pt x="7122" y="6392"/>
                    <a:pt x="7055" y="6220"/>
                  </a:cubicBezTo>
                  <a:cubicBezTo>
                    <a:pt x="6781" y="5547"/>
                    <a:pt x="6145" y="5175"/>
                    <a:pt x="5499" y="5175"/>
                  </a:cubicBezTo>
                  <a:cubicBezTo>
                    <a:pt x="5078" y="5175"/>
                    <a:pt x="4654" y="5333"/>
                    <a:pt x="4322" y="5666"/>
                  </a:cubicBezTo>
                  <a:lnTo>
                    <a:pt x="655" y="9333"/>
                  </a:lnTo>
                  <a:cubicBezTo>
                    <a:pt x="1" y="9987"/>
                    <a:pt x="1" y="11046"/>
                    <a:pt x="655" y="11696"/>
                  </a:cubicBezTo>
                  <a:cubicBezTo>
                    <a:pt x="983" y="12023"/>
                    <a:pt x="1412" y="12187"/>
                    <a:pt x="1841" y="12187"/>
                  </a:cubicBezTo>
                  <a:cubicBezTo>
                    <a:pt x="2269" y="12187"/>
                    <a:pt x="2696" y="12025"/>
                    <a:pt x="3022" y="11700"/>
                  </a:cubicBezTo>
                  <a:lnTo>
                    <a:pt x="4177" y="10541"/>
                  </a:lnTo>
                  <a:cubicBezTo>
                    <a:pt x="4333" y="10385"/>
                    <a:pt x="4187" y="10165"/>
                    <a:pt x="4017" y="10165"/>
                  </a:cubicBezTo>
                  <a:cubicBezTo>
                    <a:pt x="3966" y="10165"/>
                    <a:pt x="3912" y="10185"/>
                    <a:pt x="3865" y="10233"/>
                  </a:cubicBezTo>
                  <a:lnTo>
                    <a:pt x="2710" y="11388"/>
                  </a:lnTo>
                  <a:cubicBezTo>
                    <a:pt x="2467" y="11637"/>
                    <a:pt x="2147" y="11762"/>
                    <a:pt x="1826" y="11762"/>
                  </a:cubicBezTo>
                  <a:cubicBezTo>
                    <a:pt x="1511" y="11762"/>
                    <a:pt x="1195" y="11641"/>
                    <a:pt x="953" y="11397"/>
                  </a:cubicBezTo>
                  <a:cubicBezTo>
                    <a:pt x="467" y="10911"/>
                    <a:pt x="472" y="10122"/>
                    <a:pt x="963" y="9641"/>
                  </a:cubicBezTo>
                  <a:lnTo>
                    <a:pt x="2556" y="8048"/>
                  </a:lnTo>
                  <a:cubicBezTo>
                    <a:pt x="3077" y="9322"/>
                    <a:pt x="4282" y="10025"/>
                    <a:pt x="5507" y="10025"/>
                  </a:cubicBezTo>
                  <a:cubicBezTo>
                    <a:pt x="6306" y="10025"/>
                    <a:pt x="7114" y="9726"/>
                    <a:pt x="7748" y="9092"/>
                  </a:cubicBezTo>
                  <a:lnTo>
                    <a:pt x="11414" y="5431"/>
                  </a:lnTo>
                  <a:cubicBezTo>
                    <a:pt x="12651" y="4184"/>
                    <a:pt x="12651" y="2173"/>
                    <a:pt x="11414" y="932"/>
                  </a:cubicBezTo>
                  <a:cubicBezTo>
                    <a:pt x="10791" y="311"/>
                    <a:pt x="9977" y="1"/>
                    <a:pt x="9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1" name="Google Shape;16031;p87"/>
          <p:cNvGrpSpPr/>
          <p:nvPr/>
        </p:nvGrpSpPr>
        <p:grpSpPr>
          <a:xfrm>
            <a:off x="6266450" y="3825756"/>
            <a:ext cx="269330" cy="359186"/>
            <a:chOff x="6266450" y="3825756"/>
            <a:chExt cx="269330" cy="359186"/>
          </a:xfrm>
        </p:grpSpPr>
        <p:sp>
          <p:nvSpPr>
            <p:cNvPr id="16032" name="Google Shape;16032;p87"/>
            <p:cNvSpPr/>
            <p:nvPr/>
          </p:nvSpPr>
          <p:spPr>
            <a:xfrm>
              <a:off x="6356804" y="3904884"/>
              <a:ext cx="31578" cy="69555"/>
            </a:xfrm>
            <a:custGeom>
              <a:rect b="b" l="l" r="r" t="t"/>
              <a:pathLst>
                <a:path extrusionOk="0" h="2652" w="1204">
                  <a:moveTo>
                    <a:pt x="722" y="0"/>
                  </a:moveTo>
                  <a:cubicBezTo>
                    <a:pt x="323" y="0"/>
                    <a:pt x="1" y="323"/>
                    <a:pt x="1" y="722"/>
                  </a:cubicBezTo>
                  <a:lnTo>
                    <a:pt x="1" y="890"/>
                  </a:lnTo>
                  <a:cubicBezTo>
                    <a:pt x="1" y="1102"/>
                    <a:pt x="34" y="1304"/>
                    <a:pt x="102" y="1501"/>
                  </a:cubicBezTo>
                  <a:lnTo>
                    <a:pt x="482" y="2651"/>
                  </a:lnTo>
                  <a:lnTo>
                    <a:pt x="1203" y="2651"/>
                  </a:lnTo>
                  <a:lnTo>
                    <a:pt x="1203"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87"/>
            <p:cNvSpPr/>
            <p:nvPr/>
          </p:nvSpPr>
          <p:spPr>
            <a:xfrm>
              <a:off x="6369550" y="3898563"/>
              <a:ext cx="75876" cy="75876"/>
            </a:xfrm>
            <a:custGeom>
              <a:rect b="b" l="l" r="r" t="t"/>
              <a:pathLst>
                <a:path extrusionOk="0" h="2893" w="2893">
                  <a:moveTo>
                    <a:pt x="722" y="1"/>
                  </a:moveTo>
                  <a:cubicBezTo>
                    <a:pt x="323" y="1"/>
                    <a:pt x="0" y="328"/>
                    <a:pt x="0" y="722"/>
                  </a:cubicBezTo>
                  <a:cubicBezTo>
                    <a:pt x="0" y="992"/>
                    <a:pt x="212" y="1204"/>
                    <a:pt x="482" y="1204"/>
                  </a:cubicBezTo>
                  <a:lnTo>
                    <a:pt x="2411" y="2892"/>
                  </a:lnTo>
                  <a:lnTo>
                    <a:pt x="2820" y="1463"/>
                  </a:lnTo>
                  <a:cubicBezTo>
                    <a:pt x="2868" y="1295"/>
                    <a:pt x="2892" y="1117"/>
                    <a:pt x="2892" y="939"/>
                  </a:cubicBezTo>
                  <a:lnTo>
                    <a:pt x="2892"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87"/>
            <p:cNvSpPr/>
            <p:nvPr/>
          </p:nvSpPr>
          <p:spPr>
            <a:xfrm>
              <a:off x="6380776" y="3994110"/>
              <a:ext cx="40548" cy="35486"/>
            </a:xfrm>
            <a:custGeom>
              <a:rect b="b" l="l" r="r" t="t"/>
              <a:pathLst>
                <a:path extrusionOk="0" h="1353" w="1546">
                  <a:moveTo>
                    <a:pt x="1" y="0"/>
                  </a:moveTo>
                  <a:lnTo>
                    <a:pt x="1" y="1352"/>
                  </a:lnTo>
                  <a:lnTo>
                    <a:pt x="1545" y="1352"/>
                  </a:lnTo>
                  <a:lnTo>
                    <a:pt x="154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87"/>
            <p:cNvSpPr/>
            <p:nvPr/>
          </p:nvSpPr>
          <p:spPr>
            <a:xfrm>
              <a:off x="6380907" y="3994110"/>
              <a:ext cx="40417" cy="22031"/>
            </a:xfrm>
            <a:custGeom>
              <a:rect b="b" l="l" r="r" t="t"/>
              <a:pathLst>
                <a:path extrusionOk="0" h="840" w="1541">
                  <a:moveTo>
                    <a:pt x="1" y="0"/>
                  </a:moveTo>
                  <a:lnTo>
                    <a:pt x="1" y="688"/>
                  </a:lnTo>
                  <a:cubicBezTo>
                    <a:pt x="246" y="789"/>
                    <a:pt x="508" y="840"/>
                    <a:pt x="770" y="840"/>
                  </a:cubicBezTo>
                  <a:cubicBezTo>
                    <a:pt x="1033" y="840"/>
                    <a:pt x="1295" y="789"/>
                    <a:pt x="1540" y="688"/>
                  </a:cubicBezTo>
                  <a:lnTo>
                    <a:pt x="154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87"/>
            <p:cNvSpPr/>
            <p:nvPr/>
          </p:nvSpPr>
          <p:spPr>
            <a:xfrm>
              <a:off x="6333592" y="4016062"/>
              <a:ext cx="135045" cy="68165"/>
            </a:xfrm>
            <a:custGeom>
              <a:rect b="b" l="l" r="r" t="t"/>
              <a:pathLst>
                <a:path extrusionOk="0" h="2599" w="5149">
                  <a:moveTo>
                    <a:pt x="1805" y="0"/>
                  </a:moveTo>
                  <a:lnTo>
                    <a:pt x="563" y="356"/>
                  </a:lnTo>
                  <a:cubicBezTo>
                    <a:pt x="231" y="453"/>
                    <a:pt x="0" y="756"/>
                    <a:pt x="0" y="1097"/>
                  </a:cubicBezTo>
                  <a:lnTo>
                    <a:pt x="0" y="2599"/>
                  </a:lnTo>
                  <a:lnTo>
                    <a:pt x="5149" y="2599"/>
                  </a:lnTo>
                  <a:lnTo>
                    <a:pt x="5149" y="1102"/>
                  </a:lnTo>
                  <a:cubicBezTo>
                    <a:pt x="5149" y="756"/>
                    <a:pt x="4918" y="453"/>
                    <a:pt x="4586" y="356"/>
                  </a:cubicBezTo>
                  <a:lnTo>
                    <a:pt x="3344" y="0"/>
                  </a:lnTo>
                  <a:lnTo>
                    <a:pt x="2574" y="515"/>
                  </a:lnTo>
                  <a:lnTo>
                    <a:pt x="1805"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87"/>
            <p:cNvSpPr/>
            <p:nvPr/>
          </p:nvSpPr>
          <p:spPr>
            <a:xfrm>
              <a:off x="6363125" y="3930246"/>
              <a:ext cx="75981" cy="69555"/>
            </a:xfrm>
            <a:custGeom>
              <a:rect b="b" l="l" r="r" t="t"/>
              <a:pathLst>
                <a:path extrusionOk="0" h="2652" w="2897">
                  <a:moveTo>
                    <a:pt x="912" y="0"/>
                  </a:moveTo>
                  <a:cubicBezTo>
                    <a:pt x="788" y="0"/>
                    <a:pt x="670" y="52"/>
                    <a:pt x="582" y="145"/>
                  </a:cubicBezTo>
                  <a:lnTo>
                    <a:pt x="144" y="578"/>
                  </a:lnTo>
                  <a:cubicBezTo>
                    <a:pt x="53" y="669"/>
                    <a:pt x="0" y="794"/>
                    <a:pt x="0" y="919"/>
                  </a:cubicBezTo>
                  <a:lnTo>
                    <a:pt x="0" y="1203"/>
                  </a:lnTo>
                  <a:cubicBezTo>
                    <a:pt x="0" y="2002"/>
                    <a:pt x="650" y="2652"/>
                    <a:pt x="1448" y="2652"/>
                  </a:cubicBezTo>
                  <a:cubicBezTo>
                    <a:pt x="2247" y="2652"/>
                    <a:pt x="2897" y="2002"/>
                    <a:pt x="2897" y="1203"/>
                  </a:cubicBezTo>
                  <a:lnTo>
                    <a:pt x="2897" y="895"/>
                  </a:lnTo>
                  <a:cubicBezTo>
                    <a:pt x="2897" y="770"/>
                    <a:pt x="2849" y="645"/>
                    <a:pt x="2757" y="554"/>
                  </a:cubicBezTo>
                  <a:cubicBezTo>
                    <a:pt x="2382" y="188"/>
                    <a:pt x="1703" y="24"/>
                    <a:pt x="929" y="0"/>
                  </a:cubicBezTo>
                  <a:cubicBezTo>
                    <a:pt x="923" y="0"/>
                    <a:pt x="918" y="0"/>
                    <a:pt x="91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87"/>
            <p:cNvSpPr/>
            <p:nvPr/>
          </p:nvSpPr>
          <p:spPr>
            <a:xfrm>
              <a:off x="6363125" y="3930246"/>
              <a:ext cx="75745" cy="68034"/>
            </a:xfrm>
            <a:custGeom>
              <a:rect b="b" l="l" r="r" t="t"/>
              <a:pathLst>
                <a:path extrusionOk="0" h="2594" w="2888">
                  <a:moveTo>
                    <a:pt x="929" y="0"/>
                  </a:moveTo>
                  <a:cubicBezTo>
                    <a:pt x="799" y="0"/>
                    <a:pt x="674" y="48"/>
                    <a:pt x="582" y="145"/>
                  </a:cubicBezTo>
                  <a:lnTo>
                    <a:pt x="0" y="722"/>
                  </a:lnTo>
                  <a:lnTo>
                    <a:pt x="0" y="1203"/>
                  </a:lnTo>
                  <a:cubicBezTo>
                    <a:pt x="0" y="1848"/>
                    <a:pt x="428" y="2416"/>
                    <a:pt x="1049" y="2594"/>
                  </a:cubicBezTo>
                  <a:cubicBezTo>
                    <a:pt x="837" y="2339"/>
                    <a:pt x="727" y="2016"/>
                    <a:pt x="727" y="1684"/>
                  </a:cubicBezTo>
                  <a:lnTo>
                    <a:pt x="727" y="1150"/>
                  </a:lnTo>
                  <a:cubicBezTo>
                    <a:pt x="727" y="871"/>
                    <a:pt x="958" y="669"/>
                    <a:pt x="1237" y="669"/>
                  </a:cubicBezTo>
                  <a:cubicBezTo>
                    <a:pt x="1665" y="669"/>
                    <a:pt x="2521" y="722"/>
                    <a:pt x="2887" y="996"/>
                  </a:cubicBezTo>
                  <a:cubicBezTo>
                    <a:pt x="2873" y="891"/>
                    <a:pt x="2829" y="626"/>
                    <a:pt x="2757" y="554"/>
                  </a:cubicBezTo>
                  <a:cubicBezTo>
                    <a:pt x="2382" y="193"/>
                    <a:pt x="1703" y="24"/>
                    <a:pt x="929"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87"/>
            <p:cNvSpPr/>
            <p:nvPr/>
          </p:nvSpPr>
          <p:spPr>
            <a:xfrm>
              <a:off x="6271748" y="3831053"/>
              <a:ext cx="258734" cy="348721"/>
            </a:xfrm>
            <a:custGeom>
              <a:rect b="b" l="l" r="r" t="t"/>
              <a:pathLst>
                <a:path extrusionOk="0" h="13296" w="9865">
                  <a:moveTo>
                    <a:pt x="4935" y="1288"/>
                  </a:moveTo>
                  <a:cubicBezTo>
                    <a:pt x="5404" y="1288"/>
                    <a:pt x="5877" y="1378"/>
                    <a:pt x="6328" y="1564"/>
                  </a:cubicBezTo>
                  <a:cubicBezTo>
                    <a:pt x="7690" y="2127"/>
                    <a:pt x="8575" y="3455"/>
                    <a:pt x="8575" y="4932"/>
                  </a:cubicBezTo>
                  <a:cubicBezTo>
                    <a:pt x="8575" y="6944"/>
                    <a:pt x="6944" y="8575"/>
                    <a:pt x="4932" y="8575"/>
                  </a:cubicBezTo>
                  <a:cubicBezTo>
                    <a:pt x="3460" y="8575"/>
                    <a:pt x="2127" y="7689"/>
                    <a:pt x="1564" y="6328"/>
                  </a:cubicBezTo>
                  <a:cubicBezTo>
                    <a:pt x="1001" y="4966"/>
                    <a:pt x="1314" y="3397"/>
                    <a:pt x="2353" y="2353"/>
                  </a:cubicBezTo>
                  <a:cubicBezTo>
                    <a:pt x="3052" y="1658"/>
                    <a:pt x="3986" y="1288"/>
                    <a:pt x="4935" y="1288"/>
                  </a:cubicBezTo>
                  <a:close/>
                  <a:moveTo>
                    <a:pt x="4932" y="0"/>
                  </a:moveTo>
                  <a:cubicBezTo>
                    <a:pt x="2209" y="0"/>
                    <a:pt x="0" y="2209"/>
                    <a:pt x="0" y="4932"/>
                  </a:cubicBezTo>
                  <a:cubicBezTo>
                    <a:pt x="0" y="10076"/>
                    <a:pt x="4932" y="13295"/>
                    <a:pt x="4932" y="13295"/>
                  </a:cubicBezTo>
                  <a:cubicBezTo>
                    <a:pt x="4932" y="13295"/>
                    <a:pt x="9864" y="10076"/>
                    <a:pt x="9864" y="4932"/>
                  </a:cubicBezTo>
                  <a:cubicBezTo>
                    <a:pt x="9864" y="2209"/>
                    <a:pt x="7656" y="0"/>
                    <a:pt x="4932"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87"/>
            <p:cNvSpPr/>
            <p:nvPr/>
          </p:nvSpPr>
          <p:spPr>
            <a:xfrm>
              <a:off x="6271748" y="3831053"/>
              <a:ext cx="245227" cy="348590"/>
            </a:xfrm>
            <a:custGeom>
              <a:rect b="b" l="l" r="r" t="t"/>
              <a:pathLst>
                <a:path extrusionOk="0" h="13291" w="9350">
                  <a:moveTo>
                    <a:pt x="4937" y="1288"/>
                  </a:moveTo>
                  <a:cubicBezTo>
                    <a:pt x="5405" y="1288"/>
                    <a:pt x="5878" y="1378"/>
                    <a:pt x="6328" y="1564"/>
                  </a:cubicBezTo>
                  <a:cubicBezTo>
                    <a:pt x="7690" y="2132"/>
                    <a:pt x="8575" y="3460"/>
                    <a:pt x="8575" y="4932"/>
                  </a:cubicBezTo>
                  <a:cubicBezTo>
                    <a:pt x="8575" y="6944"/>
                    <a:pt x="6944" y="8575"/>
                    <a:pt x="4932" y="8575"/>
                  </a:cubicBezTo>
                  <a:lnTo>
                    <a:pt x="4932" y="8580"/>
                  </a:lnTo>
                  <a:cubicBezTo>
                    <a:pt x="3455" y="8580"/>
                    <a:pt x="2127" y="7689"/>
                    <a:pt x="1564" y="6328"/>
                  </a:cubicBezTo>
                  <a:cubicBezTo>
                    <a:pt x="1001" y="4966"/>
                    <a:pt x="1314" y="3397"/>
                    <a:pt x="2353" y="2358"/>
                  </a:cubicBezTo>
                  <a:cubicBezTo>
                    <a:pt x="3052" y="1659"/>
                    <a:pt x="3987" y="1288"/>
                    <a:pt x="4937" y="1288"/>
                  </a:cubicBezTo>
                  <a:close/>
                  <a:moveTo>
                    <a:pt x="4932" y="0"/>
                  </a:moveTo>
                  <a:cubicBezTo>
                    <a:pt x="2209" y="0"/>
                    <a:pt x="0" y="2209"/>
                    <a:pt x="0" y="4932"/>
                  </a:cubicBezTo>
                  <a:cubicBezTo>
                    <a:pt x="0" y="10076"/>
                    <a:pt x="4932" y="13290"/>
                    <a:pt x="4932" y="13290"/>
                  </a:cubicBezTo>
                  <a:cubicBezTo>
                    <a:pt x="4932" y="13290"/>
                    <a:pt x="3792" y="11722"/>
                    <a:pt x="3094" y="9027"/>
                  </a:cubicBezTo>
                  <a:cubicBezTo>
                    <a:pt x="3070" y="8943"/>
                    <a:pt x="3137" y="8869"/>
                    <a:pt x="3218" y="8869"/>
                  </a:cubicBezTo>
                  <a:cubicBezTo>
                    <a:pt x="3234" y="8869"/>
                    <a:pt x="3251" y="8872"/>
                    <a:pt x="3268" y="8878"/>
                  </a:cubicBezTo>
                  <a:cubicBezTo>
                    <a:pt x="3803" y="9107"/>
                    <a:pt x="4371" y="9219"/>
                    <a:pt x="4937" y="9219"/>
                  </a:cubicBezTo>
                  <a:cubicBezTo>
                    <a:pt x="5835" y="9219"/>
                    <a:pt x="6726" y="8936"/>
                    <a:pt x="7473" y="8387"/>
                  </a:cubicBezTo>
                  <a:cubicBezTo>
                    <a:pt x="8690" y="7492"/>
                    <a:pt x="9350" y="6025"/>
                    <a:pt x="9200" y="4519"/>
                  </a:cubicBezTo>
                  <a:cubicBezTo>
                    <a:pt x="9022" y="2570"/>
                    <a:pt x="7487" y="963"/>
                    <a:pt x="5544" y="688"/>
                  </a:cubicBezTo>
                  <a:cubicBezTo>
                    <a:pt x="5342" y="659"/>
                    <a:pt x="5139" y="644"/>
                    <a:pt x="4937" y="644"/>
                  </a:cubicBezTo>
                  <a:cubicBezTo>
                    <a:pt x="4619" y="644"/>
                    <a:pt x="4301" y="680"/>
                    <a:pt x="3989" y="751"/>
                  </a:cubicBezTo>
                  <a:cubicBezTo>
                    <a:pt x="3980" y="753"/>
                    <a:pt x="3971" y="754"/>
                    <a:pt x="3963" y="754"/>
                  </a:cubicBezTo>
                  <a:cubicBezTo>
                    <a:pt x="3853" y="754"/>
                    <a:pt x="3784" y="619"/>
                    <a:pt x="3869" y="534"/>
                  </a:cubicBezTo>
                  <a:cubicBezTo>
                    <a:pt x="4187" y="193"/>
                    <a:pt x="4547" y="0"/>
                    <a:pt x="493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87"/>
            <p:cNvSpPr/>
            <p:nvPr/>
          </p:nvSpPr>
          <p:spPr>
            <a:xfrm>
              <a:off x="6290160" y="3859484"/>
              <a:ext cx="177429" cy="165732"/>
            </a:xfrm>
            <a:custGeom>
              <a:rect b="b" l="l" r="r" t="t"/>
              <a:pathLst>
                <a:path extrusionOk="0" h="6319" w="6765">
                  <a:moveTo>
                    <a:pt x="4233" y="1"/>
                  </a:moveTo>
                  <a:cubicBezTo>
                    <a:pt x="3243" y="1"/>
                    <a:pt x="2257" y="382"/>
                    <a:pt x="1512" y="1130"/>
                  </a:cubicBezTo>
                  <a:cubicBezTo>
                    <a:pt x="131" y="2506"/>
                    <a:pt x="1" y="4700"/>
                    <a:pt x="1209" y="6230"/>
                  </a:cubicBezTo>
                  <a:cubicBezTo>
                    <a:pt x="1253" y="6293"/>
                    <a:pt x="1311" y="6319"/>
                    <a:pt x="1367" y="6319"/>
                  </a:cubicBezTo>
                  <a:cubicBezTo>
                    <a:pt x="1519" y="6319"/>
                    <a:pt x="1663" y="6134"/>
                    <a:pt x="1526" y="5980"/>
                  </a:cubicBezTo>
                  <a:cubicBezTo>
                    <a:pt x="444" y="4609"/>
                    <a:pt x="559" y="2645"/>
                    <a:pt x="1796" y="1414"/>
                  </a:cubicBezTo>
                  <a:cubicBezTo>
                    <a:pt x="2463" y="744"/>
                    <a:pt x="3344" y="403"/>
                    <a:pt x="4230" y="403"/>
                  </a:cubicBezTo>
                  <a:cubicBezTo>
                    <a:pt x="4980" y="403"/>
                    <a:pt x="5733" y="648"/>
                    <a:pt x="6362" y="1144"/>
                  </a:cubicBezTo>
                  <a:cubicBezTo>
                    <a:pt x="6401" y="1171"/>
                    <a:pt x="6440" y="1183"/>
                    <a:pt x="6478" y="1183"/>
                  </a:cubicBezTo>
                  <a:cubicBezTo>
                    <a:pt x="6641" y="1183"/>
                    <a:pt x="6765" y="963"/>
                    <a:pt x="6612" y="827"/>
                  </a:cubicBezTo>
                  <a:cubicBezTo>
                    <a:pt x="5911" y="273"/>
                    <a:pt x="5070" y="1"/>
                    <a:pt x="4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87"/>
            <p:cNvSpPr/>
            <p:nvPr/>
          </p:nvSpPr>
          <p:spPr>
            <a:xfrm>
              <a:off x="6266450" y="3825756"/>
              <a:ext cx="269330" cy="359186"/>
            </a:xfrm>
            <a:custGeom>
              <a:rect b="b" l="l" r="r" t="t"/>
              <a:pathLst>
                <a:path extrusionOk="0" h="13695" w="10269">
                  <a:moveTo>
                    <a:pt x="5134" y="400"/>
                  </a:moveTo>
                  <a:cubicBezTo>
                    <a:pt x="7747" y="400"/>
                    <a:pt x="9864" y="2522"/>
                    <a:pt x="9864" y="5134"/>
                  </a:cubicBezTo>
                  <a:cubicBezTo>
                    <a:pt x="9860" y="6304"/>
                    <a:pt x="9605" y="7458"/>
                    <a:pt x="9114" y="8522"/>
                  </a:cubicBezTo>
                  <a:cubicBezTo>
                    <a:pt x="8685" y="9455"/>
                    <a:pt x="8127" y="10326"/>
                    <a:pt x="7454" y="11106"/>
                  </a:cubicBezTo>
                  <a:cubicBezTo>
                    <a:pt x="6770" y="11909"/>
                    <a:pt x="5991" y="12631"/>
                    <a:pt x="5134" y="13252"/>
                  </a:cubicBezTo>
                  <a:cubicBezTo>
                    <a:pt x="4283" y="12631"/>
                    <a:pt x="3503" y="11914"/>
                    <a:pt x="2825" y="11115"/>
                  </a:cubicBezTo>
                  <a:cubicBezTo>
                    <a:pt x="2146" y="10331"/>
                    <a:pt x="1588" y="9465"/>
                    <a:pt x="1160" y="8527"/>
                  </a:cubicBezTo>
                  <a:cubicBezTo>
                    <a:pt x="669" y="7463"/>
                    <a:pt x="409" y="6304"/>
                    <a:pt x="404" y="5134"/>
                  </a:cubicBezTo>
                  <a:cubicBezTo>
                    <a:pt x="404" y="2522"/>
                    <a:pt x="2522" y="400"/>
                    <a:pt x="5134" y="400"/>
                  </a:cubicBezTo>
                  <a:close/>
                  <a:moveTo>
                    <a:pt x="5134" y="0"/>
                  </a:moveTo>
                  <a:cubicBezTo>
                    <a:pt x="2300" y="5"/>
                    <a:pt x="5" y="2300"/>
                    <a:pt x="0" y="5134"/>
                  </a:cubicBezTo>
                  <a:cubicBezTo>
                    <a:pt x="10" y="6361"/>
                    <a:pt x="279" y="7579"/>
                    <a:pt x="789" y="8695"/>
                  </a:cubicBezTo>
                  <a:cubicBezTo>
                    <a:pt x="1237" y="9662"/>
                    <a:pt x="1819" y="10567"/>
                    <a:pt x="2517" y="11375"/>
                  </a:cubicBezTo>
                  <a:cubicBezTo>
                    <a:pt x="3753" y="12828"/>
                    <a:pt x="4976" y="13632"/>
                    <a:pt x="5024" y="13666"/>
                  </a:cubicBezTo>
                  <a:cubicBezTo>
                    <a:pt x="5057" y="13685"/>
                    <a:pt x="5096" y="13694"/>
                    <a:pt x="5134" y="13694"/>
                  </a:cubicBezTo>
                  <a:cubicBezTo>
                    <a:pt x="5173" y="13694"/>
                    <a:pt x="5211" y="13685"/>
                    <a:pt x="5245" y="13666"/>
                  </a:cubicBezTo>
                  <a:cubicBezTo>
                    <a:pt x="5293" y="13632"/>
                    <a:pt x="6515" y="12828"/>
                    <a:pt x="7752" y="11375"/>
                  </a:cubicBezTo>
                  <a:cubicBezTo>
                    <a:pt x="8450" y="10567"/>
                    <a:pt x="9032" y="9662"/>
                    <a:pt x="9479" y="8695"/>
                  </a:cubicBezTo>
                  <a:cubicBezTo>
                    <a:pt x="9994" y="7579"/>
                    <a:pt x="10264" y="6361"/>
                    <a:pt x="10269" y="5134"/>
                  </a:cubicBezTo>
                  <a:cubicBezTo>
                    <a:pt x="10264" y="2300"/>
                    <a:pt x="7969" y="5"/>
                    <a:pt x="51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87"/>
            <p:cNvSpPr/>
            <p:nvPr/>
          </p:nvSpPr>
          <p:spPr>
            <a:xfrm>
              <a:off x="6373143" y="3925420"/>
              <a:ext cx="57884" cy="18045"/>
            </a:xfrm>
            <a:custGeom>
              <a:rect b="b" l="l" r="r" t="t"/>
              <a:pathLst>
                <a:path extrusionOk="0" h="688" w="2207">
                  <a:moveTo>
                    <a:pt x="798" y="1"/>
                  </a:moveTo>
                  <a:cubicBezTo>
                    <a:pt x="608" y="1"/>
                    <a:pt x="399" y="19"/>
                    <a:pt x="171" y="64"/>
                  </a:cubicBezTo>
                  <a:cubicBezTo>
                    <a:pt x="75" y="83"/>
                    <a:pt x="8" y="165"/>
                    <a:pt x="8" y="261"/>
                  </a:cubicBezTo>
                  <a:lnTo>
                    <a:pt x="8" y="478"/>
                  </a:lnTo>
                  <a:cubicBezTo>
                    <a:pt x="1" y="617"/>
                    <a:pt x="105" y="687"/>
                    <a:pt x="210" y="687"/>
                  </a:cubicBezTo>
                  <a:cubicBezTo>
                    <a:pt x="315" y="687"/>
                    <a:pt x="419" y="617"/>
                    <a:pt x="412" y="478"/>
                  </a:cubicBezTo>
                  <a:lnTo>
                    <a:pt x="407" y="478"/>
                  </a:lnTo>
                  <a:lnTo>
                    <a:pt x="407" y="430"/>
                  </a:lnTo>
                  <a:cubicBezTo>
                    <a:pt x="533" y="412"/>
                    <a:pt x="660" y="402"/>
                    <a:pt x="786" y="402"/>
                  </a:cubicBezTo>
                  <a:cubicBezTo>
                    <a:pt x="993" y="402"/>
                    <a:pt x="1198" y="427"/>
                    <a:pt x="1398" y="478"/>
                  </a:cubicBezTo>
                  <a:cubicBezTo>
                    <a:pt x="1543" y="512"/>
                    <a:pt x="1682" y="569"/>
                    <a:pt x="1812" y="646"/>
                  </a:cubicBezTo>
                  <a:cubicBezTo>
                    <a:pt x="1848" y="668"/>
                    <a:pt x="1884" y="677"/>
                    <a:pt x="1918" y="677"/>
                  </a:cubicBezTo>
                  <a:cubicBezTo>
                    <a:pt x="2090" y="677"/>
                    <a:pt x="2207" y="434"/>
                    <a:pt x="2034" y="309"/>
                  </a:cubicBezTo>
                  <a:cubicBezTo>
                    <a:pt x="2010" y="294"/>
                    <a:pt x="1561"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87"/>
            <p:cNvSpPr/>
            <p:nvPr/>
          </p:nvSpPr>
          <p:spPr>
            <a:xfrm>
              <a:off x="6336241" y="3893265"/>
              <a:ext cx="175803" cy="168040"/>
            </a:xfrm>
            <a:custGeom>
              <a:rect b="b" l="l" r="r" t="t"/>
              <a:pathLst>
                <a:path extrusionOk="0" h="6407" w="6703">
                  <a:moveTo>
                    <a:pt x="3989" y="400"/>
                  </a:moveTo>
                  <a:lnTo>
                    <a:pt x="3989" y="1401"/>
                  </a:lnTo>
                  <a:cubicBezTo>
                    <a:pt x="3989" y="1569"/>
                    <a:pt x="3951" y="1733"/>
                    <a:pt x="3878" y="1882"/>
                  </a:cubicBezTo>
                  <a:lnTo>
                    <a:pt x="3797" y="2041"/>
                  </a:lnTo>
                  <a:cubicBezTo>
                    <a:pt x="3782" y="2070"/>
                    <a:pt x="3777" y="2098"/>
                    <a:pt x="3777" y="2132"/>
                  </a:cubicBezTo>
                  <a:lnTo>
                    <a:pt x="3777" y="2560"/>
                  </a:lnTo>
                  <a:cubicBezTo>
                    <a:pt x="3777" y="3277"/>
                    <a:pt x="3195" y="3860"/>
                    <a:pt x="2478" y="3860"/>
                  </a:cubicBezTo>
                  <a:cubicBezTo>
                    <a:pt x="2464" y="3860"/>
                    <a:pt x="2449" y="3860"/>
                    <a:pt x="2435" y="3860"/>
                  </a:cubicBezTo>
                  <a:cubicBezTo>
                    <a:pt x="1737" y="3840"/>
                    <a:pt x="1174" y="3229"/>
                    <a:pt x="1174" y="2498"/>
                  </a:cubicBezTo>
                  <a:lnTo>
                    <a:pt x="1174" y="2132"/>
                  </a:lnTo>
                  <a:cubicBezTo>
                    <a:pt x="1174" y="2098"/>
                    <a:pt x="1169" y="2070"/>
                    <a:pt x="1155" y="2041"/>
                  </a:cubicBezTo>
                  <a:lnTo>
                    <a:pt x="1078" y="1887"/>
                  </a:lnTo>
                  <a:cubicBezTo>
                    <a:pt x="1001" y="1733"/>
                    <a:pt x="963" y="1564"/>
                    <a:pt x="963" y="1396"/>
                  </a:cubicBezTo>
                  <a:cubicBezTo>
                    <a:pt x="963" y="847"/>
                    <a:pt x="1405" y="400"/>
                    <a:pt x="1959" y="400"/>
                  </a:cubicBezTo>
                  <a:close/>
                  <a:moveTo>
                    <a:pt x="1819" y="4119"/>
                  </a:moveTo>
                  <a:cubicBezTo>
                    <a:pt x="2007" y="4206"/>
                    <a:pt x="2214" y="4254"/>
                    <a:pt x="2420" y="4259"/>
                  </a:cubicBezTo>
                  <a:lnTo>
                    <a:pt x="2478" y="4259"/>
                  </a:lnTo>
                  <a:cubicBezTo>
                    <a:pt x="2704" y="4259"/>
                    <a:pt x="2926" y="4216"/>
                    <a:pt x="3133" y="4129"/>
                  </a:cubicBezTo>
                  <a:lnTo>
                    <a:pt x="3133" y="4403"/>
                  </a:lnTo>
                  <a:cubicBezTo>
                    <a:pt x="3133" y="4466"/>
                    <a:pt x="3142" y="4524"/>
                    <a:pt x="3162" y="4581"/>
                  </a:cubicBezTo>
                  <a:lnTo>
                    <a:pt x="2478" y="5096"/>
                  </a:lnTo>
                  <a:lnTo>
                    <a:pt x="1790" y="4581"/>
                  </a:lnTo>
                  <a:cubicBezTo>
                    <a:pt x="1809" y="4524"/>
                    <a:pt x="1819" y="4466"/>
                    <a:pt x="1819" y="4403"/>
                  </a:cubicBezTo>
                  <a:lnTo>
                    <a:pt x="1819" y="4119"/>
                  </a:lnTo>
                  <a:close/>
                  <a:moveTo>
                    <a:pt x="1564" y="4913"/>
                  </a:moveTo>
                  <a:lnTo>
                    <a:pt x="2276" y="5447"/>
                  </a:lnTo>
                  <a:lnTo>
                    <a:pt x="2276" y="6001"/>
                  </a:lnTo>
                  <a:cubicBezTo>
                    <a:pt x="1631" y="5962"/>
                    <a:pt x="1015" y="5746"/>
                    <a:pt x="491" y="5375"/>
                  </a:cubicBezTo>
                  <a:cubicBezTo>
                    <a:pt x="529" y="5337"/>
                    <a:pt x="573" y="5308"/>
                    <a:pt x="626" y="5289"/>
                  </a:cubicBezTo>
                  <a:lnTo>
                    <a:pt x="631" y="5289"/>
                  </a:lnTo>
                  <a:lnTo>
                    <a:pt x="1410" y="4995"/>
                  </a:lnTo>
                  <a:cubicBezTo>
                    <a:pt x="1463" y="4976"/>
                    <a:pt x="1516" y="4947"/>
                    <a:pt x="1564" y="4913"/>
                  </a:cubicBezTo>
                  <a:close/>
                  <a:moveTo>
                    <a:pt x="3388" y="4913"/>
                  </a:moveTo>
                  <a:cubicBezTo>
                    <a:pt x="3436" y="4947"/>
                    <a:pt x="3489" y="4976"/>
                    <a:pt x="3542" y="4995"/>
                  </a:cubicBezTo>
                  <a:lnTo>
                    <a:pt x="4494" y="5351"/>
                  </a:lnTo>
                  <a:cubicBezTo>
                    <a:pt x="3960" y="5736"/>
                    <a:pt x="3330" y="5962"/>
                    <a:pt x="2676" y="6001"/>
                  </a:cubicBezTo>
                  <a:lnTo>
                    <a:pt x="2676" y="5447"/>
                  </a:lnTo>
                  <a:lnTo>
                    <a:pt x="3388" y="4913"/>
                  </a:lnTo>
                  <a:close/>
                  <a:moveTo>
                    <a:pt x="1954" y="1"/>
                  </a:moveTo>
                  <a:cubicBezTo>
                    <a:pt x="1184" y="1"/>
                    <a:pt x="558" y="626"/>
                    <a:pt x="558" y="1401"/>
                  </a:cubicBezTo>
                  <a:cubicBezTo>
                    <a:pt x="558" y="1627"/>
                    <a:pt x="611" y="1858"/>
                    <a:pt x="712" y="2065"/>
                  </a:cubicBezTo>
                  <a:lnTo>
                    <a:pt x="775" y="2180"/>
                  </a:lnTo>
                  <a:lnTo>
                    <a:pt x="775" y="2498"/>
                  </a:lnTo>
                  <a:cubicBezTo>
                    <a:pt x="775" y="3027"/>
                    <a:pt x="1011" y="3532"/>
                    <a:pt x="1420" y="3874"/>
                  </a:cubicBezTo>
                  <a:lnTo>
                    <a:pt x="1420" y="4408"/>
                  </a:lnTo>
                  <a:cubicBezTo>
                    <a:pt x="1415" y="4499"/>
                    <a:pt x="1357" y="4586"/>
                    <a:pt x="1270" y="4620"/>
                  </a:cubicBezTo>
                  <a:lnTo>
                    <a:pt x="486" y="4913"/>
                  </a:lnTo>
                  <a:cubicBezTo>
                    <a:pt x="284" y="4990"/>
                    <a:pt x="120" y="5144"/>
                    <a:pt x="34" y="5342"/>
                  </a:cubicBezTo>
                  <a:cubicBezTo>
                    <a:pt x="0" y="5428"/>
                    <a:pt x="24" y="5524"/>
                    <a:pt x="96" y="5582"/>
                  </a:cubicBezTo>
                  <a:cubicBezTo>
                    <a:pt x="798" y="6134"/>
                    <a:pt x="1639" y="6406"/>
                    <a:pt x="2476" y="6406"/>
                  </a:cubicBezTo>
                  <a:cubicBezTo>
                    <a:pt x="3465" y="6406"/>
                    <a:pt x="4449" y="6027"/>
                    <a:pt x="5197" y="5279"/>
                  </a:cubicBezTo>
                  <a:cubicBezTo>
                    <a:pt x="6573" y="3903"/>
                    <a:pt x="6703" y="1709"/>
                    <a:pt x="5495" y="179"/>
                  </a:cubicBezTo>
                  <a:cubicBezTo>
                    <a:pt x="5456" y="128"/>
                    <a:pt x="5396" y="101"/>
                    <a:pt x="5335" y="101"/>
                  </a:cubicBezTo>
                  <a:cubicBezTo>
                    <a:pt x="5291" y="101"/>
                    <a:pt x="5247" y="115"/>
                    <a:pt x="5211" y="145"/>
                  </a:cubicBezTo>
                  <a:cubicBezTo>
                    <a:pt x="5125" y="212"/>
                    <a:pt x="5110" y="342"/>
                    <a:pt x="5178" y="429"/>
                  </a:cubicBezTo>
                  <a:cubicBezTo>
                    <a:pt x="6260" y="1800"/>
                    <a:pt x="6145" y="3763"/>
                    <a:pt x="4908" y="4995"/>
                  </a:cubicBezTo>
                  <a:cubicBezTo>
                    <a:pt x="4884" y="5019"/>
                    <a:pt x="4860" y="5043"/>
                    <a:pt x="4836" y="5067"/>
                  </a:cubicBezTo>
                  <a:cubicBezTo>
                    <a:pt x="4793" y="5043"/>
                    <a:pt x="4745" y="5019"/>
                    <a:pt x="4701" y="5005"/>
                  </a:cubicBezTo>
                  <a:lnTo>
                    <a:pt x="3676" y="4620"/>
                  </a:lnTo>
                  <a:cubicBezTo>
                    <a:pt x="3590" y="4586"/>
                    <a:pt x="3527" y="4499"/>
                    <a:pt x="3527" y="4408"/>
                  </a:cubicBezTo>
                  <a:lnTo>
                    <a:pt x="3527" y="3893"/>
                  </a:lnTo>
                  <a:cubicBezTo>
                    <a:pt x="3570" y="3860"/>
                    <a:pt x="3614" y="3821"/>
                    <a:pt x="3657" y="3783"/>
                  </a:cubicBezTo>
                  <a:cubicBezTo>
                    <a:pt x="3989" y="3460"/>
                    <a:pt x="4172" y="3022"/>
                    <a:pt x="4172" y="2560"/>
                  </a:cubicBezTo>
                  <a:lnTo>
                    <a:pt x="4172" y="2180"/>
                  </a:lnTo>
                  <a:lnTo>
                    <a:pt x="4235" y="2065"/>
                  </a:lnTo>
                  <a:cubicBezTo>
                    <a:pt x="4336" y="1858"/>
                    <a:pt x="4388" y="1627"/>
                    <a:pt x="4388" y="1401"/>
                  </a:cubicBezTo>
                  <a:lnTo>
                    <a:pt x="4388" y="203"/>
                  </a:lnTo>
                  <a:cubicBezTo>
                    <a:pt x="4388" y="92"/>
                    <a:pt x="4297" y="1"/>
                    <a:pt x="4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5" name="Google Shape;16045;p87"/>
          <p:cNvGrpSpPr/>
          <p:nvPr/>
        </p:nvGrpSpPr>
        <p:grpSpPr>
          <a:xfrm>
            <a:off x="7108825" y="3825756"/>
            <a:ext cx="366136" cy="359317"/>
            <a:chOff x="7108825" y="3825756"/>
            <a:chExt cx="366136" cy="359317"/>
          </a:xfrm>
        </p:grpSpPr>
        <p:sp>
          <p:nvSpPr>
            <p:cNvPr id="16046" name="Google Shape;16046;p87"/>
            <p:cNvSpPr/>
            <p:nvPr/>
          </p:nvSpPr>
          <p:spPr>
            <a:xfrm>
              <a:off x="7234271" y="4009610"/>
              <a:ext cx="165600" cy="165496"/>
            </a:xfrm>
            <a:custGeom>
              <a:rect b="b" l="l" r="r" t="t"/>
              <a:pathLst>
                <a:path extrusionOk="0" h="6310" w="6314">
                  <a:moveTo>
                    <a:pt x="2228" y="1"/>
                  </a:moveTo>
                  <a:lnTo>
                    <a:pt x="2228" y="1570"/>
                  </a:lnTo>
                  <a:cubicBezTo>
                    <a:pt x="2228" y="1656"/>
                    <a:pt x="2156" y="1728"/>
                    <a:pt x="2070" y="1728"/>
                  </a:cubicBezTo>
                  <a:lnTo>
                    <a:pt x="1569" y="1728"/>
                  </a:lnTo>
                  <a:cubicBezTo>
                    <a:pt x="1516" y="1728"/>
                    <a:pt x="1463" y="1695"/>
                    <a:pt x="1434" y="1651"/>
                  </a:cubicBezTo>
                  <a:cubicBezTo>
                    <a:pt x="1279" y="1388"/>
                    <a:pt x="1028" y="1269"/>
                    <a:pt x="779" y="1269"/>
                  </a:cubicBezTo>
                  <a:cubicBezTo>
                    <a:pt x="387" y="1269"/>
                    <a:pt x="1" y="1562"/>
                    <a:pt x="1" y="2041"/>
                  </a:cubicBezTo>
                  <a:cubicBezTo>
                    <a:pt x="1" y="2521"/>
                    <a:pt x="388" y="2814"/>
                    <a:pt x="781" y="2814"/>
                  </a:cubicBezTo>
                  <a:cubicBezTo>
                    <a:pt x="1029" y="2814"/>
                    <a:pt x="1280" y="2697"/>
                    <a:pt x="1434" y="2436"/>
                  </a:cubicBezTo>
                  <a:cubicBezTo>
                    <a:pt x="1463" y="2388"/>
                    <a:pt x="1516" y="2359"/>
                    <a:pt x="1569" y="2359"/>
                  </a:cubicBezTo>
                  <a:lnTo>
                    <a:pt x="2070" y="2359"/>
                  </a:lnTo>
                  <a:cubicBezTo>
                    <a:pt x="2156" y="2359"/>
                    <a:pt x="2228" y="2426"/>
                    <a:pt x="2228" y="2517"/>
                  </a:cubicBezTo>
                  <a:lnTo>
                    <a:pt x="2228" y="4086"/>
                  </a:lnTo>
                  <a:lnTo>
                    <a:pt x="3797" y="4086"/>
                  </a:lnTo>
                  <a:cubicBezTo>
                    <a:pt x="3884" y="4086"/>
                    <a:pt x="3956" y="4158"/>
                    <a:pt x="3956" y="4245"/>
                  </a:cubicBezTo>
                  <a:lnTo>
                    <a:pt x="3956" y="4740"/>
                  </a:lnTo>
                  <a:cubicBezTo>
                    <a:pt x="3956" y="4798"/>
                    <a:pt x="3927" y="4851"/>
                    <a:pt x="3879" y="4880"/>
                  </a:cubicBezTo>
                  <a:cubicBezTo>
                    <a:pt x="3205" y="5279"/>
                    <a:pt x="3489" y="6309"/>
                    <a:pt x="4269" y="6309"/>
                  </a:cubicBezTo>
                  <a:cubicBezTo>
                    <a:pt x="5053" y="6309"/>
                    <a:pt x="5337" y="5279"/>
                    <a:pt x="4663" y="4880"/>
                  </a:cubicBezTo>
                  <a:cubicBezTo>
                    <a:pt x="4615" y="4851"/>
                    <a:pt x="4586" y="4798"/>
                    <a:pt x="4586" y="4740"/>
                  </a:cubicBezTo>
                  <a:lnTo>
                    <a:pt x="4586" y="4245"/>
                  </a:lnTo>
                  <a:cubicBezTo>
                    <a:pt x="4586" y="4158"/>
                    <a:pt x="4653" y="4086"/>
                    <a:pt x="4745" y="4081"/>
                  </a:cubicBezTo>
                  <a:lnTo>
                    <a:pt x="6314" y="4081"/>
                  </a:lnTo>
                  <a:lnTo>
                    <a:pt x="6314" y="1"/>
                  </a:lnTo>
                  <a:lnTo>
                    <a:pt x="4904" y="1"/>
                  </a:lnTo>
                  <a:lnTo>
                    <a:pt x="4904" y="251"/>
                  </a:lnTo>
                  <a:lnTo>
                    <a:pt x="4928" y="270"/>
                  </a:lnTo>
                  <a:cubicBezTo>
                    <a:pt x="5760" y="896"/>
                    <a:pt x="5313" y="2229"/>
                    <a:pt x="4269" y="2229"/>
                  </a:cubicBezTo>
                  <a:cubicBezTo>
                    <a:pt x="3224" y="2229"/>
                    <a:pt x="2777" y="896"/>
                    <a:pt x="3614" y="270"/>
                  </a:cubicBezTo>
                  <a:lnTo>
                    <a:pt x="3638" y="251"/>
                  </a:lnTo>
                  <a:lnTo>
                    <a:pt x="3638"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87"/>
            <p:cNvSpPr/>
            <p:nvPr/>
          </p:nvSpPr>
          <p:spPr>
            <a:xfrm>
              <a:off x="7350747" y="4009505"/>
              <a:ext cx="36010" cy="58461"/>
            </a:xfrm>
            <a:custGeom>
              <a:rect b="b" l="l" r="r" t="t"/>
              <a:pathLst>
                <a:path extrusionOk="0" h="2229" w="1373">
                  <a:moveTo>
                    <a:pt x="463" y="0"/>
                  </a:moveTo>
                  <a:lnTo>
                    <a:pt x="463" y="255"/>
                  </a:lnTo>
                  <a:lnTo>
                    <a:pt x="482" y="270"/>
                  </a:lnTo>
                  <a:cubicBezTo>
                    <a:pt x="756" y="476"/>
                    <a:pt x="915" y="799"/>
                    <a:pt x="915" y="1140"/>
                  </a:cubicBezTo>
                  <a:cubicBezTo>
                    <a:pt x="915" y="1675"/>
                    <a:pt x="530" y="2132"/>
                    <a:pt x="1" y="2214"/>
                  </a:cubicBezTo>
                  <a:cubicBezTo>
                    <a:pt x="60" y="2223"/>
                    <a:pt x="119" y="2228"/>
                    <a:pt x="178" y="2228"/>
                  </a:cubicBezTo>
                  <a:cubicBezTo>
                    <a:pt x="609" y="2228"/>
                    <a:pt x="1006" y="1971"/>
                    <a:pt x="1180" y="1569"/>
                  </a:cubicBezTo>
                  <a:cubicBezTo>
                    <a:pt x="1372" y="1107"/>
                    <a:pt x="1233" y="573"/>
                    <a:pt x="833" y="270"/>
                  </a:cubicBezTo>
                  <a:lnTo>
                    <a:pt x="809" y="255"/>
                  </a:lnTo>
                  <a:lnTo>
                    <a:pt x="809"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87"/>
            <p:cNvSpPr/>
            <p:nvPr/>
          </p:nvSpPr>
          <p:spPr>
            <a:xfrm>
              <a:off x="7288536" y="4009505"/>
              <a:ext cx="13271" cy="45452"/>
            </a:xfrm>
            <a:custGeom>
              <a:rect b="b" l="l" r="r" t="t"/>
              <a:pathLst>
                <a:path extrusionOk="0" h="1733" w="506">
                  <a:moveTo>
                    <a:pt x="159" y="0"/>
                  </a:moveTo>
                  <a:lnTo>
                    <a:pt x="159" y="1569"/>
                  </a:lnTo>
                  <a:cubicBezTo>
                    <a:pt x="159" y="1660"/>
                    <a:pt x="87" y="1732"/>
                    <a:pt x="1" y="1732"/>
                  </a:cubicBezTo>
                  <a:lnTo>
                    <a:pt x="347" y="1732"/>
                  </a:lnTo>
                  <a:cubicBezTo>
                    <a:pt x="434" y="1728"/>
                    <a:pt x="506" y="1660"/>
                    <a:pt x="506" y="1569"/>
                  </a:cubicBezTo>
                  <a:lnTo>
                    <a:pt x="506"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87"/>
            <p:cNvSpPr/>
            <p:nvPr/>
          </p:nvSpPr>
          <p:spPr>
            <a:xfrm>
              <a:off x="7234271" y="4042945"/>
              <a:ext cx="24759" cy="40390"/>
            </a:xfrm>
            <a:custGeom>
              <a:rect b="b" l="l" r="r" t="t"/>
              <a:pathLst>
                <a:path extrusionOk="0" h="1540" w="944">
                  <a:moveTo>
                    <a:pt x="770" y="0"/>
                  </a:moveTo>
                  <a:cubicBezTo>
                    <a:pt x="347" y="0"/>
                    <a:pt x="1" y="342"/>
                    <a:pt x="1" y="770"/>
                  </a:cubicBezTo>
                  <a:cubicBezTo>
                    <a:pt x="1" y="1194"/>
                    <a:pt x="347" y="1540"/>
                    <a:pt x="770" y="1540"/>
                  </a:cubicBezTo>
                  <a:cubicBezTo>
                    <a:pt x="828" y="1540"/>
                    <a:pt x="886" y="1535"/>
                    <a:pt x="944" y="1521"/>
                  </a:cubicBezTo>
                  <a:cubicBezTo>
                    <a:pt x="592" y="1439"/>
                    <a:pt x="347" y="1126"/>
                    <a:pt x="347" y="770"/>
                  </a:cubicBezTo>
                  <a:cubicBezTo>
                    <a:pt x="347" y="409"/>
                    <a:pt x="592" y="101"/>
                    <a:pt x="944" y="19"/>
                  </a:cubicBezTo>
                  <a:cubicBezTo>
                    <a:pt x="886" y="5"/>
                    <a:pt x="828" y="0"/>
                    <a:pt x="770"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87"/>
            <p:cNvSpPr/>
            <p:nvPr/>
          </p:nvSpPr>
          <p:spPr>
            <a:xfrm>
              <a:off x="7323759" y="4116776"/>
              <a:ext cx="27014" cy="58356"/>
            </a:xfrm>
            <a:custGeom>
              <a:rect b="b" l="l" r="r" t="t"/>
              <a:pathLst>
                <a:path extrusionOk="0" h="2225" w="1030">
                  <a:moveTo>
                    <a:pt x="385" y="0"/>
                  </a:moveTo>
                  <a:cubicBezTo>
                    <a:pt x="472" y="0"/>
                    <a:pt x="544" y="67"/>
                    <a:pt x="544" y="159"/>
                  </a:cubicBezTo>
                  <a:lnTo>
                    <a:pt x="544" y="654"/>
                  </a:lnTo>
                  <a:cubicBezTo>
                    <a:pt x="544" y="712"/>
                    <a:pt x="515" y="765"/>
                    <a:pt x="467" y="794"/>
                  </a:cubicBezTo>
                  <a:cubicBezTo>
                    <a:pt x="140" y="986"/>
                    <a:pt x="0" y="1391"/>
                    <a:pt x="140" y="1742"/>
                  </a:cubicBezTo>
                  <a:cubicBezTo>
                    <a:pt x="261" y="2038"/>
                    <a:pt x="546" y="2224"/>
                    <a:pt x="854" y="2224"/>
                  </a:cubicBezTo>
                  <a:cubicBezTo>
                    <a:pt x="912" y="2224"/>
                    <a:pt x="971" y="2218"/>
                    <a:pt x="1030" y="2204"/>
                  </a:cubicBezTo>
                  <a:cubicBezTo>
                    <a:pt x="683" y="2122"/>
                    <a:pt x="433" y="1814"/>
                    <a:pt x="433" y="1453"/>
                  </a:cubicBezTo>
                  <a:cubicBezTo>
                    <a:pt x="433" y="1184"/>
                    <a:pt x="577" y="929"/>
                    <a:pt x="813" y="794"/>
                  </a:cubicBezTo>
                  <a:cubicBezTo>
                    <a:pt x="861" y="765"/>
                    <a:pt x="890" y="712"/>
                    <a:pt x="890" y="654"/>
                  </a:cubicBezTo>
                  <a:lnTo>
                    <a:pt x="890" y="159"/>
                  </a:lnTo>
                  <a:cubicBezTo>
                    <a:pt x="890" y="67"/>
                    <a:pt x="818" y="0"/>
                    <a:pt x="73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87"/>
            <p:cNvSpPr/>
            <p:nvPr/>
          </p:nvSpPr>
          <p:spPr>
            <a:xfrm>
              <a:off x="7288536" y="4071324"/>
              <a:ext cx="13271" cy="45347"/>
            </a:xfrm>
            <a:custGeom>
              <a:rect b="b" l="l" r="r" t="t"/>
              <a:pathLst>
                <a:path extrusionOk="0" h="1729" w="506">
                  <a:moveTo>
                    <a:pt x="1" y="1"/>
                  </a:moveTo>
                  <a:cubicBezTo>
                    <a:pt x="87" y="1"/>
                    <a:pt x="159" y="73"/>
                    <a:pt x="159" y="160"/>
                  </a:cubicBezTo>
                  <a:lnTo>
                    <a:pt x="159" y="1728"/>
                  </a:lnTo>
                  <a:lnTo>
                    <a:pt x="506" y="1728"/>
                  </a:lnTo>
                  <a:lnTo>
                    <a:pt x="506" y="160"/>
                  </a:lnTo>
                  <a:cubicBezTo>
                    <a:pt x="506" y="73"/>
                    <a:pt x="434" y="1"/>
                    <a:pt x="34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87"/>
            <p:cNvSpPr/>
            <p:nvPr/>
          </p:nvSpPr>
          <p:spPr>
            <a:xfrm>
              <a:off x="7116903" y="3949287"/>
              <a:ext cx="169377" cy="172288"/>
            </a:xfrm>
            <a:custGeom>
              <a:rect b="b" l="l" r="r" t="t"/>
              <a:pathLst>
                <a:path extrusionOk="0" h="6569" w="6458">
                  <a:moveTo>
                    <a:pt x="4341" y="1"/>
                  </a:moveTo>
                  <a:cubicBezTo>
                    <a:pt x="3484" y="1"/>
                    <a:pt x="3172" y="1132"/>
                    <a:pt x="3908" y="1570"/>
                  </a:cubicBezTo>
                  <a:cubicBezTo>
                    <a:pt x="3937" y="1584"/>
                    <a:pt x="3951" y="1613"/>
                    <a:pt x="3951" y="1642"/>
                  </a:cubicBezTo>
                  <a:lnTo>
                    <a:pt x="3951" y="2137"/>
                  </a:lnTo>
                  <a:cubicBezTo>
                    <a:pt x="3951" y="2185"/>
                    <a:pt x="3913" y="2224"/>
                    <a:pt x="3864" y="2224"/>
                  </a:cubicBezTo>
                  <a:lnTo>
                    <a:pt x="2228" y="2224"/>
                  </a:lnTo>
                  <a:lnTo>
                    <a:pt x="2228" y="3865"/>
                  </a:lnTo>
                  <a:cubicBezTo>
                    <a:pt x="2228" y="3913"/>
                    <a:pt x="2185" y="3951"/>
                    <a:pt x="2142" y="3951"/>
                  </a:cubicBezTo>
                  <a:lnTo>
                    <a:pt x="1641" y="3951"/>
                  </a:lnTo>
                  <a:cubicBezTo>
                    <a:pt x="1613" y="3951"/>
                    <a:pt x="1584" y="3937"/>
                    <a:pt x="1569" y="3913"/>
                  </a:cubicBezTo>
                  <a:cubicBezTo>
                    <a:pt x="1399" y="3625"/>
                    <a:pt x="1125" y="3496"/>
                    <a:pt x="853" y="3496"/>
                  </a:cubicBezTo>
                  <a:cubicBezTo>
                    <a:pt x="424" y="3496"/>
                    <a:pt x="1" y="3817"/>
                    <a:pt x="1" y="4341"/>
                  </a:cubicBezTo>
                  <a:cubicBezTo>
                    <a:pt x="1" y="4721"/>
                    <a:pt x="256" y="5053"/>
                    <a:pt x="621" y="5154"/>
                  </a:cubicBezTo>
                  <a:cubicBezTo>
                    <a:pt x="694" y="5173"/>
                    <a:pt x="767" y="5183"/>
                    <a:pt x="840" y="5183"/>
                  </a:cubicBezTo>
                  <a:cubicBezTo>
                    <a:pt x="1132" y="5183"/>
                    <a:pt x="1411" y="5032"/>
                    <a:pt x="1569" y="4769"/>
                  </a:cubicBezTo>
                  <a:cubicBezTo>
                    <a:pt x="1584" y="4745"/>
                    <a:pt x="1613" y="4726"/>
                    <a:pt x="1641" y="4726"/>
                  </a:cubicBezTo>
                  <a:lnTo>
                    <a:pt x="2142" y="4726"/>
                  </a:lnTo>
                  <a:cubicBezTo>
                    <a:pt x="2185" y="4726"/>
                    <a:pt x="2224" y="4765"/>
                    <a:pt x="2228" y="4813"/>
                  </a:cubicBezTo>
                  <a:lnTo>
                    <a:pt x="2228" y="6569"/>
                  </a:lnTo>
                  <a:lnTo>
                    <a:pt x="6458" y="6569"/>
                  </a:lnTo>
                  <a:lnTo>
                    <a:pt x="6458" y="4904"/>
                  </a:lnTo>
                  <a:lnTo>
                    <a:pt x="6097" y="4904"/>
                  </a:lnTo>
                  <a:lnTo>
                    <a:pt x="6054" y="4952"/>
                  </a:lnTo>
                  <a:cubicBezTo>
                    <a:pt x="5849" y="5225"/>
                    <a:pt x="5546" y="5357"/>
                    <a:pt x="5245" y="5357"/>
                  </a:cubicBezTo>
                  <a:cubicBezTo>
                    <a:pt x="4881" y="5357"/>
                    <a:pt x="4520" y="5164"/>
                    <a:pt x="4336" y="4793"/>
                  </a:cubicBezTo>
                  <a:cubicBezTo>
                    <a:pt x="3999" y="4120"/>
                    <a:pt x="4490" y="3326"/>
                    <a:pt x="5245" y="3326"/>
                  </a:cubicBezTo>
                  <a:cubicBezTo>
                    <a:pt x="5563" y="3326"/>
                    <a:pt x="5866" y="3475"/>
                    <a:pt x="6059" y="3730"/>
                  </a:cubicBezTo>
                  <a:lnTo>
                    <a:pt x="6097" y="3778"/>
                  </a:lnTo>
                  <a:lnTo>
                    <a:pt x="6458" y="3778"/>
                  </a:lnTo>
                  <a:lnTo>
                    <a:pt x="6458" y="2224"/>
                  </a:lnTo>
                  <a:lnTo>
                    <a:pt x="4812" y="2224"/>
                  </a:lnTo>
                  <a:cubicBezTo>
                    <a:pt x="4764" y="2224"/>
                    <a:pt x="4726" y="2185"/>
                    <a:pt x="4726" y="2137"/>
                  </a:cubicBezTo>
                  <a:lnTo>
                    <a:pt x="4726" y="1642"/>
                  </a:lnTo>
                  <a:cubicBezTo>
                    <a:pt x="4726" y="1613"/>
                    <a:pt x="4740" y="1584"/>
                    <a:pt x="4769" y="1570"/>
                  </a:cubicBezTo>
                  <a:cubicBezTo>
                    <a:pt x="5096" y="1372"/>
                    <a:pt x="5250" y="987"/>
                    <a:pt x="5149" y="622"/>
                  </a:cubicBezTo>
                  <a:cubicBezTo>
                    <a:pt x="5053" y="256"/>
                    <a:pt x="4716" y="1"/>
                    <a:pt x="434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87"/>
            <p:cNvSpPr/>
            <p:nvPr/>
          </p:nvSpPr>
          <p:spPr>
            <a:xfrm>
              <a:off x="7259764" y="4077907"/>
              <a:ext cx="26516" cy="11907"/>
            </a:xfrm>
            <a:custGeom>
              <a:rect b="b" l="l" r="r" t="t"/>
              <a:pathLst>
                <a:path extrusionOk="0" h="454" w="1011">
                  <a:moveTo>
                    <a:pt x="650" y="0"/>
                  </a:moveTo>
                  <a:lnTo>
                    <a:pt x="612" y="48"/>
                  </a:lnTo>
                  <a:cubicBezTo>
                    <a:pt x="458" y="245"/>
                    <a:pt x="241" y="385"/>
                    <a:pt x="1" y="433"/>
                  </a:cubicBezTo>
                  <a:cubicBezTo>
                    <a:pt x="68" y="447"/>
                    <a:pt x="136" y="454"/>
                    <a:pt x="204" y="454"/>
                  </a:cubicBezTo>
                  <a:cubicBezTo>
                    <a:pt x="515" y="454"/>
                    <a:pt x="813" y="311"/>
                    <a:pt x="1011" y="58"/>
                  </a:cubicBezTo>
                  <a:lnTo>
                    <a:pt x="1011"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87"/>
            <p:cNvSpPr/>
            <p:nvPr/>
          </p:nvSpPr>
          <p:spPr>
            <a:xfrm>
              <a:off x="7205867" y="3949208"/>
              <a:ext cx="30188" cy="58409"/>
            </a:xfrm>
            <a:custGeom>
              <a:rect b="b" l="l" r="r" t="t"/>
              <a:pathLst>
                <a:path extrusionOk="0" h="2227" w="1151">
                  <a:moveTo>
                    <a:pt x="938" y="1"/>
                  </a:moveTo>
                  <a:cubicBezTo>
                    <a:pt x="603" y="1"/>
                    <a:pt x="291" y="201"/>
                    <a:pt x="160" y="524"/>
                  </a:cubicBezTo>
                  <a:cubicBezTo>
                    <a:pt x="1" y="913"/>
                    <a:pt x="155" y="1361"/>
                    <a:pt x="516" y="1573"/>
                  </a:cubicBezTo>
                  <a:lnTo>
                    <a:pt x="521" y="1573"/>
                  </a:lnTo>
                  <a:cubicBezTo>
                    <a:pt x="545" y="1587"/>
                    <a:pt x="559" y="1616"/>
                    <a:pt x="559" y="1645"/>
                  </a:cubicBezTo>
                  <a:lnTo>
                    <a:pt x="559" y="2140"/>
                  </a:lnTo>
                  <a:cubicBezTo>
                    <a:pt x="559" y="2188"/>
                    <a:pt x="521" y="2227"/>
                    <a:pt x="472" y="2227"/>
                  </a:cubicBezTo>
                  <a:lnTo>
                    <a:pt x="881" y="2227"/>
                  </a:lnTo>
                  <a:cubicBezTo>
                    <a:pt x="925" y="2227"/>
                    <a:pt x="968" y="2188"/>
                    <a:pt x="968" y="2140"/>
                  </a:cubicBezTo>
                  <a:lnTo>
                    <a:pt x="968" y="1645"/>
                  </a:lnTo>
                  <a:cubicBezTo>
                    <a:pt x="963" y="1616"/>
                    <a:pt x="949" y="1587"/>
                    <a:pt x="925" y="1573"/>
                  </a:cubicBezTo>
                  <a:cubicBezTo>
                    <a:pt x="270" y="1188"/>
                    <a:pt x="415" y="206"/>
                    <a:pt x="1151" y="28"/>
                  </a:cubicBezTo>
                  <a:cubicBezTo>
                    <a:pt x="1080" y="10"/>
                    <a:pt x="1009" y="1"/>
                    <a:pt x="938"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87"/>
            <p:cNvSpPr/>
            <p:nvPr/>
          </p:nvSpPr>
          <p:spPr>
            <a:xfrm>
              <a:off x="7259764" y="4036415"/>
              <a:ext cx="26516" cy="11986"/>
            </a:xfrm>
            <a:custGeom>
              <a:rect b="b" l="l" r="r" t="t"/>
              <a:pathLst>
                <a:path extrusionOk="0" h="457" w="1011">
                  <a:moveTo>
                    <a:pt x="208" y="1"/>
                  </a:moveTo>
                  <a:cubicBezTo>
                    <a:pt x="139" y="1"/>
                    <a:pt x="70" y="8"/>
                    <a:pt x="1" y="23"/>
                  </a:cubicBezTo>
                  <a:cubicBezTo>
                    <a:pt x="241" y="71"/>
                    <a:pt x="458" y="206"/>
                    <a:pt x="612" y="408"/>
                  </a:cubicBezTo>
                  <a:lnTo>
                    <a:pt x="650" y="456"/>
                  </a:lnTo>
                  <a:lnTo>
                    <a:pt x="1011" y="456"/>
                  </a:lnTo>
                  <a:lnTo>
                    <a:pt x="1011" y="398"/>
                  </a:lnTo>
                  <a:cubicBezTo>
                    <a:pt x="814" y="147"/>
                    <a:pt x="518" y="1"/>
                    <a:pt x="208"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87"/>
            <p:cNvSpPr/>
            <p:nvPr/>
          </p:nvSpPr>
          <p:spPr>
            <a:xfrm>
              <a:off x="7173056" y="4073238"/>
              <a:ext cx="12904" cy="45321"/>
            </a:xfrm>
            <a:custGeom>
              <a:rect b="b" l="l" r="r" t="t"/>
              <a:pathLst>
                <a:path extrusionOk="0" h="1728" w="492">
                  <a:moveTo>
                    <a:pt x="1" y="0"/>
                  </a:moveTo>
                  <a:cubicBezTo>
                    <a:pt x="49" y="0"/>
                    <a:pt x="87" y="39"/>
                    <a:pt x="87" y="87"/>
                  </a:cubicBezTo>
                  <a:lnTo>
                    <a:pt x="87" y="1727"/>
                  </a:lnTo>
                  <a:lnTo>
                    <a:pt x="492" y="1727"/>
                  </a:lnTo>
                  <a:lnTo>
                    <a:pt x="492" y="87"/>
                  </a:lnTo>
                  <a:cubicBezTo>
                    <a:pt x="492" y="39"/>
                    <a:pt x="453" y="0"/>
                    <a:pt x="40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87"/>
            <p:cNvSpPr/>
            <p:nvPr/>
          </p:nvSpPr>
          <p:spPr>
            <a:xfrm>
              <a:off x="7116903" y="4041057"/>
              <a:ext cx="27408" cy="44193"/>
            </a:xfrm>
            <a:custGeom>
              <a:rect b="b" l="l" r="r" t="t"/>
              <a:pathLst>
                <a:path extrusionOk="0" h="1685" w="1045">
                  <a:moveTo>
                    <a:pt x="843" y="0"/>
                  </a:moveTo>
                  <a:cubicBezTo>
                    <a:pt x="376" y="0"/>
                    <a:pt x="1" y="375"/>
                    <a:pt x="1" y="842"/>
                  </a:cubicBezTo>
                  <a:cubicBezTo>
                    <a:pt x="1" y="1304"/>
                    <a:pt x="376" y="1684"/>
                    <a:pt x="843" y="1684"/>
                  </a:cubicBezTo>
                  <a:cubicBezTo>
                    <a:pt x="910" y="1684"/>
                    <a:pt x="977" y="1675"/>
                    <a:pt x="1045" y="1655"/>
                  </a:cubicBezTo>
                  <a:cubicBezTo>
                    <a:pt x="669" y="1564"/>
                    <a:pt x="405" y="1227"/>
                    <a:pt x="405" y="842"/>
                  </a:cubicBezTo>
                  <a:cubicBezTo>
                    <a:pt x="405" y="452"/>
                    <a:pt x="669" y="116"/>
                    <a:pt x="1045" y="24"/>
                  </a:cubicBezTo>
                  <a:cubicBezTo>
                    <a:pt x="977" y="5"/>
                    <a:pt x="910" y="0"/>
                    <a:pt x="843"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87"/>
            <p:cNvSpPr/>
            <p:nvPr/>
          </p:nvSpPr>
          <p:spPr>
            <a:xfrm>
              <a:off x="7173056" y="4007591"/>
              <a:ext cx="12904" cy="45347"/>
            </a:xfrm>
            <a:custGeom>
              <a:rect b="b" l="l" r="r" t="t"/>
              <a:pathLst>
                <a:path extrusionOk="0" h="1729" w="492">
                  <a:moveTo>
                    <a:pt x="87" y="1"/>
                  </a:moveTo>
                  <a:lnTo>
                    <a:pt x="87" y="1642"/>
                  </a:lnTo>
                  <a:cubicBezTo>
                    <a:pt x="87" y="1690"/>
                    <a:pt x="44" y="1728"/>
                    <a:pt x="1" y="1728"/>
                  </a:cubicBezTo>
                  <a:lnTo>
                    <a:pt x="405" y="1728"/>
                  </a:lnTo>
                  <a:cubicBezTo>
                    <a:pt x="453" y="1728"/>
                    <a:pt x="492" y="1690"/>
                    <a:pt x="492" y="1642"/>
                  </a:cubicBezTo>
                  <a:lnTo>
                    <a:pt x="492"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87"/>
            <p:cNvSpPr/>
            <p:nvPr/>
          </p:nvSpPr>
          <p:spPr>
            <a:xfrm>
              <a:off x="7177095" y="3835722"/>
              <a:ext cx="170636" cy="165469"/>
            </a:xfrm>
            <a:custGeom>
              <a:rect b="b" l="l" r="r" t="t"/>
              <a:pathLst>
                <a:path extrusionOk="0" h="6309" w="6506">
                  <a:moveTo>
                    <a:pt x="2041" y="0"/>
                  </a:moveTo>
                  <a:cubicBezTo>
                    <a:pt x="1261" y="0"/>
                    <a:pt x="978" y="1030"/>
                    <a:pt x="1651" y="1429"/>
                  </a:cubicBezTo>
                  <a:cubicBezTo>
                    <a:pt x="1699" y="1458"/>
                    <a:pt x="1728" y="1511"/>
                    <a:pt x="1728" y="1569"/>
                  </a:cubicBezTo>
                  <a:lnTo>
                    <a:pt x="1728" y="2065"/>
                  </a:lnTo>
                  <a:cubicBezTo>
                    <a:pt x="1728" y="2151"/>
                    <a:pt x="1656" y="2223"/>
                    <a:pt x="1569" y="2223"/>
                  </a:cubicBezTo>
                  <a:lnTo>
                    <a:pt x="1" y="2223"/>
                  </a:lnTo>
                  <a:lnTo>
                    <a:pt x="1" y="6309"/>
                  </a:lnTo>
                  <a:lnTo>
                    <a:pt x="1411" y="6309"/>
                  </a:lnTo>
                  <a:lnTo>
                    <a:pt x="1411" y="6058"/>
                  </a:lnTo>
                  <a:lnTo>
                    <a:pt x="1387" y="6039"/>
                  </a:lnTo>
                  <a:cubicBezTo>
                    <a:pt x="549" y="5409"/>
                    <a:pt x="997" y="4081"/>
                    <a:pt x="2041" y="4081"/>
                  </a:cubicBezTo>
                  <a:cubicBezTo>
                    <a:pt x="3085" y="4081"/>
                    <a:pt x="3533" y="5409"/>
                    <a:pt x="2695" y="6039"/>
                  </a:cubicBezTo>
                  <a:lnTo>
                    <a:pt x="2676" y="6058"/>
                  </a:lnTo>
                  <a:lnTo>
                    <a:pt x="2676" y="6309"/>
                  </a:lnTo>
                  <a:lnTo>
                    <a:pt x="4086" y="6309"/>
                  </a:lnTo>
                  <a:lnTo>
                    <a:pt x="4086" y="4740"/>
                  </a:lnTo>
                  <a:cubicBezTo>
                    <a:pt x="4086" y="4653"/>
                    <a:pt x="4153" y="4581"/>
                    <a:pt x="4245" y="4581"/>
                  </a:cubicBezTo>
                  <a:lnTo>
                    <a:pt x="4745" y="4581"/>
                  </a:lnTo>
                  <a:cubicBezTo>
                    <a:pt x="4798" y="4581"/>
                    <a:pt x="4851" y="4610"/>
                    <a:pt x="4880" y="4658"/>
                  </a:cubicBezTo>
                  <a:cubicBezTo>
                    <a:pt x="5030" y="4911"/>
                    <a:pt x="5288" y="5038"/>
                    <a:pt x="5544" y="5038"/>
                  </a:cubicBezTo>
                  <a:cubicBezTo>
                    <a:pt x="5805" y="5038"/>
                    <a:pt x="6065" y="4908"/>
                    <a:pt x="6213" y="4648"/>
                  </a:cubicBezTo>
                  <a:cubicBezTo>
                    <a:pt x="6505" y="4136"/>
                    <a:pt x="6134" y="3498"/>
                    <a:pt x="5546" y="3498"/>
                  </a:cubicBezTo>
                  <a:cubicBezTo>
                    <a:pt x="5544" y="3498"/>
                    <a:pt x="5541" y="3498"/>
                    <a:pt x="5539" y="3498"/>
                  </a:cubicBezTo>
                  <a:lnTo>
                    <a:pt x="5544" y="3498"/>
                  </a:lnTo>
                  <a:cubicBezTo>
                    <a:pt x="5274" y="3498"/>
                    <a:pt x="5024" y="3643"/>
                    <a:pt x="4885" y="3874"/>
                  </a:cubicBezTo>
                  <a:cubicBezTo>
                    <a:pt x="4856" y="3922"/>
                    <a:pt x="4803" y="3951"/>
                    <a:pt x="4745" y="3951"/>
                  </a:cubicBezTo>
                  <a:lnTo>
                    <a:pt x="4250" y="3951"/>
                  </a:lnTo>
                  <a:cubicBezTo>
                    <a:pt x="4163" y="3951"/>
                    <a:pt x="4091" y="3883"/>
                    <a:pt x="4091" y="3792"/>
                  </a:cubicBezTo>
                  <a:lnTo>
                    <a:pt x="4091" y="2223"/>
                  </a:lnTo>
                  <a:lnTo>
                    <a:pt x="2517" y="2223"/>
                  </a:lnTo>
                  <a:cubicBezTo>
                    <a:pt x="2431" y="2223"/>
                    <a:pt x="2359" y="2151"/>
                    <a:pt x="2359" y="2065"/>
                  </a:cubicBezTo>
                  <a:lnTo>
                    <a:pt x="2359" y="1569"/>
                  </a:lnTo>
                  <a:cubicBezTo>
                    <a:pt x="2359" y="1511"/>
                    <a:pt x="2387" y="1458"/>
                    <a:pt x="2436" y="1429"/>
                  </a:cubicBezTo>
                  <a:cubicBezTo>
                    <a:pt x="3109" y="1030"/>
                    <a:pt x="2825" y="0"/>
                    <a:pt x="2041"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87"/>
            <p:cNvSpPr/>
            <p:nvPr/>
          </p:nvSpPr>
          <p:spPr>
            <a:xfrm>
              <a:off x="7185567" y="3835722"/>
              <a:ext cx="170479" cy="165469"/>
            </a:xfrm>
            <a:custGeom>
              <a:rect b="b" l="l" r="r" t="t"/>
              <a:pathLst>
                <a:path extrusionOk="0" h="6309" w="6500">
                  <a:moveTo>
                    <a:pt x="2040" y="0"/>
                  </a:moveTo>
                  <a:cubicBezTo>
                    <a:pt x="1261" y="0"/>
                    <a:pt x="977" y="1030"/>
                    <a:pt x="1651" y="1429"/>
                  </a:cubicBezTo>
                  <a:cubicBezTo>
                    <a:pt x="1699" y="1458"/>
                    <a:pt x="1728" y="1511"/>
                    <a:pt x="1728" y="1569"/>
                  </a:cubicBezTo>
                  <a:lnTo>
                    <a:pt x="1728" y="2065"/>
                  </a:lnTo>
                  <a:cubicBezTo>
                    <a:pt x="1728" y="2151"/>
                    <a:pt x="1655" y="2223"/>
                    <a:pt x="1569" y="2223"/>
                  </a:cubicBezTo>
                  <a:lnTo>
                    <a:pt x="0" y="2223"/>
                  </a:lnTo>
                  <a:lnTo>
                    <a:pt x="0" y="6309"/>
                  </a:lnTo>
                  <a:lnTo>
                    <a:pt x="1410" y="6309"/>
                  </a:lnTo>
                  <a:lnTo>
                    <a:pt x="1410" y="6058"/>
                  </a:lnTo>
                  <a:lnTo>
                    <a:pt x="1386" y="6039"/>
                  </a:lnTo>
                  <a:cubicBezTo>
                    <a:pt x="549" y="5409"/>
                    <a:pt x="996" y="4081"/>
                    <a:pt x="2040" y="4081"/>
                  </a:cubicBezTo>
                  <a:cubicBezTo>
                    <a:pt x="3085" y="4081"/>
                    <a:pt x="3532" y="5409"/>
                    <a:pt x="2695" y="6039"/>
                  </a:cubicBezTo>
                  <a:lnTo>
                    <a:pt x="2676" y="6058"/>
                  </a:lnTo>
                  <a:lnTo>
                    <a:pt x="2676" y="6309"/>
                  </a:lnTo>
                  <a:lnTo>
                    <a:pt x="4085" y="6309"/>
                  </a:lnTo>
                  <a:lnTo>
                    <a:pt x="4085" y="4740"/>
                  </a:lnTo>
                  <a:cubicBezTo>
                    <a:pt x="4085" y="4653"/>
                    <a:pt x="4153" y="4581"/>
                    <a:pt x="4244" y="4581"/>
                  </a:cubicBezTo>
                  <a:lnTo>
                    <a:pt x="4740" y="4581"/>
                  </a:lnTo>
                  <a:cubicBezTo>
                    <a:pt x="4798" y="4581"/>
                    <a:pt x="4850" y="4610"/>
                    <a:pt x="4874" y="4658"/>
                  </a:cubicBezTo>
                  <a:cubicBezTo>
                    <a:pt x="5025" y="4911"/>
                    <a:pt x="5283" y="5038"/>
                    <a:pt x="5541" y="5038"/>
                  </a:cubicBezTo>
                  <a:cubicBezTo>
                    <a:pt x="5802" y="5038"/>
                    <a:pt x="6062" y="4908"/>
                    <a:pt x="6207" y="4648"/>
                  </a:cubicBezTo>
                  <a:cubicBezTo>
                    <a:pt x="6500" y="4136"/>
                    <a:pt x="6133" y="3498"/>
                    <a:pt x="5545" y="3498"/>
                  </a:cubicBezTo>
                  <a:cubicBezTo>
                    <a:pt x="5543" y="3498"/>
                    <a:pt x="5541" y="3498"/>
                    <a:pt x="5539" y="3498"/>
                  </a:cubicBezTo>
                  <a:cubicBezTo>
                    <a:pt x="5269" y="3498"/>
                    <a:pt x="5019" y="3643"/>
                    <a:pt x="4879" y="3874"/>
                  </a:cubicBezTo>
                  <a:cubicBezTo>
                    <a:pt x="4850" y="3922"/>
                    <a:pt x="4798" y="3951"/>
                    <a:pt x="4745" y="3951"/>
                  </a:cubicBezTo>
                  <a:lnTo>
                    <a:pt x="4244" y="3951"/>
                  </a:lnTo>
                  <a:cubicBezTo>
                    <a:pt x="4158" y="3951"/>
                    <a:pt x="4085" y="3883"/>
                    <a:pt x="4085" y="3792"/>
                  </a:cubicBezTo>
                  <a:lnTo>
                    <a:pt x="4085" y="2223"/>
                  </a:lnTo>
                  <a:lnTo>
                    <a:pt x="2517" y="2223"/>
                  </a:lnTo>
                  <a:cubicBezTo>
                    <a:pt x="2430" y="2223"/>
                    <a:pt x="2358" y="2151"/>
                    <a:pt x="2358" y="2065"/>
                  </a:cubicBezTo>
                  <a:lnTo>
                    <a:pt x="2358" y="1569"/>
                  </a:lnTo>
                  <a:cubicBezTo>
                    <a:pt x="2358" y="1511"/>
                    <a:pt x="2387" y="1458"/>
                    <a:pt x="2435" y="1429"/>
                  </a:cubicBezTo>
                  <a:cubicBezTo>
                    <a:pt x="3109" y="1030"/>
                    <a:pt x="2825" y="0"/>
                    <a:pt x="2040"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87"/>
            <p:cNvSpPr/>
            <p:nvPr/>
          </p:nvSpPr>
          <p:spPr>
            <a:xfrm>
              <a:off x="7301545" y="3927413"/>
              <a:ext cx="25257" cy="11934"/>
            </a:xfrm>
            <a:custGeom>
              <a:rect b="b" l="l" r="r" t="t"/>
              <a:pathLst>
                <a:path extrusionOk="0" h="455" w="963">
                  <a:moveTo>
                    <a:pt x="802" y="1"/>
                  </a:moveTo>
                  <a:cubicBezTo>
                    <a:pt x="531" y="1"/>
                    <a:pt x="276" y="140"/>
                    <a:pt x="135" y="378"/>
                  </a:cubicBezTo>
                  <a:cubicBezTo>
                    <a:pt x="106" y="426"/>
                    <a:pt x="58" y="455"/>
                    <a:pt x="0" y="455"/>
                  </a:cubicBezTo>
                  <a:lnTo>
                    <a:pt x="318" y="455"/>
                  </a:lnTo>
                  <a:cubicBezTo>
                    <a:pt x="376" y="455"/>
                    <a:pt x="428" y="426"/>
                    <a:pt x="457" y="378"/>
                  </a:cubicBezTo>
                  <a:cubicBezTo>
                    <a:pt x="568" y="195"/>
                    <a:pt x="751" y="65"/>
                    <a:pt x="963" y="17"/>
                  </a:cubicBezTo>
                  <a:cubicBezTo>
                    <a:pt x="909" y="6"/>
                    <a:pt x="855" y="1"/>
                    <a:pt x="80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87"/>
            <p:cNvSpPr/>
            <p:nvPr/>
          </p:nvSpPr>
          <p:spPr>
            <a:xfrm>
              <a:off x="7208280" y="3835670"/>
              <a:ext cx="26647" cy="58382"/>
            </a:xfrm>
            <a:custGeom>
              <a:rect b="b" l="l" r="r" t="t"/>
              <a:pathLst>
                <a:path extrusionOk="0" h="2226" w="1016">
                  <a:moveTo>
                    <a:pt x="855" y="0"/>
                  </a:moveTo>
                  <a:cubicBezTo>
                    <a:pt x="543" y="0"/>
                    <a:pt x="255" y="189"/>
                    <a:pt x="140" y="493"/>
                  </a:cubicBezTo>
                  <a:cubicBezTo>
                    <a:pt x="0" y="844"/>
                    <a:pt x="140" y="1244"/>
                    <a:pt x="467" y="1436"/>
                  </a:cubicBezTo>
                  <a:cubicBezTo>
                    <a:pt x="510" y="1460"/>
                    <a:pt x="544" y="1513"/>
                    <a:pt x="544" y="1571"/>
                  </a:cubicBezTo>
                  <a:lnTo>
                    <a:pt x="544" y="2067"/>
                  </a:lnTo>
                  <a:cubicBezTo>
                    <a:pt x="544" y="2158"/>
                    <a:pt x="472" y="2225"/>
                    <a:pt x="385" y="2225"/>
                  </a:cubicBezTo>
                  <a:lnTo>
                    <a:pt x="703" y="2225"/>
                  </a:lnTo>
                  <a:cubicBezTo>
                    <a:pt x="789" y="2225"/>
                    <a:pt x="862" y="2158"/>
                    <a:pt x="862" y="2067"/>
                  </a:cubicBezTo>
                  <a:lnTo>
                    <a:pt x="862" y="1571"/>
                  </a:lnTo>
                  <a:cubicBezTo>
                    <a:pt x="862" y="1513"/>
                    <a:pt x="833" y="1460"/>
                    <a:pt x="785" y="1436"/>
                  </a:cubicBezTo>
                  <a:cubicBezTo>
                    <a:pt x="178" y="1075"/>
                    <a:pt x="328" y="161"/>
                    <a:pt x="1016" y="17"/>
                  </a:cubicBezTo>
                  <a:cubicBezTo>
                    <a:pt x="962" y="6"/>
                    <a:pt x="908" y="0"/>
                    <a:pt x="85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87"/>
            <p:cNvSpPr/>
            <p:nvPr/>
          </p:nvSpPr>
          <p:spPr>
            <a:xfrm>
              <a:off x="7301545" y="3955870"/>
              <a:ext cx="25126" cy="12065"/>
            </a:xfrm>
            <a:custGeom>
              <a:rect b="b" l="l" r="r" t="t"/>
              <a:pathLst>
                <a:path extrusionOk="0" h="460" w="958">
                  <a:moveTo>
                    <a:pt x="0" y="0"/>
                  </a:moveTo>
                  <a:cubicBezTo>
                    <a:pt x="53" y="0"/>
                    <a:pt x="106" y="29"/>
                    <a:pt x="135" y="82"/>
                  </a:cubicBezTo>
                  <a:cubicBezTo>
                    <a:pt x="276" y="319"/>
                    <a:pt x="531" y="459"/>
                    <a:pt x="799" y="459"/>
                  </a:cubicBezTo>
                  <a:cubicBezTo>
                    <a:pt x="852" y="459"/>
                    <a:pt x="905" y="454"/>
                    <a:pt x="958" y="443"/>
                  </a:cubicBezTo>
                  <a:cubicBezTo>
                    <a:pt x="746" y="395"/>
                    <a:pt x="563" y="265"/>
                    <a:pt x="457" y="82"/>
                  </a:cubicBezTo>
                  <a:cubicBezTo>
                    <a:pt x="428" y="29"/>
                    <a:pt x="376" y="0"/>
                    <a:pt x="318"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87"/>
            <p:cNvSpPr/>
            <p:nvPr/>
          </p:nvSpPr>
          <p:spPr>
            <a:xfrm>
              <a:off x="7177226" y="3894026"/>
              <a:ext cx="8367" cy="107166"/>
            </a:xfrm>
            <a:custGeom>
              <a:rect b="b" l="l" r="r" t="t"/>
              <a:pathLst>
                <a:path extrusionOk="0" h="4086" w="319">
                  <a:moveTo>
                    <a:pt x="1" y="0"/>
                  </a:moveTo>
                  <a:lnTo>
                    <a:pt x="1" y="4086"/>
                  </a:lnTo>
                  <a:lnTo>
                    <a:pt x="318" y="4086"/>
                  </a:lnTo>
                  <a:lnTo>
                    <a:pt x="31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87"/>
            <p:cNvSpPr/>
            <p:nvPr/>
          </p:nvSpPr>
          <p:spPr>
            <a:xfrm>
              <a:off x="7234900" y="3942809"/>
              <a:ext cx="35617" cy="58382"/>
            </a:xfrm>
            <a:custGeom>
              <a:rect b="b" l="l" r="r" t="t"/>
              <a:pathLst>
                <a:path extrusionOk="0" h="2226" w="1358">
                  <a:moveTo>
                    <a:pt x="159" y="1"/>
                  </a:moveTo>
                  <a:cubicBezTo>
                    <a:pt x="107" y="1"/>
                    <a:pt x="54" y="4"/>
                    <a:pt x="1" y="12"/>
                  </a:cubicBezTo>
                  <a:cubicBezTo>
                    <a:pt x="958" y="152"/>
                    <a:pt x="1271" y="1374"/>
                    <a:pt x="496" y="1956"/>
                  </a:cubicBezTo>
                  <a:lnTo>
                    <a:pt x="477" y="1975"/>
                  </a:lnTo>
                  <a:lnTo>
                    <a:pt x="477" y="2226"/>
                  </a:lnTo>
                  <a:lnTo>
                    <a:pt x="795" y="2226"/>
                  </a:lnTo>
                  <a:lnTo>
                    <a:pt x="795" y="1975"/>
                  </a:lnTo>
                  <a:lnTo>
                    <a:pt x="819" y="1956"/>
                  </a:lnTo>
                  <a:cubicBezTo>
                    <a:pt x="1213" y="1658"/>
                    <a:pt x="1358" y="1128"/>
                    <a:pt x="1165" y="667"/>
                  </a:cubicBezTo>
                  <a:cubicBezTo>
                    <a:pt x="993" y="259"/>
                    <a:pt x="592" y="1"/>
                    <a:pt x="159"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87"/>
            <p:cNvSpPr/>
            <p:nvPr/>
          </p:nvSpPr>
          <p:spPr>
            <a:xfrm>
              <a:off x="7292706" y="3890249"/>
              <a:ext cx="170636" cy="169377"/>
            </a:xfrm>
            <a:custGeom>
              <a:rect b="b" l="l" r="r" t="t"/>
              <a:pathLst>
                <a:path extrusionOk="0" h="6458" w="6506">
                  <a:moveTo>
                    <a:pt x="0" y="0"/>
                  </a:moveTo>
                  <a:lnTo>
                    <a:pt x="0" y="1554"/>
                  </a:lnTo>
                  <a:lnTo>
                    <a:pt x="251" y="1554"/>
                  </a:lnTo>
                  <a:lnTo>
                    <a:pt x="270" y="1530"/>
                  </a:lnTo>
                  <a:cubicBezTo>
                    <a:pt x="497" y="1231"/>
                    <a:pt x="814" y="1097"/>
                    <a:pt x="1127" y="1097"/>
                  </a:cubicBezTo>
                  <a:cubicBezTo>
                    <a:pt x="1684" y="1097"/>
                    <a:pt x="2228" y="1521"/>
                    <a:pt x="2228" y="2189"/>
                  </a:cubicBezTo>
                  <a:cubicBezTo>
                    <a:pt x="2228" y="2857"/>
                    <a:pt x="1685" y="3281"/>
                    <a:pt x="1129" y="3281"/>
                  </a:cubicBezTo>
                  <a:cubicBezTo>
                    <a:pt x="815" y="3281"/>
                    <a:pt x="497" y="3146"/>
                    <a:pt x="270" y="2844"/>
                  </a:cubicBezTo>
                  <a:lnTo>
                    <a:pt x="251" y="2820"/>
                  </a:lnTo>
                  <a:lnTo>
                    <a:pt x="0" y="2820"/>
                  </a:lnTo>
                  <a:lnTo>
                    <a:pt x="0" y="4230"/>
                  </a:lnTo>
                  <a:lnTo>
                    <a:pt x="1569" y="4230"/>
                  </a:lnTo>
                  <a:cubicBezTo>
                    <a:pt x="1656" y="4230"/>
                    <a:pt x="1728" y="4302"/>
                    <a:pt x="1728" y="4388"/>
                  </a:cubicBezTo>
                  <a:lnTo>
                    <a:pt x="1728" y="4889"/>
                  </a:lnTo>
                  <a:cubicBezTo>
                    <a:pt x="1728" y="4942"/>
                    <a:pt x="1699" y="4995"/>
                    <a:pt x="1651" y="5023"/>
                  </a:cubicBezTo>
                  <a:cubicBezTo>
                    <a:pt x="977" y="5423"/>
                    <a:pt x="1261" y="6457"/>
                    <a:pt x="2041" y="6457"/>
                  </a:cubicBezTo>
                  <a:cubicBezTo>
                    <a:pt x="2825" y="6457"/>
                    <a:pt x="3109" y="5423"/>
                    <a:pt x="2435" y="5023"/>
                  </a:cubicBezTo>
                  <a:cubicBezTo>
                    <a:pt x="2387" y="4995"/>
                    <a:pt x="2358" y="4942"/>
                    <a:pt x="2358" y="4889"/>
                  </a:cubicBezTo>
                  <a:lnTo>
                    <a:pt x="2358" y="4388"/>
                  </a:lnTo>
                  <a:cubicBezTo>
                    <a:pt x="2358" y="4302"/>
                    <a:pt x="2430" y="4230"/>
                    <a:pt x="2517" y="4230"/>
                  </a:cubicBezTo>
                  <a:lnTo>
                    <a:pt x="4086" y="4230"/>
                  </a:lnTo>
                  <a:lnTo>
                    <a:pt x="4086" y="2661"/>
                  </a:lnTo>
                  <a:cubicBezTo>
                    <a:pt x="4086" y="2574"/>
                    <a:pt x="4158" y="2502"/>
                    <a:pt x="4244" y="2502"/>
                  </a:cubicBezTo>
                  <a:lnTo>
                    <a:pt x="4745" y="2502"/>
                  </a:lnTo>
                  <a:cubicBezTo>
                    <a:pt x="4798" y="2502"/>
                    <a:pt x="4851" y="2531"/>
                    <a:pt x="4879" y="2579"/>
                  </a:cubicBezTo>
                  <a:cubicBezTo>
                    <a:pt x="5030" y="2832"/>
                    <a:pt x="5287" y="2959"/>
                    <a:pt x="5544" y="2959"/>
                  </a:cubicBezTo>
                  <a:cubicBezTo>
                    <a:pt x="5805" y="2959"/>
                    <a:pt x="6065" y="2829"/>
                    <a:pt x="6212" y="2569"/>
                  </a:cubicBezTo>
                  <a:cubicBezTo>
                    <a:pt x="6506" y="2055"/>
                    <a:pt x="6131" y="1415"/>
                    <a:pt x="5539" y="1415"/>
                  </a:cubicBezTo>
                  <a:lnTo>
                    <a:pt x="5539" y="1419"/>
                  </a:lnTo>
                  <a:cubicBezTo>
                    <a:pt x="5269" y="1419"/>
                    <a:pt x="5019" y="1564"/>
                    <a:pt x="4879" y="1795"/>
                  </a:cubicBezTo>
                  <a:cubicBezTo>
                    <a:pt x="4851" y="1843"/>
                    <a:pt x="4798" y="1872"/>
                    <a:pt x="4740" y="1872"/>
                  </a:cubicBezTo>
                  <a:lnTo>
                    <a:pt x="4244" y="1872"/>
                  </a:lnTo>
                  <a:cubicBezTo>
                    <a:pt x="4158" y="1872"/>
                    <a:pt x="4086" y="1804"/>
                    <a:pt x="4086" y="1713"/>
                  </a:cubicBezTo>
                  <a:lnTo>
                    <a:pt x="408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87"/>
            <p:cNvSpPr/>
            <p:nvPr/>
          </p:nvSpPr>
          <p:spPr>
            <a:xfrm>
              <a:off x="7327143" y="3919021"/>
              <a:ext cx="33099" cy="57176"/>
            </a:xfrm>
            <a:custGeom>
              <a:rect b="b" l="l" r="r" t="t"/>
              <a:pathLst>
                <a:path extrusionOk="0" h="2180" w="1262">
                  <a:moveTo>
                    <a:pt x="174" y="0"/>
                  </a:moveTo>
                  <a:cubicBezTo>
                    <a:pt x="116" y="0"/>
                    <a:pt x="59" y="5"/>
                    <a:pt x="1" y="15"/>
                  </a:cubicBezTo>
                  <a:cubicBezTo>
                    <a:pt x="525" y="101"/>
                    <a:pt x="915" y="558"/>
                    <a:pt x="915" y="1092"/>
                  </a:cubicBezTo>
                  <a:cubicBezTo>
                    <a:pt x="915" y="1626"/>
                    <a:pt x="525" y="2079"/>
                    <a:pt x="1" y="2165"/>
                  </a:cubicBezTo>
                  <a:cubicBezTo>
                    <a:pt x="59" y="2175"/>
                    <a:pt x="116" y="2180"/>
                    <a:pt x="174" y="2180"/>
                  </a:cubicBezTo>
                  <a:cubicBezTo>
                    <a:pt x="771" y="2180"/>
                    <a:pt x="1262" y="1694"/>
                    <a:pt x="1262" y="1092"/>
                  </a:cubicBezTo>
                  <a:cubicBezTo>
                    <a:pt x="1262" y="491"/>
                    <a:pt x="771" y="5"/>
                    <a:pt x="17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87"/>
            <p:cNvSpPr/>
            <p:nvPr/>
          </p:nvSpPr>
          <p:spPr>
            <a:xfrm>
              <a:off x="7416998" y="3927308"/>
              <a:ext cx="25650" cy="12038"/>
            </a:xfrm>
            <a:custGeom>
              <a:rect b="b" l="l" r="r" t="t"/>
              <a:pathLst>
                <a:path extrusionOk="0" h="459" w="978">
                  <a:moveTo>
                    <a:pt x="803" y="1"/>
                  </a:moveTo>
                  <a:cubicBezTo>
                    <a:pt x="532" y="1"/>
                    <a:pt x="278" y="144"/>
                    <a:pt x="136" y="382"/>
                  </a:cubicBezTo>
                  <a:cubicBezTo>
                    <a:pt x="112" y="430"/>
                    <a:pt x="59" y="459"/>
                    <a:pt x="1" y="459"/>
                  </a:cubicBezTo>
                  <a:lnTo>
                    <a:pt x="347" y="459"/>
                  </a:lnTo>
                  <a:cubicBezTo>
                    <a:pt x="405" y="459"/>
                    <a:pt x="458" y="430"/>
                    <a:pt x="487" y="382"/>
                  </a:cubicBezTo>
                  <a:cubicBezTo>
                    <a:pt x="593" y="199"/>
                    <a:pt x="771" y="69"/>
                    <a:pt x="978" y="21"/>
                  </a:cubicBezTo>
                  <a:cubicBezTo>
                    <a:pt x="919" y="7"/>
                    <a:pt x="861" y="1"/>
                    <a:pt x="80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87"/>
            <p:cNvSpPr/>
            <p:nvPr/>
          </p:nvSpPr>
          <p:spPr>
            <a:xfrm>
              <a:off x="7292706" y="3894026"/>
              <a:ext cx="9101" cy="37007"/>
            </a:xfrm>
            <a:custGeom>
              <a:rect b="b" l="l" r="r" t="t"/>
              <a:pathLst>
                <a:path extrusionOk="0" h="1411" w="347">
                  <a:moveTo>
                    <a:pt x="0" y="0"/>
                  </a:moveTo>
                  <a:lnTo>
                    <a:pt x="0" y="1410"/>
                  </a:lnTo>
                  <a:lnTo>
                    <a:pt x="251" y="1410"/>
                  </a:lnTo>
                  <a:lnTo>
                    <a:pt x="270" y="1391"/>
                  </a:lnTo>
                  <a:cubicBezTo>
                    <a:pt x="294" y="1357"/>
                    <a:pt x="318" y="1328"/>
                    <a:pt x="347" y="1300"/>
                  </a:cubicBezTo>
                  <a:lnTo>
                    <a:pt x="34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87"/>
            <p:cNvSpPr/>
            <p:nvPr/>
          </p:nvSpPr>
          <p:spPr>
            <a:xfrm>
              <a:off x="7292706" y="3964184"/>
              <a:ext cx="9101" cy="37007"/>
            </a:xfrm>
            <a:custGeom>
              <a:rect b="b" l="l" r="r" t="t"/>
              <a:pathLst>
                <a:path extrusionOk="0" h="1411" w="347">
                  <a:moveTo>
                    <a:pt x="0" y="1"/>
                  </a:moveTo>
                  <a:lnTo>
                    <a:pt x="0" y="1411"/>
                  </a:lnTo>
                  <a:lnTo>
                    <a:pt x="347" y="1411"/>
                  </a:lnTo>
                  <a:lnTo>
                    <a:pt x="347" y="116"/>
                  </a:lnTo>
                  <a:cubicBezTo>
                    <a:pt x="318" y="87"/>
                    <a:pt x="294" y="58"/>
                    <a:pt x="270" y="25"/>
                  </a:cubicBezTo>
                  <a:lnTo>
                    <a:pt x="251"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87"/>
            <p:cNvSpPr/>
            <p:nvPr/>
          </p:nvSpPr>
          <p:spPr>
            <a:xfrm>
              <a:off x="7416998" y="3955870"/>
              <a:ext cx="25650" cy="12117"/>
            </a:xfrm>
            <a:custGeom>
              <a:rect b="b" l="l" r="r" t="t"/>
              <a:pathLst>
                <a:path extrusionOk="0" h="462" w="978">
                  <a:moveTo>
                    <a:pt x="1" y="0"/>
                  </a:moveTo>
                  <a:cubicBezTo>
                    <a:pt x="59" y="0"/>
                    <a:pt x="107" y="29"/>
                    <a:pt x="136" y="82"/>
                  </a:cubicBezTo>
                  <a:cubicBezTo>
                    <a:pt x="279" y="321"/>
                    <a:pt x="535" y="461"/>
                    <a:pt x="807" y="461"/>
                  </a:cubicBezTo>
                  <a:cubicBezTo>
                    <a:pt x="864" y="461"/>
                    <a:pt x="921" y="455"/>
                    <a:pt x="978" y="443"/>
                  </a:cubicBezTo>
                  <a:cubicBezTo>
                    <a:pt x="771" y="390"/>
                    <a:pt x="593" y="260"/>
                    <a:pt x="487" y="82"/>
                  </a:cubicBezTo>
                  <a:cubicBezTo>
                    <a:pt x="458" y="29"/>
                    <a:pt x="405" y="0"/>
                    <a:pt x="34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87"/>
            <p:cNvSpPr/>
            <p:nvPr/>
          </p:nvSpPr>
          <p:spPr>
            <a:xfrm>
              <a:off x="7323759" y="4001296"/>
              <a:ext cx="27014" cy="58356"/>
            </a:xfrm>
            <a:custGeom>
              <a:rect b="b" l="l" r="r" t="t"/>
              <a:pathLst>
                <a:path extrusionOk="0" h="2225" w="1030">
                  <a:moveTo>
                    <a:pt x="385" y="0"/>
                  </a:moveTo>
                  <a:cubicBezTo>
                    <a:pt x="472" y="0"/>
                    <a:pt x="544" y="68"/>
                    <a:pt x="544" y="159"/>
                  </a:cubicBezTo>
                  <a:lnTo>
                    <a:pt x="544" y="655"/>
                  </a:lnTo>
                  <a:cubicBezTo>
                    <a:pt x="544" y="712"/>
                    <a:pt x="515" y="765"/>
                    <a:pt x="467" y="794"/>
                  </a:cubicBezTo>
                  <a:cubicBezTo>
                    <a:pt x="135" y="987"/>
                    <a:pt x="0" y="1391"/>
                    <a:pt x="140" y="1742"/>
                  </a:cubicBezTo>
                  <a:cubicBezTo>
                    <a:pt x="261" y="2038"/>
                    <a:pt x="546" y="2224"/>
                    <a:pt x="854" y="2224"/>
                  </a:cubicBezTo>
                  <a:cubicBezTo>
                    <a:pt x="912" y="2224"/>
                    <a:pt x="971" y="2218"/>
                    <a:pt x="1030" y="2204"/>
                  </a:cubicBezTo>
                  <a:cubicBezTo>
                    <a:pt x="683" y="2127"/>
                    <a:pt x="433" y="1814"/>
                    <a:pt x="433" y="1453"/>
                  </a:cubicBezTo>
                  <a:cubicBezTo>
                    <a:pt x="433" y="1184"/>
                    <a:pt x="577" y="929"/>
                    <a:pt x="813" y="794"/>
                  </a:cubicBezTo>
                  <a:cubicBezTo>
                    <a:pt x="861" y="765"/>
                    <a:pt x="890" y="712"/>
                    <a:pt x="890" y="655"/>
                  </a:cubicBezTo>
                  <a:lnTo>
                    <a:pt x="890" y="159"/>
                  </a:lnTo>
                  <a:cubicBezTo>
                    <a:pt x="890" y="68"/>
                    <a:pt x="818" y="0"/>
                    <a:pt x="73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87"/>
            <p:cNvSpPr/>
            <p:nvPr/>
          </p:nvSpPr>
          <p:spPr>
            <a:xfrm>
              <a:off x="7108825" y="3825756"/>
              <a:ext cx="366136" cy="359317"/>
            </a:xfrm>
            <a:custGeom>
              <a:rect b="b" l="l" r="r" t="t"/>
              <a:pathLst>
                <a:path extrusionOk="0" h="13700" w="13960">
                  <a:moveTo>
                    <a:pt x="4649" y="433"/>
                  </a:moveTo>
                  <a:cubicBezTo>
                    <a:pt x="5371" y="433"/>
                    <a:pt x="5635" y="1391"/>
                    <a:pt x="5010" y="1761"/>
                  </a:cubicBezTo>
                  <a:cubicBezTo>
                    <a:pt x="4942" y="1800"/>
                    <a:pt x="4904" y="1872"/>
                    <a:pt x="4904" y="1949"/>
                  </a:cubicBezTo>
                  <a:lnTo>
                    <a:pt x="4904" y="2445"/>
                  </a:lnTo>
                  <a:cubicBezTo>
                    <a:pt x="4904" y="2565"/>
                    <a:pt x="5000" y="2661"/>
                    <a:pt x="5120" y="2661"/>
                  </a:cubicBezTo>
                  <a:lnTo>
                    <a:pt x="6631" y="2661"/>
                  </a:lnTo>
                  <a:lnTo>
                    <a:pt x="6631" y="4172"/>
                  </a:lnTo>
                  <a:cubicBezTo>
                    <a:pt x="6631" y="4292"/>
                    <a:pt x="6727" y="4389"/>
                    <a:pt x="6848" y="4389"/>
                  </a:cubicBezTo>
                  <a:lnTo>
                    <a:pt x="7348" y="4389"/>
                  </a:lnTo>
                  <a:cubicBezTo>
                    <a:pt x="7420" y="4389"/>
                    <a:pt x="7493" y="4350"/>
                    <a:pt x="7531" y="4283"/>
                  </a:cubicBezTo>
                  <a:cubicBezTo>
                    <a:pt x="7675" y="4042"/>
                    <a:pt x="7907" y="3934"/>
                    <a:pt x="8137" y="3934"/>
                  </a:cubicBezTo>
                  <a:cubicBezTo>
                    <a:pt x="8500" y="3934"/>
                    <a:pt x="8859" y="4204"/>
                    <a:pt x="8859" y="4648"/>
                  </a:cubicBezTo>
                  <a:cubicBezTo>
                    <a:pt x="8859" y="5090"/>
                    <a:pt x="8500" y="5361"/>
                    <a:pt x="8137" y="5361"/>
                  </a:cubicBezTo>
                  <a:cubicBezTo>
                    <a:pt x="7907" y="5361"/>
                    <a:pt x="7675" y="5252"/>
                    <a:pt x="7531" y="5009"/>
                  </a:cubicBezTo>
                  <a:cubicBezTo>
                    <a:pt x="7493" y="4942"/>
                    <a:pt x="7420" y="4903"/>
                    <a:pt x="7348" y="4903"/>
                  </a:cubicBezTo>
                  <a:lnTo>
                    <a:pt x="6848" y="4903"/>
                  </a:lnTo>
                  <a:cubicBezTo>
                    <a:pt x="6727" y="4903"/>
                    <a:pt x="6631" y="5000"/>
                    <a:pt x="6631" y="5120"/>
                  </a:cubicBezTo>
                  <a:lnTo>
                    <a:pt x="6631" y="6631"/>
                  </a:lnTo>
                  <a:lnTo>
                    <a:pt x="5337" y="6631"/>
                  </a:lnTo>
                  <a:lnTo>
                    <a:pt x="5337" y="6467"/>
                  </a:lnTo>
                  <a:lnTo>
                    <a:pt x="5342" y="6467"/>
                  </a:lnTo>
                  <a:cubicBezTo>
                    <a:pt x="5731" y="6169"/>
                    <a:pt x="5890" y="5654"/>
                    <a:pt x="5736" y="5187"/>
                  </a:cubicBezTo>
                  <a:cubicBezTo>
                    <a:pt x="5577" y="4721"/>
                    <a:pt x="5140" y="4403"/>
                    <a:pt x="4649" y="4403"/>
                  </a:cubicBezTo>
                  <a:cubicBezTo>
                    <a:pt x="3547" y="4403"/>
                    <a:pt x="3080" y="5803"/>
                    <a:pt x="3956" y="6467"/>
                  </a:cubicBezTo>
                  <a:lnTo>
                    <a:pt x="3956" y="6631"/>
                  </a:lnTo>
                  <a:lnTo>
                    <a:pt x="2662" y="6631"/>
                  </a:lnTo>
                  <a:lnTo>
                    <a:pt x="2662" y="2661"/>
                  </a:lnTo>
                  <a:lnTo>
                    <a:pt x="4172" y="2661"/>
                  </a:lnTo>
                  <a:cubicBezTo>
                    <a:pt x="4293" y="2661"/>
                    <a:pt x="4389" y="2565"/>
                    <a:pt x="4389" y="2445"/>
                  </a:cubicBezTo>
                  <a:lnTo>
                    <a:pt x="4389" y="1949"/>
                  </a:lnTo>
                  <a:cubicBezTo>
                    <a:pt x="4389" y="1872"/>
                    <a:pt x="4350" y="1800"/>
                    <a:pt x="4283" y="1761"/>
                  </a:cubicBezTo>
                  <a:cubicBezTo>
                    <a:pt x="3662" y="1391"/>
                    <a:pt x="3922" y="433"/>
                    <a:pt x="4649" y="433"/>
                  </a:cubicBezTo>
                  <a:close/>
                  <a:moveTo>
                    <a:pt x="11039" y="7069"/>
                  </a:moveTo>
                  <a:lnTo>
                    <a:pt x="11039" y="11038"/>
                  </a:lnTo>
                  <a:lnTo>
                    <a:pt x="9528" y="11038"/>
                  </a:lnTo>
                  <a:cubicBezTo>
                    <a:pt x="9408" y="11038"/>
                    <a:pt x="9311" y="11135"/>
                    <a:pt x="9311" y="11255"/>
                  </a:cubicBezTo>
                  <a:lnTo>
                    <a:pt x="9311" y="11750"/>
                  </a:lnTo>
                  <a:cubicBezTo>
                    <a:pt x="9311" y="11827"/>
                    <a:pt x="9350" y="11900"/>
                    <a:pt x="9417" y="11938"/>
                  </a:cubicBezTo>
                  <a:cubicBezTo>
                    <a:pt x="10038" y="12309"/>
                    <a:pt x="9778" y="13266"/>
                    <a:pt x="9052" y="13266"/>
                  </a:cubicBezTo>
                  <a:cubicBezTo>
                    <a:pt x="8330" y="13266"/>
                    <a:pt x="8065" y="12309"/>
                    <a:pt x="8691" y="11938"/>
                  </a:cubicBezTo>
                  <a:cubicBezTo>
                    <a:pt x="8753" y="11900"/>
                    <a:pt x="8797" y="11827"/>
                    <a:pt x="8797" y="11750"/>
                  </a:cubicBezTo>
                  <a:lnTo>
                    <a:pt x="8797" y="11255"/>
                  </a:lnTo>
                  <a:cubicBezTo>
                    <a:pt x="8797" y="11135"/>
                    <a:pt x="8700" y="11038"/>
                    <a:pt x="8580" y="11038"/>
                  </a:cubicBezTo>
                  <a:lnTo>
                    <a:pt x="7069" y="11038"/>
                  </a:lnTo>
                  <a:lnTo>
                    <a:pt x="7069" y="9527"/>
                  </a:lnTo>
                  <a:cubicBezTo>
                    <a:pt x="7069" y="9407"/>
                    <a:pt x="6973" y="9311"/>
                    <a:pt x="6853" y="9311"/>
                  </a:cubicBezTo>
                  <a:lnTo>
                    <a:pt x="6352" y="9311"/>
                  </a:lnTo>
                  <a:cubicBezTo>
                    <a:pt x="6275" y="9311"/>
                    <a:pt x="6208" y="9349"/>
                    <a:pt x="6169" y="9417"/>
                  </a:cubicBezTo>
                  <a:cubicBezTo>
                    <a:pt x="6026" y="9659"/>
                    <a:pt x="5794" y="9768"/>
                    <a:pt x="5564" y="9768"/>
                  </a:cubicBezTo>
                  <a:cubicBezTo>
                    <a:pt x="5201" y="9768"/>
                    <a:pt x="4841" y="9496"/>
                    <a:pt x="4841" y="9051"/>
                  </a:cubicBezTo>
                  <a:cubicBezTo>
                    <a:pt x="4841" y="8609"/>
                    <a:pt x="5200" y="8339"/>
                    <a:pt x="5563" y="8339"/>
                  </a:cubicBezTo>
                  <a:cubicBezTo>
                    <a:pt x="5793" y="8339"/>
                    <a:pt x="6026" y="8448"/>
                    <a:pt x="6169" y="8690"/>
                  </a:cubicBezTo>
                  <a:cubicBezTo>
                    <a:pt x="6208" y="8758"/>
                    <a:pt x="6275" y="8796"/>
                    <a:pt x="6352" y="8796"/>
                  </a:cubicBezTo>
                  <a:lnTo>
                    <a:pt x="6853" y="8796"/>
                  </a:lnTo>
                  <a:cubicBezTo>
                    <a:pt x="6973" y="8796"/>
                    <a:pt x="7069" y="8700"/>
                    <a:pt x="7069" y="8580"/>
                  </a:cubicBezTo>
                  <a:lnTo>
                    <a:pt x="7069" y="7069"/>
                  </a:lnTo>
                  <a:lnTo>
                    <a:pt x="8363" y="7069"/>
                  </a:lnTo>
                  <a:lnTo>
                    <a:pt x="8363" y="7232"/>
                  </a:lnTo>
                  <a:cubicBezTo>
                    <a:pt x="7483" y="7896"/>
                    <a:pt x="7954" y="9296"/>
                    <a:pt x="9052" y="9296"/>
                  </a:cubicBezTo>
                  <a:cubicBezTo>
                    <a:pt x="9547" y="9296"/>
                    <a:pt x="9985" y="8979"/>
                    <a:pt x="10139" y="8512"/>
                  </a:cubicBezTo>
                  <a:cubicBezTo>
                    <a:pt x="10298" y="8045"/>
                    <a:pt x="10139" y="7531"/>
                    <a:pt x="9744" y="7232"/>
                  </a:cubicBezTo>
                  <a:lnTo>
                    <a:pt x="9744" y="7069"/>
                  </a:lnTo>
                  <a:close/>
                  <a:moveTo>
                    <a:pt x="4649" y="0"/>
                  </a:moveTo>
                  <a:cubicBezTo>
                    <a:pt x="3552" y="0"/>
                    <a:pt x="3080" y="1396"/>
                    <a:pt x="3961" y="2060"/>
                  </a:cubicBezTo>
                  <a:lnTo>
                    <a:pt x="3961" y="2228"/>
                  </a:lnTo>
                  <a:lnTo>
                    <a:pt x="2450" y="2228"/>
                  </a:lnTo>
                  <a:cubicBezTo>
                    <a:pt x="2330" y="2228"/>
                    <a:pt x="2228" y="2324"/>
                    <a:pt x="2228" y="2445"/>
                  </a:cubicBezTo>
                  <a:lnTo>
                    <a:pt x="2228" y="8358"/>
                  </a:lnTo>
                  <a:lnTo>
                    <a:pt x="2065" y="8358"/>
                  </a:lnTo>
                  <a:cubicBezTo>
                    <a:pt x="1826" y="8041"/>
                    <a:pt x="1491" y="7899"/>
                    <a:pt x="1160" y="7899"/>
                  </a:cubicBezTo>
                  <a:cubicBezTo>
                    <a:pt x="574" y="7899"/>
                    <a:pt x="1" y="8346"/>
                    <a:pt x="1" y="9051"/>
                  </a:cubicBezTo>
                  <a:cubicBezTo>
                    <a:pt x="1" y="9542"/>
                    <a:pt x="318" y="9980"/>
                    <a:pt x="785" y="10134"/>
                  </a:cubicBezTo>
                  <a:cubicBezTo>
                    <a:pt x="906" y="10175"/>
                    <a:pt x="1030" y="10195"/>
                    <a:pt x="1152" y="10195"/>
                  </a:cubicBezTo>
                  <a:cubicBezTo>
                    <a:pt x="1504" y="10195"/>
                    <a:pt x="1844" y="10032"/>
                    <a:pt x="2065" y="9739"/>
                  </a:cubicBezTo>
                  <a:lnTo>
                    <a:pt x="2233" y="9739"/>
                  </a:lnTo>
                  <a:lnTo>
                    <a:pt x="2233" y="11250"/>
                  </a:lnTo>
                  <a:cubicBezTo>
                    <a:pt x="2233" y="11370"/>
                    <a:pt x="2330" y="11467"/>
                    <a:pt x="2450" y="11467"/>
                  </a:cubicBezTo>
                  <a:lnTo>
                    <a:pt x="3220" y="11467"/>
                  </a:lnTo>
                  <a:cubicBezTo>
                    <a:pt x="3508" y="11467"/>
                    <a:pt x="3508" y="11034"/>
                    <a:pt x="3220" y="11034"/>
                  </a:cubicBezTo>
                  <a:lnTo>
                    <a:pt x="2666" y="11034"/>
                  </a:lnTo>
                  <a:lnTo>
                    <a:pt x="2666" y="9523"/>
                  </a:lnTo>
                  <a:cubicBezTo>
                    <a:pt x="2666" y="9402"/>
                    <a:pt x="2570" y="9306"/>
                    <a:pt x="2450" y="9306"/>
                  </a:cubicBezTo>
                  <a:lnTo>
                    <a:pt x="1954" y="9306"/>
                  </a:lnTo>
                  <a:cubicBezTo>
                    <a:pt x="1877" y="9306"/>
                    <a:pt x="1805" y="9345"/>
                    <a:pt x="1767" y="9412"/>
                  </a:cubicBezTo>
                  <a:cubicBezTo>
                    <a:pt x="1623" y="9655"/>
                    <a:pt x="1391" y="9763"/>
                    <a:pt x="1160" y="9763"/>
                  </a:cubicBezTo>
                  <a:cubicBezTo>
                    <a:pt x="797" y="9763"/>
                    <a:pt x="439" y="9493"/>
                    <a:pt x="439" y="9051"/>
                  </a:cubicBezTo>
                  <a:cubicBezTo>
                    <a:pt x="439" y="8606"/>
                    <a:pt x="797" y="8336"/>
                    <a:pt x="1161" y="8336"/>
                  </a:cubicBezTo>
                  <a:cubicBezTo>
                    <a:pt x="1391" y="8336"/>
                    <a:pt x="1623" y="8445"/>
                    <a:pt x="1767" y="8685"/>
                  </a:cubicBezTo>
                  <a:cubicBezTo>
                    <a:pt x="1805" y="8753"/>
                    <a:pt x="1877" y="8791"/>
                    <a:pt x="1954" y="8791"/>
                  </a:cubicBezTo>
                  <a:lnTo>
                    <a:pt x="2450" y="8791"/>
                  </a:lnTo>
                  <a:cubicBezTo>
                    <a:pt x="2570" y="8791"/>
                    <a:pt x="2666" y="8695"/>
                    <a:pt x="2666" y="8575"/>
                  </a:cubicBezTo>
                  <a:lnTo>
                    <a:pt x="2666" y="7064"/>
                  </a:lnTo>
                  <a:lnTo>
                    <a:pt x="4177" y="7064"/>
                  </a:lnTo>
                  <a:cubicBezTo>
                    <a:pt x="4298" y="7064"/>
                    <a:pt x="4394" y="6968"/>
                    <a:pt x="4394" y="6847"/>
                  </a:cubicBezTo>
                  <a:lnTo>
                    <a:pt x="4394" y="6352"/>
                  </a:lnTo>
                  <a:cubicBezTo>
                    <a:pt x="4394" y="6275"/>
                    <a:pt x="4355" y="6203"/>
                    <a:pt x="4288" y="6164"/>
                  </a:cubicBezTo>
                  <a:cubicBezTo>
                    <a:pt x="3662" y="5794"/>
                    <a:pt x="3927" y="4836"/>
                    <a:pt x="4654" y="4836"/>
                  </a:cubicBezTo>
                  <a:cubicBezTo>
                    <a:pt x="5375" y="4836"/>
                    <a:pt x="5640" y="5794"/>
                    <a:pt x="5014" y="6164"/>
                  </a:cubicBezTo>
                  <a:cubicBezTo>
                    <a:pt x="4947" y="6203"/>
                    <a:pt x="4909" y="6275"/>
                    <a:pt x="4909" y="6352"/>
                  </a:cubicBezTo>
                  <a:lnTo>
                    <a:pt x="4909" y="6847"/>
                  </a:lnTo>
                  <a:cubicBezTo>
                    <a:pt x="4909" y="6968"/>
                    <a:pt x="5005" y="7064"/>
                    <a:pt x="5125" y="7064"/>
                  </a:cubicBezTo>
                  <a:lnTo>
                    <a:pt x="6636" y="7064"/>
                  </a:lnTo>
                  <a:lnTo>
                    <a:pt x="6636" y="8358"/>
                  </a:lnTo>
                  <a:lnTo>
                    <a:pt x="6472" y="8358"/>
                  </a:lnTo>
                  <a:cubicBezTo>
                    <a:pt x="6233" y="8043"/>
                    <a:pt x="5898" y="7901"/>
                    <a:pt x="5568" y="7901"/>
                  </a:cubicBezTo>
                  <a:cubicBezTo>
                    <a:pt x="4981" y="7901"/>
                    <a:pt x="4408" y="8346"/>
                    <a:pt x="4408" y="9051"/>
                  </a:cubicBezTo>
                  <a:cubicBezTo>
                    <a:pt x="4408" y="9542"/>
                    <a:pt x="4726" y="9980"/>
                    <a:pt x="5193" y="10139"/>
                  </a:cubicBezTo>
                  <a:cubicBezTo>
                    <a:pt x="5311" y="10178"/>
                    <a:pt x="5433" y="10197"/>
                    <a:pt x="5554" y="10197"/>
                  </a:cubicBezTo>
                  <a:cubicBezTo>
                    <a:pt x="5907" y="10197"/>
                    <a:pt x="6250" y="10034"/>
                    <a:pt x="6472" y="9744"/>
                  </a:cubicBezTo>
                  <a:lnTo>
                    <a:pt x="6636" y="9744"/>
                  </a:lnTo>
                  <a:lnTo>
                    <a:pt x="6636" y="11034"/>
                  </a:lnTo>
                  <a:lnTo>
                    <a:pt x="3893" y="11034"/>
                  </a:lnTo>
                  <a:cubicBezTo>
                    <a:pt x="3605" y="11034"/>
                    <a:pt x="3605" y="11471"/>
                    <a:pt x="3893" y="11471"/>
                  </a:cubicBezTo>
                  <a:lnTo>
                    <a:pt x="8363" y="11471"/>
                  </a:lnTo>
                  <a:lnTo>
                    <a:pt x="8363" y="11635"/>
                  </a:lnTo>
                  <a:cubicBezTo>
                    <a:pt x="7488" y="12299"/>
                    <a:pt x="7954" y="13699"/>
                    <a:pt x="9056" y="13699"/>
                  </a:cubicBezTo>
                  <a:cubicBezTo>
                    <a:pt x="9547" y="13699"/>
                    <a:pt x="9985" y="13382"/>
                    <a:pt x="10144" y="12915"/>
                  </a:cubicBezTo>
                  <a:cubicBezTo>
                    <a:pt x="10298" y="12448"/>
                    <a:pt x="10139" y="11933"/>
                    <a:pt x="9749" y="11635"/>
                  </a:cubicBezTo>
                  <a:lnTo>
                    <a:pt x="9749" y="11471"/>
                  </a:lnTo>
                  <a:lnTo>
                    <a:pt x="11255" y="11471"/>
                  </a:lnTo>
                  <a:cubicBezTo>
                    <a:pt x="11376" y="11471"/>
                    <a:pt x="11472" y="11375"/>
                    <a:pt x="11472" y="11255"/>
                  </a:cubicBezTo>
                  <a:lnTo>
                    <a:pt x="11472" y="5341"/>
                  </a:lnTo>
                  <a:lnTo>
                    <a:pt x="11635" y="5341"/>
                  </a:lnTo>
                  <a:cubicBezTo>
                    <a:pt x="11868" y="5648"/>
                    <a:pt x="12210" y="5796"/>
                    <a:pt x="12549" y="5796"/>
                  </a:cubicBezTo>
                  <a:cubicBezTo>
                    <a:pt x="12962" y="5796"/>
                    <a:pt x="13371" y="5578"/>
                    <a:pt x="13579" y="5158"/>
                  </a:cubicBezTo>
                  <a:cubicBezTo>
                    <a:pt x="13960" y="4398"/>
                    <a:pt x="13406" y="3503"/>
                    <a:pt x="12554" y="3503"/>
                  </a:cubicBezTo>
                  <a:lnTo>
                    <a:pt x="12550" y="3498"/>
                  </a:lnTo>
                  <a:cubicBezTo>
                    <a:pt x="12194" y="3503"/>
                    <a:pt x="11852" y="3672"/>
                    <a:pt x="11635" y="3955"/>
                  </a:cubicBezTo>
                  <a:lnTo>
                    <a:pt x="11472" y="3955"/>
                  </a:lnTo>
                  <a:lnTo>
                    <a:pt x="11472" y="2445"/>
                  </a:lnTo>
                  <a:cubicBezTo>
                    <a:pt x="11472" y="2324"/>
                    <a:pt x="11371" y="2228"/>
                    <a:pt x="11255" y="2228"/>
                  </a:cubicBezTo>
                  <a:lnTo>
                    <a:pt x="10529" y="2228"/>
                  </a:lnTo>
                  <a:cubicBezTo>
                    <a:pt x="10240" y="2228"/>
                    <a:pt x="10240" y="2661"/>
                    <a:pt x="10529" y="2661"/>
                  </a:cubicBezTo>
                  <a:lnTo>
                    <a:pt x="11039" y="2661"/>
                  </a:lnTo>
                  <a:lnTo>
                    <a:pt x="11039" y="4172"/>
                  </a:lnTo>
                  <a:cubicBezTo>
                    <a:pt x="11039" y="4292"/>
                    <a:pt x="11135" y="4389"/>
                    <a:pt x="11255" y="4389"/>
                  </a:cubicBezTo>
                  <a:lnTo>
                    <a:pt x="11751" y="4389"/>
                  </a:lnTo>
                  <a:cubicBezTo>
                    <a:pt x="11828" y="4389"/>
                    <a:pt x="11900" y="4350"/>
                    <a:pt x="11939" y="4283"/>
                  </a:cubicBezTo>
                  <a:cubicBezTo>
                    <a:pt x="12082" y="4042"/>
                    <a:pt x="12314" y="3934"/>
                    <a:pt x="12543" y="3934"/>
                  </a:cubicBezTo>
                  <a:cubicBezTo>
                    <a:pt x="12905" y="3934"/>
                    <a:pt x="13262" y="4204"/>
                    <a:pt x="13262" y="4648"/>
                  </a:cubicBezTo>
                  <a:cubicBezTo>
                    <a:pt x="13262" y="5090"/>
                    <a:pt x="12905" y="5361"/>
                    <a:pt x="12543" y="5361"/>
                  </a:cubicBezTo>
                  <a:cubicBezTo>
                    <a:pt x="12314" y="5361"/>
                    <a:pt x="12082" y="5252"/>
                    <a:pt x="11939" y="5009"/>
                  </a:cubicBezTo>
                  <a:cubicBezTo>
                    <a:pt x="11900" y="4942"/>
                    <a:pt x="11828" y="4903"/>
                    <a:pt x="11751" y="4903"/>
                  </a:cubicBezTo>
                  <a:lnTo>
                    <a:pt x="11255" y="4903"/>
                  </a:lnTo>
                  <a:cubicBezTo>
                    <a:pt x="11135" y="4903"/>
                    <a:pt x="11039" y="5000"/>
                    <a:pt x="11039" y="5120"/>
                  </a:cubicBezTo>
                  <a:lnTo>
                    <a:pt x="11039" y="6631"/>
                  </a:lnTo>
                  <a:lnTo>
                    <a:pt x="9528" y="6631"/>
                  </a:lnTo>
                  <a:cubicBezTo>
                    <a:pt x="9408" y="6631"/>
                    <a:pt x="9311" y="6727"/>
                    <a:pt x="9311" y="6847"/>
                  </a:cubicBezTo>
                  <a:lnTo>
                    <a:pt x="9311" y="7348"/>
                  </a:lnTo>
                  <a:cubicBezTo>
                    <a:pt x="9311" y="7425"/>
                    <a:pt x="9350" y="7492"/>
                    <a:pt x="9417" y="7531"/>
                  </a:cubicBezTo>
                  <a:cubicBezTo>
                    <a:pt x="10043" y="7901"/>
                    <a:pt x="9778" y="8859"/>
                    <a:pt x="9052" y="8859"/>
                  </a:cubicBezTo>
                  <a:cubicBezTo>
                    <a:pt x="8330" y="8859"/>
                    <a:pt x="8065" y="7901"/>
                    <a:pt x="8691" y="7531"/>
                  </a:cubicBezTo>
                  <a:cubicBezTo>
                    <a:pt x="8758" y="7492"/>
                    <a:pt x="8797" y="7425"/>
                    <a:pt x="8797" y="7348"/>
                  </a:cubicBezTo>
                  <a:lnTo>
                    <a:pt x="8797" y="6847"/>
                  </a:lnTo>
                  <a:cubicBezTo>
                    <a:pt x="8797" y="6727"/>
                    <a:pt x="8700" y="6631"/>
                    <a:pt x="8580" y="6631"/>
                  </a:cubicBezTo>
                  <a:lnTo>
                    <a:pt x="7069" y="6631"/>
                  </a:lnTo>
                  <a:lnTo>
                    <a:pt x="7069" y="5336"/>
                  </a:lnTo>
                  <a:lnTo>
                    <a:pt x="7233" y="5336"/>
                  </a:lnTo>
                  <a:cubicBezTo>
                    <a:pt x="7454" y="5629"/>
                    <a:pt x="7794" y="5792"/>
                    <a:pt x="8145" y="5792"/>
                  </a:cubicBezTo>
                  <a:cubicBezTo>
                    <a:pt x="8268" y="5792"/>
                    <a:pt x="8392" y="5772"/>
                    <a:pt x="8513" y="5731"/>
                  </a:cubicBezTo>
                  <a:cubicBezTo>
                    <a:pt x="8979" y="5577"/>
                    <a:pt x="9297" y="5139"/>
                    <a:pt x="9297" y="4644"/>
                  </a:cubicBezTo>
                  <a:cubicBezTo>
                    <a:pt x="9297" y="3942"/>
                    <a:pt x="8724" y="3496"/>
                    <a:pt x="8138" y="3496"/>
                  </a:cubicBezTo>
                  <a:cubicBezTo>
                    <a:pt x="7807" y="3496"/>
                    <a:pt x="7472" y="3638"/>
                    <a:pt x="7233" y="3955"/>
                  </a:cubicBezTo>
                  <a:lnTo>
                    <a:pt x="7069" y="3955"/>
                  </a:lnTo>
                  <a:lnTo>
                    <a:pt x="7069" y="2661"/>
                  </a:lnTo>
                  <a:lnTo>
                    <a:pt x="9807" y="2661"/>
                  </a:lnTo>
                  <a:cubicBezTo>
                    <a:pt x="10096" y="2661"/>
                    <a:pt x="10096" y="2228"/>
                    <a:pt x="9807" y="2228"/>
                  </a:cubicBezTo>
                  <a:lnTo>
                    <a:pt x="5342" y="2228"/>
                  </a:lnTo>
                  <a:lnTo>
                    <a:pt x="5342" y="2060"/>
                  </a:lnTo>
                  <a:cubicBezTo>
                    <a:pt x="5736" y="1761"/>
                    <a:pt x="5895" y="1246"/>
                    <a:pt x="5736" y="780"/>
                  </a:cubicBezTo>
                  <a:cubicBezTo>
                    <a:pt x="5582" y="313"/>
                    <a:pt x="5144" y="0"/>
                    <a:pt x="4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4" name="Google Shape;16074;p87"/>
          <p:cNvGrpSpPr/>
          <p:nvPr/>
        </p:nvGrpSpPr>
        <p:grpSpPr>
          <a:xfrm>
            <a:off x="7552673" y="3859563"/>
            <a:ext cx="359186" cy="291545"/>
            <a:chOff x="7552673" y="3859563"/>
            <a:chExt cx="359186" cy="291545"/>
          </a:xfrm>
        </p:grpSpPr>
        <p:sp>
          <p:nvSpPr>
            <p:cNvPr id="16075" name="Google Shape;16075;p87"/>
            <p:cNvSpPr/>
            <p:nvPr/>
          </p:nvSpPr>
          <p:spPr>
            <a:xfrm>
              <a:off x="7557840" y="3887338"/>
              <a:ext cx="348721" cy="258603"/>
            </a:xfrm>
            <a:custGeom>
              <a:rect b="b" l="l" r="r" t="t"/>
              <a:pathLst>
                <a:path extrusionOk="0" h="9860" w="13296">
                  <a:moveTo>
                    <a:pt x="646" y="0"/>
                  </a:moveTo>
                  <a:cubicBezTo>
                    <a:pt x="290" y="0"/>
                    <a:pt x="1" y="284"/>
                    <a:pt x="1" y="640"/>
                  </a:cubicBezTo>
                  <a:lnTo>
                    <a:pt x="1" y="9220"/>
                  </a:lnTo>
                  <a:cubicBezTo>
                    <a:pt x="1" y="9571"/>
                    <a:pt x="290" y="9860"/>
                    <a:pt x="646" y="9860"/>
                  </a:cubicBezTo>
                  <a:lnTo>
                    <a:pt x="12651" y="9860"/>
                  </a:lnTo>
                  <a:cubicBezTo>
                    <a:pt x="13007" y="9860"/>
                    <a:pt x="13296" y="9571"/>
                    <a:pt x="13296" y="9220"/>
                  </a:cubicBezTo>
                  <a:lnTo>
                    <a:pt x="13296" y="640"/>
                  </a:lnTo>
                  <a:cubicBezTo>
                    <a:pt x="13296" y="284"/>
                    <a:pt x="13007" y="0"/>
                    <a:pt x="12651"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87"/>
            <p:cNvSpPr/>
            <p:nvPr/>
          </p:nvSpPr>
          <p:spPr>
            <a:xfrm>
              <a:off x="7557840" y="3887338"/>
              <a:ext cx="348721" cy="33729"/>
            </a:xfrm>
            <a:custGeom>
              <a:rect b="b" l="l" r="r" t="t"/>
              <a:pathLst>
                <a:path extrusionOk="0" h="1286" w="13296">
                  <a:moveTo>
                    <a:pt x="646" y="0"/>
                  </a:moveTo>
                  <a:cubicBezTo>
                    <a:pt x="290" y="0"/>
                    <a:pt x="1" y="284"/>
                    <a:pt x="1" y="640"/>
                  </a:cubicBezTo>
                  <a:lnTo>
                    <a:pt x="1" y="1285"/>
                  </a:lnTo>
                  <a:lnTo>
                    <a:pt x="13296" y="1285"/>
                  </a:lnTo>
                  <a:lnTo>
                    <a:pt x="13296" y="640"/>
                  </a:lnTo>
                  <a:cubicBezTo>
                    <a:pt x="13296" y="284"/>
                    <a:pt x="13007" y="0"/>
                    <a:pt x="12651"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87"/>
            <p:cNvSpPr/>
            <p:nvPr/>
          </p:nvSpPr>
          <p:spPr>
            <a:xfrm>
              <a:off x="7574756" y="3887207"/>
              <a:ext cx="56179" cy="28168"/>
            </a:xfrm>
            <a:custGeom>
              <a:rect b="b" l="l" r="r" t="t"/>
              <a:pathLst>
                <a:path extrusionOk="0" h="1074" w="2142">
                  <a:moveTo>
                    <a:pt x="1" y="1"/>
                  </a:moveTo>
                  <a:lnTo>
                    <a:pt x="1" y="217"/>
                  </a:lnTo>
                  <a:cubicBezTo>
                    <a:pt x="1" y="689"/>
                    <a:pt x="386" y="1074"/>
                    <a:pt x="857" y="1074"/>
                  </a:cubicBezTo>
                  <a:lnTo>
                    <a:pt x="1285" y="1074"/>
                  </a:lnTo>
                  <a:cubicBezTo>
                    <a:pt x="1762" y="1074"/>
                    <a:pt x="2142" y="689"/>
                    <a:pt x="2142" y="217"/>
                  </a:cubicBezTo>
                  <a:lnTo>
                    <a:pt x="2142"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87"/>
            <p:cNvSpPr/>
            <p:nvPr/>
          </p:nvSpPr>
          <p:spPr>
            <a:xfrm>
              <a:off x="7833464" y="3887207"/>
              <a:ext cx="56179" cy="28168"/>
            </a:xfrm>
            <a:custGeom>
              <a:rect b="b" l="l" r="r" t="t"/>
              <a:pathLst>
                <a:path extrusionOk="0" h="1074" w="2142">
                  <a:moveTo>
                    <a:pt x="1" y="1"/>
                  </a:moveTo>
                  <a:lnTo>
                    <a:pt x="1" y="217"/>
                  </a:lnTo>
                  <a:cubicBezTo>
                    <a:pt x="1" y="689"/>
                    <a:pt x="381" y="1074"/>
                    <a:pt x="857" y="1074"/>
                  </a:cubicBezTo>
                  <a:lnTo>
                    <a:pt x="1285" y="1074"/>
                  </a:lnTo>
                  <a:cubicBezTo>
                    <a:pt x="1757" y="1074"/>
                    <a:pt x="2142" y="689"/>
                    <a:pt x="2142" y="217"/>
                  </a:cubicBezTo>
                  <a:lnTo>
                    <a:pt x="2142"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87"/>
            <p:cNvSpPr/>
            <p:nvPr/>
          </p:nvSpPr>
          <p:spPr>
            <a:xfrm>
              <a:off x="7591542" y="3864861"/>
              <a:ext cx="22608" cy="33729"/>
            </a:xfrm>
            <a:custGeom>
              <a:rect b="b" l="l" r="r" t="t"/>
              <a:pathLst>
                <a:path extrusionOk="0" h="1286" w="862">
                  <a:moveTo>
                    <a:pt x="217" y="1"/>
                  </a:moveTo>
                  <a:cubicBezTo>
                    <a:pt x="97" y="1"/>
                    <a:pt x="1" y="92"/>
                    <a:pt x="1" y="213"/>
                  </a:cubicBezTo>
                  <a:lnTo>
                    <a:pt x="1" y="1069"/>
                  </a:lnTo>
                  <a:cubicBezTo>
                    <a:pt x="1" y="1189"/>
                    <a:pt x="97" y="1286"/>
                    <a:pt x="217" y="1286"/>
                  </a:cubicBezTo>
                  <a:lnTo>
                    <a:pt x="645" y="1286"/>
                  </a:lnTo>
                  <a:cubicBezTo>
                    <a:pt x="766" y="1286"/>
                    <a:pt x="862" y="1189"/>
                    <a:pt x="862" y="1069"/>
                  </a:cubicBezTo>
                  <a:lnTo>
                    <a:pt x="862" y="213"/>
                  </a:lnTo>
                  <a:cubicBezTo>
                    <a:pt x="862" y="92"/>
                    <a:pt x="766" y="1"/>
                    <a:pt x="645"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87"/>
            <p:cNvSpPr/>
            <p:nvPr/>
          </p:nvSpPr>
          <p:spPr>
            <a:xfrm>
              <a:off x="7591673" y="3864756"/>
              <a:ext cx="22477" cy="16917"/>
            </a:xfrm>
            <a:custGeom>
              <a:rect b="b" l="l" r="r" t="t"/>
              <a:pathLst>
                <a:path extrusionOk="0" h="645" w="857">
                  <a:moveTo>
                    <a:pt x="212" y="0"/>
                  </a:moveTo>
                  <a:cubicBezTo>
                    <a:pt x="92" y="0"/>
                    <a:pt x="0" y="96"/>
                    <a:pt x="0" y="217"/>
                  </a:cubicBezTo>
                  <a:lnTo>
                    <a:pt x="0" y="645"/>
                  </a:lnTo>
                  <a:lnTo>
                    <a:pt x="857" y="645"/>
                  </a:lnTo>
                  <a:lnTo>
                    <a:pt x="857" y="217"/>
                  </a:lnTo>
                  <a:cubicBezTo>
                    <a:pt x="857" y="96"/>
                    <a:pt x="761" y="0"/>
                    <a:pt x="640"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87"/>
            <p:cNvSpPr/>
            <p:nvPr/>
          </p:nvSpPr>
          <p:spPr>
            <a:xfrm>
              <a:off x="7850250" y="3864861"/>
              <a:ext cx="22503" cy="33729"/>
            </a:xfrm>
            <a:custGeom>
              <a:rect b="b" l="l" r="r" t="t"/>
              <a:pathLst>
                <a:path extrusionOk="0" h="1286" w="858">
                  <a:moveTo>
                    <a:pt x="654" y="1"/>
                  </a:moveTo>
                  <a:cubicBezTo>
                    <a:pt x="651" y="1"/>
                    <a:pt x="648" y="1"/>
                    <a:pt x="645" y="1"/>
                  </a:cubicBezTo>
                  <a:lnTo>
                    <a:pt x="217" y="1"/>
                  </a:lnTo>
                  <a:cubicBezTo>
                    <a:pt x="97" y="1"/>
                    <a:pt x="1" y="92"/>
                    <a:pt x="1" y="213"/>
                  </a:cubicBezTo>
                  <a:lnTo>
                    <a:pt x="1" y="1069"/>
                  </a:lnTo>
                  <a:cubicBezTo>
                    <a:pt x="1" y="1189"/>
                    <a:pt x="97" y="1286"/>
                    <a:pt x="217" y="1286"/>
                  </a:cubicBezTo>
                  <a:lnTo>
                    <a:pt x="645" y="1286"/>
                  </a:lnTo>
                  <a:cubicBezTo>
                    <a:pt x="761" y="1286"/>
                    <a:pt x="857" y="1189"/>
                    <a:pt x="857" y="1069"/>
                  </a:cubicBezTo>
                  <a:lnTo>
                    <a:pt x="857" y="213"/>
                  </a:lnTo>
                  <a:cubicBezTo>
                    <a:pt x="857" y="95"/>
                    <a:pt x="765" y="1"/>
                    <a:pt x="654"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87"/>
            <p:cNvSpPr/>
            <p:nvPr/>
          </p:nvSpPr>
          <p:spPr>
            <a:xfrm>
              <a:off x="7850250" y="3864756"/>
              <a:ext cx="22503" cy="16917"/>
            </a:xfrm>
            <a:custGeom>
              <a:rect b="b" l="l" r="r" t="t"/>
              <a:pathLst>
                <a:path extrusionOk="0" h="645" w="858">
                  <a:moveTo>
                    <a:pt x="217" y="0"/>
                  </a:moveTo>
                  <a:cubicBezTo>
                    <a:pt x="97" y="0"/>
                    <a:pt x="1" y="96"/>
                    <a:pt x="1" y="217"/>
                  </a:cubicBezTo>
                  <a:lnTo>
                    <a:pt x="1" y="645"/>
                  </a:lnTo>
                  <a:lnTo>
                    <a:pt x="857" y="645"/>
                  </a:lnTo>
                  <a:lnTo>
                    <a:pt x="857" y="217"/>
                  </a:lnTo>
                  <a:cubicBezTo>
                    <a:pt x="857" y="96"/>
                    <a:pt x="761" y="0"/>
                    <a:pt x="645"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87"/>
            <p:cNvSpPr/>
            <p:nvPr/>
          </p:nvSpPr>
          <p:spPr>
            <a:xfrm>
              <a:off x="7557840" y="3921040"/>
              <a:ext cx="348721" cy="16917"/>
            </a:xfrm>
            <a:custGeom>
              <a:rect b="b" l="l" r="r" t="t"/>
              <a:pathLst>
                <a:path extrusionOk="0" h="645" w="13296">
                  <a:moveTo>
                    <a:pt x="1" y="0"/>
                  </a:moveTo>
                  <a:lnTo>
                    <a:pt x="1" y="645"/>
                  </a:lnTo>
                  <a:lnTo>
                    <a:pt x="13296" y="645"/>
                  </a:lnTo>
                  <a:lnTo>
                    <a:pt x="1329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87"/>
            <p:cNvSpPr/>
            <p:nvPr/>
          </p:nvSpPr>
          <p:spPr>
            <a:xfrm>
              <a:off x="7552673" y="3859563"/>
              <a:ext cx="359186" cy="291545"/>
            </a:xfrm>
            <a:custGeom>
              <a:rect b="b" l="l" r="r" t="t"/>
              <a:pathLst>
                <a:path extrusionOk="0" h="11116" w="13695">
                  <a:moveTo>
                    <a:pt x="2127" y="400"/>
                  </a:moveTo>
                  <a:cubicBezTo>
                    <a:pt x="2132" y="400"/>
                    <a:pt x="2142" y="405"/>
                    <a:pt x="2142" y="415"/>
                  </a:cubicBezTo>
                  <a:lnTo>
                    <a:pt x="2142" y="1271"/>
                  </a:lnTo>
                  <a:cubicBezTo>
                    <a:pt x="2142" y="1281"/>
                    <a:pt x="2132" y="1286"/>
                    <a:pt x="2127" y="1286"/>
                  </a:cubicBezTo>
                  <a:lnTo>
                    <a:pt x="1699" y="1286"/>
                  </a:lnTo>
                  <a:cubicBezTo>
                    <a:pt x="1689" y="1286"/>
                    <a:pt x="1685" y="1281"/>
                    <a:pt x="1685" y="1271"/>
                  </a:cubicBezTo>
                  <a:lnTo>
                    <a:pt x="1685" y="415"/>
                  </a:lnTo>
                  <a:cubicBezTo>
                    <a:pt x="1685" y="405"/>
                    <a:pt x="1689" y="400"/>
                    <a:pt x="1699" y="400"/>
                  </a:cubicBezTo>
                  <a:close/>
                  <a:moveTo>
                    <a:pt x="11991" y="400"/>
                  </a:moveTo>
                  <a:cubicBezTo>
                    <a:pt x="11996" y="400"/>
                    <a:pt x="12006" y="405"/>
                    <a:pt x="12006" y="415"/>
                  </a:cubicBezTo>
                  <a:lnTo>
                    <a:pt x="12006" y="1271"/>
                  </a:lnTo>
                  <a:cubicBezTo>
                    <a:pt x="12006" y="1281"/>
                    <a:pt x="11996" y="1286"/>
                    <a:pt x="11991" y="1286"/>
                  </a:cubicBezTo>
                  <a:lnTo>
                    <a:pt x="11563" y="1286"/>
                  </a:lnTo>
                  <a:cubicBezTo>
                    <a:pt x="11554" y="1286"/>
                    <a:pt x="11549" y="1281"/>
                    <a:pt x="11549" y="1271"/>
                  </a:cubicBezTo>
                  <a:lnTo>
                    <a:pt x="11549" y="415"/>
                  </a:lnTo>
                  <a:cubicBezTo>
                    <a:pt x="11549" y="405"/>
                    <a:pt x="11554" y="400"/>
                    <a:pt x="11563" y="400"/>
                  </a:cubicBezTo>
                  <a:close/>
                  <a:moveTo>
                    <a:pt x="12843" y="1257"/>
                  </a:moveTo>
                  <a:cubicBezTo>
                    <a:pt x="13088" y="1257"/>
                    <a:pt x="13286" y="1454"/>
                    <a:pt x="13286" y="1699"/>
                  </a:cubicBezTo>
                  <a:lnTo>
                    <a:pt x="13286" y="10279"/>
                  </a:lnTo>
                  <a:lnTo>
                    <a:pt x="13291" y="10279"/>
                  </a:lnTo>
                  <a:cubicBezTo>
                    <a:pt x="13291" y="10519"/>
                    <a:pt x="13093" y="10721"/>
                    <a:pt x="12848" y="10721"/>
                  </a:cubicBezTo>
                  <a:lnTo>
                    <a:pt x="843" y="10721"/>
                  </a:lnTo>
                  <a:cubicBezTo>
                    <a:pt x="597" y="10721"/>
                    <a:pt x="400" y="10519"/>
                    <a:pt x="400" y="10279"/>
                  </a:cubicBezTo>
                  <a:lnTo>
                    <a:pt x="400" y="1699"/>
                  </a:lnTo>
                  <a:cubicBezTo>
                    <a:pt x="400" y="1454"/>
                    <a:pt x="597" y="1257"/>
                    <a:pt x="843" y="1257"/>
                  </a:cubicBezTo>
                  <a:lnTo>
                    <a:pt x="1285" y="1257"/>
                  </a:lnTo>
                  <a:lnTo>
                    <a:pt x="1285" y="1271"/>
                  </a:lnTo>
                  <a:cubicBezTo>
                    <a:pt x="1285" y="1502"/>
                    <a:pt x="1468" y="1685"/>
                    <a:pt x="1699" y="1685"/>
                  </a:cubicBezTo>
                  <a:lnTo>
                    <a:pt x="2127" y="1685"/>
                  </a:lnTo>
                  <a:cubicBezTo>
                    <a:pt x="2358" y="1685"/>
                    <a:pt x="2541" y="1502"/>
                    <a:pt x="2541" y="1271"/>
                  </a:cubicBezTo>
                  <a:lnTo>
                    <a:pt x="2541" y="1257"/>
                  </a:lnTo>
                  <a:lnTo>
                    <a:pt x="11145" y="1257"/>
                  </a:lnTo>
                  <a:lnTo>
                    <a:pt x="11145" y="1271"/>
                  </a:lnTo>
                  <a:cubicBezTo>
                    <a:pt x="11145" y="1502"/>
                    <a:pt x="11332" y="1685"/>
                    <a:pt x="11558" y="1685"/>
                  </a:cubicBezTo>
                  <a:lnTo>
                    <a:pt x="11987" y="1685"/>
                  </a:lnTo>
                  <a:cubicBezTo>
                    <a:pt x="12218" y="1685"/>
                    <a:pt x="12400" y="1502"/>
                    <a:pt x="12400" y="1271"/>
                  </a:cubicBezTo>
                  <a:lnTo>
                    <a:pt x="12400" y="1257"/>
                  </a:lnTo>
                  <a:close/>
                  <a:moveTo>
                    <a:pt x="1704" y="1"/>
                  </a:moveTo>
                  <a:cubicBezTo>
                    <a:pt x="1473" y="1"/>
                    <a:pt x="1285" y="184"/>
                    <a:pt x="1285" y="415"/>
                  </a:cubicBezTo>
                  <a:lnTo>
                    <a:pt x="1285" y="857"/>
                  </a:lnTo>
                  <a:lnTo>
                    <a:pt x="843" y="857"/>
                  </a:lnTo>
                  <a:cubicBezTo>
                    <a:pt x="381" y="857"/>
                    <a:pt x="1" y="1233"/>
                    <a:pt x="1" y="1699"/>
                  </a:cubicBezTo>
                  <a:lnTo>
                    <a:pt x="1" y="10274"/>
                  </a:lnTo>
                  <a:cubicBezTo>
                    <a:pt x="1" y="10741"/>
                    <a:pt x="381" y="11116"/>
                    <a:pt x="843" y="11116"/>
                  </a:cubicBezTo>
                  <a:lnTo>
                    <a:pt x="12853" y="11116"/>
                  </a:lnTo>
                  <a:cubicBezTo>
                    <a:pt x="13315" y="11116"/>
                    <a:pt x="13695" y="10741"/>
                    <a:pt x="13695" y="10274"/>
                  </a:cubicBezTo>
                  <a:lnTo>
                    <a:pt x="13695" y="1699"/>
                  </a:lnTo>
                  <a:cubicBezTo>
                    <a:pt x="13695" y="1233"/>
                    <a:pt x="13315" y="857"/>
                    <a:pt x="12848" y="857"/>
                  </a:cubicBezTo>
                  <a:lnTo>
                    <a:pt x="12405" y="857"/>
                  </a:lnTo>
                  <a:lnTo>
                    <a:pt x="12405" y="415"/>
                  </a:lnTo>
                  <a:cubicBezTo>
                    <a:pt x="12405" y="184"/>
                    <a:pt x="12218" y="1"/>
                    <a:pt x="11991" y="1"/>
                  </a:cubicBezTo>
                  <a:lnTo>
                    <a:pt x="11563" y="1"/>
                  </a:lnTo>
                  <a:cubicBezTo>
                    <a:pt x="11332" y="1"/>
                    <a:pt x="11149" y="184"/>
                    <a:pt x="11149" y="415"/>
                  </a:cubicBezTo>
                  <a:lnTo>
                    <a:pt x="11149" y="857"/>
                  </a:lnTo>
                  <a:lnTo>
                    <a:pt x="2546" y="857"/>
                  </a:lnTo>
                  <a:lnTo>
                    <a:pt x="2546" y="415"/>
                  </a:lnTo>
                  <a:cubicBezTo>
                    <a:pt x="2546" y="184"/>
                    <a:pt x="2358"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87"/>
            <p:cNvSpPr/>
            <p:nvPr/>
          </p:nvSpPr>
          <p:spPr>
            <a:xfrm>
              <a:off x="7573104" y="3915716"/>
              <a:ext cx="317563" cy="10648"/>
            </a:xfrm>
            <a:custGeom>
              <a:rect b="b" l="l" r="r" t="t"/>
              <a:pathLst>
                <a:path extrusionOk="0" h="406" w="12108">
                  <a:moveTo>
                    <a:pt x="262" y="1"/>
                  </a:moveTo>
                  <a:cubicBezTo>
                    <a:pt x="1" y="1"/>
                    <a:pt x="1" y="406"/>
                    <a:pt x="262" y="406"/>
                  </a:cubicBezTo>
                  <a:cubicBezTo>
                    <a:pt x="266" y="406"/>
                    <a:pt x="271" y="405"/>
                    <a:pt x="275" y="405"/>
                  </a:cubicBezTo>
                  <a:lnTo>
                    <a:pt x="11857" y="405"/>
                  </a:lnTo>
                  <a:cubicBezTo>
                    <a:pt x="12107" y="391"/>
                    <a:pt x="12107" y="15"/>
                    <a:pt x="11857" y="1"/>
                  </a:cubicBezTo>
                  <a:lnTo>
                    <a:pt x="275" y="1"/>
                  </a:lnTo>
                  <a:cubicBezTo>
                    <a:pt x="271" y="1"/>
                    <a:pt x="266"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87"/>
            <p:cNvSpPr/>
            <p:nvPr/>
          </p:nvSpPr>
          <p:spPr>
            <a:xfrm>
              <a:off x="7590545" y="3960775"/>
              <a:ext cx="47078" cy="10517"/>
            </a:xfrm>
            <a:custGeom>
              <a:rect b="b" l="l" r="r" t="t"/>
              <a:pathLst>
                <a:path extrusionOk="0" h="401" w="1795">
                  <a:moveTo>
                    <a:pt x="255" y="1"/>
                  </a:moveTo>
                  <a:cubicBezTo>
                    <a:pt x="0" y="15"/>
                    <a:pt x="0" y="386"/>
                    <a:pt x="255" y="400"/>
                  </a:cubicBezTo>
                  <a:lnTo>
                    <a:pt x="1540" y="400"/>
                  </a:lnTo>
                  <a:cubicBezTo>
                    <a:pt x="1795" y="386"/>
                    <a:pt x="1795" y="15"/>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87"/>
            <p:cNvSpPr/>
            <p:nvPr/>
          </p:nvSpPr>
          <p:spPr>
            <a:xfrm>
              <a:off x="7668651" y="3960775"/>
              <a:ext cx="48364" cy="10517"/>
            </a:xfrm>
            <a:custGeom>
              <a:rect b="b" l="l" r="r" t="t"/>
              <a:pathLst>
                <a:path extrusionOk="0" h="401" w="1844">
                  <a:moveTo>
                    <a:pt x="266" y="0"/>
                  </a:moveTo>
                  <a:cubicBezTo>
                    <a:pt x="0" y="0"/>
                    <a:pt x="0" y="401"/>
                    <a:pt x="266" y="401"/>
                  </a:cubicBezTo>
                  <a:cubicBezTo>
                    <a:pt x="270" y="401"/>
                    <a:pt x="275" y="400"/>
                    <a:pt x="280" y="400"/>
                  </a:cubicBezTo>
                  <a:lnTo>
                    <a:pt x="1564" y="400"/>
                  </a:lnTo>
                  <a:cubicBezTo>
                    <a:pt x="1569" y="400"/>
                    <a:pt x="1574" y="401"/>
                    <a:pt x="1578" y="401"/>
                  </a:cubicBezTo>
                  <a:cubicBezTo>
                    <a:pt x="1844" y="401"/>
                    <a:pt x="1844" y="0"/>
                    <a:pt x="1578" y="0"/>
                  </a:cubicBezTo>
                  <a:cubicBezTo>
                    <a:pt x="1574" y="0"/>
                    <a:pt x="1569" y="1"/>
                    <a:pt x="1564" y="1"/>
                  </a:cubicBezTo>
                  <a:lnTo>
                    <a:pt x="280" y="1"/>
                  </a:lnTo>
                  <a:cubicBezTo>
                    <a:pt x="275" y="1"/>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87"/>
            <p:cNvSpPr/>
            <p:nvPr/>
          </p:nvSpPr>
          <p:spPr>
            <a:xfrm>
              <a:off x="7826147" y="3960775"/>
              <a:ext cx="47603" cy="10517"/>
            </a:xfrm>
            <a:custGeom>
              <a:rect b="b" l="l" r="r" t="t"/>
              <a:pathLst>
                <a:path extrusionOk="0" h="401" w="1815">
                  <a:moveTo>
                    <a:pt x="266" y="0"/>
                  </a:moveTo>
                  <a:cubicBezTo>
                    <a:pt x="0" y="0"/>
                    <a:pt x="0" y="401"/>
                    <a:pt x="266" y="401"/>
                  </a:cubicBezTo>
                  <a:cubicBezTo>
                    <a:pt x="270" y="401"/>
                    <a:pt x="275" y="400"/>
                    <a:pt x="280" y="400"/>
                  </a:cubicBezTo>
                  <a:lnTo>
                    <a:pt x="1564" y="400"/>
                  </a:lnTo>
                  <a:cubicBezTo>
                    <a:pt x="1815" y="386"/>
                    <a:pt x="1815" y="15"/>
                    <a:pt x="1564" y="1"/>
                  </a:cubicBezTo>
                  <a:lnTo>
                    <a:pt x="280" y="1"/>
                  </a:lnTo>
                  <a:cubicBezTo>
                    <a:pt x="275" y="1"/>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87"/>
            <p:cNvSpPr/>
            <p:nvPr/>
          </p:nvSpPr>
          <p:spPr>
            <a:xfrm>
              <a:off x="7589890" y="4005807"/>
              <a:ext cx="48390" cy="10543"/>
            </a:xfrm>
            <a:custGeom>
              <a:rect b="b" l="l" r="r" t="t"/>
              <a:pathLst>
                <a:path extrusionOk="0" h="402" w="1845">
                  <a:moveTo>
                    <a:pt x="262" y="1"/>
                  </a:moveTo>
                  <a:cubicBezTo>
                    <a:pt x="1" y="1"/>
                    <a:pt x="2" y="401"/>
                    <a:pt x="266" y="401"/>
                  </a:cubicBezTo>
                  <a:cubicBezTo>
                    <a:pt x="271" y="401"/>
                    <a:pt x="275" y="401"/>
                    <a:pt x="280" y="401"/>
                  </a:cubicBezTo>
                  <a:lnTo>
                    <a:pt x="1565" y="401"/>
                  </a:lnTo>
                  <a:cubicBezTo>
                    <a:pt x="1569"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87"/>
            <p:cNvSpPr/>
            <p:nvPr/>
          </p:nvSpPr>
          <p:spPr>
            <a:xfrm>
              <a:off x="7747386" y="4005807"/>
              <a:ext cx="48390" cy="10543"/>
            </a:xfrm>
            <a:custGeom>
              <a:rect b="b" l="l" r="r" t="t"/>
              <a:pathLst>
                <a:path extrusionOk="0" h="402" w="1845">
                  <a:moveTo>
                    <a:pt x="262" y="1"/>
                  </a:moveTo>
                  <a:cubicBezTo>
                    <a:pt x="1" y="1"/>
                    <a:pt x="2" y="401"/>
                    <a:pt x="266" y="401"/>
                  </a:cubicBezTo>
                  <a:cubicBezTo>
                    <a:pt x="271" y="401"/>
                    <a:pt x="275" y="401"/>
                    <a:pt x="280" y="401"/>
                  </a:cubicBezTo>
                  <a:lnTo>
                    <a:pt x="1565" y="401"/>
                  </a:lnTo>
                  <a:cubicBezTo>
                    <a:pt x="1570"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87"/>
            <p:cNvSpPr/>
            <p:nvPr/>
          </p:nvSpPr>
          <p:spPr>
            <a:xfrm>
              <a:off x="7590545" y="4050761"/>
              <a:ext cx="47078" cy="10491"/>
            </a:xfrm>
            <a:custGeom>
              <a:rect b="b" l="l" r="r" t="t"/>
              <a:pathLst>
                <a:path extrusionOk="0" h="400" w="1795">
                  <a:moveTo>
                    <a:pt x="255" y="1"/>
                  </a:moveTo>
                  <a:cubicBezTo>
                    <a:pt x="0" y="15"/>
                    <a:pt x="0" y="385"/>
                    <a:pt x="255" y="400"/>
                  </a:cubicBezTo>
                  <a:lnTo>
                    <a:pt x="1540" y="400"/>
                  </a:lnTo>
                  <a:cubicBezTo>
                    <a:pt x="1795" y="385"/>
                    <a:pt x="1795" y="15"/>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87"/>
            <p:cNvSpPr/>
            <p:nvPr/>
          </p:nvSpPr>
          <p:spPr>
            <a:xfrm>
              <a:off x="7668651" y="4050735"/>
              <a:ext cx="48364" cy="10543"/>
            </a:xfrm>
            <a:custGeom>
              <a:rect b="b" l="l" r="r" t="t"/>
              <a:pathLst>
                <a:path extrusionOk="0" h="402" w="1844">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2" y="1"/>
                  </a:cubicBezTo>
                  <a:cubicBezTo>
                    <a:pt x="1577" y="1"/>
                    <a:pt x="1571" y="1"/>
                    <a:pt x="1564" y="2"/>
                  </a:cubicBezTo>
                  <a:lnTo>
                    <a:pt x="280" y="2"/>
                  </a:lnTo>
                  <a:cubicBezTo>
                    <a:pt x="273" y="1"/>
                    <a:pt x="26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87"/>
            <p:cNvSpPr/>
            <p:nvPr/>
          </p:nvSpPr>
          <p:spPr>
            <a:xfrm>
              <a:off x="7826147" y="4050735"/>
              <a:ext cx="48364" cy="10543"/>
            </a:xfrm>
            <a:custGeom>
              <a:rect b="b" l="l" r="r" t="t"/>
              <a:pathLst>
                <a:path extrusionOk="0" h="402" w="1844">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3" y="1"/>
                  </a:cubicBezTo>
                  <a:cubicBezTo>
                    <a:pt x="1577" y="1"/>
                    <a:pt x="1571" y="1"/>
                    <a:pt x="1564" y="2"/>
                  </a:cubicBezTo>
                  <a:lnTo>
                    <a:pt x="280" y="2"/>
                  </a:lnTo>
                  <a:cubicBezTo>
                    <a:pt x="274" y="1"/>
                    <a:pt x="26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87"/>
            <p:cNvSpPr/>
            <p:nvPr/>
          </p:nvSpPr>
          <p:spPr>
            <a:xfrm>
              <a:off x="7668651" y="4095689"/>
              <a:ext cx="48364" cy="10648"/>
            </a:xfrm>
            <a:custGeom>
              <a:rect b="b" l="l" r="r" t="t"/>
              <a:pathLst>
                <a:path extrusionOk="0" h="406" w="1844">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87"/>
            <p:cNvSpPr/>
            <p:nvPr/>
          </p:nvSpPr>
          <p:spPr>
            <a:xfrm>
              <a:off x="7747386" y="4095689"/>
              <a:ext cx="48390" cy="10648"/>
            </a:xfrm>
            <a:custGeom>
              <a:rect b="b" l="l" r="r" t="t"/>
              <a:pathLst>
                <a:path extrusionOk="0" h="406" w="1845">
                  <a:moveTo>
                    <a:pt x="266" y="0"/>
                  </a:moveTo>
                  <a:cubicBezTo>
                    <a:pt x="1" y="0"/>
                    <a:pt x="1" y="405"/>
                    <a:pt x="266" y="405"/>
                  </a:cubicBezTo>
                  <a:cubicBezTo>
                    <a:pt x="271" y="405"/>
                    <a:pt x="275" y="405"/>
                    <a:pt x="280" y="405"/>
                  </a:cubicBezTo>
                  <a:lnTo>
                    <a:pt x="1565" y="405"/>
                  </a:lnTo>
                  <a:cubicBezTo>
                    <a:pt x="1570" y="405"/>
                    <a:pt x="1574" y="405"/>
                    <a:pt x="1579" y="405"/>
                  </a:cubicBezTo>
                  <a:cubicBezTo>
                    <a:pt x="1844" y="405"/>
                    <a:pt x="1844" y="0"/>
                    <a:pt x="1579" y="0"/>
                  </a:cubicBezTo>
                  <a:cubicBezTo>
                    <a:pt x="1574" y="0"/>
                    <a:pt x="1570" y="0"/>
                    <a:pt x="1565" y="1"/>
                  </a:cubicBezTo>
                  <a:lnTo>
                    <a:pt x="280" y="1"/>
                  </a:lnTo>
                  <a:cubicBezTo>
                    <a:pt x="275" y="0"/>
                    <a:pt x="271"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87"/>
            <p:cNvSpPr/>
            <p:nvPr/>
          </p:nvSpPr>
          <p:spPr>
            <a:xfrm>
              <a:off x="7826147" y="4095689"/>
              <a:ext cx="48364" cy="10648"/>
            </a:xfrm>
            <a:custGeom>
              <a:rect b="b" l="l" r="r" t="t"/>
              <a:pathLst>
                <a:path extrusionOk="0" h="406" w="1844">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87"/>
            <p:cNvSpPr/>
            <p:nvPr/>
          </p:nvSpPr>
          <p:spPr>
            <a:xfrm>
              <a:off x="7668389" y="3994529"/>
              <a:ext cx="48573" cy="33047"/>
            </a:xfrm>
            <a:custGeom>
              <a:rect b="b" l="l" r="r" t="t"/>
              <a:pathLst>
                <a:path extrusionOk="0" h="1260" w="1852">
                  <a:moveTo>
                    <a:pt x="1566" y="1"/>
                  </a:moveTo>
                  <a:cubicBezTo>
                    <a:pt x="1521" y="1"/>
                    <a:pt x="1473" y="17"/>
                    <a:pt x="1430" y="56"/>
                  </a:cubicBezTo>
                  <a:lnTo>
                    <a:pt x="1435" y="56"/>
                  </a:lnTo>
                  <a:lnTo>
                    <a:pt x="718" y="773"/>
                  </a:lnTo>
                  <a:lnTo>
                    <a:pt x="429" y="485"/>
                  </a:lnTo>
                  <a:cubicBezTo>
                    <a:pt x="386" y="441"/>
                    <a:pt x="337" y="423"/>
                    <a:pt x="291" y="423"/>
                  </a:cubicBezTo>
                  <a:cubicBezTo>
                    <a:pt x="136" y="423"/>
                    <a:pt x="1" y="625"/>
                    <a:pt x="145" y="773"/>
                  </a:cubicBezTo>
                  <a:lnTo>
                    <a:pt x="574" y="1201"/>
                  </a:lnTo>
                  <a:cubicBezTo>
                    <a:pt x="612" y="1240"/>
                    <a:pt x="664" y="1259"/>
                    <a:pt x="715" y="1259"/>
                  </a:cubicBezTo>
                  <a:cubicBezTo>
                    <a:pt x="767" y="1259"/>
                    <a:pt x="819" y="1240"/>
                    <a:pt x="857" y="1201"/>
                  </a:cubicBezTo>
                  <a:lnTo>
                    <a:pt x="1714" y="340"/>
                  </a:lnTo>
                  <a:cubicBezTo>
                    <a:pt x="1852" y="195"/>
                    <a:pt x="1721" y="1"/>
                    <a:pt x="1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87"/>
            <p:cNvSpPr/>
            <p:nvPr/>
          </p:nvSpPr>
          <p:spPr>
            <a:xfrm>
              <a:off x="7825622" y="3994529"/>
              <a:ext cx="48836" cy="33047"/>
            </a:xfrm>
            <a:custGeom>
              <a:rect b="b" l="l" r="r" t="t"/>
              <a:pathLst>
                <a:path extrusionOk="0" h="1260" w="1862">
                  <a:moveTo>
                    <a:pt x="1576" y="1"/>
                  </a:moveTo>
                  <a:cubicBezTo>
                    <a:pt x="1531" y="1"/>
                    <a:pt x="1484" y="17"/>
                    <a:pt x="1440" y="56"/>
                  </a:cubicBezTo>
                  <a:lnTo>
                    <a:pt x="728" y="773"/>
                  </a:lnTo>
                  <a:lnTo>
                    <a:pt x="439" y="485"/>
                  </a:lnTo>
                  <a:cubicBezTo>
                    <a:pt x="395" y="437"/>
                    <a:pt x="345" y="417"/>
                    <a:pt x="296" y="417"/>
                  </a:cubicBezTo>
                  <a:cubicBezTo>
                    <a:pt x="139" y="417"/>
                    <a:pt x="1" y="625"/>
                    <a:pt x="155" y="768"/>
                  </a:cubicBezTo>
                  <a:lnTo>
                    <a:pt x="584" y="1201"/>
                  </a:lnTo>
                  <a:cubicBezTo>
                    <a:pt x="622" y="1240"/>
                    <a:pt x="674" y="1259"/>
                    <a:pt x="726" y="1259"/>
                  </a:cubicBezTo>
                  <a:cubicBezTo>
                    <a:pt x="777" y="1259"/>
                    <a:pt x="829" y="1240"/>
                    <a:pt x="867" y="1201"/>
                  </a:cubicBezTo>
                  <a:lnTo>
                    <a:pt x="1724" y="340"/>
                  </a:lnTo>
                  <a:cubicBezTo>
                    <a:pt x="1862" y="195"/>
                    <a:pt x="1731" y="1"/>
                    <a:pt x="15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87"/>
            <p:cNvSpPr/>
            <p:nvPr/>
          </p:nvSpPr>
          <p:spPr>
            <a:xfrm>
              <a:off x="7747438" y="4039510"/>
              <a:ext cx="48285" cy="32994"/>
            </a:xfrm>
            <a:custGeom>
              <a:rect b="b" l="l" r="r" t="t"/>
              <a:pathLst>
                <a:path extrusionOk="0" h="1258" w="1841">
                  <a:moveTo>
                    <a:pt x="1559" y="1"/>
                  </a:moveTo>
                  <a:cubicBezTo>
                    <a:pt x="1514" y="1"/>
                    <a:pt x="1466" y="18"/>
                    <a:pt x="1423" y="59"/>
                  </a:cubicBezTo>
                  <a:lnTo>
                    <a:pt x="706" y="776"/>
                  </a:lnTo>
                  <a:lnTo>
                    <a:pt x="418" y="487"/>
                  </a:lnTo>
                  <a:cubicBezTo>
                    <a:pt x="375" y="447"/>
                    <a:pt x="328" y="430"/>
                    <a:pt x="283" y="430"/>
                  </a:cubicBezTo>
                  <a:cubicBezTo>
                    <a:pt x="130" y="430"/>
                    <a:pt x="0" y="626"/>
                    <a:pt x="134" y="771"/>
                  </a:cubicBezTo>
                  <a:lnTo>
                    <a:pt x="562" y="1199"/>
                  </a:lnTo>
                  <a:cubicBezTo>
                    <a:pt x="603" y="1238"/>
                    <a:pt x="655" y="1257"/>
                    <a:pt x="706" y="1257"/>
                  </a:cubicBezTo>
                  <a:cubicBezTo>
                    <a:pt x="757" y="1257"/>
                    <a:pt x="807" y="1238"/>
                    <a:pt x="846" y="1199"/>
                  </a:cubicBezTo>
                  <a:lnTo>
                    <a:pt x="1707" y="343"/>
                  </a:lnTo>
                  <a:cubicBezTo>
                    <a:pt x="1841" y="195"/>
                    <a:pt x="1712" y="1"/>
                    <a:pt x="1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87"/>
            <p:cNvSpPr/>
            <p:nvPr/>
          </p:nvSpPr>
          <p:spPr>
            <a:xfrm>
              <a:off x="7589942" y="4084516"/>
              <a:ext cx="48311" cy="33020"/>
            </a:xfrm>
            <a:custGeom>
              <a:rect b="b" l="l" r="r" t="t"/>
              <a:pathLst>
                <a:path extrusionOk="0" h="1259" w="1842">
                  <a:moveTo>
                    <a:pt x="1557" y="0"/>
                  </a:moveTo>
                  <a:cubicBezTo>
                    <a:pt x="1512" y="0"/>
                    <a:pt x="1466" y="17"/>
                    <a:pt x="1423" y="56"/>
                  </a:cubicBezTo>
                  <a:lnTo>
                    <a:pt x="706" y="773"/>
                  </a:lnTo>
                  <a:lnTo>
                    <a:pt x="422" y="484"/>
                  </a:lnTo>
                  <a:cubicBezTo>
                    <a:pt x="379" y="445"/>
                    <a:pt x="332" y="429"/>
                    <a:pt x="286" y="429"/>
                  </a:cubicBezTo>
                  <a:cubicBezTo>
                    <a:pt x="131" y="429"/>
                    <a:pt x="1" y="623"/>
                    <a:pt x="139" y="768"/>
                  </a:cubicBezTo>
                  <a:lnTo>
                    <a:pt x="567" y="1201"/>
                  </a:lnTo>
                  <a:cubicBezTo>
                    <a:pt x="605" y="1240"/>
                    <a:pt x="656" y="1259"/>
                    <a:pt x="707" y="1259"/>
                  </a:cubicBezTo>
                  <a:cubicBezTo>
                    <a:pt x="758" y="1259"/>
                    <a:pt x="810" y="1240"/>
                    <a:pt x="851" y="1201"/>
                  </a:cubicBezTo>
                  <a:lnTo>
                    <a:pt x="1707" y="340"/>
                  </a:lnTo>
                  <a:cubicBezTo>
                    <a:pt x="1841" y="195"/>
                    <a:pt x="1710" y="0"/>
                    <a:pt x="15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87"/>
            <p:cNvSpPr/>
            <p:nvPr/>
          </p:nvSpPr>
          <p:spPr>
            <a:xfrm>
              <a:off x="7747412" y="3949549"/>
              <a:ext cx="48311" cy="32968"/>
            </a:xfrm>
            <a:custGeom>
              <a:rect b="b" l="l" r="r" t="t"/>
              <a:pathLst>
                <a:path extrusionOk="0" h="1257" w="1842">
                  <a:moveTo>
                    <a:pt x="1559" y="1"/>
                  </a:moveTo>
                  <a:cubicBezTo>
                    <a:pt x="1514" y="1"/>
                    <a:pt x="1467" y="18"/>
                    <a:pt x="1424" y="58"/>
                  </a:cubicBezTo>
                  <a:lnTo>
                    <a:pt x="707" y="775"/>
                  </a:lnTo>
                  <a:lnTo>
                    <a:pt x="419" y="487"/>
                  </a:lnTo>
                  <a:cubicBezTo>
                    <a:pt x="376" y="447"/>
                    <a:pt x="330" y="431"/>
                    <a:pt x="285" y="431"/>
                  </a:cubicBezTo>
                  <a:cubicBezTo>
                    <a:pt x="132" y="431"/>
                    <a:pt x="1" y="625"/>
                    <a:pt x="135" y="770"/>
                  </a:cubicBezTo>
                  <a:lnTo>
                    <a:pt x="563" y="1199"/>
                  </a:lnTo>
                  <a:cubicBezTo>
                    <a:pt x="604" y="1237"/>
                    <a:pt x="656" y="1256"/>
                    <a:pt x="707" y="1256"/>
                  </a:cubicBezTo>
                  <a:cubicBezTo>
                    <a:pt x="758" y="1256"/>
                    <a:pt x="808" y="1237"/>
                    <a:pt x="847" y="1199"/>
                  </a:cubicBezTo>
                  <a:lnTo>
                    <a:pt x="1708" y="342"/>
                  </a:lnTo>
                  <a:cubicBezTo>
                    <a:pt x="1842" y="197"/>
                    <a:pt x="1712" y="1"/>
                    <a:pt x="1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2" name="Google Shape;16102;p87"/>
          <p:cNvGrpSpPr/>
          <p:nvPr/>
        </p:nvGrpSpPr>
        <p:grpSpPr>
          <a:xfrm>
            <a:off x="5310720" y="2958229"/>
            <a:ext cx="429370" cy="261672"/>
            <a:chOff x="5310720" y="2958229"/>
            <a:chExt cx="429370" cy="261672"/>
          </a:xfrm>
        </p:grpSpPr>
        <p:sp>
          <p:nvSpPr>
            <p:cNvPr id="16103" name="Google Shape;16103;p87"/>
            <p:cNvSpPr/>
            <p:nvPr/>
          </p:nvSpPr>
          <p:spPr>
            <a:xfrm>
              <a:off x="5491821" y="3152601"/>
              <a:ext cx="67169" cy="67300"/>
            </a:xfrm>
            <a:custGeom>
              <a:rect b="b" l="l" r="r" t="t"/>
              <a:pathLst>
                <a:path extrusionOk="0" h="2566" w="2561">
                  <a:moveTo>
                    <a:pt x="1281" y="0"/>
                  </a:moveTo>
                  <a:cubicBezTo>
                    <a:pt x="573" y="0"/>
                    <a:pt x="1" y="573"/>
                    <a:pt x="1" y="1280"/>
                  </a:cubicBezTo>
                  <a:cubicBezTo>
                    <a:pt x="1" y="1988"/>
                    <a:pt x="573" y="2565"/>
                    <a:pt x="1281" y="2565"/>
                  </a:cubicBezTo>
                  <a:cubicBezTo>
                    <a:pt x="1988" y="2565"/>
                    <a:pt x="2561" y="1988"/>
                    <a:pt x="2561" y="1280"/>
                  </a:cubicBezTo>
                  <a:cubicBezTo>
                    <a:pt x="2561" y="573"/>
                    <a:pt x="1988" y="0"/>
                    <a:pt x="1281" y="0"/>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87"/>
            <p:cNvSpPr/>
            <p:nvPr/>
          </p:nvSpPr>
          <p:spPr>
            <a:xfrm>
              <a:off x="5505197" y="3166108"/>
              <a:ext cx="40417" cy="40285"/>
            </a:xfrm>
            <a:custGeom>
              <a:rect b="b" l="l" r="r" t="t"/>
              <a:pathLst>
                <a:path extrusionOk="0" h="1536" w="1541">
                  <a:moveTo>
                    <a:pt x="771" y="0"/>
                  </a:moveTo>
                  <a:cubicBezTo>
                    <a:pt x="347" y="0"/>
                    <a:pt x="1" y="342"/>
                    <a:pt x="1" y="765"/>
                  </a:cubicBezTo>
                  <a:cubicBezTo>
                    <a:pt x="1" y="1194"/>
                    <a:pt x="347" y="1535"/>
                    <a:pt x="771" y="1535"/>
                  </a:cubicBezTo>
                  <a:cubicBezTo>
                    <a:pt x="1194" y="1535"/>
                    <a:pt x="1541" y="1194"/>
                    <a:pt x="1541" y="765"/>
                  </a:cubicBezTo>
                  <a:cubicBezTo>
                    <a:pt x="1541" y="342"/>
                    <a:pt x="1194" y="0"/>
                    <a:pt x="771"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87"/>
            <p:cNvSpPr/>
            <p:nvPr/>
          </p:nvSpPr>
          <p:spPr>
            <a:xfrm>
              <a:off x="5586974" y="2964444"/>
              <a:ext cx="147556" cy="147792"/>
            </a:xfrm>
            <a:custGeom>
              <a:rect b="b" l="l" r="r" t="t"/>
              <a:pathLst>
                <a:path extrusionOk="0" h="5635" w="5626">
                  <a:moveTo>
                    <a:pt x="2816" y="0"/>
                  </a:moveTo>
                  <a:cubicBezTo>
                    <a:pt x="1584" y="0"/>
                    <a:pt x="675" y="987"/>
                    <a:pt x="588" y="2194"/>
                  </a:cubicBezTo>
                  <a:cubicBezTo>
                    <a:pt x="545" y="2825"/>
                    <a:pt x="333" y="4047"/>
                    <a:pt x="63" y="4754"/>
                  </a:cubicBezTo>
                  <a:cubicBezTo>
                    <a:pt x="1" y="4908"/>
                    <a:pt x="73" y="5086"/>
                    <a:pt x="227" y="5154"/>
                  </a:cubicBezTo>
                  <a:cubicBezTo>
                    <a:pt x="747" y="5389"/>
                    <a:pt x="1295" y="5553"/>
                    <a:pt x="1863" y="5635"/>
                  </a:cubicBezTo>
                  <a:lnTo>
                    <a:pt x="3773" y="5635"/>
                  </a:lnTo>
                  <a:cubicBezTo>
                    <a:pt x="4336" y="5553"/>
                    <a:pt x="4890" y="5389"/>
                    <a:pt x="5409" y="5154"/>
                  </a:cubicBezTo>
                  <a:cubicBezTo>
                    <a:pt x="5558" y="5081"/>
                    <a:pt x="5626" y="4908"/>
                    <a:pt x="5563" y="4754"/>
                  </a:cubicBezTo>
                  <a:cubicBezTo>
                    <a:pt x="5299" y="4047"/>
                    <a:pt x="5082" y="2825"/>
                    <a:pt x="5039" y="2194"/>
                  </a:cubicBezTo>
                  <a:cubicBezTo>
                    <a:pt x="4952" y="987"/>
                    <a:pt x="4043" y="0"/>
                    <a:pt x="2816"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87"/>
            <p:cNvSpPr/>
            <p:nvPr/>
          </p:nvSpPr>
          <p:spPr>
            <a:xfrm>
              <a:off x="5627128" y="2964444"/>
              <a:ext cx="107533" cy="147923"/>
            </a:xfrm>
            <a:custGeom>
              <a:rect b="b" l="l" r="r" t="t"/>
              <a:pathLst>
                <a:path extrusionOk="0" h="5640" w="4100">
                  <a:moveTo>
                    <a:pt x="1275" y="0"/>
                  </a:moveTo>
                  <a:cubicBezTo>
                    <a:pt x="332" y="5"/>
                    <a:pt x="0" y="1290"/>
                    <a:pt x="813" y="1771"/>
                  </a:cubicBezTo>
                  <a:cubicBezTo>
                    <a:pt x="837" y="1785"/>
                    <a:pt x="866" y="1800"/>
                    <a:pt x="890" y="1814"/>
                  </a:cubicBezTo>
                  <a:lnTo>
                    <a:pt x="1602" y="5640"/>
                  </a:lnTo>
                  <a:lnTo>
                    <a:pt x="2242" y="5640"/>
                  </a:lnTo>
                  <a:cubicBezTo>
                    <a:pt x="2805" y="5553"/>
                    <a:pt x="3354" y="5389"/>
                    <a:pt x="3873" y="5154"/>
                  </a:cubicBezTo>
                  <a:cubicBezTo>
                    <a:pt x="4027" y="5086"/>
                    <a:pt x="4100" y="4908"/>
                    <a:pt x="4037" y="4754"/>
                  </a:cubicBezTo>
                  <a:cubicBezTo>
                    <a:pt x="3768" y="4047"/>
                    <a:pt x="3556" y="2825"/>
                    <a:pt x="3513" y="2194"/>
                  </a:cubicBezTo>
                  <a:cubicBezTo>
                    <a:pt x="3426" y="987"/>
                    <a:pt x="2512" y="0"/>
                    <a:pt x="128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87"/>
            <p:cNvSpPr/>
            <p:nvPr/>
          </p:nvSpPr>
          <p:spPr>
            <a:xfrm>
              <a:off x="5585846" y="3076121"/>
              <a:ext cx="147818" cy="116765"/>
            </a:xfrm>
            <a:custGeom>
              <a:rect b="b" l="l" r="r" t="t"/>
              <a:pathLst>
                <a:path extrusionOk="0" h="4452" w="5636">
                  <a:moveTo>
                    <a:pt x="1882" y="1"/>
                  </a:moveTo>
                  <a:lnTo>
                    <a:pt x="1882" y="939"/>
                  </a:lnTo>
                  <a:cubicBezTo>
                    <a:pt x="1882" y="1179"/>
                    <a:pt x="1747" y="1396"/>
                    <a:pt x="1536" y="1502"/>
                  </a:cubicBezTo>
                  <a:lnTo>
                    <a:pt x="520" y="2007"/>
                  </a:lnTo>
                  <a:cubicBezTo>
                    <a:pt x="203" y="2166"/>
                    <a:pt x="1" y="2493"/>
                    <a:pt x="1" y="2849"/>
                  </a:cubicBezTo>
                  <a:lnTo>
                    <a:pt x="1" y="4394"/>
                  </a:lnTo>
                  <a:lnTo>
                    <a:pt x="1179" y="4394"/>
                  </a:lnTo>
                  <a:lnTo>
                    <a:pt x="1179" y="4451"/>
                  </a:lnTo>
                  <a:lnTo>
                    <a:pt x="5635" y="4451"/>
                  </a:lnTo>
                  <a:lnTo>
                    <a:pt x="5635" y="2844"/>
                  </a:lnTo>
                  <a:cubicBezTo>
                    <a:pt x="5635" y="2493"/>
                    <a:pt x="5438" y="2166"/>
                    <a:pt x="5120" y="2007"/>
                  </a:cubicBezTo>
                  <a:lnTo>
                    <a:pt x="4105" y="1502"/>
                  </a:lnTo>
                  <a:cubicBezTo>
                    <a:pt x="3893" y="1396"/>
                    <a:pt x="3759" y="1179"/>
                    <a:pt x="3759" y="939"/>
                  </a:cubicBezTo>
                  <a:lnTo>
                    <a:pt x="3759"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87"/>
            <p:cNvSpPr/>
            <p:nvPr/>
          </p:nvSpPr>
          <p:spPr>
            <a:xfrm>
              <a:off x="5634682" y="3076121"/>
              <a:ext cx="50252" cy="32968"/>
            </a:xfrm>
            <a:custGeom>
              <a:rect b="b" l="l" r="r" t="t"/>
              <a:pathLst>
                <a:path extrusionOk="0" h="1257" w="1916">
                  <a:moveTo>
                    <a:pt x="20" y="1"/>
                  </a:moveTo>
                  <a:lnTo>
                    <a:pt x="20" y="939"/>
                  </a:lnTo>
                  <a:cubicBezTo>
                    <a:pt x="15" y="982"/>
                    <a:pt x="10" y="1021"/>
                    <a:pt x="1" y="1059"/>
                  </a:cubicBezTo>
                  <a:cubicBezTo>
                    <a:pt x="304" y="1189"/>
                    <a:pt x="631" y="1252"/>
                    <a:pt x="958" y="1256"/>
                  </a:cubicBezTo>
                  <a:cubicBezTo>
                    <a:pt x="1285" y="1252"/>
                    <a:pt x="1613" y="1189"/>
                    <a:pt x="1916" y="1059"/>
                  </a:cubicBezTo>
                  <a:cubicBezTo>
                    <a:pt x="1906" y="1021"/>
                    <a:pt x="1901" y="982"/>
                    <a:pt x="1897" y="939"/>
                  </a:cubicBezTo>
                  <a:lnTo>
                    <a:pt x="189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87"/>
            <p:cNvSpPr/>
            <p:nvPr/>
          </p:nvSpPr>
          <p:spPr>
            <a:xfrm>
              <a:off x="5585846" y="3119292"/>
              <a:ext cx="147818" cy="73594"/>
            </a:xfrm>
            <a:custGeom>
              <a:rect b="b" l="l" r="r" t="t"/>
              <a:pathLst>
                <a:path extrusionOk="0" h="2806" w="5636">
                  <a:moveTo>
                    <a:pt x="1242" y="0"/>
                  </a:moveTo>
                  <a:lnTo>
                    <a:pt x="520" y="361"/>
                  </a:lnTo>
                  <a:cubicBezTo>
                    <a:pt x="203" y="520"/>
                    <a:pt x="1" y="847"/>
                    <a:pt x="1" y="1203"/>
                  </a:cubicBezTo>
                  <a:lnTo>
                    <a:pt x="1" y="2748"/>
                  </a:lnTo>
                  <a:lnTo>
                    <a:pt x="1179" y="2748"/>
                  </a:lnTo>
                  <a:lnTo>
                    <a:pt x="1179" y="2805"/>
                  </a:lnTo>
                  <a:lnTo>
                    <a:pt x="5635" y="2805"/>
                  </a:lnTo>
                  <a:lnTo>
                    <a:pt x="5635" y="1198"/>
                  </a:lnTo>
                  <a:cubicBezTo>
                    <a:pt x="5635" y="847"/>
                    <a:pt x="5438" y="520"/>
                    <a:pt x="5120" y="361"/>
                  </a:cubicBezTo>
                  <a:lnTo>
                    <a:pt x="4399" y="0"/>
                  </a:lnTo>
                  <a:cubicBezTo>
                    <a:pt x="4028" y="573"/>
                    <a:pt x="3424" y="859"/>
                    <a:pt x="2820" y="859"/>
                  </a:cubicBezTo>
                  <a:cubicBezTo>
                    <a:pt x="2216" y="859"/>
                    <a:pt x="1613" y="573"/>
                    <a:pt x="124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87"/>
            <p:cNvSpPr/>
            <p:nvPr/>
          </p:nvSpPr>
          <p:spPr>
            <a:xfrm>
              <a:off x="5610448" y="3011811"/>
              <a:ext cx="98720" cy="80754"/>
            </a:xfrm>
            <a:custGeom>
              <a:rect b="b" l="l" r="r" t="t"/>
              <a:pathLst>
                <a:path extrusionOk="0" h="3079" w="3764">
                  <a:moveTo>
                    <a:pt x="1450" y="0"/>
                  </a:moveTo>
                  <a:cubicBezTo>
                    <a:pt x="1330" y="0"/>
                    <a:pt x="1218" y="69"/>
                    <a:pt x="1170" y="181"/>
                  </a:cubicBezTo>
                  <a:cubicBezTo>
                    <a:pt x="1064" y="393"/>
                    <a:pt x="920" y="586"/>
                    <a:pt x="742" y="744"/>
                  </a:cubicBezTo>
                  <a:cubicBezTo>
                    <a:pt x="573" y="894"/>
                    <a:pt x="386" y="1019"/>
                    <a:pt x="184" y="1120"/>
                  </a:cubicBezTo>
                  <a:cubicBezTo>
                    <a:pt x="63" y="1177"/>
                    <a:pt x="1" y="1312"/>
                    <a:pt x="20" y="1442"/>
                  </a:cubicBezTo>
                  <a:cubicBezTo>
                    <a:pt x="140" y="2380"/>
                    <a:pt x="939" y="3078"/>
                    <a:pt x="1882" y="3078"/>
                  </a:cubicBezTo>
                  <a:cubicBezTo>
                    <a:pt x="2864" y="3078"/>
                    <a:pt x="3677" y="2327"/>
                    <a:pt x="3754" y="1351"/>
                  </a:cubicBezTo>
                  <a:cubicBezTo>
                    <a:pt x="3764" y="1254"/>
                    <a:pt x="3720" y="1158"/>
                    <a:pt x="3648" y="1096"/>
                  </a:cubicBezTo>
                  <a:cubicBezTo>
                    <a:pt x="3027" y="581"/>
                    <a:pt x="2301" y="206"/>
                    <a:pt x="1521" y="8"/>
                  </a:cubicBezTo>
                  <a:cubicBezTo>
                    <a:pt x="1498" y="3"/>
                    <a:pt x="1474" y="0"/>
                    <a:pt x="1450"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87"/>
            <p:cNvSpPr/>
            <p:nvPr/>
          </p:nvSpPr>
          <p:spPr>
            <a:xfrm>
              <a:off x="5610448" y="3011811"/>
              <a:ext cx="98720" cy="80125"/>
            </a:xfrm>
            <a:custGeom>
              <a:rect b="b" l="l" r="r" t="t"/>
              <a:pathLst>
                <a:path extrusionOk="0" h="3055" w="3764">
                  <a:moveTo>
                    <a:pt x="1450" y="0"/>
                  </a:moveTo>
                  <a:cubicBezTo>
                    <a:pt x="1332" y="0"/>
                    <a:pt x="1222" y="69"/>
                    <a:pt x="1170" y="181"/>
                  </a:cubicBezTo>
                  <a:cubicBezTo>
                    <a:pt x="1093" y="331"/>
                    <a:pt x="997" y="475"/>
                    <a:pt x="881" y="600"/>
                  </a:cubicBezTo>
                  <a:cubicBezTo>
                    <a:pt x="838" y="648"/>
                    <a:pt x="790" y="696"/>
                    <a:pt x="742" y="744"/>
                  </a:cubicBezTo>
                  <a:cubicBezTo>
                    <a:pt x="573" y="889"/>
                    <a:pt x="386" y="1019"/>
                    <a:pt x="189" y="1120"/>
                  </a:cubicBezTo>
                  <a:cubicBezTo>
                    <a:pt x="68" y="1177"/>
                    <a:pt x="1" y="1307"/>
                    <a:pt x="20" y="1442"/>
                  </a:cubicBezTo>
                  <a:cubicBezTo>
                    <a:pt x="126" y="2270"/>
                    <a:pt x="771" y="2929"/>
                    <a:pt x="1598" y="3054"/>
                  </a:cubicBezTo>
                  <a:cubicBezTo>
                    <a:pt x="1223" y="2799"/>
                    <a:pt x="944" y="2453"/>
                    <a:pt x="944" y="1827"/>
                  </a:cubicBezTo>
                  <a:lnTo>
                    <a:pt x="944" y="1380"/>
                  </a:lnTo>
                  <a:cubicBezTo>
                    <a:pt x="1011" y="1327"/>
                    <a:pt x="1084" y="1274"/>
                    <a:pt x="1156" y="1211"/>
                  </a:cubicBezTo>
                  <a:cubicBezTo>
                    <a:pt x="1329" y="1057"/>
                    <a:pt x="1483" y="879"/>
                    <a:pt x="1608" y="682"/>
                  </a:cubicBezTo>
                  <a:cubicBezTo>
                    <a:pt x="3162" y="1009"/>
                    <a:pt x="3667" y="1769"/>
                    <a:pt x="3667" y="1769"/>
                  </a:cubicBezTo>
                  <a:cubicBezTo>
                    <a:pt x="3711" y="1635"/>
                    <a:pt x="3744" y="1495"/>
                    <a:pt x="3754" y="1351"/>
                  </a:cubicBezTo>
                  <a:cubicBezTo>
                    <a:pt x="3764" y="1254"/>
                    <a:pt x="3720" y="1158"/>
                    <a:pt x="3648" y="1096"/>
                  </a:cubicBezTo>
                  <a:cubicBezTo>
                    <a:pt x="3027" y="581"/>
                    <a:pt x="2301" y="210"/>
                    <a:pt x="1521" y="8"/>
                  </a:cubicBezTo>
                  <a:cubicBezTo>
                    <a:pt x="1498" y="3"/>
                    <a:pt x="1474" y="0"/>
                    <a:pt x="1450"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87"/>
            <p:cNvSpPr/>
            <p:nvPr/>
          </p:nvSpPr>
          <p:spPr>
            <a:xfrm>
              <a:off x="5706886" y="3136077"/>
              <a:ext cx="26883" cy="56809"/>
            </a:xfrm>
            <a:custGeom>
              <a:rect b="b" l="l" r="r" t="t"/>
              <a:pathLst>
                <a:path extrusionOk="0" h="2166" w="1025">
                  <a:moveTo>
                    <a:pt x="832" y="0"/>
                  </a:moveTo>
                  <a:lnTo>
                    <a:pt x="149" y="693"/>
                  </a:lnTo>
                  <a:cubicBezTo>
                    <a:pt x="53" y="789"/>
                    <a:pt x="0" y="919"/>
                    <a:pt x="0" y="1054"/>
                  </a:cubicBezTo>
                  <a:lnTo>
                    <a:pt x="0" y="2165"/>
                  </a:lnTo>
                  <a:lnTo>
                    <a:pt x="1025" y="2165"/>
                  </a:lnTo>
                  <a:lnTo>
                    <a:pt x="1025" y="563"/>
                  </a:lnTo>
                  <a:cubicBezTo>
                    <a:pt x="1025" y="361"/>
                    <a:pt x="958" y="164"/>
                    <a:pt x="832"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87"/>
            <p:cNvSpPr/>
            <p:nvPr/>
          </p:nvSpPr>
          <p:spPr>
            <a:xfrm>
              <a:off x="5585846" y="3136077"/>
              <a:ext cx="26909" cy="55288"/>
            </a:xfrm>
            <a:custGeom>
              <a:rect b="b" l="l" r="r" t="t"/>
              <a:pathLst>
                <a:path extrusionOk="0" h="2108" w="1026">
                  <a:moveTo>
                    <a:pt x="193" y="0"/>
                  </a:moveTo>
                  <a:cubicBezTo>
                    <a:pt x="68" y="164"/>
                    <a:pt x="1" y="361"/>
                    <a:pt x="1" y="563"/>
                  </a:cubicBezTo>
                  <a:lnTo>
                    <a:pt x="1" y="2108"/>
                  </a:lnTo>
                  <a:lnTo>
                    <a:pt x="1025" y="2108"/>
                  </a:lnTo>
                  <a:lnTo>
                    <a:pt x="1025" y="1059"/>
                  </a:lnTo>
                  <a:cubicBezTo>
                    <a:pt x="1025" y="924"/>
                    <a:pt x="973" y="794"/>
                    <a:pt x="876" y="698"/>
                  </a:cubicBezTo>
                  <a:lnTo>
                    <a:pt x="19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87"/>
            <p:cNvSpPr/>
            <p:nvPr/>
          </p:nvSpPr>
          <p:spPr>
            <a:xfrm>
              <a:off x="5344685" y="2978686"/>
              <a:ext cx="38004" cy="83194"/>
            </a:xfrm>
            <a:custGeom>
              <a:rect b="b" l="l" r="r" t="t"/>
              <a:pathLst>
                <a:path extrusionOk="0" h="3172" w="1449">
                  <a:moveTo>
                    <a:pt x="871" y="1"/>
                  </a:moveTo>
                  <a:cubicBezTo>
                    <a:pt x="390" y="1"/>
                    <a:pt x="0" y="386"/>
                    <a:pt x="5" y="867"/>
                  </a:cubicBezTo>
                  <a:lnTo>
                    <a:pt x="5" y="1069"/>
                  </a:lnTo>
                  <a:cubicBezTo>
                    <a:pt x="5" y="1319"/>
                    <a:pt x="44" y="1565"/>
                    <a:pt x="125" y="1801"/>
                  </a:cubicBezTo>
                  <a:lnTo>
                    <a:pt x="583" y="3172"/>
                  </a:lnTo>
                  <a:lnTo>
                    <a:pt x="1449" y="3172"/>
                  </a:lnTo>
                  <a:lnTo>
                    <a:pt x="1449"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87"/>
            <p:cNvSpPr/>
            <p:nvPr/>
          </p:nvSpPr>
          <p:spPr>
            <a:xfrm>
              <a:off x="5359818" y="2971264"/>
              <a:ext cx="90773" cy="90747"/>
            </a:xfrm>
            <a:custGeom>
              <a:rect b="b" l="l" r="r" t="t"/>
              <a:pathLst>
                <a:path extrusionOk="0" h="3460" w="3461">
                  <a:moveTo>
                    <a:pt x="867" y="0"/>
                  </a:moveTo>
                  <a:cubicBezTo>
                    <a:pt x="391" y="0"/>
                    <a:pt x="1" y="385"/>
                    <a:pt x="1" y="861"/>
                  </a:cubicBezTo>
                  <a:cubicBezTo>
                    <a:pt x="1" y="1179"/>
                    <a:pt x="261" y="1439"/>
                    <a:pt x="578" y="1439"/>
                  </a:cubicBezTo>
                  <a:lnTo>
                    <a:pt x="2888" y="3460"/>
                  </a:lnTo>
                  <a:lnTo>
                    <a:pt x="3374" y="1747"/>
                  </a:lnTo>
                  <a:cubicBezTo>
                    <a:pt x="3432" y="1540"/>
                    <a:pt x="3460" y="1328"/>
                    <a:pt x="3460" y="1112"/>
                  </a:cubicBezTo>
                  <a:lnTo>
                    <a:pt x="3460"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87"/>
            <p:cNvSpPr/>
            <p:nvPr/>
          </p:nvSpPr>
          <p:spPr>
            <a:xfrm>
              <a:off x="5373456" y="3085458"/>
              <a:ext cx="48495" cy="42436"/>
            </a:xfrm>
            <a:custGeom>
              <a:rect b="b" l="l" r="r" t="t"/>
              <a:pathLst>
                <a:path extrusionOk="0" h="1618" w="1849">
                  <a:moveTo>
                    <a:pt x="0" y="1"/>
                  </a:moveTo>
                  <a:lnTo>
                    <a:pt x="0" y="1617"/>
                  </a:lnTo>
                  <a:lnTo>
                    <a:pt x="1848" y="1617"/>
                  </a:lnTo>
                  <a:lnTo>
                    <a:pt x="184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87"/>
            <p:cNvSpPr/>
            <p:nvPr/>
          </p:nvSpPr>
          <p:spPr>
            <a:xfrm>
              <a:off x="5373456" y="3085458"/>
              <a:ext cx="48495" cy="26228"/>
            </a:xfrm>
            <a:custGeom>
              <a:rect b="b" l="l" r="r" t="t"/>
              <a:pathLst>
                <a:path extrusionOk="0" h="1000" w="1849">
                  <a:moveTo>
                    <a:pt x="0" y="1"/>
                  </a:moveTo>
                  <a:lnTo>
                    <a:pt x="0" y="819"/>
                  </a:lnTo>
                  <a:cubicBezTo>
                    <a:pt x="296" y="939"/>
                    <a:pt x="610" y="999"/>
                    <a:pt x="924" y="999"/>
                  </a:cubicBezTo>
                  <a:cubicBezTo>
                    <a:pt x="1238" y="999"/>
                    <a:pt x="1552" y="939"/>
                    <a:pt x="1848" y="819"/>
                  </a:cubicBezTo>
                  <a:lnTo>
                    <a:pt x="184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87"/>
            <p:cNvSpPr/>
            <p:nvPr/>
          </p:nvSpPr>
          <p:spPr>
            <a:xfrm>
              <a:off x="5317041" y="3111712"/>
              <a:ext cx="161299" cy="81174"/>
            </a:xfrm>
            <a:custGeom>
              <a:rect b="b" l="l" r="r" t="t"/>
              <a:pathLst>
                <a:path extrusionOk="0" h="3095" w="6150">
                  <a:moveTo>
                    <a:pt x="2151" y="0"/>
                  </a:moveTo>
                  <a:lnTo>
                    <a:pt x="669" y="424"/>
                  </a:lnTo>
                  <a:cubicBezTo>
                    <a:pt x="270" y="535"/>
                    <a:pt x="1" y="900"/>
                    <a:pt x="1" y="1309"/>
                  </a:cubicBezTo>
                  <a:lnTo>
                    <a:pt x="1" y="3094"/>
                  </a:lnTo>
                  <a:lnTo>
                    <a:pt x="4639" y="3094"/>
                  </a:lnTo>
                  <a:lnTo>
                    <a:pt x="4634" y="3032"/>
                  </a:lnTo>
                  <a:lnTo>
                    <a:pt x="6150" y="3032"/>
                  </a:lnTo>
                  <a:lnTo>
                    <a:pt x="6150" y="1309"/>
                  </a:lnTo>
                  <a:cubicBezTo>
                    <a:pt x="6150" y="895"/>
                    <a:pt x="5876" y="535"/>
                    <a:pt x="5481" y="424"/>
                  </a:cubicBezTo>
                  <a:lnTo>
                    <a:pt x="3999" y="0"/>
                  </a:lnTo>
                  <a:lnTo>
                    <a:pt x="3075" y="616"/>
                  </a:lnTo>
                  <a:lnTo>
                    <a:pt x="2151" y="0"/>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87"/>
            <p:cNvSpPr/>
            <p:nvPr/>
          </p:nvSpPr>
          <p:spPr>
            <a:xfrm>
              <a:off x="5352264" y="3008979"/>
              <a:ext cx="90878" cy="83194"/>
            </a:xfrm>
            <a:custGeom>
              <a:rect b="b" l="l" r="r" t="t"/>
              <a:pathLst>
                <a:path extrusionOk="0" h="3172" w="3465">
                  <a:moveTo>
                    <a:pt x="1099" y="0"/>
                  </a:moveTo>
                  <a:cubicBezTo>
                    <a:pt x="947" y="0"/>
                    <a:pt x="800" y="63"/>
                    <a:pt x="693" y="174"/>
                  </a:cubicBezTo>
                  <a:lnTo>
                    <a:pt x="173" y="694"/>
                  </a:lnTo>
                  <a:cubicBezTo>
                    <a:pt x="63" y="804"/>
                    <a:pt x="0" y="949"/>
                    <a:pt x="0" y="1103"/>
                  </a:cubicBezTo>
                  <a:lnTo>
                    <a:pt x="0" y="1439"/>
                  </a:lnTo>
                  <a:cubicBezTo>
                    <a:pt x="0" y="2397"/>
                    <a:pt x="775" y="3172"/>
                    <a:pt x="1732" y="3172"/>
                  </a:cubicBezTo>
                  <a:cubicBezTo>
                    <a:pt x="2690" y="3172"/>
                    <a:pt x="3465" y="2397"/>
                    <a:pt x="3465" y="1439"/>
                  </a:cubicBezTo>
                  <a:lnTo>
                    <a:pt x="3465" y="1074"/>
                  </a:lnTo>
                  <a:cubicBezTo>
                    <a:pt x="3465" y="920"/>
                    <a:pt x="3407" y="771"/>
                    <a:pt x="3296" y="665"/>
                  </a:cubicBezTo>
                  <a:cubicBezTo>
                    <a:pt x="2853" y="227"/>
                    <a:pt x="2035" y="30"/>
                    <a:pt x="1116" y="1"/>
                  </a:cubicBezTo>
                  <a:cubicBezTo>
                    <a:pt x="1111" y="1"/>
                    <a:pt x="1105" y="0"/>
                    <a:pt x="109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87"/>
            <p:cNvSpPr/>
            <p:nvPr/>
          </p:nvSpPr>
          <p:spPr>
            <a:xfrm>
              <a:off x="5352264" y="3008979"/>
              <a:ext cx="90616" cy="81436"/>
            </a:xfrm>
            <a:custGeom>
              <a:rect b="b" l="l" r="r" t="t"/>
              <a:pathLst>
                <a:path extrusionOk="0" h="3105" w="3455">
                  <a:moveTo>
                    <a:pt x="1112" y="1"/>
                  </a:moveTo>
                  <a:cubicBezTo>
                    <a:pt x="953" y="1"/>
                    <a:pt x="804" y="58"/>
                    <a:pt x="693" y="174"/>
                  </a:cubicBezTo>
                  <a:lnTo>
                    <a:pt x="0" y="867"/>
                  </a:lnTo>
                  <a:lnTo>
                    <a:pt x="0" y="1439"/>
                  </a:lnTo>
                  <a:cubicBezTo>
                    <a:pt x="0" y="2214"/>
                    <a:pt x="510" y="2888"/>
                    <a:pt x="1251" y="3104"/>
                  </a:cubicBezTo>
                  <a:cubicBezTo>
                    <a:pt x="1001" y="2796"/>
                    <a:pt x="866" y="2416"/>
                    <a:pt x="866" y="2022"/>
                  </a:cubicBezTo>
                  <a:lnTo>
                    <a:pt x="866" y="1377"/>
                  </a:lnTo>
                  <a:cubicBezTo>
                    <a:pt x="866" y="1045"/>
                    <a:pt x="1145" y="799"/>
                    <a:pt x="1477" y="799"/>
                  </a:cubicBezTo>
                  <a:cubicBezTo>
                    <a:pt x="1987" y="799"/>
                    <a:pt x="3012" y="862"/>
                    <a:pt x="3455" y="1189"/>
                  </a:cubicBezTo>
                  <a:cubicBezTo>
                    <a:pt x="3436" y="1069"/>
                    <a:pt x="3383" y="751"/>
                    <a:pt x="3296" y="665"/>
                  </a:cubicBezTo>
                  <a:cubicBezTo>
                    <a:pt x="2849" y="227"/>
                    <a:pt x="2031" y="30"/>
                    <a:pt x="111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87"/>
            <p:cNvSpPr/>
            <p:nvPr/>
          </p:nvSpPr>
          <p:spPr>
            <a:xfrm>
              <a:off x="5317041" y="3132274"/>
              <a:ext cx="32339" cy="60612"/>
            </a:xfrm>
            <a:custGeom>
              <a:rect b="b" l="l" r="r" t="t"/>
              <a:pathLst>
                <a:path extrusionOk="0" h="2311" w="1233">
                  <a:moveTo>
                    <a:pt x="169" y="1"/>
                  </a:moveTo>
                  <a:cubicBezTo>
                    <a:pt x="58" y="155"/>
                    <a:pt x="1" y="338"/>
                    <a:pt x="1" y="525"/>
                  </a:cubicBezTo>
                  <a:lnTo>
                    <a:pt x="1" y="2310"/>
                  </a:lnTo>
                  <a:lnTo>
                    <a:pt x="1232" y="2310"/>
                  </a:lnTo>
                  <a:lnTo>
                    <a:pt x="1232" y="1444"/>
                  </a:lnTo>
                  <a:cubicBezTo>
                    <a:pt x="1232" y="1199"/>
                    <a:pt x="1131" y="963"/>
                    <a:pt x="958" y="790"/>
                  </a:cubicBezTo>
                  <a:lnTo>
                    <a:pt x="169"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87"/>
            <p:cNvSpPr/>
            <p:nvPr/>
          </p:nvSpPr>
          <p:spPr>
            <a:xfrm>
              <a:off x="5446028" y="3132274"/>
              <a:ext cx="32312" cy="59091"/>
            </a:xfrm>
            <a:custGeom>
              <a:rect b="b" l="l" r="r" t="t"/>
              <a:pathLst>
                <a:path extrusionOk="0" h="2253" w="1232">
                  <a:moveTo>
                    <a:pt x="1064" y="1"/>
                  </a:moveTo>
                  <a:lnTo>
                    <a:pt x="274" y="790"/>
                  </a:lnTo>
                  <a:cubicBezTo>
                    <a:pt x="101" y="963"/>
                    <a:pt x="0" y="1199"/>
                    <a:pt x="0" y="1444"/>
                  </a:cubicBezTo>
                  <a:lnTo>
                    <a:pt x="0" y="2253"/>
                  </a:lnTo>
                  <a:lnTo>
                    <a:pt x="1232" y="2253"/>
                  </a:lnTo>
                  <a:lnTo>
                    <a:pt x="1232" y="525"/>
                  </a:lnTo>
                  <a:cubicBezTo>
                    <a:pt x="1232" y="338"/>
                    <a:pt x="1174" y="155"/>
                    <a:pt x="1064"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87"/>
            <p:cNvSpPr/>
            <p:nvPr/>
          </p:nvSpPr>
          <p:spPr>
            <a:xfrm>
              <a:off x="5364486" y="3003418"/>
              <a:ext cx="68742" cy="21271"/>
            </a:xfrm>
            <a:custGeom>
              <a:rect b="b" l="l" r="r" t="t"/>
              <a:pathLst>
                <a:path extrusionOk="0" h="811" w="2621">
                  <a:moveTo>
                    <a:pt x="946" y="1"/>
                  </a:moveTo>
                  <a:cubicBezTo>
                    <a:pt x="718" y="1"/>
                    <a:pt x="466" y="23"/>
                    <a:pt x="193" y="78"/>
                  </a:cubicBezTo>
                  <a:cubicBezTo>
                    <a:pt x="83" y="102"/>
                    <a:pt x="1" y="198"/>
                    <a:pt x="1" y="314"/>
                  </a:cubicBezTo>
                  <a:lnTo>
                    <a:pt x="1" y="569"/>
                  </a:lnTo>
                  <a:cubicBezTo>
                    <a:pt x="1" y="730"/>
                    <a:pt x="121" y="811"/>
                    <a:pt x="241" y="811"/>
                  </a:cubicBezTo>
                  <a:cubicBezTo>
                    <a:pt x="362" y="811"/>
                    <a:pt x="482" y="730"/>
                    <a:pt x="482" y="569"/>
                  </a:cubicBezTo>
                  <a:lnTo>
                    <a:pt x="482" y="516"/>
                  </a:lnTo>
                  <a:cubicBezTo>
                    <a:pt x="633" y="492"/>
                    <a:pt x="786" y="480"/>
                    <a:pt x="939" y="480"/>
                  </a:cubicBezTo>
                  <a:cubicBezTo>
                    <a:pt x="1181" y="480"/>
                    <a:pt x="1425" y="510"/>
                    <a:pt x="1661" y="569"/>
                  </a:cubicBezTo>
                  <a:cubicBezTo>
                    <a:pt x="1834" y="612"/>
                    <a:pt x="2002" y="679"/>
                    <a:pt x="2161" y="771"/>
                  </a:cubicBezTo>
                  <a:cubicBezTo>
                    <a:pt x="2201" y="793"/>
                    <a:pt x="2241" y="803"/>
                    <a:pt x="2279" y="803"/>
                  </a:cubicBezTo>
                  <a:cubicBezTo>
                    <a:pt x="2480" y="803"/>
                    <a:pt x="2620" y="526"/>
                    <a:pt x="2426" y="372"/>
                  </a:cubicBezTo>
                  <a:cubicBezTo>
                    <a:pt x="2395" y="352"/>
                    <a:pt x="1857" y="1"/>
                    <a:pt x="9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87"/>
            <p:cNvSpPr/>
            <p:nvPr/>
          </p:nvSpPr>
          <p:spPr>
            <a:xfrm>
              <a:off x="5344291" y="3153230"/>
              <a:ext cx="12668" cy="46239"/>
            </a:xfrm>
            <a:custGeom>
              <a:rect b="b" l="l" r="r" t="t"/>
              <a:pathLst>
                <a:path extrusionOk="0" h="1763" w="483">
                  <a:moveTo>
                    <a:pt x="241" y="1"/>
                  </a:moveTo>
                  <a:cubicBezTo>
                    <a:pt x="112" y="1"/>
                    <a:pt x="1" y="106"/>
                    <a:pt x="1" y="241"/>
                  </a:cubicBezTo>
                  <a:lnTo>
                    <a:pt x="1" y="1521"/>
                  </a:lnTo>
                  <a:cubicBezTo>
                    <a:pt x="1" y="1682"/>
                    <a:pt x="121" y="1763"/>
                    <a:pt x="241" y="1763"/>
                  </a:cubicBezTo>
                  <a:cubicBezTo>
                    <a:pt x="362" y="1763"/>
                    <a:pt x="482" y="1682"/>
                    <a:pt x="482" y="1521"/>
                  </a:cubicBezTo>
                  <a:lnTo>
                    <a:pt x="482" y="241"/>
                  </a:lnTo>
                  <a:cubicBezTo>
                    <a:pt x="482" y="106"/>
                    <a:pt x="376"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87"/>
            <p:cNvSpPr/>
            <p:nvPr/>
          </p:nvSpPr>
          <p:spPr>
            <a:xfrm>
              <a:off x="5310720" y="2964943"/>
              <a:ext cx="173941" cy="234526"/>
            </a:xfrm>
            <a:custGeom>
              <a:rect b="b" l="l" r="r" t="t"/>
              <a:pathLst>
                <a:path extrusionOk="0" h="8942" w="6632">
                  <a:moveTo>
                    <a:pt x="5125" y="482"/>
                  </a:moveTo>
                  <a:lnTo>
                    <a:pt x="5125" y="1675"/>
                  </a:lnTo>
                  <a:cubicBezTo>
                    <a:pt x="5125" y="1877"/>
                    <a:pt x="5082" y="2074"/>
                    <a:pt x="4991" y="2257"/>
                  </a:cubicBezTo>
                  <a:lnTo>
                    <a:pt x="4899" y="2445"/>
                  </a:lnTo>
                  <a:cubicBezTo>
                    <a:pt x="4880" y="2474"/>
                    <a:pt x="4870" y="2512"/>
                    <a:pt x="4870" y="2551"/>
                  </a:cubicBezTo>
                  <a:lnTo>
                    <a:pt x="4870" y="3061"/>
                  </a:lnTo>
                  <a:cubicBezTo>
                    <a:pt x="4870" y="3924"/>
                    <a:pt x="4173" y="4616"/>
                    <a:pt x="3320" y="4616"/>
                  </a:cubicBezTo>
                  <a:cubicBezTo>
                    <a:pt x="3303" y="4616"/>
                    <a:pt x="3286" y="4615"/>
                    <a:pt x="3268" y="4615"/>
                  </a:cubicBezTo>
                  <a:cubicBezTo>
                    <a:pt x="2436" y="4591"/>
                    <a:pt x="1762" y="3859"/>
                    <a:pt x="1762" y="2989"/>
                  </a:cubicBezTo>
                  <a:lnTo>
                    <a:pt x="1762" y="2551"/>
                  </a:lnTo>
                  <a:cubicBezTo>
                    <a:pt x="1762" y="2512"/>
                    <a:pt x="1752" y="2474"/>
                    <a:pt x="1738" y="2445"/>
                  </a:cubicBezTo>
                  <a:lnTo>
                    <a:pt x="1642" y="2257"/>
                  </a:lnTo>
                  <a:cubicBezTo>
                    <a:pt x="1550" y="2074"/>
                    <a:pt x="1507" y="1877"/>
                    <a:pt x="1507" y="1675"/>
                  </a:cubicBezTo>
                  <a:cubicBezTo>
                    <a:pt x="1507" y="1016"/>
                    <a:pt x="2036" y="482"/>
                    <a:pt x="2696" y="482"/>
                  </a:cubicBezTo>
                  <a:close/>
                  <a:moveTo>
                    <a:pt x="2522" y="4928"/>
                  </a:moveTo>
                  <a:cubicBezTo>
                    <a:pt x="2753" y="5029"/>
                    <a:pt x="3004" y="5086"/>
                    <a:pt x="3254" y="5096"/>
                  </a:cubicBezTo>
                  <a:lnTo>
                    <a:pt x="3254" y="5091"/>
                  </a:lnTo>
                  <a:lnTo>
                    <a:pt x="3311" y="5091"/>
                  </a:lnTo>
                  <a:cubicBezTo>
                    <a:pt x="3581" y="5091"/>
                    <a:pt x="3846" y="5038"/>
                    <a:pt x="4096" y="4937"/>
                  </a:cubicBezTo>
                  <a:lnTo>
                    <a:pt x="4096" y="5264"/>
                  </a:lnTo>
                  <a:cubicBezTo>
                    <a:pt x="4096" y="5337"/>
                    <a:pt x="4105" y="5409"/>
                    <a:pt x="4125" y="5476"/>
                  </a:cubicBezTo>
                  <a:lnTo>
                    <a:pt x="3311" y="6092"/>
                  </a:lnTo>
                  <a:lnTo>
                    <a:pt x="2493" y="5476"/>
                  </a:lnTo>
                  <a:cubicBezTo>
                    <a:pt x="2513" y="5409"/>
                    <a:pt x="2522" y="5337"/>
                    <a:pt x="2522" y="5264"/>
                  </a:cubicBezTo>
                  <a:lnTo>
                    <a:pt x="2522" y="4928"/>
                  </a:lnTo>
                  <a:close/>
                  <a:moveTo>
                    <a:pt x="2696" y="0"/>
                  </a:moveTo>
                  <a:cubicBezTo>
                    <a:pt x="1777" y="5"/>
                    <a:pt x="1026" y="751"/>
                    <a:pt x="1026" y="1675"/>
                  </a:cubicBezTo>
                  <a:cubicBezTo>
                    <a:pt x="1026" y="1949"/>
                    <a:pt x="1093" y="2219"/>
                    <a:pt x="1214" y="2469"/>
                  </a:cubicBezTo>
                  <a:lnTo>
                    <a:pt x="1281" y="2604"/>
                  </a:lnTo>
                  <a:lnTo>
                    <a:pt x="1281" y="2984"/>
                  </a:lnTo>
                  <a:cubicBezTo>
                    <a:pt x="1281" y="3619"/>
                    <a:pt x="1565" y="4225"/>
                    <a:pt x="2051" y="4629"/>
                  </a:cubicBezTo>
                  <a:lnTo>
                    <a:pt x="2051" y="5269"/>
                  </a:lnTo>
                  <a:cubicBezTo>
                    <a:pt x="2051" y="5380"/>
                    <a:pt x="1983" y="5486"/>
                    <a:pt x="1873" y="5524"/>
                  </a:cubicBezTo>
                  <a:lnTo>
                    <a:pt x="655" y="5981"/>
                  </a:lnTo>
                  <a:cubicBezTo>
                    <a:pt x="266" y="6131"/>
                    <a:pt x="6" y="6506"/>
                    <a:pt x="1" y="6925"/>
                  </a:cubicBezTo>
                  <a:lnTo>
                    <a:pt x="1" y="8700"/>
                  </a:lnTo>
                  <a:cubicBezTo>
                    <a:pt x="1" y="8861"/>
                    <a:pt x="121" y="8942"/>
                    <a:pt x="242" y="8942"/>
                  </a:cubicBezTo>
                  <a:cubicBezTo>
                    <a:pt x="362" y="8942"/>
                    <a:pt x="482" y="8861"/>
                    <a:pt x="482" y="8700"/>
                  </a:cubicBezTo>
                  <a:lnTo>
                    <a:pt x="482" y="6925"/>
                  </a:lnTo>
                  <a:cubicBezTo>
                    <a:pt x="482" y="6703"/>
                    <a:pt x="622" y="6506"/>
                    <a:pt x="829" y="6429"/>
                  </a:cubicBezTo>
                  <a:lnTo>
                    <a:pt x="2046" y="5972"/>
                  </a:lnTo>
                  <a:cubicBezTo>
                    <a:pt x="2109" y="5948"/>
                    <a:pt x="2171" y="5914"/>
                    <a:pt x="2224" y="5876"/>
                  </a:cubicBezTo>
                  <a:lnTo>
                    <a:pt x="3076" y="6511"/>
                  </a:lnTo>
                  <a:lnTo>
                    <a:pt x="3076" y="8700"/>
                  </a:lnTo>
                  <a:cubicBezTo>
                    <a:pt x="3076" y="8859"/>
                    <a:pt x="3196" y="8938"/>
                    <a:pt x="3316" y="8938"/>
                  </a:cubicBezTo>
                  <a:cubicBezTo>
                    <a:pt x="3437" y="8938"/>
                    <a:pt x="3557" y="8859"/>
                    <a:pt x="3557" y="8700"/>
                  </a:cubicBezTo>
                  <a:lnTo>
                    <a:pt x="3557" y="6511"/>
                  </a:lnTo>
                  <a:lnTo>
                    <a:pt x="4409" y="5876"/>
                  </a:lnTo>
                  <a:cubicBezTo>
                    <a:pt x="4461" y="5914"/>
                    <a:pt x="4524" y="5948"/>
                    <a:pt x="4587" y="5972"/>
                  </a:cubicBezTo>
                  <a:lnTo>
                    <a:pt x="5809" y="6429"/>
                  </a:lnTo>
                  <a:cubicBezTo>
                    <a:pt x="6011" y="6506"/>
                    <a:pt x="6150" y="6703"/>
                    <a:pt x="6150" y="6925"/>
                  </a:cubicBezTo>
                  <a:cubicBezTo>
                    <a:pt x="6150" y="7086"/>
                    <a:pt x="6271" y="7166"/>
                    <a:pt x="6391" y="7166"/>
                  </a:cubicBezTo>
                  <a:cubicBezTo>
                    <a:pt x="6511" y="7166"/>
                    <a:pt x="6632" y="7086"/>
                    <a:pt x="6632" y="6925"/>
                  </a:cubicBezTo>
                  <a:cubicBezTo>
                    <a:pt x="6632" y="6506"/>
                    <a:pt x="6367" y="6131"/>
                    <a:pt x="5977" y="5981"/>
                  </a:cubicBezTo>
                  <a:lnTo>
                    <a:pt x="4760" y="5524"/>
                  </a:lnTo>
                  <a:cubicBezTo>
                    <a:pt x="4654" y="5486"/>
                    <a:pt x="4582" y="5380"/>
                    <a:pt x="4582" y="5269"/>
                  </a:cubicBezTo>
                  <a:lnTo>
                    <a:pt x="4582" y="4653"/>
                  </a:lnTo>
                  <a:cubicBezTo>
                    <a:pt x="4635" y="4615"/>
                    <a:pt x="4683" y="4572"/>
                    <a:pt x="4731" y="4523"/>
                  </a:cubicBezTo>
                  <a:cubicBezTo>
                    <a:pt x="5130" y="4139"/>
                    <a:pt x="5352" y="3614"/>
                    <a:pt x="5352" y="3061"/>
                  </a:cubicBezTo>
                  <a:lnTo>
                    <a:pt x="5352" y="2604"/>
                  </a:lnTo>
                  <a:lnTo>
                    <a:pt x="5419" y="2469"/>
                  </a:lnTo>
                  <a:cubicBezTo>
                    <a:pt x="5544" y="2223"/>
                    <a:pt x="5607" y="1949"/>
                    <a:pt x="5607" y="1675"/>
                  </a:cubicBezTo>
                  <a:lnTo>
                    <a:pt x="5607" y="241"/>
                  </a:lnTo>
                  <a:cubicBezTo>
                    <a:pt x="5607" y="111"/>
                    <a:pt x="5501" y="0"/>
                    <a:pt x="53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87"/>
            <p:cNvSpPr/>
            <p:nvPr/>
          </p:nvSpPr>
          <p:spPr>
            <a:xfrm>
              <a:off x="5579290" y="2958229"/>
              <a:ext cx="160801" cy="241162"/>
            </a:xfrm>
            <a:custGeom>
              <a:rect b="b" l="l" r="r" t="t"/>
              <a:pathLst>
                <a:path extrusionOk="0" h="9195" w="6131">
                  <a:moveTo>
                    <a:pt x="3070" y="485"/>
                  </a:moveTo>
                  <a:cubicBezTo>
                    <a:pt x="3136" y="485"/>
                    <a:pt x="3203" y="487"/>
                    <a:pt x="3268" y="492"/>
                  </a:cubicBezTo>
                  <a:cubicBezTo>
                    <a:pt x="4312" y="588"/>
                    <a:pt x="5130" y="1507"/>
                    <a:pt x="5139" y="2576"/>
                  </a:cubicBezTo>
                  <a:cubicBezTo>
                    <a:pt x="5139" y="3596"/>
                    <a:pt x="5385" y="4539"/>
                    <a:pt x="5592" y="5034"/>
                  </a:cubicBezTo>
                  <a:cubicBezTo>
                    <a:pt x="5592" y="5039"/>
                    <a:pt x="5587" y="5049"/>
                    <a:pt x="5582" y="5054"/>
                  </a:cubicBezTo>
                  <a:cubicBezTo>
                    <a:pt x="5370" y="5203"/>
                    <a:pt x="4899" y="5472"/>
                    <a:pt x="4090" y="5641"/>
                  </a:cubicBezTo>
                  <a:cubicBezTo>
                    <a:pt x="4081" y="5617"/>
                    <a:pt x="4081" y="5593"/>
                    <a:pt x="4081" y="5564"/>
                  </a:cubicBezTo>
                  <a:lnTo>
                    <a:pt x="4081" y="5083"/>
                  </a:lnTo>
                  <a:cubicBezTo>
                    <a:pt x="4393" y="4905"/>
                    <a:pt x="4658" y="4640"/>
                    <a:pt x="4841" y="4322"/>
                  </a:cubicBezTo>
                  <a:cubicBezTo>
                    <a:pt x="5173" y="3726"/>
                    <a:pt x="5053" y="2970"/>
                    <a:pt x="4552" y="2508"/>
                  </a:cubicBezTo>
                  <a:cubicBezTo>
                    <a:pt x="4196" y="2186"/>
                    <a:pt x="3566" y="1801"/>
                    <a:pt x="2555" y="1801"/>
                  </a:cubicBezTo>
                  <a:cubicBezTo>
                    <a:pt x="2493" y="1801"/>
                    <a:pt x="2430" y="1825"/>
                    <a:pt x="2387" y="1868"/>
                  </a:cubicBezTo>
                  <a:lnTo>
                    <a:pt x="1877" y="2383"/>
                  </a:lnTo>
                  <a:cubicBezTo>
                    <a:pt x="1723" y="2556"/>
                    <a:pt x="1876" y="2781"/>
                    <a:pt x="2058" y="2781"/>
                  </a:cubicBezTo>
                  <a:cubicBezTo>
                    <a:pt x="2110" y="2781"/>
                    <a:pt x="2164" y="2763"/>
                    <a:pt x="2214" y="2720"/>
                  </a:cubicBezTo>
                  <a:lnTo>
                    <a:pt x="2656" y="2277"/>
                  </a:lnTo>
                  <a:cubicBezTo>
                    <a:pt x="3296" y="2297"/>
                    <a:pt x="3826" y="2494"/>
                    <a:pt x="4225" y="2860"/>
                  </a:cubicBezTo>
                  <a:cubicBezTo>
                    <a:pt x="4567" y="3177"/>
                    <a:pt x="4649" y="3682"/>
                    <a:pt x="4422" y="4087"/>
                  </a:cubicBezTo>
                  <a:cubicBezTo>
                    <a:pt x="4143" y="4584"/>
                    <a:pt x="3619" y="4874"/>
                    <a:pt x="3071" y="4874"/>
                  </a:cubicBezTo>
                  <a:cubicBezTo>
                    <a:pt x="2939" y="4874"/>
                    <a:pt x="2807" y="4857"/>
                    <a:pt x="2676" y="4823"/>
                  </a:cubicBezTo>
                  <a:cubicBezTo>
                    <a:pt x="1992" y="4645"/>
                    <a:pt x="1516" y="4024"/>
                    <a:pt x="1516" y="3322"/>
                  </a:cubicBezTo>
                  <a:cubicBezTo>
                    <a:pt x="1516" y="3160"/>
                    <a:pt x="1396" y="3080"/>
                    <a:pt x="1275" y="3080"/>
                  </a:cubicBezTo>
                  <a:cubicBezTo>
                    <a:pt x="1155" y="3080"/>
                    <a:pt x="1035" y="3160"/>
                    <a:pt x="1035" y="3322"/>
                  </a:cubicBezTo>
                  <a:cubicBezTo>
                    <a:pt x="1035" y="4048"/>
                    <a:pt x="1425" y="4722"/>
                    <a:pt x="2055" y="5083"/>
                  </a:cubicBezTo>
                  <a:lnTo>
                    <a:pt x="2055" y="5564"/>
                  </a:lnTo>
                  <a:cubicBezTo>
                    <a:pt x="2055" y="5593"/>
                    <a:pt x="2055" y="5617"/>
                    <a:pt x="2045" y="5641"/>
                  </a:cubicBezTo>
                  <a:cubicBezTo>
                    <a:pt x="1237" y="5472"/>
                    <a:pt x="765" y="5203"/>
                    <a:pt x="554" y="5054"/>
                  </a:cubicBezTo>
                  <a:cubicBezTo>
                    <a:pt x="549" y="5049"/>
                    <a:pt x="544" y="5039"/>
                    <a:pt x="549" y="5030"/>
                  </a:cubicBezTo>
                  <a:lnTo>
                    <a:pt x="549" y="5030"/>
                  </a:lnTo>
                  <a:lnTo>
                    <a:pt x="549" y="5034"/>
                  </a:lnTo>
                  <a:cubicBezTo>
                    <a:pt x="756" y="4539"/>
                    <a:pt x="1001" y="3596"/>
                    <a:pt x="1006" y="2576"/>
                  </a:cubicBezTo>
                  <a:cubicBezTo>
                    <a:pt x="1006" y="1503"/>
                    <a:pt x="1829" y="588"/>
                    <a:pt x="2873" y="492"/>
                  </a:cubicBezTo>
                  <a:cubicBezTo>
                    <a:pt x="2938" y="487"/>
                    <a:pt x="3004" y="485"/>
                    <a:pt x="3070" y="485"/>
                  </a:cubicBezTo>
                  <a:close/>
                  <a:moveTo>
                    <a:pt x="3600" y="5285"/>
                  </a:moveTo>
                  <a:lnTo>
                    <a:pt x="3600" y="5564"/>
                  </a:lnTo>
                  <a:cubicBezTo>
                    <a:pt x="3600" y="5852"/>
                    <a:pt x="3758" y="6112"/>
                    <a:pt x="4013" y="6237"/>
                  </a:cubicBezTo>
                  <a:lnTo>
                    <a:pt x="4167" y="6314"/>
                  </a:lnTo>
                  <a:cubicBezTo>
                    <a:pt x="3932" y="6695"/>
                    <a:pt x="3518" y="6921"/>
                    <a:pt x="3070" y="6921"/>
                  </a:cubicBezTo>
                  <a:lnTo>
                    <a:pt x="3070" y="6926"/>
                  </a:lnTo>
                  <a:cubicBezTo>
                    <a:pt x="2623" y="6921"/>
                    <a:pt x="2209" y="6695"/>
                    <a:pt x="1973" y="6314"/>
                  </a:cubicBezTo>
                  <a:lnTo>
                    <a:pt x="2127" y="6237"/>
                  </a:lnTo>
                  <a:cubicBezTo>
                    <a:pt x="2382" y="6112"/>
                    <a:pt x="2541" y="5852"/>
                    <a:pt x="2541" y="5564"/>
                  </a:cubicBezTo>
                  <a:lnTo>
                    <a:pt x="2541" y="5285"/>
                  </a:lnTo>
                  <a:cubicBezTo>
                    <a:pt x="2714" y="5330"/>
                    <a:pt x="2892" y="5353"/>
                    <a:pt x="3070" y="5353"/>
                  </a:cubicBezTo>
                  <a:cubicBezTo>
                    <a:pt x="3248" y="5353"/>
                    <a:pt x="3426" y="5330"/>
                    <a:pt x="3600" y="5285"/>
                  </a:cubicBezTo>
                  <a:close/>
                  <a:moveTo>
                    <a:pt x="3068" y="0"/>
                  </a:moveTo>
                  <a:cubicBezTo>
                    <a:pt x="2988" y="0"/>
                    <a:pt x="2909" y="4"/>
                    <a:pt x="2830" y="11"/>
                  </a:cubicBezTo>
                  <a:cubicBezTo>
                    <a:pt x="1540" y="131"/>
                    <a:pt x="530" y="1252"/>
                    <a:pt x="520" y="2571"/>
                  </a:cubicBezTo>
                  <a:cubicBezTo>
                    <a:pt x="515" y="3519"/>
                    <a:pt x="294" y="4390"/>
                    <a:pt x="106" y="4847"/>
                  </a:cubicBezTo>
                  <a:cubicBezTo>
                    <a:pt x="15" y="5063"/>
                    <a:pt x="87" y="5309"/>
                    <a:pt x="279" y="5443"/>
                  </a:cubicBezTo>
                  <a:cubicBezTo>
                    <a:pt x="482" y="5583"/>
                    <a:pt x="881" y="5819"/>
                    <a:pt x="1521" y="6002"/>
                  </a:cubicBezTo>
                  <a:lnTo>
                    <a:pt x="568" y="6478"/>
                  </a:lnTo>
                  <a:cubicBezTo>
                    <a:pt x="318" y="6603"/>
                    <a:pt x="130" y="6824"/>
                    <a:pt x="53" y="7094"/>
                  </a:cubicBezTo>
                  <a:cubicBezTo>
                    <a:pt x="0" y="7224"/>
                    <a:pt x="73" y="7368"/>
                    <a:pt x="207" y="7411"/>
                  </a:cubicBezTo>
                  <a:cubicBezTo>
                    <a:pt x="230" y="7418"/>
                    <a:pt x="252" y="7421"/>
                    <a:pt x="275" y="7421"/>
                  </a:cubicBezTo>
                  <a:cubicBezTo>
                    <a:pt x="386" y="7421"/>
                    <a:pt x="486" y="7345"/>
                    <a:pt x="510" y="7229"/>
                  </a:cubicBezTo>
                  <a:cubicBezTo>
                    <a:pt x="554" y="7089"/>
                    <a:pt x="650" y="6974"/>
                    <a:pt x="780" y="6906"/>
                  </a:cubicBezTo>
                  <a:lnTo>
                    <a:pt x="1535" y="6526"/>
                  </a:lnTo>
                  <a:cubicBezTo>
                    <a:pt x="1879" y="7108"/>
                    <a:pt x="2472" y="7399"/>
                    <a:pt x="3065" y="7399"/>
                  </a:cubicBezTo>
                  <a:cubicBezTo>
                    <a:pt x="3658" y="7399"/>
                    <a:pt x="4252" y="7108"/>
                    <a:pt x="4596" y="6526"/>
                  </a:cubicBezTo>
                  <a:lnTo>
                    <a:pt x="5356" y="6906"/>
                  </a:lnTo>
                  <a:cubicBezTo>
                    <a:pt x="5534" y="6993"/>
                    <a:pt x="5649" y="7181"/>
                    <a:pt x="5645" y="7378"/>
                  </a:cubicBezTo>
                  <a:lnTo>
                    <a:pt x="5645" y="8956"/>
                  </a:lnTo>
                  <a:cubicBezTo>
                    <a:pt x="5645" y="9115"/>
                    <a:pt x="5765" y="9194"/>
                    <a:pt x="5885" y="9194"/>
                  </a:cubicBezTo>
                  <a:cubicBezTo>
                    <a:pt x="6005" y="9194"/>
                    <a:pt x="6126" y="9115"/>
                    <a:pt x="6126" y="8956"/>
                  </a:cubicBezTo>
                  <a:lnTo>
                    <a:pt x="6126" y="7383"/>
                  </a:lnTo>
                  <a:cubicBezTo>
                    <a:pt x="6131" y="7002"/>
                    <a:pt x="5914" y="6651"/>
                    <a:pt x="5572" y="6483"/>
                  </a:cubicBezTo>
                  <a:lnTo>
                    <a:pt x="4615" y="6002"/>
                  </a:lnTo>
                  <a:cubicBezTo>
                    <a:pt x="5255" y="5819"/>
                    <a:pt x="5654" y="5578"/>
                    <a:pt x="5856" y="5443"/>
                  </a:cubicBezTo>
                  <a:cubicBezTo>
                    <a:pt x="6049" y="5309"/>
                    <a:pt x="6121" y="5063"/>
                    <a:pt x="6029" y="4847"/>
                  </a:cubicBezTo>
                  <a:cubicBezTo>
                    <a:pt x="5842" y="4390"/>
                    <a:pt x="5620" y="3519"/>
                    <a:pt x="5616" y="2571"/>
                  </a:cubicBezTo>
                  <a:cubicBezTo>
                    <a:pt x="5611" y="1252"/>
                    <a:pt x="4596" y="131"/>
                    <a:pt x="3311" y="11"/>
                  </a:cubicBezTo>
                  <a:cubicBezTo>
                    <a:pt x="3229" y="4"/>
                    <a:pt x="3148" y="0"/>
                    <a:pt x="30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87"/>
            <p:cNvSpPr/>
            <p:nvPr/>
          </p:nvSpPr>
          <p:spPr>
            <a:xfrm>
              <a:off x="5700565" y="3159918"/>
              <a:ext cx="12642" cy="39446"/>
            </a:xfrm>
            <a:custGeom>
              <a:rect b="b" l="l" r="r" t="t"/>
              <a:pathLst>
                <a:path extrusionOk="0" h="1504" w="482">
                  <a:moveTo>
                    <a:pt x="241" y="1"/>
                  </a:moveTo>
                  <a:cubicBezTo>
                    <a:pt x="106" y="1"/>
                    <a:pt x="0" y="106"/>
                    <a:pt x="0" y="241"/>
                  </a:cubicBezTo>
                  <a:lnTo>
                    <a:pt x="0" y="1261"/>
                  </a:lnTo>
                  <a:cubicBezTo>
                    <a:pt x="0" y="1422"/>
                    <a:pt x="121" y="1503"/>
                    <a:pt x="241" y="1503"/>
                  </a:cubicBezTo>
                  <a:cubicBezTo>
                    <a:pt x="361" y="1503"/>
                    <a:pt x="482" y="1422"/>
                    <a:pt x="482" y="1261"/>
                  </a:cubicBezTo>
                  <a:lnTo>
                    <a:pt x="482" y="241"/>
                  </a:lnTo>
                  <a:cubicBezTo>
                    <a:pt x="482" y="106"/>
                    <a:pt x="371"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87"/>
            <p:cNvSpPr/>
            <p:nvPr/>
          </p:nvSpPr>
          <p:spPr>
            <a:xfrm>
              <a:off x="5517078" y="3180113"/>
              <a:ext cx="14661" cy="12642"/>
            </a:xfrm>
            <a:custGeom>
              <a:rect b="b" l="l" r="r" t="t"/>
              <a:pathLst>
                <a:path extrusionOk="0" h="482" w="559">
                  <a:moveTo>
                    <a:pt x="326" y="0"/>
                  </a:moveTo>
                  <a:cubicBezTo>
                    <a:pt x="323" y="0"/>
                    <a:pt x="321" y="0"/>
                    <a:pt x="318" y="0"/>
                  </a:cubicBezTo>
                  <a:cubicBezTo>
                    <a:pt x="106" y="0"/>
                    <a:pt x="0" y="260"/>
                    <a:pt x="149" y="409"/>
                  </a:cubicBezTo>
                  <a:cubicBezTo>
                    <a:pt x="199" y="459"/>
                    <a:pt x="259" y="481"/>
                    <a:pt x="318" y="481"/>
                  </a:cubicBezTo>
                  <a:cubicBezTo>
                    <a:pt x="442" y="481"/>
                    <a:pt x="558" y="384"/>
                    <a:pt x="558" y="241"/>
                  </a:cubicBezTo>
                  <a:cubicBezTo>
                    <a:pt x="558" y="109"/>
                    <a:pt x="457"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87"/>
            <p:cNvSpPr/>
            <p:nvPr/>
          </p:nvSpPr>
          <p:spPr>
            <a:xfrm>
              <a:off x="5417492" y="3160128"/>
              <a:ext cx="89514" cy="53189"/>
            </a:xfrm>
            <a:custGeom>
              <a:rect b="b" l="l" r="r" t="t"/>
              <a:pathLst>
                <a:path extrusionOk="0" h="2028" w="3413">
                  <a:moveTo>
                    <a:pt x="1282" y="0"/>
                  </a:moveTo>
                  <a:cubicBezTo>
                    <a:pt x="1240" y="0"/>
                    <a:pt x="1195" y="12"/>
                    <a:pt x="1151" y="41"/>
                  </a:cubicBezTo>
                  <a:lnTo>
                    <a:pt x="131" y="811"/>
                  </a:lnTo>
                  <a:cubicBezTo>
                    <a:pt x="1" y="907"/>
                    <a:pt x="1" y="1094"/>
                    <a:pt x="131" y="1191"/>
                  </a:cubicBezTo>
                  <a:lnTo>
                    <a:pt x="1151" y="1961"/>
                  </a:lnTo>
                  <a:cubicBezTo>
                    <a:pt x="1204" y="2008"/>
                    <a:pt x="1259" y="2027"/>
                    <a:pt x="1311" y="2027"/>
                  </a:cubicBezTo>
                  <a:cubicBezTo>
                    <a:pt x="1516" y="2027"/>
                    <a:pt x="1673" y="1725"/>
                    <a:pt x="1439" y="1576"/>
                  </a:cubicBezTo>
                  <a:lnTo>
                    <a:pt x="992" y="1239"/>
                  </a:lnTo>
                  <a:lnTo>
                    <a:pt x="3090" y="1239"/>
                  </a:lnTo>
                  <a:cubicBezTo>
                    <a:pt x="3412" y="1239"/>
                    <a:pt x="3412" y="758"/>
                    <a:pt x="3090" y="758"/>
                  </a:cubicBezTo>
                  <a:lnTo>
                    <a:pt x="3090" y="762"/>
                  </a:lnTo>
                  <a:lnTo>
                    <a:pt x="992" y="762"/>
                  </a:lnTo>
                  <a:lnTo>
                    <a:pt x="1439" y="426"/>
                  </a:lnTo>
                  <a:cubicBezTo>
                    <a:pt x="1621" y="263"/>
                    <a:pt x="1478"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87"/>
            <p:cNvSpPr/>
            <p:nvPr/>
          </p:nvSpPr>
          <p:spPr>
            <a:xfrm>
              <a:off x="5543961" y="3160128"/>
              <a:ext cx="89357" cy="53294"/>
            </a:xfrm>
            <a:custGeom>
              <a:rect b="b" l="l" r="r" t="t"/>
              <a:pathLst>
                <a:path extrusionOk="0" h="2032" w="3407">
                  <a:moveTo>
                    <a:pt x="2126" y="0"/>
                  </a:moveTo>
                  <a:cubicBezTo>
                    <a:pt x="1931" y="0"/>
                    <a:pt x="1790" y="263"/>
                    <a:pt x="1968" y="426"/>
                  </a:cubicBezTo>
                  <a:lnTo>
                    <a:pt x="2420" y="762"/>
                  </a:lnTo>
                  <a:lnTo>
                    <a:pt x="322" y="762"/>
                  </a:lnTo>
                  <a:cubicBezTo>
                    <a:pt x="0" y="762"/>
                    <a:pt x="0" y="1244"/>
                    <a:pt x="322" y="1244"/>
                  </a:cubicBezTo>
                  <a:lnTo>
                    <a:pt x="2420" y="1244"/>
                  </a:lnTo>
                  <a:lnTo>
                    <a:pt x="1968" y="1580"/>
                  </a:lnTo>
                  <a:cubicBezTo>
                    <a:pt x="1734" y="1726"/>
                    <a:pt x="1892" y="2032"/>
                    <a:pt x="2097" y="2032"/>
                  </a:cubicBezTo>
                  <a:cubicBezTo>
                    <a:pt x="2149" y="2032"/>
                    <a:pt x="2204" y="2012"/>
                    <a:pt x="2257" y="1965"/>
                  </a:cubicBezTo>
                  <a:lnTo>
                    <a:pt x="3282" y="1195"/>
                  </a:lnTo>
                  <a:cubicBezTo>
                    <a:pt x="3407" y="1099"/>
                    <a:pt x="3407" y="907"/>
                    <a:pt x="3282" y="811"/>
                  </a:cubicBezTo>
                  <a:lnTo>
                    <a:pt x="2257" y="41"/>
                  </a:lnTo>
                  <a:cubicBezTo>
                    <a:pt x="2212" y="12"/>
                    <a:pt x="2168" y="0"/>
                    <a:pt x="2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1" name="Google Shape;16131;p87"/>
          <p:cNvGrpSpPr/>
          <p:nvPr/>
        </p:nvGrpSpPr>
        <p:grpSpPr>
          <a:xfrm>
            <a:off x="4890477" y="2430348"/>
            <a:ext cx="389872" cy="338151"/>
            <a:chOff x="4890477" y="2430348"/>
            <a:chExt cx="389872" cy="338151"/>
          </a:xfrm>
        </p:grpSpPr>
        <p:sp>
          <p:nvSpPr>
            <p:cNvPr id="16132" name="Google Shape;16132;p87"/>
            <p:cNvSpPr/>
            <p:nvPr/>
          </p:nvSpPr>
          <p:spPr>
            <a:xfrm>
              <a:off x="4977054" y="2472521"/>
              <a:ext cx="48364" cy="42305"/>
            </a:xfrm>
            <a:custGeom>
              <a:rect b="b" l="l" r="r" t="t"/>
              <a:pathLst>
                <a:path extrusionOk="0" h="1613" w="1844">
                  <a:moveTo>
                    <a:pt x="920" y="0"/>
                  </a:moveTo>
                  <a:cubicBezTo>
                    <a:pt x="415" y="0"/>
                    <a:pt x="1" y="361"/>
                    <a:pt x="1" y="808"/>
                  </a:cubicBezTo>
                  <a:cubicBezTo>
                    <a:pt x="1" y="1251"/>
                    <a:pt x="415" y="1612"/>
                    <a:pt x="920" y="1612"/>
                  </a:cubicBezTo>
                  <a:cubicBezTo>
                    <a:pt x="1430" y="1612"/>
                    <a:pt x="1844" y="1251"/>
                    <a:pt x="1844" y="808"/>
                  </a:cubicBezTo>
                  <a:cubicBezTo>
                    <a:pt x="1844" y="361"/>
                    <a:pt x="1430" y="0"/>
                    <a:pt x="92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87"/>
            <p:cNvSpPr/>
            <p:nvPr/>
          </p:nvSpPr>
          <p:spPr>
            <a:xfrm>
              <a:off x="4977054" y="2472521"/>
              <a:ext cx="33230" cy="42305"/>
            </a:xfrm>
            <a:custGeom>
              <a:rect b="b" l="l" r="r" t="t"/>
              <a:pathLst>
                <a:path extrusionOk="0" h="1613" w="1267">
                  <a:moveTo>
                    <a:pt x="920" y="0"/>
                  </a:moveTo>
                  <a:cubicBezTo>
                    <a:pt x="415" y="0"/>
                    <a:pt x="1" y="361"/>
                    <a:pt x="1" y="808"/>
                  </a:cubicBezTo>
                  <a:cubicBezTo>
                    <a:pt x="1" y="1251"/>
                    <a:pt x="415" y="1612"/>
                    <a:pt x="920" y="1612"/>
                  </a:cubicBezTo>
                  <a:cubicBezTo>
                    <a:pt x="1040" y="1612"/>
                    <a:pt x="1156" y="1593"/>
                    <a:pt x="1266" y="1554"/>
                  </a:cubicBezTo>
                  <a:cubicBezTo>
                    <a:pt x="934" y="1434"/>
                    <a:pt x="694" y="1145"/>
                    <a:pt x="694" y="808"/>
                  </a:cubicBezTo>
                  <a:cubicBezTo>
                    <a:pt x="694" y="472"/>
                    <a:pt x="934" y="183"/>
                    <a:pt x="1266" y="63"/>
                  </a:cubicBezTo>
                  <a:cubicBezTo>
                    <a:pt x="1156" y="24"/>
                    <a:pt x="1040" y="0"/>
                    <a:pt x="920"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87"/>
            <p:cNvSpPr/>
            <p:nvPr/>
          </p:nvSpPr>
          <p:spPr>
            <a:xfrm>
              <a:off x="4959009" y="2496729"/>
              <a:ext cx="84453" cy="84453"/>
            </a:xfrm>
            <a:custGeom>
              <a:rect b="b" l="l" r="r" t="t"/>
              <a:pathLst>
                <a:path extrusionOk="0" h="3220" w="3220">
                  <a:moveTo>
                    <a:pt x="1608" y="1"/>
                  </a:moveTo>
                  <a:cubicBezTo>
                    <a:pt x="718" y="1"/>
                    <a:pt x="1" y="723"/>
                    <a:pt x="1" y="1608"/>
                  </a:cubicBezTo>
                  <a:cubicBezTo>
                    <a:pt x="1" y="2498"/>
                    <a:pt x="718" y="3220"/>
                    <a:pt x="1608" y="3220"/>
                  </a:cubicBezTo>
                  <a:cubicBezTo>
                    <a:pt x="2498" y="3220"/>
                    <a:pt x="3220" y="2498"/>
                    <a:pt x="3220" y="1608"/>
                  </a:cubicBezTo>
                  <a:cubicBezTo>
                    <a:pt x="3220" y="723"/>
                    <a:pt x="2498" y="1"/>
                    <a:pt x="1608"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87"/>
            <p:cNvSpPr/>
            <p:nvPr/>
          </p:nvSpPr>
          <p:spPr>
            <a:xfrm>
              <a:off x="4974588" y="2496729"/>
              <a:ext cx="70657" cy="76007"/>
            </a:xfrm>
            <a:custGeom>
              <a:rect b="b" l="l" r="r" t="t"/>
              <a:pathLst>
                <a:path extrusionOk="0" h="2898" w="2694">
                  <a:moveTo>
                    <a:pt x="1023" y="1"/>
                  </a:moveTo>
                  <a:cubicBezTo>
                    <a:pt x="252" y="1"/>
                    <a:pt x="0" y="1060"/>
                    <a:pt x="691" y="1396"/>
                  </a:cubicBezTo>
                  <a:cubicBezTo>
                    <a:pt x="711" y="1406"/>
                    <a:pt x="730" y="1416"/>
                    <a:pt x="749" y="1425"/>
                  </a:cubicBezTo>
                  <a:lnTo>
                    <a:pt x="1553" y="2878"/>
                  </a:lnTo>
                  <a:cubicBezTo>
                    <a:pt x="1553" y="2878"/>
                    <a:pt x="1764" y="2893"/>
                    <a:pt x="1981" y="2898"/>
                  </a:cubicBezTo>
                  <a:cubicBezTo>
                    <a:pt x="2452" y="2546"/>
                    <a:pt x="2693" y="1969"/>
                    <a:pt x="2611" y="1387"/>
                  </a:cubicBezTo>
                  <a:cubicBezTo>
                    <a:pt x="2520" y="723"/>
                    <a:pt x="2024" y="189"/>
                    <a:pt x="1375" y="39"/>
                  </a:cubicBezTo>
                  <a:cubicBezTo>
                    <a:pt x="1259" y="15"/>
                    <a:pt x="1144" y="1"/>
                    <a:pt x="1028" y="1"/>
                  </a:cubicBezTo>
                  <a:cubicBezTo>
                    <a:pt x="1026" y="1"/>
                    <a:pt x="1025" y="1"/>
                    <a:pt x="10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87"/>
            <p:cNvSpPr/>
            <p:nvPr/>
          </p:nvSpPr>
          <p:spPr>
            <a:xfrm>
              <a:off x="5079656" y="2436406"/>
              <a:ext cx="180996" cy="176721"/>
            </a:xfrm>
            <a:custGeom>
              <a:rect b="b" l="l" r="r" t="t"/>
              <a:pathLst>
                <a:path extrusionOk="0" h="6738" w="6901">
                  <a:moveTo>
                    <a:pt x="689" y="1"/>
                  </a:moveTo>
                  <a:cubicBezTo>
                    <a:pt x="309" y="1"/>
                    <a:pt x="1" y="309"/>
                    <a:pt x="1" y="689"/>
                  </a:cubicBezTo>
                  <a:lnTo>
                    <a:pt x="1" y="4370"/>
                  </a:lnTo>
                  <a:cubicBezTo>
                    <a:pt x="1" y="4750"/>
                    <a:pt x="309" y="5063"/>
                    <a:pt x="689" y="5063"/>
                  </a:cubicBezTo>
                  <a:lnTo>
                    <a:pt x="1382" y="5063"/>
                  </a:lnTo>
                  <a:lnTo>
                    <a:pt x="997" y="6593"/>
                  </a:lnTo>
                  <a:cubicBezTo>
                    <a:pt x="975" y="6672"/>
                    <a:pt x="1037" y="6738"/>
                    <a:pt x="1106" y="6738"/>
                  </a:cubicBezTo>
                  <a:cubicBezTo>
                    <a:pt x="1129" y="6738"/>
                    <a:pt x="1153" y="6730"/>
                    <a:pt x="1175" y="6713"/>
                  </a:cubicBezTo>
                  <a:lnTo>
                    <a:pt x="3451" y="5063"/>
                  </a:lnTo>
                  <a:lnTo>
                    <a:pt x="6213" y="5063"/>
                  </a:lnTo>
                  <a:cubicBezTo>
                    <a:pt x="6593" y="5063"/>
                    <a:pt x="6901" y="4750"/>
                    <a:pt x="6901" y="4370"/>
                  </a:cubicBezTo>
                  <a:lnTo>
                    <a:pt x="6901" y="689"/>
                  </a:lnTo>
                  <a:cubicBezTo>
                    <a:pt x="6901" y="309"/>
                    <a:pt x="6593" y="1"/>
                    <a:pt x="6213"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87"/>
            <p:cNvSpPr/>
            <p:nvPr/>
          </p:nvSpPr>
          <p:spPr>
            <a:xfrm>
              <a:off x="4946761" y="2578769"/>
              <a:ext cx="108687" cy="84584"/>
            </a:xfrm>
            <a:custGeom>
              <a:rect b="b" l="l" r="r" t="t"/>
              <a:pathLst>
                <a:path extrusionOk="0" h="3225" w="4144">
                  <a:moveTo>
                    <a:pt x="1382" y="1"/>
                  </a:moveTo>
                  <a:lnTo>
                    <a:pt x="1382" y="693"/>
                  </a:lnTo>
                  <a:cubicBezTo>
                    <a:pt x="1382" y="867"/>
                    <a:pt x="1286" y="1025"/>
                    <a:pt x="1132" y="1102"/>
                  </a:cubicBezTo>
                  <a:lnTo>
                    <a:pt x="386" y="1478"/>
                  </a:lnTo>
                  <a:cubicBezTo>
                    <a:pt x="150" y="1593"/>
                    <a:pt x="6" y="1834"/>
                    <a:pt x="1" y="2094"/>
                  </a:cubicBezTo>
                  <a:lnTo>
                    <a:pt x="1" y="3224"/>
                  </a:lnTo>
                  <a:lnTo>
                    <a:pt x="4144" y="3224"/>
                  </a:lnTo>
                  <a:lnTo>
                    <a:pt x="4144" y="2094"/>
                  </a:lnTo>
                  <a:cubicBezTo>
                    <a:pt x="4144" y="1834"/>
                    <a:pt x="3999" y="1593"/>
                    <a:pt x="3769" y="1478"/>
                  </a:cubicBezTo>
                  <a:lnTo>
                    <a:pt x="3023" y="1102"/>
                  </a:lnTo>
                  <a:cubicBezTo>
                    <a:pt x="2864" y="1025"/>
                    <a:pt x="2768" y="867"/>
                    <a:pt x="2768" y="693"/>
                  </a:cubicBezTo>
                  <a:lnTo>
                    <a:pt x="276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87"/>
            <p:cNvSpPr/>
            <p:nvPr/>
          </p:nvSpPr>
          <p:spPr>
            <a:xfrm>
              <a:off x="4946892" y="2610452"/>
              <a:ext cx="108687" cy="91508"/>
            </a:xfrm>
            <a:custGeom>
              <a:rect b="b" l="l" r="r" t="t"/>
              <a:pathLst>
                <a:path extrusionOk="0" h="3489" w="4144">
                  <a:moveTo>
                    <a:pt x="915" y="0"/>
                  </a:moveTo>
                  <a:lnTo>
                    <a:pt x="381" y="270"/>
                  </a:lnTo>
                  <a:cubicBezTo>
                    <a:pt x="150" y="385"/>
                    <a:pt x="1" y="621"/>
                    <a:pt x="1" y="886"/>
                  </a:cubicBezTo>
                  <a:lnTo>
                    <a:pt x="1" y="2796"/>
                  </a:lnTo>
                  <a:cubicBezTo>
                    <a:pt x="1" y="3176"/>
                    <a:pt x="309" y="3489"/>
                    <a:pt x="694" y="3489"/>
                  </a:cubicBezTo>
                  <a:lnTo>
                    <a:pt x="4144" y="3489"/>
                  </a:lnTo>
                  <a:lnTo>
                    <a:pt x="4144" y="886"/>
                  </a:lnTo>
                  <a:cubicBezTo>
                    <a:pt x="4144" y="621"/>
                    <a:pt x="3994" y="385"/>
                    <a:pt x="3764" y="270"/>
                  </a:cubicBezTo>
                  <a:lnTo>
                    <a:pt x="3229" y="0"/>
                  </a:lnTo>
                  <a:cubicBezTo>
                    <a:pt x="2763" y="34"/>
                    <a:pt x="2561" y="496"/>
                    <a:pt x="2070" y="496"/>
                  </a:cubicBezTo>
                  <a:cubicBezTo>
                    <a:pt x="1584" y="496"/>
                    <a:pt x="1382" y="34"/>
                    <a:pt x="91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87"/>
            <p:cNvSpPr/>
            <p:nvPr/>
          </p:nvSpPr>
          <p:spPr>
            <a:xfrm>
              <a:off x="4946892" y="2622700"/>
              <a:ext cx="54422" cy="79128"/>
            </a:xfrm>
            <a:custGeom>
              <a:rect b="b" l="l" r="r" t="t"/>
              <a:pathLst>
                <a:path extrusionOk="0" h="3017" w="2075">
                  <a:moveTo>
                    <a:pt x="140" y="0"/>
                  </a:moveTo>
                  <a:cubicBezTo>
                    <a:pt x="49" y="120"/>
                    <a:pt x="1" y="265"/>
                    <a:pt x="1" y="414"/>
                  </a:cubicBezTo>
                  <a:lnTo>
                    <a:pt x="1" y="2324"/>
                  </a:lnTo>
                  <a:cubicBezTo>
                    <a:pt x="1" y="2709"/>
                    <a:pt x="309" y="3017"/>
                    <a:pt x="694" y="3017"/>
                  </a:cubicBezTo>
                  <a:lnTo>
                    <a:pt x="2075" y="3017"/>
                  </a:lnTo>
                  <a:lnTo>
                    <a:pt x="2075" y="2098"/>
                  </a:lnTo>
                  <a:lnTo>
                    <a:pt x="1156" y="2098"/>
                  </a:lnTo>
                  <a:cubicBezTo>
                    <a:pt x="1026" y="2098"/>
                    <a:pt x="925" y="1997"/>
                    <a:pt x="920" y="1872"/>
                  </a:cubicBezTo>
                  <a:lnTo>
                    <a:pt x="920" y="847"/>
                  </a:lnTo>
                  <a:cubicBezTo>
                    <a:pt x="920" y="707"/>
                    <a:pt x="857" y="573"/>
                    <a:pt x="751" y="486"/>
                  </a:cubicBezTo>
                  <a:lnTo>
                    <a:pt x="140"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87"/>
            <p:cNvSpPr/>
            <p:nvPr/>
          </p:nvSpPr>
          <p:spPr>
            <a:xfrm>
              <a:off x="4965330" y="2533946"/>
              <a:ext cx="72073" cy="59353"/>
            </a:xfrm>
            <a:custGeom>
              <a:rect b="b" l="l" r="r" t="t"/>
              <a:pathLst>
                <a:path extrusionOk="0" h="2263" w="2748">
                  <a:moveTo>
                    <a:pt x="1051" y="0"/>
                  </a:moveTo>
                  <a:cubicBezTo>
                    <a:pt x="964" y="0"/>
                    <a:pt x="883" y="51"/>
                    <a:pt x="842" y="131"/>
                  </a:cubicBezTo>
                  <a:cubicBezTo>
                    <a:pt x="770" y="290"/>
                    <a:pt x="659" y="430"/>
                    <a:pt x="530" y="545"/>
                  </a:cubicBezTo>
                  <a:cubicBezTo>
                    <a:pt x="477" y="593"/>
                    <a:pt x="424" y="632"/>
                    <a:pt x="371" y="675"/>
                  </a:cubicBezTo>
                  <a:cubicBezTo>
                    <a:pt x="92" y="863"/>
                    <a:pt x="0" y="1233"/>
                    <a:pt x="149" y="1532"/>
                  </a:cubicBezTo>
                  <a:cubicBezTo>
                    <a:pt x="390" y="1979"/>
                    <a:pt x="857" y="2263"/>
                    <a:pt x="1367" y="2263"/>
                  </a:cubicBezTo>
                  <a:cubicBezTo>
                    <a:pt x="2089" y="2263"/>
                    <a:pt x="2690" y="1705"/>
                    <a:pt x="2743" y="988"/>
                  </a:cubicBezTo>
                  <a:cubicBezTo>
                    <a:pt x="2748" y="920"/>
                    <a:pt x="2719" y="853"/>
                    <a:pt x="2666" y="810"/>
                  </a:cubicBezTo>
                  <a:cubicBezTo>
                    <a:pt x="2214" y="425"/>
                    <a:pt x="1680" y="151"/>
                    <a:pt x="1102" y="6"/>
                  </a:cubicBezTo>
                  <a:cubicBezTo>
                    <a:pt x="1085" y="2"/>
                    <a:pt x="1068" y="0"/>
                    <a:pt x="105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87"/>
            <p:cNvSpPr/>
            <p:nvPr/>
          </p:nvSpPr>
          <p:spPr>
            <a:xfrm>
              <a:off x="4965330" y="2533946"/>
              <a:ext cx="72073" cy="58723"/>
            </a:xfrm>
            <a:custGeom>
              <a:rect b="b" l="l" r="r" t="t"/>
              <a:pathLst>
                <a:path extrusionOk="0" h="2239" w="2748">
                  <a:moveTo>
                    <a:pt x="1051" y="0"/>
                  </a:moveTo>
                  <a:cubicBezTo>
                    <a:pt x="964" y="0"/>
                    <a:pt x="883" y="51"/>
                    <a:pt x="842" y="131"/>
                  </a:cubicBezTo>
                  <a:cubicBezTo>
                    <a:pt x="789" y="242"/>
                    <a:pt x="717" y="348"/>
                    <a:pt x="635" y="439"/>
                  </a:cubicBezTo>
                  <a:cubicBezTo>
                    <a:pt x="602" y="478"/>
                    <a:pt x="563" y="511"/>
                    <a:pt x="530" y="545"/>
                  </a:cubicBezTo>
                  <a:cubicBezTo>
                    <a:pt x="481" y="588"/>
                    <a:pt x="428" y="627"/>
                    <a:pt x="376" y="665"/>
                  </a:cubicBezTo>
                  <a:cubicBezTo>
                    <a:pt x="44" y="877"/>
                    <a:pt x="0" y="1301"/>
                    <a:pt x="202" y="1613"/>
                  </a:cubicBezTo>
                  <a:cubicBezTo>
                    <a:pt x="414" y="1950"/>
                    <a:pt x="765" y="2181"/>
                    <a:pt x="1160" y="2239"/>
                  </a:cubicBezTo>
                  <a:cubicBezTo>
                    <a:pt x="881" y="2051"/>
                    <a:pt x="679" y="1801"/>
                    <a:pt x="679" y="1339"/>
                  </a:cubicBezTo>
                  <a:lnTo>
                    <a:pt x="679" y="1156"/>
                  </a:lnTo>
                  <a:cubicBezTo>
                    <a:pt x="727" y="1118"/>
                    <a:pt x="780" y="1079"/>
                    <a:pt x="833" y="1031"/>
                  </a:cubicBezTo>
                  <a:cubicBezTo>
                    <a:pt x="963" y="920"/>
                    <a:pt x="1073" y="791"/>
                    <a:pt x="1165" y="646"/>
                  </a:cubicBezTo>
                  <a:cubicBezTo>
                    <a:pt x="1603" y="781"/>
                    <a:pt x="2012" y="1007"/>
                    <a:pt x="2363" y="1305"/>
                  </a:cubicBezTo>
                  <a:cubicBezTo>
                    <a:pt x="2406" y="1344"/>
                    <a:pt x="2469" y="1397"/>
                    <a:pt x="2599" y="1517"/>
                  </a:cubicBezTo>
                  <a:cubicBezTo>
                    <a:pt x="2676" y="1387"/>
                    <a:pt x="2733" y="1137"/>
                    <a:pt x="2748" y="993"/>
                  </a:cubicBezTo>
                  <a:cubicBezTo>
                    <a:pt x="2748" y="920"/>
                    <a:pt x="2719" y="853"/>
                    <a:pt x="2666" y="805"/>
                  </a:cubicBezTo>
                  <a:cubicBezTo>
                    <a:pt x="2214" y="425"/>
                    <a:pt x="1680" y="151"/>
                    <a:pt x="1102" y="6"/>
                  </a:cubicBezTo>
                  <a:cubicBezTo>
                    <a:pt x="1085" y="2"/>
                    <a:pt x="1068" y="0"/>
                    <a:pt x="105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87"/>
            <p:cNvSpPr/>
            <p:nvPr/>
          </p:nvSpPr>
          <p:spPr>
            <a:xfrm>
              <a:off x="4995229" y="2641479"/>
              <a:ext cx="84453" cy="60481"/>
            </a:xfrm>
            <a:custGeom>
              <a:rect b="b" l="l" r="r" t="t"/>
              <a:pathLst>
                <a:path extrusionOk="0" h="2306" w="3220">
                  <a:moveTo>
                    <a:pt x="227" y="1"/>
                  </a:moveTo>
                  <a:cubicBezTo>
                    <a:pt x="102" y="1"/>
                    <a:pt x="1" y="107"/>
                    <a:pt x="1" y="232"/>
                  </a:cubicBezTo>
                  <a:lnTo>
                    <a:pt x="1" y="2075"/>
                  </a:lnTo>
                  <a:cubicBezTo>
                    <a:pt x="1" y="2200"/>
                    <a:pt x="102" y="2306"/>
                    <a:pt x="227" y="2306"/>
                  </a:cubicBezTo>
                  <a:lnTo>
                    <a:pt x="2989" y="2306"/>
                  </a:lnTo>
                  <a:cubicBezTo>
                    <a:pt x="3119" y="2306"/>
                    <a:pt x="3220" y="2200"/>
                    <a:pt x="3220" y="2075"/>
                  </a:cubicBezTo>
                  <a:lnTo>
                    <a:pt x="3220" y="232"/>
                  </a:lnTo>
                  <a:cubicBezTo>
                    <a:pt x="3220" y="107"/>
                    <a:pt x="3119" y="1"/>
                    <a:pt x="2989"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87"/>
            <p:cNvSpPr/>
            <p:nvPr/>
          </p:nvSpPr>
          <p:spPr>
            <a:xfrm>
              <a:off x="4910672" y="2701933"/>
              <a:ext cx="349980" cy="24129"/>
            </a:xfrm>
            <a:custGeom>
              <a:rect b="b" l="l" r="r" t="t"/>
              <a:pathLst>
                <a:path extrusionOk="0" h="920" w="13344">
                  <a:moveTo>
                    <a:pt x="1" y="1"/>
                  </a:moveTo>
                  <a:lnTo>
                    <a:pt x="1" y="920"/>
                  </a:lnTo>
                  <a:lnTo>
                    <a:pt x="13344" y="920"/>
                  </a:lnTo>
                  <a:lnTo>
                    <a:pt x="1334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87"/>
            <p:cNvSpPr/>
            <p:nvPr/>
          </p:nvSpPr>
          <p:spPr>
            <a:xfrm>
              <a:off x="4890477" y="2466699"/>
              <a:ext cx="389872" cy="301800"/>
            </a:xfrm>
            <a:custGeom>
              <a:rect b="b" l="l" r="r" t="t"/>
              <a:pathLst>
                <a:path extrusionOk="0" h="11507" w="14865">
                  <a:moveTo>
                    <a:pt x="4216" y="429"/>
                  </a:moveTo>
                  <a:cubicBezTo>
                    <a:pt x="4606" y="429"/>
                    <a:pt x="4923" y="694"/>
                    <a:pt x="4923" y="1021"/>
                  </a:cubicBezTo>
                  <a:lnTo>
                    <a:pt x="4923" y="1064"/>
                  </a:lnTo>
                  <a:cubicBezTo>
                    <a:pt x="4700" y="970"/>
                    <a:pt x="4460" y="923"/>
                    <a:pt x="4221" y="923"/>
                  </a:cubicBezTo>
                  <a:cubicBezTo>
                    <a:pt x="3981" y="923"/>
                    <a:pt x="3742" y="970"/>
                    <a:pt x="3518" y="1064"/>
                  </a:cubicBezTo>
                  <a:cubicBezTo>
                    <a:pt x="3513" y="1050"/>
                    <a:pt x="3513" y="1035"/>
                    <a:pt x="3513" y="1021"/>
                  </a:cubicBezTo>
                  <a:cubicBezTo>
                    <a:pt x="3513" y="698"/>
                    <a:pt x="3826" y="429"/>
                    <a:pt x="4216" y="429"/>
                  </a:cubicBezTo>
                  <a:close/>
                  <a:moveTo>
                    <a:pt x="4223" y="1348"/>
                  </a:moveTo>
                  <a:cubicBezTo>
                    <a:pt x="5159" y="1348"/>
                    <a:pt x="5848" y="2269"/>
                    <a:pt x="5544" y="3186"/>
                  </a:cubicBezTo>
                  <a:cubicBezTo>
                    <a:pt x="4933" y="2565"/>
                    <a:pt x="3855" y="2320"/>
                    <a:pt x="3797" y="2310"/>
                  </a:cubicBezTo>
                  <a:cubicBezTo>
                    <a:pt x="3779" y="2305"/>
                    <a:pt x="3760" y="2302"/>
                    <a:pt x="3742" y="2302"/>
                  </a:cubicBezTo>
                  <a:cubicBezTo>
                    <a:pt x="3697" y="2302"/>
                    <a:pt x="3652" y="2318"/>
                    <a:pt x="3615" y="2349"/>
                  </a:cubicBezTo>
                  <a:cubicBezTo>
                    <a:pt x="3562" y="2392"/>
                    <a:pt x="3533" y="2455"/>
                    <a:pt x="3538" y="2517"/>
                  </a:cubicBezTo>
                  <a:cubicBezTo>
                    <a:pt x="3518" y="2638"/>
                    <a:pt x="3461" y="2748"/>
                    <a:pt x="3369" y="2830"/>
                  </a:cubicBezTo>
                  <a:cubicBezTo>
                    <a:pt x="3197" y="2984"/>
                    <a:pt x="3345" y="3210"/>
                    <a:pt x="3515" y="3210"/>
                  </a:cubicBezTo>
                  <a:cubicBezTo>
                    <a:pt x="3568" y="3210"/>
                    <a:pt x="3624" y="3187"/>
                    <a:pt x="3672" y="3133"/>
                  </a:cubicBezTo>
                  <a:cubicBezTo>
                    <a:pt x="3773" y="3032"/>
                    <a:pt x="3855" y="2917"/>
                    <a:pt x="3908" y="2787"/>
                  </a:cubicBezTo>
                  <a:cubicBezTo>
                    <a:pt x="4269" y="2893"/>
                    <a:pt x="5024" y="3167"/>
                    <a:pt x="5361" y="3643"/>
                  </a:cubicBezTo>
                  <a:cubicBezTo>
                    <a:pt x="5267" y="4203"/>
                    <a:pt x="4782" y="4611"/>
                    <a:pt x="4216" y="4611"/>
                  </a:cubicBezTo>
                  <a:cubicBezTo>
                    <a:pt x="4204" y="4611"/>
                    <a:pt x="4191" y="4611"/>
                    <a:pt x="4177" y="4610"/>
                  </a:cubicBezTo>
                  <a:cubicBezTo>
                    <a:pt x="3595" y="4591"/>
                    <a:pt x="3119" y="4148"/>
                    <a:pt x="3052" y="3571"/>
                  </a:cubicBezTo>
                  <a:lnTo>
                    <a:pt x="3056" y="3571"/>
                  </a:lnTo>
                  <a:cubicBezTo>
                    <a:pt x="3052" y="3537"/>
                    <a:pt x="3042" y="3509"/>
                    <a:pt x="3023" y="3480"/>
                  </a:cubicBezTo>
                  <a:cubicBezTo>
                    <a:pt x="2489" y="2609"/>
                    <a:pt x="3037" y="1473"/>
                    <a:pt x="4052" y="1358"/>
                  </a:cubicBezTo>
                  <a:cubicBezTo>
                    <a:pt x="4110" y="1351"/>
                    <a:pt x="4167" y="1348"/>
                    <a:pt x="4223" y="1348"/>
                  </a:cubicBezTo>
                  <a:close/>
                  <a:moveTo>
                    <a:pt x="4692" y="4966"/>
                  </a:moveTo>
                  <a:lnTo>
                    <a:pt x="4692" y="5197"/>
                  </a:lnTo>
                  <a:cubicBezTo>
                    <a:pt x="4692" y="5270"/>
                    <a:pt x="4712" y="5342"/>
                    <a:pt x="4745" y="5409"/>
                  </a:cubicBezTo>
                  <a:lnTo>
                    <a:pt x="4543" y="5602"/>
                  </a:lnTo>
                  <a:cubicBezTo>
                    <a:pt x="4452" y="5688"/>
                    <a:pt x="4334" y="5732"/>
                    <a:pt x="4216" y="5732"/>
                  </a:cubicBezTo>
                  <a:cubicBezTo>
                    <a:pt x="4098" y="5732"/>
                    <a:pt x="3980" y="5688"/>
                    <a:pt x="3889" y="5602"/>
                  </a:cubicBezTo>
                  <a:lnTo>
                    <a:pt x="3687" y="5409"/>
                  </a:lnTo>
                  <a:cubicBezTo>
                    <a:pt x="3720" y="5342"/>
                    <a:pt x="3740" y="5270"/>
                    <a:pt x="3740" y="5197"/>
                  </a:cubicBezTo>
                  <a:lnTo>
                    <a:pt x="3740" y="4966"/>
                  </a:lnTo>
                  <a:cubicBezTo>
                    <a:pt x="3894" y="5015"/>
                    <a:pt x="4052" y="5043"/>
                    <a:pt x="4216" y="5043"/>
                  </a:cubicBezTo>
                  <a:lnTo>
                    <a:pt x="4216" y="5039"/>
                  </a:lnTo>
                  <a:cubicBezTo>
                    <a:pt x="4380" y="5039"/>
                    <a:pt x="4538" y="5015"/>
                    <a:pt x="4692" y="4966"/>
                  </a:cubicBezTo>
                  <a:close/>
                  <a:moveTo>
                    <a:pt x="6983" y="6886"/>
                  </a:moveTo>
                  <a:cubicBezTo>
                    <a:pt x="6992" y="6886"/>
                    <a:pt x="7002" y="6891"/>
                    <a:pt x="7002" y="6901"/>
                  </a:cubicBezTo>
                  <a:lnTo>
                    <a:pt x="7002" y="8744"/>
                  </a:lnTo>
                  <a:cubicBezTo>
                    <a:pt x="7002" y="8753"/>
                    <a:pt x="6992" y="8758"/>
                    <a:pt x="6983" y="8758"/>
                  </a:cubicBezTo>
                  <a:lnTo>
                    <a:pt x="4216" y="8758"/>
                  </a:lnTo>
                  <a:cubicBezTo>
                    <a:pt x="4211" y="8758"/>
                    <a:pt x="4202" y="8753"/>
                    <a:pt x="4202" y="8744"/>
                  </a:cubicBezTo>
                  <a:lnTo>
                    <a:pt x="4202" y="6901"/>
                  </a:lnTo>
                  <a:cubicBezTo>
                    <a:pt x="4202" y="6891"/>
                    <a:pt x="4211" y="6886"/>
                    <a:pt x="4216" y="6886"/>
                  </a:cubicBezTo>
                  <a:close/>
                  <a:moveTo>
                    <a:pt x="5092" y="5674"/>
                  </a:moveTo>
                  <a:lnTo>
                    <a:pt x="5813" y="6035"/>
                  </a:lnTo>
                  <a:cubicBezTo>
                    <a:pt x="5977" y="6116"/>
                    <a:pt x="6078" y="6275"/>
                    <a:pt x="6078" y="6458"/>
                  </a:cubicBezTo>
                  <a:lnTo>
                    <a:pt x="4221" y="6458"/>
                  </a:lnTo>
                  <a:cubicBezTo>
                    <a:pt x="3971" y="6458"/>
                    <a:pt x="3773" y="6655"/>
                    <a:pt x="3773" y="6901"/>
                  </a:cubicBezTo>
                  <a:lnTo>
                    <a:pt x="3773" y="7839"/>
                  </a:lnTo>
                  <a:lnTo>
                    <a:pt x="3282" y="7839"/>
                  </a:lnTo>
                  <a:lnTo>
                    <a:pt x="3282" y="6954"/>
                  </a:lnTo>
                  <a:cubicBezTo>
                    <a:pt x="3275" y="6819"/>
                    <a:pt x="3171" y="6752"/>
                    <a:pt x="3066" y="6752"/>
                  </a:cubicBezTo>
                  <a:cubicBezTo>
                    <a:pt x="2961" y="6752"/>
                    <a:pt x="2857" y="6819"/>
                    <a:pt x="2849" y="6954"/>
                  </a:cubicBezTo>
                  <a:lnTo>
                    <a:pt x="2849" y="8056"/>
                  </a:lnTo>
                  <a:cubicBezTo>
                    <a:pt x="2849" y="8171"/>
                    <a:pt x="2946" y="8267"/>
                    <a:pt x="3066" y="8267"/>
                  </a:cubicBezTo>
                  <a:lnTo>
                    <a:pt x="3773" y="8267"/>
                  </a:lnTo>
                  <a:lnTo>
                    <a:pt x="3773" y="8744"/>
                  </a:lnTo>
                  <a:lnTo>
                    <a:pt x="3773" y="8758"/>
                  </a:lnTo>
                  <a:lnTo>
                    <a:pt x="2835" y="8758"/>
                  </a:lnTo>
                  <a:cubicBezTo>
                    <a:pt x="2832" y="8758"/>
                    <a:pt x="2829" y="8758"/>
                    <a:pt x="2826" y="8758"/>
                  </a:cubicBezTo>
                  <a:cubicBezTo>
                    <a:pt x="2566" y="8758"/>
                    <a:pt x="2359" y="8544"/>
                    <a:pt x="2359" y="8287"/>
                  </a:cubicBezTo>
                  <a:lnTo>
                    <a:pt x="2359" y="8282"/>
                  </a:lnTo>
                  <a:lnTo>
                    <a:pt x="2359" y="6463"/>
                  </a:lnTo>
                  <a:cubicBezTo>
                    <a:pt x="2354" y="6280"/>
                    <a:pt x="2460" y="6116"/>
                    <a:pt x="2618" y="6035"/>
                  </a:cubicBezTo>
                  <a:lnTo>
                    <a:pt x="3340" y="5674"/>
                  </a:lnTo>
                  <a:lnTo>
                    <a:pt x="3590" y="5914"/>
                  </a:lnTo>
                  <a:cubicBezTo>
                    <a:pt x="3766" y="6080"/>
                    <a:pt x="3991" y="6163"/>
                    <a:pt x="4216" y="6163"/>
                  </a:cubicBezTo>
                  <a:cubicBezTo>
                    <a:pt x="4441" y="6163"/>
                    <a:pt x="4666" y="6080"/>
                    <a:pt x="4842" y="5914"/>
                  </a:cubicBezTo>
                  <a:lnTo>
                    <a:pt x="5092" y="5674"/>
                  </a:lnTo>
                  <a:close/>
                  <a:moveTo>
                    <a:pt x="13916" y="9191"/>
                  </a:moveTo>
                  <a:lnTo>
                    <a:pt x="13916" y="9682"/>
                  </a:lnTo>
                  <a:lnTo>
                    <a:pt x="973" y="9682"/>
                  </a:lnTo>
                  <a:lnTo>
                    <a:pt x="973" y="9191"/>
                  </a:lnTo>
                  <a:close/>
                  <a:moveTo>
                    <a:pt x="4216" y="1"/>
                  </a:moveTo>
                  <a:cubicBezTo>
                    <a:pt x="3586" y="1"/>
                    <a:pt x="3076" y="458"/>
                    <a:pt x="3076" y="1021"/>
                  </a:cubicBezTo>
                  <a:cubicBezTo>
                    <a:pt x="3076" y="1112"/>
                    <a:pt x="3090" y="1204"/>
                    <a:pt x="3114" y="1290"/>
                  </a:cubicBezTo>
                  <a:cubicBezTo>
                    <a:pt x="2373" y="1844"/>
                    <a:pt x="2166" y="2864"/>
                    <a:pt x="2628" y="3662"/>
                  </a:cubicBezTo>
                  <a:cubicBezTo>
                    <a:pt x="2691" y="4110"/>
                    <a:pt x="2936" y="4505"/>
                    <a:pt x="3307" y="4760"/>
                  </a:cubicBezTo>
                  <a:lnTo>
                    <a:pt x="3307" y="5197"/>
                  </a:lnTo>
                  <a:cubicBezTo>
                    <a:pt x="3307" y="5202"/>
                    <a:pt x="3302" y="5207"/>
                    <a:pt x="3297" y="5212"/>
                  </a:cubicBezTo>
                  <a:lnTo>
                    <a:pt x="2431" y="5650"/>
                  </a:lnTo>
                  <a:cubicBezTo>
                    <a:pt x="2118" y="5804"/>
                    <a:pt x="1926" y="6116"/>
                    <a:pt x="1926" y="6463"/>
                  </a:cubicBezTo>
                  <a:lnTo>
                    <a:pt x="1926" y="8287"/>
                  </a:lnTo>
                  <a:cubicBezTo>
                    <a:pt x="1926" y="8450"/>
                    <a:pt x="1974" y="8619"/>
                    <a:pt x="2060" y="8758"/>
                  </a:cubicBezTo>
                  <a:lnTo>
                    <a:pt x="299" y="8758"/>
                  </a:lnTo>
                  <a:cubicBezTo>
                    <a:pt x="295" y="8758"/>
                    <a:pt x="290" y="8758"/>
                    <a:pt x="285" y="8758"/>
                  </a:cubicBezTo>
                  <a:cubicBezTo>
                    <a:pt x="1" y="8758"/>
                    <a:pt x="1" y="9191"/>
                    <a:pt x="285" y="9191"/>
                  </a:cubicBezTo>
                  <a:cubicBezTo>
                    <a:pt x="290" y="9191"/>
                    <a:pt x="295" y="9191"/>
                    <a:pt x="299" y="9191"/>
                  </a:cubicBezTo>
                  <a:lnTo>
                    <a:pt x="545" y="9191"/>
                  </a:lnTo>
                  <a:lnTo>
                    <a:pt x="545" y="11279"/>
                  </a:lnTo>
                  <a:cubicBezTo>
                    <a:pt x="535" y="11431"/>
                    <a:pt x="647" y="11507"/>
                    <a:pt x="759" y="11507"/>
                  </a:cubicBezTo>
                  <a:cubicBezTo>
                    <a:pt x="871" y="11507"/>
                    <a:pt x="982" y="11431"/>
                    <a:pt x="973" y="11279"/>
                  </a:cubicBezTo>
                  <a:lnTo>
                    <a:pt x="973" y="10115"/>
                  </a:lnTo>
                  <a:lnTo>
                    <a:pt x="13916" y="10115"/>
                  </a:lnTo>
                  <a:lnTo>
                    <a:pt x="13916" y="11279"/>
                  </a:lnTo>
                  <a:cubicBezTo>
                    <a:pt x="13924" y="11417"/>
                    <a:pt x="14028" y="11485"/>
                    <a:pt x="14133" y="11485"/>
                  </a:cubicBezTo>
                  <a:cubicBezTo>
                    <a:pt x="14238" y="11485"/>
                    <a:pt x="14342" y="11417"/>
                    <a:pt x="14350" y="11279"/>
                  </a:cubicBezTo>
                  <a:lnTo>
                    <a:pt x="14350" y="9191"/>
                  </a:lnTo>
                  <a:lnTo>
                    <a:pt x="14595" y="9191"/>
                  </a:lnTo>
                  <a:cubicBezTo>
                    <a:pt x="14864" y="9177"/>
                    <a:pt x="14864" y="8773"/>
                    <a:pt x="14595" y="8758"/>
                  </a:cubicBezTo>
                  <a:lnTo>
                    <a:pt x="7430" y="8758"/>
                  </a:lnTo>
                  <a:lnTo>
                    <a:pt x="7430" y="8744"/>
                  </a:lnTo>
                  <a:lnTo>
                    <a:pt x="7430" y="6901"/>
                  </a:lnTo>
                  <a:cubicBezTo>
                    <a:pt x="7430" y="6655"/>
                    <a:pt x="7228" y="6453"/>
                    <a:pt x="6983" y="6453"/>
                  </a:cubicBezTo>
                  <a:lnTo>
                    <a:pt x="6506" y="6453"/>
                  </a:lnTo>
                  <a:cubicBezTo>
                    <a:pt x="6506" y="6112"/>
                    <a:pt x="6309" y="5799"/>
                    <a:pt x="6006" y="5650"/>
                  </a:cubicBezTo>
                  <a:lnTo>
                    <a:pt x="5130" y="5212"/>
                  </a:lnTo>
                  <a:cubicBezTo>
                    <a:pt x="5125" y="5212"/>
                    <a:pt x="5121" y="5207"/>
                    <a:pt x="5121" y="5197"/>
                  </a:cubicBezTo>
                  <a:lnTo>
                    <a:pt x="5121" y="4760"/>
                  </a:lnTo>
                  <a:cubicBezTo>
                    <a:pt x="5491" y="4505"/>
                    <a:pt x="5736" y="4110"/>
                    <a:pt x="5799" y="3662"/>
                  </a:cubicBezTo>
                  <a:cubicBezTo>
                    <a:pt x="6261" y="2864"/>
                    <a:pt x="6054" y="1844"/>
                    <a:pt x="5313" y="1290"/>
                  </a:cubicBezTo>
                  <a:cubicBezTo>
                    <a:pt x="5337" y="1204"/>
                    <a:pt x="5352" y="1112"/>
                    <a:pt x="5352" y="1021"/>
                  </a:cubicBezTo>
                  <a:cubicBezTo>
                    <a:pt x="5352" y="458"/>
                    <a:pt x="4842" y="1"/>
                    <a:pt x="4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87"/>
            <p:cNvSpPr/>
            <p:nvPr/>
          </p:nvSpPr>
          <p:spPr>
            <a:xfrm>
              <a:off x="5023529" y="2666212"/>
              <a:ext cx="27618" cy="11278"/>
            </a:xfrm>
            <a:custGeom>
              <a:rect b="b" l="l" r="r" t="t"/>
              <a:pathLst>
                <a:path extrusionOk="0" h="430" w="1053">
                  <a:moveTo>
                    <a:pt x="280" y="1"/>
                  </a:moveTo>
                  <a:cubicBezTo>
                    <a:pt x="1" y="1"/>
                    <a:pt x="1" y="430"/>
                    <a:pt x="280" y="430"/>
                  </a:cubicBezTo>
                  <a:cubicBezTo>
                    <a:pt x="286" y="430"/>
                    <a:pt x="292" y="430"/>
                    <a:pt x="298" y="429"/>
                  </a:cubicBezTo>
                  <a:lnTo>
                    <a:pt x="755" y="429"/>
                  </a:lnTo>
                  <a:cubicBezTo>
                    <a:pt x="761" y="430"/>
                    <a:pt x="767" y="430"/>
                    <a:pt x="773" y="430"/>
                  </a:cubicBezTo>
                  <a:cubicBezTo>
                    <a:pt x="1052" y="430"/>
                    <a:pt x="1052" y="1"/>
                    <a:pt x="773" y="1"/>
                  </a:cubicBezTo>
                  <a:cubicBezTo>
                    <a:pt x="767" y="1"/>
                    <a:pt x="761" y="1"/>
                    <a:pt x="755" y="1"/>
                  </a:cubicBezTo>
                  <a:lnTo>
                    <a:pt x="298" y="1"/>
                  </a:lnTo>
                  <a:cubicBezTo>
                    <a:pt x="292" y="1"/>
                    <a:pt x="286" y="1"/>
                    <a:pt x="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87"/>
            <p:cNvSpPr/>
            <p:nvPr/>
          </p:nvSpPr>
          <p:spPr>
            <a:xfrm>
              <a:off x="5074095" y="2430348"/>
              <a:ext cx="192615" cy="188523"/>
            </a:xfrm>
            <a:custGeom>
              <a:rect b="b" l="l" r="r" t="t"/>
              <a:pathLst>
                <a:path extrusionOk="0" h="7188" w="7344">
                  <a:moveTo>
                    <a:pt x="6439" y="434"/>
                  </a:moveTo>
                  <a:cubicBezTo>
                    <a:pt x="6699" y="434"/>
                    <a:pt x="6911" y="646"/>
                    <a:pt x="6915" y="910"/>
                  </a:cubicBezTo>
                  <a:lnTo>
                    <a:pt x="6915" y="4596"/>
                  </a:lnTo>
                  <a:cubicBezTo>
                    <a:pt x="6915" y="4861"/>
                    <a:pt x="6699" y="5077"/>
                    <a:pt x="6434" y="5077"/>
                  </a:cubicBezTo>
                  <a:lnTo>
                    <a:pt x="3668" y="5077"/>
                  </a:lnTo>
                  <a:cubicBezTo>
                    <a:pt x="3624" y="5077"/>
                    <a:pt x="3576" y="5092"/>
                    <a:pt x="3542" y="5116"/>
                  </a:cubicBezTo>
                  <a:lnTo>
                    <a:pt x="1483" y="6612"/>
                  </a:lnTo>
                  <a:lnTo>
                    <a:pt x="1801" y="5342"/>
                  </a:lnTo>
                  <a:cubicBezTo>
                    <a:pt x="1834" y="5207"/>
                    <a:pt x="1733" y="5077"/>
                    <a:pt x="1594" y="5077"/>
                  </a:cubicBezTo>
                  <a:lnTo>
                    <a:pt x="901" y="5077"/>
                  </a:lnTo>
                  <a:cubicBezTo>
                    <a:pt x="636" y="5073"/>
                    <a:pt x="424" y="4861"/>
                    <a:pt x="424" y="4601"/>
                  </a:cubicBezTo>
                  <a:lnTo>
                    <a:pt x="424" y="910"/>
                  </a:lnTo>
                  <a:lnTo>
                    <a:pt x="429" y="910"/>
                  </a:lnTo>
                  <a:cubicBezTo>
                    <a:pt x="429" y="646"/>
                    <a:pt x="641" y="434"/>
                    <a:pt x="906" y="434"/>
                  </a:cubicBezTo>
                  <a:close/>
                  <a:moveTo>
                    <a:pt x="901" y="1"/>
                  </a:moveTo>
                  <a:cubicBezTo>
                    <a:pt x="400" y="6"/>
                    <a:pt x="1" y="410"/>
                    <a:pt x="1" y="910"/>
                  </a:cubicBezTo>
                  <a:lnTo>
                    <a:pt x="1" y="4596"/>
                  </a:lnTo>
                  <a:cubicBezTo>
                    <a:pt x="1" y="5097"/>
                    <a:pt x="405" y="5506"/>
                    <a:pt x="906" y="5506"/>
                  </a:cubicBezTo>
                  <a:lnTo>
                    <a:pt x="1324" y="5506"/>
                  </a:lnTo>
                  <a:lnTo>
                    <a:pt x="1007" y="6776"/>
                  </a:lnTo>
                  <a:cubicBezTo>
                    <a:pt x="949" y="7001"/>
                    <a:pt x="1128" y="7187"/>
                    <a:pt x="1328" y="7187"/>
                  </a:cubicBezTo>
                  <a:cubicBezTo>
                    <a:pt x="1393" y="7187"/>
                    <a:pt x="1460" y="7167"/>
                    <a:pt x="1521" y="7122"/>
                  </a:cubicBezTo>
                  <a:lnTo>
                    <a:pt x="3745" y="5506"/>
                  </a:lnTo>
                  <a:lnTo>
                    <a:pt x="6434" y="5506"/>
                  </a:lnTo>
                  <a:cubicBezTo>
                    <a:pt x="6935" y="5506"/>
                    <a:pt x="7344" y="5097"/>
                    <a:pt x="7344" y="4596"/>
                  </a:cubicBezTo>
                  <a:lnTo>
                    <a:pt x="7344" y="910"/>
                  </a:lnTo>
                  <a:cubicBezTo>
                    <a:pt x="7339" y="410"/>
                    <a:pt x="6935" y="1"/>
                    <a:pt x="6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87"/>
            <p:cNvSpPr/>
            <p:nvPr/>
          </p:nvSpPr>
          <p:spPr>
            <a:xfrm>
              <a:off x="5108086" y="2466699"/>
              <a:ext cx="33047" cy="11278"/>
            </a:xfrm>
            <a:custGeom>
              <a:rect b="b" l="l" r="r" t="t"/>
              <a:pathLst>
                <a:path extrusionOk="0" h="430" w="1260">
                  <a:moveTo>
                    <a:pt x="280" y="0"/>
                  </a:moveTo>
                  <a:cubicBezTo>
                    <a:pt x="1" y="0"/>
                    <a:pt x="1" y="430"/>
                    <a:pt x="280" y="430"/>
                  </a:cubicBezTo>
                  <a:cubicBezTo>
                    <a:pt x="286" y="430"/>
                    <a:pt x="292" y="429"/>
                    <a:pt x="298" y="429"/>
                  </a:cubicBezTo>
                  <a:lnTo>
                    <a:pt x="991" y="429"/>
                  </a:lnTo>
                  <a:cubicBezTo>
                    <a:pt x="1260" y="415"/>
                    <a:pt x="1260" y="15"/>
                    <a:pt x="991" y="1"/>
                  </a:cubicBezTo>
                  <a:lnTo>
                    <a:pt x="298" y="1"/>
                  </a:lnTo>
                  <a:cubicBezTo>
                    <a:pt x="292" y="0"/>
                    <a:pt x="286" y="0"/>
                    <a:pt x="2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87"/>
            <p:cNvSpPr/>
            <p:nvPr/>
          </p:nvSpPr>
          <p:spPr>
            <a:xfrm>
              <a:off x="5150496" y="2466699"/>
              <a:ext cx="82118" cy="11278"/>
            </a:xfrm>
            <a:custGeom>
              <a:rect b="b" l="l" r="r" t="t"/>
              <a:pathLst>
                <a:path extrusionOk="0" h="430" w="3131">
                  <a:moveTo>
                    <a:pt x="279" y="0"/>
                  </a:moveTo>
                  <a:cubicBezTo>
                    <a:pt x="0" y="0"/>
                    <a:pt x="0" y="430"/>
                    <a:pt x="279" y="430"/>
                  </a:cubicBezTo>
                  <a:cubicBezTo>
                    <a:pt x="285" y="430"/>
                    <a:pt x="291" y="429"/>
                    <a:pt x="297" y="429"/>
                  </a:cubicBezTo>
                  <a:lnTo>
                    <a:pt x="2833" y="429"/>
                  </a:lnTo>
                  <a:cubicBezTo>
                    <a:pt x="2839" y="429"/>
                    <a:pt x="2845" y="430"/>
                    <a:pt x="2851" y="430"/>
                  </a:cubicBezTo>
                  <a:cubicBezTo>
                    <a:pt x="3130" y="430"/>
                    <a:pt x="3130" y="0"/>
                    <a:pt x="2851" y="0"/>
                  </a:cubicBezTo>
                  <a:cubicBezTo>
                    <a:pt x="2845" y="0"/>
                    <a:pt x="2839" y="0"/>
                    <a:pt x="2833" y="1"/>
                  </a:cubicBezTo>
                  <a:lnTo>
                    <a:pt x="297" y="1"/>
                  </a:lnTo>
                  <a:cubicBezTo>
                    <a:pt x="291" y="0"/>
                    <a:pt x="285"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87"/>
            <p:cNvSpPr/>
            <p:nvPr/>
          </p:nvSpPr>
          <p:spPr>
            <a:xfrm>
              <a:off x="5108060" y="2496861"/>
              <a:ext cx="123951" cy="11409"/>
            </a:xfrm>
            <a:custGeom>
              <a:rect b="b" l="l" r="r" t="t"/>
              <a:pathLst>
                <a:path extrusionOk="0" h="435" w="4726">
                  <a:moveTo>
                    <a:pt x="285" y="0"/>
                  </a:moveTo>
                  <a:cubicBezTo>
                    <a:pt x="0" y="0"/>
                    <a:pt x="0" y="434"/>
                    <a:pt x="285" y="434"/>
                  </a:cubicBezTo>
                  <a:cubicBezTo>
                    <a:pt x="289" y="434"/>
                    <a:pt x="294" y="434"/>
                    <a:pt x="299" y="434"/>
                  </a:cubicBezTo>
                  <a:lnTo>
                    <a:pt x="4451" y="434"/>
                  </a:lnTo>
                  <a:cubicBezTo>
                    <a:pt x="4725" y="419"/>
                    <a:pt x="4725" y="15"/>
                    <a:pt x="4451" y="1"/>
                  </a:cubicBezTo>
                  <a:lnTo>
                    <a:pt x="299" y="1"/>
                  </a:lnTo>
                  <a:cubicBezTo>
                    <a:pt x="294" y="1"/>
                    <a:pt x="289"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87"/>
            <p:cNvSpPr/>
            <p:nvPr/>
          </p:nvSpPr>
          <p:spPr>
            <a:xfrm>
              <a:off x="5108060" y="2527153"/>
              <a:ext cx="82171" cy="11383"/>
            </a:xfrm>
            <a:custGeom>
              <a:rect b="b" l="l" r="r" t="t"/>
              <a:pathLst>
                <a:path extrusionOk="0" h="434" w="3133">
                  <a:moveTo>
                    <a:pt x="285" y="0"/>
                  </a:moveTo>
                  <a:cubicBezTo>
                    <a:pt x="0" y="0"/>
                    <a:pt x="0" y="434"/>
                    <a:pt x="285" y="434"/>
                  </a:cubicBezTo>
                  <a:cubicBezTo>
                    <a:pt x="289" y="434"/>
                    <a:pt x="294" y="434"/>
                    <a:pt x="299" y="434"/>
                  </a:cubicBezTo>
                  <a:lnTo>
                    <a:pt x="2834" y="434"/>
                  </a:lnTo>
                  <a:cubicBezTo>
                    <a:pt x="2839" y="434"/>
                    <a:pt x="2844" y="434"/>
                    <a:pt x="2848" y="434"/>
                  </a:cubicBezTo>
                  <a:cubicBezTo>
                    <a:pt x="3133" y="434"/>
                    <a:pt x="3133" y="0"/>
                    <a:pt x="2848" y="0"/>
                  </a:cubicBezTo>
                  <a:cubicBezTo>
                    <a:pt x="2844" y="0"/>
                    <a:pt x="2839" y="0"/>
                    <a:pt x="2834" y="1"/>
                  </a:cubicBezTo>
                  <a:lnTo>
                    <a:pt x="299" y="1"/>
                  </a:lnTo>
                  <a:cubicBezTo>
                    <a:pt x="294" y="0"/>
                    <a:pt x="289"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87"/>
            <p:cNvSpPr/>
            <p:nvPr/>
          </p:nvSpPr>
          <p:spPr>
            <a:xfrm>
              <a:off x="5199437" y="2527153"/>
              <a:ext cx="32443" cy="11383"/>
            </a:xfrm>
            <a:custGeom>
              <a:rect b="b" l="l" r="r" t="t"/>
              <a:pathLst>
                <a:path extrusionOk="0" h="434" w="1237">
                  <a:moveTo>
                    <a:pt x="274" y="1"/>
                  </a:moveTo>
                  <a:cubicBezTo>
                    <a:pt x="0" y="15"/>
                    <a:pt x="0" y="419"/>
                    <a:pt x="274" y="434"/>
                  </a:cubicBezTo>
                  <a:lnTo>
                    <a:pt x="962" y="434"/>
                  </a:lnTo>
                  <a:cubicBezTo>
                    <a:pt x="1237" y="419"/>
                    <a:pt x="1237" y="15"/>
                    <a:pt x="9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2" name="Google Shape;16152;p87"/>
          <p:cNvGrpSpPr/>
          <p:nvPr/>
        </p:nvGrpSpPr>
        <p:grpSpPr>
          <a:xfrm>
            <a:off x="5747880" y="2442596"/>
            <a:ext cx="433645" cy="315176"/>
            <a:chOff x="5747880" y="2442596"/>
            <a:chExt cx="433645" cy="315176"/>
          </a:xfrm>
        </p:grpSpPr>
        <p:sp>
          <p:nvSpPr>
            <p:cNvPr id="16153" name="Google Shape;16153;p87"/>
            <p:cNvSpPr/>
            <p:nvPr/>
          </p:nvSpPr>
          <p:spPr>
            <a:xfrm>
              <a:off x="6018207" y="2462660"/>
              <a:ext cx="33597" cy="73857"/>
            </a:xfrm>
            <a:custGeom>
              <a:rect b="b" l="l" r="r" t="t"/>
              <a:pathLst>
                <a:path extrusionOk="0" h="2816" w="1281">
                  <a:moveTo>
                    <a:pt x="770" y="1"/>
                  </a:moveTo>
                  <a:cubicBezTo>
                    <a:pt x="347" y="1"/>
                    <a:pt x="1" y="342"/>
                    <a:pt x="1" y="766"/>
                  </a:cubicBezTo>
                  <a:lnTo>
                    <a:pt x="1" y="949"/>
                  </a:lnTo>
                  <a:cubicBezTo>
                    <a:pt x="1" y="1165"/>
                    <a:pt x="34" y="1387"/>
                    <a:pt x="106" y="1593"/>
                  </a:cubicBezTo>
                  <a:lnTo>
                    <a:pt x="511" y="2816"/>
                  </a:lnTo>
                  <a:lnTo>
                    <a:pt x="1281" y="2816"/>
                  </a:lnTo>
                  <a:lnTo>
                    <a:pt x="1281"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87"/>
            <p:cNvSpPr/>
            <p:nvPr/>
          </p:nvSpPr>
          <p:spPr>
            <a:xfrm>
              <a:off x="6031714" y="2455972"/>
              <a:ext cx="80414" cy="80414"/>
            </a:xfrm>
            <a:custGeom>
              <a:rect b="b" l="l" r="r" t="t"/>
              <a:pathLst>
                <a:path extrusionOk="0" h="3066" w="3066">
                  <a:moveTo>
                    <a:pt x="766" y="1"/>
                  </a:moveTo>
                  <a:cubicBezTo>
                    <a:pt x="342" y="1"/>
                    <a:pt x="0" y="342"/>
                    <a:pt x="0" y="766"/>
                  </a:cubicBezTo>
                  <a:cubicBezTo>
                    <a:pt x="0" y="1050"/>
                    <a:pt x="227" y="1276"/>
                    <a:pt x="511" y="1276"/>
                  </a:cubicBezTo>
                  <a:lnTo>
                    <a:pt x="2555" y="3066"/>
                  </a:lnTo>
                  <a:lnTo>
                    <a:pt x="3008" y="1483"/>
                  </a:lnTo>
                  <a:cubicBezTo>
                    <a:pt x="3046" y="1348"/>
                    <a:pt x="3066" y="1204"/>
                    <a:pt x="3066" y="1064"/>
                  </a:cubicBezTo>
                  <a:lnTo>
                    <a:pt x="306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87"/>
            <p:cNvSpPr/>
            <p:nvPr/>
          </p:nvSpPr>
          <p:spPr>
            <a:xfrm>
              <a:off x="6045090" y="2556554"/>
              <a:ext cx="40285" cy="40285"/>
            </a:xfrm>
            <a:custGeom>
              <a:rect b="b" l="l" r="r" t="t"/>
              <a:pathLst>
                <a:path extrusionOk="0" h="1536" w="1536">
                  <a:moveTo>
                    <a:pt x="1" y="1"/>
                  </a:moveTo>
                  <a:lnTo>
                    <a:pt x="1" y="1536"/>
                  </a:lnTo>
                  <a:lnTo>
                    <a:pt x="1535" y="1536"/>
                  </a:lnTo>
                  <a:lnTo>
                    <a:pt x="153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87"/>
            <p:cNvSpPr/>
            <p:nvPr/>
          </p:nvSpPr>
          <p:spPr>
            <a:xfrm>
              <a:off x="5998012" y="2572842"/>
              <a:ext cx="134180" cy="117893"/>
            </a:xfrm>
            <a:custGeom>
              <a:rect b="b" l="l" r="r" t="t"/>
              <a:pathLst>
                <a:path extrusionOk="0" h="4495" w="5116">
                  <a:moveTo>
                    <a:pt x="1796" y="0"/>
                  </a:moveTo>
                  <a:lnTo>
                    <a:pt x="559" y="352"/>
                  </a:lnTo>
                  <a:cubicBezTo>
                    <a:pt x="232" y="448"/>
                    <a:pt x="1" y="746"/>
                    <a:pt x="1" y="1088"/>
                  </a:cubicBezTo>
                  <a:lnTo>
                    <a:pt x="1" y="4495"/>
                  </a:lnTo>
                  <a:lnTo>
                    <a:pt x="4091" y="4495"/>
                  </a:lnTo>
                  <a:cubicBezTo>
                    <a:pt x="4658" y="4495"/>
                    <a:pt x="5116" y="4037"/>
                    <a:pt x="5116" y="3470"/>
                  </a:cubicBezTo>
                  <a:lnTo>
                    <a:pt x="5116" y="1088"/>
                  </a:lnTo>
                  <a:cubicBezTo>
                    <a:pt x="5116" y="746"/>
                    <a:pt x="4889" y="448"/>
                    <a:pt x="4562" y="352"/>
                  </a:cubicBezTo>
                  <a:lnTo>
                    <a:pt x="3326" y="0"/>
                  </a:lnTo>
                  <a:lnTo>
                    <a:pt x="3027" y="361"/>
                  </a:lnTo>
                  <a:cubicBezTo>
                    <a:pt x="2905" y="506"/>
                    <a:pt x="2733" y="578"/>
                    <a:pt x="2561" y="578"/>
                  </a:cubicBezTo>
                  <a:cubicBezTo>
                    <a:pt x="2389" y="578"/>
                    <a:pt x="2217" y="506"/>
                    <a:pt x="2094" y="361"/>
                  </a:cubicBezTo>
                  <a:lnTo>
                    <a:pt x="1796"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87"/>
            <p:cNvSpPr/>
            <p:nvPr/>
          </p:nvSpPr>
          <p:spPr>
            <a:xfrm>
              <a:off x="6024895" y="2489543"/>
              <a:ext cx="80545" cy="73726"/>
            </a:xfrm>
            <a:custGeom>
              <a:rect b="b" l="l" r="r" t="t"/>
              <a:pathLst>
                <a:path extrusionOk="0" h="2811" w="3071">
                  <a:moveTo>
                    <a:pt x="971" y="0"/>
                  </a:moveTo>
                  <a:cubicBezTo>
                    <a:pt x="837" y="0"/>
                    <a:pt x="709" y="57"/>
                    <a:pt x="617" y="150"/>
                  </a:cubicBezTo>
                  <a:lnTo>
                    <a:pt x="362" y="405"/>
                  </a:lnTo>
                  <a:cubicBezTo>
                    <a:pt x="131" y="636"/>
                    <a:pt x="1" y="949"/>
                    <a:pt x="1" y="1276"/>
                  </a:cubicBezTo>
                  <a:cubicBezTo>
                    <a:pt x="1" y="2123"/>
                    <a:pt x="689" y="2811"/>
                    <a:pt x="1536" y="2811"/>
                  </a:cubicBezTo>
                  <a:cubicBezTo>
                    <a:pt x="2382" y="2811"/>
                    <a:pt x="3071" y="2123"/>
                    <a:pt x="3071" y="1276"/>
                  </a:cubicBezTo>
                  <a:lnTo>
                    <a:pt x="3071" y="949"/>
                  </a:lnTo>
                  <a:cubicBezTo>
                    <a:pt x="3071" y="814"/>
                    <a:pt x="3018" y="684"/>
                    <a:pt x="2921" y="588"/>
                  </a:cubicBezTo>
                  <a:cubicBezTo>
                    <a:pt x="2527" y="203"/>
                    <a:pt x="1805" y="25"/>
                    <a:pt x="987" y="1"/>
                  </a:cubicBezTo>
                  <a:cubicBezTo>
                    <a:pt x="982" y="0"/>
                    <a:pt x="976" y="0"/>
                    <a:pt x="97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87"/>
            <p:cNvSpPr/>
            <p:nvPr/>
          </p:nvSpPr>
          <p:spPr>
            <a:xfrm>
              <a:off x="6024895" y="2489543"/>
              <a:ext cx="80282" cy="72099"/>
            </a:xfrm>
            <a:custGeom>
              <a:rect b="b" l="l" r="r" t="t"/>
              <a:pathLst>
                <a:path extrusionOk="0" h="2749" w="3061">
                  <a:moveTo>
                    <a:pt x="971" y="0"/>
                  </a:moveTo>
                  <a:cubicBezTo>
                    <a:pt x="837" y="0"/>
                    <a:pt x="709" y="57"/>
                    <a:pt x="617" y="150"/>
                  </a:cubicBezTo>
                  <a:lnTo>
                    <a:pt x="362" y="405"/>
                  </a:lnTo>
                  <a:cubicBezTo>
                    <a:pt x="131" y="636"/>
                    <a:pt x="1" y="949"/>
                    <a:pt x="1" y="1276"/>
                  </a:cubicBezTo>
                  <a:cubicBezTo>
                    <a:pt x="1" y="1959"/>
                    <a:pt x="453" y="2561"/>
                    <a:pt x="1112" y="2748"/>
                  </a:cubicBezTo>
                  <a:cubicBezTo>
                    <a:pt x="891" y="2479"/>
                    <a:pt x="771" y="2137"/>
                    <a:pt x="771" y="1786"/>
                  </a:cubicBezTo>
                  <a:lnTo>
                    <a:pt x="771" y="1276"/>
                  </a:lnTo>
                  <a:cubicBezTo>
                    <a:pt x="771" y="994"/>
                    <a:pt x="997" y="765"/>
                    <a:pt x="1276" y="765"/>
                  </a:cubicBezTo>
                  <a:cubicBezTo>
                    <a:pt x="1287" y="765"/>
                    <a:pt x="1298" y="765"/>
                    <a:pt x="1309" y="766"/>
                  </a:cubicBezTo>
                  <a:cubicBezTo>
                    <a:pt x="1824" y="799"/>
                    <a:pt x="2594" y="886"/>
                    <a:pt x="3061" y="1112"/>
                  </a:cubicBezTo>
                  <a:cubicBezTo>
                    <a:pt x="3046" y="1002"/>
                    <a:pt x="3003" y="665"/>
                    <a:pt x="2921" y="588"/>
                  </a:cubicBezTo>
                  <a:cubicBezTo>
                    <a:pt x="2527" y="203"/>
                    <a:pt x="1805" y="25"/>
                    <a:pt x="987" y="1"/>
                  </a:cubicBezTo>
                  <a:cubicBezTo>
                    <a:pt x="982" y="0"/>
                    <a:pt x="976" y="0"/>
                    <a:pt x="97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87"/>
            <p:cNvSpPr/>
            <p:nvPr/>
          </p:nvSpPr>
          <p:spPr>
            <a:xfrm>
              <a:off x="6045090" y="2589889"/>
              <a:ext cx="87102" cy="100845"/>
            </a:xfrm>
            <a:custGeom>
              <a:rect b="b" l="l" r="r" t="t"/>
              <a:pathLst>
                <a:path extrusionOk="0" h="3845" w="3321">
                  <a:moveTo>
                    <a:pt x="3186" y="0"/>
                  </a:moveTo>
                  <a:lnTo>
                    <a:pt x="2527" y="659"/>
                  </a:lnTo>
                  <a:cubicBezTo>
                    <a:pt x="2382" y="804"/>
                    <a:pt x="2301" y="996"/>
                    <a:pt x="2301" y="1203"/>
                  </a:cubicBezTo>
                  <a:lnTo>
                    <a:pt x="2301" y="2565"/>
                  </a:lnTo>
                  <a:lnTo>
                    <a:pt x="1" y="2565"/>
                  </a:lnTo>
                  <a:lnTo>
                    <a:pt x="1" y="3845"/>
                  </a:lnTo>
                  <a:lnTo>
                    <a:pt x="2301" y="3845"/>
                  </a:lnTo>
                  <a:cubicBezTo>
                    <a:pt x="2863" y="3845"/>
                    <a:pt x="3321" y="3387"/>
                    <a:pt x="3321" y="2820"/>
                  </a:cubicBezTo>
                  <a:lnTo>
                    <a:pt x="3321" y="438"/>
                  </a:lnTo>
                  <a:cubicBezTo>
                    <a:pt x="3321" y="284"/>
                    <a:pt x="3272" y="130"/>
                    <a:pt x="318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87"/>
            <p:cNvSpPr/>
            <p:nvPr/>
          </p:nvSpPr>
          <p:spPr>
            <a:xfrm>
              <a:off x="5984636" y="2616878"/>
              <a:ext cx="93921" cy="67037"/>
            </a:xfrm>
            <a:custGeom>
              <a:rect b="b" l="l" r="r" t="t"/>
              <a:pathLst>
                <a:path extrusionOk="0" h="2556" w="3581">
                  <a:moveTo>
                    <a:pt x="256" y="1"/>
                  </a:moveTo>
                  <a:cubicBezTo>
                    <a:pt x="116" y="1"/>
                    <a:pt x="1" y="116"/>
                    <a:pt x="1" y="256"/>
                  </a:cubicBezTo>
                  <a:lnTo>
                    <a:pt x="1" y="2301"/>
                  </a:lnTo>
                  <a:cubicBezTo>
                    <a:pt x="1" y="2445"/>
                    <a:pt x="116" y="2556"/>
                    <a:pt x="256" y="2556"/>
                  </a:cubicBezTo>
                  <a:lnTo>
                    <a:pt x="3326" y="2556"/>
                  </a:lnTo>
                  <a:cubicBezTo>
                    <a:pt x="3465" y="2556"/>
                    <a:pt x="3581" y="2445"/>
                    <a:pt x="3581" y="2301"/>
                  </a:cubicBezTo>
                  <a:lnTo>
                    <a:pt x="3581" y="256"/>
                  </a:lnTo>
                  <a:cubicBezTo>
                    <a:pt x="3581" y="116"/>
                    <a:pt x="3465" y="1"/>
                    <a:pt x="332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87"/>
            <p:cNvSpPr/>
            <p:nvPr/>
          </p:nvSpPr>
          <p:spPr>
            <a:xfrm>
              <a:off x="5810223" y="2563242"/>
              <a:ext cx="134311" cy="120804"/>
            </a:xfrm>
            <a:custGeom>
              <a:rect b="b" l="l" r="r" t="t"/>
              <a:pathLst>
                <a:path extrusionOk="0" h="4606" w="5121">
                  <a:moveTo>
                    <a:pt x="1791" y="1"/>
                  </a:moveTo>
                  <a:lnTo>
                    <a:pt x="1791" y="131"/>
                  </a:lnTo>
                  <a:cubicBezTo>
                    <a:pt x="1791" y="357"/>
                    <a:pt x="1642" y="559"/>
                    <a:pt x="1420" y="621"/>
                  </a:cubicBezTo>
                  <a:lnTo>
                    <a:pt x="559" y="867"/>
                  </a:lnTo>
                  <a:cubicBezTo>
                    <a:pt x="227" y="963"/>
                    <a:pt x="1" y="1261"/>
                    <a:pt x="1" y="1603"/>
                  </a:cubicBezTo>
                  <a:lnTo>
                    <a:pt x="1" y="3840"/>
                  </a:lnTo>
                  <a:cubicBezTo>
                    <a:pt x="1" y="4264"/>
                    <a:pt x="347" y="4606"/>
                    <a:pt x="771" y="4606"/>
                  </a:cubicBezTo>
                  <a:lnTo>
                    <a:pt x="4351" y="4606"/>
                  </a:lnTo>
                  <a:cubicBezTo>
                    <a:pt x="4774" y="4606"/>
                    <a:pt x="5121" y="4264"/>
                    <a:pt x="5121" y="3840"/>
                  </a:cubicBezTo>
                  <a:lnTo>
                    <a:pt x="5121" y="1603"/>
                  </a:lnTo>
                  <a:cubicBezTo>
                    <a:pt x="5116" y="1261"/>
                    <a:pt x="4890" y="958"/>
                    <a:pt x="4562" y="867"/>
                  </a:cubicBezTo>
                  <a:lnTo>
                    <a:pt x="3701" y="621"/>
                  </a:lnTo>
                  <a:cubicBezTo>
                    <a:pt x="3480" y="554"/>
                    <a:pt x="3331" y="352"/>
                    <a:pt x="3331" y="121"/>
                  </a:cubicBezTo>
                  <a:lnTo>
                    <a:pt x="3331" y="1"/>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87"/>
            <p:cNvSpPr/>
            <p:nvPr/>
          </p:nvSpPr>
          <p:spPr>
            <a:xfrm>
              <a:off x="5810223" y="2593797"/>
              <a:ext cx="26909" cy="90249"/>
            </a:xfrm>
            <a:custGeom>
              <a:rect b="b" l="l" r="r" t="t"/>
              <a:pathLst>
                <a:path extrusionOk="0" h="3441" w="1026">
                  <a:moveTo>
                    <a:pt x="140" y="0"/>
                  </a:moveTo>
                  <a:cubicBezTo>
                    <a:pt x="49" y="125"/>
                    <a:pt x="1" y="279"/>
                    <a:pt x="1" y="438"/>
                  </a:cubicBezTo>
                  <a:lnTo>
                    <a:pt x="1" y="2671"/>
                  </a:lnTo>
                  <a:cubicBezTo>
                    <a:pt x="1" y="3094"/>
                    <a:pt x="342" y="3441"/>
                    <a:pt x="766" y="3441"/>
                  </a:cubicBezTo>
                  <a:lnTo>
                    <a:pt x="1026" y="3441"/>
                  </a:lnTo>
                  <a:lnTo>
                    <a:pt x="1026" y="881"/>
                  </a:lnTo>
                  <a:lnTo>
                    <a:pt x="140"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87"/>
            <p:cNvSpPr/>
            <p:nvPr/>
          </p:nvSpPr>
          <p:spPr>
            <a:xfrm>
              <a:off x="5917624" y="2593797"/>
              <a:ext cx="26778" cy="90249"/>
            </a:xfrm>
            <a:custGeom>
              <a:rect b="b" l="l" r="r" t="t"/>
              <a:pathLst>
                <a:path extrusionOk="0" h="3441" w="1021">
                  <a:moveTo>
                    <a:pt x="881" y="0"/>
                  </a:moveTo>
                  <a:lnTo>
                    <a:pt x="1" y="881"/>
                  </a:lnTo>
                  <a:lnTo>
                    <a:pt x="1" y="3441"/>
                  </a:lnTo>
                  <a:lnTo>
                    <a:pt x="256" y="3441"/>
                  </a:lnTo>
                  <a:cubicBezTo>
                    <a:pt x="679" y="3441"/>
                    <a:pt x="1021" y="3094"/>
                    <a:pt x="1021" y="2671"/>
                  </a:cubicBezTo>
                  <a:lnTo>
                    <a:pt x="1021" y="438"/>
                  </a:lnTo>
                  <a:cubicBezTo>
                    <a:pt x="1021" y="279"/>
                    <a:pt x="973" y="125"/>
                    <a:pt x="881"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87"/>
            <p:cNvSpPr/>
            <p:nvPr/>
          </p:nvSpPr>
          <p:spPr>
            <a:xfrm>
              <a:off x="5845053" y="2563242"/>
              <a:ext cx="64520" cy="20090"/>
            </a:xfrm>
            <a:custGeom>
              <a:rect b="b" l="l" r="r" t="t"/>
              <a:pathLst>
                <a:path extrusionOk="0" h="766" w="2460">
                  <a:moveTo>
                    <a:pt x="463" y="1"/>
                  </a:moveTo>
                  <a:lnTo>
                    <a:pt x="463" y="131"/>
                  </a:lnTo>
                  <a:cubicBezTo>
                    <a:pt x="463" y="357"/>
                    <a:pt x="314" y="559"/>
                    <a:pt x="92" y="621"/>
                  </a:cubicBezTo>
                  <a:lnTo>
                    <a:pt x="1" y="645"/>
                  </a:lnTo>
                  <a:cubicBezTo>
                    <a:pt x="410" y="727"/>
                    <a:pt x="819" y="766"/>
                    <a:pt x="1233" y="766"/>
                  </a:cubicBezTo>
                  <a:cubicBezTo>
                    <a:pt x="1647" y="766"/>
                    <a:pt x="2056" y="722"/>
                    <a:pt x="2460" y="645"/>
                  </a:cubicBezTo>
                  <a:lnTo>
                    <a:pt x="2378" y="621"/>
                  </a:lnTo>
                  <a:cubicBezTo>
                    <a:pt x="2152" y="554"/>
                    <a:pt x="2003" y="352"/>
                    <a:pt x="2003" y="121"/>
                  </a:cubicBezTo>
                  <a:lnTo>
                    <a:pt x="2003"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87"/>
            <p:cNvSpPr/>
            <p:nvPr/>
          </p:nvSpPr>
          <p:spPr>
            <a:xfrm>
              <a:off x="5818301" y="2449153"/>
              <a:ext cx="118155" cy="120804"/>
            </a:xfrm>
            <a:custGeom>
              <a:rect b="b" l="l" r="r" t="t"/>
              <a:pathLst>
                <a:path extrusionOk="0" h="4606" w="4505">
                  <a:moveTo>
                    <a:pt x="2253" y="1"/>
                  </a:moveTo>
                  <a:cubicBezTo>
                    <a:pt x="1261" y="1"/>
                    <a:pt x="530" y="814"/>
                    <a:pt x="463" y="1815"/>
                  </a:cubicBezTo>
                  <a:cubicBezTo>
                    <a:pt x="424" y="2335"/>
                    <a:pt x="256" y="3331"/>
                    <a:pt x="44" y="3918"/>
                  </a:cubicBezTo>
                  <a:cubicBezTo>
                    <a:pt x="1" y="4052"/>
                    <a:pt x="68" y="4197"/>
                    <a:pt x="198" y="4240"/>
                  </a:cubicBezTo>
                  <a:cubicBezTo>
                    <a:pt x="857" y="4476"/>
                    <a:pt x="1550" y="4601"/>
                    <a:pt x="2253" y="4606"/>
                  </a:cubicBezTo>
                  <a:cubicBezTo>
                    <a:pt x="2950" y="4601"/>
                    <a:pt x="3648" y="4476"/>
                    <a:pt x="4307" y="4240"/>
                  </a:cubicBezTo>
                  <a:cubicBezTo>
                    <a:pt x="4437" y="4197"/>
                    <a:pt x="4505" y="4052"/>
                    <a:pt x="4461" y="3918"/>
                  </a:cubicBezTo>
                  <a:cubicBezTo>
                    <a:pt x="4245" y="3331"/>
                    <a:pt x="4081" y="2335"/>
                    <a:pt x="4043" y="1815"/>
                  </a:cubicBezTo>
                  <a:cubicBezTo>
                    <a:pt x="3970" y="814"/>
                    <a:pt x="3239" y="1"/>
                    <a:pt x="225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87"/>
            <p:cNvSpPr/>
            <p:nvPr/>
          </p:nvSpPr>
          <p:spPr>
            <a:xfrm>
              <a:off x="5818301" y="2449153"/>
              <a:ext cx="71968" cy="118417"/>
            </a:xfrm>
            <a:custGeom>
              <a:rect b="b" l="l" r="r" t="t"/>
              <a:pathLst>
                <a:path extrusionOk="0" h="4515" w="2744">
                  <a:moveTo>
                    <a:pt x="2253" y="1"/>
                  </a:moveTo>
                  <a:cubicBezTo>
                    <a:pt x="1261" y="1"/>
                    <a:pt x="530" y="819"/>
                    <a:pt x="463" y="1815"/>
                  </a:cubicBezTo>
                  <a:cubicBezTo>
                    <a:pt x="424" y="2335"/>
                    <a:pt x="256" y="3331"/>
                    <a:pt x="44" y="3922"/>
                  </a:cubicBezTo>
                  <a:cubicBezTo>
                    <a:pt x="1" y="4052"/>
                    <a:pt x="68" y="4197"/>
                    <a:pt x="198" y="4245"/>
                  </a:cubicBezTo>
                  <a:cubicBezTo>
                    <a:pt x="540" y="4360"/>
                    <a:pt x="886" y="4452"/>
                    <a:pt x="1237" y="4514"/>
                  </a:cubicBezTo>
                  <a:cubicBezTo>
                    <a:pt x="1228" y="4461"/>
                    <a:pt x="1228" y="4408"/>
                    <a:pt x="1242" y="4356"/>
                  </a:cubicBezTo>
                  <a:cubicBezTo>
                    <a:pt x="1425" y="3701"/>
                    <a:pt x="1569" y="2594"/>
                    <a:pt x="1603" y="2017"/>
                  </a:cubicBezTo>
                  <a:cubicBezTo>
                    <a:pt x="1651" y="1088"/>
                    <a:pt x="2104" y="309"/>
                    <a:pt x="2743" y="78"/>
                  </a:cubicBezTo>
                  <a:cubicBezTo>
                    <a:pt x="2585" y="25"/>
                    <a:pt x="2421" y="1"/>
                    <a:pt x="225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87"/>
            <p:cNvSpPr/>
            <p:nvPr/>
          </p:nvSpPr>
          <p:spPr>
            <a:xfrm>
              <a:off x="5769963" y="2684020"/>
              <a:ext cx="389111" cy="26778"/>
            </a:xfrm>
            <a:custGeom>
              <a:rect b="b" l="l" r="r" t="t"/>
              <a:pathLst>
                <a:path extrusionOk="0" h="1021" w="14836">
                  <a:moveTo>
                    <a:pt x="1" y="1"/>
                  </a:moveTo>
                  <a:lnTo>
                    <a:pt x="1" y="1021"/>
                  </a:lnTo>
                  <a:lnTo>
                    <a:pt x="14836" y="1021"/>
                  </a:lnTo>
                  <a:lnTo>
                    <a:pt x="1483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87"/>
            <p:cNvSpPr/>
            <p:nvPr/>
          </p:nvSpPr>
          <p:spPr>
            <a:xfrm>
              <a:off x="5837106" y="2616878"/>
              <a:ext cx="80545" cy="107428"/>
            </a:xfrm>
            <a:custGeom>
              <a:rect b="b" l="l" r="r" t="t"/>
              <a:pathLst>
                <a:path extrusionOk="0" h="4096" w="3071">
                  <a:moveTo>
                    <a:pt x="516" y="1"/>
                  </a:moveTo>
                  <a:cubicBezTo>
                    <a:pt x="232" y="1"/>
                    <a:pt x="1" y="232"/>
                    <a:pt x="1" y="511"/>
                  </a:cubicBezTo>
                  <a:lnTo>
                    <a:pt x="1" y="4095"/>
                  </a:lnTo>
                  <a:lnTo>
                    <a:pt x="3071" y="4095"/>
                  </a:lnTo>
                  <a:lnTo>
                    <a:pt x="3071" y="516"/>
                  </a:lnTo>
                  <a:cubicBezTo>
                    <a:pt x="3071" y="232"/>
                    <a:pt x="2840" y="1"/>
                    <a:pt x="2561"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87"/>
            <p:cNvSpPr/>
            <p:nvPr/>
          </p:nvSpPr>
          <p:spPr>
            <a:xfrm>
              <a:off x="6036750" y="2482986"/>
              <a:ext cx="57412" cy="19094"/>
            </a:xfrm>
            <a:custGeom>
              <a:rect b="b" l="l" r="r" t="t"/>
              <a:pathLst>
                <a:path extrusionOk="0" h="728" w="2189">
                  <a:moveTo>
                    <a:pt x="323" y="0"/>
                  </a:moveTo>
                  <a:cubicBezTo>
                    <a:pt x="1" y="0"/>
                    <a:pt x="1" y="482"/>
                    <a:pt x="323" y="482"/>
                  </a:cubicBezTo>
                  <a:cubicBezTo>
                    <a:pt x="336" y="481"/>
                    <a:pt x="350" y="481"/>
                    <a:pt x="365" y="481"/>
                  </a:cubicBezTo>
                  <a:cubicBezTo>
                    <a:pt x="666" y="481"/>
                    <a:pt x="1390" y="529"/>
                    <a:pt x="1752" y="708"/>
                  </a:cubicBezTo>
                  <a:cubicBezTo>
                    <a:pt x="1786" y="721"/>
                    <a:pt x="1818" y="727"/>
                    <a:pt x="1849" y="727"/>
                  </a:cubicBezTo>
                  <a:cubicBezTo>
                    <a:pt x="2067" y="727"/>
                    <a:pt x="2188" y="415"/>
                    <a:pt x="1969" y="280"/>
                  </a:cubicBezTo>
                  <a:cubicBezTo>
                    <a:pt x="1411" y="0"/>
                    <a:pt x="367" y="0"/>
                    <a:pt x="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87"/>
            <p:cNvSpPr/>
            <p:nvPr/>
          </p:nvSpPr>
          <p:spPr>
            <a:xfrm>
              <a:off x="5747880" y="2442596"/>
              <a:ext cx="433645" cy="315176"/>
            </a:xfrm>
            <a:custGeom>
              <a:rect b="b" l="l" r="r" t="t"/>
              <a:pathLst>
                <a:path extrusionOk="0" h="12017" w="16534">
                  <a:moveTo>
                    <a:pt x="13661" y="737"/>
                  </a:moveTo>
                  <a:lnTo>
                    <a:pt x="13661" y="1733"/>
                  </a:lnTo>
                  <a:cubicBezTo>
                    <a:pt x="13661" y="1897"/>
                    <a:pt x="13623" y="2055"/>
                    <a:pt x="13551" y="2200"/>
                  </a:cubicBezTo>
                  <a:lnTo>
                    <a:pt x="13430" y="2440"/>
                  </a:lnTo>
                  <a:cubicBezTo>
                    <a:pt x="13416" y="2474"/>
                    <a:pt x="13406" y="2512"/>
                    <a:pt x="13406" y="2546"/>
                  </a:cubicBezTo>
                  <a:lnTo>
                    <a:pt x="13406" y="3061"/>
                  </a:lnTo>
                  <a:cubicBezTo>
                    <a:pt x="13406" y="3778"/>
                    <a:pt x="12824" y="4356"/>
                    <a:pt x="12112" y="4356"/>
                  </a:cubicBezTo>
                  <a:cubicBezTo>
                    <a:pt x="12098" y="4356"/>
                    <a:pt x="12083" y="4356"/>
                    <a:pt x="12069" y="4355"/>
                  </a:cubicBezTo>
                  <a:cubicBezTo>
                    <a:pt x="11371" y="4336"/>
                    <a:pt x="10808" y="3725"/>
                    <a:pt x="10808" y="2994"/>
                  </a:cubicBezTo>
                  <a:lnTo>
                    <a:pt x="10808" y="2546"/>
                  </a:lnTo>
                  <a:cubicBezTo>
                    <a:pt x="10808" y="2512"/>
                    <a:pt x="10798" y="2474"/>
                    <a:pt x="10784" y="2440"/>
                  </a:cubicBezTo>
                  <a:lnTo>
                    <a:pt x="10640" y="2142"/>
                  </a:lnTo>
                  <a:cubicBezTo>
                    <a:pt x="10582" y="2031"/>
                    <a:pt x="10553" y="1911"/>
                    <a:pt x="10553" y="1791"/>
                  </a:cubicBezTo>
                  <a:lnTo>
                    <a:pt x="10553" y="1781"/>
                  </a:lnTo>
                  <a:cubicBezTo>
                    <a:pt x="10553" y="1204"/>
                    <a:pt x="11020" y="742"/>
                    <a:pt x="11597" y="737"/>
                  </a:cubicBezTo>
                  <a:close/>
                  <a:moveTo>
                    <a:pt x="4931" y="481"/>
                  </a:moveTo>
                  <a:cubicBezTo>
                    <a:pt x="5320" y="481"/>
                    <a:pt x="5710" y="633"/>
                    <a:pt x="6001" y="939"/>
                  </a:cubicBezTo>
                  <a:cubicBezTo>
                    <a:pt x="6290" y="1252"/>
                    <a:pt x="6463" y="1651"/>
                    <a:pt x="6487" y="2075"/>
                  </a:cubicBezTo>
                  <a:cubicBezTo>
                    <a:pt x="6521" y="2585"/>
                    <a:pt x="6694" y="3624"/>
                    <a:pt x="6920" y="4249"/>
                  </a:cubicBezTo>
                  <a:cubicBezTo>
                    <a:pt x="6920" y="4249"/>
                    <a:pt x="6920" y="4254"/>
                    <a:pt x="6920" y="4254"/>
                  </a:cubicBezTo>
                  <a:cubicBezTo>
                    <a:pt x="6915" y="4259"/>
                    <a:pt x="6915" y="4259"/>
                    <a:pt x="6911" y="4264"/>
                  </a:cubicBezTo>
                  <a:cubicBezTo>
                    <a:pt x="6271" y="4497"/>
                    <a:pt x="5601" y="4614"/>
                    <a:pt x="4931" y="4614"/>
                  </a:cubicBezTo>
                  <a:cubicBezTo>
                    <a:pt x="4262" y="4614"/>
                    <a:pt x="3593" y="4497"/>
                    <a:pt x="2955" y="4264"/>
                  </a:cubicBezTo>
                  <a:cubicBezTo>
                    <a:pt x="2950" y="4259"/>
                    <a:pt x="2946" y="4259"/>
                    <a:pt x="2946" y="4254"/>
                  </a:cubicBezTo>
                  <a:cubicBezTo>
                    <a:pt x="2946" y="4254"/>
                    <a:pt x="2946" y="4249"/>
                    <a:pt x="2946" y="4249"/>
                  </a:cubicBezTo>
                  <a:cubicBezTo>
                    <a:pt x="3172" y="3624"/>
                    <a:pt x="3340" y="2585"/>
                    <a:pt x="3379" y="2075"/>
                  </a:cubicBezTo>
                  <a:cubicBezTo>
                    <a:pt x="3403" y="1651"/>
                    <a:pt x="3576" y="1252"/>
                    <a:pt x="3865" y="939"/>
                  </a:cubicBezTo>
                  <a:cubicBezTo>
                    <a:pt x="4153" y="633"/>
                    <a:pt x="4542" y="481"/>
                    <a:pt x="4931" y="481"/>
                  </a:cubicBezTo>
                  <a:close/>
                  <a:moveTo>
                    <a:pt x="12636" y="4755"/>
                  </a:moveTo>
                  <a:cubicBezTo>
                    <a:pt x="12636" y="4827"/>
                    <a:pt x="12651" y="4899"/>
                    <a:pt x="12675" y="4971"/>
                  </a:cubicBezTo>
                  <a:lnTo>
                    <a:pt x="12478" y="5164"/>
                  </a:lnTo>
                  <a:cubicBezTo>
                    <a:pt x="12374" y="5267"/>
                    <a:pt x="12240" y="5319"/>
                    <a:pt x="12105" y="5319"/>
                  </a:cubicBezTo>
                  <a:cubicBezTo>
                    <a:pt x="11970" y="5319"/>
                    <a:pt x="11835" y="5267"/>
                    <a:pt x="11732" y="5164"/>
                  </a:cubicBezTo>
                  <a:lnTo>
                    <a:pt x="11535" y="4971"/>
                  </a:lnTo>
                  <a:cubicBezTo>
                    <a:pt x="11559" y="4899"/>
                    <a:pt x="11573" y="4827"/>
                    <a:pt x="11573" y="4755"/>
                  </a:cubicBezTo>
                  <a:cubicBezTo>
                    <a:pt x="11727" y="4803"/>
                    <a:pt x="11891" y="4832"/>
                    <a:pt x="12049" y="4837"/>
                  </a:cubicBezTo>
                  <a:lnTo>
                    <a:pt x="12107" y="4837"/>
                  </a:lnTo>
                  <a:cubicBezTo>
                    <a:pt x="12285" y="4837"/>
                    <a:pt x="12463" y="4808"/>
                    <a:pt x="12636" y="4755"/>
                  </a:cubicBezTo>
                  <a:close/>
                  <a:moveTo>
                    <a:pt x="5544" y="5063"/>
                  </a:moveTo>
                  <a:cubicBezTo>
                    <a:pt x="5635" y="5250"/>
                    <a:pt x="5804" y="5390"/>
                    <a:pt x="6006" y="5448"/>
                  </a:cubicBezTo>
                  <a:lnTo>
                    <a:pt x="6872" y="5693"/>
                  </a:lnTo>
                  <a:cubicBezTo>
                    <a:pt x="7098" y="5760"/>
                    <a:pt x="7252" y="5967"/>
                    <a:pt x="7257" y="6203"/>
                  </a:cubicBezTo>
                  <a:lnTo>
                    <a:pt x="7257" y="8440"/>
                  </a:lnTo>
                  <a:cubicBezTo>
                    <a:pt x="7257" y="8734"/>
                    <a:pt x="7016" y="8970"/>
                    <a:pt x="6728" y="8970"/>
                  </a:cubicBezTo>
                  <a:lnTo>
                    <a:pt x="6708" y="8970"/>
                  </a:lnTo>
                  <a:lnTo>
                    <a:pt x="6708" y="7161"/>
                  </a:lnTo>
                  <a:cubicBezTo>
                    <a:pt x="6708" y="6745"/>
                    <a:pt x="6376" y="6410"/>
                    <a:pt x="5967" y="6410"/>
                  </a:cubicBezTo>
                  <a:cubicBezTo>
                    <a:pt x="5964" y="6410"/>
                    <a:pt x="5961" y="6410"/>
                    <a:pt x="5958" y="6410"/>
                  </a:cubicBezTo>
                  <a:lnTo>
                    <a:pt x="3908" y="6410"/>
                  </a:lnTo>
                  <a:cubicBezTo>
                    <a:pt x="3494" y="6410"/>
                    <a:pt x="3157" y="6747"/>
                    <a:pt x="3157" y="7161"/>
                  </a:cubicBezTo>
                  <a:lnTo>
                    <a:pt x="3157" y="8970"/>
                  </a:lnTo>
                  <a:lnTo>
                    <a:pt x="3138" y="8970"/>
                  </a:lnTo>
                  <a:cubicBezTo>
                    <a:pt x="2845" y="8970"/>
                    <a:pt x="2609" y="8734"/>
                    <a:pt x="2609" y="8440"/>
                  </a:cubicBezTo>
                  <a:lnTo>
                    <a:pt x="2609" y="6203"/>
                  </a:lnTo>
                  <a:cubicBezTo>
                    <a:pt x="2609" y="5967"/>
                    <a:pt x="2768" y="5760"/>
                    <a:pt x="2994" y="5693"/>
                  </a:cubicBezTo>
                  <a:lnTo>
                    <a:pt x="3860" y="5448"/>
                  </a:lnTo>
                  <a:cubicBezTo>
                    <a:pt x="4062" y="5390"/>
                    <a:pt x="4230" y="5250"/>
                    <a:pt x="4322" y="5063"/>
                  </a:cubicBezTo>
                  <a:cubicBezTo>
                    <a:pt x="4526" y="5084"/>
                    <a:pt x="4730" y="5095"/>
                    <a:pt x="4933" y="5095"/>
                  </a:cubicBezTo>
                  <a:cubicBezTo>
                    <a:pt x="5136" y="5095"/>
                    <a:pt x="5339" y="5084"/>
                    <a:pt x="5544" y="5063"/>
                  </a:cubicBezTo>
                  <a:close/>
                  <a:moveTo>
                    <a:pt x="12362" y="6886"/>
                  </a:moveTo>
                  <a:cubicBezTo>
                    <a:pt x="12372" y="6886"/>
                    <a:pt x="12377" y="6896"/>
                    <a:pt x="12377" y="6906"/>
                  </a:cubicBezTo>
                  <a:lnTo>
                    <a:pt x="12377" y="8955"/>
                  </a:lnTo>
                  <a:cubicBezTo>
                    <a:pt x="12377" y="8960"/>
                    <a:pt x="12372" y="8970"/>
                    <a:pt x="12362" y="8970"/>
                  </a:cubicBezTo>
                  <a:lnTo>
                    <a:pt x="9288" y="8970"/>
                  </a:lnTo>
                  <a:cubicBezTo>
                    <a:pt x="9278" y="8970"/>
                    <a:pt x="9268" y="8960"/>
                    <a:pt x="9268" y="8955"/>
                  </a:cubicBezTo>
                  <a:lnTo>
                    <a:pt x="9268" y="6906"/>
                  </a:lnTo>
                  <a:cubicBezTo>
                    <a:pt x="9268" y="6896"/>
                    <a:pt x="9278" y="6886"/>
                    <a:pt x="9288" y="6886"/>
                  </a:cubicBezTo>
                  <a:close/>
                  <a:moveTo>
                    <a:pt x="12973" y="5351"/>
                  </a:moveTo>
                  <a:cubicBezTo>
                    <a:pt x="13036" y="5395"/>
                    <a:pt x="13108" y="5424"/>
                    <a:pt x="13180" y="5448"/>
                  </a:cubicBezTo>
                  <a:lnTo>
                    <a:pt x="14042" y="5693"/>
                  </a:lnTo>
                  <a:cubicBezTo>
                    <a:pt x="14272" y="5760"/>
                    <a:pt x="14426" y="5967"/>
                    <a:pt x="14426" y="6203"/>
                  </a:cubicBezTo>
                  <a:lnTo>
                    <a:pt x="14426" y="8440"/>
                  </a:lnTo>
                  <a:cubicBezTo>
                    <a:pt x="14426" y="8734"/>
                    <a:pt x="14191" y="8970"/>
                    <a:pt x="13897" y="8970"/>
                  </a:cubicBezTo>
                  <a:lnTo>
                    <a:pt x="12858" y="8970"/>
                  </a:lnTo>
                  <a:lnTo>
                    <a:pt x="12858" y="8955"/>
                  </a:lnTo>
                  <a:lnTo>
                    <a:pt x="12858" y="8426"/>
                  </a:lnTo>
                  <a:lnTo>
                    <a:pt x="13647" y="8426"/>
                  </a:lnTo>
                  <a:cubicBezTo>
                    <a:pt x="13777" y="8426"/>
                    <a:pt x="13888" y="8315"/>
                    <a:pt x="13888" y="8185"/>
                  </a:cubicBezTo>
                  <a:lnTo>
                    <a:pt x="13888" y="6646"/>
                  </a:lnTo>
                  <a:cubicBezTo>
                    <a:pt x="13888" y="6487"/>
                    <a:pt x="13767" y="6408"/>
                    <a:pt x="13647" y="6408"/>
                  </a:cubicBezTo>
                  <a:cubicBezTo>
                    <a:pt x="13527" y="6408"/>
                    <a:pt x="13406" y="6487"/>
                    <a:pt x="13406" y="6646"/>
                  </a:cubicBezTo>
                  <a:lnTo>
                    <a:pt x="13406" y="7945"/>
                  </a:lnTo>
                  <a:lnTo>
                    <a:pt x="12858" y="7945"/>
                  </a:lnTo>
                  <a:lnTo>
                    <a:pt x="12858" y="6906"/>
                  </a:lnTo>
                  <a:cubicBezTo>
                    <a:pt x="12858" y="6631"/>
                    <a:pt x="12636" y="6410"/>
                    <a:pt x="12362" y="6410"/>
                  </a:cubicBezTo>
                  <a:lnTo>
                    <a:pt x="9783" y="6410"/>
                  </a:lnTo>
                  <a:lnTo>
                    <a:pt x="9783" y="6203"/>
                  </a:lnTo>
                  <a:cubicBezTo>
                    <a:pt x="9783" y="5967"/>
                    <a:pt x="9937" y="5760"/>
                    <a:pt x="10168" y="5693"/>
                  </a:cubicBezTo>
                  <a:lnTo>
                    <a:pt x="11029" y="5448"/>
                  </a:lnTo>
                  <a:cubicBezTo>
                    <a:pt x="11106" y="5424"/>
                    <a:pt x="11174" y="5395"/>
                    <a:pt x="11236" y="5351"/>
                  </a:cubicBezTo>
                  <a:lnTo>
                    <a:pt x="11390" y="5505"/>
                  </a:lnTo>
                  <a:cubicBezTo>
                    <a:pt x="11588" y="5703"/>
                    <a:pt x="11846" y="5801"/>
                    <a:pt x="12105" y="5801"/>
                  </a:cubicBezTo>
                  <a:cubicBezTo>
                    <a:pt x="12363" y="5801"/>
                    <a:pt x="12622" y="5703"/>
                    <a:pt x="12819" y="5505"/>
                  </a:cubicBezTo>
                  <a:lnTo>
                    <a:pt x="12973" y="5351"/>
                  </a:lnTo>
                  <a:close/>
                  <a:moveTo>
                    <a:pt x="3153" y="9451"/>
                  </a:moveTo>
                  <a:lnTo>
                    <a:pt x="3153" y="9995"/>
                  </a:lnTo>
                  <a:lnTo>
                    <a:pt x="1074" y="9995"/>
                  </a:lnTo>
                  <a:lnTo>
                    <a:pt x="1074" y="9451"/>
                  </a:lnTo>
                  <a:close/>
                  <a:moveTo>
                    <a:pt x="15456" y="9451"/>
                  </a:moveTo>
                  <a:lnTo>
                    <a:pt x="15456" y="9995"/>
                  </a:lnTo>
                  <a:lnTo>
                    <a:pt x="6708" y="9995"/>
                  </a:lnTo>
                  <a:lnTo>
                    <a:pt x="6708" y="9451"/>
                  </a:lnTo>
                  <a:close/>
                  <a:moveTo>
                    <a:pt x="5958" y="6886"/>
                  </a:moveTo>
                  <a:cubicBezTo>
                    <a:pt x="6107" y="6886"/>
                    <a:pt x="6227" y="7011"/>
                    <a:pt x="6227" y="7161"/>
                  </a:cubicBezTo>
                  <a:lnTo>
                    <a:pt x="6227" y="10510"/>
                  </a:lnTo>
                  <a:lnTo>
                    <a:pt x="3634" y="10510"/>
                  </a:lnTo>
                  <a:lnTo>
                    <a:pt x="3634" y="7161"/>
                  </a:lnTo>
                  <a:cubicBezTo>
                    <a:pt x="3634" y="7011"/>
                    <a:pt x="3759" y="6886"/>
                    <a:pt x="3908" y="6886"/>
                  </a:cubicBezTo>
                  <a:close/>
                  <a:moveTo>
                    <a:pt x="4933" y="1"/>
                  </a:moveTo>
                  <a:cubicBezTo>
                    <a:pt x="3855" y="1"/>
                    <a:pt x="2979" y="876"/>
                    <a:pt x="2898" y="2041"/>
                  </a:cubicBezTo>
                  <a:cubicBezTo>
                    <a:pt x="2864" y="2522"/>
                    <a:pt x="2705" y="3499"/>
                    <a:pt x="2493" y="4086"/>
                  </a:cubicBezTo>
                  <a:cubicBezTo>
                    <a:pt x="2450" y="4206"/>
                    <a:pt x="2455" y="4341"/>
                    <a:pt x="2513" y="4461"/>
                  </a:cubicBezTo>
                  <a:cubicBezTo>
                    <a:pt x="2566" y="4577"/>
                    <a:pt x="2671" y="4673"/>
                    <a:pt x="2792" y="4716"/>
                  </a:cubicBezTo>
                  <a:cubicBezTo>
                    <a:pt x="3104" y="4827"/>
                    <a:pt x="3427" y="4913"/>
                    <a:pt x="3754" y="4976"/>
                  </a:cubicBezTo>
                  <a:cubicBezTo>
                    <a:pt x="3744" y="4981"/>
                    <a:pt x="3735" y="4981"/>
                    <a:pt x="3725" y="4986"/>
                  </a:cubicBezTo>
                  <a:lnTo>
                    <a:pt x="2864" y="5231"/>
                  </a:lnTo>
                  <a:cubicBezTo>
                    <a:pt x="2431" y="5356"/>
                    <a:pt x="2132" y="5751"/>
                    <a:pt x="2132" y="6203"/>
                  </a:cubicBezTo>
                  <a:lnTo>
                    <a:pt x="2132" y="8440"/>
                  </a:lnTo>
                  <a:cubicBezTo>
                    <a:pt x="2128" y="8628"/>
                    <a:pt x="2181" y="8811"/>
                    <a:pt x="2282" y="8970"/>
                  </a:cubicBezTo>
                  <a:lnTo>
                    <a:pt x="318" y="8970"/>
                  </a:lnTo>
                  <a:cubicBezTo>
                    <a:pt x="1" y="8970"/>
                    <a:pt x="1" y="9451"/>
                    <a:pt x="318" y="9451"/>
                  </a:cubicBezTo>
                  <a:lnTo>
                    <a:pt x="593" y="9451"/>
                  </a:lnTo>
                  <a:lnTo>
                    <a:pt x="593" y="11775"/>
                  </a:lnTo>
                  <a:cubicBezTo>
                    <a:pt x="593" y="11936"/>
                    <a:pt x="713" y="12017"/>
                    <a:pt x="833" y="12017"/>
                  </a:cubicBezTo>
                  <a:cubicBezTo>
                    <a:pt x="954" y="12017"/>
                    <a:pt x="1074" y="11936"/>
                    <a:pt x="1074" y="11775"/>
                  </a:cubicBezTo>
                  <a:lnTo>
                    <a:pt x="1074" y="10476"/>
                  </a:lnTo>
                  <a:lnTo>
                    <a:pt x="3157" y="10476"/>
                  </a:lnTo>
                  <a:lnTo>
                    <a:pt x="3157" y="11775"/>
                  </a:lnTo>
                  <a:cubicBezTo>
                    <a:pt x="3157" y="11934"/>
                    <a:pt x="3278" y="12013"/>
                    <a:pt x="3398" y="12013"/>
                  </a:cubicBezTo>
                  <a:cubicBezTo>
                    <a:pt x="3518" y="12013"/>
                    <a:pt x="3639" y="11934"/>
                    <a:pt x="3639" y="11775"/>
                  </a:cubicBezTo>
                  <a:lnTo>
                    <a:pt x="3639" y="10986"/>
                  </a:lnTo>
                  <a:lnTo>
                    <a:pt x="6232" y="10986"/>
                  </a:lnTo>
                  <a:lnTo>
                    <a:pt x="6232" y="11775"/>
                  </a:lnTo>
                  <a:cubicBezTo>
                    <a:pt x="6232" y="11934"/>
                    <a:pt x="6352" y="12013"/>
                    <a:pt x="6473" y="12013"/>
                  </a:cubicBezTo>
                  <a:cubicBezTo>
                    <a:pt x="6593" y="12013"/>
                    <a:pt x="6713" y="11934"/>
                    <a:pt x="6713" y="11775"/>
                  </a:cubicBezTo>
                  <a:lnTo>
                    <a:pt x="6713" y="10476"/>
                  </a:lnTo>
                  <a:lnTo>
                    <a:pt x="15461" y="10476"/>
                  </a:lnTo>
                  <a:lnTo>
                    <a:pt x="15461" y="11775"/>
                  </a:lnTo>
                  <a:cubicBezTo>
                    <a:pt x="15461" y="11934"/>
                    <a:pt x="15581" y="12013"/>
                    <a:pt x="15702" y="12013"/>
                  </a:cubicBezTo>
                  <a:cubicBezTo>
                    <a:pt x="15822" y="12013"/>
                    <a:pt x="15942" y="11934"/>
                    <a:pt x="15942" y="11775"/>
                  </a:cubicBezTo>
                  <a:lnTo>
                    <a:pt x="15942" y="9451"/>
                  </a:lnTo>
                  <a:lnTo>
                    <a:pt x="16216" y="9451"/>
                  </a:lnTo>
                  <a:cubicBezTo>
                    <a:pt x="16534" y="9451"/>
                    <a:pt x="16534" y="8970"/>
                    <a:pt x="16216" y="8970"/>
                  </a:cubicBezTo>
                  <a:lnTo>
                    <a:pt x="14758" y="8970"/>
                  </a:lnTo>
                  <a:cubicBezTo>
                    <a:pt x="14855" y="8811"/>
                    <a:pt x="14908" y="8628"/>
                    <a:pt x="14908" y="8440"/>
                  </a:cubicBezTo>
                  <a:lnTo>
                    <a:pt x="14908" y="6203"/>
                  </a:lnTo>
                  <a:cubicBezTo>
                    <a:pt x="14908" y="5751"/>
                    <a:pt x="14609" y="5356"/>
                    <a:pt x="14176" y="5231"/>
                  </a:cubicBezTo>
                  <a:lnTo>
                    <a:pt x="13310" y="4986"/>
                  </a:lnTo>
                  <a:cubicBezTo>
                    <a:pt x="13195" y="4952"/>
                    <a:pt x="13113" y="4846"/>
                    <a:pt x="13113" y="4726"/>
                  </a:cubicBezTo>
                  <a:lnTo>
                    <a:pt x="13113" y="4524"/>
                  </a:lnTo>
                  <a:cubicBezTo>
                    <a:pt x="13195" y="4466"/>
                    <a:pt x="13272" y="4403"/>
                    <a:pt x="13344" y="4336"/>
                  </a:cubicBezTo>
                  <a:cubicBezTo>
                    <a:pt x="13690" y="4004"/>
                    <a:pt x="13888" y="3542"/>
                    <a:pt x="13883" y="3061"/>
                  </a:cubicBezTo>
                  <a:lnTo>
                    <a:pt x="13883" y="2604"/>
                  </a:lnTo>
                  <a:lnTo>
                    <a:pt x="13979" y="2411"/>
                  </a:lnTo>
                  <a:cubicBezTo>
                    <a:pt x="14085" y="2200"/>
                    <a:pt x="14143" y="1969"/>
                    <a:pt x="14143" y="1733"/>
                  </a:cubicBezTo>
                  <a:lnTo>
                    <a:pt x="14143" y="496"/>
                  </a:lnTo>
                  <a:cubicBezTo>
                    <a:pt x="14143" y="366"/>
                    <a:pt x="14032" y="256"/>
                    <a:pt x="13902" y="256"/>
                  </a:cubicBezTo>
                  <a:lnTo>
                    <a:pt x="11592" y="256"/>
                  </a:lnTo>
                  <a:cubicBezTo>
                    <a:pt x="10750" y="256"/>
                    <a:pt x="10072" y="939"/>
                    <a:pt x="10072" y="1781"/>
                  </a:cubicBezTo>
                  <a:lnTo>
                    <a:pt x="10072" y="1795"/>
                  </a:lnTo>
                  <a:cubicBezTo>
                    <a:pt x="10072" y="1993"/>
                    <a:pt x="10120" y="2185"/>
                    <a:pt x="10207" y="2363"/>
                  </a:cubicBezTo>
                  <a:lnTo>
                    <a:pt x="10327" y="2609"/>
                  </a:lnTo>
                  <a:lnTo>
                    <a:pt x="10327" y="2998"/>
                  </a:lnTo>
                  <a:cubicBezTo>
                    <a:pt x="10327" y="3595"/>
                    <a:pt x="10611" y="4158"/>
                    <a:pt x="11097" y="4509"/>
                  </a:cubicBezTo>
                  <a:lnTo>
                    <a:pt x="11097" y="4726"/>
                  </a:lnTo>
                  <a:cubicBezTo>
                    <a:pt x="11092" y="4846"/>
                    <a:pt x="11015" y="4952"/>
                    <a:pt x="10895" y="4990"/>
                  </a:cubicBezTo>
                  <a:lnTo>
                    <a:pt x="10038" y="5231"/>
                  </a:lnTo>
                  <a:cubicBezTo>
                    <a:pt x="9605" y="5356"/>
                    <a:pt x="9307" y="5751"/>
                    <a:pt x="9307" y="6203"/>
                  </a:cubicBezTo>
                  <a:lnTo>
                    <a:pt x="9307" y="6410"/>
                  </a:lnTo>
                  <a:lnTo>
                    <a:pt x="9288" y="6410"/>
                  </a:lnTo>
                  <a:cubicBezTo>
                    <a:pt x="9013" y="6410"/>
                    <a:pt x="8792" y="6631"/>
                    <a:pt x="8792" y="6906"/>
                  </a:cubicBezTo>
                  <a:lnTo>
                    <a:pt x="8792" y="8955"/>
                  </a:lnTo>
                  <a:lnTo>
                    <a:pt x="8792" y="8970"/>
                  </a:lnTo>
                  <a:lnTo>
                    <a:pt x="7584" y="8970"/>
                  </a:lnTo>
                  <a:cubicBezTo>
                    <a:pt x="7680" y="8811"/>
                    <a:pt x="7733" y="8628"/>
                    <a:pt x="7733" y="8440"/>
                  </a:cubicBezTo>
                  <a:lnTo>
                    <a:pt x="7733" y="6203"/>
                  </a:lnTo>
                  <a:cubicBezTo>
                    <a:pt x="7733" y="5751"/>
                    <a:pt x="7435" y="5356"/>
                    <a:pt x="7002" y="5231"/>
                  </a:cubicBezTo>
                  <a:lnTo>
                    <a:pt x="6136" y="4986"/>
                  </a:lnTo>
                  <a:cubicBezTo>
                    <a:pt x="6126" y="4981"/>
                    <a:pt x="6121" y="4981"/>
                    <a:pt x="6112" y="4976"/>
                  </a:cubicBezTo>
                  <a:cubicBezTo>
                    <a:pt x="6434" y="4913"/>
                    <a:pt x="6757" y="4827"/>
                    <a:pt x="7069" y="4716"/>
                  </a:cubicBezTo>
                  <a:cubicBezTo>
                    <a:pt x="7194" y="4673"/>
                    <a:pt x="7295" y="4577"/>
                    <a:pt x="7353" y="4461"/>
                  </a:cubicBezTo>
                  <a:cubicBezTo>
                    <a:pt x="7406" y="4341"/>
                    <a:pt x="7416" y="4206"/>
                    <a:pt x="7368" y="4086"/>
                  </a:cubicBezTo>
                  <a:cubicBezTo>
                    <a:pt x="7161" y="3499"/>
                    <a:pt x="6997" y="2522"/>
                    <a:pt x="6963" y="2041"/>
                  </a:cubicBezTo>
                  <a:cubicBezTo>
                    <a:pt x="6882" y="876"/>
                    <a:pt x="6011" y="1"/>
                    <a:pt x="4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87"/>
            <p:cNvSpPr/>
            <p:nvPr/>
          </p:nvSpPr>
          <p:spPr>
            <a:xfrm>
              <a:off x="6025288" y="2644154"/>
              <a:ext cx="12642" cy="12642"/>
            </a:xfrm>
            <a:custGeom>
              <a:rect b="b" l="l" r="r" t="t"/>
              <a:pathLst>
                <a:path extrusionOk="0" h="482" w="482">
                  <a:moveTo>
                    <a:pt x="241" y="0"/>
                  </a:moveTo>
                  <a:cubicBezTo>
                    <a:pt x="111" y="0"/>
                    <a:pt x="0" y="106"/>
                    <a:pt x="0" y="241"/>
                  </a:cubicBezTo>
                  <a:cubicBezTo>
                    <a:pt x="0" y="371"/>
                    <a:pt x="111" y="481"/>
                    <a:pt x="241" y="481"/>
                  </a:cubicBezTo>
                  <a:cubicBezTo>
                    <a:pt x="375" y="481"/>
                    <a:pt x="481" y="371"/>
                    <a:pt x="481" y="241"/>
                  </a:cubicBezTo>
                  <a:cubicBezTo>
                    <a:pt x="481" y="106"/>
                    <a:pt x="375" y="0"/>
                    <a:pt x="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2" name="Google Shape;16172;p87"/>
          <p:cNvGrpSpPr/>
          <p:nvPr/>
        </p:nvGrpSpPr>
        <p:grpSpPr>
          <a:xfrm>
            <a:off x="6226558" y="2433390"/>
            <a:ext cx="342793" cy="353389"/>
            <a:chOff x="6226558" y="2433390"/>
            <a:chExt cx="342793" cy="353389"/>
          </a:xfrm>
        </p:grpSpPr>
        <p:sp>
          <p:nvSpPr>
            <p:cNvPr id="16173" name="Google Shape;16173;p87"/>
            <p:cNvSpPr/>
            <p:nvPr/>
          </p:nvSpPr>
          <p:spPr>
            <a:xfrm>
              <a:off x="6362731" y="2444484"/>
              <a:ext cx="194765" cy="295348"/>
            </a:xfrm>
            <a:custGeom>
              <a:rect b="b" l="l" r="r" t="t"/>
              <a:pathLst>
                <a:path extrusionOk="0" h="11261" w="7426">
                  <a:moveTo>
                    <a:pt x="1" y="1"/>
                  </a:moveTo>
                  <a:lnTo>
                    <a:pt x="1" y="896"/>
                  </a:lnTo>
                  <a:lnTo>
                    <a:pt x="3200" y="896"/>
                  </a:lnTo>
                  <a:lnTo>
                    <a:pt x="3225" y="901"/>
                  </a:lnTo>
                  <a:cubicBezTo>
                    <a:pt x="3234" y="901"/>
                    <a:pt x="3244" y="901"/>
                    <a:pt x="3253" y="905"/>
                  </a:cubicBezTo>
                  <a:lnTo>
                    <a:pt x="3258" y="905"/>
                  </a:lnTo>
                  <a:lnTo>
                    <a:pt x="3282" y="915"/>
                  </a:lnTo>
                  <a:cubicBezTo>
                    <a:pt x="3292" y="920"/>
                    <a:pt x="3297" y="925"/>
                    <a:pt x="3306" y="930"/>
                  </a:cubicBezTo>
                  <a:lnTo>
                    <a:pt x="3311" y="934"/>
                  </a:lnTo>
                  <a:cubicBezTo>
                    <a:pt x="3321" y="939"/>
                    <a:pt x="3326" y="944"/>
                    <a:pt x="3335" y="954"/>
                  </a:cubicBezTo>
                  <a:lnTo>
                    <a:pt x="5881" y="3499"/>
                  </a:lnTo>
                  <a:cubicBezTo>
                    <a:pt x="5885" y="3504"/>
                    <a:pt x="5890" y="3513"/>
                    <a:pt x="5895" y="3518"/>
                  </a:cubicBezTo>
                  <a:lnTo>
                    <a:pt x="5900" y="3528"/>
                  </a:lnTo>
                  <a:cubicBezTo>
                    <a:pt x="5909" y="3533"/>
                    <a:pt x="5914" y="3542"/>
                    <a:pt x="5919" y="3552"/>
                  </a:cubicBezTo>
                  <a:cubicBezTo>
                    <a:pt x="5919" y="3557"/>
                    <a:pt x="5924" y="3566"/>
                    <a:pt x="5929" y="3576"/>
                  </a:cubicBezTo>
                  <a:lnTo>
                    <a:pt x="5929" y="3581"/>
                  </a:lnTo>
                  <a:cubicBezTo>
                    <a:pt x="5929" y="3590"/>
                    <a:pt x="5934" y="3600"/>
                    <a:pt x="5934" y="3605"/>
                  </a:cubicBezTo>
                  <a:cubicBezTo>
                    <a:pt x="5938" y="3614"/>
                    <a:pt x="5938" y="3624"/>
                    <a:pt x="5938" y="3634"/>
                  </a:cubicBezTo>
                  <a:lnTo>
                    <a:pt x="5938" y="3643"/>
                  </a:lnTo>
                  <a:lnTo>
                    <a:pt x="5938" y="3648"/>
                  </a:lnTo>
                  <a:lnTo>
                    <a:pt x="5938" y="11260"/>
                  </a:lnTo>
                  <a:lnTo>
                    <a:pt x="7425" y="11260"/>
                  </a:lnTo>
                  <a:lnTo>
                    <a:pt x="7425" y="2546"/>
                  </a:lnTo>
                  <a:lnTo>
                    <a:pt x="5096" y="2546"/>
                  </a:lnTo>
                  <a:cubicBezTo>
                    <a:pt x="4976" y="2546"/>
                    <a:pt x="4880" y="2450"/>
                    <a:pt x="4880" y="2330"/>
                  </a:cubicBezTo>
                  <a:lnTo>
                    <a:pt x="4880"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87"/>
            <p:cNvSpPr/>
            <p:nvPr/>
          </p:nvSpPr>
          <p:spPr>
            <a:xfrm>
              <a:off x="6312768" y="2479209"/>
              <a:ext cx="194503" cy="294823"/>
            </a:xfrm>
            <a:custGeom>
              <a:rect b="b" l="l" r="r" t="t"/>
              <a:pathLst>
                <a:path extrusionOk="0" h="11241" w="7416">
                  <a:moveTo>
                    <a:pt x="0" y="0"/>
                  </a:moveTo>
                  <a:lnTo>
                    <a:pt x="10" y="4191"/>
                  </a:lnTo>
                  <a:lnTo>
                    <a:pt x="24" y="4191"/>
                  </a:lnTo>
                  <a:lnTo>
                    <a:pt x="63" y="4186"/>
                  </a:lnTo>
                  <a:lnTo>
                    <a:pt x="116" y="4177"/>
                  </a:lnTo>
                  <a:lnTo>
                    <a:pt x="120" y="4177"/>
                  </a:lnTo>
                  <a:lnTo>
                    <a:pt x="159" y="4172"/>
                  </a:lnTo>
                  <a:lnTo>
                    <a:pt x="207" y="4167"/>
                  </a:lnTo>
                  <a:lnTo>
                    <a:pt x="804" y="4167"/>
                  </a:lnTo>
                  <a:lnTo>
                    <a:pt x="852" y="4172"/>
                  </a:lnTo>
                  <a:lnTo>
                    <a:pt x="905" y="4172"/>
                  </a:lnTo>
                  <a:lnTo>
                    <a:pt x="953" y="4177"/>
                  </a:lnTo>
                  <a:lnTo>
                    <a:pt x="991" y="4182"/>
                  </a:lnTo>
                  <a:lnTo>
                    <a:pt x="996" y="4182"/>
                  </a:lnTo>
                  <a:lnTo>
                    <a:pt x="1049" y="4186"/>
                  </a:lnTo>
                  <a:lnTo>
                    <a:pt x="1088" y="4191"/>
                  </a:lnTo>
                  <a:lnTo>
                    <a:pt x="1092" y="4191"/>
                  </a:lnTo>
                  <a:lnTo>
                    <a:pt x="1145" y="4201"/>
                  </a:lnTo>
                  <a:lnTo>
                    <a:pt x="1189" y="4206"/>
                  </a:lnTo>
                  <a:lnTo>
                    <a:pt x="1242" y="4215"/>
                  </a:lnTo>
                  <a:lnTo>
                    <a:pt x="1285" y="4225"/>
                  </a:lnTo>
                  <a:lnTo>
                    <a:pt x="1338" y="4234"/>
                  </a:lnTo>
                  <a:lnTo>
                    <a:pt x="1381" y="4244"/>
                  </a:lnTo>
                  <a:lnTo>
                    <a:pt x="1434" y="4258"/>
                  </a:lnTo>
                  <a:lnTo>
                    <a:pt x="1477" y="4268"/>
                  </a:lnTo>
                  <a:lnTo>
                    <a:pt x="1526" y="4278"/>
                  </a:lnTo>
                  <a:lnTo>
                    <a:pt x="1569" y="4292"/>
                  </a:lnTo>
                  <a:lnTo>
                    <a:pt x="1617" y="4307"/>
                  </a:lnTo>
                  <a:lnTo>
                    <a:pt x="1660" y="4316"/>
                  </a:lnTo>
                  <a:lnTo>
                    <a:pt x="1708" y="4335"/>
                  </a:lnTo>
                  <a:lnTo>
                    <a:pt x="1718" y="4335"/>
                  </a:lnTo>
                  <a:lnTo>
                    <a:pt x="1752" y="4345"/>
                  </a:lnTo>
                  <a:lnTo>
                    <a:pt x="1805" y="4360"/>
                  </a:lnTo>
                  <a:lnTo>
                    <a:pt x="1809" y="4360"/>
                  </a:lnTo>
                  <a:lnTo>
                    <a:pt x="1843" y="4374"/>
                  </a:lnTo>
                  <a:lnTo>
                    <a:pt x="1882" y="4388"/>
                  </a:lnTo>
                  <a:lnTo>
                    <a:pt x="1906" y="4398"/>
                  </a:lnTo>
                  <a:lnTo>
                    <a:pt x="1930" y="4408"/>
                  </a:lnTo>
                  <a:lnTo>
                    <a:pt x="1978" y="4427"/>
                  </a:lnTo>
                  <a:lnTo>
                    <a:pt x="1992" y="4432"/>
                  </a:lnTo>
                  <a:lnTo>
                    <a:pt x="2016" y="4441"/>
                  </a:lnTo>
                  <a:lnTo>
                    <a:pt x="2074" y="4465"/>
                  </a:lnTo>
                  <a:lnTo>
                    <a:pt x="2088" y="4470"/>
                  </a:lnTo>
                  <a:lnTo>
                    <a:pt x="2103" y="4480"/>
                  </a:lnTo>
                  <a:lnTo>
                    <a:pt x="2190" y="4518"/>
                  </a:lnTo>
                  <a:lnTo>
                    <a:pt x="2199" y="4523"/>
                  </a:lnTo>
                  <a:lnTo>
                    <a:pt x="2276" y="4562"/>
                  </a:lnTo>
                  <a:lnTo>
                    <a:pt x="2295" y="4571"/>
                  </a:lnTo>
                  <a:lnTo>
                    <a:pt x="2305" y="4576"/>
                  </a:lnTo>
                  <a:lnTo>
                    <a:pt x="2358" y="4605"/>
                  </a:lnTo>
                  <a:lnTo>
                    <a:pt x="2382" y="4619"/>
                  </a:lnTo>
                  <a:lnTo>
                    <a:pt x="2392" y="4624"/>
                  </a:lnTo>
                  <a:lnTo>
                    <a:pt x="2440" y="4653"/>
                  </a:lnTo>
                  <a:lnTo>
                    <a:pt x="2469" y="4667"/>
                  </a:lnTo>
                  <a:lnTo>
                    <a:pt x="2478" y="4672"/>
                  </a:lnTo>
                  <a:lnTo>
                    <a:pt x="2522" y="4701"/>
                  </a:lnTo>
                  <a:lnTo>
                    <a:pt x="2546" y="4716"/>
                  </a:lnTo>
                  <a:lnTo>
                    <a:pt x="2555" y="4720"/>
                  </a:lnTo>
                  <a:lnTo>
                    <a:pt x="2599" y="4749"/>
                  </a:lnTo>
                  <a:lnTo>
                    <a:pt x="2632" y="4769"/>
                  </a:lnTo>
                  <a:lnTo>
                    <a:pt x="2676" y="4802"/>
                  </a:lnTo>
                  <a:lnTo>
                    <a:pt x="2709" y="4821"/>
                  </a:lnTo>
                  <a:lnTo>
                    <a:pt x="2714" y="4821"/>
                  </a:lnTo>
                  <a:lnTo>
                    <a:pt x="2753" y="4850"/>
                  </a:lnTo>
                  <a:lnTo>
                    <a:pt x="2786" y="4874"/>
                  </a:lnTo>
                  <a:lnTo>
                    <a:pt x="2830" y="4908"/>
                  </a:lnTo>
                  <a:lnTo>
                    <a:pt x="2863" y="4932"/>
                  </a:lnTo>
                  <a:lnTo>
                    <a:pt x="2902" y="4966"/>
                  </a:lnTo>
                  <a:lnTo>
                    <a:pt x="2935" y="4990"/>
                  </a:lnTo>
                  <a:lnTo>
                    <a:pt x="2979" y="5024"/>
                  </a:lnTo>
                  <a:lnTo>
                    <a:pt x="3008" y="5052"/>
                  </a:lnTo>
                  <a:lnTo>
                    <a:pt x="3046" y="5086"/>
                  </a:lnTo>
                  <a:lnTo>
                    <a:pt x="3051" y="5091"/>
                  </a:lnTo>
                  <a:lnTo>
                    <a:pt x="3056" y="5096"/>
                  </a:lnTo>
                  <a:lnTo>
                    <a:pt x="3075" y="5110"/>
                  </a:lnTo>
                  <a:lnTo>
                    <a:pt x="3113" y="5144"/>
                  </a:lnTo>
                  <a:lnTo>
                    <a:pt x="3123" y="5153"/>
                  </a:lnTo>
                  <a:lnTo>
                    <a:pt x="3133" y="5163"/>
                  </a:lnTo>
                  <a:lnTo>
                    <a:pt x="3142" y="5173"/>
                  </a:lnTo>
                  <a:lnTo>
                    <a:pt x="3181" y="5211"/>
                  </a:lnTo>
                  <a:lnTo>
                    <a:pt x="3186" y="5216"/>
                  </a:lnTo>
                  <a:lnTo>
                    <a:pt x="3200" y="5230"/>
                  </a:lnTo>
                  <a:lnTo>
                    <a:pt x="3205" y="5235"/>
                  </a:lnTo>
                  <a:lnTo>
                    <a:pt x="3248" y="5279"/>
                  </a:lnTo>
                  <a:lnTo>
                    <a:pt x="3253" y="5283"/>
                  </a:lnTo>
                  <a:lnTo>
                    <a:pt x="3272" y="5298"/>
                  </a:lnTo>
                  <a:lnTo>
                    <a:pt x="3311" y="5346"/>
                  </a:lnTo>
                  <a:lnTo>
                    <a:pt x="3320" y="5351"/>
                  </a:lnTo>
                  <a:lnTo>
                    <a:pt x="3330" y="5365"/>
                  </a:lnTo>
                  <a:cubicBezTo>
                    <a:pt x="3580" y="5639"/>
                    <a:pt x="3787" y="5947"/>
                    <a:pt x="3951" y="6284"/>
                  </a:cubicBezTo>
                  <a:lnTo>
                    <a:pt x="3951" y="6289"/>
                  </a:lnTo>
                  <a:lnTo>
                    <a:pt x="3951" y="6294"/>
                  </a:lnTo>
                  <a:lnTo>
                    <a:pt x="3951" y="6299"/>
                  </a:lnTo>
                  <a:lnTo>
                    <a:pt x="3951" y="6303"/>
                  </a:lnTo>
                  <a:cubicBezTo>
                    <a:pt x="3960" y="6328"/>
                    <a:pt x="3970" y="6347"/>
                    <a:pt x="3980" y="6371"/>
                  </a:cubicBezTo>
                  <a:cubicBezTo>
                    <a:pt x="4191" y="6842"/>
                    <a:pt x="4302" y="7357"/>
                    <a:pt x="4307" y="7872"/>
                  </a:cubicBezTo>
                  <a:lnTo>
                    <a:pt x="4307" y="7901"/>
                  </a:lnTo>
                  <a:lnTo>
                    <a:pt x="4307" y="8021"/>
                  </a:lnTo>
                  <a:lnTo>
                    <a:pt x="4307" y="8055"/>
                  </a:lnTo>
                  <a:cubicBezTo>
                    <a:pt x="4307" y="8089"/>
                    <a:pt x="4302" y="8122"/>
                    <a:pt x="4297" y="8156"/>
                  </a:cubicBezTo>
                  <a:lnTo>
                    <a:pt x="4297" y="8175"/>
                  </a:lnTo>
                  <a:cubicBezTo>
                    <a:pt x="4297" y="8219"/>
                    <a:pt x="4292" y="8257"/>
                    <a:pt x="4287" y="8296"/>
                  </a:cubicBezTo>
                  <a:lnTo>
                    <a:pt x="4287" y="8320"/>
                  </a:lnTo>
                  <a:cubicBezTo>
                    <a:pt x="4283" y="8353"/>
                    <a:pt x="4283" y="8387"/>
                    <a:pt x="4278" y="8421"/>
                  </a:cubicBezTo>
                  <a:lnTo>
                    <a:pt x="4273" y="8450"/>
                  </a:lnTo>
                  <a:cubicBezTo>
                    <a:pt x="4259" y="8531"/>
                    <a:pt x="4244" y="8608"/>
                    <a:pt x="4230" y="8685"/>
                  </a:cubicBezTo>
                  <a:lnTo>
                    <a:pt x="4225" y="8709"/>
                  </a:lnTo>
                  <a:cubicBezTo>
                    <a:pt x="4215" y="8743"/>
                    <a:pt x="4210" y="8777"/>
                    <a:pt x="4201" y="8806"/>
                  </a:cubicBezTo>
                  <a:lnTo>
                    <a:pt x="4196" y="8830"/>
                  </a:lnTo>
                  <a:cubicBezTo>
                    <a:pt x="4186" y="8868"/>
                    <a:pt x="4177" y="8907"/>
                    <a:pt x="4162" y="8945"/>
                  </a:cubicBezTo>
                  <a:lnTo>
                    <a:pt x="4162" y="8960"/>
                  </a:lnTo>
                  <a:cubicBezTo>
                    <a:pt x="4153" y="8993"/>
                    <a:pt x="4138" y="9027"/>
                    <a:pt x="4129" y="9061"/>
                  </a:cubicBezTo>
                  <a:lnTo>
                    <a:pt x="4124" y="9085"/>
                  </a:lnTo>
                  <a:cubicBezTo>
                    <a:pt x="4095" y="9157"/>
                    <a:pt x="4071" y="9234"/>
                    <a:pt x="4042" y="9306"/>
                  </a:cubicBezTo>
                  <a:lnTo>
                    <a:pt x="4032" y="9325"/>
                  </a:lnTo>
                  <a:cubicBezTo>
                    <a:pt x="4018" y="9359"/>
                    <a:pt x="4004" y="9388"/>
                    <a:pt x="3989" y="9421"/>
                  </a:cubicBezTo>
                  <a:lnTo>
                    <a:pt x="3984" y="9436"/>
                  </a:lnTo>
                  <a:cubicBezTo>
                    <a:pt x="3970" y="9474"/>
                    <a:pt x="3951" y="9508"/>
                    <a:pt x="3931" y="9547"/>
                  </a:cubicBezTo>
                  <a:lnTo>
                    <a:pt x="3931" y="9551"/>
                  </a:lnTo>
                  <a:cubicBezTo>
                    <a:pt x="3917" y="9585"/>
                    <a:pt x="3898" y="9619"/>
                    <a:pt x="3883" y="9652"/>
                  </a:cubicBezTo>
                  <a:lnTo>
                    <a:pt x="3874" y="9667"/>
                  </a:lnTo>
                  <a:cubicBezTo>
                    <a:pt x="3835" y="9739"/>
                    <a:pt x="3797" y="9806"/>
                    <a:pt x="3753" y="9879"/>
                  </a:cubicBezTo>
                  <a:lnTo>
                    <a:pt x="3744" y="9888"/>
                  </a:lnTo>
                  <a:cubicBezTo>
                    <a:pt x="3724" y="9922"/>
                    <a:pt x="3705" y="9951"/>
                    <a:pt x="3686" y="9984"/>
                  </a:cubicBezTo>
                  <a:lnTo>
                    <a:pt x="3681" y="9989"/>
                  </a:lnTo>
                  <a:cubicBezTo>
                    <a:pt x="3633" y="10057"/>
                    <a:pt x="3585" y="10124"/>
                    <a:pt x="3537" y="10187"/>
                  </a:cubicBezTo>
                  <a:lnTo>
                    <a:pt x="3532" y="10196"/>
                  </a:lnTo>
                  <a:cubicBezTo>
                    <a:pt x="3479" y="10264"/>
                    <a:pt x="3431" y="10326"/>
                    <a:pt x="3373" y="10389"/>
                  </a:cubicBezTo>
                  <a:lnTo>
                    <a:pt x="3373" y="10393"/>
                  </a:lnTo>
                  <a:cubicBezTo>
                    <a:pt x="3344" y="10422"/>
                    <a:pt x="3315" y="10451"/>
                    <a:pt x="3291" y="10480"/>
                  </a:cubicBezTo>
                  <a:cubicBezTo>
                    <a:pt x="3234" y="10543"/>
                    <a:pt x="3176" y="10600"/>
                    <a:pt x="3113" y="10658"/>
                  </a:cubicBezTo>
                  <a:lnTo>
                    <a:pt x="3109" y="10658"/>
                  </a:lnTo>
                  <a:cubicBezTo>
                    <a:pt x="2955" y="10802"/>
                    <a:pt x="2791" y="10932"/>
                    <a:pt x="2618" y="11048"/>
                  </a:cubicBezTo>
                  <a:cubicBezTo>
                    <a:pt x="2512" y="11120"/>
                    <a:pt x="2401" y="11183"/>
                    <a:pt x="2291" y="11240"/>
                  </a:cubicBezTo>
                  <a:lnTo>
                    <a:pt x="7415" y="11240"/>
                  </a:lnTo>
                  <a:lnTo>
                    <a:pt x="7415" y="2546"/>
                  </a:lnTo>
                  <a:lnTo>
                    <a:pt x="5091" y="2546"/>
                  </a:lnTo>
                  <a:cubicBezTo>
                    <a:pt x="4976" y="2546"/>
                    <a:pt x="4879" y="2449"/>
                    <a:pt x="4879" y="2329"/>
                  </a:cubicBezTo>
                  <a:lnTo>
                    <a:pt x="4879"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87"/>
            <p:cNvSpPr/>
            <p:nvPr/>
          </p:nvSpPr>
          <p:spPr>
            <a:xfrm>
              <a:off x="6501947" y="2452457"/>
              <a:ext cx="47603" cy="47603"/>
            </a:xfrm>
            <a:custGeom>
              <a:rect b="b" l="l" r="r" t="t"/>
              <a:pathLst>
                <a:path extrusionOk="0" h="1815" w="1815">
                  <a:moveTo>
                    <a:pt x="0" y="0"/>
                  </a:moveTo>
                  <a:lnTo>
                    <a:pt x="0" y="1814"/>
                  </a:lnTo>
                  <a:lnTo>
                    <a:pt x="1814" y="1814"/>
                  </a:lnTo>
                  <a:lnTo>
                    <a:pt x="0"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87"/>
            <p:cNvSpPr/>
            <p:nvPr/>
          </p:nvSpPr>
          <p:spPr>
            <a:xfrm>
              <a:off x="6451957" y="2487156"/>
              <a:ext cx="47603" cy="47603"/>
            </a:xfrm>
            <a:custGeom>
              <a:rect b="b" l="l" r="r" t="t"/>
              <a:pathLst>
                <a:path extrusionOk="0" h="1815" w="1815">
                  <a:moveTo>
                    <a:pt x="1" y="0"/>
                  </a:moveTo>
                  <a:lnTo>
                    <a:pt x="1" y="1814"/>
                  </a:lnTo>
                  <a:lnTo>
                    <a:pt x="1815" y="1814"/>
                  </a:lnTo>
                  <a:lnTo>
                    <a:pt x="1"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87"/>
            <p:cNvSpPr/>
            <p:nvPr/>
          </p:nvSpPr>
          <p:spPr>
            <a:xfrm>
              <a:off x="6446921" y="2468089"/>
              <a:ext cx="80781" cy="271743"/>
            </a:xfrm>
            <a:custGeom>
              <a:rect b="b" l="l" r="r" t="t"/>
              <a:pathLst>
                <a:path extrusionOk="0" h="10361" w="3080">
                  <a:moveTo>
                    <a:pt x="0" y="1"/>
                  </a:moveTo>
                  <a:lnTo>
                    <a:pt x="24" y="5"/>
                  </a:lnTo>
                  <a:cubicBezTo>
                    <a:pt x="34" y="5"/>
                    <a:pt x="43" y="10"/>
                    <a:pt x="48" y="10"/>
                  </a:cubicBezTo>
                  <a:lnTo>
                    <a:pt x="58" y="10"/>
                  </a:lnTo>
                  <a:lnTo>
                    <a:pt x="82" y="20"/>
                  </a:lnTo>
                  <a:cubicBezTo>
                    <a:pt x="87" y="25"/>
                    <a:pt x="96" y="30"/>
                    <a:pt x="106" y="34"/>
                  </a:cubicBezTo>
                  <a:lnTo>
                    <a:pt x="111" y="39"/>
                  </a:lnTo>
                  <a:cubicBezTo>
                    <a:pt x="116" y="44"/>
                    <a:pt x="125" y="54"/>
                    <a:pt x="130" y="58"/>
                  </a:cubicBezTo>
                  <a:lnTo>
                    <a:pt x="2675" y="2604"/>
                  </a:lnTo>
                  <a:cubicBezTo>
                    <a:pt x="2685" y="2613"/>
                    <a:pt x="2690" y="2618"/>
                    <a:pt x="2695" y="2628"/>
                  </a:cubicBezTo>
                  <a:lnTo>
                    <a:pt x="2699" y="2633"/>
                  </a:lnTo>
                  <a:cubicBezTo>
                    <a:pt x="2704" y="2638"/>
                    <a:pt x="2709" y="2647"/>
                    <a:pt x="2714" y="2657"/>
                  </a:cubicBezTo>
                  <a:cubicBezTo>
                    <a:pt x="2719" y="2662"/>
                    <a:pt x="2724" y="2671"/>
                    <a:pt x="2728" y="2681"/>
                  </a:cubicBezTo>
                  <a:lnTo>
                    <a:pt x="2728" y="2686"/>
                  </a:lnTo>
                  <a:cubicBezTo>
                    <a:pt x="2728" y="2695"/>
                    <a:pt x="2733" y="2705"/>
                    <a:pt x="2733" y="2714"/>
                  </a:cubicBezTo>
                  <a:cubicBezTo>
                    <a:pt x="2733" y="2719"/>
                    <a:pt x="2738" y="2729"/>
                    <a:pt x="2738" y="2739"/>
                  </a:cubicBezTo>
                  <a:lnTo>
                    <a:pt x="2738" y="2748"/>
                  </a:lnTo>
                  <a:lnTo>
                    <a:pt x="2738" y="2753"/>
                  </a:lnTo>
                  <a:lnTo>
                    <a:pt x="2738" y="10360"/>
                  </a:lnTo>
                  <a:lnTo>
                    <a:pt x="3080" y="10360"/>
                  </a:lnTo>
                  <a:lnTo>
                    <a:pt x="3080" y="2753"/>
                  </a:lnTo>
                  <a:lnTo>
                    <a:pt x="3080" y="2748"/>
                  </a:lnTo>
                  <a:lnTo>
                    <a:pt x="3080" y="2739"/>
                  </a:lnTo>
                  <a:cubicBezTo>
                    <a:pt x="3080" y="2729"/>
                    <a:pt x="3075" y="2719"/>
                    <a:pt x="3075" y="2714"/>
                  </a:cubicBezTo>
                  <a:cubicBezTo>
                    <a:pt x="3075" y="2705"/>
                    <a:pt x="3070" y="2695"/>
                    <a:pt x="3070" y="2686"/>
                  </a:cubicBezTo>
                  <a:lnTo>
                    <a:pt x="3070" y="2681"/>
                  </a:lnTo>
                  <a:cubicBezTo>
                    <a:pt x="3065" y="2671"/>
                    <a:pt x="3060" y="2662"/>
                    <a:pt x="3056" y="2657"/>
                  </a:cubicBezTo>
                  <a:cubicBezTo>
                    <a:pt x="3051" y="2647"/>
                    <a:pt x="3046" y="2638"/>
                    <a:pt x="3041" y="2633"/>
                  </a:cubicBezTo>
                  <a:lnTo>
                    <a:pt x="3036" y="2628"/>
                  </a:lnTo>
                  <a:cubicBezTo>
                    <a:pt x="3031" y="2618"/>
                    <a:pt x="3027" y="2613"/>
                    <a:pt x="3022" y="2604"/>
                  </a:cubicBezTo>
                  <a:lnTo>
                    <a:pt x="2060" y="1646"/>
                  </a:lnTo>
                  <a:lnTo>
                    <a:pt x="1886" y="1646"/>
                  </a:lnTo>
                  <a:cubicBezTo>
                    <a:pt x="1771" y="1646"/>
                    <a:pt x="1675" y="1550"/>
                    <a:pt x="1675" y="1435"/>
                  </a:cubicBezTo>
                  <a:lnTo>
                    <a:pt x="1675" y="1257"/>
                  </a:lnTo>
                  <a:lnTo>
                    <a:pt x="476" y="58"/>
                  </a:lnTo>
                  <a:cubicBezTo>
                    <a:pt x="467" y="54"/>
                    <a:pt x="462" y="44"/>
                    <a:pt x="452" y="39"/>
                  </a:cubicBezTo>
                  <a:lnTo>
                    <a:pt x="448" y="34"/>
                  </a:lnTo>
                  <a:cubicBezTo>
                    <a:pt x="438" y="30"/>
                    <a:pt x="433" y="25"/>
                    <a:pt x="424" y="20"/>
                  </a:cubicBezTo>
                  <a:cubicBezTo>
                    <a:pt x="414" y="20"/>
                    <a:pt x="409" y="15"/>
                    <a:pt x="399" y="10"/>
                  </a:cubicBezTo>
                  <a:lnTo>
                    <a:pt x="395" y="10"/>
                  </a:lnTo>
                  <a:cubicBezTo>
                    <a:pt x="385" y="10"/>
                    <a:pt x="375" y="5"/>
                    <a:pt x="366" y="5"/>
                  </a:cubicBezTo>
                  <a:cubicBezTo>
                    <a:pt x="356" y="1"/>
                    <a:pt x="351" y="1"/>
                    <a:pt x="3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87"/>
            <p:cNvSpPr/>
            <p:nvPr/>
          </p:nvSpPr>
          <p:spPr>
            <a:xfrm>
              <a:off x="6362731" y="2444484"/>
              <a:ext cx="8996" cy="23500"/>
            </a:xfrm>
            <a:custGeom>
              <a:rect b="b" l="l" r="r" t="t"/>
              <a:pathLst>
                <a:path extrusionOk="0" h="896" w="343">
                  <a:moveTo>
                    <a:pt x="1" y="1"/>
                  </a:moveTo>
                  <a:lnTo>
                    <a:pt x="1" y="896"/>
                  </a:lnTo>
                  <a:lnTo>
                    <a:pt x="342" y="896"/>
                  </a:lnTo>
                  <a:lnTo>
                    <a:pt x="342"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87"/>
            <p:cNvSpPr/>
            <p:nvPr/>
          </p:nvSpPr>
          <p:spPr>
            <a:xfrm>
              <a:off x="6337002" y="2588998"/>
              <a:ext cx="98458" cy="185664"/>
            </a:xfrm>
            <a:custGeom>
              <a:rect b="b" l="l" r="r" t="t"/>
              <a:pathLst>
                <a:path extrusionOk="0" h="7079" w="3754">
                  <a:moveTo>
                    <a:pt x="0" y="0"/>
                  </a:moveTo>
                  <a:lnTo>
                    <a:pt x="48" y="5"/>
                  </a:lnTo>
                  <a:lnTo>
                    <a:pt x="87" y="10"/>
                  </a:lnTo>
                  <a:lnTo>
                    <a:pt x="91" y="10"/>
                  </a:lnTo>
                  <a:lnTo>
                    <a:pt x="144" y="20"/>
                  </a:lnTo>
                  <a:lnTo>
                    <a:pt x="183" y="24"/>
                  </a:lnTo>
                  <a:lnTo>
                    <a:pt x="188" y="24"/>
                  </a:lnTo>
                  <a:lnTo>
                    <a:pt x="245" y="29"/>
                  </a:lnTo>
                  <a:lnTo>
                    <a:pt x="289" y="39"/>
                  </a:lnTo>
                  <a:lnTo>
                    <a:pt x="342" y="48"/>
                  </a:lnTo>
                  <a:lnTo>
                    <a:pt x="385" y="53"/>
                  </a:lnTo>
                  <a:lnTo>
                    <a:pt x="433" y="68"/>
                  </a:lnTo>
                  <a:lnTo>
                    <a:pt x="476" y="77"/>
                  </a:lnTo>
                  <a:lnTo>
                    <a:pt x="529" y="87"/>
                  </a:lnTo>
                  <a:lnTo>
                    <a:pt x="573" y="97"/>
                  </a:lnTo>
                  <a:lnTo>
                    <a:pt x="621" y="111"/>
                  </a:lnTo>
                  <a:lnTo>
                    <a:pt x="664" y="121"/>
                  </a:lnTo>
                  <a:lnTo>
                    <a:pt x="717" y="135"/>
                  </a:lnTo>
                  <a:lnTo>
                    <a:pt x="756" y="149"/>
                  </a:lnTo>
                  <a:lnTo>
                    <a:pt x="808" y="164"/>
                  </a:lnTo>
                  <a:lnTo>
                    <a:pt x="818" y="164"/>
                  </a:lnTo>
                  <a:lnTo>
                    <a:pt x="847" y="174"/>
                  </a:lnTo>
                  <a:lnTo>
                    <a:pt x="900" y="193"/>
                  </a:lnTo>
                  <a:lnTo>
                    <a:pt x="905" y="193"/>
                  </a:lnTo>
                  <a:lnTo>
                    <a:pt x="938" y="202"/>
                  </a:lnTo>
                  <a:lnTo>
                    <a:pt x="982" y="222"/>
                  </a:lnTo>
                  <a:lnTo>
                    <a:pt x="1001" y="226"/>
                  </a:lnTo>
                  <a:lnTo>
                    <a:pt x="1025" y="236"/>
                  </a:lnTo>
                  <a:lnTo>
                    <a:pt x="1073" y="255"/>
                  </a:lnTo>
                  <a:lnTo>
                    <a:pt x="1088" y="265"/>
                  </a:lnTo>
                  <a:lnTo>
                    <a:pt x="1116" y="275"/>
                  </a:lnTo>
                  <a:lnTo>
                    <a:pt x="1174" y="299"/>
                  </a:lnTo>
                  <a:lnTo>
                    <a:pt x="1184" y="303"/>
                  </a:lnTo>
                  <a:lnTo>
                    <a:pt x="1203" y="308"/>
                  </a:lnTo>
                  <a:lnTo>
                    <a:pt x="1290" y="352"/>
                  </a:lnTo>
                  <a:lnTo>
                    <a:pt x="1294" y="352"/>
                  </a:lnTo>
                  <a:lnTo>
                    <a:pt x="1371" y="390"/>
                  </a:lnTo>
                  <a:lnTo>
                    <a:pt x="1391" y="400"/>
                  </a:lnTo>
                  <a:lnTo>
                    <a:pt x="1400" y="405"/>
                  </a:lnTo>
                  <a:lnTo>
                    <a:pt x="1453" y="438"/>
                  </a:lnTo>
                  <a:lnTo>
                    <a:pt x="1477" y="448"/>
                  </a:lnTo>
                  <a:lnTo>
                    <a:pt x="1492" y="457"/>
                  </a:lnTo>
                  <a:lnTo>
                    <a:pt x="1535" y="481"/>
                  </a:lnTo>
                  <a:lnTo>
                    <a:pt x="1564" y="496"/>
                  </a:lnTo>
                  <a:lnTo>
                    <a:pt x="1578" y="506"/>
                  </a:lnTo>
                  <a:lnTo>
                    <a:pt x="1617" y="530"/>
                  </a:lnTo>
                  <a:lnTo>
                    <a:pt x="1641" y="544"/>
                  </a:lnTo>
                  <a:lnTo>
                    <a:pt x="1650" y="549"/>
                  </a:lnTo>
                  <a:lnTo>
                    <a:pt x="1699" y="578"/>
                  </a:lnTo>
                  <a:lnTo>
                    <a:pt x="1732" y="602"/>
                  </a:lnTo>
                  <a:lnTo>
                    <a:pt x="1776" y="631"/>
                  </a:lnTo>
                  <a:lnTo>
                    <a:pt x="1804" y="650"/>
                  </a:lnTo>
                  <a:lnTo>
                    <a:pt x="1809" y="650"/>
                  </a:lnTo>
                  <a:lnTo>
                    <a:pt x="1853" y="684"/>
                  </a:lnTo>
                  <a:lnTo>
                    <a:pt x="1886" y="708"/>
                  </a:lnTo>
                  <a:lnTo>
                    <a:pt x="1925" y="737"/>
                  </a:lnTo>
                  <a:lnTo>
                    <a:pt x="2132" y="1112"/>
                  </a:lnTo>
                  <a:lnTo>
                    <a:pt x="2324" y="1309"/>
                  </a:lnTo>
                  <a:lnTo>
                    <a:pt x="2574" y="1362"/>
                  </a:lnTo>
                  <a:cubicBezTo>
                    <a:pt x="2762" y="1593"/>
                    <a:pt x="2926" y="1848"/>
                    <a:pt x="3056" y="2122"/>
                  </a:cubicBezTo>
                  <a:lnTo>
                    <a:pt x="3056" y="2127"/>
                  </a:lnTo>
                  <a:lnTo>
                    <a:pt x="3056" y="2132"/>
                  </a:lnTo>
                  <a:lnTo>
                    <a:pt x="3056" y="2137"/>
                  </a:lnTo>
                  <a:lnTo>
                    <a:pt x="3056" y="2142"/>
                  </a:lnTo>
                  <a:cubicBezTo>
                    <a:pt x="3065" y="2166"/>
                    <a:pt x="3075" y="2190"/>
                    <a:pt x="3084" y="2209"/>
                  </a:cubicBezTo>
                  <a:cubicBezTo>
                    <a:pt x="3296" y="2685"/>
                    <a:pt x="3407" y="3195"/>
                    <a:pt x="3412" y="3710"/>
                  </a:cubicBezTo>
                  <a:lnTo>
                    <a:pt x="3412" y="3744"/>
                  </a:lnTo>
                  <a:lnTo>
                    <a:pt x="3412" y="3864"/>
                  </a:lnTo>
                  <a:lnTo>
                    <a:pt x="3412" y="3893"/>
                  </a:lnTo>
                  <a:cubicBezTo>
                    <a:pt x="3412" y="3927"/>
                    <a:pt x="3407" y="3960"/>
                    <a:pt x="3402" y="3994"/>
                  </a:cubicBezTo>
                  <a:lnTo>
                    <a:pt x="3402" y="4018"/>
                  </a:lnTo>
                  <a:cubicBezTo>
                    <a:pt x="3402" y="4057"/>
                    <a:pt x="3397" y="4095"/>
                    <a:pt x="3392" y="4138"/>
                  </a:cubicBezTo>
                  <a:lnTo>
                    <a:pt x="3392" y="4158"/>
                  </a:lnTo>
                  <a:cubicBezTo>
                    <a:pt x="3388" y="4191"/>
                    <a:pt x="3388" y="4225"/>
                    <a:pt x="3383" y="4259"/>
                  </a:cubicBezTo>
                  <a:lnTo>
                    <a:pt x="3378" y="4288"/>
                  </a:lnTo>
                  <a:cubicBezTo>
                    <a:pt x="3363" y="4369"/>
                    <a:pt x="3349" y="4446"/>
                    <a:pt x="3335" y="4523"/>
                  </a:cubicBezTo>
                  <a:lnTo>
                    <a:pt x="3330" y="4552"/>
                  </a:lnTo>
                  <a:cubicBezTo>
                    <a:pt x="3320" y="4581"/>
                    <a:pt x="3315" y="4615"/>
                    <a:pt x="3306" y="4648"/>
                  </a:cubicBezTo>
                  <a:lnTo>
                    <a:pt x="3301" y="4668"/>
                  </a:lnTo>
                  <a:cubicBezTo>
                    <a:pt x="3291" y="4706"/>
                    <a:pt x="3282" y="4745"/>
                    <a:pt x="3267" y="4783"/>
                  </a:cubicBezTo>
                  <a:lnTo>
                    <a:pt x="3267" y="4798"/>
                  </a:lnTo>
                  <a:cubicBezTo>
                    <a:pt x="3258" y="4831"/>
                    <a:pt x="3243" y="4865"/>
                    <a:pt x="3234" y="4899"/>
                  </a:cubicBezTo>
                  <a:lnTo>
                    <a:pt x="3229" y="4923"/>
                  </a:lnTo>
                  <a:cubicBezTo>
                    <a:pt x="3200" y="4995"/>
                    <a:pt x="3176" y="5072"/>
                    <a:pt x="3147" y="5144"/>
                  </a:cubicBezTo>
                  <a:lnTo>
                    <a:pt x="3137" y="5163"/>
                  </a:lnTo>
                  <a:cubicBezTo>
                    <a:pt x="3123" y="5197"/>
                    <a:pt x="3108" y="5226"/>
                    <a:pt x="3094" y="5260"/>
                  </a:cubicBezTo>
                  <a:lnTo>
                    <a:pt x="3089" y="5274"/>
                  </a:lnTo>
                  <a:cubicBezTo>
                    <a:pt x="3070" y="5312"/>
                    <a:pt x="3056" y="5346"/>
                    <a:pt x="3036" y="5385"/>
                  </a:cubicBezTo>
                  <a:lnTo>
                    <a:pt x="3036" y="5389"/>
                  </a:lnTo>
                  <a:cubicBezTo>
                    <a:pt x="3022" y="5423"/>
                    <a:pt x="3003" y="5457"/>
                    <a:pt x="2988" y="5490"/>
                  </a:cubicBezTo>
                  <a:lnTo>
                    <a:pt x="2979" y="5510"/>
                  </a:lnTo>
                  <a:cubicBezTo>
                    <a:pt x="2940" y="5577"/>
                    <a:pt x="2902" y="5649"/>
                    <a:pt x="2858" y="5717"/>
                  </a:cubicBezTo>
                  <a:lnTo>
                    <a:pt x="2849" y="5726"/>
                  </a:lnTo>
                  <a:cubicBezTo>
                    <a:pt x="2829" y="5760"/>
                    <a:pt x="2810" y="5789"/>
                    <a:pt x="2791" y="5823"/>
                  </a:cubicBezTo>
                  <a:lnTo>
                    <a:pt x="2786" y="5832"/>
                  </a:lnTo>
                  <a:cubicBezTo>
                    <a:pt x="2738" y="5899"/>
                    <a:pt x="2690" y="5962"/>
                    <a:pt x="2642" y="6029"/>
                  </a:cubicBezTo>
                  <a:lnTo>
                    <a:pt x="2637" y="6039"/>
                  </a:lnTo>
                  <a:cubicBezTo>
                    <a:pt x="2584" y="6102"/>
                    <a:pt x="2536" y="6164"/>
                    <a:pt x="2478" y="6227"/>
                  </a:cubicBezTo>
                  <a:lnTo>
                    <a:pt x="2478" y="6232"/>
                  </a:lnTo>
                  <a:cubicBezTo>
                    <a:pt x="2449" y="6260"/>
                    <a:pt x="2420" y="6289"/>
                    <a:pt x="2396" y="6318"/>
                  </a:cubicBezTo>
                  <a:cubicBezTo>
                    <a:pt x="2339" y="6381"/>
                    <a:pt x="2281" y="6438"/>
                    <a:pt x="2218" y="6496"/>
                  </a:cubicBezTo>
                  <a:lnTo>
                    <a:pt x="2213" y="6501"/>
                  </a:lnTo>
                  <a:cubicBezTo>
                    <a:pt x="2059" y="6641"/>
                    <a:pt x="1896" y="6770"/>
                    <a:pt x="1723" y="6886"/>
                  </a:cubicBezTo>
                  <a:cubicBezTo>
                    <a:pt x="1617" y="6958"/>
                    <a:pt x="1506" y="7021"/>
                    <a:pt x="1395" y="7078"/>
                  </a:cubicBezTo>
                  <a:lnTo>
                    <a:pt x="1737" y="7078"/>
                  </a:lnTo>
                  <a:cubicBezTo>
                    <a:pt x="1848" y="7021"/>
                    <a:pt x="1958" y="6958"/>
                    <a:pt x="2064" y="6886"/>
                  </a:cubicBezTo>
                  <a:cubicBezTo>
                    <a:pt x="2238" y="6770"/>
                    <a:pt x="2401" y="6641"/>
                    <a:pt x="2555" y="6501"/>
                  </a:cubicBezTo>
                  <a:lnTo>
                    <a:pt x="2560" y="6496"/>
                  </a:lnTo>
                  <a:cubicBezTo>
                    <a:pt x="2622" y="6438"/>
                    <a:pt x="2680" y="6381"/>
                    <a:pt x="2738" y="6318"/>
                  </a:cubicBezTo>
                  <a:cubicBezTo>
                    <a:pt x="2767" y="6289"/>
                    <a:pt x="2791" y="6260"/>
                    <a:pt x="2820" y="6232"/>
                  </a:cubicBezTo>
                  <a:lnTo>
                    <a:pt x="2820" y="6227"/>
                  </a:lnTo>
                  <a:cubicBezTo>
                    <a:pt x="2877" y="6164"/>
                    <a:pt x="2926" y="6102"/>
                    <a:pt x="2979" y="6039"/>
                  </a:cubicBezTo>
                  <a:lnTo>
                    <a:pt x="2983" y="6029"/>
                  </a:lnTo>
                  <a:cubicBezTo>
                    <a:pt x="3031" y="5962"/>
                    <a:pt x="3080" y="5899"/>
                    <a:pt x="3128" y="5832"/>
                  </a:cubicBezTo>
                  <a:lnTo>
                    <a:pt x="3133" y="5823"/>
                  </a:lnTo>
                  <a:cubicBezTo>
                    <a:pt x="3152" y="5789"/>
                    <a:pt x="3171" y="5760"/>
                    <a:pt x="3190" y="5726"/>
                  </a:cubicBezTo>
                  <a:lnTo>
                    <a:pt x="3200" y="5717"/>
                  </a:lnTo>
                  <a:cubicBezTo>
                    <a:pt x="3238" y="5649"/>
                    <a:pt x="3282" y="5577"/>
                    <a:pt x="3320" y="5510"/>
                  </a:cubicBezTo>
                  <a:lnTo>
                    <a:pt x="3330" y="5490"/>
                  </a:lnTo>
                  <a:cubicBezTo>
                    <a:pt x="3344" y="5457"/>
                    <a:pt x="3363" y="5423"/>
                    <a:pt x="3378" y="5389"/>
                  </a:cubicBezTo>
                  <a:lnTo>
                    <a:pt x="3378" y="5385"/>
                  </a:lnTo>
                  <a:cubicBezTo>
                    <a:pt x="3397" y="5346"/>
                    <a:pt x="3416" y="5312"/>
                    <a:pt x="3431" y="5274"/>
                  </a:cubicBezTo>
                  <a:lnTo>
                    <a:pt x="3436" y="5260"/>
                  </a:lnTo>
                  <a:cubicBezTo>
                    <a:pt x="3450" y="5226"/>
                    <a:pt x="3465" y="5197"/>
                    <a:pt x="3479" y="5163"/>
                  </a:cubicBezTo>
                  <a:lnTo>
                    <a:pt x="3489" y="5144"/>
                  </a:lnTo>
                  <a:cubicBezTo>
                    <a:pt x="3517" y="5072"/>
                    <a:pt x="3541" y="4995"/>
                    <a:pt x="3570" y="4923"/>
                  </a:cubicBezTo>
                  <a:lnTo>
                    <a:pt x="3575" y="4899"/>
                  </a:lnTo>
                  <a:cubicBezTo>
                    <a:pt x="3590" y="4865"/>
                    <a:pt x="3599" y="4831"/>
                    <a:pt x="3609" y="4798"/>
                  </a:cubicBezTo>
                  <a:lnTo>
                    <a:pt x="3614" y="4783"/>
                  </a:lnTo>
                  <a:cubicBezTo>
                    <a:pt x="3623" y="4745"/>
                    <a:pt x="3633" y="4706"/>
                    <a:pt x="3643" y="4668"/>
                  </a:cubicBezTo>
                  <a:lnTo>
                    <a:pt x="3647" y="4648"/>
                  </a:lnTo>
                  <a:cubicBezTo>
                    <a:pt x="3657" y="4615"/>
                    <a:pt x="3662" y="4581"/>
                    <a:pt x="3671" y="4552"/>
                  </a:cubicBezTo>
                  <a:lnTo>
                    <a:pt x="3676" y="4523"/>
                  </a:lnTo>
                  <a:cubicBezTo>
                    <a:pt x="3691" y="4446"/>
                    <a:pt x="3705" y="4369"/>
                    <a:pt x="3720" y="4288"/>
                  </a:cubicBezTo>
                  <a:lnTo>
                    <a:pt x="3724" y="4259"/>
                  </a:lnTo>
                  <a:cubicBezTo>
                    <a:pt x="3729" y="4225"/>
                    <a:pt x="3729" y="4191"/>
                    <a:pt x="3734" y="4158"/>
                  </a:cubicBezTo>
                  <a:lnTo>
                    <a:pt x="3734" y="4138"/>
                  </a:lnTo>
                  <a:cubicBezTo>
                    <a:pt x="3739" y="4095"/>
                    <a:pt x="3744" y="4057"/>
                    <a:pt x="3748" y="4018"/>
                  </a:cubicBezTo>
                  <a:lnTo>
                    <a:pt x="3748" y="3994"/>
                  </a:lnTo>
                  <a:cubicBezTo>
                    <a:pt x="3748" y="3960"/>
                    <a:pt x="3748" y="3927"/>
                    <a:pt x="3753" y="3893"/>
                  </a:cubicBezTo>
                  <a:lnTo>
                    <a:pt x="3753" y="3864"/>
                  </a:lnTo>
                  <a:lnTo>
                    <a:pt x="3753" y="3744"/>
                  </a:lnTo>
                  <a:cubicBezTo>
                    <a:pt x="3744" y="3725"/>
                    <a:pt x="3744" y="3715"/>
                    <a:pt x="3744" y="3701"/>
                  </a:cubicBezTo>
                  <a:cubicBezTo>
                    <a:pt x="3739" y="3186"/>
                    <a:pt x="3628" y="2676"/>
                    <a:pt x="3421" y="2204"/>
                  </a:cubicBezTo>
                  <a:cubicBezTo>
                    <a:pt x="3407" y="2180"/>
                    <a:pt x="3397" y="2156"/>
                    <a:pt x="3388" y="2132"/>
                  </a:cubicBezTo>
                  <a:lnTo>
                    <a:pt x="3388" y="2127"/>
                  </a:lnTo>
                  <a:lnTo>
                    <a:pt x="3388" y="2117"/>
                  </a:lnTo>
                  <a:lnTo>
                    <a:pt x="3388" y="2113"/>
                  </a:lnTo>
                  <a:cubicBezTo>
                    <a:pt x="3229" y="1781"/>
                    <a:pt x="3022" y="1473"/>
                    <a:pt x="2772" y="1198"/>
                  </a:cubicBezTo>
                  <a:lnTo>
                    <a:pt x="2767" y="1194"/>
                  </a:lnTo>
                  <a:lnTo>
                    <a:pt x="2757" y="1184"/>
                  </a:lnTo>
                  <a:lnTo>
                    <a:pt x="2752" y="1174"/>
                  </a:lnTo>
                  <a:lnTo>
                    <a:pt x="2709" y="1131"/>
                  </a:lnTo>
                  <a:lnTo>
                    <a:pt x="2690" y="1112"/>
                  </a:lnTo>
                  <a:lnTo>
                    <a:pt x="2685" y="1107"/>
                  </a:lnTo>
                  <a:lnTo>
                    <a:pt x="2647" y="1069"/>
                  </a:lnTo>
                  <a:lnTo>
                    <a:pt x="2642" y="1059"/>
                  </a:lnTo>
                  <a:lnTo>
                    <a:pt x="2627" y="1044"/>
                  </a:lnTo>
                  <a:lnTo>
                    <a:pt x="2622" y="1044"/>
                  </a:lnTo>
                  <a:lnTo>
                    <a:pt x="2579" y="1001"/>
                  </a:lnTo>
                  <a:lnTo>
                    <a:pt x="2570" y="992"/>
                  </a:lnTo>
                  <a:lnTo>
                    <a:pt x="2560" y="982"/>
                  </a:lnTo>
                  <a:lnTo>
                    <a:pt x="2550" y="977"/>
                  </a:lnTo>
                  <a:lnTo>
                    <a:pt x="2517" y="943"/>
                  </a:lnTo>
                  <a:lnTo>
                    <a:pt x="2497" y="924"/>
                  </a:lnTo>
                  <a:lnTo>
                    <a:pt x="2493" y="919"/>
                  </a:lnTo>
                  <a:lnTo>
                    <a:pt x="2488" y="915"/>
                  </a:lnTo>
                  <a:lnTo>
                    <a:pt x="2449" y="881"/>
                  </a:lnTo>
                  <a:lnTo>
                    <a:pt x="2416" y="857"/>
                  </a:lnTo>
                  <a:lnTo>
                    <a:pt x="2377" y="823"/>
                  </a:lnTo>
                  <a:lnTo>
                    <a:pt x="2343" y="794"/>
                  </a:lnTo>
                  <a:lnTo>
                    <a:pt x="2300" y="761"/>
                  </a:lnTo>
                  <a:lnTo>
                    <a:pt x="2271" y="737"/>
                  </a:lnTo>
                  <a:lnTo>
                    <a:pt x="2228" y="708"/>
                  </a:lnTo>
                  <a:lnTo>
                    <a:pt x="2194" y="684"/>
                  </a:lnTo>
                  <a:lnTo>
                    <a:pt x="2151" y="650"/>
                  </a:lnTo>
                  <a:lnTo>
                    <a:pt x="2146" y="650"/>
                  </a:lnTo>
                  <a:lnTo>
                    <a:pt x="2117" y="631"/>
                  </a:lnTo>
                  <a:lnTo>
                    <a:pt x="2074" y="602"/>
                  </a:lnTo>
                  <a:lnTo>
                    <a:pt x="2040" y="578"/>
                  </a:lnTo>
                  <a:lnTo>
                    <a:pt x="1992" y="549"/>
                  </a:lnTo>
                  <a:lnTo>
                    <a:pt x="1982" y="544"/>
                  </a:lnTo>
                  <a:lnTo>
                    <a:pt x="1958" y="530"/>
                  </a:lnTo>
                  <a:lnTo>
                    <a:pt x="1920" y="506"/>
                  </a:lnTo>
                  <a:lnTo>
                    <a:pt x="1906" y="496"/>
                  </a:lnTo>
                  <a:lnTo>
                    <a:pt x="1881" y="481"/>
                  </a:lnTo>
                  <a:lnTo>
                    <a:pt x="1833" y="457"/>
                  </a:lnTo>
                  <a:lnTo>
                    <a:pt x="1819" y="448"/>
                  </a:lnTo>
                  <a:lnTo>
                    <a:pt x="1800" y="438"/>
                  </a:lnTo>
                  <a:lnTo>
                    <a:pt x="1742" y="405"/>
                  </a:lnTo>
                  <a:lnTo>
                    <a:pt x="1732" y="400"/>
                  </a:lnTo>
                  <a:lnTo>
                    <a:pt x="1713" y="390"/>
                  </a:lnTo>
                  <a:lnTo>
                    <a:pt x="1636" y="352"/>
                  </a:lnTo>
                  <a:lnTo>
                    <a:pt x="1631" y="352"/>
                  </a:lnTo>
                  <a:lnTo>
                    <a:pt x="1545" y="308"/>
                  </a:lnTo>
                  <a:lnTo>
                    <a:pt x="1525" y="303"/>
                  </a:lnTo>
                  <a:lnTo>
                    <a:pt x="1516" y="299"/>
                  </a:lnTo>
                  <a:lnTo>
                    <a:pt x="1458" y="275"/>
                  </a:lnTo>
                  <a:lnTo>
                    <a:pt x="1434" y="265"/>
                  </a:lnTo>
                  <a:lnTo>
                    <a:pt x="1415" y="255"/>
                  </a:lnTo>
                  <a:lnTo>
                    <a:pt x="1367" y="236"/>
                  </a:lnTo>
                  <a:lnTo>
                    <a:pt x="1343" y="226"/>
                  </a:lnTo>
                  <a:lnTo>
                    <a:pt x="1323" y="222"/>
                  </a:lnTo>
                  <a:lnTo>
                    <a:pt x="1280" y="202"/>
                  </a:lnTo>
                  <a:lnTo>
                    <a:pt x="1246" y="193"/>
                  </a:lnTo>
                  <a:lnTo>
                    <a:pt x="1241" y="193"/>
                  </a:lnTo>
                  <a:lnTo>
                    <a:pt x="1189" y="174"/>
                  </a:lnTo>
                  <a:lnTo>
                    <a:pt x="1160" y="164"/>
                  </a:lnTo>
                  <a:lnTo>
                    <a:pt x="1150" y="164"/>
                  </a:lnTo>
                  <a:lnTo>
                    <a:pt x="1097" y="149"/>
                  </a:lnTo>
                  <a:lnTo>
                    <a:pt x="1059" y="135"/>
                  </a:lnTo>
                  <a:lnTo>
                    <a:pt x="1006" y="121"/>
                  </a:lnTo>
                  <a:lnTo>
                    <a:pt x="962" y="111"/>
                  </a:lnTo>
                  <a:lnTo>
                    <a:pt x="914" y="97"/>
                  </a:lnTo>
                  <a:lnTo>
                    <a:pt x="871" y="87"/>
                  </a:lnTo>
                  <a:lnTo>
                    <a:pt x="818" y="77"/>
                  </a:lnTo>
                  <a:lnTo>
                    <a:pt x="775" y="68"/>
                  </a:lnTo>
                  <a:lnTo>
                    <a:pt x="727" y="53"/>
                  </a:lnTo>
                  <a:lnTo>
                    <a:pt x="683" y="48"/>
                  </a:lnTo>
                  <a:lnTo>
                    <a:pt x="630" y="39"/>
                  </a:lnTo>
                  <a:lnTo>
                    <a:pt x="587" y="29"/>
                  </a:lnTo>
                  <a:lnTo>
                    <a:pt x="534" y="24"/>
                  </a:lnTo>
                  <a:lnTo>
                    <a:pt x="525" y="24"/>
                  </a:lnTo>
                  <a:lnTo>
                    <a:pt x="491" y="20"/>
                  </a:lnTo>
                  <a:lnTo>
                    <a:pt x="433" y="10"/>
                  </a:lnTo>
                  <a:lnTo>
                    <a:pt x="428" y="10"/>
                  </a:lnTo>
                  <a:lnTo>
                    <a:pt x="390" y="5"/>
                  </a:lnTo>
                  <a:lnTo>
                    <a:pt x="342"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87"/>
            <p:cNvSpPr/>
            <p:nvPr/>
          </p:nvSpPr>
          <p:spPr>
            <a:xfrm>
              <a:off x="6312768" y="2479209"/>
              <a:ext cx="9232" cy="109946"/>
            </a:xfrm>
            <a:custGeom>
              <a:rect b="b" l="l" r="r" t="t"/>
              <a:pathLst>
                <a:path extrusionOk="0" h="4192" w="352">
                  <a:moveTo>
                    <a:pt x="0" y="0"/>
                  </a:moveTo>
                  <a:lnTo>
                    <a:pt x="10" y="4191"/>
                  </a:lnTo>
                  <a:lnTo>
                    <a:pt x="24" y="4191"/>
                  </a:lnTo>
                  <a:lnTo>
                    <a:pt x="63" y="4186"/>
                  </a:lnTo>
                  <a:lnTo>
                    <a:pt x="116" y="4177"/>
                  </a:lnTo>
                  <a:lnTo>
                    <a:pt x="120" y="4177"/>
                  </a:lnTo>
                  <a:lnTo>
                    <a:pt x="159" y="4172"/>
                  </a:lnTo>
                  <a:lnTo>
                    <a:pt x="207" y="4167"/>
                  </a:lnTo>
                  <a:lnTo>
                    <a:pt x="351" y="4167"/>
                  </a:lnTo>
                  <a:lnTo>
                    <a:pt x="342" y="10"/>
                  </a:lnTo>
                  <a:lnTo>
                    <a:pt x="0"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87"/>
            <p:cNvSpPr/>
            <p:nvPr/>
          </p:nvSpPr>
          <p:spPr>
            <a:xfrm>
              <a:off x="6234767" y="2588604"/>
              <a:ext cx="192484" cy="192484"/>
            </a:xfrm>
            <a:custGeom>
              <a:rect b="b" l="l" r="r" t="t"/>
              <a:pathLst>
                <a:path extrusionOk="0" h="7339" w="7339">
                  <a:moveTo>
                    <a:pt x="3427" y="1"/>
                  </a:moveTo>
                  <a:lnTo>
                    <a:pt x="3374" y="6"/>
                  </a:lnTo>
                  <a:lnTo>
                    <a:pt x="3330" y="11"/>
                  </a:lnTo>
                  <a:lnTo>
                    <a:pt x="3277" y="15"/>
                  </a:lnTo>
                  <a:lnTo>
                    <a:pt x="3234" y="20"/>
                  </a:lnTo>
                  <a:lnTo>
                    <a:pt x="3181" y="25"/>
                  </a:lnTo>
                  <a:lnTo>
                    <a:pt x="3138" y="30"/>
                  </a:lnTo>
                  <a:lnTo>
                    <a:pt x="3085" y="39"/>
                  </a:lnTo>
                  <a:lnTo>
                    <a:pt x="3042" y="44"/>
                  </a:lnTo>
                  <a:lnTo>
                    <a:pt x="2993" y="54"/>
                  </a:lnTo>
                  <a:lnTo>
                    <a:pt x="2950" y="63"/>
                  </a:lnTo>
                  <a:lnTo>
                    <a:pt x="2902" y="73"/>
                  </a:lnTo>
                  <a:lnTo>
                    <a:pt x="2859" y="83"/>
                  </a:lnTo>
                  <a:lnTo>
                    <a:pt x="2811" y="92"/>
                  </a:lnTo>
                  <a:lnTo>
                    <a:pt x="2767" y="102"/>
                  </a:lnTo>
                  <a:lnTo>
                    <a:pt x="2719" y="116"/>
                  </a:lnTo>
                  <a:lnTo>
                    <a:pt x="2676" y="126"/>
                  </a:lnTo>
                  <a:lnTo>
                    <a:pt x="2628" y="140"/>
                  </a:lnTo>
                  <a:lnTo>
                    <a:pt x="2584" y="155"/>
                  </a:lnTo>
                  <a:lnTo>
                    <a:pt x="2541" y="169"/>
                  </a:lnTo>
                  <a:lnTo>
                    <a:pt x="2498" y="184"/>
                  </a:lnTo>
                  <a:lnTo>
                    <a:pt x="2450" y="198"/>
                  </a:lnTo>
                  <a:lnTo>
                    <a:pt x="2411" y="213"/>
                  </a:lnTo>
                  <a:lnTo>
                    <a:pt x="2363" y="232"/>
                  </a:lnTo>
                  <a:lnTo>
                    <a:pt x="2325" y="246"/>
                  </a:lnTo>
                  <a:lnTo>
                    <a:pt x="2277" y="266"/>
                  </a:lnTo>
                  <a:lnTo>
                    <a:pt x="2238" y="280"/>
                  </a:lnTo>
                  <a:lnTo>
                    <a:pt x="2190" y="299"/>
                  </a:lnTo>
                  <a:lnTo>
                    <a:pt x="2151" y="318"/>
                  </a:lnTo>
                  <a:lnTo>
                    <a:pt x="2094" y="343"/>
                  </a:lnTo>
                  <a:lnTo>
                    <a:pt x="2036" y="371"/>
                  </a:lnTo>
                  <a:lnTo>
                    <a:pt x="1988" y="395"/>
                  </a:lnTo>
                  <a:lnTo>
                    <a:pt x="1949" y="415"/>
                  </a:lnTo>
                  <a:lnTo>
                    <a:pt x="1906" y="439"/>
                  </a:lnTo>
                  <a:lnTo>
                    <a:pt x="1868" y="463"/>
                  </a:lnTo>
                  <a:lnTo>
                    <a:pt x="1829" y="482"/>
                  </a:lnTo>
                  <a:lnTo>
                    <a:pt x="1791" y="506"/>
                  </a:lnTo>
                  <a:lnTo>
                    <a:pt x="1747" y="530"/>
                  </a:lnTo>
                  <a:lnTo>
                    <a:pt x="1709" y="554"/>
                  </a:lnTo>
                  <a:lnTo>
                    <a:pt x="1670" y="578"/>
                  </a:lnTo>
                  <a:lnTo>
                    <a:pt x="1632" y="602"/>
                  </a:lnTo>
                  <a:lnTo>
                    <a:pt x="1598" y="631"/>
                  </a:lnTo>
                  <a:lnTo>
                    <a:pt x="1560" y="655"/>
                  </a:lnTo>
                  <a:lnTo>
                    <a:pt x="1521" y="684"/>
                  </a:lnTo>
                  <a:lnTo>
                    <a:pt x="1483" y="708"/>
                  </a:lnTo>
                  <a:lnTo>
                    <a:pt x="1449" y="737"/>
                  </a:lnTo>
                  <a:lnTo>
                    <a:pt x="1410" y="766"/>
                  </a:lnTo>
                  <a:lnTo>
                    <a:pt x="1377" y="790"/>
                  </a:lnTo>
                  <a:lnTo>
                    <a:pt x="1343" y="819"/>
                  </a:lnTo>
                  <a:lnTo>
                    <a:pt x="1305" y="848"/>
                  </a:lnTo>
                  <a:lnTo>
                    <a:pt x="1271" y="877"/>
                  </a:lnTo>
                  <a:lnTo>
                    <a:pt x="1237" y="910"/>
                  </a:lnTo>
                  <a:lnTo>
                    <a:pt x="1203" y="939"/>
                  </a:lnTo>
                  <a:lnTo>
                    <a:pt x="1170" y="968"/>
                  </a:lnTo>
                  <a:lnTo>
                    <a:pt x="1136" y="1002"/>
                  </a:lnTo>
                  <a:lnTo>
                    <a:pt x="1107" y="1031"/>
                  </a:lnTo>
                  <a:lnTo>
                    <a:pt x="1074" y="1064"/>
                  </a:lnTo>
                  <a:lnTo>
                    <a:pt x="1040" y="1098"/>
                  </a:lnTo>
                  <a:lnTo>
                    <a:pt x="1011" y="1127"/>
                  </a:lnTo>
                  <a:lnTo>
                    <a:pt x="977" y="1165"/>
                  </a:lnTo>
                  <a:lnTo>
                    <a:pt x="953" y="1189"/>
                  </a:lnTo>
                  <a:cubicBezTo>
                    <a:pt x="708" y="1459"/>
                    <a:pt x="501" y="1762"/>
                    <a:pt x="347" y="2094"/>
                  </a:cubicBezTo>
                  <a:lnTo>
                    <a:pt x="337" y="2113"/>
                  </a:lnTo>
                  <a:lnTo>
                    <a:pt x="309" y="2171"/>
                  </a:lnTo>
                  <a:lnTo>
                    <a:pt x="299" y="2200"/>
                  </a:lnTo>
                  <a:lnTo>
                    <a:pt x="275" y="2258"/>
                  </a:lnTo>
                  <a:lnTo>
                    <a:pt x="260" y="2291"/>
                  </a:lnTo>
                  <a:lnTo>
                    <a:pt x="236" y="2349"/>
                  </a:lnTo>
                  <a:lnTo>
                    <a:pt x="227" y="2383"/>
                  </a:lnTo>
                  <a:lnTo>
                    <a:pt x="203" y="2436"/>
                  </a:lnTo>
                  <a:lnTo>
                    <a:pt x="193" y="2469"/>
                  </a:lnTo>
                  <a:lnTo>
                    <a:pt x="174" y="2532"/>
                  </a:lnTo>
                  <a:lnTo>
                    <a:pt x="164" y="2566"/>
                  </a:lnTo>
                  <a:cubicBezTo>
                    <a:pt x="155" y="2585"/>
                    <a:pt x="150" y="2609"/>
                    <a:pt x="145" y="2628"/>
                  </a:cubicBezTo>
                  <a:lnTo>
                    <a:pt x="135" y="2657"/>
                  </a:lnTo>
                  <a:cubicBezTo>
                    <a:pt x="126" y="2686"/>
                    <a:pt x="116" y="2720"/>
                    <a:pt x="111" y="2748"/>
                  </a:cubicBezTo>
                  <a:lnTo>
                    <a:pt x="111" y="2753"/>
                  </a:lnTo>
                  <a:cubicBezTo>
                    <a:pt x="102" y="2782"/>
                    <a:pt x="97" y="2811"/>
                    <a:pt x="87" y="2845"/>
                  </a:cubicBezTo>
                  <a:lnTo>
                    <a:pt x="82" y="2878"/>
                  </a:lnTo>
                  <a:cubicBezTo>
                    <a:pt x="78" y="2898"/>
                    <a:pt x="73" y="2917"/>
                    <a:pt x="68" y="2936"/>
                  </a:cubicBezTo>
                  <a:cubicBezTo>
                    <a:pt x="63" y="2955"/>
                    <a:pt x="63" y="2965"/>
                    <a:pt x="58" y="2975"/>
                  </a:cubicBezTo>
                  <a:cubicBezTo>
                    <a:pt x="58" y="2989"/>
                    <a:pt x="53" y="3013"/>
                    <a:pt x="49" y="3032"/>
                  </a:cubicBezTo>
                  <a:cubicBezTo>
                    <a:pt x="49" y="3052"/>
                    <a:pt x="44" y="3061"/>
                    <a:pt x="44" y="3076"/>
                  </a:cubicBezTo>
                  <a:cubicBezTo>
                    <a:pt x="39" y="3090"/>
                    <a:pt x="39" y="3109"/>
                    <a:pt x="34" y="3129"/>
                  </a:cubicBezTo>
                  <a:cubicBezTo>
                    <a:pt x="29" y="3143"/>
                    <a:pt x="29" y="3157"/>
                    <a:pt x="29" y="3172"/>
                  </a:cubicBezTo>
                  <a:cubicBezTo>
                    <a:pt x="25" y="3186"/>
                    <a:pt x="25" y="3205"/>
                    <a:pt x="20" y="3225"/>
                  </a:cubicBezTo>
                  <a:cubicBezTo>
                    <a:pt x="20" y="3239"/>
                    <a:pt x="20" y="3254"/>
                    <a:pt x="15" y="3268"/>
                  </a:cubicBezTo>
                  <a:cubicBezTo>
                    <a:pt x="15" y="3282"/>
                    <a:pt x="10" y="3307"/>
                    <a:pt x="10" y="3321"/>
                  </a:cubicBezTo>
                  <a:cubicBezTo>
                    <a:pt x="10" y="3340"/>
                    <a:pt x="10" y="3355"/>
                    <a:pt x="5" y="3369"/>
                  </a:cubicBezTo>
                  <a:cubicBezTo>
                    <a:pt x="1" y="3384"/>
                    <a:pt x="5" y="3403"/>
                    <a:pt x="1" y="3422"/>
                  </a:cubicBezTo>
                  <a:cubicBezTo>
                    <a:pt x="1" y="3441"/>
                    <a:pt x="1" y="3451"/>
                    <a:pt x="1" y="3465"/>
                  </a:cubicBezTo>
                  <a:lnTo>
                    <a:pt x="1" y="3528"/>
                  </a:lnTo>
                  <a:lnTo>
                    <a:pt x="1" y="3566"/>
                  </a:lnTo>
                  <a:lnTo>
                    <a:pt x="1" y="3643"/>
                  </a:lnTo>
                  <a:lnTo>
                    <a:pt x="1" y="3667"/>
                  </a:lnTo>
                  <a:cubicBezTo>
                    <a:pt x="1" y="5693"/>
                    <a:pt x="1646" y="7339"/>
                    <a:pt x="3672" y="7339"/>
                  </a:cubicBezTo>
                  <a:cubicBezTo>
                    <a:pt x="5698" y="7339"/>
                    <a:pt x="7338" y="5693"/>
                    <a:pt x="7338" y="3667"/>
                  </a:cubicBezTo>
                  <a:cubicBezTo>
                    <a:pt x="7319" y="3658"/>
                    <a:pt x="7319" y="3653"/>
                    <a:pt x="7319" y="3643"/>
                  </a:cubicBezTo>
                  <a:lnTo>
                    <a:pt x="7319" y="3571"/>
                  </a:lnTo>
                  <a:lnTo>
                    <a:pt x="7319" y="3528"/>
                  </a:lnTo>
                  <a:lnTo>
                    <a:pt x="7319" y="3465"/>
                  </a:lnTo>
                  <a:lnTo>
                    <a:pt x="7319" y="3422"/>
                  </a:lnTo>
                  <a:cubicBezTo>
                    <a:pt x="7319" y="3408"/>
                    <a:pt x="7319" y="3388"/>
                    <a:pt x="7314" y="3369"/>
                  </a:cubicBezTo>
                  <a:cubicBezTo>
                    <a:pt x="7310" y="3350"/>
                    <a:pt x="7314" y="3340"/>
                    <a:pt x="7310" y="3326"/>
                  </a:cubicBezTo>
                  <a:cubicBezTo>
                    <a:pt x="7305" y="3307"/>
                    <a:pt x="7310" y="3287"/>
                    <a:pt x="7305" y="3273"/>
                  </a:cubicBezTo>
                  <a:cubicBezTo>
                    <a:pt x="7305" y="3254"/>
                    <a:pt x="7300" y="3239"/>
                    <a:pt x="7300" y="3225"/>
                  </a:cubicBezTo>
                  <a:cubicBezTo>
                    <a:pt x="7300" y="3210"/>
                    <a:pt x="7295" y="3191"/>
                    <a:pt x="7295" y="3172"/>
                  </a:cubicBezTo>
                  <a:cubicBezTo>
                    <a:pt x="7290" y="3157"/>
                    <a:pt x="7290" y="3143"/>
                    <a:pt x="7286" y="3129"/>
                  </a:cubicBezTo>
                  <a:cubicBezTo>
                    <a:pt x="7286" y="3114"/>
                    <a:pt x="7281" y="3095"/>
                    <a:pt x="7281" y="3076"/>
                  </a:cubicBezTo>
                  <a:cubicBezTo>
                    <a:pt x="7276" y="3056"/>
                    <a:pt x="7276" y="3047"/>
                    <a:pt x="7271" y="3032"/>
                  </a:cubicBezTo>
                  <a:cubicBezTo>
                    <a:pt x="7271" y="3018"/>
                    <a:pt x="7266" y="2994"/>
                    <a:pt x="7261" y="2979"/>
                  </a:cubicBezTo>
                  <a:cubicBezTo>
                    <a:pt x="7257" y="2960"/>
                    <a:pt x="7257" y="2950"/>
                    <a:pt x="7252" y="2936"/>
                  </a:cubicBezTo>
                  <a:cubicBezTo>
                    <a:pt x="7252" y="2926"/>
                    <a:pt x="7247" y="2898"/>
                    <a:pt x="7242" y="2878"/>
                  </a:cubicBezTo>
                  <a:lnTo>
                    <a:pt x="7233" y="2845"/>
                  </a:lnTo>
                  <a:cubicBezTo>
                    <a:pt x="7228" y="2811"/>
                    <a:pt x="7218" y="2782"/>
                    <a:pt x="7213" y="2753"/>
                  </a:cubicBezTo>
                  <a:lnTo>
                    <a:pt x="7213" y="2748"/>
                  </a:lnTo>
                  <a:cubicBezTo>
                    <a:pt x="7204" y="2720"/>
                    <a:pt x="7194" y="2686"/>
                    <a:pt x="7184" y="2657"/>
                  </a:cubicBezTo>
                  <a:lnTo>
                    <a:pt x="7180" y="2628"/>
                  </a:lnTo>
                  <a:cubicBezTo>
                    <a:pt x="7170" y="2609"/>
                    <a:pt x="7165" y="2585"/>
                    <a:pt x="7160" y="2566"/>
                  </a:cubicBezTo>
                  <a:lnTo>
                    <a:pt x="7146" y="2532"/>
                  </a:lnTo>
                  <a:cubicBezTo>
                    <a:pt x="7141" y="2513"/>
                    <a:pt x="7136" y="2493"/>
                    <a:pt x="7127" y="2474"/>
                  </a:cubicBezTo>
                  <a:lnTo>
                    <a:pt x="7117" y="2436"/>
                  </a:lnTo>
                  <a:lnTo>
                    <a:pt x="7098" y="2383"/>
                  </a:lnTo>
                  <a:lnTo>
                    <a:pt x="7083" y="2349"/>
                  </a:lnTo>
                  <a:lnTo>
                    <a:pt x="7059" y="2291"/>
                  </a:lnTo>
                  <a:lnTo>
                    <a:pt x="7050" y="2258"/>
                  </a:lnTo>
                  <a:lnTo>
                    <a:pt x="7026" y="2200"/>
                  </a:lnTo>
                  <a:lnTo>
                    <a:pt x="7011" y="2171"/>
                  </a:lnTo>
                  <a:cubicBezTo>
                    <a:pt x="7002" y="2152"/>
                    <a:pt x="6992" y="2132"/>
                    <a:pt x="6982" y="2113"/>
                  </a:cubicBezTo>
                  <a:lnTo>
                    <a:pt x="6978" y="2094"/>
                  </a:lnTo>
                  <a:cubicBezTo>
                    <a:pt x="6819" y="1762"/>
                    <a:pt x="6617" y="1459"/>
                    <a:pt x="6371" y="1189"/>
                  </a:cubicBezTo>
                  <a:lnTo>
                    <a:pt x="6342" y="1165"/>
                  </a:lnTo>
                  <a:lnTo>
                    <a:pt x="6309" y="1127"/>
                  </a:lnTo>
                  <a:lnTo>
                    <a:pt x="6280" y="1098"/>
                  </a:lnTo>
                  <a:lnTo>
                    <a:pt x="6246" y="1064"/>
                  </a:lnTo>
                  <a:lnTo>
                    <a:pt x="6217" y="1031"/>
                  </a:lnTo>
                  <a:lnTo>
                    <a:pt x="6184" y="1002"/>
                  </a:lnTo>
                  <a:lnTo>
                    <a:pt x="6150" y="968"/>
                  </a:lnTo>
                  <a:lnTo>
                    <a:pt x="6116" y="939"/>
                  </a:lnTo>
                  <a:lnTo>
                    <a:pt x="6083" y="910"/>
                  </a:lnTo>
                  <a:lnTo>
                    <a:pt x="6049" y="877"/>
                  </a:lnTo>
                  <a:lnTo>
                    <a:pt x="6015" y="848"/>
                  </a:lnTo>
                  <a:lnTo>
                    <a:pt x="5982" y="819"/>
                  </a:lnTo>
                  <a:lnTo>
                    <a:pt x="5943" y="790"/>
                  </a:lnTo>
                  <a:lnTo>
                    <a:pt x="5909" y="766"/>
                  </a:lnTo>
                  <a:lnTo>
                    <a:pt x="5871" y="737"/>
                  </a:lnTo>
                  <a:lnTo>
                    <a:pt x="5837" y="708"/>
                  </a:lnTo>
                  <a:lnTo>
                    <a:pt x="5799" y="684"/>
                  </a:lnTo>
                  <a:lnTo>
                    <a:pt x="5760" y="655"/>
                  </a:lnTo>
                  <a:lnTo>
                    <a:pt x="5722" y="631"/>
                  </a:lnTo>
                  <a:lnTo>
                    <a:pt x="5688" y="602"/>
                  </a:lnTo>
                  <a:lnTo>
                    <a:pt x="5650" y="578"/>
                  </a:lnTo>
                  <a:lnTo>
                    <a:pt x="5611" y="554"/>
                  </a:lnTo>
                  <a:lnTo>
                    <a:pt x="5573" y="530"/>
                  </a:lnTo>
                  <a:lnTo>
                    <a:pt x="5534" y="506"/>
                  </a:lnTo>
                  <a:lnTo>
                    <a:pt x="5491" y="482"/>
                  </a:lnTo>
                  <a:lnTo>
                    <a:pt x="5452" y="463"/>
                  </a:lnTo>
                  <a:lnTo>
                    <a:pt x="5414" y="439"/>
                  </a:lnTo>
                  <a:lnTo>
                    <a:pt x="5370" y="415"/>
                  </a:lnTo>
                  <a:lnTo>
                    <a:pt x="5332" y="395"/>
                  </a:lnTo>
                  <a:lnTo>
                    <a:pt x="5284" y="371"/>
                  </a:lnTo>
                  <a:lnTo>
                    <a:pt x="5226" y="343"/>
                  </a:lnTo>
                  <a:lnTo>
                    <a:pt x="5168" y="318"/>
                  </a:lnTo>
                  <a:lnTo>
                    <a:pt x="5130" y="299"/>
                  </a:lnTo>
                  <a:lnTo>
                    <a:pt x="5082" y="280"/>
                  </a:lnTo>
                  <a:lnTo>
                    <a:pt x="5043" y="266"/>
                  </a:lnTo>
                  <a:lnTo>
                    <a:pt x="5000" y="246"/>
                  </a:lnTo>
                  <a:lnTo>
                    <a:pt x="4957" y="232"/>
                  </a:lnTo>
                  <a:lnTo>
                    <a:pt x="4913" y="213"/>
                  </a:lnTo>
                  <a:lnTo>
                    <a:pt x="4870" y="198"/>
                  </a:lnTo>
                  <a:lnTo>
                    <a:pt x="4827" y="184"/>
                  </a:lnTo>
                  <a:lnTo>
                    <a:pt x="4783" y="169"/>
                  </a:lnTo>
                  <a:lnTo>
                    <a:pt x="4735" y="155"/>
                  </a:lnTo>
                  <a:lnTo>
                    <a:pt x="4692" y="140"/>
                  </a:lnTo>
                  <a:lnTo>
                    <a:pt x="4649" y="126"/>
                  </a:lnTo>
                  <a:lnTo>
                    <a:pt x="4605" y="116"/>
                  </a:lnTo>
                  <a:lnTo>
                    <a:pt x="4557" y="102"/>
                  </a:lnTo>
                  <a:lnTo>
                    <a:pt x="4514" y="92"/>
                  </a:lnTo>
                  <a:lnTo>
                    <a:pt x="4466" y="83"/>
                  </a:lnTo>
                  <a:lnTo>
                    <a:pt x="4423" y="73"/>
                  </a:lnTo>
                  <a:lnTo>
                    <a:pt x="4374" y="63"/>
                  </a:lnTo>
                  <a:lnTo>
                    <a:pt x="4326" y="54"/>
                  </a:lnTo>
                  <a:lnTo>
                    <a:pt x="4278" y="44"/>
                  </a:lnTo>
                  <a:lnTo>
                    <a:pt x="4235" y="39"/>
                  </a:lnTo>
                  <a:lnTo>
                    <a:pt x="4187" y="30"/>
                  </a:lnTo>
                  <a:lnTo>
                    <a:pt x="4143" y="25"/>
                  </a:lnTo>
                  <a:lnTo>
                    <a:pt x="4091" y="20"/>
                  </a:lnTo>
                  <a:lnTo>
                    <a:pt x="4047" y="15"/>
                  </a:lnTo>
                  <a:lnTo>
                    <a:pt x="3994" y="11"/>
                  </a:lnTo>
                  <a:lnTo>
                    <a:pt x="3951" y="6"/>
                  </a:lnTo>
                  <a:lnTo>
                    <a:pt x="3893"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87"/>
            <p:cNvSpPr/>
            <p:nvPr/>
          </p:nvSpPr>
          <p:spPr>
            <a:xfrm>
              <a:off x="6234138" y="2588735"/>
              <a:ext cx="104517" cy="192352"/>
            </a:xfrm>
            <a:custGeom>
              <a:rect b="b" l="l" r="r" t="t"/>
              <a:pathLst>
                <a:path extrusionOk="0" h="7334" w="3985">
                  <a:moveTo>
                    <a:pt x="3431" y="1"/>
                  </a:moveTo>
                  <a:lnTo>
                    <a:pt x="3374" y="6"/>
                  </a:lnTo>
                  <a:lnTo>
                    <a:pt x="3330" y="10"/>
                  </a:lnTo>
                  <a:lnTo>
                    <a:pt x="3277" y="15"/>
                  </a:lnTo>
                  <a:lnTo>
                    <a:pt x="3234" y="20"/>
                  </a:lnTo>
                  <a:lnTo>
                    <a:pt x="3181" y="25"/>
                  </a:lnTo>
                  <a:lnTo>
                    <a:pt x="3138" y="30"/>
                  </a:lnTo>
                  <a:lnTo>
                    <a:pt x="3090" y="39"/>
                  </a:lnTo>
                  <a:lnTo>
                    <a:pt x="3046" y="44"/>
                  </a:lnTo>
                  <a:lnTo>
                    <a:pt x="2993" y="54"/>
                  </a:lnTo>
                  <a:lnTo>
                    <a:pt x="2950" y="63"/>
                  </a:lnTo>
                  <a:lnTo>
                    <a:pt x="2902" y="73"/>
                  </a:lnTo>
                  <a:lnTo>
                    <a:pt x="2859" y="82"/>
                  </a:lnTo>
                  <a:lnTo>
                    <a:pt x="2811" y="92"/>
                  </a:lnTo>
                  <a:lnTo>
                    <a:pt x="2767" y="102"/>
                  </a:lnTo>
                  <a:lnTo>
                    <a:pt x="2719" y="116"/>
                  </a:lnTo>
                  <a:lnTo>
                    <a:pt x="2676" y="126"/>
                  </a:lnTo>
                  <a:lnTo>
                    <a:pt x="2633" y="140"/>
                  </a:lnTo>
                  <a:lnTo>
                    <a:pt x="2589" y="155"/>
                  </a:lnTo>
                  <a:lnTo>
                    <a:pt x="2541" y="169"/>
                  </a:lnTo>
                  <a:lnTo>
                    <a:pt x="2498" y="179"/>
                  </a:lnTo>
                  <a:lnTo>
                    <a:pt x="2454" y="198"/>
                  </a:lnTo>
                  <a:lnTo>
                    <a:pt x="2411" y="212"/>
                  </a:lnTo>
                  <a:lnTo>
                    <a:pt x="2368" y="227"/>
                  </a:lnTo>
                  <a:lnTo>
                    <a:pt x="2325" y="246"/>
                  </a:lnTo>
                  <a:lnTo>
                    <a:pt x="2281" y="261"/>
                  </a:lnTo>
                  <a:lnTo>
                    <a:pt x="2238" y="280"/>
                  </a:lnTo>
                  <a:lnTo>
                    <a:pt x="2195" y="299"/>
                  </a:lnTo>
                  <a:lnTo>
                    <a:pt x="2156" y="313"/>
                  </a:lnTo>
                  <a:lnTo>
                    <a:pt x="2094" y="342"/>
                  </a:lnTo>
                  <a:lnTo>
                    <a:pt x="2041" y="371"/>
                  </a:lnTo>
                  <a:lnTo>
                    <a:pt x="1993" y="395"/>
                  </a:lnTo>
                  <a:lnTo>
                    <a:pt x="1954" y="415"/>
                  </a:lnTo>
                  <a:lnTo>
                    <a:pt x="1911" y="439"/>
                  </a:lnTo>
                  <a:lnTo>
                    <a:pt x="1872" y="458"/>
                  </a:lnTo>
                  <a:lnTo>
                    <a:pt x="1829" y="482"/>
                  </a:lnTo>
                  <a:lnTo>
                    <a:pt x="1790" y="506"/>
                  </a:lnTo>
                  <a:lnTo>
                    <a:pt x="1752" y="530"/>
                  </a:lnTo>
                  <a:lnTo>
                    <a:pt x="1713" y="554"/>
                  </a:lnTo>
                  <a:lnTo>
                    <a:pt x="1675" y="578"/>
                  </a:lnTo>
                  <a:lnTo>
                    <a:pt x="1636" y="602"/>
                  </a:lnTo>
                  <a:lnTo>
                    <a:pt x="1598" y="626"/>
                  </a:lnTo>
                  <a:lnTo>
                    <a:pt x="1559" y="655"/>
                  </a:lnTo>
                  <a:lnTo>
                    <a:pt x="1526" y="679"/>
                  </a:lnTo>
                  <a:lnTo>
                    <a:pt x="1487" y="708"/>
                  </a:lnTo>
                  <a:lnTo>
                    <a:pt x="1449" y="732"/>
                  </a:lnTo>
                  <a:lnTo>
                    <a:pt x="1415" y="761"/>
                  </a:lnTo>
                  <a:lnTo>
                    <a:pt x="1381" y="790"/>
                  </a:lnTo>
                  <a:lnTo>
                    <a:pt x="1343" y="819"/>
                  </a:lnTo>
                  <a:lnTo>
                    <a:pt x="1309" y="848"/>
                  </a:lnTo>
                  <a:lnTo>
                    <a:pt x="1276" y="876"/>
                  </a:lnTo>
                  <a:lnTo>
                    <a:pt x="1242" y="905"/>
                  </a:lnTo>
                  <a:lnTo>
                    <a:pt x="1208" y="939"/>
                  </a:lnTo>
                  <a:lnTo>
                    <a:pt x="1175" y="968"/>
                  </a:lnTo>
                  <a:lnTo>
                    <a:pt x="1141" y="1002"/>
                  </a:lnTo>
                  <a:lnTo>
                    <a:pt x="1107" y="1030"/>
                  </a:lnTo>
                  <a:lnTo>
                    <a:pt x="1074" y="1064"/>
                  </a:lnTo>
                  <a:lnTo>
                    <a:pt x="1045" y="1093"/>
                  </a:lnTo>
                  <a:lnTo>
                    <a:pt x="1011" y="1127"/>
                  </a:lnTo>
                  <a:lnTo>
                    <a:pt x="977" y="1160"/>
                  </a:lnTo>
                  <a:lnTo>
                    <a:pt x="953" y="1189"/>
                  </a:lnTo>
                  <a:cubicBezTo>
                    <a:pt x="708" y="1459"/>
                    <a:pt x="506" y="1762"/>
                    <a:pt x="347" y="2089"/>
                  </a:cubicBezTo>
                  <a:lnTo>
                    <a:pt x="337" y="2108"/>
                  </a:lnTo>
                  <a:lnTo>
                    <a:pt x="313" y="2171"/>
                  </a:lnTo>
                  <a:lnTo>
                    <a:pt x="299" y="2200"/>
                  </a:lnTo>
                  <a:lnTo>
                    <a:pt x="275" y="2257"/>
                  </a:lnTo>
                  <a:lnTo>
                    <a:pt x="260" y="2291"/>
                  </a:lnTo>
                  <a:lnTo>
                    <a:pt x="241" y="2344"/>
                  </a:lnTo>
                  <a:lnTo>
                    <a:pt x="227" y="2378"/>
                  </a:lnTo>
                  <a:lnTo>
                    <a:pt x="207" y="2435"/>
                  </a:lnTo>
                  <a:lnTo>
                    <a:pt x="193" y="2469"/>
                  </a:lnTo>
                  <a:lnTo>
                    <a:pt x="174" y="2532"/>
                  </a:lnTo>
                  <a:lnTo>
                    <a:pt x="164" y="2565"/>
                  </a:lnTo>
                  <a:cubicBezTo>
                    <a:pt x="159" y="2585"/>
                    <a:pt x="150" y="2604"/>
                    <a:pt x="145" y="2628"/>
                  </a:cubicBezTo>
                  <a:lnTo>
                    <a:pt x="135" y="2657"/>
                  </a:lnTo>
                  <a:cubicBezTo>
                    <a:pt x="126" y="2686"/>
                    <a:pt x="121" y="2715"/>
                    <a:pt x="111" y="2748"/>
                  </a:cubicBezTo>
                  <a:lnTo>
                    <a:pt x="111" y="2753"/>
                  </a:lnTo>
                  <a:cubicBezTo>
                    <a:pt x="102" y="2782"/>
                    <a:pt x="97" y="2811"/>
                    <a:pt x="87" y="2840"/>
                  </a:cubicBezTo>
                  <a:lnTo>
                    <a:pt x="82" y="2873"/>
                  </a:lnTo>
                  <a:cubicBezTo>
                    <a:pt x="77" y="2897"/>
                    <a:pt x="73" y="2917"/>
                    <a:pt x="68" y="2936"/>
                  </a:cubicBezTo>
                  <a:cubicBezTo>
                    <a:pt x="68" y="2955"/>
                    <a:pt x="63" y="2960"/>
                    <a:pt x="63" y="2974"/>
                  </a:cubicBezTo>
                  <a:cubicBezTo>
                    <a:pt x="58" y="2989"/>
                    <a:pt x="53" y="3013"/>
                    <a:pt x="53" y="3027"/>
                  </a:cubicBezTo>
                  <a:cubicBezTo>
                    <a:pt x="49" y="3047"/>
                    <a:pt x="49" y="3056"/>
                    <a:pt x="44" y="3071"/>
                  </a:cubicBezTo>
                  <a:cubicBezTo>
                    <a:pt x="44" y="3085"/>
                    <a:pt x="39" y="3109"/>
                    <a:pt x="34" y="3124"/>
                  </a:cubicBezTo>
                  <a:cubicBezTo>
                    <a:pt x="34" y="3143"/>
                    <a:pt x="29" y="3157"/>
                    <a:pt x="29" y="3172"/>
                  </a:cubicBezTo>
                  <a:cubicBezTo>
                    <a:pt x="29" y="3186"/>
                    <a:pt x="25" y="3205"/>
                    <a:pt x="25" y="3225"/>
                  </a:cubicBezTo>
                  <a:cubicBezTo>
                    <a:pt x="20" y="3239"/>
                    <a:pt x="20" y="3253"/>
                    <a:pt x="20" y="3268"/>
                  </a:cubicBezTo>
                  <a:cubicBezTo>
                    <a:pt x="15" y="3282"/>
                    <a:pt x="15" y="3302"/>
                    <a:pt x="10" y="3321"/>
                  </a:cubicBezTo>
                  <a:cubicBezTo>
                    <a:pt x="10" y="3340"/>
                    <a:pt x="10" y="3350"/>
                    <a:pt x="10" y="3364"/>
                  </a:cubicBezTo>
                  <a:cubicBezTo>
                    <a:pt x="5" y="3383"/>
                    <a:pt x="10" y="3403"/>
                    <a:pt x="5" y="3422"/>
                  </a:cubicBezTo>
                  <a:cubicBezTo>
                    <a:pt x="0" y="3436"/>
                    <a:pt x="5" y="3451"/>
                    <a:pt x="5" y="3465"/>
                  </a:cubicBezTo>
                  <a:lnTo>
                    <a:pt x="5" y="3523"/>
                  </a:lnTo>
                  <a:lnTo>
                    <a:pt x="5" y="3566"/>
                  </a:lnTo>
                  <a:lnTo>
                    <a:pt x="5" y="3643"/>
                  </a:lnTo>
                  <a:lnTo>
                    <a:pt x="5" y="3667"/>
                  </a:lnTo>
                  <a:cubicBezTo>
                    <a:pt x="5" y="5693"/>
                    <a:pt x="1646" y="7334"/>
                    <a:pt x="3672" y="7334"/>
                  </a:cubicBezTo>
                  <a:cubicBezTo>
                    <a:pt x="3778" y="7334"/>
                    <a:pt x="3879" y="7329"/>
                    <a:pt x="3985" y="7319"/>
                  </a:cubicBezTo>
                  <a:cubicBezTo>
                    <a:pt x="2079" y="7161"/>
                    <a:pt x="616" y="5573"/>
                    <a:pt x="621" y="3662"/>
                  </a:cubicBezTo>
                  <a:lnTo>
                    <a:pt x="621" y="3638"/>
                  </a:lnTo>
                  <a:lnTo>
                    <a:pt x="621" y="3561"/>
                  </a:lnTo>
                  <a:lnTo>
                    <a:pt x="621" y="3523"/>
                  </a:lnTo>
                  <a:lnTo>
                    <a:pt x="621" y="3460"/>
                  </a:lnTo>
                  <a:lnTo>
                    <a:pt x="621" y="3417"/>
                  </a:lnTo>
                  <a:cubicBezTo>
                    <a:pt x="621" y="3403"/>
                    <a:pt x="621" y="3379"/>
                    <a:pt x="626" y="3364"/>
                  </a:cubicBezTo>
                  <a:cubicBezTo>
                    <a:pt x="626" y="3345"/>
                    <a:pt x="626" y="3335"/>
                    <a:pt x="626" y="3316"/>
                  </a:cubicBezTo>
                  <a:cubicBezTo>
                    <a:pt x="631" y="3302"/>
                    <a:pt x="631" y="3282"/>
                    <a:pt x="636" y="3263"/>
                  </a:cubicBezTo>
                  <a:cubicBezTo>
                    <a:pt x="636" y="3249"/>
                    <a:pt x="636" y="3234"/>
                    <a:pt x="640" y="3220"/>
                  </a:cubicBezTo>
                  <a:cubicBezTo>
                    <a:pt x="640" y="3205"/>
                    <a:pt x="645" y="3181"/>
                    <a:pt x="645" y="3167"/>
                  </a:cubicBezTo>
                  <a:lnTo>
                    <a:pt x="650" y="3124"/>
                  </a:lnTo>
                  <a:cubicBezTo>
                    <a:pt x="650" y="3104"/>
                    <a:pt x="655" y="3085"/>
                    <a:pt x="660" y="3071"/>
                  </a:cubicBezTo>
                  <a:cubicBezTo>
                    <a:pt x="665" y="3051"/>
                    <a:pt x="665" y="3042"/>
                    <a:pt x="669" y="3027"/>
                  </a:cubicBezTo>
                  <a:cubicBezTo>
                    <a:pt x="669" y="3013"/>
                    <a:pt x="674" y="2989"/>
                    <a:pt x="679" y="2970"/>
                  </a:cubicBezTo>
                  <a:cubicBezTo>
                    <a:pt x="679" y="2955"/>
                    <a:pt x="684" y="2945"/>
                    <a:pt x="684" y="2931"/>
                  </a:cubicBezTo>
                  <a:cubicBezTo>
                    <a:pt x="689" y="2917"/>
                    <a:pt x="693" y="2893"/>
                    <a:pt x="698" y="2873"/>
                  </a:cubicBezTo>
                  <a:lnTo>
                    <a:pt x="708" y="2840"/>
                  </a:lnTo>
                  <a:cubicBezTo>
                    <a:pt x="713" y="2806"/>
                    <a:pt x="717" y="2777"/>
                    <a:pt x="727" y="2748"/>
                  </a:cubicBezTo>
                  <a:lnTo>
                    <a:pt x="727" y="2743"/>
                  </a:lnTo>
                  <a:cubicBezTo>
                    <a:pt x="737" y="2715"/>
                    <a:pt x="741" y="2686"/>
                    <a:pt x="751" y="2652"/>
                  </a:cubicBezTo>
                  <a:lnTo>
                    <a:pt x="761" y="2623"/>
                  </a:lnTo>
                  <a:cubicBezTo>
                    <a:pt x="766" y="2604"/>
                    <a:pt x="775" y="2580"/>
                    <a:pt x="780" y="2561"/>
                  </a:cubicBezTo>
                  <a:lnTo>
                    <a:pt x="790" y="2527"/>
                  </a:lnTo>
                  <a:lnTo>
                    <a:pt x="809" y="2464"/>
                  </a:lnTo>
                  <a:lnTo>
                    <a:pt x="823" y="2431"/>
                  </a:lnTo>
                  <a:lnTo>
                    <a:pt x="843" y="2378"/>
                  </a:lnTo>
                  <a:lnTo>
                    <a:pt x="857" y="2344"/>
                  </a:lnTo>
                  <a:lnTo>
                    <a:pt x="876" y="2286"/>
                  </a:lnTo>
                  <a:lnTo>
                    <a:pt x="891" y="2253"/>
                  </a:lnTo>
                  <a:lnTo>
                    <a:pt x="915" y="2195"/>
                  </a:lnTo>
                  <a:lnTo>
                    <a:pt x="929" y="2166"/>
                  </a:lnTo>
                  <a:lnTo>
                    <a:pt x="958" y="2108"/>
                  </a:lnTo>
                  <a:lnTo>
                    <a:pt x="963" y="2089"/>
                  </a:lnTo>
                  <a:cubicBezTo>
                    <a:pt x="1122" y="1757"/>
                    <a:pt x="1324" y="1454"/>
                    <a:pt x="1569" y="1184"/>
                  </a:cubicBezTo>
                  <a:lnTo>
                    <a:pt x="1593" y="1160"/>
                  </a:lnTo>
                  <a:lnTo>
                    <a:pt x="1627" y="1122"/>
                  </a:lnTo>
                  <a:lnTo>
                    <a:pt x="1661" y="1093"/>
                  </a:lnTo>
                  <a:lnTo>
                    <a:pt x="1689" y="1059"/>
                  </a:lnTo>
                  <a:lnTo>
                    <a:pt x="1723" y="1026"/>
                  </a:lnTo>
                  <a:lnTo>
                    <a:pt x="1757" y="997"/>
                  </a:lnTo>
                  <a:lnTo>
                    <a:pt x="1790" y="963"/>
                  </a:lnTo>
                  <a:lnTo>
                    <a:pt x="1824" y="934"/>
                  </a:lnTo>
                  <a:lnTo>
                    <a:pt x="1858" y="905"/>
                  </a:lnTo>
                  <a:lnTo>
                    <a:pt x="1892" y="872"/>
                  </a:lnTo>
                  <a:lnTo>
                    <a:pt x="1925" y="843"/>
                  </a:lnTo>
                  <a:lnTo>
                    <a:pt x="1959" y="814"/>
                  </a:lnTo>
                  <a:lnTo>
                    <a:pt x="1997" y="785"/>
                  </a:lnTo>
                  <a:lnTo>
                    <a:pt x="2031" y="761"/>
                  </a:lnTo>
                  <a:lnTo>
                    <a:pt x="2065" y="732"/>
                  </a:lnTo>
                  <a:lnTo>
                    <a:pt x="2103" y="703"/>
                  </a:lnTo>
                  <a:lnTo>
                    <a:pt x="2142" y="679"/>
                  </a:lnTo>
                  <a:lnTo>
                    <a:pt x="2175" y="650"/>
                  </a:lnTo>
                  <a:lnTo>
                    <a:pt x="2214" y="626"/>
                  </a:lnTo>
                  <a:lnTo>
                    <a:pt x="2252" y="597"/>
                  </a:lnTo>
                  <a:lnTo>
                    <a:pt x="2291" y="573"/>
                  </a:lnTo>
                  <a:lnTo>
                    <a:pt x="2329" y="549"/>
                  </a:lnTo>
                  <a:lnTo>
                    <a:pt x="2368" y="525"/>
                  </a:lnTo>
                  <a:lnTo>
                    <a:pt x="2406" y="501"/>
                  </a:lnTo>
                  <a:lnTo>
                    <a:pt x="2445" y="477"/>
                  </a:lnTo>
                  <a:lnTo>
                    <a:pt x="2488" y="458"/>
                  </a:lnTo>
                  <a:lnTo>
                    <a:pt x="2527" y="434"/>
                  </a:lnTo>
                  <a:lnTo>
                    <a:pt x="2570" y="410"/>
                  </a:lnTo>
                  <a:lnTo>
                    <a:pt x="2608" y="390"/>
                  </a:lnTo>
                  <a:lnTo>
                    <a:pt x="2657" y="366"/>
                  </a:lnTo>
                  <a:lnTo>
                    <a:pt x="2709" y="338"/>
                  </a:lnTo>
                  <a:lnTo>
                    <a:pt x="2772" y="313"/>
                  </a:lnTo>
                  <a:lnTo>
                    <a:pt x="2811" y="294"/>
                  </a:lnTo>
                  <a:lnTo>
                    <a:pt x="2854" y="275"/>
                  </a:lnTo>
                  <a:lnTo>
                    <a:pt x="2897" y="261"/>
                  </a:lnTo>
                  <a:lnTo>
                    <a:pt x="2940" y="241"/>
                  </a:lnTo>
                  <a:lnTo>
                    <a:pt x="2984" y="227"/>
                  </a:lnTo>
                  <a:lnTo>
                    <a:pt x="3027" y="208"/>
                  </a:lnTo>
                  <a:lnTo>
                    <a:pt x="3070" y="193"/>
                  </a:lnTo>
                  <a:lnTo>
                    <a:pt x="3114" y="179"/>
                  </a:lnTo>
                  <a:lnTo>
                    <a:pt x="3157" y="164"/>
                  </a:lnTo>
                  <a:lnTo>
                    <a:pt x="3205" y="150"/>
                  </a:lnTo>
                  <a:lnTo>
                    <a:pt x="3248" y="135"/>
                  </a:lnTo>
                  <a:lnTo>
                    <a:pt x="3292" y="121"/>
                  </a:lnTo>
                  <a:lnTo>
                    <a:pt x="3335" y="111"/>
                  </a:lnTo>
                  <a:lnTo>
                    <a:pt x="3383" y="97"/>
                  </a:lnTo>
                  <a:lnTo>
                    <a:pt x="3426" y="87"/>
                  </a:lnTo>
                  <a:lnTo>
                    <a:pt x="3475" y="78"/>
                  </a:lnTo>
                  <a:lnTo>
                    <a:pt x="3518" y="68"/>
                  </a:lnTo>
                  <a:lnTo>
                    <a:pt x="3566" y="58"/>
                  </a:lnTo>
                  <a:lnTo>
                    <a:pt x="3609" y="49"/>
                  </a:lnTo>
                  <a:lnTo>
                    <a:pt x="3662" y="39"/>
                  </a:lnTo>
                  <a:lnTo>
                    <a:pt x="3706" y="34"/>
                  </a:lnTo>
                  <a:lnTo>
                    <a:pt x="3754" y="25"/>
                  </a:lnTo>
                  <a:lnTo>
                    <a:pt x="3797" y="20"/>
                  </a:lnTo>
                  <a:lnTo>
                    <a:pt x="3850" y="15"/>
                  </a:lnTo>
                  <a:lnTo>
                    <a:pt x="3893" y="10"/>
                  </a:lnTo>
                  <a:lnTo>
                    <a:pt x="3946" y="6"/>
                  </a:lnTo>
                  <a:lnTo>
                    <a:pt x="3951" y="6"/>
                  </a:lnTo>
                  <a:lnTo>
                    <a:pt x="3898"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87"/>
            <p:cNvSpPr/>
            <p:nvPr/>
          </p:nvSpPr>
          <p:spPr>
            <a:xfrm>
              <a:off x="6290422" y="2615251"/>
              <a:ext cx="80545" cy="50383"/>
            </a:xfrm>
            <a:custGeom>
              <a:rect b="b" l="l" r="r" t="t"/>
              <a:pathLst>
                <a:path extrusionOk="0" h="1921" w="3071">
                  <a:moveTo>
                    <a:pt x="1468" y="0"/>
                  </a:moveTo>
                  <a:cubicBezTo>
                    <a:pt x="660" y="0"/>
                    <a:pt x="1" y="655"/>
                    <a:pt x="1" y="1468"/>
                  </a:cubicBezTo>
                  <a:lnTo>
                    <a:pt x="1" y="1920"/>
                  </a:lnTo>
                  <a:lnTo>
                    <a:pt x="130" y="1877"/>
                  </a:lnTo>
                  <a:cubicBezTo>
                    <a:pt x="150" y="1867"/>
                    <a:pt x="169" y="1862"/>
                    <a:pt x="188" y="1862"/>
                  </a:cubicBezTo>
                  <a:cubicBezTo>
                    <a:pt x="203" y="1862"/>
                    <a:pt x="1425" y="1857"/>
                    <a:pt x="1973" y="1092"/>
                  </a:cubicBezTo>
                  <a:cubicBezTo>
                    <a:pt x="2014" y="1038"/>
                    <a:pt x="2073" y="1012"/>
                    <a:pt x="2132" y="1012"/>
                  </a:cubicBezTo>
                  <a:cubicBezTo>
                    <a:pt x="2217" y="1012"/>
                    <a:pt x="2302" y="1067"/>
                    <a:pt x="2325" y="1165"/>
                  </a:cubicBezTo>
                  <a:cubicBezTo>
                    <a:pt x="2329" y="1189"/>
                    <a:pt x="2474" y="1766"/>
                    <a:pt x="2931" y="1867"/>
                  </a:cubicBezTo>
                  <a:lnTo>
                    <a:pt x="2945" y="1872"/>
                  </a:lnTo>
                  <a:lnTo>
                    <a:pt x="3070" y="1910"/>
                  </a:lnTo>
                  <a:lnTo>
                    <a:pt x="3070" y="1468"/>
                  </a:lnTo>
                  <a:cubicBezTo>
                    <a:pt x="3070" y="659"/>
                    <a:pt x="2416" y="0"/>
                    <a:pt x="160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87"/>
            <p:cNvSpPr/>
            <p:nvPr/>
          </p:nvSpPr>
          <p:spPr>
            <a:xfrm>
              <a:off x="6321711" y="2717329"/>
              <a:ext cx="18333" cy="17336"/>
            </a:xfrm>
            <a:custGeom>
              <a:rect b="b" l="l" r="r" t="t"/>
              <a:pathLst>
                <a:path extrusionOk="0" h="661" w="699">
                  <a:moveTo>
                    <a:pt x="1" y="1"/>
                  </a:moveTo>
                  <a:lnTo>
                    <a:pt x="1" y="328"/>
                  </a:lnTo>
                  <a:lnTo>
                    <a:pt x="342" y="660"/>
                  </a:lnTo>
                  <a:lnTo>
                    <a:pt x="699" y="294"/>
                  </a:lnTo>
                  <a:lnTo>
                    <a:pt x="699" y="6"/>
                  </a:lnTo>
                  <a:lnTo>
                    <a:pt x="607" y="10"/>
                  </a:lnTo>
                  <a:cubicBezTo>
                    <a:pt x="564" y="15"/>
                    <a:pt x="530" y="15"/>
                    <a:pt x="492" y="15"/>
                  </a:cubicBezTo>
                  <a:lnTo>
                    <a:pt x="203" y="15"/>
                  </a:lnTo>
                  <a:cubicBezTo>
                    <a:pt x="169" y="15"/>
                    <a:pt x="131" y="15"/>
                    <a:pt x="87" y="10"/>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87"/>
            <p:cNvSpPr/>
            <p:nvPr/>
          </p:nvSpPr>
          <p:spPr>
            <a:xfrm>
              <a:off x="6282606" y="2649059"/>
              <a:ext cx="96045" cy="59851"/>
            </a:xfrm>
            <a:custGeom>
              <a:rect b="b" l="l" r="r" t="t"/>
              <a:pathLst>
                <a:path extrusionOk="0" h="2282" w="3662">
                  <a:moveTo>
                    <a:pt x="2291" y="1"/>
                  </a:moveTo>
                  <a:lnTo>
                    <a:pt x="2214" y="58"/>
                  </a:lnTo>
                  <a:cubicBezTo>
                    <a:pt x="1607" y="564"/>
                    <a:pt x="732" y="573"/>
                    <a:pt x="693" y="573"/>
                  </a:cubicBezTo>
                  <a:lnTo>
                    <a:pt x="688" y="573"/>
                  </a:lnTo>
                  <a:cubicBezTo>
                    <a:pt x="669" y="568"/>
                    <a:pt x="650" y="568"/>
                    <a:pt x="631" y="564"/>
                  </a:cubicBezTo>
                  <a:lnTo>
                    <a:pt x="520" y="520"/>
                  </a:lnTo>
                  <a:lnTo>
                    <a:pt x="520" y="703"/>
                  </a:lnTo>
                  <a:lnTo>
                    <a:pt x="0" y="703"/>
                  </a:lnTo>
                  <a:lnTo>
                    <a:pt x="0" y="1305"/>
                  </a:lnTo>
                  <a:lnTo>
                    <a:pt x="534" y="1305"/>
                  </a:lnTo>
                  <a:cubicBezTo>
                    <a:pt x="631" y="1868"/>
                    <a:pt x="1117" y="2281"/>
                    <a:pt x="1694" y="2281"/>
                  </a:cubicBezTo>
                  <a:lnTo>
                    <a:pt x="1983" y="2281"/>
                  </a:lnTo>
                  <a:cubicBezTo>
                    <a:pt x="2555" y="2281"/>
                    <a:pt x="3041" y="1872"/>
                    <a:pt x="3142" y="1309"/>
                  </a:cubicBezTo>
                  <a:lnTo>
                    <a:pt x="3662" y="1309"/>
                  </a:lnTo>
                  <a:lnTo>
                    <a:pt x="3662" y="708"/>
                  </a:lnTo>
                  <a:lnTo>
                    <a:pt x="3162" y="708"/>
                  </a:lnTo>
                  <a:lnTo>
                    <a:pt x="3162" y="525"/>
                  </a:lnTo>
                  <a:lnTo>
                    <a:pt x="3051" y="564"/>
                  </a:lnTo>
                  <a:cubicBezTo>
                    <a:pt x="3030" y="570"/>
                    <a:pt x="3011" y="574"/>
                    <a:pt x="2993" y="574"/>
                  </a:cubicBezTo>
                  <a:cubicBezTo>
                    <a:pt x="2981" y="574"/>
                    <a:pt x="2970" y="572"/>
                    <a:pt x="2959" y="568"/>
                  </a:cubicBezTo>
                  <a:cubicBezTo>
                    <a:pt x="2700" y="511"/>
                    <a:pt x="2493" y="347"/>
                    <a:pt x="2339" y="82"/>
                  </a:cubicBezTo>
                  <a:lnTo>
                    <a:pt x="229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87"/>
            <p:cNvSpPr/>
            <p:nvPr/>
          </p:nvSpPr>
          <p:spPr>
            <a:xfrm>
              <a:off x="6273269" y="2730207"/>
              <a:ext cx="114483" cy="46528"/>
            </a:xfrm>
            <a:custGeom>
              <a:rect b="b" l="l" r="r" t="t"/>
              <a:pathLst>
                <a:path extrusionOk="0" h="1774" w="4365">
                  <a:moveTo>
                    <a:pt x="2820" y="1"/>
                  </a:moveTo>
                  <a:lnTo>
                    <a:pt x="2310" y="525"/>
                  </a:lnTo>
                  <a:cubicBezTo>
                    <a:pt x="2281" y="559"/>
                    <a:pt x="2238" y="573"/>
                    <a:pt x="2189" y="573"/>
                  </a:cubicBezTo>
                  <a:cubicBezTo>
                    <a:pt x="2146" y="573"/>
                    <a:pt x="2108" y="559"/>
                    <a:pt x="2074" y="530"/>
                  </a:cubicBezTo>
                  <a:lnTo>
                    <a:pt x="1540" y="10"/>
                  </a:lnTo>
                  <a:lnTo>
                    <a:pt x="558" y="395"/>
                  </a:lnTo>
                  <a:lnTo>
                    <a:pt x="549" y="395"/>
                  </a:lnTo>
                  <a:cubicBezTo>
                    <a:pt x="313" y="496"/>
                    <a:pt x="125" y="679"/>
                    <a:pt x="24" y="915"/>
                  </a:cubicBezTo>
                  <a:lnTo>
                    <a:pt x="0" y="973"/>
                  </a:lnTo>
                  <a:lnTo>
                    <a:pt x="48" y="1016"/>
                  </a:lnTo>
                  <a:cubicBezTo>
                    <a:pt x="669" y="1521"/>
                    <a:pt x="1424" y="1774"/>
                    <a:pt x="2180" y="1774"/>
                  </a:cubicBezTo>
                  <a:cubicBezTo>
                    <a:pt x="2935" y="1774"/>
                    <a:pt x="3691" y="1521"/>
                    <a:pt x="4311" y="1016"/>
                  </a:cubicBezTo>
                  <a:lnTo>
                    <a:pt x="4364" y="973"/>
                  </a:lnTo>
                  <a:lnTo>
                    <a:pt x="4336" y="910"/>
                  </a:lnTo>
                  <a:cubicBezTo>
                    <a:pt x="4234" y="674"/>
                    <a:pt x="4042" y="491"/>
                    <a:pt x="3806" y="395"/>
                  </a:cubicBezTo>
                  <a:lnTo>
                    <a:pt x="3801" y="395"/>
                  </a:lnTo>
                  <a:lnTo>
                    <a:pt x="282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87"/>
            <p:cNvSpPr/>
            <p:nvPr/>
          </p:nvSpPr>
          <p:spPr>
            <a:xfrm>
              <a:off x="6290422" y="2615251"/>
              <a:ext cx="46475" cy="50383"/>
            </a:xfrm>
            <a:custGeom>
              <a:rect b="b" l="l" r="r" t="t"/>
              <a:pathLst>
                <a:path extrusionOk="0" h="1921" w="1772">
                  <a:moveTo>
                    <a:pt x="1468" y="0"/>
                  </a:moveTo>
                  <a:cubicBezTo>
                    <a:pt x="660" y="0"/>
                    <a:pt x="1" y="659"/>
                    <a:pt x="1" y="1468"/>
                  </a:cubicBezTo>
                  <a:lnTo>
                    <a:pt x="1" y="1920"/>
                  </a:lnTo>
                  <a:lnTo>
                    <a:pt x="130" y="1877"/>
                  </a:lnTo>
                  <a:cubicBezTo>
                    <a:pt x="150" y="1867"/>
                    <a:pt x="169" y="1867"/>
                    <a:pt x="188" y="1867"/>
                  </a:cubicBezTo>
                  <a:cubicBezTo>
                    <a:pt x="280" y="1862"/>
                    <a:pt x="376" y="1857"/>
                    <a:pt x="467" y="1843"/>
                  </a:cubicBezTo>
                  <a:lnTo>
                    <a:pt x="467" y="1468"/>
                  </a:lnTo>
                  <a:cubicBezTo>
                    <a:pt x="467" y="722"/>
                    <a:pt x="1030" y="92"/>
                    <a:pt x="1771" y="10"/>
                  </a:cubicBezTo>
                  <a:cubicBezTo>
                    <a:pt x="1718" y="5"/>
                    <a:pt x="1661" y="0"/>
                    <a:pt x="160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87"/>
            <p:cNvSpPr/>
            <p:nvPr/>
          </p:nvSpPr>
          <p:spPr>
            <a:xfrm>
              <a:off x="6336110" y="2717329"/>
              <a:ext cx="3934" cy="420"/>
            </a:xfrm>
            <a:custGeom>
              <a:rect b="b" l="l" r="r" t="t"/>
              <a:pathLst>
                <a:path extrusionOk="0" h="16" w="150">
                  <a:moveTo>
                    <a:pt x="150" y="1"/>
                  </a:moveTo>
                  <a:lnTo>
                    <a:pt x="58" y="10"/>
                  </a:lnTo>
                  <a:lnTo>
                    <a:pt x="0" y="15"/>
                  </a:lnTo>
                  <a:lnTo>
                    <a:pt x="150" y="15"/>
                  </a:lnTo>
                  <a:lnTo>
                    <a:pt x="15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87"/>
            <p:cNvSpPr/>
            <p:nvPr/>
          </p:nvSpPr>
          <p:spPr>
            <a:xfrm>
              <a:off x="6321711" y="2717329"/>
              <a:ext cx="14032" cy="17336"/>
            </a:xfrm>
            <a:custGeom>
              <a:rect b="b" l="l" r="r" t="t"/>
              <a:pathLst>
                <a:path extrusionOk="0" h="661" w="535">
                  <a:moveTo>
                    <a:pt x="1" y="1"/>
                  </a:moveTo>
                  <a:lnTo>
                    <a:pt x="1" y="328"/>
                  </a:lnTo>
                  <a:lnTo>
                    <a:pt x="342" y="660"/>
                  </a:lnTo>
                  <a:lnTo>
                    <a:pt x="535" y="463"/>
                  </a:lnTo>
                  <a:lnTo>
                    <a:pt x="395" y="328"/>
                  </a:lnTo>
                  <a:lnTo>
                    <a:pt x="395" y="15"/>
                  </a:lnTo>
                  <a:lnTo>
                    <a:pt x="203" y="15"/>
                  </a:lnTo>
                  <a:cubicBezTo>
                    <a:pt x="169" y="15"/>
                    <a:pt x="131" y="15"/>
                    <a:pt x="87" y="10"/>
                  </a:cubicBezTo>
                  <a:lnTo>
                    <a:pt x="1"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87"/>
            <p:cNvSpPr/>
            <p:nvPr/>
          </p:nvSpPr>
          <p:spPr>
            <a:xfrm>
              <a:off x="6308598" y="2651708"/>
              <a:ext cx="39394" cy="15946"/>
            </a:xfrm>
            <a:custGeom>
              <a:rect b="b" l="l" r="r" t="t"/>
              <a:pathLst>
                <a:path extrusionOk="0" h="608" w="1502">
                  <a:moveTo>
                    <a:pt x="1367" y="1"/>
                  </a:moveTo>
                  <a:lnTo>
                    <a:pt x="1290" y="68"/>
                  </a:lnTo>
                  <a:cubicBezTo>
                    <a:pt x="871" y="415"/>
                    <a:pt x="337" y="535"/>
                    <a:pt x="0" y="583"/>
                  </a:cubicBezTo>
                  <a:lnTo>
                    <a:pt x="39" y="597"/>
                  </a:lnTo>
                  <a:cubicBezTo>
                    <a:pt x="58" y="602"/>
                    <a:pt x="77" y="607"/>
                    <a:pt x="101" y="607"/>
                  </a:cubicBezTo>
                  <a:lnTo>
                    <a:pt x="106" y="607"/>
                  </a:lnTo>
                  <a:cubicBezTo>
                    <a:pt x="145" y="607"/>
                    <a:pt x="891" y="602"/>
                    <a:pt x="1502" y="217"/>
                  </a:cubicBezTo>
                  <a:cubicBezTo>
                    <a:pt x="1473" y="174"/>
                    <a:pt x="1444" y="135"/>
                    <a:pt x="1420" y="92"/>
                  </a:cubicBezTo>
                  <a:lnTo>
                    <a:pt x="1367"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87"/>
            <p:cNvSpPr/>
            <p:nvPr/>
          </p:nvSpPr>
          <p:spPr>
            <a:xfrm>
              <a:off x="6296218" y="2666238"/>
              <a:ext cx="39918" cy="42803"/>
            </a:xfrm>
            <a:custGeom>
              <a:rect b="b" l="l" r="r" t="t"/>
              <a:pathLst>
                <a:path extrusionOk="0" h="1632" w="1522">
                  <a:moveTo>
                    <a:pt x="1" y="0"/>
                  </a:moveTo>
                  <a:lnTo>
                    <a:pt x="1" y="457"/>
                  </a:lnTo>
                  <a:cubicBezTo>
                    <a:pt x="1" y="1107"/>
                    <a:pt x="525" y="1631"/>
                    <a:pt x="1175" y="1631"/>
                  </a:cubicBezTo>
                  <a:lnTo>
                    <a:pt x="1521" y="1631"/>
                  </a:lnTo>
                  <a:cubicBezTo>
                    <a:pt x="891" y="1602"/>
                    <a:pt x="400" y="1083"/>
                    <a:pt x="400" y="457"/>
                  </a:cubicBezTo>
                  <a:lnTo>
                    <a:pt x="400" y="39"/>
                  </a:lnTo>
                  <a:cubicBezTo>
                    <a:pt x="270" y="48"/>
                    <a:pt x="184" y="53"/>
                    <a:pt x="174" y="53"/>
                  </a:cubicBezTo>
                  <a:lnTo>
                    <a:pt x="164" y="53"/>
                  </a:lnTo>
                  <a:cubicBezTo>
                    <a:pt x="145" y="48"/>
                    <a:pt x="131" y="48"/>
                    <a:pt x="112" y="43"/>
                  </a:cubicBezTo>
                  <a:lnTo>
                    <a:pt x="1"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87"/>
            <p:cNvSpPr/>
            <p:nvPr/>
          </p:nvSpPr>
          <p:spPr>
            <a:xfrm>
              <a:off x="6273269" y="2730338"/>
              <a:ext cx="62474" cy="46213"/>
            </a:xfrm>
            <a:custGeom>
              <a:rect b="b" l="l" r="r" t="t"/>
              <a:pathLst>
                <a:path extrusionOk="0" h="1762" w="2382">
                  <a:moveTo>
                    <a:pt x="1540" y="0"/>
                  </a:moveTo>
                  <a:lnTo>
                    <a:pt x="558" y="385"/>
                  </a:lnTo>
                  <a:lnTo>
                    <a:pt x="549" y="385"/>
                  </a:lnTo>
                  <a:cubicBezTo>
                    <a:pt x="313" y="486"/>
                    <a:pt x="125" y="669"/>
                    <a:pt x="24" y="905"/>
                  </a:cubicBezTo>
                  <a:lnTo>
                    <a:pt x="0" y="963"/>
                  </a:lnTo>
                  <a:lnTo>
                    <a:pt x="48" y="1006"/>
                  </a:lnTo>
                  <a:cubicBezTo>
                    <a:pt x="650" y="1492"/>
                    <a:pt x="1405" y="1762"/>
                    <a:pt x="2180" y="1762"/>
                  </a:cubicBezTo>
                  <a:cubicBezTo>
                    <a:pt x="2247" y="1762"/>
                    <a:pt x="2315" y="1762"/>
                    <a:pt x="2382" y="1757"/>
                  </a:cubicBezTo>
                  <a:cubicBezTo>
                    <a:pt x="1675" y="1713"/>
                    <a:pt x="996" y="1449"/>
                    <a:pt x="448" y="1006"/>
                  </a:cubicBezTo>
                  <a:lnTo>
                    <a:pt x="400" y="963"/>
                  </a:lnTo>
                  <a:lnTo>
                    <a:pt x="424" y="905"/>
                  </a:lnTo>
                  <a:cubicBezTo>
                    <a:pt x="525" y="669"/>
                    <a:pt x="712" y="486"/>
                    <a:pt x="948" y="385"/>
                  </a:cubicBezTo>
                  <a:lnTo>
                    <a:pt x="958" y="385"/>
                  </a:lnTo>
                  <a:lnTo>
                    <a:pt x="1655" y="111"/>
                  </a:lnTo>
                  <a:lnTo>
                    <a:pt x="15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87"/>
            <p:cNvSpPr/>
            <p:nvPr/>
          </p:nvSpPr>
          <p:spPr>
            <a:xfrm>
              <a:off x="6226558" y="2433390"/>
              <a:ext cx="342793" cy="353389"/>
            </a:xfrm>
            <a:custGeom>
              <a:rect b="b" l="l" r="r" t="t"/>
              <a:pathLst>
                <a:path extrusionOk="0" h="13474" w="13070">
                  <a:moveTo>
                    <a:pt x="10500" y="727"/>
                  </a:moveTo>
                  <a:lnTo>
                    <a:pt x="12314" y="2541"/>
                  </a:lnTo>
                  <a:lnTo>
                    <a:pt x="10500" y="2541"/>
                  </a:lnTo>
                  <a:lnTo>
                    <a:pt x="10500" y="727"/>
                  </a:lnTo>
                  <a:close/>
                  <a:moveTo>
                    <a:pt x="8595" y="2050"/>
                  </a:moveTo>
                  <a:lnTo>
                    <a:pt x="10409" y="3864"/>
                  </a:lnTo>
                  <a:lnTo>
                    <a:pt x="8595" y="3864"/>
                  </a:lnTo>
                  <a:lnTo>
                    <a:pt x="8595" y="3859"/>
                  </a:lnTo>
                  <a:lnTo>
                    <a:pt x="8595" y="2050"/>
                  </a:lnTo>
                  <a:close/>
                  <a:moveTo>
                    <a:pt x="4023" y="7030"/>
                  </a:moveTo>
                  <a:cubicBezTo>
                    <a:pt x="4721" y="7030"/>
                    <a:pt x="5294" y="7666"/>
                    <a:pt x="5294" y="8440"/>
                  </a:cubicBezTo>
                  <a:lnTo>
                    <a:pt x="5294" y="8536"/>
                  </a:lnTo>
                  <a:cubicBezTo>
                    <a:pt x="5279" y="8541"/>
                    <a:pt x="5265" y="8541"/>
                    <a:pt x="5250" y="8546"/>
                  </a:cubicBezTo>
                  <a:lnTo>
                    <a:pt x="5246" y="8546"/>
                  </a:lnTo>
                  <a:cubicBezTo>
                    <a:pt x="4846" y="8450"/>
                    <a:pt x="4716" y="7868"/>
                    <a:pt x="4716" y="7863"/>
                  </a:cubicBezTo>
                  <a:cubicBezTo>
                    <a:pt x="4694" y="7752"/>
                    <a:pt x="4599" y="7690"/>
                    <a:pt x="4504" y="7690"/>
                  </a:cubicBezTo>
                  <a:cubicBezTo>
                    <a:pt x="4437" y="7690"/>
                    <a:pt x="4370" y="7721"/>
                    <a:pt x="4327" y="7786"/>
                  </a:cubicBezTo>
                  <a:cubicBezTo>
                    <a:pt x="3836" y="8532"/>
                    <a:pt x="2748" y="8536"/>
                    <a:pt x="2734" y="8536"/>
                  </a:cubicBezTo>
                  <a:cubicBezTo>
                    <a:pt x="2717" y="8544"/>
                    <a:pt x="2699" y="8547"/>
                    <a:pt x="2681" y="8547"/>
                  </a:cubicBezTo>
                  <a:cubicBezTo>
                    <a:pt x="2663" y="8547"/>
                    <a:pt x="2645" y="8544"/>
                    <a:pt x="2628" y="8536"/>
                  </a:cubicBezTo>
                  <a:lnTo>
                    <a:pt x="2628" y="8440"/>
                  </a:lnTo>
                  <a:cubicBezTo>
                    <a:pt x="2628" y="7666"/>
                    <a:pt x="3201" y="7030"/>
                    <a:pt x="3898" y="7030"/>
                  </a:cubicBezTo>
                  <a:close/>
                  <a:moveTo>
                    <a:pt x="2325" y="9090"/>
                  </a:moveTo>
                  <a:cubicBezTo>
                    <a:pt x="2344" y="9099"/>
                    <a:pt x="2368" y="9104"/>
                    <a:pt x="2392" y="9109"/>
                  </a:cubicBezTo>
                  <a:lnTo>
                    <a:pt x="2392" y="9335"/>
                  </a:lnTo>
                  <a:cubicBezTo>
                    <a:pt x="2392" y="9403"/>
                    <a:pt x="2397" y="9470"/>
                    <a:pt x="2407" y="9532"/>
                  </a:cubicBezTo>
                  <a:cubicBezTo>
                    <a:pt x="2301" y="9499"/>
                    <a:pt x="2229" y="9403"/>
                    <a:pt x="2233" y="9292"/>
                  </a:cubicBezTo>
                  <a:cubicBezTo>
                    <a:pt x="2233" y="9215"/>
                    <a:pt x="2267" y="9138"/>
                    <a:pt x="2325" y="9090"/>
                  </a:cubicBezTo>
                  <a:close/>
                  <a:moveTo>
                    <a:pt x="5597" y="9090"/>
                  </a:moveTo>
                  <a:cubicBezTo>
                    <a:pt x="5655" y="9143"/>
                    <a:pt x="5693" y="9215"/>
                    <a:pt x="5688" y="9297"/>
                  </a:cubicBezTo>
                  <a:cubicBezTo>
                    <a:pt x="5693" y="9403"/>
                    <a:pt x="5626" y="9499"/>
                    <a:pt x="5525" y="9532"/>
                  </a:cubicBezTo>
                  <a:cubicBezTo>
                    <a:pt x="5534" y="9465"/>
                    <a:pt x="5534" y="9403"/>
                    <a:pt x="5534" y="9335"/>
                  </a:cubicBezTo>
                  <a:lnTo>
                    <a:pt x="5534" y="9109"/>
                  </a:lnTo>
                  <a:cubicBezTo>
                    <a:pt x="5558" y="9104"/>
                    <a:pt x="5578" y="9099"/>
                    <a:pt x="5597" y="9090"/>
                  </a:cubicBezTo>
                  <a:close/>
                  <a:moveTo>
                    <a:pt x="4432" y="8325"/>
                  </a:moveTo>
                  <a:cubicBezTo>
                    <a:pt x="4553" y="8565"/>
                    <a:pt x="4755" y="8849"/>
                    <a:pt x="5106" y="8950"/>
                  </a:cubicBezTo>
                  <a:lnTo>
                    <a:pt x="5106" y="9335"/>
                  </a:lnTo>
                  <a:cubicBezTo>
                    <a:pt x="5106" y="9956"/>
                    <a:pt x="4654" y="10461"/>
                    <a:pt x="4096" y="10461"/>
                  </a:cubicBezTo>
                  <a:lnTo>
                    <a:pt x="3831" y="10461"/>
                  </a:lnTo>
                  <a:cubicBezTo>
                    <a:pt x="3273" y="10461"/>
                    <a:pt x="2816" y="9956"/>
                    <a:pt x="2816" y="9335"/>
                  </a:cubicBezTo>
                  <a:lnTo>
                    <a:pt x="2816" y="8965"/>
                  </a:lnTo>
                  <a:cubicBezTo>
                    <a:pt x="3080" y="8950"/>
                    <a:pt x="3874" y="8864"/>
                    <a:pt x="4432" y="8325"/>
                  </a:cubicBezTo>
                  <a:close/>
                  <a:moveTo>
                    <a:pt x="4274" y="10876"/>
                  </a:moveTo>
                  <a:lnTo>
                    <a:pt x="4274" y="11101"/>
                  </a:lnTo>
                  <a:lnTo>
                    <a:pt x="3966" y="11419"/>
                  </a:lnTo>
                  <a:lnTo>
                    <a:pt x="3672" y="11135"/>
                  </a:lnTo>
                  <a:lnTo>
                    <a:pt x="3672" y="10880"/>
                  </a:lnTo>
                  <a:cubicBezTo>
                    <a:pt x="3725" y="10885"/>
                    <a:pt x="3778" y="10889"/>
                    <a:pt x="3831" y="10889"/>
                  </a:cubicBezTo>
                  <a:lnTo>
                    <a:pt x="4096" y="10889"/>
                  </a:lnTo>
                  <a:cubicBezTo>
                    <a:pt x="4157" y="10889"/>
                    <a:pt x="4213" y="10885"/>
                    <a:pt x="4274" y="10876"/>
                  </a:cubicBezTo>
                  <a:close/>
                  <a:moveTo>
                    <a:pt x="10072" y="429"/>
                  </a:moveTo>
                  <a:lnTo>
                    <a:pt x="10072" y="2758"/>
                  </a:lnTo>
                  <a:cubicBezTo>
                    <a:pt x="10072" y="2878"/>
                    <a:pt x="10163" y="2974"/>
                    <a:pt x="10283" y="2974"/>
                  </a:cubicBezTo>
                  <a:lnTo>
                    <a:pt x="12617" y="2974"/>
                  </a:lnTo>
                  <a:lnTo>
                    <a:pt x="12617" y="11683"/>
                  </a:lnTo>
                  <a:lnTo>
                    <a:pt x="11140" y="11679"/>
                  </a:lnTo>
                  <a:lnTo>
                    <a:pt x="11140" y="4076"/>
                  </a:lnTo>
                  <a:lnTo>
                    <a:pt x="11140" y="4071"/>
                  </a:lnTo>
                  <a:lnTo>
                    <a:pt x="11140" y="4062"/>
                  </a:lnTo>
                  <a:cubicBezTo>
                    <a:pt x="11140" y="4052"/>
                    <a:pt x="11135" y="4042"/>
                    <a:pt x="11135" y="4037"/>
                  </a:cubicBezTo>
                  <a:cubicBezTo>
                    <a:pt x="11135" y="4028"/>
                    <a:pt x="11130" y="4018"/>
                    <a:pt x="11130" y="4009"/>
                  </a:cubicBezTo>
                  <a:lnTo>
                    <a:pt x="11130" y="4004"/>
                  </a:lnTo>
                  <a:cubicBezTo>
                    <a:pt x="11126" y="3994"/>
                    <a:pt x="11121" y="3985"/>
                    <a:pt x="11116" y="3980"/>
                  </a:cubicBezTo>
                  <a:cubicBezTo>
                    <a:pt x="11111" y="3970"/>
                    <a:pt x="11106" y="3961"/>
                    <a:pt x="11101" y="3956"/>
                  </a:cubicBezTo>
                  <a:lnTo>
                    <a:pt x="11097" y="3951"/>
                  </a:lnTo>
                  <a:cubicBezTo>
                    <a:pt x="11092" y="3941"/>
                    <a:pt x="11087" y="3936"/>
                    <a:pt x="11077" y="3927"/>
                  </a:cubicBezTo>
                  <a:lnTo>
                    <a:pt x="8532" y="1381"/>
                  </a:lnTo>
                  <a:cubicBezTo>
                    <a:pt x="8527" y="1377"/>
                    <a:pt x="8518" y="1367"/>
                    <a:pt x="8513" y="1362"/>
                  </a:cubicBezTo>
                  <a:lnTo>
                    <a:pt x="8508" y="1357"/>
                  </a:lnTo>
                  <a:cubicBezTo>
                    <a:pt x="8498" y="1353"/>
                    <a:pt x="8494" y="1348"/>
                    <a:pt x="8484" y="1343"/>
                  </a:cubicBezTo>
                  <a:cubicBezTo>
                    <a:pt x="8474" y="1338"/>
                    <a:pt x="8469" y="1338"/>
                    <a:pt x="8460" y="1333"/>
                  </a:cubicBezTo>
                  <a:lnTo>
                    <a:pt x="8450" y="1333"/>
                  </a:lnTo>
                  <a:cubicBezTo>
                    <a:pt x="8445" y="1333"/>
                    <a:pt x="8436" y="1328"/>
                    <a:pt x="8426" y="1328"/>
                  </a:cubicBezTo>
                  <a:lnTo>
                    <a:pt x="8402" y="1324"/>
                  </a:lnTo>
                  <a:lnTo>
                    <a:pt x="5197" y="1324"/>
                  </a:lnTo>
                  <a:lnTo>
                    <a:pt x="5197" y="429"/>
                  </a:lnTo>
                  <a:close/>
                  <a:moveTo>
                    <a:pt x="8171" y="1747"/>
                  </a:moveTo>
                  <a:lnTo>
                    <a:pt x="8171" y="4076"/>
                  </a:lnTo>
                  <a:cubicBezTo>
                    <a:pt x="8171" y="4196"/>
                    <a:pt x="8267" y="4293"/>
                    <a:pt x="8383" y="4293"/>
                  </a:cubicBezTo>
                  <a:lnTo>
                    <a:pt x="10717" y="4293"/>
                  </a:lnTo>
                  <a:lnTo>
                    <a:pt x="10717" y="13007"/>
                  </a:lnTo>
                  <a:lnTo>
                    <a:pt x="5794" y="13007"/>
                  </a:lnTo>
                  <a:cubicBezTo>
                    <a:pt x="6992" y="12367"/>
                    <a:pt x="7767" y="11140"/>
                    <a:pt x="7839" y="9783"/>
                  </a:cubicBezTo>
                  <a:lnTo>
                    <a:pt x="7839" y="9759"/>
                  </a:lnTo>
                  <a:lnTo>
                    <a:pt x="7839" y="9677"/>
                  </a:lnTo>
                  <a:lnTo>
                    <a:pt x="7839" y="9638"/>
                  </a:lnTo>
                  <a:lnTo>
                    <a:pt x="7839" y="9624"/>
                  </a:lnTo>
                  <a:lnTo>
                    <a:pt x="7839" y="9571"/>
                  </a:lnTo>
                  <a:lnTo>
                    <a:pt x="7839" y="9537"/>
                  </a:lnTo>
                  <a:lnTo>
                    <a:pt x="7839" y="9523"/>
                  </a:lnTo>
                  <a:lnTo>
                    <a:pt x="7839" y="9465"/>
                  </a:lnTo>
                  <a:lnTo>
                    <a:pt x="7839" y="9436"/>
                  </a:lnTo>
                  <a:lnTo>
                    <a:pt x="7839" y="9417"/>
                  </a:lnTo>
                  <a:lnTo>
                    <a:pt x="7839" y="9359"/>
                  </a:lnTo>
                  <a:lnTo>
                    <a:pt x="7839" y="9311"/>
                  </a:lnTo>
                  <a:cubicBezTo>
                    <a:pt x="7839" y="9297"/>
                    <a:pt x="7839" y="9277"/>
                    <a:pt x="7834" y="9253"/>
                  </a:cubicBezTo>
                  <a:lnTo>
                    <a:pt x="7834" y="9249"/>
                  </a:lnTo>
                  <a:cubicBezTo>
                    <a:pt x="7834" y="9234"/>
                    <a:pt x="7834" y="9220"/>
                    <a:pt x="7829" y="9205"/>
                  </a:cubicBezTo>
                  <a:cubicBezTo>
                    <a:pt x="7829" y="9196"/>
                    <a:pt x="7829" y="9167"/>
                    <a:pt x="7825" y="9148"/>
                  </a:cubicBezTo>
                  <a:lnTo>
                    <a:pt x="7825" y="9138"/>
                  </a:lnTo>
                  <a:cubicBezTo>
                    <a:pt x="7825" y="9128"/>
                    <a:pt x="7825" y="9114"/>
                    <a:pt x="7820" y="9099"/>
                  </a:cubicBezTo>
                  <a:cubicBezTo>
                    <a:pt x="7815" y="9090"/>
                    <a:pt x="7815" y="9061"/>
                    <a:pt x="7810" y="9042"/>
                  </a:cubicBezTo>
                  <a:lnTo>
                    <a:pt x="7810" y="9027"/>
                  </a:lnTo>
                  <a:lnTo>
                    <a:pt x="7810" y="8998"/>
                  </a:lnTo>
                  <a:cubicBezTo>
                    <a:pt x="7810" y="8979"/>
                    <a:pt x="7801" y="8960"/>
                    <a:pt x="7801" y="8941"/>
                  </a:cubicBezTo>
                  <a:lnTo>
                    <a:pt x="7791" y="8897"/>
                  </a:lnTo>
                  <a:cubicBezTo>
                    <a:pt x="7786" y="8864"/>
                    <a:pt x="7781" y="8830"/>
                    <a:pt x="7772" y="8801"/>
                  </a:cubicBezTo>
                  <a:lnTo>
                    <a:pt x="7772" y="8811"/>
                  </a:lnTo>
                  <a:cubicBezTo>
                    <a:pt x="7767" y="8777"/>
                    <a:pt x="7762" y="8743"/>
                    <a:pt x="7752" y="8710"/>
                  </a:cubicBezTo>
                  <a:lnTo>
                    <a:pt x="7743" y="8676"/>
                  </a:lnTo>
                  <a:cubicBezTo>
                    <a:pt x="7738" y="8652"/>
                    <a:pt x="7733" y="8633"/>
                    <a:pt x="7728" y="8609"/>
                  </a:cubicBezTo>
                  <a:lnTo>
                    <a:pt x="7724" y="8585"/>
                  </a:lnTo>
                  <a:lnTo>
                    <a:pt x="7724" y="8575"/>
                  </a:lnTo>
                  <a:cubicBezTo>
                    <a:pt x="7714" y="8551"/>
                    <a:pt x="7709" y="8532"/>
                    <a:pt x="7704" y="8512"/>
                  </a:cubicBezTo>
                  <a:lnTo>
                    <a:pt x="7695" y="8474"/>
                  </a:lnTo>
                  <a:cubicBezTo>
                    <a:pt x="7685" y="8455"/>
                    <a:pt x="7680" y="8435"/>
                    <a:pt x="7676" y="8416"/>
                  </a:cubicBezTo>
                  <a:lnTo>
                    <a:pt x="7661" y="8378"/>
                  </a:lnTo>
                  <a:lnTo>
                    <a:pt x="7642" y="8320"/>
                  </a:lnTo>
                  <a:lnTo>
                    <a:pt x="7632" y="8281"/>
                  </a:lnTo>
                  <a:cubicBezTo>
                    <a:pt x="7623" y="8262"/>
                    <a:pt x="7613" y="8243"/>
                    <a:pt x="7608" y="8224"/>
                  </a:cubicBezTo>
                  <a:lnTo>
                    <a:pt x="7594" y="8190"/>
                  </a:lnTo>
                  <a:lnTo>
                    <a:pt x="7570" y="8127"/>
                  </a:lnTo>
                  <a:lnTo>
                    <a:pt x="7560" y="8103"/>
                  </a:lnTo>
                  <a:lnTo>
                    <a:pt x="7560" y="8099"/>
                  </a:lnTo>
                  <a:cubicBezTo>
                    <a:pt x="7502" y="7954"/>
                    <a:pt x="7435" y="7815"/>
                    <a:pt x="7358" y="7680"/>
                  </a:cubicBezTo>
                  <a:cubicBezTo>
                    <a:pt x="7313" y="7608"/>
                    <a:pt x="7247" y="7577"/>
                    <a:pt x="7182" y="7577"/>
                  </a:cubicBezTo>
                  <a:cubicBezTo>
                    <a:pt x="7040" y="7577"/>
                    <a:pt x="6902" y="7723"/>
                    <a:pt x="6987" y="7892"/>
                  </a:cubicBezTo>
                  <a:cubicBezTo>
                    <a:pt x="7055" y="8012"/>
                    <a:pt x="7113" y="8137"/>
                    <a:pt x="7165" y="8267"/>
                  </a:cubicBezTo>
                  <a:lnTo>
                    <a:pt x="7165" y="8272"/>
                  </a:lnTo>
                  <a:lnTo>
                    <a:pt x="7170" y="8286"/>
                  </a:lnTo>
                  <a:lnTo>
                    <a:pt x="7194" y="8344"/>
                  </a:lnTo>
                  <a:lnTo>
                    <a:pt x="7204" y="8373"/>
                  </a:lnTo>
                  <a:cubicBezTo>
                    <a:pt x="7214" y="8392"/>
                    <a:pt x="7218" y="8411"/>
                    <a:pt x="7228" y="8431"/>
                  </a:cubicBezTo>
                  <a:lnTo>
                    <a:pt x="7238" y="8459"/>
                  </a:lnTo>
                  <a:lnTo>
                    <a:pt x="7257" y="8512"/>
                  </a:lnTo>
                  <a:lnTo>
                    <a:pt x="7267" y="8546"/>
                  </a:lnTo>
                  <a:lnTo>
                    <a:pt x="7281" y="8599"/>
                  </a:lnTo>
                  <a:lnTo>
                    <a:pt x="7291" y="8633"/>
                  </a:lnTo>
                  <a:cubicBezTo>
                    <a:pt x="7295" y="8647"/>
                    <a:pt x="7300" y="8666"/>
                    <a:pt x="7305" y="8686"/>
                  </a:cubicBezTo>
                  <a:lnTo>
                    <a:pt x="7315" y="8719"/>
                  </a:lnTo>
                  <a:cubicBezTo>
                    <a:pt x="7319" y="8739"/>
                    <a:pt x="7324" y="8758"/>
                    <a:pt x="7329" y="8777"/>
                  </a:cubicBezTo>
                  <a:lnTo>
                    <a:pt x="7339" y="8811"/>
                  </a:lnTo>
                  <a:cubicBezTo>
                    <a:pt x="7344" y="8840"/>
                    <a:pt x="7348" y="8868"/>
                    <a:pt x="7358" y="8897"/>
                  </a:cubicBezTo>
                  <a:lnTo>
                    <a:pt x="7358" y="8902"/>
                  </a:lnTo>
                  <a:cubicBezTo>
                    <a:pt x="7363" y="8931"/>
                    <a:pt x="7368" y="8955"/>
                    <a:pt x="7372" y="8984"/>
                  </a:cubicBezTo>
                  <a:lnTo>
                    <a:pt x="7377" y="9027"/>
                  </a:lnTo>
                  <a:cubicBezTo>
                    <a:pt x="7377" y="9042"/>
                    <a:pt x="7382" y="9056"/>
                    <a:pt x="7387" y="9075"/>
                  </a:cubicBezTo>
                  <a:lnTo>
                    <a:pt x="7392" y="9099"/>
                  </a:lnTo>
                  <a:lnTo>
                    <a:pt x="7392" y="9114"/>
                  </a:lnTo>
                  <a:cubicBezTo>
                    <a:pt x="7392" y="9133"/>
                    <a:pt x="7396" y="9148"/>
                    <a:pt x="7396" y="9167"/>
                  </a:cubicBezTo>
                  <a:cubicBezTo>
                    <a:pt x="7401" y="9186"/>
                    <a:pt x="7396" y="9186"/>
                    <a:pt x="7401" y="9196"/>
                  </a:cubicBezTo>
                  <a:lnTo>
                    <a:pt x="7401" y="9205"/>
                  </a:lnTo>
                  <a:cubicBezTo>
                    <a:pt x="7401" y="9225"/>
                    <a:pt x="7406" y="9239"/>
                    <a:pt x="7406" y="9258"/>
                  </a:cubicBezTo>
                  <a:cubicBezTo>
                    <a:pt x="7406" y="9273"/>
                    <a:pt x="7406" y="9282"/>
                    <a:pt x="7411" y="9292"/>
                  </a:cubicBezTo>
                  <a:lnTo>
                    <a:pt x="7411" y="9297"/>
                  </a:lnTo>
                  <a:cubicBezTo>
                    <a:pt x="7411" y="9316"/>
                    <a:pt x="7411" y="9330"/>
                    <a:pt x="7411" y="9350"/>
                  </a:cubicBezTo>
                  <a:cubicBezTo>
                    <a:pt x="7416" y="9364"/>
                    <a:pt x="7411" y="9379"/>
                    <a:pt x="7411" y="9393"/>
                  </a:cubicBezTo>
                  <a:lnTo>
                    <a:pt x="7411" y="9441"/>
                  </a:lnTo>
                  <a:lnTo>
                    <a:pt x="7411" y="9484"/>
                  </a:lnTo>
                  <a:lnTo>
                    <a:pt x="7411" y="9537"/>
                  </a:lnTo>
                  <a:lnTo>
                    <a:pt x="7411" y="9547"/>
                  </a:lnTo>
                  <a:lnTo>
                    <a:pt x="7411" y="9576"/>
                  </a:lnTo>
                  <a:lnTo>
                    <a:pt x="7411" y="9624"/>
                  </a:lnTo>
                  <a:lnTo>
                    <a:pt x="7411" y="9643"/>
                  </a:lnTo>
                  <a:lnTo>
                    <a:pt x="7411" y="9672"/>
                  </a:lnTo>
                  <a:lnTo>
                    <a:pt x="7411" y="9739"/>
                  </a:lnTo>
                  <a:lnTo>
                    <a:pt x="7411" y="9759"/>
                  </a:lnTo>
                  <a:lnTo>
                    <a:pt x="7411" y="9763"/>
                  </a:lnTo>
                  <a:cubicBezTo>
                    <a:pt x="7372" y="10606"/>
                    <a:pt x="7021" y="11404"/>
                    <a:pt x="6429" y="12006"/>
                  </a:cubicBezTo>
                  <a:cubicBezTo>
                    <a:pt x="6280" y="11707"/>
                    <a:pt x="6025" y="11481"/>
                    <a:pt x="5717" y="11356"/>
                  </a:cubicBezTo>
                  <a:lnTo>
                    <a:pt x="4707" y="10952"/>
                  </a:lnTo>
                  <a:lnTo>
                    <a:pt x="4707" y="10745"/>
                  </a:lnTo>
                  <a:cubicBezTo>
                    <a:pt x="5029" y="10581"/>
                    <a:pt x="5279" y="10302"/>
                    <a:pt x="5414" y="9961"/>
                  </a:cubicBezTo>
                  <a:cubicBezTo>
                    <a:pt x="5433" y="9966"/>
                    <a:pt x="5457" y="9970"/>
                    <a:pt x="5477" y="9970"/>
                  </a:cubicBezTo>
                  <a:cubicBezTo>
                    <a:pt x="5842" y="9961"/>
                    <a:pt x="6131" y="9658"/>
                    <a:pt x="6121" y="9292"/>
                  </a:cubicBezTo>
                  <a:cubicBezTo>
                    <a:pt x="6121" y="9022"/>
                    <a:pt x="5967" y="8777"/>
                    <a:pt x="5722" y="8666"/>
                  </a:cubicBezTo>
                  <a:lnTo>
                    <a:pt x="5722" y="8435"/>
                  </a:lnTo>
                  <a:cubicBezTo>
                    <a:pt x="5722" y="7425"/>
                    <a:pt x="4962" y="6602"/>
                    <a:pt x="4023" y="6602"/>
                  </a:cubicBezTo>
                  <a:lnTo>
                    <a:pt x="3903" y="6602"/>
                  </a:lnTo>
                  <a:cubicBezTo>
                    <a:pt x="2965" y="6602"/>
                    <a:pt x="2205" y="7425"/>
                    <a:pt x="2205" y="8435"/>
                  </a:cubicBezTo>
                  <a:lnTo>
                    <a:pt x="2205" y="8666"/>
                  </a:lnTo>
                  <a:cubicBezTo>
                    <a:pt x="1959" y="8777"/>
                    <a:pt x="1800" y="9022"/>
                    <a:pt x="1805" y="9292"/>
                  </a:cubicBezTo>
                  <a:cubicBezTo>
                    <a:pt x="1796" y="9653"/>
                    <a:pt x="2084" y="9956"/>
                    <a:pt x="2450" y="9966"/>
                  </a:cubicBezTo>
                  <a:cubicBezTo>
                    <a:pt x="2469" y="9966"/>
                    <a:pt x="2493" y="9961"/>
                    <a:pt x="2513" y="9956"/>
                  </a:cubicBezTo>
                  <a:cubicBezTo>
                    <a:pt x="2652" y="10302"/>
                    <a:pt x="2912" y="10586"/>
                    <a:pt x="3249" y="10750"/>
                  </a:cubicBezTo>
                  <a:lnTo>
                    <a:pt x="3249" y="10942"/>
                  </a:lnTo>
                  <a:lnTo>
                    <a:pt x="2205" y="11351"/>
                  </a:lnTo>
                  <a:cubicBezTo>
                    <a:pt x="1897" y="11472"/>
                    <a:pt x="1642" y="11703"/>
                    <a:pt x="1492" y="12001"/>
                  </a:cubicBezTo>
                  <a:cubicBezTo>
                    <a:pt x="819" y="11313"/>
                    <a:pt x="463" y="10370"/>
                    <a:pt x="511" y="9412"/>
                  </a:cubicBezTo>
                  <a:lnTo>
                    <a:pt x="511" y="9403"/>
                  </a:lnTo>
                  <a:lnTo>
                    <a:pt x="511" y="9388"/>
                  </a:lnTo>
                  <a:lnTo>
                    <a:pt x="511" y="9379"/>
                  </a:lnTo>
                  <a:cubicBezTo>
                    <a:pt x="511" y="9359"/>
                    <a:pt x="511" y="9340"/>
                    <a:pt x="516" y="9316"/>
                  </a:cubicBezTo>
                  <a:lnTo>
                    <a:pt x="516" y="9292"/>
                  </a:lnTo>
                  <a:lnTo>
                    <a:pt x="516" y="9263"/>
                  </a:lnTo>
                  <a:cubicBezTo>
                    <a:pt x="516" y="9249"/>
                    <a:pt x="516" y="9234"/>
                    <a:pt x="520" y="9220"/>
                  </a:cubicBezTo>
                  <a:cubicBezTo>
                    <a:pt x="520" y="9210"/>
                    <a:pt x="520" y="9205"/>
                    <a:pt x="520" y="9196"/>
                  </a:cubicBezTo>
                  <a:lnTo>
                    <a:pt x="520" y="9181"/>
                  </a:lnTo>
                  <a:cubicBezTo>
                    <a:pt x="520" y="9162"/>
                    <a:pt x="525" y="9148"/>
                    <a:pt x="525" y="9128"/>
                  </a:cubicBezTo>
                  <a:lnTo>
                    <a:pt x="530" y="9099"/>
                  </a:lnTo>
                  <a:lnTo>
                    <a:pt x="530" y="9085"/>
                  </a:lnTo>
                  <a:cubicBezTo>
                    <a:pt x="530" y="9071"/>
                    <a:pt x="535" y="9051"/>
                    <a:pt x="540" y="9037"/>
                  </a:cubicBezTo>
                  <a:lnTo>
                    <a:pt x="545" y="8994"/>
                  </a:lnTo>
                  <a:cubicBezTo>
                    <a:pt x="545" y="8979"/>
                    <a:pt x="554" y="8960"/>
                    <a:pt x="554" y="8945"/>
                  </a:cubicBezTo>
                  <a:lnTo>
                    <a:pt x="564" y="8902"/>
                  </a:lnTo>
                  <a:cubicBezTo>
                    <a:pt x="569" y="8888"/>
                    <a:pt x="569" y="8873"/>
                    <a:pt x="573" y="8854"/>
                  </a:cubicBezTo>
                  <a:cubicBezTo>
                    <a:pt x="578" y="8835"/>
                    <a:pt x="578" y="8825"/>
                    <a:pt x="583" y="8816"/>
                  </a:cubicBezTo>
                  <a:cubicBezTo>
                    <a:pt x="583" y="8801"/>
                    <a:pt x="588" y="8782"/>
                    <a:pt x="593" y="8767"/>
                  </a:cubicBezTo>
                  <a:lnTo>
                    <a:pt x="597" y="8748"/>
                  </a:lnTo>
                  <a:lnTo>
                    <a:pt x="602" y="8724"/>
                  </a:lnTo>
                  <a:cubicBezTo>
                    <a:pt x="607" y="8710"/>
                    <a:pt x="612" y="8690"/>
                    <a:pt x="617" y="8671"/>
                  </a:cubicBezTo>
                  <a:lnTo>
                    <a:pt x="622" y="8657"/>
                  </a:lnTo>
                  <a:lnTo>
                    <a:pt x="626" y="8638"/>
                  </a:lnTo>
                  <a:cubicBezTo>
                    <a:pt x="636" y="8609"/>
                    <a:pt x="641" y="8585"/>
                    <a:pt x="650" y="8556"/>
                  </a:cubicBezTo>
                  <a:lnTo>
                    <a:pt x="650" y="8551"/>
                  </a:lnTo>
                  <a:cubicBezTo>
                    <a:pt x="660" y="8522"/>
                    <a:pt x="670" y="8493"/>
                    <a:pt x="679" y="8469"/>
                  </a:cubicBezTo>
                  <a:lnTo>
                    <a:pt x="689" y="8440"/>
                  </a:lnTo>
                  <a:cubicBezTo>
                    <a:pt x="694" y="8421"/>
                    <a:pt x="703" y="8402"/>
                    <a:pt x="708" y="8378"/>
                  </a:cubicBezTo>
                  <a:lnTo>
                    <a:pt x="723" y="8349"/>
                  </a:lnTo>
                  <a:lnTo>
                    <a:pt x="742" y="8296"/>
                  </a:lnTo>
                  <a:lnTo>
                    <a:pt x="756" y="8262"/>
                  </a:lnTo>
                  <a:lnTo>
                    <a:pt x="775" y="8209"/>
                  </a:lnTo>
                  <a:lnTo>
                    <a:pt x="790" y="8180"/>
                  </a:lnTo>
                  <a:lnTo>
                    <a:pt x="814" y="8127"/>
                  </a:lnTo>
                  <a:lnTo>
                    <a:pt x="828" y="8099"/>
                  </a:lnTo>
                  <a:lnTo>
                    <a:pt x="852" y="8046"/>
                  </a:lnTo>
                  <a:lnTo>
                    <a:pt x="867" y="8017"/>
                  </a:lnTo>
                  <a:lnTo>
                    <a:pt x="896" y="7964"/>
                  </a:lnTo>
                  <a:lnTo>
                    <a:pt x="905" y="7949"/>
                  </a:lnTo>
                  <a:lnTo>
                    <a:pt x="905" y="7945"/>
                  </a:lnTo>
                  <a:cubicBezTo>
                    <a:pt x="1064" y="7641"/>
                    <a:pt x="1271" y="7367"/>
                    <a:pt x="1516" y="7127"/>
                  </a:cubicBezTo>
                  <a:lnTo>
                    <a:pt x="1521" y="7122"/>
                  </a:lnTo>
                  <a:lnTo>
                    <a:pt x="1531" y="7107"/>
                  </a:lnTo>
                  <a:lnTo>
                    <a:pt x="1545" y="7098"/>
                  </a:lnTo>
                  <a:lnTo>
                    <a:pt x="1574" y="7069"/>
                  </a:lnTo>
                  <a:lnTo>
                    <a:pt x="1593" y="7050"/>
                  </a:lnTo>
                  <a:lnTo>
                    <a:pt x="1613" y="7035"/>
                  </a:lnTo>
                  <a:lnTo>
                    <a:pt x="1637" y="7011"/>
                  </a:lnTo>
                  <a:lnTo>
                    <a:pt x="1661" y="6992"/>
                  </a:lnTo>
                  <a:lnTo>
                    <a:pt x="1670" y="6982"/>
                  </a:lnTo>
                  <a:lnTo>
                    <a:pt x="1699" y="6953"/>
                  </a:lnTo>
                  <a:lnTo>
                    <a:pt x="1723" y="6934"/>
                  </a:lnTo>
                  <a:lnTo>
                    <a:pt x="1733" y="6929"/>
                  </a:lnTo>
                  <a:lnTo>
                    <a:pt x="1767" y="6900"/>
                  </a:lnTo>
                  <a:lnTo>
                    <a:pt x="1800" y="6872"/>
                  </a:lnTo>
                  <a:lnTo>
                    <a:pt x="1834" y="6848"/>
                  </a:lnTo>
                  <a:lnTo>
                    <a:pt x="1868" y="6823"/>
                  </a:lnTo>
                  <a:lnTo>
                    <a:pt x="1901" y="6795"/>
                  </a:lnTo>
                  <a:lnTo>
                    <a:pt x="1935" y="6771"/>
                  </a:lnTo>
                  <a:lnTo>
                    <a:pt x="1974" y="6746"/>
                  </a:lnTo>
                  <a:lnTo>
                    <a:pt x="2007" y="6722"/>
                  </a:lnTo>
                  <a:lnTo>
                    <a:pt x="2041" y="6698"/>
                  </a:lnTo>
                  <a:lnTo>
                    <a:pt x="2079" y="6674"/>
                  </a:lnTo>
                  <a:lnTo>
                    <a:pt x="2113" y="6650"/>
                  </a:lnTo>
                  <a:lnTo>
                    <a:pt x="2152" y="6626"/>
                  </a:lnTo>
                  <a:lnTo>
                    <a:pt x="2190" y="6607"/>
                  </a:lnTo>
                  <a:lnTo>
                    <a:pt x="2224" y="6583"/>
                  </a:lnTo>
                  <a:lnTo>
                    <a:pt x="2262" y="6564"/>
                  </a:lnTo>
                  <a:lnTo>
                    <a:pt x="2267" y="6564"/>
                  </a:lnTo>
                  <a:lnTo>
                    <a:pt x="2301" y="6544"/>
                  </a:lnTo>
                  <a:lnTo>
                    <a:pt x="2330" y="6530"/>
                  </a:lnTo>
                  <a:lnTo>
                    <a:pt x="2339" y="6525"/>
                  </a:lnTo>
                  <a:lnTo>
                    <a:pt x="2373" y="6506"/>
                  </a:lnTo>
                  <a:lnTo>
                    <a:pt x="2402" y="6491"/>
                  </a:lnTo>
                  <a:lnTo>
                    <a:pt x="2426" y="6482"/>
                  </a:lnTo>
                  <a:lnTo>
                    <a:pt x="2450" y="6467"/>
                  </a:lnTo>
                  <a:lnTo>
                    <a:pt x="2479" y="6453"/>
                  </a:lnTo>
                  <a:lnTo>
                    <a:pt x="2503" y="6443"/>
                  </a:lnTo>
                  <a:lnTo>
                    <a:pt x="2532" y="6429"/>
                  </a:lnTo>
                  <a:lnTo>
                    <a:pt x="2570" y="6414"/>
                  </a:lnTo>
                  <a:lnTo>
                    <a:pt x="2575" y="6414"/>
                  </a:lnTo>
                  <a:lnTo>
                    <a:pt x="2628" y="6390"/>
                  </a:lnTo>
                  <a:lnTo>
                    <a:pt x="2686" y="6366"/>
                  </a:lnTo>
                  <a:lnTo>
                    <a:pt x="2705" y="6357"/>
                  </a:lnTo>
                  <a:lnTo>
                    <a:pt x="2734" y="6347"/>
                  </a:lnTo>
                  <a:lnTo>
                    <a:pt x="2768" y="6338"/>
                  </a:lnTo>
                  <a:lnTo>
                    <a:pt x="2796" y="6328"/>
                  </a:lnTo>
                  <a:lnTo>
                    <a:pt x="2816" y="6318"/>
                  </a:lnTo>
                  <a:lnTo>
                    <a:pt x="2849" y="6309"/>
                  </a:lnTo>
                  <a:lnTo>
                    <a:pt x="2873" y="6299"/>
                  </a:lnTo>
                  <a:lnTo>
                    <a:pt x="2897" y="6294"/>
                  </a:lnTo>
                  <a:lnTo>
                    <a:pt x="2931" y="6280"/>
                  </a:lnTo>
                  <a:lnTo>
                    <a:pt x="2979" y="6265"/>
                  </a:lnTo>
                  <a:cubicBezTo>
                    <a:pt x="3008" y="6280"/>
                    <a:pt x="3037" y="6285"/>
                    <a:pt x="3066" y="6285"/>
                  </a:cubicBezTo>
                  <a:cubicBezTo>
                    <a:pt x="3128" y="6285"/>
                    <a:pt x="3191" y="6256"/>
                    <a:pt x="3229" y="6203"/>
                  </a:cubicBezTo>
                  <a:lnTo>
                    <a:pt x="3268" y="6198"/>
                  </a:lnTo>
                  <a:lnTo>
                    <a:pt x="3278" y="6198"/>
                  </a:lnTo>
                  <a:lnTo>
                    <a:pt x="3311" y="6188"/>
                  </a:lnTo>
                  <a:lnTo>
                    <a:pt x="3359" y="6179"/>
                  </a:lnTo>
                  <a:lnTo>
                    <a:pt x="3403" y="6174"/>
                  </a:lnTo>
                  <a:lnTo>
                    <a:pt x="3451" y="6169"/>
                  </a:lnTo>
                  <a:lnTo>
                    <a:pt x="3489" y="6159"/>
                  </a:lnTo>
                  <a:lnTo>
                    <a:pt x="3537" y="6155"/>
                  </a:lnTo>
                  <a:lnTo>
                    <a:pt x="3576" y="6150"/>
                  </a:lnTo>
                  <a:lnTo>
                    <a:pt x="3624" y="6145"/>
                  </a:lnTo>
                  <a:lnTo>
                    <a:pt x="3667" y="6145"/>
                  </a:lnTo>
                  <a:lnTo>
                    <a:pt x="3715" y="6140"/>
                  </a:lnTo>
                  <a:lnTo>
                    <a:pt x="4028" y="6140"/>
                  </a:lnTo>
                  <a:lnTo>
                    <a:pt x="4120" y="6145"/>
                  </a:lnTo>
                  <a:lnTo>
                    <a:pt x="4211" y="6150"/>
                  </a:lnTo>
                  <a:lnTo>
                    <a:pt x="4250" y="6150"/>
                  </a:lnTo>
                  <a:lnTo>
                    <a:pt x="4298" y="6155"/>
                  </a:lnTo>
                  <a:lnTo>
                    <a:pt x="4351" y="6159"/>
                  </a:lnTo>
                  <a:lnTo>
                    <a:pt x="4389" y="6164"/>
                  </a:lnTo>
                  <a:lnTo>
                    <a:pt x="4413" y="6169"/>
                  </a:lnTo>
                  <a:lnTo>
                    <a:pt x="4442" y="6169"/>
                  </a:lnTo>
                  <a:lnTo>
                    <a:pt x="4481" y="6179"/>
                  </a:lnTo>
                  <a:lnTo>
                    <a:pt x="4509" y="6184"/>
                  </a:lnTo>
                  <a:lnTo>
                    <a:pt x="4524" y="6184"/>
                  </a:lnTo>
                  <a:lnTo>
                    <a:pt x="4567" y="6188"/>
                  </a:lnTo>
                  <a:lnTo>
                    <a:pt x="4601" y="6198"/>
                  </a:lnTo>
                  <a:lnTo>
                    <a:pt x="4610" y="6198"/>
                  </a:lnTo>
                  <a:lnTo>
                    <a:pt x="4659" y="6208"/>
                  </a:lnTo>
                  <a:lnTo>
                    <a:pt x="4697" y="6217"/>
                  </a:lnTo>
                  <a:lnTo>
                    <a:pt x="4745" y="6227"/>
                  </a:lnTo>
                  <a:lnTo>
                    <a:pt x="4784" y="6236"/>
                  </a:lnTo>
                  <a:lnTo>
                    <a:pt x="4832" y="6246"/>
                  </a:lnTo>
                  <a:lnTo>
                    <a:pt x="4870" y="6261"/>
                  </a:lnTo>
                  <a:lnTo>
                    <a:pt x="4914" y="6270"/>
                  </a:lnTo>
                  <a:lnTo>
                    <a:pt x="4957" y="6285"/>
                  </a:lnTo>
                  <a:lnTo>
                    <a:pt x="5000" y="6299"/>
                  </a:lnTo>
                  <a:lnTo>
                    <a:pt x="5039" y="6309"/>
                  </a:lnTo>
                  <a:lnTo>
                    <a:pt x="5082" y="6323"/>
                  </a:lnTo>
                  <a:lnTo>
                    <a:pt x="5120" y="6338"/>
                  </a:lnTo>
                  <a:lnTo>
                    <a:pt x="5164" y="6352"/>
                  </a:lnTo>
                  <a:lnTo>
                    <a:pt x="5173" y="6357"/>
                  </a:lnTo>
                  <a:lnTo>
                    <a:pt x="5202" y="6371"/>
                  </a:lnTo>
                  <a:lnTo>
                    <a:pt x="5236" y="6381"/>
                  </a:lnTo>
                  <a:lnTo>
                    <a:pt x="5260" y="6390"/>
                  </a:lnTo>
                  <a:lnTo>
                    <a:pt x="5284" y="6400"/>
                  </a:lnTo>
                  <a:lnTo>
                    <a:pt x="5318" y="6419"/>
                  </a:lnTo>
                  <a:lnTo>
                    <a:pt x="5337" y="6424"/>
                  </a:lnTo>
                  <a:lnTo>
                    <a:pt x="5366" y="6439"/>
                  </a:lnTo>
                  <a:lnTo>
                    <a:pt x="5395" y="6453"/>
                  </a:lnTo>
                  <a:lnTo>
                    <a:pt x="5419" y="6463"/>
                  </a:lnTo>
                  <a:lnTo>
                    <a:pt x="5443" y="6472"/>
                  </a:lnTo>
                  <a:lnTo>
                    <a:pt x="5477" y="6491"/>
                  </a:lnTo>
                  <a:lnTo>
                    <a:pt x="5501" y="6501"/>
                  </a:lnTo>
                  <a:lnTo>
                    <a:pt x="5520" y="6511"/>
                  </a:lnTo>
                  <a:lnTo>
                    <a:pt x="5573" y="6540"/>
                  </a:lnTo>
                  <a:lnTo>
                    <a:pt x="5626" y="6568"/>
                  </a:lnTo>
                  <a:lnTo>
                    <a:pt x="5635" y="6573"/>
                  </a:lnTo>
                  <a:lnTo>
                    <a:pt x="5669" y="6593"/>
                  </a:lnTo>
                  <a:lnTo>
                    <a:pt x="5698" y="6612"/>
                  </a:lnTo>
                  <a:lnTo>
                    <a:pt x="5717" y="6621"/>
                  </a:lnTo>
                  <a:lnTo>
                    <a:pt x="5746" y="6641"/>
                  </a:lnTo>
                  <a:lnTo>
                    <a:pt x="5770" y="6655"/>
                  </a:lnTo>
                  <a:lnTo>
                    <a:pt x="5794" y="6670"/>
                  </a:lnTo>
                  <a:lnTo>
                    <a:pt x="5818" y="6684"/>
                  </a:lnTo>
                  <a:lnTo>
                    <a:pt x="5852" y="6708"/>
                  </a:lnTo>
                  <a:lnTo>
                    <a:pt x="5857" y="6713"/>
                  </a:lnTo>
                  <a:lnTo>
                    <a:pt x="5890" y="6732"/>
                  </a:lnTo>
                  <a:lnTo>
                    <a:pt x="5919" y="6751"/>
                  </a:lnTo>
                  <a:lnTo>
                    <a:pt x="5934" y="6761"/>
                  </a:lnTo>
                  <a:lnTo>
                    <a:pt x="5958" y="6780"/>
                  </a:lnTo>
                  <a:lnTo>
                    <a:pt x="5991" y="6804"/>
                  </a:lnTo>
                  <a:lnTo>
                    <a:pt x="5996" y="6809"/>
                  </a:lnTo>
                  <a:lnTo>
                    <a:pt x="6030" y="6833"/>
                  </a:lnTo>
                  <a:lnTo>
                    <a:pt x="6064" y="6857"/>
                  </a:lnTo>
                  <a:lnTo>
                    <a:pt x="6097" y="6886"/>
                  </a:lnTo>
                  <a:lnTo>
                    <a:pt x="6131" y="6910"/>
                  </a:lnTo>
                  <a:lnTo>
                    <a:pt x="6165" y="6939"/>
                  </a:lnTo>
                  <a:lnTo>
                    <a:pt x="6198" y="6968"/>
                  </a:lnTo>
                  <a:lnTo>
                    <a:pt x="6227" y="6997"/>
                  </a:lnTo>
                  <a:lnTo>
                    <a:pt x="6261" y="7026"/>
                  </a:lnTo>
                  <a:lnTo>
                    <a:pt x="6290" y="7050"/>
                  </a:lnTo>
                  <a:lnTo>
                    <a:pt x="6295" y="7050"/>
                  </a:lnTo>
                  <a:lnTo>
                    <a:pt x="6323" y="7079"/>
                  </a:lnTo>
                  <a:lnTo>
                    <a:pt x="6352" y="7107"/>
                  </a:lnTo>
                  <a:lnTo>
                    <a:pt x="6362" y="7117"/>
                  </a:lnTo>
                  <a:lnTo>
                    <a:pt x="6386" y="7141"/>
                  </a:lnTo>
                  <a:lnTo>
                    <a:pt x="6415" y="7170"/>
                  </a:lnTo>
                  <a:lnTo>
                    <a:pt x="6444" y="7199"/>
                  </a:lnTo>
                  <a:lnTo>
                    <a:pt x="6468" y="7223"/>
                  </a:lnTo>
                  <a:lnTo>
                    <a:pt x="6473" y="7232"/>
                  </a:lnTo>
                  <a:cubicBezTo>
                    <a:pt x="6518" y="7277"/>
                    <a:pt x="6568" y="7295"/>
                    <a:pt x="6617" y="7295"/>
                  </a:cubicBezTo>
                  <a:cubicBezTo>
                    <a:pt x="6777" y="7295"/>
                    <a:pt x="6918" y="7097"/>
                    <a:pt x="6785" y="6939"/>
                  </a:cubicBezTo>
                  <a:lnTo>
                    <a:pt x="6781" y="6934"/>
                  </a:lnTo>
                  <a:lnTo>
                    <a:pt x="6752" y="6905"/>
                  </a:lnTo>
                  <a:lnTo>
                    <a:pt x="6718" y="6872"/>
                  </a:lnTo>
                  <a:lnTo>
                    <a:pt x="6684" y="6838"/>
                  </a:lnTo>
                  <a:lnTo>
                    <a:pt x="6660" y="6814"/>
                  </a:lnTo>
                  <a:lnTo>
                    <a:pt x="6651" y="6804"/>
                  </a:lnTo>
                  <a:lnTo>
                    <a:pt x="6617" y="6771"/>
                  </a:lnTo>
                  <a:lnTo>
                    <a:pt x="6583" y="6737"/>
                  </a:lnTo>
                  <a:lnTo>
                    <a:pt x="6545" y="6703"/>
                  </a:lnTo>
                  <a:lnTo>
                    <a:pt x="6511" y="6670"/>
                  </a:lnTo>
                  <a:lnTo>
                    <a:pt x="6477" y="6641"/>
                  </a:lnTo>
                  <a:lnTo>
                    <a:pt x="6439" y="6612"/>
                  </a:lnTo>
                  <a:lnTo>
                    <a:pt x="6400" y="6578"/>
                  </a:lnTo>
                  <a:lnTo>
                    <a:pt x="6367" y="6549"/>
                  </a:lnTo>
                  <a:lnTo>
                    <a:pt x="6328" y="6520"/>
                  </a:lnTo>
                  <a:lnTo>
                    <a:pt x="6290" y="6491"/>
                  </a:lnTo>
                  <a:lnTo>
                    <a:pt x="6251" y="6463"/>
                  </a:lnTo>
                  <a:lnTo>
                    <a:pt x="6246" y="6458"/>
                  </a:lnTo>
                  <a:lnTo>
                    <a:pt x="6213" y="6434"/>
                  </a:lnTo>
                  <a:lnTo>
                    <a:pt x="6179" y="6410"/>
                  </a:lnTo>
                  <a:lnTo>
                    <a:pt x="6169" y="6400"/>
                  </a:lnTo>
                  <a:lnTo>
                    <a:pt x="6131" y="6376"/>
                  </a:lnTo>
                  <a:lnTo>
                    <a:pt x="6097" y="6352"/>
                  </a:lnTo>
                  <a:lnTo>
                    <a:pt x="6092" y="6352"/>
                  </a:lnTo>
                  <a:lnTo>
                    <a:pt x="6054" y="6328"/>
                  </a:lnTo>
                  <a:lnTo>
                    <a:pt x="6020" y="6309"/>
                  </a:lnTo>
                  <a:lnTo>
                    <a:pt x="6001" y="6294"/>
                  </a:lnTo>
                  <a:lnTo>
                    <a:pt x="5967" y="6275"/>
                  </a:lnTo>
                  <a:lnTo>
                    <a:pt x="5938" y="6256"/>
                  </a:lnTo>
                  <a:lnTo>
                    <a:pt x="5919" y="6246"/>
                  </a:lnTo>
                  <a:lnTo>
                    <a:pt x="5886" y="6227"/>
                  </a:lnTo>
                  <a:lnTo>
                    <a:pt x="5842" y="6203"/>
                  </a:lnTo>
                  <a:lnTo>
                    <a:pt x="5837" y="6198"/>
                  </a:lnTo>
                  <a:lnTo>
                    <a:pt x="5799" y="6164"/>
                  </a:lnTo>
                  <a:lnTo>
                    <a:pt x="5741" y="6131"/>
                  </a:lnTo>
                  <a:lnTo>
                    <a:pt x="5712" y="6116"/>
                  </a:lnTo>
                  <a:lnTo>
                    <a:pt x="5693" y="6107"/>
                  </a:lnTo>
                  <a:lnTo>
                    <a:pt x="5655" y="6087"/>
                  </a:lnTo>
                  <a:lnTo>
                    <a:pt x="5626" y="6073"/>
                  </a:lnTo>
                  <a:lnTo>
                    <a:pt x="5602" y="6063"/>
                  </a:lnTo>
                  <a:lnTo>
                    <a:pt x="5563" y="6044"/>
                  </a:lnTo>
                  <a:lnTo>
                    <a:pt x="5534" y="6030"/>
                  </a:lnTo>
                  <a:lnTo>
                    <a:pt x="5515" y="6025"/>
                  </a:lnTo>
                  <a:lnTo>
                    <a:pt x="5472" y="6005"/>
                  </a:lnTo>
                  <a:lnTo>
                    <a:pt x="5443" y="5996"/>
                  </a:lnTo>
                  <a:lnTo>
                    <a:pt x="5419" y="5981"/>
                  </a:lnTo>
                  <a:lnTo>
                    <a:pt x="5380" y="5972"/>
                  </a:lnTo>
                  <a:lnTo>
                    <a:pt x="5351" y="5957"/>
                  </a:lnTo>
                  <a:lnTo>
                    <a:pt x="5337" y="5953"/>
                  </a:lnTo>
                  <a:lnTo>
                    <a:pt x="5289" y="5933"/>
                  </a:lnTo>
                  <a:lnTo>
                    <a:pt x="5246" y="5919"/>
                  </a:lnTo>
                  <a:lnTo>
                    <a:pt x="5197" y="5904"/>
                  </a:lnTo>
                  <a:lnTo>
                    <a:pt x="5154" y="5890"/>
                  </a:lnTo>
                  <a:lnTo>
                    <a:pt x="5101" y="5871"/>
                  </a:lnTo>
                  <a:lnTo>
                    <a:pt x="5058" y="5856"/>
                  </a:lnTo>
                  <a:lnTo>
                    <a:pt x="5005" y="5842"/>
                  </a:lnTo>
                  <a:lnTo>
                    <a:pt x="4962" y="5832"/>
                  </a:lnTo>
                  <a:lnTo>
                    <a:pt x="4909" y="5818"/>
                  </a:lnTo>
                  <a:lnTo>
                    <a:pt x="4865" y="5808"/>
                  </a:lnTo>
                  <a:lnTo>
                    <a:pt x="4813" y="5794"/>
                  </a:lnTo>
                  <a:lnTo>
                    <a:pt x="4764" y="5784"/>
                  </a:lnTo>
                  <a:lnTo>
                    <a:pt x="4711" y="5775"/>
                  </a:lnTo>
                  <a:lnTo>
                    <a:pt x="4702" y="5775"/>
                  </a:lnTo>
                  <a:lnTo>
                    <a:pt x="4668" y="5765"/>
                  </a:lnTo>
                  <a:lnTo>
                    <a:pt x="4615" y="5760"/>
                  </a:lnTo>
                  <a:lnTo>
                    <a:pt x="4606" y="5760"/>
                  </a:lnTo>
                  <a:lnTo>
                    <a:pt x="4567" y="5750"/>
                  </a:lnTo>
                  <a:lnTo>
                    <a:pt x="4519" y="5746"/>
                  </a:lnTo>
                  <a:lnTo>
                    <a:pt x="4495" y="5741"/>
                  </a:lnTo>
                  <a:lnTo>
                    <a:pt x="4466" y="5736"/>
                  </a:lnTo>
                  <a:lnTo>
                    <a:pt x="4423" y="5731"/>
                  </a:lnTo>
                  <a:lnTo>
                    <a:pt x="4365" y="5726"/>
                  </a:lnTo>
                  <a:lnTo>
                    <a:pt x="4307" y="5722"/>
                  </a:lnTo>
                  <a:lnTo>
                    <a:pt x="4264" y="5722"/>
                  </a:lnTo>
                  <a:lnTo>
                    <a:pt x="4163" y="5712"/>
                  </a:lnTo>
                  <a:lnTo>
                    <a:pt x="3653" y="5712"/>
                  </a:lnTo>
                  <a:lnTo>
                    <a:pt x="3605" y="5717"/>
                  </a:lnTo>
                  <a:lnTo>
                    <a:pt x="3552" y="5722"/>
                  </a:lnTo>
                  <a:lnTo>
                    <a:pt x="3509" y="5726"/>
                  </a:lnTo>
                  <a:lnTo>
                    <a:pt x="3504" y="5726"/>
                  </a:lnTo>
                  <a:lnTo>
                    <a:pt x="3451" y="5736"/>
                  </a:lnTo>
                  <a:lnTo>
                    <a:pt x="3403" y="5741"/>
                  </a:lnTo>
                  <a:lnTo>
                    <a:pt x="3355" y="5750"/>
                  </a:lnTo>
                  <a:lnTo>
                    <a:pt x="3306" y="5755"/>
                  </a:lnTo>
                  <a:lnTo>
                    <a:pt x="3297" y="5755"/>
                  </a:lnTo>
                  <a:lnTo>
                    <a:pt x="3287" y="1747"/>
                  </a:lnTo>
                  <a:close/>
                  <a:moveTo>
                    <a:pt x="4606" y="11371"/>
                  </a:moveTo>
                  <a:lnTo>
                    <a:pt x="5558" y="11751"/>
                  </a:lnTo>
                  <a:lnTo>
                    <a:pt x="5568" y="11756"/>
                  </a:lnTo>
                  <a:cubicBezTo>
                    <a:pt x="5813" y="11857"/>
                    <a:pt x="6001" y="12054"/>
                    <a:pt x="6092" y="12299"/>
                  </a:cubicBezTo>
                  <a:cubicBezTo>
                    <a:pt x="5611" y="12679"/>
                    <a:pt x="5043" y="12920"/>
                    <a:pt x="4442" y="13007"/>
                  </a:cubicBezTo>
                  <a:lnTo>
                    <a:pt x="3841" y="13007"/>
                  </a:lnTo>
                  <a:cubicBezTo>
                    <a:pt x="3807" y="13007"/>
                    <a:pt x="3768" y="13016"/>
                    <a:pt x="3740" y="13035"/>
                  </a:cubicBezTo>
                  <a:cubicBezTo>
                    <a:pt x="3042" y="12992"/>
                    <a:pt x="2373" y="12732"/>
                    <a:pt x="1820" y="12299"/>
                  </a:cubicBezTo>
                  <a:cubicBezTo>
                    <a:pt x="1829" y="12290"/>
                    <a:pt x="1834" y="12280"/>
                    <a:pt x="1839" y="12270"/>
                  </a:cubicBezTo>
                  <a:cubicBezTo>
                    <a:pt x="1930" y="12035"/>
                    <a:pt x="2113" y="11852"/>
                    <a:pt x="2344" y="11756"/>
                  </a:cubicBezTo>
                  <a:lnTo>
                    <a:pt x="2354" y="11751"/>
                  </a:lnTo>
                  <a:lnTo>
                    <a:pt x="3311" y="11380"/>
                  </a:lnTo>
                  <a:lnTo>
                    <a:pt x="3821" y="11876"/>
                  </a:lnTo>
                  <a:cubicBezTo>
                    <a:pt x="3860" y="11914"/>
                    <a:pt x="3918" y="11938"/>
                    <a:pt x="3970" y="11938"/>
                  </a:cubicBezTo>
                  <a:lnTo>
                    <a:pt x="3975" y="11938"/>
                  </a:lnTo>
                  <a:cubicBezTo>
                    <a:pt x="4033" y="11938"/>
                    <a:pt x="4086" y="11914"/>
                    <a:pt x="4124" y="11871"/>
                  </a:cubicBezTo>
                  <a:lnTo>
                    <a:pt x="4606" y="11371"/>
                  </a:lnTo>
                  <a:close/>
                  <a:moveTo>
                    <a:pt x="4986" y="0"/>
                  </a:moveTo>
                  <a:cubicBezTo>
                    <a:pt x="4865" y="0"/>
                    <a:pt x="4769" y="97"/>
                    <a:pt x="4769" y="217"/>
                  </a:cubicBezTo>
                  <a:lnTo>
                    <a:pt x="4769" y="1324"/>
                  </a:lnTo>
                  <a:lnTo>
                    <a:pt x="3075" y="1324"/>
                  </a:lnTo>
                  <a:cubicBezTo>
                    <a:pt x="2960" y="1324"/>
                    <a:pt x="2864" y="1420"/>
                    <a:pt x="2864" y="1540"/>
                  </a:cubicBezTo>
                  <a:lnTo>
                    <a:pt x="2873" y="5861"/>
                  </a:lnTo>
                  <a:lnTo>
                    <a:pt x="2859" y="5866"/>
                  </a:lnTo>
                  <a:lnTo>
                    <a:pt x="2825" y="5876"/>
                  </a:lnTo>
                  <a:lnTo>
                    <a:pt x="2787" y="5890"/>
                  </a:lnTo>
                  <a:lnTo>
                    <a:pt x="2763" y="5895"/>
                  </a:lnTo>
                  <a:lnTo>
                    <a:pt x="2734" y="5904"/>
                  </a:lnTo>
                  <a:lnTo>
                    <a:pt x="2695" y="5919"/>
                  </a:lnTo>
                  <a:lnTo>
                    <a:pt x="2676" y="5929"/>
                  </a:lnTo>
                  <a:lnTo>
                    <a:pt x="2642" y="5938"/>
                  </a:lnTo>
                  <a:lnTo>
                    <a:pt x="2604" y="5953"/>
                  </a:lnTo>
                  <a:lnTo>
                    <a:pt x="2580" y="5962"/>
                  </a:lnTo>
                  <a:lnTo>
                    <a:pt x="2551" y="5972"/>
                  </a:lnTo>
                  <a:lnTo>
                    <a:pt x="2488" y="6001"/>
                  </a:lnTo>
                  <a:lnTo>
                    <a:pt x="2426" y="6025"/>
                  </a:lnTo>
                  <a:lnTo>
                    <a:pt x="2421" y="6025"/>
                  </a:lnTo>
                  <a:lnTo>
                    <a:pt x="2378" y="6044"/>
                  </a:lnTo>
                  <a:lnTo>
                    <a:pt x="2339" y="6063"/>
                  </a:lnTo>
                  <a:lnTo>
                    <a:pt x="2325" y="6068"/>
                  </a:lnTo>
                  <a:lnTo>
                    <a:pt x="2286" y="6087"/>
                  </a:lnTo>
                  <a:lnTo>
                    <a:pt x="2253" y="6102"/>
                  </a:lnTo>
                  <a:lnTo>
                    <a:pt x="2233" y="6111"/>
                  </a:lnTo>
                  <a:lnTo>
                    <a:pt x="2200" y="6131"/>
                  </a:lnTo>
                  <a:lnTo>
                    <a:pt x="2161" y="6150"/>
                  </a:lnTo>
                  <a:lnTo>
                    <a:pt x="2152" y="6155"/>
                  </a:lnTo>
                  <a:lnTo>
                    <a:pt x="2113" y="6174"/>
                  </a:lnTo>
                  <a:lnTo>
                    <a:pt x="2075" y="6198"/>
                  </a:lnTo>
                  <a:lnTo>
                    <a:pt x="2031" y="6222"/>
                  </a:lnTo>
                  <a:lnTo>
                    <a:pt x="1988" y="6246"/>
                  </a:lnTo>
                  <a:lnTo>
                    <a:pt x="1950" y="6270"/>
                  </a:lnTo>
                  <a:lnTo>
                    <a:pt x="1906" y="6294"/>
                  </a:lnTo>
                  <a:lnTo>
                    <a:pt x="1868" y="6318"/>
                  </a:lnTo>
                  <a:lnTo>
                    <a:pt x="1824" y="6347"/>
                  </a:lnTo>
                  <a:lnTo>
                    <a:pt x="1786" y="6371"/>
                  </a:lnTo>
                  <a:lnTo>
                    <a:pt x="1747" y="6400"/>
                  </a:lnTo>
                  <a:lnTo>
                    <a:pt x="1709" y="6429"/>
                  </a:lnTo>
                  <a:lnTo>
                    <a:pt x="1670" y="6458"/>
                  </a:lnTo>
                  <a:lnTo>
                    <a:pt x="1632" y="6487"/>
                  </a:lnTo>
                  <a:lnTo>
                    <a:pt x="1593" y="6516"/>
                  </a:lnTo>
                  <a:lnTo>
                    <a:pt x="1555" y="6544"/>
                  </a:lnTo>
                  <a:lnTo>
                    <a:pt x="1516" y="6573"/>
                  </a:lnTo>
                  <a:lnTo>
                    <a:pt x="1478" y="6607"/>
                  </a:lnTo>
                  <a:lnTo>
                    <a:pt x="1473" y="6612"/>
                  </a:lnTo>
                  <a:lnTo>
                    <a:pt x="1444" y="6636"/>
                  </a:lnTo>
                  <a:lnTo>
                    <a:pt x="1406" y="6670"/>
                  </a:lnTo>
                  <a:lnTo>
                    <a:pt x="1401" y="6674"/>
                  </a:lnTo>
                  <a:lnTo>
                    <a:pt x="1372" y="6698"/>
                  </a:lnTo>
                  <a:lnTo>
                    <a:pt x="1338" y="6727"/>
                  </a:lnTo>
                  <a:lnTo>
                    <a:pt x="1329" y="6742"/>
                  </a:lnTo>
                  <a:lnTo>
                    <a:pt x="1300" y="6766"/>
                  </a:lnTo>
                  <a:lnTo>
                    <a:pt x="1266" y="6795"/>
                  </a:lnTo>
                  <a:lnTo>
                    <a:pt x="1257" y="6804"/>
                  </a:lnTo>
                  <a:lnTo>
                    <a:pt x="1237" y="6828"/>
                  </a:lnTo>
                  <a:lnTo>
                    <a:pt x="1233" y="6833"/>
                  </a:lnTo>
                  <a:cubicBezTo>
                    <a:pt x="958" y="7103"/>
                    <a:pt x="732" y="7406"/>
                    <a:pt x="549" y="7743"/>
                  </a:cubicBezTo>
                  <a:lnTo>
                    <a:pt x="545" y="7747"/>
                  </a:lnTo>
                  <a:lnTo>
                    <a:pt x="540" y="7762"/>
                  </a:lnTo>
                  <a:lnTo>
                    <a:pt x="540" y="7767"/>
                  </a:lnTo>
                  <a:lnTo>
                    <a:pt x="506" y="7829"/>
                  </a:lnTo>
                  <a:lnTo>
                    <a:pt x="492" y="7858"/>
                  </a:lnTo>
                  <a:lnTo>
                    <a:pt x="463" y="7921"/>
                  </a:lnTo>
                  <a:lnTo>
                    <a:pt x="448" y="7954"/>
                  </a:lnTo>
                  <a:lnTo>
                    <a:pt x="419" y="8012"/>
                  </a:lnTo>
                  <a:lnTo>
                    <a:pt x="405" y="8046"/>
                  </a:lnTo>
                  <a:cubicBezTo>
                    <a:pt x="395" y="8065"/>
                    <a:pt x="386" y="8084"/>
                    <a:pt x="381" y="8108"/>
                  </a:cubicBezTo>
                  <a:lnTo>
                    <a:pt x="366" y="8142"/>
                  </a:lnTo>
                  <a:cubicBezTo>
                    <a:pt x="357" y="8161"/>
                    <a:pt x="352" y="8185"/>
                    <a:pt x="342" y="8204"/>
                  </a:cubicBezTo>
                  <a:lnTo>
                    <a:pt x="328" y="8238"/>
                  </a:lnTo>
                  <a:cubicBezTo>
                    <a:pt x="323" y="8262"/>
                    <a:pt x="314" y="8281"/>
                    <a:pt x="304" y="8305"/>
                  </a:cubicBezTo>
                  <a:lnTo>
                    <a:pt x="294" y="8334"/>
                  </a:lnTo>
                  <a:cubicBezTo>
                    <a:pt x="285" y="8368"/>
                    <a:pt x="275" y="8397"/>
                    <a:pt x="265" y="8431"/>
                  </a:cubicBezTo>
                  <a:lnTo>
                    <a:pt x="265" y="8435"/>
                  </a:lnTo>
                  <a:cubicBezTo>
                    <a:pt x="256" y="8464"/>
                    <a:pt x="246" y="8493"/>
                    <a:pt x="237" y="8527"/>
                  </a:cubicBezTo>
                  <a:lnTo>
                    <a:pt x="232" y="8551"/>
                  </a:lnTo>
                  <a:lnTo>
                    <a:pt x="232" y="8561"/>
                  </a:lnTo>
                  <a:cubicBezTo>
                    <a:pt x="222" y="8580"/>
                    <a:pt x="217" y="8604"/>
                    <a:pt x="213" y="8623"/>
                  </a:cubicBezTo>
                  <a:lnTo>
                    <a:pt x="208" y="8652"/>
                  </a:lnTo>
                  <a:lnTo>
                    <a:pt x="203" y="8666"/>
                  </a:lnTo>
                  <a:cubicBezTo>
                    <a:pt x="198" y="8686"/>
                    <a:pt x="193" y="8705"/>
                    <a:pt x="188" y="8719"/>
                  </a:cubicBezTo>
                  <a:lnTo>
                    <a:pt x="179" y="8767"/>
                  </a:lnTo>
                  <a:cubicBezTo>
                    <a:pt x="174" y="8782"/>
                    <a:pt x="174" y="8801"/>
                    <a:pt x="169" y="8825"/>
                  </a:cubicBezTo>
                  <a:lnTo>
                    <a:pt x="160" y="8873"/>
                  </a:lnTo>
                  <a:cubicBezTo>
                    <a:pt x="155" y="8888"/>
                    <a:pt x="150" y="8907"/>
                    <a:pt x="150" y="8926"/>
                  </a:cubicBezTo>
                  <a:cubicBezTo>
                    <a:pt x="145" y="8945"/>
                    <a:pt x="145" y="8960"/>
                    <a:pt x="140" y="8974"/>
                  </a:cubicBezTo>
                  <a:cubicBezTo>
                    <a:pt x="140" y="8994"/>
                    <a:pt x="136" y="9013"/>
                    <a:pt x="131" y="9032"/>
                  </a:cubicBezTo>
                  <a:lnTo>
                    <a:pt x="131" y="9047"/>
                  </a:lnTo>
                  <a:lnTo>
                    <a:pt x="126" y="9080"/>
                  </a:lnTo>
                  <a:cubicBezTo>
                    <a:pt x="126" y="9099"/>
                    <a:pt x="121" y="9114"/>
                    <a:pt x="121" y="9133"/>
                  </a:cubicBezTo>
                  <a:lnTo>
                    <a:pt x="121" y="9148"/>
                  </a:lnTo>
                  <a:cubicBezTo>
                    <a:pt x="121" y="9157"/>
                    <a:pt x="121" y="9172"/>
                    <a:pt x="116" y="9181"/>
                  </a:cubicBezTo>
                  <a:cubicBezTo>
                    <a:pt x="111" y="9196"/>
                    <a:pt x="116" y="9215"/>
                    <a:pt x="111" y="9229"/>
                  </a:cubicBezTo>
                  <a:lnTo>
                    <a:pt x="111" y="9258"/>
                  </a:lnTo>
                  <a:lnTo>
                    <a:pt x="111" y="9287"/>
                  </a:lnTo>
                  <a:cubicBezTo>
                    <a:pt x="111" y="9311"/>
                    <a:pt x="111" y="9335"/>
                    <a:pt x="107" y="9359"/>
                  </a:cubicBezTo>
                  <a:lnTo>
                    <a:pt x="107" y="9374"/>
                  </a:lnTo>
                  <a:lnTo>
                    <a:pt x="107" y="9393"/>
                  </a:lnTo>
                  <a:cubicBezTo>
                    <a:pt x="1" y="11534"/>
                    <a:pt x="1646" y="13353"/>
                    <a:pt x="3788" y="13468"/>
                  </a:cubicBezTo>
                  <a:cubicBezTo>
                    <a:pt x="3855" y="13468"/>
                    <a:pt x="3922" y="13473"/>
                    <a:pt x="3990" y="13473"/>
                  </a:cubicBezTo>
                  <a:cubicBezTo>
                    <a:pt x="4158" y="13473"/>
                    <a:pt x="4327" y="13459"/>
                    <a:pt x="4495" y="13440"/>
                  </a:cubicBezTo>
                  <a:lnTo>
                    <a:pt x="10952" y="13440"/>
                  </a:lnTo>
                  <a:cubicBezTo>
                    <a:pt x="11068" y="13440"/>
                    <a:pt x="11164" y="13343"/>
                    <a:pt x="11164" y="13223"/>
                  </a:cubicBezTo>
                  <a:lnTo>
                    <a:pt x="11164" y="12112"/>
                  </a:lnTo>
                  <a:lnTo>
                    <a:pt x="12858" y="12112"/>
                  </a:lnTo>
                  <a:cubicBezTo>
                    <a:pt x="12973" y="12112"/>
                    <a:pt x="13069" y="12015"/>
                    <a:pt x="13069" y="11900"/>
                  </a:cubicBezTo>
                  <a:lnTo>
                    <a:pt x="13069" y="2758"/>
                  </a:lnTo>
                  <a:cubicBezTo>
                    <a:pt x="13069" y="2758"/>
                    <a:pt x="13045" y="2748"/>
                    <a:pt x="13045" y="2748"/>
                  </a:cubicBezTo>
                  <a:lnTo>
                    <a:pt x="13045" y="2738"/>
                  </a:lnTo>
                  <a:cubicBezTo>
                    <a:pt x="13045" y="2729"/>
                    <a:pt x="13041" y="2719"/>
                    <a:pt x="13041" y="2714"/>
                  </a:cubicBezTo>
                  <a:cubicBezTo>
                    <a:pt x="13041" y="2705"/>
                    <a:pt x="13036" y="2695"/>
                    <a:pt x="13036" y="2685"/>
                  </a:cubicBezTo>
                  <a:lnTo>
                    <a:pt x="13036" y="2681"/>
                  </a:lnTo>
                  <a:cubicBezTo>
                    <a:pt x="13031" y="2671"/>
                    <a:pt x="13026" y="2661"/>
                    <a:pt x="13021" y="2657"/>
                  </a:cubicBezTo>
                  <a:cubicBezTo>
                    <a:pt x="13017" y="2647"/>
                    <a:pt x="13012" y="2637"/>
                    <a:pt x="13007" y="2632"/>
                  </a:cubicBezTo>
                  <a:lnTo>
                    <a:pt x="13002" y="2628"/>
                  </a:lnTo>
                  <a:cubicBezTo>
                    <a:pt x="12997" y="2618"/>
                    <a:pt x="12992" y="2613"/>
                    <a:pt x="12988" y="2604"/>
                  </a:cubicBezTo>
                  <a:lnTo>
                    <a:pt x="10442" y="58"/>
                  </a:lnTo>
                  <a:cubicBezTo>
                    <a:pt x="10433" y="53"/>
                    <a:pt x="10428" y="44"/>
                    <a:pt x="10418" y="39"/>
                  </a:cubicBezTo>
                  <a:lnTo>
                    <a:pt x="10413" y="34"/>
                  </a:lnTo>
                  <a:cubicBezTo>
                    <a:pt x="10404" y="29"/>
                    <a:pt x="10399" y="25"/>
                    <a:pt x="10389" y="20"/>
                  </a:cubicBezTo>
                  <a:lnTo>
                    <a:pt x="10365" y="10"/>
                  </a:lnTo>
                  <a:lnTo>
                    <a:pt x="10360" y="10"/>
                  </a:lnTo>
                  <a:cubicBezTo>
                    <a:pt x="10351" y="10"/>
                    <a:pt x="10341" y="5"/>
                    <a:pt x="10332" y="5"/>
                  </a:cubicBezTo>
                  <a:lnTo>
                    <a:pt x="1030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4" name="Google Shape;16194;p87"/>
          <p:cNvGrpSpPr/>
          <p:nvPr/>
        </p:nvGrpSpPr>
        <p:grpSpPr>
          <a:xfrm>
            <a:off x="6627996" y="2449756"/>
            <a:ext cx="427980" cy="320369"/>
            <a:chOff x="6627996" y="2449756"/>
            <a:chExt cx="427980" cy="320369"/>
          </a:xfrm>
        </p:grpSpPr>
        <p:sp>
          <p:nvSpPr>
            <p:cNvPr id="16195" name="Google Shape;16195;p87"/>
            <p:cNvSpPr/>
            <p:nvPr/>
          </p:nvSpPr>
          <p:spPr>
            <a:xfrm>
              <a:off x="6634946" y="2456155"/>
              <a:ext cx="415863" cy="220836"/>
            </a:xfrm>
            <a:custGeom>
              <a:rect b="b" l="l" r="r" t="t"/>
              <a:pathLst>
                <a:path extrusionOk="0" h="8420" w="15856">
                  <a:moveTo>
                    <a:pt x="6378" y="0"/>
                  </a:moveTo>
                  <a:cubicBezTo>
                    <a:pt x="6219" y="0"/>
                    <a:pt x="6060" y="11"/>
                    <a:pt x="5900" y="32"/>
                  </a:cubicBezTo>
                  <a:cubicBezTo>
                    <a:pt x="4509" y="220"/>
                    <a:pt x="3354" y="1206"/>
                    <a:pt x="2955" y="2549"/>
                  </a:cubicBezTo>
                  <a:lnTo>
                    <a:pt x="2936" y="2549"/>
                  </a:lnTo>
                  <a:cubicBezTo>
                    <a:pt x="1314" y="2549"/>
                    <a:pt x="1" y="3862"/>
                    <a:pt x="1" y="5484"/>
                  </a:cubicBezTo>
                  <a:cubicBezTo>
                    <a:pt x="1" y="7105"/>
                    <a:pt x="1314" y="8419"/>
                    <a:pt x="2936" y="8419"/>
                  </a:cubicBezTo>
                  <a:lnTo>
                    <a:pt x="13392" y="8419"/>
                  </a:lnTo>
                  <a:cubicBezTo>
                    <a:pt x="13403" y="8419"/>
                    <a:pt x="13415" y="8419"/>
                    <a:pt x="13427" y="8419"/>
                  </a:cubicBezTo>
                  <a:cubicBezTo>
                    <a:pt x="14763" y="8419"/>
                    <a:pt x="15855" y="7334"/>
                    <a:pt x="15855" y="5994"/>
                  </a:cubicBezTo>
                  <a:cubicBezTo>
                    <a:pt x="15855" y="4654"/>
                    <a:pt x="14763" y="3569"/>
                    <a:pt x="13427" y="3569"/>
                  </a:cubicBezTo>
                  <a:cubicBezTo>
                    <a:pt x="13415" y="3569"/>
                    <a:pt x="13403" y="3569"/>
                    <a:pt x="13392" y="3569"/>
                  </a:cubicBezTo>
                  <a:lnTo>
                    <a:pt x="13396" y="3569"/>
                  </a:lnTo>
                  <a:cubicBezTo>
                    <a:pt x="13310" y="3569"/>
                    <a:pt x="13218" y="3574"/>
                    <a:pt x="13132" y="3583"/>
                  </a:cubicBezTo>
                  <a:cubicBezTo>
                    <a:pt x="12743" y="2328"/>
                    <a:pt x="11586" y="1528"/>
                    <a:pt x="10340" y="1528"/>
                  </a:cubicBezTo>
                  <a:cubicBezTo>
                    <a:pt x="10030" y="1528"/>
                    <a:pt x="9714" y="1578"/>
                    <a:pt x="9403" y="1683"/>
                  </a:cubicBezTo>
                  <a:cubicBezTo>
                    <a:pt x="8747" y="627"/>
                    <a:pt x="7597" y="0"/>
                    <a:pt x="6378"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87"/>
            <p:cNvSpPr/>
            <p:nvPr/>
          </p:nvSpPr>
          <p:spPr>
            <a:xfrm>
              <a:off x="6633687" y="2523245"/>
              <a:ext cx="378489" cy="153746"/>
            </a:xfrm>
            <a:custGeom>
              <a:rect b="b" l="l" r="r" t="t"/>
              <a:pathLst>
                <a:path extrusionOk="0" h="5862" w="14431">
                  <a:moveTo>
                    <a:pt x="2859" y="0"/>
                  </a:moveTo>
                  <a:cubicBezTo>
                    <a:pt x="1252" y="68"/>
                    <a:pt x="0" y="1420"/>
                    <a:pt x="53" y="3027"/>
                  </a:cubicBezTo>
                  <a:cubicBezTo>
                    <a:pt x="106" y="4620"/>
                    <a:pt x="1482" y="5861"/>
                    <a:pt x="3080" y="5861"/>
                  </a:cubicBezTo>
                  <a:lnTo>
                    <a:pt x="13444" y="5861"/>
                  </a:lnTo>
                  <a:cubicBezTo>
                    <a:pt x="13507" y="5861"/>
                    <a:pt x="13570" y="5856"/>
                    <a:pt x="13632" y="5851"/>
                  </a:cubicBezTo>
                  <a:cubicBezTo>
                    <a:pt x="14431" y="5789"/>
                    <a:pt x="14368" y="4581"/>
                    <a:pt x="13565" y="4581"/>
                  </a:cubicBezTo>
                  <a:lnTo>
                    <a:pt x="11784" y="4581"/>
                  </a:lnTo>
                  <a:cubicBezTo>
                    <a:pt x="11645" y="4581"/>
                    <a:pt x="11529" y="4466"/>
                    <a:pt x="11529" y="4326"/>
                  </a:cubicBezTo>
                  <a:lnTo>
                    <a:pt x="11529" y="3518"/>
                  </a:lnTo>
                  <a:cubicBezTo>
                    <a:pt x="11529" y="3181"/>
                    <a:pt x="11395" y="2854"/>
                    <a:pt x="11159" y="2618"/>
                  </a:cubicBezTo>
                  <a:lnTo>
                    <a:pt x="9672" y="1131"/>
                  </a:lnTo>
                  <a:cubicBezTo>
                    <a:pt x="9431" y="891"/>
                    <a:pt x="9104" y="756"/>
                    <a:pt x="8767" y="756"/>
                  </a:cubicBezTo>
                  <a:lnTo>
                    <a:pt x="5409" y="756"/>
                  </a:lnTo>
                  <a:cubicBezTo>
                    <a:pt x="4846" y="756"/>
                    <a:pt x="4389" y="1213"/>
                    <a:pt x="4389" y="1776"/>
                  </a:cubicBezTo>
                  <a:lnTo>
                    <a:pt x="4389" y="4037"/>
                  </a:lnTo>
                  <a:cubicBezTo>
                    <a:pt x="4385" y="4186"/>
                    <a:pt x="4267" y="4292"/>
                    <a:pt x="4134" y="4292"/>
                  </a:cubicBezTo>
                  <a:cubicBezTo>
                    <a:pt x="4099" y="4292"/>
                    <a:pt x="4063" y="4285"/>
                    <a:pt x="4028" y="4268"/>
                  </a:cubicBezTo>
                  <a:cubicBezTo>
                    <a:pt x="3075" y="3806"/>
                    <a:pt x="2392" y="2873"/>
                    <a:pt x="2349" y="1762"/>
                  </a:cubicBezTo>
                  <a:cubicBezTo>
                    <a:pt x="2325" y="1131"/>
                    <a:pt x="2503" y="515"/>
                    <a:pt x="2859"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87"/>
            <p:cNvSpPr/>
            <p:nvPr/>
          </p:nvSpPr>
          <p:spPr>
            <a:xfrm>
              <a:off x="6768838" y="2563111"/>
              <a:ext cx="147189" cy="200693"/>
            </a:xfrm>
            <a:custGeom>
              <a:rect b="b" l="l" r="r" t="t"/>
              <a:pathLst>
                <a:path extrusionOk="0" h="7652" w="5612">
                  <a:moveTo>
                    <a:pt x="3630" y="1"/>
                  </a:moveTo>
                  <a:cubicBezTo>
                    <a:pt x="3625" y="1"/>
                    <a:pt x="3620" y="1"/>
                    <a:pt x="3614" y="1"/>
                  </a:cubicBezTo>
                  <a:lnTo>
                    <a:pt x="256" y="1"/>
                  </a:lnTo>
                  <a:cubicBezTo>
                    <a:pt x="116" y="1"/>
                    <a:pt x="1" y="112"/>
                    <a:pt x="1" y="256"/>
                  </a:cubicBezTo>
                  <a:lnTo>
                    <a:pt x="1" y="7397"/>
                  </a:lnTo>
                  <a:cubicBezTo>
                    <a:pt x="1" y="7536"/>
                    <a:pt x="116" y="7652"/>
                    <a:pt x="256" y="7652"/>
                  </a:cubicBezTo>
                  <a:lnTo>
                    <a:pt x="5356" y="7652"/>
                  </a:lnTo>
                  <a:cubicBezTo>
                    <a:pt x="5496" y="7652"/>
                    <a:pt x="5611" y="7536"/>
                    <a:pt x="5611" y="7397"/>
                  </a:cubicBezTo>
                  <a:lnTo>
                    <a:pt x="5611" y="1998"/>
                  </a:lnTo>
                  <a:cubicBezTo>
                    <a:pt x="5611" y="1863"/>
                    <a:pt x="5558" y="1733"/>
                    <a:pt x="5462" y="1637"/>
                  </a:cubicBezTo>
                  <a:lnTo>
                    <a:pt x="3975" y="150"/>
                  </a:lnTo>
                  <a:cubicBezTo>
                    <a:pt x="3883" y="58"/>
                    <a:pt x="3759" y="1"/>
                    <a:pt x="3630"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87"/>
            <p:cNvSpPr/>
            <p:nvPr/>
          </p:nvSpPr>
          <p:spPr>
            <a:xfrm>
              <a:off x="6869289" y="2609954"/>
              <a:ext cx="46869" cy="13507"/>
            </a:xfrm>
            <a:custGeom>
              <a:rect b="b" l="l" r="r" t="t"/>
              <a:pathLst>
                <a:path extrusionOk="0" h="515" w="1787">
                  <a:moveTo>
                    <a:pt x="1" y="0"/>
                  </a:moveTo>
                  <a:lnTo>
                    <a:pt x="1" y="515"/>
                  </a:lnTo>
                  <a:lnTo>
                    <a:pt x="1786" y="515"/>
                  </a:lnTo>
                  <a:lnTo>
                    <a:pt x="1786" y="212"/>
                  </a:lnTo>
                  <a:cubicBezTo>
                    <a:pt x="1781" y="140"/>
                    <a:pt x="1767" y="67"/>
                    <a:pt x="1733"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87"/>
            <p:cNvSpPr/>
            <p:nvPr/>
          </p:nvSpPr>
          <p:spPr>
            <a:xfrm>
              <a:off x="6627996" y="2449756"/>
              <a:ext cx="427980" cy="233451"/>
            </a:xfrm>
            <a:custGeom>
              <a:rect b="b" l="l" r="r" t="t"/>
              <a:pathLst>
                <a:path extrusionOk="0" h="8901" w="16318">
                  <a:moveTo>
                    <a:pt x="6639" y="0"/>
                  </a:moveTo>
                  <a:cubicBezTo>
                    <a:pt x="5841" y="0"/>
                    <a:pt x="5037" y="251"/>
                    <a:pt x="4351" y="772"/>
                  </a:cubicBezTo>
                  <a:cubicBezTo>
                    <a:pt x="3749" y="1229"/>
                    <a:pt x="3302" y="1850"/>
                    <a:pt x="3052" y="2557"/>
                  </a:cubicBezTo>
                  <a:cubicBezTo>
                    <a:pt x="1334" y="2644"/>
                    <a:pt x="1" y="4082"/>
                    <a:pt x="44" y="5800"/>
                  </a:cubicBezTo>
                  <a:cubicBezTo>
                    <a:pt x="83" y="7518"/>
                    <a:pt x="1483" y="8889"/>
                    <a:pt x="3201" y="8894"/>
                  </a:cubicBezTo>
                  <a:lnTo>
                    <a:pt x="4351" y="8894"/>
                  </a:lnTo>
                  <a:cubicBezTo>
                    <a:pt x="4630" y="8860"/>
                    <a:pt x="4630" y="8451"/>
                    <a:pt x="4351" y="8418"/>
                  </a:cubicBezTo>
                  <a:lnTo>
                    <a:pt x="3201" y="8418"/>
                  </a:lnTo>
                  <a:cubicBezTo>
                    <a:pt x="1714" y="8418"/>
                    <a:pt x="506" y="7215"/>
                    <a:pt x="506" y="5728"/>
                  </a:cubicBezTo>
                  <a:cubicBezTo>
                    <a:pt x="506" y="4236"/>
                    <a:pt x="1709" y="3029"/>
                    <a:pt x="3196" y="3029"/>
                  </a:cubicBezTo>
                  <a:lnTo>
                    <a:pt x="3225" y="3029"/>
                  </a:lnTo>
                  <a:cubicBezTo>
                    <a:pt x="3331" y="3029"/>
                    <a:pt x="3422" y="2961"/>
                    <a:pt x="3451" y="2860"/>
                  </a:cubicBezTo>
                  <a:cubicBezTo>
                    <a:pt x="3658" y="2177"/>
                    <a:pt x="4072" y="1580"/>
                    <a:pt x="4635" y="1152"/>
                  </a:cubicBezTo>
                  <a:cubicBezTo>
                    <a:pt x="5239" y="695"/>
                    <a:pt x="5943" y="477"/>
                    <a:pt x="6640" y="477"/>
                  </a:cubicBezTo>
                  <a:cubicBezTo>
                    <a:pt x="7747" y="477"/>
                    <a:pt x="8835" y="1028"/>
                    <a:pt x="9470" y="2047"/>
                  </a:cubicBezTo>
                  <a:cubicBezTo>
                    <a:pt x="9515" y="2117"/>
                    <a:pt x="9594" y="2159"/>
                    <a:pt x="9674" y="2159"/>
                  </a:cubicBezTo>
                  <a:cubicBezTo>
                    <a:pt x="9698" y="2159"/>
                    <a:pt x="9722" y="2156"/>
                    <a:pt x="9745" y="2148"/>
                  </a:cubicBezTo>
                  <a:cubicBezTo>
                    <a:pt x="10029" y="2053"/>
                    <a:pt x="10318" y="2007"/>
                    <a:pt x="10601" y="2007"/>
                  </a:cubicBezTo>
                  <a:cubicBezTo>
                    <a:pt x="11747" y="2007"/>
                    <a:pt x="12808" y="2746"/>
                    <a:pt x="13171" y="3899"/>
                  </a:cubicBezTo>
                  <a:cubicBezTo>
                    <a:pt x="13201" y="3996"/>
                    <a:pt x="13293" y="4065"/>
                    <a:pt x="13393" y="4065"/>
                  </a:cubicBezTo>
                  <a:cubicBezTo>
                    <a:pt x="13402" y="4065"/>
                    <a:pt x="13411" y="4064"/>
                    <a:pt x="13421" y="4063"/>
                  </a:cubicBezTo>
                  <a:cubicBezTo>
                    <a:pt x="13501" y="4054"/>
                    <a:pt x="13580" y="4050"/>
                    <a:pt x="13659" y="4050"/>
                  </a:cubicBezTo>
                  <a:cubicBezTo>
                    <a:pt x="14805" y="4050"/>
                    <a:pt x="15778" y="4947"/>
                    <a:pt x="15841" y="6118"/>
                  </a:cubicBezTo>
                  <a:cubicBezTo>
                    <a:pt x="15909" y="7369"/>
                    <a:pt x="14913" y="8423"/>
                    <a:pt x="13657" y="8423"/>
                  </a:cubicBezTo>
                  <a:lnTo>
                    <a:pt x="12001" y="8423"/>
                  </a:lnTo>
                  <a:cubicBezTo>
                    <a:pt x="11990" y="8421"/>
                    <a:pt x="11980" y="8420"/>
                    <a:pt x="11969" y="8420"/>
                  </a:cubicBezTo>
                  <a:cubicBezTo>
                    <a:pt x="11839" y="8420"/>
                    <a:pt x="11732" y="8525"/>
                    <a:pt x="11732" y="8658"/>
                  </a:cubicBezTo>
                  <a:cubicBezTo>
                    <a:pt x="11732" y="8792"/>
                    <a:pt x="11839" y="8901"/>
                    <a:pt x="11970" y="8901"/>
                  </a:cubicBezTo>
                  <a:cubicBezTo>
                    <a:pt x="11980" y="8901"/>
                    <a:pt x="11991" y="8900"/>
                    <a:pt x="12001" y="8899"/>
                  </a:cubicBezTo>
                  <a:lnTo>
                    <a:pt x="13657" y="8899"/>
                  </a:lnTo>
                  <a:cubicBezTo>
                    <a:pt x="15129" y="8899"/>
                    <a:pt x="16318" y="7706"/>
                    <a:pt x="16318" y="6238"/>
                  </a:cubicBezTo>
                  <a:cubicBezTo>
                    <a:pt x="16318" y="4766"/>
                    <a:pt x="15129" y="3577"/>
                    <a:pt x="13657" y="3577"/>
                  </a:cubicBezTo>
                  <a:lnTo>
                    <a:pt x="13661" y="3572"/>
                  </a:lnTo>
                  <a:lnTo>
                    <a:pt x="13565" y="3572"/>
                  </a:lnTo>
                  <a:cubicBezTo>
                    <a:pt x="13349" y="3009"/>
                    <a:pt x="12978" y="2523"/>
                    <a:pt x="12497" y="2162"/>
                  </a:cubicBezTo>
                  <a:cubicBezTo>
                    <a:pt x="11944" y="1749"/>
                    <a:pt x="11277" y="1532"/>
                    <a:pt x="10601" y="1532"/>
                  </a:cubicBezTo>
                  <a:cubicBezTo>
                    <a:pt x="10324" y="1532"/>
                    <a:pt x="10046" y="1569"/>
                    <a:pt x="9774" y="1643"/>
                  </a:cubicBezTo>
                  <a:cubicBezTo>
                    <a:pt x="9032" y="572"/>
                    <a:pt x="7843" y="0"/>
                    <a:pt x="66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87"/>
            <p:cNvSpPr/>
            <p:nvPr/>
          </p:nvSpPr>
          <p:spPr>
            <a:xfrm>
              <a:off x="6762543" y="2556817"/>
              <a:ext cx="159778" cy="213308"/>
            </a:xfrm>
            <a:custGeom>
              <a:rect b="b" l="l" r="r" t="t"/>
              <a:pathLst>
                <a:path extrusionOk="0" h="8133" w="6092">
                  <a:moveTo>
                    <a:pt x="3575" y="477"/>
                  </a:moveTo>
                  <a:lnTo>
                    <a:pt x="3575" y="2026"/>
                  </a:lnTo>
                  <a:cubicBezTo>
                    <a:pt x="3575" y="2296"/>
                    <a:pt x="3792" y="2517"/>
                    <a:pt x="4066" y="2517"/>
                  </a:cubicBezTo>
                  <a:lnTo>
                    <a:pt x="4831" y="2517"/>
                  </a:lnTo>
                  <a:cubicBezTo>
                    <a:pt x="5115" y="2483"/>
                    <a:pt x="5115" y="2074"/>
                    <a:pt x="4831" y="2040"/>
                  </a:cubicBezTo>
                  <a:lnTo>
                    <a:pt x="4071" y="2040"/>
                  </a:lnTo>
                  <a:cubicBezTo>
                    <a:pt x="4061" y="2040"/>
                    <a:pt x="4052" y="2031"/>
                    <a:pt x="4052" y="2026"/>
                  </a:cubicBezTo>
                  <a:lnTo>
                    <a:pt x="4052" y="563"/>
                  </a:lnTo>
                  <a:lnTo>
                    <a:pt x="5539" y="2045"/>
                  </a:lnTo>
                  <a:cubicBezTo>
                    <a:pt x="5587" y="2098"/>
                    <a:pt x="5616" y="2166"/>
                    <a:pt x="5616" y="2238"/>
                  </a:cubicBezTo>
                  <a:lnTo>
                    <a:pt x="5616" y="7637"/>
                  </a:lnTo>
                  <a:cubicBezTo>
                    <a:pt x="5616" y="7646"/>
                    <a:pt x="5606" y="7656"/>
                    <a:pt x="5596" y="7656"/>
                  </a:cubicBezTo>
                  <a:lnTo>
                    <a:pt x="496" y="7656"/>
                  </a:lnTo>
                  <a:cubicBezTo>
                    <a:pt x="486" y="7656"/>
                    <a:pt x="481" y="7646"/>
                    <a:pt x="481" y="7637"/>
                  </a:cubicBezTo>
                  <a:lnTo>
                    <a:pt x="481" y="496"/>
                  </a:lnTo>
                  <a:cubicBezTo>
                    <a:pt x="481" y="486"/>
                    <a:pt x="486" y="477"/>
                    <a:pt x="496" y="477"/>
                  </a:cubicBezTo>
                  <a:close/>
                  <a:moveTo>
                    <a:pt x="496" y="0"/>
                  </a:moveTo>
                  <a:cubicBezTo>
                    <a:pt x="222" y="0"/>
                    <a:pt x="0" y="222"/>
                    <a:pt x="0" y="496"/>
                  </a:cubicBezTo>
                  <a:lnTo>
                    <a:pt x="0" y="7637"/>
                  </a:lnTo>
                  <a:cubicBezTo>
                    <a:pt x="0" y="7911"/>
                    <a:pt x="222" y="8132"/>
                    <a:pt x="496" y="8132"/>
                  </a:cubicBezTo>
                  <a:lnTo>
                    <a:pt x="5596" y="8132"/>
                  </a:lnTo>
                  <a:cubicBezTo>
                    <a:pt x="5871" y="8132"/>
                    <a:pt x="6092" y="7911"/>
                    <a:pt x="6092" y="7637"/>
                  </a:cubicBezTo>
                  <a:lnTo>
                    <a:pt x="6092" y="2238"/>
                  </a:lnTo>
                  <a:cubicBezTo>
                    <a:pt x="6092" y="2040"/>
                    <a:pt x="6010" y="1848"/>
                    <a:pt x="5871" y="1708"/>
                  </a:cubicBezTo>
                  <a:lnTo>
                    <a:pt x="4384" y="222"/>
                  </a:lnTo>
                  <a:cubicBezTo>
                    <a:pt x="4244" y="82"/>
                    <a:pt x="4057" y="0"/>
                    <a:pt x="38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87"/>
            <p:cNvSpPr/>
            <p:nvPr/>
          </p:nvSpPr>
          <p:spPr>
            <a:xfrm>
              <a:off x="6807550" y="2643892"/>
              <a:ext cx="69686" cy="86970"/>
            </a:xfrm>
            <a:custGeom>
              <a:rect b="b" l="l" r="r" t="t"/>
              <a:pathLst>
                <a:path extrusionOk="0" h="3316" w="2657">
                  <a:moveTo>
                    <a:pt x="1330" y="0"/>
                  </a:moveTo>
                  <a:cubicBezTo>
                    <a:pt x="1260" y="0"/>
                    <a:pt x="1191" y="29"/>
                    <a:pt x="1142" y="87"/>
                  </a:cubicBezTo>
                  <a:lnTo>
                    <a:pt x="122" y="1362"/>
                  </a:lnTo>
                  <a:cubicBezTo>
                    <a:pt x="0" y="1546"/>
                    <a:pt x="155" y="1740"/>
                    <a:pt x="325" y="1740"/>
                  </a:cubicBezTo>
                  <a:cubicBezTo>
                    <a:pt x="382" y="1740"/>
                    <a:pt x="442" y="1718"/>
                    <a:pt x="493" y="1665"/>
                  </a:cubicBezTo>
                  <a:lnTo>
                    <a:pt x="1089" y="919"/>
                  </a:lnTo>
                  <a:lnTo>
                    <a:pt x="1089" y="3046"/>
                  </a:lnTo>
                  <a:cubicBezTo>
                    <a:pt x="1070" y="3191"/>
                    <a:pt x="1186" y="3316"/>
                    <a:pt x="1330" y="3316"/>
                  </a:cubicBezTo>
                  <a:cubicBezTo>
                    <a:pt x="1474" y="3316"/>
                    <a:pt x="1585" y="3191"/>
                    <a:pt x="1566" y="3046"/>
                  </a:cubicBezTo>
                  <a:lnTo>
                    <a:pt x="1566" y="919"/>
                  </a:lnTo>
                  <a:lnTo>
                    <a:pt x="2163" y="1660"/>
                  </a:lnTo>
                  <a:cubicBezTo>
                    <a:pt x="2214" y="1714"/>
                    <a:pt x="2274" y="1737"/>
                    <a:pt x="2332" y="1737"/>
                  </a:cubicBezTo>
                  <a:cubicBezTo>
                    <a:pt x="2502" y="1737"/>
                    <a:pt x="2656" y="1542"/>
                    <a:pt x="2538" y="1362"/>
                  </a:cubicBezTo>
                  <a:lnTo>
                    <a:pt x="1518" y="87"/>
                  </a:lnTo>
                  <a:cubicBezTo>
                    <a:pt x="1470" y="29"/>
                    <a:pt x="1400" y="0"/>
                    <a:pt x="1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87"/>
            <p:cNvSpPr/>
            <p:nvPr/>
          </p:nvSpPr>
          <p:spPr>
            <a:xfrm>
              <a:off x="6807550" y="2478029"/>
              <a:ext cx="55969" cy="38554"/>
            </a:xfrm>
            <a:custGeom>
              <a:rect b="b" l="l" r="r" t="t"/>
              <a:pathLst>
                <a:path extrusionOk="0" h="1470" w="2134">
                  <a:moveTo>
                    <a:pt x="334" y="1"/>
                  </a:moveTo>
                  <a:cubicBezTo>
                    <a:pt x="70" y="1"/>
                    <a:pt x="0" y="380"/>
                    <a:pt x="262" y="469"/>
                  </a:cubicBezTo>
                  <a:cubicBezTo>
                    <a:pt x="815" y="584"/>
                    <a:pt x="1311" y="897"/>
                    <a:pt x="1652" y="1349"/>
                  </a:cubicBezTo>
                  <a:cubicBezTo>
                    <a:pt x="1694" y="1427"/>
                    <a:pt x="1776" y="1469"/>
                    <a:pt x="1859" y="1469"/>
                  </a:cubicBezTo>
                  <a:cubicBezTo>
                    <a:pt x="1909" y="1469"/>
                    <a:pt x="1960" y="1454"/>
                    <a:pt x="2004" y="1421"/>
                  </a:cubicBezTo>
                  <a:cubicBezTo>
                    <a:pt x="2119" y="1335"/>
                    <a:pt x="2134" y="1166"/>
                    <a:pt x="2033" y="1060"/>
                  </a:cubicBezTo>
                  <a:cubicBezTo>
                    <a:pt x="1624" y="517"/>
                    <a:pt x="1027" y="137"/>
                    <a:pt x="358" y="2"/>
                  </a:cubicBezTo>
                  <a:cubicBezTo>
                    <a:pt x="350" y="1"/>
                    <a:pt x="342"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87"/>
            <p:cNvSpPr/>
            <p:nvPr/>
          </p:nvSpPr>
          <p:spPr>
            <a:xfrm>
              <a:off x="6914427" y="2519810"/>
              <a:ext cx="43197" cy="35512"/>
            </a:xfrm>
            <a:custGeom>
              <a:rect b="b" l="l" r="r" t="t"/>
              <a:pathLst>
                <a:path extrusionOk="0" h="1354" w="1647">
                  <a:moveTo>
                    <a:pt x="337" y="0"/>
                  </a:moveTo>
                  <a:cubicBezTo>
                    <a:pt x="101" y="0"/>
                    <a:pt x="1" y="338"/>
                    <a:pt x="234" y="459"/>
                  </a:cubicBezTo>
                  <a:lnTo>
                    <a:pt x="238" y="454"/>
                  </a:lnTo>
                  <a:cubicBezTo>
                    <a:pt x="633" y="593"/>
                    <a:pt x="965" y="882"/>
                    <a:pt x="1162" y="1253"/>
                  </a:cubicBezTo>
                  <a:cubicBezTo>
                    <a:pt x="1212" y="1324"/>
                    <a:pt x="1281" y="1354"/>
                    <a:pt x="1350" y="1354"/>
                  </a:cubicBezTo>
                  <a:cubicBezTo>
                    <a:pt x="1500" y="1354"/>
                    <a:pt x="1647" y="1209"/>
                    <a:pt x="1581" y="1031"/>
                  </a:cubicBezTo>
                  <a:cubicBezTo>
                    <a:pt x="1326" y="550"/>
                    <a:pt x="902" y="189"/>
                    <a:pt x="392" y="6"/>
                  </a:cubicBezTo>
                  <a:cubicBezTo>
                    <a:pt x="373" y="2"/>
                    <a:pt x="355" y="0"/>
                    <a:pt x="3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04" name="Google Shape;16204;p87"/>
          <p:cNvSpPr/>
          <p:nvPr/>
        </p:nvSpPr>
        <p:spPr>
          <a:xfrm>
            <a:off x="7102399" y="2672296"/>
            <a:ext cx="4065" cy="13271"/>
          </a:xfrm>
          <a:custGeom>
            <a:rect b="b" l="l" r="r" t="t"/>
            <a:pathLst>
              <a:path extrusionOk="0" h="506" w="155">
                <a:moveTo>
                  <a:pt x="154" y="0"/>
                </a:moveTo>
                <a:lnTo>
                  <a:pt x="72" y="82"/>
                </a:lnTo>
                <a:cubicBezTo>
                  <a:pt x="29" y="125"/>
                  <a:pt x="0" y="188"/>
                  <a:pt x="0" y="250"/>
                </a:cubicBezTo>
                <a:cubicBezTo>
                  <a:pt x="0" y="313"/>
                  <a:pt x="24" y="375"/>
                  <a:pt x="72" y="423"/>
                </a:cubicBezTo>
                <a:lnTo>
                  <a:pt x="154" y="505"/>
                </a:lnTo>
                <a:lnTo>
                  <a:pt x="154"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87"/>
          <p:cNvSpPr/>
          <p:nvPr/>
        </p:nvSpPr>
        <p:spPr>
          <a:xfrm>
            <a:off x="7085745" y="2730469"/>
            <a:ext cx="39525" cy="47839"/>
          </a:xfrm>
          <a:custGeom>
            <a:rect b="b" l="l" r="r" t="t"/>
            <a:pathLst>
              <a:path extrusionOk="0" h="1824" w="1507">
                <a:moveTo>
                  <a:pt x="1439" y="0"/>
                </a:moveTo>
                <a:lnTo>
                  <a:pt x="544" y="347"/>
                </a:lnTo>
                <a:lnTo>
                  <a:pt x="534" y="352"/>
                </a:lnTo>
                <a:cubicBezTo>
                  <a:pt x="515" y="361"/>
                  <a:pt x="0" y="554"/>
                  <a:pt x="0" y="1213"/>
                </a:cubicBezTo>
                <a:lnTo>
                  <a:pt x="0" y="1824"/>
                </a:lnTo>
                <a:lnTo>
                  <a:pt x="221" y="1824"/>
                </a:lnTo>
                <a:lnTo>
                  <a:pt x="221" y="1213"/>
                </a:lnTo>
                <a:cubicBezTo>
                  <a:pt x="221" y="549"/>
                  <a:pt x="736" y="356"/>
                  <a:pt x="760" y="352"/>
                </a:cubicBezTo>
                <a:lnTo>
                  <a:pt x="770" y="347"/>
                </a:lnTo>
                <a:lnTo>
                  <a:pt x="1506" y="58"/>
                </a:lnTo>
                <a:lnTo>
                  <a:pt x="1439"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06" name="Google Shape;16206;p87"/>
          <p:cNvGrpSpPr/>
          <p:nvPr/>
        </p:nvGrpSpPr>
        <p:grpSpPr>
          <a:xfrm>
            <a:off x="7073496" y="2420906"/>
            <a:ext cx="396534" cy="370096"/>
            <a:chOff x="7073496" y="2420906"/>
            <a:chExt cx="396534" cy="370096"/>
          </a:xfrm>
        </p:grpSpPr>
        <p:sp>
          <p:nvSpPr>
            <p:cNvPr id="16207" name="Google Shape;16207;p87"/>
            <p:cNvSpPr/>
            <p:nvPr/>
          </p:nvSpPr>
          <p:spPr>
            <a:xfrm>
              <a:off x="7263934" y="2526026"/>
              <a:ext cx="15789" cy="13769"/>
            </a:xfrm>
            <a:custGeom>
              <a:rect b="b" l="l" r="r" t="t"/>
              <a:pathLst>
                <a:path extrusionOk="0" h="525" w="602">
                  <a:moveTo>
                    <a:pt x="0" y="0"/>
                  </a:moveTo>
                  <a:lnTo>
                    <a:pt x="0" y="236"/>
                  </a:lnTo>
                  <a:lnTo>
                    <a:pt x="294" y="525"/>
                  </a:lnTo>
                  <a:lnTo>
                    <a:pt x="602" y="202"/>
                  </a:lnTo>
                  <a:lnTo>
                    <a:pt x="602" y="0"/>
                  </a:lnTo>
                  <a:lnTo>
                    <a:pt x="549" y="5"/>
                  </a:lnTo>
                  <a:cubicBezTo>
                    <a:pt x="506" y="10"/>
                    <a:pt x="457" y="15"/>
                    <a:pt x="409" y="15"/>
                  </a:cubicBezTo>
                  <a:lnTo>
                    <a:pt x="193" y="15"/>
                  </a:lnTo>
                  <a:cubicBezTo>
                    <a:pt x="145" y="15"/>
                    <a:pt x="97" y="10"/>
                    <a:pt x="53" y="5"/>
                  </a:cubicBez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87"/>
            <p:cNvSpPr/>
            <p:nvPr/>
          </p:nvSpPr>
          <p:spPr>
            <a:xfrm>
              <a:off x="7233274" y="2481098"/>
              <a:ext cx="4564" cy="13271"/>
            </a:xfrm>
            <a:custGeom>
              <a:rect b="b" l="l" r="r" t="t"/>
              <a:pathLst>
                <a:path extrusionOk="0" h="506" w="174">
                  <a:moveTo>
                    <a:pt x="173" y="0"/>
                  </a:moveTo>
                  <a:lnTo>
                    <a:pt x="91" y="82"/>
                  </a:lnTo>
                  <a:cubicBezTo>
                    <a:pt x="0" y="178"/>
                    <a:pt x="0" y="327"/>
                    <a:pt x="91" y="424"/>
                  </a:cubicBezTo>
                  <a:lnTo>
                    <a:pt x="173" y="506"/>
                  </a:lnTo>
                  <a:lnTo>
                    <a:pt x="17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87"/>
            <p:cNvSpPr/>
            <p:nvPr/>
          </p:nvSpPr>
          <p:spPr>
            <a:xfrm>
              <a:off x="7116405" y="2654986"/>
              <a:ext cx="48101" cy="52534"/>
            </a:xfrm>
            <a:custGeom>
              <a:rect b="b" l="l" r="r" t="t"/>
              <a:pathLst>
                <a:path extrusionOk="0" h="2003" w="1834">
                  <a:moveTo>
                    <a:pt x="1338" y="1"/>
                  </a:moveTo>
                  <a:lnTo>
                    <a:pt x="1295" y="39"/>
                  </a:lnTo>
                  <a:cubicBezTo>
                    <a:pt x="881" y="386"/>
                    <a:pt x="332" y="492"/>
                    <a:pt x="44" y="521"/>
                  </a:cubicBezTo>
                  <a:lnTo>
                    <a:pt x="0" y="525"/>
                  </a:lnTo>
                  <a:lnTo>
                    <a:pt x="0" y="1194"/>
                  </a:lnTo>
                  <a:cubicBezTo>
                    <a:pt x="0" y="1637"/>
                    <a:pt x="361" y="1998"/>
                    <a:pt x="809" y="2003"/>
                  </a:cubicBezTo>
                  <a:lnTo>
                    <a:pt x="1025" y="2003"/>
                  </a:lnTo>
                  <a:cubicBezTo>
                    <a:pt x="1468" y="2003"/>
                    <a:pt x="1829" y="1642"/>
                    <a:pt x="1834" y="1199"/>
                  </a:cubicBezTo>
                  <a:lnTo>
                    <a:pt x="1834" y="487"/>
                  </a:lnTo>
                  <a:lnTo>
                    <a:pt x="1805" y="472"/>
                  </a:lnTo>
                  <a:cubicBezTo>
                    <a:pt x="1617" y="381"/>
                    <a:pt x="1468" y="232"/>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87"/>
            <p:cNvSpPr/>
            <p:nvPr/>
          </p:nvSpPr>
          <p:spPr>
            <a:xfrm>
              <a:off x="7174446" y="2673555"/>
              <a:ext cx="4695" cy="12012"/>
            </a:xfrm>
            <a:custGeom>
              <a:rect b="b" l="l" r="r" t="t"/>
              <a:pathLst>
                <a:path extrusionOk="0" h="458" w="179">
                  <a:moveTo>
                    <a:pt x="1" y="0"/>
                  </a:moveTo>
                  <a:lnTo>
                    <a:pt x="1" y="457"/>
                  </a:lnTo>
                  <a:lnTo>
                    <a:pt x="78" y="400"/>
                  </a:lnTo>
                  <a:cubicBezTo>
                    <a:pt x="140" y="351"/>
                    <a:pt x="179" y="279"/>
                    <a:pt x="179" y="202"/>
                  </a:cubicBezTo>
                  <a:cubicBezTo>
                    <a:pt x="179" y="140"/>
                    <a:pt x="155" y="77"/>
                    <a:pt x="111" y="34"/>
                  </a:cubicBezTo>
                  <a:lnTo>
                    <a:pt x="97" y="24"/>
                  </a:lnTo>
                  <a:lnTo>
                    <a:pt x="83" y="24"/>
                  </a:lnTo>
                  <a:lnTo>
                    <a:pt x="63" y="19"/>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87"/>
            <p:cNvSpPr/>
            <p:nvPr/>
          </p:nvSpPr>
          <p:spPr>
            <a:xfrm>
              <a:off x="7132430" y="2717093"/>
              <a:ext cx="15920" cy="13769"/>
            </a:xfrm>
            <a:custGeom>
              <a:rect b="b" l="l" r="r" t="t"/>
              <a:pathLst>
                <a:path extrusionOk="0" h="525" w="607">
                  <a:moveTo>
                    <a:pt x="607" y="0"/>
                  </a:moveTo>
                  <a:lnTo>
                    <a:pt x="554" y="10"/>
                  </a:lnTo>
                  <a:cubicBezTo>
                    <a:pt x="506" y="15"/>
                    <a:pt x="458" y="19"/>
                    <a:pt x="414" y="19"/>
                  </a:cubicBezTo>
                  <a:lnTo>
                    <a:pt x="198" y="19"/>
                  </a:lnTo>
                  <a:cubicBezTo>
                    <a:pt x="150" y="19"/>
                    <a:pt x="102" y="15"/>
                    <a:pt x="53" y="10"/>
                  </a:cubicBezTo>
                  <a:lnTo>
                    <a:pt x="0" y="5"/>
                  </a:lnTo>
                  <a:lnTo>
                    <a:pt x="0" y="241"/>
                  </a:lnTo>
                  <a:lnTo>
                    <a:pt x="299" y="525"/>
                  </a:lnTo>
                  <a:lnTo>
                    <a:pt x="607" y="207"/>
                  </a:lnTo>
                  <a:lnTo>
                    <a:pt x="60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87"/>
            <p:cNvSpPr/>
            <p:nvPr/>
          </p:nvSpPr>
          <p:spPr>
            <a:xfrm>
              <a:off x="7247909" y="2463919"/>
              <a:ext cx="47970" cy="52403"/>
            </a:xfrm>
            <a:custGeom>
              <a:rect b="b" l="l" r="r" t="t"/>
              <a:pathLst>
                <a:path extrusionOk="0" h="1998" w="1829">
                  <a:moveTo>
                    <a:pt x="1338" y="1"/>
                  </a:moveTo>
                  <a:lnTo>
                    <a:pt x="1295" y="35"/>
                  </a:lnTo>
                  <a:cubicBezTo>
                    <a:pt x="876" y="386"/>
                    <a:pt x="332" y="487"/>
                    <a:pt x="44" y="516"/>
                  </a:cubicBezTo>
                  <a:lnTo>
                    <a:pt x="0" y="521"/>
                  </a:lnTo>
                  <a:lnTo>
                    <a:pt x="0" y="1194"/>
                  </a:lnTo>
                  <a:cubicBezTo>
                    <a:pt x="0" y="1637"/>
                    <a:pt x="361" y="1998"/>
                    <a:pt x="809" y="1998"/>
                  </a:cubicBezTo>
                  <a:lnTo>
                    <a:pt x="1025" y="1998"/>
                  </a:lnTo>
                  <a:cubicBezTo>
                    <a:pt x="1468" y="1998"/>
                    <a:pt x="1829" y="1637"/>
                    <a:pt x="1829" y="1194"/>
                  </a:cubicBezTo>
                  <a:lnTo>
                    <a:pt x="1829" y="482"/>
                  </a:lnTo>
                  <a:lnTo>
                    <a:pt x="1805" y="468"/>
                  </a:lnTo>
                  <a:cubicBezTo>
                    <a:pt x="1617" y="376"/>
                    <a:pt x="1463" y="232"/>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87"/>
            <p:cNvSpPr/>
            <p:nvPr/>
          </p:nvSpPr>
          <p:spPr>
            <a:xfrm>
              <a:off x="7305951" y="2482357"/>
              <a:ext cx="4564" cy="12012"/>
            </a:xfrm>
            <a:custGeom>
              <a:rect b="b" l="l" r="r" t="t"/>
              <a:pathLst>
                <a:path extrusionOk="0" h="458" w="174">
                  <a:moveTo>
                    <a:pt x="1" y="0"/>
                  </a:moveTo>
                  <a:lnTo>
                    <a:pt x="1" y="458"/>
                  </a:lnTo>
                  <a:lnTo>
                    <a:pt x="78" y="405"/>
                  </a:lnTo>
                  <a:cubicBezTo>
                    <a:pt x="140" y="356"/>
                    <a:pt x="174" y="284"/>
                    <a:pt x="174" y="207"/>
                  </a:cubicBezTo>
                  <a:cubicBezTo>
                    <a:pt x="174" y="145"/>
                    <a:pt x="150" y="82"/>
                    <a:pt x="106" y="39"/>
                  </a:cubicBezTo>
                  <a:lnTo>
                    <a:pt x="97" y="29"/>
                  </a:lnTo>
                  <a:lnTo>
                    <a:pt x="82" y="29"/>
                  </a:lnTo>
                  <a:lnTo>
                    <a:pt x="63"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87"/>
            <p:cNvSpPr/>
            <p:nvPr/>
          </p:nvSpPr>
          <p:spPr>
            <a:xfrm>
              <a:off x="7379283" y="2655117"/>
              <a:ext cx="48101" cy="52403"/>
            </a:xfrm>
            <a:custGeom>
              <a:rect b="b" l="l" r="r" t="t"/>
              <a:pathLst>
                <a:path extrusionOk="0" h="1998" w="1834">
                  <a:moveTo>
                    <a:pt x="1338" y="1"/>
                  </a:moveTo>
                  <a:lnTo>
                    <a:pt x="1295" y="34"/>
                  </a:lnTo>
                  <a:cubicBezTo>
                    <a:pt x="881" y="381"/>
                    <a:pt x="332" y="487"/>
                    <a:pt x="44" y="516"/>
                  </a:cubicBezTo>
                  <a:lnTo>
                    <a:pt x="0" y="520"/>
                  </a:lnTo>
                  <a:lnTo>
                    <a:pt x="0" y="1189"/>
                  </a:lnTo>
                  <a:cubicBezTo>
                    <a:pt x="5" y="1637"/>
                    <a:pt x="366" y="1998"/>
                    <a:pt x="809" y="1998"/>
                  </a:cubicBezTo>
                  <a:lnTo>
                    <a:pt x="1025" y="1998"/>
                  </a:lnTo>
                  <a:cubicBezTo>
                    <a:pt x="1473" y="1998"/>
                    <a:pt x="1833" y="1637"/>
                    <a:pt x="1833" y="1189"/>
                  </a:cubicBezTo>
                  <a:lnTo>
                    <a:pt x="1833" y="482"/>
                  </a:lnTo>
                  <a:lnTo>
                    <a:pt x="1805" y="467"/>
                  </a:lnTo>
                  <a:cubicBezTo>
                    <a:pt x="1622" y="376"/>
                    <a:pt x="1468" y="227"/>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87"/>
            <p:cNvSpPr/>
            <p:nvPr/>
          </p:nvSpPr>
          <p:spPr>
            <a:xfrm>
              <a:off x="7364753" y="2672165"/>
              <a:ext cx="4590" cy="13402"/>
            </a:xfrm>
            <a:custGeom>
              <a:rect b="b" l="l" r="r" t="t"/>
              <a:pathLst>
                <a:path extrusionOk="0" h="511" w="175">
                  <a:moveTo>
                    <a:pt x="174" y="0"/>
                  </a:moveTo>
                  <a:lnTo>
                    <a:pt x="92" y="87"/>
                  </a:lnTo>
                  <a:cubicBezTo>
                    <a:pt x="1" y="178"/>
                    <a:pt x="1" y="327"/>
                    <a:pt x="92" y="424"/>
                  </a:cubicBezTo>
                  <a:lnTo>
                    <a:pt x="174" y="510"/>
                  </a:lnTo>
                  <a:lnTo>
                    <a:pt x="174"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87"/>
            <p:cNvSpPr/>
            <p:nvPr/>
          </p:nvSpPr>
          <p:spPr>
            <a:xfrm>
              <a:off x="7437455" y="2673555"/>
              <a:ext cx="4564" cy="12012"/>
            </a:xfrm>
            <a:custGeom>
              <a:rect b="b" l="l" r="r" t="t"/>
              <a:pathLst>
                <a:path extrusionOk="0" h="458" w="174">
                  <a:moveTo>
                    <a:pt x="0" y="0"/>
                  </a:moveTo>
                  <a:lnTo>
                    <a:pt x="0" y="457"/>
                  </a:lnTo>
                  <a:lnTo>
                    <a:pt x="73" y="400"/>
                  </a:lnTo>
                  <a:cubicBezTo>
                    <a:pt x="135" y="356"/>
                    <a:pt x="174" y="284"/>
                    <a:pt x="174" y="207"/>
                  </a:cubicBezTo>
                  <a:cubicBezTo>
                    <a:pt x="174" y="145"/>
                    <a:pt x="150" y="82"/>
                    <a:pt x="106" y="39"/>
                  </a:cubicBezTo>
                  <a:lnTo>
                    <a:pt x="97" y="24"/>
                  </a:lnTo>
                  <a:lnTo>
                    <a:pt x="82" y="24"/>
                  </a:lnTo>
                  <a:lnTo>
                    <a:pt x="58" y="19"/>
                  </a:ln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87"/>
            <p:cNvSpPr/>
            <p:nvPr/>
          </p:nvSpPr>
          <p:spPr>
            <a:xfrm>
              <a:off x="7395439" y="2717093"/>
              <a:ext cx="15920" cy="13769"/>
            </a:xfrm>
            <a:custGeom>
              <a:rect b="b" l="l" r="r" t="t"/>
              <a:pathLst>
                <a:path extrusionOk="0" h="525" w="607">
                  <a:moveTo>
                    <a:pt x="602" y="0"/>
                  </a:moveTo>
                  <a:lnTo>
                    <a:pt x="602" y="5"/>
                  </a:lnTo>
                  <a:lnTo>
                    <a:pt x="602" y="5"/>
                  </a:lnTo>
                  <a:lnTo>
                    <a:pt x="606" y="5"/>
                  </a:lnTo>
                  <a:lnTo>
                    <a:pt x="602" y="0"/>
                  </a:lnTo>
                  <a:close/>
                  <a:moveTo>
                    <a:pt x="0" y="5"/>
                  </a:moveTo>
                  <a:lnTo>
                    <a:pt x="0" y="241"/>
                  </a:lnTo>
                  <a:lnTo>
                    <a:pt x="294" y="525"/>
                  </a:lnTo>
                  <a:lnTo>
                    <a:pt x="602" y="207"/>
                  </a:lnTo>
                  <a:lnTo>
                    <a:pt x="602" y="5"/>
                  </a:lnTo>
                  <a:lnTo>
                    <a:pt x="602" y="5"/>
                  </a:lnTo>
                  <a:lnTo>
                    <a:pt x="549" y="10"/>
                  </a:lnTo>
                  <a:cubicBezTo>
                    <a:pt x="505" y="15"/>
                    <a:pt x="457" y="19"/>
                    <a:pt x="409" y="19"/>
                  </a:cubicBezTo>
                  <a:lnTo>
                    <a:pt x="193" y="19"/>
                  </a:lnTo>
                  <a:cubicBezTo>
                    <a:pt x="144" y="19"/>
                    <a:pt x="96" y="15"/>
                    <a:pt x="53" y="10"/>
                  </a:cubicBezTo>
                  <a:lnTo>
                    <a:pt x="0" y="5"/>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87"/>
            <p:cNvSpPr/>
            <p:nvPr/>
          </p:nvSpPr>
          <p:spPr>
            <a:xfrm>
              <a:off x="7086112" y="2730075"/>
              <a:ext cx="108818" cy="54815"/>
            </a:xfrm>
            <a:custGeom>
              <a:rect b="b" l="l" r="r" t="t"/>
              <a:pathLst>
                <a:path extrusionOk="0" h="2090" w="4149">
                  <a:moveTo>
                    <a:pt x="2705" y="1"/>
                  </a:moveTo>
                  <a:lnTo>
                    <a:pt x="2257" y="468"/>
                  </a:lnTo>
                  <a:cubicBezTo>
                    <a:pt x="2209" y="511"/>
                    <a:pt x="2151" y="535"/>
                    <a:pt x="2089" y="540"/>
                  </a:cubicBezTo>
                  <a:lnTo>
                    <a:pt x="2084" y="540"/>
                  </a:lnTo>
                  <a:cubicBezTo>
                    <a:pt x="2021" y="540"/>
                    <a:pt x="1964" y="516"/>
                    <a:pt x="1916" y="472"/>
                  </a:cubicBezTo>
                  <a:lnTo>
                    <a:pt x="1439" y="6"/>
                  </a:lnTo>
                  <a:lnTo>
                    <a:pt x="544" y="357"/>
                  </a:lnTo>
                  <a:lnTo>
                    <a:pt x="535" y="362"/>
                  </a:lnTo>
                  <a:cubicBezTo>
                    <a:pt x="515" y="371"/>
                    <a:pt x="1" y="559"/>
                    <a:pt x="1" y="1223"/>
                  </a:cubicBezTo>
                  <a:lnTo>
                    <a:pt x="1" y="2089"/>
                  </a:lnTo>
                  <a:lnTo>
                    <a:pt x="4148" y="2089"/>
                  </a:lnTo>
                  <a:lnTo>
                    <a:pt x="4148" y="1228"/>
                  </a:lnTo>
                  <a:cubicBezTo>
                    <a:pt x="4148" y="564"/>
                    <a:pt x="3629" y="371"/>
                    <a:pt x="3609" y="367"/>
                  </a:cubicBezTo>
                  <a:lnTo>
                    <a:pt x="3595" y="362"/>
                  </a:lnTo>
                  <a:lnTo>
                    <a:pt x="270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87"/>
            <p:cNvSpPr/>
            <p:nvPr/>
          </p:nvSpPr>
          <p:spPr>
            <a:xfrm>
              <a:off x="7217485" y="2538772"/>
              <a:ext cx="108818" cy="54920"/>
            </a:xfrm>
            <a:custGeom>
              <a:rect b="b" l="l" r="r" t="t"/>
              <a:pathLst>
                <a:path extrusionOk="0" h="2094" w="4149">
                  <a:moveTo>
                    <a:pt x="2705" y="0"/>
                  </a:moveTo>
                  <a:lnTo>
                    <a:pt x="2257" y="467"/>
                  </a:lnTo>
                  <a:cubicBezTo>
                    <a:pt x="2209" y="515"/>
                    <a:pt x="2151" y="539"/>
                    <a:pt x="2084" y="539"/>
                  </a:cubicBezTo>
                  <a:cubicBezTo>
                    <a:pt x="2022" y="539"/>
                    <a:pt x="1959" y="515"/>
                    <a:pt x="1916" y="472"/>
                  </a:cubicBezTo>
                  <a:lnTo>
                    <a:pt x="1439" y="10"/>
                  </a:lnTo>
                  <a:lnTo>
                    <a:pt x="544" y="361"/>
                  </a:lnTo>
                  <a:lnTo>
                    <a:pt x="535" y="366"/>
                  </a:lnTo>
                  <a:cubicBezTo>
                    <a:pt x="515" y="371"/>
                    <a:pt x="1" y="563"/>
                    <a:pt x="1" y="1222"/>
                  </a:cubicBezTo>
                  <a:lnTo>
                    <a:pt x="1" y="2093"/>
                  </a:lnTo>
                  <a:lnTo>
                    <a:pt x="4148" y="2093"/>
                  </a:lnTo>
                  <a:lnTo>
                    <a:pt x="4148" y="1227"/>
                  </a:lnTo>
                  <a:cubicBezTo>
                    <a:pt x="4148" y="568"/>
                    <a:pt x="3629" y="376"/>
                    <a:pt x="3609" y="366"/>
                  </a:cubicBezTo>
                  <a:lnTo>
                    <a:pt x="3595" y="361"/>
                  </a:lnTo>
                  <a:lnTo>
                    <a:pt x="2705"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87"/>
            <p:cNvSpPr/>
            <p:nvPr/>
          </p:nvSpPr>
          <p:spPr>
            <a:xfrm>
              <a:off x="7348597" y="2730075"/>
              <a:ext cx="108949" cy="54920"/>
            </a:xfrm>
            <a:custGeom>
              <a:rect b="b" l="l" r="r" t="t"/>
              <a:pathLst>
                <a:path extrusionOk="0" h="2094" w="4154">
                  <a:moveTo>
                    <a:pt x="2705" y="1"/>
                  </a:moveTo>
                  <a:lnTo>
                    <a:pt x="2258" y="468"/>
                  </a:lnTo>
                  <a:cubicBezTo>
                    <a:pt x="2214" y="511"/>
                    <a:pt x="2152" y="535"/>
                    <a:pt x="2089" y="540"/>
                  </a:cubicBezTo>
                  <a:lnTo>
                    <a:pt x="2084" y="540"/>
                  </a:lnTo>
                  <a:cubicBezTo>
                    <a:pt x="2022" y="540"/>
                    <a:pt x="1964" y="516"/>
                    <a:pt x="1916" y="472"/>
                  </a:cubicBezTo>
                  <a:lnTo>
                    <a:pt x="1444" y="6"/>
                  </a:lnTo>
                  <a:lnTo>
                    <a:pt x="550" y="362"/>
                  </a:lnTo>
                  <a:lnTo>
                    <a:pt x="540" y="367"/>
                  </a:lnTo>
                  <a:cubicBezTo>
                    <a:pt x="521" y="371"/>
                    <a:pt x="1" y="564"/>
                    <a:pt x="1" y="1223"/>
                  </a:cubicBezTo>
                  <a:lnTo>
                    <a:pt x="1" y="2094"/>
                  </a:lnTo>
                  <a:lnTo>
                    <a:pt x="4153" y="2094"/>
                  </a:lnTo>
                  <a:lnTo>
                    <a:pt x="4153" y="1228"/>
                  </a:lnTo>
                  <a:cubicBezTo>
                    <a:pt x="4149" y="564"/>
                    <a:pt x="3634" y="371"/>
                    <a:pt x="3610" y="367"/>
                  </a:cubicBezTo>
                  <a:lnTo>
                    <a:pt x="3600" y="362"/>
                  </a:lnTo>
                  <a:lnTo>
                    <a:pt x="270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87"/>
            <p:cNvSpPr/>
            <p:nvPr/>
          </p:nvSpPr>
          <p:spPr>
            <a:xfrm>
              <a:off x="7239569" y="2432262"/>
              <a:ext cx="64389" cy="36614"/>
            </a:xfrm>
            <a:custGeom>
              <a:rect b="b" l="l" r="r" t="t"/>
              <a:pathLst>
                <a:path extrusionOk="0" h="1396" w="2455">
                  <a:moveTo>
                    <a:pt x="1175" y="0"/>
                  </a:moveTo>
                  <a:cubicBezTo>
                    <a:pt x="525" y="0"/>
                    <a:pt x="1" y="525"/>
                    <a:pt x="1" y="1169"/>
                  </a:cubicBezTo>
                  <a:lnTo>
                    <a:pt x="1" y="1396"/>
                  </a:lnTo>
                  <a:lnTo>
                    <a:pt x="63" y="1371"/>
                  </a:lnTo>
                  <a:lnTo>
                    <a:pt x="73" y="1371"/>
                  </a:lnTo>
                  <a:lnTo>
                    <a:pt x="82" y="1367"/>
                  </a:lnTo>
                  <a:lnTo>
                    <a:pt x="126" y="1367"/>
                  </a:lnTo>
                  <a:cubicBezTo>
                    <a:pt x="131" y="1367"/>
                    <a:pt x="1117" y="1362"/>
                    <a:pt x="1564" y="746"/>
                  </a:cubicBezTo>
                  <a:cubicBezTo>
                    <a:pt x="1603" y="691"/>
                    <a:pt x="1661" y="666"/>
                    <a:pt x="1717" y="666"/>
                  </a:cubicBezTo>
                  <a:cubicBezTo>
                    <a:pt x="1800" y="666"/>
                    <a:pt x="1881" y="721"/>
                    <a:pt x="1901" y="818"/>
                  </a:cubicBezTo>
                  <a:cubicBezTo>
                    <a:pt x="1906" y="837"/>
                    <a:pt x="2022" y="1290"/>
                    <a:pt x="2378" y="1371"/>
                  </a:cubicBezTo>
                  <a:lnTo>
                    <a:pt x="2392" y="1371"/>
                  </a:lnTo>
                  <a:lnTo>
                    <a:pt x="2455" y="1391"/>
                  </a:lnTo>
                  <a:lnTo>
                    <a:pt x="2455" y="1174"/>
                  </a:lnTo>
                  <a:cubicBezTo>
                    <a:pt x="2455" y="529"/>
                    <a:pt x="1935" y="5"/>
                    <a:pt x="128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87"/>
            <p:cNvSpPr/>
            <p:nvPr/>
          </p:nvSpPr>
          <p:spPr>
            <a:xfrm>
              <a:off x="7108195" y="2623434"/>
              <a:ext cx="64389" cy="36509"/>
            </a:xfrm>
            <a:custGeom>
              <a:rect b="b" l="l" r="r" t="t"/>
              <a:pathLst>
                <a:path extrusionOk="0" h="1392" w="2455">
                  <a:moveTo>
                    <a:pt x="1170" y="1"/>
                  </a:moveTo>
                  <a:cubicBezTo>
                    <a:pt x="525" y="1"/>
                    <a:pt x="1" y="525"/>
                    <a:pt x="1" y="1170"/>
                  </a:cubicBezTo>
                  <a:lnTo>
                    <a:pt x="1" y="1387"/>
                  </a:lnTo>
                  <a:lnTo>
                    <a:pt x="58" y="1367"/>
                  </a:lnTo>
                  <a:lnTo>
                    <a:pt x="121" y="1367"/>
                  </a:lnTo>
                  <a:cubicBezTo>
                    <a:pt x="131" y="1367"/>
                    <a:pt x="1117" y="1363"/>
                    <a:pt x="1560" y="747"/>
                  </a:cubicBezTo>
                  <a:cubicBezTo>
                    <a:pt x="1598" y="695"/>
                    <a:pt x="1655" y="670"/>
                    <a:pt x="1711" y="670"/>
                  </a:cubicBezTo>
                  <a:cubicBezTo>
                    <a:pt x="1795" y="670"/>
                    <a:pt x="1878" y="724"/>
                    <a:pt x="1901" y="819"/>
                  </a:cubicBezTo>
                  <a:cubicBezTo>
                    <a:pt x="1906" y="838"/>
                    <a:pt x="2022" y="1290"/>
                    <a:pt x="2378" y="1372"/>
                  </a:cubicBezTo>
                  <a:lnTo>
                    <a:pt x="2392" y="1372"/>
                  </a:lnTo>
                  <a:lnTo>
                    <a:pt x="2450" y="1392"/>
                  </a:lnTo>
                  <a:lnTo>
                    <a:pt x="2450" y="1175"/>
                  </a:lnTo>
                  <a:cubicBezTo>
                    <a:pt x="2455" y="530"/>
                    <a:pt x="1930" y="1"/>
                    <a:pt x="128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87"/>
            <p:cNvSpPr/>
            <p:nvPr/>
          </p:nvSpPr>
          <p:spPr>
            <a:xfrm>
              <a:off x="7371074" y="2623434"/>
              <a:ext cx="64389" cy="36509"/>
            </a:xfrm>
            <a:custGeom>
              <a:rect b="b" l="l" r="r" t="t"/>
              <a:pathLst>
                <a:path extrusionOk="0" h="1392" w="2455">
                  <a:moveTo>
                    <a:pt x="1170" y="1"/>
                  </a:moveTo>
                  <a:cubicBezTo>
                    <a:pt x="525" y="1"/>
                    <a:pt x="0" y="525"/>
                    <a:pt x="0" y="1170"/>
                  </a:cubicBezTo>
                  <a:lnTo>
                    <a:pt x="0" y="1387"/>
                  </a:lnTo>
                  <a:lnTo>
                    <a:pt x="58" y="1367"/>
                  </a:lnTo>
                  <a:lnTo>
                    <a:pt x="121" y="1367"/>
                  </a:lnTo>
                  <a:cubicBezTo>
                    <a:pt x="130" y="1367"/>
                    <a:pt x="1117" y="1363"/>
                    <a:pt x="1559" y="747"/>
                  </a:cubicBezTo>
                  <a:cubicBezTo>
                    <a:pt x="1598" y="695"/>
                    <a:pt x="1655" y="670"/>
                    <a:pt x="1712" y="670"/>
                  </a:cubicBezTo>
                  <a:cubicBezTo>
                    <a:pt x="1797" y="670"/>
                    <a:pt x="1881" y="724"/>
                    <a:pt x="1901" y="819"/>
                  </a:cubicBezTo>
                  <a:cubicBezTo>
                    <a:pt x="1906" y="838"/>
                    <a:pt x="2021" y="1290"/>
                    <a:pt x="2377" y="1372"/>
                  </a:cubicBezTo>
                  <a:lnTo>
                    <a:pt x="2392" y="1372"/>
                  </a:lnTo>
                  <a:lnTo>
                    <a:pt x="2450" y="1392"/>
                  </a:lnTo>
                  <a:lnTo>
                    <a:pt x="2450" y="1175"/>
                  </a:lnTo>
                  <a:cubicBezTo>
                    <a:pt x="2454" y="530"/>
                    <a:pt x="1930" y="1"/>
                    <a:pt x="128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87"/>
            <p:cNvSpPr/>
            <p:nvPr/>
          </p:nvSpPr>
          <p:spPr>
            <a:xfrm>
              <a:off x="7217118" y="2539270"/>
              <a:ext cx="39525" cy="47865"/>
            </a:xfrm>
            <a:custGeom>
              <a:rect b="b" l="l" r="r" t="t"/>
              <a:pathLst>
                <a:path extrusionOk="0" h="1825" w="1507">
                  <a:moveTo>
                    <a:pt x="1444" y="0"/>
                  </a:moveTo>
                  <a:lnTo>
                    <a:pt x="549" y="352"/>
                  </a:lnTo>
                  <a:lnTo>
                    <a:pt x="539" y="357"/>
                  </a:lnTo>
                  <a:cubicBezTo>
                    <a:pt x="520" y="361"/>
                    <a:pt x="0" y="554"/>
                    <a:pt x="0" y="1213"/>
                  </a:cubicBezTo>
                  <a:lnTo>
                    <a:pt x="0" y="1824"/>
                  </a:lnTo>
                  <a:lnTo>
                    <a:pt x="226" y="1824"/>
                  </a:lnTo>
                  <a:lnTo>
                    <a:pt x="226" y="1213"/>
                  </a:lnTo>
                  <a:cubicBezTo>
                    <a:pt x="226" y="554"/>
                    <a:pt x="741" y="361"/>
                    <a:pt x="760" y="352"/>
                  </a:cubicBezTo>
                  <a:lnTo>
                    <a:pt x="770" y="347"/>
                  </a:lnTo>
                  <a:lnTo>
                    <a:pt x="1506" y="58"/>
                  </a:lnTo>
                  <a:lnTo>
                    <a:pt x="144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87"/>
            <p:cNvSpPr/>
            <p:nvPr/>
          </p:nvSpPr>
          <p:spPr>
            <a:xfrm>
              <a:off x="7348597" y="2730469"/>
              <a:ext cx="39551" cy="47839"/>
            </a:xfrm>
            <a:custGeom>
              <a:rect b="b" l="l" r="r" t="t"/>
              <a:pathLst>
                <a:path extrusionOk="0" h="1824" w="1508">
                  <a:moveTo>
                    <a:pt x="1444" y="0"/>
                  </a:moveTo>
                  <a:lnTo>
                    <a:pt x="550" y="347"/>
                  </a:lnTo>
                  <a:lnTo>
                    <a:pt x="540" y="352"/>
                  </a:lnTo>
                  <a:cubicBezTo>
                    <a:pt x="521" y="356"/>
                    <a:pt x="1" y="549"/>
                    <a:pt x="1" y="1208"/>
                  </a:cubicBezTo>
                  <a:lnTo>
                    <a:pt x="1" y="1824"/>
                  </a:lnTo>
                  <a:lnTo>
                    <a:pt x="227" y="1824"/>
                  </a:lnTo>
                  <a:lnTo>
                    <a:pt x="227" y="1213"/>
                  </a:lnTo>
                  <a:cubicBezTo>
                    <a:pt x="222" y="549"/>
                    <a:pt x="742" y="356"/>
                    <a:pt x="761" y="352"/>
                  </a:cubicBezTo>
                  <a:lnTo>
                    <a:pt x="771" y="347"/>
                  </a:lnTo>
                  <a:lnTo>
                    <a:pt x="1507" y="58"/>
                  </a:lnTo>
                  <a:lnTo>
                    <a:pt x="144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87"/>
            <p:cNvSpPr/>
            <p:nvPr/>
          </p:nvSpPr>
          <p:spPr>
            <a:xfrm>
              <a:off x="7247909" y="2463814"/>
              <a:ext cx="37873" cy="52507"/>
            </a:xfrm>
            <a:custGeom>
              <a:rect b="b" l="l" r="r" t="t"/>
              <a:pathLst>
                <a:path extrusionOk="0" h="2002" w="1444">
                  <a:moveTo>
                    <a:pt x="1338" y="0"/>
                  </a:moveTo>
                  <a:lnTo>
                    <a:pt x="1295" y="39"/>
                  </a:lnTo>
                  <a:cubicBezTo>
                    <a:pt x="881" y="385"/>
                    <a:pt x="332" y="491"/>
                    <a:pt x="44" y="520"/>
                  </a:cubicBezTo>
                  <a:lnTo>
                    <a:pt x="0" y="525"/>
                  </a:lnTo>
                  <a:lnTo>
                    <a:pt x="0" y="1193"/>
                  </a:lnTo>
                  <a:cubicBezTo>
                    <a:pt x="0" y="1636"/>
                    <a:pt x="361" y="1997"/>
                    <a:pt x="809" y="2002"/>
                  </a:cubicBezTo>
                  <a:lnTo>
                    <a:pt x="1078" y="2002"/>
                  </a:lnTo>
                  <a:cubicBezTo>
                    <a:pt x="650" y="1973"/>
                    <a:pt x="318" y="1622"/>
                    <a:pt x="318" y="1198"/>
                  </a:cubicBezTo>
                  <a:lnTo>
                    <a:pt x="318" y="529"/>
                  </a:lnTo>
                  <a:lnTo>
                    <a:pt x="361" y="525"/>
                  </a:lnTo>
                  <a:cubicBezTo>
                    <a:pt x="611" y="496"/>
                    <a:pt x="1054" y="414"/>
                    <a:pt x="1444" y="164"/>
                  </a:cubicBezTo>
                  <a:cubicBezTo>
                    <a:pt x="1415" y="125"/>
                    <a:pt x="1391" y="87"/>
                    <a:pt x="1367" y="48"/>
                  </a:cubicBezTo>
                  <a:lnTo>
                    <a:pt x="1338"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87"/>
            <p:cNvSpPr/>
            <p:nvPr/>
          </p:nvSpPr>
          <p:spPr>
            <a:xfrm>
              <a:off x="7239569" y="2432262"/>
              <a:ext cx="35119" cy="36482"/>
            </a:xfrm>
            <a:custGeom>
              <a:rect b="b" l="l" r="r" t="t"/>
              <a:pathLst>
                <a:path extrusionOk="0" h="1391" w="1339">
                  <a:moveTo>
                    <a:pt x="1170" y="0"/>
                  </a:moveTo>
                  <a:cubicBezTo>
                    <a:pt x="525" y="0"/>
                    <a:pt x="1" y="525"/>
                    <a:pt x="1" y="1174"/>
                  </a:cubicBezTo>
                  <a:lnTo>
                    <a:pt x="1" y="1391"/>
                  </a:lnTo>
                  <a:lnTo>
                    <a:pt x="58" y="1371"/>
                  </a:lnTo>
                  <a:lnTo>
                    <a:pt x="121" y="1371"/>
                  </a:lnTo>
                  <a:cubicBezTo>
                    <a:pt x="121" y="1371"/>
                    <a:pt x="159" y="1371"/>
                    <a:pt x="217" y="1367"/>
                  </a:cubicBezTo>
                  <a:lnTo>
                    <a:pt x="217" y="1184"/>
                  </a:lnTo>
                  <a:lnTo>
                    <a:pt x="227" y="1169"/>
                  </a:lnTo>
                  <a:cubicBezTo>
                    <a:pt x="227" y="549"/>
                    <a:pt x="713" y="34"/>
                    <a:pt x="133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87"/>
            <p:cNvSpPr/>
            <p:nvPr/>
          </p:nvSpPr>
          <p:spPr>
            <a:xfrm>
              <a:off x="7116536" y="2654986"/>
              <a:ext cx="37741" cy="52403"/>
            </a:xfrm>
            <a:custGeom>
              <a:rect b="b" l="l" r="r" t="t"/>
              <a:pathLst>
                <a:path extrusionOk="0" h="1998" w="1439">
                  <a:moveTo>
                    <a:pt x="1338" y="1"/>
                  </a:moveTo>
                  <a:lnTo>
                    <a:pt x="1295" y="35"/>
                  </a:lnTo>
                  <a:cubicBezTo>
                    <a:pt x="876" y="386"/>
                    <a:pt x="332" y="487"/>
                    <a:pt x="43" y="516"/>
                  </a:cubicBezTo>
                  <a:lnTo>
                    <a:pt x="0" y="521"/>
                  </a:lnTo>
                  <a:lnTo>
                    <a:pt x="0" y="1189"/>
                  </a:lnTo>
                  <a:cubicBezTo>
                    <a:pt x="0" y="1637"/>
                    <a:pt x="361" y="1998"/>
                    <a:pt x="809"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87"/>
            <p:cNvSpPr/>
            <p:nvPr/>
          </p:nvSpPr>
          <p:spPr>
            <a:xfrm>
              <a:off x="7108064" y="2623434"/>
              <a:ext cx="35250" cy="36378"/>
            </a:xfrm>
            <a:custGeom>
              <a:rect b="b" l="l" r="r" t="t"/>
              <a:pathLst>
                <a:path extrusionOk="0" h="1387" w="1344">
                  <a:moveTo>
                    <a:pt x="1175" y="1"/>
                  </a:moveTo>
                  <a:cubicBezTo>
                    <a:pt x="525" y="1"/>
                    <a:pt x="6" y="525"/>
                    <a:pt x="1" y="1170"/>
                  </a:cubicBezTo>
                  <a:lnTo>
                    <a:pt x="1" y="1387"/>
                  </a:lnTo>
                  <a:lnTo>
                    <a:pt x="63" y="1367"/>
                  </a:lnTo>
                  <a:lnTo>
                    <a:pt x="126" y="1367"/>
                  </a:lnTo>
                  <a:cubicBezTo>
                    <a:pt x="126" y="1367"/>
                    <a:pt x="164" y="1367"/>
                    <a:pt x="222" y="1363"/>
                  </a:cubicBezTo>
                  <a:lnTo>
                    <a:pt x="222" y="1185"/>
                  </a:lnTo>
                  <a:lnTo>
                    <a:pt x="227" y="1170"/>
                  </a:lnTo>
                  <a:cubicBezTo>
                    <a:pt x="227" y="545"/>
                    <a:pt x="718" y="30"/>
                    <a:pt x="134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87"/>
            <p:cNvSpPr/>
            <p:nvPr/>
          </p:nvSpPr>
          <p:spPr>
            <a:xfrm>
              <a:off x="7379414" y="2654986"/>
              <a:ext cx="37741" cy="52403"/>
            </a:xfrm>
            <a:custGeom>
              <a:rect b="b" l="l" r="r" t="t"/>
              <a:pathLst>
                <a:path extrusionOk="0" h="1998" w="1439">
                  <a:moveTo>
                    <a:pt x="1338" y="1"/>
                  </a:moveTo>
                  <a:lnTo>
                    <a:pt x="1294" y="35"/>
                  </a:lnTo>
                  <a:cubicBezTo>
                    <a:pt x="876" y="386"/>
                    <a:pt x="332" y="487"/>
                    <a:pt x="43" y="516"/>
                  </a:cubicBezTo>
                  <a:lnTo>
                    <a:pt x="0" y="521"/>
                  </a:lnTo>
                  <a:lnTo>
                    <a:pt x="0" y="1189"/>
                  </a:lnTo>
                  <a:cubicBezTo>
                    <a:pt x="0" y="1637"/>
                    <a:pt x="361" y="1998"/>
                    <a:pt x="808"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87"/>
            <p:cNvSpPr/>
            <p:nvPr/>
          </p:nvSpPr>
          <p:spPr>
            <a:xfrm>
              <a:off x="7371074" y="2623434"/>
              <a:ext cx="35119" cy="36378"/>
            </a:xfrm>
            <a:custGeom>
              <a:rect b="b" l="l" r="r" t="t"/>
              <a:pathLst>
                <a:path extrusionOk="0" h="1387" w="1339">
                  <a:moveTo>
                    <a:pt x="1170" y="1"/>
                  </a:moveTo>
                  <a:cubicBezTo>
                    <a:pt x="525" y="1"/>
                    <a:pt x="0" y="525"/>
                    <a:pt x="0" y="1170"/>
                  </a:cubicBezTo>
                  <a:lnTo>
                    <a:pt x="0" y="1387"/>
                  </a:lnTo>
                  <a:lnTo>
                    <a:pt x="58" y="1367"/>
                  </a:lnTo>
                  <a:lnTo>
                    <a:pt x="121" y="1367"/>
                  </a:lnTo>
                  <a:cubicBezTo>
                    <a:pt x="121" y="1367"/>
                    <a:pt x="159" y="1367"/>
                    <a:pt x="222" y="1363"/>
                  </a:cubicBezTo>
                  <a:lnTo>
                    <a:pt x="222" y="1185"/>
                  </a:lnTo>
                  <a:lnTo>
                    <a:pt x="222" y="1170"/>
                  </a:lnTo>
                  <a:cubicBezTo>
                    <a:pt x="222" y="545"/>
                    <a:pt x="713" y="30"/>
                    <a:pt x="1338"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87"/>
            <p:cNvSpPr/>
            <p:nvPr/>
          </p:nvSpPr>
          <p:spPr>
            <a:xfrm>
              <a:off x="7203427" y="2614071"/>
              <a:ext cx="127675" cy="107402"/>
            </a:xfrm>
            <a:custGeom>
              <a:rect b="b" l="l" r="r" t="t"/>
              <a:pathLst>
                <a:path extrusionOk="0" h="4095" w="4868">
                  <a:moveTo>
                    <a:pt x="2478" y="1"/>
                  </a:moveTo>
                  <a:cubicBezTo>
                    <a:pt x="2367" y="1"/>
                    <a:pt x="2257" y="72"/>
                    <a:pt x="2240" y="214"/>
                  </a:cubicBezTo>
                  <a:lnTo>
                    <a:pt x="2240" y="2490"/>
                  </a:lnTo>
                  <a:lnTo>
                    <a:pt x="267" y="3630"/>
                  </a:lnTo>
                  <a:cubicBezTo>
                    <a:pt x="1" y="3749"/>
                    <a:pt x="142" y="4095"/>
                    <a:pt x="361" y="4095"/>
                  </a:cubicBezTo>
                  <a:cubicBezTo>
                    <a:pt x="408" y="4095"/>
                    <a:pt x="458" y="4080"/>
                    <a:pt x="508" y="4044"/>
                  </a:cubicBezTo>
                  <a:lnTo>
                    <a:pt x="2476" y="2903"/>
                  </a:lnTo>
                  <a:lnTo>
                    <a:pt x="4449" y="4044"/>
                  </a:lnTo>
                  <a:cubicBezTo>
                    <a:pt x="4491" y="4074"/>
                    <a:pt x="4541" y="4089"/>
                    <a:pt x="4590" y="4089"/>
                  </a:cubicBezTo>
                  <a:cubicBezTo>
                    <a:pt x="4673" y="4089"/>
                    <a:pt x="4754" y="4047"/>
                    <a:pt x="4800" y="3972"/>
                  </a:cubicBezTo>
                  <a:cubicBezTo>
                    <a:pt x="4867" y="3846"/>
                    <a:pt x="4819" y="3688"/>
                    <a:pt x="4689" y="3630"/>
                  </a:cubicBezTo>
                  <a:lnTo>
                    <a:pt x="2716" y="2490"/>
                  </a:lnTo>
                  <a:lnTo>
                    <a:pt x="2716" y="214"/>
                  </a:lnTo>
                  <a:cubicBezTo>
                    <a:pt x="2699" y="72"/>
                    <a:pt x="2589" y="1"/>
                    <a:pt x="2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87"/>
            <p:cNvSpPr/>
            <p:nvPr/>
          </p:nvSpPr>
          <p:spPr>
            <a:xfrm>
              <a:off x="7204870" y="2420906"/>
              <a:ext cx="134049" cy="178714"/>
            </a:xfrm>
            <a:custGeom>
              <a:rect b="b" l="l" r="r" t="t"/>
              <a:pathLst>
                <a:path extrusionOk="0" h="6814" w="5111">
                  <a:moveTo>
                    <a:pt x="2618" y="476"/>
                  </a:moveTo>
                  <a:cubicBezTo>
                    <a:pt x="3244" y="476"/>
                    <a:pt x="3744" y="982"/>
                    <a:pt x="3744" y="1602"/>
                  </a:cubicBezTo>
                  <a:lnTo>
                    <a:pt x="3744" y="1752"/>
                  </a:lnTo>
                  <a:lnTo>
                    <a:pt x="3725" y="1752"/>
                  </a:lnTo>
                  <a:cubicBezTo>
                    <a:pt x="3397" y="1675"/>
                    <a:pt x="3287" y="1232"/>
                    <a:pt x="3287" y="1232"/>
                  </a:cubicBezTo>
                  <a:cubicBezTo>
                    <a:pt x="3258" y="1115"/>
                    <a:pt x="3156" y="1048"/>
                    <a:pt x="3052" y="1048"/>
                  </a:cubicBezTo>
                  <a:cubicBezTo>
                    <a:pt x="2981" y="1048"/>
                    <a:pt x="2909" y="1079"/>
                    <a:pt x="2859" y="1145"/>
                  </a:cubicBezTo>
                  <a:cubicBezTo>
                    <a:pt x="2430" y="1737"/>
                    <a:pt x="1473" y="1747"/>
                    <a:pt x="1458" y="1747"/>
                  </a:cubicBezTo>
                  <a:lnTo>
                    <a:pt x="1381" y="1747"/>
                  </a:lnTo>
                  <a:lnTo>
                    <a:pt x="1381" y="1598"/>
                  </a:lnTo>
                  <a:cubicBezTo>
                    <a:pt x="1386" y="977"/>
                    <a:pt x="1891" y="481"/>
                    <a:pt x="2507" y="476"/>
                  </a:cubicBezTo>
                  <a:close/>
                  <a:moveTo>
                    <a:pt x="3912" y="2406"/>
                  </a:moveTo>
                  <a:lnTo>
                    <a:pt x="3936" y="2411"/>
                  </a:lnTo>
                  <a:cubicBezTo>
                    <a:pt x="4018" y="2497"/>
                    <a:pt x="4004" y="2632"/>
                    <a:pt x="3912" y="2699"/>
                  </a:cubicBezTo>
                  <a:lnTo>
                    <a:pt x="3912" y="2406"/>
                  </a:lnTo>
                  <a:close/>
                  <a:moveTo>
                    <a:pt x="1218" y="2406"/>
                  </a:moveTo>
                  <a:lnTo>
                    <a:pt x="1218" y="2704"/>
                  </a:lnTo>
                  <a:cubicBezTo>
                    <a:pt x="1165" y="2671"/>
                    <a:pt x="1131" y="2608"/>
                    <a:pt x="1131" y="2546"/>
                  </a:cubicBezTo>
                  <a:lnTo>
                    <a:pt x="1131" y="2541"/>
                  </a:lnTo>
                  <a:cubicBezTo>
                    <a:pt x="1131" y="2493"/>
                    <a:pt x="1150" y="2449"/>
                    <a:pt x="1179" y="2416"/>
                  </a:cubicBezTo>
                  <a:cubicBezTo>
                    <a:pt x="1194" y="2411"/>
                    <a:pt x="1208" y="2406"/>
                    <a:pt x="1218" y="2406"/>
                  </a:cubicBezTo>
                  <a:close/>
                  <a:moveTo>
                    <a:pt x="2974" y="1708"/>
                  </a:moveTo>
                  <a:cubicBezTo>
                    <a:pt x="3080" y="1896"/>
                    <a:pt x="3239" y="2050"/>
                    <a:pt x="3431" y="2146"/>
                  </a:cubicBezTo>
                  <a:lnTo>
                    <a:pt x="3431" y="2829"/>
                  </a:lnTo>
                  <a:cubicBezTo>
                    <a:pt x="3431" y="3248"/>
                    <a:pt x="3094" y="3590"/>
                    <a:pt x="2676" y="3590"/>
                  </a:cubicBezTo>
                  <a:lnTo>
                    <a:pt x="2459" y="3590"/>
                  </a:lnTo>
                  <a:cubicBezTo>
                    <a:pt x="2041" y="3590"/>
                    <a:pt x="1699" y="3248"/>
                    <a:pt x="1699" y="2829"/>
                  </a:cubicBezTo>
                  <a:lnTo>
                    <a:pt x="1699" y="2204"/>
                  </a:lnTo>
                  <a:cubicBezTo>
                    <a:pt x="2007" y="2170"/>
                    <a:pt x="2555" y="2060"/>
                    <a:pt x="2974" y="1708"/>
                  </a:cubicBezTo>
                  <a:close/>
                  <a:moveTo>
                    <a:pt x="2820" y="4056"/>
                  </a:moveTo>
                  <a:lnTo>
                    <a:pt x="2820" y="4186"/>
                  </a:lnTo>
                  <a:lnTo>
                    <a:pt x="2560" y="4461"/>
                  </a:lnTo>
                  <a:lnTo>
                    <a:pt x="2310" y="4220"/>
                  </a:lnTo>
                  <a:lnTo>
                    <a:pt x="2310" y="4056"/>
                  </a:lnTo>
                  <a:cubicBezTo>
                    <a:pt x="2358" y="4061"/>
                    <a:pt x="2406" y="4066"/>
                    <a:pt x="2459" y="4066"/>
                  </a:cubicBezTo>
                  <a:lnTo>
                    <a:pt x="2676" y="4066"/>
                  </a:lnTo>
                  <a:cubicBezTo>
                    <a:pt x="2724" y="4066"/>
                    <a:pt x="2772" y="4061"/>
                    <a:pt x="2820" y="4056"/>
                  </a:cubicBezTo>
                  <a:close/>
                  <a:moveTo>
                    <a:pt x="2507" y="0"/>
                  </a:moveTo>
                  <a:cubicBezTo>
                    <a:pt x="1622" y="0"/>
                    <a:pt x="905" y="717"/>
                    <a:pt x="905" y="1602"/>
                  </a:cubicBezTo>
                  <a:lnTo>
                    <a:pt x="905" y="2021"/>
                  </a:lnTo>
                  <a:cubicBezTo>
                    <a:pt x="429" y="2406"/>
                    <a:pt x="669" y="3176"/>
                    <a:pt x="1280" y="3214"/>
                  </a:cubicBezTo>
                  <a:cubicBezTo>
                    <a:pt x="1377" y="3503"/>
                    <a:pt x="1574" y="3748"/>
                    <a:pt x="1834" y="3898"/>
                  </a:cubicBezTo>
                  <a:lnTo>
                    <a:pt x="1834" y="4032"/>
                  </a:lnTo>
                  <a:lnTo>
                    <a:pt x="857" y="4412"/>
                  </a:lnTo>
                  <a:cubicBezTo>
                    <a:pt x="765" y="4446"/>
                    <a:pt x="0" y="4749"/>
                    <a:pt x="0" y="5721"/>
                  </a:cubicBezTo>
                  <a:lnTo>
                    <a:pt x="0" y="6573"/>
                  </a:lnTo>
                  <a:cubicBezTo>
                    <a:pt x="0" y="6708"/>
                    <a:pt x="111" y="6814"/>
                    <a:pt x="241" y="6814"/>
                  </a:cubicBezTo>
                  <a:lnTo>
                    <a:pt x="852" y="6814"/>
                  </a:lnTo>
                  <a:cubicBezTo>
                    <a:pt x="1131" y="6780"/>
                    <a:pt x="1131" y="6371"/>
                    <a:pt x="852" y="6337"/>
                  </a:cubicBezTo>
                  <a:lnTo>
                    <a:pt x="482" y="6337"/>
                  </a:lnTo>
                  <a:lnTo>
                    <a:pt x="482" y="5721"/>
                  </a:lnTo>
                  <a:cubicBezTo>
                    <a:pt x="482" y="5062"/>
                    <a:pt x="996" y="4870"/>
                    <a:pt x="1020" y="4865"/>
                  </a:cubicBezTo>
                  <a:lnTo>
                    <a:pt x="1030" y="4860"/>
                  </a:lnTo>
                  <a:lnTo>
                    <a:pt x="1925" y="4509"/>
                  </a:lnTo>
                  <a:lnTo>
                    <a:pt x="2401" y="4971"/>
                  </a:lnTo>
                  <a:cubicBezTo>
                    <a:pt x="2445" y="5014"/>
                    <a:pt x="2503" y="5038"/>
                    <a:pt x="2565" y="5038"/>
                  </a:cubicBezTo>
                  <a:lnTo>
                    <a:pt x="2570" y="5038"/>
                  </a:lnTo>
                  <a:cubicBezTo>
                    <a:pt x="2632" y="5038"/>
                    <a:pt x="2695" y="5014"/>
                    <a:pt x="2738" y="4966"/>
                  </a:cubicBezTo>
                  <a:lnTo>
                    <a:pt x="3186" y="4499"/>
                  </a:lnTo>
                  <a:lnTo>
                    <a:pt x="4081" y="4860"/>
                  </a:lnTo>
                  <a:lnTo>
                    <a:pt x="4090" y="4865"/>
                  </a:lnTo>
                  <a:cubicBezTo>
                    <a:pt x="4114" y="4874"/>
                    <a:pt x="4629" y="5067"/>
                    <a:pt x="4629" y="5726"/>
                  </a:cubicBezTo>
                  <a:lnTo>
                    <a:pt x="4629" y="6337"/>
                  </a:lnTo>
                  <a:lnTo>
                    <a:pt x="1612" y="6337"/>
                  </a:lnTo>
                  <a:cubicBezTo>
                    <a:pt x="1328" y="6371"/>
                    <a:pt x="1328" y="6780"/>
                    <a:pt x="1612" y="6814"/>
                  </a:cubicBezTo>
                  <a:lnTo>
                    <a:pt x="4870" y="6814"/>
                  </a:lnTo>
                  <a:cubicBezTo>
                    <a:pt x="5005" y="6814"/>
                    <a:pt x="5110" y="6708"/>
                    <a:pt x="5110" y="6573"/>
                  </a:cubicBezTo>
                  <a:lnTo>
                    <a:pt x="5110" y="5721"/>
                  </a:lnTo>
                  <a:cubicBezTo>
                    <a:pt x="5106" y="4754"/>
                    <a:pt x="4345" y="4446"/>
                    <a:pt x="4249" y="4412"/>
                  </a:cubicBezTo>
                  <a:lnTo>
                    <a:pt x="3301" y="4032"/>
                  </a:lnTo>
                  <a:lnTo>
                    <a:pt x="3301" y="3898"/>
                  </a:lnTo>
                  <a:cubicBezTo>
                    <a:pt x="3561" y="3744"/>
                    <a:pt x="3754" y="3503"/>
                    <a:pt x="3850" y="3214"/>
                  </a:cubicBezTo>
                  <a:cubicBezTo>
                    <a:pt x="4456" y="3166"/>
                    <a:pt x="4692" y="2406"/>
                    <a:pt x="4220" y="2021"/>
                  </a:cubicBezTo>
                  <a:lnTo>
                    <a:pt x="4220" y="1602"/>
                  </a:lnTo>
                  <a:cubicBezTo>
                    <a:pt x="4220" y="717"/>
                    <a:pt x="3503" y="0"/>
                    <a:pt x="26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87"/>
            <p:cNvSpPr/>
            <p:nvPr/>
          </p:nvSpPr>
          <p:spPr>
            <a:xfrm>
              <a:off x="7336112" y="2612209"/>
              <a:ext cx="133918" cy="178793"/>
            </a:xfrm>
            <a:custGeom>
              <a:rect b="b" l="l" r="r" t="t"/>
              <a:pathLst>
                <a:path extrusionOk="0" h="6817" w="5106">
                  <a:moveTo>
                    <a:pt x="2618" y="477"/>
                  </a:moveTo>
                  <a:cubicBezTo>
                    <a:pt x="3239" y="477"/>
                    <a:pt x="3739" y="977"/>
                    <a:pt x="3739" y="1598"/>
                  </a:cubicBezTo>
                  <a:lnTo>
                    <a:pt x="3739" y="1752"/>
                  </a:lnTo>
                  <a:lnTo>
                    <a:pt x="3730" y="1747"/>
                  </a:lnTo>
                  <a:lnTo>
                    <a:pt x="3725" y="1747"/>
                  </a:lnTo>
                  <a:cubicBezTo>
                    <a:pt x="3393" y="1670"/>
                    <a:pt x="3282" y="1232"/>
                    <a:pt x="3282" y="1228"/>
                  </a:cubicBezTo>
                  <a:cubicBezTo>
                    <a:pt x="3254" y="1110"/>
                    <a:pt x="3152" y="1044"/>
                    <a:pt x="3049" y="1044"/>
                  </a:cubicBezTo>
                  <a:cubicBezTo>
                    <a:pt x="2978" y="1044"/>
                    <a:pt x="2908" y="1075"/>
                    <a:pt x="2859" y="1141"/>
                  </a:cubicBezTo>
                  <a:cubicBezTo>
                    <a:pt x="2426" y="1733"/>
                    <a:pt x="1468" y="1743"/>
                    <a:pt x="1459" y="1743"/>
                  </a:cubicBezTo>
                  <a:lnTo>
                    <a:pt x="1382" y="1743"/>
                  </a:lnTo>
                  <a:lnTo>
                    <a:pt x="1382" y="1593"/>
                  </a:lnTo>
                  <a:cubicBezTo>
                    <a:pt x="1386" y="977"/>
                    <a:pt x="1887" y="477"/>
                    <a:pt x="2503" y="477"/>
                  </a:cubicBezTo>
                  <a:close/>
                  <a:moveTo>
                    <a:pt x="3908" y="2402"/>
                  </a:moveTo>
                  <a:lnTo>
                    <a:pt x="3937" y="2407"/>
                  </a:lnTo>
                  <a:cubicBezTo>
                    <a:pt x="4018" y="2493"/>
                    <a:pt x="4004" y="2633"/>
                    <a:pt x="3908" y="2700"/>
                  </a:cubicBezTo>
                  <a:lnTo>
                    <a:pt x="3908" y="2402"/>
                  </a:lnTo>
                  <a:close/>
                  <a:moveTo>
                    <a:pt x="1218" y="2402"/>
                  </a:moveTo>
                  <a:lnTo>
                    <a:pt x="1218" y="2705"/>
                  </a:lnTo>
                  <a:cubicBezTo>
                    <a:pt x="1165" y="2666"/>
                    <a:pt x="1131" y="2609"/>
                    <a:pt x="1131" y="2541"/>
                  </a:cubicBezTo>
                  <a:cubicBezTo>
                    <a:pt x="1131" y="2493"/>
                    <a:pt x="1146" y="2450"/>
                    <a:pt x="1179" y="2411"/>
                  </a:cubicBezTo>
                  <a:cubicBezTo>
                    <a:pt x="1194" y="2411"/>
                    <a:pt x="1204" y="2407"/>
                    <a:pt x="1218" y="2402"/>
                  </a:cubicBezTo>
                  <a:close/>
                  <a:moveTo>
                    <a:pt x="2974" y="1709"/>
                  </a:moveTo>
                  <a:cubicBezTo>
                    <a:pt x="3080" y="1896"/>
                    <a:pt x="3239" y="2050"/>
                    <a:pt x="3431" y="2147"/>
                  </a:cubicBezTo>
                  <a:lnTo>
                    <a:pt x="3431" y="2835"/>
                  </a:lnTo>
                  <a:cubicBezTo>
                    <a:pt x="3431" y="3253"/>
                    <a:pt x="3090" y="3590"/>
                    <a:pt x="2671" y="3590"/>
                  </a:cubicBezTo>
                  <a:lnTo>
                    <a:pt x="2455" y="3590"/>
                  </a:lnTo>
                  <a:cubicBezTo>
                    <a:pt x="2036" y="3590"/>
                    <a:pt x="1694" y="3253"/>
                    <a:pt x="1694" y="2835"/>
                  </a:cubicBezTo>
                  <a:lnTo>
                    <a:pt x="1694" y="2204"/>
                  </a:lnTo>
                  <a:lnTo>
                    <a:pt x="1694" y="2200"/>
                  </a:lnTo>
                  <a:cubicBezTo>
                    <a:pt x="2007" y="2166"/>
                    <a:pt x="2551" y="2060"/>
                    <a:pt x="2974" y="1709"/>
                  </a:cubicBezTo>
                  <a:close/>
                  <a:moveTo>
                    <a:pt x="2820" y="4057"/>
                  </a:moveTo>
                  <a:lnTo>
                    <a:pt x="2820" y="4187"/>
                  </a:lnTo>
                  <a:lnTo>
                    <a:pt x="2556" y="4456"/>
                  </a:lnTo>
                  <a:lnTo>
                    <a:pt x="2310" y="4216"/>
                  </a:lnTo>
                  <a:lnTo>
                    <a:pt x="2310" y="4057"/>
                  </a:lnTo>
                  <a:cubicBezTo>
                    <a:pt x="2358" y="4062"/>
                    <a:pt x="2406" y="4067"/>
                    <a:pt x="2455" y="4067"/>
                  </a:cubicBezTo>
                  <a:lnTo>
                    <a:pt x="2671" y="4067"/>
                  </a:lnTo>
                  <a:cubicBezTo>
                    <a:pt x="2719" y="4067"/>
                    <a:pt x="2772" y="4062"/>
                    <a:pt x="2820" y="4057"/>
                  </a:cubicBezTo>
                  <a:close/>
                  <a:moveTo>
                    <a:pt x="2503" y="1"/>
                  </a:moveTo>
                  <a:cubicBezTo>
                    <a:pt x="1622" y="1"/>
                    <a:pt x="905" y="718"/>
                    <a:pt x="905" y="1603"/>
                  </a:cubicBezTo>
                  <a:lnTo>
                    <a:pt x="905" y="2022"/>
                  </a:lnTo>
                  <a:cubicBezTo>
                    <a:pt x="429" y="2407"/>
                    <a:pt x="669" y="3172"/>
                    <a:pt x="1281" y="3215"/>
                  </a:cubicBezTo>
                  <a:cubicBezTo>
                    <a:pt x="1377" y="3504"/>
                    <a:pt x="1574" y="3744"/>
                    <a:pt x="1834" y="3898"/>
                  </a:cubicBezTo>
                  <a:lnTo>
                    <a:pt x="1834" y="4028"/>
                  </a:lnTo>
                  <a:lnTo>
                    <a:pt x="857" y="4413"/>
                  </a:lnTo>
                  <a:cubicBezTo>
                    <a:pt x="766" y="4447"/>
                    <a:pt x="1" y="4750"/>
                    <a:pt x="1" y="5722"/>
                  </a:cubicBezTo>
                  <a:lnTo>
                    <a:pt x="1" y="6573"/>
                  </a:lnTo>
                  <a:cubicBezTo>
                    <a:pt x="1" y="6708"/>
                    <a:pt x="111" y="6814"/>
                    <a:pt x="241" y="6814"/>
                  </a:cubicBezTo>
                  <a:lnTo>
                    <a:pt x="847" y="6814"/>
                  </a:lnTo>
                  <a:cubicBezTo>
                    <a:pt x="858" y="6815"/>
                    <a:pt x="868" y="6816"/>
                    <a:pt x="878" y="6816"/>
                  </a:cubicBezTo>
                  <a:cubicBezTo>
                    <a:pt x="1005" y="6816"/>
                    <a:pt x="1117" y="6707"/>
                    <a:pt x="1117" y="6573"/>
                  </a:cubicBezTo>
                  <a:cubicBezTo>
                    <a:pt x="1117" y="6440"/>
                    <a:pt x="1006" y="6336"/>
                    <a:pt x="879" y="6336"/>
                  </a:cubicBezTo>
                  <a:cubicBezTo>
                    <a:pt x="869" y="6336"/>
                    <a:pt x="858" y="6336"/>
                    <a:pt x="847" y="6338"/>
                  </a:cubicBezTo>
                  <a:lnTo>
                    <a:pt x="477" y="6338"/>
                  </a:lnTo>
                  <a:lnTo>
                    <a:pt x="477" y="5722"/>
                  </a:lnTo>
                  <a:cubicBezTo>
                    <a:pt x="477" y="5058"/>
                    <a:pt x="992" y="4865"/>
                    <a:pt x="1016" y="4861"/>
                  </a:cubicBezTo>
                  <a:lnTo>
                    <a:pt x="1026" y="4856"/>
                  </a:lnTo>
                  <a:lnTo>
                    <a:pt x="1920" y="4504"/>
                  </a:lnTo>
                  <a:lnTo>
                    <a:pt x="2397" y="4966"/>
                  </a:lnTo>
                  <a:cubicBezTo>
                    <a:pt x="2440" y="5010"/>
                    <a:pt x="2498" y="5034"/>
                    <a:pt x="2560" y="5039"/>
                  </a:cubicBezTo>
                  <a:lnTo>
                    <a:pt x="2565" y="5039"/>
                  </a:lnTo>
                  <a:cubicBezTo>
                    <a:pt x="2628" y="5034"/>
                    <a:pt x="2690" y="5010"/>
                    <a:pt x="2734" y="4962"/>
                  </a:cubicBezTo>
                  <a:lnTo>
                    <a:pt x="3181" y="4500"/>
                  </a:lnTo>
                  <a:lnTo>
                    <a:pt x="4076" y="4861"/>
                  </a:lnTo>
                  <a:lnTo>
                    <a:pt x="4086" y="4861"/>
                  </a:lnTo>
                  <a:cubicBezTo>
                    <a:pt x="4110" y="4870"/>
                    <a:pt x="4625" y="5063"/>
                    <a:pt x="4625" y="5722"/>
                  </a:cubicBezTo>
                  <a:lnTo>
                    <a:pt x="4625" y="6333"/>
                  </a:lnTo>
                  <a:lnTo>
                    <a:pt x="1608" y="6333"/>
                  </a:lnTo>
                  <a:cubicBezTo>
                    <a:pt x="1324" y="6371"/>
                    <a:pt x="1324" y="6776"/>
                    <a:pt x="1608" y="6814"/>
                  </a:cubicBezTo>
                  <a:lnTo>
                    <a:pt x="4865" y="6814"/>
                  </a:lnTo>
                  <a:cubicBezTo>
                    <a:pt x="5000" y="6814"/>
                    <a:pt x="5106" y="6703"/>
                    <a:pt x="5106" y="6573"/>
                  </a:cubicBezTo>
                  <a:lnTo>
                    <a:pt x="5106" y="5722"/>
                  </a:lnTo>
                  <a:cubicBezTo>
                    <a:pt x="5101" y="4755"/>
                    <a:pt x="4346" y="4447"/>
                    <a:pt x="4249" y="4413"/>
                  </a:cubicBezTo>
                  <a:lnTo>
                    <a:pt x="3297" y="4033"/>
                  </a:lnTo>
                  <a:lnTo>
                    <a:pt x="3297" y="3898"/>
                  </a:lnTo>
                  <a:cubicBezTo>
                    <a:pt x="3556" y="3744"/>
                    <a:pt x="3754" y="3499"/>
                    <a:pt x="3850" y="3215"/>
                  </a:cubicBezTo>
                  <a:cubicBezTo>
                    <a:pt x="4451" y="3162"/>
                    <a:pt x="4687" y="2407"/>
                    <a:pt x="4221" y="2022"/>
                  </a:cubicBezTo>
                  <a:lnTo>
                    <a:pt x="4221" y="1603"/>
                  </a:lnTo>
                  <a:cubicBezTo>
                    <a:pt x="4221" y="718"/>
                    <a:pt x="3504" y="1"/>
                    <a:pt x="2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87"/>
            <p:cNvSpPr/>
            <p:nvPr/>
          </p:nvSpPr>
          <p:spPr>
            <a:xfrm>
              <a:off x="7073496" y="2612209"/>
              <a:ext cx="133918" cy="178740"/>
            </a:xfrm>
            <a:custGeom>
              <a:rect b="b" l="l" r="r" t="t"/>
              <a:pathLst>
                <a:path extrusionOk="0" h="6815" w="5106">
                  <a:moveTo>
                    <a:pt x="2618" y="477"/>
                  </a:moveTo>
                  <a:cubicBezTo>
                    <a:pt x="3239" y="477"/>
                    <a:pt x="3739" y="977"/>
                    <a:pt x="3744" y="1598"/>
                  </a:cubicBezTo>
                  <a:lnTo>
                    <a:pt x="3744" y="1752"/>
                  </a:lnTo>
                  <a:lnTo>
                    <a:pt x="3729" y="1747"/>
                  </a:lnTo>
                  <a:lnTo>
                    <a:pt x="3725" y="1747"/>
                  </a:lnTo>
                  <a:cubicBezTo>
                    <a:pt x="3393" y="1670"/>
                    <a:pt x="3287" y="1232"/>
                    <a:pt x="3282" y="1228"/>
                  </a:cubicBezTo>
                  <a:cubicBezTo>
                    <a:pt x="3253" y="1110"/>
                    <a:pt x="3152" y="1044"/>
                    <a:pt x="3048" y="1044"/>
                  </a:cubicBezTo>
                  <a:cubicBezTo>
                    <a:pt x="2978" y="1044"/>
                    <a:pt x="2907" y="1075"/>
                    <a:pt x="2859" y="1141"/>
                  </a:cubicBezTo>
                  <a:cubicBezTo>
                    <a:pt x="2425" y="1733"/>
                    <a:pt x="1468" y="1743"/>
                    <a:pt x="1458" y="1743"/>
                  </a:cubicBezTo>
                  <a:lnTo>
                    <a:pt x="1381" y="1743"/>
                  </a:lnTo>
                  <a:lnTo>
                    <a:pt x="1381" y="1593"/>
                  </a:lnTo>
                  <a:cubicBezTo>
                    <a:pt x="1386" y="973"/>
                    <a:pt x="1887" y="477"/>
                    <a:pt x="2507" y="477"/>
                  </a:cubicBezTo>
                  <a:close/>
                  <a:moveTo>
                    <a:pt x="3912" y="2402"/>
                  </a:moveTo>
                  <a:lnTo>
                    <a:pt x="3936" y="2407"/>
                  </a:lnTo>
                  <a:cubicBezTo>
                    <a:pt x="4018" y="2493"/>
                    <a:pt x="4004" y="2633"/>
                    <a:pt x="3912" y="2700"/>
                  </a:cubicBezTo>
                  <a:lnTo>
                    <a:pt x="3912" y="2402"/>
                  </a:lnTo>
                  <a:close/>
                  <a:moveTo>
                    <a:pt x="1218" y="2402"/>
                  </a:moveTo>
                  <a:lnTo>
                    <a:pt x="1218" y="2705"/>
                  </a:lnTo>
                  <a:cubicBezTo>
                    <a:pt x="1165" y="2666"/>
                    <a:pt x="1131" y="2609"/>
                    <a:pt x="1131" y="2541"/>
                  </a:cubicBezTo>
                  <a:cubicBezTo>
                    <a:pt x="1131" y="2493"/>
                    <a:pt x="1150" y="2450"/>
                    <a:pt x="1179" y="2411"/>
                  </a:cubicBezTo>
                  <a:cubicBezTo>
                    <a:pt x="1194" y="2411"/>
                    <a:pt x="1208" y="2407"/>
                    <a:pt x="1218" y="2402"/>
                  </a:cubicBezTo>
                  <a:close/>
                  <a:moveTo>
                    <a:pt x="2974" y="1709"/>
                  </a:moveTo>
                  <a:cubicBezTo>
                    <a:pt x="3080" y="1896"/>
                    <a:pt x="3239" y="2050"/>
                    <a:pt x="3431" y="2147"/>
                  </a:cubicBezTo>
                  <a:lnTo>
                    <a:pt x="3431" y="2835"/>
                  </a:lnTo>
                  <a:cubicBezTo>
                    <a:pt x="3431" y="3253"/>
                    <a:pt x="3094" y="3590"/>
                    <a:pt x="2671" y="3590"/>
                  </a:cubicBezTo>
                  <a:lnTo>
                    <a:pt x="2459" y="3590"/>
                  </a:lnTo>
                  <a:cubicBezTo>
                    <a:pt x="2036" y="3590"/>
                    <a:pt x="1699" y="3253"/>
                    <a:pt x="1699" y="2835"/>
                  </a:cubicBezTo>
                  <a:lnTo>
                    <a:pt x="1699" y="2204"/>
                  </a:lnTo>
                  <a:lnTo>
                    <a:pt x="1699" y="2200"/>
                  </a:lnTo>
                  <a:cubicBezTo>
                    <a:pt x="2007" y="2166"/>
                    <a:pt x="2555" y="2060"/>
                    <a:pt x="2974" y="1709"/>
                  </a:cubicBezTo>
                  <a:close/>
                  <a:moveTo>
                    <a:pt x="2820" y="4057"/>
                  </a:moveTo>
                  <a:lnTo>
                    <a:pt x="2820" y="4187"/>
                  </a:lnTo>
                  <a:lnTo>
                    <a:pt x="2555" y="4456"/>
                  </a:lnTo>
                  <a:lnTo>
                    <a:pt x="2310" y="4216"/>
                  </a:lnTo>
                  <a:lnTo>
                    <a:pt x="2310" y="4057"/>
                  </a:lnTo>
                  <a:cubicBezTo>
                    <a:pt x="2358" y="4062"/>
                    <a:pt x="2406" y="4067"/>
                    <a:pt x="2459" y="4067"/>
                  </a:cubicBezTo>
                  <a:lnTo>
                    <a:pt x="2676" y="4067"/>
                  </a:lnTo>
                  <a:cubicBezTo>
                    <a:pt x="2724" y="4067"/>
                    <a:pt x="2772" y="4062"/>
                    <a:pt x="2820" y="4057"/>
                  </a:cubicBezTo>
                  <a:close/>
                  <a:moveTo>
                    <a:pt x="2502" y="1"/>
                  </a:moveTo>
                  <a:cubicBezTo>
                    <a:pt x="1622" y="1"/>
                    <a:pt x="905" y="718"/>
                    <a:pt x="905" y="1603"/>
                  </a:cubicBezTo>
                  <a:lnTo>
                    <a:pt x="905" y="2022"/>
                  </a:lnTo>
                  <a:cubicBezTo>
                    <a:pt x="429" y="2407"/>
                    <a:pt x="669" y="3172"/>
                    <a:pt x="1280" y="3215"/>
                  </a:cubicBezTo>
                  <a:cubicBezTo>
                    <a:pt x="1372" y="3504"/>
                    <a:pt x="1569" y="3744"/>
                    <a:pt x="1829" y="3898"/>
                  </a:cubicBezTo>
                  <a:lnTo>
                    <a:pt x="1829" y="4028"/>
                  </a:lnTo>
                  <a:lnTo>
                    <a:pt x="852" y="4413"/>
                  </a:lnTo>
                  <a:cubicBezTo>
                    <a:pt x="765" y="4447"/>
                    <a:pt x="0" y="4750"/>
                    <a:pt x="0" y="5722"/>
                  </a:cubicBezTo>
                  <a:lnTo>
                    <a:pt x="0" y="6573"/>
                  </a:lnTo>
                  <a:cubicBezTo>
                    <a:pt x="0" y="6708"/>
                    <a:pt x="106" y="6814"/>
                    <a:pt x="241" y="6814"/>
                  </a:cubicBezTo>
                  <a:lnTo>
                    <a:pt x="847" y="6814"/>
                  </a:lnTo>
                  <a:cubicBezTo>
                    <a:pt x="1126" y="6780"/>
                    <a:pt x="1126" y="6371"/>
                    <a:pt x="847" y="6338"/>
                  </a:cubicBezTo>
                  <a:lnTo>
                    <a:pt x="477" y="6338"/>
                  </a:lnTo>
                  <a:lnTo>
                    <a:pt x="477" y="5722"/>
                  </a:lnTo>
                  <a:cubicBezTo>
                    <a:pt x="477" y="5058"/>
                    <a:pt x="996" y="4865"/>
                    <a:pt x="1016" y="4861"/>
                  </a:cubicBezTo>
                  <a:lnTo>
                    <a:pt x="1025" y="4856"/>
                  </a:lnTo>
                  <a:lnTo>
                    <a:pt x="1920" y="4504"/>
                  </a:lnTo>
                  <a:lnTo>
                    <a:pt x="2397" y="4966"/>
                  </a:lnTo>
                  <a:cubicBezTo>
                    <a:pt x="2440" y="5010"/>
                    <a:pt x="2498" y="5034"/>
                    <a:pt x="2560" y="5039"/>
                  </a:cubicBezTo>
                  <a:lnTo>
                    <a:pt x="2565" y="5039"/>
                  </a:lnTo>
                  <a:cubicBezTo>
                    <a:pt x="2628" y="5034"/>
                    <a:pt x="2690" y="5010"/>
                    <a:pt x="2733" y="4962"/>
                  </a:cubicBezTo>
                  <a:lnTo>
                    <a:pt x="3181" y="4500"/>
                  </a:lnTo>
                  <a:lnTo>
                    <a:pt x="4076" y="4861"/>
                  </a:lnTo>
                  <a:lnTo>
                    <a:pt x="4086" y="4861"/>
                  </a:lnTo>
                  <a:cubicBezTo>
                    <a:pt x="4110" y="4870"/>
                    <a:pt x="4629" y="5063"/>
                    <a:pt x="4629" y="5722"/>
                  </a:cubicBezTo>
                  <a:lnTo>
                    <a:pt x="4629" y="6333"/>
                  </a:lnTo>
                  <a:lnTo>
                    <a:pt x="1607" y="6333"/>
                  </a:lnTo>
                  <a:cubicBezTo>
                    <a:pt x="1324" y="6371"/>
                    <a:pt x="1324" y="6776"/>
                    <a:pt x="1607" y="6814"/>
                  </a:cubicBezTo>
                  <a:lnTo>
                    <a:pt x="4865" y="6814"/>
                  </a:lnTo>
                  <a:cubicBezTo>
                    <a:pt x="5000" y="6814"/>
                    <a:pt x="5106" y="6703"/>
                    <a:pt x="5106" y="6573"/>
                  </a:cubicBezTo>
                  <a:lnTo>
                    <a:pt x="5106" y="5722"/>
                  </a:lnTo>
                  <a:cubicBezTo>
                    <a:pt x="5106" y="4755"/>
                    <a:pt x="4345" y="4447"/>
                    <a:pt x="4249" y="4413"/>
                  </a:cubicBezTo>
                  <a:lnTo>
                    <a:pt x="3296" y="4033"/>
                  </a:lnTo>
                  <a:lnTo>
                    <a:pt x="3296" y="3898"/>
                  </a:lnTo>
                  <a:cubicBezTo>
                    <a:pt x="3561" y="3744"/>
                    <a:pt x="3754" y="3499"/>
                    <a:pt x="3850" y="3215"/>
                  </a:cubicBezTo>
                  <a:cubicBezTo>
                    <a:pt x="4451" y="3162"/>
                    <a:pt x="4692" y="2407"/>
                    <a:pt x="4220" y="2022"/>
                  </a:cubicBezTo>
                  <a:lnTo>
                    <a:pt x="4220" y="1603"/>
                  </a:lnTo>
                  <a:cubicBezTo>
                    <a:pt x="4220" y="718"/>
                    <a:pt x="3503" y="1"/>
                    <a:pt x="2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6" name="Google Shape;16236;p87"/>
          <p:cNvGrpSpPr/>
          <p:nvPr/>
        </p:nvGrpSpPr>
        <p:grpSpPr>
          <a:xfrm>
            <a:off x="7975067" y="2420906"/>
            <a:ext cx="359946" cy="366031"/>
            <a:chOff x="7975067" y="2420906"/>
            <a:chExt cx="359946" cy="366031"/>
          </a:xfrm>
        </p:grpSpPr>
        <p:sp>
          <p:nvSpPr>
            <p:cNvPr id="16237" name="Google Shape;16237;p87"/>
            <p:cNvSpPr/>
            <p:nvPr/>
          </p:nvSpPr>
          <p:spPr>
            <a:xfrm>
              <a:off x="8232385" y="2626713"/>
              <a:ext cx="28667" cy="63025"/>
            </a:xfrm>
            <a:custGeom>
              <a:rect b="b" l="l" r="r" t="t"/>
              <a:pathLst>
                <a:path extrusionOk="0" h="2403" w="1093">
                  <a:moveTo>
                    <a:pt x="646" y="1"/>
                  </a:moveTo>
                  <a:cubicBezTo>
                    <a:pt x="289" y="1"/>
                    <a:pt x="1" y="297"/>
                    <a:pt x="1" y="655"/>
                  </a:cubicBezTo>
                  <a:lnTo>
                    <a:pt x="1" y="809"/>
                  </a:lnTo>
                  <a:cubicBezTo>
                    <a:pt x="1" y="997"/>
                    <a:pt x="29" y="1185"/>
                    <a:pt x="87" y="1363"/>
                  </a:cubicBezTo>
                  <a:lnTo>
                    <a:pt x="438" y="2402"/>
                  </a:lnTo>
                  <a:lnTo>
                    <a:pt x="1093" y="2402"/>
                  </a:lnTo>
                  <a:lnTo>
                    <a:pt x="1093" y="1"/>
                  </a:lnTo>
                  <a:lnTo>
                    <a:pt x="655" y="1"/>
                  </a:lnTo>
                  <a:cubicBezTo>
                    <a:pt x="652" y="1"/>
                    <a:pt x="649" y="1"/>
                    <a:pt x="64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87"/>
            <p:cNvSpPr/>
            <p:nvPr/>
          </p:nvSpPr>
          <p:spPr>
            <a:xfrm>
              <a:off x="8243872" y="2620917"/>
              <a:ext cx="68795" cy="68821"/>
            </a:xfrm>
            <a:custGeom>
              <a:rect b="b" l="l" r="r" t="t"/>
              <a:pathLst>
                <a:path extrusionOk="0" h="2624" w="2623">
                  <a:moveTo>
                    <a:pt x="655" y="1"/>
                  </a:moveTo>
                  <a:cubicBezTo>
                    <a:pt x="294" y="1"/>
                    <a:pt x="0" y="294"/>
                    <a:pt x="0" y="655"/>
                  </a:cubicBezTo>
                  <a:cubicBezTo>
                    <a:pt x="0" y="896"/>
                    <a:pt x="198" y="1093"/>
                    <a:pt x="438" y="1093"/>
                  </a:cubicBezTo>
                  <a:lnTo>
                    <a:pt x="2180" y="2623"/>
                  </a:lnTo>
                  <a:lnTo>
                    <a:pt x="2570" y="1271"/>
                  </a:lnTo>
                  <a:cubicBezTo>
                    <a:pt x="2604" y="1151"/>
                    <a:pt x="2618" y="1030"/>
                    <a:pt x="2623" y="910"/>
                  </a:cubicBezTo>
                  <a:lnTo>
                    <a:pt x="2623"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87"/>
            <p:cNvSpPr/>
            <p:nvPr/>
          </p:nvSpPr>
          <p:spPr>
            <a:xfrm>
              <a:off x="8255229" y="2706864"/>
              <a:ext cx="34489" cy="34358"/>
            </a:xfrm>
            <a:custGeom>
              <a:rect b="b" l="l" r="r" t="t"/>
              <a:pathLst>
                <a:path extrusionOk="0" h="1310" w="1315">
                  <a:moveTo>
                    <a:pt x="1" y="0"/>
                  </a:moveTo>
                  <a:lnTo>
                    <a:pt x="1" y="1309"/>
                  </a:lnTo>
                  <a:lnTo>
                    <a:pt x="1314" y="1309"/>
                  </a:lnTo>
                  <a:lnTo>
                    <a:pt x="131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87"/>
            <p:cNvSpPr/>
            <p:nvPr/>
          </p:nvSpPr>
          <p:spPr>
            <a:xfrm>
              <a:off x="8215232" y="2720738"/>
              <a:ext cx="114483" cy="60612"/>
            </a:xfrm>
            <a:custGeom>
              <a:rect b="b" l="l" r="r" t="t"/>
              <a:pathLst>
                <a:path extrusionOk="0" h="2311" w="4365">
                  <a:moveTo>
                    <a:pt x="1526" y="1"/>
                  </a:moveTo>
                  <a:lnTo>
                    <a:pt x="477" y="299"/>
                  </a:lnTo>
                  <a:cubicBezTo>
                    <a:pt x="193" y="381"/>
                    <a:pt x="0" y="636"/>
                    <a:pt x="0" y="929"/>
                  </a:cubicBezTo>
                  <a:lnTo>
                    <a:pt x="0" y="2310"/>
                  </a:lnTo>
                  <a:lnTo>
                    <a:pt x="4364" y="2310"/>
                  </a:lnTo>
                  <a:lnTo>
                    <a:pt x="4364" y="929"/>
                  </a:lnTo>
                  <a:cubicBezTo>
                    <a:pt x="4364" y="636"/>
                    <a:pt x="4172" y="381"/>
                    <a:pt x="3888" y="299"/>
                  </a:cubicBezTo>
                  <a:lnTo>
                    <a:pt x="2834" y="1"/>
                  </a:lnTo>
                  <a:lnTo>
                    <a:pt x="2579" y="309"/>
                  </a:lnTo>
                  <a:cubicBezTo>
                    <a:pt x="2476" y="431"/>
                    <a:pt x="2329" y="493"/>
                    <a:pt x="2182" y="493"/>
                  </a:cubicBezTo>
                  <a:cubicBezTo>
                    <a:pt x="2036" y="493"/>
                    <a:pt x="1889" y="431"/>
                    <a:pt x="1785" y="309"/>
                  </a:cubicBezTo>
                  <a:lnTo>
                    <a:pt x="1526" y="1"/>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87"/>
            <p:cNvSpPr/>
            <p:nvPr/>
          </p:nvSpPr>
          <p:spPr>
            <a:xfrm>
              <a:off x="8238076" y="2649688"/>
              <a:ext cx="68795" cy="62867"/>
            </a:xfrm>
            <a:custGeom>
              <a:rect b="b" l="l" r="r" t="t"/>
              <a:pathLst>
                <a:path extrusionOk="0" h="2397" w="2623">
                  <a:moveTo>
                    <a:pt x="826" y="0"/>
                  </a:moveTo>
                  <a:cubicBezTo>
                    <a:pt x="711" y="0"/>
                    <a:pt x="603" y="48"/>
                    <a:pt x="525" y="126"/>
                  </a:cubicBezTo>
                  <a:lnTo>
                    <a:pt x="308" y="342"/>
                  </a:lnTo>
                  <a:cubicBezTo>
                    <a:pt x="111" y="540"/>
                    <a:pt x="0" y="809"/>
                    <a:pt x="0" y="1088"/>
                  </a:cubicBezTo>
                  <a:cubicBezTo>
                    <a:pt x="0" y="1810"/>
                    <a:pt x="587" y="2397"/>
                    <a:pt x="1309" y="2397"/>
                  </a:cubicBezTo>
                  <a:cubicBezTo>
                    <a:pt x="2035" y="2397"/>
                    <a:pt x="2618" y="1810"/>
                    <a:pt x="2623" y="1088"/>
                  </a:cubicBezTo>
                  <a:lnTo>
                    <a:pt x="2623" y="809"/>
                  </a:lnTo>
                  <a:cubicBezTo>
                    <a:pt x="2623" y="694"/>
                    <a:pt x="2574" y="583"/>
                    <a:pt x="2493" y="501"/>
                  </a:cubicBezTo>
                  <a:cubicBezTo>
                    <a:pt x="2156" y="169"/>
                    <a:pt x="1540" y="20"/>
                    <a:pt x="842" y="1"/>
                  </a:cubicBezTo>
                  <a:cubicBezTo>
                    <a:pt x="837" y="1"/>
                    <a:pt x="831" y="0"/>
                    <a:pt x="82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87"/>
            <p:cNvSpPr/>
            <p:nvPr/>
          </p:nvSpPr>
          <p:spPr>
            <a:xfrm>
              <a:off x="8238076" y="2649688"/>
              <a:ext cx="68532" cy="61503"/>
            </a:xfrm>
            <a:custGeom>
              <a:rect b="b" l="l" r="r" t="t"/>
              <a:pathLst>
                <a:path extrusionOk="0" h="2345" w="2613">
                  <a:moveTo>
                    <a:pt x="826" y="0"/>
                  </a:moveTo>
                  <a:cubicBezTo>
                    <a:pt x="711" y="0"/>
                    <a:pt x="603" y="48"/>
                    <a:pt x="525" y="126"/>
                  </a:cubicBezTo>
                  <a:lnTo>
                    <a:pt x="308" y="342"/>
                  </a:lnTo>
                  <a:cubicBezTo>
                    <a:pt x="111" y="540"/>
                    <a:pt x="0" y="809"/>
                    <a:pt x="0" y="1088"/>
                  </a:cubicBezTo>
                  <a:cubicBezTo>
                    <a:pt x="0" y="1670"/>
                    <a:pt x="385" y="2185"/>
                    <a:pt x="948" y="2344"/>
                  </a:cubicBezTo>
                  <a:cubicBezTo>
                    <a:pt x="760" y="2113"/>
                    <a:pt x="655" y="1824"/>
                    <a:pt x="655" y="1526"/>
                  </a:cubicBezTo>
                  <a:lnTo>
                    <a:pt x="655" y="1088"/>
                  </a:lnTo>
                  <a:cubicBezTo>
                    <a:pt x="655" y="846"/>
                    <a:pt x="852" y="650"/>
                    <a:pt x="1096" y="650"/>
                  </a:cubicBezTo>
                  <a:cubicBezTo>
                    <a:pt x="1104" y="650"/>
                    <a:pt x="1113" y="650"/>
                    <a:pt x="1121" y="650"/>
                  </a:cubicBezTo>
                  <a:cubicBezTo>
                    <a:pt x="1559" y="679"/>
                    <a:pt x="2214" y="751"/>
                    <a:pt x="2613" y="949"/>
                  </a:cubicBezTo>
                  <a:cubicBezTo>
                    <a:pt x="2603" y="852"/>
                    <a:pt x="2560" y="564"/>
                    <a:pt x="2493" y="501"/>
                  </a:cubicBezTo>
                  <a:cubicBezTo>
                    <a:pt x="2156" y="169"/>
                    <a:pt x="1540" y="20"/>
                    <a:pt x="842" y="1"/>
                  </a:cubicBezTo>
                  <a:cubicBezTo>
                    <a:pt x="837" y="1"/>
                    <a:pt x="831" y="0"/>
                    <a:pt x="82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87"/>
            <p:cNvSpPr/>
            <p:nvPr/>
          </p:nvSpPr>
          <p:spPr>
            <a:xfrm>
              <a:off x="8215232" y="2735269"/>
              <a:ext cx="22870" cy="46082"/>
            </a:xfrm>
            <a:custGeom>
              <a:rect b="b" l="l" r="r" t="t"/>
              <a:pathLst>
                <a:path extrusionOk="0" h="1757" w="872">
                  <a:moveTo>
                    <a:pt x="120" y="0"/>
                  </a:moveTo>
                  <a:cubicBezTo>
                    <a:pt x="39" y="111"/>
                    <a:pt x="0" y="241"/>
                    <a:pt x="0" y="375"/>
                  </a:cubicBezTo>
                  <a:lnTo>
                    <a:pt x="0" y="1756"/>
                  </a:lnTo>
                  <a:lnTo>
                    <a:pt x="871" y="1756"/>
                  </a:lnTo>
                  <a:lnTo>
                    <a:pt x="871" y="1030"/>
                  </a:lnTo>
                  <a:cubicBezTo>
                    <a:pt x="871" y="852"/>
                    <a:pt x="804" y="688"/>
                    <a:pt x="679" y="563"/>
                  </a:cubicBezTo>
                  <a:lnTo>
                    <a:pt x="120"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87"/>
            <p:cNvSpPr/>
            <p:nvPr/>
          </p:nvSpPr>
          <p:spPr>
            <a:xfrm>
              <a:off x="8306845" y="2735269"/>
              <a:ext cx="22870" cy="46082"/>
            </a:xfrm>
            <a:custGeom>
              <a:rect b="b" l="l" r="r" t="t"/>
              <a:pathLst>
                <a:path extrusionOk="0" h="1757" w="872">
                  <a:moveTo>
                    <a:pt x="751" y="0"/>
                  </a:moveTo>
                  <a:lnTo>
                    <a:pt x="188" y="563"/>
                  </a:lnTo>
                  <a:cubicBezTo>
                    <a:pt x="68" y="688"/>
                    <a:pt x="1" y="852"/>
                    <a:pt x="1" y="1030"/>
                  </a:cubicBezTo>
                  <a:lnTo>
                    <a:pt x="1" y="1756"/>
                  </a:lnTo>
                  <a:lnTo>
                    <a:pt x="871" y="1756"/>
                  </a:lnTo>
                  <a:lnTo>
                    <a:pt x="871" y="375"/>
                  </a:lnTo>
                  <a:cubicBezTo>
                    <a:pt x="871" y="241"/>
                    <a:pt x="828" y="111"/>
                    <a:pt x="75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87"/>
            <p:cNvSpPr/>
            <p:nvPr/>
          </p:nvSpPr>
          <p:spPr>
            <a:xfrm>
              <a:off x="8101641" y="2426335"/>
              <a:ext cx="102890" cy="102995"/>
            </a:xfrm>
            <a:custGeom>
              <a:rect b="b" l="l" r="r" t="t"/>
              <a:pathLst>
                <a:path extrusionOk="0" h="3927" w="3923">
                  <a:moveTo>
                    <a:pt x="1959" y="0"/>
                  </a:moveTo>
                  <a:cubicBezTo>
                    <a:pt x="1103" y="0"/>
                    <a:pt x="467" y="683"/>
                    <a:pt x="410" y="1525"/>
                  </a:cubicBezTo>
                  <a:cubicBezTo>
                    <a:pt x="376" y="1968"/>
                    <a:pt x="227" y="2820"/>
                    <a:pt x="39" y="3310"/>
                  </a:cubicBezTo>
                  <a:cubicBezTo>
                    <a:pt x="1" y="3421"/>
                    <a:pt x="49" y="3541"/>
                    <a:pt x="155" y="3590"/>
                  </a:cubicBezTo>
                  <a:cubicBezTo>
                    <a:pt x="515" y="3758"/>
                    <a:pt x="900" y="3869"/>
                    <a:pt x="1300" y="3926"/>
                  </a:cubicBezTo>
                  <a:lnTo>
                    <a:pt x="2628" y="3926"/>
                  </a:lnTo>
                  <a:cubicBezTo>
                    <a:pt x="3022" y="3869"/>
                    <a:pt x="3407" y="3758"/>
                    <a:pt x="3773" y="3590"/>
                  </a:cubicBezTo>
                  <a:cubicBezTo>
                    <a:pt x="3874" y="3541"/>
                    <a:pt x="3922" y="3416"/>
                    <a:pt x="3879" y="3310"/>
                  </a:cubicBezTo>
                  <a:cubicBezTo>
                    <a:pt x="3691" y="2820"/>
                    <a:pt x="3542" y="1968"/>
                    <a:pt x="3513" y="1525"/>
                  </a:cubicBezTo>
                  <a:cubicBezTo>
                    <a:pt x="3451" y="683"/>
                    <a:pt x="2815" y="0"/>
                    <a:pt x="1959"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87"/>
            <p:cNvSpPr/>
            <p:nvPr/>
          </p:nvSpPr>
          <p:spPr>
            <a:xfrm>
              <a:off x="8129547" y="2426335"/>
              <a:ext cx="74984" cy="102995"/>
            </a:xfrm>
            <a:custGeom>
              <a:rect b="b" l="l" r="r" t="t"/>
              <a:pathLst>
                <a:path extrusionOk="0" h="3927" w="2859">
                  <a:moveTo>
                    <a:pt x="890" y="0"/>
                  </a:moveTo>
                  <a:cubicBezTo>
                    <a:pt x="231" y="0"/>
                    <a:pt x="0" y="900"/>
                    <a:pt x="563" y="1232"/>
                  </a:cubicBezTo>
                  <a:cubicBezTo>
                    <a:pt x="582" y="1241"/>
                    <a:pt x="601" y="1251"/>
                    <a:pt x="621" y="1261"/>
                  </a:cubicBezTo>
                  <a:lnTo>
                    <a:pt x="1116" y="3926"/>
                  </a:lnTo>
                  <a:lnTo>
                    <a:pt x="1559" y="3926"/>
                  </a:lnTo>
                  <a:cubicBezTo>
                    <a:pt x="1954" y="3869"/>
                    <a:pt x="2339" y="3758"/>
                    <a:pt x="2699" y="3590"/>
                  </a:cubicBezTo>
                  <a:cubicBezTo>
                    <a:pt x="2805" y="3541"/>
                    <a:pt x="2858" y="3421"/>
                    <a:pt x="2815" y="3310"/>
                  </a:cubicBezTo>
                  <a:cubicBezTo>
                    <a:pt x="2627" y="2820"/>
                    <a:pt x="2478" y="1968"/>
                    <a:pt x="2449" y="1525"/>
                  </a:cubicBezTo>
                  <a:cubicBezTo>
                    <a:pt x="2387" y="683"/>
                    <a:pt x="1751" y="0"/>
                    <a:pt x="89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87"/>
            <p:cNvSpPr/>
            <p:nvPr/>
          </p:nvSpPr>
          <p:spPr>
            <a:xfrm>
              <a:off x="8100749" y="2506460"/>
              <a:ext cx="103153" cy="80151"/>
            </a:xfrm>
            <a:custGeom>
              <a:rect b="b" l="l" r="r" t="t"/>
              <a:pathLst>
                <a:path extrusionOk="0" h="3056" w="3933">
                  <a:moveTo>
                    <a:pt x="1305" y="0"/>
                  </a:moveTo>
                  <a:lnTo>
                    <a:pt x="1305" y="655"/>
                  </a:lnTo>
                  <a:cubicBezTo>
                    <a:pt x="1310" y="818"/>
                    <a:pt x="1214" y="972"/>
                    <a:pt x="1064" y="1045"/>
                  </a:cubicBezTo>
                  <a:lnTo>
                    <a:pt x="362" y="1396"/>
                  </a:lnTo>
                  <a:cubicBezTo>
                    <a:pt x="140" y="1511"/>
                    <a:pt x="1" y="1737"/>
                    <a:pt x="1" y="1983"/>
                  </a:cubicBezTo>
                  <a:lnTo>
                    <a:pt x="1" y="3056"/>
                  </a:lnTo>
                  <a:lnTo>
                    <a:pt x="3932" y="3056"/>
                  </a:lnTo>
                  <a:lnTo>
                    <a:pt x="3932" y="1983"/>
                  </a:lnTo>
                  <a:cubicBezTo>
                    <a:pt x="3927" y="1733"/>
                    <a:pt x="3788" y="1507"/>
                    <a:pt x="3566" y="1396"/>
                  </a:cubicBezTo>
                  <a:lnTo>
                    <a:pt x="2859" y="1045"/>
                  </a:lnTo>
                  <a:cubicBezTo>
                    <a:pt x="2710" y="972"/>
                    <a:pt x="2619" y="818"/>
                    <a:pt x="2619" y="655"/>
                  </a:cubicBezTo>
                  <a:lnTo>
                    <a:pt x="261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87"/>
            <p:cNvSpPr/>
            <p:nvPr/>
          </p:nvSpPr>
          <p:spPr>
            <a:xfrm>
              <a:off x="8100749" y="2531822"/>
              <a:ext cx="103153" cy="54789"/>
            </a:xfrm>
            <a:custGeom>
              <a:rect b="b" l="l" r="r" t="t"/>
              <a:pathLst>
                <a:path extrusionOk="0" h="2089" w="3933">
                  <a:moveTo>
                    <a:pt x="1175" y="1"/>
                  </a:moveTo>
                  <a:cubicBezTo>
                    <a:pt x="1146" y="29"/>
                    <a:pt x="1108" y="58"/>
                    <a:pt x="1069" y="78"/>
                  </a:cubicBezTo>
                  <a:lnTo>
                    <a:pt x="362" y="429"/>
                  </a:lnTo>
                  <a:cubicBezTo>
                    <a:pt x="140" y="544"/>
                    <a:pt x="1" y="770"/>
                    <a:pt x="1" y="1016"/>
                  </a:cubicBezTo>
                  <a:lnTo>
                    <a:pt x="1" y="2089"/>
                  </a:lnTo>
                  <a:lnTo>
                    <a:pt x="3932" y="2089"/>
                  </a:lnTo>
                  <a:lnTo>
                    <a:pt x="3932" y="1016"/>
                  </a:lnTo>
                  <a:cubicBezTo>
                    <a:pt x="3932" y="770"/>
                    <a:pt x="3793" y="544"/>
                    <a:pt x="3571" y="429"/>
                  </a:cubicBezTo>
                  <a:lnTo>
                    <a:pt x="2864" y="78"/>
                  </a:lnTo>
                  <a:cubicBezTo>
                    <a:pt x="2821" y="58"/>
                    <a:pt x="2787" y="29"/>
                    <a:pt x="2753" y="1"/>
                  </a:cubicBezTo>
                  <a:lnTo>
                    <a:pt x="2503" y="280"/>
                  </a:lnTo>
                  <a:cubicBezTo>
                    <a:pt x="2364" y="446"/>
                    <a:pt x="2165" y="529"/>
                    <a:pt x="1966" y="529"/>
                  </a:cubicBezTo>
                  <a:cubicBezTo>
                    <a:pt x="1767" y="529"/>
                    <a:pt x="1567" y="446"/>
                    <a:pt x="1425" y="280"/>
                  </a:cubicBezTo>
                  <a:lnTo>
                    <a:pt x="1175"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87"/>
            <p:cNvSpPr/>
            <p:nvPr/>
          </p:nvSpPr>
          <p:spPr>
            <a:xfrm>
              <a:off x="8118059" y="2461506"/>
              <a:ext cx="68532" cy="56468"/>
            </a:xfrm>
            <a:custGeom>
              <a:rect b="b" l="l" r="r" t="t"/>
              <a:pathLst>
                <a:path extrusionOk="0" h="2153" w="2613">
                  <a:moveTo>
                    <a:pt x="1002" y="0"/>
                  </a:moveTo>
                  <a:cubicBezTo>
                    <a:pt x="920" y="0"/>
                    <a:pt x="841" y="50"/>
                    <a:pt x="809" y="127"/>
                  </a:cubicBezTo>
                  <a:cubicBezTo>
                    <a:pt x="732" y="276"/>
                    <a:pt x="630" y="410"/>
                    <a:pt x="505" y="521"/>
                  </a:cubicBezTo>
                  <a:cubicBezTo>
                    <a:pt x="457" y="564"/>
                    <a:pt x="409" y="603"/>
                    <a:pt x="351" y="641"/>
                  </a:cubicBezTo>
                  <a:cubicBezTo>
                    <a:pt x="92" y="824"/>
                    <a:pt x="0" y="1171"/>
                    <a:pt x="145" y="1459"/>
                  </a:cubicBezTo>
                  <a:cubicBezTo>
                    <a:pt x="375" y="1883"/>
                    <a:pt x="818" y="2152"/>
                    <a:pt x="1304" y="2152"/>
                  </a:cubicBezTo>
                  <a:cubicBezTo>
                    <a:pt x="1987" y="2148"/>
                    <a:pt x="2555" y="1623"/>
                    <a:pt x="2608" y="940"/>
                  </a:cubicBezTo>
                  <a:cubicBezTo>
                    <a:pt x="2613" y="872"/>
                    <a:pt x="2584" y="810"/>
                    <a:pt x="2536" y="767"/>
                  </a:cubicBezTo>
                  <a:cubicBezTo>
                    <a:pt x="2103" y="406"/>
                    <a:pt x="1598" y="146"/>
                    <a:pt x="1049" y="6"/>
                  </a:cubicBezTo>
                  <a:cubicBezTo>
                    <a:pt x="1033" y="2"/>
                    <a:pt x="1018" y="0"/>
                    <a:pt x="100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87"/>
            <p:cNvSpPr/>
            <p:nvPr/>
          </p:nvSpPr>
          <p:spPr>
            <a:xfrm>
              <a:off x="8118164" y="2461611"/>
              <a:ext cx="68428" cy="55865"/>
            </a:xfrm>
            <a:custGeom>
              <a:rect b="b" l="l" r="r" t="t"/>
              <a:pathLst>
                <a:path extrusionOk="0" h="2130" w="2609">
                  <a:moveTo>
                    <a:pt x="998" y="1"/>
                  </a:moveTo>
                  <a:cubicBezTo>
                    <a:pt x="914" y="1"/>
                    <a:pt x="836" y="48"/>
                    <a:pt x="800" y="127"/>
                  </a:cubicBezTo>
                  <a:cubicBezTo>
                    <a:pt x="747" y="233"/>
                    <a:pt x="684" y="329"/>
                    <a:pt x="602" y="416"/>
                  </a:cubicBezTo>
                  <a:cubicBezTo>
                    <a:pt x="569" y="450"/>
                    <a:pt x="540" y="483"/>
                    <a:pt x="501" y="517"/>
                  </a:cubicBezTo>
                  <a:cubicBezTo>
                    <a:pt x="458" y="560"/>
                    <a:pt x="410" y="599"/>
                    <a:pt x="357" y="633"/>
                  </a:cubicBezTo>
                  <a:cubicBezTo>
                    <a:pt x="49" y="840"/>
                    <a:pt x="1" y="1234"/>
                    <a:pt x="193" y="1537"/>
                  </a:cubicBezTo>
                  <a:cubicBezTo>
                    <a:pt x="396" y="1855"/>
                    <a:pt x="728" y="2071"/>
                    <a:pt x="1098" y="2129"/>
                  </a:cubicBezTo>
                  <a:cubicBezTo>
                    <a:pt x="838" y="1946"/>
                    <a:pt x="646" y="1706"/>
                    <a:pt x="646" y="1273"/>
                  </a:cubicBezTo>
                  <a:lnTo>
                    <a:pt x="646" y="1104"/>
                  </a:lnTo>
                  <a:cubicBezTo>
                    <a:pt x="694" y="1066"/>
                    <a:pt x="742" y="1032"/>
                    <a:pt x="795" y="984"/>
                  </a:cubicBezTo>
                  <a:cubicBezTo>
                    <a:pt x="915" y="878"/>
                    <a:pt x="1021" y="753"/>
                    <a:pt x="1108" y="618"/>
                  </a:cubicBezTo>
                  <a:cubicBezTo>
                    <a:pt x="1521" y="748"/>
                    <a:pt x="1906" y="955"/>
                    <a:pt x="2243" y="1239"/>
                  </a:cubicBezTo>
                  <a:cubicBezTo>
                    <a:pt x="2287" y="1273"/>
                    <a:pt x="2344" y="1326"/>
                    <a:pt x="2465" y="1436"/>
                  </a:cubicBezTo>
                  <a:cubicBezTo>
                    <a:pt x="2542" y="1316"/>
                    <a:pt x="2594" y="1075"/>
                    <a:pt x="2604" y="936"/>
                  </a:cubicBezTo>
                  <a:cubicBezTo>
                    <a:pt x="2609" y="873"/>
                    <a:pt x="2580" y="806"/>
                    <a:pt x="2532" y="767"/>
                  </a:cubicBezTo>
                  <a:cubicBezTo>
                    <a:pt x="2099" y="402"/>
                    <a:pt x="1594" y="142"/>
                    <a:pt x="1050" y="7"/>
                  </a:cubicBezTo>
                  <a:cubicBezTo>
                    <a:pt x="1033" y="3"/>
                    <a:pt x="1015" y="1"/>
                    <a:pt x="99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87"/>
            <p:cNvSpPr/>
            <p:nvPr/>
          </p:nvSpPr>
          <p:spPr>
            <a:xfrm>
              <a:off x="8100644" y="2548109"/>
              <a:ext cx="22975" cy="38502"/>
            </a:xfrm>
            <a:custGeom>
              <a:rect b="b" l="l" r="r" t="t"/>
              <a:pathLst>
                <a:path extrusionOk="0" h="1468" w="876">
                  <a:moveTo>
                    <a:pt x="135" y="0"/>
                  </a:moveTo>
                  <a:cubicBezTo>
                    <a:pt x="48" y="116"/>
                    <a:pt x="0" y="255"/>
                    <a:pt x="0" y="395"/>
                  </a:cubicBezTo>
                  <a:lnTo>
                    <a:pt x="0" y="1468"/>
                  </a:lnTo>
                  <a:lnTo>
                    <a:pt x="876" y="1468"/>
                  </a:lnTo>
                  <a:lnTo>
                    <a:pt x="876" y="804"/>
                  </a:lnTo>
                  <a:cubicBezTo>
                    <a:pt x="876" y="674"/>
                    <a:pt x="813" y="549"/>
                    <a:pt x="712" y="467"/>
                  </a:cubicBezTo>
                  <a:lnTo>
                    <a:pt x="135"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87"/>
            <p:cNvSpPr/>
            <p:nvPr/>
          </p:nvSpPr>
          <p:spPr>
            <a:xfrm>
              <a:off x="8180769" y="2548109"/>
              <a:ext cx="23002" cy="38502"/>
            </a:xfrm>
            <a:custGeom>
              <a:rect b="b" l="l" r="r" t="t"/>
              <a:pathLst>
                <a:path extrusionOk="0" h="1468" w="877">
                  <a:moveTo>
                    <a:pt x="742" y="0"/>
                  </a:moveTo>
                  <a:lnTo>
                    <a:pt x="164" y="467"/>
                  </a:lnTo>
                  <a:cubicBezTo>
                    <a:pt x="63" y="549"/>
                    <a:pt x="1" y="674"/>
                    <a:pt x="1" y="804"/>
                  </a:cubicBezTo>
                  <a:lnTo>
                    <a:pt x="1" y="1468"/>
                  </a:lnTo>
                  <a:lnTo>
                    <a:pt x="876" y="1468"/>
                  </a:lnTo>
                  <a:lnTo>
                    <a:pt x="876" y="395"/>
                  </a:lnTo>
                  <a:cubicBezTo>
                    <a:pt x="876" y="255"/>
                    <a:pt x="828" y="116"/>
                    <a:pt x="74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87"/>
            <p:cNvSpPr/>
            <p:nvPr/>
          </p:nvSpPr>
          <p:spPr>
            <a:xfrm>
              <a:off x="8009005" y="2598072"/>
              <a:ext cx="45846" cy="40049"/>
            </a:xfrm>
            <a:custGeom>
              <a:rect b="b" l="l" r="r" t="t"/>
              <a:pathLst>
                <a:path extrusionOk="0" h="1527" w="1748">
                  <a:moveTo>
                    <a:pt x="877" y="1"/>
                  </a:moveTo>
                  <a:cubicBezTo>
                    <a:pt x="395" y="1"/>
                    <a:pt x="1" y="342"/>
                    <a:pt x="1" y="766"/>
                  </a:cubicBezTo>
                  <a:cubicBezTo>
                    <a:pt x="1" y="1184"/>
                    <a:pt x="395" y="1526"/>
                    <a:pt x="877" y="1526"/>
                  </a:cubicBezTo>
                  <a:cubicBezTo>
                    <a:pt x="1358" y="1526"/>
                    <a:pt x="1747" y="1184"/>
                    <a:pt x="1747" y="766"/>
                  </a:cubicBezTo>
                  <a:cubicBezTo>
                    <a:pt x="1747" y="342"/>
                    <a:pt x="1358" y="1"/>
                    <a:pt x="877"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87"/>
            <p:cNvSpPr/>
            <p:nvPr/>
          </p:nvSpPr>
          <p:spPr>
            <a:xfrm>
              <a:off x="8009005" y="2598072"/>
              <a:ext cx="31578" cy="40049"/>
            </a:xfrm>
            <a:custGeom>
              <a:rect b="b" l="l" r="r" t="t"/>
              <a:pathLst>
                <a:path extrusionOk="0" h="1527" w="1204">
                  <a:moveTo>
                    <a:pt x="877" y="1"/>
                  </a:moveTo>
                  <a:cubicBezTo>
                    <a:pt x="395" y="1"/>
                    <a:pt x="1" y="342"/>
                    <a:pt x="1" y="766"/>
                  </a:cubicBezTo>
                  <a:cubicBezTo>
                    <a:pt x="1" y="1184"/>
                    <a:pt x="395" y="1526"/>
                    <a:pt x="877" y="1526"/>
                  </a:cubicBezTo>
                  <a:cubicBezTo>
                    <a:pt x="987" y="1526"/>
                    <a:pt x="1098" y="1507"/>
                    <a:pt x="1204" y="1473"/>
                  </a:cubicBezTo>
                  <a:cubicBezTo>
                    <a:pt x="881" y="1358"/>
                    <a:pt x="655" y="1088"/>
                    <a:pt x="655" y="766"/>
                  </a:cubicBezTo>
                  <a:cubicBezTo>
                    <a:pt x="655" y="443"/>
                    <a:pt x="881" y="169"/>
                    <a:pt x="1204" y="59"/>
                  </a:cubicBezTo>
                  <a:cubicBezTo>
                    <a:pt x="1098" y="20"/>
                    <a:pt x="987" y="1"/>
                    <a:pt x="87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87"/>
            <p:cNvSpPr/>
            <p:nvPr/>
          </p:nvSpPr>
          <p:spPr>
            <a:xfrm>
              <a:off x="7980496" y="2701068"/>
              <a:ext cx="103127" cy="80282"/>
            </a:xfrm>
            <a:custGeom>
              <a:rect b="b" l="l" r="r" t="t"/>
              <a:pathLst>
                <a:path extrusionOk="0" h="3061" w="3932">
                  <a:moveTo>
                    <a:pt x="1309" y="0"/>
                  </a:moveTo>
                  <a:lnTo>
                    <a:pt x="1309" y="659"/>
                  </a:lnTo>
                  <a:cubicBezTo>
                    <a:pt x="1309" y="823"/>
                    <a:pt x="1218" y="972"/>
                    <a:pt x="1069" y="1049"/>
                  </a:cubicBezTo>
                  <a:lnTo>
                    <a:pt x="361" y="1400"/>
                  </a:lnTo>
                  <a:cubicBezTo>
                    <a:pt x="140" y="1511"/>
                    <a:pt x="0" y="1737"/>
                    <a:pt x="0" y="1987"/>
                  </a:cubicBezTo>
                  <a:lnTo>
                    <a:pt x="0" y="3060"/>
                  </a:lnTo>
                  <a:lnTo>
                    <a:pt x="3932" y="3060"/>
                  </a:lnTo>
                  <a:lnTo>
                    <a:pt x="3932" y="1987"/>
                  </a:lnTo>
                  <a:cubicBezTo>
                    <a:pt x="3932" y="1737"/>
                    <a:pt x="3787" y="1511"/>
                    <a:pt x="3566" y="1400"/>
                  </a:cubicBezTo>
                  <a:lnTo>
                    <a:pt x="2863" y="1049"/>
                  </a:lnTo>
                  <a:cubicBezTo>
                    <a:pt x="2714" y="972"/>
                    <a:pt x="2618" y="823"/>
                    <a:pt x="2623" y="659"/>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87"/>
            <p:cNvSpPr/>
            <p:nvPr/>
          </p:nvSpPr>
          <p:spPr>
            <a:xfrm>
              <a:off x="7980365" y="2726430"/>
              <a:ext cx="103127" cy="54920"/>
            </a:xfrm>
            <a:custGeom>
              <a:rect b="b" l="l" r="r" t="t"/>
              <a:pathLst>
                <a:path extrusionOk="0" h="2094" w="3932">
                  <a:moveTo>
                    <a:pt x="2758" y="0"/>
                  </a:moveTo>
                  <a:lnTo>
                    <a:pt x="2507" y="284"/>
                  </a:lnTo>
                  <a:cubicBezTo>
                    <a:pt x="2366" y="450"/>
                    <a:pt x="2166" y="533"/>
                    <a:pt x="1967" y="533"/>
                  </a:cubicBezTo>
                  <a:cubicBezTo>
                    <a:pt x="1768" y="533"/>
                    <a:pt x="1569" y="450"/>
                    <a:pt x="1430" y="284"/>
                  </a:cubicBezTo>
                  <a:lnTo>
                    <a:pt x="1179" y="5"/>
                  </a:lnTo>
                  <a:cubicBezTo>
                    <a:pt x="1146" y="34"/>
                    <a:pt x="1112" y="63"/>
                    <a:pt x="1069" y="82"/>
                  </a:cubicBezTo>
                  <a:lnTo>
                    <a:pt x="361" y="433"/>
                  </a:lnTo>
                  <a:cubicBezTo>
                    <a:pt x="140" y="544"/>
                    <a:pt x="1" y="770"/>
                    <a:pt x="1" y="1020"/>
                  </a:cubicBezTo>
                  <a:lnTo>
                    <a:pt x="1" y="2093"/>
                  </a:lnTo>
                  <a:lnTo>
                    <a:pt x="3932" y="2093"/>
                  </a:lnTo>
                  <a:lnTo>
                    <a:pt x="3932" y="1020"/>
                  </a:lnTo>
                  <a:cubicBezTo>
                    <a:pt x="3932" y="770"/>
                    <a:pt x="3792" y="544"/>
                    <a:pt x="3571" y="433"/>
                  </a:cubicBezTo>
                  <a:lnTo>
                    <a:pt x="2868" y="82"/>
                  </a:lnTo>
                  <a:cubicBezTo>
                    <a:pt x="2825" y="58"/>
                    <a:pt x="2791" y="34"/>
                    <a:pt x="2758"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87"/>
            <p:cNvSpPr/>
            <p:nvPr/>
          </p:nvSpPr>
          <p:spPr>
            <a:xfrm>
              <a:off x="7991852" y="2620917"/>
              <a:ext cx="80151" cy="80177"/>
            </a:xfrm>
            <a:custGeom>
              <a:rect b="b" l="l" r="r" t="t"/>
              <a:pathLst>
                <a:path extrusionOk="0" h="3057" w="3056">
                  <a:moveTo>
                    <a:pt x="1531" y="1"/>
                  </a:moveTo>
                  <a:cubicBezTo>
                    <a:pt x="684" y="1"/>
                    <a:pt x="0" y="684"/>
                    <a:pt x="0" y="1531"/>
                  </a:cubicBezTo>
                  <a:cubicBezTo>
                    <a:pt x="0" y="2373"/>
                    <a:pt x="684" y="3056"/>
                    <a:pt x="1531" y="3056"/>
                  </a:cubicBezTo>
                  <a:cubicBezTo>
                    <a:pt x="2373" y="3056"/>
                    <a:pt x="3056" y="2373"/>
                    <a:pt x="3056" y="1531"/>
                  </a:cubicBezTo>
                  <a:cubicBezTo>
                    <a:pt x="3056" y="684"/>
                    <a:pt x="2373" y="1"/>
                    <a:pt x="153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87"/>
            <p:cNvSpPr/>
            <p:nvPr/>
          </p:nvSpPr>
          <p:spPr>
            <a:xfrm>
              <a:off x="8006645" y="2620917"/>
              <a:ext cx="67011" cy="72204"/>
            </a:xfrm>
            <a:custGeom>
              <a:rect b="b" l="l" r="r" t="t"/>
              <a:pathLst>
                <a:path extrusionOk="0" h="2753" w="2555">
                  <a:moveTo>
                    <a:pt x="971" y="1"/>
                  </a:moveTo>
                  <a:cubicBezTo>
                    <a:pt x="244" y="1"/>
                    <a:pt x="1" y="1007"/>
                    <a:pt x="659" y="1329"/>
                  </a:cubicBezTo>
                  <a:cubicBezTo>
                    <a:pt x="678" y="1338"/>
                    <a:pt x="697" y="1348"/>
                    <a:pt x="716" y="1353"/>
                  </a:cubicBezTo>
                  <a:lnTo>
                    <a:pt x="1477" y="2729"/>
                  </a:lnTo>
                  <a:cubicBezTo>
                    <a:pt x="1477" y="2729"/>
                    <a:pt x="1679" y="2743"/>
                    <a:pt x="1886" y="2753"/>
                  </a:cubicBezTo>
                  <a:cubicBezTo>
                    <a:pt x="2328" y="2416"/>
                    <a:pt x="2554" y="1868"/>
                    <a:pt x="2477" y="1319"/>
                  </a:cubicBezTo>
                  <a:cubicBezTo>
                    <a:pt x="2391" y="689"/>
                    <a:pt x="1924" y="179"/>
                    <a:pt x="1303" y="39"/>
                  </a:cubicBezTo>
                  <a:cubicBezTo>
                    <a:pt x="1198" y="15"/>
                    <a:pt x="1087" y="1"/>
                    <a:pt x="976" y="1"/>
                  </a:cubicBezTo>
                  <a:cubicBezTo>
                    <a:pt x="974" y="1"/>
                    <a:pt x="973" y="1"/>
                    <a:pt x="97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87"/>
            <p:cNvSpPr/>
            <p:nvPr/>
          </p:nvSpPr>
          <p:spPr>
            <a:xfrm>
              <a:off x="7997780" y="2656219"/>
              <a:ext cx="68559" cy="56337"/>
            </a:xfrm>
            <a:custGeom>
              <a:rect b="b" l="l" r="r" t="t"/>
              <a:pathLst>
                <a:path extrusionOk="0" h="2148" w="2614">
                  <a:moveTo>
                    <a:pt x="1003" y="1"/>
                  </a:moveTo>
                  <a:cubicBezTo>
                    <a:pt x="920" y="1"/>
                    <a:pt x="845" y="47"/>
                    <a:pt x="809" y="127"/>
                  </a:cubicBezTo>
                  <a:cubicBezTo>
                    <a:pt x="737" y="276"/>
                    <a:pt x="631" y="411"/>
                    <a:pt x="506" y="522"/>
                  </a:cubicBezTo>
                  <a:cubicBezTo>
                    <a:pt x="458" y="565"/>
                    <a:pt x="410" y="603"/>
                    <a:pt x="357" y="642"/>
                  </a:cubicBezTo>
                  <a:cubicBezTo>
                    <a:pt x="92" y="820"/>
                    <a:pt x="1" y="1171"/>
                    <a:pt x="150" y="1455"/>
                  </a:cubicBezTo>
                  <a:cubicBezTo>
                    <a:pt x="376" y="1883"/>
                    <a:pt x="819" y="2148"/>
                    <a:pt x="1305" y="2148"/>
                  </a:cubicBezTo>
                  <a:cubicBezTo>
                    <a:pt x="1988" y="2148"/>
                    <a:pt x="2560" y="1624"/>
                    <a:pt x="2609" y="940"/>
                  </a:cubicBezTo>
                  <a:cubicBezTo>
                    <a:pt x="2613" y="873"/>
                    <a:pt x="2589" y="810"/>
                    <a:pt x="2536" y="767"/>
                  </a:cubicBezTo>
                  <a:cubicBezTo>
                    <a:pt x="2103" y="406"/>
                    <a:pt x="1598" y="146"/>
                    <a:pt x="1054" y="7"/>
                  </a:cubicBezTo>
                  <a:cubicBezTo>
                    <a:pt x="1037" y="3"/>
                    <a:pt x="1020" y="1"/>
                    <a:pt x="100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87"/>
            <p:cNvSpPr/>
            <p:nvPr/>
          </p:nvSpPr>
          <p:spPr>
            <a:xfrm>
              <a:off x="7997911" y="2656219"/>
              <a:ext cx="68428" cy="55969"/>
            </a:xfrm>
            <a:custGeom>
              <a:rect b="b" l="l" r="r" t="t"/>
              <a:pathLst>
                <a:path extrusionOk="0" h="2134" w="2609">
                  <a:moveTo>
                    <a:pt x="1000" y="1"/>
                  </a:moveTo>
                  <a:cubicBezTo>
                    <a:pt x="916" y="1"/>
                    <a:pt x="836" y="51"/>
                    <a:pt x="804" y="127"/>
                  </a:cubicBezTo>
                  <a:cubicBezTo>
                    <a:pt x="751" y="233"/>
                    <a:pt x="684" y="334"/>
                    <a:pt x="602" y="421"/>
                  </a:cubicBezTo>
                  <a:cubicBezTo>
                    <a:pt x="573" y="454"/>
                    <a:pt x="539" y="488"/>
                    <a:pt x="501" y="522"/>
                  </a:cubicBezTo>
                  <a:cubicBezTo>
                    <a:pt x="457" y="560"/>
                    <a:pt x="409" y="603"/>
                    <a:pt x="356" y="637"/>
                  </a:cubicBezTo>
                  <a:cubicBezTo>
                    <a:pt x="53" y="844"/>
                    <a:pt x="0" y="1239"/>
                    <a:pt x="193" y="1537"/>
                  </a:cubicBezTo>
                  <a:cubicBezTo>
                    <a:pt x="395" y="1859"/>
                    <a:pt x="727" y="2076"/>
                    <a:pt x="1102" y="2134"/>
                  </a:cubicBezTo>
                  <a:cubicBezTo>
                    <a:pt x="838" y="1951"/>
                    <a:pt x="645" y="1710"/>
                    <a:pt x="645" y="1277"/>
                  </a:cubicBezTo>
                  <a:lnTo>
                    <a:pt x="645" y="1109"/>
                  </a:lnTo>
                  <a:cubicBezTo>
                    <a:pt x="693" y="1070"/>
                    <a:pt x="741" y="1036"/>
                    <a:pt x="794" y="988"/>
                  </a:cubicBezTo>
                  <a:cubicBezTo>
                    <a:pt x="915" y="883"/>
                    <a:pt x="1020" y="757"/>
                    <a:pt x="1107" y="623"/>
                  </a:cubicBezTo>
                  <a:cubicBezTo>
                    <a:pt x="1521" y="748"/>
                    <a:pt x="1911" y="960"/>
                    <a:pt x="2243" y="1239"/>
                  </a:cubicBezTo>
                  <a:cubicBezTo>
                    <a:pt x="2286" y="1277"/>
                    <a:pt x="2344" y="1325"/>
                    <a:pt x="2464" y="1441"/>
                  </a:cubicBezTo>
                  <a:cubicBezTo>
                    <a:pt x="2541" y="1320"/>
                    <a:pt x="2594" y="1080"/>
                    <a:pt x="2604" y="940"/>
                  </a:cubicBezTo>
                  <a:cubicBezTo>
                    <a:pt x="2608" y="873"/>
                    <a:pt x="2579" y="810"/>
                    <a:pt x="2531" y="767"/>
                  </a:cubicBezTo>
                  <a:cubicBezTo>
                    <a:pt x="2098" y="406"/>
                    <a:pt x="1593" y="146"/>
                    <a:pt x="1049" y="7"/>
                  </a:cubicBezTo>
                  <a:cubicBezTo>
                    <a:pt x="1033" y="3"/>
                    <a:pt x="1016" y="1"/>
                    <a:pt x="10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87"/>
            <p:cNvSpPr/>
            <p:nvPr/>
          </p:nvSpPr>
          <p:spPr>
            <a:xfrm>
              <a:off x="7980365" y="2742822"/>
              <a:ext cx="23002" cy="38528"/>
            </a:xfrm>
            <a:custGeom>
              <a:rect b="b" l="l" r="r" t="t"/>
              <a:pathLst>
                <a:path extrusionOk="0" h="1469" w="877">
                  <a:moveTo>
                    <a:pt x="135" y="1"/>
                  </a:moveTo>
                  <a:cubicBezTo>
                    <a:pt x="49" y="116"/>
                    <a:pt x="5" y="251"/>
                    <a:pt x="1" y="395"/>
                  </a:cubicBezTo>
                  <a:lnTo>
                    <a:pt x="1" y="1468"/>
                  </a:lnTo>
                  <a:lnTo>
                    <a:pt x="876" y="1468"/>
                  </a:lnTo>
                  <a:lnTo>
                    <a:pt x="876" y="804"/>
                  </a:lnTo>
                  <a:cubicBezTo>
                    <a:pt x="876" y="670"/>
                    <a:pt x="819" y="545"/>
                    <a:pt x="713" y="463"/>
                  </a:cubicBezTo>
                  <a:lnTo>
                    <a:pt x="135"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87"/>
            <p:cNvSpPr/>
            <p:nvPr/>
          </p:nvSpPr>
          <p:spPr>
            <a:xfrm>
              <a:off x="8060621" y="2742822"/>
              <a:ext cx="22870" cy="38528"/>
            </a:xfrm>
            <a:custGeom>
              <a:rect b="b" l="l" r="r" t="t"/>
              <a:pathLst>
                <a:path extrusionOk="0" h="1469" w="872">
                  <a:moveTo>
                    <a:pt x="742" y="1"/>
                  </a:moveTo>
                  <a:lnTo>
                    <a:pt x="164" y="463"/>
                  </a:lnTo>
                  <a:cubicBezTo>
                    <a:pt x="59" y="545"/>
                    <a:pt x="1" y="670"/>
                    <a:pt x="1" y="804"/>
                  </a:cubicBezTo>
                  <a:lnTo>
                    <a:pt x="1" y="1468"/>
                  </a:lnTo>
                  <a:lnTo>
                    <a:pt x="872" y="1468"/>
                  </a:lnTo>
                  <a:lnTo>
                    <a:pt x="872" y="395"/>
                  </a:lnTo>
                  <a:cubicBezTo>
                    <a:pt x="872" y="251"/>
                    <a:pt x="824" y="116"/>
                    <a:pt x="7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87"/>
            <p:cNvSpPr/>
            <p:nvPr/>
          </p:nvSpPr>
          <p:spPr>
            <a:xfrm>
              <a:off x="7975067" y="2592643"/>
              <a:ext cx="113985" cy="194293"/>
            </a:xfrm>
            <a:custGeom>
              <a:rect b="b" l="l" r="r" t="t"/>
              <a:pathLst>
                <a:path extrusionOk="0" h="7408" w="4346">
                  <a:moveTo>
                    <a:pt x="2171" y="410"/>
                  </a:moveTo>
                  <a:cubicBezTo>
                    <a:pt x="2536" y="410"/>
                    <a:pt x="2839" y="660"/>
                    <a:pt x="2839" y="973"/>
                  </a:cubicBezTo>
                  <a:lnTo>
                    <a:pt x="2839" y="1011"/>
                  </a:lnTo>
                  <a:cubicBezTo>
                    <a:pt x="2625" y="920"/>
                    <a:pt x="2398" y="874"/>
                    <a:pt x="2171" y="874"/>
                  </a:cubicBezTo>
                  <a:cubicBezTo>
                    <a:pt x="1943" y="874"/>
                    <a:pt x="1716" y="920"/>
                    <a:pt x="1502" y="1011"/>
                  </a:cubicBezTo>
                  <a:cubicBezTo>
                    <a:pt x="1507" y="997"/>
                    <a:pt x="1502" y="982"/>
                    <a:pt x="1502" y="973"/>
                  </a:cubicBezTo>
                  <a:cubicBezTo>
                    <a:pt x="1502" y="660"/>
                    <a:pt x="1800" y="410"/>
                    <a:pt x="2171" y="410"/>
                  </a:cubicBezTo>
                  <a:close/>
                  <a:moveTo>
                    <a:pt x="2173" y="1281"/>
                  </a:moveTo>
                  <a:cubicBezTo>
                    <a:pt x="3058" y="1281"/>
                    <a:pt x="3713" y="2154"/>
                    <a:pt x="3426" y="3023"/>
                  </a:cubicBezTo>
                  <a:cubicBezTo>
                    <a:pt x="2849" y="2431"/>
                    <a:pt x="1824" y="2200"/>
                    <a:pt x="1776" y="2190"/>
                  </a:cubicBezTo>
                  <a:cubicBezTo>
                    <a:pt x="1761" y="2187"/>
                    <a:pt x="1746" y="2185"/>
                    <a:pt x="1730" y="2185"/>
                  </a:cubicBezTo>
                  <a:cubicBezTo>
                    <a:pt x="1685" y="2185"/>
                    <a:pt x="1639" y="2200"/>
                    <a:pt x="1603" y="2229"/>
                  </a:cubicBezTo>
                  <a:cubicBezTo>
                    <a:pt x="1555" y="2267"/>
                    <a:pt x="1526" y="2325"/>
                    <a:pt x="1531" y="2387"/>
                  </a:cubicBezTo>
                  <a:cubicBezTo>
                    <a:pt x="1511" y="2503"/>
                    <a:pt x="1458" y="2604"/>
                    <a:pt x="1372" y="2681"/>
                  </a:cubicBezTo>
                  <a:cubicBezTo>
                    <a:pt x="1207" y="2827"/>
                    <a:pt x="1348" y="3043"/>
                    <a:pt x="1510" y="3043"/>
                  </a:cubicBezTo>
                  <a:cubicBezTo>
                    <a:pt x="1561" y="3043"/>
                    <a:pt x="1614" y="3022"/>
                    <a:pt x="1661" y="2970"/>
                  </a:cubicBezTo>
                  <a:cubicBezTo>
                    <a:pt x="1757" y="2878"/>
                    <a:pt x="1829" y="2763"/>
                    <a:pt x="1882" y="2638"/>
                  </a:cubicBezTo>
                  <a:cubicBezTo>
                    <a:pt x="2223" y="2744"/>
                    <a:pt x="2940" y="2999"/>
                    <a:pt x="3258" y="3451"/>
                  </a:cubicBezTo>
                  <a:cubicBezTo>
                    <a:pt x="3164" y="3982"/>
                    <a:pt x="2708" y="4366"/>
                    <a:pt x="2176" y="4366"/>
                  </a:cubicBezTo>
                  <a:cubicBezTo>
                    <a:pt x="2163" y="4366"/>
                    <a:pt x="2150" y="4366"/>
                    <a:pt x="2137" y="4365"/>
                  </a:cubicBezTo>
                  <a:cubicBezTo>
                    <a:pt x="1584" y="4351"/>
                    <a:pt x="1131" y="3927"/>
                    <a:pt x="1073" y="3384"/>
                  </a:cubicBezTo>
                  <a:lnTo>
                    <a:pt x="1069" y="3384"/>
                  </a:lnTo>
                  <a:cubicBezTo>
                    <a:pt x="1069" y="3355"/>
                    <a:pt x="1059" y="3326"/>
                    <a:pt x="1045" y="3297"/>
                  </a:cubicBezTo>
                  <a:cubicBezTo>
                    <a:pt x="535" y="2474"/>
                    <a:pt x="1059" y="1406"/>
                    <a:pt x="2017" y="1290"/>
                  </a:cubicBezTo>
                  <a:cubicBezTo>
                    <a:pt x="2070" y="1284"/>
                    <a:pt x="2122" y="1281"/>
                    <a:pt x="2173" y="1281"/>
                  </a:cubicBezTo>
                  <a:close/>
                  <a:moveTo>
                    <a:pt x="2618" y="4707"/>
                  </a:moveTo>
                  <a:lnTo>
                    <a:pt x="2618" y="4928"/>
                  </a:lnTo>
                  <a:cubicBezTo>
                    <a:pt x="2618" y="4995"/>
                    <a:pt x="2637" y="5063"/>
                    <a:pt x="2671" y="5125"/>
                  </a:cubicBezTo>
                  <a:lnTo>
                    <a:pt x="2171" y="5602"/>
                  </a:lnTo>
                  <a:lnTo>
                    <a:pt x="1670" y="5125"/>
                  </a:lnTo>
                  <a:cubicBezTo>
                    <a:pt x="1704" y="5063"/>
                    <a:pt x="1718" y="4995"/>
                    <a:pt x="1718" y="4923"/>
                  </a:cubicBezTo>
                  <a:lnTo>
                    <a:pt x="1718" y="4707"/>
                  </a:lnTo>
                  <a:cubicBezTo>
                    <a:pt x="1867" y="4755"/>
                    <a:pt x="2017" y="4774"/>
                    <a:pt x="2171" y="4779"/>
                  </a:cubicBezTo>
                  <a:cubicBezTo>
                    <a:pt x="2325" y="4779"/>
                    <a:pt x="2474" y="4755"/>
                    <a:pt x="2618" y="4707"/>
                  </a:cubicBezTo>
                  <a:close/>
                  <a:moveTo>
                    <a:pt x="2171" y="1"/>
                  </a:moveTo>
                  <a:cubicBezTo>
                    <a:pt x="1574" y="1"/>
                    <a:pt x="1093" y="439"/>
                    <a:pt x="1093" y="973"/>
                  </a:cubicBezTo>
                  <a:cubicBezTo>
                    <a:pt x="1093" y="1055"/>
                    <a:pt x="1102" y="1141"/>
                    <a:pt x="1131" y="1223"/>
                  </a:cubicBezTo>
                  <a:cubicBezTo>
                    <a:pt x="429" y="1748"/>
                    <a:pt x="231" y="2715"/>
                    <a:pt x="669" y="3475"/>
                  </a:cubicBezTo>
                  <a:cubicBezTo>
                    <a:pt x="727" y="3894"/>
                    <a:pt x="963" y="4269"/>
                    <a:pt x="1309" y="4509"/>
                  </a:cubicBezTo>
                  <a:lnTo>
                    <a:pt x="1309" y="4928"/>
                  </a:lnTo>
                  <a:cubicBezTo>
                    <a:pt x="1309" y="4933"/>
                    <a:pt x="1309" y="4938"/>
                    <a:pt x="1304" y="4938"/>
                  </a:cubicBezTo>
                  <a:lnTo>
                    <a:pt x="477" y="5351"/>
                  </a:lnTo>
                  <a:cubicBezTo>
                    <a:pt x="183" y="5496"/>
                    <a:pt x="0" y="5794"/>
                    <a:pt x="0" y="6121"/>
                  </a:cubicBezTo>
                  <a:lnTo>
                    <a:pt x="0" y="7194"/>
                  </a:lnTo>
                  <a:cubicBezTo>
                    <a:pt x="8" y="7322"/>
                    <a:pt x="106" y="7386"/>
                    <a:pt x="205" y="7386"/>
                  </a:cubicBezTo>
                  <a:cubicBezTo>
                    <a:pt x="304" y="7386"/>
                    <a:pt x="402" y="7322"/>
                    <a:pt x="409" y="7194"/>
                  </a:cubicBezTo>
                  <a:lnTo>
                    <a:pt x="409" y="6121"/>
                  </a:lnTo>
                  <a:cubicBezTo>
                    <a:pt x="409" y="5948"/>
                    <a:pt x="506" y="5794"/>
                    <a:pt x="660" y="5717"/>
                  </a:cubicBezTo>
                  <a:lnTo>
                    <a:pt x="1338" y="5376"/>
                  </a:lnTo>
                  <a:lnTo>
                    <a:pt x="1964" y="5972"/>
                  </a:lnTo>
                  <a:lnTo>
                    <a:pt x="1964" y="7194"/>
                  </a:lnTo>
                  <a:cubicBezTo>
                    <a:pt x="1971" y="7322"/>
                    <a:pt x="2070" y="7386"/>
                    <a:pt x="2168" y="7386"/>
                  </a:cubicBezTo>
                  <a:cubicBezTo>
                    <a:pt x="2267" y="7386"/>
                    <a:pt x="2365" y="7322"/>
                    <a:pt x="2373" y="7194"/>
                  </a:cubicBezTo>
                  <a:lnTo>
                    <a:pt x="2373" y="5972"/>
                  </a:lnTo>
                  <a:lnTo>
                    <a:pt x="2998" y="5376"/>
                  </a:lnTo>
                  <a:lnTo>
                    <a:pt x="3681" y="5717"/>
                  </a:lnTo>
                  <a:cubicBezTo>
                    <a:pt x="3835" y="5794"/>
                    <a:pt x="3932" y="5948"/>
                    <a:pt x="3932" y="6121"/>
                  </a:cubicBezTo>
                  <a:lnTo>
                    <a:pt x="3932" y="7194"/>
                  </a:lnTo>
                  <a:cubicBezTo>
                    <a:pt x="3922" y="7336"/>
                    <a:pt x="4028" y="7407"/>
                    <a:pt x="4134" y="7407"/>
                  </a:cubicBezTo>
                  <a:cubicBezTo>
                    <a:pt x="4240" y="7407"/>
                    <a:pt x="4345" y="7336"/>
                    <a:pt x="4336" y="7194"/>
                  </a:cubicBezTo>
                  <a:lnTo>
                    <a:pt x="4336" y="6121"/>
                  </a:lnTo>
                  <a:cubicBezTo>
                    <a:pt x="4341" y="5794"/>
                    <a:pt x="4153" y="5496"/>
                    <a:pt x="3864" y="5351"/>
                  </a:cubicBezTo>
                  <a:lnTo>
                    <a:pt x="3037" y="4938"/>
                  </a:lnTo>
                  <a:cubicBezTo>
                    <a:pt x="3032" y="4938"/>
                    <a:pt x="3027" y="4933"/>
                    <a:pt x="3027" y="4928"/>
                  </a:cubicBezTo>
                  <a:lnTo>
                    <a:pt x="3027" y="4509"/>
                  </a:lnTo>
                  <a:cubicBezTo>
                    <a:pt x="3378" y="4269"/>
                    <a:pt x="3609" y="3894"/>
                    <a:pt x="3672" y="3475"/>
                  </a:cubicBezTo>
                  <a:cubicBezTo>
                    <a:pt x="4110" y="2715"/>
                    <a:pt x="3912" y="1748"/>
                    <a:pt x="3210" y="1223"/>
                  </a:cubicBezTo>
                  <a:cubicBezTo>
                    <a:pt x="3234" y="1141"/>
                    <a:pt x="3248" y="1055"/>
                    <a:pt x="3248" y="973"/>
                  </a:cubicBezTo>
                  <a:cubicBezTo>
                    <a:pt x="3248" y="439"/>
                    <a:pt x="2767" y="1"/>
                    <a:pt x="2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87"/>
            <p:cNvSpPr/>
            <p:nvPr/>
          </p:nvSpPr>
          <p:spPr>
            <a:xfrm>
              <a:off x="7997911" y="2760132"/>
              <a:ext cx="10753" cy="26201"/>
            </a:xfrm>
            <a:custGeom>
              <a:rect b="b" l="l" r="r" t="t"/>
              <a:pathLst>
                <a:path extrusionOk="0" h="999" w="410">
                  <a:moveTo>
                    <a:pt x="207" y="0"/>
                  </a:moveTo>
                  <a:cubicBezTo>
                    <a:pt x="92" y="0"/>
                    <a:pt x="0" y="91"/>
                    <a:pt x="0" y="202"/>
                  </a:cubicBezTo>
                  <a:lnTo>
                    <a:pt x="0" y="804"/>
                  </a:lnTo>
                  <a:cubicBezTo>
                    <a:pt x="8" y="933"/>
                    <a:pt x="106" y="998"/>
                    <a:pt x="205" y="998"/>
                  </a:cubicBezTo>
                  <a:cubicBezTo>
                    <a:pt x="304" y="998"/>
                    <a:pt x="402" y="933"/>
                    <a:pt x="409" y="804"/>
                  </a:cubicBezTo>
                  <a:lnTo>
                    <a:pt x="409" y="202"/>
                  </a:lnTo>
                  <a:cubicBezTo>
                    <a:pt x="409" y="91"/>
                    <a:pt x="318"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87"/>
            <p:cNvSpPr/>
            <p:nvPr/>
          </p:nvSpPr>
          <p:spPr>
            <a:xfrm>
              <a:off x="8055192" y="2760132"/>
              <a:ext cx="10753" cy="26201"/>
            </a:xfrm>
            <a:custGeom>
              <a:rect b="b" l="l" r="r" t="t"/>
              <a:pathLst>
                <a:path extrusionOk="0" h="999" w="410">
                  <a:moveTo>
                    <a:pt x="208" y="0"/>
                  </a:moveTo>
                  <a:cubicBezTo>
                    <a:pt x="92" y="0"/>
                    <a:pt x="1" y="91"/>
                    <a:pt x="1" y="202"/>
                  </a:cubicBezTo>
                  <a:lnTo>
                    <a:pt x="1" y="804"/>
                  </a:lnTo>
                  <a:cubicBezTo>
                    <a:pt x="8" y="933"/>
                    <a:pt x="107" y="998"/>
                    <a:pt x="205" y="998"/>
                  </a:cubicBezTo>
                  <a:cubicBezTo>
                    <a:pt x="304" y="998"/>
                    <a:pt x="403" y="933"/>
                    <a:pt x="410" y="804"/>
                  </a:cubicBezTo>
                  <a:lnTo>
                    <a:pt x="410" y="202"/>
                  </a:lnTo>
                  <a:cubicBezTo>
                    <a:pt x="410" y="91"/>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87"/>
            <p:cNvSpPr/>
            <p:nvPr/>
          </p:nvSpPr>
          <p:spPr>
            <a:xfrm>
              <a:off x="8081078" y="2604420"/>
              <a:ext cx="140238" cy="113775"/>
            </a:xfrm>
            <a:custGeom>
              <a:rect b="b" l="l" r="r" t="t"/>
              <a:pathLst>
                <a:path extrusionOk="0" h="4338" w="5347">
                  <a:moveTo>
                    <a:pt x="2717" y="1"/>
                  </a:moveTo>
                  <a:cubicBezTo>
                    <a:pt x="2618" y="1"/>
                    <a:pt x="2519" y="64"/>
                    <a:pt x="2512" y="192"/>
                  </a:cubicBezTo>
                  <a:lnTo>
                    <a:pt x="2512" y="2482"/>
                  </a:lnTo>
                  <a:lnTo>
                    <a:pt x="202" y="3950"/>
                  </a:lnTo>
                  <a:cubicBezTo>
                    <a:pt x="0" y="4069"/>
                    <a:pt x="121" y="4338"/>
                    <a:pt x="302" y="4338"/>
                  </a:cubicBezTo>
                  <a:cubicBezTo>
                    <a:pt x="341" y="4338"/>
                    <a:pt x="382" y="4325"/>
                    <a:pt x="424" y="4296"/>
                  </a:cubicBezTo>
                  <a:lnTo>
                    <a:pt x="2714" y="2838"/>
                  </a:lnTo>
                  <a:lnTo>
                    <a:pt x="5005" y="4296"/>
                  </a:lnTo>
                  <a:cubicBezTo>
                    <a:pt x="5038" y="4316"/>
                    <a:pt x="5076" y="4326"/>
                    <a:pt x="5112" y="4326"/>
                  </a:cubicBezTo>
                  <a:cubicBezTo>
                    <a:pt x="5181" y="4326"/>
                    <a:pt x="5248" y="4293"/>
                    <a:pt x="5288" y="4234"/>
                  </a:cubicBezTo>
                  <a:cubicBezTo>
                    <a:pt x="5346" y="4137"/>
                    <a:pt x="5322" y="4012"/>
                    <a:pt x="5226" y="3950"/>
                  </a:cubicBezTo>
                  <a:lnTo>
                    <a:pt x="2921" y="2482"/>
                  </a:lnTo>
                  <a:lnTo>
                    <a:pt x="2921" y="192"/>
                  </a:lnTo>
                  <a:cubicBezTo>
                    <a:pt x="2914" y="64"/>
                    <a:pt x="2815" y="1"/>
                    <a:pt x="2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87"/>
            <p:cNvSpPr/>
            <p:nvPr/>
          </p:nvSpPr>
          <p:spPr>
            <a:xfrm>
              <a:off x="8095215" y="2420906"/>
              <a:ext cx="113854" cy="171030"/>
            </a:xfrm>
            <a:custGeom>
              <a:rect b="b" l="l" r="r" t="t"/>
              <a:pathLst>
                <a:path extrusionOk="0" h="6521" w="4341">
                  <a:moveTo>
                    <a:pt x="2175" y="408"/>
                  </a:moveTo>
                  <a:cubicBezTo>
                    <a:pt x="2506" y="408"/>
                    <a:pt x="2837" y="537"/>
                    <a:pt x="3085" y="794"/>
                  </a:cubicBezTo>
                  <a:cubicBezTo>
                    <a:pt x="3330" y="1054"/>
                    <a:pt x="3479" y="1391"/>
                    <a:pt x="3498" y="1747"/>
                  </a:cubicBezTo>
                  <a:cubicBezTo>
                    <a:pt x="3508" y="1877"/>
                    <a:pt x="3527" y="2050"/>
                    <a:pt x="3556" y="2233"/>
                  </a:cubicBezTo>
                  <a:cubicBezTo>
                    <a:pt x="3335" y="1857"/>
                    <a:pt x="2979" y="1583"/>
                    <a:pt x="2507" y="1434"/>
                  </a:cubicBezTo>
                  <a:cubicBezTo>
                    <a:pt x="2257" y="1352"/>
                    <a:pt x="1997" y="1314"/>
                    <a:pt x="1732" y="1314"/>
                  </a:cubicBezTo>
                  <a:cubicBezTo>
                    <a:pt x="1680" y="1314"/>
                    <a:pt x="1627" y="1338"/>
                    <a:pt x="1588" y="1371"/>
                  </a:cubicBezTo>
                  <a:lnTo>
                    <a:pt x="1222" y="1756"/>
                  </a:lnTo>
                  <a:cubicBezTo>
                    <a:pt x="1062" y="1905"/>
                    <a:pt x="1205" y="2115"/>
                    <a:pt x="1365" y="2115"/>
                  </a:cubicBezTo>
                  <a:cubicBezTo>
                    <a:pt x="1417" y="2115"/>
                    <a:pt x="1470" y="2093"/>
                    <a:pt x="1516" y="2040"/>
                  </a:cubicBezTo>
                  <a:lnTo>
                    <a:pt x="1824" y="1723"/>
                  </a:lnTo>
                  <a:cubicBezTo>
                    <a:pt x="2016" y="1732"/>
                    <a:pt x="2209" y="1766"/>
                    <a:pt x="2396" y="1829"/>
                  </a:cubicBezTo>
                  <a:cubicBezTo>
                    <a:pt x="2820" y="1963"/>
                    <a:pt x="3109" y="2209"/>
                    <a:pt x="3267" y="2560"/>
                  </a:cubicBezTo>
                  <a:cubicBezTo>
                    <a:pt x="3185" y="3097"/>
                    <a:pt x="2720" y="3492"/>
                    <a:pt x="2181" y="3492"/>
                  </a:cubicBezTo>
                  <a:cubicBezTo>
                    <a:pt x="2150" y="3492"/>
                    <a:pt x="2119" y="3491"/>
                    <a:pt x="2089" y="3489"/>
                  </a:cubicBezTo>
                  <a:cubicBezTo>
                    <a:pt x="1516" y="3445"/>
                    <a:pt x="1068" y="2964"/>
                    <a:pt x="1068" y="2387"/>
                  </a:cubicBezTo>
                  <a:cubicBezTo>
                    <a:pt x="1068" y="2270"/>
                    <a:pt x="974" y="2184"/>
                    <a:pt x="865" y="2184"/>
                  </a:cubicBezTo>
                  <a:cubicBezTo>
                    <a:pt x="843" y="2184"/>
                    <a:pt x="821" y="2187"/>
                    <a:pt x="799" y="2194"/>
                  </a:cubicBezTo>
                  <a:cubicBezTo>
                    <a:pt x="828" y="2021"/>
                    <a:pt x="842" y="1867"/>
                    <a:pt x="852" y="1747"/>
                  </a:cubicBezTo>
                  <a:cubicBezTo>
                    <a:pt x="871" y="1391"/>
                    <a:pt x="1016" y="1054"/>
                    <a:pt x="1261" y="794"/>
                  </a:cubicBezTo>
                  <a:cubicBezTo>
                    <a:pt x="1511" y="537"/>
                    <a:pt x="1843" y="408"/>
                    <a:pt x="2175" y="408"/>
                  </a:cubicBezTo>
                  <a:close/>
                  <a:moveTo>
                    <a:pt x="703" y="2748"/>
                  </a:moveTo>
                  <a:cubicBezTo>
                    <a:pt x="794" y="3108"/>
                    <a:pt x="1011" y="3421"/>
                    <a:pt x="1314" y="3633"/>
                  </a:cubicBezTo>
                  <a:lnTo>
                    <a:pt x="1314" y="3854"/>
                  </a:lnTo>
                  <a:cubicBezTo>
                    <a:pt x="1025" y="3811"/>
                    <a:pt x="746" y="3724"/>
                    <a:pt x="481" y="3609"/>
                  </a:cubicBezTo>
                  <a:cubicBezTo>
                    <a:pt x="472" y="3609"/>
                    <a:pt x="472" y="3594"/>
                    <a:pt x="477" y="3590"/>
                  </a:cubicBezTo>
                  <a:cubicBezTo>
                    <a:pt x="573" y="3315"/>
                    <a:pt x="650" y="3036"/>
                    <a:pt x="703" y="2748"/>
                  </a:cubicBezTo>
                  <a:close/>
                  <a:moveTo>
                    <a:pt x="3643" y="2748"/>
                  </a:moveTo>
                  <a:cubicBezTo>
                    <a:pt x="3700" y="3031"/>
                    <a:pt x="3773" y="3315"/>
                    <a:pt x="3869" y="3590"/>
                  </a:cubicBezTo>
                  <a:cubicBezTo>
                    <a:pt x="3869" y="3590"/>
                    <a:pt x="3878" y="3609"/>
                    <a:pt x="3864" y="3609"/>
                  </a:cubicBezTo>
                  <a:lnTo>
                    <a:pt x="3864" y="3614"/>
                  </a:lnTo>
                  <a:cubicBezTo>
                    <a:pt x="3599" y="3729"/>
                    <a:pt x="3320" y="3811"/>
                    <a:pt x="3032" y="3859"/>
                  </a:cubicBezTo>
                  <a:lnTo>
                    <a:pt x="3032" y="3638"/>
                  </a:lnTo>
                  <a:cubicBezTo>
                    <a:pt x="3340" y="3426"/>
                    <a:pt x="3556" y="3108"/>
                    <a:pt x="3643" y="2748"/>
                  </a:cubicBezTo>
                  <a:close/>
                  <a:moveTo>
                    <a:pt x="2627" y="3835"/>
                  </a:moveTo>
                  <a:lnTo>
                    <a:pt x="2627" y="4052"/>
                  </a:lnTo>
                  <a:cubicBezTo>
                    <a:pt x="2623" y="4119"/>
                    <a:pt x="2642" y="4191"/>
                    <a:pt x="2676" y="4254"/>
                  </a:cubicBezTo>
                  <a:lnTo>
                    <a:pt x="2483" y="4432"/>
                  </a:lnTo>
                  <a:cubicBezTo>
                    <a:pt x="2397" y="4515"/>
                    <a:pt x="2286" y="4556"/>
                    <a:pt x="2175" y="4556"/>
                  </a:cubicBezTo>
                  <a:cubicBezTo>
                    <a:pt x="2062" y="4556"/>
                    <a:pt x="1950" y="4514"/>
                    <a:pt x="1862" y="4432"/>
                  </a:cubicBezTo>
                  <a:lnTo>
                    <a:pt x="1675" y="4249"/>
                  </a:lnTo>
                  <a:cubicBezTo>
                    <a:pt x="1704" y="4186"/>
                    <a:pt x="1723" y="4119"/>
                    <a:pt x="1723" y="4052"/>
                  </a:cubicBezTo>
                  <a:lnTo>
                    <a:pt x="1723" y="3835"/>
                  </a:lnTo>
                  <a:cubicBezTo>
                    <a:pt x="1870" y="3881"/>
                    <a:pt x="2021" y="3904"/>
                    <a:pt x="2173" y="3904"/>
                  </a:cubicBezTo>
                  <a:cubicBezTo>
                    <a:pt x="2326" y="3904"/>
                    <a:pt x="2478" y="3881"/>
                    <a:pt x="2627" y="3835"/>
                  </a:cubicBezTo>
                  <a:close/>
                  <a:moveTo>
                    <a:pt x="2170" y="0"/>
                  </a:moveTo>
                  <a:cubicBezTo>
                    <a:pt x="1256" y="0"/>
                    <a:pt x="510" y="741"/>
                    <a:pt x="438" y="1718"/>
                  </a:cubicBezTo>
                  <a:cubicBezTo>
                    <a:pt x="409" y="2117"/>
                    <a:pt x="270" y="2964"/>
                    <a:pt x="92" y="3450"/>
                  </a:cubicBezTo>
                  <a:cubicBezTo>
                    <a:pt x="10" y="3657"/>
                    <a:pt x="106" y="3888"/>
                    <a:pt x="308" y="3984"/>
                  </a:cubicBezTo>
                  <a:cubicBezTo>
                    <a:pt x="534" y="4085"/>
                    <a:pt x="765" y="4162"/>
                    <a:pt x="1006" y="4215"/>
                  </a:cubicBezTo>
                  <a:lnTo>
                    <a:pt x="477" y="4480"/>
                  </a:lnTo>
                  <a:cubicBezTo>
                    <a:pt x="188" y="4624"/>
                    <a:pt x="0" y="4922"/>
                    <a:pt x="0" y="5245"/>
                  </a:cubicBezTo>
                  <a:lnTo>
                    <a:pt x="0" y="6318"/>
                  </a:lnTo>
                  <a:cubicBezTo>
                    <a:pt x="5" y="6430"/>
                    <a:pt x="92" y="6520"/>
                    <a:pt x="199" y="6520"/>
                  </a:cubicBezTo>
                  <a:cubicBezTo>
                    <a:pt x="202" y="6520"/>
                    <a:pt x="204" y="6520"/>
                    <a:pt x="207" y="6520"/>
                  </a:cubicBezTo>
                  <a:cubicBezTo>
                    <a:pt x="323" y="6520"/>
                    <a:pt x="414" y="6429"/>
                    <a:pt x="414" y="6318"/>
                  </a:cubicBezTo>
                  <a:lnTo>
                    <a:pt x="414" y="5245"/>
                  </a:lnTo>
                  <a:cubicBezTo>
                    <a:pt x="414" y="5076"/>
                    <a:pt x="510" y="4918"/>
                    <a:pt x="664" y="4841"/>
                  </a:cubicBezTo>
                  <a:lnTo>
                    <a:pt x="1343" y="4504"/>
                  </a:lnTo>
                  <a:lnTo>
                    <a:pt x="1583" y="4725"/>
                  </a:lnTo>
                  <a:cubicBezTo>
                    <a:pt x="1749" y="4884"/>
                    <a:pt x="1962" y="4963"/>
                    <a:pt x="2175" y="4963"/>
                  </a:cubicBezTo>
                  <a:cubicBezTo>
                    <a:pt x="2388" y="4963"/>
                    <a:pt x="2601" y="4884"/>
                    <a:pt x="2767" y="4725"/>
                  </a:cubicBezTo>
                  <a:lnTo>
                    <a:pt x="3003" y="4504"/>
                  </a:lnTo>
                  <a:lnTo>
                    <a:pt x="3686" y="4841"/>
                  </a:lnTo>
                  <a:cubicBezTo>
                    <a:pt x="3835" y="4918"/>
                    <a:pt x="3931" y="5076"/>
                    <a:pt x="3931" y="5245"/>
                  </a:cubicBezTo>
                  <a:lnTo>
                    <a:pt x="3931" y="6318"/>
                  </a:lnTo>
                  <a:cubicBezTo>
                    <a:pt x="3939" y="6445"/>
                    <a:pt x="4037" y="6509"/>
                    <a:pt x="4136" y="6509"/>
                  </a:cubicBezTo>
                  <a:cubicBezTo>
                    <a:pt x="4235" y="6509"/>
                    <a:pt x="4333" y="6445"/>
                    <a:pt x="4340" y="6318"/>
                  </a:cubicBezTo>
                  <a:lnTo>
                    <a:pt x="4340" y="5245"/>
                  </a:lnTo>
                  <a:cubicBezTo>
                    <a:pt x="4340" y="4918"/>
                    <a:pt x="4158" y="4619"/>
                    <a:pt x="3869" y="4475"/>
                  </a:cubicBezTo>
                  <a:lnTo>
                    <a:pt x="3340" y="4215"/>
                  </a:lnTo>
                  <a:cubicBezTo>
                    <a:pt x="3580" y="4162"/>
                    <a:pt x="3811" y="4085"/>
                    <a:pt x="4037" y="3984"/>
                  </a:cubicBezTo>
                  <a:cubicBezTo>
                    <a:pt x="4239" y="3888"/>
                    <a:pt x="4331" y="3657"/>
                    <a:pt x="4254" y="3450"/>
                  </a:cubicBezTo>
                  <a:cubicBezTo>
                    <a:pt x="4071" y="2969"/>
                    <a:pt x="3931" y="2117"/>
                    <a:pt x="3903" y="1718"/>
                  </a:cubicBezTo>
                  <a:cubicBezTo>
                    <a:pt x="3835" y="741"/>
                    <a:pt x="3089" y="0"/>
                    <a:pt x="2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87"/>
            <p:cNvSpPr/>
            <p:nvPr/>
          </p:nvSpPr>
          <p:spPr>
            <a:xfrm>
              <a:off x="8117980" y="2565131"/>
              <a:ext cx="11147" cy="27067"/>
            </a:xfrm>
            <a:custGeom>
              <a:rect b="b" l="l" r="r" t="t"/>
              <a:pathLst>
                <a:path extrusionOk="0" h="1032" w="425">
                  <a:moveTo>
                    <a:pt x="212" y="1"/>
                  </a:moveTo>
                  <a:cubicBezTo>
                    <a:pt x="107" y="1"/>
                    <a:pt x="1" y="73"/>
                    <a:pt x="8" y="217"/>
                  </a:cubicBezTo>
                  <a:lnTo>
                    <a:pt x="8" y="819"/>
                  </a:lnTo>
                  <a:cubicBezTo>
                    <a:pt x="1" y="961"/>
                    <a:pt x="107" y="1032"/>
                    <a:pt x="212" y="1032"/>
                  </a:cubicBezTo>
                  <a:cubicBezTo>
                    <a:pt x="318" y="1032"/>
                    <a:pt x="424" y="961"/>
                    <a:pt x="417" y="819"/>
                  </a:cubicBezTo>
                  <a:lnTo>
                    <a:pt x="417" y="217"/>
                  </a:lnTo>
                  <a:cubicBezTo>
                    <a:pt x="424" y="73"/>
                    <a:pt x="318"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87"/>
            <p:cNvSpPr/>
            <p:nvPr/>
          </p:nvSpPr>
          <p:spPr>
            <a:xfrm>
              <a:off x="8175209" y="2565708"/>
              <a:ext cx="11147" cy="26490"/>
            </a:xfrm>
            <a:custGeom>
              <a:rect b="b" l="l" r="r" t="t"/>
              <a:pathLst>
                <a:path extrusionOk="0" h="1010" w="425">
                  <a:moveTo>
                    <a:pt x="211" y="1"/>
                  </a:moveTo>
                  <a:cubicBezTo>
                    <a:pt x="113" y="1"/>
                    <a:pt x="15" y="66"/>
                    <a:pt x="10" y="195"/>
                  </a:cubicBezTo>
                  <a:lnTo>
                    <a:pt x="10" y="797"/>
                  </a:lnTo>
                  <a:cubicBezTo>
                    <a:pt x="1" y="939"/>
                    <a:pt x="107" y="1010"/>
                    <a:pt x="213" y="1010"/>
                  </a:cubicBezTo>
                  <a:cubicBezTo>
                    <a:pt x="318" y="1010"/>
                    <a:pt x="424" y="939"/>
                    <a:pt x="415" y="797"/>
                  </a:cubicBezTo>
                  <a:lnTo>
                    <a:pt x="415" y="195"/>
                  </a:lnTo>
                  <a:cubicBezTo>
                    <a:pt x="407" y="66"/>
                    <a:pt x="309"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87"/>
            <p:cNvSpPr/>
            <p:nvPr/>
          </p:nvSpPr>
          <p:spPr>
            <a:xfrm>
              <a:off x="8248410" y="2644154"/>
              <a:ext cx="48547" cy="16366"/>
            </a:xfrm>
            <a:custGeom>
              <a:rect b="b" l="l" r="r" t="t"/>
              <a:pathLst>
                <a:path extrusionOk="0" h="624" w="1851">
                  <a:moveTo>
                    <a:pt x="261" y="0"/>
                  </a:moveTo>
                  <a:cubicBezTo>
                    <a:pt x="1" y="14"/>
                    <a:pt x="1" y="395"/>
                    <a:pt x="261" y="409"/>
                  </a:cubicBezTo>
                  <a:cubicBezTo>
                    <a:pt x="491" y="414"/>
                    <a:pt x="1160" y="448"/>
                    <a:pt x="1483" y="606"/>
                  </a:cubicBezTo>
                  <a:cubicBezTo>
                    <a:pt x="1511" y="618"/>
                    <a:pt x="1539" y="624"/>
                    <a:pt x="1565" y="624"/>
                  </a:cubicBezTo>
                  <a:cubicBezTo>
                    <a:pt x="1748" y="624"/>
                    <a:pt x="1850" y="354"/>
                    <a:pt x="1661" y="241"/>
                  </a:cubicBezTo>
                  <a:cubicBezTo>
                    <a:pt x="1184" y="5"/>
                    <a:pt x="299"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87"/>
            <p:cNvSpPr/>
            <p:nvPr/>
          </p:nvSpPr>
          <p:spPr>
            <a:xfrm>
              <a:off x="8209803" y="2615619"/>
              <a:ext cx="125210" cy="170741"/>
            </a:xfrm>
            <a:custGeom>
              <a:rect b="b" l="l" r="r" t="t"/>
              <a:pathLst>
                <a:path extrusionOk="0" h="6510" w="4774">
                  <a:moveTo>
                    <a:pt x="3715" y="405"/>
                  </a:moveTo>
                  <a:lnTo>
                    <a:pt x="3715" y="1256"/>
                  </a:lnTo>
                  <a:cubicBezTo>
                    <a:pt x="3710" y="1391"/>
                    <a:pt x="3681" y="1531"/>
                    <a:pt x="3619" y="1651"/>
                  </a:cubicBezTo>
                  <a:lnTo>
                    <a:pt x="3518" y="1858"/>
                  </a:lnTo>
                  <a:cubicBezTo>
                    <a:pt x="3503" y="1887"/>
                    <a:pt x="3494" y="1916"/>
                    <a:pt x="3494" y="1949"/>
                  </a:cubicBezTo>
                  <a:lnTo>
                    <a:pt x="3494" y="2387"/>
                  </a:lnTo>
                  <a:cubicBezTo>
                    <a:pt x="3494" y="2998"/>
                    <a:pt x="2998" y="3490"/>
                    <a:pt x="2396" y="3490"/>
                  </a:cubicBezTo>
                  <a:cubicBezTo>
                    <a:pt x="2382" y="3490"/>
                    <a:pt x="2368" y="3490"/>
                    <a:pt x="2353" y="3489"/>
                  </a:cubicBezTo>
                  <a:cubicBezTo>
                    <a:pt x="1766" y="3475"/>
                    <a:pt x="1285" y="2955"/>
                    <a:pt x="1285" y="2329"/>
                  </a:cubicBezTo>
                  <a:lnTo>
                    <a:pt x="1285" y="1949"/>
                  </a:lnTo>
                  <a:cubicBezTo>
                    <a:pt x="1285" y="1920"/>
                    <a:pt x="1275" y="1887"/>
                    <a:pt x="1261" y="1858"/>
                  </a:cubicBezTo>
                  <a:lnTo>
                    <a:pt x="1136" y="1608"/>
                  </a:lnTo>
                  <a:cubicBezTo>
                    <a:pt x="1088" y="1511"/>
                    <a:pt x="1064" y="1410"/>
                    <a:pt x="1064" y="1305"/>
                  </a:cubicBezTo>
                  <a:lnTo>
                    <a:pt x="1064" y="1295"/>
                  </a:lnTo>
                  <a:cubicBezTo>
                    <a:pt x="1064" y="804"/>
                    <a:pt x="1463" y="410"/>
                    <a:pt x="1954" y="405"/>
                  </a:cubicBezTo>
                  <a:close/>
                  <a:moveTo>
                    <a:pt x="1939" y="3826"/>
                  </a:moveTo>
                  <a:cubicBezTo>
                    <a:pt x="2069" y="3869"/>
                    <a:pt x="2204" y="3893"/>
                    <a:pt x="2344" y="3898"/>
                  </a:cubicBezTo>
                  <a:lnTo>
                    <a:pt x="2387" y="3898"/>
                  </a:lnTo>
                  <a:cubicBezTo>
                    <a:pt x="2541" y="3898"/>
                    <a:pt x="2695" y="3879"/>
                    <a:pt x="2839" y="3831"/>
                  </a:cubicBezTo>
                  <a:cubicBezTo>
                    <a:pt x="2844" y="3893"/>
                    <a:pt x="2854" y="3956"/>
                    <a:pt x="2873" y="4014"/>
                  </a:cubicBezTo>
                  <a:lnTo>
                    <a:pt x="2704" y="4182"/>
                  </a:lnTo>
                  <a:cubicBezTo>
                    <a:pt x="2618" y="4269"/>
                    <a:pt x="2504" y="4312"/>
                    <a:pt x="2389" y="4312"/>
                  </a:cubicBezTo>
                  <a:cubicBezTo>
                    <a:pt x="2274" y="4312"/>
                    <a:pt x="2158" y="4269"/>
                    <a:pt x="2069" y="4182"/>
                  </a:cubicBezTo>
                  <a:lnTo>
                    <a:pt x="1901" y="4014"/>
                  </a:lnTo>
                  <a:cubicBezTo>
                    <a:pt x="1925" y="3956"/>
                    <a:pt x="1935" y="3893"/>
                    <a:pt x="1939" y="3826"/>
                  </a:cubicBezTo>
                  <a:close/>
                  <a:moveTo>
                    <a:pt x="1954" y="1"/>
                  </a:moveTo>
                  <a:cubicBezTo>
                    <a:pt x="1237" y="1"/>
                    <a:pt x="655" y="578"/>
                    <a:pt x="655" y="1295"/>
                  </a:cubicBezTo>
                  <a:lnTo>
                    <a:pt x="655" y="1309"/>
                  </a:lnTo>
                  <a:cubicBezTo>
                    <a:pt x="655" y="1473"/>
                    <a:pt x="693" y="1637"/>
                    <a:pt x="770" y="1791"/>
                  </a:cubicBezTo>
                  <a:lnTo>
                    <a:pt x="876" y="1997"/>
                  </a:lnTo>
                  <a:lnTo>
                    <a:pt x="876" y="2329"/>
                  </a:lnTo>
                  <a:cubicBezTo>
                    <a:pt x="876" y="2840"/>
                    <a:pt x="1117" y="3321"/>
                    <a:pt x="1530" y="3619"/>
                  </a:cubicBezTo>
                  <a:lnTo>
                    <a:pt x="1530" y="3802"/>
                  </a:lnTo>
                  <a:cubicBezTo>
                    <a:pt x="1530" y="3908"/>
                    <a:pt x="1458" y="3999"/>
                    <a:pt x="1362" y="4028"/>
                  </a:cubicBezTo>
                  <a:lnTo>
                    <a:pt x="626" y="4235"/>
                  </a:lnTo>
                  <a:cubicBezTo>
                    <a:pt x="255" y="4346"/>
                    <a:pt x="0" y="4678"/>
                    <a:pt x="0" y="5063"/>
                  </a:cubicBezTo>
                  <a:lnTo>
                    <a:pt x="0" y="6314"/>
                  </a:lnTo>
                  <a:cubicBezTo>
                    <a:pt x="8" y="6443"/>
                    <a:pt x="106" y="6508"/>
                    <a:pt x="205" y="6508"/>
                  </a:cubicBezTo>
                  <a:cubicBezTo>
                    <a:pt x="303" y="6508"/>
                    <a:pt x="402" y="6443"/>
                    <a:pt x="409" y="6314"/>
                  </a:cubicBezTo>
                  <a:lnTo>
                    <a:pt x="409" y="5063"/>
                  </a:lnTo>
                  <a:cubicBezTo>
                    <a:pt x="409" y="4860"/>
                    <a:pt x="544" y="4687"/>
                    <a:pt x="736" y="4629"/>
                  </a:cubicBezTo>
                  <a:lnTo>
                    <a:pt x="1473" y="4418"/>
                  </a:lnTo>
                  <a:cubicBezTo>
                    <a:pt x="1535" y="4403"/>
                    <a:pt x="1593" y="4374"/>
                    <a:pt x="1651" y="4336"/>
                  </a:cubicBezTo>
                  <a:lnTo>
                    <a:pt x="1781" y="4471"/>
                  </a:lnTo>
                  <a:cubicBezTo>
                    <a:pt x="1949" y="4637"/>
                    <a:pt x="2169" y="4720"/>
                    <a:pt x="2389" y="4720"/>
                  </a:cubicBezTo>
                  <a:cubicBezTo>
                    <a:pt x="2608" y="4720"/>
                    <a:pt x="2827" y="4637"/>
                    <a:pt x="2993" y="4471"/>
                  </a:cubicBezTo>
                  <a:lnTo>
                    <a:pt x="3128" y="4336"/>
                  </a:lnTo>
                  <a:cubicBezTo>
                    <a:pt x="3181" y="4374"/>
                    <a:pt x="3239" y="4403"/>
                    <a:pt x="3301" y="4418"/>
                  </a:cubicBezTo>
                  <a:lnTo>
                    <a:pt x="4042" y="4629"/>
                  </a:lnTo>
                  <a:cubicBezTo>
                    <a:pt x="4235" y="4687"/>
                    <a:pt x="4365" y="4860"/>
                    <a:pt x="4365" y="5063"/>
                  </a:cubicBezTo>
                  <a:lnTo>
                    <a:pt x="4365" y="6318"/>
                  </a:lnTo>
                  <a:cubicBezTo>
                    <a:pt x="4372" y="6446"/>
                    <a:pt x="4470" y="6510"/>
                    <a:pt x="4569" y="6510"/>
                  </a:cubicBezTo>
                  <a:cubicBezTo>
                    <a:pt x="4668" y="6510"/>
                    <a:pt x="4766" y="6446"/>
                    <a:pt x="4774" y="6318"/>
                  </a:cubicBezTo>
                  <a:lnTo>
                    <a:pt x="4774" y="5063"/>
                  </a:lnTo>
                  <a:cubicBezTo>
                    <a:pt x="4774" y="4682"/>
                    <a:pt x="4519" y="4346"/>
                    <a:pt x="4153" y="4240"/>
                  </a:cubicBezTo>
                  <a:lnTo>
                    <a:pt x="3417" y="4028"/>
                  </a:lnTo>
                  <a:cubicBezTo>
                    <a:pt x="3316" y="3999"/>
                    <a:pt x="3248" y="3908"/>
                    <a:pt x="3248" y="3802"/>
                  </a:cubicBezTo>
                  <a:lnTo>
                    <a:pt x="3248" y="3633"/>
                  </a:lnTo>
                  <a:cubicBezTo>
                    <a:pt x="3316" y="3585"/>
                    <a:pt x="3383" y="3532"/>
                    <a:pt x="3445" y="3470"/>
                  </a:cubicBezTo>
                  <a:cubicBezTo>
                    <a:pt x="3739" y="3186"/>
                    <a:pt x="3903" y="2796"/>
                    <a:pt x="3903" y="2382"/>
                  </a:cubicBezTo>
                  <a:lnTo>
                    <a:pt x="3903" y="1997"/>
                  </a:lnTo>
                  <a:lnTo>
                    <a:pt x="3984" y="1834"/>
                  </a:lnTo>
                  <a:cubicBezTo>
                    <a:pt x="4076" y="1651"/>
                    <a:pt x="4119" y="1454"/>
                    <a:pt x="4124" y="1252"/>
                  </a:cubicBezTo>
                  <a:lnTo>
                    <a:pt x="4124" y="203"/>
                  </a:lnTo>
                  <a:cubicBezTo>
                    <a:pt x="4124" y="92"/>
                    <a:pt x="402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87"/>
            <p:cNvSpPr/>
            <p:nvPr/>
          </p:nvSpPr>
          <p:spPr>
            <a:xfrm>
              <a:off x="8232778" y="2753051"/>
              <a:ext cx="10727" cy="33309"/>
            </a:xfrm>
            <a:custGeom>
              <a:rect b="b" l="l" r="r" t="t"/>
              <a:pathLst>
                <a:path extrusionOk="0" h="1270" w="409">
                  <a:moveTo>
                    <a:pt x="202" y="1"/>
                  </a:moveTo>
                  <a:cubicBezTo>
                    <a:pt x="91" y="1"/>
                    <a:pt x="0" y="92"/>
                    <a:pt x="0" y="203"/>
                  </a:cubicBezTo>
                  <a:lnTo>
                    <a:pt x="0" y="1078"/>
                  </a:lnTo>
                  <a:cubicBezTo>
                    <a:pt x="7" y="1206"/>
                    <a:pt x="106" y="1270"/>
                    <a:pt x="205" y="1270"/>
                  </a:cubicBezTo>
                  <a:cubicBezTo>
                    <a:pt x="303" y="1270"/>
                    <a:pt x="402" y="1206"/>
                    <a:pt x="409" y="1078"/>
                  </a:cubicBezTo>
                  <a:lnTo>
                    <a:pt x="409" y="203"/>
                  </a:lnTo>
                  <a:cubicBezTo>
                    <a:pt x="409" y="92"/>
                    <a:pt x="318"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87"/>
            <p:cNvSpPr/>
            <p:nvPr/>
          </p:nvSpPr>
          <p:spPr>
            <a:xfrm>
              <a:off x="8301416" y="2753051"/>
              <a:ext cx="10753" cy="33309"/>
            </a:xfrm>
            <a:custGeom>
              <a:rect b="b" l="l" r="r" t="t"/>
              <a:pathLst>
                <a:path extrusionOk="0" h="1270" w="410">
                  <a:moveTo>
                    <a:pt x="208" y="1"/>
                  </a:moveTo>
                  <a:cubicBezTo>
                    <a:pt x="92" y="1"/>
                    <a:pt x="1" y="92"/>
                    <a:pt x="1" y="203"/>
                  </a:cubicBezTo>
                  <a:lnTo>
                    <a:pt x="1" y="1078"/>
                  </a:lnTo>
                  <a:cubicBezTo>
                    <a:pt x="8" y="1206"/>
                    <a:pt x="106" y="1270"/>
                    <a:pt x="205" y="1270"/>
                  </a:cubicBezTo>
                  <a:cubicBezTo>
                    <a:pt x="304" y="1270"/>
                    <a:pt x="402" y="1206"/>
                    <a:pt x="410" y="1078"/>
                  </a:cubicBezTo>
                  <a:lnTo>
                    <a:pt x="410" y="203"/>
                  </a:lnTo>
                  <a:cubicBezTo>
                    <a:pt x="410" y="92"/>
                    <a:pt x="318"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4" name="Google Shape;16274;p87"/>
          <p:cNvGrpSpPr/>
          <p:nvPr/>
        </p:nvGrpSpPr>
        <p:grpSpPr>
          <a:xfrm>
            <a:off x="5390373" y="2425653"/>
            <a:ext cx="257344" cy="358215"/>
            <a:chOff x="5390373" y="2425653"/>
            <a:chExt cx="257344" cy="358215"/>
          </a:xfrm>
        </p:grpSpPr>
        <p:sp>
          <p:nvSpPr>
            <p:cNvPr id="16275" name="Google Shape;16275;p87"/>
            <p:cNvSpPr/>
            <p:nvPr/>
          </p:nvSpPr>
          <p:spPr>
            <a:xfrm>
              <a:off x="5395671" y="2453323"/>
              <a:ext cx="246879" cy="325378"/>
            </a:xfrm>
            <a:custGeom>
              <a:rect b="b" l="l" r="r" t="t"/>
              <a:pathLst>
                <a:path extrusionOk="0" h="12406" w="9413">
                  <a:moveTo>
                    <a:pt x="645" y="1"/>
                  </a:moveTo>
                  <a:cubicBezTo>
                    <a:pt x="289" y="1"/>
                    <a:pt x="0" y="289"/>
                    <a:pt x="0" y="641"/>
                  </a:cubicBezTo>
                  <a:lnTo>
                    <a:pt x="0" y="11765"/>
                  </a:lnTo>
                  <a:cubicBezTo>
                    <a:pt x="0" y="12117"/>
                    <a:pt x="289" y="12405"/>
                    <a:pt x="645" y="12405"/>
                  </a:cubicBezTo>
                  <a:lnTo>
                    <a:pt x="8772" y="12405"/>
                  </a:lnTo>
                  <a:cubicBezTo>
                    <a:pt x="9123" y="12405"/>
                    <a:pt x="9412" y="12117"/>
                    <a:pt x="9412" y="11765"/>
                  </a:cubicBezTo>
                  <a:lnTo>
                    <a:pt x="9412" y="641"/>
                  </a:lnTo>
                  <a:cubicBezTo>
                    <a:pt x="9412" y="289"/>
                    <a:pt x="9123" y="1"/>
                    <a:pt x="877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87"/>
            <p:cNvSpPr/>
            <p:nvPr/>
          </p:nvSpPr>
          <p:spPr>
            <a:xfrm>
              <a:off x="5418122" y="2475800"/>
              <a:ext cx="201952" cy="269199"/>
            </a:xfrm>
            <a:custGeom>
              <a:rect b="b" l="l" r="r" t="t"/>
              <a:pathLst>
                <a:path extrusionOk="0" h="10264" w="7700">
                  <a:moveTo>
                    <a:pt x="1" y="0"/>
                  </a:moveTo>
                  <a:lnTo>
                    <a:pt x="1" y="10264"/>
                  </a:lnTo>
                  <a:lnTo>
                    <a:pt x="7700" y="10264"/>
                  </a:lnTo>
                  <a:lnTo>
                    <a:pt x="77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87"/>
            <p:cNvSpPr/>
            <p:nvPr/>
          </p:nvSpPr>
          <p:spPr>
            <a:xfrm>
              <a:off x="5468609" y="2430925"/>
              <a:ext cx="100976" cy="44901"/>
            </a:xfrm>
            <a:custGeom>
              <a:rect b="b" l="l" r="r" t="t"/>
              <a:pathLst>
                <a:path extrusionOk="0" h="1712" w="3850">
                  <a:moveTo>
                    <a:pt x="1923" y="1"/>
                  </a:moveTo>
                  <a:cubicBezTo>
                    <a:pt x="1636" y="1"/>
                    <a:pt x="1350" y="143"/>
                    <a:pt x="1189" y="426"/>
                  </a:cubicBezTo>
                  <a:lnTo>
                    <a:pt x="429" y="426"/>
                  </a:lnTo>
                  <a:cubicBezTo>
                    <a:pt x="193" y="426"/>
                    <a:pt x="0" y="619"/>
                    <a:pt x="0" y="855"/>
                  </a:cubicBezTo>
                  <a:lnTo>
                    <a:pt x="0" y="1711"/>
                  </a:lnTo>
                  <a:lnTo>
                    <a:pt x="3850" y="1711"/>
                  </a:lnTo>
                  <a:lnTo>
                    <a:pt x="3850" y="855"/>
                  </a:lnTo>
                  <a:cubicBezTo>
                    <a:pt x="3850" y="619"/>
                    <a:pt x="3657" y="426"/>
                    <a:pt x="3422" y="426"/>
                  </a:cubicBezTo>
                  <a:lnTo>
                    <a:pt x="2661" y="426"/>
                  </a:lnTo>
                  <a:cubicBezTo>
                    <a:pt x="2498" y="143"/>
                    <a:pt x="2210" y="1"/>
                    <a:pt x="1923"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87"/>
            <p:cNvSpPr/>
            <p:nvPr/>
          </p:nvSpPr>
          <p:spPr>
            <a:xfrm>
              <a:off x="5535883" y="2509476"/>
              <a:ext cx="56179" cy="22372"/>
            </a:xfrm>
            <a:custGeom>
              <a:rect b="b" l="l" r="r" t="t"/>
              <a:pathLst>
                <a:path extrusionOk="0" h="853" w="2142">
                  <a:moveTo>
                    <a:pt x="0" y="1"/>
                  </a:moveTo>
                  <a:lnTo>
                    <a:pt x="0" y="853"/>
                  </a:lnTo>
                  <a:lnTo>
                    <a:pt x="2141" y="853"/>
                  </a:lnTo>
                  <a:lnTo>
                    <a:pt x="2141"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87"/>
            <p:cNvSpPr/>
            <p:nvPr/>
          </p:nvSpPr>
          <p:spPr>
            <a:xfrm>
              <a:off x="5446028" y="2548739"/>
              <a:ext cx="67536" cy="50514"/>
            </a:xfrm>
            <a:custGeom>
              <a:rect b="b" l="l" r="r" t="t"/>
              <a:pathLst>
                <a:path extrusionOk="0" h="1926" w="2575">
                  <a:moveTo>
                    <a:pt x="861" y="0"/>
                  </a:moveTo>
                  <a:lnTo>
                    <a:pt x="861" y="429"/>
                  </a:lnTo>
                  <a:cubicBezTo>
                    <a:pt x="861" y="506"/>
                    <a:pt x="813" y="583"/>
                    <a:pt x="741" y="616"/>
                  </a:cubicBezTo>
                  <a:lnTo>
                    <a:pt x="241" y="866"/>
                  </a:lnTo>
                  <a:cubicBezTo>
                    <a:pt x="92" y="939"/>
                    <a:pt x="0" y="1088"/>
                    <a:pt x="0" y="1251"/>
                  </a:cubicBezTo>
                  <a:lnTo>
                    <a:pt x="0" y="1709"/>
                  </a:lnTo>
                  <a:cubicBezTo>
                    <a:pt x="0" y="1829"/>
                    <a:pt x="96" y="1925"/>
                    <a:pt x="217" y="1925"/>
                  </a:cubicBezTo>
                  <a:lnTo>
                    <a:pt x="2358" y="1925"/>
                  </a:lnTo>
                  <a:cubicBezTo>
                    <a:pt x="2478" y="1925"/>
                    <a:pt x="2574" y="1829"/>
                    <a:pt x="2574" y="1709"/>
                  </a:cubicBezTo>
                  <a:lnTo>
                    <a:pt x="2574" y="1251"/>
                  </a:lnTo>
                  <a:cubicBezTo>
                    <a:pt x="2574" y="1088"/>
                    <a:pt x="2483" y="939"/>
                    <a:pt x="2339" y="866"/>
                  </a:cubicBezTo>
                  <a:lnTo>
                    <a:pt x="1833" y="616"/>
                  </a:lnTo>
                  <a:cubicBezTo>
                    <a:pt x="1761" y="583"/>
                    <a:pt x="1713" y="506"/>
                    <a:pt x="1713" y="429"/>
                  </a:cubicBezTo>
                  <a:lnTo>
                    <a:pt x="171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87"/>
            <p:cNvSpPr/>
            <p:nvPr/>
          </p:nvSpPr>
          <p:spPr>
            <a:xfrm>
              <a:off x="5446133" y="2566416"/>
              <a:ext cx="67431" cy="32837"/>
            </a:xfrm>
            <a:custGeom>
              <a:rect b="b" l="l" r="r" t="t"/>
              <a:pathLst>
                <a:path extrusionOk="0" h="1252" w="2571">
                  <a:moveTo>
                    <a:pt x="627" y="0"/>
                  </a:moveTo>
                  <a:lnTo>
                    <a:pt x="237" y="192"/>
                  </a:lnTo>
                  <a:cubicBezTo>
                    <a:pt x="92" y="265"/>
                    <a:pt x="1" y="414"/>
                    <a:pt x="1" y="577"/>
                  </a:cubicBezTo>
                  <a:lnTo>
                    <a:pt x="1" y="1035"/>
                  </a:lnTo>
                  <a:cubicBezTo>
                    <a:pt x="1" y="1155"/>
                    <a:pt x="97" y="1251"/>
                    <a:pt x="218" y="1251"/>
                  </a:cubicBezTo>
                  <a:lnTo>
                    <a:pt x="2354" y="1251"/>
                  </a:lnTo>
                  <a:cubicBezTo>
                    <a:pt x="2474" y="1251"/>
                    <a:pt x="2570" y="1155"/>
                    <a:pt x="2570" y="1035"/>
                  </a:cubicBezTo>
                  <a:lnTo>
                    <a:pt x="2570" y="577"/>
                  </a:lnTo>
                  <a:cubicBezTo>
                    <a:pt x="2570" y="414"/>
                    <a:pt x="2479" y="265"/>
                    <a:pt x="2335" y="192"/>
                  </a:cubicBezTo>
                  <a:lnTo>
                    <a:pt x="1940" y="0"/>
                  </a:lnTo>
                  <a:cubicBezTo>
                    <a:pt x="1786" y="188"/>
                    <a:pt x="1550" y="582"/>
                    <a:pt x="1286" y="582"/>
                  </a:cubicBezTo>
                  <a:cubicBezTo>
                    <a:pt x="1021" y="582"/>
                    <a:pt x="785" y="188"/>
                    <a:pt x="627"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87"/>
            <p:cNvSpPr/>
            <p:nvPr/>
          </p:nvSpPr>
          <p:spPr>
            <a:xfrm>
              <a:off x="5446133" y="2576382"/>
              <a:ext cx="16943" cy="22870"/>
            </a:xfrm>
            <a:custGeom>
              <a:rect b="b" l="l" r="r" t="t"/>
              <a:pathLst>
                <a:path extrusionOk="0" h="872" w="646">
                  <a:moveTo>
                    <a:pt x="54" y="0"/>
                  </a:moveTo>
                  <a:cubicBezTo>
                    <a:pt x="20" y="58"/>
                    <a:pt x="1" y="125"/>
                    <a:pt x="1" y="197"/>
                  </a:cubicBezTo>
                  <a:lnTo>
                    <a:pt x="1" y="655"/>
                  </a:lnTo>
                  <a:cubicBezTo>
                    <a:pt x="1" y="775"/>
                    <a:pt x="97" y="871"/>
                    <a:pt x="213" y="871"/>
                  </a:cubicBezTo>
                  <a:lnTo>
                    <a:pt x="641" y="871"/>
                  </a:lnTo>
                  <a:lnTo>
                    <a:pt x="646" y="655"/>
                  </a:lnTo>
                  <a:cubicBezTo>
                    <a:pt x="646" y="520"/>
                    <a:pt x="578" y="395"/>
                    <a:pt x="473" y="313"/>
                  </a:cubicBezTo>
                  <a:lnTo>
                    <a:pt x="54"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87"/>
            <p:cNvSpPr/>
            <p:nvPr/>
          </p:nvSpPr>
          <p:spPr>
            <a:xfrm>
              <a:off x="5496620" y="2576382"/>
              <a:ext cx="16943" cy="22870"/>
            </a:xfrm>
            <a:custGeom>
              <a:rect b="b" l="l" r="r" t="t"/>
              <a:pathLst>
                <a:path extrusionOk="0" h="872" w="646">
                  <a:moveTo>
                    <a:pt x="593" y="0"/>
                  </a:moveTo>
                  <a:lnTo>
                    <a:pt x="174" y="313"/>
                  </a:lnTo>
                  <a:cubicBezTo>
                    <a:pt x="63" y="395"/>
                    <a:pt x="1" y="520"/>
                    <a:pt x="1" y="655"/>
                  </a:cubicBezTo>
                  <a:lnTo>
                    <a:pt x="5" y="871"/>
                  </a:lnTo>
                  <a:lnTo>
                    <a:pt x="434" y="871"/>
                  </a:lnTo>
                  <a:cubicBezTo>
                    <a:pt x="549" y="871"/>
                    <a:pt x="645" y="775"/>
                    <a:pt x="645" y="655"/>
                  </a:cubicBezTo>
                  <a:lnTo>
                    <a:pt x="645" y="197"/>
                  </a:lnTo>
                  <a:cubicBezTo>
                    <a:pt x="645" y="125"/>
                    <a:pt x="626" y="58"/>
                    <a:pt x="59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87"/>
            <p:cNvSpPr/>
            <p:nvPr/>
          </p:nvSpPr>
          <p:spPr>
            <a:xfrm>
              <a:off x="5457384" y="2503811"/>
              <a:ext cx="44954" cy="50514"/>
            </a:xfrm>
            <a:custGeom>
              <a:rect b="b" l="l" r="r" t="t"/>
              <a:pathLst>
                <a:path extrusionOk="0" h="1926" w="1714">
                  <a:moveTo>
                    <a:pt x="640" y="0"/>
                  </a:moveTo>
                  <a:cubicBezTo>
                    <a:pt x="289" y="0"/>
                    <a:pt x="0" y="289"/>
                    <a:pt x="0" y="645"/>
                  </a:cubicBezTo>
                  <a:lnTo>
                    <a:pt x="0" y="1073"/>
                  </a:lnTo>
                  <a:cubicBezTo>
                    <a:pt x="0" y="1545"/>
                    <a:pt x="385" y="1925"/>
                    <a:pt x="857" y="1925"/>
                  </a:cubicBezTo>
                  <a:cubicBezTo>
                    <a:pt x="1328" y="1925"/>
                    <a:pt x="1708" y="1545"/>
                    <a:pt x="1713" y="1073"/>
                  </a:cubicBezTo>
                  <a:lnTo>
                    <a:pt x="1713" y="645"/>
                  </a:lnTo>
                  <a:cubicBezTo>
                    <a:pt x="1713" y="289"/>
                    <a:pt x="1425" y="0"/>
                    <a:pt x="1068"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87"/>
            <p:cNvSpPr/>
            <p:nvPr/>
          </p:nvSpPr>
          <p:spPr>
            <a:xfrm>
              <a:off x="5457384" y="2503811"/>
              <a:ext cx="30948" cy="50567"/>
            </a:xfrm>
            <a:custGeom>
              <a:rect b="b" l="l" r="r" t="t"/>
              <a:pathLst>
                <a:path extrusionOk="0" h="1928" w="1180">
                  <a:moveTo>
                    <a:pt x="640" y="0"/>
                  </a:moveTo>
                  <a:cubicBezTo>
                    <a:pt x="289" y="0"/>
                    <a:pt x="0" y="289"/>
                    <a:pt x="0" y="640"/>
                  </a:cubicBezTo>
                  <a:lnTo>
                    <a:pt x="0" y="1073"/>
                  </a:lnTo>
                  <a:cubicBezTo>
                    <a:pt x="0" y="1563"/>
                    <a:pt x="402" y="1927"/>
                    <a:pt x="854" y="1927"/>
                  </a:cubicBezTo>
                  <a:cubicBezTo>
                    <a:pt x="961" y="1927"/>
                    <a:pt x="1071" y="1907"/>
                    <a:pt x="1179" y="1863"/>
                  </a:cubicBezTo>
                  <a:cubicBezTo>
                    <a:pt x="852" y="1733"/>
                    <a:pt x="645" y="1420"/>
                    <a:pt x="645" y="1073"/>
                  </a:cubicBezTo>
                  <a:lnTo>
                    <a:pt x="645" y="645"/>
                  </a:lnTo>
                  <a:cubicBezTo>
                    <a:pt x="645" y="332"/>
                    <a:pt x="871" y="63"/>
                    <a:pt x="1179" y="15"/>
                  </a:cubicBezTo>
                  <a:cubicBezTo>
                    <a:pt x="1141" y="5"/>
                    <a:pt x="1107" y="0"/>
                    <a:pt x="10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87"/>
            <p:cNvSpPr/>
            <p:nvPr/>
          </p:nvSpPr>
          <p:spPr>
            <a:xfrm>
              <a:off x="5457384" y="2503811"/>
              <a:ext cx="44954" cy="22477"/>
            </a:xfrm>
            <a:custGeom>
              <a:rect b="b" l="l" r="r" t="t"/>
              <a:pathLst>
                <a:path extrusionOk="0" h="857" w="1714">
                  <a:moveTo>
                    <a:pt x="640" y="0"/>
                  </a:moveTo>
                  <a:cubicBezTo>
                    <a:pt x="289" y="0"/>
                    <a:pt x="0" y="289"/>
                    <a:pt x="0" y="640"/>
                  </a:cubicBezTo>
                  <a:cubicBezTo>
                    <a:pt x="0" y="640"/>
                    <a:pt x="640" y="857"/>
                    <a:pt x="1713" y="857"/>
                  </a:cubicBezTo>
                  <a:lnTo>
                    <a:pt x="1713" y="640"/>
                  </a:lnTo>
                  <a:cubicBezTo>
                    <a:pt x="1713" y="289"/>
                    <a:pt x="1425" y="0"/>
                    <a:pt x="106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87"/>
            <p:cNvSpPr/>
            <p:nvPr/>
          </p:nvSpPr>
          <p:spPr>
            <a:xfrm>
              <a:off x="5457384" y="2503811"/>
              <a:ext cx="30948" cy="20457"/>
            </a:xfrm>
            <a:custGeom>
              <a:rect b="b" l="l" r="r" t="t"/>
              <a:pathLst>
                <a:path extrusionOk="0" h="780" w="1180">
                  <a:moveTo>
                    <a:pt x="640" y="0"/>
                  </a:moveTo>
                  <a:cubicBezTo>
                    <a:pt x="289" y="0"/>
                    <a:pt x="0" y="289"/>
                    <a:pt x="0" y="640"/>
                  </a:cubicBezTo>
                  <a:cubicBezTo>
                    <a:pt x="212" y="703"/>
                    <a:pt x="424" y="751"/>
                    <a:pt x="640" y="780"/>
                  </a:cubicBezTo>
                  <a:lnTo>
                    <a:pt x="640" y="640"/>
                  </a:lnTo>
                  <a:lnTo>
                    <a:pt x="645" y="640"/>
                  </a:lnTo>
                  <a:cubicBezTo>
                    <a:pt x="645" y="328"/>
                    <a:pt x="871" y="63"/>
                    <a:pt x="1179" y="10"/>
                  </a:cubicBezTo>
                  <a:cubicBezTo>
                    <a:pt x="1141" y="5"/>
                    <a:pt x="1107" y="0"/>
                    <a:pt x="106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87"/>
            <p:cNvSpPr/>
            <p:nvPr/>
          </p:nvSpPr>
          <p:spPr>
            <a:xfrm>
              <a:off x="5390373" y="2425653"/>
              <a:ext cx="257344" cy="358215"/>
            </a:xfrm>
            <a:custGeom>
              <a:rect b="b" l="l" r="r" t="t"/>
              <a:pathLst>
                <a:path extrusionOk="0" h="13658" w="9812">
                  <a:moveTo>
                    <a:pt x="4910" y="400"/>
                  </a:moveTo>
                  <a:cubicBezTo>
                    <a:pt x="5130" y="400"/>
                    <a:pt x="5348" y="510"/>
                    <a:pt x="5471" y="729"/>
                  </a:cubicBezTo>
                  <a:cubicBezTo>
                    <a:pt x="5510" y="791"/>
                    <a:pt x="5572" y="830"/>
                    <a:pt x="5644" y="830"/>
                  </a:cubicBezTo>
                  <a:lnTo>
                    <a:pt x="6405" y="830"/>
                  </a:lnTo>
                  <a:cubicBezTo>
                    <a:pt x="6530" y="830"/>
                    <a:pt x="6631" y="931"/>
                    <a:pt x="6631" y="1056"/>
                  </a:cubicBezTo>
                  <a:lnTo>
                    <a:pt x="6631" y="1710"/>
                  </a:lnTo>
                  <a:lnTo>
                    <a:pt x="3181" y="1710"/>
                  </a:lnTo>
                  <a:lnTo>
                    <a:pt x="3181" y="1056"/>
                  </a:lnTo>
                  <a:lnTo>
                    <a:pt x="3186" y="1056"/>
                  </a:lnTo>
                  <a:cubicBezTo>
                    <a:pt x="3186" y="931"/>
                    <a:pt x="3287" y="830"/>
                    <a:pt x="3412" y="830"/>
                  </a:cubicBezTo>
                  <a:lnTo>
                    <a:pt x="4172" y="830"/>
                  </a:lnTo>
                  <a:cubicBezTo>
                    <a:pt x="4244" y="830"/>
                    <a:pt x="4307" y="791"/>
                    <a:pt x="4345" y="729"/>
                  </a:cubicBezTo>
                  <a:cubicBezTo>
                    <a:pt x="4470" y="510"/>
                    <a:pt x="4690" y="400"/>
                    <a:pt x="4910" y="400"/>
                  </a:cubicBezTo>
                  <a:close/>
                  <a:moveTo>
                    <a:pt x="8974" y="1258"/>
                  </a:moveTo>
                  <a:cubicBezTo>
                    <a:pt x="9215" y="1258"/>
                    <a:pt x="9412" y="1455"/>
                    <a:pt x="9412" y="1696"/>
                  </a:cubicBezTo>
                  <a:lnTo>
                    <a:pt x="9412" y="12820"/>
                  </a:lnTo>
                  <a:cubicBezTo>
                    <a:pt x="9412" y="13061"/>
                    <a:pt x="9215" y="13258"/>
                    <a:pt x="8969" y="13258"/>
                  </a:cubicBezTo>
                  <a:lnTo>
                    <a:pt x="847" y="13258"/>
                  </a:lnTo>
                  <a:cubicBezTo>
                    <a:pt x="602" y="13258"/>
                    <a:pt x="404" y="13061"/>
                    <a:pt x="404" y="12820"/>
                  </a:cubicBezTo>
                  <a:lnTo>
                    <a:pt x="404" y="1696"/>
                  </a:lnTo>
                  <a:cubicBezTo>
                    <a:pt x="404" y="1455"/>
                    <a:pt x="602" y="1258"/>
                    <a:pt x="847" y="1258"/>
                  </a:cubicBezTo>
                  <a:lnTo>
                    <a:pt x="2786" y="1258"/>
                  </a:lnTo>
                  <a:lnTo>
                    <a:pt x="2786" y="1912"/>
                  </a:lnTo>
                  <a:cubicBezTo>
                    <a:pt x="2786" y="2023"/>
                    <a:pt x="2873" y="2109"/>
                    <a:pt x="2983" y="2109"/>
                  </a:cubicBezTo>
                  <a:lnTo>
                    <a:pt x="6833" y="2109"/>
                  </a:lnTo>
                  <a:cubicBezTo>
                    <a:pt x="6944" y="2109"/>
                    <a:pt x="7035" y="2023"/>
                    <a:pt x="7035" y="1912"/>
                  </a:cubicBezTo>
                  <a:lnTo>
                    <a:pt x="7035" y="1258"/>
                  </a:lnTo>
                  <a:close/>
                  <a:moveTo>
                    <a:pt x="4906" y="1"/>
                  </a:moveTo>
                  <a:cubicBezTo>
                    <a:pt x="4588" y="1"/>
                    <a:pt x="4271" y="144"/>
                    <a:pt x="4061" y="430"/>
                  </a:cubicBezTo>
                  <a:lnTo>
                    <a:pt x="3412" y="430"/>
                  </a:lnTo>
                  <a:cubicBezTo>
                    <a:pt x="3142" y="430"/>
                    <a:pt x="2902" y="599"/>
                    <a:pt x="2815" y="854"/>
                  </a:cubicBezTo>
                  <a:lnTo>
                    <a:pt x="842" y="854"/>
                  </a:lnTo>
                  <a:cubicBezTo>
                    <a:pt x="380" y="854"/>
                    <a:pt x="0" y="1234"/>
                    <a:pt x="0" y="1696"/>
                  </a:cubicBezTo>
                  <a:lnTo>
                    <a:pt x="0" y="12816"/>
                  </a:lnTo>
                  <a:cubicBezTo>
                    <a:pt x="0" y="13282"/>
                    <a:pt x="380" y="13658"/>
                    <a:pt x="842" y="13658"/>
                  </a:cubicBezTo>
                  <a:lnTo>
                    <a:pt x="8969" y="13658"/>
                  </a:lnTo>
                  <a:cubicBezTo>
                    <a:pt x="9436" y="13658"/>
                    <a:pt x="9811" y="13282"/>
                    <a:pt x="9811" y="12816"/>
                  </a:cubicBezTo>
                  <a:lnTo>
                    <a:pt x="9811" y="1696"/>
                  </a:lnTo>
                  <a:cubicBezTo>
                    <a:pt x="9811" y="1234"/>
                    <a:pt x="9436" y="854"/>
                    <a:pt x="8974" y="854"/>
                  </a:cubicBezTo>
                  <a:lnTo>
                    <a:pt x="7001" y="854"/>
                  </a:lnTo>
                  <a:cubicBezTo>
                    <a:pt x="6915" y="599"/>
                    <a:pt x="6674" y="430"/>
                    <a:pt x="6405" y="430"/>
                  </a:cubicBezTo>
                  <a:lnTo>
                    <a:pt x="5750" y="430"/>
                  </a:lnTo>
                  <a:cubicBezTo>
                    <a:pt x="5541" y="144"/>
                    <a:pt x="5223"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87"/>
            <p:cNvSpPr/>
            <p:nvPr/>
          </p:nvSpPr>
          <p:spPr>
            <a:xfrm>
              <a:off x="5512147" y="2448025"/>
              <a:ext cx="12406" cy="10622"/>
            </a:xfrm>
            <a:custGeom>
              <a:rect b="b" l="l" r="r" t="t"/>
              <a:pathLst>
                <a:path extrusionOk="0" h="405" w="473">
                  <a:moveTo>
                    <a:pt x="265" y="1"/>
                  </a:moveTo>
                  <a:cubicBezTo>
                    <a:pt x="266" y="1"/>
                    <a:pt x="268" y="1"/>
                    <a:pt x="269" y="1"/>
                  </a:cubicBezTo>
                  <a:lnTo>
                    <a:pt x="269" y="1"/>
                  </a:lnTo>
                  <a:cubicBezTo>
                    <a:pt x="269" y="1"/>
                    <a:pt x="270" y="1"/>
                    <a:pt x="270" y="1"/>
                  </a:cubicBezTo>
                  <a:close/>
                  <a:moveTo>
                    <a:pt x="269" y="1"/>
                  </a:moveTo>
                  <a:cubicBezTo>
                    <a:pt x="92" y="6"/>
                    <a:pt x="1" y="222"/>
                    <a:pt x="130" y="347"/>
                  </a:cubicBezTo>
                  <a:cubicBezTo>
                    <a:pt x="170" y="387"/>
                    <a:pt x="219" y="405"/>
                    <a:pt x="267" y="405"/>
                  </a:cubicBezTo>
                  <a:cubicBezTo>
                    <a:pt x="370" y="405"/>
                    <a:pt x="469" y="324"/>
                    <a:pt x="472" y="203"/>
                  </a:cubicBezTo>
                  <a:cubicBezTo>
                    <a:pt x="472" y="93"/>
                    <a:pt x="378" y="3"/>
                    <a:pt x="2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87"/>
            <p:cNvSpPr/>
            <p:nvPr/>
          </p:nvSpPr>
          <p:spPr>
            <a:xfrm>
              <a:off x="5412824" y="2470502"/>
              <a:ext cx="212548" cy="279795"/>
            </a:xfrm>
            <a:custGeom>
              <a:rect b="b" l="l" r="r" t="t"/>
              <a:pathLst>
                <a:path extrusionOk="0" h="10668" w="8104">
                  <a:moveTo>
                    <a:pt x="203" y="0"/>
                  </a:moveTo>
                  <a:cubicBezTo>
                    <a:pt x="92" y="0"/>
                    <a:pt x="1" y="92"/>
                    <a:pt x="1" y="202"/>
                  </a:cubicBezTo>
                  <a:lnTo>
                    <a:pt x="1" y="10466"/>
                  </a:lnTo>
                  <a:cubicBezTo>
                    <a:pt x="1" y="10576"/>
                    <a:pt x="92" y="10668"/>
                    <a:pt x="203" y="10668"/>
                  </a:cubicBezTo>
                  <a:lnTo>
                    <a:pt x="7902" y="10668"/>
                  </a:lnTo>
                  <a:cubicBezTo>
                    <a:pt x="8012" y="10668"/>
                    <a:pt x="8104" y="10576"/>
                    <a:pt x="8104" y="10466"/>
                  </a:cubicBezTo>
                  <a:lnTo>
                    <a:pt x="8104" y="202"/>
                  </a:lnTo>
                  <a:cubicBezTo>
                    <a:pt x="8104" y="92"/>
                    <a:pt x="8012" y="0"/>
                    <a:pt x="7902" y="0"/>
                  </a:cubicBezTo>
                  <a:lnTo>
                    <a:pt x="6833" y="0"/>
                  </a:lnTo>
                  <a:cubicBezTo>
                    <a:pt x="6578" y="15"/>
                    <a:pt x="6578" y="385"/>
                    <a:pt x="6833" y="399"/>
                  </a:cubicBezTo>
                  <a:lnTo>
                    <a:pt x="7704" y="399"/>
                  </a:lnTo>
                  <a:lnTo>
                    <a:pt x="7704" y="10264"/>
                  </a:lnTo>
                  <a:lnTo>
                    <a:pt x="405" y="10264"/>
                  </a:lnTo>
                  <a:lnTo>
                    <a:pt x="405" y="399"/>
                  </a:lnTo>
                  <a:lnTo>
                    <a:pt x="1271" y="399"/>
                  </a:lnTo>
                  <a:cubicBezTo>
                    <a:pt x="1526" y="385"/>
                    <a:pt x="1526" y="15"/>
                    <a:pt x="1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87"/>
            <p:cNvSpPr/>
            <p:nvPr/>
          </p:nvSpPr>
          <p:spPr>
            <a:xfrm>
              <a:off x="5440835" y="2498513"/>
              <a:ext cx="77896" cy="105907"/>
            </a:xfrm>
            <a:custGeom>
              <a:rect b="b" l="l" r="r" t="t"/>
              <a:pathLst>
                <a:path extrusionOk="0" h="4038" w="2970">
                  <a:moveTo>
                    <a:pt x="1699" y="404"/>
                  </a:moveTo>
                  <a:cubicBezTo>
                    <a:pt x="1945" y="404"/>
                    <a:pt x="2142" y="602"/>
                    <a:pt x="2142" y="842"/>
                  </a:cubicBezTo>
                  <a:lnTo>
                    <a:pt x="2142" y="1275"/>
                  </a:lnTo>
                  <a:cubicBezTo>
                    <a:pt x="2132" y="1627"/>
                    <a:pt x="1844" y="1911"/>
                    <a:pt x="1488" y="1911"/>
                  </a:cubicBezTo>
                  <a:cubicBezTo>
                    <a:pt x="1132" y="1911"/>
                    <a:pt x="843" y="1627"/>
                    <a:pt x="833" y="1275"/>
                  </a:cubicBezTo>
                  <a:lnTo>
                    <a:pt x="833" y="847"/>
                  </a:lnTo>
                  <a:lnTo>
                    <a:pt x="833" y="842"/>
                  </a:lnTo>
                  <a:cubicBezTo>
                    <a:pt x="833" y="602"/>
                    <a:pt x="1031" y="404"/>
                    <a:pt x="1276" y="404"/>
                  </a:cubicBezTo>
                  <a:close/>
                  <a:moveTo>
                    <a:pt x="1714" y="2300"/>
                  </a:moveTo>
                  <a:lnTo>
                    <a:pt x="1714" y="2421"/>
                  </a:lnTo>
                  <a:cubicBezTo>
                    <a:pt x="1714" y="2498"/>
                    <a:pt x="1733" y="2565"/>
                    <a:pt x="1772" y="2632"/>
                  </a:cubicBezTo>
                  <a:lnTo>
                    <a:pt x="1497" y="2902"/>
                  </a:lnTo>
                  <a:cubicBezTo>
                    <a:pt x="1495" y="2904"/>
                    <a:pt x="1491" y="2905"/>
                    <a:pt x="1488" y="2905"/>
                  </a:cubicBezTo>
                  <a:cubicBezTo>
                    <a:pt x="1484" y="2905"/>
                    <a:pt x="1481" y="2904"/>
                    <a:pt x="1478" y="2902"/>
                  </a:cubicBezTo>
                  <a:lnTo>
                    <a:pt x="1204" y="2632"/>
                  </a:lnTo>
                  <a:cubicBezTo>
                    <a:pt x="1242" y="2565"/>
                    <a:pt x="1262" y="2498"/>
                    <a:pt x="1257" y="2421"/>
                  </a:cubicBezTo>
                  <a:lnTo>
                    <a:pt x="1257" y="2300"/>
                  </a:lnTo>
                  <a:cubicBezTo>
                    <a:pt x="1334" y="2317"/>
                    <a:pt x="1411" y="2326"/>
                    <a:pt x="1487" y="2326"/>
                  </a:cubicBezTo>
                  <a:cubicBezTo>
                    <a:pt x="1564" y="2326"/>
                    <a:pt x="1639" y="2317"/>
                    <a:pt x="1714" y="2300"/>
                  </a:cubicBezTo>
                  <a:close/>
                  <a:moveTo>
                    <a:pt x="2099" y="2868"/>
                  </a:moveTo>
                  <a:lnTo>
                    <a:pt x="2445" y="3041"/>
                  </a:lnTo>
                  <a:cubicBezTo>
                    <a:pt x="2522" y="3080"/>
                    <a:pt x="2570" y="3162"/>
                    <a:pt x="2570" y="3248"/>
                  </a:cubicBezTo>
                  <a:lnTo>
                    <a:pt x="2570" y="3624"/>
                  </a:lnTo>
                  <a:cubicBezTo>
                    <a:pt x="2570" y="3633"/>
                    <a:pt x="2566" y="3638"/>
                    <a:pt x="2556" y="3638"/>
                  </a:cubicBezTo>
                  <a:lnTo>
                    <a:pt x="420" y="3638"/>
                  </a:lnTo>
                  <a:cubicBezTo>
                    <a:pt x="410" y="3638"/>
                    <a:pt x="405" y="3633"/>
                    <a:pt x="405" y="3624"/>
                  </a:cubicBezTo>
                  <a:lnTo>
                    <a:pt x="405" y="3248"/>
                  </a:lnTo>
                  <a:cubicBezTo>
                    <a:pt x="405" y="3162"/>
                    <a:pt x="453" y="3080"/>
                    <a:pt x="530" y="3041"/>
                  </a:cubicBezTo>
                  <a:lnTo>
                    <a:pt x="877" y="2868"/>
                  </a:lnTo>
                  <a:lnTo>
                    <a:pt x="1194" y="3186"/>
                  </a:lnTo>
                  <a:cubicBezTo>
                    <a:pt x="1276" y="3267"/>
                    <a:pt x="1382" y="3308"/>
                    <a:pt x="1488" y="3308"/>
                  </a:cubicBezTo>
                  <a:cubicBezTo>
                    <a:pt x="1594" y="3308"/>
                    <a:pt x="1699" y="3267"/>
                    <a:pt x="1781" y="3186"/>
                  </a:cubicBezTo>
                  <a:lnTo>
                    <a:pt x="2099" y="2868"/>
                  </a:lnTo>
                  <a:close/>
                  <a:moveTo>
                    <a:pt x="1271" y="0"/>
                  </a:moveTo>
                  <a:cubicBezTo>
                    <a:pt x="804" y="0"/>
                    <a:pt x="429" y="380"/>
                    <a:pt x="429" y="842"/>
                  </a:cubicBezTo>
                  <a:lnTo>
                    <a:pt x="429" y="1275"/>
                  </a:lnTo>
                  <a:cubicBezTo>
                    <a:pt x="429" y="1607"/>
                    <a:pt x="593" y="1920"/>
                    <a:pt x="862" y="2117"/>
                  </a:cubicBezTo>
                  <a:lnTo>
                    <a:pt x="862" y="2421"/>
                  </a:lnTo>
                  <a:cubicBezTo>
                    <a:pt x="857" y="2425"/>
                    <a:pt x="857" y="2430"/>
                    <a:pt x="853" y="2430"/>
                  </a:cubicBezTo>
                  <a:lnTo>
                    <a:pt x="352" y="2680"/>
                  </a:lnTo>
                  <a:cubicBezTo>
                    <a:pt x="136" y="2786"/>
                    <a:pt x="1" y="3008"/>
                    <a:pt x="6" y="3243"/>
                  </a:cubicBezTo>
                  <a:lnTo>
                    <a:pt x="6" y="3624"/>
                  </a:lnTo>
                  <a:cubicBezTo>
                    <a:pt x="6" y="3850"/>
                    <a:pt x="189" y="4033"/>
                    <a:pt x="420" y="4037"/>
                  </a:cubicBezTo>
                  <a:lnTo>
                    <a:pt x="2556" y="4037"/>
                  </a:lnTo>
                  <a:cubicBezTo>
                    <a:pt x="2782" y="4033"/>
                    <a:pt x="2970" y="3850"/>
                    <a:pt x="2970" y="3624"/>
                  </a:cubicBezTo>
                  <a:lnTo>
                    <a:pt x="2970" y="3243"/>
                  </a:lnTo>
                  <a:cubicBezTo>
                    <a:pt x="2970" y="3008"/>
                    <a:pt x="2835" y="2786"/>
                    <a:pt x="2623" y="2680"/>
                  </a:cubicBezTo>
                  <a:lnTo>
                    <a:pt x="2123" y="2430"/>
                  </a:lnTo>
                  <a:cubicBezTo>
                    <a:pt x="2118" y="2430"/>
                    <a:pt x="2113" y="2425"/>
                    <a:pt x="2113" y="2421"/>
                  </a:cubicBezTo>
                  <a:lnTo>
                    <a:pt x="2113" y="2117"/>
                  </a:lnTo>
                  <a:cubicBezTo>
                    <a:pt x="2383" y="1920"/>
                    <a:pt x="2541" y="1607"/>
                    <a:pt x="2541" y="1271"/>
                  </a:cubicBezTo>
                  <a:lnTo>
                    <a:pt x="2541" y="842"/>
                  </a:lnTo>
                  <a:cubicBezTo>
                    <a:pt x="2541" y="380"/>
                    <a:pt x="2166"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87"/>
            <p:cNvSpPr/>
            <p:nvPr/>
          </p:nvSpPr>
          <p:spPr>
            <a:xfrm>
              <a:off x="5530690" y="2504178"/>
              <a:ext cx="66670" cy="32968"/>
            </a:xfrm>
            <a:custGeom>
              <a:rect b="b" l="l" r="r" t="t"/>
              <a:pathLst>
                <a:path extrusionOk="0" h="1257" w="2542">
                  <a:moveTo>
                    <a:pt x="2137" y="400"/>
                  </a:moveTo>
                  <a:lnTo>
                    <a:pt x="2137" y="857"/>
                  </a:lnTo>
                  <a:lnTo>
                    <a:pt x="400" y="857"/>
                  </a:lnTo>
                  <a:lnTo>
                    <a:pt x="400" y="400"/>
                  </a:lnTo>
                  <a:close/>
                  <a:moveTo>
                    <a:pt x="198" y="1"/>
                  </a:moveTo>
                  <a:cubicBezTo>
                    <a:pt x="87" y="1"/>
                    <a:pt x="1" y="87"/>
                    <a:pt x="1" y="198"/>
                  </a:cubicBezTo>
                  <a:lnTo>
                    <a:pt x="1" y="1059"/>
                  </a:lnTo>
                  <a:cubicBezTo>
                    <a:pt x="1" y="1165"/>
                    <a:pt x="92" y="1257"/>
                    <a:pt x="198" y="1257"/>
                  </a:cubicBezTo>
                  <a:lnTo>
                    <a:pt x="2339" y="1257"/>
                  </a:lnTo>
                  <a:cubicBezTo>
                    <a:pt x="2450" y="1257"/>
                    <a:pt x="2541" y="1165"/>
                    <a:pt x="2541" y="1055"/>
                  </a:cubicBezTo>
                  <a:lnTo>
                    <a:pt x="2541" y="198"/>
                  </a:lnTo>
                  <a:cubicBezTo>
                    <a:pt x="2541" y="87"/>
                    <a:pt x="2450" y="1"/>
                    <a:pt x="23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87"/>
            <p:cNvSpPr/>
            <p:nvPr/>
          </p:nvSpPr>
          <p:spPr>
            <a:xfrm>
              <a:off x="5528670" y="2549106"/>
              <a:ext cx="70578" cy="10517"/>
            </a:xfrm>
            <a:custGeom>
              <a:rect b="b" l="l" r="r" t="t"/>
              <a:pathLst>
                <a:path extrusionOk="0" h="401" w="2691">
                  <a:moveTo>
                    <a:pt x="257" y="0"/>
                  </a:moveTo>
                  <a:cubicBezTo>
                    <a:pt x="1" y="0"/>
                    <a:pt x="2" y="401"/>
                    <a:pt x="262" y="401"/>
                  </a:cubicBezTo>
                  <a:cubicBezTo>
                    <a:pt x="266" y="401"/>
                    <a:pt x="271" y="400"/>
                    <a:pt x="275" y="400"/>
                  </a:cubicBezTo>
                  <a:lnTo>
                    <a:pt x="2416" y="400"/>
                  </a:lnTo>
                  <a:cubicBezTo>
                    <a:pt x="2421" y="400"/>
                    <a:pt x="2425" y="401"/>
                    <a:pt x="2430" y="401"/>
                  </a:cubicBezTo>
                  <a:cubicBezTo>
                    <a:pt x="2689" y="401"/>
                    <a:pt x="2691" y="0"/>
                    <a:pt x="2434" y="0"/>
                  </a:cubicBezTo>
                  <a:cubicBezTo>
                    <a:pt x="2428" y="0"/>
                    <a:pt x="2422" y="0"/>
                    <a:pt x="2416" y="1"/>
                  </a:cubicBezTo>
                  <a:lnTo>
                    <a:pt x="275" y="1"/>
                  </a:lnTo>
                  <a:cubicBezTo>
                    <a:pt x="269" y="0"/>
                    <a:pt x="263" y="0"/>
                    <a:pt x="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87"/>
            <p:cNvSpPr/>
            <p:nvPr/>
          </p:nvSpPr>
          <p:spPr>
            <a:xfrm>
              <a:off x="5528670" y="2571452"/>
              <a:ext cx="37007" cy="10517"/>
            </a:xfrm>
            <a:custGeom>
              <a:rect b="b" l="l" r="r" t="t"/>
              <a:pathLst>
                <a:path extrusionOk="0" h="401" w="1411">
                  <a:moveTo>
                    <a:pt x="262" y="0"/>
                  </a:moveTo>
                  <a:cubicBezTo>
                    <a:pt x="2" y="0"/>
                    <a:pt x="1" y="400"/>
                    <a:pt x="257" y="400"/>
                  </a:cubicBezTo>
                  <a:cubicBezTo>
                    <a:pt x="263" y="400"/>
                    <a:pt x="269" y="400"/>
                    <a:pt x="275" y="400"/>
                  </a:cubicBezTo>
                  <a:lnTo>
                    <a:pt x="1132" y="400"/>
                  </a:lnTo>
                  <a:cubicBezTo>
                    <a:pt x="1138" y="400"/>
                    <a:pt x="1144" y="400"/>
                    <a:pt x="1150" y="400"/>
                  </a:cubicBezTo>
                  <a:cubicBezTo>
                    <a:pt x="1411" y="400"/>
                    <a:pt x="1409" y="0"/>
                    <a:pt x="1145" y="0"/>
                  </a:cubicBezTo>
                  <a:cubicBezTo>
                    <a:pt x="1141" y="0"/>
                    <a:pt x="1136" y="0"/>
                    <a:pt x="1132" y="0"/>
                  </a:cubicBezTo>
                  <a:lnTo>
                    <a:pt x="275" y="0"/>
                  </a:lnTo>
                  <a:cubicBezTo>
                    <a:pt x="271" y="0"/>
                    <a:pt x="26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87"/>
            <p:cNvSpPr/>
            <p:nvPr/>
          </p:nvSpPr>
          <p:spPr>
            <a:xfrm>
              <a:off x="5438946" y="2616379"/>
              <a:ext cx="160302" cy="10517"/>
            </a:xfrm>
            <a:custGeom>
              <a:rect b="b" l="l" r="r" t="t"/>
              <a:pathLst>
                <a:path extrusionOk="0" h="401" w="6112">
                  <a:moveTo>
                    <a:pt x="261" y="0"/>
                  </a:moveTo>
                  <a:cubicBezTo>
                    <a:pt x="0" y="0"/>
                    <a:pt x="0" y="400"/>
                    <a:pt x="261" y="400"/>
                  </a:cubicBezTo>
                  <a:cubicBezTo>
                    <a:pt x="266" y="400"/>
                    <a:pt x="270" y="400"/>
                    <a:pt x="275" y="400"/>
                  </a:cubicBezTo>
                  <a:lnTo>
                    <a:pt x="5837" y="400"/>
                  </a:lnTo>
                  <a:cubicBezTo>
                    <a:pt x="5842" y="400"/>
                    <a:pt x="5847" y="400"/>
                    <a:pt x="5851" y="400"/>
                  </a:cubicBezTo>
                  <a:cubicBezTo>
                    <a:pt x="6112" y="400"/>
                    <a:pt x="6112" y="0"/>
                    <a:pt x="5851" y="0"/>
                  </a:cubicBezTo>
                  <a:cubicBezTo>
                    <a:pt x="5847" y="0"/>
                    <a:pt x="5842" y="0"/>
                    <a:pt x="5837" y="0"/>
                  </a:cubicBezTo>
                  <a:lnTo>
                    <a:pt x="275" y="0"/>
                  </a:lnTo>
                  <a:cubicBezTo>
                    <a:pt x="270" y="0"/>
                    <a:pt x="266"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87"/>
            <p:cNvSpPr/>
            <p:nvPr/>
          </p:nvSpPr>
          <p:spPr>
            <a:xfrm>
              <a:off x="5438946" y="2638830"/>
              <a:ext cx="25782" cy="10517"/>
            </a:xfrm>
            <a:custGeom>
              <a:rect b="b" l="l" r="r" t="t"/>
              <a:pathLst>
                <a:path extrusionOk="0" h="401" w="983">
                  <a:moveTo>
                    <a:pt x="257" y="0"/>
                  </a:moveTo>
                  <a:cubicBezTo>
                    <a:pt x="0" y="0"/>
                    <a:pt x="2" y="401"/>
                    <a:pt x="261" y="401"/>
                  </a:cubicBezTo>
                  <a:cubicBezTo>
                    <a:pt x="266" y="401"/>
                    <a:pt x="270" y="401"/>
                    <a:pt x="275" y="400"/>
                  </a:cubicBezTo>
                  <a:lnTo>
                    <a:pt x="703" y="400"/>
                  </a:lnTo>
                  <a:cubicBezTo>
                    <a:pt x="708" y="401"/>
                    <a:pt x="712" y="401"/>
                    <a:pt x="717" y="401"/>
                  </a:cubicBezTo>
                  <a:cubicBezTo>
                    <a:pt x="981" y="401"/>
                    <a:pt x="983" y="0"/>
                    <a:pt x="721" y="0"/>
                  </a:cubicBezTo>
                  <a:cubicBezTo>
                    <a:pt x="715" y="0"/>
                    <a:pt x="709" y="1"/>
                    <a:pt x="703" y="1"/>
                  </a:cubicBezTo>
                  <a:lnTo>
                    <a:pt x="275" y="1"/>
                  </a:lnTo>
                  <a:cubicBezTo>
                    <a:pt x="269" y="1"/>
                    <a:pt x="263" y="0"/>
                    <a:pt x="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87"/>
            <p:cNvSpPr/>
            <p:nvPr/>
          </p:nvSpPr>
          <p:spPr>
            <a:xfrm>
              <a:off x="5438946" y="2706104"/>
              <a:ext cx="25782" cy="10517"/>
            </a:xfrm>
            <a:custGeom>
              <a:rect b="b" l="l" r="r" t="t"/>
              <a:pathLst>
                <a:path extrusionOk="0" h="401" w="983">
                  <a:moveTo>
                    <a:pt x="261" y="0"/>
                  </a:moveTo>
                  <a:cubicBezTo>
                    <a:pt x="0" y="0"/>
                    <a:pt x="0" y="400"/>
                    <a:pt x="261" y="400"/>
                  </a:cubicBezTo>
                  <a:cubicBezTo>
                    <a:pt x="266" y="400"/>
                    <a:pt x="270" y="400"/>
                    <a:pt x="275" y="400"/>
                  </a:cubicBezTo>
                  <a:lnTo>
                    <a:pt x="703" y="400"/>
                  </a:lnTo>
                  <a:cubicBezTo>
                    <a:pt x="708" y="400"/>
                    <a:pt x="713" y="400"/>
                    <a:pt x="717" y="400"/>
                  </a:cubicBezTo>
                  <a:cubicBezTo>
                    <a:pt x="982" y="400"/>
                    <a:pt x="982" y="0"/>
                    <a:pt x="717" y="0"/>
                  </a:cubicBezTo>
                  <a:cubicBezTo>
                    <a:pt x="713" y="0"/>
                    <a:pt x="708" y="0"/>
                    <a:pt x="703" y="1"/>
                  </a:cubicBezTo>
                  <a:lnTo>
                    <a:pt x="275" y="1"/>
                  </a:lnTo>
                  <a:cubicBezTo>
                    <a:pt x="270" y="0"/>
                    <a:pt x="266"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87"/>
            <p:cNvSpPr/>
            <p:nvPr/>
          </p:nvSpPr>
          <p:spPr>
            <a:xfrm>
              <a:off x="5438946" y="2683627"/>
              <a:ext cx="25782" cy="10517"/>
            </a:xfrm>
            <a:custGeom>
              <a:rect b="b" l="l" r="r" t="t"/>
              <a:pathLst>
                <a:path extrusionOk="0" h="401" w="983">
                  <a:moveTo>
                    <a:pt x="261" y="1"/>
                  </a:moveTo>
                  <a:cubicBezTo>
                    <a:pt x="0" y="1"/>
                    <a:pt x="0" y="401"/>
                    <a:pt x="261" y="401"/>
                  </a:cubicBezTo>
                  <a:cubicBezTo>
                    <a:pt x="266" y="401"/>
                    <a:pt x="270" y="401"/>
                    <a:pt x="275" y="400"/>
                  </a:cubicBezTo>
                  <a:lnTo>
                    <a:pt x="703" y="400"/>
                  </a:lnTo>
                  <a:cubicBezTo>
                    <a:pt x="708" y="401"/>
                    <a:pt x="713" y="401"/>
                    <a:pt x="717" y="401"/>
                  </a:cubicBezTo>
                  <a:cubicBezTo>
                    <a:pt x="982" y="401"/>
                    <a:pt x="982" y="1"/>
                    <a:pt x="717" y="1"/>
                  </a:cubicBezTo>
                  <a:cubicBezTo>
                    <a:pt x="713" y="1"/>
                    <a:pt x="708" y="1"/>
                    <a:pt x="703" y="1"/>
                  </a:cubicBezTo>
                  <a:lnTo>
                    <a:pt x="275" y="1"/>
                  </a:lnTo>
                  <a:cubicBezTo>
                    <a:pt x="270" y="1"/>
                    <a:pt x="266"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87"/>
            <p:cNvSpPr/>
            <p:nvPr/>
          </p:nvSpPr>
          <p:spPr>
            <a:xfrm>
              <a:off x="5439576" y="2661307"/>
              <a:ext cx="24392" cy="10491"/>
            </a:xfrm>
            <a:custGeom>
              <a:rect b="b" l="l" r="r" t="t"/>
              <a:pathLst>
                <a:path extrusionOk="0" h="400" w="930">
                  <a:moveTo>
                    <a:pt x="251" y="0"/>
                  </a:moveTo>
                  <a:cubicBezTo>
                    <a:pt x="1" y="10"/>
                    <a:pt x="1" y="385"/>
                    <a:pt x="251" y="400"/>
                  </a:cubicBezTo>
                  <a:lnTo>
                    <a:pt x="679" y="400"/>
                  </a:lnTo>
                  <a:cubicBezTo>
                    <a:pt x="929" y="385"/>
                    <a:pt x="929" y="1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87"/>
            <p:cNvSpPr/>
            <p:nvPr/>
          </p:nvSpPr>
          <p:spPr>
            <a:xfrm>
              <a:off x="5472517" y="2638830"/>
              <a:ext cx="48259" cy="10517"/>
            </a:xfrm>
            <a:custGeom>
              <a:rect b="b" l="l" r="r" t="t"/>
              <a:pathLst>
                <a:path extrusionOk="0" h="401" w="1840">
                  <a:moveTo>
                    <a:pt x="262" y="0"/>
                  </a:moveTo>
                  <a:cubicBezTo>
                    <a:pt x="0" y="0"/>
                    <a:pt x="2" y="401"/>
                    <a:pt x="266" y="401"/>
                  </a:cubicBezTo>
                  <a:cubicBezTo>
                    <a:pt x="270" y="401"/>
                    <a:pt x="275" y="401"/>
                    <a:pt x="280" y="400"/>
                  </a:cubicBezTo>
                  <a:lnTo>
                    <a:pt x="1564" y="400"/>
                  </a:lnTo>
                  <a:cubicBezTo>
                    <a:pt x="1569" y="401"/>
                    <a:pt x="1574" y="401"/>
                    <a:pt x="1578" y="401"/>
                  </a:cubicBezTo>
                  <a:cubicBezTo>
                    <a:pt x="1838" y="401"/>
                    <a:pt x="1839" y="0"/>
                    <a:pt x="1582" y="0"/>
                  </a:cubicBezTo>
                  <a:cubicBezTo>
                    <a:pt x="1576" y="0"/>
                    <a:pt x="1571" y="1"/>
                    <a:pt x="1564" y="1"/>
                  </a:cubicBezTo>
                  <a:lnTo>
                    <a:pt x="280" y="1"/>
                  </a:lnTo>
                  <a:cubicBezTo>
                    <a:pt x="274" y="1"/>
                    <a:pt x="268"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87"/>
            <p:cNvSpPr/>
            <p:nvPr/>
          </p:nvSpPr>
          <p:spPr>
            <a:xfrm>
              <a:off x="5473278" y="2706104"/>
              <a:ext cx="69949" cy="10517"/>
            </a:xfrm>
            <a:custGeom>
              <a:rect b="b" l="l" r="r" t="t"/>
              <a:pathLst>
                <a:path extrusionOk="0" h="401" w="2667">
                  <a:moveTo>
                    <a:pt x="2406" y="0"/>
                  </a:moveTo>
                  <a:cubicBezTo>
                    <a:pt x="2401" y="0"/>
                    <a:pt x="2397" y="0"/>
                    <a:pt x="2392" y="1"/>
                  </a:cubicBezTo>
                  <a:lnTo>
                    <a:pt x="251" y="1"/>
                  </a:lnTo>
                  <a:cubicBezTo>
                    <a:pt x="1" y="15"/>
                    <a:pt x="1" y="386"/>
                    <a:pt x="251" y="400"/>
                  </a:cubicBezTo>
                  <a:lnTo>
                    <a:pt x="2392" y="400"/>
                  </a:lnTo>
                  <a:cubicBezTo>
                    <a:pt x="2397" y="400"/>
                    <a:pt x="2401" y="400"/>
                    <a:pt x="2406" y="400"/>
                  </a:cubicBezTo>
                  <a:cubicBezTo>
                    <a:pt x="2666" y="400"/>
                    <a:pt x="2666" y="0"/>
                    <a:pt x="2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87"/>
            <p:cNvSpPr/>
            <p:nvPr/>
          </p:nvSpPr>
          <p:spPr>
            <a:xfrm>
              <a:off x="5472517" y="2683627"/>
              <a:ext cx="48232" cy="10517"/>
            </a:xfrm>
            <a:custGeom>
              <a:rect b="b" l="l" r="r" t="t"/>
              <a:pathLst>
                <a:path extrusionOk="0" h="401" w="1839">
                  <a:moveTo>
                    <a:pt x="266" y="1"/>
                  </a:moveTo>
                  <a:cubicBezTo>
                    <a:pt x="0" y="1"/>
                    <a:pt x="0" y="401"/>
                    <a:pt x="266" y="401"/>
                  </a:cubicBezTo>
                  <a:cubicBezTo>
                    <a:pt x="270" y="401"/>
                    <a:pt x="275" y="401"/>
                    <a:pt x="280" y="400"/>
                  </a:cubicBezTo>
                  <a:lnTo>
                    <a:pt x="1564" y="400"/>
                  </a:lnTo>
                  <a:cubicBezTo>
                    <a:pt x="1569" y="401"/>
                    <a:pt x="1574" y="401"/>
                    <a:pt x="1578" y="401"/>
                  </a:cubicBezTo>
                  <a:cubicBezTo>
                    <a:pt x="1839" y="401"/>
                    <a:pt x="1839" y="1"/>
                    <a:pt x="1578" y="1"/>
                  </a:cubicBezTo>
                  <a:cubicBezTo>
                    <a:pt x="1574" y="1"/>
                    <a:pt x="1569" y="1"/>
                    <a:pt x="1564" y="1"/>
                  </a:cubicBezTo>
                  <a:lnTo>
                    <a:pt x="280" y="1"/>
                  </a:lnTo>
                  <a:cubicBezTo>
                    <a:pt x="275" y="1"/>
                    <a:pt x="270"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87"/>
            <p:cNvSpPr/>
            <p:nvPr/>
          </p:nvSpPr>
          <p:spPr>
            <a:xfrm>
              <a:off x="5473147" y="2661307"/>
              <a:ext cx="69450" cy="10491"/>
            </a:xfrm>
            <a:custGeom>
              <a:rect b="b" l="l" r="r" t="t"/>
              <a:pathLst>
                <a:path extrusionOk="0" h="400" w="2648">
                  <a:moveTo>
                    <a:pt x="256" y="0"/>
                  </a:moveTo>
                  <a:cubicBezTo>
                    <a:pt x="1" y="10"/>
                    <a:pt x="1" y="385"/>
                    <a:pt x="256" y="400"/>
                  </a:cubicBezTo>
                  <a:lnTo>
                    <a:pt x="2392" y="400"/>
                  </a:lnTo>
                  <a:cubicBezTo>
                    <a:pt x="2647" y="385"/>
                    <a:pt x="2647" y="10"/>
                    <a:pt x="23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87"/>
            <p:cNvSpPr/>
            <p:nvPr/>
          </p:nvSpPr>
          <p:spPr>
            <a:xfrm>
              <a:off x="5556681" y="2661281"/>
              <a:ext cx="41938" cy="10543"/>
            </a:xfrm>
            <a:custGeom>
              <a:rect b="b" l="l" r="r" t="t"/>
              <a:pathLst>
                <a:path extrusionOk="0" h="402" w="1599">
                  <a:moveTo>
                    <a:pt x="262" y="1"/>
                  </a:moveTo>
                  <a:cubicBezTo>
                    <a:pt x="1" y="1"/>
                    <a:pt x="2" y="401"/>
                    <a:pt x="266" y="401"/>
                  </a:cubicBezTo>
                  <a:cubicBezTo>
                    <a:pt x="271" y="401"/>
                    <a:pt x="275" y="401"/>
                    <a:pt x="280" y="401"/>
                  </a:cubicBezTo>
                  <a:lnTo>
                    <a:pt x="1348" y="401"/>
                  </a:lnTo>
                  <a:cubicBezTo>
                    <a:pt x="1599" y="386"/>
                    <a:pt x="1599" y="11"/>
                    <a:pt x="1348" y="1"/>
                  </a:cubicBezTo>
                  <a:lnTo>
                    <a:pt x="280" y="1"/>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87"/>
            <p:cNvSpPr/>
            <p:nvPr/>
          </p:nvSpPr>
          <p:spPr>
            <a:xfrm>
              <a:off x="5556681" y="2638830"/>
              <a:ext cx="42567" cy="10517"/>
            </a:xfrm>
            <a:custGeom>
              <a:rect b="b" l="l" r="r" t="t"/>
              <a:pathLst>
                <a:path extrusionOk="0" h="401" w="1623">
                  <a:moveTo>
                    <a:pt x="262" y="0"/>
                  </a:moveTo>
                  <a:cubicBezTo>
                    <a:pt x="1" y="0"/>
                    <a:pt x="2" y="401"/>
                    <a:pt x="266" y="401"/>
                  </a:cubicBezTo>
                  <a:cubicBezTo>
                    <a:pt x="271" y="401"/>
                    <a:pt x="275" y="401"/>
                    <a:pt x="280" y="400"/>
                  </a:cubicBezTo>
                  <a:lnTo>
                    <a:pt x="1348" y="400"/>
                  </a:lnTo>
                  <a:cubicBezTo>
                    <a:pt x="1353" y="401"/>
                    <a:pt x="1357" y="401"/>
                    <a:pt x="1362" y="401"/>
                  </a:cubicBezTo>
                  <a:cubicBezTo>
                    <a:pt x="1621" y="401"/>
                    <a:pt x="1623" y="0"/>
                    <a:pt x="1366" y="0"/>
                  </a:cubicBezTo>
                  <a:cubicBezTo>
                    <a:pt x="1360" y="0"/>
                    <a:pt x="1354" y="1"/>
                    <a:pt x="1348" y="1"/>
                  </a:cubicBezTo>
                  <a:lnTo>
                    <a:pt x="280" y="1"/>
                  </a:lnTo>
                  <a:cubicBezTo>
                    <a:pt x="274" y="1"/>
                    <a:pt x="268"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87"/>
            <p:cNvSpPr/>
            <p:nvPr/>
          </p:nvSpPr>
          <p:spPr>
            <a:xfrm>
              <a:off x="5556681" y="2683627"/>
              <a:ext cx="42567" cy="10517"/>
            </a:xfrm>
            <a:custGeom>
              <a:rect b="b" l="l" r="r" t="t"/>
              <a:pathLst>
                <a:path extrusionOk="0" h="401" w="1623">
                  <a:moveTo>
                    <a:pt x="266" y="1"/>
                  </a:moveTo>
                  <a:cubicBezTo>
                    <a:pt x="1" y="1"/>
                    <a:pt x="1" y="401"/>
                    <a:pt x="266" y="401"/>
                  </a:cubicBezTo>
                  <a:cubicBezTo>
                    <a:pt x="271" y="401"/>
                    <a:pt x="275" y="401"/>
                    <a:pt x="280" y="400"/>
                  </a:cubicBezTo>
                  <a:lnTo>
                    <a:pt x="1348" y="400"/>
                  </a:lnTo>
                  <a:cubicBezTo>
                    <a:pt x="1353" y="401"/>
                    <a:pt x="1358" y="401"/>
                    <a:pt x="1362" y="401"/>
                  </a:cubicBezTo>
                  <a:cubicBezTo>
                    <a:pt x="1623" y="401"/>
                    <a:pt x="1623" y="1"/>
                    <a:pt x="1362" y="1"/>
                  </a:cubicBezTo>
                  <a:cubicBezTo>
                    <a:pt x="1358" y="1"/>
                    <a:pt x="1353" y="1"/>
                    <a:pt x="1348" y="1"/>
                  </a:cubicBezTo>
                  <a:lnTo>
                    <a:pt x="280" y="1"/>
                  </a:lnTo>
                  <a:cubicBezTo>
                    <a:pt x="275" y="1"/>
                    <a:pt x="271"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87"/>
            <p:cNvSpPr/>
            <p:nvPr/>
          </p:nvSpPr>
          <p:spPr>
            <a:xfrm>
              <a:off x="5556681" y="2706104"/>
              <a:ext cx="42567" cy="10517"/>
            </a:xfrm>
            <a:custGeom>
              <a:rect b="b" l="l" r="r" t="t"/>
              <a:pathLst>
                <a:path extrusionOk="0" h="401" w="1623">
                  <a:moveTo>
                    <a:pt x="266" y="0"/>
                  </a:moveTo>
                  <a:cubicBezTo>
                    <a:pt x="1" y="0"/>
                    <a:pt x="1" y="400"/>
                    <a:pt x="266" y="400"/>
                  </a:cubicBezTo>
                  <a:cubicBezTo>
                    <a:pt x="271" y="400"/>
                    <a:pt x="275" y="400"/>
                    <a:pt x="280" y="400"/>
                  </a:cubicBezTo>
                  <a:lnTo>
                    <a:pt x="1348" y="400"/>
                  </a:lnTo>
                  <a:cubicBezTo>
                    <a:pt x="1353" y="400"/>
                    <a:pt x="1358" y="400"/>
                    <a:pt x="1362" y="400"/>
                  </a:cubicBezTo>
                  <a:cubicBezTo>
                    <a:pt x="1623" y="400"/>
                    <a:pt x="1623" y="0"/>
                    <a:pt x="1362" y="0"/>
                  </a:cubicBezTo>
                  <a:cubicBezTo>
                    <a:pt x="1358" y="0"/>
                    <a:pt x="1353" y="0"/>
                    <a:pt x="1348" y="1"/>
                  </a:cubicBezTo>
                  <a:lnTo>
                    <a:pt x="280" y="1"/>
                  </a:lnTo>
                  <a:cubicBezTo>
                    <a:pt x="275" y="0"/>
                    <a:pt x="271"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7" name="Google Shape;16307;p87"/>
          <p:cNvGrpSpPr/>
          <p:nvPr/>
        </p:nvGrpSpPr>
        <p:grpSpPr>
          <a:xfrm>
            <a:off x="5364617" y="4307843"/>
            <a:ext cx="285985" cy="322572"/>
            <a:chOff x="5364617" y="4307843"/>
            <a:chExt cx="285985" cy="322572"/>
          </a:xfrm>
        </p:grpSpPr>
        <p:sp>
          <p:nvSpPr>
            <p:cNvPr id="16308" name="Google Shape;16308;p87"/>
            <p:cNvSpPr/>
            <p:nvPr/>
          </p:nvSpPr>
          <p:spPr>
            <a:xfrm>
              <a:off x="5374977" y="4569305"/>
              <a:ext cx="84059" cy="52271"/>
            </a:xfrm>
            <a:custGeom>
              <a:rect b="b" l="l" r="r" t="t"/>
              <a:pathLst>
                <a:path extrusionOk="0" h="1993" w="3205">
                  <a:moveTo>
                    <a:pt x="2550" y="622"/>
                  </a:moveTo>
                  <a:cubicBezTo>
                    <a:pt x="2738" y="622"/>
                    <a:pt x="2738" y="906"/>
                    <a:pt x="2550" y="906"/>
                  </a:cubicBezTo>
                  <a:lnTo>
                    <a:pt x="606" y="906"/>
                  </a:lnTo>
                  <a:cubicBezTo>
                    <a:pt x="529" y="906"/>
                    <a:pt x="462" y="843"/>
                    <a:pt x="462" y="766"/>
                  </a:cubicBezTo>
                  <a:cubicBezTo>
                    <a:pt x="462" y="684"/>
                    <a:pt x="529" y="622"/>
                    <a:pt x="606" y="622"/>
                  </a:cubicBezTo>
                  <a:close/>
                  <a:moveTo>
                    <a:pt x="0" y="1"/>
                  </a:moveTo>
                  <a:lnTo>
                    <a:pt x="0" y="1993"/>
                  </a:lnTo>
                  <a:lnTo>
                    <a:pt x="3205" y="1993"/>
                  </a:lnTo>
                  <a:lnTo>
                    <a:pt x="320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87"/>
            <p:cNvSpPr/>
            <p:nvPr/>
          </p:nvSpPr>
          <p:spPr>
            <a:xfrm>
              <a:off x="5466328" y="4489547"/>
              <a:ext cx="84085" cy="132029"/>
            </a:xfrm>
            <a:custGeom>
              <a:rect b="b" l="l" r="r" t="t"/>
              <a:pathLst>
                <a:path extrusionOk="0" h="5034" w="3206">
                  <a:moveTo>
                    <a:pt x="2566" y="622"/>
                  </a:moveTo>
                  <a:cubicBezTo>
                    <a:pt x="2753" y="622"/>
                    <a:pt x="2753" y="906"/>
                    <a:pt x="2566" y="906"/>
                  </a:cubicBezTo>
                  <a:lnTo>
                    <a:pt x="622" y="906"/>
                  </a:lnTo>
                  <a:cubicBezTo>
                    <a:pt x="545" y="906"/>
                    <a:pt x="482" y="843"/>
                    <a:pt x="482" y="766"/>
                  </a:cubicBezTo>
                  <a:cubicBezTo>
                    <a:pt x="482" y="684"/>
                    <a:pt x="545" y="622"/>
                    <a:pt x="622" y="622"/>
                  </a:cubicBezTo>
                  <a:close/>
                  <a:moveTo>
                    <a:pt x="1" y="1"/>
                  </a:moveTo>
                  <a:lnTo>
                    <a:pt x="1" y="5034"/>
                  </a:lnTo>
                  <a:lnTo>
                    <a:pt x="3205" y="5034"/>
                  </a:lnTo>
                  <a:lnTo>
                    <a:pt x="3205"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87"/>
            <p:cNvSpPr/>
            <p:nvPr/>
          </p:nvSpPr>
          <p:spPr>
            <a:xfrm>
              <a:off x="5557835" y="4403731"/>
              <a:ext cx="87731" cy="217846"/>
            </a:xfrm>
            <a:custGeom>
              <a:rect b="b" l="l" r="r" t="t"/>
              <a:pathLst>
                <a:path extrusionOk="0" h="8306" w="3345">
                  <a:moveTo>
                    <a:pt x="2570" y="626"/>
                  </a:moveTo>
                  <a:cubicBezTo>
                    <a:pt x="2762" y="626"/>
                    <a:pt x="2762" y="910"/>
                    <a:pt x="2570" y="910"/>
                  </a:cubicBezTo>
                  <a:lnTo>
                    <a:pt x="631" y="910"/>
                  </a:lnTo>
                  <a:cubicBezTo>
                    <a:pt x="554" y="910"/>
                    <a:pt x="486" y="843"/>
                    <a:pt x="486" y="766"/>
                  </a:cubicBezTo>
                  <a:cubicBezTo>
                    <a:pt x="486" y="689"/>
                    <a:pt x="554" y="626"/>
                    <a:pt x="631" y="626"/>
                  </a:cubicBezTo>
                  <a:close/>
                  <a:moveTo>
                    <a:pt x="0" y="1"/>
                  </a:moveTo>
                  <a:lnTo>
                    <a:pt x="0" y="8306"/>
                  </a:lnTo>
                  <a:lnTo>
                    <a:pt x="3345" y="8306"/>
                  </a:lnTo>
                  <a:lnTo>
                    <a:pt x="3345"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87"/>
            <p:cNvSpPr/>
            <p:nvPr/>
          </p:nvSpPr>
          <p:spPr>
            <a:xfrm>
              <a:off x="5366007" y="4395023"/>
              <a:ext cx="284595" cy="235392"/>
            </a:xfrm>
            <a:custGeom>
              <a:rect b="b" l="l" r="r" t="t"/>
              <a:pathLst>
                <a:path extrusionOk="0" h="8975" w="10851">
                  <a:moveTo>
                    <a:pt x="3489" y="6699"/>
                  </a:moveTo>
                  <a:lnTo>
                    <a:pt x="3489" y="8590"/>
                  </a:lnTo>
                  <a:lnTo>
                    <a:pt x="395" y="8590"/>
                  </a:lnTo>
                  <a:lnTo>
                    <a:pt x="395" y="6699"/>
                  </a:lnTo>
                  <a:close/>
                  <a:moveTo>
                    <a:pt x="6978" y="3658"/>
                  </a:moveTo>
                  <a:lnTo>
                    <a:pt x="6978" y="8590"/>
                  </a:lnTo>
                  <a:lnTo>
                    <a:pt x="3884" y="8590"/>
                  </a:lnTo>
                  <a:lnTo>
                    <a:pt x="3884" y="6502"/>
                  </a:lnTo>
                  <a:lnTo>
                    <a:pt x="3884" y="3658"/>
                  </a:lnTo>
                  <a:close/>
                  <a:moveTo>
                    <a:pt x="7162" y="1"/>
                  </a:moveTo>
                  <a:cubicBezTo>
                    <a:pt x="7060" y="1"/>
                    <a:pt x="6978" y="90"/>
                    <a:pt x="6978" y="193"/>
                  </a:cubicBezTo>
                  <a:lnTo>
                    <a:pt x="6978" y="3268"/>
                  </a:lnTo>
                  <a:lnTo>
                    <a:pt x="3682" y="3268"/>
                  </a:lnTo>
                  <a:cubicBezTo>
                    <a:pt x="3576" y="3268"/>
                    <a:pt x="3489" y="3355"/>
                    <a:pt x="3489" y="3465"/>
                  </a:cubicBezTo>
                  <a:lnTo>
                    <a:pt x="3489" y="6309"/>
                  </a:lnTo>
                  <a:lnTo>
                    <a:pt x="198" y="6309"/>
                  </a:lnTo>
                  <a:cubicBezTo>
                    <a:pt x="87" y="6309"/>
                    <a:pt x="1" y="6396"/>
                    <a:pt x="1" y="6502"/>
                  </a:cubicBezTo>
                  <a:lnTo>
                    <a:pt x="1" y="8782"/>
                  </a:lnTo>
                  <a:cubicBezTo>
                    <a:pt x="1" y="8888"/>
                    <a:pt x="87" y="8975"/>
                    <a:pt x="198" y="8975"/>
                  </a:cubicBezTo>
                  <a:lnTo>
                    <a:pt x="10659" y="8975"/>
                  </a:lnTo>
                  <a:cubicBezTo>
                    <a:pt x="10764" y="8975"/>
                    <a:pt x="10851" y="8888"/>
                    <a:pt x="10851" y="8782"/>
                  </a:cubicBezTo>
                  <a:lnTo>
                    <a:pt x="10851" y="1680"/>
                  </a:lnTo>
                  <a:cubicBezTo>
                    <a:pt x="10851" y="1550"/>
                    <a:pt x="10754" y="1485"/>
                    <a:pt x="10656" y="1485"/>
                  </a:cubicBezTo>
                  <a:cubicBezTo>
                    <a:pt x="10559" y="1485"/>
                    <a:pt x="10461" y="1550"/>
                    <a:pt x="10461" y="1680"/>
                  </a:cubicBezTo>
                  <a:lnTo>
                    <a:pt x="10461" y="8590"/>
                  </a:lnTo>
                  <a:lnTo>
                    <a:pt x="7362" y="8590"/>
                  </a:lnTo>
                  <a:lnTo>
                    <a:pt x="7362" y="386"/>
                  </a:lnTo>
                  <a:lnTo>
                    <a:pt x="10461" y="386"/>
                  </a:lnTo>
                  <a:lnTo>
                    <a:pt x="10461" y="915"/>
                  </a:lnTo>
                  <a:cubicBezTo>
                    <a:pt x="10461" y="1018"/>
                    <a:pt x="10544" y="1108"/>
                    <a:pt x="10650" y="1108"/>
                  </a:cubicBezTo>
                  <a:cubicBezTo>
                    <a:pt x="10653" y="1108"/>
                    <a:pt x="10656" y="1108"/>
                    <a:pt x="10659" y="1108"/>
                  </a:cubicBezTo>
                  <a:cubicBezTo>
                    <a:pt x="10764" y="1108"/>
                    <a:pt x="10851" y="1021"/>
                    <a:pt x="10851" y="915"/>
                  </a:cubicBezTo>
                  <a:lnTo>
                    <a:pt x="10851" y="193"/>
                  </a:lnTo>
                  <a:cubicBezTo>
                    <a:pt x="10851" y="88"/>
                    <a:pt x="10764" y="1"/>
                    <a:pt x="10659" y="1"/>
                  </a:cubicBezTo>
                  <a:lnTo>
                    <a:pt x="7170" y="1"/>
                  </a:lnTo>
                  <a:cubicBezTo>
                    <a:pt x="7167" y="1"/>
                    <a:pt x="7165" y="1"/>
                    <a:pt x="7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87"/>
            <p:cNvSpPr/>
            <p:nvPr/>
          </p:nvSpPr>
          <p:spPr>
            <a:xfrm>
              <a:off x="5384052" y="4584202"/>
              <a:ext cx="64651" cy="10255"/>
            </a:xfrm>
            <a:custGeom>
              <a:rect b="b" l="l" r="r" t="t"/>
              <a:pathLst>
                <a:path extrusionOk="0" h="391" w="2465">
                  <a:moveTo>
                    <a:pt x="260" y="1"/>
                  </a:moveTo>
                  <a:cubicBezTo>
                    <a:pt x="1" y="1"/>
                    <a:pt x="1" y="390"/>
                    <a:pt x="260" y="390"/>
                  </a:cubicBezTo>
                  <a:lnTo>
                    <a:pt x="2204" y="390"/>
                  </a:lnTo>
                  <a:cubicBezTo>
                    <a:pt x="2464" y="390"/>
                    <a:pt x="2464" y="1"/>
                    <a:pt x="2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87"/>
            <p:cNvSpPr/>
            <p:nvPr/>
          </p:nvSpPr>
          <p:spPr>
            <a:xfrm>
              <a:off x="5475796" y="4504576"/>
              <a:ext cx="64520" cy="10124"/>
            </a:xfrm>
            <a:custGeom>
              <a:rect b="b" l="l" r="r" t="t"/>
              <a:pathLst>
                <a:path extrusionOk="0" h="386" w="2460">
                  <a:moveTo>
                    <a:pt x="261" y="1"/>
                  </a:moveTo>
                  <a:cubicBezTo>
                    <a:pt x="1" y="1"/>
                    <a:pt x="1" y="385"/>
                    <a:pt x="261" y="385"/>
                  </a:cubicBezTo>
                  <a:lnTo>
                    <a:pt x="2205" y="385"/>
                  </a:lnTo>
                  <a:cubicBezTo>
                    <a:pt x="2460" y="385"/>
                    <a:pt x="2460" y="1"/>
                    <a:pt x="2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87"/>
            <p:cNvSpPr/>
            <p:nvPr/>
          </p:nvSpPr>
          <p:spPr>
            <a:xfrm>
              <a:off x="5567540" y="4418759"/>
              <a:ext cx="64520" cy="10255"/>
            </a:xfrm>
            <a:custGeom>
              <a:rect b="b" l="l" r="r" t="t"/>
              <a:pathLst>
                <a:path extrusionOk="0" h="391" w="2460">
                  <a:moveTo>
                    <a:pt x="261" y="1"/>
                  </a:moveTo>
                  <a:cubicBezTo>
                    <a:pt x="1" y="1"/>
                    <a:pt x="1" y="390"/>
                    <a:pt x="261" y="390"/>
                  </a:cubicBezTo>
                  <a:lnTo>
                    <a:pt x="2205" y="390"/>
                  </a:lnTo>
                  <a:cubicBezTo>
                    <a:pt x="2460" y="390"/>
                    <a:pt x="2460" y="1"/>
                    <a:pt x="2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87"/>
            <p:cNvSpPr/>
            <p:nvPr/>
          </p:nvSpPr>
          <p:spPr>
            <a:xfrm>
              <a:off x="5364617" y="4307843"/>
              <a:ext cx="237149" cy="235366"/>
            </a:xfrm>
            <a:custGeom>
              <a:rect b="b" l="l" r="r" t="t"/>
              <a:pathLst>
                <a:path extrusionOk="0" h="8974" w="9042">
                  <a:moveTo>
                    <a:pt x="7329" y="0"/>
                  </a:moveTo>
                  <a:cubicBezTo>
                    <a:pt x="7069" y="0"/>
                    <a:pt x="7069" y="385"/>
                    <a:pt x="7329" y="385"/>
                  </a:cubicBezTo>
                  <a:lnTo>
                    <a:pt x="8373" y="385"/>
                  </a:lnTo>
                  <a:lnTo>
                    <a:pt x="121" y="8637"/>
                  </a:lnTo>
                  <a:cubicBezTo>
                    <a:pt x="1" y="8762"/>
                    <a:pt x="87" y="8969"/>
                    <a:pt x="260" y="8969"/>
                  </a:cubicBezTo>
                  <a:lnTo>
                    <a:pt x="260" y="8974"/>
                  </a:lnTo>
                  <a:cubicBezTo>
                    <a:pt x="313" y="8974"/>
                    <a:pt x="361" y="8955"/>
                    <a:pt x="400" y="8916"/>
                  </a:cubicBezTo>
                  <a:lnTo>
                    <a:pt x="8652" y="664"/>
                  </a:lnTo>
                  <a:lnTo>
                    <a:pt x="8652" y="1713"/>
                  </a:lnTo>
                  <a:cubicBezTo>
                    <a:pt x="8652" y="1843"/>
                    <a:pt x="8750" y="1908"/>
                    <a:pt x="8847" y="1908"/>
                  </a:cubicBezTo>
                  <a:cubicBezTo>
                    <a:pt x="8944" y="1908"/>
                    <a:pt x="9042" y="1843"/>
                    <a:pt x="9042" y="1713"/>
                  </a:cubicBezTo>
                  <a:lnTo>
                    <a:pt x="9042" y="193"/>
                  </a:lnTo>
                  <a:cubicBezTo>
                    <a:pt x="9042" y="87"/>
                    <a:pt x="8950" y="0"/>
                    <a:pt x="8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87"/>
            <p:cNvSpPr/>
            <p:nvPr/>
          </p:nvSpPr>
          <p:spPr>
            <a:xfrm>
              <a:off x="5441857" y="4584202"/>
              <a:ext cx="14923" cy="10255"/>
            </a:xfrm>
            <a:custGeom>
              <a:rect b="b" l="l" r="r" t="t"/>
              <a:pathLst>
                <a:path extrusionOk="0" h="391" w="569">
                  <a:moveTo>
                    <a:pt x="0" y="1"/>
                  </a:moveTo>
                  <a:cubicBezTo>
                    <a:pt x="255" y="1"/>
                    <a:pt x="255" y="390"/>
                    <a:pt x="0" y="390"/>
                  </a:cubicBezTo>
                  <a:lnTo>
                    <a:pt x="308" y="390"/>
                  </a:lnTo>
                  <a:cubicBezTo>
                    <a:pt x="568" y="390"/>
                    <a:pt x="568" y="1"/>
                    <a:pt x="30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87"/>
            <p:cNvSpPr/>
            <p:nvPr/>
          </p:nvSpPr>
          <p:spPr>
            <a:xfrm>
              <a:off x="5376367" y="4570590"/>
              <a:ext cx="8104" cy="49727"/>
            </a:xfrm>
            <a:custGeom>
              <a:rect b="b" l="l" r="r" t="t"/>
              <a:pathLst>
                <a:path extrusionOk="0" h="1896" w="309">
                  <a:moveTo>
                    <a:pt x="0" y="0"/>
                  </a:moveTo>
                  <a:lnTo>
                    <a:pt x="0" y="1896"/>
                  </a:lnTo>
                  <a:lnTo>
                    <a:pt x="308" y="1896"/>
                  </a:ln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87"/>
            <p:cNvSpPr/>
            <p:nvPr/>
          </p:nvSpPr>
          <p:spPr>
            <a:xfrm>
              <a:off x="5533601" y="4504576"/>
              <a:ext cx="14923" cy="10124"/>
            </a:xfrm>
            <a:custGeom>
              <a:rect b="b" l="l" r="r" t="t"/>
              <a:pathLst>
                <a:path extrusionOk="0" h="386" w="569">
                  <a:moveTo>
                    <a:pt x="1" y="1"/>
                  </a:moveTo>
                  <a:cubicBezTo>
                    <a:pt x="260" y="1"/>
                    <a:pt x="260" y="385"/>
                    <a:pt x="1" y="385"/>
                  </a:cubicBezTo>
                  <a:lnTo>
                    <a:pt x="308" y="385"/>
                  </a:lnTo>
                  <a:cubicBezTo>
                    <a:pt x="568" y="385"/>
                    <a:pt x="568" y="1"/>
                    <a:pt x="30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87"/>
            <p:cNvSpPr/>
            <p:nvPr/>
          </p:nvSpPr>
          <p:spPr>
            <a:xfrm>
              <a:off x="5467718" y="4490937"/>
              <a:ext cx="8235" cy="129380"/>
            </a:xfrm>
            <a:custGeom>
              <a:rect b="b" l="l" r="r" t="t"/>
              <a:pathLst>
                <a:path extrusionOk="0" h="4933" w="314">
                  <a:moveTo>
                    <a:pt x="1" y="1"/>
                  </a:moveTo>
                  <a:lnTo>
                    <a:pt x="1" y="2845"/>
                  </a:lnTo>
                  <a:lnTo>
                    <a:pt x="1" y="4933"/>
                  </a:lnTo>
                  <a:lnTo>
                    <a:pt x="314" y="4933"/>
                  </a:lnTo>
                  <a:lnTo>
                    <a:pt x="314" y="2845"/>
                  </a:lnTo>
                  <a:lnTo>
                    <a:pt x="314"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87"/>
            <p:cNvSpPr/>
            <p:nvPr/>
          </p:nvSpPr>
          <p:spPr>
            <a:xfrm>
              <a:off x="5625214" y="4418759"/>
              <a:ext cx="15055" cy="10255"/>
            </a:xfrm>
            <a:custGeom>
              <a:rect b="b" l="l" r="r" t="t"/>
              <a:pathLst>
                <a:path extrusionOk="0" h="391" w="574">
                  <a:moveTo>
                    <a:pt x="1" y="1"/>
                  </a:moveTo>
                  <a:cubicBezTo>
                    <a:pt x="261" y="1"/>
                    <a:pt x="261" y="390"/>
                    <a:pt x="1" y="390"/>
                  </a:cubicBezTo>
                  <a:lnTo>
                    <a:pt x="314" y="390"/>
                  </a:lnTo>
                  <a:cubicBezTo>
                    <a:pt x="573" y="385"/>
                    <a:pt x="573"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87"/>
            <p:cNvSpPr/>
            <p:nvPr/>
          </p:nvSpPr>
          <p:spPr>
            <a:xfrm>
              <a:off x="5559225" y="4405121"/>
              <a:ext cx="8104" cy="215197"/>
            </a:xfrm>
            <a:custGeom>
              <a:rect b="b" l="l" r="r" t="t"/>
              <a:pathLst>
                <a:path extrusionOk="0" h="8205" w="309">
                  <a:moveTo>
                    <a:pt x="0" y="1"/>
                  </a:moveTo>
                  <a:lnTo>
                    <a:pt x="0" y="3080"/>
                  </a:lnTo>
                  <a:lnTo>
                    <a:pt x="0" y="8205"/>
                  </a:lnTo>
                  <a:lnTo>
                    <a:pt x="308" y="8205"/>
                  </a:lnTo>
                  <a:lnTo>
                    <a:pt x="308" y="3080"/>
                  </a:lnTo>
                  <a:lnTo>
                    <a:pt x="308"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2" name="Google Shape;16322;p87"/>
          <p:cNvGrpSpPr/>
          <p:nvPr/>
        </p:nvGrpSpPr>
        <p:grpSpPr>
          <a:xfrm>
            <a:off x="7539428" y="2435147"/>
            <a:ext cx="349980" cy="355697"/>
            <a:chOff x="7539428" y="2435147"/>
            <a:chExt cx="349980" cy="355697"/>
          </a:xfrm>
        </p:grpSpPr>
        <p:sp>
          <p:nvSpPr>
            <p:cNvPr id="16323" name="Google Shape;16323;p87"/>
            <p:cNvSpPr/>
            <p:nvPr/>
          </p:nvSpPr>
          <p:spPr>
            <a:xfrm>
              <a:off x="7561249" y="2635316"/>
              <a:ext cx="27932" cy="61215"/>
            </a:xfrm>
            <a:custGeom>
              <a:rect b="b" l="l" r="r" t="t"/>
              <a:pathLst>
                <a:path extrusionOk="0" h="2334" w="1065">
                  <a:moveTo>
                    <a:pt x="641" y="0"/>
                  </a:moveTo>
                  <a:cubicBezTo>
                    <a:pt x="289" y="0"/>
                    <a:pt x="1" y="284"/>
                    <a:pt x="1" y="635"/>
                  </a:cubicBezTo>
                  <a:lnTo>
                    <a:pt x="1" y="785"/>
                  </a:lnTo>
                  <a:cubicBezTo>
                    <a:pt x="1" y="967"/>
                    <a:pt x="30" y="1150"/>
                    <a:pt x="92" y="1323"/>
                  </a:cubicBezTo>
                  <a:lnTo>
                    <a:pt x="429" y="2334"/>
                  </a:lnTo>
                  <a:lnTo>
                    <a:pt x="1064" y="2334"/>
                  </a:lnTo>
                  <a:lnTo>
                    <a:pt x="1064"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87"/>
            <p:cNvSpPr/>
            <p:nvPr/>
          </p:nvSpPr>
          <p:spPr>
            <a:xfrm>
              <a:off x="7572501" y="2629755"/>
              <a:ext cx="66775" cy="66775"/>
            </a:xfrm>
            <a:custGeom>
              <a:rect b="b" l="l" r="r" t="t"/>
              <a:pathLst>
                <a:path extrusionOk="0" h="2546" w="2546">
                  <a:moveTo>
                    <a:pt x="635" y="1"/>
                  </a:moveTo>
                  <a:cubicBezTo>
                    <a:pt x="284" y="1"/>
                    <a:pt x="0" y="284"/>
                    <a:pt x="0" y="636"/>
                  </a:cubicBezTo>
                  <a:cubicBezTo>
                    <a:pt x="0" y="871"/>
                    <a:pt x="188" y="1059"/>
                    <a:pt x="423" y="1059"/>
                  </a:cubicBezTo>
                  <a:lnTo>
                    <a:pt x="2122" y="2546"/>
                  </a:lnTo>
                  <a:lnTo>
                    <a:pt x="2497" y="1232"/>
                  </a:lnTo>
                  <a:cubicBezTo>
                    <a:pt x="2531" y="1117"/>
                    <a:pt x="2545" y="1001"/>
                    <a:pt x="2545" y="881"/>
                  </a:cubicBezTo>
                  <a:lnTo>
                    <a:pt x="2545"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87"/>
            <p:cNvSpPr/>
            <p:nvPr/>
          </p:nvSpPr>
          <p:spPr>
            <a:xfrm>
              <a:off x="7583595" y="2713290"/>
              <a:ext cx="33466" cy="33361"/>
            </a:xfrm>
            <a:custGeom>
              <a:rect b="b" l="l" r="r" t="t"/>
              <a:pathLst>
                <a:path extrusionOk="0" h="1272" w="1276">
                  <a:moveTo>
                    <a:pt x="0" y="1"/>
                  </a:moveTo>
                  <a:lnTo>
                    <a:pt x="0" y="1271"/>
                  </a:lnTo>
                  <a:lnTo>
                    <a:pt x="1276" y="1271"/>
                  </a:lnTo>
                  <a:lnTo>
                    <a:pt x="127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87"/>
            <p:cNvSpPr/>
            <p:nvPr/>
          </p:nvSpPr>
          <p:spPr>
            <a:xfrm>
              <a:off x="7544595" y="2726797"/>
              <a:ext cx="111467" cy="58828"/>
            </a:xfrm>
            <a:custGeom>
              <a:rect b="b" l="l" r="r" t="t"/>
              <a:pathLst>
                <a:path extrusionOk="0" h="2243" w="4250">
                  <a:moveTo>
                    <a:pt x="1487" y="1"/>
                  </a:moveTo>
                  <a:lnTo>
                    <a:pt x="463" y="289"/>
                  </a:lnTo>
                  <a:cubicBezTo>
                    <a:pt x="188" y="371"/>
                    <a:pt x="1" y="621"/>
                    <a:pt x="1" y="905"/>
                  </a:cubicBezTo>
                  <a:lnTo>
                    <a:pt x="1" y="2243"/>
                  </a:lnTo>
                  <a:lnTo>
                    <a:pt x="4249" y="2243"/>
                  </a:lnTo>
                  <a:lnTo>
                    <a:pt x="4249" y="905"/>
                  </a:lnTo>
                  <a:cubicBezTo>
                    <a:pt x="4249" y="617"/>
                    <a:pt x="4057" y="366"/>
                    <a:pt x="3783" y="289"/>
                  </a:cubicBezTo>
                  <a:lnTo>
                    <a:pt x="2763" y="1"/>
                  </a:lnTo>
                  <a:lnTo>
                    <a:pt x="2123" y="756"/>
                  </a:lnTo>
                  <a:lnTo>
                    <a:pt x="1487"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87"/>
            <p:cNvSpPr/>
            <p:nvPr/>
          </p:nvSpPr>
          <p:spPr>
            <a:xfrm>
              <a:off x="7566809" y="2657635"/>
              <a:ext cx="66906" cy="61241"/>
            </a:xfrm>
            <a:custGeom>
              <a:rect b="b" l="l" r="r" t="t"/>
              <a:pathLst>
                <a:path extrusionOk="0" h="2335" w="2551">
                  <a:moveTo>
                    <a:pt x="807" y="1"/>
                  </a:moveTo>
                  <a:cubicBezTo>
                    <a:pt x="697" y="1"/>
                    <a:pt x="589" y="48"/>
                    <a:pt x="511" y="126"/>
                  </a:cubicBezTo>
                  <a:lnTo>
                    <a:pt x="304" y="333"/>
                  </a:lnTo>
                  <a:cubicBezTo>
                    <a:pt x="111" y="525"/>
                    <a:pt x="0" y="785"/>
                    <a:pt x="5" y="1059"/>
                  </a:cubicBezTo>
                  <a:cubicBezTo>
                    <a:pt x="5" y="1762"/>
                    <a:pt x="573" y="2335"/>
                    <a:pt x="1276" y="2335"/>
                  </a:cubicBezTo>
                  <a:cubicBezTo>
                    <a:pt x="1978" y="2335"/>
                    <a:pt x="2551" y="1762"/>
                    <a:pt x="2551" y="1059"/>
                  </a:cubicBezTo>
                  <a:lnTo>
                    <a:pt x="2551" y="790"/>
                  </a:lnTo>
                  <a:cubicBezTo>
                    <a:pt x="2551" y="675"/>
                    <a:pt x="2507" y="569"/>
                    <a:pt x="2430" y="487"/>
                  </a:cubicBezTo>
                  <a:cubicBezTo>
                    <a:pt x="2103" y="169"/>
                    <a:pt x="1502" y="20"/>
                    <a:pt x="823" y="1"/>
                  </a:cubicBezTo>
                  <a:cubicBezTo>
                    <a:pt x="818" y="1"/>
                    <a:pt x="813" y="1"/>
                    <a:pt x="80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87"/>
            <p:cNvSpPr/>
            <p:nvPr/>
          </p:nvSpPr>
          <p:spPr>
            <a:xfrm>
              <a:off x="7566809" y="2657635"/>
              <a:ext cx="66775" cy="59851"/>
            </a:xfrm>
            <a:custGeom>
              <a:rect b="b" l="l" r="r" t="t"/>
              <a:pathLst>
                <a:path extrusionOk="0" h="2282" w="2546">
                  <a:moveTo>
                    <a:pt x="801" y="1"/>
                  </a:moveTo>
                  <a:cubicBezTo>
                    <a:pt x="692" y="1"/>
                    <a:pt x="588" y="44"/>
                    <a:pt x="511" y="126"/>
                  </a:cubicBezTo>
                  <a:lnTo>
                    <a:pt x="304" y="333"/>
                  </a:lnTo>
                  <a:cubicBezTo>
                    <a:pt x="111" y="525"/>
                    <a:pt x="0" y="785"/>
                    <a:pt x="0" y="1059"/>
                  </a:cubicBezTo>
                  <a:cubicBezTo>
                    <a:pt x="0" y="1627"/>
                    <a:pt x="376" y="2123"/>
                    <a:pt x="924" y="2282"/>
                  </a:cubicBezTo>
                  <a:cubicBezTo>
                    <a:pt x="737" y="2056"/>
                    <a:pt x="636" y="1772"/>
                    <a:pt x="640" y="1483"/>
                  </a:cubicBezTo>
                  <a:lnTo>
                    <a:pt x="640" y="1059"/>
                  </a:lnTo>
                  <a:cubicBezTo>
                    <a:pt x="636" y="825"/>
                    <a:pt x="824" y="635"/>
                    <a:pt x="1055" y="635"/>
                  </a:cubicBezTo>
                  <a:cubicBezTo>
                    <a:pt x="1066" y="635"/>
                    <a:pt x="1077" y="635"/>
                    <a:pt x="1088" y="636"/>
                  </a:cubicBezTo>
                  <a:cubicBezTo>
                    <a:pt x="1516" y="660"/>
                    <a:pt x="2156" y="732"/>
                    <a:pt x="2546" y="920"/>
                  </a:cubicBezTo>
                  <a:cubicBezTo>
                    <a:pt x="2531" y="833"/>
                    <a:pt x="2493" y="549"/>
                    <a:pt x="2426" y="487"/>
                  </a:cubicBezTo>
                  <a:cubicBezTo>
                    <a:pt x="2098" y="164"/>
                    <a:pt x="1497" y="20"/>
                    <a:pt x="818" y="1"/>
                  </a:cubicBezTo>
                  <a:cubicBezTo>
                    <a:pt x="813" y="1"/>
                    <a:pt x="807" y="1"/>
                    <a:pt x="80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87"/>
            <p:cNvSpPr/>
            <p:nvPr/>
          </p:nvSpPr>
          <p:spPr>
            <a:xfrm>
              <a:off x="7544595" y="2740934"/>
              <a:ext cx="22372" cy="44692"/>
            </a:xfrm>
            <a:custGeom>
              <a:rect b="b" l="l" r="r" t="t"/>
              <a:pathLst>
                <a:path extrusionOk="0" h="1704" w="853">
                  <a:moveTo>
                    <a:pt x="116" y="1"/>
                  </a:moveTo>
                  <a:cubicBezTo>
                    <a:pt x="39" y="106"/>
                    <a:pt x="1" y="232"/>
                    <a:pt x="1" y="366"/>
                  </a:cubicBezTo>
                  <a:lnTo>
                    <a:pt x="1" y="1704"/>
                  </a:lnTo>
                  <a:lnTo>
                    <a:pt x="847" y="1704"/>
                  </a:lnTo>
                  <a:lnTo>
                    <a:pt x="852" y="997"/>
                  </a:lnTo>
                  <a:cubicBezTo>
                    <a:pt x="852" y="828"/>
                    <a:pt x="785" y="665"/>
                    <a:pt x="665" y="549"/>
                  </a:cubicBezTo>
                  <a:lnTo>
                    <a:pt x="116"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87"/>
            <p:cNvSpPr/>
            <p:nvPr/>
          </p:nvSpPr>
          <p:spPr>
            <a:xfrm>
              <a:off x="7633690" y="2740934"/>
              <a:ext cx="22372" cy="44692"/>
            </a:xfrm>
            <a:custGeom>
              <a:rect b="b" l="l" r="r" t="t"/>
              <a:pathLst>
                <a:path extrusionOk="0" h="1704" w="853">
                  <a:moveTo>
                    <a:pt x="737" y="1"/>
                  </a:moveTo>
                  <a:lnTo>
                    <a:pt x="188" y="549"/>
                  </a:lnTo>
                  <a:cubicBezTo>
                    <a:pt x="68" y="665"/>
                    <a:pt x="1" y="828"/>
                    <a:pt x="1" y="997"/>
                  </a:cubicBezTo>
                  <a:lnTo>
                    <a:pt x="1" y="1704"/>
                  </a:lnTo>
                  <a:lnTo>
                    <a:pt x="852" y="1704"/>
                  </a:lnTo>
                  <a:lnTo>
                    <a:pt x="852" y="366"/>
                  </a:lnTo>
                  <a:cubicBezTo>
                    <a:pt x="852" y="232"/>
                    <a:pt x="809" y="106"/>
                    <a:pt x="737"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87"/>
            <p:cNvSpPr/>
            <p:nvPr/>
          </p:nvSpPr>
          <p:spPr>
            <a:xfrm>
              <a:off x="7678250" y="2445874"/>
              <a:ext cx="27906" cy="61372"/>
            </a:xfrm>
            <a:custGeom>
              <a:rect b="b" l="l" r="r" t="t"/>
              <a:pathLst>
                <a:path extrusionOk="0" h="2340" w="1064">
                  <a:moveTo>
                    <a:pt x="635" y="1"/>
                  </a:moveTo>
                  <a:cubicBezTo>
                    <a:pt x="284" y="1"/>
                    <a:pt x="0" y="290"/>
                    <a:pt x="0" y="641"/>
                  </a:cubicBezTo>
                  <a:lnTo>
                    <a:pt x="0" y="790"/>
                  </a:lnTo>
                  <a:cubicBezTo>
                    <a:pt x="0" y="973"/>
                    <a:pt x="29" y="1151"/>
                    <a:pt x="87" y="1324"/>
                  </a:cubicBezTo>
                  <a:lnTo>
                    <a:pt x="424" y="2339"/>
                  </a:lnTo>
                  <a:lnTo>
                    <a:pt x="1064" y="2339"/>
                  </a:lnTo>
                  <a:lnTo>
                    <a:pt x="1064"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87"/>
            <p:cNvSpPr/>
            <p:nvPr/>
          </p:nvSpPr>
          <p:spPr>
            <a:xfrm>
              <a:off x="7689475" y="2440445"/>
              <a:ext cx="66775" cy="66801"/>
            </a:xfrm>
            <a:custGeom>
              <a:rect b="b" l="l" r="r" t="t"/>
              <a:pathLst>
                <a:path extrusionOk="0" h="2547" w="2546">
                  <a:moveTo>
                    <a:pt x="636" y="1"/>
                  </a:moveTo>
                  <a:cubicBezTo>
                    <a:pt x="284" y="1"/>
                    <a:pt x="0" y="285"/>
                    <a:pt x="0" y="636"/>
                  </a:cubicBezTo>
                  <a:cubicBezTo>
                    <a:pt x="0" y="867"/>
                    <a:pt x="188" y="1059"/>
                    <a:pt x="424" y="1059"/>
                  </a:cubicBezTo>
                  <a:lnTo>
                    <a:pt x="2122" y="2546"/>
                  </a:lnTo>
                  <a:lnTo>
                    <a:pt x="2498" y="1228"/>
                  </a:lnTo>
                  <a:cubicBezTo>
                    <a:pt x="2527" y="1117"/>
                    <a:pt x="2546" y="1002"/>
                    <a:pt x="2546" y="881"/>
                  </a:cubicBezTo>
                  <a:lnTo>
                    <a:pt x="254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87"/>
            <p:cNvSpPr/>
            <p:nvPr/>
          </p:nvSpPr>
          <p:spPr>
            <a:xfrm>
              <a:off x="7700570" y="2523875"/>
              <a:ext cx="33361" cy="33466"/>
            </a:xfrm>
            <a:custGeom>
              <a:rect b="b" l="l" r="r" t="t"/>
              <a:pathLst>
                <a:path extrusionOk="0" h="1276" w="1272">
                  <a:moveTo>
                    <a:pt x="1" y="0"/>
                  </a:moveTo>
                  <a:lnTo>
                    <a:pt x="1" y="1276"/>
                  </a:lnTo>
                  <a:lnTo>
                    <a:pt x="1271" y="1276"/>
                  </a:lnTo>
                  <a:lnTo>
                    <a:pt x="127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87"/>
            <p:cNvSpPr/>
            <p:nvPr/>
          </p:nvSpPr>
          <p:spPr>
            <a:xfrm>
              <a:off x="7661701" y="2537382"/>
              <a:ext cx="111336" cy="58959"/>
            </a:xfrm>
            <a:custGeom>
              <a:rect b="b" l="l" r="r" t="t"/>
              <a:pathLst>
                <a:path extrusionOk="0" h="2248" w="4245">
                  <a:moveTo>
                    <a:pt x="1483" y="0"/>
                  </a:moveTo>
                  <a:lnTo>
                    <a:pt x="463" y="294"/>
                  </a:lnTo>
                  <a:cubicBezTo>
                    <a:pt x="189" y="371"/>
                    <a:pt x="1" y="621"/>
                    <a:pt x="1" y="905"/>
                  </a:cubicBezTo>
                  <a:lnTo>
                    <a:pt x="1" y="2247"/>
                  </a:lnTo>
                  <a:lnTo>
                    <a:pt x="4245" y="2247"/>
                  </a:lnTo>
                  <a:lnTo>
                    <a:pt x="4245" y="905"/>
                  </a:lnTo>
                  <a:cubicBezTo>
                    <a:pt x="4245" y="621"/>
                    <a:pt x="4057" y="371"/>
                    <a:pt x="3778" y="294"/>
                  </a:cubicBezTo>
                  <a:lnTo>
                    <a:pt x="2758" y="0"/>
                  </a:lnTo>
                  <a:lnTo>
                    <a:pt x="2118" y="761"/>
                  </a:lnTo>
                  <a:lnTo>
                    <a:pt x="1483"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87"/>
            <p:cNvSpPr/>
            <p:nvPr/>
          </p:nvSpPr>
          <p:spPr>
            <a:xfrm>
              <a:off x="7661596" y="2551519"/>
              <a:ext cx="22215" cy="44823"/>
            </a:xfrm>
            <a:custGeom>
              <a:rect b="b" l="l" r="r" t="t"/>
              <a:pathLst>
                <a:path extrusionOk="0" h="1709" w="847">
                  <a:moveTo>
                    <a:pt x="116" y="0"/>
                  </a:moveTo>
                  <a:cubicBezTo>
                    <a:pt x="39" y="111"/>
                    <a:pt x="0" y="236"/>
                    <a:pt x="0" y="366"/>
                  </a:cubicBezTo>
                  <a:lnTo>
                    <a:pt x="0" y="1708"/>
                  </a:lnTo>
                  <a:lnTo>
                    <a:pt x="847" y="1708"/>
                  </a:lnTo>
                  <a:lnTo>
                    <a:pt x="847" y="1001"/>
                  </a:lnTo>
                  <a:cubicBezTo>
                    <a:pt x="847" y="833"/>
                    <a:pt x="780" y="669"/>
                    <a:pt x="664" y="549"/>
                  </a:cubicBezTo>
                  <a:lnTo>
                    <a:pt x="11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87"/>
            <p:cNvSpPr/>
            <p:nvPr/>
          </p:nvSpPr>
          <p:spPr>
            <a:xfrm>
              <a:off x="7750690" y="2551519"/>
              <a:ext cx="22241" cy="44823"/>
            </a:xfrm>
            <a:custGeom>
              <a:rect b="b" l="l" r="r" t="t"/>
              <a:pathLst>
                <a:path extrusionOk="0" h="1709" w="848">
                  <a:moveTo>
                    <a:pt x="732" y="0"/>
                  </a:moveTo>
                  <a:lnTo>
                    <a:pt x="188" y="549"/>
                  </a:lnTo>
                  <a:cubicBezTo>
                    <a:pt x="68" y="669"/>
                    <a:pt x="0" y="833"/>
                    <a:pt x="0" y="1001"/>
                  </a:cubicBezTo>
                  <a:lnTo>
                    <a:pt x="0" y="1708"/>
                  </a:lnTo>
                  <a:lnTo>
                    <a:pt x="847" y="1708"/>
                  </a:lnTo>
                  <a:lnTo>
                    <a:pt x="847" y="366"/>
                  </a:lnTo>
                  <a:cubicBezTo>
                    <a:pt x="847" y="236"/>
                    <a:pt x="809" y="111"/>
                    <a:pt x="732"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87"/>
            <p:cNvSpPr/>
            <p:nvPr/>
          </p:nvSpPr>
          <p:spPr>
            <a:xfrm>
              <a:off x="7683784" y="2468220"/>
              <a:ext cx="66933" cy="61241"/>
            </a:xfrm>
            <a:custGeom>
              <a:rect b="b" l="l" r="r" t="t"/>
              <a:pathLst>
                <a:path extrusionOk="0" h="2335" w="2552">
                  <a:moveTo>
                    <a:pt x="803" y="0"/>
                  </a:moveTo>
                  <a:cubicBezTo>
                    <a:pt x="693" y="0"/>
                    <a:pt x="589" y="48"/>
                    <a:pt x="511" y="126"/>
                  </a:cubicBezTo>
                  <a:lnTo>
                    <a:pt x="304" y="333"/>
                  </a:lnTo>
                  <a:cubicBezTo>
                    <a:pt x="112" y="525"/>
                    <a:pt x="1" y="785"/>
                    <a:pt x="1" y="1059"/>
                  </a:cubicBezTo>
                  <a:cubicBezTo>
                    <a:pt x="1" y="1762"/>
                    <a:pt x="574" y="2334"/>
                    <a:pt x="1276" y="2334"/>
                  </a:cubicBezTo>
                  <a:cubicBezTo>
                    <a:pt x="1979" y="2334"/>
                    <a:pt x="2551" y="1762"/>
                    <a:pt x="2551" y="1059"/>
                  </a:cubicBezTo>
                  <a:lnTo>
                    <a:pt x="2551" y="790"/>
                  </a:lnTo>
                  <a:cubicBezTo>
                    <a:pt x="2551" y="674"/>
                    <a:pt x="2508" y="568"/>
                    <a:pt x="2431" y="486"/>
                  </a:cubicBezTo>
                  <a:cubicBezTo>
                    <a:pt x="2099" y="169"/>
                    <a:pt x="1502" y="20"/>
                    <a:pt x="819" y="0"/>
                  </a:cubicBezTo>
                  <a:cubicBezTo>
                    <a:pt x="814" y="0"/>
                    <a:pt x="808" y="0"/>
                    <a:pt x="80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87"/>
            <p:cNvSpPr/>
            <p:nvPr/>
          </p:nvSpPr>
          <p:spPr>
            <a:xfrm>
              <a:off x="7683784" y="2468220"/>
              <a:ext cx="66801" cy="59851"/>
            </a:xfrm>
            <a:custGeom>
              <a:rect b="b" l="l" r="r" t="t"/>
              <a:pathLst>
                <a:path extrusionOk="0" h="2282" w="2547">
                  <a:moveTo>
                    <a:pt x="803" y="0"/>
                  </a:moveTo>
                  <a:cubicBezTo>
                    <a:pt x="693" y="0"/>
                    <a:pt x="589" y="48"/>
                    <a:pt x="511" y="126"/>
                  </a:cubicBezTo>
                  <a:lnTo>
                    <a:pt x="304" y="333"/>
                  </a:lnTo>
                  <a:cubicBezTo>
                    <a:pt x="112" y="525"/>
                    <a:pt x="1" y="785"/>
                    <a:pt x="1" y="1059"/>
                  </a:cubicBezTo>
                  <a:cubicBezTo>
                    <a:pt x="1" y="1627"/>
                    <a:pt x="376" y="2122"/>
                    <a:pt x="925" y="2281"/>
                  </a:cubicBezTo>
                  <a:cubicBezTo>
                    <a:pt x="737" y="2055"/>
                    <a:pt x="641" y="1771"/>
                    <a:pt x="641" y="1483"/>
                  </a:cubicBezTo>
                  <a:lnTo>
                    <a:pt x="641" y="1059"/>
                  </a:lnTo>
                  <a:cubicBezTo>
                    <a:pt x="641" y="825"/>
                    <a:pt x="830" y="634"/>
                    <a:pt x="1056" y="634"/>
                  </a:cubicBezTo>
                  <a:cubicBezTo>
                    <a:pt x="1067" y="634"/>
                    <a:pt x="1078" y="635"/>
                    <a:pt x="1088" y="636"/>
                  </a:cubicBezTo>
                  <a:cubicBezTo>
                    <a:pt x="1521" y="660"/>
                    <a:pt x="2157" y="732"/>
                    <a:pt x="2546" y="920"/>
                  </a:cubicBezTo>
                  <a:cubicBezTo>
                    <a:pt x="2532" y="833"/>
                    <a:pt x="2493" y="549"/>
                    <a:pt x="2431" y="486"/>
                  </a:cubicBezTo>
                  <a:cubicBezTo>
                    <a:pt x="2099" y="169"/>
                    <a:pt x="1502" y="20"/>
                    <a:pt x="819" y="0"/>
                  </a:cubicBezTo>
                  <a:cubicBezTo>
                    <a:pt x="814" y="0"/>
                    <a:pt x="808" y="0"/>
                    <a:pt x="80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87"/>
            <p:cNvSpPr/>
            <p:nvPr/>
          </p:nvSpPr>
          <p:spPr>
            <a:xfrm>
              <a:off x="7811879" y="2607409"/>
              <a:ext cx="44587" cy="39027"/>
            </a:xfrm>
            <a:custGeom>
              <a:rect b="b" l="l" r="r" t="t"/>
              <a:pathLst>
                <a:path extrusionOk="0" h="1488" w="1700">
                  <a:moveTo>
                    <a:pt x="853" y="1"/>
                  </a:moveTo>
                  <a:cubicBezTo>
                    <a:pt x="381" y="1"/>
                    <a:pt x="1" y="333"/>
                    <a:pt x="1" y="742"/>
                  </a:cubicBezTo>
                  <a:cubicBezTo>
                    <a:pt x="1" y="1156"/>
                    <a:pt x="381" y="1488"/>
                    <a:pt x="853" y="1488"/>
                  </a:cubicBezTo>
                  <a:cubicBezTo>
                    <a:pt x="1319" y="1488"/>
                    <a:pt x="1699" y="1156"/>
                    <a:pt x="1699" y="742"/>
                  </a:cubicBezTo>
                  <a:cubicBezTo>
                    <a:pt x="1699" y="333"/>
                    <a:pt x="1319" y="1"/>
                    <a:pt x="853"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87"/>
            <p:cNvSpPr/>
            <p:nvPr/>
          </p:nvSpPr>
          <p:spPr>
            <a:xfrm>
              <a:off x="7811879" y="2607409"/>
              <a:ext cx="30712" cy="39027"/>
            </a:xfrm>
            <a:custGeom>
              <a:rect b="b" l="l" r="r" t="t"/>
              <a:pathLst>
                <a:path extrusionOk="0" h="1488" w="1171">
                  <a:moveTo>
                    <a:pt x="853" y="1"/>
                  </a:moveTo>
                  <a:cubicBezTo>
                    <a:pt x="381" y="1"/>
                    <a:pt x="1" y="333"/>
                    <a:pt x="1" y="742"/>
                  </a:cubicBezTo>
                  <a:cubicBezTo>
                    <a:pt x="1" y="1156"/>
                    <a:pt x="381" y="1488"/>
                    <a:pt x="853" y="1488"/>
                  </a:cubicBezTo>
                  <a:cubicBezTo>
                    <a:pt x="958" y="1488"/>
                    <a:pt x="1069" y="1468"/>
                    <a:pt x="1170" y="1430"/>
                  </a:cubicBezTo>
                  <a:cubicBezTo>
                    <a:pt x="857" y="1324"/>
                    <a:pt x="641" y="1055"/>
                    <a:pt x="641" y="742"/>
                  </a:cubicBezTo>
                  <a:cubicBezTo>
                    <a:pt x="641" y="434"/>
                    <a:pt x="857" y="164"/>
                    <a:pt x="1170" y="54"/>
                  </a:cubicBezTo>
                  <a:cubicBezTo>
                    <a:pt x="1069" y="20"/>
                    <a:pt x="958" y="1"/>
                    <a:pt x="85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87"/>
            <p:cNvSpPr/>
            <p:nvPr/>
          </p:nvSpPr>
          <p:spPr>
            <a:xfrm>
              <a:off x="7784131" y="2707625"/>
              <a:ext cx="100215" cy="78001"/>
            </a:xfrm>
            <a:custGeom>
              <a:rect b="b" l="l" r="r" t="t"/>
              <a:pathLst>
                <a:path extrusionOk="0" h="2974" w="3821">
                  <a:moveTo>
                    <a:pt x="1275" y="0"/>
                  </a:moveTo>
                  <a:lnTo>
                    <a:pt x="1275" y="640"/>
                  </a:lnTo>
                  <a:cubicBezTo>
                    <a:pt x="1275" y="799"/>
                    <a:pt x="1184" y="948"/>
                    <a:pt x="1040" y="1020"/>
                  </a:cubicBezTo>
                  <a:lnTo>
                    <a:pt x="352" y="1362"/>
                  </a:lnTo>
                  <a:cubicBezTo>
                    <a:pt x="135" y="1468"/>
                    <a:pt x="0" y="1689"/>
                    <a:pt x="0" y="1930"/>
                  </a:cubicBezTo>
                  <a:lnTo>
                    <a:pt x="0" y="2974"/>
                  </a:lnTo>
                  <a:lnTo>
                    <a:pt x="3821" y="2974"/>
                  </a:lnTo>
                  <a:lnTo>
                    <a:pt x="3821" y="1935"/>
                  </a:lnTo>
                  <a:cubicBezTo>
                    <a:pt x="3821" y="1689"/>
                    <a:pt x="3686" y="1468"/>
                    <a:pt x="3470" y="1362"/>
                  </a:cubicBezTo>
                  <a:lnTo>
                    <a:pt x="2781" y="1016"/>
                  </a:lnTo>
                  <a:cubicBezTo>
                    <a:pt x="2637" y="943"/>
                    <a:pt x="2546" y="799"/>
                    <a:pt x="2546" y="635"/>
                  </a:cubicBezTo>
                  <a:lnTo>
                    <a:pt x="2546"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87"/>
            <p:cNvSpPr/>
            <p:nvPr/>
          </p:nvSpPr>
          <p:spPr>
            <a:xfrm>
              <a:off x="7784131" y="2732357"/>
              <a:ext cx="100215" cy="53268"/>
            </a:xfrm>
            <a:custGeom>
              <a:rect b="b" l="l" r="r" t="t"/>
              <a:pathLst>
                <a:path extrusionOk="0" h="2031" w="3821">
                  <a:moveTo>
                    <a:pt x="1145" y="0"/>
                  </a:moveTo>
                  <a:cubicBezTo>
                    <a:pt x="1112" y="29"/>
                    <a:pt x="1078" y="58"/>
                    <a:pt x="1040" y="77"/>
                  </a:cubicBezTo>
                  <a:lnTo>
                    <a:pt x="352" y="419"/>
                  </a:lnTo>
                  <a:cubicBezTo>
                    <a:pt x="135" y="525"/>
                    <a:pt x="0" y="746"/>
                    <a:pt x="0" y="987"/>
                  </a:cubicBezTo>
                  <a:lnTo>
                    <a:pt x="0" y="2031"/>
                  </a:lnTo>
                  <a:lnTo>
                    <a:pt x="3821" y="2031"/>
                  </a:lnTo>
                  <a:lnTo>
                    <a:pt x="3821" y="992"/>
                  </a:lnTo>
                  <a:cubicBezTo>
                    <a:pt x="3821" y="746"/>
                    <a:pt x="3686" y="530"/>
                    <a:pt x="3470" y="419"/>
                  </a:cubicBezTo>
                  <a:lnTo>
                    <a:pt x="2781" y="77"/>
                  </a:lnTo>
                  <a:cubicBezTo>
                    <a:pt x="2743" y="58"/>
                    <a:pt x="2709" y="29"/>
                    <a:pt x="2676" y="0"/>
                  </a:cubicBezTo>
                  <a:lnTo>
                    <a:pt x="2435" y="270"/>
                  </a:lnTo>
                  <a:cubicBezTo>
                    <a:pt x="2298" y="433"/>
                    <a:pt x="2104" y="515"/>
                    <a:pt x="1911" y="515"/>
                  </a:cubicBezTo>
                  <a:cubicBezTo>
                    <a:pt x="1717" y="515"/>
                    <a:pt x="1523" y="433"/>
                    <a:pt x="1386" y="270"/>
                  </a:cubicBezTo>
                  <a:lnTo>
                    <a:pt x="1145"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87"/>
            <p:cNvSpPr/>
            <p:nvPr/>
          </p:nvSpPr>
          <p:spPr>
            <a:xfrm>
              <a:off x="7795225" y="2629755"/>
              <a:ext cx="78027" cy="77896"/>
            </a:xfrm>
            <a:custGeom>
              <a:rect b="b" l="l" r="r" t="t"/>
              <a:pathLst>
                <a:path extrusionOk="0" h="2970" w="2975">
                  <a:moveTo>
                    <a:pt x="1488" y="1"/>
                  </a:moveTo>
                  <a:cubicBezTo>
                    <a:pt x="665" y="1"/>
                    <a:pt x="1" y="665"/>
                    <a:pt x="1" y="1483"/>
                  </a:cubicBezTo>
                  <a:cubicBezTo>
                    <a:pt x="1" y="2305"/>
                    <a:pt x="665" y="2969"/>
                    <a:pt x="1488" y="2969"/>
                  </a:cubicBezTo>
                  <a:cubicBezTo>
                    <a:pt x="2306" y="2969"/>
                    <a:pt x="2974" y="2305"/>
                    <a:pt x="2974" y="1483"/>
                  </a:cubicBezTo>
                  <a:cubicBezTo>
                    <a:pt x="2974" y="665"/>
                    <a:pt x="2306" y="1"/>
                    <a:pt x="1488"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87"/>
            <p:cNvSpPr/>
            <p:nvPr/>
          </p:nvSpPr>
          <p:spPr>
            <a:xfrm>
              <a:off x="7809545" y="2629755"/>
              <a:ext cx="65228" cy="70080"/>
            </a:xfrm>
            <a:custGeom>
              <a:rect b="b" l="l" r="r" t="t"/>
              <a:pathLst>
                <a:path extrusionOk="0" h="2672" w="2487">
                  <a:moveTo>
                    <a:pt x="946" y="0"/>
                  </a:moveTo>
                  <a:cubicBezTo>
                    <a:pt x="238" y="0"/>
                    <a:pt x="0" y="978"/>
                    <a:pt x="638" y="1290"/>
                  </a:cubicBezTo>
                  <a:cubicBezTo>
                    <a:pt x="658" y="1300"/>
                    <a:pt x="677" y="1304"/>
                    <a:pt x="696" y="1314"/>
                  </a:cubicBezTo>
                  <a:lnTo>
                    <a:pt x="1437" y="2652"/>
                  </a:lnTo>
                  <a:cubicBezTo>
                    <a:pt x="1437" y="2652"/>
                    <a:pt x="1634" y="2666"/>
                    <a:pt x="1832" y="2671"/>
                  </a:cubicBezTo>
                  <a:cubicBezTo>
                    <a:pt x="2265" y="2349"/>
                    <a:pt x="2486" y="1815"/>
                    <a:pt x="2414" y="1280"/>
                  </a:cubicBezTo>
                  <a:cubicBezTo>
                    <a:pt x="2327" y="669"/>
                    <a:pt x="1870" y="174"/>
                    <a:pt x="1269" y="34"/>
                  </a:cubicBezTo>
                  <a:cubicBezTo>
                    <a:pt x="1163" y="10"/>
                    <a:pt x="1057" y="1"/>
                    <a:pt x="951" y="1"/>
                  </a:cubicBezTo>
                  <a:cubicBezTo>
                    <a:pt x="949" y="0"/>
                    <a:pt x="948" y="0"/>
                    <a:pt x="946"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87"/>
            <p:cNvSpPr/>
            <p:nvPr/>
          </p:nvSpPr>
          <p:spPr>
            <a:xfrm>
              <a:off x="7801047" y="2664035"/>
              <a:ext cx="66644" cy="54842"/>
            </a:xfrm>
            <a:custGeom>
              <a:rect b="b" l="l" r="r" t="t"/>
              <a:pathLst>
                <a:path extrusionOk="0" h="2091" w="2541">
                  <a:moveTo>
                    <a:pt x="970" y="1"/>
                  </a:moveTo>
                  <a:cubicBezTo>
                    <a:pt x="891" y="1"/>
                    <a:pt x="815" y="47"/>
                    <a:pt x="780" y="123"/>
                  </a:cubicBezTo>
                  <a:cubicBezTo>
                    <a:pt x="712" y="267"/>
                    <a:pt x="611" y="397"/>
                    <a:pt x="491" y="508"/>
                  </a:cubicBezTo>
                  <a:cubicBezTo>
                    <a:pt x="443" y="546"/>
                    <a:pt x="395" y="585"/>
                    <a:pt x="342" y="623"/>
                  </a:cubicBezTo>
                  <a:cubicBezTo>
                    <a:pt x="87" y="801"/>
                    <a:pt x="0" y="1138"/>
                    <a:pt x="140" y="1417"/>
                  </a:cubicBezTo>
                  <a:cubicBezTo>
                    <a:pt x="361" y="1831"/>
                    <a:pt x="794" y="2091"/>
                    <a:pt x="1266" y="2091"/>
                  </a:cubicBezTo>
                  <a:cubicBezTo>
                    <a:pt x="1930" y="2091"/>
                    <a:pt x="2488" y="1581"/>
                    <a:pt x="2536" y="912"/>
                  </a:cubicBezTo>
                  <a:cubicBezTo>
                    <a:pt x="2541" y="849"/>
                    <a:pt x="2517" y="787"/>
                    <a:pt x="2464" y="748"/>
                  </a:cubicBezTo>
                  <a:cubicBezTo>
                    <a:pt x="2045" y="392"/>
                    <a:pt x="1554" y="142"/>
                    <a:pt x="1020" y="7"/>
                  </a:cubicBezTo>
                  <a:cubicBezTo>
                    <a:pt x="1004" y="3"/>
                    <a:pt x="987" y="1"/>
                    <a:pt x="970"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87"/>
            <p:cNvSpPr/>
            <p:nvPr/>
          </p:nvSpPr>
          <p:spPr>
            <a:xfrm>
              <a:off x="7801047" y="2664035"/>
              <a:ext cx="66513" cy="54343"/>
            </a:xfrm>
            <a:custGeom>
              <a:rect b="b" l="l" r="r" t="t"/>
              <a:pathLst>
                <a:path extrusionOk="0" h="2072" w="2536">
                  <a:moveTo>
                    <a:pt x="968" y="1"/>
                  </a:moveTo>
                  <a:cubicBezTo>
                    <a:pt x="886" y="1"/>
                    <a:pt x="811" y="47"/>
                    <a:pt x="780" y="123"/>
                  </a:cubicBezTo>
                  <a:cubicBezTo>
                    <a:pt x="727" y="224"/>
                    <a:pt x="664" y="320"/>
                    <a:pt x="582" y="406"/>
                  </a:cubicBezTo>
                  <a:cubicBezTo>
                    <a:pt x="553" y="440"/>
                    <a:pt x="520" y="474"/>
                    <a:pt x="486" y="503"/>
                  </a:cubicBezTo>
                  <a:cubicBezTo>
                    <a:pt x="443" y="546"/>
                    <a:pt x="395" y="585"/>
                    <a:pt x="347" y="618"/>
                  </a:cubicBezTo>
                  <a:cubicBezTo>
                    <a:pt x="43" y="825"/>
                    <a:pt x="0" y="1205"/>
                    <a:pt x="183" y="1494"/>
                  </a:cubicBezTo>
                  <a:cubicBezTo>
                    <a:pt x="380" y="1807"/>
                    <a:pt x="703" y="2014"/>
                    <a:pt x="1068" y="2071"/>
                  </a:cubicBezTo>
                  <a:cubicBezTo>
                    <a:pt x="813" y="1898"/>
                    <a:pt x="626" y="1662"/>
                    <a:pt x="626" y="1239"/>
                  </a:cubicBezTo>
                  <a:lnTo>
                    <a:pt x="626" y="1075"/>
                  </a:lnTo>
                  <a:cubicBezTo>
                    <a:pt x="674" y="1042"/>
                    <a:pt x="722" y="1003"/>
                    <a:pt x="770" y="960"/>
                  </a:cubicBezTo>
                  <a:cubicBezTo>
                    <a:pt x="885" y="854"/>
                    <a:pt x="986" y="734"/>
                    <a:pt x="1073" y="599"/>
                  </a:cubicBezTo>
                  <a:cubicBezTo>
                    <a:pt x="1477" y="724"/>
                    <a:pt x="1853" y="931"/>
                    <a:pt x="2180" y="1200"/>
                  </a:cubicBezTo>
                  <a:cubicBezTo>
                    <a:pt x="2218" y="1239"/>
                    <a:pt x="2276" y="1287"/>
                    <a:pt x="2391" y="1398"/>
                  </a:cubicBezTo>
                  <a:cubicBezTo>
                    <a:pt x="2468" y="1244"/>
                    <a:pt x="2517" y="1080"/>
                    <a:pt x="2531" y="912"/>
                  </a:cubicBezTo>
                  <a:cubicBezTo>
                    <a:pt x="2536" y="849"/>
                    <a:pt x="2507" y="787"/>
                    <a:pt x="2464" y="748"/>
                  </a:cubicBezTo>
                  <a:cubicBezTo>
                    <a:pt x="2045" y="392"/>
                    <a:pt x="1549" y="142"/>
                    <a:pt x="1020" y="7"/>
                  </a:cubicBezTo>
                  <a:cubicBezTo>
                    <a:pt x="1003" y="3"/>
                    <a:pt x="985" y="1"/>
                    <a:pt x="9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87"/>
            <p:cNvSpPr/>
            <p:nvPr/>
          </p:nvSpPr>
          <p:spPr>
            <a:xfrm>
              <a:off x="7784131" y="2748251"/>
              <a:ext cx="22241" cy="37374"/>
            </a:xfrm>
            <a:custGeom>
              <a:rect b="b" l="l" r="r" t="t"/>
              <a:pathLst>
                <a:path extrusionOk="0" h="1425" w="848">
                  <a:moveTo>
                    <a:pt x="130" y="1"/>
                  </a:moveTo>
                  <a:cubicBezTo>
                    <a:pt x="44" y="111"/>
                    <a:pt x="0" y="246"/>
                    <a:pt x="0" y="381"/>
                  </a:cubicBezTo>
                  <a:lnTo>
                    <a:pt x="0" y="1425"/>
                  </a:lnTo>
                  <a:lnTo>
                    <a:pt x="847" y="1425"/>
                  </a:lnTo>
                  <a:lnTo>
                    <a:pt x="847" y="780"/>
                  </a:lnTo>
                  <a:cubicBezTo>
                    <a:pt x="847" y="650"/>
                    <a:pt x="789" y="530"/>
                    <a:pt x="688" y="448"/>
                  </a:cubicBezTo>
                  <a:lnTo>
                    <a:pt x="130"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87"/>
            <p:cNvSpPr/>
            <p:nvPr/>
          </p:nvSpPr>
          <p:spPr>
            <a:xfrm>
              <a:off x="7862000" y="2748251"/>
              <a:ext cx="22346" cy="37374"/>
            </a:xfrm>
            <a:custGeom>
              <a:rect b="b" l="l" r="r" t="t"/>
              <a:pathLst>
                <a:path extrusionOk="0" h="1425" w="852">
                  <a:moveTo>
                    <a:pt x="722" y="1"/>
                  </a:moveTo>
                  <a:lnTo>
                    <a:pt x="159" y="448"/>
                  </a:lnTo>
                  <a:cubicBezTo>
                    <a:pt x="63" y="530"/>
                    <a:pt x="0" y="650"/>
                    <a:pt x="0" y="780"/>
                  </a:cubicBezTo>
                  <a:lnTo>
                    <a:pt x="0" y="1425"/>
                  </a:lnTo>
                  <a:lnTo>
                    <a:pt x="852" y="1425"/>
                  </a:lnTo>
                  <a:lnTo>
                    <a:pt x="852" y="381"/>
                  </a:lnTo>
                  <a:cubicBezTo>
                    <a:pt x="852" y="246"/>
                    <a:pt x="804" y="111"/>
                    <a:pt x="722"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87"/>
            <p:cNvSpPr/>
            <p:nvPr/>
          </p:nvSpPr>
          <p:spPr>
            <a:xfrm>
              <a:off x="7693646" y="2462922"/>
              <a:ext cx="48101" cy="16182"/>
            </a:xfrm>
            <a:custGeom>
              <a:rect b="b" l="l" r="r" t="t"/>
              <a:pathLst>
                <a:path extrusionOk="0" h="617" w="1834">
                  <a:moveTo>
                    <a:pt x="265" y="0"/>
                  </a:moveTo>
                  <a:cubicBezTo>
                    <a:pt x="0" y="0"/>
                    <a:pt x="0" y="400"/>
                    <a:pt x="265" y="400"/>
                  </a:cubicBezTo>
                  <a:cubicBezTo>
                    <a:pt x="486" y="400"/>
                    <a:pt x="1136" y="433"/>
                    <a:pt x="1449" y="592"/>
                  </a:cubicBezTo>
                  <a:cubicBezTo>
                    <a:pt x="1482" y="609"/>
                    <a:pt x="1514" y="617"/>
                    <a:pt x="1544" y="617"/>
                  </a:cubicBezTo>
                  <a:cubicBezTo>
                    <a:pt x="1728" y="617"/>
                    <a:pt x="1834" y="339"/>
                    <a:pt x="1631" y="236"/>
                  </a:cubicBezTo>
                  <a:cubicBezTo>
                    <a:pt x="1170" y="5"/>
                    <a:pt x="303"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87"/>
            <p:cNvSpPr/>
            <p:nvPr/>
          </p:nvSpPr>
          <p:spPr>
            <a:xfrm>
              <a:off x="7656403" y="2435147"/>
              <a:ext cx="121827" cy="166387"/>
            </a:xfrm>
            <a:custGeom>
              <a:rect b="b" l="l" r="r" t="t"/>
              <a:pathLst>
                <a:path extrusionOk="0" h="6344" w="4645">
                  <a:moveTo>
                    <a:pt x="3610" y="395"/>
                  </a:moveTo>
                  <a:lnTo>
                    <a:pt x="3610" y="1223"/>
                  </a:lnTo>
                  <a:cubicBezTo>
                    <a:pt x="3610" y="1358"/>
                    <a:pt x="3576" y="1488"/>
                    <a:pt x="3518" y="1608"/>
                  </a:cubicBezTo>
                  <a:lnTo>
                    <a:pt x="3417" y="1810"/>
                  </a:lnTo>
                  <a:cubicBezTo>
                    <a:pt x="3403" y="1839"/>
                    <a:pt x="3398" y="1868"/>
                    <a:pt x="3398" y="1897"/>
                  </a:cubicBezTo>
                  <a:lnTo>
                    <a:pt x="3398" y="2325"/>
                  </a:lnTo>
                  <a:cubicBezTo>
                    <a:pt x="3398" y="2920"/>
                    <a:pt x="2912" y="3398"/>
                    <a:pt x="2321" y="3398"/>
                  </a:cubicBezTo>
                  <a:cubicBezTo>
                    <a:pt x="2310" y="3398"/>
                    <a:pt x="2298" y="3398"/>
                    <a:pt x="2286" y="3398"/>
                  </a:cubicBezTo>
                  <a:cubicBezTo>
                    <a:pt x="1714" y="3379"/>
                    <a:pt x="1247" y="2873"/>
                    <a:pt x="1247" y="2267"/>
                  </a:cubicBezTo>
                  <a:lnTo>
                    <a:pt x="1247" y="1897"/>
                  </a:lnTo>
                  <a:cubicBezTo>
                    <a:pt x="1247" y="1868"/>
                    <a:pt x="1237" y="1834"/>
                    <a:pt x="1223" y="1810"/>
                  </a:cubicBezTo>
                  <a:lnTo>
                    <a:pt x="1103" y="1565"/>
                  </a:lnTo>
                  <a:cubicBezTo>
                    <a:pt x="1059" y="1473"/>
                    <a:pt x="1035" y="1372"/>
                    <a:pt x="1035" y="1271"/>
                  </a:cubicBezTo>
                  <a:lnTo>
                    <a:pt x="1035" y="1261"/>
                  </a:lnTo>
                  <a:cubicBezTo>
                    <a:pt x="1035" y="785"/>
                    <a:pt x="1420" y="395"/>
                    <a:pt x="1897" y="395"/>
                  </a:cubicBezTo>
                  <a:close/>
                  <a:moveTo>
                    <a:pt x="2758" y="3725"/>
                  </a:moveTo>
                  <a:cubicBezTo>
                    <a:pt x="2763" y="3788"/>
                    <a:pt x="2772" y="3845"/>
                    <a:pt x="2792" y="3903"/>
                  </a:cubicBezTo>
                  <a:lnTo>
                    <a:pt x="2320" y="4375"/>
                  </a:lnTo>
                  <a:lnTo>
                    <a:pt x="1868" y="3922"/>
                  </a:lnTo>
                  <a:cubicBezTo>
                    <a:pt x="1877" y="3884"/>
                    <a:pt x="1882" y="3845"/>
                    <a:pt x="1882" y="3807"/>
                  </a:cubicBezTo>
                  <a:lnTo>
                    <a:pt x="1882" y="3725"/>
                  </a:lnTo>
                  <a:cubicBezTo>
                    <a:pt x="2007" y="3764"/>
                    <a:pt x="2142" y="3788"/>
                    <a:pt x="2277" y="3792"/>
                  </a:cubicBezTo>
                  <a:lnTo>
                    <a:pt x="2320" y="3792"/>
                  </a:lnTo>
                  <a:cubicBezTo>
                    <a:pt x="2469" y="3792"/>
                    <a:pt x="2618" y="3773"/>
                    <a:pt x="2758" y="3725"/>
                  </a:cubicBezTo>
                  <a:close/>
                  <a:moveTo>
                    <a:pt x="1897" y="1"/>
                  </a:moveTo>
                  <a:cubicBezTo>
                    <a:pt x="1199" y="1"/>
                    <a:pt x="631" y="569"/>
                    <a:pt x="631" y="1266"/>
                  </a:cubicBezTo>
                  <a:lnTo>
                    <a:pt x="631" y="1276"/>
                  </a:lnTo>
                  <a:cubicBezTo>
                    <a:pt x="631" y="1440"/>
                    <a:pt x="670" y="1598"/>
                    <a:pt x="742" y="1747"/>
                  </a:cubicBezTo>
                  <a:lnTo>
                    <a:pt x="843" y="1950"/>
                  </a:lnTo>
                  <a:lnTo>
                    <a:pt x="843" y="2272"/>
                  </a:lnTo>
                  <a:cubicBezTo>
                    <a:pt x="843" y="2768"/>
                    <a:pt x="1083" y="3234"/>
                    <a:pt x="1483" y="3528"/>
                  </a:cubicBezTo>
                  <a:lnTo>
                    <a:pt x="1483" y="3812"/>
                  </a:lnTo>
                  <a:cubicBezTo>
                    <a:pt x="1483" y="3845"/>
                    <a:pt x="1459" y="3879"/>
                    <a:pt x="1420" y="3889"/>
                  </a:cubicBezTo>
                  <a:lnTo>
                    <a:pt x="602" y="4124"/>
                  </a:lnTo>
                  <a:cubicBezTo>
                    <a:pt x="246" y="4230"/>
                    <a:pt x="1" y="4553"/>
                    <a:pt x="1" y="4928"/>
                  </a:cubicBezTo>
                  <a:lnTo>
                    <a:pt x="1" y="6145"/>
                  </a:lnTo>
                  <a:cubicBezTo>
                    <a:pt x="1" y="6251"/>
                    <a:pt x="87" y="6343"/>
                    <a:pt x="198" y="6343"/>
                  </a:cubicBezTo>
                  <a:cubicBezTo>
                    <a:pt x="309" y="6343"/>
                    <a:pt x="395" y="6256"/>
                    <a:pt x="395" y="6145"/>
                  </a:cubicBezTo>
                  <a:lnTo>
                    <a:pt x="395" y="4928"/>
                  </a:lnTo>
                  <a:cubicBezTo>
                    <a:pt x="395" y="4731"/>
                    <a:pt x="525" y="4558"/>
                    <a:pt x="713" y="4505"/>
                  </a:cubicBezTo>
                  <a:lnTo>
                    <a:pt x="1536" y="4269"/>
                  </a:lnTo>
                  <a:cubicBezTo>
                    <a:pt x="1565" y="4259"/>
                    <a:pt x="1593" y="4250"/>
                    <a:pt x="1618" y="4235"/>
                  </a:cubicBezTo>
                  <a:lnTo>
                    <a:pt x="2123" y="4740"/>
                  </a:lnTo>
                  <a:lnTo>
                    <a:pt x="2123" y="6145"/>
                  </a:lnTo>
                  <a:cubicBezTo>
                    <a:pt x="2123" y="6278"/>
                    <a:pt x="2221" y="6344"/>
                    <a:pt x="2320" y="6344"/>
                  </a:cubicBezTo>
                  <a:cubicBezTo>
                    <a:pt x="2419" y="6344"/>
                    <a:pt x="2517" y="6278"/>
                    <a:pt x="2517" y="6145"/>
                  </a:cubicBezTo>
                  <a:lnTo>
                    <a:pt x="2517" y="4740"/>
                  </a:lnTo>
                  <a:lnTo>
                    <a:pt x="3037" y="4221"/>
                  </a:lnTo>
                  <a:cubicBezTo>
                    <a:pt x="3090" y="4254"/>
                    <a:pt x="3148" y="4283"/>
                    <a:pt x="3210" y="4298"/>
                  </a:cubicBezTo>
                  <a:lnTo>
                    <a:pt x="3927" y="4505"/>
                  </a:lnTo>
                  <a:cubicBezTo>
                    <a:pt x="4115" y="4558"/>
                    <a:pt x="4245" y="4731"/>
                    <a:pt x="4245" y="4923"/>
                  </a:cubicBezTo>
                  <a:lnTo>
                    <a:pt x="4245" y="6145"/>
                  </a:lnTo>
                  <a:cubicBezTo>
                    <a:pt x="4245" y="6278"/>
                    <a:pt x="4345" y="6344"/>
                    <a:pt x="4444" y="6344"/>
                  </a:cubicBezTo>
                  <a:cubicBezTo>
                    <a:pt x="4544" y="6344"/>
                    <a:pt x="4644" y="6278"/>
                    <a:pt x="4644" y="6145"/>
                  </a:cubicBezTo>
                  <a:lnTo>
                    <a:pt x="4644" y="4928"/>
                  </a:lnTo>
                  <a:cubicBezTo>
                    <a:pt x="4639" y="4553"/>
                    <a:pt x="4394" y="4226"/>
                    <a:pt x="4038" y="4124"/>
                  </a:cubicBezTo>
                  <a:lnTo>
                    <a:pt x="3321" y="3918"/>
                  </a:lnTo>
                  <a:cubicBezTo>
                    <a:pt x="3225" y="3889"/>
                    <a:pt x="3157" y="3802"/>
                    <a:pt x="3157" y="3701"/>
                  </a:cubicBezTo>
                  <a:lnTo>
                    <a:pt x="3157" y="3533"/>
                  </a:lnTo>
                  <a:cubicBezTo>
                    <a:pt x="3225" y="3489"/>
                    <a:pt x="3287" y="3436"/>
                    <a:pt x="3345" y="3379"/>
                  </a:cubicBezTo>
                  <a:cubicBezTo>
                    <a:pt x="3634" y="3104"/>
                    <a:pt x="3792" y="2719"/>
                    <a:pt x="3792" y="2320"/>
                  </a:cubicBezTo>
                  <a:lnTo>
                    <a:pt x="3792" y="1945"/>
                  </a:lnTo>
                  <a:lnTo>
                    <a:pt x="3874" y="1786"/>
                  </a:lnTo>
                  <a:cubicBezTo>
                    <a:pt x="3961" y="1613"/>
                    <a:pt x="4004" y="1420"/>
                    <a:pt x="4004" y="1223"/>
                  </a:cubicBezTo>
                  <a:lnTo>
                    <a:pt x="4004" y="203"/>
                  </a:lnTo>
                  <a:cubicBezTo>
                    <a:pt x="4004" y="92"/>
                    <a:pt x="3918" y="1"/>
                    <a:pt x="3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87"/>
            <p:cNvSpPr/>
            <p:nvPr/>
          </p:nvSpPr>
          <p:spPr>
            <a:xfrm>
              <a:off x="7678617" y="2568776"/>
              <a:ext cx="10517" cy="32758"/>
            </a:xfrm>
            <a:custGeom>
              <a:rect b="b" l="l" r="r" t="t"/>
              <a:pathLst>
                <a:path extrusionOk="0" h="1249" w="401">
                  <a:moveTo>
                    <a:pt x="200" y="0"/>
                  </a:moveTo>
                  <a:cubicBezTo>
                    <a:pt x="101" y="0"/>
                    <a:pt x="1" y="66"/>
                    <a:pt x="1" y="199"/>
                  </a:cubicBezTo>
                  <a:lnTo>
                    <a:pt x="1" y="1050"/>
                  </a:lnTo>
                  <a:cubicBezTo>
                    <a:pt x="1" y="1183"/>
                    <a:pt x="101" y="1249"/>
                    <a:pt x="200" y="1249"/>
                  </a:cubicBezTo>
                  <a:cubicBezTo>
                    <a:pt x="300" y="1249"/>
                    <a:pt x="400" y="1183"/>
                    <a:pt x="400" y="1050"/>
                  </a:cubicBezTo>
                  <a:lnTo>
                    <a:pt x="400" y="199"/>
                  </a:lnTo>
                  <a:cubicBezTo>
                    <a:pt x="400" y="66"/>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87"/>
            <p:cNvSpPr/>
            <p:nvPr/>
          </p:nvSpPr>
          <p:spPr>
            <a:xfrm>
              <a:off x="7745393" y="2568776"/>
              <a:ext cx="10491" cy="32758"/>
            </a:xfrm>
            <a:custGeom>
              <a:rect b="b" l="l" r="r" t="t"/>
              <a:pathLst>
                <a:path extrusionOk="0" h="1249" w="400">
                  <a:moveTo>
                    <a:pt x="200" y="0"/>
                  </a:moveTo>
                  <a:cubicBezTo>
                    <a:pt x="100" y="0"/>
                    <a:pt x="0" y="66"/>
                    <a:pt x="0" y="199"/>
                  </a:cubicBezTo>
                  <a:lnTo>
                    <a:pt x="0" y="1050"/>
                  </a:lnTo>
                  <a:cubicBezTo>
                    <a:pt x="0" y="1183"/>
                    <a:pt x="100" y="1249"/>
                    <a:pt x="200" y="1249"/>
                  </a:cubicBezTo>
                  <a:cubicBezTo>
                    <a:pt x="300" y="1249"/>
                    <a:pt x="399" y="1183"/>
                    <a:pt x="399" y="1050"/>
                  </a:cubicBezTo>
                  <a:lnTo>
                    <a:pt x="399" y="199"/>
                  </a:lnTo>
                  <a:cubicBezTo>
                    <a:pt x="399" y="66"/>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87"/>
            <p:cNvSpPr/>
            <p:nvPr/>
          </p:nvSpPr>
          <p:spPr>
            <a:xfrm>
              <a:off x="7576645" y="2652337"/>
              <a:ext cx="48127" cy="16077"/>
            </a:xfrm>
            <a:custGeom>
              <a:rect b="b" l="l" r="r" t="t"/>
              <a:pathLst>
                <a:path extrusionOk="0" h="613" w="1835">
                  <a:moveTo>
                    <a:pt x="270" y="1"/>
                  </a:moveTo>
                  <a:cubicBezTo>
                    <a:pt x="1" y="1"/>
                    <a:pt x="1" y="400"/>
                    <a:pt x="270" y="400"/>
                  </a:cubicBezTo>
                  <a:cubicBezTo>
                    <a:pt x="487" y="400"/>
                    <a:pt x="1136" y="434"/>
                    <a:pt x="1449" y="588"/>
                  </a:cubicBezTo>
                  <a:cubicBezTo>
                    <a:pt x="1482" y="605"/>
                    <a:pt x="1515" y="612"/>
                    <a:pt x="1545" y="612"/>
                  </a:cubicBezTo>
                  <a:cubicBezTo>
                    <a:pt x="1728" y="612"/>
                    <a:pt x="1834" y="335"/>
                    <a:pt x="1632" y="232"/>
                  </a:cubicBezTo>
                  <a:cubicBezTo>
                    <a:pt x="1170" y="1"/>
                    <a:pt x="304" y="1"/>
                    <a:pt x="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87"/>
            <p:cNvSpPr/>
            <p:nvPr/>
          </p:nvSpPr>
          <p:spPr>
            <a:xfrm>
              <a:off x="7539428" y="2624457"/>
              <a:ext cx="121801" cy="166387"/>
            </a:xfrm>
            <a:custGeom>
              <a:rect b="b" l="l" r="r" t="t"/>
              <a:pathLst>
                <a:path extrusionOk="0" h="6344" w="4644">
                  <a:moveTo>
                    <a:pt x="3614" y="400"/>
                  </a:moveTo>
                  <a:lnTo>
                    <a:pt x="3614" y="1223"/>
                  </a:lnTo>
                  <a:cubicBezTo>
                    <a:pt x="3614" y="1357"/>
                    <a:pt x="3585" y="1487"/>
                    <a:pt x="3523" y="1608"/>
                  </a:cubicBezTo>
                  <a:lnTo>
                    <a:pt x="3421" y="1810"/>
                  </a:lnTo>
                  <a:cubicBezTo>
                    <a:pt x="3407" y="1838"/>
                    <a:pt x="3402" y="1867"/>
                    <a:pt x="3402" y="1896"/>
                  </a:cubicBezTo>
                  <a:lnTo>
                    <a:pt x="3402" y="2324"/>
                  </a:lnTo>
                  <a:cubicBezTo>
                    <a:pt x="3402" y="2919"/>
                    <a:pt x="2921" y="3398"/>
                    <a:pt x="2326" y="3398"/>
                  </a:cubicBezTo>
                  <a:cubicBezTo>
                    <a:pt x="2314" y="3398"/>
                    <a:pt x="2302" y="3398"/>
                    <a:pt x="2291" y="3397"/>
                  </a:cubicBezTo>
                  <a:cubicBezTo>
                    <a:pt x="1713" y="3383"/>
                    <a:pt x="1247" y="2873"/>
                    <a:pt x="1247" y="2272"/>
                  </a:cubicBezTo>
                  <a:lnTo>
                    <a:pt x="1247" y="1901"/>
                  </a:lnTo>
                  <a:cubicBezTo>
                    <a:pt x="1247" y="1867"/>
                    <a:pt x="1242" y="1838"/>
                    <a:pt x="1227" y="1810"/>
                  </a:cubicBezTo>
                  <a:lnTo>
                    <a:pt x="1107" y="1564"/>
                  </a:lnTo>
                  <a:cubicBezTo>
                    <a:pt x="1064" y="1473"/>
                    <a:pt x="1040" y="1377"/>
                    <a:pt x="1040" y="1276"/>
                  </a:cubicBezTo>
                  <a:lnTo>
                    <a:pt x="1040" y="1261"/>
                  </a:lnTo>
                  <a:cubicBezTo>
                    <a:pt x="1040" y="785"/>
                    <a:pt x="1425" y="400"/>
                    <a:pt x="1901" y="400"/>
                  </a:cubicBezTo>
                  <a:close/>
                  <a:moveTo>
                    <a:pt x="1887" y="3725"/>
                  </a:moveTo>
                  <a:cubicBezTo>
                    <a:pt x="2012" y="3768"/>
                    <a:pt x="2142" y="3792"/>
                    <a:pt x="2276" y="3797"/>
                  </a:cubicBezTo>
                  <a:lnTo>
                    <a:pt x="2324" y="3797"/>
                  </a:lnTo>
                  <a:cubicBezTo>
                    <a:pt x="2474" y="3797"/>
                    <a:pt x="2623" y="3773"/>
                    <a:pt x="2762" y="3730"/>
                  </a:cubicBezTo>
                  <a:lnTo>
                    <a:pt x="2762" y="3811"/>
                  </a:lnTo>
                  <a:cubicBezTo>
                    <a:pt x="2762" y="3850"/>
                    <a:pt x="2767" y="3888"/>
                    <a:pt x="2777" y="3927"/>
                  </a:cubicBezTo>
                  <a:lnTo>
                    <a:pt x="2324" y="4379"/>
                  </a:lnTo>
                  <a:lnTo>
                    <a:pt x="1872" y="3927"/>
                  </a:lnTo>
                  <a:cubicBezTo>
                    <a:pt x="1882" y="3888"/>
                    <a:pt x="1887" y="3850"/>
                    <a:pt x="1887" y="3811"/>
                  </a:cubicBezTo>
                  <a:lnTo>
                    <a:pt x="1887" y="3725"/>
                  </a:lnTo>
                  <a:close/>
                  <a:moveTo>
                    <a:pt x="1901" y="0"/>
                  </a:moveTo>
                  <a:cubicBezTo>
                    <a:pt x="1203" y="0"/>
                    <a:pt x="635" y="568"/>
                    <a:pt x="635" y="1266"/>
                  </a:cubicBezTo>
                  <a:lnTo>
                    <a:pt x="635" y="1276"/>
                  </a:lnTo>
                  <a:cubicBezTo>
                    <a:pt x="635" y="1439"/>
                    <a:pt x="674" y="1598"/>
                    <a:pt x="746" y="1747"/>
                  </a:cubicBezTo>
                  <a:lnTo>
                    <a:pt x="847" y="1949"/>
                  </a:lnTo>
                  <a:lnTo>
                    <a:pt x="847" y="2272"/>
                  </a:lnTo>
                  <a:cubicBezTo>
                    <a:pt x="847" y="2767"/>
                    <a:pt x="1083" y="3234"/>
                    <a:pt x="1487" y="3527"/>
                  </a:cubicBezTo>
                  <a:lnTo>
                    <a:pt x="1487" y="3811"/>
                  </a:lnTo>
                  <a:cubicBezTo>
                    <a:pt x="1487" y="3845"/>
                    <a:pt x="1458" y="3879"/>
                    <a:pt x="1425" y="3888"/>
                  </a:cubicBezTo>
                  <a:lnTo>
                    <a:pt x="607" y="4124"/>
                  </a:lnTo>
                  <a:cubicBezTo>
                    <a:pt x="246" y="4225"/>
                    <a:pt x="0" y="4552"/>
                    <a:pt x="0" y="4928"/>
                  </a:cubicBezTo>
                  <a:lnTo>
                    <a:pt x="0" y="6145"/>
                  </a:lnTo>
                  <a:cubicBezTo>
                    <a:pt x="0" y="6277"/>
                    <a:pt x="99" y="6343"/>
                    <a:pt x="198" y="6343"/>
                  </a:cubicBezTo>
                  <a:cubicBezTo>
                    <a:pt x="296" y="6343"/>
                    <a:pt x="395" y="6277"/>
                    <a:pt x="395" y="6145"/>
                  </a:cubicBezTo>
                  <a:lnTo>
                    <a:pt x="395" y="4928"/>
                  </a:lnTo>
                  <a:cubicBezTo>
                    <a:pt x="395" y="4730"/>
                    <a:pt x="525" y="4562"/>
                    <a:pt x="712" y="4509"/>
                  </a:cubicBezTo>
                  <a:lnTo>
                    <a:pt x="1535" y="4273"/>
                  </a:lnTo>
                  <a:cubicBezTo>
                    <a:pt x="1564" y="4264"/>
                    <a:pt x="1593" y="4254"/>
                    <a:pt x="1617" y="4240"/>
                  </a:cubicBezTo>
                  <a:lnTo>
                    <a:pt x="2122" y="4740"/>
                  </a:lnTo>
                  <a:lnTo>
                    <a:pt x="2122" y="6145"/>
                  </a:lnTo>
                  <a:cubicBezTo>
                    <a:pt x="2122" y="6277"/>
                    <a:pt x="2222" y="6343"/>
                    <a:pt x="2322" y="6343"/>
                  </a:cubicBezTo>
                  <a:cubicBezTo>
                    <a:pt x="2422" y="6343"/>
                    <a:pt x="2522" y="6277"/>
                    <a:pt x="2522" y="6145"/>
                  </a:cubicBezTo>
                  <a:lnTo>
                    <a:pt x="2522" y="4740"/>
                  </a:lnTo>
                  <a:lnTo>
                    <a:pt x="3022" y="4240"/>
                  </a:lnTo>
                  <a:cubicBezTo>
                    <a:pt x="3051" y="4254"/>
                    <a:pt x="3080" y="4264"/>
                    <a:pt x="3109" y="4273"/>
                  </a:cubicBezTo>
                  <a:lnTo>
                    <a:pt x="3927" y="4504"/>
                  </a:lnTo>
                  <a:cubicBezTo>
                    <a:pt x="4114" y="4562"/>
                    <a:pt x="4244" y="4730"/>
                    <a:pt x="4244" y="4928"/>
                  </a:cubicBezTo>
                  <a:lnTo>
                    <a:pt x="4244" y="6145"/>
                  </a:lnTo>
                  <a:cubicBezTo>
                    <a:pt x="4244" y="6277"/>
                    <a:pt x="4344" y="6343"/>
                    <a:pt x="4444" y="6343"/>
                  </a:cubicBezTo>
                  <a:cubicBezTo>
                    <a:pt x="4544" y="6343"/>
                    <a:pt x="4644" y="6277"/>
                    <a:pt x="4644" y="6145"/>
                  </a:cubicBezTo>
                  <a:lnTo>
                    <a:pt x="4644" y="4928"/>
                  </a:lnTo>
                  <a:cubicBezTo>
                    <a:pt x="4644" y="4557"/>
                    <a:pt x="4398" y="4230"/>
                    <a:pt x="4042" y="4124"/>
                  </a:cubicBezTo>
                  <a:lnTo>
                    <a:pt x="3219" y="3888"/>
                  </a:lnTo>
                  <a:cubicBezTo>
                    <a:pt x="3186" y="3879"/>
                    <a:pt x="3162" y="3845"/>
                    <a:pt x="3157" y="3811"/>
                  </a:cubicBezTo>
                  <a:lnTo>
                    <a:pt x="3157" y="3537"/>
                  </a:lnTo>
                  <a:cubicBezTo>
                    <a:pt x="3229" y="3489"/>
                    <a:pt x="3292" y="3436"/>
                    <a:pt x="3349" y="3383"/>
                  </a:cubicBezTo>
                  <a:cubicBezTo>
                    <a:pt x="3638" y="3104"/>
                    <a:pt x="3797" y="2724"/>
                    <a:pt x="3797" y="2324"/>
                  </a:cubicBezTo>
                  <a:lnTo>
                    <a:pt x="3797" y="1944"/>
                  </a:lnTo>
                  <a:lnTo>
                    <a:pt x="3874" y="1786"/>
                  </a:lnTo>
                  <a:cubicBezTo>
                    <a:pt x="3965" y="1612"/>
                    <a:pt x="4009" y="1420"/>
                    <a:pt x="4009" y="1223"/>
                  </a:cubicBezTo>
                  <a:lnTo>
                    <a:pt x="4009" y="203"/>
                  </a:lnTo>
                  <a:cubicBezTo>
                    <a:pt x="4009" y="92"/>
                    <a:pt x="3922"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87"/>
            <p:cNvSpPr/>
            <p:nvPr/>
          </p:nvSpPr>
          <p:spPr>
            <a:xfrm>
              <a:off x="7561643" y="2758113"/>
              <a:ext cx="10491" cy="32732"/>
            </a:xfrm>
            <a:custGeom>
              <a:rect b="b" l="l" r="r" t="t"/>
              <a:pathLst>
                <a:path extrusionOk="0" h="1248" w="400">
                  <a:moveTo>
                    <a:pt x="202" y="0"/>
                  </a:moveTo>
                  <a:cubicBezTo>
                    <a:pt x="92" y="0"/>
                    <a:pt x="0" y="91"/>
                    <a:pt x="0" y="202"/>
                  </a:cubicBezTo>
                  <a:lnTo>
                    <a:pt x="0" y="1049"/>
                  </a:lnTo>
                  <a:cubicBezTo>
                    <a:pt x="0" y="1181"/>
                    <a:pt x="100" y="1247"/>
                    <a:pt x="200" y="1247"/>
                  </a:cubicBezTo>
                  <a:cubicBezTo>
                    <a:pt x="300" y="1247"/>
                    <a:pt x="400" y="1181"/>
                    <a:pt x="400" y="1049"/>
                  </a:cubicBezTo>
                  <a:lnTo>
                    <a:pt x="400" y="202"/>
                  </a:lnTo>
                  <a:cubicBezTo>
                    <a:pt x="400" y="91"/>
                    <a:pt x="308"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87"/>
            <p:cNvSpPr/>
            <p:nvPr/>
          </p:nvSpPr>
          <p:spPr>
            <a:xfrm>
              <a:off x="7628523" y="2758113"/>
              <a:ext cx="10491" cy="32732"/>
            </a:xfrm>
            <a:custGeom>
              <a:rect b="b" l="l" r="r" t="t"/>
              <a:pathLst>
                <a:path extrusionOk="0" h="1248" w="400">
                  <a:moveTo>
                    <a:pt x="198" y="0"/>
                  </a:moveTo>
                  <a:cubicBezTo>
                    <a:pt x="87" y="0"/>
                    <a:pt x="0" y="91"/>
                    <a:pt x="0" y="202"/>
                  </a:cubicBezTo>
                  <a:lnTo>
                    <a:pt x="0" y="1049"/>
                  </a:lnTo>
                  <a:cubicBezTo>
                    <a:pt x="0" y="1181"/>
                    <a:pt x="100" y="1247"/>
                    <a:pt x="200" y="1247"/>
                  </a:cubicBezTo>
                  <a:cubicBezTo>
                    <a:pt x="299" y="1247"/>
                    <a:pt x="397" y="1181"/>
                    <a:pt x="395" y="1049"/>
                  </a:cubicBezTo>
                  <a:lnTo>
                    <a:pt x="395" y="202"/>
                  </a:lnTo>
                  <a:cubicBezTo>
                    <a:pt x="400" y="91"/>
                    <a:pt x="308"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87"/>
            <p:cNvSpPr/>
            <p:nvPr/>
          </p:nvSpPr>
          <p:spPr>
            <a:xfrm>
              <a:off x="7778833" y="2602243"/>
              <a:ext cx="110575" cy="188602"/>
            </a:xfrm>
            <a:custGeom>
              <a:rect b="b" l="l" r="r" t="t"/>
              <a:pathLst>
                <a:path extrusionOk="0" h="7191" w="4216">
                  <a:moveTo>
                    <a:pt x="2113" y="395"/>
                  </a:moveTo>
                  <a:cubicBezTo>
                    <a:pt x="2469" y="395"/>
                    <a:pt x="2762" y="641"/>
                    <a:pt x="2762" y="939"/>
                  </a:cubicBezTo>
                  <a:lnTo>
                    <a:pt x="2762" y="977"/>
                  </a:lnTo>
                  <a:cubicBezTo>
                    <a:pt x="2555" y="891"/>
                    <a:pt x="2335" y="847"/>
                    <a:pt x="2115" y="847"/>
                  </a:cubicBezTo>
                  <a:cubicBezTo>
                    <a:pt x="1895" y="847"/>
                    <a:pt x="1675" y="891"/>
                    <a:pt x="1468" y="977"/>
                  </a:cubicBezTo>
                  <a:cubicBezTo>
                    <a:pt x="1463" y="968"/>
                    <a:pt x="1463" y="953"/>
                    <a:pt x="1463" y="939"/>
                  </a:cubicBezTo>
                  <a:cubicBezTo>
                    <a:pt x="1463" y="641"/>
                    <a:pt x="1752" y="395"/>
                    <a:pt x="2113" y="395"/>
                  </a:cubicBezTo>
                  <a:close/>
                  <a:moveTo>
                    <a:pt x="2119" y="1242"/>
                  </a:moveTo>
                  <a:cubicBezTo>
                    <a:pt x="2976" y="1242"/>
                    <a:pt x="3612" y="2091"/>
                    <a:pt x="3335" y="2936"/>
                  </a:cubicBezTo>
                  <a:cubicBezTo>
                    <a:pt x="2772" y="2363"/>
                    <a:pt x="1776" y="2137"/>
                    <a:pt x="1732" y="2127"/>
                  </a:cubicBezTo>
                  <a:cubicBezTo>
                    <a:pt x="1714" y="2123"/>
                    <a:pt x="1696" y="2121"/>
                    <a:pt x="1678" y="2121"/>
                  </a:cubicBezTo>
                  <a:cubicBezTo>
                    <a:pt x="1635" y="2121"/>
                    <a:pt x="1593" y="2134"/>
                    <a:pt x="1559" y="2161"/>
                  </a:cubicBezTo>
                  <a:cubicBezTo>
                    <a:pt x="1511" y="2200"/>
                    <a:pt x="1487" y="2257"/>
                    <a:pt x="1487" y="2320"/>
                  </a:cubicBezTo>
                  <a:cubicBezTo>
                    <a:pt x="1473" y="2426"/>
                    <a:pt x="1415" y="2527"/>
                    <a:pt x="1333" y="2604"/>
                  </a:cubicBezTo>
                  <a:cubicBezTo>
                    <a:pt x="1189" y="2747"/>
                    <a:pt x="1322" y="2945"/>
                    <a:pt x="1477" y="2945"/>
                  </a:cubicBezTo>
                  <a:cubicBezTo>
                    <a:pt x="1524" y="2945"/>
                    <a:pt x="1573" y="2927"/>
                    <a:pt x="1617" y="2883"/>
                  </a:cubicBezTo>
                  <a:cubicBezTo>
                    <a:pt x="1708" y="2791"/>
                    <a:pt x="1781" y="2685"/>
                    <a:pt x="1833" y="2565"/>
                  </a:cubicBezTo>
                  <a:cubicBezTo>
                    <a:pt x="2165" y="2661"/>
                    <a:pt x="2858" y="2912"/>
                    <a:pt x="3171" y="3354"/>
                  </a:cubicBezTo>
                  <a:cubicBezTo>
                    <a:pt x="3081" y="3874"/>
                    <a:pt x="2630" y="4245"/>
                    <a:pt x="2109" y="4245"/>
                  </a:cubicBezTo>
                  <a:cubicBezTo>
                    <a:pt x="2099" y="4245"/>
                    <a:pt x="2089" y="4245"/>
                    <a:pt x="2079" y="4244"/>
                  </a:cubicBezTo>
                  <a:cubicBezTo>
                    <a:pt x="1540" y="4225"/>
                    <a:pt x="1102" y="3816"/>
                    <a:pt x="1044" y="3287"/>
                  </a:cubicBezTo>
                  <a:cubicBezTo>
                    <a:pt x="1040" y="3258"/>
                    <a:pt x="1030" y="3229"/>
                    <a:pt x="1015" y="3205"/>
                  </a:cubicBezTo>
                  <a:cubicBezTo>
                    <a:pt x="520" y="2402"/>
                    <a:pt x="1025" y="1357"/>
                    <a:pt x="1963" y="1252"/>
                  </a:cubicBezTo>
                  <a:cubicBezTo>
                    <a:pt x="2016" y="1245"/>
                    <a:pt x="2068" y="1242"/>
                    <a:pt x="2119" y="1242"/>
                  </a:cubicBezTo>
                  <a:close/>
                  <a:moveTo>
                    <a:pt x="2550" y="4577"/>
                  </a:moveTo>
                  <a:lnTo>
                    <a:pt x="2550" y="4788"/>
                  </a:lnTo>
                  <a:cubicBezTo>
                    <a:pt x="2550" y="4856"/>
                    <a:pt x="2565" y="4923"/>
                    <a:pt x="2599" y="4981"/>
                  </a:cubicBezTo>
                  <a:lnTo>
                    <a:pt x="2416" y="5159"/>
                  </a:lnTo>
                  <a:cubicBezTo>
                    <a:pt x="2329" y="5238"/>
                    <a:pt x="2220" y="5278"/>
                    <a:pt x="2111" y="5278"/>
                  </a:cubicBezTo>
                  <a:cubicBezTo>
                    <a:pt x="2002" y="5278"/>
                    <a:pt x="1894" y="5238"/>
                    <a:pt x="1809" y="5159"/>
                  </a:cubicBezTo>
                  <a:lnTo>
                    <a:pt x="1627" y="4981"/>
                  </a:lnTo>
                  <a:cubicBezTo>
                    <a:pt x="1655" y="4923"/>
                    <a:pt x="1675" y="4856"/>
                    <a:pt x="1675" y="4788"/>
                  </a:cubicBezTo>
                  <a:lnTo>
                    <a:pt x="1675" y="4577"/>
                  </a:lnTo>
                  <a:cubicBezTo>
                    <a:pt x="1817" y="4620"/>
                    <a:pt x="1965" y="4641"/>
                    <a:pt x="2113" y="4641"/>
                  </a:cubicBezTo>
                  <a:cubicBezTo>
                    <a:pt x="2261" y="4641"/>
                    <a:pt x="2408" y="4620"/>
                    <a:pt x="2550" y="4577"/>
                  </a:cubicBezTo>
                  <a:close/>
                  <a:moveTo>
                    <a:pt x="2113" y="1"/>
                  </a:moveTo>
                  <a:cubicBezTo>
                    <a:pt x="1535" y="1"/>
                    <a:pt x="1064" y="419"/>
                    <a:pt x="1064" y="939"/>
                  </a:cubicBezTo>
                  <a:cubicBezTo>
                    <a:pt x="1064" y="1025"/>
                    <a:pt x="1078" y="1107"/>
                    <a:pt x="1102" y="1189"/>
                  </a:cubicBezTo>
                  <a:cubicBezTo>
                    <a:pt x="419" y="1699"/>
                    <a:pt x="226" y="2637"/>
                    <a:pt x="655" y="3374"/>
                  </a:cubicBezTo>
                  <a:cubicBezTo>
                    <a:pt x="708" y="3783"/>
                    <a:pt x="934" y="4148"/>
                    <a:pt x="1275" y="4384"/>
                  </a:cubicBezTo>
                  <a:lnTo>
                    <a:pt x="1275" y="4788"/>
                  </a:lnTo>
                  <a:cubicBezTo>
                    <a:pt x="1275" y="4793"/>
                    <a:pt x="1270" y="4798"/>
                    <a:pt x="1270" y="4803"/>
                  </a:cubicBezTo>
                  <a:lnTo>
                    <a:pt x="462" y="5202"/>
                  </a:lnTo>
                  <a:cubicBezTo>
                    <a:pt x="178" y="5342"/>
                    <a:pt x="0" y="5635"/>
                    <a:pt x="0" y="5953"/>
                  </a:cubicBezTo>
                  <a:lnTo>
                    <a:pt x="0" y="6992"/>
                  </a:lnTo>
                  <a:cubicBezTo>
                    <a:pt x="0" y="7124"/>
                    <a:pt x="100" y="7190"/>
                    <a:pt x="200" y="7190"/>
                  </a:cubicBezTo>
                  <a:cubicBezTo>
                    <a:pt x="300" y="7190"/>
                    <a:pt x="400" y="7124"/>
                    <a:pt x="400" y="6992"/>
                  </a:cubicBezTo>
                  <a:lnTo>
                    <a:pt x="400" y="5953"/>
                  </a:lnTo>
                  <a:cubicBezTo>
                    <a:pt x="400" y="5784"/>
                    <a:pt x="491" y="5630"/>
                    <a:pt x="640" y="5558"/>
                  </a:cubicBezTo>
                  <a:lnTo>
                    <a:pt x="1299" y="5226"/>
                  </a:lnTo>
                  <a:lnTo>
                    <a:pt x="1530" y="5447"/>
                  </a:lnTo>
                  <a:cubicBezTo>
                    <a:pt x="1692" y="5599"/>
                    <a:pt x="1900" y="5675"/>
                    <a:pt x="2108" y="5675"/>
                  </a:cubicBezTo>
                  <a:cubicBezTo>
                    <a:pt x="2316" y="5675"/>
                    <a:pt x="2524" y="5599"/>
                    <a:pt x="2685" y="5447"/>
                  </a:cubicBezTo>
                  <a:lnTo>
                    <a:pt x="2916" y="5226"/>
                  </a:lnTo>
                  <a:lnTo>
                    <a:pt x="3575" y="5558"/>
                  </a:lnTo>
                  <a:cubicBezTo>
                    <a:pt x="3724" y="5630"/>
                    <a:pt x="3816" y="5784"/>
                    <a:pt x="3816" y="5953"/>
                  </a:cubicBezTo>
                  <a:lnTo>
                    <a:pt x="3816" y="6992"/>
                  </a:lnTo>
                  <a:cubicBezTo>
                    <a:pt x="3816" y="7124"/>
                    <a:pt x="3916" y="7190"/>
                    <a:pt x="4016" y="7190"/>
                  </a:cubicBezTo>
                  <a:cubicBezTo>
                    <a:pt x="4115" y="7190"/>
                    <a:pt x="4215" y="7124"/>
                    <a:pt x="4215" y="6992"/>
                  </a:cubicBezTo>
                  <a:lnTo>
                    <a:pt x="4215" y="5953"/>
                  </a:lnTo>
                  <a:cubicBezTo>
                    <a:pt x="4215" y="5635"/>
                    <a:pt x="4042" y="5346"/>
                    <a:pt x="3758" y="5202"/>
                  </a:cubicBezTo>
                  <a:lnTo>
                    <a:pt x="2955" y="4803"/>
                  </a:lnTo>
                  <a:cubicBezTo>
                    <a:pt x="2950" y="4798"/>
                    <a:pt x="2945" y="4793"/>
                    <a:pt x="2945" y="4788"/>
                  </a:cubicBezTo>
                  <a:lnTo>
                    <a:pt x="2945" y="4384"/>
                  </a:lnTo>
                  <a:cubicBezTo>
                    <a:pt x="3287" y="4148"/>
                    <a:pt x="3513" y="3783"/>
                    <a:pt x="3571" y="3374"/>
                  </a:cubicBezTo>
                  <a:cubicBezTo>
                    <a:pt x="3999" y="2637"/>
                    <a:pt x="3806" y="1699"/>
                    <a:pt x="3123" y="1189"/>
                  </a:cubicBezTo>
                  <a:cubicBezTo>
                    <a:pt x="3147" y="1107"/>
                    <a:pt x="3162" y="1025"/>
                    <a:pt x="3162" y="939"/>
                  </a:cubicBezTo>
                  <a:cubicBezTo>
                    <a:pt x="3162" y="424"/>
                    <a:pt x="2690" y="1"/>
                    <a:pt x="2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87"/>
            <p:cNvSpPr/>
            <p:nvPr/>
          </p:nvSpPr>
          <p:spPr>
            <a:xfrm>
              <a:off x="7801152" y="2765037"/>
              <a:ext cx="10517" cy="25808"/>
            </a:xfrm>
            <a:custGeom>
              <a:rect b="b" l="l" r="r" t="t"/>
              <a:pathLst>
                <a:path extrusionOk="0" h="984" w="401">
                  <a:moveTo>
                    <a:pt x="198" y="1"/>
                  </a:moveTo>
                  <a:cubicBezTo>
                    <a:pt x="87" y="1"/>
                    <a:pt x="1" y="87"/>
                    <a:pt x="1" y="198"/>
                  </a:cubicBezTo>
                  <a:lnTo>
                    <a:pt x="1" y="785"/>
                  </a:lnTo>
                  <a:cubicBezTo>
                    <a:pt x="1" y="917"/>
                    <a:pt x="100" y="983"/>
                    <a:pt x="198" y="983"/>
                  </a:cubicBezTo>
                  <a:cubicBezTo>
                    <a:pt x="297" y="983"/>
                    <a:pt x="395" y="917"/>
                    <a:pt x="395" y="785"/>
                  </a:cubicBezTo>
                  <a:lnTo>
                    <a:pt x="395" y="198"/>
                  </a:lnTo>
                  <a:cubicBezTo>
                    <a:pt x="400" y="87"/>
                    <a:pt x="309"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87"/>
            <p:cNvSpPr/>
            <p:nvPr/>
          </p:nvSpPr>
          <p:spPr>
            <a:xfrm>
              <a:off x="7856807" y="2765037"/>
              <a:ext cx="10517" cy="25808"/>
            </a:xfrm>
            <a:custGeom>
              <a:rect b="b" l="l" r="r" t="t"/>
              <a:pathLst>
                <a:path extrusionOk="0" h="984" w="401">
                  <a:moveTo>
                    <a:pt x="198" y="1"/>
                  </a:moveTo>
                  <a:cubicBezTo>
                    <a:pt x="92" y="1"/>
                    <a:pt x="1" y="87"/>
                    <a:pt x="1" y="198"/>
                  </a:cubicBezTo>
                  <a:lnTo>
                    <a:pt x="1" y="785"/>
                  </a:lnTo>
                  <a:cubicBezTo>
                    <a:pt x="1" y="917"/>
                    <a:pt x="101" y="983"/>
                    <a:pt x="201" y="983"/>
                  </a:cubicBezTo>
                  <a:cubicBezTo>
                    <a:pt x="300" y="983"/>
                    <a:pt x="400" y="917"/>
                    <a:pt x="400" y="785"/>
                  </a:cubicBezTo>
                  <a:lnTo>
                    <a:pt x="400" y="198"/>
                  </a:lnTo>
                  <a:cubicBezTo>
                    <a:pt x="400" y="87"/>
                    <a:pt x="309"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87"/>
            <p:cNvSpPr/>
            <p:nvPr/>
          </p:nvSpPr>
          <p:spPr>
            <a:xfrm>
              <a:off x="7648429" y="2613442"/>
              <a:ext cx="136094" cy="110654"/>
            </a:xfrm>
            <a:custGeom>
              <a:rect b="b" l="l" r="r" t="t"/>
              <a:pathLst>
                <a:path extrusionOk="0" h="4219" w="5189">
                  <a:moveTo>
                    <a:pt x="2624" y="1"/>
                  </a:moveTo>
                  <a:cubicBezTo>
                    <a:pt x="2525" y="1"/>
                    <a:pt x="2427" y="67"/>
                    <a:pt x="2427" y="199"/>
                  </a:cubicBezTo>
                  <a:lnTo>
                    <a:pt x="2427" y="2427"/>
                  </a:lnTo>
                  <a:lnTo>
                    <a:pt x="185" y="3851"/>
                  </a:lnTo>
                  <a:cubicBezTo>
                    <a:pt x="1" y="3967"/>
                    <a:pt x="115" y="4218"/>
                    <a:pt x="286" y="4218"/>
                  </a:cubicBezTo>
                  <a:cubicBezTo>
                    <a:pt x="321" y="4218"/>
                    <a:pt x="358" y="4208"/>
                    <a:pt x="396" y="4183"/>
                  </a:cubicBezTo>
                  <a:lnTo>
                    <a:pt x="2629" y="2769"/>
                  </a:lnTo>
                  <a:lnTo>
                    <a:pt x="4857" y="4183"/>
                  </a:lnTo>
                  <a:cubicBezTo>
                    <a:pt x="4890" y="4206"/>
                    <a:pt x="4928" y="4217"/>
                    <a:pt x="4965" y="4217"/>
                  </a:cubicBezTo>
                  <a:cubicBezTo>
                    <a:pt x="5030" y="4217"/>
                    <a:pt x="5094" y="4184"/>
                    <a:pt x="5131" y="4125"/>
                  </a:cubicBezTo>
                  <a:lnTo>
                    <a:pt x="5126" y="4125"/>
                  </a:lnTo>
                  <a:cubicBezTo>
                    <a:pt x="5189" y="4034"/>
                    <a:pt x="5160" y="3909"/>
                    <a:pt x="5068" y="3851"/>
                  </a:cubicBezTo>
                  <a:lnTo>
                    <a:pt x="2821" y="2427"/>
                  </a:lnTo>
                  <a:lnTo>
                    <a:pt x="2821" y="199"/>
                  </a:lnTo>
                  <a:cubicBezTo>
                    <a:pt x="2821" y="67"/>
                    <a:pt x="2723" y="1"/>
                    <a:pt x="2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1" name="Google Shape;16361;p87"/>
          <p:cNvGrpSpPr/>
          <p:nvPr/>
        </p:nvGrpSpPr>
        <p:grpSpPr>
          <a:xfrm>
            <a:off x="6276285" y="4289930"/>
            <a:ext cx="224927" cy="360785"/>
            <a:chOff x="6276285" y="4289930"/>
            <a:chExt cx="224927" cy="360785"/>
          </a:xfrm>
        </p:grpSpPr>
        <p:sp>
          <p:nvSpPr>
            <p:cNvPr id="16362" name="Google Shape;16362;p87"/>
            <p:cNvSpPr/>
            <p:nvPr/>
          </p:nvSpPr>
          <p:spPr>
            <a:xfrm>
              <a:off x="6292940" y="4329035"/>
              <a:ext cx="191487" cy="202817"/>
            </a:xfrm>
            <a:custGeom>
              <a:rect b="b" l="l" r="r" t="t"/>
              <a:pathLst>
                <a:path extrusionOk="0" h="7733" w="7301">
                  <a:moveTo>
                    <a:pt x="1" y="0"/>
                  </a:moveTo>
                  <a:lnTo>
                    <a:pt x="1" y="7516"/>
                  </a:lnTo>
                  <a:cubicBezTo>
                    <a:pt x="1" y="7637"/>
                    <a:pt x="97" y="7733"/>
                    <a:pt x="212" y="7733"/>
                  </a:cubicBezTo>
                  <a:lnTo>
                    <a:pt x="7084" y="7733"/>
                  </a:lnTo>
                  <a:cubicBezTo>
                    <a:pt x="7204" y="7733"/>
                    <a:pt x="7300" y="7637"/>
                    <a:pt x="7300" y="7516"/>
                  </a:cubicBezTo>
                  <a:lnTo>
                    <a:pt x="7300" y="0"/>
                  </a:ln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87"/>
            <p:cNvSpPr/>
            <p:nvPr/>
          </p:nvSpPr>
          <p:spPr>
            <a:xfrm>
              <a:off x="6292940" y="4329035"/>
              <a:ext cx="191487" cy="22477"/>
            </a:xfrm>
            <a:custGeom>
              <a:rect b="b" l="l" r="r" t="t"/>
              <a:pathLst>
                <a:path extrusionOk="0" h="857" w="7301">
                  <a:moveTo>
                    <a:pt x="1" y="0"/>
                  </a:moveTo>
                  <a:lnTo>
                    <a:pt x="1" y="857"/>
                  </a:lnTo>
                  <a:lnTo>
                    <a:pt x="7300" y="857"/>
                  </a:lnTo>
                  <a:lnTo>
                    <a:pt x="7300"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87"/>
            <p:cNvSpPr/>
            <p:nvPr/>
          </p:nvSpPr>
          <p:spPr>
            <a:xfrm>
              <a:off x="6281583" y="4312118"/>
              <a:ext cx="214069" cy="22503"/>
            </a:xfrm>
            <a:custGeom>
              <a:rect b="b" l="l" r="r" t="t"/>
              <a:pathLst>
                <a:path extrusionOk="0" h="858" w="8162">
                  <a:moveTo>
                    <a:pt x="217" y="1"/>
                  </a:moveTo>
                  <a:cubicBezTo>
                    <a:pt x="97" y="1"/>
                    <a:pt x="1" y="97"/>
                    <a:pt x="1" y="217"/>
                  </a:cubicBezTo>
                  <a:lnTo>
                    <a:pt x="1" y="645"/>
                  </a:lnTo>
                  <a:cubicBezTo>
                    <a:pt x="1" y="761"/>
                    <a:pt x="97" y="857"/>
                    <a:pt x="217" y="857"/>
                  </a:cubicBezTo>
                  <a:lnTo>
                    <a:pt x="7950" y="857"/>
                  </a:lnTo>
                  <a:cubicBezTo>
                    <a:pt x="8065" y="857"/>
                    <a:pt x="8161" y="761"/>
                    <a:pt x="8161" y="645"/>
                  </a:cubicBezTo>
                  <a:lnTo>
                    <a:pt x="8161" y="217"/>
                  </a:lnTo>
                  <a:cubicBezTo>
                    <a:pt x="8161" y="97"/>
                    <a:pt x="8065" y="1"/>
                    <a:pt x="7950"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87"/>
            <p:cNvSpPr/>
            <p:nvPr/>
          </p:nvSpPr>
          <p:spPr>
            <a:xfrm>
              <a:off x="6276285" y="4289930"/>
              <a:ext cx="224927" cy="360785"/>
            </a:xfrm>
            <a:custGeom>
              <a:rect b="b" l="l" r="r" t="t"/>
              <a:pathLst>
                <a:path extrusionOk="0" h="13756" w="8576">
                  <a:moveTo>
                    <a:pt x="8157" y="1039"/>
                  </a:moveTo>
                  <a:cubicBezTo>
                    <a:pt x="8166" y="1039"/>
                    <a:pt x="8171" y="1044"/>
                    <a:pt x="8171" y="1049"/>
                  </a:cubicBezTo>
                  <a:lnTo>
                    <a:pt x="8171" y="1477"/>
                  </a:lnTo>
                  <a:lnTo>
                    <a:pt x="8176" y="1477"/>
                  </a:lnTo>
                  <a:cubicBezTo>
                    <a:pt x="8176" y="1487"/>
                    <a:pt x="8166" y="1491"/>
                    <a:pt x="8161" y="1491"/>
                  </a:cubicBezTo>
                  <a:lnTo>
                    <a:pt x="7512" y="1491"/>
                  </a:lnTo>
                  <a:cubicBezTo>
                    <a:pt x="7257" y="1506"/>
                    <a:pt x="7257" y="1881"/>
                    <a:pt x="7512" y="1896"/>
                  </a:cubicBezTo>
                  <a:lnTo>
                    <a:pt x="7743" y="1896"/>
                  </a:lnTo>
                  <a:lnTo>
                    <a:pt x="7743" y="9007"/>
                  </a:lnTo>
                  <a:cubicBezTo>
                    <a:pt x="7743" y="9017"/>
                    <a:pt x="7733" y="9022"/>
                    <a:pt x="7728" y="9022"/>
                  </a:cubicBezTo>
                  <a:lnTo>
                    <a:pt x="843" y="9022"/>
                  </a:lnTo>
                  <a:cubicBezTo>
                    <a:pt x="833" y="9022"/>
                    <a:pt x="828" y="9017"/>
                    <a:pt x="828" y="9007"/>
                  </a:cubicBezTo>
                  <a:lnTo>
                    <a:pt x="828" y="1900"/>
                  </a:lnTo>
                  <a:lnTo>
                    <a:pt x="6650" y="1900"/>
                  </a:lnTo>
                  <a:cubicBezTo>
                    <a:pt x="6905" y="1886"/>
                    <a:pt x="6905" y="1511"/>
                    <a:pt x="6650" y="1496"/>
                  </a:cubicBezTo>
                  <a:lnTo>
                    <a:pt x="410" y="1496"/>
                  </a:lnTo>
                  <a:cubicBezTo>
                    <a:pt x="405" y="1496"/>
                    <a:pt x="400" y="1491"/>
                    <a:pt x="400" y="1482"/>
                  </a:cubicBezTo>
                  <a:lnTo>
                    <a:pt x="400" y="1049"/>
                  </a:lnTo>
                  <a:cubicBezTo>
                    <a:pt x="400" y="1044"/>
                    <a:pt x="405" y="1039"/>
                    <a:pt x="410" y="1039"/>
                  </a:cubicBezTo>
                  <a:close/>
                  <a:moveTo>
                    <a:pt x="6492" y="9431"/>
                  </a:moveTo>
                  <a:lnTo>
                    <a:pt x="7093" y="12472"/>
                  </a:lnTo>
                  <a:lnTo>
                    <a:pt x="4485" y="12472"/>
                  </a:lnTo>
                  <a:lnTo>
                    <a:pt x="4485" y="10090"/>
                  </a:lnTo>
                  <a:cubicBezTo>
                    <a:pt x="4478" y="9962"/>
                    <a:pt x="4380" y="9899"/>
                    <a:pt x="4284" y="9899"/>
                  </a:cubicBezTo>
                  <a:cubicBezTo>
                    <a:pt x="4187" y="9899"/>
                    <a:pt x="4091" y="9962"/>
                    <a:pt x="4086" y="10090"/>
                  </a:cubicBezTo>
                  <a:lnTo>
                    <a:pt x="4086" y="12472"/>
                  </a:lnTo>
                  <a:lnTo>
                    <a:pt x="1473" y="12472"/>
                  </a:lnTo>
                  <a:lnTo>
                    <a:pt x="2084" y="9431"/>
                  </a:lnTo>
                  <a:close/>
                  <a:moveTo>
                    <a:pt x="4288" y="1"/>
                  </a:moveTo>
                  <a:cubicBezTo>
                    <a:pt x="4190" y="1"/>
                    <a:pt x="4093" y="65"/>
                    <a:pt x="4086" y="192"/>
                  </a:cubicBezTo>
                  <a:lnTo>
                    <a:pt x="4086" y="635"/>
                  </a:lnTo>
                  <a:lnTo>
                    <a:pt x="419" y="635"/>
                  </a:lnTo>
                  <a:cubicBezTo>
                    <a:pt x="188" y="635"/>
                    <a:pt x="1" y="823"/>
                    <a:pt x="1" y="1054"/>
                  </a:cubicBezTo>
                  <a:lnTo>
                    <a:pt x="1" y="1477"/>
                  </a:lnTo>
                  <a:cubicBezTo>
                    <a:pt x="1" y="1708"/>
                    <a:pt x="188" y="1891"/>
                    <a:pt x="419" y="1896"/>
                  </a:cubicBezTo>
                  <a:lnTo>
                    <a:pt x="434" y="1896"/>
                  </a:lnTo>
                  <a:lnTo>
                    <a:pt x="434" y="9007"/>
                  </a:lnTo>
                  <a:cubicBezTo>
                    <a:pt x="434" y="9238"/>
                    <a:pt x="617" y="9426"/>
                    <a:pt x="847" y="9426"/>
                  </a:cubicBezTo>
                  <a:lnTo>
                    <a:pt x="1680" y="9426"/>
                  </a:lnTo>
                  <a:lnTo>
                    <a:pt x="867" y="13487"/>
                  </a:lnTo>
                  <a:cubicBezTo>
                    <a:pt x="823" y="13603"/>
                    <a:pt x="896" y="13728"/>
                    <a:pt x="1016" y="13752"/>
                  </a:cubicBezTo>
                  <a:cubicBezTo>
                    <a:pt x="1029" y="13754"/>
                    <a:pt x="1043" y="13756"/>
                    <a:pt x="1056" y="13756"/>
                  </a:cubicBezTo>
                  <a:cubicBezTo>
                    <a:pt x="1160" y="13756"/>
                    <a:pt x="1248" y="13676"/>
                    <a:pt x="1256" y="13569"/>
                  </a:cubicBezTo>
                  <a:lnTo>
                    <a:pt x="1396" y="12866"/>
                  </a:lnTo>
                  <a:lnTo>
                    <a:pt x="4086" y="12866"/>
                  </a:lnTo>
                  <a:lnTo>
                    <a:pt x="4086" y="13530"/>
                  </a:lnTo>
                  <a:cubicBezTo>
                    <a:pt x="4091" y="13658"/>
                    <a:pt x="4187" y="13722"/>
                    <a:pt x="4284" y="13722"/>
                  </a:cubicBezTo>
                  <a:cubicBezTo>
                    <a:pt x="4380" y="13722"/>
                    <a:pt x="4478" y="13658"/>
                    <a:pt x="4485" y="13530"/>
                  </a:cubicBezTo>
                  <a:lnTo>
                    <a:pt x="4485" y="12866"/>
                  </a:lnTo>
                  <a:lnTo>
                    <a:pt x="7175" y="12866"/>
                  </a:lnTo>
                  <a:lnTo>
                    <a:pt x="7314" y="13569"/>
                  </a:lnTo>
                  <a:cubicBezTo>
                    <a:pt x="7341" y="13672"/>
                    <a:pt x="7421" y="13718"/>
                    <a:pt x="7503" y="13718"/>
                  </a:cubicBezTo>
                  <a:cubicBezTo>
                    <a:pt x="7614" y="13718"/>
                    <a:pt x="7728" y="13632"/>
                    <a:pt x="7709" y="13487"/>
                  </a:cubicBezTo>
                  <a:lnTo>
                    <a:pt x="6896" y="9426"/>
                  </a:lnTo>
                  <a:lnTo>
                    <a:pt x="7728" y="9426"/>
                  </a:lnTo>
                  <a:cubicBezTo>
                    <a:pt x="7954" y="9426"/>
                    <a:pt x="8142" y="9238"/>
                    <a:pt x="8142" y="9007"/>
                  </a:cubicBezTo>
                  <a:lnTo>
                    <a:pt x="8142" y="1900"/>
                  </a:lnTo>
                  <a:lnTo>
                    <a:pt x="8157" y="1900"/>
                  </a:lnTo>
                  <a:cubicBezTo>
                    <a:pt x="8387" y="1896"/>
                    <a:pt x="8570" y="1713"/>
                    <a:pt x="8575" y="1482"/>
                  </a:cubicBezTo>
                  <a:lnTo>
                    <a:pt x="8575" y="1049"/>
                  </a:lnTo>
                  <a:cubicBezTo>
                    <a:pt x="8570" y="823"/>
                    <a:pt x="8387" y="635"/>
                    <a:pt x="8157" y="635"/>
                  </a:cubicBezTo>
                  <a:lnTo>
                    <a:pt x="4490" y="635"/>
                  </a:lnTo>
                  <a:lnTo>
                    <a:pt x="4490" y="192"/>
                  </a:lnTo>
                  <a:cubicBezTo>
                    <a:pt x="4483" y="65"/>
                    <a:pt x="4385" y="1"/>
                    <a:pt x="4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87"/>
            <p:cNvSpPr/>
            <p:nvPr/>
          </p:nvSpPr>
          <p:spPr>
            <a:xfrm>
              <a:off x="6312846" y="4379890"/>
              <a:ext cx="148736" cy="106903"/>
            </a:xfrm>
            <a:custGeom>
              <a:rect b="b" l="l" r="r" t="t"/>
              <a:pathLst>
                <a:path extrusionOk="0" h="4076" w="5671">
                  <a:moveTo>
                    <a:pt x="4381" y="0"/>
                  </a:moveTo>
                  <a:cubicBezTo>
                    <a:pt x="4116" y="0"/>
                    <a:pt x="4116" y="405"/>
                    <a:pt x="4381" y="405"/>
                  </a:cubicBezTo>
                  <a:cubicBezTo>
                    <a:pt x="4386" y="405"/>
                    <a:pt x="4390" y="405"/>
                    <a:pt x="4395" y="405"/>
                  </a:cubicBezTo>
                  <a:lnTo>
                    <a:pt x="4987" y="405"/>
                  </a:lnTo>
                  <a:lnTo>
                    <a:pt x="3009" y="2382"/>
                  </a:lnTo>
                  <a:cubicBezTo>
                    <a:pt x="3005" y="2385"/>
                    <a:pt x="3001" y="2386"/>
                    <a:pt x="2998" y="2386"/>
                  </a:cubicBezTo>
                  <a:cubicBezTo>
                    <a:pt x="2995" y="2386"/>
                    <a:pt x="2993" y="2385"/>
                    <a:pt x="2990" y="2382"/>
                  </a:cubicBezTo>
                  <a:lnTo>
                    <a:pt x="2538" y="1935"/>
                  </a:lnTo>
                  <a:cubicBezTo>
                    <a:pt x="2456" y="1853"/>
                    <a:pt x="2350" y="1812"/>
                    <a:pt x="2244" y="1812"/>
                  </a:cubicBezTo>
                  <a:cubicBezTo>
                    <a:pt x="2138" y="1812"/>
                    <a:pt x="2033" y="1853"/>
                    <a:pt x="1951" y="1935"/>
                  </a:cubicBezTo>
                  <a:lnTo>
                    <a:pt x="166" y="3715"/>
                  </a:lnTo>
                  <a:cubicBezTo>
                    <a:pt x="1" y="3862"/>
                    <a:pt x="140" y="4075"/>
                    <a:pt x="301" y="4075"/>
                  </a:cubicBezTo>
                  <a:cubicBezTo>
                    <a:pt x="351" y="4075"/>
                    <a:pt x="404" y="4054"/>
                    <a:pt x="450" y="4004"/>
                  </a:cubicBezTo>
                  <a:lnTo>
                    <a:pt x="2235" y="2219"/>
                  </a:lnTo>
                  <a:cubicBezTo>
                    <a:pt x="2237" y="2214"/>
                    <a:pt x="2239" y="2212"/>
                    <a:pt x="2242" y="2212"/>
                  </a:cubicBezTo>
                  <a:cubicBezTo>
                    <a:pt x="2245" y="2212"/>
                    <a:pt x="2249" y="2214"/>
                    <a:pt x="2254" y="2219"/>
                  </a:cubicBezTo>
                  <a:lnTo>
                    <a:pt x="2701" y="2666"/>
                  </a:lnTo>
                  <a:cubicBezTo>
                    <a:pt x="2783" y="2748"/>
                    <a:pt x="2889" y="2789"/>
                    <a:pt x="2995" y="2789"/>
                  </a:cubicBezTo>
                  <a:cubicBezTo>
                    <a:pt x="3101" y="2789"/>
                    <a:pt x="3207" y="2748"/>
                    <a:pt x="3288" y="2666"/>
                  </a:cubicBezTo>
                  <a:lnTo>
                    <a:pt x="5271" y="689"/>
                  </a:lnTo>
                  <a:lnTo>
                    <a:pt x="5271" y="1276"/>
                  </a:lnTo>
                  <a:cubicBezTo>
                    <a:pt x="5276" y="1403"/>
                    <a:pt x="5372" y="1467"/>
                    <a:pt x="5469" y="1467"/>
                  </a:cubicBezTo>
                  <a:cubicBezTo>
                    <a:pt x="5566" y="1467"/>
                    <a:pt x="5663" y="1403"/>
                    <a:pt x="5670" y="1276"/>
                  </a:cubicBezTo>
                  <a:lnTo>
                    <a:pt x="5670" y="203"/>
                  </a:lnTo>
                  <a:cubicBezTo>
                    <a:pt x="5670" y="92"/>
                    <a:pt x="5584" y="1"/>
                    <a:pt x="5473" y="1"/>
                  </a:cubicBezTo>
                  <a:lnTo>
                    <a:pt x="4395" y="1"/>
                  </a:lnTo>
                  <a:cubicBezTo>
                    <a:pt x="4390" y="0"/>
                    <a:pt x="4386" y="0"/>
                    <a:pt x="4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7" name="Google Shape;16367;p87"/>
          <p:cNvGrpSpPr/>
          <p:nvPr/>
        </p:nvGrpSpPr>
        <p:grpSpPr>
          <a:xfrm>
            <a:off x="6650604" y="4343041"/>
            <a:ext cx="356405" cy="278431"/>
            <a:chOff x="6650604" y="4343041"/>
            <a:chExt cx="356405" cy="278431"/>
          </a:xfrm>
        </p:grpSpPr>
        <p:sp>
          <p:nvSpPr>
            <p:cNvPr id="16368" name="Google Shape;16368;p87"/>
            <p:cNvSpPr/>
            <p:nvPr/>
          </p:nvSpPr>
          <p:spPr>
            <a:xfrm>
              <a:off x="6711688" y="4354397"/>
              <a:ext cx="284096" cy="17310"/>
            </a:xfrm>
            <a:custGeom>
              <a:rect b="b" l="l" r="r" t="t"/>
              <a:pathLst>
                <a:path extrusionOk="0" h="660" w="10832">
                  <a:moveTo>
                    <a:pt x="0" y="1"/>
                  </a:moveTo>
                  <a:lnTo>
                    <a:pt x="0" y="660"/>
                  </a:lnTo>
                  <a:lnTo>
                    <a:pt x="10831" y="660"/>
                  </a:lnTo>
                  <a:lnTo>
                    <a:pt x="10831"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87"/>
            <p:cNvSpPr/>
            <p:nvPr/>
          </p:nvSpPr>
          <p:spPr>
            <a:xfrm>
              <a:off x="6793334" y="4550631"/>
              <a:ext cx="202319" cy="17074"/>
            </a:xfrm>
            <a:custGeom>
              <a:rect b="b" l="l" r="r" t="t"/>
              <a:pathLst>
                <a:path extrusionOk="0" h="651" w="7714">
                  <a:moveTo>
                    <a:pt x="7699" y="1"/>
                  </a:moveTo>
                  <a:cubicBezTo>
                    <a:pt x="7670" y="39"/>
                    <a:pt x="7627" y="59"/>
                    <a:pt x="7579" y="63"/>
                  </a:cubicBezTo>
                  <a:lnTo>
                    <a:pt x="58" y="63"/>
                  </a:lnTo>
                  <a:lnTo>
                    <a:pt x="58" y="429"/>
                  </a:lnTo>
                  <a:cubicBezTo>
                    <a:pt x="63" y="506"/>
                    <a:pt x="39" y="583"/>
                    <a:pt x="0" y="650"/>
                  </a:cubicBezTo>
                  <a:lnTo>
                    <a:pt x="7714" y="650"/>
                  </a:lnTo>
                  <a:lnTo>
                    <a:pt x="7714"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87"/>
            <p:cNvSpPr/>
            <p:nvPr/>
          </p:nvSpPr>
          <p:spPr>
            <a:xfrm>
              <a:off x="6816546" y="4465077"/>
              <a:ext cx="22608" cy="52901"/>
            </a:xfrm>
            <a:custGeom>
              <a:rect b="b" l="l" r="r" t="t"/>
              <a:pathLst>
                <a:path extrusionOk="0" h="2017" w="862">
                  <a:moveTo>
                    <a:pt x="1" y="0"/>
                  </a:moveTo>
                  <a:lnTo>
                    <a:pt x="1" y="2017"/>
                  </a:lnTo>
                  <a:lnTo>
                    <a:pt x="862" y="2017"/>
                  </a:lnTo>
                  <a:lnTo>
                    <a:pt x="862"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87"/>
            <p:cNvSpPr/>
            <p:nvPr/>
          </p:nvSpPr>
          <p:spPr>
            <a:xfrm>
              <a:off x="6856936" y="4439584"/>
              <a:ext cx="22608" cy="76506"/>
            </a:xfrm>
            <a:custGeom>
              <a:rect b="b" l="l" r="r" t="t"/>
              <a:pathLst>
                <a:path extrusionOk="0" h="2917" w="862">
                  <a:moveTo>
                    <a:pt x="0" y="0"/>
                  </a:moveTo>
                  <a:lnTo>
                    <a:pt x="0" y="2916"/>
                  </a:lnTo>
                  <a:lnTo>
                    <a:pt x="862" y="2916"/>
                  </a:lnTo>
                  <a:lnTo>
                    <a:pt x="86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87"/>
            <p:cNvSpPr/>
            <p:nvPr/>
          </p:nvSpPr>
          <p:spPr>
            <a:xfrm>
              <a:off x="6897326" y="4453852"/>
              <a:ext cx="21480" cy="62238"/>
            </a:xfrm>
            <a:custGeom>
              <a:rect b="b" l="l" r="r" t="t"/>
              <a:pathLst>
                <a:path extrusionOk="0" h="2373" w="819">
                  <a:moveTo>
                    <a:pt x="0" y="0"/>
                  </a:moveTo>
                  <a:lnTo>
                    <a:pt x="0" y="2372"/>
                  </a:lnTo>
                  <a:lnTo>
                    <a:pt x="818" y="2372"/>
                  </a:lnTo>
                  <a:lnTo>
                    <a:pt x="818"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87"/>
            <p:cNvSpPr/>
            <p:nvPr/>
          </p:nvSpPr>
          <p:spPr>
            <a:xfrm>
              <a:off x="6937822" y="4407403"/>
              <a:ext cx="22634" cy="108818"/>
            </a:xfrm>
            <a:custGeom>
              <a:rect b="b" l="l" r="r" t="t"/>
              <a:pathLst>
                <a:path extrusionOk="0" h="4149" w="863">
                  <a:moveTo>
                    <a:pt x="1" y="0"/>
                  </a:moveTo>
                  <a:lnTo>
                    <a:pt x="1" y="4148"/>
                  </a:lnTo>
                  <a:lnTo>
                    <a:pt x="862" y="4148"/>
                  </a:lnTo>
                  <a:lnTo>
                    <a:pt x="862"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87"/>
            <p:cNvSpPr/>
            <p:nvPr/>
          </p:nvSpPr>
          <p:spPr>
            <a:xfrm>
              <a:off x="6721025" y="4376979"/>
              <a:ext cx="265422" cy="165732"/>
            </a:xfrm>
            <a:custGeom>
              <a:rect b="b" l="l" r="r" t="t"/>
              <a:pathLst>
                <a:path extrusionOk="0" h="6319" w="10120">
                  <a:moveTo>
                    <a:pt x="2036" y="1266"/>
                  </a:moveTo>
                  <a:cubicBezTo>
                    <a:pt x="2305" y="1281"/>
                    <a:pt x="2305" y="1680"/>
                    <a:pt x="2036" y="1695"/>
                  </a:cubicBezTo>
                  <a:lnTo>
                    <a:pt x="890" y="1695"/>
                  </a:lnTo>
                  <a:cubicBezTo>
                    <a:pt x="621" y="1680"/>
                    <a:pt x="621" y="1281"/>
                    <a:pt x="890" y="1266"/>
                  </a:cubicBezTo>
                  <a:close/>
                  <a:moveTo>
                    <a:pt x="2675" y="1944"/>
                  </a:moveTo>
                  <a:cubicBezTo>
                    <a:pt x="2955" y="1944"/>
                    <a:pt x="2955" y="2373"/>
                    <a:pt x="2675" y="2373"/>
                  </a:cubicBezTo>
                  <a:cubicBezTo>
                    <a:pt x="2670" y="2373"/>
                    <a:pt x="2666" y="2373"/>
                    <a:pt x="2661" y="2373"/>
                  </a:cubicBezTo>
                  <a:lnTo>
                    <a:pt x="890" y="2373"/>
                  </a:lnTo>
                  <a:cubicBezTo>
                    <a:pt x="886" y="2373"/>
                    <a:pt x="881" y="2373"/>
                    <a:pt x="876" y="2373"/>
                  </a:cubicBezTo>
                  <a:cubicBezTo>
                    <a:pt x="592" y="2373"/>
                    <a:pt x="592" y="1944"/>
                    <a:pt x="876" y="1944"/>
                  </a:cubicBezTo>
                  <a:cubicBezTo>
                    <a:pt x="881" y="1944"/>
                    <a:pt x="886" y="1945"/>
                    <a:pt x="890" y="1945"/>
                  </a:cubicBezTo>
                  <a:lnTo>
                    <a:pt x="2661" y="1945"/>
                  </a:lnTo>
                  <a:cubicBezTo>
                    <a:pt x="2666" y="1945"/>
                    <a:pt x="2670" y="1944"/>
                    <a:pt x="2675" y="1944"/>
                  </a:cubicBezTo>
                  <a:close/>
                  <a:moveTo>
                    <a:pt x="872" y="2623"/>
                  </a:moveTo>
                  <a:cubicBezTo>
                    <a:pt x="878" y="2623"/>
                    <a:pt x="884" y="2623"/>
                    <a:pt x="890" y="2623"/>
                  </a:cubicBezTo>
                  <a:lnTo>
                    <a:pt x="2661" y="2623"/>
                  </a:lnTo>
                  <a:cubicBezTo>
                    <a:pt x="2931" y="2638"/>
                    <a:pt x="2931" y="3037"/>
                    <a:pt x="2661" y="3051"/>
                  </a:cubicBezTo>
                  <a:lnTo>
                    <a:pt x="890" y="3051"/>
                  </a:lnTo>
                  <a:cubicBezTo>
                    <a:pt x="886" y="3052"/>
                    <a:pt x="881" y="3052"/>
                    <a:pt x="877" y="3052"/>
                  </a:cubicBezTo>
                  <a:cubicBezTo>
                    <a:pt x="593" y="3052"/>
                    <a:pt x="592" y="2623"/>
                    <a:pt x="872" y="2623"/>
                  </a:cubicBezTo>
                  <a:close/>
                  <a:moveTo>
                    <a:pt x="872" y="3301"/>
                  </a:moveTo>
                  <a:cubicBezTo>
                    <a:pt x="878" y="3301"/>
                    <a:pt x="884" y="3301"/>
                    <a:pt x="890" y="3302"/>
                  </a:cubicBezTo>
                  <a:lnTo>
                    <a:pt x="2661" y="3302"/>
                  </a:lnTo>
                  <a:cubicBezTo>
                    <a:pt x="2931" y="3311"/>
                    <a:pt x="2931" y="3716"/>
                    <a:pt x="2661" y="3730"/>
                  </a:cubicBezTo>
                  <a:lnTo>
                    <a:pt x="890" y="3730"/>
                  </a:lnTo>
                  <a:cubicBezTo>
                    <a:pt x="886" y="3730"/>
                    <a:pt x="881" y="3730"/>
                    <a:pt x="877" y="3730"/>
                  </a:cubicBezTo>
                  <a:cubicBezTo>
                    <a:pt x="593" y="3730"/>
                    <a:pt x="592" y="3301"/>
                    <a:pt x="872" y="3301"/>
                  </a:cubicBezTo>
                  <a:close/>
                  <a:moveTo>
                    <a:pt x="4504" y="3003"/>
                  </a:moveTo>
                  <a:cubicBezTo>
                    <a:pt x="4624" y="3003"/>
                    <a:pt x="4721" y="3100"/>
                    <a:pt x="4721" y="3220"/>
                  </a:cubicBezTo>
                  <a:lnTo>
                    <a:pt x="4721" y="5520"/>
                  </a:lnTo>
                  <a:cubicBezTo>
                    <a:pt x="4721" y="5640"/>
                    <a:pt x="4624" y="5736"/>
                    <a:pt x="4504" y="5736"/>
                  </a:cubicBezTo>
                  <a:lnTo>
                    <a:pt x="3643" y="5736"/>
                  </a:lnTo>
                  <a:cubicBezTo>
                    <a:pt x="3522" y="5736"/>
                    <a:pt x="3426" y="5640"/>
                    <a:pt x="3426" y="5520"/>
                  </a:cubicBezTo>
                  <a:lnTo>
                    <a:pt x="3426" y="3220"/>
                  </a:lnTo>
                  <a:cubicBezTo>
                    <a:pt x="3426" y="3100"/>
                    <a:pt x="3522" y="3003"/>
                    <a:pt x="3643" y="3003"/>
                  </a:cubicBezTo>
                  <a:close/>
                  <a:moveTo>
                    <a:pt x="6044" y="1964"/>
                  </a:moveTo>
                  <a:cubicBezTo>
                    <a:pt x="6164" y="1964"/>
                    <a:pt x="6260" y="2055"/>
                    <a:pt x="6260" y="2176"/>
                  </a:cubicBezTo>
                  <a:lnTo>
                    <a:pt x="6260" y="5520"/>
                  </a:lnTo>
                  <a:cubicBezTo>
                    <a:pt x="6260" y="5640"/>
                    <a:pt x="6164" y="5736"/>
                    <a:pt x="6044" y="5736"/>
                  </a:cubicBezTo>
                  <a:lnTo>
                    <a:pt x="5182" y="5736"/>
                  </a:lnTo>
                  <a:cubicBezTo>
                    <a:pt x="5062" y="5736"/>
                    <a:pt x="4966" y="5640"/>
                    <a:pt x="4966" y="5520"/>
                  </a:cubicBezTo>
                  <a:lnTo>
                    <a:pt x="4971" y="2176"/>
                  </a:lnTo>
                  <a:cubicBezTo>
                    <a:pt x="4971" y="2055"/>
                    <a:pt x="5062" y="1964"/>
                    <a:pt x="5182" y="1964"/>
                  </a:cubicBezTo>
                  <a:close/>
                  <a:moveTo>
                    <a:pt x="7588" y="2503"/>
                  </a:moveTo>
                  <a:cubicBezTo>
                    <a:pt x="7709" y="2503"/>
                    <a:pt x="7805" y="2599"/>
                    <a:pt x="7805" y="2719"/>
                  </a:cubicBezTo>
                  <a:lnTo>
                    <a:pt x="7805" y="5520"/>
                  </a:lnTo>
                  <a:cubicBezTo>
                    <a:pt x="7805" y="5640"/>
                    <a:pt x="7709" y="5736"/>
                    <a:pt x="7588" y="5736"/>
                  </a:cubicBezTo>
                  <a:lnTo>
                    <a:pt x="6727" y="5736"/>
                  </a:lnTo>
                  <a:cubicBezTo>
                    <a:pt x="6607" y="5736"/>
                    <a:pt x="6510" y="5640"/>
                    <a:pt x="6510" y="5520"/>
                  </a:cubicBezTo>
                  <a:lnTo>
                    <a:pt x="6510" y="2719"/>
                  </a:lnTo>
                  <a:cubicBezTo>
                    <a:pt x="6510" y="2599"/>
                    <a:pt x="6607" y="2503"/>
                    <a:pt x="6727" y="2503"/>
                  </a:cubicBezTo>
                  <a:close/>
                  <a:moveTo>
                    <a:pt x="9128" y="727"/>
                  </a:moveTo>
                  <a:cubicBezTo>
                    <a:pt x="9248" y="727"/>
                    <a:pt x="9345" y="824"/>
                    <a:pt x="9345" y="944"/>
                  </a:cubicBezTo>
                  <a:lnTo>
                    <a:pt x="9345" y="5520"/>
                  </a:lnTo>
                  <a:cubicBezTo>
                    <a:pt x="9345" y="5640"/>
                    <a:pt x="9248" y="5736"/>
                    <a:pt x="9128" y="5736"/>
                  </a:cubicBezTo>
                  <a:lnTo>
                    <a:pt x="8267" y="5736"/>
                  </a:lnTo>
                  <a:cubicBezTo>
                    <a:pt x="8146" y="5736"/>
                    <a:pt x="8050" y="5640"/>
                    <a:pt x="8050" y="5520"/>
                  </a:cubicBezTo>
                  <a:lnTo>
                    <a:pt x="8050" y="944"/>
                  </a:lnTo>
                  <a:cubicBezTo>
                    <a:pt x="8050" y="824"/>
                    <a:pt x="8146" y="727"/>
                    <a:pt x="8267" y="727"/>
                  </a:cubicBezTo>
                  <a:close/>
                  <a:moveTo>
                    <a:pt x="0" y="1"/>
                  </a:moveTo>
                  <a:lnTo>
                    <a:pt x="0" y="3826"/>
                  </a:lnTo>
                  <a:lnTo>
                    <a:pt x="529" y="3826"/>
                  </a:lnTo>
                  <a:cubicBezTo>
                    <a:pt x="645" y="3826"/>
                    <a:pt x="741" y="3922"/>
                    <a:pt x="741" y="4043"/>
                  </a:cubicBezTo>
                  <a:lnTo>
                    <a:pt x="741" y="4394"/>
                  </a:lnTo>
                  <a:cubicBezTo>
                    <a:pt x="876" y="4432"/>
                    <a:pt x="1006" y="4490"/>
                    <a:pt x="1131" y="4553"/>
                  </a:cubicBezTo>
                  <a:lnTo>
                    <a:pt x="1381" y="4303"/>
                  </a:lnTo>
                  <a:cubicBezTo>
                    <a:pt x="1422" y="4262"/>
                    <a:pt x="1476" y="4241"/>
                    <a:pt x="1531" y="4241"/>
                  </a:cubicBezTo>
                  <a:cubicBezTo>
                    <a:pt x="1586" y="4241"/>
                    <a:pt x="1641" y="4262"/>
                    <a:pt x="1684" y="4303"/>
                  </a:cubicBezTo>
                  <a:lnTo>
                    <a:pt x="2334" y="4957"/>
                  </a:lnTo>
                  <a:cubicBezTo>
                    <a:pt x="2416" y="5039"/>
                    <a:pt x="2416" y="5173"/>
                    <a:pt x="2334" y="5260"/>
                  </a:cubicBezTo>
                  <a:lnTo>
                    <a:pt x="2088" y="5505"/>
                  </a:lnTo>
                  <a:cubicBezTo>
                    <a:pt x="2151" y="5631"/>
                    <a:pt x="2204" y="5760"/>
                    <a:pt x="2247" y="5895"/>
                  </a:cubicBezTo>
                  <a:lnTo>
                    <a:pt x="2599" y="5895"/>
                  </a:lnTo>
                  <a:cubicBezTo>
                    <a:pt x="2719" y="5895"/>
                    <a:pt x="2815" y="5991"/>
                    <a:pt x="2815" y="6112"/>
                  </a:cubicBezTo>
                  <a:lnTo>
                    <a:pt x="2815" y="6319"/>
                  </a:lnTo>
                  <a:lnTo>
                    <a:pt x="10119" y="6319"/>
                  </a:lnTo>
                  <a:lnTo>
                    <a:pt x="10119"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87"/>
            <p:cNvSpPr/>
            <p:nvPr/>
          </p:nvSpPr>
          <p:spPr>
            <a:xfrm>
              <a:off x="6720894" y="4371681"/>
              <a:ext cx="265553" cy="105671"/>
            </a:xfrm>
            <a:custGeom>
              <a:rect b="b" l="l" r="r" t="t"/>
              <a:pathLst>
                <a:path extrusionOk="0" h="4029" w="10125">
                  <a:moveTo>
                    <a:pt x="0" y="1"/>
                  </a:moveTo>
                  <a:lnTo>
                    <a:pt x="0" y="4028"/>
                  </a:lnTo>
                  <a:lnTo>
                    <a:pt x="318" y="4028"/>
                  </a:lnTo>
                  <a:lnTo>
                    <a:pt x="318" y="487"/>
                  </a:lnTo>
                  <a:lnTo>
                    <a:pt x="10124" y="487"/>
                  </a:lnTo>
                  <a:lnTo>
                    <a:pt x="1012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87"/>
            <p:cNvSpPr/>
            <p:nvPr/>
          </p:nvSpPr>
          <p:spPr>
            <a:xfrm>
              <a:off x="6711688" y="4354397"/>
              <a:ext cx="8970" cy="11383"/>
            </a:xfrm>
            <a:custGeom>
              <a:rect b="b" l="l" r="r" t="t"/>
              <a:pathLst>
                <a:path extrusionOk="0" h="434" w="342">
                  <a:moveTo>
                    <a:pt x="0" y="1"/>
                  </a:moveTo>
                  <a:lnTo>
                    <a:pt x="0" y="434"/>
                  </a:lnTo>
                  <a:lnTo>
                    <a:pt x="342" y="434"/>
                  </a:lnTo>
                  <a:lnTo>
                    <a:pt x="34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87"/>
            <p:cNvSpPr/>
            <p:nvPr/>
          </p:nvSpPr>
          <p:spPr>
            <a:xfrm>
              <a:off x="6793334" y="4555064"/>
              <a:ext cx="10622" cy="10360"/>
            </a:xfrm>
            <a:custGeom>
              <a:rect b="b" l="l" r="r" t="t"/>
              <a:pathLst>
                <a:path extrusionOk="0" h="395" w="405">
                  <a:moveTo>
                    <a:pt x="58" y="0"/>
                  </a:moveTo>
                  <a:lnTo>
                    <a:pt x="58" y="250"/>
                  </a:lnTo>
                  <a:cubicBezTo>
                    <a:pt x="58" y="303"/>
                    <a:pt x="39" y="356"/>
                    <a:pt x="0" y="395"/>
                  </a:cubicBezTo>
                  <a:lnTo>
                    <a:pt x="342" y="395"/>
                  </a:lnTo>
                  <a:cubicBezTo>
                    <a:pt x="380" y="356"/>
                    <a:pt x="404" y="303"/>
                    <a:pt x="404" y="250"/>
                  </a:cubicBezTo>
                  <a:lnTo>
                    <a:pt x="40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87"/>
            <p:cNvSpPr/>
            <p:nvPr/>
          </p:nvSpPr>
          <p:spPr>
            <a:xfrm>
              <a:off x="6661698" y="4488551"/>
              <a:ext cx="121932" cy="121801"/>
            </a:xfrm>
            <a:custGeom>
              <a:rect b="b" l="l" r="r" t="t"/>
              <a:pathLst>
                <a:path extrusionOk="0" h="4644" w="4649">
                  <a:moveTo>
                    <a:pt x="2368" y="982"/>
                  </a:moveTo>
                  <a:cubicBezTo>
                    <a:pt x="3114" y="982"/>
                    <a:pt x="3715" y="1583"/>
                    <a:pt x="3715" y="2324"/>
                  </a:cubicBezTo>
                  <a:lnTo>
                    <a:pt x="3715" y="2401"/>
                  </a:lnTo>
                  <a:lnTo>
                    <a:pt x="3715" y="2426"/>
                  </a:lnTo>
                  <a:cubicBezTo>
                    <a:pt x="3715" y="2445"/>
                    <a:pt x="3715" y="2464"/>
                    <a:pt x="3711" y="2478"/>
                  </a:cubicBezTo>
                  <a:cubicBezTo>
                    <a:pt x="3711" y="2488"/>
                    <a:pt x="3711" y="2498"/>
                    <a:pt x="3706" y="2503"/>
                  </a:cubicBezTo>
                  <a:cubicBezTo>
                    <a:pt x="3706" y="2522"/>
                    <a:pt x="3701" y="2541"/>
                    <a:pt x="3696" y="2560"/>
                  </a:cubicBezTo>
                  <a:cubicBezTo>
                    <a:pt x="3696" y="2565"/>
                    <a:pt x="3696" y="2575"/>
                    <a:pt x="3691" y="2580"/>
                  </a:cubicBezTo>
                  <a:cubicBezTo>
                    <a:pt x="3691" y="2599"/>
                    <a:pt x="3686" y="2623"/>
                    <a:pt x="3682" y="2642"/>
                  </a:cubicBezTo>
                  <a:lnTo>
                    <a:pt x="3677" y="2656"/>
                  </a:lnTo>
                  <a:cubicBezTo>
                    <a:pt x="3672" y="2681"/>
                    <a:pt x="3662" y="2705"/>
                    <a:pt x="3658" y="2729"/>
                  </a:cubicBezTo>
                  <a:lnTo>
                    <a:pt x="3648" y="2748"/>
                  </a:lnTo>
                  <a:cubicBezTo>
                    <a:pt x="3643" y="2767"/>
                    <a:pt x="3638" y="2782"/>
                    <a:pt x="3634" y="2796"/>
                  </a:cubicBezTo>
                  <a:cubicBezTo>
                    <a:pt x="3624" y="2810"/>
                    <a:pt x="3576" y="2815"/>
                    <a:pt x="3571" y="2825"/>
                  </a:cubicBezTo>
                  <a:lnTo>
                    <a:pt x="3561" y="2859"/>
                  </a:lnTo>
                  <a:cubicBezTo>
                    <a:pt x="3552" y="2873"/>
                    <a:pt x="3547" y="2883"/>
                    <a:pt x="3542" y="2897"/>
                  </a:cubicBezTo>
                  <a:lnTo>
                    <a:pt x="3532" y="2921"/>
                  </a:lnTo>
                  <a:cubicBezTo>
                    <a:pt x="3446" y="3090"/>
                    <a:pt x="3330" y="3239"/>
                    <a:pt x="3181" y="3359"/>
                  </a:cubicBezTo>
                  <a:cubicBezTo>
                    <a:pt x="3148" y="3383"/>
                    <a:pt x="3114" y="3412"/>
                    <a:pt x="3080" y="3436"/>
                  </a:cubicBezTo>
                  <a:lnTo>
                    <a:pt x="3032" y="3465"/>
                  </a:lnTo>
                  <a:lnTo>
                    <a:pt x="3018" y="3474"/>
                  </a:lnTo>
                  <a:lnTo>
                    <a:pt x="2979" y="3499"/>
                  </a:lnTo>
                  <a:lnTo>
                    <a:pt x="2965" y="3503"/>
                  </a:lnTo>
                  <a:lnTo>
                    <a:pt x="2917" y="3532"/>
                  </a:lnTo>
                  <a:lnTo>
                    <a:pt x="2864" y="3556"/>
                  </a:lnTo>
                  <a:lnTo>
                    <a:pt x="2844" y="3561"/>
                  </a:lnTo>
                  <a:lnTo>
                    <a:pt x="2806" y="3576"/>
                  </a:lnTo>
                  <a:lnTo>
                    <a:pt x="2787" y="3585"/>
                  </a:lnTo>
                  <a:lnTo>
                    <a:pt x="2734" y="3604"/>
                  </a:lnTo>
                  <a:lnTo>
                    <a:pt x="2729" y="3604"/>
                  </a:lnTo>
                  <a:lnTo>
                    <a:pt x="2676" y="3619"/>
                  </a:lnTo>
                  <a:lnTo>
                    <a:pt x="2657" y="3619"/>
                  </a:lnTo>
                  <a:lnTo>
                    <a:pt x="2613" y="3628"/>
                  </a:lnTo>
                  <a:lnTo>
                    <a:pt x="2599" y="3628"/>
                  </a:lnTo>
                  <a:lnTo>
                    <a:pt x="2541" y="3638"/>
                  </a:lnTo>
                  <a:lnTo>
                    <a:pt x="2479" y="3648"/>
                  </a:lnTo>
                  <a:lnTo>
                    <a:pt x="2464" y="3648"/>
                  </a:lnTo>
                  <a:lnTo>
                    <a:pt x="2421" y="3653"/>
                  </a:lnTo>
                  <a:lnTo>
                    <a:pt x="2262" y="3653"/>
                  </a:lnTo>
                  <a:lnTo>
                    <a:pt x="2219" y="3648"/>
                  </a:lnTo>
                  <a:lnTo>
                    <a:pt x="2204" y="3648"/>
                  </a:lnTo>
                  <a:lnTo>
                    <a:pt x="2142" y="3638"/>
                  </a:lnTo>
                  <a:lnTo>
                    <a:pt x="2137" y="3638"/>
                  </a:lnTo>
                  <a:lnTo>
                    <a:pt x="2108" y="3633"/>
                  </a:lnTo>
                  <a:lnTo>
                    <a:pt x="2084" y="3628"/>
                  </a:lnTo>
                  <a:lnTo>
                    <a:pt x="2075" y="3628"/>
                  </a:lnTo>
                  <a:cubicBezTo>
                    <a:pt x="2031" y="3624"/>
                    <a:pt x="1988" y="3609"/>
                    <a:pt x="1954" y="3600"/>
                  </a:cubicBezTo>
                  <a:lnTo>
                    <a:pt x="1901" y="3580"/>
                  </a:lnTo>
                  <a:lnTo>
                    <a:pt x="1896" y="3580"/>
                  </a:lnTo>
                  <a:cubicBezTo>
                    <a:pt x="1858" y="3566"/>
                    <a:pt x="1815" y="3547"/>
                    <a:pt x="1776" y="3532"/>
                  </a:cubicBezTo>
                  <a:lnTo>
                    <a:pt x="1771" y="3532"/>
                  </a:lnTo>
                  <a:lnTo>
                    <a:pt x="1743" y="3518"/>
                  </a:lnTo>
                  <a:lnTo>
                    <a:pt x="1728" y="3508"/>
                  </a:lnTo>
                  <a:lnTo>
                    <a:pt x="1723" y="3508"/>
                  </a:lnTo>
                  <a:lnTo>
                    <a:pt x="1709" y="3499"/>
                  </a:lnTo>
                  <a:lnTo>
                    <a:pt x="1675" y="3479"/>
                  </a:lnTo>
                  <a:lnTo>
                    <a:pt x="1670" y="3479"/>
                  </a:lnTo>
                  <a:lnTo>
                    <a:pt x="1656" y="3470"/>
                  </a:lnTo>
                  <a:lnTo>
                    <a:pt x="1608" y="3441"/>
                  </a:lnTo>
                  <a:lnTo>
                    <a:pt x="1603" y="3436"/>
                  </a:lnTo>
                  <a:cubicBezTo>
                    <a:pt x="1391" y="3292"/>
                    <a:pt x="1228" y="3094"/>
                    <a:pt x="1127" y="2859"/>
                  </a:cubicBezTo>
                  <a:lnTo>
                    <a:pt x="1122" y="2849"/>
                  </a:lnTo>
                  <a:lnTo>
                    <a:pt x="1112" y="2820"/>
                  </a:lnTo>
                  <a:lnTo>
                    <a:pt x="1103" y="2801"/>
                  </a:lnTo>
                  <a:cubicBezTo>
                    <a:pt x="1093" y="2782"/>
                    <a:pt x="1088" y="2758"/>
                    <a:pt x="1078" y="2738"/>
                  </a:cubicBezTo>
                  <a:lnTo>
                    <a:pt x="1078" y="2729"/>
                  </a:lnTo>
                  <a:cubicBezTo>
                    <a:pt x="1064" y="2681"/>
                    <a:pt x="1050" y="2628"/>
                    <a:pt x="1040" y="2575"/>
                  </a:cubicBezTo>
                  <a:lnTo>
                    <a:pt x="1040" y="2565"/>
                  </a:lnTo>
                  <a:cubicBezTo>
                    <a:pt x="1035" y="2541"/>
                    <a:pt x="1035" y="2522"/>
                    <a:pt x="1030" y="2503"/>
                  </a:cubicBezTo>
                  <a:lnTo>
                    <a:pt x="1030" y="2483"/>
                  </a:lnTo>
                  <a:cubicBezTo>
                    <a:pt x="1030" y="2464"/>
                    <a:pt x="1026" y="2445"/>
                    <a:pt x="1026" y="2426"/>
                  </a:cubicBezTo>
                  <a:lnTo>
                    <a:pt x="1026" y="2401"/>
                  </a:lnTo>
                  <a:lnTo>
                    <a:pt x="1026" y="2329"/>
                  </a:lnTo>
                  <a:lnTo>
                    <a:pt x="1026" y="2324"/>
                  </a:lnTo>
                  <a:cubicBezTo>
                    <a:pt x="1026" y="1583"/>
                    <a:pt x="1627" y="982"/>
                    <a:pt x="2368" y="982"/>
                  </a:cubicBezTo>
                  <a:close/>
                  <a:moveTo>
                    <a:pt x="2079" y="0"/>
                  </a:moveTo>
                  <a:lnTo>
                    <a:pt x="2079" y="299"/>
                  </a:lnTo>
                  <a:cubicBezTo>
                    <a:pt x="2079" y="400"/>
                    <a:pt x="2012" y="486"/>
                    <a:pt x="1911" y="510"/>
                  </a:cubicBezTo>
                  <a:cubicBezTo>
                    <a:pt x="1709" y="554"/>
                    <a:pt x="1516" y="636"/>
                    <a:pt x="1338" y="751"/>
                  </a:cubicBezTo>
                  <a:cubicBezTo>
                    <a:pt x="1305" y="772"/>
                    <a:pt x="1267" y="783"/>
                    <a:pt x="1229" y="783"/>
                  </a:cubicBezTo>
                  <a:cubicBezTo>
                    <a:pt x="1173" y="783"/>
                    <a:pt x="1117" y="760"/>
                    <a:pt x="1074" y="717"/>
                  </a:cubicBezTo>
                  <a:lnTo>
                    <a:pt x="857" y="506"/>
                  </a:lnTo>
                  <a:lnTo>
                    <a:pt x="511" y="857"/>
                  </a:lnTo>
                  <a:lnTo>
                    <a:pt x="722" y="1069"/>
                  </a:lnTo>
                  <a:cubicBezTo>
                    <a:pt x="795" y="1141"/>
                    <a:pt x="809" y="1251"/>
                    <a:pt x="751" y="1333"/>
                  </a:cubicBezTo>
                  <a:cubicBezTo>
                    <a:pt x="641" y="1511"/>
                    <a:pt x="559" y="1704"/>
                    <a:pt x="511" y="1906"/>
                  </a:cubicBezTo>
                  <a:cubicBezTo>
                    <a:pt x="491" y="2007"/>
                    <a:pt x="405" y="2074"/>
                    <a:pt x="304" y="2074"/>
                  </a:cubicBezTo>
                  <a:lnTo>
                    <a:pt x="1" y="2074"/>
                  </a:lnTo>
                  <a:lnTo>
                    <a:pt x="1" y="2570"/>
                  </a:lnTo>
                  <a:lnTo>
                    <a:pt x="304" y="2570"/>
                  </a:lnTo>
                  <a:cubicBezTo>
                    <a:pt x="405" y="2570"/>
                    <a:pt x="491" y="2637"/>
                    <a:pt x="511" y="2738"/>
                  </a:cubicBezTo>
                  <a:cubicBezTo>
                    <a:pt x="559" y="2940"/>
                    <a:pt x="641" y="3133"/>
                    <a:pt x="751" y="3311"/>
                  </a:cubicBezTo>
                  <a:cubicBezTo>
                    <a:pt x="809" y="3393"/>
                    <a:pt x="795" y="3503"/>
                    <a:pt x="722" y="3576"/>
                  </a:cubicBezTo>
                  <a:lnTo>
                    <a:pt x="511" y="3787"/>
                  </a:lnTo>
                  <a:lnTo>
                    <a:pt x="857" y="4139"/>
                  </a:lnTo>
                  <a:lnTo>
                    <a:pt x="1074" y="3927"/>
                  </a:lnTo>
                  <a:cubicBezTo>
                    <a:pt x="1117" y="3884"/>
                    <a:pt x="1173" y="3861"/>
                    <a:pt x="1229" y="3861"/>
                  </a:cubicBezTo>
                  <a:cubicBezTo>
                    <a:pt x="1267" y="3861"/>
                    <a:pt x="1305" y="3872"/>
                    <a:pt x="1338" y="3893"/>
                  </a:cubicBezTo>
                  <a:cubicBezTo>
                    <a:pt x="1516" y="4009"/>
                    <a:pt x="1709" y="4086"/>
                    <a:pt x="1911" y="4134"/>
                  </a:cubicBezTo>
                  <a:cubicBezTo>
                    <a:pt x="2012" y="4158"/>
                    <a:pt x="2079" y="4244"/>
                    <a:pt x="2079" y="4345"/>
                  </a:cubicBezTo>
                  <a:lnTo>
                    <a:pt x="2079" y="4644"/>
                  </a:lnTo>
                  <a:lnTo>
                    <a:pt x="2575" y="4644"/>
                  </a:lnTo>
                  <a:lnTo>
                    <a:pt x="2575" y="4345"/>
                  </a:lnTo>
                  <a:cubicBezTo>
                    <a:pt x="2575" y="4244"/>
                    <a:pt x="2642" y="4158"/>
                    <a:pt x="2739" y="4134"/>
                  </a:cubicBezTo>
                  <a:cubicBezTo>
                    <a:pt x="2945" y="4086"/>
                    <a:pt x="3138" y="4009"/>
                    <a:pt x="3316" y="3893"/>
                  </a:cubicBezTo>
                  <a:cubicBezTo>
                    <a:pt x="3349" y="3872"/>
                    <a:pt x="3387" y="3861"/>
                    <a:pt x="3425" y="3861"/>
                  </a:cubicBezTo>
                  <a:cubicBezTo>
                    <a:pt x="3481" y="3861"/>
                    <a:pt x="3538" y="3884"/>
                    <a:pt x="3581" y="3927"/>
                  </a:cubicBezTo>
                  <a:lnTo>
                    <a:pt x="3792" y="4139"/>
                  </a:lnTo>
                  <a:lnTo>
                    <a:pt x="4144" y="3787"/>
                  </a:lnTo>
                  <a:lnTo>
                    <a:pt x="3927" y="3576"/>
                  </a:lnTo>
                  <a:cubicBezTo>
                    <a:pt x="3860" y="3503"/>
                    <a:pt x="3845" y="3393"/>
                    <a:pt x="3898" y="3311"/>
                  </a:cubicBezTo>
                  <a:cubicBezTo>
                    <a:pt x="4009" y="3133"/>
                    <a:pt x="4091" y="2940"/>
                    <a:pt x="4139" y="2738"/>
                  </a:cubicBezTo>
                  <a:cubicBezTo>
                    <a:pt x="4163" y="2637"/>
                    <a:pt x="4249" y="2570"/>
                    <a:pt x="4350" y="2570"/>
                  </a:cubicBezTo>
                  <a:lnTo>
                    <a:pt x="4649" y="2570"/>
                  </a:lnTo>
                  <a:lnTo>
                    <a:pt x="4649" y="2074"/>
                  </a:lnTo>
                  <a:lnTo>
                    <a:pt x="4346" y="2074"/>
                  </a:lnTo>
                  <a:cubicBezTo>
                    <a:pt x="4249" y="2074"/>
                    <a:pt x="4158" y="2007"/>
                    <a:pt x="4139" y="1906"/>
                  </a:cubicBezTo>
                  <a:cubicBezTo>
                    <a:pt x="4091" y="1704"/>
                    <a:pt x="4009" y="1511"/>
                    <a:pt x="3898" y="1333"/>
                  </a:cubicBezTo>
                  <a:cubicBezTo>
                    <a:pt x="3845" y="1251"/>
                    <a:pt x="3855" y="1141"/>
                    <a:pt x="3927" y="1069"/>
                  </a:cubicBezTo>
                  <a:lnTo>
                    <a:pt x="4144" y="857"/>
                  </a:lnTo>
                  <a:lnTo>
                    <a:pt x="3792" y="506"/>
                  </a:lnTo>
                  <a:lnTo>
                    <a:pt x="3581" y="717"/>
                  </a:lnTo>
                  <a:cubicBezTo>
                    <a:pt x="3538" y="760"/>
                    <a:pt x="3481" y="783"/>
                    <a:pt x="3424" y="783"/>
                  </a:cubicBezTo>
                  <a:cubicBezTo>
                    <a:pt x="3385" y="783"/>
                    <a:pt x="3346" y="772"/>
                    <a:pt x="3311" y="751"/>
                  </a:cubicBezTo>
                  <a:cubicBezTo>
                    <a:pt x="3138" y="636"/>
                    <a:pt x="2941" y="554"/>
                    <a:pt x="2739" y="510"/>
                  </a:cubicBezTo>
                  <a:cubicBezTo>
                    <a:pt x="2642" y="486"/>
                    <a:pt x="2570" y="400"/>
                    <a:pt x="2570" y="299"/>
                  </a:cubicBezTo>
                  <a:lnTo>
                    <a:pt x="2570"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87"/>
            <p:cNvSpPr/>
            <p:nvPr/>
          </p:nvSpPr>
          <p:spPr>
            <a:xfrm>
              <a:off x="6650604" y="4343041"/>
              <a:ext cx="356405" cy="278431"/>
            </a:xfrm>
            <a:custGeom>
              <a:rect b="b" l="l" r="r" t="t"/>
              <a:pathLst>
                <a:path extrusionOk="0" h="10616" w="13589">
                  <a:moveTo>
                    <a:pt x="13160" y="434"/>
                  </a:moveTo>
                  <a:lnTo>
                    <a:pt x="13160" y="867"/>
                  </a:lnTo>
                  <a:lnTo>
                    <a:pt x="11587" y="867"/>
                  </a:lnTo>
                  <a:cubicBezTo>
                    <a:pt x="11313" y="881"/>
                    <a:pt x="11313" y="1280"/>
                    <a:pt x="11587" y="1295"/>
                  </a:cubicBezTo>
                  <a:lnTo>
                    <a:pt x="12804" y="1295"/>
                  </a:lnTo>
                  <a:lnTo>
                    <a:pt x="12804" y="7617"/>
                  </a:lnTo>
                  <a:lnTo>
                    <a:pt x="5500" y="7617"/>
                  </a:lnTo>
                  <a:lnTo>
                    <a:pt x="5500" y="7411"/>
                  </a:lnTo>
                  <a:cubicBezTo>
                    <a:pt x="5500" y="7290"/>
                    <a:pt x="5404" y="7194"/>
                    <a:pt x="5288" y="7194"/>
                  </a:cubicBezTo>
                  <a:lnTo>
                    <a:pt x="4937" y="7194"/>
                  </a:lnTo>
                  <a:cubicBezTo>
                    <a:pt x="4894" y="7059"/>
                    <a:pt x="4841" y="6929"/>
                    <a:pt x="4773" y="6804"/>
                  </a:cubicBezTo>
                  <a:lnTo>
                    <a:pt x="5024" y="6554"/>
                  </a:lnTo>
                  <a:cubicBezTo>
                    <a:pt x="5105" y="6472"/>
                    <a:pt x="5105" y="6338"/>
                    <a:pt x="5024" y="6256"/>
                  </a:cubicBezTo>
                  <a:lnTo>
                    <a:pt x="4369" y="5601"/>
                  </a:lnTo>
                  <a:cubicBezTo>
                    <a:pt x="4326" y="5558"/>
                    <a:pt x="4271" y="5536"/>
                    <a:pt x="4216" y="5536"/>
                  </a:cubicBezTo>
                  <a:cubicBezTo>
                    <a:pt x="4161" y="5536"/>
                    <a:pt x="4107" y="5558"/>
                    <a:pt x="4066" y="5601"/>
                  </a:cubicBezTo>
                  <a:lnTo>
                    <a:pt x="3816" y="5847"/>
                  </a:lnTo>
                  <a:cubicBezTo>
                    <a:pt x="3691" y="5784"/>
                    <a:pt x="3561" y="5726"/>
                    <a:pt x="3426" y="5688"/>
                  </a:cubicBezTo>
                  <a:lnTo>
                    <a:pt x="3426" y="5337"/>
                  </a:lnTo>
                  <a:cubicBezTo>
                    <a:pt x="3426" y="5216"/>
                    <a:pt x="3330" y="5120"/>
                    <a:pt x="3214" y="5120"/>
                  </a:cubicBezTo>
                  <a:lnTo>
                    <a:pt x="2685" y="5120"/>
                  </a:lnTo>
                  <a:lnTo>
                    <a:pt x="2685" y="1295"/>
                  </a:lnTo>
                  <a:lnTo>
                    <a:pt x="10841" y="1295"/>
                  </a:lnTo>
                  <a:cubicBezTo>
                    <a:pt x="11111" y="1280"/>
                    <a:pt x="11111" y="881"/>
                    <a:pt x="10841" y="867"/>
                  </a:cubicBezTo>
                  <a:lnTo>
                    <a:pt x="2329" y="867"/>
                  </a:lnTo>
                  <a:lnTo>
                    <a:pt x="2329" y="434"/>
                  </a:lnTo>
                  <a:close/>
                  <a:moveTo>
                    <a:pt x="13160" y="8046"/>
                  </a:moveTo>
                  <a:lnTo>
                    <a:pt x="13160" y="8479"/>
                  </a:lnTo>
                  <a:lnTo>
                    <a:pt x="5442" y="8479"/>
                  </a:lnTo>
                  <a:cubicBezTo>
                    <a:pt x="5481" y="8440"/>
                    <a:pt x="5505" y="8387"/>
                    <a:pt x="5505" y="8330"/>
                  </a:cubicBezTo>
                  <a:lnTo>
                    <a:pt x="5505" y="8084"/>
                  </a:lnTo>
                  <a:lnTo>
                    <a:pt x="13021" y="8084"/>
                  </a:lnTo>
                  <a:cubicBezTo>
                    <a:pt x="13064" y="8084"/>
                    <a:pt x="13107" y="8070"/>
                    <a:pt x="13146" y="8046"/>
                  </a:cubicBezTo>
                  <a:close/>
                  <a:moveTo>
                    <a:pt x="2998" y="5548"/>
                  </a:moveTo>
                  <a:lnTo>
                    <a:pt x="2998" y="5847"/>
                  </a:lnTo>
                  <a:cubicBezTo>
                    <a:pt x="2998" y="5948"/>
                    <a:pt x="3065" y="6034"/>
                    <a:pt x="3162" y="6058"/>
                  </a:cubicBezTo>
                  <a:cubicBezTo>
                    <a:pt x="3368" y="6102"/>
                    <a:pt x="3561" y="6184"/>
                    <a:pt x="3739" y="6299"/>
                  </a:cubicBezTo>
                  <a:cubicBezTo>
                    <a:pt x="3772" y="6320"/>
                    <a:pt x="3810" y="6331"/>
                    <a:pt x="3848" y="6331"/>
                  </a:cubicBezTo>
                  <a:cubicBezTo>
                    <a:pt x="3904" y="6331"/>
                    <a:pt x="3961" y="6308"/>
                    <a:pt x="4004" y="6265"/>
                  </a:cubicBezTo>
                  <a:lnTo>
                    <a:pt x="4215" y="6054"/>
                  </a:lnTo>
                  <a:lnTo>
                    <a:pt x="4567" y="6405"/>
                  </a:lnTo>
                  <a:lnTo>
                    <a:pt x="4350" y="6617"/>
                  </a:lnTo>
                  <a:cubicBezTo>
                    <a:pt x="4283" y="6689"/>
                    <a:pt x="4268" y="6799"/>
                    <a:pt x="4321" y="6881"/>
                  </a:cubicBezTo>
                  <a:cubicBezTo>
                    <a:pt x="4432" y="7059"/>
                    <a:pt x="4514" y="7252"/>
                    <a:pt x="4562" y="7454"/>
                  </a:cubicBezTo>
                  <a:cubicBezTo>
                    <a:pt x="4586" y="7555"/>
                    <a:pt x="4672" y="7622"/>
                    <a:pt x="4773" y="7622"/>
                  </a:cubicBezTo>
                  <a:lnTo>
                    <a:pt x="5072" y="7622"/>
                  </a:lnTo>
                  <a:lnTo>
                    <a:pt x="5072" y="8118"/>
                  </a:lnTo>
                  <a:lnTo>
                    <a:pt x="4773" y="8118"/>
                  </a:lnTo>
                  <a:cubicBezTo>
                    <a:pt x="4672" y="8118"/>
                    <a:pt x="4586" y="8185"/>
                    <a:pt x="4562" y="8286"/>
                  </a:cubicBezTo>
                  <a:cubicBezTo>
                    <a:pt x="4514" y="8488"/>
                    <a:pt x="4432" y="8681"/>
                    <a:pt x="4321" y="8859"/>
                  </a:cubicBezTo>
                  <a:cubicBezTo>
                    <a:pt x="4268" y="8941"/>
                    <a:pt x="4283" y="9051"/>
                    <a:pt x="4350" y="9124"/>
                  </a:cubicBezTo>
                  <a:lnTo>
                    <a:pt x="4567" y="9335"/>
                  </a:lnTo>
                  <a:lnTo>
                    <a:pt x="4220" y="9687"/>
                  </a:lnTo>
                  <a:lnTo>
                    <a:pt x="4004" y="9475"/>
                  </a:lnTo>
                  <a:cubicBezTo>
                    <a:pt x="3961" y="9432"/>
                    <a:pt x="3904" y="9409"/>
                    <a:pt x="3848" y="9409"/>
                  </a:cubicBezTo>
                  <a:cubicBezTo>
                    <a:pt x="3810" y="9409"/>
                    <a:pt x="3772" y="9420"/>
                    <a:pt x="3739" y="9441"/>
                  </a:cubicBezTo>
                  <a:cubicBezTo>
                    <a:pt x="3561" y="9557"/>
                    <a:pt x="3368" y="9634"/>
                    <a:pt x="3166" y="9682"/>
                  </a:cubicBezTo>
                  <a:cubicBezTo>
                    <a:pt x="3065" y="9706"/>
                    <a:pt x="2998" y="9792"/>
                    <a:pt x="2998" y="9893"/>
                  </a:cubicBezTo>
                  <a:lnTo>
                    <a:pt x="2998" y="10192"/>
                  </a:lnTo>
                  <a:lnTo>
                    <a:pt x="2502" y="10192"/>
                  </a:lnTo>
                  <a:lnTo>
                    <a:pt x="2502" y="9893"/>
                  </a:lnTo>
                  <a:cubicBezTo>
                    <a:pt x="2502" y="9792"/>
                    <a:pt x="2435" y="9706"/>
                    <a:pt x="2334" y="9682"/>
                  </a:cubicBezTo>
                  <a:cubicBezTo>
                    <a:pt x="2132" y="9634"/>
                    <a:pt x="1939" y="9557"/>
                    <a:pt x="1761" y="9441"/>
                  </a:cubicBezTo>
                  <a:cubicBezTo>
                    <a:pt x="1728" y="9420"/>
                    <a:pt x="1690" y="9409"/>
                    <a:pt x="1652" y="9409"/>
                  </a:cubicBezTo>
                  <a:cubicBezTo>
                    <a:pt x="1596" y="9409"/>
                    <a:pt x="1540" y="9432"/>
                    <a:pt x="1497" y="9475"/>
                  </a:cubicBezTo>
                  <a:lnTo>
                    <a:pt x="1280" y="9687"/>
                  </a:lnTo>
                  <a:lnTo>
                    <a:pt x="934" y="9335"/>
                  </a:lnTo>
                  <a:lnTo>
                    <a:pt x="1145" y="9124"/>
                  </a:lnTo>
                  <a:cubicBezTo>
                    <a:pt x="1218" y="9051"/>
                    <a:pt x="1232" y="8941"/>
                    <a:pt x="1174" y="8859"/>
                  </a:cubicBezTo>
                  <a:cubicBezTo>
                    <a:pt x="1064" y="8681"/>
                    <a:pt x="982" y="8488"/>
                    <a:pt x="934" y="8286"/>
                  </a:cubicBezTo>
                  <a:cubicBezTo>
                    <a:pt x="914" y="8185"/>
                    <a:pt x="828" y="8118"/>
                    <a:pt x="727" y="8118"/>
                  </a:cubicBezTo>
                  <a:lnTo>
                    <a:pt x="424" y="8118"/>
                  </a:lnTo>
                  <a:lnTo>
                    <a:pt x="424" y="7622"/>
                  </a:lnTo>
                  <a:lnTo>
                    <a:pt x="727" y="7622"/>
                  </a:lnTo>
                  <a:cubicBezTo>
                    <a:pt x="828" y="7622"/>
                    <a:pt x="914" y="7555"/>
                    <a:pt x="934" y="7454"/>
                  </a:cubicBezTo>
                  <a:cubicBezTo>
                    <a:pt x="982" y="7252"/>
                    <a:pt x="1064" y="7059"/>
                    <a:pt x="1174" y="6881"/>
                  </a:cubicBezTo>
                  <a:cubicBezTo>
                    <a:pt x="1232" y="6799"/>
                    <a:pt x="1218" y="6689"/>
                    <a:pt x="1145" y="6617"/>
                  </a:cubicBezTo>
                  <a:lnTo>
                    <a:pt x="934" y="6405"/>
                  </a:lnTo>
                  <a:lnTo>
                    <a:pt x="1280" y="6054"/>
                  </a:lnTo>
                  <a:lnTo>
                    <a:pt x="1497" y="6265"/>
                  </a:lnTo>
                  <a:cubicBezTo>
                    <a:pt x="1540" y="6308"/>
                    <a:pt x="1596" y="6331"/>
                    <a:pt x="1652" y="6331"/>
                  </a:cubicBezTo>
                  <a:cubicBezTo>
                    <a:pt x="1690" y="6331"/>
                    <a:pt x="1728" y="6320"/>
                    <a:pt x="1761" y="6299"/>
                  </a:cubicBezTo>
                  <a:cubicBezTo>
                    <a:pt x="1939" y="6184"/>
                    <a:pt x="2132" y="6102"/>
                    <a:pt x="2334" y="6058"/>
                  </a:cubicBezTo>
                  <a:cubicBezTo>
                    <a:pt x="2435" y="6034"/>
                    <a:pt x="2502" y="5948"/>
                    <a:pt x="2502" y="5847"/>
                  </a:cubicBezTo>
                  <a:lnTo>
                    <a:pt x="2502" y="5548"/>
                  </a:lnTo>
                  <a:close/>
                  <a:moveTo>
                    <a:pt x="2113" y="1"/>
                  </a:moveTo>
                  <a:cubicBezTo>
                    <a:pt x="1997" y="1"/>
                    <a:pt x="1901" y="97"/>
                    <a:pt x="1901" y="217"/>
                  </a:cubicBezTo>
                  <a:lnTo>
                    <a:pt x="1901" y="1078"/>
                  </a:lnTo>
                  <a:cubicBezTo>
                    <a:pt x="1901" y="1199"/>
                    <a:pt x="1997" y="1295"/>
                    <a:pt x="2113" y="1295"/>
                  </a:cubicBezTo>
                  <a:lnTo>
                    <a:pt x="2252" y="1295"/>
                  </a:lnTo>
                  <a:lnTo>
                    <a:pt x="2252" y="5125"/>
                  </a:lnTo>
                  <a:cubicBezTo>
                    <a:pt x="2151" y="5139"/>
                    <a:pt x="2074" y="5231"/>
                    <a:pt x="2074" y="5332"/>
                  </a:cubicBezTo>
                  <a:lnTo>
                    <a:pt x="2074" y="5688"/>
                  </a:lnTo>
                  <a:cubicBezTo>
                    <a:pt x="1939" y="5726"/>
                    <a:pt x="1805" y="5779"/>
                    <a:pt x="1684" y="5847"/>
                  </a:cubicBezTo>
                  <a:lnTo>
                    <a:pt x="1434" y="5597"/>
                  </a:lnTo>
                  <a:cubicBezTo>
                    <a:pt x="1391" y="5556"/>
                    <a:pt x="1337" y="5535"/>
                    <a:pt x="1283" y="5535"/>
                  </a:cubicBezTo>
                  <a:cubicBezTo>
                    <a:pt x="1228" y="5535"/>
                    <a:pt x="1174" y="5556"/>
                    <a:pt x="1131" y="5597"/>
                  </a:cubicBezTo>
                  <a:lnTo>
                    <a:pt x="481" y="6251"/>
                  </a:lnTo>
                  <a:cubicBezTo>
                    <a:pt x="400" y="6333"/>
                    <a:pt x="400" y="6467"/>
                    <a:pt x="481" y="6554"/>
                  </a:cubicBezTo>
                  <a:lnTo>
                    <a:pt x="727" y="6799"/>
                  </a:lnTo>
                  <a:cubicBezTo>
                    <a:pt x="664" y="6925"/>
                    <a:pt x="607" y="7054"/>
                    <a:pt x="568" y="7189"/>
                  </a:cubicBezTo>
                  <a:lnTo>
                    <a:pt x="217" y="7189"/>
                  </a:lnTo>
                  <a:cubicBezTo>
                    <a:pt x="96" y="7189"/>
                    <a:pt x="0" y="7285"/>
                    <a:pt x="0" y="7406"/>
                  </a:cubicBezTo>
                  <a:lnTo>
                    <a:pt x="0" y="8330"/>
                  </a:lnTo>
                  <a:cubicBezTo>
                    <a:pt x="0" y="8450"/>
                    <a:pt x="96" y="8546"/>
                    <a:pt x="217" y="8546"/>
                  </a:cubicBezTo>
                  <a:lnTo>
                    <a:pt x="568" y="8546"/>
                  </a:lnTo>
                  <a:cubicBezTo>
                    <a:pt x="611" y="8681"/>
                    <a:pt x="664" y="8811"/>
                    <a:pt x="732" y="8936"/>
                  </a:cubicBezTo>
                  <a:lnTo>
                    <a:pt x="481" y="9181"/>
                  </a:lnTo>
                  <a:cubicBezTo>
                    <a:pt x="400" y="9268"/>
                    <a:pt x="400" y="9403"/>
                    <a:pt x="481" y="9484"/>
                  </a:cubicBezTo>
                  <a:lnTo>
                    <a:pt x="1136" y="10139"/>
                  </a:lnTo>
                  <a:cubicBezTo>
                    <a:pt x="1177" y="10180"/>
                    <a:pt x="1231" y="10200"/>
                    <a:pt x="1285" y="10200"/>
                  </a:cubicBezTo>
                  <a:cubicBezTo>
                    <a:pt x="1339" y="10200"/>
                    <a:pt x="1393" y="10180"/>
                    <a:pt x="1434" y="10139"/>
                  </a:cubicBezTo>
                  <a:lnTo>
                    <a:pt x="1684" y="9889"/>
                  </a:lnTo>
                  <a:cubicBezTo>
                    <a:pt x="1809" y="9951"/>
                    <a:pt x="1939" y="10009"/>
                    <a:pt x="2074" y="10047"/>
                  </a:cubicBezTo>
                  <a:lnTo>
                    <a:pt x="2074" y="10399"/>
                  </a:lnTo>
                  <a:cubicBezTo>
                    <a:pt x="2074" y="10519"/>
                    <a:pt x="2170" y="10615"/>
                    <a:pt x="2291" y="10615"/>
                  </a:cubicBezTo>
                  <a:lnTo>
                    <a:pt x="3214" y="10615"/>
                  </a:lnTo>
                  <a:cubicBezTo>
                    <a:pt x="3330" y="10615"/>
                    <a:pt x="3426" y="10519"/>
                    <a:pt x="3426" y="10399"/>
                  </a:cubicBezTo>
                  <a:lnTo>
                    <a:pt x="3426" y="10047"/>
                  </a:lnTo>
                  <a:cubicBezTo>
                    <a:pt x="3561" y="10009"/>
                    <a:pt x="3691" y="9951"/>
                    <a:pt x="3816" y="9889"/>
                  </a:cubicBezTo>
                  <a:lnTo>
                    <a:pt x="4066" y="10139"/>
                  </a:lnTo>
                  <a:cubicBezTo>
                    <a:pt x="4107" y="10180"/>
                    <a:pt x="4161" y="10200"/>
                    <a:pt x="4215" y="10200"/>
                  </a:cubicBezTo>
                  <a:cubicBezTo>
                    <a:pt x="4269" y="10200"/>
                    <a:pt x="4324" y="10180"/>
                    <a:pt x="4364" y="10139"/>
                  </a:cubicBezTo>
                  <a:lnTo>
                    <a:pt x="5019" y="9484"/>
                  </a:lnTo>
                  <a:cubicBezTo>
                    <a:pt x="5101" y="9403"/>
                    <a:pt x="5101" y="9268"/>
                    <a:pt x="5019" y="9181"/>
                  </a:cubicBezTo>
                  <a:lnTo>
                    <a:pt x="4769" y="8936"/>
                  </a:lnTo>
                  <a:lnTo>
                    <a:pt x="4783" y="8907"/>
                  </a:lnTo>
                  <a:lnTo>
                    <a:pt x="13372" y="8907"/>
                  </a:lnTo>
                  <a:cubicBezTo>
                    <a:pt x="13488" y="8907"/>
                    <a:pt x="13584" y="8811"/>
                    <a:pt x="13584" y="8690"/>
                  </a:cubicBezTo>
                  <a:lnTo>
                    <a:pt x="13584" y="7829"/>
                  </a:lnTo>
                  <a:cubicBezTo>
                    <a:pt x="13584" y="7714"/>
                    <a:pt x="13488" y="7617"/>
                    <a:pt x="13372" y="7617"/>
                  </a:cubicBezTo>
                  <a:lnTo>
                    <a:pt x="13233" y="7617"/>
                  </a:lnTo>
                  <a:lnTo>
                    <a:pt x="13233" y="1295"/>
                  </a:lnTo>
                  <a:lnTo>
                    <a:pt x="13372" y="1295"/>
                  </a:lnTo>
                  <a:cubicBezTo>
                    <a:pt x="13492" y="1295"/>
                    <a:pt x="13589" y="1199"/>
                    <a:pt x="13589" y="1078"/>
                  </a:cubicBezTo>
                  <a:lnTo>
                    <a:pt x="13589" y="217"/>
                  </a:lnTo>
                  <a:cubicBezTo>
                    <a:pt x="13589" y="97"/>
                    <a:pt x="13492" y="1"/>
                    <a:pt x="13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87"/>
            <p:cNvSpPr/>
            <p:nvPr/>
          </p:nvSpPr>
          <p:spPr>
            <a:xfrm>
              <a:off x="6810880" y="4455740"/>
              <a:ext cx="33833" cy="71706"/>
            </a:xfrm>
            <a:custGeom>
              <a:rect b="b" l="l" r="r" t="t"/>
              <a:pathLst>
                <a:path extrusionOk="0" h="2734" w="1290">
                  <a:moveTo>
                    <a:pt x="861" y="429"/>
                  </a:moveTo>
                  <a:lnTo>
                    <a:pt x="861" y="2300"/>
                  </a:lnTo>
                  <a:lnTo>
                    <a:pt x="428" y="2300"/>
                  </a:lnTo>
                  <a:lnTo>
                    <a:pt x="428" y="429"/>
                  </a:lnTo>
                  <a:close/>
                  <a:moveTo>
                    <a:pt x="217" y="0"/>
                  </a:moveTo>
                  <a:cubicBezTo>
                    <a:pt x="96" y="0"/>
                    <a:pt x="0" y="97"/>
                    <a:pt x="0" y="217"/>
                  </a:cubicBezTo>
                  <a:lnTo>
                    <a:pt x="0" y="2517"/>
                  </a:lnTo>
                  <a:cubicBezTo>
                    <a:pt x="0" y="2637"/>
                    <a:pt x="96" y="2733"/>
                    <a:pt x="217" y="2733"/>
                  </a:cubicBezTo>
                  <a:lnTo>
                    <a:pt x="1078" y="2733"/>
                  </a:lnTo>
                  <a:cubicBezTo>
                    <a:pt x="1193" y="2733"/>
                    <a:pt x="1290" y="2637"/>
                    <a:pt x="1290" y="2517"/>
                  </a:cubicBezTo>
                  <a:lnTo>
                    <a:pt x="1290" y="217"/>
                  </a:lnTo>
                  <a:cubicBezTo>
                    <a:pt x="1290" y="97"/>
                    <a:pt x="1193" y="0"/>
                    <a:pt x="10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87"/>
            <p:cNvSpPr/>
            <p:nvPr/>
          </p:nvSpPr>
          <p:spPr>
            <a:xfrm>
              <a:off x="6851245" y="4428359"/>
              <a:ext cx="33991" cy="99087"/>
            </a:xfrm>
            <a:custGeom>
              <a:rect b="b" l="l" r="r" t="t"/>
              <a:pathLst>
                <a:path extrusionOk="0" h="3778" w="1296">
                  <a:moveTo>
                    <a:pt x="867" y="428"/>
                  </a:moveTo>
                  <a:lnTo>
                    <a:pt x="867" y="3344"/>
                  </a:lnTo>
                  <a:lnTo>
                    <a:pt x="434" y="3344"/>
                  </a:lnTo>
                  <a:lnTo>
                    <a:pt x="434" y="428"/>
                  </a:lnTo>
                  <a:close/>
                  <a:moveTo>
                    <a:pt x="217" y="0"/>
                  </a:moveTo>
                  <a:cubicBezTo>
                    <a:pt x="97" y="0"/>
                    <a:pt x="1" y="96"/>
                    <a:pt x="1" y="217"/>
                  </a:cubicBezTo>
                  <a:lnTo>
                    <a:pt x="1" y="3561"/>
                  </a:lnTo>
                  <a:cubicBezTo>
                    <a:pt x="1" y="3681"/>
                    <a:pt x="97" y="3777"/>
                    <a:pt x="217" y="3777"/>
                  </a:cubicBezTo>
                  <a:lnTo>
                    <a:pt x="1079" y="3777"/>
                  </a:lnTo>
                  <a:cubicBezTo>
                    <a:pt x="1199" y="3777"/>
                    <a:pt x="1295" y="3681"/>
                    <a:pt x="1295" y="3561"/>
                  </a:cubicBezTo>
                  <a:lnTo>
                    <a:pt x="1295" y="217"/>
                  </a:lnTo>
                  <a:cubicBezTo>
                    <a:pt x="1295" y="96"/>
                    <a:pt x="1199" y="0"/>
                    <a:pt x="10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87"/>
            <p:cNvSpPr/>
            <p:nvPr/>
          </p:nvSpPr>
          <p:spPr>
            <a:xfrm>
              <a:off x="6891766" y="4442600"/>
              <a:ext cx="33833" cy="84846"/>
            </a:xfrm>
            <a:custGeom>
              <a:rect b="b" l="l" r="r" t="t"/>
              <a:pathLst>
                <a:path extrusionOk="0" h="3235" w="1290">
                  <a:moveTo>
                    <a:pt x="862" y="429"/>
                  </a:moveTo>
                  <a:lnTo>
                    <a:pt x="862" y="2801"/>
                  </a:lnTo>
                  <a:lnTo>
                    <a:pt x="429" y="2801"/>
                  </a:lnTo>
                  <a:lnTo>
                    <a:pt x="429" y="429"/>
                  </a:lnTo>
                  <a:close/>
                  <a:moveTo>
                    <a:pt x="212" y="1"/>
                  </a:moveTo>
                  <a:cubicBezTo>
                    <a:pt x="97" y="1"/>
                    <a:pt x="0" y="97"/>
                    <a:pt x="0" y="217"/>
                  </a:cubicBezTo>
                  <a:lnTo>
                    <a:pt x="0" y="3018"/>
                  </a:lnTo>
                  <a:cubicBezTo>
                    <a:pt x="0" y="3138"/>
                    <a:pt x="97" y="3234"/>
                    <a:pt x="212" y="3234"/>
                  </a:cubicBezTo>
                  <a:lnTo>
                    <a:pt x="1078" y="3234"/>
                  </a:lnTo>
                  <a:cubicBezTo>
                    <a:pt x="1194" y="3234"/>
                    <a:pt x="1290" y="3138"/>
                    <a:pt x="1290" y="3018"/>
                  </a:cubicBezTo>
                  <a:lnTo>
                    <a:pt x="1290" y="217"/>
                  </a:lnTo>
                  <a:cubicBezTo>
                    <a:pt x="1290" y="97"/>
                    <a:pt x="1194" y="1"/>
                    <a:pt x="10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87"/>
            <p:cNvSpPr/>
            <p:nvPr/>
          </p:nvSpPr>
          <p:spPr>
            <a:xfrm>
              <a:off x="6932156" y="4396046"/>
              <a:ext cx="33965" cy="131400"/>
            </a:xfrm>
            <a:custGeom>
              <a:rect b="b" l="l" r="r" t="t"/>
              <a:pathLst>
                <a:path extrusionOk="0" h="5010" w="1295">
                  <a:moveTo>
                    <a:pt x="862" y="433"/>
                  </a:moveTo>
                  <a:lnTo>
                    <a:pt x="862" y="4581"/>
                  </a:lnTo>
                  <a:lnTo>
                    <a:pt x="428" y="4581"/>
                  </a:lnTo>
                  <a:lnTo>
                    <a:pt x="428" y="433"/>
                  </a:lnTo>
                  <a:close/>
                  <a:moveTo>
                    <a:pt x="217" y="0"/>
                  </a:moveTo>
                  <a:cubicBezTo>
                    <a:pt x="96" y="0"/>
                    <a:pt x="0" y="97"/>
                    <a:pt x="0" y="217"/>
                  </a:cubicBezTo>
                  <a:lnTo>
                    <a:pt x="0" y="4793"/>
                  </a:lnTo>
                  <a:cubicBezTo>
                    <a:pt x="0" y="4913"/>
                    <a:pt x="96" y="5009"/>
                    <a:pt x="217" y="5009"/>
                  </a:cubicBezTo>
                  <a:lnTo>
                    <a:pt x="1078" y="5009"/>
                  </a:lnTo>
                  <a:cubicBezTo>
                    <a:pt x="1198" y="5009"/>
                    <a:pt x="1295" y="4913"/>
                    <a:pt x="1295" y="4793"/>
                  </a:cubicBezTo>
                  <a:lnTo>
                    <a:pt x="1295" y="217"/>
                  </a:lnTo>
                  <a:cubicBezTo>
                    <a:pt x="1295" y="97"/>
                    <a:pt x="1198" y="0"/>
                    <a:pt x="10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87"/>
            <p:cNvSpPr/>
            <p:nvPr/>
          </p:nvSpPr>
          <p:spPr>
            <a:xfrm>
              <a:off x="6736526" y="4410183"/>
              <a:ext cx="45610" cy="11383"/>
            </a:xfrm>
            <a:custGeom>
              <a:rect b="b" l="l" r="r" t="t"/>
              <a:pathLst>
                <a:path extrusionOk="0" h="434" w="1739">
                  <a:moveTo>
                    <a:pt x="286" y="0"/>
                  </a:moveTo>
                  <a:cubicBezTo>
                    <a:pt x="1" y="0"/>
                    <a:pt x="1" y="434"/>
                    <a:pt x="286" y="434"/>
                  </a:cubicBezTo>
                  <a:cubicBezTo>
                    <a:pt x="290" y="434"/>
                    <a:pt x="295" y="434"/>
                    <a:pt x="299" y="433"/>
                  </a:cubicBezTo>
                  <a:lnTo>
                    <a:pt x="1445" y="433"/>
                  </a:lnTo>
                  <a:cubicBezTo>
                    <a:pt x="1449" y="434"/>
                    <a:pt x="1454" y="434"/>
                    <a:pt x="1458" y="434"/>
                  </a:cubicBezTo>
                  <a:cubicBezTo>
                    <a:pt x="1738" y="434"/>
                    <a:pt x="1738" y="0"/>
                    <a:pt x="1458" y="0"/>
                  </a:cubicBezTo>
                  <a:cubicBezTo>
                    <a:pt x="1454" y="0"/>
                    <a:pt x="1449" y="0"/>
                    <a:pt x="1445" y="0"/>
                  </a:cubicBezTo>
                  <a:lnTo>
                    <a:pt x="299" y="0"/>
                  </a:lnTo>
                  <a:cubicBezTo>
                    <a:pt x="295" y="0"/>
                    <a:pt x="290"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87"/>
            <p:cNvSpPr/>
            <p:nvPr/>
          </p:nvSpPr>
          <p:spPr>
            <a:xfrm>
              <a:off x="6736526" y="4428096"/>
              <a:ext cx="62002" cy="11278"/>
            </a:xfrm>
            <a:custGeom>
              <a:rect b="b" l="l" r="r" t="t"/>
              <a:pathLst>
                <a:path extrusionOk="0" h="430" w="2364">
                  <a:moveTo>
                    <a:pt x="281" y="0"/>
                  </a:moveTo>
                  <a:cubicBezTo>
                    <a:pt x="1" y="0"/>
                    <a:pt x="2" y="429"/>
                    <a:pt x="286" y="429"/>
                  </a:cubicBezTo>
                  <a:cubicBezTo>
                    <a:pt x="290" y="429"/>
                    <a:pt x="295" y="429"/>
                    <a:pt x="299" y="429"/>
                  </a:cubicBezTo>
                  <a:lnTo>
                    <a:pt x="2070" y="429"/>
                  </a:lnTo>
                  <a:cubicBezTo>
                    <a:pt x="2075" y="429"/>
                    <a:pt x="2079" y="429"/>
                    <a:pt x="2084" y="429"/>
                  </a:cubicBezTo>
                  <a:cubicBezTo>
                    <a:pt x="2362" y="429"/>
                    <a:pt x="2364" y="0"/>
                    <a:pt x="2088" y="0"/>
                  </a:cubicBezTo>
                  <a:cubicBezTo>
                    <a:pt x="2082" y="0"/>
                    <a:pt x="2076" y="0"/>
                    <a:pt x="2070" y="1"/>
                  </a:cubicBezTo>
                  <a:lnTo>
                    <a:pt x="299" y="1"/>
                  </a:lnTo>
                  <a:cubicBezTo>
                    <a:pt x="293" y="0"/>
                    <a:pt x="287" y="0"/>
                    <a:pt x="2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87"/>
            <p:cNvSpPr/>
            <p:nvPr/>
          </p:nvSpPr>
          <p:spPr>
            <a:xfrm>
              <a:off x="6737286" y="4445774"/>
              <a:ext cx="60612" cy="11252"/>
            </a:xfrm>
            <a:custGeom>
              <a:rect b="b" l="l" r="r" t="t"/>
              <a:pathLst>
                <a:path extrusionOk="0" h="429" w="2311">
                  <a:moveTo>
                    <a:pt x="270" y="0"/>
                  </a:moveTo>
                  <a:cubicBezTo>
                    <a:pt x="1" y="15"/>
                    <a:pt x="1" y="414"/>
                    <a:pt x="270" y="428"/>
                  </a:cubicBezTo>
                  <a:lnTo>
                    <a:pt x="2041" y="428"/>
                  </a:lnTo>
                  <a:cubicBezTo>
                    <a:pt x="2311" y="414"/>
                    <a:pt x="2311" y="15"/>
                    <a:pt x="20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87"/>
            <p:cNvSpPr/>
            <p:nvPr/>
          </p:nvSpPr>
          <p:spPr>
            <a:xfrm>
              <a:off x="6737286" y="4463556"/>
              <a:ext cx="60612" cy="11252"/>
            </a:xfrm>
            <a:custGeom>
              <a:rect b="b" l="l" r="r" t="t"/>
              <a:pathLst>
                <a:path extrusionOk="0" h="429" w="2311">
                  <a:moveTo>
                    <a:pt x="270" y="1"/>
                  </a:moveTo>
                  <a:cubicBezTo>
                    <a:pt x="1" y="10"/>
                    <a:pt x="1" y="415"/>
                    <a:pt x="270" y="429"/>
                  </a:cubicBezTo>
                  <a:lnTo>
                    <a:pt x="2041" y="429"/>
                  </a:lnTo>
                  <a:cubicBezTo>
                    <a:pt x="2311" y="415"/>
                    <a:pt x="2311" y="10"/>
                    <a:pt x="20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87"/>
            <p:cNvSpPr/>
            <p:nvPr/>
          </p:nvSpPr>
          <p:spPr>
            <a:xfrm>
              <a:off x="6680766" y="4514280"/>
              <a:ext cx="39027" cy="70080"/>
            </a:xfrm>
            <a:custGeom>
              <a:rect b="b" l="l" r="r" t="t"/>
              <a:pathLst>
                <a:path extrusionOk="0" h="2672" w="1488">
                  <a:moveTo>
                    <a:pt x="1429" y="2662"/>
                  </a:moveTo>
                  <a:lnTo>
                    <a:pt x="1425" y="2663"/>
                  </a:lnTo>
                  <a:lnTo>
                    <a:pt x="1425" y="2663"/>
                  </a:lnTo>
                  <a:lnTo>
                    <a:pt x="1439" y="2662"/>
                  </a:lnTo>
                  <a:close/>
                  <a:moveTo>
                    <a:pt x="1340" y="1"/>
                  </a:moveTo>
                  <a:cubicBezTo>
                    <a:pt x="602" y="1"/>
                    <a:pt x="0" y="604"/>
                    <a:pt x="0" y="1343"/>
                  </a:cubicBezTo>
                  <a:lnTo>
                    <a:pt x="0" y="1416"/>
                  </a:lnTo>
                  <a:lnTo>
                    <a:pt x="0" y="1440"/>
                  </a:lnTo>
                  <a:cubicBezTo>
                    <a:pt x="0" y="1459"/>
                    <a:pt x="0" y="1478"/>
                    <a:pt x="5" y="1497"/>
                  </a:cubicBezTo>
                  <a:lnTo>
                    <a:pt x="5" y="1522"/>
                  </a:lnTo>
                  <a:cubicBezTo>
                    <a:pt x="5" y="1541"/>
                    <a:pt x="10" y="1560"/>
                    <a:pt x="15" y="1579"/>
                  </a:cubicBezTo>
                  <a:lnTo>
                    <a:pt x="15" y="1594"/>
                  </a:lnTo>
                  <a:cubicBezTo>
                    <a:pt x="24" y="1647"/>
                    <a:pt x="39" y="1695"/>
                    <a:pt x="53" y="1748"/>
                  </a:cubicBezTo>
                  <a:lnTo>
                    <a:pt x="53" y="1752"/>
                  </a:lnTo>
                  <a:cubicBezTo>
                    <a:pt x="58" y="1772"/>
                    <a:pt x="68" y="1796"/>
                    <a:pt x="77" y="1815"/>
                  </a:cubicBezTo>
                  <a:lnTo>
                    <a:pt x="82" y="1834"/>
                  </a:lnTo>
                  <a:lnTo>
                    <a:pt x="96" y="1863"/>
                  </a:lnTo>
                  <a:lnTo>
                    <a:pt x="101" y="1873"/>
                  </a:lnTo>
                  <a:cubicBezTo>
                    <a:pt x="202" y="2109"/>
                    <a:pt x="366" y="2311"/>
                    <a:pt x="578" y="2450"/>
                  </a:cubicBezTo>
                  <a:lnTo>
                    <a:pt x="582" y="2455"/>
                  </a:lnTo>
                  <a:lnTo>
                    <a:pt x="631" y="2484"/>
                  </a:lnTo>
                  <a:lnTo>
                    <a:pt x="645" y="2493"/>
                  </a:lnTo>
                  <a:lnTo>
                    <a:pt x="650" y="2493"/>
                  </a:lnTo>
                  <a:lnTo>
                    <a:pt x="684" y="2513"/>
                  </a:lnTo>
                  <a:lnTo>
                    <a:pt x="698" y="2522"/>
                  </a:lnTo>
                  <a:lnTo>
                    <a:pt x="703" y="2522"/>
                  </a:lnTo>
                  <a:lnTo>
                    <a:pt x="717" y="2532"/>
                  </a:lnTo>
                  <a:lnTo>
                    <a:pt x="746" y="2546"/>
                  </a:lnTo>
                  <a:lnTo>
                    <a:pt x="751" y="2546"/>
                  </a:lnTo>
                  <a:cubicBezTo>
                    <a:pt x="789" y="2566"/>
                    <a:pt x="828" y="2580"/>
                    <a:pt x="871" y="2595"/>
                  </a:cubicBezTo>
                  <a:lnTo>
                    <a:pt x="876" y="2595"/>
                  </a:lnTo>
                  <a:lnTo>
                    <a:pt x="924" y="2614"/>
                  </a:lnTo>
                  <a:cubicBezTo>
                    <a:pt x="967" y="2628"/>
                    <a:pt x="1006" y="2638"/>
                    <a:pt x="1044" y="2647"/>
                  </a:cubicBezTo>
                  <a:lnTo>
                    <a:pt x="1078" y="2647"/>
                  </a:lnTo>
                  <a:lnTo>
                    <a:pt x="1112" y="2657"/>
                  </a:lnTo>
                  <a:lnTo>
                    <a:pt x="1117" y="2657"/>
                  </a:lnTo>
                  <a:lnTo>
                    <a:pt x="1179" y="2662"/>
                  </a:lnTo>
                  <a:lnTo>
                    <a:pt x="1194" y="2662"/>
                  </a:lnTo>
                  <a:lnTo>
                    <a:pt x="1237" y="2667"/>
                  </a:lnTo>
                  <a:lnTo>
                    <a:pt x="1362" y="2667"/>
                  </a:lnTo>
                  <a:lnTo>
                    <a:pt x="1338" y="2662"/>
                  </a:lnTo>
                  <a:lnTo>
                    <a:pt x="1328" y="2662"/>
                  </a:lnTo>
                  <a:cubicBezTo>
                    <a:pt x="1285" y="2652"/>
                    <a:pt x="1246" y="2643"/>
                    <a:pt x="1208" y="2628"/>
                  </a:cubicBezTo>
                  <a:lnTo>
                    <a:pt x="1434" y="2460"/>
                  </a:lnTo>
                  <a:cubicBezTo>
                    <a:pt x="842" y="2378"/>
                    <a:pt x="554" y="1757"/>
                    <a:pt x="554" y="1757"/>
                  </a:cubicBezTo>
                  <a:cubicBezTo>
                    <a:pt x="554" y="1757"/>
                    <a:pt x="473" y="1725"/>
                    <a:pt x="400" y="1725"/>
                  </a:cubicBezTo>
                  <a:cubicBezTo>
                    <a:pt x="371" y="1725"/>
                    <a:pt x="344" y="1729"/>
                    <a:pt x="323" y="1743"/>
                  </a:cubicBezTo>
                  <a:cubicBezTo>
                    <a:pt x="308" y="1695"/>
                    <a:pt x="294" y="1647"/>
                    <a:pt x="284" y="1599"/>
                  </a:cubicBezTo>
                  <a:lnTo>
                    <a:pt x="284" y="1584"/>
                  </a:lnTo>
                  <a:cubicBezTo>
                    <a:pt x="284" y="1565"/>
                    <a:pt x="279" y="1541"/>
                    <a:pt x="275" y="1522"/>
                  </a:cubicBezTo>
                  <a:lnTo>
                    <a:pt x="275" y="1502"/>
                  </a:lnTo>
                  <a:cubicBezTo>
                    <a:pt x="275" y="1483"/>
                    <a:pt x="275" y="1464"/>
                    <a:pt x="270" y="1445"/>
                  </a:cubicBezTo>
                  <a:lnTo>
                    <a:pt x="270" y="1420"/>
                  </a:lnTo>
                  <a:lnTo>
                    <a:pt x="270" y="1348"/>
                  </a:lnTo>
                  <a:lnTo>
                    <a:pt x="270" y="1343"/>
                  </a:lnTo>
                  <a:cubicBezTo>
                    <a:pt x="270" y="651"/>
                    <a:pt x="799" y="73"/>
                    <a:pt x="1487" y="6"/>
                  </a:cubicBezTo>
                  <a:cubicBezTo>
                    <a:pt x="1444" y="1"/>
                    <a:pt x="1400" y="1"/>
                    <a:pt x="1357" y="1"/>
                  </a:cubicBezTo>
                  <a:cubicBezTo>
                    <a:pt x="1351" y="1"/>
                    <a:pt x="1345" y="1"/>
                    <a:pt x="1340" y="1"/>
                  </a:cubicBezTo>
                  <a:close/>
                  <a:moveTo>
                    <a:pt x="1425" y="2663"/>
                  </a:moveTo>
                  <a:lnTo>
                    <a:pt x="1391" y="2667"/>
                  </a:lnTo>
                  <a:lnTo>
                    <a:pt x="1362" y="2667"/>
                  </a:lnTo>
                  <a:lnTo>
                    <a:pt x="1396" y="2672"/>
                  </a:lnTo>
                  <a:lnTo>
                    <a:pt x="1400" y="2672"/>
                  </a:lnTo>
                  <a:lnTo>
                    <a:pt x="1425" y="2663"/>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87"/>
            <p:cNvSpPr/>
            <p:nvPr/>
          </p:nvSpPr>
          <p:spPr>
            <a:xfrm>
              <a:off x="6687323" y="4514332"/>
              <a:ext cx="77004" cy="70395"/>
            </a:xfrm>
            <a:custGeom>
              <a:rect b="b" l="l" r="r" t="t"/>
              <a:pathLst>
                <a:path extrusionOk="0" h="2684" w="2936">
                  <a:moveTo>
                    <a:pt x="1345" y="1"/>
                  </a:moveTo>
                  <a:cubicBezTo>
                    <a:pt x="643" y="1"/>
                    <a:pt x="4" y="565"/>
                    <a:pt x="0" y="1346"/>
                  </a:cubicBezTo>
                  <a:cubicBezTo>
                    <a:pt x="0" y="1640"/>
                    <a:pt x="97" y="1924"/>
                    <a:pt x="275" y="2155"/>
                  </a:cubicBezTo>
                  <a:cubicBezTo>
                    <a:pt x="322" y="2215"/>
                    <a:pt x="382" y="2241"/>
                    <a:pt x="440" y="2241"/>
                  </a:cubicBezTo>
                  <a:cubicBezTo>
                    <a:pt x="593" y="2241"/>
                    <a:pt x="735" y="2064"/>
                    <a:pt x="616" y="1900"/>
                  </a:cubicBezTo>
                  <a:cubicBezTo>
                    <a:pt x="149" y="1280"/>
                    <a:pt x="613" y="429"/>
                    <a:pt x="1339" y="429"/>
                  </a:cubicBezTo>
                  <a:cubicBezTo>
                    <a:pt x="1391" y="429"/>
                    <a:pt x="1443" y="433"/>
                    <a:pt x="1497" y="442"/>
                  </a:cubicBezTo>
                  <a:cubicBezTo>
                    <a:pt x="2315" y="581"/>
                    <a:pt x="2546" y="1645"/>
                    <a:pt x="1858" y="2107"/>
                  </a:cubicBezTo>
                  <a:lnTo>
                    <a:pt x="1824" y="2126"/>
                  </a:lnTo>
                  <a:lnTo>
                    <a:pt x="1814" y="2131"/>
                  </a:lnTo>
                  <a:lnTo>
                    <a:pt x="1790" y="2145"/>
                  </a:lnTo>
                  <a:lnTo>
                    <a:pt x="1776" y="2155"/>
                  </a:lnTo>
                  <a:lnTo>
                    <a:pt x="1742" y="2169"/>
                  </a:lnTo>
                  <a:lnTo>
                    <a:pt x="1709" y="2188"/>
                  </a:lnTo>
                  <a:lnTo>
                    <a:pt x="1694" y="2193"/>
                  </a:lnTo>
                  <a:lnTo>
                    <a:pt x="1670" y="2203"/>
                  </a:lnTo>
                  <a:lnTo>
                    <a:pt x="1660" y="2208"/>
                  </a:lnTo>
                  <a:lnTo>
                    <a:pt x="1622" y="2217"/>
                  </a:lnTo>
                  <a:lnTo>
                    <a:pt x="1584" y="2232"/>
                  </a:lnTo>
                  <a:lnTo>
                    <a:pt x="1574" y="2232"/>
                  </a:lnTo>
                  <a:lnTo>
                    <a:pt x="1545" y="2236"/>
                  </a:lnTo>
                  <a:lnTo>
                    <a:pt x="1531" y="2236"/>
                  </a:lnTo>
                  <a:lnTo>
                    <a:pt x="1492" y="2241"/>
                  </a:lnTo>
                  <a:lnTo>
                    <a:pt x="1487" y="2241"/>
                  </a:lnTo>
                  <a:lnTo>
                    <a:pt x="1449" y="2246"/>
                  </a:lnTo>
                  <a:lnTo>
                    <a:pt x="1252" y="2246"/>
                  </a:lnTo>
                  <a:lnTo>
                    <a:pt x="1213" y="2241"/>
                  </a:lnTo>
                  <a:lnTo>
                    <a:pt x="1170" y="2236"/>
                  </a:lnTo>
                  <a:lnTo>
                    <a:pt x="1160" y="2236"/>
                  </a:lnTo>
                  <a:lnTo>
                    <a:pt x="1131" y="2227"/>
                  </a:lnTo>
                  <a:lnTo>
                    <a:pt x="1117" y="2227"/>
                  </a:lnTo>
                  <a:lnTo>
                    <a:pt x="1083" y="2217"/>
                  </a:lnTo>
                  <a:lnTo>
                    <a:pt x="1045" y="2208"/>
                  </a:lnTo>
                  <a:lnTo>
                    <a:pt x="1035" y="2203"/>
                  </a:lnTo>
                  <a:cubicBezTo>
                    <a:pt x="1010" y="2193"/>
                    <a:pt x="984" y="2188"/>
                    <a:pt x="959" y="2188"/>
                  </a:cubicBezTo>
                  <a:cubicBezTo>
                    <a:pt x="872" y="2188"/>
                    <a:pt x="789" y="2242"/>
                    <a:pt x="756" y="2328"/>
                  </a:cubicBezTo>
                  <a:cubicBezTo>
                    <a:pt x="717" y="2439"/>
                    <a:pt x="770" y="2564"/>
                    <a:pt x="886" y="2602"/>
                  </a:cubicBezTo>
                  <a:lnTo>
                    <a:pt x="900" y="2607"/>
                  </a:lnTo>
                  <a:lnTo>
                    <a:pt x="953" y="2626"/>
                  </a:lnTo>
                  <a:lnTo>
                    <a:pt x="1011" y="2645"/>
                  </a:lnTo>
                  <a:lnTo>
                    <a:pt x="1025" y="2645"/>
                  </a:lnTo>
                  <a:lnTo>
                    <a:pt x="1069" y="2660"/>
                  </a:lnTo>
                  <a:lnTo>
                    <a:pt x="1088" y="2660"/>
                  </a:lnTo>
                  <a:lnTo>
                    <a:pt x="1146" y="2670"/>
                  </a:lnTo>
                  <a:lnTo>
                    <a:pt x="1150" y="2670"/>
                  </a:lnTo>
                  <a:lnTo>
                    <a:pt x="1208" y="2679"/>
                  </a:lnTo>
                  <a:lnTo>
                    <a:pt x="1227" y="2679"/>
                  </a:lnTo>
                  <a:lnTo>
                    <a:pt x="1271" y="2684"/>
                  </a:lnTo>
                  <a:lnTo>
                    <a:pt x="1425" y="2684"/>
                  </a:lnTo>
                  <a:lnTo>
                    <a:pt x="1473" y="2679"/>
                  </a:lnTo>
                  <a:lnTo>
                    <a:pt x="1487" y="2679"/>
                  </a:lnTo>
                  <a:lnTo>
                    <a:pt x="1550" y="2670"/>
                  </a:lnTo>
                  <a:lnTo>
                    <a:pt x="1608" y="2660"/>
                  </a:lnTo>
                  <a:lnTo>
                    <a:pt x="1627" y="2660"/>
                  </a:lnTo>
                  <a:lnTo>
                    <a:pt x="1670" y="2645"/>
                  </a:lnTo>
                  <a:lnTo>
                    <a:pt x="1689" y="2645"/>
                  </a:lnTo>
                  <a:lnTo>
                    <a:pt x="1742" y="2626"/>
                  </a:lnTo>
                  <a:lnTo>
                    <a:pt x="1747" y="2626"/>
                  </a:lnTo>
                  <a:lnTo>
                    <a:pt x="1800" y="2607"/>
                  </a:lnTo>
                  <a:lnTo>
                    <a:pt x="1819" y="2602"/>
                  </a:lnTo>
                  <a:lnTo>
                    <a:pt x="1858" y="2588"/>
                  </a:lnTo>
                  <a:lnTo>
                    <a:pt x="1877" y="2578"/>
                  </a:lnTo>
                  <a:lnTo>
                    <a:pt x="1925" y="2554"/>
                  </a:lnTo>
                  <a:lnTo>
                    <a:pt x="1930" y="2554"/>
                  </a:lnTo>
                  <a:lnTo>
                    <a:pt x="1983" y="2530"/>
                  </a:lnTo>
                  <a:lnTo>
                    <a:pt x="1997" y="2520"/>
                  </a:lnTo>
                  <a:lnTo>
                    <a:pt x="2036" y="2501"/>
                  </a:lnTo>
                  <a:lnTo>
                    <a:pt x="2050" y="2491"/>
                  </a:lnTo>
                  <a:lnTo>
                    <a:pt x="2094" y="2463"/>
                  </a:lnTo>
                  <a:cubicBezTo>
                    <a:pt x="2936" y="1895"/>
                    <a:pt x="2873" y="639"/>
                    <a:pt x="1978" y="163"/>
                  </a:cubicBezTo>
                  <a:cubicBezTo>
                    <a:pt x="1772" y="52"/>
                    <a:pt x="1555"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0" name="Google Shape;16390;p87"/>
          <p:cNvGrpSpPr/>
          <p:nvPr/>
        </p:nvGrpSpPr>
        <p:grpSpPr>
          <a:xfrm>
            <a:off x="5787274" y="4308578"/>
            <a:ext cx="322572" cy="321208"/>
            <a:chOff x="5787274" y="4308578"/>
            <a:chExt cx="322572" cy="321208"/>
          </a:xfrm>
        </p:grpSpPr>
        <p:sp>
          <p:nvSpPr>
            <p:cNvPr id="16391" name="Google Shape;16391;p87"/>
            <p:cNvSpPr/>
            <p:nvPr/>
          </p:nvSpPr>
          <p:spPr>
            <a:xfrm>
              <a:off x="5791942" y="4496865"/>
              <a:ext cx="56678" cy="128252"/>
            </a:xfrm>
            <a:custGeom>
              <a:rect b="b" l="l" r="r" t="t"/>
              <a:pathLst>
                <a:path extrusionOk="0" h="4890" w="2161">
                  <a:moveTo>
                    <a:pt x="308" y="1"/>
                  </a:moveTo>
                  <a:cubicBezTo>
                    <a:pt x="140" y="1"/>
                    <a:pt x="0" y="141"/>
                    <a:pt x="0" y="309"/>
                  </a:cubicBezTo>
                  <a:lnTo>
                    <a:pt x="0" y="4890"/>
                  </a:lnTo>
                  <a:lnTo>
                    <a:pt x="2161" y="4890"/>
                  </a:lnTo>
                  <a:lnTo>
                    <a:pt x="2161" y="309"/>
                  </a:lnTo>
                  <a:cubicBezTo>
                    <a:pt x="2161" y="136"/>
                    <a:pt x="2021" y="1"/>
                    <a:pt x="1848"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87"/>
            <p:cNvSpPr/>
            <p:nvPr/>
          </p:nvSpPr>
          <p:spPr>
            <a:xfrm>
              <a:off x="5791942" y="4496865"/>
              <a:ext cx="27014" cy="128252"/>
            </a:xfrm>
            <a:custGeom>
              <a:rect b="b" l="l" r="r" t="t"/>
              <a:pathLst>
                <a:path extrusionOk="0" h="4890" w="1030">
                  <a:moveTo>
                    <a:pt x="308" y="1"/>
                  </a:moveTo>
                  <a:cubicBezTo>
                    <a:pt x="140" y="1"/>
                    <a:pt x="0" y="141"/>
                    <a:pt x="0" y="309"/>
                  </a:cubicBezTo>
                  <a:lnTo>
                    <a:pt x="0" y="4890"/>
                  </a:lnTo>
                  <a:lnTo>
                    <a:pt x="722" y="4890"/>
                  </a:lnTo>
                  <a:lnTo>
                    <a:pt x="722" y="309"/>
                  </a:lnTo>
                  <a:cubicBezTo>
                    <a:pt x="722" y="141"/>
                    <a:pt x="861" y="1"/>
                    <a:pt x="103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87"/>
            <p:cNvSpPr/>
            <p:nvPr/>
          </p:nvSpPr>
          <p:spPr>
            <a:xfrm>
              <a:off x="5877365" y="4465208"/>
              <a:ext cx="56704" cy="159909"/>
            </a:xfrm>
            <a:custGeom>
              <a:rect b="b" l="l" r="r" t="t"/>
              <a:pathLst>
                <a:path extrusionOk="0" h="6097" w="2162">
                  <a:moveTo>
                    <a:pt x="309" y="0"/>
                  </a:moveTo>
                  <a:cubicBezTo>
                    <a:pt x="140" y="0"/>
                    <a:pt x="1" y="140"/>
                    <a:pt x="1" y="308"/>
                  </a:cubicBezTo>
                  <a:lnTo>
                    <a:pt x="1" y="6097"/>
                  </a:lnTo>
                  <a:lnTo>
                    <a:pt x="2161" y="6097"/>
                  </a:lnTo>
                  <a:lnTo>
                    <a:pt x="2161" y="308"/>
                  </a:lnTo>
                  <a:cubicBezTo>
                    <a:pt x="2161" y="140"/>
                    <a:pt x="2022" y="0"/>
                    <a:pt x="1853"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87"/>
            <p:cNvSpPr/>
            <p:nvPr/>
          </p:nvSpPr>
          <p:spPr>
            <a:xfrm>
              <a:off x="5877365" y="4465208"/>
              <a:ext cx="27172" cy="159909"/>
            </a:xfrm>
            <a:custGeom>
              <a:rect b="b" l="l" r="r" t="t"/>
              <a:pathLst>
                <a:path extrusionOk="0" h="6097" w="1036">
                  <a:moveTo>
                    <a:pt x="313" y="0"/>
                  </a:moveTo>
                  <a:cubicBezTo>
                    <a:pt x="140" y="0"/>
                    <a:pt x="1" y="140"/>
                    <a:pt x="1" y="308"/>
                  </a:cubicBezTo>
                  <a:lnTo>
                    <a:pt x="1" y="6097"/>
                  </a:lnTo>
                  <a:lnTo>
                    <a:pt x="722" y="6097"/>
                  </a:lnTo>
                  <a:lnTo>
                    <a:pt x="722" y="308"/>
                  </a:lnTo>
                  <a:cubicBezTo>
                    <a:pt x="722" y="140"/>
                    <a:pt x="862" y="0"/>
                    <a:pt x="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87"/>
            <p:cNvSpPr/>
            <p:nvPr/>
          </p:nvSpPr>
          <p:spPr>
            <a:xfrm>
              <a:off x="5962945" y="4433525"/>
              <a:ext cx="56678" cy="191592"/>
            </a:xfrm>
            <a:custGeom>
              <a:rect b="b" l="l" r="r" t="t"/>
              <a:pathLst>
                <a:path extrusionOk="0" h="7305" w="2161">
                  <a:moveTo>
                    <a:pt x="313" y="1"/>
                  </a:moveTo>
                  <a:cubicBezTo>
                    <a:pt x="140" y="1"/>
                    <a:pt x="0" y="135"/>
                    <a:pt x="0" y="308"/>
                  </a:cubicBezTo>
                  <a:lnTo>
                    <a:pt x="0" y="7305"/>
                  </a:lnTo>
                  <a:lnTo>
                    <a:pt x="2161" y="7305"/>
                  </a:lnTo>
                  <a:lnTo>
                    <a:pt x="2161" y="308"/>
                  </a:lnTo>
                  <a:cubicBezTo>
                    <a:pt x="2161" y="135"/>
                    <a:pt x="2021" y="1"/>
                    <a:pt x="185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87"/>
            <p:cNvSpPr/>
            <p:nvPr/>
          </p:nvSpPr>
          <p:spPr>
            <a:xfrm>
              <a:off x="5962945" y="4433525"/>
              <a:ext cx="27014" cy="191592"/>
            </a:xfrm>
            <a:custGeom>
              <a:rect b="b" l="l" r="r" t="t"/>
              <a:pathLst>
                <a:path extrusionOk="0" h="7305" w="1030">
                  <a:moveTo>
                    <a:pt x="308" y="1"/>
                  </a:moveTo>
                  <a:cubicBezTo>
                    <a:pt x="140" y="1"/>
                    <a:pt x="0" y="135"/>
                    <a:pt x="0" y="308"/>
                  </a:cubicBezTo>
                  <a:lnTo>
                    <a:pt x="0" y="7305"/>
                  </a:lnTo>
                  <a:lnTo>
                    <a:pt x="722" y="7305"/>
                  </a:lnTo>
                  <a:lnTo>
                    <a:pt x="722" y="308"/>
                  </a:lnTo>
                  <a:cubicBezTo>
                    <a:pt x="722" y="135"/>
                    <a:pt x="861" y="1"/>
                    <a:pt x="1030"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87"/>
            <p:cNvSpPr/>
            <p:nvPr/>
          </p:nvSpPr>
          <p:spPr>
            <a:xfrm>
              <a:off x="6048499" y="4401843"/>
              <a:ext cx="56573" cy="223275"/>
            </a:xfrm>
            <a:custGeom>
              <a:rect b="b" l="l" r="r" t="t"/>
              <a:pathLst>
                <a:path extrusionOk="0" h="8513" w="2157">
                  <a:moveTo>
                    <a:pt x="308" y="1"/>
                  </a:moveTo>
                  <a:cubicBezTo>
                    <a:pt x="140" y="1"/>
                    <a:pt x="0" y="135"/>
                    <a:pt x="0" y="309"/>
                  </a:cubicBezTo>
                  <a:lnTo>
                    <a:pt x="0" y="8513"/>
                  </a:lnTo>
                  <a:lnTo>
                    <a:pt x="2156" y="8513"/>
                  </a:lnTo>
                  <a:lnTo>
                    <a:pt x="2156" y="309"/>
                  </a:lnTo>
                  <a:cubicBezTo>
                    <a:pt x="2156" y="135"/>
                    <a:pt x="2021" y="1"/>
                    <a:pt x="184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87"/>
            <p:cNvSpPr/>
            <p:nvPr/>
          </p:nvSpPr>
          <p:spPr>
            <a:xfrm>
              <a:off x="6048499" y="4401843"/>
              <a:ext cx="27041" cy="223275"/>
            </a:xfrm>
            <a:custGeom>
              <a:rect b="b" l="l" r="r" t="t"/>
              <a:pathLst>
                <a:path extrusionOk="0" h="8513" w="1031">
                  <a:moveTo>
                    <a:pt x="308" y="1"/>
                  </a:moveTo>
                  <a:cubicBezTo>
                    <a:pt x="135" y="1"/>
                    <a:pt x="0" y="135"/>
                    <a:pt x="0" y="309"/>
                  </a:cubicBezTo>
                  <a:lnTo>
                    <a:pt x="0" y="8513"/>
                  </a:lnTo>
                  <a:lnTo>
                    <a:pt x="722" y="8513"/>
                  </a:lnTo>
                  <a:lnTo>
                    <a:pt x="722" y="309"/>
                  </a:lnTo>
                  <a:cubicBezTo>
                    <a:pt x="722" y="135"/>
                    <a:pt x="857" y="1"/>
                    <a:pt x="103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87"/>
            <p:cNvSpPr/>
            <p:nvPr/>
          </p:nvSpPr>
          <p:spPr>
            <a:xfrm>
              <a:off x="5805554" y="4313246"/>
              <a:ext cx="290811" cy="117289"/>
            </a:xfrm>
            <a:custGeom>
              <a:rect b="b" l="l" r="r" t="t"/>
              <a:pathLst>
                <a:path extrusionOk="0" h="4472" w="11088">
                  <a:moveTo>
                    <a:pt x="8910" y="1"/>
                  </a:moveTo>
                  <a:cubicBezTo>
                    <a:pt x="8751" y="1"/>
                    <a:pt x="8658" y="176"/>
                    <a:pt x="8749" y="304"/>
                  </a:cubicBezTo>
                  <a:lnTo>
                    <a:pt x="9061" y="756"/>
                  </a:lnTo>
                  <a:cubicBezTo>
                    <a:pt x="8003" y="1392"/>
                    <a:pt x="4615" y="3177"/>
                    <a:pt x="1" y="3177"/>
                  </a:cubicBezTo>
                  <a:lnTo>
                    <a:pt x="1" y="4471"/>
                  </a:lnTo>
                  <a:cubicBezTo>
                    <a:pt x="2513" y="4461"/>
                    <a:pt x="5000" y="3980"/>
                    <a:pt x="7329" y="3047"/>
                  </a:cubicBezTo>
                  <a:cubicBezTo>
                    <a:pt x="8186" y="2705"/>
                    <a:pt x="9013" y="2296"/>
                    <a:pt x="9802" y="1825"/>
                  </a:cubicBezTo>
                  <a:lnTo>
                    <a:pt x="10081" y="2224"/>
                  </a:lnTo>
                  <a:cubicBezTo>
                    <a:pt x="10121" y="2282"/>
                    <a:pt x="10182" y="2310"/>
                    <a:pt x="10242" y="2310"/>
                  </a:cubicBezTo>
                  <a:cubicBezTo>
                    <a:pt x="10320" y="2310"/>
                    <a:pt x="10398" y="2263"/>
                    <a:pt x="10428" y="2176"/>
                  </a:cubicBezTo>
                  <a:lnTo>
                    <a:pt x="11044" y="323"/>
                  </a:lnTo>
                  <a:cubicBezTo>
                    <a:pt x="11087" y="203"/>
                    <a:pt x="10996" y="73"/>
                    <a:pt x="10866" y="68"/>
                  </a:cubicBezTo>
                  <a:lnTo>
                    <a:pt x="8917" y="1"/>
                  </a:lnTo>
                  <a:cubicBezTo>
                    <a:pt x="8915" y="1"/>
                    <a:pt x="8913" y="1"/>
                    <a:pt x="8910"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87"/>
            <p:cNvSpPr/>
            <p:nvPr/>
          </p:nvSpPr>
          <p:spPr>
            <a:xfrm>
              <a:off x="5787274" y="4492196"/>
              <a:ext cx="66146" cy="137589"/>
            </a:xfrm>
            <a:custGeom>
              <a:rect b="b" l="l" r="r" t="t"/>
              <a:pathLst>
                <a:path extrusionOk="0" h="5246" w="2522">
                  <a:moveTo>
                    <a:pt x="2031" y="357"/>
                  </a:moveTo>
                  <a:cubicBezTo>
                    <a:pt x="2098" y="357"/>
                    <a:pt x="2156" y="415"/>
                    <a:pt x="2156" y="487"/>
                  </a:cubicBezTo>
                  <a:lnTo>
                    <a:pt x="2156" y="4885"/>
                  </a:lnTo>
                  <a:lnTo>
                    <a:pt x="361" y="4885"/>
                  </a:lnTo>
                  <a:lnTo>
                    <a:pt x="361" y="487"/>
                  </a:lnTo>
                  <a:cubicBezTo>
                    <a:pt x="361" y="415"/>
                    <a:pt x="419" y="357"/>
                    <a:pt x="491" y="357"/>
                  </a:cubicBezTo>
                  <a:close/>
                  <a:moveTo>
                    <a:pt x="482" y="1"/>
                  </a:moveTo>
                  <a:cubicBezTo>
                    <a:pt x="217" y="1"/>
                    <a:pt x="0" y="220"/>
                    <a:pt x="0" y="487"/>
                  </a:cubicBezTo>
                  <a:lnTo>
                    <a:pt x="0" y="5068"/>
                  </a:lnTo>
                  <a:cubicBezTo>
                    <a:pt x="0" y="5164"/>
                    <a:pt x="82" y="5246"/>
                    <a:pt x="183" y="5246"/>
                  </a:cubicBezTo>
                  <a:lnTo>
                    <a:pt x="2339" y="5246"/>
                  </a:lnTo>
                  <a:cubicBezTo>
                    <a:pt x="2440" y="5246"/>
                    <a:pt x="2521" y="5164"/>
                    <a:pt x="2521" y="5068"/>
                  </a:cubicBezTo>
                  <a:lnTo>
                    <a:pt x="2521" y="487"/>
                  </a:lnTo>
                  <a:cubicBezTo>
                    <a:pt x="2517" y="220"/>
                    <a:pt x="2305" y="1"/>
                    <a:pt x="2039" y="1"/>
                  </a:cubicBezTo>
                  <a:cubicBezTo>
                    <a:pt x="2036" y="1"/>
                    <a:pt x="2034" y="1"/>
                    <a:pt x="2031" y="1"/>
                  </a:cubicBezTo>
                  <a:lnTo>
                    <a:pt x="491" y="1"/>
                  </a:lnTo>
                  <a:cubicBezTo>
                    <a:pt x="488" y="1"/>
                    <a:pt x="485"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87"/>
            <p:cNvSpPr/>
            <p:nvPr/>
          </p:nvSpPr>
          <p:spPr>
            <a:xfrm>
              <a:off x="5872697" y="4460409"/>
              <a:ext cx="66172" cy="169377"/>
            </a:xfrm>
            <a:custGeom>
              <a:rect b="b" l="l" r="r" t="t"/>
              <a:pathLst>
                <a:path extrusionOk="0" h="6458" w="2523">
                  <a:moveTo>
                    <a:pt x="2031" y="361"/>
                  </a:moveTo>
                  <a:cubicBezTo>
                    <a:pt x="2099" y="361"/>
                    <a:pt x="2161" y="419"/>
                    <a:pt x="2161" y="491"/>
                  </a:cubicBezTo>
                  <a:lnTo>
                    <a:pt x="2161" y="6097"/>
                  </a:lnTo>
                  <a:lnTo>
                    <a:pt x="362" y="6097"/>
                  </a:lnTo>
                  <a:lnTo>
                    <a:pt x="362" y="491"/>
                  </a:lnTo>
                  <a:cubicBezTo>
                    <a:pt x="362" y="419"/>
                    <a:pt x="419" y="361"/>
                    <a:pt x="491" y="361"/>
                  </a:cubicBezTo>
                  <a:close/>
                  <a:moveTo>
                    <a:pt x="491" y="0"/>
                  </a:moveTo>
                  <a:cubicBezTo>
                    <a:pt x="222" y="0"/>
                    <a:pt x="1" y="222"/>
                    <a:pt x="1" y="491"/>
                  </a:cubicBezTo>
                  <a:lnTo>
                    <a:pt x="1" y="6280"/>
                  </a:lnTo>
                  <a:cubicBezTo>
                    <a:pt x="1" y="6381"/>
                    <a:pt x="82" y="6458"/>
                    <a:pt x="184" y="6458"/>
                  </a:cubicBezTo>
                  <a:lnTo>
                    <a:pt x="2339" y="6458"/>
                  </a:lnTo>
                  <a:cubicBezTo>
                    <a:pt x="2440" y="6458"/>
                    <a:pt x="2522" y="6381"/>
                    <a:pt x="2522" y="6280"/>
                  </a:cubicBezTo>
                  <a:lnTo>
                    <a:pt x="2522" y="491"/>
                  </a:lnTo>
                  <a:cubicBezTo>
                    <a:pt x="2522" y="222"/>
                    <a:pt x="2301" y="0"/>
                    <a:pt x="20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87"/>
            <p:cNvSpPr/>
            <p:nvPr/>
          </p:nvSpPr>
          <p:spPr>
            <a:xfrm>
              <a:off x="5958277" y="4428726"/>
              <a:ext cx="66015" cy="201060"/>
            </a:xfrm>
            <a:custGeom>
              <a:rect b="b" l="l" r="r" t="t"/>
              <a:pathLst>
                <a:path extrusionOk="0" h="7666" w="2517">
                  <a:moveTo>
                    <a:pt x="2031" y="362"/>
                  </a:moveTo>
                  <a:cubicBezTo>
                    <a:pt x="2098" y="362"/>
                    <a:pt x="2156" y="419"/>
                    <a:pt x="2156" y="491"/>
                  </a:cubicBezTo>
                  <a:lnTo>
                    <a:pt x="2156" y="7305"/>
                  </a:lnTo>
                  <a:lnTo>
                    <a:pt x="361" y="7305"/>
                  </a:lnTo>
                  <a:lnTo>
                    <a:pt x="361" y="491"/>
                  </a:lnTo>
                  <a:cubicBezTo>
                    <a:pt x="361" y="419"/>
                    <a:pt x="419" y="362"/>
                    <a:pt x="486" y="362"/>
                  </a:cubicBezTo>
                  <a:close/>
                  <a:moveTo>
                    <a:pt x="486" y="1"/>
                  </a:moveTo>
                  <a:cubicBezTo>
                    <a:pt x="217" y="1"/>
                    <a:pt x="0" y="222"/>
                    <a:pt x="0" y="491"/>
                  </a:cubicBezTo>
                  <a:lnTo>
                    <a:pt x="0" y="7488"/>
                  </a:lnTo>
                  <a:cubicBezTo>
                    <a:pt x="0" y="7589"/>
                    <a:pt x="82" y="7666"/>
                    <a:pt x="178" y="7666"/>
                  </a:cubicBezTo>
                  <a:lnTo>
                    <a:pt x="2339" y="7666"/>
                  </a:lnTo>
                  <a:cubicBezTo>
                    <a:pt x="2435" y="7666"/>
                    <a:pt x="2517" y="7589"/>
                    <a:pt x="2517" y="7488"/>
                  </a:cubicBezTo>
                  <a:lnTo>
                    <a:pt x="2517" y="491"/>
                  </a:lnTo>
                  <a:cubicBezTo>
                    <a:pt x="2517" y="222"/>
                    <a:pt x="2300" y="1"/>
                    <a:pt x="20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87"/>
            <p:cNvSpPr/>
            <p:nvPr/>
          </p:nvSpPr>
          <p:spPr>
            <a:xfrm>
              <a:off x="6043831" y="4397043"/>
              <a:ext cx="66015" cy="232743"/>
            </a:xfrm>
            <a:custGeom>
              <a:rect b="b" l="l" r="r" t="t"/>
              <a:pathLst>
                <a:path extrusionOk="0" h="8874" w="2517">
                  <a:moveTo>
                    <a:pt x="2026" y="362"/>
                  </a:moveTo>
                  <a:cubicBezTo>
                    <a:pt x="2098" y="362"/>
                    <a:pt x="2156" y="420"/>
                    <a:pt x="2156" y="492"/>
                  </a:cubicBezTo>
                  <a:lnTo>
                    <a:pt x="2156" y="8513"/>
                  </a:lnTo>
                  <a:lnTo>
                    <a:pt x="356" y="8513"/>
                  </a:lnTo>
                  <a:lnTo>
                    <a:pt x="356" y="492"/>
                  </a:lnTo>
                  <a:cubicBezTo>
                    <a:pt x="356" y="420"/>
                    <a:pt x="414" y="362"/>
                    <a:pt x="486" y="362"/>
                  </a:cubicBezTo>
                  <a:close/>
                  <a:moveTo>
                    <a:pt x="486" y="1"/>
                  </a:moveTo>
                  <a:cubicBezTo>
                    <a:pt x="217" y="1"/>
                    <a:pt x="0" y="222"/>
                    <a:pt x="0" y="492"/>
                  </a:cubicBezTo>
                  <a:lnTo>
                    <a:pt x="0" y="8696"/>
                  </a:lnTo>
                  <a:cubicBezTo>
                    <a:pt x="0" y="8792"/>
                    <a:pt x="77" y="8874"/>
                    <a:pt x="178" y="8874"/>
                  </a:cubicBezTo>
                  <a:lnTo>
                    <a:pt x="2334" y="8874"/>
                  </a:lnTo>
                  <a:cubicBezTo>
                    <a:pt x="2435" y="8874"/>
                    <a:pt x="2517" y="8792"/>
                    <a:pt x="2517" y="8696"/>
                  </a:cubicBezTo>
                  <a:lnTo>
                    <a:pt x="2517" y="492"/>
                  </a:lnTo>
                  <a:cubicBezTo>
                    <a:pt x="2517" y="222"/>
                    <a:pt x="2296" y="1"/>
                    <a:pt x="20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87"/>
            <p:cNvSpPr/>
            <p:nvPr/>
          </p:nvSpPr>
          <p:spPr>
            <a:xfrm>
              <a:off x="5848856" y="4308578"/>
              <a:ext cx="252912" cy="90144"/>
            </a:xfrm>
            <a:custGeom>
              <a:rect b="b" l="l" r="r" t="t"/>
              <a:pathLst>
                <a:path extrusionOk="0" h="3437" w="9643">
                  <a:moveTo>
                    <a:pt x="7258" y="1"/>
                  </a:moveTo>
                  <a:cubicBezTo>
                    <a:pt x="6958" y="1"/>
                    <a:pt x="6778" y="341"/>
                    <a:pt x="6948" y="593"/>
                  </a:cubicBezTo>
                  <a:lnTo>
                    <a:pt x="7155" y="881"/>
                  </a:lnTo>
                  <a:cubicBezTo>
                    <a:pt x="6102" y="1493"/>
                    <a:pt x="3619" y="2720"/>
                    <a:pt x="236" y="3076"/>
                  </a:cubicBezTo>
                  <a:cubicBezTo>
                    <a:pt x="0" y="3090"/>
                    <a:pt x="14" y="3437"/>
                    <a:pt x="241" y="3437"/>
                  </a:cubicBezTo>
                  <a:cubicBezTo>
                    <a:pt x="246" y="3437"/>
                    <a:pt x="251" y="3437"/>
                    <a:pt x="255" y="3436"/>
                  </a:cubicBezTo>
                  <a:lnTo>
                    <a:pt x="275" y="3436"/>
                  </a:lnTo>
                  <a:cubicBezTo>
                    <a:pt x="3922" y="3052"/>
                    <a:pt x="6549" y="1671"/>
                    <a:pt x="7507" y="1098"/>
                  </a:cubicBezTo>
                  <a:cubicBezTo>
                    <a:pt x="7593" y="1045"/>
                    <a:pt x="7622" y="925"/>
                    <a:pt x="7559" y="838"/>
                  </a:cubicBezTo>
                  <a:lnTo>
                    <a:pt x="7247" y="386"/>
                  </a:lnTo>
                  <a:cubicBezTo>
                    <a:pt x="7237" y="376"/>
                    <a:pt x="7247" y="362"/>
                    <a:pt x="7261" y="362"/>
                  </a:cubicBezTo>
                  <a:lnTo>
                    <a:pt x="9210" y="429"/>
                  </a:lnTo>
                  <a:cubicBezTo>
                    <a:pt x="9220" y="434"/>
                    <a:pt x="9229" y="444"/>
                    <a:pt x="9224" y="453"/>
                  </a:cubicBezTo>
                  <a:lnTo>
                    <a:pt x="8608" y="2301"/>
                  </a:lnTo>
                  <a:cubicBezTo>
                    <a:pt x="8606" y="2309"/>
                    <a:pt x="8600" y="2312"/>
                    <a:pt x="8594" y="2312"/>
                  </a:cubicBezTo>
                  <a:cubicBezTo>
                    <a:pt x="8589" y="2312"/>
                    <a:pt x="8584" y="2310"/>
                    <a:pt x="8580" y="2306"/>
                  </a:cubicBezTo>
                  <a:lnTo>
                    <a:pt x="8300" y="1906"/>
                  </a:lnTo>
                  <a:cubicBezTo>
                    <a:pt x="8266" y="1856"/>
                    <a:pt x="8209" y="1829"/>
                    <a:pt x="8151" y="1829"/>
                  </a:cubicBezTo>
                  <a:cubicBezTo>
                    <a:pt x="8120" y="1829"/>
                    <a:pt x="8089" y="1837"/>
                    <a:pt x="8060" y="1853"/>
                  </a:cubicBezTo>
                  <a:cubicBezTo>
                    <a:pt x="7391" y="2258"/>
                    <a:pt x="6693" y="2609"/>
                    <a:pt x="5976" y="2912"/>
                  </a:cubicBezTo>
                  <a:cubicBezTo>
                    <a:pt x="5768" y="2987"/>
                    <a:pt x="5855" y="3267"/>
                    <a:pt x="6029" y="3267"/>
                  </a:cubicBezTo>
                  <a:cubicBezTo>
                    <a:pt x="6056" y="3267"/>
                    <a:pt x="6085" y="3260"/>
                    <a:pt x="6116" y="3244"/>
                  </a:cubicBezTo>
                  <a:cubicBezTo>
                    <a:pt x="6799" y="2955"/>
                    <a:pt x="7463" y="2623"/>
                    <a:pt x="8098" y="2248"/>
                  </a:cubicBezTo>
                  <a:lnTo>
                    <a:pt x="8281" y="2513"/>
                  </a:lnTo>
                  <a:cubicBezTo>
                    <a:pt x="8358" y="2621"/>
                    <a:pt x="8475" y="2672"/>
                    <a:pt x="8590" y="2672"/>
                  </a:cubicBezTo>
                  <a:cubicBezTo>
                    <a:pt x="8742" y="2672"/>
                    <a:pt x="8893" y="2583"/>
                    <a:pt x="8950" y="2416"/>
                  </a:cubicBezTo>
                  <a:lnTo>
                    <a:pt x="9566" y="564"/>
                  </a:lnTo>
                  <a:cubicBezTo>
                    <a:pt x="9643" y="328"/>
                    <a:pt x="9475" y="78"/>
                    <a:pt x="9220" y="68"/>
                  </a:cubicBezTo>
                  <a:lnTo>
                    <a:pt x="7271" y="1"/>
                  </a:lnTo>
                  <a:cubicBezTo>
                    <a:pt x="7267" y="1"/>
                    <a:pt x="7262" y="1"/>
                    <a:pt x="7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87"/>
            <p:cNvSpPr/>
            <p:nvPr/>
          </p:nvSpPr>
          <p:spPr>
            <a:xfrm>
              <a:off x="5800886" y="4390722"/>
              <a:ext cx="194975" cy="44482"/>
            </a:xfrm>
            <a:custGeom>
              <a:rect b="b" l="l" r="r" t="t"/>
              <a:pathLst>
                <a:path extrusionOk="0" h="1696" w="7434">
                  <a:moveTo>
                    <a:pt x="1367" y="1"/>
                  </a:moveTo>
                  <a:cubicBezTo>
                    <a:pt x="1362" y="1"/>
                    <a:pt x="1358" y="1"/>
                    <a:pt x="1353" y="1"/>
                  </a:cubicBezTo>
                  <a:cubicBezTo>
                    <a:pt x="958" y="30"/>
                    <a:pt x="569" y="40"/>
                    <a:pt x="179" y="40"/>
                  </a:cubicBezTo>
                  <a:cubicBezTo>
                    <a:pt x="83" y="40"/>
                    <a:pt x="1" y="122"/>
                    <a:pt x="1" y="223"/>
                  </a:cubicBezTo>
                  <a:lnTo>
                    <a:pt x="1" y="1517"/>
                  </a:lnTo>
                  <a:cubicBezTo>
                    <a:pt x="1" y="1618"/>
                    <a:pt x="83" y="1695"/>
                    <a:pt x="179" y="1695"/>
                  </a:cubicBezTo>
                  <a:cubicBezTo>
                    <a:pt x="2585" y="1690"/>
                    <a:pt x="4967" y="1248"/>
                    <a:pt x="7218" y="401"/>
                  </a:cubicBezTo>
                  <a:cubicBezTo>
                    <a:pt x="7433" y="333"/>
                    <a:pt x="7353" y="45"/>
                    <a:pt x="7172" y="45"/>
                  </a:cubicBezTo>
                  <a:cubicBezTo>
                    <a:pt x="7146" y="45"/>
                    <a:pt x="7118" y="51"/>
                    <a:pt x="7088" y="64"/>
                  </a:cubicBezTo>
                  <a:cubicBezTo>
                    <a:pt x="4938" y="877"/>
                    <a:pt x="2662" y="1305"/>
                    <a:pt x="362" y="1334"/>
                  </a:cubicBezTo>
                  <a:lnTo>
                    <a:pt x="362" y="401"/>
                  </a:lnTo>
                  <a:cubicBezTo>
                    <a:pt x="694" y="401"/>
                    <a:pt x="1040" y="386"/>
                    <a:pt x="1372" y="362"/>
                  </a:cubicBezTo>
                  <a:cubicBezTo>
                    <a:pt x="1608" y="348"/>
                    <a:pt x="1590" y="1"/>
                    <a:pt x="13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6" name="Google Shape;16406;p87"/>
          <p:cNvGrpSpPr/>
          <p:nvPr/>
        </p:nvGrpSpPr>
        <p:grpSpPr>
          <a:xfrm>
            <a:off x="7139485" y="4289668"/>
            <a:ext cx="253200" cy="360418"/>
            <a:chOff x="7139485" y="4289668"/>
            <a:chExt cx="253200" cy="360418"/>
          </a:xfrm>
        </p:grpSpPr>
        <p:sp>
          <p:nvSpPr>
            <p:cNvPr id="16407" name="Google Shape;16407;p87"/>
            <p:cNvSpPr/>
            <p:nvPr/>
          </p:nvSpPr>
          <p:spPr>
            <a:xfrm>
              <a:off x="7243477" y="4402105"/>
              <a:ext cx="50881" cy="50750"/>
            </a:xfrm>
            <a:custGeom>
              <a:rect b="b" l="l" r="r" t="t"/>
              <a:pathLst>
                <a:path extrusionOk="0" h="1935" w="1940">
                  <a:moveTo>
                    <a:pt x="1" y="0"/>
                  </a:moveTo>
                  <a:lnTo>
                    <a:pt x="1" y="1935"/>
                  </a:lnTo>
                  <a:lnTo>
                    <a:pt x="1940" y="1935"/>
                  </a:lnTo>
                  <a:lnTo>
                    <a:pt x="1940"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87"/>
            <p:cNvSpPr/>
            <p:nvPr/>
          </p:nvSpPr>
          <p:spPr>
            <a:xfrm>
              <a:off x="7243477" y="4402105"/>
              <a:ext cx="50881" cy="33912"/>
            </a:xfrm>
            <a:custGeom>
              <a:rect b="b" l="l" r="r" t="t"/>
              <a:pathLst>
                <a:path extrusionOk="0" h="1293" w="1940">
                  <a:moveTo>
                    <a:pt x="1" y="0"/>
                  </a:moveTo>
                  <a:lnTo>
                    <a:pt x="1" y="1083"/>
                  </a:lnTo>
                  <a:cubicBezTo>
                    <a:pt x="309" y="1223"/>
                    <a:pt x="640" y="1292"/>
                    <a:pt x="970" y="1292"/>
                  </a:cubicBezTo>
                  <a:cubicBezTo>
                    <a:pt x="1301" y="1292"/>
                    <a:pt x="1632" y="1223"/>
                    <a:pt x="1940" y="1083"/>
                  </a:cubicBezTo>
                  <a:lnTo>
                    <a:pt x="194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87"/>
            <p:cNvSpPr/>
            <p:nvPr/>
          </p:nvSpPr>
          <p:spPr>
            <a:xfrm>
              <a:off x="7189842" y="4435912"/>
              <a:ext cx="158152" cy="73489"/>
            </a:xfrm>
            <a:custGeom>
              <a:rect b="b" l="l" r="r" t="t"/>
              <a:pathLst>
                <a:path extrusionOk="0" h="2802" w="6030">
                  <a:moveTo>
                    <a:pt x="2156" y="1"/>
                  </a:moveTo>
                  <a:lnTo>
                    <a:pt x="617" y="463"/>
                  </a:lnTo>
                  <a:cubicBezTo>
                    <a:pt x="251" y="574"/>
                    <a:pt x="1" y="906"/>
                    <a:pt x="6" y="1290"/>
                  </a:cubicBezTo>
                  <a:lnTo>
                    <a:pt x="6" y="2801"/>
                  </a:lnTo>
                  <a:lnTo>
                    <a:pt x="6030" y="2801"/>
                  </a:lnTo>
                  <a:lnTo>
                    <a:pt x="6030" y="1290"/>
                  </a:lnTo>
                  <a:cubicBezTo>
                    <a:pt x="6030" y="906"/>
                    <a:pt x="5780" y="574"/>
                    <a:pt x="5414" y="463"/>
                  </a:cubicBezTo>
                  <a:lnTo>
                    <a:pt x="3879" y="1"/>
                  </a:lnTo>
                  <a:lnTo>
                    <a:pt x="3018" y="646"/>
                  </a:lnTo>
                  <a:lnTo>
                    <a:pt x="2156"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87"/>
            <p:cNvSpPr/>
            <p:nvPr/>
          </p:nvSpPr>
          <p:spPr>
            <a:xfrm>
              <a:off x="7189973" y="4456868"/>
              <a:ext cx="28168" cy="52534"/>
            </a:xfrm>
            <a:custGeom>
              <a:rect b="b" l="l" r="r" t="t"/>
              <a:pathLst>
                <a:path extrusionOk="0" h="2003" w="1074">
                  <a:moveTo>
                    <a:pt x="150" y="1"/>
                  </a:moveTo>
                  <a:cubicBezTo>
                    <a:pt x="54" y="145"/>
                    <a:pt x="1" y="313"/>
                    <a:pt x="1" y="491"/>
                  </a:cubicBezTo>
                  <a:lnTo>
                    <a:pt x="1" y="2002"/>
                  </a:lnTo>
                  <a:lnTo>
                    <a:pt x="1074" y="2002"/>
                  </a:lnTo>
                  <a:lnTo>
                    <a:pt x="1074" y="1194"/>
                  </a:lnTo>
                  <a:cubicBezTo>
                    <a:pt x="1074" y="1021"/>
                    <a:pt x="1006" y="857"/>
                    <a:pt x="886" y="737"/>
                  </a:cubicBezTo>
                  <a:lnTo>
                    <a:pt x="150" y="1"/>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87"/>
            <p:cNvSpPr/>
            <p:nvPr/>
          </p:nvSpPr>
          <p:spPr>
            <a:xfrm>
              <a:off x="7319720" y="4456868"/>
              <a:ext cx="28273" cy="52534"/>
            </a:xfrm>
            <a:custGeom>
              <a:rect b="b" l="l" r="r" t="t"/>
              <a:pathLst>
                <a:path extrusionOk="0" h="2003" w="1078">
                  <a:moveTo>
                    <a:pt x="924" y="1"/>
                  </a:moveTo>
                  <a:lnTo>
                    <a:pt x="188" y="737"/>
                  </a:lnTo>
                  <a:cubicBezTo>
                    <a:pt x="67" y="857"/>
                    <a:pt x="0" y="1021"/>
                    <a:pt x="0" y="1194"/>
                  </a:cubicBezTo>
                  <a:lnTo>
                    <a:pt x="0" y="2002"/>
                  </a:lnTo>
                  <a:lnTo>
                    <a:pt x="1078" y="2002"/>
                  </a:lnTo>
                  <a:lnTo>
                    <a:pt x="1078" y="491"/>
                  </a:lnTo>
                  <a:cubicBezTo>
                    <a:pt x="1078" y="313"/>
                    <a:pt x="1020" y="145"/>
                    <a:pt x="924"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87"/>
            <p:cNvSpPr/>
            <p:nvPr/>
          </p:nvSpPr>
          <p:spPr>
            <a:xfrm>
              <a:off x="7223806" y="4334464"/>
              <a:ext cx="90380" cy="84584"/>
            </a:xfrm>
            <a:custGeom>
              <a:rect b="b" l="l" r="r" t="t"/>
              <a:pathLst>
                <a:path extrusionOk="0" h="3225" w="3446">
                  <a:moveTo>
                    <a:pt x="0" y="0"/>
                  </a:moveTo>
                  <a:lnTo>
                    <a:pt x="0" y="1502"/>
                  </a:lnTo>
                  <a:cubicBezTo>
                    <a:pt x="0" y="2454"/>
                    <a:pt x="770" y="3224"/>
                    <a:pt x="1723" y="3224"/>
                  </a:cubicBezTo>
                  <a:cubicBezTo>
                    <a:pt x="2671" y="3224"/>
                    <a:pt x="3445" y="2454"/>
                    <a:pt x="3445" y="1502"/>
                  </a:cubicBezTo>
                  <a:lnTo>
                    <a:pt x="3445" y="0"/>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87"/>
            <p:cNvSpPr/>
            <p:nvPr/>
          </p:nvSpPr>
          <p:spPr>
            <a:xfrm>
              <a:off x="7223806" y="4334333"/>
              <a:ext cx="43433" cy="84584"/>
            </a:xfrm>
            <a:custGeom>
              <a:rect b="b" l="l" r="r" t="t"/>
              <a:pathLst>
                <a:path extrusionOk="0" h="3225" w="1656">
                  <a:moveTo>
                    <a:pt x="0" y="0"/>
                  </a:moveTo>
                  <a:lnTo>
                    <a:pt x="0" y="1507"/>
                  </a:lnTo>
                  <a:cubicBezTo>
                    <a:pt x="0" y="2430"/>
                    <a:pt x="732" y="3191"/>
                    <a:pt x="1655" y="3224"/>
                  </a:cubicBezTo>
                  <a:cubicBezTo>
                    <a:pt x="1290" y="2897"/>
                    <a:pt x="1073" y="2430"/>
                    <a:pt x="1073" y="1940"/>
                  </a:cubicBezTo>
                  <a:lnTo>
                    <a:pt x="107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87"/>
            <p:cNvSpPr/>
            <p:nvPr/>
          </p:nvSpPr>
          <p:spPr>
            <a:xfrm>
              <a:off x="7218246" y="4294834"/>
              <a:ext cx="101605" cy="73463"/>
            </a:xfrm>
            <a:custGeom>
              <a:rect b="b" l="l" r="r" t="t"/>
              <a:pathLst>
                <a:path extrusionOk="0" h="2801" w="3874">
                  <a:moveTo>
                    <a:pt x="1290" y="0"/>
                  </a:moveTo>
                  <a:cubicBezTo>
                    <a:pt x="578" y="0"/>
                    <a:pt x="0" y="578"/>
                    <a:pt x="0" y="1290"/>
                  </a:cubicBezTo>
                  <a:lnTo>
                    <a:pt x="0" y="1896"/>
                  </a:lnTo>
                  <a:cubicBezTo>
                    <a:pt x="0" y="2065"/>
                    <a:pt x="39" y="2228"/>
                    <a:pt x="111" y="2377"/>
                  </a:cubicBezTo>
                  <a:lnTo>
                    <a:pt x="212" y="2584"/>
                  </a:lnTo>
                  <a:lnTo>
                    <a:pt x="212" y="2801"/>
                  </a:lnTo>
                  <a:lnTo>
                    <a:pt x="563" y="2681"/>
                  </a:lnTo>
                  <a:cubicBezTo>
                    <a:pt x="737" y="2623"/>
                    <a:pt x="857" y="2459"/>
                    <a:pt x="857" y="2272"/>
                  </a:cubicBezTo>
                  <a:lnTo>
                    <a:pt x="857" y="1887"/>
                  </a:lnTo>
                  <a:cubicBezTo>
                    <a:pt x="857" y="1786"/>
                    <a:pt x="919" y="1699"/>
                    <a:pt x="1016" y="1675"/>
                  </a:cubicBezTo>
                  <a:cubicBezTo>
                    <a:pt x="1180" y="1635"/>
                    <a:pt x="1456" y="1581"/>
                    <a:pt x="1781" y="1581"/>
                  </a:cubicBezTo>
                  <a:cubicBezTo>
                    <a:pt x="2197" y="1581"/>
                    <a:pt x="2692" y="1669"/>
                    <a:pt x="3138" y="1988"/>
                  </a:cubicBezTo>
                  <a:cubicBezTo>
                    <a:pt x="3191" y="2031"/>
                    <a:pt x="3224" y="2094"/>
                    <a:pt x="3224" y="2166"/>
                  </a:cubicBezTo>
                  <a:lnTo>
                    <a:pt x="3224" y="2320"/>
                  </a:lnTo>
                  <a:cubicBezTo>
                    <a:pt x="3224" y="2483"/>
                    <a:pt x="3316" y="2632"/>
                    <a:pt x="3465" y="2705"/>
                  </a:cubicBezTo>
                  <a:lnTo>
                    <a:pt x="3657" y="2801"/>
                  </a:lnTo>
                  <a:lnTo>
                    <a:pt x="3758" y="2377"/>
                  </a:lnTo>
                  <a:cubicBezTo>
                    <a:pt x="3835" y="2228"/>
                    <a:pt x="3874" y="2065"/>
                    <a:pt x="3874" y="1896"/>
                  </a:cubicBezTo>
                  <a:lnTo>
                    <a:pt x="387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87"/>
            <p:cNvSpPr/>
            <p:nvPr/>
          </p:nvSpPr>
          <p:spPr>
            <a:xfrm>
              <a:off x="7218115" y="4294834"/>
              <a:ext cx="42934" cy="73463"/>
            </a:xfrm>
            <a:custGeom>
              <a:rect b="b" l="l" r="r" t="t"/>
              <a:pathLst>
                <a:path extrusionOk="0" h="2801" w="1637">
                  <a:moveTo>
                    <a:pt x="1290" y="0"/>
                  </a:moveTo>
                  <a:cubicBezTo>
                    <a:pt x="578" y="0"/>
                    <a:pt x="1" y="578"/>
                    <a:pt x="1" y="1295"/>
                  </a:cubicBezTo>
                  <a:lnTo>
                    <a:pt x="1" y="1901"/>
                  </a:lnTo>
                  <a:cubicBezTo>
                    <a:pt x="1" y="2065"/>
                    <a:pt x="39" y="2233"/>
                    <a:pt x="116" y="2382"/>
                  </a:cubicBezTo>
                  <a:lnTo>
                    <a:pt x="217" y="2584"/>
                  </a:lnTo>
                  <a:lnTo>
                    <a:pt x="217" y="2801"/>
                  </a:lnTo>
                  <a:lnTo>
                    <a:pt x="568" y="2681"/>
                  </a:lnTo>
                  <a:cubicBezTo>
                    <a:pt x="742" y="2623"/>
                    <a:pt x="862" y="2459"/>
                    <a:pt x="862" y="2276"/>
                  </a:cubicBezTo>
                  <a:lnTo>
                    <a:pt x="862" y="1887"/>
                  </a:lnTo>
                  <a:cubicBezTo>
                    <a:pt x="862" y="1786"/>
                    <a:pt x="924" y="1704"/>
                    <a:pt x="1021" y="1675"/>
                  </a:cubicBezTo>
                  <a:cubicBezTo>
                    <a:pt x="1175" y="1636"/>
                    <a:pt x="1329" y="1612"/>
                    <a:pt x="1483" y="1598"/>
                  </a:cubicBezTo>
                  <a:cubicBezTo>
                    <a:pt x="1083" y="1545"/>
                    <a:pt x="819" y="1174"/>
                    <a:pt x="819" y="818"/>
                  </a:cubicBezTo>
                  <a:cubicBezTo>
                    <a:pt x="819" y="366"/>
                    <a:pt x="1184" y="0"/>
                    <a:pt x="163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87"/>
            <p:cNvSpPr/>
            <p:nvPr/>
          </p:nvSpPr>
          <p:spPr>
            <a:xfrm>
              <a:off x="7257613" y="4622206"/>
              <a:ext cx="22608" cy="22608"/>
            </a:xfrm>
            <a:custGeom>
              <a:rect b="b" l="l" r="r" t="t"/>
              <a:pathLst>
                <a:path extrusionOk="0" h="862" w="862">
                  <a:moveTo>
                    <a:pt x="434" y="0"/>
                  </a:moveTo>
                  <a:cubicBezTo>
                    <a:pt x="193" y="0"/>
                    <a:pt x="1" y="193"/>
                    <a:pt x="1" y="428"/>
                  </a:cubicBezTo>
                  <a:cubicBezTo>
                    <a:pt x="1" y="669"/>
                    <a:pt x="193" y="861"/>
                    <a:pt x="434" y="861"/>
                  </a:cubicBezTo>
                  <a:cubicBezTo>
                    <a:pt x="670" y="861"/>
                    <a:pt x="862" y="669"/>
                    <a:pt x="862" y="428"/>
                  </a:cubicBezTo>
                  <a:cubicBezTo>
                    <a:pt x="862" y="193"/>
                    <a:pt x="670" y="0"/>
                    <a:pt x="434"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87"/>
            <p:cNvSpPr/>
            <p:nvPr/>
          </p:nvSpPr>
          <p:spPr>
            <a:xfrm>
              <a:off x="7150343" y="4622206"/>
              <a:ext cx="22634" cy="22608"/>
            </a:xfrm>
            <a:custGeom>
              <a:rect b="b" l="l" r="r" t="t"/>
              <a:pathLst>
                <a:path extrusionOk="0" h="862" w="863">
                  <a:moveTo>
                    <a:pt x="434" y="0"/>
                  </a:moveTo>
                  <a:cubicBezTo>
                    <a:pt x="198" y="0"/>
                    <a:pt x="1" y="193"/>
                    <a:pt x="1" y="428"/>
                  </a:cubicBezTo>
                  <a:cubicBezTo>
                    <a:pt x="1" y="669"/>
                    <a:pt x="198" y="861"/>
                    <a:pt x="434" y="861"/>
                  </a:cubicBezTo>
                  <a:cubicBezTo>
                    <a:pt x="670" y="861"/>
                    <a:pt x="862" y="669"/>
                    <a:pt x="862" y="428"/>
                  </a:cubicBezTo>
                  <a:cubicBezTo>
                    <a:pt x="862" y="193"/>
                    <a:pt x="670" y="0"/>
                    <a:pt x="43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87"/>
            <p:cNvSpPr/>
            <p:nvPr/>
          </p:nvSpPr>
          <p:spPr>
            <a:xfrm>
              <a:off x="7364884" y="4622206"/>
              <a:ext cx="22608" cy="22608"/>
            </a:xfrm>
            <a:custGeom>
              <a:rect b="b" l="l" r="r" t="t"/>
              <a:pathLst>
                <a:path extrusionOk="0" h="862" w="862">
                  <a:moveTo>
                    <a:pt x="429" y="0"/>
                  </a:moveTo>
                  <a:cubicBezTo>
                    <a:pt x="193" y="0"/>
                    <a:pt x="1" y="193"/>
                    <a:pt x="1" y="428"/>
                  </a:cubicBezTo>
                  <a:cubicBezTo>
                    <a:pt x="1" y="669"/>
                    <a:pt x="193" y="861"/>
                    <a:pt x="429" y="861"/>
                  </a:cubicBezTo>
                  <a:cubicBezTo>
                    <a:pt x="670" y="861"/>
                    <a:pt x="862" y="669"/>
                    <a:pt x="862" y="428"/>
                  </a:cubicBezTo>
                  <a:cubicBezTo>
                    <a:pt x="862" y="193"/>
                    <a:pt x="670" y="0"/>
                    <a:pt x="42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87"/>
            <p:cNvSpPr/>
            <p:nvPr/>
          </p:nvSpPr>
          <p:spPr>
            <a:xfrm>
              <a:off x="7184675" y="4289668"/>
              <a:ext cx="168748" cy="224901"/>
            </a:xfrm>
            <a:custGeom>
              <a:rect b="b" l="l" r="r" t="t"/>
              <a:pathLst>
                <a:path extrusionOk="0" h="8575" w="6434">
                  <a:moveTo>
                    <a:pt x="4947" y="400"/>
                  </a:moveTo>
                  <a:lnTo>
                    <a:pt x="4947" y="2093"/>
                  </a:lnTo>
                  <a:cubicBezTo>
                    <a:pt x="4947" y="2228"/>
                    <a:pt x="4918" y="2363"/>
                    <a:pt x="4856" y="2483"/>
                  </a:cubicBezTo>
                  <a:lnTo>
                    <a:pt x="4755" y="2690"/>
                  </a:lnTo>
                  <a:cubicBezTo>
                    <a:pt x="4740" y="2719"/>
                    <a:pt x="4735" y="2748"/>
                    <a:pt x="4735" y="2781"/>
                  </a:cubicBezTo>
                  <a:lnTo>
                    <a:pt x="4735" y="3210"/>
                  </a:lnTo>
                  <a:cubicBezTo>
                    <a:pt x="4735" y="4053"/>
                    <a:pt x="4051" y="4729"/>
                    <a:pt x="3219" y="4729"/>
                  </a:cubicBezTo>
                  <a:cubicBezTo>
                    <a:pt x="3182" y="4729"/>
                    <a:pt x="3146" y="4728"/>
                    <a:pt x="3109" y="4725"/>
                  </a:cubicBezTo>
                  <a:cubicBezTo>
                    <a:pt x="2315" y="4677"/>
                    <a:pt x="1694" y="3984"/>
                    <a:pt x="1694" y="3152"/>
                  </a:cubicBezTo>
                  <a:lnTo>
                    <a:pt x="1694" y="2781"/>
                  </a:lnTo>
                  <a:cubicBezTo>
                    <a:pt x="1694" y="2748"/>
                    <a:pt x="1685" y="2719"/>
                    <a:pt x="1670" y="2690"/>
                  </a:cubicBezTo>
                  <a:lnTo>
                    <a:pt x="1569" y="2488"/>
                  </a:lnTo>
                  <a:cubicBezTo>
                    <a:pt x="1511" y="2368"/>
                    <a:pt x="1478" y="2233"/>
                    <a:pt x="1478" y="2098"/>
                  </a:cubicBezTo>
                  <a:lnTo>
                    <a:pt x="1478" y="1487"/>
                  </a:lnTo>
                  <a:cubicBezTo>
                    <a:pt x="1478" y="886"/>
                    <a:pt x="1964" y="400"/>
                    <a:pt x="2570" y="400"/>
                  </a:cubicBezTo>
                  <a:close/>
                  <a:moveTo>
                    <a:pt x="3874" y="5019"/>
                  </a:moveTo>
                  <a:lnTo>
                    <a:pt x="3874" y="5259"/>
                  </a:lnTo>
                  <a:cubicBezTo>
                    <a:pt x="3869" y="5327"/>
                    <a:pt x="3884" y="5389"/>
                    <a:pt x="3903" y="5457"/>
                  </a:cubicBezTo>
                  <a:lnTo>
                    <a:pt x="3220" y="5967"/>
                  </a:lnTo>
                  <a:cubicBezTo>
                    <a:pt x="3217" y="5969"/>
                    <a:pt x="3215" y="5970"/>
                    <a:pt x="3212" y="5970"/>
                  </a:cubicBezTo>
                  <a:cubicBezTo>
                    <a:pt x="3210" y="5970"/>
                    <a:pt x="3208" y="5969"/>
                    <a:pt x="3205" y="5967"/>
                  </a:cubicBezTo>
                  <a:lnTo>
                    <a:pt x="2522" y="5457"/>
                  </a:lnTo>
                  <a:cubicBezTo>
                    <a:pt x="2541" y="5389"/>
                    <a:pt x="2551" y="5327"/>
                    <a:pt x="2551" y="5259"/>
                  </a:cubicBezTo>
                  <a:lnTo>
                    <a:pt x="2551" y="5019"/>
                  </a:lnTo>
                  <a:cubicBezTo>
                    <a:pt x="2724" y="5081"/>
                    <a:pt x="2902" y="5120"/>
                    <a:pt x="3085" y="5129"/>
                  </a:cubicBezTo>
                  <a:cubicBezTo>
                    <a:pt x="3128" y="5134"/>
                    <a:pt x="3171" y="5134"/>
                    <a:pt x="3215" y="5134"/>
                  </a:cubicBezTo>
                  <a:cubicBezTo>
                    <a:pt x="3436" y="5134"/>
                    <a:pt x="3662" y="5096"/>
                    <a:pt x="3874" y="5019"/>
                  </a:cubicBezTo>
                  <a:close/>
                  <a:moveTo>
                    <a:pt x="2570" y="0"/>
                  </a:moveTo>
                  <a:cubicBezTo>
                    <a:pt x="1747" y="0"/>
                    <a:pt x="1078" y="664"/>
                    <a:pt x="1078" y="1492"/>
                  </a:cubicBezTo>
                  <a:lnTo>
                    <a:pt x="1078" y="2098"/>
                  </a:lnTo>
                  <a:cubicBezTo>
                    <a:pt x="1078" y="2295"/>
                    <a:pt x="1126" y="2493"/>
                    <a:pt x="1213" y="2671"/>
                  </a:cubicBezTo>
                  <a:lnTo>
                    <a:pt x="1295" y="2829"/>
                  </a:lnTo>
                  <a:lnTo>
                    <a:pt x="1295" y="3152"/>
                  </a:lnTo>
                  <a:cubicBezTo>
                    <a:pt x="1290" y="3811"/>
                    <a:pt x="1612" y="4432"/>
                    <a:pt x="2156" y="4807"/>
                  </a:cubicBezTo>
                  <a:lnTo>
                    <a:pt x="2156" y="5259"/>
                  </a:lnTo>
                  <a:cubicBezTo>
                    <a:pt x="2156" y="5360"/>
                    <a:pt x="2089" y="5447"/>
                    <a:pt x="1993" y="5476"/>
                  </a:cubicBezTo>
                  <a:lnTo>
                    <a:pt x="761" y="5846"/>
                  </a:lnTo>
                  <a:cubicBezTo>
                    <a:pt x="308" y="5981"/>
                    <a:pt x="1" y="6395"/>
                    <a:pt x="5" y="6862"/>
                  </a:cubicBezTo>
                  <a:lnTo>
                    <a:pt x="5" y="8377"/>
                  </a:lnTo>
                  <a:cubicBezTo>
                    <a:pt x="1" y="8483"/>
                    <a:pt x="92" y="8575"/>
                    <a:pt x="203" y="8575"/>
                  </a:cubicBezTo>
                  <a:cubicBezTo>
                    <a:pt x="313" y="8575"/>
                    <a:pt x="400" y="8488"/>
                    <a:pt x="400" y="8377"/>
                  </a:cubicBezTo>
                  <a:lnTo>
                    <a:pt x="400" y="6866"/>
                  </a:lnTo>
                  <a:cubicBezTo>
                    <a:pt x="400" y="6573"/>
                    <a:pt x="592" y="6313"/>
                    <a:pt x="871" y="6231"/>
                  </a:cubicBezTo>
                  <a:lnTo>
                    <a:pt x="2103" y="5866"/>
                  </a:lnTo>
                  <a:cubicBezTo>
                    <a:pt x="2166" y="5846"/>
                    <a:pt x="2228" y="5818"/>
                    <a:pt x="2286" y="5779"/>
                  </a:cubicBezTo>
                  <a:lnTo>
                    <a:pt x="2965" y="6289"/>
                  </a:lnTo>
                  <a:cubicBezTo>
                    <a:pt x="3039" y="6344"/>
                    <a:pt x="3127" y="6372"/>
                    <a:pt x="3215" y="6372"/>
                  </a:cubicBezTo>
                  <a:cubicBezTo>
                    <a:pt x="3303" y="6372"/>
                    <a:pt x="3390" y="6344"/>
                    <a:pt x="3465" y="6289"/>
                  </a:cubicBezTo>
                  <a:lnTo>
                    <a:pt x="4143" y="5779"/>
                  </a:lnTo>
                  <a:cubicBezTo>
                    <a:pt x="4201" y="5818"/>
                    <a:pt x="4264" y="5846"/>
                    <a:pt x="4326" y="5866"/>
                  </a:cubicBezTo>
                  <a:lnTo>
                    <a:pt x="5558" y="6231"/>
                  </a:lnTo>
                  <a:cubicBezTo>
                    <a:pt x="5837" y="6313"/>
                    <a:pt x="6030" y="6573"/>
                    <a:pt x="6030" y="6866"/>
                  </a:cubicBezTo>
                  <a:lnTo>
                    <a:pt x="6030" y="8377"/>
                  </a:lnTo>
                  <a:cubicBezTo>
                    <a:pt x="6034" y="8502"/>
                    <a:pt x="6131" y="8565"/>
                    <a:pt x="6228" y="8565"/>
                  </a:cubicBezTo>
                  <a:cubicBezTo>
                    <a:pt x="6324" y="8565"/>
                    <a:pt x="6422" y="8502"/>
                    <a:pt x="6429" y="8377"/>
                  </a:cubicBezTo>
                  <a:lnTo>
                    <a:pt x="6429" y="6866"/>
                  </a:lnTo>
                  <a:cubicBezTo>
                    <a:pt x="6434" y="6395"/>
                    <a:pt x="6121" y="5981"/>
                    <a:pt x="5674" y="5846"/>
                  </a:cubicBezTo>
                  <a:lnTo>
                    <a:pt x="4442" y="5476"/>
                  </a:lnTo>
                  <a:cubicBezTo>
                    <a:pt x="4346" y="5447"/>
                    <a:pt x="4278" y="5360"/>
                    <a:pt x="4278" y="5259"/>
                  </a:cubicBezTo>
                  <a:lnTo>
                    <a:pt x="4278" y="4812"/>
                  </a:lnTo>
                  <a:cubicBezTo>
                    <a:pt x="4370" y="4754"/>
                    <a:pt x="4451" y="4687"/>
                    <a:pt x="4533" y="4615"/>
                  </a:cubicBezTo>
                  <a:cubicBezTo>
                    <a:pt x="4918" y="4249"/>
                    <a:pt x="5139" y="3744"/>
                    <a:pt x="5139" y="3210"/>
                  </a:cubicBezTo>
                  <a:lnTo>
                    <a:pt x="5139" y="2829"/>
                  </a:lnTo>
                  <a:lnTo>
                    <a:pt x="5221" y="2671"/>
                  </a:lnTo>
                  <a:cubicBezTo>
                    <a:pt x="5308" y="2493"/>
                    <a:pt x="5356" y="2295"/>
                    <a:pt x="5356" y="2098"/>
                  </a:cubicBezTo>
                  <a:lnTo>
                    <a:pt x="5356" y="197"/>
                  </a:lnTo>
                  <a:cubicBezTo>
                    <a:pt x="5356" y="87"/>
                    <a:pt x="5265" y="0"/>
                    <a:pt x="51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87"/>
            <p:cNvSpPr/>
            <p:nvPr/>
          </p:nvSpPr>
          <p:spPr>
            <a:xfrm>
              <a:off x="7263436" y="4464867"/>
              <a:ext cx="10937" cy="49990"/>
            </a:xfrm>
            <a:custGeom>
              <a:rect b="b" l="l" r="r" t="t"/>
              <a:pathLst>
                <a:path extrusionOk="0" h="1906" w="417">
                  <a:moveTo>
                    <a:pt x="208" y="0"/>
                  </a:moveTo>
                  <a:cubicBezTo>
                    <a:pt x="111" y="0"/>
                    <a:pt x="14" y="64"/>
                    <a:pt x="10" y="191"/>
                  </a:cubicBezTo>
                  <a:lnTo>
                    <a:pt x="10" y="1693"/>
                  </a:lnTo>
                  <a:cubicBezTo>
                    <a:pt x="0" y="1834"/>
                    <a:pt x="103" y="1905"/>
                    <a:pt x="208" y="1905"/>
                  </a:cubicBezTo>
                  <a:cubicBezTo>
                    <a:pt x="312" y="1905"/>
                    <a:pt x="416" y="1834"/>
                    <a:pt x="409" y="1693"/>
                  </a:cubicBezTo>
                  <a:lnTo>
                    <a:pt x="409" y="191"/>
                  </a:lnTo>
                  <a:cubicBezTo>
                    <a:pt x="402" y="64"/>
                    <a:pt x="304"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87"/>
            <p:cNvSpPr/>
            <p:nvPr/>
          </p:nvSpPr>
          <p:spPr>
            <a:xfrm>
              <a:off x="7212633" y="4475516"/>
              <a:ext cx="10989" cy="39472"/>
            </a:xfrm>
            <a:custGeom>
              <a:rect b="b" l="l" r="r" t="t"/>
              <a:pathLst>
                <a:path extrusionOk="0" h="1505" w="419">
                  <a:moveTo>
                    <a:pt x="210" y="1"/>
                  </a:moveTo>
                  <a:cubicBezTo>
                    <a:pt x="105" y="1"/>
                    <a:pt x="0" y="72"/>
                    <a:pt x="8" y="214"/>
                  </a:cubicBezTo>
                  <a:lnTo>
                    <a:pt x="8" y="1291"/>
                  </a:lnTo>
                  <a:cubicBezTo>
                    <a:pt x="0" y="1433"/>
                    <a:pt x="105" y="1504"/>
                    <a:pt x="210" y="1504"/>
                  </a:cubicBezTo>
                  <a:cubicBezTo>
                    <a:pt x="314" y="1504"/>
                    <a:pt x="419" y="1433"/>
                    <a:pt x="412" y="1291"/>
                  </a:cubicBezTo>
                  <a:lnTo>
                    <a:pt x="412" y="214"/>
                  </a:lnTo>
                  <a:cubicBezTo>
                    <a:pt x="419" y="72"/>
                    <a:pt x="314"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87"/>
            <p:cNvSpPr/>
            <p:nvPr/>
          </p:nvSpPr>
          <p:spPr>
            <a:xfrm>
              <a:off x="7314212" y="4475516"/>
              <a:ext cx="11016" cy="39472"/>
            </a:xfrm>
            <a:custGeom>
              <a:rect b="b" l="l" r="r" t="t"/>
              <a:pathLst>
                <a:path extrusionOk="0" h="1505" w="420">
                  <a:moveTo>
                    <a:pt x="210" y="1"/>
                  </a:moveTo>
                  <a:cubicBezTo>
                    <a:pt x="105" y="1"/>
                    <a:pt x="1" y="72"/>
                    <a:pt x="8" y="214"/>
                  </a:cubicBezTo>
                  <a:lnTo>
                    <a:pt x="8" y="1291"/>
                  </a:lnTo>
                  <a:cubicBezTo>
                    <a:pt x="1" y="1433"/>
                    <a:pt x="105" y="1504"/>
                    <a:pt x="210" y="1504"/>
                  </a:cubicBezTo>
                  <a:cubicBezTo>
                    <a:pt x="315" y="1504"/>
                    <a:pt x="419" y="1433"/>
                    <a:pt x="412" y="1291"/>
                  </a:cubicBezTo>
                  <a:lnTo>
                    <a:pt x="412" y="214"/>
                  </a:lnTo>
                  <a:cubicBezTo>
                    <a:pt x="419"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87"/>
            <p:cNvSpPr/>
            <p:nvPr/>
          </p:nvSpPr>
          <p:spPr>
            <a:xfrm>
              <a:off x="7246755" y="4616882"/>
              <a:ext cx="38790" cy="33204"/>
            </a:xfrm>
            <a:custGeom>
              <a:rect b="b" l="l" r="r" t="t"/>
              <a:pathLst>
                <a:path extrusionOk="0" h="1266" w="1479">
                  <a:moveTo>
                    <a:pt x="845" y="405"/>
                  </a:moveTo>
                  <a:cubicBezTo>
                    <a:pt x="962" y="405"/>
                    <a:pt x="1074" y="495"/>
                    <a:pt x="1074" y="631"/>
                  </a:cubicBezTo>
                  <a:cubicBezTo>
                    <a:pt x="1074" y="756"/>
                    <a:pt x="973" y="862"/>
                    <a:pt x="848" y="862"/>
                  </a:cubicBezTo>
                  <a:cubicBezTo>
                    <a:pt x="641" y="862"/>
                    <a:pt x="540" y="617"/>
                    <a:pt x="684" y="472"/>
                  </a:cubicBezTo>
                  <a:cubicBezTo>
                    <a:pt x="731" y="426"/>
                    <a:pt x="789" y="405"/>
                    <a:pt x="845" y="405"/>
                  </a:cubicBezTo>
                  <a:close/>
                  <a:moveTo>
                    <a:pt x="848" y="1"/>
                  </a:moveTo>
                  <a:cubicBezTo>
                    <a:pt x="285" y="1"/>
                    <a:pt x="1" y="679"/>
                    <a:pt x="400" y="1079"/>
                  </a:cubicBezTo>
                  <a:cubicBezTo>
                    <a:pt x="528" y="1208"/>
                    <a:pt x="685" y="1266"/>
                    <a:pt x="840" y="1266"/>
                  </a:cubicBezTo>
                  <a:cubicBezTo>
                    <a:pt x="1165" y="1266"/>
                    <a:pt x="1478" y="1012"/>
                    <a:pt x="1478" y="631"/>
                  </a:cubicBezTo>
                  <a:cubicBezTo>
                    <a:pt x="1478" y="285"/>
                    <a:pt x="1194" y="1"/>
                    <a:pt x="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87"/>
            <p:cNvSpPr/>
            <p:nvPr/>
          </p:nvSpPr>
          <p:spPr>
            <a:xfrm>
              <a:off x="7139485" y="4616882"/>
              <a:ext cx="38790" cy="33204"/>
            </a:xfrm>
            <a:custGeom>
              <a:rect b="b" l="l" r="r" t="t"/>
              <a:pathLst>
                <a:path extrusionOk="0" h="1266" w="1479">
                  <a:moveTo>
                    <a:pt x="846" y="405"/>
                  </a:moveTo>
                  <a:cubicBezTo>
                    <a:pt x="965" y="405"/>
                    <a:pt x="1079" y="495"/>
                    <a:pt x="1079" y="631"/>
                  </a:cubicBezTo>
                  <a:cubicBezTo>
                    <a:pt x="1074" y="756"/>
                    <a:pt x="973" y="862"/>
                    <a:pt x="848" y="862"/>
                  </a:cubicBezTo>
                  <a:cubicBezTo>
                    <a:pt x="641" y="862"/>
                    <a:pt x="540" y="617"/>
                    <a:pt x="684" y="472"/>
                  </a:cubicBezTo>
                  <a:cubicBezTo>
                    <a:pt x="731" y="426"/>
                    <a:pt x="789" y="405"/>
                    <a:pt x="846" y="405"/>
                  </a:cubicBezTo>
                  <a:close/>
                  <a:moveTo>
                    <a:pt x="848" y="1"/>
                  </a:moveTo>
                  <a:cubicBezTo>
                    <a:pt x="285" y="1"/>
                    <a:pt x="1" y="679"/>
                    <a:pt x="400" y="1079"/>
                  </a:cubicBezTo>
                  <a:cubicBezTo>
                    <a:pt x="529" y="1208"/>
                    <a:pt x="688" y="1266"/>
                    <a:pt x="843" y="1266"/>
                  </a:cubicBezTo>
                  <a:cubicBezTo>
                    <a:pt x="1167" y="1266"/>
                    <a:pt x="1478" y="1012"/>
                    <a:pt x="1478" y="631"/>
                  </a:cubicBezTo>
                  <a:cubicBezTo>
                    <a:pt x="1478" y="285"/>
                    <a:pt x="1194" y="1"/>
                    <a:pt x="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87"/>
            <p:cNvSpPr/>
            <p:nvPr/>
          </p:nvSpPr>
          <p:spPr>
            <a:xfrm>
              <a:off x="7354026" y="4616882"/>
              <a:ext cx="38659" cy="33204"/>
            </a:xfrm>
            <a:custGeom>
              <a:rect b="b" l="l" r="r" t="t"/>
              <a:pathLst>
                <a:path extrusionOk="0" h="1266" w="1474">
                  <a:moveTo>
                    <a:pt x="842" y="405"/>
                  </a:moveTo>
                  <a:cubicBezTo>
                    <a:pt x="960" y="405"/>
                    <a:pt x="1074" y="495"/>
                    <a:pt x="1074" y="631"/>
                  </a:cubicBezTo>
                  <a:cubicBezTo>
                    <a:pt x="1069" y="756"/>
                    <a:pt x="968" y="862"/>
                    <a:pt x="843" y="862"/>
                  </a:cubicBezTo>
                  <a:cubicBezTo>
                    <a:pt x="641" y="862"/>
                    <a:pt x="535" y="617"/>
                    <a:pt x="679" y="472"/>
                  </a:cubicBezTo>
                  <a:cubicBezTo>
                    <a:pt x="726" y="426"/>
                    <a:pt x="784" y="405"/>
                    <a:pt x="842" y="405"/>
                  </a:cubicBezTo>
                  <a:close/>
                  <a:moveTo>
                    <a:pt x="843" y="1"/>
                  </a:moveTo>
                  <a:cubicBezTo>
                    <a:pt x="280" y="1"/>
                    <a:pt x="1" y="679"/>
                    <a:pt x="395" y="1079"/>
                  </a:cubicBezTo>
                  <a:cubicBezTo>
                    <a:pt x="524" y="1208"/>
                    <a:pt x="683" y="1266"/>
                    <a:pt x="838" y="1266"/>
                  </a:cubicBezTo>
                  <a:cubicBezTo>
                    <a:pt x="1162" y="1266"/>
                    <a:pt x="1473" y="1012"/>
                    <a:pt x="1473" y="631"/>
                  </a:cubicBezTo>
                  <a:cubicBezTo>
                    <a:pt x="1473" y="285"/>
                    <a:pt x="1194" y="1"/>
                    <a:pt x="8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87"/>
            <p:cNvSpPr/>
            <p:nvPr/>
          </p:nvSpPr>
          <p:spPr>
            <a:xfrm>
              <a:off x="7174315" y="4526240"/>
              <a:ext cx="189074" cy="84531"/>
            </a:xfrm>
            <a:custGeom>
              <a:rect b="b" l="l" r="r" t="t"/>
              <a:pathLst>
                <a:path extrusionOk="0" h="3223" w="7209">
                  <a:moveTo>
                    <a:pt x="3606" y="1"/>
                  </a:moveTo>
                  <a:cubicBezTo>
                    <a:pt x="3501" y="1"/>
                    <a:pt x="3398" y="72"/>
                    <a:pt x="3408" y="214"/>
                  </a:cubicBezTo>
                  <a:lnTo>
                    <a:pt x="3408" y="878"/>
                  </a:lnTo>
                  <a:lnTo>
                    <a:pt x="2003" y="878"/>
                  </a:lnTo>
                  <a:cubicBezTo>
                    <a:pt x="1728" y="878"/>
                    <a:pt x="1473" y="1008"/>
                    <a:pt x="1315" y="1229"/>
                  </a:cubicBezTo>
                  <a:lnTo>
                    <a:pt x="121" y="2899"/>
                  </a:lnTo>
                  <a:cubicBezTo>
                    <a:pt x="1" y="3053"/>
                    <a:pt x="143" y="3223"/>
                    <a:pt x="289" y="3223"/>
                  </a:cubicBezTo>
                  <a:cubicBezTo>
                    <a:pt x="347" y="3223"/>
                    <a:pt x="406" y="3196"/>
                    <a:pt x="448" y="3130"/>
                  </a:cubicBezTo>
                  <a:lnTo>
                    <a:pt x="1642" y="1465"/>
                  </a:lnTo>
                  <a:cubicBezTo>
                    <a:pt x="1724" y="1349"/>
                    <a:pt x="1858" y="1277"/>
                    <a:pt x="2003" y="1277"/>
                  </a:cubicBezTo>
                  <a:lnTo>
                    <a:pt x="3408" y="1277"/>
                  </a:lnTo>
                  <a:lnTo>
                    <a:pt x="3408" y="2798"/>
                  </a:lnTo>
                  <a:cubicBezTo>
                    <a:pt x="3412" y="2925"/>
                    <a:pt x="3509" y="2989"/>
                    <a:pt x="3606" y="2989"/>
                  </a:cubicBezTo>
                  <a:cubicBezTo>
                    <a:pt x="3702" y="2989"/>
                    <a:pt x="3800" y="2925"/>
                    <a:pt x="3807" y="2798"/>
                  </a:cubicBezTo>
                  <a:lnTo>
                    <a:pt x="3807" y="1277"/>
                  </a:lnTo>
                  <a:lnTo>
                    <a:pt x="5212" y="1277"/>
                  </a:lnTo>
                  <a:cubicBezTo>
                    <a:pt x="5352" y="1277"/>
                    <a:pt x="5486" y="1349"/>
                    <a:pt x="5573" y="1465"/>
                  </a:cubicBezTo>
                  <a:lnTo>
                    <a:pt x="6761" y="3130"/>
                  </a:lnTo>
                  <a:cubicBezTo>
                    <a:pt x="6805" y="3196"/>
                    <a:pt x="6865" y="3223"/>
                    <a:pt x="6923" y="3223"/>
                  </a:cubicBezTo>
                  <a:cubicBezTo>
                    <a:pt x="7069" y="3223"/>
                    <a:pt x="7209" y="3053"/>
                    <a:pt x="7089" y="2899"/>
                  </a:cubicBezTo>
                  <a:lnTo>
                    <a:pt x="7093" y="2899"/>
                  </a:lnTo>
                  <a:lnTo>
                    <a:pt x="5900" y="1229"/>
                  </a:lnTo>
                  <a:cubicBezTo>
                    <a:pt x="5741" y="1008"/>
                    <a:pt x="5486" y="878"/>
                    <a:pt x="5212" y="878"/>
                  </a:cubicBezTo>
                  <a:lnTo>
                    <a:pt x="3807" y="878"/>
                  </a:lnTo>
                  <a:lnTo>
                    <a:pt x="3807" y="214"/>
                  </a:lnTo>
                  <a:cubicBezTo>
                    <a:pt x="3814" y="72"/>
                    <a:pt x="3710" y="1"/>
                    <a:pt x="36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87"/>
            <p:cNvSpPr/>
            <p:nvPr/>
          </p:nvSpPr>
          <p:spPr>
            <a:xfrm>
              <a:off x="7235215" y="4331028"/>
              <a:ext cx="70132" cy="25834"/>
            </a:xfrm>
            <a:custGeom>
              <a:rect b="b" l="l" r="r" t="t"/>
              <a:pathLst>
                <a:path extrusionOk="0" h="985" w="2674">
                  <a:moveTo>
                    <a:pt x="1149" y="0"/>
                  </a:moveTo>
                  <a:cubicBezTo>
                    <a:pt x="610" y="0"/>
                    <a:pt x="177" y="140"/>
                    <a:pt x="147" y="151"/>
                  </a:cubicBezTo>
                  <a:cubicBezTo>
                    <a:pt x="61" y="179"/>
                    <a:pt x="8" y="256"/>
                    <a:pt x="8" y="343"/>
                  </a:cubicBezTo>
                  <a:lnTo>
                    <a:pt x="8" y="771"/>
                  </a:lnTo>
                  <a:cubicBezTo>
                    <a:pt x="1" y="913"/>
                    <a:pt x="105" y="984"/>
                    <a:pt x="210" y="984"/>
                  </a:cubicBezTo>
                  <a:cubicBezTo>
                    <a:pt x="315" y="984"/>
                    <a:pt x="419" y="913"/>
                    <a:pt x="412" y="771"/>
                  </a:cubicBezTo>
                  <a:lnTo>
                    <a:pt x="412" y="497"/>
                  </a:lnTo>
                  <a:cubicBezTo>
                    <a:pt x="569" y="459"/>
                    <a:pt x="846" y="405"/>
                    <a:pt x="1158" y="405"/>
                  </a:cubicBezTo>
                  <a:cubicBezTo>
                    <a:pt x="1513" y="405"/>
                    <a:pt x="1915" y="475"/>
                    <a:pt x="2240" y="718"/>
                  </a:cubicBezTo>
                  <a:cubicBezTo>
                    <a:pt x="2284" y="755"/>
                    <a:pt x="2329" y="770"/>
                    <a:pt x="2372" y="770"/>
                  </a:cubicBezTo>
                  <a:cubicBezTo>
                    <a:pt x="2543" y="770"/>
                    <a:pt x="2674" y="523"/>
                    <a:pt x="2481" y="396"/>
                  </a:cubicBezTo>
                  <a:cubicBezTo>
                    <a:pt x="2069" y="88"/>
                    <a:pt x="1575" y="0"/>
                    <a:pt x="1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8" name="Google Shape;16428;p87"/>
          <p:cNvGrpSpPr/>
          <p:nvPr/>
        </p:nvGrpSpPr>
        <p:grpSpPr>
          <a:xfrm>
            <a:off x="7579687" y="4289536"/>
            <a:ext cx="253174" cy="360549"/>
            <a:chOff x="7579687" y="4289536"/>
            <a:chExt cx="253174" cy="360549"/>
          </a:xfrm>
        </p:grpSpPr>
        <p:sp>
          <p:nvSpPr>
            <p:cNvPr id="16429" name="Google Shape;16429;p87"/>
            <p:cNvSpPr/>
            <p:nvPr/>
          </p:nvSpPr>
          <p:spPr>
            <a:xfrm>
              <a:off x="7697816" y="4622206"/>
              <a:ext cx="22608" cy="22608"/>
            </a:xfrm>
            <a:custGeom>
              <a:rect b="b" l="l" r="r" t="t"/>
              <a:pathLst>
                <a:path extrusionOk="0" h="862" w="862">
                  <a:moveTo>
                    <a:pt x="428" y="0"/>
                  </a:moveTo>
                  <a:cubicBezTo>
                    <a:pt x="193" y="0"/>
                    <a:pt x="0" y="193"/>
                    <a:pt x="0" y="428"/>
                  </a:cubicBezTo>
                  <a:cubicBezTo>
                    <a:pt x="0" y="669"/>
                    <a:pt x="193" y="861"/>
                    <a:pt x="428" y="861"/>
                  </a:cubicBezTo>
                  <a:cubicBezTo>
                    <a:pt x="664" y="861"/>
                    <a:pt x="861" y="669"/>
                    <a:pt x="861" y="428"/>
                  </a:cubicBezTo>
                  <a:cubicBezTo>
                    <a:pt x="861" y="193"/>
                    <a:pt x="664" y="0"/>
                    <a:pt x="428"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87"/>
            <p:cNvSpPr/>
            <p:nvPr/>
          </p:nvSpPr>
          <p:spPr>
            <a:xfrm>
              <a:off x="7590545" y="4622206"/>
              <a:ext cx="22608" cy="22608"/>
            </a:xfrm>
            <a:custGeom>
              <a:rect b="b" l="l" r="r" t="t"/>
              <a:pathLst>
                <a:path extrusionOk="0" h="862" w="862">
                  <a:moveTo>
                    <a:pt x="428" y="0"/>
                  </a:moveTo>
                  <a:cubicBezTo>
                    <a:pt x="193" y="0"/>
                    <a:pt x="0" y="193"/>
                    <a:pt x="0" y="428"/>
                  </a:cubicBezTo>
                  <a:cubicBezTo>
                    <a:pt x="0" y="669"/>
                    <a:pt x="193" y="861"/>
                    <a:pt x="428" y="861"/>
                  </a:cubicBezTo>
                  <a:cubicBezTo>
                    <a:pt x="669" y="861"/>
                    <a:pt x="861" y="669"/>
                    <a:pt x="861" y="428"/>
                  </a:cubicBezTo>
                  <a:cubicBezTo>
                    <a:pt x="861" y="193"/>
                    <a:pt x="669" y="0"/>
                    <a:pt x="428"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87"/>
            <p:cNvSpPr/>
            <p:nvPr/>
          </p:nvSpPr>
          <p:spPr>
            <a:xfrm>
              <a:off x="7804955" y="4622206"/>
              <a:ext cx="22608" cy="22608"/>
            </a:xfrm>
            <a:custGeom>
              <a:rect b="b" l="l" r="r" t="t"/>
              <a:pathLst>
                <a:path extrusionOk="0" h="862" w="862">
                  <a:moveTo>
                    <a:pt x="433" y="0"/>
                  </a:moveTo>
                  <a:cubicBezTo>
                    <a:pt x="193" y="0"/>
                    <a:pt x="0" y="193"/>
                    <a:pt x="0" y="428"/>
                  </a:cubicBezTo>
                  <a:cubicBezTo>
                    <a:pt x="0" y="669"/>
                    <a:pt x="193" y="861"/>
                    <a:pt x="433" y="861"/>
                  </a:cubicBezTo>
                  <a:cubicBezTo>
                    <a:pt x="669" y="861"/>
                    <a:pt x="862" y="669"/>
                    <a:pt x="862" y="428"/>
                  </a:cubicBezTo>
                  <a:cubicBezTo>
                    <a:pt x="862" y="193"/>
                    <a:pt x="669" y="0"/>
                    <a:pt x="433"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87"/>
            <p:cNvSpPr/>
            <p:nvPr/>
          </p:nvSpPr>
          <p:spPr>
            <a:xfrm>
              <a:off x="7686459" y="4430247"/>
              <a:ext cx="45190" cy="45190"/>
            </a:xfrm>
            <a:custGeom>
              <a:rect b="b" l="l" r="r" t="t"/>
              <a:pathLst>
                <a:path extrusionOk="0" h="1723" w="1723">
                  <a:moveTo>
                    <a:pt x="0" y="0"/>
                  </a:moveTo>
                  <a:lnTo>
                    <a:pt x="0" y="1723"/>
                  </a:lnTo>
                  <a:lnTo>
                    <a:pt x="1723" y="1723"/>
                  </a:lnTo>
                  <a:lnTo>
                    <a:pt x="17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87"/>
            <p:cNvSpPr/>
            <p:nvPr/>
          </p:nvSpPr>
          <p:spPr>
            <a:xfrm>
              <a:off x="7686459" y="4430247"/>
              <a:ext cx="45190" cy="28273"/>
            </a:xfrm>
            <a:custGeom>
              <a:rect b="b" l="l" r="r" t="t"/>
              <a:pathLst>
                <a:path extrusionOk="0" h="1078" w="1723">
                  <a:moveTo>
                    <a:pt x="0" y="0"/>
                  </a:moveTo>
                  <a:lnTo>
                    <a:pt x="0" y="915"/>
                  </a:lnTo>
                  <a:cubicBezTo>
                    <a:pt x="277" y="1023"/>
                    <a:pt x="569" y="1077"/>
                    <a:pt x="861" y="1077"/>
                  </a:cubicBezTo>
                  <a:cubicBezTo>
                    <a:pt x="1154" y="1077"/>
                    <a:pt x="1446" y="1023"/>
                    <a:pt x="1723" y="915"/>
                  </a:cubicBezTo>
                  <a:lnTo>
                    <a:pt x="1723"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87"/>
            <p:cNvSpPr/>
            <p:nvPr/>
          </p:nvSpPr>
          <p:spPr>
            <a:xfrm>
              <a:off x="7680899" y="4294834"/>
              <a:ext cx="56442" cy="45216"/>
            </a:xfrm>
            <a:custGeom>
              <a:rect b="b" l="l" r="r" t="t"/>
              <a:pathLst>
                <a:path extrusionOk="0" h="1724" w="2152">
                  <a:moveTo>
                    <a:pt x="1073" y="0"/>
                  </a:moveTo>
                  <a:cubicBezTo>
                    <a:pt x="481" y="0"/>
                    <a:pt x="0" y="385"/>
                    <a:pt x="0" y="862"/>
                  </a:cubicBezTo>
                  <a:cubicBezTo>
                    <a:pt x="0" y="1338"/>
                    <a:pt x="481" y="1723"/>
                    <a:pt x="1073" y="1723"/>
                  </a:cubicBezTo>
                  <a:cubicBezTo>
                    <a:pt x="1670" y="1723"/>
                    <a:pt x="2151" y="1338"/>
                    <a:pt x="2151" y="862"/>
                  </a:cubicBezTo>
                  <a:cubicBezTo>
                    <a:pt x="2151" y="385"/>
                    <a:pt x="1670" y="0"/>
                    <a:pt x="1073"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87"/>
            <p:cNvSpPr/>
            <p:nvPr/>
          </p:nvSpPr>
          <p:spPr>
            <a:xfrm>
              <a:off x="7680768" y="4294834"/>
              <a:ext cx="38397" cy="45216"/>
            </a:xfrm>
            <a:custGeom>
              <a:rect b="b" l="l" r="r" t="t"/>
              <a:pathLst>
                <a:path extrusionOk="0" h="1724" w="1464">
                  <a:moveTo>
                    <a:pt x="1078" y="0"/>
                  </a:moveTo>
                  <a:cubicBezTo>
                    <a:pt x="486" y="0"/>
                    <a:pt x="0" y="385"/>
                    <a:pt x="0" y="862"/>
                  </a:cubicBezTo>
                  <a:cubicBezTo>
                    <a:pt x="0" y="1338"/>
                    <a:pt x="482" y="1723"/>
                    <a:pt x="1078" y="1723"/>
                  </a:cubicBezTo>
                  <a:cubicBezTo>
                    <a:pt x="1208" y="1723"/>
                    <a:pt x="1338" y="1699"/>
                    <a:pt x="1463" y="1660"/>
                  </a:cubicBezTo>
                  <a:cubicBezTo>
                    <a:pt x="1073" y="1540"/>
                    <a:pt x="794" y="1218"/>
                    <a:pt x="794" y="833"/>
                  </a:cubicBezTo>
                  <a:cubicBezTo>
                    <a:pt x="794" y="482"/>
                    <a:pt x="1035" y="183"/>
                    <a:pt x="1372" y="39"/>
                  </a:cubicBezTo>
                  <a:cubicBezTo>
                    <a:pt x="1276" y="15"/>
                    <a:pt x="1179" y="0"/>
                    <a:pt x="107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87"/>
            <p:cNvSpPr/>
            <p:nvPr/>
          </p:nvSpPr>
          <p:spPr>
            <a:xfrm>
              <a:off x="7652626" y="4317416"/>
              <a:ext cx="112857" cy="112988"/>
            </a:xfrm>
            <a:custGeom>
              <a:rect b="b" l="l" r="r" t="t"/>
              <a:pathLst>
                <a:path extrusionOk="0" h="4308" w="4303">
                  <a:moveTo>
                    <a:pt x="2151" y="1"/>
                  </a:moveTo>
                  <a:cubicBezTo>
                    <a:pt x="963" y="1"/>
                    <a:pt x="0" y="963"/>
                    <a:pt x="0" y="2152"/>
                  </a:cubicBezTo>
                  <a:cubicBezTo>
                    <a:pt x="0" y="3340"/>
                    <a:pt x="963" y="4307"/>
                    <a:pt x="2151" y="4307"/>
                  </a:cubicBezTo>
                  <a:cubicBezTo>
                    <a:pt x="3340" y="4307"/>
                    <a:pt x="4302" y="3340"/>
                    <a:pt x="4302" y="2152"/>
                  </a:cubicBezTo>
                  <a:cubicBezTo>
                    <a:pt x="4302" y="963"/>
                    <a:pt x="3340" y="1"/>
                    <a:pt x="215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87"/>
            <p:cNvSpPr/>
            <p:nvPr/>
          </p:nvSpPr>
          <p:spPr>
            <a:xfrm>
              <a:off x="7679299" y="4317521"/>
              <a:ext cx="89960" cy="111729"/>
            </a:xfrm>
            <a:custGeom>
              <a:rect b="b" l="l" r="r" t="t"/>
              <a:pathLst>
                <a:path extrusionOk="0" h="4260" w="3430">
                  <a:moveTo>
                    <a:pt x="1181" y="0"/>
                  </a:moveTo>
                  <a:cubicBezTo>
                    <a:pt x="384" y="0"/>
                    <a:pt x="1" y="1017"/>
                    <a:pt x="629" y="1532"/>
                  </a:cubicBezTo>
                  <a:lnTo>
                    <a:pt x="639" y="1536"/>
                  </a:lnTo>
                  <a:cubicBezTo>
                    <a:pt x="639" y="1536"/>
                    <a:pt x="1255" y="3625"/>
                    <a:pt x="1567" y="4260"/>
                  </a:cubicBezTo>
                  <a:cubicBezTo>
                    <a:pt x="2684" y="4029"/>
                    <a:pt x="3430" y="2970"/>
                    <a:pt x="3266" y="1840"/>
                  </a:cubicBezTo>
                  <a:cubicBezTo>
                    <a:pt x="3141" y="974"/>
                    <a:pt x="2501" y="271"/>
                    <a:pt x="1654" y="59"/>
                  </a:cubicBezTo>
                  <a:cubicBezTo>
                    <a:pt x="1514" y="26"/>
                    <a:pt x="1370" y="6"/>
                    <a:pt x="1226" y="2"/>
                  </a:cubicBezTo>
                  <a:cubicBezTo>
                    <a:pt x="1211" y="1"/>
                    <a:pt x="1196" y="0"/>
                    <a:pt x="118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87"/>
            <p:cNvSpPr/>
            <p:nvPr/>
          </p:nvSpPr>
          <p:spPr>
            <a:xfrm>
              <a:off x="7663851" y="4357544"/>
              <a:ext cx="90380" cy="84085"/>
            </a:xfrm>
            <a:custGeom>
              <a:rect b="b" l="l" r="r" t="t"/>
              <a:pathLst>
                <a:path extrusionOk="0" h="3206" w="3446">
                  <a:moveTo>
                    <a:pt x="1181" y="1"/>
                  </a:moveTo>
                  <a:cubicBezTo>
                    <a:pt x="1108" y="1"/>
                    <a:pt x="1041" y="38"/>
                    <a:pt x="1002" y="102"/>
                  </a:cubicBezTo>
                  <a:cubicBezTo>
                    <a:pt x="833" y="367"/>
                    <a:pt x="419" y="987"/>
                    <a:pt x="87" y="1218"/>
                  </a:cubicBezTo>
                  <a:cubicBezTo>
                    <a:pt x="34" y="1257"/>
                    <a:pt x="1" y="1319"/>
                    <a:pt x="1" y="1387"/>
                  </a:cubicBezTo>
                  <a:lnTo>
                    <a:pt x="1" y="1483"/>
                  </a:lnTo>
                  <a:cubicBezTo>
                    <a:pt x="1" y="2436"/>
                    <a:pt x="775" y="3205"/>
                    <a:pt x="1723" y="3205"/>
                  </a:cubicBezTo>
                  <a:cubicBezTo>
                    <a:pt x="2676" y="3205"/>
                    <a:pt x="3446" y="2436"/>
                    <a:pt x="3446" y="1488"/>
                  </a:cubicBezTo>
                  <a:lnTo>
                    <a:pt x="3446" y="1271"/>
                  </a:lnTo>
                  <a:cubicBezTo>
                    <a:pt x="3446" y="540"/>
                    <a:pt x="1743" y="121"/>
                    <a:pt x="1228" y="6"/>
                  </a:cubicBezTo>
                  <a:cubicBezTo>
                    <a:pt x="1212" y="2"/>
                    <a:pt x="1196" y="1"/>
                    <a:pt x="118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87"/>
            <p:cNvSpPr/>
            <p:nvPr/>
          </p:nvSpPr>
          <p:spPr>
            <a:xfrm>
              <a:off x="7635709" y="4461169"/>
              <a:ext cx="146664" cy="59458"/>
            </a:xfrm>
            <a:custGeom>
              <a:rect b="b" l="l" r="r" t="t"/>
              <a:pathLst>
                <a:path extrusionOk="0" h="2267" w="5592">
                  <a:moveTo>
                    <a:pt x="1699" y="0"/>
                  </a:moveTo>
                  <a:cubicBezTo>
                    <a:pt x="1694" y="5"/>
                    <a:pt x="1690" y="10"/>
                    <a:pt x="1680" y="15"/>
                  </a:cubicBezTo>
                  <a:lnTo>
                    <a:pt x="381" y="592"/>
                  </a:lnTo>
                  <a:cubicBezTo>
                    <a:pt x="150" y="693"/>
                    <a:pt x="1" y="924"/>
                    <a:pt x="1" y="1179"/>
                  </a:cubicBezTo>
                  <a:lnTo>
                    <a:pt x="1" y="2267"/>
                  </a:lnTo>
                  <a:lnTo>
                    <a:pt x="5592" y="2267"/>
                  </a:lnTo>
                  <a:lnTo>
                    <a:pt x="5592" y="1179"/>
                  </a:lnTo>
                  <a:cubicBezTo>
                    <a:pt x="5592" y="924"/>
                    <a:pt x="5443" y="693"/>
                    <a:pt x="5212" y="592"/>
                  </a:cubicBezTo>
                  <a:lnTo>
                    <a:pt x="3913" y="15"/>
                  </a:lnTo>
                  <a:cubicBezTo>
                    <a:pt x="3908" y="10"/>
                    <a:pt x="3898" y="5"/>
                    <a:pt x="3893" y="0"/>
                  </a:cubicBezTo>
                  <a:lnTo>
                    <a:pt x="2796" y="568"/>
                  </a:lnTo>
                  <a:lnTo>
                    <a:pt x="1699"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87"/>
            <p:cNvSpPr/>
            <p:nvPr/>
          </p:nvSpPr>
          <p:spPr>
            <a:xfrm>
              <a:off x="7635709" y="4480341"/>
              <a:ext cx="28299" cy="40285"/>
            </a:xfrm>
            <a:custGeom>
              <a:rect b="b" l="l" r="r" t="t"/>
              <a:pathLst>
                <a:path extrusionOk="0" h="1536" w="1079">
                  <a:moveTo>
                    <a:pt x="184" y="1"/>
                  </a:moveTo>
                  <a:cubicBezTo>
                    <a:pt x="68" y="121"/>
                    <a:pt x="1" y="280"/>
                    <a:pt x="1" y="448"/>
                  </a:cubicBezTo>
                  <a:lnTo>
                    <a:pt x="1" y="1536"/>
                  </a:lnTo>
                  <a:lnTo>
                    <a:pt x="1079" y="1536"/>
                  </a:lnTo>
                  <a:lnTo>
                    <a:pt x="1079" y="1069"/>
                  </a:lnTo>
                  <a:cubicBezTo>
                    <a:pt x="1074" y="953"/>
                    <a:pt x="1030" y="843"/>
                    <a:pt x="949" y="766"/>
                  </a:cubicBezTo>
                  <a:lnTo>
                    <a:pt x="184" y="1"/>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87"/>
            <p:cNvSpPr/>
            <p:nvPr/>
          </p:nvSpPr>
          <p:spPr>
            <a:xfrm>
              <a:off x="7754205" y="4480341"/>
              <a:ext cx="28299" cy="40285"/>
            </a:xfrm>
            <a:custGeom>
              <a:rect b="b" l="l" r="r" t="t"/>
              <a:pathLst>
                <a:path extrusionOk="0" h="1536" w="1079">
                  <a:moveTo>
                    <a:pt x="891" y="1"/>
                  </a:moveTo>
                  <a:lnTo>
                    <a:pt x="126" y="766"/>
                  </a:lnTo>
                  <a:cubicBezTo>
                    <a:pt x="44" y="843"/>
                    <a:pt x="1" y="953"/>
                    <a:pt x="1" y="1069"/>
                  </a:cubicBezTo>
                  <a:lnTo>
                    <a:pt x="1" y="1536"/>
                  </a:lnTo>
                  <a:lnTo>
                    <a:pt x="1079" y="1536"/>
                  </a:lnTo>
                  <a:lnTo>
                    <a:pt x="1079" y="448"/>
                  </a:lnTo>
                  <a:cubicBezTo>
                    <a:pt x="1074" y="280"/>
                    <a:pt x="1011" y="121"/>
                    <a:pt x="891"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87"/>
            <p:cNvSpPr/>
            <p:nvPr/>
          </p:nvSpPr>
          <p:spPr>
            <a:xfrm>
              <a:off x="7663851" y="4357544"/>
              <a:ext cx="90380" cy="83456"/>
            </a:xfrm>
            <a:custGeom>
              <a:rect b="b" l="l" r="r" t="t"/>
              <a:pathLst>
                <a:path extrusionOk="0" h="3182" w="3446">
                  <a:moveTo>
                    <a:pt x="1178" y="1"/>
                  </a:moveTo>
                  <a:cubicBezTo>
                    <a:pt x="1106" y="1"/>
                    <a:pt x="1037" y="37"/>
                    <a:pt x="1002" y="97"/>
                  </a:cubicBezTo>
                  <a:cubicBezTo>
                    <a:pt x="833" y="362"/>
                    <a:pt x="419" y="987"/>
                    <a:pt x="87" y="1218"/>
                  </a:cubicBezTo>
                  <a:cubicBezTo>
                    <a:pt x="30" y="1257"/>
                    <a:pt x="1" y="1319"/>
                    <a:pt x="1" y="1387"/>
                  </a:cubicBezTo>
                  <a:lnTo>
                    <a:pt x="1" y="1488"/>
                  </a:lnTo>
                  <a:cubicBezTo>
                    <a:pt x="1" y="2315"/>
                    <a:pt x="597" y="3032"/>
                    <a:pt x="1415" y="3181"/>
                  </a:cubicBezTo>
                  <a:cubicBezTo>
                    <a:pt x="1059" y="2854"/>
                    <a:pt x="862" y="2397"/>
                    <a:pt x="862" y="1916"/>
                  </a:cubicBezTo>
                  <a:lnTo>
                    <a:pt x="862" y="1488"/>
                  </a:lnTo>
                  <a:cubicBezTo>
                    <a:pt x="862" y="1343"/>
                    <a:pt x="910" y="1204"/>
                    <a:pt x="997" y="1093"/>
                  </a:cubicBezTo>
                  <a:cubicBezTo>
                    <a:pt x="1074" y="987"/>
                    <a:pt x="1151" y="881"/>
                    <a:pt x="1218" y="776"/>
                  </a:cubicBezTo>
                  <a:cubicBezTo>
                    <a:pt x="1257" y="718"/>
                    <a:pt x="1319" y="684"/>
                    <a:pt x="1386" y="684"/>
                  </a:cubicBezTo>
                  <a:cubicBezTo>
                    <a:pt x="2065" y="689"/>
                    <a:pt x="3210" y="1233"/>
                    <a:pt x="3441" y="1488"/>
                  </a:cubicBezTo>
                  <a:lnTo>
                    <a:pt x="3441" y="1271"/>
                  </a:lnTo>
                  <a:cubicBezTo>
                    <a:pt x="3446" y="540"/>
                    <a:pt x="1738" y="116"/>
                    <a:pt x="1223" y="6"/>
                  </a:cubicBezTo>
                  <a:cubicBezTo>
                    <a:pt x="1208" y="2"/>
                    <a:pt x="1193" y="1"/>
                    <a:pt x="117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87"/>
            <p:cNvSpPr/>
            <p:nvPr/>
          </p:nvSpPr>
          <p:spPr>
            <a:xfrm>
              <a:off x="7630411" y="4289536"/>
              <a:ext cx="157260" cy="236388"/>
            </a:xfrm>
            <a:custGeom>
              <a:rect b="b" l="l" r="r" t="t"/>
              <a:pathLst>
                <a:path extrusionOk="0" h="9013" w="5996">
                  <a:moveTo>
                    <a:pt x="2998" y="405"/>
                  </a:moveTo>
                  <a:cubicBezTo>
                    <a:pt x="3465" y="405"/>
                    <a:pt x="3850" y="684"/>
                    <a:pt x="3874" y="1030"/>
                  </a:cubicBezTo>
                  <a:cubicBezTo>
                    <a:pt x="3593" y="917"/>
                    <a:pt x="3295" y="860"/>
                    <a:pt x="2999" y="860"/>
                  </a:cubicBezTo>
                  <a:cubicBezTo>
                    <a:pt x="2702" y="860"/>
                    <a:pt x="2406" y="917"/>
                    <a:pt x="2127" y="1030"/>
                  </a:cubicBezTo>
                  <a:cubicBezTo>
                    <a:pt x="2147" y="684"/>
                    <a:pt x="2532" y="405"/>
                    <a:pt x="2998" y="405"/>
                  </a:cubicBezTo>
                  <a:close/>
                  <a:moveTo>
                    <a:pt x="3006" y="1260"/>
                  </a:moveTo>
                  <a:cubicBezTo>
                    <a:pt x="4263" y="1260"/>
                    <a:pt x="5196" y="2445"/>
                    <a:pt x="4894" y="3676"/>
                  </a:cubicBezTo>
                  <a:cubicBezTo>
                    <a:pt x="4851" y="3513"/>
                    <a:pt x="4759" y="3364"/>
                    <a:pt x="4634" y="3253"/>
                  </a:cubicBezTo>
                  <a:cubicBezTo>
                    <a:pt x="3845" y="2555"/>
                    <a:pt x="2440" y="2373"/>
                    <a:pt x="2378" y="2368"/>
                  </a:cubicBezTo>
                  <a:cubicBezTo>
                    <a:pt x="2371" y="2367"/>
                    <a:pt x="2365" y="2367"/>
                    <a:pt x="2359" y="2367"/>
                  </a:cubicBezTo>
                  <a:cubicBezTo>
                    <a:pt x="2121" y="2367"/>
                    <a:pt x="2086" y="2720"/>
                    <a:pt x="2329" y="2767"/>
                  </a:cubicBezTo>
                  <a:cubicBezTo>
                    <a:pt x="2344" y="2767"/>
                    <a:pt x="3672" y="2940"/>
                    <a:pt x="4365" y="3556"/>
                  </a:cubicBezTo>
                  <a:cubicBezTo>
                    <a:pt x="4461" y="3638"/>
                    <a:pt x="4519" y="3763"/>
                    <a:pt x="4519" y="3893"/>
                  </a:cubicBezTo>
                  <a:lnTo>
                    <a:pt x="4519" y="4071"/>
                  </a:lnTo>
                  <a:cubicBezTo>
                    <a:pt x="4519" y="4913"/>
                    <a:pt x="3840" y="5592"/>
                    <a:pt x="2998" y="5592"/>
                  </a:cubicBezTo>
                  <a:cubicBezTo>
                    <a:pt x="2161" y="5592"/>
                    <a:pt x="1478" y="4913"/>
                    <a:pt x="1478" y="4071"/>
                  </a:cubicBezTo>
                  <a:cubicBezTo>
                    <a:pt x="1478" y="4013"/>
                    <a:pt x="1507" y="3956"/>
                    <a:pt x="1560" y="3917"/>
                  </a:cubicBezTo>
                  <a:cubicBezTo>
                    <a:pt x="1786" y="3758"/>
                    <a:pt x="1973" y="3547"/>
                    <a:pt x="2103" y="3301"/>
                  </a:cubicBezTo>
                  <a:cubicBezTo>
                    <a:pt x="2183" y="3141"/>
                    <a:pt x="2051" y="3009"/>
                    <a:pt x="1917" y="3009"/>
                  </a:cubicBezTo>
                  <a:cubicBezTo>
                    <a:pt x="1850" y="3009"/>
                    <a:pt x="1783" y="3043"/>
                    <a:pt x="1742" y="3123"/>
                  </a:cubicBezTo>
                  <a:cubicBezTo>
                    <a:pt x="1641" y="3311"/>
                    <a:pt x="1497" y="3470"/>
                    <a:pt x="1319" y="3590"/>
                  </a:cubicBezTo>
                  <a:cubicBezTo>
                    <a:pt x="1247" y="3648"/>
                    <a:pt x="1184" y="3720"/>
                    <a:pt x="1141" y="3802"/>
                  </a:cubicBezTo>
                  <a:cubicBezTo>
                    <a:pt x="746" y="2570"/>
                    <a:pt x="1641" y="1304"/>
                    <a:pt x="2931" y="1261"/>
                  </a:cubicBezTo>
                  <a:cubicBezTo>
                    <a:pt x="2956" y="1260"/>
                    <a:pt x="2981" y="1260"/>
                    <a:pt x="3006" y="1260"/>
                  </a:cubicBezTo>
                  <a:close/>
                  <a:moveTo>
                    <a:pt x="3662" y="5880"/>
                  </a:moveTo>
                  <a:lnTo>
                    <a:pt x="3662" y="6159"/>
                  </a:lnTo>
                  <a:cubicBezTo>
                    <a:pt x="3662" y="6217"/>
                    <a:pt x="3667" y="6270"/>
                    <a:pt x="3682" y="6323"/>
                  </a:cubicBezTo>
                  <a:lnTo>
                    <a:pt x="3008" y="6828"/>
                  </a:lnTo>
                  <a:cubicBezTo>
                    <a:pt x="3006" y="6831"/>
                    <a:pt x="3003" y="6832"/>
                    <a:pt x="3001" y="6832"/>
                  </a:cubicBezTo>
                  <a:cubicBezTo>
                    <a:pt x="2998" y="6832"/>
                    <a:pt x="2996" y="6831"/>
                    <a:pt x="2993" y="6828"/>
                  </a:cubicBezTo>
                  <a:lnTo>
                    <a:pt x="2320" y="6323"/>
                  </a:lnTo>
                  <a:cubicBezTo>
                    <a:pt x="2334" y="6270"/>
                    <a:pt x="2339" y="6217"/>
                    <a:pt x="2339" y="6159"/>
                  </a:cubicBezTo>
                  <a:lnTo>
                    <a:pt x="2339" y="5885"/>
                  </a:lnTo>
                  <a:cubicBezTo>
                    <a:pt x="2551" y="5962"/>
                    <a:pt x="2772" y="6001"/>
                    <a:pt x="2998" y="6001"/>
                  </a:cubicBezTo>
                  <a:lnTo>
                    <a:pt x="2998" y="5996"/>
                  </a:lnTo>
                  <a:cubicBezTo>
                    <a:pt x="3224" y="5996"/>
                    <a:pt x="3451" y="5957"/>
                    <a:pt x="3662" y="5880"/>
                  </a:cubicBezTo>
                  <a:close/>
                  <a:moveTo>
                    <a:pt x="2998" y="0"/>
                  </a:moveTo>
                  <a:cubicBezTo>
                    <a:pt x="2296" y="0"/>
                    <a:pt x="1723" y="477"/>
                    <a:pt x="1723" y="1064"/>
                  </a:cubicBezTo>
                  <a:cubicBezTo>
                    <a:pt x="1723" y="1117"/>
                    <a:pt x="1728" y="1174"/>
                    <a:pt x="1742" y="1227"/>
                  </a:cubicBezTo>
                  <a:cubicBezTo>
                    <a:pt x="544" y="1983"/>
                    <a:pt x="284" y="3619"/>
                    <a:pt x="1184" y="4711"/>
                  </a:cubicBezTo>
                  <a:cubicBezTo>
                    <a:pt x="1324" y="5106"/>
                    <a:pt x="1588" y="5442"/>
                    <a:pt x="1940" y="5678"/>
                  </a:cubicBezTo>
                  <a:lnTo>
                    <a:pt x="1940" y="6164"/>
                  </a:lnTo>
                  <a:cubicBezTo>
                    <a:pt x="1940" y="6251"/>
                    <a:pt x="1887" y="6333"/>
                    <a:pt x="1805" y="6371"/>
                  </a:cubicBezTo>
                  <a:lnTo>
                    <a:pt x="506" y="6948"/>
                  </a:lnTo>
                  <a:cubicBezTo>
                    <a:pt x="198" y="7083"/>
                    <a:pt x="1" y="7386"/>
                    <a:pt x="1" y="7723"/>
                  </a:cubicBezTo>
                  <a:lnTo>
                    <a:pt x="1" y="8811"/>
                  </a:lnTo>
                  <a:cubicBezTo>
                    <a:pt x="1" y="8921"/>
                    <a:pt x="92" y="9008"/>
                    <a:pt x="203" y="9013"/>
                  </a:cubicBezTo>
                  <a:cubicBezTo>
                    <a:pt x="313" y="9013"/>
                    <a:pt x="405" y="8921"/>
                    <a:pt x="405" y="8811"/>
                  </a:cubicBezTo>
                  <a:lnTo>
                    <a:pt x="405" y="7723"/>
                  </a:lnTo>
                  <a:cubicBezTo>
                    <a:pt x="405" y="7545"/>
                    <a:pt x="506" y="7386"/>
                    <a:pt x="669" y="7314"/>
                  </a:cubicBezTo>
                  <a:lnTo>
                    <a:pt x="1964" y="6742"/>
                  </a:lnTo>
                  <a:cubicBezTo>
                    <a:pt x="2012" y="6718"/>
                    <a:pt x="2055" y="6693"/>
                    <a:pt x="2094" y="6660"/>
                  </a:cubicBezTo>
                  <a:lnTo>
                    <a:pt x="2748" y="7151"/>
                  </a:lnTo>
                  <a:cubicBezTo>
                    <a:pt x="2823" y="7206"/>
                    <a:pt x="2910" y="7234"/>
                    <a:pt x="2998" y="7234"/>
                  </a:cubicBezTo>
                  <a:cubicBezTo>
                    <a:pt x="3086" y="7234"/>
                    <a:pt x="3174" y="7206"/>
                    <a:pt x="3249" y="7151"/>
                  </a:cubicBezTo>
                  <a:lnTo>
                    <a:pt x="3903" y="6660"/>
                  </a:lnTo>
                  <a:cubicBezTo>
                    <a:pt x="3941" y="6693"/>
                    <a:pt x="3990" y="6718"/>
                    <a:pt x="4033" y="6742"/>
                  </a:cubicBezTo>
                  <a:lnTo>
                    <a:pt x="5332" y="7314"/>
                  </a:lnTo>
                  <a:cubicBezTo>
                    <a:pt x="5491" y="7386"/>
                    <a:pt x="5597" y="7545"/>
                    <a:pt x="5597" y="7723"/>
                  </a:cubicBezTo>
                  <a:lnTo>
                    <a:pt x="5597" y="8811"/>
                  </a:lnTo>
                  <a:cubicBezTo>
                    <a:pt x="5604" y="8936"/>
                    <a:pt x="5700" y="8998"/>
                    <a:pt x="5796" y="8998"/>
                  </a:cubicBezTo>
                  <a:cubicBezTo>
                    <a:pt x="5893" y="8998"/>
                    <a:pt x="5989" y="8936"/>
                    <a:pt x="5996" y="8811"/>
                  </a:cubicBezTo>
                  <a:lnTo>
                    <a:pt x="5996" y="7723"/>
                  </a:lnTo>
                  <a:cubicBezTo>
                    <a:pt x="5996" y="7386"/>
                    <a:pt x="5799" y="7083"/>
                    <a:pt x="5496" y="6948"/>
                  </a:cubicBezTo>
                  <a:lnTo>
                    <a:pt x="4196" y="6371"/>
                  </a:lnTo>
                  <a:cubicBezTo>
                    <a:pt x="4115" y="6333"/>
                    <a:pt x="4062" y="6251"/>
                    <a:pt x="4062" y="6164"/>
                  </a:cubicBezTo>
                  <a:lnTo>
                    <a:pt x="4062" y="5678"/>
                  </a:lnTo>
                  <a:cubicBezTo>
                    <a:pt x="4413" y="5442"/>
                    <a:pt x="4678" y="5106"/>
                    <a:pt x="4817" y="4711"/>
                  </a:cubicBezTo>
                  <a:cubicBezTo>
                    <a:pt x="5717" y="3619"/>
                    <a:pt x="5457" y="1983"/>
                    <a:pt x="4259" y="1227"/>
                  </a:cubicBezTo>
                  <a:cubicBezTo>
                    <a:pt x="4273" y="1174"/>
                    <a:pt x="4278" y="1117"/>
                    <a:pt x="4278" y="1064"/>
                  </a:cubicBezTo>
                  <a:cubicBezTo>
                    <a:pt x="4278" y="477"/>
                    <a:pt x="3706" y="0"/>
                    <a:pt x="29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87"/>
            <p:cNvSpPr/>
            <p:nvPr/>
          </p:nvSpPr>
          <p:spPr>
            <a:xfrm>
              <a:off x="7703533" y="4486741"/>
              <a:ext cx="11016" cy="39472"/>
            </a:xfrm>
            <a:custGeom>
              <a:rect b="b" l="l" r="r" t="t"/>
              <a:pathLst>
                <a:path extrusionOk="0" h="1505" w="420">
                  <a:moveTo>
                    <a:pt x="210" y="1"/>
                  </a:moveTo>
                  <a:cubicBezTo>
                    <a:pt x="106" y="1"/>
                    <a:pt x="1" y="72"/>
                    <a:pt x="8" y="214"/>
                  </a:cubicBezTo>
                  <a:lnTo>
                    <a:pt x="8" y="1292"/>
                  </a:lnTo>
                  <a:cubicBezTo>
                    <a:pt x="1" y="1434"/>
                    <a:pt x="106" y="1505"/>
                    <a:pt x="210" y="1505"/>
                  </a:cubicBezTo>
                  <a:cubicBezTo>
                    <a:pt x="315" y="1505"/>
                    <a:pt x="420" y="1434"/>
                    <a:pt x="412" y="1292"/>
                  </a:cubicBezTo>
                  <a:lnTo>
                    <a:pt x="412" y="214"/>
                  </a:lnTo>
                  <a:cubicBezTo>
                    <a:pt x="420"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87"/>
            <p:cNvSpPr/>
            <p:nvPr/>
          </p:nvSpPr>
          <p:spPr>
            <a:xfrm>
              <a:off x="7658553" y="4498674"/>
              <a:ext cx="10622" cy="26962"/>
            </a:xfrm>
            <a:custGeom>
              <a:rect b="b" l="l" r="r" t="t"/>
              <a:pathLst>
                <a:path extrusionOk="0" h="1028" w="405">
                  <a:moveTo>
                    <a:pt x="203" y="1"/>
                  </a:moveTo>
                  <a:cubicBezTo>
                    <a:pt x="105" y="1"/>
                    <a:pt x="8" y="64"/>
                    <a:pt x="1" y="192"/>
                  </a:cubicBezTo>
                  <a:lnTo>
                    <a:pt x="1" y="837"/>
                  </a:lnTo>
                  <a:cubicBezTo>
                    <a:pt x="8" y="964"/>
                    <a:pt x="105" y="1028"/>
                    <a:pt x="203" y="1028"/>
                  </a:cubicBezTo>
                  <a:cubicBezTo>
                    <a:pt x="300" y="1028"/>
                    <a:pt x="398" y="964"/>
                    <a:pt x="405" y="837"/>
                  </a:cubicBezTo>
                  <a:lnTo>
                    <a:pt x="405" y="192"/>
                  </a:lnTo>
                  <a:cubicBezTo>
                    <a:pt x="398" y="64"/>
                    <a:pt x="300"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87"/>
            <p:cNvSpPr/>
            <p:nvPr/>
          </p:nvSpPr>
          <p:spPr>
            <a:xfrm>
              <a:off x="7748723" y="4498097"/>
              <a:ext cx="11016" cy="28116"/>
            </a:xfrm>
            <a:custGeom>
              <a:rect b="b" l="l" r="r" t="t"/>
              <a:pathLst>
                <a:path extrusionOk="0" h="1072" w="420">
                  <a:moveTo>
                    <a:pt x="210" y="1"/>
                  </a:moveTo>
                  <a:cubicBezTo>
                    <a:pt x="105" y="1"/>
                    <a:pt x="1" y="72"/>
                    <a:pt x="8" y="214"/>
                  </a:cubicBezTo>
                  <a:lnTo>
                    <a:pt x="8" y="859"/>
                  </a:lnTo>
                  <a:cubicBezTo>
                    <a:pt x="1" y="1001"/>
                    <a:pt x="105" y="1072"/>
                    <a:pt x="210" y="1072"/>
                  </a:cubicBezTo>
                  <a:cubicBezTo>
                    <a:pt x="315" y="1072"/>
                    <a:pt x="419" y="1001"/>
                    <a:pt x="412" y="859"/>
                  </a:cubicBezTo>
                  <a:lnTo>
                    <a:pt x="412" y="214"/>
                  </a:lnTo>
                  <a:cubicBezTo>
                    <a:pt x="419"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87"/>
            <p:cNvSpPr/>
            <p:nvPr/>
          </p:nvSpPr>
          <p:spPr>
            <a:xfrm>
              <a:off x="7686958" y="4616882"/>
              <a:ext cx="38633" cy="33204"/>
            </a:xfrm>
            <a:custGeom>
              <a:rect b="b" l="l" r="r" t="t"/>
              <a:pathLst>
                <a:path extrusionOk="0" h="1266" w="1473">
                  <a:moveTo>
                    <a:pt x="841" y="405"/>
                  </a:moveTo>
                  <a:cubicBezTo>
                    <a:pt x="959" y="405"/>
                    <a:pt x="1073" y="495"/>
                    <a:pt x="1073" y="631"/>
                  </a:cubicBezTo>
                  <a:cubicBezTo>
                    <a:pt x="1068" y="756"/>
                    <a:pt x="967" y="862"/>
                    <a:pt x="842" y="862"/>
                  </a:cubicBezTo>
                  <a:cubicBezTo>
                    <a:pt x="640" y="862"/>
                    <a:pt x="534" y="617"/>
                    <a:pt x="679" y="472"/>
                  </a:cubicBezTo>
                  <a:cubicBezTo>
                    <a:pt x="726" y="426"/>
                    <a:pt x="784" y="405"/>
                    <a:pt x="841" y="405"/>
                  </a:cubicBezTo>
                  <a:close/>
                  <a:moveTo>
                    <a:pt x="842" y="1"/>
                  </a:moveTo>
                  <a:cubicBezTo>
                    <a:pt x="279" y="1"/>
                    <a:pt x="0" y="679"/>
                    <a:pt x="395" y="1079"/>
                  </a:cubicBezTo>
                  <a:cubicBezTo>
                    <a:pt x="524" y="1208"/>
                    <a:pt x="682" y="1266"/>
                    <a:pt x="837" y="1266"/>
                  </a:cubicBezTo>
                  <a:cubicBezTo>
                    <a:pt x="1162" y="1266"/>
                    <a:pt x="1473" y="1012"/>
                    <a:pt x="1473" y="631"/>
                  </a:cubicBezTo>
                  <a:cubicBezTo>
                    <a:pt x="1473" y="285"/>
                    <a:pt x="1194" y="1"/>
                    <a:pt x="8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87"/>
            <p:cNvSpPr/>
            <p:nvPr/>
          </p:nvSpPr>
          <p:spPr>
            <a:xfrm>
              <a:off x="7579687" y="4616882"/>
              <a:ext cx="38764" cy="33204"/>
            </a:xfrm>
            <a:custGeom>
              <a:rect b="b" l="l" r="r" t="t"/>
              <a:pathLst>
                <a:path extrusionOk="0" h="1266" w="1478">
                  <a:moveTo>
                    <a:pt x="845" y="405"/>
                  </a:moveTo>
                  <a:cubicBezTo>
                    <a:pt x="962" y="405"/>
                    <a:pt x="1073" y="495"/>
                    <a:pt x="1073" y="631"/>
                  </a:cubicBezTo>
                  <a:cubicBezTo>
                    <a:pt x="1073" y="756"/>
                    <a:pt x="972" y="862"/>
                    <a:pt x="842" y="862"/>
                  </a:cubicBezTo>
                  <a:cubicBezTo>
                    <a:pt x="640" y="862"/>
                    <a:pt x="539" y="617"/>
                    <a:pt x="684" y="472"/>
                  </a:cubicBezTo>
                  <a:cubicBezTo>
                    <a:pt x="730" y="426"/>
                    <a:pt x="788" y="405"/>
                    <a:pt x="845" y="405"/>
                  </a:cubicBezTo>
                  <a:close/>
                  <a:moveTo>
                    <a:pt x="842" y="1"/>
                  </a:moveTo>
                  <a:cubicBezTo>
                    <a:pt x="284" y="1"/>
                    <a:pt x="0" y="679"/>
                    <a:pt x="400" y="1079"/>
                  </a:cubicBezTo>
                  <a:cubicBezTo>
                    <a:pt x="527" y="1208"/>
                    <a:pt x="685" y="1266"/>
                    <a:pt x="840" y="1266"/>
                  </a:cubicBezTo>
                  <a:cubicBezTo>
                    <a:pt x="1164" y="1266"/>
                    <a:pt x="1477" y="1012"/>
                    <a:pt x="1477" y="631"/>
                  </a:cubicBezTo>
                  <a:cubicBezTo>
                    <a:pt x="1477" y="285"/>
                    <a:pt x="1194" y="1"/>
                    <a:pt x="8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87"/>
            <p:cNvSpPr/>
            <p:nvPr/>
          </p:nvSpPr>
          <p:spPr>
            <a:xfrm>
              <a:off x="7794097" y="4616882"/>
              <a:ext cx="38764" cy="33204"/>
            </a:xfrm>
            <a:custGeom>
              <a:rect b="b" l="l" r="r" t="t"/>
              <a:pathLst>
                <a:path extrusionOk="0" h="1266" w="1478">
                  <a:moveTo>
                    <a:pt x="845" y="405"/>
                  </a:moveTo>
                  <a:cubicBezTo>
                    <a:pt x="962" y="405"/>
                    <a:pt x="1073" y="495"/>
                    <a:pt x="1073" y="631"/>
                  </a:cubicBezTo>
                  <a:cubicBezTo>
                    <a:pt x="1073" y="756"/>
                    <a:pt x="972" y="862"/>
                    <a:pt x="847" y="862"/>
                  </a:cubicBezTo>
                  <a:cubicBezTo>
                    <a:pt x="640" y="862"/>
                    <a:pt x="539" y="617"/>
                    <a:pt x="684" y="472"/>
                  </a:cubicBezTo>
                  <a:cubicBezTo>
                    <a:pt x="731" y="426"/>
                    <a:pt x="788" y="405"/>
                    <a:pt x="845" y="405"/>
                  </a:cubicBezTo>
                  <a:close/>
                  <a:moveTo>
                    <a:pt x="847" y="1"/>
                  </a:moveTo>
                  <a:cubicBezTo>
                    <a:pt x="284" y="1"/>
                    <a:pt x="0" y="679"/>
                    <a:pt x="400" y="1079"/>
                  </a:cubicBezTo>
                  <a:cubicBezTo>
                    <a:pt x="529" y="1208"/>
                    <a:pt x="687" y="1266"/>
                    <a:pt x="842" y="1266"/>
                  </a:cubicBezTo>
                  <a:cubicBezTo>
                    <a:pt x="1167" y="1266"/>
                    <a:pt x="1478" y="1012"/>
                    <a:pt x="1478" y="631"/>
                  </a:cubicBezTo>
                  <a:cubicBezTo>
                    <a:pt x="1478" y="285"/>
                    <a:pt x="1194" y="1"/>
                    <a:pt x="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87"/>
            <p:cNvSpPr/>
            <p:nvPr/>
          </p:nvSpPr>
          <p:spPr>
            <a:xfrm>
              <a:off x="7614937" y="4537596"/>
              <a:ext cx="188654" cy="73175"/>
            </a:xfrm>
            <a:custGeom>
              <a:rect b="b" l="l" r="r" t="t"/>
              <a:pathLst>
                <a:path extrusionOk="0" h="2790" w="7193">
                  <a:moveTo>
                    <a:pt x="3588" y="1"/>
                  </a:moveTo>
                  <a:cubicBezTo>
                    <a:pt x="3484" y="1"/>
                    <a:pt x="3379" y="72"/>
                    <a:pt x="3386" y="214"/>
                  </a:cubicBezTo>
                  <a:lnTo>
                    <a:pt x="3386" y="445"/>
                  </a:lnTo>
                  <a:lnTo>
                    <a:pt x="1986" y="445"/>
                  </a:lnTo>
                  <a:cubicBezTo>
                    <a:pt x="1712" y="445"/>
                    <a:pt x="1457" y="575"/>
                    <a:pt x="1298" y="796"/>
                  </a:cubicBezTo>
                  <a:lnTo>
                    <a:pt x="105" y="2466"/>
                  </a:lnTo>
                  <a:cubicBezTo>
                    <a:pt x="1" y="2621"/>
                    <a:pt x="133" y="2779"/>
                    <a:pt x="275" y="2779"/>
                  </a:cubicBezTo>
                  <a:cubicBezTo>
                    <a:pt x="330" y="2779"/>
                    <a:pt x="387" y="2755"/>
                    <a:pt x="432" y="2697"/>
                  </a:cubicBezTo>
                  <a:lnTo>
                    <a:pt x="1625" y="1032"/>
                  </a:lnTo>
                  <a:cubicBezTo>
                    <a:pt x="1707" y="916"/>
                    <a:pt x="1842" y="844"/>
                    <a:pt x="1986" y="844"/>
                  </a:cubicBezTo>
                  <a:lnTo>
                    <a:pt x="3386" y="844"/>
                  </a:lnTo>
                  <a:lnTo>
                    <a:pt x="3386" y="2365"/>
                  </a:lnTo>
                  <a:cubicBezTo>
                    <a:pt x="3379" y="2507"/>
                    <a:pt x="3484" y="2578"/>
                    <a:pt x="3588" y="2578"/>
                  </a:cubicBezTo>
                  <a:cubicBezTo>
                    <a:pt x="3693" y="2578"/>
                    <a:pt x="3798" y="2507"/>
                    <a:pt x="3790" y="2365"/>
                  </a:cubicBezTo>
                  <a:lnTo>
                    <a:pt x="3790" y="844"/>
                  </a:lnTo>
                  <a:lnTo>
                    <a:pt x="5191" y="844"/>
                  </a:lnTo>
                  <a:cubicBezTo>
                    <a:pt x="5335" y="844"/>
                    <a:pt x="5470" y="916"/>
                    <a:pt x="5551" y="1032"/>
                  </a:cubicBezTo>
                  <a:lnTo>
                    <a:pt x="6740" y="2697"/>
                  </a:lnTo>
                  <a:cubicBezTo>
                    <a:pt x="6784" y="2763"/>
                    <a:pt x="6844" y="2790"/>
                    <a:pt x="6903" y="2790"/>
                  </a:cubicBezTo>
                  <a:cubicBezTo>
                    <a:pt x="7050" y="2790"/>
                    <a:pt x="7192" y="2620"/>
                    <a:pt x="7072" y="2466"/>
                  </a:cubicBezTo>
                  <a:lnTo>
                    <a:pt x="5884" y="796"/>
                  </a:lnTo>
                  <a:cubicBezTo>
                    <a:pt x="5725" y="575"/>
                    <a:pt x="5465" y="445"/>
                    <a:pt x="5195" y="445"/>
                  </a:cubicBezTo>
                  <a:lnTo>
                    <a:pt x="3790" y="445"/>
                  </a:lnTo>
                  <a:lnTo>
                    <a:pt x="3790" y="214"/>
                  </a:lnTo>
                  <a:cubicBezTo>
                    <a:pt x="3798" y="72"/>
                    <a:pt x="3693" y="1"/>
                    <a:pt x="35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1" name="Google Shape;16451;p87"/>
          <p:cNvGrpSpPr/>
          <p:nvPr/>
        </p:nvGrpSpPr>
        <p:grpSpPr>
          <a:xfrm>
            <a:off x="4905872" y="2907767"/>
            <a:ext cx="362857" cy="362726"/>
            <a:chOff x="4905872" y="2907767"/>
            <a:chExt cx="362857" cy="362726"/>
          </a:xfrm>
        </p:grpSpPr>
        <p:sp>
          <p:nvSpPr>
            <p:cNvPr id="16452" name="Google Shape;16452;p87"/>
            <p:cNvSpPr/>
            <p:nvPr/>
          </p:nvSpPr>
          <p:spPr>
            <a:xfrm>
              <a:off x="4998639" y="3063506"/>
              <a:ext cx="4328" cy="11016"/>
            </a:xfrm>
            <a:custGeom>
              <a:rect b="b" l="l" r="r" t="t"/>
              <a:pathLst>
                <a:path extrusionOk="0" h="420" w="165">
                  <a:moveTo>
                    <a:pt x="1" y="0"/>
                  </a:moveTo>
                  <a:lnTo>
                    <a:pt x="1" y="419"/>
                  </a:lnTo>
                  <a:lnTo>
                    <a:pt x="73" y="371"/>
                  </a:lnTo>
                  <a:cubicBezTo>
                    <a:pt x="130" y="328"/>
                    <a:pt x="164" y="260"/>
                    <a:pt x="164" y="188"/>
                  </a:cubicBezTo>
                  <a:cubicBezTo>
                    <a:pt x="164" y="130"/>
                    <a:pt x="140" y="77"/>
                    <a:pt x="102" y="34"/>
                  </a:cubicBezTo>
                  <a:lnTo>
                    <a:pt x="92" y="24"/>
                  </a:lnTo>
                  <a:lnTo>
                    <a:pt x="78" y="24"/>
                  </a:lnTo>
                  <a:lnTo>
                    <a:pt x="58"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87"/>
            <p:cNvSpPr/>
            <p:nvPr/>
          </p:nvSpPr>
          <p:spPr>
            <a:xfrm>
              <a:off x="4931129" y="3063506"/>
              <a:ext cx="5324" cy="11016"/>
            </a:xfrm>
            <a:custGeom>
              <a:rect b="b" l="l" r="r" t="t"/>
              <a:pathLst>
                <a:path extrusionOk="0" h="420" w="203">
                  <a:moveTo>
                    <a:pt x="202" y="0"/>
                  </a:moveTo>
                  <a:lnTo>
                    <a:pt x="145" y="20"/>
                  </a:lnTo>
                  <a:cubicBezTo>
                    <a:pt x="135" y="24"/>
                    <a:pt x="125" y="24"/>
                    <a:pt x="116" y="29"/>
                  </a:cubicBezTo>
                  <a:lnTo>
                    <a:pt x="97" y="29"/>
                  </a:lnTo>
                  <a:lnTo>
                    <a:pt x="87" y="39"/>
                  </a:lnTo>
                  <a:cubicBezTo>
                    <a:pt x="0" y="140"/>
                    <a:pt x="20" y="299"/>
                    <a:pt x="130" y="371"/>
                  </a:cubicBezTo>
                  <a:lnTo>
                    <a:pt x="135" y="371"/>
                  </a:lnTo>
                  <a:lnTo>
                    <a:pt x="202" y="419"/>
                  </a:lnTo>
                  <a:lnTo>
                    <a:pt x="20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87"/>
            <p:cNvSpPr/>
            <p:nvPr/>
          </p:nvSpPr>
          <p:spPr>
            <a:xfrm>
              <a:off x="5080416" y="3203088"/>
              <a:ext cx="14530" cy="12642"/>
            </a:xfrm>
            <a:custGeom>
              <a:rect b="b" l="l" r="r" t="t"/>
              <a:pathLst>
                <a:path extrusionOk="0" h="482" w="554">
                  <a:moveTo>
                    <a:pt x="1" y="0"/>
                  </a:moveTo>
                  <a:lnTo>
                    <a:pt x="1" y="217"/>
                  </a:lnTo>
                  <a:lnTo>
                    <a:pt x="270" y="481"/>
                  </a:lnTo>
                  <a:lnTo>
                    <a:pt x="554" y="183"/>
                  </a:lnTo>
                  <a:lnTo>
                    <a:pt x="554" y="0"/>
                  </a:lnTo>
                  <a:lnTo>
                    <a:pt x="506" y="5"/>
                  </a:lnTo>
                  <a:cubicBezTo>
                    <a:pt x="462" y="10"/>
                    <a:pt x="419" y="15"/>
                    <a:pt x="376" y="15"/>
                  </a:cubicBezTo>
                  <a:lnTo>
                    <a:pt x="179" y="15"/>
                  </a:lnTo>
                  <a:cubicBezTo>
                    <a:pt x="135" y="15"/>
                    <a:pt x="92" y="10"/>
                    <a:pt x="49" y="5"/>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87"/>
            <p:cNvSpPr/>
            <p:nvPr/>
          </p:nvSpPr>
          <p:spPr>
            <a:xfrm>
              <a:off x="4945633" y="3046589"/>
              <a:ext cx="43957" cy="48101"/>
            </a:xfrm>
            <a:custGeom>
              <a:rect b="b" l="l" r="r" t="t"/>
              <a:pathLst>
                <a:path extrusionOk="0" h="1834" w="1676">
                  <a:moveTo>
                    <a:pt x="1223" y="1"/>
                  </a:moveTo>
                  <a:lnTo>
                    <a:pt x="1184" y="34"/>
                  </a:lnTo>
                  <a:cubicBezTo>
                    <a:pt x="804" y="352"/>
                    <a:pt x="304" y="448"/>
                    <a:pt x="39" y="477"/>
                  </a:cubicBezTo>
                  <a:lnTo>
                    <a:pt x="1" y="482"/>
                  </a:lnTo>
                  <a:lnTo>
                    <a:pt x="1" y="1093"/>
                  </a:lnTo>
                  <a:cubicBezTo>
                    <a:pt x="1" y="1502"/>
                    <a:pt x="333" y="1829"/>
                    <a:pt x="737" y="1834"/>
                  </a:cubicBezTo>
                  <a:lnTo>
                    <a:pt x="934" y="1834"/>
                  </a:lnTo>
                  <a:cubicBezTo>
                    <a:pt x="1343" y="1829"/>
                    <a:pt x="1675" y="1502"/>
                    <a:pt x="1675" y="1093"/>
                  </a:cubicBezTo>
                  <a:lnTo>
                    <a:pt x="1675" y="443"/>
                  </a:lnTo>
                  <a:lnTo>
                    <a:pt x="1646" y="429"/>
                  </a:lnTo>
                  <a:cubicBezTo>
                    <a:pt x="1478" y="347"/>
                    <a:pt x="1338" y="212"/>
                    <a:pt x="1247" y="49"/>
                  </a:cubicBezTo>
                  <a:lnTo>
                    <a:pt x="1223"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87"/>
            <p:cNvSpPr/>
            <p:nvPr/>
          </p:nvSpPr>
          <p:spPr>
            <a:xfrm>
              <a:off x="5080416" y="3003681"/>
              <a:ext cx="14530" cy="12642"/>
            </a:xfrm>
            <a:custGeom>
              <a:rect b="b" l="l" r="r" t="t"/>
              <a:pathLst>
                <a:path extrusionOk="0" h="482" w="554">
                  <a:moveTo>
                    <a:pt x="1" y="1"/>
                  </a:moveTo>
                  <a:lnTo>
                    <a:pt x="1" y="217"/>
                  </a:lnTo>
                  <a:lnTo>
                    <a:pt x="270" y="482"/>
                  </a:lnTo>
                  <a:lnTo>
                    <a:pt x="554" y="188"/>
                  </a:lnTo>
                  <a:lnTo>
                    <a:pt x="554" y="1"/>
                  </a:lnTo>
                  <a:lnTo>
                    <a:pt x="506" y="5"/>
                  </a:lnTo>
                  <a:cubicBezTo>
                    <a:pt x="462" y="10"/>
                    <a:pt x="419" y="15"/>
                    <a:pt x="376" y="15"/>
                  </a:cubicBezTo>
                  <a:lnTo>
                    <a:pt x="179" y="15"/>
                  </a:lnTo>
                  <a:cubicBezTo>
                    <a:pt x="135" y="15"/>
                    <a:pt x="92" y="15"/>
                    <a:pt x="49" y="10"/>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87"/>
            <p:cNvSpPr/>
            <p:nvPr/>
          </p:nvSpPr>
          <p:spPr>
            <a:xfrm>
              <a:off x="4960268" y="3103371"/>
              <a:ext cx="14556" cy="12668"/>
            </a:xfrm>
            <a:custGeom>
              <a:rect b="b" l="l" r="r" t="t"/>
              <a:pathLst>
                <a:path extrusionOk="0" h="483" w="555">
                  <a:moveTo>
                    <a:pt x="1" y="1"/>
                  </a:moveTo>
                  <a:lnTo>
                    <a:pt x="1" y="217"/>
                  </a:lnTo>
                  <a:lnTo>
                    <a:pt x="270" y="482"/>
                  </a:lnTo>
                  <a:lnTo>
                    <a:pt x="554" y="189"/>
                  </a:lnTo>
                  <a:lnTo>
                    <a:pt x="554" y="1"/>
                  </a:lnTo>
                  <a:lnTo>
                    <a:pt x="506" y="6"/>
                  </a:lnTo>
                  <a:cubicBezTo>
                    <a:pt x="463" y="11"/>
                    <a:pt x="419" y="15"/>
                    <a:pt x="376" y="15"/>
                  </a:cubicBezTo>
                  <a:lnTo>
                    <a:pt x="179" y="15"/>
                  </a:lnTo>
                  <a:cubicBezTo>
                    <a:pt x="136" y="15"/>
                    <a:pt x="92" y="11"/>
                    <a:pt x="49" y="6"/>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87"/>
            <p:cNvSpPr/>
            <p:nvPr/>
          </p:nvSpPr>
          <p:spPr>
            <a:xfrm>
              <a:off x="5118918" y="3163196"/>
              <a:ext cx="4170" cy="11016"/>
            </a:xfrm>
            <a:custGeom>
              <a:rect b="b" l="l" r="r" t="t"/>
              <a:pathLst>
                <a:path extrusionOk="0" h="420" w="159">
                  <a:moveTo>
                    <a:pt x="0" y="1"/>
                  </a:moveTo>
                  <a:lnTo>
                    <a:pt x="0" y="419"/>
                  </a:lnTo>
                  <a:lnTo>
                    <a:pt x="68" y="366"/>
                  </a:lnTo>
                  <a:cubicBezTo>
                    <a:pt x="125" y="323"/>
                    <a:pt x="159" y="256"/>
                    <a:pt x="159" y="184"/>
                  </a:cubicBezTo>
                  <a:cubicBezTo>
                    <a:pt x="159" y="131"/>
                    <a:pt x="135" y="73"/>
                    <a:pt x="96" y="34"/>
                  </a:cubicBezTo>
                  <a:lnTo>
                    <a:pt x="87" y="25"/>
                  </a:lnTo>
                  <a:lnTo>
                    <a:pt x="72" y="25"/>
                  </a:lnTo>
                  <a:lnTo>
                    <a:pt x="53" y="20"/>
                  </a:ln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87"/>
            <p:cNvSpPr/>
            <p:nvPr/>
          </p:nvSpPr>
          <p:spPr>
            <a:xfrm>
              <a:off x="5065781" y="2947029"/>
              <a:ext cx="43931" cy="47970"/>
            </a:xfrm>
            <a:custGeom>
              <a:rect b="b" l="l" r="r" t="t"/>
              <a:pathLst>
                <a:path extrusionOk="0" h="1829" w="1675">
                  <a:moveTo>
                    <a:pt x="1223" y="0"/>
                  </a:moveTo>
                  <a:lnTo>
                    <a:pt x="1184" y="29"/>
                  </a:lnTo>
                  <a:cubicBezTo>
                    <a:pt x="804" y="347"/>
                    <a:pt x="304" y="443"/>
                    <a:pt x="39" y="472"/>
                  </a:cubicBezTo>
                  <a:lnTo>
                    <a:pt x="0" y="477"/>
                  </a:lnTo>
                  <a:lnTo>
                    <a:pt x="0" y="1088"/>
                  </a:lnTo>
                  <a:cubicBezTo>
                    <a:pt x="0" y="1497"/>
                    <a:pt x="328" y="1824"/>
                    <a:pt x="737" y="1829"/>
                  </a:cubicBezTo>
                  <a:lnTo>
                    <a:pt x="934" y="1829"/>
                  </a:lnTo>
                  <a:cubicBezTo>
                    <a:pt x="1343" y="1829"/>
                    <a:pt x="1670" y="1497"/>
                    <a:pt x="1675" y="1088"/>
                  </a:cubicBezTo>
                  <a:lnTo>
                    <a:pt x="1675" y="438"/>
                  </a:lnTo>
                  <a:lnTo>
                    <a:pt x="1646" y="428"/>
                  </a:lnTo>
                  <a:cubicBezTo>
                    <a:pt x="1478" y="342"/>
                    <a:pt x="1338" y="207"/>
                    <a:pt x="1247" y="43"/>
                  </a:cubicBezTo>
                  <a:lnTo>
                    <a:pt x="122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87"/>
            <p:cNvSpPr/>
            <p:nvPr/>
          </p:nvSpPr>
          <p:spPr>
            <a:xfrm>
              <a:off x="5118918" y="2963815"/>
              <a:ext cx="4170" cy="10989"/>
            </a:xfrm>
            <a:custGeom>
              <a:rect b="b" l="l" r="r" t="t"/>
              <a:pathLst>
                <a:path extrusionOk="0" h="419" w="159">
                  <a:moveTo>
                    <a:pt x="0" y="0"/>
                  </a:moveTo>
                  <a:lnTo>
                    <a:pt x="0" y="419"/>
                  </a:lnTo>
                  <a:lnTo>
                    <a:pt x="68" y="371"/>
                  </a:lnTo>
                  <a:cubicBezTo>
                    <a:pt x="125" y="327"/>
                    <a:pt x="159" y="260"/>
                    <a:pt x="159" y="188"/>
                  </a:cubicBezTo>
                  <a:cubicBezTo>
                    <a:pt x="159" y="130"/>
                    <a:pt x="135" y="77"/>
                    <a:pt x="96" y="34"/>
                  </a:cubicBezTo>
                  <a:lnTo>
                    <a:pt x="87" y="24"/>
                  </a:lnTo>
                  <a:lnTo>
                    <a:pt x="72" y="24"/>
                  </a:lnTo>
                  <a:lnTo>
                    <a:pt x="53" y="19"/>
                  </a:ln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87"/>
            <p:cNvSpPr/>
            <p:nvPr/>
          </p:nvSpPr>
          <p:spPr>
            <a:xfrm>
              <a:off x="5186034" y="3046589"/>
              <a:ext cx="43826" cy="48101"/>
            </a:xfrm>
            <a:custGeom>
              <a:rect b="b" l="l" r="r" t="t"/>
              <a:pathLst>
                <a:path extrusionOk="0" h="1834" w="1671">
                  <a:moveTo>
                    <a:pt x="1218" y="1"/>
                  </a:moveTo>
                  <a:lnTo>
                    <a:pt x="1180" y="34"/>
                  </a:lnTo>
                  <a:cubicBezTo>
                    <a:pt x="800" y="352"/>
                    <a:pt x="299" y="448"/>
                    <a:pt x="39" y="477"/>
                  </a:cubicBezTo>
                  <a:lnTo>
                    <a:pt x="1" y="482"/>
                  </a:lnTo>
                  <a:lnTo>
                    <a:pt x="1" y="1093"/>
                  </a:lnTo>
                  <a:cubicBezTo>
                    <a:pt x="1" y="1502"/>
                    <a:pt x="328" y="1829"/>
                    <a:pt x="737" y="1834"/>
                  </a:cubicBezTo>
                  <a:lnTo>
                    <a:pt x="934" y="1834"/>
                  </a:lnTo>
                  <a:cubicBezTo>
                    <a:pt x="1339" y="1829"/>
                    <a:pt x="1671" y="1502"/>
                    <a:pt x="1671" y="1093"/>
                  </a:cubicBezTo>
                  <a:lnTo>
                    <a:pt x="1671" y="443"/>
                  </a:lnTo>
                  <a:lnTo>
                    <a:pt x="1647" y="429"/>
                  </a:lnTo>
                  <a:cubicBezTo>
                    <a:pt x="1478" y="347"/>
                    <a:pt x="1339" y="212"/>
                    <a:pt x="1247" y="49"/>
                  </a:cubicBezTo>
                  <a:lnTo>
                    <a:pt x="121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87"/>
            <p:cNvSpPr/>
            <p:nvPr/>
          </p:nvSpPr>
          <p:spPr>
            <a:xfrm>
              <a:off x="5200696" y="3103371"/>
              <a:ext cx="14530" cy="12668"/>
            </a:xfrm>
            <a:custGeom>
              <a:rect b="b" l="l" r="r" t="t"/>
              <a:pathLst>
                <a:path extrusionOk="0" h="483" w="554">
                  <a:moveTo>
                    <a:pt x="0" y="1"/>
                  </a:moveTo>
                  <a:lnTo>
                    <a:pt x="0" y="217"/>
                  </a:lnTo>
                  <a:lnTo>
                    <a:pt x="270" y="482"/>
                  </a:lnTo>
                  <a:lnTo>
                    <a:pt x="554" y="189"/>
                  </a:lnTo>
                  <a:lnTo>
                    <a:pt x="554" y="1"/>
                  </a:lnTo>
                  <a:lnTo>
                    <a:pt x="505" y="6"/>
                  </a:lnTo>
                  <a:cubicBezTo>
                    <a:pt x="462" y="11"/>
                    <a:pt x="419" y="15"/>
                    <a:pt x="375" y="15"/>
                  </a:cubicBezTo>
                  <a:lnTo>
                    <a:pt x="178" y="15"/>
                  </a:lnTo>
                  <a:cubicBezTo>
                    <a:pt x="135" y="15"/>
                    <a:pt x="92" y="11"/>
                    <a:pt x="48" y="6"/>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87"/>
            <p:cNvSpPr/>
            <p:nvPr/>
          </p:nvSpPr>
          <p:spPr>
            <a:xfrm>
              <a:off x="5171399" y="3063506"/>
              <a:ext cx="5455" cy="11016"/>
            </a:xfrm>
            <a:custGeom>
              <a:rect b="b" l="l" r="r" t="t"/>
              <a:pathLst>
                <a:path extrusionOk="0" h="420" w="208">
                  <a:moveTo>
                    <a:pt x="208" y="0"/>
                  </a:moveTo>
                  <a:lnTo>
                    <a:pt x="145" y="20"/>
                  </a:lnTo>
                  <a:cubicBezTo>
                    <a:pt x="136" y="24"/>
                    <a:pt x="126" y="24"/>
                    <a:pt x="116" y="29"/>
                  </a:cubicBezTo>
                  <a:lnTo>
                    <a:pt x="102" y="29"/>
                  </a:lnTo>
                  <a:lnTo>
                    <a:pt x="92" y="39"/>
                  </a:lnTo>
                  <a:cubicBezTo>
                    <a:pt x="1" y="140"/>
                    <a:pt x="25" y="299"/>
                    <a:pt x="136" y="371"/>
                  </a:cubicBezTo>
                  <a:lnTo>
                    <a:pt x="140" y="371"/>
                  </a:lnTo>
                  <a:lnTo>
                    <a:pt x="208" y="419"/>
                  </a:lnTo>
                  <a:lnTo>
                    <a:pt x="208"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87"/>
            <p:cNvSpPr/>
            <p:nvPr/>
          </p:nvSpPr>
          <p:spPr>
            <a:xfrm>
              <a:off x="5239040" y="3063506"/>
              <a:ext cx="4196" cy="11016"/>
            </a:xfrm>
            <a:custGeom>
              <a:rect b="b" l="l" r="r" t="t"/>
              <a:pathLst>
                <a:path extrusionOk="0" h="420" w="160">
                  <a:moveTo>
                    <a:pt x="1" y="0"/>
                  </a:moveTo>
                  <a:lnTo>
                    <a:pt x="1" y="419"/>
                  </a:lnTo>
                  <a:lnTo>
                    <a:pt x="68" y="371"/>
                  </a:lnTo>
                  <a:cubicBezTo>
                    <a:pt x="126" y="328"/>
                    <a:pt x="160" y="260"/>
                    <a:pt x="160" y="188"/>
                  </a:cubicBezTo>
                  <a:cubicBezTo>
                    <a:pt x="160" y="130"/>
                    <a:pt x="140" y="77"/>
                    <a:pt x="102" y="34"/>
                  </a:cubicBezTo>
                  <a:lnTo>
                    <a:pt x="92" y="24"/>
                  </a:lnTo>
                  <a:lnTo>
                    <a:pt x="78" y="24"/>
                  </a:lnTo>
                  <a:lnTo>
                    <a:pt x="59"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87"/>
            <p:cNvSpPr/>
            <p:nvPr/>
          </p:nvSpPr>
          <p:spPr>
            <a:xfrm>
              <a:off x="5051277" y="2963815"/>
              <a:ext cx="5324" cy="10989"/>
            </a:xfrm>
            <a:custGeom>
              <a:rect b="b" l="l" r="r" t="t"/>
              <a:pathLst>
                <a:path extrusionOk="0" h="419" w="203">
                  <a:moveTo>
                    <a:pt x="202" y="0"/>
                  </a:moveTo>
                  <a:lnTo>
                    <a:pt x="144" y="19"/>
                  </a:lnTo>
                  <a:cubicBezTo>
                    <a:pt x="135" y="24"/>
                    <a:pt x="125" y="29"/>
                    <a:pt x="116" y="29"/>
                  </a:cubicBezTo>
                  <a:lnTo>
                    <a:pt x="101" y="29"/>
                  </a:lnTo>
                  <a:lnTo>
                    <a:pt x="91" y="39"/>
                  </a:lnTo>
                  <a:cubicBezTo>
                    <a:pt x="0" y="140"/>
                    <a:pt x="19" y="298"/>
                    <a:pt x="135" y="371"/>
                  </a:cubicBezTo>
                  <a:lnTo>
                    <a:pt x="135" y="375"/>
                  </a:lnTo>
                  <a:lnTo>
                    <a:pt x="202" y="419"/>
                  </a:lnTo>
                  <a:lnTo>
                    <a:pt x="20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87"/>
            <p:cNvSpPr/>
            <p:nvPr/>
          </p:nvSpPr>
          <p:spPr>
            <a:xfrm>
              <a:off x="5065781" y="3146280"/>
              <a:ext cx="43931" cy="47996"/>
            </a:xfrm>
            <a:custGeom>
              <a:rect b="b" l="l" r="r" t="t"/>
              <a:pathLst>
                <a:path extrusionOk="0" h="1830" w="1675">
                  <a:moveTo>
                    <a:pt x="1223" y="1"/>
                  </a:moveTo>
                  <a:lnTo>
                    <a:pt x="1184" y="35"/>
                  </a:lnTo>
                  <a:cubicBezTo>
                    <a:pt x="804" y="352"/>
                    <a:pt x="304" y="448"/>
                    <a:pt x="39" y="477"/>
                  </a:cubicBezTo>
                  <a:lnTo>
                    <a:pt x="0" y="482"/>
                  </a:lnTo>
                  <a:lnTo>
                    <a:pt x="0" y="1093"/>
                  </a:lnTo>
                  <a:cubicBezTo>
                    <a:pt x="0" y="1497"/>
                    <a:pt x="328" y="1829"/>
                    <a:pt x="737" y="1829"/>
                  </a:cubicBezTo>
                  <a:lnTo>
                    <a:pt x="934" y="1829"/>
                  </a:lnTo>
                  <a:cubicBezTo>
                    <a:pt x="1343" y="1829"/>
                    <a:pt x="1670" y="1502"/>
                    <a:pt x="1675" y="1093"/>
                  </a:cubicBezTo>
                  <a:lnTo>
                    <a:pt x="1675" y="444"/>
                  </a:lnTo>
                  <a:lnTo>
                    <a:pt x="1646" y="429"/>
                  </a:lnTo>
                  <a:cubicBezTo>
                    <a:pt x="1478" y="347"/>
                    <a:pt x="1338" y="213"/>
                    <a:pt x="1247" y="44"/>
                  </a:cubicBezTo>
                  <a:lnTo>
                    <a:pt x="1223"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87"/>
            <p:cNvSpPr/>
            <p:nvPr/>
          </p:nvSpPr>
          <p:spPr>
            <a:xfrm>
              <a:off x="4945633" y="3046589"/>
              <a:ext cx="34620" cy="47996"/>
            </a:xfrm>
            <a:custGeom>
              <a:rect b="b" l="l" r="r" t="t"/>
              <a:pathLst>
                <a:path extrusionOk="0" h="1830" w="1320">
                  <a:moveTo>
                    <a:pt x="1223" y="1"/>
                  </a:moveTo>
                  <a:lnTo>
                    <a:pt x="1184" y="34"/>
                  </a:lnTo>
                  <a:cubicBezTo>
                    <a:pt x="804" y="352"/>
                    <a:pt x="304" y="448"/>
                    <a:pt x="39" y="477"/>
                  </a:cubicBezTo>
                  <a:lnTo>
                    <a:pt x="1" y="482"/>
                  </a:lnTo>
                  <a:lnTo>
                    <a:pt x="1" y="1093"/>
                  </a:lnTo>
                  <a:cubicBezTo>
                    <a:pt x="1" y="1502"/>
                    <a:pt x="333" y="1829"/>
                    <a:pt x="742" y="1829"/>
                  </a:cubicBezTo>
                  <a:lnTo>
                    <a:pt x="982" y="1829"/>
                  </a:lnTo>
                  <a:cubicBezTo>
                    <a:pt x="592" y="1805"/>
                    <a:pt x="289" y="1483"/>
                    <a:pt x="289" y="1093"/>
                  </a:cubicBezTo>
                  <a:lnTo>
                    <a:pt x="289" y="482"/>
                  </a:lnTo>
                  <a:lnTo>
                    <a:pt x="328" y="477"/>
                  </a:lnTo>
                  <a:cubicBezTo>
                    <a:pt x="679" y="443"/>
                    <a:pt x="1016" y="333"/>
                    <a:pt x="1319" y="150"/>
                  </a:cubicBezTo>
                  <a:cubicBezTo>
                    <a:pt x="1295" y="116"/>
                    <a:pt x="1271" y="82"/>
                    <a:pt x="1247" y="49"/>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87"/>
            <p:cNvSpPr/>
            <p:nvPr/>
          </p:nvSpPr>
          <p:spPr>
            <a:xfrm>
              <a:off x="5065781" y="2946898"/>
              <a:ext cx="34594" cy="48101"/>
            </a:xfrm>
            <a:custGeom>
              <a:rect b="b" l="l" r="r" t="t"/>
              <a:pathLst>
                <a:path extrusionOk="0" h="1834" w="1319">
                  <a:moveTo>
                    <a:pt x="1223" y="0"/>
                  </a:moveTo>
                  <a:lnTo>
                    <a:pt x="1184" y="34"/>
                  </a:lnTo>
                  <a:cubicBezTo>
                    <a:pt x="804" y="352"/>
                    <a:pt x="304" y="448"/>
                    <a:pt x="44" y="477"/>
                  </a:cubicBezTo>
                  <a:lnTo>
                    <a:pt x="0" y="482"/>
                  </a:lnTo>
                  <a:lnTo>
                    <a:pt x="0" y="1093"/>
                  </a:lnTo>
                  <a:cubicBezTo>
                    <a:pt x="0" y="1502"/>
                    <a:pt x="332" y="1829"/>
                    <a:pt x="737" y="1834"/>
                  </a:cubicBezTo>
                  <a:lnTo>
                    <a:pt x="982" y="1834"/>
                  </a:lnTo>
                  <a:cubicBezTo>
                    <a:pt x="592" y="1805"/>
                    <a:pt x="289" y="1482"/>
                    <a:pt x="294" y="1093"/>
                  </a:cubicBezTo>
                  <a:lnTo>
                    <a:pt x="294" y="482"/>
                  </a:lnTo>
                  <a:lnTo>
                    <a:pt x="332" y="477"/>
                  </a:lnTo>
                  <a:cubicBezTo>
                    <a:pt x="679" y="443"/>
                    <a:pt x="1016" y="332"/>
                    <a:pt x="1319" y="150"/>
                  </a:cubicBezTo>
                  <a:cubicBezTo>
                    <a:pt x="1295" y="116"/>
                    <a:pt x="1271" y="82"/>
                    <a:pt x="1251" y="48"/>
                  </a:cubicBezTo>
                  <a:lnTo>
                    <a:pt x="1223"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87"/>
            <p:cNvSpPr/>
            <p:nvPr/>
          </p:nvSpPr>
          <p:spPr>
            <a:xfrm>
              <a:off x="5186034" y="3046589"/>
              <a:ext cx="34489" cy="47996"/>
            </a:xfrm>
            <a:custGeom>
              <a:rect b="b" l="l" r="r" t="t"/>
              <a:pathLst>
                <a:path extrusionOk="0" h="1830" w="1315">
                  <a:moveTo>
                    <a:pt x="1223" y="1"/>
                  </a:moveTo>
                  <a:lnTo>
                    <a:pt x="1180" y="34"/>
                  </a:lnTo>
                  <a:cubicBezTo>
                    <a:pt x="800" y="352"/>
                    <a:pt x="299" y="448"/>
                    <a:pt x="39" y="477"/>
                  </a:cubicBezTo>
                  <a:lnTo>
                    <a:pt x="1" y="482"/>
                  </a:lnTo>
                  <a:lnTo>
                    <a:pt x="1" y="1093"/>
                  </a:lnTo>
                  <a:cubicBezTo>
                    <a:pt x="1" y="1502"/>
                    <a:pt x="328" y="1829"/>
                    <a:pt x="737" y="1829"/>
                  </a:cubicBezTo>
                  <a:lnTo>
                    <a:pt x="983" y="1829"/>
                  </a:lnTo>
                  <a:cubicBezTo>
                    <a:pt x="593" y="1805"/>
                    <a:pt x="290" y="1483"/>
                    <a:pt x="290" y="1093"/>
                  </a:cubicBezTo>
                  <a:lnTo>
                    <a:pt x="290" y="482"/>
                  </a:lnTo>
                  <a:lnTo>
                    <a:pt x="328" y="477"/>
                  </a:lnTo>
                  <a:cubicBezTo>
                    <a:pt x="679" y="443"/>
                    <a:pt x="1016" y="333"/>
                    <a:pt x="1315" y="150"/>
                  </a:cubicBezTo>
                  <a:cubicBezTo>
                    <a:pt x="1291" y="116"/>
                    <a:pt x="1266" y="82"/>
                    <a:pt x="1247" y="49"/>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87"/>
            <p:cNvSpPr/>
            <p:nvPr/>
          </p:nvSpPr>
          <p:spPr>
            <a:xfrm>
              <a:off x="5065781" y="3146280"/>
              <a:ext cx="34594" cy="47996"/>
            </a:xfrm>
            <a:custGeom>
              <a:rect b="b" l="l" r="r" t="t"/>
              <a:pathLst>
                <a:path extrusionOk="0" h="1830" w="1319">
                  <a:moveTo>
                    <a:pt x="1223" y="1"/>
                  </a:moveTo>
                  <a:lnTo>
                    <a:pt x="1184" y="35"/>
                  </a:lnTo>
                  <a:cubicBezTo>
                    <a:pt x="804" y="352"/>
                    <a:pt x="304" y="448"/>
                    <a:pt x="44" y="477"/>
                  </a:cubicBezTo>
                  <a:lnTo>
                    <a:pt x="0" y="482"/>
                  </a:lnTo>
                  <a:lnTo>
                    <a:pt x="0" y="1093"/>
                  </a:lnTo>
                  <a:cubicBezTo>
                    <a:pt x="0" y="1497"/>
                    <a:pt x="332" y="1829"/>
                    <a:pt x="737" y="1829"/>
                  </a:cubicBezTo>
                  <a:lnTo>
                    <a:pt x="982" y="1829"/>
                  </a:lnTo>
                  <a:cubicBezTo>
                    <a:pt x="592" y="1805"/>
                    <a:pt x="289" y="1483"/>
                    <a:pt x="294" y="1093"/>
                  </a:cubicBezTo>
                  <a:lnTo>
                    <a:pt x="294" y="482"/>
                  </a:lnTo>
                  <a:lnTo>
                    <a:pt x="332" y="477"/>
                  </a:lnTo>
                  <a:cubicBezTo>
                    <a:pt x="679" y="444"/>
                    <a:pt x="1016" y="333"/>
                    <a:pt x="1319" y="150"/>
                  </a:cubicBezTo>
                  <a:cubicBezTo>
                    <a:pt x="1295" y="116"/>
                    <a:pt x="1271" y="83"/>
                    <a:pt x="1251" y="44"/>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87"/>
            <p:cNvSpPr/>
            <p:nvPr/>
          </p:nvSpPr>
          <p:spPr>
            <a:xfrm>
              <a:off x="5051277" y="3163196"/>
              <a:ext cx="5324" cy="10884"/>
            </a:xfrm>
            <a:custGeom>
              <a:rect b="b" l="l" r="r" t="t"/>
              <a:pathLst>
                <a:path extrusionOk="0" h="415" w="203">
                  <a:moveTo>
                    <a:pt x="202" y="1"/>
                  </a:moveTo>
                  <a:lnTo>
                    <a:pt x="144" y="20"/>
                  </a:lnTo>
                  <a:cubicBezTo>
                    <a:pt x="135" y="20"/>
                    <a:pt x="125" y="25"/>
                    <a:pt x="116" y="25"/>
                  </a:cubicBezTo>
                  <a:lnTo>
                    <a:pt x="101" y="25"/>
                  </a:lnTo>
                  <a:lnTo>
                    <a:pt x="91" y="39"/>
                  </a:lnTo>
                  <a:cubicBezTo>
                    <a:pt x="0" y="140"/>
                    <a:pt x="19" y="294"/>
                    <a:pt x="135" y="366"/>
                  </a:cubicBezTo>
                  <a:lnTo>
                    <a:pt x="135" y="371"/>
                  </a:lnTo>
                  <a:lnTo>
                    <a:pt x="202" y="414"/>
                  </a:lnTo>
                  <a:lnTo>
                    <a:pt x="20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87"/>
            <p:cNvSpPr/>
            <p:nvPr/>
          </p:nvSpPr>
          <p:spPr>
            <a:xfrm>
              <a:off x="4917491" y="3115253"/>
              <a:ext cx="99481" cy="50252"/>
            </a:xfrm>
            <a:custGeom>
              <a:rect b="b" l="l" r="r" t="t"/>
              <a:pathLst>
                <a:path extrusionOk="0" h="1916" w="3793">
                  <a:moveTo>
                    <a:pt x="2474" y="0"/>
                  </a:moveTo>
                  <a:lnTo>
                    <a:pt x="2065" y="428"/>
                  </a:lnTo>
                  <a:cubicBezTo>
                    <a:pt x="2022" y="467"/>
                    <a:pt x="1969" y="491"/>
                    <a:pt x="1911" y="496"/>
                  </a:cubicBezTo>
                  <a:lnTo>
                    <a:pt x="1906" y="496"/>
                  </a:lnTo>
                  <a:cubicBezTo>
                    <a:pt x="1848" y="496"/>
                    <a:pt x="1795" y="472"/>
                    <a:pt x="1752" y="433"/>
                  </a:cubicBezTo>
                  <a:lnTo>
                    <a:pt x="1319" y="15"/>
                  </a:lnTo>
                  <a:lnTo>
                    <a:pt x="501" y="332"/>
                  </a:lnTo>
                  <a:lnTo>
                    <a:pt x="491" y="337"/>
                  </a:lnTo>
                  <a:cubicBezTo>
                    <a:pt x="472" y="342"/>
                    <a:pt x="1" y="515"/>
                    <a:pt x="1" y="1121"/>
                  </a:cubicBezTo>
                  <a:lnTo>
                    <a:pt x="1" y="1915"/>
                  </a:lnTo>
                  <a:lnTo>
                    <a:pt x="3792" y="1915"/>
                  </a:lnTo>
                  <a:lnTo>
                    <a:pt x="3792" y="1121"/>
                  </a:lnTo>
                  <a:cubicBezTo>
                    <a:pt x="3792" y="515"/>
                    <a:pt x="3326" y="342"/>
                    <a:pt x="3301" y="332"/>
                  </a:cubicBezTo>
                  <a:lnTo>
                    <a:pt x="3292" y="327"/>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87"/>
            <p:cNvSpPr/>
            <p:nvPr/>
          </p:nvSpPr>
          <p:spPr>
            <a:xfrm>
              <a:off x="5157892" y="3115253"/>
              <a:ext cx="99481" cy="51012"/>
            </a:xfrm>
            <a:custGeom>
              <a:rect b="b" l="l" r="r" t="t"/>
              <a:pathLst>
                <a:path extrusionOk="0" h="1945" w="3793">
                  <a:moveTo>
                    <a:pt x="2474" y="0"/>
                  </a:moveTo>
                  <a:lnTo>
                    <a:pt x="2060" y="428"/>
                  </a:lnTo>
                  <a:cubicBezTo>
                    <a:pt x="2022" y="467"/>
                    <a:pt x="1969" y="491"/>
                    <a:pt x="1906" y="496"/>
                  </a:cubicBezTo>
                  <a:cubicBezTo>
                    <a:pt x="1849" y="496"/>
                    <a:pt x="1796" y="472"/>
                    <a:pt x="1752" y="433"/>
                  </a:cubicBezTo>
                  <a:lnTo>
                    <a:pt x="1319" y="15"/>
                  </a:lnTo>
                  <a:lnTo>
                    <a:pt x="501" y="332"/>
                  </a:lnTo>
                  <a:lnTo>
                    <a:pt x="492" y="337"/>
                  </a:lnTo>
                  <a:cubicBezTo>
                    <a:pt x="473" y="342"/>
                    <a:pt x="1" y="515"/>
                    <a:pt x="1" y="1121"/>
                  </a:cubicBezTo>
                  <a:lnTo>
                    <a:pt x="1" y="1944"/>
                  </a:lnTo>
                  <a:lnTo>
                    <a:pt x="3788" y="1944"/>
                  </a:lnTo>
                  <a:lnTo>
                    <a:pt x="3788" y="1121"/>
                  </a:lnTo>
                  <a:cubicBezTo>
                    <a:pt x="3793" y="515"/>
                    <a:pt x="3316" y="342"/>
                    <a:pt x="3302" y="332"/>
                  </a:cubicBezTo>
                  <a:lnTo>
                    <a:pt x="3287" y="327"/>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87"/>
            <p:cNvSpPr/>
            <p:nvPr/>
          </p:nvSpPr>
          <p:spPr>
            <a:xfrm>
              <a:off x="5037377" y="3214943"/>
              <a:ext cx="99481" cy="50252"/>
            </a:xfrm>
            <a:custGeom>
              <a:rect b="b" l="l" r="r" t="t"/>
              <a:pathLst>
                <a:path extrusionOk="0" h="1916" w="3793">
                  <a:moveTo>
                    <a:pt x="2474" y="0"/>
                  </a:moveTo>
                  <a:lnTo>
                    <a:pt x="2060" y="429"/>
                  </a:lnTo>
                  <a:cubicBezTo>
                    <a:pt x="2022" y="467"/>
                    <a:pt x="1964" y="491"/>
                    <a:pt x="1906" y="491"/>
                  </a:cubicBezTo>
                  <a:cubicBezTo>
                    <a:pt x="1901" y="492"/>
                    <a:pt x="1896" y="492"/>
                    <a:pt x="1892" y="492"/>
                  </a:cubicBezTo>
                  <a:cubicBezTo>
                    <a:pt x="1840" y="492"/>
                    <a:pt x="1792" y="469"/>
                    <a:pt x="1752" y="434"/>
                  </a:cubicBezTo>
                  <a:lnTo>
                    <a:pt x="1319" y="10"/>
                  </a:lnTo>
                  <a:lnTo>
                    <a:pt x="501" y="332"/>
                  </a:lnTo>
                  <a:lnTo>
                    <a:pt x="492" y="337"/>
                  </a:lnTo>
                  <a:cubicBezTo>
                    <a:pt x="472" y="342"/>
                    <a:pt x="1" y="515"/>
                    <a:pt x="1" y="1122"/>
                  </a:cubicBezTo>
                  <a:lnTo>
                    <a:pt x="1" y="1916"/>
                  </a:lnTo>
                  <a:lnTo>
                    <a:pt x="3788" y="1916"/>
                  </a:lnTo>
                  <a:lnTo>
                    <a:pt x="3788" y="1122"/>
                  </a:lnTo>
                  <a:cubicBezTo>
                    <a:pt x="3792" y="515"/>
                    <a:pt x="3321" y="337"/>
                    <a:pt x="3297" y="332"/>
                  </a:cubicBezTo>
                  <a:lnTo>
                    <a:pt x="3287" y="328"/>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87"/>
            <p:cNvSpPr/>
            <p:nvPr/>
          </p:nvSpPr>
          <p:spPr>
            <a:xfrm>
              <a:off x="4938053" y="3017817"/>
              <a:ext cx="58959" cy="33335"/>
            </a:xfrm>
            <a:custGeom>
              <a:rect b="b" l="l" r="r" t="t"/>
              <a:pathLst>
                <a:path extrusionOk="0" h="1271" w="2248">
                  <a:moveTo>
                    <a:pt x="1069" y="1"/>
                  </a:moveTo>
                  <a:cubicBezTo>
                    <a:pt x="477" y="1"/>
                    <a:pt x="1" y="477"/>
                    <a:pt x="1" y="1069"/>
                  </a:cubicBezTo>
                  <a:lnTo>
                    <a:pt x="1" y="1271"/>
                  </a:lnTo>
                  <a:lnTo>
                    <a:pt x="59" y="1252"/>
                  </a:lnTo>
                  <a:lnTo>
                    <a:pt x="116" y="1252"/>
                  </a:lnTo>
                  <a:cubicBezTo>
                    <a:pt x="126" y="1252"/>
                    <a:pt x="1026" y="1242"/>
                    <a:pt x="1430" y="684"/>
                  </a:cubicBezTo>
                  <a:cubicBezTo>
                    <a:pt x="1465" y="633"/>
                    <a:pt x="1517" y="610"/>
                    <a:pt x="1569" y="610"/>
                  </a:cubicBezTo>
                  <a:cubicBezTo>
                    <a:pt x="1646" y="610"/>
                    <a:pt x="1723" y="660"/>
                    <a:pt x="1743" y="746"/>
                  </a:cubicBezTo>
                  <a:cubicBezTo>
                    <a:pt x="1748" y="766"/>
                    <a:pt x="1853" y="1179"/>
                    <a:pt x="2176" y="1256"/>
                  </a:cubicBezTo>
                  <a:lnTo>
                    <a:pt x="2190" y="1256"/>
                  </a:lnTo>
                  <a:lnTo>
                    <a:pt x="2248" y="1271"/>
                  </a:lnTo>
                  <a:lnTo>
                    <a:pt x="2248" y="1074"/>
                  </a:lnTo>
                  <a:cubicBezTo>
                    <a:pt x="2248" y="482"/>
                    <a:pt x="1767" y="1"/>
                    <a:pt x="11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87"/>
            <p:cNvSpPr/>
            <p:nvPr/>
          </p:nvSpPr>
          <p:spPr>
            <a:xfrm>
              <a:off x="5058333" y="2917996"/>
              <a:ext cx="58959" cy="33466"/>
            </a:xfrm>
            <a:custGeom>
              <a:rect b="b" l="l" r="r" t="t"/>
              <a:pathLst>
                <a:path extrusionOk="0" h="1276" w="2248">
                  <a:moveTo>
                    <a:pt x="1069" y="0"/>
                  </a:moveTo>
                  <a:cubicBezTo>
                    <a:pt x="477" y="5"/>
                    <a:pt x="1" y="482"/>
                    <a:pt x="1" y="1074"/>
                  </a:cubicBezTo>
                  <a:lnTo>
                    <a:pt x="1" y="1271"/>
                  </a:lnTo>
                  <a:lnTo>
                    <a:pt x="53" y="1252"/>
                  </a:lnTo>
                  <a:lnTo>
                    <a:pt x="111" y="1252"/>
                  </a:lnTo>
                  <a:cubicBezTo>
                    <a:pt x="121" y="1252"/>
                    <a:pt x="1021" y="1247"/>
                    <a:pt x="1430" y="689"/>
                  </a:cubicBezTo>
                  <a:cubicBezTo>
                    <a:pt x="1465" y="637"/>
                    <a:pt x="1518" y="614"/>
                    <a:pt x="1571" y="614"/>
                  </a:cubicBezTo>
                  <a:cubicBezTo>
                    <a:pt x="1647" y="614"/>
                    <a:pt x="1722" y="663"/>
                    <a:pt x="1742" y="751"/>
                  </a:cubicBezTo>
                  <a:cubicBezTo>
                    <a:pt x="1747" y="770"/>
                    <a:pt x="1848" y="1184"/>
                    <a:pt x="2175" y="1256"/>
                  </a:cubicBezTo>
                  <a:lnTo>
                    <a:pt x="2190" y="1256"/>
                  </a:lnTo>
                  <a:lnTo>
                    <a:pt x="2243" y="1276"/>
                  </a:lnTo>
                  <a:lnTo>
                    <a:pt x="2243" y="1078"/>
                  </a:lnTo>
                  <a:cubicBezTo>
                    <a:pt x="2248" y="482"/>
                    <a:pt x="1766" y="0"/>
                    <a:pt x="1170"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87"/>
            <p:cNvSpPr/>
            <p:nvPr/>
          </p:nvSpPr>
          <p:spPr>
            <a:xfrm>
              <a:off x="5178350" y="3017817"/>
              <a:ext cx="59091" cy="33335"/>
            </a:xfrm>
            <a:custGeom>
              <a:rect b="b" l="l" r="r" t="t"/>
              <a:pathLst>
                <a:path extrusionOk="0" h="1271" w="2253">
                  <a:moveTo>
                    <a:pt x="1073" y="1"/>
                  </a:moveTo>
                  <a:cubicBezTo>
                    <a:pt x="482" y="1"/>
                    <a:pt x="0" y="477"/>
                    <a:pt x="0" y="1069"/>
                  </a:cubicBezTo>
                  <a:lnTo>
                    <a:pt x="0" y="1271"/>
                  </a:lnTo>
                  <a:lnTo>
                    <a:pt x="58" y="1252"/>
                  </a:lnTo>
                  <a:lnTo>
                    <a:pt x="116" y="1252"/>
                  </a:lnTo>
                  <a:cubicBezTo>
                    <a:pt x="126" y="1252"/>
                    <a:pt x="1025" y="1242"/>
                    <a:pt x="1430" y="684"/>
                  </a:cubicBezTo>
                  <a:cubicBezTo>
                    <a:pt x="1467" y="633"/>
                    <a:pt x="1520" y="610"/>
                    <a:pt x="1572" y="610"/>
                  </a:cubicBezTo>
                  <a:cubicBezTo>
                    <a:pt x="1650" y="610"/>
                    <a:pt x="1725" y="660"/>
                    <a:pt x="1742" y="746"/>
                  </a:cubicBezTo>
                  <a:cubicBezTo>
                    <a:pt x="1747" y="766"/>
                    <a:pt x="1853" y="1179"/>
                    <a:pt x="2180" y="1256"/>
                  </a:cubicBezTo>
                  <a:lnTo>
                    <a:pt x="2190" y="1256"/>
                  </a:lnTo>
                  <a:lnTo>
                    <a:pt x="2248" y="1271"/>
                  </a:lnTo>
                  <a:lnTo>
                    <a:pt x="2248" y="1074"/>
                  </a:lnTo>
                  <a:cubicBezTo>
                    <a:pt x="2252" y="482"/>
                    <a:pt x="1771" y="1"/>
                    <a:pt x="11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87"/>
            <p:cNvSpPr/>
            <p:nvPr/>
          </p:nvSpPr>
          <p:spPr>
            <a:xfrm>
              <a:off x="5058202" y="3117403"/>
              <a:ext cx="59091" cy="33466"/>
            </a:xfrm>
            <a:custGeom>
              <a:rect b="b" l="l" r="r" t="t"/>
              <a:pathLst>
                <a:path extrusionOk="0" h="1276" w="2253">
                  <a:moveTo>
                    <a:pt x="1074" y="0"/>
                  </a:moveTo>
                  <a:cubicBezTo>
                    <a:pt x="482" y="0"/>
                    <a:pt x="1" y="481"/>
                    <a:pt x="6" y="1073"/>
                  </a:cubicBezTo>
                  <a:lnTo>
                    <a:pt x="6" y="1275"/>
                  </a:lnTo>
                  <a:lnTo>
                    <a:pt x="58" y="1256"/>
                  </a:lnTo>
                  <a:lnTo>
                    <a:pt x="116" y="1256"/>
                  </a:lnTo>
                  <a:cubicBezTo>
                    <a:pt x="126" y="1256"/>
                    <a:pt x="1026" y="1246"/>
                    <a:pt x="1435" y="688"/>
                  </a:cubicBezTo>
                  <a:cubicBezTo>
                    <a:pt x="1470" y="637"/>
                    <a:pt x="1523" y="613"/>
                    <a:pt x="1576" y="613"/>
                  </a:cubicBezTo>
                  <a:cubicBezTo>
                    <a:pt x="1652" y="613"/>
                    <a:pt x="1727" y="663"/>
                    <a:pt x="1747" y="751"/>
                  </a:cubicBezTo>
                  <a:cubicBezTo>
                    <a:pt x="1752" y="770"/>
                    <a:pt x="1853" y="1184"/>
                    <a:pt x="2180" y="1261"/>
                  </a:cubicBezTo>
                  <a:lnTo>
                    <a:pt x="2195" y="1261"/>
                  </a:lnTo>
                  <a:lnTo>
                    <a:pt x="2248" y="1275"/>
                  </a:lnTo>
                  <a:lnTo>
                    <a:pt x="2248" y="1073"/>
                  </a:lnTo>
                  <a:cubicBezTo>
                    <a:pt x="2253" y="481"/>
                    <a:pt x="1771" y="0"/>
                    <a:pt x="117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87"/>
            <p:cNvSpPr/>
            <p:nvPr/>
          </p:nvSpPr>
          <p:spPr>
            <a:xfrm>
              <a:off x="5037377" y="3015536"/>
              <a:ext cx="99481" cy="50278"/>
            </a:xfrm>
            <a:custGeom>
              <a:rect b="b" l="l" r="r" t="t"/>
              <a:pathLst>
                <a:path extrusionOk="0" h="1917" w="3793">
                  <a:moveTo>
                    <a:pt x="2474" y="1"/>
                  </a:moveTo>
                  <a:lnTo>
                    <a:pt x="2065" y="429"/>
                  </a:lnTo>
                  <a:cubicBezTo>
                    <a:pt x="2022" y="473"/>
                    <a:pt x="1969" y="497"/>
                    <a:pt x="1911" y="497"/>
                  </a:cubicBezTo>
                  <a:lnTo>
                    <a:pt x="1906" y="497"/>
                  </a:lnTo>
                  <a:cubicBezTo>
                    <a:pt x="1848" y="497"/>
                    <a:pt x="1796" y="473"/>
                    <a:pt x="1752" y="434"/>
                  </a:cubicBezTo>
                  <a:lnTo>
                    <a:pt x="1319" y="15"/>
                  </a:lnTo>
                  <a:lnTo>
                    <a:pt x="501" y="333"/>
                  </a:lnTo>
                  <a:lnTo>
                    <a:pt x="492" y="338"/>
                  </a:lnTo>
                  <a:cubicBezTo>
                    <a:pt x="472" y="347"/>
                    <a:pt x="1" y="521"/>
                    <a:pt x="1" y="1127"/>
                  </a:cubicBezTo>
                  <a:lnTo>
                    <a:pt x="1" y="1916"/>
                  </a:lnTo>
                  <a:lnTo>
                    <a:pt x="3788" y="1916"/>
                  </a:lnTo>
                  <a:lnTo>
                    <a:pt x="3788" y="1122"/>
                  </a:lnTo>
                  <a:cubicBezTo>
                    <a:pt x="3792" y="506"/>
                    <a:pt x="3306" y="338"/>
                    <a:pt x="3302" y="333"/>
                  </a:cubicBezTo>
                  <a:lnTo>
                    <a:pt x="3292" y="328"/>
                  </a:lnTo>
                  <a:lnTo>
                    <a:pt x="2474"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87"/>
            <p:cNvSpPr/>
            <p:nvPr/>
          </p:nvSpPr>
          <p:spPr>
            <a:xfrm>
              <a:off x="5037377" y="3015798"/>
              <a:ext cx="36115" cy="43826"/>
            </a:xfrm>
            <a:custGeom>
              <a:rect b="b" l="l" r="r" t="t"/>
              <a:pathLst>
                <a:path extrusionOk="0" h="1671" w="1377">
                  <a:moveTo>
                    <a:pt x="1319" y="1"/>
                  </a:moveTo>
                  <a:lnTo>
                    <a:pt x="501" y="323"/>
                  </a:lnTo>
                  <a:lnTo>
                    <a:pt x="492" y="323"/>
                  </a:lnTo>
                  <a:cubicBezTo>
                    <a:pt x="472" y="333"/>
                    <a:pt x="1" y="506"/>
                    <a:pt x="1" y="1112"/>
                  </a:cubicBezTo>
                  <a:lnTo>
                    <a:pt x="1" y="1670"/>
                  </a:lnTo>
                  <a:lnTo>
                    <a:pt x="203" y="1670"/>
                  </a:lnTo>
                  <a:lnTo>
                    <a:pt x="203" y="1112"/>
                  </a:lnTo>
                  <a:cubicBezTo>
                    <a:pt x="203" y="506"/>
                    <a:pt x="679" y="333"/>
                    <a:pt x="694" y="323"/>
                  </a:cubicBezTo>
                  <a:lnTo>
                    <a:pt x="703" y="323"/>
                  </a:lnTo>
                  <a:lnTo>
                    <a:pt x="1377" y="58"/>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87"/>
            <p:cNvSpPr/>
            <p:nvPr/>
          </p:nvSpPr>
          <p:spPr>
            <a:xfrm>
              <a:off x="5157787" y="3115489"/>
              <a:ext cx="36246" cy="43826"/>
            </a:xfrm>
            <a:custGeom>
              <a:rect b="b" l="l" r="r" t="t"/>
              <a:pathLst>
                <a:path extrusionOk="0" h="1671" w="1382">
                  <a:moveTo>
                    <a:pt x="1319" y="1"/>
                  </a:moveTo>
                  <a:lnTo>
                    <a:pt x="501" y="318"/>
                  </a:lnTo>
                  <a:lnTo>
                    <a:pt x="491" y="323"/>
                  </a:lnTo>
                  <a:cubicBezTo>
                    <a:pt x="472" y="328"/>
                    <a:pt x="0" y="506"/>
                    <a:pt x="0" y="1108"/>
                  </a:cubicBezTo>
                  <a:lnTo>
                    <a:pt x="0" y="1671"/>
                  </a:lnTo>
                  <a:lnTo>
                    <a:pt x="207" y="1671"/>
                  </a:lnTo>
                  <a:lnTo>
                    <a:pt x="207" y="1108"/>
                  </a:lnTo>
                  <a:cubicBezTo>
                    <a:pt x="207" y="506"/>
                    <a:pt x="679" y="333"/>
                    <a:pt x="698" y="323"/>
                  </a:cubicBezTo>
                  <a:lnTo>
                    <a:pt x="707" y="318"/>
                  </a:lnTo>
                  <a:lnTo>
                    <a:pt x="1381" y="59"/>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87"/>
            <p:cNvSpPr/>
            <p:nvPr/>
          </p:nvSpPr>
          <p:spPr>
            <a:xfrm>
              <a:off x="5037246" y="3215206"/>
              <a:ext cx="36246" cy="43800"/>
            </a:xfrm>
            <a:custGeom>
              <a:rect b="b" l="l" r="r" t="t"/>
              <a:pathLst>
                <a:path extrusionOk="0" h="1670" w="1382">
                  <a:moveTo>
                    <a:pt x="1324" y="0"/>
                  </a:moveTo>
                  <a:lnTo>
                    <a:pt x="506" y="318"/>
                  </a:lnTo>
                  <a:lnTo>
                    <a:pt x="492" y="322"/>
                  </a:lnTo>
                  <a:cubicBezTo>
                    <a:pt x="477" y="327"/>
                    <a:pt x="1" y="501"/>
                    <a:pt x="1" y="1107"/>
                  </a:cubicBezTo>
                  <a:lnTo>
                    <a:pt x="1" y="1670"/>
                  </a:lnTo>
                  <a:lnTo>
                    <a:pt x="208" y="1670"/>
                  </a:lnTo>
                  <a:lnTo>
                    <a:pt x="208" y="1107"/>
                  </a:lnTo>
                  <a:cubicBezTo>
                    <a:pt x="208" y="505"/>
                    <a:pt x="684" y="327"/>
                    <a:pt x="699" y="322"/>
                  </a:cubicBezTo>
                  <a:lnTo>
                    <a:pt x="708" y="318"/>
                  </a:lnTo>
                  <a:lnTo>
                    <a:pt x="1382" y="58"/>
                  </a:lnTo>
                  <a:lnTo>
                    <a:pt x="132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87"/>
            <p:cNvSpPr/>
            <p:nvPr/>
          </p:nvSpPr>
          <p:spPr>
            <a:xfrm>
              <a:off x="4917491" y="3115489"/>
              <a:ext cx="36115" cy="43826"/>
            </a:xfrm>
            <a:custGeom>
              <a:rect b="b" l="l" r="r" t="t"/>
              <a:pathLst>
                <a:path extrusionOk="0" h="1671" w="1377">
                  <a:moveTo>
                    <a:pt x="1319" y="1"/>
                  </a:moveTo>
                  <a:lnTo>
                    <a:pt x="501" y="318"/>
                  </a:lnTo>
                  <a:lnTo>
                    <a:pt x="491" y="323"/>
                  </a:lnTo>
                  <a:cubicBezTo>
                    <a:pt x="472" y="328"/>
                    <a:pt x="1" y="506"/>
                    <a:pt x="1" y="1108"/>
                  </a:cubicBezTo>
                  <a:lnTo>
                    <a:pt x="1" y="1671"/>
                  </a:lnTo>
                  <a:lnTo>
                    <a:pt x="203" y="1671"/>
                  </a:lnTo>
                  <a:lnTo>
                    <a:pt x="203" y="1108"/>
                  </a:lnTo>
                  <a:cubicBezTo>
                    <a:pt x="208" y="506"/>
                    <a:pt x="679" y="333"/>
                    <a:pt x="698" y="323"/>
                  </a:cubicBezTo>
                  <a:lnTo>
                    <a:pt x="708" y="318"/>
                  </a:lnTo>
                  <a:lnTo>
                    <a:pt x="1377" y="59"/>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87"/>
            <p:cNvSpPr/>
            <p:nvPr/>
          </p:nvSpPr>
          <p:spPr>
            <a:xfrm>
              <a:off x="4938053" y="3017686"/>
              <a:ext cx="32207" cy="33361"/>
            </a:xfrm>
            <a:custGeom>
              <a:rect b="b" l="l" r="r" t="t"/>
              <a:pathLst>
                <a:path extrusionOk="0" h="1272" w="1228">
                  <a:moveTo>
                    <a:pt x="1074" y="1"/>
                  </a:moveTo>
                  <a:cubicBezTo>
                    <a:pt x="482" y="1"/>
                    <a:pt x="1" y="482"/>
                    <a:pt x="1" y="1074"/>
                  </a:cubicBezTo>
                  <a:lnTo>
                    <a:pt x="1" y="1271"/>
                  </a:lnTo>
                  <a:lnTo>
                    <a:pt x="59" y="1257"/>
                  </a:lnTo>
                  <a:lnTo>
                    <a:pt x="116" y="1257"/>
                  </a:lnTo>
                  <a:cubicBezTo>
                    <a:pt x="116" y="1257"/>
                    <a:pt x="150" y="1257"/>
                    <a:pt x="203" y="1252"/>
                  </a:cubicBezTo>
                  <a:lnTo>
                    <a:pt x="203" y="1083"/>
                  </a:lnTo>
                  <a:lnTo>
                    <a:pt x="203" y="1074"/>
                  </a:lnTo>
                  <a:cubicBezTo>
                    <a:pt x="203" y="501"/>
                    <a:pt x="655" y="30"/>
                    <a:pt x="1228"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87"/>
            <p:cNvSpPr/>
            <p:nvPr/>
          </p:nvSpPr>
          <p:spPr>
            <a:xfrm>
              <a:off x="5058333" y="2917996"/>
              <a:ext cx="32076" cy="33335"/>
            </a:xfrm>
            <a:custGeom>
              <a:rect b="b" l="l" r="r" t="t"/>
              <a:pathLst>
                <a:path extrusionOk="0" h="1271" w="1223">
                  <a:moveTo>
                    <a:pt x="1069" y="0"/>
                  </a:moveTo>
                  <a:cubicBezTo>
                    <a:pt x="477" y="5"/>
                    <a:pt x="1" y="482"/>
                    <a:pt x="1" y="1074"/>
                  </a:cubicBezTo>
                  <a:lnTo>
                    <a:pt x="1" y="1271"/>
                  </a:lnTo>
                  <a:lnTo>
                    <a:pt x="53" y="1252"/>
                  </a:lnTo>
                  <a:lnTo>
                    <a:pt x="203" y="1252"/>
                  </a:lnTo>
                  <a:lnTo>
                    <a:pt x="203" y="1083"/>
                  </a:lnTo>
                  <a:lnTo>
                    <a:pt x="198" y="1074"/>
                  </a:lnTo>
                  <a:cubicBezTo>
                    <a:pt x="203" y="501"/>
                    <a:pt x="650" y="29"/>
                    <a:pt x="122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87"/>
            <p:cNvSpPr/>
            <p:nvPr/>
          </p:nvSpPr>
          <p:spPr>
            <a:xfrm>
              <a:off x="5178481" y="3017686"/>
              <a:ext cx="32076" cy="33361"/>
            </a:xfrm>
            <a:custGeom>
              <a:rect b="b" l="l" r="r" t="t"/>
              <a:pathLst>
                <a:path extrusionOk="0" h="1272" w="1223">
                  <a:moveTo>
                    <a:pt x="1068" y="1"/>
                  </a:moveTo>
                  <a:cubicBezTo>
                    <a:pt x="477" y="1"/>
                    <a:pt x="0" y="482"/>
                    <a:pt x="0" y="1074"/>
                  </a:cubicBezTo>
                  <a:lnTo>
                    <a:pt x="0" y="1271"/>
                  </a:lnTo>
                  <a:lnTo>
                    <a:pt x="53" y="1257"/>
                  </a:lnTo>
                  <a:lnTo>
                    <a:pt x="111" y="1257"/>
                  </a:lnTo>
                  <a:cubicBezTo>
                    <a:pt x="111" y="1257"/>
                    <a:pt x="149" y="1257"/>
                    <a:pt x="202" y="1252"/>
                  </a:cubicBezTo>
                  <a:lnTo>
                    <a:pt x="202" y="1083"/>
                  </a:lnTo>
                  <a:lnTo>
                    <a:pt x="202" y="1074"/>
                  </a:lnTo>
                  <a:cubicBezTo>
                    <a:pt x="202" y="501"/>
                    <a:pt x="650" y="30"/>
                    <a:pt x="1222"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87"/>
            <p:cNvSpPr/>
            <p:nvPr/>
          </p:nvSpPr>
          <p:spPr>
            <a:xfrm>
              <a:off x="5058333" y="3117508"/>
              <a:ext cx="32076" cy="33361"/>
            </a:xfrm>
            <a:custGeom>
              <a:rect b="b" l="l" r="r" t="t"/>
              <a:pathLst>
                <a:path extrusionOk="0" h="1272" w="1223">
                  <a:moveTo>
                    <a:pt x="1069" y="1"/>
                  </a:moveTo>
                  <a:cubicBezTo>
                    <a:pt x="477" y="1"/>
                    <a:pt x="1" y="477"/>
                    <a:pt x="1" y="1069"/>
                  </a:cubicBezTo>
                  <a:lnTo>
                    <a:pt x="1" y="1271"/>
                  </a:lnTo>
                  <a:lnTo>
                    <a:pt x="53" y="1252"/>
                  </a:lnTo>
                  <a:lnTo>
                    <a:pt x="111" y="1252"/>
                  </a:lnTo>
                  <a:cubicBezTo>
                    <a:pt x="111" y="1252"/>
                    <a:pt x="150" y="1252"/>
                    <a:pt x="203" y="1247"/>
                  </a:cubicBezTo>
                  <a:lnTo>
                    <a:pt x="203" y="1069"/>
                  </a:lnTo>
                  <a:lnTo>
                    <a:pt x="198" y="1069"/>
                  </a:lnTo>
                  <a:cubicBezTo>
                    <a:pt x="203" y="496"/>
                    <a:pt x="650" y="25"/>
                    <a:pt x="122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87"/>
            <p:cNvSpPr/>
            <p:nvPr/>
          </p:nvSpPr>
          <p:spPr>
            <a:xfrm>
              <a:off x="5025889" y="2907767"/>
              <a:ext cx="122325" cy="163214"/>
            </a:xfrm>
            <a:custGeom>
              <a:rect b="b" l="l" r="r" t="t"/>
              <a:pathLst>
                <a:path extrusionOk="0" h="6223" w="4664">
                  <a:moveTo>
                    <a:pt x="2397" y="434"/>
                  </a:moveTo>
                  <a:cubicBezTo>
                    <a:pt x="2965" y="439"/>
                    <a:pt x="3422" y="896"/>
                    <a:pt x="3422" y="1464"/>
                  </a:cubicBezTo>
                  <a:lnTo>
                    <a:pt x="3422" y="1603"/>
                  </a:lnTo>
                  <a:lnTo>
                    <a:pt x="3408" y="1603"/>
                  </a:lnTo>
                  <a:cubicBezTo>
                    <a:pt x="3104" y="1531"/>
                    <a:pt x="3008" y="1131"/>
                    <a:pt x="3008" y="1127"/>
                  </a:cubicBezTo>
                  <a:cubicBezTo>
                    <a:pt x="2982" y="1018"/>
                    <a:pt x="2888" y="957"/>
                    <a:pt x="2793" y="957"/>
                  </a:cubicBezTo>
                  <a:cubicBezTo>
                    <a:pt x="2728" y="957"/>
                    <a:pt x="2663" y="985"/>
                    <a:pt x="2618" y="1045"/>
                  </a:cubicBezTo>
                  <a:cubicBezTo>
                    <a:pt x="2224" y="1589"/>
                    <a:pt x="1348" y="1593"/>
                    <a:pt x="1339" y="1593"/>
                  </a:cubicBezTo>
                  <a:lnTo>
                    <a:pt x="1286" y="1593"/>
                  </a:lnTo>
                  <a:lnTo>
                    <a:pt x="1271" y="1598"/>
                  </a:lnTo>
                  <a:lnTo>
                    <a:pt x="1266" y="1598"/>
                  </a:lnTo>
                  <a:lnTo>
                    <a:pt x="1266" y="1464"/>
                  </a:lnTo>
                  <a:cubicBezTo>
                    <a:pt x="1266" y="896"/>
                    <a:pt x="1728" y="439"/>
                    <a:pt x="2291" y="434"/>
                  </a:cubicBezTo>
                  <a:close/>
                  <a:moveTo>
                    <a:pt x="3576" y="2195"/>
                  </a:moveTo>
                  <a:lnTo>
                    <a:pt x="3600" y="2200"/>
                  </a:lnTo>
                  <a:cubicBezTo>
                    <a:pt x="3672" y="2281"/>
                    <a:pt x="3663" y="2402"/>
                    <a:pt x="3576" y="2469"/>
                  </a:cubicBezTo>
                  <a:lnTo>
                    <a:pt x="3576" y="2195"/>
                  </a:lnTo>
                  <a:close/>
                  <a:moveTo>
                    <a:pt x="1117" y="2200"/>
                  </a:moveTo>
                  <a:lnTo>
                    <a:pt x="1117" y="2474"/>
                  </a:lnTo>
                  <a:cubicBezTo>
                    <a:pt x="1031" y="2411"/>
                    <a:pt x="1011" y="2286"/>
                    <a:pt x="1084" y="2209"/>
                  </a:cubicBezTo>
                  <a:cubicBezTo>
                    <a:pt x="1093" y="2205"/>
                    <a:pt x="1108" y="2200"/>
                    <a:pt x="1117" y="2200"/>
                  </a:cubicBezTo>
                  <a:close/>
                  <a:moveTo>
                    <a:pt x="2724" y="1565"/>
                  </a:moveTo>
                  <a:cubicBezTo>
                    <a:pt x="2821" y="1738"/>
                    <a:pt x="2965" y="1877"/>
                    <a:pt x="3143" y="1964"/>
                  </a:cubicBezTo>
                  <a:lnTo>
                    <a:pt x="3143" y="2585"/>
                  </a:lnTo>
                  <a:cubicBezTo>
                    <a:pt x="3138" y="2970"/>
                    <a:pt x="2830" y="3278"/>
                    <a:pt x="2445" y="3282"/>
                  </a:cubicBezTo>
                  <a:lnTo>
                    <a:pt x="2248" y="3282"/>
                  </a:lnTo>
                  <a:cubicBezTo>
                    <a:pt x="1868" y="3278"/>
                    <a:pt x="1555" y="2970"/>
                    <a:pt x="1555" y="2585"/>
                  </a:cubicBezTo>
                  <a:lnTo>
                    <a:pt x="1555" y="2012"/>
                  </a:lnTo>
                  <a:cubicBezTo>
                    <a:pt x="1839" y="1983"/>
                    <a:pt x="2335" y="1882"/>
                    <a:pt x="2724" y="1565"/>
                  </a:cubicBezTo>
                  <a:close/>
                  <a:moveTo>
                    <a:pt x="2580" y="3711"/>
                  </a:moveTo>
                  <a:lnTo>
                    <a:pt x="2580" y="3826"/>
                  </a:lnTo>
                  <a:lnTo>
                    <a:pt x="2339" y="4076"/>
                  </a:lnTo>
                  <a:lnTo>
                    <a:pt x="2113" y="3855"/>
                  </a:lnTo>
                  <a:lnTo>
                    <a:pt x="2113" y="3711"/>
                  </a:lnTo>
                  <a:cubicBezTo>
                    <a:pt x="2157" y="3715"/>
                    <a:pt x="2205" y="3715"/>
                    <a:pt x="2248" y="3715"/>
                  </a:cubicBezTo>
                  <a:lnTo>
                    <a:pt x="2445" y="3715"/>
                  </a:lnTo>
                  <a:cubicBezTo>
                    <a:pt x="2489" y="3715"/>
                    <a:pt x="2537" y="3715"/>
                    <a:pt x="2580" y="3711"/>
                  </a:cubicBezTo>
                  <a:close/>
                  <a:moveTo>
                    <a:pt x="2291" y="1"/>
                  </a:moveTo>
                  <a:cubicBezTo>
                    <a:pt x="1483" y="1"/>
                    <a:pt x="824" y="655"/>
                    <a:pt x="824" y="1464"/>
                  </a:cubicBezTo>
                  <a:lnTo>
                    <a:pt x="824" y="1848"/>
                  </a:lnTo>
                  <a:cubicBezTo>
                    <a:pt x="391" y="2200"/>
                    <a:pt x="612" y="2902"/>
                    <a:pt x="1170" y="2941"/>
                  </a:cubicBezTo>
                  <a:lnTo>
                    <a:pt x="1170" y="2936"/>
                  </a:lnTo>
                  <a:cubicBezTo>
                    <a:pt x="1257" y="3201"/>
                    <a:pt x="1435" y="3422"/>
                    <a:pt x="1675" y="3561"/>
                  </a:cubicBezTo>
                  <a:lnTo>
                    <a:pt x="1675" y="3682"/>
                  </a:lnTo>
                  <a:lnTo>
                    <a:pt x="780" y="4033"/>
                  </a:lnTo>
                  <a:cubicBezTo>
                    <a:pt x="699" y="4062"/>
                    <a:pt x="1" y="4341"/>
                    <a:pt x="1" y="5231"/>
                  </a:cubicBezTo>
                  <a:lnTo>
                    <a:pt x="1" y="6006"/>
                  </a:lnTo>
                  <a:cubicBezTo>
                    <a:pt x="1" y="6126"/>
                    <a:pt x="97" y="6222"/>
                    <a:pt x="217" y="6222"/>
                  </a:cubicBezTo>
                  <a:lnTo>
                    <a:pt x="776" y="6222"/>
                  </a:lnTo>
                  <a:cubicBezTo>
                    <a:pt x="1064" y="6222"/>
                    <a:pt x="1064" y="5789"/>
                    <a:pt x="776" y="5789"/>
                  </a:cubicBezTo>
                  <a:lnTo>
                    <a:pt x="439" y="5789"/>
                  </a:lnTo>
                  <a:lnTo>
                    <a:pt x="439" y="5231"/>
                  </a:lnTo>
                  <a:cubicBezTo>
                    <a:pt x="439" y="4630"/>
                    <a:pt x="910" y="4447"/>
                    <a:pt x="930" y="4442"/>
                  </a:cubicBezTo>
                  <a:lnTo>
                    <a:pt x="939" y="4437"/>
                  </a:lnTo>
                  <a:lnTo>
                    <a:pt x="1757" y="4120"/>
                  </a:lnTo>
                  <a:lnTo>
                    <a:pt x="2190" y="4538"/>
                  </a:lnTo>
                  <a:cubicBezTo>
                    <a:pt x="2234" y="4577"/>
                    <a:pt x="2286" y="4601"/>
                    <a:pt x="2344" y="4601"/>
                  </a:cubicBezTo>
                  <a:cubicBezTo>
                    <a:pt x="2402" y="4601"/>
                    <a:pt x="2460" y="4577"/>
                    <a:pt x="2498" y="4533"/>
                  </a:cubicBezTo>
                  <a:lnTo>
                    <a:pt x="2912" y="4105"/>
                  </a:lnTo>
                  <a:lnTo>
                    <a:pt x="3725" y="4432"/>
                  </a:lnTo>
                  <a:lnTo>
                    <a:pt x="3740" y="4437"/>
                  </a:lnTo>
                  <a:cubicBezTo>
                    <a:pt x="3744" y="4437"/>
                    <a:pt x="4230" y="4610"/>
                    <a:pt x="4230" y="5226"/>
                  </a:cubicBezTo>
                  <a:lnTo>
                    <a:pt x="4230" y="5784"/>
                  </a:lnTo>
                  <a:lnTo>
                    <a:pt x="1468" y="5784"/>
                  </a:lnTo>
                  <a:cubicBezTo>
                    <a:pt x="1175" y="5784"/>
                    <a:pt x="1175" y="6222"/>
                    <a:pt x="1468" y="6222"/>
                  </a:cubicBezTo>
                  <a:lnTo>
                    <a:pt x="4447" y="6222"/>
                  </a:lnTo>
                  <a:cubicBezTo>
                    <a:pt x="4567" y="6222"/>
                    <a:pt x="4663" y="6121"/>
                    <a:pt x="4663" y="6001"/>
                  </a:cubicBezTo>
                  <a:lnTo>
                    <a:pt x="4663" y="5231"/>
                  </a:lnTo>
                  <a:cubicBezTo>
                    <a:pt x="4663" y="4346"/>
                    <a:pt x="3971" y="4062"/>
                    <a:pt x="3884" y="4033"/>
                  </a:cubicBezTo>
                  <a:lnTo>
                    <a:pt x="3013" y="3682"/>
                  </a:lnTo>
                  <a:lnTo>
                    <a:pt x="3013" y="3561"/>
                  </a:lnTo>
                  <a:cubicBezTo>
                    <a:pt x="3254" y="3422"/>
                    <a:pt x="3432" y="3201"/>
                    <a:pt x="3518" y="2936"/>
                  </a:cubicBezTo>
                  <a:cubicBezTo>
                    <a:pt x="4067" y="2893"/>
                    <a:pt x="4283" y="2200"/>
                    <a:pt x="3855" y="1848"/>
                  </a:cubicBezTo>
                  <a:lnTo>
                    <a:pt x="3855" y="1464"/>
                  </a:lnTo>
                  <a:cubicBezTo>
                    <a:pt x="3855" y="655"/>
                    <a:pt x="3201" y="1"/>
                    <a:pt x="23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87"/>
            <p:cNvSpPr/>
            <p:nvPr/>
          </p:nvSpPr>
          <p:spPr>
            <a:xfrm>
              <a:off x="5133501" y="2916396"/>
              <a:ext cx="109185" cy="83718"/>
            </a:xfrm>
            <a:custGeom>
              <a:rect b="b" l="l" r="r" t="t"/>
              <a:pathLst>
                <a:path extrusionOk="0" h="3192" w="4163">
                  <a:moveTo>
                    <a:pt x="309" y="0"/>
                  </a:moveTo>
                  <a:cubicBezTo>
                    <a:pt x="86" y="0"/>
                    <a:pt x="0" y="345"/>
                    <a:pt x="248" y="427"/>
                  </a:cubicBezTo>
                  <a:cubicBezTo>
                    <a:pt x="1667" y="894"/>
                    <a:pt x="2880" y="1837"/>
                    <a:pt x="3688" y="3093"/>
                  </a:cubicBezTo>
                  <a:cubicBezTo>
                    <a:pt x="3735" y="3162"/>
                    <a:pt x="3799" y="3191"/>
                    <a:pt x="3863" y="3191"/>
                  </a:cubicBezTo>
                  <a:cubicBezTo>
                    <a:pt x="4015" y="3191"/>
                    <a:pt x="4162" y="3027"/>
                    <a:pt x="4054" y="2857"/>
                  </a:cubicBezTo>
                  <a:cubicBezTo>
                    <a:pt x="3192" y="1515"/>
                    <a:pt x="1898" y="509"/>
                    <a:pt x="387" y="13"/>
                  </a:cubicBezTo>
                  <a:cubicBezTo>
                    <a:pt x="360" y="4"/>
                    <a:pt x="334"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87"/>
            <p:cNvSpPr/>
            <p:nvPr/>
          </p:nvSpPr>
          <p:spPr>
            <a:xfrm>
              <a:off x="4932651" y="2915924"/>
              <a:ext cx="109238" cy="84164"/>
            </a:xfrm>
            <a:custGeom>
              <a:rect b="b" l="l" r="r" t="t"/>
              <a:pathLst>
                <a:path extrusionOk="0" h="3209" w="4165">
                  <a:moveTo>
                    <a:pt x="3855" y="0"/>
                  </a:moveTo>
                  <a:cubicBezTo>
                    <a:pt x="3832" y="0"/>
                    <a:pt x="3808" y="4"/>
                    <a:pt x="3782" y="12"/>
                  </a:cubicBezTo>
                  <a:cubicBezTo>
                    <a:pt x="2247" y="508"/>
                    <a:pt x="933" y="1518"/>
                    <a:pt x="63" y="2870"/>
                  </a:cubicBezTo>
                  <a:cubicBezTo>
                    <a:pt x="0" y="2976"/>
                    <a:pt x="29" y="3111"/>
                    <a:pt x="130" y="3173"/>
                  </a:cubicBezTo>
                  <a:cubicBezTo>
                    <a:pt x="166" y="3198"/>
                    <a:pt x="207" y="3209"/>
                    <a:pt x="247" y="3209"/>
                  </a:cubicBezTo>
                  <a:cubicBezTo>
                    <a:pt x="319" y="3209"/>
                    <a:pt x="390" y="3173"/>
                    <a:pt x="433" y="3111"/>
                  </a:cubicBezTo>
                  <a:cubicBezTo>
                    <a:pt x="1246" y="1841"/>
                    <a:pt x="2478" y="893"/>
                    <a:pt x="3912" y="431"/>
                  </a:cubicBezTo>
                  <a:cubicBezTo>
                    <a:pt x="4165" y="348"/>
                    <a:pt x="4078" y="0"/>
                    <a:pt x="3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87"/>
            <p:cNvSpPr/>
            <p:nvPr/>
          </p:nvSpPr>
          <p:spPr>
            <a:xfrm>
              <a:off x="4931365" y="3177831"/>
              <a:ext cx="91272" cy="76847"/>
            </a:xfrm>
            <a:custGeom>
              <a:rect b="b" l="l" r="r" t="t"/>
              <a:pathLst>
                <a:path extrusionOk="0" h="2930" w="3480">
                  <a:moveTo>
                    <a:pt x="303" y="1"/>
                  </a:moveTo>
                  <a:cubicBezTo>
                    <a:pt x="149" y="1"/>
                    <a:pt x="0" y="170"/>
                    <a:pt x="112" y="342"/>
                  </a:cubicBezTo>
                  <a:cubicBezTo>
                    <a:pt x="829" y="1459"/>
                    <a:pt x="1849" y="2349"/>
                    <a:pt x="3052" y="2902"/>
                  </a:cubicBezTo>
                  <a:cubicBezTo>
                    <a:pt x="3089" y="2922"/>
                    <a:pt x="3125" y="2930"/>
                    <a:pt x="3159" y="2930"/>
                  </a:cubicBezTo>
                  <a:cubicBezTo>
                    <a:pt x="3370" y="2930"/>
                    <a:pt x="3479" y="2598"/>
                    <a:pt x="3234" y="2503"/>
                  </a:cubicBezTo>
                  <a:cubicBezTo>
                    <a:pt x="2108" y="1983"/>
                    <a:pt x="1151" y="1156"/>
                    <a:pt x="482" y="107"/>
                  </a:cubicBezTo>
                  <a:cubicBezTo>
                    <a:pt x="435" y="32"/>
                    <a:pt x="368" y="1"/>
                    <a:pt x="3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87"/>
            <p:cNvSpPr/>
            <p:nvPr/>
          </p:nvSpPr>
          <p:spPr>
            <a:xfrm>
              <a:off x="5152988" y="3177989"/>
              <a:ext cx="88623" cy="76060"/>
            </a:xfrm>
            <a:custGeom>
              <a:rect b="b" l="l" r="r" t="t"/>
              <a:pathLst>
                <a:path extrusionOk="0" h="2900" w="3379">
                  <a:moveTo>
                    <a:pt x="3130" y="0"/>
                  </a:moveTo>
                  <a:cubicBezTo>
                    <a:pt x="3058" y="0"/>
                    <a:pt x="2989" y="36"/>
                    <a:pt x="2945" y="101"/>
                  </a:cubicBezTo>
                  <a:cubicBezTo>
                    <a:pt x="2286" y="1130"/>
                    <a:pt x="1348" y="1958"/>
                    <a:pt x="241" y="2478"/>
                  </a:cubicBezTo>
                  <a:cubicBezTo>
                    <a:pt x="0" y="2581"/>
                    <a:pt x="110" y="2899"/>
                    <a:pt x="317" y="2899"/>
                  </a:cubicBezTo>
                  <a:cubicBezTo>
                    <a:pt x="351" y="2899"/>
                    <a:pt x="386" y="2891"/>
                    <a:pt x="424" y="2872"/>
                  </a:cubicBezTo>
                  <a:cubicBezTo>
                    <a:pt x="1607" y="2319"/>
                    <a:pt x="2608" y="1438"/>
                    <a:pt x="3316" y="336"/>
                  </a:cubicBezTo>
                  <a:cubicBezTo>
                    <a:pt x="3378" y="235"/>
                    <a:pt x="3349" y="101"/>
                    <a:pt x="3248" y="33"/>
                  </a:cubicBezTo>
                  <a:cubicBezTo>
                    <a:pt x="3211" y="11"/>
                    <a:pt x="3170" y="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87"/>
            <p:cNvSpPr/>
            <p:nvPr/>
          </p:nvSpPr>
          <p:spPr>
            <a:xfrm>
              <a:off x="4905872" y="3007484"/>
              <a:ext cx="122456" cy="163319"/>
            </a:xfrm>
            <a:custGeom>
              <a:rect b="b" l="l" r="r" t="t"/>
              <a:pathLst>
                <a:path extrusionOk="0" h="6227" w="4669">
                  <a:moveTo>
                    <a:pt x="2397" y="423"/>
                  </a:moveTo>
                  <a:cubicBezTo>
                    <a:pt x="2965" y="428"/>
                    <a:pt x="3422" y="885"/>
                    <a:pt x="3427" y="1453"/>
                  </a:cubicBezTo>
                  <a:lnTo>
                    <a:pt x="3427" y="1588"/>
                  </a:lnTo>
                  <a:lnTo>
                    <a:pt x="3408" y="1588"/>
                  </a:lnTo>
                  <a:cubicBezTo>
                    <a:pt x="3109" y="1521"/>
                    <a:pt x="3008" y="1116"/>
                    <a:pt x="3008" y="1116"/>
                  </a:cubicBezTo>
                  <a:cubicBezTo>
                    <a:pt x="2982" y="1007"/>
                    <a:pt x="2888" y="946"/>
                    <a:pt x="2793" y="946"/>
                  </a:cubicBezTo>
                  <a:cubicBezTo>
                    <a:pt x="2728" y="946"/>
                    <a:pt x="2663" y="974"/>
                    <a:pt x="2619" y="1035"/>
                  </a:cubicBezTo>
                  <a:cubicBezTo>
                    <a:pt x="2224" y="1583"/>
                    <a:pt x="1348" y="1588"/>
                    <a:pt x="1339" y="1588"/>
                  </a:cubicBezTo>
                  <a:lnTo>
                    <a:pt x="1286" y="1588"/>
                  </a:lnTo>
                  <a:lnTo>
                    <a:pt x="1271" y="1593"/>
                  </a:lnTo>
                  <a:lnTo>
                    <a:pt x="1266" y="1593"/>
                  </a:lnTo>
                  <a:lnTo>
                    <a:pt x="1266" y="1453"/>
                  </a:lnTo>
                  <a:cubicBezTo>
                    <a:pt x="1266" y="885"/>
                    <a:pt x="1728" y="428"/>
                    <a:pt x="2291" y="423"/>
                  </a:cubicBezTo>
                  <a:close/>
                  <a:moveTo>
                    <a:pt x="3576" y="2194"/>
                  </a:moveTo>
                  <a:lnTo>
                    <a:pt x="3600" y="2199"/>
                  </a:lnTo>
                  <a:cubicBezTo>
                    <a:pt x="3672" y="2276"/>
                    <a:pt x="3663" y="2401"/>
                    <a:pt x="3576" y="2464"/>
                  </a:cubicBezTo>
                  <a:lnTo>
                    <a:pt x="3576" y="2194"/>
                  </a:lnTo>
                  <a:close/>
                  <a:moveTo>
                    <a:pt x="1117" y="2194"/>
                  </a:moveTo>
                  <a:lnTo>
                    <a:pt x="1117" y="2473"/>
                  </a:lnTo>
                  <a:cubicBezTo>
                    <a:pt x="1031" y="2411"/>
                    <a:pt x="1011" y="2286"/>
                    <a:pt x="1084" y="2204"/>
                  </a:cubicBezTo>
                  <a:cubicBezTo>
                    <a:pt x="1093" y="2204"/>
                    <a:pt x="1108" y="2199"/>
                    <a:pt x="1117" y="2194"/>
                  </a:cubicBezTo>
                  <a:close/>
                  <a:moveTo>
                    <a:pt x="2724" y="1559"/>
                  </a:moveTo>
                  <a:cubicBezTo>
                    <a:pt x="2821" y="1732"/>
                    <a:pt x="2965" y="1872"/>
                    <a:pt x="3143" y="1963"/>
                  </a:cubicBezTo>
                  <a:lnTo>
                    <a:pt x="3143" y="2584"/>
                  </a:lnTo>
                  <a:cubicBezTo>
                    <a:pt x="3143" y="2969"/>
                    <a:pt x="2830" y="3282"/>
                    <a:pt x="2450" y="3282"/>
                  </a:cubicBezTo>
                  <a:lnTo>
                    <a:pt x="2445" y="3277"/>
                  </a:lnTo>
                  <a:lnTo>
                    <a:pt x="2248" y="3277"/>
                  </a:lnTo>
                  <a:cubicBezTo>
                    <a:pt x="1868" y="3277"/>
                    <a:pt x="1555" y="2969"/>
                    <a:pt x="1555" y="2584"/>
                  </a:cubicBezTo>
                  <a:lnTo>
                    <a:pt x="1555" y="2011"/>
                  </a:lnTo>
                  <a:cubicBezTo>
                    <a:pt x="1839" y="1982"/>
                    <a:pt x="2335" y="1881"/>
                    <a:pt x="2724" y="1559"/>
                  </a:cubicBezTo>
                  <a:close/>
                  <a:moveTo>
                    <a:pt x="2580" y="3705"/>
                  </a:moveTo>
                  <a:lnTo>
                    <a:pt x="2580" y="3825"/>
                  </a:lnTo>
                  <a:lnTo>
                    <a:pt x="2339" y="4076"/>
                  </a:lnTo>
                  <a:lnTo>
                    <a:pt x="2113" y="3854"/>
                  </a:lnTo>
                  <a:lnTo>
                    <a:pt x="2113" y="3705"/>
                  </a:lnTo>
                  <a:cubicBezTo>
                    <a:pt x="2157" y="3715"/>
                    <a:pt x="2205" y="3715"/>
                    <a:pt x="2248" y="3715"/>
                  </a:cubicBezTo>
                  <a:lnTo>
                    <a:pt x="2445" y="3715"/>
                  </a:lnTo>
                  <a:cubicBezTo>
                    <a:pt x="2493" y="3715"/>
                    <a:pt x="2537" y="3715"/>
                    <a:pt x="2580" y="3705"/>
                  </a:cubicBezTo>
                  <a:close/>
                  <a:moveTo>
                    <a:pt x="2291" y="0"/>
                  </a:moveTo>
                  <a:cubicBezTo>
                    <a:pt x="1483" y="0"/>
                    <a:pt x="829" y="654"/>
                    <a:pt x="829" y="1463"/>
                  </a:cubicBezTo>
                  <a:lnTo>
                    <a:pt x="829" y="1848"/>
                  </a:lnTo>
                  <a:cubicBezTo>
                    <a:pt x="391" y="2199"/>
                    <a:pt x="612" y="2901"/>
                    <a:pt x="1170" y="2935"/>
                  </a:cubicBezTo>
                  <a:cubicBezTo>
                    <a:pt x="1257" y="3200"/>
                    <a:pt x="1440" y="3421"/>
                    <a:pt x="1675" y="3561"/>
                  </a:cubicBezTo>
                  <a:lnTo>
                    <a:pt x="1675" y="3681"/>
                  </a:lnTo>
                  <a:lnTo>
                    <a:pt x="780" y="4032"/>
                  </a:lnTo>
                  <a:cubicBezTo>
                    <a:pt x="699" y="4061"/>
                    <a:pt x="1" y="4340"/>
                    <a:pt x="1" y="5230"/>
                  </a:cubicBezTo>
                  <a:lnTo>
                    <a:pt x="1" y="6010"/>
                  </a:lnTo>
                  <a:cubicBezTo>
                    <a:pt x="1" y="6130"/>
                    <a:pt x="97" y="6226"/>
                    <a:pt x="217" y="6226"/>
                  </a:cubicBezTo>
                  <a:lnTo>
                    <a:pt x="776" y="6226"/>
                  </a:lnTo>
                  <a:cubicBezTo>
                    <a:pt x="1064" y="6226"/>
                    <a:pt x="1064" y="5789"/>
                    <a:pt x="776" y="5789"/>
                  </a:cubicBezTo>
                  <a:lnTo>
                    <a:pt x="439" y="5789"/>
                  </a:lnTo>
                  <a:lnTo>
                    <a:pt x="439" y="5230"/>
                  </a:lnTo>
                  <a:cubicBezTo>
                    <a:pt x="439" y="4629"/>
                    <a:pt x="910" y="4446"/>
                    <a:pt x="930" y="4441"/>
                  </a:cubicBezTo>
                  <a:lnTo>
                    <a:pt x="939" y="4441"/>
                  </a:lnTo>
                  <a:lnTo>
                    <a:pt x="1757" y="4119"/>
                  </a:lnTo>
                  <a:lnTo>
                    <a:pt x="2190" y="4542"/>
                  </a:lnTo>
                  <a:cubicBezTo>
                    <a:pt x="2234" y="4581"/>
                    <a:pt x="2287" y="4600"/>
                    <a:pt x="2344" y="4600"/>
                  </a:cubicBezTo>
                  <a:cubicBezTo>
                    <a:pt x="2407" y="4600"/>
                    <a:pt x="2460" y="4576"/>
                    <a:pt x="2498" y="4533"/>
                  </a:cubicBezTo>
                  <a:lnTo>
                    <a:pt x="2912" y="4109"/>
                  </a:lnTo>
                  <a:lnTo>
                    <a:pt x="3725" y="4436"/>
                  </a:lnTo>
                  <a:lnTo>
                    <a:pt x="3735" y="4436"/>
                  </a:lnTo>
                  <a:cubicBezTo>
                    <a:pt x="3759" y="4446"/>
                    <a:pt x="4230" y="4619"/>
                    <a:pt x="4230" y="5226"/>
                  </a:cubicBezTo>
                  <a:lnTo>
                    <a:pt x="4230" y="5784"/>
                  </a:lnTo>
                  <a:lnTo>
                    <a:pt x="1469" y="5784"/>
                  </a:lnTo>
                  <a:cubicBezTo>
                    <a:pt x="1180" y="5784"/>
                    <a:pt x="1180" y="6222"/>
                    <a:pt x="1469" y="6222"/>
                  </a:cubicBezTo>
                  <a:lnTo>
                    <a:pt x="4447" y="6222"/>
                  </a:lnTo>
                  <a:cubicBezTo>
                    <a:pt x="4567" y="6222"/>
                    <a:pt x="4668" y="6125"/>
                    <a:pt x="4668" y="6005"/>
                  </a:cubicBezTo>
                  <a:lnTo>
                    <a:pt x="4668" y="5226"/>
                  </a:lnTo>
                  <a:cubicBezTo>
                    <a:pt x="4668" y="4340"/>
                    <a:pt x="3975" y="4061"/>
                    <a:pt x="3889" y="4032"/>
                  </a:cubicBezTo>
                  <a:lnTo>
                    <a:pt x="3018" y="3681"/>
                  </a:lnTo>
                  <a:lnTo>
                    <a:pt x="3018" y="3561"/>
                  </a:lnTo>
                  <a:cubicBezTo>
                    <a:pt x="3254" y="3421"/>
                    <a:pt x="3437" y="3200"/>
                    <a:pt x="3523" y="2935"/>
                  </a:cubicBezTo>
                  <a:cubicBezTo>
                    <a:pt x="4072" y="2892"/>
                    <a:pt x="4288" y="2199"/>
                    <a:pt x="3860" y="1848"/>
                  </a:cubicBezTo>
                  <a:lnTo>
                    <a:pt x="3860" y="1463"/>
                  </a:lnTo>
                  <a:cubicBezTo>
                    <a:pt x="3860" y="654"/>
                    <a:pt x="3206"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87"/>
            <p:cNvSpPr/>
            <p:nvPr/>
          </p:nvSpPr>
          <p:spPr>
            <a:xfrm>
              <a:off x="5146300" y="3007484"/>
              <a:ext cx="122430" cy="163319"/>
            </a:xfrm>
            <a:custGeom>
              <a:rect b="b" l="l" r="r" t="t"/>
              <a:pathLst>
                <a:path extrusionOk="0" h="6227" w="4668">
                  <a:moveTo>
                    <a:pt x="2397" y="423"/>
                  </a:moveTo>
                  <a:cubicBezTo>
                    <a:pt x="2964" y="423"/>
                    <a:pt x="3421" y="885"/>
                    <a:pt x="3421" y="1453"/>
                  </a:cubicBezTo>
                  <a:lnTo>
                    <a:pt x="3421" y="1588"/>
                  </a:lnTo>
                  <a:lnTo>
                    <a:pt x="3407" y="1588"/>
                  </a:lnTo>
                  <a:cubicBezTo>
                    <a:pt x="3104" y="1521"/>
                    <a:pt x="3008" y="1116"/>
                    <a:pt x="3003" y="1116"/>
                  </a:cubicBezTo>
                  <a:cubicBezTo>
                    <a:pt x="2980" y="1007"/>
                    <a:pt x="2885" y="946"/>
                    <a:pt x="2789" y="946"/>
                  </a:cubicBezTo>
                  <a:cubicBezTo>
                    <a:pt x="2724" y="946"/>
                    <a:pt x="2658" y="974"/>
                    <a:pt x="2613" y="1035"/>
                  </a:cubicBezTo>
                  <a:cubicBezTo>
                    <a:pt x="2223" y="1583"/>
                    <a:pt x="1348" y="1588"/>
                    <a:pt x="1338" y="1588"/>
                  </a:cubicBezTo>
                  <a:lnTo>
                    <a:pt x="1285" y="1588"/>
                  </a:lnTo>
                  <a:lnTo>
                    <a:pt x="1271" y="1593"/>
                  </a:lnTo>
                  <a:lnTo>
                    <a:pt x="1266" y="1593"/>
                  </a:lnTo>
                  <a:lnTo>
                    <a:pt x="1266" y="1453"/>
                  </a:lnTo>
                  <a:cubicBezTo>
                    <a:pt x="1266" y="885"/>
                    <a:pt x="1723" y="423"/>
                    <a:pt x="2291" y="423"/>
                  </a:cubicBezTo>
                  <a:close/>
                  <a:moveTo>
                    <a:pt x="3575" y="2194"/>
                  </a:moveTo>
                  <a:lnTo>
                    <a:pt x="3599" y="2199"/>
                  </a:lnTo>
                  <a:cubicBezTo>
                    <a:pt x="3672" y="2276"/>
                    <a:pt x="3662" y="2401"/>
                    <a:pt x="3575" y="2464"/>
                  </a:cubicBezTo>
                  <a:lnTo>
                    <a:pt x="3575" y="2194"/>
                  </a:lnTo>
                  <a:close/>
                  <a:moveTo>
                    <a:pt x="1117" y="2194"/>
                  </a:moveTo>
                  <a:lnTo>
                    <a:pt x="1117" y="2473"/>
                  </a:lnTo>
                  <a:cubicBezTo>
                    <a:pt x="1025" y="2411"/>
                    <a:pt x="1011" y="2286"/>
                    <a:pt x="1078" y="2204"/>
                  </a:cubicBezTo>
                  <a:cubicBezTo>
                    <a:pt x="1093" y="2204"/>
                    <a:pt x="1102" y="2199"/>
                    <a:pt x="1117" y="2194"/>
                  </a:cubicBezTo>
                  <a:close/>
                  <a:moveTo>
                    <a:pt x="2724" y="1559"/>
                  </a:moveTo>
                  <a:cubicBezTo>
                    <a:pt x="2820" y="1732"/>
                    <a:pt x="2964" y="1872"/>
                    <a:pt x="3142" y="1963"/>
                  </a:cubicBezTo>
                  <a:lnTo>
                    <a:pt x="3142" y="2584"/>
                  </a:lnTo>
                  <a:cubicBezTo>
                    <a:pt x="3142" y="2969"/>
                    <a:pt x="2830" y="3282"/>
                    <a:pt x="2445" y="3282"/>
                  </a:cubicBezTo>
                  <a:lnTo>
                    <a:pt x="2445" y="3277"/>
                  </a:lnTo>
                  <a:lnTo>
                    <a:pt x="2247" y="3277"/>
                  </a:lnTo>
                  <a:cubicBezTo>
                    <a:pt x="1862" y="3277"/>
                    <a:pt x="1554" y="2969"/>
                    <a:pt x="1554" y="2584"/>
                  </a:cubicBezTo>
                  <a:lnTo>
                    <a:pt x="1554" y="2011"/>
                  </a:lnTo>
                  <a:cubicBezTo>
                    <a:pt x="1838" y="1982"/>
                    <a:pt x="2334" y="1881"/>
                    <a:pt x="2724" y="1559"/>
                  </a:cubicBezTo>
                  <a:close/>
                  <a:moveTo>
                    <a:pt x="2579" y="3705"/>
                  </a:moveTo>
                  <a:lnTo>
                    <a:pt x="2579" y="3825"/>
                  </a:lnTo>
                  <a:lnTo>
                    <a:pt x="2339" y="4076"/>
                  </a:lnTo>
                  <a:lnTo>
                    <a:pt x="2113" y="3854"/>
                  </a:lnTo>
                  <a:lnTo>
                    <a:pt x="2113" y="3705"/>
                  </a:lnTo>
                  <a:cubicBezTo>
                    <a:pt x="2156" y="3715"/>
                    <a:pt x="2204" y="3715"/>
                    <a:pt x="2247" y="3715"/>
                  </a:cubicBezTo>
                  <a:lnTo>
                    <a:pt x="2445" y="3715"/>
                  </a:lnTo>
                  <a:cubicBezTo>
                    <a:pt x="2488" y="3715"/>
                    <a:pt x="2536" y="3715"/>
                    <a:pt x="2579" y="3705"/>
                  </a:cubicBezTo>
                  <a:close/>
                  <a:moveTo>
                    <a:pt x="2291" y="0"/>
                  </a:moveTo>
                  <a:cubicBezTo>
                    <a:pt x="1482" y="0"/>
                    <a:pt x="828" y="654"/>
                    <a:pt x="828" y="1463"/>
                  </a:cubicBezTo>
                  <a:lnTo>
                    <a:pt x="828" y="1848"/>
                  </a:lnTo>
                  <a:cubicBezTo>
                    <a:pt x="390" y="2199"/>
                    <a:pt x="611" y="2901"/>
                    <a:pt x="1170" y="2935"/>
                  </a:cubicBezTo>
                  <a:cubicBezTo>
                    <a:pt x="1256" y="3200"/>
                    <a:pt x="1439" y="3421"/>
                    <a:pt x="1675" y="3561"/>
                  </a:cubicBezTo>
                  <a:lnTo>
                    <a:pt x="1675" y="3681"/>
                  </a:lnTo>
                  <a:lnTo>
                    <a:pt x="785" y="4032"/>
                  </a:lnTo>
                  <a:cubicBezTo>
                    <a:pt x="698" y="4061"/>
                    <a:pt x="0" y="4340"/>
                    <a:pt x="0" y="5230"/>
                  </a:cubicBezTo>
                  <a:lnTo>
                    <a:pt x="0" y="6010"/>
                  </a:lnTo>
                  <a:cubicBezTo>
                    <a:pt x="0" y="6130"/>
                    <a:pt x="97" y="6226"/>
                    <a:pt x="217" y="6226"/>
                  </a:cubicBezTo>
                  <a:lnTo>
                    <a:pt x="775" y="6226"/>
                  </a:lnTo>
                  <a:cubicBezTo>
                    <a:pt x="1064" y="6226"/>
                    <a:pt x="1064" y="5789"/>
                    <a:pt x="775" y="5789"/>
                  </a:cubicBezTo>
                  <a:lnTo>
                    <a:pt x="438" y="5789"/>
                  </a:lnTo>
                  <a:lnTo>
                    <a:pt x="438" y="5230"/>
                  </a:lnTo>
                  <a:cubicBezTo>
                    <a:pt x="438" y="4629"/>
                    <a:pt x="910" y="4446"/>
                    <a:pt x="929" y="4441"/>
                  </a:cubicBezTo>
                  <a:lnTo>
                    <a:pt x="939" y="4441"/>
                  </a:lnTo>
                  <a:lnTo>
                    <a:pt x="1757" y="4119"/>
                  </a:lnTo>
                  <a:lnTo>
                    <a:pt x="2190" y="4542"/>
                  </a:lnTo>
                  <a:cubicBezTo>
                    <a:pt x="2233" y="4581"/>
                    <a:pt x="2286" y="4600"/>
                    <a:pt x="2344" y="4600"/>
                  </a:cubicBezTo>
                  <a:cubicBezTo>
                    <a:pt x="2406" y="4600"/>
                    <a:pt x="2459" y="4576"/>
                    <a:pt x="2498" y="4533"/>
                  </a:cubicBezTo>
                  <a:lnTo>
                    <a:pt x="2911" y="4109"/>
                  </a:lnTo>
                  <a:lnTo>
                    <a:pt x="3725" y="4436"/>
                  </a:lnTo>
                  <a:lnTo>
                    <a:pt x="3734" y="4436"/>
                  </a:lnTo>
                  <a:cubicBezTo>
                    <a:pt x="3758" y="4446"/>
                    <a:pt x="4230" y="4619"/>
                    <a:pt x="4230" y="5226"/>
                  </a:cubicBezTo>
                  <a:lnTo>
                    <a:pt x="4230" y="5784"/>
                  </a:lnTo>
                  <a:lnTo>
                    <a:pt x="1468" y="5784"/>
                  </a:lnTo>
                  <a:cubicBezTo>
                    <a:pt x="1179" y="5784"/>
                    <a:pt x="1179" y="6222"/>
                    <a:pt x="1468" y="6222"/>
                  </a:cubicBezTo>
                  <a:lnTo>
                    <a:pt x="4446" y="6222"/>
                  </a:lnTo>
                  <a:cubicBezTo>
                    <a:pt x="4567" y="6222"/>
                    <a:pt x="4668" y="6121"/>
                    <a:pt x="4668" y="6000"/>
                  </a:cubicBezTo>
                  <a:lnTo>
                    <a:pt x="4668" y="5226"/>
                  </a:lnTo>
                  <a:cubicBezTo>
                    <a:pt x="4668" y="4340"/>
                    <a:pt x="3975" y="4061"/>
                    <a:pt x="3888" y="4032"/>
                  </a:cubicBezTo>
                  <a:lnTo>
                    <a:pt x="3017" y="3681"/>
                  </a:lnTo>
                  <a:lnTo>
                    <a:pt x="3017" y="3561"/>
                  </a:lnTo>
                  <a:cubicBezTo>
                    <a:pt x="3253" y="3421"/>
                    <a:pt x="3436" y="3200"/>
                    <a:pt x="3522" y="2935"/>
                  </a:cubicBezTo>
                  <a:cubicBezTo>
                    <a:pt x="4071" y="2892"/>
                    <a:pt x="4288" y="2199"/>
                    <a:pt x="3859" y="1848"/>
                  </a:cubicBezTo>
                  <a:lnTo>
                    <a:pt x="3859" y="1463"/>
                  </a:lnTo>
                  <a:cubicBezTo>
                    <a:pt x="3859" y="654"/>
                    <a:pt x="3205"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87"/>
            <p:cNvSpPr/>
            <p:nvPr/>
          </p:nvSpPr>
          <p:spPr>
            <a:xfrm>
              <a:off x="5025889" y="3107174"/>
              <a:ext cx="122325" cy="163319"/>
            </a:xfrm>
            <a:custGeom>
              <a:rect b="b" l="l" r="r" t="t"/>
              <a:pathLst>
                <a:path extrusionOk="0" h="6227" w="4664">
                  <a:moveTo>
                    <a:pt x="2397" y="433"/>
                  </a:moveTo>
                  <a:cubicBezTo>
                    <a:pt x="2960" y="433"/>
                    <a:pt x="3422" y="895"/>
                    <a:pt x="3422" y="1463"/>
                  </a:cubicBezTo>
                  <a:lnTo>
                    <a:pt x="3422" y="1598"/>
                  </a:lnTo>
                  <a:lnTo>
                    <a:pt x="3408" y="1598"/>
                  </a:lnTo>
                  <a:cubicBezTo>
                    <a:pt x="3104" y="1530"/>
                    <a:pt x="3003" y="1126"/>
                    <a:pt x="3003" y="1126"/>
                  </a:cubicBezTo>
                  <a:cubicBezTo>
                    <a:pt x="2980" y="1017"/>
                    <a:pt x="2886" y="956"/>
                    <a:pt x="2789" y="956"/>
                  </a:cubicBezTo>
                  <a:cubicBezTo>
                    <a:pt x="2724" y="956"/>
                    <a:pt x="2658" y="984"/>
                    <a:pt x="2614" y="1044"/>
                  </a:cubicBezTo>
                  <a:cubicBezTo>
                    <a:pt x="2224" y="1588"/>
                    <a:pt x="1348" y="1593"/>
                    <a:pt x="1334" y="1593"/>
                  </a:cubicBezTo>
                  <a:lnTo>
                    <a:pt x="1266" y="1593"/>
                  </a:lnTo>
                  <a:lnTo>
                    <a:pt x="1266" y="1463"/>
                  </a:lnTo>
                  <a:cubicBezTo>
                    <a:pt x="1262" y="895"/>
                    <a:pt x="1723" y="433"/>
                    <a:pt x="2291" y="433"/>
                  </a:cubicBezTo>
                  <a:close/>
                  <a:moveTo>
                    <a:pt x="3576" y="2194"/>
                  </a:moveTo>
                  <a:lnTo>
                    <a:pt x="3600" y="2199"/>
                  </a:lnTo>
                  <a:cubicBezTo>
                    <a:pt x="3672" y="2281"/>
                    <a:pt x="3663" y="2401"/>
                    <a:pt x="3576" y="2469"/>
                  </a:cubicBezTo>
                  <a:lnTo>
                    <a:pt x="3576" y="2194"/>
                  </a:lnTo>
                  <a:close/>
                  <a:moveTo>
                    <a:pt x="1117" y="2199"/>
                  </a:moveTo>
                  <a:lnTo>
                    <a:pt x="1117" y="2473"/>
                  </a:lnTo>
                  <a:cubicBezTo>
                    <a:pt x="1064" y="2440"/>
                    <a:pt x="1035" y="2382"/>
                    <a:pt x="1035" y="2324"/>
                  </a:cubicBezTo>
                  <a:cubicBezTo>
                    <a:pt x="1035" y="2281"/>
                    <a:pt x="1050" y="2238"/>
                    <a:pt x="1079" y="2204"/>
                  </a:cubicBezTo>
                  <a:cubicBezTo>
                    <a:pt x="1093" y="2204"/>
                    <a:pt x="1103" y="2199"/>
                    <a:pt x="1117" y="2199"/>
                  </a:cubicBezTo>
                  <a:close/>
                  <a:moveTo>
                    <a:pt x="2720" y="1559"/>
                  </a:moveTo>
                  <a:cubicBezTo>
                    <a:pt x="2816" y="1732"/>
                    <a:pt x="2965" y="1872"/>
                    <a:pt x="3143" y="1963"/>
                  </a:cubicBezTo>
                  <a:lnTo>
                    <a:pt x="3143" y="2584"/>
                  </a:lnTo>
                  <a:cubicBezTo>
                    <a:pt x="3138" y="2969"/>
                    <a:pt x="2830" y="3277"/>
                    <a:pt x="2445" y="3282"/>
                  </a:cubicBezTo>
                  <a:lnTo>
                    <a:pt x="2248" y="3282"/>
                  </a:lnTo>
                  <a:cubicBezTo>
                    <a:pt x="1868" y="3277"/>
                    <a:pt x="1555" y="2969"/>
                    <a:pt x="1555" y="2584"/>
                  </a:cubicBezTo>
                  <a:lnTo>
                    <a:pt x="1555" y="2012"/>
                  </a:lnTo>
                  <a:lnTo>
                    <a:pt x="1550" y="2012"/>
                  </a:lnTo>
                  <a:cubicBezTo>
                    <a:pt x="1834" y="1983"/>
                    <a:pt x="2335" y="1882"/>
                    <a:pt x="2720" y="1559"/>
                  </a:cubicBezTo>
                  <a:close/>
                  <a:moveTo>
                    <a:pt x="2580" y="3710"/>
                  </a:moveTo>
                  <a:lnTo>
                    <a:pt x="2580" y="3830"/>
                  </a:lnTo>
                  <a:lnTo>
                    <a:pt x="2339" y="4076"/>
                  </a:lnTo>
                  <a:lnTo>
                    <a:pt x="2113" y="3854"/>
                  </a:lnTo>
                  <a:lnTo>
                    <a:pt x="2113" y="3710"/>
                  </a:lnTo>
                  <a:cubicBezTo>
                    <a:pt x="2157" y="3715"/>
                    <a:pt x="2200" y="3715"/>
                    <a:pt x="2248" y="3715"/>
                  </a:cubicBezTo>
                  <a:lnTo>
                    <a:pt x="2445" y="3715"/>
                  </a:lnTo>
                  <a:cubicBezTo>
                    <a:pt x="2489" y="3715"/>
                    <a:pt x="2532" y="3715"/>
                    <a:pt x="2580" y="3710"/>
                  </a:cubicBezTo>
                  <a:close/>
                  <a:moveTo>
                    <a:pt x="2291" y="0"/>
                  </a:moveTo>
                  <a:cubicBezTo>
                    <a:pt x="1483" y="0"/>
                    <a:pt x="829" y="655"/>
                    <a:pt x="829" y="1463"/>
                  </a:cubicBezTo>
                  <a:lnTo>
                    <a:pt x="829" y="1848"/>
                  </a:lnTo>
                  <a:cubicBezTo>
                    <a:pt x="391" y="2199"/>
                    <a:pt x="612" y="2902"/>
                    <a:pt x="1170" y="2940"/>
                  </a:cubicBezTo>
                  <a:cubicBezTo>
                    <a:pt x="1257" y="3200"/>
                    <a:pt x="1435" y="3421"/>
                    <a:pt x="1675" y="3561"/>
                  </a:cubicBezTo>
                  <a:lnTo>
                    <a:pt x="1675" y="3681"/>
                  </a:lnTo>
                  <a:lnTo>
                    <a:pt x="780" y="4032"/>
                  </a:lnTo>
                  <a:cubicBezTo>
                    <a:pt x="699" y="4061"/>
                    <a:pt x="1" y="4340"/>
                    <a:pt x="1" y="5231"/>
                  </a:cubicBezTo>
                  <a:lnTo>
                    <a:pt x="1" y="6010"/>
                  </a:lnTo>
                  <a:cubicBezTo>
                    <a:pt x="1" y="6130"/>
                    <a:pt x="97" y="6227"/>
                    <a:pt x="217" y="6227"/>
                  </a:cubicBezTo>
                  <a:lnTo>
                    <a:pt x="771" y="6227"/>
                  </a:lnTo>
                  <a:cubicBezTo>
                    <a:pt x="1064" y="6227"/>
                    <a:pt x="1064" y="5789"/>
                    <a:pt x="771" y="5789"/>
                  </a:cubicBezTo>
                  <a:lnTo>
                    <a:pt x="434" y="5789"/>
                  </a:lnTo>
                  <a:lnTo>
                    <a:pt x="434" y="5231"/>
                  </a:lnTo>
                  <a:cubicBezTo>
                    <a:pt x="434" y="4629"/>
                    <a:pt x="910" y="4446"/>
                    <a:pt x="925" y="4446"/>
                  </a:cubicBezTo>
                  <a:lnTo>
                    <a:pt x="939" y="4441"/>
                  </a:lnTo>
                  <a:lnTo>
                    <a:pt x="1757" y="4119"/>
                  </a:lnTo>
                  <a:lnTo>
                    <a:pt x="2190" y="4543"/>
                  </a:lnTo>
                  <a:cubicBezTo>
                    <a:pt x="2229" y="4581"/>
                    <a:pt x="2286" y="4600"/>
                    <a:pt x="2339" y="4600"/>
                  </a:cubicBezTo>
                  <a:lnTo>
                    <a:pt x="2344" y="4600"/>
                  </a:lnTo>
                  <a:cubicBezTo>
                    <a:pt x="2402" y="4600"/>
                    <a:pt x="2460" y="4576"/>
                    <a:pt x="2498" y="4533"/>
                  </a:cubicBezTo>
                  <a:lnTo>
                    <a:pt x="2907" y="4109"/>
                  </a:lnTo>
                  <a:lnTo>
                    <a:pt x="3725" y="4437"/>
                  </a:lnTo>
                  <a:lnTo>
                    <a:pt x="3735" y="4441"/>
                  </a:lnTo>
                  <a:cubicBezTo>
                    <a:pt x="3754" y="4446"/>
                    <a:pt x="4230" y="4620"/>
                    <a:pt x="4230" y="5226"/>
                  </a:cubicBezTo>
                  <a:lnTo>
                    <a:pt x="4230" y="5784"/>
                  </a:lnTo>
                  <a:lnTo>
                    <a:pt x="1468" y="5784"/>
                  </a:lnTo>
                  <a:cubicBezTo>
                    <a:pt x="1175" y="5784"/>
                    <a:pt x="1175" y="6222"/>
                    <a:pt x="1468" y="6222"/>
                  </a:cubicBezTo>
                  <a:lnTo>
                    <a:pt x="4447" y="6222"/>
                  </a:lnTo>
                  <a:cubicBezTo>
                    <a:pt x="4567" y="6222"/>
                    <a:pt x="4663" y="6126"/>
                    <a:pt x="4663" y="6000"/>
                  </a:cubicBezTo>
                  <a:lnTo>
                    <a:pt x="4663" y="5226"/>
                  </a:lnTo>
                  <a:cubicBezTo>
                    <a:pt x="4663" y="4340"/>
                    <a:pt x="3971" y="4061"/>
                    <a:pt x="3884" y="4032"/>
                  </a:cubicBezTo>
                  <a:lnTo>
                    <a:pt x="3018" y="3681"/>
                  </a:lnTo>
                  <a:lnTo>
                    <a:pt x="3018" y="3561"/>
                  </a:lnTo>
                  <a:cubicBezTo>
                    <a:pt x="3254" y="3421"/>
                    <a:pt x="3432" y="3200"/>
                    <a:pt x="3518" y="2935"/>
                  </a:cubicBezTo>
                  <a:cubicBezTo>
                    <a:pt x="4072" y="2892"/>
                    <a:pt x="4288" y="2199"/>
                    <a:pt x="3860" y="1848"/>
                  </a:cubicBezTo>
                  <a:lnTo>
                    <a:pt x="3860" y="1463"/>
                  </a:lnTo>
                  <a:cubicBezTo>
                    <a:pt x="3860" y="655"/>
                    <a:pt x="3201"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6" name="Google Shape;16496;p87"/>
          <p:cNvGrpSpPr/>
          <p:nvPr/>
        </p:nvGrpSpPr>
        <p:grpSpPr>
          <a:xfrm>
            <a:off x="5816176" y="2907636"/>
            <a:ext cx="294823" cy="362831"/>
            <a:chOff x="5816176" y="2907636"/>
            <a:chExt cx="294823" cy="362831"/>
          </a:xfrm>
        </p:grpSpPr>
        <p:sp>
          <p:nvSpPr>
            <p:cNvPr id="16497" name="Google Shape;16497;p87"/>
            <p:cNvSpPr/>
            <p:nvPr/>
          </p:nvSpPr>
          <p:spPr>
            <a:xfrm>
              <a:off x="5929374" y="2958386"/>
              <a:ext cx="68165" cy="51249"/>
            </a:xfrm>
            <a:custGeom>
              <a:rect b="b" l="l" r="r" t="t"/>
              <a:pathLst>
                <a:path extrusionOk="0" h="1954" w="2599">
                  <a:moveTo>
                    <a:pt x="866" y="0"/>
                  </a:moveTo>
                  <a:lnTo>
                    <a:pt x="866" y="433"/>
                  </a:lnTo>
                  <a:cubicBezTo>
                    <a:pt x="866" y="515"/>
                    <a:pt x="818" y="592"/>
                    <a:pt x="746" y="626"/>
                  </a:cubicBezTo>
                  <a:lnTo>
                    <a:pt x="241" y="881"/>
                  </a:lnTo>
                  <a:cubicBezTo>
                    <a:pt x="92" y="953"/>
                    <a:pt x="0" y="1102"/>
                    <a:pt x="0" y="1271"/>
                  </a:cubicBezTo>
                  <a:lnTo>
                    <a:pt x="0" y="1954"/>
                  </a:lnTo>
                  <a:lnTo>
                    <a:pt x="2598" y="1954"/>
                  </a:lnTo>
                  <a:lnTo>
                    <a:pt x="2598" y="1271"/>
                  </a:lnTo>
                  <a:cubicBezTo>
                    <a:pt x="2598" y="1107"/>
                    <a:pt x="2507" y="953"/>
                    <a:pt x="2358" y="881"/>
                  </a:cubicBezTo>
                  <a:lnTo>
                    <a:pt x="1853" y="626"/>
                  </a:lnTo>
                  <a:cubicBezTo>
                    <a:pt x="1780" y="592"/>
                    <a:pt x="1732" y="515"/>
                    <a:pt x="1732" y="433"/>
                  </a:cubicBezTo>
                  <a:lnTo>
                    <a:pt x="173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87"/>
            <p:cNvSpPr/>
            <p:nvPr/>
          </p:nvSpPr>
          <p:spPr>
            <a:xfrm>
              <a:off x="5929374" y="2976299"/>
              <a:ext cx="68165" cy="33335"/>
            </a:xfrm>
            <a:custGeom>
              <a:rect b="b" l="l" r="r" t="t"/>
              <a:pathLst>
                <a:path extrusionOk="0" h="1271" w="2599">
                  <a:moveTo>
                    <a:pt x="635" y="1"/>
                  </a:moveTo>
                  <a:lnTo>
                    <a:pt x="241" y="198"/>
                  </a:lnTo>
                  <a:cubicBezTo>
                    <a:pt x="92" y="270"/>
                    <a:pt x="0" y="419"/>
                    <a:pt x="0" y="588"/>
                  </a:cubicBezTo>
                  <a:lnTo>
                    <a:pt x="0" y="1271"/>
                  </a:lnTo>
                  <a:lnTo>
                    <a:pt x="2598" y="1271"/>
                  </a:lnTo>
                  <a:lnTo>
                    <a:pt x="2598" y="588"/>
                  </a:lnTo>
                  <a:cubicBezTo>
                    <a:pt x="2598" y="424"/>
                    <a:pt x="2507" y="270"/>
                    <a:pt x="2358" y="198"/>
                  </a:cubicBezTo>
                  <a:lnTo>
                    <a:pt x="1963" y="1"/>
                  </a:lnTo>
                  <a:cubicBezTo>
                    <a:pt x="1805" y="193"/>
                    <a:pt x="1569" y="530"/>
                    <a:pt x="1299" y="530"/>
                  </a:cubicBezTo>
                  <a:cubicBezTo>
                    <a:pt x="1030" y="530"/>
                    <a:pt x="794" y="193"/>
                    <a:pt x="63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87"/>
            <p:cNvSpPr/>
            <p:nvPr/>
          </p:nvSpPr>
          <p:spPr>
            <a:xfrm>
              <a:off x="5929479" y="2986397"/>
              <a:ext cx="16943" cy="23238"/>
            </a:xfrm>
            <a:custGeom>
              <a:rect b="b" l="l" r="r" t="t"/>
              <a:pathLst>
                <a:path extrusionOk="0" h="886" w="646">
                  <a:moveTo>
                    <a:pt x="54" y="0"/>
                  </a:moveTo>
                  <a:cubicBezTo>
                    <a:pt x="20" y="63"/>
                    <a:pt x="1" y="130"/>
                    <a:pt x="1" y="203"/>
                  </a:cubicBezTo>
                  <a:lnTo>
                    <a:pt x="1" y="886"/>
                  </a:lnTo>
                  <a:lnTo>
                    <a:pt x="646" y="886"/>
                  </a:lnTo>
                  <a:lnTo>
                    <a:pt x="646" y="669"/>
                  </a:lnTo>
                  <a:cubicBezTo>
                    <a:pt x="646" y="530"/>
                    <a:pt x="583" y="400"/>
                    <a:pt x="472" y="323"/>
                  </a:cubicBezTo>
                  <a:lnTo>
                    <a:pt x="54"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87"/>
            <p:cNvSpPr/>
            <p:nvPr/>
          </p:nvSpPr>
          <p:spPr>
            <a:xfrm>
              <a:off x="5980360" y="2986397"/>
              <a:ext cx="17048" cy="23238"/>
            </a:xfrm>
            <a:custGeom>
              <a:rect b="b" l="l" r="r" t="t"/>
              <a:pathLst>
                <a:path extrusionOk="0" h="886" w="650">
                  <a:moveTo>
                    <a:pt x="602" y="0"/>
                  </a:moveTo>
                  <a:lnTo>
                    <a:pt x="178" y="323"/>
                  </a:lnTo>
                  <a:cubicBezTo>
                    <a:pt x="67" y="400"/>
                    <a:pt x="5" y="530"/>
                    <a:pt x="5" y="669"/>
                  </a:cubicBezTo>
                  <a:lnTo>
                    <a:pt x="0" y="669"/>
                  </a:lnTo>
                  <a:lnTo>
                    <a:pt x="0" y="886"/>
                  </a:lnTo>
                  <a:lnTo>
                    <a:pt x="650" y="886"/>
                  </a:lnTo>
                  <a:lnTo>
                    <a:pt x="650" y="203"/>
                  </a:lnTo>
                  <a:cubicBezTo>
                    <a:pt x="650" y="130"/>
                    <a:pt x="630" y="63"/>
                    <a:pt x="602"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87"/>
            <p:cNvSpPr/>
            <p:nvPr/>
          </p:nvSpPr>
          <p:spPr>
            <a:xfrm>
              <a:off x="5940731" y="2913065"/>
              <a:ext cx="45452" cy="51144"/>
            </a:xfrm>
            <a:custGeom>
              <a:rect b="b" l="l" r="r" t="t"/>
              <a:pathLst>
                <a:path extrusionOk="0" h="1950" w="1733">
                  <a:moveTo>
                    <a:pt x="650" y="1"/>
                  </a:moveTo>
                  <a:cubicBezTo>
                    <a:pt x="289" y="1"/>
                    <a:pt x="0" y="290"/>
                    <a:pt x="0" y="650"/>
                  </a:cubicBezTo>
                  <a:lnTo>
                    <a:pt x="0" y="1083"/>
                  </a:lnTo>
                  <a:cubicBezTo>
                    <a:pt x="0" y="1560"/>
                    <a:pt x="390" y="1945"/>
                    <a:pt x="866" y="1950"/>
                  </a:cubicBezTo>
                  <a:cubicBezTo>
                    <a:pt x="1343" y="1950"/>
                    <a:pt x="1732" y="1560"/>
                    <a:pt x="1732" y="1083"/>
                  </a:cubicBezTo>
                  <a:lnTo>
                    <a:pt x="1732" y="650"/>
                  </a:lnTo>
                  <a:cubicBezTo>
                    <a:pt x="1732" y="290"/>
                    <a:pt x="1444" y="1"/>
                    <a:pt x="108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87"/>
            <p:cNvSpPr/>
            <p:nvPr/>
          </p:nvSpPr>
          <p:spPr>
            <a:xfrm>
              <a:off x="5940731" y="2913065"/>
              <a:ext cx="31316" cy="51117"/>
            </a:xfrm>
            <a:custGeom>
              <a:rect b="b" l="l" r="r" t="t"/>
              <a:pathLst>
                <a:path extrusionOk="0" h="1949" w="1194">
                  <a:moveTo>
                    <a:pt x="650" y="1"/>
                  </a:moveTo>
                  <a:cubicBezTo>
                    <a:pt x="289" y="1"/>
                    <a:pt x="0" y="290"/>
                    <a:pt x="0" y="650"/>
                  </a:cubicBezTo>
                  <a:lnTo>
                    <a:pt x="0" y="1083"/>
                  </a:lnTo>
                  <a:cubicBezTo>
                    <a:pt x="0" y="1577"/>
                    <a:pt x="405" y="1948"/>
                    <a:pt x="863" y="1948"/>
                  </a:cubicBezTo>
                  <a:cubicBezTo>
                    <a:pt x="972" y="1948"/>
                    <a:pt x="1084" y="1927"/>
                    <a:pt x="1194" y="1882"/>
                  </a:cubicBezTo>
                  <a:cubicBezTo>
                    <a:pt x="866" y="1752"/>
                    <a:pt x="650" y="1435"/>
                    <a:pt x="650" y="1083"/>
                  </a:cubicBezTo>
                  <a:lnTo>
                    <a:pt x="650" y="650"/>
                  </a:lnTo>
                  <a:cubicBezTo>
                    <a:pt x="650" y="333"/>
                    <a:pt x="881" y="63"/>
                    <a:pt x="1194" y="10"/>
                  </a:cubicBezTo>
                  <a:cubicBezTo>
                    <a:pt x="1155" y="1"/>
                    <a:pt x="1121" y="1"/>
                    <a:pt x="108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87"/>
            <p:cNvSpPr/>
            <p:nvPr/>
          </p:nvSpPr>
          <p:spPr>
            <a:xfrm>
              <a:off x="5940731" y="2913065"/>
              <a:ext cx="45452" cy="22739"/>
            </a:xfrm>
            <a:custGeom>
              <a:rect b="b" l="l" r="r" t="t"/>
              <a:pathLst>
                <a:path extrusionOk="0" h="867" w="1733">
                  <a:moveTo>
                    <a:pt x="650" y="1"/>
                  </a:moveTo>
                  <a:cubicBezTo>
                    <a:pt x="289" y="1"/>
                    <a:pt x="0" y="290"/>
                    <a:pt x="0" y="650"/>
                  </a:cubicBezTo>
                  <a:cubicBezTo>
                    <a:pt x="0" y="650"/>
                    <a:pt x="650" y="867"/>
                    <a:pt x="1732" y="867"/>
                  </a:cubicBezTo>
                  <a:lnTo>
                    <a:pt x="1732" y="650"/>
                  </a:lnTo>
                  <a:cubicBezTo>
                    <a:pt x="1732" y="290"/>
                    <a:pt x="1444" y="1"/>
                    <a:pt x="108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87"/>
            <p:cNvSpPr/>
            <p:nvPr/>
          </p:nvSpPr>
          <p:spPr>
            <a:xfrm>
              <a:off x="5940731" y="2913065"/>
              <a:ext cx="31316" cy="20615"/>
            </a:xfrm>
            <a:custGeom>
              <a:rect b="b" l="l" r="r" t="t"/>
              <a:pathLst>
                <a:path extrusionOk="0" h="786" w="1194">
                  <a:moveTo>
                    <a:pt x="650" y="1"/>
                  </a:moveTo>
                  <a:cubicBezTo>
                    <a:pt x="289" y="1"/>
                    <a:pt x="0" y="290"/>
                    <a:pt x="0" y="650"/>
                  </a:cubicBezTo>
                  <a:cubicBezTo>
                    <a:pt x="212" y="713"/>
                    <a:pt x="428" y="756"/>
                    <a:pt x="650" y="785"/>
                  </a:cubicBezTo>
                  <a:lnTo>
                    <a:pt x="650" y="650"/>
                  </a:lnTo>
                  <a:cubicBezTo>
                    <a:pt x="650" y="333"/>
                    <a:pt x="881" y="63"/>
                    <a:pt x="1194" y="10"/>
                  </a:cubicBezTo>
                  <a:cubicBezTo>
                    <a:pt x="1155" y="1"/>
                    <a:pt x="1121" y="1"/>
                    <a:pt x="108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87"/>
            <p:cNvSpPr/>
            <p:nvPr/>
          </p:nvSpPr>
          <p:spPr>
            <a:xfrm>
              <a:off x="5929374" y="3026525"/>
              <a:ext cx="68165" cy="136331"/>
            </a:xfrm>
            <a:custGeom>
              <a:rect b="b" l="l" r="r" t="t"/>
              <a:pathLst>
                <a:path extrusionOk="0" h="5198" w="2599">
                  <a:moveTo>
                    <a:pt x="0" y="1"/>
                  </a:moveTo>
                  <a:lnTo>
                    <a:pt x="0" y="5197"/>
                  </a:lnTo>
                  <a:lnTo>
                    <a:pt x="2598" y="5197"/>
                  </a:lnTo>
                  <a:lnTo>
                    <a:pt x="259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87"/>
            <p:cNvSpPr/>
            <p:nvPr/>
          </p:nvSpPr>
          <p:spPr>
            <a:xfrm>
              <a:off x="5929374" y="3106020"/>
              <a:ext cx="68165" cy="56835"/>
            </a:xfrm>
            <a:custGeom>
              <a:rect b="b" l="l" r="r" t="t"/>
              <a:pathLst>
                <a:path extrusionOk="0" h="2167" w="2599">
                  <a:moveTo>
                    <a:pt x="0" y="1"/>
                  </a:moveTo>
                  <a:lnTo>
                    <a:pt x="0" y="2166"/>
                  </a:lnTo>
                  <a:lnTo>
                    <a:pt x="2598" y="2166"/>
                  </a:lnTo>
                  <a:lnTo>
                    <a:pt x="259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87"/>
            <p:cNvSpPr/>
            <p:nvPr/>
          </p:nvSpPr>
          <p:spPr>
            <a:xfrm>
              <a:off x="5889613" y="3089130"/>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87"/>
            <p:cNvSpPr/>
            <p:nvPr/>
          </p:nvSpPr>
          <p:spPr>
            <a:xfrm>
              <a:off x="5889613" y="3089130"/>
              <a:ext cx="25650" cy="68034"/>
            </a:xfrm>
            <a:custGeom>
              <a:rect b="b" l="l" r="r" t="t"/>
              <a:pathLst>
                <a:path extrusionOk="0" h="2594" w="978">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867" y="2594"/>
                  </a:lnTo>
                  <a:lnTo>
                    <a:pt x="867" y="2531"/>
                  </a:lnTo>
                  <a:cubicBezTo>
                    <a:pt x="871" y="2329"/>
                    <a:pt x="833" y="2132"/>
                    <a:pt x="761" y="1944"/>
                  </a:cubicBezTo>
                  <a:cubicBezTo>
                    <a:pt x="689" y="1761"/>
                    <a:pt x="655" y="1559"/>
                    <a:pt x="650" y="1362"/>
                  </a:cubicBezTo>
                  <a:lnTo>
                    <a:pt x="650" y="650"/>
                  </a:lnTo>
                  <a:cubicBezTo>
                    <a:pt x="650" y="289"/>
                    <a:pt x="794" y="0"/>
                    <a:pt x="97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87"/>
            <p:cNvSpPr/>
            <p:nvPr/>
          </p:nvSpPr>
          <p:spPr>
            <a:xfrm>
              <a:off x="5889613" y="3089130"/>
              <a:ext cx="45452" cy="51012"/>
            </a:xfrm>
            <a:custGeom>
              <a:rect b="b" l="l" r="r" t="t"/>
              <a:pathLst>
                <a:path extrusionOk="0" h="1945" w="1733">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87"/>
            <p:cNvSpPr/>
            <p:nvPr/>
          </p:nvSpPr>
          <p:spPr>
            <a:xfrm>
              <a:off x="5889613" y="3089130"/>
              <a:ext cx="25650" cy="50750"/>
            </a:xfrm>
            <a:custGeom>
              <a:rect b="b" l="l" r="r" t="t"/>
              <a:pathLst>
                <a:path extrusionOk="0" h="1935" w="978">
                  <a:moveTo>
                    <a:pt x="641" y="0"/>
                  </a:moveTo>
                  <a:cubicBezTo>
                    <a:pt x="289" y="0"/>
                    <a:pt x="0" y="292"/>
                    <a:pt x="0" y="650"/>
                  </a:cubicBezTo>
                  <a:lnTo>
                    <a:pt x="0" y="1083"/>
                  </a:lnTo>
                  <a:cubicBezTo>
                    <a:pt x="0" y="1516"/>
                    <a:pt x="323" y="1882"/>
                    <a:pt x="756" y="1935"/>
                  </a:cubicBezTo>
                  <a:cubicBezTo>
                    <a:pt x="689" y="1752"/>
                    <a:pt x="655" y="1554"/>
                    <a:pt x="650" y="1362"/>
                  </a:cubicBezTo>
                  <a:lnTo>
                    <a:pt x="650" y="650"/>
                  </a:lnTo>
                  <a:cubicBezTo>
                    <a:pt x="650" y="289"/>
                    <a:pt x="794" y="0"/>
                    <a:pt x="977" y="0"/>
                  </a:cubicBezTo>
                  <a:lnTo>
                    <a:pt x="650" y="0"/>
                  </a:lnTo>
                  <a:cubicBezTo>
                    <a:pt x="647" y="0"/>
                    <a:pt x="644" y="0"/>
                    <a:pt x="64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87"/>
            <p:cNvSpPr/>
            <p:nvPr/>
          </p:nvSpPr>
          <p:spPr>
            <a:xfrm>
              <a:off x="5872565" y="3151473"/>
              <a:ext cx="79548" cy="90878"/>
            </a:xfrm>
            <a:custGeom>
              <a:rect b="b" l="l" r="r" t="t"/>
              <a:pathLst>
                <a:path extrusionOk="0" h="3465" w="3033">
                  <a:moveTo>
                    <a:pt x="1290" y="0"/>
                  </a:moveTo>
                  <a:cubicBezTo>
                    <a:pt x="1156" y="0"/>
                    <a:pt x="1016" y="29"/>
                    <a:pt x="891" y="82"/>
                  </a:cubicBezTo>
                  <a:lnTo>
                    <a:pt x="410" y="274"/>
                  </a:lnTo>
                  <a:cubicBezTo>
                    <a:pt x="164" y="371"/>
                    <a:pt x="1" y="606"/>
                    <a:pt x="1" y="876"/>
                  </a:cubicBezTo>
                  <a:lnTo>
                    <a:pt x="1" y="3248"/>
                  </a:lnTo>
                  <a:cubicBezTo>
                    <a:pt x="1" y="3368"/>
                    <a:pt x="97" y="3465"/>
                    <a:pt x="217" y="3465"/>
                  </a:cubicBezTo>
                  <a:lnTo>
                    <a:pt x="2816" y="3465"/>
                  </a:lnTo>
                  <a:cubicBezTo>
                    <a:pt x="2936" y="3465"/>
                    <a:pt x="3032" y="3368"/>
                    <a:pt x="3032" y="3248"/>
                  </a:cubicBez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87"/>
            <p:cNvSpPr/>
            <p:nvPr/>
          </p:nvSpPr>
          <p:spPr>
            <a:xfrm>
              <a:off x="5872565" y="3164324"/>
              <a:ext cx="17074" cy="78027"/>
            </a:xfrm>
            <a:custGeom>
              <a:rect b="b" l="l" r="r" t="t"/>
              <a:pathLst>
                <a:path extrusionOk="0" h="2975" w="651">
                  <a:moveTo>
                    <a:pt x="126" y="1"/>
                  </a:moveTo>
                  <a:cubicBezTo>
                    <a:pt x="44" y="112"/>
                    <a:pt x="1" y="246"/>
                    <a:pt x="1" y="381"/>
                  </a:cubicBezTo>
                  <a:lnTo>
                    <a:pt x="1" y="2758"/>
                  </a:lnTo>
                  <a:cubicBezTo>
                    <a:pt x="1" y="2878"/>
                    <a:pt x="97" y="2975"/>
                    <a:pt x="217" y="2975"/>
                  </a:cubicBezTo>
                  <a:lnTo>
                    <a:pt x="650" y="2975"/>
                  </a:lnTo>
                  <a:lnTo>
                    <a:pt x="650" y="607"/>
                  </a:lnTo>
                  <a:cubicBezTo>
                    <a:pt x="650" y="473"/>
                    <a:pt x="588" y="343"/>
                    <a:pt x="477" y="261"/>
                  </a:cubicBezTo>
                  <a:lnTo>
                    <a:pt x="126"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87"/>
            <p:cNvSpPr/>
            <p:nvPr/>
          </p:nvSpPr>
          <p:spPr>
            <a:xfrm>
              <a:off x="5935039" y="3164324"/>
              <a:ext cx="17074" cy="78027"/>
            </a:xfrm>
            <a:custGeom>
              <a:rect b="b" l="l" r="r" t="t"/>
              <a:pathLst>
                <a:path extrusionOk="0" h="2975" w="651">
                  <a:moveTo>
                    <a:pt x="525" y="1"/>
                  </a:moveTo>
                  <a:lnTo>
                    <a:pt x="174" y="261"/>
                  </a:lnTo>
                  <a:cubicBezTo>
                    <a:pt x="63" y="343"/>
                    <a:pt x="1" y="473"/>
                    <a:pt x="1" y="607"/>
                  </a:cubicBezTo>
                  <a:lnTo>
                    <a:pt x="1" y="2975"/>
                  </a:lnTo>
                  <a:lnTo>
                    <a:pt x="434" y="2975"/>
                  </a:lnTo>
                  <a:cubicBezTo>
                    <a:pt x="554" y="2975"/>
                    <a:pt x="650" y="2878"/>
                    <a:pt x="650" y="2758"/>
                  </a:cubicBezTo>
                  <a:lnTo>
                    <a:pt x="650" y="381"/>
                  </a:lnTo>
                  <a:cubicBezTo>
                    <a:pt x="650" y="246"/>
                    <a:pt x="607"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87"/>
            <p:cNvSpPr/>
            <p:nvPr/>
          </p:nvSpPr>
          <p:spPr>
            <a:xfrm>
              <a:off x="5906661" y="3009608"/>
              <a:ext cx="113591" cy="22739"/>
            </a:xfrm>
            <a:custGeom>
              <a:rect b="b" l="l" r="r" t="t"/>
              <a:pathLst>
                <a:path extrusionOk="0" h="867" w="4331">
                  <a:moveTo>
                    <a:pt x="0" y="1"/>
                  </a:moveTo>
                  <a:lnTo>
                    <a:pt x="423" y="843"/>
                  </a:lnTo>
                  <a:cubicBezTo>
                    <a:pt x="428" y="857"/>
                    <a:pt x="443" y="862"/>
                    <a:pt x="462" y="867"/>
                  </a:cubicBezTo>
                  <a:lnTo>
                    <a:pt x="3869" y="867"/>
                  </a:lnTo>
                  <a:cubicBezTo>
                    <a:pt x="3888" y="867"/>
                    <a:pt x="3902" y="857"/>
                    <a:pt x="3912" y="843"/>
                  </a:cubicBezTo>
                  <a:lnTo>
                    <a:pt x="4331"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87"/>
            <p:cNvSpPr/>
            <p:nvPr/>
          </p:nvSpPr>
          <p:spPr>
            <a:xfrm>
              <a:off x="5889613" y="3089130"/>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87"/>
            <p:cNvSpPr/>
            <p:nvPr/>
          </p:nvSpPr>
          <p:spPr>
            <a:xfrm>
              <a:off x="5872565" y="3151473"/>
              <a:ext cx="79548" cy="90878"/>
            </a:xfrm>
            <a:custGeom>
              <a:rect b="b" l="l" r="r" t="t"/>
              <a:pathLst>
                <a:path extrusionOk="0" h="3465" w="3033">
                  <a:moveTo>
                    <a:pt x="1290" y="0"/>
                  </a:moveTo>
                  <a:cubicBezTo>
                    <a:pt x="1156" y="0"/>
                    <a:pt x="1016" y="29"/>
                    <a:pt x="891" y="82"/>
                  </a:cubicBezTo>
                  <a:lnTo>
                    <a:pt x="410" y="274"/>
                  </a:lnTo>
                  <a:cubicBezTo>
                    <a:pt x="164" y="371"/>
                    <a:pt x="1" y="606"/>
                    <a:pt x="1" y="876"/>
                  </a:cubicBezTo>
                  <a:lnTo>
                    <a:pt x="1" y="3465"/>
                  </a:lnTo>
                  <a:lnTo>
                    <a:pt x="3032" y="3465"/>
                  </a:ln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87"/>
            <p:cNvSpPr/>
            <p:nvPr/>
          </p:nvSpPr>
          <p:spPr>
            <a:xfrm>
              <a:off x="5889613" y="3089130"/>
              <a:ext cx="45452" cy="51012"/>
            </a:xfrm>
            <a:custGeom>
              <a:rect b="b" l="l" r="r" t="t"/>
              <a:pathLst>
                <a:path extrusionOk="0" h="1945" w="1733">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87"/>
            <p:cNvSpPr/>
            <p:nvPr/>
          </p:nvSpPr>
          <p:spPr>
            <a:xfrm>
              <a:off x="5889613" y="3088999"/>
              <a:ext cx="25650" cy="50252"/>
            </a:xfrm>
            <a:custGeom>
              <a:rect b="b" l="l" r="r" t="t"/>
              <a:pathLst>
                <a:path extrusionOk="0" h="1916" w="978">
                  <a:moveTo>
                    <a:pt x="650" y="0"/>
                  </a:moveTo>
                  <a:cubicBezTo>
                    <a:pt x="289" y="0"/>
                    <a:pt x="0" y="294"/>
                    <a:pt x="0" y="655"/>
                  </a:cubicBezTo>
                  <a:lnTo>
                    <a:pt x="0" y="1088"/>
                  </a:lnTo>
                  <a:cubicBezTo>
                    <a:pt x="0" y="1478"/>
                    <a:pt x="270" y="1819"/>
                    <a:pt x="650" y="1915"/>
                  </a:cubicBezTo>
                  <a:lnTo>
                    <a:pt x="650" y="655"/>
                  </a:lnTo>
                  <a:cubicBezTo>
                    <a:pt x="650" y="294"/>
                    <a:pt x="794" y="0"/>
                    <a:pt x="97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87"/>
            <p:cNvSpPr/>
            <p:nvPr/>
          </p:nvSpPr>
          <p:spPr>
            <a:xfrm>
              <a:off x="5872565" y="3164324"/>
              <a:ext cx="17074" cy="78027"/>
            </a:xfrm>
            <a:custGeom>
              <a:rect b="b" l="l" r="r" t="t"/>
              <a:pathLst>
                <a:path extrusionOk="0" h="2975" w="651">
                  <a:moveTo>
                    <a:pt x="126" y="1"/>
                  </a:moveTo>
                  <a:cubicBezTo>
                    <a:pt x="44" y="112"/>
                    <a:pt x="1" y="246"/>
                    <a:pt x="1" y="381"/>
                  </a:cubicBezTo>
                  <a:lnTo>
                    <a:pt x="1" y="2975"/>
                  </a:lnTo>
                  <a:lnTo>
                    <a:pt x="650" y="2975"/>
                  </a:lnTo>
                  <a:lnTo>
                    <a:pt x="650" y="607"/>
                  </a:lnTo>
                  <a:cubicBezTo>
                    <a:pt x="650" y="473"/>
                    <a:pt x="588" y="343"/>
                    <a:pt x="477" y="261"/>
                  </a:cubicBezTo>
                  <a:lnTo>
                    <a:pt x="126"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87"/>
            <p:cNvSpPr/>
            <p:nvPr/>
          </p:nvSpPr>
          <p:spPr>
            <a:xfrm>
              <a:off x="5935039" y="3164324"/>
              <a:ext cx="17074" cy="78027"/>
            </a:xfrm>
            <a:custGeom>
              <a:rect b="b" l="l" r="r" t="t"/>
              <a:pathLst>
                <a:path extrusionOk="0" h="2975" w="651">
                  <a:moveTo>
                    <a:pt x="525" y="1"/>
                  </a:moveTo>
                  <a:lnTo>
                    <a:pt x="174" y="261"/>
                  </a:lnTo>
                  <a:cubicBezTo>
                    <a:pt x="63" y="343"/>
                    <a:pt x="1" y="473"/>
                    <a:pt x="1" y="607"/>
                  </a:cubicBezTo>
                  <a:lnTo>
                    <a:pt x="1" y="2975"/>
                  </a:lnTo>
                  <a:lnTo>
                    <a:pt x="650" y="2975"/>
                  </a:lnTo>
                  <a:lnTo>
                    <a:pt x="650" y="381"/>
                  </a:lnTo>
                  <a:cubicBezTo>
                    <a:pt x="650" y="246"/>
                    <a:pt x="607"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87"/>
            <p:cNvSpPr/>
            <p:nvPr/>
          </p:nvSpPr>
          <p:spPr>
            <a:xfrm>
              <a:off x="5991822" y="3089130"/>
              <a:ext cx="45478" cy="68034"/>
            </a:xfrm>
            <a:custGeom>
              <a:rect b="b" l="l" r="r" t="t"/>
              <a:pathLst>
                <a:path extrusionOk="0" h="2594" w="1734">
                  <a:moveTo>
                    <a:pt x="651" y="0"/>
                  </a:moveTo>
                  <a:cubicBezTo>
                    <a:pt x="290" y="0"/>
                    <a:pt x="1" y="289"/>
                    <a:pt x="1" y="650"/>
                  </a:cubicBezTo>
                  <a:lnTo>
                    <a:pt x="1" y="1362"/>
                  </a:lnTo>
                  <a:cubicBezTo>
                    <a:pt x="11" y="1574"/>
                    <a:pt x="88" y="1776"/>
                    <a:pt x="217" y="1944"/>
                  </a:cubicBezTo>
                  <a:cubicBezTo>
                    <a:pt x="357" y="2108"/>
                    <a:pt x="434" y="2319"/>
                    <a:pt x="434" y="2531"/>
                  </a:cubicBezTo>
                  <a:lnTo>
                    <a:pt x="434" y="2594"/>
                  </a:lnTo>
                  <a:lnTo>
                    <a:pt x="1300" y="2594"/>
                  </a:lnTo>
                  <a:lnTo>
                    <a:pt x="1300" y="2469"/>
                  </a:lnTo>
                  <a:cubicBezTo>
                    <a:pt x="1300" y="2295"/>
                    <a:pt x="1363" y="2127"/>
                    <a:pt x="1478" y="1992"/>
                  </a:cubicBezTo>
                  <a:lnTo>
                    <a:pt x="1555" y="1901"/>
                  </a:lnTo>
                  <a:cubicBezTo>
                    <a:pt x="1661" y="1761"/>
                    <a:pt x="1724" y="1598"/>
                    <a:pt x="1733" y="1424"/>
                  </a:cubicBezTo>
                  <a:lnTo>
                    <a:pt x="1733" y="650"/>
                  </a:lnTo>
                  <a:cubicBezTo>
                    <a:pt x="1733" y="289"/>
                    <a:pt x="1444" y="0"/>
                    <a:pt x="1084"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87"/>
            <p:cNvSpPr/>
            <p:nvPr/>
          </p:nvSpPr>
          <p:spPr>
            <a:xfrm>
              <a:off x="5974800" y="3151473"/>
              <a:ext cx="79522" cy="90878"/>
            </a:xfrm>
            <a:custGeom>
              <a:rect b="b" l="l" r="r" t="t"/>
              <a:pathLst>
                <a:path extrusionOk="0" h="3465" w="3032">
                  <a:moveTo>
                    <a:pt x="1290" y="0"/>
                  </a:moveTo>
                  <a:cubicBezTo>
                    <a:pt x="1155" y="0"/>
                    <a:pt x="1016" y="29"/>
                    <a:pt x="891" y="82"/>
                  </a:cubicBezTo>
                  <a:lnTo>
                    <a:pt x="409" y="274"/>
                  </a:lnTo>
                  <a:cubicBezTo>
                    <a:pt x="164" y="371"/>
                    <a:pt x="0" y="606"/>
                    <a:pt x="0" y="876"/>
                  </a:cubicBezTo>
                  <a:lnTo>
                    <a:pt x="0" y="3465"/>
                  </a:lnTo>
                  <a:lnTo>
                    <a:pt x="3032" y="3465"/>
                  </a:lnTo>
                  <a:lnTo>
                    <a:pt x="3032" y="876"/>
                  </a:lnTo>
                  <a:cubicBezTo>
                    <a:pt x="3032" y="611"/>
                    <a:pt x="2868" y="371"/>
                    <a:pt x="2623" y="274"/>
                  </a:cubicBezTo>
                  <a:lnTo>
                    <a:pt x="2142" y="82"/>
                  </a:lnTo>
                  <a:cubicBezTo>
                    <a:pt x="2016" y="29"/>
                    <a:pt x="1877" y="0"/>
                    <a:pt x="1742"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87"/>
            <p:cNvSpPr/>
            <p:nvPr/>
          </p:nvSpPr>
          <p:spPr>
            <a:xfrm>
              <a:off x="5991822" y="3089130"/>
              <a:ext cx="45478" cy="51012"/>
            </a:xfrm>
            <a:custGeom>
              <a:rect b="b" l="l" r="r" t="t"/>
              <a:pathLst>
                <a:path extrusionOk="0" h="1945" w="1734">
                  <a:moveTo>
                    <a:pt x="651" y="0"/>
                  </a:moveTo>
                  <a:cubicBezTo>
                    <a:pt x="290" y="0"/>
                    <a:pt x="1" y="289"/>
                    <a:pt x="1" y="650"/>
                  </a:cubicBezTo>
                  <a:lnTo>
                    <a:pt x="1" y="1078"/>
                  </a:lnTo>
                  <a:cubicBezTo>
                    <a:pt x="1" y="1559"/>
                    <a:pt x="391" y="1944"/>
                    <a:pt x="867" y="1944"/>
                  </a:cubicBezTo>
                  <a:cubicBezTo>
                    <a:pt x="1343" y="1944"/>
                    <a:pt x="1733" y="1559"/>
                    <a:pt x="1733" y="1083"/>
                  </a:cubicBezTo>
                  <a:lnTo>
                    <a:pt x="1733" y="650"/>
                  </a:lnTo>
                  <a:cubicBezTo>
                    <a:pt x="1733" y="289"/>
                    <a:pt x="1444" y="0"/>
                    <a:pt x="108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87"/>
            <p:cNvSpPr/>
            <p:nvPr/>
          </p:nvSpPr>
          <p:spPr>
            <a:xfrm>
              <a:off x="5991822" y="3088999"/>
              <a:ext cx="25650" cy="50252"/>
            </a:xfrm>
            <a:custGeom>
              <a:rect b="b" l="l" r="r" t="t"/>
              <a:pathLst>
                <a:path extrusionOk="0" h="1916" w="978">
                  <a:moveTo>
                    <a:pt x="651" y="0"/>
                  </a:moveTo>
                  <a:cubicBezTo>
                    <a:pt x="290" y="0"/>
                    <a:pt x="1" y="294"/>
                    <a:pt x="1" y="650"/>
                  </a:cubicBezTo>
                  <a:lnTo>
                    <a:pt x="1" y="1083"/>
                  </a:lnTo>
                  <a:cubicBezTo>
                    <a:pt x="1" y="1478"/>
                    <a:pt x="270" y="1819"/>
                    <a:pt x="651" y="1915"/>
                  </a:cubicBezTo>
                  <a:lnTo>
                    <a:pt x="651" y="655"/>
                  </a:lnTo>
                  <a:cubicBezTo>
                    <a:pt x="651" y="294"/>
                    <a:pt x="795" y="0"/>
                    <a:pt x="97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87"/>
            <p:cNvSpPr/>
            <p:nvPr/>
          </p:nvSpPr>
          <p:spPr>
            <a:xfrm>
              <a:off x="5974800" y="3164324"/>
              <a:ext cx="17048" cy="78027"/>
            </a:xfrm>
            <a:custGeom>
              <a:rect b="b" l="l" r="r" t="t"/>
              <a:pathLst>
                <a:path extrusionOk="0" h="2975" w="650">
                  <a:moveTo>
                    <a:pt x="125" y="1"/>
                  </a:moveTo>
                  <a:cubicBezTo>
                    <a:pt x="44" y="112"/>
                    <a:pt x="0" y="246"/>
                    <a:pt x="0" y="381"/>
                  </a:cubicBezTo>
                  <a:lnTo>
                    <a:pt x="0" y="2975"/>
                  </a:lnTo>
                  <a:lnTo>
                    <a:pt x="650" y="2975"/>
                  </a:lnTo>
                  <a:lnTo>
                    <a:pt x="650" y="607"/>
                  </a:lnTo>
                  <a:cubicBezTo>
                    <a:pt x="650" y="473"/>
                    <a:pt x="587" y="343"/>
                    <a:pt x="477" y="261"/>
                  </a:cubicBezTo>
                  <a:lnTo>
                    <a:pt x="125"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87"/>
            <p:cNvSpPr/>
            <p:nvPr/>
          </p:nvSpPr>
          <p:spPr>
            <a:xfrm>
              <a:off x="6037274" y="3164324"/>
              <a:ext cx="17048" cy="78027"/>
            </a:xfrm>
            <a:custGeom>
              <a:rect b="b" l="l" r="r" t="t"/>
              <a:pathLst>
                <a:path extrusionOk="0" h="2975" w="650">
                  <a:moveTo>
                    <a:pt x="525" y="1"/>
                  </a:moveTo>
                  <a:lnTo>
                    <a:pt x="173" y="261"/>
                  </a:lnTo>
                  <a:cubicBezTo>
                    <a:pt x="63" y="343"/>
                    <a:pt x="0" y="473"/>
                    <a:pt x="0" y="607"/>
                  </a:cubicBezTo>
                  <a:lnTo>
                    <a:pt x="0" y="2975"/>
                  </a:lnTo>
                  <a:lnTo>
                    <a:pt x="650" y="2975"/>
                  </a:lnTo>
                  <a:lnTo>
                    <a:pt x="650" y="381"/>
                  </a:lnTo>
                  <a:cubicBezTo>
                    <a:pt x="650" y="246"/>
                    <a:pt x="606"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87"/>
            <p:cNvSpPr/>
            <p:nvPr/>
          </p:nvSpPr>
          <p:spPr>
            <a:xfrm>
              <a:off x="5838496" y="3145912"/>
              <a:ext cx="45452" cy="68034"/>
            </a:xfrm>
            <a:custGeom>
              <a:rect b="b" l="l" r="r" t="t"/>
              <a:pathLst>
                <a:path extrusionOk="0" h="2594" w="1733">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87"/>
            <p:cNvSpPr/>
            <p:nvPr/>
          </p:nvSpPr>
          <p:spPr>
            <a:xfrm>
              <a:off x="5821474" y="3208255"/>
              <a:ext cx="79522" cy="56809"/>
            </a:xfrm>
            <a:custGeom>
              <a:rect b="b" l="l" r="r" t="t"/>
              <a:pathLst>
                <a:path extrusionOk="0" h="2166" w="3032">
                  <a:moveTo>
                    <a:pt x="1290" y="0"/>
                  </a:moveTo>
                  <a:cubicBezTo>
                    <a:pt x="1155" y="0"/>
                    <a:pt x="1015" y="29"/>
                    <a:pt x="890" y="77"/>
                  </a:cubicBezTo>
                  <a:lnTo>
                    <a:pt x="409" y="270"/>
                  </a:lnTo>
                  <a:cubicBezTo>
                    <a:pt x="164" y="371"/>
                    <a:pt x="0" y="607"/>
                    <a:pt x="0" y="871"/>
                  </a:cubicBezTo>
                  <a:lnTo>
                    <a:pt x="0" y="2166"/>
                  </a:lnTo>
                  <a:lnTo>
                    <a:pt x="3031" y="2166"/>
                  </a:lnTo>
                  <a:lnTo>
                    <a:pt x="3031" y="876"/>
                  </a:lnTo>
                  <a:cubicBezTo>
                    <a:pt x="3031" y="612"/>
                    <a:pt x="2868" y="371"/>
                    <a:pt x="2622" y="270"/>
                  </a:cubicBezTo>
                  <a:lnTo>
                    <a:pt x="2141" y="77"/>
                  </a:lnTo>
                  <a:cubicBezTo>
                    <a:pt x="2016"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87"/>
            <p:cNvSpPr/>
            <p:nvPr/>
          </p:nvSpPr>
          <p:spPr>
            <a:xfrm>
              <a:off x="5838496" y="3145912"/>
              <a:ext cx="45452" cy="51012"/>
            </a:xfrm>
            <a:custGeom>
              <a:rect b="b" l="l" r="r" t="t"/>
              <a:pathLst>
                <a:path extrusionOk="0" h="1945" w="1733">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87"/>
            <p:cNvSpPr/>
            <p:nvPr/>
          </p:nvSpPr>
          <p:spPr>
            <a:xfrm>
              <a:off x="5838496" y="3145781"/>
              <a:ext cx="25650" cy="50252"/>
            </a:xfrm>
            <a:custGeom>
              <a:rect b="b" l="l" r="r" t="t"/>
              <a:pathLst>
                <a:path extrusionOk="0" h="1916" w="978">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87"/>
            <p:cNvSpPr/>
            <p:nvPr/>
          </p:nvSpPr>
          <p:spPr>
            <a:xfrm>
              <a:off x="5821474" y="3221133"/>
              <a:ext cx="17048" cy="43931"/>
            </a:xfrm>
            <a:custGeom>
              <a:rect b="b" l="l" r="r" t="t"/>
              <a:pathLst>
                <a:path extrusionOk="0" h="1675" w="65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87"/>
            <p:cNvSpPr/>
            <p:nvPr/>
          </p:nvSpPr>
          <p:spPr>
            <a:xfrm>
              <a:off x="5883922" y="3221133"/>
              <a:ext cx="17074" cy="43931"/>
            </a:xfrm>
            <a:custGeom>
              <a:rect b="b" l="l" r="r" t="t"/>
              <a:pathLst>
                <a:path extrusionOk="0" h="1675" w="651">
                  <a:moveTo>
                    <a:pt x="525" y="0"/>
                  </a:moveTo>
                  <a:lnTo>
                    <a:pt x="174" y="260"/>
                  </a:lnTo>
                  <a:cubicBezTo>
                    <a:pt x="63" y="342"/>
                    <a:pt x="1" y="472"/>
                    <a:pt x="1" y="607"/>
                  </a:cubicBezTo>
                  <a:lnTo>
                    <a:pt x="1" y="1675"/>
                  </a:lnTo>
                  <a:lnTo>
                    <a:pt x="650" y="1675"/>
                  </a:lnTo>
                  <a:lnTo>
                    <a:pt x="650" y="380"/>
                  </a:lnTo>
                  <a:cubicBezTo>
                    <a:pt x="650"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87"/>
            <p:cNvSpPr/>
            <p:nvPr/>
          </p:nvSpPr>
          <p:spPr>
            <a:xfrm>
              <a:off x="5940731" y="3145912"/>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6" y="2108"/>
                    <a:pt x="433" y="2320"/>
                    <a:pt x="433" y="2531"/>
                  </a:cubicBezTo>
                  <a:lnTo>
                    <a:pt x="433" y="2594"/>
                  </a:lnTo>
                  <a:lnTo>
                    <a:pt x="1299" y="2594"/>
                  </a:lnTo>
                  <a:lnTo>
                    <a:pt x="1299" y="2469"/>
                  </a:lnTo>
                  <a:cubicBezTo>
                    <a:pt x="1299" y="2296"/>
                    <a:pt x="1362" y="2127"/>
                    <a:pt x="1477" y="1993"/>
                  </a:cubicBezTo>
                  <a:lnTo>
                    <a:pt x="1554" y="1901"/>
                  </a:lnTo>
                  <a:cubicBezTo>
                    <a:pt x="1660" y="1762"/>
                    <a:pt x="1723" y="1598"/>
                    <a:pt x="1732" y="1425"/>
                  </a:cubicBezTo>
                  <a:lnTo>
                    <a:pt x="1732" y="650"/>
                  </a:lnTo>
                  <a:cubicBezTo>
                    <a:pt x="1732"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87"/>
            <p:cNvSpPr/>
            <p:nvPr/>
          </p:nvSpPr>
          <p:spPr>
            <a:xfrm>
              <a:off x="5923683" y="3208255"/>
              <a:ext cx="79522" cy="56809"/>
            </a:xfrm>
            <a:custGeom>
              <a:rect b="b" l="l" r="r" t="t"/>
              <a:pathLst>
                <a:path extrusionOk="0" h="2166" w="3032">
                  <a:moveTo>
                    <a:pt x="1290" y="0"/>
                  </a:moveTo>
                  <a:cubicBezTo>
                    <a:pt x="1155" y="0"/>
                    <a:pt x="1016" y="29"/>
                    <a:pt x="891" y="77"/>
                  </a:cubicBezTo>
                  <a:lnTo>
                    <a:pt x="410" y="270"/>
                  </a:lnTo>
                  <a:cubicBezTo>
                    <a:pt x="164" y="371"/>
                    <a:pt x="1" y="607"/>
                    <a:pt x="1" y="871"/>
                  </a:cubicBezTo>
                  <a:lnTo>
                    <a:pt x="1" y="2166"/>
                  </a:lnTo>
                  <a:lnTo>
                    <a:pt x="3032" y="2166"/>
                  </a:lnTo>
                  <a:lnTo>
                    <a:pt x="3032" y="876"/>
                  </a:lnTo>
                  <a:cubicBezTo>
                    <a:pt x="3032" y="612"/>
                    <a:pt x="2868" y="371"/>
                    <a:pt x="2623" y="270"/>
                  </a:cubicBezTo>
                  <a:lnTo>
                    <a:pt x="2142" y="77"/>
                  </a:lnTo>
                  <a:cubicBezTo>
                    <a:pt x="2017"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87"/>
            <p:cNvSpPr/>
            <p:nvPr/>
          </p:nvSpPr>
          <p:spPr>
            <a:xfrm>
              <a:off x="5940731" y="3145912"/>
              <a:ext cx="45452" cy="51012"/>
            </a:xfrm>
            <a:custGeom>
              <a:rect b="b" l="l" r="r" t="t"/>
              <a:pathLst>
                <a:path extrusionOk="0" h="1945" w="1733">
                  <a:moveTo>
                    <a:pt x="650" y="0"/>
                  </a:moveTo>
                  <a:cubicBezTo>
                    <a:pt x="289" y="0"/>
                    <a:pt x="0" y="289"/>
                    <a:pt x="0" y="650"/>
                  </a:cubicBezTo>
                  <a:lnTo>
                    <a:pt x="0" y="1078"/>
                  </a:lnTo>
                  <a:cubicBezTo>
                    <a:pt x="0" y="1559"/>
                    <a:pt x="390" y="1944"/>
                    <a:pt x="866" y="1944"/>
                  </a:cubicBezTo>
                  <a:cubicBezTo>
                    <a:pt x="1343" y="1944"/>
                    <a:pt x="1732" y="1559"/>
                    <a:pt x="1732" y="1083"/>
                  </a:cubicBezTo>
                  <a:lnTo>
                    <a:pt x="1732" y="650"/>
                  </a:lnTo>
                  <a:cubicBezTo>
                    <a:pt x="1732"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87"/>
            <p:cNvSpPr/>
            <p:nvPr/>
          </p:nvSpPr>
          <p:spPr>
            <a:xfrm>
              <a:off x="5940731" y="3145781"/>
              <a:ext cx="25624" cy="50252"/>
            </a:xfrm>
            <a:custGeom>
              <a:rect b="b" l="l" r="r" t="t"/>
              <a:pathLst>
                <a:path extrusionOk="0" h="1916" w="977">
                  <a:moveTo>
                    <a:pt x="650" y="1"/>
                  </a:moveTo>
                  <a:cubicBezTo>
                    <a:pt x="289" y="1"/>
                    <a:pt x="0" y="294"/>
                    <a:pt x="0" y="650"/>
                  </a:cubicBezTo>
                  <a:lnTo>
                    <a:pt x="0" y="1083"/>
                  </a:lnTo>
                  <a:cubicBezTo>
                    <a:pt x="0" y="1478"/>
                    <a:pt x="270" y="1819"/>
                    <a:pt x="650" y="1916"/>
                  </a:cubicBezTo>
                  <a:lnTo>
                    <a:pt x="650" y="655"/>
                  </a:lnTo>
                  <a:cubicBezTo>
                    <a:pt x="650" y="294"/>
                    <a:pt x="794"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87"/>
            <p:cNvSpPr/>
            <p:nvPr/>
          </p:nvSpPr>
          <p:spPr>
            <a:xfrm>
              <a:off x="5923683" y="3221133"/>
              <a:ext cx="17074" cy="43931"/>
            </a:xfrm>
            <a:custGeom>
              <a:rect b="b" l="l" r="r" t="t"/>
              <a:pathLst>
                <a:path extrusionOk="0" h="1675" w="651">
                  <a:moveTo>
                    <a:pt x="126" y="0"/>
                  </a:moveTo>
                  <a:cubicBezTo>
                    <a:pt x="44" y="111"/>
                    <a:pt x="1" y="246"/>
                    <a:pt x="1" y="380"/>
                  </a:cubicBezTo>
                  <a:lnTo>
                    <a:pt x="1" y="1675"/>
                  </a:lnTo>
                  <a:lnTo>
                    <a:pt x="650" y="1675"/>
                  </a:lnTo>
                  <a:lnTo>
                    <a:pt x="650" y="607"/>
                  </a:lnTo>
                  <a:cubicBezTo>
                    <a:pt x="650" y="472"/>
                    <a:pt x="588" y="342"/>
                    <a:pt x="477" y="260"/>
                  </a:cubicBezTo>
                  <a:lnTo>
                    <a:pt x="126"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87"/>
            <p:cNvSpPr/>
            <p:nvPr/>
          </p:nvSpPr>
          <p:spPr>
            <a:xfrm>
              <a:off x="5986157" y="3221133"/>
              <a:ext cx="17048" cy="43931"/>
            </a:xfrm>
            <a:custGeom>
              <a:rect b="b" l="l" r="r" t="t"/>
              <a:pathLst>
                <a:path extrusionOk="0" h="1675" w="650">
                  <a:moveTo>
                    <a:pt x="525" y="0"/>
                  </a:moveTo>
                  <a:lnTo>
                    <a:pt x="174" y="260"/>
                  </a:lnTo>
                  <a:cubicBezTo>
                    <a:pt x="63" y="342"/>
                    <a:pt x="0" y="472"/>
                    <a:pt x="0" y="607"/>
                  </a:cubicBezTo>
                  <a:lnTo>
                    <a:pt x="0" y="1675"/>
                  </a:lnTo>
                  <a:lnTo>
                    <a:pt x="650" y="1675"/>
                  </a:lnTo>
                  <a:lnTo>
                    <a:pt x="650" y="380"/>
                  </a:lnTo>
                  <a:cubicBezTo>
                    <a:pt x="650"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87"/>
            <p:cNvSpPr/>
            <p:nvPr/>
          </p:nvSpPr>
          <p:spPr>
            <a:xfrm>
              <a:off x="6042939" y="3145912"/>
              <a:ext cx="45452" cy="68034"/>
            </a:xfrm>
            <a:custGeom>
              <a:rect b="b" l="l" r="r" t="t"/>
              <a:pathLst>
                <a:path extrusionOk="0" h="2594" w="1733">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87"/>
            <p:cNvSpPr/>
            <p:nvPr/>
          </p:nvSpPr>
          <p:spPr>
            <a:xfrm>
              <a:off x="6025918" y="3208255"/>
              <a:ext cx="79522" cy="56809"/>
            </a:xfrm>
            <a:custGeom>
              <a:rect b="b" l="l" r="r" t="t"/>
              <a:pathLst>
                <a:path extrusionOk="0" h="2166" w="3032">
                  <a:moveTo>
                    <a:pt x="1290" y="0"/>
                  </a:moveTo>
                  <a:cubicBezTo>
                    <a:pt x="1155" y="0"/>
                    <a:pt x="1015" y="29"/>
                    <a:pt x="890" y="77"/>
                  </a:cubicBezTo>
                  <a:lnTo>
                    <a:pt x="409" y="270"/>
                  </a:lnTo>
                  <a:cubicBezTo>
                    <a:pt x="159" y="371"/>
                    <a:pt x="0" y="607"/>
                    <a:pt x="0" y="871"/>
                  </a:cubicBezTo>
                  <a:lnTo>
                    <a:pt x="0" y="2166"/>
                  </a:lnTo>
                  <a:lnTo>
                    <a:pt x="3032" y="2166"/>
                  </a:lnTo>
                  <a:lnTo>
                    <a:pt x="3032" y="876"/>
                  </a:lnTo>
                  <a:cubicBezTo>
                    <a:pt x="3032" y="612"/>
                    <a:pt x="2868" y="371"/>
                    <a:pt x="2623" y="270"/>
                  </a:cubicBezTo>
                  <a:lnTo>
                    <a:pt x="2141" y="77"/>
                  </a:lnTo>
                  <a:cubicBezTo>
                    <a:pt x="2011"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87"/>
            <p:cNvSpPr/>
            <p:nvPr/>
          </p:nvSpPr>
          <p:spPr>
            <a:xfrm>
              <a:off x="6042939" y="3145912"/>
              <a:ext cx="45452" cy="51012"/>
            </a:xfrm>
            <a:custGeom>
              <a:rect b="b" l="l" r="r" t="t"/>
              <a:pathLst>
                <a:path extrusionOk="0" h="1945" w="1733">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87"/>
            <p:cNvSpPr/>
            <p:nvPr/>
          </p:nvSpPr>
          <p:spPr>
            <a:xfrm>
              <a:off x="6042939" y="3145781"/>
              <a:ext cx="25650" cy="50252"/>
            </a:xfrm>
            <a:custGeom>
              <a:rect b="b" l="l" r="r" t="t"/>
              <a:pathLst>
                <a:path extrusionOk="0" h="1916" w="978">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87"/>
            <p:cNvSpPr/>
            <p:nvPr/>
          </p:nvSpPr>
          <p:spPr>
            <a:xfrm>
              <a:off x="6025918" y="3221133"/>
              <a:ext cx="17048" cy="43931"/>
            </a:xfrm>
            <a:custGeom>
              <a:rect b="b" l="l" r="r" t="t"/>
              <a:pathLst>
                <a:path extrusionOk="0" h="1675" w="65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87"/>
            <p:cNvSpPr/>
            <p:nvPr/>
          </p:nvSpPr>
          <p:spPr>
            <a:xfrm>
              <a:off x="6088365" y="3221133"/>
              <a:ext cx="17074" cy="43931"/>
            </a:xfrm>
            <a:custGeom>
              <a:rect b="b" l="l" r="r" t="t"/>
              <a:pathLst>
                <a:path extrusionOk="0" h="1675" w="651">
                  <a:moveTo>
                    <a:pt x="525" y="0"/>
                  </a:moveTo>
                  <a:lnTo>
                    <a:pt x="174" y="260"/>
                  </a:lnTo>
                  <a:cubicBezTo>
                    <a:pt x="63" y="342"/>
                    <a:pt x="1" y="472"/>
                    <a:pt x="1" y="607"/>
                  </a:cubicBezTo>
                  <a:lnTo>
                    <a:pt x="1" y="1675"/>
                  </a:lnTo>
                  <a:lnTo>
                    <a:pt x="651" y="1675"/>
                  </a:lnTo>
                  <a:lnTo>
                    <a:pt x="651" y="380"/>
                  </a:lnTo>
                  <a:cubicBezTo>
                    <a:pt x="651"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87"/>
            <p:cNvSpPr/>
            <p:nvPr/>
          </p:nvSpPr>
          <p:spPr>
            <a:xfrm>
              <a:off x="5816176" y="3083701"/>
              <a:ext cx="294823" cy="186766"/>
            </a:xfrm>
            <a:custGeom>
              <a:rect b="b" l="l" r="r" t="t"/>
              <a:pathLst>
                <a:path extrusionOk="0" h="7121" w="11241">
                  <a:moveTo>
                    <a:pt x="3883" y="409"/>
                  </a:moveTo>
                  <a:cubicBezTo>
                    <a:pt x="4128" y="409"/>
                    <a:pt x="4331" y="607"/>
                    <a:pt x="4331" y="857"/>
                  </a:cubicBezTo>
                  <a:lnTo>
                    <a:pt x="4331" y="1405"/>
                  </a:lnTo>
                  <a:cubicBezTo>
                    <a:pt x="4331" y="1641"/>
                    <a:pt x="4201" y="1858"/>
                    <a:pt x="3999" y="1978"/>
                  </a:cubicBezTo>
                  <a:cubicBezTo>
                    <a:pt x="3936" y="2012"/>
                    <a:pt x="3898" y="2079"/>
                    <a:pt x="3898" y="2151"/>
                  </a:cubicBezTo>
                  <a:lnTo>
                    <a:pt x="3898" y="2382"/>
                  </a:lnTo>
                  <a:lnTo>
                    <a:pt x="3436" y="2382"/>
                  </a:lnTo>
                  <a:lnTo>
                    <a:pt x="3436" y="2151"/>
                  </a:lnTo>
                  <a:cubicBezTo>
                    <a:pt x="3436" y="2079"/>
                    <a:pt x="3397" y="2012"/>
                    <a:pt x="3335" y="1978"/>
                  </a:cubicBezTo>
                  <a:cubicBezTo>
                    <a:pt x="3128" y="1858"/>
                    <a:pt x="3003" y="1641"/>
                    <a:pt x="3003" y="1405"/>
                  </a:cubicBezTo>
                  <a:lnTo>
                    <a:pt x="3003" y="857"/>
                  </a:lnTo>
                  <a:cubicBezTo>
                    <a:pt x="3003" y="607"/>
                    <a:pt x="3205" y="409"/>
                    <a:pt x="3450" y="409"/>
                  </a:cubicBezTo>
                  <a:close/>
                  <a:moveTo>
                    <a:pt x="7781" y="409"/>
                  </a:moveTo>
                  <a:cubicBezTo>
                    <a:pt x="8026" y="409"/>
                    <a:pt x="8228" y="607"/>
                    <a:pt x="8228" y="857"/>
                  </a:cubicBezTo>
                  <a:lnTo>
                    <a:pt x="8228" y="1405"/>
                  </a:lnTo>
                  <a:cubicBezTo>
                    <a:pt x="8228" y="1641"/>
                    <a:pt x="8098" y="1858"/>
                    <a:pt x="7896" y="1978"/>
                  </a:cubicBezTo>
                  <a:cubicBezTo>
                    <a:pt x="7834" y="2012"/>
                    <a:pt x="7795" y="2079"/>
                    <a:pt x="7795" y="2151"/>
                  </a:cubicBezTo>
                  <a:lnTo>
                    <a:pt x="7795" y="2382"/>
                  </a:lnTo>
                  <a:lnTo>
                    <a:pt x="7333" y="2382"/>
                  </a:lnTo>
                  <a:lnTo>
                    <a:pt x="7333" y="2151"/>
                  </a:lnTo>
                  <a:cubicBezTo>
                    <a:pt x="7333" y="2079"/>
                    <a:pt x="7295" y="2012"/>
                    <a:pt x="7232" y="1978"/>
                  </a:cubicBezTo>
                  <a:cubicBezTo>
                    <a:pt x="7025" y="1858"/>
                    <a:pt x="6900" y="1641"/>
                    <a:pt x="6900" y="1405"/>
                  </a:cubicBezTo>
                  <a:lnTo>
                    <a:pt x="6900" y="857"/>
                  </a:lnTo>
                  <a:cubicBezTo>
                    <a:pt x="6900" y="607"/>
                    <a:pt x="7102" y="409"/>
                    <a:pt x="7348" y="409"/>
                  </a:cubicBezTo>
                  <a:close/>
                  <a:moveTo>
                    <a:pt x="1934" y="2575"/>
                  </a:moveTo>
                  <a:cubicBezTo>
                    <a:pt x="2180" y="2575"/>
                    <a:pt x="2377" y="2772"/>
                    <a:pt x="2382" y="3022"/>
                  </a:cubicBezTo>
                  <a:lnTo>
                    <a:pt x="2382" y="3571"/>
                  </a:lnTo>
                  <a:cubicBezTo>
                    <a:pt x="2382" y="3806"/>
                    <a:pt x="2257" y="4023"/>
                    <a:pt x="2050" y="4143"/>
                  </a:cubicBezTo>
                  <a:cubicBezTo>
                    <a:pt x="1987" y="4177"/>
                    <a:pt x="1949" y="4244"/>
                    <a:pt x="1949" y="4316"/>
                  </a:cubicBezTo>
                  <a:lnTo>
                    <a:pt x="1949" y="4547"/>
                  </a:lnTo>
                  <a:lnTo>
                    <a:pt x="1487" y="4547"/>
                  </a:lnTo>
                  <a:lnTo>
                    <a:pt x="1487" y="4316"/>
                  </a:lnTo>
                  <a:cubicBezTo>
                    <a:pt x="1487" y="4244"/>
                    <a:pt x="1448" y="4177"/>
                    <a:pt x="1386" y="4143"/>
                  </a:cubicBezTo>
                  <a:cubicBezTo>
                    <a:pt x="1184" y="4023"/>
                    <a:pt x="1054" y="3806"/>
                    <a:pt x="1054" y="3571"/>
                  </a:cubicBezTo>
                  <a:lnTo>
                    <a:pt x="1054" y="3022"/>
                  </a:lnTo>
                  <a:cubicBezTo>
                    <a:pt x="1054" y="2777"/>
                    <a:pt x="1256" y="2575"/>
                    <a:pt x="1501" y="2575"/>
                  </a:cubicBezTo>
                  <a:close/>
                  <a:moveTo>
                    <a:pt x="5832" y="2575"/>
                  </a:moveTo>
                  <a:cubicBezTo>
                    <a:pt x="6077" y="2575"/>
                    <a:pt x="6279" y="2772"/>
                    <a:pt x="6279" y="3022"/>
                  </a:cubicBezTo>
                  <a:lnTo>
                    <a:pt x="6279" y="3571"/>
                  </a:lnTo>
                  <a:cubicBezTo>
                    <a:pt x="6279" y="3806"/>
                    <a:pt x="6154" y="4023"/>
                    <a:pt x="5947" y="4143"/>
                  </a:cubicBezTo>
                  <a:cubicBezTo>
                    <a:pt x="5885" y="4177"/>
                    <a:pt x="5846" y="4244"/>
                    <a:pt x="5846" y="4316"/>
                  </a:cubicBezTo>
                  <a:lnTo>
                    <a:pt x="5846" y="4547"/>
                  </a:lnTo>
                  <a:lnTo>
                    <a:pt x="5389" y="4547"/>
                  </a:lnTo>
                  <a:lnTo>
                    <a:pt x="5389" y="4316"/>
                  </a:lnTo>
                  <a:cubicBezTo>
                    <a:pt x="5389" y="4244"/>
                    <a:pt x="5351" y="4177"/>
                    <a:pt x="5288" y="4143"/>
                  </a:cubicBezTo>
                  <a:cubicBezTo>
                    <a:pt x="5081" y="4023"/>
                    <a:pt x="4956" y="3806"/>
                    <a:pt x="4956" y="3571"/>
                  </a:cubicBezTo>
                  <a:lnTo>
                    <a:pt x="4956" y="3022"/>
                  </a:lnTo>
                  <a:cubicBezTo>
                    <a:pt x="4956" y="2777"/>
                    <a:pt x="5153" y="2575"/>
                    <a:pt x="5399" y="2575"/>
                  </a:cubicBezTo>
                  <a:close/>
                  <a:moveTo>
                    <a:pt x="9729" y="2575"/>
                  </a:moveTo>
                  <a:cubicBezTo>
                    <a:pt x="9975" y="2575"/>
                    <a:pt x="10177" y="2772"/>
                    <a:pt x="10177" y="3022"/>
                  </a:cubicBezTo>
                  <a:lnTo>
                    <a:pt x="10177" y="3571"/>
                  </a:lnTo>
                  <a:cubicBezTo>
                    <a:pt x="10177" y="3806"/>
                    <a:pt x="10052" y="4028"/>
                    <a:pt x="9845" y="4143"/>
                  </a:cubicBezTo>
                  <a:cubicBezTo>
                    <a:pt x="9782" y="4177"/>
                    <a:pt x="9744" y="4244"/>
                    <a:pt x="9744" y="4316"/>
                  </a:cubicBezTo>
                  <a:lnTo>
                    <a:pt x="9744" y="4547"/>
                  </a:lnTo>
                  <a:lnTo>
                    <a:pt x="9282" y="4547"/>
                  </a:lnTo>
                  <a:lnTo>
                    <a:pt x="9282" y="4316"/>
                  </a:lnTo>
                  <a:cubicBezTo>
                    <a:pt x="9282" y="4244"/>
                    <a:pt x="9243" y="4177"/>
                    <a:pt x="9181" y="4143"/>
                  </a:cubicBezTo>
                  <a:cubicBezTo>
                    <a:pt x="8979" y="4028"/>
                    <a:pt x="8849" y="3806"/>
                    <a:pt x="8849" y="3571"/>
                  </a:cubicBezTo>
                  <a:lnTo>
                    <a:pt x="8849" y="3022"/>
                  </a:lnTo>
                  <a:cubicBezTo>
                    <a:pt x="8849" y="2777"/>
                    <a:pt x="9051" y="2575"/>
                    <a:pt x="9296" y="2575"/>
                  </a:cubicBezTo>
                  <a:close/>
                  <a:moveTo>
                    <a:pt x="3450" y="0"/>
                  </a:moveTo>
                  <a:cubicBezTo>
                    <a:pt x="2983" y="5"/>
                    <a:pt x="2603" y="385"/>
                    <a:pt x="2603" y="857"/>
                  </a:cubicBezTo>
                  <a:lnTo>
                    <a:pt x="2603" y="1405"/>
                  </a:lnTo>
                  <a:cubicBezTo>
                    <a:pt x="2603" y="1742"/>
                    <a:pt x="2762" y="2060"/>
                    <a:pt x="3036" y="2257"/>
                  </a:cubicBezTo>
                  <a:lnTo>
                    <a:pt x="3036" y="2445"/>
                  </a:lnTo>
                  <a:lnTo>
                    <a:pt x="2675" y="2589"/>
                  </a:lnTo>
                  <a:cubicBezTo>
                    <a:pt x="2637" y="2526"/>
                    <a:pt x="2594" y="2469"/>
                    <a:pt x="2541" y="2416"/>
                  </a:cubicBezTo>
                  <a:cubicBezTo>
                    <a:pt x="2382" y="2257"/>
                    <a:pt x="2165" y="2166"/>
                    <a:pt x="1939" y="2166"/>
                  </a:cubicBezTo>
                  <a:lnTo>
                    <a:pt x="1501" y="2166"/>
                  </a:lnTo>
                  <a:cubicBezTo>
                    <a:pt x="1035" y="2170"/>
                    <a:pt x="654" y="2550"/>
                    <a:pt x="654" y="3022"/>
                  </a:cubicBezTo>
                  <a:lnTo>
                    <a:pt x="654" y="3571"/>
                  </a:lnTo>
                  <a:cubicBezTo>
                    <a:pt x="654" y="3907"/>
                    <a:pt x="813" y="4225"/>
                    <a:pt x="1087" y="4422"/>
                  </a:cubicBezTo>
                  <a:lnTo>
                    <a:pt x="1087" y="4610"/>
                  </a:lnTo>
                  <a:lnTo>
                    <a:pt x="539" y="4831"/>
                  </a:lnTo>
                  <a:cubicBezTo>
                    <a:pt x="217" y="4956"/>
                    <a:pt x="0" y="5274"/>
                    <a:pt x="5" y="5620"/>
                  </a:cubicBezTo>
                  <a:lnTo>
                    <a:pt x="5" y="6915"/>
                  </a:lnTo>
                  <a:cubicBezTo>
                    <a:pt x="5" y="7049"/>
                    <a:pt x="106" y="7117"/>
                    <a:pt x="207" y="7117"/>
                  </a:cubicBezTo>
                  <a:cubicBezTo>
                    <a:pt x="308" y="7117"/>
                    <a:pt x="409" y="7049"/>
                    <a:pt x="409" y="6915"/>
                  </a:cubicBezTo>
                  <a:lnTo>
                    <a:pt x="409" y="5625"/>
                  </a:lnTo>
                  <a:cubicBezTo>
                    <a:pt x="409" y="5442"/>
                    <a:pt x="520" y="5279"/>
                    <a:pt x="688" y="5207"/>
                  </a:cubicBezTo>
                  <a:lnTo>
                    <a:pt x="1328" y="4952"/>
                  </a:lnTo>
                  <a:lnTo>
                    <a:pt x="2117" y="4952"/>
                  </a:lnTo>
                  <a:lnTo>
                    <a:pt x="2752" y="5207"/>
                  </a:lnTo>
                  <a:cubicBezTo>
                    <a:pt x="2926" y="5279"/>
                    <a:pt x="3036" y="5442"/>
                    <a:pt x="3036" y="5625"/>
                  </a:cubicBezTo>
                  <a:lnTo>
                    <a:pt x="3036" y="6915"/>
                  </a:lnTo>
                  <a:cubicBezTo>
                    <a:pt x="3036" y="7052"/>
                    <a:pt x="3137" y="7120"/>
                    <a:pt x="3238" y="7120"/>
                  </a:cubicBezTo>
                  <a:cubicBezTo>
                    <a:pt x="3339" y="7120"/>
                    <a:pt x="3440" y="7052"/>
                    <a:pt x="3440" y="6915"/>
                  </a:cubicBezTo>
                  <a:lnTo>
                    <a:pt x="3440" y="5625"/>
                  </a:lnTo>
                  <a:cubicBezTo>
                    <a:pt x="3440" y="5274"/>
                    <a:pt x="3229" y="4961"/>
                    <a:pt x="2901" y="4831"/>
                  </a:cubicBezTo>
                  <a:lnTo>
                    <a:pt x="2358" y="4615"/>
                  </a:lnTo>
                  <a:lnTo>
                    <a:pt x="2358" y="4427"/>
                  </a:lnTo>
                  <a:cubicBezTo>
                    <a:pt x="2627" y="4225"/>
                    <a:pt x="2791" y="3907"/>
                    <a:pt x="2791" y="3571"/>
                  </a:cubicBezTo>
                  <a:lnTo>
                    <a:pt x="2791" y="3022"/>
                  </a:lnTo>
                  <a:lnTo>
                    <a:pt x="2791" y="2979"/>
                  </a:lnTo>
                  <a:lnTo>
                    <a:pt x="3277" y="2786"/>
                  </a:lnTo>
                  <a:lnTo>
                    <a:pt x="4066" y="2786"/>
                  </a:lnTo>
                  <a:lnTo>
                    <a:pt x="4552" y="2979"/>
                  </a:lnTo>
                  <a:lnTo>
                    <a:pt x="4552" y="3022"/>
                  </a:lnTo>
                  <a:lnTo>
                    <a:pt x="4552" y="3571"/>
                  </a:lnTo>
                  <a:cubicBezTo>
                    <a:pt x="4552" y="3907"/>
                    <a:pt x="4716" y="4225"/>
                    <a:pt x="4985" y="4427"/>
                  </a:cubicBezTo>
                  <a:lnTo>
                    <a:pt x="4985" y="4615"/>
                  </a:lnTo>
                  <a:lnTo>
                    <a:pt x="4436" y="4831"/>
                  </a:lnTo>
                  <a:cubicBezTo>
                    <a:pt x="4114" y="4961"/>
                    <a:pt x="3902" y="5274"/>
                    <a:pt x="3902" y="5620"/>
                  </a:cubicBezTo>
                  <a:lnTo>
                    <a:pt x="3902" y="6915"/>
                  </a:lnTo>
                  <a:cubicBezTo>
                    <a:pt x="3902" y="7049"/>
                    <a:pt x="4003" y="7117"/>
                    <a:pt x="4104" y="7117"/>
                  </a:cubicBezTo>
                  <a:cubicBezTo>
                    <a:pt x="4205" y="7117"/>
                    <a:pt x="4307" y="7049"/>
                    <a:pt x="4307" y="6915"/>
                  </a:cubicBezTo>
                  <a:lnTo>
                    <a:pt x="4307" y="5625"/>
                  </a:lnTo>
                  <a:cubicBezTo>
                    <a:pt x="4307" y="5442"/>
                    <a:pt x="4417" y="5279"/>
                    <a:pt x="4590" y="5207"/>
                  </a:cubicBezTo>
                  <a:lnTo>
                    <a:pt x="5226" y="4952"/>
                  </a:lnTo>
                  <a:lnTo>
                    <a:pt x="6015" y="4952"/>
                  </a:lnTo>
                  <a:lnTo>
                    <a:pt x="6655" y="5207"/>
                  </a:lnTo>
                  <a:cubicBezTo>
                    <a:pt x="6823" y="5279"/>
                    <a:pt x="6934" y="5442"/>
                    <a:pt x="6934" y="5625"/>
                  </a:cubicBezTo>
                  <a:lnTo>
                    <a:pt x="6934" y="6915"/>
                  </a:lnTo>
                  <a:cubicBezTo>
                    <a:pt x="6934" y="7052"/>
                    <a:pt x="7035" y="7120"/>
                    <a:pt x="7136" y="7120"/>
                  </a:cubicBezTo>
                  <a:cubicBezTo>
                    <a:pt x="7237" y="7120"/>
                    <a:pt x="7338" y="7052"/>
                    <a:pt x="7338" y="6915"/>
                  </a:cubicBezTo>
                  <a:lnTo>
                    <a:pt x="7338" y="5625"/>
                  </a:lnTo>
                  <a:cubicBezTo>
                    <a:pt x="7343" y="5274"/>
                    <a:pt x="7126" y="4961"/>
                    <a:pt x="6804" y="4831"/>
                  </a:cubicBezTo>
                  <a:lnTo>
                    <a:pt x="6255" y="4615"/>
                  </a:lnTo>
                  <a:lnTo>
                    <a:pt x="6255" y="4427"/>
                  </a:lnTo>
                  <a:cubicBezTo>
                    <a:pt x="6530" y="4225"/>
                    <a:pt x="6688" y="3907"/>
                    <a:pt x="6688" y="3571"/>
                  </a:cubicBezTo>
                  <a:lnTo>
                    <a:pt x="6688" y="3022"/>
                  </a:lnTo>
                  <a:lnTo>
                    <a:pt x="6688" y="2979"/>
                  </a:lnTo>
                  <a:lnTo>
                    <a:pt x="7179" y="2786"/>
                  </a:lnTo>
                  <a:lnTo>
                    <a:pt x="7963" y="2786"/>
                  </a:lnTo>
                  <a:lnTo>
                    <a:pt x="8454" y="2979"/>
                  </a:lnTo>
                  <a:lnTo>
                    <a:pt x="8454" y="3022"/>
                  </a:lnTo>
                  <a:lnTo>
                    <a:pt x="8454" y="3571"/>
                  </a:lnTo>
                  <a:cubicBezTo>
                    <a:pt x="8454" y="3907"/>
                    <a:pt x="8613" y="4225"/>
                    <a:pt x="8887" y="4427"/>
                  </a:cubicBezTo>
                  <a:lnTo>
                    <a:pt x="8887" y="4615"/>
                  </a:lnTo>
                  <a:lnTo>
                    <a:pt x="8339" y="4831"/>
                  </a:lnTo>
                  <a:cubicBezTo>
                    <a:pt x="8016" y="4961"/>
                    <a:pt x="7800" y="5274"/>
                    <a:pt x="7805" y="5620"/>
                  </a:cubicBezTo>
                  <a:lnTo>
                    <a:pt x="7805" y="6915"/>
                  </a:lnTo>
                  <a:cubicBezTo>
                    <a:pt x="7805" y="7049"/>
                    <a:pt x="7906" y="7117"/>
                    <a:pt x="8007" y="7117"/>
                  </a:cubicBezTo>
                  <a:cubicBezTo>
                    <a:pt x="8108" y="7117"/>
                    <a:pt x="8209" y="7049"/>
                    <a:pt x="8209" y="6915"/>
                  </a:cubicBezTo>
                  <a:lnTo>
                    <a:pt x="8209" y="5625"/>
                  </a:lnTo>
                  <a:cubicBezTo>
                    <a:pt x="8209" y="5442"/>
                    <a:pt x="8320" y="5279"/>
                    <a:pt x="8488" y="5207"/>
                  </a:cubicBezTo>
                  <a:lnTo>
                    <a:pt x="9128" y="4952"/>
                  </a:lnTo>
                  <a:lnTo>
                    <a:pt x="9917" y="4952"/>
                  </a:lnTo>
                  <a:lnTo>
                    <a:pt x="10552" y="5207"/>
                  </a:lnTo>
                  <a:cubicBezTo>
                    <a:pt x="10725" y="5279"/>
                    <a:pt x="10836" y="5442"/>
                    <a:pt x="10836" y="5625"/>
                  </a:cubicBezTo>
                  <a:lnTo>
                    <a:pt x="10836" y="6915"/>
                  </a:lnTo>
                  <a:cubicBezTo>
                    <a:pt x="10836" y="7052"/>
                    <a:pt x="10937" y="7120"/>
                    <a:pt x="11038" y="7120"/>
                  </a:cubicBezTo>
                  <a:cubicBezTo>
                    <a:pt x="11139" y="7120"/>
                    <a:pt x="11240" y="7052"/>
                    <a:pt x="11240" y="6915"/>
                  </a:cubicBezTo>
                  <a:lnTo>
                    <a:pt x="11240" y="5625"/>
                  </a:lnTo>
                  <a:cubicBezTo>
                    <a:pt x="11240" y="5274"/>
                    <a:pt x="11024" y="4956"/>
                    <a:pt x="10697" y="4831"/>
                  </a:cubicBezTo>
                  <a:lnTo>
                    <a:pt x="10148" y="4615"/>
                  </a:lnTo>
                  <a:lnTo>
                    <a:pt x="10148" y="4427"/>
                  </a:lnTo>
                  <a:cubicBezTo>
                    <a:pt x="10417" y="4225"/>
                    <a:pt x="10581" y="3907"/>
                    <a:pt x="10581" y="3571"/>
                  </a:cubicBezTo>
                  <a:lnTo>
                    <a:pt x="10581" y="3022"/>
                  </a:lnTo>
                  <a:cubicBezTo>
                    <a:pt x="10581" y="2550"/>
                    <a:pt x="10201" y="2166"/>
                    <a:pt x="9729" y="2166"/>
                  </a:cubicBezTo>
                  <a:lnTo>
                    <a:pt x="9291" y="2166"/>
                  </a:lnTo>
                  <a:cubicBezTo>
                    <a:pt x="8993" y="2170"/>
                    <a:pt x="8714" y="2329"/>
                    <a:pt x="8565" y="2589"/>
                  </a:cubicBezTo>
                  <a:lnTo>
                    <a:pt x="8204" y="2445"/>
                  </a:lnTo>
                  <a:lnTo>
                    <a:pt x="8204" y="2257"/>
                  </a:lnTo>
                  <a:cubicBezTo>
                    <a:pt x="8473" y="2055"/>
                    <a:pt x="8632" y="1737"/>
                    <a:pt x="8632" y="1400"/>
                  </a:cubicBezTo>
                  <a:lnTo>
                    <a:pt x="8632" y="857"/>
                  </a:lnTo>
                  <a:cubicBezTo>
                    <a:pt x="8632" y="385"/>
                    <a:pt x="8252" y="0"/>
                    <a:pt x="7781" y="0"/>
                  </a:cubicBezTo>
                  <a:lnTo>
                    <a:pt x="7348" y="0"/>
                  </a:lnTo>
                  <a:cubicBezTo>
                    <a:pt x="6876" y="5"/>
                    <a:pt x="6496" y="385"/>
                    <a:pt x="6496" y="857"/>
                  </a:cubicBezTo>
                  <a:lnTo>
                    <a:pt x="6496" y="1405"/>
                  </a:lnTo>
                  <a:cubicBezTo>
                    <a:pt x="6501" y="1742"/>
                    <a:pt x="6659" y="2060"/>
                    <a:pt x="6929" y="2257"/>
                  </a:cubicBezTo>
                  <a:lnTo>
                    <a:pt x="6929" y="2445"/>
                  </a:lnTo>
                  <a:lnTo>
                    <a:pt x="6568" y="2589"/>
                  </a:lnTo>
                  <a:cubicBezTo>
                    <a:pt x="6534" y="2526"/>
                    <a:pt x="6486" y="2469"/>
                    <a:pt x="6433" y="2416"/>
                  </a:cubicBezTo>
                  <a:cubicBezTo>
                    <a:pt x="6275" y="2257"/>
                    <a:pt x="6058" y="2166"/>
                    <a:pt x="5832" y="2166"/>
                  </a:cubicBezTo>
                  <a:lnTo>
                    <a:pt x="5399" y="2166"/>
                  </a:lnTo>
                  <a:cubicBezTo>
                    <a:pt x="5096" y="2170"/>
                    <a:pt x="4821" y="2329"/>
                    <a:pt x="4667" y="2589"/>
                  </a:cubicBezTo>
                  <a:lnTo>
                    <a:pt x="4307" y="2445"/>
                  </a:lnTo>
                  <a:lnTo>
                    <a:pt x="4307" y="2257"/>
                  </a:lnTo>
                  <a:cubicBezTo>
                    <a:pt x="4576" y="2055"/>
                    <a:pt x="4740" y="1737"/>
                    <a:pt x="4740" y="1400"/>
                  </a:cubicBezTo>
                  <a:lnTo>
                    <a:pt x="4740" y="857"/>
                  </a:lnTo>
                  <a:cubicBezTo>
                    <a:pt x="4740" y="385"/>
                    <a:pt x="4359" y="0"/>
                    <a:pt x="38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87"/>
            <p:cNvSpPr/>
            <p:nvPr/>
          </p:nvSpPr>
          <p:spPr>
            <a:xfrm>
              <a:off x="5900209" y="2907636"/>
              <a:ext cx="126469" cy="169744"/>
            </a:xfrm>
            <a:custGeom>
              <a:rect b="b" l="l" r="r" t="t"/>
              <a:pathLst>
                <a:path extrusionOk="0" h="6472" w="4822">
                  <a:moveTo>
                    <a:pt x="2628" y="410"/>
                  </a:moveTo>
                  <a:cubicBezTo>
                    <a:pt x="2873" y="410"/>
                    <a:pt x="3075" y="607"/>
                    <a:pt x="3075" y="857"/>
                  </a:cubicBezTo>
                  <a:lnTo>
                    <a:pt x="3075" y="1290"/>
                  </a:lnTo>
                  <a:cubicBezTo>
                    <a:pt x="3075" y="1656"/>
                    <a:pt x="2777" y="1950"/>
                    <a:pt x="2411" y="1950"/>
                  </a:cubicBezTo>
                  <a:cubicBezTo>
                    <a:pt x="2046" y="1950"/>
                    <a:pt x="1747" y="1656"/>
                    <a:pt x="1747" y="1290"/>
                  </a:cubicBezTo>
                  <a:lnTo>
                    <a:pt x="1747" y="857"/>
                  </a:lnTo>
                  <a:cubicBezTo>
                    <a:pt x="1747" y="607"/>
                    <a:pt x="1949" y="410"/>
                    <a:pt x="2195" y="410"/>
                  </a:cubicBezTo>
                  <a:close/>
                  <a:moveTo>
                    <a:pt x="2642" y="2335"/>
                  </a:moveTo>
                  <a:lnTo>
                    <a:pt x="2642" y="2455"/>
                  </a:lnTo>
                  <a:cubicBezTo>
                    <a:pt x="2642" y="2527"/>
                    <a:pt x="2662" y="2599"/>
                    <a:pt x="2695" y="2662"/>
                  </a:cubicBezTo>
                  <a:lnTo>
                    <a:pt x="2421" y="2941"/>
                  </a:lnTo>
                  <a:cubicBezTo>
                    <a:pt x="2419" y="2943"/>
                    <a:pt x="2415" y="2945"/>
                    <a:pt x="2411" y="2945"/>
                  </a:cubicBezTo>
                  <a:cubicBezTo>
                    <a:pt x="2408" y="2945"/>
                    <a:pt x="2404" y="2943"/>
                    <a:pt x="2402" y="2941"/>
                  </a:cubicBezTo>
                  <a:lnTo>
                    <a:pt x="2123" y="2662"/>
                  </a:lnTo>
                  <a:cubicBezTo>
                    <a:pt x="2161" y="2599"/>
                    <a:pt x="2180" y="2527"/>
                    <a:pt x="2185" y="2455"/>
                  </a:cubicBezTo>
                  <a:lnTo>
                    <a:pt x="2185" y="2335"/>
                  </a:lnTo>
                  <a:cubicBezTo>
                    <a:pt x="2257" y="2349"/>
                    <a:pt x="2334" y="2359"/>
                    <a:pt x="2411" y="2359"/>
                  </a:cubicBezTo>
                  <a:cubicBezTo>
                    <a:pt x="2488" y="2359"/>
                    <a:pt x="2565" y="2349"/>
                    <a:pt x="2642" y="2335"/>
                  </a:cubicBezTo>
                  <a:close/>
                  <a:moveTo>
                    <a:pt x="3027" y="2907"/>
                  </a:moveTo>
                  <a:lnTo>
                    <a:pt x="3378" y="3085"/>
                  </a:lnTo>
                  <a:cubicBezTo>
                    <a:pt x="3460" y="3124"/>
                    <a:pt x="3508" y="3201"/>
                    <a:pt x="3508" y="3292"/>
                  </a:cubicBezTo>
                  <a:lnTo>
                    <a:pt x="3508" y="3687"/>
                  </a:lnTo>
                  <a:lnTo>
                    <a:pt x="1314" y="3687"/>
                  </a:lnTo>
                  <a:lnTo>
                    <a:pt x="1314" y="3292"/>
                  </a:lnTo>
                  <a:cubicBezTo>
                    <a:pt x="1314" y="3201"/>
                    <a:pt x="1362" y="3124"/>
                    <a:pt x="1439" y="3085"/>
                  </a:cubicBezTo>
                  <a:lnTo>
                    <a:pt x="1795" y="2907"/>
                  </a:lnTo>
                  <a:lnTo>
                    <a:pt x="2113" y="3230"/>
                  </a:lnTo>
                  <a:cubicBezTo>
                    <a:pt x="2195" y="3311"/>
                    <a:pt x="2302" y="3352"/>
                    <a:pt x="2409" y="3352"/>
                  </a:cubicBezTo>
                  <a:cubicBezTo>
                    <a:pt x="2516" y="3352"/>
                    <a:pt x="2623" y="3311"/>
                    <a:pt x="2705" y="3230"/>
                  </a:cubicBezTo>
                  <a:lnTo>
                    <a:pt x="3027" y="2907"/>
                  </a:lnTo>
                  <a:close/>
                  <a:moveTo>
                    <a:pt x="4249" y="4091"/>
                  </a:moveTo>
                  <a:lnTo>
                    <a:pt x="4018" y="4553"/>
                  </a:lnTo>
                  <a:lnTo>
                    <a:pt x="804" y="4553"/>
                  </a:lnTo>
                  <a:lnTo>
                    <a:pt x="573" y="4091"/>
                  </a:lnTo>
                  <a:close/>
                  <a:moveTo>
                    <a:pt x="2195" y="1"/>
                  </a:moveTo>
                  <a:cubicBezTo>
                    <a:pt x="1723" y="1"/>
                    <a:pt x="1338" y="381"/>
                    <a:pt x="1343" y="857"/>
                  </a:cubicBezTo>
                  <a:lnTo>
                    <a:pt x="1343" y="1290"/>
                  </a:lnTo>
                  <a:cubicBezTo>
                    <a:pt x="1343" y="1627"/>
                    <a:pt x="1502" y="1945"/>
                    <a:pt x="1776" y="2147"/>
                  </a:cubicBezTo>
                  <a:lnTo>
                    <a:pt x="1776" y="2157"/>
                  </a:lnTo>
                  <a:lnTo>
                    <a:pt x="1776" y="2455"/>
                  </a:lnTo>
                  <a:cubicBezTo>
                    <a:pt x="1776" y="2460"/>
                    <a:pt x="1771" y="2465"/>
                    <a:pt x="1767" y="2469"/>
                  </a:cubicBezTo>
                  <a:lnTo>
                    <a:pt x="1261" y="2720"/>
                  </a:lnTo>
                  <a:cubicBezTo>
                    <a:pt x="1045" y="2825"/>
                    <a:pt x="905" y="3047"/>
                    <a:pt x="910" y="3287"/>
                  </a:cubicBezTo>
                  <a:lnTo>
                    <a:pt x="910" y="3687"/>
                  </a:lnTo>
                  <a:lnTo>
                    <a:pt x="246" y="3687"/>
                  </a:lnTo>
                  <a:cubicBezTo>
                    <a:pt x="97" y="3687"/>
                    <a:pt x="1" y="3845"/>
                    <a:pt x="68" y="3980"/>
                  </a:cubicBezTo>
                  <a:lnTo>
                    <a:pt x="501" y="4842"/>
                  </a:lnTo>
                  <a:cubicBezTo>
                    <a:pt x="535" y="4909"/>
                    <a:pt x="602" y="4952"/>
                    <a:pt x="679" y="4957"/>
                  </a:cubicBezTo>
                  <a:lnTo>
                    <a:pt x="910" y="4957"/>
                  </a:lnTo>
                  <a:lnTo>
                    <a:pt x="910" y="6266"/>
                  </a:lnTo>
                  <a:cubicBezTo>
                    <a:pt x="910" y="6403"/>
                    <a:pt x="1011" y="6471"/>
                    <a:pt x="1112" y="6471"/>
                  </a:cubicBezTo>
                  <a:cubicBezTo>
                    <a:pt x="1213" y="6471"/>
                    <a:pt x="1314" y="6403"/>
                    <a:pt x="1314" y="6266"/>
                  </a:cubicBezTo>
                  <a:lnTo>
                    <a:pt x="1314" y="4957"/>
                  </a:lnTo>
                  <a:lnTo>
                    <a:pt x="3508" y="4957"/>
                  </a:lnTo>
                  <a:lnTo>
                    <a:pt x="3508" y="6266"/>
                  </a:lnTo>
                  <a:cubicBezTo>
                    <a:pt x="3508" y="6403"/>
                    <a:pt x="3609" y="6471"/>
                    <a:pt x="3710" y="6471"/>
                  </a:cubicBezTo>
                  <a:cubicBezTo>
                    <a:pt x="3812" y="6471"/>
                    <a:pt x="3913" y="6403"/>
                    <a:pt x="3913" y="6266"/>
                  </a:cubicBezTo>
                  <a:lnTo>
                    <a:pt x="3913" y="4957"/>
                  </a:lnTo>
                  <a:lnTo>
                    <a:pt x="4144" y="4957"/>
                  </a:lnTo>
                  <a:cubicBezTo>
                    <a:pt x="4221" y="4952"/>
                    <a:pt x="4288" y="4909"/>
                    <a:pt x="4322" y="4842"/>
                  </a:cubicBezTo>
                  <a:lnTo>
                    <a:pt x="4755" y="3975"/>
                  </a:lnTo>
                  <a:cubicBezTo>
                    <a:pt x="4822" y="3841"/>
                    <a:pt x="4726" y="3687"/>
                    <a:pt x="4577" y="3682"/>
                  </a:cubicBezTo>
                  <a:lnTo>
                    <a:pt x="3913" y="3682"/>
                  </a:lnTo>
                  <a:lnTo>
                    <a:pt x="3913" y="3287"/>
                  </a:lnTo>
                  <a:cubicBezTo>
                    <a:pt x="3913" y="3047"/>
                    <a:pt x="3778" y="2825"/>
                    <a:pt x="3561" y="2720"/>
                  </a:cubicBezTo>
                  <a:lnTo>
                    <a:pt x="3056" y="2465"/>
                  </a:lnTo>
                  <a:cubicBezTo>
                    <a:pt x="3051" y="2465"/>
                    <a:pt x="3046" y="2460"/>
                    <a:pt x="3046" y="2455"/>
                  </a:cubicBezTo>
                  <a:lnTo>
                    <a:pt x="3046" y="2152"/>
                  </a:lnTo>
                  <a:lnTo>
                    <a:pt x="3046" y="2147"/>
                  </a:lnTo>
                  <a:cubicBezTo>
                    <a:pt x="3321" y="1945"/>
                    <a:pt x="3480" y="1627"/>
                    <a:pt x="3480" y="1286"/>
                  </a:cubicBezTo>
                  <a:lnTo>
                    <a:pt x="3480" y="853"/>
                  </a:lnTo>
                  <a:cubicBezTo>
                    <a:pt x="3480" y="381"/>
                    <a:pt x="3099" y="1"/>
                    <a:pt x="26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87"/>
            <p:cNvSpPr/>
            <p:nvPr/>
          </p:nvSpPr>
          <p:spPr>
            <a:xfrm>
              <a:off x="5945006" y="3049631"/>
              <a:ext cx="36876" cy="10753"/>
            </a:xfrm>
            <a:custGeom>
              <a:rect b="b" l="l" r="r" t="t"/>
              <a:pathLst>
                <a:path extrusionOk="0" h="410" w="1406">
                  <a:moveTo>
                    <a:pt x="270" y="0"/>
                  </a:moveTo>
                  <a:cubicBezTo>
                    <a:pt x="1" y="0"/>
                    <a:pt x="1" y="409"/>
                    <a:pt x="270" y="409"/>
                  </a:cubicBezTo>
                  <a:lnTo>
                    <a:pt x="1136" y="409"/>
                  </a:lnTo>
                  <a:cubicBezTo>
                    <a:pt x="1406" y="409"/>
                    <a:pt x="1406" y="0"/>
                    <a:pt x="11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8" name="Google Shape;16548;p87"/>
          <p:cNvGrpSpPr/>
          <p:nvPr/>
        </p:nvGrpSpPr>
        <p:grpSpPr>
          <a:xfrm>
            <a:off x="6220132" y="2955973"/>
            <a:ext cx="362726" cy="266183"/>
            <a:chOff x="6220132" y="2955973"/>
            <a:chExt cx="362726" cy="266183"/>
          </a:xfrm>
        </p:grpSpPr>
        <p:sp>
          <p:nvSpPr>
            <p:cNvPr id="16549" name="Google Shape;16549;p87"/>
            <p:cNvSpPr/>
            <p:nvPr/>
          </p:nvSpPr>
          <p:spPr>
            <a:xfrm>
              <a:off x="6242478" y="2961271"/>
              <a:ext cx="318035" cy="232874"/>
            </a:xfrm>
            <a:custGeom>
              <a:rect b="b" l="l" r="r" t="t"/>
              <a:pathLst>
                <a:path extrusionOk="0" h="8879" w="12126">
                  <a:moveTo>
                    <a:pt x="433" y="1"/>
                  </a:moveTo>
                  <a:cubicBezTo>
                    <a:pt x="193" y="1"/>
                    <a:pt x="0" y="193"/>
                    <a:pt x="0" y="434"/>
                  </a:cubicBezTo>
                  <a:lnTo>
                    <a:pt x="0" y="8879"/>
                  </a:lnTo>
                  <a:lnTo>
                    <a:pt x="12126" y="8879"/>
                  </a:lnTo>
                  <a:lnTo>
                    <a:pt x="12126" y="434"/>
                  </a:lnTo>
                  <a:cubicBezTo>
                    <a:pt x="12126" y="193"/>
                    <a:pt x="11933" y="1"/>
                    <a:pt x="1169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87"/>
            <p:cNvSpPr/>
            <p:nvPr/>
          </p:nvSpPr>
          <p:spPr>
            <a:xfrm>
              <a:off x="6265191" y="2984010"/>
              <a:ext cx="272609" cy="181730"/>
            </a:xfrm>
            <a:custGeom>
              <a:rect b="b" l="l" r="r" t="t"/>
              <a:pathLst>
                <a:path extrusionOk="0" h="6929" w="10394">
                  <a:moveTo>
                    <a:pt x="0" y="0"/>
                  </a:moveTo>
                  <a:lnTo>
                    <a:pt x="0" y="6929"/>
                  </a:lnTo>
                  <a:lnTo>
                    <a:pt x="10394" y="6929"/>
                  </a:lnTo>
                  <a:lnTo>
                    <a:pt x="10394" y="0"/>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87"/>
            <p:cNvSpPr/>
            <p:nvPr/>
          </p:nvSpPr>
          <p:spPr>
            <a:xfrm>
              <a:off x="6265191" y="3131645"/>
              <a:ext cx="159017" cy="34096"/>
            </a:xfrm>
            <a:custGeom>
              <a:rect b="b" l="l" r="r" t="t"/>
              <a:pathLst>
                <a:path extrusionOk="0" h="1300" w="6063">
                  <a:moveTo>
                    <a:pt x="0" y="1"/>
                  </a:moveTo>
                  <a:lnTo>
                    <a:pt x="0" y="1300"/>
                  </a:lnTo>
                  <a:lnTo>
                    <a:pt x="6063" y="1300"/>
                  </a:lnTo>
                  <a:lnTo>
                    <a:pt x="6063"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87"/>
            <p:cNvSpPr/>
            <p:nvPr/>
          </p:nvSpPr>
          <p:spPr>
            <a:xfrm>
              <a:off x="6304926" y="3063506"/>
              <a:ext cx="79548" cy="79522"/>
            </a:xfrm>
            <a:custGeom>
              <a:rect b="b" l="l" r="r" t="t"/>
              <a:pathLst>
                <a:path extrusionOk="0" h="3032" w="3033">
                  <a:moveTo>
                    <a:pt x="1084" y="0"/>
                  </a:moveTo>
                  <a:lnTo>
                    <a:pt x="1084" y="299"/>
                  </a:lnTo>
                  <a:cubicBezTo>
                    <a:pt x="1084" y="381"/>
                    <a:pt x="1035" y="458"/>
                    <a:pt x="963" y="491"/>
                  </a:cubicBezTo>
                  <a:lnTo>
                    <a:pt x="415" y="708"/>
                  </a:lnTo>
                  <a:cubicBezTo>
                    <a:pt x="164" y="804"/>
                    <a:pt x="1" y="1045"/>
                    <a:pt x="1" y="1309"/>
                  </a:cubicBezTo>
                  <a:lnTo>
                    <a:pt x="1" y="2599"/>
                  </a:lnTo>
                  <a:cubicBezTo>
                    <a:pt x="1" y="2839"/>
                    <a:pt x="193" y="3032"/>
                    <a:pt x="434" y="3032"/>
                  </a:cubicBezTo>
                  <a:lnTo>
                    <a:pt x="2599" y="3032"/>
                  </a:lnTo>
                  <a:cubicBezTo>
                    <a:pt x="2840" y="3032"/>
                    <a:pt x="3032" y="2839"/>
                    <a:pt x="3032" y="2599"/>
                  </a:cubicBezTo>
                  <a:lnTo>
                    <a:pt x="3032" y="1309"/>
                  </a:lnTo>
                  <a:cubicBezTo>
                    <a:pt x="3032" y="1045"/>
                    <a:pt x="2869" y="804"/>
                    <a:pt x="2618" y="708"/>
                  </a:cubicBezTo>
                  <a:lnTo>
                    <a:pt x="2070" y="491"/>
                  </a:lnTo>
                  <a:cubicBezTo>
                    <a:pt x="1998" y="458"/>
                    <a:pt x="1950" y="381"/>
                    <a:pt x="1950" y="299"/>
                  </a:cubicBezTo>
                  <a:lnTo>
                    <a:pt x="1950"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87"/>
            <p:cNvSpPr/>
            <p:nvPr/>
          </p:nvSpPr>
          <p:spPr>
            <a:xfrm>
              <a:off x="6424182" y="2984010"/>
              <a:ext cx="113618" cy="90878"/>
            </a:xfrm>
            <a:custGeom>
              <a:rect b="b" l="l" r="r" t="t"/>
              <a:pathLst>
                <a:path extrusionOk="0" h="3465" w="4332">
                  <a:moveTo>
                    <a:pt x="1" y="0"/>
                  </a:moveTo>
                  <a:lnTo>
                    <a:pt x="1" y="3464"/>
                  </a:lnTo>
                  <a:lnTo>
                    <a:pt x="4332" y="3464"/>
                  </a:lnTo>
                  <a:lnTo>
                    <a:pt x="4332" y="0"/>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87"/>
            <p:cNvSpPr/>
            <p:nvPr/>
          </p:nvSpPr>
          <p:spPr>
            <a:xfrm>
              <a:off x="6424182" y="3074862"/>
              <a:ext cx="113618" cy="90878"/>
            </a:xfrm>
            <a:custGeom>
              <a:rect b="b" l="l" r="r" t="t"/>
              <a:pathLst>
                <a:path extrusionOk="0" h="3465" w="4332">
                  <a:moveTo>
                    <a:pt x="1" y="0"/>
                  </a:moveTo>
                  <a:lnTo>
                    <a:pt x="1" y="3465"/>
                  </a:lnTo>
                  <a:lnTo>
                    <a:pt x="4332" y="3465"/>
                  </a:lnTo>
                  <a:lnTo>
                    <a:pt x="4332"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87"/>
            <p:cNvSpPr/>
            <p:nvPr/>
          </p:nvSpPr>
          <p:spPr>
            <a:xfrm>
              <a:off x="6225430" y="3188454"/>
              <a:ext cx="352130" cy="28404"/>
            </a:xfrm>
            <a:custGeom>
              <a:rect b="b" l="l" r="r" t="t"/>
              <a:pathLst>
                <a:path extrusionOk="0" h="1083" w="13426">
                  <a:moveTo>
                    <a:pt x="217" y="0"/>
                  </a:moveTo>
                  <a:cubicBezTo>
                    <a:pt x="97" y="0"/>
                    <a:pt x="0" y="96"/>
                    <a:pt x="0" y="217"/>
                  </a:cubicBezTo>
                  <a:lnTo>
                    <a:pt x="0" y="650"/>
                  </a:lnTo>
                  <a:cubicBezTo>
                    <a:pt x="0" y="890"/>
                    <a:pt x="193" y="1083"/>
                    <a:pt x="434" y="1083"/>
                  </a:cubicBezTo>
                  <a:lnTo>
                    <a:pt x="12992" y="1083"/>
                  </a:lnTo>
                  <a:cubicBezTo>
                    <a:pt x="13233" y="1083"/>
                    <a:pt x="13425" y="890"/>
                    <a:pt x="13425" y="650"/>
                  </a:cubicBezTo>
                  <a:lnTo>
                    <a:pt x="13425" y="217"/>
                  </a:lnTo>
                  <a:cubicBezTo>
                    <a:pt x="13425" y="96"/>
                    <a:pt x="13329" y="0"/>
                    <a:pt x="13209"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87"/>
            <p:cNvSpPr/>
            <p:nvPr/>
          </p:nvSpPr>
          <p:spPr>
            <a:xfrm>
              <a:off x="6367400" y="3188454"/>
              <a:ext cx="68192" cy="17048"/>
            </a:xfrm>
            <a:custGeom>
              <a:rect b="b" l="l" r="r" t="t"/>
              <a:pathLst>
                <a:path extrusionOk="0" h="650" w="2600">
                  <a:moveTo>
                    <a:pt x="1" y="0"/>
                  </a:moveTo>
                  <a:lnTo>
                    <a:pt x="304" y="457"/>
                  </a:lnTo>
                  <a:cubicBezTo>
                    <a:pt x="386" y="577"/>
                    <a:pt x="520" y="650"/>
                    <a:pt x="665" y="650"/>
                  </a:cubicBezTo>
                  <a:lnTo>
                    <a:pt x="1935" y="650"/>
                  </a:lnTo>
                  <a:cubicBezTo>
                    <a:pt x="2079" y="650"/>
                    <a:pt x="2214" y="577"/>
                    <a:pt x="2291" y="457"/>
                  </a:cubicBezTo>
                  <a:lnTo>
                    <a:pt x="2599"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87"/>
            <p:cNvSpPr/>
            <p:nvPr/>
          </p:nvSpPr>
          <p:spPr>
            <a:xfrm>
              <a:off x="6446921" y="3052149"/>
              <a:ext cx="68165" cy="22739"/>
            </a:xfrm>
            <a:custGeom>
              <a:rect b="b" l="l" r="r" t="t"/>
              <a:pathLst>
                <a:path extrusionOk="0" h="867" w="2599">
                  <a:moveTo>
                    <a:pt x="780" y="0"/>
                  </a:moveTo>
                  <a:lnTo>
                    <a:pt x="356" y="121"/>
                  </a:lnTo>
                  <a:cubicBezTo>
                    <a:pt x="144" y="178"/>
                    <a:pt x="0" y="347"/>
                    <a:pt x="0" y="530"/>
                  </a:cubicBezTo>
                  <a:lnTo>
                    <a:pt x="0" y="866"/>
                  </a:lnTo>
                  <a:lnTo>
                    <a:pt x="2598" y="866"/>
                  </a:lnTo>
                  <a:lnTo>
                    <a:pt x="2598" y="530"/>
                  </a:lnTo>
                  <a:cubicBezTo>
                    <a:pt x="2598" y="347"/>
                    <a:pt x="2454" y="178"/>
                    <a:pt x="2242" y="121"/>
                  </a:cubicBezTo>
                  <a:lnTo>
                    <a:pt x="1819"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87"/>
            <p:cNvSpPr/>
            <p:nvPr/>
          </p:nvSpPr>
          <p:spPr>
            <a:xfrm>
              <a:off x="6469634" y="3035101"/>
              <a:ext cx="22739" cy="28431"/>
            </a:xfrm>
            <a:custGeom>
              <a:rect b="b" l="l" r="r" t="t"/>
              <a:pathLst>
                <a:path extrusionOk="0" h="1084" w="867">
                  <a:moveTo>
                    <a:pt x="0" y="1"/>
                  </a:moveTo>
                  <a:lnTo>
                    <a:pt x="0" y="650"/>
                  </a:lnTo>
                  <a:cubicBezTo>
                    <a:pt x="0" y="891"/>
                    <a:pt x="193" y="1083"/>
                    <a:pt x="433" y="1083"/>
                  </a:cubicBezTo>
                  <a:cubicBezTo>
                    <a:pt x="674" y="1083"/>
                    <a:pt x="866" y="891"/>
                    <a:pt x="866" y="650"/>
                  </a:cubicBezTo>
                  <a:lnTo>
                    <a:pt x="86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87"/>
            <p:cNvSpPr/>
            <p:nvPr/>
          </p:nvSpPr>
          <p:spPr>
            <a:xfrm>
              <a:off x="6463943" y="3006723"/>
              <a:ext cx="34096" cy="39761"/>
            </a:xfrm>
            <a:custGeom>
              <a:rect b="b" l="l" r="r" t="t"/>
              <a:pathLst>
                <a:path extrusionOk="0" h="1516" w="1300">
                  <a:moveTo>
                    <a:pt x="434" y="0"/>
                  </a:moveTo>
                  <a:cubicBezTo>
                    <a:pt x="193" y="0"/>
                    <a:pt x="1" y="193"/>
                    <a:pt x="1" y="433"/>
                  </a:cubicBezTo>
                  <a:lnTo>
                    <a:pt x="1" y="866"/>
                  </a:lnTo>
                  <a:cubicBezTo>
                    <a:pt x="1" y="1222"/>
                    <a:pt x="289" y="1516"/>
                    <a:pt x="650" y="1516"/>
                  </a:cubicBezTo>
                  <a:cubicBezTo>
                    <a:pt x="1011" y="1516"/>
                    <a:pt x="1300" y="1222"/>
                    <a:pt x="1300" y="866"/>
                  </a:cubicBezTo>
                  <a:lnTo>
                    <a:pt x="1300" y="433"/>
                  </a:lnTo>
                  <a:cubicBezTo>
                    <a:pt x="1300" y="193"/>
                    <a:pt x="1107" y="0"/>
                    <a:pt x="86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87"/>
            <p:cNvSpPr/>
            <p:nvPr/>
          </p:nvSpPr>
          <p:spPr>
            <a:xfrm>
              <a:off x="6463838" y="3006723"/>
              <a:ext cx="22844" cy="39813"/>
            </a:xfrm>
            <a:custGeom>
              <a:rect b="b" l="l" r="r" t="t"/>
              <a:pathLst>
                <a:path extrusionOk="0" h="1518" w="871">
                  <a:moveTo>
                    <a:pt x="438" y="0"/>
                  </a:moveTo>
                  <a:cubicBezTo>
                    <a:pt x="197" y="0"/>
                    <a:pt x="5" y="193"/>
                    <a:pt x="5" y="433"/>
                  </a:cubicBezTo>
                  <a:lnTo>
                    <a:pt x="5" y="866"/>
                  </a:lnTo>
                  <a:cubicBezTo>
                    <a:pt x="1" y="1239"/>
                    <a:pt x="304" y="1517"/>
                    <a:pt x="648" y="1517"/>
                  </a:cubicBezTo>
                  <a:cubicBezTo>
                    <a:pt x="721" y="1517"/>
                    <a:pt x="796" y="1504"/>
                    <a:pt x="871" y="1477"/>
                  </a:cubicBezTo>
                  <a:cubicBezTo>
                    <a:pt x="611" y="1386"/>
                    <a:pt x="438" y="1141"/>
                    <a:pt x="438" y="866"/>
                  </a:cubicBezTo>
                  <a:lnTo>
                    <a:pt x="438" y="433"/>
                  </a:lnTo>
                  <a:cubicBezTo>
                    <a:pt x="438" y="193"/>
                    <a:pt x="630" y="0"/>
                    <a:pt x="87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87"/>
            <p:cNvSpPr/>
            <p:nvPr/>
          </p:nvSpPr>
          <p:spPr>
            <a:xfrm>
              <a:off x="6463943" y="3006723"/>
              <a:ext cx="34096" cy="16917"/>
            </a:xfrm>
            <a:custGeom>
              <a:rect b="b" l="l" r="r" t="t"/>
              <a:pathLst>
                <a:path extrusionOk="0" h="645" w="1300">
                  <a:moveTo>
                    <a:pt x="434" y="0"/>
                  </a:moveTo>
                  <a:cubicBezTo>
                    <a:pt x="193" y="0"/>
                    <a:pt x="1" y="193"/>
                    <a:pt x="1" y="433"/>
                  </a:cubicBezTo>
                  <a:cubicBezTo>
                    <a:pt x="424" y="558"/>
                    <a:pt x="862" y="630"/>
                    <a:pt x="1300" y="645"/>
                  </a:cubicBezTo>
                  <a:lnTo>
                    <a:pt x="1300" y="433"/>
                  </a:lnTo>
                  <a:cubicBezTo>
                    <a:pt x="1300" y="193"/>
                    <a:pt x="1107" y="0"/>
                    <a:pt x="86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87"/>
            <p:cNvSpPr/>
            <p:nvPr/>
          </p:nvSpPr>
          <p:spPr>
            <a:xfrm>
              <a:off x="6463943" y="3006723"/>
              <a:ext cx="22739" cy="14163"/>
            </a:xfrm>
            <a:custGeom>
              <a:rect b="b" l="l" r="r" t="t"/>
              <a:pathLst>
                <a:path extrusionOk="0" h="540" w="867">
                  <a:moveTo>
                    <a:pt x="434" y="0"/>
                  </a:moveTo>
                  <a:cubicBezTo>
                    <a:pt x="193" y="0"/>
                    <a:pt x="1" y="193"/>
                    <a:pt x="1" y="433"/>
                  </a:cubicBezTo>
                  <a:cubicBezTo>
                    <a:pt x="145" y="476"/>
                    <a:pt x="289" y="515"/>
                    <a:pt x="434" y="539"/>
                  </a:cubicBezTo>
                  <a:lnTo>
                    <a:pt x="434" y="433"/>
                  </a:lnTo>
                  <a:cubicBezTo>
                    <a:pt x="434" y="193"/>
                    <a:pt x="626" y="0"/>
                    <a:pt x="86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87"/>
            <p:cNvSpPr/>
            <p:nvPr/>
          </p:nvSpPr>
          <p:spPr>
            <a:xfrm>
              <a:off x="6446921" y="3143001"/>
              <a:ext cx="68165" cy="22739"/>
            </a:xfrm>
            <a:custGeom>
              <a:rect b="b" l="l" r="r" t="t"/>
              <a:pathLst>
                <a:path extrusionOk="0" h="867" w="2599">
                  <a:moveTo>
                    <a:pt x="780" y="1"/>
                  </a:moveTo>
                  <a:lnTo>
                    <a:pt x="356" y="121"/>
                  </a:lnTo>
                  <a:cubicBezTo>
                    <a:pt x="144" y="179"/>
                    <a:pt x="0" y="347"/>
                    <a:pt x="0" y="530"/>
                  </a:cubicBezTo>
                  <a:lnTo>
                    <a:pt x="0" y="867"/>
                  </a:lnTo>
                  <a:lnTo>
                    <a:pt x="2598" y="867"/>
                  </a:lnTo>
                  <a:lnTo>
                    <a:pt x="2598" y="530"/>
                  </a:lnTo>
                  <a:cubicBezTo>
                    <a:pt x="2598" y="347"/>
                    <a:pt x="2454" y="179"/>
                    <a:pt x="2242" y="121"/>
                  </a:cubicBezTo>
                  <a:lnTo>
                    <a:pt x="181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87"/>
            <p:cNvSpPr/>
            <p:nvPr/>
          </p:nvSpPr>
          <p:spPr>
            <a:xfrm>
              <a:off x="6469634" y="3125980"/>
              <a:ext cx="22739" cy="28404"/>
            </a:xfrm>
            <a:custGeom>
              <a:rect b="b" l="l" r="r" t="t"/>
              <a:pathLst>
                <a:path extrusionOk="0" h="1083" w="867">
                  <a:moveTo>
                    <a:pt x="0" y="0"/>
                  </a:moveTo>
                  <a:lnTo>
                    <a:pt x="0" y="650"/>
                  </a:lnTo>
                  <a:cubicBezTo>
                    <a:pt x="0" y="890"/>
                    <a:pt x="193" y="1083"/>
                    <a:pt x="433" y="1083"/>
                  </a:cubicBezTo>
                  <a:cubicBezTo>
                    <a:pt x="674" y="1083"/>
                    <a:pt x="866" y="890"/>
                    <a:pt x="866" y="650"/>
                  </a:cubicBezTo>
                  <a:lnTo>
                    <a:pt x="86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87"/>
            <p:cNvSpPr/>
            <p:nvPr/>
          </p:nvSpPr>
          <p:spPr>
            <a:xfrm>
              <a:off x="6463943" y="3097575"/>
              <a:ext cx="34096" cy="39787"/>
            </a:xfrm>
            <a:custGeom>
              <a:rect b="b" l="l" r="r" t="t"/>
              <a:pathLst>
                <a:path extrusionOk="0" h="1517" w="1300">
                  <a:moveTo>
                    <a:pt x="434" y="1"/>
                  </a:moveTo>
                  <a:cubicBezTo>
                    <a:pt x="193" y="1"/>
                    <a:pt x="1" y="193"/>
                    <a:pt x="1" y="434"/>
                  </a:cubicBezTo>
                  <a:lnTo>
                    <a:pt x="1" y="867"/>
                  </a:lnTo>
                  <a:cubicBezTo>
                    <a:pt x="1" y="1223"/>
                    <a:pt x="289" y="1516"/>
                    <a:pt x="650" y="1516"/>
                  </a:cubicBezTo>
                  <a:cubicBezTo>
                    <a:pt x="1011" y="1516"/>
                    <a:pt x="1300" y="1223"/>
                    <a:pt x="1300" y="867"/>
                  </a:cubicBezTo>
                  <a:lnTo>
                    <a:pt x="1300" y="434"/>
                  </a:lnTo>
                  <a:cubicBezTo>
                    <a:pt x="1300" y="193"/>
                    <a:pt x="1107" y="1"/>
                    <a:pt x="86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87"/>
            <p:cNvSpPr/>
            <p:nvPr/>
          </p:nvSpPr>
          <p:spPr>
            <a:xfrm>
              <a:off x="6463838" y="3097575"/>
              <a:ext cx="22844" cy="39813"/>
            </a:xfrm>
            <a:custGeom>
              <a:rect b="b" l="l" r="r" t="t"/>
              <a:pathLst>
                <a:path extrusionOk="0" h="1518" w="871">
                  <a:moveTo>
                    <a:pt x="438" y="1"/>
                  </a:moveTo>
                  <a:cubicBezTo>
                    <a:pt x="197" y="1"/>
                    <a:pt x="5" y="193"/>
                    <a:pt x="5" y="434"/>
                  </a:cubicBezTo>
                  <a:lnTo>
                    <a:pt x="5" y="867"/>
                  </a:lnTo>
                  <a:cubicBezTo>
                    <a:pt x="1" y="1239"/>
                    <a:pt x="304" y="1517"/>
                    <a:pt x="648" y="1517"/>
                  </a:cubicBezTo>
                  <a:cubicBezTo>
                    <a:pt x="721" y="1517"/>
                    <a:pt x="796" y="1505"/>
                    <a:pt x="871" y="1478"/>
                  </a:cubicBezTo>
                  <a:cubicBezTo>
                    <a:pt x="611" y="1386"/>
                    <a:pt x="438" y="1141"/>
                    <a:pt x="438" y="867"/>
                  </a:cubicBezTo>
                  <a:lnTo>
                    <a:pt x="438" y="434"/>
                  </a:lnTo>
                  <a:cubicBezTo>
                    <a:pt x="438" y="193"/>
                    <a:pt x="630" y="1"/>
                    <a:pt x="87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87"/>
            <p:cNvSpPr/>
            <p:nvPr/>
          </p:nvSpPr>
          <p:spPr>
            <a:xfrm>
              <a:off x="6463943" y="3097575"/>
              <a:ext cx="34096" cy="16943"/>
            </a:xfrm>
            <a:custGeom>
              <a:rect b="b" l="l" r="r" t="t"/>
              <a:pathLst>
                <a:path extrusionOk="0" h="646" w="1300">
                  <a:moveTo>
                    <a:pt x="434" y="1"/>
                  </a:moveTo>
                  <a:cubicBezTo>
                    <a:pt x="193" y="1"/>
                    <a:pt x="1" y="193"/>
                    <a:pt x="1" y="434"/>
                  </a:cubicBezTo>
                  <a:cubicBezTo>
                    <a:pt x="424" y="559"/>
                    <a:pt x="862" y="631"/>
                    <a:pt x="1300" y="645"/>
                  </a:cubicBezTo>
                  <a:lnTo>
                    <a:pt x="1300" y="434"/>
                  </a:lnTo>
                  <a:cubicBezTo>
                    <a:pt x="1300" y="193"/>
                    <a:pt x="1107" y="1"/>
                    <a:pt x="86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87"/>
            <p:cNvSpPr/>
            <p:nvPr/>
          </p:nvSpPr>
          <p:spPr>
            <a:xfrm>
              <a:off x="6463943" y="3097575"/>
              <a:ext cx="22739" cy="14163"/>
            </a:xfrm>
            <a:custGeom>
              <a:rect b="b" l="l" r="r" t="t"/>
              <a:pathLst>
                <a:path extrusionOk="0" h="540" w="867">
                  <a:moveTo>
                    <a:pt x="434" y="1"/>
                  </a:moveTo>
                  <a:cubicBezTo>
                    <a:pt x="193" y="1"/>
                    <a:pt x="1" y="193"/>
                    <a:pt x="1" y="434"/>
                  </a:cubicBezTo>
                  <a:cubicBezTo>
                    <a:pt x="145" y="477"/>
                    <a:pt x="289" y="511"/>
                    <a:pt x="434" y="539"/>
                  </a:cubicBezTo>
                  <a:lnTo>
                    <a:pt x="434" y="434"/>
                  </a:lnTo>
                  <a:cubicBezTo>
                    <a:pt x="434" y="193"/>
                    <a:pt x="626" y="1"/>
                    <a:pt x="86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87"/>
            <p:cNvSpPr/>
            <p:nvPr/>
          </p:nvSpPr>
          <p:spPr>
            <a:xfrm>
              <a:off x="6333330" y="3057814"/>
              <a:ext cx="22739" cy="34122"/>
            </a:xfrm>
            <a:custGeom>
              <a:rect b="b" l="l" r="r" t="t"/>
              <a:pathLst>
                <a:path extrusionOk="0" h="1301" w="867">
                  <a:moveTo>
                    <a:pt x="1" y="1"/>
                  </a:moveTo>
                  <a:lnTo>
                    <a:pt x="1" y="867"/>
                  </a:lnTo>
                  <a:cubicBezTo>
                    <a:pt x="1" y="1108"/>
                    <a:pt x="193" y="1300"/>
                    <a:pt x="434" y="1300"/>
                  </a:cubicBezTo>
                  <a:cubicBezTo>
                    <a:pt x="674" y="1300"/>
                    <a:pt x="867" y="1108"/>
                    <a:pt x="867" y="867"/>
                  </a:cubicBezTo>
                  <a:lnTo>
                    <a:pt x="86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87"/>
            <p:cNvSpPr/>
            <p:nvPr/>
          </p:nvSpPr>
          <p:spPr>
            <a:xfrm>
              <a:off x="6321974" y="3012388"/>
              <a:ext cx="45452" cy="51144"/>
            </a:xfrm>
            <a:custGeom>
              <a:rect b="b" l="l" r="r" t="t"/>
              <a:pathLst>
                <a:path extrusionOk="0" h="1950" w="1733">
                  <a:moveTo>
                    <a:pt x="650" y="1"/>
                  </a:moveTo>
                  <a:cubicBezTo>
                    <a:pt x="294" y="1"/>
                    <a:pt x="0" y="289"/>
                    <a:pt x="0" y="650"/>
                  </a:cubicBezTo>
                  <a:lnTo>
                    <a:pt x="0" y="1083"/>
                  </a:lnTo>
                  <a:cubicBezTo>
                    <a:pt x="0" y="1560"/>
                    <a:pt x="390" y="1949"/>
                    <a:pt x="867" y="1949"/>
                  </a:cubicBezTo>
                  <a:cubicBezTo>
                    <a:pt x="1348" y="1949"/>
                    <a:pt x="1733" y="1560"/>
                    <a:pt x="1733" y="1083"/>
                  </a:cubicBezTo>
                  <a:lnTo>
                    <a:pt x="1733" y="650"/>
                  </a:lnTo>
                  <a:cubicBezTo>
                    <a:pt x="1733" y="289"/>
                    <a:pt x="1444" y="1"/>
                    <a:pt x="108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87"/>
            <p:cNvSpPr/>
            <p:nvPr/>
          </p:nvSpPr>
          <p:spPr>
            <a:xfrm>
              <a:off x="6321974" y="3012388"/>
              <a:ext cx="31316" cy="51196"/>
            </a:xfrm>
            <a:custGeom>
              <a:rect b="b" l="l" r="r" t="t"/>
              <a:pathLst>
                <a:path extrusionOk="0" h="1952" w="1194">
                  <a:moveTo>
                    <a:pt x="650" y="1"/>
                  </a:moveTo>
                  <a:cubicBezTo>
                    <a:pt x="294" y="1"/>
                    <a:pt x="0" y="289"/>
                    <a:pt x="0" y="650"/>
                  </a:cubicBezTo>
                  <a:lnTo>
                    <a:pt x="0" y="1083"/>
                  </a:lnTo>
                  <a:cubicBezTo>
                    <a:pt x="0" y="1582"/>
                    <a:pt x="407" y="1951"/>
                    <a:pt x="866" y="1951"/>
                  </a:cubicBezTo>
                  <a:cubicBezTo>
                    <a:pt x="974" y="1951"/>
                    <a:pt x="1085" y="1931"/>
                    <a:pt x="1194" y="1887"/>
                  </a:cubicBezTo>
                  <a:cubicBezTo>
                    <a:pt x="867" y="1752"/>
                    <a:pt x="650" y="1435"/>
                    <a:pt x="650" y="1083"/>
                  </a:cubicBezTo>
                  <a:lnTo>
                    <a:pt x="650" y="650"/>
                  </a:lnTo>
                  <a:cubicBezTo>
                    <a:pt x="650" y="333"/>
                    <a:pt x="881" y="63"/>
                    <a:pt x="1194" y="10"/>
                  </a:cubicBezTo>
                  <a:cubicBezTo>
                    <a:pt x="1155" y="5"/>
                    <a:pt x="1122" y="1"/>
                    <a:pt x="108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87"/>
            <p:cNvSpPr/>
            <p:nvPr/>
          </p:nvSpPr>
          <p:spPr>
            <a:xfrm>
              <a:off x="6321974" y="3012388"/>
              <a:ext cx="45452" cy="22739"/>
            </a:xfrm>
            <a:custGeom>
              <a:rect b="b" l="l" r="r" t="t"/>
              <a:pathLst>
                <a:path extrusionOk="0" h="867" w="1733">
                  <a:moveTo>
                    <a:pt x="650" y="1"/>
                  </a:moveTo>
                  <a:cubicBezTo>
                    <a:pt x="294" y="1"/>
                    <a:pt x="0" y="289"/>
                    <a:pt x="0" y="650"/>
                  </a:cubicBezTo>
                  <a:cubicBezTo>
                    <a:pt x="0" y="650"/>
                    <a:pt x="650" y="867"/>
                    <a:pt x="1733" y="867"/>
                  </a:cubicBezTo>
                  <a:lnTo>
                    <a:pt x="1733" y="650"/>
                  </a:lnTo>
                  <a:cubicBezTo>
                    <a:pt x="1733" y="289"/>
                    <a:pt x="1444" y="1"/>
                    <a:pt x="108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87"/>
            <p:cNvSpPr/>
            <p:nvPr/>
          </p:nvSpPr>
          <p:spPr>
            <a:xfrm>
              <a:off x="6321974" y="3012388"/>
              <a:ext cx="31316" cy="20720"/>
            </a:xfrm>
            <a:custGeom>
              <a:rect b="b" l="l" r="r" t="t"/>
              <a:pathLst>
                <a:path extrusionOk="0" h="790" w="1194">
                  <a:moveTo>
                    <a:pt x="650" y="1"/>
                  </a:moveTo>
                  <a:cubicBezTo>
                    <a:pt x="294" y="1"/>
                    <a:pt x="0" y="289"/>
                    <a:pt x="0" y="650"/>
                  </a:cubicBezTo>
                  <a:cubicBezTo>
                    <a:pt x="212" y="713"/>
                    <a:pt x="429" y="761"/>
                    <a:pt x="650" y="790"/>
                  </a:cubicBezTo>
                  <a:lnTo>
                    <a:pt x="650" y="650"/>
                  </a:lnTo>
                  <a:cubicBezTo>
                    <a:pt x="650" y="333"/>
                    <a:pt x="881" y="63"/>
                    <a:pt x="1194" y="10"/>
                  </a:cubicBezTo>
                  <a:cubicBezTo>
                    <a:pt x="1155" y="5"/>
                    <a:pt x="1122" y="1"/>
                    <a:pt x="108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87"/>
            <p:cNvSpPr/>
            <p:nvPr/>
          </p:nvSpPr>
          <p:spPr>
            <a:xfrm>
              <a:off x="6304926" y="3087740"/>
              <a:ext cx="79548" cy="55288"/>
            </a:xfrm>
            <a:custGeom>
              <a:rect b="b" l="l" r="r" t="t"/>
              <a:pathLst>
                <a:path extrusionOk="0" h="2108" w="3033">
                  <a:moveTo>
                    <a:pt x="131" y="0"/>
                  </a:moveTo>
                  <a:cubicBezTo>
                    <a:pt x="49" y="111"/>
                    <a:pt x="1" y="250"/>
                    <a:pt x="1" y="385"/>
                  </a:cubicBezTo>
                  <a:lnTo>
                    <a:pt x="1" y="1675"/>
                  </a:lnTo>
                  <a:cubicBezTo>
                    <a:pt x="1" y="1915"/>
                    <a:pt x="198" y="2108"/>
                    <a:pt x="434" y="2108"/>
                  </a:cubicBezTo>
                  <a:lnTo>
                    <a:pt x="2599" y="2108"/>
                  </a:lnTo>
                  <a:cubicBezTo>
                    <a:pt x="2840" y="2108"/>
                    <a:pt x="3032" y="1915"/>
                    <a:pt x="3032" y="1675"/>
                  </a:cubicBezTo>
                  <a:lnTo>
                    <a:pt x="3032" y="385"/>
                  </a:lnTo>
                  <a:cubicBezTo>
                    <a:pt x="3032" y="250"/>
                    <a:pt x="2989" y="111"/>
                    <a:pt x="2907" y="0"/>
                  </a:cubicBezTo>
                  <a:lnTo>
                    <a:pt x="2166" y="592"/>
                  </a:lnTo>
                  <a:lnTo>
                    <a:pt x="2166" y="1458"/>
                  </a:lnTo>
                  <a:lnTo>
                    <a:pt x="867" y="1458"/>
                  </a:lnTo>
                  <a:lnTo>
                    <a:pt x="867" y="592"/>
                  </a:lnTo>
                  <a:lnTo>
                    <a:pt x="131"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87"/>
            <p:cNvSpPr/>
            <p:nvPr/>
          </p:nvSpPr>
          <p:spPr>
            <a:xfrm>
              <a:off x="6259998" y="2978686"/>
              <a:ext cx="283100" cy="192352"/>
            </a:xfrm>
            <a:custGeom>
              <a:rect b="b" l="l" r="r" t="t"/>
              <a:pathLst>
                <a:path extrusionOk="0" h="7334" w="10794">
                  <a:moveTo>
                    <a:pt x="3446" y="1493"/>
                  </a:moveTo>
                  <a:cubicBezTo>
                    <a:pt x="3692" y="1493"/>
                    <a:pt x="3894" y="1690"/>
                    <a:pt x="3894" y="1935"/>
                  </a:cubicBezTo>
                  <a:lnTo>
                    <a:pt x="3894" y="2368"/>
                  </a:lnTo>
                  <a:cubicBezTo>
                    <a:pt x="3894" y="2739"/>
                    <a:pt x="3595" y="3032"/>
                    <a:pt x="3230" y="3032"/>
                  </a:cubicBezTo>
                  <a:cubicBezTo>
                    <a:pt x="2864" y="3032"/>
                    <a:pt x="2566" y="2739"/>
                    <a:pt x="2566" y="2368"/>
                  </a:cubicBezTo>
                  <a:lnTo>
                    <a:pt x="2566" y="1935"/>
                  </a:lnTo>
                  <a:cubicBezTo>
                    <a:pt x="2566" y="1690"/>
                    <a:pt x="2768" y="1493"/>
                    <a:pt x="3013" y="1493"/>
                  </a:cubicBezTo>
                  <a:close/>
                  <a:moveTo>
                    <a:pt x="8643" y="1271"/>
                  </a:moveTo>
                  <a:cubicBezTo>
                    <a:pt x="8768" y="1271"/>
                    <a:pt x="8874" y="1377"/>
                    <a:pt x="8874" y="1502"/>
                  </a:cubicBezTo>
                  <a:lnTo>
                    <a:pt x="8874" y="2152"/>
                  </a:lnTo>
                  <a:cubicBezTo>
                    <a:pt x="8874" y="2234"/>
                    <a:pt x="8826" y="2311"/>
                    <a:pt x="8758" y="2349"/>
                  </a:cubicBezTo>
                  <a:cubicBezTo>
                    <a:pt x="8696" y="2388"/>
                    <a:pt x="8657" y="2455"/>
                    <a:pt x="8657" y="2527"/>
                  </a:cubicBezTo>
                  <a:lnTo>
                    <a:pt x="8657" y="2849"/>
                  </a:lnTo>
                  <a:cubicBezTo>
                    <a:pt x="8657" y="2941"/>
                    <a:pt x="8720" y="3023"/>
                    <a:pt x="8811" y="3047"/>
                  </a:cubicBezTo>
                  <a:lnTo>
                    <a:pt x="9350" y="3181"/>
                  </a:lnTo>
                  <a:cubicBezTo>
                    <a:pt x="9451" y="3206"/>
                    <a:pt x="9523" y="3297"/>
                    <a:pt x="9523" y="3403"/>
                  </a:cubicBezTo>
                  <a:lnTo>
                    <a:pt x="9523" y="3465"/>
                  </a:lnTo>
                  <a:lnTo>
                    <a:pt x="7329" y="3465"/>
                  </a:lnTo>
                  <a:lnTo>
                    <a:pt x="7329" y="3403"/>
                  </a:lnTo>
                  <a:cubicBezTo>
                    <a:pt x="7329" y="3297"/>
                    <a:pt x="7401" y="3206"/>
                    <a:pt x="7502" y="3181"/>
                  </a:cubicBezTo>
                  <a:lnTo>
                    <a:pt x="8041" y="3047"/>
                  </a:lnTo>
                  <a:cubicBezTo>
                    <a:pt x="8133" y="3023"/>
                    <a:pt x="8195" y="2941"/>
                    <a:pt x="8195" y="2849"/>
                  </a:cubicBezTo>
                  <a:lnTo>
                    <a:pt x="8195" y="2527"/>
                  </a:lnTo>
                  <a:cubicBezTo>
                    <a:pt x="8195" y="2455"/>
                    <a:pt x="8157" y="2388"/>
                    <a:pt x="8094" y="2349"/>
                  </a:cubicBezTo>
                  <a:lnTo>
                    <a:pt x="8094" y="2354"/>
                  </a:lnTo>
                  <a:cubicBezTo>
                    <a:pt x="8022" y="2311"/>
                    <a:pt x="7979" y="2234"/>
                    <a:pt x="7979" y="2152"/>
                  </a:cubicBezTo>
                  <a:lnTo>
                    <a:pt x="7979" y="1502"/>
                  </a:lnTo>
                  <a:cubicBezTo>
                    <a:pt x="7979" y="1377"/>
                    <a:pt x="8080" y="1271"/>
                    <a:pt x="8210" y="1271"/>
                  </a:cubicBezTo>
                  <a:close/>
                  <a:moveTo>
                    <a:pt x="10389" y="410"/>
                  </a:moveTo>
                  <a:lnTo>
                    <a:pt x="10389" y="3465"/>
                  </a:lnTo>
                  <a:lnTo>
                    <a:pt x="9928" y="3465"/>
                  </a:lnTo>
                  <a:lnTo>
                    <a:pt x="9928" y="3408"/>
                  </a:lnTo>
                  <a:cubicBezTo>
                    <a:pt x="9928" y="3114"/>
                    <a:pt x="9730" y="2859"/>
                    <a:pt x="9446" y="2792"/>
                  </a:cubicBezTo>
                  <a:lnTo>
                    <a:pt x="9061" y="2695"/>
                  </a:lnTo>
                  <a:lnTo>
                    <a:pt x="9061" y="2628"/>
                  </a:lnTo>
                  <a:cubicBezTo>
                    <a:pt x="9196" y="2508"/>
                    <a:pt x="9278" y="2335"/>
                    <a:pt x="9278" y="2152"/>
                  </a:cubicBezTo>
                  <a:lnTo>
                    <a:pt x="9278" y="1502"/>
                  </a:lnTo>
                  <a:cubicBezTo>
                    <a:pt x="9273" y="1151"/>
                    <a:pt x="8989" y="867"/>
                    <a:pt x="8638" y="867"/>
                  </a:cubicBezTo>
                  <a:lnTo>
                    <a:pt x="8205" y="867"/>
                  </a:lnTo>
                  <a:cubicBezTo>
                    <a:pt x="7854" y="867"/>
                    <a:pt x="7570" y="1151"/>
                    <a:pt x="7570" y="1502"/>
                  </a:cubicBezTo>
                  <a:lnTo>
                    <a:pt x="7570" y="2152"/>
                  </a:lnTo>
                  <a:cubicBezTo>
                    <a:pt x="7570" y="2335"/>
                    <a:pt x="7652" y="2508"/>
                    <a:pt x="7786" y="2628"/>
                  </a:cubicBezTo>
                  <a:lnTo>
                    <a:pt x="7786" y="2695"/>
                  </a:lnTo>
                  <a:lnTo>
                    <a:pt x="7401" y="2792"/>
                  </a:lnTo>
                  <a:cubicBezTo>
                    <a:pt x="7122" y="2859"/>
                    <a:pt x="6920" y="3114"/>
                    <a:pt x="6920" y="3408"/>
                  </a:cubicBezTo>
                  <a:lnTo>
                    <a:pt x="6920" y="3465"/>
                  </a:lnTo>
                  <a:lnTo>
                    <a:pt x="6463" y="3465"/>
                  </a:lnTo>
                  <a:lnTo>
                    <a:pt x="6463" y="410"/>
                  </a:lnTo>
                  <a:close/>
                  <a:moveTo>
                    <a:pt x="2999" y="3437"/>
                  </a:moveTo>
                  <a:lnTo>
                    <a:pt x="3461" y="3441"/>
                  </a:lnTo>
                  <a:lnTo>
                    <a:pt x="3461" y="3538"/>
                  </a:lnTo>
                  <a:cubicBezTo>
                    <a:pt x="3461" y="3610"/>
                    <a:pt x="3480" y="3682"/>
                    <a:pt x="3518" y="3744"/>
                  </a:cubicBezTo>
                  <a:lnTo>
                    <a:pt x="3239" y="4024"/>
                  </a:lnTo>
                  <a:cubicBezTo>
                    <a:pt x="3237" y="4026"/>
                    <a:pt x="3233" y="4027"/>
                    <a:pt x="3230" y="4027"/>
                  </a:cubicBezTo>
                  <a:cubicBezTo>
                    <a:pt x="3226" y="4027"/>
                    <a:pt x="3222" y="4026"/>
                    <a:pt x="3220" y="4024"/>
                  </a:cubicBezTo>
                  <a:lnTo>
                    <a:pt x="2946" y="3744"/>
                  </a:lnTo>
                  <a:cubicBezTo>
                    <a:pt x="2979" y="3682"/>
                    <a:pt x="2999" y="3610"/>
                    <a:pt x="2999" y="3538"/>
                  </a:cubicBezTo>
                  <a:lnTo>
                    <a:pt x="2999" y="3437"/>
                  </a:lnTo>
                  <a:close/>
                  <a:moveTo>
                    <a:pt x="3860" y="3980"/>
                  </a:moveTo>
                  <a:lnTo>
                    <a:pt x="4259" y="4134"/>
                  </a:lnTo>
                  <a:cubicBezTo>
                    <a:pt x="4428" y="4202"/>
                    <a:pt x="4543" y="4365"/>
                    <a:pt x="4543" y="4548"/>
                  </a:cubicBezTo>
                  <a:lnTo>
                    <a:pt x="4543" y="5838"/>
                  </a:lnTo>
                  <a:cubicBezTo>
                    <a:pt x="4543" y="5963"/>
                    <a:pt x="4442" y="6069"/>
                    <a:pt x="4312" y="6069"/>
                  </a:cubicBezTo>
                  <a:lnTo>
                    <a:pt x="3432" y="6069"/>
                  </a:lnTo>
                  <a:lnTo>
                    <a:pt x="3432" y="5823"/>
                  </a:lnTo>
                  <a:lnTo>
                    <a:pt x="3879" y="5823"/>
                  </a:lnTo>
                  <a:cubicBezTo>
                    <a:pt x="3990" y="5823"/>
                    <a:pt x="4081" y="5732"/>
                    <a:pt x="4081" y="5616"/>
                  </a:cubicBezTo>
                  <a:lnTo>
                    <a:pt x="4081" y="4967"/>
                  </a:lnTo>
                  <a:cubicBezTo>
                    <a:pt x="4081" y="4832"/>
                    <a:pt x="3980" y="4765"/>
                    <a:pt x="3879" y="4765"/>
                  </a:cubicBezTo>
                  <a:cubicBezTo>
                    <a:pt x="3778" y="4765"/>
                    <a:pt x="3677" y="4832"/>
                    <a:pt x="3677" y="4967"/>
                  </a:cubicBezTo>
                  <a:lnTo>
                    <a:pt x="3677" y="5414"/>
                  </a:lnTo>
                  <a:lnTo>
                    <a:pt x="2782" y="5414"/>
                  </a:lnTo>
                  <a:lnTo>
                    <a:pt x="2782" y="4967"/>
                  </a:lnTo>
                  <a:cubicBezTo>
                    <a:pt x="2782" y="4832"/>
                    <a:pt x="2681" y="4765"/>
                    <a:pt x="2580" y="4765"/>
                  </a:cubicBezTo>
                  <a:cubicBezTo>
                    <a:pt x="2479" y="4765"/>
                    <a:pt x="2378" y="4832"/>
                    <a:pt x="2378" y="4967"/>
                  </a:cubicBezTo>
                  <a:lnTo>
                    <a:pt x="2378" y="5616"/>
                  </a:lnTo>
                  <a:cubicBezTo>
                    <a:pt x="2378" y="5732"/>
                    <a:pt x="2469" y="5823"/>
                    <a:pt x="2580" y="5823"/>
                  </a:cubicBezTo>
                  <a:lnTo>
                    <a:pt x="3027" y="5823"/>
                  </a:lnTo>
                  <a:lnTo>
                    <a:pt x="3027" y="6064"/>
                  </a:lnTo>
                  <a:lnTo>
                    <a:pt x="2147" y="6064"/>
                  </a:lnTo>
                  <a:cubicBezTo>
                    <a:pt x="2022" y="6059"/>
                    <a:pt x="1916" y="5958"/>
                    <a:pt x="1916" y="5833"/>
                  </a:cubicBezTo>
                  <a:lnTo>
                    <a:pt x="1916" y="4548"/>
                  </a:lnTo>
                  <a:cubicBezTo>
                    <a:pt x="1916" y="4365"/>
                    <a:pt x="2031" y="4202"/>
                    <a:pt x="2205" y="4134"/>
                  </a:cubicBezTo>
                  <a:lnTo>
                    <a:pt x="2599" y="3980"/>
                  </a:lnTo>
                  <a:lnTo>
                    <a:pt x="2936" y="4312"/>
                  </a:lnTo>
                  <a:cubicBezTo>
                    <a:pt x="3018" y="4394"/>
                    <a:pt x="3125" y="4435"/>
                    <a:pt x="3232" y="4435"/>
                  </a:cubicBezTo>
                  <a:cubicBezTo>
                    <a:pt x="3339" y="4435"/>
                    <a:pt x="3446" y="4394"/>
                    <a:pt x="3528" y="4312"/>
                  </a:cubicBezTo>
                  <a:lnTo>
                    <a:pt x="3860" y="3980"/>
                  </a:lnTo>
                  <a:close/>
                  <a:moveTo>
                    <a:pt x="6054" y="6040"/>
                  </a:moveTo>
                  <a:lnTo>
                    <a:pt x="6054" y="6935"/>
                  </a:lnTo>
                  <a:lnTo>
                    <a:pt x="395" y="6935"/>
                  </a:lnTo>
                  <a:lnTo>
                    <a:pt x="400" y="6040"/>
                  </a:lnTo>
                  <a:lnTo>
                    <a:pt x="1545" y="6040"/>
                  </a:lnTo>
                  <a:cubicBezTo>
                    <a:pt x="1632" y="6299"/>
                    <a:pt x="1873" y="6473"/>
                    <a:pt x="2147" y="6473"/>
                  </a:cubicBezTo>
                  <a:lnTo>
                    <a:pt x="4312" y="6473"/>
                  </a:lnTo>
                  <a:cubicBezTo>
                    <a:pt x="4582" y="6473"/>
                    <a:pt x="4827" y="6299"/>
                    <a:pt x="4914" y="6040"/>
                  </a:cubicBezTo>
                  <a:close/>
                  <a:moveTo>
                    <a:pt x="8643" y="4740"/>
                  </a:moveTo>
                  <a:cubicBezTo>
                    <a:pt x="8768" y="4740"/>
                    <a:pt x="8874" y="4842"/>
                    <a:pt x="8874" y="4971"/>
                  </a:cubicBezTo>
                  <a:lnTo>
                    <a:pt x="8874" y="5621"/>
                  </a:lnTo>
                  <a:cubicBezTo>
                    <a:pt x="8874" y="5703"/>
                    <a:pt x="8826" y="5780"/>
                    <a:pt x="8758" y="5818"/>
                  </a:cubicBezTo>
                  <a:cubicBezTo>
                    <a:pt x="8696" y="5857"/>
                    <a:pt x="8657" y="5919"/>
                    <a:pt x="8657" y="5992"/>
                  </a:cubicBezTo>
                  <a:lnTo>
                    <a:pt x="8657" y="6319"/>
                  </a:lnTo>
                  <a:cubicBezTo>
                    <a:pt x="8657" y="6410"/>
                    <a:pt x="8720" y="6492"/>
                    <a:pt x="8811" y="6516"/>
                  </a:cubicBezTo>
                  <a:lnTo>
                    <a:pt x="9350" y="6651"/>
                  </a:lnTo>
                  <a:cubicBezTo>
                    <a:pt x="9451" y="6675"/>
                    <a:pt x="9523" y="6766"/>
                    <a:pt x="9523" y="6872"/>
                  </a:cubicBezTo>
                  <a:lnTo>
                    <a:pt x="9523" y="6935"/>
                  </a:lnTo>
                  <a:lnTo>
                    <a:pt x="7329" y="6935"/>
                  </a:lnTo>
                  <a:lnTo>
                    <a:pt x="7329" y="6872"/>
                  </a:lnTo>
                  <a:cubicBezTo>
                    <a:pt x="7329" y="6766"/>
                    <a:pt x="7401" y="6675"/>
                    <a:pt x="7502" y="6651"/>
                  </a:cubicBezTo>
                  <a:lnTo>
                    <a:pt x="8041" y="6516"/>
                  </a:lnTo>
                  <a:cubicBezTo>
                    <a:pt x="8133" y="6492"/>
                    <a:pt x="8195" y="6410"/>
                    <a:pt x="8195" y="6319"/>
                  </a:cubicBezTo>
                  <a:lnTo>
                    <a:pt x="8195" y="5992"/>
                  </a:lnTo>
                  <a:cubicBezTo>
                    <a:pt x="8195" y="5919"/>
                    <a:pt x="8157" y="5857"/>
                    <a:pt x="8094" y="5818"/>
                  </a:cubicBezTo>
                  <a:cubicBezTo>
                    <a:pt x="8022" y="5780"/>
                    <a:pt x="7979" y="5703"/>
                    <a:pt x="7979" y="5621"/>
                  </a:cubicBezTo>
                  <a:lnTo>
                    <a:pt x="7979" y="4971"/>
                  </a:lnTo>
                  <a:cubicBezTo>
                    <a:pt x="7979" y="4842"/>
                    <a:pt x="8080" y="4740"/>
                    <a:pt x="8210" y="4740"/>
                  </a:cubicBezTo>
                  <a:close/>
                  <a:moveTo>
                    <a:pt x="10389" y="3874"/>
                  </a:moveTo>
                  <a:lnTo>
                    <a:pt x="10389" y="6935"/>
                  </a:lnTo>
                  <a:lnTo>
                    <a:pt x="9928" y="6935"/>
                  </a:lnTo>
                  <a:lnTo>
                    <a:pt x="9928" y="6872"/>
                  </a:lnTo>
                  <a:cubicBezTo>
                    <a:pt x="9928" y="6583"/>
                    <a:pt x="9730" y="6328"/>
                    <a:pt x="9446" y="6256"/>
                  </a:cubicBezTo>
                  <a:lnTo>
                    <a:pt x="9061" y="6160"/>
                  </a:lnTo>
                  <a:lnTo>
                    <a:pt x="9061" y="6097"/>
                  </a:lnTo>
                  <a:cubicBezTo>
                    <a:pt x="9201" y="5977"/>
                    <a:pt x="9278" y="5804"/>
                    <a:pt x="9278" y="5621"/>
                  </a:cubicBezTo>
                  <a:lnTo>
                    <a:pt x="9278" y="4971"/>
                  </a:lnTo>
                  <a:cubicBezTo>
                    <a:pt x="9278" y="4620"/>
                    <a:pt x="8994" y="4336"/>
                    <a:pt x="8643" y="4336"/>
                  </a:cubicBezTo>
                  <a:lnTo>
                    <a:pt x="8210" y="4336"/>
                  </a:lnTo>
                  <a:cubicBezTo>
                    <a:pt x="7858" y="4336"/>
                    <a:pt x="7575" y="4620"/>
                    <a:pt x="7575" y="4971"/>
                  </a:cubicBezTo>
                  <a:lnTo>
                    <a:pt x="7575" y="5621"/>
                  </a:lnTo>
                  <a:cubicBezTo>
                    <a:pt x="7575" y="5804"/>
                    <a:pt x="7652" y="5977"/>
                    <a:pt x="7791" y="6097"/>
                  </a:cubicBezTo>
                  <a:lnTo>
                    <a:pt x="7791" y="6160"/>
                  </a:lnTo>
                  <a:lnTo>
                    <a:pt x="7406" y="6256"/>
                  </a:lnTo>
                  <a:cubicBezTo>
                    <a:pt x="7122" y="6328"/>
                    <a:pt x="6925" y="6583"/>
                    <a:pt x="6925" y="6872"/>
                  </a:cubicBezTo>
                  <a:lnTo>
                    <a:pt x="6925" y="6935"/>
                  </a:lnTo>
                  <a:lnTo>
                    <a:pt x="6463" y="6935"/>
                  </a:lnTo>
                  <a:lnTo>
                    <a:pt x="6463" y="3874"/>
                  </a:lnTo>
                  <a:close/>
                  <a:moveTo>
                    <a:pt x="208" y="1"/>
                  </a:moveTo>
                  <a:cubicBezTo>
                    <a:pt x="92" y="1"/>
                    <a:pt x="1" y="92"/>
                    <a:pt x="1" y="203"/>
                  </a:cubicBezTo>
                  <a:lnTo>
                    <a:pt x="1" y="7132"/>
                  </a:lnTo>
                  <a:cubicBezTo>
                    <a:pt x="1" y="7247"/>
                    <a:pt x="92" y="7334"/>
                    <a:pt x="208" y="7334"/>
                  </a:cubicBezTo>
                  <a:lnTo>
                    <a:pt x="10596" y="7334"/>
                  </a:lnTo>
                  <a:cubicBezTo>
                    <a:pt x="10707" y="7334"/>
                    <a:pt x="10794" y="7243"/>
                    <a:pt x="10794" y="7132"/>
                  </a:cubicBezTo>
                  <a:lnTo>
                    <a:pt x="10794" y="203"/>
                  </a:lnTo>
                  <a:cubicBezTo>
                    <a:pt x="10794" y="92"/>
                    <a:pt x="10702" y="1"/>
                    <a:pt x="10592" y="1"/>
                  </a:cubicBezTo>
                  <a:lnTo>
                    <a:pt x="1714" y="1"/>
                  </a:lnTo>
                  <a:cubicBezTo>
                    <a:pt x="1444" y="1"/>
                    <a:pt x="1444" y="405"/>
                    <a:pt x="1714" y="405"/>
                  </a:cubicBezTo>
                  <a:lnTo>
                    <a:pt x="6059" y="405"/>
                  </a:lnTo>
                  <a:lnTo>
                    <a:pt x="6059" y="5631"/>
                  </a:lnTo>
                  <a:lnTo>
                    <a:pt x="4947" y="5631"/>
                  </a:lnTo>
                  <a:lnTo>
                    <a:pt x="4947" y="4548"/>
                  </a:lnTo>
                  <a:cubicBezTo>
                    <a:pt x="4947" y="4197"/>
                    <a:pt x="4731" y="3884"/>
                    <a:pt x="4408" y="3754"/>
                  </a:cubicBezTo>
                  <a:lnTo>
                    <a:pt x="3874" y="3547"/>
                  </a:lnTo>
                  <a:cubicBezTo>
                    <a:pt x="3870" y="3542"/>
                    <a:pt x="3870" y="3538"/>
                    <a:pt x="3870" y="3538"/>
                  </a:cubicBezTo>
                  <a:lnTo>
                    <a:pt x="3870" y="3234"/>
                  </a:lnTo>
                  <a:lnTo>
                    <a:pt x="3870" y="3230"/>
                  </a:lnTo>
                  <a:cubicBezTo>
                    <a:pt x="4144" y="3028"/>
                    <a:pt x="4303" y="2710"/>
                    <a:pt x="4303" y="2368"/>
                  </a:cubicBezTo>
                  <a:lnTo>
                    <a:pt x="4303" y="1935"/>
                  </a:lnTo>
                  <a:cubicBezTo>
                    <a:pt x="4303" y="1464"/>
                    <a:pt x="3922" y="1084"/>
                    <a:pt x="3451" y="1084"/>
                  </a:cubicBezTo>
                  <a:lnTo>
                    <a:pt x="3018" y="1084"/>
                  </a:lnTo>
                  <a:cubicBezTo>
                    <a:pt x="2546" y="1084"/>
                    <a:pt x="2166" y="1464"/>
                    <a:pt x="2166" y="1935"/>
                  </a:cubicBezTo>
                  <a:lnTo>
                    <a:pt x="2166" y="2368"/>
                  </a:lnTo>
                  <a:cubicBezTo>
                    <a:pt x="2166" y="2710"/>
                    <a:pt x="2325" y="3028"/>
                    <a:pt x="2599" y="3230"/>
                  </a:cubicBezTo>
                  <a:lnTo>
                    <a:pt x="2599" y="3234"/>
                  </a:lnTo>
                  <a:lnTo>
                    <a:pt x="2599" y="3538"/>
                  </a:lnTo>
                  <a:cubicBezTo>
                    <a:pt x="2599" y="3538"/>
                    <a:pt x="2599" y="3542"/>
                    <a:pt x="2594" y="3547"/>
                  </a:cubicBezTo>
                  <a:lnTo>
                    <a:pt x="2060" y="3754"/>
                  </a:lnTo>
                  <a:cubicBezTo>
                    <a:pt x="1733" y="3884"/>
                    <a:pt x="1521" y="4197"/>
                    <a:pt x="1517" y="4548"/>
                  </a:cubicBezTo>
                  <a:lnTo>
                    <a:pt x="1517" y="5631"/>
                  </a:lnTo>
                  <a:lnTo>
                    <a:pt x="410" y="5631"/>
                  </a:lnTo>
                  <a:lnTo>
                    <a:pt x="410" y="410"/>
                  </a:lnTo>
                  <a:lnTo>
                    <a:pt x="857" y="410"/>
                  </a:lnTo>
                  <a:cubicBezTo>
                    <a:pt x="1127" y="410"/>
                    <a:pt x="1127"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87"/>
            <p:cNvSpPr/>
            <p:nvPr/>
          </p:nvSpPr>
          <p:spPr>
            <a:xfrm>
              <a:off x="6220132" y="2955973"/>
              <a:ext cx="362726" cy="266183"/>
            </a:xfrm>
            <a:custGeom>
              <a:rect b="b" l="l" r="r" t="t"/>
              <a:pathLst>
                <a:path extrusionOk="0" h="10149" w="13830">
                  <a:moveTo>
                    <a:pt x="12545" y="405"/>
                  </a:moveTo>
                  <a:cubicBezTo>
                    <a:pt x="12675" y="405"/>
                    <a:pt x="12776" y="511"/>
                    <a:pt x="12776" y="636"/>
                  </a:cubicBezTo>
                  <a:lnTo>
                    <a:pt x="12776" y="8662"/>
                  </a:lnTo>
                  <a:lnTo>
                    <a:pt x="12328" y="8662"/>
                  </a:lnTo>
                  <a:cubicBezTo>
                    <a:pt x="12059" y="8662"/>
                    <a:pt x="12059" y="9066"/>
                    <a:pt x="12328" y="9066"/>
                  </a:cubicBezTo>
                  <a:lnTo>
                    <a:pt x="13411" y="9066"/>
                  </a:lnTo>
                  <a:cubicBezTo>
                    <a:pt x="13420" y="9066"/>
                    <a:pt x="13425" y="9071"/>
                    <a:pt x="13425" y="9081"/>
                  </a:cubicBezTo>
                  <a:lnTo>
                    <a:pt x="13425" y="9514"/>
                  </a:lnTo>
                  <a:cubicBezTo>
                    <a:pt x="13425" y="9639"/>
                    <a:pt x="13319" y="9745"/>
                    <a:pt x="13194" y="9745"/>
                  </a:cubicBezTo>
                  <a:lnTo>
                    <a:pt x="636" y="9745"/>
                  </a:lnTo>
                  <a:cubicBezTo>
                    <a:pt x="510" y="9745"/>
                    <a:pt x="405" y="9639"/>
                    <a:pt x="405" y="9514"/>
                  </a:cubicBezTo>
                  <a:lnTo>
                    <a:pt x="405" y="9081"/>
                  </a:lnTo>
                  <a:cubicBezTo>
                    <a:pt x="405" y="9071"/>
                    <a:pt x="414" y="9066"/>
                    <a:pt x="419" y="9066"/>
                  </a:cubicBezTo>
                  <a:lnTo>
                    <a:pt x="11462" y="9066"/>
                  </a:lnTo>
                  <a:cubicBezTo>
                    <a:pt x="11731" y="9066"/>
                    <a:pt x="11731" y="8662"/>
                    <a:pt x="11462" y="8662"/>
                  </a:cubicBezTo>
                  <a:lnTo>
                    <a:pt x="1059" y="8662"/>
                  </a:lnTo>
                  <a:lnTo>
                    <a:pt x="1059" y="636"/>
                  </a:lnTo>
                  <a:cubicBezTo>
                    <a:pt x="1059" y="511"/>
                    <a:pt x="1160" y="405"/>
                    <a:pt x="1285" y="405"/>
                  </a:cubicBezTo>
                  <a:close/>
                  <a:moveTo>
                    <a:pt x="1285" y="1"/>
                  </a:moveTo>
                  <a:cubicBezTo>
                    <a:pt x="934" y="1"/>
                    <a:pt x="650" y="285"/>
                    <a:pt x="650" y="636"/>
                  </a:cubicBezTo>
                  <a:lnTo>
                    <a:pt x="650" y="8662"/>
                  </a:lnTo>
                  <a:lnTo>
                    <a:pt x="419" y="8662"/>
                  </a:lnTo>
                  <a:cubicBezTo>
                    <a:pt x="188" y="8662"/>
                    <a:pt x="0" y="8850"/>
                    <a:pt x="0" y="9081"/>
                  </a:cubicBezTo>
                  <a:lnTo>
                    <a:pt x="0" y="9514"/>
                  </a:lnTo>
                  <a:cubicBezTo>
                    <a:pt x="0" y="9865"/>
                    <a:pt x="284" y="10149"/>
                    <a:pt x="636" y="10149"/>
                  </a:cubicBezTo>
                  <a:lnTo>
                    <a:pt x="13194" y="10149"/>
                  </a:lnTo>
                  <a:cubicBezTo>
                    <a:pt x="13545" y="10149"/>
                    <a:pt x="13829" y="9865"/>
                    <a:pt x="13829" y="9514"/>
                  </a:cubicBezTo>
                  <a:lnTo>
                    <a:pt x="13829" y="9081"/>
                  </a:lnTo>
                  <a:cubicBezTo>
                    <a:pt x="13829" y="8850"/>
                    <a:pt x="13642" y="8662"/>
                    <a:pt x="13411" y="8662"/>
                  </a:cubicBezTo>
                  <a:lnTo>
                    <a:pt x="13180" y="8662"/>
                  </a:lnTo>
                  <a:lnTo>
                    <a:pt x="13180" y="636"/>
                  </a:lnTo>
                  <a:cubicBezTo>
                    <a:pt x="13180" y="285"/>
                    <a:pt x="12896" y="1"/>
                    <a:pt x="125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77" name="Google Shape;16577;p87"/>
          <p:cNvSpPr/>
          <p:nvPr/>
        </p:nvSpPr>
        <p:spPr>
          <a:xfrm>
            <a:off x="6663482" y="3197397"/>
            <a:ext cx="34096" cy="56310"/>
          </a:xfrm>
          <a:custGeom>
            <a:rect b="b" l="l" r="r" t="t"/>
            <a:pathLst>
              <a:path extrusionOk="0" h="2147" w="1300">
                <a:moveTo>
                  <a:pt x="236" y="1"/>
                </a:moveTo>
                <a:cubicBezTo>
                  <a:pt x="87" y="159"/>
                  <a:pt x="0" y="371"/>
                  <a:pt x="0" y="588"/>
                </a:cubicBezTo>
                <a:lnTo>
                  <a:pt x="0" y="2147"/>
                </a:lnTo>
                <a:lnTo>
                  <a:pt x="1299" y="2147"/>
                </a:lnTo>
                <a:lnTo>
                  <a:pt x="1299" y="1425"/>
                </a:lnTo>
                <a:cubicBezTo>
                  <a:pt x="1299" y="1199"/>
                  <a:pt x="1208" y="977"/>
                  <a:pt x="1049" y="814"/>
                </a:cubicBezTo>
                <a:lnTo>
                  <a:pt x="236"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87"/>
          <p:cNvSpPr/>
          <p:nvPr/>
        </p:nvSpPr>
        <p:spPr>
          <a:xfrm>
            <a:off x="6692253" y="3225801"/>
            <a:ext cx="10753" cy="33335"/>
          </a:xfrm>
          <a:custGeom>
            <a:rect b="b" l="l" r="r" t="t"/>
            <a:pathLst>
              <a:path extrusionOk="0" h="1271" w="410">
                <a:moveTo>
                  <a:pt x="202" y="0"/>
                </a:moveTo>
                <a:cubicBezTo>
                  <a:pt x="92" y="0"/>
                  <a:pt x="0" y="87"/>
                  <a:pt x="0" y="202"/>
                </a:cubicBezTo>
                <a:lnTo>
                  <a:pt x="0" y="1068"/>
                </a:lnTo>
                <a:cubicBezTo>
                  <a:pt x="0" y="1203"/>
                  <a:pt x="102" y="1271"/>
                  <a:pt x="205" y="1271"/>
                </a:cubicBezTo>
                <a:cubicBezTo>
                  <a:pt x="307" y="1271"/>
                  <a:pt x="409" y="1203"/>
                  <a:pt x="409" y="1068"/>
                </a:cubicBezTo>
                <a:lnTo>
                  <a:pt x="409" y="202"/>
                </a:lnTo>
                <a:cubicBezTo>
                  <a:pt x="409" y="87"/>
                  <a:pt x="318"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79" name="Google Shape;16579;p87"/>
          <p:cNvGrpSpPr/>
          <p:nvPr/>
        </p:nvGrpSpPr>
        <p:grpSpPr>
          <a:xfrm>
            <a:off x="6658158" y="2918992"/>
            <a:ext cx="362857" cy="340276"/>
            <a:chOff x="6658158" y="2918992"/>
            <a:chExt cx="362857" cy="340276"/>
          </a:xfrm>
        </p:grpSpPr>
        <p:sp>
          <p:nvSpPr>
            <p:cNvPr id="16580" name="Google Shape;16580;p87"/>
            <p:cNvSpPr/>
            <p:nvPr/>
          </p:nvSpPr>
          <p:spPr>
            <a:xfrm>
              <a:off x="6856674" y="2958517"/>
              <a:ext cx="158912" cy="166256"/>
            </a:xfrm>
            <a:custGeom>
              <a:rect b="b" l="l" r="r" t="t"/>
              <a:pathLst>
                <a:path extrusionOk="0" h="6339" w="6059">
                  <a:moveTo>
                    <a:pt x="650" y="0"/>
                  </a:moveTo>
                  <a:cubicBezTo>
                    <a:pt x="290" y="0"/>
                    <a:pt x="1" y="289"/>
                    <a:pt x="1" y="650"/>
                  </a:cubicBezTo>
                  <a:lnTo>
                    <a:pt x="1" y="4114"/>
                  </a:lnTo>
                  <a:cubicBezTo>
                    <a:pt x="1" y="4470"/>
                    <a:pt x="290" y="4759"/>
                    <a:pt x="650" y="4759"/>
                  </a:cubicBezTo>
                  <a:lnTo>
                    <a:pt x="1300" y="4759"/>
                  </a:lnTo>
                  <a:lnTo>
                    <a:pt x="939" y="6202"/>
                  </a:lnTo>
                  <a:cubicBezTo>
                    <a:pt x="921" y="6279"/>
                    <a:pt x="979" y="6338"/>
                    <a:pt x="1044" y="6338"/>
                  </a:cubicBezTo>
                  <a:cubicBezTo>
                    <a:pt x="1066" y="6338"/>
                    <a:pt x="1087" y="6332"/>
                    <a:pt x="1108" y="6318"/>
                  </a:cubicBezTo>
                  <a:lnTo>
                    <a:pt x="3244" y="4764"/>
                  </a:lnTo>
                  <a:lnTo>
                    <a:pt x="5409" y="4764"/>
                  </a:lnTo>
                  <a:cubicBezTo>
                    <a:pt x="5770" y="4764"/>
                    <a:pt x="6059" y="4470"/>
                    <a:pt x="6059" y="4114"/>
                  </a:cubicBezTo>
                  <a:lnTo>
                    <a:pt x="6059" y="650"/>
                  </a:lnTo>
                  <a:cubicBezTo>
                    <a:pt x="6059" y="289"/>
                    <a:pt x="5770" y="0"/>
                    <a:pt x="5414"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87"/>
            <p:cNvSpPr/>
            <p:nvPr/>
          </p:nvSpPr>
          <p:spPr>
            <a:xfrm>
              <a:off x="6907791" y="2958517"/>
              <a:ext cx="56809" cy="113460"/>
            </a:xfrm>
            <a:custGeom>
              <a:rect b="b" l="l" r="r" t="t"/>
              <a:pathLst>
                <a:path extrusionOk="0" h="4326" w="2166">
                  <a:moveTo>
                    <a:pt x="1" y="0"/>
                  </a:moveTo>
                  <a:lnTo>
                    <a:pt x="1" y="3460"/>
                  </a:lnTo>
                  <a:cubicBezTo>
                    <a:pt x="1" y="3941"/>
                    <a:pt x="385" y="4326"/>
                    <a:pt x="867" y="4326"/>
                  </a:cubicBezTo>
                  <a:lnTo>
                    <a:pt x="1300" y="4326"/>
                  </a:lnTo>
                  <a:cubicBezTo>
                    <a:pt x="1776" y="4326"/>
                    <a:pt x="2161" y="3941"/>
                    <a:pt x="2166" y="3464"/>
                  </a:cubicBezTo>
                  <a:lnTo>
                    <a:pt x="216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87"/>
            <p:cNvSpPr/>
            <p:nvPr/>
          </p:nvSpPr>
          <p:spPr>
            <a:xfrm>
              <a:off x="6924708" y="2924421"/>
              <a:ext cx="22739" cy="90773"/>
            </a:xfrm>
            <a:custGeom>
              <a:rect b="b" l="l" r="r" t="t"/>
              <a:pathLst>
                <a:path extrusionOk="0" h="3461" w="867">
                  <a:moveTo>
                    <a:pt x="0" y="1"/>
                  </a:moveTo>
                  <a:lnTo>
                    <a:pt x="217" y="3461"/>
                  </a:lnTo>
                  <a:lnTo>
                    <a:pt x="650" y="3461"/>
                  </a:lnTo>
                  <a:lnTo>
                    <a:pt x="866"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87"/>
            <p:cNvSpPr/>
            <p:nvPr/>
          </p:nvSpPr>
          <p:spPr>
            <a:xfrm>
              <a:off x="6924708" y="3032216"/>
              <a:ext cx="22739" cy="22739"/>
            </a:xfrm>
            <a:custGeom>
              <a:rect b="b" l="l" r="r" t="t"/>
              <a:pathLst>
                <a:path extrusionOk="0" h="867" w="867">
                  <a:moveTo>
                    <a:pt x="433" y="0"/>
                  </a:moveTo>
                  <a:cubicBezTo>
                    <a:pt x="193" y="0"/>
                    <a:pt x="0" y="197"/>
                    <a:pt x="0" y="433"/>
                  </a:cubicBezTo>
                  <a:cubicBezTo>
                    <a:pt x="0" y="674"/>
                    <a:pt x="193" y="866"/>
                    <a:pt x="433" y="866"/>
                  </a:cubicBezTo>
                  <a:cubicBezTo>
                    <a:pt x="674" y="866"/>
                    <a:pt x="866" y="674"/>
                    <a:pt x="866" y="433"/>
                  </a:cubicBezTo>
                  <a:cubicBezTo>
                    <a:pt x="866" y="197"/>
                    <a:pt x="674" y="0"/>
                    <a:pt x="433"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87"/>
            <p:cNvSpPr/>
            <p:nvPr/>
          </p:nvSpPr>
          <p:spPr>
            <a:xfrm>
              <a:off x="6663482" y="3174186"/>
              <a:ext cx="193218" cy="79522"/>
            </a:xfrm>
            <a:custGeom>
              <a:rect b="b" l="l" r="r" t="t"/>
              <a:pathLst>
                <a:path extrusionOk="0" h="3032" w="7367">
                  <a:moveTo>
                    <a:pt x="2382" y="0"/>
                  </a:moveTo>
                  <a:lnTo>
                    <a:pt x="573" y="659"/>
                  </a:lnTo>
                  <a:cubicBezTo>
                    <a:pt x="226" y="785"/>
                    <a:pt x="0" y="1112"/>
                    <a:pt x="0" y="1473"/>
                  </a:cubicBezTo>
                  <a:lnTo>
                    <a:pt x="0" y="3032"/>
                  </a:lnTo>
                  <a:lnTo>
                    <a:pt x="7367" y="3032"/>
                  </a:lnTo>
                  <a:lnTo>
                    <a:pt x="7367" y="1473"/>
                  </a:lnTo>
                  <a:cubicBezTo>
                    <a:pt x="7362" y="1112"/>
                    <a:pt x="7136" y="785"/>
                    <a:pt x="6794" y="659"/>
                  </a:cubicBezTo>
                  <a:lnTo>
                    <a:pt x="4980" y="0"/>
                  </a:lnTo>
                  <a:lnTo>
                    <a:pt x="3681" y="433"/>
                  </a:lnTo>
                  <a:lnTo>
                    <a:pt x="2382"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87"/>
            <p:cNvSpPr/>
            <p:nvPr/>
          </p:nvSpPr>
          <p:spPr>
            <a:xfrm>
              <a:off x="6822473" y="3197397"/>
              <a:ext cx="34096" cy="56310"/>
            </a:xfrm>
            <a:custGeom>
              <a:rect b="b" l="l" r="r" t="t"/>
              <a:pathLst>
                <a:path extrusionOk="0" h="2147" w="1300">
                  <a:moveTo>
                    <a:pt x="1069" y="1"/>
                  </a:moveTo>
                  <a:lnTo>
                    <a:pt x="256" y="814"/>
                  </a:lnTo>
                  <a:cubicBezTo>
                    <a:pt x="92" y="977"/>
                    <a:pt x="1" y="1199"/>
                    <a:pt x="1" y="1425"/>
                  </a:cubicBezTo>
                  <a:lnTo>
                    <a:pt x="1" y="2147"/>
                  </a:lnTo>
                  <a:lnTo>
                    <a:pt x="1300" y="2147"/>
                  </a:lnTo>
                  <a:lnTo>
                    <a:pt x="1300" y="588"/>
                  </a:lnTo>
                  <a:cubicBezTo>
                    <a:pt x="1300" y="371"/>
                    <a:pt x="1218" y="159"/>
                    <a:pt x="1069"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87"/>
            <p:cNvSpPr/>
            <p:nvPr/>
          </p:nvSpPr>
          <p:spPr>
            <a:xfrm>
              <a:off x="6697683" y="2998121"/>
              <a:ext cx="124817" cy="91036"/>
            </a:xfrm>
            <a:custGeom>
              <a:rect b="b" l="l" r="r" t="t"/>
              <a:pathLst>
                <a:path extrusionOk="0" h="3471" w="4759">
                  <a:moveTo>
                    <a:pt x="1732" y="1"/>
                  </a:moveTo>
                  <a:cubicBezTo>
                    <a:pt x="775" y="1"/>
                    <a:pt x="0" y="780"/>
                    <a:pt x="0" y="1733"/>
                  </a:cubicBezTo>
                  <a:lnTo>
                    <a:pt x="0" y="2253"/>
                  </a:lnTo>
                  <a:cubicBezTo>
                    <a:pt x="0" y="2484"/>
                    <a:pt x="34" y="2715"/>
                    <a:pt x="111" y="2936"/>
                  </a:cubicBezTo>
                  <a:lnTo>
                    <a:pt x="183" y="3153"/>
                  </a:lnTo>
                  <a:cubicBezTo>
                    <a:pt x="202" y="3220"/>
                    <a:pt x="217" y="3287"/>
                    <a:pt x="217" y="3360"/>
                  </a:cubicBezTo>
                  <a:lnTo>
                    <a:pt x="217" y="3470"/>
                  </a:lnTo>
                  <a:lnTo>
                    <a:pt x="4547" y="3470"/>
                  </a:lnTo>
                  <a:lnTo>
                    <a:pt x="4547" y="3360"/>
                  </a:lnTo>
                  <a:cubicBezTo>
                    <a:pt x="4542" y="3287"/>
                    <a:pt x="4557" y="3220"/>
                    <a:pt x="4576" y="3153"/>
                  </a:cubicBezTo>
                  <a:lnTo>
                    <a:pt x="4648" y="2936"/>
                  </a:lnTo>
                  <a:cubicBezTo>
                    <a:pt x="4725" y="2715"/>
                    <a:pt x="4759" y="2484"/>
                    <a:pt x="4759" y="2253"/>
                  </a:cubicBezTo>
                  <a:lnTo>
                    <a:pt x="4759" y="439"/>
                  </a:lnTo>
                  <a:cubicBezTo>
                    <a:pt x="4759" y="198"/>
                    <a:pt x="4566" y="1"/>
                    <a:pt x="432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87"/>
            <p:cNvSpPr/>
            <p:nvPr/>
          </p:nvSpPr>
          <p:spPr>
            <a:xfrm>
              <a:off x="6725930" y="2998121"/>
              <a:ext cx="96570" cy="90905"/>
            </a:xfrm>
            <a:custGeom>
              <a:rect b="b" l="l" r="r" t="t"/>
              <a:pathLst>
                <a:path extrusionOk="0" h="3466" w="3682">
                  <a:moveTo>
                    <a:pt x="881" y="1"/>
                  </a:moveTo>
                  <a:cubicBezTo>
                    <a:pt x="395" y="1"/>
                    <a:pt x="1" y="395"/>
                    <a:pt x="1" y="881"/>
                  </a:cubicBezTo>
                  <a:cubicBezTo>
                    <a:pt x="1" y="1367"/>
                    <a:pt x="395" y="1762"/>
                    <a:pt x="881" y="1762"/>
                  </a:cubicBezTo>
                  <a:lnTo>
                    <a:pt x="1002" y="1762"/>
                  </a:lnTo>
                  <a:lnTo>
                    <a:pt x="1064" y="3465"/>
                  </a:lnTo>
                  <a:lnTo>
                    <a:pt x="3470" y="3465"/>
                  </a:lnTo>
                  <a:lnTo>
                    <a:pt x="3470" y="3355"/>
                  </a:lnTo>
                  <a:cubicBezTo>
                    <a:pt x="3465" y="3287"/>
                    <a:pt x="3480" y="3215"/>
                    <a:pt x="3499" y="3153"/>
                  </a:cubicBezTo>
                  <a:lnTo>
                    <a:pt x="3571" y="2936"/>
                  </a:lnTo>
                  <a:cubicBezTo>
                    <a:pt x="3648" y="2715"/>
                    <a:pt x="3682" y="2484"/>
                    <a:pt x="3682" y="2248"/>
                  </a:cubicBezTo>
                  <a:lnTo>
                    <a:pt x="3682" y="439"/>
                  </a:lnTo>
                  <a:cubicBezTo>
                    <a:pt x="3682" y="198"/>
                    <a:pt x="3489" y="1"/>
                    <a:pt x="3254"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87"/>
            <p:cNvSpPr/>
            <p:nvPr/>
          </p:nvSpPr>
          <p:spPr>
            <a:xfrm>
              <a:off x="6725930" y="3134425"/>
              <a:ext cx="68191" cy="51144"/>
            </a:xfrm>
            <a:custGeom>
              <a:rect b="b" l="l" r="r" t="t"/>
              <a:pathLst>
                <a:path extrusionOk="0" h="1950" w="2600">
                  <a:moveTo>
                    <a:pt x="1" y="1"/>
                  </a:moveTo>
                  <a:lnTo>
                    <a:pt x="1" y="1949"/>
                  </a:lnTo>
                  <a:lnTo>
                    <a:pt x="2599" y="1949"/>
                  </a:lnTo>
                  <a:lnTo>
                    <a:pt x="2599"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87"/>
            <p:cNvSpPr/>
            <p:nvPr/>
          </p:nvSpPr>
          <p:spPr>
            <a:xfrm>
              <a:off x="6725930" y="3134556"/>
              <a:ext cx="68191" cy="33965"/>
            </a:xfrm>
            <a:custGeom>
              <a:rect b="b" l="l" r="r" t="t"/>
              <a:pathLst>
                <a:path extrusionOk="0" h="1295" w="2600">
                  <a:moveTo>
                    <a:pt x="1" y="0"/>
                  </a:moveTo>
                  <a:lnTo>
                    <a:pt x="1" y="977"/>
                  </a:lnTo>
                  <a:cubicBezTo>
                    <a:pt x="407" y="1189"/>
                    <a:pt x="854" y="1295"/>
                    <a:pt x="1300" y="1295"/>
                  </a:cubicBezTo>
                  <a:cubicBezTo>
                    <a:pt x="1746" y="1295"/>
                    <a:pt x="2193" y="1189"/>
                    <a:pt x="2599" y="977"/>
                  </a:cubicBezTo>
                  <a:lnTo>
                    <a:pt x="2599"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87"/>
            <p:cNvSpPr/>
            <p:nvPr/>
          </p:nvSpPr>
          <p:spPr>
            <a:xfrm>
              <a:off x="6714573" y="3164770"/>
              <a:ext cx="45452" cy="40600"/>
            </a:xfrm>
            <a:custGeom>
              <a:rect b="b" l="l" r="r" t="t"/>
              <a:pathLst>
                <a:path extrusionOk="0" h="1548" w="1733">
                  <a:moveTo>
                    <a:pt x="388" y="0"/>
                  </a:moveTo>
                  <a:cubicBezTo>
                    <a:pt x="306" y="0"/>
                    <a:pt x="228" y="45"/>
                    <a:pt x="188" y="124"/>
                  </a:cubicBezTo>
                  <a:lnTo>
                    <a:pt x="1" y="518"/>
                  </a:lnTo>
                  <a:lnTo>
                    <a:pt x="718" y="1461"/>
                  </a:lnTo>
                  <a:cubicBezTo>
                    <a:pt x="762" y="1519"/>
                    <a:pt x="826" y="1548"/>
                    <a:pt x="891" y="1548"/>
                  </a:cubicBezTo>
                  <a:cubicBezTo>
                    <a:pt x="946" y="1548"/>
                    <a:pt x="1001" y="1527"/>
                    <a:pt x="1045" y="1485"/>
                  </a:cubicBezTo>
                  <a:lnTo>
                    <a:pt x="1733" y="792"/>
                  </a:lnTo>
                  <a:lnTo>
                    <a:pt x="501" y="32"/>
                  </a:lnTo>
                  <a:cubicBezTo>
                    <a:pt x="466" y="10"/>
                    <a:pt x="426" y="0"/>
                    <a:pt x="388"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87"/>
            <p:cNvSpPr/>
            <p:nvPr/>
          </p:nvSpPr>
          <p:spPr>
            <a:xfrm>
              <a:off x="6760025" y="3164770"/>
              <a:ext cx="45452" cy="40600"/>
            </a:xfrm>
            <a:custGeom>
              <a:rect b="b" l="l" r="r" t="t"/>
              <a:pathLst>
                <a:path extrusionOk="0" h="1548" w="1733">
                  <a:moveTo>
                    <a:pt x="1350" y="0"/>
                  </a:moveTo>
                  <a:cubicBezTo>
                    <a:pt x="1311" y="0"/>
                    <a:pt x="1272" y="10"/>
                    <a:pt x="1237" y="32"/>
                  </a:cubicBezTo>
                  <a:lnTo>
                    <a:pt x="0" y="792"/>
                  </a:lnTo>
                  <a:lnTo>
                    <a:pt x="693" y="1485"/>
                  </a:lnTo>
                  <a:cubicBezTo>
                    <a:pt x="735" y="1527"/>
                    <a:pt x="790" y="1548"/>
                    <a:pt x="844" y="1548"/>
                  </a:cubicBezTo>
                  <a:cubicBezTo>
                    <a:pt x="909" y="1548"/>
                    <a:pt x="974" y="1519"/>
                    <a:pt x="1015" y="1461"/>
                  </a:cubicBezTo>
                  <a:lnTo>
                    <a:pt x="1732" y="518"/>
                  </a:lnTo>
                  <a:lnTo>
                    <a:pt x="1545" y="124"/>
                  </a:lnTo>
                  <a:cubicBezTo>
                    <a:pt x="1509" y="45"/>
                    <a:pt x="1431" y="0"/>
                    <a:pt x="1350"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87"/>
            <p:cNvSpPr/>
            <p:nvPr/>
          </p:nvSpPr>
          <p:spPr>
            <a:xfrm>
              <a:off x="6703217" y="3044307"/>
              <a:ext cx="113749" cy="107192"/>
            </a:xfrm>
            <a:custGeom>
              <a:rect b="b" l="l" r="r" t="t"/>
              <a:pathLst>
                <a:path extrusionOk="0" h="4087" w="4337">
                  <a:moveTo>
                    <a:pt x="1845" y="0"/>
                  </a:moveTo>
                  <a:cubicBezTo>
                    <a:pt x="1166" y="0"/>
                    <a:pt x="650" y="193"/>
                    <a:pt x="650" y="193"/>
                  </a:cubicBezTo>
                  <a:lnTo>
                    <a:pt x="650" y="925"/>
                  </a:lnTo>
                  <a:cubicBezTo>
                    <a:pt x="650" y="1141"/>
                    <a:pt x="544" y="1343"/>
                    <a:pt x="362" y="1464"/>
                  </a:cubicBezTo>
                  <a:lnTo>
                    <a:pt x="1" y="1704"/>
                  </a:lnTo>
                  <a:lnTo>
                    <a:pt x="1" y="1921"/>
                  </a:lnTo>
                  <a:cubicBezTo>
                    <a:pt x="1" y="3119"/>
                    <a:pt x="973" y="4086"/>
                    <a:pt x="2166" y="4086"/>
                  </a:cubicBezTo>
                  <a:cubicBezTo>
                    <a:pt x="2169" y="4086"/>
                    <a:pt x="2172" y="4086"/>
                    <a:pt x="2175" y="4086"/>
                  </a:cubicBezTo>
                  <a:cubicBezTo>
                    <a:pt x="3369" y="4086"/>
                    <a:pt x="4331" y="3116"/>
                    <a:pt x="4336" y="1926"/>
                  </a:cubicBezTo>
                  <a:lnTo>
                    <a:pt x="4336" y="1709"/>
                  </a:lnTo>
                  <a:lnTo>
                    <a:pt x="3975" y="1469"/>
                  </a:lnTo>
                  <a:cubicBezTo>
                    <a:pt x="3792" y="1343"/>
                    <a:pt x="3682" y="1141"/>
                    <a:pt x="3682" y="925"/>
                  </a:cubicBezTo>
                  <a:lnTo>
                    <a:pt x="3682" y="627"/>
                  </a:lnTo>
                  <a:cubicBezTo>
                    <a:pt x="3091" y="134"/>
                    <a:pt x="2411" y="0"/>
                    <a:pt x="184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87"/>
            <p:cNvSpPr/>
            <p:nvPr/>
          </p:nvSpPr>
          <p:spPr>
            <a:xfrm>
              <a:off x="6703217" y="3044307"/>
              <a:ext cx="96570" cy="106798"/>
            </a:xfrm>
            <a:custGeom>
              <a:rect b="b" l="l" r="r" t="t"/>
              <a:pathLst>
                <a:path extrusionOk="0" h="4072" w="3682">
                  <a:moveTo>
                    <a:pt x="1845" y="0"/>
                  </a:moveTo>
                  <a:cubicBezTo>
                    <a:pt x="1166" y="0"/>
                    <a:pt x="650" y="193"/>
                    <a:pt x="650" y="193"/>
                  </a:cubicBezTo>
                  <a:lnTo>
                    <a:pt x="650" y="925"/>
                  </a:lnTo>
                  <a:cubicBezTo>
                    <a:pt x="650" y="1146"/>
                    <a:pt x="544" y="1348"/>
                    <a:pt x="362" y="1469"/>
                  </a:cubicBezTo>
                  <a:lnTo>
                    <a:pt x="1" y="1709"/>
                  </a:lnTo>
                  <a:lnTo>
                    <a:pt x="1" y="1926"/>
                  </a:lnTo>
                  <a:cubicBezTo>
                    <a:pt x="1" y="3018"/>
                    <a:pt x="819" y="3942"/>
                    <a:pt x="1906" y="4072"/>
                  </a:cubicBezTo>
                  <a:cubicBezTo>
                    <a:pt x="1516" y="3672"/>
                    <a:pt x="1305" y="3133"/>
                    <a:pt x="1305" y="2575"/>
                  </a:cubicBezTo>
                  <a:lnTo>
                    <a:pt x="1305" y="1141"/>
                  </a:lnTo>
                  <a:cubicBezTo>
                    <a:pt x="1305" y="925"/>
                    <a:pt x="1463" y="737"/>
                    <a:pt x="1680" y="713"/>
                  </a:cubicBezTo>
                  <a:cubicBezTo>
                    <a:pt x="1852" y="690"/>
                    <a:pt x="2071" y="671"/>
                    <a:pt x="2314" y="671"/>
                  </a:cubicBezTo>
                  <a:cubicBezTo>
                    <a:pt x="2738" y="671"/>
                    <a:pt x="3235" y="729"/>
                    <a:pt x="3682" y="925"/>
                  </a:cubicBezTo>
                  <a:lnTo>
                    <a:pt x="3682" y="627"/>
                  </a:lnTo>
                  <a:cubicBezTo>
                    <a:pt x="3091" y="134"/>
                    <a:pt x="2411" y="0"/>
                    <a:pt x="184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87"/>
            <p:cNvSpPr/>
            <p:nvPr/>
          </p:nvSpPr>
          <p:spPr>
            <a:xfrm>
              <a:off x="6714966" y="3041107"/>
              <a:ext cx="92976" cy="30503"/>
            </a:xfrm>
            <a:custGeom>
              <a:rect b="b" l="l" r="r" t="t"/>
              <a:pathLst>
                <a:path extrusionOk="0" h="1163" w="3545">
                  <a:moveTo>
                    <a:pt x="1403" y="0"/>
                  </a:moveTo>
                  <a:cubicBezTo>
                    <a:pt x="985" y="0"/>
                    <a:pt x="606" y="44"/>
                    <a:pt x="361" y="80"/>
                  </a:cubicBezTo>
                  <a:cubicBezTo>
                    <a:pt x="154" y="109"/>
                    <a:pt x="0" y="287"/>
                    <a:pt x="5" y="494"/>
                  </a:cubicBezTo>
                  <a:lnTo>
                    <a:pt x="5" y="960"/>
                  </a:lnTo>
                  <a:cubicBezTo>
                    <a:pt x="5" y="1095"/>
                    <a:pt x="106" y="1162"/>
                    <a:pt x="207" y="1162"/>
                  </a:cubicBezTo>
                  <a:cubicBezTo>
                    <a:pt x="308" y="1162"/>
                    <a:pt x="409" y="1095"/>
                    <a:pt x="409" y="960"/>
                  </a:cubicBezTo>
                  <a:lnTo>
                    <a:pt x="409" y="494"/>
                  </a:lnTo>
                  <a:cubicBezTo>
                    <a:pt x="409" y="489"/>
                    <a:pt x="414" y="479"/>
                    <a:pt x="419" y="479"/>
                  </a:cubicBezTo>
                  <a:cubicBezTo>
                    <a:pt x="737" y="430"/>
                    <a:pt x="1055" y="407"/>
                    <a:pt x="1375" y="407"/>
                  </a:cubicBezTo>
                  <a:cubicBezTo>
                    <a:pt x="1495" y="407"/>
                    <a:pt x="1616" y="410"/>
                    <a:pt x="1737" y="417"/>
                  </a:cubicBezTo>
                  <a:cubicBezTo>
                    <a:pt x="2368" y="460"/>
                    <a:pt x="2825" y="619"/>
                    <a:pt x="3094" y="888"/>
                  </a:cubicBezTo>
                  <a:cubicBezTo>
                    <a:pt x="3140" y="939"/>
                    <a:pt x="3193" y="960"/>
                    <a:pt x="3243" y="960"/>
                  </a:cubicBezTo>
                  <a:cubicBezTo>
                    <a:pt x="3404" y="960"/>
                    <a:pt x="3544" y="746"/>
                    <a:pt x="3383" y="599"/>
                  </a:cubicBezTo>
                  <a:cubicBezTo>
                    <a:pt x="2905" y="121"/>
                    <a:pt x="2099" y="0"/>
                    <a:pt x="14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87"/>
            <p:cNvSpPr/>
            <p:nvPr/>
          </p:nvSpPr>
          <p:spPr>
            <a:xfrm>
              <a:off x="6658158" y="2992954"/>
              <a:ext cx="203840" cy="266314"/>
            </a:xfrm>
            <a:custGeom>
              <a:rect b="b" l="l" r="r" t="t"/>
              <a:pathLst>
                <a:path extrusionOk="0" h="10154" w="7772">
                  <a:moveTo>
                    <a:pt x="6064" y="400"/>
                  </a:moveTo>
                  <a:lnTo>
                    <a:pt x="6064" y="2363"/>
                  </a:lnTo>
                  <a:cubicBezTo>
                    <a:pt x="6064" y="2662"/>
                    <a:pt x="5996" y="2950"/>
                    <a:pt x="5866" y="3215"/>
                  </a:cubicBezTo>
                  <a:cubicBezTo>
                    <a:pt x="5852" y="3244"/>
                    <a:pt x="5847" y="3273"/>
                    <a:pt x="5847" y="3301"/>
                  </a:cubicBezTo>
                  <a:lnTo>
                    <a:pt x="5847" y="3879"/>
                  </a:lnTo>
                  <a:cubicBezTo>
                    <a:pt x="5847" y="4969"/>
                    <a:pt x="4960" y="5842"/>
                    <a:pt x="3889" y="5842"/>
                  </a:cubicBezTo>
                  <a:cubicBezTo>
                    <a:pt x="3844" y="5842"/>
                    <a:pt x="3799" y="5840"/>
                    <a:pt x="3754" y="5837"/>
                  </a:cubicBezTo>
                  <a:cubicBezTo>
                    <a:pt x="2729" y="5775"/>
                    <a:pt x="1921" y="4880"/>
                    <a:pt x="1921" y="3807"/>
                  </a:cubicBezTo>
                  <a:lnTo>
                    <a:pt x="1926" y="3807"/>
                  </a:lnTo>
                  <a:lnTo>
                    <a:pt x="1926" y="3306"/>
                  </a:lnTo>
                  <a:cubicBezTo>
                    <a:pt x="1921" y="3273"/>
                    <a:pt x="1916" y="3244"/>
                    <a:pt x="1902" y="3215"/>
                  </a:cubicBezTo>
                  <a:cubicBezTo>
                    <a:pt x="1772" y="2950"/>
                    <a:pt x="1704" y="2662"/>
                    <a:pt x="1704" y="2363"/>
                  </a:cubicBezTo>
                  <a:lnTo>
                    <a:pt x="1704" y="1930"/>
                  </a:lnTo>
                  <a:cubicBezTo>
                    <a:pt x="1709" y="1088"/>
                    <a:pt x="2392" y="400"/>
                    <a:pt x="3239" y="400"/>
                  </a:cubicBezTo>
                  <a:close/>
                  <a:moveTo>
                    <a:pt x="2787" y="5972"/>
                  </a:moveTo>
                  <a:cubicBezTo>
                    <a:pt x="3076" y="6131"/>
                    <a:pt x="3398" y="6222"/>
                    <a:pt x="3730" y="6246"/>
                  </a:cubicBezTo>
                  <a:cubicBezTo>
                    <a:pt x="3783" y="6246"/>
                    <a:pt x="3836" y="6251"/>
                    <a:pt x="3889" y="6251"/>
                  </a:cubicBezTo>
                  <a:cubicBezTo>
                    <a:pt x="4269" y="6251"/>
                    <a:pt x="4644" y="6160"/>
                    <a:pt x="4981" y="5982"/>
                  </a:cubicBezTo>
                  <a:lnTo>
                    <a:pt x="4981" y="6352"/>
                  </a:lnTo>
                  <a:lnTo>
                    <a:pt x="3884" y="7103"/>
                  </a:lnTo>
                  <a:lnTo>
                    <a:pt x="2787" y="6352"/>
                  </a:lnTo>
                  <a:lnTo>
                    <a:pt x="2787" y="5972"/>
                  </a:lnTo>
                  <a:close/>
                  <a:moveTo>
                    <a:pt x="2614" y="6723"/>
                  </a:moveTo>
                  <a:lnTo>
                    <a:pt x="3566" y="7377"/>
                  </a:lnTo>
                  <a:lnTo>
                    <a:pt x="3061" y="7882"/>
                  </a:lnTo>
                  <a:cubicBezTo>
                    <a:pt x="3061" y="7887"/>
                    <a:pt x="3056" y="7887"/>
                    <a:pt x="3052" y="7887"/>
                  </a:cubicBezTo>
                  <a:cubicBezTo>
                    <a:pt x="3047" y="7887"/>
                    <a:pt x="3042" y="7882"/>
                    <a:pt x="3042" y="7882"/>
                  </a:cubicBezTo>
                  <a:lnTo>
                    <a:pt x="2412" y="6934"/>
                  </a:lnTo>
                  <a:lnTo>
                    <a:pt x="2614" y="6723"/>
                  </a:lnTo>
                  <a:close/>
                  <a:moveTo>
                    <a:pt x="5154" y="6723"/>
                  </a:moveTo>
                  <a:lnTo>
                    <a:pt x="5356" y="6939"/>
                  </a:lnTo>
                  <a:lnTo>
                    <a:pt x="4731" y="7882"/>
                  </a:lnTo>
                  <a:cubicBezTo>
                    <a:pt x="4726" y="7887"/>
                    <a:pt x="4721" y="7887"/>
                    <a:pt x="4716" y="7887"/>
                  </a:cubicBezTo>
                  <a:cubicBezTo>
                    <a:pt x="4716" y="7887"/>
                    <a:pt x="4712" y="7887"/>
                    <a:pt x="4707" y="7882"/>
                  </a:cubicBezTo>
                  <a:lnTo>
                    <a:pt x="4202" y="7377"/>
                  </a:lnTo>
                  <a:lnTo>
                    <a:pt x="5154" y="6723"/>
                  </a:lnTo>
                  <a:close/>
                  <a:moveTo>
                    <a:pt x="3239" y="1"/>
                  </a:moveTo>
                  <a:cubicBezTo>
                    <a:pt x="2166" y="1"/>
                    <a:pt x="1300" y="867"/>
                    <a:pt x="1300" y="1935"/>
                  </a:cubicBezTo>
                  <a:lnTo>
                    <a:pt x="1300" y="2368"/>
                  </a:lnTo>
                  <a:cubicBezTo>
                    <a:pt x="1300" y="2710"/>
                    <a:pt x="1377" y="3042"/>
                    <a:pt x="1517" y="3354"/>
                  </a:cubicBezTo>
                  <a:lnTo>
                    <a:pt x="1517" y="3812"/>
                  </a:lnTo>
                  <a:cubicBezTo>
                    <a:pt x="1517" y="4538"/>
                    <a:pt x="1834" y="5226"/>
                    <a:pt x="2383" y="5698"/>
                  </a:cubicBezTo>
                  <a:lnTo>
                    <a:pt x="2383" y="6381"/>
                  </a:lnTo>
                  <a:lnTo>
                    <a:pt x="2007" y="6776"/>
                  </a:lnTo>
                  <a:cubicBezTo>
                    <a:pt x="1969" y="6819"/>
                    <a:pt x="1945" y="6877"/>
                    <a:pt x="1950" y="6930"/>
                  </a:cubicBezTo>
                  <a:lnTo>
                    <a:pt x="703" y="7387"/>
                  </a:lnTo>
                  <a:cubicBezTo>
                    <a:pt x="285" y="7541"/>
                    <a:pt x="1" y="7940"/>
                    <a:pt x="1" y="8387"/>
                  </a:cubicBezTo>
                  <a:lnTo>
                    <a:pt x="1" y="9946"/>
                  </a:lnTo>
                  <a:cubicBezTo>
                    <a:pt x="1" y="10084"/>
                    <a:pt x="102" y="10152"/>
                    <a:pt x="203" y="10152"/>
                  </a:cubicBezTo>
                  <a:cubicBezTo>
                    <a:pt x="304" y="10152"/>
                    <a:pt x="405" y="10084"/>
                    <a:pt x="405" y="9946"/>
                  </a:cubicBezTo>
                  <a:lnTo>
                    <a:pt x="405" y="8387"/>
                  </a:lnTo>
                  <a:cubicBezTo>
                    <a:pt x="410" y="8113"/>
                    <a:pt x="583" y="7863"/>
                    <a:pt x="843" y="7767"/>
                  </a:cubicBezTo>
                  <a:lnTo>
                    <a:pt x="2157" y="7290"/>
                  </a:lnTo>
                  <a:lnTo>
                    <a:pt x="2705" y="8108"/>
                  </a:lnTo>
                  <a:cubicBezTo>
                    <a:pt x="2777" y="8214"/>
                    <a:pt x="2888" y="8282"/>
                    <a:pt x="3013" y="8291"/>
                  </a:cubicBezTo>
                  <a:lnTo>
                    <a:pt x="3056" y="8291"/>
                  </a:lnTo>
                  <a:cubicBezTo>
                    <a:pt x="3062" y="8291"/>
                    <a:pt x="3068" y="8292"/>
                    <a:pt x="3073" y="8292"/>
                  </a:cubicBezTo>
                  <a:cubicBezTo>
                    <a:pt x="3178" y="8292"/>
                    <a:pt x="3277" y="8249"/>
                    <a:pt x="3350" y="8171"/>
                  </a:cubicBezTo>
                  <a:lnTo>
                    <a:pt x="3687" y="7839"/>
                  </a:lnTo>
                  <a:lnTo>
                    <a:pt x="3687" y="9951"/>
                  </a:lnTo>
                  <a:cubicBezTo>
                    <a:pt x="3687" y="10086"/>
                    <a:pt x="3788" y="10153"/>
                    <a:pt x="3889" y="10153"/>
                  </a:cubicBezTo>
                  <a:cubicBezTo>
                    <a:pt x="3990" y="10153"/>
                    <a:pt x="4091" y="10086"/>
                    <a:pt x="4091" y="9951"/>
                  </a:cubicBezTo>
                  <a:lnTo>
                    <a:pt x="4091" y="7839"/>
                  </a:lnTo>
                  <a:lnTo>
                    <a:pt x="4423" y="8171"/>
                  </a:lnTo>
                  <a:cubicBezTo>
                    <a:pt x="4506" y="8254"/>
                    <a:pt x="4614" y="8295"/>
                    <a:pt x="4721" y="8295"/>
                  </a:cubicBezTo>
                  <a:cubicBezTo>
                    <a:pt x="4855" y="8295"/>
                    <a:pt x="4987" y="8231"/>
                    <a:pt x="5068" y="8108"/>
                  </a:cubicBezTo>
                  <a:lnTo>
                    <a:pt x="5616" y="7290"/>
                  </a:lnTo>
                  <a:lnTo>
                    <a:pt x="6930" y="7767"/>
                  </a:lnTo>
                  <a:cubicBezTo>
                    <a:pt x="7194" y="7863"/>
                    <a:pt x="7368" y="8113"/>
                    <a:pt x="7368" y="8392"/>
                  </a:cubicBezTo>
                  <a:lnTo>
                    <a:pt x="7368" y="9951"/>
                  </a:lnTo>
                  <a:cubicBezTo>
                    <a:pt x="7368" y="10086"/>
                    <a:pt x="7469" y="10153"/>
                    <a:pt x="7570" y="10153"/>
                  </a:cubicBezTo>
                  <a:cubicBezTo>
                    <a:pt x="7671" y="10153"/>
                    <a:pt x="7772" y="10086"/>
                    <a:pt x="7772" y="9951"/>
                  </a:cubicBezTo>
                  <a:lnTo>
                    <a:pt x="7772" y="8392"/>
                  </a:lnTo>
                  <a:cubicBezTo>
                    <a:pt x="7772" y="7940"/>
                    <a:pt x="7493" y="7536"/>
                    <a:pt x="7069" y="7382"/>
                  </a:cubicBezTo>
                  <a:lnTo>
                    <a:pt x="5823" y="6930"/>
                  </a:lnTo>
                  <a:cubicBezTo>
                    <a:pt x="5828" y="6872"/>
                    <a:pt x="5804" y="6814"/>
                    <a:pt x="5765" y="6776"/>
                  </a:cubicBezTo>
                  <a:lnTo>
                    <a:pt x="5390" y="6376"/>
                  </a:lnTo>
                  <a:lnTo>
                    <a:pt x="5390" y="5712"/>
                  </a:lnTo>
                  <a:cubicBezTo>
                    <a:pt x="5429" y="5678"/>
                    <a:pt x="5467" y="5645"/>
                    <a:pt x="5510" y="5611"/>
                  </a:cubicBezTo>
                  <a:cubicBezTo>
                    <a:pt x="5987" y="5159"/>
                    <a:pt x="6256" y="4533"/>
                    <a:pt x="6256" y="3879"/>
                  </a:cubicBezTo>
                  <a:lnTo>
                    <a:pt x="6256" y="3354"/>
                  </a:lnTo>
                  <a:cubicBezTo>
                    <a:pt x="6401" y="3042"/>
                    <a:pt x="6473" y="2710"/>
                    <a:pt x="6473" y="2368"/>
                  </a:cubicBezTo>
                  <a:lnTo>
                    <a:pt x="6473" y="203"/>
                  </a:lnTo>
                  <a:cubicBezTo>
                    <a:pt x="6473" y="92"/>
                    <a:pt x="6386"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87"/>
            <p:cNvSpPr/>
            <p:nvPr/>
          </p:nvSpPr>
          <p:spPr>
            <a:xfrm>
              <a:off x="6817306" y="3225801"/>
              <a:ext cx="10622" cy="33335"/>
            </a:xfrm>
            <a:custGeom>
              <a:rect b="b" l="l" r="r" t="t"/>
              <a:pathLst>
                <a:path extrusionOk="0" h="1271" w="405">
                  <a:moveTo>
                    <a:pt x="203" y="0"/>
                  </a:moveTo>
                  <a:cubicBezTo>
                    <a:pt x="87" y="0"/>
                    <a:pt x="1" y="87"/>
                    <a:pt x="1" y="202"/>
                  </a:cubicBezTo>
                  <a:lnTo>
                    <a:pt x="1" y="1068"/>
                  </a:lnTo>
                  <a:cubicBezTo>
                    <a:pt x="1" y="1203"/>
                    <a:pt x="102" y="1271"/>
                    <a:pt x="203" y="1271"/>
                  </a:cubicBezTo>
                  <a:cubicBezTo>
                    <a:pt x="304" y="1271"/>
                    <a:pt x="405" y="1203"/>
                    <a:pt x="405" y="1068"/>
                  </a:cubicBezTo>
                  <a:lnTo>
                    <a:pt x="405" y="202"/>
                  </a:lnTo>
                  <a:cubicBezTo>
                    <a:pt x="405" y="87"/>
                    <a:pt x="313"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87"/>
            <p:cNvSpPr/>
            <p:nvPr/>
          </p:nvSpPr>
          <p:spPr>
            <a:xfrm>
              <a:off x="6851376" y="2953088"/>
              <a:ext cx="169639" cy="177062"/>
            </a:xfrm>
            <a:custGeom>
              <a:rect b="b" l="l" r="r" t="t"/>
              <a:pathLst>
                <a:path extrusionOk="0" h="6751" w="6468">
                  <a:moveTo>
                    <a:pt x="852" y="0"/>
                  </a:moveTo>
                  <a:cubicBezTo>
                    <a:pt x="381" y="0"/>
                    <a:pt x="1" y="380"/>
                    <a:pt x="1" y="852"/>
                  </a:cubicBezTo>
                  <a:lnTo>
                    <a:pt x="1" y="4316"/>
                  </a:lnTo>
                  <a:cubicBezTo>
                    <a:pt x="1" y="4788"/>
                    <a:pt x="381" y="5168"/>
                    <a:pt x="852" y="5168"/>
                  </a:cubicBezTo>
                  <a:lnTo>
                    <a:pt x="1242" y="5168"/>
                  </a:lnTo>
                  <a:lnTo>
                    <a:pt x="939" y="6361"/>
                  </a:lnTo>
                  <a:cubicBezTo>
                    <a:pt x="885" y="6575"/>
                    <a:pt x="1054" y="6750"/>
                    <a:pt x="1241" y="6750"/>
                  </a:cubicBezTo>
                  <a:cubicBezTo>
                    <a:pt x="1303" y="6750"/>
                    <a:pt x="1367" y="6731"/>
                    <a:pt x="1425" y="6688"/>
                  </a:cubicBezTo>
                  <a:lnTo>
                    <a:pt x="3508" y="5173"/>
                  </a:lnTo>
                  <a:lnTo>
                    <a:pt x="5616" y="5173"/>
                  </a:lnTo>
                  <a:cubicBezTo>
                    <a:pt x="6083" y="5173"/>
                    <a:pt x="6463" y="4793"/>
                    <a:pt x="6468" y="4321"/>
                  </a:cubicBezTo>
                  <a:lnTo>
                    <a:pt x="6468" y="852"/>
                  </a:lnTo>
                  <a:cubicBezTo>
                    <a:pt x="6463" y="380"/>
                    <a:pt x="6083" y="0"/>
                    <a:pt x="5616" y="0"/>
                  </a:cubicBezTo>
                  <a:lnTo>
                    <a:pt x="4533" y="0"/>
                  </a:lnTo>
                  <a:cubicBezTo>
                    <a:pt x="4259" y="0"/>
                    <a:pt x="4259" y="404"/>
                    <a:pt x="4533" y="404"/>
                  </a:cubicBezTo>
                  <a:lnTo>
                    <a:pt x="5616" y="404"/>
                  </a:lnTo>
                  <a:cubicBezTo>
                    <a:pt x="5861" y="404"/>
                    <a:pt x="6064" y="606"/>
                    <a:pt x="6064" y="852"/>
                  </a:cubicBezTo>
                  <a:lnTo>
                    <a:pt x="6064" y="4321"/>
                  </a:lnTo>
                  <a:cubicBezTo>
                    <a:pt x="6064" y="4566"/>
                    <a:pt x="5861" y="4769"/>
                    <a:pt x="5616" y="4769"/>
                  </a:cubicBezTo>
                  <a:lnTo>
                    <a:pt x="3451" y="4769"/>
                  </a:lnTo>
                  <a:cubicBezTo>
                    <a:pt x="3445" y="4768"/>
                    <a:pt x="3440" y="4768"/>
                    <a:pt x="3434" y="4768"/>
                  </a:cubicBezTo>
                  <a:cubicBezTo>
                    <a:pt x="3397" y="4768"/>
                    <a:pt x="3360" y="4782"/>
                    <a:pt x="3330" y="4807"/>
                  </a:cubicBezTo>
                  <a:lnTo>
                    <a:pt x="1396" y="6212"/>
                  </a:lnTo>
                  <a:lnTo>
                    <a:pt x="1396" y="6212"/>
                  </a:lnTo>
                  <a:lnTo>
                    <a:pt x="1699" y="5019"/>
                  </a:lnTo>
                  <a:cubicBezTo>
                    <a:pt x="1728" y="4889"/>
                    <a:pt x="1632" y="4769"/>
                    <a:pt x="1502" y="4769"/>
                  </a:cubicBezTo>
                  <a:lnTo>
                    <a:pt x="852" y="4769"/>
                  </a:lnTo>
                  <a:cubicBezTo>
                    <a:pt x="602" y="4769"/>
                    <a:pt x="405" y="4566"/>
                    <a:pt x="405" y="4321"/>
                  </a:cubicBezTo>
                  <a:lnTo>
                    <a:pt x="405" y="852"/>
                  </a:lnTo>
                  <a:cubicBezTo>
                    <a:pt x="405" y="606"/>
                    <a:pt x="602" y="404"/>
                    <a:pt x="852" y="404"/>
                  </a:cubicBezTo>
                  <a:lnTo>
                    <a:pt x="1935" y="404"/>
                  </a:lnTo>
                  <a:cubicBezTo>
                    <a:pt x="2204" y="404"/>
                    <a:pt x="2204" y="0"/>
                    <a:pt x="19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87"/>
            <p:cNvSpPr/>
            <p:nvPr/>
          </p:nvSpPr>
          <p:spPr>
            <a:xfrm>
              <a:off x="6919148" y="2918992"/>
              <a:ext cx="33729" cy="101500"/>
            </a:xfrm>
            <a:custGeom>
              <a:rect b="b" l="l" r="r" t="t"/>
              <a:pathLst>
                <a:path extrusionOk="0" h="3870" w="1286">
                  <a:moveTo>
                    <a:pt x="867" y="405"/>
                  </a:moveTo>
                  <a:lnTo>
                    <a:pt x="669" y="3465"/>
                  </a:lnTo>
                  <a:lnTo>
                    <a:pt x="621" y="3465"/>
                  </a:lnTo>
                  <a:lnTo>
                    <a:pt x="429" y="405"/>
                  </a:lnTo>
                  <a:close/>
                  <a:moveTo>
                    <a:pt x="212" y="1"/>
                  </a:moveTo>
                  <a:cubicBezTo>
                    <a:pt x="97" y="1"/>
                    <a:pt x="1" y="97"/>
                    <a:pt x="10" y="218"/>
                  </a:cubicBezTo>
                  <a:lnTo>
                    <a:pt x="227" y="3682"/>
                  </a:lnTo>
                  <a:cubicBezTo>
                    <a:pt x="232" y="3788"/>
                    <a:pt x="323" y="3870"/>
                    <a:pt x="429" y="3870"/>
                  </a:cubicBezTo>
                  <a:lnTo>
                    <a:pt x="862" y="3870"/>
                  </a:lnTo>
                  <a:cubicBezTo>
                    <a:pt x="968" y="3870"/>
                    <a:pt x="1054" y="3788"/>
                    <a:pt x="1064" y="3682"/>
                  </a:cubicBezTo>
                  <a:lnTo>
                    <a:pt x="1281" y="218"/>
                  </a:lnTo>
                  <a:cubicBezTo>
                    <a:pt x="1285" y="97"/>
                    <a:pt x="1194" y="1"/>
                    <a:pt x="10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87"/>
            <p:cNvSpPr/>
            <p:nvPr/>
          </p:nvSpPr>
          <p:spPr>
            <a:xfrm>
              <a:off x="6919410" y="3026945"/>
              <a:ext cx="39027" cy="33440"/>
            </a:xfrm>
            <a:custGeom>
              <a:rect b="b" l="l" r="r" t="t"/>
              <a:pathLst>
                <a:path extrusionOk="0" h="1275" w="1488">
                  <a:moveTo>
                    <a:pt x="635" y="403"/>
                  </a:moveTo>
                  <a:lnTo>
                    <a:pt x="635" y="408"/>
                  </a:lnTo>
                  <a:cubicBezTo>
                    <a:pt x="842" y="408"/>
                    <a:pt x="943" y="658"/>
                    <a:pt x="799" y="803"/>
                  </a:cubicBezTo>
                  <a:cubicBezTo>
                    <a:pt x="752" y="849"/>
                    <a:pt x="694" y="870"/>
                    <a:pt x="637" y="870"/>
                  </a:cubicBezTo>
                  <a:cubicBezTo>
                    <a:pt x="519" y="870"/>
                    <a:pt x="404" y="779"/>
                    <a:pt x="404" y="639"/>
                  </a:cubicBezTo>
                  <a:cubicBezTo>
                    <a:pt x="404" y="509"/>
                    <a:pt x="505" y="403"/>
                    <a:pt x="635" y="403"/>
                  </a:cubicBezTo>
                  <a:close/>
                  <a:moveTo>
                    <a:pt x="640" y="0"/>
                  </a:moveTo>
                  <a:cubicBezTo>
                    <a:pt x="314" y="0"/>
                    <a:pt x="0" y="254"/>
                    <a:pt x="0" y="639"/>
                  </a:cubicBezTo>
                  <a:cubicBezTo>
                    <a:pt x="0" y="990"/>
                    <a:pt x="284" y="1274"/>
                    <a:pt x="635" y="1274"/>
                  </a:cubicBezTo>
                  <a:cubicBezTo>
                    <a:pt x="1203" y="1274"/>
                    <a:pt x="1487" y="591"/>
                    <a:pt x="1083" y="187"/>
                  </a:cubicBezTo>
                  <a:cubicBezTo>
                    <a:pt x="954" y="58"/>
                    <a:pt x="796" y="0"/>
                    <a:pt x="6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0" name="Google Shape;16600;p87"/>
          <p:cNvGrpSpPr/>
          <p:nvPr/>
        </p:nvGrpSpPr>
        <p:grpSpPr>
          <a:xfrm>
            <a:off x="7972418" y="2907636"/>
            <a:ext cx="362726" cy="362857"/>
            <a:chOff x="7972418" y="2907636"/>
            <a:chExt cx="362726" cy="362857"/>
          </a:xfrm>
        </p:grpSpPr>
        <p:sp>
          <p:nvSpPr>
            <p:cNvPr id="16601" name="Google Shape;16601;p87"/>
            <p:cNvSpPr/>
            <p:nvPr/>
          </p:nvSpPr>
          <p:spPr>
            <a:xfrm>
              <a:off x="8158817" y="2930375"/>
              <a:ext cx="75352" cy="74591"/>
            </a:xfrm>
            <a:custGeom>
              <a:rect b="b" l="l" r="r" t="t"/>
              <a:pathLst>
                <a:path extrusionOk="0" h="2844" w="2873">
                  <a:moveTo>
                    <a:pt x="698" y="322"/>
                  </a:moveTo>
                  <a:cubicBezTo>
                    <a:pt x="794" y="322"/>
                    <a:pt x="875" y="398"/>
                    <a:pt x="876" y="498"/>
                  </a:cubicBezTo>
                  <a:lnTo>
                    <a:pt x="876" y="498"/>
                  </a:lnTo>
                  <a:cubicBezTo>
                    <a:pt x="875" y="593"/>
                    <a:pt x="793" y="674"/>
                    <a:pt x="698" y="674"/>
                  </a:cubicBezTo>
                  <a:lnTo>
                    <a:pt x="549" y="674"/>
                  </a:lnTo>
                  <a:cubicBezTo>
                    <a:pt x="313" y="674"/>
                    <a:pt x="313" y="322"/>
                    <a:pt x="549" y="322"/>
                  </a:cubicBezTo>
                  <a:close/>
                  <a:moveTo>
                    <a:pt x="1444" y="322"/>
                  </a:moveTo>
                  <a:cubicBezTo>
                    <a:pt x="1544" y="322"/>
                    <a:pt x="1621" y="398"/>
                    <a:pt x="1622" y="498"/>
                  </a:cubicBezTo>
                  <a:lnTo>
                    <a:pt x="1622" y="498"/>
                  </a:lnTo>
                  <a:cubicBezTo>
                    <a:pt x="1621" y="593"/>
                    <a:pt x="1544" y="674"/>
                    <a:pt x="1444" y="674"/>
                  </a:cubicBezTo>
                  <a:lnTo>
                    <a:pt x="1295" y="674"/>
                  </a:lnTo>
                  <a:cubicBezTo>
                    <a:pt x="1059" y="674"/>
                    <a:pt x="1059" y="322"/>
                    <a:pt x="1295" y="322"/>
                  </a:cubicBezTo>
                  <a:close/>
                  <a:moveTo>
                    <a:pt x="0" y="0"/>
                  </a:moveTo>
                  <a:lnTo>
                    <a:pt x="0" y="2844"/>
                  </a:lnTo>
                  <a:lnTo>
                    <a:pt x="2060" y="2844"/>
                  </a:lnTo>
                  <a:lnTo>
                    <a:pt x="2031" y="2781"/>
                  </a:lnTo>
                  <a:cubicBezTo>
                    <a:pt x="1988" y="2695"/>
                    <a:pt x="1939" y="2613"/>
                    <a:pt x="1882" y="2536"/>
                  </a:cubicBezTo>
                  <a:cubicBezTo>
                    <a:pt x="1319" y="1761"/>
                    <a:pt x="1733" y="1391"/>
                    <a:pt x="1752" y="1376"/>
                  </a:cubicBezTo>
                  <a:lnTo>
                    <a:pt x="1757" y="1376"/>
                  </a:lnTo>
                  <a:cubicBezTo>
                    <a:pt x="1867" y="1280"/>
                    <a:pt x="2016" y="1227"/>
                    <a:pt x="2166" y="1222"/>
                  </a:cubicBezTo>
                  <a:cubicBezTo>
                    <a:pt x="2209" y="1222"/>
                    <a:pt x="2252" y="1227"/>
                    <a:pt x="2296" y="1237"/>
                  </a:cubicBezTo>
                  <a:cubicBezTo>
                    <a:pt x="2459" y="1275"/>
                    <a:pt x="2623" y="1376"/>
                    <a:pt x="2786" y="1540"/>
                  </a:cubicBezTo>
                  <a:lnTo>
                    <a:pt x="2859" y="1617"/>
                  </a:lnTo>
                  <a:lnTo>
                    <a:pt x="2859" y="140"/>
                  </a:lnTo>
                  <a:cubicBezTo>
                    <a:pt x="2859" y="111"/>
                    <a:pt x="2863" y="82"/>
                    <a:pt x="2868" y="53"/>
                  </a:cubicBezTo>
                  <a:lnTo>
                    <a:pt x="2873"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87"/>
            <p:cNvSpPr/>
            <p:nvPr/>
          </p:nvSpPr>
          <p:spPr>
            <a:xfrm>
              <a:off x="7994239" y="3008480"/>
              <a:ext cx="74486" cy="75614"/>
            </a:xfrm>
            <a:custGeom>
              <a:rect b="b" l="l" r="r" t="t"/>
              <a:pathLst>
                <a:path extrusionOk="0" h="2883" w="2840">
                  <a:moveTo>
                    <a:pt x="494" y="1253"/>
                  </a:moveTo>
                  <a:cubicBezTo>
                    <a:pt x="582" y="1253"/>
                    <a:pt x="670" y="1312"/>
                    <a:pt x="670" y="1430"/>
                  </a:cubicBezTo>
                  <a:lnTo>
                    <a:pt x="670" y="1584"/>
                  </a:lnTo>
                  <a:cubicBezTo>
                    <a:pt x="670" y="1680"/>
                    <a:pt x="593" y="1757"/>
                    <a:pt x="492" y="1757"/>
                  </a:cubicBezTo>
                  <a:cubicBezTo>
                    <a:pt x="395" y="1757"/>
                    <a:pt x="318" y="1680"/>
                    <a:pt x="318" y="1584"/>
                  </a:cubicBezTo>
                  <a:lnTo>
                    <a:pt x="318" y="1430"/>
                  </a:lnTo>
                  <a:cubicBezTo>
                    <a:pt x="318" y="1312"/>
                    <a:pt x="406" y="1253"/>
                    <a:pt x="494" y="1253"/>
                  </a:cubicBezTo>
                  <a:close/>
                  <a:moveTo>
                    <a:pt x="492" y="2002"/>
                  </a:moveTo>
                  <a:cubicBezTo>
                    <a:pt x="593" y="2002"/>
                    <a:pt x="670" y="2079"/>
                    <a:pt x="670" y="2180"/>
                  </a:cubicBezTo>
                  <a:lnTo>
                    <a:pt x="670" y="2329"/>
                  </a:lnTo>
                  <a:cubicBezTo>
                    <a:pt x="670" y="2447"/>
                    <a:pt x="582" y="2506"/>
                    <a:pt x="494" y="2506"/>
                  </a:cubicBezTo>
                  <a:cubicBezTo>
                    <a:pt x="406" y="2506"/>
                    <a:pt x="318" y="2447"/>
                    <a:pt x="318" y="2329"/>
                  </a:cubicBezTo>
                  <a:lnTo>
                    <a:pt x="318" y="2180"/>
                  </a:lnTo>
                  <a:cubicBezTo>
                    <a:pt x="318" y="2079"/>
                    <a:pt x="395" y="2002"/>
                    <a:pt x="492" y="2002"/>
                  </a:cubicBezTo>
                  <a:close/>
                  <a:moveTo>
                    <a:pt x="1" y="0"/>
                  </a:moveTo>
                  <a:lnTo>
                    <a:pt x="1" y="2883"/>
                  </a:lnTo>
                  <a:lnTo>
                    <a:pt x="2840" y="2883"/>
                  </a:lnTo>
                  <a:lnTo>
                    <a:pt x="2840" y="814"/>
                  </a:lnTo>
                  <a:lnTo>
                    <a:pt x="2777" y="843"/>
                  </a:lnTo>
                  <a:cubicBezTo>
                    <a:pt x="2691" y="886"/>
                    <a:pt x="2604" y="934"/>
                    <a:pt x="2527" y="997"/>
                  </a:cubicBezTo>
                  <a:cubicBezTo>
                    <a:pt x="2262" y="1189"/>
                    <a:pt x="2012" y="1290"/>
                    <a:pt x="1791" y="1290"/>
                  </a:cubicBezTo>
                  <a:cubicBezTo>
                    <a:pt x="1785" y="1290"/>
                    <a:pt x="1779" y="1290"/>
                    <a:pt x="1772" y="1290"/>
                  </a:cubicBezTo>
                  <a:cubicBezTo>
                    <a:pt x="1621" y="1290"/>
                    <a:pt x="1479" y="1233"/>
                    <a:pt x="1372" y="1126"/>
                  </a:cubicBezTo>
                  <a:lnTo>
                    <a:pt x="1372" y="1122"/>
                  </a:lnTo>
                  <a:cubicBezTo>
                    <a:pt x="1242" y="972"/>
                    <a:pt x="1189" y="770"/>
                    <a:pt x="1228" y="578"/>
                  </a:cubicBezTo>
                  <a:cubicBezTo>
                    <a:pt x="1266" y="419"/>
                    <a:pt x="1367" y="256"/>
                    <a:pt x="1531" y="92"/>
                  </a:cubicBezTo>
                  <a:lnTo>
                    <a:pt x="1608" y="15"/>
                  </a:lnTo>
                  <a:lnTo>
                    <a:pt x="136" y="15"/>
                  </a:lnTo>
                  <a:cubicBezTo>
                    <a:pt x="107" y="15"/>
                    <a:pt x="78" y="15"/>
                    <a:pt x="49" y="10"/>
                  </a:cubicBezTo>
                  <a:lnTo>
                    <a:pt x="1"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87"/>
            <p:cNvSpPr/>
            <p:nvPr/>
          </p:nvSpPr>
          <p:spPr>
            <a:xfrm>
              <a:off x="8237814" y="3095057"/>
              <a:ext cx="79023" cy="75483"/>
            </a:xfrm>
            <a:custGeom>
              <a:rect b="b" l="l" r="r" t="t"/>
              <a:pathLst>
                <a:path extrusionOk="0" h="2878" w="3013">
                  <a:moveTo>
                    <a:pt x="2346" y="372"/>
                  </a:moveTo>
                  <a:cubicBezTo>
                    <a:pt x="2434" y="372"/>
                    <a:pt x="2522" y="431"/>
                    <a:pt x="2522" y="549"/>
                  </a:cubicBezTo>
                  <a:lnTo>
                    <a:pt x="2522" y="703"/>
                  </a:lnTo>
                  <a:cubicBezTo>
                    <a:pt x="2517" y="799"/>
                    <a:pt x="2440" y="876"/>
                    <a:pt x="2344" y="876"/>
                  </a:cubicBezTo>
                  <a:cubicBezTo>
                    <a:pt x="2248" y="876"/>
                    <a:pt x="2171" y="799"/>
                    <a:pt x="2171" y="703"/>
                  </a:cubicBezTo>
                  <a:lnTo>
                    <a:pt x="2171" y="549"/>
                  </a:lnTo>
                  <a:cubicBezTo>
                    <a:pt x="2171" y="431"/>
                    <a:pt x="2258" y="372"/>
                    <a:pt x="2346" y="372"/>
                  </a:cubicBezTo>
                  <a:close/>
                  <a:moveTo>
                    <a:pt x="2344" y="1117"/>
                  </a:moveTo>
                  <a:lnTo>
                    <a:pt x="2344" y="1121"/>
                  </a:lnTo>
                  <a:cubicBezTo>
                    <a:pt x="2440" y="1121"/>
                    <a:pt x="2522" y="1198"/>
                    <a:pt x="2522" y="1300"/>
                  </a:cubicBezTo>
                  <a:lnTo>
                    <a:pt x="2522" y="1444"/>
                  </a:lnTo>
                  <a:cubicBezTo>
                    <a:pt x="2522" y="1562"/>
                    <a:pt x="2434" y="1621"/>
                    <a:pt x="2346" y="1621"/>
                  </a:cubicBezTo>
                  <a:cubicBezTo>
                    <a:pt x="2258" y="1621"/>
                    <a:pt x="2171" y="1562"/>
                    <a:pt x="2171" y="1444"/>
                  </a:cubicBezTo>
                  <a:lnTo>
                    <a:pt x="2171" y="1295"/>
                  </a:lnTo>
                  <a:cubicBezTo>
                    <a:pt x="2171" y="1198"/>
                    <a:pt x="2248" y="1121"/>
                    <a:pt x="2344" y="1117"/>
                  </a:cubicBezTo>
                  <a:close/>
                  <a:moveTo>
                    <a:pt x="0" y="0"/>
                  </a:moveTo>
                  <a:lnTo>
                    <a:pt x="0" y="2065"/>
                  </a:lnTo>
                  <a:lnTo>
                    <a:pt x="58" y="2036"/>
                  </a:lnTo>
                  <a:cubicBezTo>
                    <a:pt x="145" y="1992"/>
                    <a:pt x="227" y="1939"/>
                    <a:pt x="308" y="1887"/>
                  </a:cubicBezTo>
                  <a:cubicBezTo>
                    <a:pt x="573" y="1689"/>
                    <a:pt x="823" y="1588"/>
                    <a:pt x="1045" y="1588"/>
                  </a:cubicBezTo>
                  <a:cubicBezTo>
                    <a:pt x="1051" y="1588"/>
                    <a:pt x="1057" y="1588"/>
                    <a:pt x="1062" y="1588"/>
                  </a:cubicBezTo>
                  <a:cubicBezTo>
                    <a:pt x="1210" y="1588"/>
                    <a:pt x="1357" y="1645"/>
                    <a:pt x="1463" y="1752"/>
                  </a:cubicBezTo>
                  <a:lnTo>
                    <a:pt x="1463" y="1757"/>
                  </a:lnTo>
                  <a:cubicBezTo>
                    <a:pt x="1593" y="1906"/>
                    <a:pt x="1646" y="2108"/>
                    <a:pt x="1603" y="2300"/>
                  </a:cubicBezTo>
                  <a:cubicBezTo>
                    <a:pt x="1569" y="2459"/>
                    <a:pt x="1468" y="2628"/>
                    <a:pt x="1304" y="2786"/>
                  </a:cubicBezTo>
                  <a:lnTo>
                    <a:pt x="1227" y="2863"/>
                  </a:lnTo>
                  <a:lnTo>
                    <a:pt x="2873" y="2863"/>
                  </a:lnTo>
                  <a:cubicBezTo>
                    <a:pt x="2902" y="2863"/>
                    <a:pt x="2931" y="2863"/>
                    <a:pt x="2960" y="2868"/>
                  </a:cubicBezTo>
                  <a:lnTo>
                    <a:pt x="3013" y="2878"/>
                  </a:lnTo>
                  <a:lnTo>
                    <a:pt x="3013"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87"/>
            <p:cNvSpPr/>
            <p:nvPr/>
          </p:nvSpPr>
          <p:spPr>
            <a:xfrm>
              <a:off x="8072240" y="3173923"/>
              <a:ext cx="75483" cy="79155"/>
            </a:xfrm>
            <a:custGeom>
              <a:rect b="b" l="l" r="r" t="t"/>
              <a:pathLst>
                <a:path extrusionOk="0" h="3018" w="2878">
                  <a:moveTo>
                    <a:pt x="1579" y="2171"/>
                  </a:moveTo>
                  <a:cubicBezTo>
                    <a:pt x="1815" y="2171"/>
                    <a:pt x="1815" y="2522"/>
                    <a:pt x="1579" y="2522"/>
                  </a:cubicBezTo>
                  <a:lnTo>
                    <a:pt x="1430" y="2522"/>
                  </a:lnTo>
                  <a:cubicBezTo>
                    <a:pt x="1333" y="2522"/>
                    <a:pt x="1252" y="2445"/>
                    <a:pt x="1252" y="2349"/>
                  </a:cubicBezTo>
                  <a:cubicBezTo>
                    <a:pt x="1252" y="2253"/>
                    <a:pt x="1333" y="2171"/>
                    <a:pt x="1430" y="2171"/>
                  </a:cubicBezTo>
                  <a:close/>
                  <a:moveTo>
                    <a:pt x="2329" y="2171"/>
                  </a:moveTo>
                  <a:cubicBezTo>
                    <a:pt x="2560" y="2171"/>
                    <a:pt x="2560" y="2522"/>
                    <a:pt x="2329" y="2522"/>
                  </a:cubicBezTo>
                  <a:lnTo>
                    <a:pt x="2175" y="2522"/>
                  </a:lnTo>
                  <a:cubicBezTo>
                    <a:pt x="2079" y="2522"/>
                    <a:pt x="2002" y="2445"/>
                    <a:pt x="2002" y="2349"/>
                  </a:cubicBezTo>
                  <a:cubicBezTo>
                    <a:pt x="2002" y="2253"/>
                    <a:pt x="2079" y="2171"/>
                    <a:pt x="2175" y="2171"/>
                  </a:cubicBezTo>
                  <a:close/>
                  <a:moveTo>
                    <a:pt x="814" y="1"/>
                  </a:moveTo>
                  <a:lnTo>
                    <a:pt x="843" y="68"/>
                  </a:lnTo>
                  <a:cubicBezTo>
                    <a:pt x="886" y="155"/>
                    <a:pt x="934" y="236"/>
                    <a:pt x="992" y="313"/>
                  </a:cubicBezTo>
                  <a:cubicBezTo>
                    <a:pt x="1555" y="1088"/>
                    <a:pt x="1141" y="1459"/>
                    <a:pt x="1122" y="1473"/>
                  </a:cubicBezTo>
                  <a:lnTo>
                    <a:pt x="1117" y="1473"/>
                  </a:lnTo>
                  <a:cubicBezTo>
                    <a:pt x="1006" y="1569"/>
                    <a:pt x="862" y="1622"/>
                    <a:pt x="708" y="1627"/>
                  </a:cubicBezTo>
                  <a:cubicBezTo>
                    <a:pt x="665" y="1627"/>
                    <a:pt x="621" y="1622"/>
                    <a:pt x="578" y="1613"/>
                  </a:cubicBezTo>
                  <a:cubicBezTo>
                    <a:pt x="414" y="1579"/>
                    <a:pt x="251" y="1478"/>
                    <a:pt x="92" y="1309"/>
                  </a:cubicBezTo>
                  <a:lnTo>
                    <a:pt x="15" y="1232"/>
                  </a:lnTo>
                  <a:lnTo>
                    <a:pt x="15" y="2883"/>
                  </a:lnTo>
                  <a:cubicBezTo>
                    <a:pt x="15" y="2912"/>
                    <a:pt x="10" y="2941"/>
                    <a:pt x="5" y="2970"/>
                  </a:cubicBezTo>
                  <a:lnTo>
                    <a:pt x="0" y="3018"/>
                  </a:lnTo>
                  <a:lnTo>
                    <a:pt x="2878" y="3018"/>
                  </a:lnTo>
                  <a:lnTo>
                    <a:pt x="2878"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87"/>
            <p:cNvSpPr/>
            <p:nvPr/>
          </p:nvSpPr>
          <p:spPr>
            <a:xfrm>
              <a:off x="8208780" y="2918494"/>
              <a:ext cx="108320" cy="141996"/>
            </a:xfrm>
            <a:custGeom>
              <a:rect b="b" l="l" r="r" t="t"/>
              <a:pathLst>
                <a:path extrusionOk="0" h="5414" w="4130">
                  <a:moveTo>
                    <a:pt x="2310" y="1"/>
                  </a:moveTo>
                  <a:cubicBezTo>
                    <a:pt x="2195" y="1"/>
                    <a:pt x="2099" y="97"/>
                    <a:pt x="2099" y="212"/>
                  </a:cubicBezTo>
                  <a:lnTo>
                    <a:pt x="2099" y="2469"/>
                  </a:lnTo>
                  <a:cubicBezTo>
                    <a:pt x="2099" y="2585"/>
                    <a:pt x="2011" y="2642"/>
                    <a:pt x="1923" y="2642"/>
                  </a:cubicBezTo>
                  <a:cubicBezTo>
                    <a:pt x="1835" y="2642"/>
                    <a:pt x="1747" y="2585"/>
                    <a:pt x="1747" y="2469"/>
                  </a:cubicBezTo>
                  <a:lnTo>
                    <a:pt x="1747" y="593"/>
                  </a:lnTo>
                  <a:cubicBezTo>
                    <a:pt x="1747" y="472"/>
                    <a:pt x="1651" y="381"/>
                    <a:pt x="1536" y="381"/>
                  </a:cubicBezTo>
                  <a:lnTo>
                    <a:pt x="1516" y="381"/>
                  </a:lnTo>
                  <a:cubicBezTo>
                    <a:pt x="1514" y="381"/>
                    <a:pt x="1511" y="381"/>
                    <a:pt x="1508" y="381"/>
                  </a:cubicBezTo>
                  <a:cubicBezTo>
                    <a:pt x="1396" y="381"/>
                    <a:pt x="1305" y="475"/>
                    <a:pt x="1305" y="593"/>
                  </a:cubicBezTo>
                  <a:lnTo>
                    <a:pt x="1305" y="2614"/>
                  </a:lnTo>
                  <a:lnTo>
                    <a:pt x="1305" y="2618"/>
                  </a:lnTo>
                  <a:lnTo>
                    <a:pt x="1305" y="2628"/>
                  </a:lnTo>
                  <a:cubicBezTo>
                    <a:pt x="1314" y="2745"/>
                    <a:pt x="1221" y="2817"/>
                    <a:pt x="1128" y="2817"/>
                  </a:cubicBezTo>
                  <a:cubicBezTo>
                    <a:pt x="1067" y="2817"/>
                    <a:pt x="1007" y="2787"/>
                    <a:pt x="973" y="2719"/>
                  </a:cubicBezTo>
                  <a:cubicBezTo>
                    <a:pt x="848" y="2474"/>
                    <a:pt x="569" y="2084"/>
                    <a:pt x="318" y="2031"/>
                  </a:cubicBezTo>
                  <a:cubicBezTo>
                    <a:pt x="299" y="2026"/>
                    <a:pt x="280" y="2022"/>
                    <a:pt x="261" y="2022"/>
                  </a:cubicBezTo>
                  <a:cubicBezTo>
                    <a:pt x="193" y="2022"/>
                    <a:pt x="131" y="2046"/>
                    <a:pt x="78" y="2089"/>
                  </a:cubicBezTo>
                  <a:lnTo>
                    <a:pt x="73" y="2099"/>
                  </a:lnTo>
                  <a:cubicBezTo>
                    <a:pt x="1" y="2190"/>
                    <a:pt x="1" y="2426"/>
                    <a:pt x="261" y="2777"/>
                  </a:cubicBezTo>
                  <a:cubicBezTo>
                    <a:pt x="443" y="3027"/>
                    <a:pt x="564" y="3326"/>
                    <a:pt x="607" y="3634"/>
                  </a:cubicBezTo>
                  <a:cubicBezTo>
                    <a:pt x="665" y="3966"/>
                    <a:pt x="713" y="4230"/>
                    <a:pt x="1343" y="4707"/>
                  </a:cubicBezTo>
                  <a:cubicBezTo>
                    <a:pt x="1387" y="4735"/>
                    <a:pt x="1411" y="4788"/>
                    <a:pt x="1411" y="4846"/>
                  </a:cubicBezTo>
                  <a:lnTo>
                    <a:pt x="1411" y="5414"/>
                  </a:lnTo>
                  <a:lnTo>
                    <a:pt x="3590" y="5414"/>
                  </a:lnTo>
                  <a:lnTo>
                    <a:pt x="3590" y="4581"/>
                  </a:lnTo>
                  <a:cubicBezTo>
                    <a:pt x="3590" y="4519"/>
                    <a:pt x="3624" y="4461"/>
                    <a:pt x="3677" y="4428"/>
                  </a:cubicBezTo>
                  <a:cubicBezTo>
                    <a:pt x="4023" y="4225"/>
                    <a:pt x="4129" y="3225"/>
                    <a:pt x="4120" y="2642"/>
                  </a:cubicBezTo>
                  <a:lnTo>
                    <a:pt x="4120" y="1521"/>
                  </a:lnTo>
                  <a:cubicBezTo>
                    <a:pt x="4120" y="1406"/>
                    <a:pt x="4023" y="1310"/>
                    <a:pt x="3903" y="1310"/>
                  </a:cubicBezTo>
                  <a:lnTo>
                    <a:pt x="3889" y="1310"/>
                  </a:lnTo>
                  <a:cubicBezTo>
                    <a:pt x="3773" y="1310"/>
                    <a:pt x="3677" y="1406"/>
                    <a:pt x="3677" y="1521"/>
                  </a:cubicBezTo>
                  <a:lnTo>
                    <a:pt x="3677" y="2469"/>
                  </a:lnTo>
                  <a:cubicBezTo>
                    <a:pt x="3677" y="2585"/>
                    <a:pt x="3589" y="2642"/>
                    <a:pt x="3501" y="2642"/>
                  </a:cubicBezTo>
                  <a:cubicBezTo>
                    <a:pt x="3414" y="2642"/>
                    <a:pt x="3326" y="2585"/>
                    <a:pt x="3326" y="2469"/>
                  </a:cubicBezTo>
                  <a:lnTo>
                    <a:pt x="3326" y="593"/>
                  </a:lnTo>
                  <a:cubicBezTo>
                    <a:pt x="3326" y="472"/>
                    <a:pt x="3229" y="381"/>
                    <a:pt x="3114" y="381"/>
                  </a:cubicBezTo>
                  <a:lnTo>
                    <a:pt x="3095" y="381"/>
                  </a:lnTo>
                  <a:cubicBezTo>
                    <a:pt x="2994" y="381"/>
                    <a:pt x="2907" y="448"/>
                    <a:pt x="2888" y="549"/>
                  </a:cubicBezTo>
                  <a:lnTo>
                    <a:pt x="2888" y="881"/>
                  </a:lnTo>
                  <a:cubicBezTo>
                    <a:pt x="2888" y="891"/>
                    <a:pt x="2888" y="901"/>
                    <a:pt x="2888" y="915"/>
                  </a:cubicBezTo>
                  <a:lnTo>
                    <a:pt x="2888" y="934"/>
                  </a:lnTo>
                  <a:cubicBezTo>
                    <a:pt x="2888" y="944"/>
                    <a:pt x="2888" y="953"/>
                    <a:pt x="2888" y="963"/>
                  </a:cubicBezTo>
                  <a:lnTo>
                    <a:pt x="2888" y="2469"/>
                  </a:lnTo>
                  <a:cubicBezTo>
                    <a:pt x="2888" y="2585"/>
                    <a:pt x="2800" y="2642"/>
                    <a:pt x="2712" y="2642"/>
                  </a:cubicBezTo>
                  <a:cubicBezTo>
                    <a:pt x="2624" y="2642"/>
                    <a:pt x="2537" y="2585"/>
                    <a:pt x="2537" y="2469"/>
                  </a:cubicBezTo>
                  <a:lnTo>
                    <a:pt x="2537" y="1103"/>
                  </a:lnTo>
                  <a:cubicBezTo>
                    <a:pt x="2537" y="1093"/>
                    <a:pt x="2537" y="1083"/>
                    <a:pt x="2537" y="1074"/>
                  </a:cubicBezTo>
                  <a:lnTo>
                    <a:pt x="2537" y="593"/>
                  </a:lnTo>
                  <a:cubicBezTo>
                    <a:pt x="2537" y="573"/>
                    <a:pt x="2537" y="549"/>
                    <a:pt x="2541" y="530"/>
                  </a:cubicBezTo>
                  <a:lnTo>
                    <a:pt x="2541" y="212"/>
                  </a:lnTo>
                  <a:cubicBezTo>
                    <a:pt x="2541" y="97"/>
                    <a:pt x="2445" y="1"/>
                    <a:pt x="2325"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87"/>
            <p:cNvSpPr/>
            <p:nvPr/>
          </p:nvSpPr>
          <p:spPr>
            <a:xfrm>
              <a:off x="7989334" y="3118531"/>
              <a:ext cx="108424" cy="141996"/>
            </a:xfrm>
            <a:custGeom>
              <a:rect b="b" l="l" r="r" t="t"/>
              <a:pathLst>
                <a:path extrusionOk="0" h="5414" w="4134">
                  <a:moveTo>
                    <a:pt x="539" y="0"/>
                  </a:moveTo>
                  <a:lnTo>
                    <a:pt x="539" y="833"/>
                  </a:lnTo>
                  <a:cubicBezTo>
                    <a:pt x="539" y="895"/>
                    <a:pt x="505" y="953"/>
                    <a:pt x="452" y="982"/>
                  </a:cubicBezTo>
                  <a:cubicBezTo>
                    <a:pt x="111" y="1189"/>
                    <a:pt x="0" y="2185"/>
                    <a:pt x="10" y="2772"/>
                  </a:cubicBezTo>
                  <a:lnTo>
                    <a:pt x="10" y="3893"/>
                  </a:lnTo>
                  <a:cubicBezTo>
                    <a:pt x="10" y="4008"/>
                    <a:pt x="106" y="4105"/>
                    <a:pt x="226" y="4105"/>
                  </a:cubicBezTo>
                  <a:lnTo>
                    <a:pt x="241" y="4105"/>
                  </a:lnTo>
                  <a:cubicBezTo>
                    <a:pt x="356" y="4105"/>
                    <a:pt x="452" y="4008"/>
                    <a:pt x="452" y="3893"/>
                  </a:cubicBezTo>
                  <a:lnTo>
                    <a:pt x="452" y="2945"/>
                  </a:lnTo>
                  <a:cubicBezTo>
                    <a:pt x="452" y="2827"/>
                    <a:pt x="540" y="2768"/>
                    <a:pt x="628" y="2768"/>
                  </a:cubicBezTo>
                  <a:cubicBezTo>
                    <a:pt x="716" y="2768"/>
                    <a:pt x="804" y="2827"/>
                    <a:pt x="804" y="2945"/>
                  </a:cubicBezTo>
                  <a:lnTo>
                    <a:pt x="804" y="4822"/>
                  </a:lnTo>
                  <a:cubicBezTo>
                    <a:pt x="804" y="4937"/>
                    <a:pt x="900" y="5033"/>
                    <a:pt x="1015" y="5033"/>
                  </a:cubicBezTo>
                  <a:lnTo>
                    <a:pt x="1035" y="5033"/>
                  </a:lnTo>
                  <a:cubicBezTo>
                    <a:pt x="1136" y="5033"/>
                    <a:pt x="1222" y="4961"/>
                    <a:pt x="1242" y="4865"/>
                  </a:cubicBezTo>
                  <a:lnTo>
                    <a:pt x="1242" y="4528"/>
                  </a:lnTo>
                  <a:cubicBezTo>
                    <a:pt x="1242" y="4519"/>
                    <a:pt x="1242" y="4509"/>
                    <a:pt x="1242" y="4499"/>
                  </a:cubicBezTo>
                  <a:lnTo>
                    <a:pt x="1242" y="4480"/>
                  </a:lnTo>
                  <a:cubicBezTo>
                    <a:pt x="1242" y="4466"/>
                    <a:pt x="1242" y="4456"/>
                    <a:pt x="1242" y="4446"/>
                  </a:cubicBezTo>
                  <a:lnTo>
                    <a:pt x="1242" y="2945"/>
                  </a:lnTo>
                  <a:cubicBezTo>
                    <a:pt x="1242" y="2827"/>
                    <a:pt x="1329" y="2768"/>
                    <a:pt x="1417" y="2768"/>
                  </a:cubicBezTo>
                  <a:cubicBezTo>
                    <a:pt x="1505" y="2768"/>
                    <a:pt x="1593" y="2827"/>
                    <a:pt x="1593" y="2945"/>
                  </a:cubicBezTo>
                  <a:lnTo>
                    <a:pt x="1593" y="4312"/>
                  </a:lnTo>
                  <a:cubicBezTo>
                    <a:pt x="1593" y="4321"/>
                    <a:pt x="1593" y="4331"/>
                    <a:pt x="1593" y="4340"/>
                  </a:cubicBezTo>
                  <a:lnTo>
                    <a:pt x="1593" y="4822"/>
                  </a:lnTo>
                  <a:cubicBezTo>
                    <a:pt x="1593" y="4841"/>
                    <a:pt x="1593" y="4860"/>
                    <a:pt x="1588" y="4879"/>
                  </a:cubicBezTo>
                  <a:lnTo>
                    <a:pt x="1588" y="5202"/>
                  </a:lnTo>
                  <a:cubicBezTo>
                    <a:pt x="1588" y="5317"/>
                    <a:pt x="1684" y="5414"/>
                    <a:pt x="1805" y="5414"/>
                  </a:cubicBezTo>
                  <a:lnTo>
                    <a:pt x="1819" y="5414"/>
                  </a:lnTo>
                  <a:cubicBezTo>
                    <a:pt x="1934" y="5414"/>
                    <a:pt x="2031" y="5317"/>
                    <a:pt x="2031" y="5202"/>
                  </a:cubicBezTo>
                  <a:lnTo>
                    <a:pt x="2031" y="2945"/>
                  </a:lnTo>
                  <a:cubicBezTo>
                    <a:pt x="2031" y="2827"/>
                    <a:pt x="2119" y="2768"/>
                    <a:pt x="2206" y="2768"/>
                  </a:cubicBezTo>
                  <a:cubicBezTo>
                    <a:pt x="2294" y="2768"/>
                    <a:pt x="2382" y="2827"/>
                    <a:pt x="2382" y="2945"/>
                  </a:cubicBezTo>
                  <a:lnTo>
                    <a:pt x="2382" y="4822"/>
                  </a:lnTo>
                  <a:cubicBezTo>
                    <a:pt x="2382" y="4937"/>
                    <a:pt x="2478" y="5033"/>
                    <a:pt x="2594" y="5033"/>
                  </a:cubicBezTo>
                  <a:lnTo>
                    <a:pt x="2608" y="5033"/>
                  </a:lnTo>
                  <a:cubicBezTo>
                    <a:pt x="2728" y="5033"/>
                    <a:pt x="2825" y="4937"/>
                    <a:pt x="2825" y="4822"/>
                  </a:cubicBezTo>
                  <a:lnTo>
                    <a:pt x="2825" y="2801"/>
                  </a:lnTo>
                  <a:lnTo>
                    <a:pt x="2825" y="2796"/>
                  </a:lnTo>
                  <a:lnTo>
                    <a:pt x="2825" y="2786"/>
                  </a:lnTo>
                  <a:cubicBezTo>
                    <a:pt x="2816" y="2668"/>
                    <a:pt x="2910" y="2596"/>
                    <a:pt x="3004" y="2596"/>
                  </a:cubicBezTo>
                  <a:cubicBezTo>
                    <a:pt x="3064" y="2596"/>
                    <a:pt x="3123" y="2625"/>
                    <a:pt x="3157" y="2690"/>
                  </a:cubicBezTo>
                  <a:cubicBezTo>
                    <a:pt x="3282" y="2940"/>
                    <a:pt x="3561" y="3325"/>
                    <a:pt x="3816" y="3383"/>
                  </a:cubicBezTo>
                  <a:cubicBezTo>
                    <a:pt x="3830" y="3388"/>
                    <a:pt x="3850" y="3388"/>
                    <a:pt x="3869" y="3388"/>
                  </a:cubicBezTo>
                  <a:cubicBezTo>
                    <a:pt x="3936" y="3388"/>
                    <a:pt x="3999" y="3364"/>
                    <a:pt x="4052" y="3320"/>
                  </a:cubicBezTo>
                  <a:lnTo>
                    <a:pt x="4056" y="3311"/>
                  </a:lnTo>
                  <a:cubicBezTo>
                    <a:pt x="4133" y="3219"/>
                    <a:pt x="4129" y="2984"/>
                    <a:pt x="3874" y="2632"/>
                  </a:cubicBezTo>
                  <a:cubicBezTo>
                    <a:pt x="3724" y="2440"/>
                    <a:pt x="3619" y="2214"/>
                    <a:pt x="3566" y="1973"/>
                  </a:cubicBezTo>
                  <a:cubicBezTo>
                    <a:pt x="3546" y="1906"/>
                    <a:pt x="3537" y="1838"/>
                    <a:pt x="3522" y="1781"/>
                  </a:cubicBezTo>
                  <a:cubicBezTo>
                    <a:pt x="3465" y="1449"/>
                    <a:pt x="3417" y="1184"/>
                    <a:pt x="2786" y="708"/>
                  </a:cubicBezTo>
                  <a:cubicBezTo>
                    <a:pt x="2743" y="674"/>
                    <a:pt x="2719" y="626"/>
                    <a:pt x="2719" y="568"/>
                  </a:cubicBezTo>
                  <a:lnTo>
                    <a:pt x="2719"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87"/>
            <p:cNvSpPr/>
            <p:nvPr/>
          </p:nvSpPr>
          <p:spPr>
            <a:xfrm>
              <a:off x="8182159" y="3145781"/>
              <a:ext cx="142127" cy="107297"/>
            </a:xfrm>
            <a:custGeom>
              <a:rect b="b" l="l" r="r" t="t"/>
              <a:pathLst>
                <a:path extrusionOk="0" h="4091" w="5419">
                  <a:moveTo>
                    <a:pt x="3171" y="1"/>
                  </a:moveTo>
                  <a:cubicBezTo>
                    <a:pt x="3070" y="1"/>
                    <a:pt x="2897" y="44"/>
                    <a:pt x="2642" y="232"/>
                  </a:cubicBezTo>
                  <a:cubicBezTo>
                    <a:pt x="2387" y="419"/>
                    <a:pt x="2094" y="535"/>
                    <a:pt x="1786" y="578"/>
                  </a:cubicBezTo>
                  <a:cubicBezTo>
                    <a:pt x="1449" y="636"/>
                    <a:pt x="1189" y="684"/>
                    <a:pt x="713" y="1314"/>
                  </a:cubicBezTo>
                  <a:cubicBezTo>
                    <a:pt x="679" y="1358"/>
                    <a:pt x="626" y="1382"/>
                    <a:pt x="573" y="1382"/>
                  </a:cubicBezTo>
                  <a:lnTo>
                    <a:pt x="1" y="1382"/>
                  </a:lnTo>
                  <a:lnTo>
                    <a:pt x="1" y="3561"/>
                  </a:lnTo>
                  <a:lnTo>
                    <a:pt x="838" y="3561"/>
                  </a:lnTo>
                  <a:cubicBezTo>
                    <a:pt x="900" y="3561"/>
                    <a:pt x="958" y="3595"/>
                    <a:pt x="987" y="3648"/>
                  </a:cubicBezTo>
                  <a:cubicBezTo>
                    <a:pt x="1194" y="3999"/>
                    <a:pt x="2185" y="4091"/>
                    <a:pt x="2681" y="4091"/>
                  </a:cubicBezTo>
                  <a:lnTo>
                    <a:pt x="3893" y="4091"/>
                  </a:lnTo>
                  <a:cubicBezTo>
                    <a:pt x="4009" y="4091"/>
                    <a:pt x="4105" y="3994"/>
                    <a:pt x="4105" y="3879"/>
                  </a:cubicBezTo>
                  <a:lnTo>
                    <a:pt x="4105" y="3860"/>
                  </a:lnTo>
                  <a:cubicBezTo>
                    <a:pt x="4105" y="3744"/>
                    <a:pt x="4009" y="3648"/>
                    <a:pt x="3893" y="3648"/>
                  </a:cubicBezTo>
                  <a:lnTo>
                    <a:pt x="2950" y="3648"/>
                  </a:lnTo>
                  <a:cubicBezTo>
                    <a:pt x="2714" y="3648"/>
                    <a:pt x="2714" y="3297"/>
                    <a:pt x="2950" y="3297"/>
                  </a:cubicBezTo>
                  <a:lnTo>
                    <a:pt x="4822" y="3297"/>
                  </a:lnTo>
                  <a:cubicBezTo>
                    <a:pt x="4942" y="3297"/>
                    <a:pt x="5038" y="3200"/>
                    <a:pt x="5038" y="3085"/>
                  </a:cubicBezTo>
                  <a:lnTo>
                    <a:pt x="5038" y="3071"/>
                  </a:lnTo>
                  <a:cubicBezTo>
                    <a:pt x="5038" y="2969"/>
                    <a:pt x="4966" y="2883"/>
                    <a:pt x="4870" y="2859"/>
                  </a:cubicBezTo>
                  <a:lnTo>
                    <a:pt x="4533" y="2859"/>
                  </a:lnTo>
                  <a:cubicBezTo>
                    <a:pt x="4528" y="2861"/>
                    <a:pt x="4524" y="2862"/>
                    <a:pt x="4519" y="2862"/>
                  </a:cubicBezTo>
                  <a:cubicBezTo>
                    <a:pt x="4514" y="2862"/>
                    <a:pt x="4509" y="2861"/>
                    <a:pt x="4504" y="2859"/>
                  </a:cubicBezTo>
                  <a:lnTo>
                    <a:pt x="4485" y="2859"/>
                  </a:lnTo>
                  <a:cubicBezTo>
                    <a:pt x="4478" y="2861"/>
                    <a:pt x="4472" y="2862"/>
                    <a:pt x="4466" y="2862"/>
                  </a:cubicBezTo>
                  <a:cubicBezTo>
                    <a:pt x="4461" y="2862"/>
                    <a:pt x="4456" y="2861"/>
                    <a:pt x="4451" y="2859"/>
                  </a:cubicBezTo>
                  <a:lnTo>
                    <a:pt x="2950" y="2859"/>
                  </a:lnTo>
                  <a:cubicBezTo>
                    <a:pt x="2714" y="2859"/>
                    <a:pt x="2714" y="2508"/>
                    <a:pt x="2950" y="2508"/>
                  </a:cubicBezTo>
                  <a:lnTo>
                    <a:pt x="4827" y="2508"/>
                  </a:lnTo>
                  <a:cubicBezTo>
                    <a:pt x="4846" y="2508"/>
                    <a:pt x="4865" y="2512"/>
                    <a:pt x="4884" y="2512"/>
                  </a:cubicBezTo>
                  <a:lnTo>
                    <a:pt x="5207" y="2512"/>
                  </a:lnTo>
                  <a:cubicBezTo>
                    <a:pt x="5322" y="2512"/>
                    <a:pt x="5419" y="2416"/>
                    <a:pt x="5419" y="2301"/>
                  </a:cubicBezTo>
                  <a:lnTo>
                    <a:pt x="5419" y="2286"/>
                  </a:lnTo>
                  <a:cubicBezTo>
                    <a:pt x="5419" y="2169"/>
                    <a:pt x="5327" y="2070"/>
                    <a:pt x="5210" y="2070"/>
                  </a:cubicBezTo>
                  <a:cubicBezTo>
                    <a:pt x="5208" y="2070"/>
                    <a:pt x="5205" y="2070"/>
                    <a:pt x="5202" y="2070"/>
                  </a:cubicBezTo>
                  <a:lnTo>
                    <a:pt x="2950" y="2070"/>
                  </a:lnTo>
                  <a:cubicBezTo>
                    <a:pt x="2714" y="2070"/>
                    <a:pt x="2714" y="1718"/>
                    <a:pt x="2950" y="1718"/>
                  </a:cubicBezTo>
                  <a:lnTo>
                    <a:pt x="4822" y="1718"/>
                  </a:lnTo>
                  <a:cubicBezTo>
                    <a:pt x="4942" y="1718"/>
                    <a:pt x="5038" y="1622"/>
                    <a:pt x="5038" y="1502"/>
                  </a:cubicBezTo>
                  <a:lnTo>
                    <a:pt x="5038" y="1487"/>
                  </a:lnTo>
                  <a:cubicBezTo>
                    <a:pt x="5038" y="1372"/>
                    <a:pt x="4942" y="1276"/>
                    <a:pt x="4822" y="1276"/>
                  </a:cubicBezTo>
                  <a:lnTo>
                    <a:pt x="2787" y="1276"/>
                  </a:lnTo>
                  <a:cubicBezTo>
                    <a:pt x="2781" y="1276"/>
                    <a:pt x="2777" y="1276"/>
                    <a:pt x="2772" y="1276"/>
                  </a:cubicBezTo>
                  <a:cubicBezTo>
                    <a:pt x="2595" y="1276"/>
                    <a:pt x="2531" y="1028"/>
                    <a:pt x="2695" y="944"/>
                  </a:cubicBezTo>
                  <a:cubicBezTo>
                    <a:pt x="2945" y="819"/>
                    <a:pt x="3330" y="540"/>
                    <a:pt x="3388" y="285"/>
                  </a:cubicBezTo>
                  <a:cubicBezTo>
                    <a:pt x="3407" y="203"/>
                    <a:pt x="3383" y="116"/>
                    <a:pt x="3325" y="54"/>
                  </a:cubicBezTo>
                  <a:lnTo>
                    <a:pt x="3321" y="44"/>
                  </a:lnTo>
                  <a:cubicBezTo>
                    <a:pt x="3277" y="15"/>
                    <a:pt x="3224" y="1"/>
                    <a:pt x="317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87"/>
            <p:cNvSpPr/>
            <p:nvPr/>
          </p:nvSpPr>
          <p:spPr>
            <a:xfrm>
              <a:off x="7982122" y="2925811"/>
              <a:ext cx="142022" cy="107297"/>
            </a:xfrm>
            <a:custGeom>
              <a:rect b="b" l="l" r="r" t="t"/>
              <a:pathLst>
                <a:path extrusionOk="0" h="4091" w="5415">
                  <a:moveTo>
                    <a:pt x="1526" y="1"/>
                  </a:moveTo>
                  <a:cubicBezTo>
                    <a:pt x="1411" y="1"/>
                    <a:pt x="1315" y="97"/>
                    <a:pt x="1315" y="217"/>
                  </a:cubicBezTo>
                  <a:lnTo>
                    <a:pt x="1315" y="232"/>
                  </a:lnTo>
                  <a:cubicBezTo>
                    <a:pt x="1315" y="347"/>
                    <a:pt x="1411" y="443"/>
                    <a:pt x="1526" y="443"/>
                  </a:cubicBezTo>
                  <a:lnTo>
                    <a:pt x="2469" y="443"/>
                  </a:lnTo>
                  <a:cubicBezTo>
                    <a:pt x="2705" y="443"/>
                    <a:pt x="2705" y="795"/>
                    <a:pt x="2469" y="795"/>
                  </a:cubicBezTo>
                  <a:lnTo>
                    <a:pt x="593" y="795"/>
                  </a:lnTo>
                  <a:cubicBezTo>
                    <a:pt x="477" y="795"/>
                    <a:pt x="381" y="891"/>
                    <a:pt x="381" y="1006"/>
                  </a:cubicBezTo>
                  <a:lnTo>
                    <a:pt x="381" y="1026"/>
                  </a:lnTo>
                  <a:cubicBezTo>
                    <a:pt x="381" y="1127"/>
                    <a:pt x="453" y="1213"/>
                    <a:pt x="549" y="1233"/>
                  </a:cubicBezTo>
                  <a:lnTo>
                    <a:pt x="2469" y="1233"/>
                  </a:lnTo>
                  <a:cubicBezTo>
                    <a:pt x="2705" y="1233"/>
                    <a:pt x="2705" y="1584"/>
                    <a:pt x="2469" y="1584"/>
                  </a:cubicBezTo>
                  <a:lnTo>
                    <a:pt x="593" y="1584"/>
                  </a:lnTo>
                  <a:cubicBezTo>
                    <a:pt x="574" y="1584"/>
                    <a:pt x="554" y="1584"/>
                    <a:pt x="535" y="1579"/>
                  </a:cubicBezTo>
                  <a:lnTo>
                    <a:pt x="213" y="1579"/>
                  </a:lnTo>
                  <a:cubicBezTo>
                    <a:pt x="97" y="1579"/>
                    <a:pt x="1" y="1675"/>
                    <a:pt x="1" y="1796"/>
                  </a:cubicBezTo>
                  <a:lnTo>
                    <a:pt x="1" y="1810"/>
                  </a:lnTo>
                  <a:cubicBezTo>
                    <a:pt x="1" y="1926"/>
                    <a:pt x="97" y="2022"/>
                    <a:pt x="213" y="2022"/>
                  </a:cubicBezTo>
                  <a:lnTo>
                    <a:pt x="2469" y="2022"/>
                  </a:lnTo>
                  <a:cubicBezTo>
                    <a:pt x="2705" y="2022"/>
                    <a:pt x="2705" y="2373"/>
                    <a:pt x="2469" y="2373"/>
                  </a:cubicBezTo>
                  <a:lnTo>
                    <a:pt x="593" y="2373"/>
                  </a:lnTo>
                  <a:cubicBezTo>
                    <a:pt x="477" y="2373"/>
                    <a:pt x="381" y="2469"/>
                    <a:pt x="381" y="2585"/>
                  </a:cubicBezTo>
                  <a:lnTo>
                    <a:pt x="381" y="2604"/>
                  </a:lnTo>
                  <a:cubicBezTo>
                    <a:pt x="381" y="2719"/>
                    <a:pt x="477" y="2816"/>
                    <a:pt x="593" y="2816"/>
                  </a:cubicBezTo>
                  <a:lnTo>
                    <a:pt x="2628" y="2816"/>
                  </a:lnTo>
                  <a:cubicBezTo>
                    <a:pt x="2633" y="2815"/>
                    <a:pt x="2638" y="2815"/>
                    <a:pt x="2643" y="2815"/>
                  </a:cubicBezTo>
                  <a:cubicBezTo>
                    <a:pt x="2824" y="2815"/>
                    <a:pt x="2888" y="3063"/>
                    <a:pt x="2720" y="3148"/>
                  </a:cubicBezTo>
                  <a:cubicBezTo>
                    <a:pt x="2474" y="3273"/>
                    <a:pt x="2084" y="3552"/>
                    <a:pt x="2031" y="3807"/>
                  </a:cubicBezTo>
                  <a:cubicBezTo>
                    <a:pt x="2012" y="3889"/>
                    <a:pt x="2036" y="3975"/>
                    <a:pt x="2094" y="4038"/>
                  </a:cubicBezTo>
                  <a:lnTo>
                    <a:pt x="2099" y="4047"/>
                  </a:lnTo>
                  <a:cubicBezTo>
                    <a:pt x="2142" y="4076"/>
                    <a:pt x="2195" y="4091"/>
                    <a:pt x="2248" y="4091"/>
                  </a:cubicBezTo>
                  <a:cubicBezTo>
                    <a:pt x="2349" y="4091"/>
                    <a:pt x="2522" y="4052"/>
                    <a:pt x="2777" y="3860"/>
                  </a:cubicBezTo>
                  <a:cubicBezTo>
                    <a:pt x="3032" y="3677"/>
                    <a:pt x="3326" y="3557"/>
                    <a:pt x="3634" y="3513"/>
                  </a:cubicBezTo>
                  <a:cubicBezTo>
                    <a:pt x="3966" y="3456"/>
                    <a:pt x="4230" y="3408"/>
                    <a:pt x="4707" y="2777"/>
                  </a:cubicBezTo>
                  <a:cubicBezTo>
                    <a:pt x="4740" y="2734"/>
                    <a:pt x="4789" y="2710"/>
                    <a:pt x="4846" y="2710"/>
                  </a:cubicBezTo>
                  <a:lnTo>
                    <a:pt x="5414" y="2710"/>
                  </a:lnTo>
                  <a:lnTo>
                    <a:pt x="5414" y="530"/>
                  </a:lnTo>
                  <a:lnTo>
                    <a:pt x="4582" y="530"/>
                  </a:lnTo>
                  <a:cubicBezTo>
                    <a:pt x="4519" y="530"/>
                    <a:pt x="4466" y="496"/>
                    <a:pt x="4433" y="443"/>
                  </a:cubicBezTo>
                  <a:cubicBezTo>
                    <a:pt x="4226" y="97"/>
                    <a:pt x="3234" y="1"/>
                    <a:pt x="273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87"/>
            <p:cNvSpPr/>
            <p:nvPr/>
          </p:nvSpPr>
          <p:spPr>
            <a:xfrm>
              <a:off x="8282374" y="2928355"/>
              <a:ext cx="13140" cy="62526"/>
            </a:xfrm>
            <a:custGeom>
              <a:rect b="b" l="l" r="r" t="t"/>
              <a:pathLst>
                <a:path extrusionOk="0" h="2384" w="501">
                  <a:moveTo>
                    <a:pt x="289" y="0"/>
                  </a:moveTo>
                  <a:cubicBezTo>
                    <a:pt x="188" y="0"/>
                    <a:pt x="101" y="72"/>
                    <a:pt x="82" y="168"/>
                  </a:cubicBezTo>
                  <a:lnTo>
                    <a:pt x="82" y="505"/>
                  </a:lnTo>
                  <a:cubicBezTo>
                    <a:pt x="82" y="515"/>
                    <a:pt x="82" y="525"/>
                    <a:pt x="82" y="534"/>
                  </a:cubicBezTo>
                  <a:lnTo>
                    <a:pt x="82" y="553"/>
                  </a:lnTo>
                  <a:cubicBezTo>
                    <a:pt x="82" y="563"/>
                    <a:pt x="82" y="577"/>
                    <a:pt x="82" y="587"/>
                  </a:cubicBezTo>
                  <a:lnTo>
                    <a:pt x="82" y="2088"/>
                  </a:lnTo>
                  <a:cubicBezTo>
                    <a:pt x="82" y="2151"/>
                    <a:pt x="53" y="2209"/>
                    <a:pt x="0" y="2242"/>
                  </a:cubicBezTo>
                  <a:cubicBezTo>
                    <a:pt x="18" y="2338"/>
                    <a:pt x="92" y="2383"/>
                    <a:pt x="168" y="2383"/>
                  </a:cubicBezTo>
                  <a:cubicBezTo>
                    <a:pt x="255" y="2383"/>
                    <a:pt x="344" y="2322"/>
                    <a:pt x="346" y="2209"/>
                  </a:cubicBezTo>
                  <a:lnTo>
                    <a:pt x="346" y="703"/>
                  </a:lnTo>
                  <a:cubicBezTo>
                    <a:pt x="346" y="693"/>
                    <a:pt x="346" y="683"/>
                    <a:pt x="346" y="674"/>
                  </a:cubicBezTo>
                  <a:lnTo>
                    <a:pt x="346" y="654"/>
                  </a:lnTo>
                  <a:cubicBezTo>
                    <a:pt x="346" y="640"/>
                    <a:pt x="346" y="630"/>
                    <a:pt x="346" y="621"/>
                  </a:cubicBezTo>
                  <a:lnTo>
                    <a:pt x="346" y="289"/>
                  </a:lnTo>
                  <a:cubicBezTo>
                    <a:pt x="361" y="207"/>
                    <a:pt x="423" y="144"/>
                    <a:pt x="500" y="125"/>
                  </a:cubicBezTo>
                  <a:cubicBezTo>
                    <a:pt x="467" y="48"/>
                    <a:pt x="390" y="0"/>
                    <a:pt x="30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87"/>
            <p:cNvSpPr/>
            <p:nvPr/>
          </p:nvSpPr>
          <p:spPr>
            <a:xfrm>
              <a:off x="8302937" y="2952826"/>
              <a:ext cx="13402" cy="38135"/>
            </a:xfrm>
            <a:custGeom>
              <a:rect b="b" l="l" r="r" t="t"/>
              <a:pathLst>
                <a:path extrusionOk="0" h="1454" w="511">
                  <a:moveTo>
                    <a:pt x="299" y="1"/>
                  </a:moveTo>
                  <a:cubicBezTo>
                    <a:pt x="183" y="1"/>
                    <a:pt x="87" y="97"/>
                    <a:pt x="87" y="212"/>
                  </a:cubicBezTo>
                  <a:lnTo>
                    <a:pt x="87" y="1160"/>
                  </a:lnTo>
                  <a:cubicBezTo>
                    <a:pt x="87" y="1218"/>
                    <a:pt x="53" y="1276"/>
                    <a:pt x="0" y="1309"/>
                  </a:cubicBezTo>
                  <a:cubicBezTo>
                    <a:pt x="15" y="1391"/>
                    <a:pt x="87" y="1454"/>
                    <a:pt x="174" y="1454"/>
                  </a:cubicBezTo>
                  <a:cubicBezTo>
                    <a:pt x="270" y="1454"/>
                    <a:pt x="352" y="1377"/>
                    <a:pt x="352" y="1280"/>
                  </a:cubicBezTo>
                  <a:lnTo>
                    <a:pt x="352" y="333"/>
                  </a:lnTo>
                  <a:cubicBezTo>
                    <a:pt x="352" y="231"/>
                    <a:pt x="414" y="150"/>
                    <a:pt x="510" y="126"/>
                  </a:cubicBezTo>
                  <a:cubicBezTo>
                    <a:pt x="472" y="49"/>
                    <a:pt x="400" y="1"/>
                    <a:pt x="318"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87"/>
            <p:cNvSpPr/>
            <p:nvPr/>
          </p:nvSpPr>
          <p:spPr>
            <a:xfrm>
              <a:off x="8240594" y="2928460"/>
              <a:ext cx="13533" cy="66959"/>
            </a:xfrm>
            <a:custGeom>
              <a:rect b="b" l="l" r="r" t="t"/>
              <a:pathLst>
                <a:path extrusionOk="0" h="2553" w="516">
                  <a:moveTo>
                    <a:pt x="303" y="1"/>
                  </a:moveTo>
                  <a:cubicBezTo>
                    <a:pt x="188" y="1"/>
                    <a:pt x="92" y="92"/>
                    <a:pt x="92" y="213"/>
                  </a:cubicBezTo>
                  <a:lnTo>
                    <a:pt x="92" y="2234"/>
                  </a:lnTo>
                  <a:lnTo>
                    <a:pt x="92" y="2238"/>
                  </a:lnTo>
                  <a:lnTo>
                    <a:pt x="92" y="2248"/>
                  </a:lnTo>
                  <a:cubicBezTo>
                    <a:pt x="97" y="2315"/>
                    <a:pt x="63" y="2378"/>
                    <a:pt x="0" y="2412"/>
                  </a:cubicBezTo>
                  <a:lnTo>
                    <a:pt x="24" y="2455"/>
                  </a:lnTo>
                  <a:cubicBezTo>
                    <a:pt x="58" y="2523"/>
                    <a:pt x="119" y="2553"/>
                    <a:pt x="179" y="2553"/>
                  </a:cubicBezTo>
                  <a:cubicBezTo>
                    <a:pt x="273" y="2553"/>
                    <a:pt x="365" y="2480"/>
                    <a:pt x="356" y="2363"/>
                  </a:cubicBezTo>
                  <a:lnTo>
                    <a:pt x="356" y="2354"/>
                  </a:lnTo>
                  <a:lnTo>
                    <a:pt x="356" y="2349"/>
                  </a:lnTo>
                  <a:lnTo>
                    <a:pt x="356" y="328"/>
                  </a:lnTo>
                  <a:cubicBezTo>
                    <a:pt x="356" y="232"/>
                    <a:pt x="419" y="150"/>
                    <a:pt x="515" y="121"/>
                  </a:cubicBezTo>
                  <a:cubicBezTo>
                    <a:pt x="477" y="49"/>
                    <a:pt x="405" y="1"/>
                    <a:pt x="318"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87"/>
            <p:cNvSpPr/>
            <p:nvPr/>
          </p:nvSpPr>
          <p:spPr>
            <a:xfrm>
              <a:off x="8208780" y="2971500"/>
              <a:ext cx="43957" cy="88990"/>
            </a:xfrm>
            <a:custGeom>
              <a:rect b="b" l="l" r="r" t="t"/>
              <a:pathLst>
                <a:path extrusionOk="0" h="3393" w="1676">
                  <a:moveTo>
                    <a:pt x="261" y="1"/>
                  </a:moveTo>
                  <a:cubicBezTo>
                    <a:pt x="198" y="1"/>
                    <a:pt x="131" y="25"/>
                    <a:pt x="83" y="68"/>
                  </a:cubicBezTo>
                  <a:lnTo>
                    <a:pt x="73" y="78"/>
                  </a:lnTo>
                  <a:cubicBezTo>
                    <a:pt x="1" y="169"/>
                    <a:pt x="1" y="405"/>
                    <a:pt x="261" y="756"/>
                  </a:cubicBezTo>
                  <a:cubicBezTo>
                    <a:pt x="448" y="1006"/>
                    <a:pt x="564" y="1300"/>
                    <a:pt x="607" y="1613"/>
                  </a:cubicBezTo>
                  <a:cubicBezTo>
                    <a:pt x="665" y="1945"/>
                    <a:pt x="713" y="2209"/>
                    <a:pt x="1343" y="2681"/>
                  </a:cubicBezTo>
                  <a:cubicBezTo>
                    <a:pt x="1387" y="2714"/>
                    <a:pt x="1411" y="2767"/>
                    <a:pt x="1411" y="2825"/>
                  </a:cubicBezTo>
                  <a:lnTo>
                    <a:pt x="1411" y="3393"/>
                  </a:lnTo>
                  <a:lnTo>
                    <a:pt x="1675" y="3393"/>
                  </a:lnTo>
                  <a:lnTo>
                    <a:pt x="1675" y="2941"/>
                  </a:lnTo>
                  <a:cubicBezTo>
                    <a:pt x="1675" y="2883"/>
                    <a:pt x="1651" y="2835"/>
                    <a:pt x="1608" y="2801"/>
                  </a:cubicBezTo>
                  <a:cubicBezTo>
                    <a:pt x="978" y="2325"/>
                    <a:pt x="929" y="2060"/>
                    <a:pt x="872" y="1728"/>
                  </a:cubicBezTo>
                  <a:cubicBezTo>
                    <a:pt x="828" y="1420"/>
                    <a:pt x="708" y="1127"/>
                    <a:pt x="520" y="872"/>
                  </a:cubicBezTo>
                  <a:cubicBezTo>
                    <a:pt x="265" y="520"/>
                    <a:pt x="261" y="289"/>
                    <a:pt x="338" y="193"/>
                  </a:cubicBezTo>
                  <a:lnTo>
                    <a:pt x="342" y="188"/>
                  </a:lnTo>
                  <a:cubicBezTo>
                    <a:pt x="395" y="145"/>
                    <a:pt x="458" y="121"/>
                    <a:pt x="525" y="121"/>
                  </a:cubicBezTo>
                  <a:lnTo>
                    <a:pt x="530" y="121"/>
                  </a:lnTo>
                  <a:cubicBezTo>
                    <a:pt x="468" y="68"/>
                    <a:pt x="395" y="30"/>
                    <a:pt x="318" y="10"/>
                  </a:cubicBezTo>
                  <a:cubicBezTo>
                    <a:pt x="299" y="5"/>
                    <a:pt x="280" y="1"/>
                    <a:pt x="261"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87"/>
            <p:cNvSpPr/>
            <p:nvPr/>
          </p:nvSpPr>
          <p:spPr>
            <a:xfrm>
              <a:off x="8261550" y="2918494"/>
              <a:ext cx="13271" cy="72467"/>
            </a:xfrm>
            <a:custGeom>
              <a:rect b="b" l="l" r="r" t="t"/>
              <a:pathLst>
                <a:path extrusionOk="0" h="2763" w="506">
                  <a:moveTo>
                    <a:pt x="298" y="1"/>
                  </a:moveTo>
                  <a:cubicBezTo>
                    <a:pt x="178" y="1"/>
                    <a:pt x="87" y="97"/>
                    <a:pt x="87" y="212"/>
                  </a:cubicBezTo>
                  <a:lnTo>
                    <a:pt x="87" y="2469"/>
                  </a:lnTo>
                  <a:cubicBezTo>
                    <a:pt x="82" y="2527"/>
                    <a:pt x="53" y="2585"/>
                    <a:pt x="0" y="2618"/>
                  </a:cubicBezTo>
                  <a:cubicBezTo>
                    <a:pt x="15" y="2700"/>
                    <a:pt x="87" y="2763"/>
                    <a:pt x="173" y="2763"/>
                  </a:cubicBezTo>
                  <a:cubicBezTo>
                    <a:pt x="270" y="2763"/>
                    <a:pt x="347" y="2686"/>
                    <a:pt x="347" y="2589"/>
                  </a:cubicBezTo>
                  <a:lnTo>
                    <a:pt x="347" y="328"/>
                  </a:lnTo>
                  <a:cubicBezTo>
                    <a:pt x="347" y="232"/>
                    <a:pt x="414" y="150"/>
                    <a:pt x="505" y="126"/>
                  </a:cubicBezTo>
                  <a:cubicBezTo>
                    <a:pt x="472" y="49"/>
                    <a:pt x="395" y="1"/>
                    <a:pt x="31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87"/>
            <p:cNvSpPr/>
            <p:nvPr/>
          </p:nvSpPr>
          <p:spPr>
            <a:xfrm>
              <a:off x="8072738" y="3189712"/>
              <a:ext cx="18071" cy="17677"/>
            </a:xfrm>
            <a:custGeom>
              <a:rect b="b" l="l" r="r" t="t"/>
              <a:pathLst>
                <a:path extrusionOk="0" h="674" w="689">
                  <a:moveTo>
                    <a:pt x="85" y="1"/>
                  </a:moveTo>
                  <a:cubicBezTo>
                    <a:pt x="58" y="1"/>
                    <a:pt x="31" y="7"/>
                    <a:pt x="6" y="19"/>
                  </a:cubicBezTo>
                  <a:lnTo>
                    <a:pt x="1" y="19"/>
                  </a:lnTo>
                  <a:cubicBezTo>
                    <a:pt x="135" y="270"/>
                    <a:pt x="395" y="616"/>
                    <a:pt x="636" y="669"/>
                  </a:cubicBezTo>
                  <a:cubicBezTo>
                    <a:pt x="650" y="674"/>
                    <a:pt x="670" y="674"/>
                    <a:pt x="689" y="674"/>
                  </a:cubicBezTo>
                  <a:cubicBezTo>
                    <a:pt x="501" y="510"/>
                    <a:pt x="352" y="318"/>
                    <a:pt x="241" y="96"/>
                  </a:cubicBezTo>
                  <a:cubicBezTo>
                    <a:pt x="211" y="35"/>
                    <a:pt x="149" y="1"/>
                    <a:pt x="85"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87"/>
            <p:cNvSpPr/>
            <p:nvPr/>
          </p:nvSpPr>
          <p:spPr>
            <a:xfrm>
              <a:off x="7989334" y="3118400"/>
              <a:ext cx="71313" cy="107795"/>
            </a:xfrm>
            <a:custGeom>
              <a:rect b="b" l="l" r="r" t="t"/>
              <a:pathLst>
                <a:path extrusionOk="0" h="4110" w="2719">
                  <a:moveTo>
                    <a:pt x="539" y="1"/>
                  </a:moveTo>
                  <a:lnTo>
                    <a:pt x="539" y="838"/>
                  </a:lnTo>
                  <a:cubicBezTo>
                    <a:pt x="539" y="900"/>
                    <a:pt x="505" y="958"/>
                    <a:pt x="452" y="987"/>
                  </a:cubicBezTo>
                  <a:cubicBezTo>
                    <a:pt x="111" y="1189"/>
                    <a:pt x="0" y="2190"/>
                    <a:pt x="10" y="2772"/>
                  </a:cubicBezTo>
                  <a:lnTo>
                    <a:pt x="10" y="3893"/>
                  </a:lnTo>
                  <a:cubicBezTo>
                    <a:pt x="10" y="4013"/>
                    <a:pt x="106" y="4110"/>
                    <a:pt x="226" y="4110"/>
                  </a:cubicBezTo>
                  <a:lnTo>
                    <a:pt x="241" y="4110"/>
                  </a:lnTo>
                  <a:cubicBezTo>
                    <a:pt x="260" y="4105"/>
                    <a:pt x="274" y="4105"/>
                    <a:pt x="294" y="4100"/>
                  </a:cubicBezTo>
                  <a:cubicBezTo>
                    <a:pt x="284" y="4071"/>
                    <a:pt x="274" y="4042"/>
                    <a:pt x="274" y="4013"/>
                  </a:cubicBezTo>
                  <a:lnTo>
                    <a:pt x="274" y="2888"/>
                  </a:lnTo>
                  <a:cubicBezTo>
                    <a:pt x="265" y="2305"/>
                    <a:pt x="371" y="1309"/>
                    <a:pt x="717" y="1102"/>
                  </a:cubicBezTo>
                  <a:cubicBezTo>
                    <a:pt x="770" y="1074"/>
                    <a:pt x="804" y="1016"/>
                    <a:pt x="804" y="953"/>
                  </a:cubicBezTo>
                  <a:lnTo>
                    <a:pt x="804" y="116"/>
                  </a:lnTo>
                  <a:lnTo>
                    <a:pt x="2719" y="116"/>
                  </a:lnTo>
                  <a:lnTo>
                    <a:pt x="271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87"/>
            <p:cNvSpPr/>
            <p:nvPr/>
          </p:nvSpPr>
          <p:spPr>
            <a:xfrm>
              <a:off x="8010264" y="3194250"/>
              <a:ext cx="7606" cy="56310"/>
            </a:xfrm>
            <a:custGeom>
              <a:rect b="b" l="l" r="r" t="t"/>
              <a:pathLst>
                <a:path extrusionOk="0" h="2147" w="290">
                  <a:moveTo>
                    <a:pt x="92" y="0"/>
                  </a:moveTo>
                  <a:cubicBezTo>
                    <a:pt x="63" y="0"/>
                    <a:pt x="30" y="10"/>
                    <a:pt x="1" y="29"/>
                  </a:cubicBezTo>
                  <a:cubicBezTo>
                    <a:pt x="6" y="39"/>
                    <a:pt x="6" y="48"/>
                    <a:pt x="6" y="58"/>
                  </a:cubicBezTo>
                  <a:lnTo>
                    <a:pt x="6" y="1935"/>
                  </a:lnTo>
                  <a:cubicBezTo>
                    <a:pt x="6" y="2050"/>
                    <a:pt x="102" y="2146"/>
                    <a:pt x="217" y="2146"/>
                  </a:cubicBezTo>
                  <a:lnTo>
                    <a:pt x="237" y="2146"/>
                  </a:lnTo>
                  <a:cubicBezTo>
                    <a:pt x="251" y="2146"/>
                    <a:pt x="270" y="2142"/>
                    <a:pt x="290" y="2137"/>
                  </a:cubicBezTo>
                  <a:cubicBezTo>
                    <a:pt x="275" y="2113"/>
                    <a:pt x="270" y="2084"/>
                    <a:pt x="270" y="2055"/>
                  </a:cubicBezTo>
                  <a:lnTo>
                    <a:pt x="270" y="178"/>
                  </a:lnTo>
                  <a:cubicBezTo>
                    <a:pt x="270" y="77"/>
                    <a:pt x="193" y="0"/>
                    <a:pt x="92"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87"/>
            <p:cNvSpPr/>
            <p:nvPr/>
          </p:nvSpPr>
          <p:spPr>
            <a:xfrm>
              <a:off x="8051782" y="3194302"/>
              <a:ext cx="7475" cy="56258"/>
            </a:xfrm>
            <a:custGeom>
              <a:rect b="b" l="l" r="r" t="t"/>
              <a:pathLst>
                <a:path extrusionOk="0" h="2145" w="285">
                  <a:moveTo>
                    <a:pt x="93" y="0"/>
                  </a:moveTo>
                  <a:cubicBezTo>
                    <a:pt x="62" y="0"/>
                    <a:pt x="30" y="9"/>
                    <a:pt x="1" y="27"/>
                  </a:cubicBezTo>
                  <a:cubicBezTo>
                    <a:pt x="1" y="37"/>
                    <a:pt x="6" y="46"/>
                    <a:pt x="6" y="56"/>
                  </a:cubicBezTo>
                  <a:lnTo>
                    <a:pt x="6" y="1933"/>
                  </a:lnTo>
                  <a:cubicBezTo>
                    <a:pt x="1" y="2048"/>
                    <a:pt x="97" y="2144"/>
                    <a:pt x="218" y="2144"/>
                  </a:cubicBezTo>
                  <a:lnTo>
                    <a:pt x="232" y="2144"/>
                  </a:lnTo>
                  <a:cubicBezTo>
                    <a:pt x="251" y="2144"/>
                    <a:pt x="266" y="2140"/>
                    <a:pt x="285" y="2135"/>
                  </a:cubicBezTo>
                  <a:cubicBezTo>
                    <a:pt x="275" y="2111"/>
                    <a:pt x="266" y="2082"/>
                    <a:pt x="266" y="2053"/>
                  </a:cubicBezTo>
                  <a:lnTo>
                    <a:pt x="266" y="176"/>
                  </a:lnTo>
                  <a:cubicBezTo>
                    <a:pt x="266" y="72"/>
                    <a:pt x="183" y="0"/>
                    <a:pt x="93"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87"/>
            <p:cNvSpPr/>
            <p:nvPr/>
          </p:nvSpPr>
          <p:spPr>
            <a:xfrm>
              <a:off x="8031089" y="3194250"/>
              <a:ext cx="7475" cy="66277"/>
            </a:xfrm>
            <a:custGeom>
              <a:rect b="b" l="l" r="r" t="t"/>
              <a:pathLst>
                <a:path extrusionOk="0" h="2527" w="285">
                  <a:moveTo>
                    <a:pt x="89" y="0"/>
                  </a:moveTo>
                  <a:cubicBezTo>
                    <a:pt x="59" y="0"/>
                    <a:pt x="29" y="8"/>
                    <a:pt x="1" y="24"/>
                  </a:cubicBezTo>
                  <a:cubicBezTo>
                    <a:pt x="1" y="39"/>
                    <a:pt x="6" y="48"/>
                    <a:pt x="6" y="58"/>
                  </a:cubicBezTo>
                  <a:lnTo>
                    <a:pt x="6" y="1425"/>
                  </a:lnTo>
                  <a:cubicBezTo>
                    <a:pt x="6" y="1434"/>
                    <a:pt x="6" y="1444"/>
                    <a:pt x="6" y="1453"/>
                  </a:cubicBezTo>
                  <a:lnTo>
                    <a:pt x="6" y="1935"/>
                  </a:lnTo>
                  <a:cubicBezTo>
                    <a:pt x="6" y="1954"/>
                    <a:pt x="1" y="1978"/>
                    <a:pt x="1" y="1997"/>
                  </a:cubicBezTo>
                  <a:lnTo>
                    <a:pt x="1" y="2315"/>
                  </a:lnTo>
                  <a:cubicBezTo>
                    <a:pt x="1" y="2435"/>
                    <a:pt x="97" y="2527"/>
                    <a:pt x="213" y="2527"/>
                  </a:cubicBezTo>
                  <a:lnTo>
                    <a:pt x="232" y="2527"/>
                  </a:lnTo>
                  <a:cubicBezTo>
                    <a:pt x="246" y="2527"/>
                    <a:pt x="266" y="2527"/>
                    <a:pt x="285" y="2522"/>
                  </a:cubicBezTo>
                  <a:cubicBezTo>
                    <a:pt x="270" y="2493"/>
                    <a:pt x="266" y="2459"/>
                    <a:pt x="266" y="2430"/>
                  </a:cubicBezTo>
                  <a:lnTo>
                    <a:pt x="266" y="2113"/>
                  </a:lnTo>
                  <a:cubicBezTo>
                    <a:pt x="266" y="2093"/>
                    <a:pt x="266" y="2074"/>
                    <a:pt x="266" y="2055"/>
                  </a:cubicBezTo>
                  <a:lnTo>
                    <a:pt x="266" y="1574"/>
                  </a:lnTo>
                  <a:cubicBezTo>
                    <a:pt x="270" y="1559"/>
                    <a:pt x="270" y="1550"/>
                    <a:pt x="266" y="1540"/>
                  </a:cubicBezTo>
                  <a:lnTo>
                    <a:pt x="266" y="178"/>
                  </a:lnTo>
                  <a:cubicBezTo>
                    <a:pt x="266" y="73"/>
                    <a:pt x="180" y="0"/>
                    <a:pt x="8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87"/>
            <p:cNvSpPr/>
            <p:nvPr/>
          </p:nvSpPr>
          <p:spPr>
            <a:xfrm>
              <a:off x="8262048" y="3200046"/>
              <a:ext cx="61608" cy="3069"/>
            </a:xfrm>
            <a:custGeom>
              <a:rect b="b" l="l" r="r" t="t"/>
              <a:pathLst>
                <a:path extrusionOk="0" h="117" w="2349">
                  <a:moveTo>
                    <a:pt x="0" y="1"/>
                  </a:moveTo>
                  <a:cubicBezTo>
                    <a:pt x="24" y="68"/>
                    <a:pt x="92" y="116"/>
                    <a:pt x="164" y="116"/>
                  </a:cubicBezTo>
                  <a:lnTo>
                    <a:pt x="2348" y="116"/>
                  </a:lnTo>
                  <a:cubicBezTo>
                    <a:pt x="2310" y="44"/>
                    <a:pt x="2238" y="1"/>
                    <a:pt x="2156"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87"/>
            <p:cNvSpPr/>
            <p:nvPr/>
          </p:nvSpPr>
          <p:spPr>
            <a:xfrm>
              <a:off x="8262048" y="3220740"/>
              <a:ext cx="51642" cy="3200"/>
            </a:xfrm>
            <a:custGeom>
              <a:rect b="b" l="l" r="r" t="t"/>
              <a:pathLst>
                <a:path extrusionOk="0" h="122" w="1969">
                  <a:moveTo>
                    <a:pt x="0" y="1"/>
                  </a:moveTo>
                  <a:cubicBezTo>
                    <a:pt x="24" y="73"/>
                    <a:pt x="92" y="121"/>
                    <a:pt x="164" y="121"/>
                  </a:cubicBezTo>
                  <a:lnTo>
                    <a:pt x="1968" y="121"/>
                  </a:lnTo>
                  <a:cubicBezTo>
                    <a:pt x="1939" y="59"/>
                    <a:pt x="1887" y="15"/>
                    <a:pt x="1824" y="1"/>
                  </a:cubicBezTo>
                  <a:lnTo>
                    <a:pt x="1487" y="1"/>
                  </a:lnTo>
                  <a:cubicBezTo>
                    <a:pt x="1482" y="3"/>
                    <a:pt x="1478" y="4"/>
                    <a:pt x="1473" y="4"/>
                  </a:cubicBezTo>
                  <a:cubicBezTo>
                    <a:pt x="1468" y="4"/>
                    <a:pt x="1463" y="3"/>
                    <a:pt x="1458" y="1"/>
                  </a:cubicBezTo>
                  <a:lnTo>
                    <a:pt x="1439" y="1"/>
                  </a:lnTo>
                  <a:cubicBezTo>
                    <a:pt x="1432" y="3"/>
                    <a:pt x="1426" y="4"/>
                    <a:pt x="1420" y="4"/>
                  </a:cubicBezTo>
                  <a:cubicBezTo>
                    <a:pt x="1415" y="4"/>
                    <a:pt x="1410" y="3"/>
                    <a:pt x="1405"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87"/>
            <p:cNvSpPr/>
            <p:nvPr/>
          </p:nvSpPr>
          <p:spPr>
            <a:xfrm>
              <a:off x="8262048" y="3241433"/>
              <a:ext cx="27145" cy="3069"/>
            </a:xfrm>
            <a:custGeom>
              <a:rect b="b" l="l" r="r" t="t"/>
              <a:pathLst>
                <a:path extrusionOk="0" h="117" w="1035">
                  <a:moveTo>
                    <a:pt x="0" y="1"/>
                  </a:moveTo>
                  <a:cubicBezTo>
                    <a:pt x="24" y="73"/>
                    <a:pt x="92" y="116"/>
                    <a:pt x="164" y="116"/>
                  </a:cubicBezTo>
                  <a:lnTo>
                    <a:pt x="1035" y="116"/>
                  </a:lnTo>
                  <a:cubicBezTo>
                    <a:pt x="1001" y="49"/>
                    <a:pt x="929" y="1"/>
                    <a:pt x="847"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87"/>
            <p:cNvSpPr/>
            <p:nvPr/>
          </p:nvSpPr>
          <p:spPr>
            <a:xfrm>
              <a:off x="8257511" y="3179221"/>
              <a:ext cx="56179" cy="3069"/>
            </a:xfrm>
            <a:custGeom>
              <a:rect b="b" l="l" r="r" t="t"/>
              <a:pathLst>
                <a:path extrusionOk="0" h="117" w="2142">
                  <a:moveTo>
                    <a:pt x="0" y="1"/>
                  </a:moveTo>
                  <a:cubicBezTo>
                    <a:pt x="5" y="6"/>
                    <a:pt x="5" y="15"/>
                    <a:pt x="10" y="20"/>
                  </a:cubicBezTo>
                  <a:cubicBezTo>
                    <a:pt x="42" y="79"/>
                    <a:pt x="103" y="117"/>
                    <a:pt x="167" y="117"/>
                  </a:cubicBezTo>
                  <a:cubicBezTo>
                    <a:pt x="171" y="117"/>
                    <a:pt x="174" y="117"/>
                    <a:pt x="178" y="116"/>
                  </a:cubicBezTo>
                  <a:lnTo>
                    <a:pt x="2141" y="116"/>
                  </a:lnTo>
                  <a:cubicBezTo>
                    <a:pt x="2103" y="44"/>
                    <a:pt x="2031" y="1"/>
                    <a:pt x="195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87"/>
            <p:cNvSpPr/>
            <p:nvPr/>
          </p:nvSpPr>
          <p:spPr>
            <a:xfrm>
              <a:off x="8208544" y="3242325"/>
              <a:ext cx="10753" cy="6347"/>
            </a:xfrm>
            <a:custGeom>
              <a:rect b="b" l="l" r="r" t="t"/>
              <a:pathLst>
                <a:path extrusionOk="0" h="242" w="410">
                  <a:moveTo>
                    <a:pt x="0" y="1"/>
                  </a:moveTo>
                  <a:cubicBezTo>
                    <a:pt x="77" y="102"/>
                    <a:pt x="226" y="179"/>
                    <a:pt x="409" y="241"/>
                  </a:cubicBezTo>
                  <a:cubicBezTo>
                    <a:pt x="342" y="203"/>
                    <a:pt x="284" y="150"/>
                    <a:pt x="246" y="82"/>
                  </a:cubicBezTo>
                  <a:cubicBezTo>
                    <a:pt x="212" y="29"/>
                    <a:pt x="154" y="1"/>
                    <a:pt x="92"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87"/>
            <p:cNvSpPr/>
            <p:nvPr/>
          </p:nvSpPr>
          <p:spPr>
            <a:xfrm>
              <a:off x="8182159" y="3145886"/>
              <a:ext cx="88360" cy="93317"/>
            </a:xfrm>
            <a:custGeom>
              <a:rect b="b" l="l" r="r" t="t"/>
              <a:pathLst>
                <a:path extrusionOk="0" h="3558" w="3369">
                  <a:moveTo>
                    <a:pt x="3192" y="1"/>
                  </a:moveTo>
                  <a:cubicBezTo>
                    <a:pt x="3185" y="1"/>
                    <a:pt x="3178" y="1"/>
                    <a:pt x="3171" y="1"/>
                  </a:cubicBezTo>
                  <a:cubicBezTo>
                    <a:pt x="3070" y="1"/>
                    <a:pt x="2897" y="40"/>
                    <a:pt x="2637" y="228"/>
                  </a:cubicBezTo>
                  <a:cubicBezTo>
                    <a:pt x="2387" y="415"/>
                    <a:pt x="2094" y="536"/>
                    <a:pt x="1781" y="574"/>
                  </a:cubicBezTo>
                  <a:cubicBezTo>
                    <a:pt x="1449" y="637"/>
                    <a:pt x="1189" y="685"/>
                    <a:pt x="713" y="1310"/>
                  </a:cubicBezTo>
                  <a:cubicBezTo>
                    <a:pt x="679" y="1354"/>
                    <a:pt x="626" y="1382"/>
                    <a:pt x="573" y="1382"/>
                  </a:cubicBezTo>
                  <a:lnTo>
                    <a:pt x="1" y="1382"/>
                  </a:lnTo>
                  <a:lnTo>
                    <a:pt x="1" y="3557"/>
                  </a:lnTo>
                  <a:lnTo>
                    <a:pt x="265" y="3557"/>
                  </a:lnTo>
                  <a:lnTo>
                    <a:pt x="265" y="1498"/>
                  </a:lnTo>
                  <a:lnTo>
                    <a:pt x="833" y="1498"/>
                  </a:lnTo>
                  <a:cubicBezTo>
                    <a:pt x="891" y="1498"/>
                    <a:pt x="944" y="1469"/>
                    <a:pt x="972" y="1426"/>
                  </a:cubicBezTo>
                  <a:cubicBezTo>
                    <a:pt x="1449" y="800"/>
                    <a:pt x="1713" y="752"/>
                    <a:pt x="2046" y="690"/>
                  </a:cubicBezTo>
                  <a:cubicBezTo>
                    <a:pt x="2353" y="651"/>
                    <a:pt x="2652" y="531"/>
                    <a:pt x="2902" y="343"/>
                  </a:cubicBezTo>
                  <a:cubicBezTo>
                    <a:pt x="3109" y="189"/>
                    <a:pt x="3263" y="136"/>
                    <a:pt x="3369" y="122"/>
                  </a:cubicBezTo>
                  <a:cubicBezTo>
                    <a:pt x="3359" y="98"/>
                    <a:pt x="3345" y="74"/>
                    <a:pt x="3325" y="50"/>
                  </a:cubicBezTo>
                  <a:lnTo>
                    <a:pt x="3316" y="40"/>
                  </a:lnTo>
                  <a:cubicBezTo>
                    <a:pt x="3282" y="15"/>
                    <a:pt x="3238" y="1"/>
                    <a:pt x="3192"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87"/>
            <p:cNvSpPr/>
            <p:nvPr/>
          </p:nvSpPr>
          <p:spPr>
            <a:xfrm>
              <a:off x="7992115" y="2940577"/>
              <a:ext cx="67903" cy="17572"/>
            </a:xfrm>
            <a:custGeom>
              <a:rect b="b" l="l" r="r" t="t"/>
              <a:pathLst>
                <a:path extrusionOk="0" h="670" w="2589">
                  <a:moveTo>
                    <a:pt x="2257" y="1"/>
                  </a:moveTo>
                  <a:cubicBezTo>
                    <a:pt x="2295" y="111"/>
                    <a:pt x="2213" y="232"/>
                    <a:pt x="2088" y="232"/>
                  </a:cubicBezTo>
                  <a:lnTo>
                    <a:pt x="212" y="232"/>
                  </a:lnTo>
                  <a:cubicBezTo>
                    <a:pt x="96" y="232"/>
                    <a:pt x="0" y="328"/>
                    <a:pt x="0" y="443"/>
                  </a:cubicBezTo>
                  <a:lnTo>
                    <a:pt x="0" y="463"/>
                  </a:lnTo>
                  <a:cubicBezTo>
                    <a:pt x="0" y="564"/>
                    <a:pt x="72" y="650"/>
                    <a:pt x="173" y="670"/>
                  </a:cubicBezTo>
                  <a:lnTo>
                    <a:pt x="284" y="670"/>
                  </a:lnTo>
                  <a:cubicBezTo>
                    <a:pt x="274" y="641"/>
                    <a:pt x="265" y="612"/>
                    <a:pt x="265" y="578"/>
                  </a:cubicBezTo>
                  <a:lnTo>
                    <a:pt x="265" y="564"/>
                  </a:lnTo>
                  <a:cubicBezTo>
                    <a:pt x="265" y="443"/>
                    <a:pt x="361" y="352"/>
                    <a:pt x="476" y="352"/>
                  </a:cubicBezTo>
                  <a:lnTo>
                    <a:pt x="2353" y="352"/>
                  </a:lnTo>
                  <a:cubicBezTo>
                    <a:pt x="2589" y="352"/>
                    <a:pt x="2589" y="1"/>
                    <a:pt x="235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87"/>
            <p:cNvSpPr/>
            <p:nvPr/>
          </p:nvSpPr>
          <p:spPr>
            <a:xfrm>
              <a:off x="8016585" y="2925942"/>
              <a:ext cx="77502" cy="11514"/>
            </a:xfrm>
            <a:custGeom>
              <a:rect b="b" l="l" r="r" t="t"/>
              <a:pathLst>
                <a:path extrusionOk="0" h="439" w="2955">
                  <a:moveTo>
                    <a:pt x="212" y="1"/>
                  </a:moveTo>
                  <a:cubicBezTo>
                    <a:pt x="97" y="1"/>
                    <a:pt x="1" y="97"/>
                    <a:pt x="1" y="212"/>
                  </a:cubicBezTo>
                  <a:lnTo>
                    <a:pt x="1" y="227"/>
                  </a:lnTo>
                  <a:cubicBezTo>
                    <a:pt x="1" y="347"/>
                    <a:pt x="97" y="438"/>
                    <a:pt x="212" y="438"/>
                  </a:cubicBezTo>
                  <a:lnTo>
                    <a:pt x="284" y="438"/>
                  </a:lnTo>
                  <a:cubicBezTo>
                    <a:pt x="270" y="410"/>
                    <a:pt x="260" y="376"/>
                    <a:pt x="265" y="347"/>
                  </a:cubicBezTo>
                  <a:lnTo>
                    <a:pt x="265" y="328"/>
                  </a:lnTo>
                  <a:cubicBezTo>
                    <a:pt x="265" y="212"/>
                    <a:pt x="357" y="116"/>
                    <a:pt x="477" y="116"/>
                  </a:cubicBezTo>
                  <a:lnTo>
                    <a:pt x="1689" y="116"/>
                  </a:lnTo>
                  <a:cubicBezTo>
                    <a:pt x="2017" y="116"/>
                    <a:pt x="2560" y="159"/>
                    <a:pt x="2955" y="285"/>
                  </a:cubicBezTo>
                  <a:cubicBezTo>
                    <a:pt x="2594" y="63"/>
                    <a:pt x="1839" y="1"/>
                    <a:pt x="143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87"/>
            <p:cNvSpPr/>
            <p:nvPr/>
          </p:nvSpPr>
          <p:spPr>
            <a:xfrm>
              <a:off x="8104788" y="2939712"/>
              <a:ext cx="19461" cy="3174"/>
            </a:xfrm>
            <a:custGeom>
              <a:rect b="b" l="l" r="r" t="t"/>
              <a:pathLst>
                <a:path extrusionOk="0" h="121" w="742">
                  <a:moveTo>
                    <a:pt x="1" y="0"/>
                  </a:moveTo>
                  <a:cubicBezTo>
                    <a:pt x="6" y="10"/>
                    <a:pt x="15" y="24"/>
                    <a:pt x="20" y="34"/>
                  </a:cubicBezTo>
                  <a:cubicBezTo>
                    <a:pt x="49" y="87"/>
                    <a:pt x="107" y="120"/>
                    <a:pt x="169" y="120"/>
                  </a:cubicBezTo>
                  <a:lnTo>
                    <a:pt x="742" y="120"/>
                  </a:lnTo>
                  <a:lnTo>
                    <a:pt x="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87"/>
            <p:cNvSpPr/>
            <p:nvPr/>
          </p:nvSpPr>
          <p:spPr>
            <a:xfrm>
              <a:off x="8034892" y="3002789"/>
              <a:ext cx="29926" cy="30345"/>
            </a:xfrm>
            <a:custGeom>
              <a:rect b="b" l="l" r="r" t="t"/>
              <a:pathLst>
                <a:path extrusionOk="0" h="1157" w="1141">
                  <a:moveTo>
                    <a:pt x="896" y="0"/>
                  </a:moveTo>
                  <a:cubicBezTo>
                    <a:pt x="891" y="0"/>
                    <a:pt x="886" y="1"/>
                    <a:pt x="881" y="1"/>
                  </a:cubicBezTo>
                  <a:lnTo>
                    <a:pt x="799" y="1"/>
                  </a:lnTo>
                  <a:cubicBezTo>
                    <a:pt x="828" y="83"/>
                    <a:pt x="789" y="174"/>
                    <a:pt x="712" y="217"/>
                  </a:cubicBezTo>
                  <a:cubicBezTo>
                    <a:pt x="462" y="343"/>
                    <a:pt x="77" y="617"/>
                    <a:pt x="19" y="872"/>
                  </a:cubicBezTo>
                  <a:cubicBezTo>
                    <a:pt x="0" y="954"/>
                    <a:pt x="24" y="1040"/>
                    <a:pt x="82" y="1108"/>
                  </a:cubicBezTo>
                  <a:lnTo>
                    <a:pt x="87" y="1112"/>
                  </a:lnTo>
                  <a:cubicBezTo>
                    <a:pt x="125" y="1142"/>
                    <a:pt x="170" y="1157"/>
                    <a:pt x="216" y="1157"/>
                  </a:cubicBezTo>
                  <a:cubicBezTo>
                    <a:pt x="223" y="1157"/>
                    <a:pt x="229" y="1156"/>
                    <a:pt x="236" y="1156"/>
                  </a:cubicBezTo>
                  <a:cubicBezTo>
                    <a:pt x="255" y="1156"/>
                    <a:pt x="279" y="1156"/>
                    <a:pt x="299" y="1151"/>
                  </a:cubicBezTo>
                  <a:cubicBezTo>
                    <a:pt x="274" y="1098"/>
                    <a:pt x="270" y="1045"/>
                    <a:pt x="284" y="987"/>
                  </a:cubicBezTo>
                  <a:cubicBezTo>
                    <a:pt x="337" y="737"/>
                    <a:pt x="727" y="458"/>
                    <a:pt x="972" y="333"/>
                  </a:cubicBezTo>
                  <a:cubicBezTo>
                    <a:pt x="1141" y="249"/>
                    <a:pt x="1077" y="0"/>
                    <a:pt x="896"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87"/>
            <p:cNvSpPr/>
            <p:nvPr/>
          </p:nvSpPr>
          <p:spPr>
            <a:xfrm>
              <a:off x="7992115" y="2982096"/>
              <a:ext cx="67903" cy="17572"/>
            </a:xfrm>
            <a:custGeom>
              <a:rect b="b" l="l" r="r" t="t"/>
              <a:pathLst>
                <a:path extrusionOk="0" h="670" w="2589">
                  <a:moveTo>
                    <a:pt x="2257" y="1"/>
                  </a:moveTo>
                  <a:cubicBezTo>
                    <a:pt x="2295" y="112"/>
                    <a:pt x="2213" y="232"/>
                    <a:pt x="2088" y="232"/>
                  </a:cubicBezTo>
                  <a:lnTo>
                    <a:pt x="212" y="232"/>
                  </a:lnTo>
                  <a:cubicBezTo>
                    <a:pt x="96" y="232"/>
                    <a:pt x="0" y="328"/>
                    <a:pt x="0" y="444"/>
                  </a:cubicBezTo>
                  <a:lnTo>
                    <a:pt x="0" y="458"/>
                  </a:lnTo>
                  <a:cubicBezTo>
                    <a:pt x="0" y="573"/>
                    <a:pt x="96" y="670"/>
                    <a:pt x="212" y="670"/>
                  </a:cubicBezTo>
                  <a:lnTo>
                    <a:pt x="289" y="670"/>
                  </a:lnTo>
                  <a:cubicBezTo>
                    <a:pt x="274" y="641"/>
                    <a:pt x="265" y="612"/>
                    <a:pt x="265" y="578"/>
                  </a:cubicBezTo>
                  <a:lnTo>
                    <a:pt x="265" y="564"/>
                  </a:lnTo>
                  <a:cubicBezTo>
                    <a:pt x="265" y="444"/>
                    <a:pt x="361" y="352"/>
                    <a:pt x="476" y="352"/>
                  </a:cubicBezTo>
                  <a:lnTo>
                    <a:pt x="2353" y="352"/>
                  </a:lnTo>
                  <a:cubicBezTo>
                    <a:pt x="2589" y="352"/>
                    <a:pt x="2589" y="1"/>
                    <a:pt x="235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87"/>
            <p:cNvSpPr/>
            <p:nvPr/>
          </p:nvSpPr>
          <p:spPr>
            <a:xfrm>
              <a:off x="7982122" y="2961271"/>
              <a:ext cx="77896" cy="17704"/>
            </a:xfrm>
            <a:custGeom>
              <a:rect b="b" l="l" r="r" t="t"/>
              <a:pathLst>
                <a:path extrusionOk="0" h="675" w="2970">
                  <a:moveTo>
                    <a:pt x="2638" y="1"/>
                  </a:moveTo>
                  <a:cubicBezTo>
                    <a:pt x="2676" y="116"/>
                    <a:pt x="2594" y="237"/>
                    <a:pt x="2469" y="237"/>
                  </a:cubicBezTo>
                  <a:lnTo>
                    <a:pt x="598" y="237"/>
                  </a:lnTo>
                  <a:cubicBezTo>
                    <a:pt x="574" y="237"/>
                    <a:pt x="554" y="232"/>
                    <a:pt x="535" y="232"/>
                  </a:cubicBezTo>
                  <a:lnTo>
                    <a:pt x="217" y="232"/>
                  </a:lnTo>
                  <a:cubicBezTo>
                    <a:pt x="97" y="232"/>
                    <a:pt x="1" y="328"/>
                    <a:pt x="1" y="444"/>
                  </a:cubicBezTo>
                  <a:lnTo>
                    <a:pt x="1" y="458"/>
                  </a:lnTo>
                  <a:cubicBezTo>
                    <a:pt x="1" y="578"/>
                    <a:pt x="97" y="675"/>
                    <a:pt x="217" y="675"/>
                  </a:cubicBezTo>
                  <a:lnTo>
                    <a:pt x="290" y="675"/>
                  </a:lnTo>
                  <a:cubicBezTo>
                    <a:pt x="275" y="646"/>
                    <a:pt x="266" y="612"/>
                    <a:pt x="266" y="578"/>
                  </a:cubicBezTo>
                  <a:lnTo>
                    <a:pt x="266" y="564"/>
                  </a:lnTo>
                  <a:cubicBezTo>
                    <a:pt x="266" y="444"/>
                    <a:pt x="362" y="347"/>
                    <a:pt x="477" y="347"/>
                  </a:cubicBezTo>
                  <a:lnTo>
                    <a:pt x="800" y="347"/>
                  </a:lnTo>
                  <a:cubicBezTo>
                    <a:pt x="819" y="352"/>
                    <a:pt x="838" y="352"/>
                    <a:pt x="857" y="352"/>
                  </a:cubicBezTo>
                  <a:lnTo>
                    <a:pt x="2734" y="352"/>
                  </a:lnTo>
                  <a:cubicBezTo>
                    <a:pt x="2970" y="352"/>
                    <a:pt x="2970" y="1"/>
                    <a:pt x="273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87"/>
            <p:cNvSpPr/>
            <p:nvPr/>
          </p:nvSpPr>
          <p:spPr>
            <a:xfrm>
              <a:off x="8238942" y="3070823"/>
              <a:ext cx="72231" cy="13769"/>
            </a:xfrm>
            <a:custGeom>
              <a:rect b="b" l="l" r="r" t="t"/>
              <a:pathLst>
                <a:path extrusionOk="0" h="525" w="2754">
                  <a:moveTo>
                    <a:pt x="1" y="0"/>
                  </a:moveTo>
                  <a:lnTo>
                    <a:pt x="1" y="525"/>
                  </a:lnTo>
                  <a:lnTo>
                    <a:pt x="2753" y="525"/>
                  </a:lnTo>
                  <a:lnTo>
                    <a:pt x="2753"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87"/>
            <p:cNvSpPr/>
            <p:nvPr/>
          </p:nvSpPr>
          <p:spPr>
            <a:xfrm>
              <a:off x="7995262" y="3094297"/>
              <a:ext cx="72335" cy="13769"/>
            </a:xfrm>
            <a:custGeom>
              <a:rect b="b" l="l" r="r" t="t"/>
              <a:pathLst>
                <a:path extrusionOk="0" h="525" w="2758">
                  <a:moveTo>
                    <a:pt x="0" y="0"/>
                  </a:moveTo>
                  <a:lnTo>
                    <a:pt x="0" y="525"/>
                  </a:lnTo>
                  <a:lnTo>
                    <a:pt x="2757" y="525"/>
                  </a:lnTo>
                  <a:lnTo>
                    <a:pt x="2757"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87"/>
            <p:cNvSpPr/>
            <p:nvPr/>
          </p:nvSpPr>
          <p:spPr>
            <a:xfrm>
              <a:off x="8158056" y="3175182"/>
              <a:ext cx="13769" cy="72231"/>
            </a:xfrm>
            <a:custGeom>
              <a:rect b="b" l="l" r="r" t="t"/>
              <a:pathLst>
                <a:path extrusionOk="0" h="2754" w="525">
                  <a:moveTo>
                    <a:pt x="0" y="1"/>
                  </a:moveTo>
                  <a:lnTo>
                    <a:pt x="0" y="2753"/>
                  </a:lnTo>
                  <a:lnTo>
                    <a:pt x="525" y="2753"/>
                  </a:lnTo>
                  <a:lnTo>
                    <a:pt x="525"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87"/>
            <p:cNvSpPr/>
            <p:nvPr/>
          </p:nvSpPr>
          <p:spPr>
            <a:xfrm>
              <a:off x="8134582" y="2931503"/>
              <a:ext cx="13769" cy="72335"/>
            </a:xfrm>
            <a:custGeom>
              <a:rect b="b" l="l" r="r" t="t"/>
              <a:pathLst>
                <a:path extrusionOk="0" h="2758" w="525">
                  <a:moveTo>
                    <a:pt x="0" y="0"/>
                  </a:moveTo>
                  <a:lnTo>
                    <a:pt x="0" y="2757"/>
                  </a:lnTo>
                  <a:lnTo>
                    <a:pt x="525" y="2757"/>
                  </a:lnTo>
                  <a:lnTo>
                    <a:pt x="525"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87"/>
            <p:cNvSpPr/>
            <p:nvPr/>
          </p:nvSpPr>
          <p:spPr>
            <a:xfrm>
              <a:off x="7990462" y="3004940"/>
              <a:ext cx="17074" cy="109080"/>
            </a:xfrm>
            <a:custGeom>
              <a:rect b="b" l="l" r="r" t="t"/>
              <a:pathLst>
                <a:path extrusionOk="0" h="4159" w="651">
                  <a:moveTo>
                    <a:pt x="0" y="1"/>
                  </a:moveTo>
                  <a:lnTo>
                    <a:pt x="0" y="4158"/>
                  </a:lnTo>
                  <a:lnTo>
                    <a:pt x="650" y="4158"/>
                  </a:lnTo>
                  <a:lnTo>
                    <a:pt x="6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87"/>
            <p:cNvSpPr/>
            <p:nvPr/>
          </p:nvSpPr>
          <p:spPr>
            <a:xfrm>
              <a:off x="8232778" y="3067151"/>
              <a:ext cx="16917" cy="81174"/>
            </a:xfrm>
            <a:custGeom>
              <a:rect b="b" l="l" r="r" t="t"/>
              <a:pathLst>
                <a:path extrusionOk="0" h="3095" w="645">
                  <a:moveTo>
                    <a:pt x="0" y="1"/>
                  </a:moveTo>
                  <a:lnTo>
                    <a:pt x="0" y="3095"/>
                  </a:lnTo>
                  <a:lnTo>
                    <a:pt x="645" y="3095"/>
                  </a:lnTo>
                  <a:lnTo>
                    <a:pt x="64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87"/>
            <p:cNvSpPr/>
            <p:nvPr/>
          </p:nvSpPr>
          <p:spPr>
            <a:xfrm>
              <a:off x="8066181" y="3236030"/>
              <a:ext cx="109054" cy="17048"/>
            </a:xfrm>
            <a:custGeom>
              <a:rect b="b" l="l" r="r" t="t"/>
              <a:pathLst>
                <a:path extrusionOk="0" h="650" w="4158">
                  <a:moveTo>
                    <a:pt x="1" y="0"/>
                  </a:moveTo>
                  <a:lnTo>
                    <a:pt x="1" y="650"/>
                  </a:lnTo>
                  <a:lnTo>
                    <a:pt x="4158" y="650"/>
                  </a:lnTo>
                  <a:lnTo>
                    <a:pt x="41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87"/>
            <p:cNvSpPr/>
            <p:nvPr/>
          </p:nvSpPr>
          <p:spPr>
            <a:xfrm>
              <a:off x="8130674" y="2992193"/>
              <a:ext cx="83325" cy="17074"/>
            </a:xfrm>
            <a:custGeom>
              <a:rect b="b" l="l" r="r" t="t"/>
              <a:pathLst>
                <a:path extrusionOk="0" h="651" w="3177">
                  <a:moveTo>
                    <a:pt x="0" y="1"/>
                  </a:moveTo>
                  <a:lnTo>
                    <a:pt x="0" y="650"/>
                  </a:lnTo>
                  <a:lnTo>
                    <a:pt x="3176" y="650"/>
                  </a:lnTo>
                  <a:lnTo>
                    <a:pt x="317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87"/>
            <p:cNvSpPr/>
            <p:nvPr/>
          </p:nvSpPr>
          <p:spPr>
            <a:xfrm>
              <a:off x="8001950" y="3059467"/>
              <a:ext cx="11514" cy="15133"/>
            </a:xfrm>
            <a:custGeom>
              <a:rect b="b" l="l" r="r" t="t"/>
              <a:pathLst>
                <a:path extrusionOk="0" h="577" w="439">
                  <a:moveTo>
                    <a:pt x="217" y="0"/>
                  </a:moveTo>
                  <a:cubicBezTo>
                    <a:pt x="97" y="0"/>
                    <a:pt x="0" y="97"/>
                    <a:pt x="0" y="217"/>
                  </a:cubicBezTo>
                  <a:lnTo>
                    <a:pt x="0" y="371"/>
                  </a:lnTo>
                  <a:cubicBezTo>
                    <a:pt x="8" y="508"/>
                    <a:pt x="113" y="577"/>
                    <a:pt x="219" y="577"/>
                  </a:cubicBezTo>
                  <a:cubicBezTo>
                    <a:pt x="325" y="577"/>
                    <a:pt x="431" y="508"/>
                    <a:pt x="438" y="371"/>
                  </a:cubicBezTo>
                  <a:lnTo>
                    <a:pt x="438" y="217"/>
                  </a:lnTo>
                  <a:cubicBezTo>
                    <a:pt x="438" y="97"/>
                    <a:pt x="342"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87"/>
            <p:cNvSpPr/>
            <p:nvPr/>
          </p:nvSpPr>
          <p:spPr>
            <a:xfrm>
              <a:off x="8001950" y="3039901"/>
              <a:ext cx="11514" cy="15133"/>
            </a:xfrm>
            <a:custGeom>
              <a:rect b="b" l="l" r="r" t="t"/>
              <a:pathLst>
                <a:path extrusionOk="0" h="577" w="439">
                  <a:moveTo>
                    <a:pt x="217" y="1"/>
                  </a:moveTo>
                  <a:cubicBezTo>
                    <a:pt x="97" y="1"/>
                    <a:pt x="0" y="97"/>
                    <a:pt x="0" y="217"/>
                  </a:cubicBezTo>
                  <a:lnTo>
                    <a:pt x="0" y="371"/>
                  </a:lnTo>
                  <a:cubicBezTo>
                    <a:pt x="8" y="508"/>
                    <a:pt x="113" y="577"/>
                    <a:pt x="219" y="577"/>
                  </a:cubicBezTo>
                  <a:cubicBezTo>
                    <a:pt x="325" y="577"/>
                    <a:pt x="431" y="508"/>
                    <a:pt x="438" y="371"/>
                  </a:cubicBezTo>
                  <a:lnTo>
                    <a:pt x="438" y="217"/>
                  </a:lnTo>
                  <a:cubicBezTo>
                    <a:pt x="438" y="97"/>
                    <a:pt x="342"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87"/>
            <p:cNvSpPr/>
            <p:nvPr/>
          </p:nvSpPr>
          <p:spPr>
            <a:xfrm>
              <a:off x="8293967" y="3103529"/>
              <a:ext cx="11514" cy="14871"/>
            </a:xfrm>
            <a:custGeom>
              <a:rect b="b" l="l" r="r" t="t"/>
              <a:pathLst>
                <a:path extrusionOk="0" h="567" w="439">
                  <a:moveTo>
                    <a:pt x="220" y="1"/>
                  </a:moveTo>
                  <a:cubicBezTo>
                    <a:pt x="114" y="1"/>
                    <a:pt x="8" y="69"/>
                    <a:pt x="1" y="207"/>
                  </a:cubicBezTo>
                  <a:lnTo>
                    <a:pt x="1" y="361"/>
                  </a:lnTo>
                  <a:cubicBezTo>
                    <a:pt x="8" y="498"/>
                    <a:pt x="114" y="566"/>
                    <a:pt x="220" y="566"/>
                  </a:cubicBezTo>
                  <a:cubicBezTo>
                    <a:pt x="326" y="566"/>
                    <a:pt x="431" y="498"/>
                    <a:pt x="439" y="361"/>
                  </a:cubicBezTo>
                  <a:lnTo>
                    <a:pt x="439" y="207"/>
                  </a:lnTo>
                  <a:cubicBezTo>
                    <a:pt x="431" y="69"/>
                    <a:pt x="326" y="1"/>
                    <a:pt x="2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87"/>
            <p:cNvSpPr/>
            <p:nvPr/>
          </p:nvSpPr>
          <p:spPr>
            <a:xfrm>
              <a:off x="8293967" y="3122806"/>
              <a:ext cx="11514" cy="15238"/>
            </a:xfrm>
            <a:custGeom>
              <a:rect b="b" l="l" r="r" t="t"/>
              <a:pathLst>
                <a:path extrusionOk="0" h="581" w="439">
                  <a:moveTo>
                    <a:pt x="222" y="1"/>
                  </a:moveTo>
                  <a:cubicBezTo>
                    <a:pt x="97" y="1"/>
                    <a:pt x="1" y="97"/>
                    <a:pt x="1" y="222"/>
                  </a:cubicBezTo>
                  <a:lnTo>
                    <a:pt x="1" y="371"/>
                  </a:lnTo>
                  <a:cubicBezTo>
                    <a:pt x="8" y="511"/>
                    <a:pt x="114" y="581"/>
                    <a:pt x="220" y="581"/>
                  </a:cubicBezTo>
                  <a:cubicBezTo>
                    <a:pt x="326" y="581"/>
                    <a:pt x="431" y="511"/>
                    <a:pt x="439" y="371"/>
                  </a:cubicBezTo>
                  <a:lnTo>
                    <a:pt x="439" y="222"/>
                  </a:lnTo>
                  <a:cubicBezTo>
                    <a:pt x="439" y="97"/>
                    <a:pt x="342" y="1"/>
                    <a:pt x="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87"/>
            <p:cNvSpPr/>
            <p:nvPr/>
          </p:nvSpPr>
          <p:spPr>
            <a:xfrm>
              <a:off x="7972418" y="2907636"/>
              <a:ext cx="362726" cy="362857"/>
            </a:xfrm>
            <a:custGeom>
              <a:rect b="b" l="l" r="r" t="t"/>
              <a:pathLst>
                <a:path extrusionOk="0" h="13835" w="13830">
                  <a:moveTo>
                    <a:pt x="6727" y="896"/>
                  </a:moveTo>
                  <a:lnTo>
                    <a:pt x="6727" y="3648"/>
                  </a:lnTo>
                  <a:lnTo>
                    <a:pt x="6203" y="3648"/>
                  </a:lnTo>
                  <a:lnTo>
                    <a:pt x="6203" y="896"/>
                  </a:lnTo>
                  <a:close/>
                  <a:moveTo>
                    <a:pt x="9946" y="896"/>
                  </a:moveTo>
                  <a:cubicBezTo>
                    <a:pt x="9941" y="930"/>
                    <a:pt x="9941" y="958"/>
                    <a:pt x="9941" y="987"/>
                  </a:cubicBezTo>
                  <a:lnTo>
                    <a:pt x="9941" y="2354"/>
                  </a:lnTo>
                  <a:cubicBezTo>
                    <a:pt x="9802" y="2205"/>
                    <a:pt x="9629" y="2094"/>
                    <a:pt x="9431" y="2041"/>
                  </a:cubicBezTo>
                  <a:cubicBezTo>
                    <a:pt x="9384" y="2031"/>
                    <a:pt x="9337" y="2026"/>
                    <a:pt x="9290" y="2026"/>
                  </a:cubicBezTo>
                  <a:cubicBezTo>
                    <a:pt x="9131" y="2026"/>
                    <a:pt x="8977" y="2082"/>
                    <a:pt x="8854" y="2190"/>
                  </a:cubicBezTo>
                  <a:lnTo>
                    <a:pt x="8849" y="2195"/>
                  </a:lnTo>
                  <a:cubicBezTo>
                    <a:pt x="8830" y="2210"/>
                    <a:pt x="8387" y="2604"/>
                    <a:pt x="8969" y="3408"/>
                  </a:cubicBezTo>
                  <a:cubicBezTo>
                    <a:pt x="9027" y="3485"/>
                    <a:pt x="9075" y="3566"/>
                    <a:pt x="9114" y="3648"/>
                  </a:cubicBezTo>
                  <a:lnTo>
                    <a:pt x="7165" y="3648"/>
                  </a:lnTo>
                  <a:lnTo>
                    <a:pt x="7165" y="896"/>
                  </a:lnTo>
                  <a:close/>
                  <a:moveTo>
                    <a:pt x="3137" y="722"/>
                  </a:moveTo>
                  <a:cubicBezTo>
                    <a:pt x="3751" y="722"/>
                    <a:pt x="4610" y="845"/>
                    <a:pt x="4783" y="1141"/>
                  </a:cubicBezTo>
                  <a:cubicBezTo>
                    <a:pt x="4822" y="1209"/>
                    <a:pt x="4894" y="1252"/>
                    <a:pt x="4976" y="1252"/>
                  </a:cubicBezTo>
                  <a:lnTo>
                    <a:pt x="5765" y="1252"/>
                  </a:lnTo>
                  <a:lnTo>
                    <a:pt x="5765" y="3340"/>
                  </a:lnTo>
                  <a:lnTo>
                    <a:pt x="5236" y="3340"/>
                  </a:lnTo>
                  <a:cubicBezTo>
                    <a:pt x="5168" y="3340"/>
                    <a:pt x="5106" y="3374"/>
                    <a:pt x="5062" y="3427"/>
                  </a:cubicBezTo>
                  <a:cubicBezTo>
                    <a:pt x="4596" y="4043"/>
                    <a:pt x="4341" y="4091"/>
                    <a:pt x="4018" y="4149"/>
                  </a:cubicBezTo>
                  <a:cubicBezTo>
                    <a:pt x="3701" y="4192"/>
                    <a:pt x="3402" y="4312"/>
                    <a:pt x="3142" y="4505"/>
                  </a:cubicBezTo>
                  <a:cubicBezTo>
                    <a:pt x="2910" y="4674"/>
                    <a:pt x="2743" y="4725"/>
                    <a:pt x="2637" y="4725"/>
                  </a:cubicBezTo>
                  <a:cubicBezTo>
                    <a:pt x="2580" y="4725"/>
                    <a:pt x="2540" y="4711"/>
                    <a:pt x="2517" y="4692"/>
                  </a:cubicBezTo>
                  <a:cubicBezTo>
                    <a:pt x="2469" y="4639"/>
                    <a:pt x="2450" y="4562"/>
                    <a:pt x="2464" y="4495"/>
                  </a:cubicBezTo>
                  <a:cubicBezTo>
                    <a:pt x="2517" y="4254"/>
                    <a:pt x="2902" y="3985"/>
                    <a:pt x="3133" y="3865"/>
                  </a:cubicBezTo>
                  <a:cubicBezTo>
                    <a:pt x="3340" y="3761"/>
                    <a:pt x="3257" y="3450"/>
                    <a:pt x="3033" y="3450"/>
                  </a:cubicBezTo>
                  <a:cubicBezTo>
                    <a:pt x="3028" y="3450"/>
                    <a:pt x="3023" y="3451"/>
                    <a:pt x="3017" y="3451"/>
                  </a:cubicBezTo>
                  <a:lnTo>
                    <a:pt x="982" y="3451"/>
                  </a:lnTo>
                  <a:cubicBezTo>
                    <a:pt x="891" y="3451"/>
                    <a:pt x="814" y="3379"/>
                    <a:pt x="814" y="3283"/>
                  </a:cubicBezTo>
                  <a:lnTo>
                    <a:pt x="814" y="3268"/>
                  </a:lnTo>
                  <a:cubicBezTo>
                    <a:pt x="814" y="3172"/>
                    <a:pt x="891" y="3100"/>
                    <a:pt x="982" y="3100"/>
                  </a:cubicBezTo>
                  <a:lnTo>
                    <a:pt x="2859" y="3100"/>
                  </a:lnTo>
                  <a:cubicBezTo>
                    <a:pt x="2863" y="3100"/>
                    <a:pt x="2868" y="3100"/>
                    <a:pt x="2872" y="3100"/>
                  </a:cubicBezTo>
                  <a:cubicBezTo>
                    <a:pt x="3160" y="3100"/>
                    <a:pt x="3162" y="2661"/>
                    <a:pt x="2877" y="2661"/>
                  </a:cubicBezTo>
                  <a:cubicBezTo>
                    <a:pt x="2871" y="2661"/>
                    <a:pt x="2865" y="2661"/>
                    <a:pt x="2859" y="2662"/>
                  </a:cubicBezTo>
                  <a:lnTo>
                    <a:pt x="607" y="2662"/>
                  </a:lnTo>
                  <a:cubicBezTo>
                    <a:pt x="510" y="2662"/>
                    <a:pt x="438" y="2585"/>
                    <a:pt x="438" y="2493"/>
                  </a:cubicBezTo>
                  <a:lnTo>
                    <a:pt x="438" y="2474"/>
                  </a:lnTo>
                  <a:cubicBezTo>
                    <a:pt x="438" y="2383"/>
                    <a:pt x="510" y="2306"/>
                    <a:pt x="607" y="2306"/>
                  </a:cubicBezTo>
                  <a:lnTo>
                    <a:pt x="919" y="2306"/>
                  </a:lnTo>
                  <a:cubicBezTo>
                    <a:pt x="944" y="2306"/>
                    <a:pt x="963" y="2311"/>
                    <a:pt x="987" y="2311"/>
                  </a:cubicBezTo>
                  <a:lnTo>
                    <a:pt x="1468" y="2311"/>
                  </a:lnTo>
                  <a:cubicBezTo>
                    <a:pt x="1478" y="2311"/>
                    <a:pt x="1492" y="2306"/>
                    <a:pt x="1502" y="2306"/>
                  </a:cubicBezTo>
                  <a:lnTo>
                    <a:pt x="2863" y="2306"/>
                  </a:lnTo>
                  <a:cubicBezTo>
                    <a:pt x="2868" y="2306"/>
                    <a:pt x="2873" y="2306"/>
                    <a:pt x="2877" y="2306"/>
                  </a:cubicBezTo>
                  <a:cubicBezTo>
                    <a:pt x="3165" y="2306"/>
                    <a:pt x="3167" y="1867"/>
                    <a:pt x="2882" y="1867"/>
                  </a:cubicBezTo>
                  <a:cubicBezTo>
                    <a:pt x="2876" y="1867"/>
                    <a:pt x="2870" y="1867"/>
                    <a:pt x="2863" y="1868"/>
                  </a:cubicBezTo>
                  <a:lnTo>
                    <a:pt x="1357" y="1868"/>
                  </a:lnTo>
                  <a:cubicBezTo>
                    <a:pt x="1343" y="1868"/>
                    <a:pt x="1333" y="1868"/>
                    <a:pt x="1319" y="1873"/>
                  </a:cubicBezTo>
                  <a:lnTo>
                    <a:pt x="1314" y="1873"/>
                  </a:lnTo>
                  <a:cubicBezTo>
                    <a:pt x="1304" y="1868"/>
                    <a:pt x="1290" y="1868"/>
                    <a:pt x="1276" y="1868"/>
                  </a:cubicBezTo>
                  <a:lnTo>
                    <a:pt x="953" y="1868"/>
                  </a:lnTo>
                  <a:cubicBezTo>
                    <a:pt x="871" y="1849"/>
                    <a:pt x="818" y="1781"/>
                    <a:pt x="818" y="1699"/>
                  </a:cubicBezTo>
                  <a:lnTo>
                    <a:pt x="818" y="1685"/>
                  </a:lnTo>
                  <a:cubicBezTo>
                    <a:pt x="818" y="1594"/>
                    <a:pt x="891" y="1517"/>
                    <a:pt x="987" y="1517"/>
                  </a:cubicBezTo>
                  <a:lnTo>
                    <a:pt x="2863" y="1517"/>
                  </a:lnTo>
                  <a:cubicBezTo>
                    <a:pt x="2868" y="1517"/>
                    <a:pt x="2873" y="1517"/>
                    <a:pt x="2877" y="1517"/>
                  </a:cubicBezTo>
                  <a:cubicBezTo>
                    <a:pt x="3167" y="1517"/>
                    <a:pt x="3167" y="1078"/>
                    <a:pt x="2877" y="1078"/>
                  </a:cubicBezTo>
                  <a:cubicBezTo>
                    <a:pt x="2873" y="1078"/>
                    <a:pt x="2868" y="1079"/>
                    <a:pt x="2863" y="1079"/>
                  </a:cubicBezTo>
                  <a:lnTo>
                    <a:pt x="1915" y="1079"/>
                  </a:lnTo>
                  <a:cubicBezTo>
                    <a:pt x="1824" y="1079"/>
                    <a:pt x="1747" y="1002"/>
                    <a:pt x="1747" y="910"/>
                  </a:cubicBezTo>
                  <a:lnTo>
                    <a:pt x="1747" y="891"/>
                  </a:lnTo>
                  <a:cubicBezTo>
                    <a:pt x="1747" y="800"/>
                    <a:pt x="1824" y="723"/>
                    <a:pt x="1915" y="723"/>
                  </a:cubicBezTo>
                  <a:lnTo>
                    <a:pt x="3037" y="723"/>
                  </a:lnTo>
                  <a:cubicBezTo>
                    <a:pt x="3069" y="722"/>
                    <a:pt x="3103" y="722"/>
                    <a:pt x="3137" y="722"/>
                  </a:cubicBezTo>
                  <a:close/>
                  <a:moveTo>
                    <a:pt x="11356" y="444"/>
                  </a:moveTo>
                  <a:cubicBezTo>
                    <a:pt x="11448" y="444"/>
                    <a:pt x="11525" y="516"/>
                    <a:pt x="11525" y="612"/>
                  </a:cubicBezTo>
                  <a:lnTo>
                    <a:pt x="11525" y="925"/>
                  </a:lnTo>
                  <a:cubicBezTo>
                    <a:pt x="11525" y="949"/>
                    <a:pt x="11520" y="968"/>
                    <a:pt x="11520" y="992"/>
                  </a:cubicBezTo>
                  <a:lnTo>
                    <a:pt x="11520" y="1473"/>
                  </a:lnTo>
                  <a:cubicBezTo>
                    <a:pt x="11520" y="1483"/>
                    <a:pt x="11525" y="1497"/>
                    <a:pt x="11525" y="1507"/>
                  </a:cubicBezTo>
                  <a:lnTo>
                    <a:pt x="11525" y="2864"/>
                  </a:lnTo>
                  <a:cubicBezTo>
                    <a:pt x="11532" y="3003"/>
                    <a:pt x="11638" y="3073"/>
                    <a:pt x="11743" y="3073"/>
                  </a:cubicBezTo>
                  <a:cubicBezTo>
                    <a:pt x="11849" y="3073"/>
                    <a:pt x="11955" y="3003"/>
                    <a:pt x="11962" y="2864"/>
                  </a:cubicBezTo>
                  <a:lnTo>
                    <a:pt x="11962" y="1363"/>
                  </a:lnTo>
                  <a:cubicBezTo>
                    <a:pt x="11962" y="1348"/>
                    <a:pt x="11962" y="1339"/>
                    <a:pt x="11958" y="1324"/>
                  </a:cubicBezTo>
                  <a:lnTo>
                    <a:pt x="11958" y="1319"/>
                  </a:lnTo>
                  <a:cubicBezTo>
                    <a:pt x="11962" y="1305"/>
                    <a:pt x="11962" y="1295"/>
                    <a:pt x="11962" y="1281"/>
                  </a:cubicBezTo>
                  <a:lnTo>
                    <a:pt x="11962" y="958"/>
                  </a:lnTo>
                  <a:cubicBezTo>
                    <a:pt x="11982" y="877"/>
                    <a:pt x="12049" y="824"/>
                    <a:pt x="12131" y="824"/>
                  </a:cubicBezTo>
                  <a:lnTo>
                    <a:pt x="12145" y="824"/>
                  </a:lnTo>
                  <a:cubicBezTo>
                    <a:pt x="12148" y="824"/>
                    <a:pt x="12151" y="824"/>
                    <a:pt x="12153" y="824"/>
                  </a:cubicBezTo>
                  <a:cubicBezTo>
                    <a:pt x="12241" y="824"/>
                    <a:pt x="12314" y="899"/>
                    <a:pt x="12314" y="992"/>
                  </a:cubicBezTo>
                  <a:lnTo>
                    <a:pt x="12314" y="2869"/>
                  </a:lnTo>
                  <a:cubicBezTo>
                    <a:pt x="12321" y="3006"/>
                    <a:pt x="12427" y="3074"/>
                    <a:pt x="12533" y="3074"/>
                  </a:cubicBezTo>
                  <a:cubicBezTo>
                    <a:pt x="12638" y="3074"/>
                    <a:pt x="12744" y="3006"/>
                    <a:pt x="12752" y="2869"/>
                  </a:cubicBezTo>
                  <a:lnTo>
                    <a:pt x="12752" y="1921"/>
                  </a:lnTo>
                  <a:cubicBezTo>
                    <a:pt x="12752" y="1825"/>
                    <a:pt x="12829" y="1752"/>
                    <a:pt x="12920" y="1752"/>
                  </a:cubicBezTo>
                  <a:lnTo>
                    <a:pt x="12934" y="1752"/>
                  </a:lnTo>
                  <a:cubicBezTo>
                    <a:pt x="13031" y="1752"/>
                    <a:pt x="13108" y="1825"/>
                    <a:pt x="13108" y="1921"/>
                  </a:cubicBezTo>
                  <a:lnTo>
                    <a:pt x="13108" y="3037"/>
                  </a:lnTo>
                  <a:lnTo>
                    <a:pt x="13108" y="3042"/>
                  </a:lnTo>
                  <a:cubicBezTo>
                    <a:pt x="13117" y="3658"/>
                    <a:pt x="12997" y="4606"/>
                    <a:pt x="12684" y="4789"/>
                  </a:cubicBezTo>
                  <a:cubicBezTo>
                    <a:pt x="12617" y="4827"/>
                    <a:pt x="12578" y="4899"/>
                    <a:pt x="12578" y="4976"/>
                  </a:cubicBezTo>
                  <a:lnTo>
                    <a:pt x="12578" y="5770"/>
                  </a:lnTo>
                  <a:lnTo>
                    <a:pt x="10485" y="5770"/>
                  </a:lnTo>
                  <a:lnTo>
                    <a:pt x="10485" y="5241"/>
                  </a:lnTo>
                  <a:cubicBezTo>
                    <a:pt x="10485" y="5174"/>
                    <a:pt x="10456" y="5111"/>
                    <a:pt x="10399" y="5068"/>
                  </a:cubicBezTo>
                  <a:cubicBezTo>
                    <a:pt x="9787" y="4601"/>
                    <a:pt x="9739" y="4346"/>
                    <a:pt x="9677" y="4024"/>
                  </a:cubicBezTo>
                  <a:cubicBezTo>
                    <a:pt x="9638" y="3706"/>
                    <a:pt x="9513" y="3408"/>
                    <a:pt x="9326" y="3148"/>
                  </a:cubicBezTo>
                  <a:cubicBezTo>
                    <a:pt x="9061" y="2792"/>
                    <a:pt x="9085" y="2585"/>
                    <a:pt x="9138" y="2522"/>
                  </a:cubicBezTo>
                  <a:cubicBezTo>
                    <a:pt x="9179" y="2485"/>
                    <a:pt x="9232" y="2465"/>
                    <a:pt x="9288" y="2465"/>
                  </a:cubicBezTo>
                  <a:cubicBezTo>
                    <a:pt x="9304" y="2465"/>
                    <a:pt x="9319" y="2466"/>
                    <a:pt x="9335" y="2469"/>
                  </a:cubicBezTo>
                  <a:cubicBezTo>
                    <a:pt x="9571" y="2522"/>
                    <a:pt x="9845" y="2907"/>
                    <a:pt x="9961" y="3138"/>
                  </a:cubicBezTo>
                  <a:cubicBezTo>
                    <a:pt x="10004" y="3220"/>
                    <a:pt x="10079" y="3257"/>
                    <a:pt x="10153" y="3257"/>
                  </a:cubicBezTo>
                  <a:cubicBezTo>
                    <a:pt x="10270" y="3257"/>
                    <a:pt x="10386" y="3167"/>
                    <a:pt x="10375" y="3023"/>
                  </a:cubicBezTo>
                  <a:lnTo>
                    <a:pt x="10375" y="3008"/>
                  </a:lnTo>
                  <a:lnTo>
                    <a:pt x="10375" y="987"/>
                  </a:lnTo>
                  <a:cubicBezTo>
                    <a:pt x="10375" y="896"/>
                    <a:pt x="10452" y="819"/>
                    <a:pt x="10548" y="819"/>
                  </a:cubicBezTo>
                  <a:lnTo>
                    <a:pt x="10562" y="819"/>
                  </a:lnTo>
                  <a:cubicBezTo>
                    <a:pt x="10658" y="819"/>
                    <a:pt x="10731" y="896"/>
                    <a:pt x="10731" y="987"/>
                  </a:cubicBezTo>
                  <a:lnTo>
                    <a:pt x="10731" y="997"/>
                  </a:lnTo>
                  <a:lnTo>
                    <a:pt x="10731" y="1007"/>
                  </a:lnTo>
                  <a:lnTo>
                    <a:pt x="10731" y="2864"/>
                  </a:lnTo>
                  <a:cubicBezTo>
                    <a:pt x="10723" y="3018"/>
                    <a:pt x="10838" y="3095"/>
                    <a:pt x="10952" y="3095"/>
                  </a:cubicBezTo>
                  <a:cubicBezTo>
                    <a:pt x="11066" y="3095"/>
                    <a:pt x="11180" y="3018"/>
                    <a:pt x="11173" y="2864"/>
                  </a:cubicBezTo>
                  <a:lnTo>
                    <a:pt x="11173" y="1007"/>
                  </a:lnTo>
                  <a:lnTo>
                    <a:pt x="11173" y="997"/>
                  </a:lnTo>
                  <a:lnTo>
                    <a:pt x="11173" y="992"/>
                  </a:lnTo>
                  <a:lnTo>
                    <a:pt x="11173" y="612"/>
                  </a:lnTo>
                  <a:cubicBezTo>
                    <a:pt x="11173" y="516"/>
                    <a:pt x="11245" y="444"/>
                    <a:pt x="11342" y="444"/>
                  </a:cubicBezTo>
                  <a:close/>
                  <a:moveTo>
                    <a:pt x="891" y="3884"/>
                  </a:moveTo>
                  <a:cubicBezTo>
                    <a:pt x="924" y="3889"/>
                    <a:pt x="953" y="3889"/>
                    <a:pt x="982" y="3889"/>
                  </a:cubicBezTo>
                  <a:lnTo>
                    <a:pt x="2349" y="3889"/>
                  </a:lnTo>
                  <a:cubicBezTo>
                    <a:pt x="2199" y="4024"/>
                    <a:pt x="2089" y="4202"/>
                    <a:pt x="2036" y="4399"/>
                  </a:cubicBezTo>
                  <a:cubicBezTo>
                    <a:pt x="1992" y="4606"/>
                    <a:pt x="2050" y="4817"/>
                    <a:pt x="2185" y="4976"/>
                  </a:cubicBezTo>
                  <a:lnTo>
                    <a:pt x="2190" y="4981"/>
                  </a:lnTo>
                  <a:cubicBezTo>
                    <a:pt x="2306" y="5097"/>
                    <a:pt x="2463" y="5164"/>
                    <a:pt x="2625" y="5164"/>
                  </a:cubicBezTo>
                  <a:cubicBezTo>
                    <a:pt x="2631" y="5164"/>
                    <a:pt x="2636" y="5164"/>
                    <a:pt x="2642" y="5164"/>
                  </a:cubicBezTo>
                  <a:cubicBezTo>
                    <a:pt x="2835" y="5164"/>
                    <a:pt x="3090" y="5092"/>
                    <a:pt x="3402" y="4861"/>
                  </a:cubicBezTo>
                  <a:cubicBezTo>
                    <a:pt x="3479" y="4803"/>
                    <a:pt x="3561" y="4755"/>
                    <a:pt x="3643" y="4716"/>
                  </a:cubicBezTo>
                  <a:lnTo>
                    <a:pt x="3643" y="6665"/>
                  </a:lnTo>
                  <a:lnTo>
                    <a:pt x="891" y="6665"/>
                  </a:lnTo>
                  <a:lnTo>
                    <a:pt x="891" y="3884"/>
                  </a:lnTo>
                  <a:close/>
                  <a:moveTo>
                    <a:pt x="12934" y="6208"/>
                  </a:moveTo>
                  <a:lnTo>
                    <a:pt x="12934" y="6733"/>
                  </a:lnTo>
                  <a:lnTo>
                    <a:pt x="10177" y="6733"/>
                  </a:lnTo>
                  <a:lnTo>
                    <a:pt x="10177" y="6208"/>
                  </a:lnTo>
                  <a:close/>
                  <a:moveTo>
                    <a:pt x="3643" y="7103"/>
                  </a:moveTo>
                  <a:lnTo>
                    <a:pt x="3643" y="7628"/>
                  </a:lnTo>
                  <a:lnTo>
                    <a:pt x="891" y="7628"/>
                  </a:lnTo>
                  <a:lnTo>
                    <a:pt x="891" y="7103"/>
                  </a:lnTo>
                  <a:close/>
                  <a:moveTo>
                    <a:pt x="5765" y="3783"/>
                  </a:moveTo>
                  <a:lnTo>
                    <a:pt x="5765" y="3874"/>
                  </a:lnTo>
                  <a:cubicBezTo>
                    <a:pt x="5765" y="3995"/>
                    <a:pt x="5866" y="4091"/>
                    <a:pt x="5986" y="4091"/>
                  </a:cubicBezTo>
                  <a:lnTo>
                    <a:pt x="9244" y="4091"/>
                  </a:lnTo>
                  <a:lnTo>
                    <a:pt x="9244" y="4105"/>
                  </a:lnTo>
                  <a:cubicBezTo>
                    <a:pt x="9306" y="4457"/>
                    <a:pt x="9374" y="4822"/>
                    <a:pt x="10043" y="5352"/>
                  </a:cubicBezTo>
                  <a:lnTo>
                    <a:pt x="10043" y="5775"/>
                  </a:lnTo>
                  <a:lnTo>
                    <a:pt x="9956" y="5775"/>
                  </a:lnTo>
                  <a:cubicBezTo>
                    <a:pt x="9836" y="5775"/>
                    <a:pt x="9735" y="5871"/>
                    <a:pt x="9735" y="5992"/>
                  </a:cubicBezTo>
                  <a:lnTo>
                    <a:pt x="9735" y="9254"/>
                  </a:lnTo>
                  <a:lnTo>
                    <a:pt x="9720" y="9254"/>
                  </a:lnTo>
                  <a:cubicBezTo>
                    <a:pt x="9369" y="9316"/>
                    <a:pt x="9008" y="9384"/>
                    <a:pt x="8474" y="10053"/>
                  </a:cubicBezTo>
                  <a:lnTo>
                    <a:pt x="8055" y="10053"/>
                  </a:lnTo>
                  <a:lnTo>
                    <a:pt x="8055" y="9961"/>
                  </a:lnTo>
                  <a:cubicBezTo>
                    <a:pt x="8055" y="9841"/>
                    <a:pt x="7954" y="9745"/>
                    <a:pt x="7834" y="9745"/>
                  </a:cubicBezTo>
                  <a:lnTo>
                    <a:pt x="4572" y="9745"/>
                  </a:lnTo>
                  <a:lnTo>
                    <a:pt x="4576" y="9735"/>
                  </a:lnTo>
                  <a:cubicBezTo>
                    <a:pt x="4514" y="9384"/>
                    <a:pt x="4446" y="9018"/>
                    <a:pt x="3778" y="8489"/>
                  </a:cubicBezTo>
                  <a:lnTo>
                    <a:pt x="3778" y="8065"/>
                  </a:lnTo>
                  <a:lnTo>
                    <a:pt x="3864" y="8065"/>
                  </a:lnTo>
                  <a:cubicBezTo>
                    <a:pt x="3985" y="8065"/>
                    <a:pt x="4086" y="7969"/>
                    <a:pt x="4086" y="7849"/>
                  </a:cubicBezTo>
                  <a:lnTo>
                    <a:pt x="4086" y="4582"/>
                  </a:lnTo>
                  <a:lnTo>
                    <a:pt x="4100" y="4582"/>
                  </a:lnTo>
                  <a:cubicBezTo>
                    <a:pt x="4451" y="4519"/>
                    <a:pt x="4812" y="4452"/>
                    <a:pt x="5346" y="3783"/>
                  </a:cubicBezTo>
                  <a:close/>
                  <a:moveTo>
                    <a:pt x="7622" y="10187"/>
                  </a:moveTo>
                  <a:lnTo>
                    <a:pt x="7622" y="12940"/>
                  </a:lnTo>
                  <a:lnTo>
                    <a:pt x="7098" y="12940"/>
                  </a:lnTo>
                  <a:lnTo>
                    <a:pt x="7098" y="10187"/>
                  </a:lnTo>
                  <a:close/>
                  <a:moveTo>
                    <a:pt x="11187" y="9109"/>
                  </a:moveTo>
                  <a:cubicBezTo>
                    <a:pt x="11246" y="9109"/>
                    <a:pt x="11286" y="9124"/>
                    <a:pt x="11308" y="9143"/>
                  </a:cubicBezTo>
                  <a:cubicBezTo>
                    <a:pt x="11356" y="9196"/>
                    <a:pt x="11375" y="9268"/>
                    <a:pt x="11361" y="9340"/>
                  </a:cubicBezTo>
                  <a:cubicBezTo>
                    <a:pt x="11313" y="9576"/>
                    <a:pt x="10928" y="9851"/>
                    <a:pt x="10697" y="9966"/>
                  </a:cubicBezTo>
                  <a:cubicBezTo>
                    <a:pt x="10490" y="10074"/>
                    <a:pt x="10568" y="10385"/>
                    <a:pt x="10797" y="10385"/>
                  </a:cubicBezTo>
                  <a:cubicBezTo>
                    <a:pt x="10802" y="10385"/>
                    <a:pt x="10807" y="10385"/>
                    <a:pt x="10812" y="10385"/>
                  </a:cubicBezTo>
                  <a:lnTo>
                    <a:pt x="12843" y="10385"/>
                  </a:lnTo>
                  <a:cubicBezTo>
                    <a:pt x="12934" y="10385"/>
                    <a:pt x="13011" y="10457"/>
                    <a:pt x="13011" y="10553"/>
                  </a:cubicBezTo>
                  <a:lnTo>
                    <a:pt x="13011" y="10567"/>
                  </a:lnTo>
                  <a:cubicBezTo>
                    <a:pt x="13011" y="10659"/>
                    <a:pt x="12934" y="10736"/>
                    <a:pt x="12843" y="10736"/>
                  </a:cubicBezTo>
                  <a:lnTo>
                    <a:pt x="10966" y="10736"/>
                  </a:lnTo>
                  <a:cubicBezTo>
                    <a:pt x="10687" y="10750"/>
                    <a:pt x="10687" y="11159"/>
                    <a:pt x="10966" y="11174"/>
                  </a:cubicBezTo>
                  <a:lnTo>
                    <a:pt x="13218" y="11174"/>
                  </a:lnTo>
                  <a:cubicBezTo>
                    <a:pt x="13314" y="11174"/>
                    <a:pt x="13387" y="11251"/>
                    <a:pt x="13387" y="11342"/>
                  </a:cubicBezTo>
                  <a:lnTo>
                    <a:pt x="13387" y="11361"/>
                  </a:lnTo>
                  <a:cubicBezTo>
                    <a:pt x="13387" y="11453"/>
                    <a:pt x="13314" y="11530"/>
                    <a:pt x="13218" y="11530"/>
                  </a:cubicBezTo>
                  <a:lnTo>
                    <a:pt x="12905" y="11530"/>
                  </a:lnTo>
                  <a:cubicBezTo>
                    <a:pt x="12881" y="11525"/>
                    <a:pt x="12862" y="11525"/>
                    <a:pt x="12838" y="11525"/>
                  </a:cubicBezTo>
                  <a:lnTo>
                    <a:pt x="12357" y="11525"/>
                  </a:lnTo>
                  <a:cubicBezTo>
                    <a:pt x="12347" y="11525"/>
                    <a:pt x="12333" y="11525"/>
                    <a:pt x="12323" y="11530"/>
                  </a:cubicBezTo>
                  <a:lnTo>
                    <a:pt x="10966" y="11530"/>
                  </a:lnTo>
                  <a:cubicBezTo>
                    <a:pt x="10960" y="11529"/>
                    <a:pt x="10954" y="11529"/>
                    <a:pt x="10948" y="11529"/>
                  </a:cubicBezTo>
                  <a:cubicBezTo>
                    <a:pt x="10658" y="11529"/>
                    <a:pt x="10660" y="11968"/>
                    <a:pt x="10952" y="11968"/>
                  </a:cubicBezTo>
                  <a:cubicBezTo>
                    <a:pt x="10957" y="11968"/>
                    <a:pt x="10962" y="11968"/>
                    <a:pt x="10966" y="11968"/>
                  </a:cubicBezTo>
                  <a:lnTo>
                    <a:pt x="12468" y="11968"/>
                  </a:lnTo>
                  <a:cubicBezTo>
                    <a:pt x="12482" y="11968"/>
                    <a:pt x="12492" y="11968"/>
                    <a:pt x="12506" y="11963"/>
                  </a:cubicBezTo>
                  <a:lnTo>
                    <a:pt x="12511" y="11963"/>
                  </a:lnTo>
                  <a:cubicBezTo>
                    <a:pt x="12521" y="11968"/>
                    <a:pt x="12535" y="11968"/>
                    <a:pt x="12549" y="11968"/>
                  </a:cubicBezTo>
                  <a:lnTo>
                    <a:pt x="12877" y="11968"/>
                  </a:lnTo>
                  <a:cubicBezTo>
                    <a:pt x="12954" y="11982"/>
                    <a:pt x="13007" y="12054"/>
                    <a:pt x="13011" y="12131"/>
                  </a:cubicBezTo>
                  <a:lnTo>
                    <a:pt x="13011" y="12146"/>
                  </a:lnTo>
                  <a:lnTo>
                    <a:pt x="13007" y="12151"/>
                  </a:lnTo>
                  <a:cubicBezTo>
                    <a:pt x="13007" y="12242"/>
                    <a:pt x="12934" y="12319"/>
                    <a:pt x="12838" y="12319"/>
                  </a:cubicBezTo>
                  <a:lnTo>
                    <a:pt x="10962" y="12319"/>
                  </a:lnTo>
                  <a:cubicBezTo>
                    <a:pt x="10957" y="12319"/>
                    <a:pt x="10952" y="12319"/>
                    <a:pt x="10948" y="12319"/>
                  </a:cubicBezTo>
                  <a:cubicBezTo>
                    <a:pt x="10660" y="12319"/>
                    <a:pt x="10658" y="12757"/>
                    <a:pt x="10943" y="12757"/>
                  </a:cubicBezTo>
                  <a:cubicBezTo>
                    <a:pt x="10949" y="12757"/>
                    <a:pt x="10955" y="12757"/>
                    <a:pt x="10962" y="12757"/>
                  </a:cubicBezTo>
                  <a:lnTo>
                    <a:pt x="11909" y="12757"/>
                  </a:lnTo>
                  <a:cubicBezTo>
                    <a:pt x="12001" y="12757"/>
                    <a:pt x="12078" y="12834"/>
                    <a:pt x="12078" y="12925"/>
                  </a:cubicBezTo>
                  <a:lnTo>
                    <a:pt x="12078" y="12944"/>
                  </a:lnTo>
                  <a:cubicBezTo>
                    <a:pt x="12078" y="13036"/>
                    <a:pt x="12001" y="13113"/>
                    <a:pt x="11909" y="13113"/>
                  </a:cubicBezTo>
                  <a:lnTo>
                    <a:pt x="10788" y="13113"/>
                  </a:lnTo>
                  <a:cubicBezTo>
                    <a:pt x="10766" y="13113"/>
                    <a:pt x="10743" y="13113"/>
                    <a:pt x="10719" y="13113"/>
                  </a:cubicBezTo>
                  <a:cubicBezTo>
                    <a:pt x="10104" y="13113"/>
                    <a:pt x="9218" y="12991"/>
                    <a:pt x="9042" y="12689"/>
                  </a:cubicBezTo>
                  <a:cubicBezTo>
                    <a:pt x="9003" y="12622"/>
                    <a:pt x="8931" y="12584"/>
                    <a:pt x="8854" y="12584"/>
                  </a:cubicBezTo>
                  <a:lnTo>
                    <a:pt x="8060" y="12584"/>
                  </a:lnTo>
                  <a:lnTo>
                    <a:pt x="8060" y="10490"/>
                  </a:lnTo>
                  <a:lnTo>
                    <a:pt x="8589" y="10490"/>
                  </a:lnTo>
                  <a:cubicBezTo>
                    <a:pt x="8594" y="10491"/>
                    <a:pt x="8598" y="10491"/>
                    <a:pt x="8602" y="10491"/>
                  </a:cubicBezTo>
                  <a:cubicBezTo>
                    <a:pt x="8665" y="10491"/>
                    <a:pt x="8727" y="10458"/>
                    <a:pt x="8763" y="10404"/>
                  </a:cubicBezTo>
                  <a:cubicBezTo>
                    <a:pt x="9229" y="9793"/>
                    <a:pt x="9484" y="9745"/>
                    <a:pt x="9807" y="9682"/>
                  </a:cubicBezTo>
                  <a:cubicBezTo>
                    <a:pt x="10124" y="9644"/>
                    <a:pt x="10427" y="9519"/>
                    <a:pt x="10682" y="9331"/>
                  </a:cubicBezTo>
                  <a:cubicBezTo>
                    <a:pt x="10913" y="9160"/>
                    <a:pt x="11080" y="9109"/>
                    <a:pt x="11187" y="9109"/>
                  </a:cubicBezTo>
                  <a:close/>
                  <a:moveTo>
                    <a:pt x="3340" y="8065"/>
                  </a:moveTo>
                  <a:lnTo>
                    <a:pt x="3340" y="8590"/>
                  </a:lnTo>
                  <a:cubicBezTo>
                    <a:pt x="3340" y="8657"/>
                    <a:pt x="3369" y="8725"/>
                    <a:pt x="3426" y="8763"/>
                  </a:cubicBezTo>
                  <a:cubicBezTo>
                    <a:pt x="4037" y="9230"/>
                    <a:pt x="4086" y="9485"/>
                    <a:pt x="4148" y="9807"/>
                  </a:cubicBezTo>
                  <a:cubicBezTo>
                    <a:pt x="4158" y="9870"/>
                    <a:pt x="4172" y="9937"/>
                    <a:pt x="4187" y="10009"/>
                  </a:cubicBezTo>
                  <a:cubicBezTo>
                    <a:pt x="4244" y="10250"/>
                    <a:pt x="4350" y="10481"/>
                    <a:pt x="4499" y="10683"/>
                  </a:cubicBezTo>
                  <a:cubicBezTo>
                    <a:pt x="4759" y="11044"/>
                    <a:pt x="4740" y="11246"/>
                    <a:pt x="4687" y="11313"/>
                  </a:cubicBezTo>
                  <a:cubicBezTo>
                    <a:pt x="4646" y="11351"/>
                    <a:pt x="4590" y="11371"/>
                    <a:pt x="4532" y="11371"/>
                  </a:cubicBezTo>
                  <a:cubicBezTo>
                    <a:pt x="4517" y="11371"/>
                    <a:pt x="4501" y="11369"/>
                    <a:pt x="4485" y="11366"/>
                  </a:cubicBezTo>
                  <a:cubicBezTo>
                    <a:pt x="4249" y="11318"/>
                    <a:pt x="3975" y="10933"/>
                    <a:pt x="3859" y="10702"/>
                  </a:cubicBezTo>
                  <a:cubicBezTo>
                    <a:pt x="3818" y="10619"/>
                    <a:pt x="3743" y="10582"/>
                    <a:pt x="3668" y="10582"/>
                  </a:cubicBezTo>
                  <a:cubicBezTo>
                    <a:pt x="3553" y="10582"/>
                    <a:pt x="3437" y="10671"/>
                    <a:pt x="3446" y="10818"/>
                  </a:cubicBezTo>
                  <a:lnTo>
                    <a:pt x="3446" y="10827"/>
                  </a:lnTo>
                  <a:lnTo>
                    <a:pt x="3446" y="12848"/>
                  </a:lnTo>
                  <a:cubicBezTo>
                    <a:pt x="3446" y="12940"/>
                    <a:pt x="3369" y="13017"/>
                    <a:pt x="3277" y="13017"/>
                  </a:cubicBezTo>
                  <a:lnTo>
                    <a:pt x="3263" y="13017"/>
                  </a:lnTo>
                  <a:cubicBezTo>
                    <a:pt x="3167" y="13017"/>
                    <a:pt x="3094" y="12940"/>
                    <a:pt x="3094" y="12848"/>
                  </a:cubicBezTo>
                  <a:lnTo>
                    <a:pt x="3094" y="12839"/>
                  </a:lnTo>
                  <a:lnTo>
                    <a:pt x="3094" y="12834"/>
                  </a:lnTo>
                  <a:lnTo>
                    <a:pt x="3094" y="10972"/>
                  </a:lnTo>
                  <a:cubicBezTo>
                    <a:pt x="3087" y="10832"/>
                    <a:pt x="2981" y="10762"/>
                    <a:pt x="2875" y="10762"/>
                  </a:cubicBezTo>
                  <a:cubicBezTo>
                    <a:pt x="2768" y="10762"/>
                    <a:pt x="2661" y="10832"/>
                    <a:pt x="2652" y="10972"/>
                  </a:cubicBezTo>
                  <a:lnTo>
                    <a:pt x="2652" y="12834"/>
                  </a:lnTo>
                  <a:lnTo>
                    <a:pt x="2652" y="12839"/>
                  </a:lnTo>
                  <a:lnTo>
                    <a:pt x="2652" y="12848"/>
                  </a:lnTo>
                  <a:lnTo>
                    <a:pt x="2652" y="13228"/>
                  </a:lnTo>
                  <a:cubicBezTo>
                    <a:pt x="2652" y="13320"/>
                    <a:pt x="2579" y="13397"/>
                    <a:pt x="2483" y="13397"/>
                  </a:cubicBezTo>
                  <a:lnTo>
                    <a:pt x="2469" y="13397"/>
                  </a:lnTo>
                  <a:cubicBezTo>
                    <a:pt x="2377" y="13397"/>
                    <a:pt x="2300" y="13320"/>
                    <a:pt x="2300" y="13228"/>
                  </a:cubicBezTo>
                  <a:lnTo>
                    <a:pt x="2300" y="12911"/>
                  </a:lnTo>
                  <a:cubicBezTo>
                    <a:pt x="2300" y="12892"/>
                    <a:pt x="2305" y="12867"/>
                    <a:pt x="2305" y="12848"/>
                  </a:cubicBezTo>
                  <a:lnTo>
                    <a:pt x="2305" y="12367"/>
                  </a:lnTo>
                  <a:cubicBezTo>
                    <a:pt x="2305" y="12353"/>
                    <a:pt x="2300" y="12343"/>
                    <a:pt x="2300" y="12329"/>
                  </a:cubicBezTo>
                  <a:lnTo>
                    <a:pt x="2300" y="10972"/>
                  </a:lnTo>
                  <a:cubicBezTo>
                    <a:pt x="2308" y="10818"/>
                    <a:pt x="2195" y="10741"/>
                    <a:pt x="2081" y="10741"/>
                  </a:cubicBezTo>
                  <a:cubicBezTo>
                    <a:pt x="1968" y="10741"/>
                    <a:pt x="1855" y="10818"/>
                    <a:pt x="1863" y="10972"/>
                  </a:cubicBezTo>
                  <a:lnTo>
                    <a:pt x="1863" y="12473"/>
                  </a:lnTo>
                  <a:cubicBezTo>
                    <a:pt x="1863" y="12487"/>
                    <a:pt x="1863" y="12502"/>
                    <a:pt x="1867" y="12511"/>
                  </a:cubicBezTo>
                  <a:lnTo>
                    <a:pt x="1867" y="12516"/>
                  </a:lnTo>
                  <a:cubicBezTo>
                    <a:pt x="1863" y="12531"/>
                    <a:pt x="1863" y="12540"/>
                    <a:pt x="1863" y="12555"/>
                  </a:cubicBezTo>
                  <a:lnTo>
                    <a:pt x="1863" y="12882"/>
                  </a:lnTo>
                  <a:cubicBezTo>
                    <a:pt x="1843" y="12959"/>
                    <a:pt x="1776" y="13017"/>
                    <a:pt x="1694" y="13017"/>
                  </a:cubicBezTo>
                  <a:lnTo>
                    <a:pt x="1680" y="13017"/>
                  </a:lnTo>
                  <a:cubicBezTo>
                    <a:pt x="1588" y="13017"/>
                    <a:pt x="1511" y="12940"/>
                    <a:pt x="1511" y="12848"/>
                  </a:cubicBezTo>
                  <a:lnTo>
                    <a:pt x="1511" y="10972"/>
                  </a:lnTo>
                  <a:cubicBezTo>
                    <a:pt x="1504" y="10832"/>
                    <a:pt x="1398" y="10762"/>
                    <a:pt x="1292" y="10762"/>
                  </a:cubicBezTo>
                  <a:cubicBezTo>
                    <a:pt x="1187" y="10762"/>
                    <a:pt x="1081" y="10832"/>
                    <a:pt x="1073" y="10972"/>
                  </a:cubicBezTo>
                  <a:lnTo>
                    <a:pt x="1073" y="11915"/>
                  </a:lnTo>
                  <a:cubicBezTo>
                    <a:pt x="1073" y="12006"/>
                    <a:pt x="996" y="12083"/>
                    <a:pt x="905" y="12083"/>
                  </a:cubicBezTo>
                  <a:lnTo>
                    <a:pt x="891" y="12083"/>
                  </a:lnTo>
                  <a:cubicBezTo>
                    <a:pt x="794" y="12083"/>
                    <a:pt x="717" y="12006"/>
                    <a:pt x="717" y="11915"/>
                  </a:cubicBezTo>
                  <a:lnTo>
                    <a:pt x="717" y="10794"/>
                  </a:lnTo>
                  <a:cubicBezTo>
                    <a:pt x="708" y="10178"/>
                    <a:pt x="828" y="9230"/>
                    <a:pt x="1141" y="9047"/>
                  </a:cubicBezTo>
                  <a:cubicBezTo>
                    <a:pt x="1208" y="9008"/>
                    <a:pt x="1247" y="8936"/>
                    <a:pt x="1247" y="8859"/>
                  </a:cubicBezTo>
                  <a:lnTo>
                    <a:pt x="1247" y="8065"/>
                  </a:lnTo>
                  <a:close/>
                  <a:moveTo>
                    <a:pt x="11342" y="1"/>
                  </a:moveTo>
                  <a:cubicBezTo>
                    <a:pt x="11258" y="256"/>
                    <a:pt x="11020" y="415"/>
                    <a:pt x="10767" y="415"/>
                  </a:cubicBezTo>
                  <a:cubicBezTo>
                    <a:pt x="10701" y="415"/>
                    <a:pt x="10633" y="404"/>
                    <a:pt x="10567" y="381"/>
                  </a:cubicBezTo>
                  <a:lnTo>
                    <a:pt x="10548" y="381"/>
                  </a:lnTo>
                  <a:cubicBezTo>
                    <a:pt x="10447" y="381"/>
                    <a:pt x="10346" y="410"/>
                    <a:pt x="10254" y="458"/>
                  </a:cubicBezTo>
                  <a:lnTo>
                    <a:pt x="5986" y="458"/>
                  </a:lnTo>
                  <a:cubicBezTo>
                    <a:pt x="5866" y="458"/>
                    <a:pt x="5765" y="559"/>
                    <a:pt x="5765" y="679"/>
                  </a:cubicBezTo>
                  <a:lnTo>
                    <a:pt x="5765" y="814"/>
                  </a:lnTo>
                  <a:lnTo>
                    <a:pt x="5086" y="814"/>
                  </a:lnTo>
                  <a:cubicBezTo>
                    <a:pt x="4880" y="578"/>
                    <a:pt x="4495" y="424"/>
                    <a:pt x="3912" y="343"/>
                  </a:cubicBezTo>
                  <a:cubicBezTo>
                    <a:pt x="3619" y="304"/>
                    <a:pt x="3325" y="285"/>
                    <a:pt x="3032" y="285"/>
                  </a:cubicBezTo>
                  <a:lnTo>
                    <a:pt x="1915" y="285"/>
                  </a:lnTo>
                  <a:cubicBezTo>
                    <a:pt x="1583" y="290"/>
                    <a:pt x="1309" y="559"/>
                    <a:pt x="1309" y="896"/>
                  </a:cubicBezTo>
                  <a:lnTo>
                    <a:pt x="1309" y="910"/>
                  </a:lnTo>
                  <a:cubicBezTo>
                    <a:pt x="1309" y="968"/>
                    <a:pt x="1319" y="1026"/>
                    <a:pt x="1333" y="1079"/>
                  </a:cubicBezTo>
                  <a:lnTo>
                    <a:pt x="987" y="1079"/>
                  </a:lnTo>
                  <a:cubicBezTo>
                    <a:pt x="650" y="1079"/>
                    <a:pt x="381" y="1353"/>
                    <a:pt x="376" y="1685"/>
                  </a:cubicBezTo>
                  <a:lnTo>
                    <a:pt x="376" y="1704"/>
                  </a:lnTo>
                  <a:cubicBezTo>
                    <a:pt x="381" y="1772"/>
                    <a:pt x="390" y="1839"/>
                    <a:pt x="409" y="1902"/>
                  </a:cubicBezTo>
                  <a:cubicBezTo>
                    <a:pt x="164" y="1983"/>
                    <a:pt x="0" y="2214"/>
                    <a:pt x="0" y="2474"/>
                  </a:cubicBezTo>
                  <a:lnTo>
                    <a:pt x="0" y="2489"/>
                  </a:lnTo>
                  <a:cubicBezTo>
                    <a:pt x="0" y="2753"/>
                    <a:pt x="164" y="2984"/>
                    <a:pt x="414" y="3066"/>
                  </a:cubicBezTo>
                  <a:cubicBezTo>
                    <a:pt x="390" y="3133"/>
                    <a:pt x="376" y="3201"/>
                    <a:pt x="376" y="3268"/>
                  </a:cubicBezTo>
                  <a:lnTo>
                    <a:pt x="376" y="3283"/>
                  </a:lnTo>
                  <a:cubicBezTo>
                    <a:pt x="376" y="3388"/>
                    <a:pt x="405" y="3489"/>
                    <a:pt x="453" y="3576"/>
                  </a:cubicBezTo>
                  <a:lnTo>
                    <a:pt x="453" y="7849"/>
                  </a:lnTo>
                  <a:cubicBezTo>
                    <a:pt x="453" y="7969"/>
                    <a:pt x="554" y="8065"/>
                    <a:pt x="674" y="8065"/>
                  </a:cubicBezTo>
                  <a:lnTo>
                    <a:pt x="809" y="8065"/>
                  </a:lnTo>
                  <a:lnTo>
                    <a:pt x="809" y="8749"/>
                  </a:lnTo>
                  <a:cubicBezTo>
                    <a:pt x="573" y="8956"/>
                    <a:pt x="419" y="9340"/>
                    <a:pt x="337" y="9923"/>
                  </a:cubicBezTo>
                  <a:cubicBezTo>
                    <a:pt x="299" y="10216"/>
                    <a:pt x="279" y="10510"/>
                    <a:pt x="284" y="10803"/>
                  </a:cubicBezTo>
                  <a:lnTo>
                    <a:pt x="284" y="11915"/>
                  </a:lnTo>
                  <a:cubicBezTo>
                    <a:pt x="284" y="12252"/>
                    <a:pt x="554" y="12526"/>
                    <a:pt x="891" y="12526"/>
                  </a:cubicBezTo>
                  <a:lnTo>
                    <a:pt x="905" y="12526"/>
                  </a:lnTo>
                  <a:cubicBezTo>
                    <a:pt x="963" y="12526"/>
                    <a:pt x="1020" y="12516"/>
                    <a:pt x="1073" y="12502"/>
                  </a:cubicBezTo>
                  <a:lnTo>
                    <a:pt x="1073" y="12848"/>
                  </a:lnTo>
                  <a:cubicBezTo>
                    <a:pt x="1073" y="13185"/>
                    <a:pt x="1348" y="13455"/>
                    <a:pt x="1685" y="13455"/>
                  </a:cubicBezTo>
                  <a:lnTo>
                    <a:pt x="1699" y="13455"/>
                  </a:lnTo>
                  <a:cubicBezTo>
                    <a:pt x="1765" y="13431"/>
                    <a:pt x="1832" y="13421"/>
                    <a:pt x="1898" y="13421"/>
                  </a:cubicBezTo>
                  <a:cubicBezTo>
                    <a:pt x="2150" y="13421"/>
                    <a:pt x="2386" y="13579"/>
                    <a:pt x="2474" y="13835"/>
                  </a:cubicBezTo>
                  <a:lnTo>
                    <a:pt x="2488" y="13835"/>
                  </a:lnTo>
                  <a:cubicBezTo>
                    <a:pt x="2572" y="13579"/>
                    <a:pt x="2810" y="13421"/>
                    <a:pt x="3063" y="13421"/>
                  </a:cubicBezTo>
                  <a:cubicBezTo>
                    <a:pt x="3129" y="13421"/>
                    <a:pt x="3197" y="13431"/>
                    <a:pt x="3263" y="13455"/>
                  </a:cubicBezTo>
                  <a:lnTo>
                    <a:pt x="3277" y="13455"/>
                  </a:lnTo>
                  <a:cubicBezTo>
                    <a:pt x="3383" y="13455"/>
                    <a:pt x="3484" y="13430"/>
                    <a:pt x="3576" y="13378"/>
                  </a:cubicBezTo>
                  <a:lnTo>
                    <a:pt x="4365" y="13378"/>
                  </a:lnTo>
                  <a:cubicBezTo>
                    <a:pt x="4371" y="13378"/>
                    <a:pt x="4377" y="13378"/>
                    <a:pt x="4383" y="13378"/>
                  </a:cubicBezTo>
                  <a:cubicBezTo>
                    <a:pt x="4668" y="13378"/>
                    <a:pt x="4667" y="12939"/>
                    <a:pt x="4378" y="12939"/>
                  </a:cubicBezTo>
                  <a:cubicBezTo>
                    <a:pt x="4374" y="12939"/>
                    <a:pt x="4369" y="12939"/>
                    <a:pt x="4365" y="12940"/>
                  </a:cubicBezTo>
                  <a:lnTo>
                    <a:pt x="3879" y="12940"/>
                  </a:lnTo>
                  <a:cubicBezTo>
                    <a:pt x="3883" y="12911"/>
                    <a:pt x="3888" y="12877"/>
                    <a:pt x="3888" y="12848"/>
                  </a:cubicBezTo>
                  <a:lnTo>
                    <a:pt x="3888" y="11482"/>
                  </a:lnTo>
                  <a:cubicBezTo>
                    <a:pt x="4023" y="11636"/>
                    <a:pt x="4201" y="11742"/>
                    <a:pt x="4398" y="11794"/>
                  </a:cubicBezTo>
                  <a:cubicBezTo>
                    <a:pt x="4442" y="11804"/>
                    <a:pt x="4490" y="11809"/>
                    <a:pt x="4538" y="11809"/>
                  </a:cubicBezTo>
                  <a:cubicBezTo>
                    <a:pt x="4697" y="11809"/>
                    <a:pt x="4851" y="11751"/>
                    <a:pt x="4976" y="11645"/>
                  </a:cubicBezTo>
                  <a:lnTo>
                    <a:pt x="4981" y="11640"/>
                  </a:lnTo>
                  <a:cubicBezTo>
                    <a:pt x="5000" y="11626"/>
                    <a:pt x="5442" y="11231"/>
                    <a:pt x="4860" y="10428"/>
                  </a:cubicBezTo>
                  <a:cubicBezTo>
                    <a:pt x="4803" y="10351"/>
                    <a:pt x="4754" y="10274"/>
                    <a:pt x="4711" y="10187"/>
                  </a:cubicBezTo>
                  <a:lnTo>
                    <a:pt x="6660" y="10187"/>
                  </a:lnTo>
                  <a:lnTo>
                    <a:pt x="6660" y="12940"/>
                  </a:lnTo>
                  <a:lnTo>
                    <a:pt x="5048" y="12940"/>
                  </a:lnTo>
                  <a:cubicBezTo>
                    <a:pt x="4769" y="12954"/>
                    <a:pt x="4769" y="13363"/>
                    <a:pt x="5048" y="13378"/>
                  </a:cubicBezTo>
                  <a:lnTo>
                    <a:pt x="7844" y="13378"/>
                  </a:lnTo>
                  <a:cubicBezTo>
                    <a:pt x="7964" y="13378"/>
                    <a:pt x="8060" y="13281"/>
                    <a:pt x="8060" y="13161"/>
                  </a:cubicBezTo>
                  <a:lnTo>
                    <a:pt x="8060" y="13021"/>
                  </a:lnTo>
                  <a:lnTo>
                    <a:pt x="8743" y="13021"/>
                  </a:lnTo>
                  <a:cubicBezTo>
                    <a:pt x="8945" y="13257"/>
                    <a:pt x="9335" y="13416"/>
                    <a:pt x="9917" y="13493"/>
                  </a:cubicBezTo>
                  <a:cubicBezTo>
                    <a:pt x="10187" y="13532"/>
                    <a:pt x="10461" y="13551"/>
                    <a:pt x="10735" y="13551"/>
                  </a:cubicBezTo>
                  <a:lnTo>
                    <a:pt x="11909" y="13551"/>
                  </a:lnTo>
                  <a:cubicBezTo>
                    <a:pt x="12246" y="13551"/>
                    <a:pt x="12516" y="13276"/>
                    <a:pt x="12516" y="12944"/>
                  </a:cubicBezTo>
                  <a:lnTo>
                    <a:pt x="12516" y="12925"/>
                  </a:lnTo>
                  <a:cubicBezTo>
                    <a:pt x="12516" y="12872"/>
                    <a:pt x="12511" y="12815"/>
                    <a:pt x="12492" y="12757"/>
                  </a:cubicBezTo>
                  <a:lnTo>
                    <a:pt x="12843" y="12757"/>
                  </a:lnTo>
                  <a:cubicBezTo>
                    <a:pt x="13175" y="12757"/>
                    <a:pt x="13449" y="12487"/>
                    <a:pt x="13449" y="12151"/>
                  </a:cubicBezTo>
                  <a:lnTo>
                    <a:pt x="13449" y="12136"/>
                  </a:lnTo>
                  <a:cubicBezTo>
                    <a:pt x="13449" y="12069"/>
                    <a:pt x="13435" y="12001"/>
                    <a:pt x="13416" y="11939"/>
                  </a:cubicBezTo>
                  <a:cubicBezTo>
                    <a:pt x="13661" y="11852"/>
                    <a:pt x="13825" y="11621"/>
                    <a:pt x="13829" y="11361"/>
                  </a:cubicBezTo>
                  <a:lnTo>
                    <a:pt x="13829" y="11347"/>
                  </a:lnTo>
                  <a:cubicBezTo>
                    <a:pt x="13829" y="11087"/>
                    <a:pt x="13661" y="10851"/>
                    <a:pt x="13416" y="10770"/>
                  </a:cubicBezTo>
                  <a:cubicBezTo>
                    <a:pt x="13435" y="10702"/>
                    <a:pt x="13449" y="10635"/>
                    <a:pt x="13449" y="10567"/>
                  </a:cubicBezTo>
                  <a:lnTo>
                    <a:pt x="13449" y="10553"/>
                  </a:lnTo>
                  <a:cubicBezTo>
                    <a:pt x="13449" y="10447"/>
                    <a:pt x="13420" y="10346"/>
                    <a:pt x="13372" y="10260"/>
                  </a:cubicBezTo>
                  <a:lnTo>
                    <a:pt x="13372" y="10255"/>
                  </a:lnTo>
                  <a:lnTo>
                    <a:pt x="13372" y="8248"/>
                  </a:lnTo>
                  <a:cubicBezTo>
                    <a:pt x="13379" y="8094"/>
                    <a:pt x="13265" y="8017"/>
                    <a:pt x="13151" y="8017"/>
                  </a:cubicBezTo>
                  <a:cubicBezTo>
                    <a:pt x="13038" y="8017"/>
                    <a:pt x="12925" y="8094"/>
                    <a:pt x="12934" y="8248"/>
                  </a:cubicBezTo>
                  <a:lnTo>
                    <a:pt x="12934" y="9952"/>
                  </a:lnTo>
                  <a:cubicBezTo>
                    <a:pt x="12901" y="9947"/>
                    <a:pt x="12872" y="9947"/>
                    <a:pt x="12838" y="9947"/>
                  </a:cubicBezTo>
                  <a:lnTo>
                    <a:pt x="11476" y="9947"/>
                  </a:lnTo>
                  <a:cubicBezTo>
                    <a:pt x="11626" y="9807"/>
                    <a:pt x="11736" y="9629"/>
                    <a:pt x="11789" y="9437"/>
                  </a:cubicBezTo>
                  <a:cubicBezTo>
                    <a:pt x="11832" y="9230"/>
                    <a:pt x="11775" y="9018"/>
                    <a:pt x="11640" y="8859"/>
                  </a:cubicBezTo>
                  <a:lnTo>
                    <a:pt x="11635" y="8855"/>
                  </a:lnTo>
                  <a:cubicBezTo>
                    <a:pt x="11626" y="8843"/>
                    <a:pt x="11478" y="8673"/>
                    <a:pt x="11182" y="8673"/>
                  </a:cubicBezTo>
                  <a:cubicBezTo>
                    <a:pt x="10991" y="8673"/>
                    <a:pt x="10738" y="8744"/>
                    <a:pt x="10423" y="8975"/>
                  </a:cubicBezTo>
                  <a:cubicBezTo>
                    <a:pt x="10346" y="9028"/>
                    <a:pt x="10264" y="9081"/>
                    <a:pt x="10182" y="9119"/>
                  </a:cubicBezTo>
                  <a:lnTo>
                    <a:pt x="10182" y="7170"/>
                  </a:lnTo>
                  <a:lnTo>
                    <a:pt x="12934" y="7170"/>
                  </a:lnTo>
                  <a:lnTo>
                    <a:pt x="12934" y="7502"/>
                  </a:lnTo>
                  <a:cubicBezTo>
                    <a:pt x="12927" y="7656"/>
                    <a:pt x="13040" y="7733"/>
                    <a:pt x="13153" y="7733"/>
                  </a:cubicBezTo>
                  <a:cubicBezTo>
                    <a:pt x="13266" y="7733"/>
                    <a:pt x="13379" y="7656"/>
                    <a:pt x="13372" y="7502"/>
                  </a:cubicBezTo>
                  <a:lnTo>
                    <a:pt x="13372" y="5987"/>
                  </a:lnTo>
                  <a:cubicBezTo>
                    <a:pt x="13372" y="5866"/>
                    <a:pt x="13276" y="5770"/>
                    <a:pt x="13151" y="5770"/>
                  </a:cubicBezTo>
                  <a:lnTo>
                    <a:pt x="13016" y="5770"/>
                  </a:lnTo>
                  <a:lnTo>
                    <a:pt x="13016" y="5092"/>
                  </a:lnTo>
                  <a:cubicBezTo>
                    <a:pt x="13252" y="4885"/>
                    <a:pt x="13406" y="4495"/>
                    <a:pt x="13488" y="3913"/>
                  </a:cubicBezTo>
                  <a:cubicBezTo>
                    <a:pt x="13526" y="3624"/>
                    <a:pt x="13545" y="3331"/>
                    <a:pt x="13545" y="3037"/>
                  </a:cubicBezTo>
                  <a:lnTo>
                    <a:pt x="13545" y="1921"/>
                  </a:lnTo>
                  <a:cubicBezTo>
                    <a:pt x="13545" y="1584"/>
                    <a:pt x="13271" y="1315"/>
                    <a:pt x="12934" y="1315"/>
                  </a:cubicBezTo>
                  <a:lnTo>
                    <a:pt x="12920" y="1315"/>
                  </a:lnTo>
                  <a:cubicBezTo>
                    <a:pt x="12862" y="1315"/>
                    <a:pt x="12804" y="1319"/>
                    <a:pt x="12752" y="1339"/>
                  </a:cubicBezTo>
                  <a:lnTo>
                    <a:pt x="12752" y="987"/>
                  </a:lnTo>
                  <a:cubicBezTo>
                    <a:pt x="12752" y="655"/>
                    <a:pt x="12477" y="381"/>
                    <a:pt x="12145" y="381"/>
                  </a:cubicBezTo>
                  <a:lnTo>
                    <a:pt x="12131" y="381"/>
                  </a:lnTo>
                  <a:cubicBezTo>
                    <a:pt x="12065" y="404"/>
                    <a:pt x="11997" y="415"/>
                    <a:pt x="11931" y="415"/>
                  </a:cubicBezTo>
                  <a:cubicBezTo>
                    <a:pt x="11679" y="415"/>
                    <a:pt x="11444" y="256"/>
                    <a:pt x="113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87"/>
            <p:cNvSpPr/>
            <p:nvPr/>
          </p:nvSpPr>
          <p:spPr>
            <a:xfrm>
              <a:off x="8121836" y="3229316"/>
              <a:ext cx="19199" cy="11540"/>
            </a:xfrm>
            <a:custGeom>
              <a:rect b="b" l="l" r="r" t="t"/>
              <a:pathLst>
                <a:path extrusionOk="0" h="440" w="732">
                  <a:moveTo>
                    <a:pt x="290" y="1"/>
                  </a:moveTo>
                  <a:cubicBezTo>
                    <a:pt x="0" y="1"/>
                    <a:pt x="0" y="439"/>
                    <a:pt x="290" y="439"/>
                  </a:cubicBezTo>
                  <a:cubicBezTo>
                    <a:pt x="294" y="439"/>
                    <a:pt x="299" y="439"/>
                    <a:pt x="304" y="439"/>
                  </a:cubicBezTo>
                  <a:lnTo>
                    <a:pt x="458" y="439"/>
                  </a:lnTo>
                  <a:cubicBezTo>
                    <a:pt x="732" y="424"/>
                    <a:pt x="732" y="15"/>
                    <a:pt x="458" y="1"/>
                  </a:cubicBezTo>
                  <a:lnTo>
                    <a:pt x="304" y="1"/>
                  </a:lnTo>
                  <a:cubicBezTo>
                    <a:pt x="299" y="1"/>
                    <a:pt x="294"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87"/>
            <p:cNvSpPr/>
            <p:nvPr/>
          </p:nvSpPr>
          <p:spPr>
            <a:xfrm>
              <a:off x="8102270" y="3229316"/>
              <a:ext cx="19225" cy="11540"/>
            </a:xfrm>
            <a:custGeom>
              <a:rect b="b" l="l" r="r" t="t"/>
              <a:pathLst>
                <a:path extrusionOk="0" h="440" w="733">
                  <a:moveTo>
                    <a:pt x="290" y="1"/>
                  </a:moveTo>
                  <a:cubicBezTo>
                    <a:pt x="0" y="1"/>
                    <a:pt x="0" y="439"/>
                    <a:pt x="290" y="439"/>
                  </a:cubicBezTo>
                  <a:cubicBezTo>
                    <a:pt x="295" y="439"/>
                    <a:pt x="299" y="439"/>
                    <a:pt x="304" y="439"/>
                  </a:cubicBezTo>
                  <a:lnTo>
                    <a:pt x="453" y="439"/>
                  </a:lnTo>
                  <a:cubicBezTo>
                    <a:pt x="732" y="424"/>
                    <a:pt x="732" y="15"/>
                    <a:pt x="453" y="1"/>
                  </a:cubicBezTo>
                  <a:lnTo>
                    <a:pt x="304" y="1"/>
                  </a:lnTo>
                  <a:cubicBezTo>
                    <a:pt x="299" y="1"/>
                    <a:pt x="295"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87"/>
            <p:cNvSpPr/>
            <p:nvPr/>
          </p:nvSpPr>
          <p:spPr>
            <a:xfrm>
              <a:off x="8165610" y="2937299"/>
              <a:ext cx="19985" cy="11514"/>
            </a:xfrm>
            <a:custGeom>
              <a:rect b="b" l="l" r="r" t="t"/>
              <a:pathLst>
                <a:path extrusionOk="0" h="439" w="762">
                  <a:moveTo>
                    <a:pt x="286" y="0"/>
                  </a:moveTo>
                  <a:cubicBezTo>
                    <a:pt x="1" y="0"/>
                    <a:pt x="2" y="439"/>
                    <a:pt x="291" y="439"/>
                  </a:cubicBezTo>
                  <a:cubicBezTo>
                    <a:pt x="295" y="439"/>
                    <a:pt x="300" y="439"/>
                    <a:pt x="304" y="439"/>
                  </a:cubicBezTo>
                  <a:lnTo>
                    <a:pt x="458" y="439"/>
                  </a:lnTo>
                  <a:cubicBezTo>
                    <a:pt x="463" y="439"/>
                    <a:pt x="468" y="439"/>
                    <a:pt x="472" y="439"/>
                  </a:cubicBezTo>
                  <a:cubicBezTo>
                    <a:pt x="760" y="439"/>
                    <a:pt x="762" y="0"/>
                    <a:pt x="476" y="0"/>
                  </a:cubicBezTo>
                  <a:cubicBezTo>
                    <a:pt x="470" y="0"/>
                    <a:pt x="464" y="0"/>
                    <a:pt x="458" y="1"/>
                  </a:cubicBezTo>
                  <a:lnTo>
                    <a:pt x="304" y="1"/>
                  </a:lnTo>
                  <a:cubicBezTo>
                    <a:pt x="298" y="0"/>
                    <a:pt x="29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87"/>
            <p:cNvSpPr/>
            <p:nvPr/>
          </p:nvSpPr>
          <p:spPr>
            <a:xfrm>
              <a:off x="8185306" y="2937299"/>
              <a:ext cx="19854" cy="11514"/>
            </a:xfrm>
            <a:custGeom>
              <a:rect b="b" l="l" r="r" t="t"/>
              <a:pathLst>
                <a:path extrusionOk="0" h="439" w="757">
                  <a:moveTo>
                    <a:pt x="286" y="0"/>
                  </a:moveTo>
                  <a:cubicBezTo>
                    <a:pt x="1" y="0"/>
                    <a:pt x="2" y="439"/>
                    <a:pt x="290" y="439"/>
                  </a:cubicBezTo>
                  <a:cubicBezTo>
                    <a:pt x="295" y="439"/>
                    <a:pt x="299" y="439"/>
                    <a:pt x="304" y="439"/>
                  </a:cubicBezTo>
                  <a:lnTo>
                    <a:pt x="453" y="439"/>
                  </a:lnTo>
                  <a:cubicBezTo>
                    <a:pt x="458" y="439"/>
                    <a:pt x="462" y="439"/>
                    <a:pt x="467" y="439"/>
                  </a:cubicBezTo>
                  <a:cubicBezTo>
                    <a:pt x="755" y="439"/>
                    <a:pt x="756" y="0"/>
                    <a:pt x="471" y="0"/>
                  </a:cubicBezTo>
                  <a:cubicBezTo>
                    <a:pt x="465" y="0"/>
                    <a:pt x="459" y="0"/>
                    <a:pt x="453" y="1"/>
                  </a:cubicBezTo>
                  <a:lnTo>
                    <a:pt x="304" y="1"/>
                  </a:lnTo>
                  <a:cubicBezTo>
                    <a:pt x="298" y="0"/>
                    <a:pt x="29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8" name="Google Shape;16648;p87"/>
          <p:cNvGrpSpPr/>
          <p:nvPr/>
        </p:nvGrpSpPr>
        <p:grpSpPr>
          <a:xfrm>
            <a:off x="8040058" y="3806321"/>
            <a:ext cx="301275" cy="365480"/>
            <a:chOff x="8040058" y="3806321"/>
            <a:chExt cx="301275" cy="365480"/>
          </a:xfrm>
        </p:grpSpPr>
        <p:sp>
          <p:nvSpPr>
            <p:cNvPr id="16649" name="Google Shape;16649;p87"/>
            <p:cNvSpPr/>
            <p:nvPr/>
          </p:nvSpPr>
          <p:spPr>
            <a:xfrm>
              <a:off x="8045488" y="3842541"/>
              <a:ext cx="290417" cy="323962"/>
            </a:xfrm>
            <a:custGeom>
              <a:rect b="b" l="l" r="r" t="t"/>
              <a:pathLst>
                <a:path extrusionOk="0" h="12352" w="11073">
                  <a:moveTo>
                    <a:pt x="2454" y="0"/>
                  </a:moveTo>
                  <a:lnTo>
                    <a:pt x="0" y="1001"/>
                  </a:lnTo>
                  <a:lnTo>
                    <a:pt x="0" y="3171"/>
                  </a:lnTo>
                  <a:lnTo>
                    <a:pt x="0" y="3854"/>
                  </a:lnTo>
                  <a:lnTo>
                    <a:pt x="0" y="12352"/>
                  </a:lnTo>
                  <a:lnTo>
                    <a:pt x="11072" y="12352"/>
                  </a:lnTo>
                  <a:lnTo>
                    <a:pt x="11072" y="1001"/>
                  </a:lnTo>
                  <a:lnTo>
                    <a:pt x="8613" y="0"/>
                  </a:lnTo>
                  <a:lnTo>
                    <a:pt x="8589" y="0"/>
                  </a:lnTo>
                  <a:lnTo>
                    <a:pt x="7175" y="2262"/>
                  </a:lnTo>
                  <a:lnTo>
                    <a:pt x="6852" y="1925"/>
                  </a:lnTo>
                  <a:lnTo>
                    <a:pt x="6203" y="2685"/>
                  </a:lnTo>
                  <a:lnTo>
                    <a:pt x="7507" y="9397"/>
                  </a:lnTo>
                  <a:lnTo>
                    <a:pt x="5534" y="11313"/>
                  </a:lnTo>
                  <a:lnTo>
                    <a:pt x="3566" y="9397"/>
                  </a:lnTo>
                  <a:lnTo>
                    <a:pt x="4870" y="2685"/>
                  </a:lnTo>
                  <a:lnTo>
                    <a:pt x="4220" y="1925"/>
                  </a:lnTo>
                  <a:lnTo>
                    <a:pt x="3893" y="2262"/>
                  </a:lnTo>
                  <a:lnTo>
                    <a:pt x="2483"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87"/>
            <p:cNvSpPr/>
            <p:nvPr/>
          </p:nvSpPr>
          <p:spPr>
            <a:xfrm>
              <a:off x="8321480" y="3862972"/>
              <a:ext cx="14425" cy="303531"/>
            </a:xfrm>
            <a:custGeom>
              <a:rect b="b" l="l" r="r" t="t"/>
              <a:pathLst>
                <a:path extrusionOk="0" h="11573" w="550">
                  <a:moveTo>
                    <a:pt x="1" y="1"/>
                  </a:moveTo>
                  <a:lnTo>
                    <a:pt x="1" y="11573"/>
                  </a:lnTo>
                  <a:lnTo>
                    <a:pt x="549" y="11573"/>
                  </a:lnTo>
                  <a:lnTo>
                    <a:pt x="549" y="222"/>
                  </a:lnTo>
                  <a:lnTo>
                    <a:pt x="1"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87"/>
            <p:cNvSpPr/>
            <p:nvPr/>
          </p:nvSpPr>
          <p:spPr>
            <a:xfrm>
              <a:off x="8156168" y="3857806"/>
              <a:ext cx="69057" cy="55183"/>
            </a:xfrm>
            <a:custGeom>
              <a:rect b="b" l="l" r="r" t="t"/>
              <a:pathLst>
                <a:path extrusionOk="0" h="2104" w="2633">
                  <a:moveTo>
                    <a:pt x="1314" y="0"/>
                  </a:moveTo>
                  <a:lnTo>
                    <a:pt x="0" y="1343"/>
                  </a:lnTo>
                  <a:lnTo>
                    <a:pt x="650" y="2103"/>
                  </a:lnTo>
                  <a:lnTo>
                    <a:pt x="1983" y="2103"/>
                  </a:lnTo>
                  <a:lnTo>
                    <a:pt x="2632" y="1343"/>
                  </a:lnTo>
                  <a:lnTo>
                    <a:pt x="1314"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87"/>
            <p:cNvSpPr/>
            <p:nvPr/>
          </p:nvSpPr>
          <p:spPr>
            <a:xfrm>
              <a:off x="8193778" y="3884426"/>
              <a:ext cx="31447" cy="28562"/>
            </a:xfrm>
            <a:custGeom>
              <a:rect b="b" l="l" r="r" t="t"/>
              <a:pathLst>
                <a:path extrusionOk="0" h="1089" w="1199">
                  <a:moveTo>
                    <a:pt x="871" y="1"/>
                  </a:moveTo>
                  <a:lnTo>
                    <a:pt x="0" y="1088"/>
                  </a:lnTo>
                  <a:lnTo>
                    <a:pt x="549" y="1088"/>
                  </a:lnTo>
                  <a:lnTo>
                    <a:pt x="1198" y="328"/>
                  </a:lnTo>
                  <a:lnTo>
                    <a:pt x="87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87"/>
            <p:cNvSpPr/>
            <p:nvPr/>
          </p:nvSpPr>
          <p:spPr>
            <a:xfrm>
              <a:off x="8138989" y="3912962"/>
              <a:ext cx="103389" cy="226291"/>
            </a:xfrm>
            <a:custGeom>
              <a:rect b="b" l="l" r="r" t="t"/>
              <a:pathLst>
                <a:path extrusionOk="0" h="8628" w="3942">
                  <a:moveTo>
                    <a:pt x="1305" y="0"/>
                  </a:moveTo>
                  <a:lnTo>
                    <a:pt x="727" y="2969"/>
                  </a:lnTo>
                  <a:lnTo>
                    <a:pt x="602" y="3599"/>
                  </a:lnTo>
                  <a:lnTo>
                    <a:pt x="1" y="6712"/>
                  </a:lnTo>
                  <a:lnTo>
                    <a:pt x="1969" y="8628"/>
                  </a:lnTo>
                  <a:lnTo>
                    <a:pt x="3942" y="6712"/>
                  </a:lnTo>
                  <a:lnTo>
                    <a:pt x="2638"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87"/>
            <p:cNvSpPr/>
            <p:nvPr/>
          </p:nvSpPr>
          <p:spPr>
            <a:xfrm>
              <a:off x="8183549" y="3912962"/>
              <a:ext cx="58828" cy="226291"/>
            </a:xfrm>
            <a:custGeom>
              <a:rect b="b" l="l" r="r" t="t"/>
              <a:pathLst>
                <a:path extrusionOk="0" h="8628" w="2243">
                  <a:moveTo>
                    <a:pt x="390" y="0"/>
                  </a:moveTo>
                  <a:lnTo>
                    <a:pt x="1694" y="6712"/>
                  </a:lnTo>
                  <a:lnTo>
                    <a:pt x="0" y="8363"/>
                  </a:lnTo>
                  <a:lnTo>
                    <a:pt x="270" y="8628"/>
                  </a:lnTo>
                  <a:lnTo>
                    <a:pt x="2243" y="6712"/>
                  </a:lnTo>
                  <a:lnTo>
                    <a:pt x="93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87"/>
            <p:cNvSpPr/>
            <p:nvPr/>
          </p:nvSpPr>
          <p:spPr>
            <a:xfrm>
              <a:off x="8109850" y="3811488"/>
              <a:ext cx="80781" cy="90380"/>
            </a:xfrm>
            <a:custGeom>
              <a:rect b="b" l="l" r="r" t="t"/>
              <a:pathLst>
                <a:path extrusionOk="0" h="3446" w="3080">
                  <a:moveTo>
                    <a:pt x="458" y="1"/>
                  </a:moveTo>
                  <a:lnTo>
                    <a:pt x="0" y="1141"/>
                  </a:lnTo>
                  <a:lnTo>
                    <a:pt x="1439" y="3446"/>
                  </a:lnTo>
                  <a:lnTo>
                    <a:pt x="3080" y="1766"/>
                  </a:lnTo>
                  <a:lnTo>
                    <a:pt x="458"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87"/>
            <p:cNvSpPr/>
            <p:nvPr/>
          </p:nvSpPr>
          <p:spPr>
            <a:xfrm>
              <a:off x="8190604" y="3811488"/>
              <a:ext cx="80807" cy="90380"/>
            </a:xfrm>
            <a:custGeom>
              <a:rect b="b" l="l" r="r" t="t"/>
              <a:pathLst>
                <a:path extrusionOk="0" h="3446" w="3081">
                  <a:moveTo>
                    <a:pt x="2628" y="1"/>
                  </a:moveTo>
                  <a:lnTo>
                    <a:pt x="1" y="1766"/>
                  </a:lnTo>
                  <a:lnTo>
                    <a:pt x="1642" y="3446"/>
                  </a:lnTo>
                  <a:lnTo>
                    <a:pt x="3080" y="1141"/>
                  </a:lnTo>
                  <a:lnTo>
                    <a:pt x="2628"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87"/>
            <p:cNvSpPr/>
            <p:nvPr/>
          </p:nvSpPr>
          <p:spPr>
            <a:xfrm>
              <a:off x="8121836" y="3811488"/>
              <a:ext cx="137721" cy="46344"/>
            </a:xfrm>
            <a:custGeom>
              <a:rect b="b" l="l" r="r" t="t"/>
              <a:pathLst>
                <a:path extrusionOk="0" h="1767" w="5251">
                  <a:moveTo>
                    <a:pt x="1" y="1"/>
                  </a:moveTo>
                  <a:lnTo>
                    <a:pt x="2623" y="1766"/>
                  </a:lnTo>
                  <a:lnTo>
                    <a:pt x="5250"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87"/>
            <p:cNvSpPr/>
            <p:nvPr/>
          </p:nvSpPr>
          <p:spPr>
            <a:xfrm>
              <a:off x="8040321" y="3806321"/>
              <a:ext cx="301013" cy="338728"/>
            </a:xfrm>
            <a:custGeom>
              <a:rect b="b" l="l" r="r" t="t"/>
              <a:pathLst>
                <a:path extrusionOk="0" h="12915" w="11477">
                  <a:moveTo>
                    <a:pt x="7689" y="400"/>
                  </a:moveTo>
                  <a:lnTo>
                    <a:pt x="5736" y="1718"/>
                  </a:lnTo>
                  <a:lnTo>
                    <a:pt x="3782" y="400"/>
                  </a:lnTo>
                  <a:close/>
                  <a:moveTo>
                    <a:pt x="3205" y="510"/>
                  </a:moveTo>
                  <a:lnTo>
                    <a:pt x="4682" y="1501"/>
                  </a:lnTo>
                  <a:lnTo>
                    <a:pt x="5413" y="1997"/>
                  </a:lnTo>
                  <a:lnTo>
                    <a:pt x="5178" y="2238"/>
                  </a:lnTo>
                  <a:lnTo>
                    <a:pt x="4129" y="3311"/>
                  </a:lnTo>
                  <a:lnTo>
                    <a:pt x="2882" y="1319"/>
                  </a:lnTo>
                  <a:lnTo>
                    <a:pt x="3205" y="510"/>
                  </a:lnTo>
                  <a:close/>
                  <a:moveTo>
                    <a:pt x="8262" y="505"/>
                  </a:moveTo>
                  <a:lnTo>
                    <a:pt x="8584" y="1319"/>
                  </a:lnTo>
                  <a:lnTo>
                    <a:pt x="7338" y="3311"/>
                  </a:lnTo>
                  <a:lnTo>
                    <a:pt x="7194" y="3162"/>
                  </a:lnTo>
                  <a:lnTo>
                    <a:pt x="6053" y="1997"/>
                  </a:lnTo>
                  <a:lnTo>
                    <a:pt x="6785" y="1501"/>
                  </a:lnTo>
                  <a:lnTo>
                    <a:pt x="8262" y="505"/>
                  </a:lnTo>
                  <a:close/>
                  <a:moveTo>
                    <a:pt x="5736" y="2257"/>
                  </a:moveTo>
                  <a:lnTo>
                    <a:pt x="5919" y="2445"/>
                  </a:lnTo>
                  <a:lnTo>
                    <a:pt x="6770" y="3316"/>
                  </a:lnTo>
                  <a:lnTo>
                    <a:pt x="6308" y="3859"/>
                  </a:lnTo>
                  <a:lnTo>
                    <a:pt x="5163" y="3859"/>
                  </a:lnTo>
                  <a:lnTo>
                    <a:pt x="5043" y="3720"/>
                  </a:lnTo>
                  <a:lnTo>
                    <a:pt x="4696" y="3316"/>
                  </a:lnTo>
                  <a:lnTo>
                    <a:pt x="5033" y="2969"/>
                  </a:lnTo>
                  <a:lnTo>
                    <a:pt x="5736" y="2257"/>
                  </a:lnTo>
                  <a:close/>
                  <a:moveTo>
                    <a:pt x="3075" y="0"/>
                  </a:moveTo>
                  <a:cubicBezTo>
                    <a:pt x="3065" y="0"/>
                    <a:pt x="3060" y="0"/>
                    <a:pt x="3051" y="5"/>
                  </a:cubicBezTo>
                  <a:lnTo>
                    <a:pt x="3046" y="5"/>
                  </a:lnTo>
                  <a:lnTo>
                    <a:pt x="3022" y="15"/>
                  </a:lnTo>
                  <a:lnTo>
                    <a:pt x="3017" y="19"/>
                  </a:lnTo>
                  <a:cubicBezTo>
                    <a:pt x="3007" y="19"/>
                    <a:pt x="2998" y="24"/>
                    <a:pt x="2993" y="34"/>
                  </a:cubicBezTo>
                  <a:cubicBezTo>
                    <a:pt x="2983" y="39"/>
                    <a:pt x="2979" y="44"/>
                    <a:pt x="2974" y="48"/>
                  </a:cubicBezTo>
                  <a:lnTo>
                    <a:pt x="2964" y="58"/>
                  </a:lnTo>
                  <a:cubicBezTo>
                    <a:pt x="2959" y="63"/>
                    <a:pt x="2955" y="68"/>
                    <a:pt x="2950" y="72"/>
                  </a:cubicBezTo>
                  <a:lnTo>
                    <a:pt x="2950" y="77"/>
                  </a:lnTo>
                  <a:cubicBezTo>
                    <a:pt x="2945" y="87"/>
                    <a:pt x="2940" y="92"/>
                    <a:pt x="2935" y="101"/>
                  </a:cubicBezTo>
                  <a:lnTo>
                    <a:pt x="2930" y="111"/>
                  </a:lnTo>
                  <a:lnTo>
                    <a:pt x="2926" y="121"/>
                  </a:lnTo>
                  <a:lnTo>
                    <a:pt x="2483" y="1232"/>
                  </a:lnTo>
                  <a:lnTo>
                    <a:pt x="125" y="2194"/>
                  </a:lnTo>
                  <a:cubicBezTo>
                    <a:pt x="48" y="2223"/>
                    <a:pt x="0" y="2300"/>
                    <a:pt x="0" y="2382"/>
                  </a:cubicBezTo>
                  <a:lnTo>
                    <a:pt x="0" y="4552"/>
                  </a:lnTo>
                  <a:cubicBezTo>
                    <a:pt x="0" y="4689"/>
                    <a:pt x="102" y="4758"/>
                    <a:pt x="205" y="4758"/>
                  </a:cubicBezTo>
                  <a:cubicBezTo>
                    <a:pt x="307" y="4758"/>
                    <a:pt x="409" y="4689"/>
                    <a:pt x="409" y="4552"/>
                  </a:cubicBezTo>
                  <a:lnTo>
                    <a:pt x="409" y="2522"/>
                  </a:lnTo>
                  <a:lnTo>
                    <a:pt x="2598" y="1627"/>
                  </a:lnTo>
                  <a:lnTo>
                    <a:pt x="3922" y="3749"/>
                  </a:lnTo>
                  <a:cubicBezTo>
                    <a:pt x="3955" y="3801"/>
                    <a:pt x="4013" y="3835"/>
                    <a:pt x="4076" y="3845"/>
                  </a:cubicBezTo>
                  <a:lnTo>
                    <a:pt x="4148" y="3845"/>
                  </a:lnTo>
                  <a:lnTo>
                    <a:pt x="4162" y="3840"/>
                  </a:lnTo>
                  <a:lnTo>
                    <a:pt x="4172" y="3840"/>
                  </a:lnTo>
                  <a:lnTo>
                    <a:pt x="4182" y="3835"/>
                  </a:lnTo>
                  <a:lnTo>
                    <a:pt x="4191" y="3830"/>
                  </a:lnTo>
                  <a:lnTo>
                    <a:pt x="4201" y="3821"/>
                  </a:lnTo>
                  <a:lnTo>
                    <a:pt x="4210" y="3821"/>
                  </a:lnTo>
                  <a:lnTo>
                    <a:pt x="4220" y="3811"/>
                  </a:lnTo>
                  <a:lnTo>
                    <a:pt x="4225" y="3806"/>
                  </a:lnTo>
                  <a:lnTo>
                    <a:pt x="4244" y="3792"/>
                  </a:lnTo>
                  <a:lnTo>
                    <a:pt x="4412" y="3619"/>
                  </a:lnTo>
                  <a:lnTo>
                    <a:pt x="4850" y="4129"/>
                  </a:lnTo>
                  <a:lnTo>
                    <a:pt x="4292" y="7006"/>
                  </a:lnTo>
                  <a:cubicBezTo>
                    <a:pt x="4273" y="7117"/>
                    <a:pt x="4345" y="7223"/>
                    <a:pt x="4456" y="7247"/>
                  </a:cubicBezTo>
                  <a:lnTo>
                    <a:pt x="4562" y="7247"/>
                  </a:lnTo>
                  <a:lnTo>
                    <a:pt x="4571" y="7242"/>
                  </a:lnTo>
                  <a:lnTo>
                    <a:pt x="4576" y="7242"/>
                  </a:lnTo>
                  <a:lnTo>
                    <a:pt x="4586" y="7237"/>
                  </a:lnTo>
                  <a:lnTo>
                    <a:pt x="4595" y="7232"/>
                  </a:lnTo>
                  <a:lnTo>
                    <a:pt x="4605" y="7227"/>
                  </a:lnTo>
                  <a:lnTo>
                    <a:pt x="4610" y="7223"/>
                  </a:lnTo>
                  <a:lnTo>
                    <a:pt x="4624" y="7213"/>
                  </a:lnTo>
                  <a:lnTo>
                    <a:pt x="4629" y="7208"/>
                  </a:lnTo>
                  <a:lnTo>
                    <a:pt x="4639" y="7199"/>
                  </a:lnTo>
                  <a:lnTo>
                    <a:pt x="4643" y="7194"/>
                  </a:lnTo>
                  <a:lnTo>
                    <a:pt x="4648" y="7184"/>
                  </a:lnTo>
                  <a:lnTo>
                    <a:pt x="4653" y="7179"/>
                  </a:lnTo>
                  <a:lnTo>
                    <a:pt x="4663" y="7170"/>
                  </a:lnTo>
                  <a:lnTo>
                    <a:pt x="4668" y="7165"/>
                  </a:lnTo>
                  <a:lnTo>
                    <a:pt x="4672" y="7155"/>
                  </a:lnTo>
                  <a:lnTo>
                    <a:pt x="4677" y="7146"/>
                  </a:lnTo>
                  <a:lnTo>
                    <a:pt x="4682" y="7136"/>
                  </a:lnTo>
                  <a:lnTo>
                    <a:pt x="4682" y="7131"/>
                  </a:lnTo>
                  <a:lnTo>
                    <a:pt x="4687" y="7117"/>
                  </a:lnTo>
                  <a:lnTo>
                    <a:pt x="4687" y="7112"/>
                  </a:lnTo>
                  <a:cubicBezTo>
                    <a:pt x="4687" y="7107"/>
                    <a:pt x="4692" y="7098"/>
                    <a:pt x="4692" y="7093"/>
                  </a:cubicBezTo>
                  <a:lnTo>
                    <a:pt x="5235" y="4287"/>
                  </a:lnTo>
                  <a:lnTo>
                    <a:pt x="6231" y="4287"/>
                  </a:lnTo>
                  <a:lnTo>
                    <a:pt x="7482" y="10726"/>
                  </a:lnTo>
                  <a:lnTo>
                    <a:pt x="5736" y="12424"/>
                  </a:lnTo>
                  <a:lnTo>
                    <a:pt x="3984" y="10726"/>
                  </a:lnTo>
                  <a:lnTo>
                    <a:pt x="4571" y="7718"/>
                  </a:lnTo>
                  <a:cubicBezTo>
                    <a:pt x="4602" y="7567"/>
                    <a:pt x="4482" y="7475"/>
                    <a:pt x="4364" y="7475"/>
                  </a:cubicBezTo>
                  <a:cubicBezTo>
                    <a:pt x="4276" y="7475"/>
                    <a:pt x="4190" y="7526"/>
                    <a:pt x="4167" y="7641"/>
                  </a:cubicBezTo>
                  <a:lnTo>
                    <a:pt x="3561" y="10759"/>
                  </a:lnTo>
                  <a:cubicBezTo>
                    <a:pt x="3551" y="10827"/>
                    <a:pt x="3570" y="10894"/>
                    <a:pt x="3623" y="10942"/>
                  </a:cubicBezTo>
                  <a:lnTo>
                    <a:pt x="5596" y="12857"/>
                  </a:lnTo>
                  <a:cubicBezTo>
                    <a:pt x="5635" y="12896"/>
                    <a:pt x="5685" y="12915"/>
                    <a:pt x="5736" y="12915"/>
                  </a:cubicBezTo>
                  <a:cubicBezTo>
                    <a:pt x="5787" y="12915"/>
                    <a:pt x="5839" y="12896"/>
                    <a:pt x="5880" y="12857"/>
                  </a:cubicBezTo>
                  <a:lnTo>
                    <a:pt x="7848" y="10942"/>
                  </a:lnTo>
                  <a:cubicBezTo>
                    <a:pt x="7901" y="10894"/>
                    <a:pt x="7925" y="10827"/>
                    <a:pt x="7911" y="10759"/>
                  </a:cubicBezTo>
                  <a:lnTo>
                    <a:pt x="6626" y="4143"/>
                  </a:lnTo>
                  <a:lnTo>
                    <a:pt x="6713" y="4042"/>
                  </a:lnTo>
                  <a:lnTo>
                    <a:pt x="7064" y="3628"/>
                  </a:lnTo>
                  <a:lnTo>
                    <a:pt x="7232" y="3801"/>
                  </a:lnTo>
                  <a:lnTo>
                    <a:pt x="7251" y="3816"/>
                  </a:lnTo>
                  <a:lnTo>
                    <a:pt x="7256" y="3821"/>
                  </a:lnTo>
                  <a:lnTo>
                    <a:pt x="7266" y="3830"/>
                  </a:lnTo>
                  <a:lnTo>
                    <a:pt x="7275" y="3835"/>
                  </a:lnTo>
                  <a:lnTo>
                    <a:pt x="7285" y="3840"/>
                  </a:lnTo>
                  <a:lnTo>
                    <a:pt x="7295" y="3845"/>
                  </a:lnTo>
                  <a:lnTo>
                    <a:pt x="7304" y="3850"/>
                  </a:lnTo>
                  <a:lnTo>
                    <a:pt x="7314" y="3850"/>
                  </a:lnTo>
                  <a:lnTo>
                    <a:pt x="7328" y="3854"/>
                  </a:lnTo>
                  <a:lnTo>
                    <a:pt x="7401" y="3854"/>
                  </a:lnTo>
                  <a:cubicBezTo>
                    <a:pt x="7463" y="3850"/>
                    <a:pt x="7521" y="3811"/>
                    <a:pt x="7555" y="3758"/>
                  </a:cubicBezTo>
                  <a:lnTo>
                    <a:pt x="8878" y="1636"/>
                  </a:lnTo>
                  <a:lnTo>
                    <a:pt x="11067" y="2531"/>
                  </a:lnTo>
                  <a:lnTo>
                    <a:pt x="11067" y="10268"/>
                  </a:lnTo>
                  <a:cubicBezTo>
                    <a:pt x="11067" y="10403"/>
                    <a:pt x="11169" y="10471"/>
                    <a:pt x="11272" y="10471"/>
                  </a:cubicBezTo>
                  <a:cubicBezTo>
                    <a:pt x="11374" y="10471"/>
                    <a:pt x="11476" y="10403"/>
                    <a:pt x="11476" y="10268"/>
                  </a:cubicBezTo>
                  <a:lnTo>
                    <a:pt x="11476" y="2382"/>
                  </a:lnTo>
                  <a:cubicBezTo>
                    <a:pt x="11476" y="2300"/>
                    <a:pt x="11423" y="2223"/>
                    <a:pt x="11346" y="2194"/>
                  </a:cubicBezTo>
                  <a:lnTo>
                    <a:pt x="8993" y="1232"/>
                  </a:lnTo>
                  <a:lnTo>
                    <a:pt x="8546" y="121"/>
                  </a:lnTo>
                  <a:lnTo>
                    <a:pt x="8541" y="111"/>
                  </a:lnTo>
                  <a:lnTo>
                    <a:pt x="8541" y="101"/>
                  </a:lnTo>
                  <a:cubicBezTo>
                    <a:pt x="8536" y="92"/>
                    <a:pt x="8531" y="87"/>
                    <a:pt x="8527" y="77"/>
                  </a:cubicBezTo>
                  <a:lnTo>
                    <a:pt x="8522" y="72"/>
                  </a:lnTo>
                  <a:cubicBezTo>
                    <a:pt x="8517" y="68"/>
                    <a:pt x="8512" y="63"/>
                    <a:pt x="8507" y="58"/>
                  </a:cubicBezTo>
                  <a:lnTo>
                    <a:pt x="8502" y="48"/>
                  </a:lnTo>
                  <a:cubicBezTo>
                    <a:pt x="8493" y="44"/>
                    <a:pt x="8488" y="39"/>
                    <a:pt x="8478" y="34"/>
                  </a:cubicBezTo>
                  <a:cubicBezTo>
                    <a:pt x="8474" y="24"/>
                    <a:pt x="8464" y="19"/>
                    <a:pt x="8454" y="19"/>
                  </a:cubicBezTo>
                  <a:lnTo>
                    <a:pt x="8450" y="15"/>
                  </a:lnTo>
                  <a:lnTo>
                    <a:pt x="8425" y="5"/>
                  </a:lnTo>
                  <a:lnTo>
                    <a:pt x="8421" y="5"/>
                  </a:lnTo>
                  <a:cubicBezTo>
                    <a:pt x="8411" y="0"/>
                    <a:pt x="8406" y="0"/>
                    <a:pt x="8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87"/>
            <p:cNvSpPr/>
            <p:nvPr/>
          </p:nvSpPr>
          <p:spPr>
            <a:xfrm>
              <a:off x="8040058" y="3938219"/>
              <a:ext cx="301144" cy="233582"/>
            </a:xfrm>
            <a:custGeom>
              <a:rect b="b" l="l" r="r" t="t"/>
              <a:pathLst>
                <a:path extrusionOk="0" h="8906" w="11482">
                  <a:moveTo>
                    <a:pt x="205" y="1"/>
                  </a:moveTo>
                  <a:cubicBezTo>
                    <a:pt x="103" y="1"/>
                    <a:pt x="0" y="69"/>
                    <a:pt x="0" y="206"/>
                  </a:cubicBezTo>
                  <a:lnTo>
                    <a:pt x="0" y="8704"/>
                  </a:lnTo>
                  <a:cubicBezTo>
                    <a:pt x="0" y="8815"/>
                    <a:pt x="92" y="8906"/>
                    <a:pt x="203" y="8906"/>
                  </a:cubicBezTo>
                  <a:lnTo>
                    <a:pt x="11279" y="8906"/>
                  </a:lnTo>
                  <a:cubicBezTo>
                    <a:pt x="11390" y="8906"/>
                    <a:pt x="11481" y="8815"/>
                    <a:pt x="11481" y="8704"/>
                  </a:cubicBezTo>
                  <a:lnTo>
                    <a:pt x="11481" y="5908"/>
                  </a:lnTo>
                  <a:cubicBezTo>
                    <a:pt x="11481" y="5793"/>
                    <a:pt x="11390" y="5701"/>
                    <a:pt x="11279" y="5701"/>
                  </a:cubicBezTo>
                  <a:cubicBezTo>
                    <a:pt x="11164" y="5701"/>
                    <a:pt x="11072" y="5793"/>
                    <a:pt x="11072" y="5908"/>
                  </a:cubicBezTo>
                  <a:lnTo>
                    <a:pt x="11072" y="8497"/>
                  </a:lnTo>
                  <a:lnTo>
                    <a:pt x="409" y="8497"/>
                  </a:lnTo>
                  <a:lnTo>
                    <a:pt x="409" y="206"/>
                  </a:lnTo>
                  <a:cubicBezTo>
                    <a:pt x="409" y="69"/>
                    <a:pt x="307"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0" name="Google Shape;16660;p87"/>
          <p:cNvGrpSpPr/>
          <p:nvPr/>
        </p:nvGrpSpPr>
        <p:grpSpPr>
          <a:xfrm>
            <a:off x="4895276" y="4298401"/>
            <a:ext cx="345941" cy="342190"/>
            <a:chOff x="4895276" y="4298401"/>
            <a:chExt cx="345941" cy="342190"/>
          </a:xfrm>
        </p:grpSpPr>
        <p:sp>
          <p:nvSpPr>
            <p:cNvPr id="16661" name="Google Shape;16661;p87"/>
            <p:cNvSpPr/>
            <p:nvPr/>
          </p:nvSpPr>
          <p:spPr>
            <a:xfrm>
              <a:off x="5142130" y="4481233"/>
              <a:ext cx="40154" cy="39656"/>
            </a:xfrm>
            <a:custGeom>
              <a:rect b="b" l="l" r="r" t="t"/>
              <a:pathLst>
                <a:path extrusionOk="0" h="1512" w="1531">
                  <a:moveTo>
                    <a:pt x="9" y="0"/>
                  </a:moveTo>
                  <a:cubicBezTo>
                    <a:pt x="6" y="0"/>
                    <a:pt x="3" y="0"/>
                    <a:pt x="1" y="0"/>
                  </a:cubicBezTo>
                  <a:lnTo>
                    <a:pt x="977" y="1511"/>
                  </a:lnTo>
                  <a:lnTo>
                    <a:pt x="1531" y="1511"/>
                  </a:lnTo>
                  <a:cubicBezTo>
                    <a:pt x="1521" y="677"/>
                    <a:pt x="847" y="0"/>
                    <a:pt x="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87"/>
            <p:cNvSpPr/>
            <p:nvPr/>
          </p:nvSpPr>
          <p:spPr>
            <a:xfrm>
              <a:off x="5102133" y="4481233"/>
              <a:ext cx="65647" cy="39656"/>
            </a:xfrm>
            <a:custGeom>
              <a:rect b="b" l="l" r="r" t="t"/>
              <a:pathLst>
                <a:path extrusionOk="0" h="1512" w="2503">
                  <a:moveTo>
                    <a:pt x="1517" y="0"/>
                  </a:moveTo>
                  <a:cubicBezTo>
                    <a:pt x="683" y="0"/>
                    <a:pt x="5" y="672"/>
                    <a:pt x="0" y="1511"/>
                  </a:cubicBezTo>
                  <a:lnTo>
                    <a:pt x="2502" y="1511"/>
                  </a:lnTo>
                  <a:cubicBezTo>
                    <a:pt x="2502" y="674"/>
                    <a:pt x="2060" y="0"/>
                    <a:pt x="1526" y="0"/>
                  </a:cubicBezTo>
                  <a:cubicBezTo>
                    <a:pt x="1523" y="0"/>
                    <a:pt x="1520" y="0"/>
                    <a:pt x="151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87"/>
            <p:cNvSpPr/>
            <p:nvPr/>
          </p:nvSpPr>
          <p:spPr>
            <a:xfrm>
              <a:off x="5141762" y="4415612"/>
              <a:ext cx="21848" cy="43800"/>
            </a:xfrm>
            <a:custGeom>
              <a:rect b="b" l="l" r="r" t="t"/>
              <a:pathLst>
                <a:path extrusionOk="0" h="1670" w="833">
                  <a:moveTo>
                    <a:pt x="0" y="0"/>
                  </a:moveTo>
                  <a:lnTo>
                    <a:pt x="0" y="1670"/>
                  </a:lnTo>
                  <a:cubicBezTo>
                    <a:pt x="457" y="1670"/>
                    <a:pt x="832" y="1295"/>
                    <a:pt x="832" y="833"/>
                  </a:cubicBezTo>
                  <a:cubicBezTo>
                    <a:pt x="832" y="376"/>
                    <a:pt x="457" y="0"/>
                    <a:pt x="0" y="0"/>
                  </a:cubicBezTo>
                  <a:close/>
                </a:path>
              </a:pathLst>
            </a:custGeom>
            <a:solidFill>
              <a:srgbClr val="CF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87"/>
            <p:cNvSpPr/>
            <p:nvPr/>
          </p:nvSpPr>
          <p:spPr>
            <a:xfrm>
              <a:off x="4994338" y="4481233"/>
              <a:ext cx="40049" cy="39656"/>
            </a:xfrm>
            <a:custGeom>
              <a:rect b="b" l="l" r="r" t="t"/>
              <a:pathLst>
                <a:path extrusionOk="0" h="1512" w="1527">
                  <a:moveTo>
                    <a:pt x="10" y="0"/>
                  </a:moveTo>
                  <a:cubicBezTo>
                    <a:pt x="7" y="0"/>
                    <a:pt x="4" y="0"/>
                    <a:pt x="1" y="0"/>
                  </a:cubicBezTo>
                  <a:lnTo>
                    <a:pt x="973" y="1511"/>
                  </a:lnTo>
                  <a:lnTo>
                    <a:pt x="1526" y="1511"/>
                  </a:lnTo>
                  <a:cubicBezTo>
                    <a:pt x="1517" y="677"/>
                    <a:pt x="843" y="0"/>
                    <a:pt x="1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87"/>
            <p:cNvSpPr/>
            <p:nvPr/>
          </p:nvSpPr>
          <p:spPr>
            <a:xfrm>
              <a:off x="4954210" y="4481233"/>
              <a:ext cx="65647" cy="39656"/>
            </a:xfrm>
            <a:custGeom>
              <a:rect b="b" l="l" r="r" t="t"/>
              <a:pathLst>
                <a:path extrusionOk="0" h="1512" w="2503">
                  <a:moveTo>
                    <a:pt x="1522" y="0"/>
                  </a:moveTo>
                  <a:cubicBezTo>
                    <a:pt x="689" y="0"/>
                    <a:pt x="10" y="672"/>
                    <a:pt x="1" y="1511"/>
                  </a:cubicBezTo>
                  <a:lnTo>
                    <a:pt x="2503" y="1511"/>
                  </a:lnTo>
                  <a:cubicBezTo>
                    <a:pt x="2503" y="674"/>
                    <a:pt x="2060" y="0"/>
                    <a:pt x="1531" y="0"/>
                  </a:cubicBezTo>
                  <a:cubicBezTo>
                    <a:pt x="1528" y="0"/>
                    <a:pt x="1525" y="0"/>
                    <a:pt x="152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87"/>
            <p:cNvSpPr/>
            <p:nvPr/>
          </p:nvSpPr>
          <p:spPr>
            <a:xfrm>
              <a:off x="4993839" y="4415612"/>
              <a:ext cx="21874" cy="43800"/>
            </a:xfrm>
            <a:custGeom>
              <a:rect b="b" l="l" r="r" t="t"/>
              <a:pathLst>
                <a:path extrusionOk="0" h="1670" w="834">
                  <a:moveTo>
                    <a:pt x="1" y="0"/>
                  </a:moveTo>
                  <a:lnTo>
                    <a:pt x="1" y="1670"/>
                  </a:lnTo>
                  <a:cubicBezTo>
                    <a:pt x="458" y="1670"/>
                    <a:pt x="833" y="1295"/>
                    <a:pt x="833" y="833"/>
                  </a:cubicBezTo>
                  <a:cubicBezTo>
                    <a:pt x="833" y="376"/>
                    <a:pt x="458" y="0"/>
                    <a:pt x="1" y="0"/>
                  </a:cubicBezTo>
                  <a:close/>
                </a:path>
              </a:pathLst>
            </a:custGeom>
            <a:solidFill>
              <a:srgbClr val="CF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87"/>
            <p:cNvSpPr/>
            <p:nvPr/>
          </p:nvSpPr>
          <p:spPr>
            <a:xfrm>
              <a:off x="5068299" y="4483122"/>
              <a:ext cx="53793" cy="53924"/>
            </a:xfrm>
            <a:custGeom>
              <a:rect b="b" l="l" r="r" t="t"/>
              <a:pathLst>
                <a:path extrusionOk="0" h="2056" w="2051">
                  <a:moveTo>
                    <a:pt x="1" y="1"/>
                  </a:moveTo>
                  <a:lnTo>
                    <a:pt x="1218" y="2055"/>
                  </a:lnTo>
                  <a:lnTo>
                    <a:pt x="2050" y="2055"/>
                  </a:lnTo>
                  <a:cubicBezTo>
                    <a:pt x="2050" y="920"/>
                    <a:pt x="1131" y="1"/>
                    <a:pt x="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87"/>
            <p:cNvSpPr/>
            <p:nvPr/>
          </p:nvSpPr>
          <p:spPr>
            <a:xfrm>
              <a:off x="5014428" y="4483122"/>
              <a:ext cx="85816" cy="53924"/>
            </a:xfrm>
            <a:custGeom>
              <a:rect b="b" l="l" r="r" t="t"/>
              <a:pathLst>
                <a:path extrusionOk="0" h="2056" w="3272">
                  <a:moveTo>
                    <a:pt x="2055" y="1"/>
                  </a:moveTo>
                  <a:cubicBezTo>
                    <a:pt x="919" y="1"/>
                    <a:pt x="0" y="920"/>
                    <a:pt x="0" y="2055"/>
                  </a:cubicBezTo>
                  <a:lnTo>
                    <a:pt x="3272" y="2055"/>
                  </a:lnTo>
                  <a:cubicBezTo>
                    <a:pt x="3272" y="920"/>
                    <a:pt x="2728" y="1"/>
                    <a:pt x="2055"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87"/>
            <p:cNvSpPr/>
            <p:nvPr/>
          </p:nvSpPr>
          <p:spPr>
            <a:xfrm>
              <a:off x="5068693" y="4401974"/>
              <a:ext cx="29663" cy="59353"/>
            </a:xfrm>
            <a:custGeom>
              <a:rect b="b" l="l" r="r" t="t"/>
              <a:pathLst>
                <a:path extrusionOk="0" h="2263" w="1131">
                  <a:moveTo>
                    <a:pt x="0" y="1"/>
                  </a:moveTo>
                  <a:lnTo>
                    <a:pt x="0" y="2262"/>
                  </a:lnTo>
                  <a:cubicBezTo>
                    <a:pt x="626" y="2262"/>
                    <a:pt x="1131" y="1757"/>
                    <a:pt x="1131" y="1131"/>
                  </a:cubicBezTo>
                  <a:cubicBezTo>
                    <a:pt x="1131" y="506"/>
                    <a:pt x="626" y="1"/>
                    <a:pt x="0" y="1"/>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87"/>
            <p:cNvSpPr/>
            <p:nvPr/>
          </p:nvSpPr>
          <p:spPr>
            <a:xfrm>
              <a:off x="5038138" y="4401974"/>
              <a:ext cx="45347" cy="59353"/>
            </a:xfrm>
            <a:custGeom>
              <a:rect b="b" l="l" r="r" t="t"/>
              <a:pathLst>
                <a:path extrusionOk="0" h="2263" w="1729">
                  <a:moveTo>
                    <a:pt x="1131" y="1"/>
                  </a:moveTo>
                  <a:cubicBezTo>
                    <a:pt x="506" y="1"/>
                    <a:pt x="1" y="506"/>
                    <a:pt x="1" y="1131"/>
                  </a:cubicBezTo>
                  <a:cubicBezTo>
                    <a:pt x="1" y="1757"/>
                    <a:pt x="506" y="2262"/>
                    <a:pt x="1131" y="2262"/>
                  </a:cubicBezTo>
                  <a:lnTo>
                    <a:pt x="1165" y="2262"/>
                  </a:lnTo>
                  <a:cubicBezTo>
                    <a:pt x="1478" y="2248"/>
                    <a:pt x="1728" y="1747"/>
                    <a:pt x="1728" y="1131"/>
                  </a:cubicBezTo>
                  <a:cubicBezTo>
                    <a:pt x="1728" y="515"/>
                    <a:pt x="1473" y="15"/>
                    <a:pt x="116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87"/>
            <p:cNvSpPr/>
            <p:nvPr/>
          </p:nvSpPr>
          <p:spPr>
            <a:xfrm>
              <a:off x="4972018" y="4415612"/>
              <a:ext cx="29165" cy="43800"/>
            </a:xfrm>
            <a:custGeom>
              <a:rect b="b" l="l" r="r" t="t"/>
              <a:pathLst>
                <a:path extrusionOk="0" h="1670" w="1112">
                  <a:moveTo>
                    <a:pt x="833" y="0"/>
                  </a:moveTo>
                  <a:cubicBezTo>
                    <a:pt x="371" y="0"/>
                    <a:pt x="0" y="376"/>
                    <a:pt x="0" y="833"/>
                  </a:cubicBezTo>
                  <a:cubicBezTo>
                    <a:pt x="0" y="1295"/>
                    <a:pt x="371" y="1670"/>
                    <a:pt x="833" y="1670"/>
                  </a:cubicBezTo>
                  <a:cubicBezTo>
                    <a:pt x="987" y="1670"/>
                    <a:pt x="1112" y="1295"/>
                    <a:pt x="1112" y="837"/>
                  </a:cubicBezTo>
                  <a:cubicBezTo>
                    <a:pt x="1112" y="376"/>
                    <a:pt x="987" y="0"/>
                    <a:pt x="83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87"/>
            <p:cNvSpPr/>
            <p:nvPr/>
          </p:nvSpPr>
          <p:spPr>
            <a:xfrm>
              <a:off x="5119784" y="4415612"/>
              <a:ext cx="29191" cy="43800"/>
            </a:xfrm>
            <a:custGeom>
              <a:rect b="b" l="l" r="r" t="t"/>
              <a:pathLst>
                <a:path extrusionOk="0" h="1670" w="1113">
                  <a:moveTo>
                    <a:pt x="838" y="0"/>
                  </a:moveTo>
                  <a:cubicBezTo>
                    <a:pt x="376" y="0"/>
                    <a:pt x="1" y="376"/>
                    <a:pt x="1" y="833"/>
                  </a:cubicBezTo>
                  <a:cubicBezTo>
                    <a:pt x="1" y="1295"/>
                    <a:pt x="376" y="1670"/>
                    <a:pt x="838" y="1670"/>
                  </a:cubicBezTo>
                  <a:cubicBezTo>
                    <a:pt x="987" y="1670"/>
                    <a:pt x="1112" y="1295"/>
                    <a:pt x="1112" y="837"/>
                  </a:cubicBezTo>
                  <a:cubicBezTo>
                    <a:pt x="1112" y="376"/>
                    <a:pt x="987" y="0"/>
                    <a:pt x="83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87"/>
            <p:cNvSpPr/>
            <p:nvPr/>
          </p:nvSpPr>
          <p:spPr>
            <a:xfrm>
              <a:off x="5115378" y="4410078"/>
              <a:ext cx="63890" cy="54763"/>
            </a:xfrm>
            <a:custGeom>
              <a:rect b="b" l="l" r="r" t="t"/>
              <a:pathLst>
                <a:path extrusionOk="0" h="2088" w="2436">
                  <a:moveTo>
                    <a:pt x="1040" y="423"/>
                  </a:moveTo>
                  <a:cubicBezTo>
                    <a:pt x="1598" y="423"/>
                    <a:pt x="1877" y="1092"/>
                    <a:pt x="1482" y="1486"/>
                  </a:cubicBezTo>
                  <a:cubicBezTo>
                    <a:pt x="1355" y="1614"/>
                    <a:pt x="1197" y="1671"/>
                    <a:pt x="1043" y="1671"/>
                  </a:cubicBezTo>
                  <a:cubicBezTo>
                    <a:pt x="722" y="1671"/>
                    <a:pt x="414" y="1423"/>
                    <a:pt x="414" y="1048"/>
                  </a:cubicBezTo>
                  <a:cubicBezTo>
                    <a:pt x="414" y="702"/>
                    <a:pt x="693" y="423"/>
                    <a:pt x="1040" y="423"/>
                  </a:cubicBezTo>
                  <a:close/>
                  <a:moveTo>
                    <a:pt x="1048" y="1"/>
                  </a:moveTo>
                  <a:cubicBezTo>
                    <a:pt x="513" y="1"/>
                    <a:pt x="0" y="415"/>
                    <a:pt x="0" y="1044"/>
                  </a:cubicBezTo>
                  <a:cubicBezTo>
                    <a:pt x="0" y="1621"/>
                    <a:pt x="467" y="2088"/>
                    <a:pt x="1040" y="2088"/>
                  </a:cubicBezTo>
                  <a:cubicBezTo>
                    <a:pt x="1968" y="2088"/>
                    <a:pt x="2435" y="967"/>
                    <a:pt x="1776" y="307"/>
                  </a:cubicBezTo>
                  <a:cubicBezTo>
                    <a:pt x="1564" y="96"/>
                    <a:pt x="130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87"/>
            <p:cNvSpPr/>
            <p:nvPr/>
          </p:nvSpPr>
          <p:spPr>
            <a:xfrm>
              <a:off x="5115955" y="4475673"/>
              <a:ext cx="71758" cy="50645"/>
            </a:xfrm>
            <a:custGeom>
              <a:rect b="b" l="l" r="r" t="t"/>
              <a:pathLst>
                <a:path extrusionOk="0" h="1931" w="2736">
                  <a:moveTo>
                    <a:pt x="1018" y="1"/>
                  </a:moveTo>
                  <a:cubicBezTo>
                    <a:pt x="734" y="1"/>
                    <a:pt x="455" y="73"/>
                    <a:pt x="209" y="208"/>
                  </a:cubicBezTo>
                  <a:cubicBezTo>
                    <a:pt x="0" y="318"/>
                    <a:pt x="113" y="601"/>
                    <a:pt x="303" y="601"/>
                  </a:cubicBezTo>
                  <a:cubicBezTo>
                    <a:pt x="336" y="601"/>
                    <a:pt x="371" y="592"/>
                    <a:pt x="407" y="573"/>
                  </a:cubicBezTo>
                  <a:cubicBezTo>
                    <a:pt x="604" y="467"/>
                    <a:pt x="813" y="417"/>
                    <a:pt x="1018" y="417"/>
                  </a:cubicBezTo>
                  <a:cubicBezTo>
                    <a:pt x="1628" y="417"/>
                    <a:pt x="2198" y="853"/>
                    <a:pt x="2302" y="1512"/>
                  </a:cubicBezTo>
                  <a:lnTo>
                    <a:pt x="1018" y="1512"/>
                  </a:lnTo>
                  <a:cubicBezTo>
                    <a:pt x="739" y="1512"/>
                    <a:pt x="739" y="1930"/>
                    <a:pt x="1018" y="1930"/>
                  </a:cubicBezTo>
                  <a:lnTo>
                    <a:pt x="2529" y="1930"/>
                  </a:lnTo>
                  <a:cubicBezTo>
                    <a:pt x="2644" y="1930"/>
                    <a:pt x="2736" y="1834"/>
                    <a:pt x="2736" y="1723"/>
                  </a:cubicBezTo>
                  <a:cubicBezTo>
                    <a:pt x="2736" y="771"/>
                    <a:pt x="1966" y="5"/>
                    <a:pt x="10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87"/>
            <p:cNvSpPr/>
            <p:nvPr/>
          </p:nvSpPr>
          <p:spPr>
            <a:xfrm>
              <a:off x="4948780" y="4475725"/>
              <a:ext cx="71785" cy="50593"/>
            </a:xfrm>
            <a:custGeom>
              <a:rect b="b" l="l" r="r" t="t"/>
              <a:pathLst>
                <a:path extrusionOk="0" h="1929" w="2737">
                  <a:moveTo>
                    <a:pt x="1719" y="0"/>
                  </a:moveTo>
                  <a:cubicBezTo>
                    <a:pt x="821" y="0"/>
                    <a:pt x="5" y="721"/>
                    <a:pt x="1" y="1721"/>
                  </a:cubicBezTo>
                  <a:cubicBezTo>
                    <a:pt x="1" y="1837"/>
                    <a:pt x="97" y="1928"/>
                    <a:pt x="213" y="1928"/>
                  </a:cubicBezTo>
                  <a:lnTo>
                    <a:pt x="1738" y="1928"/>
                  </a:lnTo>
                  <a:cubicBezTo>
                    <a:pt x="2017" y="1928"/>
                    <a:pt x="2017" y="1510"/>
                    <a:pt x="1738" y="1510"/>
                  </a:cubicBezTo>
                  <a:lnTo>
                    <a:pt x="434" y="1510"/>
                  </a:lnTo>
                  <a:cubicBezTo>
                    <a:pt x="538" y="851"/>
                    <a:pt x="1109" y="415"/>
                    <a:pt x="1718" y="415"/>
                  </a:cubicBezTo>
                  <a:cubicBezTo>
                    <a:pt x="1923" y="415"/>
                    <a:pt x="2132" y="465"/>
                    <a:pt x="2330" y="571"/>
                  </a:cubicBezTo>
                  <a:cubicBezTo>
                    <a:pt x="2366" y="590"/>
                    <a:pt x="2401" y="599"/>
                    <a:pt x="2434" y="599"/>
                  </a:cubicBezTo>
                  <a:cubicBezTo>
                    <a:pt x="2624" y="599"/>
                    <a:pt x="2736" y="316"/>
                    <a:pt x="2527" y="206"/>
                  </a:cubicBezTo>
                  <a:cubicBezTo>
                    <a:pt x="2263" y="65"/>
                    <a:pt x="1988"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87"/>
            <p:cNvSpPr/>
            <p:nvPr/>
          </p:nvSpPr>
          <p:spPr>
            <a:xfrm>
              <a:off x="4966458" y="4410078"/>
              <a:ext cx="63890" cy="54763"/>
            </a:xfrm>
            <a:custGeom>
              <a:rect b="b" l="l" r="r" t="t"/>
              <a:pathLst>
                <a:path extrusionOk="0" h="2088" w="2436">
                  <a:moveTo>
                    <a:pt x="1045" y="423"/>
                  </a:moveTo>
                  <a:cubicBezTo>
                    <a:pt x="1598" y="423"/>
                    <a:pt x="1877" y="1092"/>
                    <a:pt x="1487" y="1486"/>
                  </a:cubicBezTo>
                  <a:cubicBezTo>
                    <a:pt x="1360" y="1614"/>
                    <a:pt x="1203" y="1671"/>
                    <a:pt x="1049" y="1671"/>
                  </a:cubicBezTo>
                  <a:cubicBezTo>
                    <a:pt x="727" y="1671"/>
                    <a:pt x="419" y="1421"/>
                    <a:pt x="419" y="1044"/>
                  </a:cubicBezTo>
                  <a:cubicBezTo>
                    <a:pt x="419" y="702"/>
                    <a:pt x="698" y="423"/>
                    <a:pt x="1045" y="423"/>
                  </a:cubicBezTo>
                  <a:close/>
                  <a:moveTo>
                    <a:pt x="1050" y="1"/>
                  </a:moveTo>
                  <a:cubicBezTo>
                    <a:pt x="514" y="1"/>
                    <a:pt x="1" y="415"/>
                    <a:pt x="1" y="1044"/>
                  </a:cubicBezTo>
                  <a:cubicBezTo>
                    <a:pt x="1" y="1621"/>
                    <a:pt x="467" y="2088"/>
                    <a:pt x="1045" y="2088"/>
                  </a:cubicBezTo>
                  <a:cubicBezTo>
                    <a:pt x="1973" y="2088"/>
                    <a:pt x="2435" y="967"/>
                    <a:pt x="1781" y="307"/>
                  </a:cubicBezTo>
                  <a:cubicBezTo>
                    <a:pt x="1568" y="96"/>
                    <a:pt x="1306" y="1"/>
                    <a:pt x="1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87"/>
            <p:cNvSpPr/>
            <p:nvPr/>
          </p:nvSpPr>
          <p:spPr>
            <a:xfrm>
              <a:off x="5033102" y="4396387"/>
              <a:ext cx="82171" cy="70473"/>
            </a:xfrm>
            <a:custGeom>
              <a:rect b="b" l="l" r="r" t="t"/>
              <a:pathLst>
                <a:path extrusionOk="0" h="2687" w="3133">
                  <a:moveTo>
                    <a:pt x="1343" y="420"/>
                  </a:moveTo>
                  <a:cubicBezTo>
                    <a:pt x="2165" y="420"/>
                    <a:pt x="2574" y="1417"/>
                    <a:pt x="1992" y="1999"/>
                  </a:cubicBezTo>
                  <a:cubicBezTo>
                    <a:pt x="1804" y="2187"/>
                    <a:pt x="1573" y="2271"/>
                    <a:pt x="1346" y="2271"/>
                  </a:cubicBezTo>
                  <a:cubicBezTo>
                    <a:pt x="870" y="2271"/>
                    <a:pt x="414" y="1901"/>
                    <a:pt x="414" y="1344"/>
                  </a:cubicBezTo>
                  <a:cubicBezTo>
                    <a:pt x="419" y="834"/>
                    <a:pt x="828" y="420"/>
                    <a:pt x="1343" y="420"/>
                  </a:cubicBezTo>
                  <a:close/>
                  <a:moveTo>
                    <a:pt x="1351" y="0"/>
                  </a:moveTo>
                  <a:cubicBezTo>
                    <a:pt x="661" y="0"/>
                    <a:pt x="0" y="537"/>
                    <a:pt x="0" y="1344"/>
                  </a:cubicBezTo>
                  <a:cubicBezTo>
                    <a:pt x="0" y="2085"/>
                    <a:pt x="602" y="2682"/>
                    <a:pt x="1343" y="2687"/>
                  </a:cubicBezTo>
                  <a:cubicBezTo>
                    <a:pt x="2536" y="2687"/>
                    <a:pt x="3133" y="1238"/>
                    <a:pt x="2291" y="396"/>
                  </a:cubicBezTo>
                  <a:cubicBezTo>
                    <a:pt x="2017" y="123"/>
                    <a:pt x="1681" y="0"/>
                    <a:pt x="1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87"/>
            <p:cNvSpPr/>
            <p:nvPr/>
          </p:nvSpPr>
          <p:spPr>
            <a:xfrm>
              <a:off x="5008999" y="4477692"/>
              <a:ext cx="118522" cy="64782"/>
            </a:xfrm>
            <a:custGeom>
              <a:rect b="b" l="l" r="r" t="t"/>
              <a:pathLst>
                <a:path extrusionOk="0" h="2470" w="4519">
                  <a:moveTo>
                    <a:pt x="2262" y="410"/>
                  </a:moveTo>
                  <a:cubicBezTo>
                    <a:pt x="3200" y="410"/>
                    <a:pt x="3994" y="1117"/>
                    <a:pt x="4095" y="2055"/>
                  </a:cubicBezTo>
                  <a:lnTo>
                    <a:pt x="428" y="2055"/>
                  </a:lnTo>
                  <a:cubicBezTo>
                    <a:pt x="529" y="1117"/>
                    <a:pt x="1319" y="410"/>
                    <a:pt x="2262" y="410"/>
                  </a:cubicBezTo>
                  <a:close/>
                  <a:moveTo>
                    <a:pt x="2262" y="1"/>
                  </a:moveTo>
                  <a:cubicBezTo>
                    <a:pt x="1011" y="1"/>
                    <a:pt x="0" y="1016"/>
                    <a:pt x="0" y="2262"/>
                  </a:cubicBezTo>
                  <a:cubicBezTo>
                    <a:pt x="0" y="2378"/>
                    <a:pt x="92" y="2469"/>
                    <a:pt x="207" y="2469"/>
                  </a:cubicBezTo>
                  <a:lnTo>
                    <a:pt x="4311" y="2469"/>
                  </a:lnTo>
                  <a:cubicBezTo>
                    <a:pt x="4427" y="2469"/>
                    <a:pt x="4518" y="2378"/>
                    <a:pt x="4518" y="2262"/>
                  </a:cubicBezTo>
                  <a:cubicBezTo>
                    <a:pt x="4518" y="1016"/>
                    <a:pt x="3508" y="1"/>
                    <a:pt x="2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87"/>
            <p:cNvSpPr/>
            <p:nvPr/>
          </p:nvSpPr>
          <p:spPr>
            <a:xfrm>
              <a:off x="4895276" y="4298401"/>
              <a:ext cx="345941" cy="342190"/>
            </a:xfrm>
            <a:custGeom>
              <a:rect b="b" l="l" r="r" t="t"/>
              <a:pathLst>
                <a:path extrusionOk="0" h="13047" w="13190">
                  <a:moveTo>
                    <a:pt x="6805" y="1130"/>
                  </a:moveTo>
                  <a:cubicBezTo>
                    <a:pt x="9619" y="1241"/>
                    <a:pt x="11876" y="3497"/>
                    <a:pt x="11987" y="6317"/>
                  </a:cubicBezTo>
                  <a:lnTo>
                    <a:pt x="11491" y="6317"/>
                  </a:lnTo>
                  <a:cubicBezTo>
                    <a:pt x="11212" y="6317"/>
                    <a:pt x="11212" y="6731"/>
                    <a:pt x="11491" y="6731"/>
                  </a:cubicBezTo>
                  <a:lnTo>
                    <a:pt x="11992" y="6731"/>
                  </a:lnTo>
                  <a:cubicBezTo>
                    <a:pt x="11876" y="9546"/>
                    <a:pt x="9619" y="11802"/>
                    <a:pt x="6805" y="11918"/>
                  </a:cubicBezTo>
                  <a:lnTo>
                    <a:pt x="6805" y="11417"/>
                  </a:lnTo>
                  <a:cubicBezTo>
                    <a:pt x="6805" y="11280"/>
                    <a:pt x="6700" y="11212"/>
                    <a:pt x="6595" y="11212"/>
                  </a:cubicBezTo>
                  <a:cubicBezTo>
                    <a:pt x="6491" y="11212"/>
                    <a:pt x="6386" y="11280"/>
                    <a:pt x="6386" y="11417"/>
                  </a:cubicBezTo>
                  <a:lnTo>
                    <a:pt x="6386" y="11918"/>
                  </a:lnTo>
                  <a:cubicBezTo>
                    <a:pt x="3571" y="11802"/>
                    <a:pt x="1314" y="9546"/>
                    <a:pt x="1204" y="6731"/>
                  </a:cubicBezTo>
                  <a:lnTo>
                    <a:pt x="1699" y="6731"/>
                  </a:lnTo>
                  <a:cubicBezTo>
                    <a:pt x="1978" y="6731"/>
                    <a:pt x="1978" y="6317"/>
                    <a:pt x="1699" y="6317"/>
                  </a:cubicBezTo>
                  <a:lnTo>
                    <a:pt x="1204" y="6317"/>
                  </a:lnTo>
                  <a:cubicBezTo>
                    <a:pt x="1314" y="3497"/>
                    <a:pt x="3571" y="1241"/>
                    <a:pt x="6386" y="1130"/>
                  </a:cubicBezTo>
                  <a:lnTo>
                    <a:pt x="6386" y="1626"/>
                  </a:lnTo>
                  <a:cubicBezTo>
                    <a:pt x="6386" y="1765"/>
                    <a:pt x="6491" y="1835"/>
                    <a:pt x="6595" y="1835"/>
                  </a:cubicBezTo>
                  <a:cubicBezTo>
                    <a:pt x="6700" y="1835"/>
                    <a:pt x="6805" y="1765"/>
                    <a:pt x="6805" y="1626"/>
                  </a:cubicBezTo>
                  <a:lnTo>
                    <a:pt x="6805" y="1130"/>
                  </a:lnTo>
                  <a:close/>
                  <a:moveTo>
                    <a:pt x="6595" y="0"/>
                  </a:moveTo>
                  <a:cubicBezTo>
                    <a:pt x="6491" y="0"/>
                    <a:pt x="6386" y="69"/>
                    <a:pt x="6386" y="206"/>
                  </a:cubicBezTo>
                  <a:lnTo>
                    <a:pt x="6386" y="711"/>
                  </a:lnTo>
                  <a:cubicBezTo>
                    <a:pt x="3340" y="827"/>
                    <a:pt x="901" y="3266"/>
                    <a:pt x="785" y="6312"/>
                  </a:cubicBezTo>
                  <a:lnTo>
                    <a:pt x="280" y="6312"/>
                  </a:lnTo>
                  <a:cubicBezTo>
                    <a:pt x="1" y="6312"/>
                    <a:pt x="1" y="6731"/>
                    <a:pt x="280" y="6731"/>
                  </a:cubicBezTo>
                  <a:lnTo>
                    <a:pt x="785" y="6731"/>
                  </a:lnTo>
                  <a:cubicBezTo>
                    <a:pt x="901" y="9777"/>
                    <a:pt x="3340" y="12221"/>
                    <a:pt x="6386" y="12332"/>
                  </a:cubicBezTo>
                  <a:lnTo>
                    <a:pt x="6386" y="12837"/>
                  </a:lnTo>
                  <a:cubicBezTo>
                    <a:pt x="6386" y="12976"/>
                    <a:pt x="6491" y="13046"/>
                    <a:pt x="6595" y="13046"/>
                  </a:cubicBezTo>
                  <a:cubicBezTo>
                    <a:pt x="6700" y="13046"/>
                    <a:pt x="6805" y="12976"/>
                    <a:pt x="6805" y="12837"/>
                  </a:cubicBezTo>
                  <a:lnTo>
                    <a:pt x="6805" y="12332"/>
                  </a:lnTo>
                  <a:cubicBezTo>
                    <a:pt x="9850" y="12221"/>
                    <a:pt x="12290" y="9777"/>
                    <a:pt x="12405" y="6731"/>
                  </a:cubicBezTo>
                  <a:lnTo>
                    <a:pt x="12911" y="6731"/>
                  </a:lnTo>
                  <a:cubicBezTo>
                    <a:pt x="13190" y="6731"/>
                    <a:pt x="13190" y="6312"/>
                    <a:pt x="12911" y="6312"/>
                  </a:cubicBezTo>
                  <a:lnTo>
                    <a:pt x="12911" y="6317"/>
                  </a:lnTo>
                  <a:lnTo>
                    <a:pt x="12405" y="6317"/>
                  </a:lnTo>
                  <a:cubicBezTo>
                    <a:pt x="12290" y="3271"/>
                    <a:pt x="9850" y="827"/>
                    <a:pt x="6805" y="711"/>
                  </a:cubicBezTo>
                  <a:lnTo>
                    <a:pt x="6805" y="206"/>
                  </a:lnTo>
                  <a:cubicBezTo>
                    <a:pt x="6805" y="69"/>
                    <a:pt x="6700"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0" name="Google Shape;16680;p87"/>
          <p:cNvGrpSpPr/>
          <p:nvPr/>
        </p:nvGrpSpPr>
        <p:grpSpPr>
          <a:xfrm>
            <a:off x="7949705" y="4313010"/>
            <a:ext cx="382528" cy="340669"/>
            <a:chOff x="7949705" y="4313010"/>
            <a:chExt cx="382528" cy="340669"/>
          </a:xfrm>
        </p:grpSpPr>
        <p:sp>
          <p:nvSpPr>
            <p:cNvPr id="16681" name="Google Shape;16681;p87"/>
            <p:cNvSpPr/>
            <p:nvPr/>
          </p:nvSpPr>
          <p:spPr>
            <a:xfrm>
              <a:off x="8110978" y="4318675"/>
              <a:ext cx="215590" cy="179606"/>
            </a:xfrm>
            <a:custGeom>
              <a:rect b="b" l="l" r="r" t="t"/>
              <a:pathLst>
                <a:path extrusionOk="0" h="6848" w="8220">
                  <a:moveTo>
                    <a:pt x="458" y="1"/>
                  </a:moveTo>
                  <a:cubicBezTo>
                    <a:pt x="203" y="1"/>
                    <a:pt x="1" y="203"/>
                    <a:pt x="1" y="458"/>
                  </a:cubicBezTo>
                  <a:lnTo>
                    <a:pt x="1" y="6391"/>
                  </a:lnTo>
                  <a:cubicBezTo>
                    <a:pt x="1" y="6646"/>
                    <a:pt x="203" y="6848"/>
                    <a:pt x="458" y="6848"/>
                  </a:cubicBezTo>
                  <a:lnTo>
                    <a:pt x="7762" y="6848"/>
                  </a:lnTo>
                  <a:cubicBezTo>
                    <a:pt x="8017" y="6848"/>
                    <a:pt x="8219" y="6646"/>
                    <a:pt x="8219" y="6391"/>
                  </a:cubicBezTo>
                  <a:lnTo>
                    <a:pt x="8219" y="458"/>
                  </a:lnTo>
                  <a:cubicBezTo>
                    <a:pt x="8219" y="203"/>
                    <a:pt x="8017" y="1"/>
                    <a:pt x="7762"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87"/>
            <p:cNvSpPr/>
            <p:nvPr/>
          </p:nvSpPr>
          <p:spPr>
            <a:xfrm>
              <a:off x="8164875" y="4354528"/>
              <a:ext cx="107795" cy="107795"/>
            </a:xfrm>
            <a:custGeom>
              <a:rect b="b" l="l" r="r" t="t"/>
              <a:pathLst>
                <a:path extrusionOk="0" h="4110" w="4110">
                  <a:moveTo>
                    <a:pt x="2055" y="0"/>
                  </a:moveTo>
                  <a:cubicBezTo>
                    <a:pt x="919" y="0"/>
                    <a:pt x="0" y="924"/>
                    <a:pt x="0" y="2055"/>
                  </a:cubicBezTo>
                  <a:cubicBezTo>
                    <a:pt x="0" y="3191"/>
                    <a:pt x="919" y="4110"/>
                    <a:pt x="2055" y="4110"/>
                  </a:cubicBezTo>
                  <a:cubicBezTo>
                    <a:pt x="3190" y="4110"/>
                    <a:pt x="4110" y="3191"/>
                    <a:pt x="4110" y="2055"/>
                  </a:cubicBezTo>
                  <a:cubicBezTo>
                    <a:pt x="4110" y="924"/>
                    <a:pt x="3190" y="0"/>
                    <a:pt x="205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87"/>
            <p:cNvSpPr/>
            <p:nvPr/>
          </p:nvSpPr>
          <p:spPr>
            <a:xfrm>
              <a:off x="8188847" y="4378500"/>
              <a:ext cx="59851" cy="59982"/>
            </a:xfrm>
            <a:custGeom>
              <a:rect b="b" l="l" r="r" t="t"/>
              <a:pathLst>
                <a:path extrusionOk="0" h="2287" w="2282">
                  <a:moveTo>
                    <a:pt x="1141" y="1"/>
                  </a:moveTo>
                  <a:cubicBezTo>
                    <a:pt x="511" y="1"/>
                    <a:pt x="1" y="511"/>
                    <a:pt x="1" y="1141"/>
                  </a:cubicBezTo>
                  <a:cubicBezTo>
                    <a:pt x="1" y="1776"/>
                    <a:pt x="511" y="2286"/>
                    <a:pt x="1141" y="2286"/>
                  </a:cubicBezTo>
                  <a:cubicBezTo>
                    <a:pt x="1771" y="2286"/>
                    <a:pt x="2281" y="1776"/>
                    <a:pt x="2281" y="1141"/>
                  </a:cubicBezTo>
                  <a:cubicBezTo>
                    <a:pt x="2281" y="511"/>
                    <a:pt x="1771" y="1"/>
                    <a:pt x="11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87"/>
            <p:cNvSpPr/>
            <p:nvPr/>
          </p:nvSpPr>
          <p:spPr>
            <a:xfrm>
              <a:off x="7955265" y="4477325"/>
              <a:ext cx="194110" cy="170636"/>
            </a:xfrm>
            <a:custGeom>
              <a:rect b="b" l="l" r="r" t="t"/>
              <a:pathLst>
                <a:path extrusionOk="0" h="6506" w="7401">
                  <a:moveTo>
                    <a:pt x="7194" y="0"/>
                  </a:moveTo>
                  <a:lnTo>
                    <a:pt x="3561" y="3417"/>
                  </a:lnTo>
                  <a:cubicBezTo>
                    <a:pt x="3474" y="3493"/>
                    <a:pt x="3359" y="3542"/>
                    <a:pt x="3243" y="3542"/>
                  </a:cubicBezTo>
                  <a:lnTo>
                    <a:pt x="3200" y="3542"/>
                  </a:lnTo>
                  <a:cubicBezTo>
                    <a:pt x="2945" y="3542"/>
                    <a:pt x="2743" y="3335"/>
                    <a:pt x="2743" y="3084"/>
                  </a:cubicBezTo>
                  <a:lnTo>
                    <a:pt x="2743" y="2854"/>
                  </a:lnTo>
                  <a:lnTo>
                    <a:pt x="1371" y="2854"/>
                  </a:lnTo>
                  <a:lnTo>
                    <a:pt x="1371" y="3455"/>
                  </a:lnTo>
                  <a:cubicBezTo>
                    <a:pt x="1371" y="3537"/>
                    <a:pt x="1323" y="3619"/>
                    <a:pt x="1246" y="3657"/>
                  </a:cubicBezTo>
                  <a:lnTo>
                    <a:pt x="380" y="4090"/>
                  </a:lnTo>
                  <a:cubicBezTo>
                    <a:pt x="149" y="4206"/>
                    <a:pt x="0" y="4441"/>
                    <a:pt x="0" y="4701"/>
                  </a:cubicBezTo>
                  <a:lnTo>
                    <a:pt x="0" y="6506"/>
                  </a:lnTo>
                  <a:lnTo>
                    <a:pt x="3200" y="6506"/>
                  </a:lnTo>
                  <a:lnTo>
                    <a:pt x="3200" y="5519"/>
                  </a:lnTo>
                  <a:cubicBezTo>
                    <a:pt x="3200" y="5279"/>
                    <a:pt x="3296" y="5043"/>
                    <a:pt x="3464" y="4874"/>
                  </a:cubicBezTo>
                  <a:lnTo>
                    <a:pt x="7237" y="1102"/>
                  </a:lnTo>
                  <a:cubicBezTo>
                    <a:pt x="7352" y="987"/>
                    <a:pt x="7400" y="823"/>
                    <a:pt x="7357" y="664"/>
                  </a:cubicBezTo>
                  <a:lnTo>
                    <a:pt x="7194" y="0"/>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87"/>
            <p:cNvSpPr/>
            <p:nvPr/>
          </p:nvSpPr>
          <p:spPr>
            <a:xfrm>
              <a:off x="7956262" y="4462428"/>
              <a:ext cx="107559" cy="107795"/>
            </a:xfrm>
            <a:custGeom>
              <a:rect b="b" l="l" r="r" t="t"/>
              <a:pathLst>
                <a:path extrusionOk="0" h="4110" w="4101">
                  <a:moveTo>
                    <a:pt x="2050" y="0"/>
                  </a:moveTo>
                  <a:cubicBezTo>
                    <a:pt x="1155" y="0"/>
                    <a:pt x="491" y="717"/>
                    <a:pt x="429" y="1598"/>
                  </a:cubicBezTo>
                  <a:cubicBezTo>
                    <a:pt x="390" y="2060"/>
                    <a:pt x="236" y="2950"/>
                    <a:pt x="44" y="3465"/>
                  </a:cubicBezTo>
                  <a:cubicBezTo>
                    <a:pt x="1" y="3580"/>
                    <a:pt x="53" y="3705"/>
                    <a:pt x="164" y="3754"/>
                  </a:cubicBezTo>
                  <a:cubicBezTo>
                    <a:pt x="544" y="3932"/>
                    <a:pt x="944" y="4047"/>
                    <a:pt x="1357" y="4110"/>
                  </a:cubicBezTo>
                  <a:lnTo>
                    <a:pt x="2748" y="4110"/>
                  </a:lnTo>
                  <a:cubicBezTo>
                    <a:pt x="3162" y="4047"/>
                    <a:pt x="3561" y="3927"/>
                    <a:pt x="3941" y="3754"/>
                  </a:cubicBezTo>
                  <a:cubicBezTo>
                    <a:pt x="4052" y="3705"/>
                    <a:pt x="4100" y="3576"/>
                    <a:pt x="4057" y="3465"/>
                  </a:cubicBezTo>
                  <a:cubicBezTo>
                    <a:pt x="3864" y="2950"/>
                    <a:pt x="3706" y="2060"/>
                    <a:pt x="3677" y="1598"/>
                  </a:cubicBezTo>
                  <a:cubicBezTo>
                    <a:pt x="3609" y="717"/>
                    <a:pt x="2945" y="0"/>
                    <a:pt x="2050"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87"/>
            <p:cNvSpPr/>
            <p:nvPr/>
          </p:nvSpPr>
          <p:spPr>
            <a:xfrm>
              <a:off x="7985295" y="4462428"/>
              <a:ext cx="78630" cy="107795"/>
            </a:xfrm>
            <a:custGeom>
              <a:rect b="b" l="l" r="r" t="t"/>
              <a:pathLst>
                <a:path extrusionOk="0" h="4110" w="2998">
                  <a:moveTo>
                    <a:pt x="934" y="0"/>
                  </a:moveTo>
                  <a:cubicBezTo>
                    <a:pt x="246" y="0"/>
                    <a:pt x="0" y="939"/>
                    <a:pt x="592" y="1290"/>
                  </a:cubicBezTo>
                  <a:cubicBezTo>
                    <a:pt x="616" y="1300"/>
                    <a:pt x="635" y="1314"/>
                    <a:pt x="655" y="1324"/>
                  </a:cubicBezTo>
                  <a:lnTo>
                    <a:pt x="1174" y="4110"/>
                  </a:lnTo>
                  <a:lnTo>
                    <a:pt x="1636" y="4110"/>
                  </a:lnTo>
                  <a:cubicBezTo>
                    <a:pt x="2050" y="4047"/>
                    <a:pt x="2454" y="3927"/>
                    <a:pt x="2834" y="3754"/>
                  </a:cubicBezTo>
                  <a:cubicBezTo>
                    <a:pt x="2945" y="3705"/>
                    <a:pt x="2998" y="3580"/>
                    <a:pt x="2955" y="3465"/>
                  </a:cubicBezTo>
                  <a:cubicBezTo>
                    <a:pt x="2757" y="2950"/>
                    <a:pt x="2603" y="2060"/>
                    <a:pt x="2570" y="1598"/>
                  </a:cubicBezTo>
                  <a:cubicBezTo>
                    <a:pt x="2507" y="717"/>
                    <a:pt x="1843" y="0"/>
                    <a:pt x="94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87"/>
            <p:cNvSpPr/>
            <p:nvPr/>
          </p:nvSpPr>
          <p:spPr>
            <a:xfrm>
              <a:off x="7955265" y="4589894"/>
              <a:ext cx="23998" cy="58068"/>
            </a:xfrm>
            <a:custGeom>
              <a:rect b="b" l="l" r="r" t="t"/>
              <a:pathLst>
                <a:path extrusionOk="0" h="2214" w="915">
                  <a:moveTo>
                    <a:pt x="140" y="0"/>
                  </a:moveTo>
                  <a:cubicBezTo>
                    <a:pt x="48" y="116"/>
                    <a:pt x="0" y="260"/>
                    <a:pt x="0" y="409"/>
                  </a:cubicBezTo>
                  <a:lnTo>
                    <a:pt x="0" y="2214"/>
                  </a:lnTo>
                  <a:lnTo>
                    <a:pt x="914" y="2214"/>
                  </a:lnTo>
                  <a:lnTo>
                    <a:pt x="914" y="837"/>
                  </a:lnTo>
                  <a:cubicBezTo>
                    <a:pt x="914" y="698"/>
                    <a:pt x="852" y="568"/>
                    <a:pt x="741" y="481"/>
                  </a:cubicBezTo>
                  <a:lnTo>
                    <a:pt x="140"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87"/>
            <p:cNvSpPr/>
            <p:nvPr/>
          </p:nvSpPr>
          <p:spPr>
            <a:xfrm>
              <a:off x="7991223" y="4546225"/>
              <a:ext cx="35984" cy="41912"/>
            </a:xfrm>
            <a:custGeom>
              <a:rect b="b" l="l" r="r" t="t"/>
              <a:pathLst>
                <a:path extrusionOk="0" h="1598" w="1372">
                  <a:moveTo>
                    <a:pt x="0" y="0"/>
                  </a:moveTo>
                  <a:lnTo>
                    <a:pt x="0" y="915"/>
                  </a:lnTo>
                  <a:cubicBezTo>
                    <a:pt x="0" y="1290"/>
                    <a:pt x="308" y="1598"/>
                    <a:pt x="684" y="1598"/>
                  </a:cubicBezTo>
                  <a:cubicBezTo>
                    <a:pt x="1064" y="1598"/>
                    <a:pt x="1372" y="1290"/>
                    <a:pt x="1372" y="915"/>
                  </a:cubicBezTo>
                  <a:lnTo>
                    <a:pt x="137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87"/>
            <p:cNvSpPr/>
            <p:nvPr/>
          </p:nvSpPr>
          <p:spPr>
            <a:xfrm>
              <a:off x="7973546" y="4499383"/>
              <a:ext cx="71575" cy="58855"/>
            </a:xfrm>
            <a:custGeom>
              <a:rect b="b" l="l" r="r" t="t"/>
              <a:pathLst>
                <a:path extrusionOk="0" h="2244" w="2729">
                  <a:moveTo>
                    <a:pt x="1043" y="0"/>
                  </a:moveTo>
                  <a:cubicBezTo>
                    <a:pt x="958" y="0"/>
                    <a:pt x="874" y="51"/>
                    <a:pt x="838" y="131"/>
                  </a:cubicBezTo>
                  <a:cubicBezTo>
                    <a:pt x="761" y="285"/>
                    <a:pt x="655" y="429"/>
                    <a:pt x="525" y="545"/>
                  </a:cubicBezTo>
                  <a:cubicBezTo>
                    <a:pt x="477" y="588"/>
                    <a:pt x="424" y="632"/>
                    <a:pt x="366" y="670"/>
                  </a:cubicBezTo>
                  <a:cubicBezTo>
                    <a:pt x="92" y="858"/>
                    <a:pt x="1" y="1223"/>
                    <a:pt x="150" y="1522"/>
                  </a:cubicBezTo>
                  <a:cubicBezTo>
                    <a:pt x="390" y="1964"/>
                    <a:pt x="852" y="2243"/>
                    <a:pt x="1358" y="2243"/>
                  </a:cubicBezTo>
                  <a:cubicBezTo>
                    <a:pt x="2075" y="2243"/>
                    <a:pt x="2666" y="1695"/>
                    <a:pt x="2724" y="983"/>
                  </a:cubicBezTo>
                  <a:cubicBezTo>
                    <a:pt x="2729" y="911"/>
                    <a:pt x="2700" y="843"/>
                    <a:pt x="2647" y="800"/>
                  </a:cubicBezTo>
                  <a:cubicBezTo>
                    <a:pt x="2195" y="425"/>
                    <a:pt x="1666" y="150"/>
                    <a:pt x="1093" y="6"/>
                  </a:cubicBezTo>
                  <a:cubicBezTo>
                    <a:pt x="1077" y="2"/>
                    <a:pt x="1060" y="0"/>
                    <a:pt x="104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87"/>
            <p:cNvSpPr/>
            <p:nvPr/>
          </p:nvSpPr>
          <p:spPr>
            <a:xfrm>
              <a:off x="7973546" y="4499251"/>
              <a:ext cx="71470" cy="58356"/>
            </a:xfrm>
            <a:custGeom>
              <a:rect b="b" l="l" r="r" t="t"/>
              <a:pathLst>
                <a:path extrusionOk="0" h="2225" w="2725">
                  <a:moveTo>
                    <a:pt x="1042" y="0"/>
                  </a:moveTo>
                  <a:cubicBezTo>
                    <a:pt x="954" y="0"/>
                    <a:pt x="874" y="51"/>
                    <a:pt x="838" y="131"/>
                  </a:cubicBezTo>
                  <a:cubicBezTo>
                    <a:pt x="780" y="242"/>
                    <a:pt x="713" y="348"/>
                    <a:pt x="626" y="439"/>
                  </a:cubicBezTo>
                  <a:cubicBezTo>
                    <a:pt x="597" y="473"/>
                    <a:pt x="559" y="511"/>
                    <a:pt x="525" y="545"/>
                  </a:cubicBezTo>
                  <a:cubicBezTo>
                    <a:pt x="477" y="588"/>
                    <a:pt x="424" y="627"/>
                    <a:pt x="371" y="665"/>
                  </a:cubicBezTo>
                  <a:cubicBezTo>
                    <a:pt x="58" y="872"/>
                    <a:pt x="1" y="1296"/>
                    <a:pt x="198" y="1609"/>
                  </a:cubicBezTo>
                  <a:cubicBezTo>
                    <a:pt x="410" y="1941"/>
                    <a:pt x="756" y="2167"/>
                    <a:pt x="1151" y="2224"/>
                  </a:cubicBezTo>
                  <a:cubicBezTo>
                    <a:pt x="876" y="2042"/>
                    <a:pt x="670" y="1787"/>
                    <a:pt x="670" y="1334"/>
                  </a:cubicBezTo>
                  <a:lnTo>
                    <a:pt x="670" y="1156"/>
                  </a:lnTo>
                  <a:cubicBezTo>
                    <a:pt x="722" y="1118"/>
                    <a:pt x="775" y="1079"/>
                    <a:pt x="828" y="1031"/>
                  </a:cubicBezTo>
                  <a:cubicBezTo>
                    <a:pt x="953" y="920"/>
                    <a:pt x="1064" y="791"/>
                    <a:pt x="1156" y="646"/>
                  </a:cubicBezTo>
                  <a:cubicBezTo>
                    <a:pt x="1589" y="781"/>
                    <a:pt x="1993" y="1002"/>
                    <a:pt x="2344" y="1296"/>
                  </a:cubicBezTo>
                  <a:cubicBezTo>
                    <a:pt x="2387" y="1334"/>
                    <a:pt x="2450" y="1387"/>
                    <a:pt x="2575" y="1503"/>
                  </a:cubicBezTo>
                  <a:cubicBezTo>
                    <a:pt x="2657" y="1378"/>
                    <a:pt x="2710" y="1127"/>
                    <a:pt x="2724" y="983"/>
                  </a:cubicBezTo>
                  <a:cubicBezTo>
                    <a:pt x="2724" y="916"/>
                    <a:pt x="2695" y="848"/>
                    <a:pt x="2647" y="805"/>
                  </a:cubicBezTo>
                  <a:cubicBezTo>
                    <a:pt x="2195" y="425"/>
                    <a:pt x="1666" y="155"/>
                    <a:pt x="1093" y="6"/>
                  </a:cubicBezTo>
                  <a:cubicBezTo>
                    <a:pt x="1076" y="2"/>
                    <a:pt x="1059" y="0"/>
                    <a:pt x="104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87"/>
            <p:cNvSpPr/>
            <p:nvPr/>
          </p:nvSpPr>
          <p:spPr>
            <a:xfrm>
              <a:off x="8122203" y="4477325"/>
              <a:ext cx="27041" cy="35984"/>
            </a:xfrm>
            <a:custGeom>
              <a:rect b="b" l="l" r="r" t="t"/>
              <a:pathLst>
                <a:path extrusionOk="0" h="1372" w="1031">
                  <a:moveTo>
                    <a:pt x="829" y="0"/>
                  </a:moveTo>
                  <a:lnTo>
                    <a:pt x="1" y="775"/>
                  </a:lnTo>
                  <a:lnTo>
                    <a:pt x="598" y="1372"/>
                  </a:lnTo>
                  <a:lnTo>
                    <a:pt x="872" y="1097"/>
                  </a:lnTo>
                  <a:cubicBezTo>
                    <a:pt x="987" y="982"/>
                    <a:pt x="1031" y="818"/>
                    <a:pt x="992" y="664"/>
                  </a:cubicBezTo>
                  <a:lnTo>
                    <a:pt x="82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87"/>
            <p:cNvSpPr/>
            <p:nvPr/>
          </p:nvSpPr>
          <p:spPr>
            <a:xfrm>
              <a:off x="7973677" y="4607938"/>
              <a:ext cx="11120" cy="45715"/>
            </a:xfrm>
            <a:custGeom>
              <a:rect b="b" l="l" r="r" t="t"/>
              <a:pathLst>
                <a:path extrusionOk="0" h="1743" w="424">
                  <a:moveTo>
                    <a:pt x="204" y="0"/>
                  </a:moveTo>
                  <a:cubicBezTo>
                    <a:pt x="88" y="0"/>
                    <a:pt x="1" y="95"/>
                    <a:pt x="1" y="212"/>
                  </a:cubicBezTo>
                  <a:lnTo>
                    <a:pt x="1" y="1526"/>
                  </a:lnTo>
                  <a:cubicBezTo>
                    <a:pt x="1" y="1670"/>
                    <a:pt x="106" y="1742"/>
                    <a:pt x="212" y="1742"/>
                  </a:cubicBezTo>
                  <a:cubicBezTo>
                    <a:pt x="318" y="1742"/>
                    <a:pt x="424" y="1670"/>
                    <a:pt x="424" y="1526"/>
                  </a:cubicBezTo>
                  <a:lnTo>
                    <a:pt x="424" y="212"/>
                  </a:lnTo>
                  <a:cubicBezTo>
                    <a:pt x="424" y="92"/>
                    <a:pt x="333" y="0"/>
                    <a:pt x="212" y="0"/>
                  </a:cubicBezTo>
                  <a:cubicBezTo>
                    <a:pt x="209" y="0"/>
                    <a:pt x="206" y="0"/>
                    <a:pt x="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87"/>
            <p:cNvSpPr/>
            <p:nvPr/>
          </p:nvSpPr>
          <p:spPr>
            <a:xfrm>
              <a:off x="7949705" y="4456737"/>
              <a:ext cx="206489" cy="196942"/>
            </a:xfrm>
            <a:custGeom>
              <a:rect b="b" l="l" r="r" t="t"/>
              <a:pathLst>
                <a:path extrusionOk="0" h="7509" w="7873">
                  <a:moveTo>
                    <a:pt x="7285" y="1175"/>
                  </a:moveTo>
                  <a:lnTo>
                    <a:pt x="7362" y="1497"/>
                  </a:lnTo>
                  <a:cubicBezTo>
                    <a:pt x="7386" y="1579"/>
                    <a:pt x="7362" y="1671"/>
                    <a:pt x="7300" y="1728"/>
                  </a:cubicBezTo>
                  <a:lnTo>
                    <a:pt x="7179" y="1849"/>
                  </a:lnTo>
                  <a:lnTo>
                    <a:pt x="6886" y="1555"/>
                  </a:lnTo>
                  <a:lnTo>
                    <a:pt x="7285" y="1175"/>
                  </a:lnTo>
                  <a:close/>
                  <a:moveTo>
                    <a:pt x="2269" y="426"/>
                  </a:moveTo>
                  <a:cubicBezTo>
                    <a:pt x="2615" y="426"/>
                    <a:pt x="2962" y="561"/>
                    <a:pt x="3224" y="833"/>
                  </a:cubicBezTo>
                  <a:cubicBezTo>
                    <a:pt x="3479" y="1103"/>
                    <a:pt x="3633" y="1454"/>
                    <a:pt x="3652" y="1825"/>
                  </a:cubicBezTo>
                  <a:cubicBezTo>
                    <a:pt x="3662" y="1959"/>
                    <a:pt x="3686" y="2137"/>
                    <a:pt x="3715" y="2335"/>
                  </a:cubicBezTo>
                  <a:cubicBezTo>
                    <a:pt x="3484" y="1945"/>
                    <a:pt x="3113" y="1656"/>
                    <a:pt x="2618" y="1497"/>
                  </a:cubicBezTo>
                  <a:cubicBezTo>
                    <a:pt x="2358" y="1416"/>
                    <a:pt x="2084" y="1372"/>
                    <a:pt x="1805" y="1367"/>
                  </a:cubicBezTo>
                  <a:cubicBezTo>
                    <a:pt x="1752" y="1372"/>
                    <a:pt x="1699" y="1396"/>
                    <a:pt x="1660" y="1435"/>
                  </a:cubicBezTo>
                  <a:lnTo>
                    <a:pt x="1275" y="1834"/>
                  </a:lnTo>
                  <a:cubicBezTo>
                    <a:pt x="1121" y="1989"/>
                    <a:pt x="1265" y="2200"/>
                    <a:pt x="1429" y="2200"/>
                  </a:cubicBezTo>
                  <a:cubicBezTo>
                    <a:pt x="1480" y="2200"/>
                    <a:pt x="1532" y="2180"/>
                    <a:pt x="1579" y="2132"/>
                  </a:cubicBezTo>
                  <a:lnTo>
                    <a:pt x="1901" y="1796"/>
                  </a:lnTo>
                  <a:cubicBezTo>
                    <a:pt x="2175" y="1810"/>
                    <a:pt x="3065" y="1916"/>
                    <a:pt x="3412" y="2676"/>
                  </a:cubicBezTo>
                  <a:cubicBezTo>
                    <a:pt x="3325" y="3242"/>
                    <a:pt x="2836" y="3657"/>
                    <a:pt x="2268" y="3657"/>
                  </a:cubicBezTo>
                  <a:cubicBezTo>
                    <a:pt x="2237" y="3657"/>
                    <a:pt x="2206" y="3655"/>
                    <a:pt x="2175" y="3653"/>
                  </a:cubicBezTo>
                  <a:cubicBezTo>
                    <a:pt x="1574" y="3605"/>
                    <a:pt x="1107" y="3100"/>
                    <a:pt x="1112" y="2493"/>
                  </a:cubicBezTo>
                  <a:cubicBezTo>
                    <a:pt x="1112" y="2373"/>
                    <a:pt x="1012" y="2279"/>
                    <a:pt x="897" y="2279"/>
                  </a:cubicBezTo>
                  <a:cubicBezTo>
                    <a:pt x="875" y="2279"/>
                    <a:pt x="851" y="2283"/>
                    <a:pt x="828" y="2291"/>
                  </a:cubicBezTo>
                  <a:cubicBezTo>
                    <a:pt x="857" y="2113"/>
                    <a:pt x="876" y="1950"/>
                    <a:pt x="886" y="1825"/>
                  </a:cubicBezTo>
                  <a:cubicBezTo>
                    <a:pt x="905" y="1454"/>
                    <a:pt x="1059" y="1103"/>
                    <a:pt x="1314" y="833"/>
                  </a:cubicBezTo>
                  <a:cubicBezTo>
                    <a:pt x="1576" y="561"/>
                    <a:pt x="1923" y="426"/>
                    <a:pt x="2269" y="426"/>
                  </a:cubicBezTo>
                  <a:close/>
                  <a:moveTo>
                    <a:pt x="732" y="2869"/>
                  </a:moveTo>
                  <a:cubicBezTo>
                    <a:pt x="823" y="3249"/>
                    <a:pt x="1049" y="3576"/>
                    <a:pt x="1372" y="3797"/>
                  </a:cubicBezTo>
                  <a:lnTo>
                    <a:pt x="1372" y="4033"/>
                  </a:lnTo>
                  <a:cubicBezTo>
                    <a:pt x="1068" y="3985"/>
                    <a:pt x="775" y="3898"/>
                    <a:pt x="501" y="3778"/>
                  </a:cubicBezTo>
                  <a:cubicBezTo>
                    <a:pt x="486" y="3773"/>
                    <a:pt x="491" y="3759"/>
                    <a:pt x="491" y="3759"/>
                  </a:cubicBezTo>
                  <a:lnTo>
                    <a:pt x="491" y="3754"/>
                  </a:lnTo>
                  <a:cubicBezTo>
                    <a:pt x="592" y="3465"/>
                    <a:pt x="674" y="3172"/>
                    <a:pt x="732" y="2869"/>
                  </a:cubicBezTo>
                  <a:close/>
                  <a:moveTo>
                    <a:pt x="3811" y="2873"/>
                  </a:moveTo>
                  <a:cubicBezTo>
                    <a:pt x="3859" y="3143"/>
                    <a:pt x="3931" y="3412"/>
                    <a:pt x="4018" y="3677"/>
                  </a:cubicBezTo>
                  <a:lnTo>
                    <a:pt x="3624" y="4043"/>
                  </a:lnTo>
                  <a:cubicBezTo>
                    <a:pt x="3580" y="4086"/>
                    <a:pt x="3518" y="4110"/>
                    <a:pt x="3455" y="4110"/>
                  </a:cubicBezTo>
                  <a:lnTo>
                    <a:pt x="3412" y="4110"/>
                  </a:lnTo>
                  <a:cubicBezTo>
                    <a:pt x="3277" y="4110"/>
                    <a:pt x="3171" y="3999"/>
                    <a:pt x="3171" y="3869"/>
                  </a:cubicBezTo>
                  <a:lnTo>
                    <a:pt x="3171" y="3802"/>
                  </a:lnTo>
                  <a:cubicBezTo>
                    <a:pt x="3489" y="3581"/>
                    <a:pt x="3720" y="3249"/>
                    <a:pt x="3811" y="2873"/>
                  </a:cubicBezTo>
                  <a:close/>
                  <a:moveTo>
                    <a:pt x="2753" y="4004"/>
                  </a:moveTo>
                  <a:cubicBezTo>
                    <a:pt x="2777" y="4120"/>
                    <a:pt x="2834" y="4230"/>
                    <a:pt x="2916" y="4317"/>
                  </a:cubicBezTo>
                  <a:lnTo>
                    <a:pt x="2594" y="4635"/>
                  </a:lnTo>
                  <a:cubicBezTo>
                    <a:pt x="2502" y="4721"/>
                    <a:pt x="2386" y="4764"/>
                    <a:pt x="2269" y="4764"/>
                  </a:cubicBezTo>
                  <a:cubicBezTo>
                    <a:pt x="2152" y="4764"/>
                    <a:pt x="2036" y="4721"/>
                    <a:pt x="1944" y="4635"/>
                  </a:cubicBezTo>
                  <a:lnTo>
                    <a:pt x="1747" y="4442"/>
                  </a:lnTo>
                  <a:cubicBezTo>
                    <a:pt x="1781" y="4380"/>
                    <a:pt x="1795" y="4307"/>
                    <a:pt x="1795" y="4235"/>
                  </a:cubicBezTo>
                  <a:lnTo>
                    <a:pt x="1795" y="4009"/>
                  </a:lnTo>
                  <a:cubicBezTo>
                    <a:pt x="1950" y="4057"/>
                    <a:pt x="2109" y="4081"/>
                    <a:pt x="2268" y="4081"/>
                  </a:cubicBezTo>
                  <a:cubicBezTo>
                    <a:pt x="2431" y="4081"/>
                    <a:pt x="2594" y="4055"/>
                    <a:pt x="2753" y="4004"/>
                  </a:cubicBezTo>
                  <a:close/>
                  <a:moveTo>
                    <a:pt x="2267" y="1"/>
                  </a:moveTo>
                  <a:cubicBezTo>
                    <a:pt x="1309" y="1"/>
                    <a:pt x="530" y="771"/>
                    <a:pt x="457" y="1796"/>
                  </a:cubicBezTo>
                  <a:cubicBezTo>
                    <a:pt x="429" y="2219"/>
                    <a:pt x="279" y="3100"/>
                    <a:pt x="92" y="3605"/>
                  </a:cubicBezTo>
                  <a:cubicBezTo>
                    <a:pt x="10" y="3821"/>
                    <a:pt x="111" y="4067"/>
                    <a:pt x="323" y="4163"/>
                  </a:cubicBezTo>
                  <a:cubicBezTo>
                    <a:pt x="554" y="4269"/>
                    <a:pt x="799" y="4351"/>
                    <a:pt x="1049" y="4404"/>
                  </a:cubicBezTo>
                  <a:lnTo>
                    <a:pt x="496" y="4683"/>
                  </a:lnTo>
                  <a:cubicBezTo>
                    <a:pt x="193" y="4832"/>
                    <a:pt x="0" y="5145"/>
                    <a:pt x="0" y="5486"/>
                  </a:cubicBezTo>
                  <a:lnTo>
                    <a:pt x="0" y="7291"/>
                  </a:lnTo>
                  <a:cubicBezTo>
                    <a:pt x="0" y="7433"/>
                    <a:pt x="107" y="7504"/>
                    <a:pt x="214" y="7504"/>
                  </a:cubicBezTo>
                  <a:cubicBezTo>
                    <a:pt x="321" y="7504"/>
                    <a:pt x="429" y="7433"/>
                    <a:pt x="429" y="7291"/>
                  </a:cubicBezTo>
                  <a:lnTo>
                    <a:pt x="429" y="5486"/>
                  </a:lnTo>
                  <a:cubicBezTo>
                    <a:pt x="429" y="5308"/>
                    <a:pt x="530" y="5145"/>
                    <a:pt x="688" y="5063"/>
                  </a:cubicBezTo>
                  <a:lnTo>
                    <a:pt x="1401" y="4707"/>
                  </a:lnTo>
                  <a:lnTo>
                    <a:pt x="1651" y="4943"/>
                  </a:lnTo>
                  <a:cubicBezTo>
                    <a:pt x="1824" y="5109"/>
                    <a:pt x="2046" y="5192"/>
                    <a:pt x="2269" y="5192"/>
                  </a:cubicBezTo>
                  <a:cubicBezTo>
                    <a:pt x="2492" y="5192"/>
                    <a:pt x="2714" y="5109"/>
                    <a:pt x="2887" y="4943"/>
                  </a:cubicBezTo>
                  <a:lnTo>
                    <a:pt x="3316" y="4529"/>
                  </a:lnTo>
                  <a:cubicBezTo>
                    <a:pt x="3344" y="4534"/>
                    <a:pt x="3378" y="4538"/>
                    <a:pt x="3412" y="4538"/>
                  </a:cubicBezTo>
                  <a:lnTo>
                    <a:pt x="3455" y="4538"/>
                  </a:lnTo>
                  <a:cubicBezTo>
                    <a:pt x="3628" y="4538"/>
                    <a:pt x="3792" y="4471"/>
                    <a:pt x="3917" y="4355"/>
                  </a:cubicBezTo>
                  <a:lnTo>
                    <a:pt x="6573" y="1849"/>
                  </a:lnTo>
                  <a:lnTo>
                    <a:pt x="6871" y="2152"/>
                  </a:lnTo>
                  <a:lnTo>
                    <a:pt x="3522" y="5501"/>
                  </a:lnTo>
                  <a:cubicBezTo>
                    <a:pt x="3311" y="5712"/>
                    <a:pt x="3190" y="6001"/>
                    <a:pt x="3195" y="6304"/>
                  </a:cubicBezTo>
                  <a:lnTo>
                    <a:pt x="3195" y="7295"/>
                  </a:lnTo>
                  <a:cubicBezTo>
                    <a:pt x="3195" y="7437"/>
                    <a:pt x="3301" y="7508"/>
                    <a:pt x="3407" y="7508"/>
                  </a:cubicBezTo>
                  <a:cubicBezTo>
                    <a:pt x="3513" y="7508"/>
                    <a:pt x="3619" y="7437"/>
                    <a:pt x="3619" y="7295"/>
                  </a:cubicBezTo>
                  <a:lnTo>
                    <a:pt x="3619" y="6304"/>
                  </a:lnTo>
                  <a:cubicBezTo>
                    <a:pt x="3619" y="6117"/>
                    <a:pt x="3691" y="5939"/>
                    <a:pt x="3826" y="5809"/>
                  </a:cubicBezTo>
                  <a:lnTo>
                    <a:pt x="7603" y="2036"/>
                  </a:lnTo>
                  <a:cubicBezTo>
                    <a:pt x="7766" y="1868"/>
                    <a:pt x="7834" y="1627"/>
                    <a:pt x="7776" y="1396"/>
                  </a:cubicBezTo>
                  <a:lnTo>
                    <a:pt x="7641" y="848"/>
                  </a:lnTo>
                  <a:lnTo>
                    <a:pt x="7781" y="713"/>
                  </a:lnTo>
                  <a:cubicBezTo>
                    <a:pt x="7867" y="631"/>
                    <a:pt x="7872" y="496"/>
                    <a:pt x="7791" y="410"/>
                  </a:cubicBezTo>
                  <a:cubicBezTo>
                    <a:pt x="7748" y="365"/>
                    <a:pt x="7691" y="342"/>
                    <a:pt x="7634" y="342"/>
                  </a:cubicBezTo>
                  <a:cubicBezTo>
                    <a:pt x="7581" y="342"/>
                    <a:pt x="7529" y="361"/>
                    <a:pt x="7487" y="400"/>
                  </a:cubicBezTo>
                  <a:lnTo>
                    <a:pt x="4360" y="3350"/>
                  </a:lnTo>
                  <a:cubicBezTo>
                    <a:pt x="4220" y="2840"/>
                    <a:pt x="4129" y="2320"/>
                    <a:pt x="4081" y="1796"/>
                  </a:cubicBezTo>
                  <a:cubicBezTo>
                    <a:pt x="4008" y="776"/>
                    <a:pt x="3229" y="1"/>
                    <a:pt x="2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87"/>
            <p:cNvSpPr/>
            <p:nvPr/>
          </p:nvSpPr>
          <p:spPr>
            <a:xfrm>
              <a:off x="8105417" y="4313010"/>
              <a:ext cx="226815" cy="190831"/>
            </a:xfrm>
            <a:custGeom>
              <a:rect b="b" l="l" r="r" t="t"/>
              <a:pathLst>
                <a:path extrusionOk="0" h="7276" w="8648">
                  <a:moveTo>
                    <a:pt x="670" y="0"/>
                  </a:moveTo>
                  <a:cubicBezTo>
                    <a:pt x="299" y="0"/>
                    <a:pt x="1" y="303"/>
                    <a:pt x="1" y="674"/>
                  </a:cubicBezTo>
                  <a:lnTo>
                    <a:pt x="1" y="6207"/>
                  </a:lnTo>
                  <a:cubicBezTo>
                    <a:pt x="1" y="6352"/>
                    <a:pt x="107" y="6424"/>
                    <a:pt x="213" y="6424"/>
                  </a:cubicBezTo>
                  <a:cubicBezTo>
                    <a:pt x="319" y="6424"/>
                    <a:pt x="424" y="6352"/>
                    <a:pt x="424" y="6207"/>
                  </a:cubicBezTo>
                  <a:lnTo>
                    <a:pt x="424" y="674"/>
                  </a:lnTo>
                  <a:cubicBezTo>
                    <a:pt x="424" y="539"/>
                    <a:pt x="535" y="433"/>
                    <a:pt x="665" y="433"/>
                  </a:cubicBezTo>
                  <a:lnTo>
                    <a:pt x="7974" y="433"/>
                  </a:lnTo>
                  <a:cubicBezTo>
                    <a:pt x="8104" y="433"/>
                    <a:pt x="8215" y="539"/>
                    <a:pt x="8215" y="674"/>
                  </a:cubicBezTo>
                  <a:lnTo>
                    <a:pt x="8215" y="6607"/>
                  </a:lnTo>
                  <a:cubicBezTo>
                    <a:pt x="8215" y="6742"/>
                    <a:pt x="8104" y="6847"/>
                    <a:pt x="7974" y="6847"/>
                  </a:cubicBezTo>
                  <a:lnTo>
                    <a:pt x="2580" y="6847"/>
                  </a:lnTo>
                  <a:cubicBezTo>
                    <a:pt x="2296" y="6847"/>
                    <a:pt x="2296" y="7276"/>
                    <a:pt x="2580" y="7276"/>
                  </a:cubicBezTo>
                  <a:lnTo>
                    <a:pt x="7974" y="7276"/>
                  </a:lnTo>
                  <a:cubicBezTo>
                    <a:pt x="8345" y="7276"/>
                    <a:pt x="8643" y="6977"/>
                    <a:pt x="8648" y="6607"/>
                  </a:cubicBezTo>
                  <a:lnTo>
                    <a:pt x="8648" y="669"/>
                  </a:lnTo>
                  <a:cubicBezTo>
                    <a:pt x="8643" y="299"/>
                    <a:pt x="8345" y="0"/>
                    <a:pt x="79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87"/>
            <p:cNvSpPr/>
            <p:nvPr/>
          </p:nvSpPr>
          <p:spPr>
            <a:xfrm>
              <a:off x="8153256" y="4336457"/>
              <a:ext cx="140081" cy="131583"/>
            </a:xfrm>
            <a:custGeom>
              <a:rect b="b" l="l" r="r" t="t"/>
              <a:pathLst>
                <a:path extrusionOk="0" h="5017" w="5341">
                  <a:moveTo>
                    <a:pt x="2497" y="903"/>
                  </a:moveTo>
                  <a:cubicBezTo>
                    <a:pt x="2900" y="903"/>
                    <a:pt x="3304" y="1035"/>
                    <a:pt x="3638" y="1300"/>
                  </a:cubicBezTo>
                  <a:lnTo>
                    <a:pt x="2349" y="2595"/>
                  </a:lnTo>
                  <a:cubicBezTo>
                    <a:pt x="2217" y="2753"/>
                    <a:pt x="2353" y="2949"/>
                    <a:pt x="2515" y="2949"/>
                  </a:cubicBezTo>
                  <a:cubicBezTo>
                    <a:pt x="2560" y="2949"/>
                    <a:pt x="2608" y="2934"/>
                    <a:pt x="2652" y="2898"/>
                  </a:cubicBezTo>
                  <a:lnTo>
                    <a:pt x="3287" y="2258"/>
                  </a:lnTo>
                  <a:cubicBezTo>
                    <a:pt x="3378" y="2402"/>
                    <a:pt x="3427" y="2571"/>
                    <a:pt x="3427" y="2744"/>
                  </a:cubicBezTo>
                  <a:cubicBezTo>
                    <a:pt x="3427" y="3303"/>
                    <a:pt x="2969" y="3674"/>
                    <a:pt x="2493" y="3674"/>
                  </a:cubicBezTo>
                  <a:cubicBezTo>
                    <a:pt x="2265" y="3674"/>
                    <a:pt x="2032" y="3589"/>
                    <a:pt x="1844" y="3398"/>
                  </a:cubicBezTo>
                  <a:cubicBezTo>
                    <a:pt x="1256" y="2816"/>
                    <a:pt x="1670" y="1815"/>
                    <a:pt x="2498" y="1815"/>
                  </a:cubicBezTo>
                  <a:cubicBezTo>
                    <a:pt x="2782" y="1815"/>
                    <a:pt x="2782" y="1387"/>
                    <a:pt x="2498" y="1387"/>
                  </a:cubicBezTo>
                  <a:cubicBezTo>
                    <a:pt x="1872" y="1387"/>
                    <a:pt x="1329" y="1820"/>
                    <a:pt x="1180" y="2426"/>
                  </a:cubicBezTo>
                  <a:cubicBezTo>
                    <a:pt x="1035" y="3037"/>
                    <a:pt x="1324" y="3668"/>
                    <a:pt x="1882" y="3952"/>
                  </a:cubicBezTo>
                  <a:cubicBezTo>
                    <a:pt x="2078" y="4051"/>
                    <a:pt x="2288" y="4099"/>
                    <a:pt x="2496" y="4099"/>
                  </a:cubicBezTo>
                  <a:cubicBezTo>
                    <a:pt x="2883" y="4099"/>
                    <a:pt x="3262" y="3934"/>
                    <a:pt x="3528" y="3625"/>
                  </a:cubicBezTo>
                  <a:cubicBezTo>
                    <a:pt x="3937" y="3148"/>
                    <a:pt x="3966" y="2455"/>
                    <a:pt x="3595" y="1950"/>
                  </a:cubicBezTo>
                  <a:lnTo>
                    <a:pt x="3941" y="1604"/>
                  </a:lnTo>
                  <a:cubicBezTo>
                    <a:pt x="4201" y="1925"/>
                    <a:pt x="4340" y="2329"/>
                    <a:pt x="4341" y="2746"/>
                  </a:cubicBezTo>
                  <a:lnTo>
                    <a:pt x="4341" y="2746"/>
                  </a:lnTo>
                  <a:cubicBezTo>
                    <a:pt x="4340" y="3607"/>
                    <a:pt x="3748" y="4351"/>
                    <a:pt x="2912" y="4548"/>
                  </a:cubicBezTo>
                  <a:cubicBezTo>
                    <a:pt x="2773" y="4580"/>
                    <a:pt x="2635" y="4595"/>
                    <a:pt x="2498" y="4595"/>
                  </a:cubicBezTo>
                  <a:cubicBezTo>
                    <a:pt x="1801" y="4595"/>
                    <a:pt x="1152" y="4200"/>
                    <a:pt x="838" y="3552"/>
                  </a:cubicBezTo>
                  <a:cubicBezTo>
                    <a:pt x="458" y="2778"/>
                    <a:pt x="669" y="1849"/>
                    <a:pt x="1338" y="1310"/>
                  </a:cubicBezTo>
                  <a:cubicBezTo>
                    <a:pt x="1677" y="1039"/>
                    <a:pt x="2087" y="903"/>
                    <a:pt x="2497" y="903"/>
                  </a:cubicBezTo>
                  <a:close/>
                  <a:moveTo>
                    <a:pt x="5020" y="0"/>
                  </a:moveTo>
                  <a:cubicBezTo>
                    <a:pt x="4965" y="0"/>
                    <a:pt x="4908" y="25"/>
                    <a:pt x="4860" y="83"/>
                  </a:cubicBezTo>
                  <a:lnTo>
                    <a:pt x="4538" y="405"/>
                  </a:lnTo>
                  <a:lnTo>
                    <a:pt x="4538" y="232"/>
                  </a:lnTo>
                  <a:cubicBezTo>
                    <a:pt x="4538" y="117"/>
                    <a:pt x="4442" y="21"/>
                    <a:pt x="4326" y="21"/>
                  </a:cubicBezTo>
                  <a:cubicBezTo>
                    <a:pt x="4206" y="21"/>
                    <a:pt x="4110" y="117"/>
                    <a:pt x="4110" y="232"/>
                  </a:cubicBezTo>
                  <a:lnTo>
                    <a:pt x="4110" y="829"/>
                  </a:lnTo>
                  <a:lnTo>
                    <a:pt x="3941" y="997"/>
                  </a:lnTo>
                  <a:cubicBezTo>
                    <a:pt x="3520" y="647"/>
                    <a:pt x="3007" y="476"/>
                    <a:pt x="2497" y="476"/>
                  </a:cubicBezTo>
                  <a:cubicBezTo>
                    <a:pt x="1878" y="476"/>
                    <a:pt x="1262" y="728"/>
                    <a:pt x="814" y="1219"/>
                  </a:cubicBezTo>
                  <a:cubicBezTo>
                    <a:pt x="1" y="2114"/>
                    <a:pt x="34" y="3495"/>
                    <a:pt x="891" y="4351"/>
                  </a:cubicBezTo>
                  <a:cubicBezTo>
                    <a:pt x="1333" y="4794"/>
                    <a:pt x="1916" y="5016"/>
                    <a:pt x="2499" y="5016"/>
                  </a:cubicBezTo>
                  <a:cubicBezTo>
                    <a:pt x="3044" y="5016"/>
                    <a:pt x="3591" y="4821"/>
                    <a:pt x="4023" y="4428"/>
                  </a:cubicBezTo>
                  <a:cubicBezTo>
                    <a:pt x="4923" y="3610"/>
                    <a:pt x="5019" y="2234"/>
                    <a:pt x="4245" y="1300"/>
                  </a:cubicBezTo>
                  <a:lnTo>
                    <a:pt x="4413" y="1132"/>
                  </a:lnTo>
                  <a:lnTo>
                    <a:pt x="5010" y="1132"/>
                  </a:lnTo>
                  <a:cubicBezTo>
                    <a:pt x="5294" y="1132"/>
                    <a:pt x="5294" y="704"/>
                    <a:pt x="5010" y="704"/>
                  </a:cubicBezTo>
                  <a:lnTo>
                    <a:pt x="4841" y="704"/>
                  </a:lnTo>
                  <a:lnTo>
                    <a:pt x="5159" y="386"/>
                  </a:lnTo>
                  <a:cubicBezTo>
                    <a:pt x="5341" y="233"/>
                    <a:pt x="5190" y="0"/>
                    <a:pt x="50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6" name="Google Shape;16696;p87"/>
          <p:cNvGrpSpPr/>
          <p:nvPr/>
        </p:nvGrpSpPr>
        <p:grpSpPr>
          <a:xfrm>
            <a:off x="4884418" y="1979576"/>
            <a:ext cx="404008" cy="365664"/>
            <a:chOff x="4884418" y="1979576"/>
            <a:chExt cx="404008" cy="365664"/>
          </a:xfrm>
        </p:grpSpPr>
        <p:sp>
          <p:nvSpPr>
            <p:cNvPr id="16697" name="Google Shape;16697;p87"/>
            <p:cNvSpPr/>
            <p:nvPr/>
          </p:nvSpPr>
          <p:spPr>
            <a:xfrm>
              <a:off x="4909413" y="1985136"/>
              <a:ext cx="354517" cy="354517"/>
            </a:xfrm>
            <a:custGeom>
              <a:rect b="b" l="l" r="r" t="t"/>
              <a:pathLst>
                <a:path extrusionOk="0" h="13517" w="13517">
                  <a:moveTo>
                    <a:pt x="6761" y="0"/>
                  </a:moveTo>
                  <a:cubicBezTo>
                    <a:pt x="3027" y="0"/>
                    <a:pt x="1" y="3027"/>
                    <a:pt x="1" y="6761"/>
                  </a:cubicBezTo>
                  <a:cubicBezTo>
                    <a:pt x="1" y="10490"/>
                    <a:pt x="3027" y="13516"/>
                    <a:pt x="6761" y="13516"/>
                  </a:cubicBezTo>
                  <a:cubicBezTo>
                    <a:pt x="10490" y="13516"/>
                    <a:pt x="13517" y="10490"/>
                    <a:pt x="13517" y="6761"/>
                  </a:cubicBezTo>
                  <a:cubicBezTo>
                    <a:pt x="13517" y="3027"/>
                    <a:pt x="10490" y="0"/>
                    <a:pt x="676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87"/>
            <p:cNvSpPr/>
            <p:nvPr/>
          </p:nvSpPr>
          <p:spPr>
            <a:xfrm>
              <a:off x="4918514" y="2009160"/>
              <a:ext cx="336341" cy="306599"/>
            </a:xfrm>
            <a:custGeom>
              <a:rect b="b" l="l" r="r" t="t"/>
              <a:pathLst>
                <a:path extrusionOk="0" h="11690" w="12824">
                  <a:moveTo>
                    <a:pt x="6414" y="1"/>
                  </a:moveTo>
                  <a:cubicBezTo>
                    <a:pt x="4903" y="1"/>
                    <a:pt x="3392" y="566"/>
                    <a:pt x="2262" y="1697"/>
                  </a:cubicBezTo>
                  <a:cubicBezTo>
                    <a:pt x="0" y="3954"/>
                    <a:pt x="5" y="7736"/>
                    <a:pt x="2262" y="9997"/>
                  </a:cubicBezTo>
                  <a:cubicBezTo>
                    <a:pt x="3390" y="11126"/>
                    <a:pt x="4900" y="11690"/>
                    <a:pt x="6410" y="11690"/>
                  </a:cubicBezTo>
                  <a:cubicBezTo>
                    <a:pt x="7920" y="11690"/>
                    <a:pt x="9431" y="11126"/>
                    <a:pt x="10562" y="9997"/>
                  </a:cubicBezTo>
                  <a:cubicBezTo>
                    <a:pt x="12823" y="7736"/>
                    <a:pt x="12819" y="3954"/>
                    <a:pt x="10562" y="1697"/>
                  </a:cubicBezTo>
                  <a:cubicBezTo>
                    <a:pt x="9434" y="566"/>
                    <a:pt x="7924" y="1"/>
                    <a:pt x="6414"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87"/>
            <p:cNvSpPr/>
            <p:nvPr/>
          </p:nvSpPr>
          <p:spPr>
            <a:xfrm>
              <a:off x="5065283" y="2009186"/>
              <a:ext cx="189441" cy="306547"/>
            </a:xfrm>
            <a:custGeom>
              <a:rect b="b" l="l" r="r" t="t"/>
              <a:pathLst>
                <a:path extrusionOk="0" h="11688" w="7223">
                  <a:moveTo>
                    <a:pt x="814" y="0"/>
                  </a:moveTo>
                  <a:cubicBezTo>
                    <a:pt x="542" y="0"/>
                    <a:pt x="270" y="18"/>
                    <a:pt x="0" y="55"/>
                  </a:cubicBezTo>
                  <a:cubicBezTo>
                    <a:pt x="1261" y="224"/>
                    <a:pt x="2430" y="796"/>
                    <a:pt x="3335" y="1696"/>
                  </a:cubicBezTo>
                  <a:cubicBezTo>
                    <a:pt x="5591" y="3953"/>
                    <a:pt x="5591" y="7735"/>
                    <a:pt x="3335" y="9996"/>
                  </a:cubicBezTo>
                  <a:cubicBezTo>
                    <a:pt x="2430" y="10891"/>
                    <a:pt x="1261" y="11464"/>
                    <a:pt x="0" y="11632"/>
                  </a:cubicBezTo>
                  <a:cubicBezTo>
                    <a:pt x="269" y="11669"/>
                    <a:pt x="541" y="11687"/>
                    <a:pt x="813" y="11687"/>
                  </a:cubicBezTo>
                  <a:cubicBezTo>
                    <a:pt x="2323" y="11687"/>
                    <a:pt x="3836" y="11121"/>
                    <a:pt x="4966" y="9991"/>
                  </a:cubicBezTo>
                  <a:cubicBezTo>
                    <a:pt x="7223" y="7735"/>
                    <a:pt x="7223" y="3953"/>
                    <a:pt x="4966" y="1696"/>
                  </a:cubicBezTo>
                  <a:cubicBezTo>
                    <a:pt x="3836" y="566"/>
                    <a:pt x="2327" y="0"/>
                    <a:pt x="814"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87"/>
            <p:cNvSpPr/>
            <p:nvPr/>
          </p:nvSpPr>
          <p:spPr>
            <a:xfrm>
              <a:off x="5015320" y="2144888"/>
              <a:ext cx="89095" cy="87941"/>
            </a:xfrm>
            <a:custGeom>
              <a:rect b="b" l="l" r="r" t="t"/>
              <a:pathLst>
                <a:path extrusionOk="0" h="3353" w="3397">
                  <a:moveTo>
                    <a:pt x="2050" y="1"/>
                  </a:moveTo>
                  <a:lnTo>
                    <a:pt x="62" y="3143"/>
                  </a:lnTo>
                  <a:cubicBezTo>
                    <a:pt x="0" y="3240"/>
                    <a:pt x="82" y="3352"/>
                    <a:pt x="179" y="3352"/>
                  </a:cubicBezTo>
                  <a:cubicBezTo>
                    <a:pt x="202" y="3352"/>
                    <a:pt x="226" y="3346"/>
                    <a:pt x="250" y="3331"/>
                  </a:cubicBezTo>
                  <a:lnTo>
                    <a:pt x="3392" y="1343"/>
                  </a:lnTo>
                  <a:lnTo>
                    <a:pt x="3397" y="1343"/>
                  </a:lnTo>
                  <a:lnTo>
                    <a:pt x="2050"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87"/>
            <p:cNvSpPr/>
            <p:nvPr/>
          </p:nvSpPr>
          <p:spPr>
            <a:xfrm>
              <a:off x="5015215" y="2166971"/>
              <a:ext cx="89200" cy="65726"/>
            </a:xfrm>
            <a:custGeom>
              <a:rect b="b" l="l" r="r" t="t"/>
              <a:pathLst>
                <a:path extrusionOk="0" h="2506" w="3401">
                  <a:moveTo>
                    <a:pt x="2896" y="1"/>
                  </a:moveTo>
                  <a:lnTo>
                    <a:pt x="600" y="1449"/>
                  </a:lnTo>
                  <a:lnTo>
                    <a:pt x="66" y="2296"/>
                  </a:lnTo>
                  <a:cubicBezTo>
                    <a:pt x="1" y="2396"/>
                    <a:pt x="80" y="2506"/>
                    <a:pt x="179" y="2506"/>
                  </a:cubicBezTo>
                  <a:cubicBezTo>
                    <a:pt x="203" y="2506"/>
                    <a:pt x="229" y="2499"/>
                    <a:pt x="254" y="2484"/>
                  </a:cubicBezTo>
                  <a:lnTo>
                    <a:pt x="3396" y="501"/>
                  </a:lnTo>
                  <a:lnTo>
                    <a:pt x="3401" y="501"/>
                  </a:lnTo>
                  <a:lnTo>
                    <a:pt x="290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87"/>
            <p:cNvSpPr/>
            <p:nvPr/>
          </p:nvSpPr>
          <p:spPr>
            <a:xfrm>
              <a:off x="5069060" y="2092065"/>
              <a:ext cx="89095" cy="88072"/>
            </a:xfrm>
            <a:custGeom>
              <a:rect b="b" l="l" r="r" t="t"/>
              <a:pathLst>
                <a:path extrusionOk="0" h="3358" w="3397">
                  <a:moveTo>
                    <a:pt x="3220" y="1"/>
                  </a:moveTo>
                  <a:cubicBezTo>
                    <a:pt x="3196" y="1"/>
                    <a:pt x="3171" y="7"/>
                    <a:pt x="3147" y="23"/>
                  </a:cubicBezTo>
                  <a:lnTo>
                    <a:pt x="5" y="2005"/>
                  </a:lnTo>
                  <a:lnTo>
                    <a:pt x="1" y="2005"/>
                  </a:lnTo>
                  <a:lnTo>
                    <a:pt x="1348" y="3357"/>
                  </a:lnTo>
                  <a:lnTo>
                    <a:pt x="1348" y="3353"/>
                  </a:lnTo>
                  <a:lnTo>
                    <a:pt x="3335" y="210"/>
                  </a:lnTo>
                  <a:cubicBezTo>
                    <a:pt x="3397" y="110"/>
                    <a:pt x="3316" y="1"/>
                    <a:pt x="3220" y="1"/>
                  </a:cubicBezTo>
                  <a:close/>
                </a:path>
              </a:pathLst>
            </a:custGeom>
            <a:solidFill>
              <a:srgbClr val="DB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87"/>
            <p:cNvSpPr/>
            <p:nvPr/>
          </p:nvSpPr>
          <p:spPr>
            <a:xfrm>
              <a:off x="5091274" y="2092144"/>
              <a:ext cx="66670" cy="87993"/>
            </a:xfrm>
            <a:custGeom>
              <a:rect b="b" l="l" r="r" t="t"/>
              <a:pathLst>
                <a:path extrusionOk="0" h="3355" w="2542">
                  <a:moveTo>
                    <a:pt x="2369" y="0"/>
                  </a:moveTo>
                  <a:cubicBezTo>
                    <a:pt x="2347" y="0"/>
                    <a:pt x="2323" y="6"/>
                    <a:pt x="2300" y="20"/>
                  </a:cubicBezTo>
                  <a:lnTo>
                    <a:pt x="1454" y="554"/>
                  </a:lnTo>
                  <a:lnTo>
                    <a:pt x="0" y="2854"/>
                  </a:lnTo>
                  <a:lnTo>
                    <a:pt x="501" y="3354"/>
                  </a:lnTo>
                  <a:lnTo>
                    <a:pt x="501" y="3350"/>
                  </a:lnTo>
                  <a:lnTo>
                    <a:pt x="2483" y="207"/>
                  </a:lnTo>
                  <a:cubicBezTo>
                    <a:pt x="2542" y="110"/>
                    <a:pt x="2464" y="0"/>
                    <a:pt x="2369" y="0"/>
                  </a:cubicBezTo>
                  <a:close/>
                </a:path>
              </a:pathLst>
            </a:custGeom>
            <a:solidFill>
              <a:srgbClr val="C8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87"/>
            <p:cNvSpPr/>
            <p:nvPr/>
          </p:nvSpPr>
          <p:spPr>
            <a:xfrm>
              <a:off x="4884418" y="1979576"/>
              <a:ext cx="404008" cy="365664"/>
            </a:xfrm>
            <a:custGeom>
              <a:rect b="b" l="l" r="r" t="t"/>
              <a:pathLst>
                <a:path extrusionOk="0" h="13942" w="15404">
                  <a:moveTo>
                    <a:pt x="7738" y="0"/>
                  </a:moveTo>
                  <a:cubicBezTo>
                    <a:pt x="6071" y="0"/>
                    <a:pt x="4400" y="596"/>
                    <a:pt x="3071" y="1795"/>
                  </a:cubicBezTo>
                  <a:cubicBezTo>
                    <a:pt x="319" y="4283"/>
                    <a:pt x="1" y="8498"/>
                    <a:pt x="2354" y="11371"/>
                  </a:cubicBezTo>
                  <a:cubicBezTo>
                    <a:pt x="2396" y="11424"/>
                    <a:pt x="2449" y="11447"/>
                    <a:pt x="2501" y="11447"/>
                  </a:cubicBezTo>
                  <a:cubicBezTo>
                    <a:pt x="2650" y="11447"/>
                    <a:pt x="2791" y="11265"/>
                    <a:pt x="2667" y="11116"/>
                  </a:cubicBezTo>
                  <a:cubicBezTo>
                    <a:pt x="439" y="8378"/>
                    <a:pt x="771" y="4370"/>
                    <a:pt x="3427" y="2045"/>
                  </a:cubicBezTo>
                  <a:cubicBezTo>
                    <a:pt x="4668" y="955"/>
                    <a:pt x="6207" y="418"/>
                    <a:pt x="7742" y="418"/>
                  </a:cubicBezTo>
                  <a:cubicBezTo>
                    <a:pt x="9486" y="418"/>
                    <a:pt x="11224" y="1112"/>
                    <a:pt x="12511" y="2479"/>
                  </a:cubicBezTo>
                  <a:cubicBezTo>
                    <a:pt x="14932" y="5043"/>
                    <a:pt x="14893" y="9066"/>
                    <a:pt x="12415" y="11578"/>
                  </a:cubicBezTo>
                  <a:cubicBezTo>
                    <a:pt x="11135" y="12873"/>
                    <a:pt x="9443" y="13526"/>
                    <a:pt x="7748" y="13526"/>
                  </a:cubicBezTo>
                  <a:cubicBezTo>
                    <a:pt x="6163" y="13526"/>
                    <a:pt x="4574" y="12955"/>
                    <a:pt x="3316" y="11804"/>
                  </a:cubicBezTo>
                  <a:cubicBezTo>
                    <a:pt x="3274" y="11764"/>
                    <a:pt x="3228" y="11747"/>
                    <a:pt x="3184" y="11747"/>
                  </a:cubicBezTo>
                  <a:cubicBezTo>
                    <a:pt x="3026" y="11747"/>
                    <a:pt x="2891" y="11963"/>
                    <a:pt x="3042" y="12102"/>
                  </a:cubicBezTo>
                  <a:cubicBezTo>
                    <a:pt x="4376" y="13333"/>
                    <a:pt x="6065" y="13942"/>
                    <a:pt x="7750" y="13942"/>
                  </a:cubicBezTo>
                  <a:cubicBezTo>
                    <a:pt x="9584" y="13942"/>
                    <a:pt x="11414" y="13221"/>
                    <a:pt x="12781" y="11794"/>
                  </a:cubicBezTo>
                  <a:cubicBezTo>
                    <a:pt x="15403" y="9061"/>
                    <a:pt x="15355" y="4726"/>
                    <a:pt x="12670" y="2050"/>
                  </a:cubicBezTo>
                  <a:cubicBezTo>
                    <a:pt x="11315" y="687"/>
                    <a:pt x="9528" y="0"/>
                    <a:pt x="7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87"/>
            <p:cNvSpPr/>
            <p:nvPr/>
          </p:nvSpPr>
          <p:spPr>
            <a:xfrm>
              <a:off x="5002468" y="2078847"/>
              <a:ext cx="170295" cy="167200"/>
            </a:xfrm>
            <a:custGeom>
              <a:rect b="b" l="l" r="r" t="t"/>
              <a:pathLst>
                <a:path extrusionOk="0" h="6375" w="6493">
                  <a:moveTo>
                    <a:pt x="5576" y="859"/>
                  </a:moveTo>
                  <a:lnTo>
                    <a:pt x="3887" y="3529"/>
                  </a:lnTo>
                  <a:lnTo>
                    <a:pt x="2905" y="2548"/>
                  </a:lnTo>
                  <a:lnTo>
                    <a:pt x="5576" y="859"/>
                  </a:lnTo>
                  <a:close/>
                  <a:moveTo>
                    <a:pt x="2612" y="2832"/>
                  </a:moveTo>
                  <a:lnTo>
                    <a:pt x="3603" y="3823"/>
                  </a:lnTo>
                  <a:lnTo>
                    <a:pt x="918" y="5517"/>
                  </a:lnTo>
                  <a:lnTo>
                    <a:pt x="2612" y="2832"/>
                  </a:lnTo>
                  <a:close/>
                  <a:moveTo>
                    <a:pt x="6225" y="1"/>
                  </a:moveTo>
                  <a:cubicBezTo>
                    <a:pt x="6191" y="1"/>
                    <a:pt x="6154" y="10"/>
                    <a:pt x="6119" y="31"/>
                  </a:cubicBezTo>
                  <a:lnTo>
                    <a:pt x="2496" y="2322"/>
                  </a:lnTo>
                  <a:cubicBezTo>
                    <a:pt x="2448" y="2346"/>
                    <a:pt x="2410" y="2384"/>
                    <a:pt x="2386" y="2432"/>
                  </a:cubicBezTo>
                  <a:lnTo>
                    <a:pt x="90" y="6060"/>
                  </a:lnTo>
                  <a:cubicBezTo>
                    <a:pt x="1" y="6208"/>
                    <a:pt x="122" y="6375"/>
                    <a:pt x="268" y="6375"/>
                  </a:cubicBezTo>
                  <a:cubicBezTo>
                    <a:pt x="303" y="6375"/>
                    <a:pt x="339" y="6365"/>
                    <a:pt x="374" y="6344"/>
                  </a:cubicBezTo>
                  <a:lnTo>
                    <a:pt x="3997" y="4054"/>
                  </a:lnTo>
                  <a:cubicBezTo>
                    <a:pt x="4050" y="4030"/>
                    <a:pt x="4089" y="3991"/>
                    <a:pt x="4113" y="3938"/>
                  </a:cubicBezTo>
                  <a:lnTo>
                    <a:pt x="6403" y="315"/>
                  </a:lnTo>
                  <a:cubicBezTo>
                    <a:pt x="6493" y="167"/>
                    <a:pt x="6372" y="1"/>
                    <a:pt x="6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87"/>
            <p:cNvSpPr/>
            <p:nvPr/>
          </p:nvSpPr>
          <p:spPr>
            <a:xfrm>
              <a:off x="4917884" y="2008609"/>
              <a:ext cx="323726" cy="307806"/>
            </a:xfrm>
            <a:custGeom>
              <a:rect b="b" l="l" r="r" t="t"/>
              <a:pathLst>
                <a:path extrusionOk="0" h="11736" w="12343">
                  <a:moveTo>
                    <a:pt x="6473" y="0"/>
                  </a:moveTo>
                  <a:cubicBezTo>
                    <a:pt x="5170" y="0"/>
                    <a:pt x="3869" y="432"/>
                    <a:pt x="2796" y="1295"/>
                  </a:cubicBezTo>
                  <a:cubicBezTo>
                    <a:pt x="664" y="3008"/>
                    <a:pt x="0" y="5967"/>
                    <a:pt x="1193" y="8426"/>
                  </a:cubicBezTo>
                  <a:cubicBezTo>
                    <a:pt x="2190" y="10484"/>
                    <a:pt x="4262" y="11736"/>
                    <a:pt x="6471" y="11736"/>
                  </a:cubicBezTo>
                  <a:cubicBezTo>
                    <a:pt x="6906" y="11736"/>
                    <a:pt x="7347" y="11687"/>
                    <a:pt x="7785" y="11587"/>
                  </a:cubicBezTo>
                  <a:cubicBezTo>
                    <a:pt x="10451" y="10976"/>
                    <a:pt x="12342" y="8604"/>
                    <a:pt x="12342" y="5870"/>
                  </a:cubicBezTo>
                  <a:cubicBezTo>
                    <a:pt x="12342" y="4480"/>
                    <a:pt x="11847" y="3137"/>
                    <a:pt x="10952" y="2079"/>
                  </a:cubicBezTo>
                  <a:cubicBezTo>
                    <a:pt x="10909" y="2028"/>
                    <a:pt x="10857" y="2007"/>
                    <a:pt x="10806" y="2007"/>
                  </a:cubicBezTo>
                  <a:cubicBezTo>
                    <a:pt x="10656" y="2007"/>
                    <a:pt x="10513" y="2192"/>
                    <a:pt x="10639" y="2344"/>
                  </a:cubicBezTo>
                  <a:cubicBezTo>
                    <a:pt x="11423" y="3267"/>
                    <a:pt x="11875" y="4427"/>
                    <a:pt x="11928" y="5640"/>
                  </a:cubicBezTo>
                  <a:lnTo>
                    <a:pt x="11096" y="5640"/>
                  </a:lnTo>
                  <a:cubicBezTo>
                    <a:pt x="10836" y="5640"/>
                    <a:pt x="10836" y="6044"/>
                    <a:pt x="11096" y="6044"/>
                  </a:cubicBezTo>
                  <a:lnTo>
                    <a:pt x="11928" y="6044"/>
                  </a:lnTo>
                  <a:cubicBezTo>
                    <a:pt x="11837" y="8912"/>
                    <a:pt x="9542" y="11212"/>
                    <a:pt x="6679" y="11322"/>
                  </a:cubicBezTo>
                  <a:lnTo>
                    <a:pt x="6679" y="10490"/>
                  </a:lnTo>
                  <a:cubicBezTo>
                    <a:pt x="6679" y="10360"/>
                    <a:pt x="6576" y="10295"/>
                    <a:pt x="6474" y="10295"/>
                  </a:cubicBezTo>
                  <a:cubicBezTo>
                    <a:pt x="6372" y="10295"/>
                    <a:pt x="6270" y="10360"/>
                    <a:pt x="6270" y="10490"/>
                  </a:cubicBezTo>
                  <a:lnTo>
                    <a:pt x="6270" y="11322"/>
                  </a:lnTo>
                  <a:cubicBezTo>
                    <a:pt x="3402" y="11212"/>
                    <a:pt x="1107" y="8907"/>
                    <a:pt x="1015" y="6044"/>
                  </a:cubicBezTo>
                  <a:lnTo>
                    <a:pt x="1848" y="6044"/>
                  </a:lnTo>
                  <a:cubicBezTo>
                    <a:pt x="2112" y="6044"/>
                    <a:pt x="2112" y="5635"/>
                    <a:pt x="1848" y="5635"/>
                  </a:cubicBezTo>
                  <a:lnTo>
                    <a:pt x="1020" y="5635"/>
                  </a:lnTo>
                  <a:cubicBezTo>
                    <a:pt x="1140" y="2791"/>
                    <a:pt x="3426" y="515"/>
                    <a:pt x="6270" y="409"/>
                  </a:cubicBezTo>
                  <a:lnTo>
                    <a:pt x="6270" y="1242"/>
                  </a:lnTo>
                  <a:cubicBezTo>
                    <a:pt x="6270" y="1372"/>
                    <a:pt x="6372" y="1436"/>
                    <a:pt x="6474" y="1436"/>
                  </a:cubicBezTo>
                  <a:cubicBezTo>
                    <a:pt x="6576" y="1436"/>
                    <a:pt x="6679" y="1372"/>
                    <a:pt x="6679" y="1242"/>
                  </a:cubicBezTo>
                  <a:lnTo>
                    <a:pt x="6679" y="409"/>
                  </a:lnTo>
                  <a:cubicBezTo>
                    <a:pt x="7834" y="448"/>
                    <a:pt x="8950" y="857"/>
                    <a:pt x="9854" y="1578"/>
                  </a:cubicBezTo>
                  <a:cubicBezTo>
                    <a:pt x="9892" y="1610"/>
                    <a:pt x="9937" y="1625"/>
                    <a:pt x="9983" y="1625"/>
                  </a:cubicBezTo>
                  <a:cubicBezTo>
                    <a:pt x="10043" y="1625"/>
                    <a:pt x="10102" y="1599"/>
                    <a:pt x="10143" y="1550"/>
                  </a:cubicBezTo>
                  <a:cubicBezTo>
                    <a:pt x="10211" y="1458"/>
                    <a:pt x="10196" y="1333"/>
                    <a:pt x="10110" y="1261"/>
                  </a:cubicBezTo>
                  <a:cubicBezTo>
                    <a:pt x="9042" y="420"/>
                    <a:pt x="7757" y="0"/>
                    <a:pt x="6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7" name="Google Shape;16707;p87"/>
          <p:cNvGrpSpPr/>
          <p:nvPr/>
        </p:nvGrpSpPr>
        <p:grpSpPr>
          <a:xfrm>
            <a:off x="7083725" y="2897669"/>
            <a:ext cx="387721" cy="382790"/>
            <a:chOff x="7083725" y="2897669"/>
            <a:chExt cx="387721" cy="382790"/>
          </a:xfrm>
        </p:grpSpPr>
        <p:sp>
          <p:nvSpPr>
            <p:cNvPr id="16708" name="Google Shape;16708;p87"/>
            <p:cNvSpPr/>
            <p:nvPr/>
          </p:nvSpPr>
          <p:spPr>
            <a:xfrm>
              <a:off x="7163850" y="3005202"/>
              <a:ext cx="127230" cy="208246"/>
            </a:xfrm>
            <a:custGeom>
              <a:rect b="b" l="l" r="r" t="t"/>
              <a:pathLst>
                <a:path extrusionOk="0" h="7940" w="4851">
                  <a:moveTo>
                    <a:pt x="915" y="0"/>
                  </a:moveTo>
                  <a:lnTo>
                    <a:pt x="915" y="313"/>
                  </a:lnTo>
                  <a:cubicBezTo>
                    <a:pt x="915" y="400"/>
                    <a:pt x="862" y="482"/>
                    <a:pt x="785" y="520"/>
                  </a:cubicBezTo>
                  <a:lnTo>
                    <a:pt x="251" y="785"/>
                  </a:lnTo>
                  <a:cubicBezTo>
                    <a:pt x="97" y="862"/>
                    <a:pt x="1" y="1020"/>
                    <a:pt x="1" y="1194"/>
                  </a:cubicBezTo>
                  <a:lnTo>
                    <a:pt x="1" y="3383"/>
                  </a:lnTo>
                  <a:cubicBezTo>
                    <a:pt x="1" y="3561"/>
                    <a:pt x="39" y="3734"/>
                    <a:pt x="121" y="3893"/>
                  </a:cubicBezTo>
                  <a:lnTo>
                    <a:pt x="337" y="4326"/>
                  </a:lnTo>
                  <a:cubicBezTo>
                    <a:pt x="414" y="4485"/>
                    <a:pt x="458" y="4658"/>
                    <a:pt x="458" y="4836"/>
                  </a:cubicBezTo>
                  <a:lnTo>
                    <a:pt x="458" y="7940"/>
                  </a:lnTo>
                  <a:lnTo>
                    <a:pt x="2512" y="6463"/>
                  </a:lnTo>
                  <a:lnTo>
                    <a:pt x="2512" y="2156"/>
                  </a:lnTo>
                  <a:lnTo>
                    <a:pt x="2695" y="2392"/>
                  </a:lnTo>
                  <a:cubicBezTo>
                    <a:pt x="2811" y="2531"/>
                    <a:pt x="2974" y="2623"/>
                    <a:pt x="3157" y="2642"/>
                  </a:cubicBezTo>
                  <a:cubicBezTo>
                    <a:pt x="3179" y="2644"/>
                    <a:pt x="3200" y="2646"/>
                    <a:pt x="3223" y="2646"/>
                  </a:cubicBezTo>
                  <a:cubicBezTo>
                    <a:pt x="3245" y="2646"/>
                    <a:pt x="3268" y="2644"/>
                    <a:pt x="3292" y="2642"/>
                  </a:cubicBezTo>
                  <a:cubicBezTo>
                    <a:pt x="3427" y="2632"/>
                    <a:pt x="3556" y="2579"/>
                    <a:pt x="3662" y="2493"/>
                  </a:cubicBezTo>
                  <a:lnTo>
                    <a:pt x="4625" y="1723"/>
                  </a:lnTo>
                  <a:cubicBezTo>
                    <a:pt x="4841" y="1545"/>
                    <a:pt x="4851" y="1218"/>
                    <a:pt x="4639" y="1030"/>
                  </a:cubicBezTo>
                  <a:cubicBezTo>
                    <a:pt x="4552" y="956"/>
                    <a:pt x="4444" y="918"/>
                    <a:pt x="4336" y="918"/>
                  </a:cubicBezTo>
                  <a:cubicBezTo>
                    <a:pt x="4228" y="918"/>
                    <a:pt x="4119" y="956"/>
                    <a:pt x="4033" y="1030"/>
                  </a:cubicBezTo>
                  <a:lnTo>
                    <a:pt x="3268" y="1641"/>
                  </a:lnTo>
                  <a:lnTo>
                    <a:pt x="2637" y="862"/>
                  </a:lnTo>
                  <a:cubicBezTo>
                    <a:pt x="2551" y="751"/>
                    <a:pt x="2421" y="688"/>
                    <a:pt x="2281" y="688"/>
                  </a:cubicBezTo>
                  <a:cubicBezTo>
                    <a:pt x="2031" y="688"/>
                    <a:pt x="1824" y="482"/>
                    <a:pt x="1824" y="231"/>
                  </a:cubicBezTo>
                  <a:lnTo>
                    <a:pt x="1824" y="0"/>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87"/>
            <p:cNvSpPr/>
            <p:nvPr/>
          </p:nvSpPr>
          <p:spPr>
            <a:xfrm>
              <a:off x="7277546" y="2915347"/>
              <a:ext cx="89882" cy="47970"/>
            </a:xfrm>
            <a:custGeom>
              <a:rect b="b" l="l" r="r" t="t"/>
              <a:pathLst>
                <a:path extrusionOk="0" h="1829" w="3427">
                  <a:moveTo>
                    <a:pt x="1" y="0"/>
                  </a:moveTo>
                  <a:lnTo>
                    <a:pt x="1" y="1829"/>
                  </a:lnTo>
                  <a:lnTo>
                    <a:pt x="3427" y="1829"/>
                  </a:lnTo>
                  <a:lnTo>
                    <a:pt x="2970" y="915"/>
                  </a:lnTo>
                  <a:lnTo>
                    <a:pt x="342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87"/>
            <p:cNvSpPr/>
            <p:nvPr/>
          </p:nvSpPr>
          <p:spPr>
            <a:xfrm>
              <a:off x="7277546" y="2915347"/>
              <a:ext cx="18097" cy="47970"/>
            </a:xfrm>
            <a:custGeom>
              <a:rect b="b" l="l" r="r" t="t"/>
              <a:pathLst>
                <a:path extrusionOk="0" h="1829" w="690">
                  <a:moveTo>
                    <a:pt x="1" y="0"/>
                  </a:moveTo>
                  <a:lnTo>
                    <a:pt x="1" y="1829"/>
                  </a:lnTo>
                  <a:lnTo>
                    <a:pt x="689" y="1829"/>
                  </a:lnTo>
                  <a:lnTo>
                    <a:pt x="689"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87"/>
            <p:cNvSpPr/>
            <p:nvPr/>
          </p:nvSpPr>
          <p:spPr>
            <a:xfrm>
              <a:off x="7163719" y="3027417"/>
              <a:ext cx="18071" cy="97697"/>
            </a:xfrm>
            <a:custGeom>
              <a:rect b="b" l="l" r="r" t="t"/>
              <a:pathLst>
                <a:path extrusionOk="0" h="3725" w="689">
                  <a:moveTo>
                    <a:pt x="169" y="0"/>
                  </a:moveTo>
                  <a:cubicBezTo>
                    <a:pt x="63" y="87"/>
                    <a:pt x="6" y="212"/>
                    <a:pt x="6" y="347"/>
                  </a:cubicBezTo>
                  <a:lnTo>
                    <a:pt x="6" y="2536"/>
                  </a:lnTo>
                  <a:cubicBezTo>
                    <a:pt x="1" y="2714"/>
                    <a:pt x="44" y="2887"/>
                    <a:pt x="126" y="3046"/>
                  </a:cubicBezTo>
                  <a:lnTo>
                    <a:pt x="342" y="3484"/>
                  </a:lnTo>
                  <a:cubicBezTo>
                    <a:pt x="376" y="3556"/>
                    <a:pt x="410" y="3638"/>
                    <a:pt x="429" y="3725"/>
                  </a:cubicBezTo>
                  <a:lnTo>
                    <a:pt x="689" y="3725"/>
                  </a:lnTo>
                  <a:lnTo>
                    <a:pt x="689" y="809"/>
                  </a:lnTo>
                  <a:cubicBezTo>
                    <a:pt x="689" y="626"/>
                    <a:pt x="617" y="453"/>
                    <a:pt x="487" y="323"/>
                  </a:cubicBezTo>
                  <a:lnTo>
                    <a:pt x="169"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87"/>
            <p:cNvSpPr/>
            <p:nvPr/>
          </p:nvSpPr>
          <p:spPr>
            <a:xfrm>
              <a:off x="7175836" y="3112971"/>
              <a:ext cx="53924" cy="107795"/>
            </a:xfrm>
            <a:custGeom>
              <a:rect b="b" l="l" r="r" t="t"/>
              <a:pathLst>
                <a:path extrusionOk="0" h="4110" w="2056">
                  <a:moveTo>
                    <a:pt x="1" y="1"/>
                  </a:moveTo>
                  <a:lnTo>
                    <a:pt x="1" y="4110"/>
                  </a:lnTo>
                  <a:lnTo>
                    <a:pt x="2055" y="4110"/>
                  </a:lnTo>
                  <a:lnTo>
                    <a:pt x="2055"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87"/>
            <p:cNvSpPr/>
            <p:nvPr/>
          </p:nvSpPr>
          <p:spPr>
            <a:xfrm>
              <a:off x="7091908" y="3142870"/>
              <a:ext cx="371329" cy="131793"/>
            </a:xfrm>
            <a:custGeom>
              <a:rect b="b" l="l" r="r" t="t"/>
              <a:pathLst>
                <a:path extrusionOk="0" h="5025" w="14158">
                  <a:moveTo>
                    <a:pt x="7079" y="1"/>
                  </a:moveTo>
                  <a:lnTo>
                    <a:pt x="1" y="5024"/>
                  </a:lnTo>
                  <a:lnTo>
                    <a:pt x="14157" y="5024"/>
                  </a:lnTo>
                  <a:lnTo>
                    <a:pt x="7079" y="1"/>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87"/>
            <p:cNvSpPr/>
            <p:nvPr/>
          </p:nvSpPr>
          <p:spPr>
            <a:xfrm>
              <a:off x="7091908" y="3142870"/>
              <a:ext cx="192615" cy="131793"/>
            </a:xfrm>
            <a:custGeom>
              <a:rect b="b" l="l" r="r" t="t"/>
              <a:pathLst>
                <a:path extrusionOk="0" h="5025" w="7344">
                  <a:moveTo>
                    <a:pt x="7079" y="1"/>
                  </a:moveTo>
                  <a:lnTo>
                    <a:pt x="1" y="5024"/>
                  </a:lnTo>
                  <a:lnTo>
                    <a:pt x="3201" y="5024"/>
                  </a:lnTo>
                  <a:cubicBezTo>
                    <a:pt x="3201" y="5024"/>
                    <a:pt x="7281" y="275"/>
                    <a:pt x="7344" y="246"/>
                  </a:cubicBezTo>
                  <a:lnTo>
                    <a:pt x="7079"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87"/>
            <p:cNvSpPr/>
            <p:nvPr/>
          </p:nvSpPr>
          <p:spPr>
            <a:xfrm>
              <a:off x="7187822" y="2999275"/>
              <a:ext cx="23893" cy="29926"/>
            </a:xfrm>
            <a:custGeom>
              <a:rect b="b" l="l" r="r" t="t"/>
              <a:pathLst>
                <a:path extrusionOk="0" h="1141" w="911">
                  <a:moveTo>
                    <a:pt x="1" y="0"/>
                  </a:moveTo>
                  <a:lnTo>
                    <a:pt x="1" y="684"/>
                  </a:lnTo>
                  <a:cubicBezTo>
                    <a:pt x="1" y="934"/>
                    <a:pt x="203" y="1141"/>
                    <a:pt x="453" y="1141"/>
                  </a:cubicBezTo>
                  <a:cubicBezTo>
                    <a:pt x="708" y="1141"/>
                    <a:pt x="910" y="934"/>
                    <a:pt x="910" y="684"/>
                  </a:cubicBezTo>
                  <a:lnTo>
                    <a:pt x="910"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87"/>
            <p:cNvSpPr/>
            <p:nvPr/>
          </p:nvSpPr>
          <p:spPr>
            <a:xfrm>
              <a:off x="7175836" y="2951304"/>
              <a:ext cx="47865" cy="53924"/>
            </a:xfrm>
            <a:custGeom>
              <a:rect b="b" l="l" r="r" t="t"/>
              <a:pathLst>
                <a:path extrusionOk="0" h="2056" w="1825">
                  <a:moveTo>
                    <a:pt x="684" y="1"/>
                  </a:moveTo>
                  <a:cubicBezTo>
                    <a:pt x="304" y="1"/>
                    <a:pt x="1" y="304"/>
                    <a:pt x="1" y="684"/>
                  </a:cubicBezTo>
                  <a:lnTo>
                    <a:pt x="1" y="1141"/>
                  </a:lnTo>
                  <a:cubicBezTo>
                    <a:pt x="1" y="1646"/>
                    <a:pt x="410" y="2055"/>
                    <a:pt x="910" y="2055"/>
                  </a:cubicBezTo>
                  <a:cubicBezTo>
                    <a:pt x="1415" y="2055"/>
                    <a:pt x="1824" y="1646"/>
                    <a:pt x="1824" y="1141"/>
                  </a:cubicBezTo>
                  <a:lnTo>
                    <a:pt x="1824" y="684"/>
                  </a:lnTo>
                  <a:cubicBezTo>
                    <a:pt x="1824" y="304"/>
                    <a:pt x="1516" y="1"/>
                    <a:pt x="114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87"/>
            <p:cNvSpPr/>
            <p:nvPr/>
          </p:nvSpPr>
          <p:spPr>
            <a:xfrm>
              <a:off x="7175705" y="2951304"/>
              <a:ext cx="33099" cy="53950"/>
            </a:xfrm>
            <a:custGeom>
              <a:rect b="b" l="l" r="r" t="t"/>
              <a:pathLst>
                <a:path extrusionOk="0" h="2057" w="1262">
                  <a:moveTo>
                    <a:pt x="689" y="1"/>
                  </a:moveTo>
                  <a:cubicBezTo>
                    <a:pt x="309" y="1"/>
                    <a:pt x="1" y="309"/>
                    <a:pt x="6" y="684"/>
                  </a:cubicBezTo>
                  <a:lnTo>
                    <a:pt x="6" y="1141"/>
                  </a:lnTo>
                  <a:cubicBezTo>
                    <a:pt x="2" y="1667"/>
                    <a:pt x="432" y="2057"/>
                    <a:pt x="915" y="2057"/>
                  </a:cubicBezTo>
                  <a:cubicBezTo>
                    <a:pt x="1030" y="2057"/>
                    <a:pt x="1147" y="2035"/>
                    <a:pt x="1262" y="1988"/>
                  </a:cubicBezTo>
                  <a:cubicBezTo>
                    <a:pt x="915" y="1848"/>
                    <a:pt x="689" y="1512"/>
                    <a:pt x="689" y="1141"/>
                  </a:cubicBezTo>
                  <a:lnTo>
                    <a:pt x="689" y="684"/>
                  </a:lnTo>
                  <a:cubicBezTo>
                    <a:pt x="689" y="352"/>
                    <a:pt x="930" y="68"/>
                    <a:pt x="1262" y="10"/>
                  </a:cubicBezTo>
                  <a:cubicBezTo>
                    <a:pt x="1223" y="6"/>
                    <a:pt x="1185" y="1"/>
                    <a:pt x="114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87"/>
            <p:cNvSpPr/>
            <p:nvPr/>
          </p:nvSpPr>
          <p:spPr>
            <a:xfrm>
              <a:off x="7175836" y="2951304"/>
              <a:ext cx="47865" cy="24024"/>
            </a:xfrm>
            <a:custGeom>
              <a:rect b="b" l="l" r="r" t="t"/>
              <a:pathLst>
                <a:path extrusionOk="0" h="916" w="1825">
                  <a:moveTo>
                    <a:pt x="684" y="1"/>
                  </a:moveTo>
                  <a:cubicBezTo>
                    <a:pt x="304" y="1"/>
                    <a:pt x="1" y="309"/>
                    <a:pt x="1" y="684"/>
                  </a:cubicBezTo>
                  <a:cubicBezTo>
                    <a:pt x="1" y="684"/>
                    <a:pt x="684" y="915"/>
                    <a:pt x="1824" y="915"/>
                  </a:cubicBezTo>
                  <a:lnTo>
                    <a:pt x="1824" y="684"/>
                  </a:lnTo>
                  <a:cubicBezTo>
                    <a:pt x="1824" y="309"/>
                    <a:pt x="1516" y="1"/>
                    <a:pt x="114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87"/>
            <p:cNvSpPr/>
            <p:nvPr/>
          </p:nvSpPr>
          <p:spPr>
            <a:xfrm>
              <a:off x="7175705" y="2951304"/>
              <a:ext cx="33099" cy="21874"/>
            </a:xfrm>
            <a:custGeom>
              <a:rect b="b" l="l" r="r" t="t"/>
              <a:pathLst>
                <a:path extrusionOk="0" h="834" w="1262">
                  <a:moveTo>
                    <a:pt x="689" y="1"/>
                  </a:moveTo>
                  <a:cubicBezTo>
                    <a:pt x="309" y="1"/>
                    <a:pt x="1" y="309"/>
                    <a:pt x="6" y="684"/>
                  </a:cubicBezTo>
                  <a:cubicBezTo>
                    <a:pt x="227" y="751"/>
                    <a:pt x="458" y="800"/>
                    <a:pt x="689" y="833"/>
                  </a:cubicBezTo>
                  <a:lnTo>
                    <a:pt x="689" y="684"/>
                  </a:lnTo>
                  <a:cubicBezTo>
                    <a:pt x="689" y="352"/>
                    <a:pt x="930" y="68"/>
                    <a:pt x="1262" y="10"/>
                  </a:cubicBezTo>
                  <a:cubicBezTo>
                    <a:pt x="1223" y="6"/>
                    <a:pt x="1185" y="1"/>
                    <a:pt x="114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87"/>
            <p:cNvSpPr/>
            <p:nvPr/>
          </p:nvSpPr>
          <p:spPr>
            <a:xfrm>
              <a:off x="7229734" y="3024899"/>
              <a:ext cx="61477" cy="49832"/>
            </a:xfrm>
            <a:custGeom>
              <a:rect b="b" l="l" r="r" t="t"/>
              <a:pathLst>
                <a:path extrusionOk="0" h="1900" w="2344">
                  <a:moveTo>
                    <a:pt x="0" y="0"/>
                  </a:moveTo>
                  <a:lnTo>
                    <a:pt x="0" y="1410"/>
                  </a:lnTo>
                  <a:lnTo>
                    <a:pt x="183" y="1641"/>
                  </a:lnTo>
                  <a:cubicBezTo>
                    <a:pt x="299" y="1785"/>
                    <a:pt x="462" y="1877"/>
                    <a:pt x="645" y="1896"/>
                  </a:cubicBezTo>
                  <a:cubicBezTo>
                    <a:pt x="667" y="1898"/>
                    <a:pt x="688" y="1899"/>
                    <a:pt x="711" y="1899"/>
                  </a:cubicBezTo>
                  <a:cubicBezTo>
                    <a:pt x="733" y="1899"/>
                    <a:pt x="756" y="1898"/>
                    <a:pt x="780" y="1896"/>
                  </a:cubicBezTo>
                  <a:cubicBezTo>
                    <a:pt x="915" y="1881"/>
                    <a:pt x="1044" y="1833"/>
                    <a:pt x="1150" y="1747"/>
                  </a:cubicBezTo>
                  <a:lnTo>
                    <a:pt x="2113" y="977"/>
                  </a:lnTo>
                  <a:cubicBezTo>
                    <a:pt x="2334" y="799"/>
                    <a:pt x="2344" y="467"/>
                    <a:pt x="2132" y="279"/>
                  </a:cubicBezTo>
                  <a:cubicBezTo>
                    <a:pt x="2043" y="205"/>
                    <a:pt x="1935" y="167"/>
                    <a:pt x="1826" y="167"/>
                  </a:cubicBezTo>
                  <a:cubicBezTo>
                    <a:pt x="1718" y="167"/>
                    <a:pt x="1610" y="205"/>
                    <a:pt x="1521" y="279"/>
                  </a:cubicBezTo>
                  <a:lnTo>
                    <a:pt x="756" y="890"/>
                  </a:lnTo>
                  <a:lnTo>
                    <a:pt x="125" y="111"/>
                  </a:lnTo>
                  <a:cubicBezTo>
                    <a:pt x="92" y="63"/>
                    <a:pt x="48" y="29"/>
                    <a:pt x="0"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87"/>
            <p:cNvSpPr/>
            <p:nvPr/>
          </p:nvSpPr>
          <p:spPr>
            <a:xfrm>
              <a:off x="7083725" y="2897669"/>
              <a:ext cx="387721" cy="382790"/>
            </a:xfrm>
            <a:custGeom>
              <a:rect b="b" l="l" r="r" t="t"/>
              <a:pathLst>
                <a:path extrusionOk="0" h="14595" w="14783">
                  <a:moveTo>
                    <a:pt x="4653" y="2262"/>
                  </a:moveTo>
                  <a:cubicBezTo>
                    <a:pt x="4913" y="2262"/>
                    <a:pt x="5125" y="2469"/>
                    <a:pt x="5125" y="2734"/>
                  </a:cubicBezTo>
                  <a:lnTo>
                    <a:pt x="5125" y="3186"/>
                  </a:lnTo>
                  <a:cubicBezTo>
                    <a:pt x="5125" y="3576"/>
                    <a:pt x="4812" y="3889"/>
                    <a:pt x="4422" y="3889"/>
                  </a:cubicBezTo>
                  <a:cubicBezTo>
                    <a:pt x="4037" y="3889"/>
                    <a:pt x="3724" y="3576"/>
                    <a:pt x="3724" y="3186"/>
                  </a:cubicBezTo>
                  <a:lnTo>
                    <a:pt x="3724" y="2734"/>
                  </a:lnTo>
                  <a:cubicBezTo>
                    <a:pt x="3724" y="2469"/>
                    <a:pt x="3936" y="2262"/>
                    <a:pt x="4196" y="2262"/>
                  </a:cubicBezTo>
                  <a:close/>
                  <a:moveTo>
                    <a:pt x="4668" y="4317"/>
                  </a:moveTo>
                  <a:lnTo>
                    <a:pt x="4668" y="4331"/>
                  </a:lnTo>
                  <a:cubicBezTo>
                    <a:pt x="4668" y="4432"/>
                    <a:pt x="4692" y="4538"/>
                    <a:pt x="4740" y="4630"/>
                  </a:cubicBezTo>
                  <a:lnTo>
                    <a:pt x="4437" y="4933"/>
                  </a:lnTo>
                  <a:cubicBezTo>
                    <a:pt x="4434" y="4935"/>
                    <a:pt x="4431" y="4936"/>
                    <a:pt x="4427" y="4936"/>
                  </a:cubicBezTo>
                  <a:cubicBezTo>
                    <a:pt x="4423" y="4936"/>
                    <a:pt x="4420" y="4935"/>
                    <a:pt x="4417" y="4933"/>
                  </a:cubicBezTo>
                  <a:lnTo>
                    <a:pt x="4124" y="4639"/>
                  </a:lnTo>
                  <a:cubicBezTo>
                    <a:pt x="4162" y="4572"/>
                    <a:pt x="4182" y="4495"/>
                    <a:pt x="4186" y="4418"/>
                  </a:cubicBezTo>
                  <a:lnTo>
                    <a:pt x="4186" y="4317"/>
                  </a:lnTo>
                  <a:close/>
                  <a:moveTo>
                    <a:pt x="7174" y="6497"/>
                  </a:moveTo>
                  <a:lnTo>
                    <a:pt x="7174" y="9239"/>
                  </a:lnTo>
                  <a:lnTo>
                    <a:pt x="7179" y="9244"/>
                  </a:lnTo>
                  <a:lnTo>
                    <a:pt x="5779" y="10235"/>
                  </a:lnTo>
                  <a:lnTo>
                    <a:pt x="5779" y="6805"/>
                  </a:lnTo>
                  <a:cubicBezTo>
                    <a:pt x="5899" y="6886"/>
                    <a:pt x="6039" y="6939"/>
                    <a:pt x="6183" y="6954"/>
                  </a:cubicBezTo>
                  <a:cubicBezTo>
                    <a:pt x="6212" y="6959"/>
                    <a:pt x="6241" y="6961"/>
                    <a:pt x="6270" y="6961"/>
                  </a:cubicBezTo>
                  <a:cubicBezTo>
                    <a:pt x="6300" y="6961"/>
                    <a:pt x="6330" y="6959"/>
                    <a:pt x="6361" y="6954"/>
                  </a:cubicBezTo>
                  <a:cubicBezTo>
                    <a:pt x="6539" y="6939"/>
                    <a:pt x="6708" y="6872"/>
                    <a:pt x="6847" y="6756"/>
                  </a:cubicBezTo>
                  <a:lnTo>
                    <a:pt x="7174" y="6497"/>
                  </a:lnTo>
                  <a:close/>
                  <a:moveTo>
                    <a:pt x="3773" y="4894"/>
                  </a:moveTo>
                  <a:lnTo>
                    <a:pt x="4114" y="5231"/>
                  </a:lnTo>
                  <a:cubicBezTo>
                    <a:pt x="4198" y="5318"/>
                    <a:pt x="4311" y="5361"/>
                    <a:pt x="4425" y="5361"/>
                  </a:cubicBezTo>
                  <a:cubicBezTo>
                    <a:pt x="4538" y="5361"/>
                    <a:pt x="4651" y="5318"/>
                    <a:pt x="4735" y="5231"/>
                  </a:cubicBezTo>
                  <a:lnTo>
                    <a:pt x="5038" y="4933"/>
                  </a:lnTo>
                  <a:cubicBezTo>
                    <a:pt x="5129" y="4976"/>
                    <a:pt x="5235" y="5000"/>
                    <a:pt x="5336" y="5000"/>
                  </a:cubicBezTo>
                  <a:cubicBezTo>
                    <a:pt x="5413" y="5000"/>
                    <a:pt x="5481" y="5034"/>
                    <a:pt x="5529" y="5092"/>
                  </a:cubicBezTo>
                  <a:lnTo>
                    <a:pt x="6154" y="5876"/>
                  </a:lnTo>
                  <a:cubicBezTo>
                    <a:pt x="6198" y="5928"/>
                    <a:pt x="6262" y="5955"/>
                    <a:pt x="6325" y="5955"/>
                  </a:cubicBezTo>
                  <a:cubicBezTo>
                    <a:pt x="6372" y="5955"/>
                    <a:pt x="6418" y="5940"/>
                    <a:pt x="6457" y="5910"/>
                  </a:cubicBezTo>
                  <a:lnTo>
                    <a:pt x="7223" y="5299"/>
                  </a:lnTo>
                  <a:cubicBezTo>
                    <a:pt x="7270" y="5256"/>
                    <a:pt x="7331" y="5234"/>
                    <a:pt x="7393" y="5234"/>
                  </a:cubicBezTo>
                  <a:cubicBezTo>
                    <a:pt x="7449" y="5234"/>
                    <a:pt x="7506" y="5252"/>
                    <a:pt x="7555" y="5289"/>
                  </a:cubicBezTo>
                  <a:cubicBezTo>
                    <a:pt x="7665" y="5385"/>
                    <a:pt x="7665" y="5568"/>
                    <a:pt x="7545" y="5659"/>
                  </a:cubicBezTo>
                  <a:lnTo>
                    <a:pt x="6583" y="6429"/>
                  </a:lnTo>
                  <a:cubicBezTo>
                    <a:pt x="6510" y="6487"/>
                    <a:pt x="6419" y="6526"/>
                    <a:pt x="6328" y="6530"/>
                  </a:cubicBezTo>
                  <a:cubicBezTo>
                    <a:pt x="6311" y="6533"/>
                    <a:pt x="6294" y="6534"/>
                    <a:pt x="6278" y="6534"/>
                  </a:cubicBezTo>
                  <a:cubicBezTo>
                    <a:pt x="6261" y="6534"/>
                    <a:pt x="6246" y="6533"/>
                    <a:pt x="6231" y="6530"/>
                  </a:cubicBezTo>
                  <a:cubicBezTo>
                    <a:pt x="6106" y="6521"/>
                    <a:pt x="5991" y="6458"/>
                    <a:pt x="5914" y="6357"/>
                  </a:cubicBezTo>
                  <a:lnTo>
                    <a:pt x="5731" y="6126"/>
                  </a:lnTo>
                  <a:cubicBezTo>
                    <a:pt x="5685" y="6070"/>
                    <a:pt x="5624" y="6045"/>
                    <a:pt x="5564" y="6045"/>
                  </a:cubicBezTo>
                  <a:cubicBezTo>
                    <a:pt x="5454" y="6045"/>
                    <a:pt x="5348" y="6130"/>
                    <a:pt x="5351" y="6261"/>
                  </a:cubicBezTo>
                  <a:lnTo>
                    <a:pt x="5351" y="10538"/>
                  </a:lnTo>
                  <a:lnTo>
                    <a:pt x="4865" y="10885"/>
                  </a:lnTo>
                  <a:lnTo>
                    <a:pt x="4865" y="8898"/>
                  </a:lnTo>
                  <a:cubicBezTo>
                    <a:pt x="4865" y="8756"/>
                    <a:pt x="4758" y="8685"/>
                    <a:pt x="4651" y="8685"/>
                  </a:cubicBezTo>
                  <a:cubicBezTo>
                    <a:pt x="4544" y="8685"/>
                    <a:pt x="4437" y="8756"/>
                    <a:pt x="4437" y="8898"/>
                  </a:cubicBezTo>
                  <a:lnTo>
                    <a:pt x="4437" y="11193"/>
                  </a:lnTo>
                  <a:lnTo>
                    <a:pt x="3720" y="11698"/>
                  </a:lnTo>
                  <a:lnTo>
                    <a:pt x="3720" y="8941"/>
                  </a:lnTo>
                  <a:cubicBezTo>
                    <a:pt x="3724" y="8729"/>
                    <a:pt x="3676" y="8522"/>
                    <a:pt x="3580" y="8330"/>
                  </a:cubicBezTo>
                  <a:lnTo>
                    <a:pt x="3368" y="7902"/>
                  </a:lnTo>
                  <a:cubicBezTo>
                    <a:pt x="3301" y="7772"/>
                    <a:pt x="3267" y="7627"/>
                    <a:pt x="3267" y="7488"/>
                  </a:cubicBezTo>
                  <a:lnTo>
                    <a:pt x="3267" y="5299"/>
                  </a:lnTo>
                  <a:cubicBezTo>
                    <a:pt x="3267" y="5202"/>
                    <a:pt x="3320" y="5120"/>
                    <a:pt x="3402" y="5077"/>
                  </a:cubicBezTo>
                  <a:lnTo>
                    <a:pt x="3773" y="4894"/>
                  </a:lnTo>
                  <a:close/>
                  <a:moveTo>
                    <a:pt x="7393" y="1"/>
                  </a:moveTo>
                  <a:cubicBezTo>
                    <a:pt x="7286" y="1"/>
                    <a:pt x="7179" y="73"/>
                    <a:pt x="7179" y="217"/>
                  </a:cubicBezTo>
                  <a:lnTo>
                    <a:pt x="7179" y="4837"/>
                  </a:lnTo>
                  <a:cubicBezTo>
                    <a:pt x="7097" y="4865"/>
                    <a:pt x="7020" y="4904"/>
                    <a:pt x="6958" y="4957"/>
                  </a:cubicBezTo>
                  <a:lnTo>
                    <a:pt x="6356" y="5438"/>
                  </a:lnTo>
                  <a:lnTo>
                    <a:pt x="5861" y="4822"/>
                  </a:lnTo>
                  <a:cubicBezTo>
                    <a:pt x="5731" y="4663"/>
                    <a:pt x="5538" y="4572"/>
                    <a:pt x="5336" y="4572"/>
                  </a:cubicBezTo>
                  <a:cubicBezTo>
                    <a:pt x="5202" y="4572"/>
                    <a:pt x="5096" y="4461"/>
                    <a:pt x="5096" y="4331"/>
                  </a:cubicBezTo>
                  <a:lnTo>
                    <a:pt x="5096" y="4096"/>
                  </a:lnTo>
                  <a:cubicBezTo>
                    <a:pt x="5384" y="3879"/>
                    <a:pt x="5553" y="3547"/>
                    <a:pt x="5553" y="3186"/>
                  </a:cubicBezTo>
                  <a:lnTo>
                    <a:pt x="5553" y="2734"/>
                  </a:lnTo>
                  <a:cubicBezTo>
                    <a:pt x="5548" y="2238"/>
                    <a:pt x="5149" y="1834"/>
                    <a:pt x="4653" y="1834"/>
                  </a:cubicBezTo>
                  <a:lnTo>
                    <a:pt x="4196" y="1834"/>
                  </a:lnTo>
                  <a:cubicBezTo>
                    <a:pt x="3700" y="1834"/>
                    <a:pt x="3301" y="2238"/>
                    <a:pt x="3301" y="2734"/>
                  </a:cubicBezTo>
                  <a:lnTo>
                    <a:pt x="3301" y="3186"/>
                  </a:lnTo>
                  <a:cubicBezTo>
                    <a:pt x="3301" y="3547"/>
                    <a:pt x="3469" y="3879"/>
                    <a:pt x="3753" y="4096"/>
                  </a:cubicBezTo>
                  <a:lnTo>
                    <a:pt x="3753" y="4418"/>
                  </a:lnTo>
                  <a:cubicBezTo>
                    <a:pt x="3753" y="4423"/>
                    <a:pt x="3753" y="4428"/>
                    <a:pt x="3748" y="4432"/>
                  </a:cubicBezTo>
                  <a:lnTo>
                    <a:pt x="3214" y="4697"/>
                  </a:lnTo>
                  <a:cubicBezTo>
                    <a:pt x="2983" y="4813"/>
                    <a:pt x="2839" y="5043"/>
                    <a:pt x="2844" y="5299"/>
                  </a:cubicBezTo>
                  <a:lnTo>
                    <a:pt x="2844" y="7488"/>
                  </a:lnTo>
                  <a:cubicBezTo>
                    <a:pt x="2844" y="7700"/>
                    <a:pt x="2892" y="7906"/>
                    <a:pt x="2983" y="8094"/>
                  </a:cubicBezTo>
                  <a:lnTo>
                    <a:pt x="3200" y="8527"/>
                  </a:lnTo>
                  <a:cubicBezTo>
                    <a:pt x="3262" y="8652"/>
                    <a:pt x="3296" y="8797"/>
                    <a:pt x="3301" y="8941"/>
                  </a:cubicBezTo>
                  <a:lnTo>
                    <a:pt x="3301" y="12001"/>
                  </a:lnTo>
                  <a:lnTo>
                    <a:pt x="193" y="14205"/>
                  </a:lnTo>
                  <a:cubicBezTo>
                    <a:pt x="0" y="14339"/>
                    <a:pt x="132" y="14594"/>
                    <a:pt x="312" y="14594"/>
                  </a:cubicBezTo>
                  <a:cubicBezTo>
                    <a:pt x="353" y="14594"/>
                    <a:pt x="396" y="14581"/>
                    <a:pt x="438" y="14551"/>
                  </a:cubicBezTo>
                  <a:lnTo>
                    <a:pt x="7391" y="9615"/>
                  </a:lnTo>
                  <a:lnTo>
                    <a:pt x="14349" y="14551"/>
                  </a:lnTo>
                  <a:cubicBezTo>
                    <a:pt x="14391" y="14581"/>
                    <a:pt x="14434" y="14594"/>
                    <a:pt x="14474" y="14594"/>
                  </a:cubicBezTo>
                  <a:cubicBezTo>
                    <a:pt x="14654" y="14594"/>
                    <a:pt x="14783" y="14339"/>
                    <a:pt x="14594" y="14205"/>
                  </a:cubicBezTo>
                  <a:lnTo>
                    <a:pt x="7607" y="9244"/>
                  </a:lnTo>
                  <a:lnTo>
                    <a:pt x="7607" y="6160"/>
                  </a:lnTo>
                  <a:lnTo>
                    <a:pt x="7810" y="5996"/>
                  </a:lnTo>
                  <a:cubicBezTo>
                    <a:pt x="8132" y="5736"/>
                    <a:pt x="8146" y="5246"/>
                    <a:pt x="7838" y="4971"/>
                  </a:cubicBezTo>
                  <a:cubicBezTo>
                    <a:pt x="7771" y="4909"/>
                    <a:pt x="7694" y="4865"/>
                    <a:pt x="7607" y="4841"/>
                  </a:cubicBezTo>
                  <a:lnTo>
                    <a:pt x="7607" y="891"/>
                  </a:lnTo>
                  <a:lnTo>
                    <a:pt x="10470" y="891"/>
                  </a:lnTo>
                  <a:lnTo>
                    <a:pt x="10172" y="1492"/>
                  </a:lnTo>
                  <a:cubicBezTo>
                    <a:pt x="10138" y="1550"/>
                    <a:pt x="10138" y="1622"/>
                    <a:pt x="10172" y="1680"/>
                  </a:cubicBezTo>
                  <a:lnTo>
                    <a:pt x="10470" y="2282"/>
                  </a:lnTo>
                  <a:lnTo>
                    <a:pt x="8305" y="2282"/>
                  </a:lnTo>
                  <a:cubicBezTo>
                    <a:pt x="8021" y="2282"/>
                    <a:pt x="8021" y="2710"/>
                    <a:pt x="8305" y="2710"/>
                  </a:cubicBezTo>
                  <a:lnTo>
                    <a:pt x="10817" y="2710"/>
                  </a:lnTo>
                  <a:cubicBezTo>
                    <a:pt x="10976" y="2710"/>
                    <a:pt x="11082" y="2541"/>
                    <a:pt x="11009" y="2402"/>
                  </a:cubicBezTo>
                  <a:lnTo>
                    <a:pt x="10600" y="1584"/>
                  </a:lnTo>
                  <a:lnTo>
                    <a:pt x="11009" y="766"/>
                  </a:lnTo>
                  <a:cubicBezTo>
                    <a:pt x="11082" y="622"/>
                    <a:pt x="10976" y="458"/>
                    <a:pt x="10817" y="458"/>
                  </a:cubicBezTo>
                  <a:lnTo>
                    <a:pt x="7607" y="458"/>
                  </a:lnTo>
                  <a:lnTo>
                    <a:pt x="7607" y="217"/>
                  </a:lnTo>
                  <a:cubicBezTo>
                    <a:pt x="7607" y="73"/>
                    <a:pt x="7500" y="1"/>
                    <a:pt x="7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87"/>
            <p:cNvSpPr/>
            <p:nvPr/>
          </p:nvSpPr>
          <p:spPr>
            <a:xfrm>
              <a:off x="7299368" y="3188453"/>
              <a:ext cx="70893" cy="50095"/>
            </a:xfrm>
            <a:custGeom>
              <a:rect b="b" l="l" r="r" t="t"/>
              <a:pathLst>
                <a:path extrusionOk="0" h="1910" w="2703">
                  <a:moveTo>
                    <a:pt x="309" y="1"/>
                  </a:moveTo>
                  <a:cubicBezTo>
                    <a:pt x="130" y="1"/>
                    <a:pt x="0" y="256"/>
                    <a:pt x="189" y="390"/>
                  </a:cubicBezTo>
                  <a:lnTo>
                    <a:pt x="2263" y="1867"/>
                  </a:lnTo>
                  <a:cubicBezTo>
                    <a:pt x="2305" y="1897"/>
                    <a:pt x="2347" y="1909"/>
                    <a:pt x="2387" y="1909"/>
                  </a:cubicBezTo>
                  <a:cubicBezTo>
                    <a:pt x="2569" y="1909"/>
                    <a:pt x="2702" y="1650"/>
                    <a:pt x="2513" y="1516"/>
                  </a:cubicBezTo>
                  <a:lnTo>
                    <a:pt x="434" y="43"/>
                  </a:lnTo>
                  <a:cubicBezTo>
                    <a:pt x="392" y="13"/>
                    <a:pt x="349"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87"/>
            <p:cNvSpPr/>
            <p:nvPr/>
          </p:nvSpPr>
          <p:spPr>
            <a:xfrm>
              <a:off x="7269363" y="3167209"/>
              <a:ext cx="28431" cy="19854"/>
            </a:xfrm>
            <a:custGeom>
              <a:rect b="b" l="l" r="r" t="t"/>
              <a:pathLst>
                <a:path extrusionOk="0" h="757" w="1084">
                  <a:moveTo>
                    <a:pt x="311" y="0"/>
                  </a:moveTo>
                  <a:cubicBezTo>
                    <a:pt x="131" y="0"/>
                    <a:pt x="1" y="258"/>
                    <a:pt x="193" y="391"/>
                  </a:cubicBezTo>
                  <a:lnTo>
                    <a:pt x="645" y="714"/>
                  </a:lnTo>
                  <a:cubicBezTo>
                    <a:pt x="688" y="744"/>
                    <a:pt x="732" y="757"/>
                    <a:pt x="773" y="757"/>
                  </a:cubicBezTo>
                  <a:cubicBezTo>
                    <a:pt x="955" y="757"/>
                    <a:pt x="1084" y="501"/>
                    <a:pt x="895" y="367"/>
                  </a:cubicBezTo>
                  <a:lnTo>
                    <a:pt x="438" y="45"/>
                  </a:lnTo>
                  <a:cubicBezTo>
                    <a:pt x="395" y="14"/>
                    <a:pt x="352" y="0"/>
                    <a:pt x="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4" name="Google Shape;16724;p87"/>
          <p:cNvGrpSpPr/>
          <p:nvPr/>
        </p:nvGrpSpPr>
        <p:grpSpPr>
          <a:xfrm>
            <a:off x="7539926" y="2907741"/>
            <a:ext cx="351501" cy="362726"/>
            <a:chOff x="7539926" y="2907741"/>
            <a:chExt cx="351501" cy="362726"/>
          </a:xfrm>
        </p:grpSpPr>
        <p:sp>
          <p:nvSpPr>
            <p:cNvPr id="16725" name="Google Shape;16725;p87"/>
            <p:cNvSpPr/>
            <p:nvPr/>
          </p:nvSpPr>
          <p:spPr>
            <a:xfrm>
              <a:off x="7545618" y="3185411"/>
              <a:ext cx="68034" cy="53294"/>
            </a:xfrm>
            <a:custGeom>
              <a:rect b="b" l="l" r="r" t="t"/>
              <a:pathLst>
                <a:path extrusionOk="0" h="2032" w="2594">
                  <a:moveTo>
                    <a:pt x="866" y="1"/>
                  </a:moveTo>
                  <a:lnTo>
                    <a:pt x="866" y="434"/>
                  </a:lnTo>
                  <a:cubicBezTo>
                    <a:pt x="866" y="515"/>
                    <a:pt x="818" y="588"/>
                    <a:pt x="746" y="626"/>
                  </a:cubicBezTo>
                  <a:lnTo>
                    <a:pt x="241" y="876"/>
                  </a:lnTo>
                  <a:cubicBezTo>
                    <a:pt x="92" y="948"/>
                    <a:pt x="0" y="1102"/>
                    <a:pt x="0" y="1266"/>
                  </a:cubicBezTo>
                  <a:lnTo>
                    <a:pt x="0" y="2031"/>
                  </a:lnTo>
                  <a:lnTo>
                    <a:pt x="2589" y="2031"/>
                  </a:lnTo>
                  <a:lnTo>
                    <a:pt x="2589" y="1266"/>
                  </a:lnTo>
                  <a:cubicBezTo>
                    <a:pt x="2594" y="1102"/>
                    <a:pt x="2502" y="953"/>
                    <a:pt x="2353" y="876"/>
                  </a:cubicBezTo>
                  <a:lnTo>
                    <a:pt x="1848" y="626"/>
                  </a:lnTo>
                  <a:cubicBezTo>
                    <a:pt x="1776" y="588"/>
                    <a:pt x="1728" y="515"/>
                    <a:pt x="1728" y="434"/>
                  </a:cubicBezTo>
                  <a:lnTo>
                    <a:pt x="17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87"/>
            <p:cNvSpPr/>
            <p:nvPr/>
          </p:nvSpPr>
          <p:spPr>
            <a:xfrm>
              <a:off x="7545723" y="3203193"/>
              <a:ext cx="67929" cy="61635"/>
            </a:xfrm>
            <a:custGeom>
              <a:rect b="b" l="l" r="r" t="t"/>
              <a:pathLst>
                <a:path extrusionOk="0" h="2350" w="2590">
                  <a:moveTo>
                    <a:pt x="631" y="1"/>
                  </a:moveTo>
                  <a:lnTo>
                    <a:pt x="242" y="198"/>
                  </a:lnTo>
                  <a:cubicBezTo>
                    <a:pt x="92" y="270"/>
                    <a:pt x="1" y="424"/>
                    <a:pt x="1" y="588"/>
                  </a:cubicBezTo>
                  <a:lnTo>
                    <a:pt x="1" y="2349"/>
                  </a:lnTo>
                  <a:lnTo>
                    <a:pt x="2590" y="2349"/>
                  </a:lnTo>
                  <a:lnTo>
                    <a:pt x="2590" y="588"/>
                  </a:lnTo>
                  <a:cubicBezTo>
                    <a:pt x="2590" y="424"/>
                    <a:pt x="2498" y="270"/>
                    <a:pt x="2349" y="198"/>
                  </a:cubicBezTo>
                  <a:lnTo>
                    <a:pt x="1954" y="1"/>
                  </a:lnTo>
                  <a:cubicBezTo>
                    <a:pt x="1796" y="193"/>
                    <a:pt x="1560" y="617"/>
                    <a:pt x="1295" y="617"/>
                  </a:cubicBezTo>
                  <a:cubicBezTo>
                    <a:pt x="1031" y="617"/>
                    <a:pt x="790" y="198"/>
                    <a:pt x="631"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87"/>
            <p:cNvSpPr/>
            <p:nvPr/>
          </p:nvSpPr>
          <p:spPr>
            <a:xfrm>
              <a:off x="7556974" y="3140116"/>
              <a:ext cx="45321" cy="51012"/>
            </a:xfrm>
            <a:custGeom>
              <a:rect b="b" l="l" r="r" t="t"/>
              <a:pathLst>
                <a:path extrusionOk="0" h="1945" w="1728">
                  <a:moveTo>
                    <a:pt x="641" y="0"/>
                  </a:moveTo>
                  <a:cubicBezTo>
                    <a:pt x="284" y="0"/>
                    <a:pt x="0" y="292"/>
                    <a:pt x="0" y="645"/>
                  </a:cubicBezTo>
                  <a:lnTo>
                    <a:pt x="0" y="1078"/>
                  </a:lnTo>
                  <a:cubicBezTo>
                    <a:pt x="0" y="1554"/>
                    <a:pt x="385" y="1944"/>
                    <a:pt x="866" y="1944"/>
                  </a:cubicBezTo>
                  <a:cubicBezTo>
                    <a:pt x="1343" y="1944"/>
                    <a:pt x="1728" y="1554"/>
                    <a:pt x="1728" y="1078"/>
                  </a:cubicBezTo>
                  <a:lnTo>
                    <a:pt x="1728" y="645"/>
                  </a:lnTo>
                  <a:cubicBezTo>
                    <a:pt x="1728" y="292"/>
                    <a:pt x="1444" y="0"/>
                    <a:pt x="1091" y="0"/>
                  </a:cubicBezTo>
                  <a:cubicBezTo>
                    <a:pt x="1089" y="0"/>
                    <a:pt x="1086" y="0"/>
                    <a:pt x="1083" y="0"/>
                  </a:cubicBezTo>
                  <a:lnTo>
                    <a:pt x="650" y="0"/>
                  </a:lnTo>
                  <a:cubicBezTo>
                    <a:pt x="647" y="0"/>
                    <a:pt x="644" y="0"/>
                    <a:pt x="64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87"/>
            <p:cNvSpPr/>
            <p:nvPr/>
          </p:nvSpPr>
          <p:spPr>
            <a:xfrm>
              <a:off x="7556974" y="3140116"/>
              <a:ext cx="31316" cy="50986"/>
            </a:xfrm>
            <a:custGeom>
              <a:rect b="b" l="l" r="r" t="t"/>
              <a:pathLst>
                <a:path extrusionOk="0" h="1944" w="1194">
                  <a:moveTo>
                    <a:pt x="650" y="0"/>
                  </a:moveTo>
                  <a:cubicBezTo>
                    <a:pt x="294" y="0"/>
                    <a:pt x="0" y="289"/>
                    <a:pt x="5" y="645"/>
                  </a:cubicBezTo>
                  <a:lnTo>
                    <a:pt x="5" y="1078"/>
                  </a:lnTo>
                  <a:cubicBezTo>
                    <a:pt x="1" y="1575"/>
                    <a:pt x="404" y="1943"/>
                    <a:pt x="861" y="1943"/>
                  </a:cubicBezTo>
                  <a:cubicBezTo>
                    <a:pt x="970" y="1943"/>
                    <a:pt x="1083" y="1922"/>
                    <a:pt x="1193" y="1877"/>
                  </a:cubicBezTo>
                  <a:cubicBezTo>
                    <a:pt x="861" y="1747"/>
                    <a:pt x="650" y="1429"/>
                    <a:pt x="650" y="1078"/>
                  </a:cubicBezTo>
                  <a:lnTo>
                    <a:pt x="650" y="645"/>
                  </a:lnTo>
                  <a:cubicBezTo>
                    <a:pt x="650" y="332"/>
                    <a:pt x="876" y="58"/>
                    <a:pt x="1189" y="10"/>
                  </a:cubicBezTo>
                  <a:cubicBezTo>
                    <a:pt x="1155" y="0"/>
                    <a:pt x="1116" y="0"/>
                    <a:pt x="108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87"/>
            <p:cNvSpPr/>
            <p:nvPr/>
          </p:nvSpPr>
          <p:spPr>
            <a:xfrm>
              <a:off x="7556974" y="3140116"/>
              <a:ext cx="45452" cy="22608"/>
            </a:xfrm>
            <a:custGeom>
              <a:rect b="b" l="l" r="r" t="t"/>
              <a:pathLst>
                <a:path extrusionOk="0" h="862" w="1733">
                  <a:moveTo>
                    <a:pt x="1091" y="0"/>
                  </a:moveTo>
                  <a:cubicBezTo>
                    <a:pt x="1089" y="0"/>
                    <a:pt x="1086" y="0"/>
                    <a:pt x="1083" y="0"/>
                  </a:cubicBezTo>
                  <a:lnTo>
                    <a:pt x="650" y="0"/>
                  </a:lnTo>
                  <a:cubicBezTo>
                    <a:pt x="294" y="0"/>
                    <a:pt x="0" y="289"/>
                    <a:pt x="5" y="645"/>
                  </a:cubicBezTo>
                  <a:cubicBezTo>
                    <a:pt x="5" y="645"/>
                    <a:pt x="650" y="861"/>
                    <a:pt x="1732" y="861"/>
                  </a:cubicBezTo>
                  <a:lnTo>
                    <a:pt x="1732" y="645"/>
                  </a:lnTo>
                  <a:cubicBezTo>
                    <a:pt x="1732" y="292"/>
                    <a:pt x="1444" y="0"/>
                    <a:pt x="109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87"/>
            <p:cNvSpPr/>
            <p:nvPr/>
          </p:nvSpPr>
          <p:spPr>
            <a:xfrm>
              <a:off x="7556974" y="3140116"/>
              <a:ext cx="31184" cy="20589"/>
            </a:xfrm>
            <a:custGeom>
              <a:rect b="b" l="l" r="r" t="t"/>
              <a:pathLst>
                <a:path extrusionOk="0" h="785" w="1189">
                  <a:moveTo>
                    <a:pt x="650" y="0"/>
                  </a:moveTo>
                  <a:cubicBezTo>
                    <a:pt x="294" y="0"/>
                    <a:pt x="0" y="289"/>
                    <a:pt x="5" y="645"/>
                  </a:cubicBezTo>
                  <a:cubicBezTo>
                    <a:pt x="217" y="707"/>
                    <a:pt x="433" y="756"/>
                    <a:pt x="650" y="784"/>
                  </a:cubicBezTo>
                  <a:lnTo>
                    <a:pt x="650" y="645"/>
                  </a:lnTo>
                  <a:cubicBezTo>
                    <a:pt x="650" y="332"/>
                    <a:pt x="876" y="58"/>
                    <a:pt x="1189" y="10"/>
                  </a:cubicBezTo>
                  <a:cubicBezTo>
                    <a:pt x="1155" y="0"/>
                    <a:pt x="1116" y="0"/>
                    <a:pt x="1083"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87"/>
            <p:cNvSpPr/>
            <p:nvPr/>
          </p:nvSpPr>
          <p:spPr>
            <a:xfrm>
              <a:off x="7545723" y="3213291"/>
              <a:ext cx="16943" cy="51537"/>
            </a:xfrm>
            <a:custGeom>
              <a:rect b="b" l="l" r="r" t="t"/>
              <a:pathLst>
                <a:path extrusionOk="0" h="1965" w="646">
                  <a:moveTo>
                    <a:pt x="49" y="1"/>
                  </a:moveTo>
                  <a:cubicBezTo>
                    <a:pt x="15" y="63"/>
                    <a:pt x="1" y="131"/>
                    <a:pt x="1" y="203"/>
                  </a:cubicBezTo>
                  <a:lnTo>
                    <a:pt x="1" y="1964"/>
                  </a:lnTo>
                  <a:lnTo>
                    <a:pt x="646" y="1964"/>
                  </a:lnTo>
                  <a:lnTo>
                    <a:pt x="646" y="665"/>
                  </a:lnTo>
                  <a:cubicBezTo>
                    <a:pt x="646" y="530"/>
                    <a:pt x="583" y="400"/>
                    <a:pt x="472" y="319"/>
                  </a:cubicBezTo>
                  <a:lnTo>
                    <a:pt x="4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87"/>
            <p:cNvSpPr/>
            <p:nvPr/>
          </p:nvSpPr>
          <p:spPr>
            <a:xfrm>
              <a:off x="7596709" y="3213291"/>
              <a:ext cx="16943" cy="51537"/>
            </a:xfrm>
            <a:custGeom>
              <a:rect b="b" l="l" r="r" t="t"/>
              <a:pathLst>
                <a:path extrusionOk="0" h="1965" w="646">
                  <a:moveTo>
                    <a:pt x="598" y="1"/>
                  </a:moveTo>
                  <a:lnTo>
                    <a:pt x="174" y="319"/>
                  </a:lnTo>
                  <a:cubicBezTo>
                    <a:pt x="63" y="400"/>
                    <a:pt x="1" y="530"/>
                    <a:pt x="1" y="665"/>
                  </a:cubicBezTo>
                  <a:lnTo>
                    <a:pt x="1" y="1964"/>
                  </a:lnTo>
                  <a:lnTo>
                    <a:pt x="646" y="1964"/>
                  </a:lnTo>
                  <a:lnTo>
                    <a:pt x="646" y="203"/>
                  </a:lnTo>
                  <a:cubicBezTo>
                    <a:pt x="646" y="131"/>
                    <a:pt x="626" y="63"/>
                    <a:pt x="59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87"/>
            <p:cNvSpPr/>
            <p:nvPr/>
          </p:nvSpPr>
          <p:spPr>
            <a:xfrm>
              <a:off x="7636207" y="3185411"/>
              <a:ext cx="68060" cy="53294"/>
            </a:xfrm>
            <a:custGeom>
              <a:rect b="b" l="l" r="r" t="t"/>
              <a:pathLst>
                <a:path extrusionOk="0" h="2032" w="2595">
                  <a:moveTo>
                    <a:pt x="867" y="1"/>
                  </a:moveTo>
                  <a:lnTo>
                    <a:pt x="867" y="434"/>
                  </a:lnTo>
                  <a:cubicBezTo>
                    <a:pt x="867" y="515"/>
                    <a:pt x="819" y="588"/>
                    <a:pt x="747" y="626"/>
                  </a:cubicBezTo>
                  <a:lnTo>
                    <a:pt x="242" y="876"/>
                  </a:lnTo>
                  <a:cubicBezTo>
                    <a:pt x="92" y="948"/>
                    <a:pt x="1" y="1102"/>
                    <a:pt x="1" y="1266"/>
                  </a:cubicBezTo>
                  <a:lnTo>
                    <a:pt x="1" y="2031"/>
                  </a:lnTo>
                  <a:lnTo>
                    <a:pt x="2594" y="2031"/>
                  </a:lnTo>
                  <a:lnTo>
                    <a:pt x="2594" y="1266"/>
                  </a:lnTo>
                  <a:cubicBezTo>
                    <a:pt x="2594" y="1102"/>
                    <a:pt x="2503" y="953"/>
                    <a:pt x="2359" y="876"/>
                  </a:cubicBezTo>
                  <a:lnTo>
                    <a:pt x="1853" y="626"/>
                  </a:lnTo>
                  <a:cubicBezTo>
                    <a:pt x="1776" y="588"/>
                    <a:pt x="1733" y="515"/>
                    <a:pt x="1733" y="434"/>
                  </a:cubicBezTo>
                  <a:lnTo>
                    <a:pt x="173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87"/>
            <p:cNvSpPr/>
            <p:nvPr/>
          </p:nvSpPr>
          <p:spPr>
            <a:xfrm>
              <a:off x="7636339" y="3203193"/>
              <a:ext cx="68060" cy="61635"/>
            </a:xfrm>
            <a:custGeom>
              <a:rect b="b" l="l" r="r" t="t"/>
              <a:pathLst>
                <a:path extrusionOk="0" h="2350" w="2595">
                  <a:moveTo>
                    <a:pt x="636" y="1"/>
                  </a:moveTo>
                  <a:lnTo>
                    <a:pt x="241" y="198"/>
                  </a:lnTo>
                  <a:cubicBezTo>
                    <a:pt x="97" y="270"/>
                    <a:pt x="1" y="424"/>
                    <a:pt x="1" y="588"/>
                  </a:cubicBezTo>
                  <a:lnTo>
                    <a:pt x="1" y="2349"/>
                  </a:lnTo>
                  <a:lnTo>
                    <a:pt x="2594" y="2349"/>
                  </a:lnTo>
                  <a:lnTo>
                    <a:pt x="2594" y="588"/>
                  </a:lnTo>
                  <a:cubicBezTo>
                    <a:pt x="2594" y="424"/>
                    <a:pt x="2498" y="270"/>
                    <a:pt x="2354" y="198"/>
                  </a:cubicBezTo>
                  <a:lnTo>
                    <a:pt x="1959" y="1"/>
                  </a:lnTo>
                  <a:cubicBezTo>
                    <a:pt x="1800" y="193"/>
                    <a:pt x="1565" y="617"/>
                    <a:pt x="1300" y="617"/>
                  </a:cubicBezTo>
                  <a:cubicBezTo>
                    <a:pt x="1030" y="617"/>
                    <a:pt x="795" y="198"/>
                    <a:pt x="636"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87"/>
            <p:cNvSpPr/>
            <p:nvPr/>
          </p:nvSpPr>
          <p:spPr>
            <a:xfrm>
              <a:off x="7647695" y="3140116"/>
              <a:ext cx="45347" cy="51012"/>
            </a:xfrm>
            <a:custGeom>
              <a:rect b="b" l="l" r="r" t="t"/>
              <a:pathLst>
                <a:path extrusionOk="0" h="1945" w="1729">
                  <a:moveTo>
                    <a:pt x="637" y="0"/>
                  </a:moveTo>
                  <a:cubicBezTo>
                    <a:pt x="285" y="0"/>
                    <a:pt x="1" y="292"/>
                    <a:pt x="1" y="645"/>
                  </a:cubicBezTo>
                  <a:lnTo>
                    <a:pt x="1" y="1078"/>
                  </a:lnTo>
                  <a:cubicBezTo>
                    <a:pt x="1" y="1554"/>
                    <a:pt x="386" y="1944"/>
                    <a:pt x="862" y="1944"/>
                  </a:cubicBezTo>
                  <a:cubicBezTo>
                    <a:pt x="1338" y="1944"/>
                    <a:pt x="1728" y="1554"/>
                    <a:pt x="1728" y="1078"/>
                  </a:cubicBezTo>
                  <a:lnTo>
                    <a:pt x="1728" y="645"/>
                  </a:lnTo>
                  <a:cubicBezTo>
                    <a:pt x="1728" y="289"/>
                    <a:pt x="1440" y="0"/>
                    <a:pt x="1079" y="0"/>
                  </a:cubicBezTo>
                  <a:lnTo>
                    <a:pt x="646" y="0"/>
                  </a:lnTo>
                  <a:cubicBezTo>
                    <a:pt x="643" y="0"/>
                    <a:pt x="640" y="0"/>
                    <a:pt x="63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87"/>
            <p:cNvSpPr/>
            <p:nvPr/>
          </p:nvSpPr>
          <p:spPr>
            <a:xfrm>
              <a:off x="7647590" y="3140116"/>
              <a:ext cx="31316" cy="50986"/>
            </a:xfrm>
            <a:custGeom>
              <a:rect b="b" l="l" r="r" t="t"/>
              <a:pathLst>
                <a:path extrusionOk="0" h="1944" w="1194">
                  <a:moveTo>
                    <a:pt x="641" y="0"/>
                  </a:moveTo>
                  <a:cubicBezTo>
                    <a:pt x="289" y="0"/>
                    <a:pt x="5" y="292"/>
                    <a:pt x="5" y="645"/>
                  </a:cubicBezTo>
                  <a:lnTo>
                    <a:pt x="5" y="1078"/>
                  </a:lnTo>
                  <a:cubicBezTo>
                    <a:pt x="1" y="1575"/>
                    <a:pt x="404" y="1943"/>
                    <a:pt x="861" y="1943"/>
                  </a:cubicBezTo>
                  <a:cubicBezTo>
                    <a:pt x="970" y="1943"/>
                    <a:pt x="1083" y="1922"/>
                    <a:pt x="1193" y="1877"/>
                  </a:cubicBezTo>
                  <a:cubicBezTo>
                    <a:pt x="866" y="1747"/>
                    <a:pt x="650" y="1429"/>
                    <a:pt x="650" y="1078"/>
                  </a:cubicBezTo>
                  <a:lnTo>
                    <a:pt x="650" y="645"/>
                  </a:lnTo>
                  <a:cubicBezTo>
                    <a:pt x="650" y="332"/>
                    <a:pt x="881" y="58"/>
                    <a:pt x="1193" y="10"/>
                  </a:cubicBezTo>
                  <a:cubicBezTo>
                    <a:pt x="1155" y="0"/>
                    <a:pt x="1121" y="0"/>
                    <a:pt x="1083" y="0"/>
                  </a:cubicBezTo>
                  <a:lnTo>
                    <a:pt x="650" y="0"/>
                  </a:lnTo>
                  <a:cubicBezTo>
                    <a:pt x="647" y="0"/>
                    <a:pt x="644" y="0"/>
                    <a:pt x="64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87"/>
            <p:cNvSpPr/>
            <p:nvPr/>
          </p:nvSpPr>
          <p:spPr>
            <a:xfrm>
              <a:off x="7647564" y="3140116"/>
              <a:ext cx="45478" cy="22608"/>
            </a:xfrm>
            <a:custGeom>
              <a:rect b="b" l="l" r="r" t="t"/>
              <a:pathLst>
                <a:path extrusionOk="0" h="862" w="1734">
                  <a:moveTo>
                    <a:pt x="642" y="0"/>
                  </a:moveTo>
                  <a:cubicBezTo>
                    <a:pt x="290" y="0"/>
                    <a:pt x="1" y="292"/>
                    <a:pt x="1" y="645"/>
                  </a:cubicBezTo>
                  <a:cubicBezTo>
                    <a:pt x="1" y="645"/>
                    <a:pt x="651" y="861"/>
                    <a:pt x="1733" y="861"/>
                  </a:cubicBezTo>
                  <a:lnTo>
                    <a:pt x="1733" y="645"/>
                  </a:lnTo>
                  <a:cubicBezTo>
                    <a:pt x="1733" y="292"/>
                    <a:pt x="1444" y="0"/>
                    <a:pt x="1092" y="0"/>
                  </a:cubicBezTo>
                  <a:cubicBezTo>
                    <a:pt x="1089" y="0"/>
                    <a:pt x="1087" y="0"/>
                    <a:pt x="1084" y="0"/>
                  </a:cubicBezTo>
                  <a:lnTo>
                    <a:pt x="651" y="0"/>
                  </a:lnTo>
                  <a:cubicBezTo>
                    <a:pt x="648" y="0"/>
                    <a:pt x="645" y="0"/>
                    <a:pt x="6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87"/>
            <p:cNvSpPr/>
            <p:nvPr/>
          </p:nvSpPr>
          <p:spPr>
            <a:xfrm>
              <a:off x="7647695" y="3140116"/>
              <a:ext cx="31211" cy="20589"/>
            </a:xfrm>
            <a:custGeom>
              <a:rect b="b" l="l" r="r" t="t"/>
              <a:pathLst>
                <a:path extrusionOk="0" h="785" w="1190">
                  <a:moveTo>
                    <a:pt x="637" y="0"/>
                  </a:moveTo>
                  <a:cubicBezTo>
                    <a:pt x="285" y="0"/>
                    <a:pt x="1" y="292"/>
                    <a:pt x="1" y="645"/>
                  </a:cubicBezTo>
                  <a:cubicBezTo>
                    <a:pt x="213" y="707"/>
                    <a:pt x="429" y="756"/>
                    <a:pt x="646" y="784"/>
                  </a:cubicBezTo>
                  <a:lnTo>
                    <a:pt x="646" y="645"/>
                  </a:lnTo>
                  <a:cubicBezTo>
                    <a:pt x="646" y="332"/>
                    <a:pt x="877" y="58"/>
                    <a:pt x="1189" y="10"/>
                  </a:cubicBezTo>
                  <a:cubicBezTo>
                    <a:pt x="1151" y="0"/>
                    <a:pt x="1117" y="0"/>
                    <a:pt x="1079" y="0"/>
                  </a:cubicBezTo>
                  <a:lnTo>
                    <a:pt x="646" y="0"/>
                  </a:lnTo>
                  <a:cubicBezTo>
                    <a:pt x="643" y="0"/>
                    <a:pt x="640" y="0"/>
                    <a:pt x="63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87"/>
            <p:cNvSpPr/>
            <p:nvPr/>
          </p:nvSpPr>
          <p:spPr>
            <a:xfrm>
              <a:off x="7636339" y="3213291"/>
              <a:ext cx="16943" cy="51537"/>
            </a:xfrm>
            <a:custGeom>
              <a:rect b="b" l="l" r="r" t="t"/>
              <a:pathLst>
                <a:path extrusionOk="0" h="1965" w="646">
                  <a:moveTo>
                    <a:pt x="54" y="1"/>
                  </a:moveTo>
                  <a:cubicBezTo>
                    <a:pt x="20" y="63"/>
                    <a:pt x="1" y="131"/>
                    <a:pt x="1" y="203"/>
                  </a:cubicBezTo>
                  <a:lnTo>
                    <a:pt x="1" y="1964"/>
                  </a:lnTo>
                  <a:lnTo>
                    <a:pt x="646" y="1964"/>
                  </a:lnTo>
                  <a:lnTo>
                    <a:pt x="646" y="665"/>
                  </a:lnTo>
                  <a:cubicBezTo>
                    <a:pt x="646" y="530"/>
                    <a:pt x="583" y="400"/>
                    <a:pt x="472" y="319"/>
                  </a:cubicBezTo>
                  <a:lnTo>
                    <a:pt x="5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87"/>
            <p:cNvSpPr/>
            <p:nvPr/>
          </p:nvSpPr>
          <p:spPr>
            <a:xfrm>
              <a:off x="7687325" y="3213291"/>
              <a:ext cx="17074" cy="51537"/>
            </a:xfrm>
            <a:custGeom>
              <a:rect b="b" l="l" r="r" t="t"/>
              <a:pathLst>
                <a:path extrusionOk="0" h="1965" w="651">
                  <a:moveTo>
                    <a:pt x="597" y="1"/>
                  </a:moveTo>
                  <a:lnTo>
                    <a:pt x="174" y="319"/>
                  </a:lnTo>
                  <a:cubicBezTo>
                    <a:pt x="63" y="400"/>
                    <a:pt x="1" y="530"/>
                    <a:pt x="1" y="665"/>
                  </a:cubicBezTo>
                  <a:lnTo>
                    <a:pt x="1" y="1964"/>
                  </a:lnTo>
                  <a:lnTo>
                    <a:pt x="650" y="1964"/>
                  </a:lnTo>
                  <a:lnTo>
                    <a:pt x="650" y="203"/>
                  </a:lnTo>
                  <a:cubicBezTo>
                    <a:pt x="645" y="131"/>
                    <a:pt x="631" y="63"/>
                    <a:pt x="59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87"/>
            <p:cNvSpPr/>
            <p:nvPr/>
          </p:nvSpPr>
          <p:spPr>
            <a:xfrm>
              <a:off x="7726955" y="3185411"/>
              <a:ext cx="68060" cy="53294"/>
            </a:xfrm>
            <a:custGeom>
              <a:rect b="b" l="l" r="r" t="t"/>
              <a:pathLst>
                <a:path extrusionOk="0" h="2032" w="2595">
                  <a:moveTo>
                    <a:pt x="867" y="1"/>
                  </a:moveTo>
                  <a:lnTo>
                    <a:pt x="867" y="434"/>
                  </a:lnTo>
                  <a:cubicBezTo>
                    <a:pt x="867" y="515"/>
                    <a:pt x="819" y="588"/>
                    <a:pt x="746" y="626"/>
                  </a:cubicBezTo>
                  <a:lnTo>
                    <a:pt x="241" y="876"/>
                  </a:lnTo>
                  <a:cubicBezTo>
                    <a:pt x="92" y="948"/>
                    <a:pt x="1" y="1102"/>
                    <a:pt x="1" y="1266"/>
                  </a:cubicBezTo>
                  <a:lnTo>
                    <a:pt x="1" y="2031"/>
                  </a:lnTo>
                  <a:lnTo>
                    <a:pt x="2594" y="2031"/>
                  </a:lnTo>
                  <a:lnTo>
                    <a:pt x="2594" y="1266"/>
                  </a:lnTo>
                  <a:cubicBezTo>
                    <a:pt x="2594" y="1102"/>
                    <a:pt x="2503" y="953"/>
                    <a:pt x="2354" y="876"/>
                  </a:cubicBezTo>
                  <a:lnTo>
                    <a:pt x="1848" y="626"/>
                  </a:lnTo>
                  <a:cubicBezTo>
                    <a:pt x="1776" y="588"/>
                    <a:pt x="1728" y="515"/>
                    <a:pt x="1728" y="434"/>
                  </a:cubicBezTo>
                  <a:lnTo>
                    <a:pt x="17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87"/>
            <p:cNvSpPr/>
            <p:nvPr/>
          </p:nvSpPr>
          <p:spPr>
            <a:xfrm>
              <a:off x="7727086" y="3203193"/>
              <a:ext cx="67929" cy="61635"/>
            </a:xfrm>
            <a:custGeom>
              <a:rect b="b" l="l" r="r" t="t"/>
              <a:pathLst>
                <a:path extrusionOk="0" h="2350" w="2590">
                  <a:moveTo>
                    <a:pt x="636" y="1"/>
                  </a:moveTo>
                  <a:lnTo>
                    <a:pt x="241" y="198"/>
                  </a:lnTo>
                  <a:cubicBezTo>
                    <a:pt x="92" y="270"/>
                    <a:pt x="0" y="424"/>
                    <a:pt x="0" y="588"/>
                  </a:cubicBezTo>
                  <a:lnTo>
                    <a:pt x="0" y="2349"/>
                  </a:lnTo>
                  <a:lnTo>
                    <a:pt x="2589" y="2349"/>
                  </a:lnTo>
                  <a:lnTo>
                    <a:pt x="2589" y="588"/>
                  </a:lnTo>
                  <a:cubicBezTo>
                    <a:pt x="2589" y="424"/>
                    <a:pt x="2498" y="270"/>
                    <a:pt x="2349" y="198"/>
                  </a:cubicBezTo>
                  <a:lnTo>
                    <a:pt x="1959" y="1"/>
                  </a:lnTo>
                  <a:cubicBezTo>
                    <a:pt x="1795" y="193"/>
                    <a:pt x="1559" y="617"/>
                    <a:pt x="1295" y="617"/>
                  </a:cubicBezTo>
                  <a:cubicBezTo>
                    <a:pt x="1030" y="617"/>
                    <a:pt x="790" y="198"/>
                    <a:pt x="636"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87"/>
            <p:cNvSpPr/>
            <p:nvPr/>
          </p:nvSpPr>
          <p:spPr>
            <a:xfrm>
              <a:off x="7738311" y="3140116"/>
              <a:ext cx="45347" cy="51012"/>
            </a:xfrm>
            <a:custGeom>
              <a:rect b="b" l="l" r="r" t="t"/>
              <a:pathLst>
                <a:path extrusionOk="0" h="1945" w="1729">
                  <a:moveTo>
                    <a:pt x="641" y="0"/>
                  </a:moveTo>
                  <a:cubicBezTo>
                    <a:pt x="285" y="0"/>
                    <a:pt x="1" y="292"/>
                    <a:pt x="1" y="645"/>
                  </a:cubicBezTo>
                  <a:lnTo>
                    <a:pt x="1" y="1078"/>
                  </a:lnTo>
                  <a:cubicBezTo>
                    <a:pt x="1" y="1554"/>
                    <a:pt x="386" y="1944"/>
                    <a:pt x="867" y="1944"/>
                  </a:cubicBezTo>
                  <a:cubicBezTo>
                    <a:pt x="1343" y="1944"/>
                    <a:pt x="1728" y="1554"/>
                    <a:pt x="1728" y="1078"/>
                  </a:cubicBezTo>
                  <a:lnTo>
                    <a:pt x="1728" y="645"/>
                  </a:lnTo>
                  <a:cubicBezTo>
                    <a:pt x="1728" y="289"/>
                    <a:pt x="1439" y="0"/>
                    <a:pt x="1083" y="0"/>
                  </a:cubicBezTo>
                  <a:lnTo>
                    <a:pt x="650" y="0"/>
                  </a:lnTo>
                  <a:cubicBezTo>
                    <a:pt x="647" y="0"/>
                    <a:pt x="644" y="0"/>
                    <a:pt x="64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87"/>
            <p:cNvSpPr/>
            <p:nvPr/>
          </p:nvSpPr>
          <p:spPr>
            <a:xfrm>
              <a:off x="7738311" y="3140116"/>
              <a:ext cx="31211" cy="50986"/>
            </a:xfrm>
            <a:custGeom>
              <a:rect b="b" l="l" r="r" t="t"/>
              <a:pathLst>
                <a:path extrusionOk="0" h="1944" w="1190">
                  <a:moveTo>
                    <a:pt x="641" y="0"/>
                  </a:moveTo>
                  <a:cubicBezTo>
                    <a:pt x="285" y="0"/>
                    <a:pt x="1" y="292"/>
                    <a:pt x="1" y="645"/>
                  </a:cubicBezTo>
                  <a:lnTo>
                    <a:pt x="1" y="1078"/>
                  </a:lnTo>
                  <a:cubicBezTo>
                    <a:pt x="1" y="1575"/>
                    <a:pt x="405" y="1943"/>
                    <a:pt x="859" y="1943"/>
                  </a:cubicBezTo>
                  <a:cubicBezTo>
                    <a:pt x="968" y="1943"/>
                    <a:pt x="1079" y="1922"/>
                    <a:pt x="1189" y="1877"/>
                  </a:cubicBezTo>
                  <a:cubicBezTo>
                    <a:pt x="862" y="1747"/>
                    <a:pt x="650" y="1429"/>
                    <a:pt x="650" y="1078"/>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87"/>
            <p:cNvSpPr/>
            <p:nvPr/>
          </p:nvSpPr>
          <p:spPr>
            <a:xfrm>
              <a:off x="7738311" y="3140116"/>
              <a:ext cx="45347" cy="22608"/>
            </a:xfrm>
            <a:custGeom>
              <a:rect b="b" l="l" r="r" t="t"/>
              <a:pathLst>
                <a:path extrusionOk="0" h="862" w="1729">
                  <a:moveTo>
                    <a:pt x="1092" y="0"/>
                  </a:moveTo>
                  <a:cubicBezTo>
                    <a:pt x="1089" y="0"/>
                    <a:pt x="1086" y="0"/>
                    <a:pt x="1083" y="0"/>
                  </a:cubicBezTo>
                  <a:lnTo>
                    <a:pt x="650" y="0"/>
                  </a:lnTo>
                  <a:cubicBezTo>
                    <a:pt x="289" y="0"/>
                    <a:pt x="1" y="289"/>
                    <a:pt x="1" y="645"/>
                  </a:cubicBezTo>
                  <a:cubicBezTo>
                    <a:pt x="1" y="645"/>
                    <a:pt x="650" y="861"/>
                    <a:pt x="1728" y="861"/>
                  </a:cubicBezTo>
                  <a:lnTo>
                    <a:pt x="1728" y="645"/>
                  </a:lnTo>
                  <a:cubicBezTo>
                    <a:pt x="1728" y="292"/>
                    <a:pt x="1444" y="0"/>
                    <a:pt x="10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87"/>
            <p:cNvSpPr/>
            <p:nvPr/>
          </p:nvSpPr>
          <p:spPr>
            <a:xfrm>
              <a:off x="7738311" y="3140116"/>
              <a:ext cx="31211" cy="20589"/>
            </a:xfrm>
            <a:custGeom>
              <a:rect b="b" l="l" r="r" t="t"/>
              <a:pathLst>
                <a:path extrusionOk="0" h="785" w="1190">
                  <a:moveTo>
                    <a:pt x="641" y="0"/>
                  </a:moveTo>
                  <a:cubicBezTo>
                    <a:pt x="285" y="0"/>
                    <a:pt x="1" y="292"/>
                    <a:pt x="1" y="645"/>
                  </a:cubicBezTo>
                  <a:cubicBezTo>
                    <a:pt x="212" y="707"/>
                    <a:pt x="429" y="756"/>
                    <a:pt x="650" y="784"/>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87"/>
            <p:cNvSpPr/>
            <p:nvPr/>
          </p:nvSpPr>
          <p:spPr>
            <a:xfrm>
              <a:off x="7727086" y="3213291"/>
              <a:ext cx="16943" cy="51537"/>
            </a:xfrm>
            <a:custGeom>
              <a:rect b="b" l="l" r="r" t="t"/>
              <a:pathLst>
                <a:path extrusionOk="0" h="1965" w="646">
                  <a:moveTo>
                    <a:pt x="53" y="1"/>
                  </a:moveTo>
                  <a:cubicBezTo>
                    <a:pt x="20" y="63"/>
                    <a:pt x="0" y="131"/>
                    <a:pt x="0" y="203"/>
                  </a:cubicBezTo>
                  <a:lnTo>
                    <a:pt x="0" y="1964"/>
                  </a:lnTo>
                  <a:lnTo>
                    <a:pt x="645" y="1964"/>
                  </a:lnTo>
                  <a:lnTo>
                    <a:pt x="645" y="665"/>
                  </a:lnTo>
                  <a:cubicBezTo>
                    <a:pt x="645" y="530"/>
                    <a:pt x="583" y="400"/>
                    <a:pt x="472" y="319"/>
                  </a:cubicBezTo>
                  <a:lnTo>
                    <a:pt x="53"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87"/>
            <p:cNvSpPr/>
            <p:nvPr/>
          </p:nvSpPr>
          <p:spPr>
            <a:xfrm>
              <a:off x="7777941" y="3213291"/>
              <a:ext cx="17074" cy="51537"/>
            </a:xfrm>
            <a:custGeom>
              <a:rect b="b" l="l" r="r" t="t"/>
              <a:pathLst>
                <a:path extrusionOk="0" h="1965" w="651">
                  <a:moveTo>
                    <a:pt x="597" y="1"/>
                  </a:moveTo>
                  <a:lnTo>
                    <a:pt x="174" y="319"/>
                  </a:lnTo>
                  <a:cubicBezTo>
                    <a:pt x="68" y="400"/>
                    <a:pt x="1" y="530"/>
                    <a:pt x="1" y="665"/>
                  </a:cubicBezTo>
                  <a:lnTo>
                    <a:pt x="1" y="1964"/>
                  </a:lnTo>
                  <a:lnTo>
                    <a:pt x="650" y="1964"/>
                  </a:lnTo>
                  <a:lnTo>
                    <a:pt x="650" y="203"/>
                  </a:lnTo>
                  <a:cubicBezTo>
                    <a:pt x="650" y="131"/>
                    <a:pt x="631" y="63"/>
                    <a:pt x="597"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87"/>
            <p:cNvSpPr/>
            <p:nvPr/>
          </p:nvSpPr>
          <p:spPr>
            <a:xfrm>
              <a:off x="7817571" y="3185411"/>
              <a:ext cx="68034" cy="53294"/>
            </a:xfrm>
            <a:custGeom>
              <a:rect b="b" l="l" r="r" t="t"/>
              <a:pathLst>
                <a:path extrusionOk="0" h="2032" w="2594">
                  <a:moveTo>
                    <a:pt x="867" y="1"/>
                  </a:moveTo>
                  <a:lnTo>
                    <a:pt x="867" y="434"/>
                  </a:lnTo>
                  <a:cubicBezTo>
                    <a:pt x="867" y="515"/>
                    <a:pt x="818" y="588"/>
                    <a:pt x="746" y="626"/>
                  </a:cubicBezTo>
                  <a:lnTo>
                    <a:pt x="241" y="876"/>
                  </a:lnTo>
                  <a:cubicBezTo>
                    <a:pt x="92" y="948"/>
                    <a:pt x="0" y="1102"/>
                    <a:pt x="0" y="1266"/>
                  </a:cubicBezTo>
                  <a:lnTo>
                    <a:pt x="0" y="2031"/>
                  </a:lnTo>
                  <a:lnTo>
                    <a:pt x="2594" y="2031"/>
                  </a:lnTo>
                  <a:lnTo>
                    <a:pt x="2594" y="1266"/>
                  </a:lnTo>
                  <a:cubicBezTo>
                    <a:pt x="2594" y="1102"/>
                    <a:pt x="2503" y="953"/>
                    <a:pt x="2358" y="876"/>
                  </a:cubicBezTo>
                  <a:lnTo>
                    <a:pt x="1853" y="626"/>
                  </a:lnTo>
                  <a:cubicBezTo>
                    <a:pt x="1776" y="588"/>
                    <a:pt x="1733" y="515"/>
                    <a:pt x="1733" y="434"/>
                  </a:cubicBezTo>
                  <a:lnTo>
                    <a:pt x="173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87"/>
            <p:cNvSpPr/>
            <p:nvPr/>
          </p:nvSpPr>
          <p:spPr>
            <a:xfrm>
              <a:off x="7817702" y="3203193"/>
              <a:ext cx="68034" cy="61635"/>
            </a:xfrm>
            <a:custGeom>
              <a:rect b="b" l="l" r="r" t="t"/>
              <a:pathLst>
                <a:path extrusionOk="0" h="2350" w="2594">
                  <a:moveTo>
                    <a:pt x="635" y="1"/>
                  </a:moveTo>
                  <a:lnTo>
                    <a:pt x="241" y="198"/>
                  </a:lnTo>
                  <a:cubicBezTo>
                    <a:pt x="96" y="270"/>
                    <a:pt x="0" y="424"/>
                    <a:pt x="0" y="588"/>
                  </a:cubicBezTo>
                  <a:lnTo>
                    <a:pt x="0" y="2349"/>
                  </a:lnTo>
                  <a:lnTo>
                    <a:pt x="2594" y="2349"/>
                  </a:lnTo>
                  <a:lnTo>
                    <a:pt x="2594" y="588"/>
                  </a:lnTo>
                  <a:cubicBezTo>
                    <a:pt x="2594" y="424"/>
                    <a:pt x="2498" y="270"/>
                    <a:pt x="2353" y="198"/>
                  </a:cubicBezTo>
                  <a:lnTo>
                    <a:pt x="1959" y="1"/>
                  </a:lnTo>
                  <a:cubicBezTo>
                    <a:pt x="1800" y="193"/>
                    <a:pt x="1564" y="617"/>
                    <a:pt x="1299" y="617"/>
                  </a:cubicBezTo>
                  <a:cubicBezTo>
                    <a:pt x="1030" y="617"/>
                    <a:pt x="794" y="198"/>
                    <a:pt x="63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87"/>
            <p:cNvSpPr/>
            <p:nvPr/>
          </p:nvSpPr>
          <p:spPr>
            <a:xfrm>
              <a:off x="7829058" y="3140116"/>
              <a:ext cx="45321" cy="51012"/>
            </a:xfrm>
            <a:custGeom>
              <a:rect b="b" l="l" r="r" t="t"/>
              <a:pathLst>
                <a:path extrusionOk="0" h="1945" w="1728">
                  <a:moveTo>
                    <a:pt x="636" y="0"/>
                  </a:moveTo>
                  <a:cubicBezTo>
                    <a:pt x="284" y="0"/>
                    <a:pt x="0" y="292"/>
                    <a:pt x="0" y="645"/>
                  </a:cubicBezTo>
                  <a:lnTo>
                    <a:pt x="0" y="1078"/>
                  </a:lnTo>
                  <a:cubicBezTo>
                    <a:pt x="0" y="1554"/>
                    <a:pt x="385" y="1944"/>
                    <a:pt x="862" y="1944"/>
                  </a:cubicBezTo>
                  <a:cubicBezTo>
                    <a:pt x="1338" y="1944"/>
                    <a:pt x="1728" y="1554"/>
                    <a:pt x="1728" y="1078"/>
                  </a:cubicBezTo>
                  <a:lnTo>
                    <a:pt x="1728" y="645"/>
                  </a:lnTo>
                  <a:cubicBezTo>
                    <a:pt x="1728" y="292"/>
                    <a:pt x="1444" y="0"/>
                    <a:pt x="1087" y="0"/>
                  </a:cubicBezTo>
                  <a:cubicBezTo>
                    <a:pt x="1084" y="0"/>
                    <a:pt x="1081" y="0"/>
                    <a:pt x="1078" y="0"/>
                  </a:cubicBezTo>
                  <a:lnTo>
                    <a:pt x="645" y="0"/>
                  </a:lnTo>
                  <a:cubicBezTo>
                    <a:pt x="642" y="0"/>
                    <a:pt x="639" y="0"/>
                    <a:pt x="63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87"/>
            <p:cNvSpPr/>
            <p:nvPr/>
          </p:nvSpPr>
          <p:spPr>
            <a:xfrm>
              <a:off x="7828953" y="3140116"/>
              <a:ext cx="31289" cy="50986"/>
            </a:xfrm>
            <a:custGeom>
              <a:rect b="b" l="l" r="r" t="t"/>
              <a:pathLst>
                <a:path extrusionOk="0" h="1944" w="1193">
                  <a:moveTo>
                    <a:pt x="649" y="0"/>
                  </a:moveTo>
                  <a:cubicBezTo>
                    <a:pt x="293" y="0"/>
                    <a:pt x="4" y="289"/>
                    <a:pt x="4" y="645"/>
                  </a:cubicBezTo>
                  <a:lnTo>
                    <a:pt x="4" y="1078"/>
                  </a:lnTo>
                  <a:cubicBezTo>
                    <a:pt x="0" y="1575"/>
                    <a:pt x="407" y="1943"/>
                    <a:pt x="862" y="1943"/>
                  </a:cubicBezTo>
                  <a:cubicBezTo>
                    <a:pt x="971" y="1943"/>
                    <a:pt x="1083" y="1922"/>
                    <a:pt x="1193" y="1877"/>
                  </a:cubicBezTo>
                  <a:cubicBezTo>
                    <a:pt x="866" y="1747"/>
                    <a:pt x="649" y="1429"/>
                    <a:pt x="649" y="1078"/>
                  </a:cubicBezTo>
                  <a:lnTo>
                    <a:pt x="649" y="645"/>
                  </a:lnTo>
                  <a:cubicBezTo>
                    <a:pt x="649" y="332"/>
                    <a:pt x="880" y="58"/>
                    <a:pt x="1193" y="10"/>
                  </a:cubicBezTo>
                  <a:cubicBezTo>
                    <a:pt x="1154" y="0"/>
                    <a:pt x="1121" y="0"/>
                    <a:pt x="108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87"/>
            <p:cNvSpPr/>
            <p:nvPr/>
          </p:nvSpPr>
          <p:spPr>
            <a:xfrm>
              <a:off x="7828927" y="3140116"/>
              <a:ext cx="45452" cy="22608"/>
            </a:xfrm>
            <a:custGeom>
              <a:rect b="b" l="l" r="r" t="t"/>
              <a:pathLst>
                <a:path extrusionOk="0" h="862" w="1733">
                  <a:moveTo>
                    <a:pt x="1092" y="0"/>
                  </a:moveTo>
                  <a:cubicBezTo>
                    <a:pt x="1089" y="0"/>
                    <a:pt x="1086" y="0"/>
                    <a:pt x="1083" y="0"/>
                  </a:cubicBezTo>
                  <a:lnTo>
                    <a:pt x="650" y="0"/>
                  </a:lnTo>
                  <a:cubicBezTo>
                    <a:pt x="294" y="0"/>
                    <a:pt x="0" y="289"/>
                    <a:pt x="0" y="645"/>
                  </a:cubicBezTo>
                  <a:cubicBezTo>
                    <a:pt x="0" y="645"/>
                    <a:pt x="650" y="861"/>
                    <a:pt x="1733" y="861"/>
                  </a:cubicBezTo>
                  <a:lnTo>
                    <a:pt x="1733" y="645"/>
                  </a:lnTo>
                  <a:cubicBezTo>
                    <a:pt x="1733" y="292"/>
                    <a:pt x="1444" y="0"/>
                    <a:pt x="10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87"/>
            <p:cNvSpPr/>
            <p:nvPr/>
          </p:nvSpPr>
          <p:spPr>
            <a:xfrm>
              <a:off x="7829058" y="3140116"/>
              <a:ext cx="31184" cy="20589"/>
            </a:xfrm>
            <a:custGeom>
              <a:rect b="b" l="l" r="r" t="t"/>
              <a:pathLst>
                <a:path extrusionOk="0" h="785" w="1189">
                  <a:moveTo>
                    <a:pt x="645" y="0"/>
                  </a:moveTo>
                  <a:cubicBezTo>
                    <a:pt x="289" y="0"/>
                    <a:pt x="0" y="289"/>
                    <a:pt x="0" y="645"/>
                  </a:cubicBezTo>
                  <a:cubicBezTo>
                    <a:pt x="212" y="707"/>
                    <a:pt x="429" y="756"/>
                    <a:pt x="645" y="784"/>
                  </a:cubicBezTo>
                  <a:lnTo>
                    <a:pt x="645" y="645"/>
                  </a:lnTo>
                  <a:cubicBezTo>
                    <a:pt x="645" y="332"/>
                    <a:pt x="876" y="58"/>
                    <a:pt x="1189" y="10"/>
                  </a:cubicBezTo>
                  <a:cubicBezTo>
                    <a:pt x="1150" y="0"/>
                    <a:pt x="1117" y="0"/>
                    <a:pt x="107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87"/>
            <p:cNvSpPr/>
            <p:nvPr/>
          </p:nvSpPr>
          <p:spPr>
            <a:xfrm>
              <a:off x="7817702" y="3213291"/>
              <a:ext cx="17048" cy="51537"/>
            </a:xfrm>
            <a:custGeom>
              <a:rect b="b" l="l" r="r" t="t"/>
              <a:pathLst>
                <a:path extrusionOk="0" h="1965" w="650">
                  <a:moveTo>
                    <a:pt x="53" y="1"/>
                  </a:moveTo>
                  <a:cubicBezTo>
                    <a:pt x="19" y="63"/>
                    <a:pt x="0" y="131"/>
                    <a:pt x="0" y="203"/>
                  </a:cubicBezTo>
                  <a:lnTo>
                    <a:pt x="0" y="1964"/>
                  </a:lnTo>
                  <a:lnTo>
                    <a:pt x="650" y="1964"/>
                  </a:lnTo>
                  <a:lnTo>
                    <a:pt x="650" y="665"/>
                  </a:lnTo>
                  <a:cubicBezTo>
                    <a:pt x="645" y="530"/>
                    <a:pt x="582" y="400"/>
                    <a:pt x="477" y="319"/>
                  </a:cubicBezTo>
                  <a:lnTo>
                    <a:pt x="53"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87"/>
            <p:cNvSpPr/>
            <p:nvPr/>
          </p:nvSpPr>
          <p:spPr>
            <a:xfrm>
              <a:off x="7868688" y="3213291"/>
              <a:ext cx="17048" cy="51537"/>
            </a:xfrm>
            <a:custGeom>
              <a:rect b="b" l="l" r="r" t="t"/>
              <a:pathLst>
                <a:path extrusionOk="0" h="1965" w="650">
                  <a:moveTo>
                    <a:pt x="597" y="1"/>
                  </a:moveTo>
                  <a:lnTo>
                    <a:pt x="173" y="319"/>
                  </a:lnTo>
                  <a:cubicBezTo>
                    <a:pt x="63" y="400"/>
                    <a:pt x="0" y="530"/>
                    <a:pt x="0" y="665"/>
                  </a:cubicBezTo>
                  <a:lnTo>
                    <a:pt x="0" y="1964"/>
                  </a:lnTo>
                  <a:lnTo>
                    <a:pt x="650" y="1964"/>
                  </a:lnTo>
                  <a:lnTo>
                    <a:pt x="650" y="203"/>
                  </a:lnTo>
                  <a:cubicBezTo>
                    <a:pt x="645" y="131"/>
                    <a:pt x="630" y="63"/>
                    <a:pt x="597"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87"/>
            <p:cNvSpPr/>
            <p:nvPr/>
          </p:nvSpPr>
          <p:spPr>
            <a:xfrm>
              <a:off x="7630805" y="3134818"/>
              <a:ext cx="78892" cy="135544"/>
            </a:xfrm>
            <a:custGeom>
              <a:rect b="b" l="l" r="r" t="t"/>
              <a:pathLst>
                <a:path extrusionOk="0" h="5168" w="3008">
                  <a:moveTo>
                    <a:pt x="1718" y="409"/>
                  </a:moveTo>
                  <a:cubicBezTo>
                    <a:pt x="1968" y="409"/>
                    <a:pt x="2165" y="606"/>
                    <a:pt x="2165" y="852"/>
                  </a:cubicBezTo>
                  <a:lnTo>
                    <a:pt x="2165" y="1285"/>
                  </a:lnTo>
                  <a:cubicBezTo>
                    <a:pt x="2165" y="1655"/>
                    <a:pt x="1867" y="1949"/>
                    <a:pt x="1501" y="1949"/>
                  </a:cubicBezTo>
                  <a:cubicBezTo>
                    <a:pt x="1136" y="1949"/>
                    <a:pt x="837" y="1655"/>
                    <a:pt x="837" y="1285"/>
                  </a:cubicBezTo>
                  <a:lnTo>
                    <a:pt x="837" y="852"/>
                  </a:lnTo>
                  <a:cubicBezTo>
                    <a:pt x="837" y="606"/>
                    <a:pt x="1039" y="409"/>
                    <a:pt x="1285" y="409"/>
                  </a:cubicBezTo>
                  <a:close/>
                  <a:moveTo>
                    <a:pt x="1732" y="2358"/>
                  </a:moveTo>
                  <a:lnTo>
                    <a:pt x="1732" y="2454"/>
                  </a:lnTo>
                  <a:cubicBezTo>
                    <a:pt x="1732" y="2526"/>
                    <a:pt x="1751" y="2598"/>
                    <a:pt x="1790" y="2666"/>
                  </a:cubicBezTo>
                  <a:lnTo>
                    <a:pt x="1511" y="2940"/>
                  </a:lnTo>
                  <a:cubicBezTo>
                    <a:pt x="1509" y="2942"/>
                    <a:pt x="1505" y="2944"/>
                    <a:pt x="1501" y="2944"/>
                  </a:cubicBezTo>
                  <a:cubicBezTo>
                    <a:pt x="1498" y="2944"/>
                    <a:pt x="1494" y="2942"/>
                    <a:pt x="1492" y="2940"/>
                  </a:cubicBezTo>
                  <a:lnTo>
                    <a:pt x="1217" y="2661"/>
                  </a:lnTo>
                  <a:cubicBezTo>
                    <a:pt x="1251" y="2598"/>
                    <a:pt x="1270" y="2526"/>
                    <a:pt x="1270" y="2454"/>
                  </a:cubicBezTo>
                  <a:lnTo>
                    <a:pt x="1270" y="2358"/>
                  </a:lnTo>
                  <a:close/>
                  <a:moveTo>
                    <a:pt x="1285" y="0"/>
                  </a:moveTo>
                  <a:cubicBezTo>
                    <a:pt x="813" y="0"/>
                    <a:pt x="433" y="385"/>
                    <a:pt x="433" y="852"/>
                  </a:cubicBezTo>
                  <a:lnTo>
                    <a:pt x="433" y="1285"/>
                  </a:lnTo>
                  <a:cubicBezTo>
                    <a:pt x="433" y="1626"/>
                    <a:pt x="597" y="1944"/>
                    <a:pt x="866" y="2146"/>
                  </a:cubicBezTo>
                  <a:lnTo>
                    <a:pt x="866" y="2454"/>
                  </a:lnTo>
                  <a:cubicBezTo>
                    <a:pt x="866" y="2459"/>
                    <a:pt x="866" y="2464"/>
                    <a:pt x="857" y="2464"/>
                  </a:cubicBezTo>
                  <a:lnTo>
                    <a:pt x="351" y="2719"/>
                  </a:lnTo>
                  <a:cubicBezTo>
                    <a:pt x="135" y="2825"/>
                    <a:pt x="0" y="3046"/>
                    <a:pt x="0" y="3286"/>
                  </a:cubicBezTo>
                  <a:lnTo>
                    <a:pt x="0" y="4966"/>
                  </a:lnTo>
                  <a:cubicBezTo>
                    <a:pt x="0" y="5100"/>
                    <a:pt x="101" y="5168"/>
                    <a:pt x="202" y="5168"/>
                  </a:cubicBezTo>
                  <a:cubicBezTo>
                    <a:pt x="303" y="5168"/>
                    <a:pt x="404" y="5100"/>
                    <a:pt x="404" y="4966"/>
                  </a:cubicBezTo>
                  <a:lnTo>
                    <a:pt x="404" y="3286"/>
                  </a:lnTo>
                  <a:cubicBezTo>
                    <a:pt x="404" y="3200"/>
                    <a:pt x="457" y="3118"/>
                    <a:pt x="534" y="3080"/>
                  </a:cubicBezTo>
                  <a:lnTo>
                    <a:pt x="885" y="2906"/>
                  </a:lnTo>
                  <a:lnTo>
                    <a:pt x="1208" y="3224"/>
                  </a:lnTo>
                  <a:cubicBezTo>
                    <a:pt x="1290" y="3306"/>
                    <a:pt x="1397" y="3347"/>
                    <a:pt x="1504" y="3347"/>
                  </a:cubicBezTo>
                  <a:cubicBezTo>
                    <a:pt x="1611" y="3347"/>
                    <a:pt x="1718" y="3306"/>
                    <a:pt x="1800" y="3224"/>
                  </a:cubicBezTo>
                  <a:lnTo>
                    <a:pt x="2122" y="2906"/>
                  </a:lnTo>
                  <a:lnTo>
                    <a:pt x="2473" y="3080"/>
                  </a:lnTo>
                  <a:cubicBezTo>
                    <a:pt x="2550" y="3118"/>
                    <a:pt x="2598" y="3200"/>
                    <a:pt x="2598" y="3286"/>
                  </a:cubicBezTo>
                  <a:lnTo>
                    <a:pt x="2598" y="4966"/>
                  </a:lnTo>
                  <a:cubicBezTo>
                    <a:pt x="2598" y="5100"/>
                    <a:pt x="2701" y="5168"/>
                    <a:pt x="2802" y="5168"/>
                  </a:cubicBezTo>
                  <a:cubicBezTo>
                    <a:pt x="2904" y="5168"/>
                    <a:pt x="3005" y="5100"/>
                    <a:pt x="3003" y="4966"/>
                  </a:cubicBezTo>
                  <a:lnTo>
                    <a:pt x="3003" y="3286"/>
                  </a:lnTo>
                  <a:cubicBezTo>
                    <a:pt x="3007" y="3046"/>
                    <a:pt x="2868" y="2825"/>
                    <a:pt x="2651" y="2719"/>
                  </a:cubicBezTo>
                  <a:lnTo>
                    <a:pt x="2146" y="2464"/>
                  </a:lnTo>
                  <a:cubicBezTo>
                    <a:pt x="2141" y="2464"/>
                    <a:pt x="2136" y="2459"/>
                    <a:pt x="2136" y="2454"/>
                  </a:cubicBezTo>
                  <a:lnTo>
                    <a:pt x="2136" y="2146"/>
                  </a:lnTo>
                  <a:cubicBezTo>
                    <a:pt x="2411" y="1944"/>
                    <a:pt x="2569" y="1626"/>
                    <a:pt x="2569" y="1285"/>
                  </a:cubicBezTo>
                  <a:lnTo>
                    <a:pt x="2569" y="852"/>
                  </a:lnTo>
                  <a:cubicBezTo>
                    <a:pt x="2569" y="385"/>
                    <a:pt x="2189"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87"/>
            <p:cNvSpPr/>
            <p:nvPr/>
          </p:nvSpPr>
          <p:spPr>
            <a:xfrm>
              <a:off x="7721657" y="3134818"/>
              <a:ext cx="78892" cy="135649"/>
            </a:xfrm>
            <a:custGeom>
              <a:rect b="b" l="l" r="r" t="t"/>
              <a:pathLst>
                <a:path extrusionOk="0" h="5172" w="3008">
                  <a:moveTo>
                    <a:pt x="1718" y="409"/>
                  </a:moveTo>
                  <a:cubicBezTo>
                    <a:pt x="1968" y="409"/>
                    <a:pt x="2166" y="606"/>
                    <a:pt x="2166" y="852"/>
                  </a:cubicBezTo>
                  <a:lnTo>
                    <a:pt x="2166" y="1285"/>
                  </a:lnTo>
                  <a:cubicBezTo>
                    <a:pt x="2166" y="1655"/>
                    <a:pt x="1867" y="1949"/>
                    <a:pt x="1502" y="1949"/>
                  </a:cubicBezTo>
                  <a:cubicBezTo>
                    <a:pt x="1136" y="1949"/>
                    <a:pt x="838" y="1655"/>
                    <a:pt x="838" y="1285"/>
                  </a:cubicBezTo>
                  <a:lnTo>
                    <a:pt x="838" y="852"/>
                  </a:lnTo>
                  <a:cubicBezTo>
                    <a:pt x="838" y="606"/>
                    <a:pt x="1040" y="409"/>
                    <a:pt x="1285" y="409"/>
                  </a:cubicBezTo>
                  <a:close/>
                  <a:moveTo>
                    <a:pt x="1733" y="2358"/>
                  </a:moveTo>
                  <a:lnTo>
                    <a:pt x="1733" y="2454"/>
                  </a:lnTo>
                  <a:cubicBezTo>
                    <a:pt x="1733" y="2526"/>
                    <a:pt x="1752" y="2598"/>
                    <a:pt x="1790" y="2666"/>
                  </a:cubicBezTo>
                  <a:lnTo>
                    <a:pt x="1511" y="2940"/>
                  </a:lnTo>
                  <a:cubicBezTo>
                    <a:pt x="1509" y="2942"/>
                    <a:pt x="1505" y="2944"/>
                    <a:pt x="1502" y="2944"/>
                  </a:cubicBezTo>
                  <a:cubicBezTo>
                    <a:pt x="1498" y="2944"/>
                    <a:pt x="1495" y="2942"/>
                    <a:pt x="1492" y="2940"/>
                  </a:cubicBezTo>
                  <a:lnTo>
                    <a:pt x="1218" y="2661"/>
                  </a:lnTo>
                  <a:cubicBezTo>
                    <a:pt x="1252" y="2598"/>
                    <a:pt x="1271" y="2526"/>
                    <a:pt x="1271" y="2454"/>
                  </a:cubicBezTo>
                  <a:lnTo>
                    <a:pt x="1271" y="2358"/>
                  </a:lnTo>
                  <a:close/>
                  <a:moveTo>
                    <a:pt x="1285" y="0"/>
                  </a:moveTo>
                  <a:cubicBezTo>
                    <a:pt x="814" y="0"/>
                    <a:pt x="434" y="385"/>
                    <a:pt x="434" y="857"/>
                  </a:cubicBezTo>
                  <a:lnTo>
                    <a:pt x="434" y="1290"/>
                  </a:lnTo>
                  <a:cubicBezTo>
                    <a:pt x="434" y="1626"/>
                    <a:pt x="597" y="1944"/>
                    <a:pt x="867" y="2146"/>
                  </a:cubicBezTo>
                  <a:lnTo>
                    <a:pt x="867" y="2454"/>
                  </a:lnTo>
                  <a:cubicBezTo>
                    <a:pt x="867" y="2459"/>
                    <a:pt x="867" y="2464"/>
                    <a:pt x="857" y="2464"/>
                  </a:cubicBezTo>
                  <a:lnTo>
                    <a:pt x="352" y="2719"/>
                  </a:lnTo>
                  <a:cubicBezTo>
                    <a:pt x="135" y="2825"/>
                    <a:pt x="0" y="3046"/>
                    <a:pt x="0" y="3286"/>
                  </a:cubicBezTo>
                  <a:lnTo>
                    <a:pt x="0" y="4966"/>
                  </a:lnTo>
                  <a:cubicBezTo>
                    <a:pt x="0"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2" y="2906"/>
                  </a:lnTo>
                  <a:lnTo>
                    <a:pt x="2474" y="3080"/>
                  </a:lnTo>
                  <a:cubicBezTo>
                    <a:pt x="2551" y="3118"/>
                    <a:pt x="2599" y="3200"/>
                    <a:pt x="2599" y="3286"/>
                  </a:cubicBezTo>
                  <a:lnTo>
                    <a:pt x="2599" y="4966"/>
                  </a:lnTo>
                  <a:cubicBezTo>
                    <a:pt x="2599" y="5103"/>
                    <a:pt x="2700" y="5171"/>
                    <a:pt x="2802" y="5171"/>
                  </a:cubicBezTo>
                  <a:cubicBezTo>
                    <a:pt x="2903" y="5171"/>
                    <a:pt x="3005" y="5103"/>
                    <a:pt x="3008" y="4966"/>
                  </a:cubicBezTo>
                  <a:lnTo>
                    <a:pt x="3008" y="3286"/>
                  </a:lnTo>
                  <a:cubicBezTo>
                    <a:pt x="3008" y="3046"/>
                    <a:pt x="2868" y="2825"/>
                    <a:pt x="2652"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87"/>
            <p:cNvSpPr/>
            <p:nvPr/>
          </p:nvSpPr>
          <p:spPr>
            <a:xfrm>
              <a:off x="7812509" y="3134818"/>
              <a:ext cx="78919" cy="135544"/>
            </a:xfrm>
            <a:custGeom>
              <a:rect b="b" l="l" r="r" t="t"/>
              <a:pathLst>
                <a:path extrusionOk="0" h="5168" w="3009">
                  <a:moveTo>
                    <a:pt x="1719" y="409"/>
                  </a:moveTo>
                  <a:cubicBezTo>
                    <a:pt x="1969" y="409"/>
                    <a:pt x="2166" y="606"/>
                    <a:pt x="2166" y="852"/>
                  </a:cubicBezTo>
                  <a:lnTo>
                    <a:pt x="2166" y="1285"/>
                  </a:lnTo>
                  <a:cubicBezTo>
                    <a:pt x="2166" y="1655"/>
                    <a:pt x="1868" y="1949"/>
                    <a:pt x="1502" y="1949"/>
                  </a:cubicBezTo>
                  <a:cubicBezTo>
                    <a:pt x="1137" y="1949"/>
                    <a:pt x="838" y="1655"/>
                    <a:pt x="838" y="1285"/>
                  </a:cubicBezTo>
                  <a:lnTo>
                    <a:pt x="838" y="852"/>
                  </a:lnTo>
                  <a:cubicBezTo>
                    <a:pt x="838" y="606"/>
                    <a:pt x="1040" y="409"/>
                    <a:pt x="1286" y="409"/>
                  </a:cubicBezTo>
                  <a:close/>
                  <a:moveTo>
                    <a:pt x="1733" y="2358"/>
                  </a:moveTo>
                  <a:lnTo>
                    <a:pt x="1733" y="2454"/>
                  </a:lnTo>
                  <a:cubicBezTo>
                    <a:pt x="1733" y="2526"/>
                    <a:pt x="1752" y="2598"/>
                    <a:pt x="1791" y="2666"/>
                  </a:cubicBezTo>
                  <a:lnTo>
                    <a:pt x="1512" y="2940"/>
                  </a:lnTo>
                  <a:cubicBezTo>
                    <a:pt x="1509" y="2942"/>
                    <a:pt x="1506" y="2944"/>
                    <a:pt x="1502" y="2944"/>
                  </a:cubicBezTo>
                  <a:cubicBezTo>
                    <a:pt x="1499" y="2944"/>
                    <a:pt x="1495" y="2942"/>
                    <a:pt x="1493" y="2940"/>
                  </a:cubicBezTo>
                  <a:lnTo>
                    <a:pt x="1218" y="2661"/>
                  </a:lnTo>
                  <a:cubicBezTo>
                    <a:pt x="1252" y="2598"/>
                    <a:pt x="1271" y="2526"/>
                    <a:pt x="1271" y="2454"/>
                  </a:cubicBezTo>
                  <a:lnTo>
                    <a:pt x="1271" y="2358"/>
                  </a:lnTo>
                  <a:close/>
                  <a:moveTo>
                    <a:pt x="1286" y="0"/>
                  </a:moveTo>
                  <a:cubicBezTo>
                    <a:pt x="814" y="0"/>
                    <a:pt x="434" y="385"/>
                    <a:pt x="434" y="852"/>
                  </a:cubicBezTo>
                  <a:lnTo>
                    <a:pt x="434" y="1285"/>
                  </a:lnTo>
                  <a:cubicBezTo>
                    <a:pt x="434" y="1626"/>
                    <a:pt x="598" y="1944"/>
                    <a:pt x="867" y="2146"/>
                  </a:cubicBezTo>
                  <a:lnTo>
                    <a:pt x="867" y="2454"/>
                  </a:lnTo>
                  <a:cubicBezTo>
                    <a:pt x="867" y="2459"/>
                    <a:pt x="867" y="2464"/>
                    <a:pt x="857" y="2464"/>
                  </a:cubicBezTo>
                  <a:lnTo>
                    <a:pt x="352" y="2719"/>
                  </a:lnTo>
                  <a:cubicBezTo>
                    <a:pt x="136" y="2825"/>
                    <a:pt x="1" y="3046"/>
                    <a:pt x="1" y="3286"/>
                  </a:cubicBezTo>
                  <a:lnTo>
                    <a:pt x="1" y="4966"/>
                  </a:lnTo>
                  <a:cubicBezTo>
                    <a:pt x="1" y="5100"/>
                    <a:pt x="102" y="5168"/>
                    <a:pt x="203" y="5168"/>
                  </a:cubicBezTo>
                  <a:cubicBezTo>
                    <a:pt x="304" y="5168"/>
                    <a:pt x="405" y="5100"/>
                    <a:pt x="405" y="4966"/>
                  </a:cubicBezTo>
                  <a:lnTo>
                    <a:pt x="405" y="3286"/>
                  </a:lnTo>
                  <a:cubicBezTo>
                    <a:pt x="405" y="3200"/>
                    <a:pt x="458" y="3118"/>
                    <a:pt x="535" y="3080"/>
                  </a:cubicBezTo>
                  <a:lnTo>
                    <a:pt x="886" y="2906"/>
                  </a:lnTo>
                  <a:lnTo>
                    <a:pt x="1209" y="3224"/>
                  </a:lnTo>
                  <a:cubicBezTo>
                    <a:pt x="1290" y="3306"/>
                    <a:pt x="1398" y="3347"/>
                    <a:pt x="1505" y="3347"/>
                  </a:cubicBezTo>
                  <a:cubicBezTo>
                    <a:pt x="1612" y="3347"/>
                    <a:pt x="1719" y="3306"/>
                    <a:pt x="1801" y="3224"/>
                  </a:cubicBezTo>
                  <a:lnTo>
                    <a:pt x="2123" y="2906"/>
                  </a:lnTo>
                  <a:lnTo>
                    <a:pt x="2474" y="3080"/>
                  </a:lnTo>
                  <a:cubicBezTo>
                    <a:pt x="2551" y="3118"/>
                    <a:pt x="2599" y="3200"/>
                    <a:pt x="2599" y="3286"/>
                  </a:cubicBezTo>
                  <a:lnTo>
                    <a:pt x="2599" y="4966"/>
                  </a:lnTo>
                  <a:cubicBezTo>
                    <a:pt x="2599" y="5100"/>
                    <a:pt x="2702" y="5168"/>
                    <a:pt x="2803" y="5168"/>
                  </a:cubicBezTo>
                  <a:cubicBezTo>
                    <a:pt x="2905" y="5168"/>
                    <a:pt x="3006" y="5100"/>
                    <a:pt x="3003" y="4966"/>
                  </a:cubicBezTo>
                  <a:lnTo>
                    <a:pt x="3003" y="3286"/>
                  </a:lnTo>
                  <a:cubicBezTo>
                    <a:pt x="3008" y="3046"/>
                    <a:pt x="2869" y="2825"/>
                    <a:pt x="2652" y="2719"/>
                  </a:cubicBezTo>
                  <a:lnTo>
                    <a:pt x="2147" y="2464"/>
                  </a:lnTo>
                  <a:cubicBezTo>
                    <a:pt x="2142" y="2464"/>
                    <a:pt x="2137" y="2459"/>
                    <a:pt x="2137" y="2454"/>
                  </a:cubicBezTo>
                  <a:lnTo>
                    <a:pt x="2137" y="2146"/>
                  </a:lnTo>
                  <a:cubicBezTo>
                    <a:pt x="2412" y="1944"/>
                    <a:pt x="2570" y="1626"/>
                    <a:pt x="2570" y="1285"/>
                  </a:cubicBezTo>
                  <a:lnTo>
                    <a:pt x="2570" y="852"/>
                  </a:lnTo>
                  <a:cubicBezTo>
                    <a:pt x="2570" y="385"/>
                    <a:pt x="2190"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87"/>
            <p:cNvSpPr/>
            <p:nvPr/>
          </p:nvSpPr>
          <p:spPr>
            <a:xfrm>
              <a:off x="7539926" y="3134818"/>
              <a:ext cx="78892" cy="135649"/>
            </a:xfrm>
            <a:custGeom>
              <a:rect b="b" l="l" r="r" t="t"/>
              <a:pathLst>
                <a:path extrusionOk="0" h="5172" w="3008">
                  <a:moveTo>
                    <a:pt x="1718" y="409"/>
                  </a:moveTo>
                  <a:cubicBezTo>
                    <a:pt x="1969" y="409"/>
                    <a:pt x="2166" y="606"/>
                    <a:pt x="2166" y="852"/>
                  </a:cubicBezTo>
                  <a:lnTo>
                    <a:pt x="2166" y="1285"/>
                  </a:lnTo>
                  <a:cubicBezTo>
                    <a:pt x="2166" y="1655"/>
                    <a:pt x="1872" y="1949"/>
                    <a:pt x="1502" y="1949"/>
                  </a:cubicBezTo>
                  <a:cubicBezTo>
                    <a:pt x="1136" y="1949"/>
                    <a:pt x="843" y="1655"/>
                    <a:pt x="843" y="1285"/>
                  </a:cubicBezTo>
                  <a:lnTo>
                    <a:pt x="843" y="852"/>
                  </a:lnTo>
                  <a:cubicBezTo>
                    <a:pt x="843" y="606"/>
                    <a:pt x="1040" y="409"/>
                    <a:pt x="1285" y="409"/>
                  </a:cubicBezTo>
                  <a:close/>
                  <a:moveTo>
                    <a:pt x="1738" y="2358"/>
                  </a:moveTo>
                  <a:lnTo>
                    <a:pt x="1738" y="2454"/>
                  </a:lnTo>
                  <a:cubicBezTo>
                    <a:pt x="1738" y="2526"/>
                    <a:pt x="1757" y="2598"/>
                    <a:pt x="1791" y="2666"/>
                  </a:cubicBezTo>
                  <a:lnTo>
                    <a:pt x="1516" y="2940"/>
                  </a:lnTo>
                  <a:cubicBezTo>
                    <a:pt x="1514" y="2942"/>
                    <a:pt x="1510" y="2944"/>
                    <a:pt x="1507" y="2944"/>
                  </a:cubicBezTo>
                  <a:cubicBezTo>
                    <a:pt x="1503" y="2944"/>
                    <a:pt x="1499" y="2942"/>
                    <a:pt x="1497" y="2940"/>
                  </a:cubicBezTo>
                  <a:lnTo>
                    <a:pt x="1492" y="2940"/>
                  </a:lnTo>
                  <a:lnTo>
                    <a:pt x="1218" y="2661"/>
                  </a:lnTo>
                  <a:cubicBezTo>
                    <a:pt x="1256" y="2598"/>
                    <a:pt x="1276" y="2526"/>
                    <a:pt x="1276" y="2454"/>
                  </a:cubicBezTo>
                  <a:lnTo>
                    <a:pt x="1276" y="2358"/>
                  </a:lnTo>
                  <a:close/>
                  <a:moveTo>
                    <a:pt x="1285" y="0"/>
                  </a:moveTo>
                  <a:cubicBezTo>
                    <a:pt x="819" y="0"/>
                    <a:pt x="434" y="385"/>
                    <a:pt x="434" y="857"/>
                  </a:cubicBezTo>
                  <a:lnTo>
                    <a:pt x="434" y="1290"/>
                  </a:lnTo>
                  <a:cubicBezTo>
                    <a:pt x="434" y="1626"/>
                    <a:pt x="597" y="1944"/>
                    <a:pt x="867" y="2146"/>
                  </a:cubicBezTo>
                  <a:lnTo>
                    <a:pt x="867" y="2454"/>
                  </a:lnTo>
                  <a:cubicBezTo>
                    <a:pt x="867" y="2459"/>
                    <a:pt x="867" y="2464"/>
                    <a:pt x="862" y="2464"/>
                  </a:cubicBezTo>
                  <a:lnTo>
                    <a:pt x="352" y="2719"/>
                  </a:lnTo>
                  <a:cubicBezTo>
                    <a:pt x="135" y="2825"/>
                    <a:pt x="1" y="3046"/>
                    <a:pt x="1" y="3286"/>
                  </a:cubicBezTo>
                  <a:lnTo>
                    <a:pt x="1" y="4966"/>
                  </a:lnTo>
                  <a:cubicBezTo>
                    <a:pt x="1"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3" y="2906"/>
                  </a:lnTo>
                  <a:lnTo>
                    <a:pt x="2474" y="3080"/>
                  </a:lnTo>
                  <a:cubicBezTo>
                    <a:pt x="2551" y="3118"/>
                    <a:pt x="2599" y="3200"/>
                    <a:pt x="2599" y="3286"/>
                  </a:cubicBezTo>
                  <a:lnTo>
                    <a:pt x="2599" y="4966"/>
                  </a:lnTo>
                  <a:cubicBezTo>
                    <a:pt x="2599" y="5103"/>
                    <a:pt x="2701" y="5171"/>
                    <a:pt x="2803" y="5171"/>
                  </a:cubicBezTo>
                  <a:cubicBezTo>
                    <a:pt x="2906" y="5171"/>
                    <a:pt x="3008" y="5103"/>
                    <a:pt x="3008" y="4966"/>
                  </a:cubicBezTo>
                  <a:lnTo>
                    <a:pt x="3008" y="3286"/>
                  </a:lnTo>
                  <a:cubicBezTo>
                    <a:pt x="3008" y="3046"/>
                    <a:pt x="2868" y="2825"/>
                    <a:pt x="2657"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87"/>
            <p:cNvSpPr/>
            <p:nvPr/>
          </p:nvSpPr>
          <p:spPr>
            <a:xfrm>
              <a:off x="7574127" y="2907741"/>
              <a:ext cx="283231" cy="215065"/>
            </a:xfrm>
            <a:custGeom>
              <a:rect b="b" l="l" r="r" t="t"/>
              <a:pathLst>
                <a:path extrusionOk="0" h="8200" w="10799">
                  <a:moveTo>
                    <a:pt x="5395" y="1"/>
                  </a:moveTo>
                  <a:cubicBezTo>
                    <a:pt x="5324" y="1"/>
                    <a:pt x="5253" y="38"/>
                    <a:pt x="5216" y="112"/>
                  </a:cubicBezTo>
                  <a:lnTo>
                    <a:pt x="4567" y="1412"/>
                  </a:lnTo>
                  <a:cubicBezTo>
                    <a:pt x="4462" y="1577"/>
                    <a:pt x="4605" y="1723"/>
                    <a:pt x="4746" y="1723"/>
                  </a:cubicBezTo>
                  <a:cubicBezTo>
                    <a:pt x="4818" y="1723"/>
                    <a:pt x="4890" y="1684"/>
                    <a:pt x="4928" y="1590"/>
                  </a:cubicBezTo>
                  <a:lnTo>
                    <a:pt x="5192" y="1060"/>
                  </a:lnTo>
                  <a:lnTo>
                    <a:pt x="5192" y="4977"/>
                  </a:lnTo>
                  <a:lnTo>
                    <a:pt x="852" y="4977"/>
                  </a:lnTo>
                  <a:cubicBezTo>
                    <a:pt x="381" y="4977"/>
                    <a:pt x="1" y="5357"/>
                    <a:pt x="1" y="5829"/>
                  </a:cubicBezTo>
                  <a:lnTo>
                    <a:pt x="1" y="7994"/>
                  </a:lnTo>
                  <a:cubicBezTo>
                    <a:pt x="1" y="8129"/>
                    <a:pt x="102" y="8196"/>
                    <a:pt x="203" y="8196"/>
                  </a:cubicBezTo>
                  <a:cubicBezTo>
                    <a:pt x="304" y="8196"/>
                    <a:pt x="405" y="8129"/>
                    <a:pt x="405" y="7994"/>
                  </a:cubicBezTo>
                  <a:lnTo>
                    <a:pt x="405" y="5829"/>
                  </a:lnTo>
                  <a:cubicBezTo>
                    <a:pt x="405" y="5583"/>
                    <a:pt x="607" y="5381"/>
                    <a:pt x="852" y="5381"/>
                  </a:cubicBezTo>
                  <a:lnTo>
                    <a:pt x="3465" y="5381"/>
                  </a:lnTo>
                  <a:lnTo>
                    <a:pt x="3465" y="7994"/>
                  </a:lnTo>
                  <a:cubicBezTo>
                    <a:pt x="3465" y="8129"/>
                    <a:pt x="3566" y="8196"/>
                    <a:pt x="3667" y="8196"/>
                  </a:cubicBezTo>
                  <a:cubicBezTo>
                    <a:pt x="3768" y="8196"/>
                    <a:pt x="3869" y="8129"/>
                    <a:pt x="3869" y="7994"/>
                  </a:cubicBezTo>
                  <a:lnTo>
                    <a:pt x="3869" y="5386"/>
                  </a:lnTo>
                  <a:lnTo>
                    <a:pt x="6929" y="5386"/>
                  </a:lnTo>
                  <a:lnTo>
                    <a:pt x="6929" y="7994"/>
                  </a:lnTo>
                  <a:cubicBezTo>
                    <a:pt x="6929" y="8131"/>
                    <a:pt x="7031" y="8200"/>
                    <a:pt x="7132" y="8200"/>
                  </a:cubicBezTo>
                  <a:cubicBezTo>
                    <a:pt x="7233" y="8200"/>
                    <a:pt x="7334" y="8131"/>
                    <a:pt x="7334" y="7994"/>
                  </a:cubicBezTo>
                  <a:lnTo>
                    <a:pt x="7334" y="5386"/>
                  </a:lnTo>
                  <a:lnTo>
                    <a:pt x="9946" y="5386"/>
                  </a:lnTo>
                  <a:cubicBezTo>
                    <a:pt x="10192" y="5386"/>
                    <a:pt x="10389" y="5583"/>
                    <a:pt x="10394" y="5829"/>
                  </a:cubicBezTo>
                  <a:lnTo>
                    <a:pt x="10394" y="7994"/>
                  </a:lnTo>
                  <a:cubicBezTo>
                    <a:pt x="10394" y="8131"/>
                    <a:pt x="10495" y="8200"/>
                    <a:pt x="10596" y="8200"/>
                  </a:cubicBezTo>
                  <a:cubicBezTo>
                    <a:pt x="10697" y="8200"/>
                    <a:pt x="10798" y="8131"/>
                    <a:pt x="10798" y="7994"/>
                  </a:cubicBezTo>
                  <a:lnTo>
                    <a:pt x="10798" y="5829"/>
                  </a:lnTo>
                  <a:cubicBezTo>
                    <a:pt x="10798" y="5357"/>
                    <a:pt x="10413" y="4977"/>
                    <a:pt x="9942" y="4977"/>
                  </a:cubicBezTo>
                  <a:lnTo>
                    <a:pt x="5597" y="4977"/>
                  </a:lnTo>
                  <a:lnTo>
                    <a:pt x="5597" y="1060"/>
                  </a:lnTo>
                  <a:lnTo>
                    <a:pt x="5866" y="1590"/>
                  </a:lnTo>
                  <a:cubicBezTo>
                    <a:pt x="5908" y="1659"/>
                    <a:pt x="5971" y="1688"/>
                    <a:pt x="6033" y="1688"/>
                  </a:cubicBezTo>
                  <a:cubicBezTo>
                    <a:pt x="6160" y="1688"/>
                    <a:pt x="6285" y="1564"/>
                    <a:pt x="6227" y="1412"/>
                  </a:cubicBezTo>
                  <a:lnTo>
                    <a:pt x="5577" y="112"/>
                  </a:lnTo>
                  <a:cubicBezTo>
                    <a:pt x="5539" y="38"/>
                    <a:pt x="5467" y="1"/>
                    <a:pt x="5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2" name="Google Shape;16762;p87"/>
          <p:cNvGrpSpPr/>
          <p:nvPr/>
        </p:nvGrpSpPr>
        <p:grpSpPr>
          <a:xfrm>
            <a:off x="7092669" y="3411571"/>
            <a:ext cx="366896" cy="309327"/>
            <a:chOff x="7092669" y="3411571"/>
            <a:chExt cx="366896" cy="309327"/>
          </a:xfrm>
        </p:grpSpPr>
        <p:sp>
          <p:nvSpPr>
            <p:cNvPr id="16763" name="Google Shape;16763;p87"/>
            <p:cNvSpPr/>
            <p:nvPr/>
          </p:nvSpPr>
          <p:spPr>
            <a:xfrm>
              <a:off x="7098098" y="3416869"/>
              <a:ext cx="356038" cy="298600"/>
            </a:xfrm>
            <a:custGeom>
              <a:rect b="b" l="l" r="r" t="t"/>
              <a:pathLst>
                <a:path extrusionOk="0" h="11385" w="13575">
                  <a:moveTo>
                    <a:pt x="660" y="0"/>
                  </a:moveTo>
                  <a:cubicBezTo>
                    <a:pt x="294" y="0"/>
                    <a:pt x="1" y="294"/>
                    <a:pt x="1" y="659"/>
                  </a:cubicBezTo>
                  <a:lnTo>
                    <a:pt x="1" y="10730"/>
                  </a:lnTo>
                  <a:cubicBezTo>
                    <a:pt x="1" y="11091"/>
                    <a:pt x="294" y="11385"/>
                    <a:pt x="660" y="11385"/>
                  </a:cubicBezTo>
                  <a:lnTo>
                    <a:pt x="12920" y="11385"/>
                  </a:lnTo>
                  <a:cubicBezTo>
                    <a:pt x="13281" y="11385"/>
                    <a:pt x="13575" y="11091"/>
                    <a:pt x="13575" y="10730"/>
                  </a:cubicBezTo>
                  <a:lnTo>
                    <a:pt x="13575" y="1973"/>
                  </a:lnTo>
                  <a:cubicBezTo>
                    <a:pt x="13575" y="1607"/>
                    <a:pt x="13281" y="1314"/>
                    <a:pt x="12920" y="1314"/>
                  </a:cubicBezTo>
                  <a:lnTo>
                    <a:pt x="8979" y="1314"/>
                  </a:lnTo>
                  <a:lnTo>
                    <a:pt x="7921" y="260"/>
                  </a:lnTo>
                  <a:cubicBezTo>
                    <a:pt x="7757" y="92"/>
                    <a:pt x="7531" y="0"/>
                    <a:pt x="7300"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87"/>
            <p:cNvSpPr/>
            <p:nvPr/>
          </p:nvSpPr>
          <p:spPr>
            <a:xfrm>
              <a:off x="7184308" y="3491565"/>
              <a:ext cx="183750" cy="183776"/>
            </a:xfrm>
            <a:custGeom>
              <a:rect b="b" l="l" r="r" t="t"/>
              <a:pathLst>
                <a:path extrusionOk="0" h="7007" w="7006">
                  <a:moveTo>
                    <a:pt x="3503" y="1"/>
                  </a:moveTo>
                  <a:cubicBezTo>
                    <a:pt x="1569" y="1"/>
                    <a:pt x="0" y="1569"/>
                    <a:pt x="0" y="3504"/>
                  </a:cubicBezTo>
                  <a:cubicBezTo>
                    <a:pt x="0" y="5438"/>
                    <a:pt x="1569" y="7007"/>
                    <a:pt x="3503" y="7007"/>
                  </a:cubicBezTo>
                  <a:cubicBezTo>
                    <a:pt x="5437" y="7007"/>
                    <a:pt x="7006" y="5438"/>
                    <a:pt x="7006" y="3504"/>
                  </a:cubicBezTo>
                  <a:cubicBezTo>
                    <a:pt x="7006" y="1569"/>
                    <a:pt x="5437" y="1"/>
                    <a:pt x="3503"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87"/>
            <p:cNvSpPr/>
            <p:nvPr/>
          </p:nvSpPr>
          <p:spPr>
            <a:xfrm>
              <a:off x="7207257" y="3514540"/>
              <a:ext cx="137852" cy="137826"/>
            </a:xfrm>
            <a:custGeom>
              <a:rect b="b" l="l" r="r" t="t"/>
              <a:pathLst>
                <a:path extrusionOk="0" h="5255" w="5256">
                  <a:moveTo>
                    <a:pt x="2628" y="1"/>
                  </a:moveTo>
                  <a:cubicBezTo>
                    <a:pt x="1175" y="1"/>
                    <a:pt x="1" y="1175"/>
                    <a:pt x="1" y="2628"/>
                  </a:cubicBezTo>
                  <a:cubicBezTo>
                    <a:pt x="1" y="4076"/>
                    <a:pt x="1175" y="5255"/>
                    <a:pt x="2628" y="5255"/>
                  </a:cubicBezTo>
                  <a:cubicBezTo>
                    <a:pt x="4076" y="5255"/>
                    <a:pt x="5255" y="4076"/>
                    <a:pt x="5255" y="2628"/>
                  </a:cubicBezTo>
                  <a:cubicBezTo>
                    <a:pt x="5255" y="1175"/>
                    <a:pt x="4076" y="1"/>
                    <a:pt x="2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87"/>
            <p:cNvSpPr/>
            <p:nvPr/>
          </p:nvSpPr>
          <p:spPr>
            <a:xfrm>
              <a:off x="7241720" y="3589131"/>
              <a:ext cx="68926" cy="63182"/>
            </a:xfrm>
            <a:custGeom>
              <a:rect b="b" l="l" r="r" t="t"/>
              <a:pathLst>
                <a:path extrusionOk="0" h="2409" w="2628">
                  <a:moveTo>
                    <a:pt x="876" y="0"/>
                  </a:moveTo>
                  <a:lnTo>
                    <a:pt x="876" y="438"/>
                  </a:lnTo>
                  <a:cubicBezTo>
                    <a:pt x="876" y="520"/>
                    <a:pt x="828" y="597"/>
                    <a:pt x="756" y="635"/>
                  </a:cubicBezTo>
                  <a:lnTo>
                    <a:pt x="241" y="890"/>
                  </a:lnTo>
                  <a:cubicBezTo>
                    <a:pt x="97" y="963"/>
                    <a:pt x="0" y="1117"/>
                    <a:pt x="0" y="1280"/>
                  </a:cubicBezTo>
                  <a:lnTo>
                    <a:pt x="0" y="2055"/>
                  </a:lnTo>
                  <a:cubicBezTo>
                    <a:pt x="407" y="2291"/>
                    <a:pt x="861" y="2409"/>
                    <a:pt x="1314" y="2409"/>
                  </a:cubicBezTo>
                  <a:cubicBezTo>
                    <a:pt x="1768" y="2409"/>
                    <a:pt x="2221" y="2291"/>
                    <a:pt x="2628" y="2055"/>
                  </a:cubicBezTo>
                  <a:lnTo>
                    <a:pt x="2628" y="1280"/>
                  </a:lnTo>
                  <a:cubicBezTo>
                    <a:pt x="2628" y="1117"/>
                    <a:pt x="2531" y="963"/>
                    <a:pt x="2382" y="890"/>
                  </a:cubicBezTo>
                  <a:lnTo>
                    <a:pt x="1872" y="635"/>
                  </a:lnTo>
                  <a:cubicBezTo>
                    <a:pt x="1795" y="597"/>
                    <a:pt x="1752" y="520"/>
                    <a:pt x="1752" y="438"/>
                  </a:cubicBezTo>
                  <a:lnTo>
                    <a:pt x="175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87"/>
            <p:cNvSpPr/>
            <p:nvPr/>
          </p:nvSpPr>
          <p:spPr>
            <a:xfrm>
              <a:off x="7203480" y="3416869"/>
              <a:ext cx="130141" cy="34463"/>
            </a:xfrm>
            <a:custGeom>
              <a:rect b="b" l="l" r="r" t="t"/>
              <a:pathLst>
                <a:path extrusionOk="0" h="1314" w="4962">
                  <a:moveTo>
                    <a:pt x="0" y="0"/>
                  </a:moveTo>
                  <a:cubicBezTo>
                    <a:pt x="231" y="0"/>
                    <a:pt x="453" y="92"/>
                    <a:pt x="616" y="260"/>
                  </a:cubicBezTo>
                  <a:lnTo>
                    <a:pt x="1482" y="1121"/>
                  </a:lnTo>
                  <a:cubicBezTo>
                    <a:pt x="1608" y="1246"/>
                    <a:pt x="1771" y="1314"/>
                    <a:pt x="1949" y="1314"/>
                  </a:cubicBezTo>
                  <a:lnTo>
                    <a:pt x="4961" y="1314"/>
                  </a:lnTo>
                  <a:lnTo>
                    <a:pt x="3903" y="260"/>
                  </a:lnTo>
                  <a:cubicBezTo>
                    <a:pt x="3739" y="92"/>
                    <a:pt x="3513" y="0"/>
                    <a:pt x="328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87"/>
            <p:cNvSpPr/>
            <p:nvPr/>
          </p:nvSpPr>
          <p:spPr>
            <a:xfrm>
              <a:off x="7247385" y="3416869"/>
              <a:ext cx="86236" cy="34463"/>
            </a:xfrm>
            <a:custGeom>
              <a:rect b="b" l="l" r="r" t="t"/>
              <a:pathLst>
                <a:path extrusionOk="0" h="1314" w="3288">
                  <a:moveTo>
                    <a:pt x="1" y="0"/>
                  </a:moveTo>
                  <a:cubicBezTo>
                    <a:pt x="232" y="0"/>
                    <a:pt x="458" y="92"/>
                    <a:pt x="622" y="255"/>
                  </a:cubicBezTo>
                  <a:lnTo>
                    <a:pt x="1488" y="1121"/>
                  </a:lnTo>
                  <a:cubicBezTo>
                    <a:pt x="1608" y="1246"/>
                    <a:pt x="1776" y="1314"/>
                    <a:pt x="1950" y="1314"/>
                  </a:cubicBezTo>
                  <a:lnTo>
                    <a:pt x="3287" y="1314"/>
                  </a:lnTo>
                  <a:lnTo>
                    <a:pt x="2229" y="255"/>
                  </a:lnTo>
                  <a:cubicBezTo>
                    <a:pt x="2065" y="92"/>
                    <a:pt x="1844" y="0"/>
                    <a:pt x="160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87"/>
            <p:cNvSpPr/>
            <p:nvPr/>
          </p:nvSpPr>
          <p:spPr>
            <a:xfrm>
              <a:off x="7098098" y="3686802"/>
              <a:ext cx="356038" cy="28667"/>
            </a:xfrm>
            <a:custGeom>
              <a:rect b="b" l="l" r="r" t="t"/>
              <a:pathLst>
                <a:path extrusionOk="0" h="1093" w="13575">
                  <a:moveTo>
                    <a:pt x="1" y="1"/>
                  </a:moveTo>
                  <a:lnTo>
                    <a:pt x="1" y="438"/>
                  </a:lnTo>
                  <a:cubicBezTo>
                    <a:pt x="1" y="799"/>
                    <a:pt x="294" y="1093"/>
                    <a:pt x="660" y="1093"/>
                  </a:cubicBezTo>
                  <a:lnTo>
                    <a:pt x="12920" y="1093"/>
                  </a:lnTo>
                  <a:cubicBezTo>
                    <a:pt x="13281" y="1093"/>
                    <a:pt x="13575" y="799"/>
                    <a:pt x="13575" y="438"/>
                  </a:cubicBezTo>
                  <a:lnTo>
                    <a:pt x="13575"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87"/>
            <p:cNvSpPr/>
            <p:nvPr/>
          </p:nvSpPr>
          <p:spPr>
            <a:xfrm>
              <a:off x="7241720" y="3607307"/>
              <a:ext cx="68926" cy="45006"/>
            </a:xfrm>
            <a:custGeom>
              <a:rect b="b" l="l" r="r" t="t"/>
              <a:pathLst>
                <a:path extrusionOk="0" h="1716" w="2628">
                  <a:moveTo>
                    <a:pt x="640" y="0"/>
                  </a:moveTo>
                  <a:lnTo>
                    <a:pt x="241" y="197"/>
                  </a:lnTo>
                  <a:cubicBezTo>
                    <a:pt x="92" y="270"/>
                    <a:pt x="0" y="424"/>
                    <a:pt x="0" y="587"/>
                  </a:cubicBezTo>
                  <a:lnTo>
                    <a:pt x="0" y="1362"/>
                  </a:lnTo>
                  <a:cubicBezTo>
                    <a:pt x="407" y="1598"/>
                    <a:pt x="861" y="1716"/>
                    <a:pt x="1314" y="1716"/>
                  </a:cubicBezTo>
                  <a:cubicBezTo>
                    <a:pt x="1768" y="1716"/>
                    <a:pt x="2221" y="1598"/>
                    <a:pt x="2628" y="1362"/>
                  </a:cubicBezTo>
                  <a:lnTo>
                    <a:pt x="2628" y="587"/>
                  </a:lnTo>
                  <a:cubicBezTo>
                    <a:pt x="2628" y="424"/>
                    <a:pt x="2531" y="270"/>
                    <a:pt x="2382" y="197"/>
                  </a:cubicBezTo>
                  <a:lnTo>
                    <a:pt x="1983" y="0"/>
                  </a:lnTo>
                  <a:cubicBezTo>
                    <a:pt x="1810" y="212"/>
                    <a:pt x="1561" y="318"/>
                    <a:pt x="1312" y="318"/>
                  </a:cubicBezTo>
                  <a:cubicBezTo>
                    <a:pt x="1063" y="318"/>
                    <a:pt x="814" y="212"/>
                    <a:pt x="640"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87"/>
            <p:cNvSpPr/>
            <p:nvPr/>
          </p:nvSpPr>
          <p:spPr>
            <a:xfrm>
              <a:off x="7253207" y="3543180"/>
              <a:ext cx="45951" cy="51773"/>
            </a:xfrm>
            <a:custGeom>
              <a:rect b="b" l="l" r="r" t="t"/>
              <a:pathLst>
                <a:path extrusionOk="0" h="1974" w="1752">
                  <a:moveTo>
                    <a:pt x="655" y="1"/>
                  </a:moveTo>
                  <a:cubicBezTo>
                    <a:pt x="294" y="1"/>
                    <a:pt x="0" y="294"/>
                    <a:pt x="0" y="660"/>
                  </a:cubicBezTo>
                  <a:lnTo>
                    <a:pt x="0" y="1098"/>
                  </a:lnTo>
                  <a:cubicBezTo>
                    <a:pt x="0" y="1579"/>
                    <a:pt x="390" y="1974"/>
                    <a:pt x="876" y="1974"/>
                  </a:cubicBezTo>
                  <a:cubicBezTo>
                    <a:pt x="1357" y="1974"/>
                    <a:pt x="1752" y="1579"/>
                    <a:pt x="1752" y="1098"/>
                  </a:cubicBezTo>
                  <a:lnTo>
                    <a:pt x="1752" y="660"/>
                  </a:lnTo>
                  <a:cubicBezTo>
                    <a:pt x="1752" y="294"/>
                    <a:pt x="1458" y="1"/>
                    <a:pt x="109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87"/>
            <p:cNvSpPr/>
            <p:nvPr/>
          </p:nvSpPr>
          <p:spPr>
            <a:xfrm>
              <a:off x="7253102" y="3543180"/>
              <a:ext cx="31683" cy="51747"/>
            </a:xfrm>
            <a:custGeom>
              <a:rect b="b" l="l" r="r" t="t"/>
              <a:pathLst>
                <a:path extrusionOk="0" h="1973" w="1208">
                  <a:moveTo>
                    <a:pt x="659" y="1"/>
                  </a:moveTo>
                  <a:cubicBezTo>
                    <a:pt x="298" y="1"/>
                    <a:pt x="4" y="294"/>
                    <a:pt x="4" y="660"/>
                  </a:cubicBezTo>
                  <a:lnTo>
                    <a:pt x="4" y="1098"/>
                  </a:lnTo>
                  <a:cubicBezTo>
                    <a:pt x="0" y="1600"/>
                    <a:pt x="411" y="1972"/>
                    <a:pt x="874" y="1972"/>
                  </a:cubicBezTo>
                  <a:cubicBezTo>
                    <a:pt x="984" y="1972"/>
                    <a:pt x="1097" y="1951"/>
                    <a:pt x="1207" y="1906"/>
                  </a:cubicBezTo>
                  <a:cubicBezTo>
                    <a:pt x="875" y="1771"/>
                    <a:pt x="659" y="1454"/>
                    <a:pt x="659" y="1098"/>
                  </a:cubicBezTo>
                  <a:lnTo>
                    <a:pt x="659" y="660"/>
                  </a:lnTo>
                  <a:cubicBezTo>
                    <a:pt x="659" y="338"/>
                    <a:pt x="890" y="63"/>
                    <a:pt x="1207" y="10"/>
                  </a:cubicBezTo>
                  <a:cubicBezTo>
                    <a:pt x="1169" y="6"/>
                    <a:pt x="1135"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87"/>
            <p:cNvSpPr/>
            <p:nvPr/>
          </p:nvSpPr>
          <p:spPr>
            <a:xfrm>
              <a:off x="7253207" y="3543180"/>
              <a:ext cx="45951" cy="23002"/>
            </a:xfrm>
            <a:custGeom>
              <a:rect b="b" l="l" r="r" t="t"/>
              <a:pathLst>
                <a:path extrusionOk="0" h="877" w="1752">
                  <a:moveTo>
                    <a:pt x="655" y="1"/>
                  </a:moveTo>
                  <a:cubicBezTo>
                    <a:pt x="294" y="1"/>
                    <a:pt x="0" y="294"/>
                    <a:pt x="0" y="660"/>
                  </a:cubicBezTo>
                  <a:cubicBezTo>
                    <a:pt x="0" y="660"/>
                    <a:pt x="655" y="877"/>
                    <a:pt x="1752" y="877"/>
                  </a:cubicBezTo>
                  <a:lnTo>
                    <a:pt x="1752" y="660"/>
                  </a:lnTo>
                  <a:cubicBezTo>
                    <a:pt x="1752" y="294"/>
                    <a:pt x="1458" y="1"/>
                    <a:pt x="109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87"/>
            <p:cNvSpPr/>
            <p:nvPr/>
          </p:nvSpPr>
          <p:spPr>
            <a:xfrm>
              <a:off x="7253207" y="3543180"/>
              <a:ext cx="31578" cy="20982"/>
            </a:xfrm>
            <a:custGeom>
              <a:rect b="b" l="l" r="r" t="t"/>
              <a:pathLst>
                <a:path extrusionOk="0" h="800" w="1204">
                  <a:moveTo>
                    <a:pt x="655" y="1"/>
                  </a:moveTo>
                  <a:cubicBezTo>
                    <a:pt x="294" y="1"/>
                    <a:pt x="0" y="294"/>
                    <a:pt x="0" y="660"/>
                  </a:cubicBezTo>
                  <a:cubicBezTo>
                    <a:pt x="212" y="723"/>
                    <a:pt x="433" y="771"/>
                    <a:pt x="655" y="800"/>
                  </a:cubicBezTo>
                  <a:lnTo>
                    <a:pt x="655" y="660"/>
                  </a:lnTo>
                  <a:cubicBezTo>
                    <a:pt x="655" y="338"/>
                    <a:pt x="886" y="63"/>
                    <a:pt x="1203" y="10"/>
                  </a:cubicBezTo>
                  <a:cubicBezTo>
                    <a:pt x="1165" y="6"/>
                    <a:pt x="1131" y="1"/>
                    <a:pt x="109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87"/>
            <p:cNvSpPr/>
            <p:nvPr/>
          </p:nvSpPr>
          <p:spPr>
            <a:xfrm>
              <a:off x="7241720" y="3617509"/>
              <a:ext cx="17179" cy="32601"/>
            </a:xfrm>
            <a:custGeom>
              <a:rect b="b" l="l" r="r" t="t"/>
              <a:pathLst>
                <a:path extrusionOk="0" h="1243" w="655">
                  <a:moveTo>
                    <a:pt x="53" y="1"/>
                  </a:moveTo>
                  <a:cubicBezTo>
                    <a:pt x="20" y="63"/>
                    <a:pt x="0" y="131"/>
                    <a:pt x="0" y="203"/>
                  </a:cubicBezTo>
                  <a:lnTo>
                    <a:pt x="0" y="973"/>
                  </a:lnTo>
                  <a:cubicBezTo>
                    <a:pt x="203" y="1093"/>
                    <a:pt x="424" y="1185"/>
                    <a:pt x="655" y="1242"/>
                  </a:cubicBezTo>
                  <a:lnTo>
                    <a:pt x="655" y="670"/>
                  </a:lnTo>
                  <a:cubicBezTo>
                    <a:pt x="655" y="535"/>
                    <a:pt x="592" y="405"/>
                    <a:pt x="482" y="323"/>
                  </a:cubicBezTo>
                  <a:lnTo>
                    <a:pt x="53"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87"/>
            <p:cNvSpPr/>
            <p:nvPr/>
          </p:nvSpPr>
          <p:spPr>
            <a:xfrm>
              <a:off x="7293335" y="3617509"/>
              <a:ext cx="17310" cy="32601"/>
            </a:xfrm>
            <a:custGeom>
              <a:rect b="b" l="l" r="r" t="t"/>
              <a:pathLst>
                <a:path extrusionOk="0" h="1243" w="660">
                  <a:moveTo>
                    <a:pt x="607" y="1"/>
                  </a:moveTo>
                  <a:lnTo>
                    <a:pt x="178" y="323"/>
                  </a:lnTo>
                  <a:cubicBezTo>
                    <a:pt x="68" y="405"/>
                    <a:pt x="0" y="535"/>
                    <a:pt x="0" y="670"/>
                  </a:cubicBezTo>
                  <a:lnTo>
                    <a:pt x="0" y="1242"/>
                  </a:lnTo>
                  <a:cubicBezTo>
                    <a:pt x="231" y="1185"/>
                    <a:pt x="453" y="1093"/>
                    <a:pt x="660" y="973"/>
                  </a:cubicBezTo>
                  <a:lnTo>
                    <a:pt x="660" y="203"/>
                  </a:lnTo>
                  <a:cubicBezTo>
                    <a:pt x="655" y="131"/>
                    <a:pt x="640" y="63"/>
                    <a:pt x="607"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87"/>
            <p:cNvSpPr/>
            <p:nvPr/>
          </p:nvSpPr>
          <p:spPr>
            <a:xfrm>
              <a:off x="7092669" y="3411571"/>
              <a:ext cx="366896" cy="309327"/>
            </a:xfrm>
            <a:custGeom>
              <a:rect b="b" l="l" r="r" t="t"/>
              <a:pathLst>
                <a:path extrusionOk="0" h="11794" w="13989">
                  <a:moveTo>
                    <a:pt x="5900" y="409"/>
                  </a:moveTo>
                  <a:cubicBezTo>
                    <a:pt x="6078" y="409"/>
                    <a:pt x="6251" y="481"/>
                    <a:pt x="6376" y="606"/>
                  </a:cubicBezTo>
                  <a:lnTo>
                    <a:pt x="7084" y="1314"/>
                  </a:lnTo>
                  <a:lnTo>
                    <a:pt x="6174" y="1314"/>
                  </a:lnTo>
                  <a:cubicBezTo>
                    <a:pt x="6054" y="1314"/>
                    <a:pt x="5938" y="1266"/>
                    <a:pt x="5852" y="1179"/>
                  </a:cubicBezTo>
                  <a:lnTo>
                    <a:pt x="5082" y="409"/>
                  </a:lnTo>
                  <a:close/>
                  <a:moveTo>
                    <a:pt x="7512" y="409"/>
                  </a:moveTo>
                  <a:cubicBezTo>
                    <a:pt x="7690" y="409"/>
                    <a:pt x="7858" y="481"/>
                    <a:pt x="7983" y="606"/>
                  </a:cubicBezTo>
                  <a:lnTo>
                    <a:pt x="8691" y="1314"/>
                  </a:lnTo>
                  <a:lnTo>
                    <a:pt x="8527" y="1314"/>
                  </a:lnTo>
                  <a:cubicBezTo>
                    <a:pt x="8523" y="1314"/>
                    <a:pt x="8518" y="1313"/>
                    <a:pt x="8514" y="1313"/>
                  </a:cubicBezTo>
                  <a:cubicBezTo>
                    <a:pt x="8249" y="1313"/>
                    <a:pt x="8248" y="1723"/>
                    <a:pt x="8509" y="1723"/>
                  </a:cubicBezTo>
                  <a:cubicBezTo>
                    <a:pt x="8515" y="1723"/>
                    <a:pt x="8521" y="1723"/>
                    <a:pt x="8527" y="1723"/>
                  </a:cubicBezTo>
                  <a:lnTo>
                    <a:pt x="13127" y="1723"/>
                  </a:lnTo>
                  <a:cubicBezTo>
                    <a:pt x="13377" y="1723"/>
                    <a:pt x="13579" y="1925"/>
                    <a:pt x="13579" y="2175"/>
                  </a:cubicBezTo>
                  <a:lnTo>
                    <a:pt x="13579" y="10932"/>
                  </a:lnTo>
                  <a:cubicBezTo>
                    <a:pt x="13579" y="11183"/>
                    <a:pt x="13377" y="11385"/>
                    <a:pt x="13127" y="11385"/>
                  </a:cubicBezTo>
                  <a:lnTo>
                    <a:pt x="867" y="11385"/>
                  </a:lnTo>
                  <a:cubicBezTo>
                    <a:pt x="617" y="11385"/>
                    <a:pt x="415" y="11183"/>
                    <a:pt x="415" y="10932"/>
                  </a:cubicBezTo>
                  <a:lnTo>
                    <a:pt x="415" y="861"/>
                  </a:lnTo>
                  <a:cubicBezTo>
                    <a:pt x="415" y="611"/>
                    <a:pt x="617" y="409"/>
                    <a:pt x="867" y="409"/>
                  </a:cubicBezTo>
                  <a:lnTo>
                    <a:pt x="4225" y="409"/>
                  </a:lnTo>
                  <a:cubicBezTo>
                    <a:pt x="4404" y="409"/>
                    <a:pt x="4572" y="477"/>
                    <a:pt x="4697" y="606"/>
                  </a:cubicBezTo>
                  <a:lnTo>
                    <a:pt x="5563" y="1473"/>
                  </a:lnTo>
                  <a:cubicBezTo>
                    <a:pt x="5722" y="1631"/>
                    <a:pt x="5943" y="1723"/>
                    <a:pt x="6174" y="1723"/>
                  </a:cubicBezTo>
                  <a:lnTo>
                    <a:pt x="7579" y="1723"/>
                  </a:lnTo>
                  <a:cubicBezTo>
                    <a:pt x="7757" y="1723"/>
                    <a:pt x="7849" y="1501"/>
                    <a:pt x="7724" y="1371"/>
                  </a:cubicBezTo>
                  <a:lnTo>
                    <a:pt x="6761" y="409"/>
                  </a:lnTo>
                  <a:close/>
                  <a:moveTo>
                    <a:pt x="867" y="0"/>
                  </a:moveTo>
                  <a:cubicBezTo>
                    <a:pt x="391" y="0"/>
                    <a:pt x="1" y="385"/>
                    <a:pt x="1" y="861"/>
                  </a:cubicBezTo>
                  <a:lnTo>
                    <a:pt x="1" y="10932"/>
                  </a:lnTo>
                  <a:cubicBezTo>
                    <a:pt x="1" y="11409"/>
                    <a:pt x="391" y="11794"/>
                    <a:pt x="867" y="11794"/>
                  </a:cubicBezTo>
                  <a:lnTo>
                    <a:pt x="13127" y="11794"/>
                  </a:lnTo>
                  <a:cubicBezTo>
                    <a:pt x="13599" y="11794"/>
                    <a:pt x="13988" y="11409"/>
                    <a:pt x="13988" y="10932"/>
                  </a:cubicBezTo>
                  <a:lnTo>
                    <a:pt x="13988" y="2175"/>
                  </a:lnTo>
                  <a:cubicBezTo>
                    <a:pt x="13988" y="1699"/>
                    <a:pt x="13599" y="1314"/>
                    <a:pt x="13127" y="1314"/>
                  </a:cubicBezTo>
                  <a:lnTo>
                    <a:pt x="9268" y="1314"/>
                  </a:lnTo>
                  <a:lnTo>
                    <a:pt x="8272" y="318"/>
                  </a:lnTo>
                  <a:cubicBezTo>
                    <a:pt x="8070" y="111"/>
                    <a:pt x="7796" y="0"/>
                    <a:pt x="7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87"/>
            <p:cNvSpPr/>
            <p:nvPr/>
          </p:nvSpPr>
          <p:spPr>
            <a:xfrm>
              <a:off x="7196031" y="3509111"/>
              <a:ext cx="154375" cy="148631"/>
            </a:xfrm>
            <a:custGeom>
              <a:rect b="b" l="l" r="r" t="t"/>
              <a:pathLst>
                <a:path extrusionOk="0" h="5667" w="5886">
                  <a:moveTo>
                    <a:pt x="3273" y="1507"/>
                  </a:moveTo>
                  <a:cubicBezTo>
                    <a:pt x="3523" y="1507"/>
                    <a:pt x="3725" y="1709"/>
                    <a:pt x="3725" y="1959"/>
                  </a:cubicBezTo>
                  <a:lnTo>
                    <a:pt x="3725" y="2397"/>
                  </a:lnTo>
                  <a:cubicBezTo>
                    <a:pt x="3725" y="2767"/>
                    <a:pt x="3427" y="3066"/>
                    <a:pt x="3056" y="3066"/>
                  </a:cubicBezTo>
                  <a:cubicBezTo>
                    <a:pt x="2686" y="3066"/>
                    <a:pt x="2382" y="2767"/>
                    <a:pt x="2382" y="2397"/>
                  </a:cubicBezTo>
                  <a:lnTo>
                    <a:pt x="2382" y="1959"/>
                  </a:lnTo>
                  <a:cubicBezTo>
                    <a:pt x="2382" y="1709"/>
                    <a:pt x="2584" y="1507"/>
                    <a:pt x="2835" y="1507"/>
                  </a:cubicBezTo>
                  <a:close/>
                  <a:moveTo>
                    <a:pt x="3287" y="3451"/>
                  </a:moveTo>
                  <a:lnTo>
                    <a:pt x="3287" y="3571"/>
                  </a:lnTo>
                  <a:cubicBezTo>
                    <a:pt x="3287" y="3648"/>
                    <a:pt x="3306" y="3720"/>
                    <a:pt x="3345" y="3783"/>
                  </a:cubicBezTo>
                  <a:lnTo>
                    <a:pt x="3066" y="4062"/>
                  </a:lnTo>
                  <a:cubicBezTo>
                    <a:pt x="3061" y="4067"/>
                    <a:pt x="3057" y="4069"/>
                    <a:pt x="3054" y="4069"/>
                  </a:cubicBezTo>
                  <a:cubicBezTo>
                    <a:pt x="3051" y="4069"/>
                    <a:pt x="3049" y="4067"/>
                    <a:pt x="3046" y="4062"/>
                  </a:cubicBezTo>
                  <a:lnTo>
                    <a:pt x="2763" y="3783"/>
                  </a:lnTo>
                  <a:cubicBezTo>
                    <a:pt x="2801" y="3720"/>
                    <a:pt x="2820" y="3648"/>
                    <a:pt x="2820" y="3571"/>
                  </a:cubicBezTo>
                  <a:lnTo>
                    <a:pt x="2820" y="3451"/>
                  </a:lnTo>
                  <a:cubicBezTo>
                    <a:pt x="2897" y="3470"/>
                    <a:pt x="2974" y="3475"/>
                    <a:pt x="3056" y="3475"/>
                  </a:cubicBezTo>
                  <a:cubicBezTo>
                    <a:pt x="3133" y="3475"/>
                    <a:pt x="3210" y="3470"/>
                    <a:pt x="3287" y="3451"/>
                  </a:cubicBezTo>
                  <a:close/>
                  <a:moveTo>
                    <a:pt x="3056" y="410"/>
                  </a:moveTo>
                  <a:cubicBezTo>
                    <a:pt x="4086" y="410"/>
                    <a:pt x="5000" y="1054"/>
                    <a:pt x="5342" y="2026"/>
                  </a:cubicBezTo>
                  <a:cubicBezTo>
                    <a:pt x="5683" y="2994"/>
                    <a:pt x="5375" y="4071"/>
                    <a:pt x="4577" y="4716"/>
                  </a:cubicBezTo>
                  <a:lnTo>
                    <a:pt x="4572" y="4721"/>
                  </a:lnTo>
                  <a:lnTo>
                    <a:pt x="4572" y="4418"/>
                  </a:lnTo>
                  <a:cubicBezTo>
                    <a:pt x="4572" y="4177"/>
                    <a:pt x="4437" y="3951"/>
                    <a:pt x="4216" y="3845"/>
                  </a:cubicBezTo>
                  <a:lnTo>
                    <a:pt x="3706" y="3590"/>
                  </a:lnTo>
                  <a:cubicBezTo>
                    <a:pt x="3701" y="3585"/>
                    <a:pt x="3696" y="3581"/>
                    <a:pt x="3696" y="3576"/>
                  </a:cubicBezTo>
                  <a:lnTo>
                    <a:pt x="3696" y="3263"/>
                  </a:lnTo>
                  <a:cubicBezTo>
                    <a:pt x="3970" y="3061"/>
                    <a:pt x="4134" y="2738"/>
                    <a:pt x="4134" y="2397"/>
                  </a:cubicBezTo>
                  <a:lnTo>
                    <a:pt x="4134" y="1959"/>
                  </a:lnTo>
                  <a:cubicBezTo>
                    <a:pt x="4134" y="1483"/>
                    <a:pt x="3749" y="1093"/>
                    <a:pt x="3273" y="1093"/>
                  </a:cubicBezTo>
                  <a:lnTo>
                    <a:pt x="2835" y="1093"/>
                  </a:lnTo>
                  <a:cubicBezTo>
                    <a:pt x="2358" y="1098"/>
                    <a:pt x="1978" y="1483"/>
                    <a:pt x="1978" y="1959"/>
                  </a:cubicBezTo>
                  <a:lnTo>
                    <a:pt x="1978" y="2397"/>
                  </a:lnTo>
                  <a:cubicBezTo>
                    <a:pt x="1978" y="2738"/>
                    <a:pt x="2137" y="3061"/>
                    <a:pt x="2416" y="3263"/>
                  </a:cubicBezTo>
                  <a:lnTo>
                    <a:pt x="2416" y="3571"/>
                  </a:lnTo>
                  <a:cubicBezTo>
                    <a:pt x="2416" y="3576"/>
                    <a:pt x="2411" y="3585"/>
                    <a:pt x="2406" y="3585"/>
                  </a:cubicBezTo>
                  <a:lnTo>
                    <a:pt x="1892" y="3840"/>
                  </a:lnTo>
                  <a:cubicBezTo>
                    <a:pt x="1675" y="3951"/>
                    <a:pt x="1536" y="4172"/>
                    <a:pt x="1540" y="4418"/>
                  </a:cubicBezTo>
                  <a:lnTo>
                    <a:pt x="1540" y="4716"/>
                  </a:lnTo>
                  <a:cubicBezTo>
                    <a:pt x="737" y="4071"/>
                    <a:pt x="429" y="2994"/>
                    <a:pt x="770" y="2026"/>
                  </a:cubicBezTo>
                  <a:cubicBezTo>
                    <a:pt x="1112" y="1054"/>
                    <a:pt x="2031" y="410"/>
                    <a:pt x="3056" y="410"/>
                  </a:cubicBezTo>
                  <a:close/>
                  <a:moveTo>
                    <a:pt x="3682" y="4028"/>
                  </a:moveTo>
                  <a:lnTo>
                    <a:pt x="4038" y="4211"/>
                  </a:lnTo>
                  <a:cubicBezTo>
                    <a:pt x="4115" y="4249"/>
                    <a:pt x="4168" y="4331"/>
                    <a:pt x="4163" y="4418"/>
                  </a:cubicBezTo>
                  <a:lnTo>
                    <a:pt x="4163" y="4986"/>
                  </a:lnTo>
                  <a:cubicBezTo>
                    <a:pt x="3816" y="5166"/>
                    <a:pt x="3436" y="5256"/>
                    <a:pt x="3056" y="5256"/>
                  </a:cubicBezTo>
                  <a:cubicBezTo>
                    <a:pt x="2676" y="5256"/>
                    <a:pt x="2296" y="5166"/>
                    <a:pt x="1949" y="4986"/>
                  </a:cubicBezTo>
                  <a:lnTo>
                    <a:pt x="1945" y="4986"/>
                  </a:lnTo>
                  <a:lnTo>
                    <a:pt x="1945" y="4418"/>
                  </a:lnTo>
                  <a:cubicBezTo>
                    <a:pt x="1945" y="4331"/>
                    <a:pt x="1997" y="4249"/>
                    <a:pt x="2074" y="4211"/>
                  </a:cubicBezTo>
                  <a:lnTo>
                    <a:pt x="2431" y="4028"/>
                  </a:lnTo>
                  <a:lnTo>
                    <a:pt x="2753" y="4355"/>
                  </a:lnTo>
                  <a:cubicBezTo>
                    <a:pt x="2837" y="4439"/>
                    <a:pt x="2947" y="4482"/>
                    <a:pt x="3055" y="4482"/>
                  </a:cubicBezTo>
                  <a:cubicBezTo>
                    <a:pt x="3164" y="4482"/>
                    <a:pt x="3273" y="4439"/>
                    <a:pt x="3354" y="4355"/>
                  </a:cubicBezTo>
                  <a:lnTo>
                    <a:pt x="3682" y="4028"/>
                  </a:lnTo>
                  <a:close/>
                  <a:moveTo>
                    <a:pt x="3056" y="1"/>
                  </a:moveTo>
                  <a:cubicBezTo>
                    <a:pt x="1911" y="1"/>
                    <a:pt x="876" y="694"/>
                    <a:pt x="438" y="1752"/>
                  </a:cubicBezTo>
                  <a:cubicBezTo>
                    <a:pt x="1" y="2811"/>
                    <a:pt x="241" y="4028"/>
                    <a:pt x="1050" y="4836"/>
                  </a:cubicBezTo>
                  <a:cubicBezTo>
                    <a:pt x="1594" y="5378"/>
                    <a:pt x="2321" y="5667"/>
                    <a:pt x="3059" y="5667"/>
                  </a:cubicBezTo>
                  <a:cubicBezTo>
                    <a:pt x="3423" y="5667"/>
                    <a:pt x="3789" y="5597"/>
                    <a:pt x="4139" y="5452"/>
                  </a:cubicBezTo>
                  <a:cubicBezTo>
                    <a:pt x="5197" y="5014"/>
                    <a:pt x="5885" y="3980"/>
                    <a:pt x="5885" y="2835"/>
                  </a:cubicBezTo>
                  <a:cubicBezTo>
                    <a:pt x="5885" y="1271"/>
                    <a:pt x="4620" y="5"/>
                    <a:pt x="30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87"/>
            <p:cNvSpPr/>
            <p:nvPr/>
          </p:nvSpPr>
          <p:spPr>
            <a:xfrm>
              <a:off x="7169279" y="3486162"/>
              <a:ext cx="170662" cy="158886"/>
            </a:xfrm>
            <a:custGeom>
              <a:rect b="b" l="l" r="r" t="t"/>
              <a:pathLst>
                <a:path extrusionOk="0" h="6058" w="6507">
                  <a:moveTo>
                    <a:pt x="4073" y="0"/>
                  </a:moveTo>
                  <a:cubicBezTo>
                    <a:pt x="3120" y="0"/>
                    <a:pt x="2171" y="367"/>
                    <a:pt x="1454" y="1087"/>
                  </a:cubicBezTo>
                  <a:cubicBezTo>
                    <a:pt x="130" y="2406"/>
                    <a:pt x="0" y="4504"/>
                    <a:pt x="1146" y="5981"/>
                  </a:cubicBezTo>
                  <a:cubicBezTo>
                    <a:pt x="1190" y="6035"/>
                    <a:pt x="1245" y="6057"/>
                    <a:pt x="1298" y="6057"/>
                  </a:cubicBezTo>
                  <a:cubicBezTo>
                    <a:pt x="1443" y="6057"/>
                    <a:pt x="1578" y="5886"/>
                    <a:pt x="1468" y="5731"/>
                  </a:cubicBezTo>
                  <a:cubicBezTo>
                    <a:pt x="453" y="4417"/>
                    <a:pt x="568" y="2550"/>
                    <a:pt x="1742" y="1376"/>
                  </a:cubicBezTo>
                  <a:cubicBezTo>
                    <a:pt x="2382" y="737"/>
                    <a:pt x="3226" y="411"/>
                    <a:pt x="4075" y="411"/>
                  </a:cubicBezTo>
                  <a:cubicBezTo>
                    <a:pt x="4785" y="411"/>
                    <a:pt x="5499" y="639"/>
                    <a:pt x="6097" y="1102"/>
                  </a:cubicBezTo>
                  <a:cubicBezTo>
                    <a:pt x="6137" y="1131"/>
                    <a:pt x="6178" y="1144"/>
                    <a:pt x="6217" y="1144"/>
                  </a:cubicBezTo>
                  <a:cubicBezTo>
                    <a:pt x="6383" y="1144"/>
                    <a:pt x="6507" y="916"/>
                    <a:pt x="6347" y="779"/>
                  </a:cubicBezTo>
                  <a:cubicBezTo>
                    <a:pt x="5674" y="257"/>
                    <a:pt x="4872" y="0"/>
                    <a:pt x="4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87"/>
            <p:cNvSpPr/>
            <p:nvPr/>
          </p:nvSpPr>
          <p:spPr>
            <a:xfrm>
              <a:off x="7211532" y="3521700"/>
              <a:ext cx="171554" cy="159070"/>
            </a:xfrm>
            <a:custGeom>
              <a:rect b="b" l="l" r="r" t="t"/>
              <a:pathLst>
                <a:path extrusionOk="0" h="6065" w="6541">
                  <a:moveTo>
                    <a:pt x="5230" y="1"/>
                  </a:moveTo>
                  <a:cubicBezTo>
                    <a:pt x="5187" y="1"/>
                    <a:pt x="5143" y="15"/>
                    <a:pt x="5107" y="45"/>
                  </a:cubicBezTo>
                  <a:cubicBezTo>
                    <a:pt x="5015" y="112"/>
                    <a:pt x="5001" y="242"/>
                    <a:pt x="5068" y="334"/>
                  </a:cubicBezTo>
                  <a:cubicBezTo>
                    <a:pt x="6088" y="1643"/>
                    <a:pt x="5973" y="3510"/>
                    <a:pt x="4794" y="4688"/>
                  </a:cubicBezTo>
                  <a:cubicBezTo>
                    <a:pt x="4155" y="5327"/>
                    <a:pt x="3312" y="5652"/>
                    <a:pt x="2464" y="5652"/>
                  </a:cubicBezTo>
                  <a:cubicBezTo>
                    <a:pt x="1753" y="5652"/>
                    <a:pt x="1039" y="5423"/>
                    <a:pt x="439" y="4958"/>
                  </a:cubicBezTo>
                  <a:cubicBezTo>
                    <a:pt x="396" y="4921"/>
                    <a:pt x="350" y="4906"/>
                    <a:pt x="307" y="4906"/>
                  </a:cubicBezTo>
                  <a:cubicBezTo>
                    <a:pt x="135" y="4906"/>
                    <a:pt x="1" y="5151"/>
                    <a:pt x="189" y="5285"/>
                  </a:cubicBezTo>
                  <a:cubicBezTo>
                    <a:pt x="862" y="5807"/>
                    <a:pt x="1664" y="6064"/>
                    <a:pt x="2463" y="6064"/>
                  </a:cubicBezTo>
                  <a:cubicBezTo>
                    <a:pt x="3418" y="6064"/>
                    <a:pt x="4367" y="5697"/>
                    <a:pt x="5087" y="4977"/>
                  </a:cubicBezTo>
                  <a:cubicBezTo>
                    <a:pt x="6411" y="3654"/>
                    <a:pt x="6541" y="1556"/>
                    <a:pt x="5391" y="79"/>
                  </a:cubicBezTo>
                  <a:cubicBezTo>
                    <a:pt x="5351" y="28"/>
                    <a:pt x="5291" y="1"/>
                    <a:pt x="5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1" name="Google Shape;16781;p87"/>
          <p:cNvGrpSpPr/>
          <p:nvPr/>
        </p:nvGrpSpPr>
        <p:grpSpPr>
          <a:xfrm>
            <a:off x="7532740" y="3405748"/>
            <a:ext cx="366896" cy="320841"/>
            <a:chOff x="7532740" y="3405748"/>
            <a:chExt cx="366896" cy="320841"/>
          </a:xfrm>
        </p:grpSpPr>
        <p:sp>
          <p:nvSpPr>
            <p:cNvPr id="16782" name="Google Shape;16782;p87"/>
            <p:cNvSpPr/>
            <p:nvPr/>
          </p:nvSpPr>
          <p:spPr>
            <a:xfrm>
              <a:off x="7538169" y="3491565"/>
              <a:ext cx="356038" cy="229727"/>
            </a:xfrm>
            <a:custGeom>
              <a:rect b="b" l="l" r="r" t="t"/>
              <a:pathLst>
                <a:path extrusionOk="0" h="8759" w="13575">
                  <a:moveTo>
                    <a:pt x="438" y="1"/>
                  </a:moveTo>
                  <a:cubicBezTo>
                    <a:pt x="197" y="1"/>
                    <a:pt x="0" y="198"/>
                    <a:pt x="0" y="439"/>
                  </a:cubicBezTo>
                  <a:lnTo>
                    <a:pt x="0" y="8320"/>
                  </a:lnTo>
                  <a:cubicBezTo>
                    <a:pt x="0" y="8561"/>
                    <a:pt x="197" y="8758"/>
                    <a:pt x="438" y="8758"/>
                  </a:cubicBezTo>
                  <a:lnTo>
                    <a:pt x="13136" y="8758"/>
                  </a:lnTo>
                  <a:cubicBezTo>
                    <a:pt x="13377" y="8758"/>
                    <a:pt x="13574" y="8561"/>
                    <a:pt x="13574" y="8320"/>
                  </a:cubicBezTo>
                  <a:lnTo>
                    <a:pt x="13574" y="439"/>
                  </a:lnTo>
                  <a:cubicBezTo>
                    <a:pt x="13574" y="198"/>
                    <a:pt x="13377" y="1"/>
                    <a:pt x="13136"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87"/>
            <p:cNvSpPr/>
            <p:nvPr/>
          </p:nvSpPr>
          <p:spPr>
            <a:xfrm>
              <a:off x="7538169" y="3491565"/>
              <a:ext cx="355907" cy="17205"/>
            </a:xfrm>
            <a:custGeom>
              <a:rect b="b" l="l" r="r" t="t"/>
              <a:pathLst>
                <a:path extrusionOk="0" h="656" w="13570">
                  <a:moveTo>
                    <a:pt x="438" y="1"/>
                  </a:moveTo>
                  <a:cubicBezTo>
                    <a:pt x="193" y="1"/>
                    <a:pt x="0" y="193"/>
                    <a:pt x="0" y="439"/>
                  </a:cubicBezTo>
                  <a:lnTo>
                    <a:pt x="0" y="655"/>
                  </a:lnTo>
                  <a:lnTo>
                    <a:pt x="13569" y="655"/>
                  </a:lnTo>
                  <a:lnTo>
                    <a:pt x="13569" y="439"/>
                  </a:lnTo>
                  <a:cubicBezTo>
                    <a:pt x="13569" y="193"/>
                    <a:pt x="13377" y="1"/>
                    <a:pt x="1313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87"/>
            <p:cNvSpPr/>
            <p:nvPr/>
          </p:nvSpPr>
          <p:spPr>
            <a:xfrm>
              <a:off x="7572501" y="3537515"/>
              <a:ext cx="114981" cy="149313"/>
            </a:xfrm>
            <a:custGeom>
              <a:rect b="b" l="l" r="r" t="t"/>
              <a:pathLst>
                <a:path extrusionOk="0" h="5693" w="4384">
                  <a:moveTo>
                    <a:pt x="221" y="0"/>
                  </a:moveTo>
                  <a:cubicBezTo>
                    <a:pt x="101" y="0"/>
                    <a:pt x="0" y="96"/>
                    <a:pt x="0" y="217"/>
                  </a:cubicBezTo>
                  <a:lnTo>
                    <a:pt x="0" y="5471"/>
                  </a:lnTo>
                  <a:cubicBezTo>
                    <a:pt x="0" y="5591"/>
                    <a:pt x="101" y="5693"/>
                    <a:pt x="221" y="5693"/>
                  </a:cubicBezTo>
                  <a:lnTo>
                    <a:pt x="4162" y="5693"/>
                  </a:lnTo>
                  <a:cubicBezTo>
                    <a:pt x="4282" y="5693"/>
                    <a:pt x="4383" y="5591"/>
                    <a:pt x="4383" y="5471"/>
                  </a:cubicBezTo>
                  <a:lnTo>
                    <a:pt x="4383" y="217"/>
                  </a:lnTo>
                  <a:cubicBezTo>
                    <a:pt x="4383" y="96"/>
                    <a:pt x="4282" y="0"/>
                    <a:pt x="4162"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87"/>
            <p:cNvSpPr/>
            <p:nvPr/>
          </p:nvSpPr>
          <p:spPr>
            <a:xfrm>
              <a:off x="7721919" y="3537384"/>
              <a:ext cx="137826" cy="23106"/>
            </a:xfrm>
            <a:custGeom>
              <a:rect b="b" l="l" r="r" t="t"/>
              <a:pathLst>
                <a:path extrusionOk="0" h="881" w="5255">
                  <a:moveTo>
                    <a:pt x="221" y="0"/>
                  </a:moveTo>
                  <a:cubicBezTo>
                    <a:pt x="96" y="0"/>
                    <a:pt x="0" y="101"/>
                    <a:pt x="0" y="222"/>
                  </a:cubicBezTo>
                  <a:lnTo>
                    <a:pt x="0" y="660"/>
                  </a:lnTo>
                  <a:cubicBezTo>
                    <a:pt x="0" y="780"/>
                    <a:pt x="96" y="876"/>
                    <a:pt x="221" y="881"/>
                  </a:cubicBezTo>
                  <a:lnTo>
                    <a:pt x="5038" y="881"/>
                  </a:lnTo>
                  <a:cubicBezTo>
                    <a:pt x="5158" y="881"/>
                    <a:pt x="5255" y="780"/>
                    <a:pt x="5255" y="660"/>
                  </a:cubicBezTo>
                  <a:lnTo>
                    <a:pt x="5255" y="222"/>
                  </a:lnTo>
                  <a:cubicBezTo>
                    <a:pt x="5255" y="101"/>
                    <a:pt x="5158" y="5"/>
                    <a:pt x="5038"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87"/>
            <p:cNvSpPr/>
            <p:nvPr/>
          </p:nvSpPr>
          <p:spPr>
            <a:xfrm>
              <a:off x="7721919" y="3583440"/>
              <a:ext cx="103363" cy="23002"/>
            </a:xfrm>
            <a:custGeom>
              <a:rect b="b" l="l" r="r" t="t"/>
              <a:pathLst>
                <a:path extrusionOk="0" h="877" w="3941">
                  <a:moveTo>
                    <a:pt x="221" y="1"/>
                  </a:moveTo>
                  <a:cubicBezTo>
                    <a:pt x="96" y="1"/>
                    <a:pt x="0" y="97"/>
                    <a:pt x="0" y="217"/>
                  </a:cubicBezTo>
                  <a:lnTo>
                    <a:pt x="0" y="655"/>
                  </a:lnTo>
                  <a:cubicBezTo>
                    <a:pt x="0" y="775"/>
                    <a:pt x="96" y="876"/>
                    <a:pt x="221" y="876"/>
                  </a:cubicBezTo>
                  <a:lnTo>
                    <a:pt x="3724" y="876"/>
                  </a:lnTo>
                  <a:cubicBezTo>
                    <a:pt x="3845" y="876"/>
                    <a:pt x="3941" y="775"/>
                    <a:pt x="3941" y="655"/>
                  </a:cubicBezTo>
                  <a:lnTo>
                    <a:pt x="3941" y="217"/>
                  </a:lnTo>
                  <a:cubicBezTo>
                    <a:pt x="3941" y="97"/>
                    <a:pt x="3845" y="1"/>
                    <a:pt x="3724"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87"/>
            <p:cNvSpPr/>
            <p:nvPr/>
          </p:nvSpPr>
          <p:spPr>
            <a:xfrm>
              <a:off x="7687456" y="3411177"/>
              <a:ext cx="57438" cy="103389"/>
            </a:xfrm>
            <a:custGeom>
              <a:rect b="b" l="l" r="r" t="t"/>
              <a:pathLst>
                <a:path extrusionOk="0" h="3942" w="2190">
                  <a:moveTo>
                    <a:pt x="0" y="1"/>
                  </a:moveTo>
                  <a:lnTo>
                    <a:pt x="438" y="3942"/>
                  </a:lnTo>
                  <a:lnTo>
                    <a:pt x="1752" y="3942"/>
                  </a:lnTo>
                  <a:lnTo>
                    <a:pt x="2190"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87"/>
            <p:cNvSpPr/>
            <p:nvPr/>
          </p:nvSpPr>
          <p:spPr>
            <a:xfrm>
              <a:off x="7595581" y="3612080"/>
              <a:ext cx="69057" cy="74748"/>
            </a:xfrm>
            <a:custGeom>
              <a:rect b="b" l="l" r="r" t="t"/>
              <a:pathLst>
                <a:path extrusionOk="0" h="2850" w="2633">
                  <a:moveTo>
                    <a:pt x="876" y="1"/>
                  </a:moveTo>
                  <a:lnTo>
                    <a:pt x="876" y="439"/>
                  </a:lnTo>
                  <a:cubicBezTo>
                    <a:pt x="876" y="521"/>
                    <a:pt x="828" y="598"/>
                    <a:pt x="756" y="636"/>
                  </a:cubicBezTo>
                  <a:lnTo>
                    <a:pt x="241" y="891"/>
                  </a:lnTo>
                  <a:cubicBezTo>
                    <a:pt x="97" y="968"/>
                    <a:pt x="1" y="1117"/>
                    <a:pt x="1" y="1286"/>
                  </a:cubicBezTo>
                  <a:lnTo>
                    <a:pt x="1" y="2850"/>
                  </a:lnTo>
                  <a:lnTo>
                    <a:pt x="2633" y="2850"/>
                  </a:lnTo>
                  <a:lnTo>
                    <a:pt x="2633" y="1286"/>
                  </a:lnTo>
                  <a:cubicBezTo>
                    <a:pt x="2628" y="1117"/>
                    <a:pt x="2536" y="968"/>
                    <a:pt x="2387" y="891"/>
                  </a:cubicBezTo>
                  <a:lnTo>
                    <a:pt x="1872" y="636"/>
                  </a:lnTo>
                  <a:cubicBezTo>
                    <a:pt x="1800" y="598"/>
                    <a:pt x="1752" y="521"/>
                    <a:pt x="1752" y="439"/>
                  </a:cubicBezTo>
                  <a:lnTo>
                    <a:pt x="1752"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87"/>
            <p:cNvSpPr/>
            <p:nvPr/>
          </p:nvSpPr>
          <p:spPr>
            <a:xfrm>
              <a:off x="7595581" y="3630256"/>
              <a:ext cx="68926" cy="56573"/>
            </a:xfrm>
            <a:custGeom>
              <a:rect b="b" l="l" r="r" t="t"/>
              <a:pathLst>
                <a:path extrusionOk="0" h="2157" w="2628">
                  <a:moveTo>
                    <a:pt x="641" y="1"/>
                  </a:moveTo>
                  <a:lnTo>
                    <a:pt x="241" y="198"/>
                  </a:lnTo>
                  <a:cubicBezTo>
                    <a:pt x="97" y="275"/>
                    <a:pt x="1" y="424"/>
                    <a:pt x="1" y="593"/>
                  </a:cubicBezTo>
                  <a:lnTo>
                    <a:pt x="1" y="2157"/>
                  </a:lnTo>
                  <a:lnTo>
                    <a:pt x="2628" y="2157"/>
                  </a:lnTo>
                  <a:lnTo>
                    <a:pt x="2628" y="593"/>
                  </a:lnTo>
                  <a:cubicBezTo>
                    <a:pt x="2628" y="424"/>
                    <a:pt x="2536" y="275"/>
                    <a:pt x="2387" y="198"/>
                  </a:cubicBezTo>
                  <a:lnTo>
                    <a:pt x="1988" y="1"/>
                  </a:lnTo>
                  <a:cubicBezTo>
                    <a:pt x="1824" y="193"/>
                    <a:pt x="1588" y="622"/>
                    <a:pt x="1314" y="622"/>
                  </a:cubicBezTo>
                  <a:cubicBezTo>
                    <a:pt x="1045" y="622"/>
                    <a:pt x="804" y="193"/>
                    <a:pt x="641"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87"/>
            <p:cNvSpPr/>
            <p:nvPr/>
          </p:nvSpPr>
          <p:spPr>
            <a:xfrm>
              <a:off x="7595581" y="3640484"/>
              <a:ext cx="17310" cy="46344"/>
            </a:xfrm>
            <a:custGeom>
              <a:rect b="b" l="l" r="r" t="t"/>
              <a:pathLst>
                <a:path extrusionOk="0" h="1767" w="660">
                  <a:moveTo>
                    <a:pt x="53" y="1"/>
                  </a:moveTo>
                  <a:cubicBezTo>
                    <a:pt x="20" y="63"/>
                    <a:pt x="1" y="131"/>
                    <a:pt x="1" y="203"/>
                  </a:cubicBezTo>
                  <a:lnTo>
                    <a:pt x="1" y="1767"/>
                  </a:lnTo>
                  <a:lnTo>
                    <a:pt x="660" y="1767"/>
                  </a:lnTo>
                  <a:lnTo>
                    <a:pt x="660" y="669"/>
                  </a:lnTo>
                  <a:cubicBezTo>
                    <a:pt x="660" y="535"/>
                    <a:pt x="592" y="405"/>
                    <a:pt x="482" y="323"/>
                  </a:cubicBezTo>
                  <a:lnTo>
                    <a:pt x="5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87"/>
            <p:cNvSpPr/>
            <p:nvPr/>
          </p:nvSpPr>
          <p:spPr>
            <a:xfrm>
              <a:off x="7647328" y="3640484"/>
              <a:ext cx="17179" cy="46344"/>
            </a:xfrm>
            <a:custGeom>
              <a:rect b="b" l="l" r="r" t="t"/>
              <a:pathLst>
                <a:path extrusionOk="0" h="1767" w="655">
                  <a:moveTo>
                    <a:pt x="602" y="1"/>
                  </a:moveTo>
                  <a:lnTo>
                    <a:pt x="174" y="323"/>
                  </a:lnTo>
                  <a:cubicBezTo>
                    <a:pt x="63" y="405"/>
                    <a:pt x="0" y="535"/>
                    <a:pt x="0" y="669"/>
                  </a:cubicBezTo>
                  <a:lnTo>
                    <a:pt x="0" y="1767"/>
                  </a:lnTo>
                  <a:lnTo>
                    <a:pt x="655" y="1767"/>
                  </a:lnTo>
                  <a:lnTo>
                    <a:pt x="655" y="203"/>
                  </a:lnTo>
                  <a:cubicBezTo>
                    <a:pt x="655" y="131"/>
                    <a:pt x="636" y="63"/>
                    <a:pt x="602"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87"/>
            <p:cNvSpPr/>
            <p:nvPr/>
          </p:nvSpPr>
          <p:spPr>
            <a:xfrm>
              <a:off x="7607069" y="3566156"/>
              <a:ext cx="45951" cy="51773"/>
            </a:xfrm>
            <a:custGeom>
              <a:rect b="b" l="l" r="r" t="t"/>
              <a:pathLst>
                <a:path extrusionOk="0" h="1974" w="1752">
                  <a:moveTo>
                    <a:pt x="660" y="1"/>
                  </a:moveTo>
                  <a:cubicBezTo>
                    <a:pt x="294" y="1"/>
                    <a:pt x="0" y="294"/>
                    <a:pt x="0" y="660"/>
                  </a:cubicBezTo>
                  <a:lnTo>
                    <a:pt x="0" y="1098"/>
                  </a:lnTo>
                  <a:cubicBezTo>
                    <a:pt x="0" y="1579"/>
                    <a:pt x="395" y="1973"/>
                    <a:pt x="876" y="1973"/>
                  </a:cubicBezTo>
                  <a:cubicBezTo>
                    <a:pt x="1362" y="1973"/>
                    <a:pt x="1752" y="1579"/>
                    <a:pt x="1752" y="1098"/>
                  </a:cubicBezTo>
                  <a:lnTo>
                    <a:pt x="1752" y="660"/>
                  </a:lnTo>
                  <a:cubicBezTo>
                    <a:pt x="1752" y="294"/>
                    <a:pt x="1458" y="1"/>
                    <a:pt x="109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87"/>
            <p:cNvSpPr/>
            <p:nvPr/>
          </p:nvSpPr>
          <p:spPr>
            <a:xfrm>
              <a:off x="7607069" y="3566156"/>
              <a:ext cx="31578" cy="51747"/>
            </a:xfrm>
            <a:custGeom>
              <a:rect b="b" l="l" r="r" t="t"/>
              <a:pathLst>
                <a:path extrusionOk="0" h="1973" w="1204">
                  <a:moveTo>
                    <a:pt x="660" y="1"/>
                  </a:moveTo>
                  <a:cubicBezTo>
                    <a:pt x="294" y="1"/>
                    <a:pt x="0" y="294"/>
                    <a:pt x="0" y="660"/>
                  </a:cubicBezTo>
                  <a:lnTo>
                    <a:pt x="0" y="1098"/>
                  </a:lnTo>
                  <a:cubicBezTo>
                    <a:pt x="0" y="1599"/>
                    <a:pt x="412" y="1972"/>
                    <a:pt x="873" y="1972"/>
                  </a:cubicBezTo>
                  <a:cubicBezTo>
                    <a:pt x="982" y="1972"/>
                    <a:pt x="1094" y="1951"/>
                    <a:pt x="1203" y="1906"/>
                  </a:cubicBezTo>
                  <a:cubicBezTo>
                    <a:pt x="876" y="1771"/>
                    <a:pt x="660" y="1454"/>
                    <a:pt x="660" y="1098"/>
                  </a:cubicBezTo>
                  <a:lnTo>
                    <a:pt x="660" y="660"/>
                  </a:lnTo>
                  <a:cubicBezTo>
                    <a:pt x="660" y="337"/>
                    <a:pt x="891" y="63"/>
                    <a:pt x="1203" y="15"/>
                  </a:cubicBezTo>
                  <a:cubicBezTo>
                    <a:pt x="1170" y="5"/>
                    <a:pt x="1131"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87"/>
            <p:cNvSpPr/>
            <p:nvPr/>
          </p:nvSpPr>
          <p:spPr>
            <a:xfrm>
              <a:off x="7607069" y="3566156"/>
              <a:ext cx="45951" cy="23002"/>
            </a:xfrm>
            <a:custGeom>
              <a:rect b="b" l="l" r="r" t="t"/>
              <a:pathLst>
                <a:path extrusionOk="0" h="877" w="1752">
                  <a:moveTo>
                    <a:pt x="660" y="1"/>
                  </a:moveTo>
                  <a:cubicBezTo>
                    <a:pt x="294" y="1"/>
                    <a:pt x="0" y="294"/>
                    <a:pt x="0" y="660"/>
                  </a:cubicBezTo>
                  <a:cubicBezTo>
                    <a:pt x="0" y="660"/>
                    <a:pt x="660" y="876"/>
                    <a:pt x="1752" y="876"/>
                  </a:cubicBezTo>
                  <a:lnTo>
                    <a:pt x="1752" y="660"/>
                  </a:lnTo>
                  <a:cubicBezTo>
                    <a:pt x="1752" y="294"/>
                    <a:pt x="1458" y="1"/>
                    <a:pt x="109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87"/>
            <p:cNvSpPr/>
            <p:nvPr/>
          </p:nvSpPr>
          <p:spPr>
            <a:xfrm>
              <a:off x="7607069" y="3566156"/>
              <a:ext cx="31578" cy="20982"/>
            </a:xfrm>
            <a:custGeom>
              <a:rect b="b" l="l" r="r" t="t"/>
              <a:pathLst>
                <a:path extrusionOk="0" h="800" w="1204">
                  <a:moveTo>
                    <a:pt x="660" y="1"/>
                  </a:moveTo>
                  <a:cubicBezTo>
                    <a:pt x="294" y="1"/>
                    <a:pt x="0" y="294"/>
                    <a:pt x="0" y="660"/>
                  </a:cubicBezTo>
                  <a:cubicBezTo>
                    <a:pt x="217" y="722"/>
                    <a:pt x="433" y="770"/>
                    <a:pt x="660" y="799"/>
                  </a:cubicBezTo>
                  <a:lnTo>
                    <a:pt x="660" y="660"/>
                  </a:lnTo>
                  <a:cubicBezTo>
                    <a:pt x="660" y="337"/>
                    <a:pt x="891" y="63"/>
                    <a:pt x="1203" y="15"/>
                  </a:cubicBezTo>
                  <a:cubicBezTo>
                    <a:pt x="1170" y="5"/>
                    <a:pt x="1131" y="1"/>
                    <a:pt x="109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87"/>
            <p:cNvSpPr/>
            <p:nvPr/>
          </p:nvSpPr>
          <p:spPr>
            <a:xfrm>
              <a:off x="7532740" y="3405748"/>
              <a:ext cx="366896" cy="320841"/>
            </a:xfrm>
            <a:custGeom>
              <a:rect b="b" l="l" r="r" t="t"/>
              <a:pathLst>
                <a:path extrusionOk="0" h="12233" w="13989">
                  <a:moveTo>
                    <a:pt x="7863" y="410"/>
                  </a:moveTo>
                  <a:lnTo>
                    <a:pt x="7468" y="3932"/>
                  </a:lnTo>
                  <a:cubicBezTo>
                    <a:pt x="7468" y="3937"/>
                    <a:pt x="7463" y="3942"/>
                    <a:pt x="7459" y="3942"/>
                  </a:cubicBezTo>
                  <a:lnTo>
                    <a:pt x="6535" y="3942"/>
                  </a:lnTo>
                  <a:cubicBezTo>
                    <a:pt x="6530" y="3942"/>
                    <a:pt x="6520" y="3937"/>
                    <a:pt x="6520" y="3932"/>
                  </a:cubicBezTo>
                  <a:lnTo>
                    <a:pt x="6130" y="410"/>
                  </a:lnTo>
                  <a:close/>
                  <a:moveTo>
                    <a:pt x="13348" y="3480"/>
                  </a:moveTo>
                  <a:cubicBezTo>
                    <a:pt x="13473" y="3480"/>
                    <a:pt x="13579" y="3586"/>
                    <a:pt x="13579" y="3711"/>
                  </a:cubicBezTo>
                  <a:lnTo>
                    <a:pt x="13579" y="11592"/>
                  </a:lnTo>
                  <a:lnTo>
                    <a:pt x="13574" y="11592"/>
                  </a:lnTo>
                  <a:cubicBezTo>
                    <a:pt x="13574" y="11717"/>
                    <a:pt x="13468" y="11823"/>
                    <a:pt x="13343" y="11823"/>
                  </a:cubicBezTo>
                  <a:lnTo>
                    <a:pt x="645" y="11823"/>
                  </a:lnTo>
                  <a:cubicBezTo>
                    <a:pt x="515" y="11823"/>
                    <a:pt x="414" y="11717"/>
                    <a:pt x="414" y="11592"/>
                  </a:cubicBezTo>
                  <a:lnTo>
                    <a:pt x="414" y="3711"/>
                  </a:lnTo>
                  <a:cubicBezTo>
                    <a:pt x="414" y="3586"/>
                    <a:pt x="515" y="3480"/>
                    <a:pt x="645" y="3480"/>
                  </a:cubicBezTo>
                  <a:lnTo>
                    <a:pt x="6058" y="3480"/>
                  </a:lnTo>
                  <a:lnTo>
                    <a:pt x="6116" y="3980"/>
                  </a:lnTo>
                  <a:cubicBezTo>
                    <a:pt x="6135" y="4192"/>
                    <a:pt x="6318" y="4355"/>
                    <a:pt x="6535" y="4355"/>
                  </a:cubicBezTo>
                  <a:lnTo>
                    <a:pt x="7459" y="4355"/>
                  </a:lnTo>
                  <a:cubicBezTo>
                    <a:pt x="7675" y="4355"/>
                    <a:pt x="7853" y="4192"/>
                    <a:pt x="7877" y="3980"/>
                  </a:cubicBezTo>
                  <a:lnTo>
                    <a:pt x="7935" y="3480"/>
                  </a:lnTo>
                  <a:close/>
                  <a:moveTo>
                    <a:pt x="5899" y="1"/>
                  </a:moveTo>
                  <a:cubicBezTo>
                    <a:pt x="5779" y="1"/>
                    <a:pt x="5683" y="107"/>
                    <a:pt x="5697" y="232"/>
                  </a:cubicBezTo>
                  <a:lnTo>
                    <a:pt x="6010" y="3066"/>
                  </a:lnTo>
                  <a:lnTo>
                    <a:pt x="645" y="3066"/>
                  </a:lnTo>
                  <a:cubicBezTo>
                    <a:pt x="289" y="3066"/>
                    <a:pt x="5" y="3355"/>
                    <a:pt x="0" y="3711"/>
                  </a:cubicBezTo>
                  <a:lnTo>
                    <a:pt x="0" y="11587"/>
                  </a:lnTo>
                  <a:cubicBezTo>
                    <a:pt x="5" y="11944"/>
                    <a:pt x="289" y="12232"/>
                    <a:pt x="645" y="12232"/>
                  </a:cubicBezTo>
                  <a:lnTo>
                    <a:pt x="13343" y="12232"/>
                  </a:lnTo>
                  <a:cubicBezTo>
                    <a:pt x="13699" y="12232"/>
                    <a:pt x="13988" y="11944"/>
                    <a:pt x="13988" y="11587"/>
                  </a:cubicBezTo>
                  <a:lnTo>
                    <a:pt x="13988" y="3711"/>
                  </a:lnTo>
                  <a:cubicBezTo>
                    <a:pt x="13988" y="3355"/>
                    <a:pt x="13699" y="3066"/>
                    <a:pt x="13343" y="3066"/>
                  </a:cubicBezTo>
                  <a:lnTo>
                    <a:pt x="7978" y="3066"/>
                  </a:lnTo>
                  <a:lnTo>
                    <a:pt x="8291" y="232"/>
                  </a:lnTo>
                  <a:cubicBezTo>
                    <a:pt x="8305" y="107"/>
                    <a:pt x="8209" y="1"/>
                    <a:pt x="8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87"/>
            <p:cNvSpPr/>
            <p:nvPr/>
          </p:nvSpPr>
          <p:spPr>
            <a:xfrm>
              <a:off x="7567177" y="3532086"/>
              <a:ext cx="125603" cy="159909"/>
            </a:xfrm>
            <a:custGeom>
              <a:rect b="b" l="l" r="r" t="t"/>
              <a:pathLst>
                <a:path extrusionOk="0" h="6097" w="4789">
                  <a:moveTo>
                    <a:pt x="2614" y="1511"/>
                  </a:moveTo>
                  <a:cubicBezTo>
                    <a:pt x="2864" y="1511"/>
                    <a:pt x="3066" y="1713"/>
                    <a:pt x="3066" y="1959"/>
                  </a:cubicBezTo>
                  <a:lnTo>
                    <a:pt x="3066" y="2397"/>
                  </a:lnTo>
                  <a:cubicBezTo>
                    <a:pt x="3061" y="2767"/>
                    <a:pt x="2768" y="3065"/>
                    <a:pt x="2397" y="3065"/>
                  </a:cubicBezTo>
                  <a:lnTo>
                    <a:pt x="2397" y="3070"/>
                  </a:lnTo>
                  <a:cubicBezTo>
                    <a:pt x="2027" y="3070"/>
                    <a:pt x="1724" y="2767"/>
                    <a:pt x="1724" y="2397"/>
                  </a:cubicBezTo>
                  <a:lnTo>
                    <a:pt x="1724" y="1959"/>
                  </a:lnTo>
                  <a:cubicBezTo>
                    <a:pt x="1724" y="1713"/>
                    <a:pt x="1926" y="1511"/>
                    <a:pt x="2176" y="1511"/>
                  </a:cubicBezTo>
                  <a:close/>
                  <a:moveTo>
                    <a:pt x="2628" y="3450"/>
                  </a:moveTo>
                  <a:lnTo>
                    <a:pt x="2628" y="3571"/>
                  </a:lnTo>
                  <a:cubicBezTo>
                    <a:pt x="2628" y="3648"/>
                    <a:pt x="2647" y="3720"/>
                    <a:pt x="2686" y="3787"/>
                  </a:cubicBezTo>
                  <a:lnTo>
                    <a:pt x="2407" y="4066"/>
                  </a:lnTo>
                  <a:cubicBezTo>
                    <a:pt x="2402" y="4069"/>
                    <a:pt x="2398" y="4070"/>
                    <a:pt x="2395" y="4070"/>
                  </a:cubicBezTo>
                  <a:cubicBezTo>
                    <a:pt x="2392" y="4070"/>
                    <a:pt x="2390" y="4069"/>
                    <a:pt x="2388" y="4066"/>
                  </a:cubicBezTo>
                  <a:lnTo>
                    <a:pt x="2104" y="3782"/>
                  </a:lnTo>
                  <a:cubicBezTo>
                    <a:pt x="2142" y="3720"/>
                    <a:pt x="2161" y="3648"/>
                    <a:pt x="2161" y="3571"/>
                  </a:cubicBezTo>
                  <a:lnTo>
                    <a:pt x="2161" y="3450"/>
                  </a:lnTo>
                  <a:cubicBezTo>
                    <a:pt x="2225" y="3466"/>
                    <a:pt x="2292" y="3476"/>
                    <a:pt x="2357" y="3476"/>
                  </a:cubicBezTo>
                  <a:cubicBezTo>
                    <a:pt x="2371" y="3476"/>
                    <a:pt x="2384" y="3475"/>
                    <a:pt x="2397" y="3474"/>
                  </a:cubicBezTo>
                  <a:lnTo>
                    <a:pt x="2397" y="3479"/>
                  </a:lnTo>
                  <a:cubicBezTo>
                    <a:pt x="2474" y="3479"/>
                    <a:pt x="2551" y="3470"/>
                    <a:pt x="2628" y="3450"/>
                  </a:cubicBezTo>
                  <a:close/>
                  <a:moveTo>
                    <a:pt x="3023" y="4033"/>
                  </a:moveTo>
                  <a:lnTo>
                    <a:pt x="3379" y="4215"/>
                  </a:lnTo>
                  <a:cubicBezTo>
                    <a:pt x="3456" y="4254"/>
                    <a:pt x="3504" y="4336"/>
                    <a:pt x="3504" y="4422"/>
                  </a:cubicBezTo>
                  <a:lnTo>
                    <a:pt x="3504" y="5697"/>
                  </a:lnTo>
                  <a:lnTo>
                    <a:pt x="1286" y="5697"/>
                  </a:lnTo>
                  <a:lnTo>
                    <a:pt x="1286" y="4422"/>
                  </a:lnTo>
                  <a:cubicBezTo>
                    <a:pt x="1286" y="4331"/>
                    <a:pt x="1339" y="4249"/>
                    <a:pt x="1420" y="4211"/>
                  </a:cubicBezTo>
                  <a:lnTo>
                    <a:pt x="1772" y="4033"/>
                  </a:lnTo>
                  <a:lnTo>
                    <a:pt x="2094" y="4360"/>
                  </a:lnTo>
                  <a:cubicBezTo>
                    <a:pt x="2178" y="4442"/>
                    <a:pt x="2288" y="4482"/>
                    <a:pt x="2397" y="4482"/>
                  </a:cubicBezTo>
                  <a:cubicBezTo>
                    <a:pt x="2505" y="4482"/>
                    <a:pt x="2614" y="4442"/>
                    <a:pt x="2695" y="4360"/>
                  </a:cubicBezTo>
                  <a:lnTo>
                    <a:pt x="3023" y="4033"/>
                  </a:lnTo>
                  <a:close/>
                  <a:moveTo>
                    <a:pt x="4365" y="409"/>
                  </a:moveTo>
                  <a:cubicBezTo>
                    <a:pt x="4375" y="409"/>
                    <a:pt x="4380" y="419"/>
                    <a:pt x="4380" y="424"/>
                  </a:cubicBezTo>
                  <a:lnTo>
                    <a:pt x="4380" y="5678"/>
                  </a:lnTo>
                  <a:lnTo>
                    <a:pt x="4380" y="5683"/>
                  </a:lnTo>
                  <a:cubicBezTo>
                    <a:pt x="4380" y="5688"/>
                    <a:pt x="4375" y="5697"/>
                    <a:pt x="4365" y="5697"/>
                  </a:cubicBezTo>
                  <a:lnTo>
                    <a:pt x="3913" y="5697"/>
                  </a:lnTo>
                  <a:lnTo>
                    <a:pt x="3913" y="4418"/>
                  </a:lnTo>
                  <a:cubicBezTo>
                    <a:pt x="3913" y="4177"/>
                    <a:pt x="3778" y="3951"/>
                    <a:pt x="3557" y="3845"/>
                  </a:cubicBezTo>
                  <a:lnTo>
                    <a:pt x="3047" y="3590"/>
                  </a:lnTo>
                  <a:cubicBezTo>
                    <a:pt x="3042" y="3585"/>
                    <a:pt x="3037" y="3580"/>
                    <a:pt x="3037" y="3575"/>
                  </a:cubicBezTo>
                  <a:lnTo>
                    <a:pt x="3037" y="3277"/>
                  </a:lnTo>
                  <a:lnTo>
                    <a:pt x="3037" y="3268"/>
                  </a:lnTo>
                  <a:cubicBezTo>
                    <a:pt x="3311" y="3065"/>
                    <a:pt x="3475" y="2743"/>
                    <a:pt x="3475" y="2401"/>
                  </a:cubicBezTo>
                  <a:lnTo>
                    <a:pt x="3475" y="1964"/>
                  </a:lnTo>
                  <a:cubicBezTo>
                    <a:pt x="3475" y="1487"/>
                    <a:pt x="3090" y="1097"/>
                    <a:pt x="2614" y="1097"/>
                  </a:cubicBezTo>
                  <a:lnTo>
                    <a:pt x="2176" y="1097"/>
                  </a:lnTo>
                  <a:cubicBezTo>
                    <a:pt x="1699" y="1097"/>
                    <a:pt x="1315" y="1487"/>
                    <a:pt x="1315" y="1964"/>
                  </a:cubicBezTo>
                  <a:lnTo>
                    <a:pt x="1315" y="2401"/>
                  </a:lnTo>
                  <a:cubicBezTo>
                    <a:pt x="1315" y="2743"/>
                    <a:pt x="1478" y="3065"/>
                    <a:pt x="1752" y="3268"/>
                  </a:cubicBezTo>
                  <a:lnTo>
                    <a:pt x="1752" y="3277"/>
                  </a:lnTo>
                  <a:lnTo>
                    <a:pt x="1752" y="3575"/>
                  </a:lnTo>
                  <a:cubicBezTo>
                    <a:pt x="1752" y="3580"/>
                    <a:pt x="1752" y="3585"/>
                    <a:pt x="1743" y="3590"/>
                  </a:cubicBezTo>
                  <a:lnTo>
                    <a:pt x="1233" y="3845"/>
                  </a:lnTo>
                  <a:cubicBezTo>
                    <a:pt x="1016" y="3951"/>
                    <a:pt x="877" y="4177"/>
                    <a:pt x="877" y="4418"/>
                  </a:cubicBezTo>
                  <a:lnTo>
                    <a:pt x="877" y="5697"/>
                  </a:lnTo>
                  <a:lnTo>
                    <a:pt x="424" y="5697"/>
                  </a:lnTo>
                  <a:cubicBezTo>
                    <a:pt x="420" y="5697"/>
                    <a:pt x="410" y="5688"/>
                    <a:pt x="410" y="5683"/>
                  </a:cubicBezTo>
                  <a:lnTo>
                    <a:pt x="410" y="424"/>
                  </a:lnTo>
                  <a:cubicBezTo>
                    <a:pt x="410" y="419"/>
                    <a:pt x="420" y="409"/>
                    <a:pt x="424" y="409"/>
                  </a:cubicBezTo>
                  <a:close/>
                  <a:moveTo>
                    <a:pt x="424" y="0"/>
                  </a:moveTo>
                  <a:cubicBezTo>
                    <a:pt x="193" y="5"/>
                    <a:pt x="6" y="193"/>
                    <a:pt x="1" y="424"/>
                  </a:cubicBezTo>
                  <a:lnTo>
                    <a:pt x="1" y="5678"/>
                  </a:lnTo>
                  <a:cubicBezTo>
                    <a:pt x="6" y="5909"/>
                    <a:pt x="193" y="6097"/>
                    <a:pt x="424" y="6097"/>
                  </a:cubicBezTo>
                  <a:lnTo>
                    <a:pt x="4365" y="6097"/>
                  </a:lnTo>
                  <a:cubicBezTo>
                    <a:pt x="4596" y="6097"/>
                    <a:pt x="4784" y="5909"/>
                    <a:pt x="4789" y="5678"/>
                  </a:cubicBezTo>
                  <a:lnTo>
                    <a:pt x="4789" y="424"/>
                  </a:lnTo>
                  <a:cubicBezTo>
                    <a:pt x="4784" y="193"/>
                    <a:pt x="4596" y="5"/>
                    <a:pt x="4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87"/>
            <p:cNvSpPr/>
            <p:nvPr/>
          </p:nvSpPr>
          <p:spPr>
            <a:xfrm>
              <a:off x="7716621" y="3532086"/>
              <a:ext cx="148421" cy="33597"/>
            </a:xfrm>
            <a:custGeom>
              <a:rect b="b" l="l" r="r" t="t"/>
              <a:pathLst>
                <a:path extrusionOk="0" h="1281" w="5659">
                  <a:moveTo>
                    <a:pt x="5240" y="409"/>
                  </a:moveTo>
                  <a:cubicBezTo>
                    <a:pt x="5245" y="409"/>
                    <a:pt x="5250" y="419"/>
                    <a:pt x="5250" y="424"/>
                  </a:cubicBezTo>
                  <a:lnTo>
                    <a:pt x="5250" y="862"/>
                  </a:lnTo>
                  <a:cubicBezTo>
                    <a:pt x="5250" y="871"/>
                    <a:pt x="5245" y="876"/>
                    <a:pt x="5240" y="876"/>
                  </a:cubicBezTo>
                  <a:lnTo>
                    <a:pt x="423" y="876"/>
                  </a:lnTo>
                  <a:cubicBezTo>
                    <a:pt x="414" y="876"/>
                    <a:pt x="409" y="871"/>
                    <a:pt x="409" y="862"/>
                  </a:cubicBezTo>
                  <a:lnTo>
                    <a:pt x="409" y="424"/>
                  </a:lnTo>
                  <a:cubicBezTo>
                    <a:pt x="409" y="419"/>
                    <a:pt x="414" y="409"/>
                    <a:pt x="423" y="409"/>
                  </a:cubicBezTo>
                  <a:close/>
                  <a:moveTo>
                    <a:pt x="423" y="0"/>
                  </a:moveTo>
                  <a:cubicBezTo>
                    <a:pt x="188" y="5"/>
                    <a:pt x="0" y="193"/>
                    <a:pt x="0" y="424"/>
                  </a:cubicBezTo>
                  <a:lnTo>
                    <a:pt x="0" y="862"/>
                  </a:lnTo>
                  <a:cubicBezTo>
                    <a:pt x="0" y="1093"/>
                    <a:pt x="188" y="1280"/>
                    <a:pt x="423" y="1280"/>
                  </a:cubicBezTo>
                  <a:lnTo>
                    <a:pt x="5240" y="1280"/>
                  </a:lnTo>
                  <a:cubicBezTo>
                    <a:pt x="5471" y="1280"/>
                    <a:pt x="5659" y="1093"/>
                    <a:pt x="5659" y="862"/>
                  </a:cubicBezTo>
                  <a:lnTo>
                    <a:pt x="5659" y="424"/>
                  </a:lnTo>
                  <a:cubicBezTo>
                    <a:pt x="5659" y="193"/>
                    <a:pt x="5471" y="5"/>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87"/>
            <p:cNvSpPr/>
            <p:nvPr/>
          </p:nvSpPr>
          <p:spPr>
            <a:xfrm>
              <a:off x="7716621" y="3578011"/>
              <a:ext cx="113958" cy="33597"/>
            </a:xfrm>
            <a:custGeom>
              <a:rect b="b" l="l" r="r" t="t"/>
              <a:pathLst>
                <a:path extrusionOk="0" h="1281" w="4345">
                  <a:moveTo>
                    <a:pt x="3926" y="415"/>
                  </a:moveTo>
                  <a:cubicBezTo>
                    <a:pt x="3931" y="415"/>
                    <a:pt x="3936" y="419"/>
                    <a:pt x="3936" y="424"/>
                  </a:cubicBezTo>
                  <a:lnTo>
                    <a:pt x="3936" y="862"/>
                  </a:lnTo>
                  <a:cubicBezTo>
                    <a:pt x="3936" y="872"/>
                    <a:pt x="3931" y="877"/>
                    <a:pt x="3926" y="877"/>
                  </a:cubicBezTo>
                  <a:lnTo>
                    <a:pt x="423" y="877"/>
                  </a:lnTo>
                  <a:cubicBezTo>
                    <a:pt x="414" y="877"/>
                    <a:pt x="409" y="872"/>
                    <a:pt x="409" y="862"/>
                  </a:cubicBezTo>
                  <a:lnTo>
                    <a:pt x="409" y="424"/>
                  </a:lnTo>
                  <a:cubicBezTo>
                    <a:pt x="409" y="419"/>
                    <a:pt x="414" y="415"/>
                    <a:pt x="423" y="415"/>
                  </a:cubicBezTo>
                  <a:close/>
                  <a:moveTo>
                    <a:pt x="423" y="1"/>
                  </a:moveTo>
                  <a:cubicBezTo>
                    <a:pt x="188" y="6"/>
                    <a:pt x="0" y="193"/>
                    <a:pt x="0" y="424"/>
                  </a:cubicBezTo>
                  <a:lnTo>
                    <a:pt x="0" y="862"/>
                  </a:lnTo>
                  <a:cubicBezTo>
                    <a:pt x="0" y="1093"/>
                    <a:pt x="188" y="1281"/>
                    <a:pt x="423" y="1281"/>
                  </a:cubicBezTo>
                  <a:lnTo>
                    <a:pt x="3926" y="1281"/>
                  </a:lnTo>
                  <a:cubicBezTo>
                    <a:pt x="4157" y="1281"/>
                    <a:pt x="4345" y="1093"/>
                    <a:pt x="4345" y="862"/>
                  </a:cubicBezTo>
                  <a:lnTo>
                    <a:pt x="4345" y="424"/>
                  </a:lnTo>
                  <a:cubicBezTo>
                    <a:pt x="4345" y="193"/>
                    <a:pt x="4157" y="6"/>
                    <a:pt x="3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87"/>
            <p:cNvSpPr/>
            <p:nvPr/>
          </p:nvSpPr>
          <p:spPr>
            <a:xfrm>
              <a:off x="7714444" y="3623935"/>
              <a:ext cx="72362" cy="10780"/>
            </a:xfrm>
            <a:custGeom>
              <a:rect b="b" l="l" r="r" t="t"/>
              <a:pathLst>
                <a:path extrusionOk="0" h="411" w="2759">
                  <a:moveTo>
                    <a:pt x="271" y="1"/>
                  </a:moveTo>
                  <a:cubicBezTo>
                    <a:pt x="2" y="1"/>
                    <a:pt x="1" y="411"/>
                    <a:pt x="267" y="411"/>
                  </a:cubicBezTo>
                  <a:cubicBezTo>
                    <a:pt x="273" y="411"/>
                    <a:pt x="279" y="411"/>
                    <a:pt x="285" y="410"/>
                  </a:cubicBezTo>
                  <a:lnTo>
                    <a:pt x="2474" y="410"/>
                  </a:lnTo>
                  <a:cubicBezTo>
                    <a:pt x="2481" y="411"/>
                    <a:pt x="2487" y="411"/>
                    <a:pt x="2492" y="411"/>
                  </a:cubicBezTo>
                  <a:cubicBezTo>
                    <a:pt x="2759" y="411"/>
                    <a:pt x="2757" y="1"/>
                    <a:pt x="2488" y="1"/>
                  </a:cubicBezTo>
                  <a:cubicBezTo>
                    <a:pt x="2484" y="1"/>
                    <a:pt x="2479" y="1"/>
                    <a:pt x="2474"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87"/>
            <p:cNvSpPr/>
            <p:nvPr/>
          </p:nvSpPr>
          <p:spPr>
            <a:xfrm>
              <a:off x="7794831" y="3623935"/>
              <a:ext cx="37138" cy="10780"/>
            </a:xfrm>
            <a:custGeom>
              <a:rect b="b" l="l" r="r" t="t"/>
              <a:pathLst>
                <a:path extrusionOk="0" h="411" w="1416">
                  <a:moveTo>
                    <a:pt x="267" y="1"/>
                  </a:moveTo>
                  <a:cubicBezTo>
                    <a:pt x="2" y="1"/>
                    <a:pt x="1" y="411"/>
                    <a:pt x="263" y="411"/>
                  </a:cubicBezTo>
                  <a:cubicBezTo>
                    <a:pt x="268" y="411"/>
                    <a:pt x="274" y="411"/>
                    <a:pt x="280" y="410"/>
                  </a:cubicBezTo>
                  <a:lnTo>
                    <a:pt x="1161" y="410"/>
                  </a:lnTo>
                  <a:cubicBezTo>
                    <a:pt x="1416" y="396"/>
                    <a:pt x="1416" y="16"/>
                    <a:pt x="1161" y="1"/>
                  </a:cubicBezTo>
                  <a:lnTo>
                    <a:pt x="280" y="1"/>
                  </a:lnTo>
                  <a:cubicBezTo>
                    <a:pt x="276" y="1"/>
                    <a:pt x="271"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87"/>
            <p:cNvSpPr/>
            <p:nvPr/>
          </p:nvSpPr>
          <p:spPr>
            <a:xfrm>
              <a:off x="7714444" y="3658398"/>
              <a:ext cx="26437" cy="10780"/>
            </a:xfrm>
            <a:custGeom>
              <a:rect b="b" l="l" r="r" t="t"/>
              <a:pathLst>
                <a:path extrusionOk="0" h="411" w="1008">
                  <a:moveTo>
                    <a:pt x="271" y="1"/>
                  </a:moveTo>
                  <a:cubicBezTo>
                    <a:pt x="2" y="1"/>
                    <a:pt x="1" y="410"/>
                    <a:pt x="267" y="410"/>
                  </a:cubicBezTo>
                  <a:cubicBezTo>
                    <a:pt x="273" y="410"/>
                    <a:pt x="279" y="410"/>
                    <a:pt x="285" y="410"/>
                  </a:cubicBezTo>
                  <a:lnTo>
                    <a:pt x="723" y="410"/>
                  </a:lnTo>
                  <a:cubicBezTo>
                    <a:pt x="729" y="410"/>
                    <a:pt x="735" y="410"/>
                    <a:pt x="741" y="410"/>
                  </a:cubicBezTo>
                  <a:cubicBezTo>
                    <a:pt x="1007" y="410"/>
                    <a:pt x="1006" y="1"/>
                    <a:pt x="737" y="1"/>
                  </a:cubicBezTo>
                  <a:cubicBezTo>
                    <a:pt x="732" y="1"/>
                    <a:pt x="728" y="1"/>
                    <a:pt x="72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87"/>
            <p:cNvSpPr/>
            <p:nvPr/>
          </p:nvSpPr>
          <p:spPr>
            <a:xfrm>
              <a:off x="7748907" y="3658398"/>
              <a:ext cx="60218" cy="10780"/>
            </a:xfrm>
            <a:custGeom>
              <a:rect b="b" l="l" r="r" t="t"/>
              <a:pathLst>
                <a:path extrusionOk="0" h="411" w="2296">
                  <a:moveTo>
                    <a:pt x="271" y="1"/>
                  </a:moveTo>
                  <a:cubicBezTo>
                    <a:pt x="2" y="1"/>
                    <a:pt x="1" y="410"/>
                    <a:pt x="267" y="410"/>
                  </a:cubicBezTo>
                  <a:cubicBezTo>
                    <a:pt x="273" y="410"/>
                    <a:pt x="279" y="410"/>
                    <a:pt x="285" y="410"/>
                  </a:cubicBezTo>
                  <a:lnTo>
                    <a:pt x="2036" y="410"/>
                  </a:lnTo>
                  <a:cubicBezTo>
                    <a:pt x="2296" y="395"/>
                    <a:pt x="2296" y="15"/>
                    <a:pt x="2036"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87"/>
            <p:cNvSpPr/>
            <p:nvPr/>
          </p:nvSpPr>
          <p:spPr>
            <a:xfrm>
              <a:off x="7714444" y="3681373"/>
              <a:ext cx="26437" cy="10780"/>
            </a:xfrm>
            <a:custGeom>
              <a:rect b="b" l="l" r="r" t="t"/>
              <a:pathLst>
                <a:path extrusionOk="0" h="411" w="1008">
                  <a:moveTo>
                    <a:pt x="271" y="0"/>
                  </a:moveTo>
                  <a:cubicBezTo>
                    <a:pt x="2" y="0"/>
                    <a:pt x="1" y="410"/>
                    <a:pt x="267" y="410"/>
                  </a:cubicBezTo>
                  <a:cubicBezTo>
                    <a:pt x="273" y="410"/>
                    <a:pt x="279" y="410"/>
                    <a:pt x="285" y="410"/>
                  </a:cubicBezTo>
                  <a:lnTo>
                    <a:pt x="723" y="410"/>
                  </a:lnTo>
                  <a:cubicBezTo>
                    <a:pt x="729" y="410"/>
                    <a:pt x="735" y="410"/>
                    <a:pt x="741" y="410"/>
                  </a:cubicBezTo>
                  <a:cubicBezTo>
                    <a:pt x="1007" y="410"/>
                    <a:pt x="1006" y="0"/>
                    <a:pt x="737" y="0"/>
                  </a:cubicBezTo>
                  <a:cubicBezTo>
                    <a:pt x="732" y="0"/>
                    <a:pt x="728" y="0"/>
                    <a:pt x="723"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87"/>
            <p:cNvSpPr/>
            <p:nvPr/>
          </p:nvSpPr>
          <p:spPr>
            <a:xfrm>
              <a:off x="7748907" y="3681373"/>
              <a:ext cx="60218" cy="10780"/>
            </a:xfrm>
            <a:custGeom>
              <a:rect b="b" l="l" r="r" t="t"/>
              <a:pathLst>
                <a:path extrusionOk="0" h="411" w="2296">
                  <a:moveTo>
                    <a:pt x="271" y="0"/>
                  </a:moveTo>
                  <a:cubicBezTo>
                    <a:pt x="2" y="0"/>
                    <a:pt x="1" y="410"/>
                    <a:pt x="267" y="410"/>
                  </a:cubicBezTo>
                  <a:cubicBezTo>
                    <a:pt x="273" y="410"/>
                    <a:pt x="279" y="410"/>
                    <a:pt x="285" y="410"/>
                  </a:cubicBezTo>
                  <a:lnTo>
                    <a:pt x="2036" y="410"/>
                  </a:lnTo>
                  <a:cubicBezTo>
                    <a:pt x="2296" y="395"/>
                    <a:pt x="2296" y="15"/>
                    <a:pt x="2036"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87"/>
            <p:cNvSpPr/>
            <p:nvPr/>
          </p:nvSpPr>
          <p:spPr>
            <a:xfrm>
              <a:off x="7709408" y="3486136"/>
              <a:ext cx="14294" cy="10780"/>
            </a:xfrm>
            <a:custGeom>
              <a:rect b="b" l="l" r="r" t="t"/>
              <a:pathLst>
                <a:path extrusionOk="0" h="411" w="545">
                  <a:moveTo>
                    <a:pt x="274" y="1"/>
                  </a:moveTo>
                  <a:cubicBezTo>
                    <a:pt x="270" y="1"/>
                    <a:pt x="265" y="1"/>
                    <a:pt x="261" y="1"/>
                  </a:cubicBezTo>
                  <a:cubicBezTo>
                    <a:pt x="1" y="15"/>
                    <a:pt x="1" y="395"/>
                    <a:pt x="261" y="410"/>
                  </a:cubicBezTo>
                  <a:cubicBezTo>
                    <a:pt x="267" y="410"/>
                    <a:pt x="273" y="410"/>
                    <a:pt x="279" y="410"/>
                  </a:cubicBezTo>
                  <a:cubicBezTo>
                    <a:pt x="545" y="410"/>
                    <a:pt x="543"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7" name="Google Shape;16807;p87"/>
          <p:cNvGrpSpPr/>
          <p:nvPr/>
        </p:nvGrpSpPr>
        <p:grpSpPr>
          <a:xfrm>
            <a:off x="7972785" y="3394392"/>
            <a:ext cx="366896" cy="343685"/>
            <a:chOff x="7972785" y="3394392"/>
            <a:chExt cx="366896" cy="343685"/>
          </a:xfrm>
        </p:grpSpPr>
        <p:sp>
          <p:nvSpPr>
            <p:cNvPr id="16808" name="Google Shape;16808;p87"/>
            <p:cNvSpPr/>
            <p:nvPr/>
          </p:nvSpPr>
          <p:spPr>
            <a:xfrm>
              <a:off x="7978345" y="3469350"/>
              <a:ext cx="355907" cy="263167"/>
            </a:xfrm>
            <a:custGeom>
              <a:rect b="b" l="l" r="r" t="t"/>
              <a:pathLst>
                <a:path extrusionOk="0" h="10034" w="13570">
                  <a:moveTo>
                    <a:pt x="12554" y="1"/>
                  </a:moveTo>
                  <a:cubicBezTo>
                    <a:pt x="12551" y="1"/>
                    <a:pt x="12548" y="1"/>
                    <a:pt x="12545" y="1"/>
                  </a:cubicBezTo>
                  <a:lnTo>
                    <a:pt x="1021" y="1"/>
                  </a:lnTo>
                  <a:cubicBezTo>
                    <a:pt x="458" y="1"/>
                    <a:pt x="1" y="458"/>
                    <a:pt x="1" y="1021"/>
                  </a:cubicBezTo>
                  <a:lnTo>
                    <a:pt x="1" y="9013"/>
                  </a:lnTo>
                  <a:cubicBezTo>
                    <a:pt x="1" y="9576"/>
                    <a:pt x="458" y="10033"/>
                    <a:pt x="1021" y="10033"/>
                  </a:cubicBezTo>
                  <a:lnTo>
                    <a:pt x="12545" y="10033"/>
                  </a:lnTo>
                  <a:cubicBezTo>
                    <a:pt x="13108" y="10033"/>
                    <a:pt x="13570" y="9576"/>
                    <a:pt x="13570" y="9013"/>
                  </a:cubicBezTo>
                  <a:lnTo>
                    <a:pt x="13570" y="1021"/>
                  </a:lnTo>
                  <a:cubicBezTo>
                    <a:pt x="13570" y="461"/>
                    <a:pt x="13117" y="1"/>
                    <a:pt x="12554"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87"/>
            <p:cNvSpPr/>
            <p:nvPr/>
          </p:nvSpPr>
          <p:spPr>
            <a:xfrm>
              <a:off x="7978083" y="3469350"/>
              <a:ext cx="178242" cy="263167"/>
            </a:xfrm>
            <a:custGeom>
              <a:rect b="b" l="l" r="r" t="t"/>
              <a:pathLst>
                <a:path extrusionOk="0" h="10034" w="6796">
                  <a:moveTo>
                    <a:pt x="1011" y="1"/>
                  </a:moveTo>
                  <a:cubicBezTo>
                    <a:pt x="453" y="6"/>
                    <a:pt x="1" y="463"/>
                    <a:pt x="6" y="1021"/>
                  </a:cubicBezTo>
                  <a:lnTo>
                    <a:pt x="6" y="9013"/>
                  </a:lnTo>
                  <a:cubicBezTo>
                    <a:pt x="1" y="9571"/>
                    <a:pt x="453" y="10029"/>
                    <a:pt x="1011" y="10033"/>
                  </a:cubicBezTo>
                  <a:lnTo>
                    <a:pt x="6795" y="10033"/>
                  </a:lnTo>
                  <a:lnTo>
                    <a:pt x="6795"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87"/>
            <p:cNvSpPr/>
            <p:nvPr/>
          </p:nvSpPr>
          <p:spPr>
            <a:xfrm>
              <a:off x="8009136" y="3500141"/>
              <a:ext cx="294194" cy="201585"/>
            </a:xfrm>
            <a:custGeom>
              <a:rect b="b" l="l" r="r" t="t"/>
              <a:pathLst>
                <a:path extrusionOk="0" h="7686" w="11217">
                  <a:moveTo>
                    <a:pt x="275" y="1"/>
                  </a:moveTo>
                  <a:cubicBezTo>
                    <a:pt x="121" y="1"/>
                    <a:pt x="1" y="121"/>
                    <a:pt x="1" y="275"/>
                  </a:cubicBezTo>
                  <a:lnTo>
                    <a:pt x="1" y="7411"/>
                  </a:lnTo>
                  <a:cubicBezTo>
                    <a:pt x="1" y="7560"/>
                    <a:pt x="121" y="7685"/>
                    <a:pt x="275" y="7685"/>
                  </a:cubicBezTo>
                  <a:lnTo>
                    <a:pt x="10947" y="7685"/>
                  </a:lnTo>
                  <a:cubicBezTo>
                    <a:pt x="11096" y="7685"/>
                    <a:pt x="11217" y="7560"/>
                    <a:pt x="11217" y="7411"/>
                  </a:cubicBezTo>
                  <a:lnTo>
                    <a:pt x="11217" y="275"/>
                  </a:lnTo>
                  <a:cubicBezTo>
                    <a:pt x="11217" y="121"/>
                    <a:pt x="11096" y="1"/>
                    <a:pt x="10947"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87"/>
            <p:cNvSpPr/>
            <p:nvPr/>
          </p:nvSpPr>
          <p:spPr>
            <a:xfrm>
              <a:off x="8009136" y="3500141"/>
              <a:ext cx="147189" cy="201585"/>
            </a:xfrm>
            <a:custGeom>
              <a:rect b="b" l="l" r="r" t="t"/>
              <a:pathLst>
                <a:path extrusionOk="0" h="7686" w="5612">
                  <a:moveTo>
                    <a:pt x="265" y="1"/>
                  </a:moveTo>
                  <a:cubicBezTo>
                    <a:pt x="116" y="6"/>
                    <a:pt x="1" y="126"/>
                    <a:pt x="1" y="275"/>
                  </a:cubicBezTo>
                  <a:lnTo>
                    <a:pt x="1" y="7411"/>
                  </a:lnTo>
                  <a:cubicBezTo>
                    <a:pt x="1" y="7560"/>
                    <a:pt x="116" y="7680"/>
                    <a:pt x="265" y="7685"/>
                  </a:cubicBezTo>
                  <a:lnTo>
                    <a:pt x="5611" y="7685"/>
                  </a:lnTo>
                  <a:lnTo>
                    <a:pt x="5611"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87"/>
            <p:cNvSpPr/>
            <p:nvPr/>
          </p:nvSpPr>
          <p:spPr>
            <a:xfrm>
              <a:off x="8086376" y="3399821"/>
              <a:ext cx="139714" cy="116634"/>
            </a:xfrm>
            <a:custGeom>
              <a:rect b="b" l="l" r="r" t="t"/>
              <a:pathLst>
                <a:path extrusionOk="0" h="4447" w="5327">
                  <a:moveTo>
                    <a:pt x="2262" y="1"/>
                  </a:moveTo>
                  <a:cubicBezTo>
                    <a:pt x="1660" y="1"/>
                    <a:pt x="1179" y="487"/>
                    <a:pt x="1179" y="1083"/>
                  </a:cubicBezTo>
                  <a:lnTo>
                    <a:pt x="1179" y="1593"/>
                  </a:lnTo>
                  <a:cubicBezTo>
                    <a:pt x="1179" y="1848"/>
                    <a:pt x="968" y="2060"/>
                    <a:pt x="708" y="2060"/>
                  </a:cubicBezTo>
                  <a:lnTo>
                    <a:pt x="501" y="2060"/>
                  </a:lnTo>
                  <a:cubicBezTo>
                    <a:pt x="222" y="2060"/>
                    <a:pt x="0" y="2286"/>
                    <a:pt x="0" y="2560"/>
                  </a:cubicBezTo>
                  <a:lnTo>
                    <a:pt x="0" y="3946"/>
                  </a:lnTo>
                  <a:cubicBezTo>
                    <a:pt x="0" y="4221"/>
                    <a:pt x="222" y="4447"/>
                    <a:pt x="501" y="4447"/>
                  </a:cubicBezTo>
                  <a:lnTo>
                    <a:pt x="4827" y="4447"/>
                  </a:lnTo>
                  <a:cubicBezTo>
                    <a:pt x="5101" y="4447"/>
                    <a:pt x="5327" y="4221"/>
                    <a:pt x="5327" y="3946"/>
                  </a:cubicBezTo>
                  <a:lnTo>
                    <a:pt x="5327" y="2560"/>
                  </a:lnTo>
                  <a:cubicBezTo>
                    <a:pt x="5327" y="2286"/>
                    <a:pt x="5101" y="2060"/>
                    <a:pt x="4827" y="2060"/>
                  </a:cubicBezTo>
                  <a:lnTo>
                    <a:pt x="4620" y="2060"/>
                  </a:lnTo>
                  <a:cubicBezTo>
                    <a:pt x="4360" y="2060"/>
                    <a:pt x="4148" y="1848"/>
                    <a:pt x="4148" y="1593"/>
                  </a:cubicBezTo>
                  <a:lnTo>
                    <a:pt x="4148" y="1083"/>
                  </a:lnTo>
                  <a:cubicBezTo>
                    <a:pt x="4148" y="487"/>
                    <a:pt x="3667" y="1"/>
                    <a:pt x="306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87"/>
            <p:cNvSpPr/>
            <p:nvPr/>
          </p:nvSpPr>
          <p:spPr>
            <a:xfrm>
              <a:off x="8077170" y="3622178"/>
              <a:ext cx="40521" cy="34778"/>
            </a:xfrm>
            <a:custGeom>
              <a:rect b="b" l="l" r="r" t="t"/>
              <a:pathLst>
                <a:path extrusionOk="0" h="1326" w="1545">
                  <a:moveTo>
                    <a:pt x="659" y="1"/>
                  </a:moveTo>
                  <a:cubicBezTo>
                    <a:pt x="294" y="1"/>
                    <a:pt x="0" y="294"/>
                    <a:pt x="0" y="660"/>
                  </a:cubicBezTo>
                  <a:cubicBezTo>
                    <a:pt x="0" y="1061"/>
                    <a:pt x="327" y="1325"/>
                    <a:pt x="666" y="1325"/>
                  </a:cubicBezTo>
                  <a:cubicBezTo>
                    <a:pt x="828" y="1325"/>
                    <a:pt x="993" y="1265"/>
                    <a:pt x="1126" y="1132"/>
                  </a:cubicBezTo>
                  <a:cubicBezTo>
                    <a:pt x="1545" y="713"/>
                    <a:pt x="1251" y="1"/>
                    <a:pt x="65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87"/>
            <p:cNvSpPr/>
            <p:nvPr/>
          </p:nvSpPr>
          <p:spPr>
            <a:xfrm>
              <a:off x="8140169" y="3556373"/>
              <a:ext cx="39840" cy="35014"/>
            </a:xfrm>
            <a:custGeom>
              <a:rect b="b" l="l" r="r" t="t"/>
              <a:pathLst>
                <a:path extrusionOk="0" h="1335" w="1519">
                  <a:moveTo>
                    <a:pt x="321" y="0"/>
                  </a:moveTo>
                  <a:cubicBezTo>
                    <a:pt x="150" y="0"/>
                    <a:pt x="0" y="224"/>
                    <a:pt x="163" y="383"/>
                  </a:cubicBezTo>
                  <a:lnTo>
                    <a:pt x="447" y="667"/>
                  </a:lnTo>
                  <a:lnTo>
                    <a:pt x="163" y="956"/>
                  </a:lnTo>
                  <a:cubicBezTo>
                    <a:pt x="76" y="1042"/>
                    <a:pt x="76" y="1182"/>
                    <a:pt x="163" y="1268"/>
                  </a:cubicBezTo>
                  <a:cubicBezTo>
                    <a:pt x="206" y="1312"/>
                    <a:pt x="263" y="1333"/>
                    <a:pt x="319" y="1333"/>
                  </a:cubicBezTo>
                  <a:cubicBezTo>
                    <a:pt x="376" y="1333"/>
                    <a:pt x="432" y="1312"/>
                    <a:pt x="476" y="1268"/>
                  </a:cubicBezTo>
                  <a:lnTo>
                    <a:pt x="759" y="980"/>
                  </a:lnTo>
                  <a:lnTo>
                    <a:pt x="1048" y="1268"/>
                  </a:lnTo>
                  <a:cubicBezTo>
                    <a:pt x="1096" y="1315"/>
                    <a:pt x="1149" y="1334"/>
                    <a:pt x="1199" y="1334"/>
                  </a:cubicBezTo>
                  <a:cubicBezTo>
                    <a:pt x="1369" y="1334"/>
                    <a:pt x="1515" y="1115"/>
                    <a:pt x="1356" y="956"/>
                  </a:cubicBezTo>
                  <a:lnTo>
                    <a:pt x="1072" y="667"/>
                  </a:lnTo>
                  <a:lnTo>
                    <a:pt x="1356" y="383"/>
                  </a:lnTo>
                  <a:cubicBezTo>
                    <a:pt x="1519" y="224"/>
                    <a:pt x="1372" y="0"/>
                    <a:pt x="1202" y="0"/>
                  </a:cubicBezTo>
                  <a:cubicBezTo>
                    <a:pt x="1150" y="0"/>
                    <a:pt x="1096" y="21"/>
                    <a:pt x="1048" y="70"/>
                  </a:cubicBezTo>
                  <a:lnTo>
                    <a:pt x="759" y="354"/>
                  </a:lnTo>
                  <a:lnTo>
                    <a:pt x="476" y="70"/>
                  </a:lnTo>
                  <a:cubicBezTo>
                    <a:pt x="427" y="21"/>
                    <a:pt x="373" y="0"/>
                    <a:pt x="32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87"/>
            <p:cNvSpPr/>
            <p:nvPr/>
          </p:nvSpPr>
          <p:spPr>
            <a:xfrm>
              <a:off x="8086376" y="3399821"/>
              <a:ext cx="69949" cy="116634"/>
            </a:xfrm>
            <a:custGeom>
              <a:rect b="b" l="l" r="r" t="t"/>
              <a:pathLst>
                <a:path extrusionOk="0" h="4447" w="2667">
                  <a:moveTo>
                    <a:pt x="2262" y="1"/>
                  </a:moveTo>
                  <a:cubicBezTo>
                    <a:pt x="1665" y="1"/>
                    <a:pt x="1179" y="487"/>
                    <a:pt x="1179" y="1083"/>
                  </a:cubicBezTo>
                  <a:lnTo>
                    <a:pt x="1179" y="1593"/>
                  </a:lnTo>
                  <a:cubicBezTo>
                    <a:pt x="1179" y="1848"/>
                    <a:pt x="968" y="2060"/>
                    <a:pt x="708" y="2060"/>
                  </a:cubicBezTo>
                  <a:lnTo>
                    <a:pt x="501" y="2060"/>
                  </a:lnTo>
                  <a:cubicBezTo>
                    <a:pt x="227" y="2060"/>
                    <a:pt x="0" y="2281"/>
                    <a:pt x="0" y="2560"/>
                  </a:cubicBezTo>
                  <a:lnTo>
                    <a:pt x="0" y="3946"/>
                  </a:lnTo>
                  <a:cubicBezTo>
                    <a:pt x="0" y="4221"/>
                    <a:pt x="227" y="4442"/>
                    <a:pt x="501" y="4447"/>
                  </a:cubicBezTo>
                  <a:lnTo>
                    <a:pt x="2666" y="4447"/>
                  </a:lnTo>
                  <a:lnTo>
                    <a:pt x="266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87"/>
            <p:cNvSpPr/>
            <p:nvPr/>
          </p:nvSpPr>
          <p:spPr>
            <a:xfrm>
              <a:off x="8135081" y="3461665"/>
              <a:ext cx="37007" cy="31578"/>
            </a:xfrm>
            <a:custGeom>
              <a:rect b="b" l="l" r="r" t="t"/>
              <a:pathLst>
                <a:path extrusionOk="0" h="1204" w="1411">
                  <a:moveTo>
                    <a:pt x="803" y="0"/>
                  </a:moveTo>
                  <a:cubicBezTo>
                    <a:pt x="655" y="0"/>
                    <a:pt x="504" y="55"/>
                    <a:pt x="381" y="178"/>
                  </a:cubicBezTo>
                  <a:cubicBezTo>
                    <a:pt x="1" y="554"/>
                    <a:pt x="270" y="1203"/>
                    <a:pt x="809" y="1203"/>
                  </a:cubicBezTo>
                  <a:cubicBezTo>
                    <a:pt x="1141" y="1203"/>
                    <a:pt x="1411" y="934"/>
                    <a:pt x="1411" y="602"/>
                  </a:cubicBezTo>
                  <a:cubicBezTo>
                    <a:pt x="1411" y="241"/>
                    <a:pt x="1113" y="0"/>
                    <a:pt x="8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87"/>
            <p:cNvSpPr/>
            <p:nvPr/>
          </p:nvSpPr>
          <p:spPr>
            <a:xfrm>
              <a:off x="8065552" y="3549108"/>
              <a:ext cx="190831" cy="119388"/>
            </a:xfrm>
            <a:custGeom>
              <a:rect b="b" l="l" r="r" t="t"/>
              <a:pathLst>
                <a:path extrusionOk="0" h="4552" w="7276">
                  <a:moveTo>
                    <a:pt x="1102" y="2787"/>
                  </a:moveTo>
                  <a:cubicBezTo>
                    <a:pt x="1694" y="2787"/>
                    <a:pt x="1988" y="3499"/>
                    <a:pt x="1569" y="3918"/>
                  </a:cubicBezTo>
                  <a:cubicBezTo>
                    <a:pt x="1435" y="4051"/>
                    <a:pt x="1271" y="4111"/>
                    <a:pt x="1109" y="4111"/>
                  </a:cubicBezTo>
                  <a:cubicBezTo>
                    <a:pt x="770" y="4111"/>
                    <a:pt x="443" y="3848"/>
                    <a:pt x="443" y="3451"/>
                  </a:cubicBezTo>
                  <a:cubicBezTo>
                    <a:pt x="443" y="3085"/>
                    <a:pt x="737" y="2787"/>
                    <a:pt x="1102" y="2787"/>
                  </a:cubicBezTo>
                  <a:close/>
                  <a:moveTo>
                    <a:pt x="6660" y="1"/>
                  </a:moveTo>
                  <a:lnTo>
                    <a:pt x="6636" y="6"/>
                  </a:lnTo>
                  <a:lnTo>
                    <a:pt x="6626" y="6"/>
                  </a:lnTo>
                  <a:cubicBezTo>
                    <a:pt x="6621" y="11"/>
                    <a:pt x="6612" y="15"/>
                    <a:pt x="6602" y="20"/>
                  </a:cubicBezTo>
                  <a:lnTo>
                    <a:pt x="6015" y="314"/>
                  </a:lnTo>
                  <a:cubicBezTo>
                    <a:pt x="5787" y="426"/>
                    <a:pt x="5902" y="734"/>
                    <a:pt x="6108" y="734"/>
                  </a:cubicBezTo>
                  <a:cubicBezTo>
                    <a:pt x="6141" y="734"/>
                    <a:pt x="6176" y="726"/>
                    <a:pt x="6212" y="708"/>
                  </a:cubicBezTo>
                  <a:lnTo>
                    <a:pt x="6366" y="631"/>
                  </a:lnTo>
                  <a:lnTo>
                    <a:pt x="6366" y="631"/>
                  </a:lnTo>
                  <a:cubicBezTo>
                    <a:pt x="6078" y="1598"/>
                    <a:pt x="5577" y="2315"/>
                    <a:pt x="4870" y="2763"/>
                  </a:cubicBezTo>
                  <a:cubicBezTo>
                    <a:pt x="4170" y="3210"/>
                    <a:pt x="3391" y="3313"/>
                    <a:pt x="2828" y="3313"/>
                  </a:cubicBezTo>
                  <a:cubicBezTo>
                    <a:pt x="2555" y="3313"/>
                    <a:pt x="2333" y="3289"/>
                    <a:pt x="2195" y="3268"/>
                  </a:cubicBezTo>
                  <a:cubicBezTo>
                    <a:pt x="2104" y="2731"/>
                    <a:pt x="1639" y="2345"/>
                    <a:pt x="1104" y="2345"/>
                  </a:cubicBezTo>
                  <a:cubicBezTo>
                    <a:pt x="1073" y="2345"/>
                    <a:pt x="1042" y="2346"/>
                    <a:pt x="1011" y="2349"/>
                  </a:cubicBezTo>
                  <a:cubicBezTo>
                    <a:pt x="438" y="2402"/>
                    <a:pt x="0" y="2878"/>
                    <a:pt x="5" y="3456"/>
                  </a:cubicBezTo>
                  <a:lnTo>
                    <a:pt x="0" y="3451"/>
                  </a:lnTo>
                  <a:lnTo>
                    <a:pt x="0" y="3451"/>
                  </a:lnTo>
                  <a:cubicBezTo>
                    <a:pt x="0" y="4009"/>
                    <a:pt x="419" y="4481"/>
                    <a:pt x="972" y="4543"/>
                  </a:cubicBezTo>
                  <a:cubicBezTo>
                    <a:pt x="1017" y="4549"/>
                    <a:pt x="1062" y="4551"/>
                    <a:pt x="1106" y="4551"/>
                  </a:cubicBezTo>
                  <a:cubicBezTo>
                    <a:pt x="1611" y="4551"/>
                    <a:pt x="2056" y="4206"/>
                    <a:pt x="2175" y="3706"/>
                  </a:cubicBezTo>
                  <a:cubicBezTo>
                    <a:pt x="2397" y="3735"/>
                    <a:pt x="2618" y="3749"/>
                    <a:pt x="2839" y="3749"/>
                  </a:cubicBezTo>
                  <a:cubicBezTo>
                    <a:pt x="3460" y="3749"/>
                    <a:pt x="4312" y="3634"/>
                    <a:pt x="5101" y="3133"/>
                  </a:cubicBezTo>
                  <a:cubicBezTo>
                    <a:pt x="5885" y="2633"/>
                    <a:pt x="6434" y="1868"/>
                    <a:pt x="6761" y="833"/>
                  </a:cubicBezTo>
                  <a:lnTo>
                    <a:pt x="6795" y="896"/>
                  </a:lnTo>
                  <a:cubicBezTo>
                    <a:pt x="6838" y="984"/>
                    <a:pt x="6911" y="1021"/>
                    <a:pt x="6984" y="1021"/>
                  </a:cubicBezTo>
                  <a:cubicBezTo>
                    <a:pt x="7130" y="1021"/>
                    <a:pt x="7276" y="875"/>
                    <a:pt x="7189" y="699"/>
                  </a:cubicBezTo>
                  <a:lnTo>
                    <a:pt x="6896" y="112"/>
                  </a:lnTo>
                  <a:lnTo>
                    <a:pt x="6891" y="107"/>
                  </a:lnTo>
                  <a:cubicBezTo>
                    <a:pt x="6886" y="97"/>
                    <a:pt x="6881" y="92"/>
                    <a:pt x="6876" y="88"/>
                  </a:cubicBezTo>
                  <a:lnTo>
                    <a:pt x="6872" y="83"/>
                  </a:lnTo>
                  <a:cubicBezTo>
                    <a:pt x="6862" y="68"/>
                    <a:pt x="6848" y="54"/>
                    <a:pt x="6833" y="39"/>
                  </a:cubicBezTo>
                  <a:cubicBezTo>
                    <a:pt x="6828" y="35"/>
                    <a:pt x="6819" y="30"/>
                    <a:pt x="6809" y="25"/>
                  </a:cubicBezTo>
                  <a:cubicBezTo>
                    <a:pt x="6804" y="20"/>
                    <a:pt x="6795" y="15"/>
                    <a:pt x="6785" y="15"/>
                  </a:cubicBezTo>
                  <a:lnTo>
                    <a:pt x="6780" y="15"/>
                  </a:lnTo>
                  <a:lnTo>
                    <a:pt x="6756" y="6"/>
                  </a:lnTo>
                  <a:lnTo>
                    <a:pt x="6751" y="6"/>
                  </a:lnTo>
                  <a:lnTo>
                    <a:pt x="672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87"/>
            <p:cNvSpPr/>
            <p:nvPr/>
          </p:nvSpPr>
          <p:spPr>
            <a:xfrm>
              <a:off x="8039927" y="3540977"/>
              <a:ext cx="39761" cy="35014"/>
            </a:xfrm>
            <a:custGeom>
              <a:rect b="b" l="l" r="r" t="t"/>
              <a:pathLst>
                <a:path extrusionOk="0" h="1335" w="1516">
                  <a:moveTo>
                    <a:pt x="1194" y="0"/>
                  </a:moveTo>
                  <a:cubicBezTo>
                    <a:pt x="1142" y="0"/>
                    <a:pt x="1088" y="21"/>
                    <a:pt x="1040" y="70"/>
                  </a:cubicBezTo>
                  <a:lnTo>
                    <a:pt x="756" y="354"/>
                  </a:lnTo>
                  <a:lnTo>
                    <a:pt x="467" y="70"/>
                  </a:lnTo>
                  <a:cubicBezTo>
                    <a:pt x="420" y="22"/>
                    <a:pt x="366" y="2"/>
                    <a:pt x="315" y="2"/>
                  </a:cubicBezTo>
                  <a:cubicBezTo>
                    <a:pt x="146" y="2"/>
                    <a:pt x="0" y="224"/>
                    <a:pt x="159" y="383"/>
                  </a:cubicBezTo>
                  <a:lnTo>
                    <a:pt x="443" y="667"/>
                  </a:lnTo>
                  <a:lnTo>
                    <a:pt x="159" y="956"/>
                  </a:lnTo>
                  <a:cubicBezTo>
                    <a:pt x="73" y="1038"/>
                    <a:pt x="73" y="1177"/>
                    <a:pt x="159" y="1264"/>
                  </a:cubicBezTo>
                  <a:cubicBezTo>
                    <a:pt x="203" y="1307"/>
                    <a:pt x="259" y="1329"/>
                    <a:pt x="315" y="1329"/>
                  </a:cubicBezTo>
                  <a:cubicBezTo>
                    <a:pt x="371" y="1329"/>
                    <a:pt x="427" y="1307"/>
                    <a:pt x="467" y="1264"/>
                  </a:cubicBezTo>
                  <a:lnTo>
                    <a:pt x="756" y="980"/>
                  </a:lnTo>
                  <a:lnTo>
                    <a:pt x="1040" y="1264"/>
                  </a:lnTo>
                  <a:cubicBezTo>
                    <a:pt x="1089" y="1313"/>
                    <a:pt x="1143" y="1334"/>
                    <a:pt x="1196" y="1334"/>
                  </a:cubicBezTo>
                  <a:cubicBezTo>
                    <a:pt x="1367" y="1334"/>
                    <a:pt x="1515" y="1114"/>
                    <a:pt x="1353" y="956"/>
                  </a:cubicBezTo>
                  <a:lnTo>
                    <a:pt x="1069" y="667"/>
                  </a:lnTo>
                  <a:lnTo>
                    <a:pt x="1353" y="383"/>
                  </a:lnTo>
                  <a:cubicBezTo>
                    <a:pt x="1515" y="224"/>
                    <a:pt x="1366" y="0"/>
                    <a:pt x="1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87"/>
            <p:cNvSpPr/>
            <p:nvPr/>
          </p:nvSpPr>
          <p:spPr>
            <a:xfrm>
              <a:off x="8240699" y="3633613"/>
              <a:ext cx="39761" cy="35066"/>
            </a:xfrm>
            <a:custGeom>
              <a:rect b="b" l="l" r="r" t="t"/>
              <a:pathLst>
                <a:path extrusionOk="0" h="1337" w="1516">
                  <a:moveTo>
                    <a:pt x="1195" y="0"/>
                  </a:moveTo>
                  <a:cubicBezTo>
                    <a:pt x="1143" y="0"/>
                    <a:pt x="1089" y="21"/>
                    <a:pt x="1041" y="70"/>
                  </a:cubicBezTo>
                  <a:lnTo>
                    <a:pt x="757" y="354"/>
                  </a:lnTo>
                  <a:lnTo>
                    <a:pt x="468" y="70"/>
                  </a:lnTo>
                  <a:cubicBezTo>
                    <a:pt x="425" y="27"/>
                    <a:pt x="368" y="5"/>
                    <a:pt x="312" y="5"/>
                  </a:cubicBezTo>
                  <a:cubicBezTo>
                    <a:pt x="256" y="5"/>
                    <a:pt x="201" y="27"/>
                    <a:pt x="160" y="70"/>
                  </a:cubicBezTo>
                  <a:cubicBezTo>
                    <a:pt x="73" y="157"/>
                    <a:pt x="73" y="296"/>
                    <a:pt x="160" y="383"/>
                  </a:cubicBezTo>
                  <a:lnTo>
                    <a:pt x="444" y="667"/>
                  </a:lnTo>
                  <a:lnTo>
                    <a:pt x="160" y="956"/>
                  </a:lnTo>
                  <a:cubicBezTo>
                    <a:pt x="1" y="1115"/>
                    <a:pt x="147" y="1334"/>
                    <a:pt x="317" y="1334"/>
                  </a:cubicBezTo>
                  <a:cubicBezTo>
                    <a:pt x="368" y="1334"/>
                    <a:pt x="420" y="1315"/>
                    <a:pt x="468" y="1268"/>
                  </a:cubicBezTo>
                  <a:lnTo>
                    <a:pt x="757" y="980"/>
                  </a:lnTo>
                  <a:lnTo>
                    <a:pt x="1041" y="1268"/>
                  </a:lnTo>
                  <a:cubicBezTo>
                    <a:pt x="1088" y="1316"/>
                    <a:pt x="1142" y="1336"/>
                    <a:pt x="1194" y="1336"/>
                  </a:cubicBezTo>
                  <a:cubicBezTo>
                    <a:pt x="1366" y="1336"/>
                    <a:pt x="1516" y="1115"/>
                    <a:pt x="1353" y="956"/>
                  </a:cubicBezTo>
                  <a:lnTo>
                    <a:pt x="1069" y="667"/>
                  </a:lnTo>
                  <a:lnTo>
                    <a:pt x="1353" y="383"/>
                  </a:lnTo>
                  <a:cubicBezTo>
                    <a:pt x="1516" y="224"/>
                    <a:pt x="1367" y="0"/>
                    <a:pt x="1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87"/>
            <p:cNvSpPr/>
            <p:nvPr/>
          </p:nvSpPr>
          <p:spPr>
            <a:xfrm>
              <a:off x="7972785" y="3394392"/>
              <a:ext cx="366896" cy="343685"/>
            </a:xfrm>
            <a:custGeom>
              <a:rect b="b" l="l" r="r" t="t"/>
              <a:pathLst>
                <a:path extrusionOk="0" h="13104" w="13989">
                  <a:moveTo>
                    <a:pt x="7396" y="443"/>
                  </a:moveTo>
                  <a:cubicBezTo>
                    <a:pt x="7868" y="443"/>
                    <a:pt x="8248" y="824"/>
                    <a:pt x="8248" y="1290"/>
                  </a:cubicBezTo>
                  <a:lnTo>
                    <a:pt x="8248" y="1796"/>
                  </a:lnTo>
                  <a:cubicBezTo>
                    <a:pt x="8248" y="2185"/>
                    <a:pt x="8561" y="2503"/>
                    <a:pt x="8951" y="2503"/>
                  </a:cubicBezTo>
                  <a:lnTo>
                    <a:pt x="9162" y="2503"/>
                  </a:lnTo>
                  <a:cubicBezTo>
                    <a:pt x="9307" y="2503"/>
                    <a:pt x="9427" y="2623"/>
                    <a:pt x="9427" y="2767"/>
                  </a:cubicBezTo>
                  <a:lnTo>
                    <a:pt x="9427" y="4153"/>
                  </a:lnTo>
                  <a:cubicBezTo>
                    <a:pt x="9427" y="4298"/>
                    <a:pt x="9307" y="4418"/>
                    <a:pt x="9162" y="4418"/>
                  </a:cubicBezTo>
                  <a:lnTo>
                    <a:pt x="4832" y="4418"/>
                  </a:lnTo>
                  <a:cubicBezTo>
                    <a:pt x="4687" y="4418"/>
                    <a:pt x="4567" y="4298"/>
                    <a:pt x="4567" y="4153"/>
                  </a:cubicBezTo>
                  <a:lnTo>
                    <a:pt x="4567" y="2767"/>
                  </a:lnTo>
                  <a:cubicBezTo>
                    <a:pt x="4567" y="2623"/>
                    <a:pt x="4683" y="2503"/>
                    <a:pt x="4832" y="2503"/>
                  </a:cubicBezTo>
                  <a:lnTo>
                    <a:pt x="5039" y="2503"/>
                  </a:lnTo>
                  <a:cubicBezTo>
                    <a:pt x="5428" y="2503"/>
                    <a:pt x="5746" y="2185"/>
                    <a:pt x="5746" y="1796"/>
                  </a:cubicBezTo>
                  <a:lnTo>
                    <a:pt x="5746" y="1290"/>
                  </a:lnTo>
                  <a:cubicBezTo>
                    <a:pt x="5746" y="824"/>
                    <a:pt x="6126" y="443"/>
                    <a:pt x="6593" y="443"/>
                  </a:cubicBezTo>
                  <a:close/>
                  <a:moveTo>
                    <a:pt x="12757" y="3090"/>
                  </a:moveTo>
                  <a:cubicBezTo>
                    <a:pt x="13195" y="3090"/>
                    <a:pt x="13546" y="3446"/>
                    <a:pt x="13546" y="3879"/>
                  </a:cubicBezTo>
                  <a:lnTo>
                    <a:pt x="13546" y="11871"/>
                  </a:lnTo>
                  <a:cubicBezTo>
                    <a:pt x="13546" y="12309"/>
                    <a:pt x="13195" y="12660"/>
                    <a:pt x="12757" y="12660"/>
                  </a:cubicBezTo>
                  <a:lnTo>
                    <a:pt x="1233" y="12660"/>
                  </a:lnTo>
                  <a:cubicBezTo>
                    <a:pt x="800" y="12660"/>
                    <a:pt x="444" y="12309"/>
                    <a:pt x="444" y="11871"/>
                  </a:cubicBezTo>
                  <a:lnTo>
                    <a:pt x="444" y="3879"/>
                  </a:lnTo>
                  <a:cubicBezTo>
                    <a:pt x="444" y="3446"/>
                    <a:pt x="800" y="3090"/>
                    <a:pt x="1233" y="3090"/>
                  </a:cubicBezTo>
                  <a:lnTo>
                    <a:pt x="4125" y="3090"/>
                  </a:lnTo>
                  <a:lnTo>
                    <a:pt x="4125" y="3826"/>
                  </a:lnTo>
                  <a:lnTo>
                    <a:pt x="1401" y="3826"/>
                  </a:lnTo>
                  <a:cubicBezTo>
                    <a:pt x="1281" y="3826"/>
                    <a:pt x="1180" y="3927"/>
                    <a:pt x="1180" y="4047"/>
                  </a:cubicBezTo>
                  <a:lnTo>
                    <a:pt x="1180" y="11703"/>
                  </a:lnTo>
                  <a:cubicBezTo>
                    <a:pt x="1180" y="11823"/>
                    <a:pt x="1281" y="11924"/>
                    <a:pt x="1401" y="11924"/>
                  </a:cubicBezTo>
                  <a:lnTo>
                    <a:pt x="8854" y="11924"/>
                  </a:lnTo>
                  <a:cubicBezTo>
                    <a:pt x="8980" y="11924"/>
                    <a:pt x="9076" y="11823"/>
                    <a:pt x="9076" y="11703"/>
                  </a:cubicBezTo>
                  <a:cubicBezTo>
                    <a:pt x="9076" y="11583"/>
                    <a:pt x="8980" y="11482"/>
                    <a:pt x="8854" y="11482"/>
                  </a:cubicBezTo>
                  <a:lnTo>
                    <a:pt x="1622" y="11482"/>
                  </a:lnTo>
                  <a:lnTo>
                    <a:pt x="1622" y="4269"/>
                  </a:lnTo>
                  <a:lnTo>
                    <a:pt x="4134" y="4269"/>
                  </a:lnTo>
                  <a:cubicBezTo>
                    <a:pt x="4192" y="4610"/>
                    <a:pt x="4485" y="4856"/>
                    <a:pt x="4832" y="4861"/>
                  </a:cubicBezTo>
                  <a:lnTo>
                    <a:pt x="9162" y="4861"/>
                  </a:lnTo>
                  <a:cubicBezTo>
                    <a:pt x="9504" y="4856"/>
                    <a:pt x="9798" y="4610"/>
                    <a:pt x="9855" y="4269"/>
                  </a:cubicBezTo>
                  <a:lnTo>
                    <a:pt x="12367" y="4269"/>
                  </a:lnTo>
                  <a:lnTo>
                    <a:pt x="12367" y="11482"/>
                  </a:lnTo>
                  <a:lnTo>
                    <a:pt x="9932" y="11482"/>
                  </a:lnTo>
                  <a:cubicBezTo>
                    <a:pt x="9812" y="11482"/>
                    <a:pt x="9711" y="11583"/>
                    <a:pt x="9711" y="11703"/>
                  </a:cubicBezTo>
                  <a:cubicBezTo>
                    <a:pt x="9711" y="11823"/>
                    <a:pt x="9812" y="11924"/>
                    <a:pt x="9932" y="11924"/>
                  </a:cubicBezTo>
                  <a:lnTo>
                    <a:pt x="12588" y="11924"/>
                  </a:lnTo>
                  <a:cubicBezTo>
                    <a:pt x="12713" y="11924"/>
                    <a:pt x="12810" y="11823"/>
                    <a:pt x="12810" y="11703"/>
                  </a:cubicBezTo>
                  <a:lnTo>
                    <a:pt x="12810" y="4047"/>
                  </a:lnTo>
                  <a:cubicBezTo>
                    <a:pt x="12810" y="3927"/>
                    <a:pt x="12713" y="3826"/>
                    <a:pt x="12588" y="3826"/>
                  </a:cubicBezTo>
                  <a:lnTo>
                    <a:pt x="9865" y="3826"/>
                  </a:lnTo>
                  <a:lnTo>
                    <a:pt x="9865" y="3090"/>
                  </a:lnTo>
                  <a:close/>
                  <a:moveTo>
                    <a:pt x="6593" y="1"/>
                  </a:moveTo>
                  <a:cubicBezTo>
                    <a:pt x="5881" y="1"/>
                    <a:pt x="5303" y="578"/>
                    <a:pt x="5303" y="1290"/>
                  </a:cubicBezTo>
                  <a:lnTo>
                    <a:pt x="5303" y="1796"/>
                  </a:lnTo>
                  <a:cubicBezTo>
                    <a:pt x="5303" y="1945"/>
                    <a:pt x="5183" y="2060"/>
                    <a:pt x="5039" y="2060"/>
                  </a:cubicBezTo>
                  <a:lnTo>
                    <a:pt x="4832" y="2060"/>
                  </a:lnTo>
                  <a:cubicBezTo>
                    <a:pt x="4485" y="2060"/>
                    <a:pt x="4192" y="2310"/>
                    <a:pt x="4134" y="2652"/>
                  </a:cubicBezTo>
                  <a:lnTo>
                    <a:pt x="1233" y="2652"/>
                  </a:lnTo>
                  <a:cubicBezTo>
                    <a:pt x="554" y="2652"/>
                    <a:pt x="6" y="3201"/>
                    <a:pt x="1" y="3879"/>
                  </a:cubicBezTo>
                  <a:lnTo>
                    <a:pt x="1" y="11871"/>
                  </a:lnTo>
                  <a:cubicBezTo>
                    <a:pt x="6" y="12550"/>
                    <a:pt x="554" y="13098"/>
                    <a:pt x="1233" y="13103"/>
                  </a:cubicBezTo>
                  <a:lnTo>
                    <a:pt x="12757" y="13103"/>
                  </a:lnTo>
                  <a:cubicBezTo>
                    <a:pt x="13435" y="13098"/>
                    <a:pt x="13984" y="12550"/>
                    <a:pt x="13989" y="11871"/>
                  </a:cubicBezTo>
                  <a:lnTo>
                    <a:pt x="13989" y="3879"/>
                  </a:lnTo>
                  <a:cubicBezTo>
                    <a:pt x="13984" y="3201"/>
                    <a:pt x="13435" y="2652"/>
                    <a:pt x="12757" y="2652"/>
                  </a:cubicBezTo>
                  <a:lnTo>
                    <a:pt x="9855" y="2652"/>
                  </a:lnTo>
                  <a:cubicBezTo>
                    <a:pt x="9798" y="2310"/>
                    <a:pt x="9504" y="2060"/>
                    <a:pt x="9162" y="2060"/>
                  </a:cubicBezTo>
                  <a:lnTo>
                    <a:pt x="8951" y="2060"/>
                  </a:lnTo>
                  <a:cubicBezTo>
                    <a:pt x="8806" y="2060"/>
                    <a:pt x="8686" y="1945"/>
                    <a:pt x="8686" y="1796"/>
                  </a:cubicBezTo>
                  <a:lnTo>
                    <a:pt x="8686" y="1290"/>
                  </a:lnTo>
                  <a:cubicBezTo>
                    <a:pt x="8686" y="578"/>
                    <a:pt x="8109" y="1"/>
                    <a:pt x="73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87"/>
            <p:cNvSpPr/>
            <p:nvPr/>
          </p:nvSpPr>
          <p:spPr>
            <a:xfrm>
              <a:off x="8134950" y="3456158"/>
              <a:ext cx="49754" cy="42515"/>
            </a:xfrm>
            <a:custGeom>
              <a:rect b="b" l="l" r="r" t="t"/>
              <a:pathLst>
                <a:path extrusionOk="0" h="1621" w="1897">
                  <a:moveTo>
                    <a:pt x="814" y="441"/>
                  </a:moveTo>
                  <a:cubicBezTo>
                    <a:pt x="1141" y="441"/>
                    <a:pt x="1305" y="841"/>
                    <a:pt x="1074" y="1072"/>
                  </a:cubicBezTo>
                  <a:cubicBezTo>
                    <a:pt x="999" y="1146"/>
                    <a:pt x="907" y="1180"/>
                    <a:pt x="816" y="1180"/>
                  </a:cubicBezTo>
                  <a:cubicBezTo>
                    <a:pt x="627" y="1180"/>
                    <a:pt x="444" y="1033"/>
                    <a:pt x="444" y="812"/>
                  </a:cubicBezTo>
                  <a:cubicBezTo>
                    <a:pt x="444" y="605"/>
                    <a:pt x="607" y="441"/>
                    <a:pt x="814" y="441"/>
                  </a:cubicBezTo>
                  <a:close/>
                  <a:moveTo>
                    <a:pt x="819" y="0"/>
                  </a:moveTo>
                  <a:cubicBezTo>
                    <a:pt x="402" y="0"/>
                    <a:pt x="1" y="324"/>
                    <a:pt x="1" y="812"/>
                  </a:cubicBezTo>
                  <a:cubicBezTo>
                    <a:pt x="6" y="1255"/>
                    <a:pt x="367" y="1620"/>
                    <a:pt x="814" y="1620"/>
                  </a:cubicBezTo>
                  <a:cubicBezTo>
                    <a:pt x="1536" y="1620"/>
                    <a:pt x="1897" y="749"/>
                    <a:pt x="1387" y="239"/>
                  </a:cubicBezTo>
                  <a:cubicBezTo>
                    <a:pt x="1222" y="74"/>
                    <a:pt x="1018" y="0"/>
                    <a:pt x="8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2" name="Google Shape;16822;p87"/>
          <p:cNvGrpSpPr/>
          <p:nvPr/>
        </p:nvGrpSpPr>
        <p:grpSpPr>
          <a:xfrm>
            <a:off x="6678877" y="3404962"/>
            <a:ext cx="304029" cy="322572"/>
            <a:chOff x="6678877" y="3404962"/>
            <a:chExt cx="304029" cy="322572"/>
          </a:xfrm>
        </p:grpSpPr>
        <p:sp>
          <p:nvSpPr>
            <p:cNvPr id="16823" name="Google Shape;16823;p87"/>
            <p:cNvSpPr/>
            <p:nvPr/>
          </p:nvSpPr>
          <p:spPr>
            <a:xfrm>
              <a:off x="6704738" y="3409656"/>
              <a:ext cx="262642" cy="262668"/>
            </a:xfrm>
            <a:custGeom>
              <a:rect b="b" l="l" r="r" t="t"/>
              <a:pathLst>
                <a:path extrusionOk="0" h="10015" w="10014">
                  <a:moveTo>
                    <a:pt x="5009" y="1"/>
                  </a:moveTo>
                  <a:cubicBezTo>
                    <a:pt x="2243" y="1"/>
                    <a:pt x="0" y="2238"/>
                    <a:pt x="0" y="5005"/>
                  </a:cubicBezTo>
                  <a:cubicBezTo>
                    <a:pt x="0" y="7772"/>
                    <a:pt x="2243" y="10014"/>
                    <a:pt x="5009" y="10014"/>
                  </a:cubicBezTo>
                  <a:cubicBezTo>
                    <a:pt x="7771" y="10014"/>
                    <a:pt x="10014" y="7772"/>
                    <a:pt x="10014" y="5005"/>
                  </a:cubicBezTo>
                  <a:cubicBezTo>
                    <a:pt x="10014" y="2238"/>
                    <a:pt x="7771" y="1"/>
                    <a:pt x="500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87"/>
            <p:cNvSpPr/>
            <p:nvPr/>
          </p:nvSpPr>
          <p:spPr>
            <a:xfrm>
              <a:off x="6678877" y="3412331"/>
              <a:ext cx="249764" cy="259993"/>
            </a:xfrm>
            <a:custGeom>
              <a:rect b="b" l="l" r="r" t="t"/>
              <a:pathLst>
                <a:path extrusionOk="0" h="9913" w="9523">
                  <a:moveTo>
                    <a:pt x="4975" y="0"/>
                  </a:moveTo>
                  <a:cubicBezTo>
                    <a:pt x="1699" y="683"/>
                    <a:pt x="0" y="4331"/>
                    <a:pt x="1583" y="7275"/>
                  </a:cubicBezTo>
                  <a:cubicBezTo>
                    <a:pt x="2509" y="8995"/>
                    <a:pt x="4245" y="9913"/>
                    <a:pt x="6003" y="9913"/>
                  </a:cubicBezTo>
                  <a:cubicBezTo>
                    <a:pt x="7261" y="9913"/>
                    <a:pt x="8531" y="9443"/>
                    <a:pt x="9522" y="8459"/>
                  </a:cubicBezTo>
                  <a:lnTo>
                    <a:pt x="9522" y="8459"/>
                  </a:lnTo>
                  <a:cubicBezTo>
                    <a:pt x="9186" y="8526"/>
                    <a:pt x="8839" y="8565"/>
                    <a:pt x="8498" y="8565"/>
                  </a:cubicBezTo>
                  <a:cubicBezTo>
                    <a:pt x="6467" y="8560"/>
                    <a:pt x="4643" y="7338"/>
                    <a:pt x="3869" y="5461"/>
                  </a:cubicBezTo>
                  <a:cubicBezTo>
                    <a:pt x="3099" y="3585"/>
                    <a:pt x="3532" y="1429"/>
                    <a:pt x="4975"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87"/>
            <p:cNvSpPr/>
            <p:nvPr/>
          </p:nvSpPr>
          <p:spPr>
            <a:xfrm>
              <a:off x="6805687" y="3611713"/>
              <a:ext cx="60743" cy="111073"/>
            </a:xfrm>
            <a:custGeom>
              <a:rect b="b" l="l" r="r" t="t"/>
              <a:pathLst>
                <a:path extrusionOk="0" h="4235" w="2316">
                  <a:moveTo>
                    <a:pt x="776" y="1"/>
                  </a:moveTo>
                  <a:lnTo>
                    <a:pt x="776" y="458"/>
                  </a:lnTo>
                  <a:cubicBezTo>
                    <a:pt x="771" y="530"/>
                    <a:pt x="732" y="597"/>
                    <a:pt x="665" y="631"/>
                  </a:cubicBezTo>
                  <a:lnTo>
                    <a:pt x="217" y="857"/>
                  </a:lnTo>
                  <a:cubicBezTo>
                    <a:pt x="83" y="920"/>
                    <a:pt x="1" y="1054"/>
                    <a:pt x="1" y="1199"/>
                  </a:cubicBezTo>
                  <a:lnTo>
                    <a:pt x="1" y="2907"/>
                  </a:lnTo>
                  <a:cubicBezTo>
                    <a:pt x="1" y="3018"/>
                    <a:pt x="35" y="3128"/>
                    <a:pt x="102" y="3224"/>
                  </a:cubicBezTo>
                  <a:lnTo>
                    <a:pt x="290" y="3513"/>
                  </a:lnTo>
                  <a:cubicBezTo>
                    <a:pt x="352" y="3605"/>
                    <a:pt x="386" y="3720"/>
                    <a:pt x="386" y="3831"/>
                  </a:cubicBezTo>
                  <a:lnTo>
                    <a:pt x="386" y="4235"/>
                  </a:lnTo>
                  <a:lnTo>
                    <a:pt x="1930" y="4235"/>
                  </a:lnTo>
                  <a:lnTo>
                    <a:pt x="1930" y="3831"/>
                  </a:lnTo>
                  <a:cubicBezTo>
                    <a:pt x="1926" y="3720"/>
                    <a:pt x="1959" y="3605"/>
                    <a:pt x="2027" y="3513"/>
                  </a:cubicBezTo>
                  <a:lnTo>
                    <a:pt x="2214" y="3224"/>
                  </a:lnTo>
                  <a:cubicBezTo>
                    <a:pt x="2282" y="3128"/>
                    <a:pt x="2315" y="3018"/>
                    <a:pt x="2315" y="2907"/>
                  </a:cubicBezTo>
                  <a:lnTo>
                    <a:pt x="2315" y="1199"/>
                  </a:lnTo>
                  <a:cubicBezTo>
                    <a:pt x="2315" y="1054"/>
                    <a:pt x="2234" y="920"/>
                    <a:pt x="2104" y="857"/>
                  </a:cubicBezTo>
                  <a:lnTo>
                    <a:pt x="1651" y="631"/>
                  </a:lnTo>
                  <a:cubicBezTo>
                    <a:pt x="1584" y="597"/>
                    <a:pt x="1545" y="530"/>
                    <a:pt x="1545" y="458"/>
                  </a:cubicBezTo>
                  <a:lnTo>
                    <a:pt x="1545"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87"/>
            <p:cNvSpPr/>
            <p:nvPr/>
          </p:nvSpPr>
          <p:spPr>
            <a:xfrm>
              <a:off x="6805687" y="3637206"/>
              <a:ext cx="15317" cy="75483"/>
            </a:xfrm>
            <a:custGeom>
              <a:rect b="b" l="l" r="r" t="t"/>
              <a:pathLst>
                <a:path extrusionOk="0" h="2878" w="584">
                  <a:moveTo>
                    <a:pt x="83" y="1"/>
                  </a:moveTo>
                  <a:cubicBezTo>
                    <a:pt x="30" y="63"/>
                    <a:pt x="6" y="145"/>
                    <a:pt x="6" y="227"/>
                  </a:cubicBezTo>
                  <a:lnTo>
                    <a:pt x="6" y="1930"/>
                  </a:lnTo>
                  <a:cubicBezTo>
                    <a:pt x="1" y="2046"/>
                    <a:pt x="35" y="2156"/>
                    <a:pt x="102" y="2252"/>
                  </a:cubicBezTo>
                  <a:lnTo>
                    <a:pt x="290" y="2541"/>
                  </a:lnTo>
                  <a:cubicBezTo>
                    <a:pt x="357" y="2633"/>
                    <a:pt x="391" y="2748"/>
                    <a:pt x="391" y="2859"/>
                  </a:cubicBezTo>
                  <a:lnTo>
                    <a:pt x="391" y="2878"/>
                  </a:lnTo>
                  <a:lnTo>
                    <a:pt x="583" y="2878"/>
                  </a:lnTo>
                  <a:lnTo>
                    <a:pt x="583" y="568"/>
                  </a:lnTo>
                  <a:cubicBezTo>
                    <a:pt x="583" y="443"/>
                    <a:pt x="525" y="333"/>
                    <a:pt x="429" y="260"/>
                  </a:cubicBezTo>
                  <a:lnTo>
                    <a:pt x="8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87"/>
            <p:cNvSpPr/>
            <p:nvPr/>
          </p:nvSpPr>
          <p:spPr>
            <a:xfrm>
              <a:off x="6851245" y="3637206"/>
              <a:ext cx="15186" cy="75483"/>
            </a:xfrm>
            <a:custGeom>
              <a:rect b="b" l="l" r="r" t="t"/>
              <a:pathLst>
                <a:path extrusionOk="0" h="2878" w="579">
                  <a:moveTo>
                    <a:pt x="497" y="1"/>
                  </a:moveTo>
                  <a:lnTo>
                    <a:pt x="155" y="260"/>
                  </a:lnTo>
                  <a:cubicBezTo>
                    <a:pt x="59" y="333"/>
                    <a:pt x="1" y="443"/>
                    <a:pt x="1" y="568"/>
                  </a:cubicBezTo>
                  <a:lnTo>
                    <a:pt x="1" y="2878"/>
                  </a:lnTo>
                  <a:lnTo>
                    <a:pt x="193" y="2878"/>
                  </a:lnTo>
                  <a:lnTo>
                    <a:pt x="193" y="2859"/>
                  </a:lnTo>
                  <a:cubicBezTo>
                    <a:pt x="193" y="2748"/>
                    <a:pt x="227" y="2633"/>
                    <a:pt x="290" y="2541"/>
                  </a:cubicBezTo>
                  <a:lnTo>
                    <a:pt x="482" y="2252"/>
                  </a:lnTo>
                  <a:cubicBezTo>
                    <a:pt x="545" y="2156"/>
                    <a:pt x="578" y="2046"/>
                    <a:pt x="578" y="1930"/>
                  </a:cubicBezTo>
                  <a:lnTo>
                    <a:pt x="578" y="227"/>
                  </a:lnTo>
                  <a:cubicBezTo>
                    <a:pt x="578" y="145"/>
                    <a:pt x="549" y="63"/>
                    <a:pt x="497"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87"/>
            <p:cNvSpPr/>
            <p:nvPr/>
          </p:nvSpPr>
          <p:spPr>
            <a:xfrm>
              <a:off x="6815785" y="3707627"/>
              <a:ext cx="40548" cy="15159"/>
            </a:xfrm>
            <a:custGeom>
              <a:rect b="b" l="l" r="r" t="t"/>
              <a:pathLst>
                <a:path extrusionOk="0" h="578" w="1546">
                  <a:moveTo>
                    <a:pt x="1" y="0"/>
                  </a:moveTo>
                  <a:lnTo>
                    <a:pt x="1" y="578"/>
                  </a:lnTo>
                  <a:lnTo>
                    <a:pt x="1545" y="578"/>
                  </a:lnTo>
                  <a:lnTo>
                    <a:pt x="1545"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87"/>
            <p:cNvSpPr/>
            <p:nvPr/>
          </p:nvSpPr>
          <p:spPr>
            <a:xfrm>
              <a:off x="6833593" y="3636944"/>
              <a:ext cx="5062" cy="70709"/>
            </a:xfrm>
            <a:custGeom>
              <a:rect b="b" l="l" r="r" t="t"/>
              <a:pathLst>
                <a:path extrusionOk="0" h="2696" w="193">
                  <a:moveTo>
                    <a:pt x="0" y="1"/>
                  </a:moveTo>
                  <a:lnTo>
                    <a:pt x="0" y="2695"/>
                  </a:lnTo>
                  <a:lnTo>
                    <a:pt x="193" y="2695"/>
                  </a:lnTo>
                  <a:lnTo>
                    <a:pt x="19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87"/>
            <p:cNvSpPr/>
            <p:nvPr/>
          </p:nvSpPr>
          <p:spPr>
            <a:xfrm>
              <a:off x="6826014" y="3611713"/>
              <a:ext cx="20221" cy="25257"/>
            </a:xfrm>
            <a:custGeom>
              <a:rect b="b" l="l" r="r" t="t"/>
              <a:pathLst>
                <a:path extrusionOk="0" h="963" w="771">
                  <a:moveTo>
                    <a:pt x="1" y="1"/>
                  </a:moveTo>
                  <a:lnTo>
                    <a:pt x="1" y="578"/>
                  </a:lnTo>
                  <a:cubicBezTo>
                    <a:pt x="1" y="790"/>
                    <a:pt x="174" y="958"/>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87"/>
            <p:cNvSpPr/>
            <p:nvPr/>
          </p:nvSpPr>
          <p:spPr>
            <a:xfrm>
              <a:off x="6815916" y="3571191"/>
              <a:ext cx="40417" cy="45610"/>
            </a:xfrm>
            <a:custGeom>
              <a:rect b="b" l="l" r="r" t="t"/>
              <a:pathLst>
                <a:path extrusionOk="0" h="1739" w="1541">
                  <a:moveTo>
                    <a:pt x="578" y="1"/>
                  </a:moveTo>
                  <a:cubicBezTo>
                    <a:pt x="260" y="1"/>
                    <a:pt x="1" y="261"/>
                    <a:pt x="1" y="578"/>
                  </a:cubicBezTo>
                  <a:lnTo>
                    <a:pt x="1" y="963"/>
                  </a:lnTo>
                  <a:cubicBezTo>
                    <a:pt x="1" y="1392"/>
                    <a:pt x="347" y="1738"/>
                    <a:pt x="770" y="1738"/>
                  </a:cubicBezTo>
                  <a:cubicBezTo>
                    <a:pt x="1194" y="1733"/>
                    <a:pt x="1540" y="1392"/>
                    <a:pt x="1540" y="963"/>
                  </a:cubicBezTo>
                  <a:lnTo>
                    <a:pt x="1540" y="578"/>
                  </a:lnTo>
                  <a:cubicBezTo>
                    <a:pt x="1540" y="261"/>
                    <a:pt x="1281" y="1"/>
                    <a:pt x="96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87"/>
            <p:cNvSpPr/>
            <p:nvPr/>
          </p:nvSpPr>
          <p:spPr>
            <a:xfrm>
              <a:off x="6815811" y="3571191"/>
              <a:ext cx="27906" cy="45583"/>
            </a:xfrm>
            <a:custGeom>
              <a:rect b="b" l="l" r="r" t="t"/>
              <a:pathLst>
                <a:path extrusionOk="0" h="1738" w="1064">
                  <a:moveTo>
                    <a:pt x="582" y="1"/>
                  </a:moveTo>
                  <a:cubicBezTo>
                    <a:pt x="260" y="1"/>
                    <a:pt x="5" y="261"/>
                    <a:pt x="5" y="578"/>
                  </a:cubicBezTo>
                  <a:lnTo>
                    <a:pt x="5" y="963"/>
                  </a:lnTo>
                  <a:cubicBezTo>
                    <a:pt x="1" y="1407"/>
                    <a:pt x="363" y="1738"/>
                    <a:pt x="771" y="1738"/>
                  </a:cubicBezTo>
                  <a:cubicBezTo>
                    <a:pt x="867" y="1738"/>
                    <a:pt x="966" y="1720"/>
                    <a:pt x="1063" y="1680"/>
                  </a:cubicBezTo>
                  <a:cubicBezTo>
                    <a:pt x="770" y="1560"/>
                    <a:pt x="582" y="1281"/>
                    <a:pt x="582" y="963"/>
                  </a:cubicBezTo>
                  <a:lnTo>
                    <a:pt x="582" y="578"/>
                  </a:lnTo>
                  <a:cubicBezTo>
                    <a:pt x="582" y="299"/>
                    <a:pt x="784" y="59"/>
                    <a:pt x="1063" y="11"/>
                  </a:cubicBezTo>
                  <a:cubicBezTo>
                    <a:pt x="1030" y="6"/>
                    <a:pt x="996" y="1"/>
                    <a:pt x="9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87"/>
            <p:cNvSpPr/>
            <p:nvPr/>
          </p:nvSpPr>
          <p:spPr>
            <a:xfrm>
              <a:off x="6815785" y="3571191"/>
              <a:ext cx="40548" cy="20221"/>
            </a:xfrm>
            <a:custGeom>
              <a:rect b="b" l="l" r="r" t="t"/>
              <a:pathLst>
                <a:path extrusionOk="0" h="771" w="1546">
                  <a:moveTo>
                    <a:pt x="583" y="1"/>
                  </a:moveTo>
                  <a:cubicBezTo>
                    <a:pt x="261" y="1"/>
                    <a:pt x="1" y="261"/>
                    <a:pt x="6" y="578"/>
                  </a:cubicBezTo>
                  <a:cubicBezTo>
                    <a:pt x="6" y="578"/>
                    <a:pt x="583" y="771"/>
                    <a:pt x="1545" y="771"/>
                  </a:cubicBezTo>
                  <a:lnTo>
                    <a:pt x="1545" y="578"/>
                  </a:lnTo>
                  <a:cubicBezTo>
                    <a:pt x="1545" y="261"/>
                    <a:pt x="1286" y="1"/>
                    <a:pt x="968"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87"/>
            <p:cNvSpPr/>
            <p:nvPr/>
          </p:nvSpPr>
          <p:spPr>
            <a:xfrm>
              <a:off x="6815916" y="3571191"/>
              <a:ext cx="27801" cy="18464"/>
            </a:xfrm>
            <a:custGeom>
              <a:rect b="b" l="l" r="r" t="t"/>
              <a:pathLst>
                <a:path extrusionOk="0" h="704" w="1060">
                  <a:moveTo>
                    <a:pt x="578" y="1"/>
                  </a:moveTo>
                  <a:cubicBezTo>
                    <a:pt x="256" y="1"/>
                    <a:pt x="1" y="261"/>
                    <a:pt x="1" y="578"/>
                  </a:cubicBezTo>
                  <a:cubicBezTo>
                    <a:pt x="188" y="636"/>
                    <a:pt x="381" y="679"/>
                    <a:pt x="578" y="703"/>
                  </a:cubicBezTo>
                  <a:lnTo>
                    <a:pt x="578" y="578"/>
                  </a:lnTo>
                  <a:cubicBezTo>
                    <a:pt x="578" y="299"/>
                    <a:pt x="780" y="59"/>
                    <a:pt x="1059" y="11"/>
                  </a:cubicBezTo>
                  <a:cubicBezTo>
                    <a:pt x="1026" y="6"/>
                    <a:pt x="992" y="1"/>
                    <a:pt x="96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87"/>
            <p:cNvSpPr/>
            <p:nvPr/>
          </p:nvSpPr>
          <p:spPr>
            <a:xfrm>
              <a:off x="6886468" y="3611713"/>
              <a:ext cx="60717" cy="111073"/>
            </a:xfrm>
            <a:custGeom>
              <a:rect b="b" l="l" r="r" t="t"/>
              <a:pathLst>
                <a:path extrusionOk="0" h="4235" w="2315">
                  <a:moveTo>
                    <a:pt x="775" y="1"/>
                  </a:moveTo>
                  <a:lnTo>
                    <a:pt x="775" y="458"/>
                  </a:lnTo>
                  <a:cubicBezTo>
                    <a:pt x="775" y="530"/>
                    <a:pt x="732" y="597"/>
                    <a:pt x="669" y="631"/>
                  </a:cubicBezTo>
                  <a:lnTo>
                    <a:pt x="217" y="857"/>
                  </a:lnTo>
                  <a:cubicBezTo>
                    <a:pt x="87" y="920"/>
                    <a:pt x="0" y="1054"/>
                    <a:pt x="5" y="1203"/>
                  </a:cubicBezTo>
                  <a:lnTo>
                    <a:pt x="5" y="2907"/>
                  </a:lnTo>
                  <a:cubicBezTo>
                    <a:pt x="0" y="3022"/>
                    <a:pt x="34" y="3133"/>
                    <a:pt x="101" y="3229"/>
                  </a:cubicBezTo>
                  <a:lnTo>
                    <a:pt x="289" y="3513"/>
                  </a:lnTo>
                  <a:cubicBezTo>
                    <a:pt x="356" y="3609"/>
                    <a:pt x="390" y="3720"/>
                    <a:pt x="390" y="3835"/>
                  </a:cubicBezTo>
                  <a:lnTo>
                    <a:pt x="390" y="4235"/>
                  </a:lnTo>
                  <a:lnTo>
                    <a:pt x="1930" y="4235"/>
                  </a:lnTo>
                  <a:lnTo>
                    <a:pt x="1930" y="3835"/>
                  </a:lnTo>
                  <a:cubicBezTo>
                    <a:pt x="1930" y="3720"/>
                    <a:pt x="1964" y="3609"/>
                    <a:pt x="2026" y="3513"/>
                  </a:cubicBezTo>
                  <a:lnTo>
                    <a:pt x="2219" y="3229"/>
                  </a:lnTo>
                  <a:cubicBezTo>
                    <a:pt x="2281" y="3133"/>
                    <a:pt x="2315" y="3022"/>
                    <a:pt x="2315" y="2907"/>
                  </a:cubicBezTo>
                  <a:lnTo>
                    <a:pt x="2315" y="1203"/>
                  </a:lnTo>
                  <a:cubicBezTo>
                    <a:pt x="2315" y="1054"/>
                    <a:pt x="2233" y="920"/>
                    <a:pt x="2103" y="857"/>
                  </a:cubicBezTo>
                  <a:lnTo>
                    <a:pt x="1651" y="631"/>
                  </a:lnTo>
                  <a:cubicBezTo>
                    <a:pt x="1583" y="597"/>
                    <a:pt x="1545" y="530"/>
                    <a:pt x="1545" y="458"/>
                  </a:cubicBezTo>
                  <a:lnTo>
                    <a:pt x="1545"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87"/>
            <p:cNvSpPr/>
            <p:nvPr/>
          </p:nvSpPr>
          <p:spPr>
            <a:xfrm>
              <a:off x="6886468" y="3637206"/>
              <a:ext cx="15291" cy="75483"/>
            </a:xfrm>
            <a:custGeom>
              <a:rect b="b" l="l" r="r" t="t"/>
              <a:pathLst>
                <a:path extrusionOk="0" h="2878" w="583">
                  <a:moveTo>
                    <a:pt x="82" y="1"/>
                  </a:moveTo>
                  <a:cubicBezTo>
                    <a:pt x="29" y="68"/>
                    <a:pt x="5" y="145"/>
                    <a:pt x="5" y="227"/>
                  </a:cubicBezTo>
                  <a:lnTo>
                    <a:pt x="5" y="1935"/>
                  </a:lnTo>
                  <a:cubicBezTo>
                    <a:pt x="0" y="2046"/>
                    <a:pt x="34" y="2161"/>
                    <a:pt x="101" y="2252"/>
                  </a:cubicBezTo>
                  <a:lnTo>
                    <a:pt x="294" y="2541"/>
                  </a:lnTo>
                  <a:cubicBezTo>
                    <a:pt x="356" y="2633"/>
                    <a:pt x="390" y="2748"/>
                    <a:pt x="390" y="2859"/>
                  </a:cubicBezTo>
                  <a:lnTo>
                    <a:pt x="390" y="2878"/>
                  </a:lnTo>
                  <a:lnTo>
                    <a:pt x="583" y="2878"/>
                  </a:lnTo>
                  <a:lnTo>
                    <a:pt x="583" y="568"/>
                  </a:lnTo>
                  <a:cubicBezTo>
                    <a:pt x="583" y="448"/>
                    <a:pt x="525" y="333"/>
                    <a:pt x="429" y="260"/>
                  </a:cubicBezTo>
                  <a:lnTo>
                    <a:pt x="82"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87"/>
            <p:cNvSpPr/>
            <p:nvPr/>
          </p:nvSpPr>
          <p:spPr>
            <a:xfrm>
              <a:off x="6932025" y="3637206"/>
              <a:ext cx="15159" cy="75483"/>
            </a:xfrm>
            <a:custGeom>
              <a:rect b="b" l="l" r="r" t="t"/>
              <a:pathLst>
                <a:path extrusionOk="0" h="2878" w="578">
                  <a:moveTo>
                    <a:pt x="501" y="1"/>
                  </a:moveTo>
                  <a:lnTo>
                    <a:pt x="154" y="260"/>
                  </a:lnTo>
                  <a:cubicBezTo>
                    <a:pt x="58" y="333"/>
                    <a:pt x="0" y="443"/>
                    <a:pt x="0" y="568"/>
                  </a:cubicBezTo>
                  <a:lnTo>
                    <a:pt x="0" y="2878"/>
                  </a:lnTo>
                  <a:lnTo>
                    <a:pt x="193" y="2878"/>
                  </a:lnTo>
                  <a:lnTo>
                    <a:pt x="193" y="2859"/>
                  </a:lnTo>
                  <a:cubicBezTo>
                    <a:pt x="193" y="2748"/>
                    <a:pt x="227" y="2633"/>
                    <a:pt x="289"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87"/>
            <p:cNvSpPr/>
            <p:nvPr/>
          </p:nvSpPr>
          <p:spPr>
            <a:xfrm>
              <a:off x="6896697" y="3707627"/>
              <a:ext cx="40390" cy="15159"/>
            </a:xfrm>
            <a:custGeom>
              <a:rect b="b" l="l" r="r" t="t"/>
              <a:pathLst>
                <a:path extrusionOk="0" h="578" w="1540">
                  <a:moveTo>
                    <a:pt x="0" y="0"/>
                  </a:moveTo>
                  <a:lnTo>
                    <a:pt x="0" y="578"/>
                  </a:lnTo>
                  <a:lnTo>
                    <a:pt x="1540" y="578"/>
                  </a:lnTo>
                  <a:lnTo>
                    <a:pt x="154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87"/>
            <p:cNvSpPr/>
            <p:nvPr/>
          </p:nvSpPr>
          <p:spPr>
            <a:xfrm>
              <a:off x="6914348" y="3636944"/>
              <a:ext cx="5088" cy="70709"/>
            </a:xfrm>
            <a:custGeom>
              <a:rect b="b" l="l" r="r" t="t"/>
              <a:pathLst>
                <a:path extrusionOk="0" h="2696" w="194">
                  <a:moveTo>
                    <a:pt x="1" y="1"/>
                  </a:moveTo>
                  <a:lnTo>
                    <a:pt x="1" y="2695"/>
                  </a:lnTo>
                  <a:lnTo>
                    <a:pt x="193" y="2695"/>
                  </a:lnTo>
                  <a:lnTo>
                    <a:pt x="193"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87"/>
            <p:cNvSpPr/>
            <p:nvPr/>
          </p:nvSpPr>
          <p:spPr>
            <a:xfrm>
              <a:off x="6906794" y="3611713"/>
              <a:ext cx="20195" cy="25257"/>
            </a:xfrm>
            <a:custGeom>
              <a:rect b="b" l="l" r="r" t="t"/>
              <a:pathLst>
                <a:path extrusionOk="0" h="963" w="770">
                  <a:moveTo>
                    <a:pt x="0" y="1"/>
                  </a:moveTo>
                  <a:lnTo>
                    <a:pt x="0" y="578"/>
                  </a:lnTo>
                  <a:cubicBezTo>
                    <a:pt x="0" y="790"/>
                    <a:pt x="173" y="963"/>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87"/>
            <p:cNvSpPr/>
            <p:nvPr/>
          </p:nvSpPr>
          <p:spPr>
            <a:xfrm>
              <a:off x="6896697" y="3571191"/>
              <a:ext cx="40390" cy="45610"/>
            </a:xfrm>
            <a:custGeom>
              <a:rect b="b" l="l" r="r" t="t"/>
              <a:pathLst>
                <a:path extrusionOk="0" h="1739" w="1540">
                  <a:moveTo>
                    <a:pt x="578" y="1"/>
                  </a:moveTo>
                  <a:cubicBezTo>
                    <a:pt x="255" y="1"/>
                    <a:pt x="0" y="261"/>
                    <a:pt x="0" y="578"/>
                  </a:cubicBezTo>
                  <a:lnTo>
                    <a:pt x="0" y="963"/>
                  </a:lnTo>
                  <a:cubicBezTo>
                    <a:pt x="0" y="1392"/>
                    <a:pt x="342" y="1738"/>
                    <a:pt x="770" y="1738"/>
                  </a:cubicBezTo>
                  <a:cubicBezTo>
                    <a:pt x="1193" y="1733"/>
                    <a:pt x="1540" y="1392"/>
                    <a:pt x="1540" y="963"/>
                  </a:cubicBezTo>
                  <a:lnTo>
                    <a:pt x="1540" y="578"/>
                  </a:lnTo>
                  <a:cubicBezTo>
                    <a:pt x="1540" y="261"/>
                    <a:pt x="1280" y="1"/>
                    <a:pt x="96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87"/>
            <p:cNvSpPr/>
            <p:nvPr/>
          </p:nvSpPr>
          <p:spPr>
            <a:xfrm>
              <a:off x="6896697" y="3571191"/>
              <a:ext cx="27775" cy="45583"/>
            </a:xfrm>
            <a:custGeom>
              <a:rect b="b" l="l" r="r" t="t"/>
              <a:pathLst>
                <a:path extrusionOk="0" h="1738" w="1059">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0" y="59"/>
                    <a:pt x="1059" y="11"/>
                  </a:cubicBezTo>
                  <a:cubicBezTo>
                    <a:pt x="1025" y="6"/>
                    <a:pt x="996" y="1"/>
                    <a:pt x="96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87"/>
            <p:cNvSpPr/>
            <p:nvPr/>
          </p:nvSpPr>
          <p:spPr>
            <a:xfrm>
              <a:off x="6896697" y="3571191"/>
              <a:ext cx="40390" cy="20221"/>
            </a:xfrm>
            <a:custGeom>
              <a:rect b="b" l="l" r="r" t="t"/>
              <a:pathLst>
                <a:path extrusionOk="0" h="771" w="1540">
                  <a:moveTo>
                    <a:pt x="578" y="1"/>
                  </a:moveTo>
                  <a:cubicBezTo>
                    <a:pt x="260" y="1"/>
                    <a:pt x="0" y="261"/>
                    <a:pt x="0" y="578"/>
                  </a:cubicBezTo>
                  <a:cubicBezTo>
                    <a:pt x="0" y="578"/>
                    <a:pt x="578" y="771"/>
                    <a:pt x="1540" y="771"/>
                  </a:cubicBezTo>
                  <a:lnTo>
                    <a:pt x="1540" y="578"/>
                  </a:lnTo>
                  <a:cubicBezTo>
                    <a:pt x="1540" y="261"/>
                    <a:pt x="1280" y="1"/>
                    <a:pt x="96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87"/>
            <p:cNvSpPr/>
            <p:nvPr/>
          </p:nvSpPr>
          <p:spPr>
            <a:xfrm>
              <a:off x="6896697" y="3571191"/>
              <a:ext cx="27775" cy="18464"/>
            </a:xfrm>
            <a:custGeom>
              <a:rect b="b" l="l" r="r" t="t"/>
              <a:pathLst>
                <a:path extrusionOk="0" h="704" w="1059">
                  <a:moveTo>
                    <a:pt x="578" y="1"/>
                  </a:moveTo>
                  <a:cubicBezTo>
                    <a:pt x="260" y="1"/>
                    <a:pt x="0" y="261"/>
                    <a:pt x="0" y="578"/>
                  </a:cubicBezTo>
                  <a:cubicBezTo>
                    <a:pt x="188" y="636"/>
                    <a:pt x="380" y="679"/>
                    <a:pt x="578" y="703"/>
                  </a:cubicBezTo>
                  <a:lnTo>
                    <a:pt x="578" y="578"/>
                  </a:lnTo>
                  <a:cubicBezTo>
                    <a:pt x="578" y="299"/>
                    <a:pt x="780" y="59"/>
                    <a:pt x="1059" y="11"/>
                  </a:cubicBezTo>
                  <a:cubicBezTo>
                    <a:pt x="1025" y="6"/>
                    <a:pt x="996" y="1"/>
                    <a:pt x="962"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87"/>
            <p:cNvSpPr/>
            <p:nvPr/>
          </p:nvSpPr>
          <p:spPr>
            <a:xfrm>
              <a:off x="6724933" y="3611713"/>
              <a:ext cx="60586" cy="111073"/>
            </a:xfrm>
            <a:custGeom>
              <a:rect b="b" l="l" r="r" t="t"/>
              <a:pathLst>
                <a:path extrusionOk="0" h="4235" w="2310">
                  <a:moveTo>
                    <a:pt x="770" y="1"/>
                  </a:moveTo>
                  <a:lnTo>
                    <a:pt x="770" y="458"/>
                  </a:lnTo>
                  <a:cubicBezTo>
                    <a:pt x="770" y="530"/>
                    <a:pt x="732" y="597"/>
                    <a:pt x="664" y="631"/>
                  </a:cubicBezTo>
                  <a:lnTo>
                    <a:pt x="212" y="857"/>
                  </a:lnTo>
                  <a:cubicBezTo>
                    <a:pt x="82" y="920"/>
                    <a:pt x="0" y="1054"/>
                    <a:pt x="0" y="1199"/>
                  </a:cubicBezTo>
                  <a:lnTo>
                    <a:pt x="0" y="2907"/>
                  </a:lnTo>
                  <a:cubicBezTo>
                    <a:pt x="0" y="3018"/>
                    <a:pt x="34" y="3128"/>
                    <a:pt x="97" y="3224"/>
                  </a:cubicBezTo>
                  <a:lnTo>
                    <a:pt x="289" y="3513"/>
                  </a:lnTo>
                  <a:cubicBezTo>
                    <a:pt x="352" y="3605"/>
                    <a:pt x="385" y="3720"/>
                    <a:pt x="385" y="3831"/>
                  </a:cubicBezTo>
                  <a:lnTo>
                    <a:pt x="385" y="4235"/>
                  </a:lnTo>
                  <a:lnTo>
                    <a:pt x="1925" y="4235"/>
                  </a:lnTo>
                  <a:lnTo>
                    <a:pt x="1925" y="3831"/>
                  </a:lnTo>
                  <a:cubicBezTo>
                    <a:pt x="1925" y="3720"/>
                    <a:pt x="1959" y="3605"/>
                    <a:pt x="2021" y="3513"/>
                  </a:cubicBezTo>
                  <a:lnTo>
                    <a:pt x="2214" y="3224"/>
                  </a:lnTo>
                  <a:cubicBezTo>
                    <a:pt x="2276" y="3128"/>
                    <a:pt x="2310" y="3018"/>
                    <a:pt x="2310" y="2907"/>
                  </a:cubicBezTo>
                  <a:lnTo>
                    <a:pt x="2310" y="1199"/>
                  </a:lnTo>
                  <a:cubicBezTo>
                    <a:pt x="2310" y="1054"/>
                    <a:pt x="2228" y="920"/>
                    <a:pt x="2098" y="857"/>
                  </a:cubicBezTo>
                  <a:lnTo>
                    <a:pt x="1646" y="631"/>
                  </a:lnTo>
                  <a:cubicBezTo>
                    <a:pt x="1583" y="597"/>
                    <a:pt x="1540" y="530"/>
                    <a:pt x="1540" y="458"/>
                  </a:cubicBezTo>
                  <a:lnTo>
                    <a:pt x="1540"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87"/>
            <p:cNvSpPr/>
            <p:nvPr/>
          </p:nvSpPr>
          <p:spPr>
            <a:xfrm>
              <a:off x="6724933" y="3637206"/>
              <a:ext cx="15159" cy="75483"/>
            </a:xfrm>
            <a:custGeom>
              <a:rect b="b" l="l" r="r" t="t"/>
              <a:pathLst>
                <a:path extrusionOk="0" h="2878" w="578">
                  <a:moveTo>
                    <a:pt x="77" y="1"/>
                  </a:moveTo>
                  <a:cubicBezTo>
                    <a:pt x="29" y="63"/>
                    <a:pt x="0" y="145"/>
                    <a:pt x="0" y="227"/>
                  </a:cubicBezTo>
                  <a:lnTo>
                    <a:pt x="0" y="1930"/>
                  </a:lnTo>
                  <a:cubicBezTo>
                    <a:pt x="0" y="2046"/>
                    <a:pt x="34" y="2156"/>
                    <a:pt x="97" y="2252"/>
                  </a:cubicBezTo>
                  <a:lnTo>
                    <a:pt x="289" y="2541"/>
                  </a:lnTo>
                  <a:cubicBezTo>
                    <a:pt x="352" y="2633"/>
                    <a:pt x="385" y="2748"/>
                    <a:pt x="385" y="2859"/>
                  </a:cubicBezTo>
                  <a:lnTo>
                    <a:pt x="385" y="2878"/>
                  </a:lnTo>
                  <a:lnTo>
                    <a:pt x="578" y="2878"/>
                  </a:lnTo>
                  <a:lnTo>
                    <a:pt x="578" y="568"/>
                  </a:lnTo>
                  <a:cubicBezTo>
                    <a:pt x="578" y="443"/>
                    <a:pt x="520" y="333"/>
                    <a:pt x="424" y="260"/>
                  </a:cubicBezTo>
                  <a:lnTo>
                    <a:pt x="77"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87"/>
            <p:cNvSpPr/>
            <p:nvPr/>
          </p:nvSpPr>
          <p:spPr>
            <a:xfrm>
              <a:off x="6770359" y="3637206"/>
              <a:ext cx="15159" cy="75483"/>
            </a:xfrm>
            <a:custGeom>
              <a:rect b="b" l="l" r="r" t="t"/>
              <a:pathLst>
                <a:path extrusionOk="0" h="2878" w="578">
                  <a:moveTo>
                    <a:pt x="501" y="1"/>
                  </a:moveTo>
                  <a:lnTo>
                    <a:pt x="155" y="260"/>
                  </a:lnTo>
                  <a:cubicBezTo>
                    <a:pt x="58" y="333"/>
                    <a:pt x="1" y="443"/>
                    <a:pt x="1" y="568"/>
                  </a:cubicBezTo>
                  <a:lnTo>
                    <a:pt x="1" y="2878"/>
                  </a:lnTo>
                  <a:lnTo>
                    <a:pt x="193" y="2878"/>
                  </a:lnTo>
                  <a:lnTo>
                    <a:pt x="193" y="2859"/>
                  </a:lnTo>
                  <a:cubicBezTo>
                    <a:pt x="193" y="2748"/>
                    <a:pt x="227" y="2633"/>
                    <a:pt x="294"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87"/>
            <p:cNvSpPr/>
            <p:nvPr/>
          </p:nvSpPr>
          <p:spPr>
            <a:xfrm>
              <a:off x="6735031" y="3707627"/>
              <a:ext cx="40417" cy="15159"/>
            </a:xfrm>
            <a:custGeom>
              <a:rect b="b" l="l" r="r" t="t"/>
              <a:pathLst>
                <a:path extrusionOk="0" h="578" w="1541">
                  <a:moveTo>
                    <a:pt x="0" y="0"/>
                  </a:moveTo>
                  <a:lnTo>
                    <a:pt x="0" y="578"/>
                  </a:lnTo>
                  <a:lnTo>
                    <a:pt x="1540" y="578"/>
                  </a:lnTo>
                  <a:lnTo>
                    <a:pt x="154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87"/>
            <p:cNvSpPr/>
            <p:nvPr/>
          </p:nvSpPr>
          <p:spPr>
            <a:xfrm>
              <a:off x="6752682" y="3636944"/>
              <a:ext cx="5088" cy="70709"/>
            </a:xfrm>
            <a:custGeom>
              <a:rect b="b" l="l" r="r" t="t"/>
              <a:pathLst>
                <a:path extrusionOk="0" h="2696" w="194">
                  <a:moveTo>
                    <a:pt x="1" y="1"/>
                  </a:moveTo>
                  <a:lnTo>
                    <a:pt x="1" y="2695"/>
                  </a:lnTo>
                  <a:lnTo>
                    <a:pt x="193" y="2695"/>
                  </a:lnTo>
                  <a:lnTo>
                    <a:pt x="193"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87"/>
            <p:cNvSpPr/>
            <p:nvPr/>
          </p:nvSpPr>
          <p:spPr>
            <a:xfrm>
              <a:off x="6745128" y="3611713"/>
              <a:ext cx="20221" cy="25257"/>
            </a:xfrm>
            <a:custGeom>
              <a:rect b="b" l="l" r="r" t="t"/>
              <a:pathLst>
                <a:path extrusionOk="0" h="963" w="771">
                  <a:moveTo>
                    <a:pt x="0" y="1"/>
                  </a:moveTo>
                  <a:lnTo>
                    <a:pt x="0" y="578"/>
                  </a:lnTo>
                  <a:cubicBezTo>
                    <a:pt x="0" y="790"/>
                    <a:pt x="173" y="958"/>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87"/>
            <p:cNvSpPr/>
            <p:nvPr/>
          </p:nvSpPr>
          <p:spPr>
            <a:xfrm>
              <a:off x="6735031" y="3571191"/>
              <a:ext cx="40417" cy="45610"/>
            </a:xfrm>
            <a:custGeom>
              <a:rect b="b" l="l" r="r" t="t"/>
              <a:pathLst>
                <a:path extrusionOk="0" h="1739" w="1541">
                  <a:moveTo>
                    <a:pt x="578" y="1"/>
                  </a:moveTo>
                  <a:cubicBezTo>
                    <a:pt x="260" y="1"/>
                    <a:pt x="0" y="261"/>
                    <a:pt x="0" y="578"/>
                  </a:cubicBezTo>
                  <a:lnTo>
                    <a:pt x="0" y="963"/>
                  </a:lnTo>
                  <a:cubicBezTo>
                    <a:pt x="0" y="1392"/>
                    <a:pt x="347" y="1733"/>
                    <a:pt x="770" y="1738"/>
                  </a:cubicBezTo>
                  <a:cubicBezTo>
                    <a:pt x="1198" y="1733"/>
                    <a:pt x="1540" y="1392"/>
                    <a:pt x="1540" y="963"/>
                  </a:cubicBezTo>
                  <a:lnTo>
                    <a:pt x="1540" y="578"/>
                  </a:lnTo>
                  <a:cubicBezTo>
                    <a:pt x="1540" y="261"/>
                    <a:pt x="1280" y="1"/>
                    <a:pt x="96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87"/>
            <p:cNvSpPr/>
            <p:nvPr/>
          </p:nvSpPr>
          <p:spPr>
            <a:xfrm>
              <a:off x="6735031" y="3571191"/>
              <a:ext cx="27775" cy="45583"/>
            </a:xfrm>
            <a:custGeom>
              <a:rect b="b" l="l" r="r" t="t"/>
              <a:pathLst>
                <a:path extrusionOk="0" h="1738" w="1059">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5" y="59"/>
                    <a:pt x="1059" y="11"/>
                  </a:cubicBezTo>
                  <a:cubicBezTo>
                    <a:pt x="1030" y="6"/>
                    <a:pt x="996" y="1"/>
                    <a:pt x="96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87"/>
            <p:cNvSpPr/>
            <p:nvPr/>
          </p:nvSpPr>
          <p:spPr>
            <a:xfrm>
              <a:off x="6735031" y="3571191"/>
              <a:ext cx="40417" cy="20221"/>
            </a:xfrm>
            <a:custGeom>
              <a:rect b="b" l="l" r="r" t="t"/>
              <a:pathLst>
                <a:path extrusionOk="0" h="771" w="1541">
                  <a:moveTo>
                    <a:pt x="578" y="1"/>
                  </a:moveTo>
                  <a:cubicBezTo>
                    <a:pt x="260" y="1"/>
                    <a:pt x="0" y="261"/>
                    <a:pt x="0" y="578"/>
                  </a:cubicBezTo>
                  <a:cubicBezTo>
                    <a:pt x="0" y="578"/>
                    <a:pt x="578" y="771"/>
                    <a:pt x="1540" y="771"/>
                  </a:cubicBezTo>
                  <a:lnTo>
                    <a:pt x="1540" y="578"/>
                  </a:lnTo>
                  <a:cubicBezTo>
                    <a:pt x="1540" y="261"/>
                    <a:pt x="1285" y="1"/>
                    <a:pt x="96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87"/>
            <p:cNvSpPr/>
            <p:nvPr/>
          </p:nvSpPr>
          <p:spPr>
            <a:xfrm>
              <a:off x="6735031" y="3571191"/>
              <a:ext cx="27775" cy="18464"/>
            </a:xfrm>
            <a:custGeom>
              <a:rect b="b" l="l" r="r" t="t"/>
              <a:pathLst>
                <a:path extrusionOk="0" h="704" w="1059">
                  <a:moveTo>
                    <a:pt x="578" y="1"/>
                  </a:moveTo>
                  <a:cubicBezTo>
                    <a:pt x="260" y="1"/>
                    <a:pt x="0" y="261"/>
                    <a:pt x="0" y="578"/>
                  </a:cubicBezTo>
                  <a:cubicBezTo>
                    <a:pt x="193" y="636"/>
                    <a:pt x="385" y="679"/>
                    <a:pt x="578" y="703"/>
                  </a:cubicBezTo>
                  <a:lnTo>
                    <a:pt x="578" y="578"/>
                  </a:lnTo>
                  <a:cubicBezTo>
                    <a:pt x="578" y="299"/>
                    <a:pt x="785" y="59"/>
                    <a:pt x="1059" y="11"/>
                  </a:cubicBezTo>
                  <a:cubicBezTo>
                    <a:pt x="1030" y="6"/>
                    <a:pt x="996" y="1"/>
                    <a:pt x="96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87"/>
            <p:cNvSpPr/>
            <p:nvPr/>
          </p:nvSpPr>
          <p:spPr>
            <a:xfrm>
              <a:off x="6720133" y="3566523"/>
              <a:ext cx="70185" cy="161011"/>
            </a:xfrm>
            <a:custGeom>
              <a:rect b="b" l="l" r="r" t="t"/>
              <a:pathLst>
                <a:path extrusionOk="0" h="6139" w="2676">
                  <a:moveTo>
                    <a:pt x="1531" y="357"/>
                  </a:moveTo>
                  <a:cubicBezTo>
                    <a:pt x="1752" y="357"/>
                    <a:pt x="1930" y="535"/>
                    <a:pt x="1930" y="756"/>
                  </a:cubicBezTo>
                  <a:lnTo>
                    <a:pt x="1930" y="1141"/>
                  </a:lnTo>
                  <a:cubicBezTo>
                    <a:pt x="1930" y="1469"/>
                    <a:pt x="1665" y="1728"/>
                    <a:pt x="1338" y="1733"/>
                  </a:cubicBezTo>
                  <a:cubicBezTo>
                    <a:pt x="1016" y="1728"/>
                    <a:pt x="751" y="1469"/>
                    <a:pt x="751" y="1141"/>
                  </a:cubicBezTo>
                  <a:lnTo>
                    <a:pt x="751" y="756"/>
                  </a:lnTo>
                  <a:cubicBezTo>
                    <a:pt x="751" y="535"/>
                    <a:pt x="929" y="357"/>
                    <a:pt x="1146" y="357"/>
                  </a:cubicBezTo>
                  <a:close/>
                  <a:moveTo>
                    <a:pt x="1545" y="2094"/>
                  </a:moveTo>
                  <a:lnTo>
                    <a:pt x="1545" y="2176"/>
                  </a:lnTo>
                  <a:cubicBezTo>
                    <a:pt x="1545" y="2243"/>
                    <a:pt x="1564" y="2306"/>
                    <a:pt x="1593" y="2364"/>
                  </a:cubicBezTo>
                  <a:lnTo>
                    <a:pt x="1348" y="2609"/>
                  </a:lnTo>
                  <a:cubicBezTo>
                    <a:pt x="1345" y="2615"/>
                    <a:pt x="1342" y="2617"/>
                    <a:pt x="1338" y="2617"/>
                  </a:cubicBezTo>
                  <a:cubicBezTo>
                    <a:pt x="1336" y="2617"/>
                    <a:pt x="1333" y="2616"/>
                    <a:pt x="1329" y="2614"/>
                  </a:cubicBezTo>
                  <a:lnTo>
                    <a:pt x="1333" y="2609"/>
                  </a:lnTo>
                  <a:lnTo>
                    <a:pt x="1083" y="2364"/>
                  </a:lnTo>
                  <a:cubicBezTo>
                    <a:pt x="1117" y="2306"/>
                    <a:pt x="1136" y="2243"/>
                    <a:pt x="1136" y="2176"/>
                  </a:cubicBezTo>
                  <a:lnTo>
                    <a:pt x="1136" y="2094"/>
                  </a:lnTo>
                  <a:close/>
                  <a:moveTo>
                    <a:pt x="1146" y="1"/>
                  </a:moveTo>
                  <a:cubicBezTo>
                    <a:pt x="727" y="1"/>
                    <a:pt x="390" y="338"/>
                    <a:pt x="390" y="756"/>
                  </a:cubicBezTo>
                  <a:lnTo>
                    <a:pt x="390" y="1141"/>
                  </a:lnTo>
                  <a:cubicBezTo>
                    <a:pt x="390" y="1444"/>
                    <a:pt x="530" y="1724"/>
                    <a:pt x="775" y="1906"/>
                  </a:cubicBezTo>
                  <a:lnTo>
                    <a:pt x="775" y="2176"/>
                  </a:lnTo>
                  <a:cubicBezTo>
                    <a:pt x="775" y="2181"/>
                    <a:pt x="770" y="2185"/>
                    <a:pt x="766" y="2190"/>
                  </a:cubicBezTo>
                  <a:lnTo>
                    <a:pt x="318" y="2416"/>
                  </a:lnTo>
                  <a:cubicBezTo>
                    <a:pt x="126" y="2508"/>
                    <a:pt x="1" y="2705"/>
                    <a:pt x="5" y="2922"/>
                  </a:cubicBezTo>
                  <a:lnTo>
                    <a:pt x="5" y="4625"/>
                  </a:lnTo>
                  <a:cubicBezTo>
                    <a:pt x="5" y="4774"/>
                    <a:pt x="49"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8" y="5255"/>
                    <a:pt x="621" y="5135"/>
                  </a:cubicBezTo>
                  <a:lnTo>
                    <a:pt x="434" y="4846"/>
                  </a:lnTo>
                  <a:cubicBezTo>
                    <a:pt x="385" y="4779"/>
                    <a:pt x="366" y="4702"/>
                    <a:pt x="366" y="4625"/>
                  </a:cubicBezTo>
                  <a:lnTo>
                    <a:pt x="366" y="2922"/>
                  </a:lnTo>
                  <a:cubicBezTo>
                    <a:pt x="366" y="2845"/>
                    <a:pt x="409" y="2773"/>
                    <a:pt x="477" y="2739"/>
                  </a:cubicBezTo>
                  <a:lnTo>
                    <a:pt x="790" y="2585"/>
                  </a:lnTo>
                  <a:lnTo>
                    <a:pt x="1078" y="2869"/>
                  </a:lnTo>
                  <a:cubicBezTo>
                    <a:pt x="1151" y="2941"/>
                    <a:pt x="1246" y="2977"/>
                    <a:pt x="1341" y="2977"/>
                  </a:cubicBezTo>
                  <a:cubicBezTo>
                    <a:pt x="1436" y="2977"/>
                    <a:pt x="1531" y="2941"/>
                    <a:pt x="1603" y="2869"/>
                  </a:cubicBezTo>
                  <a:lnTo>
                    <a:pt x="1887" y="2585"/>
                  </a:lnTo>
                  <a:lnTo>
                    <a:pt x="2199" y="2739"/>
                  </a:lnTo>
                  <a:cubicBezTo>
                    <a:pt x="2272" y="2773"/>
                    <a:pt x="2315" y="2845"/>
                    <a:pt x="2315" y="2922"/>
                  </a:cubicBezTo>
                  <a:lnTo>
                    <a:pt x="2315" y="4625"/>
                  </a:lnTo>
                  <a:cubicBezTo>
                    <a:pt x="2315" y="4702"/>
                    <a:pt x="2291" y="4779"/>
                    <a:pt x="2248" y="4846"/>
                  </a:cubicBezTo>
                  <a:lnTo>
                    <a:pt x="2055" y="5135"/>
                  </a:lnTo>
                  <a:cubicBezTo>
                    <a:pt x="1973" y="5255"/>
                    <a:pt x="1930" y="5405"/>
                    <a:pt x="1930" y="5554"/>
                  </a:cubicBezTo>
                  <a:lnTo>
                    <a:pt x="1930" y="5958"/>
                  </a:lnTo>
                  <a:cubicBezTo>
                    <a:pt x="1930" y="6078"/>
                    <a:pt x="2020" y="6138"/>
                    <a:pt x="2110" y="6138"/>
                  </a:cubicBezTo>
                  <a:cubicBezTo>
                    <a:pt x="2201" y="6138"/>
                    <a:pt x="2291" y="6078"/>
                    <a:pt x="2291" y="5958"/>
                  </a:cubicBezTo>
                  <a:lnTo>
                    <a:pt x="2291" y="5554"/>
                  </a:lnTo>
                  <a:cubicBezTo>
                    <a:pt x="2291" y="5477"/>
                    <a:pt x="2315" y="5400"/>
                    <a:pt x="2358"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6" y="2181"/>
                    <a:pt x="1906" y="2176"/>
                  </a:cubicBezTo>
                  <a:lnTo>
                    <a:pt x="1906" y="1906"/>
                  </a:lnTo>
                  <a:cubicBezTo>
                    <a:pt x="2147" y="1724"/>
                    <a:pt x="2291" y="1444"/>
                    <a:pt x="2291" y="1141"/>
                  </a:cubicBezTo>
                  <a:lnTo>
                    <a:pt x="2291" y="756"/>
                  </a:lnTo>
                  <a:cubicBezTo>
                    <a:pt x="2291" y="338"/>
                    <a:pt x="1949" y="1"/>
                    <a:pt x="1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87"/>
            <p:cNvSpPr/>
            <p:nvPr/>
          </p:nvSpPr>
          <p:spPr>
            <a:xfrm>
              <a:off x="6801019" y="3566523"/>
              <a:ext cx="70211" cy="161011"/>
            </a:xfrm>
            <a:custGeom>
              <a:rect b="b" l="l" r="r" t="t"/>
              <a:pathLst>
                <a:path extrusionOk="0" h="6139" w="2677">
                  <a:moveTo>
                    <a:pt x="1531" y="357"/>
                  </a:moveTo>
                  <a:cubicBezTo>
                    <a:pt x="1747" y="357"/>
                    <a:pt x="1926" y="535"/>
                    <a:pt x="1930" y="756"/>
                  </a:cubicBezTo>
                  <a:lnTo>
                    <a:pt x="1930" y="1141"/>
                  </a:lnTo>
                  <a:cubicBezTo>
                    <a:pt x="1926" y="1469"/>
                    <a:pt x="1666" y="1728"/>
                    <a:pt x="1338" y="1728"/>
                  </a:cubicBezTo>
                  <a:cubicBezTo>
                    <a:pt x="1011" y="1728"/>
                    <a:pt x="747" y="1469"/>
                    <a:pt x="747" y="1141"/>
                  </a:cubicBezTo>
                  <a:lnTo>
                    <a:pt x="747" y="756"/>
                  </a:lnTo>
                  <a:cubicBezTo>
                    <a:pt x="747" y="535"/>
                    <a:pt x="925" y="357"/>
                    <a:pt x="1146" y="357"/>
                  </a:cubicBezTo>
                  <a:close/>
                  <a:moveTo>
                    <a:pt x="1545" y="2094"/>
                  </a:moveTo>
                  <a:lnTo>
                    <a:pt x="1545" y="2176"/>
                  </a:lnTo>
                  <a:cubicBezTo>
                    <a:pt x="1545" y="2243"/>
                    <a:pt x="1560" y="2306"/>
                    <a:pt x="1594" y="2364"/>
                  </a:cubicBezTo>
                  <a:lnTo>
                    <a:pt x="1348" y="2609"/>
                  </a:lnTo>
                  <a:cubicBezTo>
                    <a:pt x="1345" y="2615"/>
                    <a:pt x="1341" y="2617"/>
                    <a:pt x="1337" y="2617"/>
                  </a:cubicBezTo>
                  <a:cubicBezTo>
                    <a:pt x="1334" y="2617"/>
                    <a:pt x="1331" y="2616"/>
                    <a:pt x="1329" y="2614"/>
                  </a:cubicBezTo>
                  <a:lnTo>
                    <a:pt x="1329" y="2609"/>
                  </a:lnTo>
                  <a:lnTo>
                    <a:pt x="1083" y="2364"/>
                  </a:lnTo>
                  <a:cubicBezTo>
                    <a:pt x="1117" y="2306"/>
                    <a:pt x="1132" y="2243"/>
                    <a:pt x="1132" y="2176"/>
                  </a:cubicBezTo>
                  <a:lnTo>
                    <a:pt x="1132" y="2094"/>
                  </a:lnTo>
                  <a:close/>
                  <a:moveTo>
                    <a:pt x="1146" y="1"/>
                  </a:moveTo>
                  <a:cubicBezTo>
                    <a:pt x="727" y="1"/>
                    <a:pt x="386" y="338"/>
                    <a:pt x="386" y="756"/>
                  </a:cubicBezTo>
                  <a:lnTo>
                    <a:pt x="386" y="1141"/>
                  </a:lnTo>
                  <a:cubicBezTo>
                    <a:pt x="386" y="1444"/>
                    <a:pt x="530" y="1724"/>
                    <a:pt x="771" y="1906"/>
                  </a:cubicBezTo>
                  <a:lnTo>
                    <a:pt x="771" y="2176"/>
                  </a:lnTo>
                  <a:cubicBezTo>
                    <a:pt x="771" y="2181"/>
                    <a:pt x="771" y="2185"/>
                    <a:pt x="766" y="2190"/>
                  </a:cubicBezTo>
                  <a:lnTo>
                    <a:pt x="318" y="2416"/>
                  </a:lnTo>
                  <a:cubicBezTo>
                    <a:pt x="126" y="2508"/>
                    <a:pt x="1" y="2705"/>
                    <a:pt x="6" y="2922"/>
                  </a:cubicBezTo>
                  <a:lnTo>
                    <a:pt x="6" y="4625"/>
                  </a:lnTo>
                  <a:cubicBezTo>
                    <a:pt x="1" y="4774"/>
                    <a:pt x="49" y="4923"/>
                    <a:pt x="131" y="5048"/>
                  </a:cubicBezTo>
                  <a:lnTo>
                    <a:pt x="323" y="5332"/>
                  </a:lnTo>
                  <a:cubicBezTo>
                    <a:pt x="367" y="5400"/>
                    <a:pt x="391" y="5477"/>
                    <a:pt x="391" y="5554"/>
                  </a:cubicBezTo>
                  <a:lnTo>
                    <a:pt x="391" y="5958"/>
                  </a:lnTo>
                  <a:cubicBezTo>
                    <a:pt x="391" y="6078"/>
                    <a:pt x="481" y="6138"/>
                    <a:pt x="571" y="6138"/>
                  </a:cubicBezTo>
                  <a:cubicBezTo>
                    <a:pt x="661" y="6138"/>
                    <a:pt x="751" y="6078"/>
                    <a:pt x="751" y="5958"/>
                  </a:cubicBezTo>
                  <a:lnTo>
                    <a:pt x="751" y="5554"/>
                  </a:lnTo>
                  <a:cubicBezTo>
                    <a:pt x="751" y="5405"/>
                    <a:pt x="703" y="5255"/>
                    <a:pt x="622" y="5135"/>
                  </a:cubicBezTo>
                  <a:lnTo>
                    <a:pt x="429" y="4846"/>
                  </a:lnTo>
                  <a:cubicBezTo>
                    <a:pt x="386" y="4779"/>
                    <a:pt x="362" y="4702"/>
                    <a:pt x="367" y="4625"/>
                  </a:cubicBezTo>
                  <a:lnTo>
                    <a:pt x="367" y="2922"/>
                  </a:lnTo>
                  <a:cubicBezTo>
                    <a:pt x="367" y="2845"/>
                    <a:pt x="410" y="2773"/>
                    <a:pt x="477" y="2739"/>
                  </a:cubicBezTo>
                  <a:lnTo>
                    <a:pt x="790" y="2585"/>
                  </a:lnTo>
                  <a:lnTo>
                    <a:pt x="1074" y="2869"/>
                  </a:lnTo>
                  <a:cubicBezTo>
                    <a:pt x="1148" y="2941"/>
                    <a:pt x="1245" y="2977"/>
                    <a:pt x="1340" y="2977"/>
                  </a:cubicBezTo>
                  <a:cubicBezTo>
                    <a:pt x="1436" y="2977"/>
                    <a:pt x="1531" y="2941"/>
                    <a:pt x="1603" y="2869"/>
                  </a:cubicBezTo>
                  <a:lnTo>
                    <a:pt x="1887" y="2585"/>
                  </a:lnTo>
                  <a:lnTo>
                    <a:pt x="2200" y="2739"/>
                  </a:lnTo>
                  <a:cubicBezTo>
                    <a:pt x="2272" y="2773"/>
                    <a:pt x="2315" y="2845"/>
                    <a:pt x="2315" y="2922"/>
                  </a:cubicBezTo>
                  <a:lnTo>
                    <a:pt x="2315" y="4625"/>
                  </a:lnTo>
                  <a:cubicBezTo>
                    <a:pt x="2315" y="4702"/>
                    <a:pt x="2291" y="4779"/>
                    <a:pt x="2248" y="4846"/>
                  </a:cubicBezTo>
                  <a:lnTo>
                    <a:pt x="2055" y="5135"/>
                  </a:lnTo>
                  <a:cubicBezTo>
                    <a:pt x="1974" y="5255"/>
                    <a:pt x="1930" y="5405"/>
                    <a:pt x="1930" y="5554"/>
                  </a:cubicBezTo>
                  <a:lnTo>
                    <a:pt x="1930" y="5958"/>
                  </a:lnTo>
                  <a:cubicBezTo>
                    <a:pt x="1930" y="6078"/>
                    <a:pt x="2021" y="6138"/>
                    <a:pt x="2111" y="6138"/>
                  </a:cubicBezTo>
                  <a:cubicBezTo>
                    <a:pt x="2201" y="6138"/>
                    <a:pt x="2291" y="6078"/>
                    <a:pt x="2291" y="5958"/>
                  </a:cubicBezTo>
                  <a:lnTo>
                    <a:pt x="2291" y="5554"/>
                  </a:lnTo>
                  <a:cubicBezTo>
                    <a:pt x="2291" y="5477"/>
                    <a:pt x="2310" y="5400"/>
                    <a:pt x="2359"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1" y="2181"/>
                    <a:pt x="1901" y="2176"/>
                  </a:cubicBezTo>
                  <a:lnTo>
                    <a:pt x="1901" y="1906"/>
                  </a:lnTo>
                  <a:cubicBezTo>
                    <a:pt x="2147" y="1724"/>
                    <a:pt x="2286" y="1444"/>
                    <a:pt x="2286" y="1141"/>
                  </a:cubicBezTo>
                  <a:lnTo>
                    <a:pt x="2286" y="756"/>
                  </a:lnTo>
                  <a:cubicBezTo>
                    <a:pt x="2286" y="338"/>
                    <a:pt x="1950" y="1"/>
                    <a:pt x="1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87"/>
            <p:cNvSpPr/>
            <p:nvPr/>
          </p:nvSpPr>
          <p:spPr>
            <a:xfrm>
              <a:off x="6881800" y="3566523"/>
              <a:ext cx="70185" cy="161011"/>
            </a:xfrm>
            <a:custGeom>
              <a:rect b="b" l="l" r="r" t="t"/>
              <a:pathLst>
                <a:path extrusionOk="0" h="6139" w="2676">
                  <a:moveTo>
                    <a:pt x="1530" y="357"/>
                  </a:moveTo>
                  <a:cubicBezTo>
                    <a:pt x="1747" y="357"/>
                    <a:pt x="1925" y="535"/>
                    <a:pt x="1930" y="756"/>
                  </a:cubicBezTo>
                  <a:lnTo>
                    <a:pt x="1930" y="1141"/>
                  </a:lnTo>
                  <a:cubicBezTo>
                    <a:pt x="1925" y="1469"/>
                    <a:pt x="1665" y="1728"/>
                    <a:pt x="1338" y="1733"/>
                  </a:cubicBezTo>
                  <a:cubicBezTo>
                    <a:pt x="1011" y="1728"/>
                    <a:pt x="746" y="1469"/>
                    <a:pt x="746" y="1141"/>
                  </a:cubicBezTo>
                  <a:lnTo>
                    <a:pt x="746" y="756"/>
                  </a:lnTo>
                  <a:cubicBezTo>
                    <a:pt x="746" y="535"/>
                    <a:pt x="924" y="357"/>
                    <a:pt x="1146" y="357"/>
                  </a:cubicBezTo>
                  <a:close/>
                  <a:moveTo>
                    <a:pt x="1545" y="2094"/>
                  </a:moveTo>
                  <a:lnTo>
                    <a:pt x="1545" y="2176"/>
                  </a:lnTo>
                  <a:cubicBezTo>
                    <a:pt x="1545" y="2243"/>
                    <a:pt x="1559" y="2306"/>
                    <a:pt x="1593" y="2364"/>
                  </a:cubicBezTo>
                  <a:lnTo>
                    <a:pt x="1348" y="2609"/>
                  </a:lnTo>
                  <a:cubicBezTo>
                    <a:pt x="1345" y="2615"/>
                    <a:pt x="1340" y="2617"/>
                    <a:pt x="1336" y="2617"/>
                  </a:cubicBezTo>
                  <a:cubicBezTo>
                    <a:pt x="1333" y="2617"/>
                    <a:pt x="1330" y="2616"/>
                    <a:pt x="1328" y="2614"/>
                  </a:cubicBezTo>
                  <a:lnTo>
                    <a:pt x="1328" y="2609"/>
                  </a:lnTo>
                  <a:lnTo>
                    <a:pt x="1083" y="2364"/>
                  </a:lnTo>
                  <a:cubicBezTo>
                    <a:pt x="1117" y="2306"/>
                    <a:pt x="1131" y="2243"/>
                    <a:pt x="1131" y="2176"/>
                  </a:cubicBezTo>
                  <a:lnTo>
                    <a:pt x="1131" y="2094"/>
                  </a:lnTo>
                  <a:close/>
                  <a:moveTo>
                    <a:pt x="1146" y="1"/>
                  </a:moveTo>
                  <a:cubicBezTo>
                    <a:pt x="727" y="1"/>
                    <a:pt x="390" y="338"/>
                    <a:pt x="390" y="756"/>
                  </a:cubicBezTo>
                  <a:lnTo>
                    <a:pt x="390" y="1141"/>
                  </a:lnTo>
                  <a:cubicBezTo>
                    <a:pt x="390" y="1444"/>
                    <a:pt x="530" y="1724"/>
                    <a:pt x="775" y="1906"/>
                  </a:cubicBezTo>
                  <a:lnTo>
                    <a:pt x="775" y="2176"/>
                  </a:lnTo>
                  <a:cubicBezTo>
                    <a:pt x="770" y="2181"/>
                    <a:pt x="770" y="2185"/>
                    <a:pt x="765" y="2190"/>
                  </a:cubicBezTo>
                  <a:lnTo>
                    <a:pt x="313" y="2416"/>
                  </a:lnTo>
                  <a:cubicBezTo>
                    <a:pt x="121" y="2508"/>
                    <a:pt x="0" y="2705"/>
                    <a:pt x="0" y="2922"/>
                  </a:cubicBezTo>
                  <a:lnTo>
                    <a:pt x="0" y="4625"/>
                  </a:lnTo>
                  <a:cubicBezTo>
                    <a:pt x="0" y="4774"/>
                    <a:pt x="48"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3" y="5255"/>
                    <a:pt x="621" y="5135"/>
                  </a:cubicBezTo>
                  <a:lnTo>
                    <a:pt x="429" y="4846"/>
                  </a:lnTo>
                  <a:cubicBezTo>
                    <a:pt x="385" y="4779"/>
                    <a:pt x="361" y="4702"/>
                    <a:pt x="361" y="4625"/>
                  </a:cubicBezTo>
                  <a:lnTo>
                    <a:pt x="361" y="2922"/>
                  </a:lnTo>
                  <a:cubicBezTo>
                    <a:pt x="366" y="2845"/>
                    <a:pt x="409" y="2773"/>
                    <a:pt x="477" y="2739"/>
                  </a:cubicBezTo>
                  <a:lnTo>
                    <a:pt x="789" y="2585"/>
                  </a:lnTo>
                  <a:lnTo>
                    <a:pt x="1073" y="2869"/>
                  </a:lnTo>
                  <a:cubicBezTo>
                    <a:pt x="1148" y="2941"/>
                    <a:pt x="1243" y="2977"/>
                    <a:pt x="1338" y="2977"/>
                  </a:cubicBezTo>
                  <a:cubicBezTo>
                    <a:pt x="1433" y="2977"/>
                    <a:pt x="1528" y="2941"/>
                    <a:pt x="1603" y="2869"/>
                  </a:cubicBezTo>
                  <a:lnTo>
                    <a:pt x="1887" y="2585"/>
                  </a:lnTo>
                  <a:lnTo>
                    <a:pt x="2199" y="2739"/>
                  </a:lnTo>
                  <a:cubicBezTo>
                    <a:pt x="2267" y="2773"/>
                    <a:pt x="2310" y="2845"/>
                    <a:pt x="2315" y="2922"/>
                  </a:cubicBezTo>
                  <a:lnTo>
                    <a:pt x="2315" y="4625"/>
                  </a:lnTo>
                  <a:cubicBezTo>
                    <a:pt x="2315" y="4702"/>
                    <a:pt x="2291" y="4779"/>
                    <a:pt x="2247" y="4846"/>
                  </a:cubicBezTo>
                  <a:lnTo>
                    <a:pt x="2055" y="5135"/>
                  </a:lnTo>
                  <a:cubicBezTo>
                    <a:pt x="1973" y="5255"/>
                    <a:pt x="1925" y="5405"/>
                    <a:pt x="1930" y="5554"/>
                  </a:cubicBezTo>
                  <a:lnTo>
                    <a:pt x="1930" y="5958"/>
                  </a:lnTo>
                  <a:cubicBezTo>
                    <a:pt x="1930" y="6078"/>
                    <a:pt x="2020" y="6138"/>
                    <a:pt x="2110" y="6138"/>
                  </a:cubicBezTo>
                  <a:cubicBezTo>
                    <a:pt x="2201" y="6138"/>
                    <a:pt x="2291" y="6078"/>
                    <a:pt x="2291" y="5958"/>
                  </a:cubicBezTo>
                  <a:lnTo>
                    <a:pt x="2291" y="5554"/>
                  </a:lnTo>
                  <a:cubicBezTo>
                    <a:pt x="2286" y="5477"/>
                    <a:pt x="2310" y="5400"/>
                    <a:pt x="2353" y="5332"/>
                  </a:cubicBezTo>
                  <a:lnTo>
                    <a:pt x="2546" y="5048"/>
                  </a:lnTo>
                  <a:cubicBezTo>
                    <a:pt x="2628" y="4923"/>
                    <a:pt x="2676" y="4774"/>
                    <a:pt x="2676" y="4625"/>
                  </a:cubicBezTo>
                  <a:lnTo>
                    <a:pt x="2676" y="2922"/>
                  </a:lnTo>
                  <a:cubicBezTo>
                    <a:pt x="2676" y="2705"/>
                    <a:pt x="2551" y="2508"/>
                    <a:pt x="2363" y="2416"/>
                  </a:cubicBezTo>
                  <a:lnTo>
                    <a:pt x="1911" y="2190"/>
                  </a:lnTo>
                  <a:cubicBezTo>
                    <a:pt x="1906" y="2185"/>
                    <a:pt x="1901" y="2181"/>
                    <a:pt x="1901" y="2176"/>
                  </a:cubicBezTo>
                  <a:lnTo>
                    <a:pt x="1901" y="1906"/>
                  </a:lnTo>
                  <a:cubicBezTo>
                    <a:pt x="2146" y="1724"/>
                    <a:pt x="2286" y="1444"/>
                    <a:pt x="2286" y="1141"/>
                  </a:cubicBezTo>
                  <a:lnTo>
                    <a:pt x="2286" y="756"/>
                  </a:lnTo>
                  <a:cubicBezTo>
                    <a:pt x="2286" y="338"/>
                    <a:pt x="1949" y="1"/>
                    <a:pt x="15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87"/>
            <p:cNvSpPr/>
            <p:nvPr/>
          </p:nvSpPr>
          <p:spPr>
            <a:xfrm>
              <a:off x="6685565" y="3404962"/>
              <a:ext cx="297341" cy="191487"/>
            </a:xfrm>
            <a:custGeom>
              <a:rect b="b" l="l" r="r" t="t"/>
              <a:pathLst>
                <a:path extrusionOk="0" h="7301" w="11337">
                  <a:moveTo>
                    <a:pt x="4028" y="671"/>
                  </a:moveTo>
                  <a:lnTo>
                    <a:pt x="4028" y="671"/>
                  </a:lnTo>
                  <a:cubicBezTo>
                    <a:pt x="3739" y="926"/>
                    <a:pt x="3484" y="1219"/>
                    <a:pt x="3272" y="1547"/>
                  </a:cubicBezTo>
                  <a:cubicBezTo>
                    <a:pt x="3118" y="1792"/>
                    <a:pt x="2979" y="2047"/>
                    <a:pt x="2863" y="2312"/>
                  </a:cubicBezTo>
                  <a:lnTo>
                    <a:pt x="1867" y="2312"/>
                  </a:lnTo>
                  <a:cubicBezTo>
                    <a:pt x="2416" y="1571"/>
                    <a:pt x="3166" y="1003"/>
                    <a:pt x="4028" y="671"/>
                  </a:cubicBezTo>
                  <a:close/>
                  <a:moveTo>
                    <a:pt x="5558" y="368"/>
                  </a:moveTo>
                  <a:lnTo>
                    <a:pt x="5558" y="2312"/>
                  </a:lnTo>
                  <a:lnTo>
                    <a:pt x="3258" y="2312"/>
                  </a:lnTo>
                  <a:cubicBezTo>
                    <a:pt x="3786" y="1197"/>
                    <a:pt x="4612" y="457"/>
                    <a:pt x="5558" y="368"/>
                  </a:cubicBezTo>
                  <a:close/>
                  <a:moveTo>
                    <a:pt x="5919" y="368"/>
                  </a:moveTo>
                  <a:lnTo>
                    <a:pt x="5919" y="368"/>
                  </a:lnTo>
                  <a:cubicBezTo>
                    <a:pt x="6862" y="454"/>
                    <a:pt x="7689" y="1195"/>
                    <a:pt x="8223" y="2312"/>
                  </a:cubicBezTo>
                  <a:lnTo>
                    <a:pt x="5923" y="2312"/>
                  </a:lnTo>
                  <a:lnTo>
                    <a:pt x="5919" y="368"/>
                  </a:lnTo>
                  <a:close/>
                  <a:moveTo>
                    <a:pt x="7449" y="671"/>
                  </a:moveTo>
                  <a:lnTo>
                    <a:pt x="7449" y="671"/>
                  </a:lnTo>
                  <a:cubicBezTo>
                    <a:pt x="8310" y="1003"/>
                    <a:pt x="9061" y="1571"/>
                    <a:pt x="9614" y="2307"/>
                  </a:cubicBezTo>
                  <a:lnTo>
                    <a:pt x="9614" y="2312"/>
                  </a:lnTo>
                  <a:lnTo>
                    <a:pt x="8618" y="2312"/>
                  </a:lnTo>
                  <a:cubicBezTo>
                    <a:pt x="8502" y="2047"/>
                    <a:pt x="8363" y="1792"/>
                    <a:pt x="8204" y="1547"/>
                  </a:cubicBezTo>
                  <a:cubicBezTo>
                    <a:pt x="7997" y="1219"/>
                    <a:pt x="7742" y="926"/>
                    <a:pt x="7449" y="671"/>
                  </a:cubicBezTo>
                  <a:close/>
                  <a:moveTo>
                    <a:pt x="1622" y="2668"/>
                  </a:moveTo>
                  <a:lnTo>
                    <a:pt x="1622" y="2672"/>
                  </a:lnTo>
                  <a:lnTo>
                    <a:pt x="2719" y="2672"/>
                  </a:lnTo>
                  <a:cubicBezTo>
                    <a:pt x="2449" y="3418"/>
                    <a:pt x="2305" y="4207"/>
                    <a:pt x="2290" y="5006"/>
                  </a:cubicBezTo>
                  <a:lnTo>
                    <a:pt x="919" y="5006"/>
                  </a:lnTo>
                  <a:cubicBezTo>
                    <a:pt x="948" y="4179"/>
                    <a:pt x="1189" y="3375"/>
                    <a:pt x="1622" y="2668"/>
                  </a:cubicBezTo>
                  <a:close/>
                  <a:moveTo>
                    <a:pt x="5562" y="2672"/>
                  </a:moveTo>
                  <a:lnTo>
                    <a:pt x="5562" y="5006"/>
                  </a:lnTo>
                  <a:lnTo>
                    <a:pt x="2651" y="5006"/>
                  </a:lnTo>
                  <a:cubicBezTo>
                    <a:pt x="2661" y="4207"/>
                    <a:pt x="2815" y="3418"/>
                    <a:pt x="3104" y="2672"/>
                  </a:cubicBezTo>
                  <a:close/>
                  <a:moveTo>
                    <a:pt x="8377" y="2672"/>
                  </a:moveTo>
                  <a:cubicBezTo>
                    <a:pt x="8666" y="3418"/>
                    <a:pt x="8820" y="4207"/>
                    <a:pt x="8830" y="5006"/>
                  </a:cubicBezTo>
                  <a:lnTo>
                    <a:pt x="5923" y="5006"/>
                  </a:lnTo>
                  <a:lnTo>
                    <a:pt x="5919" y="2672"/>
                  </a:lnTo>
                  <a:close/>
                  <a:moveTo>
                    <a:pt x="9855" y="2672"/>
                  </a:moveTo>
                  <a:cubicBezTo>
                    <a:pt x="10288" y="3375"/>
                    <a:pt x="10533" y="4179"/>
                    <a:pt x="10562" y="5006"/>
                  </a:cubicBezTo>
                  <a:lnTo>
                    <a:pt x="9191" y="5006"/>
                  </a:lnTo>
                  <a:cubicBezTo>
                    <a:pt x="9176" y="4207"/>
                    <a:pt x="9032" y="3418"/>
                    <a:pt x="8762" y="2672"/>
                  </a:cubicBezTo>
                  <a:close/>
                  <a:moveTo>
                    <a:pt x="5742" y="0"/>
                  </a:moveTo>
                  <a:cubicBezTo>
                    <a:pt x="4741" y="0"/>
                    <a:pt x="3735" y="289"/>
                    <a:pt x="2853" y="878"/>
                  </a:cubicBezTo>
                  <a:cubicBezTo>
                    <a:pt x="799" y="2254"/>
                    <a:pt x="0" y="4895"/>
                    <a:pt x="948" y="7181"/>
                  </a:cubicBezTo>
                  <a:cubicBezTo>
                    <a:pt x="979" y="7265"/>
                    <a:pt x="1044" y="7300"/>
                    <a:pt x="1110" y="7300"/>
                  </a:cubicBezTo>
                  <a:cubicBezTo>
                    <a:pt x="1229" y="7300"/>
                    <a:pt x="1351" y="7187"/>
                    <a:pt x="1280" y="7041"/>
                  </a:cubicBezTo>
                  <a:cubicBezTo>
                    <a:pt x="1059" y="6507"/>
                    <a:pt x="934" y="5940"/>
                    <a:pt x="914" y="5367"/>
                  </a:cubicBezTo>
                  <a:lnTo>
                    <a:pt x="2286" y="5367"/>
                  </a:lnTo>
                  <a:cubicBezTo>
                    <a:pt x="2286" y="5434"/>
                    <a:pt x="2290" y="5507"/>
                    <a:pt x="2295" y="5579"/>
                  </a:cubicBezTo>
                  <a:cubicBezTo>
                    <a:pt x="2300" y="5694"/>
                    <a:pt x="2385" y="5750"/>
                    <a:pt x="2472" y="5750"/>
                  </a:cubicBezTo>
                  <a:cubicBezTo>
                    <a:pt x="2566" y="5750"/>
                    <a:pt x="2661" y="5685"/>
                    <a:pt x="2656" y="5559"/>
                  </a:cubicBezTo>
                  <a:cubicBezTo>
                    <a:pt x="2651" y="5497"/>
                    <a:pt x="2651" y="5430"/>
                    <a:pt x="2647" y="5367"/>
                  </a:cubicBezTo>
                  <a:lnTo>
                    <a:pt x="5562" y="5367"/>
                  </a:lnTo>
                  <a:lnTo>
                    <a:pt x="5562" y="5569"/>
                  </a:lnTo>
                  <a:cubicBezTo>
                    <a:pt x="5562" y="5689"/>
                    <a:pt x="5653" y="5750"/>
                    <a:pt x="5743" y="5750"/>
                  </a:cubicBezTo>
                  <a:cubicBezTo>
                    <a:pt x="5833" y="5750"/>
                    <a:pt x="5923" y="5689"/>
                    <a:pt x="5923" y="5569"/>
                  </a:cubicBezTo>
                  <a:lnTo>
                    <a:pt x="5923" y="5367"/>
                  </a:lnTo>
                  <a:lnTo>
                    <a:pt x="8834" y="5367"/>
                  </a:lnTo>
                  <a:cubicBezTo>
                    <a:pt x="8834" y="5430"/>
                    <a:pt x="8830" y="5497"/>
                    <a:pt x="8825" y="5559"/>
                  </a:cubicBezTo>
                  <a:cubicBezTo>
                    <a:pt x="8820" y="5661"/>
                    <a:pt x="8897" y="5742"/>
                    <a:pt x="8998" y="5752"/>
                  </a:cubicBezTo>
                  <a:lnTo>
                    <a:pt x="9003" y="5752"/>
                  </a:lnTo>
                  <a:cubicBezTo>
                    <a:pt x="9099" y="5752"/>
                    <a:pt x="9181" y="5675"/>
                    <a:pt x="9186" y="5579"/>
                  </a:cubicBezTo>
                  <a:cubicBezTo>
                    <a:pt x="9191" y="5507"/>
                    <a:pt x="9191" y="5434"/>
                    <a:pt x="9195" y="5362"/>
                  </a:cubicBezTo>
                  <a:lnTo>
                    <a:pt x="10567" y="5362"/>
                  </a:lnTo>
                  <a:cubicBezTo>
                    <a:pt x="10543" y="5940"/>
                    <a:pt x="10422" y="6507"/>
                    <a:pt x="10196" y="7041"/>
                  </a:cubicBezTo>
                  <a:cubicBezTo>
                    <a:pt x="10128" y="7187"/>
                    <a:pt x="10251" y="7300"/>
                    <a:pt x="10370" y="7300"/>
                  </a:cubicBezTo>
                  <a:cubicBezTo>
                    <a:pt x="10437" y="7300"/>
                    <a:pt x="10502" y="7265"/>
                    <a:pt x="10533" y="7181"/>
                  </a:cubicBezTo>
                  <a:cubicBezTo>
                    <a:pt x="11337" y="5237"/>
                    <a:pt x="10894" y="3004"/>
                    <a:pt x="9407" y="1518"/>
                  </a:cubicBezTo>
                  <a:cubicBezTo>
                    <a:pt x="8405" y="516"/>
                    <a:pt x="7079" y="0"/>
                    <a:pt x="5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862" name="Shape 16862"/>
        <p:cNvGrpSpPr/>
        <p:nvPr/>
      </p:nvGrpSpPr>
      <p:grpSpPr>
        <a:xfrm>
          <a:off x="0" y="0"/>
          <a:ext cx="0" cy="0"/>
          <a:chOff x="0" y="0"/>
          <a:chExt cx="0" cy="0"/>
        </a:xfrm>
      </p:grpSpPr>
      <p:sp>
        <p:nvSpPr>
          <p:cNvPr id="16863" name="Google Shape;16863;p88"/>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6864" name="Google Shape;16864;p88"/>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6865" name="Google Shape;16865;p88"/>
          <p:cNvGrpSpPr/>
          <p:nvPr/>
        </p:nvGrpSpPr>
        <p:grpSpPr>
          <a:xfrm>
            <a:off x="1770285" y="3381478"/>
            <a:ext cx="294160" cy="358367"/>
            <a:chOff x="1770285" y="3381478"/>
            <a:chExt cx="294160" cy="358367"/>
          </a:xfrm>
        </p:grpSpPr>
        <p:sp>
          <p:nvSpPr>
            <p:cNvPr id="16866" name="Google Shape;16866;p88"/>
            <p:cNvSpPr/>
            <p:nvPr/>
          </p:nvSpPr>
          <p:spPr>
            <a:xfrm>
              <a:off x="1775607" y="3432366"/>
              <a:ext cx="223714" cy="302183"/>
            </a:xfrm>
            <a:custGeom>
              <a:rect b="b" l="l" r="r" t="t"/>
              <a:pathLst>
                <a:path extrusionOk="0" h="11526" w="8533">
                  <a:moveTo>
                    <a:pt x="0" y="1"/>
                  </a:moveTo>
                  <a:lnTo>
                    <a:pt x="0" y="8979"/>
                  </a:lnTo>
                  <a:lnTo>
                    <a:pt x="1873" y="10851"/>
                  </a:lnTo>
                  <a:lnTo>
                    <a:pt x="2546" y="11525"/>
                  </a:lnTo>
                  <a:lnTo>
                    <a:pt x="8533" y="11525"/>
                  </a:lnTo>
                  <a:lnTo>
                    <a:pt x="8533"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88"/>
            <p:cNvSpPr/>
            <p:nvPr/>
          </p:nvSpPr>
          <p:spPr>
            <a:xfrm>
              <a:off x="1775607" y="3655215"/>
              <a:ext cx="79308" cy="79334"/>
            </a:xfrm>
            <a:custGeom>
              <a:rect b="b" l="l" r="r" t="t"/>
              <a:pathLst>
                <a:path extrusionOk="0" h="3026" w="3025">
                  <a:moveTo>
                    <a:pt x="0" y="1"/>
                  </a:moveTo>
                  <a:lnTo>
                    <a:pt x="0" y="479"/>
                  </a:lnTo>
                  <a:lnTo>
                    <a:pt x="1873" y="2351"/>
                  </a:lnTo>
                  <a:lnTo>
                    <a:pt x="2546" y="3025"/>
                  </a:lnTo>
                  <a:lnTo>
                    <a:pt x="3024" y="3025"/>
                  </a:lnTo>
                  <a:lnTo>
                    <a:pt x="3024" y="254"/>
                  </a:lnTo>
                  <a:cubicBezTo>
                    <a:pt x="3024" y="117"/>
                    <a:pt x="2908" y="5"/>
                    <a:pt x="2771"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88"/>
            <p:cNvSpPr/>
            <p:nvPr/>
          </p:nvSpPr>
          <p:spPr>
            <a:xfrm>
              <a:off x="1903024" y="3432366"/>
              <a:ext cx="96297" cy="100308"/>
            </a:xfrm>
            <a:custGeom>
              <a:rect b="b" l="l" r="r" t="t"/>
              <a:pathLst>
                <a:path extrusionOk="0" h="3826" w="3673">
                  <a:moveTo>
                    <a:pt x="482" y="1"/>
                  </a:moveTo>
                  <a:cubicBezTo>
                    <a:pt x="1" y="1946"/>
                    <a:pt x="1471" y="3825"/>
                    <a:pt x="3474" y="3825"/>
                  </a:cubicBezTo>
                  <a:cubicBezTo>
                    <a:pt x="3539" y="3825"/>
                    <a:pt x="3608" y="3822"/>
                    <a:pt x="3673" y="3818"/>
                  </a:cubicBezTo>
                  <a:lnTo>
                    <a:pt x="367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88"/>
            <p:cNvSpPr/>
            <p:nvPr/>
          </p:nvSpPr>
          <p:spPr>
            <a:xfrm>
              <a:off x="1825263" y="3432366"/>
              <a:ext cx="174058" cy="302183"/>
            </a:xfrm>
            <a:custGeom>
              <a:rect b="b" l="l" r="r" t="t"/>
              <a:pathLst>
                <a:path extrusionOk="0" h="11526" w="6639">
                  <a:moveTo>
                    <a:pt x="5904" y="1"/>
                  </a:moveTo>
                  <a:lnTo>
                    <a:pt x="5904" y="10877"/>
                  </a:lnTo>
                  <a:lnTo>
                    <a:pt x="0" y="10877"/>
                  </a:lnTo>
                  <a:lnTo>
                    <a:pt x="652" y="11525"/>
                  </a:lnTo>
                  <a:lnTo>
                    <a:pt x="6639" y="11525"/>
                  </a:lnTo>
                  <a:lnTo>
                    <a:pt x="6639"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88"/>
            <p:cNvSpPr/>
            <p:nvPr/>
          </p:nvSpPr>
          <p:spPr>
            <a:xfrm>
              <a:off x="1808929" y="3498749"/>
              <a:ext cx="156990" cy="22809"/>
            </a:xfrm>
            <a:custGeom>
              <a:rect b="b" l="l" r="r" t="t"/>
              <a:pathLst>
                <a:path extrusionOk="0" h="870" w="5988">
                  <a:moveTo>
                    <a:pt x="0" y="0"/>
                  </a:moveTo>
                  <a:lnTo>
                    <a:pt x="0" y="870"/>
                  </a:lnTo>
                  <a:lnTo>
                    <a:pt x="5987" y="870"/>
                  </a:lnTo>
                  <a:lnTo>
                    <a:pt x="598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88"/>
            <p:cNvSpPr/>
            <p:nvPr/>
          </p:nvSpPr>
          <p:spPr>
            <a:xfrm>
              <a:off x="1928271" y="3498749"/>
              <a:ext cx="37727" cy="22809"/>
            </a:xfrm>
            <a:custGeom>
              <a:rect b="b" l="l" r="r" t="t"/>
              <a:pathLst>
                <a:path extrusionOk="0" h="870" w="1439">
                  <a:moveTo>
                    <a:pt x="1" y="0"/>
                  </a:moveTo>
                  <a:cubicBezTo>
                    <a:pt x="254" y="355"/>
                    <a:pt x="577" y="649"/>
                    <a:pt x="953" y="870"/>
                  </a:cubicBezTo>
                  <a:lnTo>
                    <a:pt x="1439" y="870"/>
                  </a:lnTo>
                  <a:lnTo>
                    <a:pt x="1439"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88"/>
            <p:cNvSpPr/>
            <p:nvPr/>
          </p:nvSpPr>
          <p:spPr>
            <a:xfrm>
              <a:off x="1775502" y="3667773"/>
              <a:ext cx="66881" cy="66776"/>
            </a:xfrm>
            <a:custGeom>
              <a:rect b="b" l="l" r="r" t="t"/>
              <a:pathLst>
                <a:path extrusionOk="0" h="2547" w="2551">
                  <a:moveTo>
                    <a:pt x="1" y="0"/>
                  </a:moveTo>
                  <a:lnTo>
                    <a:pt x="2550" y="2546"/>
                  </a:lnTo>
                  <a:lnTo>
                    <a:pt x="2550"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88"/>
            <p:cNvSpPr/>
            <p:nvPr/>
          </p:nvSpPr>
          <p:spPr>
            <a:xfrm>
              <a:off x="1929031" y="3386695"/>
              <a:ext cx="130117" cy="130222"/>
            </a:xfrm>
            <a:custGeom>
              <a:rect b="b" l="l" r="r" t="t"/>
              <a:pathLst>
                <a:path extrusionOk="0" h="4967" w="4963">
                  <a:moveTo>
                    <a:pt x="2482" y="1"/>
                  </a:moveTo>
                  <a:cubicBezTo>
                    <a:pt x="1113" y="1"/>
                    <a:pt x="1" y="1113"/>
                    <a:pt x="1" y="2482"/>
                  </a:cubicBezTo>
                  <a:cubicBezTo>
                    <a:pt x="1" y="3854"/>
                    <a:pt x="1113" y="4966"/>
                    <a:pt x="2482" y="4966"/>
                  </a:cubicBezTo>
                  <a:cubicBezTo>
                    <a:pt x="3854" y="4966"/>
                    <a:pt x="4963" y="3854"/>
                    <a:pt x="4963" y="2482"/>
                  </a:cubicBezTo>
                  <a:cubicBezTo>
                    <a:pt x="4963" y="1113"/>
                    <a:pt x="3854" y="1"/>
                    <a:pt x="2482"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88"/>
            <p:cNvSpPr/>
            <p:nvPr/>
          </p:nvSpPr>
          <p:spPr>
            <a:xfrm>
              <a:off x="1981938" y="3415954"/>
              <a:ext cx="47218" cy="47218"/>
            </a:xfrm>
            <a:custGeom>
              <a:rect b="b" l="l" r="r" t="t"/>
              <a:pathLst>
                <a:path extrusionOk="0" h="1801" w="1801">
                  <a:moveTo>
                    <a:pt x="898" y="0"/>
                  </a:moveTo>
                  <a:cubicBezTo>
                    <a:pt x="402" y="0"/>
                    <a:pt x="0" y="402"/>
                    <a:pt x="0" y="898"/>
                  </a:cubicBezTo>
                  <a:cubicBezTo>
                    <a:pt x="0" y="1398"/>
                    <a:pt x="402" y="1800"/>
                    <a:pt x="898" y="1800"/>
                  </a:cubicBezTo>
                  <a:cubicBezTo>
                    <a:pt x="1398" y="1800"/>
                    <a:pt x="1800" y="1398"/>
                    <a:pt x="1800" y="898"/>
                  </a:cubicBezTo>
                  <a:cubicBezTo>
                    <a:pt x="1800" y="402"/>
                    <a:pt x="1398" y="0"/>
                    <a:pt x="89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88"/>
            <p:cNvSpPr/>
            <p:nvPr/>
          </p:nvSpPr>
          <p:spPr>
            <a:xfrm>
              <a:off x="1770285" y="3427149"/>
              <a:ext cx="234280" cy="312696"/>
            </a:xfrm>
            <a:custGeom>
              <a:rect b="b" l="l" r="r" t="t"/>
              <a:pathLst>
                <a:path extrusionOk="0" h="11927" w="8936">
                  <a:moveTo>
                    <a:pt x="2546" y="9377"/>
                  </a:moveTo>
                  <a:lnTo>
                    <a:pt x="2546" y="11242"/>
                  </a:lnTo>
                  <a:lnTo>
                    <a:pt x="685" y="9377"/>
                  </a:lnTo>
                  <a:close/>
                  <a:moveTo>
                    <a:pt x="200" y="1"/>
                  </a:moveTo>
                  <a:cubicBezTo>
                    <a:pt x="91" y="1"/>
                    <a:pt x="0" y="88"/>
                    <a:pt x="0" y="200"/>
                  </a:cubicBezTo>
                  <a:lnTo>
                    <a:pt x="0" y="9178"/>
                  </a:lnTo>
                  <a:cubicBezTo>
                    <a:pt x="0" y="9232"/>
                    <a:pt x="22" y="9283"/>
                    <a:pt x="58" y="9319"/>
                  </a:cubicBezTo>
                  <a:lnTo>
                    <a:pt x="2608" y="11869"/>
                  </a:lnTo>
                  <a:cubicBezTo>
                    <a:pt x="2644" y="11905"/>
                    <a:pt x="2695" y="11927"/>
                    <a:pt x="2749" y="11927"/>
                  </a:cubicBezTo>
                  <a:lnTo>
                    <a:pt x="8736" y="11927"/>
                  </a:lnTo>
                  <a:cubicBezTo>
                    <a:pt x="8845" y="11927"/>
                    <a:pt x="8935" y="11836"/>
                    <a:pt x="8935" y="11728"/>
                  </a:cubicBezTo>
                  <a:lnTo>
                    <a:pt x="8935" y="9714"/>
                  </a:lnTo>
                  <a:cubicBezTo>
                    <a:pt x="8935" y="9604"/>
                    <a:pt x="8848" y="9515"/>
                    <a:pt x="8742" y="9515"/>
                  </a:cubicBezTo>
                  <a:cubicBezTo>
                    <a:pt x="8740" y="9515"/>
                    <a:pt x="8738" y="9515"/>
                    <a:pt x="8736" y="9515"/>
                  </a:cubicBezTo>
                  <a:cubicBezTo>
                    <a:pt x="8624" y="9515"/>
                    <a:pt x="8533" y="9602"/>
                    <a:pt x="8533" y="9714"/>
                  </a:cubicBezTo>
                  <a:lnTo>
                    <a:pt x="8533" y="11525"/>
                  </a:lnTo>
                  <a:lnTo>
                    <a:pt x="2948" y="11525"/>
                  </a:lnTo>
                  <a:lnTo>
                    <a:pt x="2948" y="9178"/>
                  </a:lnTo>
                  <a:cubicBezTo>
                    <a:pt x="2948" y="9066"/>
                    <a:pt x="2858" y="8979"/>
                    <a:pt x="2749" y="8979"/>
                  </a:cubicBezTo>
                  <a:lnTo>
                    <a:pt x="402" y="8979"/>
                  </a:lnTo>
                  <a:lnTo>
                    <a:pt x="402" y="399"/>
                  </a:lnTo>
                  <a:lnTo>
                    <a:pt x="2304" y="399"/>
                  </a:lnTo>
                  <a:cubicBezTo>
                    <a:pt x="2572" y="399"/>
                    <a:pt x="2572" y="1"/>
                    <a:pt x="23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88"/>
            <p:cNvSpPr/>
            <p:nvPr/>
          </p:nvSpPr>
          <p:spPr>
            <a:xfrm>
              <a:off x="1803712" y="3381478"/>
              <a:ext cx="260733" cy="284932"/>
            </a:xfrm>
            <a:custGeom>
              <a:rect b="b" l="l" r="r" t="t"/>
              <a:pathLst>
                <a:path extrusionOk="0" h="10868" w="9945">
                  <a:moveTo>
                    <a:pt x="5469" y="4673"/>
                  </a:moveTo>
                  <a:cubicBezTo>
                    <a:pt x="5628" y="4817"/>
                    <a:pt x="5802" y="4937"/>
                    <a:pt x="5987" y="5038"/>
                  </a:cubicBezTo>
                  <a:lnTo>
                    <a:pt x="5987" y="5143"/>
                  </a:lnTo>
                  <a:lnTo>
                    <a:pt x="399" y="5143"/>
                  </a:lnTo>
                  <a:lnTo>
                    <a:pt x="399" y="4673"/>
                  </a:lnTo>
                  <a:close/>
                  <a:moveTo>
                    <a:pt x="7262" y="0"/>
                  </a:moveTo>
                  <a:cubicBezTo>
                    <a:pt x="6156" y="0"/>
                    <a:pt x="5146" y="685"/>
                    <a:pt x="4752" y="1743"/>
                  </a:cubicBezTo>
                  <a:lnTo>
                    <a:pt x="1818" y="1743"/>
                  </a:lnTo>
                  <a:cubicBezTo>
                    <a:pt x="1554" y="1743"/>
                    <a:pt x="1554" y="2141"/>
                    <a:pt x="1818" y="2141"/>
                  </a:cubicBezTo>
                  <a:lnTo>
                    <a:pt x="4636" y="2141"/>
                  </a:lnTo>
                  <a:cubicBezTo>
                    <a:pt x="4484" y="2887"/>
                    <a:pt x="4654" y="3662"/>
                    <a:pt x="5107" y="4274"/>
                  </a:cubicBezTo>
                  <a:lnTo>
                    <a:pt x="199" y="4274"/>
                  </a:lnTo>
                  <a:cubicBezTo>
                    <a:pt x="91" y="4274"/>
                    <a:pt x="0" y="4365"/>
                    <a:pt x="0" y="4473"/>
                  </a:cubicBezTo>
                  <a:lnTo>
                    <a:pt x="0" y="5343"/>
                  </a:lnTo>
                  <a:cubicBezTo>
                    <a:pt x="0" y="5455"/>
                    <a:pt x="91" y="5545"/>
                    <a:pt x="199" y="5545"/>
                  </a:cubicBezTo>
                  <a:lnTo>
                    <a:pt x="6190" y="5545"/>
                  </a:lnTo>
                  <a:cubicBezTo>
                    <a:pt x="6298" y="5545"/>
                    <a:pt x="6389" y="5455"/>
                    <a:pt x="6389" y="5343"/>
                  </a:cubicBezTo>
                  <a:lnTo>
                    <a:pt x="6389" y="5216"/>
                  </a:lnTo>
                  <a:cubicBezTo>
                    <a:pt x="6668" y="5314"/>
                    <a:pt x="6965" y="5364"/>
                    <a:pt x="7262" y="5364"/>
                  </a:cubicBezTo>
                  <a:lnTo>
                    <a:pt x="7262" y="10667"/>
                  </a:lnTo>
                  <a:cubicBezTo>
                    <a:pt x="7262" y="10801"/>
                    <a:pt x="7361" y="10868"/>
                    <a:pt x="7461" y="10868"/>
                  </a:cubicBezTo>
                  <a:cubicBezTo>
                    <a:pt x="7561" y="10868"/>
                    <a:pt x="7660" y="10801"/>
                    <a:pt x="7660" y="10667"/>
                  </a:cubicBezTo>
                  <a:lnTo>
                    <a:pt x="7660" y="5332"/>
                  </a:lnTo>
                  <a:cubicBezTo>
                    <a:pt x="8761" y="5169"/>
                    <a:pt x="9645" y="4343"/>
                    <a:pt x="9884" y="3260"/>
                  </a:cubicBezTo>
                  <a:cubicBezTo>
                    <a:pt x="9906" y="3151"/>
                    <a:pt x="9837" y="3043"/>
                    <a:pt x="9728" y="3021"/>
                  </a:cubicBezTo>
                  <a:cubicBezTo>
                    <a:pt x="9713" y="3018"/>
                    <a:pt x="9698" y="3016"/>
                    <a:pt x="9683" y="3016"/>
                  </a:cubicBezTo>
                  <a:cubicBezTo>
                    <a:pt x="9592" y="3016"/>
                    <a:pt x="9511" y="3080"/>
                    <a:pt x="9489" y="3173"/>
                  </a:cubicBezTo>
                  <a:cubicBezTo>
                    <a:pt x="9258" y="4233"/>
                    <a:pt x="8319" y="4965"/>
                    <a:pt x="7260" y="4965"/>
                  </a:cubicBezTo>
                  <a:cubicBezTo>
                    <a:pt x="7158" y="4965"/>
                    <a:pt x="7054" y="4958"/>
                    <a:pt x="6950" y="4944"/>
                  </a:cubicBezTo>
                  <a:cubicBezTo>
                    <a:pt x="5773" y="4781"/>
                    <a:pt x="4919" y="3742"/>
                    <a:pt x="4984" y="2554"/>
                  </a:cubicBezTo>
                  <a:cubicBezTo>
                    <a:pt x="5053" y="1366"/>
                    <a:pt x="6020" y="428"/>
                    <a:pt x="7211" y="403"/>
                  </a:cubicBezTo>
                  <a:cubicBezTo>
                    <a:pt x="7230" y="402"/>
                    <a:pt x="7249" y="402"/>
                    <a:pt x="7267" y="402"/>
                  </a:cubicBezTo>
                  <a:cubicBezTo>
                    <a:pt x="8431" y="402"/>
                    <a:pt x="9411" y="1283"/>
                    <a:pt x="9533" y="2449"/>
                  </a:cubicBezTo>
                  <a:cubicBezTo>
                    <a:pt x="9544" y="2571"/>
                    <a:pt x="9636" y="2628"/>
                    <a:pt x="9728" y="2628"/>
                  </a:cubicBezTo>
                  <a:cubicBezTo>
                    <a:pt x="9836" y="2628"/>
                    <a:pt x="9945" y="2551"/>
                    <a:pt x="9931" y="2409"/>
                  </a:cubicBezTo>
                  <a:cubicBezTo>
                    <a:pt x="9801" y="1170"/>
                    <a:pt x="8837" y="182"/>
                    <a:pt x="7606" y="22"/>
                  </a:cubicBezTo>
                  <a:cubicBezTo>
                    <a:pt x="7490" y="7"/>
                    <a:pt x="7376" y="0"/>
                    <a:pt x="7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88"/>
            <p:cNvSpPr/>
            <p:nvPr/>
          </p:nvSpPr>
          <p:spPr>
            <a:xfrm>
              <a:off x="1956114" y="3410684"/>
              <a:ext cx="87095" cy="77787"/>
            </a:xfrm>
            <a:custGeom>
              <a:rect b="b" l="l" r="r" t="t"/>
              <a:pathLst>
                <a:path extrusionOk="0" h="2967" w="3322">
                  <a:moveTo>
                    <a:pt x="1879" y="400"/>
                  </a:moveTo>
                  <a:cubicBezTo>
                    <a:pt x="2239" y="400"/>
                    <a:pt x="2582" y="681"/>
                    <a:pt x="2582" y="1103"/>
                  </a:cubicBezTo>
                  <a:cubicBezTo>
                    <a:pt x="2582" y="1522"/>
                    <a:pt x="2239" y="1802"/>
                    <a:pt x="1880" y="1802"/>
                  </a:cubicBezTo>
                  <a:cubicBezTo>
                    <a:pt x="1708" y="1802"/>
                    <a:pt x="1534" y="1738"/>
                    <a:pt x="1391" y="1596"/>
                  </a:cubicBezTo>
                  <a:cubicBezTo>
                    <a:pt x="1116" y="1324"/>
                    <a:pt x="1116" y="878"/>
                    <a:pt x="1391" y="607"/>
                  </a:cubicBezTo>
                  <a:cubicBezTo>
                    <a:pt x="1533" y="464"/>
                    <a:pt x="1708" y="400"/>
                    <a:pt x="1879" y="400"/>
                  </a:cubicBezTo>
                  <a:close/>
                  <a:moveTo>
                    <a:pt x="1876" y="1"/>
                  </a:moveTo>
                  <a:cubicBezTo>
                    <a:pt x="1011" y="1"/>
                    <a:pt x="470" y="985"/>
                    <a:pt x="978" y="1722"/>
                  </a:cubicBezTo>
                  <a:lnTo>
                    <a:pt x="80" y="2624"/>
                  </a:lnTo>
                  <a:cubicBezTo>
                    <a:pt x="0" y="2704"/>
                    <a:pt x="0" y="2831"/>
                    <a:pt x="80" y="2907"/>
                  </a:cubicBezTo>
                  <a:cubicBezTo>
                    <a:pt x="118" y="2946"/>
                    <a:pt x="168" y="2966"/>
                    <a:pt x="220" y="2966"/>
                  </a:cubicBezTo>
                  <a:cubicBezTo>
                    <a:pt x="271" y="2966"/>
                    <a:pt x="322" y="2946"/>
                    <a:pt x="362" y="2907"/>
                  </a:cubicBezTo>
                  <a:lnTo>
                    <a:pt x="1260" y="2008"/>
                  </a:lnTo>
                  <a:cubicBezTo>
                    <a:pt x="1449" y="2137"/>
                    <a:pt x="1666" y="2199"/>
                    <a:pt x="1882" y="2199"/>
                  </a:cubicBezTo>
                  <a:cubicBezTo>
                    <a:pt x="2166" y="2199"/>
                    <a:pt x="2448" y="2090"/>
                    <a:pt x="2662" y="1878"/>
                  </a:cubicBezTo>
                  <a:cubicBezTo>
                    <a:pt x="3321" y="1219"/>
                    <a:pt x="2912" y="93"/>
                    <a:pt x="1985" y="6"/>
                  </a:cubicBezTo>
                  <a:cubicBezTo>
                    <a:pt x="1948" y="2"/>
                    <a:pt x="1912" y="1"/>
                    <a:pt x="18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88"/>
            <p:cNvSpPr/>
            <p:nvPr/>
          </p:nvSpPr>
          <p:spPr>
            <a:xfrm>
              <a:off x="1801903" y="3539491"/>
              <a:ext cx="171043" cy="10461"/>
            </a:xfrm>
            <a:custGeom>
              <a:rect b="b" l="l" r="r" t="t"/>
              <a:pathLst>
                <a:path extrusionOk="0" h="399" w="6524">
                  <a:moveTo>
                    <a:pt x="6262" y="0"/>
                  </a:moveTo>
                  <a:cubicBezTo>
                    <a:pt x="6261" y="0"/>
                    <a:pt x="6260" y="0"/>
                    <a:pt x="6259" y="0"/>
                  </a:cubicBezTo>
                  <a:lnTo>
                    <a:pt x="268" y="0"/>
                  </a:lnTo>
                  <a:cubicBezTo>
                    <a:pt x="0" y="0"/>
                    <a:pt x="0" y="398"/>
                    <a:pt x="268" y="398"/>
                  </a:cubicBezTo>
                  <a:lnTo>
                    <a:pt x="6259" y="398"/>
                  </a:lnTo>
                  <a:cubicBezTo>
                    <a:pt x="6522" y="398"/>
                    <a:pt x="6523" y="0"/>
                    <a:pt x="6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88"/>
            <p:cNvSpPr/>
            <p:nvPr/>
          </p:nvSpPr>
          <p:spPr>
            <a:xfrm>
              <a:off x="1801903" y="3562641"/>
              <a:ext cx="171043" cy="10487"/>
            </a:xfrm>
            <a:custGeom>
              <a:rect b="b" l="l" r="r" t="t"/>
              <a:pathLst>
                <a:path extrusionOk="0" h="400" w="6524">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88"/>
            <p:cNvSpPr/>
            <p:nvPr/>
          </p:nvSpPr>
          <p:spPr>
            <a:xfrm>
              <a:off x="1801903" y="3585712"/>
              <a:ext cx="171043" cy="10566"/>
            </a:xfrm>
            <a:custGeom>
              <a:rect b="b" l="l" r="r" t="t"/>
              <a:pathLst>
                <a:path extrusionOk="0" h="403" w="6524">
                  <a:moveTo>
                    <a:pt x="268" y="1"/>
                  </a:moveTo>
                  <a:cubicBezTo>
                    <a:pt x="0" y="1"/>
                    <a:pt x="0" y="403"/>
                    <a:pt x="268" y="403"/>
                  </a:cubicBezTo>
                  <a:lnTo>
                    <a:pt x="6259" y="403"/>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88"/>
            <p:cNvSpPr/>
            <p:nvPr/>
          </p:nvSpPr>
          <p:spPr>
            <a:xfrm>
              <a:off x="1801903" y="3608889"/>
              <a:ext cx="171043" cy="10461"/>
            </a:xfrm>
            <a:custGeom>
              <a:rect b="b" l="l" r="r" t="t"/>
              <a:pathLst>
                <a:path extrusionOk="0" h="399" w="6524">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2" name="Google Shape;16882;p88"/>
          <p:cNvGrpSpPr/>
          <p:nvPr/>
        </p:nvGrpSpPr>
        <p:grpSpPr>
          <a:xfrm>
            <a:off x="3563273" y="1539122"/>
            <a:ext cx="333198" cy="312146"/>
            <a:chOff x="3563273" y="1539122"/>
            <a:chExt cx="333198" cy="312146"/>
          </a:xfrm>
        </p:grpSpPr>
        <p:sp>
          <p:nvSpPr>
            <p:cNvPr id="16883" name="Google Shape;16883;p88"/>
            <p:cNvSpPr/>
            <p:nvPr/>
          </p:nvSpPr>
          <p:spPr>
            <a:xfrm>
              <a:off x="3771414" y="1658674"/>
              <a:ext cx="72937" cy="72937"/>
            </a:xfrm>
            <a:custGeom>
              <a:rect b="b" l="l" r="r" t="t"/>
              <a:pathLst>
                <a:path extrusionOk="0" h="2782" w="2782">
                  <a:moveTo>
                    <a:pt x="1391" y="0"/>
                  </a:moveTo>
                  <a:cubicBezTo>
                    <a:pt x="623" y="0"/>
                    <a:pt x="0" y="623"/>
                    <a:pt x="0" y="1391"/>
                  </a:cubicBezTo>
                  <a:cubicBezTo>
                    <a:pt x="0" y="2159"/>
                    <a:pt x="623" y="2782"/>
                    <a:pt x="1391" y="2782"/>
                  </a:cubicBezTo>
                  <a:cubicBezTo>
                    <a:pt x="2162" y="2782"/>
                    <a:pt x="2782" y="2159"/>
                    <a:pt x="2782" y="1391"/>
                  </a:cubicBezTo>
                  <a:cubicBezTo>
                    <a:pt x="2782" y="623"/>
                    <a:pt x="2162" y="0"/>
                    <a:pt x="1391"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88"/>
            <p:cNvSpPr/>
            <p:nvPr/>
          </p:nvSpPr>
          <p:spPr>
            <a:xfrm>
              <a:off x="3767219" y="1687329"/>
              <a:ext cx="81405" cy="44386"/>
            </a:xfrm>
            <a:custGeom>
              <a:rect b="b" l="l" r="r" t="t"/>
              <a:pathLst>
                <a:path extrusionOk="0" h="1693" w="3105">
                  <a:moveTo>
                    <a:pt x="193" y="1"/>
                  </a:moveTo>
                  <a:cubicBezTo>
                    <a:pt x="1" y="870"/>
                    <a:pt x="664" y="1692"/>
                    <a:pt x="1551" y="1692"/>
                  </a:cubicBezTo>
                  <a:cubicBezTo>
                    <a:pt x="2442" y="1692"/>
                    <a:pt x="3105" y="870"/>
                    <a:pt x="2909" y="1"/>
                  </a:cubicBezTo>
                  <a:lnTo>
                    <a:pt x="2909" y="1"/>
                  </a:lnTo>
                  <a:cubicBezTo>
                    <a:pt x="2771" y="638"/>
                    <a:pt x="2206" y="1091"/>
                    <a:pt x="1551" y="1095"/>
                  </a:cubicBezTo>
                  <a:cubicBezTo>
                    <a:pt x="899" y="1091"/>
                    <a:pt x="334" y="638"/>
                    <a:pt x="1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88"/>
            <p:cNvSpPr/>
            <p:nvPr/>
          </p:nvSpPr>
          <p:spPr>
            <a:xfrm>
              <a:off x="3568202" y="1653456"/>
              <a:ext cx="78181" cy="83372"/>
            </a:xfrm>
            <a:custGeom>
              <a:rect b="b" l="l" r="r" t="t"/>
              <a:pathLst>
                <a:path extrusionOk="0" h="3180" w="2982">
                  <a:moveTo>
                    <a:pt x="794" y="0"/>
                  </a:moveTo>
                  <a:cubicBezTo>
                    <a:pt x="356" y="0"/>
                    <a:pt x="1" y="355"/>
                    <a:pt x="1" y="797"/>
                  </a:cubicBezTo>
                  <a:lnTo>
                    <a:pt x="1" y="2387"/>
                  </a:lnTo>
                  <a:cubicBezTo>
                    <a:pt x="1" y="2825"/>
                    <a:pt x="356" y="3180"/>
                    <a:pt x="794" y="3180"/>
                  </a:cubicBezTo>
                  <a:lnTo>
                    <a:pt x="2981" y="3180"/>
                  </a:lnTo>
                  <a:lnTo>
                    <a:pt x="2981"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88"/>
            <p:cNvSpPr/>
            <p:nvPr/>
          </p:nvSpPr>
          <p:spPr>
            <a:xfrm>
              <a:off x="3568202" y="1654007"/>
              <a:ext cx="78181" cy="82821"/>
            </a:xfrm>
            <a:custGeom>
              <a:rect b="b" l="l" r="r" t="t"/>
              <a:pathLst>
                <a:path extrusionOk="0" h="3159" w="2982">
                  <a:moveTo>
                    <a:pt x="616" y="1"/>
                  </a:moveTo>
                  <a:lnTo>
                    <a:pt x="616" y="1"/>
                  </a:lnTo>
                  <a:cubicBezTo>
                    <a:pt x="254" y="84"/>
                    <a:pt x="1" y="403"/>
                    <a:pt x="1" y="776"/>
                  </a:cubicBezTo>
                  <a:lnTo>
                    <a:pt x="1" y="2366"/>
                  </a:lnTo>
                  <a:cubicBezTo>
                    <a:pt x="1" y="2804"/>
                    <a:pt x="356" y="3159"/>
                    <a:pt x="794" y="3159"/>
                  </a:cubicBezTo>
                  <a:lnTo>
                    <a:pt x="2981" y="3159"/>
                  </a:lnTo>
                  <a:lnTo>
                    <a:pt x="2981" y="2565"/>
                  </a:lnTo>
                  <a:lnTo>
                    <a:pt x="993" y="2565"/>
                  </a:lnTo>
                  <a:cubicBezTo>
                    <a:pt x="776" y="2561"/>
                    <a:pt x="598" y="2384"/>
                    <a:pt x="598" y="2167"/>
                  </a:cubicBezTo>
                  <a:lnTo>
                    <a:pt x="598" y="178"/>
                  </a:lnTo>
                  <a:cubicBezTo>
                    <a:pt x="598" y="117"/>
                    <a:pt x="602" y="59"/>
                    <a:pt x="616"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88"/>
            <p:cNvSpPr/>
            <p:nvPr/>
          </p:nvSpPr>
          <p:spPr>
            <a:xfrm>
              <a:off x="3646356" y="1564841"/>
              <a:ext cx="130301" cy="260576"/>
            </a:xfrm>
            <a:custGeom>
              <a:rect b="b" l="l" r="r" t="t"/>
              <a:pathLst>
                <a:path extrusionOk="0" h="9939" w="4970">
                  <a:moveTo>
                    <a:pt x="4969" y="1"/>
                  </a:moveTo>
                  <a:cubicBezTo>
                    <a:pt x="4969" y="1"/>
                    <a:pt x="2981" y="3380"/>
                    <a:pt x="0" y="3380"/>
                  </a:cubicBezTo>
                  <a:lnTo>
                    <a:pt x="0" y="6560"/>
                  </a:lnTo>
                  <a:cubicBezTo>
                    <a:pt x="2981" y="6560"/>
                    <a:pt x="4969" y="9939"/>
                    <a:pt x="4969" y="9939"/>
                  </a:cubicBezTo>
                  <a:lnTo>
                    <a:pt x="496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88"/>
            <p:cNvSpPr/>
            <p:nvPr/>
          </p:nvSpPr>
          <p:spPr>
            <a:xfrm>
              <a:off x="3646356" y="1721229"/>
              <a:ext cx="130301" cy="104188"/>
            </a:xfrm>
            <a:custGeom>
              <a:rect b="b" l="l" r="r" t="t"/>
              <a:pathLst>
                <a:path extrusionOk="0" h="3974" w="4970">
                  <a:moveTo>
                    <a:pt x="0" y="1"/>
                  </a:moveTo>
                  <a:lnTo>
                    <a:pt x="0" y="595"/>
                  </a:lnTo>
                  <a:cubicBezTo>
                    <a:pt x="2981" y="595"/>
                    <a:pt x="4969" y="3974"/>
                    <a:pt x="4969" y="3974"/>
                  </a:cubicBezTo>
                  <a:lnTo>
                    <a:pt x="4969" y="2782"/>
                  </a:lnTo>
                  <a:cubicBezTo>
                    <a:pt x="4969" y="2782"/>
                    <a:pt x="2981" y="1"/>
                    <a:pt x="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88"/>
            <p:cNvSpPr/>
            <p:nvPr/>
          </p:nvSpPr>
          <p:spPr>
            <a:xfrm>
              <a:off x="3776631" y="1543972"/>
              <a:ext cx="31251" cy="302340"/>
            </a:xfrm>
            <a:custGeom>
              <a:rect b="b" l="l" r="r" t="t"/>
              <a:pathLst>
                <a:path extrusionOk="0" h="11532" w="1192">
                  <a:moveTo>
                    <a:pt x="0" y="0"/>
                  </a:moveTo>
                  <a:lnTo>
                    <a:pt x="0" y="11532"/>
                  </a:lnTo>
                  <a:lnTo>
                    <a:pt x="1192" y="11532"/>
                  </a:lnTo>
                  <a:lnTo>
                    <a:pt x="119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88"/>
            <p:cNvSpPr/>
            <p:nvPr/>
          </p:nvSpPr>
          <p:spPr>
            <a:xfrm>
              <a:off x="3776631" y="1820173"/>
              <a:ext cx="31251" cy="26139"/>
            </a:xfrm>
            <a:custGeom>
              <a:rect b="b" l="l" r="r" t="t"/>
              <a:pathLst>
                <a:path extrusionOk="0" h="997" w="1192">
                  <a:moveTo>
                    <a:pt x="0" y="1"/>
                  </a:moveTo>
                  <a:lnTo>
                    <a:pt x="0" y="997"/>
                  </a:lnTo>
                  <a:lnTo>
                    <a:pt x="1192" y="997"/>
                  </a:lnTo>
                  <a:lnTo>
                    <a:pt x="1192"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88"/>
            <p:cNvSpPr/>
            <p:nvPr/>
          </p:nvSpPr>
          <p:spPr>
            <a:xfrm>
              <a:off x="3604671" y="1653456"/>
              <a:ext cx="41712" cy="83372"/>
            </a:xfrm>
            <a:custGeom>
              <a:rect b="b" l="l" r="r" t="t"/>
              <a:pathLst>
                <a:path extrusionOk="0" h="3180" w="1591">
                  <a:moveTo>
                    <a:pt x="0" y="0"/>
                  </a:moveTo>
                  <a:lnTo>
                    <a:pt x="0" y="3180"/>
                  </a:lnTo>
                  <a:lnTo>
                    <a:pt x="1590" y="3180"/>
                  </a:lnTo>
                  <a:lnTo>
                    <a:pt x="1590"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88"/>
            <p:cNvSpPr/>
            <p:nvPr/>
          </p:nvSpPr>
          <p:spPr>
            <a:xfrm>
              <a:off x="3604671" y="1721229"/>
              <a:ext cx="41712" cy="15599"/>
            </a:xfrm>
            <a:custGeom>
              <a:rect b="b" l="l" r="r" t="t"/>
              <a:pathLst>
                <a:path extrusionOk="0" h="595" w="1591">
                  <a:moveTo>
                    <a:pt x="0" y="1"/>
                  </a:moveTo>
                  <a:lnTo>
                    <a:pt x="0" y="595"/>
                  </a:lnTo>
                  <a:lnTo>
                    <a:pt x="1590" y="595"/>
                  </a:lnTo>
                  <a:lnTo>
                    <a:pt x="159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88"/>
            <p:cNvSpPr/>
            <p:nvPr/>
          </p:nvSpPr>
          <p:spPr>
            <a:xfrm>
              <a:off x="3620322" y="1762914"/>
              <a:ext cx="31277" cy="31277"/>
            </a:xfrm>
            <a:custGeom>
              <a:rect b="b" l="l" r="r" t="t"/>
              <a:pathLst>
                <a:path extrusionOk="0" h="1193" w="1193">
                  <a:moveTo>
                    <a:pt x="1" y="1"/>
                  </a:moveTo>
                  <a:lnTo>
                    <a:pt x="1" y="1192"/>
                  </a:lnTo>
                  <a:lnTo>
                    <a:pt x="1192" y="1192"/>
                  </a:lnTo>
                  <a:lnTo>
                    <a:pt x="119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88"/>
            <p:cNvSpPr/>
            <p:nvPr/>
          </p:nvSpPr>
          <p:spPr>
            <a:xfrm>
              <a:off x="3604671" y="1736802"/>
              <a:ext cx="41712" cy="78181"/>
            </a:xfrm>
            <a:custGeom>
              <a:rect b="b" l="l" r="r" t="t"/>
              <a:pathLst>
                <a:path extrusionOk="0" h="2982" w="1591">
                  <a:moveTo>
                    <a:pt x="0" y="1"/>
                  </a:moveTo>
                  <a:lnTo>
                    <a:pt x="0" y="2982"/>
                  </a:lnTo>
                  <a:lnTo>
                    <a:pt x="794" y="2982"/>
                  </a:lnTo>
                  <a:lnTo>
                    <a:pt x="159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88"/>
            <p:cNvSpPr/>
            <p:nvPr/>
          </p:nvSpPr>
          <p:spPr>
            <a:xfrm>
              <a:off x="3563273" y="1539122"/>
              <a:ext cx="286007" cy="312146"/>
            </a:xfrm>
            <a:custGeom>
              <a:rect b="b" l="l" r="r" t="t"/>
              <a:pathLst>
                <a:path extrusionOk="0" h="11906" w="10909">
                  <a:moveTo>
                    <a:pt x="9515" y="4759"/>
                  </a:moveTo>
                  <a:cubicBezTo>
                    <a:pt x="10101" y="4850"/>
                    <a:pt x="10536" y="5357"/>
                    <a:pt x="10536" y="5951"/>
                  </a:cubicBezTo>
                  <a:cubicBezTo>
                    <a:pt x="10536" y="6545"/>
                    <a:pt x="10101" y="7048"/>
                    <a:pt x="9515" y="7143"/>
                  </a:cubicBezTo>
                  <a:lnTo>
                    <a:pt x="9515" y="4759"/>
                  </a:lnTo>
                  <a:close/>
                  <a:moveTo>
                    <a:pt x="1391" y="4546"/>
                  </a:moveTo>
                  <a:lnTo>
                    <a:pt x="1391" y="7356"/>
                  </a:lnTo>
                  <a:lnTo>
                    <a:pt x="982" y="7356"/>
                  </a:lnTo>
                  <a:cubicBezTo>
                    <a:pt x="645" y="7353"/>
                    <a:pt x="373" y="7081"/>
                    <a:pt x="373" y="6748"/>
                  </a:cubicBezTo>
                  <a:lnTo>
                    <a:pt x="373" y="5158"/>
                  </a:lnTo>
                  <a:cubicBezTo>
                    <a:pt x="373" y="4821"/>
                    <a:pt x="645" y="4549"/>
                    <a:pt x="982" y="4546"/>
                  </a:cubicBezTo>
                  <a:close/>
                  <a:moveTo>
                    <a:pt x="2981" y="4549"/>
                  </a:moveTo>
                  <a:lnTo>
                    <a:pt x="2981" y="7356"/>
                  </a:lnTo>
                  <a:lnTo>
                    <a:pt x="1768" y="7356"/>
                  </a:lnTo>
                  <a:lnTo>
                    <a:pt x="1768" y="4549"/>
                  </a:lnTo>
                  <a:close/>
                  <a:moveTo>
                    <a:pt x="3180" y="8722"/>
                  </a:moveTo>
                  <a:lnTo>
                    <a:pt x="3180" y="9540"/>
                  </a:lnTo>
                  <a:lnTo>
                    <a:pt x="2825" y="9540"/>
                  </a:lnTo>
                  <a:lnTo>
                    <a:pt x="3046" y="8722"/>
                  </a:lnTo>
                  <a:close/>
                  <a:moveTo>
                    <a:pt x="2927" y="7729"/>
                  </a:moveTo>
                  <a:lnTo>
                    <a:pt x="2228" y="10337"/>
                  </a:lnTo>
                  <a:lnTo>
                    <a:pt x="1768" y="10337"/>
                  </a:lnTo>
                  <a:lnTo>
                    <a:pt x="1768" y="7729"/>
                  </a:lnTo>
                  <a:close/>
                  <a:moveTo>
                    <a:pt x="9142" y="374"/>
                  </a:moveTo>
                  <a:lnTo>
                    <a:pt x="9142" y="11528"/>
                  </a:lnTo>
                  <a:lnTo>
                    <a:pt x="8323" y="11528"/>
                  </a:lnTo>
                  <a:lnTo>
                    <a:pt x="8323" y="3673"/>
                  </a:lnTo>
                  <a:cubicBezTo>
                    <a:pt x="8318" y="3555"/>
                    <a:pt x="8227" y="3496"/>
                    <a:pt x="8136" y="3496"/>
                  </a:cubicBezTo>
                  <a:cubicBezTo>
                    <a:pt x="8046" y="3496"/>
                    <a:pt x="7955" y="3555"/>
                    <a:pt x="7950" y="3673"/>
                  </a:cubicBezTo>
                  <a:lnTo>
                    <a:pt x="7950" y="10312"/>
                  </a:lnTo>
                  <a:cubicBezTo>
                    <a:pt x="7635" y="9877"/>
                    <a:pt x="7284" y="9471"/>
                    <a:pt x="6900" y="9098"/>
                  </a:cubicBezTo>
                  <a:cubicBezTo>
                    <a:pt x="6422" y="8624"/>
                    <a:pt x="5882" y="8222"/>
                    <a:pt x="5288" y="7903"/>
                  </a:cubicBezTo>
                  <a:cubicBezTo>
                    <a:pt x="4654" y="7573"/>
                    <a:pt x="4002" y="7389"/>
                    <a:pt x="3354" y="7360"/>
                  </a:cubicBezTo>
                  <a:lnTo>
                    <a:pt x="3354" y="4542"/>
                  </a:lnTo>
                  <a:cubicBezTo>
                    <a:pt x="4002" y="4513"/>
                    <a:pt x="4651" y="4328"/>
                    <a:pt x="5288" y="3999"/>
                  </a:cubicBezTo>
                  <a:cubicBezTo>
                    <a:pt x="5882" y="3680"/>
                    <a:pt x="6422" y="3278"/>
                    <a:pt x="6900" y="2807"/>
                  </a:cubicBezTo>
                  <a:cubicBezTo>
                    <a:pt x="7284" y="2431"/>
                    <a:pt x="7635" y="2025"/>
                    <a:pt x="7950" y="1594"/>
                  </a:cubicBezTo>
                  <a:lnTo>
                    <a:pt x="7950" y="2778"/>
                  </a:lnTo>
                  <a:cubicBezTo>
                    <a:pt x="7955" y="2898"/>
                    <a:pt x="8046" y="2958"/>
                    <a:pt x="8136" y="2958"/>
                  </a:cubicBezTo>
                  <a:cubicBezTo>
                    <a:pt x="8227" y="2958"/>
                    <a:pt x="8318" y="2898"/>
                    <a:pt x="8323" y="2778"/>
                  </a:cubicBezTo>
                  <a:lnTo>
                    <a:pt x="8323" y="374"/>
                  </a:lnTo>
                  <a:close/>
                  <a:moveTo>
                    <a:pt x="8138" y="0"/>
                  </a:moveTo>
                  <a:cubicBezTo>
                    <a:pt x="8033" y="0"/>
                    <a:pt x="7950" y="84"/>
                    <a:pt x="7950" y="189"/>
                  </a:cubicBezTo>
                  <a:lnTo>
                    <a:pt x="7950" y="931"/>
                  </a:lnTo>
                  <a:cubicBezTo>
                    <a:pt x="7577" y="1518"/>
                    <a:pt x="7135" y="2058"/>
                    <a:pt x="6635" y="2543"/>
                  </a:cubicBezTo>
                  <a:cubicBezTo>
                    <a:pt x="5864" y="3289"/>
                    <a:pt x="4643" y="4173"/>
                    <a:pt x="3169" y="4173"/>
                  </a:cubicBezTo>
                  <a:lnTo>
                    <a:pt x="982" y="4173"/>
                  </a:lnTo>
                  <a:cubicBezTo>
                    <a:pt x="439" y="4176"/>
                    <a:pt x="0" y="4615"/>
                    <a:pt x="0" y="5154"/>
                  </a:cubicBezTo>
                  <a:lnTo>
                    <a:pt x="0" y="6744"/>
                  </a:lnTo>
                  <a:cubicBezTo>
                    <a:pt x="0" y="7287"/>
                    <a:pt x="439" y="7726"/>
                    <a:pt x="982" y="7726"/>
                  </a:cubicBezTo>
                  <a:lnTo>
                    <a:pt x="1391" y="7726"/>
                  </a:lnTo>
                  <a:lnTo>
                    <a:pt x="1391" y="10522"/>
                  </a:lnTo>
                  <a:cubicBezTo>
                    <a:pt x="1391" y="10627"/>
                    <a:pt x="1474" y="10710"/>
                    <a:pt x="1579" y="10710"/>
                  </a:cubicBezTo>
                  <a:lnTo>
                    <a:pt x="2373" y="10710"/>
                  </a:lnTo>
                  <a:cubicBezTo>
                    <a:pt x="2459" y="10710"/>
                    <a:pt x="2532" y="10652"/>
                    <a:pt x="2554" y="10569"/>
                  </a:cubicBezTo>
                  <a:lnTo>
                    <a:pt x="2731" y="9913"/>
                  </a:lnTo>
                  <a:lnTo>
                    <a:pt x="3368" y="9913"/>
                  </a:lnTo>
                  <a:cubicBezTo>
                    <a:pt x="3470" y="9913"/>
                    <a:pt x="3553" y="9830"/>
                    <a:pt x="3553" y="9728"/>
                  </a:cubicBezTo>
                  <a:lnTo>
                    <a:pt x="3553" y="8537"/>
                  </a:lnTo>
                  <a:cubicBezTo>
                    <a:pt x="3553" y="8432"/>
                    <a:pt x="3470" y="8349"/>
                    <a:pt x="3368" y="8349"/>
                  </a:cubicBezTo>
                  <a:lnTo>
                    <a:pt x="3148" y="8349"/>
                  </a:lnTo>
                  <a:lnTo>
                    <a:pt x="3311" y="7729"/>
                  </a:lnTo>
                  <a:cubicBezTo>
                    <a:pt x="4723" y="7784"/>
                    <a:pt x="5893" y="8638"/>
                    <a:pt x="6635" y="9359"/>
                  </a:cubicBezTo>
                  <a:cubicBezTo>
                    <a:pt x="7135" y="9848"/>
                    <a:pt x="7577" y="10388"/>
                    <a:pt x="7954" y="10974"/>
                  </a:cubicBezTo>
                  <a:lnTo>
                    <a:pt x="7954" y="11717"/>
                  </a:lnTo>
                  <a:cubicBezTo>
                    <a:pt x="7954" y="11822"/>
                    <a:pt x="8037" y="11905"/>
                    <a:pt x="8138" y="11905"/>
                  </a:cubicBezTo>
                  <a:lnTo>
                    <a:pt x="9330" y="11905"/>
                  </a:lnTo>
                  <a:cubicBezTo>
                    <a:pt x="9435" y="11905"/>
                    <a:pt x="9518" y="11822"/>
                    <a:pt x="9518" y="11717"/>
                  </a:cubicBezTo>
                  <a:lnTo>
                    <a:pt x="9518" y="7519"/>
                  </a:lnTo>
                  <a:cubicBezTo>
                    <a:pt x="10311" y="7425"/>
                    <a:pt x="10909" y="6751"/>
                    <a:pt x="10909" y="5951"/>
                  </a:cubicBezTo>
                  <a:cubicBezTo>
                    <a:pt x="10909" y="5151"/>
                    <a:pt x="10311" y="4477"/>
                    <a:pt x="9518" y="4386"/>
                  </a:cubicBezTo>
                  <a:lnTo>
                    <a:pt x="9518" y="189"/>
                  </a:lnTo>
                  <a:cubicBezTo>
                    <a:pt x="9518" y="84"/>
                    <a:pt x="9431" y="0"/>
                    <a:pt x="9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88"/>
            <p:cNvSpPr/>
            <p:nvPr/>
          </p:nvSpPr>
          <p:spPr>
            <a:xfrm>
              <a:off x="3868943" y="1690266"/>
              <a:ext cx="27528" cy="9753"/>
            </a:xfrm>
            <a:custGeom>
              <a:rect b="b" l="l" r="r" t="t"/>
              <a:pathLst>
                <a:path extrusionOk="0" h="372" w="1050">
                  <a:moveTo>
                    <a:pt x="867" y="1"/>
                  </a:moveTo>
                  <a:cubicBezTo>
                    <a:pt x="863" y="1"/>
                    <a:pt x="859" y="1"/>
                    <a:pt x="854" y="1"/>
                  </a:cubicBezTo>
                  <a:lnTo>
                    <a:pt x="257" y="1"/>
                  </a:lnTo>
                  <a:cubicBezTo>
                    <a:pt x="252" y="1"/>
                    <a:pt x="248" y="1"/>
                    <a:pt x="243" y="1"/>
                  </a:cubicBezTo>
                  <a:cubicBezTo>
                    <a:pt x="1" y="1"/>
                    <a:pt x="1" y="371"/>
                    <a:pt x="243" y="371"/>
                  </a:cubicBezTo>
                  <a:cubicBezTo>
                    <a:pt x="248" y="371"/>
                    <a:pt x="252" y="371"/>
                    <a:pt x="257" y="371"/>
                  </a:cubicBezTo>
                  <a:lnTo>
                    <a:pt x="854" y="371"/>
                  </a:lnTo>
                  <a:cubicBezTo>
                    <a:pt x="858" y="371"/>
                    <a:pt x="863" y="371"/>
                    <a:pt x="867" y="371"/>
                  </a:cubicBezTo>
                  <a:cubicBezTo>
                    <a:pt x="966" y="371"/>
                    <a:pt x="1050" y="287"/>
                    <a:pt x="1050" y="186"/>
                  </a:cubicBezTo>
                  <a:cubicBezTo>
                    <a:pt x="1050" y="82"/>
                    <a:pt x="967" y="1"/>
                    <a:pt x="8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88"/>
            <p:cNvSpPr/>
            <p:nvPr/>
          </p:nvSpPr>
          <p:spPr>
            <a:xfrm>
              <a:off x="3849358" y="1631407"/>
              <a:ext cx="24251" cy="20738"/>
            </a:xfrm>
            <a:custGeom>
              <a:rect b="b" l="l" r="r" t="t"/>
              <a:pathLst>
                <a:path extrusionOk="0" h="791" w="925">
                  <a:moveTo>
                    <a:pt x="661" y="0"/>
                  </a:moveTo>
                  <a:cubicBezTo>
                    <a:pt x="619" y="0"/>
                    <a:pt x="576" y="15"/>
                    <a:pt x="537" y="51"/>
                  </a:cubicBezTo>
                  <a:lnTo>
                    <a:pt x="113" y="472"/>
                  </a:lnTo>
                  <a:cubicBezTo>
                    <a:pt x="1" y="591"/>
                    <a:pt x="84" y="787"/>
                    <a:pt x="247" y="790"/>
                  </a:cubicBezTo>
                  <a:cubicBezTo>
                    <a:pt x="298" y="790"/>
                    <a:pt x="345" y="772"/>
                    <a:pt x="377" y="736"/>
                  </a:cubicBezTo>
                  <a:lnTo>
                    <a:pt x="801" y="316"/>
                  </a:lnTo>
                  <a:cubicBezTo>
                    <a:pt x="924" y="179"/>
                    <a:pt x="803" y="0"/>
                    <a:pt x="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88"/>
            <p:cNvSpPr/>
            <p:nvPr/>
          </p:nvSpPr>
          <p:spPr>
            <a:xfrm>
              <a:off x="3849070" y="1738217"/>
              <a:ext cx="24540" cy="20659"/>
            </a:xfrm>
            <a:custGeom>
              <a:rect b="b" l="l" r="r" t="t"/>
              <a:pathLst>
                <a:path extrusionOk="0" h="788" w="936">
                  <a:moveTo>
                    <a:pt x="265" y="1"/>
                  </a:moveTo>
                  <a:cubicBezTo>
                    <a:pt x="123" y="1"/>
                    <a:pt x="0" y="182"/>
                    <a:pt x="124" y="316"/>
                  </a:cubicBezTo>
                  <a:lnTo>
                    <a:pt x="548" y="736"/>
                  </a:lnTo>
                  <a:cubicBezTo>
                    <a:pt x="587" y="773"/>
                    <a:pt x="630" y="788"/>
                    <a:pt x="672" y="788"/>
                  </a:cubicBezTo>
                  <a:cubicBezTo>
                    <a:pt x="814" y="788"/>
                    <a:pt x="935" y="610"/>
                    <a:pt x="812" y="476"/>
                  </a:cubicBezTo>
                  <a:lnTo>
                    <a:pt x="388" y="52"/>
                  </a:lnTo>
                  <a:cubicBezTo>
                    <a:pt x="349" y="16"/>
                    <a:pt x="306"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9" name="Google Shape;16899;p88"/>
          <p:cNvGrpSpPr/>
          <p:nvPr/>
        </p:nvGrpSpPr>
        <p:grpSpPr>
          <a:xfrm>
            <a:off x="2642986" y="2455790"/>
            <a:ext cx="358813" cy="323996"/>
            <a:chOff x="2642986" y="2455790"/>
            <a:chExt cx="358813" cy="323996"/>
          </a:xfrm>
        </p:grpSpPr>
        <p:sp>
          <p:nvSpPr>
            <p:cNvPr id="16900" name="Google Shape;16900;p88"/>
            <p:cNvSpPr/>
            <p:nvPr/>
          </p:nvSpPr>
          <p:spPr>
            <a:xfrm>
              <a:off x="2778007" y="2717677"/>
              <a:ext cx="43049" cy="39326"/>
            </a:xfrm>
            <a:custGeom>
              <a:rect b="b" l="l" r="r" t="t"/>
              <a:pathLst>
                <a:path extrusionOk="0" h="1500" w="1642">
                  <a:moveTo>
                    <a:pt x="341" y="0"/>
                  </a:moveTo>
                  <a:lnTo>
                    <a:pt x="1" y="1500"/>
                  </a:lnTo>
                  <a:lnTo>
                    <a:pt x="1641" y="1500"/>
                  </a:lnTo>
                  <a:lnTo>
                    <a:pt x="130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88"/>
            <p:cNvSpPr/>
            <p:nvPr/>
          </p:nvSpPr>
          <p:spPr>
            <a:xfrm>
              <a:off x="2748564" y="2753464"/>
              <a:ext cx="101829" cy="21105"/>
            </a:xfrm>
            <a:custGeom>
              <a:rect b="b" l="l" r="r" t="t"/>
              <a:pathLst>
                <a:path extrusionOk="0" h="805" w="3884">
                  <a:moveTo>
                    <a:pt x="1" y="1"/>
                  </a:moveTo>
                  <a:lnTo>
                    <a:pt x="1" y="805"/>
                  </a:lnTo>
                  <a:lnTo>
                    <a:pt x="3883" y="805"/>
                  </a:lnTo>
                  <a:lnTo>
                    <a:pt x="38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88"/>
            <p:cNvSpPr/>
            <p:nvPr/>
          </p:nvSpPr>
          <p:spPr>
            <a:xfrm>
              <a:off x="2648204" y="2525581"/>
              <a:ext cx="302655" cy="197706"/>
            </a:xfrm>
            <a:custGeom>
              <a:rect b="b" l="l" r="r" t="t"/>
              <a:pathLst>
                <a:path extrusionOk="0" h="7541" w="11544">
                  <a:moveTo>
                    <a:pt x="1" y="0"/>
                  </a:moveTo>
                  <a:lnTo>
                    <a:pt x="1" y="7541"/>
                  </a:lnTo>
                  <a:lnTo>
                    <a:pt x="11543" y="7541"/>
                  </a:lnTo>
                  <a:lnTo>
                    <a:pt x="115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88"/>
            <p:cNvSpPr/>
            <p:nvPr/>
          </p:nvSpPr>
          <p:spPr>
            <a:xfrm>
              <a:off x="2852726" y="2525581"/>
              <a:ext cx="98132" cy="81694"/>
            </a:xfrm>
            <a:custGeom>
              <a:rect b="b" l="l" r="r" t="t"/>
              <a:pathLst>
                <a:path extrusionOk="0" h="3116" w="3743">
                  <a:moveTo>
                    <a:pt x="1" y="0"/>
                  </a:moveTo>
                  <a:lnTo>
                    <a:pt x="1" y="66"/>
                  </a:lnTo>
                  <a:cubicBezTo>
                    <a:pt x="1" y="1750"/>
                    <a:pt x="1345" y="3115"/>
                    <a:pt x="3003" y="3115"/>
                  </a:cubicBezTo>
                  <a:cubicBezTo>
                    <a:pt x="3253" y="3115"/>
                    <a:pt x="3500" y="3083"/>
                    <a:pt x="3742" y="3021"/>
                  </a:cubicBezTo>
                  <a:lnTo>
                    <a:pt x="3742"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88"/>
            <p:cNvSpPr/>
            <p:nvPr/>
          </p:nvSpPr>
          <p:spPr>
            <a:xfrm>
              <a:off x="2648204" y="2709314"/>
              <a:ext cx="302655" cy="13974"/>
            </a:xfrm>
            <a:custGeom>
              <a:rect b="b" l="l" r="r" t="t"/>
              <a:pathLst>
                <a:path extrusionOk="0" h="533" w="11544">
                  <a:moveTo>
                    <a:pt x="1" y="0"/>
                  </a:moveTo>
                  <a:lnTo>
                    <a:pt x="1" y="533"/>
                  </a:lnTo>
                  <a:lnTo>
                    <a:pt x="11543" y="533"/>
                  </a:lnTo>
                  <a:lnTo>
                    <a:pt x="11543"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88"/>
            <p:cNvSpPr/>
            <p:nvPr/>
          </p:nvSpPr>
          <p:spPr>
            <a:xfrm>
              <a:off x="2667578" y="2544012"/>
              <a:ext cx="263905" cy="146608"/>
            </a:xfrm>
            <a:custGeom>
              <a:rect b="b" l="l" r="r" t="t"/>
              <a:pathLst>
                <a:path extrusionOk="0" h="5592" w="10066">
                  <a:moveTo>
                    <a:pt x="1" y="0"/>
                  </a:moveTo>
                  <a:lnTo>
                    <a:pt x="1" y="5592"/>
                  </a:lnTo>
                  <a:lnTo>
                    <a:pt x="10065" y="5592"/>
                  </a:lnTo>
                  <a:lnTo>
                    <a:pt x="10065"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88"/>
            <p:cNvSpPr/>
            <p:nvPr/>
          </p:nvSpPr>
          <p:spPr>
            <a:xfrm>
              <a:off x="2854457" y="2544012"/>
              <a:ext cx="77027" cy="63263"/>
            </a:xfrm>
            <a:custGeom>
              <a:rect b="b" l="l" r="r" t="t"/>
              <a:pathLst>
                <a:path extrusionOk="0" h="2413" w="2938">
                  <a:moveTo>
                    <a:pt x="0" y="0"/>
                  </a:moveTo>
                  <a:cubicBezTo>
                    <a:pt x="290" y="1376"/>
                    <a:pt x="1496" y="2412"/>
                    <a:pt x="2937" y="2412"/>
                  </a:cubicBezTo>
                  <a:lnTo>
                    <a:pt x="293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88"/>
            <p:cNvSpPr/>
            <p:nvPr/>
          </p:nvSpPr>
          <p:spPr>
            <a:xfrm>
              <a:off x="2667578" y="2544012"/>
              <a:ext cx="263905" cy="146608"/>
            </a:xfrm>
            <a:custGeom>
              <a:rect b="b" l="l" r="r" t="t"/>
              <a:pathLst>
                <a:path extrusionOk="0" h="5592" w="10066">
                  <a:moveTo>
                    <a:pt x="1" y="0"/>
                  </a:moveTo>
                  <a:lnTo>
                    <a:pt x="1" y="5592"/>
                  </a:lnTo>
                  <a:lnTo>
                    <a:pt x="10065" y="5592"/>
                  </a:lnTo>
                  <a:lnTo>
                    <a:pt x="10065" y="4955"/>
                  </a:lnTo>
                  <a:lnTo>
                    <a:pt x="674" y="4955"/>
                  </a:lnTo>
                  <a:lnTo>
                    <a:pt x="67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88"/>
            <p:cNvSpPr/>
            <p:nvPr/>
          </p:nvSpPr>
          <p:spPr>
            <a:xfrm>
              <a:off x="2743347" y="2609713"/>
              <a:ext cx="24828" cy="25274"/>
            </a:xfrm>
            <a:custGeom>
              <a:rect b="b" l="l" r="r" t="t"/>
              <a:pathLst>
                <a:path extrusionOk="0" h="964" w="947">
                  <a:moveTo>
                    <a:pt x="1" y="0"/>
                  </a:moveTo>
                  <a:lnTo>
                    <a:pt x="1" y="964"/>
                  </a:lnTo>
                  <a:lnTo>
                    <a:pt x="946" y="964"/>
                  </a:lnTo>
                  <a:lnTo>
                    <a:pt x="946"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88"/>
            <p:cNvSpPr/>
            <p:nvPr/>
          </p:nvSpPr>
          <p:spPr>
            <a:xfrm>
              <a:off x="2787130" y="2609713"/>
              <a:ext cx="24802" cy="25274"/>
            </a:xfrm>
            <a:custGeom>
              <a:rect b="b" l="l" r="r" t="t"/>
              <a:pathLst>
                <a:path extrusionOk="0" h="964" w="946">
                  <a:moveTo>
                    <a:pt x="0" y="0"/>
                  </a:moveTo>
                  <a:lnTo>
                    <a:pt x="0" y="964"/>
                  </a:lnTo>
                  <a:lnTo>
                    <a:pt x="946" y="964"/>
                  </a:lnTo>
                  <a:lnTo>
                    <a:pt x="946"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88"/>
            <p:cNvSpPr/>
            <p:nvPr/>
          </p:nvSpPr>
          <p:spPr>
            <a:xfrm>
              <a:off x="2830887" y="2609713"/>
              <a:ext cx="24828" cy="25274"/>
            </a:xfrm>
            <a:custGeom>
              <a:rect b="b" l="l" r="r" t="t"/>
              <a:pathLst>
                <a:path extrusionOk="0" h="964" w="947">
                  <a:moveTo>
                    <a:pt x="1" y="0"/>
                  </a:moveTo>
                  <a:lnTo>
                    <a:pt x="1" y="964"/>
                  </a:lnTo>
                  <a:lnTo>
                    <a:pt x="946" y="964"/>
                  </a:lnTo>
                  <a:lnTo>
                    <a:pt x="946"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88"/>
            <p:cNvSpPr/>
            <p:nvPr/>
          </p:nvSpPr>
          <p:spPr>
            <a:xfrm>
              <a:off x="2866228" y="2461008"/>
              <a:ext cx="130589" cy="132582"/>
            </a:xfrm>
            <a:custGeom>
              <a:rect b="b" l="l" r="r" t="t"/>
              <a:pathLst>
                <a:path extrusionOk="0" h="5057" w="4981">
                  <a:moveTo>
                    <a:pt x="2488" y="1"/>
                  </a:moveTo>
                  <a:cubicBezTo>
                    <a:pt x="1112" y="1"/>
                    <a:pt x="0" y="1131"/>
                    <a:pt x="0" y="2529"/>
                  </a:cubicBezTo>
                  <a:cubicBezTo>
                    <a:pt x="0" y="3923"/>
                    <a:pt x="1112" y="5057"/>
                    <a:pt x="2488" y="5057"/>
                  </a:cubicBezTo>
                  <a:cubicBezTo>
                    <a:pt x="3865" y="5057"/>
                    <a:pt x="4980" y="3923"/>
                    <a:pt x="4980" y="2529"/>
                  </a:cubicBezTo>
                  <a:cubicBezTo>
                    <a:pt x="4980" y="1131"/>
                    <a:pt x="3865" y="1"/>
                    <a:pt x="2488"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88"/>
            <p:cNvSpPr/>
            <p:nvPr/>
          </p:nvSpPr>
          <p:spPr>
            <a:xfrm>
              <a:off x="2904585" y="2500046"/>
              <a:ext cx="53772" cy="54532"/>
            </a:xfrm>
            <a:custGeom>
              <a:rect b="b" l="l" r="r" t="t"/>
              <a:pathLst>
                <a:path extrusionOk="0" h="2080" w="2051">
                  <a:moveTo>
                    <a:pt x="1025" y="0"/>
                  </a:moveTo>
                  <a:cubicBezTo>
                    <a:pt x="460" y="0"/>
                    <a:pt x="0" y="464"/>
                    <a:pt x="0" y="1040"/>
                  </a:cubicBezTo>
                  <a:cubicBezTo>
                    <a:pt x="0" y="1615"/>
                    <a:pt x="460" y="2079"/>
                    <a:pt x="1025" y="2079"/>
                  </a:cubicBezTo>
                  <a:cubicBezTo>
                    <a:pt x="1590" y="2079"/>
                    <a:pt x="2050" y="1615"/>
                    <a:pt x="2050" y="1040"/>
                  </a:cubicBezTo>
                  <a:cubicBezTo>
                    <a:pt x="2050" y="464"/>
                    <a:pt x="1590" y="0"/>
                    <a:pt x="1025"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88"/>
            <p:cNvSpPr/>
            <p:nvPr/>
          </p:nvSpPr>
          <p:spPr>
            <a:xfrm>
              <a:off x="2642986" y="2520259"/>
              <a:ext cx="249276" cy="259527"/>
            </a:xfrm>
            <a:custGeom>
              <a:rect b="b" l="l" r="r" t="t"/>
              <a:pathLst>
                <a:path extrusionOk="0" h="9899" w="9508">
                  <a:moveTo>
                    <a:pt x="6339" y="7947"/>
                  </a:moveTo>
                  <a:lnTo>
                    <a:pt x="6509" y="8696"/>
                  </a:lnTo>
                  <a:lnTo>
                    <a:pt x="5433" y="8696"/>
                  </a:lnTo>
                  <a:lnTo>
                    <a:pt x="5600" y="7947"/>
                  </a:lnTo>
                  <a:close/>
                  <a:moveTo>
                    <a:pt x="7711" y="9098"/>
                  </a:moveTo>
                  <a:lnTo>
                    <a:pt x="7711" y="9500"/>
                  </a:lnTo>
                  <a:lnTo>
                    <a:pt x="4231" y="9500"/>
                  </a:lnTo>
                  <a:lnTo>
                    <a:pt x="4231" y="9098"/>
                  </a:lnTo>
                  <a:close/>
                  <a:moveTo>
                    <a:pt x="200" y="1"/>
                  </a:moveTo>
                  <a:cubicBezTo>
                    <a:pt x="91" y="1"/>
                    <a:pt x="1" y="91"/>
                    <a:pt x="1" y="203"/>
                  </a:cubicBezTo>
                  <a:lnTo>
                    <a:pt x="1" y="7744"/>
                  </a:lnTo>
                  <a:cubicBezTo>
                    <a:pt x="1" y="7856"/>
                    <a:pt x="91" y="7947"/>
                    <a:pt x="200" y="7947"/>
                  </a:cubicBezTo>
                  <a:lnTo>
                    <a:pt x="5191" y="7947"/>
                  </a:lnTo>
                  <a:lnTo>
                    <a:pt x="5020" y="8693"/>
                  </a:lnTo>
                  <a:lnTo>
                    <a:pt x="4028" y="8693"/>
                  </a:lnTo>
                  <a:cubicBezTo>
                    <a:pt x="3919" y="8693"/>
                    <a:pt x="3829" y="8783"/>
                    <a:pt x="3829" y="8896"/>
                  </a:cubicBezTo>
                  <a:lnTo>
                    <a:pt x="3829" y="9700"/>
                  </a:lnTo>
                  <a:cubicBezTo>
                    <a:pt x="3829" y="9808"/>
                    <a:pt x="3919" y="9899"/>
                    <a:pt x="4028" y="9899"/>
                  </a:cubicBezTo>
                  <a:lnTo>
                    <a:pt x="7910" y="9899"/>
                  </a:lnTo>
                  <a:cubicBezTo>
                    <a:pt x="8023" y="9899"/>
                    <a:pt x="8113" y="9808"/>
                    <a:pt x="8113" y="9700"/>
                  </a:cubicBezTo>
                  <a:lnTo>
                    <a:pt x="8113" y="8896"/>
                  </a:lnTo>
                  <a:cubicBezTo>
                    <a:pt x="8113" y="8783"/>
                    <a:pt x="8023" y="8696"/>
                    <a:pt x="7910" y="8696"/>
                  </a:cubicBezTo>
                  <a:lnTo>
                    <a:pt x="6922" y="8696"/>
                  </a:lnTo>
                  <a:lnTo>
                    <a:pt x="6751" y="7947"/>
                  </a:lnTo>
                  <a:lnTo>
                    <a:pt x="9240" y="7947"/>
                  </a:lnTo>
                  <a:cubicBezTo>
                    <a:pt x="9508" y="7947"/>
                    <a:pt x="9508" y="7545"/>
                    <a:pt x="9240" y="7545"/>
                  </a:cubicBezTo>
                  <a:lnTo>
                    <a:pt x="9243" y="7548"/>
                  </a:lnTo>
                  <a:lnTo>
                    <a:pt x="403" y="7548"/>
                  </a:lnTo>
                  <a:lnTo>
                    <a:pt x="403" y="403"/>
                  </a:lnTo>
                  <a:lnTo>
                    <a:pt x="5676" y="403"/>
                  </a:lnTo>
                  <a:cubicBezTo>
                    <a:pt x="5944" y="403"/>
                    <a:pt x="5944" y="1"/>
                    <a:pt x="56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88"/>
            <p:cNvSpPr/>
            <p:nvPr/>
          </p:nvSpPr>
          <p:spPr>
            <a:xfrm>
              <a:off x="2778767" y="2700872"/>
              <a:ext cx="41607" cy="10461"/>
            </a:xfrm>
            <a:custGeom>
              <a:rect b="b" l="l" r="r" t="t"/>
              <a:pathLst>
                <a:path extrusionOk="0" h="399" w="1587">
                  <a:moveTo>
                    <a:pt x="265" y="0"/>
                  </a:moveTo>
                  <a:cubicBezTo>
                    <a:pt x="1" y="0"/>
                    <a:pt x="2" y="399"/>
                    <a:pt x="269" y="399"/>
                  </a:cubicBezTo>
                  <a:lnTo>
                    <a:pt x="1323" y="399"/>
                  </a:lnTo>
                  <a:cubicBezTo>
                    <a:pt x="1587" y="399"/>
                    <a:pt x="1587" y="0"/>
                    <a:pt x="1323" y="0"/>
                  </a:cubicBezTo>
                  <a:lnTo>
                    <a:pt x="269" y="0"/>
                  </a:lnTo>
                  <a:cubicBezTo>
                    <a:pt x="267" y="0"/>
                    <a:pt x="266"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88"/>
            <p:cNvSpPr/>
            <p:nvPr/>
          </p:nvSpPr>
          <p:spPr>
            <a:xfrm>
              <a:off x="2738130" y="2604496"/>
              <a:ext cx="35341" cy="35708"/>
            </a:xfrm>
            <a:custGeom>
              <a:rect b="b" l="l" r="r" t="t"/>
              <a:pathLst>
                <a:path extrusionOk="0" h="1362" w="1348">
                  <a:moveTo>
                    <a:pt x="946" y="402"/>
                  </a:moveTo>
                  <a:lnTo>
                    <a:pt x="946" y="960"/>
                  </a:lnTo>
                  <a:lnTo>
                    <a:pt x="403" y="960"/>
                  </a:lnTo>
                  <a:lnTo>
                    <a:pt x="403" y="402"/>
                  </a:lnTo>
                  <a:close/>
                  <a:moveTo>
                    <a:pt x="200" y="0"/>
                  </a:moveTo>
                  <a:cubicBezTo>
                    <a:pt x="87" y="0"/>
                    <a:pt x="1" y="91"/>
                    <a:pt x="1" y="199"/>
                  </a:cubicBezTo>
                  <a:lnTo>
                    <a:pt x="1" y="1163"/>
                  </a:lnTo>
                  <a:cubicBezTo>
                    <a:pt x="1" y="1271"/>
                    <a:pt x="87" y="1362"/>
                    <a:pt x="200" y="1362"/>
                  </a:cubicBezTo>
                  <a:lnTo>
                    <a:pt x="1145" y="1362"/>
                  </a:lnTo>
                  <a:cubicBezTo>
                    <a:pt x="1257" y="1362"/>
                    <a:pt x="1348" y="1271"/>
                    <a:pt x="1348" y="1163"/>
                  </a:cubicBezTo>
                  <a:lnTo>
                    <a:pt x="1348" y="199"/>
                  </a:lnTo>
                  <a:cubicBezTo>
                    <a:pt x="1348" y="91"/>
                    <a:pt x="1257" y="0"/>
                    <a:pt x="1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88"/>
            <p:cNvSpPr/>
            <p:nvPr/>
          </p:nvSpPr>
          <p:spPr>
            <a:xfrm>
              <a:off x="2781913" y="2604496"/>
              <a:ext cx="35341" cy="35708"/>
            </a:xfrm>
            <a:custGeom>
              <a:rect b="b" l="l" r="r" t="t"/>
              <a:pathLst>
                <a:path extrusionOk="0" h="1362" w="1348">
                  <a:moveTo>
                    <a:pt x="945" y="402"/>
                  </a:moveTo>
                  <a:lnTo>
                    <a:pt x="945" y="960"/>
                  </a:lnTo>
                  <a:lnTo>
                    <a:pt x="402" y="960"/>
                  </a:lnTo>
                  <a:lnTo>
                    <a:pt x="402" y="402"/>
                  </a:lnTo>
                  <a:close/>
                  <a:moveTo>
                    <a:pt x="199" y="0"/>
                  </a:moveTo>
                  <a:cubicBezTo>
                    <a:pt x="87" y="0"/>
                    <a:pt x="0" y="91"/>
                    <a:pt x="0" y="199"/>
                  </a:cubicBezTo>
                  <a:lnTo>
                    <a:pt x="0" y="1163"/>
                  </a:lnTo>
                  <a:cubicBezTo>
                    <a:pt x="0" y="1271"/>
                    <a:pt x="87" y="1362"/>
                    <a:pt x="199" y="1362"/>
                  </a:cubicBezTo>
                  <a:lnTo>
                    <a:pt x="1145" y="1362"/>
                  </a:lnTo>
                  <a:cubicBezTo>
                    <a:pt x="1257" y="1362"/>
                    <a:pt x="1347" y="1271"/>
                    <a:pt x="1347" y="1163"/>
                  </a:cubicBezTo>
                  <a:lnTo>
                    <a:pt x="1347" y="199"/>
                  </a:lnTo>
                  <a:cubicBezTo>
                    <a:pt x="1347" y="91"/>
                    <a:pt x="1257" y="0"/>
                    <a:pt x="1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88"/>
            <p:cNvSpPr/>
            <p:nvPr/>
          </p:nvSpPr>
          <p:spPr>
            <a:xfrm>
              <a:off x="2825591" y="2604496"/>
              <a:ext cx="35341" cy="35708"/>
            </a:xfrm>
            <a:custGeom>
              <a:rect b="b" l="l" r="r" t="t"/>
              <a:pathLst>
                <a:path extrusionOk="0" h="1362" w="1348">
                  <a:moveTo>
                    <a:pt x="949" y="402"/>
                  </a:moveTo>
                  <a:lnTo>
                    <a:pt x="949" y="960"/>
                  </a:lnTo>
                  <a:lnTo>
                    <a:pt x="406" y="960"/>
                  </a:lnTo>
                  <a:lnTo>
                    <a:pt x="406" y="402"/>
                  </a:lnTo>
                  <a:close/>
                  <a:moveTo>
                    <a:pt x="203" y="0"/>
                  </a:moveTo>
                  <a:cubicBezTo>
                    <a:pt x="91" y="0"/>
                    <a:pt x="0" y="91"/>
                    <a:pt x="0" y="199"/>
                  </a:cubicBezTo>
                  <a:lnTo>
                    <a:pt x="0" y="1163"/>
                  </a:lnTo>
                  <a:cubicBezTo>
                    <a:pt x="0" y="1271"/>
                    <a:pt x="91" y="1362"/>
                    <a:pt x="203" y="1362"/>
                  </a:cubicBezTo>
                  <a:lnTo>
                    <a:pt x="1148" y="1362"/>
                  </a:lnTo>
                  <a:cubicBezTo>
                    <a:pt x="1261" y="1362"/>
                    <a:pt x="1347" y="1271"/>
                    <a:pt x="1347" y="1163"/>
                  </a:cubicBezTo>
                  <a:lnTo>
                    <a:pt x="1347" y="199"/>
                  </a:lnTo>
                  <a:cubicBezTo>
                    <a:pt x="1347" y="91"/>
                    <a:pt x="1261" y="0"/>
                    <a:pt x="11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88"/>
            <p:cNvSpPr/>
            <p:nvPr/>
          </p:nvSpPr>
          <p:spPr>
            <a:xfrm>
              <a:off x="2662256" y="2455790"/>
              <a:ext cx="339543" cy="272819"/>
            </a:xfrm>
            <a:custGeom>
              <a:rect b="b" l="l" r="r" t="t"/>
              <a:pathLst>
                <a:path extrusionOk="0" h="10406" w="12951">
                  <a:moveTo>
                    <a:pt x="7708" y="3564"/>
                  </a:moveTo>
                  <a:cubicBezTo>
                    <a:pt x="8037" y="4600"/>
                    <a:pt x="8961" y="5364"/>
                    <a:pt x="10069" y="5448"/>
                  </a:cubicBezTo>
                  <a:lnTo>
                    <a:pt x="10069" y="8758"/>
                  </a:lnTo>
                  <a:lnTo>
                    <a:pt x="403" y="8758"/>
                  </a:lnTo>
                  <a:lnTo>
                    <a:pt x="403" y="3564"/>
                  </a:lnTo>
                  <a:close/>
                  <a:moveTo>
                    <a:pt x="10268" y="0"/>
                  </a:moveTo>
                  <a:cubicBezTo>
                    <a:pt x="8874" y="0"/>
                    <a:pt x="7722" y="1080"/>
                    <a:pt x="7592" y="2460"/>
                  </a:cubicBezTo>
                  <a:lnTo>
                    <a:pt x="5730" y="2460"/>
                  </a:lnTo>
                  <a:cubicBezTo>
                    <a:pt x="5462" y="2460"/>
                    <a:pt x="5462" y="2862"/>
                    <a:pt x="5730" y="2862"/>
                  </a:cubicBezTo>
                  <a:lnTo>
                    <a:pt x="7581" y="2862"/>
                  </a:lnTo>
                  <a:cubicBezTo>
                    <a:pt x="7585" y="2963"/>
                    <a:pt x="7596" y="3064"/>
                    <a:pt x="7614" y="3166"/>
                  </a:cubicBezTo>
                  <a:lnTo>
                    <a:pt x="204" y="3166"/>
                  </a:lnTo>
                  <a:cubicBezTo>
                    <a:pt x="91" y="3166"/>
                    <a:pt x="1" y="3253"/>
                    <a:pt x="1" y="3365"/>
                  </a:cubicBezTo>
                  <a:lnTo>
                    <a:pt x="1" y="8957"/>
                  </a:lnTo>
                  <a:cubicBezTo>
                    <a:pt x="1" y="9069"/>
                    <a:pt x="91" y="9160"/>
                    <a:pt x="204" y="9160"/>
                  </a:cubicBezTo>
                  <a:lnTo>
                    <a:pt x="10268" y="9160"/>
                  </a:lnTo>
                  <a:cubicBezTo>
                    <a:pt x="10381" y="9160"/>
                    <a:pt x="10471" y="9069"/>
                    <a:pt x="10471" y="8957"/>
                  </a:cubicBezTo>
                  <a:lnTo>
                    <a:pt x="10471" y="5448"/>
                  </a:lnTo>
                  <a:cubicBezTo>
                    <a:pt x="10583" y="5440"/>
                    <a:pt x="10696" y="5422"/>
                    <a:pt x="10808" y="5400"/>
                  </a:cubicBezTo>
                  <a:lnTo>
                    <a:pt x="10808" y="10007"/>
                  </a:lnTo>
                  <a:lnTo>
                    <a:pt x="9298" y="10007"/>
                  </a:lnTo>
                  <a:cubicBezTo>
                    <a:pt x="9033" y="10007"/>
                    <a:pt x="9033" y="10406"/>
                    <a:pt x="9298" y="10406"/>
                  </a:cubicBezTo>
                  <a:lnTo>
                    <a:pt x="11007" y="10406"/>
                  </a:lnTo>
                  <a:cubicBezTo>
                    <a:pt x="11119" y="10406"/>
                    <a:pt x="11210" y="10315"/>
                    <a:pt x="11210" y="10206"/>
                  </a:cubicBezTo>
                  <a:lnTo>
                    <a:pt x="11210" y="5285"/>
                  </a:lnTo>
                  <a:cubicBezTo>
                    <a:pt x="11507" y="5172"/>
                    <a:pt x="11779" y="5009"/>
                    <a:pt x="12021" y="4799"/>
                  </a:cubicBezTo>
                  <a:cubicBezTo>
                    <a:pt x="12503" y="4379"/>
                    <a:pt x="12822" y="3803"/>
                    <a:pt x="12927" y="3173"/>
                  </a:cubicBezTo>
                  <a:cubicBezTo>
                    <a:pt x="12941" y="3064"/>
                    <a:pt x="12869" y="2959"/>
                    <a:pt x="12756" y="2945"/>
                  </a:cubicBezTo>
                  <a:cubicBezTo>
                    <a:pt x="12745" y="2943"/>
                    <a:pt x="12734" y="2942"/>
                    <a:pt x="12723" y="2942"/>
                  </a:cubicBezTo>
                  <a:cubicBezTo>
                    <a:pt x="12628" y="2942"/>
                    <a:pt x="12545" y="3010"/>
                    <a:pt x="12528" y="3108"/>
                  </a:cubicBezTo>
                  <a:cubicBezTo>
                    <a:pt x="12394" y="3966"/>
                    <a:pt x="11790" y="4680"/>
                    <a:pt x="10964" y="4948"/>
                  </a:cubicBezTo>
                  <a:cubicBezTo>
                    <a:pt x="10957" y="4948"/>
                    <a:pt x="10946" y="4951"/>
                    <a:pt x="10938" y="4955"/>
                  </a:cubicBezTo>
                  <a:cubicBezTo>
                    <a:pt x="10721" y="5020"/>
                    <a:pt x="10497" y="5056"/>
                    <a:pt x="10268" y="5056"/>
                  </a:cubicBezTo>
                  <a:cubicBezTo>
                    <a:pt x="9008" y="5056"/>
                    <a:pt x="7979" y="4010"/>
                    <a:pt x="7979" y="2728"/>
                  </a:cubicBezTo>
                  <a:cubicBezTo>
                    <a:pt x="7979" y="1446"/>
                    <a:pt x="9008" y="399"/>
                    <a:pt x="10268" y="399"/>
                  </a:cubicBezTo>
                  <a:cubicBezTo>
                    <a:pt x="11395" y="399"/>
                    <a:pt x="12365" y="1250"/>
                    <a:pt x="12532" y="2380"/>
                  </a:cubicBezTo>
                  <a:cubicBezTo>
                    <a:pt x="12550" y="2498"/>
                    <a:pt x="12638" y="2552"/>
                    <a:pt x="12727" y="2552"/>
                  </a:cubicBezTo>
                  <a:cubicBezTo>
                    <a:pt x="12838" y="2552"/>
                    <a:pt x="12950" y="2469"/>
                    <a:pt x="12930" y="2322"/>
                  </a:cubicBezTo>
                  <a:cubicBezTo>
                    <a:pt x="12836" y="1681"/>
                    <a:pt x="12517" y="1094"/>
                    <a:pt x="12032" y="667"/>
                  </a:cubicBezTo>
                  <a:cubicBezTo>
                    <a:pt x="11547" y="236"/>
                    <a:pt x="10917" y="0"/>
                    <a:pt x="10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88"/>
            <p:cNvSpPr/>
            <p:nvPr/>
          </p:nvSpPr>
          <p:spPr>
            <a:xfrm>
              <a:off x="2886442" y="2483476"/>
              <a:ext cx="90057" cy="87671"/>
            </a:xfrm>
            <a:custGeom>
              <a:rect b="b" l="l" r="r" t="t"/>
              <a:pathLst>
                <a:path extrusionOk="0" h="3344" w="3435">
                  <a:moveTo>
                    <a:pt x="1717" y="835"/>
                  </a:moveTo>
                  <a:cubicBezTo>
                    <a:pt x="2177" y="839"/>
                    <a:pt x="2547" y="1212"/>
                    <a:pt x="2543" y="1672"/>
                  </a:cubicBezTo>
                  <a:cubicBezTo>
                    <a:pt x="2547" y="2132"/>
                    <a:pt x="2177" y="2505"/>
                    <a:pt x="1717" y="2512"/>
                  </a:cubicBezTo>
                  <a:cubicBezTo>
                    <a:pt x="1261" y="2505"/>
                    <a:pt x="892" y="2132"/>
                    <a:pt x="895" y="1672"/>
                  </a:cubicBezTo>
                  <a:cubicBezTo>
                    <a:pt x="892" y="1212"/>
                    <a:pt x="1261" y="839"/>
                    <a:pt x="1717" y="835"/>
                  </a:cubicBezTo>
                  <a:close/>
                  <a:moveTo>
                    <a:pt x="1719" y="0"/>
                  </a:moveTo>
                  <a:cubicBezTo>
                    <a:pt x="1619" y="0"/>
                    <a:pt x="1518" y="67"/>
                    <a:pt x="1518" y="201"/>
                  </a:cubicBezTo>
                  <a:lnTo>
                    <a:pt x="1518" y="448"/>
                  </a:lnTo>
                  <a:cubicBezTo>
                    <a:pt x="1333" y="476"/>
                    <a:pt x="1156" y="553"/>
                    <a:pt x="1008" y="661"/>
                  </a:cubicBezTo>
                  <a:lnTo>
                    <a:pt x="837" y="491"/>
                  </a:lnTo>
                  <a:cubicBezTo>
                    <a:pt x="793" y="446"/>
                    <a:pt x="743" y="427"/>
                    <a:pt x="696" y="427"/>
                  </a:cubicBezTo>
                  <a:cubicBezTo>
                    <a:pt x="541" y="427"/>
                    <a:pt x="407" y="627"/>
                    <a:pt x="551" y="773"/>
                  </a:cubicBezTo>
                  <a:lnTo>
                    <a:pt x="725" y="947"/>
                  </a:lnTo>
                  <a:cubicBezTo>
                    <a:pt x="613" y="1103"/>
                    <a:pt x="540" y="1280"/>
                    <a:pt x="511" y="1472"/>
                  </a:cubicBezTo>
                  <a:lnTo>
                    <a:pt x="269" y="1472"/>
                  </a:lnTo>
                  <a:cubicBezTo>
                    <a:pt x="1" y="1472"/>
                    <a:pt x="1" y="1871"/>
                    <a:pt x="269" y="1871"/>
                  </a:cubicBezTo>
                  <a:lnTo>
                    <a:pt x="511" y="1871"/>
                  </a:lnTo>
                  <a:cubicBezTo>
                    <a:pt x="540" y="2059"/>
                    <a:pt x="613" y="2240"/>
                    <a:pt x="725" y="2396"/>
                  </a:cubicBezTo>
                  <a:lnTo>
                    <a:pt x="551" y="2570"/>
                  </a:lnTo>
                  <a:cubicBezTo>
                    <a:pt x="407" y="2717"/>
                    <a:pt x="541" y="2915"/>
                    <a:pt x="696" y="2915"/>
                  </a:cubicBezTo>
                  <a:cubicBezTo>
                    <a:pt x="744" y="2915"/>
                    <a:pt x="793" y="2896"/>
                    <a:pt x="837" y="2852"/>
                  </a:cubicBezTo>
                  <a:lnTo>
                    <a:pt x="1008" y="2678"/>
                  </a:lnTo>
                  <a:cubicBezTo>
                    <a:pt x="1156" y="2791"/>
                    <a:pt x="1333" y="2863"/>
                    <a:pt x="1518" y="2896"/>
                  </a:cubicBezTo>
                  <a:lnTo>
                    <a:pt x="1518" y="3142"/>
                  </a:lnTo>
                  <a:cubicBezTo>
                    <a:pt x="1518" y="3276"/>
                    <a:pt x="1619" y="3343"/>
                    <a:pt x="1719" y="3343"/>
                  </a:cubicBezTo>
                  <a:cubicBezTo>
                    <a:pt x="1820" y="3343"/>
                    <a:pt x="1920" y="3276"/>
                    <a:pt x="1920" y="3142"/>
                  </a:cubicBezTo>
                  <a:lnTo>
                    <a:pt x="1920" y="2896"/>
                  </a:lnTo>
                  <a:cubicBezTo>
                    <a:pt x="2105" y="2863"/>
                    <a:pt x="2279" y="2791"/>
                    <a:pt x="2431" y="2678"/>
                  </a:cubicBezTo>
                  <a:lnTo>
                    <a:pt x="2601" y="2852"/>
                  </a:lnTo>
                  <a:cubicBezTo>
                    <a:pt x="2645" y="2896"/>
                    <a:pt x="2695" y="2915"/>
                    <a:pt x="2742" y="2915"/>
                  </a:cubicBezTo>
                  <a:cubicBezTo>
                    <a:pt x="2897" y="2915"/>
                    <a:pt x="3031" y="2717"/>
                    <a:pt x="2887" y="2570"/>
                  </a:cubicBezTo>
                  <a:lnTo>
                    <a:pt x="2713" y="2396"/>
                  </a:lnTo>
                  <a:cubicBezTo>
                    <a:pt x="2822" y="2240"/>
                    <a:pt x="2898" y="2059"/>
                    <a:pt x="2927" y="1871"/>
                  </a:cubicBezTo>
                  <a:lnTo>
                    <a:pt x="3166" y="1871"/>
                  </a:lnTo>
                  <a:cubicBezTo>
                    <a:pt x="3433" y="1871"/>
                    <a:pt x="3434" y="1472"/>
                    <a:pt x="3170" y="1472"/>
                  </a:cubicBezTo>
                  <a:cubicBezTo>
                    <a:pt x="3168" y="1472"/>
                    <a:pt x="3167" y="1472"/>
                    <a:pt x="3166" y="1472"/>
                  </a:cubicBezTo>
                  <a:lnTo>
                    <a:pt x="2927" y="1472"/>
                  </a:lnTo>
                  <a:cubicBezTo>
                    <a:pt x="2898" y="1280"/>
                    <a:pt x="2822" y="1103"/>
                    <a:pt x="2713" y="947"/>
                  </a:cubicBezTo>
                  <a:lnTo>
                    <a:pt x="2887" y="773"/>
                  </a:lnTo>
                  <a:cubicBezTo>
                    <a:pt x="3031" y="627"/>
                    <a:pt x="2898" y="427"/>
                    <a:pt x="2743" y="427"/>
                  </a:cubicBezTo>
                  <a:cubicBezTo>
                    <a:pt x="2695" y="427"/>
                    <a:pt x="2645" y="446"/>
                    <a:pt x="2601" y="491"/>
                  </a:cubicBezTo>
                  <a:lnTo>
                    <a:pt x="2431" y="661"/>
                  </a:lnTo>
                  <a:cubicBezTo>
                    <a:pt x="2279" y="553"/>
                    <a:pt x="2105" y="476"/>
                    <a:pt x="1920" y="448"/>
                  </a:cubicBezTo>
                  <a:lnTo>
                    <a:pt x="1920" y="201"/>
                  </a:lnTo>
                  <a:cubicBezTo>
                    <a:pt x="1920" y="67"/>
                    <a:pt x="1820"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88"/>
            <p:cNvSpPr/>
            <p:nvPr/>
          </p:nvSpPr>
          <p:spPr>
            <a:xfrm>
              <a:off x="2909094" y="2510664"/>
              <a:ext cx="38907" cy="33296"/>
            </a:xfrm>
            <a:custGeom>
              <a:rect b="b" l="l" r="r" t="t"/>
              <a:pathLst>
                <a:path extrusionOk="0" h="1270" w="1484">
                  <a:moveTo>
                    <a:pt x="846" y="402"/>
                  </a:moveTo>
                  <a:cubicBezTo>
                    <a:pt x="966" y="402"/>
                    <a:pt x="1082" y="495"/>
                    <a:pt x="1082" y="635"/>
                  </a:cubicBezTo>
                  <a:cubicBezTo>
                    <a:pt x="1082" y="761"/>
                    <a:pt x="980" y="866"/>
                    <a:pt x="853" y="866"/>
                  </a:cubicBezTo>
                  <a:cubicBezTo>
                    <a:pt x="852" y="866"/>
                    <a:pt x="850" y="866"/>
                    <a:pt x="849" y="866"/>
                  </a:cubicBezTo>
                  <a:cubicBezTo>
                    <a:pt x="645" y="866"/>
                    <a:pt x="539" y="619"/>
                    <a:pt x="683" y="472"/>
                  </a:cubicBezTo>
                  <a:cubicBezTo>
                    <a:pt x="730" y="423"/>
                    <a:pt x="789" y="402"/>
                    <a:pt x="846" y="402"/>
                  </a:cubicBezTo>
                  <a:close/>
                  <a:moveTo>
                    <a:pt x="844" y="1"/>
                  </a:moveTo>
                  <a:cubicBezTo>
                    <a:pt x="285" y="1"/>
                    <a:pt x="1" y="680"/>
                    <a:pt x="397" y="1080"/>
                  </a:cubicBezTo>
                  <a:cubicBezTo>
                    <a:pt x="526" y="1211"/>
                    <a:pt x="685" y="1270"/>
                    <a:pt x="842" y="1270"/>
                  </a:cubicBezTo>
                  <a:cubicBezTo>
                    <a:pt x="1167" y="1270"/>
                    <a:pt x="1480" y="1018"/>
                    <a:pt x="1480" y="635"/>
                  </a:cubicBezTo>
                  <a:cubicBezTo>
                    <a:pt x="1484" y="287"/>
                    <a:pt x="1201" y="4"/>
                    <a:pt x="853" y="1"/>
                  </a:cubicBezTo>
                  <a:cubicBezTo>
                    <a:pt x="850" y="1"/>
                    <a:pt x="847" y="1"/>
                    <a:pt x="8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1" name="Google Shape;16921;p88"/>
          <p:cNvGrpSpPr/>
          <p:nvPr/>
        </p:nvGrpSpPr>
        <p:grpSpPr>
          <a:xfrm>
            <a:off x="4023495" y="3789422"/>
            <a:ext cx="346517" cy="358393"/>
            <a:chOff x="4023495" y="3789422"/>
            <a:chExt cx="346517" cy="358393"/>
          </a:xfrm>
        </p:grpSpPr>
        <p:sp>
          <p:nvSpPr>
            <p:cNvPr id="16922" name="Google Shape;16922;p88"/>
            <p:cNvSpPr/>
            <p:nvPr/>
          </p:nvSpPr>
          <p:spPr>
            <a:xfrm>
              <a:off x="4029473" y="3883019"/>
              <a:ext cx="266658" cy="259527"/>
            </a:xfrm>
            <a:custGeom>
              <a:rect b="b" l="l" r="r" t="t"/>
              <a:pathLst>
                <a:path extrusionOk="0" h="9899" w="10171">
                  <a:moveTo>
                    <a:pt x="2373" y="0"/>
                  </a:moveTo>
                  <a:lnTo>
                    <a:pt x="1573" y="421"/>
                  </a:lnTo>
                  <a:lnTo>
                    <a:pt x="1352" y="536"/>
                  </a:lnTo>
                  <a:cubicBezTo>
                    <a:pt x="385" y="1047"/>
                    <a:pt x="1" y="2235"/>
                    <a:pt x="486" y="3213"/>
                  </a:cubicBezTo>
                  <a:cubicBezTo>
                    <a:pt x="1131" y="4513"/>
                    <a:pt x="5658" y="9040"/>
                    <a:pt x="6958" y="9689"/>
                  </a:cubicBezTo>
                  <a:cubicBezTo>
                    <a:pt x="7246" y="9831"/>
                    <a:pt x="7551" y="9898"/>
                    <a:pt x="7852" y="9898"/>
                  </a:cubicBezTo>
                  <a:cubicBezTo>
                    <a:pt x="8578" y="9898"/>
                    <a:pt x="9276" y="9505"/>
                    <a:pt x="9635" y="8819"/>
                  </a:cubicBezTo>
                  <a:lnTo>
                    <a:pt x="9751" y="8602"/>
                  </a:lnTo>
                  <a:lnTo>
                    <a:pt x="10171" y="7802"/>
                  </a:lnTo>
                  <a:lnTo>
                    <a:pt x="7864" y="6509"/>
                  </a:lnTo>
                  <a:lnTo>
                    <a:pt x="7657" y="7008"/>
                  </a:lnTo>
                  <a:cubicBezTo>
                    <a:pt x="7505" y="7378"/>
                    <a:pt x="7151" y="7589"/>
                    <a:pt x="6787" y="7589"/>
                  </a:cubicBezTo>
                  <a:cubicBezTo>
                    <a:pt x="6598" y="7589"/>
                    <a:pt x="6406" y="7532"/>
                    <a:pt x="6238" y="7410"/>
                  </a:cubicBezTo>
                  <a:cubicBezTo>
                    <a:pt x="6009" y="7244"/>
                    <a:pt x="2927" y="4162"/>
                    <a:pt x="2764" y="3937"/>
                  </a:cubicBezTo>
                  <a:cubicBezTo>
                    <a:pt x="2406" y="3445"/>
                    <a:pt x="2605" y="2749"/>
                    <a:pt x="3166" y="2518"/>
                  </a:cubicBezTo>
                  <a:lnTo>
                    <a:pt x="3662" y="2311"/>
                  </a:lnTo>
                  <a:lnTo>
                    <a:pt x="237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88"/>
            <p:cNvSpPr/>
            <p:nvPr/>
          </p:nvSpPr>
          <p:spPr>
            <a:xfrm>
              <a:off x="4070687" y="3883019"/>
              <a:ext cx="54926" cy="70289"/>
            </a:xfrm>
            <a:custGeom>
              <a:rect b="b" l="l" r="r" t="t"/>
              <a:pathLst>
                <a:path extrusionOk="0" h="2681" w="2095">
                  <a:moveTo>
                    <a:pt x="801" y="0"/>
                  </a:moveTo>
                  <a:lnTo>
                    <a:pt x="1" y="421"/>
                  </a:lnTo>
                  <a:lnTo>
                    <a:pt x="1334" y="2681"/>
                  </a:lnTo>
                  <a:cubicBezTo>
                    <a:pt x="1410" y="2612"/>
                    <a:pt x="1500" y="2554"/>
                    <a:pt x="1594" y="2518"/>
                  </a:cubicBezTo>
                  <a:lnTo>
                    <a:pt x="2094" y="2307"/>
                  </a:lnTo>
                  <a:lnTo>
                    <a:pt x="80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88"/>
            <p:cNvSpPr/>
            <p:nvPr/>
          </p:nvSpPr>
          <p:spPr>
            <a:xfrm>
              <a:off x="4225842" y="4053564"/>
              <a:ext cx="70289" cy="54899"/>
            </a:xfrm>
            <a:custGeom>
              <a:rect b="b" l="l" r="r" t="t"/>
              <a:pathLst>
                <a:path extrusionOk="0" h="2094" w="2681">
                  <a:moveTo>
                    <a:pt x="374" y="0"/>
                  </a:moveTo>
                  <a:lnTo>
                    <a:pt x="167" y="500"/>
                  </a:lnTo>
                  <a:cubicBezTo>
                    <a:pt x="127" y="594"/>
                    <a:pt x="69" y="685"/>
                    <a:pt x="1" y="764"/>
                  </a:cubicBezTo>
                  <a:lnTo>
                    <a:pt x="2261" y="2093"/>
                  </a:lnTo>
                  <a:lnTo>
                    <a:pt x="2681" y="1293"/>
                  </a:lnTo>
                  <a:lnTo>
                    <a:pt x="37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88"/>
            <p:cNvSpPr/>
            <p:nvPr/>
          </p:nvSpPr>
          <p:spPr>
            <a:xfrm>
              <a:off x="4170680" y="3794718"/>
              <a:ext cx="199332" cy="207774"/>
            </a:xfrm>
            <a:custGeom>
              <a:rect b="b" l="l" r="r" t="t"/>
              <a:pathLst>
                <a:path extrusionOk="0" h="7925" w="7603">
                  <a:moveTo>
                    <a:pt x="3818" y="1"/>
                  </a:moveTo>
                  <a:cubicBezTo>
                    <a:pt x="3770" y="1"/>
                    <a:pt x="3721" y="2"/>
                    <a:pt x="3673" y="4"/>
                  </a:cubicBezTo>
                  <a:cubicBezTo>
                    <a:pt x="2326" y="58"/>
                    <a:pt x="1123" y="862"/>
                    <a:pt x="562" y="2090"/>
                  </a:cubicBezTo>
                  <a:cubicBezTo>
                    <a:pt x="0" y="3314"/>
                    <a:pt x="174" y="4752"/>
                    <a:pt x="1011" y="5809"/>
                  </a:cubicBezTo>
                  <a:lnTo>
                    <a:pt x="913" y="7925"/>
                  </a:lnTo>
                  <a:lnTo>
                    <a:pt x="2833" y="7030"/>
                  </a:lnTo>
                  <a:cubicBezTo>
                    <a:pt x="3158" y="7123"/>
                    <a:pt x="3489" y="7168"/>
                    <a:pt x="3817" y="7168"/>
                  </a:cubicBezTo>
                  <a:cubicBezTo>
                    <a:pt x="4992" y="7168"/>
                    <a:pt x="6121" y="6588"/>
                    <a:pt x="6798" y="5574"/>
                  </a:cubicBezTo>
                  <a:cubicBezTo>
                    <a:pt x="7548" y="4455"/>
                    <a:pt x="7602" y="3006"/>
                    <a:pt x="6943" y="1833"/>
                  </a:cubicBezTo>
                  <a:cubicBezTo>
                    <a:pt x="6308" y="698"/>
                    <a:pt x="5110" y="1"/>
                    <a:pt x="3818"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88"/>
            <p:cNvSpPr/>
            <p:nvPr/>
          </p:nvSpPr>
          <p:spPr>
            <a:xfrm>
              <a:off x="4076874" y="3859003"/>
              <a:ext cx="79020" cy="98866"/>
            </a:xfrm>
            <a:custGeom>
              <a:rect b="b" l="l" r="r" t="t"/>
              <a:pathLst>
                <a:path extrusionOk="0" h="3771" w="3014">
                  <a:moveTo>
                    <a:pt x="1210" y="0"/>
                  </a:moveTo>
                  <a:lnTo>
                    <a:pt x="0" y="714"/>
                  </a:lnTo>
                  <a:lnTo>
                    <a:pt x="1804" y="3770"/>
                  </a:lnTo>
                  <a:lnTo>
                    <a:pt x="3013" y="3060"/>
                  </a:lnTo>
                  <a:lnTo>
                    <a:pt x="1210"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88"/>
            <p:cNvSpPr/>
            <p:nvPr/>
          </p:nvSpPr>
          <p:spPr>
            <a:xfrm>
              <a:off x="4221280" y="4023177"/>
              <a:ext cx="98971" cy="79020"/>
            </a:xfrm>
            <a:custGeom>
              <a:rect b="b" l="l" r="r" t="t"/>
              <a:pathLst>
                <a:path extrusionOk="0" h="3014" w="3775">
                  <a:moveTo>
                    <a:pt x="714" y="0"/>
                  </a:moveTo>
                  <a:lnTo>
                    <a:pt x="1" y="1213"/>
                  </a:lnTo>
                  <a:lnTo>
                    <a:pt x="3061" y="3013"/>
                  </a:lnTo>
                  <a:lnTo>
                    <a:pt x="3775" y="1804"/>
                  </a:lnTo>
                  <a:lnTo>
                    <a:pt x="714"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88"/>
            <p:cNvSpPr/>
            <p:nvPr/>
          </p:nvSpPr>
          <p:spPr>
            <a:xfrm>
              <a:off x="4162422" y="3789422"/>
              <a:ext cx="207590" cy="218392"/>
            </a:xfrm>
            <a:custGeom>
              <a:rect b="b" l="l" r="r" t="t"/>
              <a:pathLst>
                <a:path extrusionOk="0" h="8330" w="7918">
                  <a:moveTo>
                    <a:pt x="4130" y="1"/>
                  </a:moveTo>
                  <a:cubicBezTo>
                    <a:pt x="3116" y="1"/>
                    <a:pt x="2112" y="407"/>
                    <a:pt x="1377" y="1191"/>
                  </a:cubicBezTo>
                  <a:cubicBezTo>
                    <a:pt x="109" y="2538"/>
                    <a:pt x="0" y="4603"/>
                    <a:pt x="1119" y="6077"/>
                  </a:cubicBezTo>
                  <a:lnTo>
                    <a:pt x="1025" y="8119"/>
                  </a:lnTo>
                  <a:cubicBezTo>
                    <a:pt x="1020" y="8241"/>
                    <a:pt x="1117" y="8330"/>
                    <a:pt x="1227" y="8330"/>
                  </a:cubicBezTo>
                  <a:cubicBezTo>
                    <a:pt x="1255" y="8330"/>
                    <a:pt x="1283" y="8324"/>
                    <a:pt x="1311" y="8311"/>
                  </a:cubicBezTo>
                  <a:lnTo>
                    <a:pt x="3162" y="7446"/>
                  </a:lnTo>
                  <a:cubicBezTo>
                    <a:pt x="3488" y="7531"/>
                    <a:pt x="3813" y="7572"/>
                    <a:pt x="4132" y="7572"/>
                  </a:cubicBezTo>
                  <a:cubicBezTo>
                    <a:pt x="6079" y="7572"/>
                    <a:pt x="7789" y="6056"/>
                    <a:pt x="7910" y="4005"/>
                  </a:cubicBezTo>
                  <a:cubicBezTo>
                    <a:pt x="7917" y="3893"/>
                    <a:pt x="7834" y="3799"/>
                    <a:pt x="7722" y="3791"/>
                  </a:cubicBezTo>
                  <a:cubicBezTo>
                    <a:pt x="7717" y="3791"/>
                    <a:pt x="7713" y="3791"/>
                    <a:pt x="7709" y="3791"/>
                  </a:cubicBezTo>
                  <a:cubicBezTo>
                    <a:pt x="7606" y="3791"/>
                    <a:pt x="7519" y="3872"/>
                    <a:pt x="7512" y="3980"/>
                  </a:cubicBezTo>
                  <a:cubicBezTo>
                    <a:pt x="7407" y="5818"/>
                    <a:pt x="5874" y="7171"/>
                    <a:pt x="4137" y="7171"/>
                  </a:cubicBezTo>
                  <a:cubicBezTo>
                    <a:pt x="3831" y="7171"/>
                    <a:pt x="3518" y="7129"/>
                    <a:pt x="3206" y="7040"/>
                  </a:cubicBezTo>
                  <a:cubicBezTo>
                    <a:pt x="3187" y="7034"/>
                    <a:pt x="3167" y="7031"/>
                    <a:pt x="3148" y="7031"/>
                  </a:cubicBezTo>
                  <a:cubicBezTo>
                    <a:pt x="3119" y="7031"/>
                    <a:pt x="3090" y="7038"/>
                    <a:pt x="3064" y="7051"/>
                  </a:cubicBezTo>
                  <a:lnTo>
                    <a:pt x="1445" y="7808"/>
                  </a:lnTo>
                  <a:lnTo>
                    <a:pt x="1525" y="6022"/>
                  </a:lnTo>
                  <a:cubicBezTo>
                    <a:pt x="1525" y="5972"/>
                    <a:pt x="1511" y="5925"/>
                    <a:pt x="1482" y="5888"/>
                  </a:cubicBezTo>
                  <a:cubicBezTo>
                    <a:pt x="105" y="4154"/>
                    <a:pt x="739" y="1589"/>
                    <a:pt x="2760" y="691"/>
                  </a:cubicBezTo>
                  <a:cubicBezTo>
                    <a:pt x="3209" y="493"/>
                    <a:pt x="3674" y="400"/>
                    <a:pt x="4128" y="400"/>
                  </a:cubicBezTo>
                  <a:cubicBezTo>
                    <a:pt x="5720" y="400"/>
                    <a:pt x="7189" y="1537"/>
                    <a:pt x="7468" y="3234"/>
                  </a:cubicBezTo>
                  <a:cubicBezTo>
                    <a:pt x="7487" y="3350"/>
                    <a:pt x="7574" y="3402"/>
                    <a:pt x="7662" y="3402"/>
                  </a:cubicBezTo>
                  <a:cubicBezTo>
                    <a:pt x="7774" y="3402"/>
                    <a:pt x="7887" y="3317"/>
                    <a:pt x="7863" y="3168"/>
                  </a:cubicBezTo>
                  <a:cubicBezTo>
                    <a:pt x="7693" y="2140"/>
                    <a:pt x="7103" y="1224"/>
                    <a:pt x="6233" y="640"/>
                  </a:cubicBezTo>
                  <a:cubicBezTo>
                    <a:pt x="5591" y="210"/>
                    <a:pt x="4858" y="1"/>
                    <a:pt x="41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88"/>
            <p:cNvSpPr/>
            <p:nvPr/>
          </p:nvSpPr>
          <p:spPr>
            <a:xfrm>
              <a:off x="4023495" y="3853655"/>
              <a:ext cx="302733" cy="294160"/>
            </a:xfrm>
            <a:custGeom>
              <a:rect b="b" l="l" r="r" t="t"/>
              <a:pathLst>
                <a:path extrusionOk="0" h="11220" w="11547">
                  <a:moveTo>
                    <a:pt x="8327" y="6745"/>
                  </a:moveTo>
                  <a:lnTo>
                    <a:pt x="11043" y="8342"/>
                  </a:lnTo>
                  <a:lnTo>
                    <a:pt x="10536" y="9208"/>
                  </a:lnTo>
                  <a:lnTo>
                    <a:pt x="7820" y="7611"/>
                  </a:lnTo>
                  <a:lnTo>
                    <a:pt x="8327" y="6745"/>
                  </a:lnTo>
                  <a:close/>
                  <a:moveTo>
                    <a:pt x="3247" y="0"/>
                  </a:moveTo>
                  <a:cubicBezTo>
                    <a:pt x="3213" y="0"/>
                    <a:pt x="3179" y="9"/>
                    <a:pt x="3148" y="27"/>
                  </a:cubicBezTo>
                  <a:lnTo>
                    <a:pt x="1938" y="740"/>
                  </a:lnTo>
                  <a:cubicBezTo>
                    <a:pt x="1841" y="794"/>
                    <a:pt x="1812" y="918"/>
                    <a:pt x="1866" y="1015"/>
                  </a:cubicBezTo>
                  <a:lnTo>
                    <a:pt x="1985" y="1218"/>
                  </a:lnTo>
                  <a:lnTo>
                    <a:pt x="1489" y="1479"/>
                  </a:lnTo>
                  <a:cubicBezTo>
                    <a:pt x="425" y="2037"/>
                    <a:pt x="1" y="3344"/>
                    <a:pt x="533" y="4423"/>
                  </a:cubicBezTo>
                  <a:cubicBezTo>
                    <a:pt x="881" y="5122"/>
                    <a:pt x="2225" y="6604"/>
                    <a:pt x="3365" y="7755"/>
                  </a:cubicBezTo>
                  <a:cubicBezTo>
                    <a:pt x="3409" y="7801"/>
                    <a:pt x="3458" y="7819"/>
                    <a:pt x="3505" y="7819"/>
                  </a:cubicBezTo>
                  <a:cubicBezTo>
                    <a:pt x="3658" y="7819"/>
                    <a:pt x="3792" y="7620"/>
                    <a:pt x="3648" y="7473"/>
                  </a:cubicBezTo>
                  <a:cubicBezTo>
                    <a:pt x="2243" y="6053"/>
                    <a:pt x="1160" y="4786"/>
                    <a:pt x="892" y="4246"/>
                  </a:cubicBezTo>
                  <a:cubicBezTo>
                    <a:pt x="461" y="3362"/>
                    <a:pt x="808" y="2294"/>
                    <a:pt x="1674" y="1834"/>
                  </a:cubicBezTo>
                  <a:lnTo>
                    <a:pt x="2188" y="1562"/>
                  </a:lnTo>
                  <a:lnTo>
                    <a:pt x="3304" y="3456"/>
                  </a:lnTo>
                  <a:cubicBezTo>
                    <a:pt x="2630" y="3743"/>
                    <a:pt x="2395" y="4579"/>
                    <a:pt x="2829" y="5173"/>
                  </a:cubicBezTo>
                  <a:cubicBezTo>
                    <a:pt x="3010" y="5419"/>
                    <a:pt x="6100" y="8512"/>
                    <a:pt x="6346" y="8693"/>
                  </a:cubicBezTo>
                  <a:cubicBezTo>
                    <a:pt x="6550" y="8840"/>
                    <a:pt x="6783" y="8909"/>
                    <a:pt x="7012" y="8909"/>
                  </a:cubicBezTo>
                  <a:cubicBezTo>
                    <a:pt x="7449" y="8909"/>
                    <a:pt x="7873" y="8659"/>
                    <a:pt x="8063" y="8219"/>
                  </a:cubicBezTo>
                  <a:lnTo>
                    <a:pt x="9953" y="9331"/>
                  </a:lnTo>
                  <a:lnTo>
                    <a:pt x="9682" y="9845"/>
                  </a:lnTo>
                  <a:cubicBezTo>
                    <a:pt x="9355" y="10462"/>
                    <a:pt x="8725" y="10816"/>
                    <a:pt x="8070" y="10816"/>
                  </a:cubicBezTo>
                  <a:cubicBezTo>
                    <a:pt x="7802" y="10816"/>
                    <a:pt x="7530" y="10756"/>
                    <a:pt x="7273" y="10631"/>
                  </a:cubicBezTo>
                  <a:cubicBezTo>
                    <a:pt x="6752" y="10370"/>
                    <a:pt x="5575" y="9374"/>
                    <a:pt x="4206" y="8034"/>
                  </a:cubicBezTo>
                  <a:cubicBezTo>
                    <a:pt x="4162" y="7991"/>
                    <a:pt x="4114" y="7973"/>
                    <a:pt x="4067" y="7973"/>
                  </a:cubicBezTo>
                  <a:cubicBezTo>
                    <a:pt x="3912" y="7973"/>
                    <a:pt x="3779" y="8175"/>
                    <a:pt x="3927" y="8320"/>
                  </a:cubicBezTo>
                  <a:cubicBezTo>
                    <a:pt x="5346" y="9708"/>
                    <a:pt x="6531" y="10707"/>
                    <a:pt x="7096" y="10990"/>
                  </a:cubicBezTo>
                  <a:cubicBezTo>
                    <a:pt x="7411" y="11145"/>
                    <a:pt x="7746" y="11219"/>
                    <a:pt x="8076" y="11219"/>
                  </a:cubicBezTo>
                  <a:cubicBezTo>
                    <a:pt x="8874" y="11219"/>
                    <a:pt x="9643" y="10787"/>
                    <a:pt x="10040" y="10033"/>
                  </a:cubicBezTo>
                  <a:lnTo>
                    <a:pt x="10301" y="9534"/>
                  </a:lnTo>
                  <a:lnTo>
                    <a:pt x="10504" y="9657"/>
                  </a:lnTo>
                  <a:cubicBezTo>
                    <a:pt x="10535" y="9675"/>
                    <a:pt x="10569" y="9683"/>
                    <a:pt x="10603" y="9683"/>
                  </a:cubicBezTo>
                  <a:cubicBezTo>
                    <a:pt x="10672" y="9683"/>
                    <a:pt x="10740" y="9648"/>
                    <a:pt x="10779" y="9584"/>
                  </a:cubicBezTo>
                  <a:lnTo>
                    <a:pt x="11489" y="8375"/>
                  </a:lnTo>
                  <a:cubicBezTo>
                    <a:pt x="11547" y="8277"/>
                    <a:pt x="11514" y="8157"/>
                    <a:pt x="11420" y="8099"/>
                  </a:cubicBezTo>
                  <a:lnTo>
                    <a:pt x="8360" y="6299"/>
                  </a:lnTo>
                  <a:cubicBezTo>
                    <a:pt x="8328" y="6280"/>
                    <a:pt x="8293" y="6271"/>
                    <a:pt x="8258" y="6271"/>
                  </a:cubicBezTo>
                  <a:cubicBezTo>
                    <a:pt x="8190" y="6271"/>
                    <a:pt x="8124" y="6306"/>
                    <a:pt x="8088" y="6368"/>
                  </a:cubicBezTo>
                  <a:lnTo>
                    <a:pt x="7375" y="7578"/>
                  </a:lnTo>
                  <a:cubicBezTo>
                    <a:pt x="7320" y="7676"/>
                    <a:pt x="7349" y="7799"/>
                    <a:pt x="7447" y="7853"/>
                  </a:cubicBezTo>
                  <a:lnTo>
                    <a:pt x="7719" y="8013"/>
                  </a:lnTo>
                  <a:lnTo>
                    <a:pt x="7701" y="8049"/>
                  </a:lnTo>
                  <a:cubicBezTo>
                    <a:pt x="7581" y="8340"/>
                    <a:pt x="7303" y="8507"/>
                    <a:pt x="7016" y="8507"/>
                  </a:cubicBezTo>
                  <a:cubicBezTo>
                    <a:pt x="6868" y="8507"/>
                    <a:pt x="6717" y="8462"/>
                    <a:pt x="6585" y="8367"/>
                  </a:cubicBezTo>
                  <a:cubicBezTo>
                    <a:pt x="6364" y="8205"/>
                    <a:pt x="3318" y="5155"/>
                    <a:pt x="3155" y="4934"/>
                  </a:cubicBezTo>
                  <a:cubicBezTo>
                    <a:pt x="2876" y="4547"/>
                    <a:pt x="3032" y="4003"/>
                    <a:pt x="3470" y="3819"/>
                  </a:cubicBezTo>
                  <a:lnTo>
                    <a:pt x="3510" y="3804"/>
                  </a:lnTo>
                  <a:lnTo>
                    <a:pt x="3666" y="4076"/>
                  </a:lnTo>
                  <a:cubicBezTo>
                    <a:pt x="3705" y="4139"/>
                    <a:pt x="3773" y="4174"/>
                    <a:pt x="3842" y="4174"/>
                  </a:cubicBezTo>
                  <a:cubicBezTo>
                    <a:pt x="3876" y="4174"/>
                    <a:pt x="3910" y="4166"/>
                    <a:pt x="3941" y="4148"/>
                  </a:cubicBezTo>
                  <a:lnTo>
                    <a:pt x="5151" y="3435"/>
                  </a:lnTo>
                  <a:cubicBezTo>
                    <a:pt x="5245" y="3377"/>
                    <a:pt x="5278" y="3254"/>
                    <a:pt x="5223" y="3159"/>
                  </a:cubicBezTo>
                  <a:lnTo>
                    <a:pt x="4358" y="1693"/>
                  </a:lnTo>
                  <a:cubicBezTo>
                    <a:pt x="4316" y="1620"/>
                    <a:pt x="4253" y="1590"/>
                    <a:pt x="4191" y="1590"/>
                  </a:cubicBezTo>
                  <a:cubicBezTo>
                    <a:pt x="4054" y="1590"/>
                    <a:pt x="3919" y="1736"/>
                    <a:pt x="4014" y="1895"/>
                  </a:cubicBezTo>
                  <a:lnTo>
                    <a:pt x="4778" y="3192"/>
                  </a:lnTo>
                  <a:lnTo>
                    <a:pt x="3912" y="3699"/>
                  </a:lnTo>
                  <a:lnTo>
                    <a:pt x="2311" y="983"/>
                  </a:lnTo>
                  <a:lnTo>
                    <a:pt x="3177" y="476"/>
                  </a:lnTo>
                  <a:lnTo>
                    <a:pt x="3612" y="1215"/>
                  </a:lnTo>
                  <a:cubicBezTo>
                    <a:pt x="3654" y="1285"/>
                    <a:pt x="3717" y="1315"/>
                    <a:pt x="3779" y="1315"/>
                  </a:cubicBezTo>
                  <a:cubicBezTo>
                    <a:pt x="3917" y="1315"/>
                    <a:pt x="4052" y="1169"/>
                    <a:pt x="3959" y="1012"/>
                  </a:cubicBezTo>
                  <a:lnTo>
                    <a:pt x="3420" y="99"/>
                  </a:lnTo>
                  <a:cubicBezTo>
                    <a:pt x="3383" y="36"/>
                    <a:pt x="3316" y="0"/>
                    <a:pt x="3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88"/>
            <p:cNvSpPr/>
            <p:nvPr/>
          </p:nvSpPr>
          <p:spPr>
            <a:xfrm>
              <a:off x="4204579" y="3813044"/>
              <a:ext cx="139687" cy="145166"/>
            </a:xfrm>
            <a:custGeom>
              <a:rect b="b" l="l" r="r" t="t"/>
              <a:pathLst>
                <a:path extrusionOk="0" h="5537" w="5328">
                  <a:moveTo>
                    <a:pt x="3291" y="0"/>
                  </a:moveTo>
                  <a:cubicBezTo>
                    <a:pt x="3154" y="0"/>
                    <a:pt x="3019" y="147"/>
                    <a:pt x="3111" y="304"/>
                  </a:cubicBezTo>
                  <a:lnTo>
                    <a:pt x="3289" y="605"/>
                  </a:lnTo>
                  <a:cubicBezTo>
                    <a:pt x="3032" y="523"/>
                    <a:pt x="2773" y="485"/>
                    <a:pt x="2521" y="485"/>
                  </a:cubicBezTo>
                  <a:cubicBezTo>
                    <a:pt x="1178" y="485"/>
                    <a:pt x="0" y="1574"/>
                    <a:pt x="0" y="3010"/>
                  </a:cubicBezTo>
                  <a:lnTo>
                    <a:pt x="4" y="3014"/>
                  </a:lnTo>
                  <a:cubicBezTo>
                    <a:pt x="1" y="4424"/>
                    <a:pt x="1150" y="5537"/>
                    <a:pt x="2519" y="5537"/>
                  </a:cubicBezTo>
                  <a:cubicBezTo>
                    <a:pt x="2617" y="5537"/>
                    <a:pt x="2715" y="5531"/>
                    <a:pt x="2814" y="5520"/>
                  </a:cubicBezTo>
                  <a:cubicBezTo>
                    <a:pt x="4314" y="5346"/>
                    <a:pt x="5328" y="3904"/>
                    <a:pt x="4984" y="2438"/>
                  </a:cubicBezTo>
                  <a:cubicBezTo>
                    <a:pt x="4960" y="2327"/>
                    <a:pt x="4876" y="2279"/>
                    <a:pt x="4792" y="2279"/>
                  </a:cubicBezTo>
                  <a:cubicBezTo>
                    <a:pt x="4674" y="2279"/>
                    <a:pt x="4555" y="2374"/>
                    <a:pt x="4593" y="2528"/>
                  </a:cubicBezTo>
                  <a:cubicBezTo>
                    <a:pt x="4814" y="3466"/>
                    <a:pt x="4372" y="4437"/>
                    <a:pt x="3517" y="4886"/>
                  </a:cubicBezTo>
                  <a:cubicBezTo>
                    <a:pt x="3204" y="5053"/>
                    <a:pt x="2864" y="5133"/>
                    <a:pt x="2526" y="5133"/>
                  </a:cubicBezTo>
                  <a:cubicBezTo>
                    <a:pt x="1947" y="5133"/>
                    <a:pt x="1376" y="4895"/>
                    <a:pt x="964" y="4444"/>
                  </a:cubicBezTo>
                  <a:cubicBezTo>
                    <a:pt x="312" y="3734"/>
                    <a:pt x="221" y="2673"/>
                    <a:pt x="746" y="1862"/>
                  </a:cubicBezTo>
                  <a:cubicBezTo>
                    <a:pt x="1144" y="1244"/>
                    <a:pt x="1821" y="890"/>
                    <a:pt x="2526" y="890"/>
                  </a:cubicBezTo>
                  <a:cubicBezTo>
                    <a:pt x="2747" y="890"/>
                    <a:pt x="2970" y="925"/>
                    <a:pt x="3188" y="996"/>
                  </a:cubicBezTo>
                  <a:lnTo>
                    <a:pt x="2764" y="1094"/>
                  </a:lnTo>
                  <a:cubicBezTo>
                    <a:pt x="2522" y="1151"/>
                    <a:pt x="2582" y="1492"/>
                    <a:pt x="2800" y="1492"/>
                  </a:cubicBezTo>
                  <a:cubicBezTo>
                    <a:pt x="2817" y="1492"/>
                    <a:pt x="2835" y="1490"/>
                    <a:pt x="2854" y="1485"/>
                  </a:cubicBezTo>
                  <a:lnTo>
                    <a:pt x="3836" y="1257"/>
                  </a:lnTo>
                  <a:cubicBezTo>
                    <a:pt x="3966" y="1228"/>
                    <a:pt x="4028" y="1080"/>
                    <a:pt x="3963" y="960"/>
                  </a:cubicBezTo>
                  <a:lnTo>
                    <a:pt x="3456" y="102"/>
                  </a:lnTo>
                  <a:cubicBezTo>
                    <a:pt x="3414" y="30"/>
                    <a:pt x="3352" y="0"/>
                    <a:pt x="32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88"/>
            <p:cNvSpPr/>
            <p:nvPr/>
          </p:nvSpPr>
          <p:spPr>
            <a:xfrm>
              <a:off x="4237430" y="3865820"/>
              <a:ext cx="41424" cy="51701"/>
            </a:xfrm>
            <a:custGeom>
              <a:rect b="b" l="l" r="r" t="t"/>
              <a:pathLst>
                <a:path extrusionOk="0" h="1972" w="1580">
                  <a:moveTo>
                    <a:pt x="700" y="1"/>
                  </a:moveTo>
                  <a:cubicBezTo>
                    <a:pt x="352" y="1"/>
                    <a:pt x="62" y="278"/>
                    <a:pt x="55" y="631"/>
                  </a:cubicBezTo>
                  <a:cubicBezTo>
                    <a:pt x="55" y="763"/>
                    <a:pt x="155" y="829"/>
                    <a:pt x="256" y="829"/>
                  </a:cubicBezTo>
                  <a:cubicBezTo>
                    <a:pt x="356" y="829"/>
                    <a:pt x="457" y="763"/>
                    <a:pt x="457" y="631"/>
                  </a:cubicBezTo>
                  <a:cubicBezTo>
                    <a:pt x="464" y="502"/>
                    <a:pt x="569" y="403"/>
                    <a:pt x="694" y="403"/>
                  </a:cubicBezTo>
                  <a:cubicBezTo>
                    <a:pt x="698" y="403"/>
                    <a:pt x="702" y="403"/>
                    <a:pt x="707" y="403"/>
                  </a:cubicBezTo>
                  <a:lnTo>
                    <a:pt x="779" y="403"/>
                  </a:lnTo>
                  <a:cubicBezTo>
                    <a:pt x="782" y="403"/>
                    <a:pt x="785" y="402"/>
                    <a:pt x="787" y="402"/>
                  </a:cubicBezTo>
                  <a:cubicBezTo>
                    <a:pt x="817" y="402"/>
                    <a:pt x="846" y="420"/>
                    <a:pt x="862" y="450"/>
                  </a:cubicBezTo>
                  <a:cubicBezTo>
                    <a:pt x="873" y="468"/>
                    <a:pt x="873" y="497"/>
                    <a:pt x="859" y="515"/>
                  </a:cubicBezTo>
                  <a:lnTo>
                    <a:pt x="87" y="1660"/>
                  </a:lnTo>
                  <a:cubicBezTo>
                    <a:pt x="1" y="1794"/>
                    <a:pt x="95" y="1971"/>
                    <a:pt x="254" y="1971"/>
                  </a:cubicBezTo>
                  <a:lnTo>
                    <a:pt x="1312" y="1971"/>
                  </a:lnTo>
                  <a:cubicBezTo>
                    <a:pt x="1580" y="1971"/>
                    <a:pt x="1580" y="1573"/>
                    <a:pt x="1312" y="1573"/>
                  </a:cubicBezTo>
                  <a:lnTo>
                    <a:pt x="634" y="1573"/>
                  </a:lnTo>
                  <a:lnTo>
                    <a:pt x="1196" y="740"/>
                  </a:lnTo>
                  <a:cubicBezTo>
                    <a:pt x="1293" y="595"/>
                    <a:pt x="1301" y="410"/>
                    <a:pt x="1221" y="262"/>
                  </a:cubicBezTo>
                  <a:cubicBezTo>
                    <a:pt x="1134" y="99"/>
                    <a:pt x="964" y="1"/>
                    <a:pt x="783" y="1"/>
                  </a:cubicBezTo>
                  <a:lnTo>
                    <a:pt x="707" y="1"/>
                  </a:lnTo>
                  <a:cubicBezTo>
                    <a:pt x="704" y="1"/>
                    <a:pt x="702" y="1"/>
                    <a:pt x="7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88"/>
            <p:cNvSpPr/>
            <p:nvPr/>
          </p:nvSpPr>
          <p:spPr>
            <a:xfrm>
              <a:off x="4276179" y="3865846"/>
              <a:ext cx="29075" cy="51675"/>
            </a:xfrm>
            <a:custGeom>
              <a:rect b="b" l="l" r="r" t="t"/>
              <a:pathLst>
                <a:path extrusionOk="0" h="1971" w="1109">
                  <a:moveTo>
                    <a:pt x="199" y="1"/>
                  </a:moveTo>
                  <a:cubicBezTo>
                    <a:pt x="100" y="1"/>
                    <a:pt x="0" y="67"/>
                    <a:pt x="0" y="199"/>
                  </a:cubicBezTo>
                  <a:lnTo>
                    <a:pt x="0" y="1032"/>
                  </a:lnTo>
                  <a:cubicBezTo>
                    <a:pt x="0" y="1144"/>
                    <a:pt x="87" y="1235"/>
                    <a:pt x="199" y="1235"/>
                  </a:cubicBezTo>
                  <a:lnTo>
                    <a:pt x="710" y="1235"/>
                  </a:lnTo>
                  <a:lnTo>
                    <a:pt x="710" y="1771"/>
                  </a:lnTo>
                  <a:cubicBezTo>
                    <a:pt x="710" y="1880"/>
                    <a:pt x="797" y="1970"/>
                    <a:pt x="909" y="1970"/>
                  </a:cubicBezTo>
                  <a:cubicBezTo>
                    <a:pt x="1018" y="1970"/>
                    <a:pt x="1108" y="1883"/>
                    <a:pt x="1108" y="1771"/>
                  </a:cubicBezTo>
                  <a:lnTo>
                    <a:pt x="1108" y="199"/>
                  </a:lnTo>
                  <a:cubicBezTo>
                    <a:pt x="1108" y="67"/>
                    <a:pt x="1009" y="1"/>
                    <a:pt x="909" y="1"/>
                  </a:cubicBezTo>
                  <a:cubicBezTo>
                    <a:pt x="810" y="1"/>
                    <a:pt x="710" y="67"/>
                    <a:pt x="710" y="199"/>
                  </a:cubicBezTo>
                  <a:lnTo>
                    <a:pt x="710" y="833"/>
                  </a:lnTo>
                  <a:lnTo>
                    <a:pt x="399" y="833"/>
                  </a:lnTo>
                  <a:lnTo>
                    <a:pt x="399" y="199"/>
                  </a:lnTo>
                  <a:cubicBezTo>
                    <a:pt x="399" y="67"/>
                    <a:pt x="299" y="1"/>
                    <a:pt x="1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3" name="Google Shape;16933;p88"/>
          <p:cNvGrpSpPr/>
          <p:nvPr/>
        </p:nvGrpSpPr>
        <p:grpSpPr>
          <a:xfrm>
            <a:off x="2189266" y="1987808"/>
            <a:ext cx="365341" cy="358813"/>
            <a:chOff x="2189266" y="1987808"/>
            <a:chExt cx="365341" cy="358813"/>
          </a:xfrm>
        </p:grpSpPr>
        <p:sp>
          <p:nvSpPr>
            <p:cNvPr id="16934" name="Google Shape;16934;p88"/>
            <p:cNvSpPr/>
            <p:nvPr/>
          </p:nvSpPr>
          <p:spPr>
            <a:xfrm>
              <a:off x="2284541" y="2096768"/>
              <a:ext cx="233808" cy="217841"/>
            </a:xfrm>
            <a:custGeom>
              <a:rect b="b" l="l" r="r" t="t"/>
              <a:pathLst>
                <a:path extrusionOk="0" h="8309" w="8918">
                  <a:moveTo>
                    <a:pt x="3810" y="0"/>
                  </a:moveTo>
                  <a:cubicBezTo>
                    <a:pt x="3336" y="0"/>
                    <a:pt x="2851" y="107"/>
                    <a:pt x="2387" y="338"/>
                  </a:cubicBezTo>
                  <a:cubicBezTo>
                    <a:pt x="428" y="1312"/>
                    <a:pt x="1" y="3923"/>
                    <a:pt x="1551" y="5470"/>
                  </a:cubicBezTo>
                  <a:cubicBezTo>
                    <a:pt x="2051" y="5969"/>
                    <a:pt x="2702" y="6292"/>
                    <a:pt x="3405" y="6379"/>
                  </a:cubicBezTo>
                  <a:cubicBezTo>
                    <a:pt x="4350" y="6505"/>
                    <a:pt x="5241" y="6904"/>
                    <a:pt x="5962" y="7527"/>
                  </a:cubicBezTo>
                  <a:cubicBezTo>
                    <a:pt x="6067" y="7614"/>
                    <a:pt x="6168" y="7708"/>
                    <a:pt x="6266" y="7806"/>
                  </a:cubicBezTo>
                  <a:lnTo>
                    <a:pt x="6773" y="8309"/>
                  </a:lnTo>
                  <a:lnTo>
                    <a:pt x="8917" y="6161"/>
                  </a:lnTo>
                  <a:lnTo>
                    <a:pt x="8385" y="5625"/>
                  </a:lnTo>
                  <a:cubicBezTo>
                    <a:pt x="8294" y="5538"/>
                    <a:pt x="8211" y="5448"/>
                    <a:pt x="8131" y="5354"/>
                  </a:cubicBezTo>
                  <a:cubicBezTo>
                    <a:pt x="7508" y="4618"/>
                    <a:pt x="7110" y="3724"/>
                    <a:pt x="6983" y="2768"/>
                  </a:cubicBezTo>
                  <a:cubicBezTo>
                    <a:pt x="6757" y="1112"/>
                    <a:pt x="5340" y="0"/>
                    <a:pt x="381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88"/>
            <p:cNvSpPr/>
            <p:nvPr/>
          </p:nvSpPr>
          <p:spPr>
            <a:xfrm>
              <a:off x="2294897" y="2110532"/>
              <a:ext cx="191545" cy="204077"/>
            </a:xfrm>
            <a:custGeom>
              <a:rect b="b" l="l" r="r" t="t"/>
              <a:pathLst>
                <a:path extrusionOk="0" h="7784" w="7306">
                  <a:moveTo>
                    <a:pt x="1670" y="1"/>
                  </a:moveTo>
                  <a:cubicBezTo>
                    <a:pt x="547" y="736"/>
                    <a:pt x="0" y="2091"/>
                    <a:pt x="301" y="3394"/>
                  </a:cubicBezTo>
                  <a:cubicBezTo>
                    <a:pt x="602" y="4702"/>
                    <a:pt x="1681" y="5683"/>
                    <a:pt x="3010" y="5854"/>
                  </a:cubicBezTo>
                  <a:cubicBezTo>
                    <a:pt x="3955" y="5980"/>
                    <a:pt x="4846" y="6379"/>
                    <a:pt x="5567" y="7002"/>
                  </a:cubicBezTo>
                  <a:cubicBezTo>
                    <a:pt x="5672" y="7092"/>
                    <a:pt x="5773" y="7186"/>
                    <a:pt x="5871" y="7281"/>
                  </a:cubicBezTo>
                  <a:lnTo>
                    <a:pt x="6378" y="7784"/>
                  </a:lnTo>
                  <a:lnTo>
                    <a:pt x="7305" y="6857"/>
                  </a:lnTo>
                  <a:lnTo>
                    <a:pt x="6802" y="6353"/>
                  </a:lnTo>
                  <a:cubicBezTo>
                    <a:pt x="6701" y="6256"/>
                    <a:pt x="6599" y="6161"/>
                    <a:pt x="6494" y="6075"/>
                  </a:cubicBezTo>
                  <a:cubicBezTo>
                    <a:pt x="5773" y="5452"/>
                    <a:pt x="4882" y="5053"/>
                    <a:pt x="3937" y="4926"/>
                  </a:cubicBezTo>
                  <a:cubicBezTo>
                    <a:pt x="1598" y="4622"/>
                    <a:pt x="377" y="1978"/>
                    <a:pt x="16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88"/>
            <p:cNvSpPr/>
            <p:nvPr/>
          </p:nvSpPr>
          <p:spPr>
            <a:xfrm>
              <a:off x="2384062" y="2207589"/>
              <a:ext cx="29652" cy="29652"/>
            </a:xfrm>
            <a:custGeom>
              <a:rect b="b" l="l" r="r" t="t"/>
              <a:pathLst>
                <a:path extrusionOk="0" h="1131" w="1131">
                  <a:moveTo>
                    <a:pt x="565" y="0"/>
                  </a:moveTo>
                  <a:cubicBezTo>
                    <a:pt x="254" y="0"/>
                    <a:pt x="0" y="254"/>
                    <a:pt x="0" y="565"/>
                  </a:cubicBezTo>
                  <a:cubicBezTo>
                    <a:pt x="0" y="877"/>
                    <a:pt x="254" y="1130"/>
                    <a:pt x="565" y="1130"/>
                  </a:cubicBezTo>
                  <a:cubicBezTo>
                    <a:pt x="877" y="1130"/>
                    <a:pt x="1130" y="877"/>
                    <a:pt x="1130" y="565"/>
                  </a:cubicBezTo>
                  <a:cubicBezTo>
                    <a:pt x="1130" y="254"/>
                    <a:pt x="877" y="0"/>
                    <a:pt x="5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88"/>
            <p:cNvSpPr/>
            <p:nvPr/>
          </p:nvSpPr>
          <p:spPr>
            <a:xfrm>
              <a:off x="2411591" y="2180140"/>
              <a:ext cx="29652" cy="29652"/>
            </a:xfrm>
            <a:custGeom>
              <a:rect b="b" l="l" r="r" t="t"/>
              <a:pathLst>
                <a:path extrusionOk="0" h="1131" w="1131">
                  <a:moveTo>
                    <a:pt x="565" y="1"/>
                  </a:moveTo>
                  <a:cubicBezTo>
                    <a:pt x="250" y="1"/>
                    <a:pt x="0" y="251"/>
                    <a:pt x="0" y="566"/>
                  </a:cubicBezTo>
                  <a:cubicBezTo>
                    <a:pt x="0" y="877"/>
                    <a:pt x="250" y="1131"/>
                    <a:pt x="565" y="1131"/>
                  </a:cubicBezTo>
                  <a:cubicBezTo>
                    <a:pt x="877" y="1131"/>
                    <a:pt x="1130" y="877"/>
                    <a:pt x="1130" y="566"/>
                  </a:cubicBezTo>
                  <a:cubicBezTo>
                    <a:pt x="1130" y="251"/>
                    <a:pt x="877" y="1"/>
                    <a:pt x="56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88"/>
            <p:cNvSpPr/>
            <p:nvPr/>
          </p:nvSpPr>
          <p:spPr>
            <a:xfrm>
              <a:off x="2470266" y="2266448"/>
              <a:ext cx="78548" cy="74799"/>
            </a:xfrm>
            <a:custGeom>
              <a:rect b="b" l="l" r="r" t="t"/>
              <a:pathLst>
                <a:path extrusionOk="0" h="2853" w="2996">
                  <a:moveTo>
                    <a:pt x="2043" y="1"/>
                  </a:moveTo>
                  <a:lnTo>
                    <a:pt x="1" y="2043"/>
                  </a:lnTo>
                  <a:lnTo>
                    <a:pt x="374" y="2416"/>
                  </a:lnTo>
                  <a:cubicBezTo>
                    <a:pt x="657" y="2707"/>
                    <a:pt x="1033" y="2853"/>
                    <a:pt x="1408" y="2853"/>
                  </a:cubicBezTo>
                  <a:cubicBezTo>
                    <a:pt x="1777" y="2853"/>
                    <a:pt x="2146" y="2713"/>
                    <a:pt x="2427" y="2431"/>
                  </a:cubicBezTo>
                  <a:cubicBezTo>
                    <a:pt x="2996" y="1862"/>
                    <a:pt x="2992" y="939"/>
                    <a:pt x="2416" y="374"/>
                  </a:cubicBezTo>
                  <a:lnTo>
                    <a:pt x="204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88"/>
            <p:cNvSpPr/>
            <p:nvPr/>
          </p:nvSpPr>
          <p:spPr>
            <a:xfrm>
              <a:off x="2470266" y="2266448"/>
              <a:ext cx="70473" cy="70499"/>
            </a:xfrm>
            <a:custGeom>
              <a:rect b="b" l="l" r="r" t="t"/>
              <a:pathLst>
                <a:path extrusionOk="0" h="2689" w="2688">
                  <a:moveTo>
                    <a:pt x="2043" y="1"/>
                  </a:moveTo>
                  <a:lnTo>
                    <a:pt x="1" y="2043"/>
                  </a:lnTo>
                  <a:lnTo>
                    <a:pt x="374" y="2416"/>
                  </a:lnTo>
                  <a:cubicBezTo>
                    <a:pt x="482" y="2529"/>
                    <a:pt x="609" y="2619"/>
                    <a:pt x="750" y="2688"/>
                  </a:cubicBezTo>
                  <a:lnTo>
                    <a:pt x="2688" y="750"/>
                  </a:lnTo>
                  <a:cubicBezTo>
                    <a:pt x="2619" y="613"/>
                    <a:pt x="2525" y="486"/>
                    <a:pt x="2416" y="374"/>
                  </a:cubicBezTo>
                  <a:lnTo>
                    <a:pt x="2043"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88"/>
            <p:cNvSpPr/>
            <p:nvPr/>
          </p:nvSpPr>
          <p:spPr>
            <a:xfrm>
              <a:off x="2444258" y="2240545"/>
              <a:ext cx="91945" cy="91919"/>
            </a:xfrm>
            <a:custGeom>
              <a:rect b="b" l="l" r="r" t="t"/>
              <a:pathLst>
                <a:path extrusionOk="0" h="3506" w="3507">
                  <a:moveTo>
                    <a:pt x="2601" y="0"/>
                  </a:moveTo>
                  <a:lnTo>
                    <a:pt x="0" y="2600"/>
                  </a:lnTo>
                  <a:lnTo>
                    <a:pt x="906" y="3506"/>
                  </a:lnTo>
                  <a:lnTo>
                    <a:pt x="3506" y="902"/>
                  </a:lnTo>
                  <a:lnTo>
                    <a:pt x="260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88"/>
            <p:cNvSpPr/>
            <p:nvPr/>
          </p:nvSpPr>
          <p:spPr>
            <a:xfrm>
              <a:off x="2231608" y="2029992"/>
              <a:ext cx="76948" cy="72649"/>
            </a:xfrm>
            <a:custGeom>
              <a:rect b="b" l="l" r="r" t="t"/>
              <a:pathLst>
                <a:path extrusionOk="0" h="2771" w="2935">
                  <a:moveTo>
                    <a:pt x="285" y="1"/>
                  </a:moveTo>
                  <a:cubicBezTo>
                    <a:pt x="132" y="1"/>
                    <a:pt x="0" y="197"/>
                    <a:pt x="140" y="342"/>
                  </a:cubicBezTo>
                  <a:lnTo>
                    <a:pt x="2501" y="2707"/>
                  </a:lnTo>
                  <a:cubicBezTo>
                    <a:pt x="2546" y="2752"/>
                    <a:pt x="2595" y="2770"/>
                    <a:pt x="2643" y="2770"/>
                  </a:cubicBezTo>
                  <a:cubicBezTo>
                    <a:pt x="2800" y="2770"/>
                    <a:pt x="2935" y="2566"/>
                    <a:pt x="2787" y="2421"/>
                  </a:cubicBezTo>
                  <a:lnTo>
                    <a:pt x="422" y="60"/>
                  </a:lnTo>
                  <a:cubicBezTo>
                    <a:pt x="379" y="18"/>
                    <a:pt x="331" y="1"/>
                    <a:pt x="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88"/>
            <p:cNvSpPr/>
            <p:nvPr/>
          </p:nvSpPr>
          <p:spPr>
            <a:xfrm>
              <a:off x="2192150" y="2094461"/>
              <a:ext cx="99522" cy="34607"/>
            </a:xfrm>
            <a:custGeom>
              <a:rect b="b" l="l" r="r" t="t"/>
              <a:pathLst>
                <a:path extrusionOk="0" h="1320" w="3796">
                  <a:moveTo>
                    <a:pt x="282" y="0"/>
                  </a:moveTo>
                  <a:cubicBezTo>
                    <a:pt x="72" y="0"/>
                    <a:pt x="1" y="327"/>
                    <a:pt x="236" y="397"/>
                  </a:cubicBezTo>
                  <a:lnTo>
                    <a:pt x="3449" y="1309"/>
                  </a:lnTo>
                  <a:cubicBezTo>
                    <a:pt x="3471" y="1316"/>
                    <a:pt x="3493" y="1319"/>
                    <a:pt x="3513" y="1319"/>
                  </a:cubicBezTo>
                  <a:cubicBezTo>
                    <a:pt x="3723" y="1319"/>
                    <a:pt x="3795" y="991"/>
                    <a:pt x="3561" y="925"/>
                  </a:cubicBezTo>
                  <a:lnTo>
                    <a:pt x="345" y="9"/>
                  </a:lnTo>
                  <a:cubicBezTo>
                    <a:pt x="323" y="3"/>
                    <a:pt x="302"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88"/>
            <p:cNvSpPr/>
            <p:nvPr/>
          </p:nvSpPr>
          <p:spPr>
            <a:xfrm>
              <a:off x="2189266" y="2145192"/>
              <a:ext cx="98945" cy="36311"/>
            </a:xfrm>
            <a:custGeom>
              <a:rect b="b" l="l" r="r" t="t"/>
              <a:pathLst>
                <a:path extrusionOk="0" h="1385" w="3774">
                  <a:moveTo>
                    <a:pt x="3492" y="1"/>
                  </a:moveTo>
                  <a:cubicBezTo>
                    <a:pt x="3471" y="1"/>
                    <a:pt x="3448" y="4"/>
                    <a:pt x="3425" y="12"/>
                  </a:cubicBezTo>
                  <a:lnTo>
                    <a:pt x="230" y="990"/>
                  </a:lnTo>
                  <a:cubicBezTo>
                    <a:pt x="0" y="1062"/>
                    <a:pt x="74" y="1384"/>
                    <a:pt x="282" y="1384"/>
                  </a:cubicBezTo>
                  <a:cubicBezTo>
                    <a:pt x="303" y="1384"/>
                    <a:pt x="326" y="1381"/>
                    <a:pt x="350" y="1374"/>
                  </a:cubicBezTo>
                  <a:lnTo>
                    <a:pt x="3544" y="396"/>
                  </a:lnTo>
                  <a:cubicBezTo>
                    <a:pt x="3774" y="323"/>
                    <a:pt x="3697" y="1"/>
                    <a:pt x="3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88"/>
            <p:cNvSpPr/>
            <p:nvPr/>
          </p:nvSpPr>
          <p:spPr>
            <a:xfrm>
              <a:off x="2297361" y="1990692"/>
              <a:ext cx="36390" cy="94855"/>
            </a:xfrm>
            <a:custGeom>
              <a:rect b="b" l="l" r="r" t="t"/>
              <a:pathLst>
                <a:path extrusionOk="0" h="3618" w="1388">
                  <a:moveTo>
                    <a:pt x="243" y="1"/>
                  </a:moveTo>
                  <a:cubicBezTo>
                    <a:pt x="123" y="1"/>
                    <a:pt x="0" y="103"/>
                    <a:pt x="44" y="258"/>
                  </a:cubicBezTo>
                  <a:lnTo>
                    <a:pt x="960" y="3471"/>
                  </a:lnTo>
                  <a:cubicBezTo>
                    <a:pt x="989" y="3573"/>
                    <a:pt x="1068" y="3618"/>
                    <a:pt x="1147" y="3618"/>
                  </a:cubicBezTo>
                  <a:cubicBezTo>
                    <a:pt x="1266" y="3618"/>
                    <a:pt x="1388" y="3517"/>
                    <a:pt x="1344" y="3362"/>
                  </a:cubicBezTo>
                  <a:lnTo>
                    <a:pt x="428" y="146"/>
                  </a:lnTo>
                  <a:cubicBezTo>
                    <a:pt x="399" y="44"/>
                    <a:pt x="322" y="1"/>
                    <a:pt x="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88"/>
            <p:cNvSpPr/>
            <p:nvPr/>
          </p:nvSpPr>
          <p:spPr>
            <a:xfrm>
              <a:off x="2348354" y="1987808"/>
              <a:ext cx="37858" cy="94304"/>
            </a:xfrm>
            <a:custGeom>
              <a:rect b="b" l="l" r="r" t="t"/>
              <a:pathLst>
                <a:path extrusionOk="0" h="3597" w="1444">
                  <a:moveTo>
                    <a:pt x="1198" y="1"/>
                  </a:moveTo>
                  <a:cubicBezTo>
                    <a:pt x="1119" y="1"/>
                    <a:pt x="1042" y="44"/>
                    <a:pt x="1011" y="144"/>
                  </a:cubicBezTo>
                  <a:lnTo>
                    <a:pt x="29" y="3338"/>
                  </a:lnTo>
                  <a:cubicBezTo>
                    <a:pt x="0" y="3443"/>
                    <a:pt x="58" y="3556"/>
                    <a:pt x="167" y="3588"/>
                  </a:cubicBezTo>
                  <a:cubicBezTo>
                    <a:pt x="186" y="3594"/>
                    <a:pt x="205" y="3597"/>
                    <a:pt x="225" y="3597"/>
                  </a:cubicBezTo>
                  <a:cubicBezTo>
                    <a:pt x="310" y="3597"/>
                    <a:pt x="390" y="3540"/>
                    <a:pt x="417" y="3454"/>
                  </a:cubicBezTo>
                  <a:lnTo>
                    <a:pt x="1395" y="260"/>
                  </a:lnTo>
                  <a:cubicBezTo>
                    <a:pt x="1443" y="105"/>
                    <a:pt x="1320" y="1"/>
                    <a:pt x="1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88"/>
            <p:cNvSpPr/>
            <p:nvPr/>
          </p:nvSpPr>
          <p:spPr>
            <a:xfrm>
              <a:off x="2286717" y="2126971"/>
              <a:ext cx="45985" cy="118529"/>
            </a:xfrm>
            <a:custGeom>
              <a:rect b="b" l="l" r="r" t="t"/>
              <a:pathLst>
                <a:path extrusionOk="0" h="4521" w="1754">
                  <a:moveTo>
                    <a:pt x="1116" y="0"/>
                  </a:moveTo>
                  <a:cubicBezTo>
                    <a:pt x="1059" y="0"/>
                    <a:pt x="1001" y="26"/>
                    <a:pt x="957" y="87"/>
                  </a:cubicBezTo>
                  <a:cubicBezTo>
                    <a:pt x="1" y="1438"/>
                    <a:pt x="153" y="3285"/>
                    <a:pt x="1326" y="4459"/>
                  </a:cubicBezTo>
                  <a:cubicBezTo>
                    <a:pt x="1370" y="4503"/>
                    <a:pt x="1419" y="4521"/>
                    <a:pt x="1466" y="4521"/>
                  </a:cubicBezTo>
                  <a:cubicBezTo>
                    <a:pt x="1621" y="4521"/>
                    <a:pt x="1754" y="4321"/>
                    <a:pt x="1609" y="4176"/>
                  </a:cubicBezTo>
                  <a:cubicBezTo>
                    <a:pt x="573" y="3144"/>
                    <a:pt x="436" y="1511"/>
                    <a:pt x="1283" y="319"/>
                  </a:cubicBezTo>
                  <a:cubicBezTo>
                    <a:pt x="1395" y="163"/>
                    <a:pt x="1259" y="0"/>
                    <a:pt x="11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88"/>
            <p:cNvSpPr/>
            <p:nvPr/>
          </p:nvSpPr>
          <p:spPr>
            <a:xfrm>
              <a:off x="2353362" y="2118109"/>
              <a:ext cx="70237" cy="19978"/>
            </a:xfrm>
            <a:custGeom>
              <a:rect b="b" l="l" r="r" t="t"/>
              <a:pathLst>
                <a:path extrusionOk="0" h="762" w="2679">
                  <a:moveTo>
                    <a:pt x="1208" y="0"/>
                  </a:moveTo>
                  <a:cubicBezTo>
                    <a:pt x="896" y="0"/>
                    <a:pt x="550" y="70"/>
                    <a:pt x="197" y="266"/>
                  </a:cubicBezTo>
                  <a:cubicBezTo>
                    <a:pt x="0" y="374"/>
                    <a:pt x="108" y="642"/>
                    <a:pt x="289" y="642"/>
                  </a:cubicBezTo>
                  <a:cubicBezTo>
                    <a:pt x="322" y="642"/>
                    <a:pt x="357" y="634"/>
                    <a:pt x="392" y="614"/>
                  </a:cubicBezTo>
                  <a:cubicBezTo>
                    <a:pt x="678" y="456"/>
                    <a:pt x="958" y="400"/>
                    <a:pt x="1211" y="400"/>
                  </a:cubicBezTo>
                  <a:cubicBezTo>
                    <a:pt x="1800" y="400"/>
                    <a:pt x="2244" y="702"/>
                    <a:pt x="2272" y="722"/>
                  </a:cubicBezTo>
                  <a:cubicBezTo>
                    <a:pt x="2312" y="750"/>
                    <a:pt x="2351" y="762"/>
                    <a:pt x="2389" y="762"/>
                  </a:cubicBezTo>
                  <a:cubicBezTo>
                    <a:pt x="2558" y="762"/>
                    <a:pt x="2678" y="520"/>
                    <a:pt x="2500" y="393"/>
                  </a:cubicBezTo>
                  <a:cubicBezTo>
                    <a:pt x="2470" y="373"/>
                    <a:pt x="1930"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88"/>
            <p:cNvSpPr/>
            <p:nvPr/>
          </p:nvSpPr>
          <p:spPr>
            <a:xfrm>
              <a:off x="2322399" y="2091787"/>
              <a:ext cx="232208" cy="254834"/>
            </a:xfrm>
            <a:custGeom>
              <a:rect b="b" l="l" r="r" t="t"/>
              <a:pathLst>
                <a:path extrusionOk="0" h="9720" w="8857">
                  <a:moveTo>
                    <a:pt x="3967" y="3570"/>
                  </a:moveTo>
                  <a:cubicBezTo>
                    <a:pt x="4290" y="3570"/>
                    <a:pt x="4453" y="3961"/>
                    <a:pt x="4225" y="4193"/>
                  </a:cubicBezTo>
                  <a:cubicBezTo>
                    <a:pt x="4154" y="4263"/>
                    <a:pt x="4061" y="4299"/>
                    <a:pt x="3967" y="4299"/>
                  </a:cubicBezTo>
                  <a:cubicBezTo>
                    <a:pt x="3874" y="4299"/>
                    <a:pt x="3781" y="4263"/>
                    <a:pt x="3710" y="4193"/>
                  </a:cubicBezTo>
                  <a:lnTo>
                    <a:pt x="3707" y="4193"/>
                  </a:lnTo>
                  <a:cubicBezTo>
                    <a:pt x="3479" y="3961"/>
                    <a:pt x="3642" y="3570"/>
                    <a:pt x="3967" y="3570"/>
                  </a:cubicBezTo>
                  <a:close/>
                  <a:moveTo>
                    <a:pt x="2917" y="4619"/>
                  </a:moveTo>
                  <a:cubicBezTo>
                    <a:pt x="3010" y="4619"/>
                    <a:pt x="3104" y="4655"/>
                    <a:pt x="3174" y="4725"/>
                  </a:cubicBezTo>
                  <a:cubicBezTo>
                    <a:pt x="3316" y="4866"/>
                    <a:pt x="3316" y="5098"/>
                    <a:pt x="3174" y="5239"/>
                  </a:cubicBezTo>
                  <a:cubicBezTo>
                    <a:pt x="3103" y="5312"/>
                    <a:pt x="3009" y="5349"/>
                    <a:pt x="2915" y="5349"/>
                  </a:cubicBezTo>
                  <a:cubicBezTo>
                    <a:pt x="2823" y="5349"/>
                    <a:pt x="2730" y="5313"/>
                    <a:pt x="2660" y="5243"/>
                  </a:cubicBezTo>
                  <a:cubicBezTo>
                    <a:pt x="2515" y="5098"/>
                    <a:pt x="2515" y="4866"/>
                    <a:pt x="2660" y="4725"/>
                  </a:cubicBezTo>
                  <a:cubicBezTo>
                    <a:pt x="2731" y="4655"/>
                    <a:pt x="2824" y="4619"/>
                    <a:pt x="2917" y="4619"/>
                  </a:cubicBezTo>
                  <a:close/>
                  <a:moveTo>
                    <a:pt x="7245" y="5957"/>
                  </a:moveTo>
                  <a:lnTo>
                    <a:pt x="7868" y="6579"/>
                  </a:lnTo>
                  <a:lnTo>
                    <a:pt x="5688" y="8760"/>
                  </a:lnTo>
                  <a:lnTo>
                    <a:pt x="5554" y="8894"/>
                  </a:lnTo>
                  <a:lnTo>
                    <a:pt x="4931" y="8274"/>
                  </a:lnTo>
                  <a:lnTo>
                    <a:pt x="5011" y="8191"/>
                  </a:lnTo>
                  <a:lnTo>
                    <a:pt x="5014" y="8191"/>
                  </a:lnTo>
                  <a:lnTo>
                    <a:pt x="5018" y="8188"/>
                  </a:lnTo>
                  <a:lnTo>
                    <a:pt x="5565" y="7641"/>
                  </a:lnTo>
                  <a:lnTo>
                    <a:pt x="6615" y="6590"/>
                  </a:lnTo>
                  <a:lnTo>
                    <a:pt x="7158" y="6047"/>
                  </a:lnTo>
                  <a:lnTo>
                    <a:pt x="7162" y="6043"/>
                  </a:lnTo>
                  <a:lnTo>
                    <a:pt x="7165" y="6040"/>
                  </a:lnTo>
                  <a:lnTo>
                    <a:pt x="7245" y="5957"/>
                  </a:lnTo>
                  <a:close/>
                  <a:moveTo>
                    <a:pt x="7875" y="7141"/>
                  </a:moveTo>
                  <a:lnTo>
                    <a:pt x="7915" y="7177"/>
                  </a:lnTo>
                  <a:cubicBezTo>
                    <a:pt x="8400" y="7662"/>
                    <a:pt x="8400" y="8452"/>
                    <a:pt x="7915" y="8937"/>
                  </a:cubicBezTo>
                  <a:lnTo>
                    <a:pt x="7912" y="8937"/>
                  </a:lnTo>
                  <a:cubicBezTo>
                    <a:pt x="7669" y="9180"/>
                    <a:pt x="7351" y="9301"/>
                    <a:pt x="7033" y="9301"/>
                  </a:cubicBezTo>
                  <a:cubicBezTo>
                    <a:pt x="6715" y="9301"/>
                    <a:pt x="6398" y="9180"/>
                    <a:pt x="6155" y="8937"/>
                  </a:cubicBezTo>
                  <a:lnTo>
                    <a:pt x="6115" y="8901"/>
                  </a:lnTo>
                  <a:lnTo>
                    <a:pt x="7875" y="7141"/>
                  </a:lnTo>
                  <a:close/>
                  <a:moveTo>
                    <a:pt x="2365" y="0"/>
                  </a:moveTo>
                  <a:cubicBezTo>
                    <a:pt x="1570" y="0"/>
                    <a:pt x="786" y="279"/>
                    <a:pt x="161" y="810"/>
                  </a:cubicBezTo>
                  <a:cubicBezTo>
                    <a:pt x="1" y="947"/>
                    <a:pt x="130" y="1166"/>
                    <a:pt x="291" y="1166"/>
                  </a:cubicBezTo>
                  <a:cubicBezTo>
                    <a:pt x="334" y="1166"/>
                    <a:pt x="379" y="1151"/>
                    <a:pt x="422" y="1114"/>
                  </a:cubicBezTo>
                  <a:cubicBezTo>
                    <a:pt x="979" y="639"/>
                    <a:pt x="1673" y="403"/>
                    <a:pt x="2367" y="403"/>
                  </a:cubicBezTo>
                  <a:cubicBezTo>
                    <a:pt x="3130" y="403"/>
                    <a:pt x="3892" y="688"/>
                    <a:pt x="4467" y="1252"/>
                  </a:cubicBezTo>
                  <a:cubicBezTo>
                    <a:pt x="4945" y="1716"/>
                    <a:pt x="5253" y="2324"/>
                    <a:pt x="5340" y="2987"/>
                  </a:cubicBezTo>
                  <a:cubicBezTo>
                    <a:pt x="5496" y="4106"/>
                    <a:pt x="5978" y="5113"/>
                    <a:pt x="6738" y="5899"/>
                  </a:cubicBezTo>
                  <a:lnTo>
                    <a:pt x="6474" y="6163"/>
                  </a:lnTo>
                  <a:lnTo>
                    <a:pt x="4627" y="4316"/>
                  </a:lnTo>
                  <a:cubicBezTo>
                    <a:pt x="4919" y="3803"/>
                    <a:pt x="4549" y="3168"/>
                    <a:pt x="3962" y="3168"/>
                  </a:cubicBezTo>
                  <a:cubicBezTo>
                    <a:pt x="3960" y="3168"/>
                    <a:pt x="3958" y="3168"/>
                    <a:pt x="3957" y="3168"/>
                  </a:cubicBezTo>
                  <a:cubicBezTo>
                    <a:pt x="3366" y="3175"/>
                    <a:pt x="3004" y="3816"/>
                    <a:pt x="3305" y="4327"/>
                  </a:cubicBezTo>
                  <a:cubicBezTo>
                    <a:pt x="3179" y="4252"/>
                    <a:pt x="3045" y="4218"/>
                    <a:pt x="2915" y="4218"/>
                  </a:cubicBezTo>
                  <a:cubicBezTo>
                    <a:pt x="2519" y="4218"/>
                    <a:pt x="2155" y="4531"/>
                    <a:pt x="2149" y="4975"/>
                  </a:cubicBezTo>
                  <a:cubicBezTo>
                    <a:pt x="2144" y="5424"/>
                    <a:pt x="2514" y="5750"/>
                    <a:pt x="2918" y="5750"/>
                  </a:cubicBezTo>
                  <a:cubicBezTo>
                    <a:pt x="3042" y="5750"/>
                    <a:pt x="3170" y="5719"/>
                    <a:pt x="3290" y="5652"/>
                  </a:cubicBezTo>
                  <a:cubicBezTo>
                    <a:pt x="3388" y="5750"/>
                    <a:pt x="3489" y="5848"/>
                    <a:pt x="3584" y="5935"/>
                  </a:cubicBezTo>
                  <a:cubicBezTo>
                    <a:pt x="3627" y="5975"/>
                    <a:pt x="3674" y="5992"/>
                    <a:pt x="3719" y="5992"/>
                  </a:cubicBezTo>
                  <a:cubicBezTo>
                    <a:pt x="3876" y="5992"/>
                    <a:pt x="4008" y="5783"/>
                    <a:pt x="3855" y="5641"/>
                  </a:cubicBezTo>
                  <a:cubicBezTo>
                    <a:pt x="3765" y="5558"/>
                    <a:pt x="3670" y="5464"/>
                    <a:pt x="3576" y="5370"/>
                  </a:cubicBezTo>
                  <a:cubicBezTo>
                    <a:pt x="3718" y="5131"/>
                    <a:pt x="3714" y="4830"/>
                    <a:pt x="3573" y="4591"/>
                  </a:cubicBezTo>
                  <a:lnTo>
                    <a:pt x="3573" y="4591"/>
                  </a:lnTo>
                  <a:cubicBezTo>
                    <a:pt x="3694" y="4663"/>
                    <a:pt x="3829" y="4698"/>
                    <a:pt x="3964" y="4698"/>
                  </a:cubicBezTo>
                  <a:cubicBezTo>
                    <a:pt x="4095" y="4698"/>
                    <a:pt x="4226" y="4665"/>
                    <a:pt x="4344" y="4598"/>
                  </a:cubicBezTo>
                  <a:lnTo>
                    <a:pt x="6191" y="6445"/>
                  </a:lnTo>
                  <a:lnTo>
                    <a:pt x="5420" y="7213"/>
                  </a:lnTo>
                  <a:cubicBezTo>
                    <a:pt x="5105" y="6902"/>
                    <a:pt x="4797" y="6590"/>
                    <a:pt x="4500" y="6286"/>
                  </a:cubicBezTo>
                  <a:cubicBezTo>
                    <a:pt x="4456" y="6241"/>
                    <a:pt x="4406" y="6222"/>
                    <a:pt x="4358" y="6222"/>
                  </a:cubicBezTo>
                  <a:cubicBezTo>
                    <a:pt x="4205" y="6222"/>
                    <a:pt x="4070" y="6419"/>
                    <a:pt x="4214" y="6565"/>
                  </a:cubicBezTo>
                  <a:cubicBezTo>
                    <a:pt x="4511" y="6869"/>
                    <a:pt x="4822" y="7184"/>
                    <a:pt x="5137" y="7499"/>
                  </a:cubicBezTo>
                  <a:lnTo>
                    <a:pt x="4869" y="7764"/>
                  </a:lnTo>
                  <a:cubicBezTo>
                    <a:pt x="4080" y="7007"/>
                    <a:pt x="3069" y="6518"/>
                    <a:pt x="1983" y="6369"/>
                  </a:cubicBezTo>
                  <a:cubicBezTo>
                    <a:pt x="1577" y="6319"/>
                    <a:pt x="1182" y="6185"/>
                    <a:pt x="831" y="5971"/>
                  </a:cubicBezTo>
                  <a:cubicBezTo>
                    <a:pt x="795" y="5950"/>
                    <a:pt x="759" y="5940"/>
                    <a:pt x="725" y="5940"/>
                  </a:cubicBezTo>
                  <a:cubicBezTo>
                    <a:pt x="548" y="5940"/>
                    <a:pt x="433" y="6199"/>
                    <a:pt x="628" y="6315"/>
                  </a:cubicBezTo>
                  <a:cubicBezTo>
                    <a:pt x="1027" y="6554"/>
                    <a:pt x="1468" y="6710"/>
                    <a:pt x="1932" y="6768"/>
                  </a:cubicBezTo>
                  <a:cubicBezTo>
                    <a:pt x="2928" y="6905"/>
                    <a:pt x="3859" y="7351"/>
                    <a:pt x="4587" y="8050"/>
                  </a:cubicBezTo>
                  <a:lnTo>
                    <a:pt x="4503" y="8133"/>
                  </a:lnTo>
                  <a:cubicBezTo>
                    <a:pt x="4427" y="8209"/>
                    <a:pt x="4427" y="8336"/>
                    <a:pt x="4503" y="8416"/>
                  </a:cubicBezTo>
                  <a:lnTo>
                    <a:pt x="5409" y="9321"/>
                  </a:lnTo>
                  <a:cubicBezTo>
                    <a:pt x="5449" y="9359"/>
                    <a:pt x="5500" y="9378"/>
                    <a:pt x="5552" y="9378"/>
                  </a:cubicBezTo>
                  <a:cubicBezTo>
                    <a:pt x="5603" y="9378"/>
                    <a:pt x="5653" y="9359"/>
                    <a:pt x="5691" y="9321"/>
                  </a:cubicBezTo>
                  <a:lnTo>
                    <a:pt x="5829" y="9184"/>
                  </a:lnTo>
                  <a:lnTo>
                    <a:pt x="5869" y="9223"/>
                  </a:lnTo>
                  <a:cubicBezTo>
                    <a:pt x="6190" y="9554"/>
                    <a:pt x="6617" y="9720"/>
                    <a:pt x="7045" y="9720"/>
                  </a:cubicBezTo>
                  <a:cubicBezTo>
                    <a:pt x="7466" y="9720"/>
                    <a:pt x="7887" y="9559"/>
                    <a:pt x="8208" y="9238"/>
                  </a:cubicBezTo>
                  <a:cubicBezTo>
                    <a:pt x="8857" y="8590"/>
                    <a:pt x="8850" y="7536"/>
                    <a:pt x="8194" y="6898"/>
                  </a:cubicBezTo>
                  <a:lnTo>
                    <a:pt x="8198" y="6895"/>
                  </a:lnTo>
                  <a:lnTo>
                    <a:pt x="8158" y="6858"/>
                  </a:lnTo>
                  <a:lnTo>
                    <a:pt x="8295" y="6721"/>
                  </a:lnTo>
                  <a:cubicBezTo>
                    <a:pt x="8371" y="6645"/>
                    <a:pt x="8371" y="6518"/>
                    <a:pt x="8295" y="6438"/>
                  </a:cubicBezTo>
                  <a:lnTo>
                    <a:pt x="7390" y="5533"/>
                  </a:lnTo>
                  <a:cubicBezTo>
                    <a:pt x="7350" y="5493"/>
                    <a:pt x="7299" y="5473"/>
                    <a:pt x="7247" y="5473"/>
                  </a:cubicBezTo>
                  <a:cubicBezTo>
                    <a:pt x="7196" y="5473"/>
                    <a:pt x="7146" y="5493"/>
                    <a:pt x="7107" y="5533"/>
                  </a:cubicBezTo>
                  <a:lnTo>
                    <a:pt x="7021" y="5616"/>
                  </a:lnTo>
                  <a:cubicBezTo>
                    <a:pt x="6318" y="4881"/>
                    <a:pt x="5869" y="3939"/>
                    <a:pt x="5738" y="2932"/>
                  </a:cubicBezTo>
                  <a:cubicBezTo>
                    <a:pt x="5565" y="1701"/>
                    <a:pt x="4739" y="665"/>
                    <a:pt x="3576" y="223"/>
                  </a:cubicBezTo>
                  <a:cubicBezTo>
                    <a:pt x="3183" y="74"/>
                    <a:pt x="2773" y="0"/>
                    <a:pt x="2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9" name="Google Shape;16949;p88"/>
          <p:cNvGrpSpPr/>
          <p:nvPr/>
        </p:nvGrpSpPr>
        <p:grpSpPr>
          <a:xfrm>
            <a:off x="863290" y="2900806"/>
            <a:ext cx="273029" cy="358393"/>
            <a:chOff x="863290" y="2900806"/>
            <a:chExt cx="273029" cy="358393"/>
          </a:xfrm>
        </p:grpSpPr>
        <p:sp>
          <p:nvSpPr>
            <p:cNvPr id="16950" name="Google Shape;16950;p88"/>
            <p:cNvSpPr/>
            <p:nvPr/>
          </p:nvSpPr>
          <p:spPr>
            <a:xfrm>
              <a:off x="940579" y="2905997"/>
              <a:ext cx="106469" cy="116406"/>
            </a:xfrm>
            <a:custGeom>
              <a:rect b="b" l="l" r="r" t="t"/>
              <a:pathLst>
                <a:path extrusionOk="0" h="4440" w="4061">
                  <a:moveTo>
                    <a:pt x="2248" y="1"/>
                  </a:moveTo>
                  <a:cubicBezTo>
                    <a:pt x="1890" y="1"/>
                    <a:pt x="1522" y="110"/>
                    <a:pt x="1192" y="350"/>
                  </a:cubicBezTo>
                  <a:cubicBezTo>
                    <a:pt x="1" y="1220"/>
                    <a:pt x="301" y="3077"/>
                    <a:pt x="1707" y="3527"/>
                  </a:cubicBezTo>
                  <a:lnTo>
                    <a:pt x="2261" y="4439"/>
                  </a:lnTo>
                  <a:lnTo>
                    <a:pt x="2811" y="3527"/>
                  </a:lnTo>
                  <a:cubicBezTo>
                    <a:pt x="3557" y="3288"/>
                    <a:pt x="4061" y="2592"/>
                    <a:pt x="4061" y="1810"/>
                  </a:cubicBezTo>
                  <a:cubicBezTo>
                    <a:pt x="4061" y="742"/>
                    <a:pt x="3184" y="1"/>
                    <a:pt x="2248"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88"/>
            <p:cNvSpPr/>
            <p:nvPr/>
          </p:nvSpPr>
          <p:spPr>
            <a:xfrm>
              <a:off x="980273" y="2933971"/>
              <a:ext cx="38959" cy="38959"/>
            </a:xfrm>
            <a:custGeom>
              <a:rect b="b" l="l" r="r" t="t"/>
              <a:pathLst>
                <a:path extrusionOk="0" h="1486" w="1486">
                  <a:moveTo>
                    <a:pt x="743" y="0"/>
                  </a:moveTo>
                  <a:cubicBezTo>
                    <a:pt x="334" y="0"/>
                    <a:pt x="1" y="334"/>
                    <a:pt x="1" y="743"/>
                  </a:cubicBezTo>
                  <a:cubicBezTo>
                    <a:pt x="1" y="1152"/>
                    <a:pt x="334" y="1485"/>
                    <a:pt x="743" y="1485"/>
                  </a:cubicBezTo>
                  <a:cubicBezTo>
                    <a:pt x="1152" y="1485"/>
                    <a:pt x="1486" y="1152"/>
                    <a:pt x="1486" y="743"/>
                  </a:cubicBezTo>
                  <a:cubicBezTo>
                    <a:pt x="1486" y="334"/>
                    <a:pt x="1152" y="0"/>
                    <a:pt x="74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88"/>
            <p:cNvSpPr/>
            <p:nvPr/>
          </p:nvSpPr>
          <p:spPr>
            <a:xfrm>
              <a:off x="982658" y="3012781"/>
              <a:ext cx="148234" cy="241201"/>
            </a:xfrm>
            <a:custGeom>
              <a:rect b="b" l="l" r="r" t="t"/>
              <a:pathLst>
                <a:path extrusionOk="0" h="9200" w="5654">
                  <a:moveTo>
                    <a:pt x="2289" y="0"/>
                  </a:moveTo>
                  <a:cubicBezTo>
                    <a:pt x="1529" y="0"/>
                    <a:pt x="913" y="616"/>
                    <a:pt x="913" y="1377"/>
                  </a:cubicBezTo>
                  <a:lnTo>
                    <a:pt x="913" y="5723"/>
                  </a:lnTo>
                  <a:cubicBezTo>
                    <a:pt x="29" y="6509"/>
                    <a:pt x="0" y="7881"/>
                    <a:pt x="851" y="8703"/>
                  </a:cubicBezTo>
                  <a:cubicBezTo>
                    <a:pt x="888" y="8740"/>
                    <a:pt x="927" y="8776"/>
                    <a:pt x="967" y="8805"/>
                  </a:cubicBezTo>
                  <a:cubicBezTo>
                    <a:pt x="1282" y="9058"/>
                    <a:pt x="1673" y="9200"/>
                    <a:pt x="2079" y="9200"/>
                  </a:cubicBezTo>
                  <a:cubicBezTo>
                    <a:pt x="3024" y="9200"/>
                    <a:pt x="3803" y="8454"/>
                    <a:pt x="3915" y="7487"/>
                  </a:cubicBezTo>
                  <a:cubicBezTo>
                    <a:pt x="4886" y="7403"/>
                    <a:pt x="5654" y="6545"/>
                    <a:pt x="5654" y="5495"/>
                  </a:cubicBezTo>
                  <a:cubicBezTo>
                    <a:pt x="5654" y="4730"/>
                    <a:pt x="5248" y="4068"/>
                    <a:pt x="4654" y="3734"/>
                  </a:cubicBezTo>
                  <a:cubicBezTo>
                    <a:pt x="4799" y="3503"/>
                    <a:pt x="4879" y="3238"/>
                    <a:pt x="4875" y="2967"/>
                  </a:cubicBezTo>
                  <a:cubicBezTo>
                    <a:pt x="4875" y="2304"/>
                    <a:pt x="4430" y="1750"/>
                    <a:pt x="3836" y="1623"/>
                  </a:cubicBezTo>
                  <a:cubicBezTo>
                    <a:pt x="3850" y="1540"/>
                    <a:pt x="3857" y="1456"/>
                    <a:pt x="3857" y="1369"/>
                  </a:cubicBezTo>
                  <a:cubicBezTo>
                    <a:pt x="3857" y="721"/>
                    <a:pt x="3434" y="182"/>
                    <a:pt x="2865" y="37"/>
                  </a:cubicBezTo>
                  <a:cubicBezTo>
                    <a:pt x="2796" y="19"/>
                    <a:pt x="2731" y="8"/>
                    <a:pt x="2662" y="4"/>
                  </a:cubicBezTo>
                  <a:lnTo>
                    <a:pt x="266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88"/>
            <p:cNvSpPr/>
            <p:nvPr/>
          </p:nvSpPr>
          <p:spPr>
            <a:xfrm>
              <a:off x="982658" y="3160045"/>
              <a:ext cx="40952" cy="83581"/>
            </a:xfrm>
            <a:custGeom>
              <a:rect b="b" l="l" r="r" t="t"/>
              <a:pathLst>
                <a:path extrusionOk="0" h="3188" w="1562">
                  <a:moveTo>
                    <a:pt x="913" y="1"/>
                  </a:moveTo>
                  <a:lnTo>
                    <a:pt x="913" y="106"/>
                  </a:lnTo>
                  <a:cubicBezTo>
                    <a:pt x="29" y="892"/>
                    <a:pt x="0" y="2264"/>
                    <a:pt x="851" y="3086"/>
                  </a:cubicBezTo>
                  <a:cubicBezTo>
                    <a:pt x="891" y="3123"/>
                    <a:pt x="927" y="3155"/>
                    <a:pt x="967" y="3188"/>
                  </a:cubicBezTo>
                  <a:cubicBezTo>
                    <a:pt x="1351" y="2757"/>
                    <a:pt x="1558" y="2199"/>
                    <a:pt x="1558" y="1623"/>
                  </a:cubicBezTo>
                  <a:cubicBezTo>
                    <a:pt x="1561" y="1018"/>
                    <a:pt x="1329" y="435"/>
                    <a:pt x="9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88"/>
            <p:cNvSpPr/>
            <p:nvPr/>
          </p:nvSpPr>
          <p:spPr>
            <a:xfrm>
              <a:off x="868717" y="3012676"/>
              <a:ext cx="148155" cy="241306"/>
            </a:xfrm>
            <a:custGeom>
              <a:rect b="b" l="l" r="r" t="t"/>
              <a:pathLst>
                <a:path extrusionOk="0" h="9204" w="5651">
                  <a:moveTo>
                    <a:pt x="2988" y="1"/>
                  </a:moveTo>
                  <a:lnTo>
                    <a:pt x="2988" y="8"/>
                  </a:lnTo>
                  <a:cubicBezTo>
                    <a:pt x="2919" y="12"/>
                    <a:pt x="2850" y="23"/>
                    <a:pt x="2785" y="41"/>
                  </a:cubicBezTo>
                  <a:cubicBezTo>
                    <a:pt x="2217" y="182"/>
                    <a:pt x="1793" y="725"/>
                    <a:pt x="1793" y="1373"/>
                  </a:cubicBezTo>
                  <a:cubicBezTo>
                    <a:pt x="1793" y="1457"/>
                    <a:pt x="1800" y="1544"/>
                    <a:pt x="1815" y="1627"/>
                  </a:cubicBezTo>
                  <a:cubicBezTo>
                    <a:pt x="1221" y="1750"/>
                    <a:pt x="775" y="2304"/>
                    <a:pt x="775" y="2971"/>
                  </a:cubicBezTo>
                  <a:cubicBezTo>
                    <a:pt x="772" y="3242"/>
                    <a:pt x="848" y="3507"/>
                    <a:pt x="996" y="3738"/>
                  </a:cubicBezTo>
                  <a:cubicBezTo>
                    <a:pt x="402" y="4072"/>
                    <a:pt x="0" y="4734"/>
                    <a:pt x="0" y="5499"/>
                  </a:cubicBezTo>
                  <a:cubicBezTo>
                    <a:pt x="0" y="6549"/>
                    <a:pt x="764" y="7407"/>
                    <a:pt x="1735" y="7491"/>
                  </a:cubicBezTo>
                  <a:cubicBezTo>
                    <a:pt x="1847" y="8458"/>
                    <a:pt x="2626" y="9204"/>
                    <a:pt x="3571" y="9204"/>
                  </a:cubicBezTo>
                  <a:cubicBezTo>
                    <a:pt x="4028" y="9200"/>
                    <a:pt x="4469" y="9023"/>
                    <a:pt x="4799" y="8707"/>
                  </a:cubicBezTo>
                  <a:cubicBezTo>
                    <a:pt x="5650" y="7885"/>
                    <a:pt x="5621" y="6513"/>
                    <a:pt x="4737" y="5727"/>
                  </a:cubicBezTo>
                  <a:lnTo>
                    <a:pt x="4737" y="1381"/>
                  </a:lnTo>
                  <a:cubicBezTo>
                    <a:pt x="4737" y="620"/>
                    <a:pt x="4122" y="1"/>
                    <a:pt x="3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88"/>
            <p:cNvSpPr/>
            <p:nvPr/>
          </p:nvSpPr>
          <p:spPr>
            <a:xfrm>
              <a:off x="934890" y="2900806"/>
              <a:ext cx="117585" cy="126840"/>
            </a:xfrm>
            <a:custGeom>
              <a:rect b="b" l="l" r="r" t="t"/>
              <a:pathLst>
                <a:path extrusionOk="0" h="4838" w="4485">
                  <a:moveTo>
                    <a:pt x="2466" y="1"/>
                  </a:moveTo>
                  <a:cubicBezTo>
                    <a:pt x="2070" y="1"/>
                    <a:pt x="1665" y="120"/>
                    <a:pt x="1301" y="382"/>
                  </a:cubicBezTo>
                  <a:cubicBezTo>
                    <a:pt x="0" y="1323"/>
                    <a:pt x="279" y="3341"/>
                    <a:pt x="1790" y="3891"/>
                  </a:cubicBezTo>
                  <a:lnTo>
                    <a:pt x="2304" y="4742"/>
                  </a:lnTo>
                  <a:cubicBezTo>
                    <a:pt x="2342" y="4806"/>
                    <a:pt x="2408" y="4837"/>
                    <a:pt x="2474" y="4837"/>
                  </a:cubicBezTo>
                  <a:cubicBezTo>
                    <a:pt x="2540" y="4837"/>
                    <a:pt x="2606" y="4806"/>
                    <a:pt x="2644" y="4742"/>
                  </a:cubicBezTo>
                  <a:lnTo>
                    <a:pt x="3162" y="3891"/>
                  </a:lnTo>
                  <a:cubicBezTo>
                    <a:pt x="3669" y="3703"/>
                    <a:pt x="4082" y="3319"/>
                    <a:pt x="4303" y="2823"/>
                  </a:cubicBezTo>
                  <a:cubicBezTo>
                    <a:pt x="4374" y="2664"/>
                    <a:pt x="4244" y="2540"/>
                    <a:pt x="4116" y="2540"/>
                  </a:cubicBezTo>
                  <a:cubicBezTo>
                    <a:pt x="4047" y="2540"/>
                    <a:pt x="3979" y="2575"/>
                    <a:pt x="3941" y="2660"/>
                  </a:cubicBezTo>
                  <a:cubicBezTo>
                    <a:pt x="3753" y="3076"/>
                    <a:pt x="3398" y="3395"/>
                    <a:pt x="2967" y="3536"/>
                  </a:cubicBezTo>
                  <a:cubicBezTo>
                    <a:pt x="2920" y="3551"/>
                    <a:pt x="2880" y="3580"/>
                    <a:pt x="2854" y="3623"/>
                  </a:cubicBezTo>
                  <a:lnTo>
                    <a:pt x="2478" y="4250"/>
                  </a:lnTo>
                  <a:lnTo>
                    <a:pt x="2094" y="3620"/>
                  </a:lnTo>
                  <a:cubicBezTo>
                    <a:pt x="2068" y="3580"/>
                    <a:pt x="2032" y="3547"/>
                    <a:pt x="1985" y="3533"/>
                  </a:cubicBezTo>
                  <a:cubicBezTo>
                    <a:pt x="747" y="3138"/>
                    <a:pt x="471" y="1508"/>
                    <a:pt x="1511" y="726"/>
                  </a:cubicBezTo>
                  <a:cubicBezTo>
                    <a:pt x="1808" y="502"/>
                    <a:pt x="2142" y="401"/>
                    <a:pt x="2468" y="401"/>
                  </a:cubicBezTo>
                  <a:cubicBezTo>
                    <a:pt x="3283" y="401"/>
                    <a:pt x="4050" y="1032"/>
                    <a:pt x="4079" y="1961"/>
                  </a:cubicBezTo>
                  <a:cubicBezTo>
                    <a:pt x="4082" y="2090"/>
                    <a:pt x="4180" y="2153"/>
                    <a:pt x="4278" y="2153"/>
                  </a:cubicBezTo>
                  <a:cubicBezTo>
                    <a:pt x="4381" y="2153"/>
                    <a:pt x="4484" y="2084"/>
                    <a:pt x="4481" y="1946"/>
                  </a:cubicBezTo>
                  <a:cubicBezTo>
                    <a:pt x="4444" y="790"/>
                    <a:pt x="3486" y="1"/>
                    <a:pt x="2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88"/>
            <p:cNvSpPr/>
            <p:nvPr/>
          </p:nvSpPr>
          <p:spPr>
            <a:xfrm>
              <a:off x="965171" y="2920627"/>
              <a:ext cx="69162" cy="65570"/>
            </a:xfrm>
            <a:custGeom>
              <a:rect b="b" l="l" r="r" t="t"/>
              <a:pathLst>
                <a:path extrusionOk="0" h="2501" w="2638">
                  <a:moveTo>
                    <a:pt x="1319" y="705"/>
                  </a:moveTo>
                  <a:cubicBezTo>
                    <a:pt x="1620" y="705"/>
                    <a:pt x="1862" y="951"/>
                    <a:pt x="1862" y="1248"/>
                  </a:cubicBezTo>
                  <a:cubicBezTo>
                    <a:pt x="1862" y="1549"/>
                    <a:pt x="1620" y="1792"/>
                    <a:pt x="1319" y="1792"/>
                  </a:cubicBezTo>
                  <a:lnTo>
                    <a:pt x="1319" y="1795"/>
                  </a:lnTo>
                  <a:cubicBezTo>
                    <a:pt x="1019" y="1795"/>
                    <a:pt x="776" y="1549"/>
                    <a:pt x="776" y="1252"/>
                  </a:cubicBezTo>
                  <a:lnTo>
                    <a:pt x="776" y="1248"/>
                  </a:lnTo>
                  <a:cubicBezTo>
                    <a:pt x="776" y="948"/>
                    <a:pt x="1019" y="705"/>
                    <a:pt x="1319" y="705"/>
                  </a:cubicBezTo>
                  <a:close/>
                  <a:moveTo>
                    <a:pt x="1319" y="1"/>
                  </a:moveTo>
                  <a:cubicBezTo>
                    <a:pt x="1220" y="1"/>
                    <a:pt x="1120" y="68"/>
                    <a:pt x="1120" y="202"/>
                  </a:cubicBezTo>
                  <a:lnTo>
                    <a:pt x="1120" y="332"/>
                  </a:lnTo>
                  <a:cubicBezTo>
                    <a:pt x="1008" y="354"/>
                    <a:pt x="903" y="397"/>
                    <a:pt x="808" y="459"/>
                  </a:cubicBezTo>
                  <a:lnTo>
                    <a:pt x="718" y="368"/>
                  </a:lnTo>
                  <a:cubicBezTo>
                    <a:pt x="675" y="327"/>
                    <a:pt x="627" y="309"/>
                    <a:pt x="581" y="309"/>
                  </a:cubicBezTo>
                  <a:cubicBezTo>
                    <a:pt x="427" y="309"/>
                    <a:pt x="296" y="506"/>
                    <a:pt x="435" y="651"/>
                  </a:cubicBezTo>
                  <a:lnTo>
                    <a:pt x="526" y="741"/>
                  </a:lnTo>
                  <a:cubicBezTo>
                    <a:pt x="464" y="835"/>
                    <a:pt x="421" y="940"/>
                    <a:pt x="399" y="1053"/>
                  </a:cubicBezTo>
                  <a:lnTo>
                    <a:pt x="269" y="1053"/>
                  </a:lnTo>
                  <a:cubicBezTo>
                    <a:pt x="1" y="1053"/>
                    <a:pt x="1" y="1451"/>
                    <a:pt x="269" y="1451"/>
                  </a:cubicBezTo>
                  <a:lnTo>
                    <a:pt x="399" y="1451"/>
                  </a:lnTo>
                  <a:cubicBezTo>
                    <a:pt x="421" y="1560"/>
                    <a:pt x="464" y="1665"/>
                    <a:pt x="526" y="1763"/>
                  </a:cubicBezTo>
                  <a:lnTo>
                    <a:pt x="435" y="1853"/>
                  </a:lnTo>
                  <a:cubicBezTo>
                    <a:pt x="296" y="1998"/>
                    <a:pt x="427" y="2195"/>
                    <a:pt x="581" y="2195"/>
                  </a:cubicBezTo>
                  <a:cubicBezTo>
                    <a:pt x="627" y="2195"/>
                    <a:pt x="675" y="2177"/>
                    <a:pt x="718" y="2136"/>
                  </a:cubicBezTo>
                  <a:lnTo>
                    <a:pt x="808" y="2045"/>
                  </a:lnTo>
                  <a:cubicBezTo>
                    <a:pt x="903" y="2103"/>
                    <a:pt x="1008" y="2150"/>
                    <a:pt x="1120" y="2172"/>
                  </a:cubicBezTo>
                  <a:lnTo>
                    <a:pt x="1120" y="2302"/>
                  </a:lnTo>
                  <a:cubicBezTo>
                    <a:pt x="1120" y="2434"/>
                    <a:pt x="1220" y="2500"/>
                    <a:pt x="1319" y="2500"/>
                  </a:cubicBezTo>
                  <a:cubicBezTo>
                    <a:pt x="1419" y="2500"/>
                    <a:pt x="1518" y="2434"/>
                    <a:pt x="1518" y="2302"/>
                  </a:cubicBezTo>
                  <a:lnTo>
                    <a:pt x="1518" y="2172"/>
                  </a:lnTo>
                  <a:cubicBezTo>
                    <a:pt x="1631" y="2150"/>
                    <a:pt x="1736" y="2103"/>
                    <a:pt x="1830" y="2045"/>
                  </a:cubicBezTo>
                  <a:lnTo>
                    <a:pt x="1920" y="2136"/>
                  </a:lnTo>
                  <a:cubicBezTo>
                    <a:pt x="1964" y="2177"/>
                    <a:pt x="2012" y="2195"/>
                    <a:pt x="2057" y="2195"/>
                  </a:cubicBezTo>
                  <a:cubicBezTo>
                    <a:pt x="2211" y="2195"/>
                    <a:pt x="2342" y="1998"/>
                    <a:pt x="2203" y="1853"/>
                  </a:cubicBezTo>
                  <a:lnTo>
                    <a:pt x="2112" y="1763"/>
                  </a:lnTo>
                  <a:cubicBezTo>
                    <a:pt x="2174" y="1665"/>
                    <a:pt x="2217" y="1560"/>
                    <a:pt x="2239" y="1451"/>
                  </a:cubicBezTo>
                  <a:lnTo>
                    <a:pt x="2369" y="1451"/>
                  </a:lnTo>
                  <a:cubicBezTo>
                    <a:pt x="2636" y="1451"/>
                    <a:pt x="2637" y="1053"/>
                    <a:pt x="2373" y="1053"/>
                  </a:cubicBezTo>
                  <a:cubicBezTo>
                    <a:pt x="2372" y="1053"/>
                    <a:pt x="2371" y="1053"/>
                    <a:pt x="2369" y="1053"/>
                  </a:cubicBezTo>
                  <a:lnTo>
                    <a:pt x="2239" y="1053"/>
                  </a:lnTo>
                  <a:cubicBezTo>
                    <a:pt x="2217" y="940"/>
                    <a:pt x="2174" y="835"/>
                    <a:pt x="2112" y="741"/>
                  </a:cubicBezTo>
                  <a:lnTo>
                    <a:pt x="2203" y="651"/>
                  </a:lnTo>
                  <a:cubicBezTo>
                    <a:pt x="2352" y="507"/>
                    <a:pt x="2218" y="303"/>
                    <a:pt x="2062" y="303"/>
                  </a:cubicBezTo>
                  <a:cubicBezTo>
                    <a:pt x="2014" y="303"/>
                    <a:pt x="1965" y="322"/>
                    <a:pt x="1920" y="368"/>
                  </a:cubicBezTo>
                  <a:lnTo>
                    <a:pt x="1830" y="459"/>
                  </a:lnTo>
                  <a:cubicBezTo>
                    <a:pt x="1736" y="397"/>
                    <a:pt x="1631" y="354"/>
                    <a:pt x="1518" y="332"/>
                  </a:cubicBezTo>
                  <a:lnTo>
                    <a:pt x="1518" y="202"/>
                  </a:lnTo>
                  <a:cubicBezTo>
                    <a:pt x="1518" y="68"/>
                    <a:pt x="1419" y="1"/>
                    <a:pt x="13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88"/>
            <p:cNvSpPr/>
            <p:nvPr/>
          </p:nvSpPr>
          <p:spPr>
            <a:xfrm>
              <a:off x="863290" y="3007459"/>
              <a:ext cx="273029" cy="251740"/>
            </a:xfrm>
            <a:custGeom>
              <a:rect b="b" l="l" r="r" t="t"/>
              <a:pathLst>
                <a:path extrusionOk="0" h="9602" w="10414">
                  <a:moveTo>
                    <a:pt x="3195" y="1"/>
                  </a:moveTo>
                  <a:cubicBezTo>
                    <a:pt x="3173" y="1"/>
                    <a:pt x="3155" y="4"/>
                    <a:pt x="3134" y="11"/>
                  </a:cubicBezTo>
                  <a:cubicBezTo>
                    <a:pt x="3072" y="19"/>
                    <a:pt x="3010" y="30"/>
                    <a:pt x="2949" y="44"/>
                  </a:cubicBezTo>
                  <a:lnTo>
                    <a:pt x="2942" y="44"/>
                  </a:lnTo>
                  <a:cubicBezTo>
                    <a:pt x="2268" y="214"/>
                    <a:pt x="1797" y="841"/>
                    <a:pt x="1797" y="1572"/>
                  </a:cubicBezTo>
                  <a:cubicBezTo>
                    <a:pt x="1797" y="1609"/>
                    <a:pt x="1801" y="1641"/>
                    <a:pt x="1801" y="1677"/>
                  </a:cubicBezTo>
                  <a:cubicBezTo>
                    <a:pt x="1200" y="1891"/>
                    <a:pt x="779" y="2489"/>
                    <a:pt x="779" y="3170"/>
                  </a:cubicBezTo>
                  <a:cubicBezTo>
                    <a:pt x="779" y="3409"/>
                    <a:pt x="834" y="3648"/>
                    <a:pt x="935" y="3865"/>
                  </a:cubicBezTo>
                  <a:cubicBezTo>
                    <a:pt x="345" y="4289"/>
                    <a:pt x="1" y="4970"/>
                    <a:pt x="4" y="5698"/>
                  </a:cubicBezTo>
                  <a:cubicBezTo>
                    <a:pt x="4" y="6154"/>
                    <a:pt x="138" y="6603"/>
                    <a:pt x="399" y="6983"/>
                  </a:cubicBezTo>
                  <a:cubicBezTo>
                    <a:pt x="436" y="7041"/>
                    <a:pt x="501" y="7072"/>
                    <a:pt x="569" y="7072"/>
                  </a:cubicBezTo>
                  <a:cubicBezTo>
                    <a:pt x="599" y="7072"/>
                    <a:pt x="630" y="7066"/>
                    <a:pt x="660" y="7052"/>
                  </a:cubicBezTo>
                  <a:cubicBezTo>
                    <a:pt x="765" y="6994"/>
                    <a:pt x="797" y="6857"/>
                    <a:pt x="732" y="6759"/>
                  </a:cubicBezTo>
                  <a:cubicBezTo>
                    <a:pt x="519" y="6447"/>
                    <a:pt x="403" y="6078"/>
                    <a:pt x="406" y="5698"/>
                  </a:cubicBezTo>
                  <a:cubicBezTo>
                    <a:pt x="406" y="5031"/>
                    <a:pt x="747" y="4423"/>
                    <a:pt x="1301" y="4111"/>
                  </a:cubicBezTo>
                  <a:cubicBezTo>
                    <a:pt x="1308" y="4108"/>
                    <a:pt x="1315" y="4100"/>
                    <a:pt x="1319" y="4097"/>
                  </a:cubicBezTo>
                  <a:cubicBezTo>
                    <a:pt x="1326" y="4093"/>
                    <a:pt x="1689" y="3837"/>
                    <a:pt x="2390" y="3837"/>
                  </a:cubicBezTo>
                  <a:cubicBezTo>
                    <a:pt x="2434" y="3837"/>
                    <a:pt x="2479" y="3838"/>
                    <a:pt x="2525" y="3840"/>
                  </a:cubicBezTo>
                  <a:cubicBezTo>
                    <a:pt x="2529" y="3840"/>
                    <a:pt x="2532" y="3840"/>
                    <a:pt x="2535" y="3840"/>
                  </a:cubicBezTo>
                  <a:cubicBezTo>
                    <a:pt x="2790" y="3840"/>
                    <a:pt x="2804" y="3448"/>
                    <a:pt x="2540" y="3438"/>
                  </a:cubicBezTo>
                  <a:cubicBezTo>
                    <a:pt x="2491" y="3436"/>
                    <a:pt x="2444" y="3435"/>
                    <a:pt x="2398" y="3435"/>
                  </a:cubicBezTo>
                  <a:cubicBezTo>
                    <a:pt x="1868" y="3435"/>
                    <a:pt x="1493" y="3562"/>
                    <a:pt x="1283" y="3666"/>
                  </a:cubicBezTo>
                  <a:cubicBezTo>
                    <a:pt x="1214" y="3510"/>
                    <a:pt x="1181" y="3340"/>
                    <a:pt x="1181" y="3173"/>
                  </a:cubicBezTo>
                  <a:cubicBezTo>
                    <a:pt x="1181" y="2619"/>
                    <a:pt x="1544" y="2141"/>
                    <a:pt x="2051" y="2029"/>
                  </a:cubicBezTo>
                  <a:cubicBezTo>
                    <a:pt x="2101" y="2029"/>
                    <a:pt x="2340" y="2029"/>
                    <a:pt x="2511" y="2185"/>
                  </a:cubicBezTo>
                  <a:cubicBezTo>
                    <a:pt x="2645" y="2311"/>
                    <a:pt x="2713" y="2507"/>
                    <a:pt x="2713" y="2775"/>
                  </a:cubicBezTo>
                  <a:cubicBezTo>
                    <a:pt x="2713" y="2884"/>
                    <a:pt x="2800" y="2974"/>
                    <a:pt x="2909" y="2981"/>
                  </a:cubicBezTo>
                  <a:cubicBezTo>
                    <a:pt x="2911" y="2981"/>
                    <a:pt x="2913" y="2981"/>
                    <a:pt x="2915" y="2981"/>
                  </a:cubicBezTo>
                  <a:cubicBezTo>
                    <a:pt x="3025" y="2981"/>
                    <a:pt x="3115" y="2892"/>
                    <a:pt x="3115" y="2778"/>
                  </a:cubicBezTo>
                  <a:cubicBezTo>
                    <a:pt x="3115" y="2391"/>
                    <a:pt x="3003" y="2094"/>
                    <a:pt x="2782" y="1888"/>
                  </a:cubicBezTo>
                  <a:cubicBezTo>
                    <a:pt x="2619" y="1746"/>
                    <a:pt x="2416" y="1656"/>
                    <a:pt x="2199" y="1634"/>
                  </a:cubicBezTo>
                  <a:lnTo>
                    <a:pt x="2199" y="1572"/>
                  </a:lnTo>
                  <a:cubicBezTo>
                    <a:pt x="2199" y="1029"/>
                    <a:pt x="2543" y="562"/>
                    <a:pt x="3036" y="435"/>
                  </a:cubicBezTo>
                  <a:lnTo>
                    <a:pt x="3043" y="435"/>
                  </a:lnTo>
                  <a:cubicBezTo>
                    <a:pt x="3097" y="421"/>
                    <a:pt x="3155" y="414"/>
                    <a:pt x="3213" y="410"/>
                  </a:cubicBezTo>
                  <a:cubicBezTo>
                    <a:pt x="3220" y="406"/>
                    <a:pt x="3228" y="406"/>
                    <a:pt x="3239" y="406"/>
                  </a:cubicBezTo>
                  <a:lnTo>
                    <a:pt x="3568" y="406"/>
                  </a:lnTo>
                  <a:cubicBezTo>
                    <a:pt x="4220" y="406"/>
                    <a:pt x="4745" y="931"/>
                    <a:pt x="4745" y="1583"/>
                  </a:cubicBezTo>
                  <a:lnTo>
                    <a:pt x="4745" y="5730"/>
                  </a:lnTo>
                  <a:cubicBezTo>
                    <a:pt x="4148" y="5759"/>
                    <a:pt x="3579" y="6009"/>
                    <a:pt x="3155" y="6436"/>
                  </a:cubicBezTo>
                  <a:cubicBezTo>
                    <a:pt x="3011" y="6581"/>
                    <a:pt x="3144" y="6781"/>
                    <a:pt x="3298" y="6781"/>
                  </a:cubicBezTo>
                  <a:cubicBezTo>
                    <a:pt x="3345" y="6781"/>
                    <a:pt x="3394" y="6763"/>
                    <a:pt x="3438" y="6719"/>
                  </a:cubicBezTo>
                  <a:lnTo>
                    <a:pt x="3441" y="6715"/>
                  </a:lnTo>
                  <a:cubicBezTo>
                    <a:pt x="3822" y="6339"/>
                    <a:pt x="4332" y="6129"/>
                    <a:pt x="4865" y="6129"/>
                  </a:cubicBezTo>
                  <a:lnTo>
                    <a:pt x="4872" y="6129"/>
                  </a:lnTo>
                  <a:cubicBezTo>
                    <a:pt x="5614" y="6849"/>
                    <a:pt x="5614" y="8044"/>
                    <a:pt x="4872" y="8765"/>
                  </a:cubicBezTo>
                  <a:cubicBezTo>
                    <a:pt x="4575" y="9044"/>
                    <a:pt x="4184" y="9200"/>
                    <a:pt x="3778" y="9200"/>
                  </a:cubicBezTo>
                  <a:cubicBezTo>
                    <a:pt x="2963" y="9200"/>
                    <a:pt x="2275" y="8566"/>
                    <a:pt x="2148" y="7719"/>
                  </a:cubicBezTo>
                  <a:cubicBezTo>
                    <a:pt x="2217" y="7584"/>
                    <a:pt x="2438" y="7204"/>
                    <a:pt x="2786" y="7070"/>
                  </a:cubicBezTo>
                  <a:cubicBezTo>
                    <a:pt x="2887" y="7034"/>
                    <a:pt x="2942" y="6929"/>
                    <a:pt x="2916" y="6828"/>
                  </a:cubicBezTo>
                  <a:cubicBezTo>
                    <a:pt x="2893" y="6739"/>
                    <a:pt x="2812" y="6680"/>
                    <a:pt x="2726" y="6680"/>
                  </a:cubicBezTo>
                  <a:cubicBezTo>
                    <a:pt x="2702" y="6680"/>
                    <a:pt x="2679" y="6684"/>
                    <a:pt x="2655" y="6694"/>
                  </a:cubicBezTo>
                  <a:cubicBezTo>
                    <a:pt x="2221" y="6853"/>
                    <a:pt x="1946" y="7255"/>
                    <a:pt x="1826" y="7469"/>
                  </a:cubicBezTo>
                  <a:cubicBezTo>
                    <a:pt x="1623" y="7436"/>
                    <a:pt x="1428" y="7364"/>
                    <a:pt x="1250" y="7255"/>
                  </a:cubicBezTo>
                  <a:cubicBezTo>
                    <a:pt x="1214" y="7231"/>
                    <a:pt x="1174" y="7220"/>
                    <a:pt x="1135" y="7220"/>
                  </a:cubicBezTo>
                  <a:cubicBezTo>
                    <a:pt x="1071" y="7220"/>
                    <a:pt x="1009" y="7250"/>
                    <a:pt x="971" y="7306"/>
                  </a:cubicBezTo>
                  <a:cubicBezTo>
                    <a:pt x="906" y="7400"/>
                    <a:pt x="931" y="7527"/>
                    <a:pt x="1029" y="7588"/>
                  </a:cubicBezTo>
                  <a:cubicBezTo>
                    <a:pt x="1254" y="7729"/>
                    <a:pt x="1504" y="7824"/>
                    <a:pt x="1768" y="7867"/>
                  </a:cubicBezTo>
                  <a:cubicBezTo>
                    <a:pt x="1956" y="8867"/>
                    <a:pt x="2797" y="9602"/>
                    <a:pt x="3778" y="9602"/>
                  </a:cubicBezTo>
                  <a:cubicBezTo>
                    <a:pt x="4285" y="9602"/>
                    <a:pt x="4774" y="9403"/>
                    <a:pt x="5144" y="9051"/>
                  </a:cubicBezTo>
                  <a:cubicBezTo>
                    <a:pt x="5165" y="9033"/>
                    <a:pt x="5183" y="9011"/>
                    <a:pt x="5205" y="8990"/>
                  </a:cubicBezTo>
                  <a:cubicBezTo>
                    <a:pt x="5227" y="9011"/>
                    <a:pt x="5245" y="9033"/>
                    <a:pt x="5267" y="9051"/>
                  </a:cubicBezTo>
                  <a:cubicBezTo>
                    <a:pt x="5310" y="9091"/>
                    <a:pt x="5354" y="9127"/>
                    <a:pt x="5397" y="9164"/>
                  </a:cubicBezTo>
                  <a:cubicBezTo>
                    <a:pt x="5745" y="9446"/>
                    <a:pt x="6183" y="9602"/>
                    <a:pt x="6632" y="9602"/>
                  </a:cubicBezTo>
                  <a:cubicBezTo>
                    <a:pt x="7617" y="9602"/>
                    <a:pt x="8454" y="8867"/>
                    <a:pt x="8646" y="7867"/>
                  </a:cubicBezTo>
                  <a:cubicBezTo>
                    <a:pt x="8921" y="7820"/>
                    <a:pt x="9185" y="7719"/>
                    <a:pt x="9417" y="7566"/>
                  </a:cubicBezTo>
                  <a:cubicBezTo>
                    <a:pt x="9504" y="7508"/>
                    <a:pt x="9537" y="7400"/>
                    <a:pt x="9493" y="7306"/>
                  </a:cubicBezTo>
                  <a:cubicBezTo>
                    <a:pt x="9457" y="7234"/>
                    <a:pt x="9386" y="7193"/>
                    <a:pt x="9313" y="7193"/>
                  </a:cubicBezTo>
                  <a:cubicBezTo>
                    <a:pt x="9276" y="7193"/>
                    <a:pt x="9238" y="7204"/>
                    <a:pt x="9204" y="7226"/>
                  </a:cubicBezTo>
                  <a:cubicBezTo>
                    <a:pt x="9015" y="7353"/>
                    <a:pt x="8805" y="7436"/>
                    <a:pt x="8584" y="7472"/>
                  </a:cubicBezTo>
                  <a:cubicBezTo>
                    <a:pt x="8465" y="7259"/>
                    <a:pt x="8189" y="6853"/>
                    <a:pt x="7755" y="6694"/>
                  </a:cubicBezTo>
                  <a:cubicBezTo>
                    <a:pt x="7732" y="6685"/>
                    <a:pt x="7709" y="6681"/>
                    <a:pt x="7687" y="6681"/>
                  </a:cubicBezTo>
                  <a:cubicBezTo>
                    <a:pt x="7599" y="6681"/>
                    <a:pt x="7516" y="6739"/>
                    <a:pt x="7490" y="6831"/>
                  </a:cubicBezTo>
                  <a:cubicBezTo>
                    <a:pt x="7469" y="6933"/>
                    <a:pt x="7523" y="7038"/>
                    <a:pt x="7624" y="7074"/>
                  </a:cubicBezTo>
                  <a:cubicBezTo>
                    <a:pt x="7972" y="7208"/>
                    <a:pt x="8193" y="7588"/>
                    <a:pt x="8262" y="7722"/>
                  </a:cubicBezTo>
                  <a:cubicBezTo>
                    <a:pt x="8135" y="8570"/>
                    <a:pt x="7447" y="9203"/>
                    <a:pt x="6632" y="9203"/>
                  </a:cubicBezTo>
                  <a:cubicBezTo>
                    <a:pt x="6274" y="9203"/>
                    <a:pt x="5926" y="9077"/>
                    <a:pt x="5643" y="8852"/>
                  </a:cubicBezTo>
                  <a:cubicBezTo>
                    <a:pt x="5611" y="8823"/>
                    <a:pt x="5575" y="8794"/>
                    <a:pt x="5542" y="8762"/>
                  </a:cubicBezTo>
                  <a:cubicBezTo>
                    <a:pt x="5509" y="8729"/>
                    <a:pt x="5484" y="8704"/>
                    <a:pt x="5459" y="8675"/>
                  </a:cubicBezTo>
                  <a:cubicBezTo>
                    <a:pt x="5698" y="8309"/>
                    <a:pt x="5828" y="7881"/>
                    <a:pt x="5824" y="7443"/>
                  </a:cubicBezTo>
                  <a:cubicBezTo>
                    <a:pt x="5824" y="7324"/>
                    <a:pt x="5817" y="7201"/>
                    <a:pt x="5799" y="7085"/>
                  </a:cubicBezTo>
                  <a:lnTo>
                    <a:pt x="5799" y="7085"/>
                  </a:lnTo>
                  <a:cubicBezTo>
                    <a:pt x="6820" y="7309"/>
                    <a:pt x="7183" y="7776"/>
                    <a:pt x="7302" y="8005"/>
                  </a:cubicBezTo>
                  <a:cubicBezTo>
                    <a:pt x="7336" y="8072"/>
                    <a:pt x="7404" y="8114"/>
                    <a:pt x="7476" y="8114"/>
                  </a:cubicBezTo>
                  <a:cubicBezTo>
                    <a:pt x="7489" y="8114"/>
                    <a:pt x="7503" y="8112"/>
                    <a:pt x="7516" y="8110"/>
                  </a:cubicBezTo>
                  <a:cubicBezTo>
                    <a:pt x="7650" y="8088"/>
                    <a:pt x="7722" y="7943"/>
                    <a:pt x="7661" y="7824"/>
                  </a:cubicBezTo>
                  <a:cubicBezTo>
                    <a:pt x="7494" y="7498"/>
                    <a:pt x="7045" y="6943"/>
                    <a:pt x="5857" y="6686"/>
                  </a:cubicBezTo>
                  <a:cubicBezTo>
                    <a:pt x="5843" y="6684"/>
                    <a:pt x="5830" y="6682"/>
                    <a:pt x="5816" y="6682"/>
                  </a:cubicBezTo>
                  <a:cubicBezTo>
                    <a:pt x="5777" y="6682"/>
                    <a:pt x="5740" y="6694"/>
                    <a:pt x="5705" y="6715"/>
                  </a:cubicBezTo>
                  <a:cubicBezTo>
                    <a:pt x="5647" y="6534"/>
                    <a:pt x="5564" y="6368"/>
                    <a:pt x="5459" y="6208"/>
                  </a:cubicBezTo>
                  <a:cubicBezTo>
                    <a:pt x="5484" y="6179"/>
                    <a:pt x="5513" y="6150"/>
                    <a:pt x="5542" y="6125"/>
                  </a:cubicBezTo>
                  <a:lnTo>
                    <a:pt x="5546" y="6125"/>
                  </a:lnTo>
                  <a:cubicBezTo>
                    <a:pt x="6082" y="6125"/>
                    <a:pt x="6592" y="6335"/>
                    <a:pt x="6973" y="6715"/>
                  </a:cubicBezTo>
                  <a:lnTo>
                    <a:pt x="6976" y="6715"/>
                  </a:lnTo>
                  <a:cubicBezTo>
                    <a:pt x="7020" y="6760"/>
                    <a:pt x="7069" y="6779"/>
                    <a:pt x="7116" y="6779"/>
                  </a:cubicBezTo>
                  <a:cubicBezTo>
                    <a:pt x="7271" y="6779"/>
                    <a:pt x="7403" y="6577"/>
                    <a:pt x="7259" y="6433"/>
                  </a:cubicBezTo>
                  <a:lnTo>
                    <a:pt x="7255" y="6433"/>
                  </a:lnTo>
                  <a:cubicBezTo>
                    <a:pt x="6831" y="6005"/>
                    <a:pt x="6266" y="5756"/>
                    <a:pt x="5665" y="5727"/>
                  </a:cubicBezTo>
                  <a:lnTo>
                    <a:pt x="5665" y="1576"/>
                  </a:lnTo>
                  <a:cubicBezTo>
                    <a:pt x="5665" y="928"/>
                    <a:pt x="6194" y="399"/>
                    <a:pt x="6842" y="399"/>
                  </a:cubicBezTo>
                  <a:lnTo>
                    <a:pt x="7175" y="399"/>
                  </a:lnTo>
                  <a:cubicBezTo>
                    <a:pt x="7183" y="403"/>
                    <a:pt x="7190" y="403"/>
                    <a:pt x="7201" y="403"/>
                  </a:cubicBezTo>
                  <a:cubicBezTo>
                    <a:pt x="7255" y="410"/>
                    <a:pt x="7313" y="417"/>
                    <a:pt x="7367" y="432"/>
                  </a:cubicBezTo>
                  <a:lnTo>
                    <a:pt x="7375" y="432"/>
                  </a:lnTo>
                  <a:cubicBezTo>
                    <a:pt x="7867" y="558"/>
                    <a:pt x="8211" y="1026"/>
                    <a:pt x="8211" y="1569"/>
                  </a:cubicBezTo>
                  <a:lnTo>
                    <a:pt x="8211" y="1630"/>
                  </a:lnTo>
                  <a:cubicBezTo>
                    <a:pt x="7997" y="1652"/>
                    <a:pt x="7795" y="1743"/>
                    <a:pt x="7632" y="1884"/>
                  </a:cubicBezTo>
                  <a:cubicBezTo>
                    <a:pt x="7411" y="2087"/>
                    <a:pt x="7298" y="2384"/>
                    <a:pt x="7295" y="2768"/>
                  </a:cubicBezTo>
                  <a:cubicBezTo>
                    <a:pt x="7295" y="2869"/>
                    <a:pt x="7367" y="2960"/>
                    <a:pt x="7469" y="2974"/>
                  </a:cubicBezTo>
                  <a:cubicBezTo>
                    <a:pt x="7477" y="2975"/>
                    <a:pt x="7486" y="2976"/>
                    <a:pt x="7494" y="2976"/>
                  </a:cubicBezTo>
                  <a:cubicBezTo>
                    <a:pt x="7603" y="2976"/>
                    <a:pt x="7697" y="2889"/>
                    <a:pt x="7697" y="2775"/>
                  </a:cubicBezTo>
                  <a:cubicBezTo>
                    <a:pt x="7697" y="2507"/>
                    <a:pt x="7766" y="2308"/>
                    <a:pt x="7900" y="2181"/>
                  </a:cubicBezTo>
                  <a:cubicBezTo>
                    <a:pt x="8070" y="2025"/>
                    <a:pt x="8305" y="2022"/>
                    <a:pt x="8363" y="2022"/>
                  </a:cubicBezTo>
                  <a:cubicBezTo>
                    <a:pt x="8867" y="2134"/>
                    <a:pt x="9232" y="2616"/>
                    <a:pt x="9232" y="3166"/>
                  </a:cubicBezTo>
                  <a:cubicBezTo>
                    <a:pt x="9232" y="3336"/>
                    <a:pt x="9196" y="3503"/>
                    <a:pt x="9131" y="3659"/>
                  </a:cubicBezTo>
                  <a:cubicBezTo>
                    <a:pt x="8921" y="3559"/>
                    <a:pt x="8549" y="3431"/>
                    <a:pt x="8019" y="3431"/>
                  </a:cubicBezTo>
                  <a:cubicBezTo>
                    <a:pt x="7973" y="3431"/>
                    <a:pt x="7926" y="3432"/>
                    <a:pt x="7878" y="3434"/>
                  </a:cubicBezTo>
                  <a:cubicBezTo>
                    <a:pt x="7777" y="3434"/>
                    <a:pt x="7690" y="3514"/>
                    <a:pt x="7679" y="3615"/>
                  </a:cubicBezTo>
                  <a:cubicBezTo>
                    <a:pt x="7672" y="3731"/>
                    <a:pt x="7760" y="3833"/>
                    <a:pt x="7877" y="3833"/>
                  </a:cubicBezTo>
                  <a:cubicBezTo>
                    <a:pt x="7881" y="3833"/>
                    <a:pt x="7885" y="3833"/>
                    <a:pt x="7889" y="3832"/>
                  </a:cubicBezTo>
                  <a:cubicBezTo>
                    <a:pt x="7931" y="3831"/>
                    <a:pt x="7973" y="3830"/>
                    <a:pt x="8013" y="3830"/>
                  </a:cubicBezTo>
                  <a:cubicBezTo>
                    <a:pt x="8711" y="3830"/>
                    <a:pt x="9078" y="4083"/>
                    <a:pt x="9091" y="4093"/>
                  </a:cubicBezTo>
                  <a:cubicBezTo>
                    <a:pt x="9098" y="4097"/>
                    <a:pt x="9106" y="4100"/>
                    <a:pt x="9109" y="4104"/>
                  </a:cubicBezTo>
                  <a:cubicBezTo>
                    <a:pt x="9663" y="4419"/>
                    <a:pt x="10008" y="5028"/>
                    <a:pt x="10008" y="5694"/>
                  </a:cubicBezTo>
                  <a:cubicBezTo>
                    <a:pt x="10008" y="6056"/>
                    <a:pt x="9906" y="6411"/>
                    <a:pt x="9707" y="6715"/>
                  </a:cubicBezTo>
                  <a:cubicBezTo>
                    <a:pt x="9649" y="6802"/>
                    <a:pt x="9663" y="6918"/>
                    <a:pt x="9747" y="6987"/>
                  </a:cubicBezTo>
                  <a:cubicBezTo>
                    <a:pt x="9783" y="7018"/>
                    <a:pt x="9828" y="7032"/>
                    <a:pt x="9872" y="7032"/>
                  </a:cubicBezTo>
                  <a:cubicBezTo>
                    <a:pt x="9937" y="7032"/>
                    <a:pt x="10001" y="7000"/>
                    <a:pt x="10040" y="6940"/>
                  </a:cubicBezTo>
                  <a:cubicBezTo>
                    <a:pt x="10283" y="6570"/>
                    <a:pt x="10410" y="6136"/>
                    <a:pt x="10410" y="5694"/>
                  </a:cubicBezTo>
                  <a:cubicBezTo>
                    <a:pt x="10413" y="4970"/>
                    <a:pt x="10062" y="4289"/>
                    <a:pt x="9475" y="3869"/>
                  </a:cubicBezTo>
                  <a:cubicBezTo>
                    <a:pt x="9577" y="3648"/>
                    <a:pt x="9631" y="3409"/>
                    <a:pt x="9631" y="3170"/>
                  </a:cubicBezTo>
                  <a:cubicBezTo>
                    <a:pt x="9631" y="2489"/>
                    <a:pt x="9211" y="1891"/>
                    <a:pt x="8610" y="1677"/>
                  </a:cubicBezTo>
                  <a:cubicBezTo>
                    <a:pt x="8610" y="1641"/>
                    <a:pt x="8610" y="1609"/>
                    <a:pt x="8613" y="1572"/>
                  </a:cubicBezTo>
                  <a:cubicBezTo>
                    <a:pt x="8613" y="841"/>
                    <a:pt x="8142" y="214"/>
                    <a:pt x="7465" y="44"/>
                  </a:cubicBezTo>
                  <a:lnTo>
                    <a:pt x="7461" y="44"/>
                  </a:lnTo>
                  <a:cubicBezTo>
                    <a:pt x="7400" y="30"/>
                    <a:pt x="7338" y="19"/>
                    <a:pt x="7273" y="11"/>
                  </a:cubicBezTo>
                  <a:cubicBezTo>
                    <a:pt x="7255" y="4"/>
                    <a:pt x="7233" y="1"/>
                    <a:pt x="7215" y="1"/>
                  </a:cubicBezTo>
                  <a:lnTo>
                    <a:pt x="6842" y="1"/>
                  </a:lnTo>
                  <a:cubicBezTo>
                    <a:pt x="5969" y="1"/>
                    <a:pt x="5263" y="707"/>
                    <a:pt x="5263" y="1580"/>
                  </a:cubicBezTo>
                  <a:lnTo>
                    <a:pt x="5263" y="5835"/>
                  </a:lnTo>
                  <a:cubicBezTo>
                    <a:pt x="5245" y="5853"/>
                    <a:pt x="5223" y="5875"/>
                    <a:pt x="5205" y="5893"/>
                  </a:cubicBezTo>
                  <a:cubicBezTo>
                    <a:pt x="5183" y="5875"/>
                    <a:pt x="5165" y="5853"/>
                    <a:pt x="5144" y="5835"/>
                  </a:cubicBezTo>
                  <a:lnTo>
                    <a:pt x="5144" y="1580"/>
                  </a:lnTo>
                  <a:cubicBezTo>
                    <a:pt x="5144" y="707"/>
                    <a:pt x="4437" y="1"/>
                    <a:pt x="35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88"/>
            <p:cNvSpPr/>
            <p:nvPr/>
          </p:nvSpPr>
          <p:spPr>
            <a:xfrm>
              <a:off x="1026048" y="3026205"/>
              <a:ext cx="47585" cy="22967"/>
            </a:xfrm>
            <a:custGeom>
              <a:rect b="b" l="l" r="r" t="t"/>
              <a:pathLst>
                <a:path extrusionOk="0" h="876" w="1815">
                  <a:moveTo>
                    <a:pt x="594" y="0"/>
                  </a:moveTo>
                  <a:cubicBezTo>
                    <a:pt x="540" y="0"/>
                    <a:pt x="486" y="4"/>
                    <a:pt x="431" y="10"/>
                  </a:cubicBezTo>
                  <a:lnTo>
                    <a:pt x="254" y="35"/>
                  </a:lnTo>
                  <a:cubicBezTo>
                    <a:pt x="1" y="67"/>
                    <a:pt x="36" y="432"/>
                    <a:pt x="271" y="432"/>
                  </a:cubicBezTo>
                  <a:cubicBezTo>
                    <a:pt x="282" y="432"/>
                    <a:pt x="293" y="432"/>
                    <a:pt x="305" y="430"/>
                  </a:cubicBezTo>
                  <a:lnTo>
                    <a:pt x="482" y="408"/>
                  </a:lnTo>
                  <a:cubicBezTo>
                    <a:pt x="522" y="403"/>
                    <a:pt x="561" y="401"/>
                    <a:pt x="601" y="401"/>
                  </a:cubicBezTo>
                  <a:cubicBezTo>
                    <a:pt x="904" y="401"/>
                    <a:pt x="1194" y="546"/>
                    <a:pt x="1377" y="792"/>
                  </a:cubicBezTo>
                  <a:cubicBezTo>
                    <a:pt x="1421" y="851"/>
                    <a:pt x="1477" y="876"/>
                    <a:pt x="1532" y="876"/>
                  </a:cubicBezTo>
                  <a:cubicBezTo>
                    <a:pt x="1677" y="876"/>
                    <a:pt x="1814" y="708"/>
                    <a:pt x="1699" y="553"/>
                  </a:cubicBezTo>
                  <a:cubicBezTo>
                    <a:pt x="1438" y="202"/>
                    <a:pt x="1026"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88"/>
            <p:cNvSpPr/>
            <p:nvPr/>
          </p:nvSpPr>
          <p:spPr>
            <a:xfrm>
              <a:off x="1091330" y="3122554"/>
              <a:ext cx="30648" cy="38094"/>
            </a:xfrm>
            <a:custGeom>
              <a:rect b="b" l="l" r="r" t="t"/>
              <a:pathLst>
                <a:path extrusionOk="0" h="1453" w="1169">
                  <a:moveTo>
                    <a:pt x="286" y="0"/>
                  </a:moveTo>
                  <a:cubicBezTo>
                    <a:pt x="80" y="0"/>
                    <a:pt x="1" y="319"/>
                    <a:pt x="234" y="391"/>
                  </a:cubicBezTo>
                  <a:cubicBezTo>
                    <a:pt x="716" y="543"/>
                    <a:pt x="763" y="1253"/>
                    <a:pt x="763" y="1261"/>
                  </a:cubicBezTo>
                  <a:cubicBezTo>
                    <a:pt x="766" y="1369"/>
                    <a:pt x="857" y="1452"/>
                    <a:pt x="962" y="1452"/>
                  </a:cubicBezTo>
                  <a:lnTo>
                    <a:pt x="973" y="1452"/>
                  </a:lnTo>
                  <a:cubicBezTo>
                    <a:pt x="1085" y="1445"/>
                    <a:pt x="1168" y="1351"/>
                    <a:pt x="1161" y="1239"/>
                  </a:cubicBezTo>
                  <a:cubicBezTo>
                    <a:pt x="1161" y="1199"/>
                    <a:pt x="1099" y="243"/>
                    <a:pt x="353" y="11"/>
                  </a:cubicBezTo>
                  <a:cubicBezTo>
                    <a:pt x="330" y="4"/>
                    <a:pt x="307"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88"/>
            <p:cNvSpPr/>
            <p:nvPr/>
          </p:nvSpPr>
          <p:spPr>
            <a:xfrm>
              <a:off x="1028146" y="3099718"/>
              <a:ext cx="26794" cy="50102"/>
            </a:xfrm>
            <a:custGeom>
              <a:rect b="b" l="l" r="r" t="t"/>
              <a:pathLst>
                <a:path extrusionOk="0" h="1911" w="1022">
                  <a:moveTo>
                    <a:pt x="813" y="0"/>
                  </a:moveTo>
                  <a:cubicBezTo>
                    <a:pt x="777" y="0"/>
                    <a:pt x="740" y="10"/>
                    <a:pt x="706" y="31"/>
                  </a:cubicBezTo>
                  <a:cubicBezTo>
                    <a:pt x="424" y="208"/>
                    <a:pt x="0" y="650"/>
                    <a:pt x="0" y="1711"/>
                  </a:cubicBezTo>
                  <a:cubicBezTo>
                    <a:pt x="0" y="1821"/>
                    <a:pt x="91" y="1911"/>
                    <a:pt x="200" y="1911"/>
                  </a:cubicBezTo>
                  <a:cubicBezTo>
                    <a:pt x="202" y="1911"/>
                    <a:pt x="204" y="1911"/>
                    <a:pt x="206" y="1911"/>
                  </a:cubicBezTo>
                  <a:cubicBezTo>
                    <a:pt x="315" y="1903"/>
                    <a:pt x="402" y="1813"/>
                    <a:pt x="398" y="1704"/>
                  </a:cubicBezTo>
                  <a:cubicBezTo>
                    <a:pt x="398" y="831"/>
                    <a:pt x="735" y="491"/>
                    <a:pt x="920" y="371"/>
                  </a:cubicBezTo>
                  <a:cubicBezTo>
                    <a:pt x="989" y="324"/>
                    <a:pt x="1021" y="241"/>
                    <a:pt x="1003" y="161"/>
                  </a:cubicBezTo>
                  <a:lnTo>
                    <a:pt x="1003" y="150"/>
                  </a:lnTo>
                  <a:cubicBezTo>
                    <a:pt x="983" y="58"/>
                    <a:pt x="900"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88"/>
            <p:cNvSpPr/>
            <p:nvPr/>
          </p:nvSpPr>
          <p:spPr>
            <a:xfrm>
              <a:off x="925871" y="3026205"/>
              <a:ext cx="47611" cy="22967"/>
            </a:xfrm>
            <a:custGeom>
              <a:rect b="b" l="l" r="r" t="t"/>
              <a:pathLst>
                <a:path extrusionOk="0" h="876" w="1816">
                  <a:moveTo>
                    <a:pt x="1221" y="0"/>
                  </a:moveTo>
                  <a:cubicBezTo>
                    <a:pt x="789" y="0"/>
                    <a:pt x="377" y="202"/>
                    <a:pt x="116" y="553"/>
                  </a:cubicBezTo>
                  <a:cubicBezTo>
                    <a:pt x="1" y="708"/>
                    <a:pt x="138" y="876"/>
                    <a:pt x="283" y="876"/>
                  </a:cubicBezTo>
                  <a:cubicBezTo>
                    <a:pt x="338" y="876"/>
                    <a:pt x="395" y="851"/>
                    <a:pt x="439" y="792"/>
                  </a:cubicBezTo>
                  <a:cubicBezTo>
                    <a:pt x="621" y="546"/>
                    <a:pt x="912" y="401"/>
                    <a:pt x="1214" y="401"/>
                  </a:cubicBezTo>
                  <a:cubicBezTo>
                    <a:pt x="1254" y="401"/>
                    <a:pt x="1294" y="403"/>
                    <a:pt x="1333" y="408"/>
                  </a:cubicBezTo>
                  <a:lnTo>
                    <a:pt x="1511" y="430"/>
                  </a:lnTo>
                  <a:cubicBezTo>
                    <a:pt x="1521" y="431"/>
                    <a:pt x="1531" y="432"/>
                    <a:pt x="1541" y="432"/>
                  </a:cubicBezTo>
                  <a:cubicBezTo>
                    <a:pt x="1779" y="432"/>
                    <a:pt x="1815" y="67"/>
                    <a:pt x="1561" y="35"/>
                  </a:cubicBezTo>
                  <a:lnTo>
                    <a:pt x="1384" y="10"/>
                  </a:lnTo>
                  <a:cubicBezTo>
                    <a:pt x="1329" y="4"/>
                    <a:pt x="1275" y="0"/>
                    <a:pt x="1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88"/>
            <p:cNvSpPr/>
            <p:nvPr/>
          </p:nvSpPr>
          <p:spPr>
            <a:xfrm>
              <a:off x="932426" y="3182592"/>
              <a:ext cx="58806" cy="42603"/>
            </a:xfrm>
            <a:custGeom>
              <a:rect b="b" l="l" r="r" t="t"/>
              <a:pathLst>
                <a:path extrusionOk="0" h="1625" w="2243">
                  <a:moveTo>
                    <a:pt x="1967" y="0"/>
                  </a:moveTo>
                  <a:cubicBezTo>
                    <a:pt x="1951" y="0"/>
                    <a:pt x="1934" y="2"/>
                    <a:pt x="1916" y="6"/>
                  </a:cubicBezTo>
                  <a:cubicBezTo>
                    <a:pt x="221" y="376"/>
                    <a:pt x="29" y="1346"/>
                    <a:pt x="22" y="1390"/>
                  </a:cubicBezTo>
                  <a:cubicBezTo>
                    <a:pt x="0" y="1498"/>
                    <a:pt x="73" y="1600"/>
                    <a:pt x="181" y="1622"/>
                  </a:cubicBezTo>
                  <a:cubicBezTo>
                    <a:pt x="193" y="1623"/>
                    <a:pt x="204" y="1624"/>
                    <a:pt x="215" y="1624"/>
                  </a:cubicBezTo>
                  <a:cubicBezTo>
                    <a:pt x="311" y="1624"/>
                    <a:pt x="397" y="1556"/>
                    <a:pt x="413" y="1459"/>
                  </a:cubicBezTo>
                  <a:cubicBezTo>
                    <a:pt x="413" y="1451"/>
                    <a:pt x="587" y="705"/>
                    <a:pt x="2000" y="397"/>
                  </a:cubicBezTo>
                  <a:cubicBezTo>
                    <a:pt x="2242" y="343"/>
                    <a:pt x="2184" y="0"/>
                    <a:pt x="1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88"/>
            <p:cNvSpPr/>
            <p:nvPr/>
          </p:nvSpPr>
          <p:spPr>
            <a:xfrm>
              <a:off x="877526" y="3122659"/>
              <a:ext cx="30150" cy="37989"/>
            </a:xfrm>
            <a:custGeom>
              <a:rect b="b" l="l" r="r" t="t"/>
              <a:pathLst>
                <a:path extrusionOk="0" h="1449" w="1150">
                  <a:moveTo>
                    <a:pt x="869" y="1"/>
                  </a:moveTo>
                  <a:cubicBezTo>
                    <a:pt x="852" y="1"/>
                    <a:pt x="834" y="3"/>
                    <a:pt x="816" y="7"/>
                  </a:cubicBezTo>
                  <a:cubicBezTo>
                    <a:pt x="70" y="242"/>
                    <a:pt x="8" y="1199"/>
                    <a:pt x="8" y="1238"/>
                  </a:cubicBezTo>
                  <a:cubicBezTo>
                    <a:pt x="1" y="1347"/>
                    <a:pt x="84" y="1441"/>
                    <a:pt x="197" y="1448"/>
                  </a:cubicBezTo>
                  <a:lnTo>
                    <a:pt x="207" y="1448"/>
                  </a:lnTo>
                  <a:cubicBezTo>
                    <a:pt x="312" y="1448"/>
                    <a:pt x="399" y="1365"/>
                    <a:pt x="407" y="1257"/>
                  </a:cubicBezTo>
                  <a:cubicBezTo>
                    <a:pt x="410" y="1249"/>
                    <a:pt x="450" y="539"/>
                    <a:pt x="935" y="387"/>
                  </a:cubicBezTo>
                  <a:cubicBezTo>
                    <a:pt x="1150" y="304"/>
                    <a:pt x="107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88"/>
            <p:cNvSpPr/>
            <p:nvPr/>
          </p:nvSpPr>
          <p:spPr>
            <a:xfrm>
              <a:off x="944486" y="3099666"/>
              <a:ext cx="26978" cy="50154"/>
            </a:xfrm>
            <a:custGeom>
              <a:rect b="b" l="l" r="r" t="t"/>
              <a:pathLst>
                <a:path extrusionOk="0" h="1913" w="1029">
                  <a:moveTo>
                    <a:pt x="213" y="1"/>
                  </a:moveTo>
                  <a:cubicBezTo>
                    <a:pt x="125" y="1"/>
                    <a:pt x="43" y="59"/>
                    <a:pt x="22" y="152"/>
                  </a:cubicBezTo>
                  <a:lnTo>
                    <a:pt x="22" y="156"/>
                  </a:lnTo>
                  <a:cubicBezTo>
                    <a:pt x="0" y="239"/>
                    <a:pt x="37" y="323"/>
                    <a:pt x="105" y="370"/>
                  </a:cubicBezTo>
                  <a:cubicBezTo>
                    <a:pt x="294" y="486"/>
                    <a:pt x="623" y="819"/>
                    <a:pt x="627" y="1706"/>
                  </a:cubicBezTo>
                  <a:cubicBezTo>
                    <a:pt x="623" y="1815"/>
                    <a:pt x="710" y="1905"/>
                    <a:pt x="819" y="1913"/>
                  </a:cubicBezTo>
                  <a:cubicBezTo>
                    <a:pt x="821" y="1913"/>
                    <a:pt x="823" y="1913"/>
                    <a:pt x="826" y="1913"/>
                  </a:cubicBezTo>
                  <a:cubicBezTo>
                    <a:pt x="938" y="1913"/>
                    <a:pt x="1029" y="1823"/>
                    <a:pt x="1029" y="1713"/>
                  </a:cubicBezTo>
                  <a:cubicBezTo>
                    <a:pt x="1029" y="645"/>
                    <a:pt x="598" y="203"/>
                    <a:pt x="315" y="29"/>
                  </a:cubicBezTo>
                  <a:cubicBezTo>
                    <a:pt x="283" y="10"/>
                    <a:pt x="247"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5" name="Google Shape;16965;p88"/>
          <p:cNvGrpSpPr/>
          <p:nvPr/>
        </p:nvGrpSpPr>
        <p:grpSpPr>
          <a:xfrm>
            <a:off x="3087268" y="2469214"/>
            <a:ext cx="358367" cy="297097"/>
            <a:chOff x="3087268" y="2469214"/>
            <a:chExt cx="358367" cy="297097"/>
          </a:xfrm>
        </p:grpSpPr>
        <p:sp>
          <p:nvSpPr>
            <p:cNvPr id="16966" name="Google Shape;16966;p88"/>
            <p:cNvSpPr/>
            <p:nvPr/>
          </p:nvSpPr>
          <p:spPr>
            <a:xfrm>
              <a:off x="3092590" y="2741587"/>
              <a:ext cx="324179" cy="19506"/>
            </a:xfrm>
            <a:custGeom>
              <a:rect b="b" l="l" r="r" t="t"/>
              <a:pathLst>
                <a:path extrusionOk="0" h="744" w="12365">
                  <a:moveTo>
                    <a:pt x="0" y="1"/>
                  </a:moveTo>
                  <a:lnTo>
                    <a:pt x="0" y="743"/>
                  </a:lnTo>
                  <a:lnTo>
                    <a:pt x="12365" y="743"/>
                  </a:lnTo>
                  <a:lnTo>
                    <a:pt x="12365"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88"/>
            <p:cNvSpPr/>
            <p:nvPr/>
          </p:nvSpPr>
          <p:spPr>
            <a:xfrm>
              <a:off x="3092590" y="2715291"/>
              <a:ext cx="324179" cy="26322"/>
            </a:xfrm>
            <a:custGeom>
              <a:rect b="b" l="l" r="r" t="t"/>
              <a:pathLst>
                <a:path extrusionOk="0" h="1004" w="12365">
                  <a:moveTo>
                    <a:pt x="747" y="1"/>
                  </a:moveTo>
                  <a:lnTo>
                    <a:pt x="0" y="1004"/>
                  </a:lnTo>
                  <a:lnTo>
                    <a:pt x="12365" y="1004"/>
                  </a:lnTo>
                  <a:lnTo>
                    <a:pt x="1161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88"/>
            <p:cNvSpPr/>
            <p:nvPr/>
          </p:nvSpPr>
          <p:spPr>
            <a:xfrm>
              <a:off x="3112149" y="2531847"/>
              <a:ext cx="284984" cy="183470"/>
            </a:xfrm>
            <a:custGeom>
              <a:rect b="b" l="l" r="r" t="t"/>
              <a:pathLst>
                <a:path extrusionOk="0" h="6998" w="10870">
                  <a:moveTo>
                    <a:pt x="1" y="0"/>
                  </a:moveTo>
                  <a:lnTo>
                    <a:pt x="1" y="6998"/>
                  </a:lnTo>
                  <a:lnTo>
                    <a:pt x="10869" y="6998"/>
                  </a:lnTo>
                  <a:lnTo>
                    <a:pt x="1086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88"/>
            <p:cNvSpPr/>
            <p:nvPr/>
          </p:nvSpPr>
          <p:spPr>
            <a:xfrm>
              <a:off x="3304795" y="2531847"/>
              <a:ext cx="92338" cy="77735"/>
            </a:xfrm>
            <a:custGeom>
              <a:rect b="b" l="l" r="r" t="t"/>
              <a:pathLst>
                <a:path extrusionOk="0" h="2965" w="3522">
                  <a:moveTo>
                    <a:pt x="5" y="0"/>
                  </a:moveTo>
                  <a:cubicBezTo>
                    <a:pt x="1" y="48"/>
                    <a:pt x="1" y="91"/>
                    <a:pt x="1" y="138"/>
                  </a:cubicBezTo>
                  <a:cubicBezTo>
                    <a:pt x="1" y="1735"/>
                    <a:pt x="1309" y="2964"/>
                    <a:pt x="2822" y="2964"/>
                  </a:cubicBezTo>
                  <a:cubicBezTo>
                    <a:pt x="3051" y="2964"/>
                    <a:pt x="3286" y="2936"/>
                    <a:pt x="3521" y="2876"/>
                  </a:cubicBezTo>
                  <a:lnTo>
                    <a:pt x="3521"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88"/>
            <p:cNvSpPr/>
            <p:nvPr/>
          </p:nvSpPr>
          <p:spPr>
            <a:xfrm>
              <a:off x="3112149" y="2701239"/>
              <a:ext cx="284984" cy="14079"/>
            </a:xfrm>
            <a:custGeom>
              <a:rect b="b" l="l" r="r" t="t"/>
              <a:pathLst>
                <a:path extrusionOk="0" h="537" w="10870">
                  <a:moveTo>
                    <a:pt x="1" y="1"/>
                  </a:moveTo>
                  <a:lnTo>
                    <a:pt x="1" y="537"/>
                  </a:lnTo>
                  <a:lnTo>
                    <a:pt x="10869" y="537"/>
                  </a:lnTo>
                  <a:lnTo>
                    <a:pt x="10869"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88"/>
            <p:cNvSpPr/>
            <p:nvPr/>
          </p:nvSpPr>
          <p:spPr>
            <a:xfrm>
              <a:off x="3130370" y="2550934"/>
              <a:ext cx="248516" cy="136095"/>
            </a:xfrm>
            <a:custGeom>
              <a:rect b="b" l="l" r="r" t="t"/>
              <a:pathLst>
                <a:path extrusionOk="0" h="5191" w="9479">
                  <a:moveTo>
                    <a:pt x="1" y="0"/>
                  </a:moveTo>
                  <a:lnTo>
                    <a:pt x="1" y="5190"/>
                  </a:lnTo>
                  <a:lnTo>
                    <a:pt x="9479" y="5190"/>
                  </a:lnTo>
                  <a:lnTo>
                    <a:pt x="9479"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88"/>
            <p:cNvSpPr/>
            <p:nvPr/>
          </p:nvSpPr>
          <p:spPr>
            <a:xfrm>
              <a:off x="3306420" y="2550934"/>
              <a:ext cx="72465" cy="58622"/>
            </a:xfrm>
            <a:custGeom>
              <a:rect b="b" l="l" r="r" t="t"/>
              <a:pathLst>
                <a:path extrusionOk="0" h="2236" w="2764">
                  <a:moveTo>
                    <a:pt x="1" y="0"/>
                  </a:moveTo>
                  <a:cubicBezTo>
                    <a:pt x="279" y="1304"/>
                    <a:pt x="1431" y="2235"/>
                    <a:pt x="2764" y="2235"/>
                  </a:cubicBezTo>
                  <a:lnTo>
                    <a:pt x="276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88"/>
            <p:cNvSpPr/>
            <p:nvPr/>
          </p:nvSpPr>
          <p:spPr>
            <a:xfrm>
              <a:off x="3282693" y="2592148"/>
              <a:ext cx="70289" cy="70289"/>
            </a:xfrm>
            <a:custGeom>
              <a:rect b="b" l="l" r="r" t="t"/>
              <a:pathLst>
                <a:path extrusionOk="0" h="2681" w="2681">
                  <a:moveTo>
                    <a:pt x="0" y="0"/>
                  </a:moveTo>
                  <a:lnTo>
                    <a:pt x="0" y="2680"/>
                  </a:lnTo>
                  <a:lnTo>
                    <a:pt x="2680" y="2680"/>
                  </a:lnTo>
                  <a:lnTo>
                    <a:pt x="268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88"/>
            <p:cNvSpPr/>
            <p:nvPr/>
          </p:nvSpPr>
          <p:spPr>
            <a:xfrm>
              <a:off x="3331196" y="2592148"/>
              <a:ext cx="21787" cy="12742"/>
            </a:xfrm>
            <a:custGeom>
              <a:rect b="b" l="l" r="r" t="t"/>
              <a:pathLst>
                <a:path extrusionOk="0" h="486" w="831">
                  <a:moveTo>
                    <a:pt x="1" y="0"/>
                  </a:moveTo>
                  <a:cubicBezTo>
                    <a:pt x="247" y="210"/>
                    <a:pt x="526" y="373"/>
                    <a:pt x="830" y="486"/>
                  </a:cubicBezTo>
                  <a:lnTo>
                    <a:pt x="83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88"/>
            <p:cNvSpPr/>
            <p:nvPr/>
          </p:nvSpPr>
          <p:spPr>
            <a:xfrm>
              <a:off x="3130370" y="2550934"/>
              <a:ext cx="248516" cy="136095"/>
            </a:xfrm>
            <a:custGeom>
              <a:rect b="b" l="l" r="r" t="t"/>
              <a:pathLst>
                <a:path extrusionOk="0" h="5191" w="9479">
                  <a:moveTo>
                    <a:pt x="1" y="0"/>
                  </a:moveTo>
                  <a:lnTo>
                    <a:pt x="1" y="5190"/>
                  </a:lnTo>
                  <a:lnTo>
                    <a:pt x="9479" y="5190"/>
                  </a:lnTo>
                  <a:lnTo>
                    <a:pt x="9479" y="4596"/>
                  </a:lnTo>
                  <a:lnTo>
                    <a:pt x="635" y="4596"/>
                  </a:lnTo>
                  <a:lnTo>
                    <a:pt x="635"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88"/>
            <p:cNvSpPr/>
            <p:nvPr/>
          </p:nvSpPr>
          <p:spPr>
            <a:xfrm>
              <a:off x="3130370" y="2550934"/>
              <a:ext cx="248516" cy="19768"/>
            </a:xfrm>
            <a:custGeom>
              <a:rect b="b" l="l" r="r" t="t"/>
              <a:pathLst>
                <a:path extrusionOk="0" h="754" w="9479">
                  <a:moveTo>
                    <a:pt x="1" y="0"/>
                  </a:moveTo>
                  <a:lnTo>
                    <a:pt x="1" y="754"/>
                  </a:lnTo>
                  <a:lnTo>
                    <a:pt x="9479" y="754"/>
                  </a:lnTo>
                  <a:lnTo>
                    <a:pt x="9479"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88"/>
            <p:cNvSpPr/>
            <p:nvPr/>
          </p:nvSpPr>
          <p:spPr>
            <a:xfrm>
              <a:off x="3306420" y="2550934"/>
              <a:ext cx="72465" cy="19768"/>
            </a:xfrm>
            <a:custGeom>
              <a:rect b="b" l="l" r="r" t="t"/>
              <a:pathLst>
                <a:path extrusionOk="0" h="754" w="2764">
                  <a:moveTo>
                    <a:pt x="1" y="0"/>
                  </a:moveTo>
                  <a:cubicBezTo>
                    <a:pt x="55" y="265"/>
                    <a:pt x="149" y="518"/>
                    <a:pt x="279" y="754"/>
                  </a:cubicBezTo>
                  <a:lnTo>
                    <a:pt x="2764" y="754"/>
                  </a:lnTo>
                  <a:lnTo>
                    <a:pt x="276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88"/>
            <p:cNvSpPr/>
            <p:nvPr/>
          </p:nvSpPr>
          <p:spPr>
            <a:xfrm>
              <a:off x="3317432" y="2473933"/>
              <a:ext cx="122986" cy="122986"/>
            </a:xfrm>
            <a:custGeom>
              <a:rect b="b" l="l" r="r" t="t"/>
              <a:pathLst>
                <a:path extrusionOk="0" h="4691" w="4691">
                  <a:moveTo>
                    <a:pt x="2344" y="0"/>
                  </a:moveTo>
                  <a:cubicBezTo>
                    <a:pt x="1051" y="0"/>
                    <a:pt x="1" y="1051"/>
                    <a:pt x="1" y="2347"/>
                  </a:cubicBezTo>
                  <a:cubicBezTo>
                    <a:pt x="1" y="3640"/>
                    <a:pt x="1051" y="4690"/>
                    <a:pt x="2344" y="4690"/>
                  </a:cubicBezTo>
                  <a:cubicBezTo>
                    <a:pt x="3640" y="4690"/>
                    <a:pt x="4691" y="3640"/>
                    <a:pt x="4691" y="2347"/>
                  </a:cubicBezTo>
                  <a:cubicBezTo>
                    <a:pt x="4691" y="1051"/>
                    <a:pt x="3640" y="0"/>
                    <a:pt x="234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88"/>
            <p:cNvSpPr/>
            <p:nvPr/>
          </p:nvSpPr>
          <p:spPr>
            <a:xfrm>
              <a:off x="3343256" y="2499469"/>
              <a:ext cx="71338" cy="71049"/>
            </a:xfrm>
            <a:custGeom>
              <a:rect b="b" l="l" r="r" t="t"/>
              <a:pathLst>
                <a:path extrusionOk="0" h="2710" w="2721">
                  <a:moveTo>
                    <a:pt x="1359" y="0"/>
                  </a:moveTo>
                  <a:cubicBezTo>
                    <a:pt x="606" y="0"/>
                    <a:pt x="1" y="620"/>
                    <a:pt x="15" y="1373"/>
                  </a:cubicBezTo>
                  <a:lnTo>
                    <a:pt x="15" y="1398"/>
                  </a:lnTo>
                  <a:cubicBezTo>
                    <a:pt x="33" y="2129"/>
                    <a:pt x="631" y="2710"/>
                    <a:pt x="1360" y="2710"/>
                  </a:cubicBezTo>
                  <a:cubicBezTo>
                    <a:pt x="1364" y="2710"/>
                    <a:pt x="1369" y="2710"/>
                    <a:pt x="1373" y="2710"/>
                  </a:cubicBezTo>
                  <a:cubicBezTo>
                    <a:pt x="2109" y="2702"/>
                    <a:pt x="2703" y="2108"/>
                    <a:pt x="2706" y="1373"/>
                  </a:cubicBezTo>
                  <a:cubicBezTo>
                    <a:pt x="2721" y="620"/>
                    <a:pt x="2112" y="0"/>
                    <a:pt x="135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88"/>
            <p:cNvSpPr/>
            <p:nvPr/>
          </p:nvSpPr>
          <p:spPr>
            <a:xfrm>
              <a:off x="3372043" y="2501278"/>
              <a:ext cx="42184" cy="69503"/>
            </a:xfrm>
            <a:custGeom>
              <a:rect b="b" l="l" r="r" t="t"/>
              <a:pathLst>
                <a:path extrusionOk="0" h="2651" w="1609">
                  <a:moveTo>
                    <a:pt x="601" y="0"/>
                  </a:moveTo>
                  <a:cubicBezTo>
                    <a:pt x="344" y="203"/>
                    <a:pt x="109" y="464"/>
                    <a:pt x="261" y="678"/>
                  </a:cubicBezTo>
                  <a:cubicBezTo>
                    <a:pt x="554" y="1083"/>
                    <a:pt x="1127" y="779"/>
                    <a:pt x="1145" y="1322"/>
                  </a:cubicBezTo>
                  <a:cubicBezTo>
                    <a:pt x="1159" y="1829"/>
                    <a:pt x="0" y="1985"/>
                    <a:pt x="4" y="2626"/>
                  </a:cubicBezTo>
                  <a:cubicBezTo>
                    <a:pt x="90" y="2643"/>
                    <a:pt x="176" y="2651"/>
                    <a:pt x="261" y="2651"/>
                  </a:cubicBezTo>
                  <a:cubicBezTo>
                    <a:pt x="989" y="2651"/>
                    <a:pt x="1608" y="2060"/>
                    <a:pt x="1608" y="1304"/>
                  </a:cubicBezTo>
                  <a:cubicBezTo>
                    <a:pt x="1608" y="688"/>
                    <a:pt x="1195" y="156"/>
                    <a:pt x="60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88"/>
            <p:cNvSpPr/>
            <p:nvPr/>
          </p:nvSpPr>
          <p:spPr>
            <a:xfrm>
              <a:off x="3343649" y="2525005"/>
              <a:ext cx="29259" cy="31828"/>
            </a:xfrm>
            <a:custGeom>
              <a:rect b="b" l="l" r="r" t="t"/>
              <a:pathLst>
                <a:path extrusionOk="0" h="1214" w="1116">
                  <a:moveTo>
                    <a:pt x="58" y="1"/>
                  </a:moveTo>
                  <a:cubicBezTo>
                    <a:pt x="18" y="127"/>
                    <a:pt x="0" y="261"/>
                    <a:pt x="0" y="399"/>
                  </a:cubicBezTo>
                  <a:lnTo>
                    <a:pt x="0" y="424"/>
                  </a:lnTo>
                  <a:cubicBezTo>
                    <a:pt x="4" y="711"/>
                    <a:pt x="102" y="986"/>
                    <a:pt x="276" y="1214"/>
                  </a:cubicBezTo>
                  <a:cubicBezTo>
                    <a:pt x="1116" y="834"/>
                    <a:pt x="967" y="453"/>
                    <a:pt x="384" y="222"/>
                  </a:cubicBezTo>
                  <a:cubicBezTo>
                    <a:pt x="261" y="171"/>
                    <a:pt x="149" y="99"/>
                    <a:pt x="58"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88"/>
            <p:cNvSpPr/>
            <p:nvPr/>
          </p:nvSpPr>
          <p:spPr>
            <a:xfrm>
              <a:off x="3157243" y="2592148"/>
              <a:ext cx="26349" cy="26427"/>
            </a:xfrm>
            <a:custGeom>
              <a:rect b="b" l="l" r="r" t="t"/>
              <a:pathLst>
                <a:path extrusionOk="0" h="1008" w="1005">
                  <a:moveTo>
                    <a:pt x="1" y="0"/>
                  </a:moveTo>
                  <a:lnTo>
                    <a:pt x="1" y="1007"/>
                  </a:lnTo>
                  <a:lnTo>
                    <a:pt x="1004" y="1007"/>
                  </a:lnTo>
                  <a:lnTo>
                    <a:pt x="1004"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88"/>
            <p:cNvSpPr/>
            <p:nvPr/>
          </p:nvSpPr>
          <p:spPr>
            <a:xfrm>
              <a:off x="3157243" y="2636114"/>
              <a:ext cx="26349" cy="26322"/>
            </a:xfrm>
            <a:custGeom>
              <a:rect b="b" l="l" r="r" t="t"/>
              <a:pathLst>
                <a:path extrusionOk="0" h="1004" w="1005">
                  <a:moveTo>
                    <a:pt x="1" y="0"/>
                  </a:moveTo>
                  <a:lnTo>
                    <a:pt x="1" y="1003"/>
                  </a:lnTo>
                  <a:lnTo>
                    <a:pt x="1004" y="1003"/>
                  </a:lnTo>
                  <a:lnTo>
                    <a:pt x="1004"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88"/>
            <p:cNvSpPr/>
            <p:nvPr/>
          </p:nvSpPr>
          <p:spPr>
            <a:xfrm>
              <a:off x="3234637" y="2696021"/>
              <a:ext cx="40008" cy="10566"/>
            </a:xfrm>
            <a:custGeom>
              <a:rect b="b" l="l" r="r" t="t"/>
              <a:pathLst>
                <a:path extrusionOk="0" h="403" w="1526">
                  <a:moveTo>
                    <a:pt x="269" y="0"/>
                  </a:moveTo>
                  <a:cubicBezTo>
                    <a:pt x="1" y="0"/>
                    <a:pt x="1" y="402"/>
                    <a:pt x="269" y="402"/>
                  </a:cubicBezTo>
                  <a:lnTo>
                    <a:pt x="1261" y="402"/>
                  </a:lnTo>
                  <a:cubicBezTo>
                    <a:pt x="1525" y="402"/>
                    <a:pt x="1525" y="0"/>
                    <a:pt x="1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88"/>
            <p:cNvSpPr/>
            <p:nvPr/>
          </p:nvSpPr>
          <p:spPr>
            <a:xfrm>
              <a:off x="3087268" y="2469214"/>
              <a:ext cx="358367" cy="297097"/>
            </a:xfrm>
            <a:custGeom>
              <a:rect b="b" l="l" r="r" t="t"/>
              <a:pathLst>
                <a:path extrusionOk="0" h="11332" w="13669">
                  <a:moveTo>
                    <a:pt x="8704" y="3320"/>
                  </a:moveTo>
                  <a:cubicBezTo>
                    <a:pt x="8743" y="3440"/>
                    <a:pt x="8794" y="3559"/>
                    <a:pt x="8848" y="3672"/>
                  </a:cubicBezTo>
                  <a:lnTo>
                    <a:pt x="1844" y="3672"/>
                  </a:lnTo>
                  <a:lnTo>
                    <a:pt x="1844" y="3320"/>
                  </a:lnTo>
                  <a:close/>
                  <a:moveTo>
                    <a:pt x="9931" y="4892"/>
                  </a:moveTo>
                  <a:lnTo>
                    <a:pt x="9931" y="7170"/>
                  </a:lnTo>
                  <a:lnTo>
                    <a:pt x="7653" y="7170"/>
                  </a:lnTo>
                  <a:lnTo>
                    <a:pt x="7653" y="4892"/>
                  </a:lnTo>
                  <a:close/>
                  <a:moveTo>
                    <a:pt x="7603" y="10089"/>
                  </a:moveTo>
                  <a:lnTo>
                    <a:pt x="7733" y="10187"/>
                  </a:lnTo>
                  <a:lnTo>
                    <a:pt x="5038" y="10187"/>
                  </a:lnTo>
                  <a:lnTo>
                    <a:pt x="5165" y="10089"/>
                  </a:lnTo>
                  <a:close/>
                  <a:moveTo>
                    <a:pt x="11721" y="9589"/>
                  </a:moveTo>
                  <a:lnTo>
                    <a:pt x="12166" y="10187"/>
                  </a:lnTo>
                  <a:lnTo>
                    <a:pt x="8389" y="10187"/>
                  </a:lnTo>
                  <a:lnTo>
                    <a:pt x="7795" y="9731"/>
                  </a:lnTo>
                  <a:cubicBezTo>
                    <a:pt x="7762" y="9702"/>
                    <a:pt x="7719" y="9687"/>
                    <a:pt x="7671" y="9687"/>
                  </a:cubicBezTo>
                  <a:lnTo>
                    <a:pt x="5100" y="9687"/>
                  </a:lnTo>
                  <a:cubicBezTo>
                    <a:pt x="5053" y="9687"/>
                    <a:pt x="5009" y="9702"/>
                    <a:pt x="4977" y="9731"/>
                  </a:cubicBezTo>
                  <a:lnTo>
                    <a:pt x="4387" y="10187"/>
                  </a:lnTo>
                  <a:lnTo>
                    <a:pt x="602" y="10187"/>
                  </a:lnTo>
                  <a:lnTo>
                    <a:pt x="1047" y="9589"/>
                  </a:lnTo>
                  <a:close/>
                  <a:moveTo>
                    <a:pt x="11412" y="0"/>
                  </a:moveTo>
                  <a:cubicBezTo>
                    <a:pt x="11177" y="0"/>
                    <a:pt x="11142" y="366"/>
                    <a:pt x="11395" y="398"/>
                  </a:cubicBezTo>
                  <a:cubicBezTo>
                    <a:pt x="12517" y="542"/>
                    <a:pt x="13332" y="1535"/>
                    <a:pt x="13263" y="2661"/>
                  </a:cubicBezTo>
                  <a:cubicBezTo>
                    <a:pt x="13191" y="3791"/>
                    <a:pt x="12257" y="4668"/>
                    <a:pt x="11123" y="4671"/>
                  </a:cubicBezTo>
                  <a:lnTo>
                    <a:pt x="11119" y="4671"/>
                  </a:lnTo>
                  <a:cubicBezTo>
                    <a:pt x="10026" y="4671"/>
                    <a:pt x="9106" y="3842"/>
                    <a:pt x="8990" y="2752"/>
                  </a:cubicBezTo>
                  <a:cubicBezTo>
                    <a:pt x="8874" y="1662"/>
                    <a:pt x="9602" y="658"/>
                    <a:pt x="10674" y="430"/>
                  </a:cubicBezTo>
                  <a:cubicBezTo>
                    <a:pt x="10917" y="376"/>
                    <a:pt x="10861" y="33"/>
                    <a:pt x="10642" y="33"/>
                  </a:cubicBezTo>
                  <a:cubicBezTo>
                    <a:pt x="10625" y="33"/>
                    <a:pt x="10608" y="35"/>
                    <a:pt x="10591" y="39"/>
                  </a:cubicBezTo>
                  <a:cubicBezTo>
                    <a:pt x="9537" y="264"/>
                    <a:pt x="8740" y="1126"/>
                    <a:pt x="8599" y="2190"/>
                  </a:cubicBezTo>
                  <a:lnTo>
                    <a:pt x="6581" y="2190"/>
                  </a:lnTo>
                  <a:cubicBezTo>
                    <a:pt x="6313" y="2190"/>
                    <a:pt x="6313" y="2592"/>
                    <a:pt x="6581" y="2592"/>
                  </a:cubicBezTo>
                  <a:lnTo>
                    <a:pt x="8580" y="2592"/>
                  </a:lnTo>
                  <a:cubicBezTo>
                    <a:pt x="8584" y="2701"/>
                    <a:pt x="8591" y="2810"/>
                    <a:pt x="8609" y="2918"/>
                  </a:cubicBezTo>
                  <a:lnTo>
                    <a:pt x="1645" y="2918"/>
                  </a:lnTo>
                  <a:cubicBezTo>
                    <a:pt x="1533" y="2918"/>
                    <a:pt x="1446" y="3009"/>
                    <a:pt x="1446" y="3117"/>
                  </a:cubicBezTo>
                  <a:lnTo>
                    <a:pt x="1446" y="8307"/>
                  </a:lnTo>
                  <a:cubicBezTo>
                    <a:pt x="1446" y="8416"/>
                    <a:pt x="1533" y="8507"/>
                    <a:pt x="1645" y="8507"/>
                  </a:cubicBezTo>
                  <a:lnTo>
                    <a:pt x="8667" y="8507"/>
                  </a:lnTo>
                  <a:cubicBezTo>
                    <a:pt x="8935" y="8507"/>
                    <a:pt x="8935" y="8105"/>
                    <a:pt x="8667" y="8105"/>
                  </a:cubicBezTo>
                  <a:lnTo>
                    <a:pt x="1844" y="8105"/>
                  </a:lnTo>
                  <a:lnTo>
                    <a:pt x="1844" y="4074"/>
                  </a:lnTo>
                  <a:lnTo>
                    <a:pt x="9106" y="4074"/>
                  </a:lnTo>
                  <a:cubicBezTo>
                    <a:pt x="9222" y="4226"/>
                    <a:pt x="9359" y="4367"/>
                    <a:pt x="9508" y="4490"/>
                  </a:cubicBezTo>
                  <a:lnTo>
                    <a:pt x="7454" y="4490"/>
                  </a:lnTo>
                  <a:cubicBezTo>
                    <a:pt x="7342" y="4490"/>
                    <a:pt x="7255" y="4581"/>
                    <a:pt x="7255" y="4689"/>
                  </a:cubicBezTo>
                  <a:lnTo>
                    <a:pt x="7255" y="7369"/>
                  </a:lnTo>
                  <a:cubicBezTo>
                    <a:pt x="7255" y="7478"/>
                    <a:pt x="7342" y="7569"/>
                    <a:pt x="7454" y="7569"/>
                  </a:cubicBezTo>
                  <a:lnTo>
                    <a:pt x="10134" y="7569"/>
                  </a:lnTo>
                  <a:cubicBezTo>
                    <a:pt x="10243" y="7569"/>
                    <a:pt x="10333" y="7478"/>
                    <a:pt x="10333" y="7369"/>
                  </a:cubicBezTo>
                  <a:lnTo>
                    <a:pt x="10333" y="4946"/>
                  </a:lnTo>
                  <a:cubicBezTo>
                    <a:pt x="10525" y="5008"/>
                    <a:pt x="10721" y="5048"/>
                    <a:pt x="10924" y="5062"/>
                  </a:cubicBezTo>
                  <a:lnTo>
                    <a:pt x="10924" y="8105"/>
                  </a:lnTo>
                  <a:lnTo>
                    <a:pt x="9652" y="8105"/>
                  </a:lnTo>
                  <a:cubicBezTo>
                    <a:pt x="9384" y="8105"/>
                    <a:pt x="9384" y="8507"/>
                    <a:pt x="9652" y="8507"/>
                  </a:cubicBezTo>
                  <a:lnTo>
                    <a:pt x="11123" y="8507"/>
                  </a:lnTo>
                  <a:cubicBezTo>
                    <a:pt x="11235" y="8507"/>
                    <a:pt x="11326" y="8416"/>
                    <a:pt x="11326" y="8307"/>
                  </a:cubicBezTo>
                  <a:lnTo>
                    <a:pt x="11326" y="5062"/>
                  </a:lnTo>
                  <a:cubicBezTo>
                    <a:pt x="11424" y="5055"/>
                    <a:pt x="11521" y="5041"/>
                    <a:pt x="11619" y="5022"/>
                  </a:cubicBezTo>
                  <a:lnTo>
                    <a:pt x="11619" y="9187"/>
                  </a:lnTo>
                  <a:lnTo>
                    <a:pt x="1152" y="9187"/>
                  </a:lnTo>
                  <a:lnTo>
                    <a:pt x="1152" y="2592"/>
                  </a:lnTo>
                  <a:lnTo>
                    <a:pt x="5792" y="2592"/>
                  </a:lnTo>
                  <a:cubicBezTo>
                    <a:pt x="6060" y="2592"/>
                    <a:pt x="6060" y="2190"/>
                    <a:pt x="5792" y="2190"/>
                  </a:cubicBezTo>
                  <a:lnTo>
                    <a:pt x="950" y="2190"/>
                  </a:lnTo>
                  <a:cubicBezTo>
                    <a:pt x="841" y="2190"/>
                    <a:pt x="750" y="2281"/>
                    <a:pt x="750" y="2389"/>
                  </a:cubicBezTo>
                  <a:lnTo>
                    <a:pt x="750" y="9321"/>
                  </a:lnTo>
                  <a:lnTo>
                    <a:pt x="40" y="10267"/>
                  </a:lnTo>
                  <a:cubicBezTo>
                    <a:pt x="15" y="10303"/>
                    <a:pt x="4" y="10346"/>
                    <a:pt x="1" y="10390"/>
                  </a:cubicBezTo>
                  <a:lnTo>
                    <a:pt x="1" y="11132"/>
                  </a:lnTo>
                  <a:cubicBezTo>
                    <a:pt x="1" y="11245"/>
                    <a:pt x="91" y="11331"/>
                    <a:pt x="203" y="11331"/>
                  </a:cubicBezTo>
                  <a:lnTo>
                    <a:pt x="9479" y="11331"/>
                  </a:lnTo>
                  <a:cubicBezTo>
                    <a:pt x="9747" y="11331"/>
                    <a:pt x="9747" y="10933"/>
                    <a:pt x="9479" y="10933"/>
                  </a:cubicBezTo>
                  <a:lnTo>
                    <a:pt x="403" y="10933"/>
                  </a:lnTo>
                  <a:lnTo>
                    <a:pt x="403" y="10589"/>
                  </a:lnTo>
                  <a:lnTo>
                    <a:pt x="12369" y="10589"/>
                  </a:lnTo>
                  <a:lnTo>
                    <a:pt x="12369" y="10933"/>
                  </a:lnTo>
                  <a:lnTo>
                    <a:pt x="10265" y="10933"/>
                  </a:lnTo>
                  <a:cubicBezTo>
                    <a:pt x="9997" y="10933"/>
                    <a:pt x="9997" y="11331"/>
                    <a:pt x="10265" y="11331"/>
                  </a:cubicBezTo>
                  <a:lnTo>
                    <a:pt x="12568" y="11331"/>
                  </a:lnTo>
                  <a:cubicBezTo>
                    <a:pt x="12677" y="11331"/>
                    <a:pt x="12767" y="11245"/>
                    <a:pt x="12767" y="11132"/>
                  </a:cubicBezTo>
                  <a:lnTo>
                    <a:pt x="12767" y="10390"/>
                  </a:lnTo>
                  <a:cubicBezTo>
                    <a:pt x="12767" y="10346"/>
                    <a:pt x="12753" y="10303"/>
                    <a:pt x="12727" y="10267"/>
                  </a:cubicBezTo>
                  <a:lnTo>
                    <a:pt x="12021" y="9321"/>
                  </a:lnTo>
                  <a:lnTo>
                    <a:pt x="12021" y="4910"/>
                  </a:lnTo>
                  <a:cubicBezTo>
                    <a:pt x="13010" y="4534"/>
                    <a:pt x="13669" y="3585"/>
                    <a:pt x="13669" y="2527"/>
                  </a:cubicBezTo>
                  <a:cubicBezTo>
                    <a:pt x="13669" y="1245"/>
                    <a:pt x="12716" y="166"/>
                    <a:pt x="11445" y="3"/>
                  </a:cubicBezTo>
                  <a:cubicBezTo>
                    <a:pt x="11434" y="1"/>
                    <a:pt x="11423" y="0"/>
                    <a:pt x="11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88"/>
            <p:cNvSpPr/>
            <p:nvPr/>
          </p:nvSpPr>
          <p:spPr>
            <a:xfrm>
              <a:off x="3151947" y="2586930"/>
              <a:ext cx="36940" cy="36862"/>
            </a:xfrm>
            <a:custGeom>
              <a:rect b="b" l="l" r="r" t="t"/>
              <a:pathLst>
                <a:path extrusionOk="0" h="1406" w="1409">
                  <a:moveTo>
                    <a:pt x="1007" y="402"/>
                  </a:moveTo>
                  <a:lnTo>
                    <a:pt x="1007" y="1007"/>
                  </a:lnTo>
                  <a:lnTo>
                    <a:pt x="402" y="1007"/>
                  </a:lnTo>
                  <a:lnTo>
                    <a:pt x="402" y="402"/>
                  </a:lnTo>
                  <a:close/>
                  <a:moveTo>
                    <a:pt x="203" y="0"/>
                  </a:moveTo>
                  <a:cubicBezTo>
                    <a:pt x="91" y="0"/>
                    <a:pt x="0" y="91"/>
                    <a:pt x="0" y="199"/>
                  </a:cubicBezTo>
                  <a:lnTo>
                    <a:pt x="0" y="1206"/>
                  </a:lnTo>
                  <a:cubicBezTo>
                    <a:pt x="0" y="1315"/>
                    <a:pt x="91" y="1405"/>
                    <a:pt x="203" y="1405"/>
                  </a:cubicBezTo>
                  <a:lnTo>
                    <a:pt x="1206" y="1405"/>
                  </a:lnTo>
                  <a:cubicBezTo>
                    <a:pt x="1318" y="1405"/>
                    <a:pt x="1409" y="1315"/>
                    <a:pt x="1409" y="1206"/>
                  </a:cubicBezTo>
                  <a:lnTo>
                    <a:pt x="1409" y="199"/>
                  </a:lnTo>
                  <a:cubicBezTo>
                    <a:pt x="1409" y="91"/>
                    <a:pt x="1318" y="0"/>
                    <a:pt x="1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88"/>
            <p:cNvSpPr/>
            <p:nvPr/>
          </p:nvSpPr>
          <p:spPr>
            <a:xfrm>
              <a:off x="3193134" y="2586930"/>
              <a:ext cx="76188" cy="10566"/>
            </a:xfrm>
            <a:custGeom>
              <a:rect b="b" l="l" r="r" t="t"/>
              <a:pathLst>
                <a:path extrusionOk="0" h="403" w="2906">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88"/>
            <p:cNvSpPr/>
            <p:nvPr/>
          </p:nvSpPr>
          <p:spPr>
            <a:xfrm>
              <a:off x="3193134" y="2600118"/>
              <a:ext cx="76188" cy="10461"/>
            </a:xfrm>
            <a:custGeom>
              <a:rect b="b" l="l" r="r" t="t"/>
              <a:pathLst>
                <a:path extrusionOk="0" h="399" w="2906">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88"/>
            <p:cNvSpPr/>
            <p:nvPr/>
          </p:nvSpPr>
          <p:spPr>
            <a:xfrm>
              <a:off x="3193134" y="2613305"/>
              <a:ext cx="76188" cy="10487"/>
            </a:xfrm>
            <a:custGeom>
              <a:rect b="b" l="l" r="r" t="t"/>
              <a:pathLst>
                <a:path extrusionOk="0" h="400" w="2906">
                  <a:moveTo>
                    <a:pt x="265" y="1"/>
                  </a:moveTo>
                  <a:cubicBezTo>
                    <a:pt x="1" y="1"/>
                    <a:pt x="2" y="399"/>
                    <a:pt x="269" y="399"/>
                  </a:cubicBezTo>
                  <a:lnTo>
                    <a:pt x="2637" y="399"/>
                  </a:lnTo>
                  <a:cubicBezTo>
                    <a:pt x="2905" y="399"/>
                    <a:pt x="2905" y="1"/>
                    <a:pt x="2637" y="1"/>
                  </a:cubicBezTo>
                  <a:lnTo>
                    <a:pt x="269" y="1"/>
                  </a:lnTo>
                  <a:cubicBezTo>
                    <a:pt x="268" y="1"/>
                    <a:pt x="266"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88"/>
            <p:cNvSpPr/>
            <p:nvPr/>
          </p:nvSpPr>
          <p:spPr>
            <a:xfrm>
              <a:off x="3151947" y="2630792"/>
              <a:ext cx="36862" cy="36862"/>
            </a:xfrm>
            <a:custGeom>
              <a:rect b="b" l="l" r="r" t="t"/>
              <a:pathLst>
                <a:path extrusionOk="0" h="1406" w="1406">
                  <a:moveTo>
                    <a:pt x="1007" y="402"/>
                  </a:moveTo>
                  <a:lnTo>
                    <a:pt x="1007" y="1007"/>
                  </a:lnTo>
                  <a:lnTo>
                    <a:pt x="402" y="1007"/>
                  </a:lnTo>
                  <a:lnTo>
                    <a:pt x="402" y="402"/>
                  </a:lnTo>
                  <a:close/>
                  <a:moveTo>
                    <a:pt x="203" y="0"/>
                  </a:moveTo>
                  <a:cubicBezTo>
                    <a:pt x="91" y="0"/>
                    <a:pt x="0" y="91"/>
                    <a:pt x="0" y="203"/>
                  </a:cubicBezTo>
                  <a:lnTo>
                    <a:pt x="0" y="1206"/>
                  </a:lnTo>
                  <a:cubicBezTo>
                    <a:pt x="0" y="1319"/>
                    <a:pt x="91" y="1406"/>
                    <a:pt x="203" y="1406"/>
                  </a:cubicBezTo>
                  <a:lnTo>
                    <a:pt x="1206" y="1406"/>
                  </a:lnTo>
                  <a:cubicBezTo>
                    <a:pt x="1318" y="1406"/>
                    <a:pt x="1405" y="1319"/>
                    <a:pt x="1405" y="1206"/>
                  </a:cubicBezTo>
                  <a:lnTo>
                    <a:pt x="1405" y="203"/>
                  </a:lnTo>
                  <a:cubicBezTo>
                    <a:pt x="1405" y="91"/>
                    <a:pt x="1318" y="0"/>
                    <a:pt x="1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88"/>
            <p:cNvSpPr/>
            <p:nvPr/>
          </p:nvSpPr>
          <p:spPr>
            <a:xfrm>
              <a:off x="3193134" y="2630792"/>
              <a:ext cx="76188" cy="10566"/>
            </a:xfrm>
            <a:custGeom>
              <a:rect b="b" l="l" r="r" t="t"/>
              <a:pathLst>
                <a:path extrusionOk="0" h="403" w="2906">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88"/>
            <p:cNvSpPr/>
            <p:nvPr/>
          </p:nvSpPr>
          <p:spPr>
            <a:xfrm>
              <a:off x="3193134" y="2643980"/>
              <a:ext cx="76188" cy="10566"/>
            </a:xfrm>
            <a:custGeom>
              <a:rect b="b" l="l" r="r" t="t"/>
              <a:pathLst>
                <a:path extrusionOk="0" h="403" w="2906">
                  <a:moveTo>
                    <a:pt x="269" y="1"/>
                  </a:moveTo>
                  <a:cubicBezTo>
                    <a:pt x="1" y="1"/>
                    <a:pt x="1" y="403"/>
                    <a:pt x="269" y="403"/>
                  </a:cubicBezTo>
                  <a:lnTo>
                    <a:pt x="2637" y="403"/>
                  </a:lnTo>
                  <a:cubicBezTo>
                    <a:pt x="2905" y="403"/>
                    <a:pt x="2905" y="1"/>
                    <a:pt x="2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88"/>
            <p:cNvSpPr/>
            <p:nvPr/>
          </p:nvSpPr>
          <p:spPr>
            <a:xfrm>
              <a:off x="3193134" y="2657193"/>
              <a:ext cx="76188" cy="10461"/>
            </a:xfrm>
            <a:custGeom>
              <a:rect b="b" l="l" r="r" t="t"/>
              <a:pathLst>
                <a:path extrusionOk="0" h="399" w="2906">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88"/>
            <p:cNvSpPr/>
            <p:nvPr/>
          </p:nvSpPr>
          <p:spPr>
            <a:xfrm>
              <a:off x="3338432" y="2494750"/>
              <a:ext cx="90398" cy="81091"/>
            </a:xfrm>
            <a:custGeom>
              <a:rect b="b" l="l" r="r" t="t"/>
              <a:pathLst>
                <a:path extrusionOk="0" h="3093" w="3448">
                  <a:moveTo>
                    <a:pt x="398" y="1510"/>
                  </a:moveTo>
                  <a:cubicBezTo>
                    <a:pt x="435" y="1528"/>
                    <a:pt x="471" y="1546"/>
                    <a:pt x="507" y="1560"/>
                  </a:cubicBezTo>
                  <a:cubicBezTo>
                    <a:pt x="786" y="1669"/>
                    <a:pt x="862" y="1778"/>
                    <a:pt x="862" y="1821"/>
                  </a:cubicBezTo>
                  <a:cubicBezTo>
                    <a:pt x="862" y="1861"/>
                    <a:pt x="793" y="1977"/>
                    <a:pt x="543" y="2111"/>
                  </a:cubicBezTo>
                  <a:cubicBezTo>
                    <a:pt x="453" y="1944"/>
                    <a:pt x="402" y="1760"/>
                    <a:pt x="398" y="1571"/>
                  </a:cubicBezTo>
                  <a:lnTo>
                    <a:pt x="398" y="1553"/>
                  </a:lnTo>
                  <a:lnTo>
                    <a:pt x="398" y="1510"/>
                  </a:lnTo>
                  <a:close/>
                  <a:moveTo>
                    <a:pt x="1434" y="412"/>
                  </a:moveTo>
                  <a:lnTo>
                    <a:pt x="1434" y="412"/>
                  </a:lnTo>
                  <a:cubicBezTo>
                    <a:pt x="1420" y="434"/>
                    <a:pt x="1402" y="456"/>
                    <a:pt x="1391" y="477"/>
                  </a:cubicBezTo>
                  <a:cubicBezTo>
                    <a:pt x="1224" y="749"/>
                    <a:pt x="1315" y="948"/>
                    <a:pt x="1384" y="1042"/>
                  </a:cubicBezTo>
                  <a:cubicBezTo>
                    <a:pt x="1557" y="1285"/>
                    <a:pt x="1804" y="1339"/>
                    <a:pt x="1985" y="1379"/>
                  </a:cubicBezTo>
                  <a:cubicBezTo>
                    <a:pt x="2198" y="1423"/>
                    <a:pt x="2224" y="1434"/>
                    <a:pt x="2227" y="1578"/>
                  </a:cubicBezTo>
                  <a:cubicBezTo>
                    <a:pt x="2231" y="1705"/>
                    <a:pt x="2014" y="1843"/>
                    <a:pt x="1800" y="1977"/>
                  </a:cubicBezTo>
                  <a:cubicBezTo>
                    <a:pt x="1550" y="2136"/>
                    <a:pt x="1246" y="2325"/>
                    <a:pt x="1134" y="2622"/>
                  </a:cubicBezTo>
                  <a:cubicBezTo>
                    <a:pt x="1036" y="2582"/>
                    <a:pt x="942" y="2531"/>
                    <a:pt x="855" y="2466"/>
                  </a:cubicBezTo>
                  <a:cubicBezTo>
                    <a:pt x="837" y="2451"/>
                    <a:pt x="819" y="2437"/>
                    <a:pt x="804" y="2422"/>
                  </a:cubicBezTo>
                  <a:cubicBezTo>
                    <a:pt x="1119" y="2241"/>
                    <a:pt x="1271" y="2038"/>
                    <a:pt x="1264" y="1810"/>
                  </a:cubicBezTo>
                  <a:cubicBezTo>
                    <a:pt x="1260" y="1636"/>
                    <a:pt x="1152" y="1383"/>
                    <a:pt x="659" y="1187"/>
                  </a:cubicBezTo>
                  <a:cubicBezTo>
                    <a:pt x="601" y="1166"/>
                    <a:pt x="543" y="1133"/>
                    <a:pt x="493" y="1097"/>
                  </a:cubicBezTo>
                  <a:cubicBezTo>
                    <a:pt x="659" y="713"/>
                    <a:pt x="1021" y="448"/>
                    <a:pt x="1434" y="412"/>
                  </a:cubicBezTo>
                  <a:close/>
                  <a:moveTo>
                    <a:pt x="1929" y="475"/>
                  </a:moveTo>
                  <a:cubicBezTo>
                    <a:pt x="2203" y="573"/>
                    <a:pt x="2431" y="768"/>
                    <a:pt x="2561" y="1028"/>
                  </a:cubicBezTo>
                  <a:cubicBezTo>
                    <a:pt x="2955" y="1789"/>
                    <a:pt x="2401" y="2698"/>
                    <a:pt x="1543" y="2698"/>
                  </a:cubicBezTo>
                  <a:lnTo>
                    <a:pt x="1539" y="2698"/>
                  </a:lnTo>
                  <a:cubicBezTo>
                    <a:pt x="1619" y="2571"/>
                    <a:pt x="1789" y="2455"/>
                    <a:pt x="2010" y="2314"/>
                  </a:cubicBezTo>
                  <a:cubicBezTo>
                    <a:pt x="2303" y="2129"/>
                    <a:pt x="2633" y="1919"/>
                    <a:pt x="2622" y="1564"/>
                  </a:cubicBezTo>
                  <a:cubicBezTo>
                    <a:pt x="2611" y="1104"/>
                    <a:pt x="2282" y="1035"/>
                    <a:pt x="2064" y="988"/>
                  </a:cubicBezTo>
                  <a:cubicBezTo>
                    <a:pt x="1916" y="956"/>
                    <a:pt x="1789" y="927"/>
                    <a:pt x="1702" y="807"/>
                  </a:cubicBezTo>
                  <a:cubicBezTo>
                    <a:pt x="1673" y="764"/>
                    <a:pt x="1731" y="644"/>
                    <a:pt x="1929" y="475"/>
                  </a:cubicBezTo>
                  <a:close/>
                  <a:moveTo>
                    <a:pt x="1547" y="1"/>
                  </a:moveTo>
                  <a:cubicBezTo>
                    <a:pt x="1502" y="1"/>
                    <a:pt x="1458" y="3"/>
                    <a:pt x="1413" y="7"/>
                  </a:cubicBezTo>
                  <a:cubicBezTo>
                    <a:pt x="790" y="57"/>
                    <a:pt x="257" y="485"/>
                    <a:pt x="69" y="1082"/>
                  </a:cubicBezTo>
                  <a:lnTo>
                    <a:pt x="69" y="1090"/>
                  </a:lnTo>
                  <a:lnTo>
                    <a:pt x="69" y="1093"/>
                  </a:lnTo>
                  <a:cubicBezTo>
                    <a:pt x="22" y="1242"/>
                    <a:pt x="0" y="1397"/>
                    <a:pt x="0" y="1553"/>
                  </a:cubicBezTo>
                  <a:lnTo>
                    <a:pt x="0" y="1582"/>
                  </a:lnTo>
                  <a:cubicBezTo>
                    <a:pt x="7" y="1908"/>
                    <a:pt x="116" y="2227"/>
                    <a:pt x="319" y="2488"/>
                  </a:cubicBezTo>
                  <a:lnTo>
                    <a:pt x="326" y="2495"/>
                  </a:lnTo>
                  <a:cubicBezTo>
                    <a:pt x="554" y="2792"/>
                    <a:pt x="880" y="2995"/>
                    <a:pt x="1246" y="3067"/>
                  </a:cubicBezTo>
                  <a:lnTo>
                    <a:pt x="1250" y="3067"/>
                  </a:lnTo>
                  <a:cubicBezTo>
                    <a:pt x="1347" y="3085"/>
                    <a:pt x="1445" y="3092"/>
                    <a:pt x="1547" y="3092"/>
                  </a:cubicBezTo>
                  <a:cubicBezTo>
                    <a:pt x="2702" y="3092"/>
                    <a:pt x="3448" y="1868"/>
                    <a:pt x="2923" y="840"/>
                  </a:cubicBezTo>
                  <a:cubicBezTo>
                    <a:pt x="2654" y="322"/>
                    <a:pt x="2123" y="1"/>
                    <a:pt x="15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5" name="Google Shape;16995;p88"/>
          <p:cNvGrpSpPr/>
          <p:nvPr/>
        </p:nvGrpSpPr>
        <p:grpSpPr>
          <a:xfrm>
            <a:off x="2198600" y="2444805"/>
            <a:ext cx="363506" cy="345914"/>
            <a:chOff x="2198600" y="2444805"/>
            <a:chExt cx="363506" cy="345914"/>
          </a:xfrm>
        </p:grpSpPr>
        <p:sp>
          <p:nvSpPr>
            <p:cNvPr id="16996" name="Google Shape;16996;p88"/>
            <p:cNvSpPr/>
            <p:nvPr/>
          </p:nvSpPr>
          <p:spPr>
            <a:xfrm>
              <a:off x="2412168" y="2450049"/>
              <a:ext cx="143305" cy="149440"/>
            </a:xfrm>
            <a:custGeom>
              <a:rect b="b" l="l" r="r" t="t"/>
              <a:pathLst>
                <a:path extrusionOk="0" h="5700" w="5466">
                  <a:moveTo>
                    <a:pt x="2738" y="0"/>
                  </a:moveTo>
                  <a:cubicBezTo>
                    <a:pt x="2705" y="0"/>
                    <a:pt x="2673" y="1"/>
                    <a:pt x="2640" y="2"/>
                  </a:cubicBezTo>
                  <a:cubicBezTo>
                    <a:pt x="1673" y="42"/>
                    <a:pt x="808" y="622"/>
                    <a:pt x="406" y="1505"/>
                  </a:cubicBezTo>
                  <a:cubicBezTo>
                    <a:pt x="0" y="2385"/>
                    <a:pt x="123" y="3417"/>
                    <a:pt x="728" y="4178"/>
                  </a:cubicBezTo>
                  <a:lnTo>
                    <a:pt x="659" y="5699"/>
                  </a:lnTo>
                  <a:lnTo>
                    <a:pt x="2039" y="5054"/>
                  </a:lnTo>
                  <a:cubicBezTo>
                    <a:pt x="2273" y="5121"/>
                    <a:pt x="2511" y="5154"/>
                    <a:pt x="2746" y="5154"/>
                  </a:cubicBezTo>
                  <a:cubicBezTo>
                    <a:pt x="3591" y="5154"/>
                    <a:pt x="4401" y="4736"/>
                    <a:pt x="4886" y="4008"/>
                  </a:cubicBezTo>
                  <a:cubicBezTo>
                    <a:pt x="5426" y="3204"/>
                    <a:pt x="5465" y="2164"/>
                    <a:pt x="4995" y="1317"/>
                  </a:cubicBezTo>
                  <a:cubicBezTo>
                    <a:pt x="4536" y="501"/>
                    <a:pt x="3672" y="0"/>
                    <a:pt x="273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88"/>
            <p:cNvSpPr/>
            <p:nvPr/>
          </p:nvSpPr>
          <p:spPr>
            <a:xfrm>
              <a:off x="2307324" y="2618916"/>
              <a:ext cx="50547" cy="91001"/>
            </a:xfrm>
            <a:custGeom>
              <a:rect b="b" l="l" r="r" t="t"/>
              <a:pathLst>
                <a:path extrusionOk="0" h="3471" w="1928">
                  <a:moveTo>
                    <a:pt x="1" y="1"/>
                  </a:moveTo>
                  <a:lnTo>
                    <a:pt x="1" y="2641"/>
                  </a:lnTo>
                  <a:lnTo>
                    <a:pt x="961" y="3467"/>
                  </a:lnTo>
                  <a:lnTo>
                    <a:pt x="961" y="3470"/>
                  </a:lnTo>
                  <a:lnTo>
                    <a:pt x="964" y="3470"/>
                  </a:lnTo>
                  <a:lnTo>
                    <a:pt x="964" y="3467"/>
                  </a:lnTo>
                  <a:lnTo>
                    <a:pt x="1928" y="2641"/>
                  </a:lnTo>
                  <a:lnTo>
                    <a:pt x="192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88"/>
            <p:cNvSpPr/>
            <p:nvPr/>
          </p:nvSpPr>
          <p:spPr>
            <a:xfrm>
              <a:off x="2203843" y="2675414"/>
              <a:ext cx="257430" cy="110087"/>
            </a:xfrm>
            <a:custGeom>
              <a:rect b="b" l="l" r="r" t="t"/>
              <a:pathLst>
                <a:path extrusionOk="0" h="4199" w="9819">
                  <a:moveTo>
                    <a:pt x="3948" y="1"/>
                  </a:moveTo>
                  <a:lnTo>
                    <a:pt x="2394" y="500"/>
                  </a:lnTo>
                  <a:lnTo>
                    <a:pt x="1760" y="703"/>
                  </a:lnTo>
                  <a:cubicBezTo>
                    <a:pt x="714" y="1036"/>
                    <a:pt x="0" y="2011"/>
                    <a:pt x="4" y="3112"/>
                  </a:cubicBezTo>
                  <a:lnTo>
                    <a:pt x="4" y="4198"/>
                  </a:lnTo>
                  <a:lnTo>
                    <a:pt x="9819" y="4198"/>
                  </a:lnTo>
                  <a:lnTo>
                    <a:pt x="9819" y="3112"/>
                  </a:lnTo>
                  <a:cubicBezTo>
                    <a:pt x="9819" y="2011"/>
                    <a:pt x="9109" y="1036"/>
                    <a:pt x="8062" y="699"/>
                  </a:cubicBezTo>
                  <a:lnTo>
                    <a:pt x="7428" y="497"/>
                  </a:lnTo>
                  <a:lnTo>
                    <a:pt x="5875" y="1"/>
                  </a:lnTo>
                  <a:lnTo>
                    <a:pt x="4911" y="678"/>
                  </a:lnTo>
                  <a:lnTo>
                    <a:pt x="3948"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88"/>
            <p:cNvSpPr/>
            <p:nvPr/>
          </p:nvSpPr>
          <p:spPr>
            <a:xfrm>
              <a:off x="2398587" y="2688418"/>
              <a:ext cx="62686" cy="97083"/>
            </a:xfrm>
            <a:custGeom>
              <a:rect b="b" l="l" r="r" t="t"/>
              <a:pathLst>
                <a:path extrusionOk="0" h="3703" w="2391">
                  <a:moveTo>
                    <a:pt x="0" y="1"/>
                  </a:moveTo>
                  <a:lnTo>
                    <a:pt x="467" y="207"/>
                  </a:lnTo>
                  <a:cubicBezTo>
                    <a:pt x="1253" y="540"/>
                    <a:pt x="1782" y="1515"/>
                    <a:pt x="1782" y="2616"/>
                  </a:cubicBezTo>
                  <a:lnTo>
                    <a:pt x="1782" y="3702"/>
                  </a:lnTo>
                  <a:lnTo>
                    <a:pt x="2391" y="3702"/>
                  </a:lnTo>
                  <a:lnTo>
                    <a:pt x="2391" y="2616"/>
                  </a:lnTo>
                  <a:cubicBezTo>
                    <a:pt x="2391" y="1515"/>
                    <a:pt x="1681" y="540"/>
                    <a:pt x="634" y="203"/>
                  </a:cubicBez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88"/>
            <p:cNvSpPr/>
            <p:nvPr/>
          </p:nvSpPr>
          <p:spPr>
            <a:xfrm>
              <a:off x="2203843" y="2688418"/>
              <a:ext cx="62791" cy="96979"/>
            </a:xfrm>
            <a:custGeom>
              <a:rect b="b" l="l" r="r" t="t"/>
              <a:pathLst>
                <a:path extrusionOk="0" h="3699" w="2395">
                  <a:moveTo>
                    <a:pt x="2394" y="1"/>
                  </a:moveTo>
                  <a:lnTo>
                    <a:pt x="1760" y="203"/>
                  </a:lnTo>
                  <a:cubicBezTo>
                    <a:pt x="714" y="540"/>
                    <a:pt x="0" y="1515"/>
                    <a:pt x="0" y="2612"/>
                  </a:cubicBezTo>
                  <a:lnTo>
                    <a:pt x="0" y="3698"/>
                  </a:lnTo>
                  <a:lnTo>
                    <a:pt x="612" y="3698"/>
                  </a:lnTo>
                  <a:lnTo>
                    <a:pt x="612" y="2612"/>
                  </a:lnTo>
                  <a:cubicBezTo>
                    <a:pt x="612" y="1515"/>
                    <a:pt x="1141" y="540"/>
                    <a:pt x="1920" y="203"/>
                  </a:cubicBezTo>
                  <a:lnTo>
                    <a:pt x="2394"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88"/>
            <p:cNvSpPr/>
            <p:nvPr/>
          </p:nvSpPr>
          <p:spPr>
            <a:xfrm>
              <a:off x="2246552" y="2553975"/>
              <a:ext cx="21026" cy="45592"/>
            </a:xfrm>
            <a:custGeom>
              <a:rect b="b" l="l" r="r" t="t"/>
              <a:pathLst>
                <a:path extrusionOk="0" h="1739" w="802">
                  <a:moveTo>
                    <a:pt x="801" y="0"/>
                  </a:moveTo>
                  <a:cubicBezTo>
                    <a:pt x="359" y="0"/>
                    <a:pt x="1" y="359"/>
                    <a:pt x="1" y="801"/>
                  </a:cubicBezTo>
                  <a:lnTo>
                    <a:pt x="1" y="938"/>
                  </a:lnTo>
                  <a:cubicBezTo>
                    <a:pt x="1" y="1380"/>
                    <a:pt x="359" y="1739"/>
                    <a:pt x="801" y="1739"/>
                  </a:cubicBezTo>
                  <a:lnTo>
                    <a:pt x="80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88"/>
            <p:cNvSpPr/>
            <p:nvPr/>
          </p:nvSpPr>
          <p:spPr>
            <a:xfrm>
              <a:off x="2307324" y="2675414"/>
              <a:ext cx="25300" cy="47585"/>
            </a:xfrm>
            <a:custGeom>
              <a:rect b="b" l="l" r="r" t="t"/>
              <a:pathLst>
                <a:path extrusionOk="0" h="1815" w="965">
                  <a:moveTo>
                    <a:pt x="1" y="1"/>
                  </a:moveTo>
                  <a:lnTo>
                    <a:pt x="1" y="1815"/>
                  </a:lnTo>
                  <a:lnTo>
                    <a:pt x="964" y="678"/>
                  </a:lnTo>
                  <a:lnTo>
                    <a:pt x="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88"/>
            <p:cNvSpPr/>
            <p:nvPr/>
          </p:nvSpPr>
          <p:spPr>
            <a:xfrm>
              <a:off x="2279140" y="2500386"/>
              <a:ext cx="107020" cy="147054"/>
            </a:xfrm>
            <a:custGeom>
              <a:rect b="b" l="l" r="r" t="t"/>
              <a:pathLst>
                <a:path extrusionOk="0" h="5609" w="4082">
                  <a:moveTo>
                    <a:pt x="1544" y="0"/>
                  </a:moveTo>
                  <a:cubicBezTo>
                    <a:pt x="1498" y="0"/>
                    <a:pt x="1452" y="4"/>
                    <a:pt x="1405" y="13"/>
                  </a:cubicBezTo>
                  <a:cubicBezTo>
                    <a:pt x="605" y="103"/>
                    <a:pt x="0" y="784"/>
                    <a:pt x="0" y="1592"/>
                  </a:cubicBezTo>
                  <a:lnTo>
                    <a:pt x="0" y="3214"/>
                  </a:lnTo>
                  <a:cubicBezTo>
                    <a:pt x="0" y="4065"/>
                    <a:pt x="449" y="4848"/>
                    <a:pt x="1181" y="5279"/>
                  </a:cubicBezTo>
                  <a:lnTo>
                    <a:pt x="1478" y="5456"/>
                  </a:lnTo>
                  <a:cubicBezTo>
                    <a:pt x="1652" y="5557"/>
                    <a:pt x="1845" y="5608"/>
                    <a:pt x="2039" y="5608"/>
                  </a:cubicBezTo>
                  <a:cubicBezTo>
                    <a:pt x="2232" y="5608"/>
                    <a:pt x="2425" y="5557"/>
                    <a:pt x="2597" y="5456"/>
                  </a:cubicBezTo>
                  <a:lnTo>
                    <a:pt x="2901" y="5279"/>
                  </a:lnTo>
                  <a:cubicBezTo>
                    <a:pt x="3629" y="4848"/>
                    <a:pt x="4082" y="4062"/>
                    <a:pt x="4082" y="3214"/>
                  </a:cubicBezTo>
                  <a:lnTo>
                    <a:pt x="4082" y="1592"/>
                  </a:lnTo>
                  <a:cubicBezTo>
                    <a:pt x="4082" y="714"/>
                    <a:pt x="3372" y="2"/>
                    <a:pt x="2495" y="2"/>
                  </a:cubicBezTo>
                  <a:cubicBezTo>
                    <a:pt x="2493" y="2"/>
                    <a:pt x="2491" y="2"/>
                    <a:pt x="2488" y="2"/>
                  </a:cubicBezTo>
                  <a:lnTo>
                    <a:pt x="1590" y="2"/>
                  </a:lnTo>
                  <a:cubicBezTo>
                    <a:pt x="1575" y="1"/>
                    <a:pt x="1559" y="0"/>
                    <a:pt x="1544"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88"/>
            <p:cNvSpPr/>
            <p:nvPr/>
          </p:nvSpPr>
          <p:spPr>
            <a:xfrm>
              <a:off x="2397538" y="2553975"/>
              <a:ext cx="21000" cy="45592"/>
            </a:xfrm>
            <a:custGeom>
              <a:rect b="b" l="l" r="r" t="t"/>
              <a:pathLst>
                <a:path extrusionOk="0" h="1739" w="801">
                  <a:moveTo>
                    <a:pt x="0" y="0"/>
                  </a:moveTo>
                  <a:lnTo>
                    <a:pt x="0" y="1739"/>
                  </a:lnTo>
                  <a:cubicBezTo>
                    <a:pt x="442" y="1739"/>
                    <a:pt x="801" y="1380"/>
                    <a:pt x="801" y="938"/>
                  </a:cubicBezTo>
                  <a:lnTo>
                    <a:pt x="801" y="801"/>
                  </a:lnTo>
                  <a:cubicBezTo>
                    <a:pt x="801" y="359"/>
                    <a:pt x="442" y="0"/>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88"/>
            <p:cNvSpPr/>
            <p:nvPr/>
          </p:nvSpPr>
          <p:spPr>
            <a:xfrm>
              <a:off x="2332493" y="2675414"/>
              <a:ext cx="25379" cy="47585"/>
            </a:xfrm>
            <a:custGeom>
              <a:rect b="b" l="l" r="r" t="t"/>
              <a:pathLst>
                <a:path extrusionOk="0" h="1815" w="968">
                  <a:moveTo>
                    <a:pt x="968" y="1"/>
                  </a:moveTo>
                  <a:lnTo>
                    <a:pt x="1" y="678"/>
                  </a:lnTo>
                  <a:lnTo>
                    <a:pt x="968" y="1815"/>
                  </a:lnTo>
                  <a:lnTo>
                    <a:pt x="96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88"/>
            <p:cNvSpPr/>
            <p:nvPr/>
          </p:nvSpPr>
          <p:spPr>
            <a:xfrm>
              <a:off x="2376171" y="2741797"/>
              <a:ext cx="52356" cy="19873"/>
            </a:xfrm>
            <a:custGeom>
              <a:rect b="b" l="l" r="r" t="t"/>
              <a:pathLst>
                <a:path extrusionOk="0" h="758" w="1997">
                  <a:moveTo>
                    <a:pt x="1720" y="0"/>
                  </a:moveTo>
                  <a:cubicBezTo>
                    <a:pt x="1718" y="0"/>
                    <a:pt x="1716" y="0"/>
                    <a:pt x="1714" y="0"/>
                  </a:cubicBezTo>
                  <a:lnTo>
                    <a:pt x="283" y="0"/>
                  </a:lnTo>
                  <a:cubicBezTo>
                    <a:pt x="127" y="0"/>
                    <a:pt x="1" y="123"/>
                    <a:pt x="1" y="279"/>
                  </a:cubicBezTo>
                  <a:lnTo>
                    <a:pt x="1" y="478"/>
                  </a:lnTo>
                  <a:cubicBezTo>
                    <a:pt x="1" y="630"/>
                    <a:pt x="127" y="757"/>
                    <a:pt x="283" y="757"/>
                  </a:cubicBezTo>
                  <a:lnTo>
                    <a:pt x="1714" y="757"/>
                  </a:lnTo>
                  <a:cubicBezTo>
                    <a:pt x="1869" y="757"/>
                    <a:pt x="1996" y="630"/>
                    <a:pt x="1996" y="478"/>
                  </a:cubicBezTo>
                  <a:lnTo>
                    <a:pt x="1996" y="279"/>
                  </a:lnTo>
                  <a:cubicBezTo>
                    <a:pt x="1996" y="125"/>
                    <a:pt x="1873" y="0"/>
                    <a:pt x="172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88"/>
            <p:cNvSpPr/>
            <p:nvPr/>
          </p:nvSpPr>
          <p:spPr>
            <a:xfrm>
              <a:off x="2321665" y="2654624"/>
              <a:ext cx="21787" cy="21761"/>
            </a:xfrm>
            <a:custGeom>
              <a:rect b="b" l="l" r="r" t="t"/>
              <a:pathLst>
                <a:path extrusionOk="0" h="830" w="831">
                  <a:moveTo>
                    <a:pt x="414" y="0"/>
                  </a:moveTo>
                  <a:cubicBezTo>
                    <a:pt x="185" y="0"/>
                    <a:pt x="1" y="185"/>
                    <a:pt x="1" y="413"/>
                  </a:cubicBezTo>
                  <a:cubicBezTo>
                    <a:pt x="1" y="641"/>
                    <a:pt x="185" y="830"/>
                    <a:pt x="414" y="830"/>
                  </a:cubicBezTo>
                  <a:cubicBezTo>
                    <a:pt x="642" y="830"/>
                    <a:pt x="830" y="641"/>
                    <a:pt x="830" y="413"/>
                  </a:cubicBezTo>
                  <a:cubicBezTo>
                    <a:pt x="830" y="185"/>
                    <a:pt x="642" y="0"/>
                    <a:pt x="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88"/>
            <p:cNvSpPr/>
            <p:nvPr/>
          </p:nvSpPr>
          <p:spPr>
            <a:xfrm>
              <a:off x="2279140" y="2500701"/>
              <a:ext cx="36862" cy="48162"/>
            </a:xfrm>
            <a:custGeom>
              <a:rect b="b" l="l" r="r" t="t"/>
              <a:pathLst>
                <a:path extrusionOk="0" h="1837" w="1406">
                  <a:moveTo>
                    <a:pt x="1405" y="1"/>
                  </a:moveTo>
                  <a:cubicBezTo>
                    <a:pt x="601" y="91"/>
                    <a:pt x="0" y="772"/>
                    <a:pt x="0" y="1580"/>
                  </a:cubicBezTo>
                  <a:lnTo>
                    <a:pt x="0" y="1837"/>
                  </a:lnTo>
                  <a:cubicBezTo>
                    <a:pt x="0" y="1837"/>
                    <a:pt x="1029" y="1525"/>
                    <a:pt x="1405"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88"/>
            <p:cNvSpPr/>
            <p:nvPr/>
          </p:nvSpPr>
          <p:spPr>
            <a:xfrm>
              <a:off x="2315976" y="2500386"/>
              <a:ext cx="70184" cy="69765"/>
            </a:xfrm>
            <a:custGeom>
              <a:rect b="b" l="l" r="r" t="t"/>
              <a:pathLst>
                <a:path extrusionOk="0" h="2661" w="2677">
                  <a:moveTo>
                    <a:pt x="139" y="0"/>
                  </a:moveTo>
                  <a:cubicBezTo>
                    <a:pt x="93" y="0"/>
                    <a:pt x="47" y="4"/>
                    <a:pt x="0" y="13"/>
                  </a:cubicBezTo>
                  <a:cubicBezTo>
                    <a:pt x="0" y="13"/>
                    <a:pt x="279" y="2660"/>
                    <a:pt x="2677" y="2660"/>
                  </a:cubicBezTo>
                  <a:lnTo>
                    <a:pt x="2677" y="1592"/>
                  </a:lnTo>
                  <a:cubicBezTo>
                    <a:pt x="2677" y="712"/>
                    <a:pt x="1963" y="2"/>
                    <a:pt x="1083" y="2"/>
                  </a:cubicBezTo>
                  <a:lnTo>
                    <a:pt x="185" y="2"/>
                  </a:lnTo>
                  <a:cubicBezTo>
                    <a:pt x="170" y="1"/>
                    <a:pt x="154" y="0"/>
                    <a:pt x="139"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88"/>
            <p:cNvSpPr/>
            <p:nvPr/>
          </p:nvSpPr>
          <p:spPr>
            <a:xfrm>
              <a:off x="2458310" y="2493203"/>
              <a:ext cx="50338" cy="51098"/>
            </a:xfrm>
            <a:custGeom>
              <a:rect b="b" l="l" r="r" t="t"/>
              <a:pathLst>
                <a:path extrusionOk="0" h="1949" w="1920">
                  <a:moveTo>
                    <a:pt x="960" y="0"/>
                  </a:moveTo>
                  <a:cubicBezTo>
                    <a:pt x="431" y="0"/>
                    <a:pt x="0" y="439"/>
                    <a:pt x="0" y="975"/>
                  </a:cubicBezTo>
                  <a:cubicBezTo>
                    <a:pt x="0" y="1514"/>
                    <a:pt x="431" y="1949"/>
                    <a:pt x="960" y="1949"/>
                  </a:cubicBezTo>
                  <a:cubicBezTo>
                    <a:pt x="1493" y="1949"/>
                    <a:pt x="1920" y="1514"/>
                    <a:pt x="1920" y="975"/>
                  </a:cubicBezTo>
                  <a:cubicBezTo>
                    <a:pt x="1920" y="439"/>
                    <a:pt x="1493" y="0"/>
                    <a:pt x="96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88"/>
            <p:cNvSpPr/>
            <p:nvPr/>
          </p:nvSpPr>
          <p:spPr>
            <a:xfrm>
              <a:off x="2397905" y="2444805"/>
              <a:ext cx="164200" cy="159927"/>
            </a:xfrm>
            <a:custGeom>
              <a:rect b="b" l="l" r="r" t="t"/>
              <a:pathLst>
                <a:path extrusionOk="0" h="6100" w="6263">
                  <a:moveTo>
                    <a:pt x="3289" y="0"/>
                  </a:moveTo>
                  <a:cubicBezTo>
                    <a:pt x="2913" y="0"/>
                    <a:pt x="2530" y="77"/>
                    <a:pt x="2159" y="242"/>
                  </a:cubicBezTo>
                  <a:cubicBezTo>
                    <a:pt x="533" y="966"/>
                    <a:pt x="1" y="3016"/>
                    <a:pt x="1069" y="4443"/>
                  </a:cubicBezTo>
                  <a:lnTo>
                    <a:pt x="1004" y="5892"/>
                  </a:lnTo>
                  <a:cubicBezTo>
                    <a:pt x="998" y="6010"/>
                    <a:pt x="1093" y="6100"/>
                    <a:pt x="1201" y="6100"/>
                  </a:cubicBezTo>
                  <a:cubicBezTo>
                    <a:pt x="1229" y="6100"/>
                    <a:pt x="1258" y="6094"/>
                    <a:pt x="1287" y="6080"/>
                  </a:cubicBezTo>
                  <a:lnTo>
                    <a:pt x="2601" y="5468"/>
                  </a:lnTo>
                  <a:cubicBezTo>
                    <a:pt x="2822" y="5525"/>
                    <a:pt x="3048" y="5554"/>
                    <a:pt x="3276" y="5554"/>
                  </a:cubicBezTo>
                  <a:cubicBezTo>
                    <a:pt x="3366" y="5554"/>
                    <a:pt x="3456" y="5550"/>
                    <a:pt x="3547" y="5541"/>
                  </a:cubicBezTo>
                  <a:cubicBezTo>
                    <a:pt x="3803" y="5516"/>
                    <a:pt x="3777" y="5141"/>
                    <a:pt x="3534" y="5141"/>
                  </a:cubicBezTo>
                  <a:cubicBezTo>
                    <a:pt x="3526" y="5141"/>
                    <a:pt x="3519" y="5141"/>
                    <a:pt x="3510" y="5142"/>
                  </a:cubicBezTo>
                  <a:cubicBezTo>
                    <a:pt x="3436" y="5150"/>
                    <a:pt x="3361" y="5153"/>
                    <a:pt x="3286" y="5153"/>
                  </a:cubicBezTo>
                  <a:cubicBezTo>
                    <a:pt x="3067" y="5153"/>
                    <a:pt x="2848" y="5122"/>
                    <a:pt x="2638" y="5063"/>
                  </a:cubicBezTo>
                  <a:cubicBezTo>
                    <a:pt x="2619" y="5057"/>
                    <a:pt x="2599" y="5054"/>
                    <a:pt x="2580" y="5054"/>
                  </a:cubicBezTo>
                  <a:cubicBezTo>
                    <a:pt x="2551" y="5054"/>
                    <a:pt x="2522" y="5060"/>
                    <a:pt x="2496" y="5073"/>
                  </a:cubicBezTo>
                  <a:lnTo>
                    <a:pt x="1417" y="5580"/>
                  </a:lnTo>
                  <a:lnTo>
                    <a:pt x="1471" y="4389"/>
                  </a:lnTo>
                  <a:cubicBezTo>
                    <a:pt x="1471" y="4338"/>
                    <a:pt x="1457" y="4291"/>
                    <a:pt x="1424" y="4255"/>
                  </a:cubicBezTo>
                  <a:cubicBezTo>
                    <a:pt x="794" y="3458"/>
                    <a:pt x="740" y="2346"/>
                    <a:pt x="1290" y="1488"/>
                  </a:cubicBezTo>
                  <a:cubicBezTo>
                    <a:pt x="1734" y="799"/>
                    <a:pt x="2493" y="399"/>
                    <a:pt x="3289" y="399"/>
                  </a:cubicBezTo>
                  <a:cubicBezTo>
                    <a:pt x="3480" y="399"/>
                    <a:pt x="3674" y="422"/>
                    <a:pt x="3865" y="470"/>
                  </a:cubicBezTo>
                  <a:cubicBezTo>
                    <a:pt x="4850" y="720"/>
                    <a:pt x="5571" y="1568"/>
                    <a:pt x="5654" y="2582"/>
                  </a:cubicBezTo>
                  <a:cubicBezTo>
                    <a:pt x="5738" y="3596"/>
                    <a:pt x="5166" y="4552"/>
                    <a:pt x="4231" y="4957"/>
                  </a:cubicBezTo>
                  <a:cubicBezTo>
                    <a:pt x="4019" y="5049"/>
                    <a:pt x="4114" y="5343"/>
                    <a:pt x="4303" y="5343"/>
                  </a:cubicBezTo>
                  <a:cubicBezTo>
                    <a:pt x="4331" y="5343"/>
                    <a:pt x="4360" y="5337"/>
                    <a:pt x="4390" y="5323"/>
                  </a:cubicBezTo>
                  <a:cubicBezTo>
                    <a:pt x="5589" y="4805"/>
                    <a:pt x="6263" y="3520"/>
                    <a:pt x="6009" y="2238"/>
                  </a:cubicBezTo>
                  <a:lnTo>
                    <a:pt x="6013" y="2238"/>
                  </a:lnTo>
                  <a:cubicBezTo>
                    <a:pt x="5744" y="887"/>
                    <a:pt x="4562" y="0"/>
                    <a:pt x="3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88"/>
            <p:cNvSpPr/>
            <p:nvPr/>
          </p:nvSpPr>
          <p:spPr>
            <a:xfrm>
              <a:off x="2298226" y="2744812"/>
              <a:ext cx="168264" cy="45907"/>
            </a:xfrm>
            <a:custGeom>
              <a:rect b="b" l="l" r="r" t="t"/>
              <a:pathLst>
                <a:path extrusionOk="0" h="1751" w="6418">
                  <a:moveTo>
                    <a:pt x="6197" y="1"/>
                  </a:moveTo>
                  <a:cubicBezTo>
                    <a:pt x="6192" y="1"/>
                    <a:pt x="6187" y="1"/>
                    <a:pt x="6182" y="1"/>
                  </a:cubicBezTo>
                  <a:cubicBezTo>
                    <a:pt x="6074" y="15"/>
                    <a:pt x="5994" y="113"/>
                    <a:pt x="6005" y="222"/>
                  </a:cubicBezTo>
                  <a:cubicBezTo>
                    <a:pt x="6012" y="302"/>
                    <a:pt x="6019" y="385"/>
                    <a:pt x="6019" y="465"/>
                  </a:cubicBezTo>
                  <a:lnTo>
                    <a:pt x="6019" y="1348"/>
                  </a:lnTo>
                  <a:lnTo>
                    <a:pt x="268" y="1348"/>
                  </a:lnTo>
                  <a:cubicBezTo>
                    <a:pt x="0" y="1348"/>
                    <a:pt x="0" y="1750"/>
                    <a:pt x="268" y="1750"/>
                  </a:cubicBezTo>
                  <a:lnTo>
                    <a:pt x="6215" y="1750"/>
                  </a:lnTo>
                  <a:cubicBezTo>
                    <a:pt x="6327" y="1750"/>
                    <a:pt x="6418" y="1660"/>
                    <a:pt x="6418" y="1547"/>
                  </a:cubicBezTo>
                  <a:lnTo>
                    <a:pt x="6418" y="461"/>
                  </a:lnTo>
                  <a:cubicBezTo>
                    <a:pt x="6418" y="367"/>
                    <a:pt x="6411" y="273"/>
                    <a:pt x="6400" y="178"/>
                  </a:cubicBezTo>
                  <a:cubicBezTo>
                    <a:pt x="6389" y="75"/>
                    <a:pt x="6300" y="1"/>
                    <a:pt x="6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88"/>
            <p:cNvSpPr/>
            <p:nvPr/>
          </p:nvSpPr>
          <p:spPr>
            <a:xfrm>
              <a:off x="2198600" y="2483607"/>
              <a:ext cx="262962" cy="307112"/>
            </a:xfrm>
            <a:custGeom>
              <a:rect b="b" l="l" r="r" t="t"/>
              <a:pathLst>
                <a:path extrusionOk="0" h="11714" w="10030">
                  <a:moveTo>
                    <a:pt x="4186" y="925"/>
                  </a:moveTo>
                  <a:cubicBezTo>
                    <a:pt x="3936" y="1639"/>
                    <a:pt x="3535" y="1997"/>
                    <a:pt x="3271" y="2166"/>
                  </a:cubicBezTo>
                  <a:cubicBezTo>
                    <a:pt x="3297" y="1606"/>
                    <a:pt x="3658" y="1117"/>
                    <a:pt x="4186" y="925"/>
                  </a:cubicBezTo>
                  <a:close/>
                  <a:moveTo>
                    <a:pt x="5557" y="837"/>
                  </a:moveTo>
                  <a:cubicBezTo>
                    <a:pt x="6328" y="837"/>
                    <a:pt x="6951" y="1460"/>
                    <a:pt x="6951" y="2232"/>
                  </a:cubicBezTo>
                  <a:lnTo>
                    <a:pt x="6947" y="2228"/>
                  </a:lnTo>
                  <a:lnTo>
                    <a:pt x="6947" y="3090"/>
                  </a:lnTo>
                  <a:cubicBezTo>
                    <a:pt x="6133" y="3032"/>
                    <a:pt x="5513" y="2630"/>
                    <a:pt x="5093" y="1884"/>
                  </a:cubicBezTo>
                  <a:cubicBezTo>
                    <a:pt x="4912" y="1558"/>
                    <a:pt x="4782" y="1203"/>
                    <a:pt x="4706" y="837"/>
                  </a:cubicBezTo>
                  <a:close/>
                  <a:moveTo>
                    <a:pt x="2431" y="2920"/>
                  </a:moveTo>
                  <a:lnTo>
                    <a:pt x="2431" y="4187"/>
                  </a:lnTo>
                  <a:cubicBezTo>
                    <a:pt x="2192" y="4104"/>
                    <a:pt x="2029" y="3876"/>
                    <a:pt x="2029" y="3622"/>
                  </a:cubicBezTo>
                  <a:lnTo>
                    <a:pt x="2029" y="3485"/>
                  </a:lnTo>
                  <a:cubicBezTo>
                    <a:pt x="2029" y="3231"/>
                    <a:pt x="2192" y="3003"/>
                    <a:pt x="2431" y="2920"/>
                  </a:cubicBezTo>
                  <a:close/>
                  <a:moveTo>
                    <a:pt x="7788" y="2913"/>
                  </a:moveTo>
                  <a:cubicBezTo>
                    <a:pt x="8030" y="2999"/>
                    <a:pt x="8190" y="3228"/>
                    <a:pt x="8190" y="3485"/>
                  </a:cubicBezTo>
                  <a:lnTo>
                    <a:pt x="8190" y="3619"/>
                  </a:lnTo>
                  <a:cubicBezTo>
                    <a:pt x="8190" y="3876"/>
                    <a:pt x="8030" y="4100"/>
                    <a:pt x="7788" y="4187"/>
                  </a:cubicBezTo>
                  <a:lnTo>
                    <a:pt x="7788" y="2913"/>
                  </a:lnTo>
                  <a:close/>
                  <a:moveTo>
                    <a:pt x="4438" y="1373"/>
                  </a:moveTo>
                  <a:cubicBezTo>
                    <a:pt x="4517" y="1616"/>
                    <a:pt x="4619" y="1851"/>
                    <a:pt x="4742" y="2072"/>
                  </a:cubicBezTo>
                  <a:cubicBezTo>
                    <a:pt x="5227" y="2949"/>
                    <a:pt x="5988" y="3434"/>
                    <a:pt x="6951" y="3496"/>
                  </a:cubicBezTo>
                  <a:lnTo>
                    <a:pt x="6951" y="3858"/>
                  </a:lnTo>
                  <a:cubicBezTo>
                    <a:pt x="6947" y="4633"/>
                    <a:pt x="6538" y="5354"/>
                    <a:pt x="5868" y="5748"/>
                  </a:cubicBezTo>
                  <a:lnTo>
                    <a:pt x="5568" y="5926"/>
                  </a:lnTo>
                  <a:cubicBezTo>
                    <a:pt x="5426" y="6009"/>
                    <a:pt x="5268" y="6051"/>
                    <a:pt x="5109" y="6051"/>
                  </a:cubicBezTo>
                  <a:cubicBezTo>
                    <a:pt x="4951" y="6051"/>
                    <a:pt x="4792" y="6009"/>
                    <a:pt x="4651" y="5926"/>
                  </a:cubicBezTo>
                  <a:lnTo>
                    <a:pt x="4351" y="5748"/>
                  </a:lnTo>
                  <a:cubicBezTo>
                    <a:pt x="3684" y="5354"/>
                    <a:pt x="3271" y="4633"/>
                    <a:pt x="3271" y="3854"/>
                  </a:cubicBezTo>
                  <a:lnTo>
                    <a:pt x="3271" y="3851"/>
                  </a:lnTo>
                  <a:lnTo>
                    <a:pt x="3271" y="2623"/>
                  </a:lnTo>
                  <a:cubicBezTo>
                    <a:pt x="3525" y="2503"/>
                    <a:pt x="4068" y="2170"/>
                    <a:pt x="4438" y="1373"/>
                  </a:cubicBezTo>
                  <a:close/>
                  <a:moveTo>
                    <a:pt x="5872" y="6208"/>
                  </a:moveTo>
                  <a:lnTo>
                    <a:pt x="5872" y="6719"/>
                  </a:lnTo>
                  <a:cubicBezTo>
                    <a:pt x="5810" y="6726"/>
                    <a:pt x="5749" y="6733"/>
                    <a:pt x="5691" y="6737"/>
                  </a:cubicBezTo>
                  <a:lnTo>
                    <a:pt x="5687" y="6733"/>
                  </a:lnTo>
                  <a:cubicBezTo>
                    <a:pt x="5640" y="6596"/>
                    <a:pt x="5546" y="6484"/>
                    <a:pt x="5423" y="6407"/>
                  </a:cubicBezTo>
                  <a:cubicBezTo>
                    <a:pt x="5542" y="6378"/>
                    <a:pt x="5662" y="6331"/>
                    <a:pt x="5767" y="6266"/>
                  </a:cubicBezTo>
                  <a:lnTo>
                    <a:pt x="5872" y="6208"/>
                  </a:lnTo>
                  <a:close/>
                  <a:moveTo>
                    <a:pt x="5108" y="6719"/>
                  </a:moveTo>
                  <a:cubicBezTo>
                    <a:pt x="5300" y="6719"/>
                    <a:pt x="5394" y="6951"/>
                    <a:pt x="5260" y="7088"/>
                  </a:cubicBezTo>
                  <a:cubicBezTo>
                    <a:pt x="5216" y="7131"/>
                    <a:pt x="5162" y="7150"/>
                    <a:pt x="5110" y="7150"/>
                  </a:cubicBezTo>
                  <a:cubicBezTo>
                    <a:pt x="4999" y="7150"/>
                    <a:pt x="4894" y="7064"/>
                    <a:pt x="4894" y="6936"/>
                  </a:cubicBezTo>
                  <a:cubicBezTo>
                    <a:pt x="4894" y="6817"/>
                    <a:pt x="4992" y="6723"/>
                    <a:pt x="5108" y="6723"/>
                  </a:cubicBezTo>
                  <a:lnTo>
                    <a:pt x="5108" y="6719"/>
                  </a:lnTo>
                  <a:close/>
                  <a:moveTo>
                    <a:pt x="4347" y="6208"/>
                  </a:moveTo>
                  <a:lnTo>
                    <a:pt x="4445" y="6270"/>
                  </a:lnTo>
                  <a:cubicBezTo>
                    <a:pt x="4553" y="6331"/>
                    <a:pt x="4669" y="6378"/>
                    <a:pt x="4792" y="6411"/>
                  </a:cubicBezTo>
                  <a:cubicBezTo>
                    <a:pt x="4423" y="6628"/>
                    <a:pt x="4387" y="7146"/>
                    <a:pt x="4720" y="7414"/>
                  </a:cubicBezTo>
                  <a:cubicBezTo>
                    <a:pt x="4835" y="7508"/>
                    <a:pt x="4971" y="7552"/>
                    <a:pt x="5105" y="7552"/>
                  </a:cubicBezTo>
                  <a:cubicBezTo>
                    <a:pt x="5354" y="7552"/>
                    <a:pt x="5597" y="7399"/>
                    <a:pt x="5687" y="7135"/>
                  </a:cubicBezTo>
                  <a:cubicBezTo>
                    <a:pt x="5749" y="7135"/>
                    <a:pt x="5810" y="7132"/>
                    <a:pt x="5868" y="7125"/>
                  </a:cubicBezTo>
                  <a:lnTo>
                    <a:pt x="5868" y="7211"/>
                  </a:lnTo>
                  <a:lnTo>
                    <a:pt x="5872" y="7211"/>
                  </a:lnTo>
                  <a:lnTo>
                    <a:pt x="5108" y="7744"/>
                  </a:lnTo>
                  <a:lnTo>
                    <a:pt x="4347" y="7211"/>
                  </a:lnTo>
                  <a:lnTo>
                    <a:pt x="4347" y="6208"/>
                  </a:lnTo>
                  <a:close/>
                  <a:moveTo>
                    <a:pt x="5872" y="7700"/>
                  </a:moveTo>
                  <a:lnTo>
                    <a:pt x="5872" y="7802"/>
                  </a:lnTo>
                  <a:lnTo>
                    <a:pt x="5872" y="8580"/>
                  </a:lnTo>
                  <a:lnTo>
                    <a:pt x="5401" y="8030"/>
                  </a:lnTo>
                  <a:lnTo>
                    <a:pt x="5872" y="7700"/>
                  </a:lnTo>
                  <a:close/>
                  <a:moveTo>
                    <a:pt x="4347" y="7700"/>
                  </a:moveTo>
                  <a:lnTo>
                    <a:pt x="4814" y="8030"/>
                  </a:lnTo>
                  <a:lnTo>
                    <a:pt x="4347" y="8588"/>
                  </a:lnTo>
                  <a:lnTo>
                    <a:pt x="4347" y="7802"/>
                  </a:lnTo>
                  <a:lnTo>
                    <a:pt x="4347" y="7700"/>
                  </a:lnTo>
                  <a:close/>
                  <a:moveTo>
                    <a:pt x="4579" y="1"/>
                  </a:moveTo>
                  <a:cubicBezTo>
                    <a:pt x="3391" y="4"/>
                    <a:pt x="2431" y="964"/>
                    <a:pt x="2431" y="2148"/>
                  </a:cubicBezTo>
                  <a:lnTo>
                    <a:pt x="2431" y="2503"/>
                  </a:lnTo>
                  <a:cubicBezTo>
                    <a:pt x="1964" y="2597"/>
                    <a:pt x="1631" y="3007"/>
                    <a:pt x="1631" y="3485"/>
                  </a:cubicBezTo>
                  <a:lnTo>
                    <a:pt x="1631" y="3619"/>
                  </a:lnTo>
                  <a:cubicBezTo>
                    <a:pt x="1631" y="4173"/>
                    <a:pt x="2076" y="4622"/>
                    <a:pt x="2630" y="4622"/>
                  </a:cubicBezTo>
                  <a:cubicBezTo>
                    <a:pt x="2743" y="4622"/>
                    <a:pt x="2830" y="4531"/>
                    <a:pt x="2830" y="4423"/>
                  </a:cubicBezTo>
                  <a:lnTo>
                    <a:pt x="2830" y="2148"/>
                  </a:lnTo>
                  <a:cubicBezTo>
                    <a:pt x="2833" y="1185"/>
                    <a:pt x="3615" y="403"/>
                    <a:pt x="4579" y="403"/>
                  </a:cubicBezTo>
                  <a:lnTo>
                    <a:pt x="5640" y="403"/>
                  </a:lnTo>
                  <a:cubicBezTo>
                    <a:pt x="6603" y="403"/>
                    <a:pt x="7386" y="1185"/>
                    <a:pt x="7389" y="2148"/>
                  </a:cubicBezTo>
                  <a:lnTo>
                    <a:pt x="7389" y="4988"/>
                  </a:lnTo>
                  <a:cubicBezTo>
                    <a:pt x="7386" y="5708"/>
                    <a:pt x="6944" y="6357"/>
                    <a:pt x="6274" y="6618"/>
                  </a:cubicBezTo>
                  <a:lnTo>
                    <a:pt x="6274" y="5958"/>
                  </a:lnTo>
                  <a:cubicBezTo>
                    <a:pt x="6947" y="5469"/>
                    <a:pt x="7349" y="4687"/>
                    <a:pt x="7349" y="3854"/>
                  </a:cubicBezTo>
                  <a:lnTo>
                    <a:pt x="7349" y="2232"/>
                  </a:lnTo>
                  <a:cubicBezTo>
                    <a:pt x="7349" y="1243"/>
                    <a:pt x="6549" y="443"/>
                    <a:pt x="5560" y="439"/>
                  </a:cubicBezTo>
                  <a:lnTo>
                    <a:pt x="4662" y="439"/>
                  </a:lnTo>
                  <a:cubicBezTo>
                    <a:pt x="4593" y="439"/>
                    <a:pt x="4524" y="443"/>
                    <a:pt x="4456" y="453"/>
                  </a:cubicBezTo>
                  <a:lnTo>
                    <a:pt x="4445" y="453"/>
                  </a:lnTo>
                  <a:cubicBezTo>
                    <a:pt x="3547" y="562"/>
                    <a:pt x="2869" y="1323"/>
                    <a:pt x="2873" y="2228"/>
                  </a:cubicBezTo>
                  <a:lnTo>
                    <a:pt x="2873" y="3854"/>
                  </a:lnTo>
                  <a:cubicBezTo>
                    <a:pt x="2873" y="4687"/>
                    <a:pt x="3275" y="5469"/>
                    <a:pt x="3949" y="5958"/>
                  </a:cubicBezTo>
                  <a:lnTo>
                    <a:pt x="3949" y="7168"/>
                  </a:lnTo>
                  <a:lnTo>
                    <a:pt x="1902" y="7827"/>
                  </a:lnTo>
                  <a:cubicBezTo>
                    <a:pt x="769" y="8186"/>
                    <a:pt x="1" y="9240"/>
                    <a:pt x="5" y="10428"/>
                  </a:cubicBezTo>
                  <a:lnTo>
                    <a:pt x="5" y="11514"/>
                  </a:lnTo>
                  <a:cubicBezTo>
                    <a:pt x="5" y="11623"/>
                    <a:pt x="91" y="11713"/>
                    <a:pt x="204" y="11713"/>
                  </a:cubicBezTo>
                  <a:lnTo>
                    <a:pt x="3282" y="11713"/>
                  </a:lnTo>
                  <a:cubicBezTo>
                    <a:pt x="3550" y="11713"/>
                    <a:pt x="3550" y="11315"/>
                    <a:pt x="3282" y="11315"/>
                  </a:cubicBezTo>
                  <a:lnTo>
                    <a:pt x="3282" y="11311"/>
                  </a:lnTo>
                  <a:lnTo>
                    <a:pt x="403" y="11311"/>
                  </a:lnTo>
                  <a:lnTo>
                    <a:pt x="403" y="10428"/>
                  </a:lnTo>
                  <a:cubicBezTo>
                    <a:pt x="399" y="9413"/>
                    <a:pt x="1055" y="8515"/>
                    <a:pt x="2022" y="8207"/>
                  </a:cubicBezTo>
                  <a:lnTo>
                    <a:pt x="3949" y="7592"/>
                  </a:lnTo>
                  <a:lnTo>
                    <a:pt x="3949" y="9135"/>
                  </a:lnTo>
                  <a:cubicBezTo>
                    <a:pt x="3946" y="9255"/>
                    <a:pt x="4046" y="9334"/>
                    <a:pt x="4148" y="9334"/>
                  </a:cubicBezTo>
                  <a:cubicBezTo>
                    <a:pt x="4203" y="9334"/>
                    <a:pt x="4258" y="9312"/>
                    <a:pt x="4300" y="9261"/>
                  </a:cubicBezTo>
                  <a:lnTo>
                    <a:pt x="5111" y="8305"/>
                  </a:lnTo>
                  <a:lnTo>
                    <a:pt x="5919" y="9261"/>
                  </a:lnTo>
                  <a:cubicBezTo>
                    <a:pt x="5962" y="9312"/>
                    <a:pt x="6018" y="9334"/>
                    <a:pt x="6072" y="9334"/>
                  </a:cubicBezTo>
                  <a:cubicBezTo>
                    <a:pt x="6175" y="9334"/>
                    <a:pt x="6274" y="9255"/>
                    <a:pt x="6274" y="9135"/>
                  </a:cubicBezTo>
                  <a:lnTo>
                    <a:pt x="6274" y="7592"/>
                  </a:lnTo>
                  <a:lnTo>
                    <a:pt x="8201" y="8207"/>
                  </a:lnTo>
                  <a:cubicBezTo>
                    <a:pt x="8823" y="8410"/>
                    <a:pt x="9334" y="8863"/>
                    <a:pt x="9609" y="9461"/>
                  </a:cubicBezTo>
                  <a:cubicBezTo>
                    <a:pt x="9636" y="9541"/>
                    <a:pt x="9713" y="9592"/>
                    <a:pt x="9795" y="9592"/>
                  </a:cubicBezTo>
                  <a:cubicBezTo>
                    <a:pt x="9824" y="9592"/>
                    <a:pt x="9853" y="9586"/>
                    <a:pt x="9881" y="9573"/>
                  </a:cubicBezTo>
                  <a:cubicBezTo>
                    <a:pt x="9986" y="9526"/>
                    <a:pt x="10029" y="9395"/>
                    <a:pt x="9972" y="9294"/>
                  </a:cubicBezTo>
                  <a:cubicBezTo>
                    <a:pt x="9649" y="8595"/>
                    <a:pt x="9052" y="8063"/>
                    <a:pt x="8320" y="7827"/>
                  </a:cubicBezTo>
                  <a:lnTo>
                    <a:pt x="6270" y="7172"/>
                  </a:lnTo>
                  <a:lnTo>
                    <a:pt x="6270" y="7045"/>
                  </a:lnTo>
                  <a:cubicBezTo>
                    <a:pt x="7172" y="6766"/>
                    <a:pt x="7788" y="5933"/>
                    <a:pt x="7788" y="4991"/>
                  </a:cubicBezTo>
                  <a:lnTo>
                    <a:pt x="7788" y="4604"/>
                  </a:lnTo>
                  <a:cubicBezTo>
                    <a:pt x="8255" y="4506"/>
                    <a:pt x="8588" y="4097"/>
                    <a:pt x="8588" y="3622"/>
                  </a:cubicBezTo>
                  <a:lnTo>
                    <a:pt x="8588" y="3485"/>
                  </a:lnTo>
                  <a:cubicBezTo>
                    <a:pt x="8588" y="3010"/>
                    <a:pt x="8255" y="2601"/>
                    <a:pt x="7788" y="2503"/>
                  </a:cubicBezTo>
                  <a:lnTo>
                    <a:pt x="7788" y="2148"/>
                  </a:lnTo>
                  <a:cubicBezTo>
                    <a:pt x="7784" y="964"/>
                    <a:pt x="6824" y="4"/>
                    <a:pt x="56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88"/>
            <p:cNvSpPr/>
            <p:nvPr/>
          </p:nvSpPr>
          <p:spPr>
            <a:xfrm>
              <a:off x="2327275" y="2719434"/>
              <a:ext cx="10566" cy="11614"/>
            </a:xfrm>
            <a:custGeom>
              <a:rect b="b" l="l" r="r" t="t"/>
              <a:pathLst>
                <a:path extrusionOk="0" h="443" w="403">
                  <a:moveTo>
                    <a:pt x="200" y="0"/>
                  </a:moveTo>
                  <a:cubicBezTo>
                    <a:pt x="100" y="0"/>
                    <a:pt x="0" y="67"/>
                    <a:pt x="0" y="201"/>
                  </a:cubicBezTo>
                  <a:lnTo>
                    <a:pt x="0" y="241"/>
                  </a:lnTo>
                  <a:cubicBezTo>
                    <a:pt x="0" y="375"/>
                    <a:pt x="101" y="442"/>
                    <a:pt x="201" y="442"/>
                  </a:cubicBezTo>
                  <a:cubicBezTo>
                    <a:pt x="302" y="442"/>
                    <a:pt x="402" y="375"/>
                    <a:pt x="402" y="241"/>
                  </a:cubicBezTo>
                  <a:lnTo>
                    <a:pt x="402" y="201"/>
                  </a:lnTo>
                  <a:cubicBezTo>
                    <a:pt x="401"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88"/>
            <p:cNvSpPr/>
            <p:nvPr/>
          </p:nvSpPr>
          <p:spPr>
            <a:xfrm>
              <a:off x="2327275" y="2737602"/>
              <a:ext cx="10461" cy="11588"/>
            </a:xfrm>
            <a:custGeom>
              <a:rect b="b" l="l" r="r" t="t"/>
              <a:pathLst>
                <a:path extrusionOk="0" h="442" w="399">
                  <a:moveTo>
                    <a:pt x="200" y="1"/>
                  </a:moveTo>
                  <a:cubicBezTo>
                    <a:pt x="91" y="1"/>
                    <a:pt x="0" y="91"/>
                    <a:pt x="0" y="200"/>
                  </a:cubicBezTo>
                  <a:lnTo>
                    <a:pt x="0" y="243"/>
                  </a:lnTo>
                  <a:cubicBezTo>
                    <a:pt x="0" y="376"/>
                    <a:pt x="100" y="442"/>
                    <a:pt x="200" y="442"/>
                  </a:cubicBezTo>
                  <a:cubicBezTo>
                    <a:pt x="299" y="442"/>
                    <a:pt x="399" y="376"/>
                    <a:pt x="399" y="243"/>
                  </a:cubicBezTo>
                  <a:lnTo>
                    <a:pt x="399" y="200"/>
                  </a:lnTo>
                  <a:cubicBezTo>
                    <a:pt x="399" y="91"/>
                    <a:pt x="31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88"/>
            <p:cNvSpPr/>
            <p:nvPr/>
          </p:nvSpPr>
          <p:spPr>
            <a:xfrm>
              <a:off x="2370954" y="2736475"/>
              <a:ext cx="62791" cy="30491"/>
            </a:xfrm>
            <a:custGeom>
              <a:rect b="b" l="l" r="r" t="t"/>
              <a:pathLst>
                <a:path extrusionOk="0" h="1163" w="2395">
                  <a:moveTo>
                    <a:pt x="1913" y="402"/>
                  </a:moveTo>
                  <a:cubicBezTo>
                    <a:pt x="1960" y="402"/>
                    <a:pt x="1996" y="438"/>
                    <a:pt x="1996" y="482"/>
                  </a:cubicBezTo>
                  <a:lnTo>
                    <a:pt x="1996" y="681"/>
                  </a:lnTo>
                  <a:cubicBezTo>
                    <a:pt x="1996" y="725"/>
                    <a:pt x="1960" y="761"/>
                    <a:pt x="1913" y="761"/>
                  </a:cubicBezTo>
                  <a:lnTo>
                    <a:pt x="482" y="761"/>
                  </a:lnTo>
                  <a:cubicBezTo>
                    <a:pt x="435" y="761"/>
                    <a:pt x="399" y="725"/>
                    <a:pt x="399" y="681"/>
                  </a:cubicBezTo>
                  <a:lnTo>
                    <a:pt x="399" y="482"/>
                  </a:lnTo>
                  <a:cubicBezTo>
                    <a:pt x="399" y="438"/>
                    <a:pt x="435" y="402"/>
                    <a:pt x="482" y="402"/>
                  </a:cubicBezTo>
                  <a:close/>
                  <a:moveTo>
                    <a:pt x="482" y="0"/>
                  </a:moveTo>
                  <a:cubicBezTo>
                    <a:pt x="214" y="0"/>
                    <a:pt x="0" y="218"/>
                    <a:pt x="0" y="482"/>
                  </a:cubicBezTo>
                  <a:lnTo>
                    <a:pt x="0" y="681"/>
                  </a:lnTo>
                  <a:cubicBezTo>
                    <a:pt x="0" y="946"/>
                    <a:pt x="214" y="1159"/>
                    <a:pt x="482" y="1163"/>
                  </a:cubicBezTo>
                  <a:lnTo>
                    <a:pt x="1913" y="1163"/>
                  </a:lnTo>
                  <a:cubicBezTo>
                    <a:pt x="2181" y="1159"/>
                    <a:pt x="2394" y="946"/>
                    <a:pt x="2394" y="681"/>
                  </a:cubicBezTo>
                  <a:lnTo>
                    <a:pt x="2394" y="482"/>
                  </a:lnTo>
                  <a:cubicBezTo>
                    <a:pt x="2394" y="218"/>
                    <a:pt x="2181" y="0"/>
                    <a:pt x="1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88"/>
            <p:cNvSpPr/>
            <p:nvPr/>
          </p:nvSpPr>
          <p:spPr>
            <a:xfrm>
              <a:off x="2440823" y="2477394"/>
              <a:ext cx="85207" cy="82769"/>
            </a:xfrm>
            <a:custGeom>
              <a:rect b="b" l="l" r="r" t="t"/>
              <a:pathLst>
                <a:path extrusionOk="0" h="3157" w="3250">
                  <a:moveTo>
                    <a:pt x="1634" y="810"/>
                  </a:moveTo>
                  <a:cubicBezTo>
                    <a:pt x="2058" y="810"/>
                    <a:pt x="2402" y="1154"/>
                    <a:pt x="2402" y="1578"/>
                  </a:cubicBezTo>
                  <a:cubicBezTo>
                    <a:pt x="2402" y="2001"/>
                    <a:pt x="2058" y="2345"/>
                    <a:pt x="1634" y="2345"/>
                  </a:cubicBezTo>
                  <a:cubicBezTo>
                    <a:pt x="1214" y="2345"/>
                    <a:pt x="870" y="2001"/>
                    <a:pt x="870" y="1578"/>
                  </a:cubicBezTo>
                  <a:cubicBezTo>
                    <a:pt x="870" y="1154"/>
                    <a:pt x="1214" y="810"/>
                    <a:pt x="1634" y="810"/>
                  </a:cubicBezTo>
                  <a:close/>
                  <a:moveTo>
                    <a:pt x="1627" y="0"/>
                  </a:moveTo>
                  <a:cubicBezTo>
                    <a:pt x="1528" y="0"/>
                    <a:pt x="1428" y="67"/>
                    <a:pt x="1428" y="201"/>
                  </a:cubicBezTo>
                  <a:lnTo>
                    <a:pt x="1428" y="422"/>
                  </a:lnTo>
                  <a:cubicBezTo>
                    <a:pt x="1258" y="451"/>
                    <a:pt x="1098" y="520"/>
                    <a:pt x="961" y="618"/>
                  </a:cubicBezTo>
                  <a:lnTo>
                    <a:pt x="809" y="462"/>
                  </a:lnTo>
                  <a:cubicBezTo>
                    <a:pt x="766" y="418"/>
                    <a:pt x="717" y="400"/>
                    <a:pt x="671" y="400"/>
                  </a:cubicBezTo>
                  <a:cubicBezTo>
                    <a:pt x="517" y="400"/>
                    <a:pt x="382" y="600"/>
                    <a:pt x="526" y="745"/>
                  </a:cubicBezTo>
                  <a:lnTo>
                    <a:pt x="678" y="904"/>
                  </a:lnTo>
                  <a:cubicBezTo>
                    <a:pt x="580" y="1045"/>
                    <a:pt x="512" y="1208"/>
                    <a:pt x="483" y="1378"/>
                  </a:cubicBezTo>
                  <a:lnTo>
                    <a:pt x="269" y="1378"/>
                  </a:lnTo>
                  <a:cubicBezTo>
                    <a:pt x="1" y="1378"/>
                    <a:pt x="1" y="1777"/>
                    <a:pt x="269" y="1781"/>
                  </a:cubicBezTo>
                  <a:lnTo>
                    <a:pt x="483" y="1781"/>
                  </a:lnTo>
                  <a:cubicBezTo>
                    <a:pt x="512" y="1951"/>
                    <a:pt x="580" y="2114"/>
                    <a:pt x="678" y="2255"/>
                  </a:cubicBezTo>
                  <a:lnTo>
                    <a:pt x="526" y="2414"/>
                  </a:lnTo>
                  <a:cubicBezTo>
                    <a:pt x="382" y="2558"/>
                    <a:pt x="515" y="2757"/>
                    <a:pt x="669" y="2757"/>
                  </a:cubicBezTo>
                  <a:cubicBezTo>
                    <a:pt x="716" y="2757"/>
                    <a:pt x="765" y="2738"/>
                    <a:pt x="809" y="2693"/>
                  </a:cubicBezTo>
                  <a:lnTo>
                    <a:pt x="961" y="2541"/>
                  </a:lnTo>
                  <a:cubicBezTo>
                    <a:pt x="1098" y="2639"/>
                    <a:pt x="1258" y="2704"/>
                    <a:pt x="1428" y="2737"/>
                  </a:cubicBezTo>
                  <a:lnTo>
                    <a:pt x="1428" y="2958"/>
                  </a:lnTo>
                  <a:cubicBezTo>
                    <a:pt x="1428" y="3066"/>
                    <a:pt x="1518" y="3157"/>
                    <a:pt x="1627" y="3157"/>
                  </a:cubicBezTo>
                  <a:cubicBezTo>
                    <a:pt x="1739" y="3157"/>
                    <a:pt x="1830" y="3066"/>
                    <a:pt x="1830" y="2958"/>
                  </a:cubicBezTo>
                  <a:lnTo>
                    <a:pt x="1830" y="2737"/>
                  </a:lnTo>
                  <a:cubicBezTo>
                    <a:pt x="1997" y="2704"/>
                    <a:pt x="2156" y="2639"/>
                    <a:pt x="2294" y="2541"/>
                  </a:cubicBezTo>
                  <a:lnTo>
                    <a:pt x="2446" y="2693"/>
                  </a:lnTo>
                  <a:cubicBezTo>
                    <a:pt x="2490" y="2738"/>
                    <a:pt x="2539" y="2757"/>
                    <a:pt x="2587" y="2757"/>
                  </a:cubicBezTo>
                  <a:cubicBezTo>
                    <a:pt x="2741" y="2757"/>
                    <a:pt x="2873" y="2557"/>
                    <a:pt x="2732" y="2411"/>
                  </a:cubicBezTo>
                  <a:lnTo>
                    <a:pt x="2576" y="2255"/>
                  </a:lnTo>
                  <a:cubicBezTo>
                    <a:pt x="2674" y="2114"/>
                    <a:pt x="2743" y="1951"/>
                    <a:pt x="2772" y="1781"/>
                  </a:cubicBezTo>
                  <a:lnTo>
                    <a:pt x="2985" y="1781"/>
                  </a:lnTo>
                  <a:cubicBezTo>
                    <a:pt x="3250" y="1781"/>
                    <a:pt x="3250" y="1378"/>
                    <a:pt x="2985" y="1378"/>
                  </a:cubicBezTo>
                  <a:lnTo>
                    <a:pt x="2768" y="1378"/>
                  </a:lnTo>
                  <a:cubicBezTo>
                    <a:pt x="2739" y="1208"/>
                    <a:pt x="2674" y="1045"/>
                    <a:pt x="2572" y="904"/>
                  </a:cubicBezTo>
                  <a:lnTo>
                    <a:pt x="2728" y="745"/>
                  </a:lnTo>
                  <a:cubicBezTo>
                    <a:pt x="2873" y="600"/>
                    <a:pt x="2738" y="400"/>
                    <a:pt x="2584" y="400"/>
                  </a:cubicBezTo>
                  <a:cubicBezTo>
                    <a:pt x="2537" y="400"/>
                    <a:pt x="2489" y="418"/>
                    <a:pt x="2446" y="462"/>
                  </a:cubicBezTo>
                  <a:lnTo>
                    <a:pt x="2294" y="618"/>
                  </a:lnTo>
                  <a:cubicBezTo>
                    <a:pt x="2152" y="520"/>
                    <a:pt x="1993" y="451"/>
                    <a:pt x="1826" y="422"/>
                  </a:cubicBezTo>
                  <a:lnTo>
                    <a:pt x="1826" y="201"/>
                  </a:lnTo>
                  <a:cubicBezTo>
                    <a:pt x="1826" y="67"/>
                    <a:pt x="1727" y="0"/>
                    <a:pt x="1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88"/>
            <p:cNvSpPr/>
            <p:nvPr/>
          </p:nvSpPr>
          <p:spPr>
            <a:xfrm>
              <a:off x="2462584" y="2503192"/>
              <a:ext cx="36678" cy="31435"/>
            </a:xfrm>
            <a:custGeom>
              <a:rect b="b" l="l" r="r" t="t"/>
              <a:pathLst>
                <a:path extrusionOk="0" h="1199" w="1399">
                  <a:moveTo>
                    <a:pt x="800" y="402"/>
                  </a:moveTo>
                  <a:cubicBezTo>
                    <a:pt x="850" y="402"/>
                    <a:pt x="901" y="421"/>
                    <a:pt x="942" y="463"/>
                  </a:cubicBezTo>
                  <a:cubicBezTo>
                    <a:pt x="1061" y="586"/>
                    <a:pt x="975" y="800"/>
                    <a:pt x="797" y="800"/>
                  </a:cubicBezTo>
                  <a:cubicBezTo>
                    <a:pt x="688" y="797"/>
                    <a:pt x="598" y="706"/>
                    <a:pt x="602" y="594"/>
                  </a:cubicBezTo>
                  <a:cubicBezTo>
                    <a:pt x="604" y="478"/>
                    <a:pt x="700" y="402"/>
                    <a:pt x="800" y="402"/>
                  </a:cubicBezTo>
                  <a:close/>
                  <a:moveTo>
                    <a:pt x="795" y="0"/>
                  </a:moveTo>
                  <a:cubicBezTo>
                    <a:pt x="647" y="0"/>
                    <a:pt x="496" y="56"/>
                    <a:pt x="373" y="181"/>
                  </a:cubicBezTo>
                  <a:cubicBezTo>
                    <a:pt x="0" y="557"/>
                    <a:pt x="265" y="1199"/>
                    <a:pt x="797" y="1199"/>
                  </a:cubicBezTo>
                  <a:cubicBezTo>
                    <a:pt x="1130" y="1199"/>
                    <a:pt x="1398" y="927"/>
                    <a:pt x="1398" y="594"/>
                  </a:cubicBezTo>
                  <a:cubicBezTo>
                    <a:pt x="1393" y="236"/>
                    <a:pt x="1100" y="0"/>
                    <a:pt x="7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88"/>
            <p:cNvSpPr/>
            <p:nvPr/>
          </p:nvSpPr>
          <p:spPr>
            <a:xfrm>
              <a:off x="2321193" y="2568631"/>
              <a:ext cx="23570" cy="36154"/>
            </a:xfrm>
            <a:custGeom>
              <a:rect b="b" l="l" r="r" t="t"/>
              <a:pathLst>
                <a:path extrusionOk="0" h="1379" w="899">
                  <a:moveTo>
                    <a:pt x="200" y="1"/>
                  </a:moveTo>
                  <a:cubicBezTo>
                    <a:pt x="100" y="1"/>
                    <a:pt x="1" y="68"/>
                    <a:pt x="1" y="202"/>
                  </a:cubicBezTo>
                  <a:lnTo>
                    <a:pt x="1" y="1180"/>
                  </a:lnTo>
                  <a:cubicBezTo>
                    <a:pt x="1" y="1292"/>
                    <a:pt x="88" y="1379"/>
                    <a:pt x="200" y="1379"/>
                  </a:cubicBezTo>
                  <a:lnTo>
                    <a:pt x="634" y="1379"/>
                  </a:lnTo>
                  <a:cubicBezTo>
                    <a:pt x="899" y="1379"/>
                    <a:pt x="899" y="981"/>
                    <a:pt x="634" y="981"/>
                  </a:cubicBezTo>
                  <a:lnTo>
                    <a:pt x="399" y="981"/>
                  </a:lnTo>
                  <a:lnTo>
                    <a:pt x="399" y="202"/>
                  </a:lnTo>
                  <a:cubicBezTo>
                    <a:pt x="399" y="68"/>
                    <a:pt x="299"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0" name="Google Shape;17020;p88"/>
          <p:cNvGrpSpPr/>
          <p:nvPr/>
        </p:nvGrpSpPr>
        <p:grpSpPr>
          <a:xfrm>
            <a:off x="3982779" y="2900833"/>
            <a:ext cx="361251" cy="358341"/>
            <a:chOff x="3982779" y="2900833"/>
            <a:chExt cx="361251" cy="358341"/>
          </a:xfrm>
        </p:grpSpPr>
        <p:sp>
          <p:nvSpPr>
            <p:cNvPr id="17021" name="Google Shape;17021;p88"/>
            <p:cNvSpPr/>
            <p:nvPr/>
          </p:nvSpPr>
          <p:spPr>
            <a:xfrm>
              <a:off x="4061012" y="3076306"/>
              <a:ext cx="105316" cy="105237"/>
            </a:xfrm>
            <a:custGeom>
              <a:rect b="b" l="l" r="r" t="t"/>
              <a:pathLst>
                <a:path extrusionOk="0" h="4014" w="4017">
                  <a:moveTo>
                    <a:pt x="1105" y="0"/>
                  </a:moveTo>
                  <a:lnTo>
                    <a:pt x="0" y="1101"/>
                  </a:lnTo>
                  <a:lnTo>
                    <a:pt x="2912" y="4013"/>
                  </a:lnTo>
                  <a:lnTo>
                    <a:pt x="4017" y="2909"/>
                  </a:lnTo>
                  <a:lnTo>
                    <a:pt x="1105"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88"/>
            <p:cNvSpPr/>
            <p:nvPr/>
          </p:nvSpPr>
          <p:spPr>
            <a:xfrm>
              <a:off x="4066518" y="3079059"/>
              <a:ext cx="52068" cy="51963"/>
            </a:xfrm>
            <a:custGeom>
              <a:rect b="b" l="l" r="r" t="t"/>
              <a:pathLst>
                <a:path extrusionOk="0" h="1982" w="1986">
                  <a:moveTo>
                    <a:pt x="1000" y="0"/>
                  </a:moveTo>
                  <a:lnTo>
                    <a:pt x="0" y="1210"/>
                  </a:lnTo>
                  <a:lnTo>
                    <a:pt x="775" y="1981"/>
                  </a:lnTo>
                  <a:lnTo>
                    <a:pt x="1985" y="986"/>
                  </a:lnTo>
                  <a:lnTo>
                    <a:pt x="1000"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88"/>
            <p:cNvSpPr/>
            <p:nvPr/>
          </p:nvSpPr>
          <p:spPr>
            <a:xfrm>
              <a:off x="4111533" y="3123970"/>
              <a:ext cx="52042" cy="52068"/>
            </a:xfrm>
            <a:custGeom>
              <a:rect b="b" l="l" r="r" t="t"/>
              <a:pathLst>
                <a:path extrusionOk="0" h="1986" w="1985">
                  <a:moveTo>
                    <a:pt x="1000" y="0"/>
                  </a:moveTo>
                  <a:lnTo>
                    <a:pt x="0" y="1210"/>
                  </a:lnTo>
                  <a:lnTo>
                    <a:pt x="772" y="1985"/>
                  </a:lnTo>
                  <a:lnTo>
                    <a:pt x="1985" y="986"/>
                  </a:lnTo>
                  <a:lnTo>
                    <a:pt x="1000"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88"/>
            <p:cNvSpPr/>
            <p:nvPr/>
          </p:nvSpPr>
          <p:spPr>
            <a:xfrm>
              <a:off x="4137646" y="2955653"/>
              <a:ext cx="68375" cy="60720"/>
            </a:xfrm>
            <a:custGeom>
              <a:rect b="b" l="l" r="r" t="t"/>
              <a:pathLst>
                <a:path extrusionOk="0" h="2316" w="2608">
                  <a:moveTo>
                    <a:pt x="1042" y="1"/>
                  </a:moveTo>
                  <a:cubicBezTo>
                    <a:pt x="797" y="1"/>
                    <a:pt x="568" y="83"/>
                    <a:pt x="398" y="253"/>
                  </a:cubicBezTo>
                  <a:cubicBezTo>
                    <a:pt x="0" y="651"/>
                    <a:pt x="83" y="1375"/>
                    <a:pt x="583" y="1879"/>
                  </a:cubicBezTo>
                  <a:cubicBezTo>
                    <a:pt x="872" y="2166"/>
                    <a:pt x="1235" y="2315"/>
                    <a:pt x="1567" y="2315"/>
                  </a:cubicBezTo>
                  <a:cubicBezTo>
                    <a:pt x="1813" y="2315"/>
                    <a:pt x="2041" y="2233"/>
                    <a:pt x="2209" y="2064"/>
                  </a:cubicBezTo>
                  <a:cubicBezTo>
                    <a:pt x="2608" y="1669"/>
                    <a:pt x="2524" y="941"/>
                    <a:pt x="2025" y="437"/>
                  </a:cubicBezTo>
                  <a:cubicBezTo>
                    <a:pt x="1736" y="150"/>
                    <a:pt x="1374" y="1"/>
                    <a:pt x="1042"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88"/>
            <p:cNvSpPr/>
            <p:nvPr/>
          </p:nvSpPr>
          <p:spPr>
            <a:xfrm>
              <a:off x="4123489" y="2955155"/>
              <a:ext cx="79203" cy="79308"/>
            </a:xfrm>
            <a:custGeom>
              <a:rect b="b" l="l" r="r" t="t"/>
              <a:pathLst>
                <a:path extrusionOk="0" h="3025" w="3021">
                  <a:moveTo>
                    <a:pt x="873" y="0"/>
                  </a:moveTo>
                  <a:lnTo>
                    <a:pt x="0" y="877"/>
                  </a:lnTo>
                  <a:lnTo>
                    <a:pt x="2144" y="3024"/>
                  </a:lnTo>
                  <a:lnTo>
                    <a:pt x="3021" y="2148"/>
                  </a:lnTo>
                  <a:lnTo>
                    <a:pt x="87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88"/>
            <p:cNvSpPr/>
            <p:nvPr/>
          </p:nvSpPr>
          <p:spPr>
            <a:xfrm>
              <a:off x="4123384" y="2964174"/>
              <a:ext cx="70289" cy="70289"/>
            </a:xfrm>
            <a:custGeom>
              <a:rect b="b" l="l" r="r" t="t"/>
              <a:pathLst>
                <a:path extrusionOk="0" h="2681" w="2681">
                  <a:moveTo>
                    <a:pt x="533" y="0"/>
                  </a:moveTo>
                  <a:lnTo>
                    <a:pt x="1" y="533"/>
                  </a:lnTo>
                  <a:lnTo>
                    <a:pt x="2148" y="2680"/>
                  </a:lnTo>
                  <a:lnTo>
                    <a:pt x="2681" y="2148"/>
                  </a:lnTo>
                  <a:lnTo>
                    <a:pt x="533"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88"/>
            <p:cNvSpPr/>
            <p:nvPr/>
          </p:nvSpPr>
          <p:spPr>
            <a:xfrm>
              <a:off x="4011907" y="2970807"/>
              <a:ext cx="175133" cy="175212"/>
            </a:xfrm>
            <a:custGeom>
              <a:rect b="b" l="l" r="r" t="t"/>
              <a:pathLst>
                <a:path extrusionOk="0" h="6683" w="6680">
                  <a:moveTo>
                    <a:pt x="4380" y="1"/>
                  </a:moveTo>
                  <a:lnTo>
                    <a:pt x="1" y="5317"/>
                  </a:lnTo>
                  <a:lnTo>
                    <a:pt x="1366" y="6683"/>
                  </a:lnTo>
                  <a:lnTo>
                    <a:pt x="6679" y="2300"/>
                  </a:lnTo>
                  <a:lnTo>
                    <a:pt x="4380"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88"/>
            <p:cNvSpPr/>
            <p:nvPr/>
          </p:nvSpPr>
          <p:spPr>
            <a:xfrm>
              <a:off x="4011907" y="3022272"/>
              <a:ext cx="175133" cy="123747"/>
            </a:xfrm>
            <a:custGeom>
              <a:rect b="b" l="l" r="r" t="t"/>
              <a:pathLst>
                <a:path extrusionOk="0" h="4720" w="6680">
                  <a:moveTo>
                    <a:pt x="6343" y="1"/>
                  </a:moveTo>
                  <a:lnTo>
                    <a:pt x="1652" y="3865"/>
                  </a:lnTo>
                  <a:lnTo>
                    <a:pt x="515" y="2728"/>
                  </a:lnTo>
                  <a:lnTo>
                    <a:pt x="1" y="3354"/>
                  </a:lnTo>
                  <a:lnTo>
                    <a:pt x="1366" y="4720"/>
                  </a:lnTo>
                  <a:lnTo>
                    <a:pt x="6679" y="337"/>
                  </a:lnTo>
                  <a:lnTo>
                    <a:pt x="63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88"/>
            <p:cNvSpPr/>
            <p:nvPr/>
          </p:nvSpPr>
          <p:spPr>
            <a:xfrm>
              <a:off x="3988547" y="3095393"/>
              <a:ext cx="73907" cy="73907"/>
            </a:xfrm>
            <a:custGeom>
              <a:rect b="b" l="l" r="r" t="t"/>
              <a:pathLst>
                <a:path extrusionOk="0" h="2819" w="2819">
                  <a:moveTo>
                    <a:pt x="877" y="0"/>
                  </a:moveTo>
                  <a:lnTo>
                    <a:pt x="1" y="877"/>
                  </a:lnTo>
                  <a:lnTo>
                    <a:pt x="1942" y="2818"/>
                  </a:lnTo>
                  <a:lnTo>
                    <a:pt x="2819" y="1942"/>
                  </a:lnTo>
                  <a:lnTo>
                    <a:pt x="877"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88"/>
            <p:cNvSpPr/>
            <p:nvPr/>
          </p:nvSpPr>
          <p:spPr>
            <a:xfrm>
              <a:off x="3988547" y="3106876"/>
              <a:ext cx="62424" cy="62424"/>
            </a:xfrm>
            <a:custGeom>
              <a:rect b="b" l="l" r="r" t="t"/>
              <a:pathLst>
                <a:path extrusionOk="0" h="2381" w="2381">
                  <a:moveTo>
                    <a:pt x="439" y="1"/>
                  </a:moveTo>
                  <a:lnTo>
                    <a:pt x="1" y="439"/>
                  </a:lnTo>
                  <a:lnTo>
                    <a:pt x="1942" y="2380"/>
                  </a:lnTo>
                  <a:lnTo>
                    <a:pt x="2380" y="1942"/>
                  </a:lnTo>
                  <a:lnTo>
                    <a:pt x="43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88"/>
            <p:cNvSpPr/>
            <p:nvPr/>
          </p:nvSpPr>
          <p:spPr>
            <a:xfrm>
              <a:off x="4222329" y="3040362"/>
              <a:ext cx="68401" cy="60720"/>
            </a:xfrm>
            <a:custGeom>
              <a:rect b="b" l="l" r="r" t="t"/>
              <a:pathLst>
                <a:path extrusionOk="0" h="2316" w="2609">
                  <a:moveTo>
                    <a:pt x="1040" y="1"/>
                  </a:moveTo>
                  <a:cubicBezTo>
                    <a:pt x="795" y="1"/>
                    <a:pt x="567" y="83"/>
                    <a:pt x="399" y="252"/>
                  </a:cubicBezTo>
                  <a:cubicBezTo>
                    <a:pt x="1" y="651"/>
                    <a:pt x="84" y="1379"/>
                    <a:pt x="584" y="1878"/>
                  </a:cubicBezTo>
                  <a:cubicBezTo>
                    <a:pt x="873" y="2165"/>
                    <a:pt x="1235" y="2315"/>
                    <a:pt x="1566" y="2315"/>
                  </a:cubicBezTo>
                  <a:cubicBezTo>
                    <a:pt x="1812" y="2315"/>
                    <a:pt x="2040" y="2233"/>
                    <a:pt x="2210" y="2063"/>
                  </a:cubicBezTo>
                  <a:cubicBezTo>
                    <a:pt x="2608" y="1668"/>
                    <a:pt x="2525" y="940"/>
                    <a:pt x="2025" y="441"/>
                  </a:cubicBezTo>
                  <a:cubicBezTo>
                    <a:pt x="1736" y="151"/>
                    <a:pt x="1372" y="1"/>
                    <a:pt x="1040"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88"/>
            <p:cNvSpPr/>
            <p:nvPr/>
          </p:nvSpPr>
          <p:spPr>
            <a:xfrm>
              <a:off x="4208197" y="3039838"/>
              <a:ext cx="79203" cy="79308"/>
            </a:xfrm>
            <a:custGeom>
              <a:rect b="b" l="l" r="r" t="t"/>
              <a:pathLst>
                <a:path extrusionOk="0" h="3025" w="3021">
                  <a:moveTo>
                    <a:pt x="873" y="1"/>
                  </a:moveTo>
                  <a:lnTo>
                    <a:pt x="0" y="877"/>
                  </a:lnTo>
                  <a:lnTo>
                    <a:pt x="2144" y="3025"/>
                  </a:lnTo>
                  <a:lnTo>
                    <a:pt x="3021" y="2148"/>
                  </a:lnTo>
                  <a:lnTo>
                    <a:pt x="873"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88"/>
            <p:cNvSpPr/>
            <p:nvPr/>
          </p:nvSpPr>
          <p:spPr>
            <a:xfrm>
              <a:off x="4208093" y="3048857"/>
              <a:ext cx="70289" cy="70289"/>
            </a:xfrm>
            <a:custGeom>
              <a:rect b="b" l="l" r="r" t="t"/>
              <a:pathLst>
                <a:path extrusionOk="0" h="2681" w="2681">
                  <a:moveTo>
                    <a:pt x="533" y="1"/>
                  </a:moveTo>
                  <a:lnTo>
                    <a:pt x="0" y="533"/>
                  </a:lnTo>
                  <a:lnTo>
                    <a:pt x="2148" y="2681"/>
                  </a:lnTo>
                  <a:lnTo>
                    <a:pt x="2680" y="2148"/>
                  </a:lnTo>
                  <a:lnTo>
                    <a:pt x="53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88"/>
            <p:cNvSpPr/>
            <p:nvPr/>
          </p:nvSpPr>
          <p:spPr>
            <a:xfrm>
              <a:off x="4096616" y="3055516"/>
              <a:ext cx="175107" cy="175212"/>
            </a:xfrm>
            <a:custGeom>
              <a:rect b="b" l="l" r="r" t="t"/>
              <a:pathLst>
                <a:path extrusionOk="0" h="6683" w="6679">
                  <a:moveTo>
                    <a:pt x="4379" y="0"/>
                  </a:moveTo>
                  <a:lnTo>
                    <a:pt x="0" y="5313"/>
                  </a:lnTo>
                  <a:lnTo>
                    <a:pt x="1366" y="6682"/>
                  </a:lnTo>
                  <a:lnTo>
                    <a:pt x="6679" y="2300"/>
                  </a:lnTo>
                  <a:lnTo>
                    <a:pt x="4379"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88"/>
            <p:cNvSpPr/>
            <p:nvPr/>
          </p:nvSpPr>
          <p:spPr>
            <a:xfrm>
              <a:off x="4096616" y="3106981"/>
              <a:ext cx="175107" cy="123747"/>
            </a:xfrm>
            <a:custGeom>
              <a:rect b="b" l="l" r="r" t="t"/>
              <a:pathLst>
                <a:path extrusionOk="0" h="4720" w="6679">
                  <a:moveTo>
                    <a:pt x="6342" y="0"/>
                  </a:moveTo>
                  <a:lnTo>
                    <a:pt x="1652" y="3865"/>
                  </a:lnTo>
                  <a:lnTo>
                    <a:pt x="515" y="2727"/>
                  </a:lnTo>
                  <a:lnTo>
                    <a:pt x="0" y="3350"/>
                  </a:lnTo>
                  <a:lnTo>
                    <a:pt x="1366" y="4719"/>
                  </a:lnTo>
                  <a:lnTo>
                    <a:pt x="6679" y="337"/>
                  </a:lnTo>
                  <a:lnTo>
                    <a:pt x="634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88"/>
            <p:cNvSpPr/>
            <p:nvPr/>
          </p:nvSpPr>
          <p:spPr>
            <a:xfrm>
              <a:off x="4073256" y="3180075"/>
              <a:ext cx="73907" cy="73907"/>
            </a:xfrm>
            <a:custGeom>
              <a:rect b="b" l="l" r="r" t="t"/>
              <a:pathLst>
                <a:path extrusionOk="0" h="2819" w="2819">
                  <a:moveTo>
                    <a:pt x="877" y="1"/>
                  </a:moveTo>
                  <a:lnTo>
                    <a:pt x="1" y="877"/>
                  </a:lnTo>
                  <a:lnTo>
                    <a:pt x="1942" y="2819"/>
                  </a:lnTo>
                  <a:lnTo>
                    <a:pt x="2818" y="1942"/>
                  </a:lnTo>
                  <a:lnTo>
                    <a:pt x="877"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88"/>
            <p:cNvSpPr/>
            <p:nvPr/>
          </p:nvSpPr>
          <p:spPr>
            <a:xfrm>
              <a:off x="4073256" y="3191585"/>
              <a:ext cx="62424" cy="62398"/>
            </a:xfrm>
            <a:custGeom>
              <a:rect b="b" l="l" r="r" t="t"/>
              <a:pathLst>
                <a:path extrusionOk="0" h="2380" w="2381">
                  <a:moveTo>
                    <a:pt x="439" y="0"/>
                  </a:moveTo>
                  <a:lnTo>
                    <a:pt x="1" y="438"/>
                  </a:lnTo>
                  <a:lnTo>
                    <a:pt x="1942" y="2380"/>
                  </a:lnTo>
                  <a:lnTo>
                    <a:pt x="2380" y="1941"/>
                  </a:lnTo>
                  <a:lnTo>
                    <a:pt x="439"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88"/>
            <p:cNvSpPr/>
            <p:nvPr/>
          </p:nvSpPr>
          <p:spPr>
            <a:xfrm>
              <a:off x="4249306" y="2933683"/>
              <a:ext cx="61768" cy="59068"/>
            </a:xfrm>
            <a:custGeom>
              <a:rect b="b" l="l" r="r" t="t"/>
              <a:pathLst>
                <a:path extrusionOk="0" h="2253" w="2356">
                  <a:moveTo>
                    <a:pt x="2065" y="1"/>
                  </a:moveTo>
                  <a:cubicBezTo>
                    <a:pt x="2017" y="1"/>
                    <a:pt x="1968" y="20"/>
                    <a:pt x="1923" y="66"/>
                  </a:cubicBezTo>
                  <a:lnTo>
                    <a:pt x="76" y="1913"/>
                  </a:lnTo>
                  <a:cubicBezTo>
                    <a:pt x="0" y="1989"/>
                    <a:pt x="0" y="2116"/>
                    <a:pt x="76" y="2195"/>
                  </a:cubicBezTo>
                  <a:cubicBezTo>
                    <a:pt x="116" y="2233"/>
                    <a:pt x="168" y="2252"/>
                    <a:pt x="219" y="2252"/>
                  </a:cubicBezTo>
                  <a:cubicBezTo>
                    <a:pt x="270" y="2252"/>
                    <a:pt x="321" y="2233"/>
                    <a:pt x="359" y="2195"/>
                  </a:cubicBezTo>
                  <a:lnTo>
                    <a:pt x="2206" y="348"/>
                  </a:lnTo>
                  <a:cubicBezTo>
                    <a:pt x="2355" y="204"/>
                    <a:pt x="2221" y="1"/>
                    <a:pt x="20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88"/>
            <p:cNvSpPr/>
            <p:nvPr/>
          </p:nvSpPr>
          <p:spPr>
            <a:xfrm>
              <a:off x="4228411" y="2903192"/>
              <a:ext cx="30806" cy="76372"/>
            </a:xfrm>
            <a:custGeom>
              <a:rect b="b" l="l" r="r" t="t"/>
              <a:pathLst>
                <a:path extrusionOk="0" h="2913" w="1175">
                  <a:moveTo>
                    <a:pt x="932" y="0"/>
                  </a:moveTo>
                  <a:cubicBezTo>
                    <a:pt x="853" y="0"/>
                    <a:pt x="775" y="44"/>
                    <a:pt x="747" y="146"/>
                  </a:cubicBezTo>
                  <a:lnTo>
                    <a:pt x="29" y="2659"/>
                  </a:lnTo>
                  <a:cubicBezTo>
                    <a:pt x="0" y="2764"/>
                    <a:pt x="62" y="2873"/>
                    <a:pt x="167" y="2906"/>
                  </a:cubicBezTo>
                  <a:cubicBezTo>
                    <a:pt x="185" y="2910"/>
                    <a:pt x="202" y="2913"/>
                    <a:pt x="220" y="2913"/>
                  </a:cubicBezTo>
                  <a:cubicBezTo>
                    <a:pt x="307" y="2913"/>
                    <a:pt x="389" y="2855"/>
                    <a:pt x="413" y="2768"/>
                  </a:cubicBezTo>
                  <a:lnTo>
                    <a:pt x="1130" y="255"/>
                  </a:lnTo>
                  <a:cubicBezTo>
                    <a:pt x="1174" y="102"/>
                    <a:pt x="1052" y="0"/>
                    <a:pt x="9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88"/>
            <p:cNvSpPr/>
            <p:nvPr/>
          </p:nvSpPr>
          <p:spPr>
            <a:xfrm>
              <a:off x="4186961" y="2900833"/>
              <a:ext cx="32693" cy="76057"/>
            </a:xfrm>
            <a:custGeom>
              <a:rect b="b" l="l" r="r" t="t"/>
              <a:pathLst>
                <a:path extrusionOk="0" h="2901" w="1247">
                  <a:moveTo>
                    <a:pt x="247" y="0"/>
                  </a:moveTo>
                  <a:cubicBezTo>
                    <a:pt x="125" y="0"/>
                    <a:pt x="1" y="104"/>
                    <a:pt x="49" y="261"/>
                  </a:cubicBezTo>
                  <a:lnTo>
                    <a:pt x="817" y="2760"/>
                  </a:lnTo>
                  <a:cubicBezTo>
                    <a:pt x="847" y="2859"/>
                    <a:pt x="923" y="2901"/>
                    <a:pt x="1000" y="2901"/>
                  </a:cubicBezTo>
                  <a:cubicBezTo>
                    <a:pt x="1121" y="2901"/>
                    <a:pt x="1246" y="2796"/>
                    <a:pt x="1198" y="2641"/>
                  </a:cubicBezTo>
                  <a:lnTo>
                    <a:pt x="433" y="142"/>
                  </a:lnTo>
                  <a:cubicBezTo>
                    <a:pt x="402" y="43"/>
                    <a:pt x="325" y="0"/>
                    <a:pt x="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88"/>
            <p:cNvSpPr/>
            <p:nvPr/>
          </p:nvSpPr>
          <p:spPr>
            <a:xfrm>
              <a:off x="4262415" y="2984230"/>
              <a:ext cx="79282" cy="29337"/>
            </a:xfrm>
            <a:custGeom>
              <a:rect b="b" l="l" r="r" t="t"/>
              <a:pathLst>
                <a:path extrusionOk="0" h="1119" w="3024">
                  <a:moveTo>
                    <a:pt x="2745" y="0"/>
                  </a:moveTo>
                  <a:cubicBezTo>
                    <a:pt x="2725" y="0"/>
                    <a:pt x="2703" y="3"/>
                    <a:pt x="2680" y="10"/>
                  </a:cubicBezTo>
                  <a:lnTo>
                    <a:pt x="167" y="724"/>
                  </a:lnTo>
                  <a:cubicBezTo>
                    <a:pt x="62" y="756"/>
                    <a:pt x="0" y="869"/>
                    <a:pt x="29" y="974"/>
                  </a:cubicBezTo>
                  <a:cubicBezTo>
                    <a:pt x="56" y="1061"/>
                    <a:pt x="136" y="1118"/>
                    <a:pt x="225" y="1118"/>
                  </a:cubicBezTo>
                  <a:cubicBezTo>
                    <a:pt x="243" y="1118"/>
                    <a:pt x="261" y="1116"/>
                    <a:pt x="279" y="1111"/>
                  </a:cubicBezTo>
                  <a:lnTo>
                    <a:pt x="2789" y="394"/>
                  </a:lnTo>
                  <a:cubicBezTo>
                    <a:pt x="3023" y="328"/>
                    <a:pt x="2954" y="0"/>
                    <a:pt x="2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88"/>
            <p:cNvSpPr/>
            <p:nvPr/>
          </p:nvSpPr>
          <p:spPr>
            <a:xfrm>
              <a:off x="4263307" y="3023897"/>
              <a:ext cx="80724" cy="30674"/>
            </a:xfrm>
            <a:custGeom>
              <a:rect b="b" l="l" r="r" t="t"/>
              <a:pathLst>
                <a:path extrusionOk="0" h="1170" w="3079">
                  <a:moveTo>
                    <a:pt x="283" y="0"/>
                  </a:moveTo>
                  <a:cubicBezTo>
                    <a:pt x="77" y="0"/>
                    <a:pt x="1" y="323"/>
                    <a:pt x="234" y="395"/>
                  </a:cubicBezTo>
                  <a:lnTo>
                    <a:pt x="2729" y="1159"/>
                  </a:lnTo>
                  <a:cubicBezTo>
                    <a:pt x="2753" y="1167"/>
                    <a:pt x="2776" y="1170"/>
                    <a:pt x="2797" y="1170"/>
                  </a:cubicBezTo>
                  <a:cubicBezTo>
                    <a:pt x="3005" y="1170"/>
                    <a:pt x="3079" y="848"/>
                    <a:pt x="2849" y="779"/>
                  </a:cubicBezTo>
                  <a:lnTo>
                    <a:pt x="350" y="11"/>
                  </a:lnTo>
                  <a:cubicBezTo>
                    <a:pt x="326" y="4"/>
                    <a:pt x="304"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88"/>
            <p:cNvSpPr/>
            <p:nvPr/>
          </p:nvSpPr>
          <p:spPr>
            <a:xfrm>
              <a:off x="4038544" y="3015560"/>
              <a:ext cx="77840" cy="86832"/>
            </a:xfrm>
            <a:custGeom>
              <a:rect b="b" l="l" r="r" t="t"/>
              <a:pathLst>
                <a:path extrusionOk="0" h="3312" w="2969">
                  <a:moveTo>
                    <a:pt x="2743" y="0"/>
                  </a:moveTo>
                  <a:cubicBezTo>
                    <a:pt x="2686" y="0"/>
                    <a:pt x="2630" y="24"/>
                    <a:pt x="2592" y="72"/>
                  </a:cubicBezTo>
                  <a:lnTo>
                    <a:pt x="129" y="2980"/>
                  </a:lnTo>
                  <a:cubicBezTo>
                    <a:pt x="0" y="3131"/>
                    <a:pt x="137" y="3311"/>
                    <a:pt x="285" y="3311"/>
                  </a:cubicBezTo>
                  <a:cubicBezTo>
                    <a:pt x="337" y="3311"/>
                    <a:pt x="390" y="3290"/>
                    <a:pt x="434" y="3237"/>
                  </a:cubicBezTo>
                  <a:lnTo>
                    <a:pt x="2896" y="329"/>
                  </a:lnTo>
                  <a:cubicBezTo>
                    <a:pt x="2969" y="246"/>
                    <a:pt x="2958" y="119"/>
                    <a:pt x="2875" y="47"/>
                  </a:cubicBezTo>
                  <a:cubicBezTo>
                    <a:pt x="2836" y="16"/>
                    <a:pt x="2789" y="0"/>
                    <a:pt x="27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88"/>
            <p:cNvSpPr/>
            <p:nvPr/>
          </p:nvSpPr>
          <p:spPr>
            <a:xfrm>
              <a:off x="3982779" y="2949885"/>
              <a:ext cx="312696" cy="309288"/>
            </a:xfrm>
            <a:custGeom>
              <a:rect b="b" l="l" r="r" t="t"/>
              <a:pathLst>
                <a:path extrusionOk="0" h="11797" w="11927">
                  <a:moveTo>
                    <a:pt x="6945" y="421"/>
                  </a:moveTo>
                  <a:cubicBezTo>
                    <a:pt x="7228" y="421"/>
                    <a:pt x="7543" y="555"/>
                    <a:pt x="7790" y="802"/>
                  </a:cubicBezTo>
                  <a:cubicBezTo>
                    <a:pt x="8091" y="1103"/>
                    <a:pt x="8221" y="1505"/>
                    <a:pt x="8149" y="1824"/>
                  </a:cubicBezTo>
                  <a:lnTo>
                    <a:pt x="6765" y="440"/>
                  </a:lnTo>
                  <a:cubicBezTo>
                    <a:pt x="6823" y="427"/>
                    <a:pt x="6883" y="421"/>
                    <a:pt x="6945" y="421"/>
                  </a:cubicBezTo>
                  <a:close/>
                  <a:moveTo>
                    <a:pt x="6240" y="487"/>
                  </a:moveTo>
                  <a:lnTo>
                    <a:pt x="8105" y="2349"/>
                  </a:lnTo>
                  <a:lnTo>
                    <a:pt x="7714" y="2740"/>
                  </a:lnTo>
                  <a:lnTo>
                    <a:pt x="5849" y="878"/>
                  </a:lnTo>
                  <a:lnTo>
                    <a:pt x="6240" y="487"/>
                  </a:lnTo>
                  <a:close/>
                  <a:moveTo>
                    <a:pt x="10175" y="3651"/>
                  </a:moveTo>
                  <a:cubicBezTo>
                    <a:pt x="10459" y="3651"/>
                    <a:pt x="10774" y="3786"/>
                    <a:pt x="11021" y="4033"/>
                  </a:cubicBezTo>
                  <a:lnTo>
                    <a:pt x="11017" y="4033"/>
                  </a:lnTo>
                  <a:cubicBezTo>
                    <a:pt x="11322" y="4333"/>
                    <a:pt x="11452" y="4735"/>
                    <a:pt x="11379" y="5054"/>
                  </a:cubicBezTo>
                  <a:lnTo>
                    <a:pt x="9996" y="3671"/>
                  </a:lnTo>
                  <a:cubicBezTo>
                    <a:pt x="10054" y="3658"/>
                    <a:pt x="10114" y="3651"/>
                    <a:pt x="10175" y="3651"/>
                  </a:cubicBezTo>
                  <a:close/>
                  <a:moveTo>
                    <a:pt x="9471" y="3714"/>
                  </a:moveTo>
                  <a:lnTo>
                    <a:pt x="9507" y="3750"/>
                  </a:lnTo>
                  <a:lnTo>
                    <a:pt x="11336" y="5579"/>
                  </a:lnTo>
                  <a:lnTo>
                    <a:pt x="10945" y="5970"/>
                  </a:lnTo>
                  <a:lnTo>
                    <a:pt x="9080" y="4109"/>
                  </a:lnTo>
                  <a:lnTo>
                    <a:pt x="9471" y="3714"/>
                  </a:lnTo>
                  <a:close/>
                  <a:moveTo>
                    <a:pt x="4802" y="5822"/>
                  </a:moveTo>
                  <a:lnTo>
                    <a:pt x="6001" y="7017"/>
                  </a:lnTo>
                  <a:lnTo>
                    <a:pt x="5259" y="7919"/>
                  </a:lnTo>
                  <a:lnTo>
                    <a:pt x="3904" y="6564"/>
                  </a:lnTo>
                  <a:lnTo>
                    <a:pt x="4802" y="5822"/>
                  </a:lnTo>
                  <a:close/>
                  <a:moveTo>
                    <a:pt x="4328" y="9063"/>
                  </a:moveTo>
                  <a:lnTo>
                    <a:pt x="4448" y="9183"/>
                  </a:lnTo>
                  <a:lnTo>
                    <a:pt x="5987" y="10722"/>
                  </a:lnTo>
                  <a:lnTo>
                    <a:pt x="5393" y="11316"/>
                  </a:lnTo>
                  <a:lnTo>
                    <a:pt x="3734" y="9657"/>
                  </a:lnTo>
                  <a:lnTo>
                    <a:pt x="4328" y="9063"/>
                  </a:lnTo>
                  <a:close/>
                  <a:moveTo>
                    <a:pt x="6243" y="0"/>
                  </a:moveTo>
                  <a:cubicBezTo>
                    <a:pt x="6191" y="0"/>
                    <a:pt x="6141" y="20"/>
                    <a:pt x="6103" y="60"/>
                  </a:cubicBezTo>
                  <a:lnTo>
                    <a:pt x="5552" y="610"/>
                  </a:lnTo>
                  <a:cubicBezTo>
                    <a:pt x="5531" y="604"/>
                    <a:pt x="5511" y="601"/>
                    <a:pt x="5490" y="601"/>
                  </a:cubicBezTo>
                  <a:cubicBezTo>
                    <a:pt x="5431" y="601"/>
                    <a:pt x="5376" y="626"/>
                    <a:pt x="5338" y="672"/>
                  </a:cubicBezTo>
                  <a:lnTo>
                    <a:pt x="1347" y="5518"/>
                  </a:lnTo>
                  <a:lnTo>
                    <a:pt x="1242" y="5413"/>
                  </a:lnTo>
                  <a:cubicBezTo>
                    <a:pt x="1202" y="5373"/>
                    <a:pt x="1151" y="5353"/>
                    <a:pt x="1099" y="5353"/>
                  </a:cubicBezTo>
                  <a:cubicBezTo>
                    <a:pt x="1048" y="5353"/>
                    <a:pt x="996" y="5373"/>
                    <a:pt x="956" y="5413"/>
                  </a:cubicBezTo>
                  <a:lnTo>
                    <a:pt x="80" y="6286"/>
                  </a:lnTo>
                  <a:cubicBezTo>
                    <a:pt x="0" y="6362"/>
                    <a:pt x="0" y="6488"/>
                    <a:pt x="80" y="6568"/>
                  </a:cubicBezTo>
                  <a:lnTo>
                    <a:pt x="887" y="7372"/>
                  </a:lnTo>
                  <a:cubicBezTo>
                    <a:pt x="931" y="7415"/>
                    <a:pt x="979" y="7433"/>
                    <a:pt x="1025" y="7433"/>
                  </a:cubicBezTo>
                  <a:cubicBezTo>
                    <a:pt x="1179" y="7433"/>
                    <a:pt x="1309" y="7234"/>
                    <a:pt x="1170" y="7090"/>
                  </a:cubicBezTo>
                  <a:lnTo>
                    <a:pt x="503" y="6427"/>
                  </a:lnTo>
                  <a:lnTo>
                    <a:pt x="1097" y="5833"/>
                  </a:lnTo>
                  <a:lnTo>
                    <a:pt x="1217" y="5949"/>
                  </a:lnTo>
                  <a:lnTo>
                    <a:pt x="1221" y="5952"/>
                  </a:lnTo>
                  <a:lnTo>
                    <a:pt x="2637" y="7372"/>
                  </a:lnTo>
                  <a:lnTo>
                    <a:pt x="2640" y="7376"/>
                  </a:lnTo>
                  <a:lnTo>
                    <a:pt x="2756" y="7492"/>
                  </a:lnTo>
                  <a:lnTo>
                    <a:pt x="2162" y="8086"/>
                  </a:lnTo>
                  <a:lnTo>
                    <a:pt x="1728" y="7647"/>
                  </a:lnTo>
                  <a:cubicBezTo>
                    <a:pt x="1683" y="7606"/>
                    <a:pt x="1635" y="7588"/>
                    <a:pt x="1589" y="7588"/>
                  </a:cubicBezTo>
                  <a:cubicBezTo>
                    <a:pt x="1433" y="7588"/>
                    <a:pt x="1302" y="7785"/>
                    <a:pt x="1441" y="7930"/>
                  </a:cubicBezTo>
                  <a:lnTo>
                    <a:pt x="2021" y="8509"/>
                  </a:lnTo>
                  <a:cubicBezTo>
                    <a:pt x="2059" y="8547"/>
                    <a:pt x="2110" y="8566"/>
                    <a:pt x="2161" y="8566"/>
                  </a:cubicBezTo>
                  <a:cubicBezTo>
                    <a:pt x="2212" y="8566"/>
                    <a:pt x="2264" y="8547"/>
                    <a:pt x="2303" y="8509"/>
                  </a:cubicBezTo>
                  <a:lnTo>
                    <a:pt x="3180" y="7633"/>
                  </a:lnTo>
                  <a:cubicBezTo>
                    <a:pt x="3260" y="7553"/>
                    <a:pt x="3260" y="7426"/>
                    <a:pt x="3180" y="7350"/>
                  </a:cubicBezTo>
                  <a:lnTo>
                    <a:pt x="3075" y="7245"/>
                  </a:lnTo>
                  <a:lnTo>
                    <a:pt x="3593" y="6818"/>
                  </a:lnTo>
                  <a:lnTo>
                    <a:pt x="5002" y="8227"/>
                  </a:lnTo>
                  <a:lnTo>
                    <a:pt x="4574" y="8745"/>
                  </a:lnTo>
                  <a:lnTo>
                    <a:pt x="4469" y="8640"/>
                  </a:lnTo>
                  <a:cubicBezTo>
                    <a:pt x="4429" y="8600"/>
                    <a:pt x="4378" y="8580"/>
                    <a:pt x="4327" y="8580"/>
                  </a:cubicBezTo>
                  <a:cubicBezTo>
                    <a:pt x="4275" y="8580"/>
                    <a:pt x="4225" y="8600"/>
                    <a:pt x="4187" y="8640"/>
                  </a:cubicBezTo>
                  <a:lnTo>
                    <a:pt x="3310" y="9516"/>
                  </a:lnTo>
                  <a:cubicBezTo>
                    <a:pt x="3231" y="9592"/>
                    <a:pt x="3231" y="9719"/>
                    <a:pt x="3310" y="9799"/>
                  </a:cubicBezTo>
                  <a:lnTo>
                    <a:pt x="5252" y="11740"/>
                  </a:lnTo>
                  <a:cubicBezTo>
                    <a:pt x="5290" y="11778"/>
                    <a:pt x="5340" y="11797"/>
                    <a:pt x="5391" y="11797"/>
                  </a:cubicBezTo>
                  <a:cubicBezTo>
                    <a:pt x="5443" y="11797"/>
                    <a:pt x="5494" y="11778"/>
                    <a:pt x="5534" y="11740"/>
                  </a:cubicBezTo>
                  <a:lnTo>
                    <a:pt x="6410" y="10863"/>
                  </a:lnTo>
                  <a:cubicBezTo>
                    <a:pt x="6490" y="10784"/>
                    <a:pt x="6490" y="10657"/>
                    <a:pt x="6410" y="10581"/>
                  </a:cubicBezTo>
                  <a:lnTo>
                    <a:pt x="6305" y="10476"/>
                  </a:lnTo>
                  <a:lnTo>
                    <a:pt x="8591" y="8589"/>
                  </a:lnTo>
                  <a:cubicBezTo>
                    <a:pt x="8755" y="8454"/>
                    <a:pt x="8628" y="8231"/>
                    <a:pt x="8466" y="8231"/>
                  </a:cubicBezTo>
                  <a:cubicBezTo>
                    <a:pt x="8424" y="8231"/>
                    <a:pt x="8380" y="8246"/>
                    <a:pt x="8337" y="8281"/>
                  </a:cubicBezTo>
                  <a:lnTo>
                    <a:pt x="6019" y="10190"/>
                  </a:lnTo>
                  <a:lnTo>
                    <a:pt x="4860" y="9027"/>
                  </a:lnTo>
                  <a:lnTo>
                    <a:pt x="8736" y="4326"/>
                  </a:lnTo>
                  <a:lnTo>
                    <a:pt x="10724" y="6315"/>
                  </a:lnTo>
                  <a:lnTo>
                    <a:pt x="8949" y="7778"/>
                  </a:lnTo>
                  <a:cubicBezTo>
                    <a:pt x="8785" y="7910"/>
                    <a:pt x="8912" y="8135"/>
                    <a:pt x="9075" y="8135"/>
                  </a:cubicBezTo>
                  <a:cubicBezTo>
                    <a:pt x="9117" y="8135"/>
                    <a:pt x="9161" y="8120"/>
                    <a:pt x="9203" y="8086"/>
                  </a:cubicBezTo>
                  <a:lnTo>
                    <a:pt x="11151" y="6481"/>
                  </a:lnTo>
                  <a:cubicBezTo>
                    <a:pt x="11213" y="6430"/>
                    <a:pt x="11238" y="6343"/>
                    <a:pt x="11213" y="6267"/>
                  </a:cubicBezTo>
                  <a:lnTo>
                    <a:pt x="11763" y="5721"/>
                  </a:lnTo>
                  <a:cubicBezTo>
                    <a:pt x="11839" y="5641"/>
                    <a:pt x="11839" y="5514"/>
                    <a:pt x="11763" y="5434"/>
                  </a:cubicBezTo>
                  <a:lnTo>
                    <a:pt x="11691" y="5369"/>
                  </a:lnTo>
                  <a:cubicBezTo>
                    <a:pt x="11926" y="4877"/>
                    <a:pt x="11778" y="4221"/>
                    <a:pt x="11303" y="3747"/>
                  </a:cubicBezTo>
                  <a:cubicBezTo>
                    <a:pt x="10977" y="3423"/>
                    <a:pt x="10565" y="3250"/>
                    <a:pt x="10181" y="3250"/>
                  </a:cubicBezTo>
                  <a:cubicBezTo>
                    <a:pt x="10006" y="3250"/>
                    <a:pt x="9837" y="3286"/>
                    <a:pt x="9685" y="3359"/>
                  </a:cubicBezTo>
                  <a:lnTo>
                    <a:pt x="9616" y="3290"/>
                  </a:lnTo>
                  <a:cubicBezTo>
                    <a:pt x="9576" y="3251"/>
                    <a:pt x="9524" y="3231"/>
                    <a:pt x="9473" y="3231"/>
                  </a:cubicBezTo>
                  <a:cubicBezTo>
                    <a:pt x="9421" y="3231"/>
                    <a:pt x="9369" y="3251"/>
                    <a:pt x="9330" y="3290"/>
                  </a:cubicBezTo>
                  <a:lnTo>
                    <a:pt x="8783" y="3837"/>
                  </a:lnTo>
                  <a:cubicBezTo>
                    <a:pt x="8767" y="3832"/>
                    <a:pt x="8749" y="3829"/>
                    <a:pt x="8732" y="3829"/>
                  </a:cubicBezTo>
                  <a:cubicBezTo>
                    <a:pt x="8726" y="3829"/>
                    <a:pt x="8720" y="3829"/>
                    <a:pt x="8714" y="3830"/>
                  </a:cubicBezTo>
                  <a:cubicBezTo>
                    <a:pt x="8656" y="3830"/>
                    <a:pt x="8605" y="3859"/>
                    <a:pt x="8569" y="3902"/>
                  </a:cubicBezTo>
                  <a:lnTo>
                    <a:pt x="6258" y="6706"/>
                  </a:lnTo>
                  <a:lnTo>
                    <a:pt x="5118" y="5565"/>
                  </a:lnTo>
                  <a:lnTo>
                    <a:pt x="5639" y="5134"/>
                  </a:lnTo>
                  <a:cubicBezTo>
                    <a:pt x="5803" y="4999"/>
                    <a:pt x="5674" y="4776"/>
                    <a:pt x="5511" y="4776"/>
                  </a:cubicBezTo>
                  <a:cubicBezTo>
                    <a:pt x="5469" y="4776"/>
                    <a:pt x="5424" y="4791"/>
                    <a:pt x="5382" y="4826"/>
                  </a:cubicBezTo>
                  <a:lnTo>
                    <a:pt x="4694" y="5391"/>
                  </a:lnTo>
                  <a:lnTo>
                    <a:pt x="2792" y="6959"/>
                  </a:lnTo>
                  <a:lnTo>
                    <a:pt x="1630" y="5797"/>
                  </a:lnTo>
                  <a:lnTo>
                    <a:pt x="5505" y="1096"/>
                  </a:lnTo>
                  <a:lnTo>
                    <a:pt x="7493" y="3084"/>
                  </a:lnTo>
                  <a:lnTo>
                    <a:pt x="5994" y="4323"/>
                  </a:lnTo>
                  <a:cubicBezTo>
                    <a:pt x="5830" y="4458"/>
                    <a:pt x="5956" y="4680"/>
                    <a:pt x="6119" y="4680"/>
                  </a:cubicBezTo>
                  <a:cubicBezTo>
                    <a:pt x="6161" y="4680"/>
                    <a:pt x="6205" y="4665"/>
                    <a:pt x="6248" y="4630"/>
                  </a:cubicBezTo>
                  <a:lnTo>
                    <a:pt x="7917" y="3254"/>
                  </a:lnTo>
                  <a:cubicBezTo>
                    <a:pt x="7982" y="3200"/>
                    <a:pt x="8008" y="3117"/>
                    <a:pt x="7982" y="3037"/>
                  </a:cubicBezTo>
                  <a:lnTo>
                    <a:pt x="8533" y="2490"/>
                  </a:lnTo>
                  <a:cubicBezTo>
                    <a:pt x="8609" y="2410"/>
                    <a:pt x="8609" y="2284"/>
                    <a:pt x="8533" y="2207"/>
                  </a:cubicBezTo>
                  <a:lnTo>
                    <a:pt x="8464" y="2139"/>
                  </a:lnTo>
                  <a:cubicBezTo>
                    <a:pt x="8696" y="1646"/>
                    <a:pt x="8547" y="991"/>
                    <a:pt x="8073" y="520"/>
                  </a:cubicBezTo>
                  <a:cubicBezTo>
                    <a:pt x="7746" y="193"/>
                    <a:pt x="7334" y="19"/>
                    <a:pt x="6950" y="19"/>
                  </a:cubicBezTo>
                  <a:cubicBezTo>
                    <a:pt x="6775" y="19"/>
                    <a:pt x="6606" y="55"/>
                    <a:pt x="6454" y="129"/>
                  </a:cubicBezTo>
                  <a:lnTo>
                    <a:pt x="6385" y="60"/>
                  </a:lnTo>
                  <a:cubicBezTo>
                    <a:pt x="6345" y="20"/>
                    <a:pt x="6294" y="0"/>
                    <a:pt x="6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88"/>
            <p:cNvSpPr/>
            <p:nvPr/>
          </p:nvSpPr>
          <p:spPr>
            <a:xfrm>
              <a:off x="4123200" y="3100217"/>
              <a:ext cx="77787" cy="86859"/>
            </a:xfrm>
            <a:custGeom>
              <a:rect b="b" l="l" r="r" t="t"/>
              <a:pathLst>
                <a:path extrusionOk="0" h="3313" w="2967">
                  <a:moveTo>
                    <a:pt x="2745" y="0"/>
                  </a:moveTo>
                  <a:cubicBezTo>
                    <a:pt x="2688" y="0"/>
                    <a:pt x="2630" y="25"/>
                    <a:pt x="2590" y="73"/>
                  </a:cubicBezTo>
                  <a:lnTo>
                    <a:pt x="127" y="2982"/>
                  </a:lnTo>
                  <a:cubicBezTo>
                    <a:pt x="1" y="3132"/>
                    <a:pt x="136" y="3313"/>
                    <a:pt x="285" y="3313"/>
                  </a:cubicBezTo>
                  <a:cubicBezTo>
                    <a:pt x="337" y="3313"/>
                    <a:pt x="390" y="3291"/>
                    <a:pt x="435" y="3239"/>
                  </a:cubicBezTo>
                  <a:lnTo>
                    <a:pt x="2898" y="331"/>
                  </a:lnTo>
                  <a:cubicBezTo>
                    <a:pt x="2967" y="247"/>
                    <a:pt x="2956" y="121"/>
                    <a:pt x="2873" y="48"/>
                  </a:cubicBezTo>
                  <a:cubicBezTo>
                    <a:pt x="2836" y="16"/>
                    <a:pt x="2790" y="0"/>
                    <a:pt x="2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6" name="Google Shape;17046;p88"/>
          <p:cNvGrpSpPr/>
          <p:nvPr/>
        </p:nvGrpSpPr>
        <p:grpSpPr>
          <a:xfrm>
            <a:off x="3531550" y="2900937"/>
            <a:ext cx="358288" cy="358262"/>
            <a:chOff x="3531550" y="2900937"/>
            <a:chExt cx="358288" cy="358262"/>
          </a:xfrm>
        </p:grpSpPr>
        <p:sp>
          <p:nvSpPr>
            <p:cNvPr id="17047" name="Google Shape;17047;p88"/>
            <p:cNvSpPr/>
            <p:nvPr/>
          </p:nvSpPr>
          <p:spPr>
            <a:xfrm>
              <a:off x="3593554" y="2962942"/>
              <a:ext cx="234280" cy="234253"/>
            </a:xfrm>
            <a:custGeom>
              <a:rect b="b" l="l" r="r" t="t"/>
              <a:pathLst>
                <a:path extrusionOk="0" h="8935" w="8936">
                  <a:moveTo>
                    <a:pt x="1" y="0"/>
                  </a:moveTo>
                  <a:lnTo>
                    <a:pt x="1" y="8935"/>
                  </a:lnTo>
                  <a:lnTo>
                    <a:pt x="8935" y="8935"/>
                  </a:lnTo>
                  <a:lnTo>
                    <a:pt x="893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88"/>
            <p:cNvSpPr/>
            <p:nvPr/>
          </p:nvSpPr>
          <p:spPr>
            <a:xfrm>
              <a:off x="3610937" y="2980298"/>
              <a:ext cx="199515" cy="199541"/>
            </a:xfrm>
            <a:custGeom>
              <a:rect b="b" l="l" r="r" t="t"/>
              <a:pathLst>
                <a:path extrusionOk="0" h="7611" w="7610">
                  <a:moveTo>
                    <a:pt x="0" y="1"/>
                  </a:moveTo>
                  <a:lnTo>
                    <a:pt x="0" y="7610"/>
                  </a:lnTo>
                  <a:lnTo>
                    <a:pt x="7610" y="7610"/>
                  </a:lnTo>
                  <a:lnTo>
                    <a:pt x="761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88"/>
            <p:cNvSpPr/>
            <p:nvPr/>
          </p:nvSpPr>
          <p:spPr>
            <a:xfrm>
              <a:off x="3610937" y="2980219"/>
              <a:ext cx="199515" cy="199620"/>
            </a:xfrm>
            <a:custGeom>
              <a:rect b="b" l="l" r="r" t="t"/>
              <a:pathLst>
                <a:path extrusionOk="0" h="7614" w="7610">
                  <a:moveTo>
                    <a:pt x="7084" y="0"/>
                  </a:moveTo>
                  <a:lnTo>
                    <a:pt x="7084" y="7084"/>
                  </a:lnTo>
                  <a:lnTo>
                    <a:pt x="0" y="7084"/>
                  </a:lnTo>
                  <a:lnTo>
                    <a:pt x="0" y="7613"/>
                  </a:lnTo>
                  <a:lnTo>
                    <a:pt x="7610" y="7613"/>
                  </a:lnTo>
                  <a:lnTo>
                    <a:pt x="7610"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88"/>
            <p:cNvSpPr/>
            <p:nvPr/>
          </p:nvSpPr>
          <p:spPr>
            <a:xfrm>
              <a:off x="3659832" y="3029220"/>
              <a:ext cx="101724" cy="101698"/>
            </a:xfrm>
            <a:custGeom>
              <a:rect b="b" l="l" r="r" t="t"/>
              <a:pathLst>
                <a:path extrusionOk="0" h="3879" w="3880">
                  <a:moveTo>
                    <a:pt x="341" y="0"/>
                  </a:moveTo>
                  <a:cubicBezTo>
                    <a:pt x="153" y="0"/>
                    <a:pt x="1" y="152"/>
                    <a:pt x="1" y="340"/>
                  </a:cubicBezTo>
                  <a:lnTo>
                    <a:pt x="1" y="3535"/>
                  </a:lnTo>
                  <a:cubicBezTo>
                    <a:pt x="1" y="3723"/>
                    <a:pt x="153" y="3875"/>
                    <a:pt x="341" y="3879"/>
                  </a:cubicBezTo>
                  <a:lnTo>
                    <a:pt x="3539" y="3879"/>
                  </a:lnTo>
                  <a:cubicBezTo>
                    <a:pt x="3727" y="3879"/>
                    <a:pt x="3879" y="3723"/>
                    <a:pt x="3879" y="3535"/>
                  </a:cubicBezTo>
                  <a:lnTo>
                    <a:pt x="3879" y="340"/>
                  </a:lnTo>
                  <a:cubicBezTo>
                    <a:pt x="3879" y="152"/>
                    <a:pt x="3727" y="0"/>
                    <a:pt x="353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88"/>
            <p:cNvSpPr/>
            <p:nvPr/>
          </p:nvSpPr>
          <p:spPr>
            <a:xfrm>
              <a:off x="3674750" y="3044111"/>
              <a:ext cx="71888" cy="71810"/>
            </a:xfrm>
            <a:custGeom>
              <a:rect b="b" l="l" r="r" t="t"/>
              <a:pathLst>
                <a:path extrusionOk="0" h="2739" w="2742">
                  <a:moveTo>
                    <a:pt x="0" y="1"/>
                  </a:moveTo>
                  <a:lnTo>
                    <a:pt x="0" y="2739"/>
                  </a:lnTo>
                  <a:lnTo>
                    <a:pt x="2742" y="2739"/>
                  </a:lnTo>
                  <a:lnTo>
                    <a:pt x="274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88"/>
            <p:cNvSpPr/>
            <p:nvPr/>
          </p:nvSpPr>
          <p:spPr>
            <a:xfrm>
              <a:off x="3531550" y="2900937"/>
              <a:ext cx="358288" cy="358262"/>
            </a:xfrm>
            <a:custGeom>
              <a:rect b="b" l="l" r="r" t="t"/>
              <a:pathLst>
                <a:path extrusionOk="0" h="13665" w="13666">
                  <a:moveTo>
                    <a:pt x="4680" y="398"/>
                  </a:moveTo>
                  <a:cubicBezTo>
                    <a:pt x="4839" y="406"/>
                    <a:pt x="4839" y="641"/>
                    <a:pt x="4680" y="648"/>
                  </a:cubicBezTo>
                  <a:cubicBezTo>
                    <a:pt x="4524" y="641"/>
                    <a:pt x="4524" y="406"/>
                    <a:pt x="4680" y="398"/>
                  </a:cubicBezTo>
                  <a:close/>
                  <a:moveTo>
                    <a:pt x="6831" y="398"/>
                  </a:moveTo>
                  <a:cubicBezTo>
                    <a:pt x="6991" y="406"/>
                    <a:pt x="6991" y="641"/>
                    <a:pt x="6831" y="648"/>
                  </a:cubicBezTo>
                  <a:cubicBezTo>
                    <a:pt x="6675" y="641"/>
                    <a:pt x="6675" y="406"/>
                    <a:pt x="6831" y="398"/>
                  </a:cubicBezTo>
                  <a:close/>
                  <a:moveTo>
                    <a:pt x="8986" y="398"/>
                  </a:moveTo>
                  <a:cubicBezTo>
                    <a:pt x="9142" y="406"/>
                    <a:pt x="9142" y="641"/>
                    <a:pt x="8986" y="648"/>
                  </a:cubicBezTo>
                  <a:cubicBezTo>
                    <a:pt x="8827" y="641"/>
                    <a:pt x="8827" y="406"/>
                    <a:pt x="8986" y="398"/>
                  </a:cubicBezTo>
                  <a:close/>
                  <a:moveTo>
                    <a:pt x="525" y="4555"/>
                  </a:moveTo>
                  <a:cubicBezTo>
                    <a:pt x="590" y="4555"/>
                    <a:pt x="653" y="4604"/>
                    <a:pt x="653" y="4679"/>
                  </a:cubicBezTo>
                  <a:cubicBezTo>
                    <a:pt x="653" y="4748"/>
                    <a:pt x="595" y="4806"/>
                    <a:pt x="526" y="4806"/>
                  </a:cubicBezTo>
                  <a:cubicBezTo>
                    <a:pt x="414" y="4806"/>
                    <a:pt x="356" y="4668"/>
                    <a:pt x="435" y="4592"/>
                  </a:cubicBezTo>
                  <a:cubicBezTo>
                    <a:pt x="461" y="4566"/>
                    <a:pt x="494" y="4555"/>
                    <a:pt x="525" y="4555"/>
                  </a:cubicBezTo>
                  <a:close/>
                  <a:moveTo>
                    <a:pt x="13140" y="4553"/>
                  </a:moveTo>
                  <a:cubicBezTo>
                    <a:pt x="13253" y="4553"/>
                    <a:pt x="13310" y="4690"/>
                    <a:pt x="13231" y="4770"/>
                  </a:cubicBezTo>
                  <a:cubicBezTo>
                    <a:pt x="13205" y="4795"/>
                    <a:pt x="13174" y="4807"/>
                    <a:pt x="13143" y="4807"/>
                  </a:cubicBezTo>
                  <a:cubicBezTo>
                    <a:pt x="13077" y="4807"/>
                    <a:pt x="13013" y="4756"/>
                    <a:pt x="13013" y="4679"/>
                  </a:cubicBezTo>
                  <a:cubicBezTo>
                    <a:pt x="13013" y="4611"/>
                    <a:pt x="13071" y="4553"/>
                    <a:pt x="13140" y="4553"/>
                  </a:cubicBezTo>
                  <a:close/>
                  <a:moveTo>
                    <a:pt x="525" y="6706"/>
                  </a:moveTo>
                  <a:cubicBezTo>
                    <a:pt x="590" y="6706"/>
                    <a:pt x="653" y="6755"/>
                    <a:pt x="653" y="6831"/>
                  </a:cubicBezTo>
                  <a:cubicBezTo>
                    <a:pt x="653" y="6899"/>
                    <a:pt x="595" y="6957"/>
                    <a:pt x="526" y="6957"/>
                  </a:cubicBezTo>
                  <a:cubicBezTo>
                    <a:pt x="414" y="6957"/>
                    <a:pt x="356" y="6823"/>
                    <a:pt x="435" y="6744"/>
                  </a:cubicBezTo>
                  <a:cubicBezTo>
                    <a:pt x="461" y="6718"/>
                    <a:pt x="494" y="6706"/>
                    <a:pt x="525" y="6706"/>
                  </a:cubicBezTo>
                  <a:close/>
                  <a:moveTo>
                    <a:pt x="13140" y="6707"/>
                  </a:moveTo>
                  <a:cubicBezTo>
                    <a:pt x="13253" y="6707"/>
                    <a:pt x="13310" y="6841"/>
                    <a:pt x="13231" y="6921"/>
                  </a:cubicBezTo>
                  <a:cubicBezTo>
                    <a:pt x="13205" y="6947"/>
                    <a:pt x="13174" y="6958"/>
                    <a:pt x="13143" y="6958"/>
                  </a:cubicBezTo>
                  <a:cubicBezTo>
                    <a:pt x="13077" y="6958"/>
                    <a:pt x="13013" y="6907"/>
                    <a:pt x="13013" y="6831"/>
                  </a:cubicBezTo>
                  <a:cubicBezTo>
                    <a:pt x="13013" y="6762"/>
                    <a:pt x="13071" y="6707"/>
                    <a:pt x="13140" y="6707"/>
                  </a:cubicBezTo>
                  <a:close/>
                  <a:moveTo>
                    <a:pt x="525" y="8857"/>
                  </a:moveTo>
                  <a:cubicBezTo>
                    <a:pt x="590" y="8857"/>
                    <a:pt x="653" y="8906"/>
                    <a:pt x="653" y="8982"/>
                  </a:cubicBezTo>
                  <a:cubicBezTo>
                    <a:pt x="653" y="9054"/>
                    <a:pt x="595" y="9109"/>
                    <a:pt x="526" y="9109"/>
                  </a:cubicBezTo>
                  <a:cubicBezTo>
                    <a:pt x="414" y="9109"/>
                    <a:pt x="356" y="8975"/>
                    <a:pt x="435" y="8895"/>
                  </a:cubicBezTo>
                  <a:cubicBezTo>
                    <a:pt x="461" y="8869"/>
                    <a:pt x="494" y="8857"/>
                    <a:pt x="525" y="8857"/>
                  </a:cubicBezTo>
                  <a:close/>
                  <a:moveTo>
                    <a:pt x="13134" y="8859"/>
                  </a:moveTo>
                  <a:cubicBezTo>
                    <a:pt x="13136" y="8859"/>
                    <a:pt x="13138" y="8859"/>
                    <a:pt x="13140" y="8859"/>
                  </a:cubicBezTo>
                  <a:cubicBezTo>
                    <a:pt x="13253" y="8859"/>
                    <a:pt x="13310" y="8993"/>
                    <a:pt x="13231" y="9072"/>
                  </a:cubicBezTo>
                  <a:cubicBezTo>
                    <a:pt x="13205" y="9098"/>
                    <a:pt x="13174" y="9109"/>
                    <a:pt x="13143" y="9109"/>
                  </a:cubicBezTo>
                  <a:cubicBezTo>
                    <a:pt x="13077" y="9109"/>
                    <a:pt x="13013" y="9058"/>
                    <a:pt x="13013" y="8982"/>
                  </a:cubicBezTo>
                  <a:cubicBezTo>
                    <a:pt x="13013" y="8915"/>
                    <a:pt x="13068" y="8859"/>
                    <a:pt x="13134" y="8859"/>
                  </a:cubicBezTo>
                  <a:close/>
                  <a:moveTo>
                    <a:pt x="4680" y="13013"/>
                  </a:moveTo>
                  <a:cubicBezTo>
                    <a:pt x="4839" y="13024"/>
                    <a:pt x="4839" y="13256"/>
                    <a:pt x="4680" y="13266"/>
                  </a:cubicBezTo>
                  <a:cubicBezTo>
                    <a:pt x="4524" y="13256"/>
                    <a:pt x="4524" y="13024"/>
                    <a:pt x="4680" y="13013"/>
                  </a:cubicBezTo>
                  <a:close/>
                  <a:moveTo>
                    <a:pt x="6831" y="13013"/>
                  </a:moveTo>
                  <a:cubicBezTo>
                    <a:pt x="6991" y="13024"/>
                    <a:pt x="6991" y="13256"/>
                    <a:pt x="6831" y="13266"/>
                  </a:cubicBezTo>
                  <a:cubicBezTo>
                    <a:pt x="6675" y="13256"/>
                    <a:pt x="6675" y="13024"/>
                    <a:pt x="6831" y="13013"/>
                  </a:cubicBezTo>
                  <a:close/>
                  <a:moveTo>
                    <a:pt x="8986" y="13013"/>
                  </a:moveTo>
                  <a:cubicBezTo>
                    <a:pt x="9142" y="13024"/>
                    <a:pt x="9142" y="13256"/>
                    <a:pt x="8986" y="13266"/>
                  </a:cubicBezTo>
                  <a:cubicBezTo>
                    <a:pt x="8827" y="13256"/>
                    <a:pt x="8827" y="13024"/>
                    <a:pt x="8986" y="13013"/>
                  </a:cubicBezTo>
                  <a:close/>
                  <a:moveTo>
                    <a:pt x="4680" y="0"/>
                  </a:moveTo>
                  <a:cubicBezTo>
                    <a:pt x="4104" y="0"/>
                    <a:pt x="3948" y="793"/>
                    <a:pt x="4481" y="1011"/>
                  </a:cubicBezTo>
                  <a:lnTo>
                    <a:pt x="4481" y="2166"/>
                  </a:lnTo>
                  <a:lnTo>
                    <a:pt x="2366" y="2166"/>
                  </a:lnTo>
                  <a:cubicBezTo>
                    <a:pt x="2257" y="2166"/>
                    <a:pt x="2166" y="2256"/>
                    <a:pt x="2166" y="2365"/>
                  </a:cubicBezTo>
                  <a:lnTo>
                    <a:pt x="2166" y="4480"/>
                  </a:lnTo>
                  <a:lnTo>
                    <a:pt x="1011" y="4480"/>
                  </a:lnTo>
                  <a:cubicBezTo>
                    <a:pt x="920" y="4256"/>
                    <a:pt x="726" y="4154"/>
                    <a:pt x="532" y="4154"/>
                  </a:cubicBezTo>
                  <a:cubicBezTo>
                    <a:pt x="266" y="4154"/>
                    <a:pt x="1" y="4346"/>
                    <a:pt x="1" y="4679"/>
                  </a:cubicBezTo>
                  <a:cubicBezTo>
                    <a:pt x="1" y="4933"/>
                    <a:pt x="178" y="5147"/>
                    <a:pt x="424" y="5197"/>
                  </a:cubicBezTo>
                  <a:cubicBezTo>
                    <a:pt x="458" y="5204"/>
                    <a:pt x="492" y="5207"/>
                    <a:pt x="525" y="5207"/>
                  </a:cubicBezTo>
                  <a:cubicBezTo>
                    <a:pt x="735" y="5207"/>
                    <a:pt x="930" y="5082"/>
                    <a:pt x="1011" y="4879"/>
                  </a:cubicBezTo>
                  <a:lnTo>
                    <a:pt x="2166" y="4879"/>
                  </a:lnTo>
                  <a:lnTo>
                    <a:pt x="2166" y="6631"/>
                  </a:lnTo>
                  <a:lnTo>
                    <a:pt x="1011" y="6631"/>
                  </a:lnTo>
                  <a:cubicBezTo>
                    <a:pt x="920" y="6407"/>
                    <a:pt x="726" y="6305"/>
                    <a:pt x="532" y="6305"/>
                  </a:cubicBezTo>
                  <a:cubicBezTo>
                    <a:pt x="266" y="6305"/>
                    <a:pt x="1" y="6497"/>
                    <a:pt x="1" y="6831"/>
                  </a:cubicBezTo>
                  <a:cubicBezTo>
                    <a:pt x="1" y="7084"/>
                    <a:pt x="178" y="7298"/>
                    <a:pt x="424" y="7349"/>
                  </a:cubicBezTo>
                  <a:cubicBezTo>
                    <a:pt x="458" y="7355"/>
                    <a:pt x="492" y="7358"/>
                    <a:pt x="525" y="7358"/>
                  </a:cubicBezTo>
                  <a:cubicBezTo>
                    <a:pt x="735" y="7358"/>
                    <a:pt x="930" y="7234"/>
                    <a:pt x="1011" y="7033"/>
                  </a:cubicBezTo>
                  <a:lnTo>
                    <a:pt x="2166" y="7033"/>
                  </a:lnTo>
                  <a:lnTo>
                    <a:pt x="2166" y="8783"/>
                  </a:lnTo>
                  <a:lnTo>
                    <a:pt x="1011" y="8783"/>
                  </a:lnTo>
                  <a:cubicBezTo>
                    <a:pt x="920" y="8557"/>
                    <a:pt x="726" y="8455"/>
                    <a:pt x="533" y="8455"/>
                  </a:cubicBezTo>
                  <a:cubicBezTo>
                    <a:pt x="267" y="8455"/>
                    <a:pt x="1" y="8648"/>
                    <a:pt x="1" y="8982"/>
                  </a:cubicBezTo>
                  <a:cubicBezTo>
                    <a:pt x="1" y="9232"/>
                    <a:pt x="178" y="9449"/>
                    <a:pt x="424" y="9496"/>
                  </a:cubicBezTo>
                  <a:cubicBezTo>
                    <a:pt x="459" y="9503"/>
                    <a:pt x="494" y="9507"/>
                    <a:pt x="529" y="9507"/>
                  </a:cubicBezTo>
                  <a:cubicBezTo>
                    <a:pt x="738" y="9507"/>
                    <a:pt x="930" y="9380"/>
                    <a:pt x="1011" y="9181"/>
                  </a:cubicBezTo>
                  <a:lnTo>
                    <a:pt x="2166" y="9181"/>
                  </a:lnTo>
                  <a:lnTo>
                    <a:pt x="2166" y="11296"/>
                  </a:lnTo>
                  <a:cubicBezTo>
                    <a:pt x="2166" y="11405"/>
                    <a:pt x="2257" y="11495"/>
                    <a:pt x="2366" y="11495"/>
                  </a:cubicBezTo>
                  <a:lnTo>
                    <a:pt x="4481" y="11495"/>
                  </a:lnTo>
                  <a:lnTo>
                    <a:pt x="4481" y="12651"/>
                  </a:lnTo>
                  <a:cubicBezTo>
                    <a:pt x="3945" y="12868"/>
                    <a:pt x="4104" y="13661"/>
                    <a:pt x="4680" y="13661"/>
                  </a:cubicBezTo>
                  <a:cubicBezTo>
                    <a:pt x="4930" y="13661"/>
                    <a:pt x="5147" y="13484"/>
                    <a:pt x="5194" y="13237"/>
                  </a:cubicBezTo>
                  <a:cubicBezTo>
                    <a:pt x="5245" y="12991"/>
                    <a:pt x="5111" y="12745"/>
                    <a:pt x="4879" y="12651"/>
                  </a:cubicBezTo>
                  <a:lnTo>
                    <a:pt x="4879" y="11499"/>
                  </a:lnTo>
                  <a:lnTo>
                    <a:pt x="6632" y="11499"/>
                  </a:lnTo>
                  <a:lnTo>
                    <a:pt x="6632" y="12651"/>
                  </a:lnTo>
                  <a:cubicBezTo>
                    <a:pt x="6096" y="12872"/>
                    <a:pt x="6255" y="13665"/>
                    <a:pt x="6831" y="13665"/>
                  </a:cubicBezTo>
                  <a:cubicBezTo>
                    <a:pt x="7081" y="13665"/>
                    <a:pt x="7298" y="13487"/>
                    <a:pt x="7345" y="13241"/>
                  </a:cubicBezTo>
                  <a:cubicBezTo>
                    <a:pt x="7396" y="12995"/>
                    <a:pt x="7262" y="12748"/>
                    <a:pt x="7030" y="12651"/>
                  </a:cubicBezTo>
                  <a:lnTo>
                    <a:pt x="7030" y="11499"/>
                  </a:lnTo>
                  <a:lnTo>
                    <a:pt x="8783" y="11499"/>
                  </a:lnTo>
                  <a:lnTo>
                    <a:pt x="8783" y="12651"/>
                  </a:lnTo>
                  <a:cubicBezTo>
                    <a:pt x="8247" y="12872"/>
                    <a:pt x="8407" y="13665"/>
                    <a:pt x="8983" y="13665"/>
                  </a:cubicBezTo>
                  <a:cubicBezTo>
                    <a:pt x="9232" y="13665"/>
                    <a:pt x="9450" y="13487"/>
                    <a:pt x="9497" y="13241"/>
                  </a:cubicBezTo>
                  <a:cubicBezTo>
                    <a:pt x="9547" y="12995"/>
                    <a:pt x="9413" y="12748"/>
                    <a:pt x="9182" y="12651"/>
                  </a:cubicBezTo>
                  <a:lnTo>
                    <a:pt x="9182" y="11499"/>
                  </a:lnTo>
                  <a:lnTo>
                    <a:pt x="11297" y="11499"/>
                  </a:lnTo>
                  <a:cubicBezTo>
                    <a:pt x="11409" y="11499"/>
                    <a:pt x="11496" y="11408"/>
                    <a:pt x="11496" y="11296"/>
                  </a:cubicBezTo>
                  <a:lnTo>
                    <a:pt x="11496" y="9181"/>
                  </a:lnTo>
                  <a:lnTo>
                    <a:pt x="12651" y="9181"/>
                  </a:lnTo>
                  <a:cubicBezTo>
                    <a:pt x="12733" y="9384"/>
                    <a:pt x="12927" y="9509"/>
                    <a:pt x="13138" y="9509"/>
                  </a:cubicBezTo>
                  <a:cubicBezTo>
                    <a:pt x="13171" y="9509"/>
                    <a:pt x="13204" y="9506"/>
                    <a:pt x="13238" y="9500"/>
                  </a:cubicBezTo>
                  <a:cubicBezTo>
                    <a:pt x="13488" y="9449"/>
                    <a:pt x="13665" y="9232"/>
                    <a:pt x="13665" y="8982"/>
                  </a:cubicBezTo>
                  <a:cubicBezTo>
                    <a:pt x="13665" y="8649"/>
                    <a:pt x="13400" y="8456"/>
                    <a:pt x="13133" y="8456"/>
                  </a:cubicBezTo>
                  <a:cubicBezTo>
                    <a:pt x="12939" y="8456"/>
                    <a:pt x="12744" y="8558"/>
                    <a:pt x="12651" y="8783"/>
                  </a:cubicBezTo>
                  <a:lnTo>
                    <a:pt x="11496" y="8783"/>
                  </a:lnTo>
                  <a:lnTo>
                    <a:pt x="11496" y="7030"/>
                  </a:lnTo>
                  <a:lnTo>
                    <a:pt x="11500" y="7033"/>
                  </a:lnTo>
                  <a:lnTo>
                    <a:pt x="12655" y="7033"/>
                  </a:lnTo>
                  <a:cubicBezTo>
                    <a:pt x="12736" y="7234"/>
                    <a:pt x="12931" y="7358"/>
                    <a:pt x="13141" y="7358"/>
                  </a:cubicBezTo>
                  <a:cubicBezTo>
                    <a:pt x="13174" y="7358"/>
                    <a:pt x="13208" y="7355"/>
                    <a:pt x="13242" y="7349"/>
                  </a:cubicBezTo>
                  <a:cubicBezTo>
                    <a:pt x="13488" y="7298"/>
                    <a:pt x="13665" y="7084"/>
                    <a:pt x="13665" y="6831"/>
                  </a:cubicBezTo>
                  <a:cubicBezTo>
                    <a:pt x="13665" y="6497"/>
                    <a:pt x="13400" y="6305"/>
                    <a:pt x="13134" y="6305"/>
                  </a:cubicBezTo>
                  <a:cubicBezTo>
                    <a:pt x="12940" y="6305"/>
                    <a:pt x="12747" y="6407"/>
                    <a:pt x="12655" y="6631"/>
                  </a:cubicBezTo>
                  <a:lnTo>
                    <a:pt x="11500" y="6631"/>
                  </a:lnTo>
                  <a:lnTo>
                    <a:pt x="11500" y="4879"/>
                  </a:lnTo>
                  <a:lnTo>
                    <a:pt x="12655" y="4879"/>
                  </a:lnTo>
                  <a:cubicBezTo>
                    <a:pt x="12736" y="5082"/>
                    <a:pt x="12931" y="5207"/>
                    <a:pt x="13141" y="5207"/>
                  </a:cubicBezTo>
                  <a:cubicBezTo>
                    <a:pt x="13174" y="5207"/>
                    <a:pt x="13208" y="5204"/>
                    <a:pt x="13242" y="5197"/>
                  </a:cubicBezTo>
                  <a:cubicBezTo>
                    <a:pt x="13488" y="5147"/>
                    <a:pt x="13665" y="4933"/>
                    <a:pt x="13665" y="4679"/>
                  </a:cubicBezTo>
                  <a:cubicBezTo>
                    <a:pt x="13665" y="4346"/>
                    <a:pt x="13400" y="4154"/>
                    <a:pt x="13134" y="4154"/>
                  </a:cubicBezTo>
                  <a:cubicBezTo>
                    <a:pt x="12940" y="4154"/>
                    <a:pt x="12747" y="4256"/>
                    <a:pt x="12655" y="4480"/>
                  </a:cubicBezTo>
                  <a:lnTo>
                    <a:pt x="11500" y="4480"/>
                  </a:lnTo>
                  <a:lnTo>
                    <a:pt x="11500" y="2365"/>
                  </a:lnTo>
                  <a:cubicBezTo>
                    <a:pt x="11500" y="2256"/>
                    <a:pt x="11409" y="2166"/>
                    <a:pt x="11300" y="2166"/>
                  </a:cubicBezTo>
                  <a:lnTo>
                    <a:pt x="10438" y="2166"/>
                  </a:lnTo>
                  <a:cubicBezTo>
                    <a:pt x="10174" y="2166"/>
                    <a:pt x="10174" y="2564"/>
                    <a:pt x="10438" y="2564"/>
                  </a:cubicBezTo>
                  <a:lnTo>
                    <a:pt x="11098" y="2564"/>
                  </a:lnTo>
                  <a:lnTo>
                    <a:pt x="11098" y="4679"/>
                  </a:lnTo>
                  <a:lnTo>
                    <a:pt x="11098" y="6831"/>
                  </a:lnTo>
                  <a:lnTo>
                    <a:pt x="11098" y="8982"/>
                  </a:lnTo>
                  <a:lnTo>
                    <a:pt x="11098" y="11097"/>
                  </a:lnTo>
                  <a:lnTo>
                    <a:pt x="2568" y="11097"/>
                  </a:lnTo>
                  <a:lnTo>
                    <a:pt x="2568" y="8982"/>
                  </a:lnTo>
                  <a:lnTo>
                    <a:pt x="2568" y="6831"/>
                  </a:lnTo>
                  <a:lnTo>
                    <a:pt x="2568" y="4679"/>
                  </a:lnTo>
                  <a:lnTo>
                    <a:pt x="2568" y="2564"/>
                  </a:lnTo>
                  <a:lnTo>
                    <a:pt x="9653" y="2564"/>
                  </a:lnTo>
                  <a:cubicBezTo>
                    <a:pt x="9917" y="2564"/>
                    <a:pt x="9917" y="2166"/>
                    <a:pt x="9653" y="2166"/>
                  </a:cubicBezTo>
                  <a:lnTo>
                    <a:pt x="9189" y="2166"/>
                  </a:lnTo>
                  <a:lnTo>
                    <a:pt x="9189" y="1011"/>
                  </a:lnTo>
                  <a:cubicBezTo>
                    <a:pt x="9421" y="916"/>
                    <a:pt x="9551" y="670"/>
                    <a:pt x="9504" y="424"/>
                  </a:cubicBezTo>
                  <a:cubicBezTo>
                    <a:pt x="9453" y="178"/>
                    <a:pt x="9240" y="0"/>
                    <a:pt x="8986" y="0"/>
                  </a:cubicBezTo>
                  <a:cubicBezTo>
                    <a:pt x="8410" y="0"/>
                    <a:pt x="8255" y="793"/>
                    <a:pt x="8787" y="1011"/>
                  </a:cubicBezTo>
                  <a:lnTo>
                    <a:pt x="8787" y="2166"/>
                  </a:lnTo>
                  <a:lnTo>
                    <a:pt x="7038" y="2166"/>
                  </a:lnTo>
                  <a:lnTo>
                    <a:pt x="7038" y="1011"/>
                  </a:lnTo>
                  <a:cubicBezTo>
                    <a:pt x="7269" y="916"/>
                    <a:pt x="7400" y="670"/>
                    <a:pt x="7353" y="424"/>
                  </a:cubicBezTo>
                  <a:cubicBezTo>
                    <a:pt x="7302" y="178"/>
                    <a:pt x="7088" y="0"/>
                    <a:pt x="6835" y="0"/>
                  </a:cubicBezTo>
                  <a:cubicBezTo>
                    <a:pt x="6259" y="0"/>
                    <a:pt x="6103" y="790"/>
                    <a:pt x="6636" y="1011"/>
                  </a:cubicBezTo>
                  <a:lnTo>
                    <a:pt x="6636" y="2166"/>
                  </a:lnTo>
                  <a:lnTo>
                    <a:pt x="4883" y="2166"/>
                  </a:lnTo>
                  <a:lnTo>
                    <a:pt x="4883" y="1011"/>
                  </a:lnTo>
                  <a:cubicBezTo>
                    <a:pt x="5115" y="916"/>
                    <a:pt x="5245" y="670"/>
                    <a:pt x="5198" y="424"/>
                  </a:cubicBezTo>
                  <a:cubicBezTo>
                    <a:pt x="5151" y="178"/>
                    <a:pt x="4933" y="0"/>
                    <a:pt x="4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88"/>
            <p:cNvSpPr/>
            <p:nvPr/>
          </p:nvSpPr>
          <p:spPr>
            <a:xfrm>
              <a:off x="3605719" y="2975002"/>
              <a:ext cx="210055" cy="210055"/>
            </a:xfrm>
            <a:custGeom>
              <a:rect b="b" l="l" r="r" t="t"/>
              <a:pathLst>
                <a:path extrusionOk="0" h="8012" w="8012">
                  <a:moveTo>
                    <a:pt x="199" y="0"/>
                  </a:moveTo>
                  <a:cubicBezTo>
                    <a:pt x="87" y="0"/>
                    <a:pt x="0" y="91"/>
                    <a:pt x="0" y="199"/>
                  </a:cubicBezTo>
                  <a:lnTo>
                    <a:pt x="0" y="5762"/>
                  </a:lnTo>
                  <a:cubicBezTo>
                    <a:pt x="0" y="5894"/>
                    <a:pt x="100" y="5960"/>
                    <a:pt x="199" y="5960"/>
                  </a:cubicBezTo>
                  <a:cubicBezTo>
                    <a:pt x="299" y="5960"/>
                    <a:pt x="399" y="5894"/>
                    <a:pt x="399" y="5762"/>
                  </a:cubicBezTo>
                  <a:lnTo>
                    <a:pt x="399" y="402"/>
                  </a:lnTo>
                  <a:lnTo>
                    <a:pt x="7609" y="402"/>
                  </a:lnTo>
                  <a:lnTo>
                    <a:pt x="7609" y="7613"/>
                  </a:lnTo>
                  <a:lnTo>
                    <a:pt x="399" y="7613"/>
                  </a:lnTo>
                  <a:lnTo>
                    <a:pt x="399" y="6552"/>
                  </a:lnTo>
                  <a:cubicBezTo>
                    <a:pt x="399" y="6439"/>
                    <a:pt x="308" y="6349"/>
                    <a:pt x="199" y="6349"/>
                  </a:cubicBezTo>
                  <a:cubicBezTo>
                    <a:pt x="87" y="6349"/>
                    <a:pt x="0" y="6439"/>
                    <a:pt x="0" y="6552"/>
                  </a:cubicBezTo>
                  <a:lnTo>
                    <a:pt x="0" y="7812"/>
                  </a:lnTo>
                  <a:cubicBezTo>
                    <a:pt x="0" y="7924"/>
                    <a:pt x="87" y="8011"/>
                    <a:pt x="199" y="8011"/>
                  </a:cubicBezTo>
                  <a:lnTo>
                    <a:pt x="7809" y="8011"/>
                  </a:lnTo>
                  <a:cubicBezTo>
                    <a:pt x="7921" y="8011"/>
                    <a:pt x="8011" y="7924"/>
                    <a:pt x="8011" y="7812"/>
                  </a:cubicBezTo>
                  <a:lnTo>
                    <a:pt x="8011" y="199"/>
                  </a:lnTo>
                  <a:cubicBezTo>
                    <a:pt x="8011" y="91"/>
                    <a:pt x="7921" y="0"/>
                    <a:pt x="7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88"/>
            <p:cNvSpPr/>
            <p:nvPr/>
          </p:nvSpPr>
          <p:spPr>
            <a:xfrm>
              <a:off x="3669506" y="3038894"/>
              <a:ext cx="82375" cy="82349"/>
            </a:xfrm>
            <a:custGeom>
              <a:rect b="b" l="l" r="r" t="t"/>
              <a:pathLst>
                <a:path extrusionOk="0" h="3141" w="3142">
                  <a:moveTo>
                    <a:pt x="200" y="0"/>
                  </a:moveTo>
                  <a:cubicBezTo>
                    <a:pt x="92" y="0"/>
                    <a:pt x="1" y="87"/>
                    <a:pt x="1" y="200"/>
                  </a:cubicBezTo>
                  <a:lnTo>
                    <a:pt x="1" y="2941"/>
                  </a:lnTo>
                  <a:cubicBezTo>
                    <a:pt x="1" y="3050"/>
                    <a:pt x="92" y="3140"/>
                    <a:pt x="200" y="3140"/>
                  </a:cubicBezTo>
                  <a:lnTo>
                    <a:pt x="1258" y="3140"/>
                  </a:lnTo>
                  <a:cubicBezTo>
                    <a:pt x="1522" y="3140"/>
                    <a:pt x="1522" y="2738"/>
                    <a:pt x="1258" y="2738"/>
                  </a:cubicBezTo>
                  <a:lnTo>
                    <a:pt x="403" y="2738"/>
                  </a:lnTo>
                  <a:lnTo>
                    <a:pt x="403" y="399"/>
                  </a:lnTo>
                  <a:lnTo>
                    <a:pt x="2743" y="399"/>
                  </a:lnTo>
                  <a:lnTo>
                    <a:pt x="2743" y="2738"/>
                  </a:lnTo>
                  <a:lnTo>
                    <a:pt x="2047" y="2738"/>
                  </a:lnTo>
                  <a:cubicBezTo>
                    <a:pt x="1779" y="2738"/>
                    <a:pt x="1779" y="3140"/>
                    <a:pt x="2047" y="3140"/>
                  </a:cubicBezTo>
                  <a:lnTo>
                    <a:pt x="2942" y="3140"/>
                  </a:lnTo>
                  <a:cubicBezTo>
                    <a:pt x="3050" y="3140"/>
                    <a:pt x="3141" y="3050"/>
                    <a:pt x="3141" y="2938"/>
                  </a:cubicBezTo>
                  <a:lnTo>
                    <a:pt x="3141" y="200"/>
                  </a:lnTo>
                  <a:cubicBezTo>
                    <a:pt x="3141" y="87"/>
                    <a:pt x="3050"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88"/>
            <p:cNvSpPr/>
            <p:nvPr/>
          </p:nvSpPr>
          <p:spPr>
            <a:xfrm>
              <a:off x="3632015" y="3001377"/>
              <a:ext cx="19008" cy="18929"/>
            </a:xfrm>
            <a:custGeom>
              <a:rect b="b" l="l" r="r" t="t"/>
              <a:pathLst>
                <a:path extrusionOk="0" h="722" w="725">
                  <a:moveTo>
                    <a:pt x="200" y="1"/>
                  </a:moveTo>
                  <a:cubicBezTo>
                    <a:pt x="91" y="1"/>
                    <a:pt x="0" y="91"/>
                    <a:pt x="0" y="200"/>
                  </a:cubicBezTo>
                  <a:lnTo>
                    <a:pt x="0" y="522"/>
                  </a:lnTo>
                  <a:cubicBezTo>
                    <a:pt x="0" y="635"/>
                    <a:pt x="91" y="722"/>
                    <a:pt x="200"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88"/>
            <p:cNvSpPr/>
            <p:nvPr/>
          </p:nvSpPr>
          <p:spPr>
            <a:xfrm>
              <a:off x="3659727" y="3001377"/>
              <a:ext cx="18929" cy="18929"/>
            </a:xfrm>
            <a:custGeom>
              <a:rect b="b" l="l" r="r" t="t"/>
              <a:pathLst>
                <a:path extrusionOk="0" h="722" w="722">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88"/>
            <p:cNvSpPr/>
            <p:nvPr/>
          </p:nvSpPr>
          <p:spPr>
            <a:xfrm>
              <a:off x="3687361" y="3001377"/>
              <a:ext cx="19034" cy="18929"/>
            </a:xfrm>
            <a:custGeom>
              <a:rect b="b" l="l" r="r" t="t"/>
              <a:pathLst>
                <a:path extrusionOk="0" h="722" w="726">
                  <a:moveTo>
                    <a:pt x="200" y="1"/>
                  </a:moveTo>
                  <a:cubicBezTo>
                    <a:pt x="91" y="1"/>
                    <a:pt x="1" y="91"/>
                    <a:pt x="1" y="200"/>
                  </a:cubicBezTo>
                  <a:lnTo>
                    <a:pt x="1" y="522"/>
                  </a:lnTo>
                  <a:cubicBezTo>
                    <a:pt x="1" y="635"/>
                    <a:pt x="91" y="722"/>
                    <a:pt x="200" y="722"/>
                  </a:cubicBezTo>
                  <a:lnTo>
                    <a:pt x="522" y="722"/>
                  </a:lnTo>
                  <a:cubicBezTo>
                    <a:pt x="635" y="722"/>
                    <a:pt x="725" y="635"/>
                    <a:pt x="725" y="522"/>
                  </a:cubicBezTo>
                  <a:lnTo>
                    <a:pt x="725" y="200"/>
                  </a:lnTo>
                  <a:cubicBezTo>
                    <a:pt x="725" y="91"/>
                    <a:pt x="635"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88"/>
            <p:cNvSpPr/>
            <p:nvPr/>
          </p:nvSpPr>
          <p:spPr>
            <a:xfrm>
              <a:off x="3714994" y="3001377"/>
              <a:ext cx="19034" cy="18929"/>
            </a:xfrm>
            <a:custGeom>
              <a:rect b="b" l="l" r="r" t="t"/>
              <a:pathLst>
                <a:path extrusionOk="0" h="722" w="726">
                  <a:moveTo>
                    <a:pt x="204" y="1"/>
                  </a:moveTo>
                  <a:cubicBezTo>
                    <a:pt x="91" y="1"/>
                    <a:pt x="1" y="91"/>
                    <a:pt x="1" y="200"/>
                  </a:cubicBezTo>
                  <a:lnTo>
                    <a:pt x="1" y="522"/>
                  </a:lnTo>
                  <a:cubicBezTo>
                    <a:pt x="1" y="635"/>
                    <a:pt x="91" y="722"/>
                    <a:pt x="204" y="722"/>
                  </a:cubicBezTo>
                  <a:lnTo>
                    <a:pt x="526" y="722"/>
                  </a:lnTo>
                  <a:cubicBezTo>
                    <a:pt x="635" y="722"/>
                    <a:pt x="725" y="635"/>
                    <a:pt x="725" y="522"/>
                  </a:cubicBezTo>
                  <a:lnTo>
                    <a:pt x="725" y="200"/>
                  </a:lnTo>
                  <a:cubicBezTo>
                    <a:pt x="725" y="91"/>
                    <a:pt x="635" y="1"/>
                    <a:pt x="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88"/>
            <p:cNvSpPr/>
            <p:nvPr/>
          </p:nvSpPr>
          <p:spPr>
            <a:xfrm>
              <a:off x="3742811" y="3001377"/>
              <a:ext cx="18929" cy="18929"/>
            </a:xfrm>
            <a:custGeom>
              <a:rect b="b" l="l" r="r" t="t"/>
              <a:pathLst>
                <a:path extrusionOk="0" h="722" w="722">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88"/>
            <p:cNvSpPr/>
            <p:nvPr/>
          </p:nvSpPr>
          <p:spPr>
            <a:xfrm>
              <a:off x="3770365" y="3001377"/>
              <a:ext cx="19008" cy="18929"/>
            </a:xfrm>
            <a:custGeom>
              <a:rect b="b" l="l" r="r" t="t"/>
              <a:pathLst>
                <a:path extrusionOk="0" h="722" w="725">
                  <a:moveTo>
                    <a:pt x="199" y="1"/>
                  </a:moveTo>
                  <a:cubicBezTo>
                    <a:pt x="91" y="1"/>
                    <a:pt x="0" y="91"/>
                    <a:pt x="0" y="200"/>
                  </a:cubicBezTo>
                  <a:lnTo>
                    <a:pt x="0" y="522"/>
                  </a:lnTo>
                  <a:cubicBezTo>
                    <a:pt x="0" y="635"/>
                    <a:pt x="91" y="722"/>
                    <a:pt x="199"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88"/>
            <p:cNvSpPr/>
            <p:nvPr/>
          </p:nvSpPr>
          <p:spPr>
            <a:xfrm>
              <a:off x="3632015" y="3139726"/>
              <a:ext cx="19008" cy="19034"/>
            </a:xfrm>
            <a:custGeom>
              <a:rect b="b" l="l" r="r" t="t"/>
              <a:pathLst>
                <a:path extrusionOk="0" h="726" w="725">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88"/>
            <p:cNvSpPr/>
            <p:nvPr/>
          </p:nvSpPr>
          <p:spPr>
            <a:xfrm>
              <a:off x="3659649" y="3139726"/>
              <a:ext cx="19008" cy="19034"/>
            </a:xfrm>
            <a:custGeom>
              <a:rect b="b" l="l" r="r" t="t"/>
              <a:pathLst>
                <a:path extrusionOk="0" h="726" w="725">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88"/>
            <p:cNvSpPr/>
            <p:nvPr/>
          </p:nvSpPr>
          <p:spPr>
            <a:xfrm>
              <a:off x="3687361" y="3139726"/>
              <a:ext cx="19034" cy="19034"/>
            </a:xfrm>
            <a:custGeom>
              <a:rect b="b" l="l" r="r" t="t"/>
              <a:pathLst>
                <a:path extrusionOk="0" h="726" w="726">
                  <a:moveTo>
                    <a:pt x="200" y="1"/>
                  </a:moveTo>
                  <a:cubicBezTo>
                    <a:pt x="91" y="1"/>
                    <a:pt x="1" y="91"/>
                    <a:pt x="1" y="200"/>
                  </a:cubicBezTo>
                  <a:lnTo>
                    <a:pt x="1" y="522"/>
                  </a:lnTo>
                  <a:cubicBezTo>
                    <a:pt x="1" y="634"/>
                    <a:pt x="91" y="725"/>
                    <a:pt x="200" y="725"/>
                  </a:cubicBezTo>
                  <a:lnTo>
                    <a:pt x="522" y="725"/>
                  </a:lnTo>
                  <a:cubicBezTo>
                    <a:pt x="635" y="725"/>
                    <a:pt x="725" y="634"/>
                    <a:pt x="725" y="522"/>
                  </a:cubicBezTo>
                  <a:lnTo>
                    <a:pt x="725" y="200"/>
                  </a:lnTo>
                  <a:cubicBezTo>
                    <a:pt x="725" y="91"/>
                    <a:pt x="635"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88"/>
            <p:cNvSpPr/>
            <p:nvPr/>
          </p:nvSpPr>
          <p:spPr>
            <a:xfrm>
              <a:off x="3714994" y="3139726"/>
              <a:ext cx="19034" cy="19034"/>
            </a:xfrm>
            <a:custGeom>
              <a:rect b="b" l="l" r="r" t="t"/>
              <a:pathLst>
                <a:path extrusionOk="0" h="726" w="726">
                  <a:moveTo>
                    <a:pt x="204" y="1"/>
                  </a:moveTo>
                  <a:cubicBezTo>
                    <a:pt x="91" y="1"/>
                    <a:pt x="1" y="91"/>
                    <a:pt x="1" y="200"/>
                  </a:cubicBezTo>
                  <a:lnTo>
                    <a:pt x="1" y="522"/>
                  </a:lnTo>
                  <a:cubicBezTo>
                    <a:pt x="1" y="634"/>
                    <a:pt x="91" y="725"/>
                    <a:pt x="204" y="725"/>
                  </a:cubicBezTo>
                  <a:lnTo>
                    <a:pt x="526" y="725"/>
                  </a:lnTo>
                  <a:cubicBezTo>
                    <a:pt x="635" y="725"/>
                    <a:pt x="725" y="634"/>
                    <a:pt x="725" y="522"/>
                  </a:cubicBezTo>
                  <a:lnTo>
                    <a:pt x="725" y="200"/>
                  </a:lnTo>
                  <a:cubicBezTo>
                    <a:pt x="725" y="91"/>
                    <a:pt x="635" y="1"/>
                    <a:pt x="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88"/>
            <p:cNvSpPr/>
            <p:nvPr/>
          </p:nvSpPr>
          <p:spPr>
            <a:xfrm>
              <a:off x="3742732" y="3139726"/>
              <a:ext cx="18929" cy="19034"/>
            </a:xfrm>
            <a:custGeom>
              <a:rect b="b" l="l" r="r" t="t"/>
              <a:pathLst>
                <a:path extrusionOk="0" h="726" w="722">
                  <a:moveTo>
                    <a:pt x="200" y="1"/>
                  </a:moveTo>
                  <a:cubicBezTo>
                    <a:pt x="91" y="1"/>
                    <a:pt x="0" y="91"/>
                    <a:pt x="0" y="200"/>
                  </a:cubicBezTo>
                  <a:lnTo>
                    <a:pt x="0" y="522"/>
                  </a:lnTo>
                  <a:cubicBezTo>
                    <a:pt x="0" y="634"/>
                    <a:pt x="91" y="725"/>
                    <a:pt x="200" y="725"/>
                  </a:cubicBezTo>
                  <a:lnTo>
                    <a:pt x="522" y="725"/>
                  </a:lnTo>
                  <a:cubicBezTo>
                    <a:pt x="634" y="725"/>
                    <a:pt x="721" y="634"/>
                    <a:pt x="721" y="522"/>
                  </a:cubicBezTo>
                  <a:lnTo>
                    <a:pt x="721" y="200"/>
                  </a:lnTo>
                  <a:cubicBezTo>
                    <a:pt x="721"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88"/>
            <p:cNvSpPr/>
            <p:nvPr/>
          </p:nvSpPr>
          <p:spPr>
            <a:xfrm>
              <a:off x="3770365" y="3139726"/>
              <a:ext cx="19008" cy="19034"/>
            </a:xfrm>
            <a:custGeom>
              <a:rect b="b" l="l" r="r" t="t"/>
              <a:pathLst>
                <a:path extrusionOk="0" h="726" w="725">
                  <a:moveTo>
                    <a:pt x="203" y="1"/>
                  </a:moveTo>
                  <a:cubicBezTo>
                    <a:pt x="91" y="1"/>
                    <a:pt x="0" y="91"/>
                    <a:pt x="0" y="200"/>
                  </a:cubicBezTo>
                  <a:lnTo>
                    <a:pt x="0" y="522"/>
                  </a:lnTo>
                  <a:cubicBezTo>
                    <a:pt x="0" y="634"/>
                    <a:pt x="91" y="725"/>
                    <a:pt x="203" y="725"/>
                  </a:cubicBezTo>
                  <a:lnTo>
                    <a:pt x="525" y="725"/>
                  </a:lnTo>
                  <a:cubicBezTo>
                    <a:pt x="634" y="725"/>
                    <a:pt x="725" y="634"/>
                    <a:pt x="725" y="522"/>
                  </a:cubicBezTo>
                  <a:lnTo>
                    <a:pt x="725" y="200"/>
                  </a:lnTo>
                  <a:cubicBezTo>
                    <a:pt x="725" y="91"/>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88"/>
            <p:cNvSpPr/>
            <p:nvPr/>
          </p:nvSpPr>
          <p:spPr>
            <a:xfrm>
              <a:off x="3632015" y="3029010"/>
              <a:ext cx="19008" cy="19034"/>
            </a:xfrm>
            <a:custGeom>
              <a:rect b="b" l="l" r="r" t="t"/>
              <a:pathLst>
                <a:path extrusionOk="0" h="726" w="725">
                  <a:moveTo>
                    <a:pt x="200" y="1"/>
                  </a:moveTo>
                  <a:cubicBezTo>
                    <a:pt x="91" y="1"/>
                    <a:pt x="0" y="91"/>
                    <a:pt x="0" y="204"/>
                  </a:cubicBezTo>
                  <a:lnTo>
                    <a:pt x="0" y="526"/>
                  </a:lnTo>
                  <a:cubicBezTo>
                    <a:pt x="0" y="635"/>
                    <a:pt x="91" y="725"/>
                    <a:pt x="200" y="725"/>
                  </a:cubicBezTo>
                  <a:lnTo>
                    <a:pt x="522" y="725"/>
                  </a:lnTo>
                  <a:cubicBezTo>
                    <a:pt x="634" y="725"/>
                    <a:pt x="725" y="635"/>
                    <a:pt x="725" y="526"/>
                  </a:cubicBezTo>
                  <a:lnTo>
                    <a:pt x="725" y="204"/>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88"/>
            <p:cNvSpPr/>
            <p:nvPr/>
          </p:nvSpPr>
          <p:spPr>
            <a:xfrm>
              <a:off x="3632015" y="3056748"/>
              <a:ext cx="19008" cy="18929"/>
            </a:xfrm>
            <a:custGeom>
              <a:rect b="b" l="l" r="r" t="t"/>
              <a:pathLst>
                <a:path extrusionOk="0" h="722" w="725">
                  <a:moveTo>
                    <a:pt x="200" y="0"/>
                  </a:moveTo>
                  <a:cubicBezTo>
                    <a:pt x="91" y="0"/>
                    <a:pt x="0" y="87"/>
                    <a:pt x="0" y="199"/>
                  </a:cubicBezTo>
                  <a:lnTo>
                    <a:pt x="0" y="522"/>
                  </a:lnTo>
                  <a:cubicBezTo>
                    <a:pt x="0" y="634"/>
                    <a:pt x="91" y="721"/>
                    <a:pt x="200" y="721"/>
                  </a:cubicBezTo>
                  <a:lnTo>
                    <a:pt x="522" y="721"/>
                  </a:lnTo>
                  <a:cubicBezTo>
                    <a:pt x="634" y="721"/>
                    <a:pt x="725" y="634"/>
                    <a:pt x="725" y="522"/>
                  </a:cubicBezTo>
                  <a:lnTo>
                    <a:pt x="725" y="199"/>
                  </a:lnTo>
                  <a:cubicBezTo>
                    <a:pt x="725" y="87"/>
                    <a:pt x="634"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88"/>
            <p:cNvSpPr/>
            <p:nvPr/>
          </p:nvSpPr>
          <p:spPr>
            <a:xfrm>
              <a:off x="3632015" y="3084381"/>
              <a:ext cx="19008" cy="19008"/>
            </a:xfrm>
            <a:custGeom>
              <a:rect b="b" l="l" r="r" t="t"/>
              <a:pathLst>
                <a:path extrusionOk="0" h="725" w="725">
                  <a:moveTo>
                    <a:pt x="200" y="0"/>
                  </a:moveTo>
                  <a:cubicBezTo>
                    <a:pt x="91" y="0"/>
                    <a:pt x="0" y="87"/>
                    <a:pt x="0" y="199"/>
                  </a:cubicBezTo>
                  <a:lnTo>
                    <a:pt x="0" y="522"/>
                  </a:lnTo>
                  <a:cubicBezTo>
                    <a:pt x="0" y="634"/>
                    <a:pt x="91" y="725"/>
                    <a:pt x="200" y="725"/>
                  </a:cubicBezTo>
                  <a:lnTo>
                    <a:pt x="522" y="725"/>
                  </a:lnTo>
                  <a:cubicBezTo>
                    <a:pt x="634" y="725"/>
                    <a:pt x="725" y="634"/>
                    <a:pt x="725" y="522"/>
                  </a:cubicBezTo>
                  <a:lnTo>
                    <a:pt x="725" y="199"/>
                  </a:lnTo>
                  <a:cubicBezTo>
                    <a:pt x="725" y="87"/>
                    <a:pt x="634"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88"/>
            <p:cNvSpPr/>
            <p:nvPr/>
          </p:nvSpPr>
          <p:spPr>
            <a:xfrm>
              <a:off x="3632015" y="3112093"/>
              <a:ext cx="19008" cy="18929"/>
            </a:xfrm>
            <a:custGeom>
              <a:rect b="b" l="l" r="r" t="t"/>
              <a:pathLst>
                <a:path extrusionOk="0" h="722" w="725">
                  <a:moveTo>
                    <a:pt x="200" y="1"/>
                  </a:moveTo>
                  <a:cubicBezTo>
                    <a:pt x="91" y="1"/>
                    <a:pt x="0" y="88"/>
                    <a:pt x="0" y="200"/>
                  </a:cubicBezTo>
                  <a:lnTo>
                    <a:pt x="0" y="522"/>
                  </a:lnTo>
                  <a:cubicBezTo>
                    <a:pt x="0" y="631"/>
                    <a:pt x="91" y="721"/>
                    <a:pt x="200" y="721"/>
                  </a:cubicBezTo>
                  <a:lnTo>
                    <a:pt x="522" y="721"/>
                  </a:lnTo>
                  <a:cubicBezTo>
                    <a:pt x="634" y="721"/>
                    <a:pt x="725" y="631"/>
                    <a:pt x="725" y="522"/>
                  </a:cubicBezTo>
                  <a:lnTo>
                    <a:pt x="725" y="200"/>
                  </a:lnTo>
                  <a:cubicBezTo>
                    <a:pt x="725" y="88"/>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88"/>
            <p:cNvSpPr/>
            <p:nvPr/>
          </p:nvSpPr>
          <p:spPr>
            <a:xfrm>
              <a:off x="3770365" y="3029010"/>
              <a:ext cx="19008" cy="19034"/>
            </a:xfrm>
            <a:custGeom>
              <a:rect b="b" l="l" r="r" t="t"/>
              <a:pathLst>
                <a:path extrusionOk="0" h="726" w="725">
                  <a:moveTo>
                    <a:pt x="203" y="1"/>
                  </a:moveTo>
                  <a:cubicBezTo>
                    <a:pt x="91" y="1"/>
                    <a:pt x="0" y="91"/>
                    <a:pt x="0" y="204"/>
                  </a:cubicBezTo>
                  <a:lnTo>
                    <a:pt x="0" y="526"/>
                  </a:lnTo>
                  <a:cubicBezTo>
                    <a:pt x="0" y="635"/>
                    <a:pt x="91" y="725"/>
                    <a:pt x="203" y="725"/>
                  </a:cubicBezTo>
                  <a:lnTo>
                    <a:pt x="525" y="725"/>
                  </a:lnTo>
                  <a:cubicBezTo>
                    <a:pt x="634" y="725"/>
                    <a:pt x="725" y="635"/>
                    <a:pt x="725" y="526"/>
                  </a:cubicBezTo>
                  <a:lnTo>
                    <a:pt x="725" y="204"/>
                  </a:lnTo>
                  <a:cubicBezTo>
                    <a:pt x="725" y="91"/>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88"/>
            <p:cNvSpPr/>
            <p:nvPr/>
          </p:nvSpPr>
          <p:spPr>
            <a:xfrm>
              <a:off x="3770365" y="3056748"/>
              <a:ext cx="19008" cy="18929"/>
            </a:xfrm>
            <a:custGeom>
              <a:rect b="b" l="l" r="r" t="t"/>
              <a:pathLst>
                <a:path extrusionOk="0" h="722" w="725">
                  <a:moveTo>
                    <a:pt x="203" y="0"/>
                  </a:moveTo>
                  <a:cubicBezTo>
                    <a:pt x="91" y="0"/>
                    <a:pt x="0" y="87"/>
                    <a:pt x="0" y="199"/>
                  </a:cubicBezTo>
                  <a:lnTo>
                    <a:pt x="0" y="522"/>
                  </a:lnTo>
                  <a:cubicBezTo>
                    <a:pt x="0" y="634"/>
                    <a:pt x="91" y="721"/>
                    <a:pt x="203" y="721"/>
                  </a:cubicBezTo>
                  <a:lnTo>
                    <a:pt x="525" y="721"/>
                  </a:lnTo>
                  <a:cubicBezTo>
                    <a:pt x="634" y="721"/>
                    <a:pt x="725" y="634"/>
                    <a:pt x="725" y="522"/>
                  </a:cubicBezTo>
                  <a:lnTo>
                    <a:pt x="725" y="199"/>
                  </a:lnTo>
                  <a:cubicBezTo>
                    <a:pt x="725" y="87"/>
                    <a:pt x="634"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88"/>
            <p:cNvSpPr/>
            <p:nvPr/>
          </p:nvSpPr>
          <p:spPr>
            <a:xfrm>
              <a:off x="3770365" y="3084381"/>
              <a:ext cx="19008" cy="19008"/>
            </a:xfrm>
            <a:custGeom>
              <a:rect b="b" l="l" r="r" t="t"/>
              <a:pathLst>
                <a:path extrusionOk="0" h="725" w="725">
                  <a:moveTo>
                    <a:pt x="203" y="0"/>
                  </a:moveTo>
                  <a:cubicBezTo>
                    <a:pt x="91" y="0"/>
                    <a:pt x="0" y="87"/>
                    <a:pt x="0" y="199"/>
                  </a:cubicBezTo>
                  <a:lnTo>
                    <a:pt x="0" y="522"/>
                  </a:lnTo>
                  <a:cubicBezTo>
                    <a:pt x="0" y="634"/>
                    <a:pt x="91" y="725"/>
                    <a:pt x="203" y="725"/>
                  </a:cubicBezTo>
                  <a:lnTo>
                    <a:pt x="525" y="725"/>
                  </a:lnTo>
                  <a:cubicBezTo>
                    <a:pt x="634" y="725"/>
                    <a:pt x="725" y="634"/>
                    <a:pt x="725" y="522"/>
                  </a:cubicBezTo>
                  <a:lnTo>
                    <a:pt x="725" y="199"/>
                  </a:lnTo>
                  <a:cubicBezTo>
                    <a:pt x="725" y="87"/>
                    <a:pt x="634"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88"/>
            <p:cNvSpPr/>
            <p:nvPr/>
          </p:nvSpPr>
          <p:spPr>
            <a:xfrm>
              <a:off x="3770365" y="3112093"/>
              <a:ext cx="19008" cy="18929"/>
            </a:xfrm>
            <a:custGeom>
              <a:rect b="b" l="l" r="r" t="t"/>
              <a:pathLst>
                <a:path extrusionOk="0" h="722" w="725">
                  <a:moveTo>
                    <a:pt x="203" y="1"/>
                  </a:moveTo>
                  <a:cubicBezTo>
                    <a:pt x="91" y="1"/>
                    <a:pt x="0" y="88"/>
                    <a:pt x="0" y="200"/>
                  </a:cubicBezTo>
                  <a:lnTo>
                    <a:pt x="0" y="522"/>
                  </a:lnTo>
                  <a:cubicBezTo>
                    <a:pt x="0" y="631"/>
                    <a:pt x="91" y="721"/>
                    <a:pt x="203" y="721"/>
                  </a:cubicBezTo>
                  <a:lnTo>
                    <a:pt x="525" y="721"/>
                  </a:lnTo>
                  <a:cubicBezTo>
                    <a:pt x="634" y="721"/>
                    <a:pt x="725" y="631"/>
                    <a:pt x="725" y="522"/>
                  </a:cubicBezTo>
                  <a:lnTo>
                    <a:pt x="725" y="200"/>
                  </a:lnTo>
                  <a:cubicBezTo>
                    <a:pt x="725" y="88"/>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5" name="Google Shape;17075;p88"/>
          <p:cNvGrpSpPr/>
          <p:nvPr/>
        </p:nvGrpSpPr>
        <p:grpSpPr>
          <a:xfrm>
            <a:off x="877343" y="1515946"/>
            <a:ext cx="334824" cy="358393"/>
            <a:chOff x="877343" y="1515946"/>
            <a:chExt cx="334824" cy="358393"/>
          </a:xfrm>
        </p:grpSpPr>
        <p:sp>
          <p:nvSpPr>
            <p:cNvPr id="17076" name="Google Shape;17076;p88"/>
            <p:cNvSpPr/>
            <p:nvPr/>
          </p:nvSpPr>
          <p:spPr>
            <a:xfrm>
              <a:off x="971542" y="1521268"/>
              <a:ext cx="146530" cy="347828"/>
            </a:xfrm>
            <a:custGeom>
              <a:rect b="b" l="l" r="r" t="t"/>
              <a:pathLst>
                <a:path extrusionOk="0" h="13267" w="5589">
                  <a:moveTo>
                    <a:pt x="0" y="1"/>
                  </a:moveTo>
                  <a:lnTo>
                    <a:pt x="0" y="13267"/>
                  </a:lnTo>
                  <a:lnTo>
                    <a:pt x="5589" y="13267"/>
                  </a:lnTo>
                  <a:lnTo>
                    <a:pt x="5589" y="1"/>
                  </a:lnTo>
                  <a:cubicBezTo>
                    <a:pt x="4756" y="605"/>
                    <a:pt x="3775" y="908"/>
                    <a:pt x="2795" y="908"/>
                  </a:cubicBezTo>
                  <a:cubicBezTo>
                    <a:pt x="1814" y="908"/>
                    <a:pt x="833" y="605"/>
                    <a:pt x="0"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88"/>
            <p:cNvSpPr/>
            <p:nvPr/>
          </p:nvSpPr>
          <p:spPr>
            <a:xfrm>
              <a:off x="882560" y="1521268"/>
              <a:ext cx="153661" cy="347828"/>
            </a:xfrm>
            <a:custGeom>
              <a:rect b="b" l="l" r="r" t="t"/>
              <a:pathLst>
                <a:path extrusionOk="0" h="13267" w="5861">
                  <a:moveTo>
                    <a:pt x="1359" y="1"/>
                  </a:moveTo>
                  <a:lnTo>
                    <a:pt x="1359" y="5125"/>
                  </a:lnTo>
                  <a:cubicBezTo>
                    <a:pt x="1359" y="5875"/>
                    <a:pt x="751" y="6483"/>
                    <a:pt x="1" y="6483"/>
                  </a:cubicBezTo>
                  <a:lnTo>
                    <a:pt x="1" y="13267"/>
                  </a:lnTo>
                  <a:lnTo>
                    <a:pt x="5861" y="13267"/>
                  </a:lnTo>
                  <a:lnTo>
                    <a:pt x="5861" y="6632"/>
                  </a:lnTo>
                  <a:cubicBezTo>
                    <a:pt x="4753" y="6632"/>
                    <a:pt x="3854" y="5734"/>
                    <a:pt x="3854" y="4626"/>
                  </a:cubicBezTo>
                  <a:lnTo>
                    <a:pt x="3854"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88"/>
            <p:cNvSpPr/>
            <p:nvPr/>
          </p:nvSpPr>
          <p:spPr>
            <a:xfrm>
              <a:off x="882560" y="1796525"/>
              <a:ext cx="153661" cy="49027"/>
            </a:xfrm>
            <a:custGeom>
              <a:rect b="b" l="l" r="r" t="t"/>
              <a:pathLst>
                <a:path extrusionOk="0" h="1870" w="5861">
                  <a:moveTo>
                    <a:pt x="1" y="1"/>
                  </a:moveTo>
                  <a:lnTo>
                    <a:pt x="1" y="1870"/>
                  </a:lnTo>
                  <a:lnTo>
                    <a:pt x="5861" y="1870"/>
                  </a:lnTo>
                  <a:lnTo>
                    <a:pt x="58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88"/>
            <p:cNvSpPr/>
            <p:nvPr/>
          </p:nvSpPr>
          <p:spPr>
            <a:xfrm>
              <a:off x="882560" y="1521268"/>
              <a:ext cx="153661" cy="266003"/>
            </a:xfrm>
            <a:custGeom>
              <a:rect b="b" l="l" r="r" t="t"/>
              <a:pathLst>
                <a:path extrusionOk="0" h="10146" w="5861">
                  <a:moveTo>
                    <a:pt x="1468" y="1"/>
                  </a:moveTo>
                  <a:lnTo>
                    <a:pt x="1468" y="8273"/>
                  </a:lnTo>
                  <a:lnTo>
                    <a:pt x="1" y="8273"/>
                  </a:lnTo>
                  <a:lnTo>
                    <a:pt x="1" y="10145"/>
                  </a:lnTo>
                  <a:lnTo>
                    <a:pt x="5861" y="10145"/>
                  </a:lnTo>
                  <a:lnTo>
                    <a:pt x="5861" y="8273"/>
                  </a:lnTo>
                  <a:lnTo>
                    <a:pt x="3340" y="8273"/>
                  </a:lnTo>
                  <a:lnTo>
                    <a:pt x="334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88"/>
            <p:cNvSpPr/>
            <p:nvPr/>
          </p:nvSpPr>
          <p:spPr>
            <a:xfrm>
              <a:off x="882560" y="1807169"/>
              <a:ext cx="153661" cy="27764"/>
            </a:xfrm>
            <a:custGeom>
              <a:rect b="b" l="l" r="r" t="t"/>
              <a:pathLst>
                <a:path extrusionOk="0" h="1059" w="5861">
                  <a:moveTo>
                    <a:pt x="1" y="1"/>
                  </a:moveTo>
                  <a:lnTo>
                    <a:pt x="1" y="1058"/>
                  </a:lnTo>
                  <a:lnTo>
                    <a:pt x="5861" y="1058"/>
                  </a:lnTo>
                  <a:lnTo>
                    <a:pt x="586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88"/>
            <p:cNvSpPr/>
            <p:nvPr/>
          </p:nvSpPr>
          <p:spPr>
            <a:xfrm>
              <a:off x="882560" y="1521268"/>
              <a:ext cx="153661" cy="255358"/>
            </a:xfrm>
            <a:custGeom>
              <a:rect b="b" l="l" r="r" t="t"/>
              <a:pathLst>
                <a:path extrusionOk="0" h="9740" w="5861">
                  <a:moveTo>
                    <a:pt x="1873" y="1"/>
                  </a:moveTo>
                  <a:lnTo>
                    <a:pt x="1873" y="8682"/>
                  </a:lnTo>
                  <a:lnTo>
                    <a:pt x="1" y="8682"/>
                  </a:lnTo>
                  <a:lnTo>
                    <a:pt x="1" y="9739"/>
                  </a:lnTo>
                  <a:lnTo>
                    <a:pt x="5861" y="9739"/>
                  </a:lnTo>
                  <a:lnTo>
                    <a:pt x="5861" y="8682"/>
                  </a:lnTo>
                  <a:lnTo>
                    <a:pt x="2931" y="8682"/>
                  </a:lnTo>
                  <a:lnTo>
                    <a:pt x="293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88"/>
            <p:cNvSpPr/>
            <p:nvPr/>
          </p:nvSpPr>
          <p:spPr>
            <a:xfrm>
              <a:off x="1053288" y="1521268"/>
              <a:ext cx="153766" cy="347828"/>
            </a:xfrm>
            <a:custGeom>
              <a:rect b="b" l="l" r="r" t="t"/>
              <a:pathLst>
                <a:path extrusionOk="0" h="13267" w="5865">
                  <a:moveTo>
                    <a:pt x="2011" y="1"/>
                  </a:moveTo>
                  <a:lnTo>
                    <a:pt x="2011" y="4626"/>
                  </a:lnTo>
                  <a:cubicBezTo>
                    <a:pt x="2011" y="5734"/>
                    <a:pt x="1109" y="6632"/>
                    <a:pt x="1" y="6632"/>
                  </a:cubicBezTo>
                  <a:lnTo>
                    <a:pt x="1" y="13267"/>
                  </a:lnTo>
                  <a:lnTo>
                    <a:pt x="5861" y="13267"/>
                  </a:lnTo>
                  <a:lnTo>
                    <a:pt x="5861" y="6483"/>
                  </a:lnTo>
                  <a:lnTo>
                    <a:pt x="5864" y="6483"/>
                  </a:lnTo>
                  <a:cubicBezTo>
                    <a:pt x="5115" y="6483"/>
                    <a:pt x="4506" y="5875"/>
                    <a:pt x="4506" y="5125"/>
                  </a:cubicBezTo>
                  <a:lnTo>
                    <a:pt x="4506"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88"/>
            <p:cNvSpPr/>
            <p:nvPr/>
          </p:nvSpPr>
          <p:spPr>
            <a:xfrm>
              <a:off x="1053288" y="1796525"/>
              <a:ext cx="153661" cy="49027"/>
            </a:xfrm>
            <a:custGeom>
              <a:rect b="b" l="l" r="r" t="t"/>
              <a:pathLst>
                <a:path extrusionOk="0" h="1870" w="5861">
                  <a:moveTo>
                    <a:pt x="1" y="1"/>
                  </a:moveTo>
                  <a:lnTo>
                    <a:pt x="1" y="1870"/>
                  </a:lnTo>
                  <a:lnTo>
                    <a:pt x="5861" y="1870"/>
                  </a:lnTo>
                  <a:lnTo>
                    <a:pt x="58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88"/>
            <p:cNvSpPr/>
            <p:nvPr/>
          </p:nvSpPr>
          <p:spPr>
            <a:xfrm>
              <a:off x="1053288" y="1521268"/>
              <a:ext cx="153661" cy="266003"/>
            </a:xfrm>
            <a:custGeom>
              <a:rect b="b" l="l" r="r" t="t"/>
              <a:pathLst>
                <a:path extrusionOk="0" h="10146" w="5861">
                  <a:moveTo>
                    <a:pt x="2525" y="1"/>
                  </a:moveTo>
                  <a:lnTo>
                    <a:pt x="2525" y="8273"/>
                  </a:lnTo>
                  <a:lnTo>
                    <a:pt x="1" y="8273"/>
                  </a:lnTo>
                  <a:lnTo>
                    <a:pt x="1" y="10145"/>
                  </a:lnTo>
                  <a:lnTo>
                    <a:pt x="5861" y="10145"/>
                  </a:lnTo>
                  <a:lnTo>
                    <a:pt x="5861" y="8273"/>
                  </a:lnTo>
                  <a:lnTo>
                    <a:pt x="4398" y="8273"/>
                  </a:lnTo>
                  <a:lnTo>
                    <a:pt x="43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88"/>
            <p:cNvSpPr/>
            <p:nvPr/>
          </p:nvSpPr>
          <p:spPr>
            <a:xfrm>
              <a:off x="1053288" y="1807169"/>
              <a:ext cx="153661" cy="27764"/>
            </a:xfrm>
            <a:custGeom>
              <a:rect b="b" l="l" r="r" t="t"/>
              <a:pathLst>
                <a:path extrusionOk="0" h="1059" w="5861">
                  <a:moveTo>
                    <a:pt x="1" y="1"/>
                  </a:moveTo>
                  <a:lnTo>
                    <a:pt x="1" y="1058"/>
                  </a:lnTo>
                  <a:lnTo>
                    <a:pt x="5861" y="1058"/>
                  </a:lnTo>
                  <a:lnTo>
                    <a:pt x="586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88"/>
            <p:cNvSpPr/>
            <p:nvPr/>
          </p:nvSpPr>
          <p:spPr>
            <a:xfrm>
              <a:off x="1053288" y="1521268"/>
              <a:ext cx="153661" cy="255358"/>
            </a:xfrm>
            <a:custGeom>
              <a:rect b="b" l="l" r="r" t="t"/>
              <a:pathLst>
                <a:path extrusionOk="0" h="9740" w="5861">
                  <a:moveTo>
                    <a:pt x="2931" y="1"/>
                  </a:moveTo>
                  <a:lnTo>
                    <a:pt x="2931" y="8682"/>
                  </a:lnTo>
                  <a:lnTo>
                    <a:pt x="1" y="8682"/>
                  </a:lnTo>
                  <a:lnTo>
                    <a:pt x="1" y="9739"/>
                  </a:lnTo>
                  <a:lnTo>
                    <a:pt x="5861" y="9739"/>
                  </a:lnTo>
                  <a:lnTo>
                    <a:pt x="5861" y="8682"/>
                  </a:lnTo>
                  <a:lnTo>
                    <a:pt x="3988" y="8682"/>
                  </a:lnTo>
                  <a:lnTo>
                    <a:pt x="398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88"/>
            <p:cNvSpPr/>
            <p:nvPr/>
          </p:nvSpPr>
          <p:spPr>
            <a:xfrm>
              <a:off x="877343" y="1515946"/>
              <a:ext cx="334824" cy="358393"/>
            </a:xfrm>
            <a:custGeom>
              <a:rect b="b" l="l" r="r" t="t"/>
              <a:pathLst>
                <a:path extrusionOk="0" h="13670" w="12771">
                  <a:moveTo>
                    <a:pt x="3854" y="403"/>
                  </a:moveTo>
                  <a:lnTo>
                    <a:pt x="3854" y="493"/>
                  </a:lnTo>
                  <a:lnTo>
                    <a:pt x="3854" y="4825"/>
                  </a:lnTo>
                  <a:cubicBezTo>
                    <a:pt x="3854" y="5966"/>
                    <a:pt x="4723" y="6918"/>
                    <a:pt x="5861" y="7023"/>
                  </a:cubicBezTo>
                  <a:lnTo>
                    <a:pt x="5861" y="8686"/>
                  </a:lnTo>
                  <a:lnTo>
                    <a:pt x="3333" y="8686"/>
                  </a:lnTo>
                  <a:lnTo>
                    <a:pt x="3333" y="403"/>
                  </a:lnTo>
                  <a:close/>
                  <a:moveTo>
                    <a:pt x="9443" y="403"/>
                  </a:moveTo>
                  <a:lnTo>
                    <a:pt x="9443" y="8686"/>
                  </a:lnTo>
                  <a:lnTo>
                    <a:pt x="6911" y="8686"/>
                  </a:lnTo>
                  <a:lnTo>
                    <a:pt x="6911" y="7031"/>
                  </a:lnTo>
                  <a:cubicBezTo>
                    <a:pt x="8048" y="6926"/>
                    <a:pt x="8917" y="5969"/>
                    <a:pt x="8921" y="4829"/>
                  </a:cubicBezTo>
                  <a:lnTo>
                    <a:pt x="8921" y="497"/>
                  </a:lnTo>
                  <a:lnTo>
                    <a:pt x="8921" y="403"/>
                  </a:lnTo>
                  <a:close/>
                  <a:moveTo>
                    <a:pt x="2931" y="403"/>
                  </a:moveTo>
                  <a:lnTo>
                    <a:pt x="2931" y="8885"/>
                  </a:lnTo>
                  <a:cubicBezTo>
                    <a:pt x="2931" y="8993"/>
                    <a:pt x="3021" y="9084"/>
                    <a:pt x="3134" y="9084"/>
                  </a:cubicBezTo>
                  <a:lnTo>
                    <a:pt x="5861" y="9084"/>
                  </a:lnTo>
                  <a:lnTo>
                    <a:pt x="5861" y="9743"/>
                  </a:lnTo>
                  <a:lnTo>
                    <a:pt x="403" y="9743"/>
                  </a:lnTo>
                  <a:lnTo>
                    <a:pt x="403" y="9084"/>
                  </a:lnTo>
                  <a:lnTo>
                    <a:pt x="2072" y="9084"/>
                  </a:lnTo>
                  <a:cubicBezTo>
                    <a:pt x="2185" y="9084"/>
                    <a:pt x="2272" y="8993"/>
                    <a:pt x="2272" y="8885"/>
                  </a:cubicBezTo>
                  <a:lnTo>
                    <a:pt x="2272" y="8349"/>
                  </a:lnTo>
                  <a:cubicBezTo>
                    <a:pt x="2272" y="8215"/>
                    <a:pt x="2172" y="8148"/>
                    <a:pt x="2072" y="8148"/>
                  </a:cubicBezTo>
                  <a:cubicBezTo>
                    <a:pt x="1973" y="8148"/>
                    <a:pt x="1873" y="8215"/>
                    <a:pt x="1873" y="8349"/>
                  </a:cubicBezTo>
                  <a:lnTo>
                    <a:pt x="1873" y="8686"/>
                  </a:lnTo>
                  <a:lnTo>
                    <a:pt x="403" y="8686"/>
                  </a:lnTo>
                  <a:lnTo>
                    <a:pt x="403" y="6875"/>
                  </a:lnTo>
                  <a:cubicBezTo>
                    <a:pt x="743" y="6831"/>
                    <a:pt x="1058" y="6676"/>
                    <a:pt x="1301" y="6429"/>
                  </a:cubicBezTo>
                  <a:cubicBezTo>
                    <a:pt x="1594" y="6140"/>
                    <a:pt x="1757" y="5741"/>
                    <a:pt x="1757" y="5328"/>
                  </a:cubicBezTo>
                  <a:lnTo>
                    <a:pt x="1757" y="403"/>
                  </a:lnTo>
                  <a:lnTo>
                    <a:pt x="1873" y="403"/>
                  </a:lnTo>
                  <a:lnTo>
                    <a:pt x="1873" y="7559"/>
                  </a:lnTo>
                  <a:cubicBezTo>
                    <a:pt x="1873" y="7691"/>
                    <a:pt x="1973" y="7758"/>
                    <a:pt x="2072" y="7758"/>
                  </a:cubicBezTo>
                  <a:cubicBezTo>
                    <a:pt x="2172" y="7758"/>
                    <a:pt x="2272" y="7691"/>
                    <a:pt x="2272" y="7559"/>
                  </a:cubicBezTo>
                  <a:lnTo>
                    <a:pt x="2272" y="403"/>
                  </a:lnTo>
                  <a:close/>
                  <a:moveTo>
                    <a:pt x="10500" y="403"/>
                  </a:moveTo>
                  <a:lnTo>
                    <a:pt x="10500" y="8885"/>
                  </a:lnTo>
                  <a:cubicBezTo>
                    <a:pt x="10500" y="8993"/>
                    <a:pt x="10591" y="9084"/>
                    <a:pt x="10699" y="9084"/>
                  </a:cubicBezTo>
                  <a:lnTo>
                    <a:pt x="12373" y="9084"/>
                  </a:lnTo>
                  <a:lnTo>
                    <a:pt x="12373" y="9743"/>
                  </a:lnTo>
                  <a:lnTo>
                    <a:pt x="6911" y="9743"/>
                  </a:lnTo>
                  <a:lnTo>
                    <a:pt x="6911" y="9084"/>
                  </a:lnTo>
                  <a:lnTo>
                    <a:pt x="9642" y="9084"/>
                  </a:lnTo>
                  <a:cubicBezTo>
                    <a:pt x="9754" y="9084"/>
                    <a:pt x="9841" y="8993"/>
                    <a:pt x="9841" y="8885"/>
                  </a:cubicBezTo>
                  <a:lnTo>
                    <a:pt x="9841" y="403"/>
                  </a:lnTo>
                  <a:close/>
                  <a:moveTo>
                    <a:pt x="5861" y="10142"/>
                  </a:moveTo>
                  <a:lnTo>
                    <a:pt x="5861" y="10909"/>
                  </a:lnTo>
                  <a:lnTo>
                    <a:pt x="403" y="10909"/>
                  </a:lnTo>
                  <a:lnTo>
                    <a:pt x="403" y="10142"/>
                  </a:lnTo>
                  <a:close/>
                  <a:moveTo>
                    <a:pt x="12373" y="10142"/>
                  </a:moveTo>
                  <a:lnTo>
                    <a:pt x="12373" y="10909"/>
                  </a:lnTo>
                  <a:lnTo>
                    <a:pt x="6911" y="10909"/>
                  </a:lnTo>
                  <a:lnTo>
                    <a:pt x="6911" y="10142"/>
                  </a:lnTo>
                  <a:close/>
                  <a:moveTo>
                    <a:pt x="5861" y="11308"/>
                  </a:moveTo>
                  <a:lnTo>
                    <a:pt x="5861" y="11967"/>
                  </a:lnTo>
                  <a:lnTo>
                    <a:pt x="403" y="11967"/>
                  </a:lnTo>
                  <a:lnTo>
                    <a:pt x="403" y="11308"/>
                  </a:lnTo>
                  <a:close/>
                  <a:moveTo>
                    <a:pt x="12373" y="11308"/>
                  </a:moveTo>
                  <a:lnTo>
                    <a:pt x="12373" y="11967"/>
                  </a:lnTo>
                  <a:lnTo>
                    <a:pt x="6911" y="11967"/>
                  </a:lnTo>
                  <a:lnTo>
                    <a:pt x="6911" y="11308"/>
                  </a:lnTo>
                  <a:close/>
                  <a:moveTo>
                    <a:pt x="5861" y="12365"/>
                  </a:moveTo>
                  <a:lnTo>
                    <a:pt x="5861" y="13267"/>
                  </a:lnTo>
                  <a:lnTo>
                    <a:pt x="403" y="13267"/>
                  </a:lnTo>
                  <a:lnTo>
                    <a:pt x="403" y="12365"/>
                  </a:lnTo>
                  <a:close/>
                  <a:moveTo>
                    <a:pt x="8519" y="830"/>
                  </a:moveTo>
                  <a:lnTo>
                    <a:pt x="8519" y="4829"/>
                  </a:lnTo>
                  <a:cubicBezTo>
                    <a:pt x="8515" y="5825"/>
                    <a:pt x="7708" y="6632"/>
                    <a:pt x="6712" y="6636"/>
                  </a:cubicBezTo>
                  <a:cubicBezTo>
                    <a:pt x="6600" y="6636"/>
                    <a:pt x="6513" y="6726"/>
                    <a:pt x="6513" y="6835"/>
                  </a:cubicBezTo>
                  <a:lnTo>
                    <a:pt x="6513" y="8881"/>
                  </a:lnTo>
                  <a:lnTo>
                    <a:pt x="6513" y="8885"/>
                  </a:lnTo>
                  <a:lnTo>
                    <a:pt x="6513" y="9942"/>
                  </a:lnTo>
                  <a:lnTo>
                    <a:pt x="6513" y="11105"/>
                  </a:lnTo>
                  <a:lnTo>
                    <a:pt x="6513" y="11109"/>
                  </a:lnTo>
                  <a:lnTo>
                    <a:pt x="6513" y="12166"/>
                  </a:lnTo>
                  <a:lnTo>
                    <a:pt x="6513" y="12170"/>
                  </a:lnTo>
                  <a:lnTo>
                    <a:pt x="6513" y="13267"/>
                  </a:lnTo>
                  <a:lnTo>
                    <a:pt x="6263" y="13267"/>
                  </a:lnTo>
                  <a:lnTo>
                    <a:pt x="6263" y="6835"/>
                  </a:lnTo>
                  <a:cubicBezTo>
                    <a:pt x="6263" y="6726"/>
                    <a:pt x="6172" y="6636"/>
                    <a:pt x="6060" y="6636"/>
                  </a:cubicBezTo>
                  <a:cubicBezTo>
                    <a:pt x="5064" y="6632"/>
                    <a:pt x="4256" y="5825"/>
                    <a:pt x="4253" y="4829"/>
                  </a:cubicBezTo>
                  <a:lnTo>
                    <a:pt x="4253" y="830"/>
                  </a:lnTo>
                  <a:cubicBezTo>
                    <a:pt x="4919" y="1145"/>
                    <a:pt x="5647" y="1312"/>
                    <a:pt x="6386" y="1312"/>
                  </a:cubicBezTo>
                  <a:cubicBezTo>
                    <a:pt x="7125" y="1312"/>
                    <a:pt x="7853" y="1145"/>
                    <a:pt x="8519" y="830"/>
                  </a:cubicBezTo>
                  <a:close/>
                  <a:moveTo>
                    <a:pt x="1558" y="1"/>
                  </a:moveTo>
                  <a:cubicBezTo>
                    <a:pt x="1446" y="1"/>
                    <a:pt x="1359" y="91"/>
                    <a:pt x="1359" y="204"/>
                  </a:cubicBezTo>
                  <a:lnTo>
                    <a:pt x="1359" y="5328"/>
                  </a:lnTo>
                  <a:cubicBezTo>
                    <a:pt x="1355" y="5969"/>
                    <a:pt x="841" y="6487"/>
                    <a:pt x="200" y="6487"/>
                  </a:cubicBezTo>
                  <a:cubicBezTo>
                    <a:pt x="91" y="6487"/>
                    <a:pt x="1" y="6574"/>
                    <a:pt x="1" y="6686"/>
                  </a:cubicBezTo>
                  <a:lnTo>
                    <a:pt x="1" y="13470"/>
                  </a:lnTo>
                  <a:cubicBezTo>
                    <a:pt x="1" y="13579"/>
                    <a:pt x="91" y="13669"/>
                    <a:pt x="200" y="13669"/>
                  </a:cubicBezTo>
                  <a:lnTo>
                    <a:pt x="10185" y="13669"/>
                  </a:lnTo>
                  <a:cubicBezTo>
                    <a:pt x="10449" y="13669"/>
                    <a:pt x="10449" y="13267"/>
                    <a:pt x="10185" y="13267"/>
                  </a:cubicBezTo>
                  <a:lnTo>
                    <a:pt x="6911" y="13267"/>
                  </a:lnTo>
                  <a:lnTo>
                    <a:pt x="6911" y="12365"/>
                  </a:lnTo>
                  <a:lnTo>
                    <a:pt x="12373" y="12365"/>
                  </a:lnTo>
                  <a:lnTo>
                    <a:pt x="12373" y="13267"/>
                  </a:lnTo>
                  <a:lnTo>
                    <a:pt x="10971" y="13267"/>
                  </a:lnTo>
                  <a:cubicBezTo>
                    <a:pt x="10707" y="13267"/>
                    <a:pt x="10707" y="13669"/>
                    <a:pt x="10971" y="13669"/>
                  </a:cubicBezTo>
                  <a:lnTo>
                    <a:pt x="12572" y="13669"/>
                  </a:lnTo>
                  <a:cubicBezTo>
                    <a:pt x="12684" y="13669"/>
                    <a:pt x="12771" y="13579"/>
                    <a:pt x="12771" y="13470"/>
                  </a:cubicBezTo>
                  <a:lnTo>
                    <a:pt x="12771" y="8276"/>
                  </a:lnTo>
                  <a:cubicBezTo>
                    <a:pt x="12771" y="8142"/>
                    <a:pt x="12671" y="8075"/>
                    <a:pt x="12572" y="8075"/>
                  </a:cubicBezTo>
                  <a:cubicBezTo>
                    <a:pt x="12472" y="8075"/>
                    <a:pt x="12373" y="8142"/>
                    <a:pt x="12373" y="8276"/>
                  </a:cubicBezTo>
                  <a:lnTo>
                    <a:pt x="12373" y="8682"/>
                  </a:lnTo>
                  <a:lnTo>
                    <a:pt x="10902" y="8682"/>
                  </a:lnTo>
                  <a:lnTo>
                    <a:pt x="10902" y="403"/>
                  </a:lnTo>
                  <a:lnTo>
                    <a:pt x="11014" y="403"/>
                  </a:lnTo>
                  <a:lnTo>
                    <a:pt x="11014" y="5328"/>
                  </a:lnTo>
                  <a:cubicBezTo>
                    <a:pt x="11014" y="6114"/>
                    <a:pt x="11597" y="6773"/>
                    <a:pt x="12373" y="6875"/>
                  </a:cubicBezTo>
                  <a:lnTo>
                    <a:pt x="12373" y="7487"/>
                  </a:lnTo>
                  <a:cubicBezTo>
                    <a:pt x="12373" y="7596"/>
                    <a:pt x="12463" y="7686"/>
                    <a:pt x="12572" y="7686"/>
                  </a:cubicBezTo>
                  <a:cubicBezTo>
                    <a:pt x="12684" y="7686"/>
                    <a:pt x="12771" y="7599"/>
                    <a:pt x="12771" y="7487"/>
                  </a:cubicBezTo>
                  <a:lnTo>
                    <a:pt x="12771" y="6686"/>
                  </a:lnTo>
                  <a:cubicBezTo>
                    <a:pt x="12771" y="6574"/>
                    <a:pt x="12684" y="6487"/>
                    <a:pt x="12572" y="6487"/>
                  </a:cubicBezTo>
                  <a:cubicBezTo>
                    <a:pt x="11934" y="6484"/>
                    <a:pt x="11416" y="5969"/>
                    <a:pt x="11416" y="5328"/>
                  </a:cubicBezTo>
                  <a:lnTo>
                    <a:pt x="11416" y="204"/>
                  </a:lnTo>
                  <a:cubicBezTo>
                    <a:pt x="11416" y="91"/>
                    <a:pt x="11326" y="1"/>
                    <a:pt x="11217" y="1"/>
                  </a:cubicBezTo>
                  <a:lnTo>
                    <a:pt x="8718" y="1"/>
                  </a:lnTo>
                  <a:cubicBezTo>
                    <a:pt x="8610" y="1"/>
                    <a:pt x="8519" y="91"/>
                    <a:pt x="8519" y="204"/>
                  </a:cubicBezTo>
                  <a:lnTo>
                    <a:pt x="8519" y="381"/>
                  </a:lnTo>
                  <a:cubicBezTo>
                    <a:pt x="7863" y="729"/>
                    <a:pt x="7128" y="910"/>
                    <a:pt x="6386" y="910"/>
                  </a:cubicBezTo>
                  <a:cubicBezTo>
                    <a:pt x="5643" y="910"/>
                    <a:pt x="4908" y="729"/>
                    <a:pt x="4253" y="381"/>
                  </a:cubicBezTo>
                  <a:lnTo>
                    <a:pt x="4253" y="204"/>
                  </a:lnTo>
                  <a:cubicBezTo>
                    <a:pt x="4253" y="91"/>
                    <a:pt x="4162" y="1"/>
                    <a:pt x="4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8" name="Google Shape;17088;p88"/>
          <p:cNvGrpSpPr/>
          <p:nvPr/>
        </p:nvGrpSpPr>
        <p:grpSpPr>
          <a:xfrm>
            <a:off x="2198521" y="3381478"/>
            <a:ext cx="333959" cy="358341"/>
            <a:chOff x="2198521" y="3381478"/>
            <a:chExt cx="333959" cy="358341"/>
          </a:xfrm>
        </p:grpSpPr>
        <p:sp>
          <p:nvSpPr>
            <p:cNvPr id="17089" name="Google Shape;17089;p88"/>
            <p:cNvSpPr/>
            <p:nvPr/>
          </p:nvSpPr>
          <p:spPr>
            <a:xfrm>
              <a:off x="2213989" y="3485745"/>
              <a:ext cx="248804" cy="248804"/>
            </a:xfrm>
            <a:custGeom>
              <a:rect b="b" l="l" r="r" t="t"/>
              <a:pathLst>
                <a:path extrusionOk="0" h="9490" w="9490">
                  <a:moveTo>
                    <a:pt x="4745" y="0"/>
                  </a:moveTo>
                  <a:cubicBezTo>
                    <a:pt x="2123" y="0"/>
                    <a:pt x="1" y="2126"/>
                    <a:pt x="1" y="4745"/>
                  </a:cubicBezTo>
                  <a:cubicBezTo>
                    <a:pt x="1" y="7367"/>
                    <a:pt x="2123" y="9489"/>
                    <a:pt x="4745" y="9489"/>
                  </a:cubicBezTo>
                  <a:cubicBezTo>
                    <a:pt x="7364" y="9489"/>
                    <a:pt x="9490" y="7367"/>
                    <a:pt x="9490" y="4745"/>
                  </a:cubicBezTo>
                  <a:cubicBezTo>
                    <a:pt x="9490" y="2126"/>
                    <a:pt x="7364" y="0"/>
                    <a:pt x="4745"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88"/>
            <p:cNvSpPr/>
            <p:nvPr/>
          </p:nvSpPr>
          <p:spPr>
            <a:xfrm>
              <a:off x="2213989" y="3485693"/>
              <a:ext cx="153766" cy="248961"/>
            </a:xfrm>
            <a:custGeom>
              <a:rect b="b" l="l" r="r" t="t"/>
              <a:pathLst>
                <a:path extrusionOk="0" h="9496" w="5865">
                  <a:moveTo>
                    <a:pt x="4736" y="0"/>
                  </a:moveTo>
                  <a:cubicBezTo>
                    <a:pt x="2192" y="0"/>
                    <a:pt x="1" y="2066"/>
                    <a:pt x="1" y="4747"/>
                  </a:cubicBezTo>
                  <a:cubicBezTo>
                    <a:pt x="1" y="7432"/>
                    <a:pt x="2194" y="9496"/>
                    <a:pt x="4739" y="9496"/>
                  </a:cubicBezTo>
                  <a:cubicBezTo>
                    <a:pt x="5109" y="9496"/>
                    <a:pt x="5486" y="9452"/>
                    <a:pt x="5864" y="9361"/>
                  </a:cubicBezTo>
                  <a:cubicBezTo>
                    <a:pt x="3738" y="8839"/>
                    <a:pt x="2243" y="6938"/>
                    <a:pt x="2243" y="4747"/>
                  </a:cubicBezTo>
                  <a:cubicBezTo>
                    <a:pt x="2243" y="2559"/>
                    <a:pt x="3738" y="654"/>
                    <a:pt x="5864" y="136"/>
                  </a:cubicBezTo>
                  <a:cubicBezTo>
                    <a:pt x="5484" y="44"/>
                    <a:pt x="5106" y="0"/>
                    <a:pt x="473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88"/>
            <p:cNvSpPr/>
            <p:nvPr/>
          </p:nvSpPr>
          <p:spPr>
            <a:xfrm>
              <a:off x="2362695" y="3386748"/>
              <a:ext cx="160975" cy="167661"/>
            </a:xfrm>
            <a:custGeom>
              <a:rect b="b" l="l" r="r" t="t"/>
              <a:pathLst>
                <a:path extrusionOk="0" h="6395" w="6140">
                  <a:moveTo>
                    <a:pt x="3083" y="0"/>
                  </a:moveTo>
                  <a:cubicBezTo>
                    <a:pt x="3044" y="0"/>
                    <a:pt x="3005" y="1"/>
                    <a:pt x="2966" y="2"/>
                  </a:cubicBezTo>
                  <a:cubicBezTo>
                    <a:pt x="1880" y="46"/>
                    <a:pt x="909" y="698"/>
                    <a:pt x="457" y="1686"/>
                  </a:cubicBezTo>
                  <a:cubicBezTo>
                    <a:pt x="0" y="2675"/>
                    <a:pt x="142" y="3834"/>
                    <a:pt x="819" y="4685"/>
                  </a:cubicBezTo>
                  <a:lnTo>
                    <a:pt x="739" y="6395"/>
                  </a:lnTo>
                  <a:lnTo>
                    <a:pt x="739" y="6395"/>
                  </a:lnTo>
                  <a:lnTo>
                    <a:pt x="2289" y="5670"/>
                  </a:lnTo>
                  <a:cubicBezTo>
                    <a:pt x="2551" y="5745"/>
                    <a:pt x="2818" y="5781"/>
                    <a:pt x="3081" y="5781"/>
                  </a:cubicBezTo>
                  <a:cubicBezTo>
                    <a:pt x="4029" y="5781"/>
                    <a:pt x="4940" y="5313"/>
                    <a:pt x="5487" y="4497"/>
                  </a:cubicBezTo>
                  <a:cubicBezTo>
                    <a:pt x="6092" y="3595"/>
                    <a:pt x="6139" y="2425"/>
                    <a:pt x="5607" y="1476"/>
                  </a:cubicBezTo>
                  <a:cubicBezTo>
                    <a:pt x="5093" y="561"/>
                    <a:pt x="4125" y="0"/>
                    <a:pt x="308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88"/>
            <p:cNvSpPr/>
            <p:nvPr/>
          </p:nvSpPr>
          <p:spPr>
            <a:xfrm>
              <a:off x="2429052" y="3429063"/>
              <a:ext cx="50547" cy="50521"/>
            </a:xfrm>
            <a:custGeom>
              <a:rect b="b" l="l" r="r" t="t"/>
              <a:pathLst>
                <a:path extrusionOk="0" h="1927" w="1928">
                  <a:moveTo>
                    <a:pt x="964" y="0"/>
                  </a:moveTo>
                  <a:cubicBezTo>
                    <a:pt x="432" y="0"/>
                    <a:pt x="1" y="431"/>
                    <a:pt x="1" y="963"/>
                  </a:cubicBezTo>
                  <a:cubicBezTo>
                    <a:pt x="1" y="1496"/>
                    <a:pt x="432" y="1927"/>
                    <a:pt x="964" y="1927"/>
                  </a:cubicBezTo>
                  <a:cubicBezTo>
                    <a:pt x="1497" y="1927"/>
                    <a:pt x="1928" y="1496"/>
                    <a:pt x="1928" y="963"/>
                  </a:cubicBezTo>
                  <a:cubicBezTo>
                    <a:pt x="1928" y="431"/>
                    <a:pt x="1497" y="0"/>
                    <a:pt x="96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88"/>
            <p:cNvSpPr/>
            <p:nvPr/>
          </p:nvSpPr>
          <p:spPr>
            <a:xfrm>
              <a:off x="2240286" y="3566678"/>
              <a:ext cx="196107" cy="86963"/>
            </a:xfrm>
            <a:custGeom>
              <a:rect b="b" l="l" r="r" t="t"/>
              <a:pathLst>
                <a:path extrusionOk="0" h="3317" w="7480">
                  <a:moveTo>
                    <a:pt x="3740" y="1"/>
                  </a:moveTo>
                  <a:cubicBezTo>
                    <a:pt x="3356" y="1"/>
                    <a:pt x="2971" y="35"/>
                    <a:pt x="2590" y="104"/>
                  </a:cubicBezTo>
                  <a:cubicBezTo>
                    <a:pt x="1352" y="332"/>
                    <a:pt x="374" y="919"/>
                    <a:pt x="1" y="1661"/>
                  </a:cubicBezTo>
                  <a:cubicBezTo>
                    <a:pt x="483" y="2617"/>
                    <a:pt x="1975" y="3316"/>
                    <a:pt x="3742" y="3316"/>
                  </a:cubicBezTo>
                  <a:cubicBezTo>
                    <a:pt x="5506" y="3316"/>
                    <a:pt x="6998" y="2617"/>
                    <a:pt x="7480" y="1661"/>
                  </a:cubicBezTo>
                  <a:cubicBezTo>
                    <a:pt x="7107" y="919"/>
                    <a:pt x="6129" y="332"/>
                    <a:pt x="4890" y="104"/>
                  </a:cubicBezTo>
                  <a:cubicBezTo>
                    <a:pt x="4510" y="35"/>
                    <a:pt x="4125" y="1"/>
                    <a:pt x="374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88"/>
            <p:cNvSpPr/>
            <p:nvPr/>
          </p:nvSpPr>
          <p:spPr>
            <a:xfrm>
              <a:off x="2288526" y="3566678"/>
              <a:ext cx="90896" cy="71679"/>
            </a:xfrm>
            <a:custGeom>
              <a:rect b="b" l="l" r="r" t="t"/>
              <a:pathLst>
                <a:path extrusionOk="0" h="2734" w="3467">
                  <a:moveTo>
                    <a:pt x="1899" y="1"/>
                  </a:moveTo>
                  <a:cubicBezTo>
                    <a:pt x="1515" y="1"/>
                    <a:pt x="1131" y="35"/>
                    <a:pt x="750" y="104"/>
                  </a:cubicBezTo>
                  <a:cubicBezTo>
                    <a:pt x="1" y="915"/>
                    <a:pt x="301" y="2223"/>
                    <a:pt x="1330" y="2625"/>
                  </a:cubicBezTo>
                  <a:cubicBezTo>
                    <a:pt x="1520" y="2699"/>
                    <a:pt x="1713" y="2734"/>
                    <a:pt x="1902" y="2734"/>
                  </a:cubicBezTo>
                  <a:cubicBezTo>
                    <a:pt x="2729" y="2734"/>
                    <a:pt x="3467" y="2065"/>
                    <a:pt x="3467" y="1169"/>
                  </a:cubicBezTo>
                  <a:cubicBezTo>
                    <a:pt x="3467" y="774"/>
                    <a:pt x="3318" y="394"/>
                    <a:pt x="3047" y="104"/>
                  </a:cubicBezTo>
                  <a:cubicBezTo>
                    <a:pt x="2666" y="35"/>
                    <a:pt x="2282" y="1"/>
                    <a:pt x="18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88"/>
            <p:cNvSpPr/>
            <p:nvPr/>
          </p:nvSpPr>
          <p:spPr>
            <a:xfrm>
              <a:off x="2198521" y="3570349"/>
              <a:ext cx="218785" cy="169470"/>
            </a:xfrm>
            <a:custGeom>
              <a:rect b="b" l="l" r="r" t="t"/>
              <a:pathLst>
                <a:path extrusionOk="0" h="6464" w="8345">
                  <a:moveTo>
                    <a:pt x="769" y="1"/>
                  </a:moveTo>
                  <a:cubicBezTo>
                    <a:pt x="690" y="1"/>
                    <a:pt x="612" y="45"/>
                    <a:pt x="583" y="145"/>
                  </a:cubicBezTo>
                  <a:cubicBezTo>
                    <a:pt x="0" y="2159"/>
                    <a:pt x="750" y="4321"/>
                    <a:pt x="2456" y="5541"/>
                  </a:cubicBezTo>
                  <a:cubicBezTo>
                    <a:pt x="3315" y="6156"/>
                    <a:pt x="4324" y="6464"/>
                    <a:pt x="5334" y="6464"/>
                  </a:cubicBezTo>
                  <a:cubicBezTo>
                    <a:pt x="6323" y="6464"/>
                    <a:pt x="7314" y="6168"/>
                    <a:pt x="8164" y="5574"/>
                  </a:cubicBezTo>
                  <a:cubicBezTo>
                    <a:pt x="8345" y="5449"/>
                    <a:pt x="8222" y="5205"/>
                    <a:pt x="8052" y="5205"/>
                  </a:cubicBezTo>
                  <a:cubicBezTo>
                    <a:pt x="8014" y="5205"/>
                    <a:pt x="7975" y="5217"/>
                    <a:pt x="7936" y="5244"/>
                  </a:cubicBezTo>
                  <a:cubicBezTo>
                    <a:pt x="7154" y="5789"/>
                    <a:pt x="6246" y="6061"/>
                    <a:pt x="5337" y="6061"/>
                  </a:cubicBezTo>
                  <a:cubicBezTo>
                    <a:pt x="4408" y="6061"/>
                    <a:pt x="3480" y="5777"/>
                    <a:pt x="2688" y="5212"/>
                  </a:cubicBezTo>
                  <a:cubicBezTo>
                    <a:pt x="1123" y="4093"/>
                    <a:pt x="435" y="2108"/>
                    <a:pt x="967" y="257"/>
                  </a:cubicBezTo>
                  <a:cubicBezTo>
                    <a:pt x="1011" y="102"/>
                    <a:pt x="888" y="1"/>
                    <a:pt x="7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88"/>
            <p:cNvSpPr/>
            <p:nvPr/>
          </p:nvSpPr>
          <p:spPr>
            <a:xfrm>
              <a:off x="2220072" y="3381478"/>
              <a:ext cx="312408" cy="322869"/>
            </a:xfrm>
            <a:custGeom>
              <a:rect b="b" l="l" r="r" t="t"/>
              <a:pathLst>
                <a:path extrusionOk="0" h="12315" w="11916">
                  <a:moveTo>
                    <a:pt x="8521" y="1"/>
                  </a:moveTo>
                  <a:cubicBezTo>
                    <a:pt x="7159" y="1"/>
                    <a:pt x="5948" y="898"/>
                    <a:pt x="5560" y="2217"/>
                  </a:cubicBezTo>
                  <a:cubicBezTo>
                    <a:pt x="5514" y="2373"/>
                    <a:pt x="5637" y="2476"/>
                    <a:pt x="5758" y="2476"/>
                  </a:cubicBezTo>
                  <a:cubicBezTo>
                    <a:pt x="5836" y="2476"/>
                    <a:pt x="5914" y="2433"/>
                    <a:pt x="5944" y="2333"/>
                  </a:cubicBezTo>
                  <a:cubicBezTo>
                    <a:pt x="6233" y="1344"/>
                    <a:pt x="7063" y="609"/>
                    <a:pt x="8077" y="439"/>
                  </a:cubicBezTo>
                  <a:cubicBezTo>
                    <a:pt x="8226" y="414"/>
                    <a:pt x="8374" y="402"/>
                    <a:pt x="8522" y="402"/>
                  </a:cubicBezTo>
                  <a:cubicBezTo>
                    <a:pt x="9381" y="402"/>
                    <a:pt x="10200" y="815"/>
                    <a:pt x="10714" y="1529"/>
                  </a:cubicBezTo>
                  <a:cubicBezTo>
                    <a:pt x="11311" y="2366"/>
                    <a:pt x="11380" y="3470"/>
                    <a:pt x="10887" y="4376"/>
                  </a:cubicBezTo>
                  <a:cubicBezTo>
                    <a:pt x="10417" y="5247"/>
                    <a:pt x="9506" y="5783"/>
                    <a:pt x="8521" y="5783"/>
                  </a:cubicBezTo>
                  <a:cubicBezTo>
                    <a:pt x="8483" y="5783"/>
                    <a:pt x="8445" y="5782"/>
                    <a:pt x="8406" y="5781"/>
                  </a:cubicBezTo>
                  <a:lnTo>
                    <a:pt x="8377" y="5781"/>
                  </a:lnTo>
                  <a:cubicBezTo>
                    <a:pt x="8175" y="5770"/>
                    <a:pt x="7975" y="5737"/>
                    <a:pt x="7784" y="5683"/>
                  </a:cubicBezTo>
                  <a:cubicBezTo>
                    <a:pt x="7765" y="5677"/>
                    <a:pt x="7746" y="5674"/>
                    <a:pt x="7727" y="5674"/>
                  </a:cubicBezTo>
                  <a:cubicBezTo>
                    <a:pt x="7699" y="5674"/>
                    <a:pt x="7672" y="5681"/>
                    <a:pt x="7646" y="5694"/>
                  </a:cubicBezTo>
                  <a:lnTo>
                    <a:pt x="6396" y="6277"/>
                  </a:lnTo>
                  <a:lnTo>
                    <a:pt x="6458" y="4901"/>
                  </a:lnTo>
                  <a:cubicBezTo>
                    <a:pt x="6458" y="4850"/>
                    <a:pt x="6443" y="4803"/>
                    <a:pt x="6411" y="4767"/>
                  </a:cubicBezTo>
                  <a:cubicBezTo>
                    <a:pt x="6031" y="4281"/>
                    <a:pt x="5824" y="3684"/>
                    <a:pt x="5831" y="3068"/>
                  </a:cubicBezTo>
                  <a:cubicBezTo>
                    <a:pt x="5831" y="2956"/>
                    <a:pt x="5741" y="2865"/>
                    <a:pt x="5632" y="2865"/>
                  </a:cubicBezTo>
                  <a:cubicBezTo>
                    <a:pt x="5524" y="2865"/>
                    <a:pt x="5433" y="2956"/>
                    <a:pt x="5433" y="3065"/>
                  </a:cubicBezTo>
                  <a:cubicBezTo>
                    <a:pt x="5429" y="3343"/>
                    <a:pt x="5466" y="3619"/>
                    <a:pt x="5538" y="3887"/>
                  </a:cubicBezTo>
                  <a:cubicBezTo>
                    <a:pt x="5195" y="3814"/>
                    <a:pt x="4851" y="3779"/>
                    <a:pt x="4511" y="3779"/>
                  </a:cubicBezTo>
                  <a:cubicBezTo>
                    <a:pt x="2659" y="3779"/>
                    <a:pt x="925" y="4820"/>
                    <a:pt x="80" y="6531"/>
                  </a:cubicBezTo>
                  <a:cubicBezTo>
                    <a:pt x="1" y="6690"/>
                    <a:pt x="133" y="6821"/>
                    <a:pt x="265" y="6821"/>
                  </a:cubicBezTo>
                  <a:cubicBezTo>
                    <a:pt x="332" y="6821"/>
                    <a:pt x="399" y="6788"/>
                    <a:pt x="439" y="6708"/>
                  </a:cubicBezTo>
                  <a:cubicBezTo>
                    <a:pt x="1218" y="5132"/>
                    <a:pt x="2815" y="4182"/>
                    <a:pt x="4509" y="4182"/>
                  </a:cubicBezTo>
                  <a:cubicBezTo>
                    <a:pt x="4901" y="4182"/>
                    <a:pt x="5300" y="4233"/>
                    <a:pt x="5694" y="4339"/>
                  </a:cubicBezTo>
                  <a:cubicBezTo>
                    <a:pt x="5788" y="4557"/>
                    <a:pt x="5907" y="4763"/>
                    <a:pt x="6052" y="4955"/>
                  </a:cubicBezTo>
                  <a:lnTo>
                    <a:pt x="5980" y="6588"/>
                  </a:lnTo>
                  <a:cubicBezTo>
                    <a:pt x="5974" y="6710"/>
                    <a:pt x="6070" y="6799"/>
                    <a:pt x="6178" y="6799"/>
                  </a:cubicBezTo>
                  <a:cubicBezTo>
                    <a:pt x="6206" y="6799"/>
                    <a:pt x="6234" y="6793"/>
                    <a:pt x="6262" y="6780"/>
                  </a:cubicBezTo>
                  <a:lnTo>
                    <a:pt x="7747" y="6085"/>
                  </a:lnTo>
                  <a:cubicBezTo>
                    <a:pt x="7918" y="6132"/>
                    <a:pt x="8095" y="6161"/>
                    <a:pt x="8272" y="6176"/>
                  </a:cubicBezTo>
                  <a:cubicBezTo>
                    <a:pt x="9504" y="7994"/>
                    <a:pt x="9258" y="10431"/>
                    <a:pt x="7693" y="11967"/>
                  </a:cubicBezTo>
                  <a:cubicBezTo>
                    <a:pt x="7548" y="12112"/>
                    <a:pt x="7680" y="12314"/>
                    <a:pt x="7836" y="12314"/>
                  </a:cubicBezTo>
                  <a:cubicBezTo>
                    <a:pt x="7882" y="12314"/>
                    <a:pt x="7931" y="12296"/>
                    <a:pt x="7975" y="12253"/>
                  </a:cubicBezTo>
                  <a:cubicBezTo>
                    <a:pt x="9605" y="10652"/>
                    <a:pt x="9924" y="8139"/>
                    <a:pt x="8751" y="6179"/>
                  </a:cubicBezTo>
                  <a:cubicBezTo>
                    <a:pt x="10601" y="6042"/>
                    <a:pt x="11916" y="4314"/>
                    <a:pt x="11557" y="2492"/>
                  </a:cubicBezTo>
                  <a:lnTo>
                    <a:pt x="11557" y="2489"/>
                  </a:lnTo>
                  <a:cubicBezTo>
                    <a:pt x="11278" y="1094"/>
                    <a:pt x="10083" y="69"/>
                    <a:pt x="8664" y="4"/>
                  </a:cubicBezTo>
                  <a:cubicBezTo>
                    <a:pt x="8616" y="2"/>
                    <a:pt x="8568" y="1"/>
                    <a:pt x="85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88"/>
            <p:cNvSpPr/>
            <p:nvPr/>
          </p:nvSpPr>
          <p:spPr>
            <a:xfrm>
              <a:off x="2401812" y="3423819"/>
              <a:ext cx="86046" cy="82533"/>
            </a:xfrm>
            <a:custGeom>
              <a:rect b="b" l="l" r="r" t="t"/>
              <a:pathLst>
                <a:path extrusionOk="0" h="3148" w="3282">
                  <a:moveTo>
                    <a:pt x="1995" y="400"/>
                  </a:moveTo>
                  <a:cubicBezTo>
                    <a:pt x="2387" y="400"/>
                    <a:pt x="2764" y="705"/>
                    <a:pt x="2764" y="1163"/>
                  </a:cubicBezTo>
                  <a:cubicBezTo>
                    <a:pt x="2764" y="1624"/>
                    <a:pt x="2388" y="1929"/>
                    <a:pt x="1996" y="1929"/>
                  </a:cubicBezTo>
                  <a:cubicBezTo>
                    <a:pt x="1809" y="1929"/>
                    <a:pt x="1618" y="1859"/>
                    <a:pt x="1464" y="1703"/>
                  </a:cubicBezTo>
                  <a:cubicBezTo>
                    <a:pt x="1163" y="1406"/>
                    <a:pt x="1163" y="921"/>
                    <a:pt x="1464" y="624"/>
                  </a:cubicBezTo>
                  <a:cubicBezTo>
                    <a:pt x="1618" y="470"/>
                    <a:pt x="1808" y="400"/>
                    <a:pt x="1995" y="400"/>
                  </a:cubicBezTo>
                  <a:close/>
                  <a:moveTo>
                    <a:pt x="2002" y="0"/>
                  </a:moveTo>
                  <a:cubicBezTo>
                    <a:pt x="1737" y="0"/>
                    <a:pt x="1471" y="90"/>
                    <a:pt x="1254" y="272"/>
                  </a:cubicBezTo>
                  <a:cubicBezTo>
                    <a:pt x="790" y="664"/>
                    <a:pt x="703" y="1341"/>
                    <a:pt x="1051" y="1833"/>
                  </a:cubicBezTo>
                  <a:lnTo>
                    <a:pt x="76" y="2808"/>
                  </a:lnTo>
                  <a:cubicBezTo>
                    <a:pt x="0" y="2884"/>
                    <a:pt x="0" y="3010"/>
                    <a:pt x="76" y="3090"/>
                  </a:cubicBezTo>
                  <a:cubicBezTo>
                    <a:pt x="116" y="3128"/>
                    <a:pt x="168" y="3147"/>
                    <a:pt x="219" y="3147"/>
                  </a:cubicBezTo>
                  <a:cubicBezTo>
                    <a:pt x="270" y="3147"/>
                    <a:pt x="321" y="3128"/>
                    <a:pt x="359" y="3090"/>
                  </a:cubicBezTo>
                  <a:lnTo>
                    <a:pt x="1333" y="2116"/>
                  </a:lnTo>
                  <a:cubicBezTo>
                    <a:pt x="1536" y="2259"/>
                    <a:pt x="1770" y="2328"/>
                    <a:pt x="2002" y="2328"/>
                  </a:cubicBezTo>
                  <a:cubicBezTo>
                    <a:pt x="2334" y="2328"/>
                    <a:pt x="2664" y="2186"/>
                    <a:pt x="2894" y="1913"/>
                  </a:cubicBezTo>
                  <a:cubicBezTo>
                    <a:pt x="3282" y="1450"/>
                    <a:pt x="3253" y="769"/>
                    <a:pt x="2825" y="341"/>
                  </a:cubicBezTo>
                  <a:cubicBezTo>
                    <a:pt x="2599" y="115"/>
                    <a:pt x="2301" y="0"/>
                    <a:pt x="2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88"/>
            <p:cNvSpPr/>
            <p:nvPr/>
          </p:nvSpPr>
          <p:spPr>
            <a:xfrm>
              <a:off x="2234885" y="3561382"/>
              <a:ext cx="206935" cy="97582"/>
            </a:xfrm>
            <a:custGeom>
              <a:rect b="b" l="l" r="r" t="t"/>
              <a:pathLst>
                <a:path extrusionOk="0" h="3722" w="7893">
                  <a:moveTo>
                    <a:pt x="3947" y="404"/>
                  </a:moveTo>
                  <a:cubicBezTo>
                    <a:pt x="4297" y="404"/>
                    <a:pt x="4647" y="433"/>
                    <a:pt x="4995" y="491"/>
                  </a:cubicBezTo>
                  <a:lnTo>
                    <a:pt x="4991" y="491"/>
                  </a:lnTo>
                  <a:lnTo>
                    <a:pt x="4998" y="498"/>
                  </a:lnTo>
                  <a:cubicBezTo>
                    <a:pt x="5736" y="1391"/>
                    <a:pt x="5102" y="2736"/>
                    <a:pt x="3946" y="2736"/>
                  </a:cubicBezTo>
                  <a:cubicBezTo>
                    <a:pt x="3944" y="2736"/>
                    <a:pt x="3942" y="2736"/>
                    <a:pt x="3941" y="2736"/>
                  </a:cubicBezTo>
                  <a:cubicBezTo>
                    <a:pt x="2782" y="2732"/>
                    <a:pt x="2155" y="1378"/>
                    <a:pt x="2901" y="491"/>
                  </a:cubicBezTo>
                  <a:cubicBezTo>
                    <a:pt x="3247" y="433"/>
                    <a:pt x="3597" y="404"/>
                    <a:pt x="3947" y="404"/>
                  </a:cubicBezTo>
                  <a:close/>
                  <a:moveTo>
                    <a:pt x="2351" y="614"/>
                  </a:moveTo>
                  <a:cubicBezTo>
                    <a:pt x="1797" y="1784"/>
                    <a:pt x="2652" y="3134"/>
                    <a:pt x="3945" y="3134"/>
                  </a:cubicBezTo>
                  <a:cubicBezTo>
                    <a:pt x="5241" y="3134"/>
                    <a:pt x="6096" y="1784"/>
                    <a:pt x="5542" y="614"/>
                  </a:cubicBezTo>
                  <a:lnTo>
                    <a:pt x="5542" y="614"/>
                  </a:lnTo>
                  <a:cubicBezTo>
                    <a:pt x="6433" y="864"/>
                    <a:pt x="7139" y="1316"/>
                    <a:pt x="7458" y="1860"/>
                  </a:cubicBezTo>
                  <a:cubicBezTo>
                    <a:pt x="6951" y="2725"/>
                    <a:pt x="5531" y="3319"/>
                    <a:pt x="3948" y="3319"/>
                  </a:cubicBezTo>
                  <a:cubicBezTo>
                    <a:pt x="2362" y="3319"/>
                    <a:pt x="942" y="2725"/>
                    <a:pt x="435" y="1860"/>
                  </a:cubicBezTo>
                  <a:cubicBezTo>
                    <a:pt x="754" y="1316"/>
                    <a:pt x="1460" y="864"/>
                    <a:pt x="2351" y="614"/>
                  </a:cubicBezTo>
                  <a:close/>
                  <a:moveTo>
                    <a:pt x="3946" y="1"/>
                  </a:moveTo>
                  <a:cubicBezTo>
                    <a:pt x="3550" y="1"/>
                    <a:pt x="3153" y="36"/>
                    <a:pt x="2760" y="107"/>
                  </a:cubicBezTo>
                  <a:cubicBezTo>
                    <a:pt x="1453" y="346"/>
                    <a:pt x="431" y="969"/>
                    <a:pt x="29" y="1769"/>
                  </a:cubicBezTo>
                  <a:cubicBezTo>
                    <a:pt x="0" y="1827"/>
                    <a:pt x="0" y="1896"/>
                    <a:pt x="29" y="1950"/>
                  </a:cubicBezTo>
                  <a:cubicBezTo>
                    <a:pt x="558" y="3008"/>
                    <a:pt x="2134" y="3721"/>
                    <a:pt x="3945" y="3721"/>
                  </a:cubicBezTo>
                  <a:cubicBezTo>
                    <a:pt x="5759" y="3721"/>
                    <a:pt x="7334" y="3008"/>
                    <a:pt x="7863" y="1950"/>
                  </a:cubicBezTo>
                  <a:cubicBezTo>
                    <a:pt x="7892" y="1896"/>
                    <a:pt x="7892" y="1827"/>
                    <a:pt x="7863" y="1769"/>
                  </a:cubicBezTo>
                  <a:cubicBezTo>
                    <a:pt x="7461" y="969"/>
                    <a:pt x="6440" y="346"/>
                    <a:pt x="5132" y="107"/>
                  </a:cubicBezTo>
                  <a:cubicBezTo>
                    <a:pt x="4739" y="36"/>
                    <a:pt x="4343" y="1"/>
                    <a:pt x="39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88"/>
            <p:cNvSpPr/>
            <p:nvPr/>
          </p:nvSpPr>
          <p:spPr>
            <a:xfrm>
              <a:off x="2239368" y="3637570"/>
              <a:ext cx="87619" cy="39326"/>
            </a:xfrm>
            <a:custGeom>
              <a:rect b="b" l="l" r="r" t="t"/>
              <a:pathLst>
                <a:path extrusionOk="0" h="1500" w="3342">
                  <a:moveTo>
                    <a:pt x="284" y="0"/>
                  </a:moveTo>
                  <a:cubicBezTo>
                    <a:pt x="136" y="0"/>
                    <a:pt x="1" y="180"/>
                    <a:pt x="126" y="330"/>
                  </a:cubicBezTo>
                  <a:cubicBezTo>
                    <a:pt x="695" y="1011"/>
                    <a:pt x="1818" y="1460"/>
                    <a:pt x="3060" y="1500"/>
                  </a:cubicBezTo>
                  <a:lnTo>
                    <a:pt x="3067" y="1500"/>
                  </a:lnTo>
                  <a:cubicBezTo>
                    <a:pt x="3068" y="1500"/>
                    <a:pt x="3070" y="1500"/>
                    <a:pt x="3071" y="1500"/>
                  </a:cubicBezTo>
                  <a:cubicBezTo>
                    <a:pt x="3335" y="1500"/>
                    <a:pt x="3341" y="1105"/>
                    <a:pt x="3075" y="1101"/>
                  </a:cubicBezTo>
                  <a:cubicBezTo>
                    <a:pt x="1941" y="1061"/>
                    <a:pt x="930" y="670"/>
                    <a:pt x="434" y="76"/>
                  </a:cubicBezTo>
                  <a:cubicBezTo>
                    <a:pt x="390" y="23"/>
                    <a:pt x="336" y="0"/>
                    <a:pt x="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0" name="Google Shape;17100;p88"/>
          <p:cNvGrpSpPr/>
          <p:nvPr/>
        </p:nvGrpSpPr>
        <p:grpSpPr>
          <a:xfrm>
            <a:off x="2224450" y="3840232"/>
            <a:ext cx="358367" cy="303966"/>
            <a:chOff x="2224450" y="3840232"/>
            <a:chExt cx="358367" cy="303966"/>
          </a:xfrm>
        </p:grpSpPr>
        <p:sp>
          <p:nvSpPr>
            <p:cNvPr id="17101" name="Google Shape;17101;p88"/>
            <p:cNvSpPr/>
            <p:nvPr/>
          </p:nvSpPr>
          <p:spPr>
            <a:xfrm>
              <a:off x="2451940" y="4067800"/>
              <a:ext cx="44176" cy="23176"/>
            </a:xfrm>
            <a:custGeom>
              <a:rect b="b" l="l" r="r" t="t"/>
              <a:pathLst>
                <a:path extrusionOk="0" h="884" w="1685">
                  <a:moveTo>
                    <a:pt x="1" y="0"/>
                  </a:moveTo>
                  <a:lnTo>
                    <a:pt x="1" y="884"/>
                  </a:lnTo>
                  <a:lnTo>
                    <a:pt x="1685" y="884"/>
                  </a:lnTo>
                  <a:lnTo>
                    <a:pt x="1685"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88"/>
            <p:cNvSpPr/>
            <p:nvPr/>
          </p:nvSpPr>
          <p:spPr>
            <a:xfrm>
              <a:off x="2489640" y="4017672"/>
              <a:ext cx="87855" cy="39221"/>
            </a:xfrm>
            <a:custGeom>
              <a:rect b="b" l="l" r="r" t="t"/>
              <a:pathLst>
                <a:path extrusionOk="0" h="1496" w="3351">
                  <a:moveTo>
                    <a:pt x="1" y="0"/>
                  </a:moveTo>
                  <a:lnTo>
                    <a:pt x="1123" y="1496"/>
                  </a:lnTo>
                  <a:lnTo>
                    <a:pt x="3351" y="1496"/>
                  </a:lnTo>
                  <a:lnTo>
                    <a:pt x="3351"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88"/>
            <p:cNvSpPr/>
            <p:nvPr/>
          </p:nvSpPr>
          <p:spPr>
            <a:xfrm>
              <a:off x="2229668" y="3995833"/>
              <a:ext cx="347828" cy="32012"/>
            </a:xfrm>
            <a:custGeom>
              <a:rect b="b" l="l" r="r" t="t"/>
              <a:pathLst>
                <a:path extrusionOk="0" h="1221" w="13267">
                  <a:moveTo>
                    <a:pt x="1797" y="0"/>
                  </a:moveTo>
                  <a:lnTo>
                    <a:pt x="0" y="637"/>
                  </a:lnTo>
                  <a:lnTo>
                    <a:pt x="0" y="1221"/>
                  </a:lnTo>
                  <a:lnTo>
                    <a:pt x="13267" y="1221"/>
                  </a:lnTo>
                  <a:lnTo>
                    <a:pt x="13267" y="0"/>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88"/>
            <p:cNvSpPr/>
            <p:nvPr/>
          </p:nvSpPr>
          <p:spPr>
            <a:xfrm>
              <a:off x="2275994" y="3844191"/>
              <a:ext cx="302262" cy="151668"/>
            </a:xfrm>
            <a:custGeom>
              <a:rect b="b" l="l" r="r" t="t"/>
              <a:pathLst>
                <a:path extrusionOk="0" h="5785" w="11529">
                  <a:moveTo>
                    <a:pt x="5763" y="0"/>
                  </a:moveTo>
                  <a:cubicBezTo>
                    <a:pt x="2576" y="0"/>
                    <a:pt x="1" y="2597"/>
                    <a:pt x="30" y="5784"/>
                  </a:cubicBezTo>
                  <a:lnTo>
                    <a:pt x="11500" y="5784"/>
                  </a:lnTo>
                  <a:cubicBezTo>
                    <a:pt x="11529" y="2597"/>
                    <a:pt x="8954" y="0"/>
                    <a:pt x="5763"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88"/>
            <p:cNvSpPr/>
            <p:nvPr/>
          </p:nvSpPr>
          <p:spPr>
            <a:xfrm>
              <a:off x="2330028" y="3888996"/>
              <a:ext cx="240624" cy="106863"/>
            </a:xfrm>
            <a:custGeom>
              <a:rect b="b" l="l" r="r" t="t"/>
              <a:pathLst>
                <a:path extrusionOk="0" h="4076" w="9178">
                  <a:moveTo>
                    <a:pt x="4589" y="1"/>
                  </a:moveTo>
                  <a:cubicBezTo>
                    <a:pt x="2246" y="1"/>
                    <a:pt x="276" y="1750"/>
                    <a:pt x="0" y="4075"/>
                  </a:cubicBezTo>
                  <a:lnTo>
                    <a:pt x="9178" y="4075"/>
                  </a:lnTo>
                  <a:cubicBezTo>
                    <a:pt x="8899" y="1750"/>
                    <a:pt x="6929" y="1"/>
                    <a:pt x="45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88"/>
            <p:cNvSpPr/>
            <p:nvPr/>
          </p:nvSpPr>
          <p:spPr>
            <a:xfrm>
              <a:off x="2346650" y="3902944"/>
              <a:ext cx="207302" cy="92915"/>
            </a:xfrm>
            <a:custGeom>
              <a:rect b="b" l="l" r="r" t="t"/>
              <a:pathLst>
                <a:path extrusionOk="0" h="3544" w="7907">
                  <a:moveTo>
                    <a:pt x="3955" y="1"/>
                  </a:moveTo>
                  <a:cubicBezTo>
                    <a:pt x="1923" y="1"/>
                    <a:pt x="221" y="1526"/>
                    <a:pt x="0" y="3543"/>
                  </a:cubicBezTo>
                  <a:lnTo>
                    <a:pt x="7906" y="3543"/>
                  </a:lnTo>
                  <a:cubicBezTo>
                    <a:pt x="7685" y="1526"/>
                    <a:pt x="5983" y="1"/>
                    <a:pt x="395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88"/>
            <p:cNvSpPr/>
            <p:nvPr/>
          </p:nvSpPr>
          <p:spPr>
            <a:xfrm>
              <a:off x="2460198" y="3959548"/>
              <a:ext cx="58911" cy="21105"/>
            </a:xfrm>
            <a:custGeom>
              <a:rect b="b" l="l" r="r" t="t"/>
              <a:pathLst>
                <a:path extrusionOk="0" h="805" w="2247">
                  <a:moveTo>
                    <a:pt x="403" y="1"/>
                  </a:moveTo>
                  <a:cubicBezTo>
                    <a:pt x="182" y="1"/>
                    <a:pt x="1" y="182"/>
                    <a:pt x="1" y="403"/>
                  </a:cubicBezTo>
                  <a:cubicBezTo>
                    <a:pt x="1" y="623"/>
                    <a:pt x="182" y="805"/>
                    <a:pt x="403" y="805"/>
                  </a:cubicBezTo>
                  <a:lnTo>
                    <a:pt x="1844" y="805"/>
                  </a:lnTo>
                  <a:cubicBezTo>
                    <a:pt x="2065" y="805"/>
                    <a:pt x="2246" y="623"/>
                    <a:pt x="2246" y="403"/>
                  </a:cubicBezTo>
                  <a:cubicBezTo>
                    <a:pt x="2246" y="182"/>
                    <a:pt x="2065" y="1"/>
                    <a:pt x="18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88"/>
            <p:cNvSpPr/>
            <p:nvPr/>
          </p:nvSpPr>
          <p:spPr>
            <a:xfrm>
              <a:off x="2224450" y="3840232"/>
              <a:ext cx="358367" cy="303966"/>
            </a:xfrm>
            <a:custGeom>
              <a:rect b="b" l="l" r="r" t="t"/>
              <a:pathLst>
                <a:path extrusionOk="0" h="11594" w="13669">
                  <a:moveTo>
                    <a:pt x="13266" y="7358"/>
                  </a:moveTo>
                  <a:lnTo>
                    <a:pt x="13266" y="8065"/>
                  </a:lnTo>
                  <a:lnTo>
                    <a:pt x="11340" y="8065"/>
                  </a:lnTo>
                  <a:lnTo>
                    <a:pt x="11068" y="7702"/>
                  </a:lnTo>
                  <a:lnTo>
                    <a:pt x="10811" y="7358"/>
                  </a:lnTo>
                  <a:close/>
                  <a:moveTo>
                    <a:pt x="10307" y="7355"/>
                  </a:moveTo>
                  <a:lnTo>
                    <a:pt x="10633" y="7793"/>
                  </a:lnTo>
                  <a:lnTo>
                    <a:pt x="9873" y="8477"/>
                  </a:lnTo>
                  <a:lnTo>
                    <a:pt x="9261" y="8477"/>
                  </a:lnTo>
                  <a:lnTo>
                    <a:pt x="8243" y="7355"/>
                  </a:lnTo>
                  <a:close/>
                  <a:moveTo>
                    <a:pt x="10163" y="8879"/>
                  </a:moveTo>
                  <a:lnTo>
                    <a:pt x="10163" y="9365"/>
                  </a:lnTo>
                  <a:lnTo>
                    <a:pt x="8881" y="9365"/>
                  </a:lnTo>
                  <a:lnTo>
                    <a:pt x="8881" y="8879"/>
                  </a:lnTo>
                  <a:close/>
                  <a:moveTo>
                    <a:pt x="7726" y="1"/>
                  </a:moveTo>
                  <a:cubicBezTo>
                    <a:pt x="5430" y="1"/>
                    <a:pt x="3288" y="1340"/>
                    <a:pt x="2314" y="3505"/>
                  </a:cubicBezTo>
                  <a:cubicBezTo>
                    <a:pt x="2243" y="3664"/>
                    <a:pt x="2376" y="3790"/>
                    <a:pt x="2506" y="3790"/>
                  </a:cubicBezTo>
                  <a:cubicBezTo>
                    <a:pt x="2575" y="3790"/>
                    <a:pt x="2643" y="3755"/>
                    <a:pt x="2680" y="3671"/>
                  </a:cubicBezTo>
                  <a:cubicBezTo>
                    <a:pt x="3586" y="1652"/>
                    <a:pt x="5582" y="400"/>
                    <a:pt x="7728" y="400"/>
                  </a:cubicBezTo>
                  <a:cubicBezTo>
                    <a:pt x="8079" y="400"/>
                    <a:pt x="8435" y="433"/>
                    <a:pt x="8790" y="502"/>
                  </a:cubicBezTo>
                  <a:cubicBezTo>
                    <a:pt x="11318" y="995"/>
                    <a:pt x="13169" y="3164"/>
                    <a:pt x="13263" y="5736"/>
                  </a:cubicBezTo>
                  <a:lnTo>
                    <a:pt x="12745" y="5736"/>
                  </a:lnTo>
                  <a:cubicBezTo>
                    <a:pt x="12455" y="3853"/>
                    <a:pt x="10930" y="2404"/>
                    <a:pt x="9036" y="2212"/>
                  </a:cubicBezTo>
                  <a:cubicBezTo>
                    <a:pt x="9027" y="2211"/>
                    <a:pt x="9018" y="2210"/>
                    <a:pt x="9009" y="2210"/>
                  </a:cubicBezTo>
                  <a:cubicBezTo>
                    <a:pt x="8769" y="2210"/>
                    <a:pt x="8741" y="2582"/>
                    <a:pt x="8996" y="2610"/>
                  </a:cubicBezTo>
                  <a:cubicBezTo>
                    <a:pt x="10684" y="2784"/>
                    <a:pt x="12053" y="4063"/>
                    <a:pt x="12339" y="5736"/>
                  </a:cubicBezTo>
                  <a:lnTo>
                    <a:pt x="4893" y="5736"/>
                  </a:lnTo>
                  <a:cubicBezTo>
                    <a:pt x="5179" y="4059"/>
                    <a:pt x="6552" y="2777"/>
                    <a:pt x="8247" y="2607"/>
                  </a:cubicBezTo>
                  <a:cubicBezTo>
                    <a:pt x="8503" y="2582"/>
                    <a:pt x="8473" y="2207"/>
                    <a:pt x="8231" y="2207"/>
                  </a:cubicBezTo>
                  <a:cubicBezTo>
                    <a:pt x="8223" y="2207"/>
                    <a:pt x="8215" y="2208"/>
                    <a:pt x="8207" y="2208"/>
                  </a:cubicBezTo>
                  <a:cubicBezTo>
                    <a:pt x="6309" y="2400"/>
                    <a:pt x="4777" y="3849"/>
                    <a:pt x="4487" y="5736"/>
                  </a:cubicBezTo>
                  <a:lnTo>
                    <a:pt x="2198" y="5736"/>
                  </a:lnTo>
                  <a:cubicBezTo>
                    <a:pt x="2217" y="5294"/>
                    <a:pt x="2282" y="4856"/>
                    <a:pt x="2401" y="4432"/>
                  </a:cubicBezTo>
                  <a:cubicBezTo>
                    <a:pt x="2445" y="4277"/>
                    <a:pt x="2323" y="4176"/>
                    <a:pt x="2204" y="4176"/>
                  </a:cubicBezTo>
                  <a:cubicBezTo>
                    <a:pt x="2125" y="4176"/>
                    <a:pt x="2046" y="4221"/>
                    <a:pt x="2017" y="4323"/>
                  </a:cubicBezTo>
                  <a:cubicBezTo>
                    <a:pt x="1883" y="4801"/>
                    <a:pt x="1807" y="5298"/>
                    <a:pt x="1796" y="5794"/>
                  </a:cubicBezTo>
                  <a:lnTo>
                    <a:pt x="134" y="6384"/>
                  </a:lnTo>
                  <a:cubicBezTo>
                    <a:pt x="51" y="6409"/>
                    <a:pt x="0" y="6486"/>
                    <a:pt x="0" y="6572"/>
                  </a:cubicBezTo>
                  <a:lnTo>
                    <a:pt x="0" y="7152"/>
                  </a:lnTo>
                  <a:cubicBezTo>
                    <a:pt x="0" y="7264"/>
                    <a:pt x="87" y="7355"/>
                    <a:pt x="199" y="7355"/>
                  </a:cubicBezTo>
                  <a:lnTo>
                    <a:pt x="3031" y="7355"/>
                  </a:lnTo>
                  <a:cubicBezTo>
                    <a:pt x="3296" y="7355"/>
                    <a:pt x="3296" y="6953"/>
                    <a:pt x="3031" y="6953"/>
                  </a:cubicBezTo>
                  <a:lnTo>
                    <a:pt x="398" y="6953"/>
                  </a:lnTo>
                  <a:lnTo>
                    <a:pt x="398" y="6714"/>
                  </a:lnTo>
                  <a:lnTo>
                    <a:pt x="2028" y="6134"/>
                  </a:lnTo>
                  <a:lnTo>
                    <a:pt x="13266" y="6134"/>
                  </a:lnTo>
                  <a:lnTo>
                    <a:pt x="13266" y="6953"/>
                  </a:lnTo>
                  <a:lnTo>
                    <a:pt x="3817" y="6953"/>
                  </a:lnTo>
                  <a:cubicBezTo>
                    <a:pt x="3553" y="6953"/>
                    <a:pt x="3553" y="7355"/>
                    <a:pt x="3817" y="7355"/>
                  </a:cubicBezTo>
                  <a:lnTo>
                    <a:pt x="7707" y="7355"/>
                  </a:lnTo>
                  <a:lnTo>
                    <a:pt x="8721" y="8477"/>
                  </a:lnTo>
                  <a:lnTo>
                    <a:pt x="8681" y="8477"/>
                  </a:lnTo>
                  <a:cubicBezTo>
                    <a:pt x="8569" y="8477"/>
                    <a:pt x="8482" y="8564"/>
                    <a:pt x="8482" y="8677"/>
                  </a:cubicBezTo>
                  <a:lnTo>
                    <a:pt x="8482" y="9564"/>
                  </a:lnTo>
                  <a:cubicBezTo>
                    <a:pt x="8482" y="9673"/>
                    <a:pt x="8569" y="9763"/>
                    <a:pt x="8681" y="9763"/>
                  </a:cubicBezTo>
                  <a:lnTo>
                    <a:pt x="9322" y="9763"/>
                  </a:lnTo>
                  <a:lnTo>
                    <a:pt x="9322" y="11393"/>
                  </a:lnTo>
                  <a:cubicBezTo>
                    <a:pt x="9322" y="11527"/>
                    <a:pt x="9422" y="11594"/>
                    <a:pt x="9522" y="11594"/>
                  </a:cubicBezTo>
                  <a:cubicBezTo>
                    <a:pt x="9621" y="11594"/>
                    <a:pt x="9721" y="11527"/>
                    <a:pt x="9721" y="11393"/>
                  </a:cubicBezTo>
                  <a:lnTo>
                    <a:pt x="9721" y="9763"/>
                  </a:lnTo>
                  <a:lnTo>
                    <a:pt x="10362" y="9763"/>
                  </a:lnTo>
                  <a:cubicBezTo>
                    <a:pt x="10474" y="9763"/>
                    <a:pt x="10565" y="9673"/>
                    <a:pt x="10565" y="9564"/>
                  </a:cubicBezTo>
                  <a:lnTo>
                    <a:pt x="10565" y="8677"/>
                  </a:lnTo>
                  <a:cubicBezTo>
                    <a:pt x="10565" y="8601"/>
                    <a:pt x="10518" y="8528"/>
                    <a:pt x="10449" y="8496"/>
                  </a:cubicBezTo>
                  <a:lnTo>
                    <a:pt x="10876" y="8112"/>
                  </a:lnTo>
                  <a:lnTo>
                    <a:pt x="11079" y="8383"/>
                  </a:lnTo>
                  <a:cubicBezTo>
                    <a:pt x="11115" y="8430"/>
                    <a:pt x="11177" y="8463"/>
                    <a:pt x="11238" y="8463"/>
                  </a:cubicBezTo>
                  <a:lnTo>
                    <a:pt x="13466" y="8463"/>
                  </a:lnTo>
                  <a:cubicBezTo>
                    <a:pt x="13578" y="8463"/>
                    <a:pt x="13668" y="8372"/>
                    <a:pt x="13668" y="8260"/>
                  </a:cubicBezTo>
                  <a:lnTo>
                    <a:pt x="13668" y="5931"/>
                  </a:lnTo>
                  <a:lnTo>
                    <a:pt x="13665" y="5935"/>
                  </a:lnTo>
                  <a:cubicBezTo>
                    <a:pt x="13665" y="3135"/>
                    <a:pt x="11709" y="720"/>
                    <a:pt x="8971" y="133"/>
                  </a:cubicBezTo>
                  <a:cubicBezTo>
                    <a:pt x="8555" y="44"/>
                    <a:pt x="8138" y="1"/>
                    <a:pt x="7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88"/>
            <p:cNvSpPr/>
            <p:nvPr/>
          </p:nvSpPr>
          <p:spPr>
            <a:xfrm>
              <a:off x="2454509" y="3954330"/>
              <a:ext cx="69424" cy="31540"/>
            </a:xfrm>
            <a:custGeom>
              <a:rect b="b" l="l" r="r" t="t"/>
              <a:pathLst>
                <a:path extrusionOk="0" h="1203" w="2648">
                  <a:moveTo>
                    <a:pt x="2061" y="399"/>
                  </a:moveTo>
                  <a:cubicBezTo>
                    <a:pt x="2329" y="399"/>
                    <a:pt x="2329" y="801"/>
                    <a:pt x="2061" y="801"/>
                  </a:cubicBezTo>
                  <a:lnTo>
                    <a:pt x="620" y="801"/>
                  </a:lnTo>
                  <a:cubicBezTo>
                    <a:pt x="511" y="801"/>
                    <a:pt x="421" y="710"/>
                    <a:pt x="421" y="602"/>
                  </a:cubicBezTo>
                  <a:cubicBezTo>
                    <a:pt x="421" y="489"/>
                    <a:pt x="508" y="399"/>
                    <a:pt x="620" y="399"/>
                  </a:cubicBezTo>
                  <a:close/>
                  <a:moveTo>
                    <a:pt x="600" y="0"/>
                  </a:moveTo>
                  <a:cubicBezTo>
                    <a:pt x="272" y="0"/>
                    <a:pt x="0" y="268"/>
                    <a:pt x="0" y="602"/>
                  </a:cubicBezTo>
                  <a:cubicBezTo>
                    <a:pt x="0" y="934"/>
                    <a:pt x="276" y="1203"/>
                    <a:pt x="607" y="1203"/>
                  </a:cubicBezTo>
                  <a:cubicBezTo>
                    <a:pt x="611" y="1203"/>
                    <a:pt x="615" y="1203"/>
                    <a:pt x="620" y="1203"/>
                  </a:cubicBezTo>
                  <a:lnTo>
                    <a:pt x="2061" y="1203"/>
                  </a:lnTo>
                  <a:cubicBezTo>
                    <a:pt x="2387" y="1192"/>
                    <a:pt x="2648" y="928"/>
                    <a:pt x="2648" y="602"/>
                  </a:cubicBezTo>
                  <a:cubicBezTo>
                    <a:pt x="2648" y="276"/>
                    <a:pt x="2387" y="8"/>
                    <a:pt x="2061" y="0"/>
                  </a:cubicBezTo>
                  <a:lnTo>
                    <a:pt x="620" y="0"/>
                  </a:lnTo>
                  <a:cubicBezTo>
                    <a:pt x="613" y="0"/>
                    <a:pt x="607" y="0"/>
                    <a:pt x="6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0" name="Google Shape;17110;p88"/>
          <p:cNvGrpSpPr/>
          <p:nvPr/>
        </p:nvGrpSpPr>
        <p:grpSpPr>
          <a:xfrm>
            <a:off x="1741498" y="2017172"/>
            <a:ext cx="361723" cy="299587"/>
            <a:chOff x="1741498" y="2017172"/>
            <a:chExt cx="361723" cy="299587"/>
          </a:xfrm>
        </p:grpSpPr>
        <p:sp>
          <p:nvSpPr>
            <p:cNvPr id="17111" name="Google Shape;17111;p88"/>
            <p:cNvSpPr/>
            <p:nvPr/>
          </p:nvSpPr>
          <p:spPr>
            <a:xfrm>
              <a:off x="1805993" y="2051018"/>
              <a:ext cx="141207" cy="229036"/>
            </a:xfrm>
            <a:custGeom>
              <a:rect b="b" l="l" r="r" t="t"/>
              <a:pathLst>
                <a:path extrusionOk="0" h="8736" w="5386">
                  <a:moveTo>
                    <a:pt x="5377" y="0"/>
                  </a:moveTo>
                  <a:cubicBezTo>
                    <a:pt x="3302" y="0"/>
                    <a:pt x="1448" y="1292"/>
                    <a:pt x="724" y="3238"/>
                  </a:cubicBezTo>
                  <a:cubicBezTo>
                    <a:pt x="0" y="5186"/>
                    <a:pt x="565" y="7381"/>
                    <a:pt x="2141" y="8736"/>
                  </a:cubicBezTo>
                  <a:lnTo>
                    <a:pt x="5386" y="4969"/>
                  </a:lnTo>
                  <a:lnTo>
                    <a:pt x="5386" y="2162"/>
                  </a:lnTo>
                  <a:lnTo>
                    <a:pt x="5386" y="0"/>
                  </a:lnTo>
                  <a:cubicBezTo>
                    <a:pt x="5383" y="0"/>
                    <a:pt x="5380" y="0"/>
                    <a:pt x="53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88"/>
            <p:cNvSpPr/>
            <p:nvPr/>
          </p:nvSpPr>
          <p:spPr>
            <a:xfrm>
              <a:off x="1947174" y="2181293"/>
              <a:ext cx="130406" cy="128387"/>
            </a:xfrm>
            <a:custGeom>
              <a:rect b="b" l="l" r="r" t="t"/>
              <a:pathLst>
                <a:path extrusionOk="0" h="4897" w="4974">
                  <a:moveTo>
                    <a:pt x="1" y="0"/>
                  </a:moveTo>
                  <a:lnTo>
                    <a:pt x="700" y="4038"/>
                  </a:lnTo>
                  <a:lnTo>
                    <a:pt x="848" y="4897"/>
                  </a:lnTo>
                  <a:cubicBezTo>
                    <a:pt x="3231" y="4484"/>
                    <a:pt x="4970" y="2419"/>
                    <a:pt x="4973"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88"/>
            <p:cNvSpPr/>
            <p:nvPr/>
          </p:nvSpPr>
          <p:spPr>
            <a:xfrm>
              <a:off x="1817764" y="2064206"/>
              <a:ext cx="80147" cy="119657"/>
            </a:xfrm>
            <a:custGeom>
              <a:rect b="b" l="l" r="r" t="t"/>
              <a:pathLst>
                <a:path extrusionOk="0" h="4564" w="3057">
                  <a:moveTo>
                    <a:pt x="2749" y="1"/>
                  </a:moveTo>
                  <a:lnTo>
                    <a:pt x="2749" y="1"/>
                  </a:lnTo>
                  <a:cubicBezTo>
                    <a:pt x="1232" y="747"/>
                    <a:pt x="196" y="2210"/>
                    <a:pt x="0" y="3890"/>
                  </a:cubicBezTo>
                  <a:cubicBezTo>
                    <a:pt x="210" y="3890"/>
                    <a:pt x="420" y="3865"/>
                    <a:pt x="627" y="3818"/>
                  </a:cubicBezTo>
                  <a:lnTo>
                    <a:pt x="2188" y="4546"/>
                  </a:lnTo>
                  <a:cubicBezTo>
                    <a:pt x="2212" y="4558"/>
                    <a:pt x="2238" y="4563"/>
                    <a:pt x="2263" y="4563"/>
                  </a:cubicBezTo>
                  <a:cubicBezTo>
                    <a:pt x="2358" y="4563"/>
                    <a:pt x="2444" y="4483"/>
                    <a:pt x="2441" y="4379"/>
                  </a:cubicBezTo>
                  <a:lnTo>
                    <a:pt x="2362" y="2659"/>
                  </a:lnTo>
                  <a:cubicBezTo>
                    <a:pt x="2912" y="1887"/>
                    <a:pt x="3057" y="895"/>
                    <a:pt x="2749"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88"/>
            <p:cNvSpPr/>
            <p:nvPr/>
          </p:nvSpPr>
          <p:spPr>
            <a:xfrm>
              <a:off x="1965500" y="2181293"/>
              <a:ext cx="112080" cy="128387"/>
            </a:xfrm>
            <a:custGeom>
              <a:rect b="b" l="l" r="r" t="t"/>
              <a:pathLst>
                <a:path extrusionOk="0" h="4897" w="4275">
                  <a:moveTo>
                    <a:pt x="3586" y="0"/>
                  </a:moveTo>
                  <a:cubicBezTo>
                    <a:pt x="3286" y="1934"/>
                    <a:pt x="1884" y="3513"/>
                    <a:pt x="1" y="4038"/>
                  </a:cubicBezTo>
                  <a:lnTo>
                    <a:pt x="149" y="4897"/>
                  </a:lnTo>
                  <a:cubicBezTo>
                    <a:pt x="2532" y="4484"/>
                    <a:pt x="4271" y="2419"/>
                    <a:pt x="427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88"/>
            <p:cNvSpPr/>
            <p:nvPr/>
          </p:nvSpPr>
          <p:spPr>
            <a:xfrm>
              <a:off x="1967676" y="2031250"/>
              <a:ext cx="130301" cy="130301"/>
            </a:xfrm>
            <a:custGeom>
              <a:rect b="b" l="l" r="r" t="t"/>
              <a:pathLst>
                <a:path extrusionOk="0" h="4970" w="4970">
                  <a:moveTo>
                    <a:pt x="1" y="1"/>
                  </a:moveTo>
                  <a:lnTo>
                    <a:pt x="1" y="4970"/>
                  </a:lnTo>
                  <a:lnTo>
                    <a:pt x="4970" y="4970"/>
                  </a:lnTo>
                  <a:cubicBezTo>
                    <a:pt x="4970" y="2225"/>
                    <a:pt x="2743"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88"/>
            <p:cNvSpPr/>
            <p:nvPr/>
          </p:nvSpPr>
          <p:spPr>
            <a:xfrm>
              <a:off x="1967676" y="2044254"/>
              <a:ext cx="130301" cy="117297"/>
            </a:xfrm>
            <a:custGeom>
              <a:rect b="b" l="l" r="r" t="t"/>
              <a:pathLst>
                <a:path extrusionOk="0" h="4474" w="4970">
                  <a:moveTo>
                    <a:pt x="2170" y="1"/>
                  </a:moveTo>
                  <a:lnTo>
                    <a:pt x="2170" y="1"/>
                  </a:lnTo>
                  <a:cubicBezTo>
                    <a:pt x="3264" y="946"/>
                    <a:pt x="3894" y="2319"/>
                    <a:pt x="3894" y="3768"/>
                  </a:cubicBezTo>
                  <a:lnTo>
                    <a:pt x="1" y="3768"/>
                  </a:lnTo>
                  <a:lnTo>
                    <a:pt x="1" y="4474"/>
                  </a:lnTo>
                  <a:lnTo>
                    <a:pt x="4970" y="4474"/>
                  </a:lnTo>
                  <a:cubicBezTo>
                    <a:pt x="4970" y="2569"/>
                    <a:pt x="3883" y="834"/>
                    <a:pt x="217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88"/>
            <p:cNvSpPr/>
            <p:nvPr/>
          </p:nvSpPr>
          <p:spPr>
            <a:xfrm>
              <a:off x="1862098" y="2181293"/>
              <a:ext cx="107334" cy="130301"/>
            </a:xfrm>
            <a:custGeom>
              <a:rect b="b" l="l" r="r" t="t"/>
              <a:pathLst>
                <a:path extrusionOk="0" h="4970" w="4094">
                  <a:moveTo>
                    <a:pt x="3246" y="0"/>
                  </a:moveTo>
                  <a:lnTo>
                    <a:pt x="167" y="3575"/>
                  </a:lnTo>
                  <a:lnTo>
                    <a:pt x="1" y="3767"/>
                  </a:lnTo>
                  <a:cubicBezTo>
                    <a:pt x="910" y="4548"/>
                    <a:pt x="2065" y="4969"/>
                    <a:pt x="3247" y="4969"/>
                  </a:cubicBezTo>
                  <a:cubicBezTo>
                    <a:pt x="3528" y="4969"/>
                    <a:pt x="3811" y="4945"/>
                    <a:pt x="4093" y="4897"/>
                  </a:cubicBezTo>
                  <a:lnTo>
                    <a:pt x="3945" y="4038"/>
                  </a:lnTo>
                  <a:lnTo>
                    <a:pt x="324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88"/>
            <p:cNvSpPr/>
            <p:nvPr/>
          </p:nvSpPr>
          <p:spPr>
            <a:xfrm>
              <a:off x="1862098" y="2274995"/>
              <a:ext cx="107334" cy="36600"/>
            </a:xfrm>
            <a:custGeom>
              <a:rect b="b" l="l" r="r" t="t"/>
              <a:pathLst>
                <a:path extrusionOk="0" h="1396" w="4094">
                  <a:moveTo>
                    <a:pt x="167" y="1"/>
                  </a:moveTo>
                  <a:lnTo>
                    <a:pt x="1" y="193"/>
                  </a:lnTo>
                  <a:cubicBezTo>
                    <a:pt x="910" y="974"/>
                    <a:pt x="2065" y="1395"/>
                    <a:pt x="3247" y="1395"/>
                  </a:cubicBezTo>
                  <a:cubicBezTo>
                    <a:pt x="3528" y="1395"/>
                    <a:pt x="3811" y="1371"/>
                    <a:pt x="4093" y="1323"/>
                  </a:cubicBezTo>
                  <a:lnTo>
                    <a:pt x="3945" y="464"/>
                  </a:lnTo>
                  <a:cubicBezTo>
                    <a:pt x="3785" y="508"/>
                    <a:pt x="3626" y="544"/>
                    <a:pt x="3463" y="569"/>
                  </a:cubicBezTo>
                  <a:cubicBezTo>
                    <a:pt x="3182" y="618"/>
                    <a:pt x="2899" y="642"/>
                    <a:pt x="2617" y="642"/>
                  </a:cubicBezTo>
                  <a:cubicBezTo>
                    <a:pt x="1764" y="642"/>
                    <a:pt x="918" y="423"/>
                    <a:pt x="167"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88"/>
            <p:cNvSpPr/>
            <p:nvPr/>
          </p:nvSpPr>
          <p:spPr>
            <a:xfrm>
              <a:off x="1746348" y="2022468"/>
              <a:ext cx="141706" cy="147631"/>
            </a:xfrm>
            <a:custGeom>
              <a:rect b="b" l="l" r="r" t="t"/>
              <a:pathLst>
                <a:path extrusionOk="0" h="5631" w="5405">
                  <a:moveTo>
                    <a:pt x="2687" y="0"/>
                  </a:moveTo>
                  <a:cubicBezTo>
                    <a:pt x="1771" y="0"/>
                    <a:pt x="921" y="497"/>
                    <a:pt x="472" y="1299"/>
                  </a:cubicBezTo>
                  <a:cubicBezTo>
                    <a:pt x="1" y="2136"/>
                    <a:pt x="41" y="3164"/>
                    <a:pt x="577" y="3961"/>
                  </a:cubicBezTo>
                  <a:cubicBezTo>
                    <a:pt x="1055" y="4680"/>
                    <a:pt x="1854" y="5092"/>
                    <a:pt x="2689" y="5092"/>
                  </a:cubicBezTo>
                  <a:cubicBezTo>
                    <a:pt x="2922" y="5092"/>
                    <a:pt x="3158" y="5060"/>
                    <a:pt x="3391" y="4993"/>
                  </a:cubicBezTo>
                  <a:lnTo>
                    <a:pt x="4756" y="5631"/>
                  </a:lnTo>
                  <a:lnTo>
                    <a:pt x="4687" y="4128"/>
                  </a:lnTo>
                  <a:cubicBezTo>
                    <a:pt x="5281" y="3374"/>
                    <a:pt x="5404" y="2353"/>
                    <a:pt x="5006" y="1484"/>
                  </a:cubicBezTo>
                  <a:cubicBezTo>
                    <a:pt x="4604" y="615"/>
                    <a:pt x="3749" y="39"/>
                    <a:pt x="2793" y="3"/>
                  </a:cubicBezTo>
                  <a:cubicBezTo>
                    <a:pt x="2758" y="1"/>
                    <a:pt x="2722" y="0"/>
                    <a:pt x="26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88"/>
            <p:cNvSpPr/>
            <p:nvPr/>
          </p:nvSpPr>
          <p:spPr>
            <a:xfrm>
              <a:off x="1962380" y="2026033"/>
              <a:ext cx="140840" cy="140736"/>
            </a:xfrm>
            <a:custGeom>
              <a:rect b="b" l="l" r="r" t="t"/>
              <a:pathLst>
                <a:path extrusionOk="0" h="5368" w="5372">
                  <a:moveTo>
                    <a:pt x="196" y="1"/>
                  </a:moveTo>
                  <a:cubicBezTo>
                    <a:pt x="87" y="1"/>
                    <a:pt x="0" y="90"/>
                    <a:pt x="0" y="200"/>
                  </a:cubicBezTo>
                  <a:lnTo>
                    <a:pt x="0" y="5169"/>
                  </a:lnTo>
                  <a:cubicBezTo>
                    <a:pt x="0" y="5281"/>
                    <a:pt x="91" y="5368"/>
                    <a:pt x="203" y="5368"/>
                  </a:cubicBezTo>
                  <a:lnTo>
                    <a:pt x="5172" y="5368"/>
                  </a:lnTo>
                  <a:cubicBezTo>
                    <a:pt x="5281" y="5368"/>
                    <a:pt x="5371" y="5281"/>
                    <a:pt x="5371" y="5169"/>
                  </a:cubicBezTo>
                  <a:cubicBezTo>
                    <a:pt x="5371" y="4220"/>
                    <a:pt x="5110" y="3289"/>
                    <a:pt x="4618" y="2478"/>
                  </a:cubicBezTo>
                  <a:cubicBezTo>
                    <a:pt x="4576" y="2408"/>
                    <a:pt x="4514" y="2379"/>
                    <a:pt x="4452" y="2379"/>
                  </a:cubicBezTo>
                  <a:cubicBezTo>
                    <a:pt x="4315" y="2379"/>
                    <a:pt x="4180" y="2526"/>
                    <a:pt x="4277" y="2684"/>
                  </a:cubicBezTo>
                  <a:cubicBezTo>
                    <a:pt x="4697" y="3376"/>
                    <a:pt x="4937" y="4162"/>
                    <a:pt x="4969" y="4970"/>
                  </a:cubicBezTo>
                  <a:lnTo>
                    <a:pt x="402" y="4970"/>
                  </a:lnTo>
                  <a:lnTo>
                    <a:pt x="402" y="403"/>
                  </a:lnTo>
                  <a:cubicBezTo>
                    <a:pt x="1724" y="461"/>
                    <a:pt x="2963" y="1062"/>
                    <a:pt x="3825" y="2065"/>
                  </a:cubicBezTo>
                  <a:cubicBezTo>
                    <a:pt x="3869" y="2117"/>
                    <a:pt x="3922" y="2138"/>
                    <a:pt x="3973" y="2138"/>
                  </a:cubicBezTo>
                  <a:cubicBezTo>
                    <a:pt x="4121" y="2138"/>
                    <a:pt x="4256" y="1955"/>
                    <a:pt x="4129" y="1804"/>
                  </a:cubicBezTo>
                  <a:cubicBezTo>
                    <a:pt x="3146" y="663"/>
                    <a:pt x="1717" y="1"/>
                    <a:pt x="215" y="1"/>
                  </a:cubicBezTo>
                  <a:cubicBezTo>
                    <a:pt x="211" y="1"/>
                    <a:pt x="207" y="1"/>
                    <a:pt x="203" y="1"/>
                  </a:cubicBezTo>
                  <a:cubicBezTo>
                    <a:pt x="201" y="1"/>
                    <a:pt x="19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88"/>
            <p:cNvSpPr/>
            <p:nvPr/>
          </p:nvSpPr>
          <p:spPr>
            <a:xfrm>
              <a:off x="1741498" y="2017172"/>
              <a:ext cx="341195" cy="299587"/>
            </a:xfrm>
            <a:custGeom>
              <a:rect b="b" l="l" r="r" t="t"/>
              <a:pathLst>
                <a:path extrusionOk="0" h="11427" w="13014">
                  <a:moveTo>
                    <a:pt x="12612" y="6459"/>
                  </a:moveTo>
                  <a:cubicBezTo>
                    <a:pt x="12525" y="8632"/>
                    <a:pt x="10978" y="10469"/>
                    <a:pt x="8856" y="10921"/>
                  </a:cubicBezTo>
                  <a:lnTo>
                    <a:pt x="8085" y="6459"/>
                  </a:lnTo>
                  <a:close/>
                  <a:moveTo>
                    <a:pt x="7722" y="6713"/>
                  </a:moveTo>
                  <a:lnTo>
                    <a:pt x="8461" y="10990"/>
                  </a:lnTo>
                  <a:cubicBezTo>
                    <a:pt x="8259" y="11015"/>
                    <a:pt x="8052" y="11030"/>
                    <a:pt x="7849" y="11030"/>
                  </a:cubicBezTo>
                  <a:cubicBezTo>
                    <a:pt x="6774" y="11030"/>
                    <a:pt x="5731" y="10668"/>
                    <a:pt x="4887" y="10001"/>
                  </a:cubicBezTo>
                  <a:lnTo>
                    <a:pt x="5386" y="9425"/>
                  </a:lnTo>
                  <a:lnTo>
                    <a:pt x="7722" y="6713"/>
                  </a:lnTo>
                  <a:close/>
                  <a:moveTo>
                    <a:pt x="2877" y="1"/>
                  </a:moveTo>
                  <a:cubicBezTo>
                    <a:pt x="2558" y="1"/>
                    <a:pt x="2236" y="56"/>
                    <a:pt x="1924" y="172"/>
                  </a:cubicBezTo>
                  <a:cubicBezTo>
                    <a:pt x="736" y="610"/>
                    <a:pt x="1" y="1805"/>
                    <a:pt x="146" y="3066"/>
                  </a:cubicBezTo>
                  <a:cubicBezTo>
                    <a:pt x="161" y="3187"/>
                    <a:pt x="253" y="3244"/>
                    <a:pt x="345" y="3244"/>
                  </a:cubicBezTo>
                  <a:cubicBezTo>
                    <a:pt x="453" y="3244"/>
                    <a:pt x="562" y="3165"/>
                    <a:pt x="544" y="3022"/>
                  </a:cubicBezTo>
                  <a:cubicBezTo>
                    <a:pt x="407" y="1820"/>
                    <a:pt x="1200" y="712"/>
                    <a:pt x="2384" y="458"/>
                  </a:cubicBezTo>
                  <a:cubicBezTo>
                    <a:pt x="2551" y="422"/>
                    <a:pt x="2718" y="404"/>
                    <a:pt x="2883" y="404"/>
                  </a:cubicBezTo>
                  <a:cubicBezTo>
                    <a:pt x="3883" y="404"/>
                    <a:pt x="4797" y="1049"/>
                    <a:pt x="5111" y="2037"/>
                  </a:cubicBezTo>
                  <a:cubicBezTo>
                    <a:pt x="5111" y="2044"/>
                    <a:pt x="5115" y="2048"/>
                    <a:pt x="5118" y="2055"/>
                  </a:cubicBezTo>
                  <a:cubicBezTo>
                    <a:pt x="5347" y="2794"/>
                    <a:pt x="5195" y="3598"/>
                    <a:pt x="4713" y="4207"/>
                  </a:cubicBezTo>
                  <a:cubicBezTo>
                    <a:pt x="4684" y="4243"/>
                    <a:pt x="4666" y="4290"/>
                    <a:pt x="4669" y="4341"/>
                  </a:cubicBezTo>
                  <a:lnTo>
                    <a:pt x="4724" y="5514"/>
                  </a:lnTo>
                  <a:lnTo>
                    <a:pt x="3659" y="5014"/>
                  </a:lnTo>
                  <a:cubicBezTo>
                    <a:pt x="3633" y="5001"/>
                    <a:pt x="3604" y="4995"/>
                    <a:pt x="3575" y="4995"/>
                  </a:cubicBezTo>
                  <a:cubicBezTo>
                    <a:pt x="3556" y="4995"/>
                    <a:pt x="3537" y="4998"/>
                    <a:pt x="3518" y="5003"/>
                  </a:cubicBezTo>
                  <a:cubicBezTo>
                    <a:pt x="3344" y="5054"/>
                    <a:pt x="3163" y="5083"/>
                    <a:pt x="2978" y="5094"/>
                  </a:cubicBezTo>
                  <a:lnTo>
                    <a:pt x="2942" y="5094"/>
                  </a:lnTo>
                  <a:cubicBezTo>
                    <a:pt x="2917" y="5095"/>
                    <a:pt x="2893" y="5095"/>
                    <a:pt x="2868" y="5095"/>
                  </a:cubicBezTo>
                  <a:cubicBezTo>
                    <a:pt x="2088" y="5095"/>
                    <a:pt x="1356" y="4704"/>
                    <a:pt x="925" y="4051"/>
                  </a:cubicBezTo>
                  <a:cubicBezTo>
                    <a:pt x="859" y="3957"/>
                    <a:pt x="801" y="3852"/>
                    <a:pt x="751" y="3747"/>
                  </a:cubicBezTo>
                  <a:cubicBezTo>
                    <a:pt x="713" y="3666"/>
                    <a:pt x="646" y="3632"/>
                    <a:pt x="578" y="3632"/>
                  </a:cubicBezTo>
                  <a:cubicBezTo>
                    <a:pt x="447" y="3632"/>
                    <a:pt x="314" y="3760"/>
                    <a:pt x="389" y="3920"/>
                  </a:cubicBezTo>
                  <a:cubicBezTo>
                    <a:pt x="446" y="4044"/>
                    <a:pt x="515" y="4160"/>
                    <a:pt x="591" y="4275"/>
                  </a:cubicBezTo>
                  <a:cubicBezTo>
                    <a:pt x="1069" y="4996"/>
                    <a:pt x="1866" y="5449"/>
                    <a:pt x="2732" y="5492"/>
                  </a:cubicBezTo>
                  <a:cubicBezTo>
                    <a:pt x="2692" y="5746"/>
                    <a:pt x="2674" y="6003"/>
                    <a:pt x="2674" y="6260"/>
                  </a:cubicBezTo>
                  <a:cubicBezTo>
                    <a:pt x="2670" y="6966"/>
                    <a:pt x="2815" y="7662"/>
                    <a:pt x="3094" y="8306"/>
                  </a:cubicBezTo>
                  <a:cubicBezTo>
                    <a:pt x="3131" y="8393"/>
                    <a:pt x="3201" y="8430"/>
                    <a:pt x="3272" y="8430"/>
                  </a:cubicBezTo>
                  <a:cubicBezTo>
                    <a:pt x="3401" y="8430"/>
                    <a:pt x="3531" y="8308"/>
                    <a:pt x="3463" y="8151"/>
                  </a:cubicBezTo>
                  <a:cubicBezTo>
                    <a:pt x="3203" y="7553"/>
                    <a:pt x="3072" y="6912"/>
                    <a:pt x="3072" y="6260"/>
                  </a:cubicBezTo>
                  <a:cubicBezTo>
                    <a:pt x="3072" y="5999"/>
                    <a:pt x="3094" y="5742"/>
                    <a:pt x="3137" y="5481"/>
                  </a:cubicBezTo>
                  <a:cubicBezTo>
                    <a:pt x="3279" y="5471"/>
                    <a:pt x="3416" y="5445"/>
                    <a:pt x="3554" y="5409"/>
                  </a:cubicBezTo>
                  <a:lnTo>
                    <a:pt x="4854" y="6014"/>
                  </a:lnTo>
                  <a:cubicBezTo>
                    <a:pt x="4882" y="6027"/>
                    <a:pt x="4911" y="6034"/>
                    <a:pt x="4939" y="6034"/>
                  </a:cubicBezTo>
                  <a:cubicBezTo>
                    <a:pt x="5046" y="6034"/>
                    <a:pt x="5142" y="5943"/>
                    <a:pt x="5137" y="5826"/>
                  </a:cubicBezTo>
                  <a:lnTo>
                    <a:pt x="5075" y="4391"/>
                  </a:lnTo>
                  <a:cubicBezTo>
                    <a:pt x="5571" y="3732"/>
                    <a:pt x="5741" y="2885"/>
                    <a:pt x="5542" y="2084"/>
                  </a:cubicBezTo>
                  <a:cubicBezTo>
                    <a:pt x="6187" y="1726"/>
                    <a:pt x="6908" y="1527"/>
                    <a:pt x="7646" y="1494"/>
                  </a:cubicBezTo>
                  <a:lnTo>
                    <a:pt x="7646" y="6184"/>
                  </a:lnTo>
                  <a:lnTo>
                    <a:pt x="5651" y="8502"/>
                  </a:lnTo>
                  <a:lnTo>
                    <a:pt x="4586" y="9741"/>
                  </a:lnTo>
                  <a:cubicBezTo>
                    <a:pt x="4300" y="9473"/>
                    <a:pt x="4050" y="9172"/>
                    <a:pt x="3836" y="8842"/>
                  </a:cubicBezTo>
                  <a:cubicBezTo>
                    <a:pt x="3794" y="8777"/>
                    <a:pt x="3734" y="8750"/>
                    <a:pt x="3675" y="8750"/>
                  </a:cubicBezTo>
                  <a:cubicBezTo>
                    <a:pt x="3535" y="8750"/>
                    <a:pt x="3397" y="8904"/>
                    <a:pt x="3500" y="9060"/>
                  </a:cubicBezTo>
                  <a:cubicBezTo>
                    <a:pt x="3768" y="9476"/>
                    <a:pt x="4097" y="9853"/>
                    <a:pt x="4470" y="10175"/>
                  </a:cubicBezTo>
                  <a:cubicBezTo>
                    <a:pt x="5416" y="10989"/>
                    <a:pt x="6617" y="11427"/>
                    <a:pt x="7847" y="11427"/>
                  </a:cubicBezTo>
                  <a:cubicBezTo>
                    <a:pt x="8138" y="11427"/>
                    <a:pt x="8431" y="11402"/>
                    <a:pt x="8722" y="11352"/>
                  </a:cubicBezTo>
                  <a:lnTo>
                    <a:pt x="8726" y="11352"/>
                  </a:lnTo>
                  <a:cubicBezTo>
                    <a:pt x="11203" y="10921"/>
                    <a:pt x="13014" y="8774"/>
                    <a:pt x="13014" y="6257"/>
                  </a:cubicBezTo>
                  <a:cubicBezTo>
                    <a:pt x="13010" y="6148"/>
                    <a:pt x="12923" y="6061"/>
                    <a:pt x="12818" y="6061"/>
                  </a:cubicBezTo>
                  <a:lnTo>
                    <a:pt x="8045" y="6061"/>
                  </a:lnTo>
                  <a:lnTo>
                    <a:pt x="8045" y="1291"/>
                  </a:lnTo>
                  <a:cubicBezTo>
                    <a:pt x="8045" y="1179"/>
                    <a:pt x="7954" y="1088"/>
                    <a:pt x="7846" y="1088"/>
                  </a:cubicBezTo>
                  <a:cubicBezTo>
                    <a:pt x="6998" y="1088"/>
                    <a:pt x="6162" y="1298"/>
                    <a:pt x="5412" y="1697"/>
                  </a:cubicBezTo>
                  <a:cubicBezTo>
                    <a:pt x="5343" y="1530"/>
                    <a:pt x="5260" y="1371"/>
                    <a:pt x="5158" y="1222"/>
                  </a:cubicBezTo>
                  <a:cubicBezTo>
                    <a:pt x="4637" y="442"/>
                    <a:pt x="3773" y="1"/>
                    <a:pt x="28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88"/>
            <p:cNvSpPr/>
            <p:nvPr/>
          </p:nvSpPr>
          <p:spPr>
            <a:xfrm>
              <a:off x="1800566" y="2068873"/>
              <a:ext cx="31356" cy="53274"/>
            </a:xfrm>
            <a:custGeom>
              <a:rect b="b" l="l" r="r" t="t"/>
              <a:pathLst>
                <a:path extrusionOk="0" h="2032" w="1196">
                  <a:moveTo>
                    <a:pt x="287" y="0"/>
                  </a:moveTo>
                  <a:cubicBezTo>
                    <a:pt x="19" y="0"/>
                    <a:pt x="19" y="402"/>
                    <a:pt x="287" y="402"/>
                  </a:cubicBezTo>
                  <a:lnTo>
                    <a:pt x="395" y="402"/>
                  </a:lnTo>
                  <a:lnTo>
                    <a:pt x="395" y="1630"/>
                  </a:lnTo>
                  <a:lnTo>
                    <a:pt x="269" y="1630"/>
                  </a:lnTo>
                  <a:cubicBezTo>
                    <a:pt x="1" y="1630"/>
                    <a:pt x="1" y="2032"/>
                    <a:pt x="269" y="2032"/>
                  </a:cubicBezTo>
                  <a:lnTo>
                    <a:pt x="928" y="2032"/>
                  </a:lnTo>
                  <a:cubicBezTo>
                    <a:pt x="1196" y="2032"/>
                    <a:pt x="1196" y="1630"/>
                    <a:pt x="928" y="1630"/>
                  </a:cubicBezTo>
                  <a:lnTo>
                    <a:pt x="794" y="1630"/>
                  </a:lnTo>
                  <a:lnTo>
                    <a:pt x="794" y="199"/>
                  </a:lnTo>
                  <a:cubicBezTo>
                    <a:pt x="794" y="87"/>
                    <a:pt x="703"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88"/>
            <p:cNvSpPr/>
            <p:nvPr/>
          </p:nvSpPr>
          <p:spPr>
            <a:xfrm>
              <a:off x="1806071" y="2052644"/>
              <a:ext cx="17985" cy="15390"/>
            </a:xfrm>
            <a:custGeom>
              <a:rect b="b" l="l" r="r" t="t"/>
              <a:pathLst>
                <a:path extrusionOk="0" h="587" w="686">
                  <a:moveTo>
                    <a:pt x="296" y="0"/>
                  </a:moveTo>
                  <a:cubicBezTo>
                    <a:pt x="145" y="0"/>
                    <a:pt x="1" y="118"/>
                    <a:pt x="1" y="297"/>
                  </a:cubicBezTo>
                  <a:cubicBezTo>
                    <a:pt x="1" y="456"/>
                    <a:pt x="131" y="586"/>
                    <a:pt x="294" y="586"/>
                  </a:cubicBezTo>
                  <a:cubicBezTo>
                    <a:pt x="555" y="586"/>
                    <a:pt x="685" y="271"/>
                    <a:pt x="501" y="87"/>
                  </a:cubicBezTo>
                  <a:cubicBezTo>
                    <a:pt x="441" y="27"/>
                    <a:pt x="368"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4" name="Google Shape;17124;p88"/>
          <p:cNvGrpSpPr/>
          <p:nvPr/>
        </p:nvGrpSpPr>
        <p:grpSpPr>
          <a:xfrm>
            <a:off x="1767715" y="3813070"/>
            <a:ext cx="366258" cy="357371"/>
            <a:chOff x="1767715" y="3813070"/>
            <a:chExt cx="366258" cy="357371"/>
          </a:xfrm>
        </p:grpSpPr>
        <p:sp>
          <p:nvSpPr>
            <p:cNvPr id="17125" name="Google Shape;17125;p88"/>
            <p:cNvSpPr/>
            <p:nvPr/>
          </p:nvSpPr>
          <p:spPr>
            <a:xfrm>
              <a:off x="1918125" y="3818366"/>
              <a:ext cx="210159" cy="210055"/>
            </a:xfrm>
            <a:custGeom>
              <a:rect b="b" l="l" r="r" t="t"/>
              <a:pathLst>
                <a:path extrusionOk="0" h="8012" w="8016">
                  <a:moveTo>
                    <a:pt x="5140" y="0"/>
                  </a:moveTo>
                  <a:lnTo>
                    <a:pt x="0" y="5139"/>
                  </a:lnTo>
                  <a:lnTo>
                    <a:pt x="2876" y="8011"/>
                  </a:lnTo>
                  <a:lnTo>
                    <a:pt x="8015" y="2872"/>
                  </a:lnTo>
                  <a:lnTo>
                    <a:pt x="5140"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88"/>
            <p:cNvSpPr/>
            <p:nvPr/>
          </p:nvSpPr>
          <p:spPr>
            <a:xfrm>
              <a:off x="1918125" y="3861180"/>
              <a:ext cx="167241" cy="167241"/>
            </a:xfrm>
            <a:custGeom>
              <a:rect b="b" l="l" r="r" t="t"/>
              <a:pathLst>
                <a:path extrusionOk="0" h="6379" w="6379">
                  <a:moveTo>
                    <a:pt x="3506" y="0"/>
                  </a:moveTo>
                  <a:lnTo>
                    <a:pt x="0" y="3503"/>
                  </a:lnTo>
                  <a:lnTo>
                    <a:pt x="2876" y="6378"/>
                  </a:lnTo>
                  <a:lnTo>
                    <a:pt x="6378" y="2872"/>
                  </a:lnTo>
                  <a:lnTo>
                    <a:pt x="350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88"/>
            <p:cNvSpPr/>
            <p:nvPr/>
          </p:nvSpPr>
          <p:spPr>
            <a:xfrm>
              <a:off x="2039853" y="3857011"/>
              <a:ext cx="19873" cy="19873"/>
            </a:xfrm>
            <a:custGeom>
              <a:rect b="b" l="l" r="r" t="t"/>
              <a:pathLst>
                <a:path extrusionOk="0" h="758" w="758">
                  <a:moveTo>
                    <a:pt x="381" y="0"/>
                  </a:moveTo>
                  <a:lnTo>
                    <a:pt x="0" y="380"/>
                  </a:lnTo>
                  <a:lnTo>
                    <a:pt x="381" y="757"/>
                  </a:lnTo>
                  <a:lnTo>
                    <a:pt x="757" y="380"/>
                  </a:lnTo>
                  <a:lnTo>
                    <a:pt x="38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88"/>
            <p:cNvSpPr/>
            <p:nvPr/>
          </p:nvSpPr>
          <p:spPr>
            <a:xfrm>
              <a:off x="2069662" y="3886820"/>
              <a:ext cx="19873" cy="19873"/>
            </a:xfrm>
            <a:custGeom>
              <a:rect b="b" l="l" r="r" t="t"/>
              <a:pathLst>
                <a:path extrusionOk="0" h="758" w="758">
                  <a:moveTo>
                    <a:pt x="377" y="0"/>
                  </a:moveTo>
                  <a:lnTo>
                    <a:pt x="1" y="377"/>
                  </a:lnTo>
                  <a:lnTo>
                    <a:pt x="377" y="757"/>
                  </a:lnTo>
                  <a:lnTo>
                    <a:pt x="758" y="377"/>
                  </a:lnTo>
                  <a:lnTo>
                    <a:pt x="37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88"/>
            <p:cNvSpPr/>
            <p:nvPr/>
          </p:nvSpPr>
          <p:spPr>
            <a:xfrm>
              <a:off x="1772565" y="3859947"/>
              <a:ext cx="314033" cy="306194"/>
            </a:xfrm>
            <a:custGeom>
              <a:rect b="b" l="l" r="r" t="t"/>
              <a:pathLst>
                <a:path extrusionOk="0" h="11679" w="11978">
                  <a:moveTo>
                    <a:pt x="7653" y="0"/>
                  </a:moveTo>
                  <a:lnTo>
                    <a:pt x="1195" y="6458"/>
                  </a:lnTo>
                  <a:cubicBezTo>
                    <a:pt x="0" y="7653"/>
                    <a:pt x="0" y="9587"/>
                    <a:pt x="1195" y="10782"/>
                  </a:cubicBezTo>
                  <a:cubicBezTo>
                    <a:pt x="1793" y="11380"/>
                    <a:pt x="2575" y="11679"/>
                    <a:pt x="3358" y="11679"/>
                  </a:cubicBezTo>
                  <a:cubicBezTo>
                    <a:pt x="4140" y="11679"/>
                    <a:pt x="4922" y="11380"/>
                    <a:pt x="5520" y="10782"/>
                  </a:cubicBezTo>
                  <a:lnTo>
                    <a:pt x="11977" y="4325"/>
                  </a:lnTo>
                  <a:lnTo>
                    <a:pt x="7653"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88"/>
            <p:cNvSpPr/>
            <p:nvPr/>
          </p:nvSpPr>
          <p:spPr>
            <a:xfrm>
              <a:off x="1777888" y="3958499"/>
              <a:ext cx="308790" cy="207643"/>
            </a:xfrm>
            <a:custGeom>
              <a:rect b="b" l="l" r="r" t="t"/>
              <a:pathLst>
                <a:path extrusionOk="0" h="7920" w="11778">
                  <a:moveTo>
                    <a:pt x="11206" y="1"/>
                  </a:moveTo>
                  <a:lnTo>
                    <a:pt x="5262" y="5944"/>
                  </a:lnTo>
                  <a:cubicBezTo>
                    <a:pt x="4665" y="6542"/>
                    <a:pt x="3883" y="6840"/>
                    <a:pt x="3100" y="6840"/>
                  </a:cubicBezTo>
                  <a:cubicBezTo>
                    <a:pt x="2318" y="6840"/>
                    <a:pt x="1536" y="6542"/>
                    <a:pt x="938" y="5944"/>
                  </a:cubicBezTo>
                  <a:cubicBezTo>
                    <a:pt x="533" y="5538"/>
                    <a:pt x="250" y="5031"/>
                    <a:pt x="123" y="4474"/>
                  </a:cubicBezTo>
                  <a:lnTo>
                    <a:pt x="123" y="4474"/>
                  </a:lnTo>
                  <a:cubicBezTo>
                    <a:pt x="0" y="5412"/>
                    <a:pt x="322" y="6353"/>
                    <a:pt x="992" y="7023"/>
                  </a:cubicBezTo>
                  <a:cubicBezTo>
                    <a:pt x="1590" y="7621"/>
                    <a:pt x="2373" y="7920"/>
                    <a:pt x="3156" y="7920"/>
                  </a:cubicBezTo>
                  <a:cubicBezTo>
                    <a:pt x="3940" y="7920"/>
                    <a:pt x="4723" y="7621"/>
                    <a:pt x="5320" y="7023"/>
                  </a:cubicBezTo>
                  <a:lnTo>
                    <a:pt x="11778" y="566"/>
                  </a:lnTo>
                  <a:lnTo>
                    <a:pt x="1120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88"/>
            <p:cNvSpPr/>
            <p:nvPr/>
          </p:nvSpPr>
          <p:spPr>
            <a:xfrm>
              <a:off x="1858769" y="4056028"/>
              <a:ext cx="27292" cy="27266"/>
            </a:xfrm>
            <a:custGeom>
              <a:rect b="b" l="l" r="r" t="t"/>
              <a:pathLst>
                <a:path extrusionOk="0" h="1040" w="1041">
                  <a:moveTo>
                    <a:pt x="522" y="0"/>
                  </a:moveTo>
                  <a:cubicBezTo>
                    <a:pt x="233" y="0"/>
                    <a:pt x="1" y="232"/>
                    <a:pt x="1" y="518"/>
                  </a:cubicBezTo>
                  <a:cubicBezTo>
                    <a:pt x="1" y="808"/>
                    <a:pt x="233" y="1040"/>
                    <a:pt x="522" y="1040"/>
                  </a:cubicBezTo>
                  <a:cubicBezTo>
                    <a:pt x="808" y="1040"/>
                    <a:pt x="1040" y="808"/>
                    <a:pt x="1040" y="518"/>
                  </a:cubicBezTo>
                  <a:cubicBezTo>
                    <a:pt x="1040" y="232"/>
                    <a:pt x="808" y="0"/>
                    <a:pt x="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88"/>
            <p:cNvSpPr/>
            <p:nvPr/>
          </p:nvSpPr>
          <p:spPr>
            <a:xfrm>
              <a:off x="1950399" y="3969982"/>
              <a:ext cx="21682" cy="21682"/>
            </a:xfrm>
            <a:custGeom>
              <a:rect b="b" l="l" r="r" t="t"/>
              <a:pathLst>
                <a:path extrusionOk="0" h="827" w="827">
                  <a:moveTo>
                    <a:pt x="414" y="1"/>
                  </a:moveTo>
                  <a:cubicBezTo>
                    <a:pt x="185" y="1"/>
                    <a:pt x="1" y="186"/>
                    <a:pt x="1" y="414"/>
                  </a:cubicBezTo>
                  <a:cubicBezTo>
                    <a:pt x="1" y="642"/>
                    <a:pt x="185" y="827"/>
                    <a:pt x="414" y="827"/>
                  </a:cubicBezTo>
                  <a:cubicBezTo>
                    <a:pt x="642" y="827"/>
                    <a:pt x="827" y="642"/>
                    <a:pt x="827" y="414"/>
                  </a:cubicBezTo>
                  <a:cubicBezTo>
                    <a:pt x="827" y="186"/>
                    <a:pt x="642" y="1"/>
                    <a:pt x="4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88"/>
            <p:cNvSpPr/>
            <p:nvPr/>
          </p:nvSpPr>
          <p:spPr>
            <a:xfrm>
              <a:off x="1963403" y="4011117"/>
              <a:ext cx="21787" cy="21761"/>
            </a:xfrm>
            <a:custGeom>
              <a:rect b="b" l="l" r="r" t="t"/>
              <a:pathLst>
                <a:path extrusionOk="0" h="830" w="831">
                  <a:moveTo>
                    <a:pt x="414" y="0"/>
                  </a:moveTo>
                  <a:cubicBezTo>
                    <a:pt x="186" y="0"/>
                    <a:pt x="1" y="188"/>
                    <a:pt x="1" y="417"/>
                  </a:cubicBezTo>
                  <a:cubicBezTo>
                    <a:pt x="1" y="645"/>
                    <a:pt x="186" y="830"/>
                    <a:pt x="414" y="830"/>
                  </a:cubicBezTo>
                  <a:cubicBezTo>
                    <a:pt x="642" y="830"/>
                    <a:pt x="830" y="645"/>
                    <a:pt x="830" y="417"/>
                  </a:cubicBezTo>
                  <a:cubicBezTo>
                    <a:pt x="830" y="188"/>
                    <a:pt x="642" y="0"/>
                    <a:pt x="4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88"/>
            <p:cNvSpPr/>
            <p:nvPr/>
          </p:nvSpPr>
          <p:spPr>
            <a:xfrm>
              <a:off x="1903679" y="3974177"/>
              <a:ext cx="21682" cy="21682"/>
            </a:xfrm>
            <a:custGeom>
              <a:rect b="b" l="l" r="r" t="t"/>
              <a:pathLst>
                <a:path extrusionOk="0" h="827" w="827">
                  <a:moveTo>
                    <a:pt x="414" y="0"/>
                  </a:moveTo>
                  <a:cubicBezTo>
                    <a:pt x="186" y="0"/>
                    <a:pt x="1" y="185"/>
                    <a:pt x="1" y="413"/>
                  </a:cubicBezTo>
                  <a:cubicBezTo>
                    <a:pt x="1" y="641"/>
                    <a:pt x="186" y="826"/>
                    <a:pt x="414" y="826"/>
                  </a:cubicBezTo>
                  <a:cubicBezTo>
                    <a:pt x="642" y="826"/>
                    <a:pt x="827" y="641"/>
                    <a:pt x="827" y="413"/>
                  </a:cubicBezTo>
                  <a:cubicBezTo>
                    <a:pt x="827" y="185"/>
                    <a:pt x="642" y="0"/>
                    <a:pt x="4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88"/>
            <p:cNvSpPr/>
            <p:nvPr/>
          </p:nvSpPr>
          <p:spPr>
            <a:xfrm>
              <a:off x="1885982" y="3813070"/>
              <a:ext cx="247991" cy="193564"/>
            </a:xfrm>
            <a:custGeom>
              <a:rect b="b" l="l" r="r" t="t"/>
              <a:pathLst>
                <a:path extrusionOk="0" h="7383" w="9459">
                  <a:moveTo>
                    <a:pt x="6364" y="0"/>
                  </a:moveTo>
                  <a:cubicBezTo>
                    <a:pt x="6313" y="0"/>
                    <a:pt x="6262" y="19"/>
                    <a:pt x="6224" y="57"/>
                  </a:cubicBezTo>
                  <a:lnTo>
                    <a:pt x="4051" y="2230"/>
                  </a:lnTo>
                  <a:lnTo>
                    <a:pt x="3468" y="1647"/>
                  </a:lnTo>
                  <a:cubicBezTo>
                    <a:pt x="3428" y="1607"/>
                    <a:pt x="3377" y="1587"/>
                    <a:pt x="3326" y="1587"/>
                  </a:cubicBezTo>
                  <a:cubicBezTo>
                    <a:pt x="3274" y="1587"/>
                    <a:pt x="3224" y="1607"/>
                    <a:pt x="3186" y="1647"/>
                  </a:cubicBezTo>
                  <a:lnTo>
                    <a:pt x="140" y="4689"/>
                  </a:lnTo>
                  <a:cubicBezTo>
                    <a:pt x="0" y="4835"/>
                    <a:pt x="132" y="5034"/>
                    <a:pt x="286" y="5034"/>
                  </a:cubicBezTo>
                  <a:cubicBezTo>
                    <a:pt x="332" y="5034"/>
                    <a:pt x="379" y="5017"/>
                    <a:pt x="422" y="4975"/>
                  </a:cubicBezTo>
                  <a:lnTo>
                    <a:pt x="3327" y="2071"/>
                  </a:lnTo>
                  <a:lnTo>
                    <a:pt x="7369" y="6113"/>
                  </a:lnTo>
                  <a:lnTo>
                    <a:pt x="6442" y="7040"/>
                  </a:lnTo>
                  <a:cubicBezTo>
                    <a:pt x="6302" y="7185"/>
                    <a:pt x="6433" y="7383"/>
                    <a:pt x="6586" y="7383"/>
                  </a:cubicBezTo>
                  <a:cubicBezTo>
                    <a:pt x="6632" y="7383"/>
                    <a:pt x="6681" y="7365"/>
                    <a:pt x="6724" y="7322"/>
                  </a:cubicBezTo>
                  <a:lnTo>
                    <a:pt x="7793" y="6254"/>
                  </a:lnTo>
                  <a:cubicBezTo>
                    <a:pt x="7872" y="6178"/>
                    <a:pt x="7872" y="6051"/>
                    <a:pt x="7793" y="5971"/>
                  </a:cubicBezTo>
                  <a:lnTo>
                    <a:pt x="7209" y="5388"/>
                  </a:lnTo>
                  <a:lnTo>
                    <a:pt x="9383" y="3215"/>
                  </a:lnTo>
                  <a:cubicBezTo>
                    <a:pt x="9459" y="3136"/>
                    <a:pt x="9459" y="3013"/>
                    <a:pt x="9383" y="2933"/>
                  </a:cubicBezTo>
                  <a:lnTo>
                    <a:pt x="8166" y="1716"/>
                  </a:lnTo>
                  <a:cubicBezTo>
                    <a:pt x="8121" y="1670"/>
                    <a:pt x="8072" y="1651"/>
                    <a:pt x="8024" y="1651"/>
                  </a:cubicBezTo>
                  <a:cubicBezTo>
                    <a:pt x="7868" y="1651"/>
                    <a:pt x="7733" y="1854"/>
                    <a:pt x="7883" y="1998"/>
                  </a:cubicBezTo>
                  <a:lnTo>
                    <a:pt x="8959" y="3074"/>
                  </a:lnTo>
                  <a:lnTo>
                    <a:pt x="6927" y="5106"/>
                  </a:lnTo>
                  <a:lnTo>
                    <a:pt x="4334" y="2513"/>
                  </a:lnTo>
                  <a:lnTo>
                    <a:pt x="6366" y="485"/>
                  </a:lnTo>
                  <a:lnTo>
                    <a:pt x="7325" y="1441"/>
                  </a:lnTo>
                  <a:cubicBezTo>
                    <a:pt x="7370" y="1487"/>
                    <a:pt x="7419" y="1506"/>
                    <a:pt x="7467" y="1506"/>
                  </a:cubicBezTo>
                  <a:cubicBezTo>
                    <a:pt x="7623" y="1506"/>
                    <a:pt x="7758" y="1302"/>
                    <a:pt x="7608" y="1158"/>
                  </a:cubicBezTo>
                  <a:lnTo>
                    <a:pt x="6507" y="57"/>
                  </a:lnTo>
                  <a:cubicBezTo>
                    <a:pt x="6467" y="19"/>
                    <a:pt x="6415" y="0"/>
                    <a:pt x="6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88"/>
            <p:cNvSpPr/>
            <p:nvPr/>
          </p:nvSpPr>
          <p:spPr>
            <a:xfrm>
              <a:off x="2034164" y="3851741"/>
              <a:ext cx="31356" cy="30412"/>
            </a:xfrm>
            <a:custGeom>
              <a:rect b="b" l="l" r="r" t="t"/>
              <a:pathLst>
                <a:path extrusionOk="0" h="1160" w="1196">
                  <a:moveTo>
                    <a:pt x="598" y="484"/>
                  </a:moveTo>
                  <a:lnTo>
                    <a:pt x="692" y="581"/>
                  </a:lnTo>
                  <a:lnTo>
                    <a:pt x="598" y="676"/>
                  </a:lnTo>
                  <a:lnTo>
                    <a:pt x="500" y="581"/>
                  </a:lnTo>
                  <a:lnTo>
                    <a:pt x="598" y="484"/>
                  </a:lnTo>
                  <a:close/>
                  <a:moveTo>
                    <a:pt x="596" y="0"/>
                  </a:moveTo>
                  <a:cubicBezTo>
                    <a:pt x="545" y="0"/>
                    <a:pt x="494" y="20"/>
                    <a:pt x="456" y="60"/>
                  </a:cubicBezTo>
                  <a:lnTo>
                    <a:pt x="76" y="440"/>
                  </a:lnTo>
                  <a:cubicBezTo>
                    <a:pt x="0" y="516"/>
                    <a:pt x="0" y="643"/>
                    <a:pt x="76" y="723"/>
                  </a:cubicBezTo>
                  <a:lnTo>
                    <a:pt x="456" y="1099"/>
                  </a:lnTo>
                  <a:cubicBezTo>
                    <a:pt x="494" y="1139"/>
                    <a:pt x="545" y="1159"/>
                    <a:pt x="596" y="1159"/>
                  </a:cubicBezTo>
                  <a:cubicBezTo>
                    <a:pt x="648" y="1159"/>
                    <a:pt x="699" y="1139"/>
                    <a:pt x="739" y="1099"/>
                  </a:cubicBezTo>
                  <a:lnTo>
                    <a:pt x="1119" y="723"/>
                  </a:lnTo>
                  <a:cubicBezTo>
                    <a:pt x="1195" y="643"/>
                    <a:pt x="1195" y="516"/>
                    <a:pt x="1119" y="440"/>
                  </a:cubicBezTo>
                  <a:lnTo>
                    <a:pt x="739" y="60"/>
                  </a:lnTo>
                  <a:cubicBezTo>
                    <a:pt x="699" y="20"/>
                    <a:pt x="648"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88"/>
            <p:cNvSpPr/>
            <p:nvPr/>
          </p:nvSpPr>
          <p:spPr>
            <a:xfrm>
              <a:off x="2063868" y="3881551"/>
              <a:ext cx="31461" cy="30412"/>
            </a:xfrm>
            <a:custGeom>
              <a:rect b="b" l="l" r="r" t="t"/>
              <a:pathLst>
                <a:path extrusionOk="0" h="1160" w="1200">
                  <a:moveTo>
                    <a:pt x="598" y="484"/>
                  </a:moveTo>
                  <a:lnTo>
                    <a:pt x="696" y="578"/>
                  </a:lnTo>
                  <a:lnTo>
                    <a:pt x="598" y="676"/>
                  </a:lnTo>
                  <a:lnTo>
                    <a:pt x="504" y="578"/>
                  </a:lnTo>
                  <a:lnTo>
                    <a:pt x="598" y="484"/>
                  </a:lnTo>
                  <a:close/>
                  <a:moveTo>
                    <a:pt x="600" y="0"/>
                  </a:moveTo>
                  <a:cubicBezTo>
                    <a:pt x="549" y="0"/>
                    <a:pt x="497" y="20"/>
                    <a:pt x="457" y="60"/>
                  </a:cubicBezTo>
                  <a:lnTo>
                    <a:pt x="80" y="437"/>
                  </a:lnTo>
                  <a:cubicBezTo>
                    <a:pt x="1" y="516"/>
                    <a:pt x="1" y="643"/>
                    <a:pt x="80" y="719"/>
                  </a:cubicBezTo>
                  <a:lnTo>
                    <a:pt x="457" y="1099"/>
                  </a:lnTo>
                  <a:cubicBezTo>
                    <a:pt x="497" y="1139"/>
                    <a:pt x="549" y="1159"/>
                    <a:pt x="600" y="1159"/>
                  </a:cubicBezTo>
                  <a:cubicBezTo>
                    <a:pt x="651" y="1159"/>
                    <a:pt x="702" y="1139"/>
                    <a:pt x="740" y="1099"/>
                  </a:cubicBezTo>
                  <a:lnTo>
                    <a:pt x="1120" y="719"/>
                  </a:lnTo>
                  <a:cubicBezTo>
                    <a:pt x="1200" y="643"/>
                    <a:pt x="1200" y="516"/>
                    <a:pt x="1120" y="437"/>
                  </a:cubicBezTo>
                  <a:lnTo>
                    <a:pt x="740" y="60"/>
                  </a:lnTo>
                  <a:cubicBezTo>
                    <a:pt x="702" y="20"/>
                    <a:pt x="651" y="0"/>
                    <a:pt x="6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88"/>
            <p:cNvSpPr/>
            <p:nvPr/>
          </p:nvSpPr>
          <p:spPr>
            <a:xfrm>
              <a:off x="1767715" y="3949061"/>
              <a:ext cx="283673" cy="221381"/>
            </a:xfrm>
            <a:custGeom>
              <a:rect b="b" l="l" r="r" t="t"/>
              <a:pathLst>
                <a:path extrusionOk="0" h="8444" w="10820">
                  <a:moveTo>
                    <a:pt x="4231" y="1"/>
                  </a:moveTo>
                  <a:cubicBezTo>
                    <a:pt x="4184" y="1"/>
                    <a:pt x="4136" y="18"/>
                    <a:pt x="4093" y="60"/>
                  </a:cubicBezTo>
                  <a:lnTo>
                    <a:pt x="1239" y="2918"/>
                  </a:lnTo>
                  <a:cubicBezTo>
                    <a:pt x="1" y="4196"/>
                    <a:pt x="19" y="6231"/>
                    <a:pt x="1275" y="7488"/>
                  </a:cubicBezTo>
                  <a:cubicBezTo>
                    <a:pt x="1910" y="8125"/>
                    <a:pt x="2744" y="8444"/>
                    <a:pt x="3578" y="8444"/>
                  </a:cubicBezTo>
                  <a:cubicBezTo>
                    <a:pt x="4395" y="8444"/>
                    <a:pt x="5213" y="8137"/>
                    <a:pt x="5846" y="7524"/>
                  </a:cubicBezTo>
                  <a:lnTo>
                    <a:pt x="10677" y="2697"/>
                  </a:lnTo>
                  <a:cubicBezTo>
                    <a:pt x="10820" y="2549"/>
                    <a:pt x="10687" y="2351"/>
                    <a:pt x="10532" y="2351"/>
                  </a:cubicBezTo>
                  <a:cubicBezTo>
                    <a:pt x="10486" y="2351"/>
                    <a:pt x="10438" y="2369"/>
                    <a:pt x="10395" y="2411"/>
                  </a:cubicBezTo>
                  <a:lnTo>
                    <a:pt x="5564" y="7242"/>
                  </a:lnTo>
                  <a:cubicBezTo>
                    <a:pt x="5006" y="7800"/>
                    <a:pt x="4274" y="8079"/>
                    <a:pt x="3543" y="8079"/>
                  </a:cubicBezTo>
                  <a:cubicBezTo>
                    <a:pt x="2811" y="8079"/>
                    <a:pt x="2079" y="7800"/>
                    <a:pt x="1522" y="7242"/>
                  </a:cubicBezTo>
                  <a:cubicBezTo>
                    <a:pt x="406" y="6126"/>
                    <a:pt x="406" y="4316"/>
                    <a:pt x="1522" y="3200"/>
                  </a:cubicBezTo>
                  <a:lnTo>
                    <a:pt x="4376" y="343"/>
                  </a:lnTo>
                  <a:cubicBezTo>
                    <a:pt x="4518" y="198"/>
                    <a:pt x="4385" y="1"/>
                    <a:pt x="4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88"/>
            <p:cNvSpPr/>
            <p:nvPr/>
          </p:nvSpPr>
          <p:spPr>
            <a:xfrm>
              <a:off x="1852031" y="3964712"/>
              <a:ext cx="140001" cy="123851"/>
            </a:xfrm>
            <a:custGeom>
              <a:rect b="b" l="l" r="r" t="t"/>
              <a:pathLst>
                <a:path extrusionOk="0" h="4724" w="5340">
                  <a:moveTo>
                    <a:pt x="4164" y="401"/>
                  </a:moveTo>
                  <a:cubicBezTo>
                    <a:pt x="4274" y="401"/>
                    <a:pt x="4379" y="487"/>
                    <a:pt x="4379" y="615"/>
                  </a:cubicBezTo>
                  <a:cubicBezTo>
                    <a:pt x="4379" y="745"/>
                    <a:pt x="4275" y="830"/>
                    <a:pt x="4166" y="830"/>
                  </a:cubicBezTo>
                  <a:cubicBezTo>
                    <a:pt x="4114" y="830"/>
                    <a:pt x="4061" y="810"/>
                    <a:pt x="4017" y="767"/>
                  </a:cubicBezTo>
                  <a:cubicBezTo>
                    <a:pt x="3934" y="684"/>
                    <a:pt x="3930" y="546"/>
                    <a:pt x="4017" y="463"/>
                  </a:cubicBezTo>
                  <a:cubicBezTo>
                    <a:pt x="4060" y="420"/>
                    <a:pt x="4113" y="401"/>
                    <a:pt x="4164" y="401"/>
                  </a:cubicBezTo>
                  <a:close/>
                  <a:moveTo>
                    <a:pt x="2383" y="563"/>
                  </a:moveTo>
                  <a:cubicBezTo>
                    <a:pt x="2493" y="563"/>
                    <a:pt x="2597" y="647"/>
                    <a:pt x="2597" y="774"/>
                  </a:cubicBezTo>
                  <a:cubicBezTo>
                    <a:pt x="2597" y="904"/>
                    <a:pt x="2493" y="989"/>
                    <a:pt x="2383" y="989"/>
                  </a:cubicBezTo>
                  <a:cubicBezTo>
                    <a:pt x="2330" y="989"/>
                    <a:pt x="2276" y="970"/>
                    <a:pt x="2232" y="926"/>
                  </a:cubicBezTo>
                  <a:cubicBezTo>
                    <a:pt x="2148" y="843"/>
                    <a:pt x="2148" y="709"/>
                    <a:pt x="2232" y="626"/>
                  </a:cubicBezTo>
                  <a:cubicBezTo>
                    <a:pt x="2276" y="582"/>
                    <a:pt x="2331" y="563"/>
                    <a:pt x="2383" y="563"/>
                  </a:cubicBezTo>
                  <a:close/>
                  <a:moveTo>
                    <a:pt x="4662" y="1972"/>
                  </a:moveTo>
                  <a:cubicBezTo>
                    <a:pt x="4771" y="1972"/>
                    <a:pt x="4876" y="2057"/>
                    <a:pt x="4876" y="2187"/>
                  </a:cubicBezTo>
                  <a:cubicBezTo>
                    <a:pt x="4876" y="2315"/>
                    <a:pt x="4770" y="2401"/>
                    <a:pt x="4661" y="2401"/>
                  </a:cubicBezTo>
                  <a:cubicBezTo>
                    <a:pt x="4609" y="2401"/>
                    <a:pt x="4556" y="2382"/>
                    <a:pt x="4513" y="2339"/>
                  </a:cubicBezTo>
                  <a:cubicBezTo>
                    <a:pt x="4430" y="2255"/>
                    <a:pt x="4426" y="2118"/>
                    <a:pt x="4513" y="2035"/>
                  </a:cubicBezTo>
                  <a:cubicBezTo>
                    <a:pt x="4557" y="1991"/>
                    <a:pt x="4610" y="1972"/>
                    <a:pt x="4662" y="1972"/>
                  </a:cubicBezTo>
                  <a:close/>
                  <a:moveTo>
                    <a:pt x="775" y="3684"/>
                  </a:moveTo>
                  <a:cubicBezTo>
                    <a:pt x="937" y="3684"/>
                    <a:pt x="1098" y="3800"/>
                    <a:pt x="1098" y="4001"/>
                  </a:cubicBezTo>
                  <a:cubicBezTo>
                    <a:pt x="1098" y="4088"/>
                    <a:pt x="1065" y="4168"/>
                    <a:pt x="1004" y="4229"/>
                  </a:cubicBezTo>
                  <a:cubicBezTo>
                    <a:pt x="937" y="4296"/>
                    <a:pt x="859" y="4325"/>
                    <a:pt x="782" y="4325"/>
                  </a:cubicBezTo>
                  <a:cubicBezTo>
                    <a:pt x="576" y="4325"/>
                    <a:pt x="385" y="4117"/>
                    <a:pt x="482" y="3882"/>
                  </a:cubicBezTo>
                  <a:cubicBezTo>
                    <a:pt x="539" y="3746"/>
                    <a:pt x="657" y="3684"/>
                    <a:pt x="775" y="3684"/>
                  </a:cubicBezTo>
                  <a:close/>
                  <a:moveTo>
                    <a:pt x="4170" y="0"/>
                  </a:moveTo>
                  <a:cubicBezTo>
                    <a:pt x="4045" y="0"/>
                    <a:pt x="3920" y="38"/>
                    <a:pt x="3811" y="115"/>
                  </a:cubicBezTo>
                  <a:cubicBezTo>
                    <a:pt x="3568" y="289"/>
                    <a:pt x="3485" y="615"/>
                    <a:pt x="3615" y="883"/>
                  </a:cubicBezTo>
                  <a:lnTo>
                    <a:pt x="2550" y="1951"/>
                  </a:lnTo>
                  <a:lnTo>
                    <a:pt x="1891" y="2607"/>
                  </a:lnTo>
                  <a:lnTo>
                    <a:pt x="1605" y="2317"/>
                  </a:lnTo>
                  <a:cubicBezTo>
                    <a:pt x="1471" y="2187"/>
                    <a:pt x="1471" y="1973"/>
                    <a:pt x="1605" y="1839"/>
                  </a:cubicBezTo>
                  <a:lnTo>
                    <a:pt x="2116" y="1325"/>
                  </a:lnTo>
                  <a:cubicBezTo>
                    <a:pt x="2203" y="1368"/>
                    <a:pt x="2296" y="1388"/>
                    <a:pt x="2387" y="1388"/>
                  </a:cubicBezTo>
                  <a:cubicBezTo>
                    <a:pt x="2580" y="1388"/>
                    <a:pt x="2766" y="1297"/>
                    <a:pt x="2884" y="1133"/>
                  </a:cubicBezTo>
                  <a:cubicBezTo>
                    <a:pt x="3057" y="886"/>
                    <a:pt x="3032" y="553"/>
                    <a:pt x="2818" y="340"/>
                  </a:cubicBezTo>
                  <a:cubicBezTo>
                    <a:pt x="2701" y="222"/>
                    <a:pt x="2543" y="161"/>
                    <a:pt x="2384" y="161"/>
                  </a:cubicBezTo>
                  <a:cubicBezTo>
                    <a:pt x="2260" y="161"/>
                    <a:pt x="2135" y="198"/>
                    <a:pt x="2029" y="274"/>
                  </a:cubicBezTo>
                  <a:cubicBezTo>
                    <a:pt x="1786" y="448"/>
                    <a:pt x="1703" y="774"/>
                    <a:pt x="1833" y="1042"/>
                  </a:cubicBezTo>
                  <a:lnTo>
                    <a:pt x="1323" y="1556"/>
                  </a:lnTo>
                  <a:cubicBezTo>
                    <a:pt x="1033" y="1846"/>
                    <a:pt x="1033" y="2313"/>
                    <a:pt x="1319" y="2603"/>
                  </a:cubicBezTo>
                  <a:lnTo>
                    <a:pt x="1609" y="2889"/>
                  </a:lnTo>
                  <a:lnTo>
                    <a:pt x="1127" y="3371"/>
                  </a:lnTo>
                  <a:cubicBezTo>
                    <a:pt x="1013" y="3309"/>
                    <a:pt x="895" y="3280"/>
                    <a:pt x="780" y="3280"/>
                  </a:cubicBezTo>
                  <a:cubicBezTo>
                    <a:pt x="367" y="3280"/>
                    <a:pt x="1" y="3644"/>
                    <a:pt x="66" y="4103"/>
                  </a:cubicBezTo>
                  <a:cubicBezTo>
                    <a:pt x="120" y="4488"/>
                    <a:pt x="445" y="4724"/>
                    <a:pt x="781" y="4724"/>
                  </a:cubicBezTo>
                  <a:cubicBezTo>
                    <a:pt x="959" y="4724"/>
                    <a:pt x="1141" y="4657"/>
                    <a:pt x="1286" y="4512"/>
                  </a:cubicBezTo>
                  <a:cubicBezTo>
                    <a:pt x="1515" y="4287"/>
                    <a:pt x="1565" y="3936"/>
                    <a:pt x="1410" y="3657"/>
                  </a:cubicBezTo>
                  <a:lnTo>
                    <a:pt x="2692" y="2375"/>
                  </a:lnTo>
                  <a:lnTo>
                    <a:pt x="3025" y="2708"/>
                  </a:lnTo>
                  <a:cubicBezTo>
                    <a:pt x="3216" y="2902"/>
                    <a:pt x="3469" y="2999"/>
                    <a:pt x="3723" y="2999"/>
                  </a:cubicBezTo>
                  <a:cubicBezTo>
                    <a:pt x="3963" y="2999"/>
                    <a:pt x="4204" y="2912"/>
                    <a:pt x="4394" y="2737"/>
                  </a:cubicBezTo>
                  <a:cubicBezTo>
                    <a:pt x="4480" y="2779"/>
                    <a:pt x="4572" y="2799"/>
                    <a:pt x="4663" y="2799"/>
                  </a:cubicBezTo>
                  <a:cubicBezTo>
                    <a:pt x="4855" y="2799"/>
                    <a:pt x="5044" y="2709"/>
                    <a:pt x="5162" y="2542"/>
                  </a:cubicBezTo>
                  <a:cubicBezTo>
                    <a:pt x="5339" y="2299"/>
                    <a:pt x="5310" y="1966"/>
                    <a:pt x="5100" y="1752"/>
                  </a:cubicBezTo>
                  <a:cubicBezTo>
                    <a:pt x="4982" y="1632"/>
                    <a:pt x="4823" y="1570"/>
                    <a:pt x="4664" y="1570"/>
                  </a:cubicBezTo>
                  <a:cubicBezTo>
                    <a:pt x="4541" y="1570"/>
                    <a:pt x="4417" y="1607"/>
                    <a:pt x="4311" y="1683"/>
                  </a:cubicBezTo>
                  <a:cubicBezTo>
                    <a:pt x="4064" y="1857"/>
                    <a:pt x="3981" y="2183"/>
                    <a:pt x="4111" y="2451"/>
                  </a:cubicBezTo>
                  <a:cubicBezTo>
                    <a:pt x="4001" y="2549"/>
                    <a:pt x="3862" y="2598"/>
                    <a:pt x="3724" y="2598"/>
                  </a:cubicBezTo>
                  <a:cubicBezTo>
                    <a:pt x="3573" y="2598"/>
                    <a:pt x="3421" y="2539"/>
                    <a:pt x="3307" y="2426"/>
                  </a:cubicBezTo>
                  <a:lnTo>
                    <a:pt x="2974" y="2092"/>
                  </a:lnTo>
                  <a:lnTo>
                    <a:pt x="3898" y="1165"/>
                  </a:lnTo>
                  <a:cubicBezTo>
                    <a:pt x="3985" y="1207"/>
                    <a:pt x="4078" y="1227"/>
                    <a:pt x="4169" y="1227"/>
                  </a:cubicBezTo>
                  <a:cubicBezTo>
                    <a:pt x="4363" y="1227"/>
                    <a:pt x="4551" y="1137"/>
                    <a:pt x="4669" y="970"/>
                  </a:cubicBezTo>
                  <a:cubicBezTo>
                    <a:pt x="4843" y="727"/>
                    <a:pt x="4814" y="390"/>
                    <a:pt x="4600" y="180"/>
                  </a:cubicBezTo>
                  <a:cubicBezTo>
                    <a:pt x="4483" y="61"/>
                    <a:pt x="4327" y="0"/>
                    <a:pt x="4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0" name="Google Shape;17140;p88"/>
          <p:cNvGrpSpPr/>
          <p:nvPr/>
        </p:nvGrpSpPr>
        <p:grpSpPr>
          <a:xfrm>
            <a:off x="2672770" y="3813070"/>
            <a:ext cx="358315" cy="358393"/>
            <a:chOff x="2672770" y="3813070"/>
            <a:chExt cx="358315" cy="358393"/>
          </a:xfrm>
        </p:grpSpPr>
        <p:sp>
          <p:nvSpPr>
            <p:cNvPr id="17141" name="Google Shape;17141;p88"/>
            <p:cNvSpPr/>
            <p:nvPr/>
          </p:nvSpPr>
          <p:spPr>
            <a:xfrm>
              <a:off x="2853775" y="4020687"/>
              <a:ext cx="73540" cy="73540"/>
            </a:xfrm>
            <a:custGeom>
              <a:rect b="b" l="l" r="r" t="t"/>
              <a:pathLst>
                <a:path extrusionOk="0" h="2805" w="2805">
                  <a:moveTo>
                    <a:pt x="2453" y="1"/>
                  </a:moveTo>
                  <a:lnTo>
                    <a:pt x="1" y="2453"/>
                  </a:lnTo>
                  <a:lnTo>
                    <a:pt x="356" y="2804"/>
                  </a:lnTo>
                  <a:lnTo>
                    <a:pt x="2804" y="356"/>
                  </a:lnTo>
                  <a:lnTo>
                    <a:pt x="2453"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88"/>
            <p:cNvSpPr/>
            <p:nvPr/>
          </p:nvSpPr>
          <p:spPr>
            <a:xfrm>
              <a:off x="2878184" y="4045095"/>
              <a:ext cx="73514" cy="73514"/>
            </a:xfrm>
            <a:custGeom>
              <a:rect b="b" l="l" r="r" t="t"/>
              <a:pathLst>
                <a:path extrusionOk="0" h="2804" w="2804">
                  <a:moveTo>
                    <a:pt x="2452" y="1"/>
                  </a:moveTo>
                  <a:lnTo>
                    <a:pt x="1" y="2453"/>
                  </a:lnTo>
                  <a:lnTo>
                    <a:pt x="352" y="2804"/>
                  </a:lnTo>
                  <a:lnTo>
                    <a:pt x="2804" y="356"/>
                  </a:lnTo>
                  <a:lnTo>
                    <a:pt x="245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88"/>
            <p:cNvSpPr/>
            <p:nvPr/>
          </p:nvSpPr>
          <p:spPr>
            <a:xfrm>
              <a:off x="2902592" y="4069504"/>
              <a:ext cx="73514" cy="73514"/>
            </a:xfrm>
            <a:custGeom>
              <a:rect b="b" l="l" r="r" t="t"/>
              <a:pathLst>
                <a:path extrusionOk="0" h="2804" w="2804">
                  <a:moveTo>
                    <a:pt x="2449" y="0"/>
                  </a:moveTo>
                  <a:lnTo>
                    <a:pt x="0" y="2449"/>
                  </a:lnTo>
                  <a:lnTo>
                    <a:pt x="352" y="2804"/>
                  </a:lnTo>
                  <a:lnTo>
                    <a:pt x="2804" y="352"/>
                  </a:lnTo>
                  <a:lnTo>
                    <a:pt x="2449"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88"/>
            <p:cNvSpPr/>
            <p:nvPr/>
          </p:nvSpPr>
          <p:spPr>
            <a:xfrm>
              <a:off x="2829183" y="4022548"/>
              <a:ext cx="149571" cy="140736"/>
            </a:xfrm>
            <a:custGeom>
              <a:rect b="b" l="l" r="r" t="t"/>
              <a:pathLst>
                <a:path extrusionOk="0" h="5368" w="5705">
                  <a:moveTo>
                    <a:pt x="1846" y="738"/>
                  </a:moveTo>
                  <a:cubicBezTo>
                    <a:pt x="2087" y="738"/>
                    <a:pt x="2328" y="830"/>
                    <a:pt x="2511" y="1013"/>
                  </a:cubicBezTo>
                  <a:lnTo>
                    <a:pt x="4521" y="3023"/>
                  </a:lnTo>
                  <a:cubicBezTo>
                    <a:pt x="4886" y="3389"/>
                    <a:pt x="4886" y="3983"/>
                    <a:pt x="4521" y="4352"/>
                  </a:cubicBezTo>
                  <a:cubicBezTo>
                    <a:pt x="4338" y="4535"/>
                    <a:pt x="4098" y="4626"/>
                    <a:pt x="3858" y="4626"/>
                  </a:cubicBezTo>
                  <a:cubicBezTo>
                    <a:pt x="3618" y="4626"/>
                    <a:pt x="3378" y="4535"/>
                    <a:pt x="3195" y="4352"/>
                  </a:cubicBezTo>
                  <a:lnTo>
                    <a:pt x="1181" y="2338"/>
                  </a:lnTo>
                  <a:cubicBezTo>
                    <a:pt x="816" y="1973"/>
                    <a:pt x="816" y="1379"/>
                    <a:pt x="1181" y="1013"/>
                  </a:cubicBezTo>
                  <a:cubicBezTo>
                    <a:pt x="1364" y="830"/>
                    <a:pt x="1605" y="738"/>
                    <a:pt x="1846" y="738"/>
                  </a:cubicBezTo>
                  <a:close/>
                  <a:moveTo>
                    <a:pt x="1827" y="1"/>
                  </a:moveTo>
                  <a:cubicBezTo>
                    <a:pt x="1402" y="1"/>
                    <a:pt x="977" y="163"/>
                    <a:pt x="653" y="488"/>
                  </a:cubicBezTo>
                  <a:cubicBezTo>
                    <a:pt x="1" y="1143"/>
                    <a:pt x="8" y="2208"/>
                    <a:pt x="674" y="2853"/>
                  </a:cubicBezTo>
                  <a:lnTo>
                    <a:pt x="2684" y="4859"/>
                  </a:lnTo>
                  <a:lnTo>
                    <a:pt x="2684" y="4863"/>
                  </a:lnTo>
                  <a:cubicBezTo>
                    <a:pt x="3010" y="5199"/>
                    <a:pt x="3442" y="5368"/>
                    <a:pt x="3875" y="5368"/>
                  </a:cubicBezTo>
                  <a:cubicBezTo>
                    <a:pt x="4300" y="5368"/>
                    <a:pt x="4725" y="5205"/>
                    <a:pt x="5049" y="4881"/>
                  </a:cubicBezTo>
                  <a:cubicBezTo>
                    <a:pt x="5705" y="4225"/>
                    <a:pt x="5694" y="3160"/>
                    <a:pt x="5031" y="2516"/>
                  </a:cubicBezTo>
                  <a:lnTo>
                    <a:pt x="3018" y="506"/>
                  </a:lnTo>
                  <a:cubicBezTo>
                    <a:pt x="2692" y="169"/>
                    <a:pt x="2260" y="1"/>
                    <a:pt x="182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88"/>
            <p:cNvSpPr/>
            <p:nvPr/>
          </p:nvSpPr>
          <p:spPr>
            <a:xfrm>
              <a:off x="2913971" y="4006372"/>
              <a:ext cx="27659" cy="27633"/>
            </a:xfrm>
            <a:custGeom>
              <a:rect b="b" l="l" r="r" t="t"/>
              <a:pathLst>
                <a:path extrusionOk="0" h="1054" w="1055">
                  <a:moveTo>
                    <a:pt x="479" y="0"/>
                  </a:moveTo>
                  <a:lnTo>
                    <a:pt x="1" y="478"/>
                  </a:lnTo>
                  <a:lnTo>
                    <a:pt x="580" y="1054"/>
                  </a:lnTo>
                  <a:lnTo>
                    <a:pt x="1055" y="580"/>
                  </a:lnTo>
                  <a:lnTo>
                    <a:pt x="479"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88"/>
            <p:cNvSpPr/>
            <p:nvPr/>
          </p:nvSpPr>
          <p:spPr>
            <a:xfrm>
              <a:off x="2938379" y="4030754"/>
              <a:ext cx="27659" cy="27659"/>
            </a:xfrm>
            <a:custGeom>
              <a:rect b="b" l="l" r="r" t="t"/>
              <a:pathLst>
                <a:path extrusionOk="0" h="1055" w="1055">
                  <a:moveTo>
                    <a:pt x="479" y="1"/>
                  </a:moveTo>
                  <a:lnTo>
                    <a:pt x="1" y="479"/>
                  </a:lnTo>
                  <a:lnTo>
                    <a:pt x="580" y="1055"/>
                  </a:lnTo>
                  <a:lnTo>
                    <a:pt x="1055" y="577"/>
                  </a:lnTo>
                  <a:lnTo>
                    <a:pt x="47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88"/>
            <p:cNvSpPr/>
            <p:nvPr/>
          </p:nvSpPr>
          <p:spPr>
            <a:xfrm>
              <a:off x="2962788" y="4055163"/>
              <a:ext cx="27659" cy="27659"/>
            </a:xfrm>
            <a:custGeom>
              <a:rect b="b" l="l" r="r" t="t"/>
              <a:pathLst>
                <a:path extrusionOk="0" h="1055" w="1055">
                  <a:moveTo>
                    <a:pt x="475" y="1"/>
                  </a:moveTo>
                  <a:lnTo>
                    <a:pt x="1" y="475"/>
                  </a:lnTo>
                  <a:lnTo>
                    <a:pt x="576" y="1055"/>
                  </a:lnTo>
                  <a:lnTo>
                    <a:pt x="1054" y="576"/>
                  </a:lnTo>
                  <a:lnTo>
                    <a:pt x="47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88"/>
            <p:cNvSpPr/>
            <p:nvPr/>
          </p:nvSpPr>
          <p:spPr>
            <a:xfrm>
              <a:off x="2755512" y="3896311"/>
              <a:ext cx="258767" cy="258767"/>
            </a:xfrm>
            <a:custGeom>
              <a:rect b="b" l="l" r="r" t="t"/>
              <a:pathLst>
                <a:path extrusionOk="0" h="9870" w="9870">
                  <a:moveTo>
                    <a:pt x="3035" y="0"/>
                  </a:moveTo>
                  <a:lnTo>
                    <a:pt x="0" y="3035"/>
                  </a:lnTo>
                  <a:lnTo>
                    <a:pt x="946" y="3314"/>
                  </a:lnTo>
                  <a:lnTo>
                    <a:pt x="1297" y="3416"/>
                  </a:lnTo>
                  <a:cubicBezTo>
                    <a:pt x="1438" y="3456"/>
                    <a:pt x="1579" y="3503"/>
                    <a:pt x="1721" y="3550"/>
                  </a:cubicBezTo>
                  <a:cubicBezTo>
                    <a:pt x="2876" y="3959"/>
                    <a:pt x="3926" y="4618"/>
                    <a:pt x="4795" y="5487"/>
                  </a:cubicBezTo>
                  <a:lnTo>
                    <a:pt x="9174" y="9870"/>
                  </a:lnTo>
                  <a:lnTo>
                    <a:pt x="9870" y="9174"/>
                  </a:lnTo>
                  <a:lnTo>
                    <a:pt x="5487" y="4796"/>
                  </a:lnTo>
                  <a:cubicBezTo>
                    <a:pt x="4622" y="3926"/>
                    <a:pt x="3959" y="2876"/>
                    <a:pt x="3550" y="1721"/>
                  </a:cubicBezTo>
                  <a:cubicBezTo>
                    <a:pt x="3503" y="1580"/>
                    <a:pt x="3455" y="1438"/>
                    <a:pt x="3416" y="1297"/>
                  </a:cubicBezTo>
                  <a:lnTo>
                    <a:pt x="3314" y="946"/>
                  </a:lnTo>
                  <a:lnTo>
                    <a:pt x="3035"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88"/>
            <p:cNvSpPr/>
            <p:nvPr/>
          </p:nvSpPr>
          <p:spPr>
            <a:xfrm>
              <a:off x="2755512" y="3896311"/>
              <a:ext cx="93177" cy="93072"/>
            </a:xfrm>
            <a:custGeom>
              <a:rect b="b" l="l" r="r" t="t"/>
              <a:pathLst>
                <a:path extrusionOk="0" h="3550" w="3554">
                  <a:moveTo>
                    <a:pt x="3035" y="0"/>
                  </a:moveTo>
                  <a:lnTo>
                    <a:pt x="0" y="3035"/>
                  </a:lnTo>
                  <a:lnTo>
                    <a:pt x="946" y="3314"/>
                  </a:lnTo>
                  <a:lnTo>
                    <a:pt x="1297" y="3416"/>
                  </a:lnTo>
                  <a:cubicBezTo>
                    <a:pt x="1438" y="3456"/>
                    <a:pt x="1579" y="3503"/>
                    <a:pt x="1721" y="3550"/>
                  </a:cubicBezTo>
                  <a:lnTo>
                    <a:pt x="3553" y="1717"/>
                  </a:lnTo>
                  <a:cubicBezTo>
                    <a:pt x="3503" y="1580"/>
                    <a:pt x="3455" y="1438"/>
                    <a:pt x="3416" y="1297"/>
                  </a:cubicBezTo>
                  <a:lnTo>
                    <a:pt x="3314" y="946"/>
                  </a:lnTo>
                  <a:lnTo>
                    <a:pt x="30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88"/>
            <p:cNvSpPr/>
            <p:nvPr/>
          </p:nvSpPr>
          <p:spPr>
            <a:xfrm>
              <a:off x="2755512" y="3896311"/>
              <a:ext cx="86911" cy="86806"/>
            </a:xfrm>
            <a:custGeom>
              <a:rect b="b" l="l" r="r" t="t"/>
              <a:pathLst>
                <a:path extrusionOk="0" h="3311" w="3315">
                  <a:moveTo>
                    <a:pt x="3035" y="0"/>
                  </a:moveTo>
                  <a:lnTo>
                    <a:pt x="0" y="3035"/>
                  </a:lnTo>
                  <a:lnTo>
                    <a:pt x="946" y="3311"/>
                  </a:lnTo>
                  <a:lnTo>
                    <a:pt x="3314" y="946"/>
                  </a:lnTo>
                  <a:lnTo>
                    <a:pt x="3035"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88"/>
            <p:cNvSpPr/>
            <p:nvPr/>
          </p:nvSpPr>
          <p:spPr>
            <a:xfrm>
              <a:off x="2987773" y="4128572"/>
              <a:ext cx="37622" cy="37622"/>
            </a:xfrm>
            <a:custGeom>
              <a:rect b="b" l="l" r="r" t="t"/>
              <a:pathLst>
                <a:path extrusionOk="0" h="1435" w="1435">
                  <a:moveTo>
                    <a:pt x="963" y="0"/>
                  </a:moveTo>
                  <a:lnTo>
                    <a:pt x="0" y="964"/>
                  </a:lnTo>
                  <a:lnTo>
                    <a:pt x="471" y="1434"/>
                  </a:lnTo>
                  <a:lnTo>
                    <a:pt x="1434" y="471"/>
                  </a:lnTo>
                  <a:lnTo>
                    <a:pt x="963"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88"/>
            <p:cNvSpPr/>
            <p:nvPr/>
          </p:nvSpPr>
          <p:spPr>
            <a:xfrm>
              <a:off x="2708189" y="3848281"/>
              <a:ext cx="66855" cy="62581"/>
            </a:xfrm>
            <a:custGeom>
              <a:rect b="b" l="l" r="r" t="t"/>
              <a:pathLst>
                <a:path extrusionOk="0" h="2387" w="2550">
                  <a:moveTo>
                    <a:pt x="286" y="1"/>
                  </a:moveTo>
                  <a:cubicBezTo>
                    <a:pt x="131" y="1"/>
                    <a:pt x="0" y="199"/>
                    <a:pt x="139" y="344"/>
                  </a:cubicBezTo>
                  <a:lnTo>
                    <a:pt x="2117" y="2321"/>
                  </a:lnTo>
                  <a:cubicBezTo>
                    <a:pt x="2161" y="2367"/>
                    <a:pt x="2211" y="2387"/>
                    <a:pt x="2259" y="2387"/>
                  </a:cubicBezTo>
                  <a:cubicBezTo>
                    <a:pt x="2415" y="2387"/>
                    <a:pt x="2550" y="2183"/>
                    <a:pt x="2403" y="2039"/>
                  </a:cubicBezTo>
                  <a:lnTo>
                    <a:pt x="425" y="61"/>
                  </a:lnTo>
                  <a:cubicBezTo>
                    <a:pt x="381" y="19"/>
                    <a:pt x="332"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88"/>
            <p:cNvSpPr/>
            <p:nvPr/>
          </p:nvSpPr>
          <p:spPr>
            <a:xfrm>
              <a:off x="2675182" y="3902341"/>
              <a:ext cx="85679" cy="30701"/>
            </a:xfrm>
            <a:custGeom>
              <a:rect b="b" l="l" r="r" t="t"/>
              <a:pathLst>
                <a:path extrusionOk="0" h="1171" w="3268">
                  <a:moveTo>
                    <a:pt x="282" y="0"/>
                  </a:moveTo>
                  <a:cubicBezTo>
                    <a:pt x="71" y="0"/>
                    <a:pt x="1" y="327"/>
                    <a:pt x="236" y="393"/>
                  </a:cubicBezTo>
                  <a:lnTo>
                    <a:pt x="2923" y="1161"/>
                  </a:lnTo>
                  <a:cubicBezTo>
                    <a:pt x="2945" y="1167"/>
                    <a:pt x="2966" y="1170"/>
                    <a:pt x="2985" y="1170"/>
                  </a:cubicBezTo>
                  <a:cubicBezTo>
                    <a:pt x="3196" y="1170"/>
                    <a:pt x="3267" y="840"/>
                    <a:pt x="3032" y="774"/>
                  </a:cubicBezTo>
                  <a:lnTo>
                    <a:pt x="344" y="10"/>
                  </a:lnTo>
                  <a:cubicBezTo>
                    <a:pt x="322" y="3"/>
                    <a:pt x="302"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88"/>
            <p:cNvSpPr/>
            <p:nvPr/>
          </p:nvSpPr>
          <p:spPr>
            <a:xfrm>
              <a:off x="2672770" y="3944787"/>
              <a:ext cx="83529" cy="32064"/>
            </a:xfrm>
            <a:custGeom>
              <a:rect b="b" l="l" r="r" t="t"/>
              <a:pathLst>
                <a:path extrusionOk="0" h="1223" w="3186">
                  <a:moveTo>
                    <a:pt x="2962" y="0"/>
                  </a:moveTo>
                  <a:cubicBezTo>
                    <a:pt x="2943" y="0"/>
                    <a:pt x="2923" y="3"/>
                    <a:pt x="2903" y="9"/>
                  </a:cubicBezTo>
                  <a:lnTo>
                    <a:pt x="230" y="828"/>
                  </a:lnTo>
                  <a:cubicBezTo>
                    <a:pt x="0" y="900"/>
                    <a:pt x="74" y="1223"/>
                    <a:pt x="282" y="1223"/>
                  </a:cubicBezTo>
                  <a:cubicBezTo>
                    <a:pt x="303" y="1223"/>
                    <a:pt x="326" y="1219"/>
                    <a:pt x="350" y="1212"/>
                  </a:cubicBezTo>
                  <a:lnTo>
                    <a:pt x="3019" y="393"/>
                  </a:lnTo>
                  <a:cubicBezTo>
                    <a:pt x="3124" y="361"/>
                    <a:pt x="3185" y="248"/>
                    <a:pt x="3153" y="140"/>
                  </a:cubicBezTo>
                  <a:cubicBezTo>
                    <a:pt x="3126" y="55"/>
                    <a:pt x="3047" y="0"/>
                    <a:pt x="29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88"/>
            <p:cNvSpPr/>
            <p:nvPr/>
          </p:nvSpPr>
          <p:spPr>
            <a:xfrm>
              <a:off x="2763377" y="3815482"/>
              <a:ext cx="32510" cy="81091"/>
            </a:xfrm>
            <a:custGeom>
              <a:rect b="b" l="l" r="r" t="t"/>
              <a:pathLst>
                <a:path extrusionOk="0" h="3093" w="1240">
                  <a:moveTo>
                    <a:pt x="244" y="1"/>
                  </a:moveTo>
                  <a:cubicBezTo>
                    <a:pt x="124" y="1"/>
                    <a:pt x="1" y="103"/>
                    <a:pt x="44" y="259"/>
                  </a:cubicBezTo>
                  <a:lnTo>
                    <a:pt x="812" y="2946"/>
                  </a:lnTo>
                  <a:cubicBezTo>
                    <a:pt x="841" y="3048"/>
                    <a:pt x="919" y="3093"/>
                    <a:pt x="999" y="3093"/>
                  </a:cubicBezTo>
                  <a:cubicBezTo>
                    <a:pt x="1118" y="3093"/>
                    <a:pt x="1240" y="2992"/>
                    <a:pt x="1196" y="2837"/>
                  </a:cubicBezTo>
                  <a:lnTo>
                    <a:pt x="432" y="146"/>
                  </a:lnTo>
                  <a:cubicBezTo>
                    <a:pt x="402" y="45"/>
                    <a:pt x="324"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88"/>
            <p:cNvSpPr/>
            <p:nvPr/>
          </p:nvSpPr>
          <p:spPr>
            <a:xfrm>
              <a:off x="2806112" y="3813070"/>
              <a:ext cx="33716" cy="80566"/>
            </a:xfrm>
            <a:custGeom>
              <a:rect b="b" l="l" r="r" t="t"/>
              <a:pathLst>
                <a:path extrusionOk="0" h="3073" w="1286">
                  <a:moveTo>
                    <a:pt x="1041" y="1"/>
                  </a:moveTo>
                  <a:cubicBezTo>
                    <a:pt x="963" y="1"/>
                    <a:pt x="887" y="44"/>
                    <a:pt x="855" y="144"/>
                  </a:cubicBezTo>
                  <a:lnTo>
                    <a:pt x="37" y="2813"/>
                  </a:lnTo>
                  <a:cubicBezTo>
                    <a:pt x="1" y="2918"/>
                    <a:pt x="62" y="3031"/>
                    <a:pt x="167" y="3063"/>
                  </a:cubicBezTo>
                  <a:cubicBezTo>
                    <a:pt x="187" y="3069"/>
                    <a:pt x="207" y="3072"/>
                    <a:pt x="227" y="3072"/>
                  </a:cubicBezTo>
                  <a:cubicBezTo>
                    <a:pt x="312" y="3072"/>
                    <a:pt x="391" y="3018"/>
                    <a:pt x="417" y="2933"/>
                  </a:cubicBezTo>
                  <a:lnTo>
                    <a:pt x="1239" y="260"/>
                  </a:lnTo>
                  <a:cubicBezTo>
                    <a:pt x="1286" y="105"/>
                    <a:pt x="1163" y="1"/>
                    <a:pt x="10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88"/>
            <p:cNvSpPr/>
            <p:nvPr/>
          </p:nvSpPr>
          <p:spPr>
            <a:xfrm>
              <a:off x="2857655" y="3970900"/>
              <a:ext cx="138402" cy="139739"/>
            </a:xfrm>
            <a:custGeom>
              <a:rect b="b" l="l" r="r" t="t"/>
              <a:pathLst>
                <a:path extrusionOk="0" h="5330" w="5279">
                  <a:moveTo>
                    <a:pt x="2627" y="1636"/>
                  </a:moveTo>
                  <a:lnTo>
                    <a:pt x="2920" y="1929"/>
                  </a:lnTo>
                  <a:lnTo>
                    <a:pt x="2728" y="2124"/>
                  </a:lnTo>
                  <a:lnTo>
                    <a:pt x="2431" y="1831"/>
                  </a:lnTo>
                  <a:lnTo>
                    <a:pt x="2627" y="1636"/>
                  </a:lnTo>
                  <a:close/>
                  <a:moveTo>
                    <a:pt x="2261" y="2226"/>
                  </a:moveTo>
                  <a:lnTo>
                    <a:pt x="2330" y="2295"/>
                  </a:lnTo>
                  <a:lnTo>
                    <a:pt x="2276" y="2349"/>
                  </a:lnTo>
                  <a:lnTo>
                    <a:pt x="2207" y="2280"/>
                  </a:lnTo>
                  <a:lnTo>
                    <a:pt x="2261" y="2226"/>
                  </a:lnTo>
                  <a:close/>
                  <a:moveTo>
                    <a:pt x="3558" y="2566"/>
                  </a:moveTo>
                  <a:lnTo>
                    <a:pt x="3851" y="2860"/>
                  </a:lnTo>
                  <a:lnTo>
                    <a:pt x="3659" y="3055"/>
                  </a:lnTo>
                  <a:lnTo>
                    <a:pt x="3362" y="2762"/>
                  </a:lnTo>
                  <a:lnTo>
                    <a:pt x="3558" y="2566"/>
                  </a:lnTo>
                  <a:close/>
                  <a:moveTo>
                    <a:pt x="3192" y="3157"/>
                  </a:moveTo>
                  <a:lnTo>
                    <a:pt x="3261" y="3225"/>
                  </a:lnTo>
                  <a:lnTo>
                    <a:pt x="3207" y="3280"/>
                  </a:lnTo>
                  <a:lnTo>
                    <a:pt x="3138" y="3211"/>
                  </a:lnTo>
                  <a:lnTo>
                    <a:pt x="3192" y="3157"/>
                  </a:lnTo>
                  <a:close/>
                  <a:moveTo>
                    <a:pt x="4489" y="3497"/>
                  </a:moveTo>
                  <a:lnTo>
                    <a:pt x="4782" y="3790"/>
                  </a:lnTo>
                  <a:lnTo>
                    <a:pt x="4586" y="3986"/>
                  </a:lnTo>
                  <a:lnTo>
                    <a:pt x="4293" y="3693"/>
                  </a:lnTo>
                  <a:lnTo>
                    <a:pt x="4489" y="3497"/>
                  </a:lnTo>
                  <a:close/>
                  <a:moveTo>
                    <a:pt x="4123" y="4087"/>
                  </a:moveTo>
                  <a:lnTo>
                    <a:pt x="4192" y="4156"/>
                  </a:lnTo>
                  <a:lnTo>
                    <a:pt x="4137" y="4211"/>
                  </a:lnTo>
                  <a:lnTo>
                    <a:pt x="4068" y="4142"/>
                  </a:lnTo>
                  <a:lnTo>
                    <a:pt x="4123" y="4087"/>
                  </a:lnTo>
                  <a:close/>
                  <a:moveTo>
                    <a:pt x="271" y="0"/>
                  </a:moveTo>
                  <a:cubicBezTo>
                    <a:pt x="134" y="0"/>
                    <a:pt x="0" y="144"/>
                    <a:pt x="92" y="303"/>
                  </a:cubicBezTo>
                  <a:lnTo>
                    <a:pt x="88" y="303"/>
                  </a:lnTo>
                  <a:cubicBezTo>
                    <a:pt x="461" y="958"/>
                    <a:pt x="918" y="1559"/>
                    <a:pt x="1450" y="2088"/>
                  </a:cubicBezTo>
                  <a:lnTo>
                    <a:pt x="2134" y="2773"/>
                  </a:lnTo>
                  <a:lnTo>
                    <a:pt x="2710" y="3349"/>
                  </a:lnTo>
                  <a:lnTo>
                    <a:pt x="2710" y="3352"/>
                  </a:lnTo>
                  <a:lnTo>
                    <a:pt x="3989" y="4627"/>
                  </a:lnTo>
                  <a:lnTo>
                    <a:pt x="3989" y="4631"/>
                  </a:lnTo>
                  <a:lnTo>
                    <a:pt x="3992" y="4631"/>
                  </a:lnTo>
                  <a:lnTo>
                    <a:pt x="4626" y="5264"/>
                  </a:lnTo>
                  <a:cubicBezTo>
                    <a:pt x="4670" y="5310"/>
                    <a:pt x="4720" y="5330"/>
                    <a:pt x="4768" y="5330"/>
                  </a:cubicBezTo>
                  <a:cubicBezTo>
                    <a:pt x="4924" y="5330"/>
                    <a:pt x="5058" y="5126"/>
                    <a:pt x="4909" y="4982"/>
                  </a:cubicBezTo>
                  <a:lnTo>
                    <a:pt x="4413" y="4486"/>
                  </a:lnTo>
                  <a:lnTo>
                    <a:pt x="4471" y="4428"/>
                  </a:lnTo>
                  <a:cubicBezTo>
                    <a:pt x="4505" y="4451"/>
                    <a:pt x="4543" y="4462"/>
                    <a:pt x="4581" y="4462"/>
                  </a:cubicBezTo>
                  <a:cubicBezTo>
                    <a:pt x="4633" y="4462"/>
                    <a:pt x="4683" y="4442"/>
                    <a:pt x="4720" y="4403"/>
                  </a:cubicBezTo>
                  <a:lnTo>
                    <a:pt x="5198" y="3924"/>
                  </a:lnTo>
                  <a:cubicBezTo>
                    <a:pt x="5278" y="3848"/>
                    <a:pt x="5278" y="3722"/>
                    <a:pt x="5198" y="3642"/>
                  </a:cubicBezTo>
                  <a:lnTo>
                    <a:pt x="4619" y="3066"/>
                  </a:lnTo>
                  <a:cubicBezTo>
                    <a:pt x="4581" y="3026"/>
                    <a:pt x="4530" y="3006"/>
                    <a:pt x="4479" y="3006"/>
                  </a:cubicBezTo>
                  <a:cubicBezTo>
                    <a:pt x="4428" y="3006"/>
                    <a:pt x="4376" y="3026"/>
                    <a:pt x="4337" y="3066"/>
                  </a:cubicBezTo>
                  <a:lnTo>
                    <a:pt x="3858" y="3541"/>
                  </a:lnTo>
                  <a:cubicBezTo>
                    <a:pt x="3793" y="3609"/>
                    <a:pt x="3782" y="3714"/>
                    <a:pt x="3833" y="3794"/>
                  </a:cubicBezTo>
                  <a:lnTo>
                    <a:pt x="3779" y="3852"/>
                  </a:lnTo>
                  <a:lnTo>
                    <a:pt x="3482" y="3555"/>
                  </a:lnTo>
                  <a:lnTo>
                    <a:pt x="3540" y="3497"/>
                  </a:lnTo>
                  <a:cubicBezTo>
                    <a:pt x="3574" y="3520"/>
                    <a:pt x="3612" y="3532"/>
                    <a:pt x="3651" y="3532"/>
                  </a:cubicBezTo>
                  <a:cubicBezTo>
                    <a:pt x="3702" y="3532"/>
                    <a:pt x="3752" y="3511"/>
                    <a:pt x="3790" y="3472"/>
                  </a:cubicBezTo>
                  <a:lnTo>
                    <a:pt x="4268" y="2997"/>
                  </a:lnTo>
                  <a:cubicBezTo>
                    <a:pt x="4347" y="2918"/>
                    <a:pt x="4347" y="2791"/>
                    <a:pt x="4268" y="2711"/>
                  </a:cubicBezTo>
                  <a:lnTo>
                    <a:pt x="3699" y="2143"/>
                  </a:lnTo>
                  <a:cubicBezTo>
                    <a:pt x="3659" y="2103"/>
                    <a:pt x="3608" y="2083"/>
                    <a:pt x="3556" y="2083"/>
                  </a:cubicBezTo>
                  <a:cubicBezTo>
                    <a:pt x="3505" y="2083"/>
                    <a:pt x="3455" y="2103"/>
                    <a:pt x="3417" y="2143"/>
                  </a:cubicBezTo>
                  <a:lnTo>
                    <a:pt x="2939" y="2621"/>
                  </a:lnTo>
                  <a:cubicBezTo>
                    <a:pt x="2870" y="2686"/>
                    <a:pt x="2862" y="2791"/>
                    <a:pt x="2913" y="2871"/>
                  </a:cubicBezTo>
                  <a:lnTo>
                    <a:pt x="2855" y="2928"/>
                  </a:lnTo>
                  <a:lnTo>
                    <a:pt x="2562" y="2632"/>
                  </a:lnTo>
                  <a:lnTo>
                    <a:pt x="2620" y="2577"/>
                  </a:lnTo>
                  <a:cubicBezTo>
                    <a:pt x="2652" y="2599"/>
                    <a:pt x="2689" y="2609"/>
                    <a:pt x="2727" y="2609"/>
                  </a:cubicBezTo>
                  <a:cubicBezTo>
                    <a:pt x="2778" y="2609"/>
                    <a:pt x="2830" y="2589"/>
                    <a:pt x="2870" y="2552"/>
                  </a:cubicBezTo>
                  <a:lnTo>
                    <a:pt x="3348" y="2074"/>
                  </a:lnTo>
                  <a:cubicBezTo>
                    <a:pt x="3424" y="1994"/>
                    <a:pt x="3424" y="1867"/>
                    <a:pt x="3348" y="1791"/>
                  </a:cubicBezTo>
                  <a:lnTo>
                    <a:pt x="2768" y="1212"/>
                  </a:lnTo>
                  <a:cubicBezTo>
                    <a:pt x="2730" y="1172"/>
                    <a:pt x="2680" y="1152"/>
                    <a:pt x="2628" y="1152"/>
                  </a:cubicBezTo>
                  <a:cubicBezTo>
                    <a:pt x="2577" y="1152"/>
                    <a:pt x="2526" y="1172"/>
                    <a:pt x="2486" y="1212"/>
                  </a:cubicBezTo>
                  <a:lnTo>
                    <a:pt x="2008" y="1690"/>
                  </a:lnTo>
                  <a:cubicBezTo>
                    <a:pt x="1943" y="1755"/>
                    <a:pt x="1932" y="1860"/>
                    <a:pt x="1982" y="1940"/>
                  </a:cubicBezTo>
                  <a:lnTo>
                    <a:pt x="1924" y="1998"/>
                  </a:lnTo>
                  <a:lnTo>
                    <a:pt x="1736" y="1806"/>
                  </a:lnTo>
                  <a:cubicBezTo>
                    <a:pt x="1229" y="1299"/>
                    <a:pt x="791" y="726"/>
                    <a:pt x="440" y="104"/>
                  </a:cubicBezTo>
                  <a:cubicBezTo>
                    <a:pt x="397" y="31"/>
                    <a:pt x="334"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88"/>
            <p:cNvSpPr/>
            <p:nvPr/>
          </p:nvSpPr>
          <p:spPr>
            <a:xfrm>
              <a:off x="2749062" y="3891146"/>
              <a:ext cx="282022" cy="280318"/>
            </a:xfrm>
            <a:custGeom>
              <a:rect b="b" l="l" r="r" t="t"/>
              <a:pathLst>
                <a:path extrusionOk="0" h="10692" w="10757">
                  <a:moveTo>
                    <a:pt x="4901" y="5951"/>
                  </a:moveTo>
                  <a:cubicBezTo>
                    <a:pt x="4945" y="5951"/>
                    <a:pt x="4990" y="5955"/>
                    <a:pt x="5034" y="5963"/>
                  </a:cubicBezTo>
                  <a:lnTo>
                    <a:pt x="5089" y="6018"/>
                  </a:lnTo>
                  <a:lnTo>
                    <a:pt x="4198" y="6909"/>
                  </a:lnTo>
                  <a:cubicBezTo>
                    <a:pt x="4118" y="6644"/>
                    <a:pt x="4187" y="6362"/>
                    <a:pt x="4379" y="6166"/>
                  </a:cubicBezTo>
                  <a:cubicBezTo>
                    <a:pt x="4520" y="6027"/>
                    <a:pt x="4708" y="5951"/>
                    <a:pt x="4901" y="5951"/>
                  </a:cubicBezTo>
                  <a:close/>
                  <a:moveTo>
                    <a:pt x="5371" y="6304"/>
                  </a:moveTo>
                  <a:lnTo>
                    <a:pt x="5443" y="6369"/>
                  </a:lnTo>
                  <a:lnTo>
                    <a:pt x="4491" y="7321"/>
                  </a:lnTo>
                  <a:lnTo>
                    <a:pt x="4419" y="7253"/>
                  </a:lnTo>
                  <a:lnTo>
                    <a:pt x="5371" y="6304"/>
                  </a:lnTo>
                  <a:close/>
                  <a:moveTo>
                    <a:pt x="5722" y="6651"/>
                  </a:moveTo>
                  <a:lnTo>
                    <a:pt x="6019" y="6948"/>
                  </a:lnTo>
                  <a:lnTo>
                    <a:pt x="5067" y="7897"/>
                  </a:lnTo>
                  <a:lnTo>
                    <a:pt x="4773" y="7604"/>
                  </a:lnTo>
                  <a:lnTo>
                    <a:pt x="5722" y="6651"/>
                  </a:lnTo>
                  <a:close/>
                  <a:moveTo>
                    <a:pt x="6302" y="7231"/>
                  </a:moveTo>
                  <a:lnTo>
                    <a:pt x="6371" y="7300"/>
                  </a:lnTo>
                  <a:lnTo>
                    <a:pt x="5422" y="8249"/>
                  </a:lnTo>
                  <a:lnTo>
                    <a:pt x="5353" y="8180"/>
                  </a:lnTo>
                  <a:lnTo>
                    <a:pt x="6302" y="7231"/>
                  </a:lnTo>
                  <a:close/>
                  <a:moveTo>
                    <a:pt x="6653" y="7582"/>
                  </a:moveTo>
                  <a:lnTo>
                    <a:pt x="6950" y="7876"/>
                  </a:lnTo>
                  <a:lnTo>
                    <a:pt x="5998" y="8828"/>
                  </a:lnTo>
                  <a:lnTo>
                    <a:pt x="5704" y="8531"/>
                  </a:lnTo>
                  <a:lnTo>
                    <a:pt x="6653" y="7582"/>
                  </a:lnTo>
                  <a:close/>
                  <a:moveTo>
                    <a:pt x="7233" y="8158"/>
                  </a:moveTo>
                  <a:lnTo>
                    <a:pt x="7301" y="8227"/>
                  </a:lnTo>
                  <a:lnTo>
                    <a:pt x="6349" y="9179"/>
                  </a:lnTo>
                  <a:lnTo>
                    <a:pt x="6280" y="9111"/>
                  </a:lnTo>
                  <a:lnTo>
                    <a:pt x="7233" y="8158"/>
                  </a:lnTo>
                  <a:close/>
                  <a:moveTo>
                    <a:pt x="7584" y="8509"/>
                  </a:moveTo>
                  <a:lnTo>
                    <a:pt x="7638" y="8564"/>
                  </a:lnTo>
                  <a:cubicBezTo>
                    <a:pt x="7682" y="8803"/>
                    <a:pt x="7606" y="9049"/>
                    <a:pt x="7435" y="9223"/>
                  </a:cubicBezTo>
                  <a:cubicBezTo>
                    <a:pt x="7294" y="9362"/>
                    <a:pt x="7104" y="9436"/>
                    <a:pt x="6911" y="9436"/>
                  </a:cubicBezTo>
                  <a:cubicBezTo>
                    <a:pt x="6838" y="9436"/>
                    <a:pt x="6765" y="9426"/>
                    <a:pt x="6693" y="9404"/>
                  </a:cubicBezTo>
                  <a:lnTo>
                    <a:pt x="7584" y="8509"/>
                  </a:lnTo>
                  <a:close/>
                  <a:moveTo>
                    <a:pt x="4361" y="5333"/>
                  </a:moveTo>
                  <a:cubicBezTo>
                    <a:pt x="4455" y="5413"/>
                    <a:pt x="4549" y="5496"/>
                    <a:pt x="4643" y="5579"/>
                  </a:cubicBezTo>
                  <a:cubicBezTo>
                    <a:pt x="3850" y="5764"/>
                    <a:pt x="3502" y="6695"/>
                    <a:pt x="3977" y="7354"/>
                  </a:cubicBezTo>
                  <a:lnTo>
                    <a:pt x="3980" y="7361"/>
                  </a:lnTo>
                  <a:lnTo>
                    <a:pt x="3984" y="7365"/>
                  </a:lnTo>
                  <a:lnTo>
                    <a:pt x="3988" y="7368"/>
                  </a:lnTo>
                  <a:cubicBezTo>
                    <a:pt x="4020" y="7412"/>
                    <a:pt x="4056" y="7455"/>
                    <a:pt x="4096" y="7492"/>
                  </a:cubicBezTo>
                  <a:lnTo>
                    <a:pt x="4346" y="7742"/>
                  </a:lnTo>
                  <a:lnTo>
                    <a:pt x="6106" y="9502"/>
                  </a:lnTo>
                  <a:cubicBezTo>
                    <a:pt x="6146" y="9545"/>
                    <a:pt x="6190" y="9581"/>
                    <a:pt x="6237" y="9614"/>
                  </a:cubicBezTo>
                  <a:cubicBezTo>
                    <a:pt x="6445" y="9767"/>
                    <a:pt x="6681" y="9838"/>
                    <a:pt x="6912" y="9838"/>
                  </a:cubicBezTo>
                  <a:cubicBezTo>
                    <a:pt x="7417" y="9838"/>
                    <a:pt x="7900" y="9500"/>
                    <a:pt x="8022" y="8951"/>
                  </a:cubicBezTo>
                  <a:lnTo>
                    <a:pt x="8279" y="9205"/>
                  </a:lnTo>
                  <a:cubicBezTo>
                    <a:pt x="8207" y="9404"/>
                    <a:pt x="8091" y="9581"/>
                    <a:pt x="7946" y="9730"/>
                  </a:cubicBezTo>
                  <a:lnTo>
                    <a:pt x="7942" y="9730"/>
                  </a:lnTo>
                  <a:cubicBezTo>
                    <a:pt x="7658" y="10014"/>
                    <a:pt x="7285" y="10156"/>
                    <a:pt x="6912" y="10156"/>
                  </a:cubicBezTo>
                  <a:cubicBezTo>
                    <a:pt x="6539" y="10156"/>
                    <a:pt x="6166" y="10014"/>
                    <a:pt x="5882" y="9730"/>
                  </a:cubicBezTo>
                  <a:lnTo>
                    <a:pt x="3868" y="7720"/>
                  </a:lnTo>
                  <a:cubicBezTo>
                    <a:pt x="3129" y="6981"/>
                    <a:pt x="3386" y="5721"/>
                    <a:pt x="4361" y="5333"/>
                  </a:cubicBezTo>
                  <a:close/>
                  <a:moveTo>
                    <a:pt x="10068" y="9339"/>
                  </a:moveTo>
                  <a:lnTo>
                    <a:pt x="10257" y="9527"/>
                  </a:lnTo>
                  <a:lnTo>
                    <a:pt x="9576" y="10204"/>
                  </a:lnTo>
                  <a:lnTo>
                    <a:pt x="9388" y="10016"/>
                  </a:lnTo>
                  <a:lnTo>
                    <a:pt x="10068" y="9339"/>
                  </a:lnTo>
                  <a:close/>
                  <a:moveTo>
                    <a:pt x="3284" y="0"/>
                  </a:moveTo>
                  <a:cubicBezTo>
                    <a:pt x="3234" y="0"/>
                    <a:pt x="3183" y="19"/>
                    <a:pt x="3144" y="60"/>
                  </a:cubicBezTo>
                  <a:lnTo>
                    <a:pt x="1738" y="1461"/>
                  </a:lnTo>
                  <a:cubicBezTo>
                    <a:pt x="1599" y="1606"/>
                    <a:pt x="1730" y="1805"/>
                    <a:pt x="1883" y="1805"/>
                  </a:cubicBezTo>
                  <a:cubicBezTo>
                    <a:pt x="1929" y="1805"/>
                    <a:pt x="1977" y="1787"/>
                    <a:pt x="2021" y="1744"/>
                  </a:cubicBezTo>
                  <a:lnTo>
                    <a:pt x="3187" y="581"/>
                  </a:lnTo>
                  <a:lnTo>
                    <a:pt x="3336" y="1088"/>
                  </a:lnTo>
                  <a:lnTo>
                    <a:pt x="1137" y="3287"/>
                  </a:lnTo>
                  <a:lnTo>
                    <a:pt x="630" y="3138"/>
                  </a:lnTo>
                  <a:lnTo>
                    <a:pt x="1463" y="2302"/>
                  </a:lnTo>
                  <a:cubicBezTo>
                    <a:pt x="1470" y="2298"/>
                    <a:pt x="1474" y="2291"/>
                    <a:pt x="1478" y="2287"/>
                  </a:cubicBezTo>
                  <a:cubicBezTo>
                    <a:pt x="1606" y="2139"/>
                    <a:pt x="1474" y="1954"/>
                    <a:pt x="1324" y="1954"/>
                  </a:cubicBezTo>
                  <a:cubicBezTo>
                    <a:pt x="1275" y="1954"/>
                    <a:pt x="1225" y="1973"/>
                    <a:pt x="1181" y="2019"/>
                  </a:cubicBezTo>
                  <a:lnTo>
                    <a:pt x="109" y="3095"/>
                  </a:lnTo>
                  <a:cubicBezTo>
                    <a:pt x="0" y="3200"/>
                    <a:pt x="47" y="3381"/>
                    <a:pt x="192" y="3428"/>
                  </a:cubicBezTo>
                  <a:lnTo>
                    <a:pt x="1137" y="3703"/>
                  </a:lnTo>
                  <a:lnTo>
                    <a:pt x="1485" y="3805"/>
                  </a:lnTo>
                  <a:cubicBezTo>
                    <a:pt x="2394" y="4069"/>
                    <a:pt x="3249" y="4496"/>
                    <a:pt x="4009" y="5061"/>
                  </a:cubicBezTo>
                  <a:cubicBezTo>
                    <a:pt x="3854" y="5145"/>
                    <a:pt x="3712" y="5253"/>
                    <a:pt x="3586" y="5377"/>
                  </a:cubicBezTo>
                  <a:cubicBezTo>
                    <a:pt x="2861" y="6104"/>
                    <a:pt x="2861" y="7282"/>
                    <a:pt x="3586" y="8006"/>
                  </a:cubicBezTo>
                  <a:lnTo>
                    <a:pt x="5596" y="10016"/>
                  </a:lnTo>
                  <a:cubicBezTo>
                    <a:pt x="5966" y="10388"/>
                    <a:pt x="6441" y="10565"/>
                    <a:pt x="6911" y="10565"/>
                  </a:cubicBezTo>
                  <a:cubicBezTo>
                    <a:pt x="7589" y="10565"/>
                    <a:pt x="8256" y="10197"/>
                    <a:pt x="8584" y="9516"/>
                  </a:cubicBezTo>
                  <a:lnTo>
                    <a:pt x="8957" y="9886"/>
                  </a:lnTo>
                  <a:cubicBezTo>
                    <a:pt x="8888" y="9965"/>
                    <a:pt x="8888" y="10088"/>
                    <a:pt x="8964" y="10161"/>
                  </a:cubicBezTo>
                  <a:lnTo>
                    <a:pt x="9435" y="10632"/>
                  </a:lnTo>
                  <a:cubicBezTo>
                    <a:pt x="9474" y="10671"/>
                    <a:pt x="9526" y="10691"/>
                    <a:pt x="9578" y="10691"/>
                  </a:cubicBezTo>
                  <a:cubicBezTo>
                    <a:pt x="9629" y="10691"/>
                    <a:pt x="9681" y="10671"/>
                    <a:pt x="9721" y="10632"/>
                  </a:cubicBezTo>
                  <a:lnTo>
                    <a:pt x="10681" y="9672"/>
                  </a:lnTo>
                  <a:cubicBezTo>
                    <a:pt x="10757" y="9596"/>
                    <a:pt x="10757" y="9469"/>
                    <a:pt x="10681" y="9389"/>
                  </a:cubicBezTo>
                  <a:lnTo>
                    <a:pt x="10681" y="9386"/>
                  </a:lnTo>
                  <a:lnTo>
                    <a:pt x="10210" y="8915"/>
                  </a:lnTo>
                  <a:cubicBezTo>
                    <a:pt x="10170" y="8876"/>
                    <a:pt x="10119" y="8856"/>
                    <a:pt x="10068" y="8856"/>
                  </a:cubicBezTo>
                  <a:cubicBezTo>
                    <a:pt x="10020" y="8856"/>
                    <a:pt x="9973" y="8873"/>
                    <a:pt x="9934" y="8908"/>
                  </a:cubicBezTo>
                  <a:lnTo>
                    <a:pt x="9619" y="8593"/>
                  </a:lnTo>
                  <a:cubicBezTo>
                    <a:pt x="9575" y="8550"/>
                    <a:pt x="9526" y="8532"/>
                    <a:pt x="9480" y="8532"/>
                  </a:cubicBezTo>
                  <a:cubicBezTo>
                    <a:pt x="9325" y="8532"/>
                    <a:pt x="9194" y="8730"/>
                    <a:pt x="9333" y="8875"/>
                  </a:cubicBezTo>
                  <a:lnTo>
                    <a:pt x="9652" y="9190"/>
                  </a:lnTo>
                  <a:lnTo>
                    <a:pt x="9243" y="9603"/>
                  </a:lnTo>
                  <a:lnTo>
                    <a:pt x="8649" y="9009"/>
                  </a:lnTo>
                  <a:lnTo>
                    <a:pt x="5183" y="5543"/>
                  </a:lnTo>
                  <a:cubicBezTo>
                    <a:pt x="4976" y="5337"/>
                    <a:pt x="4755" y="5141"/>
                    <a:pt x="4527" y="4956"/>
                  </a:cubicBezTo>
                  <a:cubicBezTo>
                    <a:pt x="3665" y="4254"/>
                    <a:pt x="2669" y="3732"/>
                    <a:pt x="1601" y="3424"/>
                  </a:cubicBezTo>
                  <a:lnTo>
                    <a:pt x="1576" y="3417"/>
                  </a:lnTo>
                  <a:lnTo>
                    <a:pt x="3466" y="1527"/>
                  </a:lnTo>
                  <a:lnTo>
                    <a:pt x="3473" y="1552"/>
                  </a:lnTo>
                  <a:cubicBezTo>
                    <a:pt x="3575" y="1903"/>
                    <a:pt x="3701" y="2251"/>
                    <a:pt x="3850" y="2588"/>
                  </a:cubicBezTo>
                  <a:cubicBezTo>
                    <a:pt x="3888" y="2674"/>
                    <a:pt x="3958" y="2710"/>
                    <a:pt x="4027" y="2710"/>
                  </a:cubicBezTo>
                  <a:cubicBezTo>
                    <a:pt x="4157" y="2710"/>
                    <a:pt x="4286" y="2586"/>
                    <a:pt x="4216" y="2428"/>
                  </a:cubicBezTo>
                  <a:cubicBezTo>
                    <a:pt x="4074" y="2106"/>
                    <a:pt x="3955" y="1777"/>
                    <a:pt x="3854" y="1440"/>
                  </a:cubicBezTo>
                  <a:lnTo>
                    <a:pt x="3477" y="143"/>
                  </a:lnTo>
                  <a:cubicBezTo>
                    <a:pt x="3450" y="53"/>
                    <a:pt x="3367" y="0"/>
                    <a:pt x="3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9" name="Google Shape;17159;p88"/>
          <p:cNvGrpSpPr/>
          <p:nvPr/>
        </p:nvGrpSpPr>
        <p:grpSpPr>
          <a:xfrm>
            <a:off x="3577902" y="3813018"/>
            <a:ext cx="346962" cy="358393"/>
            <a:chOff x="3577903" y="3813018"/>
            <a:chExt cx="346962" cy="358393"/>
          </a:xfrm>
        </p:grpSpPr>
        <p:sp>
          <p:nvSpPr>
            <p:cNvPr id="17160" name="Google Shape;17160;p88"/>
            <p:cNvSpPr/>
            <p:nvPr/>
          </p:nvSpPr>
          <p:spPr>
            <a:xfrm>
              <a:off x="3682904" y="3818314"/>
              <a:ext cx="133919" cy="160818"/>
            </a:xfrm>
            <a:custGeom>
              <a:rect b="b" l="l" r="r" t="t"/>
              <a:pathLst>
                <a:path extrusionOk="0" h="6134" w="5108">
                  <a:moveTo>
                    <a:pt x="2613" y="0"/>
                  </a:moveTo>
                  <a:cubicBezTo>
                    <a:pt x="2094" y="0"/>
                    <a:pt x="1578" y="162"/>
                    <a:pt x="1142" y="480"/>
                  </a:cubicBezTo>
                  <a:cubicBezTo>
                    <a:pt x="385" y="1031"/>
                    <a:pt x="1" y="1965"/>
                    <a:pt x="149" y="2892"/>
                  </a:cubicBezTo>
                  <a:cubicBezTo>
                    <a:pt x="298" y="3816"/>
                    <a:pt x="953" y="4584"/>
                    <a:pt x="1848" y="4870"/>
                  </a:cubicBezTo>
                  <a:lnTo>
                    <a:pt x="2608" y="6134"/>
                  </a:lnTo>
                  <a:lnTo>
                    <a:pt x="3372" y="4870"/>
                  </a:lnTo>
                  <a:cubicBezTo>
                    <a:pt x="4405" y="4540"/>
                    <a:pt x="5107" y="3580"/>
                    <a:pt x="5107" y="2494"/>
                  </a:cubicBezTo>
                  <a:cubicBezTo>
                    <a:pt x="5107" y="1556"/>
                    <a:pt x="4579" y="697"/>
                    <a:pt x="3742" y="270"/>
                  </a:cubicBezTo>
                  <a:cubicBezTo>
                    <a:pt x="3385" y="90"/>
                    <a:pt x="2999" y="0"/>
                    <a:pt x="261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88"/>
            <p:cNvSpPr/>
            <p:nvPr/>
          </p:nvSpPr>
          <p:spPr>
            <a:xfrm>
              <a:off x="3737803" y="3848176"/>
              <a:ext cx="47401" cy="47401"/>
            </a:xfrm>
            <a:custGeom>
              <a:rect b="b" l="l" r="r" t="t"/>
              <a:pathLst>
                <a:path extrusionOk="0" h="1808" w="1808">
                  <a:moveTo>
                    <a:pt x="902" y="0"/>
                  </a:moveTo>
                  <a:cubicBezTo>
                    <a:pt x="402" y="0"/>
                    <a:pt x="0" y="406"/>
                    <a:pt x="0" y="906"/>
                  </a:cubicBezTo>
                  <a:cubicBezTo>
                    <a:pt x="0" y="1402"/>
                    <a:pt x="402" y="1808"/>
                    <a:pt x="902" y="1808"/>
                  </a:cubicBezTo>
                  <a:cubicBezTo>
                    <a:pt x="1402" y="1808"/>
                    <a:pt x="1807" y="1402"/>
                    <a:pt x="1807" y="906"/>
                  </a:cubicBezTo>
                  <a:cubicBezTo>
                    <a:pt x="1807" y="406"/>
                    <a:pt x="1402" y="0"/>
                    <a:pt x="902"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88"/>
            <p:cNvSpPr/>
            <p:nvPr/>
          </p:nvSpPr>
          <p:spPr>
            <a:xfrm>
              <a:off x="3583198" y="3969222"/>
              <a:ext cx="84080" cy="196972"/>
            </a:xfrm>
            <a:custGeom>
              <a:rect b="b" l="l" r="r" t="t"/>
              <a:pathLst>
                <a:path extrusionOk="0" h="7513" w="3207">
                  <a:moveTo>
                    <a:pt x="3206" y="1"/>
                  </a:moveTo>
                  <a:lnTo>
                    <a:pt x="1" y="1073"/>
                  </a:lnTo>
                  <a:lnTo>
                    <a:pt x="1" y="7512"/>
                  </a:lnTo>
                  <a:lnTo>
                    <a:pt x="3206" y="6440"/>
                  </a:lnTo>
                  <a:lnTo>
                    <a:pt x="3206"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88"/>
            <p:cNvSpPr/>
            <p:nvPr/>
          </p:nvSpPr>
          <p:spPr>
            <a:xfrm>
              <a:off x="3667252" y="3969222"/>
              <a:ext cx="84132" cy="196972"/>
            </a:xfrm>
            <a:custGeom>
              <a:rect b="b" l="l" r="r" t="t"/>
              <a:pathLst>
                <a:path extrusionOk="0" h="7513" w="3209">
                  <a:moveTo>
                    <a:pt x="0" y="1"/>
                  </a:moveTo>
                  <a:lnTo>
                    <a:pt x="0" y="6440"/>
                  </a:lnTo>
                  <a:lnTo>
                    <a:pt x="3209" y="7512"/>
                  </a:lnTo>
                  <a:lnTo>
                    <a:pt x="3209" y="1073"/>
                  </a:lnTo>
                  <a:lnTo>
                    <a:pt x="0"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88"/>
            <p:cNvSpPr/>
            <p:nvPr/>
          </p:nvSpPr>
          <p:spPr>
            <a:xfrm>
              <a:off x="3751357" y="3969222"/>
              <a:ext cx="84158" cy="196972"/>
            </a:xfrm>
            <a:custGeom>
              <a:rect b="b" l="l" r="r" t="t"/>
              <a:pathLst>
                <a:path extrusionOk="0" h="7513" w="3210">
                  <a:moveTo>
                    <a:pt x="3210" y="1"/>
                  </a:moveTo>
                  <a:lnTo>
                    <a:pt x="1" y="1073"/>
                  </a:lnTo>
                  <a:lnTo>
                    <a:pt x="1" y="7512"/>
                  </a:lnTo>
                  <a:lnTo>
                    <a:pt x="3210" y="6440"/>
                  </a:lnTo>
                  <a:lnTo>
                    <a:pt x="3210"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88"/>
            <p:cNvSpPr/>
            <p:nvPr/>
          </p:nvSpPr>
          <p:spPr>
            <a:xfrm>
              <a:off x="3835489" y="3969222"/>
              <a:ext cx="84053" cy="196972"/>
            </a:xfrm>
            <a:custGeom>
              <a:rect b="b" l="l" r="r" t="t"/>
              <a:pathLst>
                <a:path extrusionOk="0" h="7513" w="3206">
                  <a:moveTo>
                    <a:pt x="1" y="1"/>
                  </a:moveTo>
                  <a:lnTo>
                    <a:pt x="1" y="6440"/>
                  </a:lnTo>
                  <a:lnTo>
                    <a:pt x="3206" y="7512"/>
                  </a:lnTo>
                  <a:lnTo>
                    <a:pt x="3206" y="1073"/>
                  </a:lnTo>
                  <a:lnTo>
                    <a:pt x="1"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88"/>
            <p:cNvSpPr/>
            <p:nvPr/>
          </p:nvSpPr>
          <p:spPr>
            <a:xfrm>
              <a:off x="3596989" y="3983851"/>
              <a:ext cx="308711" cy="167713"/>
            </a:xfrm>
            <a:custGeom>
              <a:rect b="b" l="l" r="r" t="t"/>
              <a:pathLst>
                <a:path extrusionOk="0" h="6397" w="11775">
                  <a:moveTo>
                    <a:pt x="2680" y="1"/>
                  </a:moveTo>
                  <a:lnTo>
                    <a:pt x="0" y="895"/>
                  </a:lnTo>
                  <a:lnTo>
                    <a:pt x="0" y="6219"/>
                  </a:lnTo>
                  <a:lnTo>
                    <a:pt x="2513" y="5383"/>
                  </a:lnTo>
                  <a:cubicBezTo>
                    <a:pt x="2568" y="5364"/>
                    <a:pt x="2624" y="5355"/>
                    <a:pt x="2680" y="5355"/>
                  </a:cubicBezTo>
                  <a:cubicBezTo>
                    <a:pt x="2736" y="5355"/>
                    <a:pt x="2792" y="5364"/>
                    <a:pt x="2847" y="5383"/>
                  </a:cubicBezTo>
                  <a:lnTo>
                    <a:pt x="3118" y="5473"/>
                  </a:lnTo>
                  <a:lnTo>
                    <a:pt x="5889" y="6397"/>
                  </a:lnTo>
                  <a:lnTo>
                    <a:pt x="8928" y="5383"/>
                  </a:lnTo>
                  <a:cubicBezTo>
                    <a:pt x="8982" y="5364"/>
                    <a:pt x="9039" y="5355"/>
                    <a:pt x="9096" y="5355"/>
                  </a:cubicBezTo>
                  <a:cubicBezTo>
                    <a:pt x="9153" y="5355"/>
                    <a:pt x="9210" y="5364"/>
                    <a:pt x="9264" y="5383"/>
                  </a:cubicBezTo>
                  <a:lnTo>
                    <a:pt x="9532" y="5473"/>
                  </a:lnTo>
                  <a:lnTo>
                    <a:pt x="11774" y="6219"/>
                  </a:lnTo>
                  <a:lnTo>
                    <a:pt x="11774" y="895"/>
                  </a:lnTo>
                  <a:lnTo>
                    <a:pt x="9532" y="146"/>
                  </a:lnTo>
                  <a:lnTo>
                    <a:pt x="9094" y="1"/>
                  </a:lnTo>
                  <a:lnTo>
                    <a:pt x="6056" y="1015"/>
                  </a:lnTo>
                  <a:cubicBezTo>
                    <a:pt x="6001" y="1033"/>
                    <a:pt x="5945" y="1042"/>
                    <a:pt x="5889" y="1042"/>
                  </a:cubicBezTo>
                  <a:cubicBezTo>
                    <a:pt x="5833" y="1042"/>
                    <a:pt x="5777" y="1033"/>
                    <a:pt x="5722" y="1015"/>
                  </a:cubicBezTo>
                  <a:lnTo>
                    <a:pt x="3115" y="146"/>
                  </a:lnTo>
                  <a:lnTo>
                    <a:pt x="2680"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88"/>
            <p:cNvSpPr/>
            <p:nvPr/>
          </p:nvSpPr>
          <p:spPr>
            <a:xfrm>
              <a:off x="3596989" y="3983851"/>
              <a:ext cx="70289" cy="163073"/>
            </a:xfrm>
            <a:custGeom>
              <a:rect b="b" l="l" r="r" t="t"/>
              <a:pathLst>
                <a:path extrusionOk="0" h="6220" w="2681">
                  <a:moveTo>
                    <a:pt x="2680" y="1"/>
                  </a:moveTo>
                  <a:lnTo>
                    <a:pt x="0" y="895"/>
                  </a:lnTo>
                  <a:lnTo>
                    <a:pt x="0" y="6219"/>
                  </a:lnTo>
                  <a:lnTo>
                    <a:pt x="2513" y="5383"/>
                  </a:lnTo>
                  <a:cubicBezTo>
                    <a:pt x="2568" y="5364"/>
                    <a:pt x="2622" y="5357"/>
                    <a:pt x="2680" y="5357"/>
                  </a:cubicBezTo>
                  <a:lnTo>
                    <a:pt x="268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88"/>
            <p:cNvSpPr/>
            <p:nvPr/>
          </p:nvSpPr>
          <p:spPr>
            <a:xfrm>
              <a:off x="3751357" y="3983851"/>
              <a:ext cx="84158" cy="167713"/>
            </a:xfrm>
            <a:custGeom>
              <a:rect b="b" l="l" r="r" t="t"/>
              <a:pathLst>
                <a:path extrusionOk="0" h="6397" w="3210">
                  <a:moveTo>
                    <a:pt x="3210" y="1"/>
                  </a:moveTo>
                  <a:lnTo>
                    <a:pt x="168" y="1015"/>
                  </a:lnTo>
                  <a:cubicBezTo>
                    <a:pt x="113" y="1033"/>
                    <a:pt x="55" y="1040"/>
                    <a:pt x="1" y="1040"/>
                  </a:cubicBezTo>
                  <a:lnTo>
                    <a:pt x="1" y="6397"/>
                  </a:lnTo>
                  <a:lnTo>
                    <a:pt x="3040" y="5383"/>
                  </a:lnTo>
                  <a:cubicBezTo>
                    <a:pt x="3094" y="5364"/>
                    <a:pt x="3152" y="5357"/>
                    <a:pt x="3210" y="5357"/>
                  </a:cubicBezTo>
                  <a:lnTo>
                    <a:pt x="321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88"/>
            <p:cNvSpPr/>
            <p:nvPr/>
          </p:nvSpPr>
          <p:spPr>
            <a:xfrm>
              <a:off x="3680911" y="3813018"/>
              <a:ext cx="144354" cy="171331"/>
            </a:xfrm>
            <a:custGeom>
              <a:rect b="b" l="l" r="r" t="t"/>
              <a:pathLst>
                <a:path extrusionOk="0" h="6535" w="5506">
                  <a:moveTo>
                    <a:pt x="2683" y="1"/>
                  </a:moveTo>
                  <a:cubicBezTo>
                    <a:pt x="2359" y="1"/>
                    <a:pt x="2033" y="59"/>
                    <a:pt x="1721" y="179"/>
                  </a:cubicBezTo>
                  <a:cubicBezTo>
                    <a:pt x="815" y="523"/>
                    <a:pt x="164" y="1330"/>
                    <a:pt x="19" y="2290"/>
                  </a:cubicBezTo>
                  <a:cubicBezTo>
                    <a:pt x="1" y="2402"/>
                    <a:pt x="80" y="2504"/>
                    <a:pt x="193" y="2518"/>
                  </a:cubicBezTo>
                  <a:cubicBezTo>
                    <a:pt x="203" y="2520"/>
                    <a:pt x="214" y="2521"/>
                    <a:pt x="225" y="2521"/>
                  </a:cubicBezTo>
                  <a:cubicBezTo>
                    <a:pt x="320" y="2521"/>
                    <a:pt x="401" y="2450"/>
                    <a:pt x="417" y="2352"/>
                  </a:cubicBezTo>
                  <a:cubicBezTo>
                    <a:pt x="601" y="1150"/>
                    <a:pt x="1626" y="400"/>
                    <a:pt x="2695" y="400"/>
                  </a:cubicBezTo>
                  <a:cubicBezTo>
                    <a:pt x="3207" y="400"/>
                    <a:pt x="3729" y="572"/>
                    <a:pt x="4173" y="950"/>
                  </a:cubicBezTo>
                  <a:cubicBezTo>
                    <a:pt x="4807" y="1490"/>
                    <a:pt x="5100" y="2330"/>
                    <a:pt x="4937" y="3149"/>
                  </a:cubicBezTo>
                  <a:cubicBezTo>
                    <a:pt x="4774" y="3963"/>
                    <a:pt x="4180" y="4626"/>
                    <a:pt x="3387" y="4883"/>
                  </a:cubicBezTo>
                  <a:cubicBezTo>
                    <a:pt x="3343" y="4898"/>
                    <a:pt x="3304" y="4927"/>
                    <a:pt x="3278" y="4970"/>
                  </a:cubicBezTo>
                  <a:lnTo>
                    <a:pt x="2684" y="5948"/>
                  </a:lnTo>
                  <a:lnTo>
                    <a:pt x="2094" y="4970"/>
                  </a:lnTo>
                  <a:cubicBezTo>
                    <a:pt x="2069" y="4927"/>
                    <a:pt x="2029" y="4898"/>
                    <a:pt x="1982" y="4883"/>
                  </a:cubicBezTo>
                  <a:cubicBezTo>
                    <a:pt x="1167" y="4623"/>
                    <a:pt x="562" y="3924"/>
                    <a:pt x="424" y="3076"/>
                  </a:cubicBezTo>
                  <a:cubicBezTo>
                    <a:pt x="405" y="2960"/>
                    <a:pt x="318" y="2908"/>
                    <a:pt x="230" y="2908"/>
                  </a:cubicBezTo>
                  <a:cubicBezTo>
                    <a:pt x="117" y="2908"/>
                    <a:pt x="3" y="2994"/>
                    <a:pt x="30" y="3145"/>
                  </a:cubicBezTo>
                  <a:cubicBezTo>
                    <a:pt x="189" y="4108"/>
                    <a:pt x="866" y="4912"/>
                    <a:pt x="1790" y="5238"/>
                  </a:cubicBezTo>
                  <a:lnTo>
                    <a:pt x="2514" y="6437"/>
                  </a:lnTo>
                  <a:cubicBezTo>
                    <a:pt x="2552" y="6502"/>
                    <a:pt x="2618" y="6535"/>
                    <a:pt x="2684" y="6535"/>
                  </a:cubicBezTo>
                  <a:cubicBezTo>
                    <a:pt x="2750" y="6535"/>
                    <a:pt x="2816" y="6502"/>
                    <a:pt x="2855" y="6437"/>
                  </a:cubicBezTo>
                  <a:lnTo>
                    <a:pt x="3579" y="5238"/>
                  </a:lnTo>
                  <a:cubicBezTo>
                    <a:pt x="4495" y="4916"/>
                    <a:pt x="5165" y="4126"/>
                    <a:pt x="5335" y="3170"/>
                  </a:cubicBezTo>
                  <a:cubicBezTo>
                    <a:pt x="5506" y="2214"/>
                    <a:pt x="5151" y="1240"/>
                    <a:pt x="4401" y="621"/>
                  </a:cubicBezTo>
                  <a:cubicBezTo>
                    <a:pt x="3911" y="214"/>
                    <a:pt x="3301" y="1"/>
                    <a:pt x="2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88"/>
            <p:cNvSpPr/>
            <p:nvPr/>
          </p:nvSpPr>
          <p:spPr>
            <a:xfrm>
              <a:off x="3711769" y="3842958"/>
              <a:ext cx="81510" cy="78102"/>
            </a:xfrm>
            <a:custGeom>
              <a:rect b="b" l="l" r="r" t="t"/>
              <a:pathLst>
                <a:path extrusionOk="0" h="2979" w="3109">
                  <a:moveTo>
                    <a:pt x="1888" y="399"/>
                  </a:moveTo>
                  <a:cubicBezTo>
                    <a:pt x="2250" y="399"/>
                    <a:pt x="2597" y="680"/>
                    <a:pt x="2597" y="1105"/>
                  </a:cubicBezTo>
                  <a:cubicBezTo>
                    <a:pt x="2597" y="1528"/>
                    <a:pt x="2251" y="1810"/>
                    <a:pt x="1891" y="1810"/>
                  </a:cubicBezTo>
                  <a:cubicBezTo>
                    <a:pt x="1718" y="1810"/>
                    <a:pt x="1542" y="1745"/>
                    <a:pt x="1399" y="1601"/>
                  </a:cubicBezTo>
                  <a:cubicBezTo>
                    <a:pt x="1120" y="1326"/>
                    <a:pt x="1120" y="880"/>
                    <a:pt x="1399" y="605"/>
                  </a:cubicBezTo>
                  <a:cubicBezTo>
                    <a:pt x="1541" y="462"/>
                    <a:pt x="1716" y="399"/>
                    <a:pt x="1888" y="399"/>
                  </a:cubicBezTo>
                  <a:close/>
                  <a:moveTo>
                    <a:pt x="1894" y="0"/>
                  </a:moveTo>
                  <a:cubicBezTo>
                    <a:pt x="1644" y="0"/>
                    <a:pt x="1394" y="84"/>
                    <a:pt x="1189" y="254"/>
                  </a:cubicBezTo>
                  <a:cubicBezTo>
                    <a:pt x="750" y="619"/>
                    <a:pt x="660" y="1260"/>
                    <a:pt x="986" y="1731"/>
                  </a:cubicBezTo>
                  <a:lnTo>
                    <a:pt x="80" y="2637"/>
                  </a:lnTo>
                  <a:cubicBezTo>
                    <a:pt x="1" y="2713"/>
                    <a:pt x="1" y="2840"/>
                    <a:pt x="80" y="2919"/>
                  </a:cubicBezTo>
                  <a:cubicBezTo>
                    <a:pt x="118" y="2959"/>
                    <a:pt x="169" y="2979"/>
                    <a:pt x="220" y="2979"/>
                  </a:cubicBezTo>
                  <a:cubicBezTo>
                    <a:pt x="271" y="2979"/>
                    <a:pt x="323" y="2959"/>
                    <a:pt x="363" y="2919"/>
                  </a:cubicBezTo>
                  <a:lnTo>
                    <a:pt x="1268" y="2014"/>
                  </a:lnTo>
                  <a:cubicBezTo>
                    <a:pt x="1459" y="2144"/>
                    <a:pt x="1677" y="2208"/>
                    <a:pt x="1894" y="2208"/>
                  </a:cubicBezTo>
                  <a:cubicBezTo>
                    <a:pt x="2211" y="2208"/>
                    <a:pt x="2525" y="2071"/>
                    <a:pt x="2742" y="1811"/>
                  </a:cubicBezTo>
                  <a:cubicBezTo>
                    <a:pt x="3108" y="1373"/>
                    <a:pt x="3079" y="728"/>
                    <a:pt x="2673" y="322"/>
                  </a:cubicBezTo>
                  <a:cubicBezTo>
                    <a:pt x="2460" y="109"/>
                    <a:pt x="2177"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88"/>
            <p:cNvSpPr/>
            <p:nvPr/>
          </p:nvSpPr>
          <p:spPr>
            <a:xfrm>
              <a:off x="3577902" y="3964109"/>
              <a:ext cx="346962" cy="207302"/>
            </a:xfrm>
            <a:custGeom>
              <a:rect b="b" l="l" r="r" t="t"/>
              <a:pathLst>
                <a:path extrusionOk="0" h="7907" w="13234">
                  <a:moveTo>
                    <a:pt x="3611" y="471"/>
                  </a:moveTo>
                  <a:lnTo>
                    <a:pt x="6418" y="1409"/>
                  </a:lnTo>
                  <a:lnTo>
                    <a:pt x="6418" y="1543"/>
                  </a:lnTo>
                  <a:lnTo>
                    <a:pt x="3611" y="609"/>
                  </a:lnTo>
                  <a:lnTo>
                    <a:pt x="3611" y="471"/>
                  </a:lnTo>
                  <a:close/>
                  <a:moveTo>
                    <a:pt x="9623" y="471"/>
                  </a:moveTo>
                  <a:lnTo>
                    <a:pt x="9623" y="609"/>
                  </a:lnTo>
                  <a:lnTo>
                    <a:pt x="6816" y="1543"/>
                  </a:lnTo>
                  <a:lnTo>
                    <a:pt x="6816" y="1409"/>
                  </a:lnTo>
                  <a:lnTo>
                    <a:pt x="9623" y="471"/>
                  </a:lnTo>
                  <a:close/>
                  <a:moveTo>
                    <a:pt x="3209" y="1033"/>
                  </a:moveTo>
                  <a:lnTo>
                    <a:pt x="3209" y="5936"/>
                  </a:lnTo>
                  <a:lnTo>
                    <a:pt x="3180" y="5947"/>
                  </a:lnTo>
                  <a:lnTo>
                    <a:pt x="931" y="6697"/>
                  </a:lnTo>
                  <a:lnTo>
                    <a:pt x="931" y="1793"/>
                  </a:lnTo>
                  <a:lnTo>
                    <a:pt x="3209" y="1033"/>
                  </a:lnTo>
                  <a:close/>
                  <a:moveTo>
                    <a:pt x="3611" y="1033"/>
                  </a:moveTo>
                  <a:lnTo>
                    <a:pt x="6385" y="1956"/>
                  </a:lnTo>
                  <a:lnTo>
                    <a:pt x="6418" y="1967"/>
                  </a:lnTo>
                  <a:lnTo>
                    <a:pt x="6418" y="6871"/>
                  </a:lnTo>
                  <a:lnTo>
                    <a:pt x="3640" y="5947"/>
                  </a:lnTo>
                  <a:lnTo>
                    <a:pt x="3607" y="5936"/>
                  </a:lnTo>
                  <a:lnTo>
                    <a:pt x="3611" y="1033"/>
                  </a:lnTo>
                  <a:close/>
                  <a:moveTo>
                    <a:pt x="9623" y="1033"/>
                  </a:moveTo>
                  <a:lnTo>
                    <a:pt x="9623" y="5936"/>
                  </a:lnTo>
                  <a:lnTo>
                    <a:pt x="9594" y="5947"/>
                  </a:lnTo>
                  <a:lnTo>
                    <a:pt x="6816" y="6871"/>
                  </a:lnTo>
                  <a:lnTo>
                    <a:pt x="6816" y="1967"/>
                  </a:lnTo>
                  <a:lnTo>
                    <a:pt x="6845" y="1956"/>
                  </a:lnTo>
                  <a:lnTo>
                    <a:pt x="9623" y="1033"/>
                  </a:lnTo>
                  <a:close/>
                  <a:moveTo>
                    <a:pt x="3209" y="478"/>
                  </a:moveTo>
                  <a:lnTo>
                    <a:pt x="3209" y="612"/>
                  </a:lnTo>
                  <a:lnTo>
                    <a:pt x="666" y="1460"/>
                  </a:lnTo>
                  <a:cubicBezTo>
                    <a:pt x="583" y="1485"/>
                    <a:pt x="529" y="1561"/>
                    <a:pt x="529" y="1648"/>
                  </a:cubicBezTo>
                  <a:lnTo>
                    <a:pt x="529" y="6976"/>
                  </a:lnTo>
                  <a:cubicBezTo>
                    <a:pt x="529" y="7090"/>
                    <a:pt x="622" y="7175"/>
                    <a:pt x="728" y="7175"/>
                  </a:cubicBezTo>
                  <a:cubicBezTo>
                    <a:pt x="749" y="7175"/>
                    <a:pt x="771" y="7171"/>
                    <a:pt x="793" y="7164"/>
                  </a:cubicBezTo>
                  <a:lnTo>
                    <a:pt x="3209" y="6360"/>
                  </a:lnTo>
                  <a:lnTo>
                    <a:pt x="3209" y="6494"/>
                  </a:lnTo>
                  <a:lnTo>
                    <a:pt x="402" y="7432"/>
                  </a:lnTo>
                  <a:lnTo>
                    <a:pt x="402" y="1413"/>
                  </a:lnTo>
                  <a:lnTo>
                    <a:pt x="3209" y="478"/>
                  </a:lnTo>
                  <a:close/>
                  <a:moveTo>
                    <a:pt x="3611" y="6360"/>
                  </a:moveTo>
                  <a:lnTo>
                    <a:pt x="6418" y="7295"/>
                  </a:lnTo>
                  <a:lnTo>
                    <a:pt x="6418" y="7432"/>
                  </a:lnTo>
                  <a:lnTo>
                    <a:pt x="3611" y="6498"/>
                  </a:lnTo>
                  <a:lnTo>
                    <a:pt x="3611" y="6360"/>
                  </a:lnTo>
                  <a:close/>
                  <a:moveTo>
                    <a:pt x="9623" y="6360"/>
                  </a:moveTo>
                  <a:lnTo>
                    <a:pt x="9623" y="6498"/>
                  </a:lnTo>
                  <a:lnTo>
                    <a:pt x="6816" y="7432"/>
                  </a:lnTo>
                  <a:lnTo>
                    <a:pt x="6816" y="7295"/>
                  </a:lnTo>
                  <a:lnTo>
                    <a:pt x="9623" y="6360"/>
                  </a:lnTo>
                  <a:close/>
                  <a:moveTo>
                    <a:pt x="3409" y="0"/>
                  </a:moveTo>
                  <a:cubicBezTo>
                    <a:pt x="3387" y="0"/>
                    <a:pt x="3366" y="4"/>
                    <a:pt x="3347" y="11"/>
                  </a:cubicBezTo>
                  <a:lnTo>
                    <a:pt x="138" y="1080"/>
                  </a:lnTo>
                  <a:cubicBezTo>
                    <a:pt x="58" y="1105"/>
                    <a:pt x="0" y="1185"/>
                    <a:pt x="4" y="1268"/>
                  </a:cubicBezTo>
                  <a:lnTo>
                    <a:pt x="4" y="7707"/>
                  </a:lnTo>
                  <a:cubicBezTo>
                    <a:pt x="1" y="7819"/>
                    <a:pt x="94" y="7906"/>
                    <a:pt x="201" y="7906"/>
                  </a:cubicBezTo>
                  <a:cubicBezTo>
                    <a:pt x="222" y="7906"/>
                    <a:pt x="243" y="7903"/>
                    <a:pt x="264" y="7896"/>
                  </a:cubicBezTo>
                  <a:lnTo>
                    <a:pt x="3412" y="6849"/>
                  </a:lnTo>
                  <a:lnTo>
                    <a:pt x="6555" y="7896"/>
                  </a:lnTo>
                  <a:cubicBezTo>
                    <a:pt x="6575" y="7903"/>
                    <a:pt x="6596" y="7907"/>
                    <a:pt x="6617" y="7907"/>
                  </a:cubicBezTo>
                  <a:cubicBezTo>
                    <a:pt x="6639" y="7907"/>
                    <a:pt x="6660" y="7903"/>
                    <a:pt x="6682" y="7896"/>
                  </a:cubicBezTo>
                  <a:lnTo>
                    <a:pt x="9826" y="6849"/>
                  </a:lnTo>
                  <a:lnTo>
                    <a:pt x="12969" y="7896"/>
                  </a:lnTo>
                  <a:cubicBezTo>
                    <a:pt x="12991" y="7903"/>
                    <a:pt x="13012" y="7906"/>
                    <a:pt x="13033" y="7906"/>
                  </a:cubicBezTo>
                  <a:cubicBezTo>
                    <a:pt x="13140" y="7906"/>
                    <a:pt x="13234" y="7819"/>
                    <a:pt x="13234" y="7707"/>
                  </a:cubicBezTo>
                  <a:lnTo>
                    <a:pt x="13234" y="4191"/>
                  </a:lnTo>
                  <a:cubicBezTo>
                    <a:pt x="13234" y="4057"/>
                    <a:pt x="13134" y="3990"/>
                    <a:pt x="13035" y="3990"/>
                  </a:cubicBezTo>
                  <a:cubicBezTo>
                    <a:pt x="12935" y="3990"/>
                    <a:pt x="12835" y="4057"/>
                    <a:pt x="12835" y="4191"/>
                  </a:cubicBezTo>
                  <a:lnTo>
                    <a:pt x="12835" y="7429"/>
                  </a:lnTo>
                  <a:lnTo>
                    <a:pt x="10029" y="6490"/>
                  </a:lnTo>
                  <a:lnTo>
                    <a:pt x="10029" y="6356"/>
                  </a:lnTo>
                  <a:lnTo>
                    <a:pt x="12444" y="7161"/>
                  </a:lnTo>
                  <a:cubicBezTo>
                    <a:pt x="12465" y="7168"/>
                    <a:pt x="12487" y="7171"/>
                    <a:pt x="12508" y="7171"/>
                  </a:cubicBezTo>
                  <a:cubicBezTo>
                    <a:pt x="12612" y="7171"/>
                    <a:pt x="12705" y="7087"/>
                    <a:pt x="12705" y="6972"/>
                  </a:cubicBezTo>
                  <a:lnTo>
                    <a:pt x="12705" y="4187"/>
                  </a:lnTo>
                  <a:cubicBezTo>
                    <a:pt x="12705" y="4055"/>
                    <a:pt x="12605" y="3989"/>
                    <a:pt x="12506" y="3989"/>
                  </a:cubicBezTo>
                  <a:cubicBezTo>
                    <a:pt x="12406" y="3989"/>
                    <a:pt x="12307" y="4055"/>
                    <a:pt x="12307" y="4187"/>
                  </a:cubicBezTo>
                  <a:lnTo>
                    <a:pt x="12307" y="6693"/>
                  </a:lnTo>
                  <a:lnTo>
                    <a:pt x="10058" y="5944"/>
                  </a:lnTo>
                  <a:lnTo>
                    <a:pt x="10029" y="5936"/>
                  </a:lnTo>
                  <a:lnTo>
                    <a:pt x="10029" y="1033"/>
                  </a:lnTo>
                  <a:lnTo>
                    <a:pt x="12307" y="1790"/>
                  </a:lnTo>
                  <a:lnTo>
                    <a:pt x="12307" y="3401"/>
                  </a:lnTo>
                  <a:cubicBezTo>
                    <a:pt x="12307" y="3535"/>
                    <a:pt x="12407" y="3602"/>
                    <a:pt x="12508" y="3602"/>
                  </a:cubicBezTo>
                  <a:cubicBezTo>
                    <a:pt x="12608" y="3602"/>
                    <a:pt x="12709" y="3535"/>
                    <a:pt x="12709" y="3401"/>
                  </a:cubicBezTo>
                  <a:lnTo>
                    <a:pt x="12709" y="1648"/>
                  </a:lnTo>
                  <a:cubicBezTo>
                    <a:pt x="12709" y="1561"/>
                    <a:pt x="12651" y="1485"/>
                    <a:pt x="12571" y="1456"/>
                  </a:cubicBezTo>
                  <a:lnTo>
                    <a:pt x="10029" y="609"/>
                  </a:lnTo>
                  <a:lnTo>
                    <a:pt x="10029" y="475"/>
                  </a:lnTo>
                  <a:lnTo>
                    <a:pt x="12835" y="1409"/>
                  </a:lnTo>
                  <a:lnTo>
                    <a:pt x="12835" y="3401"/>
                  </a:lnTo>
                  <a:cubicBezTo>
                    <a:pt x="12835" y="3510"/>
                    <a:pt x="12922" y="3600"/>
                    <a:pt x="13035" y="3600"/>
                  </a:cubicBezTo>
                  <a:cubicBezTo>
                    <a:pt x="13143" y="3600"/>
                    <a:pt x="13234" y="3513"/>
                    <a:pt x="13234" y="3401"/>
                  </a:cubicBezTo>
                  <a:lnTo>
                    <a:pt x="13234" y="1268"/>
                  </a:lnTo>
                  <a:cubicBezTo>
                    <a:pt x="13234" y="1181"/>
                    <a:pt x="13179" y="1105"/>
                    <a:pt x="13096" y="1076"/>
                  </a:cubicBezTo>
                  <a:lnTo>
                    <a:pt x="9887" y="11"/>
                  </a:lnTo>
                  <a:cubicBezTo>
                    <a:pt x="9867" y="4"/>
                    <a:pt x="9846" y="0"/>
                    <a:pt x="9824" y="0"/>
                  </a:cubicBezTo>
                  <a:cubicBezTo>
                    <a:pt x="9802" y="0"/>
                    <a:pt x="9780" y="4"/>
                    <a:pt x="9761" y="11"/>
                  </a:cubicBezTo>
                  <a:lnTo>
                    <a:pt x="6617" y="1058"/>
                  </a:lnTo>
                  <a:lnTo>
                    <a:pt x="3473" y="11"/>
                  </a:lnTo>
                  <a:cubicBezTo>
                    <a:pt x="3452" y="4"/>
                    <a:pt x="3430" y="0"/>
                    <a:pt x="34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2" name="Google Shape;17172;p88"/>
          <p:cNvGrpSpPr/>
          <p:nvPr/>
        </p:nvGrpSpPr>
        <p:grpSpPr>
          <a:xfrm>
            <a:off x="1783865" y="1516522"/>
            <a:ext cx="337000" cy="357816"/>
            <a:chOff x="1783865" y="1516522"/>
            <a:chExt cx="337000" cy="357816"/>
          </a:xfrm>
        </p:grpSpPr>
        <p:sp>
          <p:nvSpPr>
            <p:cNvPr id="17173" name="Google Shape;17173;p88"/>
            <p:cNvSpPr/>
            <p:nvPr/>
          </p:nvSpPr>
          <p:spPr>
            <a:xfrm>
              <a:off x="1917260" y="1808979"/>
              <a:ext cx="70210" cy="60117"/>
            </a:xfrm>
            <a:custGeom>
              <a:rect b="b" l="l" r="r" t="t"/>
              <a:pathLst>
                <a:path extrusionOk="0" h="2293" w="2678">
                  <a:moveTo>
                    <a:pt x="1" y="0"/>
                  </a:moveTo>
                  <a:lnTo>
                    <a:pt x="1" y="2293"/>
                  </a:lnTo>
                  <a:lnTo>
                    <a:pt x="2677" y="2293"/>
                  </a:lnTo>
                  <a:lnTo>
                    <a:pt x="2677"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88"/>
            <p:cNvSpPr/>
            <p:nvPr/>
          </p:nvSpPr>
          <p:spPr>
            <a:xfrm>
              <a:off x="1917260" y="1808979"/>
              <a:ext cx="70210" cy="30019"/>
            </a:xfrm>
            <a:custGeom>
              <a:rect b="b" l="l" r="r" t="t"/>
              <a:pathLst>
                <a:path extrusionOk="0" h="1145" w="2678">
                  <a:moveTo>
                    <a:pt x="1" y="0"/>
                  </a:moveTo>
                  <a:lnTo>
                    <a:pt x="1" y="1145"/>
                  </a:lnTo>
                  <a:lnTo>
                    <a:pt x="2677" y="1145"/>
                  </a:lnTo>
                  <a:lnTo>
                    <a:pt x="267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88"/>
            <p:cNvSpPr/>
            <p:nvPr/>
          </p:nvSpPr>
          <p:spPr>
            <a:xfrm>
              <a:off x="1875784" y="1521268"/>
              <a:ext cx="153268" cy="303022"/>
            </a:xfrm>
            <a:custGeom>
              <a:rect b="b" l="l" r="r" t="t"/>
              <a:pathLst>
                <a:path extrusionOk="0" h="11558" w="5846">
                  <a:moveTo>
                    <a:pt x="728" y="1"/>
                  </a:moveTo>
                  <a:cubicBezTo>
                    <a:pt x="326" y="1"/>
                    <a:pt x="0" y="327"/>
                    <a:pt x="0" y="729"/>
                  </a:cubicBezTo>
                  <a:lnTo>
                    <a:pt x="0" y="11557"/>
                  </a:lnTo>
                  <a:lnTo>
                    <a:pt x="5846" y="11557"/>
                  </a:lnTo>
                  <a:lnTo>
                    <a:pt x="5846" y="3173"/>
                  </a:lnTo>
                  <a:lnTo>
                    <a:pt x="1460" y="3173"/>
                  </a:lnTo>
                  <a:lnTo>
                    <a:pt x="1460" y="729"/>
                  </a:lnTo>
                  <a:cubicBezTo>
                    <a:pt x="1460" y="327"/>
                    <a:pt x="1134" y="1"/>
                    <a:pt x="7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88"/>
            <p:cNvSpPr/>
            <p:nvPr/>
          </p:nvSpPr>
          <p:spPr>
            <a:xfrm>
              <a:off x="1875784" y="1806802"/>
              <a:ext cx="153268" cy="17487"/>
            </a:xfrm>
            <a:custGeom>
              <a:rect b="b" l="l" r="r" t="t"/>
              <a:pathLst>
                <a:path extrusionOk="0" h="667" w="5846">
                  <a:moveTo>
                    <a:pt x="0" y="0"/>
                  </a:moveTo>
                  <a:lnTo>
                    <a:pt x="0" y="666"/>
                  </a:lnTo>
                  <a:lnTo>
                    <a:pt x="5846" y="666"/>
                  </a:lnTo>
                  <a:lnTo>
                    <a:pt x="5846"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88"/>
            <p:cNvSpPr/>
            <p:nvPr/>
          </p:nvSpPr>
          <p:spPr>
            <a:xfrm>
              <a:off x="1875784" y="1620317"/>
              <a:ext cx="102091" cy="78443"/>
            </a:xfrm>
            <a:custGeom>
              <a:rect b="b" l="l" r="r" t="t"/>
              <a:pathLst>
                <a:path extrusionOk="0" h="2992" w="3894">
                  <a:moveTo>
                    <a:pt x="692" y="0"/>
                  </a:moveTo>
                  <a:cubicBezTo>
                    <a:pt x="442" y="0"/>
                    <a:pt x="199" y="80"/>
                    <a:pt x="0" y="225"/>
                  </a:cubicBezTo>
                  <a:lnTo>
                    <a:pt x="0" y="2774"/>
                  </a:lnTo>
                  <a:cubicBezTo>
                    <a:pt x="199" y="2912"/>
                    <a:pt x="435" y="2992"/>
                    <a:pt x="676" y="2992"/>
                  </a:cubicBezTo>
                  <a:cubicBezTo>
                    <a:pt x="681" y="2992"/>
                    <a:pt x="686" y="2992"/>
                    <a:pt x="692" y="2992"/>
                  </a:cubicBezTo>
                  <a:lnTo>
                    <a:pt x="2684" y="2992"/>
                  </a:lnTo>
                  <a:cubicBezTo>
                    <a:pt x="3350" y="2992"/>
                    <a:pt x="3893" y="2452"/>
                    <a:pt x="3893" y="1782"/>
                  </a:cubicBezTo>
                  <a:lnTo>
                    <a:pt x="3893"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88"/>
            <p:cNvSpPr/>
            <p:nvPr/>
          </p:nvSpPr>
          <p:spPr>
            <a:xfrm>
              <a:off x="1914035" y="1604351"/>
              <a:ext cx="115016" cy="62083"/>
            </a:xfrm>
            <a:custGeom>
              <a:rect b="b" l="l" r="r" t="t"/>
              <a:pathLst>
                <a:path extrusionOk="0" h="2368" w="4387">
                  <a:moveTo>
                    <a:pt x="1" y="1"/>
                  </a:moveTo>
                  <a:lnTo>
                    <a:pt x="1" y="2130"/>
                  </a:lnTo>
                  <a:cubicBezTo>
                    <a:pt x="219" y="2289"/>
                    <a:pt x="476" y="2367"/>
                    <a:pt x="733" y="2367"/>
                  </a:cubicBezTo>
                  <a:cubicBezTo>
                    <a:pt x="1032" y="2367"/>
                    <a:pt x="1331" y="2260"/>
                    <a:pt x="1565" y="2047"/>
                  </a:cubicBezTo>
                  <a:cubicBezTo>
                    <a:pt x="1750" y="2152"/>
                    <a:pt x="1960" y="2210"/>
                    <a:pt x="2174" y="2210"/>
                  </a:cubicBezTo>
                  <a:lnTo>
                    <a:pt x="2214" y="2210"/>
                  </a:lnTo>
                  <a:cubicBezTo>
                    <a:pt x="2561" y="2210"/>
                    <a:pt x="2891" y="2061"/>
                    <a:pt x="3123" y="1801"/>
                  </a:cubicBezTo>
                  <a:cubicBezTo>
                    <a:pt x="3275" y="1866"/>
                    <a:pt x="3434" y="1898"/>
                    <a:pt x="3597" y="1898"/>
                  </a:cubicBezTo>
                  <a:lnTo>
                    <a:pt x="3713" y="1898"/>
                  </a:lnTo>
                  <a:cubicBezTo>
                    <a:pt x="3952" y="1898"/>
                    <a:pt x="4187" y="1826"/>
                    <a:pt x="4387" y="1688"/>
                  </a:cubicBezTo>
                  <a:lnTo>
                    <a:pt x="4387"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88"/>
            <p:cNvSpPr/>
            <p:nvPr/>
          </p:nvSpPr>
          <p:spPr>
            <a:xfrm>
              <a:off x="1914035" y="1572156"/>
              <a:ext cx="38382" cy="80829"/>
            </a:xfrm>
            <a:custGeom>
              <a:rect b="b" l="l" r="r" t="t"/>
              <a:pathLst>
                <a:path extrusionOk="0" h="3083" w="1464">
                  <a:moveTo>
                    <a:pt x="726" y="1"/>
                  </a:moveTo>
                  <a:cubicBezTo>
                    <a:pt x="323" y="1"/>
                    <a:pt x="1" y="329"/>
                    <a:pt x="1" y="729"/>
                  </a:cubicBezTo>
                  <a:lnTo>
                    <a:pt x="1" y="2351"/>
                  </a:lnTo>
                  <a:cubicBezTo>
                    <a:pt x="1" y="2753"/>
                    <a:pt x="327" y="3083"/>
                    <a:pt x="732" y="3083"/>
                  </a:cubicBezTo>
                  <a:cubicBezTo>
                    <a:pt x="1134" y="3083"/>
                    <a:pt x="1464" y="2753"/>
                    <a:pt x="1464" y="2351"/>
                  </a:cubicBezTo>
                  <a:lnTo>
                    <a:pt x="1464" y="729"/>
                  </a:lnTo>
                  <a:cubicBezTo>
                    <a:pt x="1464" y="327"/>
                    <a:pt x="1134" y="1"/>
                    <a:pt x="732" y="1"/>
                  </a:cubicBezTo>
                  <a:cubicBezTo>
                    <a:pt x="730" y="1"/>
                    <a:pt x="728" y="1"/>
                    <a:pt x="7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88"/>
            <p:cNvSpPr/>
            <p:nvPr/>
          </p:nvSpPr>
          <p:spPr>
            <a:xfrm>
              <a:off x="1952391" y="1572156"/>
              <a:ext cx="38304" cy="76555"/>
            </a:xfrm>
            <a:custGeom>
              <a:rect b="b" l="l" r="r" t="t"/>
              <a:pathLst>
                <a:path extrusionOk="0" h="2920" w="1461">
                  <a:moveTo>
                    <a:pt x="711" y="1"/>
                  </a:moveTo>
                  <a:cubicBezTo>
                    <a:pt x="320" y="1"/>
                    <a:pt x="1" y="320"/>
                    <a:pt x="1" y="711"/>
                  </a:cubicBezTo>
                  <a:lnTo>
                    <a:pt x="1" y="2210"/>
                  </a:lnTo>
                  <a:cubicBezTo>
                    <a:pt x="1" y="2601"/>
                    <a:pt x="320" y="2920"/>
                    <a:pt x="711" y="2920"/>
                  </a:cubicBezTo>
                  <a:lnTo>
                    <a:pt x="751" y="2920"/>
                  </a:lnTo>
                  <a:cubicBezTo>
                    <a:pt x="1142" y="2920"/>
                    <a:pt x="1460" y="2601"/>
                    <a:pt x="1460" y="2210"/>
                  </a:cubicBezTo>
                  <a:lnTo>
                    <a:pt x="1460" y="711"/>
                  </a:lnTo>
                  <a:cubicBezTo>
                    <a:pt x="1460" y="316"/>
                    <a:pt x="1142" y="1"/>
                    <a:pt x="75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88"/>
            <p:cNvSpPr/>
            <p:nvPr/>
          </p:nvSpPr>
          <p:spPr>
            <a:xfrm>
              <a:off x="1990669" y="1572156"/>
              <a:ext cx="38382" cy="68506"/>
            </a:xfrm>
            <a:custGeom>
              <a:rect b="b" l="l" r="r" t="t"/>
              <a:pathLst>
                <a:path extrusionOk="0" h="2613" w="1464">
                  <a:moveTo>
                    <a:pt x="674" y="1"/>
                  </a:moveTo>
                  <a:cubicBezTo>
                    <a:pt x="301" y="1"/>
                    <a:pt x="0" y="301"/>
                    <a:pt x="0" y="674"/>
                  </a:cubicBezTo>
                  <a:lnTo>
                    <a:pt x="0" y="1942"/>
                  </a:lnTo>
                  <a:cubicBezTo>
                    <a:pt x="0" y="2311"/>
                    <a:pt x="301" y="2612"/>
                    <a:pt x="674" y="2612"/>
                  </a:cubicBezTo>
                  <a:lnTo>
                    <a:pt x="790" y="2612"/>
                  </a:lnTo>
                  <a:cubicBezTo>
                    <a:pt x="1159" y="2612"/>
                    <a:pt x="1464" y="2311"/>
                    <a:pt x="1464" y="1942"/>
                  </a:cubicBezTo>
                  <a:lnTo>
                    <a:pt x="1464" y="674"/>
                  </a:lnTo>
                  <a:cubicBezTo>
                    <a:pt x="1464" y="301"/>
                    <a:pt x="1159" y="1"/>
                    <a:pt x="79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88"/>
            <p:cNvSpPr/>
            <p:nvPr/>
          </p:nvSpPr>
          <p:spPr>
            <a:xfrm>
              <a:off x="1875784" y="1633793"/>
              <a:ext cx="88615" cy="51491"/>
            </a:xfrm>
            <a:custGeom>
              <a:rect b="b" l="l" r="r" t="t"/>
              <a:pathLst>
                <a:path extrusionOk="0" h="1964" w="3380">
                  <a:moveTo>
                    <a:pt x="692" y="0"/>
                  </a:moveTo>
                  <a:cubicBezTo>
                    <a:pt x="308" y="0"/>
                    <a:pt x="0" y="312"/>
                    <a:pt x="0" y="696"/>
                  </a:cubicBezTo>
                  <a:lnTo>
                    <a:pt x="0" y="1268"/>
                  </a:lnTo>
                  <a:cubicBezTo>
                    <a:pt x="0" y="1652"/>
                    <a:pt x="308" y="1960"/>
                    <a:pt x="692" y="1963"/>
                  </a:cubicBezTo>
                  <a:lnTo>
                    <a:pt x="2684" y="1963"/>
                  </a:lnTo>
                  <a:cubicBezTo>
                    <a:pt x="3068" y="1963"/>
                    <a:pt x="3379" y="1652"/>
                    <a:pt x="3379" y="1268"/>
                  </a:cubicBezTo>
                  <a:lnTo>
                    <a:pt x="3379" y="0"/>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88"/>
            <p:cNvSpPr/>
            <p:nvPr/>
          </p:nvSpPr>
          <p:spPr>
            <a:xfrm>
              <a:off x="1870462" y="1516522"/>
              <a:ext cx="163807" cy="357816"/>
            </a:xfrm>
            <a:custGeom>
              <a:rect b="b" l="l" r="r" t="t"/>
              <a:pathLst>
                <a:path extrusionOk="0" h="13648" w="6248">
                  <a:moveTo>
                    <a:pt x="2390" y="2322"/>
                  </a:moveTo>
                  <a:cubicBezTo>
                    <a:pt x="2663" y="2322"/>
                    <a:pt x="2923" y="2532"/>
                    <a:pt x="2923" y="2851"/>
                  </a:cubicBezTo>
                  <a:lnTo>
                    <a:pt x="2923" y="4274"/>
                  </a:lnTo>
                  <a:lnTo>
                    <a:pt x="1862" y="4274"/>
                  </a:lnTo>
                  <a:lnTo>
                    <a:pt x="1862" y="2851"/>
                  </a:lnTo>
                  <a:cubicBezTo>
                    <a:pt x="1862" y="2710"/>
                    <a:pt x="1920" y="2576"/>
                    <a:pt x="2018" y="2478"/>
                  </a:cubicBezTo>
                  <a:cubicBezTo>
                    <a:pt x="2127" y="2370"/>
                    <a:pt x="2260" y="2322"/>
                    <a:pt x="2390" y="2322"/>
                  </a:cubicBezTo>
                  <a:close/>
                  <a:moveTo>
                    <a:pt x="931" y="381"/>
                  </a:moveTo>
                  <a:cubicBezTo>
                    <a:pt x="1224" y="381"/>
                    <a:pt x="1463" y="616"/>
                    <a:pt x="1463" y="910"/>
                  </a:cubicBezTo>
                  <a:lnTo>
                    <a:pt x="1463" y="4274"/>
                  </a:lnTo>
                  <a:lnTo>
                    <a:pt x="895" y="4274"/>
                  </a:lnTo>
                  <a:cubicBezTo>
                    <a:pt x="889" y="4274"/>
                    <a:pt x="884" y="4274"/>
                    <a:pt x="878" y="4274"/>
                  </a:cubicBezTo>
                  <a:cubicBezTo>
                    <a:pt x="710" y="4274"/>
                    <a:pt x="543" y="4328"/>
                    <a:pt x="402" y="4423"/>
                  </a:cubicBezTo>
                  <a:lnTo>
                    <a:pt x="402" y="910"/>
                  </a:lnTo>
                  <a:cubicBezTo>
                    <a:pt x="402" y="616"/>
                    <a:pt x="638" y="381"/>
                    <a:pt x="931" y="381"/>
                  </a:cubicBezTo>
                  <a:close/>
                  <a:moveTo>
                    <a:pt x="5375" y="2322"/>
                  </a:moveTo>
                  <a:cubicBezTo>
                    <a:pt x="5636" y="2322"/>
                    <a:pt x="5846" y="2532"/>
                    <a:pt x="5846" y="2793"/>
                  </a:cubicBezTo>
                  <a:lnTo>
                    <a:pt x="5846" y="4060"/>
                  </a:lnTo>
                  <a:cubicBezTo>
                    <a:pt x="5846" y="4321"/>
                    <a:pt x="5636" y="4535"/>
                    <a:pt x="5375" y="4535"/>
                  </a:cubicBezTo>
                  <a:lnTo>
                    <a:pt x="5259" y="4535"/>
                  </a:lnTo>
                  <a:cubicBezTo>
                    <a:pt x="4998" y="4535"/>
                    <a:pt x="4785" y="4321"/>
                    <a:pt x="4785" y="4060"/>
                  </a:cubicBezTo>
                  <a:lnTo>
                    <a:pt x="4785" y="2793"/>
                  </a:lnTo>
                  <a:cubicBezTo>
                    <a:pt x="4788" y="2532"/>
                    <a:pt x="4998" y="2322"/>
                    <a:pt x="5259" y="2322"/>
                  </a:cubicBezTo>
                  <a:close/>
                  <a:moveTo>
                    <a:pt x="3876" y="2322"/>
                  </a:moveTo>
                  <a:cubicBezTo>
                    <a:pt x="4158" y="2322"/>
                    <a:pt x="4386" y="2550"/>
                    <a:pt x="4386" y="2833"/>
                  </a:cubicBezTo>
                  <a:lnTo>
                    <a:pt x="4386" y="4332"/>
                  </a:lnTo>
                  <a:cubicBezTo>
                    <a:pt x="4386" y="4615"/>
                    <a:pt x="4158" y="4843"/>
                    <a:pt x="3876" y="4843"/>
                  </a:cubicBezTo>
                  <a:lnTo>
                    <a:pt x="3836" y="4843"/>
                  </a:lnTo>
                  <a:cubicBezTo>
                    <a:pt x="3818" y="4843"/>
                    <a:pt x="3799" y="4843"/>
                    <a:pt x="3781" y="4839"/>
                  </a:cubicBezTo>
                  <a:lnTo>
                    <a:pt x="3781" y="4473"/>
                  </a:lnTo>
                  <a:cubicBezTo>
                    <a:pt x="3781" y="4363"/>
                    <a:pt x="3694" y="4274"/>
                    <a:pt x="3588" y="4274"/>
                  </a:cubicBezTo>
                  <a:cubicBezTo>
                    <a:pt x="3586" y="4274"/>
                    <a:pt x="3584" y="4274"/>
                    <a:pt x="3582" y="4274"/>
                  </a:cubicBezTo>
                  <a:lnTo>
                    <a:pt x="3325" y="4274"/>
                  </a:lnTo>
                  <a:lnTo>
                    <a:pt x="3325" y="2833"/>
                  </a:lnTo>
                  <a:cubicBezTo>
                    <a:pt x="3325" y="2550"/>
                    <a:pt x="3553" y="2322"/>
                    <a:pt x="3836" y="2322"/>
                  </a:cubicBezTo>
                  <a:close/>
                  <a:moveTo>
                    <a:pt x="3379" y="4673"/>
                  </a:moveTo>
                  <a:lnTo>
                    <a:pt x="3379" y="5741"/>
                  </a:lnTo>
                  <a:lnTo>
                    <a:pt x="3383" y="5741"/>
                  </a:lnTo>
                  <a:cubicBezTo>
                    <a:pt x="3379" y="6016"/>
                    <a:pt x="3158" y="6237"/>
                    <a:pt x="2887" y="6237"/>
                  </a:cubicBezTo>
                  <a:lnTo>
                    <a:pt x="895" y="6237"/>
                  </a:lnTo>
                  <a:cubicBezTo>
                    <a:pt x="623" y="6237"/>
                    <a:pt x="402" y="6016"/>
                    <a:pt x="402" y="5741"/>
                  </a:cubicBezTo>
                  <a:lnTo>
                    <a:pt x="402" y="5169"/>
                  </a:lnTo>
                  <a:cubicBezTo>
                    <a:pt x="402" y="4893"/>
                    <a:pt x="623" y="4673"/>
                    <a:pt x="895" y="4673"/>
                  </a:cubicBezTo>
                  <a:close/>
                  <a:moveTo>
                    <a:pt x="931" y="1"/>
                  </a:moveTo>
                  <a:cubicBezTo>
                    <a:pt x="424" y="1"/>
                    <a:pt x="11" y="406"/>
                    <a:pt x="0" y="913"/>
                  </a:cubicBezTo>
                  <a:lnTo>
                    <a:pt x="0" y="8367"/>
                  </a:lnTo>
                  <a:cubicBezTo>
                    <a:pt x="0" y="8501"/>
                    <a:pt x="101" y="8568"/>
                    <a:pt x="201" y="8568"/>
                  </a:cubicBezTo>
                  <a:cubicBezTo>
                    <a:pt x="302" y="8568"/>
                    <a:pt x="402" y="8501"/>
                    <a:pt x="402" y="8367"/>
                  </a:cubicBezTo>
                  <a:lnTo>
                    <a:pt x="402" y="6487"/>
                  </a:lnTo>
                  <a:cubicBezTo>
                    <a:pt x="547" y="6585"/>
                    <a:pt x="721" y="6639"/>
                    <a:pt x="895" y="6639"/>
                  </a:cubicBezTo>
                  <a:lnTo>
                    <a:pt x="2887" y="6639"/>
                  </a:lnTo>
                  <a:cubicBezTo>
                    <a:pt x="3383" y="6635"/>
                    <a:pt x="3781" y="6237"/>
                    <a:pt x="3781" y="5741"/>
                  </a:cubicBezTo>
                  <a:lnTo>
                    <a:pt x="3781" y="5245"/>
                  </a:lnTo>
                  <a:lnTo>
                    <a:pt x="3876" y="5245"/>
                  </a:lnTo>
                  <a:cubicBezTo>
                    <a:pt x="4227" y="5245"/>
                    <a:pt x="4546" y="5042"/>
                    <a:pt x="4698" y="4730"/>
                  </a:cubicBezTo>
                  <a:cubicBezTo>
                    <a:pt x="4853" y="4861"/>
                    <a:pt x="5053" y="4937"/>
                    <a:pt x="5259" y="4937"/>
                  </a:cubicBezTo>
                  <a:lnTo>
                    <a:pt x="5375" y="4937"/>
                  </a:lnTo>
                  <a:cubicBezTo>
                    <a:pt x="5545" y="4937"/>
                    <a:pt x="5708" y="4886"/>
                    <a:pt x="5849" y="4796"/>
                  </a:cubicBezTo>
                  <a:lnTo>
                    <a:pt x="5849" y="10344"/>
                  </a:lnTo>
                  <a:cubicBezTo>
                    <a:pt x="5502" y="10348"/>
                    <a:pt x="5150" y="10350"/>
                    <a:pt x="4797" y="10350"/>
                  </a:cubicBezTo>
                  <a:cubicBezTo>
                    <a:pt x="4444" y="10350"/>
                    <a:pt x="4089" y="10348"/>
                    <a:pt x="3734" y="10344"/>
                  </a:cubicBezTo>
                  <a:cubicBezTo>
                    <a:pt x="3466" y="10344"/>
                    <a:pt x="3466" y="10743"/>
                    <a:pt x="3734" y="10743"/>
                  </a:cubicBezTo>
                  <a:cubicBezTo>
                    <a:pt x="4122" y="10750"/>
                    <a:pt x="4513" y="10750"/>
                    <a:pt x="4900" y="10750"/>
                  </a:cubicBezTo>
                  <a:cubicBezTo>
                    <a:pt x="5219" y="10750"/>
                    <a:pt x="5534" y="10750"/>
                    <a:pt x="5849" y="10746"/>
                  </a:cubicBezTo>
                  <a:lnTo>
                    <a:pt x="5849" y="11539"/>
                  </a:lnTo>
                  <a:lnTo>
                    <a:pt x="402" y="11539"/>
                  </a:lnTo>
                  <a:lnTo>
                    <a:pt x="402" y="10743"/>
                  </a:lnTo>
                  <a:cubicBezTo>
                    <a:pt x="772" y="10746"/>
                    <a:pt x="1145" y="10750"/>
                    <a:pt x="1525" y="10750"/>
                  </a:cubicBezTo>
                  <a:cubicBezTo>
                    <a:pt x="1971" y="10750"/>
                    <a:pt x="2416" y="10750"/>
                    <a:pt x="2851" y="10743"/>
                  </a:cubicBezTo>
                  <a:cubicBezTo>
                    <a:pt x="3119" y="10739"/>
                    <a:pt x="3115" y="10341"/>
                    <a:pt x="2847" y="10341"/>
                  </a:cubicBezTo>
                  <a:cubicBezTo>
                    <a:pt x="2447" y="10346"/>
                    <a:pt x="2037" y="10349"/>
                    <a:pt x="1626" y="10349"/>
                  </a:cubicBezTo>
                  <a:cubicBezTo>
                    <a:pt x="1215" y="10349"/>
                    <a:pt x="804" y="10346"/>
                    <a:pt x="402" y="10341"/>
                  </a:cubicBezTo>
                  <a:lnTo>
                    <a:pt x="402" y="9156"/>
                  </a:lnTo>
                  <a:cubicBezTo>
                    <a:pt x="402" y="9022"/>
                    <a:pt x="303" y="8955"/>
                    <a:pt x="203" y="8955"/>
                  </a:cubicBezTo>
                  <a:cubicBezTo>
                    <a:pt x="103" y="8955"/>
                    <a:pt x="2" y="9022"/>
                    <a:pt x="0" y="9156"/>
                  </a:cubicBezTo>
                  <a:lnTo>
                    <a:pt x="0" y="11738"/>
                  </a:lnTo>
                  <a:cubicBezTo>
                    <a:pt x="0" y="11847"/>
                    <a:pt x="91" y="11938"/>
                    <a:pt x="203" y="11938"/>
                  </a:cubicBezTo>
                  <a:lnTo>
                    <a:pt x="1587" y="11938"/>
                  </a:lnTo>
                  <a:lnTo>
                    <a:pt x="1587" y="13444"/>
                  </a:lnTo>
                  <a:cubicBezTo>
                    <a:pt x="1587" y="13557"/>
                    <a:pt x="1677" y="13647"/>
                    <a:pt x="1786" y="13647"/>
                  </a:cubicBezTo>
                  <a:lnTo>
                    <a:pt x="2720" y="13647"/>
                  </a:lnTo>
                  <a:cubicBezTo>
                    <a:pt x="2988" y="13647"/>
                    <a:pt x="2988" y="13245"/>
                    <a:pt x="2720" y="13245"/>
                  </a:cubicBezTo>
                  <a:lnTo>
                    <a:pt x="1989" y="13245"/>
                  </a:lnTo>
                  <a:lnTo>
                    <a:pt x="1989" y="11938"/>
                  </a:lnTo>
                  <a:lnTo>
                    <a:pt x="4263" y="11938"/>
                  </a:lnTo>
                  <a:lnTo>
                    <a:pt x="4263" y="13245"/>
                  </a:lnTo>
                  <a:lnTo>
                    <a:pt x="3510" y="13245"/>
                  </a:lnTo>
                  <a:cubicBezTo>
                    <a:pt x="3242" y="13245"/>
                    <a:pt x="3242" y="13647"/>
                    <a:pt x="3510" y="13647"/>
                  </a:cubicBezTo>
                  <a:lnTo>
                    <a:pt x="4462" y="13647"/>
                  </a:lnTo>
                  <a:cubicBezTo>
                    <a:pt x="4571" y="13644"/>
                    <a:pt x="4661" y="13557"/>
                    <a:pt x="4661" y="13444"/>
                  </a:cubicBezTo>
                  <a:lnTo>
                    <a:pt x="4661" y="11938"/>
                  </a:lnTo>
                  <a:lnTo>
                    <a:pt x="6045" y="11938"/>
                  </a:lnTo>
                  <a:cubicBezTo>
                    <a:pt x="6157" y="11938"/>
                    <a:pt x="6248" y="11847"/>
                    <a:pt x="6248" y="11738"/>
                  </a:cubicBezTo>
                  <a:lnTo>
                    <a:pt x="6248" y="3354"/>
                  </a:lnTo>
                  <a:lnTo>
                    <a:pt x="6248" y="3351"/>
                  </a:lnTo>
                  <a:lnTo>
                    <a:pt x="6248" y="2793"/>
                  </a:lnTo>
                  <a:cubicBezTo>
                    <a:pt x="6248" y="2311"/>
                    <a:pt x="5857" y="1920"/>
                    <a:pt x="5375" y="1920"/>
                  </a:cubicBezTo>
                  <a:lnTo>
                    <a:pt x="5259" y="1920"/>
                  </a:lnTo>
                  <a:cubicBezTo>
                    <a:pt x="4991" y="1920"/>
                    <a:pt x="4741" y="2043"/>
                    <a:pt x="4575" y="2250"/>
                  </a:cubicBezTo>
                  <a:cubicBezTo>
                    <a:pt x="4401" y="2043"/>
                    <a:pt x="4144" y="1920"/>
                    <a:pt x="3876" y="1920"/>
                  </a:cubicBezTo>
                  <a:lnTo>
                    <a:pt x="3836" y="1920"/>
                  </a:lnTo>
                  <a:cubicBezTo>
                    <a:pt x="3557" y="1920"/>
                    <a:pt x="3292" y="2050"/>
                    <a:pt x="3119" y="2271"/>
                  </a:cubicBezTo>
                  <a:cubicBezTo>
                    <a:pt x="2937" y="2042"/>
                    <a:pt x="2668" y="1921"/>
                    <a:pt x="2394" y="1921"/>
                  </a:cubicBezTo>
                  <a:cubicBezTo>
                    <a:pt x="2210" y="1921"/>
                    <a:pt x="2024" y="1976"/>
                    <a:pt x="1862" y="2090"/>
                  </a:cubicBezTo>
                  <a:lnTo>
                    <a:pt x="1862" y="913"/>
                  </a:lnTo>
                  <a:cubicBezTo>
                    <a:pt x="1851" y="406"/>
                    <a:pt x="1438" y="1"/>
                    <a:pt x="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88"/>
            <p:cNvSpPr/>
            <p:nvPr/>
          </p:nvSpPr>
          <p:spPr>
            <a:xfrm>
              <a:off x="1907192" y="1711476"/>
              <a:ext cx="57574" cy="48948"/>
            </a:xfrm>
            <a:custGeom>
              <a:rect b="b" l="l" r="r" t="t"/>
              <a:pathLst>
                <a:path extrusionOk="0" h="1867" w="2196">
                  <a:moveTo>
                    <a:pt x="1388" y="677"/>
                  </a:moveTo>
                  <a:lnTo>
                    <a:pt x="1290" y="1191"/>
                  </a:lnTo>
                  <a:lnTo>
                    <a:pt x="783" y="1191"/>
                  </a:lnTo>
                  <a:lnTo>
                    <a:pt x="877" y="677"/>
                  </a:lnTo>
                  <a:close/>
                  <a:moveTo>
                    <a:pt x="760" y="1"/>
                  </a:moveTo>
                  <a:cubicBezTo>
                    <a:pt x="674" y="1"/>
                    <a:pt x="588" y="52"/>
                    <a:pt x="566" y="166"/>
                  </a:cubicBezTo>
                  <a:lnTo>
                    <a:pt x="544" y="275"/>
                  </a:lnTo>
                  <a:lnTo>
                    <a:pt x="461" y="275"/>
                  </a:lnTo>
                  <a:cubicBezTo>
                    <a:pt x="193" y="275"/>
                    <a:pt x="193" y="677"/>
                    <a:pt x="461" y="677"/>
                  </a:cubicBezTo>
                  <a:lnTo>
                    <a:pt x="472" y="677"/>
                  </a:lnTo>
                  <a:lnTo>
                    <a:pt x="374" y="1191"/>
                  </a:lnTo>
                  <a:lnTo>
                    <a:pt x="269" y="1191"/>
                  </a:lnTo>
                  <a:cubicBezTo>
                    <a:pt x="1" y="1191"/>
                    <a:pt x="1" y="1593"/>
                    <a:pt x="269" y="1593"/>
                  </a:cubicBezTo>
                  <a:lnTo>
                    <a:pt x="298" y="1593"/>
                  </a:lnTo>
                  <a:lnTo>
                    <a:pt x="291" y="1630"/>
                  </a:lnTo>
                  <a:cubicBezTo>
                    <a:pt x="264" y="1778"/>
                    <a:pt x="379" y="1867"/>
                    <a:pt x="493" y="1867"/>
                  </a:cubicBezTo>
                  <a:cubicBezTo>
                    <a:pt x="579" y="1867"/>
                    <a:pt x="664" y="1816"/>
                    <a:pt x="685" y="1702"/>
                  </a:cubicBezTo>
                  <a:lnTo>
                    <a:pt x="707" y="1593"/>
                  </a:lnTo>
                  <a:lnTo>
                    <a:pt x="1214" y="1593"/>
                  </a:lnTo>
                  <a:lnTo>
                    <a:pt x="1207" y="1630"/>
                  </a:lnTo>
                  <a:cubicBezTo>
                    <a:pt x="1180" y="1778"/>
                    <a:pt x="1295" y="1867"/>
                    <a:pt x="1409" y="1867"/>
                  </a:cubicBezTo>
                  <a:cubicBezTo>
                    <a:pt x="1495" y="1867"/>
                    <a:pt x="1580" y="1816"/>
                    <a:pt x="1602" y="1702"/>
                  </a:cubicBezTo>
                  <a:lnTo>
                    <a:pt x="1623" y="1593"/>
                  </a:lnTo>
                  <a:lnTo>
                    <a:pt x="1736" y="1593"/>
                  </a:lnTo>
                  <a:cubicBezTo>
                    <a:pt x="2000" y="1593"/>
                    <a:pt x="2000" y="1191"/>
                    <a:pt x="1736" y="1191"/>
                  </a:cubicBezTo>
                  <a:lnTo>
                    <a:pt x="1699" y="1191"/>
                  </a:lnTo>
                  <a:lnTo>
                    <a:pt x="1794" y="677"/>
                  </a:lnTo>
                  <a:lnTo>
                    <a:pt x="1928" y="677"/>
                  </a:lnTo>
                  <a:cubicBezTo>
                    <a:pt x="2196" y="677"/>
                    <a:pt x="2196" y="275"/>
                    <a:pt x="1928" y="275"/>
                  </a:cubicBezTo>
                  <a:lnTo>
                    <a:pt x="1870" y="275"/>
                  </a:lnTo>
                  <a:lnTo>
                    <a:pt x="1877" y="239"/>
                  </a:lnTo>
                  <a:cubicBezTo>
                    <a:pt x="1906" y="89"/>
                    <a:pt x="1791" y="1"/>
                    <a:pt x="1677" y="1"/>
                  </a:cubicBezTo>
                  <a:cubicBezTo>
                    <a:pt x="1590" y="1"/>
                    <a:pt x="1504" y="52"/>
                    <a:pt x="1482" y="166"/>
                  </a:cubicBezTo>
                  <a:lnTo>
                    <a:pt x="1464" y="275"/>
                  </a:lnTo>
                  <a:lnTo>
                    <a:pt x="953" y="275"/>
                  </a:lnTo>
                  <a:lnTo>
                    <a:pt x="961" y="239"/>
                  </a:lnTo>
                  <a:cubicBezTo>
                    <a:pt x="987" y="89"/>
                    <a:pt x="873" y="1"/>
                    <a:pt x="7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88"/>
            <p:cNvSpPr/>
            <p:nvPr/>
          </p:nvSpPr>
          <p:spPr>
            <a:xfrm>
              <a:off x="1964740" y="1695168"/>
              <a:ext cx="32798" cy="65308"/>
            </a:xfrm>
            <a:custGeom>
              <a:rect b="b" l="l" r="r" t="t"/>
              <a:pathLst>
                <a:path extrusionOk="0" h="2491" w="1251">
                  <a:moveTo>
                    <a:pt x="626" y="0"/>
                  </a:moveTo>
                  <a:cubicBezTo>
                    <a:pt x="593" y="0"/>
                    <a:pt x="559" y="8"/>
                    <a:pt x="529" y="24"/>
                  </a:cubicBezTo>
                  <a:lnTo>
                    <a:pt x="200" y="202"/>
                  </a:lnTo>
                  <a:cubicBezTo>
                    <a:pt x="0" y="309"/>
                    <a:pt x="108" y="581"/>
                    <a:pt x="289" y="581"/>
                  </a:cubicBezTo>
                  <a:cubicBezTo>
                    <a:pt x="322" y="581"/>
                    <a:pt x="356" y="573"/>
                    <a:pt x="392" y="553"/>
                  </a:cubicBezTo>
                  <a:lnTo>
                    <a:pt x="424" y="535"/>
                  </a:lnTo>
                  <a:lnTo>
                    <a:pt x="424" y="2089"/>
                  </a:lnTo>
                  <a:lnTo>
                    <a:pt x="298" y="2089"/>
                  </a:lnTo>
                  <a:cubicBezTo>
                    <a:pt x="30" y="2089"/>
                    <a:pt x="30" y="2491"/>
                    <a:pt x="298" y="2491"/>
                  </a:cubicBezTo>
                  <a:lnTo>
                    <a:pt x="982" y="2491"/>
                  </a:lnTo>
                  <a:cubicBezTo>
                    <a:pt x="1250" y="2491"/>
                    <a:pt x="1250" y="2089"/>
                    <a:pt x="982" y="2089"/>
                  </a:cubicBezTo>
                  <a:lnTo>
                    <a:pt x="826" y="2089"/>
                  </a:lnTo>
                  <a:lnTo>
                    <a:pt x="826" y="202"/>
                  </a:lnTo>
                  <a:cubicBezTo>
                    <a:pt x="826" y="129"/>
                    <a:pt x="790" y="64"/>
                    <a:pt x="729" y="28"/>
                  </a:cubicBezTo>
                  <a:cubicBezTo>
                    <a:pt x="697" y="9"/>
                    <a:pt x="662" y="0"/>
                    <a:pt x="6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88"/>
            <p:cNvSpPr/>
            <p:nvPr/>
          </p:nvSpPr>
          <p:spPr>
            <a:xfrm>
              <a:off x="2052962" y="1716011"/>
              <a:ext cx="67903" cy="10566"/>
            </a:xfrm>
            <a:custGeom>
              <a:rect b="b" l="l" r="r" t="t"/>
              <a:pathLst>
                <a:path extrusionOk="0" h="403" w="2590">
                  <a:moveTo>
                    <a:pt x="268" y="1"/>
                  </a:moveTo>
                  <a:cubicBezTo>
                    <a:pt x="0" y="1"/>
                    <a:pt x="0" y="403"/>
                    <a:pt x="268" y="403"/>
                  </a:cubicBezTo>
                  <a:lnTo>
                    <a:pt x="2322" y="403"/>
                  </a:lnTo>
                  <a:cubicBezTo>
                    <a:pt x="2590" y="403"/>
                    <a:pt x="2590" y="1"/>
                    <a:pt x="2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88"/>
            <p:cNvSpPr/>
            <p:nvPr/>
          </p:nvSpPr>
          <p:spPr>
            <a:xfrm>
              <a:off x="2052621" y="1768551"/>
              <a:ext cx="52881" cy="48686"/>
            </a:xfrm>
            <a:custGeom>
              <a:rect b="b" l="l" r="r" t="t"/>
              <a:pathLst>
                <a:path extrusionOk="0" h="1857" w="2017">
                  <a:moveTo>
                    <a:pt x="285" y="0"/>
                  </a:moveTo>
                  <a:cubicBezTo>
                    <a:pt x="131" y="0"/>
                    <a:pt x="1" y="199"/>
                    <a:pt x="140" y="344"/>
                  </a:cubicBezTo>
                  <a:lnTo>
                    <a:pt x="1592" y="1796"/>
                  </a:lnTo>
                  <a:cubicBezTo>
                    <a:pt x="1636" y="1839"/>
                    <a:pt x="1684" y="1857"/>
                    <a:pt x="1731" y="1857"/>
                  </a:cubicBezTo>
                  <a:cubicBezTo>
                    <a:pt x="1885" y="1857"/>
                    <a:pt x="2017" y="1658"/>
                    <a:pt x="1875" y="1513"/>
                  </a:cubicBezTo>
                  <a:lnTo>
                    <a:pt x="422" y="61"/>
                  </a:lnTo>
                  <a:cubicBezTo>
                    <a:pt x="379" y="18"/>
                    <a:pt x="331"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88"/>
            <p:cNvSpPr/>
            <p:nvPr/>
          </p:nvSpPr>
          <p:spPr>
            <a:xfrm>
              <a:off x="2052962" y="1621445"/>
              <a:ext cx="52750" cy="48738"/>
            </a:xfrm>
            <a:custGeom>
              <a:rect b="b" l="l" r="r" t="t"/>
              <a:pathLst>
                <a:path extrusionOk="0" h="1859" w="2012">
                  <a:moveTo>
                    <a:pt x="1721" y="1"/>
                  </a:moveTo>
                  <a:cubicBezTo>
                    <a:pt x="1673" y="1"/>
                    <a:pt x="1624" y="20"/>
                    <a:pt x="1579" y="66"/>
                  </a:cubicBezTo>
                  <a:lnTo>
                    <a:pt x="127" y="1518"/>
                  </a:lnTo>
                  <a:cubicBezTo>
                    <a:pt x="0" y="1645"/>
                    <a:pt x="91" y="1858"/>
                    <a:pt x="268" y="1858"/>
                  </a:cubicBezTo>
                  <a:cubicBezTo>
                    <a:pt x="323" y="1858"/>
                    <a:pt x="373" y="1837"/>
                    <a:pt x="409" y="1801"/>
                  </a:cubicBezTo>
                  <a:lnTo>
                    <a:pt x="1862" y="348"/>
                  </a:lnTo>
                  <a:cubicBezTo>
                    <a:pt x="2011" y="204"/>
                    <a:pt x="1877" y="1"/>
                    <a:pt x="1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88"/>
            <p:cNvSpPr/>
            <p:nvPr/>
          </p:nvSpPr>
          <p:spPr>
            <a:xfrm>
              <a:off x="1783865" y="1712210"/>
              <a:ext cx="66094" cy="10487"/>
            </a:xfrm>
            <a:custGeom>
              <a:rect b="b" l="l" r="r" t="t"/>
              <a:pathLst>
                <a:path extrusionOk="0" h="400" w="2521">
                  <a:moveTo>
                    <a:pt x="268" y="1"/>
                  </a:moveTo>
                  <a:cubicBezTo>
                    <a:pt x="0" y="1"/>
                    <a:pt x="0" y="399"/>
                    <a:pt x="268" y="399"/>
                  </a:cubicBezTo>
                  <a:lnTo>
                    <a:pt x="2322" y="399"/>
                  </a:lnTo>
                  <a:cubicBezTo>
                    <a:pt x="2434" y="399"/>
                    <a:pt x="2521" y="312"/>
                    <a:pt x="2521" y="200"/>
                  </a:cubicBezTo>
                  <a:cubicBezTo>
                    <a:pt x="2521" y="91"/>
                    <a:pt x="2434" y="1"/>
                    <a:pt x="2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88"/>
            <p:cNvSpPr/>
            <p:nvPr/>
          </p:nvSpPr>
          <p:spPr>
            <a:xfrm>
              <a:off x="1799019" y="1621445"/>
              <a:ext cx="53353" cy="48922"/>
            </a:xfrm>
            <a:custGeom>
              <a:rect b="b" l="l" r="r" t="t"/>
              <a:pathLst>
                <a:path extrusionOk="0" h="1866" w="2035">
                  <a:moveTo>
                    <a:pt x="291" y="1"/>
                  </a:moveTo>
                  <a:cubicBezTo>
                    <a:pt x="135" y="1"/>
                    <a:pt x="1" y="204"/>
                    <a:pt x="150" y="348"/>
                  </a:cubicBezTo>
                  <a:lnTo>
                    <a:pt x="1603" y="1801"/>
                  </a:lnTo>
                  <a:cubicBezTo>
                    <a:pt x="1647" y="1846"/>
                    <a:pt x="1697" y="1866"/>
                    <a:pt x="1744" y="1866"/>
                  </a:cubicBezTo>
                  <a:cubicBezTo>
                    <a:pt x="1900" y="1866"/>
                    <a:pt x="2035" y="1662"/>
                    <a:pt x="1885" y="1518"/>
                  </a:cubicBezTo>
                  <a:lnTo>
                    <a:pt x="433" y="66"/>
                  </a:lnTo>
                  <a:cubicBezTo>
                    <a:pt x="389" y="20"/>
                    <a:pt x="33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88"/>
            <p:cNvSpPr/>
            <p:nvPr/>
          </p:nvSpPr>
          <p:spPr>
            <a:xfrm>
              <a:off x="1799229" y="1768446"/>
              <a:ext cx="53143" cy="48791"/>
            </a:xfrm>
            <a:custGeom>
              <a:rect b="b" l="l" r="r" t="t"/>
              <a:pathLst>
                <a:path extrusionOk="0" h="1861" w="2027">
                  <a:moveTo>
                    <a:pt x="1736" y="0"/>
                  </a:moveTo>
                  <a:cubicBezTo>
                    <a:pt x="1689" y="0"/>
                    <a:pt x="1639" y="19"/>
                    <a:pt x="1595" y="65"/>
                  </a:cubicBezTo>
                  <a:lnTo>
                    <a:pt x="142" y="1517"/>
                  </a:lnTo>
                  <a:cubicBezTo>
                    <a:pt x="0" y="1662"/>
                    <a:pt x="132" y="1861"/>
                    <a:pt x="286" y="1861"/>
                  </a:cubicBezTo>
                  <a:cubicBezTo>
                    <a:pt x="333" y="1861"/>
                    <a:pt x="381" y="1843"/>
                    <a:pt x="425" y="1800"/>
                  </a:cubicBezTo>
                  <a:lnTo>
                    <a:pt x="1877" y="348"/>
                  </a:lnTo>
                  <a:cubicBezTo>
                    <a:pt x="2027" y="203"/>
                    <a:pt x="1892" y="0"/>
                    <a:pt x="17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2" name="Google Shape;17192;p88"/>
          <p:cNvGrpSpPr/>
          <p:nvPr/>
        </p:nvGrpSpPr>
        <p:grpSpPr>
          <a:xfrm>
            <a:off x="848975" y="2018719"/>
            <a:ext cx="361487" cy="296389"/>
            <a:chOff x="848975" y="2018719"/>
            <a:chExt cx="361487" cy="296389"/>
          </a:xfrm>
        </p:grpSpPr>
        <p:sp>
          <p:nvSpPr>
            <p:cNvPr id="17193" name="Google Shape;17193;p88"/>
            <p:cNvSpPr/>
            <p:nvPr/>
          </p:nvSpPr>
          <p:spPr>
            <a:xfrm>
              <a:off x="907073" y="2154787"/>
              <a:ext cx="247100" cy="155077"/>
            </a:xfrm>
            <a:custGeom>
              <a:rect b="b" l="l" r="r" t="t"/>
              <a:pathLst>
                <a:path extrusionOk="0" h="5915" w="9425">
                  <a:moveTo>
                    <a:pt x="0" y="1"/>
                  </a:moveTo>
                  <a:lnTo>
                    <a:pt x="0" y="4528"/>
                  </a:lnTo>
                  <a:cubicBezTo>
                    <a:pt x="0" y="4854"/>
                    <a:pt x="384" y="5154"/>
                    <a:pt x="1025" y="5390"/>
                  </a:cubicBezTo>
                  <a:cubicBezTo>
                    <a:pt x="1380" y="5517"/>
                    <a:pt x="1742" y="5614"/>
                    <a:pt x="2108" y="5683"/>
                  </a:cubicBezTo>
                  <a:cubicBezTo>
                    <a:pt x="2724" y="5799"/>
                    <a:pt x="3343" y="5871"/>
                    <a:pt x="3970" y="5897"/>
                  </a:cubicBezTo>
                  <a:cubicBezTo>
                    <a:pt x="4212" y="5908"/>
                    <a:pt x="4459" y="5915"/>
                    <a:pt x="4712" y="5915"/>
                  </a:cubicBezTo>
                  <a:cubicBezTo>
                    <a:pt x="7313" y="5915"/>
                    <a:pt x="9424" y="5296"/>
                    <a:pt x="9424" y="4528"/>
                  </a:cubicBezTo>
                  <a:lnTo>
                    <a:pt x="94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88"/>
            <p:cNvSpPr/>
            <p:nvPr/>
          </p:nvSpPr>
          <p:spPr>
            <a:xfrm>
              <a:off x="1139046" y="2154787"/>
              <a:ext cx="15127" cy="136095"/>
            </a:xfrm>
            <a:custGeom>
              <a:rect b="b" l="l" r="r" t="t"/>
              <a:pathLst>
                <a:path extrusionOk="0" h="5191" w="577">
                  <a:moveTo>
                    <a:pt x="0" y="1"/>
                  </a:moveTo>
                  <a:lnTo>
                    <a:pt x="0" y="5191"/>
                  </a:lnTo>
                  <a:cubicBezTo>
                    <a:pt x="366" y="4995"/>
                    <a:pt x="576" y="4770"/>
                    <a:pt x="576" y="4528"/>
                  </a:cubicBezTo>
                  <a:lnTo>
                    <a:pt x="57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88"/>
            <p:cNvSpPr/>
            <p:nvPr/>
          </p:nvSpPr>
          <p:spPr>
            <a:xfrm>
              <a:off x="907073" y="2145480"/>
              <a:ext cx="247100" cy="59199"/>
            </a:xfrm>
            <a:custGeom>
              <a:rect b="b" l="l" r="r" t="t"/>
              <a:pathLst>
                <a:path extrusionOk="0" h="2258" w="9425">
                  <a:moveTo>
                    <a:pt x="0" y="1"/>
                  </a:moveTo>
                  <a:lnTo>
                    <a:pt x="0" y="874"/>
                  </a:lnTo>
                  <a:cubicBezTo>
                    <a:pt x="0" y="1562"/>
                    <a:pt x="1717" y="2138"/>
                    <a:pt x="3966" y="2243"/>
                  </a:cubicBezTo>
                  <a:cubicBezTo>
                    <a:pt x="4209" y="2253"/>
                    <a:pt x="4459" y="2257"/>
                    <a:pt x="4712" y="2257"/>
                  </a:cubicBezTo>
                  <a:cubicBezTo>
                    <a:pt x="7313" y="2257"/>
                    <a:pt x="9424" y="1638"/>
                    <a:pt x="9424" y="874"/>
                  </a:cubicBezTo>
                  <a:lnTo>
                    <a:pt x="9424"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88"/>
            <p:cNvSpPr/>
            <p:nvPr/>
          </p:nvSpPr>
          <p:spPr>
            <a:xfrm>
              <a:off x="1139046" y="2145480"/>
              <a:ext cx="15127" cy="40296"/>
            </a:xfrm>
            <a:custGeom>
              <a:rect b="b" l="l" r="r" t="t"/>
              <a:pathLst>
                <a:path extrusionOk="0" h="1537" w="577">
                  <a:moveTo>
                    <a:pt x="0" y="1"/>
                  </a:moveTo>
                  <a:lnTo>
                    <a:pt x="0" y="1536"/>
                  </a:lnTo>
                  <a:cubicBezTo>
                    <a:pt x="366" y="1337"/>
                    <a:pt x="576" y="1113"/>
                    <a:pt x="576" y="874"/>
                  </a:cubicBezTo>
                  <a:lnTo>
                    <a:pt x="576"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88"/>
            <p:cNvSpPr/>
            <p:nvPr/>
          </p:nvSpPr>
          <p:spPr>
            <a:xfrm>
              <a:off x="907073" y="2109221"/>
              <a:ext cx="247100" cy="72649"/>
            </a:xfrm>
            <a:custGeom>
              <a:rect b="b" l="l" r="r" t="t"/>
              <a:pathLst>
                <a:path extrusionOk="0" h="2771" w="9425">
                  <a:moveTo>
                    <a:pt x="4712" y="0"/>
                  </a:moveTo>
                  <a:cubicBezTo>
                    <a:pt x="2108" y="0"/>
                    <a:pt x="0" y="620"/>
                    <a:pt x="0" y="1384"/>
                  </a:cubicBezTo>
                  <a:cubicBezTo>
                    <a:pt x="0" y="2148"/>
                    <a:pt x="2108" y="2771"/>
                    <a:pt x="4712" y="2771"/>
                  </a:cubicBezTo>
                  <a:cubicBezTo>
                    <a:pt x="7313" y="2771"/>
                    <a:pt x="9424" y="2148"/>
                    <a:pt x="9424" y="1384"/>
                  </a:cubicBezTo>
                  <a:cubicBezTo>
                    <a:pt x="9424" y="620"/>
                    <a:pt x="7313" y="0"/>
                    <a:pt x="4712"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88"/>
            <p:cNvSpPr/>
            <p:nvPr/>
          </p:nvSpPr>
          <p:spPr>
            <a:xfrm>
              <a:off x="1011131" y="2109221"/>
              <a:ext cx="143043" cy="72649"/>
            </a:xfrm>
            <a:custGeom>
              <a:rect b="b" l="l" r="r" t="t"/>
              <a:pathLst>
                <a:path extrusionOk="0" h="2771" w="5456">
                  <a:moveTo>
                    <a:pt x="743" y="0"/>
                  </a:moveTo>
                  <a:cubicBezTo>
                    <a:pt x="490" y="0"/>
                    <a:pt x="243" y="7"/>
                    <a:pt x="1" y="18"/>
                  </a:cubicBezTo>
                  <a:cubicBezTo>
                    <a:pt x="2250" y="123"/>
                    <a:pt x="3967" y="696"/>
                    <a:pt x="3967" y="1387"/>
                  </a:cubicBezTo>
                  <a:cubicBezTo>
                    <a:pt x="3967" y="2075"/>
                    <a:pt x="2246" y="2651"/>
                    <a:pt x="1" y="2756"/>
                  </a:cubicBezTo>
                  <a:cubicBezTo>
                    <a:pt x="240" y="2767"/>
                    <a:pt x="490" y="2771"/>
                    <a:pt x="743" y="2771"/>
                  </a:cubicBezTo>
                  <a:cubicBezTo>
                    <a:pt x="3344" y="2771"/>
                    <a:pt x="5455" y="2152"/>
                    <a:pt x="5455" y="1387"/>
                  </a:cubicBezTo>
                  <a:cubicBezTo>
                    <a:pt x="5455" y="620"/>
                    <a:pt x="3344" y="0"/>
                    <a:pt x="743"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88"/>
            <p:cNvSpPr/>
            <p:nvPr/>
          </p:nvSpPr>
          <p:spPr>
            <a:xfrm>
              <a:off x="1043509" y="2126971"/>
              <a:ext cx="18536" cy="18536"/>
            </a:xfrm>
            <a:custGeom>
              <a:rect b="b" l="l" r="r" t="t"/>
              <a:pathLst>
                <a:path extrusionOk="0" h="707" w="707">
                  <a:moveTo>
                    <a:pt x="356" y="1"/>
                  </a:moveTo>
                  <a:cubicBezTo>
                    <a:pt x="160" y="1"/>
                    <a:pt x="1" y="160"/>
                    <a:pt x="1" y="355"/>
                  </a:cubicBezTo>
                  <a:cubicBezTo>
                    <a:pt x="1" y="547"/>
                    <a:pt x="160" y="707"/>
                    <a:pt x="356" y="707"/>
                  </a:cubicBezTo>
                  <a:cubicBezTo>
                    <a:pt x="548" y="707"/>
                    <a:pt x="707" y="547"/>
                    <a:pt x="707" y="355"/>
                  </a:cubicBezTo>
                  <a:cubicBezTo>
                    <a:pt x="707" y="160"/>
                    <a:pt x="548" y="1"/>
                    <a:pt x="356"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88"/>
            <p:cNvSpPr/>
            <p:nvPr/>
          </p:nvSpPr>
          <p:spPr>
            <a:xfrm>
              <a:off x="999175" y="2126971"/>
              <a:ext cx="18457" cy="18536"/>
            </a:xfrm>
            <a:custGeom>
              <a:rect b="b" l="l" r="r" t="t"/>
              <a:pathLst>
                <a:path extrusionOk="0" h="707" w="704">
                  <a:moveTo>
                    <a:pt x="352" y="1"/>
                  </a:moveTo>
                  <a:cubicBezTo>
                    <a:pt x="156" y="1"/>
                    <a:pt x="0" y="160"/>
                    <a:pt x="0" y="355"/>
                  </a:cubicBezTo>
                  <a:cubicBezTo>
                    <a:pt x="0" y="547"/>
                    <a:pt x="156" y="707"/>
                    <a:pt x="352" y="707"/>
                  </a:cubicBezTo>
                  <a:cubicBezTo>
                    <a:pt x="547" y="707"/>
                    <a:pt x="703" y="547"/>
                    <a:pt x="703" y="355"/>
                  </a:cubicBezTo>
                  <a:cubicBezTo>
                    <a:pt x="703" y="160"/>
                    <a:pt x="547" y="1"/>
                    <a:pt x="35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88"/>
            <p:cNvSpPr/>
            <p:nvPr/>
          </p:nvSpPr>
          <p:spPr>
            <a:xfrm>
              <a:off x="888695" y="2018719"/>
              <a:ext cx="283778" cy="296389"/>
            </a:xfrm>
            <a:custGeom>
              <a:rect b="b" l="l" r="r" t="t"/>
              <a:pathLst>
                <a:path extrusionOk="0" h="11305" w="10824">
                  <a:moveTo>
                    <a:pt x="4564" y="4330"/>
                  </a:moveTo>
                  <a:cubicBezTo>
                    <a:pt x="4604" y="4330"/>
                    <a:pt x="4644" y="4345"/>
                    <a:pt x="4674" y="4376"/>
                  </a:cubicBezTo>
                  <a:cubicBezTo>
                    <a:pt x="4769" y="4474"/>
                    <a:pt x="4700" y="4637"/>
                    <a:pt x="4566" y="4637"/>
                  </a:cubicBezTo>
                  <a:cubicBezTo>
                    <a:pt x="4428" y="4637"/>
                    <a:pt x="4359" y="4474"/>
                    <a:pt x="4457" y="4376"/>
                  </a:cubicBezTo>
                  <a:cubicBezTo>
                    <a:pt x="4486" y="4345"/>
                    <a:pt x="4525" y="4330"/>
                    <a:pt x="4564" y="4330"/>
                  </a:cubicBezTo>
                  <a:close/>
                  <a:moveTo>
                    <a:pt x="6258" y="4330"/>
                  </a:moveTo>
                  <a:cubicBezTo>
                    <a:pt x="6295" y="4330"/>
                    <a:pt x="6334" y="4344"/>
                    <a:pt x="6366" y="4376"/>
                  </a:cubicBezTo>
                  <a:cubicBezTo>
                    <a:pt x="6424" y="4434"/>
                    <a:pt x="6424" y="4532"/>
                    <a:pt x="6366" y="4593"/>
                  </a:cubicBezTo>
                  <a:cubicBezTo>
                    <a:pt x="6334" y="4623"/>
                    <a:pt x="6297" y="4637"/>
                    <a:pt x="6259" y="4637"/>
                  </a:cubicBezTo>
                  <a:cubicBezTo>
                    <a:pt x="6180" y="4637"/>
                    <a:pt x="6105" y="4576"/>
                    <a:pt x="6105" y="4484"/>
                  </a:cubicBezTo>
                  <a:cubicBezTo>
                    <a:pt x="6105" y="4391"/>
                    <a:pt x="6179" y="4330"/>
                    <a:pt x="6258" y="4330"/>
                  </a:cubicBezTo>
                  <a:close/>
                  <a:moveTo>
                    <a:pt x="9926" y="5499"/>
                  </a:moveTo>
                  <a:lnTo>
                    <a:pt x="9926" y="5709"/>
                  </a:lnTo>
                  <a:lnTo>
                    <a:pt x="9926" y="5716"/>
                  </a:lnTo>
                  <a:cubicBezTo>
                    <a:pt x="9915" y="5933"/>
                    <a:pt x="9524" y="6284"/>
                    <a:pt x="8455" y="6560"/>
                  </a:cubicBezTo>
                  <a:cubicBezTo>
                    <a:pt x="7615" y="6773"/>
                    <a:pt x="6536" y="6893"/>
                    <a:pt x="5413" y="6893"/>
                  </a:cubicBezTo>
                  <a:cubicBezTo>
                    <a:pt x="4290" y="6893"/>
                    <a:pt x="3208" y="6773"/>
                    <a:pt x="2367" y="6556"/>
                  </a:cubicBezTo>
                  <a:cubicBezTo>
                    <a:pt x="1284" y="6281"/>
                    <a:pt x="901" y="5922"/>
                    <a:pt x="901" y="5709"/>
                  </a:cubicBezTo>
                  <a:lnTo>
                    <a:pt x="901" y="5499"/>
                  </a:lnTo>
                  <a:cubicBezTo>
                    <a:pt x="1161" y="5694"/>
                    <a:pt x="1534" y="5864"/>
                    <a:pt x="2023" y="6009"/>
                  </a:cubicBezTo>
                  <a:cubicBezTo>
                    <a:pt x="2932" y="6274"/>
                    <a:pt x="4135" y="6422"/>
                    <a:pt x="5413" y="6422"/>
                  </a:cubicBezTo>
                  <a:cubicBezTo>
                    <a:pt x="6688" y="6422"/>
                    <a:pt x="7894" y="6274"/>
                    <a:pt x="8799" y="6009"/>
                  </a:cubicBezTo>
                  <a:cubicBezTo>
                    <a:pt x="9292" y="5864"/>
                    <a:pt x="9669" y="5690"/>
                    <a:pt x="9926" y="5499"/>
                  </a:cubicBezTo>
                  <a:close/>
                  <a:moveTo>
                    <a:pt x="9922" y="6371"/>
                  </a:moveTo>
                  <a:lnTo>
                    <a:pt x="9922" y="9718"/>
                  </a:lnTo>
                  <a:cubicBezTo>
                    <a:pt x="9926" y="9950"/>
                    <a:pt x="9535" y="10257"/>
                    <a:pt x="8705" y="10504"/>
                  </a:cubicBezTo>
                  <a:lnTo>
                    <a:pt x="8705" y="6907"/>
                  </a:lnTo>
                  <a:cubicBezTo>
                    <a:pt x="9144" y="6784"/>
                    <a:pt x="9604" y="6610"/>
                    <a:pt x="9922" y="6371"/>
                  </a:cubicBezTo>
                  <a:close/>
                  <a:moveTo>
                    <a:pt x="901" y="6371"/>
                  </a:moveTo>
                  <a:cubicBezTo>
                    <a:pt x="1172" y="6578"/>
                    <a:pt x="1581" y="6755"/>
                    <a:pt x="2117" y="6907"/>
                  </a:cubicBezTo>
                  <a:cubicBezTo>
                    <a:pt x="2117" y="7320"/>
                    <a:pt x="2117" y="7755"/>
                    <a:pt x="2121" y="8240"/>
                  </a:cubicBezTo>
                  <a:cubicBezTo>
                    <a:pt x="2121" y="8349"/>
                    <a:pt x="2212" y="8439"/>
                    <a:pt x="2320" y="8439"/>
                  </a:cubicBezTo>
                  <a:cubicBezTo>
                    <a:pt x="2433" y="8436"/>
                    <a:pt x="2519" y="8349"/>
                    <a:pt x="2519" y="8237"/>
                  </a:cubicBezTo>
                  <a:cubicBezTo>
                    <a:pt x="2519" y="7795"/>
                    <a:pt x="2516" y="7389"/>
                    <a:pt x="2519" y="7005"/>
                  </a:cubicBezTo>
                  <a:cubicBezTo>
                    <a:pt x="3298" y="7179"/>
                    <a:pt x="4240" y="7280"/>
                    <a:pt x="5214" y="7291"/>
                  </a:cubicBezTo>
                  <a:lnTo>
                    <a:pt x="5214" y="10902"/>
                  </a:lnTo>
                  <a:cubicBezTo>
                    <a:pt x="5033" y="10902"/>
                    <a:pt x="4855" y="10895"/>
                    <a:pt x="4678" y="10888"/>
                  </a:cubicBezTo>
                  <a:cubicBezTo>
                    <a:pt x="4066" y="10862"/>
                    <a:pt x="3454" y="10793"/>
                    <a:pt x="2849" y="10678"/>
                  </a:cubicBezTo>
                  <a:cubicBezTo>
                    <a:pt x="2733" y="10656"/>
                    <a:pt x="2624" y="10634"/>
                    <a:pt x="2519" y="10605"/>
                  </a:cubicBezTo>
                  <a:cubicBezTo>
                    <a:pt x="2516" y="10091"/>
                    <a:pt x="2516" y="9584"/>
                    <a:pt x="2519" y="9070"/>
                  </a:cubicBezTo>
                  <a:cubicBezTo>
                    <a:pt x="2519" y="8961"/>
                    <a:pt x="2433" y="8870"/>
                    <a:pt x="2320" y="8870"/>
                  </a:cubicBezTo>
                  <a:cubicBezTo>
                    <a:pt x="2212" y="8870"/>
                    <a:pt x="2121" y="8957"/>
                    <a:pt x="2121" y="9066"/>
                  </a:cubicBezTo>
                  <a:cubicBezTo>
                    <a:pt x="2117" y="9548"/>
                    <a:pt x="2117" y="10018"/>
                    <a:pt x="2121" y="10500"/>
                  </a:cubicBezTo>
                  <a:cubicBezTo>
                    <a:pt x="2005" y="10464"/>
                    <a:pt x="1896" y="10428"/>
                    <a:pt x="1799" y="10391"/>
                  </a:cubicBezTo>
                  <a:cubicBezTo>
                    <a:pt x="1237" y="10185"/>
                    <a:pt x="901" y="9931"/>
                    <a:pt x="901" y="9718"/>
                  </a:cubicBezTo>
                  <a:lnTo>
                    <a:pt x="901" y="6371"/>
                  </a:lnTo>
                  <a:close/>
                  <a:moveTo>
                    <a:pt x="290" y="1"/>
                  </a:moveTo>
                  <a:cubicBezTo>
                    <a:pt x="133" y="1"/>
                    <a:pt x="0" y="204"/>
                    <a:pt x="147" y="348"/>
                  </a:cubicBezTo>
                  <a:lnTo>
                    <a:pt x="3208" y="3409"/>
                  </a:lnTo>
                  <a:cubicBezTo>
                    <a:pt x="1686" y="3641"/>
                    <a:pt x="502" y="4126"/>
                    <a:pt x="502" y="4836"/>
                  </a:cubicBezTo>
                  <a:lnTo>
                    <a:pt x="502" y="9718"/>
                  </a:lnTo>
                  <a:cubicBezTo>
                    <a:pt x="502" y="10004"/>
                    <a:pt x="701" y="10417"/>
                    <a:pt x="1657" y="10772"/>
                  </a:cubicBezTo>
                  <a:cubicBezTo>
                    <a:pt x="2020" y="10898"/>
                    <a:pt x="2393" y="11000"/>
                    <a:pt x="2773" y="11072"/>
                  </a:cubicBezTo>
                  <a:cubicBezTo>
                    <a:pt x="3396" y="11188"/>
                    <a:pt x="4026" y="11261"/>
                    <a:pt x="4660" y="11286"/>
                  </a:cubicBezTo>
                  <a:cubicBezTo>
                    <a:pt x="4906" y="11300"/>
                    <a:pt x="5160" y="11304"/>
                    <a:pt x="5413" y="11304"/>
                  </a:cubicBezTo>
                  <a:cubicBezTo>
                    <a:pt x="5909" y="11304"/>
                    <a:pt x="6398" y="11282"/>
                    <a:pt x="6869" y="11239"/>
                  </a:cubicBezTo>
                  <a:cubicBezTo>
                    <a:pt x="7129" y="11214"/>
                    <a:pt x="7099" y="10839"/>
                    <a:pt x="6857" y="10839"/>
                  </a:cubicBezTo>
                  <a:cubicBezTo>
                    <a:pt x="6849" y="10839"/>
                    <a:pt x="6841" y="10840"/>
                    <a:pt x="6833" y="10841"/>
                  </a:cubicBezTo>
                  <a:cubicBezTo>
                    <a:pt x="6438" y="10877"/>
                    <a:pt x="6029" y="10898"/>
                    <a:pt x="5612" y="10902"/>
                  </a:cubicBezTo>
                  <a:lnTo>
                    <a:pt x="5612" y="7291"/>
                  </a:lnTo>
                  <a:cubicBezTo>
                    <a:pt x="6590" y="7280"/>
                    <a:pt x="7528" y="7179"/>
                    <a:pt x="8303" y="7005"/>
                  </a:cubicBezTo>
                  <a:lnTo>
                    <a:pt x="8303" y="10605"/>
                  </a:lnTo>
                  <a:cubicBezTo>
                    <a:pt x="8093" y="10656"/>
                    <a:pt x="7861" y="10699"/>
                    <a:pt x="7608" y="10743"/>
                  </a:cubicBezTo>
                  <a:cubicBezTo>
                    <a:pt x="7356" y="10781"/>
                    <a:pt x="7403" y="11140"/>
                    <a:pt x="7633" y="11140"/>
                  </a:cubicBezTo>
                  <a:cubicBezTo>
                    <a:pt x="7645" y="11140"/>
                    <a:pt x="7657" y="11139"/>
                    <a:pt x="7670" y="11138"/>
                  </a:cubicBezTo>
                  <a:cubicBezTo>
                    <a:pt x="7898" y="11101"/>
                    <a:pt x="8206" y="11047"/>
                    <a:pt x="8535" y="10960"/>
                  </a:cubicBezTo>
                  <a:cubicBezTo>
                    <a:pt x="8550" y="10960"/>
                    <a:pt x="8560" y="10956"/>
                    <a:pt x="8575" y="10953"/>
                  </a:cubicBezTo>
                  <a:cubicBezTo>
                    <a:pt x="9401" y="10739"/>
                    <a:pt x="10324" y="10355"/>
                    <a:pt x="10324" y="9718"/>
                  </a:cubicBezTo>
                  <a:lnTo>
                    <a:pt x="10324" y="5723"/>
                  </a:lnTo>
                  <a:lnTo>
                    <a:pt x="10324" y="5705"/>
                  </a:lnTo>
                  <a:lnTo>
                    <a:pt x="10324" y="4836"/>
                  </a:lnTo>
                  <a:cubicBezTo>
                    <a:pt x="10324" y="4398"/>
                    <a:pt x="9868" y="4014"/>
                    <a:pt x="9002" y="3727"/>
                  </a:cubicBezTo>
                  <a:cubicBezTo>
                    <a:pt x="8550" y="3583"/>
                    <a:pt x="8086" y="3478"/>
                    <a:pt x="7619" y="3412"/>
                  </a:cubicBezTo>
                  <a:lnTo>
                    <a:pt x="10676" y="352"/>
                  </a:lnTo>
                  <a:cubicBezTo>
                    <a:pt x="10823" y="207"/>
                    <a:pt x="10690" y="4"/>
                    <a:pt x="10535" y="4"/>
                  </a:cubicBezTo>
                  <a:cubicBezTo>
                    <a:pt x="10489" y="4"/>
                    <a:pt x="10440" y="23"/>
                    <a:pt x="10397" y="66"/>
                  </a:cubicBezTo>
                  <a:lnTo>
                    <a:pt x="7119" y="3344"/>
                  </a:lnTo>
                  <a:cubicBezTo>
                    <a:pt x="6768" y="3304"/>
                    <a:pt x="6402" y="3275"/>
                    <a:pt x="6029" y="3260"/>
                  </a:cubicBezTo>
                  <a:cubicBezTo>
                    <a:pt x="6026" y="3260"/>
                    <a:pt x="6024" y="3260"/>
                    <a:pt x="6022" y="3260"/>
                  </a:cubicBezTo>
                  <a:cubicBezTo>
                    <a:pt x="5761" y="3260"/>
                    <a:pt x="5749" y="3652"/>
                    <a:pt x="6014" y="3662"/>
                  </a:cubicBezTo>
                  <a:cubicBezTo>
                    <a:pt x="6272" y="3673"/>
                    <a:pt x="6518" y="3688"/>
                    <a:pt x="6753" y="3706"/>
                  </a:cubicBezTo>
                  <a:lnTo>
                    <a:pt x="6482" y="3977"/>
                  </a:lnTo>
                  <a:cubicBezTo>
                    <a:pt x="6408" y="3945"/>
                    <a:pt x="6333" y="3930"/>
                    <a:pt x="6260" y="3930"/>
                  </a:cubicBezTo>
                  <a:cubicBezTo>
                    <a:pt x="5933" y="3930"/>
                    <a:pt x="5649" y="4230"/>
                    <a:pt x="5717" y="4586"/>
                  </a:cubicBezTo>
                  <a:cubicBezTo>
                    <a:pt x="5769" y="4869"/>
                    <a:pt x="6012" y="5037"/>
                    <a:pt x="6261" y="5037"/>
                  </a:cubicBezTo>
                  <a:cubicBezTo>
                    <a:pt x="6399" y="5037"/>
                    <a:pt x="6538" y="4986"/>
                    <a:pt x="6648" y="4876"/>
                  </a:cubicBezTo>
                  <a:cubicBezTo>
                    <a:pt x="6811" y="4713"/>
                    <a:pt x="6855" y="4470"/>
                    <a:pt x="6764" y="4260"/>
                  </a:cubicBezTo>
                  <a:lnTo>
                    <a:pt x="7260" y="3764"/>
                  </a:lnTo>
                  <a:cubicBezTo>
                    <a:pt x="9006" y="3985"/>
                    <a:pt x="9922" y="4484"/>
                    <a:pt x="9922" y="4836"/>
                  </a:cubicBezTo>
                  <a:cubicBezTo>
                    <a:pt x="9922" y="5332"/>
                    <a:pt x="8206" y="6024"/>
                    <a:pt x="5410" y="6024"/>
                  </a:cubicBezTo>
                  <a:cubicBezTo>
                    <a:pt x="2617" y="6024"/>
                    <a:pt x="901" y="5332"/>
                    <a:pt x="901" y="4836"/>
                  </a:cubicBezTo>
                  <a:cubicBezTo>
                    <a:pt x="901" y="4474"/>
                    <a:pt x="1835" y="3977"/>
                    <a:pt x="3559" y="3760"/>
                  </a:cubicBezTo>
                  <a:lnTo>
                    <a:pt x="4062" y="4260"/>
                  </a:lnTo>
                  <a:cubicBezTo>
                    <a:pt x="3968" y="4470"/>
                    <a:pt x="4015" y="4713"/>
                    <a:pt x="4175" y="4876"/>
                  </a:cubicBezTo>
                  <a:cubicBezTo>
                    <a:pt x="4286" y="4987"/>
                    <a:pt x="4426" y="5038"/>
                    <a:pt x="4563" y="5038"/>
                  </a:cubicBezTo>
                  <a:cubicBezTo>
                    <a:pt x="4813" y="5038"/>
                    <a:pt x="5055" y="4869"/>
                    <a:pt x="5109" y="4586"/>
                  </a:cubicBezTo>
                  <a:cubicBezTo>
                    <a:pt x="5177" y="4228"/>
                    <a:pt x="4894" y="3930"/>
                    <a:pt x="4567" y="3930"/>
                  </a:cubicBezTo>
                  <a:cubicBezTo>
                    <a:pt x="4494" y="3930"/>
                    <a:pt x="4419" y="3945"/>
                    <a:pt x="4345" y="3977"/>
                  </a:cubicBezTo>
                  <a:lnTo>
                    <a:pt x="4073" y="3706"/>
                  </a:lnTo>
                  <a:cubicBezTo>
                    <a:pt x="4432" y="3677"/>
                    <a:pt x="4819" y="3655"/>
                    <a:pt x="5236" y="3651"/>
                  </a:cubicBezTo>
                  <a:cubicBezTo>
                    <a:pt x="5499" y="3648"/>
                    <a:pt x="5497" y="3253"/>
                    <a:pt x="5232" y="3253"/>
                  </a:cubicBezTo>
                  <a:cubicBezTo>
                    <a:pt x="5231" y="3253"/>
                    <a:pt x="5230" y="3253"/>
                    <a:pt x="5228" y="3253"/>
                  </a:cubicBezTo>
                  <a:cubicBezTo>
                    <a:pt x="4721" y="3257"/>
                    <a:pt x="4214" y="3286"/>
                    <a:pt x="3707" y="3344"/>
                  </a:cubicBezTo>
                  <a:lnTo>
                    <a:pt x="433" y="66"/>
                  </a:lnTo>
                  <a:cubicBezTo>
                    <a:pt x="388" y="20"/>
                    <a:pt x="338"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88"/>
            <p:cNvSpPr/>
            <p:nvPr/>
          </p:nvSpPr>
          <p:spPr>
            <a:xfrm>
              <a:off x="883215" y="2059460"/>
              <a:ext cx="42970" cy="55057"/>
            </a:xfrm>
            <a:custGeom>
              <a:rect b="b" l="l" r="r" t="t"/>
              <a:pathLst>
                <a:path extrusionOk="0" h="2100" w="1639">
                  <a:moveTo>
                    <a:pt x="277" y="0"/>
                  </a:moveTo>
                  <a:cubicBezTo>
                    <a:pt x="137" y="0"/>
                    <a:pt x="1" y="154"/>
                    <a:pt x="103" y="312"/>
                  </a:cubicBezTo>
                  <a:lnTo>
                    <a:pt x="1200" y="2007"/>
                  </a:lnTo>
                  <a:cubicBezTo>
                    <a:pt x="1243" y="2072"/>
                    <a:pt x="1302" y="2099"/>
                    <a:pt x="1361" y="2099"/>
                  </a:cubicBezTo>
                  <a:cubicBezTo>
                    <a:pt x="1502" y="2099"/>
                    <a:pt x="1639" y="1945"/>
                    <a:pt x="1537" y="1790"/>
                  </a:cubicBezTo>
                  <a:lnTo>
                    <a:pt x="440" y="95"/>
                  </a:lnTo>
                  <a:cubicBezTo>
                    <a:pt x="396" y="28"/>
                    <a:pt x="33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88"/>
            <p:cNvSpPr/>
            <p:nvPr/>
          </p:nvSpPr>
          <p:spPr>
            <a:xfrm>
              <a:off x="848975" y="2099521"/>
              <a:ext cx="59828" cy="29704"/>
            </a:xfrm>
            <a:custGeom>
              <a:rect b="b" l="l" r="r" t="t"/>
              <a:pathLst>
                <a:path extrusionOk="0" h="1133" w="2282">
                  <a:moveTo>
                    <a:pt x="287" y="0"/>
                  </a:moveTo>
                  <a:cubicBezTo>
                    <a:pt x="92" y="0"/>
                    <a:pt x="1" y="299"/>
                    <a:pt x="217" y="388"/>
                  </a:cubicBezTo>
                  <a:lnTo>
                    <a:pt x="1974" y="1116"/>
                  </a:lnTo>
                  <a:cubicBezTo>
                    <a:pt x="2000" y="1127"/>
                    <a:pt x="2027" y="1133"/>
                    <a:pt x="2054" y="1133"/>
                  </a:cubicBezTo>
                  <a:cubicBezTo>
                    <a:pt x="2133" y="1133"/>
                    <a:pt x="2206" y="1087"/>
                    <a:pt x="2238" y="1011"/>
                  </a:cubicBezTo>
                  <a:cubicBezTo>
                    <a:pt x="2282" y="906"/>
                    <a:pt x="2231" y="790"/>
                    <a:pt x="2133" y="747"/>
                  </a:cubicBezTo>
                  <a:lnTo>
                    <a:pt x="373" y="19"/>
                  </a:lnTo>
                  <a:cubicBezTo>
                    <a:pt x="343" y="6"/>
                    <a:pt x="314"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88"/>
            <p:cNvSpPr/>
            <p:nvPr/>
          </p:nvSpPr>
          <p:spPr>
            <a:xfrm>
              <a:off x="1135035" y="2059460"/>
              <a:ext cx="42970" cy="55004"/>
            </a:xfrm>
            <a:custGeom>
              <a:rect b="b" l="l" r="r" t="t"/>
              <a:pathLst>
                <a:path extrusionOk="0" h="2098" w="1639">
                  <a:moveTo>
                    <a:pt x="1362" y="0"/>
                  </a:moveTo>
                  <a:cubicBezTo>
                    <a:pt x="1303" y="0"/>
                    <a:pt x="1243" y="28"/>
                    <a:pt x="1200" y="95"/>
                  </a:cubicBezTo>
                  <a:lnTo>
                    <a:pt x="102" y="1786"/>
                  </a:lnTo>
                  <a:cubicBezTo>
                    <a:pt x="1" y="1944"/>
                    <a:pt x="137" y="2098"/>
                    <a:pt x="277" y="2098"/>
                  </a:cubicBezTo>
                  <a:cubicBezTo>
                    <a:pt x="336" y="2098"/>
                    <a:pt x="396" y="2070"/>
                    <a:pt x="439" y="2003"/>
                  </a:cubicBezTo>
                  <a:lnTo>
                    <a:pt x="1537" y="312"/>
                  </a:lnTo>
                  <a:cubicBezTo>
                    <a:pt x="1638" y="154"/>
                    <a:pt x="1503" y="0"/>
                    <a:pt x="1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88"/>
            <p:cNvSpPr/>
            <p:nvPr/>
          </p:nvSpPr>
          <p:spPr>
            <a:xfrm>
              <a:off x="1150713" y="2099573"/>
              <a:ext cx="59750" cy="29678"/>
            </a:xfrm>
            <a:custGeom>
              <a:rect b="b" l="l" r="r" t="t"/>
              <a:pathLst>
                <a:path extrusionOk="0" h="1132" w="2279">
                  <a:moveTo>
                    <a:pt x="2053" y="1"/>
                  </a:moveTo>
                  <a:cubicBezTo>
                    <a:pt x="2027" y="1"/>
                    <a:pt x="2000" y="6"/>
                    <a:pt x="1974" y="17"/>
                  </a:cubicBezTo>
                  <a:lnTo>
                    <a:pt x="218" y="745"/>
                  </a:lnTo>
                  <a:cubicBezTo>
                    <a:pt x="1" y="834"/>
                    <a:pt x="93" y="1132"/>
                    <a:pt x="287" y="1132"/>
                  </a:cubicBezTo>
                  <a:cubicBezTo>
                    <a:pt x="313" y="1132"/>
                    <a:pt x="341" y="1126"/>
                    <a:pt x="370" y="1114"/>
                  </a:cubicBezTo>
                  <a:lnTo>
                    <a:pt x="2130" y="386"/>
                  </a:lnTo>
                  <a:cubicBezTo>
                    <a:pt x="2232" y="343"/>
                    <a:pt x="2279" y="227"/>
                    <a:pt x="2239" y="122"/>
                  </a:cubicBezTo>
                  <a:cubicBezTo>
                    <a:pt x="2206" y="46"/>
                    <a:pt x="2131" y="1"/>
                    <a:pt x="2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6" name="Google Shape;17206;p88"/>
          <p:cNvGrpSpPr/>
          <p:nvPr/>
        </p:nvGrpSpPr>
        <p:grpSpPr>
          <a:xfrm>
            <a:off x="3078826" y="2014314"/>
            <a:ext cx="374884" cy="305381"/>
            <a:chOff x="3078826" y="2014314"/>
            <a:chExt cx="374884" cy="305381"/>
          </a:xfrm>
        </p:grpSpPr>
        <p:sp>
          <p:nvSpPr>
            <p:cNvPr id="17207" name="Google Shape;17207;p88"/>
            <p:cNvSpPr/>
            <p:nvPr/>
          </p:nvSpPr>
          <p:spPr>
            <a:xfrm>
              <a:off x="3217831" y="2174267"/>
              <a:ext cx="65727" cy="65727"/>
            </a:xfrm>
            <a:custGeom>
              <a:rect b="b" l="l" r="r" t="t"/>
              <a:pathLst>
                <a:path extrusionOk="0" h="2507" w="2507">
                  <a:moveTo>
                    <a:pt x="1884" y="0"/>
                  </a:moveTo>
                  <a:lnTo>
                    <a:pt x="0" y="1883"/>
                  </a:lnTo>
                  <a:lnTo>
                    <a:pt x="620" y="2506"/>
                  </a:lnTo>
                  <a:lnTo>
                    <a:pt x="2507" y="619"/>
                  </a:lnTo>
                  <a:lnTo>
                    <a:pt x="1884"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88"/>
            <p:cNvSpPr/>
            <p:nvPr/>
          </p:nvSpPr>
          <p:spPr>
            <a:xfrm>
              <a:off x="3217831" y="2203893"/>
              <a:ext cx="36023" cy="36101"/>
            </a:xfrm>
            <a:custGeom>
              <a:rect b="b" l="l" r="r" t="t"/>
              <a:pathLst>
                <a:path extrusionOk="0" h="1377" w="1374">
                  <a:moveTo>
                    <a:pt x="754" y="0"/>
                  </a:moveTo>
                  <a:lnTo>
                    <a:pt x="0" y="753"/>
                  </a:lnTo>
                  <a:lnTo>
                    <a:pt x="620" y="1376"/>
                  </a:lnTo>
                  <a:lnTo>
                    <a:pt x="1373" y="623"/>
                  </a:lnTo>
                  <a:lnTo>
                    <a:pt x="75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88"/>
            <p:cNvSpPr/>
            <p:nvPr/>
          </p:nvSpPr>
          <p:spPr>
            <a:xfrm>
              <a:off x="3143400" y="2209189"/>
              <a:ext cx="105211" cy="105237"/>
            </a:xfrm>
            <a:custGeom>
              <a:rect b="b" l="l" r="r" t="t"/>
              <a:pathLst>
                <a:path extrusionOk="0" h="4014" w="4013">
                  <a:moveTo>
                    <a:pt x="2988" y="1"/>
                  </a:moveTo>
                  <a:lnTo>
                    <a:pt x="0" y="2989"/>
                  </a:lnTo>
                  <a:lnTo>
                    <a:pt x="1021" y="4014"/>
                  </a:lnTo>
                  <a:lnTo>
                    <a:pt x="4013" y="1022"/>
                  </a:lnTo>
                  <a:lnTo>
                    <a:pt x="298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88"/>
            <p:cNvSpPr/>
            <p:nvPr/>
          </p:nvSpPr>
          <p:spPr>
            <a:xfrm>
              <a:off x="3237101" y="2019584"/>
              <a:ext cx="201036" cy="201141"/>
            </a:xfrm>
            <a:custGeom>
              <a:rect b="b" l="l" r="r" t="t"/>
              <a:pathLst>
                <a:path extrusionOk="0" h="7672" w="7668">
                  <a:moveTo>
                    <a:pt x="3836" y="0"/>
                  </a:moveTo>
                  <a:cubicBezTo>
                    <a:pt x="1717" y="0"/>
                    <a:pt x="1" y="1717"/>
                    <a:pt x="1" y="3836"/>
                  </a:cubicBezTo>
                  <a:cubicBezTo>
                    <a:pt x="1" y="5954"/>
                    <a:pt x="1717" y="7671"/>
                    <a:pt x="3836" y="7671"/>
                  </a:cubicBezTo>
                  <a:cubicBezTo>
                    <a:pt x="5951" y="7671"/>
                    <a:pt x="7668" y="5954"/>
                    <a:pt x="7668" y="3836"/>
                  </a:cubicBezTo>
                  <a:cubicBezTo>
                    <a:pt x="7668" y="1717"/>
                    <a:pt x="5951" y="0"/>
                    <a:pt x="383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88"/>
            <p:cNvSpPr/>
            <p:nvPr/>
          </p:nvSpPr>
          <p:spPr>
            <a:xfrm>
              <a:off x="3227243" y="2019557"/>
              <a:ext cx="186223" cy="176470"/>
            </a:xfrm>
            <a:custGeom>
              <a:rect b="b" l="l" r="r" t="t"/>
              <a:pathLst>
                <a:path extrusionOk="0" h="6731" w="7103">
                  <a:moveTo>
                    <a:pt x="4210" y="1"/>
                  </a:moveTo>
                  <a:cubicBezTo>
                    <a:pt x="3228" y="1"/>
                    <a:pt x="2246" y="376"/>
                    <a:pt x="1496" y="1124"/>
                  </a:cubicBezTo>
                  <a:cubicBezTo>
                    <a:pt x="0" y="2623"/>
                    <a:pt x="0" y="5050"/>
                    <a:pt x="1499" y="6549"/>
                  </a:cubicBezTo>
                  <a:cubicBezTo>
                    <a:pt x="1561" y="6611"/>
                    <a:pt x="1626" y="6673"/>
                    <a:pt x="1691" y="6730"/>
                  </a:cubicBezTo>
                  <a:cubicBezTo>
                    <a:pt x="366" y="5209"/>
                    <a:pt x="446" y="2924"/>
                    <a:pt x="1872" y="1497"/>
                  </a:cubicBezTo>
                  <a:cubicBezTo>
                    <a:pt x="2618" y="750"/>
                    <a:pt x="3600" y="372"/>
                    <a:pt x="4584" y="372"/>
                  </a:cubicBezTo>
                  <a:cubicBezTo>
                    <a:pt x="5480" y="372"/>
                    <a:pt x="6378" y="685"/>
                    <a:pt x="7102" y="1316"/>
                  </a:cubicBezTo>
                  <a:cubicBezTo>
                    <a:pt x="7044" y="1251"/>
                    <a:pt x="6983" y="1186"/>
                    <a:pt x="6921" y="1124"/>
                  </a:cubicBezTo>
                  <a:cubicBezTo>
                    <a:pt x="6172" y="375"/>
                    <a:pt x="5191" y="1"/>
                    <a:pt x="421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88"/>
            <p:cNvSpPr/>
            <p:nvPr/>
          </p:nvSpPr>
          <p:spPr>
            <a:xfrm>
              <a:off x="3252779" y="2042839"/>
              <a:ext cx="162208" cy="154605"/>
            </a:xfrm>
            <a:custGeom>
              <a:rect b="b" l="l" r="r" t="t"/>
              <a:pathLst>
                <a:path extrusionOk="0" h="5897" w="6187">
                  <a:moveTo>
                    <a:pt x="3235" y="0"/>
                  </a:moveTo>
                  <a:cubicBezTo>
                    <a:pt x="2469" y="0"/>
                    <a:pt x="1716" y="299"/>
                    <a:pt x="1152" y="863"/>
                  </a:cubicBezTo>
                  <a:cubicBezTo>
                    <a:pt x="0" y="2014"/>
                    <a:pt x="0" y="3883"/>
                    <a:pt x="1152" y="5035"/>
                  </a:cubicBezTo>
                  <a:cubicBezTo>
                    <a:pt x="1717" y="5597"/>
                    <a:pt x="2471" y="5897"/>
                    <a:pt x="3238" y="5897"/>
                  </a:cubicBezTo>
                  <a:cubicBezTo>
                    <a:pt x="3617" y="5897"/>
                    <a:pt x="4000" y="5823"/>
                    <a:pt x="4364" y="5672"/>
                  </a:cubicBezTo>
                  <a:cubicBezTo>
                    <a:pt x="5465" y="5216"/>
                    <a:pt x="6186" y="4140"/>
                    <a:pt x="6186" y="2949"/>
                  </a:cubicBezTo>
                  <a:cubicBezTo>
                    <a:pt x="6186" y="1757"/>
                    <a:pt x="5465" y="682"/>
                    <a:pt x="4364" y="225"/>
                  </a:cubicBezTo>
                  <a:cubicBezTo>
                    <a:pt x="3999" y="74"/>
                    <a:pt x="3615" y="0"/>
                    <a:pt x="3235"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88"/>
            <p:cNvSpPr/>
            <p:nvPr/>
          </p:nvSpPr>
          <p:spPr>
            <a:xfrm>
              <a:off x="3275379" y="2057835"/>
              <a:ext cx="148706" cy="139608"/>
            </a:xfrm>
            <a:custGeom>
              <a:rect b="b" l="l" r="r" t="t"/>
              <a:pathLst>
                <a:path extrusionOk="0" h="5325" w="5672">
                  <a:moveTo>
                    <a:pt x="4122" y="1"/>
                  </a:moveTo>
                  <a:cubicBezTo>
                    <a:pt x="4987" y="1174"/>
                    <a:pt x="4864" y="2804"/>
                    <a:pt x="3832" y="3833"/>
                  </a:cubicBezTo>
                  <a:cubicBezTo>
                    <a:pt x="3261" y="4405"/>
                    <a:pt x="2506" y="4698"/>
                    <a:pt x="1745" y="4698"/>
                  </a:cubicBezTo>
                  <a:cubicBezTo>
                    <a:pt x="1135" y="4698"/>
                    <a:pt x="523" y="4510"/>
                    <a:pt x="0" y="4126"/>
                  </a:cubicBezTo>
                  <a:lnTo>
                    <a:pt x="0" y="4126"/>
                  </a:lnTo>
                  <a:cubicBezTo>
                    <a:pt x="581" y="4913"/>
                    <a:pt x="1474" y="5325"/>
                    <a:pt x="2376" y="5325"/>
                  </a:cubicBezTo>
                  <a:cubicBezTo>
                    <a:pt x="3054" y="5325"/>
                    <a:pt x="3737" y="5092"/>
                    <a:pt x="4296" y="4611"/>
                  </a:cubicBezTo>
                  <a:cubicBezTo>
                    <a:pt x="5596" y="3492"/>
                    <a:pt x="5672" y="1504"/>
                    <a:pt x="4459" y="291"/>
                  </a:cubicBezTo>
                  <a:cubicBezTo>
                    <a:pt x="4354" y="186"/>
                    <a:pt x="4241" y="91"/>
                    <a:pt x="4122"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88"/>
            <p:cNvSpPr/>
            <p:nvPr/>
          </p:nvSpPr>
          <p:spPr>
            <a:xfrm>
              <a:off x="3086508" y="2019531"/>
              <a:ext cx="142256" cy="148286"/>
            </a:xfrm>
            <a:custGeom>
              <a:rect b="b" l="l" r="r" t="t"/>
              <a:pathLst>
                <a:path extrusionOk="0" h="5656" w="5426">
                  <a:moveTo>
                    <a:pt x="2706" y="1"/>
                  </a:moveTo>
                  <a:cubicBezTo>
                    <a:pt x="1780" y="1"/>
                    <a:pt x="923" y="498"/>
                    <a:pt x="471" y="1310"/>
                  </a:cubicBezTo>
                  <a:cubicBezTo>
                    <a:pt x="1" y="2150"/>
                    <a:pt x="40" y="3182"/>
                    <a:pt x="576" y="3979"/>
                  </a:cubicBezTo>
                  <a:cubicBezTo>
                    <a:pt x="1061" y="4701"/>
                    <a:pt x="1864" y="5113"/>
                    <a:pt x="2700" y="5113"/>
                  </a:cubicBezTo>
                  <a:cubicBezTo>
                    <a:pt x="2933" y="5113"/>
                    <a:pt x="3169" y="5081"/>
                    <a:pt x="3401" y="5015"/>
                  </a:cubicBezTo>
                  <a:lnTo>
                    <a:pt x="4774" y="5656"/>
                  </a:lnTo>
                  <a:lnTo>
                    <a:pt x="4705" y="4146"/>
                  </a:lnTo>
                  <a:cubicBezTo>
                    <a:pt x="5303" y="3392"/>
                    <a:pt x="5426" y="2367"/>
                    <a:pt x="5024" y="1491"/>
                  </a:cubicBezTo>
                  <a:cubicBezTo>
                    <a:pt x="4622" y="618"/>
                    <a:pt x="3764" y="42"/>
                    <a:pt x="2804" y="2"/>
                  </a:cubicBezTo>
                  <a:cubicBezTo>
                    <a:pt x="2771" y="1"/>
                    <a:pt x="2739" y="1"/>
                    <a:pt x="270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88"/>
            <p:cNvSpPr/>
            <p:nvPr/>
          </p:nvSpPr>
          <p:spPr>
            <a:xfrm>
              <a:off x="3137501" y="2014314"/>
              <a:ext cx="316209" cy="305381"/>
            </a:xfrm>
            <a:custGeom>
              <a:rect b="b" l="l" r="r" t="t"/>
              <a:pathLst>
                <a:path extrusionOk="0" h="11648" w="12061">
                  <a:moveTo>
                    <a:pt x="4618" y="6717"/>
                  </a:moveTo>
                  <a:cubicBezTo>
                    <a:pt x="4669" y="6778"/>
                    <a:pt x="4723" y="6836"/>
                    <a:pt x="4781" y="6891"/>
                  </a:cubicBezTo>
                  <a:cubicBezTo>
                    <a:pt x="4836" y="6945"/>
                    <a:pt x="4893" y="6999"/>
                    <a:pt x="4955" y="7054"/>
                  </a:cubicBezTo>
                  <a:lnTo>
                    <a:pt x="4035" y="7974"/>
                  </a:lnTo>
                  <a:lnTo>
                    <a:pt x="3698" y="7637"/>
                  </a:lnTo>
                  <a:lnTo>
                    <a:pt x="4618" y="6717"/>
                  </a:lnTo>
                  <a:close/>
                  <a:moveTo>
                    <a:pt x="7634" y="1"/>
                  </a:moveTo>
                  <a:cubicBezTo>
                    <a:pt x="6705" y="1"/>
                    <a:pt x="5773" y="320"/>
                    <a:pt x="5017" y="966"/>
                  </a:cubicBezTo>
                  <a:cubicBezTo>
                    <a:pt x="3412" y="2331"/>
                    <a:pt x="3130" y="4696"/>
                    <a:pt x="4365" y="6402"/>
                  </a:cubicBezTo>
                  <a:lnTo>
                    <a:pt x="3412" y="7354"/>
                  </a:lnTo>
                  <a:lnTo>
                    <a:pt x="3354" y="7293"/>
                  </a:lnTo>
                  <a:cubicBezTo>
                    <a:pt x="3314" y="7253"/>
                    <a:pt x="3263" y="7233"/>
                    <a:pt x="3212" y="7233"/>
                  </a:cubicBezTo>
                  <a:cubicBezTo>
                    <a:pt x="3160" y="7233"/>
                    <a:pt x="3110" y="7253"/>
                    <a:pt x="3072" y="7293"/>
                  </a:cubicBezTo>
                  <a:lnTo>
                    <a:pt x="1772" y="8593"/>
                  </a:lnTo>
                  <a:cubicBezTo>
                    <a:pt x="1630" y="8738"/>
                    <a:pt x="1762" y="8936"/>
                    <a:pt x="1916" y="8936"/>
                  </a:cubicBezTo>
                  <a:cubicBezTo>
                    <a:pt x="1962" y="8936"/>
                    <a:pt x="2010" y="8918"/>
                    <a:pt x="2054" y="8875"/>
                  </a:cubicBezTo>
                  <a:lnTo>
                    <a:pt x="3213" y="7716"/>
                  </a:lnTo>
                  <a:lnTo>
                    <a:pt x="3271" y="7774"/>
                  </a:lnTo>
                  <a:lnTo>
                    <a:pt x="3890" y="8397"/>
                  </a:lnTo>
                  <a:lnTo>
                    <a:pt x="3948" y="8455"/>
                  </a:lnTo>
                  <a:lnTo>
                    <a:pt x="1243" y="11161"/>
                  </a:lnTo>
                  <a:lnTo>
                    <a:pt x="504" y="10422"/>
                  </a:lnTo>
                  <a:lnTo>
                    <a:pt x="1493" y="9429"/>
                  </a:lnTo>
                  <a:cubicBezTo>
                    <a:pt x="1643" y="9285"/>
                    <a:pt x="1507" y="9083"/>
                    <a:pt x="1351" y="9083"/>
                  </a:cubicBezTo>
                  <a:cubicBezTo>
                    <a:pt x="1304" y="9083"/>
                    <a:pt x="1254" y="9102"/>
                    <a:pt x="1210" y="9147"/>
                  </a:cubicBezTo>
                  <a:lnTo>
                    <a:pt x="77" y="10281"/>
                  </a:lnTo>
                  <a:cubicBezTo>
                    <a:pt x="1" y="10357"/>
                    <a:pt x="1" y="10483"/>
                    <a:pt x="77" y="10563"/>
                  </a:cubicBezTo>
                  <a:lnTo>
                    <a:pt x="1105" y="11588"/>
                  </a:lnTo>
                  <a:cubicBezTo>
                    <a:pt x="1145" y="11628"/>
                    <a:pt x="1197" y="11648"/>
                    <a:pt x="1248" y="11648"/>
                  </a:cubicBezTo>
                  <a:cubicBezTo>
                    <a:pt x="1300" y="11648"/>
                    <a:pt x="1351" y="11628"/>
                    <a:pt x="1391" y="11588"/>
                  </a:cubicBezTo>
                  <a:lnTo>
                    <a:pt x="4379" y="8600"/>
                  </a:lnTo>
                  <a:cubicBezTo>
                    <a:pt x="4455" y="8520"/>
                    <a:pt x="4455" y="8394"/>
                    <a:pt x="4379" y="8318"/>
                  </a:cubicBezTo>
                  <a:lnTo>
                    <a:pt x="4318" y="8256"/>
                  </a:lnTo>
                  <a:lnTo>
                    <a:pt x="5270" y="7307"/>
                  </a:lnTo>
                  <a:cubicBezTo>
                    <a:pt x="5853" y="7731"/>
                    <a:pt x="6541" y="7988"/>
                    <a:pt x="7262" y="8057"/>
                  </a:cubicBezTo>
                  <a:lnTo>
                    <a:pt x="7280" y="8057"/>
                  </a:lnTo>
                  <a:cubicBezTo>
                    <a:pt x="7283" y="8057"/>
                    <a:pt x="7285" y="8057"/>
                    <a:pt x="7287" y="8057"/>
                  </a:cubicBezTo>
                  <a:cubicBezTo>
                    <a:pt x="7541" y="8057"/>
                    <a:pt x="7557" y="7673"/>
                    <a:pt x="7298" y="7655"/>
                  </a:cubicBezTo>
                  <a:cubicBezTo>
                    <a:pt x="6454" y="7579"/>
                    <a:pt x="5665" y="7206"/>
                    <a:pt x="5064" y="6608"/>
                  </a:cubicBezTo>
                  <a:cubicBezTo>
                    <a:pt x="4966" y="6510"/>
                    <a:pt x="4872" y="6405"/>
                    <a:pt x="4785" y="6297"/>
                  </a:cubicBezTo>
                  <a:lnTo>
                    <a:pt x="4785" y="6293"/>
                  </a:lnTo>
                  <a:cubicBezTo>
                    <a:pt x="3756" y="4996"/>
                    <a:pt x="3738" y="3168"/>
                    <a:pt x="4738" y="1846"/>
                  </a:cubicBezTo>
                  <a:cubicBezTo>
                    <a:pt x="5438" y="916"/>
                    <a:pt x="6521" y="403"/>
                    <a:pt x="7634" y="403"/>
                  </a:cubicBezTo>
                  <a:cubicBezTo>
                    <a:pt x="8102" y="403"/>
                    <a:pt x="8576" y="494"/>
                    <a:pt x="9029" y="683"/>
                  </a:cubicBezTo>
                  <a:cubicBezTo>
                    <a:pt x="10561" y="1317"/>
                    <a:pt x="11467" y="2907"/>
                    <a:pt x="11235" y="4547"/>
                  </a:cubicBezTo>
                  <a:cubicBezTo>
                    <a:pt x="11003" y="6184"/>
                    <a:pt x="9692" y="7463"/>
                    <a:pt x="8044" y="7648"/>
                  </a:cubicBezTo>
                  <a:cubicBezTo>
                    <a:pt x="7790" y="7679"/>
                    <a:pt x="7824" y="8048"/>
                    <a:pt x="8061" y="8048"/>
                  </a:cubicBezTo>
                  <a:cubicBezTo>
                    <a:pt x="8071" y="8048"/>
                    <a:pt x="8081" y="8047"/>
                    <a:pt x="8091" y="8046"/>
                  </a:cubicBezTo>
                  <a:cubicBezTo>
                    <a:pt x="8997" y="7948"/>
                    <a:pt x="9844" y="7539"/>
                    <a:pt x="10489" y="6891"/>
                  </a:cubicBezTo>
                  <a:cubicBezTo>
                    <a:pt x="12061" y="5315"/>
                    <a:pt x="12061" y="2758"/>
                    <a:pt x="10485" y="1183"/>
                  </a:cubicBezTo>
                  <a:cubicBezTo>
                    <a:pt x="9702" y="398"/>
                    <a:pt x="8670" y="1"/>
                    <a:pt x="76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88"/>
            <p:cNvSpPr/>
            <p:nvPr/>
          </p:nvSpPr>
          <p:spPr>
            <a:xfrm>
              <a:off x="3255139" y="2037595"/>
              <a:ext cx="173035" cy="165065"/>
            </a:xfrm>
            <a:custGeom>
              <a:rect b="b" l="l" r="r" t="t"/>
              <a:pathLst>
                <a:path extrusionOk="0" h="6296" w="6600">
                  <a:moveTo>
                    <a:pt x="3148" y="400"/>
                  </a:moveTo>
                  <a:cubicBezTo>
                    <a:pt x="4260" y="400"/>
                    <a:pt x="5260" y="1070"/>
                    <a:pt x="5687" y="2095"/>
                  </a:cubicBezTo>
                  <a:cubicBezTo>
                    <a:pt x="6111" y="3123"/>
                    <a:pt x="5875" y="4304"/>
                    <a:pt x="5089" y="5090"/>
                  </a:cubicBezTo>
                  <a:cubicBezTo>
                    <a:pt x="4553" y="5626"/>
                    <a:pt x="3850" y="5894"/>
                    <a:pt x="3146" y="5894"/>
                  </a:cubicBezTo>
                  <a:cubicBezTo>
                    <a:pt x="2443" y="5894"/>
                    <a:pt x="1741" y="5627"/>
                    <a:pt x="1203" y="5094"/>
                  </a:cubicBezTo>
                  <a:lnTo>
                    <a:pt x="1203" y="5090"/>
                  </a:lnTo>
                  <a:cubicBezTo>
                    <a:pt x="417" y="4304"/>
                    <a:pt x="182" y="3123"/>
                    <a:pt x="606" y="2095"/>
                  </a:cubicBezTo>
                  <a:cubicBezTo>
                    <a:pt x="1033" y="1070"/>
                    <a:pt x="2036" y="400"/>
                    <a:pt x="3148" y="400"/>
                  </a:cubicBezTo>
                  <a:close/>
                  <a:moveTo>
                    <a:pt x="3147" y="0"/>
                  </a:moveTo>
                  <a:cubicBezTo>
                    <a:pt x="2741" y="0"/>
                    <a:pt x="2332" y="79"/>
                    <a:pt x="1942" y="241"/>
                  </a:cubicBezTo>
                  <a:cubicBezTo>
                    <a:pt x="769" y="729"/>
                    <a:pt x="1" y="1874"/>
                    <a:pt x="1" y="3149"/>
                  </a:cubicBezTo>
                  <a:cubicBezTo>
                    <a:pt x="1" y="4420"/>
                    <a:pt x="769" y="5568"/>
                    <a:pt x="1942" y="6057"/>
                  </a:cubicBezTo>
                  <a:cubicBezTo>
                    <a:pt x="2332" y="6218"/>
                    <a:pt x="2741" y="6296"/>
                    <a:pt x="3146" y="6296"/>
                  </a:cubicBezTo>
                  <a:cubicBezTo>
                    <a:pt x="3966" y="6296"/>
                    <a:pt x="4771" y="5977"/>
                    <a:pt x="5372" y="5376"/>
                  </a:cubicBezTo>
                  <a:cubicBezTo>
                    <a:pt x="6600" y="4145"/>
                    <a:pt x="6600" y="2153"/>
                    <a:pt x="5372" y="921"/>
                  </a:cubicBezTo>
                  <a:cubicBezTo>
                    <a:pt x="4771" y="321"/>
                    <a:pt x="3966" y="0"/>
                    <a:pt x="31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88"/>
            <p:cNvSpPr/>
            <p:nvPr/>
          </p:nvSpPr>
          <p:spPr>
            <a:xfrm>
              <a:off x="3078826" y="2014366"/>
              <a:ext cx="166560" cy="158721"/>
            </a:xfrm>
            <a:custGeom>
              <a:rect b="b" l="l" r="r" t="t"/>
              <a:pathLst>
                <a:path extrusionOk="0" h="6054" w="6353">
                  <a:moveTo>
                    <a:pt x="2934" y="0"/>
                  </a:moveTo>
                  <a:cubicBezTo>
                    <a:pt x="2931" y="0"/>
                    <a:pt x="2929" y="0"/>
                    <a:pt x="2927" y="0"/>
                  </a:cubicBezTo>
                  <a:cubicBezTo>
                    <a:pt x="1279" y="40"/>
                    <a:pt x="37" y="1503"/>
                    <a:pt x="261" y="3133"/>
                  </a:cubicBezTo>
                  <a:cubicBezTo>
                    <a:pt x="456" y="4530"/>
                    <a:pt x="1649" y="5513"/>
                    <a:pt x="2990" y="5513"/>
                  </a:cubicBezTo>
                  <a:cubicBezTo>
                    <a:pt x="3217" y="5513"/>
                    <a:pt x="3448" y="5485"/>
                    <a:pt x="3680" y="5425"/>
                  </a:cubicBezTo>
                  <a:lnTo>
                    <a:pt x="4980" y="6034"/>
                  </a:lnTo>
                  <a:cubicBezTo>
                    <a:pt x="5009" y="6047"/>
                    <a:pt x="5038" y="6054"/>
                    <a:pt x="5067" y="6054"/>
                  </a:cubicBezTo>
                  <a:cubicBezTo>
                    <a:pt x="5175" y="6054"/>
                    <a:pt x="5272" y="5963"/>
                    <a:pt x="5266" y="5846"/>
                  </a:cubicBezTo>
                  <a:lnTo>
                    <a:pt x="5201" y="4408"/>
                  </a:lnTo>
                  <a:cubicBezTo>
                    <a:pt x="6353" y="2872"/>
                    <a:pt x="5618" y="659"/>
                    <a:pt x="3778" y="112"/>
                  </a:cubicBezTo>
                  <a:cubicBezTo>
                    <a:pt x="3755" y="106"/>
                    <a:pt x="3733" y="103"/>
                    <a:pt x="3712" y="103"/>
                  </a:cubicBezTo>
                  <a:cubicBezTo>
                    <a:pt x="3503" y="103"/>
                    <a:pt x="3431" y="427"/>
                    <a:pt x="3665" y="496"/>
                  </a:cubicBezTo>
                  <a:cubicBezTo>
                    <a:pt x="5266" y="971"/>
                    <a:pt x="5878" y="2912"/>
                    <a:pt x="4843" y="4219"/>
                  </a:cubicBezTo>
                  <a:cubicBezTo>
                    <a:pt x="4810" y="4256"/>
                    <a:pt x="4795" y="4303"/>
                    <a:pt x="4795" y="4353"/>
                  </a:cubicBezTo>
                  <a:lnTo>
                    <a:pt x="4850" y="5531"/>
                  </a:lnTo>
                  <a:lnTo>
                    <a:pt x="3781" y="5031"/>
                  </a:lnTo>
                  <a:cubicBezTo>
                    <a:pt x="3752" y="5019"/>
                    <a:pt x="3723" y="5014"/>
                    <a:pt x="3693" y="5014"/>
                  </a:cubicBezTo>
                  <a:cubicBezTo>
                    <a:pt x="3675" y="5014"/>
                    <a:pt x="3658" y="5016"/>
                    <a:pt x="3640" y="5020"/>
                  </a:cubicBezTo>
                  <a:cubicBezTo>
                    <a:pt x="3424" y="5082"/>
                    <a:pt x="3205" y="5112"/>
                    <a:pt x="2989" y="5112"/>
                  </a:cubicBezTo>
                  <a:cubicBezTo>
                    <a:pt x="2217" y="5112"/>
                    <a:pt x="1477" y="4731"/>
                    <a:pt x="1036" y="4064"/>
                  </a:cubicBezTo>
                  <a:cubicBezTo>
                    <a:pt x="0" y="2521"/>
                    <a:pt x="1076" y="442"/>
                    <a:pt x="2938" y="402"/>
                  </a:cubicBezTo>
                  <a:cubicBezTo>
                    <a:pt x="3200" y="395"/>
                    <a:pt x="3195" y="0"/>
                    <a:pt x="29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88"/>
            <p:cNvSpPr/>
            <p:nvPr/>
          </p:nvSpPr>
          <p:spPr>
            <a:xfrm>
              <a:off x="3141014" y="2066198"/>
              <a:ext cx="31356" cy="53405"/>
            </a:xfrm>
            <a:custGeom>
              <a:rect b="b" l="l" r="r" t="t"/>
              <a:pathLst>
                <a:path extrusionOk="0" h="2037" w="1196">
                  <a:moveTo>
                    <a:pt x="283" y="1"/>
                  </a:moveTo>
                  <a:cubicBezTo>
                    <a:pt x="19" y="1"/>
                    <a:pt x="19" y="399"/>
                    <a:pt x="283" y="399"/>
                  </a:cubicBezTo>
                  <a:lnTo>
                    <a:pt x="395" y="399"/>
                  </a:lnTo>
                  <a:lnTo>
                    <a:pt x="395" y="1638"/>
                  </a:lnTo>
                  <a:lnTo>
                    <a:pt x="265" y="1638"/>
                  </a:lnTo>
                  <a:cubicBezTo>
                    <a:pt x="1" y="1638"/>
                    <a:pt x="1" y="2036"/>
                    <a:pt x="265" y="2036"/>
                  </a:cubicBezTo>
                  <a:lnTo>
                    <a:pt x="928" y="2036"/>
                  </a:lnTo>
                  <a:cubicBezTo>
                    <a:pt x="1196" y="2036"/>
                    <a:pt x="1196" y="1638"/>
                    <a:pt x="928" y="1638"/>
                  </a:cubicBezTo>
                  <a:lnTo>
                    <a:pt x="794" y="1638"/>
                  </a:lnTo>
                  <a:lnTo>
                    <a:pt x="794" y="200"/>
                  </a:lnTo>
                  <a:cubicBezTo>
                    <a:pt x="794" y="88"/>
                    <a:pt x="707"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88"/>
            <p:cNvSpPr/>
            <p:nvPr/>
          </p:nvSpPr>
          <p:spPr>
            <a:xfrm>
              <a:off x="3143872" y="2049970"/>
              <a:ext cx="17959" cy="15468"/>
            </a:xfrm>
            <a:custGeom>
              <a:rect b="b" l="l" r="r" t="t"/>
              <a:pathLst>
                <a:path extrusionOk="0" h="590" w="685">
                  <a:moveTo>
                    <a:pt x="391" y="0"/>
                  </a:moveTo>
                  <a:cubicBezTo>
                    <a:pt x="131" y="0"/>
                    <a:pt x="0" y="315"/>
                    <a:pt x="185" y="504"/>
                  </a:cubicBezTo>
                  <a:cubicBezTo>
                    <a:pt x="244" y="563"/>
                    <a:pt x="317" y="589"/>
                    <a:pt x="388" y="589"/>
                  </a:cubicBezTo>
                  <a:cubicBezTo>
                    <a:pt x="539" y="589"/>
                    <a:pt x="685" y="471"/>
                    <a:pt x="685" y="294"/>
                  </a:cubicBezTo>
                  <a:cubicBezTo>
                    <a:pt x="685" y="134"/>
                    <a:pt x="554" y="0"/>
                    <a:pt x="3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0" name="Google Shape;17220;p88"/>
          <p:cNvGrpSpPr/>
          <p:nvPr/>
        </p:nvGrpSpPr>
        <p:grpSpPr>
          <a:xfrm>
            <a:off x="3531183" y="2438618"/>
            <a:ext cx="359416" cy="358315"/>
            <a:chOff x="3531183" y="2438618"/>
            <a:chExt cx="359416" cy="358315"/>
          </a:xfrm>
        </p:grpSpPr>
        <p:sp>
          <p:nvSpPr>
            <p:cNvPr id="17221" name="Google Shape;17221;p88"/>
            <p:cNvSpPr/>
            <p:nvPr/>
          </p:nvSpPr>
          <p:spPr>
            <a:xfrm>
              <a:off x="3653671" y="2571672"/>
              <a:ext cx="216032" cy="204890"/>
            </a:xfrm>
            <a:custGeom>
              <a:rect b="b" l="l" r="r" t="t"/>
              <a:pathLst>
                <a:path extrusionOk="0" h="7815" w="8240">
                  <a:moveTo>
                    <a:pt x="2793" y="1"/>
                  </a:moveTo>
                  <a:cubicBezTo>
                    <a:pt x="2693" y="1"/>
                    <a:pt x="2593" y="39"/>
                    <a:pt x="2517" y="115"/>
                  </a:cubicBezTo>
                  <a:lnTo>
                    <a:pt x="2438" y="195"/>
                  </a:lnTo>
                  <a:cubicBezTo>
                    <a:pt x="2285" y="347"/>
                    <a:pt x="2285" y="593"/>
                    <a:pt x="2438" y="749"/>
                  </a:cubicBezTo>
                  <a:lnTo>
                    <a:pt x="2264" y="571"/>
                  </a:lnTo>
                  <a:cubicBezTo>
                    <a:pt x="2184" y="492"/>
                    <a:pt x="2079" y="452"/>
                    <a:pt x="1974" y="452"/>
                  </a:cubicBezTo>
                  <a:cubicBezTo>
                    <a:pt x="1869" y="452"/>
                    <a:pt x="1764" y="492"/>
                    <a:pt x="1684" y="571"/>
                  </a:cubicBezTo>
                  <a:lnTo>
                    <a:pt x="1630" y="629"/>
                  </a:lnTo>
                  <a:cubicBezTo>
                    <a:pt x="1471" y="789"/>
                    <a:pt x="1471" y="1046"/>
                    <a:pt x="1630" y="1205"/>
                  </a:cubicBezTo>
                  <a:lnTo>
                    <a:pt x="1543" y="1122"/>
                  </a:lnTo>
                  <a:cubicBezTo>
                    <a:pt x="1462" y="1040"/>
                    <a:pt x="1355" y="999"/>
                    <a:pt x="1248" y="999"/>
                  </a:cubicBezTo>
                  <a:cubicBezTo>
                    <a:pt x="1142" y="999"/>
                    <a:pt x="1036" y="1040"/>
                    <a:pt x="956" y="1122"/>
                  </a:cubicBezTo>
                  <a:lnTo>
                    <a:pt x="909" y="1165"/>
                  </a:lnTo>
                  <a:cubicBezTo>
                    <a:pt x="746" y="1328"/>
                    <a:pt x="746" y="1593"/>
                    <a:pt x="909" y="1756"/>
                  </a:cubicBezTo>
                  <a:lnTo>
                    <a:pt x="801" y="1647"/>
                  </a:lnTo>
                  <a:cubicBezTo>
                    <a:pt x="717" y="1564"/>
                    <a:pt x="609" y="1522"/>
                    <a:pt x="500" y="1522"/>
                  </a:cubicBezTo>
                  <a:cubicBezTo>
                    <a:pt x="391" y="1522"/>
                    <a:pt x="283" y="1564"/>
                    <a:pt x="199" y="1647"/>
                  </a:cubicBezTo>
                  <a:lnTo>
                    <a:pt x="167" y="1676"/>
                  </a:lnTo>
                  <a:cubicBezTo>
                    <a:pt x="0" y="1842"/>
                    <a:pt x="0" y="2114"/>
                    <a:pt x="167" y="2281"/>
                  </a:cubicBezTo>
                  <a:lnTo>
                    <a:pt x="3358" y="5468"/>
                  </a:lnTo>
                  <a:lnTo>
                    <a:pt x="2199" y="5939"/>
                  </a:lnTo>
                  <a:cubicBezTo>
                    <a:pt x="1949" y="6080"/>
                    <a:pt x="1826" y="6377"/>
                    <a:pt x="1905" y="6656"/>
                  </a:cubicBezTo>
                  <a:cubicBezTo>
                    <a:pt x="1905" y="6656"/>
                    <a:pt x="2057" y="6897"/>
                    <a:pt x="2159" y="6897"/>
                  </a:cubicBezTo>
                  <a:cubicBezTo>
                    <a:pt x="2165" y="6897"/>
                    <a:pt x="2171" y="6897"/>
                    <a:pt x="2177" y="6895"/>
                  </a:cubicBezTo>
                  <a:cubicBezTo>
                    <a:pt x="2640" y="6746"/>
                    <a:pt x="3760" y="6667"/>
                    <a:pt x="4430" y="6630"/>
                  </a:cubicBezTo>
                  <a:cubicBezTo>
                    <a:pt x="4451" y="6629"/>
                    <a:pt x="4472" y="6629"/>
                    <a:pt x="4492" y="6629"/>
                  </a:cubicBezTo>
                  <a:cubicBezTo>
                    <a:pt x="4743" y="6629"/>
                    <a:pt x="4990" y="6708"/>
                    <a:pt x="5194" y="6859"/>
                  </a:cubicBezTo>
                  <a:cubicBezTo>
                    <a:pt x="5241" y="6891"/>
                    <a:pt x="5288" y="6931"/>
                    <a:pt x="5328" y="6974"/>
                  </a:cubicBezTo>
                  <a:lnTo>
                    <a:pt x="6172" y="7815"/>
                  </a:lnTo>
                  <a:lnTo>
                    <a:pt x="8240" y="5747"/>
                  </a:lnTo>
                  <a:lnTo>
                    <a:pt x="7200" y="4707"/>
                  </a:lnTo>
                  <a:cubicBezTo>
                    <a:pt x="7124" y="4635"/>
                    <a:pt x="7081" y="4537"/>
                    <a:pt x="7073" y="4432"/>
                  </a:cubicBezTo>
                  <a:cubicBezTo>
                    <a:pt x="7059" y="4215"/>
                    <a:pt x="6965" y="4008"/>
                    <a:pt x="6813" y="3856"/>
                  </a:cubicBezTo>
                  <a:lnTo>
                    <a:pt x="3071" y="115"/>
                  </a:lnTo>
                  <a:cubicBezTo>
                    <a:pt x="2994" y="39"/>
                    <a:pt x="2893" y="1"/>
                    <a:pt x="2793"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88"/>
            <p:cNvSpPr/>
            <p:nvPr/>
          </p:nvSpPr>
          <p:spPr>
            <a:xfrm>
              <a:off x="3714810" y="2571672"/>
              <a:ext cx="154788" cy="160556"/>
            </a:xfrm>
            <a:custGeom>
              <a:rect b="b" l="l" r="r" t="t"/>
              <a:pathLst>
                <a:path extrusionOk="0" h="6124" w="5904">
                  <a:moveTo>
                    <a:pt x="462" y="1"/>
                  </a:moveTo>
                  <a:cubicBezTo>
                    <a:pt x="362" y="1"/>
                    <a:pt x="261" y="39"/>
                    <a:pt x="185" y="115"/>
                  </a:cubicBezTo>
                  <a:lnTo>
                    <a:pt x="106" y="195"/>
                  </a:lnTo>
                  <a:cubicBezTo>
                    <a:pt x="55" y="245"/>
                    <a:pt x="15" y="310"/>
                    <a:pt x="1" y="387"/>
                  </a:cubicBezTo>
                  <a:cubicBezTo>
                    <a:pt x="29" y="380"/>
                    <a:pt x="57" y="377"/>
                    <a:pt x="85" y="377"/>
                  </a:cubicBezTo>
                  <a:cubicBezTo>
                    <a:pt x="188" y="377"/>
                    <a:pt x="289" y="418"/>
                    <a:pt x="363" y="492"/>
                  </a:cubicBezTo>
                  <a:lnTo>
                    <a:pt x="4104" y="4233"/>
                  </a:lnTo>
                  <a:cubicBezTo>
                    <a:pt x="4256" y="4385"/>
                    <a:pt x="4350" y="4588"/>
                    <a:pt x="4365" y="4805"/>
                  </a:cubicBezTo>
                  <a:cubicBezTo>
                    <a:pt x="4372" y="4910"/>
                    <a:pt x="4415" y="5011"/>
                    <a:pt x="4491" y="5084"/>
                  </a:cubicBezTo>
                  <a:lnTo>
                    <a:pt x="5531" y="6123"/>
                  </a:lnTo>
                  <a:lnTo>
                    <a:pt x="5904" y="5747"/>
                  </a:lnTo>
                  <a:lnTo>
                    <a:pt x="4868" y="4707"/>
                  </a:lnTo>
                  <a:cubicBezTo>
                    <a:pt x="4792" y="4635"/>
                    <a:pt x="4749" y="4537"/>
                    <a:pt x="4741" y="4432"/>
                  </a:cubicBezTo>
                  <a:cubicBezTo>
                    <a:pt x="4727" y="4215"/>
                    <a:pt x="4633" y="4008"/>
                    <a:pt x="4481" y="3856"/>
                  </a:cubicBezTo>
                  <a:lnTo>
                    <a:pt x="739" y="115"/>
                  </a:lnTo>
                  <a:cubicBezTo>
                    <a:pt x="663" y="39"/>
                    <a:pt x="563" y="1"/>
                    <a:pt x="46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88"/>
            <p:cNvSpPr/>
            <p:nvPr/>
          </p:nvSpPr>
          <p:spPr>
            <a:xfrm>
              <a:off x="3789740" y="2696965"/>
              <a:ext cx="79859" cy="79596"/>
            </a:xfrm>
            <a:custGeom>
              <a:rect b="b" l="l" r="r" t="t"/>
              <a:pathLst>
                <a:path extrusionOk="0" h="3036" w="3046">
                  <a:moveTo>
                    <a:pt x="2079" y="1"/>
                  </a:moveTo>
                  <a:lnTo>
                    <a:pt x="0" y="2080"/>
                  </a:lnTo>
                  <a:cubicBezTo>
                    <a:pt x="51" y="2112"/>
                    <a:pt x="94" y="2152"/>
                    <a:pt x="138" y="2195"/>
                  </a:cubicBezTo>
                  <a:lnTo>
                    <a:pt x="978" y="3036"/>
                  </a:lnTo>
                  <a:lnTo>
                    <a:pt x="3046" y="968"/>
                  </a:lnTo>
                  <a:lnTo>
                    <a:pt x="207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88"/>
            <p:cNvSpPr/>
            <p:nvPr/>
          </p:nvSpPr>
          <p:spPr>
            <a:xfrm>
              <a:off x="3798182" y="2705145"/>
              <a:ext cx="86623" cy="86518"/>
            </a:xfrm>
            <a:custGeom>
              <a:rect b="b" l="l" r="r" t="t"/>
              <a:pathLst>
                <a:path extrusionOk="0" h="3300" w="3304">
                  <a:moveTo>
                    <a:pt x="2384" y="0"/>
                  </a:moveTo>
                  <a:lnTo>
                    <a:pt x="0" y="2383"/>
                  </a:lnTo>
                  <a:lnTo>
                    <a:pt x="920" y="3299"/>
                  </a:lnTo>
                  <a:lnTo>
                    <a:pt x="3303" y="920"/>
                  </a:lnTo>
                  <a:lnTo>
                    <a:pt x="238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88"/>
            <p:cNvSpPr/>
            <p:nvPr/>
          </p:nvSpPr>
          <p:spPr>
            <a:xfrm>
              <a:off x="3847549" y="2705145"/>
              <a:ext cx="37255" cy="37150"/>
            </a:xfrm>
            <a:custGeom>
              <a:rect b="b" l="l" r="r" t="t"/>
              <a:pathLst>
                <a:path extrusionOk="0" h="1417" w="1421">
                  <a:moveTo>
                    <a:pt x="501" y="0"/>
                  </a:moveTo>
                  <a:lnTo>
                    <a:pt x="1" y="496"/>
                  </a:lnTo>
                  <a:lnTo>
                    <a:pt x="921" y="1416"/>
                  </a:lnTo>
                  <a:lnTo>
                    <a:pt x="1420" y="920"/>
                  </a:lnTo>
                  <a:lnTo>
                    <a:pt x="501"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88"/>
            <p:cNvSpPr/>
            <p:nvPr/>
          </p:nvSpPr>
          <p:spPr>
            <a:xfrm>
              <a:off x="3551973" y="2458937"/>
              <a:ext cx="215954" cy="204968"/>
            </a:xfrm>
            <a:custGeom>
              <a:rect b="b" l="l" r="r" t="t"/>
              <a:pathLst>
                <a:path extrusionOk="0" h="7818" w="8237">
                  <a:moveTo>
                    <a:pt x="2072" y="0"/>
                  </a:moveTo>
                  <a:lnTo>
                    <a:pt x="0" y="2068"/>
                  </a:lnTo>
                  <a:lnTo>
                    <a:pt x="1040" y="3107"/>
                  </a:lnTo>
                  <a:cubicBezTo>
                    <a:pt x="1112" y="3183"/>
                    <a:pt x="1159" y="3281"/>
                    <a:pt x="1167" y="3386"/>
                  </a:cubicBezTo>
                  <a:cubicBezTo>
                    <a:pt x="1181" y="3604"/>
                    <a:pt x="1275" y="3806"/>
                    <a:pt x="1427" y="3962"/>
                  </a:cubicBezTo>
                  <a:lnTo>
                    <a:pt x="5169" y="7703"/>
                  </a:lnTo>
                  <a:cubicBezTo>
                    <a:pt x="5245" y="7779"/>
                    <a:pt x="5345" y="7817"/>
                    <a:pt x="5446" y="7817"/>
                  </a:cubicBezTo>
                  <a:cubicBezTo>
                    <a:pt x="5546" y="7817"/>
                    <a:pt x="5647" y="7779"/>
                    <a:pt x="5723" y="7703"/>
                  </a:cubicBezTo>
                  <a:lnTo>
                    <a:pt x="5802" y="7624"/>
                  </a:lnTo>
                  <a:cubicBezTo>
                    <a:pt x="5954" y="7472"/>
                    <a:pt x="5954" y="7222"/>
                    <a:pt x="5802" y="7070"/>
                  </a:cubicBezTo>
                  <a:lnTo>
                    <a:pt x="5802" y="7070"/>
                  </a:lnTo>
                  <a:lnTo>
                    <a:pt x="5976" y="7243"/>
                  </a:lnTo>
                  <a:cubicBezTo>
                    <a:pt x="6056" y="7323"/>
                    <a:pt x="6160" y="7363"/>
                    <a:pt x="6264" y="7363"/>
                  </a:cubicBezTo>
                  <a:cubicBezTo>
                    <a:pt x="6368" y="7363"/>
                    <a:pt x="6472" y="7323"/>
                    <a:pt x="6552" y="7243"/>
                  </a:cubicBezTo>
                  <a:lnTo>
                    <a:pt x="6610" y="7189"/>
                  </a:lnTo>
                  <a:cubicBezTo>
                    <a:pt x="6769" y="7030"/>
                    <a:pt x="6769" y="6769"/>
                    <a:pt x="6610" y="6610"/>
                  </a:cubicBezTo>
                  <a:lnTo>
                    <a:pt x="6610" y="6610"/>
                  </a:lnTo>
                  <a:lnTo>
                    <a:pt x="6697" y="6697"/>
                  </a:lnTo>
                  <a:cubicBezTo>
                    <a:pt x="6777" y="6778"/>
                    <a:pt x="6882" y="6819"/>
                    <a:pt x="6989" y="6819"/>
                  </a:cubicBezTo>
                  <a:cubicBezTo>
                    <a:pt x="7095" y="6819"/>
                    <a:pt x="7202" y="6778"/>
                    <a:pt x="7284" y="6697"/>
                  </a:cubicBezTo>
                  <a:lnTo>
                    <a:pt x="7331" y="6649"/>
                  </a:lnTo>
                  <a:cubicBezTo>
                    <a:pt x="7494" y="6490"/>
                    <a:pt x="7494" y="6226"/>
                    <a:pt x="7331" y="6063"/>
                  </a:cubicBezTo>
                  <a:lnTo>
                    <a:pt x="7331" y="6063"/>
                  </a:lnTo>
                  <a:lnTo>
                    <a:pt x="7439" y="6171"/>
                  </a:lnTo>
                  <a:cubicBezTo>
                    <a:pt x="7521" y="6255"/>
                    <a:pt x="7629" y="6296"/>
                    <a:pt x="7739" y="6296"/>
                  </a:cubicBezTo>
                  <a:cubicBezTo>
                    <a:pt x="7848" y="6296"/>
                    <a:pt x="7957" y="6255"/>
                    <a:pt x="8041" y="6171"/>
                  </a:cubicBezTo>
                  <a:lnTo>
                    <a:pt x="8070" y="6139"/>
                  </a:lnTo>
                  <a:cubicBezTo>
                    <a:pt x="8236" y="5972"/>
                    <a:pt x="8236" y="5704"/>
                    <a:pt x="8070" y="5541"/>
                  </a:cubicBezTo>
                  <a:lnTo>
                    <a:pt x="4886" y="2347"/>
                  </a:lnTo>
                  <a:lnTo>
                    <a:pt x="6041" y="1880"/>
                  </a:lnTo>
                  <a:cubicBezTo>
                    <a:pt x="6291" y="1735"/>
                    <a:pt x="6414" y="1438"/>
                    <a:pt x="6335" y="1163"/>
                  </a:cubicBezTo>
                  <a:cubicBezTo>
                    <a:pt x="6335" y="1163"/>
                    <a:pt x="6183" y="921"/>
                    <a:pt x="6081" y="921"/>
                  </a:cubicBezTo>
                  <a:cubicBezTo>
                    <a:pt x="6075" y="921"/>
                    <a:pt x="6069" y="922"/>
                    <a:pt x="6063" y="924"/>
                  </a:cubicBezTo>
                  <a:cubicBezTo>
                    <a:pt x="5599" y="1068"/>
                    <a:pt x="4480" y="1152"/>
                    <a:pt x="3814" y="1188"/>
                  </a:cubicBezTo>
                  <a:cubicBezTo>
                    <a:pt x="3793" y="1189"/>
                    <a:pt x="3771" y="1190"/>
                    <a:pt x="3750" y="1190"/>
                  </a:cubicBezTo>
                  <a:cubicBezTo>
                    <a:pt x="3497" y="1190"/>
                    <a:pt x="3250" y="1110"/>
                    <a:pt x="3046" y="960"/>
                  </a:cubicBezTo>
                  <a:cubicBezTo>
                    <a:pt x="2999" y="924"/>
                    <a:pt x="2952" y="884"/>
                    <a:pt x="2912" y="844"/>
                  </a:cubicBezTo>
                  <a:lnTo>
                    <a:pt x="207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88"/>
            <p:cNvSpPr/>
            <p:nvPr/>
          </p:nvSpPr>
          <p:spPr>
            <a:xfrm>
              <a:off x="3551973" y="2503349"/>
              <a:ext cx="154893" cy="160530"/>
            </a:xfrm>
            <a:custGeom>
              <a:rect b="b" l="l" r="r" t="t"/>
              <a:pathLst>
                <a:path extrusionOk="0" h="6123" w="5908">
                  <a:moveTo>
                    <a:pt x="377" y="1"/>
                  </a:moveTo>
                  <a:lnTo>
                    <a:pt x="0" y="374"/>
                  </a:lnTo>
                  <a:lnTo>
                    <a:pt x="1040" y="1413"/>
                  </a:lnTo>
                  <a:cubicBezTo>
                    <a:pt x="1116" y="1489"/>
                    <a:pt x="1159" y="1587"/>
                    <a:pt x="1167" y="1692"/>
                  </a:cubicBezTo>
                  <a:cubicBezTo>
                    <a:pt x="1181" y="1910"/>
                    <a:pt x="1275" y="2112"/>
                    <a:pt x="1431" y="2268"/>
                  </a:cubicBezTo>
                  <a:lnTo>
                    <a:pt x="5169" y="6006"/>
                  </a:lnTo>
                  <a:cubicBezTo>
                    <a:pt x="5246" y="6084"/>
                    <a:pt x="5347" y="6123"/>
                    <a:pt x="5447" y="6123"/>
                  </a:cubicBezTo>
                  <a:cubicBezTo>
                    <a:pt x="5548" y="6123"/>
                    <a:pt x="5648" y="6084"/>
                    <a:pt x="5726" y="6006"/>
                  </a:cubicBezTo>
                  <a:lnTo>
                    <a:pt x="5802" y="5930"/>
                  </a:lnTo>
                  <a:cubicBezTo>
                    <a:pt x="5857" y="5875"/>
                    <a:pt x="5893" y="5810"/>
                    <a:pt x="5907" y="5738"/>
                  </a:cubicBezTo>
                  <a:lnTo>
                    <a:pt x="5907" y="5738"/>
                  </a:lnTo>
                  <a:cubicBezTo>
                    <a:pt x="5879" y="5744"/>
                    <a:pt x="5851" y="5747"/>
                    <a:pt x="5823" y="5747"/>
                  </a:cubicBezTo>
                  <a:cubicBezTo>
                    <a:pt x="5720" y="5747"/>
                    <a:pt x="5619" y="5707"/>
                    <a:pt x="5545" y="5633"/>
                  </a:cubicBezTo>
                  <a:lnTo>
                    <a:pt x="1804" y="1892"/>
                  </a:lnTo>
                  <a:cubicBezTo>
                    <a:pt x="1652" y="1736"/>
                    <a:pt x="1558" y="1533"/>
                    <a:pt x="1543" y="1316"/>
                  </a:cubicBezTo>
                  <a:cubicBezTo>
                    <a:pt x="1536" y="1211"/>
                    <a:pt x="1489" y="1113"/>
                    <a:pt x="1416" y="1037"/>
                  </a:cubicBezTo>
                  <a:lnTo>
                    <a:pt x="377"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88"/>
            <p:cNvSpPr/>
            <p:nvPr/>
          </p:nvSpPr>
          <p:spPr>
            <a:xfrm>
              <a:off x="3551973" y="2458937"/>
              <a:ext cx="79963" cy="79675"/>
            </a:xfrm>
            <a:custGeom>
              <a:rect b="b" l="l" r="r" t="t"/>
              <a:pathLst>
                <a:path extrusionOk="0" h="3039" w="3050">
                  <a:moveTo>
                    <a:pt x="2072" y="0"/>
                  </a:moveTo>
                  <a:lnTo>
                    <a:pt x="0" y="2068"/>
                  </a:lnTo>
                  <a:lnTo>
                    <a:pt x="971" y="3039"/>
                  </a:lnTo>
                  <a:lnTo>
                    <a:pt x="3050" y="960"/>
                  </a:lnTo>
                  <a:cubicBezTo>
                    <a:pt x="2999" y="924"/>
                    <a:pt x="2952" y="884"/>
                    <a:pt x="2912" y="844"/>
                  </a:cubicBezTo>
                  <a:lnTo>
                    <a:pt x="207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88"/>
            <p:cNvSpPr/>
            <p:nvPr/>
          </p:nvSpPr>
          <p:spPr>
            <a:xfrm>
              <a:off x="3536872" y="2443835"/>
              <a:ext cx="86623" cy="86623"/>
            </a:xfrm>
            <a:custGeom>
              <a:rect b="b" l="l" r="r" t="t"/>
              <a:pathLst>
                <a:path extrusionOk="0" h="3304" w="3304">
                  <a:moveTo>
                    <a:pt x="2384" y="0"/>
                  </a:moveTo>
                  <a:lnTo>
                    <a:pt x="0" y="2383"/>
                  </a:lnTo>
                  <a:lnTo>
                    <a:pt x="920" y="3303"/>
                  </a:lnTo>
                  <a:lnTo>
                    <a:pt x="3303" y="920"/>
                  </a:lnTo>
                  <a:lnTo>
                    <a:pt x="238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88"/>
            <p:cNvSpPr/>
            <p:nvPr/>
          </p:nvSpPr>
          <p:spPr>
            <a:xfrm>
              <a:off x="3536872" y="2493203"/>
              <a:ext cx="37150" cy="37255"/>
            </a:xfrm>
            <a:custGeom>
              <a:rect b="b" l="l" r="r" t="t"/>
              <a:pathLst>
                <a:path extrusionOk="0" h="1421" w="1417">
                  <a:moveTo>
                    <a:pt x="500" y="0"/>
                  </a:moveTo>
                  <a:lnTo>
                    <a:pt x="0" y="500"/>
                  </a:lnTo>
                  <a:lnTo>
                    <a:pt x="920" y="1420"/>
                  </a:lnTo>
                  <a:lnTo>
                    <a:pt x="1417" y="920"/>
                  </a:lnTo>
                  <a:lnTo>
                    <a:pt x="500"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88"/>
            <p:cNvSpPr/>
            <p:nvPr/>
          </p:nvSpPr>
          <p:spPr>
            <a:xfrm>
              <a:off x="3663739" y="2458937"/>
              <a:ext cx="205860" cy="214852"/>
            </a:xfrm>
            <a:custGeom>
              <a:rect b="b" l="l" r="r" t="t"/>
              <a:pathLst>
                <a:path extrusionOk="0" h="8195" w="7852">
                  <a:moveTo>
                    <a:pt x="5784" y="0"/>
                  </a:moveTo>
                  <a:lnTo>
                    <a:pt x="4748" y="1039"/>
                  </a:lnTo>
                  <a:cubicBezTo>
                    <a:pt x="4672" y="1112"/>
                    <a:pt x="4574" y="1159"/>
                    <a:pt x="4469" y="1166"/>
                  </a:cubicBezTo>
                  <a:cubicBezTo>
                    <a:pt x="4252" y="1181"/>
                    <a:pt x="4046" y="1275"/>
                    <a:pt x="3893" y="1427"/>
                  </a:cubicBezTo>
                  <a:lnTo>
                    <a:pt x="152" y="5168"/>
                  </a:lnTo>
                  <a:cubicBezTo>
                    <a:pt x="0" y="5320"/>
                    <a:pt x="0" y="5570"/>
                    <a:pt x="152" y="5722"/>
                  </a:cubicBezTo>
                  <a:lnTo>
                    <a:pt x="232" y="5802"/>
                  </a:lnTo>
                  <a:cubicBezTo>
                    <a:pt x="308" y="5878"/>
                    <a:pt x="408" y="5916"/>
                    <a:pt x="509" y="5916"/>
                  </a:cubicBezTo>
                  <a:cubicBezTo>
                    <a:pt x="609" y="5916"/>
                    <a:pt x="710" y="5878"/>
                    <a:pt x="786" y="5802"/>
                  </a:cubicBezTo>
                  <a:lnTo>
                    <a:pt x="786" y="5802"/>
                  </a:lnTo>
                  <a:lnTo>
                    <a:pt x="612" y="5976"/>
                  </a:lnTo>
                  <a:cubicBezTo>
                    <a:pt x="453" y="6135"/>
                    <a:pt x="453" y="6392"/>
                    <a:pt x="612" y="6552"/>
                  </a:cubicBezTo>
                  <a:lnTo>
                    <a:pt x="666" y="6610"/>
                  </a:lnTo>
                  <a:cubicBezTo>
                    <a:pt x="746" y="6689"/>
                    <a:pt x="851" y="6729"/>
                    <a:pt x="956" y="6729"/>
                  </a:cubicBezTo>
                  <a:cubicBezTo>
                    <a:pt x="1061" y="6729"/>
                    <a:pt x="1166" y="6689"/>
                    <a:pt x="1246" y="6610"/>
                  </a:cubicBezTo>
                  <a:lnTo>
                    <a:pt x="1246" y="6610"/>
                  </a:lnTo>
                  <a:lnTo>
                    <a:pt x="1159" y="6697"/>
                  </a:lnTo>
                  <a:cubicBezTo>
                    <a:pt x="996" y="6856"/>
                    <a:pt x="996" y="7120"/>
                    <a:pt x="1159" y="7283"/>
                  </a:cubicBezTo>
                  <a:lnTo>
                    <a:pt x="1202" y="7330"/>
                  </a:lnTo>
                  <a:cubicBezTo>
                    <a:pt x="1284" y="7410"/>
                    <a:pt x="1391" y="7450"/>
                    <a:pt x="1498" y="7450"/>
                  </a:cubicBezTo>
                  <a:cubicBezTo>
                    <a:pt x="1604" y="7450"/>
                    <a:pt x="1711" y="7410"/>
                    <a:pt x="1793" y="7330"/>
                  </a:cubicBezTo>
                  <a:lnTo>
                    <a:pt x="1793" y="7330"/>
                  </a:lnTo>
                  <a:lnTo>
                    <a:pt x="1684" y="7439"/>
                  </a:lnTo>
                  <a:cubicBezTo>
                    <a:pt x="1518" y="7602"/>
                    <a:pt x="1518" y="7874"/>
                    <a:pt x="1684" y="8040"/>
                  </a:cubicBezTo>
                  <a:lnTo>
                    <a:pt x="1717" y="8069"/>
                  </a:lnTo>
                  <a:cubicBezTo>
                    <a:pt x="1798" y="8152"/>
                    <a:pt x="1907" y="8194"/>
                    <a:pt x="2016" y="8194"/>
                  </a:cubicBezTo>
                  <a:cubicBezTo>
                    <a:pt x="2125" y="8194"/>
                    <a:pt x="2235" y="8152"/>
                    <a:pt x="2318" y="8069"/>
                  </a:cubicBezTo>
                  <a:lnTo>
                    <a:pt x="5505" y="4882"/>
                  </a:lnTo>
                  <a:lnTo>
                    <a:pt x="5976" y="6041"/>
                  </a:lnTo>
                  <a:cubicBezTo>
                    <a:pt x="6088" y="6239"/>
                    <a:pt x="6298" y="6355"/>
                    <a:pt x="6519" y="6355"/>
                  </a:cubicBezTo>
                  <a:cubicBezTo>
                    <a:pt x="6577" y="6355"/>
                    <a:pt x="6635" y="6347"/>
                    <a:pt x="6693" y="6331"/>
                  </a:cubicBezTo>
                  <a:cubicBezTo>
                    <a:pt x="6693" y="6331"/>
                    <a:pt x="6965" y="6161"/>
                    <a:pt x="6932" y="6059"/>
                  </a:cubicBezTo>
                  <a:cubicBezTo>
                    <a:pt x="6784" y="5599"/>
                    <a:pt x="6704" y="4480"/>
                    <a:pt x="6668" y="3810"/>
                  </a:cubicBezTo>
                  <a:cubicBezTo>
                    <a:pt x="6653" y="3538"/>
                    <a:pt x="6733" y="3267"/>
                    <a:pt x="6896" y="3046"/>
                  </a:cubicBezTo>
                  <a:cubicBezTo>
                    <a:pt x="6928" y="2995"/>
                    <a:pt x="6968" y="2952"/>
                    <a:pt x="7012" y="2908"/>
                  </a:cubicBezTo>
                  <a:lnTo>
                    <a:pt x="7852" y="2068"/>
                  </a:lnTo>
                  <a:lnTo>
                    <a:pt x="5784"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88"/>
            <p:cNvSpPr/>
            <p:nvPr/>
          </p:nvSpPr>
          <p:spPr>
            <a:xfrm>
              <a:off x="3790002" y="2459015"/>
              <a:ext cx="79596" cy="79885"/>
            </a:xfrm>
            <a:custGeom>
              <a:rect b="b" l="l" r="r" t="t"/>
              <a:pathLst>
                <a:path extrusionOk="0" h="3047" w="3036">
                  <a:moveTo>
                    <a:pt x="968" y="1"/>
                  </a:moveTo>
                  <a:lnTo>
                    <a:pt x="1" y="968"/>
                  </a:lnTo>
                  <a:lnTo>
                    <a:pt x="2080" y="3046"/>
                  </a:lnTo>
                  <a:cubicBezTo>
                    <a:pt x="2112" y="2999"/>
                    <a:pt x="2152" y="2952"/>
                    <a:pt x="2196" y="2909"/>
                  </a:cubicBezTo>
                  <a:lnTo>
                    <a:pt x="3036" y="2069"/>
                  </a:lnTo>
                  <a:lnTo>
                    <a:pt x="96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88"/>
            <p:cNvSpPr/>
            <p:nvPr/>
          </p:nvSpPr>
          <p:spPr>
            <a:xfrm>
              <a:off x="3663739" y="2459015"/>
              <a:ext cx="161526" cy="154893"/>
            </a:xfrm>
            <a:custGeom>
              <a:rect b="b" l="l" r="r" t="t"/>
              <a:pathLst>
                <a:path extrusionOk="0" h="5908" w="6161">
                  <a:moveTo>
                    <a:pt x="5784" y="1"/>
                  </a:moveTo>
                  <a:lnTo>
                    <a:pt x="4748" y="1040"/>
                  </a:lnTo>
                  <a:cubicBezTo>
                    <a:pt x="4672" y="1112"/>
                    <a:pt x="4574" y="1160"/>
                    <a:pt x="4469" y="1167"/>
                  </a:cubicBezTo>
                  <a:cubicBezTo>
                    <a:pt x="4252" y="1181"/>
                    <a:pt x="4046" y="1272"/>
                    <a:pt x="3893" y="1428"/>
                  </a:cubicBezTo>
                  <a:lnTo>
                    <a:pt x="152" y="5169"/>
                  </a:lnTo>
                  <a:cubicBezTo>
                    <a:pt x="0" y="5321"/>
                    <a:pt x="0" y="5571"/>
                    <a:pt x="152" y="5723"/>
                  </a:cubicBezTo>
                  <a:lnTo>
                    <a:pt x="232" y="5803"/>
                  </a:lnTo>
                  <a:cubicBezTo>
                    <a:pt x="283" y="5853"/>
                    <a:pt x="351" y="5890"/>
                    <a:pt x="424" y="5908"/>
                  </a:cubicBezTo>
                  <a:cubicBezTo>
                    <a:pt x="391" y="5774"/>
                    <a:pt x="431" y="5636"/>
                    <a:pt x="529" y="5542"/>
                  </a:cubicBezTo>
                  <a:lnTo>
                    <a:pt x="4270" y="1801"/>
                  </a:lnTo>
                  <a:cubicBezTo>
                    <a:pt x="4422" y="1649"/>
                    <a:pt x="4629" y="1554"/>
                    <a:pt x="4846" y="1540"/>
                  </a:cubicBezTo>
                  <a:cubicBezTo>
                    <a:pt x="4947" y="1533"/>
                    <a:pt x="5049" y="1486"/>
                    <a:pt x="5121" y="1413"/>
                  </a:cubicBezTo>
                  <a:lnTo>
                    <a:pt x="6161" y="377"/>
                  </a:lnTo>
                  <a:lnTo>
                    <a:pt x="5784"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88"/>
            <p:cNvSpPr/>
            <p:nvPr/>
          </p:nvSpPr>
          <p:spPr>
            <a:xfrm>
              <a:off x="3798182" y="2443835"/>
              <a:ext cx="86518" cy="86623"/>
            </a:xfrm>
            <a:custGeom>
              <a:rect b="b" l="l" r="r" t="t"/>
              <a:pathLst>
                <a:path extrusionOk="0" h="3304" w="3300">
                  <a:moveTo>
                    <a:pt x="920" y="0"/>
                  </a:moveTo>
                  <a:lnTo>
                    <a:pt x="0" y="920"/>
                  </a:lnTo>
                  <a:lnTo>
                    <a:pt x="2384" y="3303"/>
                  </a:lnTo>
                  <a:lnTo>
                    <a:pt x="3300" y="2383"/>
                  </a:lnTo>
                  <a:lnTo>
                    <a:pt x="920"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88"/>
            <p:cNvSpPr/>
            <p:nvPr/>
          </p:nvSpPr>
          <p:spPr>
            <a:xfrm>
              <a:off x="3798182" y="2443835"/>
              <a:ext cx="37150" cy="37150"/>
            </a:xfrm>
            <a:custGeom>
              <a:rect b="b" l="l" r="r" t="t"/>
              <a:pathLst>
                <a:path extrusionOk="0" h="1417" w="1417">
                  <a:moveTo>
                    <a:pt x="920" y="0"/>
                  </a:moveTo>
                  <a:lnTo>
                    <a:pt x="0" y="920"/>
                  </a:lnTo>
                  <a:lnTo>
                    <a:pt x="500" y="1416"/>
                  </a:lnTo>
                  <a:lnTo>
                    <a:pt x="1417" y="500"/>
                  </a:lnTo>
                  <a:lnTo>
                    <a:pt x="9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88"/>
            <p:cNvSpPr/>
            <p:nvPr/>
          </p:nvSpPr>
          <p:spPr>
            <a:xfrm>
              <a:off x="3552052" y="2561709"/>
              <a:ext cx="205886" cy="214852"/>
            </a:xfrm>
            <a:custGeom>
              <a:rect b="b" l="l" r="r" t="t"/>
              <a:pathLst>
                <a:path extrusionOk="0" h="8195" w="7853">
                  <a:moveTo>
                    <a:pt x="5836" y="1"/>
                  </a:moveTo>
                  <a:cubicBezTo>
                    <a:pt x="5727" y="1"/>
                    <a:pt x="5618" y="42"/>
                    <a:pt x="5535" y="125"/>
                  </a:cubicBezTo>
                  <a:lnTo>
                    <a:pt x="2348" y="3313"/>
                  </a:lnTo>
                  <a:lnTo>
                    <a:pt x="1877" y="2157"/>
                  </a:lnTo>
                  <a:cubicBezTo>
                    <a:pt x="1762" y="1956"/>
                    <a:pt x="1554" y="1839"/>
                    <a:pt x="1333" y="1839"/>
                  </a:cubicBezTo>
                  <a:cubicBezTo>
                    <a:pt x="1276" y="1839"/>
                    <a:pt x="1218" y="1847"/>
                    <a:pt x="1160" y="1864"/>
                  </a:cubicBezTo>
                  <a:cubicBezTo>
                    <a:pt x="1160" y="1864"/>
                    <a:pt x="888" y="2034"/>
                    <a:pt x="921" y="2136"/>
                  </a:cubicBezTo>
                  <a:cubicBezTo>
                    <a:pt x="1069" y="2595"/>
                    <a:pt x="1149" y="3715"/>
                    <a:pt x="1185" y="4385"/>
                  </a:cubicBezTo>
                  <a:cubicBezTo>
                    <a:pt x="1200" y="4660"/>
                    <a:pt x="1120" y="4928"/>
                    <a:pt x="957" y="5152"/>
                  </a:cubicBezTo>
                  <a:cubicBezTo>
                    <a:pt x="921" y="5199"/>
                    <a:pt x="881" y="5243"/>
                    <a:pt x="841" y="5286"/>
                  </a:cubicBezTo>
                  <a:lnTo>
                    <a:pt x="1" y="6127"/>
                  </a:lnTo>
                  <a:lnTo>
                    <a:pt x="2069" y="8195"/>
                  </a:lnTo>
                  <a:lnTo>
                    <a:pt x="3105" y="7159"/>
                  </a:lnTo>
                  <a:cubicBezTo>
                    <a:pt x="3181" y="7083"/>
                    <a:pt x="3279" y="7039"/>
                    <a:pt x="3384" y="7032"/>
                  </a:cubicBezTo>
                  <a:cubicBezTo>
                    <a:pt x="3601" y="7014"/>
                    <a:pt x="3804" y="6923"/>
                    <a:pt x="3959" y="6768"/>
                  </a:cubicBezTo>
                  <a:lnTo>
                    <a:pt x="7701" y="3026"/>
                  </a:lnTo>
                  <a:cubicBezTo>
                    <a:pt x="7853" y="2874"/>
                    <a:pt x="7853" y="2628"/>
                    <a:pt x="7701" y="2472"/>
                  </a:cubicBezTo>
                  <a:lnTo>
                    <a:pt x="7621" y="2396"/>
                  </a:lnTo>
                  <a:cubicBezTo>
                    <a:pt x="7545" y="2318"/>
                    <a:pt x="7444" y="2279"/>
                    <a:pt x="7344" y="2279"/>
                  </a:cubicBezTo>
                  <a:cubicBezTo>
                    <a:pt x="7244" y="2279"/>
                    <a:pt x="7144" y="2318"/>
                    <a:pt x="7068" y="2395"/>
                  </a:cubicBezTo>
                  <a:lnTo>
                    <a:pt x="7068" y="2395"/>
                  </a:lnTo>
                  <a:lnTo>
                    <a:pt x="7241" y="2219"/>
                  </a:lnTo>
                  <a:cubicBezTo>
                    <a:pt x="7400" y="2059"/>
                    <a:pt x="7400" y="1802"/>
                    <a:pt x="7241" y="1643"/>
                  </a:cubicBezTo>
                  <a:lnTo>
                    <a:pt x="7186" y="1589"/>
                  </a:lnTo>
                  <a:cubicBezTo>
                    <a:pt x="7107" y="1507"/>
                    <a:pt x="7002" y="1466"/>
                    <a:pt x="6897" y="1466"/>
                  </a:cubicBezTo>
                  <a:cubicBezTo>
                    <a:pt x="6795" y="1466"/>
                    <a:pt x="6692" y="1505"/>
                    <a:pt x="6614" y="1582"/>
                  </a:cubicBezTo>
                  <a:lnTo>
                    <a:pt x="6614" y="1582"/>
                  </a:lnTo>
                  <a:lnTo>
                    <a:pt x="6694" y="1502"/>
                  </a:lnTo>
                  <a:cubicBezTo>
                    <a:pt x="6857" y="1339"/>
                    <a:pt x="6857" y="1074"/>
                    <a:pt x="6694" y="911"/>
                  </a:cubicBezTo>
                  <a:lnTo>
                    <a:pt x="6647" y="868"/>
                  </a:lnTo>
                  <a:cubicBezTo>
                    <a:pt x="6567" y="786"/>
                    <a:pt x="6461" y="746"/>
                    <a:pt x="6355" y="746"/>
                  </a:cubicBezTo>
                  <a:cubicBezTo>
                    <a:pt x="6248" y="746"/>
                    <a:pt x="6142" y="786"/>
                    <a:pt x="6060" y="868"/>
                  </a:cubicBezTo>
                  <a:lnTo>
                    <a:pt x="6169" y="759"/>
                  </a:lnTo>
                  <a:cubicBezTo>
                    <a:pt x="6335" y="593"/>
                    <a:pt x="6335" y="325"/>
                    <a:pt x="6169" y="158"/>
                  </a:cubicBezTo>
                  <a:lnTo>
                    <a:pt x="6136" y="125"/>
                  </a:lnTo>
                  <a:cubicBezTo>
                    <a:pt x="6053" y="42"/>
                    <a:pt x="5944" y="1"/>
                    <a:pt x="5836"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88"/>
            <p:cNvSpPr/>
            <p:nvPr/>
          </p:nvSpPr>
          <p:spPr>
            <a:xfrm>
              <a:off x="3596412" y="2621773"/>
              <a:ext cx="161526" cy="154893"/>
            </a:xfrm>
            <a:custGeom>
              <a:rect b="b" l="l" r="r" t="t"/>
              <a:pathLst>
                <a:path extrusionOk="0" h="5908" w="6161">
                  <a:moveTo>
                    <a:pt x="5737" y="0"/>
                  </a:moveTo>
                  <a:cubicBezTo>
                    <a:pt x="5766" y="131"/>
                    <a:pt x="5726" y="268"/>
                    <a:pt x="5632" y="362"/>
                  </a:cubicBezTo>
                  <a:lnTo>
                    <a:pt x="1891" y="4104"/>
                  </a:lnTo>
                  <a:cubicBezTo>
                    <a:pt x="1739" y="4256"/>
                    <a:pt x="1532" y="4350"/>
                    <a:pt x="1315" y="4364"/>
                  </a:cubicBezTo>
                  <a:cubicBezTo>
                    <a:pt x="1210" y="4372"/>
                    <a:pt x="1112" y="4415"/>
                    <a:pt x="1040" y="4491"/>
                  </a:cubicBezTo>
                  <a:lnTo>
                    <a:pt x="0" y="5531"/>
                  </a:lnTo>
                  <a:lnTo>
                    <a:pt x="377" y="5907"/>
                  </a:lnTo>
                  <a:lnTo>
                    <a:pt x="1413" y="4868"/>
                  </a:lnTo>
                  <a:cubicBezTo>
                    <a:pt x="1489" y="4792"/>
                    <a:pt x="1587" y="4748"/>
                    <a:pt x="1692" y="4741"/>
                  </a:cubicBezTo>
                  <a:cubicBezTo>
                    <a:pt x="1909" y="4727"/>
                    <a:pt x="2112" y="4632"/>
                    <a:pt x="2267" y="4480"/>
                  </a:cubicBezTo>
                  <a:lnTo>
                    <a:pt x="6009" y="739"/>
                  </a:lnTo>
                  <a:cubicBezTo>
                    <a:pt x="6161" y="583"/>
                    <a:pt x="6161" y="337"/>
                    <a:pt x="6009" y="185"/>
                  </a:cubicBezTo>
                  <a:lnTo>
                    <a:pt x="5929" y="105"/>
                  </a:lnTo>
                  <a:cubicBezTo>
                    <a:pt x="5878" y="51"/>
                    <a:pt x="5810" y="15"/>
                    <a:pt x="5737"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88"/>
            <p:cNvSpPr/>
            <p:nvPr/>
          </p:nvSpPr>
          <p:spPr>
            <a:xfrm>
              <a:off x="3552052" y="2696782"/>
              <a:ext cx="79596" cy="79780"/>
            </a:xfrm>
            <a:custGeom>
              <a:rect b="b" l="l" r="r" t="t"/>
              <a:pathLst>
                <a:path extrusionOk="0" h="3043" w="3036">
                  <a:moveTo>
                    <a:pt x="957" y="0"/>
                  </a:moveTo>
                  <a:cubicBezTo>
                    <a:pt x="921" y="47"/>
                    <a:pt x="881" y="91"/>
                    <a:pt x="841" y="134"/>
                  </a:cubicBezTo>
                  <a:lnTo>
                    <a:pt x="1" y="975"/>
                  </a:lnTo>
                  <a:lnTo>
                    <a:pt x="2069" y="3043"/>
                  </a:lnTo>
                  <a:lnTo>
                    <a:pt x="3036" y="2076"/>
                  </a:lnTo>
                  <a:lnTo>
                    <a:pt x="957"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88"/>
            <p:cNvSpPr/>
            <p:nvPr/>
          </p:nvSpPr>
          <p:spPr>
            <a:xfrm>
              <a:off x="3536872" y="2705145"/>
              <a:ext cx="86623" cy="86518"/>
            </a:xfrm>
            <a:custGeom>
              <a:rect b="b" l="l" r="r" t="t"/>
              <a:pathLst>
                <a:path extrusionOk="0" h="3300" w="3304">
                  <a:moveTo>
                    <a:pt x="920" y="0"/>
                  </a:moveTo>
                  <a:lnTo>
                    <a:pt x="0" y="920"/>
                  </a:lnTo>
                  <a:lnTo>
                    <a:pt x="2384" y="3299"/>
                  </a:lnTo>
                  <a:lnTo>
                    <a:pt x="3303" y="2383"/>
                  </a:lnTo>
                  <a:lnTo>
                    <a:pt x="920"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88"/>
            <p:cNvSpPr/>
            <p:nvPr/>
          </p:nvSpPr>
          <p:spPr>
            <a:xfrm>
              <a:off x="3586345" y="2754513"/>
              <a:ext cx="37150" cy="37150"/>
            </a:xfrm>
            <a:custGeom>
              <a:rect b="b" l="l" r="r" t="t"/>
              <a:pathLst>
                <a:path extrusionOk="0" h="1417" w="1417">
                  <a:moveTo>
                    <a:pt x="917" y="0"/>
                  </a:moveTo>
                  <a:lnTo>
                    <a:pt x="0" y="920"/>
                  </a:lnTo>
                  <a:lnTo>
                    <a:pt x="497" y="1416"/>
                  </a:lnTo>
                  <a:lnTo>
                    <a:pt x="1416" y="500"/>
                  </a:lnTo>
                  <a:lnTo>
                    <a:pt x="917"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88"/>
            <p:cNvSpPr/>
            <p:nvPr/>
          </p:nvSpPr>
          <p:spPr>
            <a:xfrm>
              <a:off x="3531183" y="2438618"/>
              <a:ext cx="359416" cy="358315"/>
            </a:xfrm>
            <a:custGeom>
              <a:rect b="b" l="l" r="r" t="t"/>
              <a:pathLst>
                <a:path extrusionOk="0" h="13667" w="13709">
                  <a:moveTo>
                    <a:pt x="11104" y="482"/>
                  </a:moveTo>
                  <a:lnTo>
                    <a:pt x="13201" y="2582"/>
                  </a:lnTo>
                  <a:lnTo>
                    <a:pt x="12568" y="3216"/>
                  </a:lnTo>
                  <a:lnTo>
                    <a:pt x="12553" y="3202"/>
                  </a:lnTo>
                  <a:lnTo>
                    <a:pt x="10489" y="1137"/>
                  </a:lnTo>
                  <a:lnTo>
                    <a:pt x="10474" y="1123"/>
                  </a:lnTo>
                  <a:lnTo>
                    <a:pt x="11104" y="482"/>
                  </a:lnTo>
                  <a:close/>
                  <a:moveTo>
                    <a:pt x="3361" y="1557"/>
                  </a:moveTo>
                  <a:lnTo>
                    <a:pt x="3560" y="1760"/>
                  </a:lnTo>
                  <a:cubicBezTo>
                    <a:pt x="3821" y="2021"/>
                    <a:pt x="4173" y="2164"/>
                    <a:pt x="4540" y="2164"/>
                  </a:cubicBezTo>
                  <a:cubicBezTo>
                    <a:pt x="4566" y="2164"/>
                    <a:pt x="4592" y="2164"/>
                    <a:pt x="4618" y="2162"/>
                  </a:cubicBezTo>
                  <a:cubicBezTo>
                    <a:pt x="5375" y="2122"/>
                    <a:pt x="6360" y="2046"/>
                    <a:pt x="6852" y="1912"/>
                  </a:cubicBezTo>
                  <a:cubicBezTo>
                    <a:pt x="6885" y="1945"/>
                    <a:pt x="6914" y="1981"/>
                    <a:pt x="6939" y="2021"/>
                  </a:cubicBezTo>
                  <a:cubicBezTo>
                    <a:pt x="6979" y="2198"/>
                    <a:pt x="6900" y="2383"/>
                    <a:pt x="6744" y="2477"/>
                  </a:cubicBezTo>
                  <a:lnTo>
                    <a:pt x="5599" y="2941"/>
                  </a:lnTo>
                  <a:cubicBezTo>
                    <a:pt x="5469" y="2995"/>
                    <a:pt x="5433" y="3165"/>
                    <a:pt x="5534" y="3267"/>
                  </a:cubicBezTo>
                  <a:lnTo>
                    <a:pt x="6570" y="4303"/>
                  </a:lnTo>
                  <a:lnTo>
                    <a:pt x="6219" y="4650"/>
                  </a:lnTo>
                  <a:lnTo>
                    <a:pt x="5860" y="4295"/>
                  </a:lnTo>
                  <a:cubicBezTo>
                    <a:pt x="5816" y="4249"/>
                    <a:pt x="5766" y="4230"/>
                    <a:pt x="5718" y="4230"/>
                  </a:cubicBezTo>
                  <a:cubicBezTo>
                    <a:pt x="5562" y="4230"/>
                    <a:pt x="5428" y="4434"/>
                    <a:pt x="5578" y="4578"/>
                  </a:cubicBezTo>
                  <a:lnTo>
                    <a:pt x="5936" y="4936"/>
                  </a:lnTo>
                  <a:lnTo>
                    <a:pt x="5585" y="5284"/>
                  </a:lnTo>
                  <a:lnTo>
                    <a:pt x="5005" y="4705"/>
                  </a:lnTo>
                  <a:cubicBezTo>
                    <a:pt x="4961" y="4659"/>
                    <a:pt x="4911" y="4639"/>
                    <a:pt x="4864" y="4639"/>
                  </a:cubicBezTo>
                  <a:cubicBezTo>
                    <a:pt x="4708" y="4639"/>
                    <a:pt x="4573" y="4843"/>
                    <a:pt x="4723" y="4987"/>
                  </a:cubicBezTo>
                  <a:lnTo>
                    <a:pt x="5302" y="5567"/>
                  </a:lnTo>
                  <a:lnTo>
                    <a:pt x="4951" y="5918"/>
                  </a:lnTo>
                  <a:lnTo>
                    <a:pt x="4596" y="5559"/>
                  </a:lnTo>
                  <a:cubicBezTo>
                    <a:pt x="4551" y="5513"/>
                    <a:pt x="4501" y="5494"/>
                    <a:pt x="4453" y="5494"/>
                  </a:cubicBezTo>
                  <a:cubicBezTo>
                    <a:pt x="4296" y="5494"/>
                    <a:pt x="4163" y="5698"/>
                    <a:pt x="4310" y="5842"/>
                  </a:cubicBezTo>
                  <a:lnTo>
                    <a:pt x="4669" y="6200"/>
                  </a:lnTo>
                  <a:lnTo>
                    <a:pt x="4321" y="6552"/>
                  </a:lnTo>
                  <a:lnTo>
                    <a:pt x="2365" y="4596"/>
                  </a:lnTo>
                  <a:cubicBezTo>
                    <a:pt x="2246" y="4473"/>
                    <a:pt x="2173" y="4317"/>
                    <a:pt x="2162" y="4147"/>
                  </a:cubicBezTo>
                  <a:cubicBezTo>
                    <a:pt x="2151" y="3995"/>
                    <a:pt x="2086" y="3850"/>
                    <a:pt x="1978" y="3741"/>
                  </a:cubicBezTo>
                  <a:lnTo>
                    <a:pt x="1579" y="3343"/>
                  </a:lnTo>
                  <a:lnTo>
                    <a:pt x="3361" y="1557"/>
                  </a:lnTo>
                  <a:close/>
                  <a:moveTo>
                    <a:pt x="9388" y="7117"/>
                  </a:moveTo>
                  <a:lnTo>
                    <a:pt x="11343" y="9072"/>
                  </a:lnTo>
                  <a:cubicBezTo>
                    <a:pt x="11463" y="9192"/>
                    <a:pt x="11535" y="9351"/>
                    <a:pt x="11546" y="9521"/>
                  </a:cubicBezTo>
                  <a:cubicBezTo>
                    <a:pt x="11550" y="9597"/>
                    <a:pt x="11572" y="9670"/>
                    <a:pt x="11601" y="9739"/>
                  </a:cubicBezTo>
                  <a:cubicBezTo>
                    <a:pt x="11633" y="9811"/>
                    <a:pt x="11677" y="9873"/>
                    <a:pt x="11731" y="9927"/>
                  </a:cubicBezTo>
                  <a:lnTo>
                    <a:pt x="12129" y="10322"/>
                  </a:lnTo>
                  <a:lnTo>
                    <a:pt x="10340" y="12111"/>
                  </a:lnTo>
                  <a:lnTo>
                    <a:pt x="10145" y="11908"/>
                  </a:lnTo>
                  <a:cubicBezTo>
                    <a:pt x="9884" y="11647"/>
                    <a:pt x="9531" y="11500"/>
                    <a:pt x="9163" y="11500"/>
                  </a:cubicBezTo>
                  <a:cubicBezTo>
                    <a:pt x="9138" y="11500"/>
                    <a:pt x="9112" y="11501"/>
                    <a:pt x="9087" y="11503"/>
                  </a:cubicBezTo>
                  <a:cubicBezTo>
                    <a:pt x="8330" y="11546"/>
                    <a:pt x="7345" y="11622"/>
                    <a:pt x="6852" y="11756"/>
                  </a:cubicBezTo>
                  <a:cubicBezTo>
                    <a:pt x="6820" y="11723"/>
                    <a:pt x="6791" y="11687"/>
                    <a:pt x="6766" y="11647"/>
                  </a:cubicBezTo>
                  <a:cubicBezTo>
                    <a:pt x="6726" y="11466"/>
                    <a:pt x="6805" y="11285"/>
                    <a:pt x="6961" y="11191"/>
                  </a:cubicBezTo>
                  <a:lnTo>
                    <a:pt x="8106" y="10727"/>
                  </a:lnTo>
                  <a:cubicBezTo>
                    <a:pt x="8236" y="10673"/>
                    <a:pt x="8272" y="10499"/>
                    <a:pt x="8171" y="10398"/>
                  </a:cubicBezTo>
                  <a:lnTo>
                    <a:pt x="7139" y="9366"/>
                  </a:lnTo>
                  <a:lnTo>
                    <a:pt x="7486" y="9014"/>
                  </a:lnTo>
                  <a:lnTo>
                    <a:pt x="7845" y="9373"/>
                  </a:lnTo>
                  <a:cubicBezTo>
                    <a:pt x="7888" y="9416"/>
                    <a:pt x="7937" y="9434"/>
                    <a:pt x="7983" y="9434"/>
                  </a:cubicBezTo>
                  <a:cubicBezTo>
                    <a:pt x="8137" y="9434"/>
                    <a:pt x="8269" y="9235"/>
                    <a:pt x="8127" y="9090"/>
                  </a:cubicBezTo>
                  <a:lnTo>
                    <a:pt x="7769" y="8732"/>
                  </a:lnTo>
                  <a:lnTo>
                    <a:pt x="8120" y="8381"/>
                  </a:lnTo>
                  <a:lnTo>
                    <a:pt x="8700" y="8964"/>
                  </a:lnTo>
                  <a:cubicBezTo>
                    <a:pt x="8744" y="9010"/>
                    <a:pt x="8794" y="9029"/>
                    <a:pt x="8841" y="9029"/>
                  </a:cubicBezTo>
                  <a:cubicBezTo>
                    <a:pt x="8997" y="9029"/>
                    <a:pt x="9132" y="8825"/>
                    <a:pt x="8982" y="8681"/>
                  </a:cubicBezTo>
                  <a:lnTo>
                    <a:pt x="8403" y="8098"/>
                  </a:lnTo>
                  <a:lnTo>
                    <a:pt x="8638" y="7863"/>
                  </a:lnTo>
                  <a:lnTo>
                    <a:pt x="8645" y="7855"/>
                  </a:lnTo>
                  <a:lnTo>
                    <a:pt x="8754" y="7750"/>
                  </a:lnTo>
                  <a:lnTo>
                    <a:pt x="9112" y="8109"/>
                  </a:lnTo>
                  <a:cubicBezTo>
                    <a:pt x="9156" y="8151"/>
                    <a:pt x="9203" y="8168"/>
                    <a:pt x="9249" y="8168"/>
                  </a:cubicBezTo>
                  <a:cubicBezTo>
                    <a:pt x="9403" y="8168"/>
                    <a:pt x="9534" y="7971"/>
                    <a:pt x="9395" y="7823"/>
                  </a:cubicBezTo>
                  <a:lnTo>
                    <a:pt x="9036" y="7468"/>
                  </a:lnTo>
                  <a:lnTo>
                    <a:pt x="9388" y="7117"/>
                  </a:lnTo>
                  <a:close/>
                  <a:moveTo>
                    <a:pt x="1134" y="10452"/>
                  </a:moveTo>
                  <a:lnTo>
                    <a:pt x="1148" y="10463"/>
                  </a:lnTo>
                  <a:lnTo>
                    <a:pt x="3213" y="12531"/>
                  </a:lnTo>
                  <a:lnTo>
                    <a:pt x="3231" y="12546"/>
                  </a:lnTo>
                  <a:lnTo>
                    <a:pt x="2601" y="13183"/>
                  </a:lnTo>
                  <a:lnTo>
                    <a:pt x="500" y="11086"/>
                  </a:lnTo>
                  <a:lnTo>
                    <a:pt x="1134" y="10452"/>
                  </a:lnTo>
                  <a:close/>
                  <a:moveTo>
                    <a:pt x="12564" y="10456"/>
                  </a:moveTo>
                  <a:lnTo>
                    <a:pt x="13198" y="11090"/>
                  </a:lnTo>
                  <a:lnTo>
                    <a:pt x="11104" y="13183"/>
                  </a:lnTo>
                  <a:lnTo>
                    <a:pt x="10471" y="12549"/>
                  </a:lnTo>
                  <a:lnTo>
                    <a:pt x="10485" y="12535"/>
                  </a:lnTo>
                  <a:lnTo>
                    <a:pt x="12549" y="10470"/>
                  </a:lnTo>
                  <a:lnTo>
                    <a:pt x="12564" y="10456"/>
                  </a:lnTo>
                  <a:close/>
                  <a:moveTo>
                    <a:pt x="2602" y="1"/>
                  </a:moveTo>
                  <a:cubicBezTo>
                    <a:pt x="2551" y="1"/>
                    <a:pt x="2499" y="20"/>
                    <a:pt x="2459" y="58"/>
                  </a:cubicBezTo>
                  <a:lnTo>
                    <a:pt x="1673" y="847"/>
                  </a:lnTo>
                  <a:cubicBezTo>
                    <a:pt x="1524" y="992"/>
                    <a:pt x="1658" y="1195"/>
                    <a:pt x="1814" y="1195"/>
                  </a:cubicBezTo>
                  <a:cubicBezTo>
                    <a:pt x="1862" y="1195"/>
                    <a:pt x="1912" y="1176"/>
                    <a:pt x="1956" y="1130"/>
                  </a:cubicBezTo>
                  <a:lnTo>
                    <a:pt x="2601" y="482"/>
                  </a:lnTo>
                  <a:lnTo>
                    <a:pt x="3234" y="1115"/>
                  </a:lnTo>
                  <a:lnTo>
                    <a:pt x="3220" y="1130"/>
                  </a:lnTo>
                  <a:lnTo>
                    <a:pt x="1155" y="3194"/>
                  </a:lnTo>
                  <a:lnTo>
                    <a:pt x="1141" y="3209"/>
                  </a:lnTo>
                  <a:lnTo>
                    <a:pt x="507" y="2575"/>
                  </a:lnTo>
                  <a:lnTo>
                    <a:pt x="1402" y="1680"/>
                  </a:lnTo>
                  <a:cubicBezTo>
                    <a:pt x="1551" y="1536"/>
                    <a:pt x="1417" y="1333"/>
                    <a:pt x="1261" y="1333"/>
                  </a:cubicBezTo>
                  <a:cubicBezTo>
                    <a:pt x="1213" y="1333"/>
                    <a:pt x="1163" y="1352"/>
                    <a:pt x="1119" y="1398"/>
                  </a:cubicBezTo>
                  <a:lnTo>
                    <a:pt x="83" y="2434"/>
                  </a:lnTo>
                  <a:cubicBezTo>
                    <a:pt x="4" y="2513"/>
                    <a:pt x="4" y="2640"/>
                    <a:pt x="83" y="2716"/>
                  </a:cubicBezTo>
                  <a:lnTo>
                    <a:pt x="996" y="3643"/>
                  </a:lnTo>
                  <a:cubicBezTo>
                    <a:pt x="1034" y="3683"/>
                    <a:pt x="1085" y="3703"/>
                    <a:pt x="1136" y="3703"/>
                  </a:cubicBezTo>
                  <a:cubicBezTo>
                    <a:pt x="1187" y="3703"/>
                    <a:pt x="1239" y="3683"/>
                    <a:pt x="1279" y="3643"/>
                  </a:cubicBezTo>
                  <a:lnTo>
                    <a:pt x="1293" y="3629"/>
                  </a:lnTo>
                  <a:lnTo>
                    <a:pt x="1691" y="4027"/>
                  </a:lnTo>
                  <a:cubicBezTo>
                    <a:pt x="1731" y="4067"/>
                    <a:pt x="1757" y="4118"/>
                    <a:pt x="1760" y="4176"/>
                  </a:cubicBezTo>
                  <a:cubicBezTo>
                    <a:pt x="1778" y="4440"/>
                    <a:pt x="1891" y="4690"/>
                    <a:pt x="2079" y="4878"/>
                  </a:cubicBezTo>
                  <a:lnTo>
                    <a:pt x="4035" y="6834"/>
                  </a:lnTo>
                  <a:lnTo>
                    <a:pt x="3216" y="7653"/>
                  </a:lnTo>
                  <a:lnTo>
                    <a:pt x="2865" y="6776"/>
                  </a:lnTo>
                  <a:cubicBezTo>
                    <a:pt x="2861" y="6769"/>
                    <a:pt x="2854" y="6762"/>
                    <a:pt x="2850" y="6751"/>
                  </a:cubicBezTo>
                  <a:cubicBezTo>
                    <a:pt x="2701" y="6489"/>
                    <a:pt x="2424" y="6335"/>
                    <a:pt x="2133" y="6335"/>
                  </a:cubicBezTo>
                  <a:cubicBezTo>
                    <a:pt x="2057" y="6335"/>
                    <a:pt x="1981" y="6345"/>
                    <a:pt x="1905" y="6367"/>
                  </a:cubicBezTo>
                  <a:cubicBezTo>
                    <a:pt x="1887" y="6371"/>
                    <a:pt x="1869" y="6381"/>
                    <a:pt x="1854" y="6389"/>
                  </a:cubicBezTo>
                  <a:cubicBezTo>
                    <a:pt x="1670" y="6505"/>
                    <a:pt x="1463" y="6686"/>
                    <a:pt x="1529" y="6888"/>
                  </a:cubicBezTo>
                  <a:cubicBezTo>
                    <a:pt x="1634" y="7218"/>
                    <a:pt x="1724" y="8000"/>
                    <a:pt x="1786" y="9090"/>
                  </a:cubicBezTo>
                  <a:cubicBezTo>
                    <a:pt x="1800" y="9369"/>
                    <a:pt x="1695" y="9641"/>
                    <a:pt x="1496" y="9840"/>
                  </a:cubicBezTo>
                  <a:lnTo>
                    <a:pt x="1297" y="10039"/>
                  </a:lnTo>
                  <a:lnTo>
                    <a:pt x="1282" y="10025"/>
                  </a:lnTo>
                  <a:cubicBezTo>
                    <a:pt x="1242" y="9985"/>
                    <a:pt x="1191" y="9965"/>
                    <a:pt x="1139" y="9965"/>
                  </a:cubicBezTo>
                  <a:cubicBezTo>
                    <a:pt x="1088" y="9965"/>
                    <a:pt x="1036" y="9985"/>
                    <a:pt x="996" y="10025"/>
                  </a:cubicBezTo>
                  <a:lnTo>
                    <a:pt x="80" y="10941"/>
                  </a:lnTo>
                  <a:cubicBezTo>
                    <a:pt x="0" y="11021"/>
                    <a:pt x="0" y="11148"/>
                    <a:pt x="80" y="11227"/>
                  </a:cubicBezTo>
                  <a:lnTo>
                    <a:pt x="2463" y="13607"/>
                  </a:lnTo>
                  <a:cubicBezTo>
                    <a:pt x="2501" y="13647"/>
                    <a:pt x="2552" y="13666"/>
                    <a:pt x="2603" y="13666"/>
                  </a:cubicBezTo>
                  <a:cubicBezTo>
                    <a:pt x="2654" y="13666"/>
                    <a:pt x="2706" y="13647"/>
                    <a:pt x="2745" y="13607"/>
                  </a:cubicBezTo>
                  <a:lnTo>
                    <a:pt x="3662" y="12690"/>
                  </a:lnTo>
                  <a:cubicBezTo>
                    <a:pt x="3741" y="12611"/>
                    <a:pt x="3741" y="12484"/>
                    <a:pt x="3662" y="12408"/>
                  </a:cubicBezTo>
                  <a:lnTo>
                    <a:pt x="3647" y="12390"/>
                  </a:lnTo>
                  <a:lnTo>
                    <a:pt x="4046" y="11991"/>
                  </a:lnTo>
                  <a:cubicBezTo>
                    <a:pt x="4085" y="11952"/>
                    <a:pt x="4140" y="11930"/>
                    <a:pt x="4194" y="11926"/>
                  </a:cubicBezTo>
                  <a:cubicBezTo>
                    <a:pt x="4277" y="11919"/>
                    <a:pt x="4357" y="11905"/>
                    <a:pt x="4437" y="11879"/>
                  </a:cubicBezTo>
                  <a:cubicBezTo>
                    <a:pt x="4513" y="11857"/>
                    <a:pt x="4589" y="11825"/>
                    <a:pt x="4661" y="11785"/>
                  </a:cubicBezTo>
                  <a:cubicBezTo>
                    <a:pt x="4857" y="11675"/>
                    <a:pt x="4748" y="11407"/>
                    <a:pt x="4570" y="11407"/>
                  </a:cubicBezTo>
                  <a:cubicBezTo>
                    <a:pt x="4537" y="11407"/>
                    <a:pt x="4502" y="11416"/>
                    <a:pt x="4466" y="11437"/>
                  </a:cubicBezTo>
                  <a:cubicBezTo>
                    <a:pt x="4419" y="11463"/>
                    <a:pt x="4372" y="11481"/>
                    <a:pt x="4321" y="11495"/>
                  </a:cubicBezTo>
                  <a:cubicBezTo>
                    <a:pt x="4274" y="11510"/>
                    <a:pt x="4223" y="11521"/>
                    <a:pt x="4169" y="11524"/>
                  </a:cubicBezTo>
                  <a:cubicBezTo>
                    <a:pt x="4017" y="11535"/>
                    <a:pt x="3872" y="11600"/>
                    <a:pt x="3763" y="11709"/>
                  </a:cubicBezTo>
                  <a:lnTo>
                    <a:pt x="3361" y="12111"/>
                  </a:lnTo>
                  <a:lnTo>
                    <a:pt x="1576" y="10325"/>
                  </a:lnTo>
                  <a:lnTo>
                    <a:pt x="1778" y="10123"/>
                  </a:lnTo>
                  <a:cubicBezTo>
                    <a:pt x="2054" y="9844"/>
                    <a:pt x="2202" y="9463"/>
                    <a:pt x="2180" y="9069"/>
                  </a:cubicBezTo>
                  <a:cubicBezTo>
                    <a:pt x="2141" y="8312"/>
                    <a:pt x="2065" y="7323"/>
                    <a:pt x="1927" y="6834"/>
                  </a:cubicBezTo>
                  <a:cubicBezTo>
                    <a:pt x="1963" y="6802"/>
                    <a:pt x="1999" y="6773"/>
                    <a:pt x="2039" y="6747"/>
                  </a:cubicBezTo>
                  <a:cubicBezTo>
                    <a:pt x="2070" y="6740"/>
                    <a:pt x="2100" y="6737"/>
                    <a:pt x="2131" y="6737"/>
                  </a:cubicBezTo>
                  <a:cubicBezTo>
                    <a:pt x="2278" y="6737"/>
                    <a:pt x="2418" y="6814"/>
                    <a:pt x="2496" y="6943"/>
                  </a:cubicBezTo>
                  <a:lnTo>
                    <a:pt x="2959" y="8084"/>
                  </a:lnTo>
                  <a:cubicBezTo>
                    <a:pt x="2990" y="8165"/>
                    <a:pt x="3067" y="8211"/>
                    <a:pt x="3145" y="8211"/>
                  </a:cubicBezTo>
                  <a:cubicBezTo>
                    <a:pt x="3195" y="8211"/>
                    <a:pt x="3245" y="8192"/>
                    <a:pt x="3285" y="8152"/>
                  </a:cubicBezTo>
                  <a:lnTo>
                    <a:pt x="5349" y="6088"/>
                  </a:lnTo>
                  <a:lnTo>
                    <a:pt x="6356" y="5081"/>
                  </a:lnTo>
                  <a:lnTo>
                    <a:pt x="6360" y="5078"/>
                  </a:lnTo>
                  <a:lnTo>
                    <a:pt x="6364" y="5074"/>
                  </a:lnTo>
                  <a:lnTo>
                    <a:pt x="6472" y="4965"/>
                  </a:lnTo>
                  <a:cubicBezTo>
                    <a:pt x="6516" y="4922"/>
                    <a:pt x="6573" y="4900"/>
                    <a:pt x="6630" y="4900"/>
                  </a:cubicBezTo>
                  <a:cubicBezTo>
                    <a:pt x="6688" y="4900"/>
                    <a:pt x="6746" y="4922"/>
                    <a:pt x="6791" y="4965"/>
                  </a:cubicBezTo>
                  <a:lnTo>
                    <a:pt x="6820" y="4998"/>
                  </a:lnTo>
                  <a:cubicBezTo>
                    <a:pt x="6907" y="5085"/>
                    <a:pt x="6907" y="5226"/>
                    <a:pt x="6820" y="5313"/>
                  </a:cubicBezTo>
                  <a:lnTo>
                    <a:pt x="6070" y="6063"/>
                  </a:lnTo>
                  <a:lnTo>
                    <a:pt x="5697" y="6436"/>
                  </a:lnTo>
                  <a:lnTo>
                    <a:pt x="4314" y="7826"/>
                  </a:lnTo>
                  <a:cubicBezTo>
                    <a:pt x="4171" y="7972"/>
                    <a:pt x="4304" y="8168"/>
                    <a:pt x="4459" y="8168"/>
                  </a:cubicBezTo>
                  <a:cubicBezTo>
                    <a:pt x="4505" y="8168"/>
                    <a:pt x="4553" y="8151"/>
                    <a:pt x="4596" y="8109"/>
                  </a:cubicBezTo>
                  <a:lnTo>
                    <a:pt x="6997" y="5704"/>
                  </a:lnTo>
                  <a:cubicBezTo>
                    <a:pt x="7019" y="5682"/>
                    <a:pt x="7044" y="5668"/>
                    <a:pt x="7073" y="5657"/>
                  </a:cubicBezTo>
                  <a:cubicBezTo>
                    <a:pt x="7099" y="5647"/>
                    <a:pt x="7125" y="5642"/>
                    <a:pt x="7151" y="5642"/>
                  </a:cubicBezTo>
                  <a:cubicBezTo>
                    <a:pt x="7207" y="5642"/>
                    <a:pt x="7262" y="5665"/>
                    <a:pt x="7302" y="5704"/>
                  </a:cubicBezTo>
                  <a:lnTo>
                    <a:pt x="7349" y="5751"/>
                  </a:lnTo>
                  <a:cubicBezTo>
                    <a:pt x="7432" y="5835"/>
                    <a:pt x="7432" y="5965"/>
                    <a:pt x="7352" y="6052"/>
                  </a:cubicBezTo>
                  <a:lnTo>
                    <a:pt x="6161" y="7243"/>
                  </a:lnTo>
                  <a:lnTo>
                    <a:pt x="6077" y="7323"/>
                  </a:lnTo>
                  <a:lnTo>
                    <a:pt x="4723" y="8678"/>
                  </a:lnTo>
                  <a:cubicBezTo>
                    <a:pt x="4584" y="8822"/>
                    <a:pt x="4714" y="9021"/>
                    <a:pt x="4868" y="9021"/>
                  </a:cubicBezTo>
                  <a:cubicBezTo>
                    <a:pt x="4914" y="9021"/>
                    <a:pt x="4962" y="9003"/>
                    <a:pt x="5005" y="8960"/>
                  </a:cubicBezTo>
                  <a:lnTo>
                    <a:pt x="6360" y="7606"/>
                  </a:lnTo>
                  <a:lnTo>
                    <a:pt x="7544" y="6425"/>
                  </a:lnTo>
                  <a:cubicBezTo>
                    <a:pt x="7584" y="6383"/>
                    <a:pt x="7637" y="6362"/>
                    <a:pt x="7690" y="6362"/>
                  </a:cubicBezTo>
                  <a:cubicBezTo>
                    <a:pt x="7742" y="6362"/>
                    <a:pt x="7796" y="6383"/>
                    <a:pt x="7838" y="6425"/>
                  </a:cubicBezTo>
                  <a:lnTo>
                    <a:pt x="7892" y="6479"/>
                  </a:lnTo>
                  <a:cubicBezTo>
                    <a:pt x="7972" y="6559"/>
                    <a:pt x="7975" y="6689"/>
                    <a:pt x="7896" y="6773"/>
                  </a:cubicBezTo>
                  <a:lnTo>
                    <a:pt x="6704" y="7964"/>
                  </a:lnTo>
                  <a:lnTo>
                    <a:pt x="5578" y="9090"/>
                  </a:lnTo>
                  <a:cubicBezTo>
                    <a:pt x="5435" y="9235"/>
                    <a:pt x="5568" y="9432"/>
                    <a:pt x="5723" y="9432"/>
                  </a:cubicBezTo>
                  <a:cubicBezTo>
                    <a:pt x="5769" y="9432"/>
                    <a:pt x="5817" y="9415"/>
                    <a:pt x="5860" y="9373"/>
                  </a:cubicBezTo>
                  <a:lnTo>
                    <a:pt x="8001" y="7229"/>
                  </a:lnTo>
                  <a:cubicBezTo>
                    <a:pt x="8039" y="7194"/>
                    <a:pt x="8089" y="7175"/>
                    <a:pt x="8139" y="7175"/>
                  </a:cubicBezTo>
                  <a:cubicBezTo>
                    <a:pt x="8151" y="7175"/>
                    <a:pt x="8163" y="7176"/>
                    <a:pt x="8174" y="7178"/>
                  </a:cubicBezTo>
                  <a:cubicBezTo>
                    <a:pt x="8214" y="7185"/>
                    <a:pt x="8247" y="7204"/>
                    <a:pt x="8272" y="7229"/>
                  </a:cubicBezTo>
                  <a:lnTo>
                    <a:pt x="8352" y="7309"/>
                  </a:lnTo>
                  <a:cubicBezTo>
                    <a:pt x="8424" y="7385"/>
                    <a:pt x="8428" y="7504"/>
                    <a:pt x="8355" y="7580"/>
                  </a:cubicBezTo>
                  <a:lnTo>
                    <a:pt x="8348" y="7584"/>
                  </a:lnTo>
                  <a:lnTo>
                    <a:pt x="6711" y="9224"/>
                  </a:lnTo>
                  <a:lnTo>
                    <a:pt x="4998" y="10938"/>
                  </a:lnTo>
                  <a:cubicBezTo>
                    <a:pt x="4859" y="11083"/>
                    <a:pt x="4990" y="11279"/>
                    <a:pt x="5145" y="11279"/>
                  </a:cubicBezTo>
                  <a:cubicBezTo>
                    <a:pt x="5192" y="11279"/>
                    <a:pt x="5240" y="11262"/>
                    <a:pt x="5284" y="11220"/>
                  </a:cubicBezTo>
                  <a:lnTo>
                    <a:pt x="6852" y="9648"/>
                  </a:lnTo>
                  <a:lnTo>
                    <a:pt x="7671" y="10470"/>
                  </a:lnTo>
                  <a:lnTo>
                    <a:pt x="6794" y="10825"/>
                  </a:lnTo>
                  <a:cubicBezTo>
                    <a:pt x="6787" y="10829"/>
                    <a:pt x="6780" y="10833"/>
                    <a:pt x="6773" y="10836"/>
                  </a:cubicBezTo>
                  <a:cubicBezTo>
                    <a:pt x="6440" y="11024"/>
                    <a:pt x="6280" y="11416"/>
                    <a:pt x="6385" y="11781"/>
                  </a:cubicBezTo>
                  <a:cubicBezTo>
                    <a:pt x="6392" y="11799"/>
                    <a:pt x="6400" y="11818"/>
                    <a:pt x="6407" y="11836"/>
                  </a:cubicBezTo>
                  <a:cubicBezTo>
                    <a:pt x="6508" y="11993"/>
                    <a:pt x="6658" y="12170"/>
                    <a:pt x="6832" y="12170"/>
                  </a:cubicBezTo>
                  <a:cubicBezTo>
                    <a:pt x="6858" y="12170"/>
                    <a:pt x="6884" y="12166"/>
                    <a:pt x="6910" y="12158"/>
                  </a:cubicBezTo>
                  <a:cubicBezTo>
                    <a:pt x="7240" y="12053"/>
                    <a:pt x="8019" y="11962"/>
                    <a:pt x="9109" y="11905"/>
                  </a:cubicBezTo>
                  <a:cubicBezTo>
                    <a:pt x="9129" y="11903"/>
                    <a:pt x="9150" y="11903"/>
                    <a:pt x="9171" y="11903"/>
                  </a:cubicBezTo>
                  <a:cubicBezTo>
                    <a:pt x="9428" y="11903"/>
                    <a:pt x="9674" y="12006"/>
                    <a:pt x="9858" y="12191"/>
                  </a:cubicBezTo>
                  <a:lnTo>
                    <a:pt x="10058" y="12390"/>
                  </a:lnTo>
                  <a:lnTo>
                    <a:pt x="10043" y="12408"/>
                  </a:lnTo>
                  <a:cubicBezTo>
                    <a:pt x="9967" y="12484"/>
                    <a:pt x="9967" y="12611"/>
                    <a:pt x="10043" y="12690"/>
                  </a:cubicBezTo>
                  <a:lnTo>
                    <a:pt x="10963" y="13607"/>
                  </a:lnTo>
                  <a:cubicBezTo>
                    <a:pt x="11001" y="13647"/>
                    <a:pt x="11052" y="13666"/>
                    <a:pt x="11103" y="13666"/>
                  </a:cubicBezTo>
                  <a:cubicBezTo>
                    <a:pt x="11154" y="13666"/>
                    <a:pt x="11206" y="13647"/>
                    <a:pt x="11246" y="13607"/>
                  </a:cubicBezTo>
                  <a:lnTo>
                    <a:pt x="13629" y="11227"/>
                  </a:lnTo>
                  <a:cubicBezTo>
                    <a:pt x="13705" y="11148"/>
                    <a:pt x="13705" y="11021"/>
                    <a:pt x="13629" y="10941"/>
                  </a:cubicBezTo>
                  <a:lnTo>
                    <a:pt x="12709" y="10025"/>
                  </a:lnTo>
                  <a:cubicBezTo>
                    <a:pt x="12669" y="9985"/>
                    <a:pt x="12617" y="9965"/>
                    <a:pt x="12566" y="9965"/>
                  </a:cubicBezTo>
                  <a:cubicBezTo>
                    <a:pt x="12515" y="9965"/>
                    <a:pt x="12464" y="9985"/>
                    <a:pt x="12426" y="10025"/>
                  </a:cubicBezTo>
                  <a:lnTo>
                    <a:pt x="12408" y="10039"/>
                  </a:lnTo>
                  <a:lnTo>
                    <a:pt x="12013" y="9641"/>
                  </a:lnTo>
                  <a:cubicBezTo>
                    <a:pt x="11992" y="9623"/>
                    <a:pt x="11977" y="9597"/>
                    <a:pt x="11966" y="9572"/>
                  </a:cubicBezTo>
                  <a:cubicBezTo>
                    <a:pt x="11955" y="9547"/>
                    <a:pt x="11948" y="9521"/>
                    <a:pt x="11948" y="9492"/>
                  </a:cubicBezTo>
                  <a:cubicBezTo>
                    <a:pt x="11926" y="9228"/>
                    <a:pt x="11814" y="8978"/>
                    <a:pt x="11626" y="8790"/>
                  </a:cubicBezTo>
                  <a:lnTo>
                    <a:pt x="9670" y="6834"/>
                  </a:lnTo>
                  <a:lnTo>
                    <a:pt x="10489" y="6012"/>
                  </a:lnTo>
                  <a:lnTo>
                    <a:pt x="10847" y="6888"/>
                  </a:lnTo>
                  <a:cubicBezTo>
                    <a:pt x="10851" y="6899"/>
                    <a:pt x="10854" y="6907"/>
                    <a:pt x="10858" y="6914"/>
                  </a:cubicBezTo>
                  <a:cubicBezTo>
                    <a:pt x="11008" y="7178"/>
                    <a:pt x="11285" y="7333"/>
                    <a:pt x="11576" y="7333"/>
                  </a:cubicBezTo>
                  <a:cubicBezTo>
                    <a:pt x="11652" y="7333"/>
                    <a:pt x="11728" y="7323"/>
                    <a:pt x="11803" y="7301"/>
                  </a:cubicBezTo>
                  <a:cubicBezTo>
                    <a:pt x="11821" y="7294"/>
                    <a:pt x="11840" y="7287"/>
                    <a:pt x="11858" y="7276"/>
                  </a:cubicBezTo>
                  <a:cubicBezTo>
                    <a:pt x="12039" y="7164"/>
                    <a:pt x="12245" y="6983"/>
                    <a:pt x="12180" y="6776"/>
                  </a:cubicBezTo>
                  <a:cubicBezTo>
                    <a:pt x="12075" y="6450"/>
                    <a:pt x="11984" y="5668"/>
                    <a:pt x="11926" y="4578"/>
                  </a:cubicBezTo>
                  <a:cubicBezTo>
                    <a:pt x="11912" y="4299"/>
                    <a:pt x="12017" y="4024"/>
                    <a:pt x="12213" y="3828"/>
                  </a:cubicBezTo>
                  <a:lnTo>
                    <a:pt x="12412" y="3625"/>
                  </a:lnTo>
                  <a:lnTo>
                    <a:pt x="12430" y="3643"/>
                  </a:lnTo>
                  <a:cubicBezTo>
                    <a:pt x="12468" y="3681"/>
                    <a:pt x="12519" y="3700"/>
                    <a:pt x="12570" y="3700"/>
                  </a:cubicBezTo>
                  <a:cubicBezTo>
                    <a:pt x="12621" y="3700"/>
                    <a:pt x="12673" y="3681"/>
                    <a:pt x="12712" y="3643"/>
                  </a:cubicBezTo>
                  <a:lnTo>
                    <a:pt x="13629" y="2723"/>
                  </a:lnTo>
                  <a:cubicBezTo>
                    <a:pt x="13708" y="2644"/>
                    <a:pt x="13708" y="2517"/>
                    <a:pt x="13629" y="2441"/>
                  </a:cubicBezTo>
                  <a:lnTo>
                    <a:pt x="11249" y="58"/>
                  </a:lnTo>
                  <a:cubicBezTo>
                    <a:pt x="11209" y="20"/>
                    <a:pt x="11158" y="1"/>
                    <a:pt x="11106" y="1"/>
                  </a:cubicBezTo>
                  <a:cubicBezTo>
                    <a:pt x="11055" y="1"/>
                    <a:pt x="11003" y="20"/>
                    <a:pt x="10963" y="58"/>
                  </a:cubicBezTo>
                  <a:lnTo>
                    <a:pt x="10043" y="978"/>
                  </a:lnTo>
                  <a:cubicBezTo>
                    <a:pt x="9964" y="1054"/>
                    <a:pt x="9964" y="1181"/>
                    <a:pt x="10043" y="1260"/>
                  </a:cubicBezTo>
                  <a:lnTo>
                    <a:pt x="10058" y="1275"/>
                  </a:lnTo>
                  <a:lnTo>
                    <a:pt x="9659" y="1673"/>
                  </a:lnTo>
                  <a:cubicBezTo>
                    <a:pt x="9619" y="1713"/>
                    <a:pt x="9569" y="1738"/>
                    <a:pt x="9511" y="1742"/>
                  </a:cubicBezTo>
                  <a:cubicBezTo>
                    <a:pt x="9246" y="1760"/>
                    <a:pt x="8997" y="1872"/>
                    <a:pt x="8808" y="2061"/>
                  </a:cubicBezTo>
                  <a:lnTo>
                    <a:pt x="8566" y="2303"/>
                  </a:lnTo>
                  <a:cubicBezTo>
                    <a:pt x="8421" y="2451"/>
                    <a:pt x="8554" y="2652"/>
                    <a:pt x="8709" y="2652"/>
                  </a:cubicBezTo>
                  <a:cubicBezTo>
                    <a:pt x="8756" y="2652"/>
                    <a:pt x="8804" y="2633"/>
                    <a:pt x="8848" y="2589"/>
                  </a:cubicBezTo>
                  <a:lnTo>
                    <a:pt x="9091" y="2343"/>
                  </a:lnTo>
                  <a:cubicBezTo>
                    <a:pt x="9210" y="2224"/>
                    <a:pt x="9370" y="2151"/>
                    <a:pt x="9540" y="2140"/>
                  </a:cubicBezTo>
                  <a:cubicBezTo>
                    <a:pt x="9692" y="2130"/>
                    <a:pt x="9837" y="2064"/>
                    <a:pt x="9945" y="1956"/>
                  </a:cubicBezTo>
                  <a:lnTo>
                    <a:pt x="10340" y="1557"/>
                  </a:lnTo>
                  <a:lnTo>
                    <a:pt x="12126" y="3343"/>
                  </a:lnTo>
                  <a:lnTo>
                    <a:pt x="11926" y="3546"/>
                  </a:lnTo>
                  <a:cubicBezTo>
                    <a:pt x="11648" y="3824"/>
                    <a:pt x="11503" y="4205"/>
                    <a:pt x="11521" y="4600"/>
                  </a:cubicBezTo>
                  <a:cubicBezTo>
                    <a:pt x="11564" y="5356"/>
                    <a:pt x="11640" y="6345"/>
                    <a:pt x="11774" y="6834"/>
                  </a:cubicBezTo>
                  <a:cubicBezTo>
                    <a:pt x="11742" y="6867"/>
                    <a:pt x="11706" y="6896"/>
                    <a:pt x="11666" y="6921"/>
                  </a:cubicBezTo>
                  <a:cubicBezTo>
                    <a:pt x="11635" y="6928"/>
                    <a:pt x="11604" y="6931"/>
                    <a:pt x="11574" y="6931"/>
                  </a:cubicBezTo>
                  <a:cubicBezTo>
                    <a:pt x="11427" y="6931"/>
                    <a:pt x="11287" y="6854"/>
                    <a:pt x="11209" y="6725"/>
                  </a:cubicBezTo>
                  <a:lnTo>
                    <a:pt x="10746" y="5581"/>
                  </a:lnTo>
                  <a:cubicBezTo>
                    <a:pt x="10713" y="5502"/>
                    <a:pt x="10636" y="5457"/>
                    <a:pt x="10558" y="5457"/>
                  </a:cubicBezTo>
                  <a:cubicBezTo>
                    <a:pt x="10508" y="5457"/>
                    <a:pt x="10458" y="5476"/>
                    <a:pt x="10420" y="5516"/>
                  </a:cubicBezTo>
                  <a:lnTo>
                    <a:pt x="8750" y="7185"/>
                  </a:lnTo>
                  <a:cubicBezTo>
                    <a:pt x="8721" y="7127"/>
                    <a:pt x="8681" y="7073"/>
                    <a:pt x="8638" y="7026"/>
                  </a:cubicBezTo>
                  <a:lnTo>
                    <a:pt x="8558" y="6950"/>
                  </a:lnTo>
                  <a:cubicBezTo>
                    <a:pt x="8511" y="6903"/>
                    <a:pt x="8457" y="6863"/>
                    <a:pt x="8399" y="6834"/>
                  </a:cubicBezTo>
                  <a:lnTo>
                    <a:pt x="9391" y="5842"/>
                  </a:lnTo>
                  <a:cubicBezTo>
                    <a:pt x="9541" y="5698"/>
                    <a:pt x="9406" y="5494"/>
                    <a:pt x="9251" y="5494"/>
                  </a:cubicBezTo>
                  <a:cubicBezTo>
                    <a:pt x="9203" y="5494"/>
                    <a:pt x="9153" y="5513"/>
                    <a:pt x="9109" y="5559"/>
                  </a:cubicBezTo>
                  <a:lnTo>
                    <a:pt x="8301" y="6371"/>
                  </a:lnTo>
                  <a:cubicBezTo>
                    <a:pt x="8269" y="6305"/>
                    <a:pt x="8229" y="6247"/>
                    <a:pt x="8178" y="6197"/>
                  </a:cubicBezTo>
                  <a:lnTo>
                    <a:pt x="8124" y="6142"/>
                  </a:lnTo>
                  <a:cubicBezTo>
                    <a:pt x="8073" y="6092"/>
                    <a:pt x="8015" y="6048"/>
                    <a:pt x="7950" y="6019"/>
                  </a:cubicBezTo>
                  <a:lnTo>
                    <a:pt x="8982" y="4987"/>
                  </a:lnTo>
                  <a:cubicBezTo>
                    <a:pt x="9132" y="4843"/>
                    <a:pt x="8997" y="4639"/>
                    <a:pt x="8841" y="4639"/>
                  </a:cubicBezTo>
                  <a:cubicBezTo>
                    <a:pt x="8794" y="4639"/>
                    <a:pt x="8744" y="4659"/>
                    <a:pt x="8700" y="4705"/>
                  </a:cubicBezTo>
                  <a:lnTo>
                    <a:pt x="7754" y="5646"/>
                  </a:lnTo>
                  <a:cubicBezTo>
                    <a:pt x="7725" y="5581"/>
                    <a:pt x="7682" y="5519"/>
                    <a:pt x="7631" y="5465"/>
                  </a:cubicBezTo>
                  <a:lnTo>
                    <a:pt x="7584" y="5422"/>
                  </a:lnTo>
                  <a:cubicBezTo>
                    <a:pt x="7533" y="5367"/>
                    <a:pt x="7472" y="5327"/>
                    <a:pt x="7403" y="5295"/>
                  </a:cubicBezTo>
                  <a:lnTo>
                    <a:pt x="8124" y="4574"/>
                  </a:lnTo>
                  <a:cubicBezTo>
                    <a:pt x="8273" y="4430"/>
                    <a:pt x="8139" y="4227"/>
                    <a:pt x="7983" y="4227"/>
                  </a:cubicBezTo>
                  <a:cubicBezTo>
                    <a:pt x="7935" y="4227"/>
                    <a:pt x="7885" y="4246"/>
                    <a:pt x="7841" y="4292"/>
                  </a:cubicBezTo>
                  <a:lnTo>
                    <a:pt x="7236" y="4900"/>
                  </a:lnTo>
                  <a:cubicBezTo>
                    <a:pt x="7204" y="4828"/>
                    <a:pt x="7160" y="4766"/>
                    <a:pt x="7106" y="4712"/>
                  </a:cubicBezTo>
                  <a:lnTo>
                    <a:pt x="7073" y="4679"/>
                  </a:lnTo>
                  <a:cubicBezTo>
                    <a:pt x="7019" y="4625"/>
                    <a:pt x="6954" y="4581"/>
                    <a:pt x="6885" y="4549"/>
                  </a:cubicBezTo>
                  <a:lnTo>
                    <a:pt x="8290" y="3147"/>
                  </a:lnTo>
                  <a:cubicBezTo>
                    <a:pt x="8440" y="3000"/>
                    <a:pt x="8305" y="2798"/>
                    <a:pt x="8149" y="2798"/>
                  </a:cubicBezTo>
                  <a:cubicBezTo>
                    <a:pt x="8101" y="2798"/>
                    <a:pt x="8052" y="2816"/>
                    <a:pt x="8008" y="2861"/>
                  </a:cubicBezTo>
                  <a:lnTo>
                    <a:pt x="6852" y="4020"/>
                  </a:lnTo>
                  <a:lnTo>
                    <a:pt x="6034" y="3198"/>
                  </a:lnTo>
                  <a:lnTo>
                    <a:pt x="6910" y="2843"/>
                  </a:lnTo>
                  <a:cubicBezTo>
                    <a:pt x="6918" y="2839"/>
                    <a:pt x="6925" y="2836"/>
                    <a:pt x="6932" y="2832"/>
                  </a:cubicBezTo>
                  <a:cubicBezTo>
                    <a:pt x="7265" y="2640"/>
                    <a:pt x="7425" y="2249"/>
                    <a:pt x="7320" y="1883"/>
                  </a:cubicBezTo>
                  <a:cubicBezTo>
                    <a:pt x="7312" y="1865"/>
                    <a:pt x="7305" y="1847"/>
                    <a:pt x="7298" y="1833"/>
                  </a:cubicBezTo>
                  <a:cubicBezTo>
                    <a:pt x="7197" y="1672"/>
                    <a:pt x="7047" y="1498"/>
                    <a:pt x="6874" y="1498"/>
                  </a:cubicBezTo>
                  <a:cubicBezTo>
                    <a:pt x="6848" y="1498"/>
                    <a:pt x="6821" y="1502"/>
                    <a:pt x="6794" y="1510"/>
                  </a:cubicBezTo>
                  <a:cubicBezTo>
                    <a:pt x="6465" y="1615"/>
                    <a:pt x="5686" y="1706"/>
                    <a:pt x="4596" y="1764"/>
                  </a:cubicBezTo>
                  <a:cubicBezTo>
                    <a:pt x="4579" y="1765"/>
                    <a:pt x="4562" y="1765"/>
                    <a:pt x="4545" y="1765"/>
                  </a:cubicBezTo>
                  <a:cubicBezTo>
                    <a:pt x="4284" y="1765"/>
                    <a:pt x="4033" y="1661"/>
                    <a:pt x="3846" y="1478"/>
                  </a:cubicBezTo>
                  <a:lnTo>
                    <a:pt x="3647" y="1275"/>
                  </a:lnTo>
                  <a:lnTo>
                    <a:pt x="3662" y="1260"/>
                  </a:lnTo>
                  <a:cubicBezTo>
                    <a:pt x="3738" y="1181"/>
                    <a:pt x="3738" y="1054"/>
                    <a:pt x="3662" y="978"/>
                  </a:cubicBezTo>
                  <a:lnTo>
                    <a:pt x="2742" y="58"/>
                  </a:lnTo>
                  <a:cubicBezTo>
                    <a:pt x="2704" y="20"/>
                    <a:pt x="2653" y="1"/>
                    <a:pt x="2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2" name="Google Shape;17242;p88"/>
          <p:cNvGrpSpPr/>
          <p:nvPr/>
        </p:nvGrpSpPr>
        <p:grpSpPr>
          <a:xfrm>
            <a:off x="1325898" y="3865479"/>
            <a:ext cx="358288" cy="253418"/>
            <a:chOff x="1325898" y="3865479"/>
            <a:chExt cx="358288" cy="253418"/>
          </a:xfrm>
        </p:grpSpPr>
        <p:sp>
          <p:nvSpPr>
            <p:cNvPr id="17243" name="Google Shape;17243;p88"/>
            <p:cNvSpPr/>
            <p:nvPr/>
          </p:nvSpPr>
          <p:spPr>
            <a:xfrm>
              <a:off x="1442592" y="3870801"/>
              <a:ext cx="236377" cy="240021"/>
            </a:xfrm>
            <a:custGeom>
              <a:rect b="b" l="l" r="r" t="t"/>
              <a:pathLst>
                <a:path extrusionOk="0" h="9155" w="9016">
                  <a:moveTo>
                    <a:pt x="6060" y="1"/>
                  </a:moveTo>
                  <a:cubicBezTo>
                    <a:pt x="5951" y="1"/>
                    <a:pt x="5852" y="20"/>
                    <a:pt x="5821" y="83"/>
                  </a:cubicBezTo>
                  <a:cubicBezTo>
                    <a:pt x="5448" y="800"/>
                    <a:pt x="4220" y="2219"/>
                    <a:pt x="3470" y="3056"/>
                  </a:cubicBezTo>
                  <a:cubicBezTo>
                    <a:pt x="3116" y="3451"/>
                    <a:pt x="2616" y="3686"/>
                    <a:pt x="2087" y="3711"/>
                  </a:cubicBezTo>
                  <a:lnTo>
                    <a:pt x="1" y="3711"/>
                  </a:lnTo>
                  <a:lnTo>
                    <a:pt x="1" y="8601"/>
                  </a:lnTo>
                  <a:lnTo>
                    <a:pt x="2460" y="8601"/>
                  </a:lnTo>
                  <a:cubicBezTo>
                    <a:pt x="2634" y="8601"/>
                    <a:pt x="2804" y="8666"/>
                    <a:pt x="2938" y="8782"/>
                  </a:cubicBezTo>
                  <a:cubicBezTo>
                    <a:pt x="3210" y="9021"/>
                    <a:pt x="3565" y="9151"/>
                    <a:pt x="3927" y="9155"/>
                  </a:cubicBezTo>
                  <a:lnTo>
                    <a:pt x="7433" y="9155"/>
                  </a:lnTo>
                  <a:cubicBezTo>
                    <a:pt x="7795" y="9155"/>
                    <a:pt x="8088" y="8858"/>
                    <a:pt x="8088" y="8496"/>
                  </a:cubicBezTo>
                  <a:lnTo>
                    <a:pt x="8088" y="8311"/>
                  </a:lnTo>
                  <a:cubicBezTo>
                    <a:pt x="8088" y="7949"/>
                    <a:pt x="7795" y="7656"/>
                    <a:pt x="7433" y="7656"/>
                  </a:cubicBezTo>
                  <a:lnTo>
                    <a:pt x="7845" y="7656"/>
                  </a:lnTo>
                  <a:cubicBezTo>
                    <a:pt x="8222" y="7656"/>
                    <a:pt x="8526" y="7348"/>
                    <a:pt x="8526" y="6971"/>
                  </a:cubicBezTo>
                  <a:lnTo>
                    <a:pt x="8526" y="6841"/>
                  </a:lnTo>
                  <a:cubicBezTo>
                    <a:pt x="8526" y="6464"/>
                    <a:pt x="8222" y="6156"/>
                    <a:pt x="7845" y="6156"/>
                  </a:cubicBezTo>
                  <a:lnTo>
                    <a:pt x="8048" y="6156"/>
                  </a:lnTo>
                  <a:cubicBezTo>
                    <a:pt x="8432" y="6156"/>
                    <a:pt x="8744" y="5845"/>
                    <a:pt x="8744" y="5461"/>
                  </a:cubicBezTo>
                  <a:lnTo>
                    <a:pt x="8744" y="5356"/>
                  </a:lnTo>
                  <a:cubicBezTo>
                    <a:pt x="8744" y="4972"/>
                    <a:pt x="8432" y="4660"/>
                    <a:pt x="8048" y="4660"/>
                  </a:cubicBezTo>
                  <a:lnTo>
                    <a:pt x="8305" y="4660"/>
                  </a:lnTo>
                  <a:cubicBezTo>
                    <a:pt x="8697" y="4660"/>
                    <a:pt x="9015" y="4342"/>
                    <a:pt x="9015" y="3951"/>
                  </a:cubicBezTo>
                  <a:lnTo>
                    <a:pt x="9015" y="3874"/>
                  </a:lnTo>
                  <a:cubicBezTo>
                    <a:pt x="9015" y="3480"/>
                    <a:pt x="8697" y="3161"/>
                    <a:pt x="8305" y="3161"/>
                  </a:cubicBezTo>
                  <a:lnTo>
                    <a:pt x="6111" y="3161"/>
                  </a:lnTo>
                  <a:lnTo>
                    <a:pt x="6926" y="1238"/>
                  </a:lnTo>
                  <a:cubicBezTo>
                    <a:pt x="7049" y="771"/>
                    <a:pt x="6842" y="278"/>
                    <a:pt x="6419" y="46"/>
                  </a:cubicBezTo>
                  <a:cubicBezTo>
                    <a:pt x="6419" y="46"/>
                    <a:pt x="6228" y="1"/>
                    <a:pt x="6060"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88"/>
            <p:cNvSpPr/>
            <p:nvPr/>
          </p:nvSpPr>
          <p:spPr>
            <a:xfrm>
              <a:off x="1442592" y="4073594"/>
              <a:ext cx="212073" cy="37229"/>
            </a:xfrm>
            <a:custGeom>
              <a:rect b="b" l="l" r="r" t="t"/>
              <a:pathLst>
                <a:path extrusionOk="0" h="1420" w="8089">
                  <a:moveTo>
                    <a:pt x="1" y="0"/>
                  </a:moveTo>
                  <a:lnTo>
                    <a:pt x="1" y="866"/>
                  </a:lnTo>
                  <a:lnTo>
                    <a:pt x="2460" y="866"/>
                  </a:lnTo>
                  <a:cubicBezTo>
                    <a:pt x="2634" y="866"/>
                    <a:pt x="2804" y="931"/>
                    <a:pt x="2938" y="1047"/>
                  </a:cubicBezTo>
                  <a:cubicBezTo>
                    <a:pt x="3210" y="1286"/>
                    <a:pt x="3565" y="1416"/>
                    <a:pt x="3927" y="1420"/>
                  </a:cubicBezTo>
                  <a:lnTo>
                    <a:pt x="7433" y="1420"/>
                  </a:lnTo>
                  <a:cubicBezTo>
                    <a:pt x="7795" y="1420"/>
                    <a:pt x="8088" y="1123"/>
                    <a:pt x="8088" y="761"/>
                  </a:cubicBezTo>
                  <a:lnTo>
                    <a:pt x="8088" y="576"/>
                  </a:lnTo>
                  <a:cubicBezTo>
                    <a:pt x="8088" y="457"/>
                    <a:pt x="8056" y="337"/>
                    <a:pt x="7994" y="236"/>
                  </a:cubicBezTo>
                  <a:cubicBezTo>
                    <a:pt x="7874" y="431"/>
                    <a:pt x="7661" y="551"/>
                    <a:pt x="7433" y="551"/>
                  </a:cubicBezTo>
                  <a:lnTo>
                    <a:pt x="3927" y="551"/>
                  </a:lnTo>
                  <a:cubicBezTo>
                    <a:pt x="3565" y="551"/>
                    <a:pt x="3210" y="420"/>
                    <a:pt x="2938" y="181"/>
                  </a:cubicBezTo>
                  <a:cubicBezTo>
                    <a:pt x="2804" y="65"/>
                    <a:pt x="2634" y="0"/>
                    <a:pt x="2460"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88"/>
            <p:cNvSpPr/>
            <p:nvPr/>
          </p:nvSpPr>
          <p:spPr>
            <a:xfrm>
              <a:off x="1442697" y="3967990"/>
              <a:ext cx="54611" cy="128413"/>
            </a:xfrm>
            <a:custGeom>
              <a:rect b="b" l="l" r="r" t="t"/>
              <a:pathLst>
                <a:path extrusionOk="0" h="4898" w="2083">
                  <a:moveTo>
                    <a:pt x="2083" y="1"/>
                  </a:moveTo>
                  <a:cubicBezTo>
                    <a:pt x="2050" y="4"/>
                    <a:pt x="2018" y="4"/>
                    <a:pt x="1992" y="4"/>
                  </a:cubicBezTo>
                  <a:lnTo>
                    <a:pt x="0" y="4"/>
                  </a:lnTo>
                  <a:lnTo>
                    <a:pt x="0" y="4897"/>
                  </a:lnTo>
                  <a:lnTo>
                    <a:pt x="2083" y="4897"/>
                  </a:lnTo>
                  <a:lnTo>
                    <a:pt x="208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88"/>
            <p:cNvSpPr/>
            <p:nvPr/>
          </p:nvSpPr>
          <p:spPr>
            <a:xfrm>
              <a:off x="1416584" y="3958315"/>
              <a:ext cx="56997" cy="147762"/>
            </a:xfrm>
            <a:custGeom>
              <a:rect b="b" l="l" r="r" t="t"/>
              <a:pathLst>
                <a:path extrusionOk="0" h="5636" w="2174">
                  <a:moveTo>
                    <a:pt x="0" y="0"/>
                  </a:moveTo>
                  <a:lnTo>
                    <a:pt x="0" y="5636"/>
                  </a:lnTo>
                  <a:lnTo>
                    <a:pt x="2174" y="5636"/>
                  </a:lnTo>
                  <a:lnTo>
                    <a:pt x="2174" y="0"/>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88"/>
            <p:cNvSpPr/>
            <p:nvPr/>
          </p:nvSpPr>
          <p:spPr>
            <a:xfrm>
              <a:off x="1416584" y="4075193"/>
              <a:ext cx="56997" cy="30884"/>
            </a:xfrm>
            <a:custGeom>
              <a:rect b="b" l="l" r="r" t="t"/>
              <a:pathLst>
                <a:path extrusionOk="0" h="1178" w="2174">
                  <a:moveTo>
                    <a:pt x="0" y="1"/>
                  </a:moveTo>
                  <a:lnTo>
                    <a:pt x="0" y="1178"/>
                  </a:lnTo>
                  <a:lnTo>
                    <a:pt x="2174" y="1178"/>
                  </a:lnTo>
                  <a:lnTo>
                    <a:pt x="217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88"/>
            <p:cNvSpPr/>
            <p:nvPr/>
          </p:nvSpPr>
          <p:spPr>
            <a:xfrm>
              <a:off x="1331115" y="3950712"/>
              <a:ext cx="89664" cy="163073"/>
            </a:xfrm>
            <a:custGeom>
              <a:rect b="b" l="l" r="r" t="t"/>
              <a:pathLst>
                <a:path extrusionOk="0" h="6220" w="3420">
                  <a:moveTo>
                    <a:pt x="1" y="1"/>
                  </a:moveTo>
                  <a:lnTo>
                    <a:pt x="1" y="6219"/>
                  </a:lnTo>
                  <a:lnTo>
                    <a:pt x="3420" y="6219"/>
                  </a:lnTo>
                  <a:lnTo>
                    <a:pt x="342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88"/>
            <p:cNvSpPr/>
            <p:nvPr/>
          </p:nvSpPr>
          <p:spPr>
            <a:xfrm>
              <a:off x="1331115" y="4075193"/>
              <a:ext cx="89664" cy="38487"/>
            </a:xfrm>
            <a:custGeom>
              <a:rect b="b" l="l" r="r" t="t"/>
              <a:pathLst>
                <a:path extrusionOk="0" h="1468" w="3420">
                  <a:moveTo>
                    <a:pt x="1" y="1"/>
                  </a:moveTo>
                  <a:lnTo>
                    <a:pt x="1" y="1468"/>
                  </a:lnTo>
                  <a:lnTo>
                    <a:pt x="3420" y="1468"/>
                  </a:lnTo>
                  <a:lnTo>
                    <a:pt x="342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88"/>
            <p:cNvSpPr/>
            <p:nvPr/>
          </p:nvSpPr>
          <p:spPr>
            <a:xfrm>
              <a:off x="1325898" y="3865479"/>
              <a:ext cx="358288" cy="253418"/>
            </a:xfrm>
            <a:custGeom>
              <a:rect b="b" l="l" r="r" t="t"/>
              <a:pathLst>
                <a:path extrusionOk="0" h="9666" w="13666">
                  <a:moveTo>
                    <a:pt x="10529" y="0"/>
                  </a:moveTo>
                  <a:cubicBezTo>
                    <a:pt x="10344" y="0"/>
                    <a:pt x="10167" y="45"/>
                    <a:pt x="10091" y="191"/>
                  </a:cubicBezTo>
                  <a:cubicBezTo>
                    <a:pt x="9725" y="898"/>
                    <a:pt x="8479" y="2332"/>
                    <a:pt x="7769" y="3121"/>
                  </a:cubicBezTo>
                  <a:cubicBezTo>
                    <a:pt x="7451" y="3476"/>
                    <a:pt x="7005" y="3686"/>
                    <a:pt x="6527" y="3712"/>
                  </a:cubicBezTo>
                  <a:lnTo>
                    <a:pt x="5835" y="3712"/>
                  </a:lnTo>
                  <a:lnTo>
                    <a:pt x="5835" y="3538"/>
                  </a:lnTo>
                  <a:cubicBezTo>
                    <a:pt x="5835" y="3429"/>
                    <a:pt x="5745" y="3339"/>
                    <a:pt x="5633" y="3339"/>
                  </a:cubicBezTo>
                  <a:lnTo>
                    <a:pt x="3818" y="3339"/>
                  </a:lnTo>
                  <a:lnTo>
                    <a:pt x="3818" y="3248"/>
                  </a:lnTo>
                  <a:cubicBezTo>
                    <a:pt x="3818" y="3136"/>
                    <a:pt x="3727" y="3049"/>
                    <a:pt x="3619" y="3049"/>
                  </a:cubicBezTo>
                  <a:lnTo>
                    <a:pt x="200" y="3049"/>
                  </a:lnTo>
                  <a:cubicBezTo>
                    <a:pt x="88" y="3049"/>
                    <a:pt x="1" y="3136"/>
                    <a:pt x="1" y="3248"/>
                  </a:cubicBezTo>
                  <a:lnTo>
                    <a:pt x="1" y="6421"/>
                  </a:lnTo>
                  <a:cubicBezTo>
                    <a:pt x="1" y="6555"/>
                    <a:pt x="100" y="6622"/>
                    <a:pt x="200" y="6622"/>
                  </a:cubicBezTo>
                  <a:cubicBezTo>
                    <a:pt x="300" y="6622"/>
                    <a:pt x="399" y="6555"/>
                    <a:pt x="399" y="6421"/>
                  </a:cubicBezTo>
                  <a:lnTo>
                    <a:pt x="399" y="3455"/>
                  </a:lnTo>
                  <a:lnTo>
                    <a:pt x="3416" y="3455"/>
                  </a:lnTo>
                  <a:lnTo>
                    <a:pt x="3416" y="9271"/>
                  </a:lnTo>
                  <a:lnTo>
                    <a:pt x="399" y="9271"/>
                  </a:lnTo>
                  <a:lnTo>
                    <a:pt x="399" y="7214"/>
                  </a:lnTo>
                  <a:cubicBezTo>
                    <a:pt x="399" y="7080"/>
                    <a:pt x="300" y="7013"/>
                    <a:pt x="200" y="7013"/>
                  </a:cubicBezTo>
                  <a:cubicBezTo>
                    <a:pt x="100" y="7013"/>
                    <a:pt x="1" y="7080"/>
                    <a:pt x="1" y="7214"/>
                  </a:cubicBezTo>
                  <a:lnTo>
                    <a:pt x="1" y="9467"/>
                  </a:lnTo>
                  <a:cubicBezTo>
                    <a:pt x="1" y="9579"/>
                    <a:pt x="88" y="9666"/>
                    <a:pt x="200" y="9666"/>
                  </a:cubicBezTo>
                  <a:lnTo>
                    <a:pt x="3619" y="9666"/>
                  </a:lnTo>
                  <a:cubicBezTo>
                    <a:pt x="3727" y="9666"/>
                    <a:pt x="3818" y="9579"/>
                    <a:pt x="3818" y="9467"/>
                  </a:cubicBezTo>
                  <a:lnTo>
                    <a:pt x="3818" y="9376"/>
                  </a:lnTo>
                  <a:lnTo>
                    <a:pt x="5633" y="9376"/>
                  </a:lnTo>
                  <a:cubicBezTo>
                    <a:pt x="5745" y="9376"/>
                    <a:pt x="5832" y="9285"/>
                    <a:pt x="5832" y="9177"/>
                  </a:cubicBezTo>
                  <a:lnTo>
                    <a:pt x="5832" y="9003"/>
                  </a:lnTo>
                  <a:lnTo>
                    <a:pt x="6911" y="9003"/>
                  </a:lnTo>
                  <a:cubicBezTo>
                    <a:pt x="7038" y="9003"/>
                    <a:pt x="7161" y="9050"/>
                    <a:pt x="7255" y="9133"/>
                  </a:cubicBezTo>
                  <a:cubicBezTo>
                    <a:pt x="7567" y="9405"/>
                    <a:pt x="7965" y="9553"/>
                    <a:pt x="8378" y="9553"/>
                  </a:cubicBezTo>
                  <a:lnTo>
                    <a:pt x="9171" y="9553"/>
                  </a:lnTo>
                  <a:cubicBezTo>
                    <a:pt x="9439" y="9553"/>
                    <a:pt x="9439" y="9155"/>
                    <a:pt x="9171" y="9155"/>
                  </a:cubicBezTo>
                  <a:lnTo>
                    <a:pt x="8378" y="9155"/>
                  </a:lnTo>
                  <a:cubicBezTo>
                    <a:pt x="8063" y="9155"/>
                    <a:pt x="7755" y="9039"/>
                    <a:pt x="7516" y="8833"/>
                  </a:cubicBezTo>
                  <a:cubicBezTo>
                    <a:pt x="7349" y="8684"/>
                    <a:pt x="7132" y="8605"/>
                    <a:pt x="6907" y="8605"/>
                  </a:cubicBezTo>
                  <a:lnTo>
                    <a:pt x="5835" y="8605"/>
                  </a:lnTo>
                  <a:lnTo>
                    <a:pt x="5835" y="5877"/>
                  </a:lnTo>
                  <a:cubicBezTo>
                    <a:pt x="5835" y="5743"/>
                    <a:pt x="5735" y="5676"/>
                    <a:pt x="5634" y="5676"/>
                  </a:cubicBezTo>
                  <a:cubicBezTo>
                    <a:pt x="5534" y="5676"/>
                    <a:pt x="5433" y="5743"/>
                    <a:pt x="5433" y="5877"/>
                  </a:cubicBezTo>
                  <a:lnTo>
                    <a:pt x="5433" y="8978"/>
                  </a:lnTo>
                  <a:lnTo>
                    <a:pt x="3818" y="8978"/>
                  </a:lnTo>
                  <a:lnTo>
                    <a:pt x="3818" y="3744"/>
                  </a:lnTo>
                  <a:lnTo>
                    <a:pt x="5433" y="3744"/>
                  </a:lnTo>
                  <a:lnTo>
                    <a:pt x="5433" y="5092"/>
                  </a:lnTo>
                  <a:cubicBezTo>
                    <a:pt x="5433" y="5224"/>
                    <a:pt x="5533" y="5290"/>
                    <a:pt x="5633" y="5290"/>
                  </a:cubicBezTo>
                  <a:cubicBezTo>
                    <a:pt x="5732" y="5290"/>
                    <a:pt x="5832" y="5224"/>
                    <a:pt x="5832" y="5092"/>
                  </a:cubicBezTo>
                  <a:lnTo>
                    <a:pt x="5832" y="4114"/>
                  </a:lnTo>
                  <a:lnTo>
                    <a:pt x="6545" y="4114"/>
                  </a:lnTo>
                  <a:cubicBezTo>
                    <a:pt x="7128" y="4081"/>
                    <a:pt x="7675" y="3820"/>
                    <a:pt x="8066" y="3389"/>
                  </a:cubicBezTo>
                  <a:cubicBezTo>
                    <a:pt x="8939" y="2419"/>
                    <a:pt x="10047" y="1122"/>
                    <a:pt x="10428" y="405"/>
                  </a:cubicBezTo>
                  <a:cubicBezTo>
                    <a:pt x="10459" y="402"/>
                    <a:pt x="10491" y="401"/>
                    <a:pt x="10523" y="401"/>
                  </a:cubicBezTo>
                  <a:cubicBezTo>
                    <a:pt x="10615" y="401"/>
                    <a:pt x="10708" y="412"/>
                    <a:pt x="10797" y="434"/>
                  </a:cubicBezTo>
                  <a:cubicBezTo>
                    <a:pt x="11119" y="626"/>
                    <a:pt x="11279" y="1010"/>
                    <a:pt x="11185" y="1376"/>
                  </a:cubicBezTo>
                  <a:lnTo>
                    <a:pt x="10373" y="3284"/>
                  </a:lnTo>
                  <a:cubicBezTo>
                    <a:pt x="10319" y="3418"/>
                    <a:pt x="10417" y="3563"/>
                    <a:pt x="10558" y="3563"/>
                  </a:cubicBezTo>
                  <a:lnTo>
                    <a:pt x="12756" y="3563"/>
                  </a:lnTo>
                  <a:cubicBezTo>
                    <a:pt x="13035" y="3563"/>
                    <a:pt x="13267" y="3791"/>
                    <a:pt x="13267" y="4074"/>
                  </a:cubicBezTo>
                  <a:lnTo>
                    <a:pt x="13267" y="4150"/>
                  </a:lnTo>
                  <a:cubicBezTo>
                    <a:pt x="13267" y="4432"/>
                    <a:pt x="13035" y="4661"/>
                    <a:pt x="12756" y="4661"/>
                  </a:cubicBezTo>
                  <a:lnTo>
                    <a:pt x="11612" y="4661"/>
                  </a:lnTo>
                  <a:cubicBezTo>
                    <a:pt x="11348" y="4661"/>
                    <a:pt x="11348" y="5063"/>
                    <a:pt x="11612" y="5063"/>
                  </a:cubicBezTo>
                  <a:lnTo>
                    <a:pt x="12499" y="5063"/>
                  </a:lnTo>
                  <a:cubicBezTo>
                    <a:pt x="12771" y="5063"/>
                    <a:pt x="12992" y="5284"/>
                    <a:pt x="12995" y="5559"/>
                  </a:cubicBezTo>
                  <a:lnTo>
                    <a:pt x="12995" y="5664"/>
                  </a:lnTo>
                  <a:cubicBezTo>
                    <a:pt x="12992" y="5935"/>
                    <a:pt x="12771" y="6156"/>
                    <a:pt x="12499" y="6160"/>
                  </a:cubicBezTo>
                  <a:lnTo>
                    <a:pt x="11612" y="6160"/>
                  </a:lnTo>
                  <a:cubicBezTo>
                    <a:pt x="11348" y="6160"/>
                    <a:pt x="11348" y="6558"/>
                    <a:pt x="11612" y="6558"/>
                  </a:cubicBezTo>
                  <a:lnTo>
                    <a:pt x="12296" y="6558"/>
                  </a:lnTo>
                  <a:cubicBezTo>
                    <a:pt x="12561" y="6558"/>
                    <a:pt x="12778" y="6776"/>
                    <a:pt x="12778" y="7044"/>
                  </a:cubicBezTo>
                  <a:lnTo>
                    <a:pt x="12778" y="7174"/>
                  </a:lnTo>
                  <a:cubicBezTo>
                    <a:pt x="12778" y="7442"/>
                    <a:pt x="12561" y="7659"/>
                    <a:pt x="12296" y="7659"/>
                  </a:cubicBezTo>
                  <a:lnTo>
                    <a:pt x="11612" y="7659"/>
                  </a:lnTo>
                  <a:cubicBezTo>
                    <a:pt x="11348" y="7659"/>
                    <a:pt x="11348" y="8058"/>
                    <a:pt x="11612" y="8058"/>
                  </a:cubicBezTo>
                  <a:lnTo>
                    <a:pt x="11884" y="8058"/>
                  </a:lnTo>
                  <a:cubicBezTo>
                    <a:pt x="12137" y="8058"/>
                    <a:pt x="12340" y="8264"/>
                    <a:pt x="12340" y="8514"/>
                  </a:cubicBezTo>
                  <a:lnTo>
                    <a:pt x="12340" y="8699"/>
                  </a:lnTo>
                  <a:cubicBezTo>
                    <a:pt x="12340" y="8952"/>
                    <a:pt x="12137" y="9155"/>
                    <a:pt x="11884" y="9155"/>
                  </a:cubicBezTo>
                  <a:lnTo>
                    <a:pt x="9960" y="9155"/>
                  </a:lnTo>
                  <a:cubicBezTo>
                    <a:pt x="9692" y="9155"/>
                    <a:pt x="9692" y="9557"/>
                    <a:pt x="9960" y="9557"/>
                  </a:cubicBezTo>
                  <a:lnTo>
                    <a:pt x="11884" y="9557"/>
                  </a:lnTo>
                  <a:cubicBezTo>
                    <a:pt x="12354" y="9557"/>
                    <a:pt x="12738" y="9173"/>
                    <a:pt x="12738" y="8699"/>
                  </a:cubicBezTo>
                  <a:lnTo>
                    <a:pt x="12738" y="8514"/>
                  </a:lnTo>
                  <a:cubicBezTo>
                    <a:pt x="12738" y="8333"/>
                    <a:pt x="12684" y="8159"/>
                    <a:pt x="12575" y="8011"/>
                  </a:cubicBezTo>
                  <a:cubicBezTo>
                    <a:pt x="12934" y="7891"/>
                    <a:pt x="13177" y="7554"/>
                    <a:pt x="13177" y="7174"/>
                  </a:cubicBezTo>
                  <a:lnTo>
                    <a:pt x="13177" y="7044"/>
                  </a:lnTo>
                  <a:cubicBezTo>
                    <a:pt x="13180" y="6819"/>
                    <a:pt x="13093" y="6605"/>
                    <a:pt x="12941" y="6442"/>
                  </a:cubicBezTo>
                  <a:cubicBezTo>
                    <a:pt x="13220" y="6283"/>
                    <a:pt x="13394" y="5986"/>
                    <a:pt x="13394" y="5664"/>
                  </a:cubicBezTo>
                  <a:lnTo>
                    <a:pt x="13394" y="5559"/>
                  </a:lnTo>
                  <a:cubicBezTo>
                    <a:pt x="13394" y="5338"/>
                    <a:pt x="13314" y="5128"/>
                    <a:pt x="13169" y="4965"/>
                  </a:cubicBezTo>
                  <a:cubicBezTo>
                    <a:pt x="13474" y="4809"/>
                    <a:pt x="13665" y="4494"/>
                    <a:pt x="13665" y="4150"/>
                  </a:cubicBezTo>
                  <a:lnTo>
                    <a:pt x="13665" y="4074"/>
                  </a:lnTo>
                  <a:cubicBezTo>
                    <a:pt x="13665" y="3574"/>
                    <a:pt x="13260" y="3165"/>
                    <a:pt x="12756" y="3165"/>
                  </a:cubicBezTo>
                  <a:lnTo>
                    <a:pt x="10862" y="3165"/>
                  </a:lnTo>
                  <a:lnTo>
                    <a:pt x="11558" y="1521"/>
                  </a:lnTo>
                  <a:cubicBezTo>
                    <a:pt x="11561" y="1510"/>
                    <a:pt x="11565" y="1502"/>
                    <a:pt x="11569" y="1495"/>
                  </a:cubicBezTo>
                  <a:cubicBezTo>
                    <a:pt x="11721" y="937"/>
                    <a:pt x="11471" y="351"/>
                    <a:pt x="10967" y="72"/>
                  </a:cubicBezTo>
                  <a:cubicBezTo>
                    <a:pt x="10949" y="61"/>
                    <a:pt x="10935" y="54"/>
                    <a:pt x="10917" y="50"/>
                  </a:cubicBezTo>
                  <a:cubicBezTo>
                    <a:pt x="10809" y="25"/>
                    <a:pt x="10667" y="0"/>
                    <a:pt x="10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1" name="Google Shape;17251;p88"/>
          <p:cNvGrpSpPr/>
          <p:nvPr/>
        </p:nvGrpSpPr>
        <p:grpSpPr>
          <a:xfrm>
            <a:off x="3121823" y="3812992"/>
            <a:ext cx="354933" cy="358524"/>
            <a:chOff x="3121823" y="3812992"/>
            <a:chExt cx="354933" cy="358524"/>
          </a:xfrm>
        </p:grpSpPr>
        <p:sp>
          <p:nvSpPr>
            <p:cNvPr id="17252" name="Google Shape;17252;p88"/>
            <p:cNvSpPr/>
            <p:nvPr/>
          </p:nvSpPr>
          <p:spPr>
            <a:xfrm>
              <a:off x="3127433" y="3915633"/>
              <a:ext cx="154238" cy="174949"/>
            </a:xfrm>
            <a:custGeom>
              <a:rect b="b" l="l" r="r" t="t"/>
              <a:pathLst>
                <a:path extrusionOk="0" h="6673" w="5883">
                  <a:moveTo>
                    <a:pt x="2350" y="0"/>
                  </a:moveTo>
                  <a:cubicBezTo>
                    <a:pt x="1796" y="0"/>
                    <a:pt x="1243" y="214"/>
                    <a:pt x="823" y="640"/>
                  </a:cubicBezTo>
                  <a:cubicBezTo>
                    <a:pt x="1" y="1480"/>
                    <a:pt x="26" y="2831"/>
                    <a:pt x="859" y="3664"/>
                  </a:cubicBezTo>
                  <a:lnTo>
                    <a:pt x="1605" y="4410"/>
                  </a:lnTo>
                  <a:cubicBezTo>
                    <a:pt x="2022" y="4830"/>
                    <a:pt x="2148" y="5453"/>
                    <a:pt x="1931" y="6000"/>
                  </a:cubicBezTo>
                  <a:cubicBezTo>
                    <a:pt x="1859" y="6177"/>
                    <a:pt x="1895" y="6377"/>
                    <a:pt x="2029" y="6514"/>
                  </a:cubicBezTo>
                  <a:lnTo>
                    <a:pt x="2050" y="6536"/>
                  </a:lnTo>
                  <a:cubicBezTo>
                    <a:pt x="2144" y="6629"/>
                    <a:pt x="2263" y="6673"/>
                    <a:pt x="2380" y="6673"/>
                  </a:cubicBezTo>
                  <a:cubicBezTo>
                    <a:pt x="2561" y="6673"/>
                    <a:pt x="2738" y="6570"/>
                    <a:pt x="2815" y="6384"/>
                  </a:cubicBezTo>
                  <a:cubicBezTo>
                    <a:pt x="3191" y="5475"/>
                    <a:pt x="2985" y="4424"/>
                    <a:pt x="2290" y="3729"/>
                  </a:cubicBezTo>
                  <a:lnTo>
                    <a:pt x="1518" y="2958"/>
                  </a:lnTo>
                  <a:cubicBezTo>
                    <a:pt x="1069" y="2509"/>
                    <a:pt x="1062" y="1777"/>
                    <a:pt x="1504" y="1321"/>
                  </a:cubicBezTo>
                  <a:cubicBezTo>
                    <a:pt x="1730" y="1085"/>
                    <a:pt x="2033" y="969"/>
                    <a:pt x="2338" y="969"/>
                  </a:cubicBezTo>
                  <a:cubicBezTo>
                    <a:pt x="2645" y="969"/>
                    <a:pt x="2955" y="1087"/>
                    <a:pt x="3188" y="1321"/>
                  </a:cubicBezTo>
                  <a:lnTo>
                    <a:pt x="5017" y="3146"/>
                  </a:lnTo>
                  <a:cubicBezTo>
                    <a:pt x="5110" y="3241"/>
                    <a:pt x="5233" y="3288"/>
                    <a:pt x="5356" y="3288"/>
                  </a:cubicBezTo>
                  <a:cubicBezTo>
                    <a:pt x="5476" y="3288"/>
                    <a:pt x="5597" y="3243"/>
                    <a:pt x="5690" y="3153"/>
                  </a:cubicBezTo>
                  <a:cubicBezTo>
                    <a:pt x="5882" y="2961"/>
                    <a:pt x="5882" y="2646"/>
                    <a:pt x="5690" y="2454"/>
                  </a:cubicBezTo>
                  <a:lnTo>
                    <a:pt x="3854" y="622"/>
                  </a:lnTo>
                  <a:cubicBezTo>
                    <a:pt x="3438" y="207"/>
                    <a:pt x="2894" y="0"/>
                    <a:pt x="2350"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88"/>
            <p:cNvSpPr/>
            <p:nvPr/>
          </p:nvSpPr>
          <p:spPr>
            <a:xfrm>
              <a:off x="3241191" y="3962484"/>
              <a:ext cx="40768" cy="39457"/>
            </a:xfrm>
            <a:custGeom>
              <a:rect b="b" l="l" r="r" t="t"/>
              <a:pathLst>
                <a:path extrusionOk="0" h="1505" w="1555">
                  <a:moveTo>
                    <a:pt x="681" y="1"/>
                  </a:moveTo>
                  <a:lnTo>
                    <a:pt x="0" y="682"/>
                  </a:lnTo>
                  <a:lnTo>
                    <a:pt x="678" y="1359"/>
                  </a:lnTo>
                  <a:cubicBezTo>
                    <a:pt x="773" y="1456"/>
                    <a:pt x="898" y="1505"/>
                    <a:pt x="1023" y="1505"/>
                  </a:cubicBezTo>
                  <a:cubicBezTo>
                    <a:pt x="1146" y="1505"/>
                    <a:pt x="1269" y="1458"/>
                    <a:pt x="1362" y="1363"/>
                  </a:cubicBezTo>
                  <a:cubicBezTo>
                    <a:pt x="1554" y="1174"/>
                    <a:pt x="1551" y="866"/>
                    <a:pt x="1359" y="678"/>
                  </a:cubicBezTo>
                  <a:lnTo>
                    <a:pt x="68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88"/>
            <p:cNvSpPr/>
            <p:nvPr/>
          </p:nvSpPr>
          <p:spPr>
            <a:xfrm>
              <a:off x="3249083" y="3970480"/>
              <a:ext cx="44544" cy="44439"/>
            </a:xfrm>
            <a:custGeom>
              <a:rect b="b" l="l" r="r" t="t"/>
              <a:pathLst>
                <a:path extrusionOk="0" h="1695" w="1699">
                  <a:moveTo>
                    <a:pt x="967" y="0"/>
                  </a:moveTo>
                  <a:lnTo>
                    <a:pt x="0" y="963"/>
                  </a:lnTo>
                  <a:lnTo>
                    <a:pt x="732" y="1695"/>
                  </a:lnTo>
                  <a:lnTo>
                    <a:pt x="1699" y="732"/>
                  </a:lnTo>
                  <a:lnTo>
                    <a:pt x="967"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88"/>
            <p:cNvSpPr/>
            <p:nvPr/>
          </p:nvSpPr>
          <p:spPr>
            <a:xfrm>
              <a:off x="3340424" y="3818314"/>
              <a:ext cx="134574" cy="140211"/>
            </a:xfrm>
            <a:custGeom>
              <a:rect b="b" l="l" r="r" t="t"/>
              <a:pathLst>
                <a:path extrusionOk="0" h="5348" w="5133">
                  <a:moveTo>
                    <a:pt x="2578" y="0"/>
                  </a:moveTo>
                  <a:cubicBezTo>
                    <a:pt x="2546" y="0"/>
                    <a:pt x="2513" y="1"/>
                    <a:pt x="2481" y="2"/>
                  </a:cubicBezTo>
                  <a:cubicBezTo>
                    <a:pt x="1572" y="38"/>
                    <a:pt x="761" y="582"/>
                    <a:pt x="380" y="1411"/>
                  </a:cubicBezTo>
                  <a:cubicBezTo>
                    <a:pt x="0" y="2237"/>
                    <a:pt x="116" y="3207"/>
                    <a:pt x="681" y="3921"/>
                  </a:cubicBezTo>
                  <a:lnTo>
                    <a:pt x="616" y="5348"/>
                  </a:lnTo>
                  <a:lnTo>
                    <a:pt x="1912" y="4743"/>
                  </a:lnTo>
                  <a:cubicBezTo>
                    <a:pt x="2133" y="4806"/>
                    <a:pt x="2356" y="4836"/>
                    <a:pt x="2577" y="4836"/>
                  </a:cubicBezTo>
                  <a:cubicBezTo>
                    <a:pt x="3371" y="4836"/>
                    <a:pt x="4133" y="4444"/>
                    <a:pt x="4589" y="3761"/>
                  </a:cubicBezTo>
                  <a:cubicBezTo>
                    <a:pt x="5096" y="3004"/>
                    <a:pt x="5132" y="2030"/>
                    <a:pt x="4687" y="1237"/>
                  </a:cubicBezTo>
                  <a:cubicBezTo>
                    <a:pt x="4257" y="469"/>
                    <a:pt x="3450" y="0"/>
                    <a:pt x="257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88"/>
            <p:cNvSpPr/>
            <p:nvPr/>
          </p:nvSpPr>
          <p:spPr>
            <a:xfrm>
              <a:off x="3242319" y="3967439"/>
              <a:ext cx="207407" cy="198755"/>
            </a:xfrm>
            <a:custGeom>
              <a:rect b="b" l="l" r="r" t="t"/>
              <a:pathLst>
                <a:path extrusionOk="0" h="7581" w="7911">
                  <a:moveTo>
                    <a:pt x="3003" y="0"/>
                  </a:moveTo>
                  <a:cubicBezTo>
                    <a:pt x="2637" y="0"/>
                    <a:pt x="2272" y="141"/>
                    <a:pt x="1996" y="417"/>
                  </a:cubicBezTo>
                  <a:lnTo>
                    <a:pt x="559" y="1854"/>
                  </a:lnTo>
                  <a:cubicBezTo>
                    <a:pt x="52" y="2361"/>
                    <a:pt x="1" y="3169"/>
                    <a:pt x="446" y="3734"/>
                  </a:cubicBezTo>
                  <a:lnTo>
                    <a:pt x="461" y="3752"/>
                  </a:lnTo>
                  <a:lnTo>
                    <a:pt x="3021" y="7034"/>
                  </a:lnTo>
                  <a:cubicBezTo>
                    <a:pt x="3304" y="7396"/>
                    <a:pt x="3723" y="7581"/>
                    <a:pt x="4144" y="7581"/>
                  </a:cubicBezTo>
                  <a:cubicBezTo>
                    <a:pt x="4507" y="7581"/>
                    <a:pt x="4871" y="7444"/>
                    <a:pt x="5151" y="7164"/>
                  </a:cubicBezTo>
                  <a:lnTo>
                    <a:pt x="7306" y="5005"/>
                  </a:lnTo>
                  <a:cubicBezTo>
                    <a:pt x="7911" y="4401"/>
                    <a:pt x="7849" y="3405"/>
                    <a:pt x="7176" y="2879"/>
                  </a:cubicBezTo>
                  <a:lnTo>
                    <a:pt x="3894" y="315"/>
                  </a:lnTo>
                  <a:lnTo>
                    <a:pt x="3876" y="301"/>
                  </a:lnTo>
                  <a:cubicBezTo>
                    <a:pt x="3618" y="99"/>
                    <a:pt x="3310" y="0"/>
                    <a:pt x="300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88"/>
            <p:cNvSpPr/>
            <p:nvPr/>
          </p:nvSpPr>
          <p:spPr>
            <a:xfrm>
              <a:off x="3317537" y="4038829"/>
              <a:ext cx="132294" cy="127365"/>
            </a:xfrm>
            <a:custGeom>
              <a:rect b="b" l="l" r="r" t="t"/>
              <a:pathLst>
                <a:path extrusionOk="0" h="4858" w="5046">
                  <a:moveTo>
                    <a:pt x="4111" y="1"/>
                  </a:moveTo>
                  <a:cubicBezTo>
                    <a:pt x="4451" y="562"/>
                    <a:pt x="4361" y="1279"/>
                    <a:pt x="3901" y="1743"/>
                  </a:cubicBezTo>
                  <a:lnTo>
                    <a:pt x="1742" y="3901"/>
                  </a:lnTo>
                  <a:cubicBezTo>
                    <a:pt x="1468" y="4176"/>
                    <a:pt x="1105" y="4318"/>
                    <a:pt x="738" y="4318"/>
                  </a:cubicBezTo>
                  <a:cubicBezTo>
                    <a:pt x="485" y="4318"/>
                    <a:pt x="229" y="4250"/>
                    <a:pt x="0" y="4111"/>
                  </a:cubicBezTo>
                  <a:lnTo>
                    <a:pt x="0" y="4111"/>
                  </a:lnTo>
                  <a:lnTo>
                    <a:pt x="156" y="4311"/>
                  </a:lnTo>
                  <a:cubicBezTo>
                    <a:pt x="438" y="4672"/>
                    <a:pt x="855" y="4857"/>
                    <a:pt x="1275" y="4857"/>
                  </a:cubicBezTo>
                  <a:cubicBezTo>
                    <a:pt x="1638" y="4857"/>
                    <a:pt x="2002" y="4719"/>
                    <a:pt x="2282" y="4437"/>
                  </a:cubicBezTo>
                  <a:lnTo>
                    <a:pt x="4441" y="2282"/>
                  </a:lnTo>
                  <a:cubicBezTo>
                    <a:pt x="5045" y="1678"/>
                    <a:pt x="4984" y="678"/>
                    <a:pt x="4310" y="153"/>
                  </a:cubicBezTo>
                  <a:lnTo>
                    <a:pt x="4111"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88"/>
            <p:cNvSpPr/>
            <p:nvPr/>
          </p:nvSpPr>
          <p:spPr>
            <a:xfrm>
              <a:off x="3242423" y="3967387"/>
              <a:ext cx="158983" cy="151223"/>
            </a:xfrm>
            <a:custGeom>
              <a:rect b="b" l="l" r="r" t="t"/>
              <a:pathLst>
                <a:path extrusionOk="0" h="5768" w="6064">
                  <a:moveTo>
                    <a:pt x="2999" y="1"/>
                  </a:moveTo>
                  <a:cubicBezTo>
                    <a:pt x="2633" y="1"/>
                    <a:pt x="2270" y="141"/>
                    <a:pt x="1992" y="419"/>
                  </a:cubicBezTo>
                  <a:lnTo>
                    <a:pt x="558" y="1853"/>
                  </a:lnTo>
                  <a:cubicBezTo>
                    <a:pt x="51" y="2360"/>
                    <a:pt x="1" y="3168"/>
                    <a:pt x="442" y="3736"/>
                  </a:cubicBezTo>
                  <a:lnTo>
                    <a:pt x="457" y="3754"/>
                  </a:lnTo>
                  <a:lnTo>
                    <a:pt x="2333" y="5308"/>
                  </a:lnTo>
                  <a:cubicBezTo>
                    <a:pt x="2702" y="5613"/>
                    <a:pt x="3134" y="5768"/>
                    <a:pt x="3534" y="5768"/>
                  </a:cubicBezTo>
                  <a:cubicBezTo>
                    <a:pt x="3885" y="5768"/>
                    <a:pt x="4212" y="5649"/>
                    <a:pt x="4452" y="5409"/>
                  </a:cubicBezTo>
                  <a:lnTo>
                    <a:pt x="5549" y="4312"/>
                  </a:lnTo>
                  <a:cubicBezTo>
                    <a:pt x="6063" y="3798"/>
                    <a:pt x="6020" y="2885"/>
                    <a:pt x="5448" y="2193"/>
                  </a:cubicBezTo>
                  <a:lnTo>
                    <a:pt x="3894" y="317"/>
                  </a:lnTo>
                  <a:lnTo>
                    <a:pt x="3876" y="303"/>
                  </a:lnTo>
                  <a:cubicBezTo>
                    <a:pt x="3616" y="101"/>
                    <a:pt x="3307" y="1"/>
                    <a:pt x="2999"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88"/>
            <p:cNvSpPr/>
            <p:nvPr/>
          </p:nvSpPr>
          <p:spPr>
            <a:xfrm>
              <a:off x="3244888" y="3967439"/>
              <a:ext cx="146530" cy="142046"/>
            </a:xfrm>
            <a:custGeom>
              <a:rect b="b" l="l" r="r" t="t"/>
              <a:pathLst>
                <a:path extrusionOk="0" h="5418" w="5589">
                  <a:moveTo>
                    <a:pt x="2912" y="0"/>
                  </a:moveTo>
                  <a:cubicBezTo>
                    <a:pt x="2534" y="0"/>
                    <a:pt x="2168" y="148"/>
                    <a:pt x="1898" y="420"/>
                  </a:cubicBezTo>
                  <a:lnTo>
                    <a:pt x="461" y="1854"/>
                  </a:lnTo>
                  <a:cubicBezTo>
                    <a:pt x="149" y="2166"/>
                    <a:pt x="1" y="2608"/>
                    <a:pt x="59" y="3046"/>
                  </a:cubicBezTo>
                  <a:lnTo>
                    <a:pt x="2463" y="5038"/>
                  </a:lnTo>
                  <a:cubicBezTo>
                    <a:pt x="2766" y="5289"/>
                    <a:pt x="3117" y="5417"/>
                    <a:pt x="3435" y="5417"/>
                  </a:cubicBezTo>
                  <a:cubicBezTo>
                    <a:pt x="3695" y="5417"/>
                    <a:pt x="3933" y="5332"/>
                    <a:pt x="4108" y="5157"/>
                  </a:cubicBezTo>
                  <a:lnTo>
                    <a:pt x="5201" y="4064"/>
                  </a:lnTo>
                  <a:cubicBezTo>
                    <a:pt x="5589" y="3676"/>
                    <a:pt x="5538" y="2970"/>
                    <a:pt x="5082" y="2419"/>
                  </a:cubicBezTo>
                  <a:lnTo>
                    <a:pt x="3090" y="11"/>
                  </a:lnTo>
                  <a:cubicBezTo>
                    <a:pt x="3031" y="4"/>
                    <a:pt x="2971" y="0"/>
                    <a:pt x="291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88"/>
            <p:cNvSpPr/>
            <p:nvPr/>
          </p:nvSpPr>
          <p:spPr>
            <a:xfrm>
              <a:off x="3244888" y="3967413"/>
              <a:ext cx="146530" cy="142073"/>
            </a:xfrm>
            <a:custGeom>
              <a:rect b="b" l="l" r="r" t="t"/>
              <a:pathLst>
                <a:path extrusionOk="0" h="5419" w="5589">
                  <a:moveTo>
                    <a:pt x="2912" y="1"/>
                  </a:moveTo>
                  <a:cubicBezTo>
                    <a:pt x="2535" y="1"/>
                    <a:pt x="2171" y="148"/>
                    <a:pt x="1902" y="418"/>
                  </a:cubicBezTo>
                  <a:lnTo>
                    <a:pt x="1725" y="591"/>
                  </a:lnTo>
                  <a:lnTo>
                    <a:pt x="1754" y="566"/>
                  </a:lnTo>
                  <a:cubicBezTo>
                    <a:pt x="1912" y="423"/>
                    <a:pt x="2109" y="353"/>
                    <a:pt x="2306" y="353"/>
                  </a:cubicBezTo>
                  <a:cubicBezTo>
                    <a:pt x="2543" y="353"/>
                    <a:pt x="2779" y="454"/>
                    <a:pt x="2945" y="649"/>
                  </a:cubicBezTo>
                  <a:lnTo>
                    <a:pt x="4484" y="2457"/>
                  </a:lnTo>
                  <a:cubicBezTo>
                    <a:pt x="4897" y="2942"/>
                    <a:pt x="4988" y="3529"/>
                    <a:pt x="4694" y="3822"/>
                  </a:cubicBezTo>
                  <a:lnTo>
                    <a:pt x="3865" y="4651"/>
                  </a:lnTo>
                  <a:cubicBezTo>
                    <a:pt x="3750" y="4765"/>
                    <a:pt x="3589" y="4820"/>
                    <a:pt x="3408" y="4820"/>
                  </a:cubicBezTo>
                  <a:cubicBezTo>
                    <a:pt x="3127" y="4820"/>
                    <a:pt x="2794" y="4688"/>
                    <a:pt x="2500" y="4438"/>
                  </a:cubicBezTo>
                  <a:lnTo>
                    <a:pt x="696" y="2899"/>
                  </a:lnTo>
                  <a:cubicBezTo>
                    <a:pt x="334" y="2598"/>
                    <a:pt x="298" y="2058"/>
                    <a:pt x="613" y="1707"/>
                  </a:cubicBezTo>
                  <a:lnTo>
                    <a:pt x="638" y="1682"/>
                  </a:lnTo>
                  <a:lnTo>
                    <a:pt x="461" y="1855"/>
                  </a:lnTo>
                  <a:cubicBezTo>
                    <a:pt x="149" y="2167"/>
                    <a:pt x="1" y="2609"/>
                    <a:pt x="59" y="3047"/>
                  </a:cubicBezTo>
                  <a:lnTo>
                    <a:pt x="2463" y="5039"/>
                  </a:lnTo>
                  <a:cubicBezTo>
                    <a:pt x="2766" y="5290"/>
                    <a:pt x="3117" y="5418"/>
                    <a:pt x="3435" y="5418"/>
                  </a:cubicBezTo>
                  <a:cubicBezTo>
                    <a:pt x="3695" y="5418"/>
                    <a:pt x="3933" y="5333"/>
                    <a:pt x="4108" y="5158"/>
                  </a:cubicBezTo>
                  <a:lnTo>
                    <a:pt x="5201" y="4065"/>
                  </a:lnTo>
                  <a:cubicBezTo>
                    <a:pt x="5589" y="3677"/>
                    <a:pt x="5538" y="2971"/>
                    <a:pt x="5082" y="2420"/>
                  </a:cubicBezTo>
                  <a:lnTo>
                    <a:pt x="3090" y="12"/>
                  </a:lnTo>
                  <a:cubicBezTo>
                    <a:pt x="3031" y="5"/>
                    <a:pt x="2971" y="1"/>
                    <a:pt x="291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88"/>
            <p:cNvSpPr/>
            <p:nvPr/>
          </p:nvSpPr>
          <p:spPr>
            <a:xfrm>
              <a:off x="3290480" y="4013110"/>
              <a:ext cx="35918" cy="33244"/>
            </a:xfrm>
            <a:custGeom>
              <a:rect b="b" l="l" r="r" t="t"/>
              <a:pathLst>
                <a:path extrusionOk="0" h="1268" w="1370">
                  <a:moveTo>
                    <a:pt x="569" y="0"/>
                  </a:moveTo>
                  <a:cubicBezTo>
                    <a:pt x="437" y="0"/>
                    <a:pt x="304" y="51"/>
                    <a:pt x="203" y="152"/>
                  </a:cubicBezTo>
                  <a:cubicBezTo>
                    <a:pt x="0" y="355"/>
                    <a:pt x="0" y="681"/>
                    <a:pt x="203" y="884"/>
                  </a:cubicBezTo>
                  <a:lnTo>
                    <a:pt x="435" y="1116"/>
                  </a:lnTo>
                  <a:cubicBezTo>
                    <a:pt x="536" y="1217"/>
                    <a:pt x="668" y="1268"/>
                    <a:pt x="800" y="1268"/>
                  </a:cubicBezTo>
                  <a:cubicBezTo>
                    <a:pt x="933" y="1268"/>
                    <a:pt x="1065" y="1217"/>
                    <a:pt x="1166" y="1116"/>
                  </a:cubicBezTo>
                  <a:cubicBezTo>
                    <a:pt x="1369" y="913"/>
                    <a:pt x="1369" y="587"/>
                    <a:pt x="1166" y="384"/>
                  </a:cubicBezTo>
                  <a:lnTo>
                    <a:pt x="935" y="152"/>
                  </a:lnTo>
                  <a:cubicBezTo>
                    <a:pt x="833" y="51"/>
                    <a:pt x="701" y="0"/>
                    <a:pt x="56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88"/>
            <p:cNvSpPr/>
            <p:nvPr/>
          </p:nvSpPr>
          <p:spPr>
            <a:xfrm>
              <a:off x="3395874" y="3853681"/>
              <a:ext cx="42263" cy="42263"/>
            </a:xfrm>
            <a:custGeom>
              <a:rect b="b" l="l" r="r" t="t"/>
              <a:pathLst>
                <a:path extrusionOk="0" h="1612" w="1612">
                  <a:moveTo>
                    <a:pt x="808" y="0"/>
                  </a:moveTo>
                  <a:cubicBezTo>
                    <a:pt x="362" y="0"/>
                    <a:pt x="0" y="363"/>
                    <a:pt x="0" y="808"/>
                  </a:cubicBezTo>
                  <a:cubicBezTo>
                    <a:pt x="0" y="1253"/>
                    <a:pt x="362" y="1612"/>
                    <a:pt x="808" y="1612"/>
                  </a:cubicBezTo>
                  <a:cubicBezTo>
                    <a:pt x="1253" y="1612"/>
                    <a:pt x="1612" y="1253"/>
                    <a:pt x="1612" y="808"/>
                  </a:cubicBezTo>
                  <a:cubicBezTo>
                    <a:pt x="1612" y="363"/>
                    <a:pt x="1253" y="0"/>
                    <a:pt x="80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88"/>
            <p:cNvSpPr/>
            <p:nvPr/>
          </p:nvSpPr>
          <p:spPr>
            <a:xfrm>
              <a:off x="3325690" y="3812992"/>
              <a:ext cx="151065" cy="150803"/>
            </a:xfrm>
            <a:custGeom>
              <a:rect b="b" l="l" r="r" t="t"/>
              <a:pathLst>
                <a:path extrusionOk="0" h="5752" w="5762">
                  <a:moveTo>
                    <a:pt x="3139" y="0"/>
                  </a:moveTo>
                  <a:cubicBezTo>
                    <a:pt x="2831" y="0"/>
                    <a:pt x="2516" y="55"/>
                    <a:pt x="2206" y="172"/>
                  </a:cubicBezTo>
                  <a:cubicBezTo>
                    <a:pt x="584" y="792"/>
                    <a:pt x="1" y="2795"/>
                    <a:pt x="1040" y="4189"/>
                  </a:cubicBezTo>
                  <a:lnTo>
                    <a:pt x="979" y="5543"/>
                  </a:lnTo>
                  <a:cubicBezTo>
                    <a:pt x="973" y="5661"/>
                    <a:pt x="1069" y="5752"/>
                    <a:pt x="1178" y="5752"/>
                  </a:cubicBezTo>
                  <a:cubicBezTo>
                    <a:pt x="1207" y="5752"/>
                    <a:pt x="1236" y="5745"/>
                    <a:pt x="1265" y="5732"/>
                  </a:cubicBezTo>
                  <a:lnTo>
                    <a:pt x="2492" y="5160"/>
                  </a:lnTo>
                  <a:cubicBezTo>
                    <a:pt x="2709" y="5215"/>
                    <a:pt x="2926" y="5241"/>
                    <a:pt x="3140" y="5241"/>
                  </a:cubicBezTo>
                  <a:cubicBezTo>
                    <a:pt x="4317" y="5241"/>
                    <a:pt x="5389" y="4443"/>
                    <a:pt x="5683" y="3247"/>
                  </a:cubicBezTo>
                  <a:cubicBezTo>
                    <a:pt x="5722" y="3094"/>
                    <a:pt x="5602" y="2998"/>
                    <a:pt x="5485" y="2998"/>
                  </a:cubicBezTo>
                  <a:cubicBezTo>
                    <a:pt x="5403" y="2998"/>
                    <a:pt x="5321" y="3046"/>
                    <a:pt x="5296" y="3153"/>
                  </a:cubicBezTo>
                  <a:cubicBezTo>
                    <a:pt x="5043" y="4165"/>
                    <a:pt x="4133" y="4839"/>
                    <a:pt x="3138" y="4839"/>
                  </a:cubicBezTo>
                  <a:cubicBezTo>
                    <a:pt x="2937" y="4839"/>
                    <a:pt x="2732" y="4812"/>
                    <a:pt x="2529" y="4754"/>
                  </a:cubicBezTo>
                  <a:cubicBezTo>
                    <a:pt x="2511" y="4748"/>
                    <a:pt x="2493" y="4745"/>
                    <a:pt x="2474" y="4745"/>
                  </a:cubicBezTo>
                  <a:cubicBezTo>
                    <a:pt x="2446" y="4745"/>
                    <a:pt x="2417" y="4752"/>
                    <a:pt x="2391" y="4765"/>
                  </a:cubicBezTo>
                  <a:lnTo>
                    <a:pt x="1395" y="5232"/>
                  </a:lnTo>
                  <a:lnTo>
                    <a:pt x="1395" y="5232"/>
                  </a:lnTo>
                  <a:lnTo>
                    <a:pt x="1442" y="4131"/>
                  </a:lnTo>
                  <a:cubicBezTo>
                    <a:pt x="1446" y="4084"/>
                    <a:pt x="1431" y="4037"/>
                    <a:pt x="1399" y="4001"/>
                  </a:cubicBezTo>
                  <a:cubicBezTo>
                    <a:pt x="475" y="2834"/>
                    <a:pt x="935" y="1110"/>
                    <a:pt x="2319" y="560"/>
                  </a:cubicBezTo>
                  <a:cubicBezTo>
                    <a:pt x="2591" y="451"/>
                    <a:pt x="2868" y="401"/>
                    <a:pt x="3140" y="401"/>
                  </a:cubicBezTo>
                  <a:cubicBezTo>
                    <a:pt x="4243" y="401"/>
                    <a:pt x="5242" y="1240"/>
                    <a:pt x="5346" y="2429"/>
                  </a:cubicBezTo>
                  <a:lnTo>
                    <a:pt x="5350" y="2429"/>
                  </a:lnTo>
                  <a:cubicBezTo>
                    <a:pt x="5360" y="2552"/>
                    <a:pt x="5453" y="2610"/>
                    <a:pt x="5546" y="2610"/>
                  </a:cubicBezTo>
                  <a:cubicBezTo>
                    <a:pt x="5654" y="2610"/>
                    <a:pt x="5762" y="2534"/>
                    <a:pt x="5748" y="2393"/>
                  </a:cubicBezTo>
                  <a:cubicBezTo>
                    <a:pt x="5625" y="991"/>
                    <a:pt x="4446" y="0"/>
                    <a:pt x="31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88"/>
            <p:cNvSpPr/>
            <p:nvPr/>
          </p:nvSpPr>
          <p:spPr>
            <a:xfrm>
              <a:off x="3121823" y="3910704"/>
              <a:ext cx="333880" cy="260812"/>
            </a:xfrm>
            <a:custGeom>
              <a:rect b="b" l="l" r="r" t="t"/>
              <a:pathLst>
                <a:path extrusionOk="0" h="9948" w="12735">
                  <a:moveTo>
                    <a:pt x="5817" y="2563"/>
                  </a:moveTo>
                  <a:lnTo>
                    <a:pt x="6075" y="2816"/>
                  </a:lnTo>
                  <a:lnTo>
                    <a:pt x="5734" y="3156"/>
                  </a:lnTo>
                  <a:lnTo>
                    <a:pt x="5394" y="3493"/>
                  </a:lnTo>
                  <a:lnTo>
                    <a:pt x="5140" y="3243"/>
                  </a:lnTo>
                  <a:lnTo>
                    <a:pt x="5817" y="2563"/>
                  </a:lnTo>
                  <a:close/>
                  <a:moveTo>
                    <a:pt x="7000" y="4107"/>
                  </a:moveTo>
                  <a:cubicBezTo>
                    <a:pt x="7080" y="4107"/>
                    <a:pt x="7161" y="4138"/>
                    <a:pt x="7223" y="4200"/>
                  </a:cubicBezTo>
                  <a:lnTo>
                    <a:pt x="7458" y="4431"/>
                  </a:lnTo>
                  <a:cubicBezTo>
                    <a:pt x="7581" y="4554"/>
                    <a:pt x="7581" y="4757"/>
                    <a:pt x="7458" y="4880"/>
                  </a:cubicBezTo>
                  <a:cubicBezTo>
                    <a:pt x="7396" y="4942"/>
                    <a:pt x="7315" y="4973"/>
                    <a:pt x="7233" y="4973"/>
                  </a:cubicBezTo>
                  <a:cubicBezTo>
                    <a:pt x="7152" y="4973"/>
                    <a:pt x="7071" y="4942"/>
                    <a:pt x="7009" y="4880"/>
                  </a:cubicBezTo>
                  <a:lnTo>
                    <a:pt x="6777" y="4649"/>
                  </a:lnTo>
                  <a:cubicBezTo>
                    <a:pt x="6650" y="4525"/>
                    <a:pt x="6650" y="4323"/>
                    <a:pt x="6777" y="4200"/>
                  </a:cubicBezTo>
                  <a:cubicBezTo>
                    <a:pt x="6839" y="4138"/>
                    <a:pt x="6919" y="4107"/>
                    <a:pt x="7000" y="4107"/>
                  </a:cubicBezTo>
                  <a:close/>
                  <a:moveTo>
                    <a:pt x="7589" y="2367"/>
                  </a:moveTo>
                  <a:cubicBezTo>
                    <a:pt x="7618" y="2367"/>
                    <a:pt x="7646" y="2368"/>
                    <a:pt x="7675" y="2371"/>
                  </a:cubicBezTo>
                  <a:lnTo>
                    <a:pt x="9617" y="4714"/>
                  </a:lnTo>
                  <a:cubicBezTo>
                    <a:pt x="10011" y="5181"/>
                    <a:pt x="10069" y="5771"/>
                    <a:pt x="9758" y="6083"/>
                  </a:cubicBezTo>
                  <a:lnTo>
                    <a:pt x="9754" y="6083"/>
                  </a:lnTo>
                  <a:lnTo>
                    <a:pt x="8660" y="7180"/>
                  </a:lnTo>
                  <a:cubicBezTo>
                    <a:pt x="8524" y="7315"/>
                    <a:pt x="8337" y="7381"/>
                    <a:pt x="8130" y="7381"/>
                  </a:cubicBezTo>
                  <a:cubicBezTo>
                    <a:pt x="7857" y="7381"/>
                    <a:pt x="7552" y="7267"/>
                    <a:pt x="7284" y="7043"/>
                  </a:cubicBezTo>
                  <a:lnTo>
                    <a:pt x="4945" y="5105"/>
                  </a:lnTo>
                  <a:cubicBezTo>
                    <a:pt x="4919" y="4750"/>
                    <a:pt x="5050" y="4406"/>
                    <a:pt x="5299" y="4156"/>
                  </a:cubicBezTo>
                  <a:lnTo>
                    <a:pt x="5875" y="3580"/>
                  </a:lnTo>
                  <a:lnTo>
                    <a:pt x="6372" y="4080"/>
                  </a:lnTo>
                  <a:cubicBezTo>
                    <a:pt x="6219" y="4359"/>
                    <a:pt x="6270" y="4707"/>
                    <a:pt x="6495" y="4931"/>
                  </a:cubicBezTo>
                  <a:lnTo>
                    <a:pt x="6726" y="5163"/>
                  </a:lnTo>
                  <a:cubicBezTo>
                    <a:pt x="6864" y="5302"/>
                    <a:pt x="7047" y="5374"/>
                    <a:pt x="7233" y="5374"/>
                  </a:cubicBezTo>
                  <a:cubicBezTo>
                    <a:pt x="7352" y="5374"/>
                    <a:pt x="7471" y="5345"/>
                    <a:pt x="7581" y="5286"/>
                  </a:cubicBezTo>
                  <a:lnTo>
                    <a:pt x="8621" y="6329"/>
                  </a:lnTo>
                  <a:cubicBezTo>
                    <a:pt x="8664" y="6374"/>
                    <a:pt x="8713" y="6392"/>
                    <a:pt x="8761" y="6392"/>
                  </a:cubicBezTo>
                  <a:cubicBezTo>
                    <a:pt x="8917" y="6392"/>
                    <a:pt x="9053" y="6188"/>
                    <a:pt x="8903" y="6043"/>
                  </a:cubicBezTo>
                  <a:lnTo>
                    <a:pt x="7864" y="5004"/>
                  </a:lnTo>
                  <a:cubicBezTo>
                    <a:pt x="8016" y="4725"/>
                    <a:pt x="7969" y="4377"/>
                    <a:pt x="7741" y="4149"/>
                  </a:cubicBezTo>
                  <a:lnTo>
                    <a:pt x="7509" y="3917"/>
                  </a:lnTo>
                  <a:cubicBezTo>
                    <a:pt x="7372" y="3780"/>
                    <a:pt x="7188" y="3708"/>
                    <a:pt x="7002" y="3708"/>
                  </a:cubicBezTo>
                  <a:cubicBezTo>
                    <a:pt x="6884" y="3708"/>
                    <a:pt x="6764" y="3737"/>
                    <a:pt x="6654" y="3798"/>
                  </a:cubicBezTo>
                  <a:lnTo>
                    <a:pt x="6158" y="3298"/>
                  </a:lnTo>
                  <a:lnTo>
                    <a:pt x="6495" y="2961"/>
                  </a:lnTo>
                  <a:lnTo>
                    <a:pt x="6730" y="2726"/>
                  </a:lnTo>
                  <a:cubicBezTo>
                    <a:pt x="6959" y="2496"/>
                    <a:pt x="7268" y="2367"/>
                    <a:pt x="7589" y="2367"/>
                  </a:cubicBezTo>
                  <a:close/>
                  <a:moveTo>
                    <a:pt x="2302" y="0"/>
                  </a:moveTo>
                  <a:cubicBezTo>
                    <a:pt x="2292" y="0"/>
                    <a:pt x="2282" y="1"/>
                    <a:pt x="2272" y="2"/>
                  </a:cubicBezTo>
                  <a:cubicBezTo>
                    <a:pt x="1757" y="67"/>
                    <a:pt x="1276" y="299"/>
                    <a:pt x="910" y="668"/>
                  </a:cubicBezTo>
                  <a:cubicBezTo>
                    <a:pt x="1" y="1581"/>
                    <a:pt x="1" y="3059"/>
                    <a:pt x="910" y="3968"/>
                  </a:cubicBezTo>
                  <a:lnTo>
                    <a:pt x="1678" y="4739"/>
                  </a:lnTo>
                  <a:cubicBezTo>
                    <a:pt x="2105" y="5170"/>
                    <a:pt x="2170" y="5840"/>
                    <a:pt x="1834" y="6344"/>
                  </a:cubicBezTo>
                  <a:cubicBezTo>
                    <a:pt x="1779" y="6423"/>
                    <a:pt x="1790" y="6532"/>
                    <a:pt x="1859" y="6597"/>
                  </a:cubicBezTo>
                  <a:lnTo>
                    <a:pt x="2547" y="7289"/>
                  </a:lnTo>
                  <a:cubicBezTo>
                    <a:pt x="2587" y="7325"/>
                    <a:pt x="2638" y="7347"/>
                    <a:pt x="2688" y="7347"/>
                  </a:cubicBezTo>
                  <a:lnTo>
                    <a:pt x="2703" y="7347"/>
                  </a:lnTo>
                  <a:cubicBezTo>
                    <a:pt x="2757" y="7343"/>
                    <a:pt x="2811" y="7318"/>
                    <a:pt x="2848" y="7271"/>
                  </a:cubicBezTo>
                  <a:cubicBezTo>
                    <a:pt x="3677" y="6224"/>
                    <a:pt x="3590" y="4717"/>
                    <a:pt x="2645" y="3772"/>
                  </a:cubicBezTo>
                  <a:lnTo>
                    <a:pt x="1873" y="3008"/>
                  </a:lnTo>
                  <a:cubicBezTo>
                    <a:pt x="1262" y="2397"/>
                    <a:pt x="1694" y="1353"/>
                    <a:pt x="2553" y="1353"/>
                  </a:cubicBezTo>
                  <a:cubicBezTo>
                    <a:pt x="2555" y="1353"/>
                    <a:pt x="2556" y="1353"/>
                    <a:pt x="2558" y="1353"/>
                  </a:cubicBezTo>
                  <a:cubicBezTo>
                    <a:pt x="2815" y="1353"/>
                    <a:pt x="3065" y="1454"/>
                    <a:pt x="3246" y="1635"/>
                  </a:cubicBezTo>
                  <a:lnTo>
                    <a:pt x="4713" y="3102"/>
                  </a:lnTo>
                  <a:cubicBezTo>
                    <a:pt x="4633" y="3182"/>
                    <a:pt x="4633" y="3309"/>
                    <a:pt x="4713" y="3385"/>
                  </a:cubicBezTo>
                  <a:lnTo>
                    <a:pt x="5111" y="3783"/>
                  </a:lnTo>
                  <a:lnTo>
                    <a:pt x="5017" y="3877"/>
                  </a:lnTo>
                  <a:cubicBezTo>
                    <a:pt x="4658" y="4232"/>
                    <a:pt x="4485" y="4736"/>
                    <a:pt x="4553" y="5235"/>
                  </a:cubicBezTo>
                  <a:lnTo>
                    <a:pt x="4553" y="5239"/>
                  </a:lnTo>
                  <a:cubicBezTo>
                    <a:pt x="4593" y="5525"/>
                    <a:pt x="4706" y="5797"/>
                    <a:pt x="4883" y="6025"/>
                  </a:cubicBezTo>
                  <a:lnTo>
                    <a:pt x="7462" y="9324"/>
                  </a:lnTo>
                  <a:cubicBezTo>
                    <a:pt x="7744" y="9690"/>
                    <a:pt x="8175" y="9915"/>
                    <a:pt x="8639" y="9944"/>
                  </a:cubicBezTo>
                  <a:cubicBezTo>
                    <a:pt x="8671" y="9947"/>
                    <a:pt x="8704" y="9947"/>
                    <a:pt x="8737" y="9947"/>
                  </a:cubicBezTo>
                  <a:cubicBezTo>
                    <a:pt x="9167" y="9947"/>
                    <a:pt x="9580" y="9777"/>
                    <a:pt x="9885" y="9473"/>
                  </a:cubicBezTo>
                  <a:lnTo>
                    <a:pt x="11351" y="8002"/>
                  </a:lnTo>
                  <a:cubicBezTo>
                    <a:pt x="11494" y="7857"/>
                    <a:pt x="11361" y="7661"/>
                    <a:pt x="11206" y="7661"/>
                  </a:cubicBezTo>
                  <a:cubicBezTo>
                    <a:pt x="11160" y="7661"/>
                    <a:pt x="11112" y="7678"/>
                    <a:pt x="11069" y="7720"/>
                  </a:cubicBezTo>
                  <a:lnTo>
                    <a:pt x="9606" y="9183"/>
                  </a:lnTo>
                  <a:cubicBezTo>
                    <a:pt x="9364" y="9424"/>
                    <a:pt x="9051" y="9542"/>
                    <a:pt x="8740" y="9542"/>
                  </a:cubicBezTo>
                  <a:cubicBezTo>
                    <a:pt x="8379" y="9542"/>
                    <a:pt x="8020" y="9384"/>
                    <a:pt x="7777" y="9074"/>
                  </a:cubicBezTo>
                  <a:lnTo>
                    <a:pt x="5339" y="5952"/>
                  </a:lnTo>
                  <a:lnTo>
                    <a:pt x="7031" y="7354"/>
                  </a:lnTo>
                  <a:cubicBezTo>
                    <a:pt x="7371" y="7637"/>
                    <a:pt x="7766" y="7781"/>
                    <a:pt x="8132" y="7781"/>
                  </a:cubicBezTo>
                  <a:cubicBezTo>
                    <a:pt x="8141" y="7782"/>
                    <a:pt x="8149" y="7782"/>
                    <a:pt x="8158" y="7782"/>
                  </a:cubicBezTo>
                  <a:cubicBezTo>
                    <a:pt x="8450" y="7782"/>
                    <a:pt x="8732" y="7667"/>
                    <a:pt x="8943" y="7463"/>
                  </a:cubicBezTo>
                  <a:lnTo>
                    <a:pt x="10040" y="6369"/>
                  </a:lnTo>
                  <a:cubicBezTo>
                    <a:pt x="10500" y="5909"/>
                    <a:pt x="10453" y="5087"/>
                    <a:pt x="9932" y="4453"/>
                  </a:cubicBezTo>
                  <a:lnTo>
                    <a:pt x="8526" y="2762"/>
                  </a:lnTo>
                  <a:lnTo>
                    <a:pt x="11652" y="5203"/>
                  </a:lnTo>
                  <a:cubicBezTo>
                    <a:pt x="12228" y="5652"/>
                    <a:pt x="12282" y="6510"/>
                    <a:pt x="11764" y="7028"/>
                  </a:cubicBezTo>
                  <a:cubicBezTo>
                    <a:pt x="11615" y="7172"/>
                    <a:pt x="11749" y="7376"/>
                    <a:pt x="11905" y="7376"/>
                  </a:cubicBezTo>
                  <a:cubicBezTo>
                    <a:pt x="11953" y="7376"/>
                    <a:pt x="12003" y="7357"/>
                    <a:pt x="12047" y="7311"/>
                  </a:cubicBezTo>
                  <a:cubicBezTo>
                    <a:pt x="12735" y="6622"/>
                    <a:pt x="12666" y="5485"/>
                    <a:pt x="11898" y="4884"/>
                  </a:cubicBezTo>
                  <a:lnTo>
                    <a:pt x="8617" y="2323"/>
                  </a:lnTo>
                  <a:lnTo>
                    <a:pt x="8599" y="2309"/>
                  </a:lnTo>
                  <a:cubicBezTo>
                    <a:pt x="8371" y="2128"/>
                    <a:pt x="8095" y="2016"/>
                    <a:pt x="7809" y="1976"/>
                  </a:cubicBezTo>
                  <a:cubicBezTo>
                    <a:pt x="7739" y="1967"/>
                    <a:pt x="7669" y="1962"/>
                    <a:pt x="7599" y="1962"/>
                  </a:cubicBezTo>
                  <a:cubicBezTo>
                    <a:pt x="7171" y="1962"/>
                    <a:pt x="6756" y="2131"/>
                    <a:pt x="6451" y="2439"/>
                  </a:cubicBezTo>
                  <a:lnTo>
                    <a:pt x="6357" y="2534"/>
                  </a:lnTo>
                  <a:lnTo>
                    <a:pt x="5962" y="2135"/>
                  </a:lnTo>
                  <a:cubicBezTo>
                    <a:pt x="5922" y="2097"/>
                    <a:pt x="5871" y="2078"/>
                    <a:pt x="5819" y="2078"/>
                  </a:cubicBezTo>
                  <a:cubicBezTo>
                    <a:pt x="5768" y="2078"/>
                    <a:pt x="5716" y="2097"/>
                    <a:pt x="5676" y="2135"/>
                  </a:cubicBezTo>
                  <a:lnTo>
                    <a:pt x="4209" y="668"/>
                  </a:lnTo>
                  <a:cubicBezTo>
                    <a:pt x="3912" y="371"/>
                    <a:pt x="3539" y="161"/>
                    <a:pt x="3134" y="56"/>
                  </a:cubicBezTo>
                  <a:cubicBezTo>
                    <a:pt x="3114" y="51"/>
                    <a:pt x="3095" y="49"/>
                    <a:pt x="3077" y="49"/>
                  </a:cubicBezTo>
                  <a:cubicBezTo>
                    <a:pt x="2860" y="49"/>
                    <a:pt x="2795" y="387"/>
                    <a:pt x="3036" y="447"/>
                  </a:cubicBezTo>
                  <a:cubicBezTo>
                    <a:pt x="3373" y="531"/>
                    <a:pt x="3681" y="705"/>
                    <a:pt x="3927" y="951"/>
                  </a:cubicBezTo>
                  <a:lnTo>
                    <a:pt x="5394" y="2421"/>
                  </a:lnTo>
                  <a:lnTo>
                    <a:pt x="4995" y="2820"/>
                  </a:lnTo>
                  <a:lnTo>
                    <a:pt x="3528" y="1353"/>
                  </a:lnTo>
                  <a:cubicBezTo>
                    <a:pt x="3271" y="1092"/>
                    <a:pt x="2924" y="951"/>
                    <a:pt x="2558" y="951"/>
                  </a:cubicBezTo>
                  <a:cubicBezTo>
                    <a:pt x="2004" y="951"/>
                    <a:pt x="1504" y="1284"/>
                    <a:pt x="1294" y="1795"/>
                  </a:cubicBezTo>
                  <a:cubicBezTo>
                    <a:pt x="1080" y="2309"/>
                    <a:pt x="1200" y="2896"/>
                    <a:pt x="1591" y="3290"/>
                  </a:cubicBezTo>
                  <a:lnTo>
                    <a:pt x="2359" y="4055"/>
                  </a:lnTo>
                  <a:cubicBezTo>
                    <a:pt x="3101" y="4797"/>
                    <a:pt x="3228" y="5952"/>
                    <a:pt x="2663" y="6836"/>
                  </a:cubicBezTo>
                  <a:lnTo>
                    <a:pt x="2254" y="6427"/>
                  </a:lnTo>
                  <a:cubicBezTo>
                    <a:pt x="2598" y="5775"/>
                    <a:pt x="2482" y="4978"/>
                    <a:pt x="1960" y="4457"/>
                  </a:cubicBezTo>
                  <a:lnTo>
                    <a:pt x="1192" y="3685"/>
                  </a:lnTo>
                  <a:cubicBezTo>
                    <a:pt x="439" y="2928"/>
                    <a:pt x="439" y="1708"/>
                    <a:pt x="1192" y="951"/>
                  </a:cubicBezTo>
                  <a:cubicBezTo>
                    <a:pt x="1497" y="647"/>
                    <a:pt x="1895" y="451"/>
                    <a:pt x="2322" y="400"/>
                  </a:cubicBezTo>
                  <a:cubicBezTo>
                    <a:pt x="2576" y="369"/>
                    <a:pt x="2540" y="0"/>
                    <a:pt x="23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88"/>
            <p:cNvSpPr/>
            <p:nvPr/>
          </p:nvSpPr>
          <p:spPr>
            <a:xfrm>
              <a:off x="3372121" y="3848516"/>
              <a:ext cx="73907" cy="70682"/>
            </a:xfrm>
            <a:custGeom>
              <a:rect b="b" l="l" r="r" t="t"/>
              <a:pathLst>
                <a:path extrusionOk="0" h="2696" w="2819">
                  <a:moveTo>
                    <a:pt x="1709" y="398"/>
                  </a:moveTo>
                  <a:cubicBezTo>
                    <a:pt x="2021" y="398"/>
                    <a:pt x="2319" y="640"/>
                    <a:pt x="2319" y="1005"/>
                  </a:cubicBezTo>
                  <a:cubicBezTo>
                    <a:pt x="2319" y="1370"/>
                    <a:pt x="2021" y="1611"/>
                    <a:pt x="1709" y="1611"/>
                  </a:cubicBezTo>
                  <a:cubicBezTo>
                    <a:pt x="1560" y="1611"/>
                    <a:pt x="1407" y="1555"/>
                    <a:pt x="1283" y="1432"/>
                  </a:cubicBezTo>
                  <a:cubicBezTo>
                    <a:pt x="1047" y="1197"/>
                    <a:pt x="1047" y="813"/>
                    <a:pt x="1283" y="578"/>
                  </a:cubicBezTo>
                  <a:cubicBezTo>
                    <a:pt x="1407" y="453"/>
                    <a:pt x="1560" y="398"/>
                    <a:pt x="1709" y="398"/>
                  </a:cubicBezTo>
                  <a:close/>
                  <a:moveTo>
                    <a:pt x="1711" y="0"/>
                  </a:moveTo>
                  <a:cubicBezTo>
                    <a:pt x="1487" y="0"/>
                    <a:pt x="1262" y="75"/>
                    <a:pt x="1076" y="226"/>
                  </a:cubicBezTo>
                  <a:cubicBezTo>
                    <a:pt x="674" y="552"/>
                    <a:pt x="587" y="1128"/>
                    <a:pt x="874" y="1559"/>
                  </a:cubicBezTo>
                  <a:lnTo>
                    <a:pt x="80" y="2356"/>
                  </a:lnTo>
                  <a:cubicBezTo>
                    <a:pt x="1" y="2432"/>
                    <a:pt x="1" y="2559"/>
                    <a:pt x="80" y="2638"/>
                  </a:cubicBezTo>
                  <a:cubicBezTo>
                    <a:pt x="118" y="2676"/>
                    <a:pt x="169" y="2695"/>
                    <a:pt x="220" y="2695"/>
                  </a:cubicBezTo>
                  <a:cubicBezTo>
                    <a:pt x="271" y="2695"/>
                    <a:pt x="323" y="2676"/>
                    <a:pt x="363" y="2638"/>
                  </a:cubicBezTo>
                  <a:lnTo>
                    <a:pt x="1156" y="1845"/>
                  </a:lnTo>
                  <a:cubicBezTo>
                    <a:pt x="1326" y="1957"/>
                    <a:pt x="1519" y="2011"/>
                    <a:pt x="1710" y="2011"/>
                  </a:cubicBezTo>
                  <a:cubicBezTo>
                    <a:pt x="2003" y="2011"/>
                    <a:pt x="2293" y="1884"/>
                    <a:pt x="2493" y="1642"/>
                  </a:cubicBezTo>
                  <a:cubicBezTo>
                    <a:pt x="2818" y="1240"/>
                    <a:pt x="2789" y="661"/>
                    <a:pt x="2424" y="295"/>
                  </a:cubicBezTo>
                  <a:cubicBezTo>
                    <a:pt x="2228" y="99"/>
                    <a:pt x="1970" y="0"/>
                    <a:pt x="17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6" name="Google Shape;17266;p88"/>
          <p:cNvGrpSpPr/>
          <p:nvPr/>
        </p:nvGrpSpPr>
        <p:grpSpPr>
          <a:xfrm>
            <a:off x="876687" y="3814067"/>
            <a:ext cx="362457" cy="356296"/>
            <a:chOff x="876687" y="3814067"/>
            <a:chExt cx="362457" cy="356296"/>
          </a:xfrm>
        </p:grpSpPr>
        <p:sp>
          <p:nvSpPr>
            <p:cNvPr id="17267" name="Google Shape;17267;p88"/>
            <p:cNvSpPr/>
            <p:nvPr/>
          </p:nvSpPr>
          <p:spPr>
            <a:xfrm>
              <a:off x="1006674" y="4110534"/>
              <a:ext cx="41240" cy="37806"/>
            </a:xfrm>
            <a:custGeom>
              <a:rect b="b" l="l" r="r" t="t"/>
              <a:pathLst>
                <a:path extrusionOk="0" h="1442" w="1573">
                  <a:moveTo>
                    <a:pt x="323" y="0"/>
                  </a:moveTo>
                  <a:lnTo>
                    <a:pt x="1" y="1442"/>
                  </a:lnTo>
                  <a:lnTo>
                    <a:pt x="1572" y="1442"/>
                  </a:lnTo>
                  <a:lnTo>
                    <a:pt x="1250"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88"/>
            <p:cNvSpPr/>
            <p:nvPr/>
          </p:nvSpPr>
          <p:spPr>
            <a:xfrm>
              <a:off x="978385" y="4144905"/>
              <a:ext cx="97817" cy="20240"/>
            </a:xfrm>
            <a:custGeom>
              <a:rect b="b" l="l" r="r" t="t"/>
              <a:pathLst>
                <a:path extrusionOk="0" h="772" w="3731">
                  <a:moveTo>
                    <a:pt x="0" y="0"/>
                  </a:moveTo>
                  <a:lnTo>
                    <a:pt x="0" y="772"/>
                  </a:lnTo>
                  <a:lnTo>
                    <a:pt x="3731" y="772"/>
                  </a:lnTo>
                  <a:lnTo>
                    <a:pt x="3731"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88"/>
            <p:cNvSpPr/>
            <p:nvPr/>
          </p:nvSpPr>
          <p:spPr>
            <a:xfrm>
              <a:off x="881905" y="3923839"/>
              <a:ext cx="290778" cy="190024"/>
            </a:xfrm>
            <a:custGeom>
              <a:rect b="b" l="l" r="r" t="t"/>
              <a:pathLst>
                <a:path extrusionOk="0" h="7248" w="11091">
                  <a:moveTo>
                    <a:pt x="1" y="1"/>
                  </a:moveTo>
                  <a:lnTo>
                    <a:pt x="1" y="7248"/>
                  </a:lnTo>
                  <a:lnTo>
                    <a:pt x="11090" y="7248"/>
                  </a:lnTo>
                  <a:lnTo>
                    <a:pt x="11090"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88"/>
            <p:cNvSpPr/>
            <p:nvPr/>
          </p:nvSpPr>
          <p:spPr>
            <a:xfrm>
              <a:off x="881905" y="4099313"/>
              <a:ext cx="290778" cy="14551"/>
            </a:xfrm>
            <a:custGeom>
              <a:rect b="b" l="l" r="r" t="t"/>
              <a:pathLst>
                <a:path extrusionOk="0" h="555" w="11091">
                  <a:moveTo>
                    <a:pt x="1" y="1"/>
                  </a:moveTo>
                  <a:lnTo>
                    <a:pt x="1" y="555"/>
                  </a:lnTo>
                  <a:lnTo>
                    <a:pt x="11090" y="555"/>
                  </a:lnTo>
                  <a:lnTo>
                    <a:pt x="11090"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88"/>
            <p:cNvSpPr/>
            <p:nvPr/>
          </p:nvSpPr>
          <p:spPr>
            <a:xfrm>
              <a:off x="900414" y="3943607"/>
              <a:ext cx="253759" cy="140919"/>
            </a:xfrm>
            <a:custGeom>
              <a:rect b="b" l="l" r="r" t="t"/>
              <a:pathLst>
                <a:path extrusionOk="0" h="5375" w="9679">
                  <a:moveTo>
                    <a:pt x="1" y="0"/>
                  </a:moveTo>
                  <a:lnTo>
                    <a:pt x="1" y="5375"/>
                  </a:lnTo>
                  <a:lnTo>
                    <a:pt x="9678" y="5375"/>
                  </a:lnTo>
                  <a:lnTo>
                    <a:pt x="9678"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88"/>
            <p:cNvSpPr/>
            <p:nvPr/>
          </p:nvSpPr>
          <p:spPr>
            <a:xfrm>
              <a:off x="900414" y="3943607"/>
              <a:ext cx="253759" cy="140919"/>
            </a:xfrm>
            <a:custGeom>
              <a:rect b="b" l="l" r="r" t="t"/>
              <a:pathLst>
                <a:path extrusionOk="0" h="5375" w="9679">
                  <a:moveTo>
                    <a:pt x="1" y="0"/>
                  </a:moveTo>
                  <a:lnTo>
                    <a:pt x="1" y="5375"/>
                  </a:lnTo>
                  <a:lnTo>
                    <a:pt x="9678" y="5375"/>
                  </a:lnTo>
                  <a:lnTo>
                    <a:pt x="9678" y="4763"/>
                  </a:lnTo>
                  <a:lnTo>
                    <a:pt x="649" y="4763"/>
                  </a:lnTo>
                  <a:lnTo>
                    <a:pt x="649"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88"/>
            <p:cNvSpPr/>
            <p:nvPr/>
          </p:nvSpPr>
          <p:spPr>
            <a:xfrm>
              <a:off x="1091461" y="3819258"/>
              <a:ext cx="142073" cy="148103"/>
            </a:xfrm>
            <a:custGeom>
              <a:rect b="b" l="l" r="r" t="t"/>
              <a:pathLst>
                <a:path extrusionOk="0" h="5649" w="5419">
                  <a:moveTo>
                    <a:pt x="2713" y="0"/>
                  </a:moveTo>
                  <a:cubicBezTo>
                    <a:pt x="2680" y="0"/>
                    <a:pt x="2648" y="1"/>
                    <a:pt x="2616" y="2"/>
                  </a:cubicBezTo>
                  <a:cubicBezTo>
                    <a:pt x="1656" y="42"/>
                    <a:pt x="801" y="618"/>
                    <a:pt x="399" y="1491"/>
                  </a:cubicBezTo>
                  <a:cubicBezTo>
                    <a:pt x="1" y="2364"/>
                    <a:pt x="124" y="3389"/>
                    <a:pt x="721" y="4142"/>
                  </a:cubicBezTo>
                  <a:lnTo>
                    <a:pt x="653" y="5649"/>
                  </a:lnTo>
                  <a:lnTo>
                    <a:pt x="2018" y="5007"/>
                  </a:lnTo>
                  <a:cubicBezTo>
                    <a:pt x="2251" y="5074"/>
                    <a:pt x="2488" y="5106"/>
                    <a:pt x="2721" y="5106"/>
                  </a:cubicBezTo>
                  <a:cubicBezTo>
                    <a:pt x="3559" y="5106"/>
                    <a:pt x="4362" y="4694"/>
                    <a:pt x="4843" y="3972"/>
                  </a:cubicBezTo>
                  <a:cubicBezTo>
                    <a:pt x="5375" y="3175"/>
                    <a:pt x="5419" y="2143"/>
                    <a:pt x="4948" y="1306"/>
                  </a:cubicBezTo>
                  <a:cubicBezTo>
                    <a:pt x="4493" y="498"/>
                    <a:pt x="3636" y="0"/>
                    <a:pt x="271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88"/>
            <p:cNvSpPr/>
            <p:nvPr/>
          </p:nvSpPr>
          <p:spPr>
            <a:xfrm>
              <a:off x="971909" y="3886139"/>
              <a:ext cx="26244" cy="26244"/>
            </a:xfrm>
            <a:custGeom>
              <a:rect b="b" l="l" r="r" t="t"/>
              <a:pathLst>
                <a:path extrusionOk="0" h="1001" w="1001">
                  <a:moveTo>
                    <a:pt x="501" y="1"/>
                  </a:moveTo>
                  <a:cubicBezTo>
                    <a:pt x="226" y="1"/>
                    <a:pt x="1" y="222"/>
                    <a:pt x="1" y="501"/>
                  </a:cubicBezTo>
                  <a:cubicBezTo>
                    <a:pt x="1" y="776"/>
                    <a:pt x="226" y="1001"/>
                    <a:pt x="501" y="1001"/>
                  </a:cubicBezTo>
                  <a:cubicBezTo>
                    <a:pt x="776" y="1001"/>
                    <a:pt x="1001" y="776"/>
                    <a:pt x="1001" y="501"/>
                  </a:cubicBezTo>
                  <a:cubicBezTo>
                    <a:pt x="1001" y="222"/>
                    <a:pt x="776" y="1"/>
                    <a:pt x="50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88"/>
            <p:cNvSpPr/>
            <p:nvPr/>
          </p:nvSpPr>
          <p:spPr>
            <a:xfrm>
              <a:off x="1056434" y="3886139"/>
              <a:ext cx="26217" cy="26244"/>
            </a:xfrm>
            <a:custGeom>
              <a:rect b="b" l="l" r="r" t="t"/>
              <a:pathLst>
                <a:path extrusionOk="0" h="1001" w="1000">
                  <a:moveTo>
                    <a:pt x="500" y="1"/>
                  </a:moveTo>
                  <a:cubicBezTo>
                    <a:pt x="225" y="1"/>
                    <a:pt x="0" y="222"/>
                    <a:pt x="0" y="501"/>
                  </a:cubicBezTo>
                  <a:cubicBezTo>
                    <a:pt x="0" y="776"/>
                    <a:pt x="225" y="1001"/>
                    <a:pt x="500" y="1001"/>
                  </a:cubicBezTo>
                  <a:cubicBezTo>
                    <a:pt x="775" y="1001"/>
                    <a:pt x="1000" y="776"/>
                    <a:pt x="1000" y="501"/>
                  </a:cubicBezTo>
                  <a:cubicBezTo>
                    <a:pt x="1000" y="222"/>
                    <a:pt x="775" y="1"/>
                    <a:pt x="500"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88"/>
            <p:cNvSpPr/>
            <p:nvPr/>
          </p:nvSpPr>
          <p:spPr>
            <a:xfrm>
              <a:off x="1007329" y="3924705"/>
              <a:ext cx="39903" cy="71810"/>
            </a:xfrm>
            <a:custGeom>
              <a:rect b="b" l="l" r="r" t="t"/>
              <a:pathLst>
                <a:path extrusionOk="0" h="2739" w="1522">
                  <a:moveTo>
                    <a:pt x="1" y="0"/>
                  </a:moveTo>
                  <a:lnTo>
                    <a:pt x="1" y="2083"/>
                  </a:lnTo>
                  <a:lnTo>
                    <a:pt x="761" y="2738"/>
                  </a:lnTo>
                  <a:lnTo>
                    <a:pt x="1522" y="2083"/>
                  </a:lnTo>
                  <a:lnTo>
                    <a:pt x="1522"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88"/>
            <p:cNvSpPr/>
            <p:nvPr/>
          </p:nvSpPr>
          <p:spPr>
            <a:xfrm>
              <a:off x="925688" y="3969222"/>
              <a:ext cx="203212" cy="86911"/>
            </a:xfrm>
            <a:custGeom>
              <a:rect b="b" l="l" r="r" t="t"/>
              <a:pathLst>
                <a:path extrusionOk="0" h="3315" w="7751">
                  <a:moveTo>
                    <a:pt x="3115" y="1"/>
                  </a:moveTo>
                  <a:lnTo>
                    <a:pt x="1387" y="555"/>
                  </a:lnTo>
                  <a:cubicBezTo>
                    <a:pt x="562" y="819"/>
                    <a:pt x="0" y="1591"/>
                    <a:pt x="0" y="2456"/>
                  </a:cubicBezTo>
                  <a:lnTo>
                    <a:pt x="0" y="3315"/>
                  </a:lnTo>
                  <a:lnTo>
                    <a:pt x="7751" y="3315"/>
                  </a:lnTo>
                  <a:lnTo>
                    <a:pt x="7751" y="2456"/>
                  </a:lnTo>
                  <a:cubicBezTo>
                    <a:pt x="7751" y="1591"/>
                    <a:pt x="7189" y="819"/>
                    <a:pt x="6364" y="555"/>
                  </a:cubicBezTo>
                  <a:lnTo>
                    <a:pt x="4640" y="1"/>
                  </a:lnTo>
                  <a:lnTo>
                    <a:pt x="3875" y="537"/>
                  </a:lnTo>
                  <a:lnTo>
                    <a:pt x="311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88"/>
            <p:cNvSpPr/>
            <p:nvPr/>
          </p:nvSpPr>
          <p:spPr>
            <a:xfrm>
              <a:off x="985018" y="3831082"/>
              <a:ext cx="84551" cy="116065"/>
            </a:xfrm>
            <a:custGeom>
              <a:rect b="b" l="l" r="r" t="t"/>
              <a:pathLst>
                <a:path extrusionOk="0" h="4427" w="3225">
                  <a:moveTo>
                    <a:pt x="1257" y="0"/>
                  </a:moveTo>
                  <a:cubicBezTo>
                    <a:pt x="1207" y="0"/>
                    <a:pt x="1160" y="4"/>
                    <a:pt x="1113" y="8"/>
                  </a:cubicBezTo>
                  <a:cubicBezTo>
                    <a:pt x="479" y="84"/>
                    <a:pt x="1" y="620"/>
                    <a:pt x="1" y="1257"/>
                  </a:cubicBezTo>
                  <a:lnTo>
                    <a:pt x="1" y="2539"/>
                  </a:lnTo>
                  <a:cubicBezTo>
                    <a:pt x="1" y="3209"/>
                    <a:pt x="356" y="3829"/>
                    <a:pt x="932" y="4169"/>
                  </a:cubicBezTo>
                  <a:lnTo>
                    <a:pt x="1171" y="4307"/>
                  </a:lnTo>
                  <a:cubicBezTo>
                    <a:pt x="1306" y="4386"/>
                    <a:pt x="1459" y="4426"/>
                    <a:pt x="1611" y="4426"/>
                  </a:cubicBezTo>
                  <a:cubicBezTo>
                    <a:pt x="1764" y="4426"/>
                    <a:pt x="1917" y="4386"/>
                    <a:pt x="2054" y="4307"/>
                  </a:cubicBezTo>
                  <a:lnTo>
                    <a:pt x="2290" y="4169"/>
                  </a:lnTo>
                  <a:cubicBezTo>
                    <a:pt x="2869" y="3829"/>
                    <a:pt x="3224" y="3209"/>
                    <a:pt x="3224" y="2539"/>
                  </a:cubicBezTo>
                  <a:lnTo>
                    <a:pt x="3224" y="1257"/>
                  </a:lnTo>
                  <a:cubicBezTo>
                    <a:pt x="3224" y="562"/>
                    <a:pt x="2659" y="0"/>
                    <a:pt x="19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88"/>
            <p:cNvSpPr/>
            <p:nvPr/>
          </p:nvSpPr>
          <p:spPr>
            <a:xfrm>
              <a:off x="985018" y="3831265"/>
              <a:ext cx="29180" cy="38094"/>
            </a:xfrm>
            <a:custGeom>
              <a:rect b="b" l="l" r="r" t="t"/>
              <a:pathLst>
                <a:path extrusionOk="0" h="1453" w="1113">
                  <a:moveTo>
                    <a:pt x="1113" y="1"/>
                  </a:moveTo>
                  <a:lnTo>
                    <a:pt x="1113" y="1"/>
                  </a:lnTo>
                  <a:cubicBezTo>
                    <a:pt x="479" y="73"/>
                    <a:pt x="1" y="613"/>
                    <a:pt x="1" y="1250"/>
                  </a:cubicBezTo>
                  <a:lnTo>
                    <a:pt x="1" y="1453"/>
                  </a:lnTo>
                  <a:cubicBezTo>
                    <a:pt x="1" y="1453"/>
                    <a:pt x="812" y="1207"/>
                    <a:pt x="111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88"/>
            <p:cNvSpPr/>
            <p:nvPr/>
          </p:nvSpPr>
          <p:spPr>
            <a:xfrm>
              <a:off x="1014172" y="3831082"/>
              <a:ext cx="55398" cy="55083"/>
            </a:xfrm>
            <a:custGeom>
              <a:rect b="b" l="l" r="r" t="t"/>
              <a:pathLst>
                <a:path extrusionOk="0" h="2101" w="2113">
                  <a:moveTo>
                    <a:pt x="145" y="0"/>
                  </a:moveTo>
                  <a:cubicBezTo>
                    <a:pt x="95" y="0"/>
                    <a:pt x="48" y="0"/>
                    <a:pt x="1" y="8"/>
                  </a:cubicBezTo>
                  <a:cubicBezTo>
                    <a:pt x="1" y="8"/>
                    <a:pt x="218" y="2101"/>
                    <a:pt x="2112" y="2101"/>
                  </a:cubicBezTo>
                  <a:lnTo>
                    <a:pt x="2112" y="1257"/>
                  </a:lnTo>
                  <a:cubicBezTo>
                    <a:pt x="2112" y="562"/>
                    <a:pt x="1551" y="0"/>
                    <a:pt x="85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88"/>
            <p:cNvSpPr/>
            <p:nvPr/>
          </p:nvSpPr>
          <p:spPr>
            <a:xfrm>
              <a:off x="1013123" y="3983274"/>
              <a:ext cx="28420" cy="72858"/>
            </a:xfrm>
            <a:custGeom>
              <a:rect b="b" l="l" r="r" t="t"/>
              <a:pathLst>
                <a:path extrusionOk="0" h="2779" w="1084">
                  <a:moveTo>
                    <a:pt x="1" y="1"/>
                  </a:moveTo>
                  <a:lnTo>
                    <a:pt x="1" y="656"/>
                  </a:lnTo>
                  <a:lnTo>
                    <a:pt x="254" y="1124"/>
                  </a:lnTo>
                  <a:lnTo>
                    <a:pt x="1" y="2779"/>
                  </a:lnTo>
                  <a:lnTo>
                    <a:pt x="1084" y="2779"/>
                  </a:lnTo>
                  <a:lnTo>
                    <a:pt x="830" y="1124"/>
                  </a:lnTo>
                  <a:lnTo>
                    <a:pt x="1084" y="656"/>
                  </a:lnTo>
                  <a:lnTo>
                    <a:pt x="1084"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88"/>
            <p:cNvSpPr/>
            <p:nvPr/>
          </p:nvSpPr>
          <p:spPr>
            <a:xfrm>
              <a:off x="1007329" y="3969222"/>
              <a:ext cx="19978" cy="37648"/>
            </a:xfrm>
            <a:custGeom>
              <a:rect b="b" l="l" r="r" t="t"/>
              <a:pathLst>
                <a:path extrusionOk="0" h="1436" w="762">
                  <a:moveTo>
                    <a:pt x="1" y="1"/>
                  </a:moveTo>
                  <a:lnTo>
                    <a:pt x="1" y="1435"/>
                  </a:lnTo>
                  <a:lnTo>
                    <a:pt x="761" y="537"/>
                  </a:lnTo>
                  <a:lnTo>
                    <a:pt x="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88"/>
            <p:cNvSpPr/>
            <p:nvPr/>
          </p:nvSpPr>
          <p:spPr>
            <a:xfrm>
              <a:off x="1027281" y="3969222"/>
              <a:ext cx="19952" cy="37648"/>
            </a:xfrm>
            <a:custGeom>
              <a:rect b="b" l="l" r="r" t="t"/>
              <a:pathLst>
                <a:path extrusionOk="0" h="1436" w="761">
                  <a:moveTo>
                    <a:pt x="761" y="1"/>
                  </a:moveTo>
                  <a:lnTo>
                    <a:pt x="0" y="537"/>
                  </a:lnTo>
                  <a:lnTo>
                    <a:pt x="761" y="1435"/>
                  </a:lnTo>
                  <a:lnTo>
                    <a:pt x="76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88"/>
            <p:cNvSpPr/>
            <p:nvPr/>
          </p:nvSpPr>
          <p:spPr>
            <a:xfrm>
              <a:off x="925688" y="3969222"/>
              <a:ext cx="81668" cy="86911"/>
            </a:xfrm>
            <a:custGeom>
              <a:rect b="b" l="l" r="r" t="t"/>
              <a:pathLst>
                <a:path extrusionOk="0" h="3315" w="3115">
                  <a:moveTo>
                    <a:pt x="3115" y="1"/>
                  </a:moveTo>
                  <a:lnTo>
                    <a:pt x="1387" y="559"/>
                  </a:lnTo>
                  <a:cubicBezTo>
                    <a:pt x="562" y="823"/>
                    <a:pt x="0" y="1591"/>
                    <a:pt x="0" y="2460"/>
                  </a:cubicBezTo>
                  <a:lnTo>
                    <a:pt x="0" y="3315"/>
                  </a:lnTo>
                  <a:lnTo>
                    <a:pt x="3115" y="3315"/>
                  </a:lnTo>
                  <a:lnTo>
                    <a:pt x="31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88"/>
            <p:cNvSpPr/>
            <p:nvPr/>
          </p:nvSpPr>
          <p:spPr>
            <a:xfrm>
              <a:off x="925688" y="3977402"/>
              <a:ext cx="56420" cy="78731"/>
            </a:xfrm>
            <a:custGeom>
              <a:rect b="b" l="l" r="r" t="t"/>
              <a:pathLst>
                <a:path extrusionOk="0" h="3003" w="2152">
                  <a:moveTo>
                    <a:pt x="2151" y="0"/>
                  </a:moveTo>
                  <a:lnTo>
                    <a:pt x="1387" y="247"/>
                  </a:lnTo>
                  <a:cubicBezTo>
                    <a:pt x="562" y="511"/>
                    <a:pt x="0" y="1279"/>
                    <a:pt x="0" y="2148"/>
                  </a:cubicBezTo>
                  <a:lnTo>
                    <a:pt x="0" y="3003"/>
                  </a:lnTo>
                  <a:lnTo>
                    <a:pt x="496" y="3003"/>
                  </a:lnTo>
                  <a:lnTo>
                    <a:pt x="496" y="2148"/>
                  </a:lnTo>
                  <a:cubicBezTo>
                    <a:pt x="496" y="1279"/>
                    <a:pt x="931" y="511"/>
                    <a:pt x="1565" y="247"/>
                  </a:cubicBezTo>
                  <a:lnTo>
                    <a:pt x="215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88"/>
            <p:cNvSpPr/>
            <p:nvPr/>
          </p:nvSpPr>
          <p:spPr>
            <a:xfrm>
              <a:off x="1047311" y="3969222"/>
              <a:ext cx="81589" cy="86911"/>
            </a:xfrm>
            <a:custGeom>
              <a:rect b="b" l="l" r="r" t="t"/>
              <a:pathLst>
                <a:path extrusionOk="0" h="3315" w="3112">
                  <a:moveTo>
                    <a:pt x="1" y="1"/>
                  </a:moveTo>
                  <a:lnTo>
                    <a:pt x="1" y="3315"/>
                  </a:lnTo>
                  <a:lnTo>
                    <a:pt x="3112" y="3315"/>
                  </a:lnTo>
                  <a:lnTo>
                    <a:pt x="3112" y="2460"/>
                  </a:lnTo>
                  <a:cubicBezTo>
                    <a:pt x="3112" y="1591"/>
                    <a:pt x="2554" y="823"/>
                    <a:pt x="1728" y="555"/>
                  </a:cubicBez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88"/>
            <p:cNvSpPr/>
            <p:nvPr/>
          </p:nvSpPr>
          <p:spPr>
            <a:xfrm>
              <a:off x="1081498" y="3980259"/>
              <a:ext cx="47401" cy="75873"/>
            </a:xfrm>
            <a:custGeom>
              <a:rect b="b" l="l" r="r" t="t"/>
              <a:pathLst>
                <a:path extrusionOk="0" h="2894" w="1808">
                  <a:moveTo>
                    <a:pt x="0" y="0"/>
                  </a:moveTo>
                  <a:lnTo>
                    <a:pt x="323" y="138"/>
                  </a:lnTo>
                  <a:cubicBezTo>
                    <a:pt x="960" y="402"/>
                    <a:pt x="1391" y="1170"/>
                    <a:pt x="1391" y="2039"/>
                  </a:cubicBezTo>
                  <a:lnTo>
                    <a:pt x="1391" y="2894"/>
                  </a:lnTo>
                  <a:lnTo>
                    <a:pt x="1808" y="2894"/>
                  </a:lnTo>
                  <a:lnTo>
                    <a:pt x="1808" y="2039"/>
                  </a:lnTo>
                  <a:cubicBezTo>
                    <a:pt x="1808" y="1170"/>
                    <a:pt x="1246" y="402"/>
                    <a:pt x="421" y="138"/>
                  </a:cubicBezTo>
                  <a:lnTo>
                    <a:pt x="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88"/>
            <p:cNvSpPr/>
            <p:nvPr/>
          </p:nvSpPr>
          <p:spPr>
            <a:xfrm>
              <a:off x="1007041" y="4094096"/>
              <a:ext cx="40480" cy="10461"/>
            </a:xfrm>
            <a:custGeom>
              <a:rect b="b" l="l" r="r" t="t"/>
              <a:pathLst>
                <a:path extrusionOk="0" h="399" w="1544">
                  <a:moveTo>
                    <a:pt x="269" y="1"/>
                  </a:moveTo>
                  <a:cubicBezTo>
                    <a:pt x="1" y="1"/>
                    <a:pt x="1" y="399"/>
                    <a:pt x="269" y="399"/>
                  </a:cubicBezTo>
                  <a:lnTo>
                    <a:pt x="1279" y="399"/>
                  </a:lnTo>
                  <a:cubicBezTo>
                    <a:pt x="1544" y="399"/>
                    <a:pt x="1544" y="1"/>
                    <a:pt x="1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88"/>
            <p:cNvSpPr/>
            <p:nvPr/>
          </p:nvSpPr>
          <p:spPr>
            <a:xfrm>
              <a:off x="876687" y="3814067"/>
              <a:ext cx="362457" cy="356296"/>
            </a:xfrm>
            <a:custGeom>
              <a:rect b="b" l="l" r="r" t="t"/>
              <a:pathLst>
                <a:path extrusionOk="0" h="13590" w="13825">
                  <a:moveTo>
                    <a:pt x="4944" y="946"/>
                  </a:moveTo>
                  <a:cubicBezTo>
                    <a:pt x="4774" y="1385"/>
                    <a:pt x="4531" y="1631"/>
                    <a:pt x="4343" y="1768"/>
                  </a:cubicBezTo>
                  <a:cubicBezTo>
                    <a:pt x="4390" y="1410"/>
                    <a:pt x="4614" y="1102"/>
                    <a:pt x="4940" y="946"/>
                  </a:cubicBezTo>
                  <a:close/>
                  <a:moveTo>
                    <a:pt x="6099" y="849"/>
                  </a:moveTo>
                  <a:cubicBezTo>
                    <a:pt x="6682" y="849"/>
                    <a:pt x="7157" y="1319"/>
                    <a:pt x="7157" y="1906"/>
                  </a:cubicBezTo>
                  <a:lnTo>
                    <a:pt x="7157" y="2540"/>
                  </a:lnTo>
                  <a:cubicBezTo>
                    <a:pt x="5973" y="2428"/>
                    <a:pt x="5596" y="1352"/>
                    <a:pt x="5484" y="849"/>
                  </a:cubicBezTo>
                  <a:close/>
                  <a:moveTo>
                    <a:pt x="3934" y="3025"/>
                  </a:moveTo>
                  <a:lnTo>
                    <a:pt x="3934" y="3188"/>
                  </a:lnTo>
                  <a:cubicBezTo>
                    <a:pt x="3934" y="3286"/>
                    <a:pt x="3941" y="3387"/>
                    <a:pt x="3959" y="3489"/>
                  </a:cubicBezTo>
                  <a:cubicBezTo>
                    <a:pt x="3879" y="3434"/>
                    <a:pt x="3832" y="3344"/>
                    <a:pt x="3832" y="3250"/>
                  </a:cubicBezTo>
                  <a:lnTo>
                    <a:pt x="3836" y="3250"/>
                  </a:lnTo>
                  <a:cubicBezTo>
                    <a:pt x="3836" y="3163"/>
                    <a:pt x="3872" y="3083"/>
                    <a:pt x="3934" y="3025"/>
                  </a:cubicBezTo>
                  <a:close/>
                  <a:moveTo>
                    <a:pt x="7555" y="3025"/>
                  </a:moveTo>
                  <a:cubicBezTo>
                    <a:pt x="7620" y="3083"/>
                    <a:pt x="7653" y="3163"/>
                    <a:pt x="7657" y="3250"/>
                  </a:cubicBezTo>
                  <a:cubicBezTo>
                    <a:pt x="7657" y="3344"/>
                    <a:pt x="7610" y="3434"/>
                    <a:pt x="7534" y="3489"/>
                  </a:cubicBezTo>
                  <a:cubicBezTo>
                    <a:pt x="7548" y="3387"/>
                    <a:pt x="7555" y="3286"/>
                    <a:pt x="7555" y="3188"/>
                  </a:cubicBezTo>
                  <a:lnTo>
                    <a:pt x="7555" y="3025"/>
                  </a:lnTo>
                  <a:close/>
                  <a:moveTo>
                    <a:pt x="8696" y="4387"/>
                  </a:moveTo>
                  <a:lnTo>
                    <a:pt x="8707" y="4401"/>
                  </a:lnTo>
                  <a:lnTo>
                    <a:pt x="8693" y="4742"/>
                  </a:lnTo>
                  <a:lnTo>
                    <a:pt x="6864" y="4742"/>
                  </a:lnTo>
                  <a:cubicBezTo>
                    <a:pt x="6979" y="4633"/>
                    <a:pt x="7084" y="4517"/>
                    <a:pt x="7175" y="4387"/>
                  </a:cubicBezTo>
                  <a:close/>
                  <a:moveTo>
                    <a:pt x="5205" y="1337"/>
                  </a:moveTo>
                  <a:cubicBezTo>
                    <a:pt x="5491" y="2142"/>
                    <a:pt x="6110" y="2862"/>
                    <a:pt x="7157" y="2942"/>
                  </a:cubicBezTo>
                  <a:lnTo>
                    <a:pt x="7157" y="3188"/>
                  </a:lnTo>
                  <a:cubicBezTo>
                    <a:pt x="7153" y="3786"/>
                    <a:pt x="6838" y="4340"/>
                    <a:pt x="6320" y="4648"/>
                  </a:cubicBezTo>
                  <a:lnTo>
                    <a:pt x="6085" y="4785"/>
                  </a:lnTo>
                  <a:cubicBezTo>
                    <a:pt x="5980" y="4847"/>
                    <a:pt x="5862" y="4878"/>
                    <a:pt x="5744" y="4878"/>
                  </a:cubicBezTo>
                  <a:cubicBezTo>
                    <a:pt x="5627" y="4878"/>
                    <a:pt x="5509" y="4847"/>
                    <a:pt x="5404" y="4785"/>
                  </a:cubicBezTo>
                  <a:lnTo>
                    <a:pt x="5169" y="4648"/>
                  </a:lnTo>
                  <a:cubicBezTo>
                    <a:pt x="4651" y="4340"/>
                    <a:pt x="4336" y="3786"/>
                    <a:pt x="4336" y="3188"/>
                  </a:cubicBezTo>
                  <a:lnTo>
                    <a:pt x="4336" y="2750"/>
                  </a:lnTo>
                  <a:lnTo>
                    <a:pt x="4336" y="2243"/>
                  </a:lnTo>
                  <a:cubicBezTo>
                    <a:pt x="4538" y="2142"/>
                    <a:pt x="4922" y="1888"/>
                    <a:pt x="5205" y="1337"/>
                  </a:cubicBezTo>
                  <a:close/>
                  <a:moveTo>
                    <a:pt x="6302" y="5140"/>
                  </a:moveTo>
                  <a:lnTo>
                    <a:pt x="6306" y="5818"/>
                  </a:lnTo>
                  <a:lnTo>
                    <a:pt x="5744" y="6209"/>
                  </a:lnTo>
                  <a:lnTo>
                    <a:pt x="5183" y="5818"/>
                  </a:lnTo>
                  <a:lnTo>
                    <a:pt x="5183" y="5140"/>
                  </a:lnTo>
                  <a:lnTo>
                    <a:pt x="5223" y="5140"/>
                  </a:lnTo>
                  <a:cubicBezTo>
                    <a:pt x="5384" y="5231"/>
                    <a:pt x="5563" y="5276"/>
                    <a:pt x="5743" y="5276"/>
                  </a:cubicBezTo>
                  <a:cubicBezTo>
                    <a:pt x="5922" y="5276"/>
                    <a:pt x="6101" y="5231"/>
                    <a:pt x="6262" y="5140"/>
                  </a:cubicBezTo>
                  <a:close/>
                  <a:moveTo>
                    <a:pt x="5183" y="6306"/>
                  </a:moveTo>
                  <a:lnTo>
                    <a:pt x="5451" y="6491"/>
                  </a:lnTo>
                  <a:lnTo>
                    <a:pt x="5183" y="6806"/>
                  </a:lnTo>
                  <a:lnTo>
                    <a:pt x="5183" y="6306"/>
                  </a:lnTo>
                  <a:close/>
                  <a:moveTo>
                    <a:pt x="6306" y="6306"/>
                  </a:moveTo>
                  <a:lnTo>
                    <a:pt x="6306" y="6806"/>
                  </a:lnTo>
                  <a:lnTo>
                    <a:pt x="6038" y="6491"/>
                  </a:lnTo>
                  <a:lnTo>
                    <a:pt x="6306" y="6306"/>
                  </a:lnTo>
                  <a:close/>
                  <a:moveTo>
                    <a:pt x="6306" y="7498"/>
                  </a:moveTo>
                  <a:lnTo>
                    <a:pt x="6306" y="8030"/>
                  </a:lnTo>
                  <a:lnTo>
                    <a:pt x="6241" y="7614"/>
                  </a:lnTo>
                  <a:lnTo>
                    <a:pt x="6306" y="7498"/>
                  </a:lnTo>
                  <a:close/>
                  <a:moveTo>
                    <a:pt x="5183" y="7491"/>
                  </a:moveTo>
                  <a:lnTo>
                    <a:pt x="5252" y="7614"/>
                  </a:lnTo>
                  <a:lnTo>
                    <a:pt x="5183" y="8045"/>
                  </a:lnTo>
                  <a:lnTo>
                    <a:pt x="5183" y="7491"/>
                  </a:lnTo>
                  <a:close/>
                  <a:moveTo>
                    <a:pt x="4785" y="6194"/>
                  </a:moveTo>
                  <a:lnTo>
                    <a:pt x="4785" y="9034"/>
                  </a:lnTo>
                  <a:lnTo>
                    <a:pt x="2072" y="9034"/>
                  </a:lnTo>
                  <a:lnTo>
                    <a:pt x="2072" y="8378"/>
                  </a:lnTo>
                  <a:cubicBezTo>
                    <a:pt x="2068" y="7650"/>
                    <a:pt x="2507" y="6991"/>
                    <a:pt x="3184" y="6716"/>
                  </a:cubicBezTo>
                  <a:cubicBezTo>
                    <a:pt x="3227" y="6698"/>
                    <a:pt x="3271" y="6680"/>
                    <a:pt x="3318" y="6665"/>
                  </a:cubicBezTo>
                  <a:lnTo>
                    <a:pt x="4785" y="6194"/>
                  </a:lnTo>
                  <a:close/>
                  <a:moveTo>
                    <a:pt x="5744" y="6766"/>
                  </a:moveTo>
                  <a:lnTo>
                    <a:pt x="6049" y="7129"/>
                  </a:lnTo>
                  <a:lnTo>
                    <a:pt x="5857" y="7484"/>
                  </a:lnTo>
                  <a:cubicBezTo>
                    <a:pt x="5835" y="7520"/>
                    <a:pt x="5828" y="7563"/>
                    <a:pt x="5835" y="7607"/>
                  </a:cubicBezTo>
                  <a:lnTo>
                    <a:pt x="6056" y="9034"/>
                  </a:lnTo>
                  <a:lnTo>
                    <a:pt x="5437" y="9034"/>
                  </a:lnTo>
                  <a:lnTo>
                    <a:pt x="5658" y="7607"/>
                  </a:lnTo>
                  <a:cubicBezTo>
                    <a:pt x="5661" y="7563"/>
                    <a:pt x="5654" y="7520"/>
                    <a:pt x="5636" y="7480"/>
                  </a:cubicBezTo>
                  <a:lnTo>
                    <a:pt x="5440" y="7125"/>
                  </a:lnTo>
                  <a:lnTo>
                    <a:pt x="5744" y="6766"/>
                  </a:lnTo>
                  <a:close/>
                  <a:moveTo>
                    <a:pt x="8674" y="5140"/>
                  </a:moveTo>
                  <a:lnTo>
                    <a:pt x="8645" y="5836"/>
                  </a:lnTo>
                  <a:cubicBezTo>
                    <a:pt x="8640" y="5953"/>
                    <a:pt x="8734" y="6044"/>
                    <a:pt x="8842" y="6044"/>
                  </a:cubicBezTo>
                  <a:cubicBezTo>
                    <a:pt x="8870" y="6044"/>
                    <a:pt x="8899" y="6038"/>
                    <a:pt x="8928" y="6024"/>
                  </a:cubicBezTo>
                  <a:lnTo>
                    <a:pt x="10228" y="5416"/>
                  </a:lnTo>
                  <a:cubicBezTo>
                    <a:pt x="10279" y="5430"/>
                    <a:pt x="10330" y="5441"/>
                    <a:pt x="10380" y="5452"/>
                  </a:cubicBezTo>
                  <a:lnTo>
                    <a:pt x="10380" y="10113"/>
                  </a:lnTo>
                  <a:lnTo>
                    <a:pt x="10384" y="10117"/>
                  </a:lnTo>
                  <a:lnTo>
                    <a:pt x="1109" y="10117"/>
                  </a:lnTo>
                  <a:lnTo>
                    <a:pt x="1109" y="5140"/>
                  </a:lnTo>
                  <a:lnTo>
                    <a:pt x="4785" y="5140"/>
                  </a:lnTo>
                  <a:lnTo>
                    <a:pt x="4785" y="5774"/>
                  </a:lnTo>
                  <a:lnTo>
                    <a:pt x="3195" y="6285"/>
                  </a:lnTo>
                  <a:cubicBezTo>
                    <a:pt x="2282" y="6574"/>
                    <a:pt x="1666" y="7422"/>
                    <a:pt x="1666" y="8378"/>
                  </a:cubicBezTo>
                  <a:lnTo>
                    <a:pt x="1666" y="9236"/>
                  </a:lnTo>
                  <a:cubicBezTo>
                    <a:pt x="1666" y="9345"/>
                    <a:pt x="1757" y="9436"/>
                    <a:pt x="1869" y="9436"/>
                  </a:cubicBezTo>
                  <a:lnTo>
                    <a:pt x="9620" y="9436"/>
                  </a:lnTo>
                  <a:cubicBezTo>
                    <a:pt x="9732" y="9436"/>
                    <a:pt x="9822" y="9345"/>
                    <a:pt x="9822" y="9236"/>
                  </a:cubicBezTo>
                  <a:lnTo>
                    <a:pt x="9822" y="8498"/>
                  </a:lnTo>
                  <a:cubicBezTo>
                    <a:pt x="9822" y="8364"/>
                    <a:pt x="9722" y="8297"/>
                    <a:pt x="9621" y="8297"/>
                  </a:cubicBezTo>
                  <a:cubicBezTo>
                    <a:pt x="9521" y="8297"/>
                    <a:pt x="9420" y="8364"/>
                    <a:pt x="9420" y="8498"/>
                  </a:cubicBezTo>
                  <a:lnTo>
                    <a:pt x="9420" y="9034"/>
                  </a:lnTo>
                  <a:lnTo>
                    <a:pt x="6704" y="9034"/>
                  </a:lnTo>
                  <a:lnTo>
                    <a:pt x="6704" y="6194"/>
                  </a:lnTo>
                  <a:lnTo>
                    <a:pt x="8171" y="6665"/>
                  </a:lnTo>
                  <a:cubicBezTo>
                    <a:pt x="8703" y="6839"/>
                    <a:pt x="9127" y="7248"/>
                    <a:pt x="9315" y="7777"/>
                  </a:cubicBezTo>
                  <a:cubicBezTo>
                    <a:pt x="9349" y="7870"/>
                    <a:pt x="9423" y="7910"/>
                    <a:pt x="9497" y="7910"/>
                  </a:cubicBezTo>
                  <a:cubicBezTo>
                    <a:pt x="9622" y="7910"/>
                    <a:pt x="9749" y="7798"/>
                    <a:pt x="9692" y="7639"/>
                  </a:cubicBezTo>
                  <a:cubicBezTo>
                    <a:pt x="9460" y="6995"/>
                    <a:pt x="8942" y="6495"/>
                    <a:pt x="8290" y="6281"/>
                  </a:cubicBezTo>
                  <a:lnTo>
                    <a:pt x="6704" y="5774"/>
                  </a:lnTo>
                  <a:lnTo>
                    <a:pt x="6704" y="5140"/>
                  </a:lnTo>
                  <a:close/>
                  <a:moveTo>
                    <a:pt x="6078" y="11638"/>
                  </a:moveTo>
                  <a:lnTo>
                    <a:pt x="6255" y="12420"/>
                  </a:lnTo>
                  <a:lnTo>
                    <a:pt x="5237" y="12420"/>
                  </a:lnTo>
                  <a:lnTo>
                    <a:pt x="5411" y="11638"/>
                  </a:lnTo>
                  <a:close/>
                  <a:moveTo>
                    <a:pt x="7410" y="12818"/>
                  </a:moveTo>
                  <a:lnTo>
                    <a:pt x="7410" y="13191"/>
                  </a:lnTo>
                  <a:lnTo>
                    <a:pt x="4078" y="13191"/>
                  </a:lnTo>
                  <a:lnTo>
                    <a:pt x="4078" y="12818"/>
                  </a:lnTo>
                  <a:close/>
                  <a:moveTo>
                    <a:pt x="10912" y="0"/>
                  </a:moveTo>
                  <a:cubicBezTo>
                    <a:pt x="10273" y="0"/>
                    <a:pt x="9637" y="222"/>
                    <a:pt x="9123" y="657"/>
                  </a:cubicBezTo>
                  <a:cubicBezTo>
                    <a:pt x="8963" y="794"/>
                    <a:pt x="9092" y="1013"/>
                    <a:pt x="9254" y="1013"/>
                  </a:cubicBezTo>
                  <a:cubicBezTo>
                    <a:pt x="9297" y="1013"/>
                    <a:pt x="9342" y="997"/>
                    <a:pt x="9384" y="961"/>
                  </a:cubicBezTo>
                  <a:cubicBezTo>
                    <a:pt x="9834" y="577"/>
                    <a:pt x="10374" y="396"/>
                    <a:pt x="10909" y="396"/>
                  </a:cubicBezTo>
                  <a:cubicBezTo>
                    <a:pt x="11786" y="396"/>
                    <a:pt x="12646" y="885"/>
                    <a:pt x="13053" y="1765"/>
                  </a:cubicBezTo>
                  <a:cubicBezTo>
                    <a:pt x="13705" y="3181"/>
                    <a:pt x="12829" y="4829"/>
                    <a:pt x="11286" y="5075"/>
                  </a:cubicBezTo>
                  <a:cubicBezTo>
                    <a:pt x="11271" y="5075"/>
                    <a:pt x="11253" y="5079"/>
                    <a:pt x="11239" y="5082"/>
                  </a:cubicBezTo>
                  <a:cubicBezTo>
                    <a:pt x="11134" y="5097"/>
                    <a:pt x="11028" y="5104"/>
                    <a:pt x="10922" y="5104"/>
                  </a:cubicBezTo>
                  <a:cubicBezTo>
                    <a:pt x="10816" y="5104"/>
                    <a:pt x="10710" y="5097"/>
                    <a:pt x="10605" y="5082"/>
                  </a:cubicBezTo>
                  <a:cubicBezTo>
                    <a:pt x="10489" y="5068"/>
                    <a:pt x="10377" y="5046"/>
                    <a:pt x="10268" y="5014"/>
                  </a:cubicBezTo>
                  <a:cubicBezTo>
                    <a:pt x="10249" y="5008"/>
                    <a:pt x="10230" y="5005"/>
                    <a:pt x="10210" y="5005"/>
                  </a:cubicBezTo>
                  <a:cubicBezTo>
                    <a:pt x="10181" y="5005"/>
                    <a:pt x="10153" y="5011"/>
                    <a:pt x="10127" y="5024"/>
                  </a:cubicBezTo>
                  <a:lnTo>
                    <a:pt x="9062" y="5524"/>
                  </a:lnTo>
                  <a:lnTo>
                    <a:pt x="9113" y="4347"/>
                  </a:lnTo>
                  <a:cubicBezTo>
                    <a:pt x="9116" y="4296"/>
                    <a:pt x="9098" y="4249"/>
                    <a:pt x="9069" y="4213"/>
                  </a:cubicBezTo>
                  <a:cubicBezTo>
                    <a:pt x="8453" y="3434"/>
                    <a:pt x="8392" y="2359"/>
                    <a:pt x="8910" y="1515"/>
                  </a:cubicBezTo>
                  <a:cubicBezTo>
                    <a:pt x="9008" y="1356"/>
                    <a:pt x="8873" y="1206"/>
                    <a:pt x="8735" y="1206"/>
                  </a:cubicBezTo>
                  <a:cubicBezTo>
                    <a:pt x="8674" y="1206"/>
                    <a:pt x="8612" y="1235"/>
                    <a:pt x="8569" y="1305"/>
                  </a:cubicBezTo>
                  <a:cubicBezTo>
                    <a:pt x="8070" y="2120"/>
                    <a:pt x="8026" y="3130"/>
                    <a:pt x="8453" y="3985"/>
                  </a:cubicBezTo>
                  <a:lnTo>
                    <a:pt x="7396" y="3985"/>
                  </a:lnTo>
                  <a:cubicBezTo>
                    <a:pt x="7400" y="3970"/>
                    <a:pt x="7407" y="3960"/>
                    <a:pt x="7410" y="3945"/>
                  </a:cubicBezTo>
                  <a:cubicBezTo>
                    <a:pt x="7747" y="3916"/>
                    <a:pt x="8015" y="3655"/>
                    <a:pt x="8051" y="3319"/>
                  </a:cubicBezTo>
                  <a:cubicBezTo>
                    <a:pt x="8088" y="2985"/>
                    <a:pt x="7878" y="2674"/>
                    <a:pt x="7555" y="2576"/>
                  </a:cubicBezTo>
                  <a:lnTo>
                    <a:pt x="7555" y="1902"/>
                  </a:lnTo>
                  <a:cubicBezTo>
                    <a:pt x="7555" y="1098"/>
                    <a:pt x="6903" y="450"/>
                    <a:pt x="6099" y="447"/>
                  </a:cubicBezTo>
                  <a:lnTo>
                    <a:pt x="5389" y="447"/>
                  </a:lnTo>
                  <a:cubicBezTo>
                    <a:pt x="5332" y="447"/>
                    <a:pt x="5277" y="450"/>
                    <a:pt x="5219" y="457"/>
                  </a:cubicBezTo>
                  <a:cubicBezTo>
                    <a:pt x="4484" y="544"/>
                    <a:pt x="3930" y="1167"/>
                    <a:pt x="3934" y="1906"/>
                  </a:cubicBezTo>
                  <a:lnTo>
                    <a:pt x="3934" y="2580"/>
                  </a:lnTo>
                  <a:cubicBezTo>
                    <a:pt x="3611" y="2678"/>
                    <a:pt x="3401" y="2989"/>
                    <a:pt x="3437" y="3322"/>
                  </a:cubicBezTo>
                  <a:cubicBezTo>
                    <a:pt x="3474" y="3659"/>
                    <a:pt x="3742" y="3920"/>
                    <a:pt x="4078" y="3949"/>
                  </a:cubicBezTo>
                  <a:cubicBezTo>
                    <a:pt x="4082" y="3963"/>
                    <a:pt x="4089" y="3974"/>
                    <a:pt x="4093" y="3989"/>
                  </a:cubicBezTo>
                  <a:lnTo>
                    <a:pt x="200" y="3989"/>
                  </a:lnTo>
                  <a:cubicBezTo>
                    <a:pt x="87" y="3989"/>
                    <a:pt x="0" y="4079"/>
                    <a:pt x="0" y="4188"/>
                  </a:cubicBezTo>
                  <a:lnTo>
                    <a:pt x="0" y="11438"/>
                  </a:lnTo>
                  <a:cubicBezTo>
                    <a:pt x="0" y="11547"/>
                    <a:pt x="87" y="11638"/>
                    <a:pt x="200" y="11638"/>
                  </a:cubicBezTo>
                  <a:lnTo>
                    <a:pt x="1818" y="11638"/>
                  </a:lnTo>
                  <a:cubicBezTo>
                    <a:pt x="2086" y="11638"/>
                    <a:pt x="2086" y="11236"/>
                    <a:pt x="1818" y="11236"/>
                  </a:cubicBezTo>
                  <a:lnTo>
                    <a:pt x="399" y="11236"/>
                  </a:lnTo>
                  <a:lnTo>
                    <a:pt x="399" y="4387"/>
                  </a:lnTo>
                  <a:lnTo>
                    <a:pt x="4314" y="4387"/>
                  </a:lnTo>
                  <a:cubicBezTo>
                    <a:pt x="4404" y="4517"/>
                    <a:pt x="4509" y="4633"/>
                    <a:pt x="4625" y="4742"/>
                  </a:cubicBezTo>
                  <a:lnTo>
                    <a:pt x="906" y="4742"/>
                  </a:lnTo>
                  <a:cubicBezTo>
                    <a:pt x="797" y="4742"/>
                    <a:pt x="707" y="4829"/>
                    <a:pt x="707" y="4941"/>
                  </a:cubicBezTo>
                  <a:lnTo>
                    <a:pt x="707" y="10316"/>
                  </a:lnTo>
                  <a:cubicBezTo>
                    <a:pt x="707" y="10424"/>
                    <a:pt x="797" y="10515"/>
                    <a:pt x="906" y="10515"/>
                  </a:cubicBezTo>
                  <a:lnTo>
                    <a:pt x="10583" y="10515"/>
                  </a:lnTo>
                  <a:cubicBezTo>
                    <a:pt x="10692" y="10515"/>
                    <a:pt x="10782" y="10424"/>
                    <a:pt x="10782" y="10316"/>
                  </a:cubicBezTo>
                  <a:lnTo>
                    <a:pt x="10782" y="5502"/>
                  </a:lnTo>
                  <a:cubicBezTo>
                    <a:pt x="10826" y="5502"/>
                    <a:pt x="10873" y="5506"/>
                    <a:pt x="10916" y="5506"/>
                  </a:cubicBezTo>
                  <a:cubicBezTo>
                    <a:pt x="10974" y="5506"/>
                    <a:pt x="11032" y="5506"/>
                    <a:pt x="11090" y="5502"/>
                  </a:cubicBezTo>
                  <a:lnTo>
                    <a:pt x="11090" y="11236"/>
                  </a:lnTo>
                  <a:lnTo>
                    <a:pt x="2608" y="11236"/>
                  </a:lnTo>
                  <a:cubicBezTo>
                    <a:pt x="2340" y="11236"/>
                    <a:pt x="2340" y="11638"/>
                    <a:pt x="2608" y="11638"/>
                  </a:cubicBezTo>
                  <a:lnTo>
                    <a:pt x="5002" y="11638"/>
                  </a:lnTo>
                  <a:lnTo>
                    <a:pt x="4825" y="12420"/>
                  </a:lnTo>
                  <a:lnTo>
                    <a:pt x="3879" y="12420"/>
                  </a:lnTo>
                  <a:cubicBezTo>
                    <a:pt x="3767" y="12420"/>
                    <a:pt x="3680" y="12507"/>
                    <a:pt x="3680" y="12619"/>
                  </a:cubicBezTo>
                  <a:lnTo>
                    <a:pt x="3680" y="13387"/>
                  </a:lnTo>
                  <a:cubicBezTo>
                    <a:pt x="3680" y="13499"/>
                    <a:pt x="3767" y="13590"/>
                    <a:pt x="3879" y="13590"/>
                  </a:cubicBezTo>
                  <a:lnTo>
                    <a:pt x="7610" y="13590"/>
                  </a:lnTo>
                  <a:cubicBezTo>
                    <a:pt x="7722" y="13590"/>
                    <a:pt x="7809" y="13499"/>
                    <a:pt x="7809" y="13387"/>
                  </a:cubicBezTo>
                  <a:lnTo>
                    <a:pt x="7809" y="12619"/>
                  </a:lnTo>
                  <a:cubicBezTo>
                    <a:pt x="7809" y="12507"/>
                    <a:pt x="7722" y="12420"/>
                    <a:pt x="7610" y="12420"/>
                  </a:cubicBezTo>
                  <a:lnTo>
                    <a:pt x="6664" y="12420"/>
                  </a:lnTo>
                  <a:lnTo>
                    <a:pt x="6487" y="11638"/>
                  </a:lnTo>
                  <a:lnTo>
                    <a:pt x="11289" y="11638"/>
                  </a:lnTo>
                  <a:cubicBezTo>
                    <a:pt x="11402" y="11638"/>
                    <a:pt x="11492" y="11547"/>
                    <a:pt x="11492" y="11435"/>
                  </a:cubicBezTo>
                  <a:lnTo>
                    <a:pt x="11492" y="5445"/>
                  </a:lnTo>
                  <a:cubicBezTo>
                    <a:pt x="12571" y="5213"/>
                    <a:pt x="13408" y="4354"/>
                    <a:pt x="13614" y="3271"/>
                  </a:cubicBezTo>
                  <a:cubicBezTo>
                    <a:pt x="13824" y="2185"/>
                    <a:pt x="13361" y="1080"/>
                    <a:pt x="12445" y="465"/>
                  </a:cubicBezTo>
                  <a:cubicBezTo>
                    <a:pt x="11977" y="154"/>
                    <a:pt x="11444" y="0"/>
                    <a:pt x="10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88"/>
            <p:cNvSpPr/>
            <p:nvPr/>
          </p:nvSpPr>
          <p:spPr>
            <a:xfrm>
              <a:off x="1147121" y="3866869"/>
              <a:ext cx="31356" cy="53405"/>
            </a:xfrm>
            <a:custGeom>
              <a:rect b="b" l="l" r="r" t="t"/>
              <a:pathLst>
                <a:path extrusionOk="0" h="2037" w="1196">
                  <a:moveTo>
                    <a:pt x="283" y="1"/>
                  </a:moveTo>
                  <a:cubicBezTo>
                    <a:pt x="15" y="1"/>
                    <a:pt x="15" y="403"/>
                    <a:pt x="283" y="403"/>
                  </a:cubicBezTo>
                  <a:lnTo>
                    <a:pt x="391" y="403"/>
                  </a:lnTo>
                  <a:lnTo>
                    <a:pt x="391" y="1638"/>
                  </a:lnTo>
                  <a:lnTo>
                    <a:pt x="268" y="1638"/>
                  </a:lnTo>
                  <a:cubicBezTo>
                    <a:pt x="0" y="1638"/>
                    <a:pt x="0" y="2036"/>
                    <a:pt x="268" y="2036"/>
                  </a:cubicBezTo>
                  <a:lnTo>
                    <a:pt x="927" y="2036"/>
                  </a:lnTo>
                  <a:cubicBezTo>
                    <a:pt x="1195" y="2036"/>
                    <a:pt x="1195" y="1638"/>
                    <a:pt x="927" y="1638"/>
                  </a:cubicBezTo>
                  <a:lnTo>
                    <a:pt x="793" y="1638"/>
                  </a:lnTo>
                  <a:lnTo>
                    <a:pt x="793" y="204"/>
                  </a:lnTo>
                  <a:cubicBezTo>
                    <a:pt x="793" y="91"/>
                    <a:pt x="703"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88"/>
            <p:cNvSpPr/>
            <p:nvPr/>
          </p:nvSpPr>
          <p:spPr>
            <a:xfrm>
              <a:off x="1152626" y="3850745"/>
              <a:ext cx="17959" cy="15390"/>
            </a:xfrm>
            <a:custGeom>
              <a:rect b="b" l="l" r="r" t="t"/>
              <a:pathLst>
                <a:path extrusionOk="0" h="587" w="685">
                  <a:moveTo>
                    <a:pt x="295" y="0"/>
                  </a:moveTo>
                  <a:cubicBezTo>
                    <a:pt x="144" y="0"/>
                    <a:pt x="0" y="117"/>
                    <a:pt x="0" y="293"/>
                  </a:cubicBezTo>
                  <a:cubicBezTo>
                    <a:pt x="0" y="456"/>
                    <a:pt x="130" y="587"/>
                    <a:pt x="293" y="587"/>
                  </a:cubicBezTo>
                  <a:cubicBezTo>
                    <a:pt x="554" y="587"/>
                    <a:pt x="685" y="272"/>
                    <a:pt x="500" y="87"/>
                  </a:cubicBezTo>
                  <a:cubicBezTo>
                    <a:pt x="440" y="27"/>
                    <a:pt x="367"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88"/>
            <p:cNvSpPr/>
            <p:nvPr/>
          </p:nvSpPr>
          <p:spPr>
            <a:xfrm>
              <a:off x="1017108" y="3883831"/>
              <a:ext cx="21210" cy="30832"/>
            </a:xfrm>
            <a:custGeom>
              <a:rect b="b" l="l" r="r" t="t"/>
              <a:pathLst>
                <a:path extrusionOk="0" h="1176" w="809">
                  <a:moveTo>
                    <a:pt x="200" y="0"/>
                  </a:moveTo>
                  <a:cubicBezTo>
                    <a:pt x="100" y="0"/>
                    <a:pt x="1" y="67"/>
                    <a:pt x="1" y="201"/>
                  </a:cubicBezTo>
                  <a:lnTo>
                    <a:pt x="1" y="973"/>
                  </a:lnTo>
                  <a:cubicBezTo>
                    <a:pt x="1" y="1085"/>
                    <a:pt x="88" y="1175"/>
                    <a:pt x="200" y="1175"/>
                  </a:cubicBezTo>
                  <a:lnTo>
                    <a:pt x="544" y="1175"/>
                  </a:lnTo>
                  <a:cubicBezTo>
                    <a:pt x="809" y="1175"/>
                    <a:pt x="809" y="773"/>
                    <a:pt x="544" y="773"/>
                  </a:cubicBezTo>
                  <a:lnTo>
                    <a:pt x="399" y="773"/>
                  </a:ln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3" name="Google Shape;17293;p88"/>
          <p:cNvGrpSpPr/>
          <p:nvPr/>
        </p:nvGrpSpPr>
        <p:grpSpPr>
          <a:xfrm>
            <a:off x="4008787" y="1515946"/>
            <a:ext cx="330734" cy="358367"/>
            <a:chOff x="4008787" y="1515946"/>
            <a:chExt cx="330734" cy="358367"/>
          </a:xfrm>
        </p:grpSpPr>
        <p:sp>
          <p:nvSpPr>
            <p:cNvPr id="17294" name="Google Shape;17294;p88"/>
            <p:cNvSpPr/>
            <p:nvPr/>
          </p:nvSpPr>
          <p:spPr>
            <a:xfrm>
              <a:off x="4190422" y="1521215"/>
              <a:ext cx="140657" cy="146687"/>
            </a:xfrm>
            <a:custGeom>
              <a:rect b="b" l="l" r="r" t="t"/>
              <a:pathLst>
                <a:path extrusionOk="0" h="5595" w="5365">
                  <a:moveTo>
                    <a:pt x="2688" y="1"/>
                  </a:moveTo>
                  <a:cubicBezTo>
                    <a:pt x="2655" y="1"/>
                    <a:pt x="2623" y="1"/>
                    <a:pt x="2590" y="3"/>
                  </a:cubicBezTo>
                  <a:cubicBezTo>
                    <a:pt x="1641" y="42"/>
                    <a:pt x="794" y="611"/>
                    <a:pt x="396" y="1477"/>
                  </a:cubicBezTo>
                  <a:cubicBezTo>
                    <a:pt x="1" y="2339"/>
                    <a:pt x="120" y="3353"/>
                    <a:pt x="714" y="4099"/>
                  </a:cubicBezTo>
                  <a:lnTo>
                    <a:pt x="645" y="5595"/>
                  </a:lnTo>
                  <a:lnTo>
                    <a:pt x="645" y="5595"/>
                  </a:lnTo>
                  <a:lnTo>
                    <a:pt x="2000" y="4961"/>
                  </a:lnTo>
                  <a:cubicBezTo>
                    <a:pt x="2229" y="5026"/>
                    <a:pt x="2461" y="5057"/>
                    <a:pt x="2691" y="5057"/>
                  </a:cubicBezTo>
                  <a:cubicBezTo>
                    <a:pt x="3520" y="5057"/>
                    <a:pt x="4317" y="4648"/>
                    <a:pt x="4796" y="3936"/>
                  </a:cubicBezTo>
                  <a:cubicBezTo>
                    <a:pt x="5325" y="3143"/>
                    <a:pt x="5365" y="2121"/>
                    <a:pt x="4897" y="1292"/>
                  </a:cubicBezTo>
                  <a:cubicBezTo>
                    <a:pt x="4450" y="491"/>
                    <a:pt x="3603" y="1"/>
                    <a:pt x="2688"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88"/>
            <p:cNvSpPr/>
            <p:nvPr/>
          </p:nvSpPr>
          <p:spPr>
            <a:xfrm>
              <a:off x="4216456" y="1553069"/>
              <a:ext cx="81379" cy="69660"/>
            </a:xfrm>
            <a:custGeom>
              <a:rect b="b" l="l" r="r" t="t"/>
              <a:pathLst>
                <a:path extrusionOk="0" h="2657" w="3104">
                  <a:moveTo>
                    <a:pt x="1775" y="1"/>
                  </a:moveTo>
                  <a:cubicBezTo>
                    <a:pt x="590" y="1"/>
                    <a:pt x="0" y="1431"/>
                    <a:pt x="837" y="2268"/>
                  </a:cubicBezTo>
                  <a:cubicBezTo>
                    <a:pt x="1090" y="2522"/>
                    <a:pt x="1428" y="2656"/>
                    <a:pt x="1772" y="2656"/>
                  </a:cubicBezTo>
                  <a:cubicBezTo>
                    <a:pt x="1944" y="2656"/>
                    <a:pt x="2117" y="2623"/>
                    <a:pt x="2282" y="2554"/>
                  </a:cubicBezTo>
                  <a:cubicBezTo>
                    <a:pt x="2778" y="2351"/>
                    <a:pt x="3104" y="1866"/>
                    <a:pt x="3104" y="1330"/>
                  </a:cubicBezTo>
                  <a:lnTo>
                    <a:pt x="1775" y="1330"/>
                  </a:lnTo>
                  <a:lnTo>
                    <a:pt x="1775"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88"/>
            <p:cNvSpPr/>
            <p:nvPr/>
          </p:nvSpPr>
          <p:spPr>
            <a:xfrm>
              <a:off x="4033379" y="1568643"/>
              <a:ext cx="281471" cy="281471"/>
            </a:xfrm>
            <a:custGeom>
              <a:rect b="b" l="l" r="r" t="t"/>
              <a:pathLst>
                <a:path extrusionOk="0" h="10736" w="10736">
                  <a:moveTo>
                    <a:pt x="3477" y="1"/>
                  </a:moveTo>
                  <a:lnTo>
                    <a:pt x="0" y="3478"/>
                  </a:lnTo>
                  <a:lnTo>
                    <a:pt x="1739" y="5216"/>
                  </a:lnTo>
                  <a:cubicBezTo>
                    <a:pt x="2214" y="5689"/>
                    <a:pt x="2843" y="5935"/>
                    <a:pt x="3479" y="5935"/>
                  </a:cubicBezTo>
                  <a:cubicBezTo>
                    <a:pt x="3915" y="5935"/>
                    <a:pt x="4354" y="5819"/>
                    <a:pt x="4749" y="5582"/>
                  </a:cubicBezTo>
                  <a:lnTo>
                    <a:pt x="5154" y="5991"/>
                  </a:lnTo>
                  <a:cubicBezTo>
                    <a:pt x="4571" y="6958"/>
                    <a:pt x="4723" y="8200"/>
                    <a:pt x="5520" y="8997"/>
                  </a:cubicBezTo>
                  <a:lnTo>
                    <a:pt x="7258" y="10736"/>
                  </a:lnTo>
                  <a:lnTo>
                    <a:pt x="10735" y="7259"/>
                  </a:lnTo>
                  <a:lnTo>
                    <a:pt x="8997" y="5524"/>
                  </a:lnTo>
                  <a:cubicBezTo>
                    <a:pt x="8523" y="5050"/>
                    <a:pt x="7895" y="4804"/>
                    <a:pt x="7260" y="4804"/>
                  </a:cubicBezTo>
                  <a:cubicBezTo>
                    <a:pt x="6824" y="4804"/>
                    <a:pt x="6385" y="4921"/>
                    <a:pt x="5991" y="5158"/>
                  </a:cubicBezTo>
                  <a:lnTo>
                    <a:pt x="5581" y="4749"/>
                  </a:lnTo>
                  <a:cubicBezTo>
                    <a:pt x="6165" y="3782"/>
                    <a:pt x="6012" y="2540"/>
                    <a:pt x="5216" y="1743"/>
                  </a:cubicBezTo>
                  <a:lnTo>
                    <a:pt x="3477"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88"/>
            <p:cNvSpPr/>
            <p:nvPr/>
          </p:nvSpPr>
          <p:spPr>
            <a:xfrm>
              <a:off x="4110852" y="1568748"/>
              <a:ext cx="203998" cy="203893"/>
            </a:xfrm>
            <a:custGeom>
              <a:rect b="b" l="l" r="r" t="t"/>
              <a:pathLst>
                <a:path extrusionOk="0" h="7777" w="7781">
                  <a:moveTo>
                    <a:pt x="522" y="0"/>
                  </a:moveTo>
                  <a:lnTo>
                    <a:pt x="1" y="522"/>
                  </a:lnTo>
                  <a:lnTo>
                    <a:pt x="1739" y="2260"/>
                  </a:lnTo>
                  <a:cubicBezTo>
                    <a:pt x="2467" y="2988"/>
                    <a:pt x="2663" y="4097"/>
                    <a:pt x="2232" y="5031"/>
                  </a:cubicBezTo>
                  <a:cubicBezTo>
                    <a:pt x="2163" y="5180"/>
                    <a:pt x="2192" y="5353"/>
                    <a:pt x="2308" y="5469"/>
                  </a:cubicBezTo>
                  <a:cubicBezTo>
                    <a:pt x="2382" y="5544"/>
                    <a:pt x="2480" y="5582"/>
                    <a:pt x="2580" y="5582"/>
                  </a:cubicBezTo>
                  <a:cubicBezTo>
                    <a:pt x="2636" y="5582"/>
                    <a:pt x="2693" y="5570"/>
                    <a:pt x="2746" y="5545"/>
                  </a:cubicBezTo>
                  <a:cubicBezTo>
                    <a:pt x="3077" y="5391"/>
                    <a:pt x="3430" y="5316"/>
                    <a:pt x="3780" y="5316"/>
                  </a:cubicBezTo>
                  <a:cubicBezTo>
                    <a:pt x="4418" y="5316"/>
                    <a:pt x="5048" y="5565"/>
                    <a:pt x="5520" y="6038"/>
                  </a:cubicBezTo>
                  <a:lnTo>
                    <a:pt x="7259" y="7776"/>
                  </a:lnTo>
                  <a:lnTo>
                    <a:pt x="7780" y="7255"/>
                  </a:lnTo>
                  <a:lnTo>
                    <a:pt x="6042" y="5520"/>
                  </a:lnTo>
                  <a:cubicBezTo>
                    <a:pt x="5567" y="5045"/>
                    <a:pt x="4937" y="4798"/>
                    <a:pt x="4301" y="4798"/>
                  </a:cubicBezTo>
                  <a:cubicBezTo>
                    <a:pt x="3866" y="4798"/>
                    <a:pt x="3429" y="4914"/>
                    <a:pt x="3036" y="5151"/>
                  </a:cubicBezTo>
                  <a:lnTo>
                    <a:pt x="2626" y="4745"/>
                  </a:lnTo>
                  <a:cubicBezTo>
                    <a:pt x="3210" y="3778"/>
                    <a:pt x="3057" y="2536"/>
                    <a:pt x="2261" y="1739"/>
                  </a:cubicBezTo>
                  <a:lnTo>
                    <a:pt x="52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88"/>
            <p:cNvSpPr/>
            <p:nvPr/>
          </p:nvSpPr>
          <p:spPr>
            <a:xfrm>
              <a:off x="4014476" y="1549766"/>
              <a:ext cx="128964" cy="128964"/>
            </a:xfrm>
            <a:custGeom>
              <a:rect b="b" l="l" r="r" t="t"/>
              <a:pathLst>
                <a:path extrusionOk="0" h="4919" w="4919">
                  <a:moveTo>
                    <a:pt x="4206" y="0"/>
                  </a:moveTo>
                  <a:lnTo>
                    <a:pt x="1" y="4205"/>
                  </a:lnTo>
                  <a:lnTo>
                    <a:pt x="711" y="4918"/>
                  </a:lnTo>
                  <a:lnTo>
                    <a:pt x="4919" y="714"/>
                  </a:lnTo>
                  <a:lnTo>
                    <a:pt x="420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88"/>
            <p:cNvSpPr/>
            <p:nvPr/>
          </p:nvSpPr>
          <p:spPr>
            <a:xfrm>
              <a:off x="4023967" y="1559257"/>
              <a:ext cx="119473" cy="119473"/>
            </a:xfrm>
            <a:custGeom>
              <a:rect b="b" l="l" r="r" t="t"/>
              <a:pathLst>
                <a:path extrusionOk="0" h="4557" w="4557">
                  <a:moveTo>
                    <a:pt x="4206" y="0"/>
                  </a:moveTo>
                  <a:lnTo>
                    <a:pt x="1" y="4209"/>
                  </a:lnTo>
                  <a:lnTo>
                    <a:pt x="349" y="4556"/>
                  </a:lnTo>
                  <a:lnTo>
                    <a:pt x="4557" y="352"/>
                  </a:lnTo>
                  <a:lnTo>
                    <a:pt x="4206"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88"/>
            <p:cNvSpPr/>
            <p:nvPr/>
          </p:nvSpPr>
          <p:spPr>
            <a:xfrm>
              <a:off x="4204763" y="1740131"/>
              <a:ext cx="128964" cy="128964"/>
            </a:xfrm>
            <a:custGeom>
              <a:rect b="b" l="l" r="r" t="t"/>
              <a:pathLst>
                <a:path extrusionOk="0" h="4919" w="4919">
                  <a:moveTo>
                    <a:pt x="4205" y="1"/>
                  </a:moveTo>
                  <a:lnTo>
                    <a:pt x="1" y="4205"/>
                  </a:lnTo>
                  <a:lnTo>
                    <a:pt x="714" y="4919"/>
                  </a:lnTo>
                  <a:lnTo>
                    <a:pt x="4919" y="711"/>
                  </a:lnTo>
                  <a:lnTo>
                    <a:pt x="4205"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88"/>
            <p:cNvSpPr/>
            <p:nvPr/>
          </p:nvSpPr>
          <p:spPr>
            <a:xfrm>
              <a:off x="4214070" y="1749439"/>
              <a:ext cx="119657" cy="119657"/>
            </a:xfrm>
            <a:custGeom>
              <a:rect b="b" l="l" r="r" t="t"/>
              <a:pathLst>
                <a:path extrusionOk="0" h="4564" w="4564">
                  <a:moveTo>
                    <a:pt x="4209" y="1"/>
                  </a:moveTo>
                  <a:lnTo>
                    <a:pt x="1" y="4205"/>
                  </a:lnTo>
                  <a:lnTo>
                    <a:pt x="359" y="4564"/>
                  </a:lnTo>
                  <a:lnTo>
                    <a:pt x="4564" y="356"/>
                  </a:lnTo>
                  <a:lnTo>
                    <a:pt x="4209"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88"/>
            <p:cNvSpPr/>
            <p:nvPr/>
          </p:nvSpPr>
          <p:spPr>
            <a:xfrm>
              <a:off x="4075144" y="1678704"/>
              <a:ext cx="92155" cy="30937"/>
            </a:xfrm>
            <a:custGeom>
              <a:rect b="b" l="l" r="r" t="t"/>
              <a:pathLst>
                <a:path extrusionOk="0" h="1180" w="3515">
                  <a:moveTo>
                    <a:pt x="3514" y="0"/>
                  </a:moveTo>
                  <a:lnTo>
                    <a:pt x="1" y="4"/>
                  </a:lnTo>
                  <a:cubicBezTo>
                    <a:pt x="1" y="4"/>
                    <a:pt x="421" y="518"/>
                    <a:pt x="432" y="533"/>
                  </a:cubicBezTo>
                  <a:cubicBezTo>
                    <a:pt x="802" y="966"/>
                    <a:pt x="1277" y="1179"/>
                    <a:pt x="1752" y="1179"/>
                  </a:cubicBezTo>
                  <a:cubicBezTo>
                    <a:pt x="2263" y="1179"/>
                    <a:pt x="2775" y="933"/>
                    <a:pt x="3159" y="449"/>
                  </a:cubicBezTo>
                  <a:lnTo>
                    <a:pt x="3514"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88"/>
            <p:cNvSpPr/>
            <p:nvPr/>
          </p:nvSpPr>
          <p:spPr>
            <a:xfrm>
              <a:off x="4174560" y="1764828"/>
              <a:ext cx="93387" cy="51963"/>
            </a:xfrm>
            <a:custGeom>
              <a:rect b="b" l="l" r="r" t="t"/>
              <a:pathLst>
                <a:path extrusionOk="0" h="1982" w="3562">
                  <a:moveTo>
                    <a:pt x="1" y="0"/>
                  </a:moveTo>
                  <a:cubicBezTo>
                    <a:pt x="1" y="381"/>
                    <a:pt x="254" y="656"/>
                    <a:pt x="298" y="699"/>
                  </a:cubicBezTo>
                  <a:lnTo>
                    <a:pt x="1580" y="1981"/>
                  </a:lnTo>
                  <a:lnTo>
                    <a:pt x="3561"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88"/>
            <p:cNvSpPr/>
            <p:nvPr/>
          </p:nvSpPr>
          <p:spPr>
            <a:xfrm>
              <a:off x="4176081" y="1515946"/>
              <a:ext cx="156361" cy="157174"/>
            </a:xfrm>
            <a:custGeom>
              <a:rect b="b" l="l" r="r" t="t"/>
              <a:pathLst>
                <a:path extrusionOk="0" h="5995" w="5964">
                  <a:moveTo>
                    <a:pt x="3239" y="1"/>
                  </a:moveTo>
                  <a:cubicBezTo>
                    <a:pt x="2876" y="1"/>
                    <a:pt x="2504" y="75"/>
                    <a:pt x="2145" y="233"/>
                  </a:cubicBezTo>
                  <a:cubicBezTo>
                    <a:pt x="537" y="935"/>
                    <a:pt x="1" y="2956"/>
                    <a:pt x="1055" y="4365"/>
                  </a:cubicBezTo>
                  <a:lnTo>
                    <a:pt x="993" y="5785"/>
                  </a:lnTo>
                  <a:cubicBezTo>
                    <a:pt x="987" y="5904"/>
                    <a:pt x="1084" y="5995"/>
                    <a:pt x="1193" y="5995"/>
                  </a:cubicBezTo>
                  <a:cubicBezTo>
                    <a:pt x="1220" y="5995"/>
                    <a:pt x="1248" y="5989"/>
                    <a:pt x="1276" y="5977"/>
                  </a:cubicBezTo>
                  <a:lnTo>
                    <a:pt x="2565" y="5372"/>
                  </a:lnTo>
                  <a:cubicBezTo>
                    <a:pt x="2793" y="5430"/>
                    <a:pt x="3021" y="5458"/>
                    <a:pt x="3245" y="5458"/>
                  </a:cubicBezTo>
                  <a:cubicBezTo>
                    <a:pt x="4578" y="5458"/>
                    <a:pt x="5764" y="4472"/>
                    <a:pt x="5944" y="3083"/>
                  </a:cubicBezTo>
                  <a:cubicBezTo>
                    <a:pt x="5964" y="2938"/>
                    <a:pt x="5853" y="2857"/>
                    <a:pt x="5744" y="2857"/>
                  </a:cubicBezTo>
                  <a:cubicBezTo>
                    <a:pt x="5654" y="2857"/>
                    <a:pt x="5564" y="2913"/>
                    <a:pt x="5549" y="3032"/>
                  </a:cubicBezTo>
                  <a:cubicBezTo>
                    <a:pt x="5393" y="4221"/>
                    <a:pt x="4374" y="5059"/>
                    <a:pt x="3239" y="5059"/>
                  </a:cubicBezTo>
                  <a:cubicBezTo>
                    <a:pt x="3029" y="5059"/>
                    <a:pt x="2815" y="5030"/>
                    <a:pt x="2601" y="4970"/>
                  </a:cubicBezTo>
                  <a:cubicBezTo>
                    <a:pt x="2582" y="4964"/>
                    <a:pt x="2563" y="4961"/>
                    <a:pt x="2544" y="4961"/>
                  </a:cubicBezTo>
                  <a:cubicBezTo>
                    <a:pt x="2515" y="4961"/>
                    <a:pt x="2486" y="4968"/>
                    <a:pt x="2460" y="4981"/>
                  </a:cubicBezTo>
                  <a:lnTo>
                    <a:pt x="1406" y="5473"/>
                  </a:lnTo>
                  <a:lnTo>
                    <a:pt x="1406" y="5473"/>
                  </a:lnTo>
                  <a:lnTo>
                    <a:pt x="1460" y="4311"/>
                  </a:lnTo>
                  <a:cubicBezTo>
                    <a:pt x="1460" y="4260"/>
                    <a:pt x="1446" y="4213"/>
                    <a:pt x="1413" y="4177"/>
                  </a:cubicBezTo>
                  <a:cubicBezTo>
                    <a:pt x="475" y="2989"/>
                    <a:pt x="899" y="1236"/>
                    <a:pt x="2275" y="609"/>
                  </a:cubicBezTo>
                  <a:cubicBezTo>
                    <a:pt x="2591" y="466"/>
                    <a:pt x="2917" y="399"/>
                    <a:pt x="3237" y="399"/>
                  </a:cubicBezTo>
                  <a:cubicBezTo>
                    <a:pt x="4314" y="399"/>
                    <a:pt x="5313" y="1157"/>
                    <a:pt x="5528" y="2304"/>
                  </a:cubicBezTo>
                  <a:cubicBezTo>
                    <a:pt x="5548" y="2417"/>
                    <a:pt x="5633" y="2467"/>
                    <a:pt x="5719" y="2467"/>
                  </a:cubicBezTo>
                  <a:cubicBezTo>
                    <a:pt x="5833" y="2467"/>
                    <a:pt x="5948" y="2380"/>
                    <a:pt x="5919" y="2232"/>
                  </a:cubicBezTo>
                  <a:cubicBezTo>
                    <a:pt x="5671" y="890"/>
                    <a:pt x="4502"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88"/>
            <p:cNvSpPr/>
            <p:nvPr/>
          </p:nvSpPr>
          <p:spPr>
            <a:xfrm>
              <a:off x="4219759" y="1547852"/>
              <a:ext cx="83319" cy="80068"/>
            </a:xfrm>
            <a:custGeom>
              <a:rect b="b" l="l" r="r" t="t"/>
              <a:pathLst>
                <a:path extrusionOk="0" h="3054" w="3178">
                  <a:moveTo>
                    <a:pt x="1450" y="417"/>
                  </a:moveTo>
                  <a:lnTo>
                    <a:pt x="1450" y="1525"/>
                  </a:lnTo>
                  <a:cubicBezTo>
                    <a:pt x="1450" y="1638"/>
                    <a:pt x="1536" y="1728"/>
                    <a:pt x="1649" y="1728"/>
                  </a:cubicBezTo>
                  <a:lnTo>
                    <a:pt x="2757" y="1728"/>
                  </a:lnTo>
                  <a:cubicBezTo>
                    <a:pt x="2654" y="2306"/>
                    <a:pt x="2158" y="2655"/>
                    <a:pt x="1646" y="2655"/>
                  </a:cubicBezTo>
                  <a:cubicBezTo>
                    <a:pt x="1365" y="2655"/>
                    <a:pt x="1080" y="2550"/>
                    <a:pt x="852" y="2322"/>
                  </a:cubicBezTo>
                  <a:cubicBezTo>
                    <a:pt x="207" y="1681"/>
                    <a:pt x="551" y="580"/>
                    <a:pt x="1450" y="417"/>
                  </a:cubicBezTo>
                  <a:close/>
                  <a:moveTo>
                    <a:pt x="1655" y="1"/>
                  </a:moveTo>
                  <a:cubicBezTo>
                    <a:pt x="1653" y="1"/>
                    <a:pt x="1651" y="1"/>
                    <a:pt x="1649" y="1"/>
                  </a:cubicBezTo>
                  <a:cubicBezTo>
                    <a:pt x="1029" y="1"/>
                    <a:pt x="475" y="370"/>
                    <a:pt x="236" y="942"/>
                  </a:cubicBezTo>
                  <a:cubicBezTo>
                    <a:pt x="1" y="1511"/>
                    <a:pt x="131" y="2170"/>
                    <a:pt x="569" y="2605"/>
                  </a:cubicBezTo>
                  <a:cubicBezTo>
                    <a:pt x="860" y="2898"/>
                    <a:pt x="1252" y="3054"/>
                    <a:pt x="1650" y="3054"/>
                  </a:cubicBezTo>
                  <a:cubicBezTo>
                    <a:pt x="1846" y="3054"/>
                    <a:pt x="2044" y="3016"/>
                    <a:pt x="2232" y="2938"/>
                  </a:cubicBezTo>
                  <a:cubicBezTo>
                    <a:pt x="2804" y="2702"/>
                    <a:pt x="3177" y="2145"/>
                    <a:pt x="3177" y="1525"/>
                  </a:cubicBezTo>
                  <a:cubicBezTo>
                    <a:pt x="3177" y="1417"/>
                    <a:pt x="3087" y="1326"/>
                    <a:pt x="2978" y="1326"/>
                  </a:cubicBezTo>
                  <a:lnTo>
                    <a:pt x="1848" y="1326"/>
                  </a:lnTo>
                  <a:lnTo>
                    <a:pt x="1848" y="200"/>
                  </a:lnTo>
                  <a:cubicBezTo>
                    <a:pt x="1851" y="93"/>
                    <a:pt x="1764"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88"/>
            <p:cNvSpPr/>
            <p:nvPr/>
          </p:nvSpPr>
          <p:spPr>
            <a:xfrm>
              <a:off x="4008787" y="1544549"/>
              <a:ext cx="330734" cy="329764"/>
            </a:xfrm>
            <a:custGeom>
              <a:rect b="b" l="l" r="r" t="t"/>
              <a:pathLst>
                <a:path extrusionOk="0" h="12578" w="12615">
                  <a:moveTo>
                    <a:pt x="4770" y="1561"/>
                  </a:moveTo>
                  <a:lnTo>
                    <a:pt x="6012" y="2803"/>
                  </a:lnTo>
                  <a:cubicBezTo>
                    <a:pt x="6748" y="3535"/>
                    <a:pt x="6885" y="4676"/>
                    <a:pt x="6349" y="5563"/>
                  </a:cubicBezTo>
                  <a:cubicBezTo>
                    <a:pt x="6302" y="5643"/>
                    <a:pt x="6313" y="5744"/>
                    <a:pt x="6378" y="5809"/>
                  </a:cubicBezTo>
                  <a:lnTo>
                    <a:pt x="6788" y="6215"/>
                  </a:lnTo>
                  <a:cubicBezTo>
                    <a:pt x="6827" y="6254"/>
                    <a:pt x="6878" y="6275"/>
                    <a:pt x="6930" y="6275"/>
                  </a:cubicBezTo>
                  <a:cubicBezTo>
                    <a:pt x="6964" y="6275"/>
                    <a:pt x="6999" y="6266"/>
                    <a:pt x="7030" y="6247"/>
                  </a:cubicBezTo>
                  <a:cubicBezTo>
                    <a:pt x="7391" y="6028"/>
                    <a:pt x="7794" y="5921"/>
                    <a:pt x="8195" y="5921"/>
                  </a:cubicBezTo>
                  <a:cubicBezTo>
                    <a:pt x="8779" y="5921"/>
                    <a:pt x="9357" y="6148"/>
                    <a:pt x="9794" y="6584"/>
                  </a:cubicBezTo>
                  <a:lnTo>
                    <a:pt x="11036" y="7826"/>
                  </a:lnTo>
                  <a:lnTo>
                    <a:pt x="7841" y="11017"/>
                  </a:lnTo>
                  <a:lnTo>
                    <a:pt x="6599" y="9775"/>
                  </a:lnTo>
                  <a:cubicBezTo>
                    <a:pt x="5864" y="9043"/>
                    <a:pt x="5726" y="7902"/>
                    <a:pt x="6262" y="7015"/>
                  </a:cubicBezTo>
                  <a:cubicBezTo>
                    <a:pt x="6309" y="6936"/>
                    <a:pt x="6299" y="6834"/>
                    <a:pt x="6233" y="6769"/>
                  </a:cubicBezTo>
                  <a:lnTo>
                    <a:pt x="5824" y="6363"/>
                  </a:lnTo>
                  <a:cubicBezTo>
                    <a:pt x="5785" y="6324"/>
                    <a:pt x="5732" y="6303"/>
                    <a:pt x="5680" y="6303"/>
                  </a:cubicBezTo>
                  <a:cubicBezTo>
                    <a:pt x="5646" y="6303"/>
                    <a:pt x="5612" y="6312"/>
                    <a:pt x="5581" y="6331"/>
                  </a:cubicBezTo>
                  <a:cubicBezTo>
                    <a:pt x="5219" y="6550"/>
                    <a:pt x="4815" y="6657"/>
                    <a:pt x="4414" y="6657"/>
                  </a:cubicBezTo>
                  <a:cubicBezTo>
                    <a:pt x="3830" y="6657"/>
                    <a:pt x="3252" y="6430"/>
                    <a:pt x="2818" y="5994"/>
                  </a:cubicBezTo>
                  <a:lnTo>
                    <a:pt x="1579" y="4755"/>
                  </a:lnTo>
                  <a:lnTo>
                    <a:pt x="4770" y="1561"/>
                  </a:lnTo>
                  <a:close/>
                  <a:moveTo>
                    <a:pt x="11680" y="7743"/>
                  </a:moveTo>
                  <a:lnTo>
                    <a:pt x="12108" y="8174"/>
                  </a:lnTo>
                  <a:lnTo>
                    <a:pt x="8189" y="12093"/>
                  </a:lnTo>
                  <a:lnTo>
                    <a:pt x="7758" y="11665"/>
                  </a:lnTo>
                  <a:lnTo>
                    <a:pt x="11456" y="7968"/>
                  </a:lnTo>
                  <a:lnTo>
                    <a:pt x="11680" y="7743"/>
                  </a:lnTo>
                  <a:close/>
                  <a:moveTo>
                    <a:pt x="4424" y="1"/>
                  </a:moveTo>
                  <a:cubicBezTo>
                    <a:pt x="4373" y="1"/>
                    <a:pt x="4321" y="20"/>
                    <a:pt x="4281" y="58"/>
                  </a:cubicBezTo>
                  <a:lnTo>
                    <a:pt x="2720" y="1619"/>
                  </a:lnTo>
                  <a:cubicBezTo>
                    <a:pt x="2578" y="1764"/>
                    <a:pt x="2710" y="1962"/>
                    <a:pt x="2865" y="1962"/>
                  </a:cubicBezTo>
                  <a:cubicBezTo>
                    <a:pt x="2911" y="1962"/>
                    <a:pt x="2959" y="1944"/>
                    <a:pt x="3003" y="1901"/>
                  </a:cubicBezTo>
                  <a:lnTo>
                    <a:pt x="4423" y="482"/>
                  </a:lnTo>
                  <a:lnTo>
                    <a:pt x="4854" y="913"/>
                  </a:lnTo>
                  <a:lnTo>
                    <a:pt x="4629" y="1134"/>
                  </a:lnTo>
                  <a:lnTo>
                    <a:pt x="1156" y="4610"/>
                  </a:lnTo>
                  <a:lnTo>
                    <a:pt x="931" y="4831"/>
                  </a:lnTo>
                  <a:lnTo>
                    <a:pt x="504" y="4404"/>
                  </a:lnTo>
                  <a:lnTo>
                    <a:pt x="2449" y="2455"/>
                  </a:lnTo>
                  <a:cubicBezTo>
                    <a:pt x="2588" y="2310"/>
                    <a:pt x="2457" y="2114"/>
                    <a:pt x="2303" y="2114"/>
                  </a:cubicBezTo>
                  <a:cubicBezTo>
                    <a:pt x="2257" y="2114"/>
                    <a:pt x="2209" y="2131"/>
                    <a:pt x="2166" y="2173"/>
                  </a:cubicBezTo>
                  <a:lnTo>
                    <a:pt x="76" y="4259"/>
                  </a:lnTo>
                  <a:cubicBezTo>
                    <a:pt x="0" y="4339"/>
                    <a:pt x="0" y="4465"/>
                    <a:pt x="76" y="4545"/>
                  </a:cubicBezTo>
                  <a:lnTo>
                    <a:pt x="790" y="5255"/>
                  </a:lnTo>
                  <a:cubicBezTo>
                    <a:pt x="830" y="5295"/>
                    <a:pt x="881" y="5315"/>
                    <a:pt x="933" y="5315"/>
                  </a:cubicBezTo>
                  <a:cubicBezTo>
                    <a:pt x="984" y="5315"/>
                    <a:pt x="1034" y="5295"/>
                    <a:pt x="1072" y="5255"/>
                  </a:cubicBezTo>
                  <a:lnTo>
                    <a:pt x="1297" y="5034"/>
                  </a:lnTo>
                  <a:lnTo>
                    <a:pt x="2539" y="6273"/>
                  </a:lnTo>
                  <a:cubicBezTo>
                    <a:pt x="3048" y="6786"/>
                    <a:pt x="3729" y="7056"/>
                    <a:pt x="4420" y="7056"/>
                  </a:cubicBezTo>
                  <a:cubicBezTo>
                    <a:pt x="4840" y="7056"/>
                    <a:pt x="5264" y="6956"/>
                    <a:pt x="5654" y="6751"/>
                  </a:cubicBezTo>
                  <a:lnTo>
                    <a:pt x="5842" y="6943"/>
                  </a:lnTo>
                  <a:cubicBezTo>
                    <a:pt x="5303" y="7975"/>
                    <a:pt x="5495" y="9235"/>
                    <a:pt x="6317" y="10057"/>
                  </a:cubicBezTo>
                  <a:lnTo>
                    <a:pt x="7559" y="11300"/>
                  </a:lnTo>
                  <a:lnTo>
                    <a:pt x="7334" y="11524"/>
                  </a:lnTo>
                  <a:cubicBezTo>
                    <a:pt x="7258" y="11600"/>
                    <a:pt x="7258" y="11727"/>
                    <a:pt x="7334" y="11807"/>
                  </a:cubicBezTo>
                  <a:lnTo>
                    <a:pt x="8048" y="12520"/>
                  </a:lnTo>
                  <a:cubicBezTo>
                    <a:pt x="8086" y="12558"/>
                    <a:pt x="8137" y="12577"/>
                    <a:pt x="8188" y="12577"/>
                  </a:cubicBezTo>
                  <a:cubicBezTo>
                    <a:pt x="8239" y="12577"/>
                    <a:pt x="8291" y="12558"/>
                    <a:pt x="8330" y="12520"/>
                  </a:cubicBezTo>
                  <a:lnTo>
                    <a:pt x="12535" y="8312"/>
                  </a:lnTo>
                  <a:cubicBezTo>
                    <a:pt x="12615" y="8236"/>
                    <a:pt x="12615" y="8109"/>
                    <a:pt x="12535" y="8029"/>
                  </a:cubicBezTo>
                  <a:lnTo>
                    <a:pt x="11822" y="7319"/>
                  </a:lnTo>
                  <a:cubicBezTo>
                    <a:pt x="11784" y="7280"/>
                    <a:pt x="11733" y="7260"/>
                    <a:pt x="11682" y="7260"/>
                  </a:cubicBezTo>
                  <a:cubicBezTo>
                    <a:pt x="11631" y="7260"/>
                    <a:pt x="11579" y="7280"/>
                    <a:pt x="11539" y="7319"/>
                  </a:cubicBezTo>
                  <a:lnTo>
                    <a:pt x="11318" y="7540"/>
                  </a:lnTo>
                  <a:lnTo>
                    <a:pt x="10076" y="6298"/>
                  </a:lnTo>
                  <a:cubicBezTo>
                    <a:pt x="9565" y="5787"/>
                    <a:pt x="8884" y="5518"/>
                    <a:pt x="8193" y="5518"/>
                  </a:cubicBezTo>
                  <a:cubicBezTo>
                    <a:pt x="7772" y="5518"/>
                    <a:pt x="7348" y="5618"/>
                    <a:pt x="6958" y="5824"/>
                  </a:cubicBezTo>
                  <a:lnTo>
                    <a:pt x="6769" y="5635"/>
                  </a:lnTo>
                  <a:cubicBezTo>
                    <a:pt x="7313" y="4603"/>
                    <a:pt x="7121" y="3339"/>
                    <a:pt x="6295" y="2521"/>
                  </a:cubicBezTo>
                  <a:lnTo>
                    <a:pt x="5053" y="1278"/>
                  </a:lnTo>
                  <a:lnTo>
                    <a:pt x="5277" y="1054"/>
                  </a:lnTo>
                  <a:cubicBezTo>
                    <a:pt x="5353" y="974"/>
                    <a:pt x="5353" y="847"/>
                    <a:pt x="5277" y="771"/>
                  </a:cubicBezTo>
                  <a:lnTo>
                    <a:pt x="4567" y="58"/>
                  </a:lnTo>
                  <a:cubicBezTo>
                    <a:pt x="4528" y="20"/>
                    <a:pt x="4476" y="1"/>
                    <a:pt x="4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88"/>
            <p:cNvSpPr/>
            <p:nvPr/>
          </p:nvSpPr>
          <p:spPr>
            <a:xfrm>
              <a:off x="4068327" y="1673486"/>
              <a:ext cx="105788" cy="41424"/>
            </a:xfrm>
            <a:custGeom>
              <a:rect b="b" l="l" r="r" t="t"/>
              <a:pathLst>
                <a:path extrusionOk="0" h="1580" w="4035">
                  <a:moveTo>
                    <a:pt x="3361" y="402"/>
                  </a:moveTo>
                  <a:lnTo>
                    <a:pt x="3260" y="525"/>
                  </a:lnTo>
                  <a:cubicBezTo>
                    <a:pt x="2934" y="938"/>
                    <a:pt x="2499" y="1170"/>
                    <a:pt x="2039" y="1177"/>
                  </a:cubicBezTo>
                  <a:cubicBezTo>
                    <a:pt x="2032" y="1177"/>
                    <a:pt x="2024" y="1177"/>
                    <a:pt x="2017" y="1177"/>
                  </a:cubicBezTo>
                  <a:cubicBezTo>
                    <a:pt x="1579" y="1177"/>
                    <a:pt x="1165" y="972"/>
                    <a:pt x="848" y="601"/>
                  </a:cubicBezTo>
                  <a:lnTo>
                    <a:pt x="685" y="402"/>
                  </a:lnTo>
                  <a:close/>
                  <a:moveTo>
                    <a:pt x="261" y="0"/>
                  </a:moveTo>
                  <a:cubicBezTo>
                    <a:pt x="94" y="0"/>
                    <a:pt x="0" y="196"/>
                    <a:pt x="105" y="326"/>
                  </a:cubicBezTo>
                  <a:cubicBezTo>
                    <a:pt x="232" y="482"/>
                    <a:pt x="529" y="844"/>
                    <a:pt x="540" y="859"/>
                  </a:cubicBezTo>
                  <a:cubicBezTo>
                    <a:pt x="935" y="1322"/>
                    <a:pt x="1456" y="1579"/>
                    <a:pt x="2014" y="1579"/>
                  </a:cubicBezTo>
                  <a:lnTo>
                    <a:pt x="2046" y="1579"/>
                  </a:lnTo>
                  <a:cubicBezTo>
                    <a:pt x="2630" y="1568"/>
                    <a:pt x="3173" y="1282"/>
                    <a:pt x="3575" y="775"/>
                  </a:cubicBezTo>
                  <a:lnTo>
                    <a:pt x="3930" y="326"/>
                  </a:lnTo>
                  <a:cubicBezTo>
                    <a:pt x="4035" y="196"/>
                    <a:pt x="3941" y="0"/>
                    <a:pt x="3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88"/>
            <p:cNvSpPr/>
            <p:nvPr/>
          </p:nvSpPr>
          <p:spPr>
            <a:xfrm>
              <a:off x="4169264" y="1759611"/>
              <a:ext cx="104372" cy="62450"/>
            </a:xfrm>
            <a:custGeom>
              <a:rect b="b" l="l" r="r" t="t"/>
              <a:pathLst>
                <a:path extrusionOk="0" h="2382" w="3981">
                  <a:moveTo>
                    <a:pt x="199" y="0"/>
                  </a:moveTo>
                  <a:cubicBezTo>
                    <a:pt x="91" y="0"/>
                    <a:pt x="0" y="87"/>
                    <a:pt x="0" y="199"/>
                  </a:cubicBezTo>
                  <a:cubicBezTo>
                    <a:pt x="0" y="652"/>
                    <a:pt x="293" y="978"/>
                    <a:pt x="355" y="1040"/>
                  </a:cubicBezTo>
                  <a:lnTo>
                    <a:pt x="1637" y="2322"/>
                  </a:lnTo>
                  <a:cubicBezTo>
                    <a:pt x="1677" y="2361"/>
                    <a:pt x="1729" y="2381"/>
                    <a:pt x="1780" y="2381"/>
                  </a:cubicBezTo>
                  <a:cubicBezTo>
                    <a:pt x="1831" y="2381"/>
                    <a:pt x="1882" y="2361"/>
                    <a:pt x="1920" y="2322"/>
                  </a:cubicBezTo>
                  <a:lnTo>
                    <a:pt x="3904" y="344"/>
                  </a:lnTo>
                  <a:cubicBezTo>
                    <a:pt x="3962" y="286"/>
                    <a:pt x="3980" y="199"/>
                    <a:pt x="3948" y="123"/>
                  </a:cubicBezTo>
                  <a:cubicBezTo>
                    <a:pt x="3915" y="47"/>
                    <a:pt x="3843" y="0"/>
                    <a:pt x="3763" y="0"/>
                  </a:cubicBezTo>
                  <a:lnTo>
                    <a:pt x="1992" y="0"/>
                  </a:lnTo>
                  <a:cubicBezTo>
                    <a:pt x="1728" y="0"/>
                    <a:pt x="1728" y="398"/>
                    <a:pt x="1992" y="398"/>
                  </a:cubicBezTo>
                  <a:lnTo>
                    <a:pt x="3278" y="398"/>
                  </a:lnTo>
                  <a:lnTo>
                    <a:pt x="1782" y="1898"/>
                  </a:lnTo>
                  <a:lnTo>
                    <a:pt x="641" y="757"/>
                  </a:lnTo>
                  <a:cubicBezTo>
                    <a:pt x="547" y="656"/>
                    <a:pt x="475" y="532"/>
                    <a:pt x="431" y="398"/>
                  </a:cubicBezTo>
                  <a:lnTo>
                    <a:pt x="1203" y="398"/>
                  </a:lnTo>
                  <a:cubicBezTo>
                    <a:pt x="1471" y="398"/>
                    <a:pt x="1471"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9" name="Google Shape;17309;p88"/>
          <p:cNvGrpSpPr/>
          <p:nvPr/>
        </p:nvGrpSpPr>
        <p:grpSpPr>
          <a:xfrm>
            <a:off x="3962539" y="2508435"/>
            <a:ext cx="378502" cy="218470"/>
            <a:chOff x="3962539" y="2508435"/>
            <a:chExt cx="378502" cy="218470"/>
          </a:xfrm>
        </p:grpSpPr>
        <p:sp>
          <p:nvSpPr>
            <p:cNvPr id="17310" name="Google Shape;17310;p88"/>
            <p:cNvSpPr/>
            <p:nvPr/>
          </p:nvSpPr>
          <p:spPr>
            <a:xfrm>
              <a:off x="4134605" y="2513495"/>
              <a:ext cx="205781" cy="208088"/>
            </a:xfrm>
            <a:custGeom>
              <a:rect b="b" l="l" r="r" t="t"/>
              <a:pathLst>
                <a:path extrusionOk="0" h="7937" w="7849">
                  <a:moveTo>
                    <a:pt x="3849" y="0"/>
                  </a:moveTo>
                  <a:cubicBezTo>
                    <a:pt x="2889" y="0"/>
                    <a:pt x="1934" y="384"/>
                    <a:pt x="1232" y="1139"/>
                  </a:cubicBezTo>
                  <a:cubicBezTo>
                    <a:pt x="1177" y="1193"/>
                    <a:pt x="1127" y="1247"/>
                    <a:pt x="1083" y="1305"/>
                  </a:cubicBezTo>
                  <a:cubicBezTo>
                    <a:pt x="1058" y="1338"/>
                    <a:pt x="1032" y="1367"/>
                    <a:pt x="1007" y="1399"/>
                  </a:cubicBezTo>
                  <a:cubicBezTo>
                    <a:pt x="62" y="2616"/>
                    <a:pt x="0" y="4304"/>
                    <a:pt x="859" y="5586"/>
                  </a:cubicBezTo>
                  <a:cubicBezTo>
                    <a:pt x="906" y="5659"/>
                    <a:pt x="956" y="5727"/>
                    <a:pt x="1007" y="5793"/>
                  </a:cubicBezTo>
                  <a:cubicBezTo>
                    <a:pt x="1032" y="5825"/>
                    <a:pt x="1058" y="5854"/>
                    <a:pt x="1083" y="5887"/>
                  </a:cubicBezTo>
                  <a:cubicBezTo>
                    <a:pt x="1119" y="5934"/>
                    <a:pt x="1159" y="5977"/>
                    <a:pt x="1199" y="6021"/>
                  </a:cubicBezTo>
                  <a:cubicBezTo>
                    <a:pt x="1888" y="6769"/>
                    <a:pt x="2851" y="7178"/>
                    <a:pt x="3840" y="7178"/>
                  </a:cubicBezTo>
                  <a:cubicBezTo>
                    <a:pt x="4167" y="7178"/>
                    <a:pt x="4497" y="7134"/>
                    <a:pt x="4821" y="7042"/>
                  </a:cubicBezTo>
                  <a:lnTo>
                    <a:pt x="6740" y="7937"/>
                  </a:lnTo>
                  <a:lnTo>
                    <a:pt x="6642" y="5822"/>
                  </a:lnTo>
                  <a:cubicBezTo>
                    <a:pt x="7848" y="4319"/>
                    <a:pt x="7649" y="2135"/>
                    <a:pt x="6193" y="874"/>
                  </a:cubicBezTo>
                  <a:cubicBezTo>
                    <a:pt x="5517" y="289"/>
                    <a:pt x="4682" y="0"/>
                    <a:pt x="3849"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88"/>
            <p:cNvSpPr/>
            <p:nvPr/>
          </p:nvSpPr>
          <p:spPr>
            <a:xfrm>
              <a:off x="4134684" y="2547709"/>
              <a:ext cx="53012" cy="120129"/>
            </a:xfrm>
            <a:custGeom>
              <a:rect b="b" l="l" r="r" t="t"/>
              <a:pathLst>
                <a:path extrusionOk="0" h="4582" w="2022">
                  <a:moveTo>
                    <a:pt x="1080" y="0"/>
                  </a:moveTo>
                  <a:cubicBezTo>
                    <a:pt x="1055" y="33"/>
                    <a:pt x="1029" y="65"/>
                    <a:pt x="1004" y="94"/>
                  </a:cubicBezTo>
                  <a:cubicBezTo>
                    <a:pt x="59" y="1311"/>
                    <a:pt x="1" y="2999"/>
                    <a:pt x="856" y="4281"/>
                  </a:cubicBezTo>
                  <a:cubicBezTo>
                    <a:pt x="903" y="4354"/>
                    <a:pt x="953" y="4422"/>
                    <a:pt x="1004" y="4488"/>
                  </a:cubicBezTo>
                  <a:cubicBezTo>
                    <a:pt x="1029" y="4520"/>
                    <a:pt x="1055" y="4553"/>
                    <a:pt x="1080" y="4582"/>
                  </a:cubicBezTo>
                  <a:lnTo>
                    <a:pt x="1102" y="4549"/>
                  </a:lnTo>
                  <a:cubicBezTo>
                    <a:pt x="2022" y="3169"/>
                    <a:pt x="2014" y="1369"/>
                    <a:pt x="10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88"/>
            <p:cNvSpPr/>
            <p:nvPr/>
          </p:nvSpPr>
          <p:spPr>
            <a:xfrm>
              <a:off x="3975071" y="2513915"/>
              <a:ext cx="199253" cy="207669"/>
            </a:xfrm>
            <a:custGeom>
              <a:rect b="b" l="l" r="r" t="t"/>
              <a:pathLst>
                <a:path extrusionOk="0" h="7921" w="7600">
                  <a:moveTo>
                    <a:pt x="3818" y="1"/>
                  </a:moveTo>
                  <a:cubicBezTo>
                    <a:pt x="3770" y="1"/>
                    <a:pt x="3722" y="2"/>
                    <a:pt x="3673" y="4"/>
                  </a:cubicBezTo>
                  <a:cubicBezTo>
                    <a:pt x="2326" y="58"/>
                    <a:pt x="1123" y="862"/>
                    <a:pt x="562" y="2086"/>
                  </a:cubicBezTo>
                  <a:cubicBezTo>
                    <a:pt x="1" y="3310"/>
                    <a:pt x="175" y="4748"/>
                    <a:pt x="1011" y="5806"/>
                  </a:cubicBezTo>
                  <a:lnTo>
                    <a:pt x="913" y="7921"/>
                  </a:lnTo>
                  <a:lnTo>
                    <a:pt x="2833" y="7022"/>
                  </a:lnTo>
                  <a:cubicBezTo>
                    <a:pt x="3159" y="7116"/>
                    <a:pt x="3490" y="7161"/>
                    <a:pt x="3817" y="7161"/>
                  </a:cubicBezTo>
                  <a:cubicBezTo>
                    <a:pt x="4991" y="7161"/>
                    <a:pt x="6118" y="6581"/>
                    <a:pt x="6795" y="5570"/>
                  </a:cubicBezTo>
                  <a:cubicBezTo>
                    <a:pt x="7541" y="4451"/>
                    <a:pt x="7599" y="3002"/>
                    <a:pt x="6940" y="1829"/>
                  </a:cubicBezTo>
                  <a:cubicBezTo>
                    <a:pt x="6305" y="694"/>
                    <a:pt x="5107" y="1"/>
                    <a:pt x="3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88"/>
            <p:cNvSpPr/>
            <p:nvPr/>
          </p:nvSpPr>
          <p:spPr>
            <a:xfrm>
              <a:off x="4116095" y="2509379"/>
              <a:ext cx="224946" cy="217474"/>
            </a:xfrm>
            <a:custGeom>
              <a:rect b="b" l="l" r="r" t="t"/>
              <a:pathLst>
                <a:path extrusionOk="0" h="8295" w="8580">
                  <a:moveTo>
                    <a:pt x="4982" y="0"/>
                  </a:moveTo>
                  <a:cubicBezTo>
                    <a:pt x="4744" y="0"/>
                    <a:pt x="4709" y="367"/>
                    <a:pt x="4965" y="401"/>
                  </a:cubicBezTo>
                  <a:cubicBezTo>
                    <a:pt x="6175" y="553"/>
                    <a:pt x="7211" y="1346"/>
                    <a:pt x="7671" y="2476"/>
                  </a:cubicBezTo>
                  <a:cubicBezTo>
                    <a:pt x="8134" y="3606"/>
                    <a:pt x="7950" y="4896"/>
                    <a:pt x="7193" y="5855"/>
                  </a:cubicBezTo>
                  <a:cubicBezTo>
                    <a:pt x="7160" y="5892"/>
                    <a:pt x="7146" y="5939"/>
                    <a:pt x="7146" y="5989"/>
                  </a:cubicBezTo>
                  <a:lnTo>
                    <a:pt x="7229" y="7771"/>
                  </a:lnTo>
                  <a:lnTo>
                    <a:pt x="5610" y="7018"/>
                  </a:lnTo>
                  <a:cubicBezTo>
                    <a:pt x="5584" y="7005"/>
                    <a:pt x="5555" y="6998"/>
                    <a:pt x="5526" y="6998"/>
                  </a:cubicBezTo>
                  <a:cubicBezTo>
                    <a:pt x="5507" y="6998"/>
                    <a:pt x="5488" y="7001"/>
                    <a:pt x="5469" y="7007"/>
                  </a:cubicBezTo>
                  <a:cubicBezTo>
                    <a:pt x="5166" y="7092"/>
                    <a:pt x="4858" y="7133"/>
                    <a:pt x="4552" y="7133"/>
                  </a:cubicBezTo>
                  <a:cubicBezTo>
                    <a:pt x="3617" y="7133"/>
                    <a:pt x="2705" y="6748"/>
                    <a:pt x="2050" y="6044"/>
                  </a:cubicBezTo>
                  <a:cubicBezTo>
                    <a:pt x="1988" y="5975"/>
                    <a:pt x="1927" y="5903"/>
                    <a:pt x="1869" y="5826"/>
                  </a:cubicBezTo>
                  <a:cubicBezTo>
                    <a:pt x="1822" y="5765"/>
                    <a:pt x="1775" y="5700"/>
                    <a:pt x="1728" y="5635"/>
                  </a:cubicBezTo>
                  <a:lnTo>
                    <a:pt x="1720" y="5624"/>
                  </a:lnTo>
                  <a:cubicBezTo>
                    <a:pt x="2003" y="5131"/>
                    <a:pt x="2169" y="4581"/>
                    <a:pt x="2209" y="4016"/>
                  </a:cubicBezTo>
                  <a:cubicBezTo>
                    <a:pt x="2219" y="3877"/>
                    <a:pt x="2112" y="3803"/>
                    <a:pt x="2006" y="3803"/>
                  </a:cubicBezTo>
                  <a:cubicBezTo>
                    <a:pt x="1911" y="3803"/>
                    <a:pt x="1816" y="3863"/>
                    <a:pt x="1807" y="3990"/>
                  </a:cubicBezTo>
                  <a:cubicBezTo>
                    <a:pt x="1731" y="5084"/>
                    <a:pt x="1130" y="6073"/>
                    <a:pt x="192" y="6645"/>
                  </a:cubicBezTo>
                  <a:cubicBezTo>
                    <a:pt x="1" y="6760"/>
                    <a:pt x="114" y="7018"/>
                    <a:pt x="290" y="7018"/>
                  </a:cubicBezTo>
                  <a:cubicBezTo>
                    <a:pt x="325" y="7018"/>
                    <a:pt x="361" y="7008"/>
                    <a:pt x="398" y="6985"/>
                  </a:cubicBezTo>
                  <a:cubicBezTo>
                    <a:pt x="826" y="6728"/>
                    <a:pt x="1195" y="6388"/>
                    <a:pt x="1485" y="5986"/>
                  </a:cubicBezTo>
                  <a:cubicBezTo>
                    <a:pt x="1507" y="6015"/>
                    <a:pt x="1532" y="6044"/>
                    <a:pt x="1550" y="6073"/>
                  </a:cubicBezTo>
                  <a:cubicBezTo>
                    <a:pt x="1615" y="6156"/>
                    <a:pt x="1684" y="6236"/>
                    <a:pt x="1753" y="6312"/>
                  </a:cubicBezTo>
                  <a:cubicBezTo>
                    <a:pt x="2481" y="7101"/>
                    <a:pt x="3495" y="7535"/>
                    <a:pt x="4540" y="7535"/>
                  </a:cubicBezTo>
                  <a:cubicBezTo>
                    <a:pt x="4861" y="7535"/>
                    <a:pt x="5185" y="7494"/>
                    <a:pt x="5505" y="7409"/>
                  </a:cubicBezTo>
                  <a:lnTo>
                    <a:pt x="7356" y="8275"/>
                  </a:lnTo>
                  <a:cubicBezTo>
                    <a:pt x="7384" y="8288"/>
                    <a:pt x="7414" y="8294"/>
                    <a:pt x="7442" y="8294"/>
                  </a:cubicBezTo>
                  <a:cubicBezTo>
                    <a:pt x="7551" y="8294"/>
                    <a:pt x="7648" y="8204"/>
                    <a:pt x="7642" y="8086"/>
                  </a:cubicBezTo>
                  <a:lnTo>
                    <a:pt x="7551" y="6044"/>
                  </a:lnTo>
                  <a:cubicBezTo>
                    <a:pt x="8525" y="4758"/>
                    <a:pt x="8580" y="2994"/>
                    <a:pt x="7682" y="1651"/>
                  </a:cubicBezTo>
                  <a:lnTo>
                    <a:pt x="7685" y="1651"/>
                  </a:lnTo>
                  <a:cubicBezTo>
                    <a:pt x="7077" y="742"/>
                    <a:pt x="6103" y="140"/>
                    <a:pt x="5016" y="3"/>
                  </a:cubicBezTo>
                  <a:cubicBezTo>
                    <a:pt x="5004" y="1"/>
                    <a:pt x="4993" y="0"/>
                    <a:pt x="4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88"/>
            <p:cNvSpPr/>
            <p:nvPr/>
          </p:nvSpPr>
          <p:spPr>
            <a:xfrm>
              <a:off x="3962539" y="2508435"/>
              <a:ext cx="270905" cy="218470"/>
            </a:xfrm>
            <a:custGeom>
              <a:rect b="b" l="l" r="r" t="t"/>
              <a:pathLst>
                <a:path extrusionOk="0" h="8333" w="10333">
                  <a:moveTo>
                    <a:pt x="4284" y="1"/>
                  </a:moveTo>
                  <a:cubicBezTo>
                    <a:pt x="3497" y="1"/>
                    <a:pt x="2704" y="245"/>
                    <a:pt x="2025" y="752"/>
                  </a:cubicBezTo>
                  <a:cubicBezTo>
                    <a:pt x="334" y="2009"/>
                    <a:pt x="1" y="4407"/>
                    <a:pt x="1283" y="6080"/>
                  </a:cubicBezTo>
                  <a:lnTo>
                    <a:pt x="1192" y="8122"/>
                  </a:lnTo>
                  <a:cubicBezTo>
                    <a:pt x="1186" y="8244"/>
                    <a:pt x="1284" y="8333"/>
                    <a:pt x="1394" y="8333"/>
                  </a:cubicBezTo>
                  <a:cubicBezTo>
                    <a:pt x="1422" y="8333"/>
                    <a:pt x="1450" y="8327"/>
                    <a:pt x="1478" y="8314"/>
                  </a:cubicBezTo>
                  <a:lnTo>
                    <a:pt x="3329" y="7449"/>
                  </a:lnTo>
                  <a:cubicBezTo>
                    <a:pt x="3644" y="7532"/>
                    <a:pt x="3967" y="7573"/>
                    <a:pt x="4289" y="7573"/>
                  </a:cubicBezTo>
                  <a:cubicBezTo>
                    <a:pt x="4681" y="7573"/>
                    <a:pt x="5072" y="7512"/>
                    <a:pt x="5448" y="7391"/>
                  </a:cubicBezTo>
                  <a:cubicBezTo>
                    <a:pt x="5680" y="7319"/>
                    <a:pt x="5602" y="6999"/>
                    <a:pt x="5398" y="6999"/>
                  </a:cubicBezTo>
                  <a:cubicBezTo>
                    <a:pt x="5376" y="6999"/>
                    <a:pt x="5353" y="7002"/>
                    <a:pt x="5328" y="7011"/>
                  </a:cubicBezTo>
                  <a:cubicBezTo>
                    <a:pt x="4993" y="7117"/>
                    <a:pt x="4646" y="7171"/>
                    <a:pt x="4298" y="7171"/>
                  </a:cubicBezTo>
                  <a:cubicBezTo>
                    <a:pt x="3985" y="7171"/>
                    <a:pt x="3671" y="7127"/>
                    <a:pt x="3365" y="7040"/>
                  </a:cubicBezTo>
                  <a:cubicBezTo>
                    <a:pt x="3348" y="7036"/>
                    <a:pt x="3331" y="7034"/>
                    <a:pt x="3315" y="7034"/>
                  </a:cubicBezTo>
                  <a:cubicBezTo>
                    <a:pt x="3285" y="7034"/>
                    <a:pt x="3255" y="7040"/>
                    <a:pt x="3228" y="7054"/>
                  </a:cubicBezTo>
                  <a:lnTo>
                    <a:pt x="1609" y="7807"/>
                  </a:lnTo>
                  <a:lnTo>
                    <a:pt x="1688" y="6025"/>
                  </a:lnTo>
                  <a:cubicBezTo>
                    <a:pt x="1688" y="5975"/>
                    <a:pt x="1674" y="5928"/>
                    <a:pt x="1641" y="5891"/>
                  </a:cubicBezTo>
                  <a:cubicBezTo>
                    <a:pt x="265" y="4149"/>
                    <a:pt x="910" y="1578"/>
                    <a:pt x="2941" y="691"/>
                  </a:cubicBezTo>
                  <a:cubicBezTo>
                    <a:pt x="3386" y="497"/>
                    <a:pt x="3844" y="407"/>
                    <a:pt x="4292" y="407"/>
                  </a:cubicBezTo>
                  <a:cubicBezTo>
                    <a:pt x="5896" y="407"/>
                    <a:pt x="7372" y="1565"/>
                    <a:pt x="7635" y="3280"/>
                  </a:cubicBezTo>
                  <a:cubicBezTo>
                    <a:pt x="7653" y="3397"/>
                    <a:pt x="7740" y="3450"/>
                    <a:pt x="7828" y="3450"/>
                  </a:cubicBezTo>
                  <a:cubicBezTo>
                    <a:pt x="7939" y="3450"/>
                    <a:pt x="8052" y="3366"/>
                    <a:pt x="8030" y="3219"/>
                  </a:cubicBezTo>
                  <a:cubicBezTo>
                    <a:pt x="7961" y="2762"/>
                    <a:pt x="7805" y="2324"/>
                    <a:pt x="7577" y="1922"/>
                  </a:cubicBezTo>
                  <a:cubicBezTo>
                    <a:pt x="7624" y="1853"/>
                    <a:pt x="7675" y="1784"/>
                    <a:pt x="7726" y="1716"/>
                  </a:cubicBezTo>
                  <a:cubicBezTo>
                    <a:pt x="7795" y="1629"/>
                    <a:pt x="7860" y="1545"/>
                    <a:pt x="7936" y="1469"/>
                  </a:cubicBezTo>
                  <a:cubicBezTo>
                    <a:pt x="8501" y="875"/>
                    <a:pt x="9258" y="502"/>
                    <a:pt x="10073" y="423"/>
                  </a:cubicBezTo>
                  <a:cubicBezTo>
                    <a:pt x="10332" y="398"/>
                    <a:pt x="10306" y="23"/>
                    <a:pt x="10061" y="23"/>
                  </a:cubicBezTo>
                  <a:cubicBezTo>
                    <a:pt x="10053" y="23"/>
                    <a:pt x="10045" y="23"/>
                    <a:pt x="10036" y="24"/>
                  </a:cubicBezTo>
                  <a:cubicBezTo>
                    <a:pt x="9124" y="115"/>
                    <a:pt x="8276" y="528"/>
                    <a:pt x="7646" y="1194"/>
                  </a:cubicBezTo>
                  <a:cubicBezTo>
                    <a:pt x="7563" y="1281"/>
                    <a:pt x="7483" y="1375"/>
                    <a:pt x="7411" y="1469"/>
                  </a:cubicBezTo>
                  <a:cubicBezTo>
                    <a:pt x="7389" y="1498"/>
                    <a:pt x="7364" y="1531"/>
                    <a:pt x="7342" y="1560"/>
                  </a:cubicBezTo>
                  <a:cubicBezTo>
                    <a:pt x="6604" y="540"/>
                    <a:pt x="5452" y="1"/>
                    <a:pt x="42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88"/>
            <p:cNvSpPr/>
            <p:nvPr/>
          </p:nvSpPr>
          <p:spPr>
            <a:xfrm>
              <a:off x="4023312" y="2562837"/>
              <a:ext cx="101304" cy="94776"/>
            </a:xfrm>
            <a:custGeom>
              <a:rect b="b" l="l" r="r" t="t"/>
              <a:pathLst>
                <a:path extrusionOk="0" h="3615" w="3864">
                  <a:moveTo>
                    <a:pt x="1868" y="402"/>
                  </a:moveTo>
                  <a:cubicBezTo>
                    <a:pt x="2240" y="402"/>
                    <a:pt x="2606" y="561"/>
                    <a:pt x="2858" y="858"/>
                  </a:cubicBezTo>
                  <a:cubicBezTo>
                    <a:pt x="3249" y="1317"/>
                    <a:pt x="3275" y="1984"/>
                    <a:pt x="2920" y="2469"/>
                  </a:cubicBezTo>
                  <a:lnTo>
                    <a:pt x="2014" y="1564"/>
                  </a:lnTo>
                  <a:cubicBezTo>
                    <a:pt x="1971" y="1521"/>
                    <a:pt x="1922" y="1503"/>
                    <a:pt x="1876" y="1503"/>
                  </a:cubicBezTo>
                  <a:cubicBezTo>
                    <a:pt x="1722" y="1503"/>
                    <a:pt x="1590" y="1701"/>
                    <a:pt x="1732" y="1846"/>
                  </a:cubicBezTo>
                  <a:lnTo>
                    <a:pt x="2637" y="2752"/>
                  </a:lnTo>
                  <a:cubicBezTo>
                    <a:pt x="2413" y="2915"/>
                    <a:pt x="2145" y="3002"/>
                    <a:pt x="1873" y="3002"/>
                  </a:cubicBezTo>
                  <a:lnTo>
                    <a:pt x="1869" y="3002"/>
                  </a:lnTo>
                  <a:cubicBezTo>
                    <a:pt x="1268" y="3002"/>
                    <a:pt x="747" y="2592"/>
                    <a:pt x="605" y="2006"/>
                  </a:cubicBezTo>
                  <a:cubicBezTo>
                    <a:pt x="464" y="1422"/>
                    <a:pt x="743" y="818"/>
                    <a:pt x="1279" y="542"/>
                  </a:cubicBezTo>
                  <a:cubicBezTo>
                    <a:pt x="1466" y="448"/>
                    <a:pt x="1668" y="402"/>
                    <a:pt x="1868" y="402"/>
                  </a:cubicBezTo>
                  <a:close/>
                  <a:moveTo>
                    <a:pt x="1869" y="1"/>
                  </a:moveTo>
                  <a:cubicBezTo>
                    <a:pt x="1433" y="1"/>
                    <a:pt x="998" y="168"/>
                    <a:pt x="667" y="499"/>
                  </a:cubicBezTo>
                  <a:cubicBezTo>
                    <a:pt x="29" y="1136"/>
                    <a:pt x="1" y="2158"/>
                    <a:pt x="598" y="2831"/>
                  </a:cubicBezTo>
                  <a:cubicBezTo>
                    <a:pt x="933" y="3209"/>
                    <a:pt x="1399" y="3403"/>
                    <a:pt x="1870" y="3403"/>
                  </a:cubicBezTo>
                  <a:cubicBezTo>
                    <a:pt x="2239" y="3403"/>
                    <a:pt x="2611" y="3283"/>
                    <a:pt x="2923" y="3038"/>
                  </a:cubicBezTo>
                  <a:lnTo>
                    <a:pt x="3441" y="3556"/>
                  </a:lnTo>
                  <a:cubicBezTo>
                    <a:pt x="3484" y="3597"/>
                    <a:pt x="3532" y="3615"/>
                    <a:pt x="3578" y="3615"/>
                  </a:cubicBezTo>
                  <a:cubicBezTo>
                    <a:pt x="3732" y="3615"/>
                    <a:pt x="3863" y="3418"/>
                    <a:pt x="3724" y="3273"/>
                  </a:cubicBezTo>
                  <a:lnTo>
                    <a:pt x="3206" y="2755"/>
                  </a:lnTo>
                  <a:cubicBezTo>
                    <a:pt x="3763" y="2045"/>
                    <a:pt x="3673" y="1028"/>
                    <a:pt x="2999" y="430"/>
                  </a:cubicBezTo>
                  <a:cubicBezTo>
                    <a:pt x="2676" y="143"/>
                    <a:pt x="2272" y="1"/>
                    <a:pt x="1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88"/>
            <p:cNvSpPr/>
            <p:nvPr/>
          </p:nvSpPr>
          <p:spPr>
            <a:xfrm>
              <a:off x="4195456" y="2561604"/>
              <a:ext cx="78653" cy="89113"/>
            </a:xfrm>
            <a:custGeom>
              <a:rect b="b" l="l" r="r" t="t"/>
              <a:pathLst>
                <a:path extrusionOk="0" h="3399" w="3000">
                  <a:moveTo>
                    <a:pt x="1504" y="720"/>
                  </a:moveTo>
                  <a:lnTo>
                    <a:pt x="1949" y="1803"/>
                  </a:lnTo>
                  <a:lnTo>
                    <a:pt x="1051" y="1803"/>
                  </a:lnTo>
                  <a:lnTo>
                    <a:pt x="1504" y="720"/>
                  </a:lnTo>
                  <a:close/>
                  <a:moveTo>
                    <a:pt x="1499" y="1"/>
                  </a:moveTo>
                  <a:cubicBezTo>
                    <a:pt x="1423" y="1"/>
                    <a:pt x="1348" y="43"/>
                    <a:pt x="1315" y="126"/>
                  </a:cubicBezTo>
                  <a:lnTo>
                    <a:pt x="1315" y="122"/>
                  </a:lnTo>
                  <a:lnTo>
                    <a:pt x="566" y="1926"/>
                  </a:lnTo>
                  <a:lnTo>
                    <a:pt x="66" y="3121"/>
                  </a:lnTo>
                  <a:cubicBezTo>
                    <a:pt x="1" y="3279"/>
                    <a:pt x="130" y="3398"/>
                    <a:pt x="258" y="3398"/>
                  </a:cubicBezTo>
                  <a:cubicBezTo>
                    <a:pt x="330" y="3398"/>
                    <a:pt x="401" y="3361"/>
                    <a:pt x="439" y="3273"/>
                  </a:cubicBezTo>
                  <a:lnTo>
                    <a:pt x="881" y="2205"/>
                  </a:lnTo>
                  <a:lnTo>
                    <a:pt x="2119" y="2205"/>
                  </a:lnTo>
                  <a:lnTo>
                    <a:pt x="2561" y="3273"/>
                  </a:lnTo>
                  <a:cubicBezTo>
                    <a:pt x="2599" y="3361"/>
                    <a:pt x="2670" y="3398"/>
                    <a:pt x="2742" y="3398"/>
                  </a:cubicBezTo>
                  <a:cubicBezTo>
                    <a:pt x="2870" y="3398"/>
                    <a:pt x="2999" y="3279"/>
                    <a:pt x="2934" y="3121"/>
                  </a:cubicBezTo>
                  <a:lnTo>
                    <a:pt x="2434" y="1926"/>
                  </a:lnTo>
                  <a:lnTo>
                    <a:pt x="1685" y="126"/>
                  </a:lnTo>
                  <a:cubicBezTo>
                    <a:pt x="1650" y="43"/>
                    <a:pt x="1574" y="1"/>
                    <a:pt x="1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7" name="Google Shape;17317;p88"/>
          <p:cNvGrpSpPr/>
          <p:nvPr/>
        </p:nvGrpSpPr>
        <p:grpSpPr>
          <a:xfrm>
            <a:off x="2241439" y="2900937"/>
            <a:ext cx="225811" cy="358262"/>
            <a:chOff x="2241439" y="2900937"/>
            <a:chExt cx="225811" cy="358262"/>
          </a:xfrm>
        </p:grpSpPr>
        <p:sp>
          <p:nvSpPr>
            <p:cNvPr id="17318" name="Google Shape;17318;p88"/>
            <p:cNvSpPr/>
            <p:nvPr/>
          </p:nvSpPr>
          <p:spPr>
            <a:xfrm>
              <a:off x="2352628" y="2967005"/>
              <a:ext cx="109301" cy="203710"/>
            </a:xfrm>
            <a:custGeom>
              <a:rect b="b" l="l" r="r" t="t"/>
              <a:pathLst>
                <a:path extrusionOk="0" h="7770" w="4169">
                  <a:moveTo>
                    <a:pt x="689" y="1"/>
                  </a:moveTo>
                  <a:lnTo>
                    <a:pt x="689" y="1967"/>
                  </a:lnTo>
                  <a:cubicBezTo>
                    <a:pt x="308" y="1967"/>
                    <a:pt x="0" y="2246"/>
                    <a:pt x="0" y="2587"/>
                  </a:cubicBezTo>
                  <a:lnTo>
                    <a:pt x="0" y="7280"/>
                  </a:lnTo>
                  <a:cubicBezTo>
                    <a:pt x="18" y="7556"/>
                    <a:pt x="247" y="7769"/>
                    <a:pt x="522" y="7769"/>
                  </a:cubicBezTo>
                  <a:cubicBezTo>
                    <a:pt x="797" y="7769"/>
                    <a:pt x="1025" y="7556"/>
                    <a:pt x="1043" y="7280"/>
                  </a:cubicBezTo>
                  <a:lnTo>
                    <a:pt x="1043" y="5538"/>
                  </a:lnTo>
                  <a:lnTo>
                    <a:pt x="4169" y="5538"/>
                  </a:lnTo>
                  <a:lnTo>
                    <a:pt x="4169" y="2587"/>
                  </a:lnTo>
                  <a:cubicBezTo>
                    <a:pt x="4169" y="2246"/>
                    <a:pt x="3861" y="1967"/>
                    <a:pt x="3484" y="1967"/>
                  </a:cubicBezTo>
                  <a:lnTo>
                    <a:pt x="3484"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88"/>
            <p:cNvSpPr/>
            <p:nvPr/>
          </p:nvSpPr>
          <p:spPr>
            <a:xfrm>
              <a:off x="2352628" y="3044767"/>
              <a:ext cx="72858" cy="56053"/>
            </a:xfrm>
            <a:custGeom>
              <a:rect b="b" l="l" r="r" t="t"/>
              <a:pathLst>
                <a:path extrusionOk="0" h="2138" w="2779">
                  <a:moveTo>
                    <a:pt x="497" y="1"/>
                  </a:moveTo>
                  <a:cubicBezTo>
                    <a:pt x="319" y="1"/>
                    <a:pt x="145" y="59"/>
                    <a:pt x="0" y="160"/>
                  </a:cubicBezTo>
                  <a:lnTo>
                    <a:pt x="0" y="1978"/>
                  </a:lnTo>
                  <a:cubicBezTo>
                    <a:pt x="145" y="2083"/>
                    <a:pt x="319" y="2138"/>
                    <a:pt x="497" y="2138"/>
                  </a:cubicBezTo>
                  <a:lnTo>
                    <a:pt x="2778" y="2138"/>
                  </a:lnTo>
                  <a:lnTo>
                    <a:pt x="2778" y="867"/>
                  </a:lnTo>
                  <a:cubicBezTo>
                    <a:pt x="2778" y="388"/>
                    <a:pt x="2391" y="5"/>
                    <a:pt x="1916"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88"/>
            <p:cNvSpPr/>
            <p:nvPr/>
          </p:nvSpPr>
          <p:spPr>
            <a:xfrm>
              <a:off x="2379972" y="3067890"/>
              <a:ext cx="81956" cy="44334"/>
            </a:xfrm>
            <a:custGeom>
              <a:rect b="b" l="l" r="r" t="t"/>
              <a:pathLst>
                <a:path extrusionOk="0" h="1691" w="3126">
                  <a:moveTo>
                    <a:pt x="519" y="0"/>
                  </a:moveTo>
                  <a:cubicBezTo>
                    <a:pt x="337" y="0"/>
                    <a:pt x="155" y="56"/>
                    <a:pt x="0" y="169"/>
                  </a:cubicBezTo>
                  <a:lnTo>
                    <a:pt x="0" y="1690"/>
                  </a:lnTo>
                  <a:lnTo>
                    <a:pt x="3126" y="1690"/>
                  </a:lnTo>
                  <a:lnTo>
                    <a:pt x="3126" y="484"/>
                  </a:lnTo>
                  <a:cubicBezTo>
                    <a:pt x="2985" y="387"/>
                    <a:pt x="2818" y="336"/>
                    <a:pt x="2648" y="336"/>
                  </a:cubicBezTo>
                  <a:lnTo>
                    <a:pt x="2565" y="336"/>
                  </a:lnTo>
                  <a:cubicBezTo>
                    <a:pt x="2449" y="336"/>
                    <a:pt x="2333" y="358"/>
                    <a:pt x="2228" y="405"/>
                  </a:cubicBezTo>
                  <a:cubicBezTo>
                    <a:pt x="2061" y="220"/>
                    <a:pt x="1826" y="115"/>
                    <a:pt x="1576" y="115"/>
                  </a:cubicBezTo>
                  <a:lnTo>
                    <a:pt x="1551" y="115"/>
                  </a:lnTo>
                  <a:cubicBezTo>
                    <a:pt x="1398" y="115"/>
                    <a:pt x="1246" y="155"/>
                    <a:pt x="1116" y="231"/>
                  </a:cubicBezTo>
                  <a:cubicBezTo>
                    <a:pt x="947" y="78"/>
                    <a:pt x="733" y="0"/>
                    <a:pt x="519"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88"/>
            <p:cNvSpPr/>
            <p:nvPr/>
          </p:nvSpPr>
          <p:spPr>
            <a:xfrm>
              <a:off x="2370665" y="2967110"/>
              <a:ext cx="73225" cy="42367"/>
            </a:xfrm>
            <a:custGeom>
              <a:rect b="b" l="l" r="r" t="t"/>
              <a:pathLst>
                <a:path extrusionOk="0" h="1616" w="2793">
                  <a:moveTo>
                    <a:pt x="1" y="0"/>
                  </a:moveTo>
                  <a:lnTo>
                    <a:pt x="1" y="1616"/>
                  </a:lnTo>
                  <a:lnTo>
                    <a:pt x="2793" y="1616"/>
                  </a:lnTo>
                  <a:lnTo>
                    <a:pt x="279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88"/>
            <p:cNvSpPr/>
            <p:nvPr/>
          </p:nvSpPr>
          <p:spPr>
            <a:xfrm>
              <a:off x="2358789" y="2906155"/>
              <a:ext cx="96979" cy="64600"/>
            </a:xfrm>
            <a:custGeom>
              <a:rect b="b" l="l" r="r" t="t"/>
              <a:pathLst>
                <a:path extrusionOk="0" h="2464" w="3699">
                  <a:moveTo>
                    <a:pt x="1" y="0"/>
                  </a:moveTo>
                  <a:lnTo>
                    <a:pt x="1" y="2463"/>
                  </a:lnTo>
                  <a:lnTo>
                    <a:pt x="3699" y="2463"/>
                  </a:lnTo>
                  <a:lnTo>
                    <a:pt x="36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88"/>
            <p:cNvSpPr/>
            <p:nvPr/>
          </p:nvSpPr>
          <p:spPr>
            <a:xfrm>
              <a:off x="2379972" y="3077538"/>
              <a:ext cx="27371" cy="57652"/>
            </a:xfrm>
            <a:custGeom>
              <a:rect b="b" l="l" r="r" t="t"/>
              <a:pathLst>
                <a:path extrusionOk="0" h="2199" w="1044">
                  <a:moveTo>
                    <a:pt x="522" y="0"/>
                  </a:moveTo>
                  <a:cubicBezTo>
                    <a:pt x="232" y="0"/>
                    <a:pt x="0" y="232"/>
                    <a:pt x="0" y="522"/>
                  </a:cubicBezTo>
                  <a:lnTo>
                    <a:pt x="0" y="1677"/>
                  </a:lnTo>
                  <a:cubicBezTo>
                    <a:pt x="0" y="1963"/>
                    <a:pt x="232" y="2199"/>
                    <a:pt x="522" y="2199"/>
                  </a:cubicBezTo>
                  <a:cubicBezTo>
                    <a:pt x="808" y="2199"/>
                    <a:pt x="1043" y="1963"/>
                    <a:pt x="1043" y="1677"/>
                  </a:cubicBezTo>
                  <a:lnTo>
                    <a:pt x="1043" y="522"/>
                  </a:lnTo>
                  <a:cubicBezTo>
                    <a:pt x="1043" y="232"/>
                    <a:pt x="808" y="0"/>
                    <a:pt x="5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88"/>
            <p:cNvSpPr/>
            <p:nvPr/>
          </p:nvSpPr>
          <p:spPr>
            <a:xfrm>
              <a:off x="2407317" y="3080475"/>
              <a:ext cx="27266" cy="54716"/>
            </a:xfrm>
            <a:custGeom>
              <a:rect b="b" l="l" r="r" t="t"/>
              <a:pathLst>
                <a:path extrusionOk="0" h="2087" w="1040">
                  <a:moveTo>
                    <a:pt x="508" y="1"/>
                  </a:moveTo>
                  <a:cubicBezTo>
                    <a:pt x="225" y="1"/>
                    <a:pt x="0" y="229"/>
                    <a:pt x="0" y="508"/>
                  </a:cubicBezTo>
                  <a:lnTo>
                    <a:pt x="0" y="1580"/>
                  </a:lnTo>
                  <a:cubicBezTo>
                    <a:pt x="0" y="1859"/>
                    <a:pt x="225" y="2087"/>
                    <a:pt x="508" y="2087"/>
                  </a:cubicBezTo>
                  <a:lnTo>
                    <a:pt x="533" y="2087"/>
                  </a:lnTo>
                  <a:cubicBezTo>
                    <a:pt x="815" y="2087"/>
                    <a:pt x="1040" y="1859"/>
                    <a:pt x="1040" y="1580"/>
                  </a:cubicBezTo>
                  <a:lnTo>
                    <a:pt x="1040" y="508"/>
                  </a:lnTo>
                  <a:cubicBezTo>
                    <a:pt x="1040" y="229"/>
                    <a:pt x="815" y="1"/>
                    <a:pt x="533"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88"/>
            <p:cNvSpPr/>
            <p:nvPr/>
          </p:nvSpPr>
          <p:spPr>
            <a:xfrm>
              <a:off x="2434662" y="3086269"/>
              <a:ext cx="27266" cy="48922"/>
            </a:xfrm>
            <a:custGeom>
              <a:rect b="b" l="l" r="r" t="t"/>
              <a:pathLst>
                <a:path extrusionOk="0" h="1866" w="1040">
                  <a:moveTo>
                    <a:pt x="479" y="1"/>
                  </a:moveTo>
                  <a:cubicBezTo>
                    <a:pt x="214" y="1"/>
                    <a:pt x="1" y="214"/>
                    <a:pt x="1" y="482"/>
                  </a:cubicBezTo>
                  <a:lnTo>
                    <a:pt x="1" y="1388"/>
                  </a:lnTo>
                  <a:cubicBezTo>
                    <a:pt x="1" y="1652"/>
                    <a:pt x="214" y="1866"/>
                    <a:pt x="479" y="1866"/>
                  </a:cubicBezTo>
                  <a:lnTo>
                    <a:pt x="562" y="1866"/>
                  </a:lnTo>
                  <a:cubicBezTo>
                    <a:pt x="826" y="1866"/>
                    <a:pt x="1040" y="1652"/>
                    <a:pt x="1040" y="1388"/>
                  </a:cubicBezTo>
                  <a:lnTo>
                    <a:pt x="1040" y="482"/>
                  </a:lnTo>
                  <a:cubicBezTo>
                    <a:pt x="1040" y="214"/>
                    <a:pt x="826" y="1"/>
                    <a:pt x="56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88"/>
            <p:cNvSpPr/>
            <p:nvPr/>
          </p:nvSpPr>
          <p:spPr>
            <a:xfrm>
              <a:off x="2358789" y="2965485"/>
              <a:ext cx="96979" cy="27188"/>
            </a:xfrm>
            <a:custGeom>
              <a:rect b="b" l="l" r="r" t="t"/>
              <a:pathLst>
                <a:path extrusionOk="0" h="1037" w="3699">
                  <a:moveTo>
                    <a:pt x="1" y="1"/>
                  </a:moveTo>
                  <a:lnTo>
                    <a:pt x="1" y="1037"/>
                  </a:lnTo>
                  <a:lnTo>
                    <a:pt x="3699" y="1037"/>
                  </a:lnTo>
                  <a:lnTo>
                    <a:pt x="3699"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88"/>
            <p:cNvSpPr/>
            <p:nvPr/>
          </p:nvSpPr>
          <p:spPr>
            <a:xfrm>
              <a:off x="2352523" y="3054467"/>
              <a:ext cx="63263" cy="36757"/>
            </a:xfrm>
            <a:custGeom>
              <a:rect b="b" l="l" r="r" t="t"/>
              <a:pathLst>
                <a:path extrusionOk="0" h="1402" w="2413">
                  <a:moveTo>
                    <a:pt x="497" y="0"/>
                  </a:moveTo>
                  <a:cubicBezTo>
                    <a:pt x="225" y="0"/>
                    <a:pt x="4" y="221"/>
                    <a:pt x="1" y="497"/>
                  </a:cubicBezTo>
                  <a:lnTo>
                    <a:pt x="1" y="902"/>
                  </a:lnTo>
                  <a:cubicBezTo>
                    <a:pt x="4" y="1177"/>
                    <a:pt x="225" y="1398"/>
                    <a:pt x="497" y="1398"/>
                  </a:cubicBezTo>
                  <a:lnTo>
                    <a:pt x="2413" y="1402"/>
                  </a:lnTo>
                  <a:lnTo>
                    <a:pt x="2413" y="497"/>
                  </a:lnTo>
                  <a:cubicBezTo>
                    <a:pt x="2413" y="221"/>
                    <a:pt x="2192" y="0"/>
                    <a:pt x="1917"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88"/>
            <p:cNvSpPr/>
            <p:nvPr/>
          </p:nvSpPr>
          <p:spPr>
            <a:xfrm>
              <a:off x="2285878" y="3201836"/>
              <a:ext cx="162286" cy="52147"/>
            </a:xfrm>
            <a:custGeom>
              <a:rect b="b" l="l" r="r" t="t"/>
              <a:pathLst>
                <a:path extrusionOk="0" h="1989" w="6190">
                  <a:moveTo>
                    <a:pt x="927" y="0"/>
                  </a:moveTo>
                  <a:lnTo>
                    <a:pt x="0" y="1989"/>
                  </a:lnTo>
                  <a:lnTo>
                    <a:pt x="6190" y="1989"/>
                  </a:lnTo>
                  <a:lnTo>
                    <a:pt x="5263"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88"/>
            <p:cNvSpPr/>
            <p:nvPr/>
          </p:nvSpPr>
          <p:spPr>
            <a:xfrm>
              <a:off x="2310182" y="3187311"/>
              <a:ext cx="113679" cy="29075"/>
            </a:xfrm>
            <a:custGeom>
              <a:rect b="b" l="l" r="r" t="t"/>
              <a:pathLst>
                <a:path extrusionOk="0" h="1109" w="4336">
                  <a:moveTo>
                    <a:pt x="2170" y="0"/>
                  </a:moveTo>
                  <a:cubicBezTo>
                    <a:pt x="971" y="0"/>
                    <a:pt x="0" y="250"/>
                    <a:pt x="0" y="554"/>
                  </a:cubicBezTo>
                  <a:cubicBezTo>
                    <a:pt x="0" y="859"/>
                    <a:pt x="971" y="1108"/>
                    <a:pt x="2170" y="1108"/>
                  </a:cubicBezTo>
                  <a:cubicBezTo>
                    <a:pt x="3365" y="1108"/>
                    <a:pt x="4336" y="859"/>
                    <a:pt x="4336" y="554"/>
                  </a:cubicBezTo>
                  <a:cubicBezTo>
                    <a:pt x="4336" y="250"/>
                    <a:pt x="3365" y="0"/>
                    <a:pt x="217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88"/>
            <p:cNvSpPr/>
            <p:nvPr/>
          </p:nvSpPr>
          <p:spPr>
            <a:xfrm>
              <a:off x="2347305" y="2900937"/>
              <a:ext cx="119945" cy="275861"/>
            </a:xfrm>
            <a:custGeom>
              <a:rect b="b" l="l" r="r" t="t"/>
              <a:pathLst>
                <a:path extrusionOk="0" h="10522" w="4575">
                  <a:moveTo>
                    <a:pt x="3937" y="2662"/>
                  </a:moveTo>
                  <a:lnTo>
                    <a:pt x="3937" y="3299"/>
                  </a:lnTo>
                  <a:lnTo>
                    <a:pt x="642" y="3299"/>
                  </a:lnTo>
                  <a:lnTo>
                    <a:pt x="642" y="2662"/>
                  </a:lnTo>
                  <a:close/>
                  <a:moveTo>
                    <a:pt x="2119" y="6056"/>
                  </a:moveTo>
                  <a:cubicBezTo>
                    <a:pt x="2282" y="6056"/>
                    <a:pt x="2413" y="6190"/>
                    <a:pt x="2413" y="6353"/>
                  </a:cubicBezTo>
                  <a:lnTo>
                    <a:pt x="2413" y="7055"/>
                  </a:lnTo>
                  <a:lnTo>
                    <a:pt x="700" y="7055"/>
                  </a:lnTo>
                  <a:cubicBezTo>
                    <a:pt x="537" y="7055"/>
                    <a:pt x="403" y="6925"/>
                    <a:pt x="403" y="6762"/>
                  </a:cubicBezTo>
                  <a:lnTo>
                    <a:pt x="403" y="6353"/>
                  </a:lnTo>
                  <a:cubicBezTo>
                    <a:pt x="403" y="6190"/>
                    <a:pt x="537" y="6056"/>
                    <a:pt x="700" y="6056"/>
                  </a:cubicBezTo>
                  <a:close/>
                  <a:moveTo>
                    <a:pt x="2087" y="7457"/>
                  </a:moveTo>
                  <a:lnTo>
                    <a:pt x="2087" y="8413"/>
                  </a:lnTo>
                  <a:cubicBezTo>
                    <a:pt x="2087" y="8591"/>
                    <a:pt x="1945" y="8736"/>
                    <a:pt x="1768" y="8736"/>
                  </a:cubicBezTo>
                  <a:cubicBezTo>
                    <a:pt x="1590" y="8736"/>
                    <a:pt x="1446" y="8591"/>
                    <a:pt x="1446" y="8413"/>
                  </a:cubicBezTo>
                  <a:lnTo>
                    <a:pt x="1446" y="7457"/>
                  </a:lnTo>
                  <a:close/>
                  <a:moveTo>
                    <a:pt x="2822" y="7052"/>
                  </a:moveTo>
                  <a:cubicBezTo>
                    <a:pt x="2992" y="7052"/>
                    <a:pt x="3130" y="7189"/>
                    <a:pt x="3130" y="7359"/>
                  </a:cubicBezTo>
                  <a:lnTo>
                    <a:pt x="3130" y="8428"/>
                  </a:lnTo>
                  <a:cubicBezTo>
                    <a:pt x="3130" y="8598"/>
                    <a:pt x="2992" y="8736"/>
                    <a:pt x="2822" y="8736"/>
                  </a:cubicBezTo>
                  <a:lnTo>
                    <a:pt x="2793" y="8736"/>
                  </a:lnTo>
                  <a:cubicBezTo>
                    <a:pt x="2623" y="8736"/>
                    <a:pt x="2485" y="8598"/>
                    <a:pt x="2485" y="8428"/>
                  </a:cubicBezTo>
                  <a:lnTo>
                    <a:pt x="2489" y="8413"/>
                  </a:lnTo>
                  <a:lnTo>
                    <a:pt x="2489" y="7457"/>
                  </a:lnTo>
                  <a:lnTo>
                    <a:pt x="2612" y="7457"/>
                  </a:lnTo>
                  <a:cubicBezTo>
                    <a:pt x="2724" y="7457"/>
                    <a:pt x="2811" y="7367"/>
                    <a:pt x="2811" y="7258"/>
                  </a:cubicBezTo>
                  <a:lnTo>
                    <a:pt x="2811" y="7052"/>
                  </a:lnTo>
                  <a:close/>
                  <a:moveTo>
                    <a:pt x="3894" y="7272"/>
                  </a:moveTo>
                  <a:cubicBezTo>
                    <a:pt x="4046" y="7272"/>
                    <a:pt x="4173" y="7396"/>
                    <a:pt x="4173" y="7551"/>
                  </a:cubicBezTo>
                  <a:lnTo>
                    <a:pt x="4173" y="8457"/>
                  </a:lnTo>
                  <a:cubicBezTo>
                    <a:pt x="4173" y="8609"/>
                    <a:pt x="4046" y="8736"/>
                    <a:pt x="3894" y="8736"/>
                  </a:cubicBezTo>
                  <a:lnTo>
                    <a:pt x="3811" y="8736"/>
                  </a:lnTo>
                  <a:cubicBezTo>
                    <a:pt x="3655" y="8736"/>
                    <a:pt x="3532" y="8609"/>
                    <a:pt x="3532" y="8457"/>
                  </a:cubicBezTo>
                  <a:lnTo>
                    <a:pt x="3532" y="7551"/>
                  </a:lnTo>
                  <a:cubicBezTo>
                    <a:pt x="3532" y="7396"/>
                    <a:pt x="3655" y="7272"/>
                    <a:pt x="3811" y="7272"/>
                  </a:cubicBezTo>
                  <a:close/>
                  <a:moveTo>
                    <a:pt x="403" y="7392"/>
                  </a:moveTo>
                  <a:cubicBezTo>
                    <a:pt x="497" y="7435"/>
                    <a:pt x="598" y="7457"/>
                    <a:pt x="700" y="7457"/>
                  </a:cubicBezTo>
                  <a:lnTo>
                    <a:pt x="1044" y="7457"/>
                  </a:lnTo>
                  <a:lnTo>
                    <a:pt x="1044" y="9800"/>
                  </a:lnTo>
                  <a:cubicBezTo>
                    <a:pt x="1044" y="9974"/>
                    <a:pt x="902" y="10119"/>
                    <a:pt x="725" y="10119"/>
                  </a:cubicBezTo>
                  <a:cubicBezTo>
                    <a:pt x="547" y="10119"/>
                    <a:pt x="403" y="9974"/>
                    <a:pt x="403" y="9800"/>
                  </a:cubicBezTo>
                  <a:lnTo>
                    <a:pt x="403" y="7392"/>
                  </a:lnTo>
                  <a:close/>
                  <a:moveTo>
                    <a:pt x="439" y="0"/>
                  </a:moveTo>
                  <a:cubicBezTo>
                    <a:pt x="327" y="0"/>
                    <a:pt x="240" y="87"/>
                    <a:pt x="240" y="199"/>
                  </a:cubicBezTo>
                  <a:lnTo>
                    <a:pt x="240" y="931"/>
                  </a:lnTo>
                  <a:cubicBezTo>
                    <a:pt x="240" y="1063"/>
                    <a:pt x="339" y="1129"/>
                    <a:pt x="439" y="1129"/>
                  </a:cubicBezTo>
                  <a:cubicBezTo>
                    <a:pt x="538" y="1129"/>
                    <a:pt x="638" y="1063"/>
                    <a:pt x="638" y="931"/>
                  </a:cubicBezTo>
                  <a:lnTo>
                    <a:pt x="638" y="398"/>
                  </a:lnTo>
                  <a:lnTo>
                    <a:pt x="3934" y="398"/>
                  </a:lnTo>
                  <a:lnTo>
                    <a:pt x="3934" y="2264"/>
                  </a:lnTo>
                  <a:lnTo>
                    <a:pt x="638" y="2264"/>
                  </a:lnTo>
                  <a:lnTo>
                    <a:pt x="638" y="1720"/>
                  </a:lnTo>
                  <a:cubicBezTo>
                    <a:pt x="638" y="1586"/>
                    <a:pt x="538" y="1519"/>
                    <a:pt x="439" y="1519"/>
                  </a:cubicBezTo>
                  <a:cubicBezTo>
                    <a:pt x="339" y="1519"/>
                    <a:pt x="240" y="1586"/>
                    <a:pt x="240" y="1720"/>
                  </a:cubicBezTo>
                  <a:lnTo>
                    <a:pt x="240" y="3499"/>
                  </a:lnTo>
                  <a:cubicBezTo>
                    <a:pt x="240" y="3611"/>
                    <a:pt x="327" y="3701"/>
                    <a:pt x="439" y="3701"/>
                  </a:cubicBezTo>
                  <a:lnTo>
                    <a:pt x="689" y="3701"/>
                  </a:lnTo>
                  <a:lnTo>
                    <a:pt x="689" y="4310"/>
                  </a:lnTo>
                  <a:cubicBezTo>
                    <a:pt x="294" y="4393"/>
                    <a:pt x="1" y="4719"/>
                    <a:pt x="1" y="5107"/>
                  </a:cubicBezTo>
                  <a:lnTo>
                    <a:pt x="1" y="9797"/>
                  </a:lnTo>
                  <a:cubicBezTo>
                    <a:pt x="1" y="10195"/>
                    <a:pt x="323" y="10521"/>
                    <a:pt x="725" y="10521"/>
                  </a:cubicBezTo>
                  <a:cubicBezTo>
                    <a:pt x="1123" y="10521"/>
                    <a:pt x="1446" y="10195"/>
                    <a:pt x="1446" y="9797"/>
                  </a:cubicBezTo>
                  <a:lnTo>
                    <a:pt x="1446" y="9062"/>
                  </a:lnTo>
                  <a:cubicBezTo>
                    <a:pt x="1546" y="9111"/>
                    <a:pt x="1655" y="9136"/>
                    <a:pt x="1764" y="9136"/>
                  </a:cubicBezTo>
                  <a:cubicBezTo>
                    <a:pt x="1955" y="9136"/>
                    <a:pt x="2144" y="9060"/>
                    <a:pt x="2282" y="8917"/>
                  </a:cubicBezTo>
                  <a:cubicBezTo>
                    <a:pt x="2416" y="9054"/>
                    <a:pt x="2601" y="9134"/>
                    <a:pt x="2797" y="9134"/>
                  </a:cubicBezTo>
                  <a:lnTo>
                    <a:pt x="2822" y="9134"/>
                  </a:lnTo>
                  <a:cubicBezTo>
                    <a:pt x="3010" y="9134"/>
                    <a:pt x="3188" y="9062"/>
                    <a:pt x="3322" y="8928"/>
                  </a:cubicBezTo>
                  <a:cubicBezTo>
                    <a:pt x="3448" y="9062"/>
                    <a:pt x="3626" y="9134"/>
                    <a:pt x="3807" y="9134"/>
                  </a:cubicBezTo>
                  <a:lnTo>
                    <a:pt x="3890" y="9134"/>
                  </a:lnTo>
                  <a:cubicBezTo>
                    <a:pt x="4267" y="9134"/>
                    <a:pt x="4571" y="8830"/>
                    <a:pt x="4571" y="8457"/>
                  </a:cubicBezTo>
                  <a:lnTo>
                    <a:pt x="4571" y="8058"/>
                  </a:lnTo>
                  <a:lnTo>
                    <a:pt x="4571" y="6382"/>
                  </a:lnTo>
                  <a:cubicBezTo>
                    <a:pt x="4571" y="6248"/>
                    <a:pt x="4471" y="6181"/>
                    <a:pt x="4370" y="6181"/>
                  </a:cubicBezTo>
                  <a:cubicBezTo>
                    <a:pt x="4270" y="6181"/>
                    <a:pt x="4169" y="6248"/>
                    <a:pt x="4169" y="6382"/>
                  </a:cubicBezTo>
                  <a:lnTo>
                    <a:pt x="4169" y="6932"/>
                  </a:lnTo>
                  <a:cubicBezTo>
                    <a:pt x="4082" y="6892"/>
                    <a:pt x="3988" y="6870"/>
                    <a:pt x="3890" y="6870"/>
                  </a:cubicBezTo>
                  <a:lnTo>
                    <a:pt x="3807" y="6870"/>
                  </a:lnTo>
                  <a:cubicBezTo>
                    <a:pt x="3669" y="6870"/>
                    <a:pt x="3535" y="6910"/>
                    <a:pt x="3423" y="6990"/>
                  </a:cubicBezTo>
                  <a:cubicBezTo>
                    <a:pt x="3296" y="6780"/>
                    <a:pt x="3068" y="6650"/>
                    <a:pt x="2822" y="6650"/>
                  </a:cubicBezTo>
                  <a:lnTo>
                    <a:pt x="2811" y="6650"/>
                  </a:lnTo>
                  <a:lnTo>
                    <a:pt x="2811" y="6353"/>
                  </a:lnTo>
                  <a:cubicBezTo>
                    <a:pt x="2811" y="5969"/>
                    <a:pt x="2500" y="5661"/>
                    <a:pt x="2119" y="5657"/>
                  </a:cubicBezTo>
                  <a:lnTo>
                    <a:pt x="700" y="5657"/>
                  </a:lnTo>
                  <a:cubicBezTo>
                    <a:pt x="598" y="5657"/>
                    <a:pt x="497" y="5679"/>
                    <a:pt x="403" y="5722"/>
                  </a:cubicBezTo>
                  <a:lnTo>
                    <a:pt x="403" y="5107"/>
                  </a:lnTo>
                  <a:cubicBezTo>
                    <a:pt x="403" y="4879"/>
                    <a:pt x="623" y="4690"/>
                    <a:pt x="892" y="4690"/>
                  </a:cubicBezTo>
                  <a:cubicBezTo>
                    <a:pt x="1000" y="4690"/>
                    <a:pt x="1091" y="4600"/>
                    <a:pt x="1091" y="4491"/>
                  </a:cubicBezTo>
                  <a:lnTo>
                    <a:pt x="1091" y="3701"/>
                  </a:lnTo>
                  <a:lnTo>
                    <a:pt x="3485" y="3701"/>
                  </a:lnTo>
                  <a:lnTo>
                    <a:pt x="3485" y="4491"/>
                  </a:lnTo>
                  <a:cubicBezTo>
                    <a:pt x="3485" y="4600"/>
                    <a:pt x="3575" y="4690"/>
                    <a:pt x="3687" y="4690"/>
                  </a:cubicBezTo>
                  <a:cubicBezTo>
                    <a:pt x="3955" y="4690"/>
                    <a:pt x="4173" y="4879"/>
                    <a:pt x="4173" y="5107"/>
                  </a:cubicBezTo>
                  <a:lnTo>
                    <a:pt x="4173" y="5596"/>
                  </a:lnTo>
                  <a:cubicBezTo>
                    <a:pt x="4173" y="5704"/>
                    <a:pt x="4263" y="5795"/>
                    <a:pt x="4372" y="5795"/>
                  </a:cubicBezTo>
                  <a:cubicBezTo>
                    <a:pt x="4484" y="5795"/>
                    <a:pt x="4575" y="5704"/>
                    <a:pt x="4575" y="5592"/>
                  </a:cubicBezTo>
                  <a:lnTo>
                    <a:pt x="4575" y="5107"/>
                  </a:lnTo>
                  <a:cubicBezTo>
                    <a:pt x="4575" y="4719"/>
                    <a:pt x="4278" y="4393"/>
                    <a:pt x="3887" y="4310"/>
                  </a:cubicBezTo>
                  <a:lnTo>
                    <a:pt x="3887" y="3701"/>
                  </a:lnTo>
                  <a:lnTo>
                    <a:pt x="4137" y="3701"/>
                  </a:lnTo>
                  <a:cubicBezTo>
                    <a:pt x="4245" y="3701"/>
                    <a:pt x="4336" y="3611"/>
                    <a:pt x="4336" y="3502"/>
                  </a:cubicBezTo>
                  <a:lnTo>
                    <a:pt x="4336" y="199"/>
                  </a:lnTo>
                  <a:cubicBezTo>
                    <a:pt x="4336" y="87"/>
                    <a:pt x="4245" y="0"/>
                    <a:pt x="4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88"/>
            <p:cNvSpPr/>
            <p:nvPr/>
          </p:nvSpPr>
          <p:spPr>
            <a:xfrm>
              <a:off x="2279507" y="3182068"/>
              <a:ext cx="175028" cy="77132"/>
            </a:xfrm>
            <a:custGeom>
              <a:rect b="b" l="l" r="r" t="t"/>
              <a:pathLst>
                <a:path extrusionOk="0" h="2942" w="6676">
                  <a:moveTo>
                    <a:pt x="3337" y="400"/>
                  </a:moveTo>
                  <a:cubicBezTo>
                    <a:pt x="3801" y="400"/>
                    <a:pt x="4265" y="445"/>
                    <a:pt x="4723" y="533"/>
                  </a:cubicBezTo>
                  <a:cubicBezTo>
                    <a:pt x="5089" y="617"/>
                    <a:pt x="5245" y="707"/>
                    <a:pt x="5292" y="754"/>
                  </a:cubicBezTo>
                  <a:cubicBezTo>
                    <a:pt x="5245" y="801"/>
                    <a:pt x="5089" y="892"/>
                    <a:pt x="4723" y="975"/>
                  </a:cubicBezTo>
                  <a:cubicBezTo>
                    <a:pt x="4265" y="1064"/>
                    <a:pt x="3801" y="1108"/>
                    <a:pt x="3337" y="1108"/>
                  </a:cubicBezTo>
                  <a:cubicBezTo>
                    <a:pt x="2873" y="1108"/>
                    <a:pt x="2409" y="1064"/>
                    <a:pt x="1953" y="975"/>
                  </a:cubicBezTo>
                  <a:cubicBezTo>
                    <a:pt x="1587" y="892"/>
                    <a:pt x="1431" y="801"/>
                    <a:pt x="1384" y="754"/>
                  </a:cubicBezTo>
                  <a:cubicBezTo>
                    <a:pt x="1431" y="711"/>
                    <a:pt x="1587" y="617"/>
                    <a:pt x="1953" y="533"/>
                  </a:cubicBezTo>
                  <a:cubicBezTo>
                    <a:pt x="2409" y="445"/>
                    <a:pt x="2873" y="400"/>
                    <a:pt x="3337" y="400"/>
                  </a:cubicBezTo>
                  <a:close/>
                  <a:moveTo>
                    <a:pt x="3336" y="1"/>
                  </a:moveTo>
                  <a:cubicBezTo>
                    <a:pt x="3101" y="1"/>
                    <a:pt x="1073" y="19"/>
                    <a:pt x="975" y="700"/>
                  </a:cubicBezTo>
                  <a:lnTo>
                    <a:pt x="62" y="2656"/>
                  </a:lnTo>
                  <a:cubicBezTo>
                    <a:pt x="1" y="2790"/>
                    <a:pt x="95" y="2942"/>
                    <a:pt x="243" y="2942"/>
                  </a:cubicBezTo>
                  <a:lnTo>
                    <a:pt x="3304" y="2942"/>
                  </a:lnTo>
                  <a:cubicBezTo>
                    <a:pt x="3568" y="2942"/>
                    <a:pt x="3568" y="2543"/>
                    <a:pt x="3304" y="2543"/>
                  </a:cubicBezTo>
                  <a:lnTo>
                    <a:pt x="558" y="2543"/>
                  </a:lnTo>
                  <a:lnTo>
                    <a:pt x="1218" y="1131"/>
                  </a:lnTo>
                  <a:cubicBezTo>
                    <a:pt x="1783" y="1497"/>
                    <a:pt x="3148" y="1508"/>
                    <a:pt x="3340" y="1508"/>
                  </a:cubicBezTo>
                  <a:cubicBezTo>
                    <a:pt x="3528" y="1508"/>
                    <a:pt x="4894" y="1497"/>
                    <a:pt x="5459" y="1131"/>
                  </a:cubicBezTo>
                  <a:lnTo>
                    <a:pt x="6118" y="2543"/>
                  </a:lnTo>
                  <a:lnTo>
                    <a:pt x="4093" y="2543"/>
                  </a:lnTo>
                  <a:cubicBezTo>
                    <a:pt x="3825" y="2543"/>
                    <a:pt x="3825" y="2942"/>
                    <a:pt x="4093" y="2942"/>
                  </a:cubicBezTo>
                  <a:lnTo>
                    <a:pt x="6433" y="2942"/>
                  </a:lnTo>
                  <a:cubicBezTo>
                    <a:pt x="6581" y="2942"/>
                    <a:pt x="6675" y="2790"/>
                    <a:pt x="6614" y="2656"/>
                  </a:cubicBezTo>
                  <a:lnTo>
                    <a:pt x="5701" y="700"/>
                  </a:lnTo>
                  <a:cubicBezTo>
                    <a:pt x="5600" y="23"/>
                    <a:pt x="3572" y="1"/>
                    <a:pt x="3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88"/>
            <p:cNvSpPr/>
            <p:nvPr/>
          </p:nvSpPr>
          <p:spPr>
            <a:xfrm>
              <a:off x="2325860" y="3120588"/>
              <a:ext cx="10566" cy="56105"/>
            </a:xfrm>
            <a:custGeom>
              <a:rect b="b" l="l" r="r" t="t"/>
              <a:pathLst>
                <a:path extrusionOk="0" h="2140" w="403">
                  <a:moveTo>
                    <a:pt x="201" y="1"/>
                  </a:moveTo>
                  <a:cubicBezTo>
                    <a:pt x="101" y="1"/>
                    <a:pt x="0" y="68"/>
                    <a:pt x="0" y="202"/>
                  </a:cubicBezTo>
                  <a:lnTo>
                    <a:pt x="0" y="1944"/>
                  </a:lnTo>
                  <a:cubicBezTo>
                    <a:pt x="0" y="2053"/>
                    <a:pt x="91" y="2140"/>
                    <a:pt x="199" y="2140"/>
                  </a:cubicBezTo>
                  <a:cubicBezTo>
                    <a:pt x="312" y="2140"/>
                    <a:pt x="402" y="2053"/>
                    <a:pt x="402" y="1940"/>
                  </a:cubicBezTo>
                  <a:lnTo>
                    <a:pt x="402" y="202"/>
                  </a:lnTo>
                  <a:cubicBezTo>
                    <a:pt x="402" y="68"/>
                    <a:pt x="302"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88"/>
            <p:cNvSpPr/>
            <p:nvPr/>
          </p:nvSpPr>
          <p:spPr>
            <a:xfrm>
              <a:off x="2270331" y="3139438"/>
              <a:ext cx="47296" cy="42918"/>
            </a:xfrm>
            <a:custGeom>
              <a:rect b="b" l="l" r="r" t="t"/>
              <a:pathLst>
                <a:path extrusionOk="0" h="1637" w="1804">
                  <a:moveTo>
                    <a:pt x="291" y="1"/>
                  </a:moveTo>
                  <a:cubicBezTo>
                    <a:pt x="134" y="1"/>
                    <a:pt x="1" y="204"/>
                    <a:pt x="148" y="348"/>
                  </a:cubicBezTo>
                  <a:lnTo>
                    <a:pt x="1379" y="1576"/>
                  </a:lnTo>
                  <a:cubicBezTo>
                    <a:pt x="1423" y="1619"/>
                    <a:pt x="1471" y="1637"/>
                    <a:pt x="1517" y="1637"/>
                  </a:cubicBezTo>
                  <a:cubicBezTo>
                    <a:pt x="1672" y="1637"/>
                    <a:pt x="1804" y="1439"/>
                    <a:pt x="1662" y="1294"/>
                  </a:cubicBezTo>
                  <a:lnTo>
                    <a:pt x="434" y="66"/>
                  </a:lnTo>
                  <a:cubicBezTo>
                    <a:pt x="389" y="20"/>
                    <a:pt x="33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88"/>
            <p:cNvSpPr/>
            <p:nvPr/>
          </p:nvSpPr>
          <p:spPr>
            <a:xfrm>
              <a:off x="2241439" y="3190431"/>
              <a:ext cx="57941" cy="10566"/>
            </a:xfrm>
            <a:custGeom>
              <a:rect b="b" l="l" r="r" t="t"/>
              <a:pathLst>
                <a:path extrusionOk="0" h="403" w="2210">
                  <a:moveTo>
                    <a:pt x="268" y="1"/>
                  </a:moveTo>
                  <a:cubicBezTo>
                    <a:pt x="0" y="1"/>
                    <a:pt x="0" y="403"/>
                    <a:pt x="268" y="403"/>
                  </a:cubicBezTo>
                  <a:lnTo>
                    <a:pt x="2007" y="403"/>
                  </a:lnTo>
                  <a:cubicBezTo>
                    <a:pt x="2119" y="403"/>
                    <a:pt x="2210" y="312"/>
                    <a:pt x="2210" y="200"/>
                  </a:cubicBezTo>
                  <a:cubicBezTo>
                    <a:pt x="2210" y="91"/>
                    <a:pt x="2119" y="1"/>
                    <a:pt x="20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5" name="Google Shape;17335;p88"/>
          <p:cNvGrpSpPr/>
          <p:nvPr/>
        </p:nvGrpSpPr>
        <p:grpSpPr>
          <a:xfrm>
            <a:off x="3533936" y="3437138"/>
            <a:ext cx="361775" cy="246969"/>
            <a:chOff x="3533936" y="3437138"/>
            <a:chExt cx="361775" cy="246969"/>
          </a:xfrm>
        </p:grpSpPr>
        <p:sp>
          <p:nvSpPr>
            <p:cNvPr id="17336" name="Google Shape;17336;p88"/>
            <p:cNvSpPr/>
            <p:nvPr/>
          </p:nvSpPr>
          <p:spPr>
            <a:xfrm>
              <a:off x="3580839" y="3442538"/>
              <a:ext cx="118870" cy="225916"/>
            </a:xfrm>
            <a:custGeom>
              <a:rect b="b" l="l" r="r" t="t"/>
              <a:pathLst>
                <a:path extrusionOk="0" h="8617" w="4534">
                  <a:moveTo>
                    <a:pt x="1834" y="0"/>
                  </a:moveTo>
                  <a:cubicBezTo>
                    <a:pt x="1488" y="0"/>
                    <a:pt x="1199" y="269"/>
                    <a:pt x="1177" y="616"/>
                  </a:cubicBezTo>
                  <a:cubicBezTo>
                    <a:pt x="1040" y="436"/>
                    <a:pt x="850" y="356"/>
                    <a:pt x="661" y="356"/>
                  </a:cubicBezTo>
                  <a:cubicBezTo>
                    <a:pt x="327" y="356"/>
                    <a:pt x="0" y="610"/>
                    <a:pt x="0" y="1011"/>
                  </a:cubicBezTo>
                  <a:lnTo>
                    <a:pt x="0" y="8616"/>
                  </a:lnTo>
                  <a:lnTo>
                    <a:pt x="4531" y="8616"/>
                  </a:lnTo>
                  <a:lnTo>
                    <a:pt x="4531" y="1996"/>
                  </a:lnTo>
                  <a:cubicBezTo>
                    <a:pt x="4534" y="1685"/>
                    <a:pt x="4280" y="1479"/>
                    <a:pt x="4014" y="1479"/>
                  </a:cubicBezTo>
                  <a:cubicBezTo>
                    <a:pt x="3890" y="1479"/>
                    <a:pt x="3762" y="1525"/>
                    <a:pt x="3658" y="1626"/>
                  </a:cubicBezTo>
                  <a:lnTo>
                    <a:pt x="3658" y="1181"/>
                  </a:lnTo>
                  <a:cubicBezTo>
                    <a:pt x="3656" y="779"/>
                    <a:pt x="3329" y="525"/>
                    <a:pt x="2995" y="525"/>
                  </a:cubicBezTo>
                  <a:cubicBezTo>
                    <a:pt x="2809" y="525"/>
                    <a:pt x="2620" y="605"/>
                    <a:pt x="2485" y="783"/>
                  </a:cubicBezTo>
                  <a:lnTo>
                    <a:pt x="2485" y="649"/>
                  </a:lnTo>
                  <a:cubicBezTo>
                    <a:pt x="2481" y="297"/>
                    <a:pt x="2199" y="11"/>
                    <a:pt x="1847" y="0"/>
                  </a:cubicBezTo>
                  <a:cubicBezTo>
                    <a:pt x="1843" y="0"/>
                    <a:pt x="1838" y="0"/>
                    <a:pt x="183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88"/>
            <p:cNvSpPr/>
            <p:nvPr/>
          </p:nvSpPr>
          <p:spPr>
            <a:xfrm>
              <a:off x="3580918" y="3545757"/>
              <a:ext cx="76005" cy="122698"/>
            </a:xfrm>
            <a:custGeom>
              <a:rect b="b" l="l" r="r" t="t"/>
              <a:pathLst>
                <a:path extrusionOk="0" h="4680" w="2899">
                  <a:moveTo>
                    <a:pt x="1" y="0"/>
                  </a:moveTo>
                  <a:lnTo>
                    <a:pt x="1" y="4679"/>
                  </a:lnTo>
                  <a:lnTo>
                    <a:pt x="2898" y="4679"/>
                  </a:lnTo>
                  <a:lnTo>
                    <a:pt x="2898" y="2901"/>
                  </a:lnTo>
                  <a:cubicBezTo>
                    <a:pt x="2898" y="1300"/>
                    <a:pt x="1602" y="4"/>
                    <a:pt x="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88"/>
            <p:cNvSpPr/>
            <p:nvPr/>
          </p:nvSpPr>
          <p:spPr>
            <a:xfrm>
              <a:off x="3539625" y="3528584"/>
              <a:ext cx="87671" cy="139870"/>
            </a:xfrm>
            <a:custGeom>
              <a:rect b="b" l="l" r="r" t="t"/>
              <a:pathLst>
                <a:path extrusionOk="0" h="5335" w="3344">
                  <a:moveTo>
                    <a:pt x="661" y="0"/>
                  </a:moveTo>
                  <a:cubicBezTo>
                    <a:pt x="508" y="0"/>
                    <a:pt x="354" y="59"/>
                    <a:pt x="236" y="177"/>
                  </a:cubicBezTo>
                  <a:cubicBezTo>
                    <a:pt x="0" y="412"/>
                    <a:pt x="0" y="793"/>
                    <a:pt x="236" y="1028"/>
                  </a:cubicBezTo>
                  <a:lnTo>
                    <a:pt x="1576" y="2368"/>
                  </a:lnTo>
                  <a:lnTo>
                    <a:pt x="1576" y="5334"/>
                  </a:lnTo>
                  <a:lnTo>
                    <a:pt x="3343" y="5334"/>
                  </a:lnTo>
                  <a:lnTo>
                    <a:pt x="3343" y="3969"/>
                  </a:lnTo>
                  <a:cubicBezTo>
                    <a:pt x="3343" y="2966"/>
                    <a:pt x="2941" y="2006"/>
                    <a:pt x="2228" y="1300"/>
                  </a:cubicBezTo>
                  <a:lnTo>
                    <a:pt x="1087" y="177"/>
                  </a:lnTo>
                  <a:cubicBezTo>
                    <a:pt x="969" y="59"/>
                    <a:pt x="815" y="0"/>
                    <a:pt x="66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88"/>
            <p:cNvSpPr/>
            <p:nvPr/>
          </p:nvSpPr>
          <p:spPr>
            <a:xfrm>
              <a:off x="3572292" y="3655503"/>
              <a:ext cx="135990" cy="23386"/>
            </a:xfrm>
            <a:custGeom>
              <a:rect b="b" l="l" r="r" t="t"/>
              <a:pathLst>
                <a:path extrusionOk="0" h="892" w="5187">
                  <a:moveTo>
                    <a:pt x="0" y="1"/>
                  </a:moveTo>
                  <a:lnTo>
                    <a:pt x="0" y="892"/>
                  </a:lnTo>
                  <a:lnTo>
                    <a:pt x="5187" y="892"/>
                  </a:lnTo>
                  <a:lnTo>
                    <a:pt x="5187"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88"/>
            <p:cNvSpPr/>
            <p:nvPr/>
          </p:nvSpPr>
          <p:spPr>
            <a:xfrm>
              <a:off x="3730488" y="3442538"/>
              <a:ext cx="118791" cy="225916"/>
            </a:xfrm>
            <a:custGeom>
              <a:rect b="b" l="l" r="r" t="t"/>
              <a:pathLst>
                <a:path extrusionOk="0" h="8617" w="4531">
                  <a:moveTo>
                    <a:pt x="2701" y="0"/>
                  </a:moveTo>
                  <a:cubicBezTo>
                    <a:pt x="2697" y="0"/>
                    <a:pt x="2692" y="0"/>
                    <a:pt x="2687" y="0"/>
                  </a:cubicBezTo>
                  <a:cubicBezTo>
                    <a:pt x="2336" y="11"/>
                    <a:pt x="2054" y="297"/>
                    <a:pt x="2050" y="649"/>
                  </a:cubicBezTo>
                  <a:lnTo>
                    <a:pt x="2050" y="783"/>
                  </a:lnTo>
                  <a:cubicBezTo>
                    <a:pt x="1914" y="605"/>
                    <a:pt x="1724" y="525"/>
                    <a:pt x="1537" y="525"/>
                  </a:cubicBezTo>
                  <a:cubicBezTo>
                    <a:pt x="1203" y="525"/>
                    <a:pt x="877" y="779"/>
                    <a:pt x="877" y="1181"/>
                  </a:cubicBezTo>
                  <a:lnTo>
                    <a:pt x="877" y="1626"/>
                  </a:lnTo>
                  <a:cubicBezTo>
                    <a:pt x="772" y="1525"/>
                    <a:pt x="645" y="1479"/>
                    <a:pt x="520" y="1479"/>
                  </a:cubicBezTo>
                  <a:cubicBezTo>
                    <a:pt x="255" y="1479"/>
                    <a:pt x="0" y="1685"/>
                    <a:pt x="0" y="1996"/>
                  </a:cubicBezTo>
                  <a:lnTo>
                    <a:pt x="0" y="8616"/>
                  </a:lnTo>
                  <a:lnTo>
                    <a:pt x="4531" y="8616"/>
                  </a:lnTo>
                  <a:lnTo>
                    <a:pt x="4531" y="1011"/>
                  </a:lnTo>
                  <a:cubicBezTo>
                    <a:pt x="4531" y="610"/>
                    <a:pt x="4206" y="356"/>
                    <a:pt x="3872" y="356"/>
                  </a:cubicBezTo>
                  <a:cubicBezTo>
                    <a:pt x="3685" y="356"/>
                    <a:pt x="3494" y="436"/>
                    <a:pt x="3357" y="616"/>
                  </a:cubicBezTo>
                  <a:cubicBezTo>
                    <a:pt x="3336" y="269"/>
                    <a:pt x="3046" y="0"/>
                    <a:pt x="270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88"/>
            <p:cNvSpPr/>
            <p:nvPr/>
          </p:nvSpPr>
          <p:spPr>
            <a:xfrm>
              <a:off x="3773302" y="3545757"/>
              <a:ext cx="75978" cy="122698"/>
            </a:xfrm>
            <a:custGeom>
              <a:rect b="b" l="l" r="r" t="t"/>
              <a:pathLst>
                <a:path extrusionOk="0" h="4680" w="2898">
                  <a:moveTo>
                    <a:pt x="2898" y="0"/>
                  </a:moveTo>
                  <a:cubicBezTo>
                    <a:pt x="1297" y="4"/>
                    <a:pt x="1" y="1300"/>
                    <a:pt x="1" y="2901"/>
                  </a:cubicBezTo>
                  <a:lnTo>
                    <a:pt x="1" y="4679"/>
                  </a:lnTo>
                  <a:lnTo>
                    <a:pt x="2898" y="4679"/>
                  </a:lnTo>
                  <a:lnTo>
                    <a:pt x="2898"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88"/>
            <p:cNvSpPr/>
            <p:nvPr/>
          </p:nvSpPr>
          <p:spPr>
            <a:xfrm>
              <a:off x="3802927" y="3528584"/>
              <a:ext cx="87671" cy="139870"/>
            </a:xfrm>
            <a:custGeom>
              <a:rect b="b" l="l" r="r" t="t"/>
              <a:pathLst>
                <a:path extrusionOk="0" h="5335" w="3344">
                  <a:moveTo>
                    <a:pt x="2682" y="0"/>
                  </a:moveTo>
                  <a:cubicBezTo>
                    <a:pt x="2528" y="0"/>
                    <a:pt x="2375" y="59"/>
                    <a:pt x="2257" y="177"/>
                  </a:cubicBezTo>
                  <a:lnTo>
                    <a:pt x="1116" y="1300"/>
                  </a:lnTo>
                  <a:cubicBezTo>
                    <a:pt x="403" y="2006"/>
                    <a:pt x="1" y="2966"/>
                    <a:pt x="1" y="3969"/>
                  </a:cubicBezTo>
                  <a:lnTo>
                    <a:pt x="1" y="5334"/>
                  </a:lnTo>
                  <a:lnTo>
                    <a:pt x="1768" y="5334"/>
                  </a:lnTo>
                  <a:lnTo>
                    <a:pt x="1768" y="2368"/>
                  </a:lnTo>
                  <a:lnTo>
                    <a:pt x="3108" y="1028"/>
                  </a:lnTo>
                  <a:cubicBezTo>
                    <a:pt x="3343" y="793"/>
                    <a:pt x="3343" y="412"/>
                    <a:pt x="3108" y="177"/>
                  </a:cubicBezTo>
                  <a:cubicBezTo>
                    <a:pt x="2990" y="59"/>
                    <a:pt x="2836" y="0"/>
                    <a:pt x="2682"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88"/>
            <p:cNvSpPr/>
            <p:nvPr/>
          </p:nvSpPr>
          <p:spPr>
            <a:xfrm>
              <a:off x="3721941" y="3655503"/>
              <a:ext cx="135990" cy="23386"/>
            </a:xfrm>
            <a:custGeom>
              <a:rect b="b" l="l" r="r" t="t"/>
              <a:pathLst>
                <a:path extrusionOk="0" h="892" w="5187">
                  <a:moveTo>
                    <a:pt x="0" y="1"/>
                  </a:moveTo>
                  <a:lnTo>
                    <a:pt x="0" y="892"/>
                  </a:lnTo>
                  <a:lnTo>
                    <a:pt x="5186" y="892"/>
                  </a:lnTo>
                  <a:lnTo>
                    <a:pt x="5186"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88"/>
            <p:cNvSpPr/>
            <p:nvPr/>
          </p:nvSpPr>
          <p:spPr>
            <a:xfrm>
              <a:off x="3533936" y="3437138"/>
              <a:ext cx="179669" cy="246969"/>
            </a:xfrm>
            <a:custGeom>
              <a:rect b="b" l="l" r="r" t="t"/>
              <a:pathLst>
                <a:path extrusionOk="0" h="9420" w="6853">
                  <a:moveTo>
                    <a:pt x="3616" y="387"/>
                  </a:moveTo>
                  <a:cubicBezTo>
                    <a:pt x="3620" y="387"/>
                    <a:pt x="3625" y="387"/>
                    <a:pt x="3629" y="387"/>
                  </a:cubicBezTo>
                  <a:cubicBezTo>
                    <a:pt x="3879" y="395"/>
                    <a:pt x="4075" y="605"/>
                    <a:pt x="4067" y="855"/>
                  </a:cubicBezTo>
                  <a:lnTo>
                    <a:pt x="4067" y="981"/>
                  </a:lnTo>
                  <a:lnTo>
                    <a:pt x="4067" y="985"/>
                  </a:lnTo>
                  <a:cubicBezTo>
                    <a:pt x="4067" y="1003"/>
                    <a:pt x="4071" y="1018"/>
                    <a:pt x="4075" y="1032"/>
                  </a:cubicBezTo>
                  <a:cubicBezTo>
                    <a:pt x="4096" y="1224"/>
                    <a:pt x="4082" y="2876"/>
                    <a:pt x="4067" y="3886"/>
                  </a:cubicBezTo>
                  <a:cubicBezTo>
                    <a:pt x="4067" y="3995"/>
                    <a:pt x="4154" y="4085"/>
                    <a:pt x="4267" y="4089"/>
                  </a:cubicBezTo>
                  <a:cubicBezTo>
                    <a:pt x="4379" y="4089"/>
                    <a:pt x="4466" y="4002"/>
                    <a:pt x="4469" y="3890"/>
                  </a:cubicBezTo>
                  <a:cubicBezTo>
                    <a:pt x="4469" y="3882"/>
                    <a:pt x="4477" y="3176"/>
                    <a:pt x="4484" y="2466"/>
                  </a:cubicBezTo>
                  <a:cubicBezTo>
                    <a:pt x="4487" y="1583"/>
                    <a:pt x="4484" y="1217"/>
                    <a:pt x="4477" y="1050"/>
                  </a:cubicBezTo>
                  <a:cubicBezTo>
                    <a:pt x="4567" y="963"/>
                    <a:pt x="4677" y="924"/>
                    <a:pt x="4785" y="924"/>
                  </a:cubicBezTo>
                  <a:cubicBezTo>
                    <a:pt x="5019" y="924"/>
                    <a:pt x="5243" y="1107"/>
                    <a:pt x="5241" y="1380"/>
                  </a:cubicBezTo>
                  <a:lnTo>
                    <a:pt x="5241" y="1829"/>
                  </a:lnTo>
                  <a:lnTo>
                    <a:pt x="5241" y="3886"/>
                  </a:lnTo>
                  <a:cubicBezTo>
                    <a:pt x="5241" y="4020"/>
                    <a:pt x="5341" y="4087"/>
                    <a:pt x="5442" y="4087"/>
                  </a:cubicBezTo>
                  <a:cubicBezTo>
                    <a:pt x="5542" y="4087"/>
                    <a:pt x="5643" y="4020"/>
                    <a:pt x="5643" y="3886"/>
                  </a:cubicBezTo>
                  <a:lnTo>
                    <a:pt x="5643" y="1923"/>
                  </a:lnTo>
                  <a:cubicBezTo>
                    <a:pt x="5690" y="1894"/>
                    <a:pt x="5744" y="1880"/>
                    <a:pt x="5802" y="1880"/>
                  </a:cubicBezTo>
                  <a:cubicBezTo>
                    <a:pt x="5976" y="1880"/>
                    <a:pt x="6117" y="2021"/>
                    <a:pt x="6117" y="2195"/>
                  </a:cubicBezTo>
                  <a:lnTo>
                    <a:pt x="6117" y="8127"/>
                  </a:lnTo>
                  <a:lnTo>
                    <a:pt x="3756" y="8127"/>
                  </a:lnTo>
                  <a:lnTo>
                    <a:pt x="3756" y="7453"/>
                  </a:lnTo>
                  <a:cubicBezTo>
                    <a:pt x="3756" y="7280"/>
                    <a:pt x="3745" y="7106"/>
                    <a:pt x="3723" y="6935"/>
                  </a:cubicBezTo>
                  <a:cubicBezTo>
                    <a:pt x="3707" y="6816"/>
                    <a:pt x="3617" y="6761"/>
                    <a:pt x="3527" y="6761"/>
                  </a:cubicBezTo>
                  <a:cubicBezTo>
                    <a:pt x="3417" y="6761"/>
                    <a:pt x="3307" y="6841"/>
                    <a:pt x="3325" y="6986"/>
                  </a:cubicBezTo>
                  <a:cubicBezTo>
                    <a:pt x="3347" y="7142"/>
                    <a:pt x="3358" y="7298"/>
                    <a:pt x="3358" y="7453"/>
                  </a:cubicBezTo>
                  <a:lnTo>
                    <a:pt x="3358" y="8127"/>
                  </a:lnTo>
                  <a:lnTo>
                    <a:pt x="1989" y="8127"/>
                  </a:lnTo>
                  <a:lnTo>
                    <a:pt x="1989" y="5853"/>
                  </a:lnTo>
                  <a:cubicBezTo>
                    <a:pt x="1989" y="5847"/>
                    <a:pt x="1989" y="5840"/>
                    <a:pt x="1989" y="5834"/>
                  </a:cubicBezTo>
                  <a:cubicBezTo>
                    <a:pt x="1985" y="5787"/>
                    <a:pt x="1963" y="5748"/>
                    <a:pt x="1931" y="5715"/>
                  </a:cubicBezTo>
                  <a:lnTo>
                    <a:pt x="594" y="4375"/>
                  </a:lnTo>
                  <a:cubicBezTo>
                    <a:pt x="428" y="4219"/>
                    <a:pt x="424" y="3958"/>
                    <a:pt x="583" y="3795"/>
                  </a:cubicBezTo>
                  <a:cubicBezTo>
                    <a:pt x="663" y="3718"/>
                    <a:pt x="766" y="3679"/>
                    <a:pt x="869" y="3679"/>
                  </a:cubicBezTo>
                  <a:cubicBezTo>
                    <a:pt x="976" y="3679"/>
                    <a:pt x="1083" y="3721"/>
                    <a:pt x="1163" y="3806"/>
                  </a:cubicBezTo>
                  <a:lnTo>
                    <a:pt x="1648" y="4284"/>
                  </a:lnTo>
                  <a:lnTo>
                    <a:pt x="2304" y="4933"/>
                  </a:lnTo>
                  <a:cubicBezTo>
                    <a:pt x="2677" y="5302"/>
                    <a:pt x="2963" y="5751"/>
                    <a:pt x="3144" y="6244"/>
                  </a:cubicBezTo>
                  <a:cubicBezTo>
                    <a:pt x="3180" y="6333"/>
                    <a:pt x="3253" y="6370"/>
                    <a:pt x="3325" y="6370"/>
                  </a:cubicBezTo>
                  <a:cubicBezTo>
                    <a:pt x="3448" y="6370"/>
                    <a:pt x="3571" y="6262"/>
                    <a:pt x="3520" y="6110"/>
                  </a:cubicBezTo>
                  <a:cubicBezTo>
                    <a:pt x="3321" y="5559"/>
                    <a:pt x="2999" y="5059"/>
                    <a:pt x="2582" y="4647"/>
                  </a:cubicBezTo>
                  <a:lnTo>
                    <a:pt x="1989" y="4060"/>
                  </a:lnTo>
                  <a:lnTo>
                    <a:pt x="1989" y="1217"/>
                  </a:lnTo>
                  <a:cubicBezTo>
                    <a:pt x="1986" y="942"/>
                    <a:pt x="2211" y="759"/>
                    <a:pt x="2445" y="759"/>
                  </a:cubicBezTo>
                  <a:cubicBezTo>
                    <a:pt x="2557" y="759"/>
                    <a:pt x="2671" y="801"/>
                    <a:pt x="2764" y="894"/>
                  </a:cubicBezTo>
                  <a:lnTo>
                    <a:pt x="2764" y="3893"/>
                  </a:lnTo>
                  <a:cubicBezTo>
                    <a:pt x="2764" y="4025"/>
                    <a:pt x="2863" y="4092"/>
                    <a:pt x="2963" y="4092"/>
                  </a:cubicBezTo>
                  <a:cubicBezTo>
                    <a:pt x="3062" y="4092"/>
                    <a:pt x="3162" y="4025"/>
                    <a:pt x="3162" y="3893"/>
                  </a:cubicBezTo>
                  <a:lnTo>
                    <a:pt x="3162" y="829"/>
                  </a:lnTo>
                  <a:cubicBezTo>
                    <a:pt x="3169" y="580"/>
                    <a:pt x="3372" y="387"/>
                    <a:pt x="3616" y="387"/>
                  </a:cubicBezTo>
                  <a:close/>
                  <a:moveTo>
                    <a:pt x="3619" y="1"/>
                  </a:moveTo>
                  <a:cubicBezTo>
                    <a:pt x="3321" y="1"/>
                    <a:pt x="3021" y="152"/>
                    <a:pt x="2861" y="467"/>
                  </a:cubicBezTo>
                  <a:cubicBezTo>
                    <a:pt x="2727" y="393"/>
                    <a:pt x="2585" y="359"/>
                    <a:pt x="2448" y="359"/>
                  </a:cubicBezTo>
                  <a:cubicBezTo>
                    <a:pt x="1999" y="359"/>
                    <a:pt x="1591" y="718"/>
                    <a:pt x="1594" y="1217"/>
                  </a:cubicBezTo>
                  <a:lnTo>
                    <a:pt x="1594" y="3665"/>
                  </a:lnTo>
                  <a:lnTo>
                    <a:pt x="1449" y="3520"/>
                  </a:lnTo>
                  <a:cubicBezTo>
                    <a:pt x="1292" y="3365"/>
                    <a:pt x="1087" y="3287"/>
                    <a:pt x="882" y="3287"/>
                  </a:cubicBezTo>
                  <a:cubicBezTo>
                    <a:pt x="676" y="3287"/>
                    <a:pt x="470" y="3366"/>
                    <a:pt x="312" y="3524"/>
                  </a:cubicBezTo>
                  <a:cubicBezTo>
                    <a:pt x="0" y="3835"/>
                    <a:pt x="0" y="4346"/>
                    <a:pt x="315" y="4657"/>
                  </a:cubicBezTo>
                  <a:lnTo>
                    <a:pt x="1594" y="5939"/>
                  </a:lnTo>
                  <a:lnTo>
                    <a:pt x="1594" y="8131"/>
                  </a:lnTo>
                  <a:lnTo>
                    <a:pt x="1467" y="8131"/>
                  </a:lnTo>
                  <a:cubicBezTo>
                    <a:pt x="1355" y="8131"/>
                    <a:pt x="1264" y="8221"/>
                    <a:pt x="1264" y="8330"/>
                  </a:cubicBezTo>
                  <a:lnTo>
                    <a:pt x="1264" y="9221"/>
                  </a:lnTo>
                  <a:cubicBezTo>
                    <a:pt x="1264" y="9329"/>
                    <a:pt x="1355" y="9420"/>
                    <a:pt x="1467" y="9420"/>
                  </a:cubicBezTo>
                  <a:lnTo>
                    <a:pt x="4784" y="9420"/>
                  </a:lnTo>
                  <a:cubicBezTo>
                    <a:pt x="5049" y="9420"/>
                    <a:pt x="5049" y="9022"/>
                    <a:pt x="4784" y="9022"/>
                  </a:cubicBezTo>
                  <a:lnTo>
                    <a:pt x="1666" y="9022"/>
                  </a:lnTo>
                  <a:lnTo>
                    <a:pt x="1666" y="8533"/>
                  </a:lnTo>
                  <a:lnTo>
                    <a:pt x="6450" y="8533"/>
                  </a:lnTo>
                  <a:lnTo>
                    <a:pt x="6450" y="9018"/>
                  </a:lnTo>
                  <a:lnTo>
                    <a:pt x="5570" y="9018"/>
                  </a:lnTo>
                  <a:cubicBezTo>
                    <a:pt x="5302" y="9018"/>
                    <a:pt x="5302" y="9420"/>
                    <a:pt x="5570" y="9420"/>
                  </a:cubicBezTo>
                  <a:lnTo>
                    <a:pt x="6653" y="9420"/>
                  </a:lnTo>
                  <a:cubicBezTo>
                    <a:pt x="6762" y="9420"/>
                    <a:pt x="6852" y="9329"/>
                    <a:pt x="6852" y="9217"/>
                  </a:cubicBezTo>
                  <a:lnTo>
                    <a:pt x="6852" y="8330"/>
                  </a:lnTo>
                  <a:cubicBezTo>
                    <a:pt x="6849" y="8218"/>
                    <a:pt x="6762" y="8131"/>
                    <a:pt x="6653" y="8131"/>
                  </a:cubicBezTo>
                  <a:lnTo>
                    <a:pt x="6523" y="8131"/>
                  </a:lnTo>
                  <a:lnTo>
                    <a:pt x="6523" y="2202"/>
                  </a:lnTo>
                  <a:cubicBezTo>
                    <a:pt x="6523" y="1798"/>
                    <a:pt x="6194" y="1484"/>
                    <a:pt x="5812" y="1484"/>
                  </a:cubicBezTo>
                  <a:cubicBezTo>
                    <a:pt x="5759" y="1484"/>
                    <a:pt x="5705" y="1490"/>
                    <a:pt x="5650" y="1503"/>
                  </a:cubicBezTo>
                  <a:lnTo>
                    <a:pt x="5650" y="1383"/>
                  </a:lnTo>
                  <a:cubicBezTo>
                    <a:pt x="5647" y="893"/>
                    <a:pt x="5244" y="529"/>
                    <a:pt x="4796" y="529"/>
                  </a:cubicBezTo>
                  <a:cubicBezTo>
                    <a:pt x="4678" y="529"/>
                    <a:pt x="4558" y="554"/>
                    <a:pt x="4440" y="608"/>
                  </a:cubicBezTo>
                  <a:cubicBezTo>
                    <a:pt x="4319" y="209"/>
                    <a:pt x="3970"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88"/>
            <p:cNvSpPr/>
            <p:nvPr/>
          </p:nvSpPr>
          <p:spPr>
            <a:xfrm>
              <a:off x="3778519" y="3507951"/>
              <a:ext cx="11142" cy="36495"/>
            </a:xfrm>
            <a:custGeom>
              <a:rect b="b" l="l" r="r" t="t"/>
              <a:pathLst>
                <a:path extrusionOk="0" h="1392" w="425">
                  <a:moveTo>
                    <a:pt x="213" y="0"/>
                  </a:moveTo>
                  <a:cubicBezTo>
                    <a:pt x="209" y="0"/>
                    <a:pt x="204" y="0"/>
                    <a:pt x="200" y="1"/>
                  </a:cubicBezTo>
                  <a:cubicBezTo>
                    <a:pt x="88" y="4"/>
                    <a:pt x="1" y="98"/>
                    <a:pt x="8" y="211"/>
                  </a:cubicBezTo>
                  <a:cubicBezTo>
                    <a:pt x="22" y="475"/>
                    <a:pt x="26" y="787"/>
                    <a:pt x="19" y="1189"/>
                  </a:cubicBezTo>
                  <a:cubicBezTo>
                    <a:pt x="15" y="1301"/>
                    <a:pt x="106" y="1391"/>
                    <a:pt x="214" y="1391"/>
                  </a:cubicBezTo>
                  <a:lnTo>
                    <a:pt x="218" y="1391"/>
                  </a:lnTo>
                  <a:cubicBezTo>
                    <a:pt x="327" y="1391"/>
                    <a:pt x="417" y="1304"/>
                    <a:pt x="421" y="1196"/>
                  </a:cubicBezTo>
                  <a:cubicBezTo>
                    <a:pt x="424" y="783"/>
                    <a:pt x="421" y="464"/>
                    <a:pt x="410" y="189"/>
                  </a:cubicBezTo>
                  <a:cubicBezTo>
                    <a:pt x="403" y="81"/>
                    <a:pt x="316" y="0"/>
                    <a:pt x="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88"/>
            <p:cNvSpPr/>
            <p:nvPr/>
          </p:nvSpPr>
          <p:spPr>
            <a:xfrm>
              <a:off x="3716698" y="3437164"/>
              <a:ext cx="179013" cy="246943"/>
            </a:xfrm>
            <a:custGeom>
              <a:rect b="b" l="l" r="r" t="t"/>
              <a:pathLst>
                <a:path extrusionOk="0" h="9419" w="6828">
                  <a:moveTo>
                    <a:pt x="5970" y="3686"/>
                  </a:moveTo>
                  <a:cubicBezTo>
                    <a:pt x="6073" y="3686"/>
                    <a:pt x="6176" y="3726"/>
                    <a:pt x="6256" y="3805"/>
                  </a:cubicBezTo>
                  <a:cubicBezTo>
                    <a:pt x="6411" y="3961"/>
                    <a:pt x="6411" y="4215"/>
                    <a:pt x="6256" y="4374"/>
                  </a:cubicBezTo>
                  <a:lnTo>
                    <a:pt x="4916" y="5714"/>
                  </a:lnTo>
                  <a:cubicBezTo>
                    <a:pt x="4879" y="5750"/>
                    <a:pt x="4858" y="5801"/>
                    <a:pt x="4858" y="5855"/>
                  </a:cubicBezTo>
                  <a:lnTo>
                    <a:pt x="4858" y="8130"/>
                  </a:lnTo>
                  <a:lnTo>
                    <a:pt x="3489" y="8130"/>
                  </a:lnTo>
                  <a:lnTo>
                    <a:pt x="3489" y="7452"/>
                  </a:lnTo>
                  <a:cubicBezTo>
                    <a:pt x="3492" y="6507"/>
                    <a:pt x="3869" y="5598"/>
                    <a:pt x="4546" y="4928"/>
                  </a:cubicBezTo>
                  <a:lnTo>
                    <a:pt x="5198" y="4283"/>
                  </a:lnTo>
                  <a:lnTo>
                    <a:pt x="5687" y="3805"/>
                  </a:lnTo>
                  <a:cubicBezTo>
                    <a:pt x="5765" y="3726"/>
                    <a:pt x="5867" y="3686"/>
                    <a:pt x="5970" y="3686"/>
                  </a:cubicBezTo>
                  <a:close/>
                  <a:moveTo>
                    <a:pt x="3237" y="393"/>
                  </a:moveTo>
                  <a:cubicBezTo>
                    <a:pt x="3478" y="393"/>
                    <a:pt x="3677" y="589"/>
                    <a:pt x="3684" y="832"/>
                  </a:cubicBezTo>
                  <a:lnTo>
                    <a:pt x="3684" y="3896"/>
                  </a:lnTo>
                  <a:cubicBezTo>
                    <a:pt x="3684" y="4028"/>
                    <a:pt x="3784" y="4094"/>
                    <a:pt x="3883" y="4094"/>
                  </a:cubicBezTo>
                  <a:cubicBezTo>
                    <a:pt x="3983" y="4094"/>
                    <a:pt x="4083" y="4028"/>
                    <a:pt x="4083" y="3896"/>
                  </a:cubicBezTo>
                  <a:lnTo>
                    <a:pt x="4083" y="897"/>
                  </a:lnTo>
                  <a:cubicBezTo>
                    <a:pt x="4175" y="805"/>
                    <a:pt x="4289" y="763"/>
                    <a:pt x="4400" y="763"/>
                  </a:cubicBezTo>
                  <a:cubicBezTo>
                    <a:pt x="4634" y="763"/>
                    <a:pt x="4858" y="945"/>
                    <a:pt x="4858" y="1219"/>
                  </a:cubicBezTo>
                  <a:lnTo>
                    <a:pt x="4858" y="4062"/>
                  </a:lnTo>
                  <a:lnTo>
                    <a:pt x="4264" y="4653"/>
                  </a:lnTo>
                  <a:cubicBezTo>
                    <a:pt x="3510" y="5395"/>
                    <a:pt x="3087" y="6406"/>
                    <a:pt x="3087" y="7460"/>
                  </a:cubicBezTo>
                  <a:lnTo>
                    <a:pt x="3087" y="8133"/>
                  </a:lnTo>
                  <a:lnTo>
                    <a:pt x="725" y="8133"/>
                  </a:lnTo>
                  <a:lnTo>
                    <a:pt x="725" y="2205"/>
                  </a:lnTo>
                  <a:lnTo>
                    <a:pt x="729" y="2201"/>
                  </a:lnTo>
                  <a:cubicBezTo>
                    <a:pt x="729" y="2027"/>
                    <a:pt x="870" y="1886"/>
                    <a:pt x="1044" y="1886"/>
                  </a:cubicBezTo>
                  <a:cubicBezTo>
                    <a:pt x="1102" y="1886"/>
                    <a:pt x="1156" y="1900"/>
                    <a:pt x="1203" y="1929"/>
                  </a:cubicBezTo>
                  <a:lnTo>
                    <a:pt x="1203" y="3892"/>
                  </a:lnTo>
                  <a:cubicBezTo>
                    <a:pt x="1203" y="4026"/>
                    <a:pt x="1304" y="4093"/>
                    <a:pt x="1404" y="4093"/>
                  </a:cubicBezTo>
                  <a:cubicBezTo>
                    <a:pt x="1505" y="4093"/>
                    <a:pt x="1605" y="4026"/>
                    <a:pt x="1605" y="3892"/>
                  </a:cubicBezTo>
                  <a:lnTo>
                    <a:pt x="1605" y="1831"/>
                  </a:lnTo>
                  <a:lnTo>
                    <a:pt x="1605" y="1386"/>
                  </a:lnTo>
                  <a:cubicBezTo>
                    <a:pt x="1603" y="1111"/>
                    <a:pt x="1826" y="930"/>
                    <a:pt x="2059" y="930"/>
                  </a:cubicBezTo>
                  <a:cubicBezTo>
                    <a:pt x="2171" y="930"/>
                    <a:pt x="2284" y="971"/>
                    <a:pt x="2377" y="1064"/>
                  </a:cubicBezTo>
                  <a:lnTo>
                    <a:pt x="2377" y="2161"/>
                  </a:lnTo>
                  <a:cubicBezTo>
                    <a:pt x="2377" y="2295"/>
                    <a:pt x="2477" y="2362"/>
                    <a:pt x="2578" y="2362"/>
                  </a:cubicBezTo>
                  <a:cubicBezTo>
                    <a:pt x="2678" y="2362"/>
                    <a:pt x="2779" y="2295"/>
                    <a:pt x="2779" y="2161"/>
                  </a:cubicBezTo>
                  <a:lnTo>
                    <a:pt x="2779" y="988"/>
                  </a:lnTo>
                  <a:lnTo>
                    <a:pt x="2779" y="857"/>
                  </a:lnTo>
                  <a:cubicBezTo>
                    <a:pt x="2772" y="607"/>
                    <a:pt x="2967" y="401"/>
                    <a:pt x="3217" y="394"/>
                  </a:cubicBezTo>
                  <a:cubicBezTo>
                    <a:pt x="3224" y="393"/>
                    <a:pt x="3230" y="393"/>
                    <a:pt x="3237" y="393"/>
                  </a:cubicBezTo>
                  <a:close/>
                  <a:moveTo>
                    <a:pt x="5187" y="8528"/>
                  </a:moveTo>
                  <a:lnTo>
                    <a:pt x="5187" y="9017"/>
                  </a:lnTo>
                  <a:lnTo>
                    <a:pt x="399" y="9017"/>
                  </a:lnTo>
                  <a:lnTo>
                    <a:pt x="399" y="8528"/>
                  </a:lnTo>
                  <a:close/>
                  <a:moveTo>
                    <a:pt x="3235" y="1"/>
                  </a:moveTo>
                  <a:cubicBezTo>
                    <a:pt x="2885" y="1"/>
                    <a:pt x="2534" y="210"/>
                    <a:pt x="2413" y="607"/>
                  </a:cubicBezTo>
                  <a:cubicBezTo>
                    <a:pt x="2296" y="554"/>
                    <a:pt x="2176" y="530"/>
                    <a:pt x="2059" y="530"/>
                  </a:cubicBezTo>
                  <a:cubicBezTo>
                    <a:pt x="1609" y="530"/>
                    <a:pt x="1203" y="892"/>
                    <a:pt x="1203" y="1386"/>
                  </a:cubicBezTo>
                  <a:lnTo>
                    <a:pt x="1203" y="1502"/>
                  </a:lnTo>
                  <a:cubicBezTo>
                    <a:pt x="1150" y="1490"/>
                    <a:pt x="1096" y="1484"/>
                    <a:pt x="1043" y="1484"/>
                  </a:cubicBezTo>
                  <a:cubicBezTo>
                    <a:pt x="659" y="1484"/>
                    <a:pt x="330" y="1796"/>
                    <a:pt x="327" y="2201"/>
                  </a:cubicBezTo>
                  <a:lnTo>
                    <a:pt x="327" y="8130"/>
                  </a:lnTo>
                  <a:lnTo>
                    <a:pt x="200" y="8130"/>
                  </a:lnTo>
                  <a:cubicBezTo>
                    <a:pt x="92" y="8130"/>
                    <a:pt x="1" y="8220"/>
                    <a:pt x="1" y="8332"/>
                  </a:cubicBezTo>
                  <a:lnTo>
                    <a:pt x="1" y="9220"/>
                  </a:lnTo>
                  <a:cubicBezTo>
                    <a:pt x="1" y="9332"/>
                    <a:pt x="92" y="9419"/>
                    <a:pt x="200" y="9419"/>
                  </a:cubicBezTo>
                  <a:lnTo>
                    <a:pt x="5386" y="9419"/>
                  </a:lnTo>
                  <a:cubicBezTo>
                    <a:pt x="5495" y="9419"/>
                    <a:pt x="5586" y="9332"/>
                    <a:pt x="5586" y="9220"/>
                  </a:cubicBezTo>
                  <a:lnTo>
                    <a:pt x="5586" y="8332"/>
                  </a:lnTo>
                  <a:cubicBezTo>
                    <a:pt x="5586" y="8220"/>
                    <a:pt x="5495" y="8130"/>
                    <a:pt x="5386" y="8130"/>
                  </a:cubicBezTo>
                  <a:lnTo>
                    <a:pt x="5256" y="8130"/>
                  </a:lnTo>
                  <a:lnTo>
                    <a:pt x="5256" y="5938"/>
                  </a:lnTo>
                  <a:lnTo>
                    <a:pt x="6538" y="4656"/>
                  </a:lnTo>
                  <a:cubicBezTo>
                    <a:pt x="6828" y="4341"/>
                    <a:pt x="6821" y="3852"/>
                    <a:pt x="6516" y="3548"/>
                  </a:cubicBezTo>
                  <a:cubicBezTo>
                    <a:pt x="6360" y="3391"/>
                    <a:pt x="6154" y="3313"/>
                    <a:pt x="5948" y="3313"/>
                  </a:cubicBezTo>
                  <a:cubicBezTo>
                    <a:pt x="5754" y="3313"/>
                    <a:pt x="5559" y="3382"/>
                    <a:pt x="5405" y="3523"/>
                  </a:cubicBezTo>
                  <a:lnTo>
                    <a:pt x="5260" y="3664"/>
                  </a:lnTo>
                  <a:lnTo>
                    <a:pt x="5260" y="1216"/>
                  </a:lnTo>
                  <a:cubicBezTo>
                    <a:pt x="5260" y="719"/>
                    <a:pt x="4851" y="360"/>
                    <a:pt x="4402" y="360"/>
                  </a:cubicBezTo>
                  <a:cubicBezTo>
                    <a:pt x="4266" y="360"/>
                    <a:pt x="4126" y="393"/>
                    <a:pt x="3992" y="466"/>
                  </a:cubicBezTo>
                  <a:cubicBezTo>
                    <a:pt x="3832" y="152"/>
                    <a:pt x="3534" y="1"/>
                    <a:pt x="3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7" name="Google Shape;17347;p88"/>
          <p:cNvGrpSpPr/>
          <p:nvPr/>
        </p:nvGrpSpPr>
        <p:grpSpPr>
          <a:xfrm>
            <a:off x="3531838" y="2005452"/>
            <a:ext cx="358288" cy="323209"/>
            <a:chOff x="3531838" y="2005452"/>
            <a:chExt cx="358288" cy="323209"/>
          </a:xfrm>
        </p:grpSpPr>
        <p:sp>
          <p:nvSpPr>
            <p:cNvPr id="17348" name="Google Shape;17348;p88"/>
            <p:cNvSpPr/>
            <p:nvPr/>
          </p:nvSpPr>
          <p:spPr>
            <a:xfrm>
              <a:off x="3536977" y="2113102"/>
              <a:ext cx="267392" cy="210055"/>
            </a:xfrm>
            <a:custGeom>
              <a:rect b="b" l="l" r="r" t="t"/>
              <a:pathLst>
                <a:path extrusionOk="0" h="8012" w="10199">
                  <a:moveTo>
                    <a:pt x="0" y="1"/>
                  </a:moveTo>
                  <a:lnTo>
                    <a:pt x="0" y="8012"/>
                  </a:lnTo>
                  <a:lnTo>
                    <a:pt x="10199" y="8012"/>
                  </a:lnTo>
                  <a:lnTo>
                    <a:pt x="10199" y="1334"/>
                  </a:lnTo>
                  <a:lnTo>
                    <a:pt x="4125" y="1334"/>
                  </a:lnTo>
                  <a:lnTo>
                    <a:pt x="27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88"/>
            <p:cNvSpPr/>
            <p:nvPr/>
          </p:nvSpPr>
          <p:spPr>
            <a:xfrm>
              <a:off x="3742811" y="2148049"/>
              <a:ext cx="61559" cy="49971"/>
            </a:xfrm>
            <a:custGeom>
              <a:rect b="b" l="l" r="r" t="t"/>
              <a:pathLst>
                <a:path extrusionOk="0" h="1906" w="2348">
                  <a:moveTo>
                    <a:pt x="425" y="1"/>
                  </a:moveTo>
                  <a:lnTo>
                    <a:pt x="84" y="341"/>
                  </a:lnTo>
                  <a:cubicBezTo>
                    <a:pt x="1" y="424"/>
                    <a:pt x="1" y="562"/>
                    <a:pt x="84" y="645"/>
                  </a:cubicBezTo>
                  <a:lnTo>
                    <a:pt x="747" y="1308"/>
                  </a:lnTo>
                  <a:cubicBezTo>
                    <a:pt x="789" y="1350"/>
                    <a:pt x="844" y="1370"/>
                    <a:pt x="899" y="1370"/>
                  </a:cubicBezTo>
                  <a:cubicBezTo>
                    <a:pt x="954" y="1370"/>
                    <a:pt x="1010" y="1350"/>
                    <a:pt x="1051" y="1308"/>
                  </a:cubicBezTo>
                  <a:lnTo>
                    <a:pt x="1482" y="877"/>
                  </a:lnTo>
                  <a:cubicBezTo>
                    <a:pt x="1642" y="964"/>
                    <a:pt x="1805" y="1033"/>
                    <a:pt x="1975" y="1080"/>
                  </a:cubicBezTo>
                  <a:lnTo>
                    <a:pt x="1975" y="1906"/>
                  </a:lnTo>
                  <a:lnTo>
                    <a:pt x="2348" y="1906"/>
                  </a:lnTo>
                  <a:lnTo>
                    <a:pt x="234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88"/>
            <p:cNvSpPr/>
            <p:nvPr/>
          </p:nvSpPr>
          <p:spPr>
            <a:xfrm>
              <a:off x="3536977" y="2215192"/>
              <a:ext cx="267392" cy="107964"/>
            </a:xfrm>
            <a:custGeom>
              <a:rect b="b" l="l" r="r" t="t"/>
              <a:pathLst>
                <a:path extrusionOk="0" h="4118" w="10199">
                  <a:moveTo>
                    <a:pt x="0" y="0"/>
                  </a:moveTo>
                  <a:lnTo>
                    <a:pt x="0" y="4118"/>
                  </a:lnTo>
                  <a:lnTo>
                    <a:pt x="10199" y="4118"/>
                  </a:lnTo>
                  <a:lnTo>
                    <a:pt x="10199"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88"/>
            <p:cNvSpPr/>
            <p:nvPr/>
          </p:nvSpPr>
          <p:spPr>
            <a:xfrm>
              <a:off x="3536977" y="2113102"/>
              <a:ext cx="108173" cy="40375"/>
            </a:xfrm>
            <a:custGeom>
              <a:rect b="b" l="l" r="r" t="t"/>
              <a:pathLst>
                <a:path extrusionOk="0" h="1540" w="4126">
                  <a:moveTo>
                    <a:pt x="0" y="1"/>
                  </a:moveTo>
                  <a:lnTo>
                    <a:pt x="0" y="1540"/>
                  </a:lnTo>
                  <a:lnTo>
                    <a:pt x="4125" y="1540"/>
                  </a:lnTo>
                  <a:lnTo>
                    <a:pt x="4125" y="1334"/>
                  </a:lnTo>
                  <a:lnTo>
                    <a:pt x="279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88"/>
            <p:cNvSpPr/>
            <p:nvPr/>
          </p:nvSpPr>
          <p:spPr>
            <a:xfrm>
              <a:off x="3536977" y="2201507"/>
              <a:ext cx="290569" cy="121649"/>
            </a:xfrm>
            <a:custGeom>
              <a:rect b="b" l="l" r="r" t="t"/>
              <a:pathLst>
                <a:path extrusionOk="0" h="4640" w="11083">
                  <a:moveTo>
                    <a:pt x="887" y="1"/>
                  </a:moveTo>
                  <a:lnTo>
                    <a:pt x="159" y="3818"/>
                  </a:lnTo>
                  <a:lnTo>
                    <a:pt x="0" y="4640"/>
                  </a:lnTo>
                  <a:lnTo>
                    <a:pt x="10199" y="4640"/>
                  </a:lnTo>
                  <a:lnTo>
                    <a:pt x="10355" y="3818"/>
                  </a:lnTo>
                  <a:lnTo>
                    <a:pt x="11083"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88"/>
            <p:cNvSpPr/>
            <p:nvPr/>
          </p:nvSpPr>
          <p:spPr>
            <a:xfrm>
              <a:off x="3536977" y="2301579"/>
              <a:ext cx="271482" cy="21577"/>
            </a:xfrm>
            <a:custGeom>
              <a:rect b="b" l="l" r="r" t="t"/>
              <a:pathLst>
                <a:path extrusionOk="0" h="823" w="10355">
                  <a:moveTo>
                    <a:pt x="159" y="1"/>
                  </a:moveTo>
                  <a:lnTo>
                    <a:pt x="0" y="823"/>
                  </a:lnTo>
                  <a:lnTo>
                    <a:pt x="10199" y="823"/>
                  </a:lnTo>
                  <a:lnTo>
                    <a:pt x="1035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88"/>
            <p:cNvSpPr/>
            <p:nvPr/>
          </p:nvSpPr>
          <p:spPr>
            <a:xfrm>
              <a:off x="3740163" y="2042550"/>
              <a:ext cx="144747" cy="144747"/>
            </a:xfrm>
            <a:custGeom>
              <a:rect b="b" l="l" r="r" t="t"/>
              <a:pathLst>
                <a:path extrusionOk="0" h="5521" w="5521">
                  <a:moveTo>
                    <a:pt x="2753" y="1576"/>
                  </a:moveTo>
                  <a:cubicBezTo>
                    <a:pt x="3358" y="1576"/>
                    <a:pt x="3937" y="2045"/>
                    <a:pt x="3937" y="2753"/>
                  </a:cubicBezTo>
                  <a:cubicBezTo>
                    <a:pt x="3937" y="3403"/>
                    <a:pt x="3416" y="3930"/>
                    <a:pt x="2767" y="3930"/>
                  </a:cubicBezTo>
                  <a:cubicBezTo>
                    <a:pt x="2765" y="3930"/>
                    <a:pt x="2763" y="3930"/>
                    <a:pt x="2760" y="3930"/>
                  </a:cubicBezTo>
                  <a:cubicBezTo>
                    <a:pt x="1710" y="3930"/>
                    <a:pt x="1185" y="2663"/>
                    <a:pt x="1927" y="1924"/>
                  </a:cubicBezTo>
                  <a:cubicBezTo>
                    <a:pt x="2168" y="1684"/>
                    <a:pt x="2463" y="1576"/>
                    <a:pt x="2753" y="1576"/>
                  </a:cubicBezTo>
                  <a:close/>
                  <a:moveTo>
                    <a:pt x="2489" y="1"/>
                  </a:moveTo>
                  <a:lnTo>
                    <a:pt x="2489" y="743"/>
                  </a:lnTo>
                  <a:lnTo>
                    <a:pt x="2492" y="743"/>
                  </a:lnTo>
                  <a:cubicBezTo>
                    <a:pt x="2141" y="790"/>
                    <a:pt x="1804" y="928"/>
                    <a:pt x="1522" y="1145"/>
                  </a:cubicBezTo>
                  <a:lnTo>
                    <a:pt x="1525" y="1142"/>
                  </a:lnTo>
                  <a:lnTo>
                    <a:pt x="1000" y="616"/>
                  </a:lnTo>
                  <a:lnTo>
                    <a:pt x="616" y="997"/>
                  </a:lnTo>
                  <a:lnTo>
                    <a:pt x="1145" y="1526"/>
                  </a:lnTo>
                  <a:lnTo>
                    <a:pt x="1149" y="1522"/>
                  </a:lnTo>
                  <a:lnTo>
                    <a:pt x="1149" y="1522"/>
                  </a:lnTo>
                  <a:cubicBezTo>
                    <a:pt x="931" y="1804"/>
                    <a:pt x="790" y="2138"/>
                    <a:pt x="747" y="2493"/>
                  </a:cubicBezTo>
                  <a:lnTo>
                    <a:pt x="747" y="2489"/>
                  </a:lnTo>
                  <a:lnTo>
                    <a:pt x="1" y="2489"/>
                  </a:lnTo>
                  <a:lnTo>
                    <a:pt x="1" y="3025"/>
                  </a:lnTo>
                  <a:lnTo>
                    <a:pt x="747" y="3025"/>
                  </a:lnTo>
                  <a:cubicBezTo>
                    <a:pt x="790" y="3376"/>
                    <a:pt x="931" y="3709"/>
                    <a:pt x="1145" y="3992"/>
                  </a:cubicBezTo>
                  <a:lnTo>
                    <a:pt x="620" y="4521"/>
                  </a:lnTo>
                  <a:lnTo>
                    <a:pt x="1000" y="4901"/>
                  </a:lnTo>
                  <a:lnTo>
                    <a:pt x="1529" y="4372"/>
                  </a:lnTo>
                  <a:cubicBezTo>
                    <a:pt x="1808" y="4590"/>
                    <a:pt x="2145" y="4727"/>
                    <a:pt x="2496" y="4774"/>
                  </a:cubicBezTo>
                  <a:lnTo>
                    <a:pt x="2492" y="4774"/>
                  </a:lnTo>
                  <a:lnTo>
                    <a:pt x="2492" y="5520"/>
                  </a:lnTo>
                  <a:lnTo>
                    <a:pt x="3032" y="5520"/>
                  </a:lnTo>
                  <a:lnTo>
                    <a:pt x="3032" y="4771"/>
                  </a:lnTo>
                  <a:lnTo>
                    <a:pt x="3028" y="4771"/>
                  </a:lnTo>
                  <a:cubicBezTo>
                    <a:pt x="3383" y="4724"/>
                    <a:pt x="3716" y="4586"/>
                    <a:pt x="3999" y="4369"/>
                  </a:cubicBezTo>
                  <a:lnTo>
                    <a:pt x="4520" y="4897"/>
                  </a:lnTo>
                  <a:lnTo>
                    <a:pt x="4901" y="4517"/>
                  </a:lnTo>
                  <a:lnTo>
                    <a:pt x="4376" y="3992"/>
                  </a:lnTo>
                  <a:cubicBezTo>
                    <a:pt x="4589" y="3709"/>
                    <a:pt x="4731" y="3376"/>
                    <a:pt x="4774" y="3025"/>
                  </a:cubicBezTo>
                  <a:lnTo>
                    <a:pt x="5520" y="3025"/>
                  </a:lnTo>
                  <a:lnTo>
                    <a:pt x="5520" y="2489"/>
                  </a:lnTo>
                  <a:lnTo>
                    <a:pt x="4774" y="2489"/>
                  </a:lnTo>
                  <a:lnTo>
                    <a:pt x="4774" y="2493"/>
                  </a:lnTo>
                  <a:cubicBezTo>
                    <a:pt x="4727" y="2138"/>
                    <a:pt x="4589" y="1804"/>
                    <a:pt x="4372" y="1522"/>
                  </a:cubicBezTo>
                  <a:lnTo>
                    <a:pt x="4372" y="1522"/>
                  </a:lnTo>
                  <a:lnTo>
                    <a:pt x="4376" y="1526"/>
                  </a:lnTo>
                  <a:lnTo>
                    <a:pt x="4901" y="997"/>
                  </a:lnTo>
                  <a:lnTo>
                    <a:pt x="4520" y="616"/>
                  </a:lnTo>
                  <a:lnTo>
                    <a:pt x="3992" y="1142"/>
                  </a:lnTo>
                  <a:lnTo>
                    <a:pt x="3995" y="1145"/>
                  </a:lnTo>
                  <a:cubicBezTo>
                    <a:pt x="3713" y="928"/>
                    <a:pt x="3376" y="790"/>
                    <a:pt x="3025" y="743"/>
                  </a:cubicBezTo>
                  <a:lnTo>
                    <a:pt x="3028" y="743"/>
                  </a:lnTo>
                  <a:lnTo>
                    <a:pt x="3028"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88"/>
            <p:cNvSpPr/>
            <p:nvPr/>
          </p:nvSpPr>
          <p:spPr>
            <a:xfrm>
              <a:off x="3669506" y="2005452"/>
              <a:ext cx="93675" cy="90057"/>
            </a:xfrm>
            <a:custGeom>
              <a:rect b="b" l="l" r="r" t="t"/>
              <a:pathLst>
                <a:path extrusionOk="0" h="3435" w="3573">
                  <a:moveTo>
                    <a:pt x="1787" y="844"/>
                  </a:moveTo>
                  <a:cubicBezTo>
                    <a:pt x="2565" y="844"/>
                    <a:pt x="2956" y="1782"/>
                    <a:pt x="2406" y="2336"/>
                  </a:cubicBezTo>
                  <a:cubicBezTo>
                    <a:pt x="2228" y="2514"/>
                    <a:pt x="2009" y="2593"/>
                    <a:pt x="1795" y="2593"/>
                  </a:cubicBezTo>
                  <a:cubicBezTo>
                    <a:pt x="1345" y="2593"/>
                    <a:pt x="914" y="2244"/>
                    <a:pt x="914" y="1716"/>
                  </a:cubicBezTo>
                  <a:cubicBezTo>
                    <a:pt x="914" y="1235"/>
                    <a:pt x="1305" y="844"/>
                    <a:pt x="1787" y="844"/>
                  </a:cubicBezTo>
                  <a:close/>
                  <a:moveTo>
                    <a:pt x="1787" y="1"/>
                  </a:moveTo>
                  <a:cubicBezTo>
                    <a:pt x="1687" y="1"/>
                    <a:pt x="1587" y="67"/>
                    <a:pt x="1587" y="199"/>
                  </a:cubicBezTo>
                  <a:lnTo>
                    <a:pt x="1587" y="460"/>
                  </a:lnTo>
                  <a:cubicBezTo>
                    <a:pt x="1388" y="492"/>
                    <a:pt x="1200" y="568"/>
                    <a:pt x="1040" y="688"/>
                  </a:cubicBezTo>
                  <a:lnTo>
                    <a:pt x="856" y="503"/>
                  </a:lnTo>
                  <a:cubicBezTo>
                    <a:pt x="812" y="458"/>
                    <a:pt x="762" y="440"/>
                    <a:pt x="715" y="440"/>
                  </a:cubicBezTo>
                  <a:cubicBezTo>
                    <a:pt x="560" y="440"/>
                    <a:pt x="425" y="641"/>
                    <a:pt x="570" y="786"/>
                  </a:cubicBezTo>
                  <a:lnTo>
                    <a:pt x="758" y="970"/>
                  </a:lnTo>
                  <a:cubicBezTo>
                    <a:pt x="638" y="1133"/>
                    <a:pt x="562" y="1322"/>
                    <a:pt x="530" y="1517"/>
                  </a:cubicBezTo>
                  <a:lnTo>
                    <a:pt x="269" y="1517"/>
                  </a:lnTo>
                  <a:cubicBezTo>
                    <a:pt x="1" y="1517"/>
                    <a:pt x="1" y="1919"/>
                    <a:pt x="269" y="1919"/>
                  </a:cubicBezTo>
                  <a:lnTo>
                    <a:pt x="269" y="1916"/>
                  </a:lnTo>
                  <a:lnTo>
                    <a:pt x="530" y="1916"/>
                  </a:lnTo>
                  <a:cubicBezTo>
                    <a:pt x="562" y="2115"/>
                    <a:pt x="638" y="2303"/>
                    <a:pt x="758" y="2466"/>
                  </a:cubicBezTo>
                  <a:lnTo>
                    <a:pt x="570" y="2651"/>
                  </a:lnTo>
                  <a:cubicBezTo>
                    <a:pt x="425" y="2795"/>
                    <a:pt x="560" y="2995"/>
                    <a:pt x="716" y="2995"/>
                  </a:cubicBezTo>
                  <a:cubicBezTo>
                    <a:pt x="763" y="2995"/>
                    <a:pt x="812" y="2977"/>
                    <a:pt x="856" y="2933"/>
                  </a:cubicBezTo>
                  <a:lnTo>
                    <a:pt x="1040" y="2749"/>
                  </a:lnTo>
                  <a:cubicBezTo>
                    <a:pt x="1200" y="2864"/>
                    <a:pt x="1388" y="2944"/>
                    <a:pt x="1587" y="2973"/>
                  </a:cubicBezTo>
                  <a:lnTo>
                    <a:pt x="1587" y="3234"/>
                  </a:lnTo>
                  <a:cubicBezTo>
                    <a:pt x="1587" y="3368"/>
                    <a:pt x="1687" y="3435"/>
                    <a:pt x="1787" y="3435"/>
                  </a:cubicBezTo>
                  <a:cubicBezTo>
                    <a:pt x="1886" y="3435"/>
                    <a:pt x="1986" y="3368"/>
                    <a:pt x="1986" y="3234"/>
                  </a:cubicBezTo>
                  <a:lnTo>
                    <a:pt x="1986" y="2977"/>
                  </a:lnTo>
                  <a:cubicBezTo>
                    <a:pt x="2185" y="2944"/>
                    <a:pt x="2373" y="2868"/>
                    <a:pt x="2536" y="2749"/>
                  </a:cubicBezTo>
                  <a:lnTo>
                    <a:pt x="2721" y="2933"/>
                  </a:lnTo>
                  <a:cubicBezTo>
                    <a:pt x="2764" y="2976"/>
                    <a:pt x="2813" y="2994"/>
                    <a:pt x="2859" y="2994"/>
                  </a:cubicBezTo>
                  <a:cubicBezTo>
                    <a:pt x="3012" y="2994"/>
                    <a:pt x="3143" y="2796"/>
                    <a:pt x="3003" y="2651"/>
                  </a:cubicBezTo>
                  <a:lnTo>
                    <a:pt x="2819" y="2466"/>
                  </a:lnTo>
                  <a:cubicBezTo>
                    <a:pt x="2935" y="2303"/>
                    <a:pt x="3014" y="2115"/>
                    <a:pt x="3043" y="1919"/>
                  </a:cubicBezTo>
                  <a:lnTo>
                    <a:pt x="3304" y="1919"/>
                  </a:lnTo>
                  <a:cubicBezTo>
                    <a:pt x="3572" y="1919"/>
                    <a:pt x="3572" y="1517"/>
                    <a:pt x="3304" y="1517"/>
                  </a:cubicBezTo>
                  <a:lnTo>
                    <a:pt x="3043" y="1517"/>
                  </a:lnTo>
                  <a:cubicBezTo>
                    <a:pt x="3014" y="1322"/>
                    <a:pt x="2935" y="1133"/>
                    <a:pt x="2819" y="970"/>
                  </a:cubicBezTo>
                  <a:lnTo>
                    <a:pt x="3003" y="786"/>
                  </a:lnTo>
                  <a:cubicBezTo>
                    <a:pt x="3153" y="642"/>
                    <a:pt x="3019" y="438"/>
                    <a:pt x="2863" y="438"/>
                  </a:cubicBezTo>
                  <a:cubicBezTo>
                    <a:pt x="2815" y="438"/>
                    <a:pt x="2765" y="457"/>
                    <a:pt x="2721" y="503"/>
                  </a:cubicBezTo>
                  <a:lnTo>
                    <a:pt x="2536" y="688"/>
                  </a:lnTo>
                  <a:cubicBezTo>
                    <a:pt x="2373" y="568"/>
                    <a:pt x="2185" y="492"/>
                    <a:pt x="1986" y="460"/>
                  </a:cubicBezTo>
                  <a:lnTo>
                    <a:pt x="1986" y="199"/>
                  </a:lnTo>
                  <a:cubicBezTo>
                    <a:pt x="1986" y="67"/>
                    <a:pt x="1886"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88"/>
            <p:cNvSpPr/>
            <p:nvPr/>
          </p:nvSpPr>
          <p:spPr>
            <a:xfrm>
              <a:off x="3699421" y="2033479"/>
              <a:ext cx="39641" cy="33978"/>
            </a:xfrm>
            <a:custGeom>
              <a:rect b="b" l="l" r="r" t="t"/>
              <a:pathLst>
                <a:path extrusionOk="0" h="1296" w="1512">
                  <a:moveTo>
                    <a:pt x="646" y="401"/>
                  </a:moveTo>
                  <a:cubicBezTo>
                    <a:pt x="866" y="401"/>
                    <a:pt x="975" y="666"/>
                    <a:pt x="819" y="821"/>
                  </a:cubicBezTo>
                  <a:cubicBezTo>
                    <a:pt x="769" y="872"/>
                    <a:pt x="707" y="895"/>
                    <a:pt x="646" y="895"/>
                  </a:cubicBezTo>
                  <a:cubicBezTo>
                    <a:pt x="520" y="895"/>
                    <a:pt x="399" y="797"/>
                    <a:pt x="399" y="647"/>
                  </a:cubicBezTo>
                  <a:cubicBezTo>
                    <a:pt x="399" y="513"/>
                    <a:pt x="512" y="401"/>
                    <a:pt x="646" y="401"/>
                  </a:cubicBezTo>
                  <a:close/>
                  <a:moveTo>
                    <a:pt x="650" y="1"/>
                  </a:moveTo>
                  <a:cubicBezTo>
                    <a:pt x="319" y="1"/>
                    <a:pt x="1" y="258"/>
                    <a:pt x="1" y="647"/>
                  </a:cubicBezTo>
                  <a:cubicBezTo>
                    <a:pt x="1" y="1006"/>
                    <a:pt x="291" y="1292"/>
                    <a:pt x="646" y="1296"/>
                  </a:cubicBezTo>
                  <a:cubicBezTo>
                    <a:pt x="1221" y="1296"/>
                    <a:pt x="1511" y="597"/>
                    <a:pt x="1102" y="191"/>
                  </a:cubicBezTo>
                  <a:cubicBezTo>
                    <a:pt x="971" y="60"/>
                    <a:pt x="809" y="1"/>
                    <a:pt x="6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88"/>
            <p:cNvSpPr/>
            <p:nvPr/>
          </p:nvSpPr>
          <p:spPr>
            <a:xfrm>
              <a:off x="3682825" y="2037228"/>
              <a:ext cx="207302" cy="224264"/>
            </a:xfrm>
            <a:custGeom>
              <a:rect b="b" l="l" r="r" t="t"/>
              <a:pathLst>
                <a:path extrusionOk="0" h="8554" w="7907">
                  <a:moveTo>
                    <a:pt x="5016" y="403"/>
                  </a:moveTo>
                  <a:lnTo>
                    <a:pt x="5016" y="910"/>
                  </a:lnTo>
                  <a:cubicBezTo>
                    <a:pt x="4994" y="1022"/>
                    <a:pt x="5074" y="1131"/>
                    <a:pt x="5186" y="1145"/>
                  </a:cubicBezTo>
                  <a:cubicBezTo>
                    <a:pt x="5505" y="1189"/>
                    <a:pt x="5806" y="1312"/>
                    <a:pt x="6059" y="1508"/>
                  </a:cubicBezTo>
                  <a:cubicBezTo>
                    <a:pt x="6095" y="1536"/>
                    <a:pt x="6138" y="1549"/>
                    <a:pt x="6180" y="1549"/>
                  </a:cubicBezTo>
                  <a:cubicBezTo>
                    <a:pt x="6236" y="1549"/>
                    <a:pt x="6292" y="1526"/>
                    <a:pt x="6331" y="1482"/>
                  </a:cubicBezTo>
                  <a:cubicBezTo>
                    <a:pt x="6338" y="1475"/>
                    <a:pt x="6342" y="1468"/>
                    <a:pt x="6349" y="1461"/>
                  </a:cubicBezTo>
                  <a:lnTo>
                    <a:pt x="6704" y="1102"/>
                  </a:lnTo>
                  <a:lnTo>
                    <a:pt x="6802" y="1200"/>
                  </a:lnTo>
                  <a:lnTo>
                    <a:pt x="6443" y="1558"/>
                  </a:lnTo>
                  <a:cubicBezTo>
                    <a:pt x="6349" y="1624"/>
                    <a:pt x="6327" y="1754"/>
                    <a:pt x="6400" y="1848"/>
                  </a:cubicBezTo>
                  <a:cubicBezTo>
                    <a:pt x="6595" y="2102"/>
                    <a:pt x="6718" y="2402"/>
                    <a:pt x="6762" y="2721"/>
                  </a:cubicBezTo>
                  <a:cubicBezTo>
                    <a:pt x="6776" y="2821"/>
                    <a:pt x="6859" y="2895"/>
                    <a:pt x="6958" y="2895"/>
                  </a:cubicBezTo>
                  <a:cubicBezTo>
                    <a:pt x="6963" y="2895"/>
                    <a:pt x="6967" y="2895"/>
                    <a:pt x="6972" y="2895"/>
                  </a:cubicBezTo>
                  <a:lnTo>
                    <a:pt x="6994" y="2891"/>
                  </a:lnTo>
                  <a:lnTo>
                    <a:pt x="7504" y="2891"/>
                  </a:lnTo>
                  <a:lnTo>
                    <a:pt x="7504" y="3029"/>
                  </a:lnTo>
                  <a:lnTo>
                    <a:pt x="6994" y="3029"/>
                  </a:lnTo>
                  <a:lnTo>
                    <a:pt x="6972" y="3025"/>
                  </a:lnTo>
                  <a:cubicBezTo>
                    <a:pt x="6967" y="3025"/>
                    <a:pt x="6963" y="3025"/>
                    <a:pt x="6958" y="3025"/>
                  </a:cubicBezTo>
                  <a:cubicBezTo>
                    <a:pt x="6859" y="3025"/>
                    <a:pt x="6776" y="3099"/>
                    <a:pt x="6762" y="3199"/>
                  </a:cubicBezTo>
                  <a:cubicBezTo>
                    <a:pt x="6718" y="3518"/>
                    <a:pt x="6595" y="3818"/>
                    <a:pt x="6400" y="4072"/>
                  </a:cubicBezTo>
                  <a:cubicBezTo>
                    <a:pt x="6331" y="4162"/>
                    <a:pt x="6349" y="4293"/>
                    <a:pt x="6443" y="4358"/>
                  </a:cubicBezTo>
                  <a:lnTo>
                    <a:pt x="6805" y="4720"/>
                  </a:lnTo>
                  <a:lnTo>
                    <a:pt x="6707" y="4818"/>
                  </a:lnTo>
                  <a:lnTo>
                    <a:pt x="6345" y="4456"/>
                  </a:lnTo>
                  <a:cubicBezTo>
                    <a:pt x="6342" y="4452"/>
                    <a:pt x="6338" y="4445"/>
                    <a:pt x="6334" y="4441"/>
                  </a:cubicBezTo>
                  <a:cubicBezTo>
                    <a:pt x="6295" y="4396"/>
                    <a:pt x="6239" y="4373"/>
                    <a:pt x="6183" y="4373"/>
                  </a:cubicBezTo>
                  <a:cubicBezTo>
                    <a:pt x="6141" y="4373"/>
                    <a:pt x="6099" y="4386"/>
                    <a:pt x="6063" y="4412"/>
                  </a:cubicBezTo>
                  <a:cubicBezTo>
                    <a:pt x="5809" y="4608"/>
                    <a:pt x="5509" y="4735"/>
                    <a:pt x="5190" y="4774"/>
                  </a:cubicBezTo>
                  <a:cubicBezTo>
                    <a:pt x="5085" y="4789"/>
                    <a:pt x="5009" y="4883"/>
                    <a:pt x="5016" y="4988"/>
                  </a:cubicBezTo>
                  <a:lnTo>
                    <a:pt x="5016" y="4995"/>
                  </a:lnTo>
                  <a:lnTo>
                    <a:pt x="5016" y="5520"/>
                  </a:lnTo>
                  <a:lnTo>
                    <a:pt x="4878" y="5520"/>
                  </a:lnTo>
                  <a:lnTo>
                    <a:pt x="4878" y="5006"/>
                  </a:lnTo>
                  <a:lnTo>
                    <a:pt x="4878" y="4988"/>
                  </a:lnTo>
                  <a:cubicBezTo>
                    <a:pt x="4886" y="4879"/>
                    <a:pt x="4810" y="4789"/>
                    <a:pt x="4705" y="4774"/>
                  </a:cubicBezTo>
                  <a:cubicBezTo>
                    <a:pt x="4386" y="4731"/>
                    <a:pt x="4085" y="4608"/>
                    <a:pt x="3832" y="4412"/>
                  </a:cubicBezTo>
                  <a:cubicBezTo>
                    <a:pt x="3796" y="4386"/>
                    <a:pt x="3754" y="4373"/>
                    <a:pt x="3711" y="4373"/>
                  </a:cubicBezTo>
                  <a:cubicBezTo>
                    <a:pt x="3655" y="4373"/>
                    <a:pt x="3599" y="4396"/>
                    <a:pt x="3560" y="4441"/>
                  </a:cubicBezTo>
                  <a:cubicBezTo>
                    <a:pt x="3557" y="4445"/>
                    <a:pt x="3553" y="4452"/>
                    <a:pt x="3549" y="4456"/>
                  </a:cubicBezTo>
                  <a:lnTo>
                    <a:pt x="3187" y="4818"/>
                  </a:lnTo>
                  <a:lnTo>
                    <a:pt x="3089" y="4720"/>
                  </a:lnTo>
                  <a:lnTo>
                    <a:pt x="3437" y="4372"/>
                  </a:lnTo>
                  <a:lnTo>
                    <a:pt x="3441" y="4369"/>
                  </a:lnTo>
                  <a:lnTo>
                    <a:pt x="3452" y="4358"/>
                  </a:lnTo>
                  <a:cubicBezTo>
                    <a:pt x="3455" y="4354"/>
                    <a:pt x="3462" y="4351"/>
                    <a:pt x="3466" y="4347"/>
                  </a:cubicBezTo>
                  <a:cubicBezTo>
                    <a:pt x="3546" y="4275"/>
                    <a:pt x="3557" y="4159"/>
                    <a:pt x="3495" y="4075"/>
                  </a:cubicBezTo>
                  <a:cubicBezTo>
                    <a:pt x="3299" y="3818"/>
                    <a:pt x="3173" y="3518"/>
                    <a:pt x="3133" y="3203"/>
                  </a:cubicBezTo>
                  <a:cubicBezTo>
                    <a:pt x="3119" y="3102"/>
                    <a:pt x="3032" y="3028"/>
                    <a:pt x="2933" y="3028"/>
                  </a:cubicBezTo>
                  <a:cubicBezTo>
                    <a:pt x="2928" y="3028"/>
                    <a:pt x="2924" y="3028"/>
                    <a:pt x="2919" y="3029"/>
                  </a:cubicBezTo>
                  <a:lnTo>
                    <a:pt x="2387" y="3029"/>
                  </a:lnTo>
                  <a:lnTo>
                    <a:pt x="2387" y="2891"/>
                  </a:lnTo>
                  <a:lnTo>
                    <a:pt x="2897" y="2891"/>
                  </a:lnTo>
                  <a:lnTo>
                    <a:pt x="2919" y="2895"/>
                  </a:lnTo>
                  <a:cubicBezTo>
                    <a:pt x="2924" y="2895"/>
                    <a:pt x="2928" y="2895"/>
                    <a:pt x="2933" y="2895"/>
                  </a:cubicBezTo>
                  <a:cubicBezTo>
                    <a:pt x="3032" y="2895"/>
                    <a:pt x="3119" y="2821"/>
                    <a:pt x="3133" y="2721"/>
                  </a:cubicBezTo>
                  <a:cubicBezTo>
                    <a:pt x="3173" y="2402"/>
                    <a:pt x="3299" y="2102"/>
                    <a:pt x="3495" y="1848"/>
                  </a:cubicBezTo>
                  <a:cubicBezTo>
                    <a:pt x="3564" y="1754"/>
                    <a:pt x="3542" y="1624"/>
                    <a:pt x="3448" y="1558"/>
                  </a:cubicBezTo>
                  <a:lnTo>
                    <a:pt x="3089" y="1200"/>
                  </a:lnTo>
                  <a:lnTo>
                    <a:pt x="3187" y="1102"/>
                  </a:lnTo>
                  <a:lnTo>
                    <a:pt x="3546" y="1461"/>
                  </a:lnTo>
                  <a:cubicBezTo>
                    <a:pt x="3585" y="1517"/>
                    <a:pt x="3648" y="1548"/>
                    <a:pt x="3712" y="1548"/>
                  </a:cubicBezTo>
                  <a:cubicBezTo>
                    <a:pt x="3754" y="1548"/>
                    <a:pt x="3796" y="1535"/>
                    <a:pt x="3832" y="1508"/>
                  </a:cubicBezTo>
                  <a:cubicBezTo>
                    <a:pt x="4085" y="1312"/>
                    <a:pt x="4390" y="1185"/>
                    <a:pt x="4705" y="1145"/>
                  </a:cubicBezTo>
                  <a:cubicBezTo>
                    <a:pt x="4810" y="1131"/>
                    <a:pt x="4886" y="1037"/>
                    <a:pt x="4878" y="932"/>
                  </a:cubicBezTo>
                  <a:cubicBezTo>
                    <a:pt x="4878" y="925"/>
                    <a:pt x="4878" y="917"/>
                    <a:pt x="4878" y="910"/>
                  </a:cubicBezTo>
                  <a:lnTo>
                    <a:pt x="4878" y="403"/>
                  </a:lnTo>
                  <a:close/>
                  <a:moveTo>
                    <a:pt x="4679" y="1"/>
                  </a:moveTo>
                  <a:cubicBezTo>
                    <a:pt x="4567" y="1"/>
                    <a:pt x="4476" y="92"/>
                    <a:pt x="4476" y="204"/>
                  </a:cubicBezTo>
                  <a:lnTo>
                    <a:pt x="4476" y="780"/>
                  </a:lnTo>
                  <a:cubicBezTo>
                    <a:pt x="4216" y="838"/>
                    <a:pt x="3966" y="939"/>
                    <a:pt x="3738" y="1087"/>
                  </a:cubicBezTo>
                  <a:lnTo>
                    <a:pt x="3332" y="678"/>
                  </a:lnTo>
                  <a:cubicBezTo>
                    <a:pt x="3292" y="638"/>
                    <a:pt x="3241" y="618"/>
                    <a:pt x="3189" y="618"/>
                  </a:cubicBezTo>
                  <a:cubicBezTo>
                    <a:pt x="3137" y="618"/>
                    <a:pt x="3086" y="638"/>
                    <a:pt x="3046" y="678"/>
                  </a:cubicBezTo>
                  <a:lnTo>
                    <a:pt x="2666" y="1059"/>
                  </a:lnTo>
                  <a:cubicBezTo>
                    <a:pt x="2590" y="1138"/>
                    <a:pt x="2590" y="1265"/>
                    <a:pt x="2666" y="1341"/>
                  </a:cubicBezTo>
                  <a:lnTo>
                    <a:pt x="3075" y="1750"/>
                  </a:lnTo>
                  <a:cubicBezTo>
                    <a:pt x="2926" y="1975"/>
                    <a:pt x="2825" y="2228"/>
                    <a:pt x="2767" y="2489"/>
                  </a:cubicBezTo>
                  <a:lnTo>
                    <a:pt x="2191" y="2489"/>
                  </a:lnTo>
                  <a:cubicBezTo>
                    <a:pt x="2079" y="2489"/>
                    <a:pt x="1988" y="2580"/>
                    <a:pt x="1988" y="2692"/>
                  </a:cubicBezTo>
                  <a:lnTo>
                    <a:pt x="1988" y="3228"/>
                  </a:lnTo>
                  <a:cubicBezTo>
                    <a:pt x="1988" y="3340"/>
                    <a:pt x="2079" y="3431"/>
                    <a:pt x="2191" y="3431"/>
                  </a:cubicBezTo>
                  <a:lnTo>
                    <a:pt x="2767" y="3431"/>
                  </a:lnTo>
                  <a:cubicBezTo>
                    <a:pt x="2814" y="3637"/>
                    <a:pt x="2887" y="3840"/>
                    <a:pt x="2992" y="4028"/>
                  </a:cubicBezTo>
                  <a:lnTo>
                    <a:pt x="1351" y="4028"/>
                  </a:lnTo>
                  <a:cubicBezTo>
                    <a:pt x="1087" y="4028"/>
                    <a:pt x="1087" y="4427"/>
                    <a:pt x="1351" y="4427"/>
                  </a:cubicBezTo>
                  <a:lnTo>
                    <a:pt x="2818" y="4427"/>
                  </a:lnTo>
                  <a:lnTo>
                    <a:pt x="2666" y="4579"/>
                  </a:lnTo>
                  <a:cubicBezTo>
                    <a:pt x="2590" y="4655"/>
                    <a:pt x="2590" y="4782"/>
                    <a:pt x="2666" y="4861"/>
                  </a:cubicBezTo>
                  <a:lnTo>
                    <a:pt x="3046" y="5242"/>
                  </a:lnTo>
                  <a:cubicBezTo>
                    <a:pt x="3086" y="5281"/>
                    <a:pt x="3137" y="5301"/>
                    <a:pt x="3189" y="5301"/>
                  </a:cubicBezTo>
                  <a:cubicBezTo>
                    <a:pt x="3241" y="5301"/>
                    <a:pt x="3292" y="5281"/>
                    <a:pt x="3332" y="5242"/>
                  </a:cubicBezTo>
                  <a:lnTo>
                    <a:pt x="3738" y="4836"/>
                  </a:lnTo>
                  <a:cubicBezTo>
                    <a:pt x="3951" y="4974"/>
                    <a:pt x="4190" y="5075"/>
                    <a:pt x="4437" y="5133"/>
                  </a:cubicBezTo>
                  <a:cubicBezTo>
                    <a:pt x="4437" y="5140"/>
                    <a:pt x="4437" y="5147"/>
                    <a:pt x="4437" y="5155"/>
                  </a:cubicBezTo>
                  <a:lnTo>
                    <a:pt x="4437" y="6064"/>
                  </a:lnTo>
                  <a:lnTo>
                    <a:pt x="268" y="6064"/>
                  </a:lnTo>
                  <a:cubicBezTo>
                    <a:pt x="0" y="6064"/>
                    <a:pt x="0" y="6466"/>
                    <a:pt x="268" y="6466"/>
                  </a:cubicBezTo>
                  <a:lnTo>
                    <a:pt x="5281" y="6466"/>
                  </a:lnTo>
                  <a:lnTo>
                    <a:pt x="4926" y="8316"/>
                  </a:lnTo>
                  <a:cubicBezTo>
                    <a:pt x="4897" y="8465"/>
                    <a:pt x="5012" y="8553"/>
                    <a:pt x="5126" y="8553"/>
                  </a:cubicBezTo>
                  <a:cubicBezTo>
                    <a:pt x="5213" y="8553"/>
                    <a:pt x="5299" y="8503"/>
                    <a:pt x="5320" y="8389"/>
                  </a:cubicBezTo>
                  <a:lnTo>
                    <a:pt x="5715" y="6303"/>
                  </a:lnTo>
                  <a:cubicBezTo>
                    <a:pt x="5740" y="6180"/>
                    <a:pt x="5646" y="6067"/>
                    <a:pt x="5520" y="6067"/>
                  </a:cubicBezTo>
                  <a:lnTo>
                    <a:pt x="4835" y="6067"/>
                  </a:lnTo>
                  <a:lnTo>
                    <a:pt x="4835" y="5919"/>
                  </a:lnTo>
                  <a:lnTo>
                    <a:pt x="5215" y="5919"/>
                  </a:lnTo>
                  <a:cubicBezTo>
                    <a:pt x="5328" y="5919"/>
                    <a:pt x="5418" y="5832"/>
                    <a:pt x="5418" y="5720"/>
                  </a:cubicBezTo>
                  <a:lnTo>
                    <a:pt x="5418" y="5140"/>
                  </a:lnTo>
                  <a:cubicBezTo>
                    <a:pt x="5679" y="5086"/>
                    <a:pt x="5932" y="4981"/>
                    <a:pt x="6157" y="4836"/>
                  </a:cubicBezTo>
                  <a:lnTo>
                    <a:pt x="6566" y="5242"/>
                  </a:lnTo>
                  <a:cubicBezTo>
                    <a:pt x="6604" y="5281"/>
                    <a:pt x="6655" y="5301"/>
                    <a:pt x="6706" y="5301"/>
                  </a:cubicBezTo>
                  <a:cubicBezTo>
                    <a:pt x="6757" y="5301"/>
                    <a:pt x="6809" y="5281"/>
                    <a:pt x="6849" y="5242"/>
                  </a:cubicBezTo>
                  <a:lnTo>
                    <a:pt x="7229" y="4861"/>
                  </a:lnTo>
                  <a:cubicBezTo>
                    <a:pt x="7309" y="4782"/>
                    <a:pt x="7309" y="4655"/>
                    <a:pt x="7229" y="4579"/>
                  </a:cubicBezTo>
                  <a:lnTo>
                    <a:pt x="6823" y="4170"/>
                  </a:lnTo>
                  <a:cubicBezTo>
                    <a:pt x="6968" y="3945"/>
                    <a:pt x="7073" y="3692"/>
                    <a:pt x="7131" y="3431"/>
                  </a:cubicBezTo>
                  <a:lnTo>
                    <a:pt x="7707" y="3431"/>
                  </a:lnTo>
                  <a:cubicBezTo>
                    <a:pt x="7816" y="3431"/>
                    <a:pt x="7906" y="3340"/>
                    <a:pt x="7906" y="3232"/>
                  </a:cubicBezTo>
                  <a:lnTo>
                    <a:pt x="7906" y="2692"/>
                  </a:lnTo>
                  <a:cubicBezTo>
                    <a:pt x="7906" y="2580"/>
                    <a:pt x="7816" y="2489"/>
                    <a:pt x="7707" y="2489"/>
                  </a:cubicBezTo>
                  <a:lnTo>
                    <a:pt x="7131" y="2489"/>
                  </a:lnTo>
                  <a:cubicBezTo>
                    <a:pt x="7073" y="2228"/>
                    <a:pt x="6968" y="1975"/>
                    <a:pt x="6820" y="1750"/>
                  </a:cubicBezTo>
                  <a:lnTo>
                    <a:pt x="7229" y="1345"/>
                  </a:lnTo>
                  <a:cubicBezTo>
                    <a:pt x="7309" y="1265"/>
                    <a:pt x="7309" y="1138"/>
                    <a:pt x="7229" y="1059"/>
                  </a:cubicBezTo>
                  <a:lnTo>
                    <a:pt x="6849" y="678"/>
                  </a:lnTo>
                  <a:cubicBezTo>
                    <a:pt x="6809" y="640"/>
                    <a:pt x="6757" y="621"/>
                    <a:pt x="6706" y="621"/>
                  </a:cubicBezTo>
                  <a:cubicBezTo>
                    <a:pt x="6655" y="621"/>
                    <a:pt x="6604" y="640"/>
                    <a:pt x="6566" y="678"/>
                  </a:cubicBezTo>
                  <a:lnTo>
                    <a:pt x="6157" y="1087"/>
                  </a:lnTo>
                  <a:cubicBezTo>
                    <a:pt x="5932" y="939"/>
                    <a:pt x="5679" y="838"/>
                    <a:pt x="5418" y="780"/>
                  </a:cubicBezTo>
                  <a:lnTo>
                    <a:pt x="5418" y="204"/>
                  </a:lnTo>
                  <a:cubicBezTo>
                    <a:pt x="5418" y="92"/>
                    <a:pt x="5328" y="1"/>
                    <a:pt x="5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88"/>
            <p:cNvSpPr/>
            <p:nvPr/>
          </p:nvSpPr>
          <p:spPr>
            <a:xfrm>
              <a:off x="3773590" y="2078730"/>
              <a:ext cx="75034" cy="72203"/>
            </a:xfrm>
            <a:custGeom>
              <a:rect b="b" l="l" r="r" t="t"/>
              <a:pathLst>
                <a:path extrusionOk="0" h="2754" w="2862">
                  <a:moveTo>
                    <a:pt x="1479" y="400"/>
                  </a:moveTo>
                  <a:cubicBezTo>
                    <a:pt x="1979" y="400"/>
                    <a:pt x="2460" y="789"/>
                    <a:pt x="2460" y="1377"/>
                  </a:cubicBezTo>
                  <a:cubicBezTo>
                    <a:pt x="2460" y="1917"/>
                    <a:pt x="2025" y="2351"/>
                    <a:pt x="1485" y="2351"/>
                  </a:cubicBezTo>
                  <a:cubicBezTo>
                    <a:pt x="616" y="2351"/>
                    <a:pt x="181" y="1301"/>
                    <a:pt x="797" y="689"/>
                  </a:cubicBezTo>
                  <a:cubicBezTo>
                    <a:pt x="995" y="489"/>
                    <a:pt x="1240" y="400"/>
                    <a:pt x="1479" y="400"/>
                  </a:cubicBezTo>
                  <a:close/>
                  <a:moveTo>
                    <a:pt x="1485" y="1"/>
                  </a:moveTo>
                  <a:cubicBezTo>
                    <a:pt x="928" y="1"/>
                    <a:pt x="428" y="337"/>
                    <a:pt x="214" y="852"/>
                  </a:cubicBezTo>
                  <a:cubicBezTo>
                    <a:pt x="0" y="1366"/>
                    <a:pt x="120" y="1956"/>
                    <a:pt x="511" y="2351"/>
                  </a:cubicBezTo>
                  <a:cubicBezTo>
                    <a:pt x="775" y="2613"/>
                    <a:pt x="1127" y="2753"/>
                    <a:pt x="1485" y="2753"/>
                  </a:cubicBezTo>
                  <a:cubicBezTo>
                    <a:pt x="1662" y="2753"/>
                    <a:pt x="1840" y="2719"/>
                    <a:pt x="2010" y="2648"/>
                  </a:cubicBezTo>
                  <a:cubicBezTo>
                    <a:pt x="2525" y="2434"/>
                    <a:pt x="2862" y="1935"/>
                    <a:pt x="2862" y="1377"/>
                  </a:cubicBezTo>
                  <a:cubicBezTo>
                    <a:pt x="2858" y="616"/>
                    <a:pt x="2246" y="4"/>
                    <a:pt x="14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88"/>
            <p:cNvSpPr/>
            <p:nvPr/>
          </p:nvSpPr>
          <p:spPr>
            <a:xfrm>
              <a:off x="3787538" y="2096217"/>
              <a:ext cx="43705" cy="37360"/>
            </a:xfrm>
            <a:custGeom>
              <a:rect b="b" l="l" r="r" t="t"/>
              <a:pathLst>
                <a:path extrusionOk="0" h="1425" w="1667">
                  <a:moveTo>
                    <a:pt x="949" y="398"/>
                  </a:moveTo>
                  <a:cubicBezTo>
                    <a:pt x="1110" y="398"/>
                    <a:pt x="1265" y="523"/>
                    <a:pt x="1265" y="710"/>
                  </a:cubicBezTo>
                  <a:cubicBezTo>
                    <a:pt x="1265" y="884"/>
                    <a:pt x="1124" y="1021"/>
                    <a:pt x="953" y="1021"/>
                  </a:cubicBezTo>
                  <a:cubicBezTo>
                    <a:pt x="674" y="1021"/>
                    <a:pt x="537" y="688"/>
                    <a:pt x="732" y="489"/>
                  </a:cubicBezTo>
                  <a:cubicBezTo>
                    <a:pt x="795" y="426"/>
                    <a:pt x="873" y="398"/>
                    <a:pt x="949" y="398"/>
                  </a:cubicBezTo>
                  <a:close/>
                  <a:moveTo>
                    <a:pt x="953" y="0"/>
                  </a:moveTo>
                  <a:cubicBezTo>
                    <a:pt x="320" y="0"/>
                    <a:pt x="1" y="764"/>
                    <a:pt x="450" y="1213"/>
                  </a:cubicBezTo>
                  <a:cubicBezTo>
                    <a:pt x="595" y="1359"/>
                    <a:pt x="775" y="1424"/>
                    <a:pt x="950" y="1424"/>
                  </a:cubicBezTo>
                  <a:cubicBezTo>
                    <a:pt x="1316" y="1424"/>
                    <a:pt x="1667" y="1141"/>
                    <a:pt x="1667" y="710"/>
                  </a:cubicBezTo>
                  <a:cubicBezTo>
                    <a:pt x="1667" y="319"/>
                    <a:pt x="1348"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88"/>
            <p:cNvSpPr/>
            <p:nvPr/>
          </p:nvSpPr>
          <p:spPr>
            <a:xfrm>
              <a:off x="3531838" y="2107779"/>
              <a:ext cx="287055" cy="220882"/>
            </a:xfrm>
            <a:custGeom>
              <a:rect b="b" l="l" r="r" t="t"/>
              <a:pathLst>
                <a:path extrusionOk="0" h="8425" w="10949">
                  <a:moveTo>
                    <a:pt x="200" y="1"/>
                  </a:moveTo>
                  <a:cubicBezTo>
                    <a:pt x="87" y="1"/>
                    <a:pt x="1" y="91"/>
                    <a:pt x="1" y="204"/>
                  </a:cubicBezTo>
                  <a:lnTo>
                    <a:pt x="1" y="8215"/>
                  </a:lnTo>
                  <a:cubicBezTo>
                    <a:pt x="1" y="8403"/>
                    <a:pt x="174" y="8418"/>
                    <a:pt x="316" y="8418"/>
                  </a:cubicBezTo>
                  <a:cubicBezTo>
                    <a:pt x="440" y="8418"/>
                    <a:pt x="3701" y="8425"/>
                    <a:pt x="6492" y="8425"/>
                  </a:cubicBezTo>
                  <a:cubicBezTo>
                    <a:pt x="8586" y="8425"/>
                    <a:pt x="10415" y="8421"/>
                    <a:pt x="10456" y="8407"/>
                  </a:cubicBezTo>
                  <a:cubicBezTo>
                    <a:pt x="10525" y="8385"/>
                    <a:pt x="10580" y="8327"/>
                    <a:pt x="10594" y="8255"/>
                  </a:cubicBezTo>
                  <a:lnTo>
                    <a:pt x="10931" y="6487"/>
                  </a:lnTo>
                  <a:cubicBezTo>
                    <a:pt x="10949" y="6379"/>
                    <a:pt x="10880" y="6274"/>
                    <a:pt x="10771" y="6256"/>
                  </a:cubicBezTo>
                  <a:lnTo>
                    <a:pt x="10768" y="6252"/>
                  </a:lnTo>
                  <a:cubicBezTo>
                    <a:pt x="10755" y="6249"/>
                    <a:pt x="10742" y="6248"/>
                    <a:pt x="10729" y="6248"/>
                  </a:cubicBezTo>
                  <a:cubicBezTo>
                    <a:pt x="10635" y="6248"/>
                    <a:pt x="10552" y="6316"/>
                    <a:pt x="10536" y="6411"/>
                  </a:cubicBezTo>
                  <a:lnTo>
                    <a:pt x="10228" y="8016"/>
                  </a:lnTo>
                  <a:lnTo>
                    <a:pt x="439" y="8016"/>
                  </a:lnTo>
                  <a:lnTo>
                    <a:pt x="1246" y="3775"/>
                  </a:lnTo>
                  <a:lnTo>
                    <a:pt x="5238" y="3775"/>
                  </a:lnTo>
                  <a:cubicBezTo>
                    <a:pt x="5506" y="3775"/>
                    <a:pt x="5506" y="3376"/>
                    <a:pt x="5238" y="3376"/>
                  </a:cubicBezTo>
                  <a:lnTo>
                    <a:pt x="1083" y="3376"/>
                  </a:lnTo>
                  <a:cubicBezTo>
                    <a:pt x="989" y="3376"/>
                    <a:pt x="906" y="3442"/>
                    <a:pt x="888" y="3539"/>
                  </a:cubicBezTo>
                  <a:lnTo>
                    <a:pt x="399" y="6096"/>
                  </a:lnTo>
                  <a:lnTo>
                    <a:pt x="399" y="403"/>
                  </a:lnTo>
                  <a:lnTo>
                    <a:pt x="2909" y="403"/>
                  </a:lnTo>
                  <a:lnTo>
                    <a:pt x="4184" y="1678"/>
                  </a:lnTo>
                  <a:cubicBezTo>
                    <a:pt x="4220" y="1714"/>
                    <a:pt x="4271" y="1736"/>
                    <a:pt x="4325" y="1736"/>
                  </a:cubicBezTo>
                  <a:lnTo>
                    <a:pt x="6324" y="1736"/>
                  </a:lnTo>
                  <a:cubicBezTo>
                    <a:pt x="6588" y="1736"/>
                    <a:pt x="6588" y="1337"/>
                    <a:pt x="6324" y="1337"/>
                  </a:cubicBezTo>
                  <a:lnTo>
                    <a:pt x="4408" y="1337"/>
                  </a:lnTo>
                  <a:lnTo>
                    <a:pt x="3133" y="62"/>
                  </a:lnTo>
                  <a:cubicBezTo>
                    <a:pt x="3093" y="23"/>
                    <a:pt x="3043" y="1"/>
                    <a:pt x="2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1" name="Google Shape;17361;p88"/>
          <p:cNvGrpSpPr/>
          <p:nvPr/>
        </p:nvGrpSpPr>
        <p:grpSpPr>
          <a:xfrm>
            <a:off x="3136452" y="1515946"/>
            <a:ext cx="297988" cy="358393"/>
            <a:chOff x="3136452" y="1515946"/>
            <a:chExt cx="297988" cy="358393"/>
          </a:xfrm>
        </p:grpSpPr>
        <p:sp>
          <p:nvSpPr>
            <p:cNvPr id="17362" name="Google Shape;17362;p88"/>
            <p:cNvSpPr/>
            <p:nvPr/>
          </p:nvSpPr>
          <p:spPr>
            <a:xfrm>
              <a:off x="3141670" y="1581568"/>
              <a:ext cx="287554" cy="287527"/>
            </a:xfrm>
            <a:custGeom>
              <a:rect b="b" l="l" r="r" t="t"/>
              <a:pathLst>
                <a:path extrusionOk="0" h="10967" w="10968">
                  <a:moveTo>
                    <a:pt x="1" y="0"/>
                  </a:moveTo>
                  <a:lnTo>
                    <a:pt x="1" y="8526"/>
                  </a:lnTo>
                  <a:lnTo>
                    <a:pt x="247" y="8783"/>
                  </a:lnTo>
                  <a:lnTo>
                    <a:pt x="2369" y="10967"/>
                  </a:lnTo>
                  <a:lnTo>
                    <a:pt x="10967" y="10967"/>
                  </a:lnTo>
                  <a:lnTo>
                    <a:pt x="10967"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88"/>
            <p:cNvSpPr/>
            <p:nvPr/>
          </p:nvSpPr>
          <p:spPr>
            <a:xfrm>
              <a:off x="3148145" y="1811836"/>
              <a:ext cx="73593" cy="57259"/>
            </a:xfrm>
            <a:custGeom>
              <a:rect b="b" l="l" r="r" t="t"/>
              <a:pathLst>
                <a:path extrusionOk="0" h="2184" w="2807">
                  <a:moveTo>
                    <a:pt x="0" y="0"/>
                  </a:moveTo>
                  <a:lnTo>
                    <a:pt x="2119" y="2184"/>
                  </a:lnTo>
                  <a:lnTo>
                    <a:pt x="2807" y="2184"/>
                  </a:lnTo>
                  <a:lnTo>
                    <a:pt x="2807" y="424"/>
                  </a:lnTo>
                  <a:cubicBezTo>
                    <a:pt x="2807" y="188"/>
                    <a:pt x="2615" y="0"/>
                    <a:pt x="23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88"/>
            <p:cNvSpPr/>
            <p:nvPr/>
          </p:nvSpPr>
          <p:spPr>
            <a:xfrm>
              <a:off x="3278420" y="1581568"/>
              <a:ext cx="120024" cy="43783"/>
            </a:xfrm>
            <a:custGeom>
              <a:rect b="b" l="l" r="r" t="t"/>
              <a:pathLst>
                <a:path extrusionOk="0" h="1670" w="4578">
                  <a:moveTo>
                    <a:pt x="0" y="0"/>
                  </a:moveTo>
                  <a:cubicBezTo>
                    <a:pt x="319" y="996"/>
                    <a:pt x="1242" y="1670"/>
                    <a:pt x="2289" y="1670"/>
                  </a:cubicBezTo>
                  <a:cubicBezTo>
                    <a:pt x="3336" y="1670"/>
                    <a:pt x="4259" y="996"/>
                    <a:pt x="457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88"/>
            <p:cNvSpPr/>
            <p:nvPr/>
          </p:nvSpPr>
          <p:spPr>
            <a:xfrm>
              <a:off x="3181546" y="1581568"/>
              <a:ext cx="247677" cy="287527"/>
            </a:xfrm>
            <a:custGeom>
              <a:rect b="b" l="l" r="r" t="t"/>
              <a:pathLst>
                <a:path extrusionOk="0" h="10967" w="9447">
                  <a:moveTo>
                    <a:pt x="8577" y="0"/>
                  </a:moveTo>
                  <a:lnTo>
                    <a:pt x="8577" y="10098"/>
                  </a:lnTo>
                  <a:lnTo>
                    <a:pt x="1" y="10098"/>
                  </a:lnTo>
                  <a:lnTo>
                    <a:pt x="848" y="10967"/>
                  </a:lnTo>
                  <a:lnTo>
                    <a:pt x="9446" y="10967"/>
                  </a:lnTo>
                  <a:lnTo>
                    <a:pt x="944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88"/>
            <p:cNvSpPr/>
            <p:nvPr/>
          </p:nvSpPr>
          <p:spPr>
            <a:xfrm>
              <a:off x="3141670" y="1805072"/>
              <a:ext cx="62135" cy="64023"/>
            </a:xfrm>
            <a:custGeom>
              <a:rect b="b" l="l" r="r" t="t"/>
              <a:pathLst>
                <a:path extrusionOk="0" h="2442" w="2370">
                  <a:moveTo>
                    <a:pt x="1" y="1"/>
                  </a:moveTo>
                  <a:lnTo>
                    <a:pt x="2369" y="2442"/>
                  </a:lnTo>
                  <a:lnTo>
                    <a:pt x="2369"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88"/>
            <p:cNvSpPr/>
            <p:nvPr/>
          </p:nvSpPr>
          <p:spPr>
            <a:xfrm>
              <a:off x="3297297" y="1521163"/>
              <a:ext cx="82349" cy="82375"/>
            </a:xfrm>
            <a:custGeom>
              <a:rect b="b" l="l" r="r" t="t"/>
              <a:pathLst>
                <a:path extrusionOk="0" h="3142" w="3141">
                  <a:moveTo>
                    <a:pt x="1569" y="1"/>
                  </a:moveTo>
                  <a:cubicBezTo>
                    <a:pt x="703" y="1"/>
                    <a:pt x="1" y="704"/>
                    <a:pt x="1" y="1573"/>
                  </a:cubicBezTo>
                  <a:cubicBezTo>
                    <a:pt x="1" y="2438"/>
                    <a:pt x="703" y="3141"/>
                    <a:pt x="1569" y="3141"/>
                  </a:cubicBezTo>
                  <a:cubicBezTo>
                    <a:pt x="2435" y="3141"/>
                    <a:pt x="3141" y="2438"/>
                    <a:pt x="3141" y="1573"/>
                  </a:cubicBezTo>
                  <a:cubicBezTo>
                    <a:pt x="3141" y="704"/>
                    <a:pt x="2435" y="1"/>
                    <a:pt x="15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88"/>
            <p:cNvSpPr/>
            <p:nvPr/>
          </p:nvSpPr>
          <p:spPr>
            <a:xfrm>
              <a:off x="3202075" y="1650494"/>
              <a:ext cx="166665" cy="18929"/>
            </a:xfrm>
            <a:custGeom>
              <a:rect b="b" l="l" r="r" t="t"/>
              <a:pathLst>
                <a:path extrusionOk="0" h="722" w="6357">
                  <a:moveTo>
                    <a:pt x="0" y="1"/>
                  </a:moveTo>
                  <a:lnTo>
                    <a:pt x="0" y="721"/>
                  </a:lnTo>
                  <a:lnTo>
                    <a:pt x="6356" y="721"/>
                  </a:lnTo>
                  <a:lnTo>
                    <a:pt x="6356"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88"/>
            <p:cNvSpPr/>
            <p:nvPr/>
          </p:nvSpPr>
          <p:spPr>
            <a:xfrm>
              <a:off x="3136452" y="1515946"/>
              <a:ext cx="297988" cy="358393"/>
            </a:xfrm>
            <a:custGeom>
              <a:rect b="b" l="l" r="r" t="t"/>
              <a:pathLst>
                <a:path extrusionOk="0" h="13670" w="11366">
                  <a:moveTo>
                    <a:pt x="2366" y="11228"/>
                  </a:moveTo>
                  <a:lnTo>
                    <a:pt x="2366" y="12974"/>
                  </a:lnTo>
                  <a:lnTo>
                    <a:pt x="1688" y="12278"/>
                  </a:lnTo>
                  <a:lnTo>
                    <a:pt x="671" y="11228"/>
                  </a:lnTo>
                  <a:close/>
                  <a:moveTo>
                    <a:pt x="7704" y="1"/>
                  </a:moveTo>
                  <a:cubicBezTo>
                    <a:pt x="7247" y="1"/>
                    <a:pt x="6794" y="178"/>
                    <a:pt x="6451" y="519"/>
                  </a:cubicBezTo>
                  <a:cubicBezTo>
                    <a:pt x="6440" y="533"/>
                    <a:pt x="6426" y="548"/>
                    <a:pt x="6415" y="559"/>
                  </a:cubicBezTo>
                  <a:lnTo>
                    <a:pt x="6411" y="566"/>
                  </a:lnTo>
                  <a:cubicBezTo>
                    <a:pt x="6289" y="713"/>
                    <a:pt x="6417" y="896"/>
                    <a:pt x="6565" y="896"/>
                  </a:cubicBezTo>
                  <a:cubicBezTo>
                    <a:pt x="6611" y="896"/>
                    <a:pt x="6658" y="878"/>
                    <a:pt x="6701" y="837"/>
                  </a:cubicBezTo>
                  <a:lnTo>
                    <a:pt x="6708" y="830"/>
                  </a:lnTo>
                  <a:cubicBezTo>
                    <a:pt x="6715" y="819"/>
                    <a:pt x="6726" y="812"/>
                    <a:pt x="6737" y="801"/>
                  </a:cubicBezTo>
                  <a:cubicBezTo>
                    <a:pt x="6999" y="539"/>
                    <a:pt x="7348" y="401"/>
                    <a:pt x="7705" y="401"/>
                  </a:cubicBezTo>
                  <a:cubicBezTo>
                    <a:pt x="7881" y="401"/>
                    <a:pt x="8059" y="435"/>
                    <a:pt x="8229" y="504"/>
                  </a:cubicBezTo>
                  <a:cubicBezTo>
                    <a:pt x="8740" y="718"/>
                    <a:pt x="9073" y="1218"/>
                    <a:pt x="9073" y="1768"/>
                  </a:cubicBezTo>
                  <a:cubicBezTo>
                    <a:pt x="9073" y="2322"/>
                    <a:pt x="8740" y="2822"/>
                    <a:pt x="8229" y="3036"/>
                  </a:cubicBezTo>
                  <a:cubicBezTo>
                    <a:pt x="8059" y="3105"/>
                    <a:pt x="7881" y="3139"/>
                    <a:pt x="7705" y="3139"/>
                  </a:cubicBezTo>
                  <a:cubicBezTo>
                    <a:pt x="7348" y="3139"/>
                    <a:pt x="6999" y="3001"/>
                    <a:pt x="6737" y="2739"/>
                  </a:cubicBezTo>
                  <a:lnTo>
                    <a:pt x="6733" y="2735"/>
                  </a:lnTo>
                  <a:cubicBezTo>
                    <a:pt x="6415" y="2420"/>
                    <a:pt x="6277" y="1967"/>
                    <a:pt x="6357" y="1526"/>
                  </a:cubicBezTo>
                  <a:cubicBezTo>
                    <a:pt x="6383" y="1376"/>
                    <a:pt x="6268" y="1287"/>
                    <a:pt x="6154" y="1287"/>
                  </a:cubicBezTo>
                  <a:cubicBezTo>
                    <a:pt x="6068" y="1287"/>
                    <a:pt x="5982" y="1339"/>
                    <a:pt x="5962" y="1453"/>
                  </a:cubicBezTo>
                  <a:cubicBezTo>
                    <a:pt x="5911" y="1736"/>
                    <a:pt x="5929" y="2029"/>
                    <a:pt x="6016" y="2304"/>
                  </a:cubicBezTo>
                  <a:lnTo>
                    <a:pt x="3880" y="2304"/>
                  </a:lnTo>
                  <a:cubicBezTo>
                    <a:pt x="3612" y="2304"/>
                    <a:pt x="3612" y="2703"/>
                    <a:pt x="3880" y="2703"/>
                  </a:cubicBezTo>
                  <a:lnTo>
                    <a:pt x="6201" y="2703"/>
                  </a:lnTo>
                  <a:cubicBezTo>
                    <a:pt x="6237" y="2761"/>
                    <a:pt x="6277" y="2818"/>
                    <a:pt x="6321" y="2873"/>
                  </a:cubicBezTo>
                  <a:lnTo>
                    <a:pt x="5354" y="3843"/>
                  </a:lnTo>
                  <a:cubicBezTo>
                    <a:pt x="5211" y="3988"/>
                    <a:pt x="5344" y="4185"/>
                    <a:pt x="5499" y="4185"/>
                  </a:cubicBezTo>
                  <a:cubicBezTo>
                    <a:pt x="5545" y="4185"/>
                    <a:pt x="5593" y="4168"/>
                    <a:pt x="5636" y="4126"/>
                  </a:cubicBezTo>
                  <a:lnTo>
                    <a:pt x="6603" y="3155"/>
                  </a:lnTo>
                  <a:cubicBezTo>
                    <a:pt x="6929" y="3417"/>
                    <a:pt x="7317" y="3542"/>
                    <a:pt x="7701" y="3542"/>
                  </a:cubicBezTo>
                  <a:cubicBezTo>
                    <a:pt x="8289" y="3542"/>
                    <a:pt x="8870" y="3248"/>
                    <a:pt x="9207" y="2703"/>
                  </a:cubicBezTo>
                  <a:lnTo>
                    <a:pt x="10964" y="2703"/>
                  </a:lnTo>
                  <a:lnTo>
                    <a:pt x="10964" y="13267"/>
                  </a:lnTo>
                  <a:lnTo>
                    <a:pt x="2768" y="13267"/>
                  </a:lnTo>
                  <a:lnTo>
                    <a:pt x="2768" y="11029"/>
                  </a:lnTo>
                  <a:cubicBezTo>
                    <a:pt x="2768" y="10917"/>
                    <a:pt x="2677" y="10830"/>
                    <a:pt x="2568" y="10830"/>
                  </a:cubicBezTo>
                  <a:lnTo>
                    <a:pt x="399" y="10830"/>
                  </a:lnTo>
                  <a:lnTo>
                    <a:pt x="399" y="2703"/>
                  </a:lnTo>
                  <a:lnTo>
                    <a:pt x="3090" y="2703"/>
                  </a:lnTo>
                  <a:cubicBezTo>
                    <a:pt x="3358" y="2703"/>
                    <a:pt x="3358" y="2304"/>
                    <a:pt x="3090" y="2304"/>
                  </a:cubicBezTo>
                  <a:lnTo>
                    <a:pt x="200" y="2304"/>
                  </a:lnTo>
                  <a:cubicBezTo>
                    <a:pt x="88" y="2304"/>
                    <a:pt x="1" y="2391"/>
                    <a:pt x="1" y="2503"/>
                  </a:cubicBezTo>
                  <a:lnTo>
                    <a:pt x="1" y="11029"/>
                  </a:lnTo>
                  <a:cubicBezTo>
                    <a:pt x="1" y="11080"/>
                    <a:pt x="19" y="11130"/>
                    <a:pt x="55" y="11167"/>
                  </a:cubicBezTo>
                  <a:lnTo>
                    <a:pt x="1312" y="12463"/>
                  </a:lnTo>
                  <a:lnTo>
                    <a:pt x="2424" y="13608"/>
                  </a:lnTo>
                  <a:cubicBezTo>
                    <a:pt x="2463" y="13647"/>
                    <a:pt x="2514" y="13669"/>
                    <a:pt x="2568" y="13669"/>
                  </a:cubicBezTo>
                  <a:lnTo>
                    <a:pt x="11166" y="13669"/>
                  </a:lnTo>
                  <a:cubicBezTo>
                    <a:pt x="11275" y="13669"/>
                    <a:pt x="11366" y="13579"/>
                    <a:pt x="11366" y="13470"/>
                  </a:cubicBezTo>
                  <a:lnTo>
                    <a:pt x="11366" y="2503"/>
                  </a:lnTo>
                  <a:cubicBezTo>
                    <a:pt x="11366" y="2393"/>
                    <a:pt x="11279" y="2304"/>
                    <a:pt x="11173" y="2304"/>
                  </a:cubicBezTo>
                  <a:cubicBezTo>
                    <a:pt x="11171" y="2304"/>
                    <a:pt x="11169" y="2304"/>
                    <a:pt x="11166" y="2304"/>
                  </a:cubicBezTo>
                  <a:lnTo>
                    <a:pt x="9392" y="2304"/>
                  </a:lnTo>
                  <a:cubicBezTo>
                    <a:pt x="9638" y="1526"/>
                    <a:pt x="9319" y="682"/>
                    <a:pt x="8620" y="258"/>
                  </a:cubicBezTo>
                  <a:cubicBezTo>
                    <a:pt x="8337" y="85"/>
                    <a:pt x="8020" y="1"/>
                    <a:pt x="7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88"/>
            <p:cNvSpPr/>
            <p:nvPr/>
          </p:nvSpPr>
          <p:spPr>
            <a:xfrm>
              <a:off x="3265678" y="1799855"/>
              <a:ext cx="128597" cy="10487"/>
            </a:xfrm>
            <a:custGeom>
              <a:rect b="b" l="l" r="r" t="t"/>
              <a:pathLst>
                <a:path extrusionOk="0" h="400" w="4905">
                  <a:moveTo>
                    <a:pt x="269" y="1"/>
                  </a:moveTo>
                  <a:cubicBezTo>
                    <a:pt x="1" y="1"/>
                    <a:pt x="1" y="399"/>
                    <a:pt x="269" y="399"/>
                  </a:cubicBezTo>
                  <a:lnTo>
                    <a:pt x="4637" y="399"/>
                  </a:lnTo>
                  <a:cubicBezTo>
                    <a:pt x="4905" y="399"/>
                    <a:pt x="4905" y="1"/>
                    <a:pt x="4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88"/>
            <p:cNvSpPr/>
            <p:nvPr/>
          </p:nvSpPr>
          <p:spPr>
            <a:xfrm>
              <a:off x="3196857" y="1645172"/>
              <a:ext cx="177099" cy="29573"/>
            </a:xfrm>
            <a:custGeom>
              <a:rect b="b" l="l" r="r" t="t"/>
              <a:pathLst>
                <a:path extrusionOk="0" h="1128" w="6755">
                  <a:moveTo>
                    <a:pt x="199" y="1"/>
                  </a:moveTo>
                  <a:cubicBezTo>
                    <a:pt x="87" y="1"/>
                    <a:pt x="0" y="91"/>
                    <a:pt x="0" y="204"/>
                  </a:cubicBezTo>
                  <a:lnTo>
                    <a:pt x="0" y="928"/>
                  </a:lnTo>
                  <a:cubicBezTo>
                    <a:pt x="0" y="1037"/>
                    <a:pt x="87" y="1127"/>
                    <a:pt x="199" y="1127"/>
                  </a:cubicBezTo>
                  <a:lnTo>
                    <a:pt x="6555" y="1127"/>
                  </a:lnTo>
                  <a:cubicBezTo>
                    <a:pt x="6668" y="1127"/>
                    <a:pt x="6755" y="1037"/>
                    <a:pt x="6755" y="928"/>
                  </a:cubicBezTo>
                  <a:lnTo>
                    <a:pt x="6755" y="204"/>
                  </a:lnTo>
                  <a:cubicBezTo>
                    <a:pt x="6755" y="91"/>
                    <a:pt x="6668" y="1"/>
                    <a:pt x="6555" y="1"/>
                  </a:cubicBezTo>
                  <a:lnTo>
                    <a:pt x="5241" y="1"/>
                  </a:lnTo>
                  <a:cubicBezTo>
                    <a:pt x="4973" y="1"/>
                    <a:pt x="4973" y="403"/>
                    <a:pt x="5241" y="403"/>
                  </a:cubicBezTo>
                  <a:lnTo>
                    <a:pt x="6356" y="403"/>
                  </a:lnTo>
                  <a:lnTo>
                    <a:pt x="6356" y="725"/>
                  </a:lnTo>
                  <a:lnTo>
                    <a:pt x="398" y="725"/>
                  </a:lnTo>
                  <a:lnTo>
                    <a:pt x="398" y="403"/>
                  </a:lnTo>
                  <a:lnTo>
                    <a:pt x="4451" y="403"/>
                  </a:lnTo>
                  <a:cubicBezTo>
                    <a:pt x="4719" y="403"/>
                    <a:pt x="4719" y="1"/>
                    <a:pt x="44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88"/>
            <p:cNvSpPr/>
            <p:nvPr/>
          </p:nvSpPr>
          <p:spPr>
            <a:xfrm>
              <a:off x="3195048" y="1690292"/>
              <a:ext cx="180717" cy="10461"/>
            </a:xfrm>
            <a:custGeom>
              <a:rect b="b" l="l" r="r" t="t"/>
              <a:pathLst>
                <a:path extrusionOk="0" h="399" w="6893">
                  <a:moveTo>
                    <a:pt x="268" y="0"/>
                  </a:moveTo>
                  <a:cubicBezTo>
                    <a:pt x="0" y="0"/>
                    <a:pt x="0" y="399"/>
                    <a:pt x="268" y="399"/>
                  </a:cubicBezTo>
                  <a:lnTo>
                    <a:pt x="6624" y="399"/>
                  </a:lnTo>
                  <a:cubicBezTo>
                    <a:pt x="6892" y="399"/>
                    <a:pt x="6892" y="0"/>
                    <a:pt x="66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88"/>
            <p:cNvSpPr/>
            <p:nvPr/>
          </p:nvSpPr>
          <p:spPr>
            <a:xfrm>
              <a:off x="3195048" y="1716300"/>
              <a:ext cx="180717" cy="10461"/>
            </a:xfrm>
            <a:custGeom>
              <a:rect b="b" l="l" r="r" t="t"/>
              <a:pathLst>
                <a:path extrusionOk="0" h="399" w="6893">
                  <a:moveTo>
                    <a:pt x="268" y="1"/>
                  </a:moveTo>
                  <a:cubicBezTo>
                    <a:pt x="0" y="1"/>
                    <a:pt x="0" y="399"/>
                    <a:pt x="268" y="399"/>
                  </a:cubicBezTo>
                  <a:lnTo>
                    <a:pt x="6624" y="399"/>
                  </a:lnTo>
                  <a:cubicBezTo>
                    <a:pt x="6892" y="399"/>
                    <a:pt x="6892" y="1"/>
                    <a:pt x="6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4" name="Google Shape;17374;p88"/>
          <p:cNvGrpSpPr/>
          <p:nvPr/>
        </p:nvGrpSpPr>
        <p:grpSpPr>
          <a:xfrm>
            <a:off x="2674893" y="1515946"/>
            <a:ext cx="332254" cy="358393"/>
            <a:chOff x="2674893" y="1515946"/>
            <a:chExt cx="332254" cy="358393"/>
          </a:xfrm>
        </p:grpSpPr>
        <p:sp>
          <p:nvSpPr>
            <p:cNvPr id="17375" name="Google Shape;17375;p88"/>
            <p:cNvSpPr/>
            <p:nvPr/>
          </p:nvSpPr>
          <p:spPr>
            <a:xfrm>
              <a:off x="2968582" y="1811548"/>
              <a:ext cx="33349" cy="57469"/>
            </a:xfrm>
            <a:custGeom>
              <a:rect b="b" l="l" r="r" t="t"/>
              <a:pathLst>
                <a:path extrusionOk="0" h="2192" w="1272">
                  <a:moveTo>
                    <a:pt x="0" y="0"/>
                  </a:moveTo>
                  <a:lnTo>
                    <a:pt x="243" y="1847"/>
                  </a:lnTo>
                  <a:cubicBezTo>
                    <a:pt x="268" y="2043"/>
                    <a:pt x="439" y="2191"/>
                    <a:pt x="638" y="2191"/>
                  </a:cubicBezTo>
                  <a:cubicBezTo>
                    <a:pt x="833" y="2191"/>
                    <a:pt x="1004" y="2043"/>
                    <a:pt x="1029" y="1847"/>
                  </a:cubicBezTo>
                  <a:lnTo>
                    <a:pt x="1272" y="4"/>
                  </a:lnTo>
                  <a:lnTo>
                    <a:pt x="0"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88"/>
            <p:cNvSpPr/>
            <p:nvPr/>
          </p:nvSpPr>
          <p:spPr>
            <a:xfrm>
              <a:off x="2985282" y="1811548"/>
              <a:ext cx="16648" cy="57469"/>
            </a:xfrm>
            <a:custGeom>
              <a:rect b="b" l="l" r="r" t="t"/>
              <a:pathLst>
                <a:path extrusionOk="0" h="2192" w="635">
                  <a:moveTo>
                    <a:pt x="1" y="0"/>
                  </a:moveTo>
                  <a:lnTo>
                    <a:pt x="1" y="2191"/>
                  </a:lnTo>
                  <a:cubicBezTo>
                    <a:pt x="196" y="2191"/>
                    <a:pt x="367" y="2043"/>
                    <a:pt x="392" y="1847"/>
                  </a:cubicBezTo>
                  <a:lnTo>
                    <a:pt x="635" y="4"/>
                  </a:lnTo>
                  <a:lnTo>
                    <a:pt x="1" y="0"/>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88"/>
            <p:cNvSpPr/>
            <p:nvPr/>
          </p:nvSpPr>
          <p:spPr>
            <a:xfrm>
              <a:off x="2680215" y="1521268"/>
              <a:ext cx="257535" cy="347828"/>
            </a:xfrm>
            <a:custGeom>
              <a:rect b="b" l="l" r="r" t="t"/>
              <a:pathLst>
                <a:path extrusionOk="0" h="13267" w="9823">
                  <a:moveTo>
                    <a:pt x="2930" y="1"/>
                  </a:moveTo>
                  <a:lnTo>
                    <a:pt x="0" y="2931"/>
                  </a:lnTo>
                  <a:lnTo>
                    <a:pt x="0" y="13267"/>
                  </a:lnTo>
                  <a:lnTo>
                    <a:pt x="9822" y="13267"/>
                  </a:lnTo>
                  <a:lnTo>
                    <a:pt x="9822"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88"/>
            <p:cNvSpPr/>
            <p:nvPr/>
          </p:nvSpPr>
          <p:spPr>
            <a:xfrm>
              <a:off x="2680215" y="1521268"/>
              <a:ext cx="89375" cy="89375"/>
            </a:xfrm>
            <a:custGeom>
              <a:rect b="b" l="l" r="r" t="t"/>
              <a:pathLst>
                <a:path extrusionOk="0" h="3409" w="3409">
                  <a:moveTo>
                    <a:pt x="2930" y="1"/>
                  </a:moveTo>
                  <a:lnTo>
                    <a:pt x="0" y="2931"/>
                  </a:lnTo>
                  <a:lnTo>
                    <a:pt x="0" y="3409"/>
                  </a:lnTo>
                  <a:lnTo>
                    <a:pt x="3191" y="3409"/>
                  </a:lnTo>
                  <a:cubicBezTo>
                    <a:pt x="3311" y="3409"/>
                    <a:pt x="3408" y="3311"/>
                    <a:pt x="3408" y="3191"/>
                  </a:cubicBezTo>
                  <a:lnTo>
                    <a:pt x="340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88"/>
            <p:cNvSpPr/>
            <p:nvPr/>
          </p:nvSpPr>
          <p:spPr>
            <a:xfrm>
              <a:off x="2680215" y="1521268"/>
              <a:ext cx="257535" cy="347828"/>
            </a:xfrm>
            <a:custGeom>
              <a:rect b="b" l="l" r="r" t="t"/>
              <a:pathLst>
                <a:path extrusionOk="0" h="13267" w="9823">
                  <a:moveTo>
                    <a:pt x="8946" y="1"/>
                  </a:moveTo>
                  <a:lnTo>
                    <a:pt x="8946" y="12358"/>
                  </a:lnTo>
                  <a:lnTo>
                    <a:pt x="0" y="12358"/>
                  </a:lnTo>
                  <a:lnTo>
                    <a:pt x="0" y="13267"/>
                  </a:lnTo>
                  <a:lnTo>
                    <a:pt x="9822" y="13267"/>
                  </a:lnTo>
                  <a:lnTo>
                    <a:pt x="9822"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88"/>
            <p:cNvSpPr/>
            <p:nvPr/>
          </p:nvSpPr>
          <p:spPr>
            <a:xfrm>
              <a:off x="2680215" y="1521268"/>
              <a:ext cx="76843" cy="76843"/>
            </a:xfrm>
            <a:custGeom>
              <a:rect b="b" l="l" r="r" t="t"/>
              <a:pathLst>
                <a:path extrusionOk="0" h="2931" w="2931">
                  <a:moveTo>
                    <a:pt x="2930" y="1"/>
                  </a:moveTo>
                  <a:lnTo>
                    <a:pt x="0" y="2931"/>
                  </a:lnTo>
                  <a:lnTo>
                    <a:pt x="2930" y="2931"/>
                  </a:lnTo>
                  <a:lnTo>
                    <a:pt x="293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88"/>
            <p:cNvSpPr/>
            <p:nvPr/>
          </p:nvSpPr>
          <p:spPr>
            <a:xfrm>
              <a:off x="2968582" y="1601310"/>
              <a:ext cx="33349" cy="222691"/>
            </a:xfrm>
            <a:custGeom>
              <a:rect b="b" l="l" r="r" t="t"/>
              <a:pathLst>
                <a:path extrusionOk="0" h="8494" w="1272">
                  <a:moveTo>
                    <a:pt x="0" y="1"/>
                  </a:moveTo>
                  <a:lnTo>
                    <a:pt x="0" y="8494"/>
                  </a:lnTo>
                  <a:lnTo>
                    <a:pt x="1272" y="8494"/>
                  </a:lnTo>
                  <a:lnTo>
                    <a:pt x="127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88"/>
            <p:cNvSpPr/>
            <p:nvPr/>
          </p:nvSpPr>
          <p:spPr>
            <a:xfrm>
              <a:off x="2985282" y="1601310"/>
              <a:ext cx="16648" cy="222691"/>
            </a:xfrm>
            <a:custGeom>
              <a:rect b="b" l="l" r="r" t="t"/>
              <a:pathLst>
                <a:path extrusionOk="0" h="8494" w="635">
                  <a:moveTo>
                    <a:pt x="1" y="1"/>
                  </a:moveTo>
                  <a:lnTo>
                    <a:pt x="1" y="8494"/>
                  </a:lnTo>
                  <a:lnTo>
                    <a:pt x="635" y="8494"/>
                  </a:lnTo>
                  <a:lnTo>
                    <a:pt x="63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88"/>
            <p:cNvSpPr/>
            <p:nvPr/>
          </p:nvSpPr>
          <p:spPr>
            <a:xfrm>
              <a:off x="2968582" y="1569691"/>
              <a:ext cx="33349" cy="38776"/>
            </a:xfrm>
            <a:custGeom>
              <a:rect b="b" l="l" r="r" t="t"/>
              <a:pathLst>
                <a:path extrusionOk="0" h="1479" w="1272">
                  <a:moveTo>
                    <a:pt x="0" y="1"/>
                  </a:moveTo>
                  <a:lnTo>
                    <a:pt x="0" y="1478"/>
                  </a:lnTo>
                  <a:lnTo>
                    <a:pt x="1272" y="1478"/>
                  </a:lnTo>
                  <a:lnTo>
                    <a:pt x="127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88"/>
            <p:cNvSpPr/>
            <p:nvPr/>
          </p:nvSpPr>
          <p:spPr>
            <a:xfrm>
              <a:off x="2985282" y="1569691"/>
              <a:ext cx="16648" cy="38776"/>
            </a:xfrm>
            <a:custGeom>
              <a:rect b="b" l="l" r="r" t="t"/>
              <a:pathLst>
                <a:path extrusionOk="0" h="1479" w="635">
                  <a:moveTo>
                    <a:pt x="1" y="1"/>
                  </a:moveTo>
                  <a:lnTo>
                    <a:pt x="1" y="1478"/>
                  </a:lnTo>
                  <a:lnTo>
                    <a:pt x="635" y="1478"/>
                  </a:lnTo>
                  <a:lnTo>
                    <a:pt x="63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88"/>
            <p:cNvSpPr/>
            <p:nvPr/>
          </p:nvSpPr>
          <p:spPr>
            <a:xfrm>
              <a:off x="2968686" y="1521268"/>
              <a:ext cx="33244" cy="48450"/>
            </a:xfrm>
            <a:custGeom>
              <a:rect b="b" l="l" r="r" t="t"/>
              <a:pathLst>
                <a:path extrusionOk="0" h="1848" w="1268">
                  <a:moveTo>
                    <a:pt x="634" y="1"/>
                  </a:moveTo>
                  <a:cubicBezTo>
                    <a:pt x="283" y="1"/>
                    <a:pt x="0" y="283"/>
                    <a:pt x="0" y="634"/>
                  </a:cubicBezTo>
                  <a:lnTo>
                    <a:pt x="0" y="1848"/>
                  </a:lnTo>
                  <a:lnTo>
                    <a:pt x="1268" y="1848"/>
                  </a:lnTo>
                  <a:lnTo>
                    <a:pt x="1268" y="634"/>
                  </a:lnTo>
                  <a:cubicBezTo>
                    <a:pt x="1268" y="283"/>
                    <a:pt x="982" y="1"/>
                    <a:pt x="63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88"/>
            <p:cNvSpPr/>
            <p:nvPr/>
          </p:nvSpPr>
          <p:spPr>
            <a:xfrm>
              <a:off x="2985282" y="1521268"/>
              <a:ext cx="16648" cy="48450"/>
            </a:xfrm>
            <a:custGeom>
              <a:rect b="b" l="l" r="r" t="t"/>
              <a:pathLst>
                <a:path extrusionOk="0" h="1848" w="635">
                  <a:moveTo>
                    <a:pt x="1" y="1"/>
                  </a:moveTo>
                  <a:lnTo>
                    <a:pt x="1" y="1848"/>
                  </a:lnTo>
                  <a:lnTo>
                    <a:pt x="635" y="1848"/>
                  </a:lnTo>
                  <a:lnTo>
                    <a:pt x="635" y="634"/>
                  </a:lnTo>
                  <a:cubicBezTo>
                    <a:pt x="635" y="283"/>
                    <a:pt x="349" y="1"/>
                    <a:pt x="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88"/>
            <p:cNvSpPr/>
            <p:nvPr/>
          </p:nvSpPr>
          <p:spPr>
            <a:xfrm>
              <a:off x="2674998" y="1515946"/>
              <a:ext cx="268074" cy="358393"/>
            </a:xfrm>
            <a:custGeom>
              <a:rect b="b" l="l" r="r" t="t"/>
              <a:pathLst>
                <a:path extrusionOk="0" h="13670" w="10225">
                  <a:moveTo>
                    <a:pt x="7059" y="1"/>
                  </a:moveTo>
                  <a:cubicBezTo>
                    <a:pt x="6791" y="1"/>
                    <a:pt x="6791" y="403"/>
                    <a:pt x="7059" y="403"/>
                  </a:cubicBezTo>
                  <a:lnTo>
                    <a:pt x="9819" y="403"/>
                  </a:lnTo>
                  <a:lnTo>
                    <a:pt x="9819" y="13267"/>
                  </a:lnTo>
                  <a:lnTo>
                    <a:pt x="399" y="13267"/>
                  </a:lnTo>
                  <a:lnTo>
                    <a:pt x="399" y="11688"/>
                  </a:lnTo>
                  <a:cubicBezTo>
                    <a:pt x="399" y="11554"/>
                    <a:pt x="299" y="11487"/>
                    <a:pt x="199" y="11487"/>
                  </a:cubicBezTo>
                  <a:cubicBezTo>
                    <a:pt x="100" y="11487"/>
                    <a:pt x="0" y="11554"/>
                    <a:pt x="0" y="11688"/>
                  </a:cubicBezTo>
                  <a:lnTo>
                    <a:pt x="0" y="13470"/>
                  </a:lnTo>
                  <a:cubicBezTo>
                    <a:pt x="0" y="13579"/>
                    <a:pt x="87" y="13669"/>
                    <a:pt x="199" y="13669"/>
                  </a:cubicBezTo>
                  <a:lnTo>
                    <a:pt x="10025" y="13669"/>
                  </a:lnTo>
                  <a:cubicBezTo>
                    <a:pt x="10134" y="13669"/>
                    <a:pt x="10224" y="13579"/>
                    <a:pt x="10224" y="13470"/>
                  </a:cubicBezTo>
                  <a:lnTo>
                    <a:pt x="10224" y="204"/>
                  </a:lnTo>
                  <a:cubicBezTo>
                    <a:pt x="10224" y="91"/>
                    <a:pt x="10134" y="1"/>
                    <a:pt x="100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88"/>
            <p:cNvSpPr/>
            <p:nvPr/>
          </p:nvSpPr>
          <p:spPr>
            <a:xfrm>
              <a:off x="2674893" y="1515946"/>
              <a:ext cx="171515" cy="290962"/>
            </a:xfrm>
            <a:custGeom>
              <a:rect b="b" l="l" r="r" t="t"/>
              <a:pathLst>
                <a:path extrusionOk="0" h="11098" w="6542">
                  <a:moveTo>
                    <a:pt x="2934" y="685"/>
                  </a:moveTo>
                  <a:lnTo>
                    <a:pt x="2934" y="2934"/>
                  </a:lnTo>
                  <a:lnTo>
                    <a:pt x="685" y="2934"/>
                  </a:lnTo>
                  <a:lnTo>
                    <a:pt x="2934" y="685"/>
                  </a:lnTo>
                  <a:close/>
                  <a:moveTo>
                    <a:pt x="3133" y="1"/>
                  </a:moveTo>
                  <a:cubicBezTo>
                    <a:pt x="2988" y="1"/>
                    <a:pt x="2844" y="211"/>
                    <a:pt x="2753" y="301"/>
                  </a:cubicBezTo>
                  <a:lnTo>
                    <a:pt x="124" y="2931"/>
                  </a:lnTo>
                  <a:cubicBezTo>
                    <a:pt x="66" y="2989"/>
                    <a:pt x="0" y="3043"/>
                    <a:pt x="0" y="3134"/>
                  </a:cubicBezTo>
                  <a:lnTo>
                    <a:pt x="0" y="10899"/>
                  </a:lnTo>
                  <a:cubicBezTo>
                    <a:pt x="0" y="11009"/>
                    <a:pt x="88" y="11098"/>
                    <a:pt x="197" y="11098"/>
                  </a:cubicBezTo>
                  <a:cubicBezTo>
                    <a:pt x="199" y="11098"/>
                    <a:pt x="201" y="11098"/>
                    <a:pt x="203" y="11098"/>
                  </a:cubicBezTo>
                  <a:cubicBezTo>
                    <a:pt x="316" y="11098"/>
                    <a:pt x="403" y="11011"/>
                    <a:pt x="403" y="10899"/>
                  </a:cubicBezTo>
                  <a:lnTo>
                    <a:pt x="403" y="3333"/>
                  </a:lnTo>
                  <a:lnTo>
                    <a:pt x="3133" y="3333"/>
                  </a:lnTo>
                  <a:cubicBezTo>
                    <a:pt x="3246" y="3333"/>
                    <a:pt x="3336" y="3246"/>
                    <a:pt x="3336" y="3134"/>
                  </a:cubicBezTo>
                  <a:lnTo>
                    <a:pt x="3336" y="403"/>
                  </a:lnTo>
                  <a:lnTo>
                    <a:pt x="6273" y="403"/>
                  </a:lnTo>
                  <a:cubicBezTo>
                    <a:pt x="6541" y="403"/>
                    <a:pt x="6541" y="1"/>
                    <a:pt x="6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88"/>
            <p:cNvSpPr/>
            <p:nvPr/>
          </p:nvSpPr>
          <p:spPr>
            <a:xfrm>
              <a:off x="2729006" y="1758169"/>
              <a:ext cx="159927" cy="10566"/>
            </a:xfrm>
            <a:custGeom>
              <a:rect b="b" l="l" r="r" t="t"/>
              <a:pathLst>
                <a:path extrusionOk="0" h="403" w="610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88"/>
            <p:cNvSpPr/>
            <p:nvPr/>
          </p:nvSpPr>
          <p:spPr>
            <a:xfrm>
              <a:off x="2801943" y="1822271"/>
              <a:ext cx="86990" cy="10461"/>
            </a:xfrm>
            <a:custGeom>
              <a:rect b="b" l="l" r="r" t="t"/>
              <a:pathLst>
                <a:path extrusionOk="0" h="399" w="3318">
                  <a:moveTo>
                    <a:pt x="3057" y="0"/>
                  </a:moveTo>
                  <a:cubicBezTo>
                    <a:pt x="3056" y="0"/>
                    <a:pt x="3055" y="0"/>
                    <a:pt x="3053" y="0"/>
                  </a:cubicBezTo>
                  <a:lnTo>
                    <a:pt x="268" y="0"/>
                  </a:lnTo>
                  <a:cubicBezTo>
                    <a:pt x="0" y="0"/>
                    <a:pt x="0" y="399"/>
                    <a:pt x="268" y="399"/>
                  </a:cubicBezTo>
                  <a:lnTo>
                    <a:pt x="3053" y="399"/>
                  </a:lnTo>
                  <a:cubicBezTo>
                    <a:pt x="3317" y="399"/>
                    <a:pt x="3318" y="0"/>
                    <a:pt x="30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88"/>
            <p:cNvSpPr/>
            <p:nvPr/>
          </p:nvSpPr>
          <p:spPr>
            <a:xfrm>
              <a:off x="2729006" y="1731584"/>
              <a:ext cx="159927" cy="10566"/>
            </a:xfrm>
            <a:custGeom>
              <a:rect b="b" l="l" r="r" t="t"/>
              <a:pathLst>
                <a:path extrusionOk="0" h="403" w="610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88"/>
            <p:cNvSpPr/>
            <p:nvPr/>
          </p:nvSpPr>
          <p:spPr>
            <a:xfrm>
              <a:off x="2729006" y="1705000"/>
              <a:ext cx="159927" cy="10487"/>
            </a:xfrm>
            <a:custGeom>
              <a:rect b="b" l="l" r="r" t="t"/>
              <a:pathLst>
                <a:path extrusionOk="0" h="400" w="6100">
                  <a:moveTo>
                    <a:pt x="265" y="1"/>
                  </a:moveTo>
                  <a:cubicBezTo>
                    <a:pt x="1" y="1"/>
                    <a:pt x="1" y="399"/>
                    <a:pt x="265" y="399"/>
                  </a:cubicBezTo>
                  <a:lnTo>
                    <a:pt x="5835" y="399"/>
                  </a:lnTo>
                  <a:cubicBezTo>
                    <a:pt x="6100" y="399"/>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88"/>
            <p:cNvSpPr/>
            <p:nvPr/>
          </p:nvSpPr>
          <p:spPr>
            <a:xfrm>
              <a:off x="2729006" y="1678415"/>
              <a:ext cx="159927" cy="10461"/>
            </a:xfrm>
            <a:custGeom>
              <a:rect b="b" l="l" r="r" t="t"/>
              <a:pathLst>
                <a:path extrusionOk="0" h="399" w="6100">
                  <a:moveTo>
                    <a:pt x="5839" y="1"/>
                  </a:moveTo>
                  <a:cubicBezTo>
                    <a:pt x="5838" y="1"/>
                    <a:pt x="5837" y="1"/>
                    <a:pt x="5835" y="1"/>
                  </a:cubicBezTo>
                  <a:lnTo>
                    <a:pt x="265" y="1"/>
                  </a:lnTo>
                  <a:cubicBezTo>
                    <a:pt x="1" y="1"/>
                    <a:pt x="1" y="399"/>
                    <a:pt x="265" y="399"/>
                  </a:cubicBezTo>
                  <a:lnTo>
                    <a:pt x="5835" y="399"/>
                  </a:lnTo>
                  <a:cubicBezTo>
                    <a:pt x="6099" y="399"/>
                    <a:pt x="6100" y="1"/>
                    <a:pt x="5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88"/>
            <p:cNvSpPr/>
            <p:nvPr/>
          </p:nvSpPr>
          <p:spPr>
            <a:xfrm>
              <a:off x="2791404" y="1599894"/>
              <a:ext cx="35158" cy="62686"/>
            </a:xfrm>
            <a:custGeom>
              <a:rect b="b" l="l" r="r" t="t"/>
              <a:pathLst>
                <a:path extrusionOk="0" h="2391" w="1341">
                  <a:moveTo>
                    <a:pt x="290" y="0"/>
                  </a:moveTo>
                  <a:cubicBezTo>
                    <a:pt x="22" y="0"/>
                    <a:pt x="22" y="402"/>
                    <a:pt x="290" y="402"/>
                  </a:cubicBezTo>
                  <a:lnTo>
                    <a:pt x="468" y="402"/>
                  </a:lnTo>
                  <a:lnTo>
                    <a:pt x="468" y="1989"/>
                  </a:lnTo>
                  <a:lnTo>
                    <a:pt x="268" y="1989"/>
                  </a:lnTo>
                  <a:cubicBezTo>
                    <a:pt x="0" y="1989"/>
                    <a:pt x="0" y="2391"/>
                    <a:pt x="268" y="2391"/>
                  </a:cubicBezTo>
                  <a:lnTo>
                    <a:pt x="1072" y="2391"/>
                  </a:lnTo>
                  <a:cubicBezTo>
                    <a:pt x="1340" y="2391"/>
                    <a:pt x="1340" y="1989"/>
                    <a:pt x="1072" y="1989"/>
                  </a:cubicBezTo>
                  <a:lnTo>
                    <a:pt x="866" y="1989"/>
                  </a:lnTo>
                  <a:lnTo>
                    <a:pt x="866" y="200"/>
                  </a:lnTo>
                  <a:cubicBezTo>
                    <a:pt x="866" y="91"/>
                    <a:pt x="775"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88"/>
            <p:cNvSpPr/>
            <p:nvPr/>
          </p:nvSpPr>
          <p:spPr>
            <a:xfrm>
              <a:off x="2797670" y="1580205"/>
              <a:ext cx="19191" cy="16491"/>
            </a:xfrm>
            <a:custGeom>
              <a:rect b="b" l="l" r="r" t="t"/>
              <a:pathLst>
                <a:path extrusionOk="0" h="629" w="732">
                  <a:moveTo>
                    <a:pt x="316" y="1"/>
                  </a:moveTo>
                  <a:cubicBezTo>
                    <a:pt x="154" y="1"/>
                    <a:pt x="0" y="125"/>
                    <a:pt x="0" y="313"/>
                  </a:cubicBezTo>
                  <a:cubicBezTo>
                    <a:pt x="0" y="487"/>
                    <a:pt x="142" y="628"/>
                    <a:pt x="315" y="628"/>
                  </a:cubicBezTo>
                  <a:cubicBezTo>
                    <a:pt x="594" y="628"/>
                    <a:pt x="732" y="291"/>
                    <a:pt x="536" y="92"/>
                  </a:cubicBezTo>
                  <a:cubicBezTo>
                    <a:pt x="472" y="29"/>
                    <a:pt x="393"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88"/>
            <p:cNvSpPr/>
            <p:nvPr/>
          </p:nvSpPr>
          <p:spPr>
            <a:xfrm>
              <a:off x="2963364" y="1515946"/>
              <a:ext cx="43783" cy="358393"/>
            </a:xfrm>
            <a:custGeom>
              <a:rect b="b" l="l" r="r" t="t"/>
              <a:pathLst>
                <a:path extrusionOk="0" h="13670" w="1670">
                  <a:moveTo>
                    <a:pt x="837" y="388"/>
                  </a:moveTo>
                  <a:cubicBezTo>
                    <a:pt x="1083" y="388"/>
                    <a:pt x="1279" y="591"/>
                    <a:pt x="1271" y="837"/>
                  </a:cubicBezTo>
                  <a:lnTo>
                    <a:pt x="1271" y="1851"/>
                  </a:lnTo>
                  <a:lnTo>
                    <a:pt x="402" y="1851"/>
                  </a:lnTo>
                  <a:lnTo>
                    <a:pt x="402" y="837"/>
                  </a:lnTo>
                  <a:cubicBezTo>
                    <a:pt x="395" y="591"/>
                    <a:pt x="591" y="388"/>
                    <a:pt x="837" y="388"/>
                  </a:cubicBezTo>
                  <a:close/>
                  <a:moveTo>
                    <a:pt x="1271" y="2250"/>
                  </a:moveTo>
                  <a:lnTo>
                    <a:pt x="1271" y="3058"/>
                  </a:lnTo>
                  <a:lnTo>
                    <a:pt x="402" y="3058"/>
                  </a:lnTo>
                  <a:lnTo>
                    <a:pt x="402" y="2250"/>
                  </a:lnTo>
                  <a:close/>
                  <a:moveTo>
                    <a:pt x="1181" y="11949"/>
                  </a:moveTo>
                  <a:lnTo>
                    <a:pt x="1032" y="13097"/>
                  </a:lnTo>
                  <a:cubicBezTo>
                    <a:pt x="1018" y="13192"/>
                    <a:pt x="938" y="13267"/>
                    <a:pt x="844" y="13267"/>
                  </a:cubicBezTo>
                  <a:cubicBezTo>
                    <a:pt x="841" y="13267"/>
                    <a:pt x="839" y="13267"/>
                    <a:pt x="837" y="13267"/>
                  </a:cubicBezTo>
                  <a:cubicBezTo>
                    <a:pt x="739" y="13267"/>
                    <a:pt x="656" y="13195"/>
                    <a:pt x="645" y="13097"/>
                  </a:cubicBezTo>
                  <a:lnTo>
                    <a:pt x="493" y="11949"/>
                  </a:lnTo>
                  <a:close/>
                  <a:moveTo>
                    <a:pt x="837" y="1"/>
                  </a:moveTo>
                  <a:cubicBezTo>
                    <a:pt x="373" y="1"/>
                    <a:pt x="0" y="374"/>
                    <a:pt x="0" y="837"/>
                  </a:cubicBezTo>
                  <a:lnTo>
                    <a:pt x="0" y="3532"/>
                  </a:lnTo>
                  <a:lnTo>
                    <a:pt x="0" y="5987"/>
                  </a:lnTo>
                  <a:cubicBezTo>
                    <a:pt x="0" y="6120"/>
                    <a:pt x="101" y="6186"/>
                    <a:pt x="201" y="6186"/>
                  </a:cubicBezTo>
                  <a:cubicBezTo>
                    <a:pt x="302" y="6186"/>
                    <a:pt x="402" y="6120"/>
                    <a:pt x="402" y="5987"/>
                  </a:cubicBezTo>
                  <a:lnTo>
                    <a:pt x="402" y="3460"/>
                  </a:lnTo>
                  <a:lnTo>
                    <a:pt x="1271" y="3460"/>
                  </a:lnTo>
                  <a:lnTo>
                    <a:pt x="1271" y="11550"/>
                  </a:lnTo>
                  <a:lnTo>
                    <a:pt x="402" y="11550"/>
                  </a:lnTo>
                  <a:lnTo>
                    <a:pt x="402" y="6777"/>
                  </a:lnTo>
                  <a:cubicBezTo>
                    <a:pt x="402" y="6643"/>
                    <a:pt x="302" y="6576"/>
                    <a:pt x="201" y="6576"/>
                  </a:cubicBezTo>
                  <a:cubicBezTo>
                    <a:pt x="101" y="6576"/>
                    <a:pt x="0" y="6643"/>
                    <a:pt x="0" y="6777"/>
                  </a:cubicBezTo>
                  <a:lnTo>
                    <a:pt x="0" y="11750"/>
                  </a:lnTo>
                  <a:cubicBezTo>
                    <a:pt x="0" y="11815"/>
                    <a:pt x="29" y="11873"/>
                    <a:pt x="84" y="11913"/>
                  </a:cubicBezTo>
                  <a:lnTo>
                    <a:pt x="243" y="13151"/>
                  </a:lnTo>
                  <a:cubicBezTo>
                    <a:pt x="283" y="13448"/>
                    <a:pt x="536" y="13669"/>
                    <a:pt x="837" y="13669"/>
                  </a:cubicBezTo>
                  <a:cubicBezTo>
                    <a:pt x="1134" y="13669"/>
                    <a:pt x="1387" y="13448"/>
                    <a:pt x="1427" y="13151"/>
                  </a:cubicBezTo>
                  <a:lnTo>
                    <a:pt x="1590" y="11909"/>
                  </a:lnTo>
                  <a:cubicBezTo>
                    <a:pt x="1641" y="11873"/>
                    <a:pt x="1670" y="11815"/>
                    <a:pt x="1670" y="11750"/>
                  </a:cubicBezTo>
                  <a:lnTo>
                    <a:pt x="1670" y="3532"/>
                  </a:lnTo>
                  <a:lnTo>
                    <a:pt x="1670" y="837"/>
                  </a:lnTo>
                  <a:cubicBezTo>
                    <a:pt x="1670" y="374"/>
                    <a:pt x="1297" y="1"/>
                    <a:pt x="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7" name="Google Shape;17397;p88"/>
          <p:cNvGrpSpPr/>
          <p:nvPr/>
        </p:nvGrpSpPr>
        <p:grpSpPr>
          <a:xfrm>
            <a:off x="1753768" y="2438513"/>
            <a:ext cx="358839" cy="358419"/>
            <a:chOff x="1753768" y="2438513"/>
            <a:chExt cx="358839" cy="358419"/>
          </a:xfrm>
        </p:grpSpPr>
        <p:sp>
          <p:nvSpPr>
            <p:cNvPr id="17398" name="Google Shape;17398;p88"/>
            <p:cNvSpPr/>
            <p:nvPr/>
          </p:nvSpPr>
          <p:spPr>
            <a:xfrm>
              <a:off x="1873870" y="2524061"/>
              <a:ext cx="55660" cy="62319"/>
            </a:xfrm>
            <a:custGeom>
              <a:rect b="b" l="l" r="r" t="t"/>
              <a:pathLst>
                <a:path extrusionOk="0" h="2377" w="2123">
                  <a:moveTo>
                    <a:pt x="1152" y="1"/>
                  </a:moveTo>
                  <a:lnTo>
                    <a:pt x="316" y="837"/>
                  </a:lnTo>
                  <a:cubicBezTo>
                    <a:pt x="1" y="1152"/>
                    <a:pt x="1" y="1663"/>
                    <a:pt x="316" y="1978"/>
                  </a:cubicBezTo>
                  <a:lnTo>
                    <a:pt x="714" y="2376"/>
                  </a:lnTo>
                  <a:lnTo>
                    <a:pt x="2123" y="971"/>
                  </a:lnTo>
                  <a:lnTo>
                    <a:pt x="1152"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88"/>
            <p:cNvSpPr/>
            <p:nvPr/>
          </p:nvSpPr>
          <p:spPr>
            <a:xfrm>
              <a:off x="1822588" y="2443835"/>
              <a:ext cx="284801" cy="274130"/>
            </a:xfrm>
            <a:custGeom>
              <a:rect b="b" l="l" r="r" t="t"/>
              <a:pathLst>
                <a:path extrusionOk="0" h="10456" w="10863">
                  <a:moveTo>
                    <a:pt x="2366" y="0"/>
                  </a:moveTo>
                  <a:cubicBezTo>
                    <a:pt x="2073" y="0"/>
                    <a:pt x="1786" y="69"/>
                    <a:pt x="1526" y="196"/>
                  </a:cubicBezTo>
                  <a:lnTo>
                    <a:pt x="2830" y="1500"/>
                  </a:lnTo>
                  <a:cubicBezTo>
                    <a:pt x="2895" y="1565"/>
                    <a:pt x="2945" y="1644"/>
                    <a:pt x="2978" y="1731"/>
                  </a:cubicBezTo>
                  <a:cubicBezTo>
                    <a:pt x="3137" y="2159"/>
                    <a:pt x="2822" y="2611"/>
                    <a:pt x="2366" y="2611"/>
                  </a:cubicBezTo>
                  <a:cubicBezTo>
                    <a:pt x="2286" y="2611"/>
                    <a:pt x="2210" y="2597"/>
                    <a:pt x="2138" y="2568"/>
                  </a:cubicBezTo>
                  <a:cubicBezTo>
                    <a:pt x="2051" y="2535"/>
                    <a:pt x="1971" y="2485"/>
                    <a:pt x="1906" y="2419"/>
                  </a:cubicBezTo>
                  <a:lnTo>
                    <a:pt x="602" y="1119"/>
                  </a:lnTo>
                  <a:lnTo>
                    <a:pt x="602" y="1119"/>
                  </a:lnTo>
                  <a:cubicBezTo>
                    <a:pt x="1" y="2365"/>
                    <a:pt x="852" y="3821"/>
                    <a:pt x="2236" y="3908"/>
                  </a:cubicBezTo>
                  <a:lnTo>
                    <a:pt x="2366" y="3919"/>
                  </a:lnTo>
                  <a:cubicBezTo>
                    <a:pt x="2558" y="3919"/>
                    <a:pt x="2750" y="3890"/>
                    <a:pt x="2935" y="3828"/>
                  </a:cubicBezTo>
                  <a:cubicBezTo>
                    <a:pt x="2974" y="3817"/>
                    <a:pt x="3011" y="3807"/>
                    <a:pt x="3047" y="3792"/>
                  </a:cubicBezTo>
                  <a:lnTo>
                    <a:pt x="7071" y="7816"/>
                  </a:lnTo>
                  <a:cubicBezTo>
                    <a:pt x="7056" y="7852"/>
                    <a:pt x="7042" y="7888"/>
                    <a:pt x="7031" y="7924"/>
                  </a:cubicBezTo>
                  <a:cubicBezTo>
                    <a:pt x="6973" y="8109"/>
                    <a:pt x="6940" y="8301"/>
                    <a:pt x="6940" y="8497"/>
                  </a:cubicBezTo>
                  <a:lnTo>
                    <a:pt x="6955" y="8627"/>
                  </a:lnTo>
                  <a:cubicBezTo>
                    <a:pt x="7019" y="9700"/>
                    <a:pt x="7917" y="10456"/>
                    <a:pt x="8898" y="10456"/>
                  </a:cubicBezTo>
                  <a:cubicBezTo>
                    <a:pt x="9179" y="10456"/>
                    <a:pt x="9466" y="10394"/>
                    <a:pt x="9743" y="10260"/>
                  </a:cubicBezTo>
                  <a:lnTo>
                    <a:pt x="8440" y="8960"/>
                  </a:lnTo>
                  <a:cubicBezTo>
                    <a:pt x="8374" y="8895"/>
                    <a:pt x="8324" y="8815"/>
                    <a:pt x="8295" y="8725"/>
                  </a:cubicBezTo>
                  <a:cubicBezTo>
                    <a:pt x="8132" y="8301"/>
                    <a:pt x="8447" y="7845"/>
                    <a:pt x="8900" y="7845"/>
                  </a:cubicBezTo>
                  <a:cubicBezTo>
                    <a:pt x="8979" y="7845"/>
                    <a:pt x="9055" y="7859"/>
                    <a:pt x="9128" y="7892"/>
                  </a:cubicBezTo>
                  <a:cubicBezTo>
                    <a:pt x="9215" y="7921"/>
                    <a:pt x="9294" y="7972"/>
                    <a:pt x="9363" y="8037"/>
                  </a:cubicBezTo>
                  <a:lnTo>
                    <a:pt x="10663" y="9341"/>
                  </a:lnTo>
                  <a:cubicBezTo>
                    <a:pt x="10794" y="9080"/>
                    <a:pt x="10862" y="8794"/>
                    <a:pt x="10862" y="8500"/>
                  </a:cubicBezTo>
                  <a:cubicBezTo>
                    <a:pt x="10859" y="7472"/>
                    <a:pt x="10062" y="6617"/>
                    <a:pt x="9034" y="6552"/>
                  </a:cubicBezTo>
                  <a:lnTo>
                    <a:pt x="8900" y="6537"/>
                  </a:lnTo>
                  <a:cubicBezTo>
                    <a:pt x="8704" y="6541"/>
                    <a:pt x="8516" y="6570"/>
                    <a:pt x="8331" y="6628"/>
                  </a:cubicBezTo>
                  <a:cubicBezTo>
                    <a:pt x="8295" y="6639"/>
                    <a:pt x="8258" y="6653"/>
                    <a:pt x="8222" y="6664"/>
                  </a:cubicBezTo>
                  <a:lnTo>
                    <a:pt x="4202" y="2640"/>
                  </a:lnTo>
                  <a:cubicBezTo>
                    <a:pt x="4213" y="2604"/>
                    <a:pt x="4227" y="2568"/>
                    <a:pt x="4238" y="2532"/>
                  </a:cubicBezTo>
                  <a:cubicBezTo>
                    <a:pt x="4296" y="2347"/>
                    <a:pt x="4325" y="2155"/>
                    <a:pt x="4329" y="1963"/>
                  </a:cubicBezTo>
                  <a:lnTo>
                    <a:pt x="4314" y="1829"/>
                  </a:lnTo>
                  <a:cubicBezTo>
                    <a:pt x="4249" y="801"/>
                    <a:pt x="3394" y="0"/>
                    <a:pt x="236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88"/>
            <p:cNvSpPr/>
            <p:nvPr/>
          </p:nvSpPr>
          <p:spPr>
            <a:xfrm>
              <a:off x="1899511" y="2510192"/>
              <a:ext cx="141601" cy="141522"/>
            </a:xfrm>
            <a:custGeom>
              <a:rect b="b" l="l" r="r" t="t"/>
              <a:pathLst>
                <a:path extrusionOk="0" h="5398" w="5401">
                  <a:moveTo>
                    <a:pt x="1304" y="1"/>
                  </a:moveTo>
                  <a:lnTo>
                    <a:pt x="1" y="1305"/>
                  </a:lnTo>
                  <a:cubicBezTo>
                    <a:pt x="37" y="1290"/>
                    <a:pt x="73" y="1279"/>
                    <a:pt x="109" y="1265"/>
                  </a:cubicBezTo>
                  <a:lnTo>
                    <a:pt x="4133" y="5288"/>
                  </a:lnTo>
                  <a:cubicBezTo>
                    <a:pt x="4122" y="5325"/>
                    <a:pt x="4108" y="5361"/>
                    <a:pt x="4097" y="5397"/>
                  </a:cubicBezTo>
                  <a:lnTo>
                    <a:pt x="5401" y="4097"/>
                  </a:lnTo>
                  <a:lnTo>
                    <a:pt x="5401" y="4097"/>
                  </a:lnTo>
                  <a:cubicBezTo>
                    <a:pt x="5361" y="4108"/>
                    <a:pt x="5324" y="4119"/>
                    <a:pt x="5292" y="4133"/>
                  </a:cubicBezTo>
                  <a:lnTo>
                    <a:pt x="1265" y="109"/>
                  </a:lnTo>
                  <a:cubicBezTo>
                    <a:pt x="1279" y="73"/>
                    <a:pt x="1290" y="37"/>
                    <a:pt x="130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88"/>
            <p:cNvSpPr/>
            <p:nvPr/>
          </p:nvSpPr>
          <p:spPr>
            <a:xfrm>
              <a:off x="1797053" y="2519447"/>
              <a:ext cx="236167" cy="237373"/>
            </a:xfrm>
            <a:custGeom>
              <a:rect b="b" l="l" r="r" t="t"/>
              <a:pathLst>
                <a:path extrusionOk="0" h="9054" w="9008">
                  <a:moveTo>
                    <a:pt x="5846" y="1"/>
                  </a:moveTo>
                  <a:cubicBezTo>
                    <a:pt x="5699" y="1"/>
                    <a:pt x="5553" y="57"/>
                    <a:pt x="5441" y="169"/>
                  </a:cubicBezTo>
                  <a:lnTo>
                    <a:pt x="2742" y="2867"/>
                  </a:lnTo>
                  <a:cubicBezTo>
                    <a:pt x="2463" y="3146"/>
                    <a:pt x="2463" y="3599"/>
                    <a:pt x="2742" y="3882"/>
                  </a:cubicBezTo>
                  <a:lnTo>
                    <a:pt x="2847" y="3983"/>
                  </a:lnTo>
                  <a:lnTo>
                    <a:pt x="1" y="6830"/>
                  </a:lnTo>
                  <a:lnTo>
                    <a:pt x="2228" y="9053"/>
                  </a:lnTo>
                  <a:lnTo>
                    <a:pt x="5071" y="6210"/>
                  </a:lnTo>
                  <a:cubicBezTo>
                    <a:pt x="5212" y="6350"/>
                    <a:pt x="5396" y="6419"/>
                    <a:pt x="5580" y="6419"/>
                  </a:cubicBezTo>
                  <a:cubicBezTo>
                    <a:pt x="5764" y="6419"/>
                    <a:pt x="5948" y="6350"/>
                    <a:pt x="6089" y="6210"/>
                  </a:cubicBezTo>
                  <a:lnTo>
                    <a:pt x="8783" y="3516"/>
                  </a:lnTo>
                  <a:cubicBezTo>
                    <a:pt x="9008" y="3291"/>
                    <a:pt x="9008" y="2925"/>
                    <a:pt x="8783" y="2701"/>
                  </a:cubicBezTo>
                  <a:lnTo>
                    <a:pt x="8758" y="2675"/>
                  </a:lnTo>
                  <a:cubicBezTo>
                    <a:pt x="8646" y="2565"/>
                    <a:pt x="8499" y="2510"/>
                    <a:pt x="8352" y="2510"/>
                  </a:cubicBezTo>
                  <a:cubicBezTo>
                    <a:pt x="8206" y="2510"/>
                    <a:pt x="8059" y="2565"/>
                    <a:pt x="7947" y="2675"/>
                  </a:cubicBezTo>
                  <a:cubicBezTo>
                    <a:pt x="8171" y="2455"/>
                    <a:pt x="8171" y="2092"/>
                    <a:pt x="7947" y="1868"/>
                  </a:cubicBezTo>
                  <a:lnTo>
                    <a:pt x="7921" y="1842"/>
                  </a:lnTo>
                  <a:cubicBezTo>
                    <a:pt x="7809" y="1730"/>
                    <a:pt x="7662" y="1674"/>
                    <a:pt x="7516" y="1674"/>
                  </a:cubicBezTo>
                  <a:cubicBezTo>
                    <a:pt x="7369" y="1674"/>
                    <a:pt x="7222" y="1730"/>
                    <a:pt x="7110" y="1842"/>
                  </a:cubicBezTo>
                  <a:cubicBezTo>
                    <a:pt x="7335" y="1618"/>
                    <a:pt x="7335" y="1256"/>
                    <a:pt x="7110" y="1031"/>
                  </a:cubicBezTo>
                  <a:lnTo>
                    <a:pt x="7085" y="1006"/>
                  </a:lnTo>
                  <a:cubicBezTo>
                    <a:pt x="6974" y="894"/>
                    <a:pt x="6828" y="837"/>
                    <a:pt x="6681" y="837"/>
                  </a:cubicBezTo>
                  <a:cubicBezTo>
                    <a:pt x="6534" y="837"/>
                    <a:pt x="6388" y="894"/>
                    <a:pt x="6277" y="1006"/>
                  </a:cubicBezTo>
                  <a:cubicBezTo>
                    <a:pt x="6498" y="781"/>
                    <a:pt x="6498" y="419"/>
                    <a:pt x="6277" y="195"/>
                  </a:cubicBezTo>
                  <a:lnTo>
                    <a:pt x="6252" y="169"/>
                  </a:lnTo>
                  <a:cubicBezTo>
                    <a:pt x="6140" y="57"/>
                    <a:pt x="5993" y="1"/>
                    <a:pt x="5846"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88"/>
            <p:cNvSpPr/>
            <p:nvPr/>
          </p:nvSpPr>
          <p:spPr>
            <a:xfrm>
              <a:off x="1815012" y="2636377"/>
              <a:ext cx="102563" cy="102589"/>
            </a:xfrm>
            <a:custGeom>
              <a:rect b="b" l="l" r="r" t="t"/>
              <a:pathLst>
                <a:path extrusionOk="0" h="3913" w="3912">
                  <a:moveTo>
                    <a:pt x="1684" y="1"/>
                  </a:moveTo>
                  <a:lnTo>
                    <a:pt x="0" y="1685"/>
                  </a:lnTo>
                  <a:lnTo>
                    <a:pt x="2228" y="3912"/>
                  </a:lnTo>
                  <a:lnTo>
                    <a:pt x="3912" y="2228"/>
                  </a:lnTo>
                  <a:lnTo>
                    <a:pt x="1684"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88"/>
            <p:cNvSpPr/>
            <p:nvPr/>
          </p:nvSpPr>
          <p:spPr>
            <a:xfrm>
              <a:off x="1802191" y="2635144"/>
              <a:ext cx="113863" cy="113967"/>
            </a:xfrm>
            <a:custGeom>
              <a:rect b="b" l="l" r="r" t="t"/>
              <a:pathLst>
                <a:path extrusionOk="0" h="4347" w="4343">
                  <a:moveTo>
                    <a:pt x="1076" y="1"/>
                  </a:moveTo>
                  <a:lnTo>
                    <a:pt x="0" y="1077"/>
                  </a:lnTo>
                  <a:lnTo>
                    <a:pt x="3267" y="4347"/>
                  </a:lnTo>
                  <a:lnTo>
                    <a:pt x="4343" y="3268"/>
                  </a:lnTo>
                  <a:lnTo>
                    <a:pt x="1076"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88"/>
            <p:cNvSpPr/>
            <p:nvPr/>
          </p:nvSpPr>
          <p:spPr>
            <a:xfrm>
              <a:off x="1759562" y="2659264"/>
              <a:ext cx="132372" cy="132398"/>
            </a:xfrm>
            <a:custGeom>
              <a:rect b="b" l="l" r="r" t="t"/>
              <a:pathLst>
                <a:path extrusionOk="0" h="5050" w="5049">
                  <a:moveTo>
                    <a:pt x="1782" y="1"/>
                  </a:moveTo>
                  <a:lnTo>
                    <a:pt x="0" y="1783"/>
                  </a:lnTo>
                  <a:lnTo>
                    <a:pt x="3267" y="5049"/>
                  </a:lnTo>
                  <a:lnTo>
                    <a:pt x="5049" y="3268"/>
                  </a:lnTo>
                  <a:lnTo>
                    <a:pt x="17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88"/>
            <p:cNvSpPr/>
            <p:nvPr/>
          </p:nvSpPr>
          <p:spPr>
            <a:xfrm>
              <a:off x="1759562" y="2686347"/>
              <a:ext cx="105316" cy="105316"/>
            </a:xfrm>
            <a:custGeom>
              <a:rect b="b" l="l" r="r" t="t"/>
              <a:pathLst>
                <a:path extrusionOk="0" h="4017" w="4017">
                  <a:moveTo>
                    <a:pt x="750" y="0"/>
                  </a:moveTo>
                  <a:lnTo>
                    <a:pt x="0" y="750"/>
                  </a:lnTo>
                  <a:lnTo>
                    <a:pt x="3267" y="4016"/>
                  </a:lnTo>
                  <a:lnTo>
                    <a:pt x="4017" y="3267"/>
                  </a:lnTo>
                  <a:lnTo>
                    <a:pt x="75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88"/>
            <p:cNvSpPr/>
            <p:nvPr/>
          </p:nvSpPr>
          <p:spPr>
            <a:xfrm>
              <a:off x="1753768" y="2438513"/>
              <a:ext cx="358839" cy="358419"/>
            </a:xfrm>
            <a:custGeom>
              <a:rect b="b" l="l" r="r" t="t"/>
              <a:pathLst>
                <a:path extrusionOk="0" h="13671" w="13687">
                  <a:moveTo>
                    <a:pt x="5614" y="4230"/>
                  </a:moveTo>
                  <a:lnTo>
                    <a:pt x="5726" y="4339"/>
                  </a:lnTo>
                  <a:lnTo>
                    <a:pt x="5002" y="5063"/>
                  </a:lnTo>
                  <a:cubicBezTo>
                    <a:pt x="4824" y="4853"/>
                    <a:pt x="4813" y="4553"/>
                    <a:pt x="4969" y="4328"/>
                  </a:cubicBezTo>
                  <a:lnTo>
                    <a:pt x="4987" y="4328"/>
                  </a:lnTo>
                  <a:cubicBezTo>
                    <a:pt x="5201" y="4325"/>
                    <a:pt x="5411" y="4292"/>
                    <a:pt x="5614" y="4230"/>
                  </a:cubicBezTo>
                  <a:close/>
                  <a:moveTo>
                    <a:pt x="10510" y="6809"/>
                  </a:moveTo>
                  <a:lnTo>
                    <a:pt x="10706" y="7008"/>
                  </a:lnTo>
                  <a:cubicBezTo>
                    <a:pt x="10743" y="7045"/>
                    <a:pt x="10793" y="7066"/>
                    <a:pt x="10845" y="7066"/>
                  </a:cubicBezTo>
                  <a:cubicBezTo>
                    <a:pt x="10869" y="7066"/>
                    <a:pt x="10893" y="7061"/>
                    <a:pt x="10916" y="7052"/>
                  </a:cubicBezTo>
                  <a:cubicBezTo>
                    <a:pt x="11108" y="6979"/>
                    <a:pt x="11311" y="6940"/>
                    <a:pt x="11517" y="6936"/>
                  </a:cubicBezTo>
                  <a:lnTo>
                    <a:pt x="11640" y="6950"/>
                  </a:lnTo>
                  <a:lnTo>
                    <a:pt x="11644" y="6950"/>
                  </a:lnTo>
                  <a:cubicBezTo>
                    <a:pt x="12568" y="7012"/>
                    <a:pt x="13281" y="7776"/>
                    <a:pt x="13288" y="8700"/>
                  </a:cubicBezTo>
                  <a:cubicBezTo>
                    <a:pt x="13288" y="8863"/>
                    <a:pt x="13263" y="9026"/>
                    <a:pt x="13216" y="9185"/>
                  </a:cubicBezTo>
                  <a:lnTo>
                    <a:pt x="12129" y="8098"/>
                  </a:lnTo>
                  <a:cubicBezTo>
                    <a:pt x="12042" y="8012"/>
                    <a:pt x="11937" y="7943"/>
                    <a:pt x="11821" y="7903"/>
                  </a:cubicBezTo>
                  <a:cubicBezTo>
                    <a:pt x="11727" y="7867"/>
                    <a:pt x="11626" y="7845"/>
                    <a:pt x="11525" y="7845"/>
                  </a:cubicBezTo>
                  <a:cubicBezTo>
                    <a:pt x="10931" y="7845"/>
                    <a:pt x="10521" y="8439"/>
                    <a:pt x="10728" y="8993"/>
                  </a:cubicBezTo>
                  <a:cubicBezTo>
                    <a:pt x="10768" y="9109"/>
                    <a:pt x="10836" y="9218"/>
                    <a:pt x="10923" y="9301"/>
                  </a:cubicBezTo>
                  <a:lnTo>
                    <a:pt x="12006" y="10387"/>
                  </a:lnTo>
                  <a:cubicBezTo>
                    <a:pt x="11850" y="10434"/>
                    <a:pt x="11687" y="10460"/>
                    <a:pt x="11525" y="10460"/>
                  </a:cubicBezTo>
                  <a:cubicBezTo>
                    <a:pt x="10601" y="10453"/>
                    <a:pt x="9840" y="9739"/>
                    <a:pt x="9775" y="8819"/>
                  </a:cubicBezTo>
                  <a:lnTo>
                    <a:pt x="9775" y="8812"/>
                  </a:lnTo>
                  <a:lnTo>
                    <a:pt x="9764" y="8692"/>
                  </a:lnTo>
                  <a:cubicBezTo>
                    <a:pt x="9768" y="8486"/>
                    <a:pt x="9808" y="8283"/>
                    <a:pt x="9880" y="8091"/>
                  </a:cubicBezTo>
                  <a:cubicBezTo>
                    <a:pt x="9909" y="8019"/>
                    <a:pt x="9891" y="7936"/>
                    <a:pt x="9837" y="7881"/>
                  </a:cubicBezTo>
                  <a:lnTo>
                    <a:pt x="9638" y="7682"/>
                  </a:lnTo>
                  <a:lnTo>
                    <a:pt x="10510" y="6809"/>
                  </a:lnTo>
                  <a:close/>
                  <a:moveTo>
                    <a:pt x="2919" y="7783"/>
                  </a:moveTo>
                  <a:lnTo>
                    <a:pt x="3350" y="8214"/>
                  </a:lnTo>
                  <a:lnTo>
                    <a:pt x="5578" y="10442"/>
                  </a:lnTo>
                  <a:lnTo>
                    <a:pt x="5904" y="10768"/>
                  </a:lnTo>
                  <a:lnTo>
                    <a:pt x="5270" y="11401"/>
                  </a:lnTo>
                  <a:lnTo>
                    <a:pt x="2286" y="8417"/>
                  </a:lnTo>
                  <a:lnTo>
                    <a:pt x="2919" y="7783"/>
                  </a:lnTo>
                  <a:close/>
                  <a:moveTo>
                    <a:pt x="4987" y="0"/>
                  </a:moveTo>
                  <a:cubicBezTo>
                    <a:pt x="4669" y="4"/>
                    <a:pt x="4350" y="80"/>
                    <a:pt x="4064" y="221"/>
                  </a:cubicBezTo>
                  <a:cubicBezTo>
                    <a:pt x="3941" y="283"/>
                    <a:pt x="3912" y="446"/>
                    <a:pt x="4009" y="544"/>
                  </a:cubicBezTo>
                  <a:lnTo>
                    <a:pt x="5313" y="1844"/>
                  </a:lnTo>
                  <a:lnTo>
                    <a:pt x="5313" y="1847"/>
                  </a:lnTo>
                  <a:cubicBezTo>
                    <a:pt x="5360" y="1894"/>
                    <a:pt x="5393" y="1949"/>
                    <a:pt x="5418" y="2010"/>
                  </a:cubicBezTo>
                  <a:cubicBezTo>
                    <a:pt x="5476" y="2173"/>
                    <a:pt x="5436" y="2358"/>
                    <a:pt x="5313" y="2485"/>
                  </a:cubicBezTo>
                  <a:cubicBezTo>
                    <a:pt x="5226" y="2568"/>
                    <a:pt x="5110" y="2615"/>
                    <a:pt x="4991" y="2615"/>
                  </a:cubicBezTo>
                  <a:cubicBezTo>
                    <a:pt x="4871" y="2612"/>
                    <a:pt x="4759" y="2568"/>
                    <a:pt x="4672" y="2488"/>
                  </a:cubicBezTo>
                  <a:lnTo>
                    <a:pt x="4669" y="2485"/>
                  </a:lnTo>
                  <a:lnTo>
                    <a:pt x="3365" y="1181"/>
                  </a:lnTo>
                  <a:cubicBezTo>
                    <a:pt x="3325" y="1141"/>
                    <a:pt x="3274" y="1123"/>
                    <a:pt x="3224" y="1123"/>
                  </a:cubicBezTo>
                  <a:cubicBezTo>
                    <a:pt x="3150" y="1123"/>
                    <a:pt x="3077" y="1163"/>
                    <a:pt x="3042" y="1239"/>
                  </a:cubicBezTo>
                  <a:cubicBezTo>
                    <a:pt x="2438" y="2496"/>
                    <a:pt x="3176" y="3988"/>
                    <a:pt x="4542" y="4270"/>
                  </a:cubicBezTo>
                  <a:cubicBezTo>
                    <a:pt x="4386" y="4633"/>
                    <a:pt x="4455" y="5053"/>
                    <a:pt x="4716" y="5346"/>
                  </a:cubicBezTo>
                  <a:lnTo>
                    <a:pt x="4252" y="5810"/>
                  </a:lnTo>
                  <a:cubicBezTo>
                    <a:pt x="3908" y="6154"/>
                    <a:pt x="3894" y="6708"/>
                    <a:pt x="4216" y="7070"/>
                  </a:cubicBezTo>
                  <a:lnTo>
                    <a:pt x="3492" y="7791"/>
                  </a:lnTo>
                  <a:lnTo>
                    <a:pt x="3064" y="7360"/>
                  </a:lnTo>
                  <a:cubicBezTo>
                    <a:pt x="3024" y="7320"/>
                    <a:pt x="2973" y="7300"/>
                    <a:pt x="2922" y="7300"/>
                  </a:cubicBezTo>
                  <a:cubicBezTo>
                    <a:pt x="2870" y="7300"/>
                    <a:pt x="2820" y="7320"/>
                    <a:pt x="2782" y="7360"/>
                  </a:cubicBezTo>
                  <a:lnTo>
                    <a:pt x="1706" y="8435"/>
                  </a:lnTo>
                  <a:lnTo>
                    <a:pt x="80" y="10061"/>
                  </a:lnTo>
                  <a:cubicBezTo>
                    <a:pt x="0" y="10138"/>
                    <a:pt x="0" y="10264"/>
                    <a:pt x="80" y="10344"/>
                  </a:cubicBezTo>
                  <a:lnTo>
                    <a:pt x="1329" y="11593"/>
                  </a:lnTo>
                  <a:cubicBezTo>
                    <a:pt x="1374" y="11639"/>
                    <a:pt x="1423" y="11659"/>
                    <a:pt x="1471" y="11659"/>
                  </a:cubicBezTo>
                  <a:cubicBezTo>
                    <a:pt x="1627" y="11659"/>
                    <a:pt x="1762" y="11455"/>
                    <a:pt x="1612" y="11311"/>
                  </a:cubicBezTo>
                  <a:lnTo>
                    <a:pt x="504" y="10203"/>
                  </a:lnTo>
                  <a:lnTo>
                    <a:pt x="2003" y="8703"/>
                  </a:lnTo>
                  <a:lnTo>
                    <a:pt x="4991" y="11688"/>
                  </a:lnTo>
                  <a:lnTo>
                    <a:pt x="3492" y="13187"/>
                  </a:lnTo>
                  <a:lnTo>
                    <a:pt x="2170" y="11869"/>
                  </a:lnTo>
                  <a:cubicBezTo>
                    <a:pt x="2126" y="11826"/>
                    <a:pt x="2078" y="11808"/>
                    <a:pt x="2031" y="11808"/>
                  </a:cubicBezTo>
                  <a:cubicBezTo>
                    <a:pt x="1877" y="11808"/>
                    <a:pt x="1745" y="12006"/>
                    <a:pt x="1887" y="12151"/>
                  </a:cubicBezTo>
                  <a:lnTo>
                    <a:pt x="3350" y="13611"/>
                  </a:lnTo>
                  <a:cubicBezTo>
                    <a:pt x="3388" y="13651"/>
                    <a:pt x="3439" y="13670"/>
                    <a:pt x="3490" y="13670"/>
                  </a:cubicBezTo>
                  <a:cubicBezTo>
                    <a:pt x="3541" y="13670"/>
                    <a:pt x="3593" y="13651"/>
                    <a:pt x="3633" y="13611"/>
                  </a:cubicBezTo>
                  <a:lnTo>
                    <a:pt x="5255" y="11988"/>
                  </a:lnTo>
                  <a:lnTo>
                    <a:pt x="5259" y="11988"/>
                  </a:lnTo>
                  <a:lnTo>
                    <a:pt x="6335" y="10913"/>
                  </a:lnTo>
                  <a:cubicBezTo>
                    <a:pt x="6411" y="10833"/>
                    <a:pt x="6411" y="10706"/>
                    <a:pt x="6335" y="10626"/>
                  </a:cubicBezTo>
                  <a:lnTo>
                    <a:pt x="6005" y="10300"/>
                  </a:lnTo>
                  <a:lnTo>
                    <a:pt x="6740" y="9565"/>
                  </a:lnTo>
                  <a:cubicBezTo>
                    <a:pt x="6891" y="9662"/>
                    <a:pt x="7063" y="9710"/>
                    <a:pt x="7234" y="9710"/>
                  </a:cubicBezTo>
                  <a:cubicBezTo>
                    <a:pt x="7424" y="9710"/>
                    <a:pt x="7613" y="9651"/>
                    <a:pt x="7772" y="9533"/>
                  </a:cubicBezTo>
                  <a:cubicBezTo>
                    <a:pt x="7944" y="9402"/>
                    <a:pt x="7821" y="9168"/>
                    <a:pt x="7653" y="9168"/>
                  </a:cubicBezTo>
                  <a:cubicBezTo>
                    <a:pt x="7616" y="9168"/>
                    <a:pt x="7576" y="9180"/>
                    <a:pt x="7537" y="9207"/>
                  </a:cubicBezTo>
                  <a:cubicBezTo>
                    <a:pt x="7445" y="9275"/>
                    <a:pt x="7338" y="9308"/>
                    <a:pt x="7231" y="9308"/>
                  </a:cubicBezTo>
                  <a:cubicBezTo>
                    <a:pt x="7099" y="9308"/>
                    <a:pt x="6967" y="9256"/>
                    <a:pt x="6867" y="9156"/>
                  </a:cubicBezTo>
                  <a:cubicBezTo>
                    <a:pt x="6827" y="9116"/>
                    <a:pt x="6776" y="9096"/>
                    <a:pt x="6724" y="9096"/>
                  </a:cubicBezTo>
                  <a:cubicBezTo>
                    <a:pt x="6673" y="9096"/>
                    <a:pt x="6623" y="9116"/>
                    <a:pt x="6584" y="9156"/>
                  </a:cubicBezTo>
                  <a:lnTo>
                    <a:pt x="5723" y="10014"/>
                  </a:lnTo>
                  <a:lnTo>
                    <a:pt x="3781" y="8073"/>
                  </a:lnTo>
                  <a:lnTo>
                    <a:pt x="4640" y="7211"/>
                  </a:lnTo>
                  <a:cubicBezTo>
                    <a:pt x="4719" y="7135"/>
                    <a:pt x="4719" y="7008"/>
                    <a:pt x="4640" y="6929"/>
                  </a:cubicBezTo>
                  <a:lnTo>
                    <a:pt x="4538" y="6827"/>
                  </a:lnTo>
                  <a:cubicBezTo>
                    <a:pt x="4335" y="6624"/>
                    <a:pt x="4335" y="6295"/>
                    <a:pt x="4538" y="6096"/>
                  </a:cubicBezTo>
                  <a:lnTo>
                    <a:pt x="5143" y="5491"/>
                  </a:lnTo>
                  <a:lnTo>
                    <a:pt x="6150" y="4484"/>
                  </a:lnTo>
                  <a:lnTo>
                    <a:pt x="7233" y="3398"/>
                  </a:lnTo>
                  <a:cubicBezTo>
                    <a:pt x="7247" y="3383"/>
                    <a:pt x="7265" y="3365"/>
                    <a:pt x="7287" y="3354"/>
                  </a:cubicBezTo>
                  <a:cubicBezTo>
                    <a:pt x="7351" y="3309"/>
                    <a:pt x="7424" y="3287"/>
                    <a:pt x="7497" y="3287"/>
                  </a:cubicBezTo>
                  <a:cubicBezTo>
                    <a:pt x="7594" y="3287"/>
                    <a:pt x="7689" y="3325"/>
                    <a:pt x="7762" y="3398"/>
                  </a:cubicBezTo>
                  <a:lnTo>
                    <a:pt x="7787" y="3423"/>
                  </a:lnTo>
                  <a:cubicBezTo>
                    <a:pt x="7932" y="3568"/>
                    <a:pt x="7932" y="3803"/>
                    <a:pt x="7787" y="3948"/>
                  </a:cubicBezTo>
                  <a:lnTo>
                    <a:pt x="6592" y="5143"/>
                  </a:lnTo>
                  <a:cubicBezTo>
                    <a:pt x="6452" y="5288"/>
                    <a:pt x="6583" y="5485"/>
                    <a:pt x="6739" y="5485"/>
                  </a:cubicBezTo>
                  <a:cubicBezTo>
                    <a:pt x="6785" y="5485"/>
                    <a:pt x="6834" y="5467"/>
                    <a:pt x="6878" y="5426"/>
                  </a:cubicBezTo>
                  <a:lnTo>
                    <a:pt x="8066" y="4238"/>
                  </a:lnTo>
                  <a:cubicBezTo>
                    <a:pt x="8140" y="4163"/>
                    <a:pt x="8236" y="4126"/>
                    <a:pt x="8332" y="4126"/>
                  </a:cubicBezTo>
                  <a:cubicBezTo>
                    <a:pt x="8427" y="4126"/>
                    <a:pt x="8522" y="4163"/>
                    <a:pt x="8595" y="4238"/>
                  </a:cubicBezTo>
                  <a:lnTo>
                    <a:pt x="8620" y="4263"/>
                  </a:lnTo>
                  <a:cubicBezTo>
                    <a:pt x="8747" y="4390"/>
                    <a:pt x="8765" y="4589"/>
                    <a:pt x="8663" y="4738"/>
                  </a:cubicBezTo>
                  <a:cubicBezTo>
                    <a:pt x="8649" y="4756"/>
                    <a:pt x="8634" y="4774"/>
                    <a:pt x="8620" y="4788"/>
                  </a:cubicBezTo>
                  <a:lnTo>
                    <a:pt x="7428" y="5980"/>
                  </a:lnTo>
                  <a:cubicBezTo>
                    <a:pt x="7289" y="6125"/>
                    <a:pt x="7420" y="6321"/>
                    <a:pt x="7574" y="6321"/>
                  </a:cubicBezTo>
                  <a:cubicBezTo>
                    <a:pt x="7620" y="6321"/>
                    <a:pt x="7668" y="6304"/>
                    <a:pt x="7711" y="6262"/>
                  </a:cubicBezTo>
                  <a:lnTo>
                    <a:pt x="8906" y="5071"/>
                  </a:lnTo>
                  <a:cubicBezTo>
                    <a:pt x="8920" y="5053"/>
                    <a:pt x="8939" y="5038"/>
                    <a:pt x="8957" y="5024"/>
                  </a:cubicBezTo>
                  <a:cubicBezTo>
                    <a:pt x="9021" y="4980"/>
                    <a:pt x="9094" y="4959"/>
                    <a:pt x="9167" y="4959"/>
                  </a:cubicBezTo>
                  <a:cubicBezTo>
                    <a:pt x="9263" y="4959"/>
                    <a:pt x="9359" y="4996"/>
                    <a:pt x="9431" y="5071"/>
                  </a:cubicBezTo>
                  <a:lnTo>
                    <a:pt x="9457" y="5096"/>
                  </a:lnTo>
                  <a:cubicBezTo>
                    <a:pt x="9583" y="5223"/>
                    <a:pt x="9601" y="5422"/>
                    <a:pt x="9500" y="5571"/>
                  </a:cubicBezTo>
                  <a:cubicBezTo>
                    <a:pt x="9489" y="5589"/>
                    <a:pt x="9475" y="5607"/>
                    <a:pt x="9457" y="5621"/>
                  </a:cubicBezTo>
                  <a:lnTo>
                    <a:pt x="8265" y="6816"/>
                  </a:lnTo>
                  <a:cubicBezTo>
                    <a:pt x="8126" y="6961"/>
                    <a:pt x="8256" y="7160"/>
                    <a:pt x="8410" y="7160"/>
                  </a:cubicBezTo>
                  <a:cubicBezTo>
                    <a:pt x="8456" y="7160"/>
                    <a:pt x="8504" y="7142"/>
                    <a:pt x="8547" y="7099"/>
                  </a:cubicBezTo>
                  <a:lnTo>
                    <a:pt x="9739" y="5907"/>
                  </a:lnTo>
                  <a:cubicBezTo>
                    <a:pt x="9757" y="5889"/>
                    <a:pt x="9775" y="5875"/>
                    <a:pt x="9793" y="5864"/>
                  </a:cubicBezTo>
                  <a:cubicBezTo>
                    <a:pt x="9858" y="5818"/>
                    <a:pt x="9933" y="5796"/>
                    <a:pt x="10007" y="5796"/>
                  </a:cubicBezTo>
                  <a:cubicBezTo>
                    <a:pt x="10102" y="5796"/>
                    <a:pt x="10196" y="5832"/>
                    <a:pt x="10268" y="5904"/>
                  </a:cubicBezTo>
                  <a:lnTo>
                    <a:pt x="10293" y="5933"/>
                  </a:lnTo>
                  <a:cubicBezTo>
                    <a:pt x="10438" y="6078"/>
                    <a:pt x="10438" y="6313"/>
                    <a:pt x="10293" y="6458"/>
                  </a:cubicBezTo>
                  <a:lnTo>
                    <a:pt x="8073" y="8678"/>
                  </a:lnTo>
                  <a:cubicBezTo>
                    <a:pt x="7934" y="8823"/>
                    <a:pt x="8065" y="9020"/>
                    <a:pt x="8220" y="9020"/>
                  </a:cubicBezTo>
                  <a:cubicBezTo>
                    <a:pt x="8266" y="9020"/>
                    <a:pt x="8315" y="9002"/>
                    <a:pt x="8359" y="8960"/>
                  </a:cubicBezTo>
                  <a:lnTo>
                    <a:pt x="9351" y="7968"/>
                  </a:lnTo>
                  <a:lnTo>
                    <a:pt x="9460" y="8077"/>
                  </a:lnTo>
                  <a:cubicBezTo>
                    <a:pt x="9399" y="8280"/>
                    <a:pt x="9366" y="8490"/>
                    <a:pt x="9362" y="8703"/>
                  </a:cubicBezTo>
                  <a:lnTo>
                    <a:pt x="9362" y="8721"/>
                  </a:lnTo>
                  <a:lnTo>
                    <a:pt x="9377" y="8852"/>
                  </a:lnTo>
                  <a:cubicBezTo>
                    <a:pt x="9413" y="9395"/>
                    <a:pt x="9652" y="9902"/>
                    <a:pt x="10050" y="10279"/>
                  </a:cubicBezTo>
                  <a:cubicBezTo>
                    <a:pt x="10456" y="10661"/>
                    <a:pt x="10984" y="10862"/>
                    <a:pt x="11520" y="10862"/>
                  </a:cubicBezTo>
                  <a:cubicBezTo>
                    <a:pt x="11836" y="10862"/>
                    <a:pt x="12155" y="10792"/>
                    <a:pt x="12452" y="10648"/>
                  </a:cubicBezTo>
                  <a:cubicBezTo>
                    <a:pt x="12575" y="10590"/>
                    <a:pt x="12604" y="10424"/>
                    <a:pt x="12506" y="10326"/>
                  </a:cubicBezTo>
                  <a:lnTo>
                    <a:pt x="11206" y="9022"/>
                  </a:lnTo>
                  <a:lnTo>
                    <a:pt x="11202" y="9018"/>
                  </a:lnTo>
                  <a:cubicBezTo>
                    <a:pt x="11159" y="8975"/>
                    <a:pt x="11126" y="8924"/>
                    <a:pt x="11104" y="8866"/>
                  </a:cubicBezTo>
                  <a:lnTo>
                    <a:pt x="11104" y="8859"/>
                  </a:lnTo>
                  <a:cubicBezTo>
                    <a:pt x="11039" y="8696"/>
                    <a:pt x="11079" y="8508"/>
                    <a:pt x="11206" y="8381"/>
                  </a:cubicBezTo>
                  <a:cubicBezTo>
                    <a:pt x="11289" y="8298"/>
                    <a:pt x="11401" y="8251"/>
                    <a:pt x="11521" y="8251"/>
                  </a:cubicBezTo>
                  <a:cubicBezTo>
                    <a:pt x="11575" y="8251"/>
                    <a:pt x="11626" y="8258"/>
                    <a:pt x="11673" y="8280"/>
                  </a:cubicBezTo>
                  <a:lnTo>
                    <a:pt x="11677" y="8280"/>
                  </a:lnTo>
                  <a:cubicBezTo>
                    <a:pt x="11738" y="8298"/>
                    <a:pt x="11793" y="8330"/>
                    <a:pt x="11840" y="8377"/>
                  </a:cubicBezTo>
                  <a:lnTo>
                    <a:pt x="11843" y="8381"/>
                  </a:lnTo>
                  <a:lnTo>
                    <a:pt x="13147" y="9681"/>
                  </a:lnTo>
                  <a:cubicBezTo>
                    <a:pt x="13186" y="9721"/>
                    <a:pt x="13237" y="9741"/>
                    <a:pt x="13288" y="9741"/>
                  </a:cubicBezTo>
                  <a:cubicBezTo>
                    <a:pt x="13360" y="9741"/>
                    <a:pt x="13432" y="9701"/>
                    <a:pt x="13466" y="9627"/>
                  </a:cubicBezTo>
                  <a:cubicBezTo>
                    <a:pt x="13611" y="9341"/>
                    <a:pt x="13683" y="9022"/>
                    <a:pt x="13687" y="8703"/>
                  </a:cubicBezTo>
                  <a:cubicBezTo>
                    <a:pt x="13687" y="8153"/>
                    <a:pt x="13477" y="7624"/>
                    <a:pt x="13100" y="7226"/>
                  </a:cubicBezTo>
                  <a:cubicBezTo>
                    <a:pt x="12727" y="6827"/>
                    <a:pt x="12220" y="6588"/>
                    <a:pt x="11677" y="6552"/>
                  </a:cubicBezTo>
                  <a:lnTo>
                    <a:pt x="11543" y="6538"/>
                  </a:lnTo>
                  <a:lnTo>
                    <a:pt x="11525" y="6538"/>
                  </a:lnTo>
                  <a:cubicBezTo>
                    <a:pt x="11314" y="6541"/>
                    <a:pt x="11104" y="6574"/>
                    <a:pt x="10902" y="6635"/>
                  </a:cubicBezTo>
                  <a:lnTo>
                    <a:pt x="10746" y="6483"/>
                  </a:lnTo>
                  <a:cubicBezTo>
                    <a:pt x="10862" y="6193"/>
                    <a:pt x="10797" y="5868"/>
                    <a:pt x="10579" y="5650"/>
                  </a:cubicBezTo>
                  <a:lnTo>
                    <a:pt x="10550" y="5621"/>
                  </a:lnTo>
                  <a:cubicBezTo>
                    <a:pt x="10407" y="5475"/>
                    <a:pt x="10210" y="5396"/>
                    <a:pt x="10006" y="5396"/>
                  </a:cubicBezTo>
                  <a:cubicBezTo>
                    <a:pt x="9993" y="5396"/>
                    <a:pt x="9980" y="5396"/>
                    <a:pt x="9967" y="5397"/>
                  </a:cubicBezTo>
                  <a:cubicBezTo>
                    <a:pt x="9978" y="5176"/>
                    <a:pt x="9895" y="4966"/>
                    <a:pt x="9739" y="4810"/>
                  </a:cubicBezTo>
                  <a:lnTo>
                    <a:pt x="9714" y="4785"/>
                  </a:lnTo>
                  <a:cubicBezTo>
                    <a:pt x="9571" y="4638"/>
                    <a:pt x="9373" y="4559"/>
                    <a:pt x="9170" y="4559"/>
                  </a:cubicBezTo>
                  <a:cubicBezTo>
                    <a:pt x="9157" y="4559"/>
                    <a:pt x="9144" y="4559"/>
                    <a:pt x="9131" y="4560"/>
                  </a:cubicBezTo>
                  <a:cubicBezTo>
                    <a:pt x="9141" y="4339"/>
                    <a:pt x="9058" y="4129"/>
                    <a:pt x="8902" y="3973"/>
                  </a:cubicBezTo>
                  <a:lnTo>
                    <a:pt x="8877" y="3948"/>
                  </a:lnTo>
                  <a:cubicBezTo>
                    <a:pt x="8731" y="3802"/>
                    <a:pt x="8536" y="3722"/>
                    <a:pt x="8333" y="3722"/>
                  </a:cubicBezTo>
                  <a:cubicBezTo>
                    <a:pt x="8320" y="3722"/>
                    <a:pt x="8307" y="3723"/>
                    <a:pt x="8294" y="3723"/>
                  </a:cubicBezTo>
                  <a:cubicBezTo>
                    <a:pt x="8305" y="3503"/>
                    <a:pt x="8221" y="3292"/>
                    <a:pt x="8066" y="3137"/>
                  </a:cubicBezTo>
                  <a:lnTo>
                    <a:pt x="8040" y="3111"/>
                  </a:lnTo>
                  <a:cubicBezTo>
                    <a:pt x="7894" y="2963"/>
                    <a:pt x="7697" y="2885"/>
                    <a:pt x="7497" y="2885"/>
                  </a:cubicBezTo>
                  <a:cubicBezTo>
                    <a:pt x="7399" y="2885"/>
                    <a:pt x="7301" y="2903"/>
                    <a:pt x="7207" y="2941"/>
                  </a:cubicBezTo>
                  <a:lnTo>
                    <a:pt x="7052" y="2789"/>
                  </a:lnTo>
                  <a:cubicBezTo>
                    <a:pt x="7117" y="2590"/>
                    <a:pt x="7149" y="2380"/>
                    <a:pt x="7149" y="2166"/>
                  </a:cubicBezTo>
                  <a:lnTo>
                    <a:pt x="7149" y="2148"/>
                  </a:lnTo>
                  <a:lnTo>
                    <a:pt x="7139" y="2018"/>
                  </a:lnTo>
                  <a:cubicBezTo>
                    <a:pt x="7117" y="1713"/>
                    <a:pt x="7030" y="1413"/>
                    <a:pt x="6885" y="1145"/>
                  </a:cubicBezTo>
                  <a:cubicBezTo>
                    <a:pt x="6845" y="1068"/>
                    <a:pt x="6781" y="1037"/>
                    <a:pt x="6716" y="1037"/>
                  </a:cubicBezTo>
                  <a:cubicBezTo>
                    <a:pt x="6582" y="1037"/>
                    <a:pt x="6448" y="1174"/>
                    <a:pt x="6534" y="1333"/>
                  </a:cubicBezTo>
                  <a:cubicBezTo>
                    <a:pt x="6653" y="1554"/>
                    <a:pt x="6722" y="1797"/>
                    <a:pt x="6740" y="2047"/>
                  </a:cubicBezTo>
                  <a:lnTo>
                    <a:pt x="6740" y="2050"/>
                  </a:lnTo>
                  <a:lnTo>
                    <a:pt x="6751" y="2177"/>
                  </a:lnTo>
                  <a:cubicBezTo>
                    <a:pt x="6747" y="2380"/>
                    <a:pt x="6708" y="2583"/>
                    <a:pt x="6635" y="2775"/>
                  </a:cubicBezTo>
                  <a:cubicBezTo>
                    <a:pt x="6606" y="2847"/>
                    <a:pt x="6624" y="2930"/>
                    <a:pt x="6679" y="2985"/>
                  </a:cubicBezTo>
                  <a:lnTo>
                    <a:pt x="6878" y="3184"/>
                  </a:lnTo>
                  <a:lnTo>
                    <a:pt x="6012" y="4057"/>
                  </a:lnTo>
                  <a:lnTo>
                    <a:pt x="5813" y="3857"/>
                  </a:lnTo>
                  <a:cubicBezTo>
                    <a:pt x="5772" y="3819"/>
                    <a:pt x="5721" y="3799"/>
                    <a:pt x="5669" y="3799"/>
                  </a:cubicBezTo>
                  <a:cubicBezTo>
                    <a:pt x="5647" y="3799"/>
                    <a:pt x="5625" y="3803"/>
                    <a:pt x="5603" y="3810"/>
                  </a:cubicBezTo>
                  <a:cubicBezTo>
                    <a:pt x="5411" y="3886"/>
                    <a:pt x="5205" y="3923"/>
                    <a:pt x="5002" y="3926"/>
                  </a:cubicBezTo>
                  <a:lnTo>
                    <a:pt x="4879" y="3915"/>
                  </a:lnTo>
                  <a:lnTo>
                    <a:pt x="4875" y="3915"/>
                  </a:lnTo>
                  <a:cubicBezTo>
                    <a:pt x="3951" y="3854"/>
                    <a:pt x="3238" y="3090"/>
                    <a:pt x="3231" y="2166"/>
                  </a:cubicBezTo>
                  <a:cubicBezTo>
                    <a:pt x="3231" y="2003"/>
                    <a:pt x="3256" y="1840"/>
                    <a:pt x="3300" y="1681"/>
                  </a:cubicBezTo>
                  <a:lnTo>
                    <a:pt x="4386" y="2767"/>
                  </a:lnTo>
                  <a:cubicBezTo>
                    <a:pt x="4549" y="2923"/>
                    <a:pt x="4766" y="3014"/>
                    <a:pt x="4991" y="3017"/>
                  </a:cubicBezTo>
                  <a:cubicBezTo>
                    <a:pt x="5215" y="3017"/>
                    <a:pt x="5433" y="2930"/>
                    <a:pt x="5592" y="2767"/>
                  </a:cubicBezTo>
                  <a:cubicBezTo>
                    <a:pt x="5828" y="2532"/>
                    <a:pt x="5907" y="2181"/>
                    <a:pt x="5791" y="1869"/>
                  </a:cubicBezTo>
                  <a:lnTo>
                    <a:pt x="5788" y="1858"/>
                  </a:lnTo>
                  <a:cubicBezTo>
                    <a:pt x="5744" y="1746"/>
                    <a:pt x="5675" y="1645"/>
                    <a:pt x="5592" y="1561"/>
                  </a:cubicBezTo>
                  <a:lnTo>
                    <a:pt x="4506" y="475"/>
                  </a:lnTo>
                  <a:cubicBezTo>
                    <a:pt x="4661" y="428"/>
                    <a:pt x="4824" y="402"/>
                    <a:pt x="4987" y="402"/>
                  </a:cubicBezTo>
                  <a:cubicBezTo>
                    <a:pt x="5386" y="402"/>
                    <a:pt x="5770" y="536"/>
                    <a:pt x="6077" y="783"/>
                  </a:cubicBezTo>
                  <a:cubicBezTo>
                    <a:pt x="6120" y="816"/>
                    <a:pt x="6163" y="830"/>
                    <a:pt x="6205" y="830"/>
                  </a:cubicBezTo>
                  <a:cubicBezTo>
                    <a:pt x="6369" y="830"/>
                    <a:pt x="6495" y="604"/>
                    <a:pt x="6327" y="471"/>
                  </a:cubicBezTo>
                  <a:cubicBezTo>
                    <a:pt x="5947" y="167"/>
                    <a:pt x="5476" y="0"/>
                    <a:pt x="4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7" name="Google Shape;17407;p88"/>
          <p:cNvGrpSpPr/>
          <p:nvPr/>
        </p:nvGrpSpPr>
        <p:grpSpPr>
          <a:xfrm>
            <a:off x="2246840" y="1515972"/>
            <a:ext cx="301423" cy="358367"/>
            <a:chOff x="2246840" y="1515972"/>
            <a:chExt cx="301423" cy="358367"/>
          </a:xfrm>
        </p:grpSpPr>
        <p:sp>
          <p:nvSpPr>
            <p:cNvPr id="17408" name="Google Shape;17408;p88"/>
            <p:cNvSpPr/>
            <p:nvPr/>
          </p:nvSpPr>
          <p:spPr>
            <a:xfrm>
              <a:off x="2252057" y="1603512"/>
              <a:ext cx="183496" cy="265583"/>
            </a:xfrm>
            <a:custGeom>
              <a:rect b="b" l="l" r="r" t="t"/>
              <a:pathLst>
                <a:path extrusionOk="0" h="10130" w="6999">
                  <a:moveTo>
                    <a:pt x="1" y="0"/>
                  </a:moveTo>
                  <a:lnTo>
                    <a:pt x="1" y="10130"/>
                  </a:lnTo>
                  <a:lnTo>
                    <a:pt x="6998" y="10130"/>
                  </a:lnTo>
                  <a:lnTo>
                    <a:pt x="6998"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88"/>
            <p:cNvSpPr/>
            <p:nvPr/>
          </p:nvSpPr>
          <p:spPr>
            <a:xfrm>
              <a:off x="2252057" y="1859290"/>
              <a:ext cx="183496" cy="9805"/>
            </a:xfrm>
            <a:custGeom>
              <a:rect b="b" l="l" r="r" t="t"/>
              <a:pathLst>
                <a:path extrusionOk="0" h="374" w="6999">
                  <a:moveTo>
                    <a:pt x="1" y="1"/>
                  </a:moveTo>
                  <a:lnTo>
                    <a:pt x="1" y="374"/>
                  </a:lnTo>
                  <a:lnTo>
                    <a:pt x="6998" y="374"/>
                  </a:lnTo>
                  <a:lnTo>
                    <a:pt x="699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88"/>
            <p:cNvSpPr/>
            <p:nvPr/>
          </p:nvSpPr>
          <p:spPr>
            <a:xfrm>
              <a:off x="2286822" y="1603512"/>
              <a:ext cx="113967" cy="36573"/>
            </a:xfrm>
            <a:custGeom>
              <a:rect b="b" l="l" r="r" t="t"/>
              <a:pathLst>
                <a:path extrusionOk="0" h="1395" w="4347">
                  <a:moveTo>
                    <a:pt x="1" y="0"/>
                  </a:moveTo>
                  <a:lnTo>
                    <a:pt x="1" y="1087"/>
                  </a:lnTo>
                  <a:cubicBezTo>
                    <a:pt x="1" y="1257"/>
                    <a:pt x="138" y="1394"/>
                    <a:pt x="308" y="1394"/>
                  </a:cubicBezTo>
                  <a:lnTo>
                    <a:pt x="4039" y="1394"/>
                  </a:lnTo>
                  <a:cubicBezTo>
                    <a:pt x="4209" y="1394"/>
                    <a:pt x="4343" y="1257"/>
                    <a:pt x="4347" y="1087"/>
                  </a:cubicBezTo>
                  <a:lnTo>
                    <a:pt x="434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88"/>
            <p:cNvSpPr/>
            <p:nvPr/>
          </p:nvSpPr>
          <p:spPr>
            <a:xfrm>
              <a:off x="2269440" y="1621550"/>
              <a:ext cx="148627" cy="222403"/>
            </a:xfrm>
            <a:custGeom>
              <a:rect b="b" l="l" r="r" t="t"/>
              <a:pathLst>
                <a:path extrusionOk="0" h="8483" w="5669">
                  <a:moveTo>
                    <a:pt x="1" y="0"/>
                  </a:moveTo>
                  <a:lnTo>
                    <a:pt x="1" y="8482"/>
                  </a:lnTo>
                  <a:lnTo>
                    <a:pt x="5669" y="8482"/>
                  </a:lnTo>
                  <a:lnTo>
                    <a:pt x="5669"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88"/>
            <p:cNvSpPr/>
            <p:nvPr/>
          </p:nvSpPr>
          <p:spPr>
            <a:xfrm>
              <a:off x="2269440" y="1621550"/>
              <a:ext cx="148732" cy="222403"/>
            </a:xfrm>
            <a:custGeom>
              <a:rect b="b" l="l" r="r" t="t"/>
              <a:pathLst>
                <a:path extrusionOk="0" h="8483" w="5673">
                  <a:moveTo>
                    <a:pt x="1" y="0"/>
                  </a:moveTo>
                  <a:lnTo>
                    <a:pt x="1" y="8482"/>
                  </a:lnTo>
                  <a:lnTo>
                    <a:pt x="5672" y="8482"/>
                  </a:lnTo>
                  <a:lnTo>
                    <a:pt x="5672" y="8033"/>
                  </a:lnTo>
                  <a:lnTo>
                    <a:pt x="367" y="8033"/>
                  </a:lnTo>
                  <a:lnTo>
                    <a:pt x="36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88"/>
            <p:cNvSpPr/>
            <p:nvPr/>
          </p:nvSpPr>
          <p:spPr>
            <a:xfrm>
              <a:off x="2286822" y="1621550"/>
              <a:ext cx="113967" cy="18614"/>
            </a:xfrm>
            <a:custGeom>
              <a:rect b="b" l="l" r="r" t="t"/>
              <a:pathLst>
                <a:path extrusionOk="0" h="710" w="4347">
                  <a:moveTo>
                    <a:pt x="1" y="0"/>
                  </a:moveTo>
                  <a:lnTo>
                    <a:pt x="1" y="402"/>
                  </a:lnTo>
                  <a:cubicBezTo>
                    <a:pt x="1" y="572"/>
                    <a:pt x="138" y="710"/>
                    <a:pt x="308" y="710"/>
                  </a:cubicBezTo>
                  <a:lnTo>
                    <a:pt x="4039" y="710"/>
                  </a:lnTo>
                  <a:cubicBezTo>
                    <a:pt x="4209" y="710"/>
                    <a:pt x="4343" y="572"/>
                    <a:pt x="4347" y="402"/>
                  </a:cubicBezTo>
                  <a:lnTo>
                    <a:pt x="434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88"/>
            <p:cNvSpPr/>
            <p:nvPr/>
          </p:nvSpPr>
          <p:spPr>
            <a:xfrm>
              <a:off x="2295841" y="1567043"/>
              <a:ext cx="95930" cy="64102"/>
            </a:xfrm>
            <a:custGeom>
              <a:rect b="b" l="l" r="r" t="t"/>
              <a:pathLst>
                <a:path extrusionOk="0" h="2445" w="3659">
                  <a:moveTo>
                    <a:pt x="1830" y="0"/>
                  </a:moveTo>
                  <a:cubicBezTo>
                    <a:pt x="1337" y="0"/>
                    <a:pt x="924" y="377"/>
                    <a:pt x="881" y="866"/>
                  </a:cubicBezTo>
                  <a:lnTo>
                    <a:pt x="1" y="866"/>
                  </a:lnTo>
                  <a:lnTo>
                    <a:pt x="1" y="2445"/>
                  </a:lnTo>
                  <a:lnTo>
                    <a:pt x="3659" y="2445"/>
                  </a:lnTo>
                  <a:lnTo>
                    <a:pt x="3659" y="866"/>
                  </a:lnTo>
                  <a:lnTo>
                    <a:pt x="2775" y="866"/>
                  </a:lnTo>
                  <a:cubicBezTo>
                    <a:pt x="2731" y="377"/>
                    <a:pt x="2322" y="0"/>
                    <a:pt x="1830"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88"/>
            <p:cNvSpPr/>
            <p:nvPr/>
          </p:nvSpPr>
          <p:spPr>
            <a:xfrm>
              <a:off x="2295841" y="1617827"/>
              <a:ext cx="95930" cy="13318"/>
            </a:xfrm>
            <a:custGeom>
              <a:rect b="b" l="l" r="r" t="t"/>
              <a:pathLst>
                <a:path extrusionOk="0" h="508" w="3659">
                  <a:moveTo>
                    <a:pt x="1" y="1"/>
                  </a:moveTo>
                  <a:lnTo>
                    <a:pt x="1" y="508"/>
                  </a:lnTo>
                  <a:lnTo>
                    <a:pt x="3659" y="508"/>
                  </a:lnTo>
                  <a:lnTo>
                    <a:pt x="3659"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88"/>
            <p:cNvSpPr/>
            <p:nvPr/>
          </p:nvSpPr>
          <p:spPr>
            <a:xfrm>
              <a:off x="2414055" y="1521215"/>
              <a:ext cx="130773" cy="136331"/>
            </a:xfrm>
            <a:custGeom>
              <a:rect b="b" l="l" r="r" t="t"/>
              <a:pathLst>
                <a:path extrusionOk="0" h="5200" w="4988">
                  <a:moveTo>
                    <a:pt x="2506" y="1"/>
                  </a:moveTo>
                  <a:cubicBezTo>
                    <a:pt x="2473" y="1"/>
                    <a:pt x="2441" y="1"/>
                    <a:pt x="2409" y="3"/>
                  </a:cubicBezTo>
                  <a:cubicBezTo>
                    <a:pt x="1525" y="39"/>
                    <a:pt x="736" y="568"/>
                    <a:pt x="370" y="1372"/>
                  </a:cubicBezTo>
                  <a:cubicBezTo>
                    <a:pt x="1" y="2176"/>
                    <a:pt x="113" y="3121"/>
                    <a:pt x="663" y="3813"/>
                  </a:cubicBezTo>
                  <a:lnTo>
                    <a:pt x="602" y="5200"/>
                  </a:lnTo>
                  <a:lnTo>
                    <a:pt x="1859" y="4613"/>
                  </a:lnTo>
                  <a:cubicBezTo>
                    <a:pt x="2072" y="4674"/>
                    <a:pt x="2289" y="4703"/>
                    <a:pt x="2503" y="4703"/>
                  </a:cubicBezTo>
                  <a:cubicBezTo>
                    <a:pt x="3274" y="4703"/>
                    <a:pt x="4014" y="4324"/>
                    <a:pt x="4459" y="3661"/>
                  </a:cubicBezTo>
                  <a:cubicBezTo>
                    <a:pt x="4952" y="2925"/>
                    <a:pt x="4988" y="1973"/>
                    <a:pt x="4557" y="1201"/>
                  </a:cubicBezTo>
                  <a:cubicBezTo>
                    <a:pt x="4138" y="458"/>
                    <a:pt x="3353" y="1"/>
                    <a:pt x="2506"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88"/>
            <p:cNvSpPr/>
            <p:nvPr/>
          </p:nvSpPr>
          <p:spPr>
            <a:xfrm>
              <a:off x="2293088" y="1724375"/>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88"/>
            <p:cNvSpPr/>
            <p:nvPr/>
          </p:nvSpPr>
          <p:spPr>
            <a:xfrm>
              <a:off x="2293088" y="1744510"/>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88"/>
            <p:cNvSpPr/>
            <p:nvPr/>
          </p:nvSpPr>
          <p:spPr>
            <a:xfrm>
              <a:off x="2293088" y="1764645"/>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88"/>
            <p:cNvSpPr/>
            <p:nvPr/>
          </p:nvSpPr>
          <p:spPr>
            <a:xfrm>
              <a:off x="2293088" y="1784754"/>
              <a:ext cx="101331" cy="10566"/>
            </a:xfrm>
            <a:custGeom>
              <a:rect b="b" l="l" r="r" t="t"/>
              <a:pathLst>
                <a:path extrusionOk="0" h="403" w="3865">
                  <a:moveTo>
                    <a:pt x="269" y="1"/>
                  </a:moveTo>
                  <a:cubicBezTo>
                    <a:pt x="1" y="1"/>
                    <a:pt x="1" y="403"/>
                    <a:pt x="269" y="403"/>
                  </a:cubicBezTo>
                  <a:lnTo>
                    <a:pt x="3601" y="403"/>
                  </a:lnTo>
                  <a:cubicBezTo>
                    <a:pt x="3865" y="403"/>
                    <a:pt x="3865" y="1"/>
                    <a:pt x="3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88"/>
            <p:cNvSpPr/>
            <p:nvPr/>
          </p:nvSpPr>
          <p:spPr>
            <a:xfrm>
              <a:off x="2246840" y="1515972"/>
              <a:ext cx="301423" cy="358367"/>
            </a:xfrm>
            <a:custGeom>
              <a:rect b="b" l="l" r="r" t="t"/>
              <a:pathLst>
                <a:path extrusionOk="0" h="13669" w="11497">
                  <a:moveTo>
                    <a:pt x="3699" y="2122"/>
                  </a:moveTo>
                  <a:cubicBezTo>
                    <a:pt x="4093" y="2122"/>
                    <a:pt x="4419" y="2430"/>
                    <a:pt x="4445" y="2825"/>
                  </a:cubicBezTo>
                  <a:cubicBezTo>
                    <a:pt x="4452" y="2933"/>
                    <a:pt x="4539" y="3013"/>
                    <a:pt x="4644" y="3013"/>
                  </a:cubicBezTo>
                  <a:lnTo>
                    <a:pt x="5325" y="3013"/>
                  </a:lnTo>
                  <a:lnTo>
                    <a:pt x="5325" y="4190"/>
                  </a:lnTo>
                  <a:lnTo>
                    <a:pt x="4963" y="4190"/>
                  </a:lnTo>
                  <a:cubicBezTo>
                    <a:pt x="4698" y="4190"/>
                    <a:pt x="4698" y="4592"/>
                    <a:pt x="4963" y="4592"/>
                  </a:cubicBezTo>
                  <a:lnTo>
                    <a:pt x="5528" y="4592"/>
                  </a:lnTo>
                  <a:cubicBezTo>
                    <a:pt x="5636" y="4592"/>
                    <a:pt x="5727" y="4502"/>
                    <a:pt x="5727" y="4393"/>
                  </a:cubicBezTo>
                  <a:lnTo>
                    <a:pt x="5727" y="4226"/>
                  </a:lnTo>
                  <a:lnTo>
                    <a:pt x="6332" y="4226"/>
                  </a:lnTo>
                  <a:lnTo>
                    <a:pt x="6332" y="12306"/>
                  </a:lnTo>
                  <a:lnTo>
                    <a:pt x="1062" y="12306"/>
                  </a:lnTo>
                  <a:lnTo>
                    <a:pt x="1062" y="4226"/>
                  </a:lnTo>
                  <a:lnTo>
                    <a:pt x="1670" y="4226"/>
                  </a:lnTo>
                  <a:lnTo>
                    <a:pt x="1670" y="4393"/>
                  </a:lnTo>
                  <a:cubicBezTo>
                    <a:pt x="1670" y="4502"/>
                    <a:pt x="1757" y="4592"/>
                    <a:pt x="1870" y="4592"/>
                  </a:cubicBezTo>
                  <a:lnTo>
                    <a:pt x="4177" y="4592"/>
                  </a:lnTo>
                  <a:cubicBezTo>
                    <a:pt x="4441" y="4592"/>
                    <a:pt x="4441" y="4190"/>
                    <a:pt x="4177" y="4190"/>
                  </a:cubicBezTo>
                  <a:lnTo>
                    <a:pt x="2069" y="4190"/>
                  </a:lnTo>
                  <a:lnTo>
                    <a:pt x="2069" y="3013"/>
                  </a:lnTo>
                  <a:lnTo>
                    <a:pt x="2750" y="3013"/>
                  </a:lnTo>
                  <a:cubicBezTo>
                    <a:pt x="2855" y="3013"/>
                    <a:pt x="2945" y="2933"/>
                    <a:pt x="2949" y="2825"/>
                  </a:cubicBezTo>
                  <a:cubicBezTo>
                    <a:pt x="2974" y="2430"/>
                    <a:pt x="3300" y="2122"/>
                    <a:pt x="3699" y="2122"/>
                  </a:cubicBezTo>
                  <a:close/>
                  <a:moveTo>
                    <a:pt x="8884" y="1"/>
                  </a:moveTo>
                  <a:cubicBezTo>
                    <a:pt x="8375" y="1"/>
                    <a:pt x="7867" y="153"/>
                    <a:pt x="7429" y="456"/>
                  </a:cubicBezTo>
                  <a:cubicBezTo>
                    <a:pt x="6567" y="1054"/>
                    <a:pt x="6158" y="2118"/>
                    <a:pt x="6400" y="3140"/>
                  </a:cubicBezTo>
                  <a:lnTo>
                    <a:pt x="5727" y="3140"/>
                  </a:lnTo>
                  <a:lnTo>
                    <a:pt x="5727" y="2814"/>
                  </a:lnTo>
                  <a:cubicBezTo>
                    <a:pt x="5727" y="2705"/>
                    <a:pt x="5636" y="2615"/>
                    <a:pt x="5528" y="2615"/>
                  </a:cubicBezTo>
                  <a:lnTo>
                    <a:pt x="4818" y="2615"/>
                  </a:lnTo>
                  <a:cubicBezTo>
                    <a:pt x="4698" y="2093"/>
                    <a:pt x="4235" y="1724"/>
                    <a:pt x="3699" y="1724"/>
                  </a:cubicBezTo>
                  <a:cubicBezTo>
                    <a:pt x="3163" y="1724"/>
                    <a:pt x="2699" y="2093"/>
                    <a:pt x="2576" y="2615"/>
                  </a:cubicBezTo>
                  <a:lnTo>
                    <a:pt x="1870" y="2615"/>
                  </a:lnTo>
                  <a:cubicBezTo>
                    <a:pt x="1757" y="2615"/>
                    <a:pt x="1667" y="2705"/>
                    <a:pt x="1667" y="2814"/>
                  </a:cubicBezTo>
                  <a:lnTo>
                    <a:pt x="1667" y="3140"/>
                  </a:lnTo>
                  <a:lnTo>
                    <a:pt x="200" y="3140"/>
                  </a:lnTo>
                  <a:cubicBezTo>
                    <a:pt x="88" y="3140"/>
                    <a:pt x="1" y="3230"/>
                    <a:pt x="1" y="3339"/>
                  </a:cubicBezTo>
                  <a:lnTo>
                    <a:pt x="1" y="13469"/>
                  </a:lnTo>
                  <a:cubicBezTo>
                    <a:pt x="1" y="13578"/>
                    <a:pt x="88" y="13668"/>
                    <a:pt x="200" y="13668"/>
                  </a:cubicBezTo>
                  <a:lnTo>
                    <a:pt x="4191" y="13668"/>
                  </a:lnTo>
                  <a:cubicBezTo>
                    <a:pt x="4459" y="13668"/>
                    <a:pt x="4459" y="13270"/>
                    <a:pt x="4191" y="13270"/>
                  </a:cubicBezTo>
                  <a:lnTo>
                    <a:pt x="399" y="13270"/>
                  </a:lnTo>
                  <a:lnTo>
                    <a:pt x="399" y="3542"/>
                  </a:lnTo>
                  <a:lnTo>
                    <a:pt x="1667" y="3542"/>
                  </a:lnTo>
                  <a:lnTo>
                    <a:pt x="1667" y="3824"/>
                  </a:lnTo>
                  <a:lnTo>
                    <a:pt x="863" y="3824"/>
                  </a:lnTo>
                  <a:cubicBezTo>
                    <a:pt x="750" y="3824"/>
                    <a:pt x="664" y="3915"/>
                    <a:pt x="664" y="4027"/>
                  </a:cubicBezTo>
                  <a:lnTo>
                    <a:pt x="664" y="12509"/>
                  </a:lnTo>
                  <a:cubicBezTo>
                    <a:pt x="664" y="12618"/>
                    <a:pt x="750" y="12708"/>
                    <a:pt x="863" y="12708"/>
                  </a:cubicBezTo>
                  <a:lnTo>
                    <a:pt x="6534" y="12708"/>
                  </a:lnTo>
                  <a:cubicBezTo>
                    <a:pt x="6647" y="12708"/>
                    <a:pt x="6734" y="12618"/>
                    <a:pt x="6734" y="12509"/>
                  </a:cubicBezTo>
                  <a:lnTo>
                    <a:pt x="6734" y="4027"/>
                  </a:lnTo>
                  <a:cubicBezTo>
                    <a:pt x="6734" y="3915"/>
                    <a:pt x="6647" y="3824"/>
                    <a:pt x="6534" y="3824"/>
                  </a:cubicBezTo>
                  <a:lnTo>
                    <a:pt x="5730" y="3824"/>
                  </a:lnTo>
                  <a:lnTo>
                    <a:pt x="5730" y="3542"/>
                  </a:lnTo>
                  <a:lnTo>
                    <a:pt x="6531" y="3542"/>
                  </a:lnTo>
                  <a:cubicBezTo>
                    <a:pt x="6614" y="3730"/>
                    <a:pt x="6715" y="3911"/>
                    <a:pt x="6839" y="4078"/>
                  </a:cubicBezTo>
                  <a:lnTo>
                    <a:pt x="6781" y="5393"/>
                  </a:lnTo>
                  <a:cubicBezTo>
                    <a:pt x="6773" y="5508"/>
                    <a:pt x="6864" y="5603"/>
                    <a:pt x="6980" y="5603"/>
                  </a:cubicBezTo>
                  <a:lnTo>
                    <a:pt x="6998" y="5603"/>
                  </a:lnTo>
                  <a:lnTo>
                    <a:pt x="6998" y="13266"/>
                  </a:lnTo>
                  <a:lnTo>
                    <a:pt x="4981" y="13266"/>
                  </a:lnTo>
                  <a:cubicBezTo>
                    <a:pt x="4716" y="13266"/>
                    <a:pt x="4716" y="13668"/>
                    <a:pt x="4981" y="13668"/>
                  </a:cubicBezTo>
                  <a:lnTo>
                    <a:pt x="7197" y="13668"/>
                  </a:lnTo>
                  <a:cubicBezTo>
                    <a:pt x="7306" y="13668"/>
                    <a:pt x="7396" y="13578"/>
                    <a:pt x="7396" y="13469"/>
                  </a:cubicBezTo>
                  <a:lnTo>
                    <a:pt x="7396" y="5425"/>
                  </a:lnTo>
                  <a:lnTo>
                    <a:pt x="8255" y="5023"/>
                  </a:lnTo>
                  <a:cubicBezTo>
                    <a:pt x="8463" y="5074"/>
                    <a:pt x="8674" y="5102"/>
                    <a:pt x="8887" y="5102"/>
                  </a:cubicBezTo>
                  <a:cubicBezTo>
                    <a:pt x="8960" y="5102"/>
                    <a:pt x="9033" y="5098"/>
                    <a:pt x="9106" y="5092"/>
                  </a:cubicBezTo>
                  <a:cubicBezTo>
                    <a:pt x="9362" y="5067"/>
                    <a:pt x="9336" y="4692"/>
                    <a:pt x="9093" y="4692"/>
                  </a:cubicBezTo>
                  <a:cubicBezTo>
                    <a:pt x="9086" y="4692"/>
                    <a:pt x="9078" y="4693"/>
                    <a:pt x="9070" y="4694"/>
                  </a:cubicBezTo>
                  <a:cubicBezTo>
                    <a:pt x="9009" y="4699"/>
                    <a:pt x="8949" y="4701"/>
                    <a:pt x="8889" y="4701"/>
                  </a:cubicBezTo>
                  <a:cubicBezTo>
                    <a:pt x="8688" y="4701"/>
                    <a:pt x="8487" y="4673"/>
                    <a:pt x="8295" y="4617"/>
                  </a:cubicBezTo>
                  <a:cubicBezTo>
                    <a:pt x="8277" y="4613"/>
                    <a:pt x="8259" y="4611"/>
                    <a:pt x="8241" y="4611"/>
                  </a:cubicBezTo>
                  <a:cubicBezTo>
                    <a:pt x="8210" y="4611"/>
                    <a:pt x="8180" y="4617"/>
                    <a:pt x="8153" y="4628"/>
                  </a:cubicBezTo>
                  <a:lnTo>
                    <a:pt x="7194" y="5077"/>
                  </a:lnTo>
                  <a:lnTo>
                    <a:pt x="7241" y="4024"/>
                  </a:lnTo>
                  <a:cubicBezTo>
                    <a:pt x="7244" y="3973"/>
                    <a:pt x="7226" y="3926"/>
                    <a:pt x="7197" y="3890"/>
                  </a:cubicBezTo>
                  <a:cubicBezTo>
                    <a:pt x="7052" y="3708"/>
                    <a:pt x="6940" y="3509"/>
                    <a:pt x="6860" y="3292"/>
                  </a:cubicBezTo>
                  <a:cubicBezTo>
                    <a:pt x="6857" y="3281"/>
                    <a:pt x="6853" y="3267"/>
                    <a:pt x="6849" y="3256"/>
                  </a:cubicBezTo>
                  <a:cubicBezTo>
                    <a:pt x="6571" y="2452"/>
                    <a:pt x="6792" y="1561"/>
                    <a:pt x="7411" y="981"/>
                  </a:cubicBezTo>
                  <a:cubicBezTo>
                    <a:pt x="7819" y="602"/>
                    <a:pt x="8346" y="401"/>
                    <a:pt x="8882" y="401"/>
                  </a:cubicBezTo>
                  <a:cubicBezTo>
                    <a:pt x="9165" y="401"/>
                    <a:pt x="9450" y="457"/>
                    <a:pt x="9721" y="572"/>
                  </a:cubicBezTo>
                  <a:cubicBezTo>
                    <a:pt x="10504" y="902"/>
                    <a:pt x="11018" y="1662"/>
                    <a:pt x="11033" y="2513"/>
                  </a:cubicBezTo>
                  <a:cubicBezTo>
                    <a:pt x="11047" y="3364"/>
                    <a:pt x="10562" y="4143"/>
                    <a:pt x="9790" y="4502"/>
                  </a:cubicBezTo>
                  <a:cubicBezTo>
                    <a:pt x="9595" y="4607"/>
                    <a:pt x="9694" y="4879"/>
                    <a:pt x="9882" y="4879"/>
                  </a:cubicBezTo>
                  <a:cubicBezTo>
                    <a:pt x="9906" y="4879"/>
                    <a:pt x="9933" y="4874"/>
                    <a:pt x="9961" y="4864"/>
                  </a:cubicBezTo>
                  <a:cubicBezTo>
                    <a:pt x="10794" y="4476"/>
                    <a:pt x="11355" y="3665"/>
                    <a:pt x="11427" y="2749"/>
                  </a:cubicBezTo>
                  <a:cubicBezTo>
                    <a:pt x="11496" y="1829"/>
                    <a:pt x="11069" y="941"/>
                    <a:pt x="10301" y="431"/>
                  </a:cubicBezTo>
                  <a:cubicBezTo>
                    <a:pt x="9871" y="144"/>
                    <a:pt x="9377" y="1"/>
                    <a:pt x="88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88"/>
            <p:cNvSpPr/>
            <p:nvPr/>
          </p:nvSpPr>
          <p:spPr>
            <a:xfrm>
              <a:off x="2443497" y="1579916"/>
              <a:ext cx="10461" cy="11536"/>
            </a:xfrm>
            <a:custGeom>
              <a:rect b="b" l="l" r="r" t="t"/>
              <a:pathLst>
                <a:path extrusionOk="0" h="440" w="399">
                  <a:moveTo>
                    <a:pt x="200" y="0"/>
                  </a:moveTo>
                  <a:cubicBezTo>
                    <a:pt x="100" y="0"/>
                    <a:pt x="0" y="67"/>
                    <a:pt x="0" y="201"/>
                  </a:cubicBezTo>
                  <a:lnTo>
                    <a:pt x="0" y="241"/>
                  </a:lnTo>
                  <a:cubicBezTo>
                    <a:pt x="0" y="373"/>
                    <a:pt x="100" y="439"/>
                    <a:pt x="200" y="439"/>
                  </a:cubicBezTo>
                  <a:cubicBezTo>
                    <a:pt x="299" y="439"/>
                    <a:pt x="399" y="373"/>
                    <a:pt x="399" y="241"/>
                  </a:cubicBezTo>
                  <a:lnTo>
                    <a:pt x="399" y="201"/>
                  </a:lnTo>
                  <a:cubicBezTo>
                    <a:pt x="399" y="67"/>
                    <a:pt x="299"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88"/>
            <p:cNvSpPr/>
            <p:nvPr/>
          </p:nvSpPr>
          <p:spPr>
            <a:xfrm>
              <a:off x="2464157" y="1579916"/>
              <a:ext cx="10513" cy="11536"/>
            </a:xfrm>
            <a:custGeom>
              <a:rect b="b" l="l" r="r" t="t"/>
              <a:pathLst>
                <a:path extrusionOk="0" h="440" w="401">
                  <a:moveTo>
                    <a:pt x="201" y="0"/>
                  </a:moveTo>
                  <a:cubicBezTo>
                    <a:pt x="101" y="0"/>
                    <a:pt x="2" y="67"/>
                    <a:pt x="2" y="201"/>
                  </a:cubicBezTo>
                  <a:lnTo>
                    <a:pt x="2" y="241"/>
                  </a:lnTo>
                  <a:cubicBezTo>
                    <a:pt x="0" y="373"/>
                    <a:pt x="100" y="439"/>
                    <a:pt x="200" y="439"/>
                  </a:cubicBezTo>
                  <a:cubicBezTo>
                    <a:pt x="300" y="439"/>
                    <a:pt x="400" y="373"/>
                    <a:pt x="400" y="241"/>
                  </a:cubicBezTo>
                  <a:lnTo>
                    <a:pt x="400" y="201"/>
                  </a:lnTo>
                  <a:cubicBezTo>
                    <a:pt x="400" y="67"/>
                    <a:pt x="301"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88"/>
            <p:cNvSpPr/>
            <p:nvPr/>
          </p:nvSpPr>
          <p:spPr>
            <a:xfrm>
              <a:off x="2484790" y="1579942"/>
              <a:ext cx="10566" cy="11509"/>
            </a:xfrm>
            <a:custGeom>
              <a:rect b="b" l="l" r="r" t="t"/>
              <a:pathLst>
                <a:path extrusionOk="0" h="439" w="403">
                  <a:moveTo>
                    <a:pt x="204" y="1"/>
                  </a:moveTo>
                  <a:cubicBezTo>
                    <a:pt x="91" y="1"/>
                    <a:pt x="1" y="91"/>
                    <a:pt x="1" y="200"/>
                  </a:cubicBezTo>
                  <a:lnTo>
                    <a:pt x="1" y="240"/>
                  </a:lnTo>
                  <a:cubicBezTo>
                    <a:pt x="1" y="372"/>
                    <a:pt x="101" y="438"/>
                    <a:pt x="202" y="438"/>
                  </a:cubicBezTo>
                  <a:cubicBezTo>
                    <a:pt x="302" y="438"/>
                    <a:pt x="403" y="372"/>
                    <a:pt x="403" y="240"/>
                  </a:cubicBezTo>
                  <a:lnTo>
                    <a:pt x="403" y="200"/>
                  </a:lnTo>
                  <a:cubicBezTo>
                    <a:pt x="403" y="91"/>
                    <a:pt x="312"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88"/>
            <p:cNvSpPr/>
            <p:nvPr/>
          </p:nvSpPr>
          <p:spPr>
            <a:xfrm>
              <a:off x="2505502" y="1579916"/>
              <a:ext cx="10566" cy="11536"/>
            </a:xfrm>
            <a:custGeom>
              <a:rect b="b" l="l" r="r" t="t"/>
              <a:pathLst>
                <a:path extrusionOk="0" h="440" w="403">
                  <a:moveTo>
                    <a:pt x="201" y="0"/>
                  </a:moveTo>
                  <a:cubicBezTo>
                    <a:pt x="101" y="0"/>
                    <a:pt x="0" y="67"/>
                    <a:pt x="0" y="201"/>
                  </a:cubicBezTo>
                  <a:lnTo>
                    <a:pt x="0" y="241"/>
                  </a:lnTo>
                  <a:cubicBezTo>
                    <a:pt x="0" y="373"/>
                    <a:pt x="100" y="439"/>
                    <a:pt x="200" y="439"/>
                  </a:cubicBezTo>
                  <a:cubicBezTo>
                    <a:pt x="300" y="439"/>
                    <a:pt x="401" y="373"/>
                    <a:pt x="402" y="241"/>
                  </a:cubicBezTo>
                  <a:lnTo>
                    <a:pt x="402" y="201"/>
                  </a:lnTo>
                  <a:cubicBezTo>
                    <a:pt x="402" y="67"/>
                    <a:pt x="302"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88"/>
            <p:cNvSpPr/>
            <p:nvPr/>
          </p:nvSpPr>
          <p:spPr>
            <a:xfrm>
              <a:off x="2328796" y="1661793"/>
              <a:ext cx="30019" cy="49971"/>
            </a:xfrm>
            <a:custGeom>
              <a:rect b="b" l="l" r="r" t="t"/>
              <a:pathLst>
                <a:path extrusionOk="0" h="1906" w="1145">
                  <a:moveTo>
                    <a:pt x="286" y="1"/>
                  </a:moveTo>
                  <a:cubicBezTo>
                    <a:pt x="18" y="1"/>
                    <a:pt x="18" y="403"/>
                    <a:pt x="286" y="403"/>
                  </a:cubicBezTo>
                  <a:lnTo>
                    <a:pt x="370" y="403"/>
                  </a:lnTo>
                  <a:lnTo>
                    <a:pt x="370" y="1507"/>
                  </a:lnTo>
                  <a:lnTo>
                    <a:pt x="268" y="1507"/>
                  </a:lnTo>
                  <a:cubicBezTo>
                    <a:pt x="0" y="1507"/>
                    <a:pt x="0" y="1906"/>
                    <a:pt x="268" y="1906"/>
                  </a:cubicBezTo>
                  <a:lnTo>
                    <a:pt x="877" y="1906"/>
                  </a:lnTo>
                  <a:cubicBezTo>
                    <a:pt x="1145" y="1906"/>
                    <a:pt x="1145" y="1507"/>
                    <a:pt x="877" y="1507"/>
                  </a:cubicBezTo>
                  <a:lnTo>
                    <a:pt x="768" y="1507"/>
                  </a:lnTo>
                  <a:lnTo>
                    <a:pt x="768" y="200"/>
                  </a:lnTo>
                  <a:cubicBezTo>
                    <a:pt x="768" y="91"/>
                    <a:pt x="681" y="1"/>
                    <a:pt x="5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88"/>
            <p:cNvSpPr/>
            <p:nvPr/>
          </p:nvSpPr>
          <p:spPr>
            <a:xfrm>
              <a:off x="2334013" y="1644097"/>
              <a:ext cx="17487" cy="15075"/>
            </a:xfrm>
            <a:custGeom>
              <a:rect b="b" l="l" r="r" t="t"/>
              <a:pathLst>
                <a:path extrusionOk="0" h="575" w="667">
                  <a:moveTo>
                    <a:pt x="285" y="0"/>
                  </a:moveTo>
                  <a:cubicBezTo>
                    <a:pt x="139" y="0"/>
                    <a:pt x="1" y="115"/>
                    <a:pt x="1" y="288"/>
                  </a:cubicBezTo>
                  <a:cubicBezTo>
                    <a:pt x="1" y="444"/>
                    <a:pt x="127" y="574"/>
                    <a:pt x="283" y="574"/>
                  </a:cubicBezTo>
                  <a:cubicBezTo>
                    <a:pt x="540" y="574"/>
                    <a:pt x="667" y="266"/>
                    <a:pt x="486" y="85"/>
                  </a:cubicBezTo>
                  <a:cubicBezTo>
                    <a:pt x="427" y="27"/>
                    <a:pt x="355"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8" name="Google Shape;17428;p88"/>
          <p:cNvGrpSpPr/>
          <p:nvPr/>
        </p:nvGrpSpPr>
        <p:grpSpPr>
          <a:xfrm>
            <a:off x="2703575" y="4286506"/>
            <a:ext cx="339097" cy="358446"/>
            <a:chOff x="2703575" y="4286506"/>
            <a:chExt cx="339097" cy="358446"/>
          </a:xfrm>
        </p:grpSpPr>
        <p:sp>
          <p:nvSpPr>
            <p:cNvPr id="17429" name="Google Shape;17429;p88"/>
            <p:cNvSpPr/>
            <p:nvPr/>
          </p:nvSpPr>
          <p:spPr>
            <a:xfrm>
              <a:off x="2706616" y="4291828"/>
              <a:ext cx="163990" cy="170991"/>
            </a:xfrm>
            <a:custGeom>
              <a:rect b="b" l="l" r="r" t="t"/>
              <a:pathLst>
                <a:path extrusionOk="0" h="6522" w="6255">
                  <a:moveTo>
                    <a:pt x="3118" y="0"/>
                  </a:moveTo>
                  <a:cubicBezTo>
                    <a:pt x="2054" y="0"/>
                    <a:pt x="1068" y="573"/>
                    <a:pt x="543" y="1509"/>
                  </a:cubicBezTo>
                  <a:cubicBezTo>
                    <a:pt x="0" y="2476"/>
                    <a:pt x="47" y="3664"/>
                    <a:pt x="663" y="4588"/>
                  </a:cubicBezTo>
                  <a:cubicBezTo>
                    <a:pt x="1221" y="5420"/>
                    <a:pt x="2146" y="5896"/>
                    <a:pt x="3112" y="5896"/>
                  </a:cubicBezTo>
                  <a:cubicBezTo>
                    <a:pt x="3382" y="5896"/>
                    <a:pt x="3654" y="5859"/>
                    <a:pt x="3922" y="5783"/>
                  </a:cubicBezTo>
                  <a:lnTo>
                    <a:pt x="5502" y="6522"/>
                  </a:lnTo>
                  <a:lnTo>
                    <a:pt x="5425" y="4780"/>
                  </a:lnTo>
                  <a:cubicBezTo>
                    <a:pt x="6114" y="3910"/>
                    <a:pt x="6255" y="2730"/>
                    <a:pt x="5791" y="1719"/>
                  </a:cubicBezTo>
                  <a:cubicBezTo>
                    <a:pt x="5331" y="712"/>
                    <a:pt x="4343" y="50"/>
                    <a:pt x="3234" y="3"/>
                  </a:cubicBezTo>
                  <a:cubicBezTo>
                    <a:pt x="3195" y="1"/>
                    <a:pt x="3157" y="0"/>
                    <a:pt x="311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88"/>
            <p:cNvSpPr/>
            <p:nvPr/>
          </p:nvSpPr>
          <p:spPr>
            <a:xfrm>
              <a:off x="2750583" y="4355222"/>
              <a:ext cx="286872" cy="284460"/>
            </a:xfrm>
            <a:custGeom>
              <a:rect b="b" l="l" r="r" t="t"/>
              <a:pathLst>
                <a:path extrusionOk="0" h="10850" w="10942">
                  <a:moveTo>
                    <a:pt x="7829" y="1"/>
                  </a:moveTo>
                  <a:cubicBezTo>
                    <a:pt x="7743" y="1"/>
                    <a:pt x="7658" y="4"/>
                    <a:pt x="7573" y="11"/>
                  </a:cubicBezTo>
                  <a:cubicBezTo>
                    <a:pt x="6142" y="127"/>
                    <a:pt x="4824" y="1467"/>
                    <a:pt x="4737" y="2901"/>
                  </a:cubicBezTo>
                  <a:cubicBezTo>
                    <a:pt x="4705" y="3419"/>
                    <a:pt x="4802" y="3941"/>
                    <a:pt x="5027" y="4411"/>
                  </a:cubicBezTo>
                  <a:lnTo>
                    <a:pt x="456" y="8337"/>
                  </a:lnTo>
                  <a:cubicBezTo>
                    <a:pt x="29" y="8707"/>
                    <a:pt x="0" y="9362"/>
                    <a:pt x="398" y="9768"/>
                  </a:cubicBezTo>
                  <a:lnTo>
                    <a:pt x="1170" y="10558"/>
                  </a:lnTo>
                  <a:cubicBezTo>
                    <a:pt x="1363" y="10752"/>
                    <a:pt x="1616" y="10850"/>
                    <a:pt x="1869" y="10850"/>
                  </a:cubicBezTo>
                  <a:cubicBezTo>
                    <a:pt x="2143" y="10850"/>
                    <a:pt x="2416" y="10736"/>
                    <a:pt x="2611" y="10510"/>
                  </a:cubicBezTo>
                  <a:lnTo>
                    <a:pt x="6566" y="5925"/>
                  </a:lnTo>
                  <a:cubicBezTo>
                    <a:pt x="6965" y="6104"/>
                    <a:pt x="7394" y="6196"/>
                    <a:pt x="7827" y="6196"/>
                  </a:cubicBezTo>
                  <a:cubicBezTo>
                    <a:pt x="7893" y="6196"/>
                    <a:pt x="7959" y="6194"/>
                    <a:pt x="8026" y="6190"/>
                  </a:cubicBezTo>
                  <a:cubicBezTo>
                    <a:pt x="9471" y="6099"/>
                    <a:pt x="10811" y="4770"/>
                    <a:pt x="10916" y="3332"/>
                  </a:cubicBezTo>
                  <a:cubicBezTo>
                    <a:pt x="10941" y="2999"/>
                    <a:pt x="10912" y="2669"/>
                    <a:pt x="10833" y="2347"/>
                  </a:cubicBezTo>
                  <a:cubicBezTo>
                    <a:pt x="10798" y="2207"/>
                    <a:pt x="10674" y="2125"/>
                    <a:pt x="10546" y="2125"/>
                  </a:cubicBezTo>
                  <a:cubicBezTo>
                    <a:pt x="10474" y="2125"/>
                    <a:pt x="10399" y="2151"/>
                    <a:pt x="10340" y="2209"/>
                  </a:cubicBezTo>
                  <a:lnTo>
                    <a:pt x="9036" y="3517"/>
                  </a:lnTo>
                  <a:cubicBezTo>
                    <a:pt x="8890" y="3662"/>
                    <a:pt x="8698" y="3734"/>
                    <a:pt x="8508" y="3734"/>
                  </a:cubicBezTo>
                  <a:cubicBezTo>
                    <a:pt x="8317" y="3734"/>
                    <a:pt x="8127" y="3662"/>
                    <a:pt x="7982" y="3517"/>
                  </a:cubicBezTo>
                  <a:lnTo>
                    <a:pt x="7385" y="2916"/>
                  </a:lnTo>
                  <a:cubicBezTo>
                    <a:pt x="7095" y="2626"/>
                    <a:pt x="7095" y="2155"/>
                    <a:pt x="7385" y="1865"/>
                  </a:cubicBezTo>
                  <a:lnTo>
                    <a:pt x="8674" y="576"/>
                  </a:lnTo>
                  <a:cubicBezTo>
                    <a:pt x="8837" y="413"/>
                    <a:pt x="8757" y="134"/>
                    <a:pt x="8536" y="84"/>
                  </a:cubicBezTo>
                  <a:cubicBezTo>
                    <a:pt x="8304" y="28"/>
                    <a:pt x="8067" y="1"/>
                    <a:pt x="7829"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88"/>
            <p:cNvSpPr/>
            <p:nvPr/>
          </p:nvSpPr>
          <p:spPr>
            <a:xfrm>
              <a:off x="2750583" y="4563153"/>
              <a:ext cx="79203" cy="76581"/>
            </a:xfrm>
            <a:custGeom>
              <a:rect b="b" l="l" r="r" t="t"/>
              <a:pathLst>
                <a:path extrusionOk="0" h="2921" w="3021">
                  <a:moveTo>
                    <a:pt x="931" y="1"/>
                  </a:moveTo>
                  <a:lnTo>
                    <a:pt x="456" y="410"/>
                  </a:lnTo>
                  <a:cubicBezTo>
                    <a:pt x="29" y="779"/>
                    <a:pt x="0" y="1435"/>
                    <a:pt x="398" y="1837"/>
                  </a:cubicBezTo>
                  <a:lnTo>
                    <a:pt x="1170" y="2627"/>
                  </a:lnTo>
                  <a:cubicBezTo>
                    <a:pt x="1363" y="2823"/>
                    <a:pt x="1616" y="2920"/>
                    <a:pt x="1869" y="2920"/>
                  </a:cubicBezTo>
                  <a:cubicBezTo>
                    <a:pt x="2143" y="2920"/>
                    <a:pt x="2416" y="2807"/>
                    <a:pt x="2611" y="2583"/>
                  </a:cubicBezTo>
                  <a:lnTo>
                    <a:pt x="3021" y="2101"/>
                  </a:lnTo>
                  <a:lnTo>
                    <a:pt x="3021" y="2101"/>
                  </a:lnTo>
                  <a:cubicBezTo>
                    <a:pt x="2879" y="2174"/>
                    <a:pt x="2727" y="2209"/>
                    <a:pt x="2577" y="2209"/>
                  </a:cubicBezTo>
                  <a:cubicBezTo>
                    <a:pt x="2321" y="2209"/>
                    <a:pt x="2069" y="2108"/>
                    <a:pt x="1880" y="1917"/>
                  </a:cubicBezTo>
                  <a:lnTo>
                    <a:pt x="1105" y="1127"/>
                  </a:lnTo>
                  <a:cubicBezTo>
                    <a:pt x="811" y="830"/>
                    <a:pt x="742" y="377"/>
                    <a:pt x="93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88"/>
            <p:cNvSpPr/>
            <p:nvPr/>
          </p:nvSpPr>
          <p:spPr>
            <a:xfrm>
              <a:off x="2918821" y="4404118"/>
              <a:ext cx="68690" cy="65989"/>
            </a:xfrm>
            <a:custGeom>
              <a:rect b="b" l="l" r="r" t="t"/>
              <a:pathLst>
                <a:path extrusionOk="0" h="2517" w="2620">
                  <a:moveTo>
                    <a:pt x="968" y="0"/>
                  </a:moveTo>
                  <a:cubicBezTo>
                    <a:pt x="965" y="3"/>
                    <a:pt x="963" y="5"/>
                    <a:pt x="961" y="7"/>
                  </a:cubicBezTo>
                  <a:lnTo>
                    <a:pt x="961" y="7"/>
                  </a:lnTo>
                  <a:lnTo>
                    <a:pt x="968" y="0"/>
                  </a:lnTo>
                  <a:close/>
                  <a:moveTo>
                    <a:pt x="961" y="7"/>
                  </a:moveTo>
                  <a:lnTo>
                    <a:pt x="410" y="558"/>
                  </a:lnTo>
                  <a:cubicBezTo>
                    <a:pt x="1" y="967"/>
                    <a:pt x="1" y="1627"/>
                    <a:pt x="410" y="2032"/>
                  </a:cubicBezTo>
                  <a:lnTo>
                    <a:pt x="587" y="2210"/>
                  </a:lnTo>
                  <a:cubicBezTo>
                    <a:pt x="790" y="2414"/>
                    <a:pt x="1056" y="2517"/>
                    <a:pt x="1323" y="2517"/>
                  </a:cubicBezTo>
                  <a:cubicBezTo>
                    <a:pt x="1589" y="2517"/>
                    <a:pt x="1855" y="2414"/>
                    <a:pt x="2058" y="2210"/>
                  </a:cubicBezTo>
                  <a:lnTo>
                    <a:pt x="2619" y="1652"/>
                  </a:lnTo>
                  <a:lnTo>
                    <a:pt x="2619" y="1652"/>
                  </a:lnTo>
                  <a:cubicBezTo>
                    <a:pt x="2473" y="1797"/>
                    <a:pt x="2281" y="1869"/>
                    <a:pt x="2091" y="1869"/>
                  </a:cubicBezTo>
                  <a:cubicBezTo>
                    <a:pt x="1900" y="1869"/>
                    <a:pt x="1710" y="1797"/>
                    <a:pt x="1565" y="1652"/>
                  </a:cubicBezTo>
                  <a:lnTo>
                    <a:pt x="968" y="1051"/>
                  </a:lnTo>
                  <a:cubicBezTo>
                    <a:pt x="677" y="763"/>
                    <a:pt x="674" y="297"/>
                    <a:pt x="961" y="7"/>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88"/>
            <p:cNvSpPr/>
            <p:nvPr/>
          </p:nvSpPr>
          <p:spPr>
            <a:xfrm>
              <a:off x="2703575" y="4286506"/>
              <a:ext cx="184991" cy="181582"/>
            </a:xfrm>
            <a:custGeom>
              <a:rect b="b" l="l" r="r" t="t"/>
              <a:pathLst>
                <a:path extrusionOk="0" h="6926" w="7056">
                  <a:moveTo>
                    <a:pt x="3224" y="1"/>
                  </a:moveTo>
                  <a:cubicBezTo>
                    <a:pt x="1496" y="1"/>
                    <a:pt x="1" y="1444"/>
                    <a:pt x="84" y="3295"/>
                  </a:cubicBezTo>
                  <a:cubicBezTo>
                    <a:pt x="89" y="3423"/>
                    <a:pt x="185" y="3484"/>
                    <a:pt x="282" y="3484"/>
                  </a:cubicBezTo>
                  <a:cubicBezTo>
                    <a:pt x="386" y="3484"/>
                    <a:pt x="491" y="3413"/>
                    <a:pt x="486" y="3277"/>
                  </a:cubicBezTo>
                  <a:cubicBezTo>
                    <a:pt x="412" y="1661"/>
                    <a:pt x="1720" y="403"/>
                    <a:pt x="3224" y="403"/>
                  </a:cubicBezTo>
                  <a:cubicBezTo>
                    <a:pt x="3503" y="403"/>
                    <a:pt x="3789" y="446"/>
                    <a:pt x="4075" y="539"/>
                  </a:cubicBezTo>
                  <a:cubicBezTo>
                    <a:pt x="5900" y="1129"/>
                    <a:pt x="6574" y="3356"/>
                    <a:pt x="5382" y="4859"/>
                  </a:cubicBezTo>
                  <a:cubicBezTo>
                    <a:pt x="5353" y="4896"/>
                    <a:pt x="5335" y="4946"/>
                    <a:pt x="5339" y="4993"/>
                  </a:cubicBezTo>
                  <a:lnTo>
                    <a:pt x="5404" y="6402"/>
                  </a:lnTo>
                  <a:lnTo>
                    <a:pt x="5404" y="6402"/>
                  </a:lnTo>
                  <a:lnTo>
                    <a:pt x="4122" y="5805"/>
                  </a:lnTo>
                  <a:cubicBezTo>
                    <a:pt x="4095" y="5793"/>
                    <a:pt x="4065" y="5788"/>
                    <a:pt x="4035" y="5788"/>
                  </a:cubicBezTo>
                  <a:cubicBezTo>
                    <a:pt x="4018" y="5788"/>
                    <a:pt x="4000" y="5790"/>
                    <a:pt x="3984" y="5794"/>
                  </a:cubicBezTo>
                  <a:cubicBezTo>
                    <a:pt x="3732" y="5866"/>
                    <a:pt x="3477" y="5900"/>
                    <a:pt x="3227" y="5900"/>
                  </a:cubicBezTo>
                  <a:cubicBezTo>
                    <a:pt x="2069" y="5900"/>
                    <a:pt x="997" y="5164"/>
                    <a:pt x="616" y="4012"/>
                  </a:cubicBezTo>
                  <a:cubicBezTo>
                    <a:pt x="584" y="3914"/>
                    <a:pt x="508" y="3873"/>
                    <a:pt x="431" y="3873"/>
                  </a:cubicBezTo>
                  <a:cubicBezTo>
                    <a:pt x="309" y="3873"/>
                    <a:pt x="184" y="3979"/>
                    <a:pt x="236" y="4135"/>
                  </a:cubicBezTo>
                  <a:cubicBezTo>
                    <a:pt x="671" y="5454"/>
                    <a:pt x="1898" y="6301"/>
                    <a:pt x="3228" y="6301"/>
                  </a:cubicBezTo>
                  <a:cubicBezTo>
                    <a:pt x="3490" y="6301"/>
                    <a:pt x="3756" y="6268"/>
                    <a:pt x="4020" y="6199"/>
                  </a:cubicBezTo>
                  <a:lnTo>
                    <a:pt x="5534" y="6906"/>
                  </a:lnTo>
                  <a:cubicBezTo>
                    <a:pt x="5563" y="6919"/>
                    <a:pt x="5592" y="6925"/>
                    <a:pt x="5620" y="6925"/>
                  </a:cubicBezTo>
                  <a:cubicBezTo>
                    <a:pt x="5729" y="6925"/>
                    <a:pt x="5826" y="6834"/>
                    <a:pt x="5820" y="6714"/>
                  </a:cubicBezTo>
                  <a:lnTo>
                    <a:pt x="5744" y="5048"/>
                  </a:lnTo>
                  <a:cubicBezTo>
                    <a:pt x="7055" y="3306"/>
                    <a:pt x="6244" y="792"/>
                    <a:pt x="4162" y="144"/>
                  </a:cubicBezTo>
                  <a:cubicBezTo>
                    <a:pt x="3847" y="46"/>
                    <a:pt x="3532" y="1"/>
                    <a:pt x="32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88"/>
            <p:cNvSpPr/>
            <p:nvPr/>
          </p:nvSpPr>
          <p:spPr>
            <a:xfrm>
              <a:off x="2732729" y="4306012"/>
              <a:ext cx="117087" cy="121492"/>
            </a:xfrm>
            <a:custGeom>
              <a:rect b="b" l="l" r="r" t="t"/>
              <a:pathLst>
                <a:path extrusionOk="0" h="4634" w="4466">
                  <a:moveTo>
                    <a:pt x="2748" y="1"/>
                  </a:moveTo>
                  <a:cubicBezTo>
                    <a:pt x="2611" y="1"/>
                    <a:pt x="2475" y="148"/>
                    <a:pt x="2568" y="305"/>
                  </a:cubicBezTo>
                  <a:lnTo>
                    <a:pt x="2669" y="476"/>
                  </a:lnTo>
                  <a:cubicBezTo>
                    <a:pt x="2481" y="424"/>
                    <a:pt x="2294" y="400"/>
                    <a:pt x="2110" y="400"/>
                  </a:cubicBezTo>
                  <a:cubicBezTo>
                    <a:pt x="982" y="400"/>
                    <a:pt x="7" y="1315"/>
                    <a:pt x="7" y="2511"/>
                  </a:cubicBezTo>
                  <a:lnTo>
                    <a:pt x="7" y="2515"/>
                  </a:lnTo>
                  <a:cubicBezTo>
                    <a:pt x="1" y="3694"/>
                    <a:pt x="962" y="4634"/>
                    <a:pt x="2111" y="4634"/>
                  </a:cubicBezTo>
                  <a:cubicBezTo>
                    <a:pt x="2194" y="4634"/>
                    <a:pt x="2277" y="4629"/>
                    <a:pt x="2361" y="4619"/>
                  </a:cubicBezTo>
                  <a:cubicBezTo>
                    <a:pt x="3618" y="4474"/>
                    <a:pt x="4466" y="3261"/>
                    <a:pt x="4172" y="2029"/>
                  </a:cubicBezTo>
                  <a:cubicBezTo>
                    <a:pt x="4148" y="1921"/>
                    <a:pt x="4065" y="1873"/>
                    <a:pt x="3981" y="1873"/>
                  </a:cubicBezTo>
                  <a:cubicBezTo>
                    <a:pt x="3863" y="1873"/>
                    <a:pt x="3743" y="1967"/>
                    <a:pt x="3781" y="2120"/>
                  </a:cubicBezTo>
                  <a:cubicBezTo>
                    <a:pt x="3955" y="2866"/>
                    <a:pt x="3615" y="3637"/>
                    <a:pt x="2945" y="4007"/>
                  </a:cubicBezTo>
                  <a:cubicBezTo>
                    <a:pt x="2685" y="4152"/>
                    <a:pt x="2400" y="4223"/>
                    <a:pt x="2117" y="4223"/>
                  </a:cubicBezTo>
                  <a:cubicBezTo>
                    <a:pt x="1672" y="4223"/>
                    <a:pt x="1233" y="4049"/>
                    <a:pt x="906" y="3717"/>
                  </a:cubicBezTo>
                  <a:cubicBezTo>
                    <a:pt x="366" y="3174"/>
                    <a:pt x="254" y="2337"/>
                    <a:pt x="627" y="1671"/>
                  </a:cubicBezTo>
                  <a:cubicBezTo>
                    <a:pt x="935" y="1126"/>
                    <a:pt x="1507" y="803"/>
                    <a:pt x="2114" y="803"/>
                  </a:cubicBezTo>
                  <a:cubicBezTo>
                    <a:pt x="2249" y="803"/>
                    <a:pt x="2385" y="819"/>
                    <a:pt x="2521" y="852"/>
                  </a:cubicBezTo>
                  <a:lnTo>
                    <a:pt x="2304" y="899"/>
                  </a:lnTo>
                  <a:cubicBezTo>
                    <a:pt x="2062" y="956"/>
                    <a:pt x="2122" y="1297"/>
                    <a:pt x="2340" y="1297"/>
                  </a:cubicBezTo>
                  <a:cubicBezTo>
                    <a:pt x="2357" y="1297"/>
                    <a:pt x="2375" y="1295"/>
                    <a:pt x="2394" y="1290"/>
                  </a:cubicBezTo>
                  <a:lnTo>
                    <a:pt x="3202" y="1106"/>
                  </a:lnTo>
                  <a:cubicBezTo>
                    <a:pt x="3332" y="1073"/>
                    <a:pt x="3397" y="925"/>
                    <a:pt x="3328" y="809"/>
                  </a:cubicBezTo>
                  <a:lnTo>
                    <a:pt x="2916" y="103"/>
                  </a:lnTo>
                  <a:cubicBezTo>
                    <a:pt x="2873" y="31"/>
                    <a:pt x="2810" y="1"/>
                    <a:pt x="274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88"/>
            <p:cNvSpPr/>
            <p:nvPr/>
          </p:nvSpPr>
          <p:spPr>
            <a:xfrm>
              <a:off x="2759602" y="4349428"/>
              <a:ext cx="36469" cy="44360"/>
            </a:xfrm>
            <a:custGeom>
              <a:rect b="b" l="l" r="r" t="t"/>
              <a:pathLst>
                <a:path extrusionOk="0" h="1692" w="1391">
                  <a:moveTo>
                    <a:pt x="620" y="0"/>
                  </a:moveTo>
                  <a:cubicBezTo>
                    <a:pt x="311" y="0"/>
                    <a:pt x="62" y="245"/>
                    <a:pt x="54" y="551"/>
                  </a:cubicBezTo>
                  <a:cubicBezTo>
                    <a:pt x="54" y="685"/>
                    <a:pt x="155" y="752"/>
                    <a:pt x="255" y="752"/>
                  </a:cubicBezTo>
                  <a:cubicBezTo>
                    <a:pt x="356" y="752"/>
                    <a:pt x="456" y="685"/>
                    <a:pt x="456" y="551"/>
                  </a:cubicBezTo>
                  <a:cubicBezTo>
                    <a:pt x="460" y="468"/>
                    <a:pt x="529" y="402"/>
                    <a:pt x="614" y="402"/>
                  </a:cubicBezTo>
                  <a:cubicBezTo>
                    <a:pt x="618" y="402"/>
                    <a:pt x="622" y="402"/>
                    <a:pt x="627" y="402"/>
                  </a:cubicBezTo>
                  <a:lnTo>
                    <a:pt x="688" y="402"/>
                  </a:lnTo>
                  <a:cubicBezTo>
                    <a:pt x="691" y="402"/>
                    <a:pt x="693" y="401"/>
                    <a:pt x="696" y="401"/>
                  </a:cubicBezTo>
                  <a:cubicBezTo>
                    <a:pt x="707" y="401"/>
                    <a:pt x="718" y="408"/>
                    <a:pt x="724" y="420"/>
                  </a:cubicBezTo>
                  <a:cubicBezTo>
                    <a:pt x="728" y="428"/>
                    <a:pt x="728" y="435"/>
                    <a:pt x="724" y="439"/>
                  </a:cubicBezTo>
                  <a:lnTo>
                    <a:pt x="91" y="1380"/>
                  </a:lnTo>
                  <a:cubicBezTo>
                    <a:pt x="0" y="1514"/>
                    <a:pt x="94" y="1692"/>
                    <a:pt x="257" y="1692"/>
                  </a:cubicBezTo>
                  <a:lnTo>
                    <a:pt x="1126" y="1692"/>
                  </a:lnTo>
                  <a:cubicBezTo>
                    <a:pt x="1391" y="1692"/>
                    <a:pt x="1391" y="1293"/>
                    <a:pt x="1126" y="1293"/>
                  </a:cubicBezTo>
                  <a:lnTo>
                    <a:pt x="630" y="1293"/>
                  </a:lnTo>
                  <a:lnTo>
                    <a:pt x="1058" y="663"/>
                  </a:lnTo>
                  <a:cubicBezTo>
                    <a:pt x="1145" y="536"/>
                    <a:pt x="1152" y="370"/>
                    <a:pt x="1079" y="232"/>
                  </a:cubicBezTo>
                  <a:cubicBezTo>
                    <a:pt x="1000" y="87"/>
                    <a:pt x="851" y="0"/>
                    <a:pt x="688" y="0"/>
                  </a:cubicBezTo>
                  <a:lnTo>
                    <a:pt x="627" y="0"/>
                  </a:lnTo>
                  <a:cubicBezTo>
                    <a:pt x="624" y="0"/>
                    <a:pt x="622" y="0"/>
                    <a:pt x="62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88"/>
            <p:cNvSpPr/>
            <p:nvPr/>
          </p:nvSpPr>
          <p:spPr>
            <a:xfrm>
              <a:off x="2791587" y="4349480"/>
              <a:ext cx="25850" cy="44308"/>
            </a:xfrm>
            <a:custGeom>
              <a:rect b="b" l="l" r="r" t="t"/>
              <a:pathLst>
                <a:path extrusionOk="0" h="1690" w="986">
                  <a:moveTo>
                    <a:pt x="202" y="0"/>
                  </a:moveTo>
                  <a:cubicBezTo>
                    <a:pt x="101" y="0"/>
                    <a:pt x="1" y="67"/>
                    <a:pt x="1" y="201"/>
                  </a:cubicBezTo>
                  <a:lnTo>
                    <a:pt x="1" y="886"/>
                  </a:lnTo>
                  <a:cubicBezTo>
                    <a:pt x="1" y="994"/>
                    <a:pt x="91" y="1085"/>
                    <a:pt x="203" y="1085"/>
                  </a:cubicBezTo>
                  <a:lnTo>
                    <a:pt x="587" y="1085"/>
                  </a:lnTo>
                  <a:lnTo>
                    <a:pt x="587" y="1490"/>
                  </a:lnTo>
                  <a:cubicBezTo>
                    <a:pt x="587" y="1603"/>
                    <a:pt x="678" y="1690"/>
                    <a:pt x="786" y="1690"/>
                  </a:cubicBezTo>
                  <a:cubicBezTo>
                    <a:pt x="899" y="1690"/>
                    <a:pt x="986" y="1603"/>
                    <a:pt x="986" y="1490"/>
                  </a:cubicBezTo>
                  <a:lnTo>
                    <a:pt x="986" y="201"/>
                  </a:lnTo>
                  <a:cubicBezTo>
                    <a:pt x="986" y="67"/>
                    <a:pt x="886" y="0"/>
                    <a:pt x="786" y="0"/>
                  </a:cubicBezTo>
                  <a:cubicBezTo>
                    <a:pt x="687" y="0"/>
                    <a:pt x="587" y="67"/>
                    <a:pt x="587" y="201"/>
                  </a:cubicBezTo>
                  <a:lnTo>
                    <a:pt x="587" y="683"/>
                  </a:lnTo>
                  <a:lnTo>
                    <a:pt x="403" y="683"/>
                  </a:lnTo>
                  <a:lnTo>
                    <a:pt x="403" y="201"/>
                  </a:lnTo>
                  <a:cubicBezTo>
                    <a:pt x="403" y="67"/>
                    <a:pt x="302"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88"/>
            <p:cNvSpPr/>
            <p:nvPr/>
          </p:nvSpPr>
          <p:spPr>
            <a:xfrm>
              <a:off x="2825382" y="4349926"/>
              <a:ext cx="217291" cy="168579"/>
            </a:xfrm>
            <a:custGeom>
              <a:rect b="b" l="l" r="r" t="t"/>
              <a:pathLst>
                <a:path extrusionOk="0" h="6430" w="8288">
                  <a:moveTo>
                    <a:pt x="4960" y="1"/>
                  </a:moveTo>
                  <a:cubicBezTo>
                    <a:pt x="4874" y="1"/>
                    <a:pt x="4788" y="4"/>
                    <a:pt x="4702" y="10"/>
                  </a:cubicBezTo>
                  <a:cubicBezTo>
                    <a:pt x="3974" y="72"/>
                    <a:pt x="3224" y="438"/>
                    <a:pt x="2652" y="1021"/>
                  </a:cubicBezTo>
                  <a:cubicBezTo>
                    <a:pt x="2080" y="1604"/>
                    <a:pt x="1725" y="2357"/>
                    <a:pt x="1681" y="3089"/>
                  </a:cubicBezTo>
                  <a:cubicBezTo>
                    <a:pt x="1649" y="3592"/>
                    <a:pt x="1732" y="4096"/>
                    <a:pt x="1928" y="4559"/>
                  </a:cubicBezTo>
                  <a:lnTo>
                    <a:pt x="160" y="6077"/>
                  </a:lnTo>
                  <a:cubicBezTo>
                    <a:pt x="0" y="6214"/>
                    <a:pt x="129" y="6430"/>
                    <a:pt x="289" y="6430"/>
                  </a:cubicBezTo>
                  <a:cubicBezTo>
                    <a:pt x="333" y="6430"/>
                    <a:pt x="378" y="6414"/>
                    <a:pt x="421" y="6377"/>
                  </a:cubicBezTo>
                  <a:lnTo>
                    <a:pt x="2301" y="4766"/>
                  </a:lnTo>
                  <a:cubicBezTo>
                    <a:pt x="2370" y="4708"/>
                    <a:pt x="2388" y="4610"/>
                    <a:pt x="2351" y="4527"/>
                  </a:cubicBezTo>
                  <a:cubicBezTo>
                    <a:pt x="2141" y="4088"/>
                    <a:pt x="2047" y="3599"/>
                    <a:pt x="2080" y="3114"/>
                  </a:cubicBezTo>
                  <a:cubicBezTo>
                    <a:pt x="2163" y="1781"/>
                    <a:pt x="3402" y="517"/>
                    <a:pt x="4731" y="412"/>
                  </a:cubicBezTo>
                  <a:cubicBezTo>
                    <a:pt x="4813" y="405"/>
                    <a:pt x="4894" y="402"/>
                    <a:pt x="4976" y="402"/>
                  </a:cubicBezTo>
                  <a:cubicBezTo>
                    <a:pt x="5197" y="402"/>
                    <a:pt x="5416" y="427"/>
                    <a:pt x="5633" y="477"/>
                  </a:cubicBezTo>
                  <a:cubicBezTo>
                    <a:pt x="5665" y="485"/>
                    <a:pt x="5691" y="510"/>
                    <a:pt x="5702" y="543"/>
                  </a:cubicBezTo>
                  <a:cubicBezTo>
                    <a:pt x="5709" y="575"/>
                    <a:pt x="5702" y="608"/>
                    <a:pt x="5676" y="633"/>
                  </a:cubicBezTo>
                  <a:lnTo>
                    <a:pt x="4387" y="1923"/>
                  </a:lnTo>
                  <a:cubicBezTo>
                    <a:pt x="4017" y="2292"/>
                    <a:pt x="4017" y="2890"/>
                    <a:pt x="4387" y="3255"/>
                  </a:cubicBezTo>
                  <a:lnTo>
                    <a:pt x="4984" y="3857"/>
                  </a:lnTo>
                  <a:cubicBezTo>
                    <a:pt x="5169" y="4041"/>
                    <a:pt x="5411" y="4134"/>
                    <a:pt x="5653" y="4134"/>
                  </a:cubicBezTo>
                  <a:cubicBezTo>
                    <a:pt x="5894" y="4134"/>
                    <a:pt x="6136" y="4041"/>
                    <a:pt x="6321" y="3857"/>
                  </a:cubicBezTo>
                  <a:lnTo>
                    <a:pt x="7628" y="2549"/>
                  </a:lnTo>
                  <a:cubicBezTo>
                    <a:pt x="7644" y="2533"/>
                    <a:pt x="7668" y="2523"/>
                    <a:pt x="7692" y="2523"/>
                  </a:cubicBezTo>
                  <a:cubicBezTo>
                    <a:pt x="7701" y="2523"/>
                    <a:pt x="7710" y="2524"/>
                    <a:pt x="7719" y="2527"/>
                  </a:cubicBezTo>
                  <a:cubicBezTo>
                    <a:pt x="7751" y="2535"/>
                    <a:pt x="7777" y="2560"/>
                    <a:pt x="7784" y="2593"/>
                  </a:cubicBezTo>
                  <a:cubicBezTo>
                    <a:pt x="7856" y="2893"/>
                    <a:pt x="7885" y="3205"/>
                    <a:pt x="7860" y="3516"/>
                  </a:cubicBezTo>
                  <a:cubicBezTo>
                    <a:pt x="7795" y="4440"/>
                    <a:pt x="7172" y="5356"/>
                    <a:pt x="6274" y="5852"/>
                  </a:cubicBezTo>
                  <a:cubicBezTo>
                    <a:pt x="6077" y="5963"/>
                    <a:pt x="6186" y="6231"/>
                    <a:pt x="6368" y="6231"/>
                  </a:cubicBezTo>
                  <a:cubicBezTo>
                    <a:pt x="6400" y="6231"/>
                    <a:pt x="6434" y="6222"/>
                    <a:pt x="6469" y="6203"/>
                  </a:cubicBezTo>
                  <a:cubicBezTo>
                    <a:pt x="7480" y="5642"/>
                    <a:pt x="8186" y="4599"/>
                    <a:pt x="8262" y="3545"/>
                  </a:cubicBezTo>
                  <a:cubicBezTo>
                    <a:pt x="8287" y="3194"/>
                    <a:pt x="8258" y="2842"/>
                    <a:pt x="8175" y="2498"/>
                  </a:cubicBezTo>
                  <a:cubicBezTo>
                    <a:pt x="8115" y="2264"/>
                    <a:pt x="7906" y="2126"/>
                    <a:pt x="7692" y="2126"/>
                  </a:cubicBezTo>
                  <a:cubicBezTo>
                    <a:pt x="7570" y="2126"/>
                    <a:pt x="7445" y="2171"/>
                    <a:pt x="7346" y="2270"/>
                  </a:cubicBezTo>
                  <a:lnTo>
                    <a:pt x="6038" y="3578"/>
                  </a:lnTo>
                  <a:cubicBezTo>
                    <a:pt x="5933" y="3684"/>
                    <a:pt x="5794" y="3738"/>
                    <a:pt x="5654" y="3738"/>
                  </a:cubicBezTo>
                  <a:cubicBezTo>
                    <a:pt x="5515" y="3738"/>
                    <a:pt x="5376" y="3684"/>
                    <a:pt x="5271" y="3578"/>
                  </a:cubicBezTo>
                  <a:lnTo>
                    <a:pt x="4669" y="2976"/>
                  </a:lnTo>
                  <a:cubicBezTo>
                    <a:pt x="4456" y="2766"/>
                    <a:pt x="4456" y="2419"/>
                    <a:pt x="4669" y="2209"/>
                  </a:cubicBezTo>
                  <a:lnTo>
                    <a:pt x="5962" y="916"/>
                  </a:lnTo>
                  <a:cubicBezTo>
                    <a:pt x="6089" y="789"/>
                    <a:pt x="6136" y="604"/>
                    <a:pt x="6085" y="430"/>
                  </a:cubicBezTo>
                  <a:cubicBezTo>
                    <a:pt x="6038" y="260"/>
                    <a:pt x="5901" y="126"/>
                    <a:pt x="5723" y="86"/>
                  </a:cubicBezTo>
                  <a:cubicBezTo>
                    <a:pt x="5473" y="29"/>
                    <a:pt x="5217" y="1"/>
                    <a:pt x="4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88"/>
            <p:cNvSpPr/>
            <p:nvPr/>
          </p:nvSpPr>
          <p:spPr>
            <a:xfrm>
              <a:off x="2744684" y="4505265"/>
              <a:ext cx="234122" cy="139687"/>
            </a:xfrm>
            <a:custGeom>
              <a:rect b="b" l="l" r="r" t="t"/>
              <a:pathLst>
                <a:path extrusionOk="0" h="5328" w="8930">
                  <a:moveTo>
                    <a:pt x="6792" y="0"/>
                  </a:moveTo>
                  <a:cubicBezTo>
                    <a:pt x="6734" y="0"/>
                    <a:pt x="6678" y="25"/>
                    <a:pt x="6639" y="72"/>
                  </a:cubicBezTo>
                  <a:lnTo>
                    <a:pt x="2684" y="4657"/>
                  </a:lnTo>
                  <a:cubicBezTo>
                    <a:pt x="2530" y="4836"/>
                    <a:pt x="2312" y="4927"/>
                    <a:pt x="2095" y="4927"/>
                  </a:cubicBezTo>
                  <a:cubicBezTo>
                    <a:pt x="1894" y="4927"/>
                    <a:pt x="1693" y="4850"/>
                    <a:pt x="1540" y="4693"/>
                  </a:cubicBezTo>
                  <a:lnTo>
                    <a:pt x="765" y="3907"/>
                  </a:lnTo>
                  <a:cubicBezTo>
                    <a:pt x="450" y="3585"/>
                    <a:pt x="471" y="3063"/>
                    <a:pt x="812" y="2770"/>
                  </a:cubicBezTo>
                  <a:lnTo>
                    <a:pt x="2901" y="974"/>
                  </a:lnTo>
                  <a:cubicBezTo>
                    <a:pt x="3062" y="836"/>
                    <a:pt x="2933" y="618"/>
                    <a:pt x="2771" y="618"/>
                  </a:cubicBezTo>
                  <a:cubicBezTo>
                    <a:pt x="2728" y="618"/>
                    <a:pt x="2683" y="633"/>
                    <a:pt x="2641" y="670"/>
                  </a:cubicBezTo>
                  <a:lnTo>
                    <a:pt x="551" y="2466"/>
                  </a:lnTo>
                  <a:cubicBezTo>
                    <a:pt x="33" y="2911"/>
                    <a:pt x="0" y="3701"/>
                    <a:pt x="479" y="4186"/>
                  </a:cubicBezTo>
                  <a:lnTo>
                    <a:pt x="1254" y="4976"/>
                  </a:lnTo>
                  <a:cubicBezTo>
                    <a:pt x="1474" y="5200"/>
                    <a:pt x="1779" y="5327"/>
                    <a:pt x="2094" y="5327"/>
                  </a:cubicBezTo>
                  <a:lnTo>
                    <a:pt x="2134" y="5327"/>
                  </a:lnTo>
                  <a:cubicBezTo>
                    <a:pt x="2463" y="5316"/>
                    <a:pt x="2771" y="5168"/>
                    <a:pt x="2988" y="4921"/>
                  </a:cubicBezTo>
                  <a:lnTo>
                    <a:pt x="6849" y="445"/>
                  </a:lnTo>
                  <a:cubicBezTo>
                    <a:pt x="7236" y="601"/>
                    <a:pt x="7648" y="679"/>
                    <a:pt x="8065" y="679"/>
                  </a:cubicBezTo>
                  <a:cubicBezTo>
                    <a:pt x="8131" y="679"/>
                    <a:pt x="8198" y="677"/>
                    <a:pt x="8265" y="673"/>
                  </a:cubicBezTo>
                  <a:cubicBezTo>
                    <a:pt x="8406" y="662"/>
                    <a:pt x="8544" y="644"/>
                    <a:pt x="8685" y="612"/>
                  </a:cubicBezTo>
                  <a:cubicBezTo>
                    <a:pt x="8929" y="561"/>
                    <a:pt x="8869" y="215"/>
                    <a:pt x="8647" y="215"/>
                  </a:cubicBezTo>
                  <a:cubicBezTo>
                    <a:pt x="8631" y="215"/>
                    <a:pt x="8615" y="217"/>
                    <a:pt x="8598" y="220"/>
                  </a:cubicBezTo>
                  <a:lnTo>
                    <a:pt x="8602" y="217"/>
                  </a:lnTo>
                  <a:lnTo>
                    <a:pt x="8602" y="217"/>
                  </a:lnTo>
                  <a:cubicBezTo>
                    <a:pt x="8483" y="242"/>
                    <a:pt x="8359" y="260"/>
                    <a:pt x="8240" y="268"/>
                  </a:cubicBezTo>
                  <a:cubicBezTo>
                    <a:pt x="8179" y="271"/>
                    <a:pt x="8118" y="273"/>
                    <a:pt x="8058" y="273"/>
                  </a:cubicBezTo>
                  <a:cubicBezTo>
                    <a:pt x="7649" y="273"/>
                    <a:pt x="7247" y="188"/>
                    <a:pt x="6874" y="18"/>
                  </a:cubicBezTo>
                  <a:cubicBezTo>
                    <a:pt x="6848" y="6"/>
                    <a:pt x="6820" y="0"/>
                    <a:pt x="6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88"/>
            <p:cNvSpPr/>
            <p:nvPr/>
          </p:nvSpPr>
          <p:spPr>
            <a:xfrm>
              <a:off x="2888356" y="4371975"/>
              <a:ext cx="46982" cy="46982"/>
            </a:xfrm>
            <a:custGeom>
              <a:rect b="b" l="l" r="r" t="t"/>
              <a:pathLst>
                <a:path extrusionOk="0" h="1792" w="1792">
                  <a:moveTo>
                    <a:pt x="1501" y="1"/>
                  </a:moveTo>
                  <a:cubicBezTo>
                    <a:pt x="1466" y="1"/>
                    <a:pt x="1428" y="11"/>
                    <a:pt x="1391" y="35"/>
                  </a:cubicBezTo>
                  <a:cubicBezTo>
                    <a:pt x="822" y="393"/>
                    <a:pt x="362" y="900"/>
                    <a:pt x="65" y="1505"/>
                  </a:cubicBezTo>
                  <a:cubicBezTo>
                    <a:pt x="0" y="1635"/>
                    <a:pt x="97" y="1790"/>
                    <a:pt x="245" y="1791"/>
                  </a:cubicBezTo>
                  <a:lnTo>
                    <a:pt x="245" y="1791"/>
                  </a:lnTo>
                  <a:cubicBezTo>
                    <a:pt x="320" y="1791"/>
                    <a:pt x="392" y="1747"/>
                    <a:pt x="424" y="1679"/>
                  </a:cubicBezTo>
                  <a:cubicBezTo>
                    <a:pt x="688" y="1143"/>
                    <a:pt x="1097" y="690"/>
                    <a:pt x="1605" y="375"/>
                  </a:cubicBezTo>
                  <a:cubicBezTo>
                    <a:pt x="1792" y="255"/>
                    <a:pt x="1675" y="1"/>
                    <a:pt x="1501" y="1"/>
                  </a:cubicBezTo>
                  <a:close/>
                  <a:moveTo>
                    <a:pt x="245" y="1791"/>
                  </a:moveTo>
                  <a:cubicBezTo>
                    <a:pt x="244" y="1791"/>
                    <a:pt x="243" y="1791"/>
                    <a:pt x="243" y="1791"/>
                  </a:cubicBezTo>
                  <a:lnTo>
                    <a:pt x="246" y="1791"/>
                  </a:lnTo>
                  <a:cubicBezTo>
                    <a:pt x="246" y="1791"/>
                    <a:pt x="245" y="1791"/>
                    <a:pt x="245" y="179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0" name="Google Shape;17440;p88"/>
          <p:cNvGrpSpPr/>
          <p:nvPr/>
        </p:nvGrpSpPr>
        <p:grpSpPr>
          <a:xfrm>
            <a:off x="2638346" y="2005531"/>
            <a:ext cx="358551" cy="322869"/>
            <a:chOff x="2638346" y="2005531"/>
            <a:chExt cx="358551" cy="322869"/>
          </a:xfrm>
        </p:grpSpPr>
        <p:sp>
          <p:nvSpPr>
            <p:cNvPr id="17441" name="Google Shape;17441;p88"/>
            <p:cNvSpPr/>
            <p:nvPr/>
          </p:nvSpPr>
          <p:spPr>
            <a:xfrm>
              <a:off x="2643563" y="2092416"/>
              <a:ext cx="293531" cy="230662"/>
            </a:xfrm>
            <a:custGeom>
              <a:rect b="b" l="l" r="r" t="t"/>
              <a:pathLst>
                <a:path extrusionOk="0" h="8798" w="11196">
                  <a:moveTo>
                    <a:pt x="0" y="0"/>
                  </a:moveTo>
                  <a:lnTo>
                    <a:pt x="0" y="8797"/>
                  </a:lnTo>
                  <a:lnTo>
                    <a:pt x="11195" y="8797"/>
                  </a:lnTo>
                  <a:lnTo>
                    <a:pt x="11195" y="1467"/>
                  </a:lnTo>
                  <a:lnTo>
                    <a:pt x="4531" y="1467"/>
                  </a:lnTo>
                  <a:lnTo>
                    <a:pt x="3064"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88"/>
            <p:cNvSpPr/>
            <p:nvPr/>
          </p:nvSpPr>
          <p:spPr>
            <a:xfrm>
              <a:off x="2643563" y="2092416"/>
              <a:ext cx="118818" cy="38461"/>
            </a:xfrm>
            <a:custGeom>
              <a:rect b="b" l="l" r="r" t="t"/>
              <a:pathLst>
                <a:path extrusionOk="0" h="1467" w="4532">
                  <a:moveTo>
                    <a:pt x="0" y="0"/>
                  </a:moveTo>
                  <a:lnTo>
                    <a:pt x="0" y="1467"/>
                  </a:lnTo>
                  <a:lnTo>
                    <a:pt x="4531" y="1467"/>
                  </a:lnTo>
                  <a:lnTo>
                    <a:pt x="3064"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88"/>
            <p:cNvSpPr/>
            <p:nvPr/>
          </p:nvSpPr>
          <p:spPr>
            <a:xfrm>
              <a:off x="2643563" y="2302628"/>
              <a:ext cx="293531" cy="20450"/>
            </a:xfrm>
            <a:custGeom>
              <a:rect b="b" l="l" r="r" t="t"/>
              <a:pathLst>
                <a:path extrusionOk="0" h="780" w="11196">
                  <a:moveTo>
                    <a:pt x="0" y="1"/>
                  </a:moveTo>
                  <a:lnTo>
                    <a:pt x="0" y="779"/>
                  </a:lnTo>
                  <a:lnTo>
                    <a:pt x="11195" y="779"/>
                  </a:lnTo>
                  <a:lnTo>
                    <a:pt x="1119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88"/>
            <p:cNvSpPr/>
            <p:nvPr/>
          </p:nvSpPr>
          <p:spPr>
            <a:xfrm>
              <a:off x="2915701" y="2136855"/>
              <a:ext cx="21184" cy="186223"/>
            </a:xfrm>
            <a:custGeom>
              <a:rect b="b" l="l" r="r" t="t"/>
              <a:pathLst>
                <a:path extrusionOk="0" h="7103" w="808">
                  <a:moveTo>
                    <a:pt x="0" y="0"/>
                  </a:moveTo>
                  <a:lnTo>
                    <a:pt x="0" y="7102"/>
                  </a:lnTo>
                  <a:lnTo>
                    <a:pt x="808" y="7102"/>
                  </a:lnTo>
                  <a:lnTo>
                    <a:pt x="8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88"/>
            <p:cNvSpPr/>
            <p:nvPr/>
          </p:nvSpPr>
          <p:spPr>
            <a:xfrm>
              <a:off x="2835370" y="2130851"/>
              <a:ext cx="101724" cy="47847"/>
            </a:xfrm>
            <a:custGeom>
              <a:rect b="b" l="l" r="r" t="t"/>
              <a:pathLst>
                <a:path extrusionOk="0" h="1825" w="3880">
                  <a:moveTo>
                    <a:pt x="0" y="1"/>
                  </a:moveTo>
                  <a:cubicBezTo>
                    <a:pt x="631" y="1142"/>
                    <a:pt x="1826" y="1825"/>
                    <a:pt x="3092" y="1825"/>
                  </a:cubicBezTo>
                  <a:cubicBezTo>
                    <a:pt x="3353" y="1825"/>
                    <a:pt x="3617" y="1796"/>
                    <a:pt x="3879" y="1736"/>
                  </a:cubicBezTo>
                  <a:lnTo>
                    <a:pt x="3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88"/>
            <p:cNvSpPr/>
            <p:nvPr/>
          </p:nvSpPr>
          <p:spPr>
            <a:xfrm>
              <a:off x="2841243" y="2010932"/>
              <a:ext cx="150331" cy="150331"/>
            </a:xfrm>
            <a:custGeom>
              <a:rect b="b" l="l" r="r" t="t"/>
              <a:pathLst>
                <a:path extrusionOk="0" h="5734" w="5734">
                  <a:moveTo>
                    <a:pt x="2869" y="1"/>
                  </a:moveTo>
                  <a:cubicBezTo>
                    <a:pt x="1286" y="1"/>
                    <a:pt x="1" y="1283"/>
                    <a:pt x="1" y="2866"/>
                  </a:cubicBezTo>
                  <a:cubicBezTo>
                    <a:pt x="1" y="4448"/>
                    <a:pt x="1286" y="5734"/>
                    <a:pt x="2869" y="5734"/>
                  </a:cubicBezTo>
                  <a:cubicBezTo>
                    <a:pt x="4452" y="5734"/>
                    <a:pt x="5734" y="4448"/>
                    <a:pt x="5734" y="2866"/>
                  </a:cubicBezTo>
                  <a:cubicBezTo>
                    <a:pt x="5734" y="1283"/>
                    <a:pt x="4452" y="1"/>
                    <a:pt x="2869"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88"/>
            <p:cNvSpPr/>
            <p:nvPr/>
          </p:nvSpPr>
          <p:spPr>
            <a:xfrm>
              <a:off x="2883322" y="2072176"/>
              <a:ext cx="64679" cy="46562"/>
            </a:xfrm>
            <a:custGeom>
              <a:rect b="b" l="l" r="r" t="t"/>
              <a:pathLst>
                <a:path extrusionOk="0" h="1776" w="2467">
                  <a:moveTo>
                    <a:pt x="0" y="1"/>
                  </a:moveTo>
                  <a:lnTo>
                    <a:pt x="0" y="1775"/>
                  </a:lnTo>
                  <a:lnTo>
                    <a:pt x="2467" y="1775"/>
                  </a:lnTo>
                  <a:lnTo>
                    <a:pt x="2467"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88"/>
            <p:cNvSpPr/>
            <p:nvPr/>
          </p:nvSpPr>
          <p:spPr>
            <a:xfrm>
              <a:off x="2726070" y="2207773"/>
              <a:ext cx="32221" cy="32221"/>
            </a:xfrm>
            <a:custGeom>
              <a:rect b="b" l="l" r="r" t="t"/>
              <a:pathLst>
                <a:path extrusionOk="0" h="1229" w="1229">
                  <a:moveTo>
                    <a:pt x="1" y="1"/>
                  </a:moveTo>
                  <a:lnTo>
                    <a:pt x="1" y="1228"/>
                  </a:lnTo>
                  <a:lnTo>
                    <a:pt x="1228" y="1228"/>
                  </a:lnTo>
                  <a:lnTo>
                    <a:pt x="122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88"/>
            <p:cNvSpPr/>
            <p:nvPr/>
          </p:nvSpPr>
          <p:spPr>
            <a:xfrm>
              <a:off x="2638346" y="2087199"/>
              <a:ext cx="225523" cy="241201"/>
            </a:xfrm>
            <a:custGeom>
              <a:rect b="b" l="l" r="r" t="t"/>
              <a:pathLst>
                <a:path extrusionOk="0" h="9200" w="8602">
                  <a:moveTo>
                    <a:pt x="199" y="0"/>
                  </a:moveTo>
                  <a:cubicBezTo>
                    <a:pt x="87" y="0"/>
                    <a:pt x="0" y="91"/>
                    <a:pt x="0" y="199"/>
                  </a:cubicBezTo>
                  <a:lnTo>
                    <a:pt x="0" y="8996"/>
                  </a:lnTo>
                  <a:cubicBezTo>
                    <a:pt x="0" y="9109"/>
                    <a:pt x="87" y="9199"/>
                    <a:pt x="199" y="9199"/>
                  </a:cubicBezTo>
                  <a:lnTo>
                    <a:pt x="8337" y="9199"/>
                  </a:lnTo>
                  <a:cubicBezTo>
                    <a:pt x="8602" y="9199"/>
                    <a:pt x="8602" y="8797"/>
                    <a:pt x="8337" y="8797"/>
                  </a:cubicBezTo>
                  <a:lnTo>
                    <a:pt x="399" y="8797"/>
                  </a:lnTo>
                  <a:lnTo>
                    <a:pt x="399" y="402"/>
                  </a:lnTo>
                  <a:lnTo>
                    <a:pt x="3180" y="402"/>
                  </a:lnTo>
                  <a:lnTo>
                    <a:pt x="4585" y="1807"/>
                  </a:lnTo>
                  <a:cubicBezTo>
                    <a:pt x="4625" y="1843"/>
                    <a:pt x="4676" y="1865"/>
                    <a:pt x="4730" y="1865"/>
                  </a:cubicBezTo>
                  <a:lnTo>
                    <a:pt x="5418" y="1865"/>
                  </a:lnTo>
                  <a:cubicBezTo>
                    <a:pt x="5686" y="1865"/>
                    <a:pt x="5686" y="1463"/>
                    <a:pt x="5418" y="1463"/>
                  </a:cubicBezTo>
                  <a:lnTo>
                    <a:pt x="4810" y="1463"/>
                  </a:lnTo>
                  <a:lnTo>
                    <a:pt x="3405" y="58"/>
                  </a:lnTo>
                  <a:cubicBezTo>
                    <a:pt x="3368" y="22"/>
                    <a:pt x="3318" y="0"/>
                    <a:pt x="3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88"/>
            <p:cNvSpPr/>
            <p:nvPr/>
          </p:nvSpPr>
          <p:spPr>
            <a:xfrm>
              <a:off x="2794052" y="2005531"/>
              <a:ext cx="202845" cy="322869"/>
            </a:xfrm>
            <a:custGeom>
              <a:rect b="b" l="l" r="r" t="t"/>
              <a:pathLst>
                <a:path extrusionOk="0" h="12315" w="7737">
                  <a:moveTo>
                    <a:pt x="4669" y="0"/>
                  </a:moveTo>
                  <a:cubicBezTo>
                    <a:pt x="4313" y="0"/>
                    <a:pt x="3950" y="63"/>
                    <a:pt x="3593" y="196"/>
                  </a:cubicBezTo>
                  <a:cubicBezTo>
                    <a:pt x="1830" y="859"/>
                    <a:pt x="1073" y="2938"/>
                    <a:pt x="2000" y="4578"/>
                  </a:cubicBezTo>
                  <a:lnTo>
                    <a:pt x="269" y="4578"/>
                  </a:lnTo>
                  <a:cubicBezTo>
                    <a:pt x="1" y="4578"/>
                    <a:pt x="1" y="4980"/>
                    <a:pt x="269" y="4980"/>
                  </a:cubicBezTo>
                  <a:lnTo>
                    <a:pt x="2272" y="4980"/>
                  </a:lnTo>
                  <a:cubicBezTo>
                    <a:pt x="2860" y="5721"/>
                    <a:pt x="3751" y="6139"/>
                    <a:pt x="4678" y="6139"/>
                  </a:cubicBezTo>
                  <a:cubicBezTo>
                    <a:pt x="4870" y="6139"/>
                    <a:pt x="5063" y="6121"/>
                    <a:pt x="5256" y="6085"/>
                  </a:cubicBezTo>
                  <a:lnTo>
                    <a:pt x="5256" y="11912"/>
                  </a:lnTo>
                  <a:lnTo>
                    <a:pt x="3188" y="11912"/>
                  </a:lnTo>
                  <a:cubicBezTo>
                    <a:pt x="2920" y="11912"/>
                    <a:pt x="2920" y="12314"/>
                    <a:pt x="3188" y="12314"/>
                  </a:cubicBezTo>
                  <a:lnTo>
                    <a:pt x="5455" y="12314"/>
                  </a:lnTo>
                  <a:cubicBezTo>
                    <a:pt x="5564" y="12314"/>
                    <a:pt x="5654" y="12224"/>
                    <a:pt x="5654" y="12111"/>
                  </a:cubicBezTo>
                  <a:lnTo>
                    <a:pt x="5654" y="5976"/>
                  </a:lnTo>
                  <a:cubicBezTo>
                    <a:pt x="6820" y="5581"/>
                    <a:pt x="7635" y="4527"/>
                    <a:pt x="7726" y="3300"/>
                  </a:cubicBezTo>
                  <a:cubicBezTo>
                    <a:pt x="7737" y="3191"/>
                    <a:pt x="7653" y="3093"/>
                    <a:pt x="7541" y="3086"/>
                  </a:cubicBezTo>
                  <a:cubicBezTo>
                    <a:pt x="7537" y="3086"/>
                    <a:pt x="7532" y="3086"/>
                    <a:pt x="7528" y="3086"/>
                  </a:cubicBezTo>
                  <a:cubicBezTo>
                    <a:pt x="7425" y="3086"/>
                    <a:pt x="7334" y="3166"/>
                    <a:pt x="7327" y="3271"/>
                  </a:cubicBezTo>
                  <a:cubicBezTo>
                    <a:pt x="7219" y="4662"/>
                    <a:pt x="6061" y="5730"/>
                    <a:pt x="4672" y="5730"/>
                  </a:cubicBezTo>
                  <a:cubicBezTo>
                    <a:pt x="4665" y="5730"/>
                    <a:pt x="4658" y="5730"/>
                    <a:pt x="4651" y="5730"/>
                  </a:cubicBezTo>
                  <a:cubicBezTo>
                    <a:pt x="3249" y="5719"/>
                    <a:pt x="2098" y="4629"/>
                    <a:pt x="2014" y="3231"/>
                  </a:cubicBezTo>
                  <a:cubicBezTo>
                    <a:pt x="1928" y="1833"/>
                    <a:pt x="2934" y="609"/>
                    <a:pt x="4325" y="424"/>
                  </a:cubicBezTo>
                  <a:cubicBezTo>
                    <a:pt x="4442" y="409"/>
                    <a:pt x="4558" y="401"/>
                    <a:pt x="4673" y="401"/>
                  </a:cubicBezTo>
                  <a:cubicBezTo>
                    <a:pt x="5923" y="401"/>
                    <a:pt x="7029" y="1279"/>
                    <a:pt x="7284" y="2536"/>
                  </a:cubicBezTo>
                  <a:cubicBezTo>
                    <a:pt x="7306" y="2648"/>
                    <a:pt x="7389" y="2697"/>
                    <a:pt x="7474" y="2697"/>
                  </a:cubicBezTo>
                  <a:cubicBezTo>
                    <a:pt x="7589" y="2697"/>
                    <a:pt x="7706" y="2606"/>
                    <a:pt x="7675" y="2456"/>
                  </a:cubicBezTo>
                  <a:cubicBezTo>
                    <a:pt x="7374" y="981"/>
                    <a:pt x="6079" y="0"/>
                    <a:pt x="46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88"/>
            <p:cNvSpPr/>
            <p:nvPr/>
          </p:nvSpPr>
          <p:spPr>
            <a:xfrm>
              <a:off x="2878079" y="2034475"/>
              <a:ext cx="75139" cy="89480"/>
            </a:xfrm>
            <a:custGeom>
              <a:rect b="b" l="l" r="r" t="t"/>
              <a:pathLst>
                <a:path extrusionOk="0" h="3413" w="2866">
                  <a:moveTo>
                    <a:pt x="1432" y="410"/>
                  </a:moveTo>
                  <a:cubicBezTo>
                    <a:pt x="1620" y="410"/>
                    <a:pt x="1776" y="559"/>
                    <a:pt x="1783" y="747"/>
                  </a:cubicBezTo>
                  <a:lnTo>
                    <a:pt x="1783" y="1240"/>
                  </a:lnTo>
                  <a:lnTo>
                    <a:pt x="1084" y="1240"/>
                  </a:lnTo>
                  <a:lnTo>
                    <a:pt x="1084" y="747"/>
                  </a:lnTo>
                  <a:cubicBezTo>
                    <a:pt x="1091" y="559"/>
                    <a:pt x="1247" y="410"/>
                    <a:pt x="1432" y="410"/>
                  </a:cubicBezTo>
                  <a:close/>
                  <a:moveTo>
                    <a:pt x="2467" y="1642"/>
                  </a:moveTo>
                  <a:lnTo>
                    <a:pt x="2467" y="3011"/>
                  </a:lnTo>
                  <a:lnTo>
                    <a:pt x="403" y="3011"/>
                  </a:lnTo>
                  <a:lnTo>
                    <a:pt x="403" y="1642"/>
                  </a:lnTo>
                  <a:close/>
                  <a:moveTo>
                    <a:pt x="1435" y="1"/>
                  </a:moveTo>
                  <a:cubicBezTo>
                    <a:pt x="1019" y="1"/>
                    <a:pt x="685" y="334"/>
                    <a:pt x="685" y="747"/>
                  </a:cubicBezTo>
                  <a:lnTo>
                    <a:pt x="685" y="1240"/>
                  </a:lnTo>
                  <a:lnTo>
                    <a:pt x="200" y="1240"/>
                  </a:lnTo>
                  <a:cubicBezTo>
                    <a:pt x="92" y="1240"/>
                    <a:pt x="1" y="1330"/>
                    <a:pt x="1" y="1439"/>
                  </a:cubicBezTo>
                  <a:lnTo>
                    <a:pt x="1" y="3213"/>
                  </a:lnTo>
                  <a:cubicBezTo>
                    <a:pt x="1" y="3326"/>
                    <a:pt x="92" y="3413"/>
                    <a:pt x="200" y="3413"/>
                  </a:cubicBezTo>
                  <a:lnTo>
                    <a:pt x="2667" y="3413"/>
                  </a:lnTo>
                  <a:cubicBezTo>
                    <a:pt x="2775" y="3413"/>
                    <a:pt x="2866" y="3326"/>
                    <a:pt x="2866" y="3213"/>
                  </a:cubicBezTo>
                  <a:lnTo>
                    <a:pt x="2866" y="1439"/>
                  </a:lnTo>
                  <a:cubicBezTo>
                    <a:pt x="2866" y="1330"/>
                    <a:pt x="2775" y="1240"/>
                    <a:pt x="2667" y="1240"/>
                  </a:cubicBezTo>
                  <a:lnTo>
                    <a:pt x="2181" y="1240"/>
                  </a:lnTo>
                  <a:lnTo>
                    <a:pt x="2181" y="747"/>
                  </a:lnTo>
                  <a:cubicBezTo>
                    <a:pt x="2181" y="334"/>
                    <a:pt x="1848" y="1"/>
                    <a:pt x="14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88"/>
            <p:cNvSpPr/>
            <p:nvPr/>
          </p:nvSpPr>
          <p:spPr>
            <a:xfrm>
              <a:off x="2720852" y="2202556"/>
              <a:ext cx="42656" cy="42656"/>
            </a:xfrm>
            <a:custGeom>
              <a:rect b="b" l="l" r="r" t="t"/>
              <a:pathLst>
                <a:path extrusionOk="0" h="1627" w="1627">
                  <a:moveTo>
                    <a:pt x="1228" y="399"/>
                  </a:moveTo>
                  <a:lnTo>
                    <a:pt x="1228" y="1228"/>
                  </a:lnTo>
                  <a:lnTo>
                    <a:pt x="399" y="1228"/>
                  </a:lnTo>
                  <a:lnTo>
                    <a:pt x="399" y="399"/>
                  </a:lnTo>
                  <a:close/>
                  <a:moveTo>
                    <a:pt x="193" y="0"/>
                  </a:moveTo>
                  <a:cubicBezTo>
                    <a:pt x="87" y="0"/>
                    <a:pt x="0" y="89"/>
                    <a:pt x="0" y="200"/>
                  </a:cubicBezTo>
                  <a:lnTo>
                    <a:pt x="0" y="1427"/>
                  </a:lnTo>
                  <a:cubicBezTo>
                    <a:pt x="0" y="1536"/>
                    <a:pt x="87" y="1627"/>
                    <a:pt x="200" y="1627"/>
                  </a:cubicBezTo>
                  <a:lnTo>
                    <a:pt x="1427" y="1627"/>
                  </a:lnTo>
                  <a:cubicBezTo>
                    <a:pt x="1540" y="1627"/>
                    <a:pt x="1627" y="1536"/>
                    <a:pt x="1627" y="1427"/>
                  </a:cubicBezTo>
                  <a:lnTo>
                    <a:pt x="1627" y="200"/>
                  </a:lnTo>
                  <a:cubicBezTo>
                    <a:pt x="1627" y="87"/>
                    <a:pt x="1540" y="0"/>
                    <a:pt x="1427" y="0"/>
                  </a:cubicBezTo>
                  <a:lnTo>
                    <a:pt x="200" y="0"/>
                  </a:lnTo>
                  <a:cubicBezTo>
                    <a:pt x="197" y="0"/>
                    <a:pt x="195"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88"/>
            <p:cNvSpPr/>
            <p:nvPr/>
          </p:nvSpPr>
          <p:spPr>
            <a:xfrm>
              <a:off x="2771557" y="2202556"/>
              <a:ext cx="90031" cy="10461"/>
            </a:xfrm>
            <a:custGeom>
              <a:rect b="b" l="l" r="r" t="t"/>
              <a:pathLst>
                <a:path extrusionOk="0" h="399" w="3434">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88"/>
            <p:cNvSpPr/>
            <p:nvPr/>
          </p:nvSpPr>
          <p:spPr>
            <a:xfrm>
              <a:off x="2771557" y="2218601"/>
              <a:ext cx="90031" cy="10566"/>
            </a:xfrm>
            <a:custGeom>
              <a:rect b="b" l="l" r="r" t="t"/>
              <a:pathLst>
                <a:path extrusionOk="0" h="403" w="3434">
                  <a:moveTo>
                    <a:pt x="268" y="0"/>
                  </a:moveTo>
                  <a:cubicBezTo>
                    <a:pt x="0" y="0"/>
                    <a:pt x="0" y="402"/>
                    <a:pt x="268" y="402"/>
                  </a:cubicBezTo>
                  <a:lnTo>
                    <a:pt x="3166" y="402"/>
                  </a:lnTo>
                  <a:cubicBezTo>
                    <a:pt x="3434" y="402"/>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88"/>
            <p:cNvSpPr/>
            <p:nvPr/>
          </p:nvSpPr>
          <p:spPr>
            <a:xfrm>
              <a:off x="2771557" y="2234751"/>
              <a:ext cx="90031" cy="10461"/>
            </a:xfrm>
            <a:custGeom>
              <a:rect b="b" l="l" r="r" t="t"/>
              <a:pathLst>
                <a:path extrusionOk="0" h="399" w="3434">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88"/>
            <p:cNvSpPr/>
            <p:nvPr/>
          </p:nvSpPr>
          <p:spPr>
            <a:xfrm>
              <a:off x="2906577" y="2086150"/>
              <a:ext cx="19768" cy="18614"/>
            </a:xfrm>
            <a:custGeom>
              <a:rect b="b" l="l" r="r" t="t"/>
              <a:pathLst>
                <a:path extrusionOk="0" h="710" w="754">
                  <a:moveTo>
                    <a:pt x="276" y="0"/>
                  </a:moveTo>
                  <a:cubicBezTo>
                    <a:pt x="73" y="0"/>
                    <a:pt x="0" y="272"/>
                    <a:pt x="174" y="373"/>
                  </a:cubicBezTo>
                  <a:lnTo>
                    <a:pt x="174" y="511"/>
                  </a:lnTo>
                  <a:cubicBezTo>
                    <a:pt x="174" y="643"/>
                    <a:pt x="275" y="709"/>
                    <a:pt x="375" y="709"/>
                  </a:cubicBezTo>
                  <a:cubicBezTo>
                    <a:pt x="476" y="709"/>
                    <a:pt x="576" y="643"/>
                    <a:pt x="576" y="511"/>
                  </a:cubicBezTo>
                  <a:lnTo>
                    <a:pt x="576" y="373"/>
                  </a:lnTo>
                  <a:cubicBezTo>
                    <a:pt x="754" y="272"/>
                    <a:pt x="681"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7" name="Google Shape;17457;p88"/>
          <p:cNvGrpSpPr/>
          <p:nvPr/>
        </p:nvGrpSpPr>
        <p:grpSpPr>
          <a:xfrm>
            <a:off x="2695605" y="2900833"/>
            <a:ext cx="221826" cy="358419"/>
            <a:chOff x="2695605" y="2900833"/>
            <a:chExt cx="221826" cy="358419"/>
          </a:xfrm>
        </p:grpSpPr>
        <p:sp>
          <p:nvSpPr>
            <p:cNvPr id="17458" name="Google Shape;17458;p88"/>
            <p:cNvSpPr/>
            <p:nvPr/>
          </p:nvSpPr>
          <p:spPr>
            <a:xfrm>
              <a:off x="2701950" y="3037740"/>
              <a:ext cx="30701" cy="43914"/>
            </a:xfrm>
            <a:custGeom>
              <a:rect b="b" l="l" r="r" t="t"/>
              <a:pathLst>
                <a:path extrusionOk="0" h="1675" w="1171">
                  <a:moveTo>
                    <a:pt x="758" y="1"/>
                  </a:moveTo>
                  <a:lnTo>
                    <a:pt x="1" y="1674"/>
                  </a:lnTo>
                  <a:lnTo>
                    <a:pt x="1170" y="1674"/>
                  </a:lnTo>
                  <a:lnTo>
                    <a:pt x="117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88"/>
            <p:cNvSpPr/>
            <p:nvPr/>
          </p:nvSpPr>
          <p:spPr>
            <a:xfrm>
              <a:off x="2724837" y="3074025"/>
              <a:ext cx="162575" cy="179957"/>
            </a:xfrm>
            <a:custGeom>
              <a:rect b="b" l="l" r="r" t="t"/>
              <a:pathLst>
                <a:path extrusionOk="0" h="6864" w="6201">
                  <a:moveTo>
                    <a:pt x="1786" y="0"/>
                  </a:moveTo>
                  <a:lnTo>
                    <a:pt x="1786" y="4245"/>
                  </a:lnTo>
                  <a:lnTo>
                    <a:pt x="1" y="6864"/>
                  </a:lnTo>
                  <a:lnTo>
                    <a:pt x="6201" y="5027"/>
                  </a:lnTo>
                  <a:lnTo>
                    <a:pt x="5245" y="3952"/>
                  </a:lnTo>
                  <a:lnTo>
                    <a:pt x="5238" y="3941"/>
                  </a:lnTo>
                  <a:lnTo>
                    <a:pt x="5238"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88"/>
            <p:cNvSpPr/>
            <p:nvPr/>
          </p:nvSpPr>
          <p:spPr>
            <a:xfrm>
              <a:off x="2771662" y="3073920"/>
              <a:ext cx="90503" cy="80750"/>
            </a:xfrm>
            <a:custGeom>
              <a:rect b="b" l="l" r="r" t="t"/>
              <a:pathLst>
                <a:path extrusionOk="0" h="3080" w="3452">
                  <a:moveTo>
                    <a:pt x="0" y="1"/>
                  </a:moveTo>
                  <a:lnTo>
                    <a:pt x="0" y="3079"/>
                  </a:lnTo>
                  <a:lnTo>
                    <a:pt x="101" y="3079"/>
                  </a:lnTo>
                  <a:lnTo>
                    <a:pt x="3260" y="1337"/>
                  </a:lnTo>
                  <a:cubicBezTo>
                    <a:pt x="3325" y="1301"/>
                    <a:pt x="3390" y="1265"/>
                    <a:pt x="3452" y="1225"/>
                  </a:cubicBezTo>
                  <a:lnTo>
                    <a:pt x="3452" y="4"/>
                  </a:lnTo>
                  <a:lnTo>
                    <a:pt x="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88"/>
            <p:cNvSpPr/>
            <p:nvPr/>
          </p:nvSpPr>
          <p:spPr>
            <a:xfrm>
              <a:off x="2724837" y="3177427"/>
              <a:ext cx="162575" cy="76555"/>
            </a:xfrm>
            <a:custGeom>
              <a:rect b="b" l="l" r="r" t="t"/>
              <a:pathLst>
                <a:path extrusionOk="0" h="2920" w="6201">
                  <a:moveTo>
                    <a:pt x="5234" y="0"/>
                  </a:moveTo>
                  <a:lnTo>
                    <a:pt x="1" y="2920"/>
                  </a:lnTo>
                  <a:lnTo>
                    <a:pt x="6201" y="1083"/>
                  </a:lnTo>
                  <a:lnTo>
                    <a:pt x="5245" y="8"/>
                  </a:lnTo>
                  <a:cubicBezTo>
                    <a:pt x="5230" y="8"/>
                    <a:pt x="5223" y="8"/>
                    <a:pt x="5234"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88"/>
            <p:cNvSpPr/>
            <p:nvPr/>
          </p:nvSpPr>
          <p:spPr>
            <a:xfrm>
              <a:off x="2721718" y="2906050"/>
              <a:ext cx="190391" cy="238160"/>
            </a:xfrm>
            <a:custGeom>
              <a:rect b="b" l="l" r="r" t="t"/>
              <a:pathLst>
                <a:path extrusionOk="0" h="9084" w="7262">
                  <a:moveTo>
                    <a:pt x="3633" y="1"/>
                  </a:moveTo>
                  <a:cubicBezTo>
                    <a:pt x="1626" y="1"/>
                    <a:pt x="0" y="1572"/>
                    <a:pt x="0" y="3510"/>
                  </a:cubicBezTo>
                  <a:cubicBezTo>
                    <a:pt x="0" y="3575"/>
                    <a:pt x="7" y="6991"/>
                    <a:pt x="7" y="8443"/>
                  </a:cubicBezTo>
                  <a:cubicBezTo>
                    <a:pt x="7" y="8798"/>
                    <a:pt x="297" y="9084"/>
                    <a:pt x="652" y="9084"/>
                  </a:cubicBezTo>
                  <a:lnTo>
                    <a:pt x="1905" y="9084"/>
                  </a:lnTo>
                  <a:lnTo>
                    <a:pt x="4973" y="7393"/>
                  </a:lnTo>
                  <a:cubicBezTo>
                    <a:pt x="6385" y="6614"/>
                    <a:pt x="7262" y="5125"/>
                    <a:pt x="7262" y="3510"/>
                  </a:cubicBezTo>
                  <a:cubicBezTo>
                    <a:pt x="7262" y="1572"/>
                    <a:pt x="5635" y="1"/>
                    <a:pt x="3633"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88"/>
            <p:cNvSpPr/>
            <p:nvPr/>
          </p:nvSpPr>
          <p:spPr>
            <a:xfrm>
              <a:off x="2766051" y="2929986"/>
              <a:ext cx="119290" cy="119290"/>
            </a:xfrm>
            <a:custGeom>
              <a:rect b="b" l="l" r="r" t="t"/>
              <a:pathLst>
                <a:path extrusionOk="0" h="4550" w="4550">
                  <a:moveTo>
                    <a:pt x="2275" y="0"/>
                  </a:moveTo>
                  <a:cubicBezTo>
                    <a:pt x="1018" y="0"/>
                    <a:pt x="0" y="1018"/>
                    <a:pt x="0" y="2275"/>
                  </a:cubicBezTo>
                  <a:cubicBezTo>
                    <a:pt x="0" y="3531"/>
                    <a:pt x="1018" y="4549"/>
                    <a:pt x="2275" y="4549"/>
                  </a:cubicBezTo>
                  <a:cubicBezTo>
                    <a:pt x="3532" y="4549"/>
                    <a:pt x="4549" y="3531"/>
                    <a:pt x="4549" y="2275"/>
                  </a:cubicBezTo>
                  <a:cubicBezTo>
                    <a:pt x="4549" y="1018"/>
                    <a:pt x="3532" y="0"/>
                    <a:pt x="2275"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88"/>
            <p:cNvSpPr/>
            <p:nvPr/>
          </p:nvSpPr>
          <p:spPr>
            <a:xfrm>
              <a:off x="2813059" y="2953713"/>
              <a:ext cx="46457" cy="46379"/>
            </a:xfrm>
            <a:custGeom>
              <a:rect b="b" l="l" r="r" t="t"/>
              <a:pathLst>
                <a:path extrusionOk="0" h="1769" w="1772">
                  <a:moveTo>
                    <a:pt x="884" y="1"/>
                  </a:moveTo>
                  <a:cubicBezTo>
                    <a:pt x="398" y="1"/>
                    <a:pt x="0" y="396"/>
                    <a:pt x="0" y="884"/>
                  </a:cubicBezTo>
                  <a:cubicBezTo>
                    <a:pt x="0" y="1370"/>
                    <a:pt x="398" y="1768"/>
                    <a:pt x="884" y="1768"/>
                  </a:cubicBezTo>
                  <a:cubicBezTo>
                    <a:pt x="1373" y="1768"/>
                    <a:pt x="1771" y="1370"/>
                    <a:pt x="1771" y="884"/>
                  </a:cubicBezTo>
                  <a:cubicBezTo>
                    <a:pt x="1771" y="396"/>
                    <a:pt x="1373" y="1"/>
                    <a:pt x="884"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88"/>
            <p:cNvSpPr/>
            <p:nvPr/>
          </p:nvSpPr>
          <p:spPr>
            <a:xfrm>
              <a:off x="2695605" y="2900833"/>
              <a:ext cx="221826" cy="358419"/>
            </a:xfrm>
            <a:custGeom>
              <a:rect b="b" l="l" r="r" t="t"/>
              <a:pathLst>
                <a:path extrusionOk="0" h="13671" w="8461">
                  <a:moveTo>
                    <a:pt x="800" y="6146"/>
                  </a:moveTo>
                  <a:lnTo>
                    <a:pt x="800" y="6697"/>
                  </a:lnTo>
                  <a:lnTo>
                    <a:pt x="554" y="6697"/>
                  </a:lnTo>
                  <a:lnTo>
                    <a:pt x="800" y="6146"/>
                  </a:lnTo>
                  <a:close/>
                  <a:moveTo>
                    <a:pt x="4629" y="0"/>
                  </a:moveTo>
                  <a:cubicBezTo>
                    <a:pt x="2517" y="0"/>
                    <a:pt x="797" y="1663"/>
                    <a:pt x="797" y="3709"/>
                  </a:cubicBezTo>
                  <a:cubicBezTo>
                    <a:pt x="797" y="3734"/>
                    <a:pt x="797" y="4328"/>
                    <a:pt x="800" y="5180"/>
                  </a:cubicBezTo>
                  <a:lnTo>
                    <a:pt x="62" y="6813"/>
                  </a:lnTo>
                  <a:cubicBezTo>
                    <a:pt x="0" y="6947"/>
                    <a:pt x="98" y="7095"/>
                    <a:pt x="243" y="7095"/>
                  </a:cubicBezTo>
                  <a:lnTo>
                    <a:pt x="800" y="7095"/>
                  </a:lnTo>
                  <a:cubicBezTo>
                    <a:pt x="800" y="7610"/>
                    <a:pt x="800" y="8138"/>
                    <a:pt x="804" y="8642"/>
                  </a:cubicBezTo>
                  <a:cubicBezTo>
                    <a:pt x="804" y="9105"/>
                    <a:pt x="1181" y="9482"/>
                    <a:pt x="1648" y="9482"/>
                  </a:cubicBezTo>
                  <a:lnTo>
                    <a:pt x="2698" y="9482"/>
                  </a:lnTo>
                  <a:lnTo>
                    <a:pt x="2698" y="10790"/>
                  </a:lnTo>
                  <a:lnTo>
                    <a:pt x="949" y="13357"/>
                  </a:lnTo>
                  <a:cubicBezTo>
                    <a:pt x="856" y="13495"/>
                    <a:pt x="962" y="13671"/>
                    <a:pt x="1114" y="13671"/>
                  </a:cubicBezTo>
                  <a:cubicBezTo>
                    <a:pt x="1133" y="13671"/>
                    <a:pt x="1153" y="13668"/>
                    <a:pt x="1173" y="13662"/>
                  </a:cubicBezTo>
                  <a:lnTo>
                    <a:pt x="2995" y="13122"/>
                  </a:lnTo>
                  <a:cubicBezTo>
                    <a:pt x="3229" y="13053"/>
                    <a:pt x="3157" y="12728"/>
                    <a:pt x="2948" y="12728"/>
                  </a:cubicBezTo>
                  <a:cubicBezTo>
                    <a:pt x="2928" y="12728"/>
                    <a:pt x="2906" y="12731"/>
                    <a:pt x="2883" y="12738"/>
                  </a:cubicBezTo>
                  <a:lnTo>
                    <a:pt x="1597" y="13118"/>
                  </a:lnTo>
                  <a:lnTo>
                    <a:pt x="1597" y="13118"/>
                  </a:lnTo>
                  <a:lnTo>
                    <a:pt x="3068" y="10963"/>
                  </a:lnTo>
                  <a:cubicBezTo>
                    <a:pt x="3089" y="10931"/>
                    <a:pt x="3100" y="10891"/>
                    <a:pt x="3100" y="10851"/>
                  </a:cubicBezTo>
                  <a:lnTo>
                    <a:pt x="3100" y="9402"/>
                  </a:lnTo>
                  <a:lnTo>
                    <a:pt x="4317" y="8732"/>
                  </a:lnTo>
                  <a:cubicBezTo>
                    <a:pt x="4514" y="8622"/>
                    <a:pt x="4405" y="8354"/>
                    <a:pt x="4225" y="8354"/>
                  </a:cubicBezTo>
                  <a:cubicBezTo>
                    <a:pt x="4194" y="8354"/>
                    <a:pt x="4160" y="8362"/>
                    <a:pt x="4125" y="8381"/>
                  </a:cubicBezTo>
                  <a:lnTo>
                    <a:pt x="2850" y="9084"/>
                  </a:lnTo>
                  <a:lnTo>
                    <a:pt x="1648" y="9084"/>
                  </a:lnTo>
                  <a:cubicBezTo>
                    <a:pt x="1405" y="9084"/>
                    <a:pt x="1206" y="8888"/>
                    <a:pt x="1206" y="8642"/>
                  </a:cubicBezTo>
                  <a:lnTo>
                    <a:pt x="1206" y="8091"/>
                  </a:lnTo>
                  <a:lnTo>
                    <a:pt x="2238" y="8091"/>
                  </a:lnTo>
                  <a:cubicBezTo>
                    <a:pt x="2506" y="8088"/>
                    <a:pt x="2506" y="7689"/>
                    <a:pt x="2238" y="7689"/>
                  </a:cubicBezTo>
                  <a:lnTo>
                    <a:pt x="1206" y="7689"/>
                  </a:lnTo>
                  <a:cubicBezTo>
                    <a:pt x="1202" y="5730"/>
                    <a:pt x="1199" y="3760"/>
                    <a:pt x="1199" y="3709"/>
                  </a:cubicBezTo>
                  <a:cubicBezTo>
                    <a:pt x="1199" y="1887"/>
                    <a:pt x="2738" y="406"/>
                    <a:pt x="4629" y="406"/>
                  </a:cubicBezTo>
                  <a:cubicBezTo>
                    <a:pt x="6523" y="406"/>
                    <a:pt x="8062" y="1887"/>
                    <a:pt x="8062" y="3709"/>
                  </a:cubicBezTo>
                  <a:cubicBezTo>
                    <a:pt x="8058" y="5252"/>
                    <a:pt x="7222" y="6672"/>
                    <a:pt x="5871" y="7418"/>
                  </a:cubicBezTo>
                  <a:lnTo>
                    <a:pt x="4915" y="7946"/>
                  </a:lnTo>
                  <a:cubicBezTo>
                    <a:pt x="4715" y="8054"/>
                    <a:pt x="4826" y="8326"/>
                    <a:pt x="5005" y="8326"/>
                  </a:cubicBezTo>
                  <a:cubicBezTo>
                    <a:pt x="5037" y="8326"/>
                    <a:pt x="5072" y="8317"/>
                    <a:pt x="5107" y="8298"/>
                  </a:cubicBezTo>
                  <a:lnTo>
                    <a:pt x="6066" y="7769"/>
                  </a:lnTo>
                  <a:cubicBezTo>
                    <a:pt x="6095" y="7751"/>
                    <a:pt x="6124" y="7733"/>
                    <a:pt x="6157" y="7718"/>
                  </a:cubicBezTo>
                  <a:lnTo>
                    <a:pt x="6157" y="10550"/>
                  </a:lnTo>
                  <a:cubicBezTo>
                    <a:pt x="6157" y="10598"/>
                    <a:pt x="6175" y="10645"/>
                    <a:pt x="6204" y="10681"/>
                  </a:cubicBezTo>
                  <a:lnTo>
                    <a:pt x="6961" y="11532"/>
                  </a:lnTo>
                  <a:lnTo>
                    <a:pt x="3676" y="12506"/>
                  </a:lnTo>
                  <a:cubicBezTo>
                    <a:pt x="3442" y="12575"/>
                    <a:pt x="3514" y="12900"/>
                    <a:pt x="3723" y="12900"/>
                  </a:cubicBezTo>
                  <a:cubicBezTo>
                    <a:pt x="3744" y="12900"/>
                    <a:pt x="3765" y="12897"/>
                    <a:pt x="3788" y="12890"/>
                  </a:cubicBezTo>
                  <a:lnTo>
                    <a:pt x="7374" y="11829"/>
                  </a:lnTo>
                  <a:cubicBezTo>
                    <a:pt x="7515" y="11786"/>
                    <a:pt x="7566" y="11612"/>
                    <a:pt x="7468" y="11503"/>
                  </a:cubicBezTo>
                  <a:lnTo>
                    <a:pt x="6552" y="10471"/>
                  </a:lnTo>
                  <a:lnTo>
                    <a:pt x="6552" y="7454"/>
                  </a:lnTo>
                  <a:cubicBezTo>
                    <a:pt x="7751" y="6581"/>
                    <a:pt x="8460" y="5190"/>
                    <a:pt x="8460" y="3709"/>
                  </a:cubicBezTo>
                  <a:cubicBezTo>
                    <a:pt x="8460" y="1663"/>
                    <a:pt x="6740" y="0"/>
                    <a:pt x="4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88"/>
            <p:cNvSpPr/>
            <p:nvPr/>
          </p:nvSpPr>
          <p:spPr>
            <a:xfrm>
              <a:off x="2760703" y="2924743"/>
              <a:ext cx="133080" cy="129829"/>
            </a:xfrm>
            <a:custGeom>
              <a:rect b="b" l="l" r="r" t="t"/>
              <a:pathLst>
                <a:path extrusionOk="0" h="4952" w="5076">
                  <a:moveTo>
                    <a:pt x="2478" y="1"/>
                  </a:moveTo>
                  <a:cubicBezTo>
                    <a:pt x="2464" y="1"/>
                    <a:pt x="2450" y="1"/>
                    <a:pt x="2435" y="1"/>
                  </a:cubicBezTo>
                  <a:cubicBezTo>
                    <a:pt x="1153" y="23"/>
                    <a:pt x="99" y="1022"/>
                    <a:pt x="12" y="2305"/>
                  </a:cubicBezTo>
                  <a:cubicBezTo>
                    <a:pt x="1" y="2443"/>
                    <a:pt x="107" y="2517"/>
                    <a:pt x="212" y="2517"/>
                  </a:cubicBezTo>
                  <a:cubicBezTo>
                    <a:pt x="307" y="2517"/>
                    <a:pt x="402" y="2457"/>
                    <a:pt x="411" y="2330"/>
                  </a:cubicBezTo>
                  <a:cubicBezTo>
                    <a:pt x="487" y="1258"/>
                    <a:pt x="1367" y="421"/>
                    <a:pt x="2443" y="403"/>
                  </a:cubicBezTo>
                  <a:cubicBezTo>
                    <a:pt x="2454" y="403"/>
                    <a:pt x="2466" y="403"/>
                    <a:pt x="2478" y="403"/>
                  </a:cubicBezTo>
                  <a:cubicBezTo>
                    <a:pt x="3535" y="403"/>
                    <a:pt x="4429" y="1201"/>
                    <a:pt x="4540" y="2257"/>
                  </a:cubicBezTo>
                  <a:cubicBezTo>
                    <a:pt x="4652" y="3326"/>
                    <a:pt x="3931" y="4304"/>
                    <a:pt x="2877" y="4510"/>
                  </a:cubicBezTo>
                  <a:cubicBezTo>
                    <a:pt x="2743" y="4536"/>
                    <a:pt x="2609" y="4549"/>
                    <a:pt x="2476" y="4549"/>
                  </a:cubicBezTo>
                  <a:cubicBezTo>
                    <a:pt x="1568" y="4549"/>
                    <a:pt x="746" y="3952"/>
                    <a:pt x="487" y="3051"/>
                  </a:cubicBezTo>
                  <a:cubicBezTo>
                    <a:pt x="457" y="2949"/>
                    <a:pt x="378" y="2905"/>
                    <a:pt x="300" y="2905"/>
                  </a:cubicBezTo>
                  <a:cubicBezTo>
                    <a:pt x="179" y="2905"/>
                    <a:pt x="57" y="3007"/>
                    <a:pt x="103" y="3163"/>
                  </a:cubicBezTo>
                  <a:cubicBezTo>
                    <a:pt x="413" y="4238"/>
                    <a:pt x="1396" y="4951"/>
                    <a:pt x="2477" y="4951"/>
                  </a:cubicBezTo>
                  <a:cubicBezTo>
                    <a:pt x="2634" y="4951"/>
                    <a:pt x="2794" y="4936"/>
                    <a:pt x="2953" y="4905"/>
                  </a:cubicBezTo>
                  <a:cubicBezTo>
                    <a:pt x="4214" y="4662"/>
                    <a:pt x="5076" y="3492"/>
                    <a:pt x="4942" y="2218"/>
                  </a:cubicBezTo>
                  <a:cubicBezTo>
                    <a:pt x="4809" y="953"/>
                    <a:pt x="3745" y="1"/>
                    <a:pt x="2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88"/>
            <p:cNvSpPr/>
            <p:nvPr/>
          </p:nvSpPr>
          <p:spPr>
            <a:xfrm>
              <a:off x="2787602" y="2948260"/>
              <a:ext cx="85967" cy="76765"/>
            </a:xfrm>
            <a:custGeom>
              <a:rect b="b" l="l" r="r" t="t"/>
              <a:pathLst>
                <a:path extrusionOk="0" h="2928" w="3279">
                  <a:moveTo>
                    <a:pt x="1858" y="406"/>
                  </a:moveTo>
                  <a:cubicBezTo>
                    <a:pt x="2033" y="406"/>
                    <a:pt x="2208" y="473"/>
                    <a:pt x="2340" y="607"/>
                  </a:cubicBezTo>
                  <a:cubicBezTo>
                    <a:pt x="2608" y="875"/>
                    <a:pt x="2608" y="1306"/>
                    <a:pt x="2344" y="1574"/>
                  </a:cubicBezTo>
                  <a:cubicBezTo>
                    <a:pt x="2210" y="1708"/>
                    <a:pt x="2034" y="1775"/>
                    <a:pt x="1858" y="1775"/>
                  </a:cubicBezTo>
                  <a:cubicBezTo>
                    <a:pt x="1683" y="1775"/>
                    <a:pt x="1507" y="1708"/>
                    <a:pt x="1373" y="1574"/>
                  </a:cubicBezTo>
                  <a:cubicBezTo>
                    <a:pt x="1109" y="1306"/>
                    <a:pt x="1109" y="875"/>
                    <a:pt x="1373" y="607"/>
                  </a:cubicBezTo>
                  <a:cubicBezTo>
                    <a:pt x="1507" y="473"/>
                    <a:pt x="1683" y="406"/>
                    <a:pt x="1858" y="406"/>
                  </a:cubicBezTo>
                  <a:close/>
                  <a:moveTo>
                    <a:pt x="1851" y="1"/>
                  </a:moveTo>
                  <a:cubicBezTo>
                    <a:pt x="994" y="1"/>
                    <a:pt x="460" y="974"/>
                    <a:pt x="964" y="1705"/>
                  </a:cubicBezTo>
                  <a:lnTo>
                    <a:pt x="80" y="2588"/>
                  </a:lnTo>
                  <a:cubicBezTo>
                    <a:pt x="0" y="2664"/>
                    <a:pt x="0" y="2791"/>
                    <a:pt x="80" y="2871"/>
                  </a:cubicBezTo>
                  <a:cubicBezTo>
                    <a:pt x="118" y="2909"/>
                    <a:pt x="169" y="2928"/>
                    <a:pt x="220" y="2928"/>
                  </a:cubicBezTo>
                  <a:cubicBezTo>
                    <a:pt x="271" y="2928"/>
                    <a:pt x="323" y="2909"/>
                    <a:pt x="363" y="2871"/>
                  </a:cubicBezTo>
                  <a:lnTo>
                    <a:pt x="1246" y="1987"/>
                  </a:lnTo>
                  <a:cubicBezTo>
                    <a:pt x="1432" y="2113"/>
                    <a:pt x="1644" y="2175"/>
                    <a:pt x="1856" y="2175"/>
                  </a:cubicBezTo>
                  <a:cubicBezTo>
                    <a:pt x="2135" y="2175"/>
                    <a:pt x="2412" y="2067"/>
                    <a:pt x="2623" y="1857"/>
                  </a:cubicBezTo>
                  <a:cubicBezTo>
                    <a:pt x="3278" y="1208"/>
                    <a:pt x="2876" y="93"/>
                    <a:pt x="1960" y="6"/>
                  </a:cubicBezTo>
                  <a:cubicBezTo>
                    <a:pt x="1923" y="2"/>
                    <a:pt x="1887" y="1"/>
                    <a:pt x="18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8" name="Google Shape;17468;p88"/>
          <p:cNvGrpSpPr/>
          <p:nvPr/>
        </p:nvGrpSpPr>
        <p:grpSpPr>
          <a:xfrm>
            <a:off x="1309564" y="3381504"/>
            <a:ext cx="320509" cy="358341"/>
            <a:chOff x="1309564" y="3381504"/>
            <a:chExt cx="320509" cy="358341"/>
          </a:xfrm>
        </p:grpSpPr>
        <p:sp>
          <p:nvSpPr>
            <p:cNvPr id="17469" name="Google Shape;17469;p88"/>
            <p:cNvSpPr/>
            <p:nvPr/>
          </p:nvSpPr>
          <p:spPr>
            <a:xfrm>
              <a:off x="1324299" y="3624750"/>
              <a:ext cx="96952" cy="96979"/>
            </a:xfrm>
            <a:custGeom>
              <a:rect b="b" l="l" r="r" t="t"/>
              <a:pathLst>
                <a:path extrusionOk="0" h="3699" w="3698">
                  <a:moveTo>
                    <a:pt x="2202" y="0"/>
                  </a:moveTo>
                  <a:lnTo>
                    <a:pt x="0" y="2206"/>
                  </a:lnTo>
                  <a:lnTo>
                    <a:pt x="1492" y="3698"/>
                  </a:lnTo>
                  <a:lnTo>
                    <a:pt x="1934" y="3256"/>
                  </a:lnTo>
                  <a:lnTo>
                    <a:pt x="1373" y="2695"/>
                  </a:lnTo>
                  <a:lnTo>
                    <a:pt x="1811" y="2253"/>
                  </a:lnTo>
                  <a:lnTo>
                    <a:pt x="2372" y="2818"/>
                  </a:lnTo>
                  <a:lnTo>
                    <a:pt x="2814" y="2376"/>
                  </a:lnTo>
                  <a:lnTo>
                    <a:pt x="2253" y="1815"/>
                  </a:lnTo>
                  <a:lnTo>
                    <a:pt x="2695" y="1373"/>
                  </a:lnTo>
                  <a:lnTo>
                    <a:pt x="3256" y="1934"/>
                  </a:lnTo>
                  <a:lnTo>
                    <a:pt x="3698" y="1493"/>
                  </a:lnTo>
                  <a:lnTo>
                    <a:pt x="2202"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88"/>
            <p:cNvSpPr/>
            <p:nvPr/>
          </p:nvSpPr>
          <p:spPr>
            <a:xfrm>
              <a:off x="1450955" y="3563794"/>
              <a:ext cx="149859" cy="170728"/>
            </a:xfrm>
            <a:custGeom>
              <a:rect b="b" l="l" r="r" t="t"/>
              <a:pathLst>
                <a:path extrusionOk="0" h="6512" w="5716">
                  <a:moveTo>
                    <a:pt x="2098" y="0"/>
                  </a:moveTo>
                  <a:lnTo>
                    <a:pt x="1554" y="1492"/>
                  </a:lnTo>
                  <a:cubicBezTo>
                    <a:pt x="537" y="2054"/>
                    <a:pt x="1" y="3213"/>
                    <a:pt x="225" y="4354"/>
                  </a:cubicBezTo>
                  <a:cubicBezTo>
                    <a:pt x="424" y="5342"/>
                    <a:pt x="1159" y="6139"/>
                    <a:pt x="2126" y="6411"/>
                  </a:cubicBezTo>
                  <a:cubicBezTo>
                    <a:pt x="2367" y="6479"/>
                    <a:pt x="2611" y="6512"/>
                    <a:pt x="2854" y="6512"/>
                  </a:cubicBezTo>
                  <a:cubicBezTo>
                    <a:pt x="3591" y="6512"/>
                    <a:pt x="4310" y="6206"/>
                    <a:pt x="4825" y="5650"/>
                  </a:cubicBezTo>
                  <a:cubicBezTo>
                    <a:pt x="5506" y="4908"/>
                    <a:pt x="5716" y="3847"/>
                    <a:pt x="5368" y="2901"/>
                  </a:cubicBezTo>
                  <a:cubicBezTo>
                    <a:pt x="5017" y="1956"/>
                    <a:pt x="4166" y="1290"/>
                    <a:pt x="3166" y="1170"/>
                  </a:cubicBezTo>
                  <a:lnTo>
                    <a:pt x="2098"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88"/>
            <p:cNvSpPr/>
            <p:nvPr/>
          </p:nvSpPr>
          <p:spPr>
            <a:xfrm>
              <a:off x="1497491" y="3650679"/>
              <a:ext cx="55555" cy="39982"/>
            </a:xfrm>
            <a:custGeom>
              <a:rect b="b" l="l" r="r" t="t"/>
              <a:pathLst>
                <a:path extrusionOk="0" h="1525" w="2119">
                  <a:moveTo>
                    <a:pt x="0" y="0"/>
                  </a:moveTo>
                  <a:lnTo>
                    <a:pt x="0" y="1525"/>
                  </a:lnTo>
                  <a:lnTo>
                    <a:pt x="2119" y="1525"/>
                  </a:lnTo>
                  <a:lnTo>
                    <a:pt x="2119"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88"/>
            <p:cNvSpPr/>
            <p:nvPr/>
          </p:nvSpPr>
          <p:spPr>
            <a:xfrm>
              <a:off x="1315358" y="3495603"/>
              <a:ext cx="195819" cy="195819"/>
            </a:xfrm>
            <a:custGeom>
              <a:rect b="b" l="l" r="r" t="t"/>
              <a:pathLst>
                <a:path extrusionOk="0" h="7469" w="7469">
                  <a:moveTo>
                    <a:pt x="6791" y="1"/>
                  </a:moveTo>
                  <a:lnTo>
                    <a:pt x="1" y="6792"/>
                  </a:lnTo>
                  <a:lnTo>
                    <a:pt x="678" y="7469"/>
                  </a:lnTo>
                  <a:lnTo>
                    <a:pt x="7469" y="678"/>
                  </a:lnTo>
                  <a:lnTo>
                    <a:pt x="679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88"/>
            <p:cNvSpPr/>
            <p:nvPr/>
          </p:nvSpPr>
          <p:spPr>
            <a:xfrm>
              <a:off x="1476124" y="3498827"/>
              <a:ext cx="31828" cy="31854"/>
            </a:xfrm>
            <a:custGeom>
              <a:rect b="b" l="l" r="r" t="t"/>
              <a:pathLst>
                <a:path extrusionOk="0" h="1215" w="1214">
                  <a:moveTo>
                    <a:pt x="536" y="1"/>
                  </a:moveTo>
                  <a:lnTo>
                    <a:pt x="0" y="537"/>
                  </a:lnTo>
                  <a:cubicBezTo>
                    <a:pt x="203" y="783"/>
                    <a:pt x="431" y="1011"/>
                    <a:pt x="681" y="1214"/>
                  </a:cubicBezTo>
                  <a:lnTo>
                    <a:pt x="1214" y="682"/>
                  </a:lnTo>
                  <a:lnTo>
                    <a:pt x="53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88"/>
            <p:cNvSpPr/>
            <p:nvPr/>
          </p:nvSpPr>
          <p:spPr>
            <a:xfrm>
              <a:off x="1456094" y="3386748"/>
              <a:ext cx="173979" cy="153975"/>
            </a:xfrm>
            <a:custGeom>
              <a:rect b="b" l="l" r="r" t="t"/>
              <a:pathLst>
                <a:path extrusionOk="0" h="5873" w="6636">
                  <a:moveTo>
                    <a:pt x="2783" y="799"/>
                  </a:moveTo>
                  <a:cubicBezTo>
                    <a:pt x="3401" y="799"/>
                    <a:pt x="4083" y="1084"/>
                    <a:pt x="4625" y="1629"/>
                  </a:cubicBezTo>
                  <a:cubicBezTo>
                    <a:pt x="5559" y="2559"/>
                    <a:pt x="5730" y="3903"/>
                    <a:pt x="5005" y="4624"/>
                  </a:cubicBezTo>
                  <a:cubicBezTo>
                    <a:pt x="4704" y="4926"/>
                    <a:pt x="4294" y="5073"/>
                    <a:pt x="3851" y="5073"/>
                  </a:cubicBezTo>
                  <a:cubicBezTo>
                    <a:pt x="3233" y="5073"/>
                    <a:pt x="2550" y="4789"/>
                    <a:pt x="2007" y="4247"/>
                  </a:cubicBezTo>
                  <a:cubicBezTo>
                    <a:pt x="1076" y="3313"/>
                    <a:pt x="906" y="1973"/>
                    <a:pt x="1630" y="1248"/>
                  </a:cubicBezTo>
                  <a:cubicBezTo>
                    <a:pt x="1931" y="946"/>
                    <a:pt x="2340" y="799"/>
                    <a:pt x="2783" y="799"/>
                  </a:cubicBezTo>
                  <a:close/>
                  <a:moveTo>
                    <a:pt x="2585" y="1"/>
                  </a:moveTo>
                  <a:cubicBezTo>
                    <a:pt x="1976" y="1"/>
                    <a:pt x="1412" y="202"/>
                    <a:pt x="996" y="618"/>
                  </a:cubicBezTo>
                  <a:cubicBezTo>
                    <a:pt x="0" y="1610"/>
                    <a:pt x="236" y="3454"/>
                    <a:pt x="1518" y="4736"/>
                  </a:cubicBezTo>
                  <a:cubicBezTo>
                    <a:pt x="2264" y="5482"/>
                    <a:pt x="3201" y="5873"/>
                    <a:pt x="4050" y="5873"/>
                  </a:cubicBezTo>
                  <a:cubicBezTo>
                    <a:pt x="4659" y="5873"/>
                    <a:pt x="5223" y="5672"/>
                    <a:pt x="5639" y="5257"/>
                  </a:cubicBezTo>
                  <a:cubicBezTo>
                    <a:pt x="6635" y="4265"/>
                    <a:pt x="6400" y="2418"/>
                    <a:pt x="5118" y="1136"/>
                  </a:cubicBezTo>
                  <a:cubicBezTo>
                    <a:pt x="4371" y="392"/>
                    <a:pt x="3434" y="1"/>
                    <a:pt x="2585"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88"/>
            <p:cNvSpPr/>
            <p:nvPr/>
          </p:nvSpPr>
          <p:spPr>
            <a:xfrm>
              <a:off x="1444034" y="3558551"/>
              <a:ext cx="157357" cy="181294"/>
            </a:xfrm>
            <a:custGeom>
              <a:rect b="b" l="l" r="r" t="t"/>
              <a:pathLst>
                <a:path extrusionOk="0" h="6915" w="6002">
                  <a:moveTo>
                    <a:pt x="2358" y="0"/>
                  </a:moveTo>
                  <a:cubicBezTo>
                    <a:pt x="2278" y="0"/>
                    <a:pt x="2200" y="47"/>
                    <a:pt x="2170" y="131"/>
                  </a:cubicBezTo>
                  <a:lnTo>
                    <a:pt x="1655" y="1555"/>
                  </a:lnTo>
                  <a:cubicBezTo>
                    <a:pt x="536" y="2214"/>
                    <a:pt x="0" y="3539"/>
                    <a:pt x="341" y="4789"/>
                  </a:cubicBezTo>
                  <a:cubicBezTo>
                    <a:pt x="681" y="6042"/>
                    <a:pt x="1815" y="6911"/>
                    <a:pt x="3111" y="6915"/>
                  </a:cubicBezTo>
                  <a:cubicBezTo>
                    <a:pt x="4433" y="6915"/>
                    <a:pt x="5588" y="6017"/>
                    <a:pt x="5911" y="4731"/>
                  </a:cubicBezTo>
                  <a:cubicBezTo>
                    <a:pt x="5949" y="4579"/>
                    <a:pt x="5829" y="4482"/>
                    <a:pt x="5711" y="4482"/>
                  </a:cubicBezTo>
                  <a:cubicBezTo>
                    <a:pt x="5630" y="4482"/>
                    <a:pt x="5550" y="4528"/>
                    <a:pt x="5523" y="4633"/>
                  </a:cubicBezTo>
                  <a:cubicBezTo>
                    <a:pt x="5288" y="5564"/>
                    <a:pt x="4538" y="6277"/>
                    <a:pt x="3600" y="6466"/>
                  </a:cubicBezTo>
                  <a:cubicBezTo>
                    <a:pt x="3439" y="6497"/>
                    <a:pt x="3278" y="6513"/>
                    <a:pt x="3119" y="6513"/>
                  </a:cubicBezTo>
                  <a:cubicBezTo>
                    <a:pt x="2095" y="6513"/>
                    <a:pt x="1153" y="5878"/>
                    <a:pt x="790" y="4887"/>
                  </a:cubicBezTo>
                  <a:cubicBezTo>
                    <a:pt x="370" y="3739"/>
                    <a:pt x="848" y="2460"/>
                    <a:pt x="1912" y="1866"/>
                  </a:cubicBezTo>
                  <a:cubicBezTo>
                    <a:pt x="1956" y="1841"/>
                    <a:pt x="1988" y="1805"/>
                    <a:pt x="2003" y="1758"/>
                  </a:cubicBezTo>
                  <a:lnTo>
                    <a:pt x="2430" y="581"/>
                  </a:lnTo>
                  <a:lnTo>
                    <a:pt x="3278" y="1508"/>
                  </a:lnTo>
                  <a:cubicBezTo>
                    <a:pt x="3310" y="1544"/>
                    <a:pt x="3354" y="1566"/>
                    <a:pt x="3401" y="1573"/>
                  </a:cubicBezTo>
                  <a:cubicBezTo>
                    <a:pt x="4473" y="1692"/>
                    <a:pt x="5342" y="2493"/>
                    <a:pt x="5549" y="3554"/>
                  </a:cubicBezTo>
                  <a:cubicBezTo>
                    <a:pt x="5570" y="3670"/>
                    <a:pt x="5588" y="3786"/>
                    <a:pt x="5592" y="3905"/>
                  </a:cubicBezTo>
                  <a:cubicBezTo>
                    <a:pt x="5599" y="4034"/>
                    <a:pt x="5695" y="4096"/>
                    <a:pt x="5792" y="4096"/>
                  </a:cubicBezTo>
                  <a:cubicBezTo>
                    <a:pt x="5896" y="4096"/>
                    <a:pt x="6002" y="4023"/>
                    <a:pt x="5994" y="3884"/>
                  </a:cubicBezTo>
                  <a:cubicBezTo>
                    <a:pt x="5987" y="3746"/>
                    <a:pt x="5969" y="3608"/>
                    <a:pt x="5943" y="3474"/>
                  </a:cubicBezTo>
                  <a:cubicBezTo>
                    <a:pt x="5708" y="2272"/>
                    <a:pt x="4737" y="1352"/>
                    <a:pt x="3524" y="1182"/>
                  </a:cubicBezTo>
                  <a:lnTo>
                    <a:pt x="2506" y="66"/>
                  </a:lnTo>
                  <a:cubicBezTo>
                    <a:pt x="2466" y="21"/>
                    <a:pt x="2411"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88"/>
            <p:cNvSpPr/>
            <p:nvPr/>
          </p:nvSpPr>
          <p:spPr>
            <a:xfrm>
              <a:off x="1492248" y="3617540"/>
              <a:ext cx="66042" cy="78364"/>
            </a:xfrm>
            <a:custGeom>
              <a:rect b="b" l="l" r="r" t="t"/>
              <a:pathLst>
                <a:path extrusionOk="0" h="2989" w="2519">
                  <a:moveTo>
                    <a:pt x="2120" y="1467"/>
                  </a:moveTo>
                  <a:lnTo>
                    <a:pt x="2120" y="2586"/>
                  </a:lnTo>
                  <a:lnTo>
                    <a:pt x="403" y="2586"/>
                  </a:lnTo>
                  <a:lnTo>
                    <a:pt x="403" y="1467"/>
                  </a:lnTo>
                  <a:close/>
                  <a:moveTo>
                    <a:pt x="1261" y="0"/>
                  </a:moveTo>
                  <a:cubicBezTo>
                    <a:pt x="888" y="0"/>
                    <a:pt x="588" y="301"/>
                    <a:pt x="588" y="670"/>
                  </a:cubicBezTo>
                  <a:lnTo>
                    <a:pt x="588" y="1065"/>
                  </a:lnTo>
                  <a:lnTo>
                    <a:pt x="204" y="1065"/>
                  </a:lnTo>
                  <a:cubicBezTo>
                    <a:pt x="92" y="1065"/>
                    <a:pt x="1" y="1155"/>
                    <a:pt x="1" y="1264"/>
                  </a:cubicBezTo>
                  <a:lnTo>
                    <a:pt x="1" y="2789"/>
                  </a:lnTo>
                  <a:cubicBezTo>
                    <a:pt x="1" y="2898"/>
                    <a:pt x="92" y="2988"/>
                    <a:pt x="204" y="2988"/>
                  </a:cubicBezTo>
                  <a:lnTo>
                    <a:pt x="2319" y="2988"/>
                  </a:lnTo>
                  <a:cubicBezTo>
                    <a:pt x="2431" y="2988"/>
                    <a:pt x="2518" y="2898"/>
                    <a:pt x="2518" y="2789"/>
                  </a:cubicBezTo>
                  <a:lnTo>
                    <a:pt x="2518" y="1264"/>
                  </a:lnTo>
                  <a:cubicBezTo>
                    <a:pt x="2518" y="1155"/>
                    <a:pt x="2431" y="1065"/>
                    <a:pt x="2319" y="1065"/>
                  </a:cubicBezTo>
                  <a:lnTo>
                    <a:pt x="990" y="1065"/>
                  </a:lnTo>
                  <a:lnTo>
                    <a:pt x="990" y="670"/>
                  </a:lnTo>
                  <a:cubicBezTo>
                    <a:pt x="990" y="522"/>
                    <a:pt x="1109" y="399"/>
                    <a:pt x="1261" y="399"/>
                  </a:cubicBezTo>
                  <a:cubicBezTo>
                    <a:pt x="1410" y="399"/>
                    <a:pt x="1533" y="522"/>
                    <a:pt x="1533" y="670"/>
                  </a:cubicBezTo>
                  <a:cubicBezTo>
                    <a:pt x="1533" y="804"/>
                    <a:pt x="1633" y="871"/>
                    <a:pt x="1732" y="871"/>
                  </a:cubicBezTo>
                  <a:cubicBezTo>
                    <a:pt x="1832" y="871"/>
                    <a:pt x="1931" y="804"/>
                    <a:pt x="1931" y="670"/>
                  </a:cubicBezTo>
                  <a:cubicBezTo>
                    <a:pt x="1931" y="301"/>
                    <a:pt x="1631" y="0"/>
                    <a:pt x="1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88"/>
            <p:cNvSpPr/>
            <p:nvPr/>
          </p:nvSpPr>
          <p:spPr>
            <a:xfrm>
              <a:off x="1309564" y="3381504"/>
              <a:ext cx="317835" cy="345520"/>
            </a:xfrm>
            <a:custGeom>
              <a:rect b="b" l="l" r="r" t="t"/>
              <a:pathLst>
                <a:path extrusionOk="0" h="13179" w="12123">
                  <a:moveTo>
                    <a:pt x="3105" y="9898"/>
                  </a:moveTo>
                  <a:lnTo>
                    <a:pt x="3977" y="10771"/>
                  </a:lnTo>
                  <a:lnTo>
                    <a:pt x="3818" y="10930"/>
                  </a:lnTo>
                  <a:lnTo>
                    <a:pt x="3398" y="10510"/>
                  </a:lnTo>
                  <a:cubicBezTo>
                    <a:pt x="3358" y="10470"/>
                    <a:pt x="3307" y="10450"/>
                    <a:pt x="3255" y="10450"/>
                  </a:cubicBezTo>
                  <a:cubicBezTo>
                    <a:pt x="3204" y="10450"/>
                    <a:pt x="3154" y="10470"/>
                    <a:pt x="3115" y="10510"/>
                  </a:cubicBezTo>
                  <a:lnTo>
                    <a:pt x="2674" y="10952"/>
                  </a:lnTo>
                  <a:cubicBezTo>
                    <a:pt x="2594" y="11028"/>
                    <a:pt x="2594" y="11154"/>
                    <a:pt x="2674" y="11234"/>
                  </a:cubicBezTo>
                  <a:lnTo>
                    <a:pt x="3094" y="11654"/>
                  </a:lnTo>
                  <a:lnTo>
                    <a:pt x="2934" y="11810"/>
                  </a:lnTo>
                  <a:lnTo>
                    <a:pt x="2514" y="11390"/>
                  </a:lnTo>
                  <a:cubicBezTo>
                    <a:pt x="2474" y="11352"/>
                    <a:pt x="2423" y="11333"/>
                    <a:pt x="2372" y="11333"/>
                  </a:cubicBezTo>
                  <a:cubicBezTo>
                    <a:pt x="2321" y="11333"/>
                    <a:pt x="2270" y="11352"/>
                    <a:pt x="2232" y="11390"/>
                  </a:cubicBezTo>
                  <a:lnTo>
                    <a:pt x="1790" y="11832"/>
                  </a:lnTo>
                  <a:cubicBezTo>
                    <a:pt x="1710" y="11908"/>
                    <a:pt x="1710" y="12035"/>
                    <a:pt x="1790" y="12114"/>
                  </a:cubicBezTo>
                  <a:lnTo>
                    <a:pt x="2210" y="12534"/>
                  </a:lnTo>
                  <a:lnTo>
                    <a:pt x="2054" y="12694"/>
                  </a:lnTo>
                  <a:lnTo>
                    <a:pt x="1181" y="11821"/>
                  </a:lnTo>
                  <a:lnTo>
                    <a:pt x="3105" y="9898"/>
                  </a:lnTo>
                  <a:close/>
                  <a:moveTo>
                    <a:pt x="8173" y="0"/>
                  </a:moveTo>
                  <a:cubicBezTo>
                    <a:pt x="7491" y="0"/>
                    <a:pt x="6886" y="234"/>
                    <a:pt x="6444" y="677"/>
                  </a:cubicBezTo>
                  <a:cubicBezTo>
                    <a:pt x="5919" y="1198"/>
                    <a:pt x="5691" y="1952"/>
                    <a:pt x="5796" y="2792"/>
                  </a:cubicBezTo>
                  <a:cubicBezTo>
                    <a:pt x="5886" y="3433"/>
                    <a:pt x="6136" y="4041"/>
                    <a:pt x="6524" y="4559"/>
                  </a:cubicBezTo>
                  <a:lnTo>
                    <a:pt x="4423" y="6660"/>
                  </a:lnTo>
                  <a:cubicBezTo>
                    <a:pt x="4281" y="6805"/>
                    <a:pt x="4413" y="7002"/>
                    <a:pt x="4568" y="7002"/>
                  </a:cubicBezTo>
                  <a:cubicBezTo>
                    <a:pt x="4614" y="7002"/>
                    <a:pt x="4662" y="6984"/>
                    <a:pt x="4705" y="6942"/>
                  </a:cubicBezTo>
                  <a:lnTo>
                    <a:pt x="6773" y="4874"/>
                  </a:lnTo>
                  <a:cubicBezTo>
                    <a:pt x="6835" y="4943"/>
                    <a:pt x="6900" y="5008"/>
                    <a:pt x="6965" y="5077"/>
                  </a:cubicBezTo>
                  <a:cubicBezTo>
                    <a:pt x="7034" y="5142"/>
                    <a:pt x="7099" y="5204"/>
                    <a:pt x="7168" y="5266"/>
                  </a:cubicBezTo>
                  <a:lnTo>
                    <a:pt x="2963" y="9474"/>
                  </a:lnTo>
                  <a:lnTo>
                    <a:pt x="899" y="11538"/>
                  </a:lnTo>
                  <a:lnTo>
                    <a:pt x="504" y="11144"/>
                  </a:lnTo>
                  <a:lnTo>
                    <a:pt x="4148" y="7500"/>
                  </a:lnTo>
                  <a:cubicBezTo>
                    <a:pt x="4297" y="7356"/>
                    <a:pt x="4163" y="7153"/>
                    <a:pt x="4007" y="7153"/>
                  </a:cubicBezTo>
                  <a:cubicBezTo>
                    <a:pt x="3959" y="7153"/>
                    <a:pt x="3909" y="7172"/>
                    <a:pt x="3865" y="7218"/>
                  </a:cubicBezTo>
                  <a:lnTo>
                    <a:pt x="80" y="11006"/>
                  </a:lnTo>
                  <a:cubicBezTo>
                    <a:pt x="1" y="11082"/>
                    <a:pt x="1" y="11209"/>
                    <a:pt x="80" y="11288"/>
                  </a:cubicBezTo>
                  <a:lnTo>
                    <a:pt x="758" y="11966"/>
                  </a:lnTo>
                  <a:lnTo>
                    <a:pt x="765" y="11973"/>
                  </a:lnTo>
                  <a:lnTo>
                    <a:pt x="1913" y="13121"/>
                  </a:lnTo>
                  <a:cubicBezTo>
                    <a:pt x="1953" y="13159"/>
                    <a:pt x="2005" y="13178"/>
                    <a:pt x="2056" y="13178"/>
                  </a:cubicBezTo>
                  <a:cubicBezTo>
                    <a:pt x="2108" y="13178"/>
                    <a:pt x="2159" y="13159"/>
                    <a:pt x="2199" y="13121"/>
                  </a:cubicBezTo>
                  <a:lnTo>
                    <a:pt x="2637" y="12679"/>
                  </a:lnTo>
                  <a:cubicBezTo>
                    <a:pt x="2717" y="12603"/>
                    <a:pt x="2717" y="12476"/>
                    <a:pt x="2637" y="12397"/>
                  </a:cubicBezTo>
                  <a:lnTo>
                    <a:pt x="2217" y="11977"/>
                  </a:lnTo>
                  <a:lnTo>
                    <a:pt x="2377" y="11817"/>
                  </a:lnTo>
                  <a:lnTo>
                    <a:pt x="2797" y="12241"/>
                  </a:lnTo>
                  <a:cubicBezTo>
                    <a:pt x="2835" y="12279"/>
                    <a:pt x="2885" y="12298"/>
                    <a:pt x="2937" y="12298"/>
                  </a:cubicBezTo>
                  <a:cubicBezTo>
                    <a:pt x="2988" y="12298"/>
                    <a:pt x="3039" y="12279"/>
                    <a:pt x="3079" y="12241"/>
                  </a:cubicBezTo>
                  <a:lnTo>
                    <a:pt x="3521" y="11799"/>
                  </a:lnTo>
                  <a:cubicBezTo>
                    <a:pt x="3597" y="11719"/>
                    <a:pt x="3597" y="11593"/>
                    <a:pt x="3521" y="11517"/>
                  </a:cubicBezTo>
                  <a:lnTo>
                    <a:pt x="3101" y="11096"/>
                  </a:lnTo>
                  <a:lnTo>
                    <a:pt x="3257" y="10937"/>
                  </a:lnTo>
                  <a:lnTo>
                    <a:pt x="3677" y="11357"/>
                  </a:lnTo>
                  <a:cubicBezTo>
                    <a:pt x="3717" y="11397"/>
                    <a:pt x="3768" y="11417"/>
                    <a:pt x="3819" y="11417"/>
                  </a:cubicBezTo>
                  <a:cubicBezTo>
                    <a:pt x="3871" y="11417"/>
                    <a:pt x="3921" y="11397"/>
                    <a:pt x="3959" y="11357"/>
                  </a:cubicBezTo>
                  <a:lnTo>
                    <a:pt x="4401" y="10915"/>
                  </a:lnTo>
                  <a:cubicBezTo>
                    <a:pt x="4481" y="10839"/>
                    <a:pt x="4481" y="10713"/>
                    <a:pt x="4401" y="10633"/>
                  </a:cubicBezTo>
                  <a:lnTo>
                    <a:pt x="3387" y="9619"/>
                  </a:lnTo>
                  <a:lnTo>
                    <a:pt x="7483" y="5523"/>
                  </a:lnTo>
                  <a:cubicBezTo>
                    <a:pt x="8153" y="6012"/>
                    <a:pt x="8921" y="6276"/>
                    <a:pt x="9642" y="6276"/>
                  </a:cubicBezTo>
                  <a:cubicBezTo>
                    <a:pt x="9651" y="6276"/>
                    <a:pt x="9661" y="6276"/>
                    <a:pt x="9671" y="6276"/>
                  </a:cubicBezTo>
                  <a:cubicBezTo>
                    <a:pt x="9987" y="6276"/>
                    <a:pt x="10299" y="6218"/>
                    <a:pt x="10594" y="6106"/>
                  </a:cubicBezTo>
                  <a:cubicBezTo>
                    <a:pt x="10812" y="6019"/>
                    <a:pt x="10727" y="5717"/>
                    <a:pt x="10530" y="5717"/>
                  </a:cubicBezTo>
                  <a:cubicBezTo>
                    <a:pt x="10505" y="5717"/>
                    <a:pt x="10478" y="5722"/>
                    <a:pt x="10449" y="5733"/>
                  </a:cubicBezTo>
                  <a:cubicBezTo>
                    <a:pt x="10196" y="5830"/>
                    <a:pt x="9923" y="5877"/>
                    <a:pt x="9641" y="5877"/>
                  </a:cubicBezTo>
                  <a:cubicBezTo>
                    <a:pt x="8831" y="5877"/>
                    <a:pt x="7947" y="5491"/>
                    <a:pt x="7251" y="4798"/>
                  </a:cubicBezTo>
                  <a:cubicBezTo>
                    <a:pt x="6049" y="3596"/>
                    <a:pt x="5817" y="1876"/>
                    <a:pt x="6730" y="959"/>
                  </a:cubicBezTo>
                  <a:cubicBezTo>
                    <a:pt x="7107" y="584"/>
                    <a:pt x="7619" y="403"/>
                    <a:pt x="8175" y="403"/>
                  </a:cubicBezTo>
                  <a:cubicBezTo>
                    <a:pt x="8972" y="403"/>
                    <a:pt x="9859" y="775"/>
                    <a:pt x="10565" y="1481"/>
                  </a:cubicBezTo>
                  <a:cubicBezTo>
                    <a:pt x="11768" y="2683"/>
                    <a:pt x="12003" y="4404"/>
                    <a:pt x="11087" y="5320"/>
                  </a:cubicBezTo>
                  <a:lnTo>
                    <a:pt x="11072" y="5334"/>
                  </a:lnTo>
                  <a:lnTo>
                    <a:pt x="11065" y="5342"/>
                  </a:lnTo>
                  <a:cubicBezTo>
                    <a:pt x="10917" y="5485"/>
                    <a:pt x="11050" y="5691"/>
                    <a:pt x="11207" y="5691"/>
                  </a:cubicBezTo>
                  <a:cubicBezTo>
                    <a:pt x="11253" y="5691"/>
                    <a:pt x="11301" y="5673"/>
                    <a:pt x="11344" y="5631"/>
                  </a:cubicBezTo>
                  <a:lnTo>
                    <a:pt x="11351" y="5624"/>
                  </a:lnTo>
                  <a:lnTo>
                    <a:pt x="11373" y="5602"/>
                  </a:lnTo>
                  <a:cubicBezTo>
                    <a:pt x="11895" y="5074"/>
                    <a:pt x="12123" y="4320"/>
                    <a:pt x="12018" y="3480"/>
                  </a:cubicBezTo>
                  <a:cubicBezTo>
                    <a:pt x="11913" y="2658"/>
                    <a:pt x="11500" y="1847"/>
                    <a:pt x="10848" y="1195"/>
                  </a:cubicBezTo>
                  <a:cubicBezTo>
                    <a:pt x="10196" y="546"/>
                    <a:pt x="9385" y="130"/>
                    <a:pt x="8563" y="25"/>
                  </a:cubicBezTo>
                  <a:cubicBezTo>
                    <a:pt x="8430" y="8"/>
                    <a:pt x="8300" y="0"/>
                    <a:pt x="8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88"/>
            <p:cNvSpPr/>
            <p:nvPr/>
          </p:nvSpPr>
          <p:spPr>
            <a:xfrm>
              <a:off x="1480214" y="3402452"/>
              <a:ext cx="125739" cy="122514"/>
            </a:xfrm>
            <a:custGeom>
              <a:rect b="b" l="l" r="r" t="t"/>
              <a:pathLst>
                <a:path extrusionOk="0" h="4673" w="4796">
                  <a:moveTo>
                    <a:pt x="1865" y="399"/>
                  </a:moveTo>
                  <a:cubicBezTo>
                    <a:pt x="2430" y="399"/>
                    <a:pt x="3064" y="664"/>
                    <a:pt x="3567" y="1171"/>
                  </a:cubicBezTo>
                  <a:cubicBezTo>
                    <a:pt x="4419" y="2022"/>
                    <a:pt x="4589" y="3242"/>
                    <a:pt x="3944" y="3883"/>
                  </a:cubicBezTo>
                  <a:cubicBezTo>
                    <a:pt x="3683" y="4148"/>
                    <a:pt x="3325" y="4275"/>
                    <a:pt x="2934" y="4275"/>
                  </a:cubicBezTo>
                  <a:cubicBezTo>
                    <a:pt x="2369" y="4275"/>
                    <a:pt x="1735" y="4010"/>
                    <a:pt x="1231" y="3507"/>
                  </a:cubicBezTo>
                  <a:cubicBezTo>
                    <a:pt x="811" y="3087"/>
                    <a:pt x="543" y="2565"/>
                    <a:pt x="478" y="2044"/>
                  </a:cubicBezTo>
                  <a:cubicBezTo>
                    <a:pt x="413" y="1540"/>
                    <a:pt x="547" y="1095"/>
                    <a:pt x="851" y="790"/>
                  </a:cubicBezTo>
                  <a:cubicBezTo>
                    <a:pt x="1116" y="526"/>
                    <a:pt x="1474" y="399"/>
                    <a:pt x="1865" y="399"/>
                  </a:cubicBezTo>
                  <a:close/>
                  <a:moveTo>
                    <a:pt x="1860" y="0"/>
                  </a:moveTo>
                  <a:cubicBezTo>
                    <a:pt x="1350" y="0"/>
                    <a:pt x="897" y="176"/>
                    <a:pt x="565" y="508"/>
                  </a:cubicBezTo>
                  <a:cubicBezTo>
                    <a:pt x="170" y="903"/>
                    <a:pt x="0" y="1464"/>
                    <a:pt x="80" y="2094"/>
                  </a:cubicBezTo>
                  <a:cubicBezTo>
                    <a:pt x="156" y="2703"/>
                    <a:pt x="464" y="3308"/>
                    <a:pt x="945" y="3789"/>
                  </a:cubicBezTo>
                  <a:cubicBezTo>
                    <a:pt x="1528" y="4369"/>
                    <a:pt x="2260" y="4673"/>
                    <a:pt x="2934" y="4673"/>
                  </a:cubicBezTo>
                  <a:cubicBezTo>
                    <a:pt x="3426" y="4673"/>
                    <a:pt x="3886" y="4506"/>
                    <a:pt x="4227" y="4166"/>
                  </a:cubicBezTo>
                  <a:cubicBezTo>
                    <a:pt x="4621" y="3775"/>
                    <a:pt x="4795" y="3210"/>
                    <a:pt x="4716" y="2580"/>
                  </a:cubicBezTo>
                  <a:cubicBezTo>
                    <a:pt x="4639" y="1971"/>
                    <a:pt x="4332" y="1370"/>
                    <a:pt x="3846" y="888"/>
                  </a:cubicBezTo>
                  <a:cubicBezTo>
                    <a:pt x="3365" y="403"/>
                    <a:pt x="2763" y="95"/>
                    <a:pt x="2155" y="19"/>
                  </a:cubicBezTo>
                  <a:cubicBezTo>
                    <a:pt x="2055" y="6"/>
                    <a:pt x="1956" y="0"/>
                    <a:pt x="18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88"/>
            <p:cNvSpPr/>
            <p:nvPr/>
          </p:nvSpPr>
          <p:spPr>
            <a:xfrm>
              <a:off x="1515424" y="3662241"/>
              <a:ext cx="19768" cy="18614"/>
            </a:xfrm>
            <a:custGeom>
              <a:rect b="b" l="l" r="r" t="t"/>
              <a:pathLst>
                <a:path extrusionOk="0" h="710" w="754">
                  <a:moveTo>
                    <a:pt x="276" y="1"/>
                  </a:moveTo>
                  <a:cubicBezTo>
                    <a:pt x="73" y="1"/>
                    <a:pt x="1" y="273"/>
                    <a:pt x="175" y="374"/>
                  </a:cubicBezTo>
                  <a:lnTo>
                    <a:pt x="178" y="374"/>
                  </a:lnTo>
                  <a:lnTo>
                    <a:pt x="178" y="512"/>
                  </a:lnTo>
                  <a:cubicBezTo>
                    <a:pt x="176" y="644"/>
                    <a:pt x="276" y="710"/>
                    <a:pt x="376" y="710"/>
                  </a:cubicBezTo>
                  <a:cubicBezTo>
                    <a:pt x="476" y="710"/>
                    <a:pt x="577" y="644"/>
                    <a:pt x="577" y="512"/>
                  </a:cubicBezTo>
                  <a:lnTo>
                    <a:pt x="577" y="374"/>
                  </a:lnTo>
                  <a:cubicBezTo>
                    <a:pt x="754" y="273"/>
                    <a:pt x="678" y="1"/>
                    <a:pt x="4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0" name="Google Shape;17480;p88"/>
          <p:cNvGrpSpPr/>
          <p:nvPr/>
        </p:nvGrpSpPr>
        <p:grpSpPr>
          <a:xfrm>
            <a:off x="1309486" y="2442420"/>
            <a:ext cx="359311" cy="350554"/>
            <a:chOff x="1309486" y="2442420"/>
            <a:chExt cx="359311" cy="350554"/>
          </a:xfrm>
        </p:grpSpPr>
        <p:sp>
          <p:nvSpPr>
            <p:cNvPr id="17481" name="Google Shape;17481;p88"/>
            <p:cNvSpPr/>
            <p:nvPr/>
          </p:nvSpPr>
          <p:spPr>
            <a:xfrm>
              <a:off x="1408798" y="2595189"/>
              <a:ext cx="203028" cy="192568"/>
            </a:xfrm>
            <a:custGeom>
              <a:rect b="b" l="l" r="r" t="t"/>
              <a:pathLst>
                <a:path extrusionOk="0" h="7345" w="7744">
                  <a:moveTo>
                    <a:pt x="5799" y="0"/>
                  </a:moveTo>
                  <a:lnTo>
                    <a:pt x="5009" y="790"/>
                  </a:lnTo>
                  <a:cubicBezTo>
                    <a:pt x="4969" y="830"/>
                    <a:pt x="4926" y="866"/>
                    <a:pt x="4879" y="898"/>
                  </a:cubicBezTo>
                  <a:cubicBezTo>
                    <a:pt x="4685" y="1041"/>
                    <a:pt x="4451" y="1117"/>
                    <a:pt x="4210" y="1117"/>
                  </a:cubicBezTo>
                  <a:cubicBezTo>
                    <a:pt x="4194" y="1117"/>
                    <a:pt x="4178" y="1116"/>
                    <a:pt x="4162" y="1116"/>
                  </a:cubicBezTo>
                  <a:cubicBezTo>
                    <a:pt x="3532" y="1079"/>
                    <a:pt x="2478" y="1003"/>
                    <a:pt x="2047" y="866"/>
                  </a:cubicBezTo>
                  <a:cubicBezTo>
                    <a:pt x="2041" y="864"/>
                    <a:pt x="2036" y="863"/>
                    <a:pt x="2030" y="863"/>
                  </a:cubicBezTo>
                  <a:cubicBezTo>
                    <a:pt x="1933" y="863"/>
                    <a:pt x="1793" y="1090"/>
                    <a:pt x="1793" y="1090"/>
                  </a:cubicBezTo>
                  <a:cubicBezTo>
                    <a:pt x="1717" y="1351"/>
                    <a:pt x="1829" y="1630"/>
                    <a:pt x="2068" y="1768"/>
                  </a:cubicBezTo>
                  <a:lnTo>
                    <a:pt x="3155" y="2206"/>
                  </a:lnTo>
                  <a:lnTo>
                    <a:pt x="156" y="5205"/>
                  </a:lnTo>
                  <a:cubicBezTo>
                    <a:pt x="0" y="5360"/>
                    <a:pt x="4" y="5614"/>
                    <a:pt x="160" y="5770"/>
                  </a:cubicBezTo>
                  <a:lnTo>
                    <a:pt x="189" y="5799"/>
                  </a:lnTo>
                  <a:cubicBezTo>
                    <a:pt x="267" y="5876"/>
                    <a:pt x="369" y="5915"/>
                    <a:pt x="471" y="5915"/>
                  </a:cubicBezTo>
                  <a:cubicBezTo>
                    <a:pt x="574" y="5915"/>
                    <a:pt x="676" y="5876"/>
                    <a:pt x="754" y="5799"/>
                  </a:cubicBezTo>
                  <a:lnTo>
                    <a:pt x="859" y="5697"/>
                  </a:lnTo>
                  <a:lnTo>
                    <a:pt x="859" y="5697"/>
                  </a:lnTo>
                  <a:cubicBezTo>
                    <a:pt x="703" y="5849"/>
                    <a:pt x="703" y="6096"/>
                    <a:pt x="859" y="6248"/>
                  </a:cubicBezTo>
                  <a:lnTo>
                    <a:pt x="899" y="6291"/>
                  </a:lnTo>
                  <a:cubicBezTo>
                    <a:pt x="975" y="6367"/>
                    <a:pt x="1075" y="6405"/>
                    <a:pt x="1176" y="6405"/>
                  </a:cubicBezTo>
                  <a:cubicBezTo>
                    <a:pt x="1276" y="6405"/>
                    <a:pt x="1377" y="6367"/>
                    <a:pt x="1453" y="6291"/>
                  </a:cubicBezTo>
                  <a:lnTo>
                    <a:pt x="1532" y="6211"/>
                  </a:lnTo>
                  <a:lnTo>
                    <a:pt x="1532" y="6211"/>
                  </a:lnTo>
                  <a:cubicBezTo>
                    <a:pt x="1384" y="6360"/>
                    <a:pt x="1384" y="6603"/>
                    <a:pt x="1532" y="6755"/>
                  </a:cubicBezTo>
                  <a:lnTo>
                    <a:pt x="1587" y="6805"/>
                  </a:lnTo>
                  <a:cubicBezTo>
                    <a:pt x="1661" y="6881"/>
                    <a:pt x="1759" y="6919"/>
                    <a:pt x="1857" y="6919"/>
                  </a:cubicBezTo>
                  <a:cubicBezTo>
                    <a:pt x="1955" y="6919"/>
                    <a:pt x="2054" y="6881"/>
                    <a:pt x="2130" y="6805"/>
                  </a:cubicBezTo>
                  <a:lnTo>
                    <a:pt x="2293" y="6642"/>
                  </a:lnTo>
                  <a:lnTo>
                    <a:pt x="2293" y="6642"/>
                  </a:lnTo>
                  <a:cubicBezTo>
                    <a:pt x="2148" y="6787"/>
                    <a:pt x="2148" y="7019"/>
                    <a:pt x="2293" y="7164"/>
                  </a:cubicBezTo>
                  <a:lnTo>
                    <a:pt x="2365" y="7236"/>
                  </a:lnTo>
                  <a:cubicBezTo>
                    <a:pt x="2438" y="7309"/>
                    <a:pt x="2533" y="7345"/>
                    <a:pt x="2628" y="7345"/>
                  </a:cubicBezTo>
                  <a:cubicBezTo>
                    <a:pt x="2722" y="7345"/>
                    <a:pt x="2816" y="7309"/>
                    <a:pt x="2887" y="7236"/>
                  </a:cubicBezTo>
                  <a:lnTo>
                    <a:pt x="6404" y="3720"/>
                  </a:lnTo>
                  <a:cubicBezTo>
                    <a:pt x="6545" y="3575"/>
                    <a:pt x="6635" y="3383"/>
                    <a:pt x="6650" y="3180"/>
                  </a:cubicBezTo>
                  <a:cubicBezTo>
                    <a:pt x="6654" y="3082"/>
                    <a:pt x="6697" y="2988"/>
                    <a:pt x="6766" y="2919"/>
                  </a:cubicBezTo>
                  <a:lnTo>
                    <a:pt x="7744" y="1941"/>
                  </a:lnTo>
                  <a:lnTo>
                    <a:pt x="5799"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88"/>
            <p:cNvSpPr/>
            <p:nvPr/>
          </p:nvSpPr>
          <p:spPr>
            <a:xfrm>
              <a:off x="1466240" y="2636875"/>
              <a:ext cx="145586" cy="150882"/>
            </a:xfrm>
            <a:custGeom>
              <a:rect b="b" l="l" r="r" t="t"/>
              <a:pathLst>
                <a:path extrusionOk="0" h="5755" w="5553">
                  <a:moveTo>
                    <a:pt x="5201" y="0"/>
                  </a:moveTo>
                  <a:lnTo>
                    <a:pt x="4224" y="974"/>
                  </a:lnTo>
                  <a:cubicBezTo>
                    <a:pt x="4155" y="1047"/>
                    <a:pt x="4111" y="1137"/>
                    <a:pt x="4108" y="1235"/>
                  </a:cubicBezTo>
                  <a:cubicBezTo>
                    <a:pt x="4093" y="1442"/>
                    <a:pt x="4003" y="1633"/>
                    <a:pt x="3861" y="1778"/>
                  </a:cubicBezTo>
                  <a:lnTo>
                    <a:pt x="341" y="5295"/>
                  </a:lnTo>
                  <a:cubicBezTo>
                    <a:pt x="273" y="5363"/>
                    <a:pt x="179" y="5402"/>
                    <a:pt x="82" y="5402"/>
                  </a:cubicBezTo>
                  <a:cubicBezTo>
                    <a:pt x="55" y="5402"/>
                    <a:pt x="27" y="5399"/>
                    <a:pt x="1" y="5393"/>
                  </a:cubicBezTo>
                  <a:lnTo>
                    <a:pt x="1" y="5393"/>
                  </a:lnTo>
                  <a:cubicBezTo>
                    <a:pt x="15" y="5462"/>
                    <a:pt x="48" y="5523"/>
                    <a:pt x="98" y="5574"/>
                  </a:cubicBezTo>
                  <a:lnTo>
                    <a:pt x="171" y="5646"/>
                  </a:lnTo>
                  <a:cubicBezTo>
                    <a:pt x="243" y="5719"/>
                    <a:pt x="338" y="5755"/>
                    <a:pt x="433" y="5755"/>
                  </a:cubicBezTo>
                  <a:cubicBezTo>
                    <a:pt x="528" y="5755"/>
                    <a:pt x="622" y="5719"/>
                    <a:pt x="692" y="5646"/>
                  </a:cubicBezTo>
                  <a:lnTo>
                    <a:pt x="4213" y="2130"/>
                  </a:lnTo>
                  <a:cubicBezTo>
                    <a:pt x="4358" y="1985"/>
                    <a:pt x="4444" y="1793"/>
                    <a:pt x="4459" y="1590"/>
                  </a:cubicBezTo>
                  <a:cubicBezTo>
                    <a:pt x="4466" y="1492"/>
                    <a:pt x="4506" y="1398"/>
                    <a:pt x="4578" y="1329"/>
                  </a:cubicBezTo>
                  <a:lnTo>
                    <a:pt x="5553" y="351"/>
                  </a:lnTo>
                  <a:lnTo>
                    <a:pt x="5201"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88"/>
            <p:cNvSpPr/>
            <p:nvPr/>
          </p:nvSpPr>
          <p:spPr>
            <a:xfrm>
              <a:off x="1536791" y="2595084"/>
              <a:ext cx="75034" cy="74956"/>
            </a:xfrm>
            <a:custGeom>
              <a:rect b="b" l="l" r="r" t="t"/>
              <a:pathLst>
                <a:path extrusionOk="0" h="2859" w="2862">
                  <a:moveTo>
                    <a:pt x="920" y="1"/>
                  </a:moveTo>
                  <a:lnTo>
                    <a:pt x="127" y="794"/>
                  </a:lnTo>
                  <a:cubicBezTo>
                    <a:pt x="87" y="834"/>
                    <a:pt x="44" y="870"/>
                    <a:pt x="1" y="902"/>
                  </a:cubicBezTo>
                  <a:lnTo>
                    <a:pt x="1953" y="2858"/>
                  </a:lnTo>
                  <a:lnTo>
                    <a:pt x="2862" y="1945"/>
                  </a:lnTo>
                  <a:lnTo>
                    <a:pt x="92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88"/>
            <p:cNvSpPr/>
            <p:nvPr/>
          </p:nvSpPr>
          <p:spPr>
            <a:xfrm>
              <a:off x="1544683" y="2580927"/>
              <a:ext cx="81379" cy="81405"/>
            </a:xfrm>
            <a:custGeom>
              <a:rect b="b" l="l" r="r" t="t"/>
              <a:pathLst>
                <a:path extrusionOk="0" h="3105" w="3104">
                  <a:moveTo>
                    <a:pt x="866" y="1"/>
                  </a:moveTo>
                  <a:lnTo>
                    <a:pt x="0" y="863"/>
                  </a:lnTo>
                  <a:lnTo>
                    <a:pt x="2238" y="3105"/>
                  </a:lnTo>
                  <a:lnTo>
                    <a:pt x="3104" y="2239"/>
                  </a:lnTo>
                  <a:lnTo>
                    <a:pt x="86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88"/>
            <p:cNvSpPr/>
            <p:nvPr/>
          </p:nvSpPr>
          <p:spPr>
            <a:xfrm>
              <a:off x="1591114" y="2627358"/>
              <a:ext cx="34948" cy="34895"/>
            </a:xfrm>
            <a:custGeom>
              <a:rect b="b" l="l" r="r" t="t"/>
              <a:pathLst>
                <a:path extrusionOk="0" h="1331" w="1333">
                  <a:moveTo>
                    <a:pt x="866" y="1"/>
                  </a:moveTo>
                  <a:lnTo>
                    <a:pt x="0" y="863"/>
                  </a:lnTo>
                  <a:lnTo>
                    <a:pt x="471" y="1330"/>
                  </a:lnTo>
                  <a:lnTo>
                    <a:pt x="1333" y="468"/>
                  </a:lnTo>
                  <a:lnTo>
                    <a:pt x="86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88"/>
            <p:cNvSpPr/>
            <p:nvPr/>
          </p:nvSpPr>
          <p:spPr>
            <a:xfrm>
              <a:off x="1562721" y="2543907"/>
              <a:ext cx="100387" cy="100387"/>
            </a:xfrm>
            <a:custGeom>
              <a:rect b="b" l="l" r="r" t="t"/>
              <a:pathLst>
                <a:path extrusionOk="0" h="3829" w="3829">
                  <a:moveTo>
                    <a:pt x="1358" y="0"/>
                  </a:moveTo>
                  <a:lnTo>
                    <a:pt x="0" y="1359"/>
                  </a:lnTo>
                  <a:lnTo>
                    <a:pt x="2470" y="3829"/>
                  </a:lnTo>
                  <a:lnTo>
                    <a:pt x="3828" y="2470"/>
                  </a:lnTo>
                  <a:lnTo>
                    <a:pt x="1358"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88"/>
            <p:cNvSpPr/>
            <p:nvPr/>
          </p:nvSpPr>
          <p:spPr>
            <a:xfrm>
              <a:off x="1612088" y="2593380"/>
              <a:ext cx="50914" cy="50914"/>
            </a:xfrm>
            <a:custGeom>
              <a:rect b="b" l="l" r="r" t="t"/>
              <a:pathLst>
                <a:path extrusionOk="0" h="1942" w="1942">
                  <a:moveTo>
                    <a:pt x="1359" y="0"/>
                  </a:moveTo>
                  <a:lnTo>
                    <a:pt x="1" y="1358"/>
                  </a:lnTo>
                  <a:lnTo>
                    <a:pt x="587" y="1942"/>
                  </a:lnTo>
                  <a:lnTo>
                    <a:pt x="1942" y="583"/>
                  </a:lnTo>
                  <a:lnTo>
                    <a:pt x="1359"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88"/>
            <p:cNvSpPr/>
            <p:nvPr/>
          </p:nvSpPr>
          <p:spPr>
            <a:xfrm>
              <a:off x="1366352" y="2586065"/>
              <a:ext cx="203028" cy="192672"/>
            </a:xfrm>
            <a:custGeom>
              <a:rect b="b" l="l" r="r" t="t"/>
              <a:pathLst>
                <a:path extrusionOk="0" h="7349" w="7744">
                  <a:moveTo>
                    <a:pt x="1945" y="0"/>
                  </a:moveTo>
                  <a:lnTo>
                    <a:pt x="1" y="1945"/>
                  </a:lnTo>
                  <a:lnTo>
                    <a:pt x="978" y="2923"/>
                  </a:lnTo>
                  <a:cubicBezTo>
                    <a:pt x="1047" y="2992"/>
                    <a:pt x="1091" y="3086"/>
                    <a:pt x="1098" y="3184"/>
                  </a:cubicBezTo>
                  <a:cubicBezTo>
                    <a:pt x="1112" y="3387"/>
                    <a:pt x="1199" y="3579"/>
                    <a:pt x="1344" y="3724"/>
                  </a:cubicBezTo>
                  <a:lnTo>
                    <a:pt x="4857" y="7240"/>
                  </a:lnTo>
                  <a:cubicBezTo>
                    <a:pt x="4930" y="7313"/>
                    <a:pt x="5025" y="7349"/>
                    <a:pt x="5119" y="7349"/>
                  </a:cubicBezTo>
                  <a:cubicBezTo>
                    <a:pt x="5214" y="7349"/>
                    <a:pt x="5308" y="7313"/>
                    <a:pt x="5379" y="7240"/>
                  </a:cubicBezTo>
                  <a:lnTo>
                    <a:pt x="5455" y="7168"/>
                  </a:lnTo>
                  <a:cubicBezTo>
                    <a:pt x="5596" y="7023"/>
                    <a:pt x="5596" y="6791"/>
                    <a:pt x="5455" y="6646"/>
                  </a:cubicBezTo>
                  <a:lnTo>
                    <a:pt x="5455" y="6646"/>
                  </a:lnTo>
                  <a:lnTo>
                    <a:pt x="5618" y="6809"/>
                  </a:lnTo>
                  <a:cubicBezTo>
                    <a:pt x="5692" y="6885"/>
                    <a:pt x="5791" y="6923"/>
                    <a:pt x="5889" y="6923"/>
                  </a:cubicBezTo>
                  <a:cubicBezTo>
                    <a:pt x="5988" y="6923"/>
                    <a:pt x="6087" y="6885"/>
                    <a:pt x="6161" y="6809"/>
                  </a:cubicBezTo>
                  <a:lnTo>
                    <a:pt x="6212" y="6759"/>
                  </a:lnTo>
                  <a:cubicBezTo>
                    <a:pt x="6364" y="6606"/>
                    <a:pt x="6364" y="6364"/>
                    <a:pt x="6212" y="6215"/>
                  </a:cubicBezTo>
                  <a:lnTo>
                    <a:pt x="6212" y="6215"/>
                  </a:lnTo>
                  <a:lnTo>
                    <a:pt x="6295" y="6295"/>
                  </a:lnTo>
                  <a:cubicBezTo>
                    <a:pt x="6371" y="6371"/>
                    <a:pt x="6471" y="6409"/>
                    <a:pt x="6570" y="6409"/>
                  </a:cubicBezTo>
                  <a:cubicBezTo>
                    <a:pt x="6670" y="6409"/>
                    <a:pt x="6770" y="6371"/>
                    <a:pt x="6846" y="6295"/>
                  </a:cubicBezTo>
                  <a:lnTo>
                    <a:pt x="6889" y="6252"/>
                  </a:lnTo>
                  <a:cubicBezTo>
                    <a:pt x="7041" y="6099"/>
                    <a:pt x="7041" y="5853"/>
                    <a:pt x="6889" y="5701"/>
                  </a:cubicBezTo>
                  <a:lnTo>
                    <a:pt x="6889" y="5701"/>
                  </a:lnTo>
                  <a:lnTo>
                    <a:pt x="6991" y="5802"/>
                  </a:lnTo>
                  <a:cubicBezTo>
                    <a:pt x="7068" y="5880"/>
                    <a:pt x="7171" y="5919"/>
                    <a:pt x="7273" y="5919"/>
                  </a:cubicBezTo>
                  <a:cubicBezTo>
                    <a:pt x="7376" y="5919"/>
                    <a:pt x="7479" y="5880"/>
                    <a:pt x="7559" y="5802"/>
                  </a:cubicBezTo>
                  <a:lnTo>
                    <a:pt x="7588" y="5773"/>
                  </a:lnTo>
                  <a:cubicBezTo>
                    <a:pt x="7744" y="5618"/>
                    <a:pt x="7744" y="5364"/>
                    <a:pt x="7588" y="5209"/>
                  </a:cubicBezTo>
                  <a:lnTo>
                    <a:pt x="4593" y="2210"/>
                  </a:lnTo>
                  <a:lnTo>
                    <a:pt x="5679" y="1771"/>
                  </a:lnTo>
                  <a:cubicBezTo>
                    <a:pt x="5915" y="1634"/>
                    <a:pt x="6027" y="1355"/>
                    <a:pt x="5955" y="1094"/>
                  </a:cubicBezTo>
                  <a:cubicBezTo>
                    <a:pt x="5955" y="1094"/>
                    <a:pt x="5812" y="867"/>
                    <a:pt x="5717" y="867"/>
                  </a:cubicBezTo>
                  <a:cubicBezTo>
                    <a:pt x="5712" y="867"/>
                    <a:pt x="5706" y="868"/>
                    <a:pt x="5701" y="870"/>
                  </a:cubicBezTo>
                  <a:cubicBezTo>
                    <a:pt x="5267" y="1007"/>
                    <a:pt x="4216" y="1083"/>
                    <a:pt x="3586" y="1120"/>
                  </a:cubicBezTo>
                  <a:cubicBezTo>
                    <a:pt x="3570" y="1120"/>
                    <a:pt x="3554" y="1121"/>
                    <a:pt x="3538" y="1121"/>
                  </a:cubicBezTo>
                  <a:cubicBezTo>
                    <a:pt x="3297" y="1121"/>
                    <a:pt x="3059" y="1045"/>
                    <a:pt x="2865" y="902"/>
                  </a:cubicBezTo>
                  <a:cubicBezTo>
                    <a:pt x="2818" y="870"/>
                    <a:pt x="2778" y="833"/>
                    <a:pt x="2739" y="794"/>
                  </a:cubicBezTo>
                  <a:lnTo>
                    <a:pt x="1945"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88"/>
            <p:cNvSpPr/>
            <p:nvPr/>
          </p:nvSpPr>
          <p:spPr>
            <a:xfrm>
              <a:off x="1366456" y="2627856"/>
              <a:ext cx="145586" cy="150882"/>
            </a:xfrm>
            <a:custGeom>
              <a:rect b="b" l="l" r="r" t="t"/>
              <a:pathLst>
                <a:path extrusionOk="0" h="5755" w="5553">
                  <a:moveTo>
                    <a:pt x="352" y="0"/>
                  </a:moveTo>
                  <a:lnTo>
                    <a:pt x="0" y="351"/>
                  </a:lnTo>
                  <a:lnTo>
                    <a:pt x="974" y="1329"/>
                  </a:lnTo>
                  <a:cubicBezTo>
                    <a:pt x="1047" y="1398"/>
                    <a:pt x="1087" y="1492"/>
                    <a:pt x="1094" y="1590"/>
                  </a:cubicBezTo>
                  <a:cubicBezTo>
                    <a:pt x="1108" y="1793"/>
                    <a:pt x="1195" y="1985"/>
                    <a:pt x="1340" y="2130"/>
                  </a:cubicBezTo>
                  <a:lnTo>
                    <a:pt x="4857" y="5646"/>
                  </a:lnTo>
                  <a:cubicBezTo>
                    <a:pt x="4928" y="5719"/>
                    <a:pt x="5022" y="5755"/>
                    <a:pt x="5116" y="5755"/>
                  </a:cubicBezTo>
                  <a:cubicBezTo>
                    <a:pt x="5211" y="5755"/>
                    <a:pt x="5306" y="5719"/>
                    <a:pt x="5378" y="5646"/>
                  </a:cubicBezTo>
                  <a:lnTo>
                    <a:pt x="5451" y="5574"/>
                  </a:lnTo>
                  <a:cubicBezTo>
                    <a:pt x="5502" y="5523"/>
                    <a:pt x="5534" y="5462"/>
                    <a:pt x="5552" y="5393"/>
                  </a:cubicBezTo>
                  <a:lnTo>
                    <a:pt x="5552" y="5393"/>
                  </a:lnTo>
                  <a:cubicBezTo>
                    <a:pt x="5526" y="5398"/>
                    <a:pt x="5500" y="5401"/>
                    <a:pt x="5474" y="5401"/>
                  </a:cubicBezTo>
                  <a:cubicBezTo>
                    <a:pt x="5376" y="5401"/>
                    <a:pt x="5281" y="5364"/>
                    <a:pt x="5212" y="5295"/>
                  </a:cubicBezTo>
                  <a:lnTo>
                    <a:pt x="1695" y="1778"/>
                  </a:lnTo>
                  <a:cubicBezTo>
                    <a:pt x="1550" y="1633"/>
                    <a:pt x="1460" y="1441"/>
                    <a:pt x="1449" y="1239"/>
                  </a:cubicBezTo>
                  <a:cubicBezTo>
                    <a:pt x="1442" y="1137"/>
                    <a:pt x="1398" y="1047"/>
                    <a:pt x="1329" y="974"/>
                  </a:cubicBezTo>
                  <a:lnTo>
                    <a:pt x="35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88"/>
            <p:cNvSpPr/>
            <p:nvPr/>
          </p:nvSpPr>
          <p:spPr>
            <a:xfrm>
              <a:off x="1366456" y="2586170"/>
              <a:ext cx="75034" cy="74851"/>
            </a:xfrm>
            <a:custGeom>
              <a:rect b="b" l="l" r="r" t="t"/>
              <a:pathLst>
                <a:path extrusionOk="0" h="2855" w="2862">
                  <a:moveTo>
                    <a:pt x="1941" y="0"/>
                  </a:moveTo>
                  <a:lnTo>
                    <a:pt x="0" y="1941"/>
                  </a:lnTo>
                  <a:lnTo>
                    <a:pt x="909" y="2854"/>
                  </a:lnTo>
                  <a:lnTo>
                    <a:pt x="2861" y="898"/>
                  </a:lnTo>
                  <a:cubicBezTo>
                    <a:pt x="2814" y="866"/>
                    <a:pt x="2774" y="829"/>
                    <a:pt x="2735" y="790"/>
                  </a:cubicBezTo>
                  <a:lnTo>
                    <a:pt x="1941"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88"/>
            <p:cNvSpPr/>
            <p:nvPr/>
          </p:nvSpPr>
          <p:spPr>
            <a:xfrm>
              <a:off x="1352194" y="2571908"/>
              <a:ext cx="81327" cy="81405"/>
            </a:xfrm>
            <a:custGeom>
              <a:rect b="b" l="l" r="r" t="t"/>
              <a:pathLst>
                <a:path extrusionOk="0" h="3105" w="3102">
                  <a:moveTo>
                    <a:pt x="2239" y="1"/>
                  </a:moveTo>
                  <a:lnTo>
                    <a:pt x="1" y="2239"/>
                  </a:lnTo>
                  <a:lnTo>
                    <a:pt x="863" y="3105"/>
                  </a:lnTo>
                  <a:lnTo>
                    <a:pt x="3101" y="863"/>
                  </a:lnTo>
                  <a:lnTo>
                    <a:pt x="2239"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88"/>
            <p:cNvSpPr/>
            <p:nvPr/>
          </p:nvSpPr>
          <p:spPr>
            <a:xfrm>
              <a:off x="1352194" y="2618339"/>
              <a:ext cx="34895" cy="34974"/>
            </a:xfrm>
            <a:custGeom>
              <a:rect b="b" l="l" r="r" t="t"/>
              <a:pathLst>
                <a:path extrusionOk="0" h="1334" w="1331">
                  <a:moveTo>
                    <a:pt x="468" y="1"/>
                  </a:moveTo>
                  <a:lnTo>
                    <a:pt x="1" y="468"/>
                  </a:lnTo>
                  <a:lnTo>
                    <a:pt x="863" y="1334"/>
                  </a:lnTo>
                  <a:lnTo>
                    <a:pt x="1330" y="863"/>
                  </a:lnTo>
                  <a:lnTo>
                    <a:pt x="46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88"/>
            <p:cNvSpPr/>
            <p:nvPr/>
          </p:nvSpPr>
          <p:spPr>
            <a:xfrm>
              <a:off x="1315175" y="2534889"/>
              <a:ext cx="100387" cy="100387"/>
            </a:xfrm>
            <a:custGeom>
              <a:rect b="b" l="l" r="r" t="t"/>
              <a:pathLst>
                <a:path extrusionOk="0" h="3829" w="3829">
                  <a:moveTo>
                    <a:pt x="2470" y="0"/>
                  </a:moveTo>
                  <a:lnTo>
                    <a:pt x="0" y="2470"/>
                  </a:lnTo>
                  <a:lnTo>
                    <a:pt x="1359" y="3829"/>
                  </a:lnTo>
                  <a:lnTo>
                    <a:pt x="3829" y="1359"/>
                  </a:lnTo>
                  <a:lnTo>
                    <a:pt x="2470"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88"/>
            <p:cNvSpPr/>
            <p:nvPr/>
          </p:nvSpPr>
          <p:spPr>
            <a:xfrm>
              <a:off x="1315175" y="2584361"/>
              <a:ext cx="50914" cy="50914"/>
            </a:xfrm>
            <a:custGeom>
              <a:rect b="b" l="l" r="r" t="t"/>
              <a:pathLst>
                <a:path extrusionOk="0" h="1942" w="1942">
                  <a:moveTo>
                    <a:pt x="584" y="0"/>
                  </a:moveTo>
                  <a:lnTo>
                    <a:pt x="0" y="583"/>
                  </a:lnTo>
                  <a:lnTo>
                    <a:pt x="1359" y="1942"/>
                  </a:lnTo>
                  <a:lnTo>
                    <a:pt x="1942" y="1358"/>
                  </a:lnTo>
                  <a:lnTo>
                    <a:pt x="58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88"/>
            <p:cNvSpPr/>
            <p:nvPr/>
          </p:nvSpPr>
          <p:spPr>
            <a:xfrm>
              <a:off x="1479926" y="2447978"/>
              <a:ext cx="91552" cy="92443"/>
            </a:xfrm>
            <a:custGeom>
              <a:rect b="b" l="l" r="r" t="t"/>
              <a:pathLst>
                <a:path extrusionOk="0" h="3526" w="3492">
                  <a:moveTo>
                    <a:pt x="1707" y="0"/>
                  </a:moveTo>
                  <a:cubicBezTo>
                    <a:pt x="1284" y="0"/>
                    <a:pt x="863" y="168"/>
                    <a:pt x="551" y="498"/>
                  </a:cubicBezTo>
                  <a:cubicBezTo>
                    <a:pt x="514" y="534"/>
                    <a:pt x="478" y="574"/>
                    <a:pt x="449" y="614"/>
                  </a:cubicBezTo>
                  <a:cubicBezTo>
                    <a:pt x="29" y="1157"/>
                    <a:pt x="0" y="1910"/>
                    <a:pt x="384" y="2482"/>
                  </a:cubicBezTo>
                  <a:cubicBezTo>
                    <a:pt x="406" y="2511"/>
                    <a:pt x="428" y="2540"/>
                    <a:pt x="449" y="2573"/>
                  </a:cubicBezTo>
                  <a:cubicBezTo>
                    <a:pt x="478" y="2606"/>
                    <a:pt x="504" y="2642"/>
                    <a:pt x="536" y="2674"/>
                  </a:cubicBezTo>
                  <a:cubicBezTo>
                    <a:pt x="844" y="3007"/>
                    <a:pt x="1272" y="3187"/>
                    <a:pt x="1714" y="3187"/>
                  </a:cubicBezTo>
                  <a:cubicBezTo>
                    <a:pt x="1860" y="3187"/>
                    <a:pt x="2007" y="3168"/>
                    <a:pt x="2151" y="3127"/>
                  </a:cubicBezTo>
                  <a:lnTo>
                    <a:pt x="3006" y="3525"/>
                  </a:lnTo>
                  <a:lnTo>
                    <a:pt x="2966" y="2584"/>
                  </a:lnTo>
                  <a:cubicBezTo>
                    <a:pt x="3491" y="1910"/>
                    <a:pt x="3397" y="947"/>
                    <a:pt x="2753" y="389"/>
                  </a:cubicBezTo>
                  <a:cubicBezTo>
                    <a:pt x="2450" y="129"/>
                    <a:pt x="2078" y="0"/>
                    <a:pt x="1707"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88"/>
            <p:cNvSpPr/>
            <p:nvPr/>
          </p:nvSpPr>
          <p:spPr>
            <a:xfrm>
              <a:off x="1399307" y="2447873"/>
              <a:ext cx="107544" cy="92548"/>
            </a:xfrm>
            <a:custGeom>
              <a:rect b="b" l="l" r="r" t="t"/>
              <a:pathLst>
                <a:path extrusionOk="0" h="3530" w="4102">
                  <a:moveTo>
                    <a:pt x="2071" y="0"/>
                  </a:moveTo>
                  <a:cubicBezTo>
                    <a:pt x="2047" y="0"/>
                    <a:pt x="2023" y="1"/>
                    <a:pt x="2000" y="2"/>
                  </a:cubicBezTo>
                  <a:cubicBezTo>
                    <a:pt x="696" y="53"/>
                    <a:pt x="0" y="1563"/>
                    <a:pt x="812" y="2588"/>
                  </a:cubicBezTo>
                  <a:lnTo>
                    <a:pt x="768" y="3529"/>
                  </a:lnTo>
                  <a:lnTo>
                    <a:pt x="1623" y="3131"/>
                  </a:lnTo>
                  <a:cubicBezTo>
                    <a:pt x="1769" y="3173"/>
                    <a:pt x="1917" y="3193"/>
                    <a:pt x="2063" y="3193"/>
                  </a:cubicBezTo>
                  <a:cubicBezTo>
                    <a:pt x="2588" y="3193"/>
                    <a:pt x="3091" y="2933"/>
                    <a:pt x="3394" y="2483"/>
                  </a:cubicBezTo>
                  <a:cubicBezTo>
                    <a:pt x="4101" y="1416"/>
                    <a:pt x="3332" y="0"/>
                    <a:pt x="207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88"/>
            <p:cNvSpPr/>
            <p:nvPr/>
          </p:nvSpPr>
          <p:spPr>
            <a:xfrm>
              <a:off x="1309486" y="2529698"/>
              <a:ext cx="359311" cy="263276"/>
            </a:xfrm>
            <a:custGeom>
              <a:rect b="b" l="l" r="r" t="t"/>
              <a:pathLst>
                <a:path extrusionOk="0" h="10042" w="13705">
                  <a:moveTo>
                    <a:pt x="3930" y="1959"/>
                  </a:moveTo>
                  <a:lnTo>
                    <a:pt x="4448" y="2476"/>
                  </a:lnTo>
                  <a:lnTo>
                    <a:pt x="4440" y="2480"/>
                  </a:lnTo>
                  <a:lnTo>
                    <a:pt x="2499" y="4425"/>
                  </a:lnTo>
                  <a:lnTo>
                    <a:pt x="2492" y="4432"/>
                  </a:lnTo>
                  <a:lnTo>
                    <a:pt x="1974" y="3914"/>
                  </a:lnTo>
                  <a:lnTo>
                    <a:pt x="3930" y="1959"/>
                  </a:lnTo>
                  <a:close/>
                  <a:moveTo>
                    <a:pt x="9775" y="2299"/>
                  </a:moveTo>
                  <a:lnTo>
                    <a:pt x="11731" y="4255"/>
                  </a:lnTo>
                  <a:lnTo>
                    <a:pt x="11213" y="4773"/>
                  </a:lnTo>
                  <a:lnTo>
                    <a:pt x="11206" y="4769"/>
                  </a:lnTo>
                  <a:lnTo>
                    <a:pt x="9265" y="2824"/>
                  </a:lnTo>
                  <a:lnTo>
                    <a:pt x="9257" y="2817"/>
                  </a:lnTo>
                  <a:lnTo>
                    <a:pt x="9775" y="2299"/>
                  </a:lnTo>
                  <a:close/>
                  <a:moveTo>
                    <a:pt x="9120" y="3248"/>
                  </a:moveTo>
                  <a:lnTo>
                    <a:pt x="10778" y="4910"/>
                  </a:lnTo>
                  <a:lnTo>
                    <a:pt x="10416" y="5276"/>
                  </a:lnTo>
                  <a:cubicBezTo>
                    <a:pt x="10311" y="5377"/>
                    <a:pt x="10250" y="5519"/>
                    <a:pt x="10239" y="5664"/>
                  </a:cubicBezTo>
                  <a:cubicBezTo>
                    <a:pt x="10228" y="5819"/>
                    <a:pt x="10163" y="5968"/>
                    <a:pt x="10050" y="6076"/>
                  </a:cubicBezTo>
                  <a:lnTo>
                    <a:pt x="9406" y="6721"/>
                  </a:lnTo>
                  <a:lnTo>
                    <a:pt x="7117" y="4432"/>
                  </a:lnTo>
                  <a:lnTo>
                    <a:pt x="7924" y="4106"/>
                  </a:lnTo>
                  <a:cubicBezTo>
                    <a:pt x="7932" y="4103"/>
                    <a:pt x="7943" y="4099"/>
                    <a:pt x="7950" y="4095"/>
                  </a:cubicBezTo>
                  <a:cubicBezTo>
                    <a:pt x="8073" y="4023"/>
                    <a:pt x="8174" y="3918"/>
                    <a:pt x="8243" y="3791"/>
                  </a:cubicBezTo>
                  <a:cubicBezTo>
                    <a:pt x="8508" y="3744"/>
                    <a:pt x="8747" y="3617"/>
                    <a:pt x="8939" y="3429"/>
                  </a:cubicBezTo>
                  <a:lnTo>
                    <a:pt x="9120" y="3248"/>
                  </a:lnTo>
                  <a:close/>
                  <a:moveTo>
                    <a:pt x="4643" y="7290"/>
                  </a:moveTo>
                  <a:lnTo>
                    <a:pt x="4955" y="7601"/>
                  </a:lnTo>
                  <a:lnTo>
                    <a:pt x="4502" y="8054"/>
                  </a:lnTo>
                  <a:lnTo>
                    <a:pt x="4401" y="8155"/>
                  </a:lnTo>
                  <a:cubicBezTo>
                    <a:pt x="4361" y="8191"/>
                    <a:pt x="4314" y="8213"/>
                    <a:pt x="4259" y="8213"/>
                  </a:cubicBezTo>
                  <a:cubicBezTo>
                    <a:pt x="4205" y="8213"/>
                    <a:pt x="4154" y="8191"/>
                    <a:pt x="4118" y="8155"/>
                  </a:cubicBezTo>
                  <a:lnTo>
                    <a:pt x="4089" y="8126"/>
                  </a:lnTo>
                  <a:cubicBezTo>
                    <a:pt x="4009" y="8047"/>
                    <a:pt x="4009" y="7923"/>
                    <a:pt x="4089" y="7844"/>
                  </a:cubicBezTo>
                  <a:lnTo>
                    <a:pt x="4643" y="7290"/>
                  </a:lnTo>
                  <a:close/>
                  <a:moveTo>
                    <a:pt x="5237" y="7884"/>
                  </a:moveTo>
                  <a:lnTo>
                    <a:pt x="5549" y="8195"/>
                  </a:lnTo>
                  <a:lnTo>
                    <a:pt x="5179" y="8568"/>
                  </a:lnTo>
                  <a:lnTo>
                    <a:pt x="5100" y="8648"/>
                  </a:lnTo>
                  <a:cubicBezTo>
                    <a:pt x="5063" y="8684"/>
                    <a:pt x="5013" y="8702"/>
                    <a:pt x="4962" y="8702"/>
                  </a:cubicBezTo>
                  <a:lnTo>
                    <a:pt x="4962" y="8706"/>
                  </a:lnTo>
                  <a:cubicBezTo>
                    <a:pt x="4911" y="8706"/>
                    <a:pt x="4864" y="8684"/>
                    <a:pt x="4828" y="8648"/>
                  </a:cubicBezTo>
                  <a:lnTo>
                    <a:pt x="4784" y="8604"/>
                  </a:lnTo>
                  <a:cubicBezTo>
                    <a:pt x="4712" y="8532"/>
                    <a:pt x="4712" y="8412"/>
                    <a:pt x="4784" y="8336"/>
                  </a:cubicBezTo>
                  <a:lnTo>
                    <a:pt x="5237" y="7884"/>
                  </a:lnTo>
                  <a:close/>
                  <a:moveTo>
                    <a:pt x="5835" y="8481"/>
                  </a:moveTo>
                  <a:lnTo>
                    <a:pt x="6146" y="8793"/>
                  </a:lnTo>
                  <a:lnTo>
                    <a:pt x="5936" y="8999"/>
                  </a:lnTo>
                  <a:lnTo>
                    <a:pt x="5773" y="9162"/>
                  </a:lnTo>
                  <a:cubicBezTo>
                    <a:pt x="5737" y="9198"/>
                    <a:pt x="5690" y="9216"/>
                    <a:pt x="5643" y="9216"/>
                  </a:cubicBezTo>
                  <a:cubicBezTo>
                    <a:pt x="5597" y="9216"/>
                    <a:pt x="5550" y="9198"/>
                    <a:pt x="5516" y="9162"/>
                  </a:cubicBezTo>
                  <a:lnTo>
                    <a:pt x="5462" y="9111"/>
                  </a:lnTo>
                  <a:cubicBezTo>
                    <a:pt x="5389" y="9039"/>
                    <a:pt x="5389" y="8923"/>
                    <a:pt x="5462" y="8851"/>
                  </a:cubicBezTo>
                  <a:lnTo>
                    <a:pt x="5835" y="8481"/>
                  </a:lnTo>
                  <a:close/>
                  <a:moveTo>
                    <a:pt x="4585" y="2904"/>
                  </a:moveTo>
                  <a:lnTo>
                    <a:pt x="4766" y="3085"/>
                  </a:lnTo>
                  <a:cubicBezTo>
                    <a:pt x="5015" y="3334"/>
                    <a:pt x="5351" y="3470"/>
                    <a:pt x="5701" y="3470"/>
                  </a:cubicBezTo>
                  <a:cubicBezTo>
                    <a:pt x="5722" y="3470"/>
                    <a:pt x="5744" y="3470"/>
                    <a:pt x="5766" y="3469"/>
                  </a:cubicBezTo>
                  <a:cubicBezTo>
                    <a:pt x="6476" y="3429"/>
                    <a:pt x="7399" y="3357"/>
                    <a:pt x="7863" y="3230"/>
                  </a:cubicBezTo>
                  <a:cubicBezTo>
                    <a:pt x="7892" y="3259"/>
                    <a:pt x="7917" y="3291"/>
                    <a:pt x="7939" y="3324"/>
                  </a:cubicBezTo>
                  <a:cubicBezTo>
                    <a:pt x="7972" y="3487"/>
                    <a:pt x="7903" y="3653"/>
                    <a:pt x="7762" y="3740"/>
                  </a:cubicBezTo>
                  <a:lnTo>
                    <a:pt x="6686" y="4175"/>
                  </a:lnTo>
                  <a:cubicBezTo>
                    <a:pt x="6552" y="4229"/>
                    <a:pt x="6519" y="4400"/>
                    <a:pt x="6621" y="4501"/>
                  </a:cubicBezTo>
                  <a:lnTo>
                    <a:pt x="9265" y="7145"/>
                  </a:lnTo>
                  <a:lnTo>
                    <a:pt x="9616" y="7500"/>
                  </a:lnTo>
                  <a:cubicBezTo>
                    <a:pt x="9696" y="7576"/>
                    <a:pt x="9696" y="7703"/>
                    <a:pt x="9616" y="7782"/>
                  </a:cubicBezTo>
                  <a:lnTo>
                    <a:pt x="9583" y="7811"/>
                  </a:lnTo>
                  <a:cubicBezTo>
                    <a:pt x="9545" y="7851"/>
                    <a:pt x="9495" y="7871"/>
                    <a:pt x="9444" y="7871"/>
                  </a:cubicBezTo>
                  <a:cubicBezTo>
                    <a:pt x="9393" y="7871"/>
                    <a:pt x="9342" y="7851"/>
                    <a:pt x="9304" y="7811"/>
                  </a:cubicBezTo>
                  <a:lnTo>
                    <a:pt x="9203" y="7710"/>
                  </a:lnTo>
                  <a:lnTo>
                    <a:pt x="6943" y="5453"/>
                  </a:lnTo>
                  <a:cubicBezTo>
                    <a:pt x="6899" y="5408"/>
                    <a:pt x="6849" y="5388"/>
                    <a:pt x="6801" y="5388"/>
                  </a:cubicBezTo>
                  <a:cubicBezTo>
                    <a:pt x="6645" y="5388"/>
                    <a:pt x="6511" y="5592"/>
                    <a:pt x="6661" y="5736"/>
                  </a:cubicBezTo>
                  <a:lnTo>
                    <a:pt x="8920" y="7992"/>
                  </a:lnTo>
                  <a:cubicBezTo>
                    <a:pt x="8993" y="8068"/>
                    <a:pt x="8993" y="8188"/>
                    <a:pt x="8920" y="8260"/>
                  </a:cubicBezTo>
                  <a:lnTo>
                    <a:pt x="8873" y="8304"/>
                  </a:lnTo>
                  <a:cubicBezTo>
                    <a:pt x="8837" y="8342"/>
                    <a:pt x="8788" y="8361"/>
                    <a:pt x="8739" y="8361"/>
                  </a:cubicBezTo>
                  <a:cubicBezTo>
                    <a:pt x="8690" y="8361"/>
                    <a:pt x="8640" y="8342"/>
                    <a:pt x="8602" y="8304"/>
                  </a:cubicBezTo>
                  <a:lnTo>
                    <a:pt x="8522" y="8224"/>
                  </a:lnTo>
                  <a:lnTo>
                    <a:pt x="6135" y="5837"/>
                  </a:lnTo>
                  <a:cubicBezTo>
                    <a:pt x="6091" y="5791"/>
                    <a:pt x="6041" y="5772"/>
                    <a:pt x="5994" y="5772"/>
                  </a:cubicBezTo>
                  <a:cubicBezTo>
                    <a:pt x="5838" y="5772"/>
                    <a:pt x="5703" y="5976"/>
                    <a:pt x="5853" y="6120"/>
                  </a:cubicBezTo>
                  <a:lnTo>
                    <a:pt x="8243" y="8507"/>
                  </a:lnTo>
                  <a:cubicBezTo>
                    <a:pt x="8316" y="8575"/>
                    <a:pt x="8316" y="8695"/>
                    <a:pt x="8243" y="8764"/>
                  </a:cubicBezTo>
                  <a:lnTo>
                    <a:pt x="8189" y="8818"/>
                  </a:lnTo>
                  <a:cubicBezTo>
                    <a:pt x="8153" y="8852"/>
                    <a:pt x="8106" y="8870"/>
                    <a:pt x="8058" y="8870"/>
                  </a:cubicBezTo>
                  <a:cubicBezTo>
                    <a:pt x="8011" y="8870"/>
                    <a:pt x="7964" y="8852"/>
                    <a:pt x="7928" y="8818"/>
                  </a:cubicBezTo>
                  <a:lnTo>
                    <a:pt x="7765" y="8651"/>
                  </a:lnTo>
                  <a:lnTo>
                    <a:pt x="5751" y="6638"/>
                  </a:lnTo>
                  <a:cubicBezTo>
                    <a:pt x="5708" y="6596"/>
                    <a:pt x="5660" y="6579"/>
                    <a:pt x="5614" y="6579"/>
                  </a:cubicBezTo>
                  <a:cubicBezTo>
                    <a:pt x="5459" y="6579"/>
                    <a:pt x="5327" y="6775"/>
                    <a:pt x="5469" y="6920"/>
                  </a:cubicBezTo>
                  <a:lnTo>
                    <a:pt x="7483" y="8934"/>
                  </a:lnTo>
                  <a:cubicBezTo>
                    <a:pt x="7548" y="8999"/>
                    <a:pt x="7548" y="9108"/>
                    <a:pt x="7483" y="9173"/>
                  </a:cubicBezTo>
                  <a:lnTo>
                    <a:pt x="7410" y="9245"/>
                  </a:lnTo>
                  <a:cubicBezTo>
                    <a:pt x="7378" y="9278"/>
                    <a:pt x="7334" y="9294"/>
                    <a:pt x="7291" y="9294"/>
                  </a:cubicBezTo>
                  <a:cubicBezTo>
                    <a:pt x="7247" y="9294"/>
                    <a:pt x="7204" y="9278"/>
                    <a:pt x="7171" y="9245"/>
                  </a:cubicBezTo>
                  <a:lnTo>
                    <a:pt x="7168" y="9242"/>
                  </a:lnTo>
                  <a:lnTo>
                    <a:pt x="3654" y="5732"/>
                  </a:lnTo>
                  <a:cubicBezTo>
                    <a:pt x="3546" y="5620"/>
                    <a:pt x="3477" y="5475"/>
                    <a:pt x="3466" y="5319"/>
                  </a:cubicBezTo>
                  <a:cubicBezTo>
                    <a:pt x="3455" y="5171"/>
                    <a:pt x="3394" y="5033"/>
                    <a:pt x="3289" y="4928"/>
                  </a:cubicBezTo>
                  <a:lnTo>
                    <a:pt x="2923" y="4563"/>
                  </a:lnTo>
                  <a:lnTo>
                    <a:pt x="4585" y="2904"/>
                  </a:lnTo>
                  <a:close/>
                  <a:moveTo>
                    <a:pt x="6429" y="9075"/>
                  </a:moveTo>
                  <a:lnTo>
                    <a:pt x="6740" y="9387"/>
                  </a:lnTo>
                  <a:lnTo>
                    <a:pt x="6534" y="9593"/>
                  </a:lnTo>
                  <a:cubicBezTo>
                    <a:pt x="6501" y="9626"/>
                    <a:pt x="6458" y="9644"/>
                    <a:pt x="6414" y="9644"/>
                  </a:cubicBezTo>
                  <a:cubicBezTo>
                    <a:pt x="6371" y="9644"/>
                    <a:pt x="6327" y="9626"/>
                    <a:pt x="6295" y="9593"/>
                  </a:cubicBezTo>
                  <a:lnTo>
                    <a:pt x="6222" y="9521"/>
                  </a:lnTo>
                  <a:cubicBezTo>
                    <a:pt x="6157" y="9455"/>
                    <a:pt x="6157" y="9347"/>
                    <a:pt x="6222" y="9282"/>
                  </a:cubicBezTo>
                  <a:lnTo>
                    <a:pt x="6429" y="9075"/>
                  </a:lnTo>
                  <a:close/>
                  <a:moveTo>
                    <a:pt x="2686" y="0"/>
                  </a:moveTo>
                  <a:cubicBezTo>
                    <a:pt x="2635" y="0"/>
                    <a:pt x="2584" y="19"/>
                    <a:pt x="2546" y="57"/>
                  </a:cubicBezTo>
                  <a:lnTo>
                    <a:pt x="1655" y="952"/>
                  </a:lnTo>
                  <a:cubicBezTo>
                    <a:pt x="1513" y="1097"/>
                    <a:pt x="1646" y="1293"/>
                    <a:pt x="1800" y="1293"/>
                  </a:cubicBezTo>
                  <a:cubicBezTo>
                    <a:pt x="1846" y="1293"/>
                    <a:pt x="1895" y="1276"/>
                    <a:pt x="1938" y="1234"/>
                  </a:cubicBezTo>
                  <a:lnTo>
                    <a:pt x="2687" y="484"/>
                  </a:lnTo>
                  <a:lnTo>
                    <a:pt x="3763" y="1557"/>
                  </a:lnTo>
                  <a:lnTo>
                    <a:pt x="1576" y="3748"/>
                  </a:lnTo>
                  <a:lnTo>
                    <a:pt x="504" y="2668"/>
                  </a:lnTo>
                  <a:lnTo>
                    <a:pt x="1380" y="1792"/>
                  </a:lnTo>
                  <a:cubicBezTo>
                    <a:pt x="1522" y="1647"/>
                    <a:pt x="1390" y="1449"/>
                    <a:pt x="1236" y="1449"/>
                  </a:cubicBezTo>
                  <a:cubicBezTo>
                    <a:pt x="1189" y="1449"/>
                    <a:pt x="1141" y="1467"/>
                    <a:pt x="1098" y="1509"/>
                  </a:cubicBezTo>
                  <a:lnTo>
                    <a:pt x="76" y="2527"/>
                  </a:lnTo>
                  <a:cubicBezTo>
                    <a:pt x="0" y="2607"/>
                    <a:pt x="0" y="2734"/>
                    <a:pt x="76" y="2810"/>
                  </a:cubicBezTo>
                  <a:lnTo>
                    <a:pt x="1434" y="4168"/>
                  </a:lnTo>
                  <a:cubicBezTo>
                    <a:pt x="1474" y="4207"/>
                    <a:pt x="1525" y="4228"/>
                    <a:pt x="1577" y="4228"/>
                  </a:cubicBezTo>
                  <a:cubicBezTo>
                    <a:pt x="1615" y="4228"/>
                    <a:pt x="1654" y="4216"/>
                    <a:pt x="1688" y="4193"/>
                  </a:cubicBezTo>
                  <a:lnTo>
                    <a:pt x="2351" y="4856"/>
                  </a:lnTo>
                  <a:cubicBezTo>
                    <a:pt x="2391" y="4894"/>
                    <a:pt x="2442" y="4913"/>
                    <a:pt x="2493" y="4913"/>
                  </a:cubicBezTo>
                  <a:cubicBezTo>
                    <a:pt x="2544" y="4913"/>
                    <a:pt x="2595" y="4894"/>
                    <a:pt x="2633" y="4856"/>
                  </a:cubicBezTo>
                  <a:lnTo>
                    <a:pt x="2640" y="4849"/>
                  </a:lnTo>
                  <a:lnTo>
                    <a:pt x="3006" y="5214"/>
                  </a:lnTo>
                  <a:cubicBezTo>
                    <a:pt x="3042" y="5251"/>
                    <a:pt x="3064" y="5298"/>
                    <a:pt x="3068" y="5348"/>
                  </a:cubicBezTo>
                  <a:cubicBezTo>
                    <a:pt x="3082" y="5602"/>
                    <a:pt x="3191" y="5837"/>
                    <a:pt x="3372" y="6018"/>
                  </a:cubicBezTo>
                  <a:lnTo>
                    <a:pt x="4361" y="7007"/>
                  </a:lnTo>
                  <a:lnTo>
                    <a:pt x="3807" y="7561"/>
                  </a:lnTo>
                  <a:cubicBezTo>
                    <a:pt x="3571" y="7793"/>
                    <a:pt x="3571" y="8173"/>
                    <a:pt x="3807" y="8409"/>
                  </a:cubicBezTo>
                  <a:lnTo>
                    <a:pt x="3836" y="8438"/>
                  </a:lnTo>
                  <a:cubicBezTo>
                    <a:pt x="3945" y="8547"/>
                    <a:pt x="4092" y="8612"/>
                    <a:pt x="4247" y="8612"/>
                  </a:cubicBezTo>
                  <a:cubicBezTo>
                    <a:pt x="4251" y="8612"/>
                    <a:pt x="4255" y="8612"/>
                    <a:pt x="4259" y="8612"/>
                  </a:cubicBezTo>
                  <a:cubicBezTo>
                    <a:pt x="4288" y="8612"/>
                    <a:pt x="4317" y="8612"/>
                    <a:pt x="4346" y="8608"/>
                  </a:cubicBezTo>
                  <a:cubicBezTo>
                    <a:pt x="4372" y="8713"/>
                    <a:pt x="4426" y="8811"/>
                    <a:pt x="4506" y="8887"/>
                  </a:cubicBezTo>
                  <a:lnTo>
                    <a:pt x="4545" y="8930"/>
                  </a:lnTo>
                  <a:cubicBezTo>
                    <a:pt x="4658" y="9043"/>
                    <a:pt x="4806" y="9104"/>
                    <a:pt x="4966" y="9104"/>
                  </a:cubicBezTo>
                  <a:cubicBezTo>
                    <a:pt x="4984" y="9104"/>
                    <a:pt x="5002" y="9104"/>
                    <a:pt x="5020" y="9101"/>
                  </a:cubicBezTo>
                  <a:cubicBezTo>
                    <a:pt x="5045" y="9213"/>
                    <a:pt x="5100" y="9314"/>
                    <a:pt x="5179" y="9394"/>
                  </a:cubicBezTo>
                  <a:lnTo>
                    <a:pt x="5234" y="9445"/>
                  </a:lnTo>
                  <a:cubicBezTo>
                    <a:pt x="5344" y="9555"/>
                    <a:pt x="5494" y="9615"/>
                    <a:pt x="5647" y="9615"/>
                  </a:cubicBezTo>
                  <a:cubicBezTo>
                    <a:pt x="5700" y="9615"/>
                    <a:pt x="5754" y="9608"/>
                    <a:pt x="5806" y="9593"/>
                  </a:cubicBezTo>
                  <a:cubicBezTo>
                    <a:pt x="5835" y="9673"/>
                    <a:pt x="5878" y="9742"/>
                    <a:pt x="5940" y="9803"/>
                  </a:cubicBezTo>
                  <a:lnTo>
                    <a:pt x="6012" y="9876"/>
                  </a:lnTo>
                  <a:cubicBezTo>
                    <a:pt x="6123" y="9986"/>
                    <a:pt x="6268" y="10041"/>
                    <a:pt x="6414" y="10041"/>
                  </a:cubicBezTo>
                  <a:cubicBezTo>
                    <a:pt x="6560" y="10041"/>
                    <a:pt x="6706" y="9986"/>
                    <a:pt x="6816" y="9876"/>
                  </a:cubicBezTo>
                  <a:lnTo>
                    <a:pt x="7048" y="9644"/>
                  </a:lnTo>
                  <a:cubicBezTo>
                    <a:pt x="7126" y="9680"/>
                    <a:pt x="7209" y="9698"/>
                    <a:pt x="7291" y="9698"/>
                  </a:cubicBezTo>
                  <a:cubicBezTo>
                    <a:pt x="7438" y="9698"/>
                    <a:pt x="7583" y="9641"/>
                    <a:pt x="7693" y="9532"/>
                  </a:cubicBezTo>
                  <a:lnTo>
                    <a:pt x="7765" y="9459"/>
                  </a:lnTo>
                  <a:cubicBezTo>
                    <a:pt x="7823" y="9398"/>
                    <a:pt x="7870" y="9329"/>
                    <a:pt x="7899" y="9249"/>
                  </a:cubicBezTo>
                  <a:cubicBezTo>
                    <a:pt x="7951" y="9264"/>
                    <a:pt x="8005" y="9271"/>
                    <a:pt x="8058" y="9271"/>
                  </a:cubicBezTo>
                  <a:cubicBezTo>
                    <a:pt x="8211" y="9271"/>
                    <a:pt x="8361" y="9211"/>
                    <a:pt x="8471" y="9101"/>
                  </a:cubicBezTo>
                  <a:lnTo>
                    <a:pt x="8526" y="9050"/>
                  </a:lnTo>
                  <a:cubicBezTo>
                    <a:pt x="8605" y="8970"/>
                    <a:pt x="8660" y="8869"/>
                    <a:pt x="8685" y="8756"/>
                  </a:cubicBezTo>
                  <a:cubicBezTo>
                    <a:pt x="8705" y="8759"/>
                    <a:pt x="8725" y="8760"/>
                    <a:pt x="8745" y="8760"/>
                  </a:cubicBezTo>
                  <a:cubicBezTo>
                    <a:pt x="8898" y="8760"/>
                    <a:pt x="9047" y="8698"/>
                    <a:pt x="9160" y="8586"/>
                  </a:cubicBezTo>
                  <a:lnTo>
                    <a:pt x="9203" y="8543"/>
                  </a:lnTo>
                  <a:cubicBezTo>
                    <a:pt x="9279" y="8463"/>
                    <a:pt x="9333" y="8365"/>
                    <a:pt x="9359" y="8260"/>
                  </a:cubicBezTo>
                  <a:cubicBezTo>
                    <a:pt x="9388" y="8265"/>
                    <a:pt x="9418" y="8267"/>
                    <a:pt x="9447" y="8267"/>
                  </a:cubicBezTo>
                  <a:cubicBezTo>
                    <a:pt x="9605" y="8267"/>
                    <a:pt x="9756" y="8203"/>
                    <a:pt x="9869" y="8090"/>
                  </a:cubicBezTo>
                  <a:lnTo>
                    <a:pt x="9902" y="8061"/>
                  </a:lnTo>
                  <a:cubicBezTo>
                    <a:pt x="10134" y="7826"/>
                    <a:pt x="10134" y="7445"/>
                    <a:pt x="9902" y="7214"/>
                  </a:cubicBezTo>
                  <a:lnTo>
                    <a:pt x="9688" y="7007"/>
                  </a:lnTo>
                  <a:lnTo>
                    <a:pt x="10333" y="6359"/>
                  </a:lnTo>
                  <a:cubicBezTo>
                    <a:pt x="10510" y="6181"/>
                    <a:pt x="10619" y="5946"/>
                    <a:pt x="10637" y="5693"/>
                  </a:cubicBezTo>
                  <a:cubicBezTo>
                    <a:pt x="10637" y="5667"/>
                    <a:pt x="10644" y="5642"/>
                    <a:pt x="10655" y="5620"/>
                  </a:cubicBezTo>
                  <a:cubicBezTo>
                    <a:pt x="10666" y="5598"/>
                    <a:pt x="10681" y="5577"/>
                    <a:pt x="10699" y="5559"/>
                  </a:cubicBezTo>
                  <a:lnTo>
                    <a:pt x="11065" y="5196"/>
                  </a:lnTo>
                  <a:lnTo>
                    <a:pt x="11068" y="5200"/>
                  </a:lnTo>
                  <a:cubicBezTo>
                    <a:pt x="11108" y="5240"/>
                    <a:pt x="11160" y="5260"/>
                    <a:pt x="11211" y="5260"/>
                  </a:cubicBezTo>
                  <a:cubicBezTo>
                    <a:pt x="11262" y="5260"/>
                    <a:pt x="11313" y="5240"/>
                    <a:pt x="11351" y="5200"/>
                  </a:cubicBezTo>
                  <a:lnTo>
                    <a:pt x="12013" y="4537"/>
                  </a:lnTo>
                  <a:cubicBezTo>
                    <a:pt x="12049" y="4561"/>
                    <a:pt x="12089" y="4573"/>
                    <a:pt x="12130" y="4573"/>
                  </a:cubicBezTo>
                  <a:cubicBezTo>
                    <a:pt x="12181" y="4573"/>
                    <a:pt x="12232" y="4554"/>
                    <a:pt x="12271" y="4515"/>
                  </a:cubicBezTo>
                  <a:lnTo>
                    <a:pt x="13629" y="3157"/>
                  </a:lnTo>
                  <a:cubicBezTo>
                    <a:pt x="13705" y="3078"/>
                    <a:pt x="13705" y="2951"/>
                    <a:pt x="13629" y="2871"/>
                  </a:cubicBezTo>
                  <a:lnTo>
                    <a:pt x="12542" y="1785"/>
                  </a:lnTo>
                  <a:cubicBezTo>
                    <a:pt x="12498" y="1743"/>
                    <a:pt x="12450" y="1726"/>
                    <a:pt x="12403" y="1726"/>
                  </a:cubicBezTo>
                  <a:cubicBezTo>
                    <a:pt x="12248" y="1726"/>
                    <a:pt x="12117" y="1922"/>
                    <a:pt x="12256" y="2067"/>
                  </a:cubicBezTo>
                  <a:lnTo>
                    <a:pt x="13201" y="3012"/>
                  </a:lnTo>
                  <a:lnTo>
                    <a:pt x="12126" y="4088"/>
                  </a:lnTo>
                  <a:lnTo>
                    <a:pt x="9942" y="1901"/>
                  </a:lnTo>
                  <a:lnTo>
                    <a:pt x="11017" y="829"/>
                  </a:lnTo>
                  <a:lnTo>
                    <a:pt x="11702" y="1513"/>
                  </a:lnTo>
                  <a:cubicBezTo>
                    <a:pt x="11745" y="1555"/>
                    <a:pt x="11793" y="1572"/>
                    <a:pt x="11839" y="1572"/>
                  </a:cubicBezTo>
                  <a:cubicBezTo>
                    <a:pt x="11993" y="1572"/>
                    <a:pt x="12124" y="1376"/>
                    <a:pt x="11984" y="1231"/>
                  </a:cubicBezTo>
                  <a:lnTo>
                    <a:pt x="11159" y="401"/>
                  </a:lnTo>
                  <a:cubicBezTo>
                    <a:pt x="11119" y="363"/>
                    <a:pt x="11067" y="344"/>
                    <a:pt x="11016" y="344"/>
                  </a:cubicBezTo>
                  <a:cubicBezTo>
                    <a:pt x="10965" y="344"/>
                    <a:pt x="10914" y="363"/>
                    <a:pt x="10876" y="401"/>
                  </a:cubicBezTo>
                  <a:lnTo>
                    <a:pt x="9518" y="1759"/>
                  </a:lnTo>
                  <a:cubicBezTo>
                    <a:pt x="9449" y="1828"/>
                    <a:pt x="9438" y="1937"/>
                    <a:pt x="9493" y="2016"/>
                  </a:cubicBezTo>
                  <a:lnTo>
                    <a:pt x="8834" y="2676"/>
                  </a:lnTo>
                  <a:cubicBezTo>
                    <a:pt x="8754" y="2755"/>
                    <a:pt x="8754" y="2882"/>
                    <a:pt x="8834" y="2958"/>
                  </a:cubicBezTo>
                  <a:lnTo>
                    <a:pt x="8837" y="2965"/>
                  </a:lnTo>
                  <a:lnTo>
                    <a:pt x="8656" y="3146"/>
                  </a:lnTo>
                  <a:cubicBezTo>
                    <a:pt x="8569" y="3233"/>
                    <a:pt x="8461" y="3306"/>
                    <a:pt x="8345" y="3349"/>
                  </a:cubicBezTo>
                  <a:cubicBezTo>
                    <a:pt x="8341" y="3295"/>
                    <a:pt x="8330" y="3244"/>
                    <a:pt x="8316" y="3190"/>
                  </a:cubicBezTo>
                  <a:cubicBezTo>
                    <a:pt x="8308" y="3172"/>
                    <a:pt x="8301" y="3154"/>
                    <a:pt x="8294" y="3139"/>
                  </a:cubicBezTo>
                  <a:cubicBezTo>
                    <a:pt x="8197" y="2988"/>
                    <a:pt x="8056" y="2819"/>
                    <a:pt x="7888" y="2819"/>
                  </a:cubicBezTo>
                  <a:cubicBezTo>
                    <a:pt x="7862" y="2819"/>
                    <a:pt x="7836" y="2823"/>
                    <a:pt x="7809" y="2831"/>
                  </a:cubicBezTo>
                  <a:cubicBezTo>
                    <a:pt x="7501" y="2929"/>
                    <a:pt x="6766" y="3012"/>
                    <a:pt x="5744" y="3070"/>
                  </a:cubicBezTo>
                  <a:cubicBezTo>
                    <a:pt x="5731" y="3071"/>
                    <a:pt x="5717" y="3071"/>
                    <a:pt x="5704" y="3071"/>
                  </a:cubicBezTo>
                  <a:cubicBezTo>
                    <a:pt x="5457" y="3071"/>
                    <a:pt x="5221" y="2978"/>
                    <a:pt x="5049" y="2802"/>
                  </a:cubicBezTo>
                  <a:lnTo>
                    <a:pt x="4868" y="2621"/>
                  </a:lnTo>
                  <a:lnTo>
                    <a:pt x="4871" y="2614"/>
                  </a:lnTo>
                  <a:cubicBezTo>
                    <a:pt x="4951" y="2538"/>
                    <a:pt x="4951" y="2411"/>
                    <a:pt x="4871" y="2332"/>
                  </a:cubicBezTo>
                  <a:lnTo>
                    <a:pt x="4209" y="1672"/>
                  </a:lnTo>
                  <a:cubicBezTo>
                    <a:pt x="4263" y="1593"/>
                    <a:pt x="4256" y="1484"/>
                    <a:pt x="4187" y="1415"/>
                  </a:cubicBezTo>
                  <a:lnTo>
                    <a:pt x="2829" y="57"/>
                  </a:lnTo>
                  <a:cubicBezTo>
                    <a:pt x="2789" y="19"/>
                    <a:pt x="2737" y="0"/>
                    <a:pt x="26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88"/>
            <p:cNvSpPr/>
            <p:nvPr/>
          </p:nvSpPr>
          <p:spPr>
            <a:xfrm>
              <a:off x="1400251" y="2442420"/>
              <a:ext cx="174163" cy="103271"/>
            </a:xfrm>
            <a:custGeom>
              <a:rect b="b" l="l" r="r" t="t"/>
              <a:pathLst>
                <a:path extrusionOk="0" h="3939" w="6643">
                  <a:moveTo>
                    <a:pt x="2032" y="405"/>
                  </a:moveTo>
                  <a:cubicBezTo>
                    <a:pt x="2880" y="405"/>
                    <a:pt x="3532" y="1159"/>
                    <a:pt x="3412" y="1999"/>
                  </a:cubicBezTo>
                  <a:cubicBezTo>
                    <a:pt x="3311" y="2704"/>
                    <a:pt x="2704" y="3201"/>
                    <a:pt x="2028" y="3201"/>
                  </a:cubicBezTo>
                  <a:cubicBezTo>
                    <a:pt x="1901" y="3201"/>
                    <a:pt x="1773" y="3184"/>
                    <a:pt x="1645" y="3147"/>
                  </a:cubicBezTo>
                  <a:cubicBezTo>
                    <a:pt x="1626" y="3141"/>
                    <a:pt x="1607" y="3138"/>
                    <a:pt x="1589" y="3138"/>
                  </a:cubicBezTo>
                  <a:cubicBezTo>
                    <a:pt x="1561" y="3138"/>
                    <a:pt x="1533" y="3145"/>
                    <a:pt x="1507" y="3158"/>
                  </a:cubicBezTo>
                  <a:lnTo>
                    <a:pt x="949" y="3415"/>
                  </a:lnTo>
                  <a:lnTo>
                    <a:pt x="949" y="3415"/>
                  </a:lnTo>
                  <a:lnTo>
                    <a:pt x="978" y="2803"/>
                  </a:lnTo>
                  <a:cubicBezTo>
                    <a:pt x="978" y="2756"/>
                    <a:pt x="964" y="2709"/>
                    <a:pt x="931" y="2669"/>
                  </a:cubicBezTo>
                  <a:cubicBezTo>
                    <a:pt x="555" y="2195"/>
                    <a:pt x="529" y="1528"/>
                    <a:pt x="870" y="1025"/>
                  </a:cubicBezTo>
                  <a:cubicBezTo>
                    <a:pt x="1073" y="717"/>
                    <a:pt x="1395" y="503"/>
                    <a:pt x="1757" y="431"/>
                  </a:cubicBezTo>
                  <a:cubicBezTo>
                    <a:pt x="1848" y="413"/>
                    <a:pt x="1938" y="405"/>
                    <a:pt x="2032" y="405"/>
                  </a:cubicBezTo>
                  <a:close/>
                  <a:moveTo>
                    <a:pt x="2021" y="0"/>
                  </a:moveTo>
                  <a:cubicBezTo>
                    <a:pt x="1629" y="0"/>
                    <a:pt x="1236" y="127"/>
                    <a:pt x="906" y="387"/>
                  </a:cubicBezTo>
                  <a:cubicBezTo>
                    <a:pt x="149" y="989"/>
                    <a:pt x="1" y="2075"/>
                    <a:pt x="569" y="2857"/>
                  </a:cubicBezTo>
                  <a:lnTo>
                    <a:pt x="533" y="3730"/>
                  </a:lnTo>
                  <a:cubicBezTo>
                    <a:pt x="527" y="3848"/>
                    <a:pt x="624" y="3938"/>
                    <a:pt x="733" y="3938"/>
                  </a:cubicBezTo>
                  <a:cubicBezTo>
                    <a:pt x="761" y="3938"/>
                    <a:pt x="790" y="3932"/>
                    <a:pt x="819" y="3919"/>
                  </a:cubicBezTo>
                  <a:lnTo>
                    <a:pt x="1609" y="3549"/>
                  </a:lnTo>
                  <a:cubicBezTo>
                    <a:pt x="1750" y="3583"/>
                    <a:pt x="1892" y="3600"/>
                    <a:pt x="2033" y="3600"/>
                  </a:cubicBezTo>
                  <a:cubicBezTo>
                    <a:pt x="2548" y="3600"/>
                    <a:pt x="3046" y="3378"/>
                    <a:pt x="3390" y="2977"/>
                  </a:cubicBezTo>
                  <a:cubicBezTo>
                    <a:pt x="3401" y="2991"/>
                    <a:pt x="3416" y="3006"/>
                    <a:pt x="3427" y="3020"/>
                  </a:cubicBezTo>
                  <a:cubicBezTo>
                    <a:pt x="3771" y="3390"/>
                    <a:pt x="4252" y="3600"/>
                    <a:pt x="4756" y="3600"/>
                  </a:cubicBezTo>
                  <a:cubicBezTo>
                    <a:pt x="4897" y="3600"/>
                    <a:pt x="5035" y="3582"/>
                    <a:pt x="5172" y="3549"/>
                  </a:cubicBezTo>
                  <a:lnTo>
                    <a:pt x="5958" y="3919"/>
                  </a:lnTo>
                  <a:cubicBezTo>
                    <a:pt x="5987" y="3932"/>
                    <a:pt x="6016" y="3938"/>
                    <a:pt x="6045" y="3938"/>
                  </a:cubicBezTo>
                  <a:cubicBezTo>
                    <a:pt x="6154" y="3938"/>
                    <a:pt x="6250" y="3848"/>
                    <a:pt x="6244" y="3730"/>
                  </a:cubicBezTo>
                  <a:lnTo>
                    <a:pt x="6205" y="2857"/>
                  </a:lnTo>
                  <a:cubicBezTo>
                    <a:pt x="6559" y="2365"/>
                    <a:pt x="6643" y="1724"/>
                    <a:pt x="6425" y="1155"/>
                  </a:cubicBezTo>
                  <a:cubicBezTo>
                    <a:pt x="6390" y="1064"/>
                    <a:pt x="6317" y="1025"/>
                    <a:pt x="6244" y="1025"/>
                  </a:cubicBezTo>
                  <a:cubicBezTo>
                    <a:pt x="6118" y="1025"/>
                    <a:pt x="5990" y="1141"/>
                    <a:pt x="6052" y="1300"/>
                  </a:cubicBezTo>
                  <a:cubicBezTo>
                    <a:pt x="6226" y="1760"/>
                    <a:pt x="6150" y="2282"/>
                    <a:pt x="5842" y="2669"/>
                  </a:cubicBezTo>
                  <a:cubicBezTo>
                    <a:pt x="5813" y="2705"/>
                    <a:pt x="5795" y="2756"/>
                    <a:pt x="5799" y="2803"/>
                  </a:cubicBezTo>
                  <a:lnTo>
                    <a:pt x="5824" y="3415"/>
                  </a:lnTo>
                  <a:lnTo>
                    <a:pt x="5270" y="3154"/>
                  </a:lnTo>
                  <a:cubicBezTo>
                    <a:pt x="5243" y="3143"/>
                    <a:pt x="5213" y="3137"/>
                    <a:pt x="5183" y="3137"/>
                  </a:cubicBezTo>
                  <a:cubicBezTo>
                    <a:pt x="5165" y="3137"/>
                    <a:pt x="5147" y="3139"/>
                    <a:pt x="5129" y="3143"/>
                  </a:cubicBezTo>
                  <a:cubicBezTo>
                    <a:pt x="5003" y="3179"/>
                    <a:pt x="4875" y="3197"/>
                    <a:pt x="4748" y="3197"/>
                  </a:cubicBezTo>
                  <a:cubicBezTo>
                    <a:pt x="4362" y="3197"/>
                    <a:pt x="3986" y="3037"/>
                    <a:pt x="3716" y="2745"/>
                  </a:cubicBezTo>
                  <a:cubicBezTo>
                    <a:pt x="3691" y="2720"/>
                    <a:pt x="3669" y="2691"/>
                    <a:pt x="3644" y="2655"/>
                  </a:cubicBezTo>
                  <a:lnTo>
                    <a:pt x="3619" y="2626"/>
                  </a:lnTo>
                  <a:cubicBezTo>
                    <a:pt x="3887" y="2108"/>
                    <a:pt x="3887" y="1492"/>
                    <a:pt x="3619" y="974"/>
                  </a:cubicBezTo>
                  <a:cubicBezTo>
                    <a:pt x="3626" y="963"/>
                    <a:pt x="3633" y="952"/>
                    <a:pt x="3644" y="941"/>
                  </a:cubicBezTo>
                  <a:cubicBezTo>
                    <a:pt x="3669" y="905"/>
                    <a:pt x="3698" y="873"/>
                    <a:pt x="3731" y="840"/>
                  </a:cubicBezTo>
                  <a:cubicBezTo>
                    <a:pt x="3803" y="764"/>
                    <a:pt x="3883" y="695"/>
                    <a:pt x="3970" y="637"/>
                  </a:cubicBezTo>
                  <a:cubicBezTo>
                    <a:pt x="4207" y="482"/>
                    <a:pt x="4477" y="405"/>
                    <a:pt x="4746" y="405"/>
                  </a:cubicBezTo>
                  <a:cubicBezTo>
                    <a:pt x="5065" y="405"/>
                    <a:pt x="5384" y="513"/>
                    <a:pt x="5643" y="728"/>
                  </a:cubicBezTo>
                  <a:cubicBezTo>
                    <a:pt x="5685" y="764"/>
                    <a:pt x="5730" y="779"/>
                    <a:pt x="5772" y="779"/>
                  </a:cubicBezTo>
                  <a:cubicBezTo>
                    <a:pt x="5933" y="779"/>
                    <a:pt x="6061" y="558"/>
                    <a:pt x="5900" y="420"/>
                  </a:cubicBezTo>
                  <a:cubicBezTo>
                    <a:pt x="5565" y="141"/>
                    <a:pt x="5156" y="3"/>
                    <a:pt x="4749" y="3"/>
                  </a:cubicBezTo>
                  <a:cubicBezTo>
                    <a:pt x="4270" y="3"/>
                    <a:pt x="3792" y="194"/>
                    <a:pt x="3438" y="568"/>
                  </a:cubicBezTo>
                  <a:cubicBezTo>
                    <a:pt x="3419" y="587"/>
                    <a:pt x="3401" y="605"/>
                    <a:pt x="3387" y="626"/>
                  </a:cubicBezTo>
                  <a:cubicBezTo>
                    <a:pt x="3031" y="213"/>
                    <a:pt x="2528" y="0"/>
                    <a:pt x="2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88"/>
            <p:cNvSpPr/>
            <p:nvPr/>
          </p:nvSpPr>
          <p:spPr>
            <a:xfrm>
              <a:off x="1433285" y="2486045"/>
              <a:ext cx="10487" cy="11169"/>
            </a:xfrm>
            <a:custGeom>
              <a:rect b="b" l="l" r="r" t="t"/>
              <a:pathLst>
                <a:path extrusionOk="0" h="426" w="400">
                  <a:moveTo>
                    <a:pt x="200" y="0"/>
                  </a:moveTo>
                  <a:cubicBezTo>
                    <a:pt x="100" y="0"/>
                    <a:pt x="1" y="67"/>
                    <a:pt x="1" y="201"/>
                  </a:cubicBezTo>
                  <a:lnTo>
                    <a:pt x="1" y="226"/>
                  </a:lnTo>
                  <a:cubicBezTo>
                    <a:pt x="1" y="339"/>
                    <a:pt x="91" y="426"/>
                    <a:pt x="200" y="426"/>
                  </a:cubicBezTo>
                  <a:cubicBezTo>
                    <a:pt x="312" y="426"/>
                    <a:pt x="399" y="339"/>
                    <a:pt x="399" y="226"/>
                  </a:cubicBez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88"/>
            <p:cNvSpPr/>
            <p:nvPr/>
          </p:nvSpPr>
          <p:spPr>
            <a:xfrm>
              <a:off x="1448150" y="2486045"/>
              <a:ext cx="10513" cy="11169"/>
            </a:xfrm>
            <a:custGeom>
              <a:rect b="b" l="l" r="r" t="t"/>
              <a:pathLst>
                <a:path extrusionOk="0" h="426" w="401">
                  <a:moveTo>
                    <a:pt x="200" y="0"/>
                  </a:moveTo>
                  <a:cubicBezTo>
                    <a:pt x="100" y="0"/>
                    <a:pt x="1" y="67"/>
                    <a:pt x="3" y="201"/>
                  </a:cubicBezTo>
                  <a:lnTo>
                    <a:pt x="3" y="226"/>
                  </a:lnTo>
                  <a:cubicBezTo>
                    <a:pt x="3" y="339"/>
                    <a:pt x="89" y="426"/>
                    <a:pt x="202" y="426"/>
                  </a:cubicBezTo>
                  <a:cubicBezTo>
                    <a:pt x="310" y="426"/>
                    <a:pt x="401" y="339"/>
                    <a:pt x="401" y="226"/>
                  </a:cubicBezTo>
                  <a:lnTo>
                    <a:pt x="401" y="201"/>
                  </a:lnTo>
                  <a:cubicBezTo>
                    <a:pt x="401"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88"/>
            <p:cNvSpPr/>
            <p:nvPr/>
          </p:nvSpPr>
          <p:spPr>
            <a:xfrm>
              <a:off x="1463015" y="2486045"/>
              <a:ext cx="10566" cy="11169"/>
            </a:xfrm>
            <a:custGeom>
              <a:rect b="b" l="l" r="r" t="t"/>
              <a:pathLst>
                <a:path extrusionOk="0" h="426" w="403">
                  <a:moveTo>
                    <a:pt x="201" y="0"/>
                  </a:moveTo>
                  <a:cubicBezTo>
                    <a:pt x="101" y="0"/>
                    <a:pt x="0" y="67"/>
                    <a:pt x="0" y="201"/>
                  </a:cubicBezTo>
                  <a:lnTo>
                    <a:pt x="0" y="226"/>
                  </a:lnTo>
                  <a:cubicBezTo>
                    <a:pt x="0" y="339"/>
                    <a:pt x="91" y="426"/>
                    <a:pt x="200" y="426"/>
                  </a:cubicBezTo>
                  <a:cubicBezTo>
                    <a:pt x="312" y="426"/>
                    <a:pt x="403" y="339"/>
                    <a:pt x="403" y="226"/>
                  </a:cubicBezTo>
                  <a:lnTo>
                    <a:pt x="403" y="201"/>
                  </a:lnTo>
                  <a:cubicBezTo>
                    <a:pt x="403" y="67"/>
                    <a:pt x="302"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88"/>
            <p:cNvSpPr/>
            <p:nvPr/>
          </p:nvSpPr>
          <p:spPr>
            <a:xfrm>
              <a:off x="1506038" y="2486045"/>
              <a:ext cx="10461" cy="11221"/>
            </a:xfrm>
            <a:custGeom>
              <a:rect b="b" l="l" r="r" t="t"/>
              <a:pathLst>
                <a:path extrusionOk="0" h="428" w="399">
                  <a:moveTo>
                    <a:pt x="199" y="0"/>
                  </a:moveTo>
                  <a:cubicBezTo>
                    <a:pt x="100" y="0"/>
                    <a:pt x="0" y="67"/>
                    <a:pt x="0" y="201"/>
                  </a:cubicBezTo>
                  <a:lnTo>
                    <a:pt x="0" y="226"/>
                  </a:lnTo>
                  <a:cubicBezTo>
                    <a:pt x="0" y="360"/>
                    <a:pt x="100" y="427"/>
                    <a:pt x="199" y="427"/>
                  </a:cubicBezTo>
                  <a:cubicBezTo>
                    <a:pt x="299" y="427"/>
                    <a:pt x="399" y="360"/>
                    <a:pt x="399" y="226"/>
                  </a:cubicBezTo>
                  <a:lnTo>
                    <a:pt x="399" y="201"/>
                  </a:lnTo>
                  <a:cubicBezTo>
                    <a:pt x="399" y="67"/>
                    <a:pt x="299"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88"/>
            <p:cNvSpPr/>
            <p:nvPr/>
          </p:nvSpPr>
          <p:spPr>
            <a:xfrm>
              <a:off x="1520851" y="2486045"/>
              <a:ext cx="10566" cy="11221"/>
            </a:xfrm>
            <a:custGeom>
              <a:rect b="b" l="l" r="r" t="t"/>
              <a:pathLst>
                <a:path extrusionOk="0" h="428" w="403">
                  <a:moveTo>
                    <a:pt x="200" y="0"/>
                  </a:moveTo>
                  <a:cubicBezTo>
                    <a:pt x="100" y="0"/>
                    <a:pt x="0" y="67"/>
                    <a:pt x="0" y="201"/>
                  </a:cubicBezTo>
                  <a:lnTo>
                    <a:pt x="0" y="226"/>
                  </a:lnTo>
                  <a:cubicBezTo>
                    <a:pt x="0" y="360"/>
                    <a:pt x="101" y="427"/>
                    <a:pt x="201" y="427"/>
                  </a:cubicBezTo>
                  <a:cubicBezTo>
                    <a:pt x="302" y="427"/>
                    <a:pt x="402" y="360"/>
                    <a:pt x="402" y="226"/>
                  </a:cubicBezTo>
                  <a:lnTo>
                    <a:pt x="402" y="201"/>
                  </a:lnTo>
                  <a:cubicBezTo>
                    <a:pt x="400"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88"/>
            <p:cNvSpPr/>
            <p:nvPr/>
          </p:nvSpPr>
          <p:spPr>
            <a:xfrm>
              <a:off x="1535743" y="2486045"/>
              <a:ext cx="10487" cy="11221"/>
            </a:xfrm>
            <a:custGeom>
              <a:rect b="b" l="l" r="r" t="t"/>
              <a:pathLst>
                <a:path extrusionOk="0" h="428" w="400">
                  <a:moveTo>
                    <a:pt x="200" y="0"/>
                  </a:moveTo>
                  <a:cubicBezTo>
                    <a:pt x="100" y="0"/>
                    <a:pt x="1" y="67"/>
                    <a:pt x="1" y="201"/>
                  </a:cubicBezTo>
                  <a:lnTo>
                    <a:pt x="1" y="226"/>
                  </a:lnTo>
                  <a:cubicBezTo>
                    <a:pt x="1" y="360"/>
                    <a:pt x="100" y="427"/>
                    <a:pt x="200" y="427"/>
                  </a:cubicBezTo>
                  <a:cubicBezTo>
                    <a:pt x="300" y="427"/>
                    <a:pt x="399" y="360"/>
                    <a:pt x="399" y="226"/>
                  </a:cubicBez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5" name="Google Shape;17505;p88"/>
          <p:cNvGrpSpPr/>
          <p:nvPr/>
        </p:nvGrpSpPr>
        <p:grpSpPr>
          <a:xfrm>
            <a:off x="3125755" y="3381504"/>
            <a:ext cx="278115" cy="358341"/>
            <a:chOff x="3125755" y="3381504"/>
            <a:chExt cx="278115" cy="358341"/>
          </a:xfrm>
        </p:grpSpPr>
        <p:sp>
          <p:nvSpPr>
            <p:cNvPr id="17506" name="Google Shape;17506;p88"/>
            <p:cNvSpPr/>
            <p:nvPr/>
          </p:nvSpPr>
          <p:spPr>
            <a:xfrm>
              <a:off x="3190670" y="3505775"/>
              <a:ext cx="149859" cy="173298"/>
            </a:xfrm>
            <a:custGeom>
              <a:rect b="b" l="l" r="r" t="t"/>
              <a:pathLst>
                <a:path extrusionOk="0" h="6610" w="5716">
                  <a:moveTo>
                    <a:pt x="2858" y="0"/>
                  </a:moveTo>
                  <a:cubicBezTo>
                    <a:pt x="1279" y="0"/>
                    <a:pt x="1" y="1279"/>
                    <a:pt x="1" y="2858"/>
                  </a:cubicBezTo>
                  <a:lnTo>
                    <a:pt x="1" y="6610"/>
                  </a:lnTo>
                  <a:lnTo>
                    <a:pt x="5716" y="6610"/>
                  </a:lnTo>
                  <a:lnTo>
                    <a:pt x="5716" y="2858"/>
                  </a:lnTo>
                  <a:cubicBezTo>
                    <a:pt x="5716" y="1279"/>
                    <a:pt x="4437" y="0"/>
                    <a:pt x="285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88"/>
            <p:cNvSpPr/>
            <p:nvPr/>
          </p:nvSpPr>
          <p:spPr>
            <a:xfrm>
              <a:off x="3190670" y="3505775"/>
              <a:ext cx="90713" cy="173219"/>
            </a:xfrm>
            <a:custGeom>
              <a:rect b="b" l="l" r="r" t="t"/>
              <a:pathLst>
                <a:path extrusionOk="0" h="6607" w="3460">
                  <a:moveTo>
                    <a:pt x="2858" y="0"/>
                  </a:moveTo>
                  <a:cubicBezTo>
                    <a:pt x="1279" y="0"/>
                    <a:pt x="1" y="1279"/>
                    <a:pt x="1" y="2858"/>
                  </a:cubicBezTo>
                  <a:lnTo>
                    <a:pt x="1" y="6606"/>
                  </a:lnTo>
                  <a:lnTo>
                    <a:pt x="1199" y="6606"/>
                  </a:lnTo>
                  <a:lnTo>
                    <a:pt x="1199" y="2858"/>
                  </a:lnTo>
                  <a:cubicBezTo>
                    <a:pt x="1199" y="1511"/>
                    <a:pt x="2141" y="344"/>
                    <a:pt x="3459" y="62"/>
                  </a:cubicBezTo>
                  <a:cubicBezTo>
                    <a:pt x="3260" y="18"/>
                    <a:pt x="3061" y="0"/>
                    <a:pt x="285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88"/>
            <p:cNvSpPr/>
            <p:nvPr/>
          </p:nvSpPr>
          <p:spPr>
            <a:xfrm>
              <a:off x="3253828" y="3633952"/>
              <a:ext cx="21944" cy="45042"/>
            </a:xfrm>
            <a:custGeom>
              <a:rect b="b" l="l" r="r" t="t"/>
              <a:pathLst>
                <a:path extrusionOk="0" h="1718" w="837">
                  <a:moveTo>
                    <a:pt x="0" y="1"/>
                  </a:moveTo>
                  <a:lnTo>
                    <a:pt x="0" y="1717"/>
                  </a:lnTo>
                  <a:lnTo>
                    <a:pt x="837" y="1717"/>
                  </a:lnTo>
                  <a:lnTo>
                    <a:pt x="837"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88"/>
            <p:cNvSpPr/>
            <p:nvPr/>
          </p:nvSpPr>
          <p:spPr>
            <a:xfrm>
              <a:off x="3175962" y="3667957"/>
              <a:ext cx="179301" cy="34764"/>
            </a:xfrm>
            <a:custGeom>
              <a:rect b="b" l="l" r="r" t="t"/>
              <a:pathLst>
                <a:path extrusionOk="0" h="1326" w="6839">
                  <a:moveTo>
                    <a:pt x="0" y="0"/>
                  </a:moveTo>
                  <a:lnTo>
                    <a:pt x="0" y="1326"/>
                  </a:lnTo>
                  <a:lnTo>
                    <a:pt x="6838" y="1326"/>
                  </a:lnTo>
                  <a:lnTo>
                    <a:pt x="68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88"/>
            <p:cNvSpPr/>
            <p:nvPr/>
          </p:nvSpPr>
          <p:spPr>
            <a:xfrm>
              <a:off x="3175962" y="3667957"/>
              <a:ext cx="14734" cy="34764"/>
            </a:xfrm>
            <a:custGeom>
              <a:rect b="b" l="l" r="r" t="t"/>
              <a:pathLst>
                <a:path extrusionOk="0" h="1326" w="562">
                  <a:moveTo>
                    <a:pt x="0" y="0"/>
                  </a:moveTo>
                  <a:lnTo>
                    <a:pt x="0" y="1326"/>
                  </a:lnTo>
                  <a:lnTo>
                    <a:pt x="562" y="1326"/>
                  </a:lnTo>
                  <a:lnTo>
                    <a:pt x="562"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88"/>
            <p:cNvSpPr/>
            <p:nvPr/>
          </p:nvSpPr>
          <p:spPr>
            <a:xfrm>
              <a:off x="3160467" y="3693492"/>
              <a:ext cx="210369" cy="41057"/>
            </a:xfrm>
            <a:custGeom>
              <a:rect b="b" l="l" r="r" t="t"/>
              <a:pathLst>
                <a:path extrusionOk="0" h="1566" w="8024">
                  <a:moveTo>
                    <a:pt x="1" y="1"/>
                  </a:moveTo>
                  <a:lnTo>
                    <a:pt x="1" y="1565"/>
                  </a:lnTo>
                  <a:lnTo>
                    <a:pt x="8023" y="1565"/>
                  </a:lnTo>
                  <a:lnTo>
                    <a:pt x="8023"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88"/>
            <p:cNvSpPr/>
            <p:nvPr/>
          </p:nvSpPr>
          <p:spPr>
            <a:xfrm>
              <a:off x="3160467" y="3693492"/>
              <a:ext cx="15521" cy="41057"/>
            </a:xfrm>
            <a:custGeom>
              <a:rect b="b" l="l" r="r" t="t"/>
              <a:pathLst>
                <a:path extrusionOk="0" h="1566" w="592">
                  <a:moveTo>
                    <a:pt x="1" y="1"/>
                  </a:moveTo>
                  <a:lnTo>
                    <a:pt x="1" y="1565"/>
                  </a:lnTo>
                  <a:lnTo>
                    <a:pt x="591" y="1565"/>
                  </a:lnTo>
                  <a:lnTo>
                    <a:pt x="59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88"/>
            <p:cNvSpPr/>
            <p:nvPr/>
          </p:nvSpPr>
          <p:spPr>
            <a:xfrm>
              <a:off x="3238255" y="3592372"/>
              <a:ext cx="53195" cy="53195"/>
            </a:xfrm>
            <a:custGeom>
              <a:rect b="b" l="l" r="r" t="t"/>
              <a:pathLst>
                <a:path extrusionOk="0" h="2029" w="2029">
                  <a:moveTo>
                    <a:pt x="1014" y="0"/>
                  </a:moveTo>
                  <a:cubicBezTo>
                    <a:pt x="453" y="0"/>
                    <a:pt x="0" y="453"/>
                    <a:pt x="0" y="1014"/>
                  </a:cubicBezTo>
                  <a:cubicBezTo>
                    <a:pt x="0" y="1576"/>
                    <a:pt x="453" y="2029"/>
                    <a:pt x="1014" y="2029"/>
                  </a:cubicBezTo>
                  <a:cubicBezTo>
                    <a:pt x="1572" y="2029"/>
                    <a:pt x="2028" y="1576"/>
                    <a:pt x="2028" y="1014"/>
                  </a:cubicBezTo>
                  <a:cubicBezTo>
                    <a:pt x="2028" y="453"/>
                    <a:pt x="1572" y="0"/>
                    <a:pt x="1014"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88"/>
            <p:cNvSpPr/>
            <p:nvPr/>
          </p:nvSpPr>
          <p:spPr>
            <a:xfrm>
              <a:off x="3278158" y="3523524"/>
              <a:ext cx="46956" cy="47637"/>
            </a:xfrm>
            <a:custGeom>
              <a:rect b="b" l="l" r="r" t="t"/>
              <a:pathLst>
                <a:path extrusionOk="0" h="1817" w="1791">
                  <a:moveTo>
                    <a:pt x="289" y="0"/>
                  </a:moveTo>
                  <a:cubicBezTo>
                    <a:pt x="107" y="0"/>
                    <a:pt x="1" y="276"/>
                    <a:pt x="202" y="381"/>
                  </a:cubicBezTo>
                  <a:cubicBezTo>
                    <a:pt x="778" y="682"/>
                    <a:pt x="1187" y="1138"/>
                    <a:pt x="1361" y="1677"/>
                  </a:cubicBezTo>
                  <a:cubicBezTo>
                    <a:pt x="1392" y="1775"/>
                    <a:pt x="1467" y="1817"/>
                    <a:pt x="1543" y="1817"/>
                  </a:cubicBezTo>
                  <a:cubicBezTo>
                    <a:pt x="1665" y="1817"/>
                    <a:pt x="1790" y="1710"/>
                    <a:pt x="1741" y="1554"/>
                  </a:cubicBezTo>
                  <a:cubicBezTo>
                    <a:pt x="1535" y="917"/>
                    <a:pt x="1057" y="374"/>
                    <a:pt x="387" y="26"/>
                  </a:cubicBezTo>
                  <a:cubicBezTo>
                    <a:pt x="353" y="8"/>
                    <a:pt x="32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88"/>
            <p:cNvSpPr/>
            <p:nvPr/>
          </p:nvSpPr>
          <p:spPr>
            <a:xfrm>
              <a:off x="3155172" y="3501502"/>
              <a:ext cx="220882" cy="238343"/>
            </a:xfrm>
            <a:custGeom>
              <a:rect b="b" l="l" r="r" t="t"/>
              <a:pathLst>
                <a:path extrusionOk="0" h="9091" w="8425">
                  <a:moveTo>
                    <a:pt x="3962" y="5672"/>
                  </a:moveTo>
                  <a:cubicBezTo>
                    <a:pt x="4035" y="5686"/>
                    <a:pt x="4111" y="5694"/>
                    <a:pt x="4183" y="5694"/>
                  </a:cubicBezTo>
                  <a:cubicBezTo>
                    <a:pt x="4256" y="5694"/>
                    <a:pt x="4328" y="5686"/>
                    <a:pt x="4401" y="5676"/>
                  </a:cubicBezTo>
                  <a:lnTo>
                    <a:pt x="4401" y="6150"/>
                  </a:lnTo>
                  <a:lnTo>
                    <a:pt x="3962" y="6150"/>
                  </a:lnTo>
                  <a:lnTo>
                    <a:pt x="3962" y="5672"/>
                  </a:lnTo>
                  <a:close/>
                  <a:moveTo>
                    <a:pt x="7432" y="6548"/>
                  </a:moveTo>
                  <a:lnTo>
                    <a:pt x="7432" y="7121"/>
                  </a:lnTo>
                  <a:lnTo>
                    <a:pt x="992" y="7121"/>
                  </a:lnTo>
                  <a:lnTo>
                    <a:pt x="996" y="6548"/>
                  </a:lnTo>
                  <a:close/>
                  <a:moveTo>
                    <a:pt x="4212" y="0"/>
                  </a:moveTo>
                  <a:cubicBezTo>
                    <a:pt x="2539" y="0"/>
                    <a:pt x="1177" y="1348"/>
                    <a:pt x="1155" y="3021"/>
                  </a:cubicBezTo>
                  <a:lnTo>
                    <a:pt x="1155" y="3329"/>
                  </a:lnTo>
                  <a:cubicBezTo>
                    <a:pt x="1155" y="3463"/>
                    <a:pt x="1255" y="3530"/>
                    <a:pt x="1355" y="3530"/>
                  </a:cubicBezTo>
                  <a:cubicBezTo>
                    <a:pt x="1454" y="3530"/>
                    <a:pt x="1554" y="3463"/>
                    <a:pt x="1554" y="3329"/>
                  </a:cubicBezTo>
                  <a:lnTo>
                    <a:pt x="1554" y="3021"/>
                  </a:lnTo>
                  <a:cubicBezTo>
                    <a:pt x="1554" y="1554"/>
                    <a:pt x="2745" y="363"/>
                    <a:pt x="4212" y="363"/>
                  </a:cubicBezTo>
                  <a:cubicBezTo>
                    <a:pt x="5683" y="363"/>
                    <a:pt x="6871" y="1554"/>
                    <a:pt x="6871" y="3021"/>
                  </a:cubicBezTo>
                  <a:lnTo>
                    <a:pt x="6871" y="6150"/>
                  </a:lnTo>
                  <a:lnTo>
                    <a:pt x="4803" y="6150"/>
                  </a:lnTo>
                  <a:lnTo>
                    <a:pt x="4803" y="5527"/>
                  </a:lnTo>
                  <a:cubicBezTo>
                    <a:pt x="5034" y="5386"/>
                    <a:pt x="5215" y="5176"/>
                    <a:pt x="5313" y="4922"/>
                  </a:cubicBezTo>
                  <a:cubicBezTo>
                    <a:pt x="5375" y="4764"/>
                    <a:pt x="5248" y="4647"/>
                    <a:pt x="5121" y="4647"/>
                  </a:cubicBezTo>
                  <a:cubicBezTo>
                    <a:pt x="5048" y="4647"/>
                    <a:pt x="4976" y="4686"/>
                    <a:pt x="4940" y="4777"/>
                  </a:cubicBezTo>
                  <a:cubicBezTo>
                    <a:pt x="4864" y="4969"/>
                    <a:pt x="4716" y="5129"/>
                    <a:pt x="4527" y="5219"/>
                  </a:cubicBezTo>
                  <a:lnTo>
                    <a:pt x="4516" y="5223"/>
                  </a:lnTo>
                  <a:cubicBezTo>
                    <a:pt x="4403" y="5274"/>
                    <a:pt x="4289" y="5297"/>
                    <a:pt x="4178" y="5297"/>
                  </a:cubicBezTo>
                  <a:cubicBezTo>
                    <a:pt x="3645" y="5297"/>
                    <a:pt x="3206" y="4755"/>
                    <a:pt x="3419" y="4191"/>
                  </a:cubicBezTo>
                  <a:cubicBezTo>
                    <a:pt x="3551" y="3842"/>
                    <a:pt x="3867" y="3664"/>
                    <a:pt x="4183" y="3664"/>
                  </a:cubicBezTo>
                  <a:cubicBezTo>
                    <a:pt x="4481" y="3664"/>
                    <a:pt x="4780" y="3822"/>
                    <a:pt x="4926" y="4144"/>
                  </a:cubicBezTo>
                  <a:cubicBezTo>
                    <a:pt x="4966" y="4214"/>
                    <a:pt x="5029" y="4245"/>
                    <a:pt x="5093" y="4245"/>
                  </a:cubicBezTo>
                  <a:cubicBezTo>
                    <a:pt x="5217" y="4245"/>
                    <a:pt x="5341" y="4128"/>
                    <a:pt x="5288" y="3977"/>
                  </a:cubicBezTo>
                  <a:cubicBezTo>
                    <a:pt x="5079" y="3519"/>
                    <a:pt x="4634" y="3266"/>
                    <a:pt x="4181" y="3266"/>
                  </a:cubicBezTo>
                  <a:cubicBezTo>
                    <a:pt x="3895" y="3266"/>
                    <a:pt x="3607" y="3366"/>
                    <a:pt x="3372" y="3579"/>
                  </a:cubicBezTo>
                  <a:cubicBezTo>
                    <a:pt x="2760" y="4126"/>
                    <a:pt x="2858" y="5107"/>
                    <a:pt x="3564" y="5524"/>
                  </a:cubicBezTo>
                  <a:lnTo>
                    <a:pt x="3564" y="6150"/>
                  </a:lnTo>
                  <a:lnTo>
                    <a:pt x="1554" y="6150"/>
                  </a:lnTo>
                  <a:lnTo>
                    <a:pt x="1554" y="4118"/>
                  </a:lnTo>
                  <a:cubicBezTo>
                    <a:pt x="1554" y="3984"/>
                    <a:pt x="1454" y="3917"/>
                    <a:pt x="1355" y="3917"/>
                  </a:cubicBezTo>
                  <a:cubicBezTo>
                    <a:pt x="1255" y="3917"/>
                    <a:pt x="1155" y="3984"/>
                    <a:pt x="1155" y="4118"/>
                  </a:cubicBezTo>
                  <a:lnTo>
                    <a:pt x="1155" y="6150"/>
                  </a:lnTo>
                  <a:lnTo>
                    <a:pt x="793" y="6150"/>
                  </a:lnTo>
                  <a:cubicBezTo>
                    <a:pt x="681" y="6150"/>
                    <a:pt x="594" y="6237"/>
                    <a:pt x="594" y="6349"/>
                  </a:cubicBezTo>
                  <a:lnTo>
                    <a:pt x="594" y="7121"/>
                  </a:lnTo>
                  <a:lnTo>
                    <a:pt x="199" y="7121"/>
                  </a:lnTo>
                  <a:cubicBezTo>
                    <a:pt x="91" y="7121"/>
                    <a:pt x="0" y="7211"/>
                    <a:pt x="0" y="7324"/>
                  </a:cubicBezTo>
                  <a:lnTo>
                    <a:pt x="0" y="8888"/>
                  </a:lnTo>
                  <a:cubicBezTo>
                    <a:pt x="0" y="9000"/>
                    <a:pt x="91" y="9091"/>
                    <a:pt x="199" y="9091"/>
                  </a:cubicBezTo>
                  <a:lnTo>
                    <a:pt x="4860" y="9091"/>
                  </a:lnTo>
                  <a:cubicBezTo>
                    <a:pt x="5125" y="9091"/>
                    <a:pt x="5125" y="8689"/>
                    <a:pt x="4860" y="8689"/>
                  </a:cubicBezTo>
                  <a:lnTo>
                    <a:pt x="402" y="8689"/>
                  </a:lnTo>
                  <a:lnTo>
                    <a:pt x="402" y="7523"/>
                  </a:lnTo>
                  <a:lnTo>
                    <a:pt x="8022" y="7523"/>
                  </a:lnTo>
                  <a:lnTo>
                    <a:pt x="8022" y="8693"/>
                  </a:lnTo>
                  <a:lnTo>
                    <a:pt x="5646" y="8693"/>
                  </a:lnTo>
                  <a:cubicBezTo>
                    <a:pt x="5382" y="8693"/>
                    <a:pt x="5382" y="9091"/>
                    <a:pt x="5646" y="9091"/>
                  </a:cubicBezTo>
                  <a:lnTo>
                    <a:pt x="8225" y="9091"/>
                  </a:lnTo>
                  <a:cubicBezTo>
                    <a:pt x="8334" y="9091"/>
                    <a:pt x="8424" y="9000"/>
                    <a:pt x="8424" y="8892"/>
                  </a:cubicBezTo>
                  <a:lnTo>
                    <a:pt x="8424" y="7324"/>
                  </a:lnTo>
                  <a:cubicBezTo>
                    <a:pt x="8424" y="7211"/>
                    <a:pt x="8334" y="7121"/>
                    <a:pt x="8225" y="7121"/>
                  </a:cubicBezTo>
                  <a:lnTo>
                    <a:pt x="7834" y="7121"/>
                  </a:lnTo>
                  <a:lnTo>
                    <a:pt x="7834" y="6349"/>
                  </a:lnTo>
                  <a:cubicBezTo>
                    <a:pt x="7834" y="6237"/>
                    <a:pt x="7743" y="6150"/>
                    <a:pt x="7635" y="6150"/>
                  </a:cubicBezTo>
                  <a:lnTo>
                    <a:pt x="7273" y="6150"/>
                  </a:lnTo>
                  <a:lnTo>
                    <a:pt x="7273" y="3021"/>
                  </a:lnTo>
                  <a:cubicBezTo>
                    <a:pt x="7251" y="1348"/>
                    <a:pt x="5889" y="0"/>
                    <a:pt x="4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88"/>
            <p:cNvSpPr/>
            <p:nvPr/>
          </p:nvSpPr>
          <p:spPr>
            <a:xfrm>
              <a:off x="3260382" y="3381504"/>
              <a:ext cx="10461" cy="99994"/>
            </a:xfrm>
            <a:custGeom>
              <a:rect b="b" l="l" r="r" t="t"/>
              <a:pathLst>
                <a:path extrusionOk="0" h="3814" w="399">
                  <a:moveTo>
                    <a:pt x="199" y="0"/>
                  </a:moveTo>
                  <a:cubicBezTo>
                    <a:pt x="100" y="0"/>
                    <a:pt x="0" y="67"/>
                    <a:pt x="0" y="199"/>
                  </a:cubicBezTo>
                  <a:lnTo>
                    <a:pt x="0" y="3610"/>
                  </a:lnTo>
                  <a:cubicBezTo>
                    <a:pt x="0" y="3723"/>
                    <a:pt x="87" y="3813"/>
                    <a:pt x="199" y="3813"/>
                  </a:cubicBezTo>
                  <a:cubicBezTo>
                    <a:pt x="311" y="3813"/>
                    <a:pt x="398" y="3723"/>
                    <a:pt x="398" y="3610"/>
                  </a:cubicBezTo>
                  <a:lnTo>
                    <a:pt x="398" y="199"/>
                  </a:lnTo>
                  <a:cubicBezTo>
                    <a:pt x="398" y="67"/>
                    <a:pt x="299"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88"/>
            <p:cNvSpPr/>
            <p:nvPr/>
          </p:nvSpPr>
          <p:spPr>
            <a:xfrm>
              <a:off x="3183801" y="3399725"/>
              <a:ext cx="57311" cy="88772"/>
            </a:xfrm>
            <a:custGeom>
              <a:rect b="b" l="l" r="r" t="t"/>
              <a:pathLst>
                <a:path extrusionOk="0" h="3386" w="2186">
                  <a:moveTo>
                    <a:pt x="271" y="0"/>
                  </a:moveTo>
                  <a:cubicBezTo>
                    <a:pt x="135" y="0"/>
                    <a:pt x="0" y="140"/>
                    <a:pt x="89" y="301"/>
                  </a:cubicBezTo>
                  <a:lnTo>
                    <a:pt x="1748" y="3281"/>
                  </a:lnTo>
                  <a:cubicBezTo>
                    <a:pt x="1789" y="3355"/>
                    <a:pt x="1853" y="3386"/>
                    <a:pt x="1916" y="3386"/>
                  </a:cubicBezTo>
                  <a:cubicBezTo>
                    <a:pt x="2052" y="3386"/>
                    <a:pt x="2185" y="3246"/>
                    <a:pt x="2099" y="3086"/>
                  </a:cubicBezTo>
                  <a:lnTo>
                    <a:pt x="440" y="105"/>
                  </a:lnTo>
                  <a:cubicBezTo>
                    <a:pt x="399" y="31"/>
                    <a:pt x="334"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88"/>
            <p:cNvSpPr/>
            <p:nvPr/>
          </p:nvSpPr>
          <p:spPr>
            <a:xfrm>
              <a:off x="3125755" y="3452790"/>
              <a:ext cx="93990" cy="52435"/>
            </a:xfrm>
            <a:custGeom>
              <a:rect b="b" l="l" r="r" t="t"/>
              <a:pathLst>
                <a:path extrusionOk="0" h="2000" w="3585">
                  <a:moveTo>
                    <a:pt x="289" y="0"/>
                  </a:moveTo>
                  <a:cubicBezTo>
                    <a:pt x="107" y="0"/>
                    <a:pt x="1" y="272"/>
                    <a:pt x="199" y="377"/>
                  </a:cubicBezTo>
                  <a:lnTo>
                    <a:pt x="3212" y="1978"/>
                  </a:lnTo>
                  <a:cubicBezTo>
                    <a:pt x="3241" y="1992"/>
                    <a:pt x="3273" y="2000"/>
                    <a:pt x="3306" y="2000"/>
                  </a:cubicBezTo>
                  <a:cubicBezTo>
                    <a:pt x="3516" y="2000"/>
                    <a:pt x="3585" y="1721"/>
                    <a:pt x="3400" y="1623"/>
                  </a:cubicBezTo>
                  <a:lnTo>
                    <a:pt x="387" y="26"/>
                  </a:lnTo>
                  <a:cubicBezTo>
                    <a:pt x="353" y="8"/>
                    <a:pt x="32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88"/>
            <p:cNvSpPr/>
            <p:nvPr/>
          </p:nvSpPr>
          <p:spPr>
            <a:xfrm>
              <a:off x="3291031" y="3399725"/>
              <a:ext cx="56420" cy="88720"/>
            </a:xfrm>
            <a:custGeom>
              <a:rect b="b" l="l" r="r" t="t"/>
              <a:pathLst>
                <a:path extrusionOk="0" h="3384" w="2152">
                  <a:moveTo>
                    <a:pt x="1883" y="0"/>
                  </a:moveTo>
                  <a:cubicBezTo>
                    <a:pt x="1819" y="0"/>
                    <a:pt x="1756" y="31"/>
                    <a:pt x="1714" y="105"/>
                  </a:cubicBezTo>
                  <a:lnTo>
                    <a:pt x="55" y="3086"/>
                  </a:lnTo>
                  <a:cubicBezTo>
                    <a:pt x="1" y="3183"/>
                    <a:pt x="37" y="3307"/>
                    <a:pt x="131" y="3357"/>
                  </a:cubicBezTo>
                  <a:cubicBezTo>
                    <a:pt x="163" y="3375"/>
                    <a:pt x="198" y="3383"/>
                    <a:pt x="231" y="3383"/>
                  </a:cubicBezTo>
                  <a:cubicBezTo>
                    <a:pt x="302" y="3383"/>
                    <a:pt x="369" y="3347"/>
                    <a:pt x="403" y="3281"/>
                  </a:cubicBezTo>
                  <a:lnTo>
                    <a:pt x="2065" y="301"/>
                  </a:lnTo>
                  <a:cubicBezTo>
                    <a:pt x="2152" y="140"/>
                    <a:pt x="2018" y="0"/>
                    <a:pt x="1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88"/>
            <p:cNvSpPr/>
            <p:nvPr/>
          </p:nvSpPr>
          <p:spPr>
            <a:xfrm>
              <a:off x="3310956" y="3452790"/>
              <a:ext cx="92915" cy="52566"/>
            </a:xfrm>
            <a:custGeom>
              <a:rect b="b" l="l" r="r" t="t"/>
              <a:pathLst>
                <a:path extrusionOk="0" h="2005" w="3544">
                  <a:moveTo>
                    <a:pt x="3317" y="1"/>
                  </a:moveTo>
                  <a:cubicBezTo>
                    <a:pt x="3285" y="1"/>
                    <a:pt x="3252" y="9"/>
                    <a:pt x="3221" y="26"/>
                  </a:cubicBezTo>
                  <a:lnTo>
                    <a:pt x="204" y="1623"/>
                  </a:lnTo>
                  <a:cubicBezTo>
                    <a:pt x="0" y="1728"/>
                    <a:pt x="107" y="2005"/>
                    <a:pt x="292" y="2005"/>
                  </a:cubicBezTo>
                  <a:cubicBezTo>
                    <a:pt x="324" y="2005"/>
                    <a:pt x="358" y="1996"/>
                    <a:pt x="393" y="1978"/>
                  </a:cubicBezTo>
                  <a:lnTo>
                    <a:pt x="3406" y="377"/>
                  </a:lnTo>
                  <a:cubicBezTo>
                    <a:pt x="3504" y="326"/>
                    <a:pt x="3543" y="207"/>
                    <a:pt x="3493" y="109"/>
                  </a:cubicBezTo>
                  <a:cubicBezTo>
                    <a:pt x="3455" y="40"/>
                    <a:pt x="3387" y="1"/>
                    <a:pt x="3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1" name="Google Shape;17521;p88"/>
          <p:cNvGrpSpPr/>
          <p:nvPr/>
        </p:nvGrpSpPr>
        <p:grpSpPr>
          <a:xfrm>
            <a:off x="1298081" y="1996591"/>
            <a:ext cx="358577" cy="341011"/>
            <a:chOff x="1298081" y="1996591"/>
            <a:chExt cx="358577" cy="341011"/>
          </a:xfrm>
        </p:grpSpPr>
        <p:sp>
          <p:nvSpPr>
            <p:cNvPr id="17522" name="Google Shape;17522;p88"/>
            <p:cNvSpPr/>
            <p:nvPr/>
          </p:nvSpPr>
          <p:spPr>
            <a:xfrm>
              <a:off x="1512488" y="2001677"/>
              <a:ext cx="142649" cy="148575"/>
            </a:xfrm>
            <a:custGeom>
              <a:rect b="b" l="l" r="r" t="t"/>
              <a:pathLst>
                <a:path extrusionOk="0" h="5667" w="5441">
                  <a:moveTo>
                    <a:pt x="2736" y="0"/>
                  </a:moveTo>
                  <a:cubicBezTo>
                    <a:pt x="2701" y="0"/>
                    <a:pt x="2665" y="1"/>
                    <a:pt x="2630" y="2"/>
                  </a:cubicBezTo>
                  <a:cubicBezTo>
                    <a:pt x="1666" y="39"/>
                    <a:pt x="804" y="618"/>
                    <a:pt x="402" y="1495"/>
                  </a:cubicBezTo>
                  <a:cubicBezTo>
                    <a:pt x="0" y="2371"/>
                    <a:pt x="124" y="3396"/>
                    <a:pt x="725" y="4153"/>
                  </a:cubicBezTo>
                  <a:lnTo>
                    <a:pt x="656" y="5667"/>
                  </a:lnTo>
                  <a:lnTo>
                    <a:pt x="656" y="5667"/>
                  </a:lnTo>
                  <a:lnTo>
                    <a:pt x="2029" y="5026"/>
                  </a:lnTo>
                  <a:cubicBezTo>
                    <a:pt x="2261" y="5092"/>
                    <a:pt x="2496" y="5124"/>
                    <a:pt x="2730" y="5124"/>
                  </a:cubicBezTo>
                  <a:cubicBezTo>
                    <a:pt x="3571" y="5124"/>
                    <a:pt x="4380" y="4709"/>
                    <a:pt x="4864" y="3986"/>
                  </a:cubicBezTo>
                  <a:cubicBezTo>
                    <a:pt x="5397" y="3186"/>
                    <a:pt x="5440" y="2150"/>
                    <a:pt x="4966" y="1310"/>
                  </a:cubicBezTo>
                  <a:cubicBezTo>
                    <a:pt x="4512" y="497"/>
                    <a:pt x="3659" y="0"/>
                    <a:pt x="273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88"/>
            <p:cNvSpPr/>
            <p:nvPr/>
          </p:nvSpPr>
          <p:spPr>
            <a:xfrm>
              <a:off x="1348602" y="2034868"/>
              <a:ext cx="165721" cy="165721"/>
            </a:xfrm>
            <a:custGeom>
              <a:rect b="b" l="l" r="r" t="t"/>
              <a:pathLst>
                <a:path extrusionOk="0" h="6321" w="6321">
                  <a:moveTo>
                    <a:pt x="3162" y="0"/>
                  </a:moveTo>
                  <a:cubicBezTo>
                    <a:pt x="1793" y="0"/>
                    <a:pt x="641" y="1022"/>
                    <a:pt x="475" y="2380"/>
                  </a:cubicBezTo>
                  <a:lnTo>
                    <a:pt x="0" y="6320"/>
                  </a:lnTo>
                  <a:lnTo>
                    <a:pt x="6320" y="6320"/>
                  </a:lnTo>
                  <a:lnTo>
                    <a:pt x="5846" y="2380"/>
                  </a:lnTo>
                  <a:cubicBezTo>
                    <a:pt x="5683" y="1022"/>
                    <a:pt x="4527" y="0"/>
                    <a:pt x="316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88"/>
            <p:cNvSpPr/>
            <p:nvPr/>
          </p:nvSpPr>
          <p:spPr>
            <a:xfrm>
              <a:off x="1406333" y="2166664"/>
              <a:ext cx="50259" cy="90503"/>
            </a:xfrm>
            <a:custGeom>
              <a:rect b="b" l="l" r="r" t="t"/>
              <a:pathLst>
                <a:path extrusionOk="0" h="3452" w="1917">
                  <a:moveTo>
                    <a:pt x="0" y="0"/>
                  </a:moveTo>
                  <a:lnTo>
                    <a:pt x="0" y="2630"/>
                  </a:lnTo>
                  <a:lnTo>
                    <a:pt x="956" y="3452"/>
                  </a:lnTo>
                  <a:lnTo>
                    <a:pt x="960" y="3452"/>
                  </a:lnTo>
                  <a:lnTo>
                    <a:pt x="1916" y="2630"/>
                  </a:lnTo>
                  <a:lnTo>
                    <a:pt x="1916"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88"/>
            <p:cNvSpPr/>
            <p:nvPr/>
          </p:nvSpPr>
          <p:spPr>
            <a:xfrm>
              <a:off x="1303403" y="2222874"/>
              <a:ext cx="256119" cy="109510"/>
            </a:xfrm>
            <a:custGeom>
              <a:rect b="b" l="l" r="r" t="t"/>
              <a:pathLst>
                <a:path extrusionOk="0" h="4177" w="9769">
                  <a:moveTo>
                    <a:pt x="3923" y="0"/>
                  </a:moveTo>
                  <a:lnTo>
                    <a:pt x="2365" y="500"/>
                  </a:lnTo>
                  <a:lnTo>
                    <a:pt x="1750" y="696"/>
                  </a:lnTo>
                  <a:cubicBezTo>
                    <a:pt x="707" y="1033"/>
                    <a:pt x="0" y="2000"/>
                    <a:pt x="0" y="3097"/>
                  </a:cubicBezTo>
                  <a:lnTo>
                    <a:pt x="0" y="4176"/>
                  </a:lnTo>
                  <a:lnTo>
                    <a:pt x="9768" y="4176"/>
                  </a:lnTo>
                  <a:lnTo>
                    <a:pt x="9768" y="3097"/>
                  </a:lnTo>
                  <a:cubicBezTo>
                    <a:pt x="9768" y="2000"/>
                    <a:pt x="9058" y="1033"/>
                    <a:pt x="8015" y="699"/>
                  </a:cubicBezTo>
                  <a:lnTo>
                    <a:pt x="7400" y="500"/>
                  </a:lnTo>
                  <a:lnTo>
                    <a:pt x="5839" y="0"/>
                  </a:lnTo>
                  <a:lnTo>
                    <a:pt x="4882" y="674"/>
                  </a:lnTo>
                  <a:lnTo>
                    <a:pt x="3923"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88"/>
            <p:cNvSpPr/>
            <p:nvPr/>
          </p:nvSpPr>
          <p:spPr>
            <a:xfrm>
              <a:off x="1497491" y="2235983"/>
              <a:ext cx="62031" cy="96402"/>
            </a:xfrm>
            <a:custGeom>
              <a:rect b="b" l="l" r="r" t="t"/>
              <a:pathLst>
                <a:path extrusionOk="0" h="3677" w="2366">
                  <a:moveTo>
                    <a:pt x="0" y="0"/>
                  </a:moveTo>
                  <a:lnTo>
                    <a:pt x="460" y="196"/>
                  </a:lnTo>
                  <a:cubicBezTo>
                    <a:pt x="1235" y="533"/>
                    <a:pt x="1764" y="1503"/>
                    <a:pt x="1764" y="2597"/>
                  </a:cubicBezTo>
                  <a:lnTo>
                    <a:pt x="1764" y="3676"/>
                  </a:lnTo>
                  <a:lnTo>
                    <a:pt x="2365" y="3676"/>
                  </a:lnTo>
                  <a:lnTo>
                    <a:pt x="2365" y="2597"/>
                  </a:lnTo>
                  <a:cubicBezTo>
                    <a:pt x="2365" y="1500"/>
                    <a:pt x="1659" y="533"/>
                    <a:pt x="616" y="196"/>
                  </a:cubicBezTo>
                  <a:lnTo>
                    <a:pt x="0"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88"/>
            <p:cNvSpPr/>
            <p:nvPr/>
          </p:nvSpPr>
          <p:spPr>
            <a:xfrm>
              <a:off x="1303403" y="2235983"/>
              <a:ext cx="62031" cy="96402"/>
            </a:xfrm>
            <a:custGeom>
              <a:rect b="b" l="l" r="r" t="t"/>
              <a:pathLst>
                <a:path extrusionOk="0" h="3677" w="2366">
                  <a:moveTo>
                    <a:pt x="2365" y="0"/>
                  </a:moveTo>
                  <a:lnTo>
                    <a:pt x="1750" y="196"/>
                  </a:lnTo>
                  <a:cubicBezTo>
                    <a:pt x="707" y="533"/>
                    <a:pt x="0" y="1500"/>
                    <a:pt x="0" y="2597"/>
                  </a:cubicBezTo>
                  <a:lnTo>
                    <a:pt x="0" y="3676"/>
                  </a:lnTo>
                  <a:lnTo>
                    <a:pt x="602" y="3676"/>
                  </a:lnTo>
                  <a:lnTo>
                    <a:pt x="602" y="2597"/>
                  </a:lnTo>
                  <a:cubicBezTo>
                    <a:pt x="602" y="1503"/>
                    <a:pt x="1127" y="533"/>
                    <a:pt x="1905" y="199"/>
                  </a:cubicBezTo>
                  <a:lnTo>
                    <a:pt x="2365"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88"/>
            <p:cNvSpPr/>
            <p:nvPr/>
          </p:nvSpPr>
          <p:spPr>
            <a:xfrm>
              <a:off x="1406333" y="2222874"/>
              <a:ext cx="25195" cy="47401"/>
            </a:xfrm>
            <a:custGeom>
              <a:rect b="b" l="l" r="r" t="t"/>
              <a:pathLst>
                <a:path extrusionOk="0" h="1808" w="961">
                  <a:moveTo>
                    <a:pt x="0" y="0"/>
                  </a:moveTo>
                  <a:lnTo>
                    <a:pt x="0" y="1808"/>
                  </a:lnTo>
                  <a:lnTo>
                    <a:pt x="960" y="674"/>
                  </a:lnTo>
                  <a:lnTo>
                    <a:pt x="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88"/>
            <p:cNvSpPr/>
            <p:nvPr/>
          </p:nvSpPr>
          <p:spPr>
            <a:xfrm>
              <a:off x="1431397" y="2222874"/>
              <a:ext cx="25195" cy="47401"/>
            </a:xfrm>
            <a:custGeom>
              <a:rect b="b" l="l" r="r" t="t"/>
              <a:pathLst>
                <a:path extrusionOk="0" h="1808" w="961">
                  <a:moveTo>
                    <a:pt x="960" y="0"/>
                  </a:moveTo>
                  <a:lnTo>
                    <a:pt x="0" y="674"/>
                  </a:lnTo>
                  <a:lnTo>
                    <a:pt x="960" y="1808"/>
                  </a:lnTo>
                  <a:lnTo>
                    <a:pt x="96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88"/>
            <p:cNvSpPr/>
            <p:nvPr/>
          </p:nvSpPr>
          <p:spPr>
            <a:xfrm>
              <a:off x="1474787" y="2288864"/>
              <a:ext cx="52147" cy="19873"/>
            </a:xfrm>
            <a:custGeom>
              <a:rect b="b" l="l" r="r" t="t"/>
              <a:pathLst>
                <a:path extrusionOk="0" h="758" w="1989">
                  <a:moveTo>
                    <a:pt x="283" y="1"/>
                  </a:moveTo>
                  <a:cubicBezTo>
                    <a:pt x="127" y="1"/>
                    <a:pt x="1" y="127"/>
                    <a:pt x="1" y="283"/>
                  </a:cubicBezTo>
                  <a:lnTo>
                    <a:pt x="1" y="479"/>
                  </a:lnTo>
                  <a:cubicBezTo>
                    <a:pt x="1" y="631"/>
                    <a:pt x="127" y="757"/>
                    <a:pt x="283" y="757"/>
                  </a:cubicBezTo>
                  <a:lnTo>
                    <a:pt x="1706" y="757"/>
                  </a:lnTo>
                  <a:cubicBezTo>
                    <a:pt x="1862" y="757"/>
                    <a:pt x="1989" y="631"/>
                    <a:pt x="1989" y="479"/>
                  </a:cubicBezTo>
                  <a:lnTo>
                    <a:pt x="1989" y="283"/>
                  </a:lnTo>
                  <a:cubicBezTo>
                    <a:pt x="1989" y="127"/>
                    <a:pt x="1862" y="1"/>
                    <a:pt x="17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88"/>
            <p:cNvSpPr/>
            <p:nvPr/>
          </p:nvSpPr>
          <p:spPr>
            <a:xfrm>
              <a:off x="1378228" y="2055842"/>
              <a:ext cx="106469" cy="145717"/>
            </a:xfrm>
            <a:custGeom>
              <a:rect b="b" l="l" r="r" t="t"/>
              <a:pathLst>
                <a:path extrusionOk="0" h="5558" w="4061">
                  <a:moveTo>
                    <a:pt x="1326" y="1"/>
                  </a:moveTo>
                  <a:cubicBezTo>
                    <a:pt x="1326" y="1"/>
                    <a:pt x="1326" y="1"/>
                    <a:pt x="1326" y="1"/>
                  </a:cubicBezTo>
                  <a:cubicBezTo>
                    <a:pt x="906" y="1294"/>
                    <a:pt x="0" y="1569"/>
                    <a:pt x="0" y="1569"/>
                  </a:cubicBezTo>
                  <a:lnTo>
                    <a:pt x="0" y="3177"/>
                  </a:lnTo>
                  <a:cubicBezTo>
                    <a:pt x="0" y="4021"/>
                    <a:pt x="446" y="4803"/>
                    <a:pt x="1174" y="5231"/>
                  </a:cubicBezTo>
                  <a:lnTo>
                    <a:pt x="1471" y="5408"/>
                  </a:lnTo>
                  <a:cubicBezTo>
                    <a:pt x="1643" y="5508"/>
                    <a:pt x="1836" y="5557"/>
                    <a:pt x="2028" y="5557"/>
                  </a:cubicBezTo>
                  <a:cubicBezTo>
                    <a:pt x="2221" y="5557"/>
                    <a:pt x="2414" y="5508"/>
                    <a:pt x="2586" y="5408"/>
                  </a:cubicBezTo>
                  <a:lnTo>
                    <a:pt x="2887" y="5231"/>
                  </a:lnTo>
                  <a:cubicBezTo>
                    <a:pt x="3611" y="4803"/>
                    <a:pt x="4060" y="4021"/>
                    <a:pt x="4060" y="3177"/>
                  </a:cubicBezTo>
                  <a:lnTo>
                    <a:pt x="4060" y="2627"/>
                  </a:lnTo>
                  <a:cubicBezTo>
                    <a:pt x="1680" y="2627"/>
                    <a:pt x="1352" y="1"/>
                    <a:pt x="1326"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88"/>
            <p:cNvSpPr/>
            <p:nvPr/>
          </p:nvSpPr>
          <p:spPr>
            <a:xfrm>
              <a:off x="1420569" y="2205125"/>
              <a:ext cx="21682" cy="21656"/>
            </a:xfrm>
            <a:custGeom>
              <a:rect b="b" l="l" r="r" t="t"/>
              <a:pathLst>
                <a:path extrusionOk="0" h="826" w="827">
                  <a:moveTo>
                    <a:pt x="413" y="0"/>
                  </a:moveTo>
                  <a:cubicBezTo>
                    <a:pt x="185" y="0"/>
                    <a:pt x="1" y="185"/>
                    <a:pt x="1" y="413"/>
                  </a:cubicBezTo>
                  <a:cubicBezTo>
                    <a:pt x="1" y="641"/>
                    <a:pt x="185" y="826"/>
                    <a:pt x="413" y="826"/>
                  </a:cubicBezTo>
                  <a:cubicBezTo>
                    <a:pt x="642" y="826"/>
                    <a:pt x="826" y="641"/>
                    <a:pt x="826" y="413"/>
                  </a:cubicBezTo>
                  <a:cubicBezTo>
                    <a:pt x="826" y="185"/>
                    <a:pt x="642" y="0"/>
                    <a:pt x="413"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88"/>
            <p:cNvSpPr/>
            <p:nvPr/>
          </p:nvSpPr>
          <p:spPr>
            <a:xfrm>
              <a:off x="1345849" y="2104948"/>
              <a:ext cx="21000" cy="45409"/>
            </a:xfrm>
            <a:custGeom>
              <a:rect b="b" l="l" r="r" t="t"/>
              <a:pathLst>
                <a:path extrusionOk="0" h="1732" w="801">
                  <a:moveTo>
                    <a:pt x="801" y="0"/>
                  </a:moveTo>
                  <a:cubicBezTo>
                    <a:pt x="359" y="0"/>
                    <a:pt x="0" y="355"/>
                    <a:pt x="0" y="797"/>
                  </a:cubicBezTo>
                  <a:lnTo>
                    <a:pt x="0" y="935"/>
                  </a:lnTo>
                  <a:cubicBezTo>
                    <a:pt x="0" y="1373"/>
                    <a:pt x="359" y="1731"/>
                    <a:pt x="801" y="1731"/>
                  </a:cubicBezTo>
                  <a:lnTo>
                    <a:pt x="801"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88"/>
            <p:cNvSpPr/>
            <p:nvPr/>
          </p:nvSpPr>
          <p:spPr>
            <a:xfrm>
              <a:off x="1496049" y="2104948"/>
              <a:ext cx="21026" cy="45409"/>
            </a:xfrm>
            <a:custGeom>
              <a:rect b="b" l="l" r="r" t="t"/>
              <a:pathLst>
                <a:path extrusionOk="0" h="1732" w="802">
                  <a:moveTo>
                    <a:pt x="1" y="0"/>
                  </a:moveTo>
                  <a:lnTo>
                    <a:pt x="1" y="1731"/>
                  </a:lnTo>
                  <a:cubicBezTo>
                    <a:pt x="443" y="1731"/>
                    <a:pt x="801" y="1373"/>
                    <a:pt x="801" y="935"/>
                  </a:cubicBezTo>
                  <a:lnTo>
                    <a:pt x="801" y="797"/>
                  </a:lnTo>
                  <a:cubicBezTo>
                    <a:pt x="801" y="355"/>
                    <a:pt x="443" y="0"/>
                    <a:pt x="1"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88"/>
            <p:cNvSpPr/>
            <p:nvPr/>
          </p:nvSpPr>
          <p:spPr>
            <a:xfrm>
              <a:off x="1499012" y="1996591"/>
              <a:ext cx="157646" cy="158930"/>
            </a:xfrm>
            <a:custGeom>
              <a:rect b="b" l="l" r="r" t="t"/>
              <a:pathLst>
                <a:path extrusionOk="0" h="6062" w="6013">
                  <a:moveTo>
                    <a:pt x="3246" y="0"/>
                  </a:moveTo>
                  <a:cubicBezTo>
                    <a:pt x="2843" y="0"/>
                    <a:pt x="2431" y="89"/>
                    <a:pt x="2039" y="280"/>
                  </a:cubicBezTo>
                  <a:cubicBezTo>
                    <a:pt x="485" y="1037"/>
                    <a:pt x="0" y="3021"/>
                    <a:pt x="1032" y="4409"/>
                  </a:cubicBezTo>
                  <a:lnTo>
                    <a:pt x="971" y="5854"/>
                  </a:lnTo>
                  <a:cubicBezTo>
                    <a:pt x="965" y="5971"/>
                    <a:pt x="1059" y="6062"/>
                    <a:pt x="1167" y="6062"/>
                  </a:cubicBezTo>
                  <a:cubicBezTo>
                    <a:pt x="1195" y="6062"/>
                    <a:pt x="1225" y="6055"/>
                    <a:pt x="1253" y="6042"/>
                  </a:cubicBezTo>
                  <a:lnTo>
                    <a:pt x="2561" y="5433"/>
                  </a:lnTo>
                  <a:cubicBezTo>
                    <a:pt x="2793" y="5493"/>
                    <a:pt x="3024" y="5521"/>
                    <a:pt x="3251" y="5521"/>
                  </a:cubicBezTo>
                  <a:cubicBezTo>
                    <a:pt x="4682" y="5521"/>
                    <a:pt x="5934" y="4398"/>
                    <a:pt x="6009" y="2891"/>
                  </a:cubicBezTo>
                  <a:cubicBezTo>
                    <a:pt x="6012" y="2779"/>
                    <a:pt x="5925" y="2685"/>
                    <a:pt x="5817" y="2681"/>
                  </a:cubicBezTo>
                  <a:cubicBezTo>
                    <a:pt x="5812" y="2681"/>
                    <a:pt x="5808" y="2681"/>
                    <a:pt x="5804" y="2681"/>
                  </a:cubicBezTo>
                  <a:cubicBezTo>
                    <a:pt x="5697" y="2681"/>
                    <a:pt x="5610" y="2765"/>
                    <a:pt x="5607" y="2869"/>
                  </a:cubicBezTo>
                  <a:cubicBezTo>
                    <a:pt x="5542" y="4163"/>
                    <a:pt x="4468" y="5119"/>
                    <a:pt x="3248" y="5119"/>
                  </a:cubicBezTo>
                  <a:cubicBezTo>
                    <a:pt x="3034" y="5119"/>
                    <a:pt x="2815" y="5090"/>
                    <a:pt x="2597" y="5028"/>
                  </a:cubicBezTo>
                  <a:cubicBezTo>
                    <a:pt x="2578" y="5022"/>
                    <a:pt x="2559" y="5019"/>
                    <a:pt x="2539" y="5019"/>
                  </a:cubicBezTo>
                  <a:cubicBezTo>
                    <a:pt x="2510" y="5019"/>
                    <a:pt x="2482" y="5026"/>
                    <a:pt x="2456" y="5039"/>
                  </a:cubicBezTo>
                  <a:lnTo>
                    <a:pt x="1384" y="5542"/>
                  </a:lnTo>
                  <a:lnTo>
                    <a:pt x="1438" y="4358"/>
                  </a:lnTo>
                  <a:cubicBezTo>
                    <a:pt x="1438" y="4307"/>
                    <a:pt x="1423" y="4260"/>
                    <a:pt x="1391" y="4224"/>
                  </a:cubicBezTo>
                  <a:cubicBezTo>
                    <a:pt x="464" y="3050"/>
                    <a:pt x="844" y="1319"/>
                    <a:pt x="2180" y="646"/>
                  </a:cubicBezTo>
                  <a:cubicBezTo>
                    <a:pt x="2523" y="474"/>
                    <a:pt x="2885" y="393"/>
                    <a:pt x="3240" y="393"/>
                  </a:cubicBezTo>
                  <a:cubicBezTo>
                    <a:pt x="4267" y="393"/>
                    <a:pt x="5236" y="1067"/>
                    <a:pt x="5527" y="2141"/>
                  </a:cubicBezTo>
                  <a:cubicBezTo>
                    <a:pt x="5555" y="2245"/>
                    <a:pt x="5634" y="2289"/>
                    <a:pt x="5714" y="2289"/>
                  </a:cubicBezTo>
                  <a:cubicBezTo>
                    <a:pt x="5833" y="2289"/>
                    <a:pt x="5954" y="2190"/>
                    <a:pt x="5911" y="2036"/>
                  </a:cubicBezTo>
                  <a:cubicBezTo>
                    <a:pt x="5572" y="787"/>
                    <a:pt x="4445" y="0"/>
                    <a:pt x="3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88"/>
            <p:cNvSpPr/>
            <p:nvPr/>
          </p:nvSpPr>
          <p:spPr>
            <a:xfrm>
              <a:off x="1568410" y="2049498"/>
              <a:ext cx="31461" cy="53484"/>
            </a:xfrm>
            <a:custGeom>
              <a:rect b="b" l="l" r="r" t="t"/>
              <a:pathLst>
                <a:path extrusionOk="0" h="2040" w="1200">
                  <a:moveTo>
                    <a:pt x="287" y="0"/>
                  </a:moveTo>
                  <a:cubicBezTo>
                    <a:pt x="19" y="0"/>
                    <a:pt x="19" y="399"/>
                    <a:pt x="287" y="399"/>
                  </a:cubicBezTo>
                  <a:lnTo>
                    <a:pt x="399" y="399"/>
                  </a:lnTo>
                  <a:lnTo>
                    <a:pt x="399" y="1641"/>
                  </a:lnTo>
                  <a:lnTo>
                    <a:pt x="269" y="1641"/>
                  </a:lnTo>
                  <a:cubicBezTo>
                    <a:pt x="1" y="1641"/>
                    <a:pt x="1" y="2039"/>
                    <a:pt x="269" y="2039"/>
                  </a:cubicBezTo>
                  <a:lnTo>
                    <a:pt x="935" y="2039"/>
                  </a:lnTo>
                  <a:cubicBezTo>
                    <a:pt x="1199" y="2039"/>
                    <a:pt x="1199" y="1641"/>
                    <a:pt x="935" y="1641"/>
                  </a:cubicBezTo>
                  <a:lnTo>
                    <a:pt x="797" y="1641"/>
                  </a:lnTo>
                  <a:lnTo>
                    <a:pt x="797" y="199"/>
                  </a:lnTo>
                  <a:cubicBezTo>
                    <a:pt x="797" y="87"/>
                    <a:pt x="707"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88"/>
            <p:cNvSpPr/>
            <p:nvPr/>
          </p:nvSpPr>
          <p:spPr>
            <a:xfrm>
              <a:off x="1573915" y="2033191"/>
              <a:ext cx="17985" cy="15468"/>
            </a:xfrm>
            <a:custGeom>
              <a:rect b="b" l="l" r="r" t="t"/>
              <a:pathLst>
                <a:path extrusionOk="0" h="590" w="686">
                  <a:moveTo>
                    <a:pt x="297" y="0"/>
                  </a:moveTo>
                  <a:cubicBezTo>
                    <a:pt x="146" y="0"/>
                    <a:pt x="1" y="119"/>
                    <a:pt x="1" y="296"/>
                  </a:cubicBezTo>
                  <a:cubicBezTo>
                    <a:pt x="1" y="456"/>
                    <a:pt x="131" y="590"/>
                    <a:pt x="294" y="590"/>
                  </a:cubicBezTo>
                  <a:cubicBezTo>
                    <a:pt x="555" y="590"/>
                    <a:pt x="685" y="275"/>
                    <a:pt x="500" y="86"/>
                  </a:cubicBezTo>
                  <a:cubicBezTo>
                    <a:pt x="441" y="27"/>
                    <a:pt x="369" y="0"/>
                    <a:pt x="2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88"/>
            <p:cNvSpPr/>
            <p:nvPr/>
          </p:nvSpPr>
          <p:spPr>
            <a:xfrm>
              <a:off x="1298081" y="2029546"/>
              <a:ext cx="266737" cy="308056"/>
            </a:xfrm>
            <a:custGeom>
              <a:rect b="b" l="l" r="r" t="t"/>
              <a:pathLst>
                <a:path extrusionOk="0" h="11750" w="10174">
                  <a:moveTo>
                    <a:pt x="2420" y="3112"/>
                  </a:moveTo>
                  <a:lnTo>
                    <a:pt x="2420" y="4372"/>
                  </a:lnTo>
                  <a:cubicBezTo>
                    <a:pt x="2181" y="4289"/>
                    <a:pt x="2021" y="4061"/>
                    <a:pt x="2025" y="3811"/>
                  </a:cubicBezTo>
                  <a:lnTo>
                    <a:pt x="2025" y="3673"/>
                  </a:lnTo>
                  <a:cubicBezTo>
                    <a:pt x="2025" y="3420"/>
                    <a:pt x="2181" y="3195"/>
                    <a:pt x="2420" y="3112"/>
                  </a:cubicBezTo>
                  <a:close/>
                  <a:moveTo>
                    <a:pt x="7755" y="3112"/>
                  </a:moveTo>
                  <a:cubicBezTo>
                    <a:pt x="7990" y="3195"/>
                    <a:pt x="8149" y="3420"/>
                    <a:pt x="8149" y="3673"/>
                  </a:cubicBezTo>
                  <a:lnTo>
                    <a:pt x="8149" y="3811"/>
                  </a:lnTo>
                  <a:cubicBezTo>
                    <a:pt x="8149" y="4061"/>
                    <a:pt x="7990" y="4285"/>
                    <a:pt x="7755" y="4372"/>
                  </a:cubicBezTo>
                  <a:lnTo>
                    <a:pt x="7755" y="3112"/>
                  </a:lnTo>
                  <a:close/>
                  <a:moveTo>
                    <a:pt x="7834" y="4767"/>
                  </a:moveTo>
                  <a:lnTo>
                    <a:pt x="8023" y="6321"/>
                  </a:lnTo>
                  <a:lnTo>
                    <a:pt x="7418" y="6321"/>
                  </a:lnTo>
                  <a:cubicBezTo>
                    <a:pt x="7635" y="5976"/>
                    <a:pt x="7755" y="5578"/>
                    <a:pt x="7755" y="5172"/>
                  </a:cubicBezTo>
                  <a:lnTo>
                    <a:pt x="7755" y="5169"/>
                  </a:lnTo>
                  <a:lnTo>
                    <a:pt x="7755" y="4785"/>
                  </a:lnTo>
                  <a:cubicBezTo>
                    <a:pt x="7780" y="4781"/>
                    <a:pt x="7809" y="4774"/>
                    <a:pt x="7834" y="4767"/>
                  </a:cubicBezTo>
                  <a:close/>
                  <a:moveTo>
                    <a:pt x="4339" y="1620"/>
                  </a:moveTo>
                  <a:cubicBezTo>
                    <a:pt x="4452" y="1971"/>
                    <a:pt x="4611" y="2304"/>
                    <a:pt x="4814" y="2608"/>
                  </a:cubicBezTo>
                  <a:cubicBezTo>
                    <a:pt x="5317" y="3351"/>
                    <a:pt x="6042" y="3767"/>
                    <a:pt x="6918" y="3822"/>
                  </a:cubicBezTo>
                  <a:lnTo>
                    <a:pt x="6918" y="4180"/>
                  </a:lnTo>
                  <a:cubicBezTo>
                    <a:pt x="6914" y="4952"/>
                    <a:pt x="6509" y="5669"/>
                    <a:pt x="5842" y="6063"/>
                  </a:cubicBezTo>
                  <a:lnTo>
                    <a:pt x="5542" y="6237"/>
                  </a:lnTo>
                  <a:cubicBezTo>
                    <a:pt x="5401" y="6321"/>
                    <a:pt x="5243" y="6362"/>
                    <a:pt x="5086" y="6362"/>
                  </a:cubicBezTo>
                  <a:cubicBezTo>
                    <a:pt x="4929" y="6362"/>
                    <a:pt x="4772" y="6321"/>
                    <a:pt x="4633" y="6237"/>
                  </a:cubicBezTo>
                  <a:lnTo>
                    <a:pt x="4332" y="6063"/>
                  </a:lnTo>
                  <a:cubicBezTo>
                    <a:pt x="3666" y="5669"/>
                    <a:pt x="3260" y="4952"/>
                    <a:pt x="3256" y="4180"/>
                  </a:cubicBezTo>
                  <a:lnTo>
                    <a:pt x="3260" y="4176"/>
                  </a:lnTo>
                  <a:lnTo>
                    <a:pt x="3260" y="2706"/>
                  </a:lnTo>
                  <a:cubicBezTo>
                    <a:pt x="3496" y="2594"/>
                    <a:pt x="3977" y="2300"/>
                    <a:pt x="4339" y="1620"/>
                  </a:cubicBezTo>
                  <a:close/>
                  <a:moveTo>
                    <a:pt x="6400" y="6723"/>
                  </a:moveTo>
                  <a:cubicBezTo>
                    <a:pt x="6349" y="6744"/>
                    <a:pt x="6299" y="6770"/>
                    <a:pt x="6244" y="6788"/>
                  </a:cubicBezTo>
                  <a:lnTo>
                    <a:pt x="6244" y="6723"/>
                  </a:lnTo>
                  <a:close/>
                  <a:moveTo>
                    <a:pt x="5846" y="6520"/>
                  </a:moveTo>
                  <a:lnTo>
                    <a:pt x="5846" y="6893"/>
                  </a:lnTo>
                  <a:cubicBezTo>
                    <a:pt x="5784" y="6900"/>
                    <a:pt x="5723" y="6907"/>
                    <a:pt x="5665" y="6907"/>
                  </a:cubicBezTo>
                  <a:cubicBezTo>
                    <a:pt x="5636" y="6824"/>
                    <a:pt x="5589" y="6748"/>
                    <a:pt x="5524" y="6683"/>
                  </a:cubicBezTo>
                  <a:cubicBezTo>
                    <a:pt x="5600" y="6654"/>
                    <a:pt x="5672" y="6621"/>
                    <a:pt x="5745" y="6581"/>
                  </a:cubicBezTo>
                  <a:lnTo>
                    <a:pt x="5846" y="6520"/>
                  </a:lnTo>
                  <a:close/>
                  <a:moveTo>
                    <a:pt x="5085" y="6896"/>
                  </a:moveTo>
                  <a:cubicBezTo>
                    <a:pt x="5201" y="6896"/>
                    <a:pt x="5299" y="6991"/>
                    <a:pt x="5299" y="7110"/>
                  </a:cubicBezTo>
                  <a:cubicBezTo>
                    <a:pt x="5299" y="7237"/>
                    <a:pt x="5193" y="7321"/>
                    <a:pt x="5083" y="7321"/>
                  </a:cubicBezTo>
                  <a:cubicBezTo>
                    <a:pt x="5031" y="7321"/>
                    <a:pt x="4977" y="7302"/>
                    <a:pt x="4933" y="7259"/>
                  </a:cubicBezTo>
                  <a:cubicBezTo>
                    <a:pt x="4799" y="7125"/>
                    <a:pt x="4897" y="6896"/>
                    <a:pt x="5085" y="6896"/>
                  </a:cubicBezTo>
                  <a:close/>
                  <a:moveTo>
                    <a:pt x="4329" y="6527"/>
                  </a:moveTo>
                  <a:lnTo>
                    <a:pt x="4426" y="6585"/>
                  </a:lnTo>
                  <a:cubicBezTo>
                    <a:pt x="4499" y="6625"/>
                    <a:pt x="4571" y="6657"/>
                    <a:pt x="4647" y="6686"/>
                  </a:cubicBezTo>
                  <a:cubicBezTo>
                    <a:pt x="4450" y="6887"/>
                    <a:pt x="4416" y="7195"/>
                    <a:pt x="4564" y="7433"/>
                  </a:cubicBezTo>
                  <a:lnTo>
                    <a:pt x="4564" y="7433"/>
                  </a:lnTo>
                  <a:lnTo>
                    <a:pt x="4329" y="7269"/>
                  </a:lnTo>
                  <a:lnTo>
                    <a:pt x="4329" y="6527"/>
                  </a:lnTo>
                  <a:close/>
                  <a:moveTo>
                    <a:pt x="5799" y="7302"/>
                  </a:moveTo>
                  <a:lnTo>
                    <a:pt x="5600" y="7440"/>
                  </a:lnTo>
                  <a:cubicBezTo>
                    <a:pt x="5629" y="7400"/>
                    <a:pt x="5650" y="7356"/>
                    <a:pt x="5665" y="7309"/>
                  </a:cubicBezTo>
                  <a:cubicBezTo>
                    <a:pt x="5712" y="7309"/>
                    <a:pt x="5755" y="7306"/>
                    <a:pt x="5799" y="7302"/>
                  </a:cubicBezTo>
                  <a:close/>
                  <a:moveTo>
                    <a:pt x="5223" y="7708"/>
                  </a:moveTo>
                  <a:lnTo>
                    <a:pt x="5085" y="7802"/>
                  </a:lnTo>
                  <a:lnTo>
                    <a:pt x="4951" y="7708"/>
                  </a:lnTo>
                  <a:lnTo>
                    <a:pt x="4951" y="7708"/>
                  </a:lnTo>
                  <a:cubicBezTo>
                    <a:pt x="4995" y="7718"/>
                    <a:pt x="5042" y="7722"/>
                    <a:pt x="5085" y="7722"/>
                  </a:cubicBezTo>
                  <a:cubicBezTo>
                    <a:pt x="5133" y="7722"/>
                    <a:pt x="5176" y="7718"/>
                    <a:pt x="5223" y="7708"/>
                  </a:cubicBezTo>
                  <a:close/>
                  <a:moveTo>
                    <a:pt x="4332" y="7758"/>
                  </a:moveTo>
                  <a:lnTo>
                    <a:pt x="4796" y="8084"/>
                  </a:lnTo>
                  <a:lnTo>
                    <a:pt x="4329" y="8635"/>
                  </a:lnTo>
                  <a:lnTo>
                    <a:pt x="4332" y="7758"/>
                  </a:lnTo>
                  <a:close/>
                  <a:moveTo>
                    <a:pt x="5846" y="7758"/>
                  </a:moveTo>
                  <a:lnTo>
                    <a:pt x="5846" y="8635"/>
                  </a:lnTo>
                  <a:lnTo>
                    <a:pt x="5382" y="8084"/>
                  </a:lnTo>
                  <a:lnTo>
                    <a:pt x="5846" y="7758"/>
                  </a:lnTo>
                  <a:close/>
                  <a:moveTo>
                    <a:pt x="5086" y="1"/>
                  </a:moveTo>
                  <a:cubicBezTo>
                    <a:pt x="3674" y="1"/>
                    <a:pt x="2386" y="1044"/>
                    <a:pt x="2206" y="2558"/>
                  </a:cubicBezTo>
                  <a:lnTo>
                    <a:pt x="2177" y="2778"/>
                  </a:lnTo>
                  <a:cubicBezTo>
                    <a:pt x="1837" y="2949"/>
                    <a:pt x="1623" y="3293"/>
                    <a:pt x="1623" y="3673"/>
                  </a:cubicBezTo>
                  <a:lnTo>
                    <a:pt x="1623" y="3811"/>
                  </a:lnTo>
                  <a:cubicBezTo>
                    <a:pt x="1623" y="4097"/>
                    <a:pt x="1746" y="4368"/>
                    <a:pt x="1964" y="4557"/>
                  </a:cubicBezTo>
                  <a:lnTo>
                    <a:pt x="1728" y="6498"/>
                  </a:lnTo>
                  <a:cubicBezTo>
                    <a:pt x="1714" y="6617"/>
                    <a:pt x="1804" y="6723"/>
                    <a:pt x="1927" y="6723"/>
                  </a:cubicBezTo>
                  <a:lnTo>
                    <a:pt x="3930" y="6723"/>
                  </a:lnTo>
                  <a:lnTo>
                    <a:pt x="3930" y="7230"/>
                  </a:lnTo>
                  <a:lnTo>
                    <a:pt x="1891" y="7881"/>
                  </a:lnTo>
                  <a:cubicBezTo>
                    <a:pt x="765" y="8240"/>
                    <a:pt x="1" y="9287"/>
                    <a:pt x="4" y="10471"/>
                  </a:cubicBezTo>
                  <a:lnTo>
                    <a:pt x="4" y="11550"/>
                  </a:lnTo>
                  <a:cubicBezTo>
                    <a:pt x="4" y="11663"/>
                    <a:pt x="95" y="11749"/>
                    <a:pt x="203" y="11749"/>
                  </a:cubicBezTo>
                  <a:lnTo>
                    <a:pt x="2681" y="11749"/>
                  </a:lnTo>
                  <a:cubicBezTo>
                    <a:pt x="2945" y="11749"/>
                    <a:pt x="2945" y="11351"/>
                    <a:pt x="2681" y="11351"/>
                  </a:cubicBezTo>
                  <a:lnTo>
                    <a:pt x="403" y="11351"/>
                  </a:lnTo>
                  <a:lnTo>
                    <a:pt x="403" y="10471"/>
                  </a:lnTo>
                  <a:cubicBezTo>
                    <a:pt x="399" y="9461"/>
                    <a:pt x="1051" y="8570"/>
                    <a:pt x="2014" y="8262"/>
                  </a:cubicBezTo>
                  <a:lnTo>
                    <a:pt x="3930" y="7650"/>
                  </a:lnTo>
                  <a:lnTo>
                    <a:pt x="3930" y="9182"/>
                  </a:lnTo>
                  <a:cubicBezTo>
                    <a:pt x="3928" y="9305"/>
                    <a:pt x="4027" y="9383"/>
                    <a:pt x="4130" y="9383"/>
                  </a:cubicBezTo>
                  <a:cubicBezTo>
                    <a:pt x="4185" y="9383"/>
                    <a:pt x="4240" y="9361"/>
                    <a:pt x="4281" y="9312"/>
                  </a:cubicBezTo>
                  <a:lnTo>
                    <a:pt x="5089" y="8360"/>
                  </a:lnTo>
                  <a:lnTo>
                    <a:pt x="5893" y="9312"/>
                  </a:lnTo>
                  <a:cubicBezTo>
                    <a:pt x="5935" y="9361"/>
                    <a:pt x="5990" y="9383"/>
                    <a:pt x="6044" y="9383"/>
                  </a:cubicBezTo>
                  <a:cubicBezTo>
                    <a:pt x="6147" y="9383"/>
                    <a:pt x="6247" y="9305"/>
                    <a:pt x="6244" y="9182"/>
                  </a:cubicBezTo>
                  <a:lnTo>
                    <a:pt x="6244" y="7650"/>
                  </a:lnTo>
                  <a:lnTo>
                    <a:pt x="8160" y="8262"/>
                  </a:lnTo>
                  <a:cubicBezTo>
                    <a:pt x="9124" y="8566"/>
                    <a:pt x="9776" y="9461"/>
                    <a:pt x="9772" y="10471"/>
                  </a:cubicBezTo>
                  <a:lnTo>
                    <a:pt x="9772" y="11347"/>
                  </a:lnTo>
                  <a:lnTo>
                    <a:pt x="3467" y="11347"/>
                  </a:lnTo>
                  <a:cubicBezTo>
                    <a:pt x="3202" y="11347"/>
                    <a:pt x="3202" y="11749"/>
                    <a:pt x="3467" y="11749"/>
                  </a:cubicBezTo>
                  <a:lnTo>
                    <a:pt x="9971" y="11749"/>
                  </a:lnTo>
                  <a:cubicBezTo>
                    <a:pt x="10083" y="11749"/>
                    <a:pt x="10170" y="11663"/>
                    <a:pt x="10174" y="11550"/>
                  </a:cubicBezTo>
                  <a:lnTo>
                    <a:pt x="10174" y="10471"/>
                  </a:lnTo>
                  <a:cubicBezTo>
                    <a:pt x="10174" y="9287"/>
                    <a:pt x="9410" y="8240"/>
                    <a:pt x="8283" y="7885"/>
                  </a:cubicBezTo>
                  <a:lnTo>
                    <a:pt x="6244" y="7230"/>
                  </a:lnTo>
                  <a:lnTo>
                    <a:pt x="6244" y="7219"/>
                  </a:lnTo>
                  <a:cubicBezTo>
                    <a:pt x="6560" y="7121"/>
                    <a:pt x="6846" y="6951"/>
                    <a:pt x="7085" y="6726"/>
                  </a:cubicBezTo>
                  <a:lnTo>
                    <a:pt x="8247" y="6726"/>
                  </a:lnTo>
                  <a:cubicBezTo>
                    <a:pt x="8370" y="6726"/>
                    <a:pt x="8461" y="6617"/>
                    <a:pt x="8446" y="6498"/>
                  </a:cubicBezTo>
                  <a:lnTo>
                    <a:pt x="8211" y="4560"/>
                  </a:lnTo>
                  <a:cubicBezTo>
                    <a:pt x="8428" y="4368"/>
                    <a:pt x="8551" y="4097"/>
                    <a:pt x="8551" y="3811"/>
                  </a:cubicBezTo>
                  <a:lnTo>
                    <a:pt x="8551" y="3673"/>
                  </a:lnTo>
                  <a:cubicBezTo>
                    <a:pt x="8551" y="3296"/>
                    <a:pt x="8338" y="2949"/>
                    <a:pt x="8001" y="2782"/>
                  </a:cubicBezTo>
                  <a:lnTo>
                    <a:pt x="7972" y="2558"/>
                  </a:lnTo>
                  <a:cubicBezTo>
                    <a:pt x="7885" y="1830"/>
                    <a:pt x="7523" y="1160"/>
                    <a:pt x="6962" y="689"/>
                  </a:cubicBezTo>
                  <a:cubicBezTo>
                    <a:pt x="6919" y="653"/>
                    <a:pt x="6874" y="637"/>
                    <a:pt x="6832" y="637"/>
                  </a:cubicBezTo>
                  <a:cubicBezTo>
                    <a:pt x="6670" y="637"/>
                    <a:pt x="6541" y="858"/>
                    <a:pt x="6704" y="993"/>
                  </a:cubicBezTo>
                  <a:cubicBezTo>
                    <a:pt x="7186" y="1402"/>
                    <a:pt x="7498" y="1978"/>
                    <a:pt x="7574" y="2608"/>
                  </a:cubicBezTo>
                  <a:lnTo>
                    <a:pt x="7584" y="2677"/>
                  </a:lnTo>
                  <a:lnTo>
                    <a:pt x="7555" y="2677"/>
                  </a:lnTo>
                  <a:cubicBezTo>
                    <a:pt x="7443" y="2677"/>
                    <a:pt x="7356" y="2768"/>
                    <a:pt x="7356" y="2876"/>
                  </a:cubicBezTo>
                  <a:lnTo>
                    <a:pt x="7356" y="4611"/>
                  </a:lnTo>
                  <a:lnTo>
                    <a:pt x="7356" y="4626"/>
                  </a:lnTo>
                  <a:lnTo>
                    <a:pt x="7356" y="4644"/>
                  </a:lnTo>
                  <a:lnTo>
                    <a:pt x="7356" y="5172"/>
                  </a:lnTo>
                  <a:cubicBezTo>
                    <a:pt x="7356" y="5596"/>
                    <a:pt x="7201" y="6005"/>
                    <a:pt x="6918" y="6324"/>
                  </a:cubicBezTo>
                  <a:lnTo>
                    <a:pt x="6244" y="6324"/>
                  </a:lnTo>
                  <a:lnTo>
                    <a:pt x="6244" y="6277"/>
                  </a:lnTo>
                  <a:cubicBezTo>
                    <a:pt x="6918" y="5788"/>
                    <a:pt x="7316" y="5009"/>
                    <a:pt x="7316" y="4180"/>
                  </a:cubicBezTo>
                  <a:lnTo>
                    <a:pt x="7316" y="3630"/>
                  </a:lnTo>
                  <a:cubicBezTo>
                    <a:pt x="7316" y="3517"/>
                    <a:pt x="7230" y="3427"/>
                    <a:pt x="7117" y="3427"/>
                  </a:cubicBezTo>
                  <a:cubicBezTo>
                    <a:pt x="5379" y="3427"/>
                    <a:pt x="4788" y="1920"/>
                    <a:pt x="4593" y="1022"/>
                  </a:cubicBezTo>
                  <a:cubicBezTo>
                    <a:pt x="4589" y="1000"/>
                    <a:pt x="4586" y="982"/>
                    <a:pt x="4582" y="971"/>
                  </a:cubicBezTo>
                  <a:cubicBezTo>
                    <a:pt x="4566" y="873"/>
                    <a:pt x="4479" y="802"/>
                    <a:pt x="4382" y="802"/>
                  </a:cubicBezTo>
                  <a:cubicBezTo>
                    <a:pt x="4372" y="802"/>
                    <a:pt x="4361" y="803"/>
                    <a:pt x="4350" y="805"/>
                  </a:cubicBezTo>
                  <a:cubicBezTo>
                    <a:pt x="4274" y="816"/>
                    <a:pt x="4216" y="870"/>
                    <a:pt x="4191" y="942"/>
                  </a:cubicBezTo>
                  <a:cubicBezTo>
                    <a:pt x="3861" y="1967"/>
                    <a:pt x="3217" y="2293"/>
                    <a:pt x="3043" y="2366"/>
                  </a:cubicBezTo>
                  <a:cubicBezTo>
                    <a:pt x="2938" y="2373"/>
                    <a:pt x="2858" y="2460"/>
                    <a:pt x="2858" y="2565"/>
                  </a:cubicBezTo>
                  <a:lnTo>
                    <a:pt x="2858" y="4180"/>
                  </a:lnTo>
                  <a:cubicBezTo>
                    <a:pt x="2858" y="5009"/>
                    <a:pt x="3256" y="5788"/>
                    <a:pt x="3930" y="6273"/>
                  </a:cubicBezTo>
                  <a:lnTo>
                    <a:pt x="3930" y="6321"/>
                  </a:lnTo>
                  <a:lnTo>
                    <a:pt x="2152" y="6321"/>
                  </a:lnTo>
                  <a:lnTo>
                    <a:pt x="2340" y="4767"/>
                  </a:lnTo>
                  <a:cubicBezTo>
                    <a:pt x="2431" y="4796"/>
                    <a:pt x="2525" y="4807"/>
                    <a:pt x="2619" y="4810"/>
                  </a:cubicBezTo>
                  <a:cubicBezTo>
                    <a:pt x="2731" y="4810"/>
                    <a:pt x="2822" y="4720"/>
                    <a:pt x="2822" y="4607"/>
                  </a:cubicBezTo>
                  <a:lnTo>
                    <a:pt x="2822" y="2876"/>
                  </a:lnTo>
                  <a:cubicBezTo>
                    <a:pt x="2822" y="2764"/>
                    <a:pt x="2731" y="2677"/>
                    <a:pt x="2619" y="2677"/>
                  </a:cubicBezTo>
                  <a:lnTo>
                    <a:pt x="2594" y="2677"/>
                  </a:lnTo>
                  <a:lnTo>
                    <a:pt x="2601" y="2605"/>
                  </a:lnTo>
                  <a:cubicBezTo>
                    <a:pt x="2758" y="1299"/>
                    <a:pt x="3871" y="399"/>
                    <a:pt x="5086" y="399"/>
                  </a:cubicBezTo>
                  <a:cubicBezTo>
                    <a:pt x="5409" y="399"/>
                    <a:pt x="5739" y="462"/>
                    <a:pt x="6060" y="598"/>
                  </a:cubicBezTo>
                  <a:cubicBezTo>
                    <a:pt x="6090" y="611"/>
                    <a:pt x="6119" y="617"/>
                    <a:pt x="6146" y="617"/>
                  </a:cubicBezTo>
                  <a:cubicBezTo>
                    <a:pt x="6338" y="617"/>
                    <a:pt x="6432" y="321"/>
                    <a:pt x="6219" y="232"/>
                  </a:cubicBezTo>
                  <a:cubicBezTo>
                    <a:pt x="5845" y="74"/>
                    <a:pt x="5461" y="1"/>
                    <a:pt x="5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88"/>
            <p:cNvSpPr/>
            <p:nvPr/>
          </p:nvSpPr>
          <p:spPr>
            <a:xfrm>
              <a:off x="1426180" y="2266657"/>
              <a:ext cx="10461" cy="11588"/>
            </a:xfrm>
            <a:custGeom>
              <a:rect b="b" l="l" r="r" t="t"/>
              <a:pathLst>
                <a:path extrusionOk="0" h="442" w="399">
                  <a:moveTo>
                    <a:pt x="199" y="1"/>
                  </a:moveTo>
                  <a:cubicBezTo>
                    <a:pt x="100" y="1"/>
                    <a:pt x="0" y="67"/>
                    <a:pt x="0" y="199"/>
                  </a:cubicBezTo>
                  <a:lnTo>
                    <a:pt x="0" y="243"/>
                  </a:lnTo>
                  <a:cubicBezTo>
                    <a:pt x="0" y="351"/>
                    <a:pt x="91" y="442"/>
                    <a:pt x="199" y="442"/>
                  </a:cubicBezTo>
                  <a:cubicBezTo>
                    <a:pt x="312" y="442"/>
                    <a:pt x="399" y="351"/>
                    <a:pt x="399" y="243"/>
                  </a:cubicBezTo>
                  <a:lnTo>
                    <a:pt x="399" y="199"/>
                  </a:lnTo>
                  <a:cubicBezTo>
                    <a:pt x="399" y="67"/>
                    <a:pt x="29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88"/>
            <p:cNvSpPr/>
            <p:nvPr/>
          </p:nvSpPr>
          <p:spPr>
            <a:xfrm>
              <a:off x="1426180" y="2284721"/>
              <a:ext cx="10461" cy="11614"/>
            </a:xfrm>
            <a:custGeom>
              <a:rect b="b" l="l" r="r" t="t"/>
              <a:pathLst>
                <a:path extrusionOk="0" h="443" w="399">
                  <a:moveTo>
                    <a:pt x="199" y="1"/>
                  </a:moveTo>
                  <a:cubicBezTo>
                    <a:pt x="100" y="1"/>
                    <a:pt x="0" y="68"/>
                    <a:pt x="0" y="202"/>
                  </a:cubicBezTo>
                  <a:lnTo>
                    <a:pt x="0" y="242"/>
                  </a:lnTo>
                  <a:cubicBezTo>
                    <a:pt x="0" y="376"/>
                    <a:pt x="100" y="443"/>
                    <a:pt x="199" y="443"/>
                  </a:cubicBezTo>
                  <a:cubicBezTo>
                    <a:pt x="299" y="443"/>
                    <a:pt x="399" y="376"/>
                    <a:pt x="399" y="242"/>
                  </a:cubicBezTo>
                  <a:lnTo>
                    <a:pt x="399" y="202"/>
                  </a:lnTo>
                  <a:cubicBezTo>
                    <a:pt x="399" y="68"/>
                    <a:pt x="29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88"/>
            <p:cNvSpPr/>
            <p:nvPr/>
          </p:nvSpPr>
          <p:spPr>
            <a:xfrm>
              <a:off x="1469570" y="2283646"/>
              <a:ext cx="62607" cy="30307"/>
            </a:xfrm>
            <a:custGeom>
              <a:rect b="b" l="l" r="r" t="t"/>
              <a:pathLst>
                <a:path extrusionOk="0" h="1156" w="2388">
                  <a:moveTo>
                    <a:pt x="1905" y="399"/>
                  </a:moveTo>
                  <a:cubicBezTo>
                    <a:pt x="1952" y="399"/>
                    <a:pt x="1985" y="435"/>
                    <a:pt x="1985" y="482"/>
                  </a:cubicBezTo>
                  <a:lnTo>
                    <a:pt x="1985" y="678"/>
                  </a:lnTo>
                  <a:cubicBezTo>
                    <a:pt x="1985" y="721"/>
                    <a:pt x="1952" y="757"/>
                    <a:pt x="1905" y="757"/>
                  </a:cubicBezTo>
                  <a:lnTo>
                    <a:pt x="482" y="757"/>
                  </a:lnTo>
                  <a:cubicBezTo>
                    <a:pt x="439" y="757"/>
                    <a:pt x="402" y="721"/>
                    <a:pt x="402" y="678"/>
                  </a:cubicBezTo>
                  <a:lnTo>
                    <a:pt x="402" y="482"/>
                  </a:lnTo>
                  <a:cubicBezTo>
                    <a:pt x="402" y="435"/>
                    <a:pt x="439" y="399"/>
                    <a:pt x="482" y="399"/>
                  </a:cubicBezTo>
                  <a:close/>
                  <a:moveTo>
                    <a:pt x="482" y="0"/>
                  </a:moveTo>
                  <a:cubicBezTo>
                    <a:pt x="218" y="0"/>
                    <a:pt x="0" y="214"/>
                    <a:pt x="0" y="482"/>
                  </a:cubicBezTo>
                  <a:lnTo>
                    <a:pt x="0" y="678"/>
                  </a:lnTo>
                  <a:cubicBezTo>
                    <a:pt x="0" y="942"/>
                    <a:pt x="218" y="1156"/>
                    <a:pt x="482" y="1156"/>
                  </a:cubicBezTo>
                  <a:lnTo>
                    <a:pt x="1905" y="1156"/>
                  </a:lnTo>
                  <a:cubicBezTo>
                    <a:pt x="2173" y="1156"/>
                    <a:pt x="2387" y="942"/>
                    <a:pt x="2387" y="678"/>
                  </a:cubicBezTo>
                  <a:lnTo>
                    <a:pt x="2387" y="482"/>
                  </a:lnTo>
                  <a:cubicBezTo>
                    <a:pt x="2387" y="214"/>
                    <a:pt x="2173"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88"/>
            <p:cNvSpPr/>
            <p:nvPr/>
          </p:nvSpPr>
          <p:spPr>
            <a:xfrm>
              <a:off x="1420464" y="2119577"/>
              <a:ext cx="23596" cy="36101"/>
            </a:xfrm>
            <a:custGeom>
              <a:rect b="b" l="l" r="r" t="t"/>
              <a:pathLst>
                <a:path extrusionOk="0" h="1377" w="900">
                  <a:moveTo>
                    <a:pt x="202" y="1"/>
                  </a:moveTo>
                  <a:cubicBezTo>
                    <a:pt x="101" y="1"/>
                    <a:pt x="1" y="67"/>
                    <a:pt x="1" y="199"/>
                  </a:cubicBezTo>
                  <a:lnTo>
                    <a:pt x="1" y="1173"/>
                  </a:lnTo>
                  <a:cubicBezTo>
                    <a:pt x="1" y="1286"/>
                    <a:pt x="92" y="1376"/>
                    <a:pt x="200" y="1376"/>
                  </a:cubicBezTo>
                  <a:lnTo>
                    <a:pt x="635" y="1376"/>
                  </a:lnTo>
                  <a:cubicBezTo>
                    <a:pt x="899" y="1376"/>
                    <a:pt x="899" y="974"/>
                    <a:pt x="635" y="974"/>
                  </a:cubicBezTo>
                  <a:lnTo>
                    <a:pt x="403" y="974"/>
                  </a:lnTo>
                  <a:lnTo>
                    <a:pt x="403" y="199"/>
                  </a:lnTo>
                  <a:cubicBezTo>
                    <a:pt x="403" y="67"/>
                    <a:pt x="302"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3" name="Google Shape;17543;p88"/>
          <p:cNvGrpSpPr/>
          <p:nvPr/>
        </p:nvGrpSpPr>
        <p:grpSpPr>
          <a:xfrm>
            <a:off x="3985322" y="3387403"/>
            <a:ext cx="358682" cy="346386"/>
            <a:chOff x="3985322" y="3387403"/>
            <a:chExt cx="358682" cy="346386"/>
          </a:xfrm>
        </p:grpSpPr>
        <p:sp>
          <p:nvSpPr>
            <p:cNvPr id="17544" name="Google Shape;17544;p88"/>
            <p:cNvSpPr/>
            <p:nvPr/>
          </p:nvSpPr>
          <p:spPr>
            <a:xfrm>
              <a:off x="4049319" y="3512906"/>
              <a:ext cx="33270" cy="33244"/>
            </a:xfrm>
            <a:custGeom>
              <a:rect b="b" l="l" r="r" t="t"/>
              <a:pathLst>
                <a:path extrusionOk="0" h="1268" w="1269">
                  <a:moveTo>
                    <a:pt x="635" y="0"/>
                  </a:moveTo>
                  <a:cubicBezTo>
                    <a:pt x="283" y="0"/>
                    <a:pt x="1" y="286"/>
                    <a:pt x="1" y="634"/>
                  </a:cubicBezTo>
                  <a:cubicBezTo>
                    <a:pt x="1" y="985"/>
                    <a:pt x="283" y="1268"/>
                    <a:pt x="635" y="1268"/>
                  </a:cubicBezTo>
                  <a:cubicBezTo>
                    <a:pt x="986" y="1268"/>
                    <a:pt x="1268" y="985"/>
                    <a:pt x="1268" y="634"/>
                  </a:cubicBezTo>
                  <a:cubicBezTo>
                    <a:pt x="1268" y="286"/>
                    <a:pt x="986" y="0"/>
                    <a:pt x="635"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88"/>
            <p:cNvSpPr/>
            <p:nvPr/>
          </p:nvSpPr>
          <p:spPr>
            <a:xfrm>
              <a:off x="4156444" y="3512906"/>
              <a:ext cx="33244" cy="33244"/>
            </a:xfrm>
            <a:custGeom>
              <a:rect b="b" l="l" r="r" t="t"/>
              <a:pathLst>
                <a:path extrusionOk="0" h="1268" w="1268">
                  <a:moveTo>
                    <a:pt x="634" y="0"/>
                  </a:moveTo>
                  <a:cubicBezTo>
                    <a:pt x="283" y="0"/>
                    <a:pt x="0" y="286"/>
                    <a:pt x="0" y="634"/>
                  </a:cubicBezTo>
                  <a:cubicBezTo>
                    <a:pt x="0" y="985"/>
                    <a:pt x="283" y="1268"/>
                    <a:pt x="634" y="1268"/>
                  </a:cubicBezTo>
                  <a:cubicBezTo>
                    <a:pt x="985" y="1268"/>
                    <a:pt x="1268" y="985"/>
                    <a:pt x="1268" y="634"/>
                  </a:cubicBezTo>
                  <a:cubicBezTo>
                    <a:pt x="1268" y="286"/>
                    <a:pt x="985" y="0"/>
                    <a:pt x="634"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88"/>
            <p:cNvSpPr/>
            <p:nvPr/>
          </p:nvSpPr>
          <p:spPr>
            <a:xfrm>
              <a:off x="4199152" y="3392620"/>
              <a:ext cx="143593" cy="149728"/>
            </a:xfrm>
            <a:custGeom>
              <a:rect b="b" l="l" r="r" t="t"/>
              <a:pathLst>
                <a:path extrusionOk="0" h="5711" w="5477">
                  <a:moveTo>
                    <a:pt x="2754" y="1"/>
                  </a:moveTo>
                  <a:cubicBezTo>
                    <a:pt x="2719" y="1"/>
                    <a:pt x="2684" y="1"/>
                    <a:pt x="2648" y="3"/>
                  </a:cubicBezTo>
                  <a:cubicBezTo>
                    <a:pt x="1678" y="43"/>
                    <a:pt x="809" y="622"/>
                    <a:pt x="407" y="1506"/>
                  </a:cubicBezTo>
                  <a:cubicBezTo>
                    <a:pt x="1" y="2390"/>
                    <a:pt x="128" y="3425"/>
                    <a:pt x="729" y="4186"/>
                  </a:cubicBezTo>
                  <a:lnTo>
                    <a:pt x="660" y="5711"/>
                  </a:lnTo>
                  <a:lnTo>
                    <a:pt x="2044" y="5066"/>
                  </a:lnTo>
                  <a:cubicBezTo>
                    <a:pt x="2277" y="5132"/>
                    <a:pt x="2514" y="5164"/>
                    <a:pt x="2748" y="5164"/>
                  </a:cubicBezTo>
                  <a:cubicBezTo>
                    <a:pt x="3594" y="5164"/>
                    <a:pt x="4406" y="4748"/>
                    <a:pt x="4894" y="4019"/>
                  </a:cubicBezTo>
                  <a:cubicBezTo>
                    <a:pt x="5437" y="3212"/>
                    <a:pt x="5477" y="2169"/>
                    <a:pt x="5003" y="1321"/>
                  </a:cubicBezTo>
                  <a:cubicBezTo>
                    <a:pt x="4545" y="505"/>
                    <a:pt x="3685" y="1"/>
                    <a:pt x="2754"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88"/>
            <p:cNvSpPr/>
            <p:nvPr/>
          </p:nvSpPr>
          <p:spPr>
            <a:xfrm>
              <a:off x="4094230" y="3561802"/>
              <a:ext cx="50547" cy="91080"/>
            </a:xfrm>
            <a:custGeom>
              <a:rect b="b" l="l" r="r" t="t"/>
              <a:pathLst>
                <a:path extrusionOk="0" h="3474" w="1928">
                  <a:moveTo>
                    <a:pt x="1" y="0"/>
                  </a:moveTo>
                  <a:lnTo>
                    <a:pt x="1" y="2644"/>
                  </a:lnTo>
                  <a:lnTo>
                    <a:pt x="964" y="3473"/>
                  </a:lnTo>
                  <a:lnTo>
                    <a:pt x="968" y="3473"/>
                  </a:lnTo>
                  <a:lnTo>
                    <a:pt x="1928" y="2644"/>
                  </a:lnTo>
                  <a:lnTo>
                    <a:pt x="1928"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88"/>
            <p:cNvSpPr/>
            <p:nvPr/>
          </p:nvSpPr>
          <p:spPr>
            <a:xfrm>
              <a:off x="3990645" y="3618379"/>
              <a:ext cx="257718" cy="110166"/>
            </a:xfrm>
            <a:custGeom>
              <a:rect b="b" l="l" r="r" t="t"/>
              <a:pathLst>
                <a:path extrusionOk="0" h="4202" w="9830">
                  <a:moveTo>
                    <a:pt x="3952" y="1"/>
                  </a:moveTo>
                  <a:lnTo>
                    <a:pt x="1761" y="703"/>
                  </a:lnTo>
                  <a:cubicBezTo>
                    <a:pt x="714" y="1037"/>
                    <a:pt x="1" y="2014"/>
                    <a:pt x="1" y="3115"/>
                  </a:cubicBezTo>
                  <a:lnTo>
                    <a:pt x="1" y="4202"/>
                  </a:lnTo>
                  <a:lnTo>
                    <a:pt x="9830" y="4202"/>
                  </a:lnTo>
                  <a:lnTo>
                    <a:pt x="9830" y="3115"/>
                  </a:lnTo>
                  <a:cubicBezTo>
                    <a:pt x="9830" y="2014"/>
                    <a:pt x="9120" y="1037"/>
                    <a:pt x="8070" y="703"/>
                  </a:cubicBezTo>
                  <a:lnTo>
                    <a:pt x="5879" y="1"/>
                  </a:lnTo>
                  <a:lnTo>
                    <a:pt x="4915" y="674"/>
                  </a:lnTo>
                  <a:lnTo>
                    <a:pt x="395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88"/>
            <p:cNvSpPr/>
            <p:nvPr/>
          </p:nvSpPr>
          <p:spPr>
            <a:xfrm>
              <a:off x="4065941" y="3443115"/>
              <a:ext cx="107125" cy="147185"/>
            </a:xfrm>
            <a:custGeom>
              <a:rect b="b" l="l" r="r" t="t"/>
              <a:pathLst>
                <a:path extrusionOk="0" h="5614" w="4086">
                  <a:moveTo>
                    <a:pt x="1594" y="0"/>
                  </a:moveTo>
                  <a:cubicBezTo>
                    <a:pt x="1533" y="0"/>
                    <a:pt x="1471" y="4"/>
                    <a:pt x="1410" y="11"/>
                  </a:cubicBezTo>
                  <a:cubicBezTo>
                    <a:pt x="606" y="105"/>
                    <a:pt x="1" y="782"/>
                    <a:pt x="1" y="1594"/>
                  </a:cubicBezTo>
                  <a:lnTo>
                    <a:pt x="1" y="3220"/>
                  </a:lnTo>
                  <a:cubicBezTo>
                    <a:pt x="1" y="4067"/>
                    <a:pt x="450" y="4853"/>
                    <a:pt x="1185" y="5288"/>
                  </a:cubicBezTo>
                  <a:lnTo>
                    <a:pt x="1482" y="5462"/>
                  </a:lnTo>
                  <a:cubicBezTo>
                    <a:pt x="1656" y="5563"/>
                    <a:pt x="1850" y="5614"/>
                    <a:pt x="2043" y="5614"/>
                  </a:cubicBezTo>
                  <a:cubicBezTo>
                    <a:pt x="2236" y="5614"/>
                    <a:pt x="2429" y="5563"/>
                    <a:pt x="2601" y="5462"/>
                  </a:cubicBezTo>
                  <a:lnTo>
                    <a:pt x="2905" y="5284"/>
                  </a:lnTo>
                  <a:cubicBezTo>
                    <a:pt x="3637" y="4853"/>
                    <a:pt x="4086" y="4067"/>
                    <a:pt x="4086" y="3216"/>
                  </a:cubicBezTo>
                  <a:lnTo>
                    <a:pt x="4086" y="1594"/>
                  </a:lnTo>
                  <a:cubicBezTo>
                    <a:pt x="4086" y="714"/>
                    <a:pt x="3372" y="0"/>
                    <a:pt x="249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88"/>
            <p:cNvSpPr/>
            <p:nvPr/>
          </p:nvSpPr>
          <p:spPr>
            <a:xfrm>
              <a:off x="4065941" y="3443377"/>
              <a:ext cx="36967" cy="48371"/>
            </a:xfrm>
            <a:custGeom>
              <a:rect b="b" l="l" r="r" t="t"/>
              <a:pathLst>
                <a:path extrusionOk="0" h="1845" w="1410">
                  <a:moveTo>
                    <a:pt x="1410" y="1"/>
                  </a:moveTo>
                  <a:cubicBezTo>
                    <a:pt x="606" y="95"/>
                    <a:pt x="1" y="776"/>
                    <a:pt x="1" y="1584"/>
                  </a:cubicBezTo>
                  <a:lnTo>
                    <a:pt x="1" y="1844"/>
                  </a:lnTo>
                  <a:cubicBezTo>
                    <a:pt x="1" y="1844"/>
                    <a:pt x="1033" y="1529"/>
                    <a:pt x="1410"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88"/>
            <p:cNvSpPr/>
            <p:nvPr/>
          </p:nvSpPr>
          <p:spPr>
            <a:xfrm>
              <a:off x="4102882" y="3443115"/>
              <a:ext cx="70184" cy="69791"/>
            </a:xfrm>
            <a:custGeom>
              <a:rect b="b" l="l" r="r" t="t"/>
              <a:pathLst>
                <a:path extrusionOk="0" h="2662" w="2677">
                  <a:moveTo>
                    <a:pt x="185" y="0"/>
                  </a:moveTo>
                  <a:cubicBezTo>
                    <a:pt x="124" y="0"/>
                    <a:pt x="62" y="4"/>
                    <a:pt x="1" y="11"/>
                  </a:cubicBezTo>
                  <a:cubicBezTo>
                    <a:pt x="1" y="11"/>
                    <a:pt x="279" y="2662"/>
                    <a:pt x="2677" y="2662"/>
                  </a:cubicBezTo>
                  <a:lnTo>
                    <a:pt x="2677" y="1594"/>
                  </a:lnTo>
                  <a:cubicBezTo>
                    <a:pt x="2677" y="714"/>
                    <a:pt x="1963" y="0"/>
                    <a:pt x="108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88"/>
            <p:cNvSpPr/>
            <p:nvPr/>
          </p:nvSpPr>
          <p:spPr>
            <a:xfrm>
              <a:off x="4101545" y="3636129"/>
              <a:ext cx="36023" cy="92417"/>
            </a:xfrm>
            <a:custGeom>
              <a:rect b="b" l="l" r="r" t="t"/>
              <a:pathLst>
                <a:path extrusionOk="0" h="3525" w="1374">
                  <a:moveTo>
                    <a:pt x="1" y="1"/>
                  </a:moveTo>
                  <a:lnTo>
                    <a:pt x="1" y="830"/>
                  </a:lnTo>
                  <a:lnTo>
                    <a:pt x="222" y="1424"/>
                  </a:lnTo>
                  <a:lnTo>
                    <a:pt x="1" y="3525"/>
                  </a:lnTo>
                  <a:lnTo>
                    <a:pt x="1373" y="3525"/>
                  </a:lnTo>
                  <a:lnTo>
                    <a:pt x="1153" y="1424"/>
                  </a:lnTo>
                  <a:lnTo>
                    <a:pt x="1373" y="830"/>
                  </a:lnTo>
                  <a:lnTo>
                    <a:pt x="137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88"/>
            <p:cNvSpPr/>
            <p:nvPr/>
          </p:nvSpPr>
          <p:spPr>
            <a:xfrm>
              <a:off x="4094230" y="3618379"/>
              <a:ext cx="25379" cy="47690"/>
            </a:xfrm>
            <a:custGeom>
              <a:rect b="b" l="l" r="r" t="t"/>
              <a:pathLst>
                <a:path extrusionOk="0" h="1819" w="968">
                  <a:moveTo>
                    <a:pt x="1" y="1"/>
                  </a:moveTo>
                  <a:lnTo>
                    <a:pt x="1" y="1819"/>
                  </a:lnTo>
                  <a:lnTo>
                    <a:pt x="968" y="678"/>
                  </a:lnTo>
                  <a:lnTo>
                    <a:pt x="1"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88"/>
            <p:cNvSpPr/>
            <p:nvPr/>
          </p:nvSpPr>
          <p:spPr>
            <a:xfrm>
              <a:off x="4119504" y="3618379"/>
              <a:ext cx="25274" cy="47690"/>
            </a:xfrm>
            <a:custGeom>
              <a:rect b="b" l="l" r="r" t="t"/>
              <a:pathLst>
                <a:path extrusionOk="0" h="1819" w="964">
                  <a:moveTo>
                    <a:pt x="964" y="1"/>
                  </a:moveTo>
                  <a:lnTo>
                    <a:pt x="0" y="678"/>
                  </a:lnTo>
                  <a:lnTo>
                    <a:pt x="964" y="1819"/>
                  </a:lnTo>
                  <a:lnTo>
                    <a:pt x="964"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88"/>
            <p:cNvSpPr/>
            <p:nvPr/>
          </p:nvSpPr>
          <p:spPr>
            <a:xfrm>
              <a:off x="3990645" y="3618379"/>
              <a:ext cx="103612" cy="110166"/>
            </a:xfrm>
            <a:custGeom>
              <a:rect b="b" l="l" r="r" t="t"/>
              <a:pathLst>
                <a:path extrusionOk="0" h="4202" w="3952">
                  <a:moveTo>
                    <a:pt x="3952" y="1"/>
                  </a:moveTo>
                  <a:lnTo>
                    <a:pt x="2500" y="464"/>
                  </a:lnTo>
                  <a:lnTo>
                    <a:pt x="1761" y="703"/>
                  </a:lnTo>
                  <a:cubicBezTo>
                    <a:pt x="714" y="1037"/>
                    <a:pt x="1" y="2014"/>
                    <a:pt x="1" y="3115"/>
                  </a:cubicBezTo>
                  <a:lnTo>
                    <a:pt x="1" y="4202"/>
                  </a:lnTo>
                  <a:lnTo>
                    <a:pt x="3952" y="4202"/>
                  </a:lnTo>
                  <a:lnTo>
                    <a:pt x="39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88"/>
            <p:cNvSpPr/>
            <p:nvPr/>
          </p:nvSpPr>
          <p:spPr>
            <a:xfrm>
              <a:off x="3990645" y="3630544"/>
              <a:ext cx="65544" cy="98001"/>
            </a:xfrm>
            <a:custGeom>
              <a:rect b="b" l="l" r="r" t="t"/>
              <a:pathLst>
                <a:path extrusionOk="0" h="3738" w="2500">
                  <a:moveTo>
                    <a:pt x="2500" y="0"/>
                  </a:moveTo>
                  <a:lnTo>
                    <a:pt x="1761" y="239"/>
                  </a:lnTo>
                  <a:cubicBezTo>
                    <a:pt x="714" y="576"/>
                    <a:pt x="1" y="1550"/>
                    <a:pt x="1" y="2651"/>
                  </a:cubicBezTo>
                  <a:lnTo>
                    <a:pt x="1" y="3738"/>
                  </a:lnTo>
                  <a:lnTo>
                    <a:pt x="580" y="3738"/>
                  </a:lnTo>
                  <a:lnTo>
                    <a:pt x="580" y="2651"/>
                  </a:lnTo>
                  <a:cubicBezTo>
                    <a:pt x="580" y="1550"/>
                    <a:pt x="1127" y="576"/>
                    <a:pt x="1931" y="239"/>
                  </a:cubicBezTo>
                  <a:lnTo>
                    <a:pt x="2500"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88"/>
            <p:cNvSpPr/>
            <p:nvPr/>
          </p:nvSpPr>
          <p:spPr>
            <a:xfrm>
              <a:off x="4144751" y="3618379"/>
              <a:ext cx="103612" cy="110166"/>
            </a:xfrm>
            <a:custGeom>
              <a:rect b="b" l="l" r="r" t="t"/>
              <a:pathLst>
                <a:path extrusionOk="0" h="4202" w="3952">
                  <a:moveTo>
                    <a:pt x="1" y="1"/>
                  </a:moveTo>
                  <a:lnTo>
                    <a:pt x="1" y="4202"/>
                  </a:lnTo>
                  <a:lnTo>
                    <a:pt x="3952" y="4202"/>
                  </a:lnTo>
                  <a:lnTo>
                    <a:pt x="3952" y="3115"/>
                  </a:lnTo>
                  <a:cubicBezTo>
                    <a:pt x="3952" y="2014"/>
                    <a:pt x="3239" y="1040"/>
                    <a:pt x="2192" y="703"/>
                  </a:cubicBezTo>
                  <a:lnTo>
                    <a:pt x="1453" y="464"/>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88"/>
            <p:cNvSpPr/>
            <p:nvPr/>
          </p:nvSpPr>
          <p:spPr>
            <a:xfrm>
              <a:off x="4182845" y="3630544"/>
              <a:ext cx="65518" cy="98001"/>
            </a:xfrm>
            <a:custGeom>
              <a:rect b="b" l="l" r="r" t="t"/>
              <a:pathLst>
                <a:path extrusionOk="0" h="3738" w="2499">
                  <a:moveTo>
                    <a:pt x="0" y="0"/>
                  </a:moveTo>
                  <a:lnTo>
                    <a:pt x="569" y="239"/>
                  </a:lnTo>
                  <a:cubicBezTo>
                    <a:pt x="1373" y="573"/>
                    <a:pt x="1920" y="1550"/>
                    <a:pt x="1920" y="2651"/>
                  </a:cubicBezTo>
                  <a:lnTo>
                    <a:pt x="1920" y="3738"/>
                  </a:lnTo>
                  <a:lnTo>
                    <a:pt x="2499" y="3738"/>
                  </a:lnTo>
                  <a:lnTo>
                    <a:pt x="2499" y="2651"/>
                  </a:lnTo>
                  <a:cubicBezTo>
                    <a:pt x="2499" y="1550"/>
                    <a:pt x="1789" y="573"/>
                    <a:pt x="739" y="239"/>
                  </a:cubicBezTo>
                  <a:lnTo>
                    <a:pt x="0"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88"/>
            <p:cNvSpPr/>
            <p:nvPr/>
          </p:nvSpPr>
          <p:spPr>
            <a:xfrm>
              <a:off x="4184838" y="3387403"/>
              <a:ext cx="159166" cy="160110"/>
            </a:xfrm>
            <a:custGeom>
              <a:rect b="b" l="l" r="r" t="t"/>
              <a:pathLst>
                <a:path extrusionOk="0" h="6107" w="6071">
                  <a:moveTo>
                    <a:pt x="3295" y="0"/>
                  </a:moveTo>
                  <a:cubicBezTo>
                    <a:pt x="2920" y="0"/>
                    <a:pt x="2536" y="77"/>
                    <a:pt x="2166" y="242"/>
                  </a:cubicBezTo>
                  <a:cubicBezTo>
                    <a:pt x="536" y="970"/>
                    <a:pt x="0" y="3020"/>
                    <a:pt x="1072" y="4450"/>
                  </a:cubicBezTo>
                  <a:lnTo>
                    <a:pt x="1007" y="5899"/>
                  </a:lnTo>
                  <a:cubicBezTo>
                    <a:pt x="1001" y="6017"/>
                    <a:pt x="1098" y="6107"/>
                    <a:pt x="1205" y="6107"/>
                  </a:cubicBezTo>
                  <a:cubicBezTo>
                    <a:pt x="1233" y="6107"/>
                    <a:pt x="1262" y="6101"/>
                    <a:pt x="1289" y="6087"/>
                  </a:cubicBezTo>
                  <a:lnTo>
                    <a:pt x="2604" y="5472"/>
                  </a:lnTo>
                  <a:cubicBezTo>
                    <a:pt x="2838" y="5531"/>
                    <a:pt x="3071" y="5560"/>
                    <a:pt x="3300" y="5560"/>
                  </a:cubicBezTo>
                  <a:cubicBezTo>
                    <a:pt x="4676" y="5560"/>
                    <a:pt x="5895" y="4530"/>
                    <a:pt x="6059" y="3092"/>
                  </a:cubicBezTo>
                  <a:cubicBezTo>
                    <a:pt x="6070" y="2983"/>
                    <a:pt x="5990" y="2889"/>
                    <a:pt x="5882" y="2875"/>
                  </a:cubicBezTo>
                  <a:cubicBezTo>
                    <a:pt x="5875" y="2874"/>
                    <a:pt x="5868" y="2874"/>
                    <a:pt x="5861" y="2874"/>
                  </a:cubicBezTo>
                  <a:cubicBezTo>
                    <a:pt x="5761" y="2874"/>
                    <a:pt x="5674" y="2947"/>
                    <a:pt x="5661" y="3052"/>
                  </a:cubicBezTo>
                  <a:cubicBezTo>
                    <a:pt x="5520" y="4286"/>
                    <a:pt x="4471" y="5165"/>
                    <a:pt x="3297" y="5165"/>
                  </a:cubicBezTo>
                  <a:cubicBezTo>
                    <a:pt x="3082" y="5165"/>
                    <a:pt x="2863" y="5135"/>
                    <a:pt x="2644" y="5073"/>
                  </a:cubicBezTo>
                  <a:cubicBezTo>
                    <a:pt x="2625" y="5067"/>
                    <a:pt x="2606" y="5064"/>
                    <a:pt x="2586" y="5064"/>
                  </a:cubicBezTo>
                  <a:cubicBezTo>
                    <a:pt x="2557" y="5064"/>
                    <a:pt x="2529" y="5071"/>
                    <a:pt x="2503" y="5084"/>
                  </a:cubicBezTo>
                  <a:lnTo>
                    <a:pt x="1423" y="5587"/>
                  </a:lnTo>
                  <a:lnTo>
                    <a:pt x="1478" y="4396"/>
                  </a:lnTo>
                  <a:cubicBezTo>
                    <a:pt x="1478" y="4345"/>
                    <a:pt x="1463" y="4298"/>
                    <a:pt x="1431" y="4262"/>
                  </a:cubicBezTo>
                  <a:cubicBezTo>
                    <a:pt x="475" y="3052"/>
                    <a:pt x="902" y="1270"/>
                    <a:pt x="2300" y="626"/>
                  </a:cubicBezTo>
                  <a:cubicBezTo>
                    <a:pt x="2626" y="474"/>
                    <a:pt x="2966" y="404"/>
                    <a:pt x="3298" y="404"/>
                  </a:cubicBezTo>
                  <a:cubicBezTo>
                    <a:pt x="4388" y="404"/>
                    <a:pt x="5401" y="1163"/>
                    <a:pt x="5628" y="2321"/>
                  </a:cubicBezTo>
                  <a:cubicBezTo>
                    <a:pt x="5653" y="2431"/>
                    <a:pt x="5737" y="2480"/>
                    <a:pt x="5822" y="2480"/>
                  </a:cubicBezTo>
                  <a:cubicBezTo>
                    <a:pt x="5936" y="2480"/>
                    <a:pt x="6050" y="2392"/>
                    <a:pt x="6023" y="2245"/>
                  </a:cubicBezTo>
                  <a:cubicBezTo>
                    <a:pt x="5757" y="890"/>
                    <a:pt x="4572" y="0"/>
                    <a:pt x="3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88"/>
            <p:cNvSpPr/>
            <p:nvPr/>
          </p:nvSpPr>
          <p:spPr>
            <a:xfrm>
              <a:off x="4108020" y="3511491"/>
              <a:ext cx="23753" cy="36180"/>
            </a:xfrm>
            <a:custGeom>
              <a:rect b="b" l="l" r="r" t="t"/>
              <a:pathLst>
                <a:path extrusionOk="0" h="1380" w="906">
                  <a:moveTo>
                    <a:pt x="203" y="1"/>
                  </a:moveTo>
                  <a:cubicBezTo>
                    <a:pt x="103" y="1"/>
                    <a:pt x="4" y="67"/>
                    <a:pt x="4" y="199"/>
                  </a:cubicBezTo>
                  <a:lnTo>
                    <a:pt x="4" y="1180"/>
                  </a:lnTo>
                  <a:cubicBezTo>
                    <a:pt x="0" y="1293"/>
                    <a:pt x="91" y="1380"/>
                    <a:pt x="203" y="1380"/>
                  </a:cubicBezTo>
                  <a:lnTo>
                    <a:pt x="638" y="1380"/>
                  </a:lnTo>
                  <a:cubicBezTo>
                    <a:pt x="906" y="1380"/>
                    <a:pt x="906" y="981"/>
                    <a:pt x="638" y="981"/>
                  </a:cubicBezTo>
                  <a:lnTo>
                    <a:pt x="402" y="981"/>
                  </a:lnTo>
                  <a:lnTo>
                    <a:pt x="402" y="199"/>
                  </a:lnTo>
                  <a:cubicBezTo>
                    <a:pt x="402" y="67"/>
                    <a:pt x="303"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88"/>
            <p:cNvSpPr/>
            <p:nvPr/>
          </p:nvSpPr>
          <p:spPr>
            <a:xfrm>
              <a:off x="3985322" y="3437793"/>
              <a:ext cx="268284" cy="295996"/>
            </a:xfrm>
            <a:custGeom>
              <a:rect b="b" l="l" r="r" t="t"/>
              <a:pathLst>
                <a:path extrusionOk="0" h="11290" w="10233">
                  <a:moveTo>
                    <a:pt x="4195" y="486"/>
                  </a:moveTo>
                  <a:lnTo>
                    <a:pt x="4195" y="486"/>
                  </a:lnTo>
                  <a:cubicBezTo>
                    <a:pt x="3941" y="1206"/>
                    <a:pt x="3539" y="1565"/>
                    <a:pt x="3278" y="1731"/>
                  </a:cubicBezTo>
                  <a:cubicBezTo>
                    <a:pt x="3304" y="1170"/>
                    <a:pt x="3662" y="677"/>
                    <a:pt x="4195" y="486"/>
                  </a:cubicBezTo>
                  <a:close/>
                  <a:moveTo>
                    <a:pt x="5567" y="402"/>
                  </a:moveTo>
                  <a:cubicBezTo>
                    <a:pt x="6339" y="402"/>
                    <a:pt x="6962" y="1025"/>
                    <a:pt x="6962" y="1797"/>
                  </a:cubicBezTo>
                  <a:lnTo>
                    <a:pt x="6962" y="2655"/>
                  </a:lnTo>
                  <a:cubicBezTo>
                    <a:pt x="5310" y="2539"/>
                    <a:pt x="4839" y="1000"/>
                    <a:pt x="4720" y="402"/>
                  </a:cubicBezTo>
                  <a:close/>
                  <a:moveTo>
                    <a:pt x="2873" y="3115"/>
                  </a:moveTo>
                  <a:lnTo>
                    <a:pt x="2873" y="3423"/>
                  </a:lnTo>
                  <a:cubicBezTo>
                    <a:pt x="2873" y="3586"/>
                    <a:pt x="2891" y="3745"/>
                    <a:pt x="2920" y="3904"/>
                  </a:cubicBezTo>
                  <a:cubicBezTo>
                    <a:pt x="2753" y="3839"/>
                    <a:pt x="2641" y="3680"/>
                    <a:pt x="2641" y="3499"/>
                  </a:cubicBezTo>
                  <a:cubicBezTo>
                    <a:pt x="2641" y="3339"/>
                    <a:pt x="2732" y="3191"/>
                    <a:pt x="2873" y="3115"/>
                  </a:cubicBezTo>
                  <a:close/>
                  <a:moveTo>
                    <a:pt x="7360" y="3115"/>
                  </a:moveTo>
                  <a:cubicBezTo>
                    <a:pt x="7505" y="3187"/>
                    <a:pt x="7596" y="3339"/>
                    <a:pt x="7596" y="3499"/>
                  </a:cubicBezTo>
                  <a:cubicBezTo>
                    <a:pt x="7596" y="3676"/>
                    <a:pt x="7483" y="3839"/>
                    <a:pt x="7317" y="3904"/>
                  </a:cubicBezTo>
                  <a:cubicBezTo>
                    <a:pt x="7346" y="3745"/>
                    <a:pt x="7360" y="3582"/>
                    <a:pt x="7360" y="3419"/>
                  </a:cubicBezTo>
                  <a:lnTo>
                    <a:pt x="7360" y="3115"/>
                  </a:lnTo>
                  <a:close/>
                  <a:moveTo>
                    <a:pt x="4445" y="935"/>
                  </a:moveTo>
                  <a:cubicBezTo>
                    <a:pt x="4542" y="1246"/>
                    <a:pt x="4680" y="1543"/>
                    <a:pt x="4854" y="1818"/>
                  </a:cubicBezTo>
                  <a:cubicBezTo>
                    <a:pt x="5343" y="2579"/>
                    <a:pt x="6067" y="3006"/>
                    <a:pt x="6958" y="3061"/>
                  </a:cubicBezTo>
                  <a:lnTo>
                    <a:pt x="6958" y="3423"/>
                  </a:lnTo>
                  <a:cubicBezTo>
                    <a:pt x="6958" y="4201"/>
                    <a:pt x="6545" y="4922"/>
                    <a:pt x="5875" y="5317"/>
                  </a:cubicBezTo>
                  <a:lnTo>
                    <a:pt x="5575" y="5494"/>
                  </a:lnTo>
                  <a:cubicBezTo>
                    <a:pt x="5433" y="5578"/>
                    <a:pt x="5275" y="5619"/>
                    <a:pt x="5117" y="5619"/>
                  </a:cubicBezTo>
                  <a:cubicBezTo>
                    <a:pt x="4958" y="5619"/>
                    <a:pt x="4800" y="5578"/>
                    <a:pt x="4658" y="5494"/>
                  </a:cubicBezTo>
                  <a:lnTo>
                    <a:pt x="4358" y="5317"/>
                  </a:lnTo>
                  <a:cubicBezTo>
                    <a:pt x="3688" y="4922"/>
                    <a:pt x="3278" y="4201"/>
                    <a:pt x="3275" y="3423"/>
                  </a:cubicBezTo>
                  <a:lnTo>
                    <a:pt x="3275" y="2869"/>
                  </a:lnTo>
                  <a:lnTo>
                    <a:pt x="3275" y="2865"/>
                  </a:lnTo>
                  <a:lnTo>
                    <a:pt x="3275" y="2188"/>
                  </a:lnTo>
                  <a:cubicBezTo>
                    <a:pt x="3532" y="2068"/>
                    <a:pt x="4075" y="1731"/>
                    <a:pt x="4445" y="935"/>
                  </a:cubicBezTo>
                  <a:close/>
                  <a:moveTo>
                    <a:pt x="5883" y="5777"/>
                  </a:moveTo>
                  <a:lnTo>
                    <a:pt x="5883" y="6784"/>
                  </a:lnTo>
                  <a:lnTo>
                    <a:pt x="5850" y="6805"/>
                  </a:lnTo>
                  <a:lnTo>
                    <a:pt x="5118" y="7316"/>
                  </a:lnTo>
                  <a:lnTo>
                    <a:pt x="4354" y="6784"/>
                  </a:lnTo>
                  <a:lnTo>
                    <a:pt x="4354" y="5780"/>
                  </a:lnTo>
                  <a:lnTo>
                    <a:pt x="4456" y="5838"/>
                  </a:lnTo>
                  <a:cubicBezTo>
                    <a:pt x="4660" y="5958"/>
                    <a:pt x="4889" y="6018"/>
                    <a:pt x="5118" y="6018"/>
                  </a:cubicBezTo>
                  <a:cubicBezTo>
                    <a:pt x="5347" y="6018"/>
                    <a:pt x="5576" y="5958"/>
                    <a:pt x="5781" y="5838"/>
                  </a:cubicBezTo>
                  <a:lnTo>
                    <a:pt x="5883" y="5777"/>
                  </a:lnTo>
                  <a:close/>
                  <a:moveTo>
                    <a:pt x="4354" y="7273"/>
                  </a:moveTo>
                  <a:lnTo>
                    <a:pt x="4825" y="7602"/>
                  </a:lnTo>
                  <a:lnTo>
                    <a:pt x="4354" y="8156"/>
                  </a:lnTo>
                  <a:lnTo>
                    <a:pt x="4354" y="7374"/>
                  </a:lnTo>
                  <a:lnTo>
                    <a:pt x="4354" y="7273"/>
                  </a:lnTo>
                  <a:close/>
                  <a:moveTo>
                    <a:pt x="5883" y="7273"/>
                  </a:moveTo>
                  <a:lnTo>
                    <a:pt x="5883" y="7374"/>
                  </a:lnTo>
                  <a:lnTo>
                    <a:pt x="5883" y="8156"/>
                  </a:lnTo>
                  <a:lnTo>
                    <a:pt x="5412" y="7602"/>
                  </a:lnTo>
                  <a:lnTo>
                    <a:pt x="5883" y="7273"/>
                  </a:lnTo>
                  <a:close/>
                  <a:moveTo>
                    <a:pt x="5879" y="8772"/>
                  </a:moveTo>
                  <a:lnTo>
                    <a:pt x="5883" y="8779"/>
                  </a:lnTo>
                  <a:lnTo>
                    <a:pt x="5883" y="9891"/>
                  </a:lnTo>
                  <a:lnTo>
                    <a:pt x="5792" y="9011"/>
                  </a:lnTo>
                  <a:lnTo>
                    <a:pt x="5879" y="8772"/>
                  </a:lnTo>
                  <a:close/>
                  <a:moveTo>
                    <a:pt x="4361" y="8772"/>
                  </a:moveTo>
                  <a:lnTo>
                    <a:pt x="4452" y="9011"/>
                  </a:lnTo>
                  <a:lnTo>
                    <a:pt x="4354" y="9920"/>
                  </a:lnTo>
                  <a:lnTo>
                    <a:pt x="4354" y="8779"/>
                  </a:lnTo>
                  <a:lnTo>
                    <a:pt x="4361" y="8772"/>
                  </a:lnTo>
                  <a:close/>
                  <a:moveTo>
                    <a:pt x="5118" y="7877"/>
                  </a:moveTo>
                  <a:lnTo>
                    <a:pt x="5582" y="8424"/>
                  </a:lnTo>
                  <a:lnTo>
                    <a:pt x="5397" y="8917"/>
                  </a:lnTo>
                  <a:cubicBezTo>
                    <a:pt x="5386" y="8946"/>
                    <a:pt x="5383" y="8978"/>
                    <a:pt x="5386" y="9011"/>
                  </a:cubicBezTo>
                  <a:lnTo>
                    <a:pt x="5386" y="9007"/>
                  </a:lnTo>
                  <a:lnTo>
                    <a:pt x="5586" y="10887"/>
                  </a:lnTo>
                  <a:lnTo>
                    <a:pt x="4658" y="10887"/>
                  </a:lnTo>
                  <a:lnTo>
                    <a:pt x="4854" y="9007"/>
                  </a:lnTo>
                  <a:cubicBezTo>
                    <a:pt x="4858" y="8978"/>
                    <a:pt x="4854" y="8946"/>
                    <a:pt x="4843" y="8917"/>
                  </a:cubicBezTo>
                  <a:lnTo>
                    <a:pt x="4658" y="8421"/>
                  </a:lnTo>
                  <a:lnTo>
                    <a:pt x="5118" y="7877"/>
                  </a:lnTo>
                  <a:close/>
                  <a:moveTo>
                    <a:pt x="4669" y="0"/>
                  </a:moveTo>
                  <a:cubicBezTo>
                    <a:pt x="4600" y="0"/>
                    <a:pt x="4528" y="4"/>
                    <a:pt x="4459" y="15"/>
                  </a:cubicBezTo>
                  <a:cubicBezTo>
                    <a:pt x="3557" y="120"/>
                    <a:pt x="2876" y="884"/>
                    <a:pt x="2876" y="1797"/>
                  </a:cubicBezTo>
                  <a:lnTo>
                    <a:pt x="2876" y="2688"/>
                  </a:lnTo>
                  <a:cubicBezTo>
                    <a:pt x="2474" y="2789"/>
                    <a:pt x="2206" y="3169"/>
                    <a:pt x="2246" y="3582"/>
                  </a:cubicBezTo>
                  <a:cubicBezTo>
                    <a:pt x="2290" y="3995"/>
                    <a:pt x="2627" y="4314"/>
                    <a:pt x="3043" y="4332"/>
                  </a:cubicBezTo>
                  <a:cubicBezTo>
                    <a:pt x="3224" y="4813"/>
                    <a:pt x="3539" y="5226"/>
                    <a:pt x="3956" y="5527"/>
                  </a:cubicBezTo>
                  <a:lnTo>
                    <a:pt x="3956" y="6740"/>
                  </a:lnTo>
                  <a:lnTo>
                    <a:pt x="1902" y="7399"/>
                  </a:lnTo>
                  <a:cubicBezTo>
                    <a:pt x="769" y="7758"/>
                    <a:pt x="1" y="8812"/>
                    <a:pt x="1" y="10000"/>
                  </a:cubicBezTo>
                  <a:lnTo>
                    <a:pt x="1" y="11086"/>
                  </a:lnTo>
                  <a:cubicBezTo>
                    <a:pt x="1" y="11199"/>
                    <a:pt x="91" y="11289"/>
                    <a:pt x="204" y="11289"/>
                  </a:cubicBezTo>
                  <a:lnTo>
                    <a:pt x="2163" y="11289"/>
                  </a:lnTo>
                  <a:cubicBezTo>
                    <a:pt x="2431" y="11289"/>
                    <a:pt x="2431" y="10887"/>
                    <a:pt x="2163" y="10887"/>
                  </a:cubicBezTo>
                  <a:lnTo>
                    <a:pt x="403" y="10887"/>
                  </a:lnTo>
                  <a:lnTo>
                    <a:pt x="403" y="10003"/>
                  </a:lnTo>
                  <a:cubicBezTo>
                    <a:pt x="403" y="9782"/>
                    <a:pt x="435" y="9565"/>
                    <a:pt x="493" y="9355"/>
                  </a:cubicBezTo>
                  <a:cubicBezTo>
                    <a:pt x="511" y="9297"/>
                    <a:pt x="530" y="9239"/>
                    <a:pt x="551" y="9181"/>
                  </a:cubicBezTo>
                  <a:cubicBezTo>
                    <a:pt x="573" y="9127"/>
                    <a:pt x="595" y="9069"/>
                    <a:pt x="620" y="9015"/>
                  </a:cubicBezTo>
                  <a:cubicBezTo>
                    <a:pt x="895" y="8424"/>
                    <a:pt x="1406" y="7975"/>
                    <a:pt x="2025" y="7780"/>
                  </a:cubicBezTo>
                  <a:lnTo>
                    <a:pt x="3188" y="7407"/>
                  </a:lnTo>
                  <a:lnTo>
                    <a:pt x="3952" y="7160"/>
                  </a:lnTo>
                  <a:lnTo>
                    <a:pt x="3952" y="10887"/>
                  </a:lnTo>
                  <a:lnTo>
                    <a:pt x="2953" y="10887"/>
                  </a:lnTo>
                  <a:cubicBezTo>
                    <a:pt x="2688" y="10887"/>
                    <a:pt x="2688" y="11289"/>
                    <a:pt x="2953" y="11289"/>
                  </a:cubicBezTo>
                  <a:lnTo>
                    <a:pt x="10033" y="11289"/>
                  </a:lnTo>
                  <a:cubicBezTo>
                    <a:pt x="10145" y="11289"/>
                    <a:pt x="10232" y="11199"/>
                    <a:pt x="10232" y="11086"/>
                  </a:cubicBezTo>
                  <a:lnTo>
                    <a:pt x="10232" y="10000"/>
                  </a:lnTo>
                  <a:cubicBezTo>
                    <a:pt x="10232" y="9323"/>
                    <a:pt x="9982" y="8671"/>
                    <a:pt x="9530" y="8167"/>
                  </a:cubicBezTo>
                  <a:cubicBezTo>
                    <a:pt x="9489" y="8125"/>
                    <a:pt x="9435" y="8103"/>
                    <a:pt x="9381" y="8103"/>
                  </a:cubicBezTo>
                  <a:cubicBezTo>
                    <a:pt x="9333" y="8103"/>
                    <a:pt x="9285" y="8121"/>
                    <a:pt x="9247" y="8156"/>
                  </a:cubicBezTo>
                  <a:cubicBezTo>
                    <a:pt x="9164" y="8229"/>
                    <a:pt x="9157" y="8356"/>
                    <a:pt x="9233" y="8439"/>
                  </a:cubicBezTo>
                  <a:cubicBezTo>
                    <a:pt x="9620" y="8866"/>
                    <a:pt x="9834" y="9424"/>
                    <a:pt x="9834" y="10003"/>
                  </a:cubicBezTo>
                  <a:lnTo>
                    <a:pt x="9834" y="10887"/>
                  </a:lnTo>
                  <a:lnTo>
                    <a:pt x="6285" y="10887"/>
                  </a:lnTo>
                  <a:lnTo>
                    <a:pt x="6285" y="7164"/>
                  </a:lnTo>
                  <a:lnTo>
                    <a:pt x="8211" y="7780"/>
                  </a:lnTo>
                  <a:cubicBezTo>
                    <a:pt x="8367" y="7830"/>
                    <a:pt x="8519" y="7899"/>
                    <a:pt x="8664" y="7979"/>
                  </a:cubicBezTo>
                  <a:cubicBezTo>
                    <a:pt x="8702" y="8002"/>
                    <a:pt x="8739" y="8012"/>
                    <a:pt x="8773" y="8012"/>
                  </a:cubicBezTo>
                  <a:cubicBezTo>
                    <a:pt x="8952" y="8012"/>
                    <a:pt x="9067" y="7740"/>
                    <a:pt x="8863" y="7631"/>
                  </a:cubicBezTo>
                  <a:cubicBezTo>
                    <a:pt x="8693" y="7537"/>
                    <a:pt x="8519" y="7457"/>
                    <a:pt x="8334" y="7399"/>
                  </a:cubicBezTo>
                  <a:lnTo>
                    <a:pt x="6285" y="6740"/>
                  </a:lnTo>
                  <a:lnTo>
                    <a:pt x="6285" y="5531"/>
                  </a:lnTo>
                  <a:cubicBezTo>
                    <a:pt x="6697" y="5230"/>
                    <a:pt x="7016" y="4813"/>
                    <a:pt x="7197" y="4335"/>
                  </a:cubicBezTo>
                  <a:cubicBezTo>
                    <a:pt x="7610" y="4317"/>
                    <a:pt x="7951" y="3999"/>
                    <a:pt x="7990" y="3586"/>
                  </a:cubicBezTo>
                  <a:cubicBezTo>
                    <a:pt x="8034" y="3173"/>
                    <a:pt x="7766" y="2789"/>
                    <a:pt x="7360" y="2691"/>
                  </a:cubicBezTo>
                  <a:lnTo>
                    <a:pt x="7360" y="1797"/>
                  </a:lnTo>
                  <a:cubicBezTo>
                    <a:pt x="7360" y="804"/>
                    <a:pt x="6560" y="4"/>
                    <a:pt x="55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88"/>
            <p:cNvSpPr/>
            <p:nvPr/>
          </p:nvSpPr>
          <p:spPr>
            <a:xfrm>
              <a:off x="4250250" y="3417711"/>
              <a:ext cx="43809" cy="63289"/>
            </a:xfrm>
            <a:custGeom>
              <a:rect b="b" l="l" r="r" t="t"/>
              <a:pathLst>
                <a:path extrusionOk="0" h="2414" w="1671">
                  <a:moveTo>
                    <a:pt x="829" y="1"/>
                  </a:moveTo>
                  <a:cubicBezTo>
                    <a:pt x="504" y="1"/>
                    <a:pt x="205" y="191"/>
                    <a:pt x="69" y="495"/>
                  </a:cubicBezTo>
                  <a:cubicBezTo>
                    <a:pt x="1" y="651"/>
                    <a:pt x="130" y="775"/>
                    <a:pt x="260" y="775"/>
                  </a:cubicBezTo>
                  <a:cubicBezTo>
                    <a:pt x="328" y="775"/>
                    <a:pt x="396" y="740"/>
                    <a:pt x="435" y="658"/>
                  </a:cubicBezTo>
                  <a:cubicBezTo>
                    <a:pt x="507" y="488"/>
                    <a:pt x="669" y="395"/>
                    <a:pt x="833" y="395"/>
                  </a:cubicBezTo>
                  <a:cubicBezTo>
                    <a:pt x="949" y="395"/>
                    <a:pt x="1065" y="441"/>
                    <a:pt x="1152" y="538"/>
                  </a:cubicBezTo>
                  <a:cubicBezTo>
                    <a:pt x="1362" y="773"/>
                    <a:pt x="1257" y="1147"/>
                    <a:pt x="957" y="1237"/>
                  </a:cubicBezTo>
                  <a:cubicBezTo>
                    <a:pt x="670" y="1328"/>
                    <a:pt x="489" y="1418"/>
                    <a:pt x="489" y="1599"/>
                  </a:cubicBezTo>
                  <a:lnTo>
                    <a:pt x="489" y="2215"/>
                  </a:lnTo>
                  <a:cubicBezTo>
                    <a:pt x="489" y="2347"/>
                    <a:pt x="590" y="2413"/>
                    <a:pt x="690" y="2413"/>
                  </a:cubicBezTo>
                  <a:cubicBezTo>
                    <a:pt x="791" y="2413"/>
                    <a:pt x="891" y="2347"/>
                    <a:pt x="891" y="2215"/>
                  </a:cubicBezTo>
                  <a:lnTo>
                    <a:pt x="891" y="1690"/>
                  </a:lnTo>
                  <a:cubicBezTo>
                    <a:pt x="953" y="1664"/>
                    <a:pt x="1015" y="1639"/>
                    <a:pt x="1076" y="1621"/>
                  </a:cubicBezTo>
                  <a:cubicBezTo>
                    <a:pt x="1261" y="1563"/>
                    <a:pt x="1420" y="1443"/>
                    <a:pt x="1529" y="1284"/>
                  </a:cubicBezTo>
                  <a:cubicBezTo>
                    <a:pt x="1627" y="1128"/>
                    <a:pt x="1670" y="951"/>
                    <a:pt x="1659" y="770"/>
                  </a:cubicBezTo>
                  <a:cubicBezTo>
                    <a:pt x="1630" y="390"/>
                    <a:pt x="1344" y="78"/>
                    <a:pt x="971" y="13"/>
                  </a:cubicBezTo>
                  <a:cubicBezTo>
                    <a:pt x="923" y="5"/>
                    <a:pt x="876"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88"/>
            <p:cNvSpPr/>
            <p:nvPr/>
          </p:nvSpPr>
          <p:spPr>
            <a:xfrm>
              <a:off x="4261655" y="3486112"/>
              <a:ext cx="16438" cy="14105"/>
            </a:xfrm>
            <a:custGeom>
              <a:rect b="b" l="l" r="r" t="t"/>
              <a:pathLst>
                <a:path extrusionOk="0" h="538" w="627">
                  <a:moveTo>
                    <a:pt x="268" y="1"/>
                  </a:moveTo>
                  <a:cubicBezTo>
                    <a:pt x="120" y="1"/>
                    <a:pt x="0" y="120"/>
                    <a:pt x="0" y="269"/>
                  </a:cubicBezTo>
                  <a:cubicBezTo>
                    <a:pt x="0" y="430"/>
                    <a:pt x="132" y="537"/>
                    <a:pt x="269" y="537"/>
                  </a:cubicBezTo>
                  <a:cubicBezTo>
                    <a:pt x="335" y="537"/>
                    <a:pt x="402" y="512"/>
                    <a:pt x="456" y="457"/>
                  </a:cubicBezTo>
                  <a:cubicBezTo>
                    <a:pt x="627" y="290"/>
                    <a:pt x="507" y="1"/>
                    <a:pt x="2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4" name="Google Shape;17564;p88"/>
          <p:cNvGrpSpPr/>
          <p:nvPr/>
        </p:nvGrpSpPr>
        <p:grpSpPr>
          <a:xfrm>
            <a:off x="2162341" y="4286611"/>
            <a:ext cx="351341" cy="358262"/>
            <a:chOff x="2162341" y="4286611"/>
            <a:chExt cx="351341" cy="358262"/>
          </a:xfrm>
        </p:grpSpPr>
        <p:sp>
          <p:nvSpPr>
            <p:cNvPr id="17565" name="Google Shape;17565;p88"/>
            <p:cNvSpPr/>
            <p:nvPr/>
          </p:nvSpPr>
          <p:spPr>
            <a:xfrm>
              <a:off x="2168423" y="4380181"/>
              <a:ext cx="266658" cy="259475"/>
            </a:xfrm>
            <a:custGeom>
              <a:rect b="b" l="l" r="r" t="t"/>
              <a:pathLst>
                <a:path extrusionOk="0" h="9897" w="10171">
                  <a:moveTo>
                    <a:pt x="2372" y="1"/>
                  </a:moveTo>
                  <a:lnTo>
                    <a:pt x="1572" y="421"/>
                  </a:lnTo>
                  <a:lnTo>
                    <a:pt x="1355" y="537"/>
                  </a:lnTo>
                  <a:cubicBezTo>
                    <a:pt x="384" y="1044"/>
                    <a:pt x="0" y="2232"/>
                    <a:pt x="486" y="3213"/>
                  </a:cubicBezTo>
                  <a:cubicBezTo>
                    <a:pt x="1130" y="4513"/>
                    <a:pt x="5657" y="9041"/>
                    <a:pt x="6958" y="9685"/>
                  </a:cubicBezTo>
                  <a:cubicBezTo>
                    <a:pt x="7246" y="9829"/>
                    <a:pt x="7552" y="9897"/>
                    <a:pt x="7853" y="9897"/>
                  </a:cubicBezTo>
                  <a:cubicBezTo>
                    <a:pt x="8578" y="9897"/>
                    <a:pt x="9277" y="9503"/>
                    <a:pt x="9638" y="8820"/>
                  </a:cubicBezTo>
                  <a:lnTo>
                    <a:pt x="9750" y="8599"/>
                  </a:lnTo>
                  <a:lnTo>
                    <a:pt x="10170" y="7802"/>
                  </a:lnTo>
                  <a:lnTo>
                    <a:pt x="7863" y="6509"/>
                  </a:lnTo>
                  <a:lnTo>
                    <a:pt x="7657" y="7009"/>
                  </a:lnTo>
                  <a:cubicBezTo>
                    <a:pt x="7504" y="7376"/>
                    <a:pt x="7149" y="7588"/>
                    <a:pt x="6785" y="7588"/>
                  </a:cubicBezTo>
                  <a:cubicBezTo>
                    <a:pt x="6596" y="7588"/>
                    <a:pt x="6405" y="7532"/>
                    <a:pt x="6237" y="7411"/>
                  </a:cubicBezTo>
                  <a:cubicBezTo>
                    <a:pt x="6009" y="7244"/>
                    <a:pt x="2930" y="4162"/>
                    <a:pt x="2764" y="3934"/>
                  </a:cubicBezTo>
                  <a:cubicBezTo>
                    <a:pt x="2409" y="3441"/>
                    <a:pt x="2604" y="2750"/>
                    <a:pt x="3166" y="2518"/>
                  </a:cubicBezTo>
                  <a:lnTo>
                    <a:pt x="3665" y="2311"/>
                  </a:lnTo>
                  <a:lnTo>
                    <a:pt x="237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88"/>
            <p:cNvSpPr/>
            <p:nvPr/>
          </p:nvSpPr>
          <p:spPr>
            <a:xfrm>
              <a:off x="2209716" y="4380181"/>
              <a:ext cx="54821" cy="70289"/>
            </a:xfrm>
            <a:custGeom>
              <a:rect b="b" l="l" r="r" t="t"/>
              <a:pathLst>
                <a:path extrusionOk="0" h="2681" w="2091">
                  <a:moveTo>
                    <a:pt x="797" y="1"/>
                  </a:moveTo>
                  <a:lnTo>
                    <a:pt x="1" y="421"/>
                  </a:lnTo>
                  <a:lnTo>
                    <a:pt x="1330" y="2681"/>
                  </a:lnTo>
                  <a:cubicBezTo>
                    <a:pt x="1406" y="2608"/>
                    <a:pt x="1496" y="2554"/>
                    <a:pt x="1591" y="2514"/>
                  </a:cubicBezTo>
                  <a:lnTo>
                    <a:pt x="2090" y="2308"/>
                  </a:lnTo>
                  <a:lnTo>
                    <a:pt x="797"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88"/>
            <p:cNvSpPr/>
            <p:nvPr/>
          </p:nvSpPr>
          <p:spPr>
            <a:xfrm>
              <a:off x="2364871" y="4550805"/>
              <a:ext cx="70210" cy="54821"/>
            </a:xfrm>
            <a:custGeom>
              <a:rect b="b" l="l" r="r" t="t"/>
              <a:pathLst>
                <a:path extrusionOk="0" h="2091" w="2678">
                  <a:moveTo>
                    <a:pt x="370" y="1"/>
                  </a:moveTo>
                  <a:lnTo>
                    <a:pt x="164" y="497"/>
                  </a:lnTo>
                  <a:cubicBezTo>
                    <a:pt x="124" y="595"/>
                    <a:pt x="69" y="682"/>
                    <a:pt x="1" y="761"/>
                  </a:cubicBezTo>
                  <a:lnTo>
                    <a:pt x="2257" y="2091"/>
                  </a:lnTo>
                  <a:lnTo>
                    <a:pt x="2677" y="1290"/>
                  </a:lnTo>
                  <a:lnTo>
                    <a:pt x="370"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88"/>
            <p:cNvSpPr/>
            <p:nvPr/>
          </p:nvSpPr>
          <p:spPr>
            <a:xfrm>
              <a:off x="2309605" y="4291907"/>
              <a:ext cx="199332" cy="207747"/>
            </a:xfrm>
            <a:custGeom>
              <a:rect b="b" l="l" r="r" t="t"/>
              <a:pathLst>
                <a:path extrusionOk="0" h="7924" w="7603">
                  <a:moveTo>
                    <a:pt x="3818" y="0"/>
                  </a:moveTo>
                  <a:cubicBezTo>
                    <a:pt x="3770" y="0"/>
                    <a:pt x="3722" y="1"/>
                    <a:pt x="3673" y="3"/>
                  </a:cubicBezTo>
                  <a:cubicBezTo>
                    <a:pt x="2326" y="57"/>
                    <a:pt x="1123" y="861"/>
                    <a:pt x="562" y="2089"/>
                  </a:cubicBezTo>
                  <a:cubicBezTo>
                    <a:pt x="1" y="3313"/>
                    <a:pt x="175" y="4751"/>
                    <a:pt x="1011" y="5809"/>
                  </a:cubicBezTo>
                  <a:lnTo>
                    <a:pt x="913" y="7924"/>
                  </a:lnTo>
                  <a:lnTo>
                    <a:pt x="2833" y="7026"/>
                  </a:lnTo>
                  <a:cubicBezTo>
                    <a:pt x="3160" y="7119"/>
                    <a:pt x="3491" y="7164"/>
                    <a:pt x="3819" y="7164"/>
                  </a:cubicBezTo>
                  <a:cubicBezTo>
                    <a:pt x="4995" y="7164"/>
                    <a:pt x="6122" y="6585"/>
                    <a:pt x="6799" y="5573"/>
                  </a:cubicBezTo>
                  <a:cubicBezTo>
                    <a:pt x="7548" y="4454"/>
                    <a:pt x="7603" y="3006"/>
                    <a:pt x="6944" y="1828"/>
                  </a:cubicBezTo>
                  <a:cubicBezTo>
                    <a:pt x="6308" y="697"/>
                    <a:pt x="5111" y="0"/>
                    <a:pt x="381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88"/>
            <p:cNvSpPr/>
            <p:nvPr/>
          </p:nvSpPr>
          <p:spPr>
            <a:xfrm>
              <a:off x="2215799" y="4356061"/>
              <a:ext cx="79020" cy="98971"/>
            </a:xfrm>
            <a:custGeom>
              <a:rect b="b" l="l" r="r" t="t"/>
              <a:pathLst>
                <a:path extrusionOk="0" h="3775" w="3014">
                  <a:moveTo>
                    <a:pt x="1210" y="1"/>
                  </a:moveTo>
                  <a:lnTo>
                    <a:pt x="0" y="714"/>
                  </a:lnTo>
                  <a:lnTo>
                    <a:pt x="1804" y="3775"/>
                  </a:lnTo>
                  <a:lnTo>
                    <a:pt x="3014" y="3061"/>
                  </a:lnTo>
                  <a:lnTo>
                    <a:pt x="1210"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88"/>
            <p:cNvSpPr/>
            <p:nvPr/>
          </p:nvSpPr>
          <p:spPr>
            <a:xfrm>
              <a:off x="2359182" y="4530879"/>
              <a:ext cx="98866" cy="79203"/>
            </a:xfrm>
            <a:custGeom>
              <a:rect b="b" l="l" r="r" t="t"/>
              <a:pathLst>
                <a:path extrusionOk="0" h="3021" w="3771">
                  <a:moveTo>
                    <a:pt x="714" y="0"/>
                  </a:moveTo>
                  <a:lnTo>
                    <a:pt x="0" y="1210"/>
                  </a:lnTo>
                  <a:lnTo>
                    <a:pt x="3053" y="3021"/>
                  </a:lnTo>
                  <a:lnTo>
                    <a:pt x="3770" y="1811"/>
                  </a:lnTo>
                  <a:lnTo>
                    <a:pt x="714"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88"/>
            <p:cNvSpPr/>
            <p:nvPr/>
          </p:nvSpPr>
          <p:spPr>
            <a:xfrm>
              <a:off x="2349586" y="4330420"/>
              <a:ext cx="116065" cy="111660"/>
            </a:xfrm>
            <a:custGeom>
              <a:rect b="b" l="l" r="r" t="t"/>
              <a:pathLst>
                <a:path extrusionOk="0" h="4259" w="4427">
                  <a:moveTo>
                    <a:pt x="2300" y="1"/>
                  </a:moveTo>
                  <a:cubicBezTo>
                    <a:pt x="2297" y="1"/>
                    <a:pt x="2295" y="1"/>
                    <a:pt x="2293" y="1"/>
                  </a:cubicBezTo>
                  <a:cubicBezTo>
                    <a:pt x="1435" y="1"/>
                    <a:pt x="660" y="522"/>
                    <a:pt x="330" y="1316"/>
                  </a:cubicBezTo>
                  <a:cubicBezTo>
                    <a:pt x="0" y="2112"/>
                    <a:pt x="182" y="3025"/>
                    <a:pt x="790" y="3634"/>
                  </a:cubicBezTo>
                  <a:cubicBezTo>
                    <a:pt x="1198" y="4041"/>
                    <a:pt x="1744" y="4259"/>
                    <a:pt x="2298" y="4259"/>
                  </a:cubicBezTo>
                  <a:cubicBezTo>
                    <a:pt x="2571" y="4259"/>
                    <a:pt x="2846" y="4206"/>
                    <a:pt x="3108" y="4097"/>
                  </a:cubicBezTo>
                  <a:cubicBezTo>
                    <a:pt x="3905" y="3768"/>
                    <a:pt x="4423" y="2989"/>
                    <a:pt x="4423" y="2131"/>
                  </a:cubicBezTo>
                  <a:cubicBezTo>
                    <a:pt x="4426" y="956"/>
                    <a:pt x="3474" y="1"/>
                    <a:pt x="230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88"/>
            <p:cNvSpPr/>
            <p:nvPr/>
          </p:nvSpPr>
          <p:spPr>
            <a:xfrm>
              <a:off x="2356796" y="4340960"/>
              <a:ext cx="105997" cy="90241"/>
            </a:xfrm>
            <a:custGeom>
              <a:rect b="b" l="l" r="r" t="t"/>
              <a:pathLst>
                <a:path extrusionOk="0" h="3442" w="4043">
                  <a:moveTo>
                    <a:pt x="776" y="1"/>
                  </a:moveTo>
                  <a:cubicBezTo>
                    <a:pt x="414" y="262"/>
                    <a:pt x="146" y="628"/>
                    <a:pt x="1" y="1051"/>
                  </a:cubicBezTo>
                  <a:lnTo>
                    <a:pt x="3278" y="3442"/>
                  </a:lnTo>
                  <a:cubicBezTo>
                    <a:pt x="3637" y="3177"/>
                    <a:pt x="3905" y="2808"/>
                    <a:pt x="4043" y="2388"/>
                  </a:cubicBezTo>
                  <a:lnTo>
                    <a:pt x="77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88"/>
            <p:cNvSpPr/>
            <p:nvPr/>
          </p:nvSpPr>
          <p:spPr>
            <a:xfrm>
              <a:off x="2306275" y="4286611"/>
              <a:ext cx="207407" cy="218313"/>
            </a:xfrm>
            <a:custGeom>
              <a:rect b="b" l="l" r="r" t="t"/>
              <a:pathLst>
                <a:path extrusionOk="0" h="8327" w="7911">
                  <a:moveTo>
                    <a:pt x="3943" y="1"/>
                  </a:moveTo>
                  <a:cubicBezTo>
                    <a:pt x="2697" y="1"/>
                    <a:pt x="1512" y="618"/>
                    <a:pt x="801" y="1679"/>
                  </a:cubicBezTo>
                  <a:cubicBezTo>
                    <a:pt x="722" y="1799"/>
                    <a:pt x="649" y="1922"/>
                    <a:pt x="584" y="2049"/>
                  </a:cubicBezTo>
                  <a:cubicBezTo>
                    <a:pt x="501" y="2209"/>
                    <a:pt x="636" y="2343"/>
                    <a:pt x="769" y="2343"/>
                  </a:cubicBezTo>
                  <a:cubicBezTo>
                    <a:pt x="834" y="2343"/>
                    <a:pt x="900" y="2311"/>
                    <a:pt x="939" y="2233"/>
                  </a:cubicBezTo>
                  <a:cubicBezTo>
                    <a:pt x="1001" y="2117"/>
                    <a:pt x="1066" y="2009"/>
                    <a:pt x="1135" y="1904"/>
                  </a:cubicBezTo>
                  <a:cubicBezTo>
                    <a:pt x="1768" y="956"/>
                    <a:pt x="2826" y="402"/>
                    <a:pt x="3945" y="402"/>
                  </a:cubicBezTo>
                  <a:cubicBezTo>
                    <a:pt x="4080" y="402"/>
                    <a:pt x="4215" y="410"/>
                    <a:pt x="4351" y="426"/>
                  </a:cubicBezTo>
                  <a:cubicBezTo>
                    <a:pt x="5615" y="575"/>
                    <a:pt x="6687" y="1426"/>
                    <a:pt x="7125" y="2621"/>
                  </a:cubicBezTo>
                  <a:cubicBezTo>
                    <a:pt x="7563" y="3816"/>
                    <a:pt x="7292" y="5156"/>
                    <a:pt x="6426" y="6087"/>
                  </a:cubicBezTo>
                  <a:cubicBezTo>
                    <a:pt x="5775" y="6786"/>
                    <a:pt x="4875" y="7167"/>
                    <a:pt x="3950" y="7167"/>
                  </a:cubicBezTo>
                  <a:cubicBezTo>
                    <a:pt x="3639" y="7167"/>
                    <a:pt x="3326" y="7124"/>
                    <a:pt x="3018" y="7036"/>
                  </a:cubicBezTo>
                  <a:cubicBezTo>
                    <a:pt x="3000" y="7032"/>
                    <a:pt x="2982" y="7030"/>
                    <a:pt x="2964" y="7030"/>
                  </a:cubicBezTo>
                  <a:cubicBezTo>
                    <a:pt x="2934" y="7030"/>
                    <a:pt x="2904" y="7035"/>
                    <a:pt x="2877" y="7047"/>
                  </a:cubicBezTo>
                  <a:lnTo>
                    <a:pt x="1258" y="7804"/>
                  </a:lnTo>
                  <a:lnTo>
                    <a:pt x="1258" y="7804"/>
                  </a:lnTo>
                  <a:lnTo>
                    <a:pt x="1337" y="6018"/>
                  </a:lnTo>
                  <a:cubicBezTo>
                    <a:pt x="1341" y="5971"/>
                    <a:pt x="1323" y="5924"/>
                    <a:pt x="1294" y="5884"/>
                  </a:cubicBezTo>
                  <a:cubicBezTo>
                    <a:pt x="646" y="5065"/>
                    <a:pt x="414" y="3993"/>
                    <a:pt x="660" y="2976"/>
                  </a:cubicBezTo>
                  <a:cubicBezTo>
                    <a:pt x="696" y="2824"/>
                    <a:pt x="577" y="2728"/>
                    <a:pt x="459" y="2728"/>
                  </a:cubicBezTo>
                  <a:cubicBezTo>
                    <a:pt x="377" y="2728"/>
                    <a:pt x="296" y="2775"/>
                    <a:pt x="269" y="2882"/>
                  </a:cubicBezTo>
                  <a:cubicBezTo>
                    <a:pt x="1" y="3990"/>
                    <a:pt x="244" y="5163"/>
                    <a:pt x="932" y="6072"/>
                  </a:cubicBezTo>
                  <a:lnTo>
                    <a:pt x="841" y="8115"/>
                  </a:lnTo>
                  <a:cubicBezTo>
                    <a:pt x="835" y="8236"/>
                    <a:pt x="932" y="8327"/>
                    <a:pt x="1039" y="8327"/>
                  </a:cubicBezTo>
                  <a:cubicBezTo>
                    <a:pt x="1067" y="8327"/>
                    <a:pt x="1096" y="8320"/>
                    <a:pt x="1124" y="8307"/>
                  </a:cubicBezTo>
                  <a:lnTo>
                    <a:pt x="2978" y="7441"/>
                  </a:lnTo>
                  <a:cubicBezTo>
                    <a:pt x="3297" y="7526"/>
                    <a:pt x="3621" y="7567"/>
                    <a:pt x="3943" y="7567"/>
                  </a:cubicBezTo>
                  <a:cubicBezTo>
                    <a:pt x="4895" y="7567"/>
                    <a:pt x="5826" y="7208"/>
                    <a:pt x="6535" y="6540"/>
                  </a:cubicBezTo>
                  <a:cubicBezTo>
                    <a:pt x="7487" y="5649"/>
                    <a:pt x="7911" y="4327"/>
                    <a:pt x="7657" y="3045"/>
                  </a:cubicBezTo>
                  <a:lnTo>
                    <a:pt x="7657" y="3045"/>
                  </a:lnTo>
                  <a:lnTo>
                    <a:pt x="7657" y="3048"/>
                  </a:lnTo>
                  <a:cubicBezTo>
                    <a:pt x="7360" y="1545"/>
                    <a:pt x="6187" y="372"/>
                    <a:pt x="4687" y="75"/>
                  </a:cubicBezTo>
                  <a:cubicBezTo>
                    <a:pt x="4439" y="25"/>
                    <a:pt x="4190" y="1"/>
                    <a:pt x="3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88"/>
            <p:cNvSpPr/>
            <p:nvPr/>
          </p:nvSpPr>
          <p:spPr>
            <a:xfrm>
              <a:off x="2162341" y="4350818"/>
              <a:ext cx="302838" cy="294055"/>
            </a:xfrm>
            <a:custGeom>
              <a:rect b="b" l="l" r="r" t="t"/>
              <a:pathLst>
                <a:path extrusionOk="0" h="11216" w="11551">
                  <a:moveTo>
                    <a:pt x="3180" y="476"/>
                  </a:moveTo>
                  <a:lnTo>
                    <a:pt x="4778" y="3192"/>
                  </a:lnTo>
                  <a:lnTo>
                    <a:pt x="3916" y="3699"/>
                  </a:lnTo>
                  <a:lnTo>
                    <a:pt x="2315" y="983"/>
                  </a:lnTo>
                  <a:lnTo>
                    <a:pt x="3180" y="476"/>
                  </a:lnTo>
                  <a:close/>
                  <a:moveTo>
                    <a:pt x="3250" y="1"/>
                  </a:moveTo>
                  <a:cubicBezTo>
                    <a:pt x="3216" y="1"/>
                    <a:pt x="3182" y="9"/>
                    <a:pt x="3151" y="27"/>
                  </a:cubicBezTo>
                  <a:lnTo>
                    <a:pt x="1938" y="744"/>
                  </a:lnTo>
                  <a:cubicBezTo>
                    <a:pt x="1844" y="798"/>
                    <a:pt x="1811" y="922"/>
                    <a:pt x="1869" y="1016"/>
                  </a:cubicBezTo>
                  <a:lnTo>
                    <a:pt x="1989" y="1222"/>
                  </a:lnTo>
                  <a:lnTo>
                    <a:pt x="1493" y="1483"/>
                  </a:lnTo>
                  <a:cubicBezTo>
                    <a:pt x="428" y="2041"/>
                    <a:pt x="0" y="3348"/>
                    <a:pt x="536" y="4424"/>
                  </a:cubicBezTo>
                  <a:cubicBezTo>
                    <a:pt x="790" y="4934"/>
                    <a:pt x="1532" y="5800"/>
                    <a:pt x="2116" y="6441"/>
                  </a:cubicBezTo>
                  <a:cubicBezTo>
                    <a:pt x="2159" y="6489"/>
                    <a:pt x="2210" y="6509"/>
                    <a:pt x="2259" y="6509"/>
                  </a:cubicBezTo>
                  <a:cubicBezTo>
                    <a:pt x="2410" y="6509"/>
                    <a:pt x="2546" y="6320"/>
                    <a:pt x="2413" y="6169"/>
                  </a:cubicBezTo>
                  <a:cubicBezTo>
                    <a:pt x="1616" y="5293"/>
                    <a:pt x="1076" y="4612"/>
                    <a:pt x="895" y="4246"/>
                  </a:cubicBezTo>
                  <a:cubicBezTo>
                    <a:pt x="464" y="3363"/>
                    <a:pt x="808" y="2298"/>
                    <a:pt x="1677" y="1834"/>
                  </a:cubicBezTo>
                  <a:lnTo>
                    <a:pt x="2192" y="1563"/>
                  </a:lnTo>
                  <a:lnTo>
                    <a:pt x="3307" y="3457"/>
                  </a:lnTo>
                  <a:cubicBezTo>
                    <a:pt x="2633" y="3743"/>
                    <a:pt x="2402" y="4579"/>
                    <a:pt x="2829" y="5170"/>
                  </a:cubicBezTo>
                  <a:cubicBezTo>
                    <a:pt x="3010" y="5420"/>
                    <a:pt x="6103" y="8509"/>
                    <a:pt x="6349" y="8690"/>
                  </a:cubicBezTo>
                  <a:cubicBezTo>
                    <a:pt x="6554" y="8837"/>
                    <a:pt x="6786" y="8906"/>
                    <a:pt x="7015" y="8906"/>
                  </a:cubicBezTo>
                  <a:cubicBezTo>
                    <a:pt x="7452" y="8906"/>
                    <a:pt x="7876" y="8655"/>
                    <a:pt x="8066" y="8216"/>
                  </a:cubicBezTo>
                  <a:lnTo>
                    <a:pt x="9957" y="9331"/>
                  </a:lnTo>
                  <a:lnTo>
                    <a:pt x="9685" y="9845"/>
                  </a:lnTo>
                  <a:cubicBezTo>
                    <a:pt x="9359" y="10459"/>
                    <a:pt x="8729" y="10813"/>
                    <a:pt x="8074" y="10813"/>
                  </a:cubicBezTo>
                  <a:cubicBezTo>
                    <a:pt x="7806" y="10813"/>
                    <a:pt x="7534" y="10753"/>
                    <a:pt x="7276" y="10628"/>
                  </a:cubicBezTo>
                  <a:cubicBezTo>
                    <a:pt x="6577" y="10280"/>
                    <a:pt x="4734" y="8632"/>
                    <a:pt x="2992" y="6796"/>
                  </a:cubicBezTo>
                  <a:cubicBezTo>
                    <a:pt x="2949" y="6750"/>
                    <a:pt x="2899" y="6731"/>
                    <a:pt x="2851" y="6731"/>
                  </a:cubicBezTo>
                  <a:cubicBezTo>
                    <a:pt x="2698" y="6731"/>
                    <a:pt x="2562" y="6925"/>
                    <a:pt x="2702" y="7071"/>
                  </a:cubicBezTo>
                  <a:cubicBezTo>
                    <a:pt x="4245" y="8697"/>
                    <a:pt x="6252" y="10563"/>
                    <a:pt x="7099" y="10986"/>
                  </a:cubicBezTo>
                  <a:cubicBezTo>
                    <a:pt x="7414" y="11142"/>
                    <a:pt x="7748" y="11216"/>
                    <a:pt x="8078" y="11216"/>
                  </a:cubicBezTo>
                  <a:cubicBezTo>
                    <a:pt x="8875" y="11216"/>
                    <a:pt x="9645" y="10783"/>
                    <a:pt x="10040" y="10030"/>
                  </a:cubicBezTo>
                  <a:lnTo>
                    <a:pt x="10301" y="9534"/>
                  </a:lnTo>
                  <a:lnTo>
                    <a:pt x="10507" y="9653"/>
                  </a:lnTo>
                  <a:cubicBezTo>
                    <a:pt x="10538" y="9671"/>
                    <a:pt x="10572" y="9680"/>
                    <a:pt x="10606" y="9680"/>
                  </a:cubicBezTo>
                  <a:cubicBezTo>
                    <a:pt x="10675" y="9680"/>
                    <a:pt x="10742" y="9644"/>
                    <a:pt x="10779" y="9581"/>
                  </a:cubicBezTo>
                  <a:lnTo>
                    <a:pt x="11492" y="8371"/>
                  </a:lnTo>
                  <a:cubicBezTo>
                    <a:pt x="11550" y="8277"/>
                    <a:pt x="11518" y="8154"/>
                    <a:pt x="11423" y="8096"/>
                  </a:cubicBezTo>
                  <a:lnTo>
                    <a:pt x="11423" y="8100"/>
                  </a:lnTo>
                  <a:lnTo>
                    <a:pt x="10087" y="7314"/>
                  </a:lnTo>
                  <a:cubicBezTo>
                    <a:pt x="10050" y="7292"/>
                    <a:pt x="10014" y="7282"/>
                    <a:pt x="9980" y="7282"/>
                  </a:cubicBezTo>
                  <a:cubicBezTo>
                    <a:pt x="9805" y="7282"/>
                    <a:pt x="9693" y="7543"/>
                    <a:pt x="9884" y="7658"/>
                  </a:cubicBezTo>
                  <a:lnTo>
                    <a:pt x="11050" y="8342"/>
                  </a:lnTo>
                  <a:lnTo>
                    <a:pt x="10540" y="9208"/>
                  </a:lnTo>
                  <a:lnTo>
                    <a:pt x="7823" y="7611"/>
                  </a:lnTo>
                  <a:lnTo>
                    <a:pt x="8334" y="6745"/>
                  </a:lnTo>
                  <a:lnTo>
                    <a:pt x="9182" y="7241"/>
                  </a:lnTo>
                  <a:cubicBezTo>
                    <a:pt x="9218" y="7263"/>
                    <a:pt x="9254" y="7273"/>
                    <a:pt x="9288" y="7273"/>
                  </a:cubicBezTo>
                  <a:cubicBezTo>
                    <a:pt x="9464" y="7273"/>
                    <a:pt x="9576" y="7010"/>
                    <a:pt x="9384" y="6897"/>
                  </a:cubicBezTo>
                  <a:lnTo>
                    <a:pt x="8363" y="6296"/>
                  </a:lnTo>
                  <a:cubicBezTo>
                    <a:pt x="8331" y="6278"/>
                    <a:pt x="8296" y="6269"/>
                    <a:pt x="8262" y="6269"/>
                  </a:cubicBezTo>
                  <a:cubicBezTo>
                    <a:pt x="8193" y="6269"/>
                    <a:pt x="8126" y="6304"/>
                    <a:pt x="8088" y="6369"/>
                  </a:cubicBezTo>
                  <a:lnTo>
                    <a:pt x="7378" y="7578"/>
                  </a:lnTo>
                  <a:cubicBezTo>
                    <a:pt x="7324" y="7672"/>
                    <a:pt x="7353" y="7796"/>
                    <a:pt x="7450" y="7853"/>
                  </a:cubicBezTo>
                  <a:lnTo>
                    <a:pt x="7722" y="8009"/>
                  </a:lnTo>
                  <a:lnTo>
                    <a:pt x="7704" y="8049"/>
                  </a:lnTo>
                  <a:cubicBezTo>
                    <a:pt x="7585" y="8339"/>
                    <a:pt x="7308" y="8505"/>
                    <a:pt x="7022" y="8505"/>
                  </a:cubicBezTo>
                  <a:cubicBezTo>
                    <a:pt x="6873" y="8505"/>
                    <a:pt x="6721" y="8460"/>
                    <a:pt x="6588" y="8364"/>
                  </a:cubicBezTo>
                  <a:cubicBezTo>
                    <a:pt x="6367" y="8201"/>
                    <a:pt x="3322" y="5155"/>
                    <a:pt x="3159" y="4934"/>
                  </a:cubicBezTo>
                  <a:cubicBezTo>
                    <a:pt x="2880" y="4547"/>
                    <a:pt x="3035" y="4000"/>
                    <a:pt x="3474" y="3819"/>
                  </a:cubicBezTo>
                  <a:lnTo>
                    <a:pt x="3514" y="3804"/>
                  </a:lnTo>
                  <a:lnTo>
                    <a:pt x="3669" y="4076"/>
                  </a:lnTo>
                  <a:cubicBezTo>
                    <a:pt x="3708" y="4138"/>
                    <a:pt x="3774" y="4174"/>
                    <a:pt x="3843" y="4174"/>
                  </a:cubicBezTo>
                  <a:cubicBezTo>
                    <a:pt x="3877" y="4174"/>
                    <a:pt x="3913" y="4164"/>
                    <a:pt x="3945" y="4145"/>
                  </a:cubicBezTo>
                  <a:lnTo>
                    <a:pt x="5154" y="3431"/>
                  </a:lnTo>
                  <a:cubicBezTo>
                    <a:pt x="5248" y="3377"/>
                    <a:pt x="5281" y="3254"/>
                    <a:pt x="5227" y="3160"/>
                  </a:cubicBezTo>
                  <a:lnTo>
                    <a:pt x="3423" y="99"/>
                  </a:lnTo>
                  <a:cubicBezTo>
                    <a:pt x="3386" y="36"/>
                    <a:pt x="3319" y="1"/>
                    <a:pt x="3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88"/>
            <p:cNvSpPr/>
            <p:nvPr/>
          </p:nvSpPr>
          <p:spPr>
            <a:xfrm>
              <a:off x="2343897" y="4325256"/>
              <a:ext cx="126866" cy="122095"/>
            </a:xfrm>
            <a:custGeom>
              <a:rect b="b" l="l" r="r" t="t"/>
              <a:pathLst>
                <a:path extrusionOk="0" h="4657" w="4839">
                  <a:moveTo>
                    <a:pt x="2511" y="397"/>
                  </a:moveTo>
                  <a:cubicBezTo>
                    <a:pt x="3523" y="397"/>
                    <a:pt x="4440" y="1208"/>
                    <a:pt x="4440" y="2328"/>
                  </a:cubicBezTo>
                  <a:cubicBezTo>
                    <a:pt x="4440" y="2436"/>
                    <a:pt x="4430" y="2541"/>
                    <a:pt x="4411" y="2646"/>
                  </a:cubicBezTo>
                  <a:lnTo>
                    <a:pt x="1626" y="614"/>
                  </a:lnTo>
                  <a:cubicBezTo>
                    <a:pt x="1916" y="465"/>
                    <a:pt x="2217" y="397"/>
                    <a:pt x="2511" y="397"/>
                  </a:cubicBezTo>
                  <a:close/>
                  <a:moveTo>
                    <a:pt x="1275" y="850"/>
                  </a:moveTo>
                  <a:lnTo>
                    <a:pt x="4296" y="3059"/>
                  </a:lnTo>
                  <a:cubicBezTo>
                    <a:pt x="4180" y="3342"/>
                    <a:pt x="3999" y="3591"/>
                    <a:pt x="3767" y="3791"/>
                  </a:cubicBezTo>
                  <a:lnTo>
                    <a:pt x="735" y="1578"/>
                  </a:lnTo>
                  <a:cubicBezTo>
                    <a:pt x="855" y="1295"/>
                    <a:pt x="1040" y="1049"/>
                    <a:pt x="1271" y="853"/>
                  </a:cubicBezTo>
                  <a:lnTo>
                    <a:pt x="1275" y="850"/>
                  </a:lnTo>
                  <a:close/>
                  <a:moveTo>
                    <a:pt x="616" y="1983"/>
                  </a:moveTo>
                  <a:lnTo>
                    <a:pt x="3415" y="4030"/>
                  </a:lnTo>
                  <a:cubicBezTo>
                    <a:pt x="3122" y="4186"/>
                    <a:pt x="2814" y="4257"/>
                    <a:pt x="2514" y="4257"/>
                  </a:cubicBezTo>
                  <a:cubicBezTo>
                    <a:pt x="1505" y="4257"/>
                    <a:pt x="583" y="3447"/>
                    <a:pt x="583" y="2328"/>
                  </a:cubicBezTo>
                  <a:cubicBezTo>
                    <a:pt x="583" y="2212"/>
                    <a:pt x="594" y="2099"/>
                    <a:pt x="616" y="1983"/>
                  </a:cubicBezTo>
                  <a:close/>
                  <a:moveTo>
                    <a:pt x="2513" y="0"/>
                  </a:moveTo>
                  <a:cubicBezTo>
                    <a:pt x="1907" y="0"/>
                    <a:pt x="1312" y="236"/>
                    <a:pt x="866" y="680"/>
                  </a:cubicBezTo>
                  <a:cubicBezTo>
                    <a:pt x="199" y="1346"/>
                    <a:pt x="0" y="2349"/>
                    <a:pt x="362" y="3218"/>
                  </a:cubicBezTo>
                  <a:cubicBezTo>
                    <a:pt x="721" y="4088"/>
                    <a:pt x="1572" y="4656"/>
                    <a:pt x="2510" y="4656"/>
                  </a:cubicBezTo>
                  <a:cubicBezTo>
                    <a:pt x="3796" y="4653"/>
                    <a:pt x="4839" y="3613"/>
                    <a:pt x="4839" y="2328"/>
                  </a:cubicBezTo>
                  <a:cubicBezTo>
                    <a:pt x="4839" y="1386"/>
                    <a:pt x="4274" y="538"/>
                    <a:pt x="3401" y="176"/>
                  </a:cubicBezTo>
                  <a:cubicBezTo>
                    <a:pt x="3114" y="58"/>
                    <a:pt x="2812" y="0"/>
                    <a:pt x="2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6" name="Google Shape;17576;p88"/>
          <p:cNvGrpSpPr/>
          <p:nvPr/>
        </p:nvGrpSpPr>
        <p:grpSpPr>
          <a:xfrm>
            <a:off x="869949" y="3381478"/>
            <a:ext cx="303389" cy="358472"/>
            <a:chOff x="869949" y="3381478"/>
            <a:chExt cx="303389" cy="358472"/>
          </a:xfrm>
        </p:grpSpPr>
        <p:sp>
          <p:nvSpPr>
            <p:cNvPr id="17577" name="Google Shape;17577;p88"/>
            <p:cNvSpPr/>
            <p:nvPr/>
          </p:nvSpPr>
          <p:spPr>
            <a:xfrm>
              <a:off x="869949" y="3386538"/>
              <a:ext cx="289913" cy="348011"/>
            </a:xfrm>
            <a:custGeom>
              <a:rect b="b" l="l" r="r" t="t"/>
              <a:pathLst>
                <a:path extrusionOk="0" h="13274" w="11058">
                  <a:moveTo>
                    <a:pt x="5657" y="0"/>
                  </a:moveTo>
                  <a:cubicBezTo>
                    <a:pt x="4534" y="0"/>
                    <a:pt x="3417" y="350"/>
                    <a:pt x="2474" y="1035"/>
                  </a:cubicBezTo>
                  <a:cubicBezTo>
                    <a:pt x="833" y="2234"/>
                    <a:pt x="0" y="4251"/>
                    <a:pt x="323" y="6258"/>
                  </a:cubicBezTo>
                  <a:cubicBezTo>
                    <a:pt x="645" y="8264"/>
                    <a:pt x="2068" y="9919"/>
                    <a:pt x="4002" y="10542"/>
                  </a:cubicBezTo>
                  <a:lnTo>
                    <a:pt x="5654" y="13273"/>
                  </a:lnTo>
                  <a:lnTo>
                    <a:pt x="7309" y="10542"/>
                  </a:lnTo>
                  <a:cubicBezTo>
                    <a:pt x="9540" y="9822"/>
                    <a:pt x="11054" y="7746"/>
                    <a:pt x="11057" y="5399"/>
                  </a:cubicBezTo>
                  <a:cubicBezTo>
                    <a:pt x="11057" y="3368"/>
                    <a:pt x="9917" y="1510"/>
                    <a:pt x="8106" y="586"/>
                  </a:cubicBezTo>
                  <a:cubicBezTo>
                    <a:pt x="7332" y="194"/>
                    <a:pt x="6492" y="0"/>
                    <a:pt x="565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88"/>
            <p:cNvSpPr/>
            <p:nvPr/>
          </p:nvSpPr>
          <p:spPr>
            <a:xfrm>
              <a:off x="933553" y="3463906"/>
              <a:ext cx="146267" cy="139320"/>
            </a:xfrm>
            <a:custGeom>
              <a:rect b="b" l="l" r="r" t="t"/>
              <a:pathLst>
                <a:path extrusionOk="0" h="5314" w="5579">
                  <a:moveTo>
                    <a:pt x="1507" y="0"/>
                  </a:moveTo>
                  <a:cubicBezTo>
                    <a:pt x="1428" y="0"/>
                    <a:pt x="1344" y="4"/>
                    <a:pt x="1254" y="15"/>
                  </a:cubicBezTo>
                  <a:cubicBezTo>
                    <a:pt x="707" y="65"/>
                    <a:pt x="77" y="569"/>
                    <a:pt x="1" y="1525"/>
                  </a:cubicBezTo>
                  <a:lnTo>
                    <a:pt x="1" y="1844"/>
                  </a:lnTo>
                  <a:cubicBezTo>
                    <a:pt x="70" y="2760"/>
                    <a:pt x="765" y="3894"/>
                    <a:pt x="2790" y="5313"/>
                  </a:cubicBezTo>
                  <a:cubicBezTo>
                    <a:pt x="2902" y="5234"/>
                    <a:pt x="3007" y="5158"/>
                    <a:pt x="3112" y="5078"/>
                  </a:cubicBezTo>
                  <a:cubicBezTo>
                    <a:pt x="4546" y="4020"/>
                    <a:pt x="5227" y="3129"/>
                    <a:pt x="5473" y="2369"/>
                  </a:cubicBezTo>
                  <a:cubicBezTo>
                    <a:pt x="5528" y="2199"/>
                    <a:pt x="5564" y="2021"/>
                    <a:pt x="5578" y="1844"/>
                  </a:cubicBezTo>
                  <a:lnTo>
                    <a:pt x="5578" y="1525"/>
                  </a:lnTo>
                  <a:cubicBezTo>
                    <a:pt x="5499" y="569"/>
                    <a:pt x="4868" y="65"/>
                    <a:pt x="4321" y="15"/>
                  </a:cubicBezTo>
                  <a:cubicBezTo>
                    <a:pt x="4231" y="4"/>
                    <a:pt x="4148" y="0"/>
                    <a:pt x="4068" y="0"/>
                  </a:cubicBezTo>
                  <a:cubicBezTo>
                    <a:pt x="3438" y="0"/>
                    <a:pt x="3134" y="272"/>
                    <a:pt x="2790" y="688"/>
                  </a:cubicBezTo>
                  <a:cubicBezTo>
                    <a:pt x="2442" y="275"/>
                    <a:pt x="2138" y="0"/>
                    <a:pt x="150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88"/>
            <p:cNvSpPr/>
            <p:nvPr/>
          </p:nvSpPr>
          <p:spPr>
            <a:xfrm>
              <a:off x="1015037" y="3525989"/>
              <a:ext cx="61926" cy="71154"/>
            </a:xfrm>
            <a:custGeom>
              <a:rect b="b" l="l" r="r" t="t"/>
              <a:pathLst>
                <a:path extrusionOk="0" h="2714" w="2362">
                  <a:moveTo>
                    <a:pt x="1199" y="1"/>
                  </a:moveTo>
                  <a:cubicBezTo>
                    <a:pt x="1047" y="1"/>
                    <a:pt x="924" y="124"/>
                    <a:pt x="924" y="276"/>
                  </a:cubicBezTo>
                  <a:lnTo>
                    <a:pt x="924" y="924"/>
                  </a:lnTo>
                  <a:lnTo>
                    <a:pt x="279" y="924"/>
                  </a:lnTo>
                  <a:cubicBezTo>
                    <a:pt x="127" y="924"/>
                    <a:pt x="0" y="1047"/>
                    <a:pt x="4" y="1200"/>
                  </a:cubicBezTo>
                  <a:lnTo>
                    <a:pt x="4" y="2713"/>
                  </a:lnTo>
                  <a:cubicBezTo>
                    <a:pt x="1434" y="1656"/>
                    <a:pt x="2115" y="761"/>
                    <a:pt x="236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88"/>
            <p:cNvSpPr/>
            <p:nvPr/>
          </p:nvSpPr>
          <p:spPr>
            <a:xfrm>
              <a:off x="1001928" y="3463906"/>
              <a:ext cx="77892" cy="139320"/>
            </a:xfrm>
            <a:custGeom>
              <a:rect b="b" l="l" r="r" t="t"/>
              <a:pathLst>
                <a:path extrusionOk="0" h="5314" w="2971">
                  <a:moveTo>
                    <a:pt x="1460" y="0"/>
                  </a:moveTo>
                  <a:cubicBezTo>
                    <a:pt x="1402" y="0"/>
                    <a:pt x="1344" y="4"/>
                    <a:pt x="1290" y="7"/>
                  </a:cubicBezTo>
                  <a:lnTo>
                    <a:pt x="1359" y="15"/>
                  </a:lnTo>
                  <a:cubicBezTo>
                    <a:pt x="1905" y="69"/>
                    <a:pt x="2536" y="569"/>
                    <a:pt x="2615" y="1525"/>
                  </a:cubicBezTo>
                  <a:lnTo>
                    <a:pt x="2615" y="1844"/>
                  </a:lnTo>
                  <a:cubicBezTo>
                    <a:pt x="2543" y="2735"/>
                    <a:pt x="1891" y="3825"/>
                    <a:pt x="0" y="5186"/>
                  </a:cubicBezTo>
                  <a:cubicBezTo>
                    <a:pt x="62" y="5226"/>
                    <a:pt x="120" y="5270"/>
                    <a:pt x="182" y="5313"/>
                  </a:cubicBezTo>
                  <a:cubicBezTo>
                    <a:pt x="2206" y="3894"/>
                    <a:pt x="2898" y="2760"/>
                    <a:pt x="2970" y="1844"/>
                  </a:cubicBezTo>
                  <a:lnTo>
                    <a:pt x="2970" y="1525"/>
                  </a:lnTo>
                  <a:cubicBezTo>
                    <a:pt x="2891" y="569"/>
                    <a:pt x="2260" y="65"/>
                    <a:pt x="1713" y="15"/>
                  </a:cubicBezTo>
                  <a:cubicBezTo>
                    <a:pt x="1623" y="4"/>
                    <a:pt x="1540" y="0"/>
                    <a:pt x="146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88"/>
            <p:cNvSpPr/>
            <p:nvPr/>
          </p:nvSpPr>
          <p:spPr>
            <a:xfrm>
              <a:off x="1025655" y="3536528"/>
              <a:ext cx="77315" cy="77315"/>
            </a:xfrm>
            <a:custGeom>
              <a:rect b="b" l="l" r="r" t="t"/>
              <a:pathLst>
                <a:path extrusionOk="0" h="2949" w="2949">
                  <a:moveTo>
                    <a:pt x="924" y="1"/>
                  </a:moveTo>
                  <a:lnTo>
                    <a:pt x="924" y="924"/>
                  </a:lnTo>
                  <a:lnTo>
                    <a:pt x="1" y="924"/>
                  </a:lnTo>
                  <a:lnTo>
                    <a:pt x="1" y="2025"/>
                  </a:lnTo>
                  <a:lnTo>
                    <a:pt x="924" y="2025"/>
                  </a:lnTo>
                  <a:lnTo>
                    <a:pt x="924" y="2949"/>
                  </a:lnTo>
                  <a:lnTo>
                    <a:pt x="2025" y="2949"/>
                  </a:lnTo>
                  <a:lnTo>
                    <a:pt x="2025" y="2025"/>
                  </a:lnTo>
                  <a:lnTo>
                    <a:pt x="2949" y="2025"/>
                  </a:lnTo>
                  <a:lnTo>
                    <a:pt x="2949" y="924"/>
                  </a:lnTo>
                  <a:lnTo>
                    <a:pt x="2025" y="924"/>
                  </a:lnTo>
                  <a:lnTo>
                    <a:pt x="202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88"/>
            <p:cNvSpPr/>
            <p:nvPr/>
          </p:nvSpPr>
          <p:spPr>
            <a:xfrm>
              <a:off x="871470" y="3381924"/>
              <a:ext cx="140631" cy="169601"/>
            </a:xfrm>
            <a:custGeom>
              <a:rect b="b" l="l" r="r" t="t"/>
              <a:pathLst>
                <a:path extrusionOk="0" h="6469" w="5364">
                  <a:moveTo>
                    <a:pt x="5094" y="1"/>
                  </a:moveTo>
                  <a:cubicBezTo>
                    <a:pt x="5087" y="1"/>
                    <a:pt x="5079" y="1"/>
                    <a:pt x="5071" y="2"/>
                  </a:cubicBezTo>
                  <a:cubicBezTo>
                    <a:pt x="2195" y="273"/>
                    <a:pt x="0" y="2689"/>
                    <a:pt x="0" y="5575"/>
                  </a:cubicBezTo>
                  <a:cubicBezTo>
                    <a:pt x="0" y="5815"/>
                    <a:pt x="15" y="6054"/>
                    <a:pt x="44" y="6293"/>
                  </a:cubicBezTo>
                  <a:cubicBezTo>
                    <a:pt x="57" y="6396"/>
                    <a:pt x="143" y="6468"/>
                    <a:pt x="244" y="6468"/>
                  </a:cubicBezTo>
                  <a:cubicBezTo>
                    <a:pt x="253" y="6468"/>
                    <a:pt x="263" y="6468"/>
                    <a:pt x="272" y="6466"/>
                  </a:cubicBezTo>
                  <a:lnTo>
                    <a:pt x="268" y="6466"/>
                  </a:lnTo>
                  <a:cubicBezTo>
                    <a:pt x="377" y="6452"/>
                    <a:pt x="457" y="6351"/>
                    <a:pt x="442" y="6242"/>
                  </a:cubicBezTo>
                  <a:cubicBezTo>
                    <a:pt x="413" y="6021"/>
                    <a:pt x="399" y="5800"/>
                    <a:pt x="399" y="5575"/>
                  </a:cubicBezTo>
                  <a:cubicBezTo>
                    <a:pt x="388" y="2892"/>
                    <a:pt x="2430" y="643"/>
                    <a:pt x="5107" y="400"/>
                  </a:cubicBezTo>
                  <a:cubicBezTo>
                    <a:pt x="5363" y="375"/>
                    <a:pt x="5337" y="1"/>
                    <a:pt x="50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88"/>
            <p:cNvSpPr/>
            <p:nvPr/>
          </p:nvSpPr>
          <p:spPr>
            <a:xfrm>
              <a:off x="875822" y="3381478"/>
              <a:ext cx="297516" cy="358472"/>
            </a:xfrm>
            <a:custGeom>
              <a:rect b="b" l="l" r="r" t="t"/>
              <a:pathLst>
                <a:path extrusionOk="0" h="13673" w="11348">
                  <a:moveTo>
                    <a:pt x="5706" y="0"/>
                  </a:moveTo>
                  <a:cubicBezTo>
                    <a:pt x="5454" y="0"/>
                    <a:pt x="5438" y="388"/>
                    <a:pt x="5701" y="403"/>
                  </a:cubicBezTo>
                  <a:cubicBezTo>
                    <a:pt x="8208" y="533"/>
                    <a:pt x="10261" y="2434"/>
                    <a:pt x="10587" y="4922"/>
                  </a:cubicBezTo>
                  <a:cubicBezTo>
                    <a:pt x="10913" y="7411"/>
                    <a:pt x="9414" y="9776"/>
                    <a:pt x="7023" y="10543"/>
                  </a:cubicBezTo>
                  <a:cubicBezTo>
                    <a:pt x="6976" y="10558"/>
                    <a:pt x="6940" y="10590"/>
                    <a:pt x="6915" y="10630"/>
                  </a:cubicBezTo>
                  <a:lnTo>
                    <a:pt x="5433" y="13082"/>
                  </a:lnTo>
                  <a:lnTo>
                    <a:pt x="3952" y="10630"/>
                  </a:lnTo>
                  <a:cubicBezTo>
                    <a:pt x="3927" y="10590"/>
                    <a:pt x="3887" y="10558"/>
                    <a:pt x="3840" y="10543"/>
                  </a:cubicBezTo>
                  <a:cubicBezTo>
                    <a:pt x="2185" y="10015"/>
                    <a:pt x="906" y="8693"/>
                    <a:pt x="432" y="7023"/>
                  </a:cubicBezTo>
                  <a:cubicBezTo>
                    <a:pt x="401" y="6921"/>
                    <a:pt x="322" y="6876"/>
                    <a:pt x="242" y="6876"/>
                  </a:cubicBezTo>
                  <a:cubicBezTo>
                    <a:pt x="122" y="6876"/>
                    <a:pt x="1" y="6977"/>
                    <a:pt x="44" y="7132"/>
                  </a:cubicBezTo>
                  <a:cubicBezTo>
                    <a:pt x="551" y="8903"/>
                    <a:pt x="1899" y="10315"/>
                    <a:pt x="3648" y="10906"/>
                  </a:cubicBezTo>
                  <a:lnTo>
                    <a:pt x="5260" y="13575"/>
                  </a:lnTo>
                  <a:cubicBezTo>
                    <a:pt x="5299" y="13640"/>
                    <a:pt x="5366" y="13673"/>
                    <a:pt x="5433" y="13673"/>
                  </a:cubicBezTo>
                  <a:cubicBezTo>
                    <a:pt x="5499" y="13673"/>
                    <a:pt x="5566" y="13640"/>
                    <a:pt x="5604" y="13575"/>
                  </a:cubicBezTo>
                  <a:lnTo>
                    <a:pt x="7219" y="10906"/>
                  </a:lnTo>
                  <a:cubicBezTo>
                    <a:pt x="9765" y="10047"/>
                    <a:pt x="11348" y="7498"/>
                    <a:pt x="10982" y="4836"/>
                  </a:cubicBezTo>
                  <a:cubicBezTo>
                    <a:pt x="10612" y="2170"/>
                    <a:pt x="8407" y="142"/>
                    <a:pt x="5719" y="4"/>
                  </a:cubicBezTo>
                  <a:lnTo>
                    <a:pt x="5719" y="1"/>
                  </a:lnTo>
                  <a:cubicBezTo>
                    <a:pt x="5715" y="0"/>
                    <a:pt x="5710" y="0"/>
                    <a:pt x="5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88"/>
            <p:cNvSpPr/>
            <p:nvPr/>
          </p:nvSpPr>
          <p:spPr>
            <a:xfrm>
              <a:off x="924351" y="3458007"/>
              <a:ext cx="183863" cy="161159"/>
            </a:xfrm>
            <a:custGeom>
              <a:rect b="b" l="l" r="r" t="t"/>
              <a:pathLst>
                <a:path extrusionOk="0" h="6147" w="7013">
                  <a:moveTo>
                    <a:pt x="1102" y="641"/>
                  </a:moveTo>
                  <a:cubicBezTo>
                    <a:pt x="1025" y="700"/>
                    <a:pt x="841" y="843"/>
                    <a:pt x="841" y="843"/>
                  </a:cubicBezTo>
                  <a:cubicBezTo>
                    <a:pt x="841" y="843"/>
                    <a:pt x="904" y="794"/>
                    <a:pt x="1087" y="653"/>
                  </a:cubicBezTo>
                  <a:cubicBezTo>
                    <a:pt x="1092" y="649"/>
                    <a:pt x="1097" y="645"/>
                    <a:pt x="1102" y="641"/>
                  </a:cubicBezTo>
                  <a:close/>
                  <a:moveTo>
                    <a:pt x="5690" y="3195"/>
                  </a:moveTo>
                  <a:lnTo>
                    <a:pt x="5690" y="3919"/>
                  </a:lnTo>
                  <a:cubicBezTo>
                    <a:pt x="5690" y="4028"/>
                    <a:pt x="5781" y="4119"/>
                    <a:pt x="5889" y="4119"/>
                  </a:cubicBezTo>
                  <a:lnTo>
                    <a:pt x="6614" y="4119"/>
                  </a:lnTo>
                  <a:lnTo>
                    <a:pt x="6614" y="4821"/>
                  </a:lnTo>
                  <a:lnTo>
                    <a:pt x="5889" y="4821"/>
                  </a:lnTo>
                  <a:cubicBezTo>
                    <a:pt x="5781" y="4821"/>
                    <a:pt x="5690" y="4908"/>
                    <a:pt x="5690" y="5020"/>
                  </a:cubicBezTo>
                  <a:lnTo>
                    <a:pt x="5690" y="5745"/>
                  </a:lnTo>
                  <a:lnTo>
                    <a:pt x="4988" y="5745"/>
                  </a:lnTo>
                  <a:lnTo>
                    <a:pt x="4988" y="5020"/>
                  </a:lnTo>
                  <a:cubicBezTo>
                    <a:pt x="4988" y="4908"/>
                    <a:pt x="4897" y="4821"/>
                    <a:pt x="4788" y="4821"/>
                  </a:cubicBezTo>
                  <a:lnTo>
                    <a:pt x="4064" y="4821"/>
                  </a:lnTo>
                  <a:lnTo>
                    <a:pt x="4064" y="4119"/>
                  </a:lnTo>
                  <a:lnTo>
                    <a:pt x="4788" y="4119"/>
                  </a:lnTo>
                  <a:cubicBezTo>
                    <a:pt x="4901" y="4119"/>
                    <a:pt x="4988" y="4028"/>
                    <a:pt x="4988" y="3919"/>
                  </a:cubicBezTo>
                  <a:lnTo>
                    <a:pt x="4988" y="3195"/>
                  </a:lnTo>
                  <a:close/>
                  <a:moveTo>
                    <a:pt x="1828" y="0"/>
                  </a:moveTo>
                  <a:cubicBezTo>
                    <a:pt x="1474" y="0"/>
                    <a:pt x="1127" y="115"/>
                    <a:pt x="841" y="334"/>
                  </a:cubicBezTo>
                  <a:cubicBezTo>
                    <a:pt x="0" y="989"/>
                    <a:pt x="0" y="2134"/>
                    <a:pt x="352" y="2927"/>
                  </a:cubicBezTo>
                  <a:cubicBezTo>
                    <a:pt x="562" y="3369"/>
                    <a:pt x="852" y="3789"/>
                    <a:pt x="1243" y="4209"/>
                  </a:cubicBezTo>
                  <a:cubicBezTo>
                    <a:pt x="1808" y="4799"/>
                    <a:pt x="2420" y="5270"/>
                    <a:pt x="3007" y="5705"/>
                  </a:cubicBezTo>
                  <a:cubicBezTo>
                    <a:pt x="3042" y="5731"/>
                    <a:pt x="3082" y="5743"/>
                    <a:pt x="3123" y="5743"/>
                  </a:cubicBezTo>
                  <a:cubicBezTo>
                    <a:pt x="3162" y="5743"/>
                    <a:pt x="3201" y="5732"/>
                    <a:pt x="3235" y="5708"/>
                  </a:cubicBezTo>
                  <a:cubicBezTo>
                    <a:pt x="3488" y="5542"/>
                    <a:pt x="3713" y="5383"/>
                    <a:pt x="3919" y="5223"/>
                  </a:cubicBezTo>
                  <a:lnTo>
                    <a:pt x="4586" y="5223"/>
                  </a:lnTo>
                  <a:lnTo>
                    <a:pt x="4586" y="5948"/>
                  </a:lnTo>
                  <a:cubicBezTo>
                    <a:pt x="4586" y="6056"/>
                    <a:pt x="4676" y="6147"/>
                    <a:pt x="4785" y="6147"/>
                  </a:cubicBezTo>
                  <a:lnTo>
                    <a:pt x="5889" y="6147"/>
                  </a:lnTo>
                  <a:cubicBezTo>
                    <a:pt x="5998" y="6147"/>
                    <a:pt x="6089" y="6056"/>
                    <a:pt x="6089" y="5948"/>
                  </a:cubicBezTo>
                  <a:lnTo>
                    <a:pt x="6089" y="5223"/>
                  </a:lnTo>
                  <a:lnTo>
                    <a:pt x="6813" y="5223"/>
                  </a:lnTo>
                  <a:cubicBezTo>
                    <a:pt x="6925" y="5223"/>
                    <a:pt x="7012" y="5133"/>
                    <a:pt x="7012" y="5020"/>
                  </a:cubicBezTo>
                  <a:lnTo>
                    <a:pt x="7012" y="3919"/>
                  </a:lnTo>
                  <a:cubicBezTo>
                    <a:pt x="7012" y="3811"/>
                    <a:pt x="6925" y="3720"/>
                    <a:pt x="6813" y="3720"/>
                  </a:cubicBezTo>
                  <a:lnTo>
                    <a:pt x="6089" y="3720"/>
                  </a:lnTo>
                  <a:lnTo>
                    <a:pt x="6089" y="2996"/>
                  </a:lnTo>
                  <a:cubicBezTo>
                    <a:pt x="6089" y="2913"/>
                    <a:pt x="6038" y="2840"/>
                    <a:pt x="5962" y="2807"/>
                  </a:cubicBezTo>
                  <a:cubicBezTo>
                    <a:pt x="6005" y="2695"/>
                    <a:pt x="6042" y="2579"/>
                    <a:pt x="6067" y="2463"/>
                  </a:cubicBezTo>
                  <a:cubicBezTo>
                    <a:pt x="6101" y="2312"/>
                    <a:pt x="5983" y="2219"/>
                    <a:pt x="5866" y="2219"/>
                  </a:cubicBezTo>
                  <a:cubicBezTo>
                    <a:pt x="5783" y="2219"/>
                    <a:pt x="5700" y="2267"/>
                    <a:pt x="5676" y="2376"/>
                  </a:cubicBezTo>
                  <a:cubicBezTo>
                    <a:pt x="5643" y="2521"/>
                    <a:pt x="5596" y="2663"/>
                    <a:pt x="5531" y="2797"/>
                  </a:cubicBezTo>
                  <a:lnTo>
                    <a:pt x="4788" y="2797"/>
                  </a:lnTo>
                  <a:cubicBezTo>
                    <a:pt x="4676" y="2797"/>
                    <a:pt x="4586" y="2884"/>
                    <a:pt x="4586" y="2996"/>
                  </a:cubicBezTo>
                  <a:lnTo>
                    <a:pt x="4586" y="3720"/>
                  </a:lnTo>
                  <a:lnTo>
                    <a:pt x="3861" y="3720"/>
                  </a:lnTo>
                  <a:cubicBezTo>
                    <a:pt x="3753" y="3720"/>
                    <a:pt x="3662" y="3811"/>
                    <a:pt x="3662" y="3919"/>
                  </a:cubicBezTo>
                  <a:lnTo>
                    <a:pt x="3662" y="4915"/>
                  </a:lnTo>
                  <a:cubicBezTo>
                    <a:pt x="3499" y="5042"/>
                    <a:pt x="3322" y="5169"/>
                    <a:pt x="3130" y="5299"/>
                  </a:cubicBezTo>
                  <a:cubicBezTo>
                    <a:pt x="2597" y="4901"/>
                    <a:pt x="2040" y="4466"/>
                    <a:pt x="1536" y="3941"/>
                  </a:cubicBezTo>
                  <a:cubicBezTo>
                    <a:pt x="1203" y="3593"/>
                    <a:pt x="928" y="3195"/>
                    <a:pt x="718" y="2764"/>
                  </a:cubicBezTo>
                  <a:cubicBezTo>
                    <a:pt x="424" y="2112"/>
                    <a:pt x="417" y="1174"/>
                    <a:pt x="1083" y="656"/>
                  </a:cubicBezTo>
                  <a:cubicBezTo>
                    <a:pt x="1095" y="647"/>
                    <a:pt x="1105" y="639"/>
                    <a:pt x="1113" y="634"/>
                  </a:cubicBezTo>
                  <a:lnTo>
                    <a:pt x="1113" y="634"/>
                  </a:lnTo>
                  <a:cubicBezTo>
                    <a:pt x="1323" y="481"/>
                    <a:pt x="1576" y="402"/>
                    <a:pt x="1833" y="402"/>
                  </a:cubicBezTo>
                  <a:cubicBezTo>
                    <a:pt x="1912" y="402"/>
                    <a:pt x="1990" y="410"/>
                    <a:pt x="2068" y="424"/>
                  </a:cubicBezTo>
                  <a:cubicBezTo>
                    <a:pt x="2431" y="486"/>
                    <a:pt x="2753" y="692"/>
                    <a:pt x="2956" y="1000"/>
                  </a:cubicBezTo>
                  <a:cubicBezTo>
                    <a:pt x="2999" y="1077"/>
                    <a:pt x="3063" y="1111"/>
                    <a:pt x="3128" y="1111"/>
                  </a:cubicBezTo>
                  <a:cubicBezTo>
                    <a:pt x="3199" y="1111"/>
                    <a:pt x="3271" y="1071"/>
                    <a:pt x="3322" y="1004"/>
                  </a:cubicBezTo>
                  <a:cubicBezTo>
                    <a:pt x="3635" y="617"/>
                    <a:pt x="3967" y="424"/>
                    <a:pt x="4311" y="424"/>
                  </a:cubicBezTo>
                  <a:cubicBezTo>
                    <a:pt x="4341" y="424"/>
                    <a:pt x="4371" y="425"/>
                    <a:pt x="4401" y="428"/>
                  </a:cubicBezTo>
                  <a:lnTo>
                    <a:pt x="4423" y="428"/>
                  </a:lnTo>
                  <a:cubicBezTo>
                    <a:pt x="4694" y="428"/>
                    <a:pt x="4904" y="479"/>
                    <a:pt x="5082" y="591"/>
                  </a:cubicBezTo>
                  <a:cubicBezTo>
                    <a:pt x="5281" y="718"/>
                    <a:pt x="5444" y="895"/>
                    <a:pt x="5549" y="1109"/>
                  </a:cubicBezTo>
                  <a:cubicBezTo>
                    <a:pt x="5621" y="1257"/>
                    <a:pt x="5676" y="1413"/>
                    <a:pt x="5701" y="1576"/>
                  </a:cubicBezTo>
                  <a:cubicBezTo>
                    <a:pt x="5719" y="1670"/>
                    <a:pt x="5802" y="1743"/>
                    <a:pt x="5900" y="1743"/>
                  </a:cubicBezTo>
                  <a:cubicBezTo>
                    <a:pt x="5911" y="1743"/>
                    <a:pt x="5922" y="1739"/>
                    <a:pt x="5936" y="1739"/>
                  </a:cubicBezTo>
                  <a:cubicBezTo>
                    <a:pt x="6045" y="1721"/>
                    <a:pt x="6118" y="1616"/>
                    <a:pt x="6096" y="1507"/>
                  </a:cubicBezTo>
                  <a:cubicBezTo>
                    <a:pt x="6063" y="1304"/>
                    <a:pt x="5998" y="1109"/>
                    <a:pt x="5908" y="928"/>
                  </a:cubicBezTo>
                  <a:cubicBezTo>
                    <a:pt x="5766" y="649"/>
                    <a:pt x="5556" y="414"/>
                    <a:pt x="5292" y="247"/>
                  </a:cubicBezTo>
                  <a:cubicBezTo>
                    <a:pt x="5049" y="95"/>
                    <a:pt x="4770" y="26"/>
                    <a:pt x="4423" y="22"/>
                  </a:cubicBezTo>
                  <a:cubicBezTo>
                    <a:pt x="4386" y="19"/>
                    <a:pt x="4349" y="18"/>
                    <a:pt x="4313" y="18"/>
                  </a:cubicBezTo>
                  <a:cubicBezTo>
                    <a:pt x="3898" y="18"/>
                    <a:pt x="3507" y="208"/>
                    <a:pt x="3148" y="591"/>
                  </a:cubicBezTo>
                  <a:cubicBezTo>
                    <a:pt x="2887" y="294"/>
                    <a:pt x="2528" y="95"/>
                    <a:pt x="2137" y="30"/>
                  </a:cubicBezTo>
                  <a:cubicBezTo>
                    <a:pt x="2035" y="10"/>
                    <a:pt x="1931" y="0"/>
                    <a:pt x="18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5" name="Google Shape;17585;p88"/>
          <p:cNvGrpSpPr/>
          <p:nvPr/>
        </p:nvGrpSpPr>
        <p:grpSpPr>
          <a:xfrm>
            <a:off x="1772461" y="2900833"/>
            <a:ext cx="261729" cy="358393"/>
            <a:chOff x="1772461" y="2900833"/>
            <a:chExt cx="261729" cy="358393"/>
          </a:xfrm>
        </p:grpSpPr>
        <p:sp>
          <p:nvSpPr>
            <p:cNvPr id="17586" name="Google Shape;17586;p88"/>
            <p:cNvSpPr/>
            <p:nvPr/>
          </p:nvSpPr>
          <p:spPr>
            <a:xfrm>
              <a:off x="1838162" y="2906128"/>
              <a:ext cx="127469" cy="153005"/>
            </a:xfrm>
            <a:custGeom>
              <a:rect b="b" l="l" r="r" t="t"/>
              <a:pathLst>
                <a:path extrusionOk="0" h="5836" w="4862">
                  <a:moveTo>
                    <a:pt x="2489" y="0"/>
                  </a:moveTo>
                  <a:cubicBezTo>
                    <a:pt x="1995" y="0"/>
                    <a:pt x="1504" y="154"/>
                    <a:pt x="1091" y="458"/>
                  </a:cubicBezTo>
                  <a:cubicBezTo>
                    <a:pt x="367" y="983"/>
                    <a:pt x="1" y="1870"/>
                    <a:pt x="142" y="2750"/>
                  </a:cubicBezTo>
                  <a:cubicBezTo>
                    <a:pt x="287" y="3634"/>
                    <a:pt x="910" y="4362"/>
                    <a:pt x="1761" y="4637"/>
                  </a:cubicBezTo>
                  <a:lnTo>
                    <a:pt x="2489" y="5836"/>
                  </a:lnTo>
                  <a:lnTo>
                    <a:pt x="3213" y="4637"/>
                  </a:lnTo>
                  <a:cubicBezTo>
                    <a:pt x="4198" y="4318"/>
                    <a:pt x="4861" y="3406"/>
                    <a:pt x="4861" y="2373"/>
                  </a:cubicBezTo>
                  <a:cubicBezTo>
                    <a:pt x="4861" y="1483"/>
                    <a:pt x="4361" y="664"/>
                    <a:pt x="3565" y="258"/>
                  </a:cubicBezTo>
                  <a:cubicBezTo>
                    <a:pt x="3225" y="85"/>
                    <a:pt x="2856" y="0"/>
                    <a:pt x="2489"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88"/>
            <p:cNvSpPr/>
            <p:nvPr/>
          </p:nvSpPr>
          <p:spPr>
            <a:xfrm>
              <a:off x="1890387" y="2934548"/>
              <a:ext cx="45225" cy="45120"/>
            </a:xfrm>
            <a:custGeom>
              <a:rect b="b" l="l" r="r" t="t"/>
              <a:pathLst>
                <a:path extrusionOk="0" h="1721" w="1725">
                  <a:moveTo>
                    <a:pt x="863" y="0"/>
                  </a:moveTo>
                  <a:cubicBezTo>
                    <a:pt x="388" y="0"/>
                    <a:pt x="1" y="384"/>
                    <a:pt x="1" y="862"/>
                  </a:cubicBezTo>
                  <a:cubicBezTo>
                    <a:pt x="1" y="1337"/>
                    <a:pt x="388" y="1720"/>
                    <a:pt x="863" y="1720"/>
                  </a:cubicBezTo>
                  <a:cubicBezTo>
                    <a:pt x="1337" y="1720"/>
                    <a:pt x="1725" y="1337"/>
                    <a:pt x="1725" y="862"/>
                  </a:cubicBezTo>
                  <a:cubicBezTo>
                    <a:pt x="1725" y="384"/>
                    <a:pt x="1337" y="0"/>
                    <a:pt x="86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88"/>
            <p:cNvSpPr/>
            <p:nvPr/>
          </p:nvSpPr>
          <p:spPr>
            <a:xfrm>
              <a:off x="1777783" y="3080658"/>
              <a:ext cx="125660" cy="173324"/>
            </a:xfrm>
            <a:custGeom>
              <a:rect b="b" l="l" r="r" t="t"/>
              <a:pathLst>
                <a:path extrusionOk="0" h="6611" w="4793">
                  <a:moveTo>
                    <a:pt x="0" y="1"/>
                  </a:moveTo>
                  <a:lnTo>
                    <a:pt x="0" y="5079"/>
                  </a:lnTo>
                  <a:lnTo>
                    <a:pt x="4792" y="6611"/>
                  </a:lnTo>
                  <a:lnTo>
                    <a:pt x="4792" y="1533"/>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88"/>
            <p:cNvSpPr/>
            <p:nvPr/>
          </p:nvSpPr>
          <p:spPr>
            <a:xfrm>
              <a:off x="1777783" y="3054651"/>
              <a:ext cx="125660" cy="173219"/>
            </a:xfrm>
            <a:custGeom>
              <a:rect b="b" l="l" r="r" t="t"/>
              <a:pathLst>
                <a:path extrusionOk="0" h="6607" w="4793">
                  <a:moveTo>
                    <a:pt x="0" y="1"/>
                  </a:moveTo>
                  <a:lnTo>
                    <a:pt x="0" y="5075"/>
                  </a:lnTo>
                  <a:lnTo>
                    <a:pt x="4792" y="6607"/>
                  </a:lnTo>
                  <a:lnTo>
                    <a:pt x="4792" y="1533"/>
                  </a:lnTo>
                  <a:lnTo>
                    <a:pt x="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88"/>
            <p:cNvSpPr/>
            <p:nvPr/>
          </p:nvSpPr>
          <p:spPr>
            <a:xfrm>
              <a:off x="1777783" y="3054651"/>
              <a:ext cx="125660" cy="173219"/>
            </a:xfrm>
            <a:custGeom>
              <a:rect b="b" l="l" r="r" t="t"/>
              <a:pathLst>
                <a:path extrusionOk="0" h="6607" w="4793">
                  <a:moveTo>
                    <a:pt x="0" y="1"/>
                  </a:moveTo>
                  <a:lnTo>
                    <a:pt x="0" y="5075"/>
                  </a:lnTo>
                  <a:lnTo>
                    <a:pt x="4792" y="6607"/>
                  </a:lnTo>
                  <a:lnTo>
                    <a:pt x="4792" y="5879"/>
                  </a:lnTo>
                  <a:lnTo>
                    <a:pt x="627" y="4549"/>
                  </a:lnTo>
                  <a:lnTo>
                    <a:pt x="627" y="200"/>
                  </a:lnTo>
                  <a:lnTo>
                    <a:pt x="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88"/>
            <p:cNvSpPr/>
            <p:nvPr/>
          </p:nvSpPr>
          <p:spPr>
            <a:xfrm>
              <a:off x="1792124" y="3043351"/>
              <a:ext cx="111320" cy="153477"/>
            </a:xfrm>
            <a:custGeom>
              <a:rect b="b" l="l" r="r" t="t"/>
              <a:pathLst>
                <a:path extrusionOk="0" h="5854" w="4246">
                  <a:moveTo>
                    <a:pt x="0" y="1"/>
                  </a:moveTo>
                  <a:lnTo>
                    <a:pt x="0" y="4495"/>
                  </a:lnTo>
                  <a:lnTo>
                    <a:pt x="4245" y="5853"/>
                  </a:lnTo>
                  <a:lnTo>
                    <a:pt x="4245" y="1359"/>
                  </a:lnTo>
                  <a:lnTo>
                    <a:pt x="0"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88"/>
            <p:cNvSpPr/>
            <p:nvPr/>
          </p:nvSpPr>
          <p:spPr>
            <a:xfrm>
              <a:off x="1903417" y="3080658"/>
              <a:ext cx="125634" cy="173324"/>
            </a:xfrm>
            <a:custGeom>
              <a:rect b="b" l="l" r="r" t="t"/>
              <a:pathLst>
                <a:path extrusionOk="0" h="6611" w="4792">
                  <a:moveTo>
                    <a:pt x="4792" y="1"/>
                  </a:moveTo>
                  <a:lnTo>
                    <a:pt x="0" y="1533"/>
                  </a:lnTo>
                  <a:lnTo>
                    <a:pt x="0" y="6611"/>
                  </a:lnTo>
                  <a:lnTo>
                    <a:pt x="4792" y="5079"/>
                  </a:lnTo>
                  <a:lnTo>
                    <a:pt x="4792"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88"/>
            <p:cNvSpPr/>
            <p:nvPr/>
          </p:nvSpPr>
          <p:spPr>
            <a:xfrm>
              <a:off x="1903417" y="3054651"/>
              <a:ext cx="125634" cy="173219"/>
            </a:xfrm>
            <a:custGeom>
              <a:rect b="b" l="l" r="r" t="t"/>
              <a:pathLst>
                <a:path extrusionOk="0" h="6607" w="4792">
                  <a:moveTo>
                    <a:pt x="4792" y="1"/>
                  </a:moveTo>
                  <a:lnTo>
                    <a:pt x="0" y="1533"/>
                  </a:lnTo>
                  <a:lnTo>
                    <a:pt x="0" y="6607"/>
                  </a:lnTo>
                  <a:lnTo>
                    <a:pt x="4792" y="5075"/>
                  </a:lnTo>
                  <a:lnTo>
                    <a:pt x="4792"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88"/>
            <p:cNvSpPr/>
            <p:nvPr/>
          </p:nvSpPr>
          <p:spPr>
            <a:xfrm>
              <a:off x="1903417" y="3054651"/>
              <a:ext cx="125634" cy="173219"/>
            </a:xfrm>
            <a:custGeom>
              <a:rect b="b" l="l" r="r" t="t"/>
              <a:pathLst>
                <a:path extrusionOk="0" h="6607" w="4792">
                  <a:moveTo>
                    <a:pt x="4792" y="1"/>
                  </a:moveTo>
                  <a:lnTo>
                    <a:pt x="4161" y="200"/>
                  </a:lnTo>
                  <a:lnTo>
                    <a:pt x="4161" y="4549"/>
                  </a:lnTo>
                  <a:lnTo>
                    <a:pt x="0" y="5879"/>
                  </a:lnTo>
                  <a:lnTo>
                    <a:pt x="0" y="6607"/>
                  </a:lnTo>
                  <a:lnTo>
                    <a:pt x="4792" y="5075"/>
                  </a:lnTo>
                  <a:lnTo>
                    <a:pt x="4792"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88"/>
            <p:cNvSpPr/>
            <p:nvPr/>
          </p:nvSpPr>
          <p:spPr>
            <a:xfrm>
              <a:off x="1903417" y="3043351"/>
              <a:ext cx="111293" cy="153477"/>
            </a:xfrm>
            <a:custGeom>
              <a:rect b="b" l="l" r="r" t="t"/>
              <a:pathLst>
                <a:path extrusionOk="0" h="5854" w="4245">
                  <a:moveTo>
                    <a:pt x="4245" y="1"/>
                  </a:moveTo>
                  <a:lnTo>
                    <a:pt x="0" y="1359"/>
                  </a:lnTo>
                  <a:lnTo>
                    <a:pt x="0" y="5853"/>
                  </a:lnTo>
                  <a:lnTo>
                    <a:pt x="4245" y="4495"/>
                  </a:lnTo>
                  <a:lnTo>
                    <a:pt x="424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88"/>
            <p:cNvSpPr/>
            <p:nvPr/>
          </p:nvSpPr>
          <p:spPr>
            <a:xfrm>
              <a:off x="1903417" y="3043351"/>
              <a:ext cx="111293" cy="153477"/>
            </a:xfrm>
            <a:custGeom>
              <a:rect b="b" l="l" r="r" t="t"/>
              <a:pathLst>
                <a:path extrusionOk="0" h="5854" w="4245">
                  <a:moveTo>
                    <a:pt x="4245" y="1"/>
                  </a:moveTo>
                  <a:lnTo>
                    <a:pt x="3607" y="203"/>
                  </a:lnTo>
                  <a:lnTo>
                    <a:pt x="3607" y="3887"/>
                  </a:lnTo>
                  <a:lnTo>
                    <a:pt x="0" y="5042"/>
                  </a:lnTo>
                  <a:lnTo>
                    <a:pt x="0" y="5853"/>
                  </a:lnTo>
                  <a:lnTo>
                    <a:pt x="4245" y="4495"/>
                  </a:lnTo>
                  <a:lnTo>
                    <a:pt x="424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88"/>
            <p:cNvSpPr/>
            <p:nvPr/>
          </p:nvSpPr>
          <p:spPr>
            <a:xfrm>
              <a:off x="1941957" y="3082100"/>
              <a:ext cx="27843" cy="38566"/>
            </a:xfrm>
            <a:custGeom>
              <a:rect b="b" l="l" r="r" t="t"/>
              <a:pathLst>
                <a:path extrusionOk="0" h="1471" w="1062">
                  <a:moveTo>
                    <a:pt x="1062" y="0"/>
                  </a:moveTo>
                  <a:lnTo>
                    <a:pt x="0" y="341"/>
                  </a:lnTo>
                  <a:lnTo>
                    <a:pt x="0" y="1471"/>
                  </a:lnTo>
                  <a:lnTo>
                    <a:pt x="1062" y="1130"/>
                  </a:lnTo>
                  <a:lnTo>
                    <a:pt x="1062"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88"/>
            <p:cNvSpPr/>
            <p:nvPr/>
          </p:nvSpPr>
          <p:spPr>
            <a:xfrm>
              <a:off x="1835802" y="2900833"/>
              <a:ext cx="138088" cy="163545"/>
            </a:xfrm>
            <a:custGeom>
              <a:rect b="b" l="l" r="r" t="t"/>
              <a:pathLst>
                <a:path extrusionOk="0" h="6238" w="5267">
                  <a:moveTo>
                    <a:pt x="2576" y="0"/>
                  </a:moveTo>
                  <a:cubicBezTo>
                    <a:pt x="2201" y="0"/>
                    <a:pt x="1825" y="82"/>
                    <a:pt x="1474" y="247"/>
                  </a:cubicBezTo>
                  <a:cubicBezTo>
                    <a:pt x="616" y="656"/>
                    <a:pt x="51" y="1503"/>
                    <a:pt x="4" y="2452"/>
                  </a:cubicBezTo>
                  <a:cubicBezTo>
                    <a:pt x="0" y="2565"/>
                    <a:pt x="87" y="2659"/>
                    <a:pt x="196" y="2662"/>
                  </a:cubicBezTo>
                  <a:cubicBezTo>
                    <a:pt x="200" y="2663"/>
                    <a:pt x="205" y="2663"/>
                    <a:pt x="209" y="2663"/>
                  </a:cubicBezTo>
                  <a:cubicBezTo>
                    <a:pt x="315" y="2663"/>
                    <a:pt x="403" y="2578"/>
                    <a:pt x="406" y="2474"/>
                  </a:cubicBezTo>
                  <a:cubicBezTo>
                    <a:pt x="465" y="1232"/>
                    <a:pt x="1495" y="401"/>
                    <a:pt x="2585" y="401"/>
                  </a:cubicBezTo>
                  <a:cubicBezTo>
                    <a:pt x="3034" y="401"/>
                    <a:pt x="3492" y="541"/>
                    <a:pt x="3897" y="852"/>
                  </a:cubicBezTo>
                  <a:cubicBezTo>
                    <a:pt x="4538" y="1344"/>
                    <a:pt x="4857" y="2152"/>
                    <a:pt x="4719" y="2949"/>
                  </a:cubicBezTo>
                  <a:cubicBezTo>
                    <a:pt x="4582" y="3745"/>
                    <a:pt x="4013" y="4397"/>
                    <a:pt x="3245" y="4647"/>
                  </a:cubicBezTo>
                  <a:cubicBezTo>
                    <a:pt x="3198" y="4662"/>
                    <a:pt x="3159" y="4691"/>
                    <a:pt x="3133" y="4734"/>
                  </a:cubicBezTo>
                  <a:lnTo>
                    <a:pt x="2579" y="5654"/>
                  </a:lnTo>
                  <a:lnTo>
                    <a:pt x="2021" y="4734"/>
                  </a:lnTo>
                  <a:cubicBezTo>
                    <a:pt x="1996" y="4691"/>
                    <a:pt x="1956" y="4662"/>
                    <a:pt x="1913" y="4647"/>
                  </a:cubicBezTo>
                  <a:cubicBezTo>
                    <a:pt x="1228" y="4426"/>
                    <a:pt x="696" y="3883"/>
                    <a:pt x="493" y="3195"/>
                  </a:cubicBezTo>
                  <a:cubicBezTo>
                    <a:pt x="463" y="3094"/>
                    <a:pt x="386" y="3050"/>
                    <a:pt x="307" y="3050"/>
                  </a:cubicBezTo>
                  <a:cubicBezTo>
                    <a:pt x="186" y="3050"/>
                    <a:pt x="63" y="3154"/>
                    <a:pt x="109" y="3311"/>
                  </a:cubicBezTo>
                  <a:cubicBezTo>
                    <a:pt x="341" y="4100"/>
                    <a:pt x="942" y="4727"/>
                    <a:pt x="1717" y="5002"/>
                  </a:cubicBezTo>
                  <a:lnTo>
                    <a:pt x="2405" y="6143"/>
                  </a:lnTo>
                  <a:cubicBezTo>
                    <a:pt x="2445" y="6206"/>
                    <a:pt x="2511" y="6238"/>
                    <a:pt x="2577" y="6238"/>
                  </a:cubicBezTo>
                  <a:cubicBezTo>
                    <a:pt x="2643" y="6238"/>
                    <a:pt x="2709" y="6206"/>
                    <a:pt x="2749" y="6143"/>
                  </a:cubicBezTo>
                  <a:lnTo>
                    <a:pt x="3437" y="5002"/>
                  </a:lnTo>
                  <a:cubicBezTo>
                    <a:pt x="4336" y="4687"/>
                    <a:pt x="4984" y="3897"/>
                    <a:pt x="5125" y="2959"/>
                  </a:cubicBezTo>
                  <a:cubicBezTo>
                    <a:pt x="5266" y="2018"/>
                    <a:pt x="4875" y="1076"/>
                    <a:pt x="4115" y="507"/>
                  </a:cubicBezTo>
                  <a:cubicBezTo>
                    <a:pt x="3662" y="173"/>
                    <a:pt x="3121" y="0"/>
                    <a:pt x="2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88"/>
            <p:cNvSpPr/>
            <p:nvPr/>
          </p:nvSpPr>
          <p:spPr>
            <a:xfrm>
              <a:off x="1865428" y="2929331"/>
              <a:ext cx="78181" cy="74799"/>
            </a:xfrm>
            <a:custGeom>
              <a:rect b="b" l="l" r="r" t="t"/>
              <a:pathLst>
                <a:path extrusionOk="0" h="2853" w="2982">
                  <a:moveTo>
                    <a:pt x="1811" y="399"/>
                  </a:moveTo>
                  <a:cubicBezTo>
                    <a:pt x="2149" y="399"/>
                    <a:pt x="2474" y="662"/>
                    <a:pt x="2474" y="1061"/>
                  </a:cubicBezTo>
                  <a:cubicBezTo>
                    <a:pt x="2474" y="1458"/>
                    <a:pt x="2148" y="1721"/>
                    <a:pt x="1809" y="1721"/>
                  </a:cubicBezTo>
                  <a:cubicBezTo>
                    <a:pt x="1647" y="1721"/>
                    <a:pt x="1482" y="1662"/>
                    <a:pt x="1348" y="1528"/>
                  </a:cubicBezTo>
                  <a:cubicBezTo>
                    <a:pt x="1087" y="1268"/>
                    <a:pt x="1090" y="851"/>
                    <a:pt x="1348" y="594"/>
                  </a:cubicBezTo>
                  <a:cubicBezTo>
                    <a:pt x="1483" y="459"/>
                    <a:pt x="1648" y="399"/>
                    <a:pt x="1811" y="399"/>
                  </a:cubicBezTo>
                  <a:close/>
                  <a:moveTo>
                    <a:pt x="1814" y="0"/>
                  </a:moveTo>
                  <a:cubicBezTo>
                    <a:pt x="1575" y="0"/>
                    <a:pt x="1335" y="80"/>
                    <a:pt x="1138" y="243"/>
                  </a:cubicBezTo>
                  <a:cubicBezTo>
                    <a:pt x="717" y="590"/>
                    <a:pt x="631" y="1202"/>
                    <a:pt x="938" y="1655"/>
                  </a:cubicBezTo>
                  <a:lnTo>
                    <a:pt x="80" y="2513"/>
                  </a:lnTo>
                  <a:cubicBezTo>
                    <a:pt x="0" y="2589"/>
                    <a:pt x="0" y="2716"/>
                    <a:pt x="80" y="2796"/>
                  </a:cubicBezTo>
                  <a:cubicBezTo>
                    <a:pt x="118" y="2834"/>
                    <a:pt x="169" y="2853"/>
                    <a:pt x="220" y="2853"/>
                  </a:cubicBezTo>
                  <a:cubicBezTo>
                    <a:pt x="271" y="2853"/>
                    <a:pt x="323" y="2834"/>
                    <a:pt x="363" y="2796"/>
                  </a:cubicBezTo>
                  <a:lnTo>
                    <a:pt x="1221" y="1938"/>
                  </a:lnTo>
                  <a:cubicBezTo>
                    <a:pt x="1403" y="2061"/>
                    <a:pt x="1610" y="2121"/>
                    <a:pt x="1816" y="2121"/>
                  </a:cubicBezTo>
                  <a:cubicBezTo>
                    <a:pt x="2123" y="2121"/>
                    <a:pt x="2425" y="1988"/>
                    <a:pt x="2633" y="1735"/>
                  </a:cubicBezTo>
                  <a:cubicBezTo>
                    <a:pt x="2981" y="1315"/>
                    <a:pt x="2952" y="695"/>
                    <a:pt x="2565" y="311"/>
                  </a:cubicBezTo>
                  <a:cubicBezTo>
                    <a:pt x="2358" y="105"/>
                    <a:pt x="2086" y="0"/>
                    <a:pt x="18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88"/>
            <p:cNvSpPr/>
            <p:nvPr/>
          </p:nvSpPr>
          <p:spPr>
            <a:xfrm>
              <a:off x="1820675" y="3081524"/>
              <a:ext cx="62188" cy="25195"/>
            </a:xfrm>
            <a:custGeom>
              <a:rect b="b" l="l" r="r" t="t"/>
              <a:pathLst>
                <a:path extrusionOk="0" h="961" w="2372">
                  <a:moveTo>
                    <a:pt x="282" y="1"/>
                  </a:moveTo>
                  <a:cubicBezTo>
                    <a:pt x="77" y="1"/>
                    <a:pt x="0" y="320"/>
                    <a:pt x="233" y="392"/>
                  </a:cubicBezTo>
                  <a:lnTo>
                    <a:pt x="2022" y="949"/>
                  </a:lnTo>
                  <a:cubicBezTo>
                    <a:pt x="2046" y="957"/>
                    <a:pt x="2068" y="960"/>
                    <a:pt x="2090" y="960"/>
                  </a:cubicBezTo>
                  <a:cubicBezTo>
                    <a:pt x="2295" y="960"/>
                    <a:pt x="2372" y="638"/>
                    <a:pt x="2138" y="566"/>
                  </a:cubicBezTo>
                  <a:lnTo>
                    <a:pt x="349" y="11"/>
                  </a:lnTo>
                  <a:cubicBezTo>
                    <a:pt x="325"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88"/>
            <p:cNvSpPr/>
            <p:nvPr/>
          </p:nvSpPr>
          <p:spPr>
            <a:xfrm>
              <a:off x="1820675" y="3100033"/>
              <a:ext cx="62188" cy="25300"/>
            </a:xfrm>
            <a:custGeom>
              <a:rect b="b" l="l" r="r" t="t"/>
              <a:pathLst>
                <a:path extrusionOk="0" h="965" w="2372">
                  <a:moveTo>
                    <a:pt x="282" y="1"/>
                  </a:moveTo>
                  <a:cubicBezTo>
                    <a:pt x="77" y="1"/>
                    <a:pt x="0" y="323"/>
                    <a:pt x="233" y="396"/>
                  </a:cubicBezTo>
                  <a:lnTo>
                    <a:pt x="2022" y="953"/>
                  </a:lnTo>
                  <a:cubicBezTo>
                    <a:pt x="2046" y="961"/>
                    <a:pt x="2068" y="964"/>
                    <a:pt x="2090" y="964"/>
                  </a:cubicBezTo>
                  <a:cubicBezTo>
                    <a:pt x="2295" y="964"/>
                    <a:pt x="2372" y="642"/>
                    <a:pt x="2138" y="569"/>
                  </a:cubicBezTo>
                  <a:lnTo>
                    <a:pt x="349" y="12"/>
                  </a:lnTo>
                  <a:cubicBezTo>
                    <a:pt x="326"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88"/>
            <p:cNvSpPr/>
            <p:nvPr/>
          </p:nvSpPr>
          <p:spPr>
            <a:xfrm>
              <a:off x="1820675" y="3118648"/>
              <a:ext cx="62214" cy="25274"/>
            </a:xfrm>
            <a:custGeom>
              <a:rect b="b" l="l" r="r" t="t"/>
              <a:pathLst>
                <a:path extrusionOk="0" h="964" w="2373">
                  <a:moveTo>
                    <a:pt x="282" y="1"/>
                  </a:moveTo>
                  <a:cubicBezTo>
                    <a:pt x="77" y="1"/>
                    <a:pt x="0" y="323"/>
                    <a:pt x="233" y="395"/>
                  </a:cubicBezTo>
                  <a:lnTo>
                    <a:pt x="2022" y="953"/>
                  </a:lnTo>
                  <a:cubicBezTo>
                    <a:pt x="2045" y="960"/>
                    <a:pt x="2067" y="963"/>
                    <a:pt x="2087" y="963"/>
                  </a:cubicBezTo>
                  <a:cubicBezTo>
                    <a:pt x="2294" y="963"/>
                    <a:pt x="2372" y="642"/>
                    <a:pt x="2138" y="569"/>
                  </a:cubicBezTo>
                  <a:lnTo>
                    <a:pt x="349" y="12"/>
                  </a:lnTo>
                  <a:cubicBezTo>
                    <a:pt x="326"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88"/>
            <p:cNvSpPr/>
            <p:nvPr/>
          </p:nvSpPr>
          <p:spPr>
            <a:xfrm>
              <a:off x="1772461" y="3038055"/>
              <a:ext cx="261729" cy="221171"/>
            </a:xfrm>
            <a:custGeom>
              <a:rect b="b" l="l" r="r" t="t"/>
              <a:pathLst>
                <a:path extrusionOk="0" h="8436" w="9983">
                  <a:moveTo>
                    <a:pt x="9040" y="478"/>
                  </a:moveTo>
                  <a:lnTo>
                    <a:pt x="9040" y="4552"/>
                  </a:lnTo>
                  <a:lnTo>
                    <a:pt x="5194" y="5780"/>
                  </a:lnTo>
                  <a:lnTo>
                    <a:pt x="5194" y="3158"/>
                  </a:lnTo>
                  <a:lnTo>
                    <a:pt x="5194" y="1706"/>
                  </a:lnTo>
                  <a:lnTo>
                    <a:pt x="9040" y="478"/>
                  </a:lnTo>
                  <a:close/>
                  <a:moveTo>
                    <a:pt x="403" y="905"/>
                  </a:moveTo>
                  <a:lnTo>
                    <a:pt x="551" y="952"/>
                  </a:lnTo>
                  <a:lnTo>
                    <a:pt x="551" y="4697"/>
                  </a:lnTo>
                  <a:cubicBezTo>
                    <a:pt x="551" y="4784"/>
                    <a:pt x="606" y="4860"/>
                    <a:pt x="689" y="4889"/>
                  </a:cubicBezTo>
                  <a:lnTo>
                    <a:pt x="4796" y="6200"/>
                  </a:lnTo>
                  <a:lnTo>
                    <a:pt x="4796" y="6964"/>
                  </a:lnTo>
                  <a:lnTo>
                    <a:pt x="403" y="5559"/>
                  </a:lnTo>
                  <a:lnTo>
                    <a:pt x="403" y="905"/>
                  </a:lnTo>
                  <a:close/>
                  <a:moveTo>
                    <a:pt x="9587" y="909"/>
                  </a:moveTo>
                  <a:lnTo>
                    <a:pt x="9587" y="5563"/>
                  </a:lnTo>
                  <a:lnTo>
                    <a:pt x="5194" y="6964"/>
                  </a:lnTo>
                  <a:lnTo>
                    <a:pt x="5194" y="6204"/>
                  </a:lnTo>
                  <a:lnTo>
                    <a:pt x="9301" y="4889"/>
                  </a:lnTo>
                  <a:cubicBezTo>
                    <a:pt x="9385" y="4864"/>
                    <a:pt x="9439" y="4788"/>
                    <a:pt x="9439" y="4701"/>
                  </a:cubicBezTo>
                  <a:lnTo>
                    <a:pt x="9439" y="952"/>
                  </a:lnTo>
                  <a:lnTo>
                    <a:pt x="9587" y="909"/>
                  </a:lnTo>
                  <a:close/>
                  <a:moveTo>
                    <a:pt x="403" y="5983"/>
                  </a:moveTo>
                  <a:lnTo>
                    <a:pt x="4796" y="7384"/>
                  </a:lnTo>
                  <a:lnTo>
                    <a:pt x="4796" y="7960"/>
                  </a:lnTo>
                  <a:lnTo>
                    <a:pt x="403" y="6555"/>
                  </a:lnTo>
                  <a:lnTo>
                    <a:pt x="403" y="5983"/>
                  </a:lnTo>
                  <a:close/>
                  <a:moveTo>
                    <a:pt x="9238" y="0"/>
                  </a:moveTo>
                  <a:cubicBezTo>
                    <a:pt x="9217" y="0"/>
                    <a:pt x="9196" y="4"/>
                    <a:pt x="9174" y="11"/>
                  </a:cubicBezTo>
                  <a:lnTo>
                    <a:pt x="4991" y="1347"/>
                  </a:lnTo>
                  <a:lnTo>
                    <a:pt x="2449" y="532"/>
                  </a:lnTo>
                  <a:cubicBezTo>
                    <a:pt x="2425" y="525"/>
                    <a:pt x="2403" y="521"/>
                    <a:pt x="2381" y="521"/>
                  </a:cubicBezTo>
                  <a:cubicBezTo>
                    <a:pt x="2176" y="521"/>
                    <a:pt x="2096" y="841"/>
                    <a:pt x="2326" y="916"/>
                  </a:cubicBezTo>
                  <a:lnTo>
                    <a:pt x="4792" y="1702"/>
                  </a:lnTo>
                  <a:lnTo>
                    <a:pt x="4792" y="5776"/>
                  </a:lnTo>
                  <a:lnTo>
                    <a:pt x="953" y="4552"/>
                  </a:lnTo>
                  <a:lnTo>
                    <a:pt x="953" y="478"/>
                  </a:lnTo>
                  <a:lnTo>
                    <a:pt x="1540" y="666"/>
                  </a:lnTo>
                  <a:cubicBezTo>
                    <a:pt x="1564" y="674"/>
                    <a:pt x="1588" y="678"/>
                    <a:pt x="1610" y="678"/>
                  </a:cubicBezTo>
                  <a:cubicBezTo>
                    <a:pt x="1814" y="678"/>
                    <a:pt x="1892" y="358"/>
                    <a:pt x="1663" y="286"/>
                  </a:cubicBezTo>
                  <a:lnTo>
                    <a:pt x="812" y="14"/>
                  </a:lnTo>
                  <a:cubicBezTo>
                    <a:pt x="791" y="7"/>
                    <a:pt x="769" y="4"/>
                    <a:pt x="748" y="4"/>
                  </a:cubicBezTo>
                  <a:cubicBezTo>
                    <a:pt x="641" y="4"/>
                    <a:pt x="548" y="91"/>
                    <a:pt x="548" y="206"/>
                  </a:cubicBezTo>
                  <a:lnTo>
                    <a:pt x="548" y="536"/>
                  </a:lnTo>
                  <a:lnTo>
                    <a:pt x="265" y="445"/>
                  </a:lnTo>
                  <a:cubicBezTo>
                    <a:pt x="244" y="438"/>
                    <a:pt x="222" y="435"/>
                    <a:pt x="201" y="435"/>
                  </a:cubicBezTo>
                  <a:cubicBezTo>
                    <a:pt x="94" y="435"/>
                    <a:pt x="1" y="522"/>
                    <a:pt x="1" y="634"/>
                  </a:cubicBezTo>
                  <a:lnTo>
                    <a:pt x="1" y="6704"/>
                  </a:lnTo>
                  <a:cubicBezTo>
                    <a:pt x="1" y="6794"/>
                    <a:pt x="59" y="6870"/>
                    <a:pt x="142" y="6896"/>
                  </a:cubicBezTo>
                  <a:lnTo>
                    <a:pt x="4937" y="8428"/>
                  </a:lnTo>
                  <a:cubicBezTo>
                    <a:pt x="4955" y="8433"/>
                    <a:pt x="4975" y="8436"/>
                    <a:pt x="4995" y="8436"/>
                  </a:cubicBezTo>
                  <a:cubicBezTo>
                    <a:pt x="5016" y="8436"/>
                    <a:pt x="5037" y="8433"/>
                    <a:pt x="5057" y="8428"/>
                  </a:cubicBezTo>
                  <a:lnTo>
                    <a:pt x="7516" y="7638"/>
                  </a:lnTo>
                  <a:cubicBezTo>
                    <a:pt x="7745" y="7566"/>
                    <a:pt x="7666" y="7246"/>
                    <a:pt x="7462" y="7246"/>
                  </a:cubicBezTo>
                  <a:cubicBezTo>
                    <a:pt x="7441" y="7246"/>
                    <a:pt x="7417" y="7250"/>
                    <a:pt x="7393" y="7258"/>
                  </a:cubicBezTo>
                  <a:lnTo>
                    <a:pt x="5194" y="7960"/>
                  </a:lnTo>
                  <a:lnTo>
                    <a:pt x="5194" y="7384"/>
                  </a:lnTo>
                  <a:lnTo>
                    <a:pt x="9584" y="5983"/>
                  </a:lnTo>
                  <a:lnTo>
                    <a:pt x="9584" y="6559"/>
                  </a:lnTo>
                  <a:lnTo>
                    <a:pt x="8182" y="7008"/>
                  </a:lnTo>
                  <a:cubicBezTo>
                    <a:pt x="7949" y="7080"/>
                    <a:pt x="8028" y="7399"/>
                    <a:pt x="8234" y="7399"/>
                  </a:cubicBezTo>
                  <a:cubicBezTo>
                    <a:pt x="8255" y="7399"/>
                    <a:pt x="8278" y="7396"/>
                    <a:pt x="8302" y="7388"/>
                  </a:cubicBezTo>
                  <a:lnTo>
                    <a:pt x="9841" y="6896"/>
                  </a:lnTo>
                  <a:cubicBezTo>
                    <a:pt x="9924" y="6867"/>
                    <a:pt x="9982" y="6791"/>
                    <a:pt x="9982" y="6704"/>
                  </a:cubicBezTo>
                  <a:lnTo>
                    <a:pt x="9982" y="634"/>
                  </a:lnTo>
                  <a:cubicBezTo>
                    <a:pt x="9982" y="568"/>
                    <a:pt x="9950" y="507"/>
                    <a:pt x="9899" y="471"/>
                  </a:cubicBezTo>
                  <a:lnTo>
                    <a:pt x="9902" y="471"/>
                  </a:lnTo>
                  <a:cubicBezTo>
                    <a:pt x="9869" y="444"/>
                    <a:pt x="9828" y="431"/>
                    <a:pt x="9786" y="431"/>
                  </a:cubicBezTo>
                  <a:cubicBezTo>
                    <a:pt x="9764" y="431"/>
                    <a:pt x="9742" y="434"/>
                    <a:pt x="9721" y="442"/>
                  </a:cubicBezTo>
                  <a:lnTo>
                    <a:pt x="9439" y="532"/>
                  </a:lnTo>
                  <a:lnTo>
                    <a:pt x="9439" y="203"/>
                  </a:lnTo>
                  <a:cubicBezTo>
                    <a:pt x="9439" y="88"/>
                    <a:pt x="9345" y="0"/>
                    <a:pt x="9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88"/>
            <p:cNvSpPr/>
            <p:nvPr/>
          </p:nvSpPr>
          <p:spPr>
            <a:xfrm>
              <a:off x="1936635" y="3076857"/>
              <a:ext cx="38382" cy="49027"/>
            </a:xfrm>
            <a:custGeom>
              <a:rect b="b" l="l" r="r" t="t"/>
              <a:pathLst>
                <a:path extrusionOk="0" h="1870" w="1464">
                  <a:moveTo>
                    <a:pt x="1069" y="476"/>
                  </a:moveTo>
                  <a:lnTo>
                    <a:pt x="1069" y="1182"/>
                  </a:lnTo>
                  <a:lnTo>
                    <a:pt x="403" y="1395"/>
                  </a:lnTo>
                  <a:lnTo>
                    <a:pt x="403" y="689"/>
                  </a:lnTo>
                  <a:lnTo>
                    <a:pt x="1069" y="476"/>
                  </a:lnTo>
                  <a:close/>
                  <a:moveTo>
                    <a:pt x="1267" y="1"/>
                  </a:moveTo>
                  <a:cubicBezTo>
                    <a:pt x="1246" y="1"/>
                    <a:pt x="1224" y="5"/>
                    <a:pt x="1203" y="12"/>
                  </a:cubicBezTo>
                  <a:lnTo>
                    <a:pt x="138" y="352"/>
                  </a:lnTo>
                  <a:cubicBezTo>
                    <a:pt x="55" y="378"/>
                    <a:pt x="1" y="454"/>
                    <a:pt x="1" y="541"/>
                  </a:cubicBezTo>
                  <a:lnTo>
                    <a:pt x="1" y="1671"/>
                  </a:lnTo>
                  <a:cubicBezTo>
                    <a:pt x="1" y="1783"/>
                    <a:pt x="92" y="1869"/>
                    <a:pt x="198" y="1869"/>
                  </a:cubicBezTo>
                  <a:cubicBezTo>
                    <a:pt x="219" y="1869"/>
                    <a:pt x="240" y="1866"/>
                    <a:pt x="261" y="1859"/>
                  </a:cubicBezTo>
                  <a:lnTo>
                    <a:pt x="1326" y="1519"/>
                  </a:lnTo>
                  <a:cubicBezTo>
                    <a:pt x="1409" y="1493"/>
                    <a:pt x="1464" y="1417"/>
                    <a:pt x="1464" y="1330"/>
                  </a:cubicBezTo>
                  <a:lnTo>
                    <a:pt x="1464" y="200"/>
                  </a:lnTo>
                  <a:cubicBezTo>
                    <a:pt x="1464" y="139"/>
                    <a:pt x="1435" y="77"/>
                    <a:pt x="1384" y="41"/>
                  </a:cubicBezTo>
                  <a:cubicBezTo>
                    <a:pt x="1351" y="15"/>
                    <a:pt x="1309" y="1"/>
                    <a:pt x="1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5" name="Google Shape;17605;p88"/>
          <p:cNvGrpSpPr/>
          <p:nvPr/>
        </p:nvGrpSpPr>
        <p:grpSpPr>
          <a:xfrm>
            <a:off x="1352587" y="1516077"/>
            <a:ext cx="310992" cy="358262"/>
            <a:chOff x="1352587" y="1516077"/>
            <a:chExt cx="310992" cy="358262"/>
          </a:xfrm>
        </p:grpSpPr>
        <p:sp>
          <p:nvSpPr>
            <p:cNvPr id="17606" name="Google Shape;17606;p88"/>
            <p:cNvSpPr/>
            <p:nvPr/>
          </p:nvSpPr>
          <p:spPr>
            <a:xfrm>
              <a:off x="1457877" y="1589355"/>
              <a:ext cx="27581" cy="76555"/>
            </a:xfrm>
            <a:custGeom>
              <a:rect b="b" l="l" r="r" t="t"/>
              <a:pathLst>
                <a:path extrusionOk="0" h="2920" w="1052">
                  <a:moveTo>
                    <a:pt x="526" y="0"/>
                  </a:moveTo>
                  <a:cubicBezTo>
                    <a:pt x="236" y="0"/>
                    <a:pt x="1" y="236"/>
                    <a:pt x="5" y="526"/>
                  </a:cubicBezTo>
                  <a:lnTo>
                    <a:pt x="5" y="2919"/>
                  </a:lnTo>
                  <a:lnTo>
                    <a:pt x="1051" y="2919"/>
                  </a:lnTo>
                  <a:lnTo>
                    <a:pt x="1051" y="526"/>
                  </a:lnTo>
                  <a:cubicBezTo>
                    <a:pt x="1051" y="236"/>
                    <a:pt x="816" y="0"/>
                    <a:pt x="5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88"/>
            <p:cNvSpPr/>
            <p:nvPr/>
          </p:nvSpPr>
          <p:spPr>
            <a:xfrm>
              <a:off x="1457877" y="1644805"/>
              <a:ext cx="27581" cy="21105"/>
            </a:xfrm>
            <a:custGeom>
              <a:rect b="b" l="l" r="r" t="t"/>
              <a:pathLst>
                <a:path extrusionOk="0" h="805" w="1052">
                  <a:moveTo>
                    <a:pt x="1" y="0"/>
                  </a:moveTo>
                  <a:lnTo>
                    <a:pt x="1" y="804"/>
                  </a:lnTo>
                  <a:lnTo>
                    <a:pt x="1051" y="804"/>
                  </a:lnTo>
                  <a:lnTo>
                    <a:pt x="105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88"/>
            <p:cNvSpPr/>
            <p:nvPr/>
          </p:nvSpPr>
          <p:spPr>
            <a:xfrm>
              <a:off x="1375554" y="1589355"/>
              <a:ext cx="27476" cy="76555"/>
            </a:xfrm>
            <a:custGeom>
              <a:rect b="b" l="l" r="r" t="t"/>
              <a:pathLst>
                <a:path extrusionOk="0" h="2920" w="1048">
                  <a:moveTo>
                    <a:pt x="526" y="0"/>
                  </a:moveTo>
                  <a:cubicBezTo>
                    <a:pt x="236" y="0"/>
                    <a:pt x="1" y="236"/>
                    <a:pt x="1" y="526"/>
                  </a:cubicBezTo>
                  <a:lnTo>
                    <a:pt x="1" y="2919"/>
                  </a:lnTo>
                  <a:lnTo>
                    <a:pt x="1048" y="2919"/>
                  </a:lnTo>
                  <a:lnTo>
                    <a:pt x="1048" y="526"/>
                  </a:lnTo>
                  <a:cubicBezTo>
                    <a:pt x="1048" y="236"/>
                    <a:pt x="816" y="0"/>
                    <a:pt x="5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88"/>
            <p:cNvSpPr/>
            <p:nvPr/>
          </p:nvSpPr>
          <p:spPr>
            <a:xfrm>
              <a:off x="1375554" y="1644805"/>
              <a:ext cx="27476" cy="21105"/>
            </a:xfrm>
            <a:custGeom>
              <a:rect b="b" l="l" r="r" t="t"/>
              <a:pathLst>
                <a:path extrusionOk="0" h="805" w="1048">
                  <a:moveTo>
                    <a:pt x="1" y="0"/>
                  </a:moveTo>
                  <a:lnTo>
                    <a:pt x="1" y="804"/>
                  </a:lnTo>
                  <a:lnTo>
                    <a:pt x="1048" y="804"/>
                  </a:lnTo>
                  <a:lnTo>
                    <a:pt x="104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88"/>
            <p:cNvSpPr/>
            <p:nvPr/>
          </p:nvSpPr>
          <p:spPr>
            <a:xfrm>
              <a:off x="1416768" y="1803368"/>
              <a:ext cx="27476" cy="65727"/>
            </a:xfrm>
            <a:custGeom>
              <a:rect b="b" l="l" r="r" t="t"/>
              <a:pathLst>
                <a:path extrusionOk="0" h="2507" w="1048">
                  <a:moveTo>
                    <a:pt x="1" y="1"/>
                  </a:moveTo>
                  <a:lnTo>
                    <a:pt x="1" y="2507"/>
                  </a:lnTo>
                  <a:lnTo>
                    <a:pt x="1047" y="2507"/>
                  </a:lnTo>
                  <a:lnTo>
                    <a:pt x="1047"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88"/>
            <p:cNvSpPr/>
            <p:nvPr/>
          </p:nvSpPr>
          <p:spPr>
            <a:xfrm>
              <a:off x="1416768" y="1803368"/>
              <a:ext cx="27476" cy="21865"/>
            </a:xfrm>
            <a:custGeom>
              <a:rect b="b" l="l" r="r" t="t"/>
              <a:pathLst>
                <a:path extrusionOk="0" h="834" w="1048">
                  <a:moveTo>
                    <a:pt x="1" y="1"/>
                  </a:moveTo>
                  <a:lnTo>
                    <a:pt x="1" y="834"/>
                  </a:lnTo>
                  <a:lnTo>
                    <a:pt x="1047" y="834"/>
                  </a:lnTo>
                  <a:lnTo>
                    <a:pt x="1047"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88"/>
            <p:cNvSpPr/>
            <p:nvPr/>
          </p:nvSpPr>
          <p:spPr>
            <a:xfrm>
              <a:off x="1410502" y="1777937"/>
              <a:ext cx="40008" cy="32116"/>
            </a:xfrm>
            <a:custGeom>
              <a:rect b="b" l="l" r="r" t="t"/>
              <a:pathLst>
                <a:path extrusionOk="0" h="1225" w="1526">
                  <a:moveTo>
                    <a:pt x="1" y="0"/>
                  </a:moveTo>
                  <a:lnTo>
                    <a:pt x="1" y="1224"/>
                  </a:lnTo>
                  <a:lnTo>
                    <a:pt x="1525" y="1224"/>
                  </a:lnTo>
                  <a:lnTo>
                    <a:pt x="1525"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88"/>
            <p:cNvSpPr/>
            <p:nvPr/>
          </p:nvSpPr>
          <p:spPr>
            <a:xfrm>
              <a:off x="1437008" y="1777937"/>
              <a:ext cx="13502" cy="32116"/>
            </a:xfrm>
            <a:custGeom>
              <a:rect b="b" l="l" r="r" t="t"/>
              <a:pathLst>
                <a:path extrusionOk="0" h="1225" w="515">
                  <a:moveTo>
                    <a:pt x="0" y="0"/>
                  </a:moveTo>
                  <a:lnTo>
                    <a:pt x="0" y="1224"/>
                  </a:lnTo>
                  <a:lnTo>
                    <a:pt x="514" y="1224"/>
                  </a:lnTo>
                  <a:lnTo>
                    <a:pt x="5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88"/>
            <p:cNvSpPr/>
            <p:nvPr/>
          </p:nvSpPr>
          <p:spPr>
            <a:xfrm>
              <a:off x="1405573" y="1752087"/>
              <a:ext cx="49866" cy="32510"/>
            </a:xfrm>
            <a:custGeom>
              <a:rect b="b" l="l" r="r" t="t"/>
              <a:pathLst>
                <a:path extrusionOk="0" h="1240" w="1902">
                  <a:moveTo>
                    <a:pt x="0" y="1"/>
                  </a:moveTo>
                  <a:lnTo>
                    <a:pt x="0" y="1240"/>
                  </a:lnTo>
                  <a:lnTo>
                    <a:pt x="1902" y="1240"/>
                  </a:lnTo>
                  <a:lnTo>
                    <a:pt x="1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88"/>
            <p:cNvSpPr/>
            <p:nvPr/>
          </p:nvSpPr>
          <p:spPr>
            <a:xfrm>
              <a:off x="1437008" y="1752087"/>
              <a:ext cx="18431" cy="32510"/>
            </a:xfrm>
            <a:custGeom>
              <a:rect b="b" l="l" r="r" t="t"/>
              <a:pathLst>
                <a:path extrusionOk="0" h="1240" w="703">
                  <a:moveTo>
                    <a:pt x="0" y="1"/>
                  </a:moveTo>
                  <a:lnTo>
                    <a:pt x="0" y="1240"/>
                  </a:lnTo>
                  <a:lnTo>
                    <a:pt x="703" y="1240"/>
                  </a:lnTo>
                  <a:lnTo>
                    <a:pt x="703"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88"/>
            <p:cNvSpPr/>
            <p:nvPr/>
          </p:nvSpPr>
          <p:spPr>
            <a:xfrm>
              <a:off x="1364542" y="1684314"/>
              <a:ext cx="131926" cy="74930"/>
            </a:xfrm>
            <a:custGeom>
              <a:rect b="b" l="l" r="r" t="t"/>
              <a:pathLst>
                <a:path extrusionOk="0" h="2858" w="5032">
                  <a:moveTo>
                    <a:pt x="1" y="0"/>
                  </a:moveTo>
                  <a:lnTo>
                    <a:pt x="1" y="934"/>
                  </a:lnTo>
                  <a:lnTo>
                    <a:pt x="1558" y="2858"/>
                  </a:lnTo>
                  <a:lnTo>
                    <a:pt x="3474" y="2858"/>
                  </a:lnTo>
                  <a:lnTo>
                    <a:pt x="5031" y="934"/>
                  </a:lnTo>
                  <a:lnTo>
                    <a:pt x="5031"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88"/>
            <p:cNvSpPr/>
            <p:nvPr/>
          </p:nvSpPr>
          <p:spPr>
            <a:xfrm>
              <a:off x="1434517" y="1684314"/>
              <a:ext cx="61952" cy="74930"/>
            </a:xfrm>
            <a:custGeom>
              <a:rect b="b" l="l" r="r" t="t"/>
              <a:pathLst>
                <a:path extrusionOk="0" h="2858" w="2363">
                  <a:moveTo>
                    <a:pt x="1685" y="0"/>
                  </a:moveTo>
                  <a:lnTo>
                    <a:pt x="1685" y="772"/>
                  </a:lnTo>
                  <a:lnTo>
                    <a:pt x="1" y="2858"/>
                  </a:lnTo>
                  <a:lnTo>
                    <a:pt x="805" y="2858"/>
                  </a:lnTo>
                  <a:lnTo>
                    <a:pt x="2362" y="934"/>
                  </a:lnTo>
                  <a:lnTo>
                    <a:pt x="236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88"/>
            <p:cNvSpPr/>
            <p:nvPr/>
          </p:nvSpPr>
          <p:spPr>
            <a:xfrm>
              <a:off x="1357805" y="1657441"/>
              <a:ext cx="145402" cy="26899"/>
            </a:xfrm>
            <a:custGeom>
              <a:rect b="b" l="l" r="r" t="t"/>
              <a:pathLst>
                <a:path extrusionOk="0" h="1026" w="5546">
                  <a:moveTo>
                    <a:pt x="1" y="0"/>
                  </a:moveTo>
                  <a:lnTo>
                    <a:pt x="1" y="1025"/>
                  </a:lnTo>
                  <a:lnTo>
                    <a:pt x="5545" y="1025"/>
                  </a:lnTo>
                  <a:lnTo>
                    <a:pt x="5545"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88"/>
            <p:cNvSpPr/>
            <p:nvPr/>
          </p:nvSpPr>
          <p:spPr>
            <a:xfrm>
              <a:off x="1483150" y="1657441"/>
              <a:ext cx="20056" cy="26899"/>
            </a:xfrm>
            <a:custGeom>
              <a:rect b="b" l="l" r="r" t="t"/>
              <a:pathLst>
                <a:path extrusionOk="0" h="1026" w="765">
                  <a:moveTo>
                    <a:pt x="0" y="0"/>
                  </a:moveTo>
                  <a:lnTo>
                    <a:pt x="0" y="1025"/>
                  </a:lnTo>
                  <a:lnTo>
                    <a:pt x="764" y="1025"/>
                  </a:lnTo>
                  <a:lnTo>
                    <a:pt x="7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88"/>
            <p:cNvSpPr/>
            <p:nvPr/>
          </p:nvSpPr>
          <p:spPr>
            <a:xfrm>
              <a:off x="1505462" y="1521215"/>
              <a:ext cx="157069" cy="163781"/>
            </a:xfrm>
            <a:custGeom>
              <a:rect b="b" l="l" r="r" t="t"/>
              <a:pathLst>
                <a:path extrusionOk="0" h="6247" w="5991">
                  <a:moveTo>
                    <a:pt x="3001" y="1"/>
                  </a:moveTo>
                  <a:cubicBezTo>
                    <a:pt x="2966" y="1"/>
                    <a:pt x="2930" y="1"/>
                    <a:pt x="2894" y="3"/>
                  </a:cubicBezTo>
                  <a:cubicBezTo>
                    <a:pt x="1833" y="46"/>
                    <a:pt x="884" y="683"/>
                    <a:pt x="442" y="1647"/>
                  </a:cubicBezTo>
                  <a:cubicBezTo>
                    <a:pt x="0" y="2614"/>
                    <a:pt x="134" y="3744"/>
                    <a:pt x="797" y="4577"/>
                  </a:cubicBezTo>
                  <a:lnTo>
                    <a:pt x="721" y="6246"/>
                  </a:lnTo>
                  <a:lnTo>
                    <a:pt x="2231" y="5540"/>
                  </a:lnTo>
                  <a:cubicBezTo>
                    <a:pt x="2487" y="5612"/>
                    <a:pt x="2747" y="5647"/>
                    <a:pt x="3004" y="5647"/>
                  </a:cubicBezTo>
                  <a:cubicBezTo>
                    <a:pt x="3932" y="5647"/>
                    <a:pt x="4820" y="5192"/>
                    <a:pt x="5353" y="4392"/>
                  </a:cubicBezTo>
                  <a:cubicBezTo>
                    <a:pt x="5944" y="3512"/>
                    <a:pt x="5991" y="2371"/>
                    <a:pt x="5469" y="1444"/>
                  </a:cubicBezTo>
                  <a:cubicBezTo>
                    <a:pt x="4969" y="548"/>
                    <a:pt x="4022" y="1"/>
                    <a:pt x="300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88"/>
            <p:cNvSpPr/>
            <p:nvPr/>
          </p:nvSpPr>
          <p:spPr>
            <a:xfrm>
              <a:off x="1551132" y="1544811"/>
              <a:ext cx="62791" cy="105630"/>
            </a:xfrm>
            <a:custGeom>
              <a:rect b="b" l="l" r="r" t="t"/>
              <a:pathLst>
                <a:path extrusionOk="0" h="4029" w="2395">
                  <a:moveTo>
                    <a:pt x="1091" y="1"/>
                  </a:moveTo>
                  <a:lnTo>
                    <a:pt x="0" y="1928"/>
                  </a:lnTo>
                  <a:lnTo>
                    <a:pt x="1051" y="1928"/>
                  </a:lnTo>
                  <a:lnTo>
                    <a:pt x="98" y="4028"/>
                  </a:lnTo>
                  <a:lnTo>
                    <a:pt x="98" y="4028"/>
                  </a:lnTo>
                  <a:lnTo>
                    <a:pt x="2394" y="1268"/>
                  </a:lnTo>
                  <a:lnTo>
                    <a:pt x="1206" y="1268"/>
                  </a:lnTo>
                  <a:lnTo>
                    <a:pt x="2159"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88"/>
            <p:cNvSpPr/>
            <p:nvPr/>
          </p:nvSpPr>
          <p:spPr>
            <a:xfrm>
              <a:off x="1490754" y="1516077"/>
              <a:ext cx="172826" cy="174189"/>
            </a:xfrm>
            <a:custGeom>
              <a:rect b="b" l="l" r="r" t="t"/>
              <a:pathLst>
                <a:path extrusionOk="0" h="6644" w="6592">
                  <a:moveTo>
                    <a:pt x="3565" y="0"/>
                  </a:moveTo>
                  <a:cubicBezTo>
                    <a:pt x="3133" y="0"/>
                    <a:pt x="2693" y="93"/>
                    <a:pt x="2271" y="293"/>
                  </a:cubicBezTo>
                  <a:cubicBezTo>
                    <a:pt x="543" y="1111"/>
                    <a:pt x="0" y="3310"/>
                    <a:pt x="1152" y="4842"/>
                  </a:cubicBezTo>
                  <a:lnTo>
                    <a:pt x="1079" y="6435"/>
                  </a:lnTo>
                  <a:cubicBezTo>
                    <a:pt x="1074" y="6553"/>
                    <a:pt x="1168" y="6643"/>
                    <a:pt x="1276" y="6643"/>
                  </a:cubicBezTo>
                  <a:cubicBezTo>
                    <a:pt x="1304" y="6643"/>
                    <a:pt x="1333" y="6637"/>
                    <a:pt x="1362" y="6624"/>
                  </a:cubicBezTo>
                  <a:lnTo>
                    <a:pt x="2807" y="5950"/>
                  </a:lnTo>
                  <a:cubicBezTo>
                    <a:pt x="3063" y="6016"/>
                    <a:pt x="3319" y="6048"/>
                    <a:pt x="3570" y="6048"/>
                  </a:cubicBezTo>
                  <a:cubicBezTo>
                    <a:pt x="5143" y="6048"/>
                    <a:pt x="6516" y="4809"/>
                    <a:pt x="6584" y="3150"/>
                  </a:cubicBezTo>
                  <a:cubicBezTo>
                    <a:pt x="6592" y="3042"/>
                    <a:pt x="6508" y="2947"/>
                    <a:pt x="6396" y="2940"/>
                  </a:cubicBezTo>
                  <a:lnTo>
                    <a:pt x="6389" y="2940"/>
                  </a:lnTo>
                  <a:cubicBezTo>
                    <a:pt x="6280" y="2940"/>
                    <a:pt x="6193" y="3027"/>
                    <a:pt x="6190" y="3132"/>
                  </a:cubicBezTo>
                  <a:cubicBezTo>
                    <a:pt x="6125" y="4576"/>
                    <a:pt x="4929" y="5645"/>
                    <a:pt x="3567" y="5645"/>
                  </a:cubicBezTo>
                  <a:cubicBezTo>
                    <a:pt x="3330" y="5645"/>
                    <a:pt x="3088" y="5612"/>
                    <a:pt x="2847" y="5544"/>
                  </a:cubicBezTo>
                  <a:cubicBezTo>
                    <a:pt x="2829" y="5538"/>
                    <a:pt x="2811" y="5536"/>
                    <a:pt x="2792" y="5536"/>
                  </a:cubicBezTo>
                  <a:cubicBezTo>
                    <a:pt x="2764" y="5536"/>
                    <a:pt x="2735" y="5542"/>
                    <a:pt x="2709" y="5555"/>
                  </a:cubicBezTo>
                  <a:lnTo>
                    <a:pt x="1496" y="6120"/>
                  </a:lnTo>
                  <a:lnTo>
                    <a:pt x="1557" y="4784"/>
                  </a:lnTo>
                  <a:cubicBezTo>
                    <a:pt x="1557" y="4733"/>
                    <a:pt x="1543" y="4686"/>
                    <a:pt x="1510" y="4650"/>
                  </a:cubicBezTo>
                  <a:cubicBezTo>
                    <a:pt x="471" y="3339"/>
                    <a:pt x="909" y="1401"/>
                    <a:pt x="2412" y="662"/>
                  </a:cubicBezTo>
                  <a:cubicBezTo>
                    <a:pt x="2786" y="480"/>
                    <a:pt x="3178" y="394"/>
                    <a:pt x="3563" y="394"/>
                  </a:cubicBezTo>
                  <a:cubicBezTo>
                    <a:pt x="4726" y="394"/>
                    <a:pt x="5817" y="1175"/>
                    <a:pt x="6113" y="2401"/>
                  </a:cubicBezTo>
                  <a:cubicBezTo>
                    <a:pt x="6139" y="2506"/>
                    <a:pt x="6220" y="2553"/>
                    <a:pt x="6302" y="2553"/>
                  </a:cubicBezTo>
                  <a:cubicBezTo>
                    <a:pt x="6420" y="2553"/>
                    <a:pt x="6539" y="2458"/>
                    <a:pt x="6501" y="2306"/>
                  </a:cubicBezTo>
                  <a:cubicBezTo>
                    <a:pt x="6159" y="898"/>
                    <a:pt x="4905" y="0"/>
                    <a:pt x="3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88"/>
            <p:cNvSpPr/>
            <p:nvPr/>
          </p:nvSpPr>
          <p:spPr>
            <a:xfrm>
              <a:off x="1352587" y="1584137"/>
              <a:ext cx="155837" cy="290202"/>
            </a:xfrm>
            <a:custGeom>
              <a:rect b="b" l="l" r="r" t="t"/>
              <a:pathLst>
                <a:path extrusionOk="0" h="11069" w="5944">
                  <a:moveTo>
                    <a:pt x="1402" y="399"/>
                  </a:moveTo>
                  <a:cubicBezTo>
                    <a:pt x="1580" y="399"/>
                    <a:pt x="1728" y="543"/>
                    <a:pt x="1728" y="725"/>
                  </a:cubicBezTo>
                  <a:lnTo>
                    <a:pt x="1728" y="2601"/>
                  </a:lnTo>
                  <a:lnTo>
                    <a:pt x="1076" y="2601"/>
                  </a:lnTo>
                  <a:lnTo>
                    <a:pt x="1076" y="725"/>
                  </a:lnTo>
                  <a:lnTo>
                    <a:pt x="1080" y="725"/>
                  </a:lnTo>
                  <a:cubicBezTo>
                    <a:pt x="1076" y="543"/>
                    <a:pt x="1225" y="399"/>
                    <a:pt x="1402" y="399"/>
                  </a:cubicBezTo>
                  <a:close/>
                  <a:moveTo>
                    <a:pt x="4546" y="399"/>
                  </a:moveTo>
                  <a:cubicBezTo>
                    <a:pt x="4723" y="399"/>
                    <a:pt x="4868" y="543"/>
                    <a:pt x="4868" y="725"/>
                  </a:cubicBezTo>
                  <a:lnTo>
                    <a:pt x="4868" y="2601"/>
                  </a:lnTo>
                  <a:lnTo>
                    <a:pt x="4220" y="2601"/>
                  </a:lnTo>
                  <a:lnTo>
                    <a:pt x="4220" y="725"/>
                  </a:lnTo>
                  <a:cubicBezTo>
                    <a:pt x="4220" y="543"/>
                    <a:pt x="4365" y="399"/>
                    <a:pt x="4546" y="399"/>
                  </a:cubicBezTo>
                  <a:close/>
                  <a:moveTo>
                    <a:pt x="5545" y="2999"/>
                  </a:moveTo>
                  <a:lnTo>
                    <a:pt x="5545" y="3622"/>
                  </a:lnTo>
                  <a:lnTo>
                    <a:pt x="399" y="3622"/>
                  </a:lnTo>
                  <a:lnTo>
                    <a:pt x="399" y="2999"/>
                  </a:lnTo>
                  <a:close/>
                  <a:moveTo>
                    <a:pt x="3724" y="6878"/>
                  </a:moveTo>
                  <a:lnTo>
                    <a:pt x="3724" y="7446"/>
                  </a:lnTo>
                  <a:lnTo>
                    <a:pt x="2221" y="7446"/>
                  </a:lnTo>
                  <a:lnTo>
                    <a:pt x="2221" y="6878"/>
                  </a:lnTo>
                  <a:close/>
                  <a:moveTo>
                    <a:pt x="3535" y="7848"/>
                  </a:moveTo>
                  <a:lnTo>
                    <a:pt x="3535" y="8417"/>
                  </a:lnTo>
                  <a:lnTo>
                    <a:pt x="2409" y="8417"/>
                  </a:lnTo>
                  <a:lnTo>
                    <a:pt x="2409" y="7848"/>
                  </a:lnTo>
                  <a:close/>
                  <a:moveTo>
                    <a:pt x="1402" y="0"/>
                  </a:moveTo>
                  <a:cubicBezTo>
                    <a:pt x="1000" y="0"/>
                    <a:pt x="678" y="323"/>
                    <a:pt x="678" y="725"/>
                  </a:cubicBezTo>
                  <a:lnTo>
                    <a:pt x="678" y="2601"/>
                  </a:lnTo>
                  <a:lnTo>
                    <a:pt x="200" y="2601"/>
                  </a:lnTo>
                  <a:cubicBezTo>
                    <a:pt x="197" y="2600"/>
                    <a:pt x="195" y="2600"/>
                    <a:pt x="193" y="2600"/>
                  </a:cubicBezTo>
                  <a:cubicBezTo>
                    <a:pt x="84" y="2600"/>
                    <a:pt x="0" y="2690"/>
                    <a:pt x="0" y="2800"/>
                  </a:cubicBezTo>
                  <a:lnTo>
                    <a:pt x="0" y="3821"/>
                  </a:lnTo>
                  <a:cubicBezTo>
                    <a:pt x="0" y="3933"/>
                    <a:pt x="87" y="4020"/>
                    <a:pt x="200" y="4020"/>
                  </a:cubicBezTo>
                  <a:lnTo>
                    <a:pt x="254" y="4020"/>
                  </a:lnTo>
                  <a:lnTo>
                    <a:pt x="254" y="4755"/>
                  </a:lnTo>
                  <a:cubicBezTo>
                    <a:pt x="254" y="4799"/>
                    <a:pt x="272" y="4846"/>
                    <a:pt x="301" y="4879"/>
                  </a:cubicBezTo>
                  <a:lnTo>
                    <a:pt x="917" y="5643"/>
                  </a:lnTo>
                  <a:cubicBezTo>
                    <a:pt x="961" y="5697"/>
                    <a:pt x="1016" y="5719"/>
                    <a:pt x="1069" y="5719"/>
                  </a:cubicBezTo>
                  <a:cubicBezTo>
                    <a:pt x="1217" y="5719"/>
                    <a:pt x="1354" y="5542"/>
                    <a:pt x="1228" y="5389"/>
                  </a:cubicBezTo>
                  <a:lnTo>
                    <a:pt x="656" y="4683"/>
                  </a:lnTo>
                  <a:lnTo>
                    <a:pt x="656" y="4024"/>
                  </a:lnTo>
                  <a:lnTo>
                    <a:pt x="5288" y="4024"/>
                  </a:lnTo>
                  <a:lnTo>
                    <a:pt x="5288" y="4683"/>
                  </a:lnTo>
                  <a:lnTo>
                    <a:pt x="3832" y="6476"/>
                  </a:lnTo>
                  <a:lnTo>
                    <a:pt x="2108" y="6476"/>
                  </a:lnTo>
                  <a:lnTo>
                    <a:pt x="1768" y="6056"/>
                  </a:lnTo>
                  <a:cubicBezTo>
                    <a:pt x="1733" y="5975"/>
                    <a:pt x="1657" y="5932"/>
                    <a:pt x="1580" y="5932"/>
                  </a:cubicBezTo>
                  <a:cubicBezTo>
                    <a:pt x="1522" y="5932"/>
                    <a:pt x="1464" y="5957"/>
                    <a:pt x="1424" y="6009"/>
                  </a:cubicBezTo>
                  <a:lnTo>
                    <a:pt x="1420" y="6019"/>
                  </a:lnTo>
                  <a:cubicBezTo>
                    <a:pt x="1362" y="6092"/>
                    <a:pt x="1362" y="6193"/>
                    <a:pt x="1424" y="6266"/>
                  </a:cubicBezTo>
                  <a:lnTo>
                    <a:pt x="1822" y="6758"/>
                  </a:lnTo>
                  <a:lnTo>
                    <a:pt x="1822" y="7646"/>
                  </a:lnTo>
                  <a:cubicBezTo>
                    <a:pt x="1822" y="7751"/>
                    <a:pt x="1902" y="7841"/>
                    <a:pt x="2010" y="7845"/>
                  </a:cubicBezTo>
                  <a:lnTo>
                    <a:pt x="2010" y="8616"/>
                  </a:lnTo>
                  <a:cubicBezTo>
                    <a:pt x="2010" y="8725"/>
                    <a:pt x="2097" y="8815"/>
                    <a:pt x="2210" y="8815"/>
                  </a:cubicBezTo>
                  <a:lnTo>
                    <a:pt x="2246" y="8815"/>
                  </a:lnTo>
                  <a:lnTo>
                    <a:pt x="2246" y="10865"/>
                  </a:lnTo>
                  <a:cubicBezTo>
                    <a:pt x="2246" y="10978"/>
                    <a:pt x="2336" y="11068"/>
                    <a:pt x="2449" y="11068"/>
                  </a:cubicBezTo>
                  <a:lnTo>
                    <a:pt x="3495" y="11068"/>
                  </a:lnTo>
                  <a:cubicBezTo>
                    <a:pt x="3608" y="11068"/>
                    <a:pt x="3695" y="10978"/>
                    <a:pt x="3695" y="10865"/>
                  </a:cubicBezTo>
                  <a:lnTo>
                    <a:pt x="3695" y="10087"/>
                  </a:lnTo>
                  <a:cubicBezTo>
                    <a:pt x="3695" y="9954"/>
                    <a:pt x="3595" y="9888"/>
                    <a:pt x="3495" y="9888"/>
                  </a:cubicBezTo>
                  <a:cubicBezTo>
                    <a:pt x="3396" y="9888"/>
                    <a:pt x="3296" y="9954"/>
                    <a:pt x="3296" y="10087"/>
                  </a:cubicBezTo>
                  <a:lnTo>
                    <a:pt x="3296" y="10666"/>
                  </a:lnTo>
                  <a:lnTo>
                    <a:pt x="2648" y="10666"/>
                  </a:lnTo>
                  <a:lnTo>
                    <a:pt x="2648" y="8819"/>
                  </a:lnTo>
                  <a:lnTo>
                    <a:pt x="3296" y="8819"/>
                  </a:lnTo>
                  <a:lnTo>
                    <a:pt x="3296" y="9301"/>
                  </a:lnTo>
                  <a:cubicBezTo>
                    <a:pt x="3296" y="9433"/>
                    <a:pt x="3396" y="9499"/>
                    <a:pt x="3495" y="9499"/>
                  </a:cubicBezTo>
                  <a:cubicBezTo>
                    <a:pt x="3595" y="9499"/>
                    <a:pt x="3695" y="9433"/>
                    <a:pt x="3695" y="9301"/>
                  </a:cubicBezTo>
                  <a:lnTo>
                    <a:pt x="3695" y="8819"/>
                  </a:lnTo>
                  <a:lnTo>
                    <a:pt x="3731" y="8819"/>
                  </a:lnTo>
                  <a:cubicBezTo>
                    <a:pt x="3843" y="8819"/>
                    <a:pt x="3934" y="8729"/>
                    <a:pt x="3934" y="8616"/>
                  </a:cubicBezTo>
                  <a:lnTo>
                    <a:pt x="3934" y="7848"/>
                  </a:lnTo>
                  <a:cubicBezTo>
                    <a:pt x="4039" y="7841"/>
                    <a:pt x="4122" y="7754"/>
                    <a:pt x="4122" y="7649"/>
                  </a:cubicBezTo>
                  <a:lnTo>
                    <a:pt x="4122" y="6758"/>
                  </a:lnTo>
                  <a:lnTo>
                    <a:pt x="5643" y="4882"/>
                  </a:lnTo>
                  <a:cubicBezTo>
                    <a:pt x="5672" y="4846"/>
                    <a:pt x="5687" y="4803"/>
                    <a:pt x="5687" y="4755"/>
                  </a:cubicBezTo>
                  <a:lnTo>
                    <a:pt x="5687" y="4024"/>
                  </a:lnTo>
                  <a:lnTo>
                    <a:pt x="5744" y="4024"/>
                  </a:lnTo>
                  <a:cubicBezTo>
                    <a:pt x="5853" y="4024"/>
                    <a:pt x="5944" y="3933"/>
                    <a:pt x="5944" y="3821"/>
                  </a:cubicBezTo>
                  <a:lnTo>
                    <a:pt x="5944" y="2796"/>
                  </a:lnTo>
                  <a:cubicBezTo>
                    <a:pt x="5944" y="2687"/>
                    <a:pt x="5853" y="2601"/>
                    <a:pt x="5744" y="2601"/>
                  </a:cubicBezTo>
                  <a:lnTo>
                    <a:pt x="5266" y="2601"/>
                  </a:lnTo>
                  <a:lnTo>
                    <a:pt x="5266" y="725"/>
                  </a:lnTo>
                  <a:cubicBezTo>
                    <a:pt x="5266" y="323"/>
                    <a:pt x="4944" y="0"/>
                    <a:pt x="4542" y="0"/>
                  </a:cubicBezTo>
                  <a:cubicBezTo>
                    <a:pt x="4144" y="0"/>
                    <a:pt x="3818" y="323"/>
                    <a:pt x="3818" y="725"/>
                  </a:cubicBezTo>
                  <a:lnTo>
                    <a:pt x="3818" y="2601"/>
                  </a:lnTo>
                  <a:lnTo>
                    <a:pt x="2126" y="2601"/>
                  </a:lnTo>
                  <a:lnTo>
                    <a:pt x="2126" y="725"/>
                  </a:lnTo>
                  <a:cubicBezTo>
                    <a:pt x="2126" y="323"/>
                    <a:pt x="1800" y="0"/>
                    <a:pt x="1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88"/>
            <p:cNvSpPr/>
            <p:nvPr/>
          </p:nvSpPr>
          <p:spPr>
            <a:xfrm>
              <a:off x="1394745" y="1695404"/>
              <a:ext cx="71443" cy="10487"/>
            </a:xfrm>
            <a:custGeom>
              <a:rect b="b" l="l" r="r" t="t"/>
              <a:pathLst>
                <a:path extrusionOk="0" h="400" w="2725">
                  <a:moveTo>
                    <a:pt x="268" y="1"/>
                  </a:moveTo>
                  <a:cubicBezTo>
                    <a:pt x="0" y="1"/>
                    <a:pt x="0" y="399"/>
                    <a:pt x="268" y="399"/>
                  </a:cubicBezTo>
                  <a:lnTo>
                    <a:pt x="2460" y="399"/>
                  </a:lnTo>
                  <a:cubicBezTo>
                    <a:pt x="2724" y="399"/>
                    <a:pt x="2724" y="1"/>
                    <a:pt x="24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88"/>
            <p:cNvSpPr/>
            <p:nvPr/>
          </p:nvSpPr>
          <p:spPr>
            <a:xfrm>
              <a:off x="1544578" y="1539594"/>
              <a:ext cx="76188" cy="116117"/>
            </a:xfrm>
            <a:custGeom>
              <a:rect b="b" l="l" r="r" t="t"/>
              <a:pathLst>
                <a:path extrusionOk="0" h="4429" w="2906">
                  <a:moveTo>
                    <a:pt x="2007" y="403"/>
                  </a:moveTo>
                  <a:lnTo>
                    <a:pt x="1297" y="1344"/>
                  </a:lnTo>
                  <a:cubicBezTo>
                    <a:pt x="1199" y="1478"/>
                    <a:pt x="1294" y="1667"/>
                    <a:pt x="1456" y="1667"/>
                  </a:cubicBezTo>
                  <a:lnTo>
                    <a:pt x="2221" y="1667"/>
                  </a:lnTo>
                  <a:lnTo>
                    <a:pt x="1145" y="2956"/>
                  </a:lnTo>
                  <a:lnTo>
                    <a:pt x="1485" y="2210"/>
                  </a:lnTo>
                  <a:cubicBezTo>
                    <a:pt x="1543" y="2076"/>
                    <a:pt x="1449" y="1927"/>
                    <a:pt x="1304" y="1927"/>
                  </a:cubicBezTo>
                  <a:lnTo>
                    <a:pt x="595" y="1927"/>
                  </a:lnTo>
                  <a:lnTo>
                    <a:pt x="1456" y="403"/>
                  </a:lnTo>
                  <a:close/>
                  <a:moveTo>
                    <a:pt x="1341" y="1"/>
                  </a:moveTo>
                  <a:cubicBezTo>
                    <a:pt x="1268" y="1"/>
                    <a:pt x="1203" y="40"/>
                    <a:pt x="1167" y="102"/>
                  </a:cubicBezTo>
                  <a:lnTo>
                    <a:pt x="77" y="2029"/>
                  </a:lnTo>
                  <a:cubicBezTo>
                    <a:pt x="1" y="2163"/>
                    <a:pt x="98" y="2326"/>
                    <a:pt x="250" y="2326"/>
                  </a:cubicBezTo>
                  <a:lnTo>
                    <a:pt x="993" y="2326"/>
                  </a:lnTo>
                  <a:lnTo>
                    <a:pt x="167" y="4144"/>
                  </a:lnTo>
                  <a:cubicBezTo>
                    <a:pt x="124" y="4234"/>
                    <a:pt x="156" y="4343"/>
                    <a:pt x="243" y="4397"/>
                  </a:cubicBezTo>
                  <a:cubicBezTo>
                    <a:pt x="275" y="4418"/>
                    <a:pt x="312" y="4429"/>
                    <a:pt x="348" y="4429"/>
                  </a:cubicBezTo>
                  <a:cubicBezTo>
                    <a:pt x="406" y="4429"/>
                    <a:pt x="464" y="4403"/>
                    <a:pt x="504" y="4354"/>
                  </a:cubicBezTo>
                  <a:lnTo>
                    <a:pt x="2797" y="1594"/>
                  </a:lnTo>
                  <a:cubicBezTo>
                    <a:pt x="2905" y="1464"/>
                    <a:pt x="2815" y="1265"/>
                    <a:pt x="2644" y="1265"/>
                  </a:cubicBezTo>
                  <a:lnTo>
                    <a:pt x="1858" y="1265"/>
                  </a:lnTo>
                  <a:lnTo>
                    <a:pt x="2568" y="323"/>
                  </a:lnTo>
                  <a:cubicBezTo>
                    <a:pt x="2666" y="189"/>
                    <a:pt x="2572" y="1"/>
                    <a:pt x="24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26" name="Google Shape;17626;p88"/>
          <p:cNvSpPr/>
          <p:nvPr/>
        </p:nvSpPr>
        <p:spPr>
          <a:xfrm>
            <a:off x="1324482" y="3241057"/>
            <a:ext cx="181110" cy="12925"/>
          </a:xfrm>
          <a:custGeom>
            <a:rect b="b" l="l" r="r" t="t"/>
            <a:pathLst>
              <a:path extrusionOk="0" h="493" w="6908">
                <a:moveTo>
                  <a:pt x="0" y="0"/>
                </a:moveTo>
                <a:lnTo>
                  <a:pt x="0" y="493"/>
                </a:lnTo>
                <a:lnTo>
                  <a:pt x="6907" y="493"/>
                </a:lnTo>
                <a:lnTo>
                  <a:pt x="690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27" name="Google Shape;17627;p88"/>
          <p:cNvGrpSpPr/>
          <p:nvPr/>
        </p:nvGrpSpPr>
        <p:grpSpPr>
          <a:xfrm>
            <a:off x="1319160" y="2900937"/>
            <a:ext cx="265295" cy="358262"/>
            <a:chOff x="1319160" y="2900937"/>
            <a:chExt cx="265295" cy="358262"/>
          </a:xfrm>
        </p:grpSpPr>
        <p:sp>
          <p:nvSpPr>
            <p:cNvPr id="17628" name="Google Shape;17628;p88"/>
            <p:cNvSpPr/>
            <p:nvPr/>
          </p:nvSpPr>
          <p:spPr>
            <a:xfrm>
              <a:off x="1324482" y="2939294"/>
              <a:ext cx="181110" cy="314689"/>
            </a:xfrm>
            <a:custGeom>
              <a:rect b="b" l="l" r="r" t="t"/>
              <a:pathLst>
                <a:path extrusionOk="0" h="12003" w="6908">
                  <a:moveTo>
                    <a:pt x="0" y="0"/>
                  </a:moveTo>
                  <a:lnTo>
                    <a:pt x="0" y="12003"/>
                  </a:lnTo>
                  <a:lnTo>
                    <a:pt x="6907" y="12003"/>
                  </a:lnTo>
                  <a:lnTo>
                    <a:pt x="6907"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88"/>
            <p:cNvSpPr/>
            <p:nvPr/>
          </p:nvSpPr>
          <p:spPr>
            <a:xfrm>
              <a:off x="1433390" y="2939294"/>
              <a:ext cx="72203" cy="112447"/>
            </a:xfrm>
            <a:custGeom>
              <a:rect b="b" l="l" r="r" t="t"/>
              <a:pathLst>
                <a:path extrusionOk="0" h="4289" w="2754">
                  <a:moveTo>
                    <a:pt x="243" y="0"/>
                  </a:moveTo>
                  <a:cubicBezTo>
                    <a:pt x="80" y="381"/>
                    <a:pt x="1" y="790"/>
                    <a:pt x="1" y="1206"/>
                  </a:cubicBezTo>
                  <a:lnTo>
                    <a:pt x="1" y="1224"/>
                  </a:lnTo>
                  <a:cubicBezTo>
                    <a:pt x="8" y="2528"/>
                    <a:pt x="830" y="3687"/>
                    <a:pt x="2058" y="4125"/>
                  </a:cubicBezTo>
                  <a:cubicBezTo>
                    <a:pt x="2282" y="4209"/>
                    <a:pt x="2514" y="4263"/>
                    <a:pt x="2753" y="4288"/>
                  </a:cubicBezTo>
                  <a:lnTo>
                    <a:pt x="2753"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88"/>
            <p:cNvSpPr/>
            <p:nvPr/>
          </p:nvSpPr>
          <p:spPr>
            <a:xfrm>
              <a:off x="1342703" y="2971384"/>
              <a:ext cx="144642" cy="226781"/>
            </a:xfrm>
            <a:custGeom>
              <a:rect b="b" l="l" r="r" t="t"/>
              <a:pathLst>
                <a:path extrusionOk="0" h="8650" w="5517">
                  <a:moveTo>
                    <a:pt x="1" y="0"/>
                  </a:moveTo>
                  <a:lnTo>
                    <a:pt x="1" y="8649"/>
                  </a:lnTo>
                  <a:lnTo>
                    <a:pt x="5517" y="8649"/>
                  </a:lnTo>
                  <a:lnTo>
                    <a:pt x="551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88"/>
            <p:cNvSpPr/>
            <p:nvPr/>
          </p:nvSpPr>
          <p:spPr>
            <a:xfrm>
              <a:off x="1433390" y="2971489"/>
              <a:ext cx="53956" cy="76057"/>
            </a:xfrm>
            <a:custGeom>
              <a:rect b="b" l="l" r="r" t="t"/>
              <a:pathLst>
                <a:path extrusionOk="0" h="2901" w="2058">
                  <a:moveTo>
                    <a:pt x="1" y="0"/>
                  </a:moveTo>
                  <a:cubicBezTo>
                    <a:pt x="8" y="1300"/>
                    <a:pt x="830" y="2459"/>
                    <a:pt x="2058" y="2901"/>
                  </a:cubicBezTo>
                  <a:lnTo>
                    <a:pt x="205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88"/>
            <p:cNvSpPr/>
            <p:nvPr/>
          </p:nvSpPr>
          <p:spPr>
            <a:xfrm>
              <a:off x="1342703" y="2971489"/>
              <a:ext cx="144642" cy="226677"/>
            </a:xfrm>
            <a:custGeom>
              <a:rect b="b" l="l" r="r" t="t"/>
              <a:pathLst>
                <a:path extrusionOk="0" h="8646" w="5517">
                  <a:moveTo>
                    <a:pt x="1" y="0"/>
                  </a:moveTo>
                  <a:lnTo>
                    <a:pt x="1" y="3339"/>
                  </a:lnTo>
                  <a:lnTo>
                    <a:pt x="1" y="8645"/>
                  </a:lnTo>
                  <a:lnTo>
                    <a:pt x="5517" y="8645"/>
                  </a:lnTo>
                  <a:lnTo>
                    <a:pt x="5517" y="8087"/>
                  </a:lnTo>
                  <a:lnTo>
                    <a:pt x="511" y="8087"/>
                  </a:lnTo>
                  <a:lnTo>
                    <a:pt x="511" y="2781"/>
                  </a:lnTo>
                  <a:lnTo>
                    <a:pt x="51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88"/>
            <p:cNvSpPr/>
            <p:nvPr/>
          </p:nvSpPr>
          <p:spPr>
            <a:xfrm>
              <a:off x="1403292" y="3211143"/>
              <a:ext cx="23465" cy="23465"/>
            </a:xfrm>
            <a:custGeom>
              <a:rect b="b" l="l" r="r" t="t"/>
              <a:pathLst>
                <a:path extrusionOk="0" h="895" w="895">
                  <a:moveTo>
                    <a:pt x="446" y="0"/>
                  </a:moveTo>
                  <a:cubicBezTo>
                    <a:pt x="200" y="0"/>
                    <a:pt x="0" y="199"/>
                    <a:pt x="0" y="446"/>
                  </a:cubicBezTo>
                  <a:cubicBezTo>
                    <a:pt x="0" y="692"/>
                    <a:pt x="200" y="895"/>
                    <a:pt x="446" y="895"/>
                  </a:cubicBezTo>
                  <a:cubicBezTo>
                    <a:pt x="696" y="895"/>
                    <a:pt x="895" y="692"/>
                    <a:pt x="895" y="446"/>
                  </a:cubicBezTo>
                  <a:cubicBezTo>
                    <a:pt x="895" y="199"/>
                    <a:pt x="696" y="0"/>
                    <a:pt x="446"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88"/>
            <p:cNvSpPr/>
            <p:nvPr/>
          </p:nvSpPr>
          <p:spPr>
            <a:xfrm>
              <a:off x="1449907" y="2906050"/>
              <a:ext cx="129646" cy="129646"/>
            </a:xfrm>
            <a:custGeom>
              <a:rect b="b" l="l" r="r" t="t"/>
              <a:pathLst>
                <a:path extrusionOk="0" h="4945" w="4945">
                  <a:moveTo>
                    <a:pt x="2471" y="1"/>
                  </a:moveTo>
                  <a:cubicBezTo>
                    <a:pt x="1109" y="1"/>
                    <a:pt x="1" y="1109"/>
                    <a:pt x="1" y="2474"/>
                  </a:cubicBezTo>
                  <a:cubicBezTo>
                    <a:pt x="1" y="3836"/>
                    <a:pt x="1109" y="4944"/>
                    <a:pt x="2471" y="4944"/>
                  </a:cubicBezTo>
                  <a:cubicBezTo>
                    <a:pt x="3836" y="4944"/>
                    <a:pt x="4944" y="3836"/>
                    <a:pt x="4944" y="2474"/>
                  </a:cubicBezTo>
                  <a:cubicBezTo>
                    <a:pt x="4944" y="1109"/>
                    <a:pt x="3836" y="1"/>
                    <a:pt x="247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88"/>
            <p:cNvSpPr/>
            <p:nvPr/>
          </p:nvSpPr>
          <p:spPr>
            <a:xfrm>
              <a:off x="1477173" y="2933028"/>
              <a:ext cx="75113" cy="74851"/>
            </a:xfrm>
            <a:custGeom>
              <a:rect b="b" l="l" r="r" t="t"/>
              <a:pathLst>
                <a:path extrusionOk="0" h="2855" w="2865">
                  <a:moveTo>
                    <a:pt x="1431" y="0"/>
                  </a:moveTo>
                  <a:cubicBezTo>
                    <a:pt x="638" y="0"/>
                    <a:pt x="0" y="652"/>
                    <a:pt x="15" y="1445"/>
                  </a:cubicBezTo>
                  <a:lnTo>
                    <a:pt x="15" y="1471"/>
                  </a:lnTo>
                  <a:cubicBezTo>
                    <a:pt x="33" y="2241"/>
                    <a:pt x="663" y="2854"/>
                    <a:pt x="1432" y="2854"/>
                  </a:cubicBezTo>
                  <a:cubicBezTo>
                    <a:pt x="1436" y="2854"/>
                    <a:pt x="1441" y="2854"/>
                    <a:pt x="1445" y="2854"/>
                  </a:cubicBezTo>
                  <a:cubicBezTo>
                    <a:pt x="2220" y="2847"/>
                    <a:pt x="2847" y="2220"/>
                    <a:pt x="2850" y="1445"/>
                  </a:cubicBezTo>
                  <a:cubicBezTo>
                    <a:pt x="2865" y="652"/>
                    <a:pt x="2224" y="0"/>
                    <a:pt x="1431"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88"/>
            <p:cNvSpPr/>
            <p:nvPr/>
          </p:nvSpPr>
          <p:spPr>
            <a:xfrm>
              <a:off x="1369681" y="3048385"/>
              <a:ext cx="90713" cy="21393"/>
            </a:xfrm>
            <a:custGeom>
              <a:rect b="b" l="l" r="r" t="t"/>
              <a:pathLst>
                <a:path extrusionOk="0" h="816" w="3460">
                  <a:moveTo>
                    <a:pt x="0" y="1"/>
                  </a:moveTo>
                  <a:lnTo>
                    <a:pt x="0" y="815"/>
                  </a:lnTo>
                  <a:lnTo>
                    <a:pt x="3459" y="815"/>
                  </a:lnTo>
                  <a:lnTo>
                    <a:pt x="345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88"/>
            <p:cNvSpPr/>
            <p:nvPr/>
          </p:nvSpPr>
          <p:spPr>
            <a:xfrm>
              <a:off x="1369681" y="3087318"/>
              <a:ext cx="90713" cy="21289"/>
            </a:xfrm>
            <a:custGeom>
              <a:rect b="b" l="l" r="r" t="t"/>
              <a:pathLst>
                <a:path extrusionOk="0" h="812" w="3460">
                  <a:moveTo>
                    <a:pt x="0" y="0"/>
                  </a:moveTo>
                  <a:lnTo>
                    <a:pt x="0" y="812"/>
                  </a:lnTo>
                  <a:lnTo>
                    <a:pt x="3459" y="812"/>
                  </a:lnTo>
                  <a:lnTo>
                    <a:pt x="3459"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88"/>
            <p:cNvSpPr/>
            <p:nvPr/>
          </p:nvSpPr>
          <p:spPr>
            <a:xfrm>
              <a:off x="1369681" y="3126251"/>
              <a:ext cx="90713" cy="21289"/>
            </a:xfrm>
            <a:custGeom>
              <a:rect b="b" l="l" r="r" t="t"/>
              <a:pathLst>
                <a:path extrusionOk="0" h="812" w="3460">
                  <a:moveTo>
                    <a:pt x="0" y="0"/>
                  </a:moveTo>
                  <a:lnTo>
                    <a:pt x="0" y="812"/>
                  </a:lnTo>
                  <a:lnTo>
                    <a:pt x="3459" y="812"/>
                  </a:lnTo>
                  <a:lnTo>
                    <a:pt x="3459"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88"/>
            <p:cNvSpPr/>
            <p:nvPr/>
          </p:nvSpPr>
          <p:spPr>
            <a:xfrm>
              <a:off x="1507454" y="2934915"/>
              <a:ext cx="44465" cy="73173"/>
            </a:xfrm>
            <a:custGeom>
              <a:rect b="b" l="l" r="r" t="t"/>
              <a:pathLst>
                <a:path extrusionOk="0" h="2791" w="1696">
                  <a:moveTo>
                    <a:pt x="634" y="1"/>
                  </a:moveTo>
                  <a:cubicBezTo>
                    <a:pt x="363" y="218"/>
                    <a:pt x="116" y="490"/>
                    <a:pt x="276" y="714"/>
                  </a:cubicBezTo>
                  <a:cubicBezTo>
                    <a:pt x="587" y="1141"/>
                    <a:pt x="1188" y="819"/>
                    <a:pt x="1206" y="1395"/>
                  </a:cubicBezTo>
                  <a:cubicBezTo>
                    <a:pt x="1221" y="1927"/>
                    <a:pt x="0" y="2094"/>
                    <a:pt x="4" y="2764"/>
                  </a:cubicBezTo>
                  <a:cubicBezTo>
                    <a:pt x="96" y="2782"/>
                    <a:pt x="188" y="2791"/>
                    <a:pt x="278" y="2791"/>
                  </a:cubicBezTo>
                  <a:cubicBezTo>
                    <a:pt x="1043" y="2791"/>
                    <a:pt x="1695" y="2170"/>
                    <a:pt x="1695" y="1373"/>
                  </a:cubicBezTo>
                  <a:cubicBezTo>
                    <a:pt x="1695" y="729"/>
                    <a:pt x="1261" y="164"/>
                    <a:pt x="63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88"/>
            <p:cNvSpPr/>
            <p:nvPr/>
          </p:nvSpPr>
          <p:spPr>
            <a:xfrm>
              <a:off x="1477540" y="2959901"/>
              <a:ext cx="30806" cy="33532"/>
            </a:xfrm>
            <a:custGeom>
              <a:rect b="b" l="l" r="r" t="t"/>
              <a:pathLst>
                <a:path extrusionOk="0" h="1279" w="1175">
                  <a:moveTo>
                    <a:pt x="62" y="0"/>
                  </a:moveTo>
                  <a:cubicBezTo>
                    <a:pt x="22" y="134"/>
                    <a:pt x="1" y="279"/>
                    <a:pt x="1" y="420"/>
                  </a:cubicBezTo>
                  <a:lnTo>
                    <a:pt x="1" y="446"/>
                  </a:lnTo>
                  <a:cubicBezTo>
                    <a:pt x="4" y="746"/>
                    <a:pt x="106" y="1040"/>
                    <a:pt x="290" y="1279"/>
                  </a:cubicBezTo>
                  <a:cubicBezTo>
                    <a:pt x="1174" y="880"/>
                    <a:pt x="1018" y="478"/>
                    <a:pt x="406" y="232"/>
                  </a:cubicBezTo>
                  <a:cubicBezTo>
                    <a:pt x="276" y="181"/>
                    <a:pt x="156" y="102"/>
                    <a:pt x="6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88"/>
            <p:cNvSpPr/>
            <p:nvPr/>
          </p:nvSpPr>
          <p:spPr>
            <a:xfrm>
              <a:off x="1319160" y="2934076"/>
              <a:ext cx="55004" cy="285718"/>
            </a:xfrm>
            <a:custGeom>
              <a:rect b="b" l="l" r="r" t="t"/>
              <a:pathLst>
                <a:path extrusionOk="0" h="10898" w="2098">
                  <a:moveTo>
                    <a:pt x="203" y="0"/>
                  </a:moveTo>
                  <a:cubicBezTo>
                    <a:pt x="91" y="0"/>
                    <a:pt x="4" y="91"/>
                    <a:pt x="4" y="199"/>
                  </a:cubicBezTo>
                  <a:lnTo>
                    <a:pt x="4" y="10699"/>
                  </a:lnTo>
                  <a:cubicBezTo>
                    <a:pt x="1" y="10807"/>
                    <a:pt x="91" y="10898"/>
                    <a:pt x="203" y="10898"/>
                  </a:cubicBezTo>
                  <a:cubicBezTo>
                    <a:pt x="312" y="10898"/>
                    <a:pt x="403" y="10811"/>
                    <a:pt x="403" y="10699"/>
                  </a:cubicBezTo>
                  <a:lnTo>
                    <a:pt x="403" y="402"/>
                  </a:lnTo>
                  <a:lnTo>
                    <a:pt x="1833" y="402"/>
                  </a:lnTo>
                  <a:cubicBezTo>
                    <a:pt x="2098" y="402"/>
                    <a:pt x="2098" y="0"/>
                    <a:pt x="18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88"/>
            <p:cNvSpPr/>
            <p:nvPr/>
          </p:nvSpPr>
          <p:spPr>
            <a:xfrm>
              <a:off x="1392281" y="3205821"/>
              <a:ext cx="39720" cy="34004"/>
            </a:xfrm>
            <a:custGeom>
              <a:rect b="b" l="l" r="r" t="t"/>
              <a:pathLst>
                <a:path extrusionOk="0" h="1297" w="1515">
                  <a:moveTo>
                    <a:pt x="869" y="402"/>
                  </a:moveTo>
                  <a:cubicBezTo>
                    <a:pt x="930" y="402"/>
                    <a:pt x="993" y="424"/>
                    <a:pt x="1043" y="475"/>
                  </a:cubicBezTo>
                  <a:cubicBezTo>
                    <a:pt x="1199" y="631"/>
                    <a:pt x="1087" y="899"/>
                    <a:pt x="866" y="899"/>
                  </a:cubicBezTo>
                  <a:cubicBezTo>
                    <a:pt x="732" y="899"/>
                    <a:pt x="620" y="786"/>
                    <a:pt x="620" y="649"/>
                  </a:cubicBezTo>
                  <a:cubicBezTo>
                    <a:pt x="620" y="500"/>
                    <a:pt x="742" y="402"/>
                    <a:pt x="869" y="402"/>
                  </a:cubicBezTo>
                  <a:close/>
                  <a:moveTo>
                    <a:pt x="864" y="1"/>
                  </a:moveTo>
                  <a:cubicBezTo>
                    <a:pt x="704" y="1"/>
                    <a:pt x="542" y="60"/>
                    <a:pt x="410" y="192"/>
                  </a:cubicBezTo>
                  <a:cubicBezTo>
                    <a:pt x="0" y="598"/>
                    <a:pt x="290" y="1297"/>
                    <a:pt x="866" y="1297"/>
                  </a:cubicBezTo>
                  <a:cubicBezTo>
                    <a:pt x="1224" y="1297"/>
                    <a:pt x="1514" y="1007"/>
                    <a:pt x="1514" y="649"/>
                  </a:cubicBezTo>
                  <a:cubicBezTo>
                    <a:pt x="1514" y="259"/>
                    <a:pt x="1196"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88"/>
            <p:cNvSpPr/>
            <p:nvPr/>
          </p:nvSpPr>
          <p:spPr>
            <a:xfrm>
              <a:off x="1319160" y="2900937"/>
              <a:ext cx="265295" cy="358262"/>
            </a:xfrm>
            <a:custGeom>
              <a:rect b="b" l="l" r="r" t="t"/>
              <a:pathLst>
                <a:path extrusionOk="0" h="13665" w="10119">
                  <a:moveTo>
                    <a:pt x="4796" y="2890"/>
                  </a:moveTo>
                  <a:cubicBezTo>
                    <a:pt x="4872" y="3799"/>
                    <a:pt x="5404" y="4603"/>
                    <a:pt x="6212" y="5031"/>
                  </a:cubicBezTo>
                  <a:lnTo>
                    <a:pt x="6212" y="11137"/>
                  </a:lnTo>
                  <a:lnTo>
                    <a:pt x="1098" y="11137"/>
                  </a:lnTo>
                  <a:lnTo>
                    <a:pt x="1098" y="2890"/>
                  </a:lnTo>
                  <a:close/>
                  <a:moveTo>
                    <a:pt x="7460" y="1"/>
                  </a:moveTo>
                  <a:cubicBezTo>
                    <a:pt x="6548" y="1"/>
                    <a:pt x="5681" y="468"/>
                    <a:pt x="5187" y="1268"/>
                  </a:cubicBezTo>
                  <a:lnTo>
                    <a:pt x="2623" y="1268"/>
                  </a:lnTo>
                  <a:cubicBezTo>
                    <a:pt x="2355" y="1268"/>
                    <a:pt x="2355" y="1666"/>
                    <a:pt x="2623" y="1666"/>
                  </a:cubicBezTo>
                  <a:lnTo>
                    <a:pt x="4984" y="1666"/>
                  </a:lnTo>
                  <a:cubicBezTo>
                    <a:pt x="4879" y="1927"/>
                    <a:pt x="4814" y="2206"/>
                    <a:pt x="4796" y="2488"/>
                  </a:cubicBezTo>
                  <a:lnTo>
                    <a:pt x="902" y="2488"/>
                  </a:lnTo>
                  <a:cubicBezTo>
                    <a:pt x="790" y="2488"/>
                    <a:pt x="703" y="2579"/>
                    <a:pt x="703" y="2687"/>
                  </a:cubicBezTo>
                  <a:lnTo>
                    <a:pt x="703" y="11336"/>
                  </a:lnTo>
                  <a:cubicBezTo>
                    <a:pt x="703" y="11445"/>
                    <a:pt x="790" y="11535"/>
                    <a:pt x="902" y="11535"/>
                  </a:cubicBezTo>
                  <a:lnTo>
                    <a:pt x="6415" y="11535"/>
                  </a:lnTo>
                  <a:cubicBezTo>
                    <a:pt x="6527" y="11535"/>
                    <a:pt x="6617" y="11445"/>
                    <a:pt x="6617" y="11336"/>
                  </a:cubicBezTo>
                  <a:lnTo>
                    <a:pt x="6617" y="5201"/>
                  </a:lnTo>
                  <a:cubicBezTo>
                    <a:pt x="6715" y="5233"/>
                    <a:pt x="6813" y="5259"/>
                    <a:pt x="6914" y="5281"/>
                  </a:cubicBezTo>
                  <a:lnTo>
                    <a:pt x="6914" y="13263"/>
                  </a:lnTo>
                  <a:lnTo>
                    <a:pt x="403" y="13263"/>
                  </a:lnTo>
                  <a:lnTo>
                    <a:pt x="403" y="12752"/>
                  </a:lnTo>
                  <a:cubicBezTo>
                    <a:pt x="403" y="12618"/>
                    <a:pt x="302" y="12551"/>
                    <a:pt x="202" y="12551"/>
                  </a:cubicBezTo>
                  <a:cubicBezTo>
                    <a:pt x="101" y="12551"/>
                    <a:pt x="1" y="12618"/>
                    <a:pt x="1" y="12752"/>
                  </a:cubicBezTo>
                  <a:lnTo>
                    <a:pt x="1" y="13466"/>
                  </a:lnTo>
                  <a:cubicBezTo>
                    <a:pt x="1" y="13574"/>
                    <a:pt x="91" y="13665"/>
                    <a:pt x="203" y="13665"/>
                  </a:cubicBezTo>
                  <a:lnTo>
                    <a:pt x="7110" y="13665"/>
                  </a:lnTo>
                  <a:cubicBezTo>
                    <a:pt x="7222" y="13665"/>
                    <a:pt x="7309" y="13574"/>
                    <a:pt x="7309" y="13466"/>
                  </a:cubicBezTo>
                  <a:lnTo>
                    <a:pt x="7309" y="5335"/>
                  </a:lnTo>
                  <a:cubicBezTo>
                    <a:pt x="7360" y="5338"/>
                    <a:pt x="7407" y="5338"/>
                    <a:pt x="7458" y="5338"/>
                  </a:cubicBezTo>
                  <a:cubicBezTo>
                    <a:pt x="8772" y="5338"/>
                    <a:pt x="9892" y="4382"/>
                    <a:pt x="10098" y="3082"/>
                  </a:cubicBezTo>
                  <a:cubicBezTo>
                    <a:pt x="10112" y="2973"/>
                    <a:pt x="10040" y="2872"/>
                    <a:pt x="9931" y="2854"/>
                  </a:cubicBezTo>
                  <a:cubicBezTo>
                    <a:pt x="9922" y="2853"/>
                    <a:pt x="9913" y="2852"/>
                    <a:pt x="9904" y="2852"/>
                  </a:cubicBezTo>
                  <a:cubicBezTo>
                    <a:pt x="9805" y="2852"/>
                    <a:pt x="9716" y="2921"/>
                    <a:pt x="9703" y="3021"/>
                  </a:cubicBezTo>
                  <a:cubicBezTo>
                    <a:pt x="9528" y="4132"/>
                    <a:pt x="8571" y="4940"/>
                    <a:pt x="7463" y="4940"/>
                  </a:cubicBezTo>
                  <a:cubicBezTo>
                    <a:pt x="7405" y="4940"/>
                    <a:pt x="7346" y="4937"/>
                    <a:pt x="7287" y="4933"/>
                  </a:cubicBezTo>
                  <a:cubicBezTo>
                    <a:pt x="6107" y="4842"/>
                    <a:pt x="5194" y="3864"/>
                    <a:pt x="5191" y="2680"/>
                  </a:cubicBezTo>
                  <a:cubicBezTo>
                    <a:pt x="5187" y="1496"/>
                    <a:pt x="6089" y="507"/>
                    <a:pt x="7269" y="406"/>
                  </a:cubicBezTo>
                  <a:cubicBezTo>
                    <a:pt x="7333" y="400"/>
                    <a:pt x="7396" y="398"/>
                    <a:pt x="7459" y="398"/>
                  </a:cubicBezTo>
                  <a:cubicBezTo>
                    <a:pt x="8558" y="398"/>
                    <a:pt x="9515" y="1193"/>
                    <a:pt x="9700" y="2296"/>
                  </a:cubicBezTo>
                  <a:cubicBezTo>
                    <a:pt x="9719" y="2412"/>
                    <a:pt x="9806" y="2465"/>
                    <a:pt x="9893" y="2465"/>
                  </a:cubicBezTo>
                  <a:cubicBezTo>
                    <a:pt x="10005" y="2465"/>
                    <a:pt x="10119" y="2379"/>
                    <a:pt x="10094" y="2231"/>
                  </a:cubicBezTo>
                  <a:cubicBezTo>
                    <a:pt x="9910" y="1134"/>
                    <a:pt x="9066" y="264"/>
                    <a:pt x="7976" y="51"/>
                  </a:cubicBezTo>
                  <a:cubicBezTo>
                    <a:pt x="7804" y="17"/>
                    <a:pt x="7631" y="1"/>
                    <a:pt x="74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88"/>
            <p:cNvSpPr/>
            <p:nvPr/>
          </p:nvSpPr>
          <p:spPr>
            <a:xfrm>
              <a:off x="1472506" y="2928675"/>
              <a:ext cx="94226" cy="84420"/>
            </a:xfrm>
            <a:custGeom>
              <a:rect b="b" l="l" r="r" t="t"/>
              <a:pathLst>
                <a:path extrusionOk="0" h="3220" w="3594">
                  <a:moveTo>
                    <a:pt x="417" y="1568"/>
                  </a:moveTo>
                  <a:cubicBezTo>
                    <a:pt x="453" y="1586"/>
                    <a:pt x="493" y="1604"/>
                    <a:pt x="529" y="1619"/>
                  </a:cubicBezTo>
                  <a:cubicBezTo>
                    <a:pt x="819" y="1734"/>
                    <a:pt x="899" y="1847"/>
                    <a:pt x="899" y="1890"/>
                  </a:cubicBezTo>
                  <a:cubicBezTo>
                    <a:pt x="899" y="1937"/>
                    <a:pt x="826" y="2053"/>
                    <a:pt x="566" y="2191"/>
                  </a:cubicBezTo>
                  <a:cubicBezTo>
                    <a:pt x="471" y="2021"/>
                    <a:pt x="421" y="1829"/>
                    <a:pt x="417" y="1633"/>
                  </a:cubicBezTo>
                  <a:lnTo>
                    <a:pt x="417" y="1611"/>
                  </a:lnTo>
                  <a:lnTo>
                    <a:pt x="417" y="1568"/>
                  </a:lnTo>
                  <a:close/>
                  <a:moveTo>
                    <a:pt x="1496" y="423"/>
                  </a:moveTo>
                  <a:lnTo>
                    <a:pt x="1496" y="423"/>
                  </a:lnTo>
                  <a:cubicBezTo>
                    <a:pt x="1478" y="449"/>
                    <a:pt x="1460" y="470"/>
                    <a:pt x="1449" y="496"/>
                  </a:cubicBezTo>
                  <a:cubicBezTo>
                    <a:pt x="1276" y="775"/>
                    <a:pt x="1370" y="985"/>
                    <a:pt x="1442" y="1083"/>
                  </a:cubicBezTo>
                  <a:cubicBezTo>
                    <a:pt x="1623" y="1332"/>
                    <a:pt x="1877" y="1390"/>
                    <a:pt x="2065" y="1430"/>
                  </a:cubicBezTo>
                  <a:cubicBezTo>
                    <a:pt x="2290" y="1481"/>
                    <a:pt x="2315" y="1492"/>
                    <a:pt x="2319" y="1640"/>
                  </a:cubicBezTo>
                  <a:cubicBezTo>
                    <a:pt x="2322" y="1771"/>
                    <a:pt x="2094" y="1915"/>
                    <a:pt x="1877" y="2053"/>
                  </a:cubicBezTo>
                  <a:cubicBezTo>
                    <a:pt x="1612" y="2220"/>
                    <a:pt x="1297" y="2419"/>
                    <a:pt x="1181" y="2727"/>
                  </a:cubicBezTo>
                  <a:cubicBezTo>
                    <a:pt x="1076" y="2687"/>
                    <a:pt x="979" y="2633"/>
                    <a:pt x="888" y="2564"/>
                  </a:cubicBezTo>
                  <a:cubicBezTo>
                    <a:pt x="870" y="2549"/>
                    <a:pt x="855" y="2535"/>
                    <a:pt x="837" y="2517"/>
                  </a:cubicBezTo>
                  <a:cubicBezTo>
                    <a:pt x="1163" y="2328"/>
                    <a:pt x="1323" y="2118"/>
                    <a:pt x="1315" y="1883"/>
                  </a:cubicBezTo>
                  <a:cubicBezTo>
                    <a:pt x="1312" y="1698"/>
                    <a:pt x="1199" y="1437"/>
                    <a:pt x="685" y="1231"/>
                  </a:cubicBezTo>
                  <a:cubicBezTo>
                    <a:pt x="624" y="1209"/>
                    <a:pt x="566" y="1177"/>
                    <a:pt x="515" y="1137"/>
                  </a:cubicBezTo>
                  <a:cubicBezTo>
                    <a:pt x="685" y="738"/>
                    <a:pt x="1062" y="463"/>
                    <a:pt x="1496" y="423"/>
                  </a:cubicBezTo>
                  <a:close/>
                  <a:moveTo>
                    <a:pt x="2011" y="489"/>
                  </a:moveTo>
                  <a:cubicBezTo>
                    <a:pt x="2297" y="590"/>
                    <a:pt x="2532" y="796"/>
                    <a:pt x="2670" y="1068"/>
                  </a:cubicBezTo>
                  <a:cubicBezTo>
                    <a:pt x="3079" y="1861"/>
                    <a:pt x="2503" y="2806"/>
                    <a:pt x="1609" y="2806"/>
                  </a:cubicBezTo>
                  <a:lnTo>
                    <a:pt x="1605" y="2806"/>
                  </a:lnTo>
                  <a:cubicBezTo>
                    <a:pt x="1688" y="2672"/>
                    <a:pt x="1866" y="2553"/>
                    <a:pt x="2098" y="2408"/>
                  </a:cubicBezTo>
                  <a:cubicBezTo>
                    <a:pt x="2402" y="2212"/>
                    <a:pt x="2746" y="1995"/>
                    <a:pt x="2735" y="1629"/>
                  </a:cubicBezTo>
                  <a:cubicBezTo>
                    <a:pt x="2721" y="1148"/>
                    <a:pt x="2380" y="1075"/>
                    <a:pt x="2156" y="1025"/>
                  </a:cubicBezTo>
                  <a:cubicBezTo>
                    <a:pt x="2000" y="992"/>
                    <a:pt x="1866" y="963"/>
                    <a:pt x="1779" y="840"/>
                  </a:cubicBezTo>
                  <a:cubicBezTo>
                    <a:pt x="1743" y="789"/>
                    <a:pt x="1804" y="662"/>
                    <a:pt x="2011" y="489"/>
                  </a:cubicBezTo>
                  <a:close/>
                  <a:moveTo>
                    <a:pt x="1616" y="1"/>
                  </a:moveTo>
                  <a:cubicBezTo>
                    <a:pt x="1569" y="1"/>
                    <a:pt x="1522" y="3"/>
                    <a:pt x="1475" y="7"/>
                  </a:cubicBezTo>
                  <a:cubicBezTo>
                    <a:pt x="823" y="61"/>
                    <a:pt x="272" y="503"/>
                    <a:pt x="73" y="1126"/>
                  </a:cubicBezTo>
                  <a:lnTo>
                    <a:pt x="73" y="1130"/>
                  </a:lnTo>
                  <a:lnTo>
                    <a:pt x="73" y="1133"/>
                  </a:lnTo>
                  <a:lnTo>
                    <a:pt x="73" y="1137"/>
                  </a:lnTo>
                  <a:cubicBezTo>
                    <a:pt x="26" y="1289"/>
                    <a:pt x="1" y="1452"/>
                    <a:pt x="1" y="1611"/>
                  </a:cubicBezTo>
                  <a:lnTo>
                    <a:pt x="1" y="1644"/>
                  </a:lnTo>
                  <a:cubicBezTo>
                    <a:pt x="8" y="1984"/>
                    <a:pt x="124" y="2318"/>
                    <a:pt x="330" y="2586"/>
                  </a:cubicBezTo>
                  <a:lnTo>
                    <a:pt x="337" y="2596"/>
                  </a:lnTo>
                  <a:cubicBezTo>
                    <a:pt x="577" y="2904"/>
                    <a:pt x="917" y="3114"/>
                    <a:pt x="1297" y="3190"/>
                  </a:cubicBezTo>
                  <a:lnTo>
                    <a:pt x="1304" y="3190"/>
                  </a:lnTo>
                  <a:cubicBezTo>
                    <a:pt x="1402" y="3208"/>
                    <a:pt x="1507" y="3219"/>
                    <a:pt x="1609" y="3219"/>
                  </a:cubicBezTo>
                  <a:cubicBezTo>
                    <a:pt x="2815" y="3219"/>
                    <a:pt x="3593" y="1944"/>
                    <a:pt x="3043" y="872"/>
                  </a:cubicBezTo>
                  <a:cubicBezTo>
                    <a:pt x="2764" y="335"/>
                    <a:pt x="2212" y="1"/>
                    <a:pt x="1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88"/>
            <p:cNvSpPr/>
            <p:nvPr/>
          </p:nvSpPr>
          <p:spPr>
            <a:xfrm>
              <a:off x="1403659" y="2946949"/>
              <a:ext cx="19794" cy="16963"/>
            </a:xfrm>
            <a:custGeom>
              <a:rect b="b" l="l" r="r" t="t"/>
              <a:pathLst>
                <a:path extrusionOk="0" h="647" w="755">
                  <a:moveTo>
                    <a:pt x="432" y="0"/>
                  </a:moveTo>
                  <a:cubicBezTo>
                    <a:pt x="352" y="0"/>
                    <a:pt x="271" y="30"/>
                    <a:pt x="204" y="96"/>
                  </a:cubicBezTo>
                  <a:cubicBezTo>
                    <a:pt x="1" y="299"/>
                    <a:pt x="146" y="646"/>
                    <a:pt x="432" y="646"/>
                  </a:cubicBezTo>
                  <a:cubicBezTo>
                    <a:pt x="609" y="646"/>
                    <a:pt x="754" y="501"/>
                    <a:pt x="754" y="324"/>
                  </a:cubicBezTo>
                  <a:cubicBezTo>
                    <a:pt x="754" y="128"/>
                    <a:pt x="597" y="0"/>
                    <a:pt x="4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88"/>
            <p:cNvSpPr/>
            <p:nvPr/>
          </p:nvSpPr>
          <p:spPr>
            <a:xfrm>
              <a:off x="1364464" y="3043062"/>
              <a:ext cx="101147" cy="31933"/>
            </a:xfrm>
            <a:custGeom>
              <a:rect b="b" l="l" r="r" t="t"/>
              <a:pathLst>
                <a:path extrusionOk="0" h="1218" w="3858">
                  <a:moveTo>
                    <a:pt x="3455" y="403"/>
                  </a:moveTo>
                  <a:lnTo>
                    <a:pt x="3455" y="816"/>
                  </a:lnTo>
                  <a:lnTo>
                    <a:pt x="399" y="816"/>
                  </a:lnTo>
                  <a:lnTo>
                    <a:pt x="399" y="403"/>
                  </a:lnTo>
                  <a:close/>
                  <a:moveTo>
                    <a:pt x="199" y="1"/>
                  </a:moveTo>
                  <a:cubicBezTo>
                    <a:pt x="87" y="1"/>
                    <a:pt x="0" y="91"/>
                    <a:pt x="0" y="204"/>
                  </a:cubicBezTo>
                  <a:lnTo>
                    <a:pt x="0" y="1018"/>
                  </a:lnTo>
                  <a:cubicBezTo>
                    <a:pt x="0" y="1127"/>
                    <a:pt x="87" y="1218"/>
                    <a:pt x="199" y="1218"/>
                  </a:cubicBezTo>
                  <a:lnTo>
                    <a:pt x="3658" y="1218"/>
                  </a:lnTo>
                  <a:cubicBezTo>
                    <a:pt x="3767" y="1218"/>
                    <a:pt x="3857" y="1127"/>
                    <a:pt x="3857" y="1018"/>
                  </a:cubicBezTo>
                  <a:lnTo>
                    <a:pt x="3857" y="204"/>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88"/>
            <p:cNvSpPr/>
            <p:nvPr/>
          </p:nvSpPr>
          <p:spPr>
            <a:xfrm>
              <a:off x="1364464" y="3081995"/>
              <a:ext cx="101147" cy="31933"/>
            </a:xfrm>
            <a:custGeom>
              <a:rect b="b" l="l" r="r" t="t"/>
              <a:pathLst>
                <a:path extrusionOk="0" h="1218" w="3858">
                  <a:moveTo>
                    <a:pt x="3455" y="403"/>
                  </a:moveTo>
                  <a:lnTo>
                    <a:pt x="3455" y="816"/>
                  </a:lnTo>
                  <a:lnTo>
                    <a:pt x="399" y="816"/>
                  </a:lnTo>
                  <a:lnTo>
                    <a:pt x="399" y="403"/>
                  </a:lnTo>
                  <a:close/>
                  <a:moveTo>
                    <a:pt x="199" y="1"/>
                  </a:moveTo>
                  <a:cubicBezTo>
                    <a:pt x="87" y="1"/>
                    <a:pt x="0" y="91"/>
                    <a:pt x="0" y="203"/>
                  </a:cubicBezTo>
                  <a:lnTo>
                    <a:pt x="0" y="1018"/>
                  </a:lnTo>
                  <a:cubicBezTo>
                    <a:pt x="0" y="1127"/>
                    <a:pt x="87" y="1218"/>
                    <a:pt x="199" y="1218"/>
                  </a:cubicBezTo>
                  <a:lnTo>
                    <a:pt x="3658" y="1218"/>
                  </a:lnTo>
                  <a:cubicBezTo>
                    <a:pt x="3767" y="1218"/>
                    <a:pt x="3857" y="1127"/>
                    <a:pt x="3857" y="1018"/>
                  </a:cubicBezTo>
                  <a:lnTo>
                    <a:pt x="3857" y="203"/>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88"/>
            <p:cNvSpPr/>
            <p:nvPr/>
          </p:nvSpPr>
          <p:spPr>
            <a:xfrm>
              <a:off x="1364464" y="3120928"/>
              <a:ext cx="101147" cy="31933"/>
            </a:xfrm>
            <a:custGeom>
              <a:rect b="b" l="l" r="r" t="t"/>
              <a:pathLst>
                <a:path extrusionOk="0" h="1218" w="3858">
                  <a:moveTo>
                    <a:pt x="3455" y="403"/>
                  </a:moveTo>
                  <a:lnTo>
                    <a:pt x="3455" y="815"/>
                  </a:lnTo>
                  <a:lnTo>
                    <a:pt x="399" y="815"/>
                  </a:lnTo>
                  <a:lnTo>
                    <a:pt x="399" y="403"/>
                  </a:lnTo>
                  <a:close/>
                  <a:moveTo>
                    <a:pt x="199" y="1"/>
                  </a:moveTo>
                  <a:cubicBezTo>
                    <a:pt x="87" y="1"/>
                    <a:pt x="0" y="91"/>
                    <a:pt x="0" y="203"/>
                  </a:cubicBezTo>
                  <a:lnTo>
                    <a:pt x="0" y="1018"/>
                  </a:lnTo>
                  <a:cubicBezTo>
                    <a:pt x="0" y="1127"/>
                    <a:pt x="87" y="1217"/>
                    <a:pt x="199" y="1217"/>
                  </a:cubicBezTo>
                  <a:lnTo>
                    <a:pt x="3658" y="1217"/>
                  </a:lnTo>
                  <a:cubicBezTo>
                    <a:pt x="3767" y="1217"/>
                    <a:pt x="3857" y="1127"/>
                    <a:pt x="3857" y="1018"/>
                  </a:cubicBezTo>
                  <a:lnTo>
                    <a:pt x="3857" y="203"/>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9" name="Google Shape;17649;p88"/>
          <p:cNvGrpSpPr/>
          <p:nvPr/>
        </p:nvGrpSpPr>
        <p:grpSpPr>
          <a:xfrm>
            <a:off x="3978401" y="2005216"/>
            <a:ext cx="358839" cy="323472"/>
            <a:chOff x="3978401" y="2005216"/>
            <a:chExt cx="358839" cy="323472"/>
          </a:xfrm>
        </p:grpSpPr>
        <p:sp>
          <p:nvSpPr>
            <p:cNvPr id="17650" name="Google Shape;17650;p88"/>
            <p:cNvSpPr/>
            <p:nvPr/>
          </p:nvSpPr>
          <p:spPr>
            <a:xfrm>
              <a:off x="3983723" y="2092206"/>
              <a:ext cx="293898" cy="230950"/>
            </a:xfrm>
            <a:custGeom>
              <a:rect b="b" l="l" r="r" t="t"/>
              <a:pathLst>
                <a:path extrusionOk="0" h="8809" w="11210">
                  <a:moveTo>
                    <a:pt x="0" y="1"/>
                  </a:moveTo>
                  <a:lnTo>
                    <a:pt x="0" y="8809"/>
                  </a:lnTo>
                  <a:lnTo>
                    <a:pt x="11209" y="8809"/>
                  </a:lnTo>
                  <a:lnTo>
                    <a:pt x="11209" y="1468"/>
                  </a:lnTo>
                  <a:lnTo>
                    <a:pt x="4535" y="1468"/>
                  </a:lnTo>
                  <a:lnTo>
                    <a:pt x="306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88"/>
            <p:cNvSpPr/>
            <p:nvPr/>
          </p:nvSpPr>
          <p:spPr>
            <a:xfrm>
              <a:off x="3983723" y="2204443"/>
              <a:ext cx="293898" cy="118713"/>
            </a:xfrm>
            <a:custGeom>
              <a:rect b="b" l="l" r="r" t="t"/>
              <a:pathLst>
                <a:path extrusionOk="0" h="4528" w="11210">
                  <a:moveTo>
                    <a:pt x="0" y="1"/>
                  </a:moveTo>
                  <a:lnTo>
                    <a:pt x="0" y="4528"/>
                  </a:lnTo>
                  <a:lnTo>
                    <a:pt x="11209" y="4528"/>
                  </a:lnTo>
                  <a:lnTo>
                    <a:pt x="1120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88"/>
            <p:cNvSpPr/>
            <p:nvPr/>
          </p:nvSpPr>
          <p:spPr>
            <a:xfrm>
              <a:off x="4175714" y="2130667"/>
              <a:ext cx="101907" cy="47952"/>
            </a:xfrm>
            <a:custGeom>
              <a:rect b="b" l="l" r="r" t="t"/>
              <a:pathLst>
                <a:path extrusionOk="0" h="1829" w="3887">
                  <a:moveTo>
                    <a:pt x="0" y="1"/>
                  </a:moveTo>
                  <a:cubicBezTo>
                    <a:pt x="634" y="1145"/>
                    <a:pt x="1830" y="1828"/>
                    <a:pt x="3098" y="1828"/>
                  </a:cubicBezTo>
                  <a:cubicBezTo>
                    <a:pt x="3359" y="1828"/>
                    <a:pt x="3623" y="1799"/>
                    <a:pt x="3886" y="1739"/>
                  </a:cubicBezTo>
                  <a:lnTo>
                    <a:pt x="388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88"/>
            <p:cNvSpPr/>
            <p:nvPr/>
          </p:nvSpPr>
          <p:spPr>
            <a:xfrm>
              <a:off x="3983723" y="2092206"/>
              <a:ext cx="118896" cy="44465"/>
            </a:xfrm>
            <a:custGeom>
              <a:rect b="b" l="l" r="r" t="t"/>
              <a:pathLst>
                <a:path extrusionOk="0" h="1696" w="4535">
                  <a:moveTo>
                    <a:pt x="0" y="1"/>
                  </a:moveTo>
                  <a:lnTo>
                    <a:pt x="0" y="1696"/>
                  </a:lnTo>
                  <a:lnTo>
                    <a:pt x="4535" y="1696"/>
                  </a:lnTo>
                  <a:lnTo>
                    <a:pt x="4535" y="1468"/>
                  </a:lnTo>
                  <a:lnTo>
                    <a:pt x="306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88"/>
            <p:cNvSpPr/>
            <p:nvPr/>
          </p:nvSpPr>
          <p:spPr>
            <a:xfrm>
              <a:off x="3983723" y="2189342"/>
              <a:ext cx="319355" cy="133814"/>
            </a:xfrm>
            <a:custGeom>
              <a:rect b="b" l="l" r="r" t="t"/>
              <a:pathLst>
                <a:path extrusionOk="0" h="5104" w="12181">
                  <a:moveTo>
                    <a:pt x="975" y="1"/>
                  </a:moveTo>
                  <a:lnTo>
                    <a:pt x="174" y="4202"/>
                  </a:lnTo>
                  <a:lnTo>
                    <a:pt x="0" y="5104"/>
                  </a:lnTo>
                  <a:lnTo>
                    <a:pt x="11209" y="5104"/>
                  </a:lnTo>
                  <a:lnTo>
                    <a:pt x="11380" y="4202"/>
                  </a:lnTo>
                  <a:lnTo>
                    <a:pt x="12180"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88"/>
            <p:cNvSpPr/>
            <p:nvPr/>
          </p:nvSpPr>
          <p:spPr>
            <a:xfrm>
              <a:off x="3983723" y="2299508"/>
              <a:ext cx="298355" cy="23648"/>
            </a:xfrm>
            <a:custGeom>
              <a:rect b="b" l="l" r="r" t="t"/>
              <a:pathLst>
                <a:path extrusionOk="0" h="902" w="11380">
                  <a:moveTo>
                    <a:pt x="174" y="0"/>
                  </a:moveTo>
                  <a:lnTo>
                    <a:pt x="0" y="902"/>
                  </a:lnTo>
                  <a:lnTo>
                    <a:pt x="11209" y="902"/>
                  </a:lnTo>
                  <a:lnTo>
                    <a:pt x="1138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88"/>
            <p:cNvSpPr/>
            <p:nvPr/>
          </p:nvSpPr>
          <p:spPr>
            <a:xfrm>
              <a:off x="4181692" y="2010565"/>
              <a:ext cx="150515" cy="150515"/>
            </a:xfrm>
            <a:custGeom>
              <a:rect b="b" l="l" r="r" t="t"/>
              <a:pathLst>
                <a:path extrusionOk="0" h="5741" w="5741">
                  <a:moveTo>
                    <a:pt x="2869" y="0"/>
                  </a:moveTo>
                  <a:cubicBezTo>
                    <a:pt x="1286" y="0"/>
                    <a:pt x="1" y="1286"/>
                    <a:pt x="1" y="2872"/>
                  </a:cubicBezTo>
                  <a:cubicBezTo>
                    <a:pt x="1" y="4455"/>
                    <a:pt x="1286" y="5741"/>
                    <a:pt x="2869" y="5741"/>
                  </a:cubicBezTo>
                  <a:cubicBezTo>
                    <a:pt x="4455" y="5741"/>
                    <a:pt x="5741" y="4455"/>
                    <a:pt x="5741" y="2872"/>
                  </a:cubicBezTo>
                  <a:cubicBezTo>
                    <a:pt x="5741" y="1286"/>
                    <a:pt x="4455" y="0"/>
                    <a:pt x="286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88"/>
            <p:cNvSpPr/>
            <p:nvPr/>
          </p:nvSpPr>
          <p:spPr>
            <a:xfrm>
              <a:off x="3978401" y="2005216"/>
              <a:ext cx="358839" cy="323472"/>
            </a:xfrm>
            <a:custGeom>
              <a:rect b="b" l="l" r="r" t="t"/>
              <a:pathLst>
                <a:path extrusionOk="0" h="12338" w="13687">
                  <a:moveTo>
                    <a:pt x="10626" y="1"/>
                  </a:moveTo>
                  <a:cubicBezTo>
                    <a:pt x="10298" y="1"/>
                    <a:pt x="9962" y="54"/>
                    <a:pt x="9631" y="168"/>
                  </a:cubicBezTo>
                  <a:cubicBezTo>
                    <a:pt x="7813" y="791"/>
                    <a:pt x="7005" y="2913"/>
                    <a:pt x="7950" y="4587"/>
                  </a:cubicBezTo>
                  <a:lnTo>
                    <a:pt x="6701" y="4587"/>
                  </a:lnTo>
                  <a:cubicBezTo>
                    <a:pt x="6433" y="4587"/>
                    <a:pt x="6433" y="4985"/>
                    <a:pt x="6701" y="4985"/>
                  </a:cubicBezTo>
                  <a:lnTo>
                    <a:pt x="8222" y="4985"/>
                  </a:lnTo>
                  <a:cubicBezTo>
                    <a:pt x="8809" y="5727"/>
                    <a:pt x="9700" y="6146"/>
                    <a:pt x="10625" y="6146"/>
                  </a:cubicBezTo>
                  <a:cubicBezTo>
                    <a:pt x="10819" y="6146"/>
                    <a:pt x="11015" y="6127"/>
                    <a:pt x="11210" y="6090"/>
                  </a:cubicBezTo>
                  <a:lnTo>
                    <a:pt x="11210" y="6825"/>
                  </a:lnTo>
                  <a:lnTo>
                    <a:pt x="1178" y="6825"/>
                  </a:lnTo>
                  <a:cubicBezTo>
                    <a:pt x="1080" y="6825"/>
                    <a:pt x="996" y="6894"/>
                    <a:pt x="978" y="6988"/>
                  </a:cubicBezTo>
                  <a:lnTo>
                    <a:pt x="406" y="10001"/>
                  </a:lnTo>
                  <a:lnTo>
                    <a:pt x="406" y="3522"/>
                  </a:lnTo>
                  <a:lnTo>
                    <a:pt x="3191" y="3522"/>
                  </a:lnTo>
                  <a:lnTo>
                    <a:pt x="4596" y="4927"/>
                  </a:lnTo>
                  <a:cubicBezTo>
                    <a:pt x="4636" y="4967"/>
                    <a:pt x="4687" y="4985"/>
                    <a:pt x="4738" y="4989"/>
                  </a:cubicBezTo>
                  <a:lnTo>
                    <a:pt x="5911" y="4989"/>
                  </a:lnTo>
                  <a:cubicBezTo>
                    <a:pt x="6179" y="4989"/>
                    <a:pt x="6179" y="4587"/>
                    <a:pt x="5911" y="4587"/>
                  </a:cubicBezTo>
                  <a:lnTo>
                    <a:pt x="4821" y="4587"/>
                  </a:lnTo>
                  <a:lnTo>
                    <a:pt x="3412" y="3178"/>
                  </a:lnTo>
                  <a:cubicBezTo>
                    <a:pt x="3372" y="3141"/>
                    <a:pt x="3322" y="3120"/>
                    <a:pt x="3271" y="3120"/>
                  </a:cubicBezTo>
                  <a:lnTo>
                    <a:pt x="203" y="3120"/>
                  </a:lnTo>
                  <a:cubicBezTo>
                    <a:pt x="91" y="3120"/>
                    <a:pt x="0" y="3210"/>
                    <a:pt x="0" y="3319"/>
                  </a:cubicBezTo>
                  <a:lnTo>
                    <a:pt x="0" y="12127"/>
                  </a:lnTo>
                  <a:cubicBezTo>
                    <a:pt x="0" y="12323"/>
                    <a:pt x="186" y="12326"/>
                    <a:pt x="329" y="12326"/>
                  </a:cubicBezTo>
                  <a:cubicBezTo>
                    <a:pt x="334" y="12326"/>
                    <a:pt x="340" y="12326"/>
                    <a:pt x="345" y="12326"/>
                  </a:cubicBezTo>
                  <a:cubicBezTo>
                    <a:pt x="485" y="12326"/>
                    <a:pt x="4184" y="12337"/>
                    <a:pt x="7283" y="12337"/>
                  </a:cubicBezTo>
                  <a:cubicBezTo>
                    <a:pt x="9520" y="12337"/>
                    <a:pt x="11445" y="12331"/>
                    <a:pt x="11489" y="12312"/>
                  </a:cubicBezTo>
                  <a:cubicBezTo>
                    <a:pt x="11550" y="12283"/>
                    <a:pt x="11594" y="12228"/>
                    <a:pt x="11604" y="12163"/>
                  </a:cubicBezTo>
                  <a:lnTo>
                    <a:pt x="11992" y="10139"/>
                  </a:lnTo>
                  <a:cubicBezTo>
                    <a:pt x="12017" y="9992"/>
                    <a:pt x="11903" y="9905"/>
                    <a:pt x="11791" y="9905"/>
                  </a:cubicBezTo>
                  <a:cubicBezTo>
                    <a:pt x="11706" y="9905"/>
                    <a:pt x="11622" y="9954"/>
                    <a:pt x="11597" y="10063"/>
                  </a:cubicBezTo>
                  <a:lnTo>
                    <a:pt x="11250" y="11928"/>
                  </a:lnTo>
                  <a:lnTo>
                    <a:pt x="446" y="11928"/>
                  </a:lnTo>
                  <a:lnTo>
                    <a:pt x="1340" y="7227"/>
                  </a:lnTo>
                  <a:lnTo>
                    <a:pt x="12140" y="7227"/>
                  </a:lnTo>
                  <a:lnTo>
                    <a:pt x="11753" y="9273"/>
                  </a:lnTo>
                  <a:cubicBezTo>
                    <a:pt x="11728" y="9420"/>
                    <a:pt x="11842" y="9507"/>
                    <a:pt x="11954" y="9507"/>
                  </a:cubicBezTo>
                  <a:cubicBezTo>
                    <a:pt x="12038" y="9507"/>
                    <a:pt x="12121" y="9458"/>
                    <a:pt x="12144" y="9349"/>
                  </a:cubicBezTo>
                  <a:lnTo>
                    <a:pt x="12579" y="7064"/>
                  </a:lnTo>
                  <a:cubicBezTo>
                    <a:pt x="12604" y="6941"/>
                    <a:pt x="12510" y="6825"/>
                    <a:pt x="12383" y="6825"/>
                  </a:cubicBezTo>
                  <a:lnTo>
                    <a:pt x="11615" y="6825"/>
                  </a:lnTo>
                  <a:lnTo>
                    <a:pt x="11615" y="5981"/>
                  </a:lnTo>
                  <a:cubicBezTo>
                    <a:pt x="12720" y="5604"/>
                    <a:pt x="13517" y="4634"/>
                    <a:pt x="13672" y="3475"/>
                  </a:cubicBezTo>
                  <a:cubicBezTo>
                    <a:pt x="13687" y="3366"/>
                    <a:pt x="13607" y="3265"/>
                    <a:pt x="13499" y="3250"/>
                  </a:cubicBezTo>
                  <a:lnTo>
                    <a:pt x="13495" y="3250"/>
                  </a:lnTo>
                  <a:cubicBezTo>
                    <a:pt x="13486" y="3249"/>
                    <a:pt x="13478" y="3248"/>
                    <a:pt x="13469" y="3248"/>
                  </a:cubicBezTo>
                  <a:cubicBezTo>
                    <a:pt x="13371" y="3248"/>
                    <a:pt x="13284" y="3324"/>
                    <a:pt x="13270" y="3424"/>
                  </a:cubicBezTo>
                  <a:cubicBezTo>
                    <a:pt x="13093" y="4759"/>
                    <a:pt x="11955" y="5747"/>
                    <a:pt x="10624" y="5747"/>
                  </a:cubicBezTo>
                  <a:cubicBezTo>
                    <a:pt x="10568" y="5747"/>
                    <a:pt x="10512" y="5745"/>
                    <a:pt x="10456" y="5742"/>
                  </a:cubicBezTo>
                  <a:cubicBezTo>
                    <a:pt x="9055" y="5651"/>
                    <a:pt x="7961" y="4496"/>
                    <a:pt x="7954" y="3091"/>
                  </a:cubicBezTo>
                  <a:cubicBezTo>
                    <a:pt x="7943" y="1689"/>
                    <a:pt x="9022" y="519"/>
                    <a:pt x="10420" y="411"/>
                  </a:cubicBezTo>
                  <a:cubicBezTo>
                    <a:pt x="10488" y="406"/>
                    <a:pt x="10555" y="403"/>
                    <a:pt x="10622" y="403"/>
                  </a:cubicBezTo>
                  <a:cubicBezTo>
                    <a:pt x="11936" y="403"/>
                    <a:pt x="13074" y="1369"/>
                    <a:pt x="13267" y="2689"/>
                  </a:cubicBezTo>
                  <a:cubicBezTo>
                    <a:pt x="13283" y="2807"/>
                    <a:pt x="13371" y="2860"/>
                    <a:pt x="13460" y="2860"/>
                  </a:cubicBezTo>
                  <a:cubicBezTo>
                    <a:pt x="13571" y="2860"/>
                    <a:pt x="13684" y="2777"/>
                    <a:pt x="13662" y="2631"/>
                  </a:cubicBezTo>
                  <a:cubicBezTo>
                    <a:pt x="13437" y="1076"/>
                    <a:pt x="12100" y="1"/>
                    <a:pt x="106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88"/>
            <p:cNvSpPr/>
            <p:nvPr/>
          </p:nvSpPr>
          <p:spPr>
            <a:xfrm>
              <a:off x="4240183" y="2062685"/>
              <a:ext cx="35263" cy="62896"/>
            </a:xfrm>
            <a:custGeom>
              <a:rect b="b" l="l" r="r" t="t"/>
              <a:pathLst>
                <a:path extrusionOk="0" h="2399" w="1345">
                  <a:moveTo>
                    <a:pt x="290" y="1"/>
                  </a:moveTo>
                  <a:cubicBezTo>
                    <a:pt x="22" y="1"/>
                    <a:pt x="22" y="399"/>
                    <a:pt x="290" y="399"/>
                  </a:cubicBezTo>
                  <a:lnTo>
                    <a:pt x="468" y="399"/>
                  </a:lnTo>
                  <a:lnTo>
                    <a:pt x="468" y="2000"/>
                  </a:lnTo>
                  <a:lnTo>
                    <a:pt x="269" y="2000"/>
                  </a:lnTo>
                  <a:cubicBezTo>
                    <a:pt x="1" y="2000"/>
                    <a:pt x="1" y="2398"/>
                    <a:pt x="269" y="2398"/>
                  </a:cubicBezTo>
                  <a:lnTo>
                    <a:pt x="1076" y="2398"/>
                  </a:lnTo>
                  <a:cubicBezTo>
                    <a:pt x="1344" y="2398"/>
                    <a:pt x="1344" y="2000"/>
                    <a:pt x="1076" y="2000"/>
                  </a:cubicBezTo>
                  <a:lnTo>
                    <a:pt x="870" y="2000"/>
                  </a:lnTo>
                  <a:lnTo>
                    <a:pt x="870" y="200"/>
                  </a:lnTo>
                  <a:cubicBezTo>
                    <a:pt x="870" y="88"/>
                    <a:pt x="779"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88"/>
            <p:cNvSpPr/>
            <p:nvPr/>
          </p:nvSpPr>
          <p:spPr>
            <a:xfrm>
              <a:off x="4246449" y="2042865"/>
              <a:ext cx="19217" cy="16517"/>
            </a:xfrm>
            <a:custGeom>
              <a:rect b="b" l="l" r="r" t="t"/>
              <a:pathLst>
                <a:path extrusionOk="0" h="630" w="733">
                  <a:moveTo>
                    <a:pt x="316" y="1"/>
                  </a:moveTo>
                  <a:cubicBezTo>
                    <a:pt x="155" y="1"/>
                    <a:pt x="1" y="126"/>
                    <a:pt x="1" y="315"/>
                  </a:cubicBezTo>
                  <a:cubicBezTo>
                    <a:pt x="1" y="489"/>
                    <a:pt x="138" y="630"/>
                    <a:pt x="312" y="630"/>
                  </a:cubicBezTo>
                  <a:cubicBezTo>
                    <a:pt x="595" y="630"/>
                    <a:pt x="732" y="293"/>
                    <a:pt x="537" y="94"/>
                  </a:cubicBezTo>
                  <a:cubicBezTo>
                    <a:pt x="472" y="29"/>
                    <a:pt x="393"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0" name="Google Shape;17660;p88"/>
          <p:cNvGrpSpPr/>
          <p:nvPr/>
        </p:nvGrpSpPr>
        <p:grpSpPr>
          <a:xfrm>
            <a:off x="865099" y="2438644"/>
            <a:ext cx="360569" cy="358210"/>
            <a:chOff x="865099" y="2438644"/>
            <a:chExt cx="360569" cy="358210"/>
          </a:xfrm>
        </p:grpSpPr>
        <p:sp>
          <p:nvSpPr>
            <p:cNvPr id="17661" name="Google Shape;17661;p88"/>
            <p:cNvSpPr/>
            <p:nvPr/>
          </p:nvSpPr>
          <p:spPr>
            <a:xfrm>
              <a:off x="870893" y="2728007"/>
              <a:ext cx="63656" cy="63656"/>
            </a:xfrm>
            <a:custGeom>
              <a:rect b="b" l="l" r="r" t="t"/>
              <a:pathLst>
                <a:path extrusionOk="0" h="2428" w="2428">
                  <a:moveTo>
                    <a:pt x="1214" y="1"/>
                  </a:moveTo>
                  <a:lnTo>
                    <a:pt x="0" y="1214"/>
                  </a:lnTo>
                  <a:lnTo>
                    <a:pt x="1214" y="2427"/>
                  </a:lnTo>
                  <a:lnTo>
                    <a:pt x="2427" y="1214"/>
                  </a:lnTo>
                  <a:lnTo>
                    <a:pt x="121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88"/>
            <p:cNvSpPr/>
            <p:nvPr/>
          </p:nvSpPr>
          <p:spPr>
            <a:xfrm>
              <a:off x="886755" y="2743973"/>
              <a:ext cx="47795" cy="47690"/>
            </a:xfrm>
            <a:custGeom>
              <a:rect b="b" l="l" r="r" t="t"/>
              <a:pathLst>
                <a:path extrusionOk="0" h="1819" w="1823">
                  <a:moveTo>
                    <a:pt x="1214" y="0"/>
                  </a:moveTo>
                  <a:lnTo>
                    <a:pt x="0" y="1214"/>
                  </a:lnTo>
                  <a:lnTo>
                    <a:pt x="609" y="1818"/>
                  </a:lnTo>
                  <a:lnTo>
                    <a:pt x="1822" y="605"/>
                  </a:lnTo>
                  <a:lnTo>
                    <a:pt x="121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88"/>
            <p:cNvSpPr/>
            <p:nvPr/>
          </p:nvSpPr>
          <p:spPr>
            <a:xfrm>
              <a:off x="884185" y="2600983"/>
              <a:ext cx="177309" cy="177388"/>
            </a:xfrm>
            <a:custGeom>
              <a:rect b="b" l="l" r="r" t="t"/>
              <a:pathLst>
                <a:path extrusionOk="0" h="6766" w="6763">
                  <a:moveTo>
                    <a:pt x="5122" y="0"/>
                  </a:moveTo>
                  <a:lnTo>
                    <a:pt x="0" y="5121"/>
                  </a:lnTo>
                  <a:lnTo>
                    <a:pt x="1645" y="6765"/>
                  </a:lnTo>
                  <a:lnTo>
                    <a:pt x="6762" y="1644"/>
                  </a:lnTo>
                  <a:lnTo>
                    <a:pt x="512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88"/>
            <p:cNvSpPr/>
            <p:nvPr/>
          </p:nvSpPr>
          <p:spPr>
            <a:xfrm>
              <a:off x="905736" y="2622534"/>
              <a:ext cx="155758" cy="155837"/>
            </a:xfrm>
            <a:custGeom>
              <a:rect b="b" l="l" r="r" t="t"/>
              <a:pathLst>
                <a:path extrusionOk="0" h="5944" w="5941">
                  <a:moveTo>
                    <a:pt x="5122" y="0"/>
                  </a:moveTo>
                  <a:lnTo>
                    <a:pt x="1" y="5121"/>
                  </a:lnTo>
                  <a:lnTo>
                    <a:pt x="823" y="5943"/>
                  </a:lnTo>
                  <a:lnTo>
                    <a:pt x="5940" y="822"/>
                  </a:lnTo>
                  <a:lnTo>
                    <a:pt x="5122"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88"/>
            <p:cNvSpPr/>
            <p:nvPr/>
          </p:nvSpPr>
          <p:spPr>
            <a:xfrm>
              <a:off x="974479" y="2635249"/>
              <a:ext cx="52828" cy="52828"/>
            </a:xfrm>
            <a:custGeom>
              <a:rect b="b" l="l" r="r" t="t"/>
              <a:pathLst>
                <a:path extrusionOk="0" h="2015" w="2015">
                  <a:moveTo>
                    <a:pt x="1442" y="1"/>
                  </a:moveTo>
                  <a:lnTo>
                    <a:pt x="1" y="1442"/>
                  </a:lnTo>
                  <a:lnTo>
                    <a:pt x="573" y="2014"/>
                  </a:lnTo>
                  <a:lnTo>
                    <a:pt x="2014" y="573"/>
                  </a:lnTo>
                  <a:lnTo>
                    <a:pt x="144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88"/>
            <p:cNvSpPr/>
            <p:nvPr/>
          </p:nvSpPr>
          <p:spPr>
            <a:xfrm>
              <a:off x="1036404" y="2532319"/>
              <a:ext cx="93832" cy="93832"/>
            </a:xfrm>
            <a:custGeom>
              <a:rect b="b" l="l" r="r" t="t"/>
              <a:pathLst>
                <a:path extrusionOk="0" h="3579" w="3579">
                  <a:moveTo>
                    <a:pt x="1789" y="1"/>
                  </a:moveTo>
                  <a:cubicBezTo>
                    <a:pt x="801" y="1"/>
                    <a:pt x="0" y="801"/>
                    <a:pt x="0" y="1790"/>
                  </a:cubicBezTo>
                  <a:cubicBezTo>
                    <a:pt x="0" y="2778"/>
                    <a:pt x="801" y="3579"/>
                    <a:pt x="1789" y="3579"/>
                  </a:cubicBezTo>
                  <a:cubicBezTo>
                    <a:pt x="2778" y="3579"/>
                    <a:pt x="3578" y="2778"/>
                    <a:pt x="3578" y="1790"/>
                  </a:cubicBezTo>
                  <a:cubicBezTo>
                    <a:pt x="3578" y="801"/>
                    <a:pt x="2778" y="1"/>
                    <a:pt x="1789"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88"/>
            <p:cNvSpPr/>
            <p:nvPr/>
          </p:nvSpPr>
          <p:spPr>
            <a:xfrm>
              <a:off x="1005913" y="2507360"/>
              <a:ext cx="149282" cy="144537"/>
            </a:xfrm>
            <a:custGeom>
              <a:rect b="b" l="l" r="r" t="t"/>
              <a:pathLst>
                <a:path extrusionOk="0" h="5513" w="5694">
                  <a:moveTo>
                    <a:pt x="1417" y="0"/>
                  </a:moveTo>
                  <a:lnTo>
                    <a:pt x="725" y="688"/>
                  </a:lnTo>
                  <a:cubicBezTo>
                    <a:pt x="1" y="1416"/>
                    <a:pt x="1" y="2593"/>
                    <a:pt x="725" y="3321"/>
                  </a:cubicBezTo>
                  <a:lnTo>
                    <a:pt x="2373" y="4969"/>
                  </a:lnTo>
                  <a:cubicBezTo>
                    <a:pt x="2737" y="5331"/>
                    <a:pt x="3213" y="5512"/>
                    <a:pt x="3689" y="5512"/>
                  </a:cubicBezTo>
                  <a:cubicBezTo>
                    <a:pt x="4166" y="5512"/>
                    <a:pt x="4642" y="5331"/>
                    <a:pt x="5006" y="4969"/>
                  </a:cubicBezTo>
                  <a:lnTo>
                    <a:pt x="5694" y="4277"/>
                  </a:lnTo>
                  <a:lnTo>
                    <a:pt x="141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88"/>
            <p:cNvSpPr/>
            <p:nvPr/>
          </p:nvSpPr>
          <p:spPr>
            <a:xfrm>
              <a:off x="1042461" y="2593852"/>
              <a:ext cx="112735" cy="58046"/>
            </a:xfrm>
            <a:custGeom>
              <a:rect b="b" l="l" r="r" t="t"/>
              <a:pathLst>
                <a:path extrusionOk="0" h="2214" w="4300">
                  <a:moveTo>
                    <a:pt x="1" y="689"/>
                  </a:moveTo>
                  <a:cubicBezTo>
                    <a:pt x="1" y="689"/>
                    <a:pt x="2" y="690"/>
                    <a:pt x="3" y="690"/>
                  </a:cubicBezTo>
                  <a:lnTo>
                    <a:pt x="3" y="690"/>
                  </a:lnTo>
                  <a:lnTo>
                    <a:pt x="1" y="689"/>
                  </a:lnTo>
                  <a:close/>
                  <a:moveTo>
                    <a:pt x="3318" y="0"/>
                  </a:moveTo>
                  <a:lnTo>
                    <a:pt x="2630" y="689"/>
                  </a:lnTo>
                  <a:cubicBezTo>
                    <a:pt x="2268" y="1053"/>
                    <a:pt x="1792" y="1235"/>
                    <a:pt x="1316" y="1235"/>
                  </a:cubicBezTo>
                  <a:cubicBezTo>
                    <a:pt x="840" y="1235"/>
                    <a:pt x="365" y="1053"/>
                    <a:pt x="3" y="690"/>
                  </a:cubicBezTo>
                  <a:lnTo>
                    <a:pt x="3" y="690"/>
                  </a:lnTo>
                  <a:lnTo>
                    <a:pt x="979" y="1670"/>
                  </a:lnTo>
                  <a:cubicBezTo>
                    <a:pt x="1343" y="2032"/>
                    <a:pt x="1819" y="2213"/>
                    <a:pt x="2295" y="2213"/>
                  </a:cubicBezTo>
                  <a:cubicBezTo>
                    <a:pt x="2772" y="2213"/>
                    <a:pt x="3248" y="2032"/>
                    <a:pt x="3612" y="1670"/>
                  </a:cubicBezTo>
                  <a:lnTo>
                    <a:pt x="4300" y="978"/>
                  </a:lnTo>
                  <a:lnTo>
                    <a:pt x="331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88"/>
            <p:cNvSpPr/>
            <p:nvPr/>
          </p:nvSpPr>
          <p:spPr>
            <a:xfrm>
              <a:off x="1003344" y="2585960"/>
              <a:ext cx="73252" cy="73252"/>
            </a:xfrm>
            <a:custGeom>
              <a:rect b="b" l="l" r="r" t="t"/>
              <a:pathLst>
                <a:path extrusionOk="0" h="2794" w="2794">
                  <a:moveTo>
                    <a:pt x="504" y="1"/>
                  </a:moveTo>
                  <a:lnTo>
                    <a:pt x="1" y="504"/>
                  </a:lnTo>
                  <a:lnTo>
                    <a:pt x="2290" y="2793"/>
                  </a:lnTo>
                  <a:lnTo>
                    <a:pt x="2793" y="2290"/>
                  </a:lnTo>
                  <a:lnTo>
                    <a:pt x="5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88"/>
            <p:cNvSpPr/>
            <p:nvPr/>
          </p:nvSpPr>
          <p:spPr>
            <a:xfrm>
              <a:off x="1033363" y="2615979"/>
              <a:ext cx="43233" cy="43128"/>
            </a:xfrm>
            <a:custGeom>
              <a:rect b="b" l="l" r="r" t="t"/>
              <a:pathLst>
                <a:path extrusionOk="0" h="1645" w="1649">
                  <a:moveTo>
                    <a:pt x="504" y="0"/>
                  </a:moveTo>
                  <a:lnTo>
                    <a:pt x="0" y="504"/>
                  </a:lnTo>
                  <a:lnTo>
                    <a:pt x="1145" y="1645"/>
                  </a:lnTo>
                  <a:lnTo>
                    <a:pt x="1648" y="1145"/>
                  </a:lnTo>
                  <a:lnTo>
                    <a:pt x="50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88"/>
            <p:cNvSpPr/>
            <p:nvPr/>
          </p:nvSpPr>
          <p:spPr>
            <a:xfrm>
              <a:off x="968684" y="2629875"/>
              <a:ext cx="64416" cy="63420"/>
            </a:xfrm>
            <a:custGeom>
              <a:rect b="b" l="l" r="r" t="t"/>
              <a:pathLst>
                <a:path extrusionOk="0" h="2419" w="2457">
                  <a:moveTo>
                    <a:pt x="1665" y="1"/>
                  </a:moveTo>
                  <a:cubicBezTo>
                    <a:pt x="1613" y="1"/>
                    <a:pt x="1562" y="21"/>
                    <a:pt x="1522" y="61"/>
                  </a:cubicBezTo>
                  <a:lnTo>
                    <a:pt x="1037" y="546"/>
                  </a:lnTo>
                  <a:cubicBezTo>
                    <a:pt x="895" y="691"/>
                    <a:pt x="1027" y="889"/>
                    <a:pt x="1181" y="889"/>
                  </a:cubicBezTo>
                  <a:cubicBezTo>
                    <a:pt x="1227" y="889"/>
                    <a:pt x="1276" y="871"/>
                    <a:pt x="1319" y="828"/>
                  </a:cubicBezTo>
                  <a:lnTo>
                    <a:pt x="1663" y="484"/>
                  </a:lnTo>
                  <a:lnTo>
                    <a:pt x="1953" y="774"/>
                  </a:lnTo>
                  <a:lnTo>
                    <a:pt x="794" y="1933"/>
                  </a:lnTo>
                  <a:lnTo>
                    <a:pt x="504" y="1643"/>
                  </a:lnTo>
                  <a:lnTo>
                    <a:pt x="761" y="1386"/>
                  </a:lnTo>
                  <a:cubicBezTo>
                    <a:pt x="901" y="1241"/>
                    <a:pt x="770" y="1045"/>
                    <a:pt x="616" y="1045"/>
                  </a:cubicBezTo>
                  <a:cubicBezTo>
                    <a:pt x="570" y="1045"/>
                    <a:pt x="522" y="1062"/>
                    <a:pt x="479" y="1104"/>
                  </a:cubicBezTo>
                  <a:lnTo>
                    <a:pt x="81" y="1502"/>
                  </a:lnTo>
                  <a:cubicBezTo>
                    <a:pt x="1" y="1582"/>
                    <a:pt x="1" y="1709"/>
                    <a:pt x="81" y="1785"/>
                  </a:cubicBezTo>
                  <a:lnTo>
                    <a:pt x="653" y="2360"/>
                  </a:lnTo>
                  <a:cubicBezTo>
                    <a:pt x="689" y="2397"/>
                    <a:pt x="740" y="2418"/>
                    <a:pt x="794" y="2418"/>
                  </a:cubicBezTo>
                  <a:cubicBezTo>
                    <a:pt x="848" y="2418"/>
                    <a:pt x="899" y="2397"/>
                    <a:pt x="935" y="2360"/>
                  </a:cubicBezTo>
                  <a:lnTo>
                    <a:pt x="2377" y="919"/>
                  </a:lnTo>
                  <a:cubicBezTo>
                    <a:pt x="2456" y="839"/>
                    <a:pt x="2456" y="713"/>
                    <a:pt x="2377" y="637"/>
                  </a:cubicBezTo>
                  <a:lnTo>
                    <a:pt x="1804" y="61"/>
                  </a:lnTo>
                  <a:cubicBezTo>
                    <a:pt x="1766" y="21"/>
                    <a:pt x="1716" y="1"/>
                    <a:pt x="1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88"/>
            <p:cNvSpPr/>
            <p:nvPr/>
          </p:nvSpPr>
          <p:spPr>
            <a:xfrm>
              <a:off x="865099" y="2502143"/>
              <a:ext cx="295812" cy="294711"/>
            </a:xfrm>
            <a:custGeom>
              <a:rect b="b" l="l" r="r" t="t"/>
              <a:pathLst>
                <a:path extrusionOk="0" h="11241" w="11283">
                  <a:moveTo>
                    <a:pt x="8327" y="1355"/>
                  </a:moveTo>
                  <a:cubicBezTo>
                    <a:pt x="8744" y="1355"/>
                    <a:pt x="9148" y="1520"/>
                    <a:pt x="9446" y="1818"/>
                  </a:cubicBezTo>
                  <a:cubicBezTo>
                    <a:pt x="9768" y="2140"/>
                    <a:pt x="9935" y="2586"/>
                    <a:pt x="9906" y="3039"/>
                  </a:cubicBezTo>
                  <a:lnTo>
                    <a:pt x="8225" y="1358"/>
                  </a:lnTo>
                  <a:cubicBezTo>
                    <a:pt x="8259" y="1356"/>
                    <a:pt x="8293" y="1355"/>
                    <a:pt x="8327" y="1355"/>
                  </a:cubicBezTo>
                  <a:close/>
                  <a:moveTo>
                    <a:pt x="5777" y="3484"/>
                  </a:moveTo>
                  <a:lnTo>
                    <a:pt x="5958" y="3665"/>
                  </a:lnTo>
                  <a:lnTo>
                    <a:pt x="7606" y="5309"/>
                  </a:lnTo>
                  <a:lnTo>
                    <a:pt x="7784" y="5487"/>
                  </a:lnTo>
                  <a:lnTo>
                    <a:pt x="7563" y="5704"/>
                  </a:lnTo>
                  <a:lnTo>
                    <a:pt x="5560" y="3701"/>
                  </a:lnTo>
                  <a:lnTo>
                    <a:pt x="5777" y="3484"/>
                  </a:lnTo>
                  <a:close/>
                  <a:moveTo>
                    <a:pt x="942" y="9387"/>
                  </a:moveTo>
                  <a:lnTo>
                    <a:pt x="1877" y="10322"/>
                  </a:lnTo>
                  <a:lnTo>
                    <a:pt x="1431" y="10760"/>
                  </a:lnTo>
                  <a:lnTo>
                    <a:pt x="500" y="9829"/>
                  </a:lnTo>
                  <a:lnTo>
                    <a:pt x="942" y="9387"/>
                  </a:lnTo>
                  <a:close/>
                  <a:moveTo>
                    <a:pt x="6786" y="1"/>
                  </a:moveTo>
                  <a:cubicBezTo>
                    <a:pt x="6735" y="1"/>
                    <a:pt x="6684" y="20"/>
                    <a:pt x="6646" y="58"/>
                  </a:cubicBezTo>
                  <a:lnTo>
                    <a:pt x="6081" y="623"/>
                  </a:lnTo>
                  <a:cubicBezTo>
                    <a:pt x="5932" y="767"/>
                    <a:pt x="6066" y="970"/>
                    <a:pt x="6222" y="970"/>
                  </a:cubicBezTo>
                  <a:cubicBezTo>
                    <a:pt x="6270" y="970"/>
                    <a:pt x="6320" y="951"/>
                    <a:pt x="6364" y="905"/>
                  </a:cubicBezTo>
                  <a:lnTo>
                    <a:pt x="6788" y="482"/>
                  </a:lnTo>
                  <a:lnTo>
                    <a:pt x="10782" y="4476"/>
                  </a:lnTo>
                  <a:lnTo>
                    <a:pt x="10236" y="5023"/>
                  </a:lnTo>
                  <a:cubicBezTo>
                    <a:pt x="9911" y="5347"/>
                    <a:pt x="9486" y="5509"/>
                    <a:pt x="9060" y="5509"/>
                  </a:cubicBezTo>
                  <a:cubicBezTo>
                    <a:pt x="8635" y="5509"/>
                    <a:pt x="8209" y="5347"/>
                    <a:pt x="7885" y="5023"/>
                  </a:cubicBezTo>
                  <a:lnTo>
                    <a:pt x="7063" y="4201"/>
                  </a:lnTo>
                  <a:lnTo>
                    <a:pt x="6241" y="3375"/>
                  </a:lnTo>
                  <a:cubicBezTo>
                    <a:pt x="5741" y="2876"/>
                    <a:pt x="5611" y="2119"/>
                    <a:pt x="5918" y="1481"/>
                  </a:cubicBezTo>
                  <a:cubicBezTo>
                    <a:pt x="5995" y="1321"/>
                    <a:pt x="5863" y="1191"/>
                    <a:pt x="5731" y="1191"/>
                  </a:cubicBezTo>
                  <a:cubicBezTo>
                    <a:pt x="5663" y="1191"/>
                    <a:pt x="5596" y="1225"/>
                    <a:pt x="5556" y="1307"/>
                  </a:cubicBezTo>
                  <a:cubicBezTo>
                    <a:pt x="5281" y="1883"/>
                    <a:pt x="5285" y="2550"/>
                    <a:pt x="5567" y="3122"/>
                  </a:cubicBezTo>
                  <a:lnTo>
                    <a:pt x="5133" y="3556"/>
                  </a:lnTo>
                  <a:cubicBezTo>
                    <a:pt x="5053" y="3636"/>
                    <a:pt x="5053" y="3763"/>
                    <a:pt x="5133" y="3839"/>
                  </a:cubicBezTo>
                  <a:lnTo>
                    <a:pt x="5314" y="4020"/>
                  </a:lnTo>
                  <a:lnTo>
                    <a:pt x="587" y="8750"/>
                  </a:lnTo>
                  <a:cubicBezTo>
                    <a:pt x="511" y="8826"/>
                    <a:pt x="511" y="8953"/>
                    <a:pt x="587" y="9032"/>
                  </a:cubicBezTo>
                  <a:lnTo>
                    <a:pt x="660" y="9105"/>
                  </a:lnTo>
                  <a:lnTo>
                    <a:pt x="80" y="9688"/>
                  </a:lnTo>
                  <a:cubicBezTo>
                    <a:pt x="1" y="9764"/>
                    <a:pt x="1" y="9891"/>
                    <a:pt x="80" y="9970"/>
                  </a:cubicBezTo>
                  <a:lnTo>
                    <a:pt x="1293" y="11184"/>
                  </a:lnTo>
                  <a:cubicBezTo>
                    <a:pt x="1332" y="11222"/>
                    <a:pt x="1382" y="11241"/>
                    <a:pt x="1433" y="11241"/>
                  </a:cubicBezTo>
                  <a:cubicBezTo>
                    <a:pt x="1485" y="11241"/>
                    <a:pt x="1536" y="11222"/>
                    <a:pt x="1576" y="11184"/>
                  </a:cubicBezTo>
                  <a:lnTo>
                    <a:pt x="2159" y="10601"/>
                  </a:lnTo>
                  <a:lnTo>
                    <a:pt x="2232" y="10673"/>
                  </a:lnTo>
                  <a:cubicBezTo>
                    <a:pt x="2270" y="10711"/>
                    <a:pt x="2320" y="10730"/>
                    <a:pt x="2371" y="10730"/>
                  </a:cubicBezTo>
                  <a:cubicBezTo>
                    <a:pt x="2423" y="10730"/>
                    <a:pt x="2474" y="10711"/>
                    <a:pt x="2514" y="10673"/>
                  </a:cubicBezTo>
                  <a:lnTo>
                    <a:pt x="3901" y="9286"/>
                  </a:lnTo>
                  <a:cubicBezTo>
                    <a:pt x="4040" y="9141"/>
                    <a:pt x="3910" y="8943"/>
                    <a:pt x="3756" y="8943"/>
                  </a:cubicBezTo>
                  <a:cubicBezTo>
                    <a:pt x="3710" y="8943"/>
                    <a:pt x="3662" y="8961"/>
                    <a:pt x="3619" y="9003"/>
                  </a:cubicBezTo>
                  <a:lnTo>
                    <a:pt x="2373" y="10249"/>
                  </a:lnTo>
                  <a:lnTo>
                    <a:pt x="2300" y="10173"/>
                  </a:lnTo>
                  <a:lnTo>
                    <a:pt x="1087" y="8964"/>
                  </a:lnTo>
                  <a:lnTo>
                    <a:pt x="1015" y="8888"/>
                  </a:lnTo>
                  <a:lnTo>
                    <a:pt x="5600" y="4306"/>
                  </a:lnTo>
                  <a:lnTo>
                    <a:pt x="6958" y="5664"/>
                  </a:lnTo>
                  <a:lnTo>
                    <a:pt x="4176" y="8446"/>
                  </a:lnTo>
                  <a:cubicBezTo>
                    <a:pt x="4037" y="8591"/>
                    <a:pt x="4168" y="8787"/>
                    <a:pt x="4322" y="8787"/>
                  </a:cubicBezTo>
                  <a:cubicBezTo>
                    <a:pt x="4368" y="8787"/>
                    <a:pt x="4416" y="8770"/>
                    <a:pt x="4459" y="8728"/>
                  </a:cubicBezTo>
                  <a:lnTo>
                    <a:pt x="7240" y="5947"/>
                  </a:lnTo>
                  <a:lnTo>
                    <a:pt x="7421" y="6128"/>
                  </a:lnTo>
                  <a:cubicBezTo>
                    <a:pt x="7459" y="6168"/>
                    <a:pt x="7510" y="6188"/>
                    <a:pt x="7561" y="6188"/>
                  </a:cubicBezTo>
                  <a:cubicBezTo>
                    <a:pt x="7612" y="6188"/>
                    <a:pt x="7664" y="6168"/>
                    <a:pt x="7704" y="6128"/>
                  </a:cubicBezTo>
                  <a:lnTo>
                    <a:pt x="8139" y="5693"/>
                  </a:lnTo>
                  <a:cubicBezTo>
                    <a:pt x="8431" y="5839"/>
                    <a:pt x="8745" y="5909"/>
                    <a:pt x="9057" y="5909"/>
                  </a:cubicBezTo>
                  <a:cubicBezTo>
                    <a:pt x="9591" y="5909"/>
                    <a:pt x="10119" y="5701"/>
                    <a:pt x="10514" y="5306"/>
                  </a:cubicBezTo>
                  <a:lnTo>
                    <a:pt x="11206" y="4621"/>
                  </a:lnTo>
                  <a:cubicBezTo>
                    <a:pt x="11282" y="4542"/>
                    <a:pt x="11282" y="4415"/>
                    <a:pt x="11206" y="4335"/>
                  </a:cubicBezTo>
                  <a:lnTo>
                    <a:pt x="10261" y="3390"/>
                  </a:lnTo>
                  <a:cubicBezTo>
                    <a:pt x="10555" y="2110"/>
                    <a:pt x="9565" y="951"/>
                    <a:pt x="8329" y="951"/>
                  </a:cubicBezTo>
                  <a:cubicBezTo>
                    <a:pt x="8181" y="951"/>
                    <a:pt x="8028" y="968"/>
                    <a:pt x="7874" y="1003"/>
                  </a:cubicBezTo>
                  <a:lnTo>
                    <a:pt x="6929" y="58"/>
                  </a:lnTo>
                  <a:cubicBezTo>
                    <a:pt x="6889" y="20"/>
                    <a:pt x="6837" y="1"/>
                    <a:pt x="6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88"/>
            <p:cNvSpPr/>
            <p:nvPr/>
          </p:nvSpPr>
          <p:spPr>
            <a:xfrm>
              <a:off x="1128978" y="2478416"/>
              <a:ext cx="57311" cy="53353"/>
            </a:xfrm>
            <a:custGeom>
              <a:rect b="b" l="l" r="r" t="t"/>
              <a:pathLst>
                <a:path extrusionOk="0" h="2035" w="2186">
                  <a:moveTo>
                    <a:pt x="1899" y="0"/>
                  </a:moveTo>
                  <a:cubicBezTo>
                    <a:pt x="1852" y="0"/>
                    <a:pt x="1804" y="18"/>
                    <a:pt x="1760" y="61"/>
                  </a:cubicBezTo>
                  <a:lnTo>
                    <a:pt x="127" y="1694"/>
                  </a:lnTo>
                  <a:cubicBezTo>
                    <a:pt x="1" y="1817"/>
                    <a:pt x="90" y="2033"/>
                    <a:pt x="270" y="2035"/>
                  </a:cubicBezTo>
                  <a:lnTo>
                    <a:pt x="270" y="2035"/>
                  </a:lnTo>
                  <a:cubicBezTo>
                    <a:pt x="324" y="2034"/>
                    <a:pt x="374" y="2013"/>
                    <a:pt x="413" y="1977"/>
                  </a:cubicBezTo>
                  <a:lnTo>
                    <a:pt x="2047" y="344"/>
                  </a:lnTo>
                  <a:cubicBezTo>
                    <a:pt x="2186" y="199"/>
                    <a:pt x="2053" y="0"/>
                    <a:pt x="1899" y="0"/>
                  </a:cubicBezTo>
                  <a:close/>
                  <a:moveTo>
                    <a:pt x="270" y="2035"/>
                  </a:moveTo>
                  <a:cubicBezTo>
                    <a:pt x="269" y="2035"/>
                    <a:pt x="269" y="2035"/>
                    <a:pt x="268" y="2035"/>
                  </a:cubicBezTo>
                  <a:lnTo>
                    <a:pt x="272" y="2035"/>
                  </a:lnTo>
                  <a:cubicBezTo>
                    <a:pt x="271" y="2035"/>
                    <a:pt x="271" y="2035"/>
                    <a:pt x="270" y="2035"/>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88"/>
            <p:cNvSpPr/>
            <p:nvPr/>
          </p:nvSpPr>
          <p:spPr>
            <a:xfrm>
              <a:off x="1101529" y="2438644"/>
              <a:ext cx="10461" cy="70997"/>
            </a:xfrm>
            <a:custGeom>
              <a:rect b="b" l="l" r="r" t="t"/>
              <a:pathLst>
                <a:path extrusionOk="0" h="2708" w="399">
                  <a:moveTo>
                    <a:pt x="200" y="1"/>
                  </a:moveTo>
                  <a:cubicBezTo>
                    <a:pt x="100" y="1"/>
                    <a:pt x="1" y="68"/>
                    <a:pt x="1" y="202"/>
                  </a:cubicBezTo>
                  <a:lnTo>
                    <a:pt x="1" y="2509"/>
                  </a:lnTo>
                  <a:cubicBezTo>
                    <a:pt x="1" y="2621"/>
                    <a:pt x="88" y="2708"/>
                    <a:pt x="200" y="2708"/>
                  </a:cubicBezTo>
                  <a:cubicBezTo>
                    <a:pt x="312" y="2708"/>
                    <a:pt x="399" y="2621"/>
                    <a:pt x="399" y="2509"/>
                  </a:cubicBezTo>
                  <a:lnTo>
                    <a:pt x="399" y="202"/>
                  </a:lnTo>
                  <a:cubicBezTo>
                    <a:pt x="399" y="68"/>
                    <a:pt x="299"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88"/>
            <p:cNvSpPr/>
            <p:nvPr/>
          </p:nvSpPr>
          <p:spPr>
            <a:xfrm>
              <a:off x="1151184" y="2550540"/>
              <a:ext cx="74484" cy="10487"/>
            </a:xfrm>
            <a:custGeom>
              <a:rect b="b" l="l" r="r" t="t"/>
              <a:pathLst>
                <a:path extrusionOk="0" h="400" w="2841">
                  <a:moveTo>
                    <a:pt x="265" y="1"/>
                  </a:moveTo>
                  <a:cubicBezTo>
                    <a:pt x="1" y="1"/>
                    <a:pt x="1" y="399"/>
                    <a:pt x="265" y="399"/>
                  </a:cubicBezTo>
                  <a:lnTo>
                    <a:pt x="2576" y="399"/>
                  </a:lnTo>
                  <a:cubicBezTo>
                    <a:pt x="2840" y="399"/>
                    <a:pt x="2840" y="1"/>
                    <a:pt x="25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6" name="Google Shape;17676;p88"/>
          <p:cNvGrpSpPr/>
          <p:nvPr/>
        </p:nvGrpSpPr>
        <p:grpSpPr>
          <a:xfrm>
            <a:off x="3126490" y="2901016"/>
            <a:ext cx="265242" cy="358288"/>
            <a:chOff x="3126490" y="2901016"/>
            <a:chExt cx="265242" cy="358288"/>
          </a:xfrm>
        </p:grpSpPr>
        <p:sp>
          <p:nvSpPr>
            <p:cNvPr id="17677" name="Google Shape;17677;p88"/>
            <p:cNvSpPr/>
            <p:nvPr/>
          </p:nvSpPr>
          <p:spPr>
            <a:xfrm>
              <a:off x="3131707" y="2939294"/>
              <a:ext cx="181189" cy="314689"/>
            </a:xfrm>
            <a:custGeom>
              <a:rect b="b" l="l" r="r" t="t"/>
              <a:pathLst>
                <a:path extrusionOk="0" h="12003" w="6911">
                  <a:moveTo>
                    <a:pt x="1" y="0"/>
                  </a:moveTo>
                  <a:lnTo>
                    <a:pt x="1" y="12003"/>
                  </a:lnTo>
                  <a:lnTo>
                    <a:pt x="6911" y="12003"/>
                  </a:lnTo>
                  <a:lnTo>
                    <a:pt x="6911"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88"/>
            <p:cNvSpPr/>
            <p:nvPr/>
          </p:nvSpPr>
          <p:spPr>
            <a:xfrm>
              <a:off x="3240614" y="2939294"/>
              <a:ext cx="72282" cy="112447"/>
            </a:xfrm>
            <a:custGeom>
              <a:rect b="b" l="l" r="r" t="t"/>
              <a:pathLst>
                <a:path extrusionOk="0" h="4289" w="2757">
                  <a:moveTo>
                    <a:pt x="243" y="0"/>
                  </a:moveTo>
                  <a:cubicBezTo>
                    <a:pt x="84" y="381"/>
                    <a:pt x="1" y="790"/>
                    <a:pt x="1" y="1206"/>
                  </a:cubicBezTo>
                  <a:lnTo>
                    <a:pt x="1" y="1224"/>
                  </a:lnTo>
                  <a:cubicBezTo>
                    <a:pt x="8" y="2528"/>
                    <a:pt x="830" y="3687"/>
                    <a:pt x="2058" y="4125"/>
                  </a:cubicBezTo>
                  <a:cubicBezTo>
                    <a:pt x="2282" y="4209"/>
                    <a:pt x="2518" y="4263"/>
                    <a:pt x="2757" y="4288"/>
                  </a:cubicBezTo>
                  <a:lnTo>
                    <a:pt x="2757"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88"/>
            <p:cNvSpPr/>
            <p:nvPr/>
          </p:nvSpPr>
          <p:spPr>
            <a:xfrm>
              <a:off x="3131707" y="3241057"/>
              <a:ext cx="181189" cy="12925"/>
            </a:xfrm>
            <a:custGeom>
              <a:rect b="b" l="l" r="r" t="t"/>
              <a:pathLst>
                <a:path extrusionOk="0" h="493" w="6911">
                  <a:moveTo>
                    <a:pt x="1" y="0"/>
                  </a:moveTo>
                  <a:lnTo>
                    <a:pt x="1" y="493"/>
                  </a:lnTo>
                  <a:lnTo>
                    <a:pt x="6911" y="493"/>
                  </a:lnTo>
                  <a:lnTo>
                    <a:pt x="691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88"/>
            <p:cNvSpPr/>
            <p:nvPr/>
          </p:nvSpPr>
          <p:spPr>
            <a:xfrm>
              <a:off x="3149928" y="2971384"/>
              <a:ext cx="144642" cy="226781"/>
            </a:xfrm>
            <a:custGeom>
              <a:rect b="b" l="l" r="r" t="t"/>
              <a:pathLst>
                <a:path extrusionOk="0" h="8650" w="5517">
                  <a:moveTo>
                    <a:pt x="1" y="0"/>
                  </a:moveTo>
                  <a:lnTo>
                    <a:pt x="1" y="8649"/>
                  </a:lnTo>
                  <a:lnTo>
                    <a:pt x="5517" y="8649"/>
                  </a:lnTo>
                  <a:lnTo>
                    <a:pt x="551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88"/>
            <p:cNvSpPr/>
            <p:nvPr/>
          </p:nvSpPr>
          <p:spPr>
            <a:xfrm>
              <a:off x="3240614" y="2971489"/>
              <a:ext cx="53956" cy="76057"/>
            </a:xfrm>
            <a:custGeom>
              <a:rect b="b" l="l" r="r" t="t"/>
              <a:pathLst>
                <a:path extrusionOk="0" h="2901" w="2058">
                  <a:moveTo>
                    <a:pt x="1" y="0"/>
                  </a:moveTo>
                  <a:cubicBezTo>
                    <a:pt x="8" y="1300"/>
                    <a:pt x="830" y="2459"/>
                    <a:pt x="2058" y="2901"/>
                  </a:cubicBezTo>
                  <a:lnTo>
                    <a:pt x="205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88"/>
            <p:cNvSpPr/>
            <p:nvPr/>
          </p:nvSpPr>
          <p:spPr>
            <a:xfrm>
              <a:off x="3149928" y="2971489"/>
              <a:ext cx="144642" cy="226677"/>
            </a:xfrm>
            <a:custGeom>
              <a:rect b="b" l="l" r="r" t="t"/>
              <a:pathLst>
                <a:path extrusionOk="0" h="8646" w="5517">
                  <a:moveTo>
                    <a:pt x="1" y="0"/>
                  </a:moveTo>
                  <a:lnTo>
                    <a:pt x="1" y="3339"/>
                  </a:lnTo>
                  <a:lnTo>
                    <a:pt x="1" y="8645"/>
                  </a:lnTo>
                  <a:lnTo>
                    <a:pt x="5517" y="8645"/>
                  </a:lnTo>
                  <a:lnTo>
                    <a:pt x="5517" y="8087"/>
                  </a:lnTo>
                  <a:lnTo>
                    <a:pt x="512" y="8087"/>
                  </a:lnTo>
                  <a:lnTo>
                    <a:pt x="512" y="2781"/>
                  </a:lnTo>
                  <a:lnTo>
                    <a:pt x="512"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88"/>
            <p:cNvSpPr/>
            <p:nvPr/>
          </p:nvSpPr>
          <p:spPr>
            <a:xfrm>
              <a:off x="3176906" y="3056932"/>
              <a:ext cx="90713" cy="21393"/>
            </a:xfrm>
            <a:custGeom>
              <a:rect b="b" l="l" r="r" t="t"/>
              <a:pathLst>
                <a:path extrusionOk="0" h="816" w="3460">
                  <a:moveTo>
                    <a:pt x="1" y="1"/>
                  </a:moveTo>
                  <a:lnTo>
                    <a:pt x="1" y="815"/>
                  </a:lnTo>
                  <a:lnTo>
                    <a:pt x="3459" y="815"/>
                  </a:lnTo>
                  <a:lnTo>
                    <a:pt x="3459"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88"/>
            <p:cNvSpPr/>
            <p:nvPr/>
          </p:nvSpPr>
          <p:spPr>
            <a:xfrm>
              <a:off x="3210517" y="3211143"/>
              <a:ext cx="23491" cy="23465"/>
            </a:xfrm>
            <a:custGeom>
              <a:rect b="b" l="l" r="r" t="t"/>
              <a:pathLst>
                <a:path extrusionOk="0" h="895" w="896">
                  <a:moveTo>
                    <a:pt x="450" y="0"/>
                  </a:moveTo>
                  <a:cubicBezTo>
                    <a:pt x="203" y="0"/>
                    <a:pt x="1" y="199"/>
                    <a:pt x="1" y="446"/>
                  </a:cubicBezTo>
                  <a:cubicBezTo>
                    <a:pt x="1" y="692"/>
                    <a:pt x="203" y="895"/>
                    <a:pt x="450" y="895"/>
                  </a:cubicBezTo>
                  <a:cubicBezTo>
                    <a:pt x="696" y="895"/>
                    <a:pt x="895" y="692"/>
                    <a:pt x="895" y="446"/>
                  </a:cubicBezTo>
                  <a:cubicBezTo>
                    <a:pt x="895" y="199"/>
                    <a:pt x="696" y="0"/>
                    <a:pt x="45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88"/>
            <p:cNvSpPr/>
            <p:nvPr/>
          </p:nvSpPr>
          <p:spPr>
            <a:xfrm>
              <a:off x="3257236" y="2906050"/>
              <a:ext cx="129541" cy="129646"/>
            </a:xfrm>
            <a:custGeom>
              <a:rect b="b" l="l" r="r" t="t"/>
              <a:pathLst>
                <a:path extrusionOk="0" h="4945" w="4941">
                  <a:moveTo>
                    <a:pt x="2471" y="1"/>
                  </a:moveTo>
                  <a:cubicBezTo>
                    <a:pt x="1105" y="1"/>
                    <a:pt x="0" y="1109"/>
                    <a:pt x="0" y="2474"/>
                  </a:cubicBezTo>
                  <a:cubicBezTo>
                    <a:pt x="0" y="3836"/>
                    <a:pt x="1105" y="4944"/>
                    <a:pt x="2471" y="4944"/>
                  </a:cubicBezTo>
                  <a:cubicBezTo>
                    <a:pt x="3832" y="4944"/>
                    <a:pt x="4941" y="3836"/>
                    <a:pt x="4941" y="2474"/>
                  </a:cubicBezTo>
                  <a:cubicBezTo>
                    <a:pt x="4941" y="1109"/>
                    <a:pt x="3832" y="1"/>
                    <a:pt x="2471"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88"/>
            <p:cNvSpPr/>
            <p:nvPr/>
          </p:nvSpPr>
          <p:spPr>
            <a:xfrm>
              <a:off x="3201603" y="2949545"/>
              <a:ext cx="41319" cy="10566"/>
            </a:xfrm>
            <a:custGeom>
              <a:rect b="b" l="l" r="r" t="t"/>
              <a:pathLst>
                <a:path extrusionOk="0" h="403" w="1576">
                  <a:moveTo>
                    <a:pt x="268" y="0"/>
                  </a:moveTo>
                  <a:cubicBezTo>
                    <a:pt x="0" y="0"/>
                    <a:pt x="0" y="402"/>
                    <a:pt x="268" y="402"/>
                  </a:cubicBezTo>
                  <a:lnTo>
                    <a:pt x="1311" y="402"/>
                  </a:lnTo>
                  <a:cubicBezTo>
                    <a:pt x="1576" y="402"/>
                    <a:pt x="1576" y="0"/>
                    <a:pt x="1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88"/>
            <p:cNvSpPr/>
            <p:nvPr/>
          </p:nvSpPr>
          <p:spPr>
            <a:xfrm>
              <a:off x="3171689" y="3051714"/>
              <a:ext cx="101147" cy="31828"/>
            </a:xfrm>
            <a:custGeom>
              <a:rect b="b" l="l" r="r" t="t"/>
              <a:pathLst>
                <a:path extrusionOk="0" h="1214" w="3858">
                  <a:moveTo>
                    <a:pt x="3459" y="399"/>
                  </a:moveTo>
                  <a:lnTo>
                    <a:pt x="3459" y="815"/>
                  </a:lnTo>
                  <a:lnTo>
                    <a:pt x="402" y="815"/>
                  </a:lnTo>
                  <a:lnTo>
                    <a:pt x="402" y="399"/>
                  </a:lnTo>
                  <a:close/>
                  <a:moveTo>
                    <a:pt x="200" y="0"/>
                  </a:moveTo>
                  <a:cubicBezTo>
                    <a:pt x="91" y="0"/>
                    <a:pt x="0" y="91"/>
                    <a:pt x="0" y="200"/>
                  </a:cubicBezTo>
                  <a:lnTo>
                    <a:pt x="0" y="1014"/>
                  </a:lnTo>
                  <a:cubicBezTo>
                    <a:pt x="0" y="1127"/>
                    <a:pt x="91" y="1214"/>
                    <a:pt x="200" y="1214"/>
                  </a:cubicBezTo>
                  <a:lnTo>
                    <a:pt x="3658" y="1214"/>
                  </a:lnTo>
                  <a:cubicBezTo>
                    <a:pt x="3771" y="1214"/>
                    <a:pt x="3857" y="1127"/>
                    <a:pt x="3857" y="1014"/>
                  </a:cubicBezTo>
                  <a:lnTo>
                    <a:pt x="3857" y="200"/>
                  </a:lnTo>
                  <a:cubicBezTo>
                    <a:pt x="3857" y="91"/>
                    <a:pt x="3771" y="0"/>
                    <a:pt x="36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88"/>
            <p:cNvSpPr/>
            <p:nvPr/>
          </p:nvSpPr>
          <p:spPr>
            <a:xfrm>
              <a:off x="3169984" y="3096913"/>
              <a:ext cx="104660" cy="10566"/>
            </a:xfrm>
            <a:custGeom>
              <a:rect b="b" l="l" r="r" t="t"/>
              <a:pathLst>
                <a:path extrusionOk="0" h="403" w="3992">
                  <a:moveTo>
                    <a:pt x="265" y="0"/>
                  </a:moveTo>
                  <a:cubicBezTo>
                    <a:pt x="0" y="0"/>
                    <a:pt x="0" y="399"/>
                    <a:pt x="265" y="402"/>
                  </a:cubicBezTo>
                  <a:lnTo>
                    <a:pt x="3723" y="402"/>
                  </a:lnTo>
                  <a:cubicBezTo>
                    <a:pt x="3991" y="402"/>
                    <a:pt x="3991" y="0"/>
                    <a:pt x="37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88"/>
            <p:cNvSpPr/>
            <p:nvPr/>
          </p:nvSpPr>
          <p:spPr>
            <a:xfrm>
              <a:off x="3169984" y="3122266"/>
              <a:ext cx="104660" cy="10566"/>
            </a:xfrm>
            <a:custGeom>
              <a:rect b="b" l="l" r="r" t="t"/>
              <a:pathLst>
                <a:path extrusionOk="0" h="403" w="3992">
                  <a:moveTo>
                    <a:pt x="265" y="0"/>
                  </a:moveTo>
                  <a:cubicBezTo>
                    <a:pt x="0" y="0"/>
                    <a:pt x="0" y="402"/>
                    <a:pt x="265" y="402"/>
                  </a:cubicBezTo>
                  <a:lnTo>
                    <a:pt x="3723" y="402"/>
                  </a:lnTo>
                  <a:cubicBezTo>
                    <a:pt x="3991" y="402"/>
                    <a:pt x="3991" y="0"/>
                    <a:pt x="37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88"/>
            <p:cNvSpPr/>
            <p:nvPr/>
          </p:nvSpPr>
          <p:spPr>
            <a:xfrm>
              <a:off x="3199610" y="3205821"/>
              <a:ext cx="39693" cy="34004"/>
            </a:xfrm>
            <a:custGeom>
              <a:rect b="b" l="l" r="r" t="t"/>
              <a:pathLst>
                <a:path extrusionOk="0" h="1297" w="1514">
                  <a:moveTo>
                    <a:pt x="866" y="402"/>
                  </a:moveTo>
                  <a:cubicBezTo>
                    <a:pt x="927" y="402"/>
                    <a:pt x="989" y="424"/>
                    <a:pt x="1040" y="475"/>
                  </a:cubicBezTo>
                  <a:cubicBezTo>
                    <a:pt x="1195" y="631"/>
                    <a:pt x="1087" y="899"/>
                    <a:pt x="866" y="899"/>
                  </a:cubicBezTo>
                  <a:cubicBezTo>
                    <a:pt x="728" y="899"/>
                    <a:pt x="616" y="786"/>
                    <a:pt x="616" y="649"/>
                  </a:cubicBezTo>
                  <a:lnTo>
                    <a:pt x="619" y="649"/>
                  </a:lnTo>
                  <a:cubicBezTo>
                    <a:pt x="619" y="500"/>
                    <a:pt x="740" y="402"/>
                    <a:pt x="866" y="402"/>
                  </a:cubicBezTo>
                  <a:close/>
                  <a:moveTo>
                    <a:pt x="861" y="1"/>
                  </a:moveTo>
                  <a:cubicBezTo>
                    <a:pt x="701" y="1"/>
                    <a:pt x="538" y="60"/>
                    <a:pt x="406" y="192"/>
                  </a:cubicBezTo>
                  <a:cubicBezTo>
                    <a:pt x="0" y="598"/>
                    <a:pt x="286" y="1297"/>
                    <a:pt x="866" y="1297"/>
                  </a:cubicBezTo>
                  <a:cubicBezTo>
                    <a:pt x="1221" y="1297"/>
                    <a:pt x="1510" y="1007"/>
                    <a:pt x="1514" y="649"/>
                  </a:cubicBezTo>
                  <a:cubicBezTo>
                    <a:pt x="1514" y="259"/>
                    <a:pt x="1194"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88"/>
            <p:cNvSpPr/>
            <p:nvPr/>
          </p:nvSpPr>
          <p:spPr>
            <a:xfrm>
              <a:off x="3126490" y="2901016"/>
              <a:ext cx="265242" cy="358288"/>
            </a:xfrm>
            <a:custGeom>
              <a:rect b="b" l="l" r="r" t="t"/>
              <a:pathLst>
                <a:path extrusionOk="0" h="13666" w="10117">
                  <a:moveTo>
                    <a:pt x="7453" y="0"/>
                  </a:moveTo>
                  <a:cubicBezTo>
                    <a:pt x="6541" y="0"/>
                    <a:pt x="5678" y="468"/>
                    <a:pt x="5187" y="1265"/>
                  </a:cubicBezTo>
                  <a:lnTo>
                    <a:pt x="200" y="1265"/>
                  </a:lnTo>
                  <a:cubicBezTo>
                    <a:pt x="87" y="1265"/>
                    <a:pt x="0" y="1352"/>
                    <a:pt x="0" y="1464"/>
                  </a:cubicBezTo>
                  <a:lnTo>
                    <a:pt x="0" y="11836"/>
                  </a:lnTo>
                  <a:cubicBezTo>
                    <a:pt x="0" y="11970"/>
                    <a:pt x="100" y="12037"/>
                    <a:pt x="200" y="12037"/>
                  </a:cubicBezTo>
                  <a:cubicBezTo>
                    <a:pt x="299" y="12037"/>
                    <a:pt x="399" y="11970"/>
                    <a:pt x="399" y="11836"/>
                  </a:cubicBezTo>
                  <a:lnTo>
                    <a:pt x="399" y="1663"/>
                  </a:lnTo>
                  <a:lnTo>
                    <a:pt x="4980" y="1663"/>
                  </a:lnTo>
                  <a:cubicBezTo>
                    <a:pt x="4875" y="1924"/>
                    <a:pt x="4810" y="2203"/>
                    <a:pt x="4792" y="2485"/>
                  </a:cubicBezTo>
                  <a:lnTo>
                    <a:pt x="899" y="2485"/>
                  </a:lnTo>
                  <a:cubicBezTo>
                    <a:pt x="786" y="2485"/>
                    <a:pt x="699" y="2576"/>
                    <a:pt x="699" y="2684"/>
                  </a:cubicBezTo>
                  <a:lnTo>
                    <a:pt x="699" y="11333"/>
                  </a:lnTo>
                  <a:cubicBezTo>
                    <a:pt x="699" y="11442"/>
                    <a:pt x="786" y="11532"/>
                    <a:pt x="899" y="11532"/>
                  </a:cubicBezTo>
                  <a:lnTo>
                    <a:pt x="4930" y="11532"/>
                  </a:lnTo>
                  <a:cubicBezTo>
                    <a:pt x="5194" y="11532"/>
                    <a:pt x="5194" y="11134"/>
                    <a:pt x="4930" y="11134"/>
                  </a:cubicBezTo>
                  <a:lnTo>
                    <a:pt x="1098" y="11134"/>
                  </a:lnTo>
                  <a:lnTo>
                    <a:pt x="1098" y="2887"/>
                  </a:lnTo>
                  <a:lnTo>
                    <a:pt x="4796" y="2887"/>
                  </a:lnTo>
                  <a:cubicBezTo>
                    <a:pt x="4872" y="3796"/>
                    <a:pt x="5404" y="4600"/>
                    <a:pt x="6212" y="5028"/>
                  </a:cubicBezTo>
                  <a:lnTo>
                    <a:pt x="6212" y="11134"/>
                  </a:lnTo>
                  <a:lnTo>
                    <a:pt x="5715" y="11134"/>
                  </a:lnTo>
                  <a:cubicBezTo>
                    <a:pt x="5447" y="11134"/>
                    <a:pt x="5447" y="11532"/>
                    <a:pt x="5715" y="11532"/>
                  </a:cubicBezTo>
                  <a:lnTo>
                    <a:pt x="6411" y="11532"/>
                  </a:lnTo>
                  <a:cubicBezTo>
                    <a:pt x="6519" y="11532"/>
                    <a:pt x="6610" y="11442"/>
                    <a:pt x="6610" y="11333"/>
                  </a:cubicBezTo>
                  <a:lnTo>
                    <a:pt x="6610" y="5198"/>
                  </a:lnTo>
                  <a:cubicBezTo>
                    <a:pt x="6708" y="5230"/>
                    <a:pt x="6806" y="5256"/>
                    <a:pt x="6907" y="5278"/>
                  </a:cubicBezTo>
                  <a:lnTo>
                    <a:pt x="6907" y="13260"/>
                  </a:lnTo>
                  <a:lnTo>
                    <a:pt x="399" y="13260"/>
                  </a:lnTo>
                  <a:lnTo>
                    <a:pt x="399" y="12626"/>
                  </a:lnTo>
                  <a:cubicBezTo>
                    <a:pt x="399" y="12492"/>
                    <a:pt x="299" y="12425"/>
                    <a:pt x="200" y="12425"/>
                  </a:cubicBezTo>
                  <a:cubicBezTo>
                    <a:pt x="100" y="12425"/>
                    <a:pt x="0" y="12492"/>
                    <a:pt x="0" y="12626"/>
                  </a:cubicBezTo>
                  <a:lnTo>
                    <a:pt x="0" y="13463"/>
                  </a:lnTo>
                  <a:cubicBezTo>
                    <a:pt x="0" y="13575"/>
                    <a:pt x="87" y="13665"/>
                    <a:pt x="200" y="13665"/>
                  </a:cubicBezTo>
                  <a:lnTo>
                    <a:pt x="7110" y="13665"/>
                  </a:lnTo>
                  <a:cubicBezTo>
                    <a:pt x="7218" y="13665"/>
                    <a:pt x="7309" y="13575"/>
                    <a:pt x="7309" y="13463"/>
                  </a:cubicBezTo>
                  <a:lnTo>
                    <a:pt x="7309" y="5332"/>
                  </a:lnTo>
                  <a:cubicBezTo>
                    <a:pt x="7356" y="5335"/>
                    <a:pt x="7407" y="5335"/>
                    <a:pt x="7458" y="5335"/>
                  </a:cubicBezTo>
                  <a:cubicBezTo>
                    <a:pt x="8761" y="5335"/>
                    <a:pt x="9877" y="4394"/>
                    <a:pt x="10090" y="3105"/>
                  </a:cubicBezTo>
                  <a:cubicBezTo>
                    <a:pt x="10109" y="2996"/>
                    <a:pt x="10033" y="2891"/>
                    <a:pt x="9924" y="2873"/>
                  </a:cubicBezTo>
                  <a:cubicBezTo>
                    <a:pt x="9913" y="2871"/>
                    <a:pt x="9902" y="2870"/>
                    <a:pt x="9892" y="2870"/>
                  </a:cubicBezTo>
                  <a:cubicBezTo>
                    <a:pt x="9795" y="2870"/>
                    <a:pt x="9708" y="2941"/>
                    <a:pt x="9692" y="3039"/>
                  </a:cubicBezTo>
                  <a:cubicBezTo>
                    <a:pt x="9507" y="4140"/>
                    <a:pt x="8554" y="4935"/>
                    <a:pt x="7455" y="4935"/>
                  </a:cubicBezTo>
                  <a:cubicBezTo>
                    <a:pt x="7390" y="4935"/>
                    <a:pt x="7324" y="4932"/>
                    <a:pt x="7258" y="4926"/>
                  </a:cubicBezTo>
                  <a:cubicBezTo>
                    <a:pt x="6078" y="4821"/>
                    <a:pt x="5176" y="3832"/>
                    <a:pt x="5187" y="2648"/>
                  </a:cubicBezTo>
                  <a:cubicBezTo>
                    <a:pt x="5194" y="1464"/>
                    <a:pt x="6114" y="486"/>
                    <a:pt x="7295" y="399"/>
                  </a:cubicBezTo>
                  <a:cubicBezTo>
                    <a:pt x="7349" y="395"/>
                    <a:pt x="7403" y="393"/>
                    <a:pt x="7456" y="393"/>
                  </a:cubicBezTo>
                  <a:cubicBezTo>
                    <a:pt x="8570" y="393"/>
                    <a:pt x="9530" y="1206"/>
                    <a:pt x="9699" y="2322"/>
                  </a:cubicBezTo>
                  <a:cubicBezTo>
                    <a:pt x="9717" y="2440"/>
                    <a:pt x="9805" y="2494"/>
                    <a:pt x="9894" y="2494"/>
                  </a:cubicBezTo>
                  <a:cubicBezTo>
                    <a:pt x="10005" y="2494"/>
                    <a:pt x="10116" y="2411"/>
                    <a:pt x="10094" y="2264"/>
                  </a:cubicBezTo>
                  <a:cubicBezTo>
                    <a:pt x="9924" y="1160"/>
                    <a:pt x="9084" y="276"/>
                    <a:pt x="7990" y="55"/>
                  </a:cubicBezTo>
                  <a:cubicBezTo>
                    <a:pt x="7811" y="18"/>
                    <a:pt x="7631" y="0"/>
                    <a:pt x="7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88"/>
            <p:cNvSpPr/>
            <p:nvPr/>
          </p:nvSpPr>
          <p:spPr>
            <a:xfrm>
              <a:off x="3306525" y="2950200"/>
              <a:ext cx="32300" cy="55686"/>
            </a:xfrm>
            <a:custGeom>
              <a:rect b="b" l="l" r="r" t="t"/>
              <a:pathLst>
                <a:path extrusionOk="0" h="2124" w="1232">
                  <a:moveTo>
                    <a:pt x="286" y="1"/>
                  </a:moveTo>
                  <a:cubicBezTo>
                    <a:pt x="18" y="1"/>
                    <a:pt x="18" y="403"/>
                    <a:pt x="286" y="403"/>
                  </a:cubicBezTo>
                  <a:lnTo>
                    <a:pt x="413" y="403"/>
                  </a:lnTo>
                  <a:lnTo>
                    <a:pt x="413" y="1721"/>
                  </a:lnTo>
                  <a:lnTo>
                    <a:pt x="268" y="1721"/>
                  </a:lnTo>
                  <a:cubicBezTo>
                    <a:pt x="0" y="1721"/>
                    <a:pt x="0" y="2123"/>
                    <a:pt x="268" y="2123"/>
                  </a:cubicBezTo>
                  <a:lnTo>
                    <a:pt x="964" y="2123"/>
                  </a:lnTo>
                  <a:cubicBezTo>
                    <a:pt x="1232" y="2123"/>
                    <a:pt x="1232" y="1721"/>
                    <a:pt x="964" y="1721"/>
                  </a:cubicBezTo>
                  <a:lnTo>
                    <a:pt x="811" y="1721"/>
                  </a:lnTo>
                  <a:lnTo>
                    <a:pt x="811" y="204"/>
                  </a:lnTo>
                  <a:cubicBezTo>
                    <a:pt x="811" y="91"/>
                    <a:pt x="725" y="1"/>
                    <a:pt x="6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88"/>
            <p:cNvSpPr/>
            <p:nvPr/>
          </p:nvSpPr>
          <p:spPr>
            <a:xfrm>
              <a:off x="3312214" y="2933185"/>
              <a:ext cx="18247" cy="15626"/>
            </a:xfrm>
            <a:custGeom>
              <a:rect b="b" l="l" r="r" t="t"/>
              <a:pathLst>
                <a:path extrusionOk="0" h="596" w="696">
                  <a:moveTo>
                    <a:pt x="299" y="0"/>
                  </a:moveTo>
                  <a:cubicBezTo>
                    <a:pt x="146" y="0"/>
                    <a:pt x="0" y="120"/>
                    <a:pt x="0" y="298"/>
                  </a:cubicBezTo>
                  <a:cubicBezTo>
                    <a:pt x="0" y="465"/>
                    <a:pt x="134" y="595"/>
                    <a:pt x="297" y="595"/>
                  </a:cubicBezTo>
                  <a:cubicBezTo>
                    <a:pt x="562" y="595"/>
                    <a:pt x="696" y="277"/>
                    <a:pt x="508" y="88"/>
                  </a:cubicBezTo>
                  <a:cubicBezTo>
                    <a:pt x="447" y="28"/>
                    <a:pt x="372"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4" name="Google Shape;17694;p88"/>
          <p:cNvGrpSpPr/>
          <p:nvPr/>
        </p:nvGrpSpPr>
        <p:grpSpPr>
          <a:xfrm>
            <a:off x="2671485" y="3381452"/>
            <a:ext cx="289336" cy="358393"/>
            <a:chOff x="2671485" y="3381452"/>
            <a:chExt cx="289336" cy="358393"/>
          </a:xfrm>
        </p:grpSpPr>
        <p:sp>
          <p:nvSpPr>
            <p:cNvPr id="17695" name="Google Shape;17695;p88"/>
            <p:cNvSpPr/>
            <p:nvPr/>
          </p:nvSpPr>
          <p:spPr>
            <a:xfrm>
              <a:off x="2744973" y="3660537"/>
              <a:ext cx="60510" cy="41135"/>
            </a:xfrm>
            <a:custGeom>
              <a:rect b="b" l="l" r="r" t="t"/>
              <a:pathLst>
                <a:path extrusionOk="0" h="1569" w="2308">
                  <a:moveTo>
                    <a:pt x="0" y="1"/>
                  </a:moveTo>
                  <a:lnTo>
                    <a:pt x="0" y="1569"/>
                  </a:lnTo>
                  <a:lnTo>
                    <a:pt x="2307" y="1569"/>
                  </a:lnTo>
                  <a:lnTo>
                    <a:pt x="2307"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88"/>
            <p:cNvSpPr/>
            <p:nvPr/>
          </p:nvSpPr>
          <p:spPr>
            <a:xfrm>
              <a:off x="2826824" y="3660537"/>
              <a:ext cx="60589" cy="41135"/>
            </a:xfrm>
            <a:custGeom>
              <a:rect b="b" l="l" r="r" t="t"/>
              <a:pathLst>
                <a:path extrusionOk="0" h="1569" w="2311">
                  <a:moveTo>
                    <a:pt x="0" y="1"/>
                  </a:moveTo>
                  <a:lnTo>
                    <a:pt x="0" y="1569"/>
                  </a:lnTo>
                  <a:lnTo>
                    <a:pt x="2311" y="1569"/>
                  </a:lnTo>
                  <a:lnTo>
                    <a:pt x="2311"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88"/>
            <p:cNvSpPr/>
            <p:nvPr/>
          </p:nvSpPr>
          <p:spPr>
            <a:xfrm>
              <a:off x="2744973" y="3690740"/>
              <a:ext cx="60510" cy="43809"/>
            </a:xfrm>
            <a:custGeom>
              <a:rect b="b" l="l" r="r" t="t"/>
              <a:pathLst>
                <a:path extrusionOk="0" h="1671" w="2308">
                  <a:moveTo>
                    <a:pt x="0" y="0"/>
                  </a:moveTo>
                  <a:lnTo>
                    <a:pt x="0" y="1670"/>
                  </a:lnTo>
                  <a:lnTo>
                    <a:pt x="2307" y="1670"/>
                  </a:lnTo>
                  <a:lnTo>
                    <a:pt x="230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88"/>
            <p:cNvSpPr/>
            <p:nvPr/>
          </p:nvSpPr>
          <p:spPr>
            <a:xfrm>
              <a:off x="2676781" y="3525228"/>
              <a:ext cx="128780" cy="135335"/>
            </a:xfrm>
            <a:custGeom>
              <a:rect b="b" l="l" r="r" t="t"/>
              <a:pathLst>
                <a:path extrusionOk="0" h="5162" w="4912">
                  <a:moveTo>
                    <a:pt x="1" y="1"/>
                  </a:moveTo>
                  <a:lnTo>
                    <a:pt x="1" y="1938"/>
                  </a:lnTo>
                  <a:cubicBezTo>
                    <a:pt x="1" y="2043"/>
                    <a:pt x="52" y="2145"/>
                    <a:pt x="139" y="2203"/>
                  </a:cubicBezTo>
                  <a:lnTo>
                    <a:pt x="2753" y="4017"/>
                  </a:lnTo>
                  <a:cubicBezTo>
                    <a:pt x="2844" y="4083"/>
                    <a:pt x="2898" y="4184"/>
                    <a:pt x="2898" y="4296"/>
                  </a:cubicBezTo>
                  <a:lnTo>
                    <a:pt x="2898" y="5162"/>
                  </a:lnTo>
                  <a:lnTo>
                    <a:pt x="4912" y="5162"/>
                  </a:lnTo>
                  <a:lnTo>
                    <a:pt x="4912" y="2590"/>
                  </a:lnTo>
                  <a:cubicBezTo>
                    <a:pt x="4912" y="2493"/>
                    <a:pt x="4865" y="2402"/>
                    <a:pt x="4789" y="2340"/>
                  </a:cubicBezTo>
                  <a:lnTo>
                    <a:pt x="3188" y="1084"/>
                  </a:lnTo>
                  <a:lnTo>
                    <a:pt x="2808" y="1464"/>
                  </a:lnTo>
                  <a:cubicBezTo>
                    <a:pt x="2721" y="1551"/>
                    <a:pt x="2724" y="1692"/>
                    <a:pt x="2815" y="1775"/>
                  </a:cubicBezTo>
                  <a:lnTo>
                    <a:pt x="3637" y="2518"/>
                  </a:lnTo>
                  <a:cubicBezTo>
                    <a:pt x="3717" y="2590"/>
                    <a:pt x="3720" y="2710"/>
                    <a:pt x="3644" y="2786"/>
                  </a:cubicBezTo>
                  <a:lnTo>
                    <a:pt x="3586" y="2847"/>
                  </a:lnTo>
                  <a:cubicBezTo>
                    <a:pt x="3518" y="2920"/>
                    <a:pt x="3423" y="2960"/>
                    <a:pt x="3329" y="2960"/>
                  </a:cubicBezTo>
                  <a:lnTo>
                    <a:pt x="3184" y="2960"/>
                  </a:lnTo>
                  <a:cubicBezTo>
                    <a:pt x="3036" y="2960"/>
                    <a:pt x="2891" y="2913"/>
                    <a:pt x="2772" y="2829"/>
                  </a:cubicBezTo>
                  <a:lnTo>
                    <a:pt x="993" y="1623"/>
                  </a:lnTo>
                  <a:cubicBezTo>
                    <a:pt x="903" y="1562"/>
                    <a:pt x="852" y="1464"/>
                    <a:pt x="852" y="1359"/>
                  </a:cubicBezTo>
                  <a:lnTo>
                    <a:pt x="852" y="222"/>
                  </a:lnTo>
                  <a:cubicBezTo>
                    <a:pt x="852" y="99"/>
                    <a:pt x="751" y="1"/>
                    <a:pt x="62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88"/>
            <p:cNvSpPr/>
            <p:nvPr/>
          </p:nvSpPr>
          <p:spPr>
            <a:xfrm>
              <a:off x="2752759" y="3640690"/>
              <a:ext cx="52723" cy="19873"/>
            </a:xfrm>
            <a:custGeom>
              <a:rect b="b" l="l" r="r" t="t"/>
              <a:pathLst>
                <a:path extrusionOk="0" h="758" w="2011">
                  <a:moveTo>
                    <a:pt x="0" y="1"/>
                  </a:moveTo>
                  <a:lnTo>
                    <a:pt x="0" y="758"/>
                  </a:lnTo>
                  <a:lnTo>
                    <a:pt x="2010" y="758"/>
                  </a:lnTo>
                  <a:lnTo>
                    <a:pt x="2010"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88"/>
            <p:cNvSpPr/>
            <p:nvPr/>
          </p:nvSpPr>
          <p:spPr>
            <a:xfrm>
              <a:off x="2826824" y="3690740"/>
              <a:ext cx="60589" cy="43809"/>
            </a:xfrm>
            <a:custGeom>
              <a:rect b="b" l="l" r="r" t="t"/>
              <a:pathLst>
                <a:path extrusionOk="0" h="1671" w="2311">
                  <a:moveTo>
                    <a:pt x="0" y="0"/>
                  </a:moveTo>
                  <a:lnTo>
                    <a:pt x="0" y="1670"/>
                  </a:lnTo>
                  <a:lnTo>
                    <a:pt x="2311" y="1670"/>
                  </a:lnTo>
                  <a:lnTo>
                    <a:pt x="2311"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88"/>
            <p:cNvSpPr/>
            <p:nvPr/>
          </p:nvSpPr>
          <p:spPr>
            <a:xfrm>
              <a:off x="2826824" y="3525228"/>
              <a:ext cx="128675" cy="135335"/>
            </a:xfrm>
            <a:custGeom>
              <a:rect b="b" l="l" r="r" t="t"/>
              <a:pathLst>
                <a:path extrusionOk="0" h="5162" w="4908">
                  <a:moveTo>
                    <a:pt x="4281" y="1"/>
                  </a:moveTo>
                  <a:cubicBezTo>
                    <a:pt x="4158" y="1"/>
                    <a:pt x="4057" y="102"/>
                    <a:pt x="4060" y="225"/>
                  </a:cubicBezTo>
                  <a:lnTo>
                    <a:pt x="4060" y="1359"/>
                  </a:lnTo>
                  <a:cubicBezTo>
                    <a:pt x="4060" y="1464"/>
                    <a:pt x="4006" y="1562"/>
                    <a:pt x="3919" y="1623"/>
                  </a:cubicBezTo>
                  <a:lnTo>
                    <a:pt x="2141" y="2829"/>
                  </a:lnTo>
                  <a:cubicBezTo>
                    <a:pt x="2018" y="2913"/>
                    <a:pt x="1873" y="2960"/>
                    <a:pt x="1728" y="2960"/>
                  </a:cubicBezTo>
                  <a:lnTo>
                    <a:pt x="1583" y="2960"/>
                  </a:lnTo>
                  <a:cubicBezTo>
                    <a:pt x="1485" y="2960"/>
                    <a:pt x="1395" y="2920"/>
                    <a:pt x="1326" y="2847"/>
                  </a:cubicBezTo>
                  <a:lnTo>
                    <a:pt x="1264" y="2786"/>
                  </a:lnTo>
                  <a:cubicBezTo>
                    <a:pt x="1192" y="2710"/>
                    <a:pt x="1195" y="2590"/>
                    <a:pt x="1275" y="2518"/>
                  </a:cubicBezTo>
                  <a:lnTo>
                    <a:pt x="2097" y="1775"/>
                  </a:lnTo>
                  <a:cubicBezTo>
                    <a:pt x="2188" y="1692"/>
                    <a:pt x="2191" y="1551"/>
                    <a:pt x="2104" y="1464"/>
                  </a:cubicBezTo>
                  <a:lnTo>
                    <a:pt x="1721" y="1084"/>
                  </a:lnTo>
                  <a:lnTo>
                    <a:pt x="123" y="2340"/>
                  </a:lnTo>
                  <a:cubicBezTo>
                    <a:pt x="44" y="2402"/>
                    <a:pt x="0" y="2493"/>
                    <a:pt x="0" y="2590"/>
                  </a:cubicBezTo>
                  <a:lnTo>
                    <a:pt x="0" y="5162"/>
                  </a:lnTo>
                  <a:lnTo>
                    <a:pt x="2010" y="5162"/>
                  </a:lnTo>
                  <a:lnTo>
                    <a:pt x="2010" y="4296"/>
                  </a:lnTo>
                  <a:cubicBezTo>
                    <a:pt x="2010" y="4184"/>
                    <a:pt x="2065" y="4083"/>
                    <a:pt x="2155" y="4017"/>
                  </a:cubicBezTo>
                  <a:lnTo>
                    <a:pt x="4770" y="2203"/>
                  </a:lnTo>
                  <a:cubicBezTo>
                    <a:pt x="4857" y="2145"/>
                    <a:pt x="4908" y="2043"/>
                    <a:pt x="4908" y="1938"/>
                  </a:cubicBezTo>
                  <a:lnTo>
                    <a:pt x="4908"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88"/>
            <p:cNvSpPr/>
            <p:nvPr/>
          </p:nvSpPr>
          <p:spPr>
            <a:xfrm>
              <a:off x="2826824" y="3640690"/>
              <a:ext cx="52723" cy="19873"/>
            </a:xfrm>
            <a:custGeom>
              <a:rect b="b" l="l" r="r" t="t"/>
              <a:pathLst>
                <a:path extrusionOk="0" h="758" w="2011">
                  <a:moveTo>
                    <a:pt x="0" y="1"/>
                  </a:moveTo>
                  <a:lnTo>
                    <a:pt x="0" y="758"/>
                  </a:lnTo>
                  <a:lnTo>
                    <a:pt x="2010" y="758"/>
                  </a:lnTo>
                  <a:lnTo>
                    <a:pt x="2010"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88"/>
            <p:cNvSpPr/>
            <p:nvPr/>
          </p:nvSpPr>
          <p:spPr>
            <a:xfrm>
              <a:off x="2740883" y="3386721"/>
              <a:ext cx="147106" cy="176627"/>
            </a:xfrm>
            <a:custGeom>
              <a:rect b="b" l="l" r="r" t="t"/>
              <a:pathLst>
                <a:path extrusionOk="0" h="6737" w="5611">
                  <a:moveTo>
                    <a:pt x="2872" y="1"/>
                  </a:moveTo>
                  <a:cubicBezTo>
                    <a:pt x="2302" y="1"/>
                    <a:pt x="1735" y="180"/>
                    <a:pt x="1257" y="529"/>
                  </a:cubicBezTo>
                  <a:cubicBezTo>
                    <a:pt x="424" y="1133"/>
                    <a:pt x="1" y="2158"/>
                    <a:pt x="164" y="3176"/>
                  </a:cubicBezTo>
                  <a:cubicBezTo>
                    <a:pt x="330" y="4194"/>
                    <a:pt x="1051" y="5034"/>
                    <a:pt x="2032" y="5349"/>
                  </a:cubicBezTo>
                  <a:lnTo>
                    <a:pt x="2873" y="6736"/>
                  </a:lnTo>
                  <a:lnTo>
                    <a:pt x="3709" y="5349"/>
                  </a:lnTo>
                  <a:cubicBezTo>
                    <a:pt x="4843" y="4987"/>
                    <a:pt x="5611" y="3933"/>
                    <a:pt x="5611" y="2741"/>
                  </a:cubicBezTo>
                  <a:cubicBezTo>
                    <a:pt x="5611" y="1709"/>
                    <a:pt x="5031" y="768"/>
                    <a:pt x="4111" y="300"/>
                  </a:cubicBezTo>
                  <a:cubicBezTo>
                    <a:pt x="3721" y="100"/>
                    <a:pt x="3296" y="1"/>
                    <a:pt x="2872"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88"/>
            <p:cNvSpPr/>
            <p:nvPr/>
          </p:nvSpPr>
          <p:spPr>
            <a:xfrm>
              <a:off x="2786553" y="3428958"/>
              <a:ext cx="59173" cy="59173"/>
            </a:xfrm>
            <a:custGeom>
              <a:rect b="b" l="l" r="r" t="t"/>
              <a:pathLst>
                <a:path extrusionOk="0" h="2257" w="2257">
                  <a:moveTo>
                    <a:pt x="1127" y="0"/>
                  </a:moveTo>
                  <a:cubicBezTo>
                    <a:pt x="508" y="0"/>
                    <a:pt x="1" y="507"/>
                    <a:pt x="1" y="1130"/>
                  </a:cubicBezTo>
                  <a:cubicBezTo>
                    <a:pt x="1" y="1753"/>
                    <a:pt x="508" y="2257"/>
                    <a:pt x="1127" y="2257"/>
                  </a:cubicBezTo>
                  <a:cubicBezTo>
                    <a:pt x="1750" y="2257"/>
                    <a:pt x="2257" y="1753"/>
                    <a:pt x="2257" y="1130"/>
                  </a:cubicBezTo>
                  <a:cubicBezTo>
                    <a:pt x="2257" y="507"/>
                    <a:pt x="1750" y="0"/>
                    <a:pt x="1127"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88"/>
            <p:cNvSpPr/>
            <p:nvPr/>
          </p:nvSpPr>
          <p:spPr>
            <a:xfrm>
              <a:off x="2671485" y="3520011"/>
              <a:ext cx="139320" cy="219834"/>
            </a:xfrm>
            <a:custGeom>
              <a:rect b="b" l="l" r="r" t="t"/>
              <a:pathLst>
                <a:path extrusionOk="0" h="8385" w="5314">
                  <a:moveTo>
                    <a:pt x="4911" y="5560"/>
                  </a:moveTo>
                  <a:lnTo>
                    <a:pt x="4911" y="6310"/>
                  </a:lnTo>
                  <a:lnTo>
                    <a:pt x="3003" y="6310"/>
                  </a:lnTo>
                  <a:lnTo>
                    <a:pt x="3003" y="5560"/>
                  </a:lnTo>
                  <a:close/>
                  <a:moveTo>
                    <a:pt x="203" y="1"/>
                  </a:moveTo>
                  <a:cubicBezTo>
                    <a:pt x="91" y="1"/>
                    <a:pt x="0" y="91"/>
                    <a:pt x="0" y="203"/>
                  </a:cubicBezTo>
                  <a:lnTo>
                    <a:pt x="0" y="2141"/>
                  </a:lnTo>
                  <a:cubicBezTo>
                    <a:pt x="4" y="2311"/>
                    <a:pt x="87" y="2474"/>
                    <a:pt x="228" y="2568"/>
                  </a:cubicBezTo>
                  <a:lnTo>
                    <a:pt x="1460" y="3423"/>
                  </a:lnTo>
                  <a:cubicBezTo>
                    <a:pt x="1496" y="3445"/>
                    <a:pt x="1532" y="3455"/>
                    <a:pt x="1566" y="3455"/>
                  </a:cubicBezTo>
                  <a:cubicBezTo>
                    <a:pt x="1733" y="3455"/>
                    <a:pt x="1850" y="3223"/>
                    <a:pt x="1684" y="3094"/>
                  </a:cubicBezTo>
                  <a:lnTo>
                    <a:pt x="453" y="2239"/>
                  </a:lnTo>
                  <a:cubicBezTo>
                    <a:pt x="420" y="2217"/>
                    <a:pt x="402" y="2181"/>
                    <a:pt x="402" y="2141"/>
                  </a:cubicBezTo>
                  <a:lnTo>
                    <a:pt x="402" y="403"/>
                  </a:lnTo>
                  <a:lnTo>
                    <a:pt x="829" y="403"/>
                  </a:lnTo>
                  <a:cubicBezTo>
                    <a:pt x="844" y="403"/>
                    <a:pt x="851" y="414"/>
                    <a:pt x="851" y="424"/>
                  </a:cubicBezTo>
                  <a:lnTo>
                    <a:pt x="851" y="1558"/>
                  </a:lnTo>
                  <a:cubicBezTo>
                    <a:pt x="851" y="1728"/>
                    <a:pt x="938" y="1891"/>
                    <a:pt x="1079" y="1989"/>
                  </a:cubicBezTo>
                  <a:lnTo>
                    <a:pt x="2858" y="3195"/>
                  </a:lnTo>
                  <a:cubicBezTo>
                    <a:pt x="3013" y="3300"/>
                    <a:pt x="3198" y="3358"/>
                    <a:pt x="3383" y="3358"/>
                  </a:cubicBezTo>
                  <a:lnTo>
                    <a:pt x="3528" y="3358"/>
                  </a:lnTo>
                  <a:cubicBezTo>
                    <a:pt x="3680" y="3358"/>
                    <a:pt x="3825" y="3296"/>
                    <a:pt x="3930" y="3188"/>
                  </a:cubicBezTo>
                  <a:lnTo>
                    <a:pt x="3988" y="3126"/>
                  </a:lnTo>
                  <a:cubicBezTo>
                    <a:pt x="4140" y="2970"/>
                    <a:pt x="4132" y="2717"/>
                    <a:pt x="3970" y="2572"/>
                  </a:cubicBezTo>
                  <a:lnTo>
                    <a:pt x="3151" y="1826"/>
                  </a:lnTo>
                  <a:cubicBezTo>
                    <a:pt x="3147" y="1822"/>
                    <a:pt x="3144" y="1819"/>
                    <a:pt x="3144" y="1815"/>
                  </a:cubicBezTo>
                  <a:cubicBezTo>
                    <a:pt x="3144" y="1811"/>
                    <a:pt x="3147" y="1808"/>
                    <a:pt x="3147" y="1808"/>
                  </a:cubicBezTo>
                  <a:lnTo>
                    <a:pt x="3408" y="1551"/>
                  </a:lnTo>
                  <a:lnTo>
                    <a:pt x="4868" y="2699"/>
                  </a:lnTo>
                  <a:cubicBezTo>
                    <a:pt x="4893" y="2721"/>
                    <a:pt x="4911" y="2753"/>
                    <a:pt x="4911" y="2789"/>
                  </a:cubicBezTo>
                  <a:lnTo>
                    <a:pt x="4911" y="5162"/>
                  </a:lnTo>
                  <a:lnTo>
                    <a:pt x="3303" y="5162"/>
                  </a:lnTo>
                  <a:lnTo>
                    <a:pt x="3303" y="4492"/>
                  </a:lnTo>
                  <a:cubicBezTo>
                    <a:pt x="3299" y="4318"/>
                    <a:pt x="3216" y="4151"/>
                    <a:pt x="3071" y="4050"/>
                  </a:cubicBezTo>
                  <a:lnTo>
                    <a:pt x="2336" y="3543"/>
                  </a:lnTo>
                  <a:cubicBezTo>
                    <a:pt x="2299" y="3521"/>
                    <a:pt x="2263" y="3511"/>
                    <a:pt x="2228" y="3511"/>
                  </a:cubicBezTo>
                  <a:cubicBezTo>
                    <a:pt x="2059" y="3511"/>
                    <a:pt x="1942" y="3743"/>
                    <a:pt x="2108" y="3872"/>
                  </a:cubicBezTo>
                  <a:lnTo>
                    <a:pt x="2843" y="4383"/>
                  </a:lnTo>
                  <a:cubicBezTo>
                    <a:pt x="2879" y="4408"/>
                    <a:pt x="2901" y="4448"/>
                    <a:pt x="2901" y="4495"/>
                  </a:cubicBezTo>
                  <a:lnTo>
                    <a:pt x="2901" y="5162"/>
                  </a:lnTo>
                  <a:lnTo>
                    <a:pt x="2803" y="5162"/>
                  </a:lnTo>
                  <a:cubicBezTo>
                    <a:pt x="2691" y="5162"/>
                    <a:pt x="2601" y="5252"/>
                    <a:pt x="2601" y="5361"/>
                  </a:cubicBezTo>
                  <a:lnTo>
                    <a:pt x="2601" y="6929"/>
                  </a:lnTo>
                  <a:lnTo>
                    <a:pt x="2601" y="8186"/>
                  </a:lnTo>
                  <a:cubicBezTo>
                    <a:pt x="2601" y="8294"/>
                    <a:pt x="2691" y="8385"/>
                    <a:pt x="2803" y="8385"/>
                  </a:cubicBezTo>
                  <a:lnTo>
                    <a:pt x="3495" y="8385"/>
                  </a:lnTo>
                  <a:cubicBezTo>
                    <a:pt x="3763" y="8385"/>
                    <a:pt x="3763" y="7983"/>
                    <a:pt x="3495" y="7983"/>
                  </a:cubicBezTo>
                  <a:lnTo>
                    <a:pt x="3003" y="7983"/>
                  </a:lnTo>
                  <a:lnTo>
                    <a:pt x="3003" y="6712"/>
                  </a:lnTo>
                  <a:lnTo>
                    <a:pt x="4911" y="6712"/>
                  </a:lnTo>
                  <a:lnTo>
                    <a:pt x="4911" y="7987"/>
                  </a:lnTo>
                  <a:lnTo>
                    <a:pt x="4285" y="7987"/>
                  </a:lnTo>
                  <a:cubicBezTo>
                    <a:pt x="4017" y="7987"/>
                    <a:pt x="4017" y="8385"/>
                    <a:pt x="4285" y="8385"/>
                  </a:cubicBezTo>
                  <a:lnTo>
                    <a:pt x="5110" y="8385"/>
                  </a:lnTo>
                  <a:cubicBezTo>
                    <a:pt x="5223" y="8385"/>
                    <a:pt x="5313" y="8294"/>
                    <a:pt x="5313" y="8186"/>
                  </a:cubicBezTo>
                  <a:lnTo>
                    <a:pt x="5313" y="5364"/>
                  </a:lnTo>
                  <a:lnTo>
                    <a:pt x="5313" y="2789"/>
                  </a:lnTo>
                  <a:cubicBezTo>
                    <a:pt x="5313" y="2630"/>
                    <a:pt x="5241" y="2482"/>
                    <a:pt x="5114" y="2384"/>
                  </a:cubicBezTo>
                  <a:lnTo>
                    <a:pt x="3517" y="1127"/>
                  </a:lnTo>
                  <a:cubicBezTo>
                    <a:pt x="3480" y="1097"/>
                    <a:pt x="3436" y="1082"/>
                    <a:pt x="3391" y="1082"/>
                  </a:cubicBezTo>
                  <a:cubicBezTo>
                    <a:pt x="3340" y="1082"/>
                    <a:pt x="3288" y="1102"/>
                    <a:pt x="3249" y="1141"/>
                  </a:cubicBezTo>
                  <a:lnTo>
                    <a:pt x="2869" y="1525"/>
                  </a:lnTo>
                  <a:cubicBezTo>
                    <a:pt x="2698" y="1692"/>
                    <a:pt x="2706" y="1964"/>
                    <a:pt x="2883" y="2123"/>
                  </a:cubicBezTo>
                  <a:lnTo>
                    <a:pt x="3694" y="2858"/>
                  </a:lnTo>
                  <a:lnTo>
                    <a:pt x="3644" y="2909"/>
                  </a:lnTo>
                  <a:cubicBezTo>
                    <a:pt x="3615" y="2941"/>
                    <a:pt x="3571" y="2956"/>
                    <a:pt x="3531" y="2960"/>
                  </a:cubicBezTo>
                  <a:lnTo>
                    <a:pt x="3386" y="2960"/>
                  </a:lnTo>
                  <a:cubicBezTo>
                    <a:pt x="3278" y="2960"/>
                    <a:pt x="3173" y="2927"/>
                    <a:pt x="3086" y="2869"/>
                  </a:cubicBezTo>
                  <a:lnTo>
                    <a:pt x="1308" y="1659"/>
                  </a:lnTo>
                  <a:cubicBezTo>
                    <a:pt x="1271" y="1638"/>
                    <a:pt x="1253" y="1598"/>
                    <a:pt x="1253" y="1558"/>
                  </a:cubicBezTo>
                  <a:lnTo>
                    <a:pt x="1253" y="424"/>
                  </a:lnTo>
                  <a:cubicBezTo>
                    <a:pt x="1253" y="193"/>
                    <a:pt x="1065"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88"/>
            <p:cNvSpPr/>
            <p:nvPr/>
          </p:nvSpPr>
          <p:spPr>
            <a:xfrm>
              <a:off x="2821501" y="3520011"/>
              <a:ext cx="139320" cy="219755"/>
            </a:xfrm>
            <a:custGeom>
              <a:rect b="b" l="l" r="r" t="t"/>
              <a:pathLst>
                <a:path extrusionOk="0" h="8382" w="5314">
                  <a:moveTo>
                    <a:pt x="4911" y="403"/>
                  </a:moveTo>
                  <a:lnTo>
                    <a:pt x="4911" y="2137"/>
                  </a:lnTo>
                  <a:cubicBezTo>
                    <a:pt x="4911" y="2177"/>
                    <a:pt x="4893" y="2217"/>
                    <a:pt x="4861" y="2239"/>
                  </a:cubicBezTo>
                  <a:lnTo>
                    <a:pt x="2242" y="4053"/>
                  </a:lnTo>
                  <a:cubicBezTo>
                    <a:pt x="2097" y="4151"/>
                    <a:pt x="2014" y="4318"/>
                    <a:pt x="2014" y="4495"/>
                  </a:cubicBezTo>
                  <a:lnTo>
                    <a:pt x="2014" y="5162"/>
                  </a:lnTo>
                  <a:lnTo>
                    <a:pt x="402" y="5162"/>
                  </a:lnTo>
                  <a:lnTo>
                    <a:pt x="402" y="2789"/>
                  </a:lnTo>
                  <a:cubicBezTo>
                    <a:pt x="402" y="2753"/>
                    <a:pt x="421" y="2721"/>
                    <a:pt x="450" y="2699"/>
                  </a:cubicBezTo>
                  <a:lnTo>
                    <a:pt x="790" y="2431"/>
                  </a:lnTo>
                  <a:lnTo>
                    <a:pt x="1909" y="1551"/>
                  </a:lnTo>
                  <a:lnTo>
                    <a:pt x="2166" y="1808"/>
                  </a:lnTo>
                  <a:cubicBezTo>
                    <a:pt x="2170" y="1811"/>
                    <a:pt x="2170" y="1822"/>
                    <a:pt x="2166" y="1826"/>
                  </a:cubicBezTo>
                  <a:lnTo>
                    <a:pt x="1344" y="2572"/>
                  </a:lnTo>
                  <a:cubicBezTo>
                    <a:pt x="1181" y="2717"/>
                    <a:pt x="1174" y="2970"/>
                    <a:pt x="1326" y="3126"/>
                  </a:cubicBezTo>
                  <a:lnTo>
                    <a:pt x="1384" y="3188"/>
                  </a:lnTo>
                  <a:cubicBezTo>
                    <a:pt x="1489" y="3296"/>
                    <a:pt x="1634" y="3358"/>
                    <a:pt x="1786" y="3358"/>
                  </a:cubicBezTo>
                  <a:lnTo>
                    <a:pt x="1931" y="3358"/>
                  </a:lnTo>
                  <a:cubicBezTo>
                    <a:pt x="2116" y="3358"/>
                    <a:pt x="2300" y="3300"/>
                    <a:pt x="2456" y="3195"/>
                  </a:cubicBezTo>
                  <a:lnTo>
                    <a:pt x="4234" y="1989"/>
                  </a:lnTo>
                  <a:cubicBezTo>
                    <a:pt x="4375" y="1891"/>
                    <a:pt x="4462" y="1728"/>
                    <a:pt x="4462" y="1558"/>
                  </a:cubicBezTo>
                  <a:lnTo>
                    <a:pt x="4462" y="424"/>
                  </a:lnTo>
                  <a:cubicBezTo>
                    <a:pt x="4462" y="414"/>
                    <a:pt x="4470" y="403"/>
                    <a:pt x="4484" y="403"/>
                  </a:cubicBezTo>
                  <a:close/>
                  <a:moveTo>
                    <a:pt x="2311" y="5560"/>
                  </a:moveTo>
                  <a:lnTo>
                    <a:pt x="2311" y="6310"/>
                  </a:lnTo>
                  <a:lnTo>
                    <a:pt x="402" y="6310"/>
                  </a:lnTo>
                  <a:lnTo>
                    <a:pt x="402" y="5560"/>
                  </a:lnTo>
                  <a:close/>
                  <a:moveTo>
                    <a:pt x="2311" y="6712"/>
                  </a:moveTo>
                  <a:lnTo>
                    <a:pt x="2311" y="7983"/>
                  </a:lnTo>
                  <a:lnTo>
                    <a:pt x="402" y="7983"/>
                  </a:lnTo>
                  <a:lnTo>
                    <a:pt x="402" y="6929"/>
                  </a:lnTo>
                  <a:lnTo>
                    <a:pt x="402" y="6712"/>
                  </a:lnTo>
                  <a:close/>
                  <a:moveTo>
                    <a:pt x="4484" y="1"/>
                  </a:moveTo>
                  <a:cubicBezTo>
                    <a:pt x="4249" y="1"/>
                    <a:pt x="4060" y="189"/>
                    <a:pt x="4060" y="421"/>
                  </a:cubicBezTo>
                  <a:lnTo>
                    <a:pt x="4060" y="1558"/>
                  </a:lnTo>
                  <a:cubicBezTo>
                    <a:pt x="4060" y="1598"/>
                    <a:pt x="4042" y="1634"/>
                    <a:pt x="4010" y="1656"/>
                  </a:cubicBezTo>
                  <a:lnTo>
                    <a:pt x="2231" y="2865"/>
                  </a:lnTo>
                  <a:cubicBezTo>
                    <a:pt x="2141" y="2923"/>
                    <a:pt x="2036" y="2956"/>
                    <a:pt x="1927" y="2956"/>
                  </a:cubicBezTo>
                  <a:lnTo>
                    <a:pt x="1786" y="2956"/>
                  </a:lnTo>
                  <a:cubicBezTo>
                    <a:pt x="1742" y="2956"/>
                    <a:pt x="1699" y="2938"/>
                    <a:pt x="1670" y="2905"/>
                  </a:cubicBezTo>
                  <a:lnTo>
                    <a:pt x="1619" y="2855"/>
                  </a:lnTo>
                  <a:lnTo>
                    <a:pt x="2434" y="2119"/>
                  </a:lnTo>
                  <a:cubicBezTo>
                    <a:pt x="2608" y="1960"/>
                    <a:pt x="2615" y="1688"/>
                    <a:pt x="2449" y="1522"/>
                  </a:cubicBezTo>
                  <a:lnTo>
                    <a:pt x="2065" y="1138"/>
                  </a:lnTo>
                  <a:cubicBezTo>
                    <a:pt x="2026" y="1099"/>
                    <a:pt x="1976" y="1080"/>
                    <a:pt x="1926" y="1080"/>
                  </a:cubicBezTo>
                  <a:cubicBezTo>
                    <a:pt x="1882" y="1080"/>
                    <a:pt x="1838" y="1095"/>
                    <a:pt x="1800" y="1123"/>
                  </a:cubicBezTo>
                  <a:lnTo>
                    <a:pt x="540" y="2112"/>
                  </a:lnTo>
                  <a:lnTo>
                    <a:pt x="200" y="2380"/>
                  </a:lnTo>
                  <a:cubicBezTo>
                    <a:pt x="73" y="2478"/>
                    <a:pt x="0" y="2630"/>
                    <a:pt x="0" y="2789"/>
                  </a:cubicBezTo>
                  <a:lnTo>
                    <a:pt x="0" y="5361"/>
                  </a:lnTo>
                  <a:lnTo>
                    <a:pt x="0" y="6509"/>
                  </a:lnTo>
                  <a:lnTo>
                    <a:pt x="0" y="8178"/>
                  </a:lnTo>
                  <a:cubicBezTo>
                    <a:pt x="0" y="8291"/>
                    <a:pt x="91" y="8381"/>
                    <a:pt x="203" y="8381"/>
                  </a:cubicBezTo>
                  <a:lnTo>
                    <a:pt x="2510" y="8381"/>
                  </a:lnTo>
                  <a:cubicBezTo>
                    <a:pt x="2623" y="8381"/>
                    <a:pt x="2709" y="8291"/>
                    <a:pt x="2709" y="8178"/>
                  </a:cubicBezTo>
                  <a:lnTo>
                    <a:pt x="2709" y="6925"/>
                  </a:lnTo>
                  <a:lnTo>
                    <a:pt x="2709" y="6922"/>
                  </a:lnTo>
                  <a:lnTo>
                    <a:pt x="2709" y="5357"/>
                  </a:lnTo>
                  <a:cubicBezTo>
                    <a:pt x="2709" y="5245"/>
                    <a:pt x="2623" y="5158"/>
                    <a:pt x="2510" y="5158"/>
                  </a:cubicBezTo>
                  <a:lnTo>
                    <a:pt x="2412" y="5158"/>
                  </a:lnTo>
                  <a:lnTo>
                    <a:pt x="2412" y="4492"/>
                  </a:lnTo>
                  <a:cubicBezTo>
                    <a:pt x="2412" y="4444"/>
                    <a:pt x="2434" y="4405"/>
                    <a:pt x="2470" y="4379"/>
                  </a:cubicBezTo>
                  <a:lnTo>
                    <a:pt x="5085" y="2565"/>
                  </a:lnTo>
                  <a:cubicBezTo>
                    <a:pt x="5227" y="2467"/>
                    <a:pt x="5313" y="2308"/>
                    <a:pt x="5313" y="2134"/>
                  </a:cubicBezTo>
                  <a:lnTo>
                    <a:pt x="5313" y="200"/>
                  </a:lnTo>
                  <a:cubicBezTo>
                    <a:pt x="5313" y="88"/>
                    <a:pt x="5223" y="1"/>
                    <a:pt x="5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88"/>
            <p:cNvSpPr/>
            <p:nvPr/>
          </p:nvSpPr>
          <p:spPr>
            <a:xfrm>
              <a:off x="2739152" y="3381452"/>
              <a:ext cx="154159" cy="187141"/>
            </a:xfrm>
            <a:custGeom>
              <a:rect b="b" l="l" r="r" t="t"/>
              <a:pathLst>
                <a:path extrusionOk="0" h="7138" w="5880">
                  <a:moveTo>
                    <a:pt x="2936" y="0"/>
                  </a:moveTo>
                  <a:cubicBezTo>
                    <a:pt x="1452" y="0"/>
                    <a:pt x="190" y="1113"/>
                    <a:pt x="16" y="2602"/>
                  </a:cubicBezTo>
                  <a:cubicBezTo>
                    <a:pt x="0" y="2745"/>
                    <a:pt x="110" y="2823"/>
                    <a:pt x="218" y="2823"/>
                  </a:cubicBezTo>
                  <a:cubicBezTo>
                    <a:pt x="310" y="2823"/>
                    <a:pt x="401" y="2767"/>
                    <a:pt x="414" y="2645"/>
                  </a:cubicBezTo>
                  <a:cubicBezTo>
                    <a:pt x="523" y="1722"/>
                    <a:pt x="1128" y="932"/>
                    <a:pt x="1990" y="585"/>
                  </a:cubicBezTo>
                  <a:cubicBezTo>
                    <a:pt x="2296" y="461"/>
                    <a:pt x="2618" y="401"/>
                    <a:pt x="2937" y="401"/>
                  </a:cubicBezTo>
                  <a:cubicBezTo>
                    <a:pt x="3516" y="401"/>
                    <a:pt x="4088" y="599"/>
                    <a:pt x="4550" y="979"/>
                  </a:cubicBezTo>
                  <a:cubicBezTo>
                    <a:pt x="5267" y="1570"/>
                    <a:pt x="5608" y="2504"/>
                    <a:pt x="5434" y="3417"/>
                  </a:cubicBezTo>
                  <a:cubicBezTo>
                    <a:pt x="5257" y="4330"/>
                    <a:pt x="4601" y="5076"/>
                    <a:pt x="3714" y="5362"/>
                  </a:cubicBezTo>
                  <a:cubicBezTo>
                    <a:pt x="3670" y="5376"/>
                    <a:pt x="3630" y="5405"/>
                    <a:pt x="3605" y="5449"/>
                  </a:cubicBezTo>
                  <a:lnTo>
                    <a:pt x="2939" y="6550"/>
                  </a:lnTo>
                  <a:lnTo>
                    <a:pt x="2269" y="5449"/>
                  </a:lnTo>
                  <a:cubicBezTo>
                    <a:pt x="2243" y="5405"/>
                    <a:pt x="2207" y="5376"/>
                    <a:pt x="2160" y="5362"/>
                  </a:cubicBezTo>
                  <a:cubicBezTo>
                    <a:pt x="1262" y="5072"/>
                    <a:pt x="595" y="4308"/>
                    <a:pt x="436" y="3377"/>
                  </a:cubicBezTo>
                  <a:cubicBezTo>
                    <a:pt x="415" y="3262"/>
                    <a:pt x="329" y="3210"/>
                    <a:pt x="242" y="3210"/>
                  </a:cubicBezTo>
                  <a:cubicBezTo>
                    <a:pt x="129" y="3210"/>
                    <a:pt x="15" y="3297"/>
                    <a:pt x="41" y="3446"/>
                  </a:cubicBezTo>
                  <a:cubicBezTo>
                    <a:pt x="222" y="4496"/>
                    <a:pt x="958" y="5365"/>
                    <a:pt x="1964" y="5717"/>
                  </a:cubicBezTo>
                  <a:lnTo>
                    <a:pt x="2765" y="7042"/>
                  </a:lnTo>
                  <a:cubicBezTo>
                    <a:pt x="2805" y="7106"/>
                    <a:pt x="2872" y="7137"/>
                    <a:pt x="2938" y="7137"/>
                  </a:cubicBezTo>
                  <a:cubicBezTo>
                    <a:pt x="3005" y="7137"/>
                    <a:pt x="3071" y="7106"/>
                    <a:pt x="3109" y="7042"/>
                  </a:cubicBezTo>
                  <a:lnTo>
                    <a:pt x="3909" y="5717"/>
                  </a:lnTo>
                  <a:cubicBezTo>
                    <a:pt x="5090" y="5307"/>
                    <a:pt x="5879" y="4192"/>
                    <a:pt x="5876" y="2942"/>
                  </a:cubicBezTo>
                  <a:cubicBezTo>
                    <a:pt x="5876" y="1385"/>
                    <a:pt x="4663" y="96"/>
                    <a:pt x="3109" y="5"/>
                  </a:cubicBezTo>
                  <a:cubicBezTo>
                    <a:pt x="3051" y="2"/>
                    <a:pt x="2993" y="0"/>
                    <a:pt x="29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88"/>
            <p:cNvSpPr/>
            <p:nvPr/>
          </p:nvSpPr>
          <p:spPr>
            <a:xfrm>
              <a:off x="2767284" y="3411523"/>
              <a:ext cx="97739" cy="94121"/>
            </a:xfrm>
            <a:custGeom>
              <a:rect b="b" l="l" r="r" t="t"/>
              <a:pathLst>
                <a:path extrusionOk="0" h="3590" w="3728">
                  <a:moveTo>
                    <a:pt x="1866" y="868"/>
                  </a:moveTo>
                  <a:cubicBezTo>
                    <a:pt x="2376" y="868"/>
                    <a:pt x="2789" y="1281"/>
                    <a:pt x="2793" y="1795"/>
                  </a:cubicBezTo>
                  <a:cubicBezTo>
                    <a:pt x="2789" y="2306"/>
                    <a:pt x="2376" y="2723"/>
                    <a:pt x="1866" y="2723"/>
                  </a:cubicBezTo>
                  <a:cubicBezTo>
                    <a:pt x="1351" y="2723"/>
                    <a:pt x="938" y="2306"/>
                    <a:pt x="938" y="1795"/>
                  </a:cubicBezTo>
                  <a:cubicBezTo>
                    <a:pt x="938" y="1285"/>
                    <a:pt x="1351" y="868"/>
                    <a:pt x="1866" y="868"/>
                  </a:cubicBezTo>
                  <a:close/>
                  <a:moveTo>
                    <a:pt x="1864" y="1"/>
                  </a:moveTo>
                  <a:cubicBezTo>
                    <a:pt x="1763" y="1"/>
                    <a:pt x="1663" y="68"/>
                    <a:pt x="1663" y="202"/>
                  </a:cubicBezTo>
                  <a:lnTo>
                    <a:pt x="1663" y="481"/>
                  </a:lnTo>
                  <a:cubicBezTo>
                    <a:pt x="1453" y="513"/>
                    <a:pt x="1250" y="597"/>
                    <a:pt x="1076" y="727"/>
                  </a:cubicBezTo>
                  <a:lnTo>
                    <a:pt x="877" y="524"/>
                  </a:lnTo>
                  <a:cubicBezTo>
                    <a:pt x="834" y="483"/>
                    <a:pt x="786" y="465"/>
                    <a:pt x="740" y="465"/>
                  </a:cubicBezTo>
                  <a:cubicBezTo>
                    <a:pt x="586" y="465"/>
                    <a:pt x="455" y="662"/>
                    <a:pt x="594" y="810"/>
                  </a:cubicBezTo>
                  <a:lnTo>
                    <a:pt x="794" y="1009"/>
                  </a:lnTo>
                  <a:cubicBezTo>
                    <a:pt x="667" y="1180"/>
                    <a:pt x="584" y="1383"/>
                    <a:pt x="551" y="1596"/>
                  </a:cubicBezTo>
                  <a:lnTo>
                    <a:pt x="268" y="1596"/>
                  </a:lnTo>
                  <a:cubicBezTo>
                    <a:pt x="0" y="1596"/>
                    <a:pt x="0" y="1995"/>
                    <a:pt x="268" y="1995"/>
                  </a:cubicBezTo>
                  <a:lnTo>
                    <a:pt x="551" y="1995"/>
                  </a:lnTo>
                  <a:cubicBezTo>
                    <a:pt x="584" y="2208"/>
                    <a:pt x="667" y="2407"/>
                    <a:pt x="794" y="2581"/>
                  </a:cubicBezTo>
                  <a:lnTo>
                    <a:pt x="594" y="2780"/>
                  </a:lnTo>
                  <a:cubicBezTo>
                    <a:pt x="445" y="2925"/>
                    <a:pt x="579" y="3128"/>
                    <a:pt x="735" y="3128"/>
                  </a:cubicBezTo>
                  <a:cubicBezTo>
                    <a:pt x="783" y="3128"/>
                    <a:pt x="833" y="3109"/>
                    <a:pt x="877" y="3063"/>
                  </a:cubicBezTo>
                  <a:lnTo>
                    <a:pt x="1076" y="2864"/>
                  </a:lnTo>
                  <a:cubicBezTo>
                    <a:pt x="1250" y="2991"/>
                    <a:pt x="1453" y="3074"/>
                    <a:pt x="1663" y="3106"/>
                  </a:cubicBezTo>
                  <a:lnTo>
                    <a:pt x="1663" y="3389"/>
                  </a:lnTo>
                  <a:cubicBezTo>
                    <a:pt x="1663" y="3523"/>
                    <a:pt x="1763" y="3590"/>
                    <a:pt x="1864" y="3590"/>
                  </a:cubicBezTo>
                  <a:cubicBezTo>
                    <a:pt x="1964" y="3590"/>
                    <a:pt x="2065" y="3523"/>
                    <a:pt x="2065" y="3389"/>
                  </a:cubicBezTo>
                  <a:lnTo>
                    <a:pt x="2065" y="3106"/>
                  </a:lnTo>
                  <a:cubicBezTo>
                    <a:pt x="2275" y="3074"/>
                    <a:pt x="2478" y="2991"/>
                    <a:pt x="2652" y="2864"/>
                  </a:cubicBezTo>
                  <a:lnTo>
                    <a:pt x="2851" y="3063"/>
                  </a:lnTo>
                  <a:cubicBezTo>
                    <a:pt x="2895" y="3109"/>
                    <a:pt x="2945" y="3128"/>
                    <a:pt x="2993" y="3128"/>
                  </a:cubicBezTo>
                  <a:cubicBezTo>
                    <a:pt x="3148" y="3128"/>
                    <a:pt x="3283" y="2925"/>
                    <a:pt x="3133" y="2780"/>
                  </a:cubicBezTo>
                  <a:lnTo>
                    <a:pt x="2934" y="2581"/>
                  </a:lnTo>
                  <a:cubicBezTo>
                    <a:pt x="3061" y="2407"/>
                    <a:pt x="3144" y="2208"/>
                    <a:pt x="3177" y="1995"/>
                  </a:cubicBezTo>
                  <a:lnTo>
                    <a:pt x="3459" y="1995"/>
                  </a:lnTo>
                  <a:cubicBezTo>
                    <a:pt x="3727" y="1995"/>
                    <a:pt x="3727" y="1596"/>
                    <a:pt x="3459" y="1596"/>
                  </a:cubicBezTo>
                  <a:lnTo>
                    <a:pt x="3177" y="1596"/>
                  </a:lnTo>
                  <a:cubicBezTo>
                    <a:pt x="3144" y="1383"/>
                    <a:pt x="3061" y="1180"/>
                    <a:pt x="2934" y="1009"/>
                  </a:cubicBezTo>
                  <a:lnTo>
                    <a:pt x="3133" y="810"/>
                  </a:lnTo>
                  <a:cubicBezTo>
                    <a:pt x="3273" y="662"/>
                    <a:pt x="3141" y="465"/>
                    <a:pt x="2988" y="465"/>
                  </a:cubicBezTo>
                  <a:cubicBezTo>
                    <a:pt x="2942" y="465"/>
                    <a:pt x="2894" y="483"/>
                    <a:pt x="2851" y="524"/>
                  </a:cubicBezTo>
                  <a:lnTo>
                    <a:pt x="2652" y="727"/>
                  </a:lnTo>
                  <a:cubicBezTo>
                    <a:pt x="2478" y="597"/>
                    <a:pt x="2275" y="513"/>
                    <a:pt x="2065" y="481"/>
                  </a:cubicBezTo>
                  <a:lnTo>
                    <a:pt x="2065" y="202"/>
                  </a:lnTo>
                  <a:cubicBezTo>
                    <a:pt x="2065" y="68"/>
                    <a:pt x="1964" y="1"/>
                    <a:pt x="1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88"/>
            <p:cNvSpPr/>
            <p:nvPr/>
          </p:nvSpPr>
          <p:spPr>
            <a:xfrm>
              <a:off x="2798614" y="3440992"/>
              <a:ext cx="40952" cy="35079"/>
            </a:xfrm>
            <a:custGeom>
              <a:rect b="b" l="l" r="r" t="t"/>
              <a:pathLst>
                <a:path extrusionOk="0" h="1338" w="1562">
                  <a:moveTo>
                    <a:pt x="671" y="403"/>
                  </a:moveTo>
                  <a:cubicBezTo>
                    <a:pt x="906" y="403"/>
                    <a:pt x="1026" y="693"/>
                    <a:pt x="859" y="860"/>
                  </a:cubicBezTo>
                  <a:cubicBezTo>
                    <a:pt x="804" y="915"/>
                    <a:pt x="736" y="940"/>
                    <a:pt x="670" y="940"/>
                  </a:cubicBezTo>
                  <a:cubicBezTo>
                    <a:pt x="533" y="940"/>
                    <a:pt x="403" y="833"/>
                    <a:pt x="403" y="671"/>
                  </a:cubicBezTo>
                  <a:cubicBezTo>
                    <a:pt x="403" y="525"/>
                    <a:pt x="519" y="407"/>
                    <a:pt x="664" y="407"/>
                  </a:cubicBezTo>
                  <a:cubicBezTo>
                    <a:pt x="666" y="407"/>
                    <a:pt x="668" y="407"/>
                    <a:pt x="671" y="407"/>
                  </a:cubicBezTo>
                  <a:lnTo>
                    <a:pt x="671" y="403"/>
                  </a:lnTo>
                  <a:close/>
                  <a:moveTo>
                    <a:pt x="674" y="0"/>
                  </a:moveTo>
                  <a:cubicBezTo>
                    <a:pt x="331" y="0"/>
                    <a:pt x="1" y="267"/>
                    <a:pt x="1" y="671"/>
                  </a:cubicBezTo>
                  <a:cubicBezTo>
                    <a:pt x="1" y="1041"/>
                    <a:pt x="301" y="1338"/>
                    <a:pt x="671" y="1338"/>
                  </a:cubicBezTo>
                  <a:cubicBezTo>
                    <a:pt x="1265" y="1338"/>
                    <a:pt x="1562" y="621"/>
                    <a:pt x="1141" y="197"/>
                  </a:cubicBezTo>
                  <a:cubicBezTo>
                    <a:pt x="1006" y="61"/>
                    <a:pt x="838"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0" name="Google Shape;17710;p88"/>
          <p:cNvGrpSpPr/>
          <p:nvPr/>
        </p:nvGrpSpPr>
        <p:grpSpPr>
          <a:xfrm>
            <a:off x="7153891" y="1513402"/>
            <a:ext cx="289546" cy="364974"/>
            <a:chOff x="7153891" y="1513402"/>
            <a:chExt cx="289546" cy="364974"/>
          </a:xfrm>
        </p:grpSpPr>
        <p:sp>
          <p:nvSpPr>
            <p:cNvPr id="17711" name="Google Shape;17711;p88"/>
            <p:cNvSpPr/>
            <p:nvPr/>
          </p:nvSpPr>
          <p:spPr>
            <a:xfrm>
              <a:off x="7159213" y="1761027"/>
              <a:ext cx="278797" cy="112080"/>
            </a:xfrm>
            <a:custGeom>
              <a:rect b="b" l="l" r="r" t="t"/>
              <a:pathLst>
                <a:path extrusionOk="0" h="4275" w="10634">
                  <a:moveTo>
                    <a:pt x="3227" y="0"/>
                  </a:moveTo>
                  <a:lnTo>
                    <a:pt x="953" y="670"/>
                  </a:lnTo>
                  <a:cubicBezTo>
                    <a:pt x="388" y="833"/>
                    <a:pt x="0" y="1355"/>
                    <a:pt x="0" y="1945"/>
                  </a:cubicBezTo>
                  <a:lnTo>
                    <a:pt x="0" y="4274"/>
                  </a:lnTo>
                  <a:lnTo>
                    <a:pt x="10634" y="4274"/>
                  </a:lnTo>
                  <a:lnTo>
                    <a:pt x="10634" y="1945"/>
                  </a:lnTo>
                  <a:cubicBezTo>
                    <a:pt x="10634" y="1355"/>
                    <a:pt x="10246" y="837"/>
                    <a:pt x="9681" y="670"/>
                  </a:cubicBezTo>
                  <a:lnTo>
                    <a:pt x="7407" y="0"/>
                  </a:lnTo>
                  <a:lnTo>
                    <a:pt x="5687" y="1145"/>
                  </a:lnTo>
                  <a:cubicBezTo>
                    <a:pt x="5574" y="1221"/>
                    <a:pt x="5446" y="1259"/>
                    <a:pt x="5317" y="1259"/>
                  </a:cubicBezTo>
                  <a:cubicBezTo>
                    <a:pt x="5189" y="1259"/>
                    <a:pt x="5060" y="1221"/>
                    <a:pt x="4948" y="1145"/>
                  </a:cubicBezTo>
                  <a:lnTo>
                    <a:pt x="3227"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88"/>
            <p:cNvSpPr/>
            <p:nvPr/>
          </p:nvSpPr>
          <p:spPr>
            <a:xfrm>
              <a:off x="7199850" y="1710427"/>
              <a:ext cx="197523" cy="104555"/>
            </a:xfrm>
            <a:custGeom>
              <a:rect b="b" l="l" r="r" t="t"/>
              <a:pathLst>
                <a:path extrusionOk="0" h="3988" w="7534">
                  <a:moveTo>
                    <a:pt x="1330" y="0"/>
                  </a:moveTo>
                  <a:cubicBezTo>
                    <a:pt x="598" y="0"/>
                    <a:pt x="1" y="594"/>
                    <a:pt x="1" y="1329"/>
                  </a:cubicBezTo>
                  <a:cubicBezTo>
                    <a:pt x="1" y="2796"/>
                    <a:pt x="1192" y="3988"/>
                    <a:pt x="2659" y="3988"/>
                  </a:cubicBezTo>
                  <a:lnTo>
                    <a:pt x="4875" y="3988"/>
                  </a:lnTo>
                  <a:cubicBezTo>
                    <a:pt x="6342" y="3988"/>
                    <a:pt x="7534" y="2796"/>
                    <a:pt x="7534" y="1329"/>
                  </a:cubicBezTo>
                  <a:cubicBezTo>
                    <a:pt x="7534" y="594"/>
                    <a:pt x="6940" y="0"/>
                    <a:pt x="6205"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88"/>
            <p:cNvSpPr/>
            <p:nvPr/>
          </p:nvSpPr>
          <p:spPr>
            <a:xfrm>
              <a:off x="7218648" y="1727783"/>
              <a:ext cx="159927" cy="66278"/>
            </a:xfrm>
            <a:custGeom>
              <a:rect b="b" l="l" r="r" t="t"/>
              <a:pathLst>
                <a:path extrusionOk="0" h="2528" w="6100">
                  <a:moveTo>
                    <a:pt x="5430" y="1"/>
                  </a:moveTo>
                  <a:lnTo>
                    <a:pt x="674" y="4"/>
                  </a:lnTo>
                  <a:cubicBezTo>
                    <a:pt x="189" y="4"/>
                    <a:pt x="1" y="631"/>
                    <a:pt x="403" y="895"/>
                  </a:cubicBezTo>
                  <a:lnTo>
                    <a:pt x="2681" y="2417"/>
                  </a:lnTo>
                  <a:cubicBezTo>
                    <a:pt x="2793" y="2491"/>
                    <a:pt x="2922" y="2528"/>
                    <a:pt x="3050" y="2528"/>
                  </a:cubicBezTo>
                  <a:cubicBezTo>
                    <a:pt x="3179" y="2528"/>
                    <a:pt x="3307" y="2491"/>
                    <a:pt x="3420" y="2417"/>
                  </a:cubicBezTo>
                  <a:lnTo>
                    <a:pt x="5701" y="895"/>
                  </a:lnTo>
                  <a:cubicBezTo>
                    <a:pt x="6100" y="627"/>
                    <a:pt x="5911" y="1"/>
                    <a:pt x="5430" y="1"/>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88"/>
            <p:cNvSpPr/>
            <p:nvPr/>
          </p:nvSpPr>
          <p:spPr>
            <a:xfrm>
              <a:off x="7243817" y="1716195"/>
              <a:ext cx="109589" cy="77787"/>
            </a:xfrm>
            <a:custGeom>
              <a:rect b="b" l="l" r="r" t="t"/>
              <a:pathLst>
                <a:path extrusionOk="0" h="2967" w="4180">
                  <a:moveTo>
                    <a:pt x="540" y="1"/>
                  </a:moveTo>
                  <a:lnTo>
                    <a:pt x="540" y="1055"/>
                  </a:lnTo>
                  <a:cubicBezTo>
                    <a:pt x="540" y="1348"/>
                    <a:pt x="344" y="1609"/>
                    <a:pt x="62" y="1692"/>
                  </a:cubicBezTo>
                  <a:lnTo>
                    <a:pt x="0" y="1710"/>
                  </a:lnTo>
                  <a:lnTo>
                    <a:pt x="1721" y="2855"/>
                  </a:lnTo>
                  <a:cubicBezTo>
                    <a:pt x="1833" y="2929"/>
                    <a:pt x="1962" y="2966"/>
                    <a:pt x="2090" y="2966"/>
                  </a:cubicBezTo>
                  <a:cubicBezTo>
                    <a:pt x="2219" y="2966"/>
                    <a:pt x="2347" y="2929"/>
                    <a:pt x="2460" y="2855"/>
                  </a:cubicBezTo>
                  <a:lnTo>
                    <a:pt x="4180" y="1710"/>
                  </a:lnTo>
                  <a:lnTo>
                    <a:pt x="4118" y="1692"/>
                  </a:lnTo>
                  <a:cubicBezTo>
                    <a:pt x="3836" y="1609"/>
                    <a:pt x="3640" y="1348"/>
                    <a:pt x="3640" y="1055"/>
                  </a:cubicBezTo>
                  <a:lnTo>
                    <a:pt x="3640"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88"/>
            <p:cNvSpPr/>
            <p:nvPr/>
          </p:nvSpPr>
          <p:spPr>
            <a:xfrm>
              <a:off x="7257974" y="1716195"/>
              <a:ext cx="81300" cy="29101"/>
            </a:xfrm>
            <a:custGeom>
              <a:rect b="b" l="l" r="r" t="t"/>
              <a:pathLst>
                <a:path extrusionOk="0" h="1110" w="3101">
                  <a:moveTo>
                    <a:pt x="0" y="1"/>
                  </a:moveTo>
                  <a:lnTo>
                    <a:pt x="0" y="718"/>
                  </a:lnTo>
                  <a:cubicBezTo>
                    <a:pt x="484" y="979"/>
                    <a:pt x="1017" y="1109"/>
                    <a:pt x="1550" y="1109"/>
                  </a:cubicBezTo>
                  <a:cubicBezTo>
                    <a:pt x="2083" y="1109"/>
                    <a:pt x="2617" y="979"/>
                    <a:pt x="3100" y="718"/>
                  </a:cubicBezTo>
                  <a:lnTo>
                    <a:pt x="310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88"/>
            <p:cNvSpPr/>
            <p:nvPr/>
          </p:nvSpPr>
          <p:spPr>
            <a:xfrm>
              <a:off x="7199955" y="1559440"/>
              <a:ext cx="197418" cy="168369"/>
            </a:xfrm>
            <a:custGeom>
              <a:rect b="b" l="l" r="r" t="t"/>
              <a:pathLst>
                <a:path extrusionOk="0" h="6422" w="7530">
                  <a:moveTo>
                    <a:pt x="663" y="1"/>
                  </a:moveTo>
                  <a:lnTo>
                    <a:pt x="663" y="2659"/>
                  </a:lnTo>
                  <a:lnTo>
                    <a:pt x="554" y="2659"/>
                  </a:lnTo>
                  <a:cubicBezTo>
                    <a:pt x="246" y="2659"/>
                    <a:pt x="0" y="2905"/>
                    <a:pt x="0" y="3209"/>
                  </a:cubicBezTo>
                  <a:cubicBezTo>
                    <a:pt x="0" y="3517"/>
                    <a:pt x="246" y="3763"/>
                    <a:pt x="554" y="3763"/>
                  </a:cubicBezTo>
                  <a:lnTo>
                    <a:pt x="895" y="3763"/>
                  </a:lnTo>
                  <a:cubicBezTo>
                    <a:pt x="1011" y="5263"/>
                    <a:pt x="2260" y="6422"/>
                    <a:pt x="3763" y="6422"/>
                  </a:cubicBezTo>
                  <a:cubicBezTo>
                    <a:pt x="5270" y="6422"/>
                    <a:pt x="6519" y="5263"/>
                    <a:pt x="6635" y="3763"/>
                  </a:cubicBezTo>
                  <a:lnTo>
                    <a:pt x="6976" y="3763"/>
                  </a:lnTo>
                  <a:cubicBezTo>
                    <a:pt x="7283" y="3763"/>
                    <a:pt x="7530" y="3517"/>
                    <a:pt x="7530" y="3209"/>
                  </a:cubicBezTo>
                  <a:cubicBezTo>
                    <a:pt x="7530" y="2905"/>
                    <a:pt x="7283" y="2659"/>
                    <a:pt x="6976" y="2659"/>
                  </a:cubicBezTo>
                  <a:lnTo>
                    <a:pt x="6863" y="2659"/>
                  </a:lnTo>
                  <a:lnTo>
                    <a:pt x="6863"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88"/>
            <p:cNvSpPr/>
            <p:nvPr/>
          </p:nvSpPr>
          <p:spPr>
            <a:xfrm>
              <a:off x="7223210" y="1518698"/>
              <a:ext cx="174163" cy="52251"/>
            </a:xfrm>
            <a:custGeom>
              <a:rect b="b" l="l" r="r" t="t"/>
              <a:pathLst>
                <a:path extrusionOk="0" h="1993" w="6643">
                  <a:moveTo>
                    <a:pt x="1992" y="1"/>
                  </a:moveTo>
                  <a:cubicBezTo>
                    <a:pt x="891" y="1"/>
                    <a:pt x="0" y="892"/>
                    <a:pt x="0" y="1993"/>
                  </a:cubicBezTo>
                  <a:lnTo>
                    <a:pt x="4651" y="1993"/>
                  </a:lnTo>
                  <a:cubicBezTo>
                    <a:pt x="5654" y="1993"/>
                    <a:pt x="6501" y="1247"/>
                    <a:pt x="6628" y="251"/>
                  </a:cubicBezTo>
                  <a:cubicBezTo>
                    <a:pt x="6643" y="117"/>
                    <a:pt x="6538" y="1"/>
                    <a:pt x="64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88"/>
            <p:cNvSpPr/>
            <p:nvPr/>
          </p:nvSpPr>
          <p:spPr>
            <a:xfrm>
              <a:off x="7199955" y="1571028"/>
              <a:ext cx="150987" cy="156833"/>
            </a:xfrm>
            <a:custGeom>
              <a:rect b="b" l="l" r="r" t="t"/>
              <a:pathLst>
                <a:path extrusionOk="0" h="5982" w="5759">
                  <a:moveTo>
                    <a:pt x="663" y="0"/>
                  </a:moveTo>
                  <a:lnTo>
                    <a:pt x="663" y="2217"/>
                  </a:lnTo>
                  <a:lnTo>
                    <a:pt x="554" y="2217"/>
                  </a:lnTo>
                  <a:cubicBezTo>
                    <a:pt x="246" y="2217"/>
                    <a:pt x="0" y="2463"/>
                    <a:pt x="0" y="2767"/>
                  </a:cubicBezTo>
                  <a:cubicBezTo>
                    <a:pt x="0" y="3075"/>
                    <a:pt x="246" y="3321"/>
                    <a:pt x="554" y="3321"/>
                  </a:cubicBezTo>
                  <a:lnTo>
                    <a:pt x="895" y="3321"/>
                  </a:lnTo>
                  <a:cubicBezTo>
                    <a:pt x="1003" y="4843"/>
                    <a:pt x="2272" y="5982"/>
                    <a:pt x="3743" y="5982"/>
                  </a:cubicBezTo>
                  <a:cubicBezTo>
                    <a:pt x="3896" y="5982"/>
                    <a:pt x="4052" y="5969"/>
                    <a:pt x="4209" y="5944"/>
                  </a:cubicBezTo>
                  <a:cubicBezTo>
                    <a:pt x="2807" y="5726"/>
                    <a:pt x="1771" y="4520"/>
                    <a:pt x="1771" y="3101"/>
                  </a:cubicBezTo>
                  <a:lnTo>
                    <a:pt x="1771" y="1550"/>
                  </a:lnTo>
                  <a:cubicBezTo>
                    <a:pt x="1771" y="1062"/>
                    <a:pt x="2166" y="663"/>
                    <a:pt x="2655" y="663"/>
                  </a:cubicBezTo>
                  <a:lnTo>
                    <a:pt x="5313" y="663"/>
                  </a:lnTo>
                  <a:cubicBezTo>
                    <a:pt x="5559" y="663"/>
                    <a:pt x="5759" y="468"/>
                    <a:pt x="5759" y="221"/>
                  </a:cubicBezTo>
                  <a:lnTo>
                    <a:pt x="575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88"/>
            <p:cNvSpPr/>
            <p:nvPr/>
          </p:nvSpPr>
          <p:spPr>
            <a:xfrm>
              <a:off x="7269930" y="1518698"/>
              <a:ext cx="127443" cy="34895"/>
            </a:xfrm>
            <a:custGeom>
              <a:rect b="b" l="l" r="r" t="t"/>
              <a:pathLst>
                <a:path extrusionOk="0" h="1331" w="4861">
                  <a:moveTo>
                    <a:pt x="511" y="1"/>
                  </a:moveTo>
                  <a:cubicBezTo>
                    <a:pt x="308" y="222"/>
                    <a:pt x="163" y="486"/>
                    <a:pt x="80" y="772"/>
                  </a:cubicBezTo>
                  <a:cubicBezTo>
                    <a:pt x="1" y="1053"/>
                    <a:pt x="211" y="1330"/>
                    <a:pt x="505" y="1330"/>
                  </a:cubicBezTo>
                  <a:cubicBezTo>
                    <a:pt x="507" y="1330"/>
                    <a:pt x="509" y="1330"/>
                    <a:pt x="511" y="1330"/>
                  </a:cubicBezTo>
                  <a:lnTo>
                    <a:pt x="4350" y="1330"/>
                  </a:lnTo>
                  <a:cubicBezTo>
                    <a:pt x="4622" y="1029"/>
                    <a:pt x="4795" y="653"/>
                    <a:pt x="4846" y="251"/>
                  </a:cubicBezTo>
                  <a:cubicBezTo>
                    <a:pt x="4861" y="117"/>
                    <a:pt x="4756" y="1"/>
                    <a:pt x="46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88"/>
            <p:cNvSpPr/>
            <p:nvPr/>
          </p:nvSpPr>
          <p:spPr>
            <a:xfrm>
              <a:off x="7258446" y="1629520"/>
              <a:ext cx="10644" cy="16569"/>
            </a:xfrm>
            <a:custGeom>
              <a:rect b="b" l="l" r="r" t="t"/>
              <a:pathLst>
                <a:path extrusionOk="0" h="632" w="406">
                  <a:moveTo>
                    <a:pt x="203" y="0"/>
                  </a:moveTo>
                  <a:cubicBezTo>
                    <a:pt x="91" y="0"/>
                    <a:pt x="0" y="95"/>
                    <a:pt x="0" y="207"/>
                  </a:cubicBezTo>
                  <a:lnTo>
                    <a:pt x="0" y="428"/>
                  </a:lnTo>
                  <a:cubicBezTo>
                    <a:pt x="0" y="564"/>
                    <a:pt x="102" y="631"/>
                    <a:pt x="203" y="631"/>
                  </a:cubicBezTo>
                  <a:cubicBezTo>
                    <a:pt x="304" y="631"/>
                    <a:pt x="406" y="564"/>
                    <a:pt x="406" y="428"/>
                  </a:cubicBezTo>
                  <a:lnTo>
                    <a:pt x="406" y="207"/>
                  </a:lnTo>
                  <a:cubicBezTo>
                    <a:pt x="406" y="95"/>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88"/>
            <p:cNvSpPr/>
            <p:nvPr/>
          </p:nvSpPr>
          <p:spPr>
            <a:xfrm>
              <a:off x="7328132" y="1629520"/>
              <a:ext cx="10671" cy="16569"/>
            </a:xfrm>
            <a:custGeom>
              <a:rect b="b" l="l" r="r" t="t"/>
              <a:pathLst>
                <a:path extrusionOk="0" h="632" w="407">
                  <a:moveTo>
                    <a:pt x="203" y="0"/>
                  </a:moveTo>
                  <a:cubicBezTo>
                    <a:pt x="91" y="0"/>
                    <a:pt x="0" y="95"/>
                    <a:pt x="0" y="207"/>
                  </a:cubicBezTo>
                  <a:lnTo>
                    <a:pt x="0" y="428"/>
                  </a:lnTo>
                  <a:cubicBezTo>
                    <a:pt x="0" y="564"/>
                    <a:pt x="102" y="631"/>
                    <a:pt x="203" y="631"/>
                  </a:cubicBezTo>
                  <a:cubicBezTo>
                    <a:pt x="305" y="631"/>
                    <a:pt x="406" y="564"/>
                    <a:pt x="406" y="428"/>
                  </a:cubicBezTo>
                  <a:lnTo>
                    <a:pt x="406" y="207"/>
                  </a:lnTo>
                  <a:cubicBezTo>
                    <a:pt x="406" y="95"/>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88"/>
            <p:cNvSpPr/>
            <p:nvPr/>
          </p:nvSpPr>
          <p:spPr>
            <a:xfrm>
              <a:off x="7273495" y="1670104"/>
              <a:ext cx="50259" cy="16596"/>
            </a:xfrm>
            <a:custGeom>
              <a:rect b="b" l="l" r="r" t="t"/>
              <a:pathLst>
                <a:path extrusionOk="0" h="633" w="1917">
                  <a:moveTo>
                    <a:pt x="295" y="1"/>
                  </a:moveTo>
                  <a:cubicBezTo>
                    <a:pt x="136" y="1"/>
                    <a:pt x="0" y="206"/>
                    <a:pt x="150" y="354"/>
                  </a:cubicBezTo>
                  <a:cubicBezTo>
                    <a:pt x="328" y="528"/>
                    <a:pt x="632" y="633"/>
                    <a:pt x="958" y="633"/>
                  </a:cubicBezTo>
                  <a:cubicBezTo>
                    <a:pt x="1288" y="633"/>
                    <a:pt x="1588" y="528"/>
                    <a:pt x="1766" y="354"/>
                  </a:cubicBezTo>
                  <a:cubicBezTo>
                    <a:pt x="1916" y="206"/>
                    <a:pt x="1780" y="1"/>
                    <a:pt x="1621" y="1"/>
                  </a:cubicBezTo>
                  <a:cubicBezTo>
                    <a:pt x="1574" y="1"/>
                    <a:pt x="1524" y="20"/>
                    <a:pt x="1480" y="64"/>
                  </a:cubicBezTo>
                  <a:cubicBezTo>
                    <a:pt x="1404" y="136"/>
                    <a:pt x="1222" y="227"/>
                    <a:pt x="958" y="227"/>
                  </a:cubicBezTo>
                  <a:cubicBezTo>
                    <a:pt x="694" y="227"/>
                    <a:pt x="513" y="136"/>
                    <a:pt x="437" y="64"/>
                  </a:cubicBezTo>
                  <a:cubicBezTo>
                    <a:pt x="392" y="20"/>
                    <a:pt x="342"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88"/>
            <p:cNvSpPr/>
            <p:nvPr/>
          </p:nvSpPr>
          <p:spPr>
            <a:xfrm>
              <a:off x="7153891" y="1513402"/>
              <a:ext cx="289546" cy="364974"/>
            </a:xfrm>
            <a:custGeom>
              <a:rect b="b" l="l" r="r" t="t"/>
              <a:pathLst>
                <a:path extrusionOk="0" h="13921" w="11044">
                  <a:moveTo>
                    <a:pt x="9069" y="409"/>
                  </a:moveTo>
                  <a:cubicBezTo>
                    <a:pt x="8964" y="1311"/>
                    <a:pt x="8200" y="1992"/>
                    <a:pt x="7291" y="1992"/>
                  </a:cubicBezTo>
                  <a:lnTo>
                    <a:pt x="3307" y="1992"/>
                  </a:lnTo>
                  <a:cubicBezTo>
                    <a:pt x="3036" y="1992"/>
                    <a:pt x="3036" y="2401"/>
                    <a:pt x="3307" y="2401"/>
                  </a:cubicBezTo>
                  <a:lnTo>
                    <a:pt x="7295" y="2401"/>
                  </a:lnTo>
                  <a:cubicBezTo>
                    <a:pt x="7690" y="2401"/>
                    <a:pt x="8077" y="2293"/>
                    <a:pt x="8417" y="2090"/>
                  </a:cubicBezTo>
                  <a:lnTo>
                    <a:pt x="8417" y="4415"/>
                  </a:lnTo>
                  <a:cubicBezTo>
                    <a:pt x="8417" y="4527"/>
                    <a:pt x="8508" y="4618"/>
                    <a:pt x="8624" y="4618"/>
                  </a:cubicBezTo>
                  <a:lnTo>
                    <a:pt x="8733" y="4618"/>
                  </a:lnTo>
                  <a:cubicBezTo>
                    <a:pt x="8943" y="4618"/>
                    <a:pt x="9102" y="4795"/>
                    <a:pt x="9080" y="5005"/>
                  </a:cubicBezTo>
                  <a:cubicBezTo>
                    <a:pt x="9062" y="5179"/>
                    <a:pt x="8896" y="5317"/>
                    <a:pt x="8700" y="5317"/>
                  </a:cubicBezTo>
                  <a:lnTo>
                    <a:pt x="8602" y="5317"/>
                  </a:lnTo>
                  <a:lnTo>
                    <a:pt x="8602" y="5302"/>
                  </a:lnTo>
                  <a:cubicBezTo>
                    <a:pt x="8602" y="5190"/>
                    <a:pt x="8512" y="5099"/>
                    <a:pt x="8399" y="5099"/>
                  </a:cubicBezTo>
                  <a:cubicBezTo>
                    <a:pt x="8287" y="5099"/>
                    <a:pt x="8197" y="5190"/>
                    <a:pt x="8197" y="5302"/>
                  </a:cubicBezTo>
                  <a:cubicBezTo>
                    <a:pt x="8175" y="6765"/>
                    <a:pt x="6983" y="7942"/>
                    <a:pt x="5520" y="7942"/>
                  </a:cubicBezTo>
                  <a:cubicBezTo>
                    <a:pt x="4053" y="7942"/>
                    <a:pt x="2862" y="6765"/>
                    <a:pt x="2844" y="5302"/>
                  </a:cubicBezTo>
                  <a:cubicBezTo>
                    <a:pt x="2844" y="5190"/>
                    <a:pt x="2753" y="5096"/>
                    <a:pt x="2641" y="5096"/>
                  </a:cubicBezTo>
                  <a:cubicBezTo>
                    <a:pt x="2529" y="5096"/>
                    <a:pt x="2438" y="5186"/>
                    <a:pt x="2438" y="5299"/>
                  </a:cubicBezTo>
                  <a:lnTo>
                    <a:pt x="2438" y="5317"/>
                  </a:lnTo>
                  <a:lnTo>
                    <a:pt x="2311" y="5317"/>
                  </a:lnTo>
                  <a:cubicBezTo>
                    <a:pt x="2101" y="5317"/>
                    <a:pt x="1938" y="5136"/>
                    <a:pt x="1960" y="4929"/>
                  </a:cubicBezTo>
                  <a:cubicBezTo>
                    <a:pt x="1978" y="4755"/>
                    <a:pt x="2145" y="4618"/>
                    <a:pt x="2340" y="4618"/>
                  </a:cubicBezTo>
                  <a:lnTo>
                    <a:pt x="2420" y="4618"/>
                  </a:lnTo>
                  <a:cubicBezTo>
                    <a:pt x="2532" y="4618"/>
                    <a:pt x="2623" y="4527"/>
                    <a:pt x="2623" y="4415"/>
                  </a:cubicBezTo>
                  <a:lnTo>
                    <a:pt x="2623" y="2198"/>
                  </a:lnTo>
                  <a:cubicBezTo>
                    <a:pt x="2626" y="1210"/>
                    <a:pt x="3427" y="409"/>
                    <a:pt x="4412" y="409"/>
                  </a:cubicBezTo>
                  <a:close/>
                  <a:moveTo>
                    <a:pt x="3767" y="8384"/>
                  </a:moveTo>
                  <a:lnTo>
                    <a:pt x="3767" y="8790"/>
                  </a:lnTo>
                  <a:cubicBezTo>
                    <a:pt x="3767" y="8981"/>
                    <a:pt x="3645" y="9154"/>
                    <a:pt x="3465" y="9220"/>
                  </a:cubicBezTo>
                  <a:lnTo>
                    <a:pt x="3465" y="9220"/>
                  </a:lnTo>
                  <a:lnTo>
                    <a:pt x="2989" y="8902"/>
                  </a:lnTo>
                  <a:cubicBezTo>
                    <a:pt x="2753" y="8746"/>
                    <a:pt x="2862" y="8384"/>
                    <a:pt x="3144" y="8384"/>
                  </a:cubicBezTo>
                  <a:close/>
                  <a:moveTo>
                    <a:pt x="7900" y="8381"/>
                  </a:moveTo>
                  <a:cubicBezTo>
                    <a:pt x="8178" y="8381"/>
                    <a:pt x="8291" y="8746"/>
                    <a:pt x="8055" y="8902"/>
                  </a:cubicBezTo>
                  <a:lnTo>
                    <a:pt x="7577" y="9221"/>
                  </a:lnTo>
                  <a:cubicBezTo>
                    <a:pt x="7396" y="9156"/>
                    <a:pt x="7277" y="8982"/>
                    <a:pt x="7277" y="8790"/>
                  </a:cubicBezTo>
                  <a:lnTo>
                    <a:pt x="7277" y="8381"/>
                  </a:lnTo>
                  <a:close/>
                  <a:moveTo>
                    <a:pt x="7958" y="7718"/>
                  </a:moveTo>
                  <a:cubicBezTo>
                    <a:pt x="8580" y="7718"/>
                    <a:pt x="9084" y="8221"/>
                    <a:pt x="9084" y="8844"/>
                  </a:cubicBezTo>
                  <a:cubicBezTo>
                    <a:pt x="9084" y="10118"/>
                    <a:pt x="8108" y="11182"/>
                    <a:pt x="6835" y="11289"/>
                  </a:cubicBezTo>
                  <a:lnTo>
                    <a:pt x="6835" y="11289"/>
                  </a:lnTo>
                  <a:lnTo>
                    <a:pt x="6835" y="11061"/>
                  </a:lnTo>
                  <a:cubicBezTo>
                    <a:pt x="6835" y="10925"/>
                    <a:pt x="6732" y="10857"/>
                    <a:pt x="6630" y="10857"/>
                  </a:cubicBezTo>
                  <a:cubicBezTo>
                    <a:pt x="6528" y="10857"/>
                    <a:pt x="6426" y="10925"/>
                    <a:pt x="6426" y="11061"/>
                  </a:cubicBezTo>
                  <a:lnTo>
                    <a:pt x="6426" y="11300"/>
                  </a:lnTo>
                  <a:lnTo>
                    <a:pt x="4618" y="11300"/>
                  </a:lnTo>
                  <a:lnTo>
                    <a:pt x="4618" y="11061"/>
                  </a:lnTo>
                  <a:cubicBezTo>
                    <a:pt x="4618" y="10925"/>
                    <a:pt x="4517" y="10857"/>
                    <a:pt x="4415" y="10857"/>
                  </a:cubicBezTo>
                  <a:cubicBezTo>
                    <a:pt x="4314" y="10857"/>
                    <a:pt x="4213" y="10925"/>
                    <a:pt x="4213" y="11061"/>
                  </a:cubicBezTo>
                  <a:lnTo>
                    <a:pt x="4213" y="11289"/>
                  </a:lnTo>
                  <a:cubicBezTo>
                    <a:pt x="2941" y="11180"/>
                    <a:pt x="1964" y="10119"/>
                    <a:pt x="1960" y="8844"/>
                  </a:cubicBezTo>
                  <a:cubicBezTo>
                    <a:pt x="1960" y="8225"/>
                    <a:pt x="2463" y="7721"/>
                    <a:pt x="3086" y="7718"/>
                  </a:cubicBezTo>
                  <a:lnTo>
                    <a:pt x="3611" y="7718"/>
                  </a:lnTo>
                  <a:cubicBezTo>
                    <a:pt x="3662" y="7758"/>
                    <a:pt x="3716" y="7798"/>
                    <a:pt x="3767" y="7834"/>
                  </a:cubicBezTo>
                  <a:lnTo>
                    <a:pt x="3767" y="7975"/>
                  </a:lnTo>
                  <a:lnTo>
                    <a:pt x="3144" y="7975"/>
                  </a:lnTo>
                  <a:cubicBezTo>
                    <a:pt x="2460" y="7975"/>
                    <a:pt x="2188" y="8866"/>
                    <a:pt x="2760" y="9243"/>
                  </a:cubicBezTo>
                  <a:lnTo>
                    <a:pt x="5042" y="10764"/>
                  </a:lnTo>
                  <a:cubicBezTo>
                    <a:pt x="5187" y="10862"/>
                    <a:pt x="5354" y="10910"/>
                    <a:pt x="5522" y="10910"/>
                  </a:cubicBezTo>
                  <a:cubicBezTo>
                    <a:pt x="5690" y="10910"/>
                    <a:pt x="5859" y="10862"/>
                    <a:pt x="6005" y="10764"/>
                  </a:cubicBezTo>
                  <a:lnTo>
                    <a:pt x="6523" y="10420"/>
                  </a:lnTo>
                  <a:cubicBezTo>
                    <a:pt x="6708" y="10294"/>
                    <a:pt x="6586" y="10041"/>
                    <a:pt x="6411" y="10041"/>
                  </a:cubicBezTo>
                  <a:cubicBezTo>
                    <a:pt x="6374" y="10041"/>
                    <a:pt x="6335" y="10052"/>
                    <a:pt x="6295" y="10079"/>
                  </a:cubicBezTo>
                  <a:lnTo>
                    <a:pt x="5777" y="10423"/>
                  </a:lnTo>
                  <a:cubicBezTo>
                    <a:pt x="5699" y="10476"/>
                    <a:pt x="5611" y="10502"/>
                    <a:pt x="5522" y="10502"/>
                  </a:cubicBezTo>
                  <a:cubicBezTo>
                    <a:pt x="5433" y="10502"/>
                    <a:pt x="5344" y="10476"/>
                    <a:pt x="5267" y="10423"/>
                  </a:cubicBezTo>
                  <a:lnTo>
                    <a:pt x="3843" y="9474"/>
                  </a:lnTo>
                  <a:cubicBezTo>
                    <a:pt x="4053" y="9308"/>
                    <a:pt x="4173" y="9058"/>
                    <a:pt x="4176" y="8790"/>
                  </a:cubicBezTo>
                  <a:lnTo>
                    <a:pt x="4176" y="8073"/>
                  </a:lnTo>
                  <a:cubicBezTo>
                    <a:pt x="4602" y="8279"/>
                    <a:pt x="5063" y="8382"/>
                    <a:pt x="5523" y="8382"/>
                  </a:cubicBezTo>
                  <a:cubicBezTo>
                    <a:pt x="5984" y="8382"/>
                    <a:pt x="6444" y="8279"/>
                    <a:pt x="6867" y="8073"/>
                  </a:cubicBezTo>
                  <a:lnTo>
                    <a:pt x="6867" y="8790"/>
                  </a:lnTo>
                  <a:cubicBezTo>
                    <a:pt x="6871" y="9054"/>
                    <a:pt x="6994" y="9308"/>
                    <a:pt x="7204" y="9471"/>
                  </a:cubicBezTo>
                  <a:lnTo>
                    <a:pt x="7070" y="9561"/>
                  </a:lnTo>
                  <a:cubicBezTo>
                    <a:pt x="6885" y="9684"/>
                    <a:pt x="7005" y="9936"/>
                    <a:pt x="7181" y="9936"/>
                  </a:cubicBezTo>
                  <a:cubicBezTo>
                    <a:pt x="7218" y="9936"/>
                    <a:pt x="7258" y="9925"/>
                    <a:pt x="7298" y="9898"/>
                  </a:cubicBezTo>
                  <a:lnTo>
                    <a:pt x="8283" y="9243"/>
                  </a:lnTo>
                  <a:cubicBezTo>
                    <a:pt x="8855" y="8863"/>
                    <a:pt x="8589" y="7975"/>
                    <a:pt x="7904" y="7975"/>
                  </a:cubicBezTo>
                  <a:cubicBezTo>
                    <a:pt x="7902" y="7975"/>
                    <a:pt x="7901" y="7975"/>
                    <a:pt x="7900" y="7975"/>
                  </a:cubicBezTo>
                  <a:lnTo>
                    <a:pt x="7277" y="7975"/>
                  </a:lnTo>
                  <a:lnTo>
                    <a:pt x="7277" y="7834"/>
                  </a:lnTo>
                  <a:cubicBezTo>
                    <a:pt x="7331" y="7794"/>
                    <a:pt x="7382" y="7758"/>
                    <a:pt x="7432" y="7718"/>
                  </a:cubicBezTo>
                  <a:close/>
                  <a:moveTo>
                    <a:pt x="4412" y="0"/>
                  </a:moveTo>
                  <a:cubicBezTo>
                    <a:pt x="3199" y="0"/>
                    <a:pt x="2217" y="985"/>
                    <a:pt x="2217" y="2198"/>
                  </a:cubicBezTo>
                  <a:lnTo>
                    <a:pt x="2217" y="4219"/>
                  </a:lnTo>
                  <a:cubicBezTo>
                    <a:pt x="1869" y="4274"/>
                    <a:pt x="1591" y="4549"/>
                    <a:pt x="1554" y="4889"/>
                  </a:cubicBezTo>
                  <a:cubicBezTo>
                    <a:pt x="1507" y="5335"/>
                    <a:pt x="1859" y="5726"/>
                    <a:pt x="2311" y="5726"/>
                  </a:cubicBezTo>
                  <a:lnTo>
                    <a:pt x="2467" y="5726"/>
                  </a:lnTo>
                  <a:cubicBezTo>
                    <a:pt x="2550" y="6313"/>
                    <a:pt x="2800" y="6860"/>
                    <a:pt x="3188" y="7309"/>
                  </a:cubicBezTo>
                  <a:lnTo>
                    <a:pt x="3086" y="7309"/>
                  </a:lnTo>
                  <a:cubicBezTo>
                    <a:pt x="2239" y="7309"/>
                    <a:pt x="1554" y="7997"/>
                    <a:pt x="1551" y="8841"/>
                  </a:cubicBezTo>
                  <a:cubicBezTo>
                    <a:pt x="1551" y="9148"/>
                    <a:pt x="1601" y="9453"/>
                    <a:pt x="1696" y="9742"/>
                  </a:cubicBezTo>
                  <a:lnTo>
                    <a:pt x="1102" y="9916"/>
                  </a:lnTo>
                  <a:cubicBezTo>
                    <a:pt x="450" y="10112"/>
                    <a:pt x="4" y="10709"/>
                    <a:pt x="1" y="11390"/>
                  </a:cubicBezTo>
                  <a:lnTo>
                    <a:pt x="1" y="13719"/>
                  </a:lnTo>
                  <a:cubicBezTo>
                    <a:pt x="1" y="13853"/>
                    <a:pt x="103" y="13920"/>
                    <a:pt x="205" y="13920"/>
                  </a:cubicBezTo>
                  <a:cubicBezTo>
                    <a:pt x="308" y="13920"/>
                    <a:pt x="410" y="13853"/>
                    <a:pt x="410" y="13719"/>
                  </a:cubicBezTo>
                  <a:lnTo>
                    <a:pt x="410" y="11390"/>
                  </a:lnTo>
                  <a:cubicBezTo>
                    <a:pt x="410" y="10890"/>
                    <a:pt x="739" y="10452"/>
                    <a:pt x="1217" y="10307"/>
                  </a:cubicBezTo>
                  <a:lnTo>
                    <a:pt x="1851" y="10123"/>
                  </a:lnTo>
                  <a:cubicBezTo>
                    <a:pt x="2304" y="11024"/>
                    <a:pt x="3202" y="11626"/>
                    <a:pt x="4213" y="11698"/>
                  </a:cubicBezTo>
                  <a:lnTo>
                    <a:pt x="4213" y="13719"/>
                  </a:lnTo>
                  <a:cubicBezTo>
                    <a:pt x="4213" y="13853"/>
                    <a:pt x="4314" y="13920"/>
                    <a:pt x="4415" y="13920"/>
                  </a:cubicBezTo>
                  <a:cubicBezTo>
                    <a:pt x="4517" y="13920"/>
                    <a:pt x="4618" y="13853"/>
                    <a:pt x="4618" y="13719"/>
                  </a:cubicBezTo>
                  <a:lnTo>
                    <a:pt x="4618" y="11705"/>
                  </a:lnTo>
                  <a:lnTo>
                    <a:pt x="6426" y="11705"/>
                  </a:lnTo>
                  <a:lnTo>
                    <a:pt x="6426" y="13719"/>
                  </a:lnTo>
                  <a:cubicBezTo>
                    <a:pt x="6426" y="13853"/>
                    <a:pt x="6528" y="13920"/>
                    <a:pt x="6630" y="13920"/>
                  </a:cubicBezTo>
                  <a:cubicBezTo>
                    <a:pt x="6732" y="13920"/>
                    <a:pt x="6835" y="13853"/>
                    <a:pt x="6835" y="13719"/>
                  </a:cubicBezTo>
                  <a:lnTo>
                    <a:pt x="6835" y="11698"/>
                  </a:lnTo>
                  <a:cubicBezTo>
                    <a:pt x="7842" y="11626"/>
                    <a:pt x="8736" y="11028"/>
                    <a:pt x="9193" y="10123"/>
                  </a:cubicBezTo>
                  <a:lnTo>
                    <a:pt x="9826" y="10311"/>
                  </a:lnTo>
                  <a:cubicBezTo>
                    <a:pt x="10304" y="10452"/>
                    <a:pt x="10634" y="10890"/>
                    <a:pt x="10634" y="11390"/>
                  </a:cubicBezTo>
                  <a:lnTo>
                    <a:pt x="10634" y="13719"/>
                  </a:lnTo>
                  <a:cubicBezTo>
                    <a:pt x="10634" y="13853"/>
                    <a:pt x="10736" y="13920"/>
                    <a:pt x="10839" y="13920"/>
                  </a:cubicBezTo>
                  <a:cubicBezTo>
                    <a:pt x="10941" y="13920"/>
                    <a:pt x="11043" y="13853"/>
                    <a:pt x="11043" y="13719"/>
                  </a:cubicBezTo>
                  <a:lnTo>
                    <a:pt x="11043" y="11390"/>
                  </a:lnTo>
                  <a:cubicBezTo>
                    <a:pt x="11040" y="10709"/>
                    <a:pt x="10591" y="10112"/>
                    <a:pt x="9942" y="9920"/>
                  </a:cubicBezTo>
                  <a:lnTo>
                    <a:pt x="9345" y="9742"/>
                  </a:lnTo>
                  <a:cubicBezTo>
                    <a:pt x="9442" y="9453"/>
                    <a:pt x="9490" y="9148"/>
                    <a:pt x="9490" y="8844"/>
                  </a:cubicBezTo>
                  <a:cubicBezTo>
                    <a:pt x="9490" y="7997"/>
                    <a:pt x="8805" y="7312"/>
                    <a:pt x="7958" y="7312"/>
                  </a:cubicBezTo>
                  <a:lnTo>
                    <a:pt x="7856" y="7312"/>
                  </a:lnTo>
                  <a:cubicBezTo>
                    <a:pt x="8244" y="6863"/>
                    <a:pt x="8494" y="6313"/>
                    <a:pt x="8577" y="5726"/>
                  </a:cubicBezTo>
                  <a:lnTo>
                    <a:pt x="8700" y="5726"/>
                  </a:lnTo>
                  <a:cubicBezTo>
                    <a:pt x="9106" y="5726"/>
                    <a:pt x="9450" y="5429"/>
                    <a:pt x="9486" y="5049"/>
                  </a:cubicBezTo>
                  <a:cubicBezTo>
                    <a:pt x="9529" y="4636"/>
                    <a:pt x="9236" y="4270"/>
                    <a:pt x="8827" y="4219"/>
                  </a:cubicBezTo>
                  <a:lnTo>
                    <a:pt x="8827" y="1778"/>
                  </a:lnTo>
                  <a:cubicBezTo>
                    <a:pt x="9250" y="1365"/>
                    <a:pt x="9490" y="797"/>
                    <a:pt x="9490" y="203"/>
                  </a:cubicBezTo>
                  <a:cubicBezTo>
                    <a:pt x="9490" y="91"/>
                    <a:pt x="9399" y="0"/>
                    <a:pt x="92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88"/>
            <p:cNvSpPr/>
            <p:nvPr/>
          </p:nvSpPr>
          <p:spPr>
            <a:xfrm>
              <a:off x="7250555" y="1609935"/>
              <a:ext cx="26585" cy="12951"/>
            </a:xfrm>
            <a:custGeom>
              <a:rect b="b" l="l" r="r" t="t"/>
              <a:pathLst>
                <a:path extrusionOk="0" h="494" w="1014">
                  <a:moveTo>
                    <a:pt x="734" y="0"/>
                  </a:moveTo>
                  <a:cubicBezTo>
                    <a:pt x="720" y="0"/>
                    <a:pt x="704" y="2"/>
                    <a:pt x="689" y="5"/>
                  </a:cubicBezTo>
                  <a:lnTo>
                    <a:pt x="247" y="88"/>
                  </a:lnTo>
                  <a:cubicBezTo>
                    <a:pt x="1" y="132"/>
                    <a:pt x="33" y="494"/>
                    <a:pt x="283" y="494"/>
                  </a:cubicBezTo>
                  <a:cubicBezTo>
                    <a:pt x="294" y="490"/>
                    <a:pt x="308" y="490"/>
                    <a:pt x="319" y="490"/>
                  </a:cubicBezTo>
                  <a:lnTo>
                    <a:pt x="765" y="407"/>
                  </a:lnTo>
                  <a:cubicBezTo>
                    <a:pt x="1013" y="359"/>
                    <a:pt x="964" y="0"/>
                    <a:pt x="7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88"/>
            <p:cNvSpPr/>
            <p:nvPr/>
          </p:nvSpPr>
          <p:spPr>
            <a:xfrm>
              <a:off x="7320084" y="1609935"/>
              <a:ext cx="26689" cy="12951"/>
            </a:xfrm>
            <a:custGeom>
              <a:rect b="b" l="l" r="r" t="t"/>
              <a:pathLst>
                <a:path extrusionOk="0" h="494" w="1018">
                  <a:moveTo>
                    <a:pt x="281" y="0"/>
                  </a:moveTo>
                  <a:cubicBezTo>
                    <a:pt x="53" y="0"/>
                    <a:pt x="1" y="359"/>
                    <a:pt x="253" y="407"/>
                  </a:cubicBezTo>
                  <a:lnTo>
                    <a:pt x="695" y="490"/>
                  </a:lnTo>
                  <a:cubicBezTo>
                    <a:pt x="706" y="490"/>
                    <a:pt x="720" y="490"/>
                    <a:pt x="735" y="494"/>
                  </a:cubicBezTo>
                  <a:cubicBezTo>
                    <a:pt x="981" y="494"/>
                    <a:pt x="1017" y="132"/>
                    <a:pt x="771" y="88"/>
                  </a:cubicBezTo>
                  <a:lnTo>
                    <a:pt x="326" y="5"/>
                  </a:lnTo>
                  <a:cubicBezTo>
                    <a:pt x="310" y="2"/>
                    <a:pt x="295" y="0"/>
                    <a:pt x="2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6" name="Google Shape;17726;p88"/>
          <p:cNvGrpSpPr/>
          <p:nvPr/>
        </p:nvGrpSpPr>
        <p:grpSpPr>
          <a:xfrm>
            <a:off x="6255941" y="3797550"/>
            <a:ext cx="284958" cy="364974"/>
            <a:chOff x="6255941" y="3797550"/>
            <a:chExt cx="284958" cy="364974"/>
          </a:xfrm>
        </p:grpSpPr>
        <p:sp>
          <p:nvSpPr>
            <p:cNvPr id="17727" name="Google Shape;17727;p88"/>
            <p:cNvSpPr/>
            <p:nvPr/>
          </p:nvSpPr>
          <p:spPr>
            <a:xfrm>
              <a:off x="6261342" y="3999818"/>
              <a:ext cx="274235" cy="157357"/>
            </a:xfrm>
            <a:custGeom>
              <a:rect b="b" l="l" r="r" t="t"/>
              <a:pathLst>
                <a:path extrusionOk="0" h="6002" w="10460">
                  <a:moveTo>
                    <a:pt x="3705" y="0"/>
                  </a:moveTo>
                  <a:cubicBezTo>
                    <a:pt x="3705" y="677"/>
                    <a:pt x="3260" y="1275"/>
                    <a:pt x="2608" y="1463"/>
                  </a:cubicBezTo>
                  <a:lnTo>
                    <a:pt x="938" y="1956"/>
                  </a:lnTo>
                  <a:cubicBezTo>
                    <a:pt x="381" y="2119"/>
                    <a:pt x="0" y="2630"/>
                    <a:pt x="0" y="3213"/>
                  </a:cubicBezTo>
                  <a:lnTo>
                    <a:pt x="0" y="6001"/>
                  </a:lnTo>
                  <a:lnTo>
                    <a:pt x="10460" y="6001"/>
                  </a:lnTo>
                  <a:lnTo>
                    <a:pt x="10460" y="3213"/>
                  </a:lnTo>
                  <a:cubicBezTo>
                    <a:pt x="10460" y="2630"/>
                    <a:pt x="10080" y="2119"/>
                    <a:pt x="9522" y="1956"/>
                  </a:cubicBezTo>
                  <a:lnTo>
                    <a:pt x="7849" y="1463"/>
                  </a:lnTo>
                  <a:cubicBezTo>
                    <a:pt x="7200" y="1275"/>
                    <a:pt x="6755" y="677"/>
                    <a:pt x="675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88"/>
            <p:cNvSpPr/>
            <p:nvPr/>
          </p:nvSpPr>
          <p:spPr>
            <a:xfrm>
              <a:off x="6307013" y="3802977"/>
              <a:ext cx="182815" cy="285640"/>
            </a:xfrm>
            <a:custGeom>
              <a:rect b="b" l="l" r="r" t="t"/>
              <a:pathLst>
                <a:path extrusionOk="0" h="10895" w="6973">
                  <a:moveTo>
                    <a:pt x="3488" y="0"/>
                  </a:moveTo>
                  <a:cubicBezTo>
                    <a:pt x="1561" y="0"/>
                    <a:pt x="0" y="1558"/>
                    <a:pt x="0" y="3484"/>
                  </a:cubicBezTo>
                  <a:lnTo>
                    <a:pt x="0" y="5009"/>
                  </a:lnTo>
                  <a:cubicBezTo>
                    <a:pt x="0" y="8280"/>
                    <a:pt x="3488" y="9370"/>
                    <a:pt x="3488" y="10894"/>
                  </a:cubicBezTo>
                  <a:cubicBezTo>
                    <a:pt x="3488" y="9370"/>
                    <a:pt x="6972" y="8280"/>
                    <a:pt x="6972" y="5009"/>
                  </a:cubicBezTo>
                  <a:lnTo>
                    <a:pt x="6972" y="3484"/>
                  </a:lnTo>
                  <a:cubicBezTo>
                    <a:pt x="6972" y="1558"/>
                    <a:pt x="5411" y="0"/>
                    <a:pt x="3488"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88"/>
            <p:cNvSpPr/>
            <p:nvPr/>
          </p:nvSpPr>
          <p:spPr>
            <a:xfrm>
              <a:off x="6381261" y="3997143"/>
              <a:ext cx="34397" cy="80068"/>
            </a:xfrm>
            <a:custGeom>
              <a:rect b="b" l="l" r="r" t="t"/>
              <a:pathLst>
                <a:path extrusionOk="0" h="3054" w="1312">
                  <a:moveTo>
                    <a:pt x="1" y="1"/>
                  </a:moveTo>
                  <a:lnTo>
                    <a:pt x="1" y="2181"/>
                  </a:lnTo>
                  <a:lnTo>
                    <a:pt x="656" y="3054"/>
                  </a:lnTo>
                  <a:lnTo>
                    <a:pt x="1312" y="2181"/>
                  </a:lnTo>
                  <a:lnTo>
                    <a:pt x="131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88"/>
            <p:cNvSpPr/>
            <p:nvPr/>
          </p:nvSpPr>
          <p:spPr>
            <a:xfrm>
              <a:off x="6341279" y="3940094"/>
              <a:ext cx="114256" cy="65439"/>
            </a:xfrm>
            <a:custGeom>
              <a:rect b="b" l="l" r="r" t="t"/>
              <a:pathLst>
                <a:path extrusionOk="0" h="2496" w="4358">
                  <a:moveTo>
                    <a:pt x="1" y="0"/>
                  </a:moveTo>
                  <a:lnTo>
                    <a:pt x="1" y="1152"/>
                  </a:lnTo>
                  <a:cubicBezTo>
                    <a:pt x="1" y="1507"/>
                    <a:pt x="218" y="1829"/>
                    <a:pt x="548" y="1963"/>
                  </a:cubicBezTo>
                  <a:lnTo>
                    <a:pt x="1616" y="2387"/>
                  </a:lnTo>
                  <a:cubicBezTo>
                    <a:pt x="1797" y="2459"/>
                    <a:pt x="1989" y="2495"/>
                    <a:pt x="2181" y="2495"/>
                  </a:cubicBezTo>
                  <a:cubicBezTo>
                    <a:pt x="2373" y="2495"/>
                    <a:pt x="2565" y="2459"/>
                    <a:pt x="2746" y="2387"/>
                  </a:cubicBezTo>
                  <a:lnTo>
                    <a:pt x="3811" y="1963"/>
                  </a:lnTo>
                  <a:cubicBezTo>
                    <a:pt x="4141" y="1829"/>
                    <a:pt x="4358" y="1507"/>
                    <a:pt x="4358" y="1152"/>
                  </a:cubicBezTo>
                  <a:lnTo>
                    <a:pt x="43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88"/>
            <p:cNvSpPr/>
            <p:nvPr/>
          </p:nvSpPr>
          <p:spPr>
            <a:xfrm>
              <a:off x="6329901" y="3825760"/>
              <a:ext cx="137144" cy="137144"/>
            </a:xfrm>
            <a:custGeom>
              <a:rect b="b" l="l" r="r" t="t"/>
              <a:pathLst>
                <a:path extrusionOk="0" h="5231" w="5231">
                  <a:moveTo>
                    <a:pt x="2611" y="0"/>
                  </a:moveTo>
                  <a:cubicBezTo>
                    <a:pt x="2595" y="0"/>
                    <a:pt x="2580" y="0"/>
                    <a:pt x="2565" y="1"/>
                  </a:cubicBezTo>
                  <a:cubicBezTo>
                    <a:pt x="1127" y="26"/>
                    <a:pt x="0" y="1265"/>
                    <a:pt x="0" y="2702"/>
                  </a:cubicBezTo>
                  <a:lnTo>
                    <a:pt x="0" y="3890"/>
                  </a:lnTo>
                  <a:cubicBezTo>
                    <a:pt x="0" y="4169"/>
                    <a:pt x="181" y="4419"/>
                    <a:pt x="446" y="4510"/>
                  </a:cubicBezTo>
                  <a:lnTo>
                    <a:pt x="1308" y="4796"/>
                  </a:lnTo>
                  <a:cubicBezTo>
                    <a:pt x="1308" y="5035"/>
                    <a:pt x="1503" y="5230"/>
                    <a:pt x="1742" y="5230"/>
                  </a:cubicBezTo>
                  <a:lnTo>
                    <a:pt x="3488" y="5230"/>
                  </a:lnTo>
                  <a:cubicBezTo>
                    <a:pt x="3727" y="5230"/>
                    <a:pt x="3923" y="5035"/>
                    <a:pt x="3923" y="4796"/>
                  </a:cubicBezTo>
                  <a:lnTo>
                    <a:pt x="4781" y="4510"/>
                  </a:lnTo>
                  <a:cubicBezTo>
                    <a:pt x="5049" y="4419"/>
                    <a:pt x="5230" y="4169"/>
                    <a:pt x="5230" y="3890"/>
                  </a:cubicBezTo>
                  <a:lnTo>
                    <a:pt x="5230" y="2615"/>
                  </a:lnTo>
                  <a:cubicBezTo>
                    <a:pt x="5230" y="1168"/>
                    <a:pt x="4053" y="0"/>
                    <a:pt x="261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88"/>
            <p:cNvSpPr/>
            <p:nvPr/>
          </p:nvSpPr>
          <p:spPr>
            <a:xfrm>
              <a:off x="6329901" y="3825760"/>
              <a:ext cx="85757" cy="128492"/>
            </a:xfrm>
            <a:custGeom>
              <a:rect b="b" l="l" r="r" t="t"/>
              <a:pathLst>
                <a:path extrusionOk="0" h="4901" w="3271">
                  <a:moveTo>
                    <a:pt x="2604" y="0"/>
                  </a:moveTo>
                  <a:cubicBezTo>
                    <a:pt x="2591" y="0"/>
                    <a:pt x="2578" y="0"/>
                    <a:pt x="2565" y="1"/>
                  </a:cubicBezTo>
                  <a:cubicBezTo>
                    <a:pt x="1127" y="26"/>
                    <a:pt x="0" y="1261"/>
                    <a:pt x="0" y="2702"/>
                  </a:cubicBezTo>
                  <a:lnTo>
                    <a:pt x="0" y="3887"/>
                  </a:lnTo>
                  <a:cubicBezTo>
                    <a:pt x="0" y="4169"/>
                    <a:pt x="181" y="4419"/>
                    <a:pt x="446" y="4510"/>
                  </a:cubicBezTo>
                  <a:lnTo>
                    <a:pt x="1080" y="4720"/>
                  </a:lnTo>
                  <a:cubicBezTo>
                    <a:pt x="1177" y="4752"/>
                    <a:pt x="1257" y="4814"/>
                    <a:pt x="1311" y="4901"/>
                  </a:cubicBezTo>
                  <a:lnTo>
                    <a:pt x="1311" y="2615"/>
                  </a:lnTo>
                  <a:lnTo>
                    <a:pt x="1308" y="2615"/>
                  </a:lnTo>
                  <a:cubicBezTo>
                    <a:pt x="1308" y="1424"/>
                    <a:pt x="2115" y="384"/>
                    <a:pt x="3271" y="87"/>
                  </a:cubicBezTo>
                  <a:cubicBezTo>
                    <a:pt x="3052" y="29"/>
                    <a:pt x="2830" y="0"/>
                    <a:pt x="260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88"/>
            <p:cNvSpPr/>
            <p:nvPr/>
          </p:nvSpPr>
          <p:spPr>
            <a:xfrm>
              <a:off x="6352684" y="3894318"/>
              <a:ext cx="34292" cy="34292"/>
            </a:xfrm>
            <a:custGeom>
              <a:rect b="b" l="l" r="r" t="t"/>
              <a:pathLst>
                <a:path extrusionOk="0" h="1308" w="1308">
                  <a:moveTo>
                    <a:pt x="656" y="0"/>
                  </a:moveTo>
                  <a:cubicBezTo>
                    <a:pt x="294" y="0"/>
                    <a:pt x="1" y="294"/>
                    <a:pt x="1" y="656"/>
                  </a:cubicBezTo>
                  <a:cubicBezTo>
                    <a:pt x="1" y="1015"/>
                    <a:pt x="294" y="1308"/>
                    <a:pt x="656" y="1308"/>
                  </a:cubicBezTo>
                  <a:cubicBezTo>
                    <a:pt x="1018" y="1308"/>
                    <a:pt x="1308" y="1015"/>
                    <a:pt x="1308" y="656"/>
                  </a:cubicBezTo>
                  <a:cubicBezTo>
                    <a:pt x="1308" y="294"/>
                    <a:pt x="1018" y="0"/>
                    <a:pt x="65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88"/>
            <p:cNvSpPr/>
            <p:nvPr/>
          </p:nvSpPr>
          <p:spPr>
            <a:xfrm>
              <a:off x="6348411" y="3894214"/>
              <a:ext cx="42944" cy="25850"/>
            </a:xfrm>
            <a:custGeom>
              <a:rect b="b" l="l" r="r" t="t"/>
              <a:pathLst>
                <a:path extrusionOk="0" h="986" w="1638">
                  <a:moveTo>
                    <a:pt x="819" y="1"/>
                  </a:moveTo>
                  <a:cubicBezTo>
                    <a:pt x="312" y="1"/>
                    <a:pt x="1" y="551"/>
                    <a:pt x="254" y="986"/>
                  </a:cubicBezTo>
                  <a:cubicBezTo>
                    <a:pt x="370" y="783"/>
                    <a:pt x="587" y="660"/>
                    <a:pt x="819" y="660"/>
                  </a:cubicBezTo>
                  <a:cubicBezTo>
                    <a:pt x="1051" y="660"/>
                    <a:pt x="1268" y="783"/>
                    <a:pt x="1380" y="986"/>
                  </a:cubicBezTo>
                  <a:cubicBezTo>
                    <a:pt x="1638" y="551"/>
                    <a:pt x="1326" y="1"/>
                    <a:pt x="819"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88"/>
            <p:cNvSpPr/>
            <p:nvPr/>
          </p:nvSpPr>
          <p:spPr>
            <a:xfrm>
              <a:off x="6409838" y="3894318"/>
              <a:ext cx="34319" cy="34292"/>
            </a:xfrm>
            <a:custGeom>
              <a:rect b="b" l="l" r="r" t="t"/>
              <a:pathLst>
                <a:path extrusionOk="0" h="1308" w="1309">
                  <a:moveTo>
                    <a:pt x="656" y="0"/>
                  </a:moveTo>
                  <a:cubicBezTo>
                    <a:pt x="294" y="0"/>
                    <a:pt x="1" y="294"/>
                    <a:pt x="1" y="656"/>
                  </a:cubicBezTo>
                  <a:cubicBezTo>
                    <a:pt x="1" y="1015"/>
                    <a:pt x="294" y="1308"/>
                    <a:pt x="656" y="1308"/>
                  </a:cubicBezTo>
                  <a:cubicBezTo>
                    <a:pt x="1019" y="1308"/>
                    <a:pt x="1308" y="1015"/>
                    <a:pt x="1308" y="656"/>
                  </a:cubicBezTo>
                  <a:cubicBezTo>
                    <a:pt x="1308" y="294"/>
                    <a:pt x="1019" y="0"/>
                    <a:pt x="65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88"/>
            <p:cNvSpPr/>
            <p:nvPr/>
          </p:nvSpPr>
          <p:spPr>
            <a:xfrm>
              <a:off x="6405486" y="3894214"/>
              <a:ext cx="43023" cy="25850"/>
            </a:xfrm>
            <a:custGeom>
              <a:rect b="b" l="l" r="r" t="t"/>
              <a:pathLst>
                <a:path extrusionOk="0" h="986" w="1641">
                  <a:moveTo>
                    <a:pt x="822" y="1"/>
                  </a:moveTo>
                  <a:cubicBezTo>
                    <a:pt x="315" y="1"/>
                    <a:pt x="0" y="551"/>
                    <a:pt x="257" y="986"/>
                  </a:cubicBezTo>
                  <a:cubicBezTo>
                    <a:pt x="373" y="783"/>
                    <a:pt x="591" y="660"/>
                    <a:pt x="822" y="660"/>
                  </a:cubicBezTo>
                  <a:cubicBezTo>
                    <a:pt x="1054" y="660"/>
                    <a:pt x="1268" y="783"/>
                    <a:pt x="1384" y="986"/>
                  </a:cubicBezTo>
                  <a:cubicBezTo>
                    <a:pt x="1641" y="551"/>
                    <a:pt x="1329" y="1"/>
                    <a:pt x="822"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88"/>
            <p:cNvSpPr/>
            <p:nvPr/>
          </p:nvSpPr>
          <p:spPr>
            <a:xfrm>
              <a:off x="6339759" y="3888996"/>
              <a:ext cx="52645" cy="45015"/>
            </a:xfrm>
            <a:custGeom>
              <a:rect b="b" l="l" r="r" t="t"/>
              <a:pathLst>
                <a:path extrusionOk="0" h="1717" w="2008">
                  <a:moveTo>
                    <a:pt x="1145" y="408"/>
                  </a:moveTo>
                  <a:cubicBezTo>
                    <a:pt x="1376" y="408"/>
                    <a:pt x="1598" y="587"/>
                    <a:pt x="1598" y="859"/>
                  </a:cubicBezTo>
                  <a:cubicBezTo>
                    <a:pt x="1598" y="1105"/>
                    <a:pt x="1399" y="1308"/>
                    <a:pt x="1149" y="1308"/>
                  </a:cubicBezTo>
                  <a:cubicBezTo>
                    <a:pt x="747" y="1308"/>
                    <a:pt x="548" y="823"/>
                    <a:pt x="830" y="540"/>
                  </a:cubicBezTo>
                  <a:cubicBezTo>
                    <a:pt x="922" y="449"/>
                    <a:pt x="1034" y="408"/>
                    <a:pt x="1145" y="408"/>
                  </a:cubicBezTo>
                  <a:close/>
                  <a:moveTo>
                    <a:pt x="1149" y="1"/>
                  </a:moveTo>
                  <a:cubicBezTo>
                    <a:pt x="385" y="1"/>
                    <a:pt x="1" y="924"/>
                    <a:pt x="544" y="1464"/>
                  </a:cubicBezTo>
                  <a:cubicBezTo>
                    <a:pt x="719" y="1639"/>
                    <a:pt x="934" y="1717"/>
                    <a:pt x="1145" y="1717"/>
                  </a:cubicBezTo>
                  <a:cubicBezTo>
                    <a:pt x="1585" y="1717"/>
                    <a:pt x="2007" y="1376"/>
                    <a:pt x="2007" y="859"/>
                  </a:cubicBezTo>
                  <a:cubicBezTo>
                    <a:pt x="2007" y="385"/>
                    <a:pt x="1624" y="1"/>
                    <a:pt x="1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88"/>
            <p:cNvSpPr/>
            <p:nvPr/>
          </p:nvSpPr>
          <p:spPr>
            <a:xfrm>
              <a:off x="6396939" y="3888996"/>
              <a:ext cx="52619" cy="45015"/>
            </a:xfrm>
            <a:custGeom>
              <a:rect b="b" l="l" r="r" t="t"/>
              <a:pathLst>
                <a:path extrusionOk="0" h="1717" w="2007">
                  <a:moveTo>
                    <a:pt x="1144" y="408"/>
                  </a:moveTo>
                  <a:cubicBezTo>
                    <a:pt x="1375" y="408"/>
                    <a:pt x="1597" y="587"/>
                    <a:pt x="1597" y="859"/>
                  </a:cubicBezTo>
                  <a:cubicBezTo>
                    <a:pt x="1597" y="1105"/>
                    <a:pt x="1395" y="1308"/>
                    <a:pt x="1148" y="1308"/>
                  </a:cubicBezTo>
                  <a:cubicBezTo>
                    <a:pt x="746" y="1308"/>
                    <a:pt x="547" y="823"/>
                    <a:pt x="830" y="540"/>
                  </a:cubicBezTo>
                  <a:cubicBezTo>
                    <a:pt x="921" y="449"/>
                    <a:pt x="1034" y="408"/>
                    <a:pt x="1144" y="408"/>
                  </a:cubicBezTo>
                  <a:close/>
                  <a:moveTo>
                    <a:pt x="1148" y="1"/>
                  </a:moveTo>
                  <a:cubicBezTo>
                    <a:pt x="384" y="1"/>
                    <a:pt x="0" y="924"/>
                    <a:pt x="540" y="1464"/>
                  </a:cubicBezTo>
                  <a:cubicBezTo>
                    <a:pt x="716" y="1639"/>
                    <a:pt x="932" y="1717"/>
                    <a:pt x="1143" y="1717"/>
                  </a:cubicBezTo>
                  <a:cubicBezTo>
                    <a:pt x="1584" y="1717"/>
                    <a:pt x="2007" y="1376"/>
                    <a:pt x="2007" y="859"/>
                  </a:cubicBezTo>
                  <a:cubicBezTo>
                    <a:pt x="2003" y="385"/>
                    <a:pt x="1623" y="1"/>
                    <a:pt x="11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88"/>
            <p:cNvSpPr/>
            <p:nvPr/>
          </p:nvSpPr>
          <p:spPr>
            <a:xfrm>
              <a:off x="6393138" y="3928978"/>
              <a:ext cx="10671" cy="16412"/>
            </a:xfrm>
            <a:custGeom>
              <a:rect b="b" l="l" r="r" t="t"/>
              <a:pathLst>
                <a:path extrusionOk="0" h="626" w="407">
                  <a:moveTo>
                    <a:pt x="203" y="0"/>
                  </a:moveTo>
                  <a:cubicBezTo>
                    <a:pt x="91" y="0"/>
                    <a:pt x="0" y="91"/>
                    <a:pt x="0" y="203"/>
                  </a:cubicBezTo>
                  <a:lnTo>
                    <a:pt x="0" y="424"/>
                  </a:lnTo>
                  <a:cubicBezTo>
                    <a:pt x="0" y="558"/>
                    <a:pt x="102" y="625"/>
                    <a:pt x="203" y="625"/>
                  </a:cubicBezTo>
                  <a:cubicBezTo>
                    <a:pt x="305" y="625"/>
                    <a:pt x="406" y="558"/>
                    <a:pt x="406" y="424"/>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88"/>
            <p:cNvSpPr/>
            <p:nvPr/>
          </p:nvSpPr>
          <p:spPr>
            <a:xfrm>
              <a:off x="6255941" y="3797550"/>
              <a:ext cx="284958" cy="364974"/>
            </a:xfrm>
            <a:custGeom>
              <a:rect b="b" l="l" r="r" t="t"/>
              <a:pathLst>
                <a:path extrusionOk="0" h="13921" w="10869">
                  <a:moveTo>
                    <a:pt x="7410" y="5864"/>
                  </a:moveTo>
                  <a:lnTo>
                    <a:pt x="7410" y="6589"/>
                  </a:lnTo>
                  <a:cubicBezTo>
                    <a:pt x="7410" y="6860"/>
                    <a:pt x="7243" y="7107"/>
                    <a:pt x="6990" y="7208"/>
                  </a:cubicBezTo>
                  <a:lnTo>
                    <a:pt x="5925" y="7635"/>
                  </a:lnTo>
                  <a:cubicBezTo>
                    <a:pt x="5768" y="7699"/>
                    <a:pt x="5601" y="7731"/>
                    <a:pt x="5434" y="7731"/>
                  </a:cubicBezTo>
                  <a:cubicBezTo>
                    <a:pt x="5268" y="7731"/>
                    <a:pt x="5101" y="7699"/>
                    <a:pt x="4944" y="7635"/>
                  </a:cubicBezTo>
                  <a:lnTo>
                    <a:pt x="3879" y="7208"/>
                  </a:lnTo>
                  <a:cubicBezTo>
                    <a:pt x="3625" y="7107"/>
                    <a:pt x="3459" y="6860"/>
                    <a:pt x="3459" y="6589"/>
                  </a:cubicBezTo>
                  <a:lnTo>
                    <a:pt x="3459" y="5864"/>
                  </a:lnTo>
                  <a:lnTo>
                    <a:pt x="3462" y="5864"/>
                  </a:lnTo>
                  <a:lnTo>
                    <a:pt x="3944" y="6024"/>
                  </a:lnTo>
                  <a:cubicBezTo>
                    <a:pt x="4013" y="6310"/>
                    <a:pt x="4270" y="6513"/>
                    <a:pt x="4563" y="6513"/>
                  </a:cubicBezTo>
                  <a:lnTo>
                    <a:pt x="4578" y="6513"/>
                  </a:lnTo>
                  <a:lnTo>
                    <a:pt x="4578" y="6527"/>
                  </a:lnTo>
                  <a:cubicBezTo>
                    <a:pt x="4578" y="6663"/>
                    <a:pt x="4680" y="6731"/>
                    <a:pt x="4782" y="6731"/>
                  </a:cubicBezTo>
                  <a:cubicBezTo>
                    <a:pt x="4885" y="6731"/>
                    <a:pt x="4987" y="6663"/>
                    <a:pt x="4987" y="6527"/>
                  </a:cubicBezTo>
                  <a:lnTo>
                    <a:pt x="4987" y="6513"/>
                  </a:lnTo>
                  <a:lnTo>
                    <a:pt x="5233" y="6513"/>
                  </a:lnTo>
                  <a:lnTo>
                    <a:pt x="5233" y="6527"/>
                  </a:lnTo>
                  <a:cubicBezTo>
                    <a:pt x="5233" y="6663"/>
                    <a:pt x="5335" y="6731"/>
                    <a:pt x="5436" y="6731"/>
                  </a:cubicBezTo>
                  <a:cubicBezTo>
                    <a:pt x="5538" y="6731"/>
                    <a:pt x="5639" y="6663"/>
                    <a:pt x="5639" y="6527"/>
                  </a:cubicBezTo>
                  <a:lnTo>
                    <a:pt x="5639" y="6513"/>
                  </a:lnTo>
                  <a:lnTo>
                    <a:pt x="5885" y="6513"/>
                  </a:lnTo>
                  <a:lnTo>
                    <a:pt x="5885" y="6527"/>
                  </a:lnTo>
                  <a:cubicBezTo>
                    <a:pt x="5885" y="6663"/>
                    <a:pt x="5987" y="6731"/>
                    <a:pt x="6088" y="6731"/>
                  </a:cubicBezTo>
                  <a:cubicBezTo>
                    <a:pt x="6190" y="6731"/>
                    <a:pt x="6291" y="6663"/>
                    <a:pt x="6291" y="6527"/>
                  </a:cubicBezTo>
                  <a:lnTo>
                    <a:pt x="6291" y="6513"/>
                  </a:lnTo>
                  <a:lnTo>
                    <a:pt x="6305" y="6513"/>
                  </a:lnTo>
                  <a:cubicBezTo>
                    <a:pt x="6599" y="6513"/>
                    <a:pt x="6856" y="6310"/>
                    <a:pt x="6928" y="6024"/>
                  </a:cubicBezTo>
                  <a:lnTo>
                    <a:pt x="7410" y="5864"/>
                  </a:lnTo>
                  <a:close/>
                  <a:moveTo>
                    <a:pt x="5885" y="8077"/>
                  </a:moveTo>
                  <a:lnTo>
                    <a:pt x="5885" y="8501"/>
                  </a:lnTo>
                  <a:lnTo>
                    <a:pt x="4987" y="8501"/>
                  </a:lnTo>
                  <a:lnTo>
                    <a:pt x="4987" y="8077"/>
                  </a:lnTo>
                  <a:cubicBezTo>
                    <a:pt x="5132" y="8117"/>
                    <a:pt x="5284" y="8139"/>
                    <a:pt x="5436" y="8139"/>
                  </a:cubicBezTo>
                  <a:cubicBezTo>
                    <a:pt x="5588" y="8139"/>
                    <a:pt x="5740" y="8117"/>
                    <a:pt x="5885" y="8077"/>
                  </a:cubicBezTo>
                  <a:close/>
                  <a:moveTo>
                    <a:pt x="5885" y="8907"/>
                  </a:moveTo>
                  <a:lnTo>
                    <a:pt x="5885" y="9374"/>
                  </a:lnTo>
                  <a:lnTo>
                    <a:pt x="4987" y="9374"/>
                  </a:lnTo>
                  <a:lnTo>
                    <a:pt x="4987" y="8907"/>
                  </a:lnTo>
                  <a:close/>
                  <a:moveTo>
                    <a:pt x="5436" y="370"/>
                  </a:moveTo>
                  <a:cubicBezTo>
                    <a:pt x="7265" y="370"/>
                    <a:pt x="8743" y="1862"/>
                    <a:pt x="8721" y="3691"/>
                  </a:cubicBezTo>
                  <a:lnTo>
                    <a:pt x="8721" y="5216"/>
                  </a:lnTo>
                  <a:cubicBezTo>
                    <a:pt x="8721" y="6042"/>
                    <a:pt x="8489" y="6792"/>
                    <a:pt x="8015" y="7509"/>
                  </a:cubicBezTo>
                  <a:cubicBezTo>
                    <a:pt x="7595" y="8146"/>
                    <a:pt x="7041" y="8671"/>
                    <a:pt x="6552" y="9138"/>
                  </a:cubicBezTo>
                  <a:cubicBezTo>
                    <a:pt x="6465" y="9222"/>
                    <a:pt x="6378" y="9305"/>
                    <a:pt x="6295" y="9385"/>
                  </a:cubicBezTo>
                  <a:lnTo>
                    <a:pt x="6295" y="7929"/>
                  </a:lnTo>
                  <a:lnTo>
                    <a:pt x="7142" y="7588"/>
                  </a:lnTo>
                  <a:cubicBezTo>
                    <a:pt x="7551" y="7425"/>
                    <a:pt x="7819" y="7027"/>
                    <a:pt x="7819" y="6589"/>
                  </a:cubicBezTo>
                  <a:lnTo>
                    <a:pt x="7819" y="5709"/>
                  </a:lnTo>
                  <a:cubicBezTo>
                    <a:pt x="8091" y="5557"/>
                    <a:pt x="8258" y="5274"/>
                    <a:pt x="8258" y="4963"/>
                  </a:cubicBezTo>
                  <a:lnTo>
                    <a:pt x="8258" y="3691"/>
                  </a:lnTo>
                  <a:cubicBezTo>
                    <a:pt x="8258" y="3003"/>
                    <a:pt x="8004" y="2341"/>
                    <a:pt x="7551" y="1826"/>
                  </a:cubicBezTo>
                  <a:cubicBezTo>
                    <a:pt x="7506" y="1776"/>
                    <a:pt x="7453" y="1755"/>
                    <a:pt x="7402" y="1755"/>
                  </a:cubicBezTo>
                  <a:cubicBezTo>
                    <a:pt x="7247" y="1755"/>
                    <a:pt x="7108" y="1946"/>
                    <a:pt x="7243" y="2098"/>
                  </a:cubicBezTo>
                  <a:cubicBezTo>
                    <a:pt x="7635" y="2536"/>
                    <a:pt x="7848" y="3105"/>
                    <a:pt x="7848" y="3695"/>
                  </a:cubicBezTo>
                  <a:lnTo>
                    <a:pt x="7848" y="4966"/>
                  </a:lnTo>
                  <a:cubicBezTo>
                    <a:pt x="7848" y="5158"/>
                    <a:pt x="7725" y="5332"/>
                    <a:pt x="7540" y="5394"/>
                  </a:cubicBezTo>
                  <a:lnTo>
                    <a:pt x="6678" y="5680"/>
                  </a:lnTo>
                  <a:cubicBezTo>
                    <a:pt x="6595" y="5709"/>
                    <a:pt x="6541" y="5785"/>
                    <a:pt x="6541" y="5872"/>
                  </a:cubicBezTo>
                  <a:cubicBezTo>
                    <a:pt x="6541" y="6002"/>
                    <a:pt x="6436" y="6103"/>
                    <a:pt x="6309" y="6103"/>
                  </a:cubicBezTo>
                  <a:lnTo>
                    <a:pt x="4567" y="6103"/>
                  </a:lnTo>
                  <a:cubicBezTo>
                    <a:pt x="4437" y="6103"/>
                    <a:pt x="4335" y="6002"/>
                    <a:pt x="4335" y="5872"/>
                  </a:cubicBezTo>
                  <a:cubicBezTo>
                    <a:pt x="4332" y="5785"/>
                    <a:pt x="4277" y="5709"/>
                    <a:pt x="4194" y="5680"/>
                  </a:cubicBezTo>
                  <a:lnTo>
                    <a:pt x="3336" y="5394"/>
                  </a:lnTo>
                  <a:cubicBezTo>
                    <a:pt x="3151" y="5332"/>
                    <a:pt x="3024" y="5158"/>
                    <a:pt x="3028" y="4966"/>
                  </a:cubicBezTo>
                  <a:lnTo>
                    <a:pt x="3028" y="3691"/>
                  </a:lnTo>
                  <a:cubicBezTo>
                    <a:pt x="3028" y="2282"/>
                    <a:pt x="4182" y="1275"/>
                    <a:pt x="5441" y="1275"/>
                  </a:cubicBezTo>
                  <a:cubicBezTo>
                    <a:pt x="5842" y="1275"/>
                    <a:pt x="6254" y="1378"/>
                    <a:pt x="6642" y="1602"/>
                  </a:cubicBezTo>
                  <a:cubicBezTo>
                    <a:pt x="6679" y="1623"/>
                    <a:pt x="6716" y="1633"/>
                    <a:pt x="6750" y="1633"/>
                  </a:cubicBezTo>
                  <a:cubicBezTo>
                    <a:pt x="6932" y="1633"/>
                    <a:pt x="7047" y="1363"/>
                    <a:pt x="6849" y="1250"/>
                  </a:cubicBezTo>
                  <a:cubicBezTo>
                    <a:pt x="6394" y="988"/>
                    <a:pt x="5912" y="868"/>
                    <a:pt x="5443" y="868"/>
                  </a:cubicBezTo>
                  <a:cubicBezTo>
                    <a:pt x="3970" y="868"/>
                    <a:pt x="2619" y="2046"/>
                    <a:pt x="2619" y="3691"/>
                  </a:cubicBezTo>
                  <a:lnTo>
                    <a:pt x="2619" y="4963"/>
                  </a:lnTo>
                  <a:cubicBezTo>
                    <a:pt x="2619" y="5274"/>
                    <a:pt x="2785" y="5557"/>
                    <a:pt x="3053" y="5709"/>
                  </a:cubicBezTo>
                  <a:lnTo>
                    <a:pt x="3053" y="6589"/>
                  </a:lnTo>
                  <a:cubicBezTo>
                    <a:pt x="3053" y="7031"/>
                    <a:pt x="3321" y="7425"/>
                    <a:pt x="3730" y="7588"/>
                  </a:cubicBezTo>
                  <a:lnTo>
                    <a:pt x="4578" y="7929"/>
                  </a:lnTo>
                  <a:lnTo>
                    <a:pt x="4578" y="9385"/>
                  </a:lnTo>
                  <a:cubicBezTo>
                    <a:pt x="4495" y="9305"/>
                    <a:pt x="4408" y="9222"/>
                    <a:pt x="4321" y="9138"/>
                  </a:cubicBezTo>
                  <a:cubicBezTo>
                    <a:pt x="3832" y="8671"/>
                    <a:pt x="3281" y="8146"/>
                    <a:pt x="2861" y="7512"/>
                  </a:cubicBezTo>
                  <a:cubicBezTo>
                    <a:pt x="2387" y="6792"/>
                    <a:pt x="2155" y="6042"/>
                    <a:pt x="2155" y="5220"/>
                  </a:cubicBezTo>
                  <a:lnTo>
                    <a:pt x="2155" y="3691"/>
                  </a:lnTo>
                  <a:cubicBezTo>
                    <a:pt x="2133" y="1862"/>
                    <a:pt x="3607" y="370"/>
                    <a:pt x="5436" y="370"/>
                  </a:cubicBezTo>
                  <a:close/>
                  <a:moveTo>
                    <a:pt x="5885" y="9780"/>
                  </a:moveTo>
                  <a:lnTo>
                    <a:pt x="5885" y="9801"/>
                  </a:lnTo>
                  <a:cubicBezTo>
                    <a:pt x="5715" y="9982"/>
                    <a:pt x="5563" y="10182"/>
                    <a:pt x="5436" y="10395"/>
                  </a:cubicBezTo>
                  <a:cubicBezTo>
                    <a:pt x="5309" y="10178"/>
                    <a:pt x="5157" y="9979"/>
                    <a:pt x="4987" y="9801"/>
                  </a:cubicBezTo>
                  <a:lnTo>
                    <a:pt x="4987" y="9780"/>
                  </a:lnTo>
                  <a:close/>
                  <a:moveTo>
                    <a:pt x="5436" y="1"/>
                  </a:moveTo>
                  <a:cubicBezTo>
                    <a:pt x="3397" y="1"/>
                    <a:pt x="1746" y="1652"/>
                    <a:pt x="1746" y="3691"/>
                  </a:cubicBezTo>
                  <a:lnTo>
                    <a:pt x="1746" y="5216"/>
                  </a:lnTo>
                  <a:cubicBezTo>
                    <a:pt x="1746" y="6781"/>
                    <a:pt x="2503" y="7860"/>
                    <a:pt x="3317" y="8718"/>
                  </a:cubicBezTo>
                  <a:cubicBezTo>
                    <a:pt x="3162" y="8874"/>
                    <a:pt x="2970" y="8986"/>
                    <a:pt x="2760" y="9048"/>
                  </a:cubicBezTo>
                  <a:lnTo>
                    <a:pt x="1087" y="9540"/>
                  </a:lnTo>
                  <a:cubicBezTo>
                    <a:pt x="445" y="9732"/>
                    <a:pt x="4" y="10319"/>
                    <a:pt x="0" y="10989"/>
                  </a:cubicBezTo>
                  <a:lnTo>
                    <a:pt x="0" y="13716"/>
                  </a:lnTo>
                  <a:cubicBezTo>
                    <a:pt x="0" y="13852"/>
                    <a:pt x="102" y="13920"/>
                    <a:pt x="205" y="13920"/>
                  </a:cubicBezTo>
                  <a:cubicBezTo>
                    <a:pt x="307" y="13920"/>
                    <a:pt x="409" y="13852"/>
                    <a:pt x="409" y="13716"/>
                  </a:cubicBezTo>
                  <a:lnTo>
                    <a:pt x="409" y="10989"/>
                  </a:lnTo>
                  <a:cubicBezTo>
                    <a:pt x="409" y="10844"/>
                    <a:pt x="438" y="10699"/>
                    <a:pt x="496" y="10562"/>
                  </a:cubicBezTo>
                  <a:lnTo>
                    <a:pt x="1735" y="11648"/>
                  </a:lnTo>
                  <a:cubicBezTo>
                    <a:pt x="1876" y="11775"/>
                    <a:pt x="1959" y="11956"/>
                    <a:pt x="1959" y="12152"/>
                  </a:cubicBezTo>
                  <a:lnTo>
                    <a:pt x="1959" y="13716"/>
                  </a:lnTo>
                  <a:cubicBezTo>
                    <a:pt x="1959" y="13852"/>
                    <a:pt x="2062" y="13920"/>
                    <a:pt x="2164" y="13920"/>
                  </a:cubicBezTo>
                  <a:cubicBezTo>
                    <a:pt x="2266" y="13920"/>
                    <a:pt x="2369" y="13852"/>
                    <a:pt x="2369" y="13716"/>
                  </a:cubicBezTo>
                  <a:lnTo>
                    <a:pt x="2369" y="12152"/>
                  </a:lnTo>
                  <a:cubicBezTo>
                    <a:pt x="2369" y="11840"/>
                    <a:pt x="2235" y="11543"/>
                    <a:pt x="1999" y="11340"/>
                  </a:cubicBezTo>
                  <a:lnTo>
                    <a:pt x="721" y="10221"/>
                  </a:lnTo>
                  <a:cubicBezTo>
                    <a:pt x="851" y="10084"/>
                    <a:pt x="1018" y="9982"/>
                    <a:pt x="1199" y="9932"/>
                  </a:cubicBezTo>
                  <a:lnTo>
                    <a:pt x="2868" y="9439"/>
                  </a:lnTo>
                  <a:cubicBezTo>
                    <a:pt x="3144" y="9359"/>
                    <a:pt x="3394" y="9211"/>
                    <a:pt x="3596" y="9008"/>
                  </a:cubicBezTo>
                  <a:cubicBezTo>
                    <a:pt x="3745" y="9157"/>
                    <a:pt x="3893" y="9294"/>
                    <a:pt x="4035" y="9432"/>
                  </a:cubicBezTo>
                  <a:cubicBezTo>
                    <a:pt x="4676" y="10040"/>
                    <a:pt x="5230" y="10569"/>
                    <a:pt x="5230" y="11101"/>
                  </a:cubicBezTo>
                  <a:cubicBezTo>
                    <a:pt x="5230" y="11237"/>
                    <a:pt x="5331" y="11305"/>
                    <a:pt x="5433" y="11305"/>
                  </a:cubicBezTo>
                  <a:cubicBezTo>
                    <a:pt x="5534" y="11305"/>
                    <a:pt x="5635" y="11237"/>
                    <a:pt x="5635" y="11101"/>
                  </a:cubicBezTo>
                  <a:cubicBezTo>
                    <a:pt x="5635" y="10569"/>
                    <a:pt x="6190" y="10040"/>
                    <a:pt x="6831" y="9432"/>
                  </a:cubicBezTo>
                  <a:cubicBezTo>
                    <a:pt x="6972" y="9294"/>
                    <a:pt x="7120" y="9157"/>
                    <a:pt x="7269" y="9008"/>
                  </a:cubicBezTo>
                  <a:cubicBezTo>
                    <a:pt x="7472" y="9211"/>
                    <a:pt x="7722" y="9359"/>
                    <a:pt x="7997" y="9439"/>
                  </a:cubicBezTo>
                  <a:lnTo>
                    <a:pt x="9666" y="9932"/>
                  </a:lnTo>
                  <a:cubicBezTo>
                    <a:pt x="9847" y="9982"/>
                    <a:pt x="10014" y="10084"/>
                    <a:pt x="10144" y="10221"/>
                  </a:cubicBezTo>
                  <a:lnTo>
                    <a:pt x="8870" y="11344"/>
                  </a:lnTo>
                  <a:cubicBezTo>
                    <a:pt x="8634" y="11547"/>
                    <a:pt x="8500" y="11840"/>
                    <a:pt x="8500" y="12152"/>
                  </a:cubicBezTo>
                  <a:lnTo>
                    <a:pt x="8500" y="13716"/>
                  </a:lnTo>
                  <a:cubicBezTo>
                    <a:pt x="8500" y="13852"/>
                    <a:pt x="8602" y="13920"/>
                    <a:pt x="8705" y="13920"/>
                  </a:cubicBezTo>
                  <a:cubicBezTo>
                    <a:pt x="8807" y="13920"/>
                    <a:pt x="8909" y="13852"/>
                    <a:pt x="8909" y="13716"/>
                  </a:cubicBezTo>
                  <a:lnTo>
                    <a:pt x="8909" y="12152"/>
                  </a:lnTo>
                  <a:cubicBezTo>
                    <a:pt x="8909" y="11960"/>
                    <a:pt x="8993" y="11775"/>
                    <a:pt x="9134" y="11648"/>
                  </a:cubicBezTo>
                  <a:lnTo>
                    <a:pt x="10376" y="10565"/>
                  </a:lnTo>
                  <a:cubicBezTo>
                    <a:pt x="10431" y="10699"/>
                    <a:pt x="10460" y="10844"/>
                    <a:pt x="10463" y="10993"/>
                  </a:cubicBezTo>
                  <a:lnTo>
                    <a:pt x="10463" y="13716"/>
                  </a:lnTo>
                  <a:cubicBezTo>
                    <a:pt x="10463" y="13852"/>
                    <a:pt x="10565" y="13920"/>
                    <a:pt x="10666" y="13920"/>
                  </a:cubicBezTo>
                  <a:cubicBezTo>
                    <a:pt x="10767" y="13920"/>
                    <a:pt x="10869" y="13852"/>
                    <a:pt x="10869" y="13716"/>
                  </a:cubicBezTo>
                  <a:lnTo>
                    <a:pt x="10869" y="10993"/>
                  </a:lnTo>
                  <a:cubicBezTo>
                    <a:pt x="10865" y="10323"/>
                    <a:pt x="10427" y="9732"/>
                    <a:pt x="9786" y="9540"/>
                  </a:cubicBezTo>
                  <a:lnTo>
                    <a:pt x="8116" y="9048"/>
                  </a:lnTo>
                  <a:cubicBezTo>
                    <a:pt x="7903" y="8986"/>
                    <a:pt x="7711" y="8874"/>
                    <a:pt x="7559" y="8718"/>
                  </a:cubicBezTo>
                  <a:cubicBezTo>
                    <a:pt x="8373" y="7860"/>
                    <a:pt x="9127" y="6781"/>
                    <a:pt x="9127" y="5216"/>
                  </a:cubicBezTo>
                  <a:lnTo>
                    <a:pt x="9127" y="3691"/>
                  </a:lnTo>
                  <a:cubicBezTo>
                    <a:pt x="9127" y="1652"/>
                    <a:pt x="7475" y="1"/>
                    <a:pt x="54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88"/>
            <p:cNvSpPr/>
            <p:nvPr/>
          </p:nvSpPr>
          <p:spPr>
            <a:xfrm>
              <a:off x="6393138" y="4106156"/>
              <a:ext cx="10671" cy="56368"/>
            </a:xfrm>
            <a:custGeom>
              <a:rect b="b" l="l" r="r" t="t"/>
              <a:pathLst>
                <a:path extrusionOk="0" h="2150" w="407">
                  <a:moveTo>
                    <a:pt x="203" y="0"/>
                  </a:moveTo>
                  <a:cubicBezTo>
                    <a:pt x="91" y="0"/>
                    <a:pt x="0" y="91"/>
                    <a:pt x="0" y="203"/>
                  </a:cubicBezTo>
                  <a:lnTo>
                    <a:pt x="0" y="1945"/>
                  </a:lnTo>
                  <a:cubicBezTo>
                    <a:pt x="0" y="2081"/>
                    <a:pt x="102" y="2149"/>
                    <a:pt x="203" y="2149"/>
                  </a:cubicBezTo>
                  <a:cubicBezTo>
                    <a:pt x="305" y="2149"/>
                    <a:pt x="406" y="2081"/>
                    <a:pt x="406" y="1945"/>
                  </a:cubicBezTo>
                  <a:lnTo>
                    <a:pt x="406" y="207"/>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2" name="Google Shape;17742;p88"/>
          <p:cNvGrpSpPr/>
          <p:nvPr/>
        </p:nvGrpSpPr>
        <p:grpSpPr>
          <a:xfrm>
            <a:off x="6698309" y="1513402"/>
            <a:ext cx="300557" cy="364974"/>
            <a:chOff x="6698309" y="1513402"/>
            <a:chExt cx="300557" cy="364974"/>
          </a:xfrm>
        </p:grpSpPr>
        <p:sp>
          <p:nvSpPr>
            <p:cNvPr id="17743" name="Google Shape;17743;p88"/>
            <p:cNvSpPr/>
            <p:nvPr/>
          </p:nvSpPr>
          <p:spPr>
            <a:xfrm>
              <a:off x="6711313" y="1718764"/>
              <a:ext cx="274340" cy="154342"/>
            </a:xfrm>
            <a:custGeom>
              <a:rect b="b" l="l" r="r" t="t"/>
              <a:pathLst>
                <a:path extrusionOk="0" h="5887" w="10464">
                  <a:moveTo>
                    <a:pt x="3709" y="1"/>
                  </a:moveTo>
                  <a:lnTo>
                    <a:pt x="3709" y="1037"/>
                  </a:lnTo>
                  <a:cubicBezTo>
                    <a:pt x="3709" y="1326"/>
                    <a:pt x="3517" y="1580"/>
                    <a:pt x="3239" y="1663"/>
                  </a:cubicBezTo>
                  <a:lnTo>
                    <a:pt x="942" y="2337"/>
                  </a:lnTo>
                  <a:cubicBezTo>
                    <a:pt x="385" y="2503"/>
                    <a:pt x="1" y="3014"/>
                    <a:pt x="1" y="3594"/>
                  </a:cubicBezTo>
                  <a:lnTo>
                    <a:pt x="1" y="5886"/>
                  </a:lnTo>
                  <a:lnTo>
                    <a:pt x="10464" y="5886"/>
                  </a:lnTo>
                  <a:lnTo>
                    <a:pt x="10464" y="3594"/>
                  </a:lnTo>
                  <a:cubicBezTo>
                    <a:pt x="10464" y="3014"/>
                    <a:pt x="10084" y="2503"/>
                    <a:pt x="9526" y="2340"/>
                  </a:cubicBezTo>
                  <a:lnTo>
                    <a:pt x="7230" y="1663"/>
                  </a:lnTo>
                  <a:cubicBezTo>
                    <a:pt x="6951" y="1580"/>
                    <a:pt x="6759" y="1326"/>
                    <a:pt x="6759" y="1037"/>
                  </a:cubicBezTo>
                  <a:lnTo>
                    <a:pt x="675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88"/>
            <p:cNvSpPr/>
            <p:nvPr/>
          </p:nvSpPr>
          <p:spPr>
            <a:xfrm>
              <a:off x="6711418" y="1763124"/>
              <a:ext cx="274340" cy="109982"/>
            </a:xfrm>
            <a:custGeom>
              <a:rect b="b" l="l" r="r" t="t"/>
              <a:pathLst>
                <a:path extrusionOk="0" h="4195" w="10464">
                  <a:moveTo>
                    <a:pt x="3140" y="0"/>
                  </a:moveTo>
                  <a:lnTo>
                    <a:pt x="942" y="645"/>
                  </a:lnTo>
                  <a:cubicBezTo>
                    <a:pt x="384" y="811"/>
                    <a:pt x="0" y="1322"/>
                    <a:pt x="0" y="1902"/>
                  </a:cubicBezTo>
                  <a:lnTo>
                    <a:pt x="0" y="4194"/>
                  </a:lnTo>
                  <a:lnTo>
                    <a:pt x="10464" y="4194"/>
                  </a:lnTo>
                  <a:lnTo>
                    <a:pt x="10464" y="1902"/>
                  </a:lnTo>
                  <a:cubicBezTo>
                    <a:pt x="10464" y="1322"/>
                    <a:pt x="10080" y="811"/>
                    <a:pt x="9522" y="648"/>
                  </a:cubicBezTo>
                  <a:lnTo>
                    <a:pt x="7327" y="0"/>
                  </a:lnTo>
                  <a:cubicBezTo>
                    <a:pt x="7055" y="935"/>
                    <a:pt x="6204" y="1576"/>
                    <a:pt x="5234" y="1576"/>
                  </a:cubicBezTo>
                  <a:cubicBezTo>
                    <a:pt x="4260" y="1576"/>
                    <a:pt x="3408" y="935"/>
                    <a:pt x="31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88"/>
            <p:cNvSpPr/>
            <p:nvPr/>
          </p:nvSpPr>
          <p:spPr>
            <a:xfrm>
              <a:off x="6808554" y="1724480"/>
              <a:ext cx="79963" cy="28551"/>
            </a:xfrm>
            <a:custGeom>
              <a:rect b="b" l="l" r="r" t="t"/>
              <a:pathLst>
                <a:path extrusionOk="0" h="1089" w="3050">
                  <a:moveTo>
                    <a:pt x="0" y="0"/>
                  </a:moveTo>
                  <a:lnTo>
                    <a:pt x="0" y="703"/>
                  </a:lnTo>
                  <a:cubicBezTo>
                    <a:pt x="475" y="960"/>
                    <a:pt x="999" y="1088"/>
                    <a:pt x="1524" y="1088"/>
                  </a:cubicBezTo>
                  <a:cubicBezTo>
                    <a:pt x="2048" y="1088"/>
                    <a:pt x="2574" y="960"/>
                    <a:pt x="3050" y="703"/>
                  </a:cubicBezTo>
                  <a:lnTo>
                    <a:pt x="30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88"/>
            <p:cNvSpPr/>
            <p:nvPr/>
          </p:nvSpPr>
          <p:spPr>
            <a:xfrm>
              <a:off x="6751400" y="1610145"/>
              <a:ext cx="194298" cy="125844"/>
            </a:xfrm>
            <a:custGeom>
              <a:rect b="b" l="l" r="r" t="t"/>
              <a:pathLst>
                <a:path extrusionOk="0" h="4800" w="7411">
                  <a:moveTo>
                    <a:pt x="873" y="1"/>
                  </a:moveTo>
                  <a:lnTo>
                    <a:pt x="873" y="1091"/>
                  </a:lnTo>
                  <a:lnTo>
                    <a:pt x="547" y="1091"/>
                  </a:lnTo>
                  <a:cubicBezTo>
                    <a:pt x="243" y="1091"/>
                    <a:pt x="0" y="1333"/>
                    <a:pt x="0" y="1634"/>
                  </a:cubicBezTo>
                  <a:cubicBezTo>
                    <a:pt x="0" y="1938"/>
                    <a:pt x="243" y="2181"/>
                    <a:pt x="547" y="2181"/>
                  </a:cubicBezTo>
                  <a:lnTo>
                    <a:pt x="884" y="2181"/>
                  </a:lnTo>
                  <a:cubicBezTo>
                    <a:pt x="992" y="3658"/>
                    <a:pt x="2224" y="4799"/>
                    <a:pt x="3705" y="4799"/>
                  </a:cubicBezTo>
                  <a:cubicBezTo>
                    <a:pt x="5186" y="4799"/>
                    <a:pt x="6418" y="3658"/>
                    <a:pt x="6526" y="2181"/>
                  </a:cubicBezTo>
                  <a:lnTo>
                    <a:pt x="6867" y="2181"/>
                  </a:lnTo>
                  <a:cubicBezTo>
                    <a:pt x="7168" y="2181"/>
                    <a:pt x="7410" y="1938"/>
                    <a:pt x="7410" y="1634"/>
                  </a:cubicBezTo>
                  <a:cubicBezTo>
                    <a:pt x="7410" y="1333"/>
                    <a:pt x="7168" y="1091"/>
                    <a:pt x="6867" y="1091"/>
                  </a:cubicBezTo>
                  <a:lnTo>
                    <a:pt x="6537" y="1091"/>
                  </a:lnTo>
                  <a:lnTo>
                    <a:pt x="653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88"/>
            <p:cNvSpPr/>
            <p:nvPr/>
          </p:nvSpPr>
          <p:spPr>
            <a:xfrm>
              <a:off x="6750535" y="1610145"/>
              <a:ext cx="149492" cy="125739"/>
            </a:xfrm>
            <a:custGeom>
              <a:rect b="b" l="l" r="r" t="t"/>
              <a:pathLst>
                <a:path extrusionOk="0" h="4796" w="5702">
                  <a:moveTo>
                    <a:pt x="906" y="1"/>
                  </a:moveTo>
                  <a:lnTo>
                    <a:pt x="906" y="1091"/>
                  </a:lnTo>
                  <a:lnTo>
                    <a:pt x="609" y="1091"/>
                  </a:lnTo>
                  <a:cubicBezTo>
                    <a:pt x="323" y="1091"/>
                    <a:pt x="66" y="1297"/>
                    <a:pt x="37" y="1580"/>
                  </a:cubicBezTo>
                  <a:cubicBezTo>
                    <a:pt x="1" y="1902"/>
                    <a:pt x="254" y="2181"/>
                    <a:pt x="580" y="2181"/>
                  </a:cubicBezTo>
                  <a:lnTo>
                    <a:pt x="917" y="2181"/>
                  </a:lnTo>
                  <a:cubicBezTo>
                    <a:pt x="1029" y="3655"/>
                    <a:pt x="2260" y="4796"/>
                    <a:pt x="3738" y="4796"/>
                  </a:cubicBezTo>
                  <a:lnTo>
                    <a:pt x="3738" y="4575"/>
                  </a:lnTo>
                  <a:cubicBezTo>
                    <a:pt x="2684" y="4137"/>
                    <a:pt x="1996" y="3104"/>
                    <a:pt x="1996" y="1963"/>
                  </a:cubicBezTo>
                  <a:cubicBezTo>
                    <a:pt x="1996" y="1362"/>
                    <a:pt x="2485" y="873"/>
                    <a:pt x="3086" y="873"/>
                  </a:cubicBezTo>
                  <a:lnTo>
                    <a:pt x="5049" y="873"/>
                  </a:lnTo>
                  <a:cubicBezTo>
                    <a:pt x="5408" y="873"/>
                    <a:pt x="5701" y="580"/>
                    <a:pt x="5701" y="218"/>
                  </a:cubicBezTo>
                  <a:lnTo>
                    <a:pt x="570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88"/>
            <p:cNvSpPr/>
            <p:nvPr/>
          </p:nvSpPr>
          <p:spPr>
            <a:xfrm>
              <a:off x="6716347" y="1521084"/>
              <a:ext cx="264377" cy="94881"/>
            </a:xfrm>
            <a:custGeom>
              <a:rect b="b" l="l" r="r" t="t"/>
              <a:pathLst>
                <a:path extrusionOk="0" h="3619" w="10084">
                  <a:moveTo>
                    <a:pt x="5042" y="0"/>
                  </a:moveTo>
                  <a:cubicBezTo>
                    <a:pt x="4956" y="0"/>
                    <a:pt x="4870" y="26"/>
                    <a:pt x="4796" y="76"/>
                  </a:cubicBezTo>
                  <a:lnTo>
                    <a:pt x="178" y="3220"/>
                  </a:lnTo>
                  <a:cubicBezTo>
                    <a:pt x="1" y="3340"/>
                    <a:pt x="88" y="3618"/>
                    <a:pt x="301" y="3618"/>
                  </a:cubicBezTo>
                  <a:lnTo>
                    <a:pt x="9783" y="3618"/>
                  </a:lnTo>
                  <a:cubicBezTo>
                    <a:pt x="10000" y="3618"/>
                    <a:pt x="10084" y="3340"/>
                    <a:pt x="9906" y="3220"/>
                  </a:cubicBezTo>
                  <a:lnTo>
                    <a:pt x="5288" y="76"/>
                  </a:lnTo>
                  <a:cubicBezTo>
                    <a:pt x="5214" y="26"/>
                    <a:pt x="5128" y="0"/>
                    <a:pt x="504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88"/>
            <p:cNvSpPr/>
            <p:nvPr/>
          </p:nvSpPr>
          <p:spPr>
            <a:xfrm>
              <a:off x="6716347" y="1521137"/>
              <a:ext cx="135807" cy="94724"/>
            </a:xfrm>
            <a:custGeom>
              <a:rect b="b" l="l" r="r" t="t"/>
              <a:pathLst>
                <a:path extrusionOk="0" h="3613" w="5180">
                  <a:moveTo>
                    <a:pt x="5038" y="1"/>
                  </a:moveTo>
                  <a:cubicBezTo>
                    <a:pt x="4952" y="1"/>
                    <a:pt x="4868" y="25"/>
                    <a:pt x="4796" y="74"/>
                  </a:cubicBezTo>
                  <a:lnTo>
                    <a:pt x="178" y="3214"/>
                  </a:lnTo>
                  <a:cubicBezTo>
                    <a:pt x="1" y="3334"/>
                    <a:pt x="88" y="3613"/>
                    <a:pt x="301" y="3613"/>
                  </a:cubicBezTo>
                  <a:lnTo>
                    <a:pt x="3181" y="3613"/>
                  </a:lnTo>
                  <a:cubicBezTo>
                    <a:pt x="3083" y="3613"/>
                    <a:pt x="3043" y="3330"/>
                    <a:pt x="3123" y="3207"/>
                  </a:cubicBezTo>
                  <a:lnTo>
                    <a:pt x="5180" y="24"/>
                  </a:lnTo>
                  <a:cubicBezTo>
                    <a:pt x="5133" y="8"/>
                    <a:pt x="5085" y="1"/>
                    <a:pt x="503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88"/>
            <p:cNvSpPr/>
            <p:nvPr/>
          </p:nvSpPr>
          <p:spPr>
            <a:xfrm>
              <a:off x="6762778" y="1615834"/>
              <a:ext cx="22914" cy="25850"/>
            </a:xfrm>
            <a:custGeom>
              <a:rect b="b" l="l" r="r" t="t"/>
              <a:pathLst>
                <a:path extrusionOk="0" h="986" w="874">
                  <a:moveTo>
                    <a:pt x="1" y="1"/>
                  </a:moveTo>
                  <a:lnTo>
                    <a:pt x="1" y="986"/>
                  </a:lnTo>
                  <a:lnTo>
                    <a:pt x="301" y="946"/>
                  </a:lnTo>
                  <a:cubicBezTo>
                    <a:pt x="627" y="906"/>
                    <a:pt x="874" y="627"/>
                    <a:pt x="874" y="298"/>
                  </a:cubicBezTo>
                  <a:lnTo>
                    <a:pt x="87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88"/>
            <p:cNvSpPr/>
            <p:nvPr/>
          </p:nvSpPr>
          <p:spPr>
            <a:xfrm>
              <a:off x="6911379" y="1615834"/>
              <a:ext cx="22914" cy="25850"/>
            </a:xfrm>
            <a:custGeom>
              <a:rect b="b" l="l" r="r" t="t"/>
              <a:pathLst>
                <a:path extrusionOk="0" h="986" w="874">
                  <a:moveTo>
                    <a:pt x="1" y="1"/>
                  </a:moveTo>
                  <a:lnTo>
                    <a:pt x="1" y="298"/>
                  </a:lnTo>
                  <a:cubicBezTo>
                    <a:pt x="1" y="627"/>
                    <a:pt x="247" y="906"/>
                    <a:pt x="573" y="946"/>
                  </a:cubicBezTo>
                  <a:lnTo>
                    <a:pt x="874" y="986"/>
                  </a:lnTo>
                  <a:lnTo>
                    <a:pt x="87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88"/>
            <p:cNvSpPr/>
            <p:nvPr/>
          </p:nvSpPr>
          <p:spPr>
            <a:xfrm>
              <a:off x="6825648" y="1678704"/>
              <a:ext cx="45776" cy="28603"/>
            </a:xfrm>
            <a:custGeom>
              <a:rect b="b" l="l" r="r" t="t"/>
              <a:pathLst>
                <a:path extrusionOk="0" h="1091" w="1746">
                  <a:moveTo>
                    <a:pt x="0" y="0"/>
                  </a:moveTo>
                  <a:lnTo>
                    <a:pt x="0" y="656"/>
                  </a:lnTo>
                  <a:cubicBezTo>
                    <a:pt x="0" y="895"/>
                    <a:pt x="196" y="1091"/>
                    <a:pt x="439" y="1091"/>
                  </a:cubicBezTo>
                  <a:lnTo>
                    <a:pt x="1308" y="1091"/>
                  </a:lnTo>
                  <a:cubicBezTo>
                    <a:pt x="1550" y="1091"/>
                    <a:pt x="1746" y="895"/>
                    <a:pt x="1746" y="656"/>
                  </a:cubicBezTo>
                  <a:lnTo>
                    <a:pt x="174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88"/>
            <p:cNvSpPr/>
            <p:nvPr/>
          </p:nvSpPr>
          <p:spPr>
            <a:xfrm>
              <a:off x="6771718" y="1763124"/>
              <a:ext cx="153661" cy="64207"/>
            </a:xfrm>
            <a:custGeom>
              <a:rect b="b" l="l" r="r" t="t"/>
              <a:pathLst>
                <a:path extrusionOk="0" h="2449" w="5861">
                  <a:moveTo>
                    <a:pt x="840" y="0"/>
                  </a:moveTo>
                  <a:lnTo>
                    <a:pt x="0" y="246"/>
                  </a:lnTo>
                  <a:cubicBezTo>
                    <a:pt x="377" y="1550"/>
                    <a:pt x="1572" y="2448"/>
                    <a:pt x="2930" y="2448"/>
                  </a:cubicBezTo>
                  <a:cubicBezTo>
                    <a:pt x="4288" y="2448"/>
                    <a:pt x="5483" y="1550"/>
                    <a:pt x="5860" y="246"/>
                  </a:cubicBezTo>
                  <a:lnTo>
                    <a:pt x="5027" y="0"/>
                  </a:lnTo>
                  <a:cubicBezTo>
                    <a:pt x="4755" y="935"/>
                    <a:pt x="3904" y="1576"/>
                    <a:pt x="2934" y="1576"/>
                  </a:cubicBezTo>
                  <a:cubicBezTo>
                    <a:pt x="1960" y="1576"/>
                    <a:pt x="1108"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88"/>
            <p:cNvSpPr/>
            <p:nvPr/>
          </p:nvSpPr>
          <p:spPr>
            <a:xfrm>
              <a:off x="6814243" y="1678704"/>
              <a:ext cx="34319" cy="17199"/>
            </a:xfrm>
            <a:custGeom>
              <a:rect b="b" l="l" r="r" t="t"/>
              <a:pathLst>
                <a:path extrusionOk="0" h="656" w="1309">
                  <a:moveTo>
                    <a:pt x="656" y="0"/>
                  </a:moveTo>
                  <a:cubicBezTo>
                    <a:pt x="294" y="0"/>
                    <a:pt x="1" y="294"/>
                    <a:pt x="1" y="656"/>
                  </a:cubicBezTo>
                  <a:lnTo>
                    <a:pt x="656" y="656"/>
                  </a:lnTo>
                  <a:cubicBezTo>
                    <a:pt x="1015" y="656"/>
                    <a:pt x="1308" y="363"/>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88"/>
            <p:cNvSpPr/>
            <p:nvPr/>
          </p:nvSpPr>
          <p:spPr>
            <a:xfrm>
              <a:off x="6848536" y="1678704"/>
              <a:ext cx="34292" cy="17199"/>
            </a:xfrm>
            <a:custGeom>
              <a:rect b="b" l="l" r="r" t="t"/>
              <a:pathLst>
                <a:path extrusionOk="0" h="656" w="1308">
                  <a:moveTo>
                    <a:pt x="0" y="0"/>
                  </a:moveTo>
                  <a:cubicBezTo>
                    <a:pt x="0" y="363"/>
                    <a:pt x="294" y="656"/>
                    <a:pt x="656" y="656"/>
                  </a:cubicBezTo>
                  <a:lnTo>
                    <a:pt x="1308" y="656"/>
                  </a:lnTo>
                  <a:cubicBezTo>
                    <a:pt x="1308" y="294"/>
                    <a:pt x="1014" y="0"/>
                    <a:pt x="6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88"/>
            <p:cNvSpPr/>
            <p:nvPr/>
          </p:nvSpPr>
          <p:spPr>
            <a:xfrm>
              <a:off x="6698309" y="1513402"/>
              <a:ext cx="300557" cy="364974"/>
            </a:xfrm>
            <a:custGeom>
              <a:rect b="b" l="l" r="r" t="t"/>
              <a:pathLst>
                <a:path extrusionOk="0" h="13921" w="11464">
                  <a:moveTo>
                    <a:pt x="3130" y="4114"/>
                  </a:moveTo>
                  <a:lnTo>
                    <a:pt x="3130" y="4346"/>
                  </a:lnTo>
                  <a:cubicBezTo>
                    <a:pt x="3130" y="4473"/>
                    <a:pt x="3025" y="4578"/>
                    <a:pt x="2898" y="4578"/>
                  </a:cubicBezTo>
                  <a:lnTo>
                    <a:pt x="2666" y="4578"/>
                  </a:lnTo>
                  <a:lnTo>
                    <a:pt x="2666" y="4114"/>
                  </a:lnTo>
                  <a:close/>
                  <a:moveTo>
                    <a:pt x="8794" y="4114"/>
                  </a:moveTo>
                  <a:lnTo>
                    <a:pt x="8794" y="4578"/>
                  </a:lnTo>
                  <a:lnTo>
                    <a:pt x="8562" y="4578"/>
                  </a:lnTo>
                  <a:cubicBezTo>
                    <a:pt x="8436" y="4578"/>
                    <a:pt x="8331" y="4473"/>
                    <a:pt x="8331" y="4346"/>
                  </a:cubicBezTo>
                  <a:lnTo>
                    <a:pt x="8331" y="4114"/>
                  </a:lnTo>
                  <a:close/>
                  <a:moveTo>
                    <a:pt x="5730" y="453"/>
                  </a:moveTo>
                  <a:lnTo>
                    <a:pt x="10518" y="3709"/>
                  </a:lnTo>
                  <a:lnTo>
                    <a:pt x="4640" y="3709"/>
                  </a:lnTo>
                  <a:lnTo>
                    <a:pt x="4640" y="3705"/>
                  </a:lnTo>
                  <a:cubicBezTo>
                    <a:pt x="4368" y="3705"/>
                    <a:pt x="4368" y="4114"/>
                    <a:pt x="4640" y="4114"/>
                  </a:cubicBezTo>
                  <a:lnTo>
                    <a:pt x="7925" y="4114"/>
                  </a:lnTo>
                  <a:lnTo>
                    <a:pt x="7925" y="4346"/>
                  </a:lnTo>
                  <a:cubicBezTo>
                    <a:pt x="7925" y="4697"/>
                    <a:pt x="8211" y="4983"/>
                    <a:pt x="8562" y="4987"/>
                  </a:cubicBezTo>
                  <a:lnTo>
                    <a:pt x="8892" y="4987"/>
                  </a:lnTo>
                  <a:cubicBezTo>
                    <a:pt x="9091" y="4987"/>
                    <a:pt x="9250" y="5161"/>
                    <a:pt x="9229" y="5364"/>
                  </a:cubicBezTo>
                  <a:cubicBezTo>
                    <a:pt x="9211" y="5534"/>
                    <a:pt x="9048" y="5668"/>
                    <a:pt x="8859" y="5668"/>
                  </a:cubicBezTo>
                  <a:lnTo>
                    <a:pt x="8769" y="5668"/>
                  </a:lnTo>
                  <a:lnTo>
                    <a:pt x="8769" y="5657"/>
                  </a:lnTo>
                  <a:cubicBezTo>
                    <a:pt x="8769" y="5545"/>
                    <a:pt x="8678" y="5451"/>
                    <a:pt x="8566" y="5451"/>
                  </a:cubicBezTo>
                  <a:cubicBezTo>
                    <a:pt x="8454" y="5451"/>
                    <a:pt x="8360" y="5545"/>
                    <a:pt x="8360" y="5657"/>
                  </a:cubicBezTo>
                  <a:cubicBezTo>
                    <a:pt x="8360" y="7026"/>
                    <a:pt x="7302" y="8167"/>
                    <a:pt x="5937" y="8276"/>
                  </a:cubicBezTo>
                  <a:lnTo>
                    <a:pt x="5937" y="8051"/>
                  </a:lnTo>
                  <a:cubicBezTo>
                    <a:pt x="5937" y="7915"/>
                    <a:pt x="5834" y="7847"/>
                    <a:pt x="5732" y="7847"/>
                  </a:cubicBezTo>
                  <a:cubicBezTo>
                    <a:pt x="5630" y="7847"/>
                    <a:pt x="5527" y="7915"/>
                    <a:pt x="5527" y="8051"/>
                  </a:cubicBezTo>
                  <a:lnTo>
                    <a:pt x="5527" y="8276"/>
                  </a:lnTo>
                  <a:cubicBezTo>
                    <a:pt x="4158" y="8167"/>
                    <a:pt x="3104" y="7026"/>
                    <a:pt x="3101" y="5653"/>
                  </a:cubicBezTo>
                  <a:cubicBezTo>
                    <a:pt x="3101" y="5518"/>
                    <a:pt x="2999" y="5450"/>
                    <a:pt x="2898" y="5450"/>
                  </a:cubicBezTo>
                  <a:cubicBezTo>
                    <a:pt x="2797" y="5450"/>
                    <a:pt x="2695" y="5518"/>
                    <a:pt x="2695" y="5653"/>
                  </a:cubicBezTo>
                  <a:lnTo>
                    <a:pt x="2695" y="5668"/>
                  </a:lnTo>
                  <a:lnTo>
                    <a:pt x="2572" y="5668"/>
                  </a:lnTo>
                  <a:cubicBezTo>
                    <a:pt x="2369" y="5668"/>
                    <a:pt x="2210" y="5494"/>
                    <a:pt x="2232" y="5291"/>
                  </a:cubicBezTo>
                  <a:cubicBezTo>
                    <a:pt x="2250" y="5121"/>
                    <a:pt x="2413" y="4987"/>
                    <a:pt x="2605" y="4987"/>
                  </a:cubicBezTo>
                  <a:lnTo>
                    <a:pt x="2898" y="4987"/>
                  </a:lnTo>
                  <a:cubicBezTo>
                    <a:pt x="3253" y="4983"/>
                    <a:pt x="3535" y="4697"/>
                    <a:pt x="3535" y="4346"/>
                  </a:cubicBezTo>
                  <a:lnTo>
                    <a:pt x="3535" y="4114"/>
                  </a:lnTo>
                  <a:lnTo>
                    <a:pt x="3767" y="4114"/>
                  </a:lnTo>
                  <a:cubicBezTo>
                    <a:pt x="4039" y="4114"/>
                    <a:pt x="4039" y="3705"/>
                    <a:pt x="3767" y="3705"/>
                  </a:cubicBezTo>
                  <a:lnTo>
                    <a:pt x="946" y="3705"/>
                  </a:lnTo>
                  <a:lnTo>
                    <a:pt x="5730" y="453"/>
                  </a:lnTo>
                  <a:close/>
                  <a:moveTo>
                    <a:pt x="7052" y="8388"/>
                  </a:moveTo>
                  <a:lnTo>
                    <a:pt x="7052" y="8870"/>
                  </a:lnTo>
                  <a:cubicBezTo>
                    <a:pt x="7052" y="9210"/>
                    <a:pt x="7255" y="9518"/>
                    <a:pt x="7566" y="9655"/>
                  </a:cubicBezTo>
                  <a:cubicBezTo>
                    <a:pt x="7469" y="9898"/>
                    <a:pt x="7324" y="10119"/>
                    <a:pt x="7139" y="10304"/>
                  </a:cubicBezTo>
                  <a:cubicBezTo>
                    <a:pt x="6995" y="10453"/>
                    <a:pt x="7130" y="10655"/>
                    <a:pt x="7288" y="10655"/>
                  </a:cubicBezTo>
                  <a:cubicBezTo>
                    <a:pt x="7336" y="10655"/>
                    <a:pt x="7387" y="10636"/>
                    <a:pt x="7432" y="10590"/>
                  </a:cubicBezTo>
                  <a:cubicBezTo>
                    <a:pt x="7661" y="10358"/>
                    <a:pt x="7838" y="10079"/>
                    <a:pt x="7954" y="9775"/>
                  </a:cubicBezTo>
                  <a:lnTo>
                    <a:pt x="8403" y="9909"/>
                  </a:lnTo>
                  <a:cubicBezTo>
                    <a:pt x="8211" y="10420"/>
                    <a:pt x="7878" y="10865"/>
                    <a:pt x="7443" y="11198"/>
                  </a:cubicBezTo>
                  <a:cubicBezTo>
                    <a:pt x="6936" y="11578"/>
                    <a:pt x="6334" y="11768"/>
                    <a:pt x="5732" y="11768"/>
                  </a:cubicBezTo>
                  <a:cubicBezTo>
                    <a:pt x="5135" y="11768"/>
                    <a:pt x="4537" y="11581"/>
                    <a:pt x="4032" y="11206"/>
                  </a:cubicBezTo>
                  <a:cubicBezTo>
                    <a:pt x="3590" y="10876"/>
                    <a:pt x="3249" y="10427"/>
                    <a:pt x="3057" y="9909"/>
                  </a:cubicBezTo>
                  <a:lnTo>
                    <a:pt x="3506" y="9775"/>
                  </a:lnTo>
                  <a:cubicBezTo>
                    <a:pt x="3666" y="10195"/>
                    <a:pt x="3945" y="10561"/>
                    <a:pt x="4303" y="10833"/>
                  </a:cubicBezTo>
                  <a:cubicBezTo>
                    <a:pt x="4724" y="11145"/>
                    <a:pt x="5225" y="11305"/>
                    <a:pt x="5731" y="11305"/>
                  </a:cubicBezTo>
                  <a:cubicBezTo>
                    <a:pt x="6053" y="11305"/>
                    <a:pt x="6377" y="11240"/>
                    <a:pt x="6683" y="11108"/>
                  </a:cubicBezTo>
                  <a:cubicBezTo>
                    <a:pt x="6901" y="11013"/>
                    <a:pt x="6804" y="10715"/>
                    <a:pt x="6609" y="10715"/>
                  </a:cubicBezTo>
                  <a:cubicBezTo>
                    <a:pt x="6581" y="10715"/>
                    <a:pt x="6551" y="10721"/>
                    <a:pt x="6520" y="10735"/>
                  </a:cubicBezTo>
                  <a:cubicBezTo>
                    <a:pt x="6263" y="10847"/>
                    <a:pt x="5995" y="10900"/>
                    <a:pt x="5732" y="10900"/>
                  </a:cubicBezTo>
                  <a:cubicBezTo>
                    <a:pt x="4948" y="10900"/>
                    <a:pt x="4203" y="10431"/>
                    <a:pt x="3894" y="9655"/>
                  </a:cubicBezTo>
                  <a:cubicBezTo>
                    <a:pt x="4205" y="9518"/>
                    <a:pt x="4405" y="9210"/>
                    <a:pt x="4408" y="8870"/>
                  </a:cubicBezTo>
                  <a:lnTo>
                    <a:pt x="4408" y="8388"/>
                  </a:lnTo>
                  <a:cubicBezTo>
                    <a:pt x="4760" y="8558"/>
                    <a:pt x="5136" y="8656"/>
                    <a:pt x="5527" y="8685"/>
                  </a:cubicBezTo>
                  <a:lnTo>
                    <a:pt x="5527" y="9359"/>
                  </a:lnTo>
                  <a:cubicBezTo>
                    <a:pt x="5527" y="9494"/>
                    <a:pt x="5629" y="9562"/>
                    <a:pt x="5730" y="9562"/>
                  </a:cubicBezTo>
                  <a:cubicBezTo>
                    <a:pt x="5832" y="9562"/>
                    <a:pt x="5933" y="9494"/>
                    <a:pt x="5933" y="9359"/>
                  </a:cubicBezTo>
                  <a:lnTo>
                    <a:pt x="5933" y="8685"/>
                  </a:lnTo>
                  <a:cubicBezTo>
                    <a:pt x="6320" y="8656"/>
                    <a:pt x="6701" y="8558"/>
                    <a:pt x="7052" y="8388"/>
                  </a:cubicBezTo>
                  <a:close/>
                  <a:moveTo>
                    <a:pt x="5732" y="1"/>
                  </a:moveTo>
                  <a:cubicBezTo>
                    <a:pt x="5691" y="1"/>
                    <a:pt x="5650" y="13"/>
                    <a:pt x="5614" y="36"/>
                  </a:cubicBezTo>
                  <a:lnTo>
                    <a:pt x="167" y="3741"/>
                  </a:lnTo>
                  <a:cubicBezTo>
                    <a:pt x="1" y="3854"/>
                    <a:pt x="80" y="4114"/>
                    <a:pt x="279" y="4114"/>
                  </a:cubicBezTo>
                  <a:lnTo>
                    <a:pt x="2257" y="4114"/>
                  </a:lnTo>
                  <a:lnTo>
                    <a:pt x="2257" y="4658"/>
                  </a:lnTo>
                  <a:cubicBezTo>
                    <a:pt x="1938" y="4802"/>
                    <a:pt x="1764" y="5150"/>
                    <a:pt x="1840" y="5491"/>
                  </a:cubicBezTo>
                  <a:cubicBezTo>
                    <a:pt x="1916" y="5835"/>
                    <a:pt x="2221" y="6077"/>
                    <a:pt x="2568" y="6077"/>
                  </a:cubicBezTo>
                  <a:lnTo>
                    <a:pt x="2721" y="6077"/>
                  </a:lnTo>
                  <a:cubicBezTo>
                    <a:pt x="2840" y="6914"/>
                    <a:pt x="3304" y="7667"/>
                    <a:pt x="3999" y="8149"/>
                  </a:cubicBezTo>
                  <a:lnTo>
                    <a:pt x="3999" y="8870"/>
                  </a:lnTo>
                  <a:cubicBezTo>
                    <a:pt x="3999" y="9069"/>
                    <a:pt x="3869" y="9243"/>
                    <a:pt x="3677" y="9301"/>
                  </a:cubicBezTo>
                  <a:lnTo>
                    <a:pt x="1536" y="9931"/>
                  </a:lnTo>
                  <a:cubicBezTo>
                    <a:pt x="801" y="10148"/>
                    <a:pt x="298" y="10822"/>
                    <a:pt x="294" y="11589"/>
                  </a:cubicBezTo>
                  <a:lnTo>
                    <a:pt x="294" y="13719"/>
                  </a:lnTo>
                  <a:cubicBezTo>
                    <a:pt x="294" y="13853"/>
                    <a:pt x="396" y="13920"/>
                    <a:pt x="499" y="13920"/>
                  </a:cubicBezTo>
                  <a:cubicBezTo>
                    <a:pt x="601" y="13920"/>
                    <a:pt x="703" y="13853"/>
                    <a:pt x="703" y="13719"/>
                  </a:cubicBezTo>
                  <a:lnTo>
                    <a:pt x="703" y="11589"/>
                  </a:lnTo>
                  <a:cubicBezTo>
                    <a:pt x="707" y="11003"/>
                    <a:pt x="1091" y="10488"/>
                    <a:pt x="1652" y="10322"/>
                  </a:cubicBezTo>
                  <a:lnTo>
                    <a:pt x="2666" y="10025"/>
                  </a:lnTo>
                  <a:cubicBezTo>
                    <a:pt x="3104" y="11245"/>
                    <a:pt x="4227" y="12089"/>
                    <a:pt x="5524" y="12169"/>
                  </a:cubicBezTo>
                  <a:lnTo>
                    <a:pt x="5524" y="13719"/>
                  </a:lnTo>
                  <a:cubicBezTo>
                    <a:pt x="5524" y="13853"/>
                    <a:pt x="5626" y="13920"/>
                    <a:pt x="5728" y="13920"/>
                  </a:cubicBezTo>
                  <a:cubicBezTo>
                    <a:pt x="5831" y="13920"/>
                    <a:pt x="5933" y="13853"/>
                    <a:pt x="5933" y="13719"/>
                  </a:cubicBezTo>
                  <a:lnTo>
                    <a:pt x="5933" y="12169"/>
                  </a:lnTo>
                  <a:cubicBezTo>
                    <a:pt x="6570" y="12133"/>
                    <a:pt x="7182" y="11908"/>
                    <a:pt x="7690" y="11524"/>
                  </a:cubicBezTo>
                  <a:cubicBezTo>
                    <a:pt x="8197" y="11140"/>
                    <a:pt x="8577" y="10619"/>
                    <a:pt x="8794" y="10025"/>
                  </a:cubicBezTo>
                  <a:lnTo>
                    <a:pt x="9808" y="10322"/>
                  </a:lnTo>
                  <a:cubicBezTo>
                    <a:pt x="10370" y="10488"/>
                    <a:pt x="10757" y="11003"/>
                    <a:pt x="10761" y="11589"/>
                  </a:cubicBezTo>
                  <a:lnTo>
                    <a:pt x="10761" y="13715"/>
                  </a:lnTo>
                  <a:cubicBezTo>
                    <a:pt x="10761" y="13851"/>
                    <a:pt x="10862" y="13919"/>
                    <a:pt x="10964" y="13919"/>
                  </a:cubicBezTo>
                  <a:cubicBezTo>
                    <a:pt x="11065" y="13919"/>
                    <a:pt x="11166" y="13851"/>
                    <a:pt x="11166" y="13715"/>
                  </a:cubicBezTo>
                  <a:lnTo>
                    <a:pt x="11166" y="11589"/>
                  </a:lnTo>
                  <a:cubicBezTo>
                    <a:pt x="11163" y="10822"/>
                    <a:pt x="10659" y="10148"/>
                    <a:pt x="9924" y="9931"/>
                  </a:cubicBezTo>
                  <a:lnTo>
                    <a:pt x="7787" y="9301"/>
                  </a:lnTo>
                  <a:cubicBezTo>
                    <a:pt x="7595" y="9243"/>
                    <a:pt x="7465" y="9069"/>
                    <a:pt x="7461" y="8870"/>
                  </a:cubicBezTo>
                  <a:lnTo>
                    <a:pt x="7461" y="8149"/>
                  </a:lnTo>
                  <a:cubicBezTo>
                    <a:pt x="8160" y="7667"/>
                    <a:pt x="8624" y="6914"/>
                    <a:pt x="8740" y="6074"/>
                  </a:cubicBezTo>
                  <a:lnTo>
                    <a:pt x="8863" y="6074"/>
                  </a:lnTo>
                  <a:cubicBezTo>
                    <a:pt x="9261" y="6074"/>
                    <a:pt x="9602" y="5780"/>
                    <a:pt x="9638" y="5404"/>
                  </a:cubicBezTo>
                  <a:cubicBezTo>
                    <a:pt x="9671" y="5085"/>
                    <a:pt x="9497" y="4781"/>
                    <a:pt x="9207" y="4647"/>
                  </a:cubicBezTo>
                  <a:lnTo>
                    <a:pt x="9207" y="4114"/>
                  </a:lnTo>
                  <a:lnTo>
                    <a:pt x="11181" y="4114"/>
                  </a:lnTo>
                  <a:cubicBezTo>
                    <a:pt x="11384" y="4114"/>
                    <a:pt x="11463" y="3854"/>
                    <a:pt x="11297" y="3741"/>
                  </a:cubicBezTo>
                  <a:lnTo>
                    <a:pt x="11293" y="3741"/>
                  </a:lnTo>
                  <a:lnTo>
                    <a:pt x="5846" y="36"/>
                  </a:lnTo>
                  <a:cubicBezTo>
                    <a:pt x="5812" y="13"/>
                    <a:pt x="5772" y="1"/>
                    <a:pt x="57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88"/>
            <p:cNvSpPr/>
            <p:nvPr/>
          </p:nvSpPr>
          <p:spPr>
            <a:xfrm>
              <a:off x="6808921" y="1673382"/>
              <a:ext cx="79229" cy="39274"/>
            </a:xfrm>
            <a:custGeom>
              <a:rect b="b" l="l" r="r" t="t"/>
              <a:pathLst>
                <a:path extrusionOk="0" h="1498" w="3022">
                  <a:moveTo>
                    <a:pt x="1258" y="410"/>
                  </a:moveTo>
                  <a:cubicBezTo>
                    <a:pt x="1182" y="558"/>
                    <a:pt x="1026" y="652"/>
                    <a:pt x="856" y="656"/>
                  </a:cubicBezTo>
                  <a:lnTo>
                    <a:pt x="457" y="656"/>
                  </a:lnTo>
                  <a:cubicBezTo>
                    <a:pt x="533" y="504"/>
                    <a:pt x="689" y="410"/>
                    <a:pt x="859" y="410"/>
                  </a:cubicBezTo>
                  <a:close/>
                  <a:moveTo>
                    <a:pt x="2167" y="410"/>
                  </a:moveTo>
                  <a:cubicBezTo>
                    <a:pt x="2333" y="410"/>
                    <a:pt x="2489" y="504"/>
                    <a:pt x="2565" y="656"/>
                  </a:cubicBezTo>
                  <a:lnTo>
                    <a:pt x="2167" y="656"/>
                  </a:lnTo>
                  <a:cubicBezTo>
                    <a:pt x="1996" y="652"/>
                    <a:pt x="1841" y="558"/>
                    <a:pt x="1765" y="410"/>
                  </a:cubicBezTo>
                  <a:close/>
                  <a:moveTo>
                    <a:pt x="856" y="1"/>
                  </a:moveTo>
                  <a:cubicBezTo>
                    <a:pt x="385" y="1"/>
                    <a:pt x="1" y="384"/>
                    <a:pt x="1" y="859"/>
                  </a:cubicBezTo>
                  <a:lnTo>
                    <a:pt x="1" y="1294"/>
                  </a:lnTo>
                  <a:cubicBezTo>
                    <a:pt x="1" y="1429"/>
                    <a:pt x="102" y="1497"/>
                    <a:pt x="204" y="1497"/>
                  </a:cubicBezTo>
                  <a:cubicBezTo>
                    <a:pt x="305" y="1497"/>
                    <a:pt x="407" y="1429"/>
                    <a:pt x="407" y="1294"/>
                  </a:cubicBezTo>
                  <a:lnTo>
                    <a:pt x="407" y="1062"/>
                  </a:lnTo>
                  <a:lnTo>
                    <a:pt x="856" y="1062"/>
                  </a:lnTo>
                  <a:cubicBezTo>
                    <a:pt x="1028" y="859"/>
                    <a:pt x="1269" y="758"/>
                    <a:pt x="1511" y="758"/>
                  </a:cubicBezTo>
                  <a:cubicBezTo>
                    <a:pt x="1753" y="758"/>
                    <a:pt x="1995" y="859"/>
                    <a:pt x="2167" y="1062"/>
                  </a:cubicBezTo>
                  <a:lnTo>
                    <a:pt x="2616" y="1062"/>
                  </a:lnTo>
                  <a:lnTo>
                    <a:pt x="2616" y="1294"/>
                  </a:lnTo>
                  <a:cubicBezTo>
                    <a:pt x="2616" y="1429"/>
                    <a:pt x="2717" y="1497"/>
                    <a:pt x="2819" y="1497"/>
                  </a:cubicBezTo>
                  <a:cubicBezTo>
                    <a:pt x="2920" y="1497"/>
                    <a:pt x="3021" y="1429"/>
                    <a:pt x="3021" y="1294"/>
                  </a:cubicBezTo>
                  <a:lnTo>
                    <a:pt x="3021" y="859"/>
                  </a:lnTo>
                  <a:cubicBezTo>
                    <a:pt x="3021" y="384"/>
                    <a:pt x="2638" y="1"/>
                    <a:pt x="2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88"/>
            <p:cNvSpPr/>
            <p:nvPr/>
          </p:nvSpPr>
          <p:spPr>
            <a:xfrm>
              <a:off x="6803127" y="1639115"/>
              <a:ext cx="23963" cy="10749"/>
            </a:xfrm>
            <a:custGeom>
              <a:rect b="b" l="l" r="r" t="t"/>
              <a:pathLst>
                <a:path extrusionOk="0" h="410" w="914">
                  <a:moveTo>
                    <a:pt x="207" y="0"/>
                  </a:moveTo>
                  <a:cubicBezTo>
                    <a:pt x="95" y="0"/>
                    <a:pt x="1" y="91"/>
                    <a:pt x="5" y="203"/>
                  </a:cubicBezTo>
                  <a:cubicBezTo>
                    <a:pt x="5" y="315"/>
                    <a:pt x="95" y="409"/>
                    <a:pt x="207" y="409"/>
                  </a:cubicBezTo>
                  <a:lnTo>
                    <a:pt x="642" y="409"/>
                  </a:lnTo>
                  <a:cubicBezTo>
                    <a:pt x="914" y="409"/>
                    <a:pt x="914"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88"/>
            <p:cNvSpPr/>
            <p:nvPr/>
          </p:nvSpPr>
          <p:spPr>
            <a:xfrm>
              <a:off x="6869982" y="1639115"/>
              <a:ext cx="25667" cy="10749"/>
            </a:xfrm>
            <a:custGeom>
              <a:rect b="b" l="l" r="r" t="t"/>
              <a:pathLst>
                <a:path extrusionOk="0" h="410" w="979">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0" name="Google Shape;17760;p88"/>
          <p:cNvGrpSpPr/>
          <p:nvPr/>
        </p:nvGrpSpPr>
        <p:grpSpPr>
          <a:xfrm>
            <a:off x="5327187" y="1513402"/>
            <a:ext cx="342243" cy="364974"/>
            <a:chOff x="5327187" y="1513402"/>
            <a:chExt cx="342243" cy="364974"/>
          </a:xfrm>
        </p:grpSpPr>
        <p:sp>
          <p:nvSpPr>
            <p:cNvPr id="17761" name="Google Shape;17761;p88"/>
            <p:cNvSpPr/>
            <p:nvPr/>
          </p:nvSpPr>
          <p:spPr>
            <a:xfrm>
              <a:off x="5328707" y="1518698"/>
              <a:ext cx="339123" cy="342899"/>
            </a:xfrm>
            <a:custGeom>
              <a:rect b="b" l="l" r="r" t="t"/>
              <a:pathLst>
                <a:path extrusionOk="0" h="13079" w="12935">
                  <a:moveTo>
                    <a:pt x="5633" y="1"/>
                  </a:moveTo>
                  <a:cubicBezTo>
                    <a:pt x="4651" y="1"/>
                    <a:pt x="2674" y="946"/>
                    <a:pt x="2453" y="2782"/>
                  </a:cubicBezTo>
                  <a:cubicBezTo>
                    <a:pt x="2326" y="3865"/>
                    <a:pt x="1906" y="3992"/>
                    <a:pt x="1674" y="4756"/>
                  </a:cubicBezTo>
                  <a:cubicBezTo>
                    <a:pt x="1424" y="5575"/>
                    <a:pt x="1638" y="6082"/>
                    <a:pt x="1428" y="6821"/>
                  </a:cubicBezTo>
                  <a:cubicBezTo>
                    <a:pt x="1218" y="7563"/>
                    <a:pt x="801" y="7777"/>
                    <a:pt x="819" y="9030"/>
                  </a:cubicBezTo>
                  <a:cubicBezTo>
                    <a:pt x="841" y="10482"/>
                    <a:pt x="1" y="10808"/>
                    <a:pt x="330" y="11771"/>
                  </a:cubicBezTo>
                  <a:cubicBezTo>
                    <a:pt x="573" y="12488"/>
                    <a:pt x="1891" y="13079"/>
                    <a:pt x="1891" y="13079"/>
                  </a:cubicBezTo>
                  <a:lnTo>
                    <a:pt x="11044" y="13079"/>
                  </a:lnTo>
                  <a:cubicBezTo>
                    <a:pt x="11044" y="13079"/>
                    <a:pt x="12362" y="12492"/>
                    <a:pt x="12608" y="11771"/>
                  </a:cubicBezTo>
                  <a:cubicBezTo>
                    <a:pt x="12934" y="10808"/>
                    <a:pt x="12097" y="10482"/>
                    <a:pt x="12116" y="9030"/>
                  </a:cubicBezTo>
                  <a:cubicBezTo>
                    <a:pt x="12134" y="7777"/>
                    <a:pt x="11717" y="7559"/>
                    <a:pt x="11507" y="6821"/>
                  </a:cubicBezTo>
                  <a:cubicBezTo>
                    <a:pt x="11301" y="6085"/>
                    <a:pt x="11511" y="5575"/>
                    <a:pt x="11264" y="4756"/>
                  </a:cubicBezTo>
                  <a:cubicBezTo>
                    <a:pt x="11033" y="3992"/>
                    <a:pt x="10613" y="3865"/>
                    <a:pt x="10482" y="2782"/>
                  </a:cubicBezTo>
                  <a:cubicBezTo>
                    <a:pt x="10265" y="946"/>
                    <a:pt x="8284" y="1"/>
                    <a:pt x="7302" y="1"/>
                  </a:cubicBezTo>
                  <a:cubicBezTo>
                    <a:pt x="7027" y="1"/>
                    <a:pt x="6839" y="73"/>
                    <a:pt x="6708" y="157"/>
                  </a:cubicBezTo>
                  <a:cubicBezTo>
                    <a:pt x="6636" y="205"/>
                    <a:pt x="6552" y="230"/>
                    <a:pt x="6467" y="230"/>
                  </a:cubicBezTo>
                  <a:cubicBezTo>
                    <a:pt x="6383" y="230"/>
                    <a:pt x="6299" y="205"/>
                    <a:pt x="6227" y="157"/>
                  </a:cubicBezTo>
                  <a:cubicBezTo>
                    <a:pt x="6100" y="73"/>
                    <a:pt x="5912" y="1"/>
                    <a:pt x="563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88"/>
            <p:cNvSpPr/>
            <p:nvPr/>
          </p:nvSpPr>
          <p:spPr>
            <a:xfrm>
              <a:off x="5328812" y="1518698"/>
              <a:ext cx="169522" cy="342899"/>
            </a:xfrm>
            <a:custGeom>
              <a:rect b="b" l="l" r="r" t="t"/>
              <a:pathLst>
                <a:path extrusionOk="0" h="13079" w="6466">
                  <a:moveTo>
                    <a:pt x="5629" y="1"/>
                  </a:moveTo>
                  <a:cubicBezTo>
                    <a:pt x="4647" y="1"/>
                    <a:pt x="2670" y="946"/>
                    <a:pt x="2452" y="2782"/>
                  </a:cubicBezTo>
                  <a:cubicBezTo>
                    <a:pt x="2322" y="3865"/>
                    <a:pt x="1902" y="3992"/>
                    <a:pt x="1670" y="4756"/>
                  </a:cubicBezTo>
                  <a:cubicBezTo>
                    <a:pt x="1420" y="5575"/>
                    <a:pt x="1634" y="6082"/>
                    <a:pt x="1424" y="6824"/>
                  </a:cubicBezTo>
                  <a:cubicBezTo>
                    <a:pt x="1214" y="7563"/>
                    <a:pt x="797" y="7777"/>
                    <a:pt x="815" y="9030"/>
                  </a:cubicBezTo>
                  <a:cubicBezTo>
                    <a:pt x="837" y="10482"/>
                    <a:pt x="1" y="10808"/>
                    <a:pt x="326" y="11771"/>
                  </a:cubicBezTo>
                  <a:cubicBezTo>
                    <a:pt x="569" y="12492"/>
                    <a:pt x="1887" y="13079"/>
                    <a:pt x="1887" y="13079"/>
                  </a:cubicBezTo>
                  <a:lnTo>
                    <a:pt x="6465" y="13079"/>
                  </a:lnTo>
                  <a:lnTo>
                    <a:pt x="6465" y="229"/>
                  </a:lnTo>
                  <a:cubicBezTo>
                    <a:pt x="6378" y="229"/>
                    <a:pt x="6295" y="204"/>
                    <a:pt x="6223" y="157"/>
                  </a:cubicBezTo>
                  <a:cubicBezTo>
                    <a:pt x="6096" y="73"/>
                    <a:pt x="5908" y="1"/>
                    <a:pt x="56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88"/>
            <p:cNvSpPr/>
            <p:nvPr/>
          </p:nvSpPr>
          <p:spPr>
            <a:xfrm>
              <a:off x="5366880" y="1724480"/>
              <a:ext cx="262857" cy="148627"/>
            </a:xfrm>
            <a:custGeom>
              <a:rect b="b" l="l" r="r" t="t"/>
              <a:pathLst>
                <a:path extrusionOk="0" h="5669" w="10026">
                  <a:moveTo>
                    <a:pt x="3706" y="0"/>
                  </a:moveTo>
                  <a:lnTo>
                    <a:pt x="3706" y="1126"/>
                  </a:lnTo>
                  <a:cubicBezTo>
                    <a:pt x="3706" y="1496"/>
                    <a:pt x="3470" y="1825"/>
                    <a:pt x="3123" y="1949"/>
                  </a:cubicBezTo>
                  <a:lnTo>
                    <a:pt x="874" y="2742"/>
                  </a:lnTo>
                  <a:cubicBezTo>
                    <a:pt x="349" y="2926"/>
                    <a:pt x="1" y="3423"/>
                    <a:pt x="1" y="3977"/>
                  </a:cubicBezTo>
                  <a:lnTo>
                    <a:pt x="1" y="5668"/>
                  </a:lnTo>
                  <a:lnTo>
                    <a:pt x="10026" y="5668"/>
                  </a:lnTo>
                  <a:lnTo>
                    <a:pt x="10026" y="3977"/>
                  </a:lnTo>
                  <a:cubicBezTo>
                    <a:pt x="10026" y="3423"/>
                    <a:pt x="9674" y="2926"/>
                    <a:pt x="9153" y="2742"/>
                  </a:cubicBezTo>
                  <a:lnTo>
                    <a:pt x="6904" y="1949"/>
                  </a:lnTo>
                  <a:cubicBezTo>
                    <a:pt x="6553" y="1825"/>
                    <a:pt x="6321" y="1496"/>
                    <a:pt x="6321" y="1126"/>
                  </a:cubicBezTo>
                  <a:lnTo>
                    <a:pt x="6321"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88"/>
            <p:cNvSpPr/>
            <p:nvPr/>
          </p:nvSpPr>
          <p:spPr>
            <a:xfrm>
              <a:off x="5366880" y="1782473"/>
              <a:ext cx="262857" cy="90634"/>
            </a:xfrm>
            <a:custGeom>
              <a:rect b="b" l="l" r="r" t="t"/>
              <a:pathLst>
                <a:path extrusionOk="0" h="3457" w="10026">
                  <a:moveTo>
                    <a:pt x="2373" y="1"/>
                  </a:moveTo>
                  <a:lnTo>
                    <a:pt x="874" y="530"/>
                  </a:lnTo>
                  <a:cubicBezTo>
                    <a:pt x="349" y="714"/>
                    <a:pt x="1" y="1211"/>
                    <a:pt x="1" y="1765"/>
                  </a:cubicBezTo>
                  <a:lnTo>
                    <a:pt x="1" y="3456"/>
                  </a:lnTo>
                  <a:lnTo>
                    <a:pt x="10026" y="3456"/>
                  </a:lnTo>
                  <a:lnTo>
                    <a:pt x="10026" y="1765"/>
                  </a:lnTo>
                  <a:cubicBezTo>
                    <a:pt x="10026" y="1211"/>
                    <a:pt x="9674" y="714"/>
                    <a:pt x="9153" y="530"/>
                  </a:cubicBezTo>
                  <a:lnTo>
                    <a:pt x="7650" y="1"/>
                  </a:lnTo>
                  <a:cubicBezTo>
                    <a:pt x="7060" y="816"/>
                    <a:pt x="6256" y="1721"/>
                    <a:pt x="5318" y="2217"/>
                  </a:cubicBezTo>
                  <a:cubicBezTo>
                    <a:pt x="5222" y="2268"/>
                    <a:pt x="5117" y="2293"/>
                    <a:pt x="5011" y="2293"/>
                  </a:cubicBezTo>
                  <a:cubicBezTo>
                    <a:pt x="4906" y="2293"/>
                    <a:pt x="4801" y="2268"/>
                    <a:pt x="4705" y="2217"/>
                  </a:cubicBezTo>
                  <a:cubicBezTo>
                    <a:pt x="3771" y="1721"/>
                    <a:pt x="2967" y="819"/>
                    <a:pt x="2373"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88"/>
            <p:cNvSpPr/>
            <p:nvPr/>
          </p:nvSpPr>
          <p:spPr>
            <a:xfrm>
              <a:off x="5464016" y="1724480"/>
              <a:ext cx="68585" cy="28551"/>
            </a:xfrm>
            <a:custGeom>
              <a:rect b="b" l="l" r="r" t="t"/>
              <a:pathLst>
                <a:path extrusionOk="0" h="1089" w="2616">
                  <a:moveTo>
                    <a:pt x="1" y="0"/>
                  </a:moveTo>
                  <a:lnTo>
                    <a:pt x="1" y="811"/>
                  </a:lnTo>
                  <a:cubicBezTo>
                    <a:pt x="416" y="996"/>
                    <a:pt x="861" y="1088"/>
                    <a:pt x="1307" y="1088"/>
                  </a:cubicBezTo>
                  <a:cubicBezTo>
                    <a:pt x="1753" y="1088"/>
                    <a:pt x="2199" y="996"/>
                    <a:pt x="2616" y="811"/>
                  </a:cubicBezTo>
                  <a:lnTo>
                    <a:pt x="261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88"/>
            <p:cNvSpPr/>
            <p:nvPr/>
          </p:nvSpPr>
          <p:spPr>
            <a:xfrm>
              <a:off x="5423955" y="1564474"/>
              <a:ext cx="148627" cy="171410"/>
            </a:xfrm>
            <a:custGeom>
              <a:rect b="b" l="l" r="r" t="t"/>
              <a:pathLst>
                <a:path extrusionOk="0" h="6538" w="5669">
                  <a:moveTo>
                    <a:pt x="1" y="0"/>
                  </a:moveTo>
                  <a:lnTo>
                    <a:pt x="1" y="3705"/>
                  </a:lnTo>
                  <a:cubicBezTo>
                    <a:pt x="1" y="5270"/>
                    <a:pt x="1272" y="6538"/>
                    <a:pt x="2836" y="6538"/>
                  </a:cubicBezTo>
                  <a:cubicBezTo>
                    <a:pt x="4401" y="6538"/>
                    <a:pt x="5668" y="5270"/>
                    <a:pt x="5668" y="3705"/>
                  </a:cubicBezTo>
                  <a:lnTo>
                    <a:pt x="5668"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88"/>
            <p:cNvSpPr/>
            <p:nvPr/>
          </p:nvSpPr>
          <p:spPr>
            <a:xfrm>
              <a:off x="5423693" y="1564474"/>
              <a:ext cx="148889" cy="171436"/>
            </a:xfrm>
            <a:custGeom>
              <a:rect b="b" l="l" r="r" t="t"/>
              <a:pathLst>
                <a:path extrusionOk="0" h="6539" w="5679">
                  <a:moveTo>
                    <a:pt x="11" y="0"/>
                  </a:moveTo>
                  <a:lnTo>
                    <a:pt x="11" y="3705"/>
                  </a:lnTo>
                  <a:cubicBezTo>
                    <a:pt x="1" y="5292"/>
                    <a:pt x="1294" y="6538"/>
                    <a:pt x="2824" y="6538"/>
                  </a:cubicBezTo>
                  <a:cubicBezTo>
                    <a:pt x="2974" y="6538"/>
                    <a:pt x="3127" y="6526"/>
                    <a:pt x="3281" y="6501"/>
                  </a:cubicBezTo>
                  <a:cubicBezTo>
                    <a:pt x="1901" y="6288"/>
                    <a:pt x="883" y="5100"/>
                    <a:pt x="883" y="3705"/>
                  </a:cubicBezTo>
                  <a:lnTo>
                    <a:pt x="883" y="3293"/>
                  </a:lnTo>
                  <a:cubicBezTo>
                    <a:pt x="887" y="2898"/>
                    <a:pt x="1003" y="2514"/>
                    <a:pt x="1217" y="2184"/>
                  </a:cubicBezTo>
                  <a:lnTo>
                    <a:pt x="1220" y="2177"/>
                  </a:lnTo>
                  <a:cubicBezTo>
                    <a:pt x="1532" y="1681"/>
                    <a:pt x="1785" y="1616"/>
                    <a:pt x="2169" y="1518"/>
                  </a:cubicBezTo>
                  <a:cubicBezTo>
                    <a:pt x="2404" y="1467"/>
                    <a:pt x="2633" y="1388"/>
                    <a:pt x="2846" y="1275"/>
                  </a:cubicBezTo>
                  <a:cubicBezTo>
                    <a:pt x="3056" y="1388"/>
                    <a:pt x="3285" y="1467"/>
                    <a:pt x="3520" y="1518"/>
                  </a:cubicBezTo>
                  <a:cubicBezTo>
                    <a:pt x="3904" y="1616"/>
                    <a:pt x="4157" y="1681"/>
                    <a:pt x="4472" y="2181"/>
                  </a:cubicBezTo>
                  <a:cubicBezTo>
                    <a:pt x="4867" y="2818"/>
                    <a:pt x="5331" y="3144"/>
                    <a:pt x="5668" y="3383"/>
                  </a:cubicBezTo>
                  <a:lnTo>
                    <a:pt x="5678" y="3390"/>
                  </a:lnTo>
                  <a:lnTo>
                    <a:pt x="5678"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88"/>
            <p:cNvSpPr/>
            <p:nvPr/>
          </p:nvSpPr>
          <p:spPr>
            <a:xfrm>
              <a:off x="5498308" y="1518698"/>
              <a:ext cx="149938" cy="256014"/>
            </a:xfrm>
            <a:custGeom>
              <a:rect b="b" l="l" r="r" t="t"/>
              <a:pathLst>
                <a:path extrusionOk="0" h="9765" w="5719">
                  <a:moveTo>
                    <a:pt x="833" y="1"/>
                  </a:moveTo>
                  <a:cubicBezTo>
                    <a:pt x="558" y="1"/>
                    <a:pt x="370" y="73"/>
                    <a:pt x="239" y="157"/>
                  </a:cubicBezTo>
                  <a:cubicBezTo>
                    <a:pt x="171" y="204"/>
                    <a:pt x="84" y="229"/>
                    <a:pt x="0" y="229"/>
                  </a:cubicBezTo>
                  <a:lnTo>
                    <a:pt x="0" y="2181"/>
                  </a:lnTo>
                  <a:cubicBezTo>
                    <a:pt x="562" y="2891"/>
                    <a:pt x="1398" y="2326"/>
                    <a:pt x="2181" y="3579"/>
                  </a:cubicBezTo>
                  <a:cubicBezTo>
                    <a:pt x="2843" y="4644"/>
                    <a:pt x="3676" y="4618"/>
                    <a:pt x="3970" y="5459"/>
                  </a:cubicBezTo>
                  <a:cubicBezTo>
                    <a:pt x="4053" y="5698"/>
                    <a:pt x="4010" y="5955"/>
                    <a:pt x="4028" y="6208"/>
                  </a:cubicBezTo>
                  <a:cubicBezTo>
                    <a:pt x="4140" y="7632"/>
                    <a:pt x="5230" y="8284"/>
                    <a:pt x="5719" y="9765"/>
                  </a:cubicBezTo>
                  <a:cubicBezTo>
                    <a:pt x="5668" y="9526"/>
                    <a:pt x="5643" y="9276"/>
                    <a:pt x="5647" y="9030"/>
                  </a:cubicBezTo>
                  <a:cubicBezTo>
                    <a:pt x="5665" y="7777"/>
                    <a:pt x="5248" y="7559"/>
                    <a:pt x="5038" y="6821"/>
                  </a:cubicBezTo>
                  <a:cubicBezTo>
                    <a:pt x="4828" y="6082"/>
                    <a:pt x="5042" y="5575"/>
                    <a:pt x="4795" y="4756"/>
                  </a:cubicBezTo>
                  <a:cubicBezTo>
                    <a:pt x="4564" y="3992"/>
                    <a:pt x="4144" y="3865"/>
                    <a:pt x="4013" y="2782"/>
                  </a:cubicBezTo>
                  <a:cubicBezTo>
                    <a:pt x="3796" y="946"/>
                    <a:pt x="1815" y="1"/>
                    <a:pt x="83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88"/>
            <p:cNvSpPr/>
            <p:nvPr/>
          </p:nvSpPr>
          <p:spPr>
            <a:xfrm>
              <a:off x="5348265" y="1518698"/>
              <a:ext cx="150069" cy="256014"/>
            </a:xfrm>
            <a:custGeom>
              <a:rect b="b" l="l" r="r" t="t"/>
              <a:pathLst>
                <a:path extrusionOk="0" h="9765" w="5724">
                  <a:moveTo>
                    <a:pt x="4887" y="1"/>
                  </a:moveTo>
                  <a:cubicBezTo>
                    <a:pt x="3909" y="1"/>
                    <a:pt x="1928" y="946"/>
                    <a:pt x="1710" y="2782"/>
                  </a:cubicBezTo>
                  <a:cubicBezTo>
                    <a:pt x="1580" y="3865"/>
                    <a:pt x="1160" y="3992"/>
                    <a:pt x="928" y="4756"/>
                  </a:cubicBezTo>
                  <a:cubicBezTo>
                    <a:pt x="678" y="5575"/>
                    <a:pt x="892" y="6082"/>
                    <a:pt x="682" y="6821"/>
                  </a:cubicBezTo>
                  <a:cubicBezTo>
                    <a:pt x="472" y="7559"/>
                    <a:pt x="55" y="7777"/>
                    <a:pt x="73" y="9030"/>
                  </a:cubicBezTo>
                  <a:cubicBezTo>
                    <a:pt x="77" y="9276"/>
                    <a:pt x="55" y="9526"/>
                    <a:pt x="1" y="9765"/>
                  </a:cubicBezTo>
                  <a:cubicBezTo>
                    <a:pt x="490" y="8284"/>
                    <a:pt x="1580" y="7632"/>
                    <a:pt x="1692" y="6208"/>
                  </a:cubicBezTo>
                  <a:cubicBezTo>
                    <a:pt x="1714" y="5955"/>
                    <a:pt x="1667" y="5698"/>
                    <a:pt x="1750" y="5459"/>
                  </a:cubicBezTo>
                  <a:cubicBezTo>
                    <a:pt x="2044" y="4618"/>
                    <a:pt x="2880" y="4644"/>
                    <a:pt x="3543" y="3579"/>
                  </a:cubicBezTo>
                  <a:cubicBezTo>
                    <a:pt x="4325" y="2326"/>
                    <a:pt x="5158" y="2891"/>
                    <a:pt x="5723" y="2181"/>
                  </a:cubicBezTo>
                  <a:lnTo>
                    <a:pt x="5723" y="229"/>
                  </a:lnTo>
                  <a:cubicBezTo>
                    <a:pt x="5636" y="229"/>
                    <a:pt x="5553" y="204"/>
                    <a:pt x="5481" y="157"/>
                  </a:cubicBezTo>
                  <a:cubicBezTo>
                    <a:pt x="5354" y="73"/>
                    <a:pt x="5166" y="1"/>
                    <a:pt x="488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88"/>
            <p:cNvSpPr/>
            <p:nvPr/>
          </p:nvSpPr>
          <p:spPr>
            <a:xfrm>
              <a:off x="5473480" y="1684734"/>
              <a:ext cx="49604" cy="16491"/>
            </a:xfrm>
            <a:custGeom>
              <a:rect b="b" l="l" r="r" t="t"/>
              <a:pathLst>
                <a:path extrusionOk="0" h="629" w="1892">
                  <a:moveTo>
                    <a:pt x="293" y="1"/>
                  </a:moveTo>
                  <a:cubicBezTo>
                    <a:pt x="134" y="1"/>
                    <a:pt x="0" y="206"/>
                    <a:pt x="151" y="353"/>
                  </a:cubicBezTo>
                  <a:cubicBezTo>
                    <a:pt x="324" y="527"/>
                    <a:pt x="625" y="629"/>
                    <a:pt x="947" y="629"/>
                  </a:cubicBezTo>
                  <a:cubicBezTo>
                    <a:pt x="1270" y="629"/>
                    <a:pt x="1567" y="527"/>
                    <a:pt x="1744" y="353"/>
                  </a:cubicBezTo>
                  <a:cubicBezTo>
                    <a:pt x="1892" y="206"/>
                    <a:pt x="1757" y="1"/>
                    <a:pt x="1599" y="1"/>
                  </a:cubicBezTo>
                  <a:cubicBezTo>
                    <a:pt x="1552" y="1"/>
                    <a:pt x="1502" y="19"/>
                    <a:pt x="1458" y="64"/>
                  </a:cubicBezTo>
                  <a:cubicBezTo>
                    <a:pt x="1382" y="136"/>
                    <a:pt x="1204" y="223"/>
                    <a:pt x="947" y="223"/>
                  </a:cubicBezTo>
                  <a:cubicBezTo>
                    <a:pt x="687"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88"/>
            <p:cNvSpPr/>
            <p:nvPr/>
          </p:nvSpPr>
          <p:spPr>
            <a:xfrm>
              <a:off x="5458615" y="1644805"/>
              <a:ext cx="10749" cy="16386"/>
            </a:xfrm>
            <a:custGeom>
              <a:rect b="b" l="l" r="r" t="t"/>
              <a:pathLst>
                <a:path extrusionOk="0" h="625" w="410">
                  <a:moveTo>
                    <a:pt x="207" y="0"/>
                  </a:moveTo>
                  <a:cubicBezTo>
                    <a:pt x="95" y="0"/>
                    <a:pt x="0" y="91"/>
                    <a:pt x="0" y="203"/>
                  </a:cubicBezTo>
                  <a:lnTo>
                    <a:pt x="0" y="421"/>
                  </a:lnTo>
                  <a:cubicBezTo>
                    <a:pt x="0" y="556"/>
                    <a:pt x="103" y="624"/>
                    <a:pt x="205" y="624"/>
                  </a:cubicBezTo>
                  <a:cubicBezTo>
                    <a:pt x="307" y="624"/>
                    <a:pt x="410" y="556"/>
                    <a:pt x="410" y="421"/>
                  </a:cubicBezTo>
                  <a:lnTo>
                    <a:pt x="410" y="203"/>
                  </a:lnTo>
                  <a:cubicBezTo>
                    <a:pt x="410" y="91"/>
                    <a:pt x="316"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88"/>
            <p:cNvSpPr/>
            <p:nvPr/>
          </p:nvSpPr>
          <p:spPr>
            <a:xfrm>
              <a:off x="5527252" y="1644805"/>
              <a:ext cx="10671" cy="16386"/>
            </a:xfrm>
            <a:custGeom>
              <a:rect b="b" l="l" r="r" t="t"/>
              <a:pathLst>
                <a:path extrusionOk="0" h="625" w="407">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88"/>
            <p:cNvSpPr/>
            <p:nvPr/>
          </p:nvSpPr>
          <p:spPr>
            <a:xfrm>
              <a:off x="5451117" y="1627711"/>
              <a:ext cx="25667" cy="10671"/>
            </a:xfrm>
            <a:custGeom>
              <a:rect b="b" l="l" r="r" t="t"/>
              <a:pathLst>
                <a:path extrusionOk="0" h="407" w="979">
                  <a:moveTo>
                    <a:pt x="272" y="1"/>
                  </a:moveTo>
                  <a:cubicBezTo>
                    <a:pt x="0" y="1"/>
                    <a:pt x="0" y="406"/>
                    <a:pt x="272" y="406"/>
                  </a:cubicBezTo>
                  <a:lnTo>
                    <a:pt x="710" y="406"/>
                  </a:lnTo>
                  <a:cubicBezTo>
                    <a:pt x="978" y="406"/>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88"/>
            <p:cNvSpPr/>
            <p:nvPr/>
          </p:nvSpPr>
          <p:spPr>
            <a:xfrm>
              <a:off x="5519754" y="1627711"/>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88"/>
            <p:cNvSpPr/>
            <p:nvPr/>
          </p:nvSpPr>
          <p:spPr>
            <a:xfrm>
              <a:off x="5327187" y="1513402"/>
              <a:ext cx="342243" cy="364974"/>
            </a:xfrm>
            <a:custGeom>
              <a:rect b="b" l="l" r="r" t="t"/>
              <a:pathLst>
                <a:path extrusionOk="0" h="13921" w="13054">
                  <a:moveTo>
                    <a:pt x="7368" y="406"/>
                  </a:moveTo>
                  <a:cubicBezTo>
                    <a:pt x="7943" y="406"/>
                    <a:pt x="8664" y="739"/>
                    <a:pt x="9120" y="1068"/>
                  </a:cubicBezTo>
                  <a:cubicBezTo>
                    <a:pt x="9617" y="1427"/>
                    <a:pt x="10229" y="2050"/>
                    <a:pt x="10345" y="3006"/>
                  </a:cubicBezTo>
                  <a:cubicBezTo>
                    <a:pt x="10428" y="3701"/>
                    <a:pt x="10627" y="4035"/>
                    <a:pt x="10819" y="4353"/>
                  </a:cubicBezTo>
                  <a:cubicBezTo>
                    <a:pt x="10935" y="4549"/>
                    <a:pt x="11047" y="4737"/>
                    <a:pt x="11134" y="5016"/>
                  </a:cubicBezTo>
                  <a:cubicBezTo>
                    <a:pt x="11257" y="5414"/>
                    <a:pt x="11261" y="5730"/>
                    <a:pt x="11265" y="6063"/>
                  </a:cubicBezTo>
                  <a:cubicBezTo>
                    <a:pt x="11268" y="6374"/>
                    <a:pt x="11272" y="6697"/>
                    <a:pt x="11380" y="7077"/>
                  </a:cubicBezTo>
                  <a:cubicBezTo>
                    <a:pt x="11446" y="7301"/>
                    <a:pt x="11536" y="7519"/>
                    <a:pt x="11645" y="7725"/>
                  </a:cubicBezTo>
                  <a:cubicBezTo>
                    <a:pt x="11826" y="8087"/>
                    <a:pt x="11992" y="8435"/>
                    <a:pt x="11982" y="9228"/>
                  </a:cubicBezTo>
                  <a:cubicBezTo>
                    <a:pt x="11971" y="9974"/>
                    <a:pt x="12174" y="10449"/>
                    <a:pt x="12344" y="10829"/>
                  </a:cubicBezTo>
                  <a:cubicBezTo>
                    <a:pt x="12503" y="11224"/>
                    <a:pt x="12615" y="11484"/>
                    <a:pt x="12474" y="11908"/>
                  </a:cubicBezTo>
                  <a:cubicBezTo>
                    <a:pt x="12344" y="12285"/>
                    <a:pt x="11996" y="12564"/>
                    <a:pt x="11743" y="12723"/>
                  </a:cubicBezTo>
                  <a:lnTo>
                    <a:pt x="11743" y="12028"/>
                  </a:lnTo>
                  <a:cubicBezTo>
                    <a:pt x="11743" y="11387"/>
                    <a:pt x="11341" y="10814"/>
                    <a:pt x="10736" y="10601"/>
                  </a:cubicBezTo>
                  <a:lnTo>
                    <a:pt x="8483" y="9808"/>
                  </a:lnTo>
                  <a:cubicBezTo>
                    <a:pt x="8219" y="9713"/>
                    <a:pt x="8038" y="9460"/>
                    <a:pt x="8038" y="9177"/>
                  </a:cubicBezTo>
                  <a:lnTo>
                    <a:pt x="8038" y="8286"/>
                  </a:lnTo>
                  <a:cubicBezTo>
                    <a:pt x="8983" y="7743"/>
                    <a:pt x="9562" y="6740"/>
                    <a:pt x="9566" y="5650"/>
                  </a:cubicBezTo>
                  <a:lnTo>
                    <a:pt x="9566" y="4926"/>
                  </a:lnTo>
                  <a:lnTo>
                    <a:pt x="9609" y="4958"/>
                  </a:lnTo>
                  <a:cubicBezTo>
                    <a:pt x="10048" y="5266"/>
                    <a:pt x="10337" y="5472"/>
                    <a:pt x="10392" y="6171"/>
                  </a:cubicBezTo>
                  <a:cubicBezTo>
                    <a:pt x="10403" y="6280"/>
                    <a:pt x="10489" y="6360"/>
                    <a:pt x="10594" y="6360"/>
                  </a:cubicBezTo>
                  <a:lnTo>
                    <a:pt x="10613" y="6360"/>
                  </a:lnTo>
                  <a:cubicBezTo>
                    <a:pt x="10725" y="6352"/>
                    <a:pt x="10808" y="6255"/>
                    <a:pt x="10801" y="6142"/>
                  </a:cubicBezTo>
                  <a:cubicBezTo>
                    <a:pt x="10729" y="5248"/>
                    <a:pt x="10301" y="4947"/>
                    <a:pt x="9845" y="4625"/>
                  </a:cubicBezTo>
                  <a:cubicBezTo>
                    <a:pt x="9522" y="4400"/>
                    <a:pt x="9186" y="4161"/>
                    <a:pt x="8881" y="3669"/>
                  </a:cubicBezTo>
                  <a:cubicBezTo>
                    <a:pt x="8385" y="2876"/>
                    <a:pt x="7846" y="2742"/>
                    <a:pt x="7415" y="2633"/>
                  </a:cubicBezTo>
                  <a:cubicBezTo>
                    <a:pt x="7205" y="2579"/>
                    <a:pt x="7023" y="2535"/>
                    <a:pt x="6871" y="2423"/>
                  </a:cubicBezTo>
                  <a:cubicBezTo>
                    <a:pt x="6784" y="2365"/>
                    <a:pt x="6734" y="2264"/>
                    <a:pt x="6734" y="2159"/>
                  </a:cubicBezTo>
                  <a:lnTo>
                    <a:pt x="6734" y="1738"/>
                  </a:lnTo>
                  <a:cubicBezTo>
                    <a:pt x="6737" y="1626"/>
                    <a:pt x="6647" y="1532"/>
                    <a:pt x="6538" y="1525"/>
                  </a:cubicBezTo>
                  <a:cubicBezTo>
                    <a:pt x="6536" y="1525"/>
                    <a:pt x="6534" y="1525"/>
                    <a:pt x="6532" y="1525"/>
                  </a:cubicBezTo>
                  <a:cubicBezTo>
                    <a:pt x="6419" y="1525"/>
                    <a:pt x="6325" y="1617"/>
                    <a:pt x="6328" y="1731"/>
                  </a:cubicBezTo>
                  <a:lnTo>
                    <a:pt x="6328" y="2162"/>
                  </a:lnTo>
                  <a:cubicBezTo>
                    <a:pt x="6328" y="2267"/>
                    <a:pt x="6277" y="2369"/>
                    <a:pt x="6190" y="2430"/>
                  </a:cubicBezTo>
                  <a:cubicBezTo>
                    <a:pt x="6035" y="2539"/>
                    <a:pt x="5857" y="2582"/>
                    <a:pt x="5647" y="2637"/>
                  </a:cubicBezTo>
                  <a:cubicBezTo>
                    <a:pt x="5213" y="2745"/>
                    <a:pt x="4673" y="2879"/>
                    <a:pt x="4180" y="3672"/>
                  </a:cubicBezTo>
                  <a:cubicBezTo>
                    <a:pt x="3876" y="4165"/>
                    <a:pt x="3539" y="4397"/>
                    <a:pt x="3217" y="4629"/>
                  </a:cubicBezTo>
                  <a:cubicBezTo>
                    <a:pt x="2764" y="4951"/>
                    <a:pt x="2330" y="5251"/>
                    <a:pt x="2261" y="6146"/>
                  </a:cubicBezTo>
                  <a:cubicBezTo>
                    <a:pt x="2249" y="6290"/>
                    <a:pt x="2359" y="6367"/>
                    <a:pt x="2467" y="6367"/>
                  </a:cubicBezTo>
                  <a:cubicBezTo>
                    <a:pt x="2563" y="6367"/>
                    <a:pt x="2658" y="6306"/>
                    <a:pt x="2667" y="6179"/>
                  </a:cubicBezTo>
                  <a:cubicBezTo>
                    <a:pt x="2725" y="5476"/>
                    <a:pt x="3014" y="5273"/>
                    <a:pt x="3452" y="4962"/>
                  </a:cubicBezTo>
                  <a:cubicBezTo>
                    <a:pt x="3775" y="4737"/>
                    <a:pt x="4177" y="4451"/>
                    <a:pt x="4528" y="3890"/>
                  </a:cubicBezTo>
                  <a:cubicBezTo>
                    <a:pt x="4934" y="3238"/>
                    <a:pt x="5329" y="3136"/>
                    <a:pt x="5749" y="3031"/>
                  </a:cubicBezTo>
                  <a:cubicBezTo>
                    <a:pt x="6017" y="2963"/>
                    <a:pt x="6288" y="2894"/>
                    <a:pt x="6535" y="2676"/>
                  </a:cubicBezTo>
                  <a:cubicBezTo>
                    <a:pt x="6781" y="2894"/>
                    <a:pt x="7052" y="2963"/>
                    <a:pt x="7320" y="3031"/>
                  </a:cubicBezTo>
                  <a:cubicBezTo>
                    <a:pt x="7737" y="3136"/>
                    <a:pt x="8135" y="3234"/>
                    <a:pt x="8541" y="3890"/>
                  </a:cubicBezTo>
                  <a:cubicBezTo>
                    <a:pt x="8708" y="4161"/>
                    <a:pt x="8914" y="4408"/>
                    <a:pt x="9157" y="4618"/>
                  </a:cubicBezTo>
                  <a:lnTo>
                    <a:pt x="9157" y="5621"/>
                  </a:lnTo>
                  <a:cubicBezTo>
                    <a:pt x="9157" y="7070"/>
                    <a:pt x="8001" y="8268"/>
                    <a:pt x="6553" y="8283"/>
                  </a:cubicBezTo>
                  <a:cubicBezTo>
                    <a:pt x="6546" y="8283"/>
                    <a:pt x="6539" y="8283"/>
                    <a:pt x="6533" y="8283"/>
                  </a:cubicBezTo>
                  <a:cubicBezTo>
                    <a:pt x="5079" y="8283"/>
                    <a:pt x="3898" y="7106"/>
                    <a:pt x="3898" y="5653"/>
                  </a:cubicBezTo>
                  <a:lnTo>
                    <a:pt x="3898" y="5581"/>
                  </a:lnTo>
                  <a:cubicBezTo>
                    <a:pt x="3898" y="5465"/>
                    <a:pt x="3811" y="5375"/>
                    <a:pt x="3699" y="5367"/>
                  </a:cubicBezTo>
                  <a:cubicBezTo>
                    <a:pt x="3697" y="5367"/>
                    <a:pt x="3694" y="5367"/>
                    <a:pt x="3692" y="5367"/>
                  </a:cubicBezTo>
                  <a:cubicBezTo>
                    <a:pt x="3579" y="5367"/>
                    <a:pt x="3489" y="5457"/>
                    <a:pt x="3489" y="5570"/>
                  </a:cubicBezTo>
                  <a:lnTo>
                    <a:pt x="3489" y="5653"/>
                  </a:lnTo>
                  <a:cubicBezTo>
                    <a:pt x="3489" y="6740"/>
                    <a:pt x="4072" y="7743"/>
                    <a:pt x="5013" y="8286"/>
                  </a:cubicBezTo>
                  <a:lnTo>
                    <a:pt x="5013" y="9177"/>
                  </a:lnTo>
                  <a:cubicBezTo>
                    <a:pt x="5013" y="9460"/>
                    <a:pt x="4836" y="9713"/>
                    <a:pt x="4568" y="9808"/>
                  </a:cubicBezTo>
                  <a:lnTo>
                    <a:pt x="2319" y="10601"/>
                  </a:lnTo>
                  <a:cubicBezTo>
                    <a:pt x="1714" y="10814"/>
                    <a:pt x="1308" y="11387"/>
                    <a:pt x="1308" y="12028"/>
                  </a:cubicBezTo>
                  <a:lnTo>
                    <a:pt x="1308" y="12723"/>
                  </a:lnTo>
                  <a:cubicBezTo>
                    <a:pt x="1059" y="12564"/>
                    <a:pt x="711" y="12288"/>
                    <a:pt x="580" y="11908"/>
                  </a:cubicBezTo>
                  <a:cubicBezTo>
                    <a:pt x="436" y="11484"/>
                    <a:pt x="551" y="11224"/>
                    <a:pt x="722" y="10829"/>
                  </a:cubicBezTo>
                  <a:cubicBezTo>
                    <a:pt x="888" y="10445"/>
                    <a:pt x="1091" y="9974"/>
                    <a:pt x="1084" y="9228"/>
                  </a:cubicBezTo>
                  <a:cubicBezTo>
                    <a:pt x="1073" y="8435"/>
                    <a:pt x="1240" y="8091"/>
                    <a:pt x="1421" y="7725"/>
                  </a:cubicBezTo>
                  <a:cubicBezTo>
                    <a:pt x="1529" y="7519"/>
                    <a:pt x="1616" y="7301"/>
                    <a:pt x="1685" y="7077"/>
                  </a:cubicBezTo>
                  <a:cubicBezTo>
                    <a:pt x="1794" y="6697"/>
                    <a:pt x="1797" y="6374"/>
                    <a:pt x="1801" y="6063"/>
                  </a:cubicBezTo>
                  <a:cubicBezTo>
                    <a:pt x="1805" y="5730"/>
                    <a:pt x="1808" y="5414"/>
                    <a:pt x="1928" y="5016"/>
                  </a:cubicBezTo>
                  <a:cubicBezTo>
                    <a:pt x="2015" y="4737"/>
                    <a:pt x="2123" y="4549"/>
                    <a:pt x="2246" y="4353"/>
                  </a:cubicBezTo>
                  <a:cubicBezTo>
                    <a:pt x="2438" y="4031"/>
                    <a:pt x="2638" y="3701"/>
                    <a:pt x="2717" y="3006"/>
                  </a:cubicBezTo>
                  <a:cubicBezTo>
                    <a:pt x="2833" y="2050"/>
                    <a:pt x="3442" y="1427"/>
                    <a:pt x="3938" y="1068"/>
                  </a:cubicBezTo>
                  <a:cubicBezTo>
                    <a:pt x="4572" y="612"/>
                    <a:pt x="5278" y="406"/>
                    <a:pt x="5694" y="406"/>
                  </a:cubicBezTo>
                  <a:cubicBezTo>
                    <a:pt x="5894" y="406"/>
                    <a:pt x="6056" y="445"/>
                    <a:pt x="6176" y="525"/>
                  </a:cubicBezTo>
                  <a:cubicBezTo>
                    <a:pt x="6283" y="598"/>
                    <a:pt x="6406" y="634"/>
                    <a:pt x="6530" y="634"/>
                  </a:cubicBezTo>
                  <a:cubicBezTo>
                    <a:pt x="6653" y="634"/>
                    <a:pt x="6777" y="598"/>
                    <a:pt x="6886" y="525"/>
                  </a:cubicBezTo>
                  <a:cubicBezTo>
                    <a:pt x="7005" y="445"/>
                    <a:pt x="7168" y="406"/>
                    <a:pt x="7368" y="406"/>
                  </a:cubicBezTo>
                  <a:close/>
                  <a:moveTo>
                    <a:pt x="5691" y="0"/>
                  </a:moveTo>
                  <a:cubicBezTo>
                    <a:pt x="5104" y="0"/>
                    <a:pt x="4318" y="290"/>
                    <a:pt x="3695" y="739"/>
                  </a:cubicBezTo>
                  <a:cubicBezTo>
                    <a:pt x="3137" y="1144"/>
                    <a:pt x="2442" y="1858"/>
                    <a:pt x="2312" y="2959"/>
                  </a:cubicBezTo>
                  <a:cubicBezTo>
                    <a:pt x="2239" y="3567"/>
                    <a:pt x="2069" y="3850"/>
                    <a:pt x="1892" y="4143"/>
                  </a:cubicBezTo>
                  <a:cubicBezTo>
                    <a:pt x="1739" y="4379"/>
                    <a:pt x="1620" y="4632"/>
                    <a:pt x="1537" y="4897"/>
                  </a:cubicBezTo>
                  <a:cubicBezTo>
                    <a:pt x="1399" y="5353"/>
                    <a:pt x="1395" y="5711"/>
                    <a:pt x="1392" y="6059"/>
                  </a:cubicBezTo>
                  <a:cubicBezTo>
                    <a:pt x="1388" y="6356"/>
                    <a:pt x="1384" y="6639"/>
                    <a:pt x="1290" y="6968"/>
                  </a:cubicBezTo>
                  <a:cubicBezTo>
                    <a:pt x="1229" y="7167"/>
                    <a:pt x="1149" y="7363"/>
                    <a:pt x="1051" y="7548"/>
                  </a:cubicBezTo>
                  <a:cubicBezTo>
                    <a:pt x="859" y="7939"/>
                    <a:pt x="660" y="8344"/>
                    <a:pt x="675" y="9232"/>
                  </a:cubicBezTo>
                  <a:cubicBezTo>
                    <a:pt x="682" y="9891"/>
                    <a:pt x="504" y="10304"/>
                    <a:pt x="349" y="10666"/>
                  </a:cubicBezTo>
                  <a:cubicBezTo>
                    <a:pt x="168" y="11079"/>
                    <a:pt x="1" y="11466"/>
                    <a:pt x="193" y="12039"/>
                  </a:cubicBezTo>
                  <a:cubicBezTo>
                    <a:pt x="407" y="12672"/>
                    <a:pt x="1037" y="13053"/>
                    <a:pt x="1308" y="13190"/>
                  </a:cubicBezTo>
                  <a:lnTo>
                    <a:pt x="1308" y="13719"/>
                  </a:lnTo>
                  <a:cubicBezTo>
                    <a:pt x="1308" y="13853"/>
                    <a:pt x="1411" y="13920"/>
                    <a:pt x="1513" y="13920"/>
                  </a:cubicBezTo>
                  <a:cubicBezTo>
                    <a:pt x="1615" y="13920"/>
                    <a:pt x="1718" y="13853"/>
                    <a:pt x="1718" y="13719"/>
                  </a:cubicBezTo>
                  <a:lnTo>
                    <a:pt x="1718" y="12028"/>
                  </a:lnTo>
                  <a:cubicBezTo>
                    <a:pt x="1718" y="11832"/>
                    <a:pt x="1768" y="11640"/>
                    <a:pt x="1866" y="11474"/>
                  </a:cubicBezTo>
                  <a:lnTo>
                    <a:pt x="2830" y="12299"/>
                  </a:lnTo>
                  <a:cubicBezTo>
                    <a:pt x="2978" y="12426"/>
                    <a:pt x="3061" y="12611"/>
                    <a:pt x="3061" y="12806"/>
                  </a:cubicBezTo>
                  <a:lnTo>
                    <a:pt x="3061" y="13719"/>
                  </a:lnTo>
                  <a:cubicBezTo>
                    <a:pt x="3061" y="13853"/>
                    <a:pt x="3164" y="13920"/>
                    <a:pt x="3266" y="13920"/>
                  </a:cubicBezTo>
                  <a:cubicBezTo>
                    <a:pt x="3368" y="13920"/>
                    <a:pt x="3471" y="13853"/>
                    <a:pt x="3471" y="13719"/>
                  </a:cubicBezTo>
                  <a:lnTo>
                    <a:pt x="3471" y="12806"/>
                  </a:lnTo>
                  <a:cubicBezTo>
                    <a:pt x="3471" y="12495"/>
                    <a:pt x="3333" y="12198"/>
                    <a:pt x="3094" y="11991"/>
                  </a:cubicBezTo>
                  <a:lnTo>
                    <a:pt x="2131" y="11166"/>
                  </a:lnTo>
                  <a:cubicBezTo>
                    <a:pt x="2228" y="11086"/>
                    <a:pt x="2337" y="11024"/>
                    <a:pt x="2453" y="10985"/>
                  </a:cubicBezTo>
                  <a:lnTo>
                    <a:pt x="3749" y="10525"/>
                  </a:lnTo>
                  <a:cubicBezTo>
                    <a:pt x="4626" y="11676"/>
                    <a:pt x="5535" y="12444"/>
                    <a:pt x="6448" y="12814"/>
                  </a:cubicBezTo>
                  <a:cubicBezTo>
                    <a:pt x="6473" y="12824"/>
                    <a:pt x="6499" y="12830"/>
                    <a:pt x="6525" y="12830"/>
                  </a:cubicBezTo>
                  <a:cubicBezTo>
                    <a:pt x="6551" y="12830"/>
                    <a:pt x="6576" y="12824"/>
                    <a:pt x="6600" y="12814"/>
                  </a:cubicBezTo>
                  <a:cubicBezTo>
                    <a:pt x="7157" y="12589"/>
                    <a:pt x="7719" y="12209"/>
                    <a:pt x="8273" y="11684"/>
                  </a:cubicBezTo>
                  <a:cubicBezTo>
                    <a:pt x="8425" y="11538"/>
                    <a:pt x="8291" y="11326"/>
                    <a:pt x="8131" y="11326"/>
                  </a:cubicBezTo>
                  <a:cubicBezTo>
                    <a:pt x="8084" y="11326"/>
                    <a:pt x="8035" y="11344"/>
                    <a:pt x="7990" y="11387"/>
                  </a:cubicBezTo>
                  <a:cubicBezTo>
                    <a:pt x="7502" y="11854"/>
                    <a:pt x="7009" y="12194"/>
                    <a:pt x="6524" y="12404"/>
                  </a:cubicBezTo>
                  <a:cubicBezTo>
                    <a:pt x="5560" y="11988"/>
                    <a:pt x="4724" y="11111"/>
                    <a:pt x="4155" y="10383"/>
                  </a:cubicBezTo>
                  <a:lnTo>
                    <a:pt x="4702" y="10188"/>
                  </a:lnTo>
                  <a:cubicBezTo>
                    <a:pt x="5133" y="10036"/>
                    <a:pt x="5419" y="9630"/>
                    <a:pt x="5419" y="9174"/>
                  </a:cubicBezTo>
                  <a:lnTo>
                    <a:pt x="5419" y="8482"/>
                  </a:lnTo>
                  <a:cubicBezTo>
                    <a:pt x="5774" y="8621"/>
                    <a:pt x="6149" y="8691"/>
                    <a:pt x="6524" y="8691"/>
                  </a:cubicBezTo>
                  <a:cubicBezTo>
                    <a:pt x="6899" y="8691"/>
                    <a:pt x="7273" y="8621"/>
                    <a:pt x="7628" y="8482"/>
                  </a:cubicBezTo>
                  <a:lnTo>
                    <a:pt x="7628" y="9177"/>
                  </a:lnTo>
                  <a:cubicBezTo>
                    <a:pt x="7628" y="9634"/>
                    <a:pt x="7914" y="10039"/>
                    <a:pt x="8345" y="10191"/>
                  </a:cubicBezTo>
                  <a:lnTo>
                    <a:pt x="8892" y="10387"/>
                  </a:lnTo>
                  <a:cubicBezTo>
                    <a:pt x="8780" y="10532"/>
                    <a:pt x="8664" y="10673"/>
                    <a:pt x="8548" y="10804"/>
                  </a:cubicBezTo>
                  <a:cubicBezTo>
                    <a:pt x="8416" y="10958"/>
                    <a:pt x="8554" y="11146"/>
                    <a:pt x="8706" y="11146"/>
                  </a:cubicBezTo>
                  <a:cubicBezTo>
                    <a:pt x="8758" y="11146"/>
                    <a:pt x="8811" y="11124"/>
                    <a:pt x="8856" y="11072"/>
                  </a:cubicBezTo>
                  <a:cubicBezTo>
                    <a:pt x="9005" y="10901"/>
                    <a:pt x="9153" y="10720"/>
                    <a:pt x="9298" y="10528"/>
                  </a:cubicBezTo>
                  <a:lnTo>
                    <a:pt x="10594" y="10988"/>
                  </a:lnTo>
                  <a:cubicBezTo>
                    <a:pt x="10718" y="11028"/>
                    <a:pt x="10830" y="11093"/>
                    <a:pt x="10928" y="11173"/>
                  </a:cubicBezTo>
                  <a:lnTo>
                    <a:pt x="9975" y="11991"/>
                  </a:lnTo>
                  <a:cubicBezTo>
                    <a:pt x="9736" y="12194"/>
                    <a:pt x="9599" y="12491"/>
                    <a:pt x="9599" y="12806"/>
                  </a:cubicBezTo>
                  <a:lnTo>
                    <a:pt x="9599" y="13719"/>
                  </a:lnTo>
                  <a:cubicBezTo>
                    <a:pt x="9599" y="13853"/>
                    <a:pt x="9701" y="13920"/>
                    <a:pt x="9803" y="13920"/>
                  </a:cubicBezTo>
                  <a:cubicBezTo>
                    <a:pt x="9905" y="13920"/>
                    <a:pt x="10008" y="13853"/>
                    <a:pt x="10008" y="13719"/>
                  </a:cubicBezTo>
                  <a:lnTo>
                    <a:pt x="10008" y="12806"/>
                  </a:lnTo>
                  <a:cubicBezTo>
                    <a:pt x="10008" y="12611"/>
                    <a:pt x="10091" y="12426"/>
                    <a:pt x="10240" y="12299"/>
                  </a:cubicBezTo>
                  <a:lnTo>
                    <a:pt x="11188" y="11484"/>
                  </a:lnTo>
                  <a:cubicBezTo>
                    <a:pt x="11283" y="11651"/>
                    <a:pt x="11333" y="11839"/>
                    <a:pt x="11333" y="12028"/>
                  </a:cubicBezTo>
                  <a:lnTo>
                    <a:pt x="11333" y="13719"/>
                  </a:lnTo>
                  <a:cubicBezTo>
                    <a:pt x="11333" y="13853"/>
                    <a:pt x="11435" y="13920"/>
                    <a:pt x="11536" y="13920"/>
                  </a:cubicBezTo>
                  <a:cubicBezTo>
                    <a:pt x="11638" y="13920"/>
                    <a:pt x="11739" y="13853"/>
                    <a:pt x="11739" y="13719"/>
                  </a:cubicBezTo>
                  <a:lnTo>
                    <a:pt x="11739" y="13190"/>
                  </a:lnTo>
                  <a:cubicBezTo>
                    <a:pt x="12011" y="13053"/>
                    <a:pt x="12641" y="12672"/>
                    <a:pt x="12854" y="12039"/>
                  </a:cubicBezTo>
                  <a:cubicBezTo>
                    <a:pt x="13054" y="11466"/>
                    <a:pt x="12883" y="11079"/>
                    <a:pt x="12706" y="10666"/>
                  </a:cubicBezTo>
                  <a:cubicBezTo>
                    <a:pt x="12547" y="10304"/>
                    <a:pt x="12369" y="9891"/>
                    <a:pt x="12380" y="9235"/>
                  </a:cubicBezTo>
                  <a:cubicBezTo>
                    <a:pt x="12391" y="8344"/>
                    <a:pt x="12192" y="7939"/>
                    <a:pt x="12000" y="7548"/>
                  </a:cubicBezTo>
                  <a:cubicBezTo>
                    <a:pt x="11902" y="7363"/>
                    <a:pt x="11822" y="7167"/>
                    <a:pt x="11764" y="6968"/>
                  </a:cubicBezTo>
                  <a:cubicBezTo>
                    <a:pt x="11670" y="6639"/>
                    <a:pt x="11667" y="6360"/>
                    <a:pt x="11663" y="6059"/>
                  </a:cubicBezTo>
                  <a:cubicBezTo>
                    <a:pt x="11659" y="5711"/>
                    <a:pt x="11656" y="5353"/>
                    <a:pt x="11518" y="4900"/>
                  </a:cubicBezTo>
                  <a:cubicBezTo>
                    <a:pt x="11431" y="4632"/>
                    <a:pt x="11312" y="4379"/>
                    <a:pt x="11159" y="4147"/>
                  </a:cubicBezTo>
                  <a:cubicBezTo>
                    <a:pt x="10982" y="3850"/>
                    <a:pt x="10815" y="3567"/>
                    <a:pt x="10743" y="2959"/>
                  </a:cubicBezTo>
                  <a:cubicBezTo>
                    <a:pt x="10613" y="1858"/>
                    <a:pt x="9917" y="1144"/>
                    <a:pt x="9356" y="742"/>
                  </a:cubicBezTo>
                  <a:cubicBezTo>
                    <a:pt x="8733" y="290"/>
                    <a:pt x="7951" y="0"/>
                    <a:pt x="7360" y="0"/>
                  </a:cubicBezTo>
                  <a:cubicBezTo>
                    <a:pt x="7081" y="0"/>
                    <a:pt x="6846" y="65"/>
                    <a:pt x="6654" y="188"/>
                  </a:cubicBezTo>
                  <a:cubicBezTo>
                    <a:pt x="6616" y="215"/>
                    <a:pt x="6572" y="229"/>
                    <a:pt x="6527" y="229"/>
                  </a:cubicBezTo>
                  <a:cubicBezTo>
                    <a:pt x="6482" y="229"/>
                    <a:pt x="6437" y="215"/>
                    <a:pt x="6397" y="188"/>
                  </a:cubicBezTo>
                  <a:cubicBezTo>
                    <a:pt x="6209" y="65"/>
                    <a:pt x="5970" y="0"/>
                    <a:pt x="5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6" name="Google Shape;17776;p88"/>
          <p:cNvGrpSpPr/>
          <p:nvPr/>
        </p:nvGrpSpPr>
        <p:grpSpPr>
          <a:xfrm>
            <a:off x="5782978" y="1513402"/>
            <a:ext cx="330839" cy="364974"/>
            <a:chOff x="5782978" y="1513402"/>
            <a:chExt cx="330839" cy="364974"/>
          </a:xfrm>
        </p:grpSpPr>
        <p:sp>
          <p:nvSpPr>
            <p:cNvPr id="17777" name="Google Shape;17777;p88"/>
            <p:cNvSpPr/>
            <p:nvPr/>
          </p:nvSpPr>
          <p:spPr>
            <a:xfrm>
              <a:off x="5788379" y="1695876"/>
              <a:ext cx="320011" cy="177230"/>
            </a:xfrm>
            <a:custGeom>
              <a:rect b="b" l="l" r="r" t="t"/>
              <a:pathLst>
                <a:path extrusionOk="0" h="6760" w="12206">
                  <a:moveTo>
                    <a:pt x="4133" y="1"/>
                  </a:moveTo>
                  <a:lnTo>
                    <a:pt x="4140" y="1258"/>
                  </a:lnTo>
                  <a:cubicBezTo>
                    <a:pt x="4140" y="1428"/>
                    <a:pt x="4071" y="1594"/>
                    <a:pt x="3948" y="1718"/>
                  </a:cubicBezTo>
                  <a:lnTo>
                    <a:pt x="3195" y="2471"/>
                  </a:lnTo>
                  <a:cubicBezTo>
                    <a:pt x="3101" y="2565"/>
                    <a:pt x="2981" y="2630"/>
                    <a:pt x="2851" y="2652"/>
                  </a:cubicBezTo>
                  <a:lnTo>
                    <a:pt x="1435" y="2909"/>
                  </a:lnTo>
                  <a:cubicBezTo>
                    <a:pt x="602" y="3058"/>
                    <a:pt x="1" y="3782"/>
                    <a:pt x="1" y="4626"/>
                  </a:cubicBezTo>
                  <a:lnTo>
                    <a:pt x="1" y="6759"/>
                  </a:lnTo>
                  <a:lnTo>
                    <a:pt x="12206" y="6759"/>
                  </a:lnTo>
                  <a:lnTo>
                    <a:pt x="12206" y="4626"/>
                  </a:lnTo>
                  <a:cubicBezTo>
                    <a:pt x="12206" y="3782"/>
                    <a:pt x="11601" y="3058"/>
                    <a:pt x="10772" y="2909"/>
                  </a:cubicBezTo>
                  <a:lnTo>
                    <a:pt x="9356" y="2652"/>
                  </a:lnTo>
                  <a:cubicBezTo>
                    <a:pt x="9225" y="2630"/>
                    <a:pt x="9102" y="2565"/>
                    <a:pt x="9008" y="2471"/>
                  </a:cubicBezTo>
                  <a:lnTo>
                    <a:pt x="8255" y="1718"/>
                  </a:lnTo>
                  <a:cubicBezTo>
                    <a:pt x="8135" y="1594"/>
                    <a:pt x="8066" y="1428"/>
                    <a:pt x="8066" y="1258"/>
                  </a:cubicBezTo>
                  <a:lnTo>
                    <a:pt x="80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88"/>
            <p:cNvSpPr/>
            <p:nvPr/>
          </p:nvSpPr>
          <p:spPr>
            <a:xfrm>
              <a:off x="5896736" y="1695876"/>
              <a:ext cx="103323" cy="45750"/>
            </a:xfrm>
            <a:custGeom>
              <a:rect b="b" l="l" r="r" t="t"/>
              <a:pathLst>
                <a:path extrusionOk="0" h="1745" w="3941">
                  <a:moveTo>
                    <a:pt x="0" y="1"/>
                  </a:moveTo>
                  <a:lnTo>
                    <a:pt x="4" y="1077"/>
                  </a:lnTo>
                  <a:cubicBezTo>
                    <a:pt x="583" y="1522"/>
                    <a:pt x="1276" y="1745"/>
                    <a:pt x="1968" y="1745"/>
                  </a:cubicBezTo>
                  <a:cubicBezTo>
                    <a:pt x="2661" y="1745"/>
                    <a:pt x="3354" y="1522"/>
                    <a:pt x="3933" y="1077"/>
                  </a:cubicBezTo>
                  <a:lnTo>
                    <a:pt x="394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88"/>
            <p:cNvSpPr/>
            <p:nvPr/>
          </p:nvSpPr>
          <p:spPr>
            <a:xfrm>
              <a:off x="5862627" y="1518698"/>
              <a:ext cx="171515" cy="120050"/>
            </a:xfrm>
            <a:custGeom>
              <a:rect b="b" l="l" r="r" t="t"/>
              <a:pathLst>
                <a:path extrusionOk="0" h="4579" w="6542">
                  <a:moveTo>
                    <a:pt x="874" y="1"/>
                  </a:moveTo>
                  <a:cubicBezTo>
                    <a:pt x="392" y="1"/>
                    <a:pt x="1" y="392"/>
                    <a:pt x="1" y="874"/>
                  </a:cubicBezTo>
                  <a:lnTo>
                    <a:pt x="1" y="4579"/>
                  </a:lnTo>
                  <a:lnTo>
                    <a:pt x="6542" y="4579"/>
                  </a:lnTo>
                  <a:lnTo>
                    <a:pt x="6542" y="874"/>
                  </a:lnTo>
                  <a:cubicBezTo>
                    <a:pt x="6542" y="392"/>
                    <a:pt x="6151" y="1"/>
                    <a:pt x="566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88"/>
            <p:cNvSpPr/>
            <p:nvPr/>
          </p:nvSpPr>
          <p:spPr>
            <a:xfrm>
              <a:off x="5851248" y="1575879"/>
              <a:ext cx="194298" cy="148706"/>
            </a:xfrm>
            <a:custGeom>
              <a:rect b="b" l="l" r="r" t="t"/>
              <a:pathLst>
                <a:path extrusionOk="0" h="5672" w="7411">
                  <a:moveTo>
                    <a:pt x="2181" y="0"/>
                  </a:moveTo>
                  <a:cubicBezTo>
                    <a:pt x="1699" y="0"/>
                    <a:pt x="1308" y="391"/>
                    <a:pt x="1308" y="873"/>
                  </a:cubicBezTo>
                  <a:lnTo>
                    <a:pt x="1308" y="1525"/>
                  </a:lnTo>
                  <a:cubicBezTo>
                    <a:pt x="1308" y="1767"/>
                    <a:pt x="1112" y="1963"/>
                    <a:pt x="869" y="1963"/>
                  </a:cubicBezTo>
                  <a:lnTo>
                    <a:pt x="543" y="1963"/>
                  </a:lnTo>
                  <a:cubicBezTo>
                    <a:pt x="243" y="1963"/>
                    <a:pt x="0" y="2206"/>
                    <a:pt x="0" y="2506"/>
                  </a:cubicBezTo>
                  <a:cubicBezTo>
                    <a:pt x="0" y="2807"/>
                    <a:pt x="243" y="3053"/>
                    <a:pt x="543" y="3053"/>
                  </a:cubicBezTo>
                  <a:lnTo>
                    <a:pt x="884" y="3053"/>
                  </a:lnTo>
                  <a:cubicBezTo>
                    <a:pt x="996" y="4527"/>
                    <a:pt x="2224" y="5672"/>
                    <a:pt x="3705" y="5672"/>
                  </a:cubicBezTo>
                  <a:cubicBezTo>
                    <a:pt x="5187" y="5672"/>
                    <a:pt x="6418" y="4527"/>
                    <a:pt x="6530" y="3053"/>
                  </a:cubicBezTo>
                  <a:lnTo>
                    <a:pt x="6867" y="3053"/>
                  </a:lnTo>
                  <a:cubicBezTo>
                    <a:pt x="7168" y="3053"/>
                    <a:pt x="7410" y="2807"/>
                    <a:pt x="7410" y="2506"/>
                  </a:cubicBezTo>
                  <a:cubicBezTo>
                    <a:pt x="7410" y="2206"/>
                    <a:pt x="7168" y="1963"/>
                    <a:pt x="6867" y="1963"/>
                  </a:cubicBezTo>
                  <a:lnTo>
                    <a:pt x="6537" y="1963"/>
                  </a:lnTo>
                  <a:cubicBezTo>
                    <a:pt x="6298" y="1963"/>
                    <a:pt x="6103" y="1767"/>
                    <a:pt x="6103" y="1528"/>
                  </a:cubicBezTo>
                  <a:lnTo>
                    <a:pt x="6103" y="873"/>
                  </a:lnTo>
                  <a:cubicBezTo>
                    <a:pt x="6103" y="391"/>
                    <a:pt x="5712" y="0"/>
                    <a:pt x="523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88"/>
            <p:cNvSpPr/>
            <p:nvPr/>
          </p:nvSpPr>
          <p:spPr>
            <a:xfrm>
              <a:off x="5914091" y="1518698"/>
              <a:ext cx="119971" cy="40113"/>
            </a:xfrm>
            <a:custGeom>
              <a:rect b="b" l="l" r="r" t="t"/>
              <a:pathLst>
                <a:path extrusionOk="0" h="1530" w="4576">
                  <a:moveTo>
                    <a:pt x="1" y="1"/>
                  </a:moveTo>
                  <a:lnTo>
                    <a:pt x="1" y="439"/>
                  </a:lnTo>
                  <a:cubicBezTo>
                    <a:pt x="1" y="1040"/>
                    <a:pt x="490" y="1529"/>
                    <a:pt x="1091" y="1529"/>
                  </a:cubicBezTo>
                  <a:lnTo>
                    <a:pt x="4575" y="1529"/>
                  </a:lnTo>
                  <a:lnTo>
                    <a:pt x="4575" y="874"/>
                  </a:lnTo>
                  <a:cubicBezTo>
                    <a:pt x="4575" y="392"/>
                    <a:pt x="4188" y="1"/>
                    <a:pt x="370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88"/>
            <p:cNvSpPr/>
            <p:nvPr/>
          </p:nvSpPr>
          <p:spPr>
            <a:xfrm>
              <a:off x="5856937" y="1753057"/>
              <a:ext cx="182893" cy="120050"/>
            </a:xfrm>
            <a:custGeom>
              <a:rect b="b" l="l" r="r" t="t"/>
              <a:pathLst>
                <a:path extrusionOk="0" h="4579" w="6976">
                  <a:moveTo>
                    <a:pt x="873" y="0"/>
                  </a:moveTo>
                  <a:lnTo>
                    <a:pt x="580" y="290"/>
                  </a:lnTo>
                  <a:cubicBezTo>
                    <a:pt x="486" y="384"/>
                    <a:pt x="366" y="449"/>
                    <a:pt x="236" y="471"/>
                  </a:cubicBezTo>
                  <a:lnTo>
                    <a:pt x="1" y="514"/>
                  </a:lnTo>
                  <a:lnTo>
                    <a:pt x="1" y="4578"/>
                  </a:lnTo>
                  <a:lnTo>
                    <a:pt x="6976" y="4578"/>
                  </a:lnTo>
                  <a:lnTo>
                    <a:pt x="6976" y="514"/>
                  </a:lnTo>
                  <a:lnTo>
                    <a:pt x="6741" y="471"/>
                  </a:lnTo>
                  <a:cubicBezTo>
                    <a:pt x="6610" y="446"/>
                    <a:pt x="6487" y="384"/>
                    <a:pt x="6393" y="290"/>
                  </a:cubicBezTo>
                  <a:lnTo>
                    <a:pt x="6103" y="0"/>
                  </a:lnTo>
                  <a:lnTo>
                    <a:pt x="6103" y="869"/>
                  </a:lnTo>
                  <a:cubicBezTo>
                    <a:pt x="6103" y="2314"/>
                    <a:pt x="4933" y="3484"/>
                    <a:pt x="3488" y="3484"/>
                  </a:cubicBezTo>
                  <a:cubicBezTo>
                    <a:pt x="2043" y="3484"/>
                    <a:pt x="873" y="2314"/>
                    <a:pt x="873" y="869"/>
                  </a:cubicBezTo>
                  <a:lnTo>
                    <a:pt x="873"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88"/>
            <p:cNvSpPr/>
            <p:nvPr/>
          </p:nvSpPr>
          <p:spPr>
            <a:xfrm>
              <a:off x="5839844" y="1827305"/>
              <a:ext cx="17120" cy="45802"/>
            </a:xfrm>
            <a:custGeom>
              <a:rect b="b" l="l" r="r" t="t"/>
              <a:pathLst>
                <a:path extrusionOk="0" h="1747" w="653">
                  <a:moveTo>
                    <a:pt x="653" y="0"/>
                  </a:moveTo>
                  <a:cubicBezTo>
                    <a:pt x="290" y="0"/>
                    <a:pt x="1" y="294"/>
                    <a:pt x="1" y="656"/>
                  </a:cubicBezTo>
                  <a:lnTo>
                    <a:pt x="1" y="1746"/>
                  </a:lnTo>
                  <a:lnTo>
                    <a:pt x="653" y="1746"/>
                  </a:lnTo>
                  <a:lnTo>
                    <a:pt x="6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88"/>
            <p:cNvSpPr/>
            <p:nvPr/>
          </p:nvSpPr>
          <p:spPr>
            <a:xfrm>
              <a:off x="6039804" y="1827305"/>
              <a:ext cx="17120" cy="45802"/>
            </a:xfrm>
            <a:custGeom>
              <a:rect b="b" l="l" r="r" t="t"/>
              <a:pathLst>
                <a:path extrusionOk="0" h="1747" w="653">
                  <a:moveTo>
                    <a:pt x="1" y="0"/>
                  </a:moveTo>
                  <a:lnTo>
                    <a:pt x="1" y="1746"/>
                  </a:lnTo>
                  <a:lnTo>
                    <a:pt x="653" y="1746"/>
                  </a:lnTo>
                  <a:lnTo>
                    <a:pt x="653" y="656"/>
                  </a:lnTo>
                  <a:cubicBezTo>
                    <a:pt x="653" y="294"/>
                    <a:pt x="360" y="0"/>
                    <a:pt x="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88"/>
            <p:cNvSpPr/>
            <p:nvPr/>
          </p:nvSpPr>
          <p:spPr>
            <a:xfrm>
              <a:off x="5850383" y="1575879"/>
              <a:ext cx="160110" cy="148653"/>
            </a:xfrm>
            <a:custGeom>
              <a:rect b="b" l="l" r="r" t="t"/>
              <a:pathLst>
                <a:path extrusionOk="0" h="5670" w="6107">
                  <a:moveTo>
                    <a:pt x="2214" y="0"/>
                  </a:moveTo>
                  <a:cubicBezTo>
                    <a:pt x="1732" y="0"/>
                    <a:pt x="1341" y="391"/>
                    <a:pt x="1341" y="873"/>
                  </a:cubicBezTo>
                  <a:lnTo>
                    <a:pt x="1341" y="1525"/>
                  </a:lnTo>
                  <a:cubicBezTo>
                    <a:pt x="1341" y="1767"/>
                    <a:pt x="1145" y="1963"/>
                    <a:pt x="902" y="1963"/>
                  </a:cubicBezTo>
                  <a:lnTo>
                    <a:pt x="609" y="1963"/>
                  </a:lnTo>
                  <a:cubicBezTo>
                    <a:pt x="323" y="1963"/>
                    <a:pt x="66" y="2166"/>
                    <a:pt x="37" y="2452"/>
                  </a:cubicBezTo>
                  <a:cubicBezTo>
                    <a:pt x="1" y="2774"/>
                    <a:pt x="254" y="3053"/>
                    <a:pt x="580" y="3053"/>
                  </a:cubicBezTo>
                  <a:lnTo>
                    <a:pt x="917" y="3053"/>
                  </a:lnTo>
                  <a:cubicBezTo>
                    <a:pt x="1022" y="4548"/>
                    <a:pt x="2270" y="5669"/>
                    <a:pt x="3717" y="5669"/>
                  </a:cubicBezTo>
                  <a:cubicBezTo>
                    <a:pt x="3868" y="5669"/>
                    <a:pt x="4022" y="5657"/>
                    <a:pt x="4176" y="5632"/>
                  </a:cubicBezTo>
                  <a:cubicBezTo>
                    <a:pt x="2797" y="5418"/>
                    <a:pt x="1775" y="4230"/>
                    <a:pt x="1779" y="2832"/>
                  </a:cubicBezTo>
                  <a:lnTo>
                    <a:pt x="1779" y="1525"/>
                  </a:lnTo>
                  <a:cubicBezTo>
                    <a:pt x="1779" y="1043"/>
                    <a:pt x="2166" y="656"/>
                    <a:pt x="2648" y="656"/>
                  </a:cubicBezTo>
                  <a:lnTo>
                    <a:pt x="6107" y="656"/>
                  </a:lnTo>
                  <a:cubicBezTo>
                    <a:pt x="6005" y="268"/>
                    <a:pt x="5661" y="0"/>
                    <a:pt x="526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88"/>
            <p:cNvSpPr/>
            <p:nvPr/>
          </p:nvSpPr>
          <p:spPr>
            <a:xfrm>
              <a:off x="5908796" y="1627711"/>
              <a:ext cx="10644" cy="16386"/>
            </a:xfrm>
            <a:custGeom>
              <a:rect b="b" l="l" r="r" t="t"/>
              <a:pathLst>
                <a:path extrusionOk="0" h="625" w="406">
                  <a:moveTo>
                    <a:pt x="203" y="1"/>
                  </a:moveTo>
                  <a:cubicBezTo>
                    <a:pt x="91" y="1"/>
                    <a:pt x="0" y="91"/>
                    <a:pt x="0" y="203"/>
                  </a:cubicBezTo>
                  <a:lnTo>
                    <a:pt x="0" y="421"/>
                  </a:lnTo>
                  <a:cubicBezTo>
                    <a:pt x="0" y="556"/>
                    <a:pt x="101" y="624"/>
                    <a:pt x="203" y="624"/>
                  </a:cubicBezTo>
                  <a:cubicBezTo>
                    <a:pt x="304" y="624"/>
                    <a:pt x="406" y="556"/>
                    <a:pt x="406" y="421"/>
                  </a:cubicBezTo>
                  <a:lnTo>
                    <a:pt x="406" y="203"/>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88"/>
            <p:cNvSpPr/>
            <p:nvPr/>
          </p:nvSpPr>
          <p:spPr>
            <a:xfrm>
              <a:off x="5977328" y="1627711"/>
              <a:ext cx="10671" cy="16386"/>
            </a:xfrm>
            <a:custGeom>
              <a:rect b="b" l="l" r="r" t="t"/>
              <a:pathLst>
                <a:path extrusionOk="0" h="625" w="407">
                  <a:moveTo>
                    <a:pt x="204" y="1"/>
                  </a:moveTo>
                  <a:cubicBezTo>
                    <a:pt x="91" y="1"/>
                    <a:pt x="1" y="91"/>
                    <a:pt x="1" y="203"/>
                  </a:cubicBezTo>
                  <a:lnTo>
                    <a:pt x="1" y="421"/>
                  </a:lnTo>
                  <a:cubicBezTo>
                    <a:pt x="1" y="556"/>
                    <a:pt x="102" y="624"/>
                    <a:pt x="204" y="624"/>
                  </a:cubicBezTo>
                  <a:cubicBezTo>
                    <a:pt x="305" y="624"/>
                    <a:pt x="407" y="556"/>
                    <a:pt x="407" y="421"/>
                  </a:cubicBezTo>
                  <a:lnTo>
                    <a:pt x="407" y="203"/>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88"/>
            <p:cNvSpPr/>
            <p:nvPr/>
          </p:nvSpPr>
          <p:spPr>
            <a:xfrm>
              <a:off x="5923530" y="1667561"/>
              <a:ext cx="49630" cy="16569"/>
            </a:xfrm>
            <a:custGeom>
              <a:rect b="b" l="l" r="r" t="t"/>
              <a:pathLst>
                <a:path extrusionOk="0" h="632" w="1893">
                  <a:moveTo>
                    <a:pt x="295" y="1"/>
                  </a:moveTo>
                  <a:cubicBezTo>
                    <a:pt x="136" y="1"/>
                    <a:pt x="1" y="208"/>
                    <a:pt x="151" y="353"/>
                  </a:cubicBezTo>
                  <a:cubicBezTo>
                    <a:pt x="325" y="527"/>
                    <a:pt x="626" y="632"/>
                    <a:pt x="948" y="632"/>
                  </a:cubicBezTo>
                  <a:cubicBezTo>
                    <a:pt x="1271" y="632"/>
                    <a:pt x="1571" y="527"/>
                    <a:pt x="1745" y="353"/>
                  </a:cubicBezTo>
                  <a:cubicBezTo>
                    <a:pt x="1893" y="208"/>
                    <a:pt x="1757" y="1"/>
                    <a:pt x="1599" y="1"/>
                  </a:cubicBezTo>
                  <a:cubicBezTo>
                    <a:pt x="1552" y="1"/>
                    <a:pt x="1503" y="19"/>
                    <a:pt x="1459" y="63"/>
                  </a:cubicBezTo>
                  <a:cubicBezTo>
                    <a:pt x="1383" y="136"/>
                    <a:pt x="1205" y="223"/>
                    <a:pt x="948" y="223"/>
                  </a:cubicBezTo>
                  <a:cubicBezTo>
                    <a:pt x="691" y="223"/>
                    <a:pt x="510" y="139"/>
                    <a:pt x="438" y="63"/>
                  </a:cubicBezTo>
                  <a:cubicBezTo>
                    <a:pt x="393" y="19"/>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88"/>
            <p:cNvSpPr/>
            <p:nvPr/>
          </p:nvSpPr>
          <p:spPr>
            <a:xfrm>
              <a:off x="5782978" y="1513402"/>
              <a:ext cx="330839" cy="364974"/>
            </a:xfrm>
            <a:custGeom>
              <a:rect b="b" l="l" r="r" t="t"/>
              <a:pathLst>
                <a:path extrusionOk="0" h="13921" w="12619">
                  <a:moveTo>
                    <a:pt x="8707" y="409"/>
                  </a:moveTo>
                  <a:cubicBezTo>
                    <a:pt x="9076" y="409"/>
                    <a:pt x="9373" y="706"/>
                    <a:pt x="9373" y="1076"/>
                  </a:cubicBezTo>
                  <a:lnTo>
                    <a:pt x="9373" y="4140"/>
                  </a:lnTo>
                  <a:lnTo>
                    <a:pt x="9141" y="4140"/>
                  </a:lnTo>
                  <a:cubicBezTo>
                    <a:pt x="9015" y="4140"/>
                    <a:pt x="8910" y="4038"/>
                    <a:pt x="8910" y="3908"/>
                  </a:cubicBezTo>
                  <a:lnTo>
                    <a:pt x="8910" y="3256"/>
                  </a:lnTo>
                  <a:cubicBezTo>
                    <a:pt x="8910" y="2662"/>
                    <a:pt x="8428" y="2180"/>
                    <a:pt x="7834" y="2180"/>
                  </a:cubicBezTo>
                  <a:lnTo>
                    <a:pt x="5654" y="2180"/>
                  </a:lnTo>
                  <a:cubicBezTo>
                    <a:pt x="5382" y="2180"/>
                    <a:pt x="5382" y="2586"/>
                    <a:pt x="5654" y="2586"/>
                  </a:cubicBezTo>
                  <a:lnTo>
                    <a:pt x="7834" y="2586"/>
                  </a:lnTo>
                  <a:cubicBezTo>
                    <a:pt x="8203" y="2586"/>
                    <a:pt x="8500" y="2887"/>
                    <a:pt x="8500" y="3256"/>
                  </a:cubicBezTo>
                  <a:lnTo>
                    <a:pt x="8500" y="3908"/>
                  </a:lnTo>
                  <a:cubicBezTo>
                    <a:pt x="8504" y="4263"/>
                    <a:pt x="8790" y="4549"/>
                    <a:pt x="9141" y="4549"/>
                  </a:cubicBezTo>
                  <a:lnTo>
                    <a:pt x="9467" y="4549"/>
                  </a:lnTo>
                  <a:cubicBezTo>
                    <a:pt x="9670" y="4549"/>
                    <a:pt x="9830" y="4723"/>
                    <a:pt x="9808" y="4926"/>
                  </a:cubicBezTo>
                  <a:cubicBezTo>
                    <a:pt x="9790" y="5096"/>
                    <a:pt x="9627" y="5230"/>
                    <a:pt x="9438" y="5230"/>
                  </a:cubicBezTo>
                  <a:lnTo>
                    <a:pt x="9348" y="5230"/>
                  </a:lnTo>
                  <a:lnTo>
                    <a:pt x="9348" y="5219"/>
                  </a:lnTo>
                  <a:cubicBezTo>
                    <a:pt x="9348" y="5107"/>
                    <a:pt x="9254" y="5016"/>
                    <a:pt x="9141" y="5016"/>
                  </a:cubicBezTo>
                  <a:cubicBezTo>
                    <a:pt x="9029" y="5016"/>
                    <a:pt x="8939" y="5107"/>
                    <a:pt x="8939" y="5219"/>
                  </a:cubicBezTo>
                  <a:cubicBezTo>
                    <a:pt x="8939" y="6671"/>
                    <a:pt x="7762" y="7848"/>
                    <a:pt x="6309" y="7848"/>
                  </a:cubicBezTo>
                  <a:cubicBezTo>
                    <a:pt x="4857" y="7848"/>
                    <a:pt x="3680" y="6671"/>
                    <a:pt x="3680" y="5219"/>
                  </a:cubicBezTo>
                  <a:cubicBezTo>
                    <a:pt x="3680" y="5107"/>
                    <a:pt x="3589" y="5012"/>
                    <a:pt x="3477" y="5012"/>
                  </a:cubicBezTo>
                  <a:cubicBezTo>
                    <a:pt x="3361" y="5012"/>
                    <a:pt x="3271" y="5103"/>
                    <a:pt x="3271" y="5215"/>
                  </a:cubicBezTo>
                  <a:lnTo>
                    <a:pt x="3271" y="5230"/>
                  </a:lnTo>
                  <a:lnTo>
                    <a:pt x="3147" y="5230"/>
                  </a:lnTo>
                  <a:cubicBezTo>
                    <a:pt x="2945" y="5230"/>
                    <a:pt x="2789" y="5056"/>
                    <a:pt x="2811" y="4853"/>
                  </a:cubicBezTo>
                  <a:cubicBezTo>
                    <a:pt x="2825" y="4683"/>
                    <a:pt x="2992" y="4549"/>
                    <a:pt x="3180" y="4549"/>
                  </a:cubicBezTo>
                  <a:lnTo>
                    <a:pt x="3477" y="4549"/>
                  </a:lnTo>
                  <a:cubicBezTo>
                    <a:pt x="3828" y="4549"/>
                    <a:pt x="4114" y="4263"/>
                    <a:pt x="4114" y="3908"/>
                  </a:cubicBezTo>
                  <a:lnTo>
                    <a:pt x="4114" y="3256"/>
                  </a:lnTo>
                  <a:cubicBezTo>
                    <a:pt x="4114" y="2887"/>
                    <a:pt x="4415" y="2590"/>
                    <a:pt x="4785" y="2590"/>
                  </a:cubicBezTo>
                  <a:cubicBezTo>
                    <a:pt x="5053" y="2590"/>
                    <a:pt x="5053" y="2180"/>
                    <a:pt x="4785" y="2180"/>
                  </a:cubicBezTo>
                  <a:cubicBezTo>
                    <a:pt x="4191" y="2180"/>
                    <a:pt x="3709" y="2662"/>
                    <a:pt x="3709" y="3256"/>
                  </a:cubicBezTo>
                  <a:lnTo>
                    <a:pt x="3709" y="3908"/>
                  </a:lnTo>
                  <a:cubicBezTo>
                    <a:pt x="3705" y="4038"/>
                    <a:pt x="3604" y="4140"/>
                    <a:pt x="3477" y="4140"/>
                  </a:cubicBezTo>
                  <a:lnTo>
                    <a:pt x="3245" y="4140"/>
                  </a:lnTo>
                  <a:lnTo>
                    <a:pt x="3245" y="1076"/>
                  </a:lnTo>
                  <a:cubicBezTo>
                    <a:pt x="3245" y="706"/>
                    <a:pt x="3542" y="409"/>
                    <a:pt x="3912" y="409"/>
                  </a:cubicBezTo>
                  <a:close/>
                  <a:moveTo>
                    <a:pt x="4545" y="7689"/>
                  </a:moveTo>
                  <a:lnTo>
                    <a:pt x="4545" y="7689"/>
                  </a:lnTo>
                  <a:cubicBezTo>
                    <a:pt x="5072" y="8066"/>
                    <a:pt x="5690" y="8254"/>
                    <a:pt x="6307" y="8254"/>
                  </a:cubicBezTo>
                  <a:cubicBezTo>
                    <a:pt x="6925" y="8254"/>
                    <a:pt x="7542" y="8066"/>
                    <a:pt x="8069" y="7689"/>
                  </a:cubicBezTo>
                  <a:lnTo>
                    <a:pt x="8069" y="7689"/>
                  </a:lnTo>
                  <a:lnTo>
                    <a:pt x="8066" y="8218"/>
                  </a:lnTo>
                  <a:cubicBezTo>
                    <a:pt x="8062" y="8442"/>
                    <a:pt x="8153" y="8663"/>
                    <a:pt x="8316" y="8822"/>
                  </a:cubicBezTo>
                  <a:lnTo>
                    <a:pt x="8718" y="9225"/>
                  </a:lnTo>
                  <a:lnTo>
                    <a:pt x="8718" y="10010"/>
                  </a:lnTo>
                  <a:cubicBezTo>
                    <a:pt x="8718" y="11264"/>
                    <a:pt x="7758" y="12307"/>
                    <a:pt x="6512" y="12415"/>
                  </a:cubicBezTo>
                  <a:lnTo>
                    <a:pt x="6512" y="12191"/>
                  </a:lnTo>
                  <a:cubicBezTo>
                    <a:pt x="6512" y="12055"/>
                    <a:pt x="6411" y="11987"/>
                    <a:pt x="6309" y="11987"/>
                  </a:cubicBezTo>
                  <a:cubicBezTo>
                    <a:pt x="6208" y="11987"/>
                    <a:pt x="6106" y="12055"/>
                    <a:pt x="6106" y="12191"/>
                  </a:cubicBezTo>
                  <a:lnTo>
                    <a:pt x="6106" y="12415"/>
                  </a:lnTo>
                  <a:cubicBezTo>
                    <a:pt x="4857" y="12307"/>
                    <a:pt x="3897" y="11264"/>
                    <a:pt x="3897" y="10010"/>
                  </a:cubicBezTo>
                  <a:lnTo>
                    <a:pt x="3897" y="9225"/>
                  </a:lnTo>
                  <a:lnTo>
                    <a:pt x="4299" y="8822"/>
                  </a:lnTo>
                  <a:cubicBezTo>
                    <a:pt x="4459" y="8660"/>
                    <a:pt x="4549" y="8442"/>
                    <a:pt x="4549" y="8214"/>
                  </a:cubicBezTo>
                  <a:lnTo>
                    <a:pt x="4545" y="7689"/>
                  </a:lnTo>
                  <a:close/>
                  <a:moveTo>
                    <a:pt x="3912" y="0"/>
                  </a:moveTo>
                  <a:cubicBezTo>
                    <a:pt x="3318" y="0"/>
                    <a:pt x="2836" y="482"/>
                    <a:pt x="2836" y="1076"/>
                  </a:cubicBezTo>
                  <a:lnTo>
                    <a:pt x="2836" y="4219"/>
                  </a:lnTo>
                  <a:cubicBezTo>
                    <a:pt x="2517" y="4364"/>
                    <a:pt x="2343" y="4712"/>
                    <a:pt x="2420" y="5056"/>
                  </a:cubicBezTo>
                  <a:cubicBezTo>
                    <a:pt x="2496" y="5396"/>
                    <a:pt x="2800" y="5639"/>
                    <a:pt x="3147" y="5639"/>
                  </a:cubicBezTo>
                  <a:lnTo>
                    <a:pt x="3300" y="5639"/>
                  </a:lnTo>
                  <a:cubicBezTo>
                    <a:pt x="3390" y="6276"/>
                    <a:pt x="3684" y="6870"/>
                    <a:pt x="4136" y="7334"/>
                  </a:cubicBezTo>
                  <a:lnTo>
                    <a:pt x="4143" y="8214"/>
                  </a:lnTo>
                  <a:cubicBezTo>
                    <a:pt x="4143" y="8334"/>
                    <a:pt x="4096" y="8446"/>
                    <a:pt x="4013" y="8529"/>
                  </a:cubicBezTo>
                  <a:lnTo>
                    <a:pt x="3260" y="9286"/>
                  </a:lnTo>
                  <a:cubicBezTo>
                    <a:pt x="3195" y="9348"/>
                    <a:pt x="3111" y="9391"/>
                    <a:pt x="3021" y="9409"/>
                  </a:cubicBezTo>
                  <a:lnTo>
                    <a:pt x="1605" y="9666"/>
                  </a:lnTo>
                  <a:cubicBezTo>
                    <a:pt x="674" y="9833"/>
                    <a:pt x="0" y="10641"/>
                    <a:pt x="4" y="11586"/>
                  </a:cubicBezTo>
                  <a:lnTo>
                    <a:pt x="4" y="13719"/>
                  </a:lnTo>
                  <a:cubicBezTo>
                    <a:pt x="4" y="13853"/>
                    <a:pt x="105" y="13920"/>
                    <a:pt x="207" y="13920"/>
                  </a:cubicBezTo>
                  <a:cubicBezTo>
                    <a:pt x="308" y="13920"/>
                    <a:pt x="409" y="13853"/>
                    <a:pt x="409" y="13719"/>
                  </a:cubicBezTo>
                  <a:lnTo>
                    <a:pt x="409" y="11586"/>
                  </a:lnTo>
                  <a:cubicBezTo>
                    <a:pt x="409" y="10840"/>
                    <a:pt x="942" y="10199"/>
                    <a:pt x="1677" y="10068"/>
                  </a:cubicBezTo>
                  <a:lnTo>
                    <a:pt x="2619" y="9898"/>
                  </a:lnTo>
                  <a:lnTo>
                    <a:pt x="2619" y="13719"/>
                  </a:lnTo>
                  <a:cubicBezTo>
                    <a:pt x="2619" y="13853"/>
                    <a:pt x="2721" y="13920"/>
                    <a:pt x="2823" y="13920"/>
                  </a:cubicBezTo>
                  <a:cubicBezTo>
                    <a:pt x="2926" y="13920"/>
                    <a:pt x="3028" y="13853"/>
                    <a:pt x="3028" y="13719"/>
                  </a:cubicBezTo>
                  <a:lnTo>
                    <a:pt x="3028" y="9826"/>
                  </a:lnTo>
                  <a:lnTo>
                    <a:pt x="3093" y="9811"/>
                  </a:lnTo>
                  <a:cubicBezTo>
                    <a:pt x="3238" y="9786"/>
                    <a:pt x="3376" y="9721"/>
                    <a:pt x="3492" y="9627"/>
                  </a:cubicBezTo>
                  <a:lnTo>
                    <a:pt x="3492" y="10010"/>
                  </a:lnTo>
                  <a:cubicBezTo>
                    <a:pt x="3492" y="11568"/>
                    <a:pt x="4752" y="12828"/>
                    <a:pt x="6309" y="12828"/>
                  </a:cubicBezTo>
                  <a:cubicBezTo>
                    <a:pt x="7867" y="12828"/>
                    <a:pt x="9127" y="11568"/>
                    <a:pt x="9131" y="10010"/>
                  </a:cubicBezTo>
                  <a:lnTo>
                    <a:pt x="9131" y="9627"/>
                  </a:lnTo>
                  <a:cubicBezTo>
                    <a:pt x="9243" y="9721"/>
                    <a:pt x="9380" y="9786"/>
                    <a:pt x="9525" y="9811"/>
                  </a:cubicBezTo>
                  <a:lnTo>
                    <a:pt x="9594" y="9826"/>
                  </a:lnTo>
                  <a:lnTo>
                    <a:pt x="9594" y="10231"/>
                  </a:lnTo>
                  <a:cubicBezTo>
                    <a:pt x="9594" y="10367"/>
                    <a:pt x="9696" y="10435"/>
                    <a:pt x="9797" y="10435"/>
                  </a:cubicBezTo>
                  <a:cubicBezTo>
                    <a:pt x="9898" y="10435"/>
                    <a:pt x="10000" y="10367"/>
                    <a:pt x="10000" y="10231"/>
                  </a:cubicBezTo>
                  <a:lnTo>
                    <a:pt x="10000" y="9902"/>
                  </a:lnTo>
                  <a:lnTo>
                    <a:pt x="10941" y="10072"/>
                  </a:lnTo>
                  <a:cubicBezTo>
                    <a:pt x="11677" y="10202"/>
                    <a:pt x="12209" y="10840"/>
                    <a:pt x="12209" y="11586"/>
                  </a:cubicBezTo>
                  <a:lnTo>
                    <a:pt x="12209" y="13719"/>
                  </a:lnTo>
                  <a:cubicBezTo>
                    <a:pt x="12209" y="13853"/>
                    <a:pt x="12311" y="13920"/>
                    <a:pt x="12414" y="13920"/>
                  </a:cubicBezTo>
                  <a:cubicBezTo>
                    <a:pt x="12516" y="13920"/>
                    <a:pt x="12618" y="13853"/>
                    <a:pt x="12618" y="13719"/>
                  </a:cubicBezTo>
                  <a:lnTo>
                    <a:pt x="12618" y="11586"/>
                  </a:lnTo>
                  <a:cubicBezTo>
                    <a:pt x="12618" y="10641"/>
                    <a:pt x="11941" y="9833"/>
                    <a:pt x="11014" y="9666"/>
                  </a:cubicBezTo>
                  <a:lnTo>
                    <a:pt x="9601" y="9413"/>
                  </a:lnTo>
                  <a:cubicBezTo>
                    <a:pt x="9511" y="9395"/>
                    <a:pt x="9428" y="9351"/>
                    <a:pt x="9362" y="9286"/>
                  </a:cubicBezTo>
                  <a:lnTo>
                    <a:pt x="8609" y="8533"/>
                  </a:lnTo>
                  <a:cubicBezTo>
                    <a:pt x="8522" y="8449"/>
                    <a:pt x="8475" y="8334"/>
                    <a:pt x="8475" y="8218"/>
                  </a:cubicBezTo>
                  <a:lnTo>
                    <a:pt x="8486" y="7334"/>
                  </a:lnTo>
                  <a:cubicBezTo>
                    <a:pt x="8935" y="6870"/>
                    <a:pt x="9228" y="6276"/>
                    <a:pt x="9319" y="5639"/>
                  </a:cubicBezTo>
                  <a:lnTo>
                    <a:pt x="9438" y="5639"/>
                  </a:lnTo>
                  <a:cubicBezTo>
                    <a:pt x="9837" y="5639"/>
                    <a:pt x="10177" y="5342"/>
                    <a:pt x="10217" y="4965"/>
                  </a:cubicBezTo>
                  <a:cubicBezTo>
                    <a:pt x="10246" y="4647"/>
                    <a:pt x="10072" y="4342"/>
                    <a:pt x="9782" y="4212"/>
                  </a:cubicBezTo>
                  <a:lnTo>
                    <a:pt x="9782" y="1076"/>
                  </a:lnTo>
                  <a:cubicBezTo>
                    <a:pt x="9779" y="482"/>
                    <a:pt x="9301" y="0"/>
                    <a:pt x="8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88"/>
            <p:cNvSpPr/>
            <p:nvPr/>
          </p:nvSpPr>
          <p:spPr>
            <a:xfrm>
              <a:off x="5900773" y="1610486"/>
              <a:ext cx="26689" cy="13214"/>
            </a:xfrm>
            <a:custGeom>
              <a:rect b="b" l="l" r="r" t="t"/>
              <a:pathLst>
                <a:path extrusionOk="0" h="504" w="1018">
                  <a:moveTo>
                    <a:pt x="283" y="1"/>
                  </a:moveTo>
                  <a:cubicBezTo>
                    <a:pt x="58" y="1"/>
                    <a:pt x="0" y="353"/>
                    <a:pt x="248" y="408"/>
                  </a:cubicBezTo>
                  <a:lnTo>
                    <a:pt x="686" y="498"/>
                  </a:lnTo>
                  <a:cubicBezTo>
                    <a:pt x="703" y="502"/>
                    <a:pt x="719" y="503"/>
                    <a:pt x="734" y="503"/>
                  </a:cubicBezTo>
                  <a:cubicBezTo>
                    <a:pt x="960" y="503"/>
                    <a:pt x="1017" y="150"/>
                    <a:pt x="770" y="96"/>
                  </a:cubicBezTo>
                  <a:lnTo>
                    <a:pt x="331" y="6"/>
                  </a:lnTo>
                  <a:cubicBezTo>
                    <a:pt x="315" y="2"/>
                    <a:pt x="298"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88"/>
            <p:cNvSpPr/>
            <p:nvPr/>
          </p:nvSpPr>
          <p:spPr>
            <a:xfrm>
              <a:off x="5969489" y="1610486"/>
              <a:ext cx="26532" cy="13161"/>
            </a:xfrm>
            <a:custGeom>
              <a:rect b="b" l="l" r="r" t="t"/>
              <a:pathLst>
                <a:path extrusionOk="0" h="502" w="1012">
                  <a:moveTo>
                    <a:pt x="728" y="1"/>
                  </a:moveTo>
                  <a:cubicBezTo>
                    <a:pt x="713" y="1"/>
                    <a:pt x="697" y="2"/>
                    <a:pt x="680" y="6"/>
                  </a:cubicBezTo>
                  <a:lnTo>
                    <a:pt x="242" y="96"/>
                  </a:lnTo>
                  <a:cubicBezTo>
                    <a:pt x="0" y="143"/>
                    <a:pt x="35" y="502"/>
                    <a:pt x="278" y="502"/>
                  </a:cubicBezTo>
                  <a:cubicBezTo>
                    <a:pt x="279" y="502"/>
                    <a:pt x="281" y="502"/>
                    <a:pt x="282" y="502"/>
                  </a:cubicBezTo>
                  <a:lnTo>
                    <a:pt x="285" y="502"/>
                  </a:lnTo>
                  <a:cubicBezTo>
                    <a:pt x="296" y="502"/>
                    <a:pt x="311" y="498"/>
                    <a:pt x="325" y="498"/>
                  </a:cubicBezTo>
                  <a:lnTo>
                    <a:pt x="763" y="408"/>
                  </a:lnTo>
                  <a:cubicBezTo>
                    <a:pt x="1011" y="353"/>
                    <a:pt x="954" y="1"/>
                    <a:pt x="7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88"/>
            <p:cNvSpPr/>
            <p:nvPr/>
          </p:nvSpPr>
          <p:spPr>
            <a:xfrm>
              <a:off x="6034508" y="1799095"/>
              <a:ext cx="10644" cy="79282"/>
            </a:xfrm>
            <a:custGeom>
              <a:rect b="b" l="l" r="r" t="t"/>
              <a:pathLst>
                <a:path extrusionOk="0" h="3024" w="406">
                  <a:moveTo>
                    <a:pt x="203" y="1"/>
                  </a:moveTo>
                  <a:cubicBezTo>
                    <a:pt x="91" y="1"/>
                    <a:pt x="0" y="91"/>
                    <a:pt x="0" y="204"/>
                  </a:cubicBezTo>
                  <a:lnTo>
                    <a:pt x="0" y="2822"/>
                  </a:lnTo>
                  <a:cubicBezTo>
                    <a:pt x="0" y="2956"/>
                    <a:pt x="102" y="3023"/>
                    <a:pt x="203" y="3023"/>
                  </a:cubicBezTo>
                  <a:cubicBezTo>
                    <a:pt x="304" y="3023"/>
                    <a:pt x="406" y="2956"/>
                    <a:pt x="406" y="2822"/>
                  </a:cubicBezTo>
                  <a:lnTo>
                    <a:pt x="406" y="204"/>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3" name="Google Shape;17793;p88"/>
          <p:cNvGrpSpPr/>
          <p:nvPr/>
        </p:nvGrpSpPr>
        <p:grpSpPr>
          <a:xfrm>
            <a:off x="4905609" y="3797550"/>
            <a:ext cx="285063" cy="364974"/>
            <a:chOff x="4905609" y="3797550"/>
            <a:chExt cx="285063" cy="364974"/>
          </a:xfrm>
        </p:grpSpPr>
        <p:sp>
          <p:nvSpPr>
            <p:cNvPr id="17794" name="Google Shape;17794;p88"/>
            <p:cNvSpPr/>
            <p:nvPr/>
          </p:nvSpPr>
          <p:spPr>
            <a:xfrm>
              <a:off x="4911115" y="4020031"/>
              <a:ext cx="274261" cy="137144"/>
            </a:xfrm>
            <a:custGeom>
              <a:rect b="b" l="l" r="r" t="t"/>
              <a:pathLst>
                <a:path extrusionOk="0" h="5231" w="10461">
                  <a:moveTo>
                    <a:pt x="3706" y="1"/>
                  </a:moveTo>
                  <a:lnTo>
                    <a:pt x="3706" y="1627"/>
                  </a:lnTo>
                  <a:cubicBezTo>
                    <a:pt x="3706" y="1916"/>
                    <a:pt x="3514" y="2174"/>
                    <a:pt x="3235" y="2253"/>
                  </a:cubicBezTo>
                  <a:lnTo>
                    <a:pt x="939" y="2931"/>
                  </a:lnTo>
                  <a:cubicBezTo>
                    <a:pt x="381" y="3094"/>
                    <a:pt x="1" y="3604"/>
                    <a:pt x="1" y="4184"/>
                  </a:cubicBezTo>
                  <a:lnTo>
                    <a:pt x="1" y="5230"/>
                  </a:lnTo>
                  <a:lnTo>
                    <a:pt x="10460" y="5230"/>
                  </a:lnTo>
                  <a:lnTo>
                    <a:pt x="10460" y="4184"/>
                  </a:lnTo>
                  <a:cubicBezTo>
                    <a:pt x="10460" y="3604"/>
                    <a:pt x="10076" y="3094"/>
                    <a:pt x="9522" y="2931"/>
                  </a:cubicBezTo>
                  <a:lnTo>
                    <a:pt x="7226" y="2253"/>
                  </a:lnTo>
                  <a:cubicBezTo>
                    <a:pt x="6947" y="2174"/>
                    <a:pt x="6755" y="1916"/>
                    <a:pt x="6755" y="1627"/>
                  </a:cubicBezTo>
                  <a:lnTo>
                    <a:pt x="675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88"/>
            <p:cNvSpPr/>
            <p:nvPr/>
          </p:nvSpPr>
          <p:spPr>
            <a:xfrm>
              <a:off x="4939980" y="4020031"/>
              <a:ext cx="216609" cy="130013"/>
            </a:xfrm>
            <a:custGeom>
              <a:rect b="b" l="l" r="r" t="t"/>
              <a:pathLst>
                <a:path extrusionOk="0" h="4959" w="8262">
                  <a:moveTo>
                    <a:pt x="2605" y="1"/>
                  </a:moveTo>
                  <a:lnTo>
                    <a:pt x="2605" y="1627"/>
                  </a:lnTo>
                  <a:cubicBezTo>
                    <a:pt x="2605" y="1916"/>
                    <a:pt x="2413" y="2174"/>
                    <a:pt x="2134" y="2253"/>
                  </a:cubicBezTo>
                  <a:lnTo>
                    <a:pt x="1" y="2883"/>
                  </a:lnTo>
                  <a:cubicBezTo>
                    <a:pt x="490" y="4133"/>
                    <a:pt x="1696" y="4955"/>
                    <a:pt x="3039" y="4959"/>
                  </a:cubicBezTo>
                  <a:lnTo>
                    <a:pt x="5219" y="4959"/>
                  </a:lnTo>
                  <a:cubicBezTo>
                    <a:pt x="6563" y="4959"/>
                    <a:pt x="7769" y="4133"/>
                    <a:pt x="8262" y="2883"/>
                  </a:cubicBezTo>
                  <a:lnTo>
                    <a:pt x="6125" y="2253"/>
                  </a:lnTo>
                  <a:cubicBezTo>
                    <a:pt x="5846" y="2174"/>
                    <a:pt x="5654" y="1916"/>
                    <a:pt x="5654" y="1627"/>
                  </a:cubicBezTo>
                  <a:lnTo>
                    <a:pt x="56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88"/>
            <p:cNvSpPr/>
            <p:nvPr/>
          </p:nvSpPr>
          <p:spPr>
            <a:xfrm>
              <a:off x="4951096" y="4030099"/>
              <a:ext cx="194298" cy="102851"/>
            </a:xfrm>
            <a:custGeom>
              <a:rect b="b" l="l" r="r" t="t"/>
              <a:pathLst>
                <a:path extrusionOk="0" h="3923" w="7411">
                  <a:moveTo>
                    <a:pt x="6110" y="0"/>
                  </a:moveTo>
                  <a:cubicBezTo>
                    <a:pt x="6107" y="0"/>
                    <a:pt x="6105" y="0"/>
                    <a:pt x="6103" y="0"/>
                  </a:cubicBezTo>
                  <a:lnTo>
                    <a:pt x="1308" y="0"/>
                  </a:lnTo>
                  <a:cubicBezTo>
                    <a:pt x="583" y="0"/>
                    <a:pt x="0" y="584"/>
                    <a:pt x="0" y="1308"/>
                  </a:cubicBezTo>
                  <a:cubicBezTo>
                    <a:pt x="0" y="2749"/>
                    <a:pt x="1170" y="3923"/>
                    <a:pt x="2615" y="3923"/>
                  </a:cubicBezTo>
                  <a:lnTo>
                    <a:pt x="4795" y="3923"/>
                  </a:lnTo>
                  <a:cubicBezTo>
                    <a:pt x="6241" y="3923"/>
                    <a:pt x="7410" y="2749"/>
                    <a:pt x="7410" y="1308"/>
                  </a:cubicBezTo>
                  <a:cubicBezTo>
                    <a:pt x="7410" y="586"/>
                    <a:pt x="6827" y="0"/>
                    <a:pt x="611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88"/>
            <p:cNvSpPr/>
            <p:nvPr/>
          </p:nvSpPr>
          <p:spPr>
            <a:xfrm>
              <a:off x="4969501" y="4047193"/>
              <a:ext cx="157384" cy="65072"/>
            </a:xfrm>
            <a:custGeom>
              <a:rect b="b" l="l" r="r" t="t"/>
              <a:pathLst>
                <a:path extrusionOk="0" h="2482" w="6003">
                  <a:moveTo>
                    <a:pt x="664" y="0"/>
                  </a:moveTo>
                  <a:cubicBezTo>
                    <a:pt x="189" y="0"/>
                    <a:pt x="1" y="616"/>
                    <a:pt x="396" y="880"/>
                  </a:cubicBezTo>
                  <a:lnTo>
                    <a:pt x="2641" y="2373"/>
                  </a:lnTo>
                  <a:cubicBezTo>
                    <a:pt x="2750" y="2445"/>
                    <a:pt x="2876" y="2481"/>
                    <a:pt x="3002" y="2481"/>
                  </a:cubicBezTo>
                  <a:cubicBezTo>
                    <a:pt x="3128" y="2481"/>
                    <a:pt x="3255" y="2445"/>
                    <a:pt x="3366" y="2373"/>
                  </a:cubicBezTo>
                  <a:lnTo>
                    <a:pt x="5607" y="880"/>
                  </a:lnTo>
                  <a:cubicBezTo>
                    <a:pt x="6002" y="616"/>
                    <a:pt x="5817" y="0"/>
                    <a:pt x="534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88"/>
            <p:cNvSpPr/>
            <p:nvPr/>
          </p:nvSpPr>
          <p:spPr>
            <a:xfrm>
              <a:off x="4994303" y="4025721"/>
              <a:ext cx="107780" cy="86596"/>
            </a:xfrm>
            <a:custGeom>
              <a:rect b="b" l="l" r="r" t="t"/>
              <a:pathLst>
                <a:path extrusionOk="0" h="3303" w="4111">
                  <a:moveTo>
                    <a:pt x="529" y="1"/>
                  </a:moveTo>
                  <a:lnTo>
                    <a:pt x="529" y="1421"/>
                  </a:lnTo>
                  <a:cubicBezTo>
                    <a:pt x="529" y="1710"/>
                    <a:pt x="337" y="1964"/>
                    <a:pt x="62" y="2047"/>
                  </a:cubicBezTo>
                  <a:lnTo>
                    <a:pt x="0" y="2065"/>
                  </a:lnTo>
                  <a:lnTo>
                    <a:pt x="1695" y="3192"/>
                  </a:lnTo>
                  <a:cubicBezTo>
                    <a:pt x="1804" y="3266"/>
                    <a:pt x="1930" y="3303"/>
                    <a:pt x="2056" y="3303"/>
                  </a:cubicBezTo>
                  <a:cubicBezTo>
                    <a:pt x="2182" y="3303"/>
                    <a:pt x="2309" y="3266"/>
                    <a:pt x="2420" y="3192"/>
                  </a:cubicBezTo>
                  <a:lnTo>
                    <a:pt x="4111" y="2065"/>
                  </a:lnTo>
                  <a:lnTo>
                    <a:pt x="4049" y="2047"/>
                  </a:lnTo>
                  <a:cubicBezTo>
                    <a:pt x="3770" y="1964"/>
                    <a:pt x="3582" y="1710"/>
                    <a:pt x="3582" y="1421"/>
                  </a:cubicBezTo>
                  <a:lnTo>
                    <a:pt x="3582"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88"/>
            <p:cNvSpPr/>
            <p:nvPr/>
          </p:nvSpPr>
          <p:spPr>
            <a:xfrm>
              <a:off x="5008146" y="4025721"/>
              <a:ext cx="80094" cy="34371"/>
            </a:xfrm>
            <a:custGeom>
              <a:rect b="b" l="l" r="r" t="t"/>
              <a:pathLst>
                <a:path extrusionOk="0" h="1311" w="3055">
                  <a:moveTo>
                    <a:pt x="1" y="1"/>
                  </a:moveTo>
                  <a:lnTo>
                    <a:pt x="1" y="924"/>
                  </a:lnTo>
                  <a:cubicBezTo>
                    <a:pt x="477" y="1182"/>
                    <a:pt x="1002" y="1310"/>
                    <a:pt x="1528" y="1310"/>
                  </a:cubicBezTo>
                  <a:cubicBezTo>
                    <a:pt x="2053" y="1310"/>
                    <a:pt x="2578" y="1182"/>
                    <a:pt x="3054" y="924"/>
                  </a:cubicBezTo>
                  <a:lnTo>
                    <a:pt x="305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88"/>
            <p:cNvSpPr/>
            <p:nvPr/>
          </p:nvSpPr>
          <p:spPr>
            <a:xfrm>
              <a:off x="4950231" y="3842906"/>
              <a:ext cx="195923" cy="200040"/>
            </a:xfrm>
            <a:custGeom>
              <a:rect b="b" l="l" r="r" t="t"/>
              <a:pathLst>
                <a:path extrusionOk="0" h="7630" w="7473">
                  <a:moveTo>
                    <a:pt x="3737" y="0"/>
                  </a:moveTo>
                  <a:cubicBezTo>
                    <a:pt x="3632" y="0"/>
                    <a:pt x="3528" y="6"/>
                    <a:pt x="3423" y="17"/>
                  </a:cubicBezTo>
                  <a:cubicBezTo>
                    <a:pt x="1750" y="180"/>
                    <a:pt x="468" y="1585"/>
                    <a:pt x="468" y="3269"/>
                  </a:cubicBezTo>
                  <a:lnTo>
                    <a:pt x="468" y="4015"/>
                  </a:lnTo>
                  <a:cubicBezTo>
                    <a:pt x="240" y="4066"/>
                    <a:pt x="66" y="4254"/>
                    <a:pt x="33" y="4486"/>
                  </a:cubicBezTo>
                  <a:cubicBezTo>
                    <a:pt x="1" y="4806"/>
                    <a:pt x="251" y="5087"/>
                    <a:pt x="570" y="5087"/>
                  </a:cubicBezTo>
                  <a:cubicBezTo>
                    <a:pt x="573" y="5087"/>
                    <a:pt x="575" y="5087"/>
                    <a:pt x="577" y="5087"/>
                  </a:cubicBezTo>
                  <a:lnTo>
                    <a:pt x="924" y="5087"/>
                  </a:lnTo>
                  <a:cubicBezTo>
                    <a:pt x="1073" y="6532"/>
                    <a:pt x="2286" y="7629"/>
                    <a:pt x="3738" y="7629"/>
                  </a:cubicBezTo>
                  <a:cubicBezTo>
                    <a:pt x="5191" y="7629"/>
                    <a:pt x="6404" y="6532"/>
                    <a:pt x="6552" y="5087"/>
                  </a:cubicBezTo>
                  <a:lnTo>
                    <a:pt x="6868" y="5087"/>
                  </a:lnTo>
                  <a:cubicBezTo>
                    <a:pt x="7154" y="5087"/>
                    <a:pt x="7411" y="4881"/>
                    <a:pt x="7440" y="4598"/>
                  </a:cubicBezTo>
                  <a:cubicBezTo>
                    <a:pt x="7472" y="4319"/>
                    <a:pt x="7280" y="4062"/>
                    <a:pt x="7005" y="4008"/>
                  </a:cubicBezTo>
                  <a:lnTo>
                    <a:pt x="7005" y="3269"/>
                  </a:lnTo>
                  <a:cubicBezTo>
                    <a:pt x="7005" y="1585"/>
                    <a:pt x="5727" y="180"/>
                    <a:pt x="4050" y="17"/>
                  </a:cubicBezTo>
                  <a:cubicBezTo>
                    <a:pt x="3945" y="6"/>
                    <a:pt x="3841" y="0"/>
                    <a:pt x="373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88"/>
            <p:cNvSpPr/>
            <p:nvPr/>
          </p:nvSpPr>
          <p:spPr>
            <a:xfrm>
              <a:off x="5031610" y="3802898"/>
              <a:ext cx="33060" cy="67851"/>
            </a:xfrm>
            <a:custGeom>
              <a:rect b="b" l="l" r="r" t="t"/>
              <a:pathLst>
                <a:path extrusionOk="0" h="2588" w="1261">
                  <a:moveTo>
                    <a:pt x="631" y="1"/>
                  </a:moveTo>
                  <a:cubicBezTo>
                    <a:pt x="591" y="1"/>
                    <a:pt x="551" y="23"/>
                    <a:pt x="537" y="69"/>
                  </a:cubicBezTo>
                  <a:lnTo>
                    <a:pt x="40" y="1550"/>
                  </a:lnTo>
                  <a:cubicBezTo>
                    <a:pt x="1" y="1673"/>
                    <a:pt x="19" y="1811"/>
                    <a:pt x="87" y="1919"/>
                  </a:cubicBezTo>
                  <a:lnTo>
                    <a:pt x="439" y="2484"/>
                  </a:lnTo>
                  <a:cubicBezTo>
                    <a:pt x="484" y="2553"/>
                    <a:pt x="557" y="2587"/>
                    <a:pt x="631" y="2587"/>
                  </a:cubicBezTo>
                  <a:cubicBezTo>
                    <a:pt x="704" y="2587"/>
                    <a:pt x="777" y="2553"/>
                    <a:pt x="823" y="2484"/>
                  </a:cubicBezTo>
                  <a:lnTo>
                    <a:pt x="1174" y="1919"/>
                  </a:lnTo>
                  <a:cubicBezTo>
                    <a:pt x="1243" y="1811"/>
                    <a:pt x="1261" y="1673"/>
                    <a:pt x="1221" y="1550"/>
                  </a:cubicBezTo>
                  <a:lnTo>
                    <a:pt x="725" y="69"/>
                  </a:lnTo>
                  <a:cubicBezTo>
                    <a:pt x="710" y="23"/>
                    <a:pt x="671" y="1"/>
                    <a:pt x="63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88"/>
            <p:cNvSpPr/>
            <p:nvPr/>
          </p:nvSpPr>
          <p:spPr>
            <a:xfrm>
              <a:off x="5031715" y="3802977"/>
              <a:ext cx="16543" cy="67903"/>
            </a:xfrm>
            <a:custGeom>
              <a:rect b="b" l="l" r="r" t="t"/>
              <a:pathLst>
                <a:path extrusionOk="0" h="2590" w="631">
                  <a:moveTo>
                    <a:pt x="623" y="0"/>
                  </a:moveTo>
                  <a:cubicBezTo>
                    <a:pt x="582" y="0"/>
                    <a:pt x="546" y="28"/>
                    <a:pt x="533" y="66"/>
                  </a:cubicBezTo>
                  <a:lnTo>
                    <a:pt x="40" y="1550"/>
                  </a:lnTo>
                  <a:cubicBezTo>
                    <a:pt x="0" y="1674"/>
                    <a:pt x="15" y="1808"/>
                    <a:pt x="87" y="1916"/>
                  </a:cubicBezTo>
                  <a:lnTo>
                    <a:pt x="438" y="2481"/>
                  </a:lnTo>
                  <a:cubicBezTo>
                    <a:pt x="478" y="2550"/>
                    <a:pt x="551" y="2590"/>
                    <a:pt x="630" y="2590"/>
                  </a:cubicBezTo>
                  <a:lnTo>
                    <a:pt x="630" y="0"/>
                  </a:lnTo>
                  <a:cubicBezTo>
                    <a:pt x="628" y="0"/>
                    <a:pt x="625" y="0"/>
                    <a:pt x="62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88"/>
            <p:cNvSpPr/>
            <p:nvPr/>
          </p:nvSpPr>
          <p:spPr>
            <a:xfrm>
              <a:off x="4950231" y="3879217"/>
              <a:ext cx="112368" cy="163728"/>
            </a:xfrm>
            <a:custGeom>
              <a:rect b="b" l="l" r="r" t="t"/>
              <a:pathLst>
                <a:path extrusionOk="0" h="6245" w="4286">
                  <a:moveTo>
                    <a:pt x="1395" y="1"/>
                  </a:moveTo>
                  <a:cubicBezTo>
                    <a:pt x="1193" y="1"/>
                    <a:pt x="989" y="100"/>
                    <a:pt x="870" y="319"/>
                  </a:cubicBezTo>
                  <a:cubicBezTo>
                    <a:pt x="606" y="797"/>
                    <a:pt x="468" y="1337"/>
                    <a:pt x="468" y="1884"/>
                  </a:cubicBezTo>
                  <a:lnTo>
                    <a:pt x="468" y="2630"/>
                  </a:lnTo>
                  <a:cubicBezTo>
                    <a:pt x="240" y="2681"/>
                    <a:pt x="66" y="2869"/>
                    <a:pt x="37" y="3101"/>
                  </a:cubicBezTo>
                  <a:cubicBezTo>
                    <a:pt x="1" y="3423"/>
                    <a:pt x="254" y="3702"/>
                    <a:pt x="580" y="3702"/>
                  </a:cubicBezTo>
                  <a:lnTo>
                    <a:pt x="924" y="3702"/>
                  </a:lnTo>
                  <a:cubicBezTo>
                    <a:pt x="1075" y="5172"/>
                    <a:pt x="2316" y="6244"/>
                    <a:pt x="3734" y="6244"/>
                  </a:cubicBezTo>
                  <a:cubicBezTo>
                    <a:pt x="3915" y="6244"/>
                    <a:pt x="4100" y="6227"/>
                    <a:pt x="4285" y="6190"/>
                  </a:cubicBezTo>
                  <a:cubicBezTo>
                    <a:pt x="2956" y="5933"/>
                    <a:pt x="1993" y="4767"/>
                    <a:pt x="1993" y="3412"/>
                  </a:cubicBezTo>
                  <a:lnTo>
                    <a:pt x="1993" y="595"/>
                  </a:lnTo>
                  <a:cubicBezTo>
                    <a:pt x="1993" y="222"/>
                    <a:pt x="1697" y="1"/>
                    <a:pt x="139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88"/>
            <p:cNvSpPr/>
            <p:nvPr/>
          </p:nvSpPr>
          <p:spPr>
            <a:xfrm>
              <a:off x="4905609" y="3797550"/>
              <a:ext cx="285063" cy="364974"/>
            </a:xfrm>
            <a:custGeom>
              <a:rect b="b" l="l" r="r" t="t"/>
              <a:pathLst>
                <a:path extrusionOk="0" h="13921" w="10873">
                  <a:moveTo>
                    <a:pt x="5440" y="635"/>
                  </a:moveTo>
                  <a:lnTo>
                    <a:pt x="5871" y="1924"/>
                  </a:lnTo>
                  <a:lnTo>
                    <a:pt x="5462" y="2580"/>
                  </a:lnTo>
                  <a:cubicBezTo>
                    <a:pt x="5458" y="2587"/>
                    <a:pt x="5450" y="2590"/>
                    <a:pt x="5442" y="2590"/>
                  </a:cubicBezTo>
                  <a:cubicBezTo>
                    <a:pt x="5434" y="2590"/>
                    <a:pt x="5426" y="2587"/>
                    <a:pt x="5422" y="2580"/>
                  </a:cubicBezTo>
                  <a:lnTo>
                    <a:pt x="5013" y="1924"/>
                  </a:lnTo>
                  <a:lnTo>
                    <a:pt x="5440" y="635"/>
                  </a:lnTo>
                  <a:close/>
                  <a:moveTo>
                    <a:pt x="6234" y="2112"/>
                  </a:moveTo>
                  <a:cubicBezTo>
                    <a:pt x="7574" y="2475"/>
                    <a:pt x="8504" y="3688"/>
                    <a:pt x="8508" y="5075"/>
                  </a:cubicBezTo>
                  <a:lnTo>
                    <a:pt x="8508" y="5549"/>
                  </a:lnTo>
                  <a:cubicBezTo>
                    <a:pt x="8316" y="5647"/>
                    <a:pt x="8388" y="5933"/>
                    <a:pt x="8602" y="5933"/>
                  </a:cubicBezTo>
                  <a:cubicBezTo>
                    <a:pt x="8805" y="5933"/>
                    <a:pt x="8961" y="6107"/>
                    <a:pt x="8939" y="6310"/>
                  </a:cubicBezTo>
                  <a:cubicBezTo>
                    <a:pt x="8924" y="6480"/>
                    <a:pt x="8758" y="6614"/>
                    <a:pt x="8570" y="6614"/>
                  </a:cubicBezTo>
                  <a:lnTo>
                    <a:pt x="8479" y="6614"/>
                  </a:lnTo>
                  <a:lnTo>
                    <a:pt x="8479" y="6600"/>
                  </a:lnTo>
                  <a:cubicBezTo>
                    <a:pt x="8479" y="6464"/>
                    <a:pt x="8378" y="6396"/>
                    <a:pt x="8276" y="6396"/>
                  </a:cubicBezTo>
                  <a:cubicBezTo>
                    <a:pt x="8175" y="6396"/>
                    <a:pt x="8073" y="6464"/>
                    <a:pt x="8073" y="6600"/>
                  </a:cubicBezTo>
                  <a:cubicBezTo>
                    <a:pt x="8091" y="8066"/>
                    <a:pt x="6907" y="9265"/>
                    <a:pt x="5444" y="9265"/>
                  </a:cubicBezTo>
                  <a:cubicBezTo>
                    <a:pt x="3977" y="9265"/>
                    <a:pt x="2797" y="8066"/>
                    <a:pt x="2815" y="6600"/>
                  </a:cubicBezTo>
                  <a:cubicBezTo>
                    <a:pt x="2815" y="6464"/>
                    <a:pt x="2712" y="6396"/>
                    <a:pt x="2610" y="6396"/>
                  </a:cubicBezTo>
                  <a:cubicBezTo>
                    <a:pt x="2508" y="6396"/>
                    <a:pt x="2405" y="6464"/>
                    <a:pt x="2405" y="6600"/>
                  </a:cubicBezTo>
                  <a:lnTo>
                    <a:pt x="2405" y="6614"/>
                  </a:lnTo>
                  <a:lnTo>
                    <a:pt x="2282" y="6614"/>
                  </a:lnTo>
                  <a:cubicBezTo>
                    <a:pt x="2079" y="6614"/>
                    <a:pt x="1920" y="6437"/>
                    <a:pt x="1942" y="6237"/>
                  </a:cubicBezTo>
                  <a:cubicBezTo>
                    <a:pt x="1960" y="6064"/>
                    <a:pt x="2123" y="5930"/>
                    <a:pt x="2311" y="5930"/>
                  </a:cubicBezTo>
                  <a:cubicBezTo>
                    <a:pt x="2312" y="5930"/>
                    <a:pt x="2314" y="5930"/>
                    <a:pt x="2315" y="5930"/>
                  </a:cubicBezTo>
                  <a:cubicBezTo>
                    <a:pt x="2544" y="5930"/>
                    <a:pt x="2596" y="5603"/>
                    <a:pt x="2376" y="5535"/>
                  </a:cubicBezTo>
                  <a:lnTo>
                    <a:pt x="2376" y="5075"/>
                  </a:lnTo>
                  <a:cubicBezTo>
                    <a:pt x="2380" y="3688"/>
                    <a:pt x="3311" y="2475"/>
                    <a:pt x="4647" y="2112"/>
                  </a:cubicBezTo>
                  <a:lnTo>
                    <a:pt x="5075" y="2797"/>
                  </a:lnTo>
                  <a:cubicBezTo>
                    <a:pt x="5160" y="2933"/>
                    <a:pt x="5301" y="3001"/>
                    <a:pt x="5442" y="3001"/>
                  </a:cubicBezTo>
                  <a:cubicBezTo>
                    <a:pt x="5583" y="3001"/>
                    <a:pt x="5725" y="2933"/>
                    <a:pt x="5810" y="2797"/>
                  </a:cubicBezTo>
                  <a:lnTo>
                    <a:pt x="6234" y="2112"/>
                  </a:lnTo>
                  <a:close/>
                  <a:moveTo>
                    <a:pt x="3713" y="9780"/>
                  </a:moveTo>
                  <a:lnTo>
                    <a:pt x="3713" y="10178"/>
                  </a:lnTo>
                  <a:cubicBezTo>
                    <a:pt x="3709" y="10365"/>
                    <a:pt x="3594" y="10531"/>
                    <a:pt x="3418" y="10597"/>
                  </a:cubicBezTo>
                  <a:lnTo>
                    <a:pt x="3418" y="10597"/>
                  </a:lnTo>
                  <a:lnTo>
                    <a:pt x="2949" y="10287"/>
                  </a:lnTo>
                  <a:cubicBezTo>
                    <a:pt x="2724" y="10134"/>
                    <a:pt x="2829" y="9780"/>
                    <a:pt x="3101" y="9780"/>
                  </a:cubicBezTo>
                  <a:close/>
                  <a:moveTo>
                    <a:pt x="7780" y="9780"/>
                  </a:moveTo>
                  <a:cubicBezTo>
                    <a:pt x="8052" y="9780"/>
                    <a:pt x="8160" y="10134"/>
                    <a:pt x="7932" y="10287"/>
                  </a:cubicBezTo>
                  <a:lnTo>
                    <a:pt x="7465" y="10598"/>
                  </a:lnTo>
                  <a:cubicBezTo>
                    <a:pt x="7287" y="10533"/>
                    <a:pt x="7172" y="10366"/>
                    <a:pt x="7172" y="10178"/>
                  </a:cubicBezTo>
                  <a:lnTo>
                    <a:pt x="7172" y="9780"/>
                  </a:lnTo>
                  <a:close/>
                  <a:moveTo>
                    <a:pt x="7842" y="9128"/>
                  </a:moveTo>
                  <a:cubicBezTo>
                    <a:pt x="8450" y="9128"/>
                    <a:pt x="8946" y="9620"/>
                    <a:pt x="8946" y="10232"/>
                  </a:cubicBezTo>
                  <a:cubicBezTo>
                    <a:pt x="8943" y="11231"/>
                    <a:pt x="8325" y="12128"/>
                    <a:pt x="7389" y="12484"/>
                  </a:cubicBezTo>
                  <a:lnTo>
                    <a:pt x="7389" y="12484"/>
                  </a:lnTo>
                  <a:lnTo>
                    <a:pt x="7389" y="12409"/>
                  </a:lnTo>
                  <a:cubicBezTo>
                    <a:pt x="7389" y="12273"/>
                    <a:pt x="7287" y="12205"/>
                    <a:pt x="7184" y="12205"/>
                  </a:cubicBezTo>
                  <a:cubicBezTo>
                    <a:pt x="7082" y="12205"/>
                    <a:pt x="6980" y="12273"/>
                    <a:pt x="6980" y="12409"/>
                  </a:cubicBezTo>
                  <a:lnTo>
                    <a:pt x="6980" y="12601"/>
                  </a:lnTo>
                  <a:cubicBezTo>
                    <a:pt x="6831" y="12630"/>
                    <a:pt x="6683" y="12641"/>
                    <a:pt x="6530" y="12641"/>
                  </a:cubicBezTo>
                  <a:lnTo>
                    <a:pt x="4350" y="12641"/>
                  </a:lnTo>
                  <a:cubicBezTo>
                    <a:pt x="4202" y="12641"/>
                    <a:pt x="4050" y="12630"/>
                    <a:pt x="3901" y="12601"/>
                  </a:cubicBezTo>
                  <a:lnTo>
                    <a:pt x="3901" y="12409"/>
                  </a:lnTo>
                  <a:cubicBezTo>
                    <a:pt x="3901" y="12273"/>
                    <a:pt x="3800" y="12205"/>
                    <a:pt x="3698" y="12205"/>
                  </a:cubicBezTo>
                  <a:cubicBezTo>
                    <a:pt x="3597" y="12205"/>
                    <a:pt x="3495" y="12273"/>
                    <a:pt x="3495" y="12409"/>
                  </a:cubicBezTo>
                  <a:lnTo>
                    <a:pt x="3495" y="12485"/>
                  </a:lnTo>
                  <a:cubicBezTo>
                    <a:pt x="2561" y="12126"/>
                    <a:pt x="1942" y="11232"/>
                    <a:pt x="1942" y="10232"/>
                  </a:cubicBezTo>
                  <a:cubicBezTo>
                    <a:pt x="1942" y="9620"/>
                    <a:pt x="2434" y="9128"/>
                    <a:pt x="3043" y="9128"/>
                  </a:cubicBezTo>
                  <a:lnTo>
                    <a:pt x="3713" y="9128"/>
                  </a:lnTo>
                  <a:lnTo>
                    <a:pt x="3713" y="9142"/>
                  </a:lnTo>
                  <a:lnTo>
                    <a:pt x="3713" y="9374"/>
                  </a:lnTo>
                  <a:lnTo>
                    <a:pt x="3104" y="9374"/>
                  </a:lnTo>
                  <a:cubicBezTo>
                    <a:pt x="2427" y="9374"/>
                    <a:pt x="2163" y="10250"/>
                    <a:pt x="2724" y="10627"/>
                  </a:cubicBezTo>
                  <a:lnTo>
                    <a:pt x="5089" y="12202"/>
                  </a:lnTo>
                  <a:cubicBezTo>
                    <a:pt x="5196" y="12273"/>
                    <a:pt x="5319" y="12308"/>
                    <a:pt x="5443" y="12308"/>
                  </a:cubicBezTo>
                  <a:cubicBezTo>
                    <a:pt x="5566" y="12308"/>
                    <a:pt x="5690" y="12273"/>
                    <a:pt x="5799" y="12202"/>
                  </a:cubicBezTo>
                  <a:lnTo>
                    <a:pt x="6429" y="11779"/>
                  </a:lnTo>
                  <a:cubicBezTo>
                    <a:pt x="6614" y="11656"/>
                    <a:pt x="6494" y="11404"/>
                    <a:pt x="6319" y="11404"/>
                  </a:cubicBezTo>
                  <a:cubicBezTo>
                    <a:pt x="6281" y="11404"/>
                    <a:pt x="6241" y="11415"/>
                    <a:pt x="6201" y="11442"/>
                  </a:cubicBezTo>
                  <a:lnTo>
                    <a:pt x="5571" y="11862"/>
                  </a:lnTo>
                  <a:cubicBezTo>
                    <a:pt x="5533" y="11887"/>
                    <a:pt x="5488" y="11900"/>
                    <a:pt x="5444" y="11900"/>
                  </a:cubicBezTo>
                  <a:cubicBezTo>
                    <a:pt x="5399" y="11900"/>
                    <a:pt x="5353" y="11887"/>
                    <a:pt x="5314" y="11862"/>
                  </a:cubicBezTo>
                  <a:lnTo>
                    <a:pt x="3796" y="10848"/>
                  </a:lnTo>
                  <a:cubicBezTo>
                    <a:pt x="3999" y="10685"/>
                    <a:pt x="4122" y="10439"/>
                    <a:pt x="4122" y="10178"/>
                  </a:cubicBezTo>
                  <a:lnTo>
                    <a:pt x="4122" y="9334"/>
                  </a:lnTo>
                  <a:cubicBezTo>
                    <a:pt x="4539" y="9535"/>
                    <a:pt x="4990" y="9636"/>
                    <a:pt x="5443" y="9636"/>
                  </a:cubicBezTo>
                  <a:cubicBezTo>
                    <a:pt x="5895" y="9636"/>
                    <a:pt x="6348" y="9535"/>
                    <a:pt x="6766" y="9334"/>
                  </a:cubicBezTo>
                  <a:lnTo>
                    <a:pt x="6766" y="10178"/>
                  </a:lnTo>
                  <a:cubicBezTo>
                    <a:pt x="6766" y="10439"/>
                    <a:pt x="6885" y="10685"/>
                    <a:pt x="7092" y="10848"/>
                  </a:cubicBezTo>
                  <a:lnTo>
                    <a:pt x="6965" y="10931"/>
                  </a:lnTo>
                  <a:cubicBezTo>
                    <a:pt x="6777" y="11057"/>
                    <a:pt x="6899" y="11310"/>
                    <a:pt x="7073" y="11310"/>
                  </a:cubicBezTo>
                  <a:cubicBezTo>
                    <a:pt x="7111" y="11310"/>
                    <a:pt x="7150" y="11298"/>
                    <a:pt x="7190" y="11272"/>
                  </a:cubicBezTo>
                  <a:lnTo>
                    <a:pt x="8160" y="10627"/>
                  </a:lnTo>
                  <a:cubicBezTo>
                    <a:pt x="8725" y="10250"/>
                    <a:pt x="8457" y="9374"/>
                    <a:pt x="7784" y="9374"/>
                  </a:cubicBezTo>
                  <a:lnTo>
                    <a:pt x="7172" y="9374"/>
                  </a:lnTo>
                  <a:lnTo>
                    <a:pt x="7172" y="9142"/>
                  </a:lnTo>
                  <a:lnTo>
                    <a:pt x="7172" y="9128"/>
                  </a:lnTo>
                  <a:close/>
                  <a:moveTo>
                    <a:pt x="5439" y="1"/>
                  </a:moveTo>
                  <a:cubicBezTo>
                    <a:pt x="5317" y="1"/>
                    <a:pt x="5196" y="70"/>
                    <a:pt x="5151" y="207"/>
                  </a:cubicBezTo>
                  <a:lnTo>
                    <a:pt x="4658" y="1689"/>
                  </a:lnTo>
                  <a:cubicBezTo>
                    <a:pt x="3083" y="2054"/>
                    <a:pt x="1971" y="3456"/>
                    <a:pt x="1967" y="5071"/>
                  </a:cubicBezTo>
                  <a:lnTo>
                    <a:pt x="1967" y="5600"/>
                  </a:lnTo>
                  <a:cubicBezTo>
                    <a:pt x="1648" y="5745"/>
                    <a:pt x="1475" y="6096"/>
                    <a:pt x="1551" y="6437"/>
                  </a:cubicBezTo>
                  <a:cubicBezTo>
                    <a:pt x="1627" y="6777"/>
                    <a:pt x="1927" y="7020"/>
                    <a:pt x="2279" y="7020"/>
                  </a:cubicBezTo>
                  <a:lnTo>
                    <a:pt x="2431" y="7020"/>
                  </a:lnTo>
                  <a:cubicBezTo>
                    <a:pt x="2521" y="7661"/>
                    <a:pt x="2815" y="8258"/>
                    <a:pt x="3267" y="8718"/>
                  </a:cubicBezTo>
                  <a:lnTo>
                    <a:pt x="3039" y="8718"/>
                  </a:lnTo>
                  <a:cubicBezTo>
                    <a:pt x="2206" y="8722"/>
                    <a:pt x="1529" y="9396"/>
                    <a:pt x="1529" y="10232"/>
                  </a:cubicBezTo>
                  <a:cubicBezTo>
                    <a:pt x="1529" y="10529"/>
                    <a:pt x="1576" y="10830"/>
                    <a:pt x="1670" y="11112"/>
                  </a:cubicBezTo>
                  <a:lnTo>
                    <a:pt x="1087" y="11286"/>
                  </a:lnTo>
                  <a:cubicBezTo>
                    <a:pt x="446" y="11474"/>
                    <a:pt x="4" y="12065"/>
                    <a:pt x="1" y="12735"/>
                  </a:cubicBezTo>
                  <a:lnTo>
                    <a:pt x="1" y="13716"/>
                  </a:lnTo>
                  <a:cubicBezTo>
                    <a:pt x="1" y="13852"/>
                    <a:pt x="103" y="13920"/>
                    <a:pt x="205" y="13920"/>
                  </a:cubicBezTo>
                  <a:cubicBezTo>
                    <a:pt x="307" y="13920"/>
                    <a:pt x="410" y="13852"/>
                    <a:pt x="410" y="13716"/>
                  </a:cubicBezTo>
                  <a:lnTo>
                    <a:pt x="410" y="12735"/>
                  </a:lnTo>
                  <a:cubicBezTo>
                    <a:pt x="410" y="12246"/>
                    <a:pt x="732" y="11815"/>
                    <a:pt x="1203" y="11674"/>
                  </a:cubicBezTo>
                  <a:lnTo>
                    <a:pt x="1826" y="11493"/>
                  </a:lnTo>
                  <a:cubicBezTo>
                    <a:pt x="2166" y="12170"/>
                    <a:pt x="2764" y="12684"/>
                    <a:pt x="3488" y="12916"/>
                  </a:cubicBezTo>
                  <a:lnTo>
                    <a:pt x="3488" y="13716"/>
                  </a:lnTo>
                  <a:cubicBezTo>
                    <a:pt x="3488" y="13852"/>
                    <a:pt x="3591" y="13920"/>
                    <a:pt x="3693" y="13920"/>
                  </a:cubicBezTo>
                  <a:cubicBezTo>
                    <a:pt x="3795" y="13920"/>
                    <a:pt x="3898" y="13852"/>
                    <a:pt x="3898" y="13716"/>
                  </a:cubicBezTo>
                  <a:lnTo>
                    <a:pt x="3898" y="13014"/>
                  </a:lnTo>
                  <a:cubicBezTo>
                    <a:pt x="4046" y="13035"/>
                    <a:pt x="4194" y="13050"/>
                    <a:pt x="4347" y="13050"/>
                  </a:cubicBezTo>
                  <a:lnTo>
                    <a:pt x="6530" y="13050"/>
                  </a:lnTo>
                  <a:cubicBezTo>
                    <a:pt x="6683" y="13050"/>
                    <a:pt x="6831" y="13035"/>
                    <a:pt x="6980" y="13014"/>
                  </a:cubicBezTo>
                  <a:lnTo>
                    <a:pt x="6980" y="13716"/>
                  </a:lnTo>
                  <a:cubicBezTo>
                    <a:pt x="6980" y="13852"/>
                    <a:pt x="7082" y="13920"/>
                    <a:pt x="7184" y="13920"/>
                  </a:cubicBezTo>
                  <a:cubicBezTo>
                    <a:pt x="7287" y="13920"/>
                    <a:pt x="7389" y="13852"/>
                    <a:pt x="7389" y="13716"/>
                  </a:cubicBezTo>
                  <a:lnTo>
                    <a:pt x="7389" y="12916"/>
                  </a:lnTo>
                  <a:cubicBezTo>
                    <a:pt x="8110" y="12684"/>
                    <a:pt x="8711" y="12170"/>
                    <a:pt x="9051" y="11493"/>
                  </a:cubicBezTo>
                  <a:lnTo>
                    <a:pt x="9674" y="11674"/>
                  </a:lnTo>
                  <a:cubicBezTo>
                    <a:pt x="10141" y="11815"/>
                    <a:pt x="10464" y="12246"/>
                    <a:pt x="10467" y="12735"/>
                  </a:cubicBezTo>
                  <a:lnTo>
                    <a:pt x="10467" y="13716"/>
                  </a:lnTo>
                  <a:cubicBezTo>
                    <a:pt x="10467" y="13852"/>
                    <a:pt x="10569" y="13920"/>
                    <a:pt x="10670" y="13920"/>
                  </a:cubicBezTo>
                  <a:cubicBezTo>
                    <a:pt x="10772" y="13920"/>
                    <a:pt x="10873" y="13852"/>
                    <a:pt x="10873" y="13716"/>
                  </a:cubicBezTo>
                  <a:lnTo>
                    <a:pt x="10873" y="12735"/>
                  </a:lnTo>
                  <a:cubicBezTo>
                    <a:pt x="10869" y="12065"/>
                    <a:pt x="10431" y="11478"/>
                    <a:pt x="9790" y="11286"/>
                  </a:cubicBezTo>
                  <a:lnTo>
                    <a:pt x="9207" y="11112"/>
                  </a:lnTo>
                  <a:cubicBezTo>
                    <a:pt x="9301" y="10830"/>
                    <a:pt x="9348" y="10529"/>
                    <a:pt x="9348" y="10232"/>
                  </a:cubicBezTo>
                  <a:cubicBezTo>
                    <a:pt x="9348" y="9396"/>
                    <a:pt x="8671" y="8722"/>
                    <a:pt x="7838" y="8718"/>
                  </a:cubicBezTo>
                  <a:lnTo>
                    <a:pt x="7613" y="8718"/>
                  </a:lnTo>
                  <a:cubicBezTo>
                    <a:pt x="8066" y="8258"/>
                    <a:pt x="8356" y="7661"/>
                    <a:pt x="8446" y="7020"/>
                  </a:cubicBezTo>
                  <a:lnTo>
                    <a:pt x="8570" y="7020"/>
                  </a:lnTo>
                  <a:cubicBezTo>
                    <a:pt x="8964" y="7020"/>
                    <a:pt x="9305" y="6726"/>
                    <a:pt x="9345" y="6346"/>
                  </a:cubicBezTo>
                  <a:cubicBezTo>
                    <a:pt x="9377" y="6031"/>
                    <a:pt x="9203" y="5727"/>
                    <a:pt x="8914" y="5593"/>
                  </a:cubicBezTo>
                  <a:lnTo>
                    <a:pt x="8914" y="5071"/>
                  </a:lnTo>
                  <a:cubicBezTo>
                    <a:pt x="8910" y="3456"/>
                    <a:pt x="7794" y="2054"/>
                    <a:pt x="6223" y="1689"/>
                  </a:cubicBezTo>
                  <a:lnTo>
                    <a:pt x="5726" y="207"/>
                  </a:lnTo>
                  <a:cubicBezTo>
                    <a:pt x="5681" y="70"/>
                    <a:pt x="5560" y="1"/>
                    <a:pt x="54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88"/>
            <p:cNvSpPr/>
            <p:nvPr/>
          </p:nvSpPr>
          <p:spPr>
            <a:xfrm>
              <a:off x="5008539" y="3948064"/>
              <a:ext cx="10749" cy="16386"/>
            </a:xfrm>
            <a:custGeom>
              <a:rect b="b" l="l" r="r" t="t"/>
              <a:pathLst>
                <a:path extrusionOk="0" h="625"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88"/>
            <p:cNvSpPr/>
            <p:nvPr/>
          </p:nvSpPr>
          <p:spPr>
            <a:xfrm>
              <a:off x="5077098" y="3948064"/>
              <a:ext cx="10749" cy="16386"/>
            </a:xfrm>
            <a:custGeom>
              <a:rect b="b" l="l" r="r" t="t"/>
              <a:pathLst>
                <a:path extrusionOk="0" h="625" w="410">
                  <a:moveTo>
                    <a:pt x="207" y="0"/>
                  </a:moveTo>
                  <a:cubicBezTo>
                    <a:pt x="95"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88"/>
            <p:cNvSpPr/>
            <p:nvPr/>
          </p:nvSpPr>
          <p:spPr>
            <a:xfrm>
              <a:off x="5023378" y="3987941"/>
              <a:ext cx="49656" cy="16543"/>
            </a:xfrm>
            <a:custGeom>
              <a:rect b="b" l="l" r="r" t="t"/>
              <a:pathLst>
                <a:path extrusionOk="0" h="631" w="1894">
                  <a:moveTo>
                    <a:pt x="296" y="1"/>
                  </a:moveTo>
                  <a:cubicBezTo>
                    <a:pt x="136" y="1"/>
                    <a:pt x="1" y="206"/>
                    <a:pt x="152" y="352"/>
                  </a:cubicBezTo>
                  <a:cubicBezTo>
                    <a:pt x="325" y="526"/>
                    <a:pt x="622" y="631"/>
                    <a:pt x="948" y="631"/>
                  </a:cubicBezTo>
                  <a:cubicBezTo>
                    <a:pt x="1271" y="631"/>
                    <a:pt x="1568" y="526"/>
                    <a:pt x="1745" y="352"/>
                  </a:cubicBezTo>
                  <a:cubicBezTo>
                    <a:pt x="1893" y="206"/>
                    <a:pt x="1757" y="1"/>
                    <a:pt x="1599"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88"/>
            <p:cNvSpPr/>
            <p:nvPr/>
          </p:nvSpPr>
          <p:spPr>
            <a:xfrm>
              <a:off x="5000359" y="3930839"/>
              <a:ext cx="32798" cy="16543"/>
            </a:xfrm>
            <a:custGeom>
              <a:rect b="b" l="l" r="r" t="t"/>
              <a:pathLst>
                <a:path extrusionOk="0" h="631" w="1251">
                  <a:moveTo>
                    <a:pt x="292" y="1"/>
                  </a:moveTo>
                  <a:cubicBezTo>
                    <a:pt x="84" y="1"/>
                    <a:pt x="1" y="322"/>
                    <a:pt x="236" y="400"/>
                  </a:cubicBezTo>
                  <a:lnTo>
                    <a:pt x="888" y="617"/>
                  </a:lnTo>
                  <a:cubicBezTo>
                    <a:pt x="914" y="626"/>
                    <a:pt x="938" y="630"/>
                    <a:pt x="961" y="630"/>
                  </a:cubicBezTo>
                  <a:cubicBezTo>
                    <a:pt x="1168" y="630"/>
                    <a:pt x="1250" y="308"/>
                    <a:pt x="1019" y="230"/>
                  </a:cubicBezTo>
                  <a:lnTo>
                    <a:pt x="363" y="13"/>
                  </a:lnTo>
                  <a:cubicBezTo>
                    <a:pt x="338" y="5"/>
                    <a:pt x="315" y="1"/>
                    <a:pt x="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88"/>
            <p:cNvSpPr/>
            <p:nvPr/>
          </p:nvSpPr>
          <p:spPr>
            <a:xfrm>
              <a:off x="5063622" y="3930839"/>
              <a:ext cx="32405" cy="16491"/>
            </a:xfrm>
            <a:custGeom>
              <a:rect b="b" l="l" r="r" t="t"/>
              <a:pathLst>
                <a:path extrusionOk="0" h="629" w="1236">
                  <a:moveTo>
                    <a:pt x="944" y="1"/>
                  </a:moveTo>
                  <a:cubicBezTo>
                    <a:pt x="922" y="1"/>
                    <a:pt x="898" y="5"/>
                    <a:pt x="873" y="13"/>
                  </a:cubicBezTo>
                  <a:lnTo>
                    <a:pt x="221" y="230"/>
                  </a:lnTo>
                  <a:cubicBezTo>
                    <a:pt x="0" y="306"/>
                    <a:pt x="54" y="628"/>
                    <a:pt x="283" y="628"/>
                  </a:cubicBezTo>
                  <a:cubicBezTo>
                    <a:pt x="304" y="628"/>
                    <a:pt x="326" y="625"/>
                    <a:pt x="348" y="617"/>
                  </a:cubicBezTo>
                  <a:lnTo>
                    <a:pt x="1003" y="400"/>
                  </a:lnTo>
                  <a:cubicBezTo>
                    <a:pt x="1236" y="322"/>
                    <a:pt x="1152" y="1"/>
                    <a:pt x="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0" name="Google Shape;17810;p88"/>
          <p:cNvGrpSpPr/>
          <p:nvPr/>
        </p:nvGrpSpPr>
        <p:grpSpPr>
          <a:xfrm>
            <a:off x="8056219" y="1513350"/>
            <a:ext cx="285168" cy="365026"/>
            <a:chOff x="8056219" y="1513350"/>
            <a:chExt cx="285168" cy="365026"/>
          </a:xfrm>
        </p:grpSpPr>
        <p:sp>
          <p:nvSpPr>
            <p:cNvPr id="17811" name="Google Shape;17811;p88"/>
            <p:cNvSpPr/>
            <p:nvPr/>
          </p:nvSpPr>
          <p:spPr>
            <a:xfrm>
              <a:off x="8061541" y="1712970"/>
              <a:ext cx="274340" cy="160136"/>
            </a:xfrm>
            <a:custGeom>
              <a:rect b="b" l="l" r="r" t="t"/>
              <a:pathLst>
                <a:path extrusionOk="0" h="6108" w="10464">
                  <a:moveTo>
                    <a:pt x="3709" y="1"/>
                  </a:moveTo>
                  <a:lnTo>
                    <a:pt x="3709" y="1265"/>
                  </a:lnTo>
                  <a:cubicBezTo>
                    <a:pt x="3709" y="1555"/>
                    <a:pt x="3517" y="1808"/>
                    <a:pt x="3238" y="1891"/>
                  </a:cubicBezTo>
                  <a:lnTo>
                    <a:pt x="942" y="2569"/>
                  </a:lnTo>
                  <a:cubicBezTo>
                    <a:pt x="385" y="2732"/>
                    <a:pt x="1" y="3242"/>
                    <a:pt x="1" y="3822"/>
                  </a:cubicBezTo>
                  <a:lnTo>
                    <a:pt x="1" y="6107"/>
                  </a:lnTo>
                  <a:lnTo>
                    <a:pt x="10464" y="6107"/>
                  </a:lnTo>
                  <a:lnTo>
                    <a:pt x="10464" y="3822"/>
                  </a:lnTo>
                  <a:cubicBezTo>
                    <a:pt x="10464" y="3242"/>
                    <a:pt x="10083" y="2732"/>
                    <a:pt x="9529" y="2569"/>
                  </a:cubicBezTo>
                  <a:lnTo>
                    <a:pt x="7230" y="1891"/>
                  </a:lnTo>
                  <a:cubicBezTo>
                    <a:pt x="6951" y="1812"/>
                    <a:pt x="6759" y="1555"/>
                    <a:pt x="6759" y="1265"/>
                  </a:cubicBezTo>
                  <a:lnTo>
                    <a:pt x="675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88"/>
            <p:cNvSpPr/>
            <p:nvPr/>
          </p:nvSpPr>
          <p:spPr>
            <a:xfrm>
              <a:off x="8158781" y="1712970"/>
              <a:ext cx="80068" cy="62896"/>
            </a:xfrm>
            <a:custGeom>
              <a:rect b="b" l="l" r="r" t="t"/>
              <a:pathLst>
                <a:path extrusionOk="0" h="2399" w="3054">
                  <a:moveTo>
                    <a:pt x="0" y="1"/>
                  </a:moveTo>
                  <a:lnTo>
                    <a:pt x="0" y="2398"/>
                  </a:lnTo>
                  <a:lnTo>
                    <a:pt x="3053" y="2398"/>
                  </a:lnTo>
                  <a:lnTo>
                    <a:pt x="305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88"/>
            <p:cNvSpPr/>
            <p:nvPr/>
          </p:nvSpPr>
          <p:spPr>
            <a:xfrm>
              <a:off x="8095912" y="1838683"/>
              <a:ext cx="17225" cy="34319"/>
            </a:xfrm>
            <a:custGeom>
              <a:rect b="b" l="l" r="r" t="t"/>
              <a:pathLst>
                <a:path extrusionOk="0" h="1309" w="657">
                  <a:moveTo>
                    <a:pt x="1" y="1"/>
                  </a:moveTo>
                  <a:lnTo>
                    <a:pt x="1" y="1308"/>
                  </a:lnTo>
                  <a:lnTo>
                    <a:pt x="656" y="1308"/>
                  </a:lnTo>
                  <a:lnTo>
                    <a:pt x="65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88"/>
            <p:cNvSpPr/>
            <p:nvPr/>
          </p:nvSpPr>
          <p:spPr>
            <a:xfrm>
              <a:off x="8284494" y="1838683"/>
              <a:ext cx="17199" cy="34319"/>
            </a:xfrm>
            <a:custGeom>
              <a:rect b="b" l="l" r="r" t="t"/>
              <a:pathLst>
                <a:path extrusionOk="0" h="1309" w="656">
                  <a:moveTo>
                    <a:pt x="0" y="1"/>
                  </a:moveTo>
                  <a:lnTo>
                    <a:pt x="0" y="1308"/>
                  </a:lnTo>
                  <a:lnTo>
                    <a:pt x="656" y="1308"/>
                  </a:lnTo>
                  <a:lnTo>
                    <a:pt x="65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88"/>
            <p:cNvSpPr/>
            <p:nvPr/>
          </p:nvSpPr>
          <p:spPr>
            <a:xfrm>
              <a:off x="8061646" y="1762547"/>
              <a:ext cx="274340" cy="110559"/>
            </a:xfrm>
            <a:custGeom>
              <a:rect b="b" l="l" r="r" t="t"/>
              <a:pathLst>
                <a:path extrusionOk="0" h="4217" w="10464">
                  <a:moveTo>
                    <a:pt x="3238" y="0"/>
                  </a:moveTo>
                  <a:lnTo>
                    <a:pt x="938" y="678"/>
                  </a:lnTo>
                  <a:cubicBezTo>
                    <a:pt x="384" y="841"/>
                    <a:pt x="0" y="1351"/>
                    <a:pt x="0" y="1931"/>
                  </a:cubicBezTo>
                  <a:lnTo>
                    <a:pt x="0" y="2905"/>
                  </a:lnTo>
                  <a:lnTo>
                    <a:pt x="1963" y="3343"/>
                  </a:lnTo>
                  <a:lnTo>
                    <a:pt x="1963" y="4216"/>
                  </a:lnTo>
                  <a:lnTo>
                    <a:pt x="8500" y="4216"/>
                  </a:lnTo>
                  <a:lnTo>
                    <a:pt x="8500" y="3343"/>
                  </a:lnTo>
                  <a:lnTo>
                    <a:pt x="10463" y="2905"/>
                  </a:lnTo>
                  <a:lnTo>
                    <a:pt x="10463" y="1931"/>
                  </a:lnTo>
                  <a:cubicBezTo>
                    <a:pt x="10463" y="1351"/>
                    <a:pt x="10079" y="841"/>
                    <a:pt x="9525" y="678"/>
                  </a:cubicBezTo>
                  <a:lnTo>
                    <a:pt x="7226" y="0"/>
                  </a:lnTo>
                  <a:lnTo>
                    <a:pt x="5230" y="290"/>
                  </a:lnTo>
                  <a:lnTo>
                    <a:pt x="323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88"/>
            <p:cNvSpPr/>
            <p:nvPr/>
          </p:nvSpPr>
          <p:spPr>
            <a:xfrm>
              <a:off x="8187358" y="1770150"/>
              <a:ext cx="22914" cy="62870"/>
            </a:xfrm>
            <a:custGeom>
              <a:rect b="b" l="l" r="r" t="t"/>
              <a:pathLst>
                <a:path extrusionOk="0" h="2398" w="874">
                  <a:moveTo>
                    <a:pt x="0" y="0"/>
                  </a:moveTo>
                  <a:lnTo>
                    <a:pt x="0" y="2180"/>
                  </a:lnTo>
                  <a:cubicBezTo>
                    <a:pt x="0" y="2300"/>
                    <a:pt x="98" y="2398"/>
                    <a:pt x="218" y="2398"/>
                  </a:cubicBezTo>
                  <a:lnTo>
                    <a:pt x="656" y="2398"/>
                  </a:lnTo>
                  <a:cubicBezTo>
                    <a:pt x="775" y="2398"/>
                    <a:pt x="873" y="2300"/>
                    <a:pt x="873" y="2180"/>
                  </a:cubicBezTo>
                  <a:lnTo>
                    <a:pt x="87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88"/>
            <p:cNvSpPr/>
            <p:nvPr/>
          </p:nvSpPr>
          <p:spPr>
            <a:xfrm>
              <a:off x="8095912" y="1518698"/>
              <a:ext cx="205781" cy="137249"/>
            </a:xfrm>
            <a:custGeom>
              <a:rect b="b" l="l" r="r" t="t"/>
              <a:pathLst>
                <a:path extrusionOk="0" h="5235" w="7849">
                  <a:moveTo>
                    <a:pt x="2833" y="1"/>
                  </a:moveTo>
                  <a:lnTo>
                    <a:pt x="1964" y="656"/>
                  </a:lnTo>
                  <a:lnTo>
                    <a:pt x="874" y="656"/>
                  </a:lnTo>
                  <a:lnTo>
                    <a:pt x="874" y="1746"/>
                  </a:lnTo>
                  <a:lnTo>
                    <a:pt x="1" y="1746"/>
                  </a:lnTo>
                  <a:lnTo>
                    <a:pt x="439" y="3054"/>
                  </a:lnTo>
                  <a:lnTo>
                    <a:pt x="1" y="3489"/>
                  </a:lnTo>
                  <a:lnTo>
                    <a:pt x="656" y="5234"/>
                  </a:lnTo>
                  <a:lnTo>
                    <a:pt x="7193" y="5234"/>
                  </a:lnTo>
                  <a:lnTo>
                    <a:pt x="7849" y="3489"/>
                  </a:lnTo>
                  <a:lnTo>
                    <a:pt x="7411" y="3054"/>
                  </a:lnTo>
                  <a:lnTo>
                    <a:pt x="7849" y="1746"/>
                  </a:lnTo>
                  <a:lnTo>
                    <a:pt x="6759" y="1746"/>
                  </a:lnTo>
                  <a:lnTo>
                    <a:pt x="7193" y="656"/>
                  </a:lnTo>
                  <a:lnTo>
                    <a:pt x="5886" y="656"/>
                  </a:lnTo>
                  <a:lnTo>
                    <a:pt x="5230" y="1"/>
                  </a:lnTo>
                  <a:lnTo>
                    <a:pt x="3706" y="222"/>
                  </a:lnTo>
                  <a:lnTo>
                    <a:pt x="283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88"/>
            <p:cNvSpPr/>
            <p:nvPr/>
          </p:nvSpPr>
          <p:spPr>
            <a:xfrm>
              <a:off x="8095912" y="1531519"/>
              <a:ext cx="191073" cy="124323"/>
            </a:xfrm>
            <a:custGeom>
              <a:rect b="b" l="l" r="r" t="t"/>
              <a:pathLst>
                <a:path extrusionOk="0" h="4742" w="7288">
                  <a:moveTo>
                    <a:pt x="2185" y="1"/>
                  </a:moveTo>
                  <a:lnTo>
                    <a:pt x="1964" y="167"/>
                  </a:lnTo>
                  <a:lnTo>
                    <a:pt x="874" y="167"/>
                  </a:lnTo>
                  <a:lnTo>
                    <a:pt x="874" y="1257"/>
                  </a:lnTo>
                  <a:lnTo>
                    <a:pt x="1" y="1257"/>
                  </a:lnTo>
                  <a:lnTo>
                    <a:pt x="435" y="2565"/>
                  </a:lnTo>
                  <a:lnTo>
                    <a:pt x="1" y="3000"/>
                  </a:lnTo>
                  <a:lnTo>
                    <a:pt x="656" y="4742"/>
                  </a:lnTo>
                  <a:lnTo>
                    <a:pt x="7193" y="4742"/>
                  </a:lnTo>
                  <a:lnTo>
                    <a:pt x="7288" y="4492"/>
                  </a:lnTo>
                  <a:lnTo>
                    <a:pt x="7288" y="4492"/>
                  </a:lnTo>
                  <a:cubicBezTo>
                    <a:pt x="7110" y="4513"/>
                    <a:pt x="6936" y="4524"/>
                    <a:pt x="6759" y="4524"/>
                  </a:cubicBezTo>
                  <a:cubicBezTo>
                    <a:pt x="4253" y="4524"/>
                    <a:pt x="2214" y="2507"/>
                    <a:pt x="218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88"/>
            <p:cNvSpPr/>
            <p:nvPr/>
          </p:nvSpPr>
          <p:spPr>
            <a:xfrm>
              <a:off x="8100867" y="1593051"/>
              <a:ext cx="195897" cy="142938"/>
            </a:xfrm>
            <a:custGeom>
              <a:rect b="b" l="l" r="r" t="t"/>
              <a:pathLst>
                <a:path extrusionOk="0" h="5452" w="7472">
                  <a:moveTo>
                    <a:pt x="1340" y="1"/>
                  </a:moveTo>
                  <a:lnTo>
                    <a:pt x="1340" y="1308"/>
                  </a:lnTo>
                  <a:cubicBezTo>
                    <a:pt x="1340" y="1547"/>
                    <a:pt x="1144" y="1743"/>
                    <a:pt x="902" y="1743"/>
                  </a:cubicBezTo>
                  <a:lnTo>
                    <a:pt x="608" y="1743"/>
                  </a:lnTo>
                  <a:cubicBezTo>
                    <a:pt x="322" y="1743"/>
                    <a:pt x="65" y="1949"/>
                    <a:pt x="33" y="2232"/>
                  </a:cubicBezTo>
                  <a:cubicBezTo>
                    <a:pt x="0" y="2552"/>
                    <a:pt x="250" y="2833"/>
                    <a:pt x="570" y="2833"/>
                  </a:cubicBezTo>
                  <a:cubicBezTo>
                    <a:pt x="572" y="2833"/>
                    <a:pt x="574" y="2833"/>
                    <a:pt x="576" y="2833"/>
                  </a:cubicBezTo>
                  <a:lnTo>
                    <a:pt x="913" y="2833"/>
                  </a:lnTo>
                  <a:cubicBezTo>
                    <a:pt x="1025" y="4310"/>
                    <a:pt x="2253" y="5451"/>
                    <a:pt x="3734" y="5451"/>
                  </a:cubicBezTo>
                  <a:cubicBezTo>
                    <a:pt x="5215" y="5451"/>
                    <a:pt x="6447" y="4310"/>
                    <a:pt x="6559" y="2833"/>
                  </a:cubicBezTo>
                  <a:lnTo>
                    <a:pt x="6863" y="2833"/>
                  </a:lnTo>
                  <a:cubicBezTo>
                    <a:pt x="7149" y="2833"/>
                    <a:pt x="7406" y="2630"/>
                    <a:pt x="7439" y="2344"/>
                  </a:cubicBezTo>
                  <a:cubicBezTo>
                    <a:pt x="7472" y="2022"/>
                    <a:pt x="7218" y="1743"/>
                    <a:pt x="6896" y="1743"/>
                  </a:cubicBezTo>
                  <a:lnTo>
                    <a:pt x="6570" y="1743"/>
                  </a:lnTo>
                  <a:cubicBezTo>
                    <a:pt x="6327" y="1743"/>
                    <a:pt x="6132" y="1547"/>
                    <a:pt x="6132" y="1308"/>
                  </a:cubicBezTo>
                  <a:lnTo>
                    <a:pt x="6132" y="870"/>
                  </a:lnTo>
                  <a:lnTo>
                    <a:pt x="4824" y="1"/>
                  </a:lnTo>
                  <a:lnTo>
                    <a:pt x="4824" y="497"/>
                  </a:lnTo>
                  <a:cubicBezTo>
                    <a:pt x="4824" y="623"/>
                    <a:pt x="4720" y="714"/>
                    <a:pt x="4606" y="714"/>
                  </a:cubicBezTo>
                  <a:cubicBezTo>
                    <a:pt x="4570" y="714"/>
                    <a:pt x="4533" y="705"/>
                    <a:pt x="4498" y="685"/>
                  </a:cubicBezTo>
                  <a:lnTo>
                    <a:pt x="3299" y="1"/>
                  </a:lnTo>
                  <a:lnTo>
                    <a:pt x="2963" y="504"/>
                  </a:lnTo>
                  <a:cubicBezTo>
                    <a:pt x="2921" y="566"/>
                    <a:pt x="2852" y="601"/>
                    <a:pt x="2781" y="601"/>
                  </a:cubicBezTo>
                  <a:cubicBezTo>
                    <a:pt x="2753" y="601"/>
                    <a:pt x="2725" y="595"/>
                    <a:pt x="2698" y="584"/>
                  </a:cubicBezTo>
                  <a:lnTo>
                    <a:pt x="134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88"/>
            <p:cNvSpPr/>
            <p:nvPr/>
          </p:nvSpPr>
          <p:spPr>
            <a:xfrm>
              <a:off x="8100867" y="1593051"/>
              <a:ext cx="165328" cy="142964"/>
            </a:xfrm>
            <a:custGeom>
              <a:rect b="b" l="l" r="r" t="t"/>
              <a:pathLst>
                <a:path extrusionOk="0" h="5453" w="6306">
                  <a:moveTo>
                    <a:pt x="1336" y="1"/>
                  </a:moveTo>
                  <a:lnTo>
                    <a:pt x="1336" y="1308"/>
                  </a:lnTo>
                  <a:cubicBezTo>
                    <a:pt x="1336" y="1551"/>
                    <a:pt x="1144" y="1743"/>
                    <a:pt x="902" y="1743"/>
                  </a:cubicBezTo>
                  <a:lnTo>
                    <a:pt x="605" y="1743"/>
                  </a:lnTo>
                  <a:cubicBezTo>
                    <a:pt x="322" y="1743"/>
                    <a:pt x="62" y="1949"/>
                    <a:pt x="33" y="2232"/>
                  </a:cubicBezTo>
                  <a:cubicBezTo>
                    <a:pt x="0" y="2552"/>
                    <a:pt x="250" y="2833"/>
                    <a:pt x="570" y="2833"/>
                  </a:cubicBezTo>
                  <a:cubicBezTo>
                    <a:pt x="572" y="2833"/>
                    <a:pt x="574" y="2833"/>
                    <a:pt x="576" y="2833"/>
                  </a:cubicBezTo>
                  <a:lnTo>
                    <a:pt x="913" y="2833"/>
                  </a:lnTo>
                  <a:cubicBezTo>
                    <a:pt x="1018" y="4328"/>
                    <a:pt x="2266" y="5453"/>
                    <a:pt x="3714" y="5453"/>
                  </a:cubicBezTo>
                  <a:cubicBezTo>
                    <a:pt x="3865" y="5453"/>
                    <a:pt x="4018" y="5440"/>
                    <a:pt x="4172" y="5415"/>
                  </a:cubicBezTo>
                  <a:cubicBezTo>
                    <a:pt x="2792" y="5201"/>
                    <a:pt x="1775" y="4013"/>
                    <a:pt x="1775" y="2619"/>
                  </a:cubicBezTo>
                  <a:lnTo>
                    <a:pt x="1775" y="1337"/>
                  </a:lnTo>
                  <a:cubicBezTo>
                    <a:pt x="1775" y="1164"/>
                    <a:pt x="1916" y="1038"/>
                    <a:pt x="2074" y="1038"/>
                  </a:cubicBezTo>
                  <a:cubicBezTo>
                    <a:pt x="2117" y="1038"/>
                    <a:pt x="2162" y="1048"/>
                    <a:pt x="2206" y="1069"/>
                  </a:cubicBezTo>
                  <a:cubicBezTo>
                    <a:pt x="2322" y="1127"/>
                    <a:pt x="2423" y="1174"/>
                    <a:pt x="2437" y="1181"/>
                  </a:cubicBezTo>
                  <a:cubicBezTo>
                    <a:pt x="2546" y="1228"/>
                    <a:pt x="2662" y="1254"/>
                    <a:pt x="2781" y="1254"/>
                  </a:cubicBezTo>
                  <a:cubicBezTo>
                    <a:pt x="2803" y="1254"/>
                    <a:pt x="2825" y="1254"/>
                    <a:pt x="2847" y="1250"/>
                  </a:cubicBezTo>
                  <a:cubicBezTo>
                    <a:pt x="3111" y="1225"/>
                    <a:pt x="3350" y="1087"/>
                    <a:pt x="3502" y="870"/>
                  </a:cubicBezTo>
                  <a:lnTo>
                    <a:pt x="4172" y="1254"/>
                  </a:lnTo>
                  <a:cubicBezTo>
                    <a:pt x="4308" y="1332"/>
                    <a:pt x="4457" y="1369"/>
                    <a:pt x="4605" y="1369"/>
                  </a:cubicBezTo>
                  <a:cubicBezTo>
                    <a:pt x="4848" y="1369"/>
                    <a:pt x="5088" y="1268"/>
                    <a:pt x="5259" y="1076"/>
                  </a:cubicBezTo>
                  <a:lnTo>
                    <a:pt x="6269" y="1757"/>
                  </a:lnTo>
                  <a:cubicBezTo>
                    <a:pt x="6276" y="1721"/>
                    <a:pt x="6291" y="1685"/>
                    <a:pt x="6305" y="1652"/>
                  </a:cubicBezTo>
                  <a:cubicBezTo>
                    <a:pt x="6197" y="1569"/>
                    <a:pt x="6132" y="1442"/>
                    <a:pt x="6132" y="1308"/>
                  </a:cubicBezTo>
                  <a:lnTo>
                    <a:pt x="6132" y="870"/>
                  </a:lnTo>
                  <a:lnTo>
                    <a:pt x="4824" y="1"/>
                  </a:lnTo>
                  <a:lnTo>
                    <a:pt x="4824" y="497"/>
                  </a:lnTo>
                  <a:cubicBezTo>
                    <a:pt x="4824" y="519"/>
                    <a:pt x="4821" y="537"/>
                    <a:pt x="4817" y="558"/>
                  </a:cubicBezTo>
                  <a:cubicBezTo>
                    <a:pt x="4792" y="649"/>
                    <a:pt x="4708" y="714"/>
                    <a:pt x="4610" y="714"/>
                  </a:cubicBezTo>
                  <a:cubicBezTo>
                    <a:pt x="4605" y="715"/>
                    <a:pt x="4600" y="715"/>
                    <a:pt x="4595" y="715"/>
                  </a:cubicBezTo>
                  <a:cubicBezTo>
                    <a:pt x="4561" y="715"/>
                    <a:pt x="4527" y="704"/>
                    <a:pt x="4498" y="685"/>
                  </a:cubicBezTo>
                  <a:lnTo>
                    <a:pt x="3299" y="1"/>
                  </a:lnTo>
                  <a:lnTo>
                    <a:pt x="2963" y="504"/>
                  </a:lnTo>
                  <a:cubicBezTo>
                    <a:pt x="2921" y="566"/>
                    <a:pt x="2852" y="601"/>
                    <a:pt x="2780" y="601"/>
                  </a:cubicBezTo>
                  <a:cubicBezTo>
                    <a:pt x="2752" y="601"/>
                    <a:pt x="2722" y="595"/>
                    <a:pt x="2695" y="584"/>
                  </a:cubicBezTo>
                  <a:lnTo>
                    <a:pt x="1336"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88"/>
            <p:cNvSpPr/>
            <p:nvPr/>
          </p:nvSpPr>
          <p:spPr>
            <a:xfrm>
              <a:off x="8136470" y="1743776"/>
              <a:ext cx="62293" cy="57547"/>
            </a:xfrm>
            <a:custGeom>
              <a:rect b="b" l="l" r="r" t="t"/>
              <a:pathLst>
                <a:path extrusionOk="0" h="2195" w="2376">
                  <a:moveTo>
                    <a:pt x="510" y="0"/>
                  </a:moveTo>
                  <a:cubicBezTo>
                    <a:pt x="430" y="0"/>
                    <a:pt x="353" y="45"/>
                    <a:pt x="315" y="122"/>
                  </a:cubicBezTo>
                  <a:lnTo>
                    <a:pt x="33" y="684"/>
                  </a:lnTo>
                  <a:cubicBezTo>
                    <a:pt x="0" y="749"/>
                    <a:pt x="0" y="829"/>
                    <a:pt x="36" y="890"/>
                  </a:cubicBezTo>
                  <a:lnTo>
                    <a:pt x="721" y="2085"/>
                  </a:lnTo>
                  <a:cubicBezTo>
                    <a:pt x="762" y="2157"/>
                    <a:pt x="836" y="2195"/>
                    <a:pt x="910" y="2195"/>
                  </a:cubicBezTo>
                  <a:cubicBezTo>
                    <a:pt x="960" y="2195"/>
                    <a:pt x="1010" y="2178"/>
                    <a:pt x="1050" y="2143"/>
                  </a:cubicBezTo>
                  <a:lnTo>
                    <a:pt x="2376" y="1006"/>
                  </a:lnTo>
                  <a:lnTo>
                    <a:pt x="616" y="28"/>
                  </a:lnTo>
                  <a:cubicBezTo>
                    <a:pt x="582" y="9"/>
                    <a:pt x="546" y="0"/>
                    <a:pt x="51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88"/>
            <p:cNvSpPr/>
            <p:nvPr/>
          </p:nvSpPr>
          <p:spPr>
            <a:xfrm>
              <a:off x="8198763" y="1743776"/>
              <a:ext cx="62398" cy="57547"/>
            </a:xfrm>
            <a:custGeom>
              <a:rect b="b" l="l" r="r" t="t"/>
              <a:pathLst>
                <a:path extrusionOk="0" h="2195" w="2380">
                  <a:moveTo>
                    <a:pt x="1870" y="0"/>
                  </a:moveTo>
                  <a:cubicBezTo>
                    <a:pt x="1834" y="0"/>
                    <a:pt x="1797" y="9"/>
                    <a:pt x="1764" y="28"/>
                  </a:cubicBezTo>
                  <a:lnTo>
                    <a:pt x="0" y="1006"/>
                  </a:lnTo>
                  <a:lnTo>
                    <a:pt x="1326" y="2143"/>
                  </a:lnTo>
                  <a:cubicBezTo>
                    <a:pt x="1368" y="2178"/>
                    <a:pt x="1418" y="2195"/>
                    <a:pt x="1468" y="2195"/>
                  </a:cubicBezTo>
                  <a:cubicBezTo>
                    <a:pt x="1544" y="2195"/>
                    <a:pt x="1617" y="2157"/>
                    <a:pt x="1659" y="2085"/>
                  </a:cubicBezTo>
                  <a:lnTo>
                    <a:pt x="2340" y="890"/>
                  </a:lnTo>
                  <a:cubicBezTo>
                    <a:pt x="2376" y="829"/>
                    <a:pt x="2379" y="749"/>
                    <a:pt x="2347" y="684"/>
                  </a:cubicBezTo>
                  <a:lnTo>
                    <a:pt x="2064" y="122"/>
                  </a:lnTo>
                  <a:cubicBezTo>
                    <a:pt x="2027" y="45"/>
                    <a:pt x="1950" y="0"/>
                    <a:pt x="187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88"/>
            <p:cNvSpPr/>
            <p:nvPr/>
          </p:nvSpPr>
          <p:spPr>
            <a:xfrm>
              <a:off x="8159253" y="1639115"/>
              <a:ext cx="10644" cy="16360"/>
            </a:xfrm>
            <a:custGeom>
              <a:rect b="b" l="l" r="r" t="t"/>
              <a:pathLst>
                <a:path extrusionOk="0" h="624" w="406">
                  <a:moveTo>
                    <a:pt x="203" y="0"/>
                  </a:moveTo>
                  <a:cubicBezTo>
                    <a:pt x="91" y="0"/>
                    <a:pt x="0" y="91"/>
                    <a:pt x="0" y="203"/>
                  </a:cubicBezTo>
                  <a:lnTo>
                    <a:pt x="0" y="420"/>
                  </a:lnTo>
                  <a:cubicBezTo>
                    <a:pt x="0" y="556"/>
                    <a:pt x="102" y="624"/>
                    <a:pt x="203" y="624"/>
                  </a:cubicBezTo>
                  <a:cubicBezTo>
                    <a:pt x="305" y="624"/>
                    <a:pt x="406" y="556"/>
                    <a:pt x="406" y="420"/>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88"/>
            <p:cNvSpPr/>
            <p:nvPr/>
          </p:nvSpPr>
          <p:spPr>
            <a:xfrm>
              <a:off x="8227812" y="1639089"/>
              <a:ext cx="10644" cy="16465"/>
            </a:xfrm>
            <a:custGeom>
              <a:rect b="b" l="l" r="r" t="t"/>
              <a:pathLst>
                <a:path extrusionOk="0" h="628" w="406">
                  <a:moveTo>
                    <a:pt x="203" y="0"/>
                  </a:moveTo>
                  <a:cubicBezTo>
                    <a:pt x="102" y="0"/>
                    <a:pt x="0" y="68"/>
                    <a:pt x="0" y="204"/>
                  </a:cubicBezTo>
                  <a:lnTo>
                    <a:pt x="0" y="425"/>
                  </a:lnTo>
                  <a:cubicBezTo>
                    <a:pt x="0" y="537"/>
                    <a:pt x="91" y="628"/>
                    <a:pt x="203" y="628"/>
                  </a:cubicBezTo>
                  <a:cubicBezTo>
                    <a:pt x="315" y="628"/>
                    <a:pt x="406" y="537"/>
                    <a:pt x="406" y="425"/>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88"/>
            <p:cNvSpPr/>
            <p:nvPr/>
          </p:nvSpPr>
          <p:spPr>
            <a:xfrm>
              <a:off x="8174014" y="1679045"/>
              <a:ext cx="49604" cy="16491"/>
            </a:xfrm>
            <a:custGeom>
              <a:rect b="b" l="l" r="r" t="t"/>
              <a:pathLst>
                <a:path extrusionOk="0" h="629" w="1892">
                  <a:moveTo>
                    <a:pt x="294" y="0"/>
                  </a:moveTo>
                  <a:cubicBezTo>
                    <a:pt x="135" y="0"/>
                    <a:pt x="1" y="206"/>
                    <a:pt x="151" y="353"/>
                  </a:cubicBezTo>
                  <a:cubicBezTo>
                    <a:pt x="325" y="527"/>
                    <a:pt x="625" y="628"/>
                    <a:pt x="948" y="628"/>
                  </a:cubicBezTo>
                  <a:cubicBezTo>
                    <a:pt x="1270" y="628"/>
                    <a:pt x="1571" y="523"/>
                    <a:pt x="1744" y="353"/>
                  </a:cubicBezTo>
                  <a:cubicBezTo>
                    <a:pt x="1892" y="206"/>
                    <a:pt x="1757" y="0"/>
                    <a:pt x="1600" y="0"/>
                  </a:cubicBezTo>
                  <a:cubicBezTo>
                    <a:pt x="1552" y="0"/>
                    <a:pt x="1503" y="19"/>
                    <a:pt x="1458" y="63"/>
                  </a:cubicBezTo>
                  <a:cubicBezTo>
                    <a:pt x="1382" y="136"/>
                    <a:pt x="1205" y="223"/>
                    <a:pt x="948" y="223"/>
                  </a:cubicBezTo>
                  <a:cubicBezTo>
                    <a:pt x="690" y="223"/>
                    <a:pt x="509" y="136"/>
                    <a:pt x="437" y="63"/>
                  </a:cubicBezTo>
                  <a:cubicBezTo>
                    <a:pt x="392" y="19"/>
                    <a:pt x="342"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88"/>
            <p:cNvSpPr/>
            <p:nvPr/>
          </p:nvSpPr>
          <p:spPr>
            <a:xfrm>
              <a:off x="8056219" y="1513350"/>
              <a:ext cx="285168" cy="365026"/>
            </a:xfrm>
            <a:custGeom>
              <a:rect b="b" l="l" r="r" t="t"/>
              <a:pathLst>
                <a:path extrusionOk="0" h="13923" w="10877">
                  <a:moveTo>
                    <a:pt x="6672" y="422"/>
                  </a:moveTo>
                  <a:lnTo>
                    <a:pt x="7255" y="1002"/>
                  </a:lnTo>
                  <a:cubicBezTo>
                    <a:pt x="7291" y="1041"/>
                    <a:pt x="7346" y="1063"/>
                    <a:pt x="7400" y="1063"/>
                  </a:cubicBezTo>
                  <a:lnTo>
                    <a:pt x="8407" y="1063"/>
                  </a:lnTo>
                  <a:lnTo>
                    <a:pt x="8081" y="1874"/>
                  </a:lnTo>
                  <a:cubicBezTo>
                    <a:pt x="8027" y="2008"/>
                    <a:pt x="8128" y="2153"/>
                    <a:pt x="8269" y="2153"/>
                  </a:cubicBezTo>
                  <a:lnTo>
                    <a:pt x="9077" y="2153"/>
                  </a:lnTo>
                  <a:lnTo>
                    <a:pt x="8733" y="3193"/>
                  </a:lnTo>
                  <a:cubicBezTo>
                    <a:pt x="8707" y="3269"/>
                    <a:pt x="8726" y="3348"/>
                    <a:pt x="8780" y="3403"/>
                  </a:cubicBezTo>
                  <a:lnTo>
                    <a:pt x="9120" y="3743"/>
                  </a:lnTo>
                  <a:lnTo>
                    <a:pt x="8776" y="4605"/>
                  </a:lnTo>
                  <a:cubicBezTo>
                    <a:pt x="8718" y="4591"/>
                    <a:pt x="8660" y="4583"/>
                    <a:pt x="8599" y="4583"/>
                  </a:cubicBezTo>
                  <a:lnTo>
                    <a:pt x="8276" y="4583"/>
                  </a:lnTo>
                  <a:cubicBezTo>
                    <a:pt x="8146" y="4583"/>
                    <a:pt x="8041" y="4478"/>
                    <a:pt x="8045" y="4348"/>
                  </a:cubicBezTo>
                  <a:lnTo>
                    <a:pt x="8045" y="3913"/>
                  </a:lnTo>
                  <a:cubicBezTo>
                    <a:pt x="8041" y="3845"/>
                    <a:pt x="8008" y="3783"/>
                    <a:pt x="7954" y="3743"/>
                  </a:cubicBezTo>
                  <a:lnTo>
                    <a:pt x="6643" y="2870"/>
                  </a:lnTo>
                  <a:cubicBezTo>
                    <a:pt x="6608" y="2847"/>
                    <a:pt x="6569" y="2836"/>
                    <a:pt x="6532" y="2836"/>
                  </a:cubicBezTo>
                  <a:cubicBezTo>
                    <a:pt x="6426" y="2836"/>
                    <a:pt x="6328" y="2921"/>
                    <a:pt x="6328" y="3041"/>
                  </a:cubicBezTo>
                  <a:lnTo>
                    <a:pt x="6328" y="3562"/>
                  </a:lnTo>
                  <a:lnTo>
                    <a:pt x="5104" y="2863"/>
                  </a:lnTo>
                  <a:cubicBezTo>
                    <a:pt x="5073" y="2846"/>
                    <a:pt x="5039" y="2837"/>
                    <a:pt x="5004" y="2837"/>
                  </a:cubicBezTo>
                  <a:cubicBezTo>
                    <a:pt x="4938" y="2837"/>
                    <a:pt x="4873" y="2869"/>
                    <a:pt x="4832" y="2928"/>
                  </a:cubicBezTo>
                  <a:lnTo>
                    <a:pt x="4495" y="3435"/>
                  </a:lnTo>
                  <a:lnTo>
                    <a:pt x="3999" y="3207"/>
                  </a:lnTo>
                  <a:cubicBezTo>
                    <a:pt x="3966" y="3192"/>
                    <a:pt x="3935" y="3185"/>
                    <a:pt x="3906" y="3185"/>
                  </a:cubicBezTo>
                  <a:cubicBezTo>
                    <a:pt x="3715" y="3185"/>
                    <a:pt x="3615" y="3476"/>
                    <a:pt x="3829" y="3577"/>
                  </a:cubicBezTo>
                  <a:lnTo>
                    <a:pt x="4481" y="3881"/>
                  </a:lnTo>
                  <a:cubicBezTo>
                    <a:pt x="4508" y="3894"/>
                    <a:pt x="4537" y="3900"/>
                    <a:pt x="4566" y="3900"/>
                  </a:cubicBezTo>
                  <a:cubicBezTo>
                    <a:pt x="4632" y="3900"/>
                    <a:pt x="4697" y="3867"/>
                    <a:pt x="4738" y="3808"/>
                  </a:cubicBezTo>
                  <a:lnTo>
                    <a:pt x="5068" y="3312"/>
                  </a:lnTo>
                  <a:lnTo>
                    <a:pt x="6429" y="4091"/>
                  </a:lnTo>
                  <a:cubicBezTo>
                    <a:pt x="6462" y="4110"/>
                    <a:pt x="6496" y="4119"/>
                    <a:pt x="6529" y="4119"/>
                  </a:cubicBezTo>
                  <a:cubicBezTo>
                    <a:pt x="6635" y="4119"/>
                    <a:pt x="6734" y="4032"/>
                    <a:pt x="6734" y="3913"/>
                  </a:cubicBezTo>
                  <a:lnTo>
                    <a:pt x="6734" y="3421"/>
                  </a:lnTo>
                  <a:lnTo>
                    <a:pt x="7632" y="4022"/>
                  </a:lnTo>
                  <a:lnTo>
                    <a:pt x="7632" y="4348"/>
                  </a:lnTo>
                  <a:cubicBezTo>
                    <a:pt x="7635" y="4699"/>
                    <a:pt x="7922" y="4985"/>
                    <a:pt x="8276" y="4985"/>
                  </a:cubicBezTo>
                  <a:lnTo>
                    <a:pt x="8602" y="4985"/>
                  </a:lnTo>
                  <a:cubicBezTo>
                    <a:pt x="8805" y="4985"/>
                    <a:pt x="8961" y="5163"/>
                    <a:pt x="8939" y="5362"/>
                  </a:cubicBezTo>
                  <a:cubicBezTo>
                    <a:pt x="8925" y="5536"/>
                    <a:pt x="8758" y="5670"/>
                    <a:pt x="8570" y="5670"/>
                  </a:cubicBezTo>
                  <a:lnTo>
                    <a:pt x="8479" y="5670"/>
                  </a:lnTo>
                  <a:lnTo>
                    <a:pt x="8479" y="5655"/>
                  </a:lnTo>
                  <a:cubicBezTo>
                    <a:pt x="8479" y="5543"/>
                    <a:pt x="8389" y="5453"/>
                    <a:pt x="8276" y="5453"/>
                  </a:cubicBezTo>
                  <a:cubicBezTo>
                    <a:pt x="8164" y="5453"/>
                    <a:pt x="8074" y="5543"/>
                    <a:pt x="8074" y="5655"/>
                  </a:cubicBezTo>
                  <a:cubicBezTo>
                    <a:pt x="8074" y="7108"/>
                    <a:pt x="6897" y="8285"/>
                    <a:pt x="5444" y="8285"/>
                  </a:cubicBezTo>
                  <a:cubicBezTo>
                    <a:pt x="3992" y="8285"/>
                    <a:pt x="2815" y="7108"/>
                    <a:pt x="2815" y="5655"/>
                  </a:cubicBezTo>
                  <a:lnTo>
                    <a:pt x="2811" y="5655"/>
                  </a:lnTo>
                  <a:cubicBezTo>
                    <a:pt x="2811" y="5520"/>
                    <a:pt x="2709" y="5452"/>
                    <a:pt x="2607" y="5452"/>
                  </a:cubicBezTo>
                  <a:cubicBezTo>
                    <a:pt x="2504" y="5452"/>
                    <a:pt x="2402" y="5520"/>
                    <a:pt x="2402" y="5655"/>
                  </a:cubicBezTo>
                  <a:lnTo>
                    <a:pt x="2402" y="5670"/>
                  </a:lnTo>
                  <a:lnTo>
                    <a:pt x="2279" y="5670"/>
                  </a:lnTo>
                  <a:cubicBezTo>
                    <a:pt x="2080" y="5670"/>
                    <a:pt x="1920" y="5493"/>
                    <a:pt x="1942" y="5293"/>
                  </a:cubicBezTo>
                  <a:cubicBezTo>
                    <a:pt x="1960" y="5119"/>
                    <a:pt x="2123" y="4985"/>
                    <a:pt x="2311" y="4985"/>
                  </a:cubicBezTo>
                  <a:lnTo>
                    <a:pt x="2608" y="4985"/>
                  </a:lnTo>
                  <a:cubicBezTo>
                    <a:pt x="2960" y="4985"/>
                    <a:pt x="3246" y="4699"/>
                    <a:pt x="3246" y="4348"/>
                  </a:cubicBezTo>
                  <a:lnTo>
                    <a:pt x="3246" y="3041"/>
                  </a:lnTo>
                  <a:cubicBezTo>
                    <a:pt x="3246" y="2928"/>
                    <a:pt x="3155" y="2838"/>
                    <a:pt x="3043" y="2838"/>
                  </a:cubicBezTo>
                  <a:cubicBezTo>
                    <a:pt x="2931" y="2838"/>
                    <a:pt x="2840" y="2928"/>
                    <a:pt x="2840" y="3041"/>
                  </a:cubicBezTo>
                  <a:lnTo>
                    <a:pt x="2840" y="4348"/>
                  </a:lnTo>
                  <a:cubicBezTo>
                    <a:pt x="2840" y="4475"/>
                    <a:pt x="2735" y="4580"/>
                    <a:pt x="2608" y="4580"/>
                  </a:cubicBezTo>
                  <a:lnTo>
                    <a:pt x="2311" y="4580"/>
                  </a:lnTo>
                  <a:cubicBezTo>
                    <a:pt x="2239" y="4580"/>
                    <a:pt x="2170" y="4591"/>
                    <a:pt x="2101" y="4609"/>
                  </a:cubicBezTo>
                  <a:lnTo>
                    <a:pt x="1757" y="3743"/>
                  </a:lnTo>
                  <a:lnTo>
                    <a:pt x="2098" y="3403"/>
                  </a:lnTo>
                  <a:cubicBezTo>
                    <a:pt x="2152" y="3348"/>
                    <a:pt x="2170" y="3265"/>
                    <a:pt x="2145" y="3193"/>
                  </a:cubicBezTo>
                  <a:lnTo>
                    <a:pt x="1801" y="2153"/>
                  </a:lnTo>
                  <a:lnTo>
                    <a:pt x="2388" y="2153"/>
                  </a:lnTo>
                  <a:cubicBezTo>
                    <a:pt x="2500" y="2153"/>
                    <a:pt x="2590" y="2059"/>
                    <a:pt x="2590" y="1947"/>
                  </a:cubicBezTo>
                  <a:lnTo>
                    <a:pt x="2590" y="1063"/>
                  </a:lnTo>
                  <a:lnTo>
                    <a:pt x="3478" y="1063"/>
                  </a:lnTo>
                  <a:cubicBezTo>
                    <a:pt x="3521" y="1063"/>
                    <a:pt x="3565" y="1049"/>
                    <a:pt x="3597" y="1023"/>
                  </a:cubicBezTo>
                  <a:lnTo>
                    <a:pt x="4394" y="426"/>
                  </a:lnTo>
                  <a:lnTo>
                    <a:pt x="5169" y="621"/>
                  </a:lnTo>
                  <a:cubicBezTo>
                    <a:pt x="5184" y="626"/>
                    <a:pt x="5200" y="627"/>
                    <a:pt x="5216" y="627"/>
                  </a:cubicBezTo>
                  <a:cubicBezTo>
                    <a:pt x="5227" y="627"/>
                    <a:pt x="5238" y="626"/>
                    <a:pt x="5249" y="625"/>
                  </a:cubicBezTo>
                  <a:lnTo>
                    <a:pt x="6672" y="422"/>
                  </a:lnTo>
                  <a:close/>
                  <a:moveTo>
                    <a:pt x="3570" y="8992"/>
                  </a:moveTo>
                  <a:cubicBezTo>
                    <a:pt x="3572" y="8992"/>
                    <a:pt x="3574" y="8993"/>
                    <a:pt x="3575" y="8995"/>
                  </a:cubicBezTo>
                  <a:lnTo>
                    <a:pt x="5082" y="9831"/>
                  </a:lnTo>
                  <a:lnTo>
                    <a:pt x="3981" y="10777"/>
                  </a:lnTo>
                  <a:cubicBezTo>
                    <a:pt x="3977" y="10780"/>
                    <a:pt x="3974" y="10780"/>
                    <a:pt x="3970" y="10780"/>
                  </a:cubicBezTo>
                  <a:cubicBezTo>
                    <a:pt x="3963" y="10780"/>
                    <a:pt x="3959" y="10777"/>
                    <a:pt x="3959" y="10773"/>
                  </a:cubicBezTo>
                  <a:lnTo>
                    <a:pt x="3271" y="9571"/>
                  </a:lnTo>
                  <a:lnTo>
                    <a:pt x="3557" y="9002"/>
                  </a:lnTo>
                  <a:cubicBezTo>
                    <a:pt x="3557" y="8998"/>
                    <a:pt x="3561" y="8995"/>
                    <a:pt x="3565" y="8995"/>
                  </a:cubicBezTo>
                  <a:cubicBezTo>
                    <a:pt x="3566" y="8993"/>
                    <a:pt x="3568" y="8992"/>
                    <a:pt x="3570" y="8992"/>
                  </a:cubicBezTo>
                  <a:close/>
                  <a:moveTo>
                    <a:pt x="6759" y="8390"/>
                  </a:moveTo>
                  <a:lnTo>
                    <a:pt x="6759" y="8832"/>
                  </a:lnTo>
                  <a:lnTo>
                    <a:pt x="6516" y="8966"/>
                  </a:lnTo>
                  <a:cubicBezTo>
                    <a:pt x="6317" y="9076"/>
                    <a:pt x="6427" y="9350"/>
                    <a:pt x="6610" y="9350"/>
                  </a:cubicBezTo>
                  <a:cubicBezTo>
                    <a:pt x="6643" y="9350"/>
                    <a:pt x="6679" y="9341"/>
                    <a:pt x="6715" y="9321"/>
                  </a:cubicBezTo>
                  <a:lnTo>
                    <a:pt x="7299" y="8998"/>
                  </a:lnTo>
                  <a:cubicBezTo>
                    <a:pt x="7302" y="8997"/>
                    <a:pt x="7305" y="8996"/>
                    <a:pt x="7309" y="8996"/>
                  </a:cubicBezTo>
                  <a:cubicBezTo>
                    <a:pt x="7314" y="8996"/>
                    <a:pt x="7318" y="8998"/>
                    <a:pt x="7320" y="9002"/>
                  </a:cubicBezTo>
                  <a:lnTo>
                    <a:pt x="7606" y="9574"/>
                  </a:lnTo>
                  <a:lnTo>
                    <a:pt x="6918" y="10773"/>
                  </a:lnTo>
                  <a:cubicBezTo>
                    <a:pt x="6915" y="10777"/>
                    <a:pt x="6911" y="10780"/>
                    <a:pt x="6907" y="10780"/>
                  </a:cubicBezTo>
                  <a:cubicBezTo>
                    <a:pt x="6904" y="10780"/>
                    <a:pt x="6897" y="10780"/>
                    <a:pt x="6897" y="10777"/>
                  </a:cubicBezTo>
                  <a:lnTo>
                    <a:pt x="5792" y="9831"/>
                  </a:lnTo>
                  <a:lnTo>
                    <a:pt x="5973" y="9734"/>
                  </a:lnTo>
                  <a:cubicBezTo>
                    <a:pt x="6176" y="9620"/>
                    <a:pt x="6063" y="9347"/>
                    <a:pt x="5878" y="9347"/>
                  </a:cubicBezTo>
                  <a:cubicBezTo>
                    <a:pt x="5845" y="9347"/>
                    <a:pt x="5810" y="9355"/>
                    <a:pt x="5774" y="9375"/>
                  </a:cubicBezTo>
                  <a:lnTo>
                    <a:pt x="5437" y="9563"/>
                  </a:lnTo>
                  <a:lnTo>
                    <a:pt x="4115" y="8832"/>
                  </a:lnTo>
                  <a:lnTo>
                    <a:pt x="4115" y="8390"/>
                  </a:lnTo>
                  <a:cubicBezTo>
                    <a:pt x="4533" y="8591"/>
                    <a:pt x="4986" y="8691"/>
                    <a:pt x="5438" y="8691"/>
                  </a:cubicBezTo>
                  <a:cubicBezTo>
                    <a:pt x="5891" y="8691"/>
                    <a:pt x="6342" y="8591"/>
                    <a:pt x="6759" y="8390"/>
                  </a:cubicBezTo>
                  <a:close/>
                  <a:moveTo>
                    <a:pt x="5437" y="10063"/>
                  </a:moveTo>
                  <a:lnTo>
                    <a:pt x="5669" y="10262"/>
                  </a:lnTo>
                  <a:lnTo>
                    <a:pt x="5669" y="11975"/>
                  </a:lnTo>
                  <a:cubicBezTo>
                    <a:pt x="5669" y="11983"/>
                    <a:pt x="5665" y="11990"/>
                    <a:pt x="5658" y="11990"/>
                  </a:cubicBezTo>
                  <a:lnTo>
                    <a:pt x="5220" y="11990"/>
                  </a:lnTo>
                  <a:cubicBezTo>
                    <a:pt x="5212" y="11990"/>
                    <a:pt x="5205" y="11983"/>
                    <a:pt x="5205" y="11975"/>
                  </a:cubicBezTo>
                  <a:lnTo>
                    <a:pt x="5205" y="10262"/>
                  </a:lnTo>
                  <a:lnTo>
                    <a:pt x="5437" y="10063"/>
                  </a:lnTo>
                  <a:close/>
                  <a:moveTo>
                    <a:pt x="566" y="10871"/>
                  </a:moveTo>
                  <a:lnTo>
                    <a:pt x="1732" y="11870"/>
                  </a:lnTo>
                  <a:cubicBezTo>
                    <a:pt x="1880" y="11997"/>
                    <a:pt x="1964" y="12182"/>
                    <a:pt x="1964" y="12377"/>
                  </a:cubicBezTo>
                  <a:lnTo>
                    <a:pt x="1964" y="12595"/>
                  </a:lnTo>
                  <a:lnTo>
                    <a:pt x="410" y="12247"/>
                  </a:lnTo>
                  <a:lnTo>
                    <a:pt x="410" y="11429"/>
                  </a:lnTo>
                  <a:cubicBezTo>
                    <a:pt x="410" y="11233"/>
                    <a:pt x="464" y="11037"/>
                    <a:pt x="566" y="10871"/>
                  </a:cubicBezTo>
                  <a:close/>
                  <a:moveTo>
                    <a:pt x="4352" y="0"/>
                  </a:moveTo>
                  <a:cubicBezTo>
                    <a:pt x="4307" y="0"/>
                    <a:pt x="4262" y="15"/>
                    <a:pt x="4227" y="42"/>
                  </a:cubicBezTo>
                  <a:lnTo>
                    <a:pt x="3409" y="654"/>
                  </a:lnTo>
                  <a:lnTo>
                    <a:pt x="2388" y="654"/>
                  </a:lnTo>
                  <a:cubicBezTo>
                    <a:pt x="2275" y="654"/>
                    <a:pt x="2185" y="744"/>
                    <a:pt x="2185" y="857"/>
                  </a:cubicBezTo>
                  <a:lnTo>
                    <a:pt x="2185" y="1748"/>
                  </a:lnTo>
                  <a:lnTo>
                    <a:pt x="1515" y="1748"/>
                  </a:lnTo>
                  <a:cubicBezTo>
                    <a:pt x="1513" y="1748"/>
                    <a:pt x="1511" y="1748"/>
                    <a:pt x="1509" y="1748"/>
                  </a:cubicBezTo>
                  <a:cubicBezTo>
                    <a:pt x="1375" y="1748"/>
                    <a:pt x="1280" y="1883"/>
                    <a:pt x="1323" y="2016"/>
                  </a:cubicBezTo>
                  <a:lnTo>
                    <a:pt x="1717" y="3204"/>
                  </a:lnTo>
                  <a:lnTo>
                    <a:pt x="1370" y="3548"/>
                  </a:lnTo>
                  <a:cubicBezTo>
                    <a:pt x="1312" y="3606"/>
                    <a:pt x="1297" y="3693"/>
                    <a:pt x="1326" y="3769"/>
                  </a:cubicBezTo>
                  <a:lnTo>
                    <a:pt x="1743" y="4815"/>
                  </a:lnTo>
                  <a:cubicBezTo>
                    <a:pt x="1627" y="4931"/>
                    <a:pt x="1555" y="5087"/>
                    <a:pt x="1536" y="5250"/>
                  </a:cubicBezTo>
                  <a:cubicBezTo>
                    <a:pt x="1489" y="5692"/>
                    <a:pt x="1837" y="6076"/>
                    <a:pt x="2279" y="6076"/>
                  </a:cubicBezTo>
                  <a:lnTo>
                    <a:pt x="2431" y="6076"/>
                  </a:lnTo>
                  <a:cubicBezTo>
                    <a:pt x="2550" y="6916"/>
                    <a:pt x="3014" y="7669"/>
                    <a:pt x="3709" y="8151"/>
                  </a:cubicBezTo>
                  <a:lnTo>
                    <a:pt x="3709" y="8611"/>
                  </a:lnTo>
                  <a:cubicBezTo>
                    <a:pt x="3664" y="8595"/>
                    <a:pt x="3617" y="8588"/>
                    <a:pt x="3571" y="8588"/>
                  </a:cubicBezTo>
                  <a:cubicBezTo>
                    <a:pt x="3413" y="8588"/>
                    <a:pt x="3264" y="8675"/>
                    <a:pt x="3192" y="8821"/>
                  </a:cubicBezTo>
                  <a:lnTo>
                    <a:pt x="2876" y="9455"/>
                  </a:lnTo>
                  <a:lnTo>
                    <a:pt x="1087" y="9980"/>
                  </a:lnTo>
                  <a:cubicBezTo>
                    <a:pt x="446" y="10172"/>
                    <a:pt x="4" y="10758"/>
                    <a:pt x="1" y="11429"/>
                  </a:cubicBezTo>
                  <a:lnTo>
                    <a:pt x="1" y="13721"/>
                  </a:lnTo>
                  <a:cubicBezTo>
                    <a:pt x="1" y="13855"/>
                    <a:pt x="103" y="13922"/>
                    <a:pt x="205" y="13922"/>
                  </a:cubicBezTo>
                  <a:cubicBezTo>
                    <a:pt x="308" y="13922"/>
                    <a:pt x="410" y="13855"/>
                    <a:pt x="410" y="13721"/>
                  </a:cubicBezTo>
                  <a:lnTo>
                    <a:pt x="410" y="12667"/>
                  </a:lnTo>
                  <a:lnTo>
                    <a:pt x="1964" y="13011"/>
                  </a:lnTo>
                  <a:lnTo>
                    <a:pt x="1964" y="13721"/>
                  </a:lnTo>
                  <a:cubicBezTo>
                    <a:pt x="1964" y="13855"/>
                    <a:pt x="2065" y="13922"/>
                    <a:pt x="2167" y="13922"/>
                  </a:cubicBezTo>
                  <a:cubicBezTo>
                    <a:pt x="2268" y="13922"/>
                    <a:pt x="2369" y="13855"/>
                    <a:pt x="2369" y="13721"/>
                  </a:cubicBezTo>
                  <a:lnTo>
                    <a:pt x="2369" y="12377"/>
                  </a:lnTo>
                  <a:cubicBezTo>
                    <a:pt x="2369" y="12062"/>
                    <a:pt x="2232" y="11765"/>
                    <a:pt x="1996" y="11563"/>
                  </a:cubicBezTo>
                  <a:lnTo>
                    <a:pt x="830" y="10567"/>
                  </a:lnTo>
                  <a:cubicBezTo>
                    <a:pt x="942" y="10480"/>
                    <a:pt x="1066" y="10414"/>
                    <a:pt x="1203" y="10375"/>
                  </a:cubicBezTo>
                  <a:lnTo>
                    <a:pt x="2960" y="9857"/>
                  </a:lnTo>
                  <a:lnTo>
                    <a:pt x="3601" y="10979"/>
                  </a:lnTo>
                  <a:cubicBezTo>
                    <a:pt x="3666" y="11088"/>
                    <a:pt x="3771" y="11164"/>
                    <a:pt x="3898" y="11186"/>
                  </a:cubicBezTo>
                  <a:cubicBezTo>
                    <a:pt x="3920" y="11189"/>
                    <a:pt x="3945" y="11193"/>
                    <a:pt x="3970" y="11193"/>
                  </a:cubicBezTo>
                  <a:cubicBezTo>
                    <a:pt x="4068" y="11193"/>
                    <a:pt x="4166" y="11157"/>
                    <a:pt x="4242" y="11092"/>
                  </a:cubicBezTo>
                  <a:lnTo>
                    <a:pt x="4796" y="10617"/>
                  </a:lnTo>
                  <a:lnTo>
                    <a:pt x="4796" y="11979"/>
                  </a:lnTo>
                  <a:cubicBezTo>
                    <a:pt x="4796" y="12211"/>
                    <a:pt x="4984" y="12403"/>
                    <a:pt x="5216" y="12403"/>
                  </a:cubicBezTo>
                  <a:lnTo>
                    <a:pt x="5654" y="12403"/>
                  </a:lnTo>
                  <a:cubicBezTo>
                    <a:pt x="5886" y="12403"/>
                    <a:pt x="6074" y="12211"/>
                    <a:pt x="6074" y="11979"/>
                  </a:cubicBezTo>
                  <a:lnTo>
                    <a:pt x="6074" y="10617"/>
                  </a:lnTo>
                  <a:lnTo>
                    <a:pt x="6629" y="11092"/>
                  </a:lnTo>
                  <a:cubicBezTo>
                    <a:pt x="6705" y="11157"/>
                    <a:pt x="6802" y="11193"/>
                    <a:pt x="6904" y="11193"/>
                  </a:cubicBezTo>
                  <a:cubicBezTo>
                    <a:pt x="6926" y="11193"/>
                    <a:pt x="6951" y="11189"/>
                    <a:pt x="6976" y="11186"/>
                  </a:cubicBezTo>
                  <a:cubicBezTo>
                    <a:pt x="7099" y="11164"/>
                    <a:pt x="7208" y="11088"/>
                    <a:pt x="7270" y="10979"/>
                  </a:cubicBezTo>
                  <a:lnTo>
                    <a:pt x="7914" y="9853"/>
                  </a:lnTo>
                  <a:lnTo>
                    <a:pt x="9674" y="10371"/>
                  </a:lnTo>
                  <a:cubicBezTo>
                    <a:pt x="9808" y="10407"/>
                    <a:pt x="9932" y="10476"/>
                    <a:pt x="10044" y="10563"/>
                  </a:cubicBezTo>
                  <a:lnTo>
                    <a:pt x="8878" y="11559"/>
                  </a:lnTo>
                  <a:cubicBezTo>
                    <a:pt x="8642" y="11762"/>
                    <a:pt x="8505" y="12059"/>
                    <a:pt x="8505" y="12374"/>
                  </a:cubicBezTo>
                  <a:lnTo>
                    <a:pt x="8505" y="13721"/>
                  </a:lnTo>
                  <a:cubicBezTo>
                    <a:pt x="8505" y="13855"/>
                    <a:pt x="8606" y="13922"/>
                    <a:pt x="8707" y="13922"/>
                  </a:cubicBezTo>
                  <a:cubicBezTo>
                    <a:pt x="8809" y="13922"/>
                    <a:pt x="8910" y="13855"/>
                    <a:pt x="8910" y="13721"/>
                  </a:cubicBezTo>
                  <a:lnTo>
                    <a:pt x="8910" y="13011"/>
                  </a:lnTo>
                  <a:lnTo>
                    <a:pt x="9185" y="12950"/>
                  </a:lnTo>
                  <a:cubicBezTo>
                    <a:pt x="9434" y="12892"/>
                    <a:pt x="9374" y="12545"/>
                    <a:pt x="9150" y="12545"/>
                  </a:cubicBezTo>
                  <a:cubicBezTo>
                    <a:pt x="9132" y="12545"/>
                    <a:pt x="9114" y="12547"/>
                    <a:pt x="9095" y="12551"/>
                  </a:cubicBezTo>
                  <a:lnTo>
                    <a:pt x="8910" y="12595"/>
                  </a:lnTo>
                  <a:lnTo>
                    <a:pt x="8910" y="12377"/>
                  </a:lnTo>
                  <a:cubicBezTo>
                    <a:pt x="8907" y="12182"/>
                    <a:pt x="8994" y="11997"/>
                    <a:pt x="9142" y="11870"/>
                  </a:cubicBezTo>
                  <a:lnTo>
                    <a:pt x="10312" y="10867"/>
                  </a:lnTo>
                  <a:cubicBezTo>
                    <a:pt x="10413" y="11037"/>
                    <a:pt x="10464" y="11229"/>
                    <a:pt x="10468" y="11425"/>
                  </a:cubicBezTo>
                  <a:lnTo>
                    <a:pt x="10468" y="12247"/>
                  </a:lnTo>
                  <a:lnTo>
                    <a:pt x="9971" y="12356"/>
                  </a:lnTo>
                  <a:cubicBezTo>
                    <a:pt x="9726" y="12413"/>
                    <a:pt x="9786" y="12760"/>
                    <a:pt x="10008" y="12760"/>
                  </a:cubicBezTo>
                  <a:cubicBezTo>
                    <a:pt x="10025" y="12760"/>
                    <a:pt x="10043" y="12758"/>
                    <a:pt x="10062" y="12754"/>
                  </a:cubicBezTo>
                  <a:lnTo>
                    <a:pt x="10471" y="12664"/>
                  </a:lnTo>
                  <a:lnTo>
                    <a:pt x="10471" y="13721"/>
                  </a:lnTo>
                  <a:cubicBezTo>
                    <a:pt x="10471" y="13855"/>
                    <a:pt x="10573" y="13922"/>
                    <a:pt x="10674" y="13922"/>
                  </a:cubicBezTo>
                  <a:cubicBezTo>
                    <a:pt x="10775" y="13922"/>
                    <a:pt x="10877" y="13855"/>
                    <a:pt x="10877" y="13721"/>
                  </a:cubicBezTo>
                  <a:lnTo>
                    <a:pt x="10877" y="11429"/>
                  </a:lnTo>
                  <a:lnTo>
                    <a:pt x="10873" y="11429"/>
                  </a:lnTo>
                  <a:cubicBezTo>
                    <a:pt x="10870" y="10758"/>
                    <a:pt x="10428" y="10172"/>
                    <a:pt x="9787" y="9980"/>
                  </a:cubicBezTo>
                  <a:lnTo>
                    <a:pt x="8005" y="9451"/>
                  </a:lnTo>
                  <a:lnTo>
                    <a:pt x="7686" y="8817"/>
                  </a:lnTo>
                  <a:cubicBezTo>
                    <a:pt x="7614" y="8673"/>
                    <a:pt x="7467" y="8586"/>
                    <a:pt x="7313" y="8586"/>
                  </a:cubicBezTo>
                  <a:cubicBezTo>
                    <a:pt x="7266" y="8586"/>
                    <a:pt x="7218" y="8594"/>
                    <a:pt x="7172" y="8611"/>
                  </a:cubicBezTo>
                  <a:lnTo>
                    <a:pt x="7172" y="8151"/>
                  </a:lnTo>
                  <a:cubicBezTo>
                    <a:pt x="7867" y="7669"/>
                    <a:pt x="8331" y="6916"/>
                    <a:pt x="8450" y="6076"/>
                  </a:cubicBezTo>
                  <a:lnTo>
                    <a:pt x="8573" y="6076"/>
                  </a:lnTo>
                  <a:cubicBezTo>
                    <a:pt x="8968" y="6076"/>
                    <a:pt x="9312" y="5782"/>
                    <a:pt x="9348" y="5406"/>
                  </a:cubicBezTo>
                  <a:cubicBezTo>
                    <a:pt x="9370" y="5192"/>
                    <a:pt x="9301" y="4982"/>
                    <a:pt x="9160" y="4826"/>
                  </a:cubicBezTo>
                  <a:lnTo>
                    <a:pt x="9138" y="4804"/>
                  </a:lnTo>
                  <a:lnTo>
                    <a:pt x="9551" y="3769"/>
                  </a:lnTo>
                  <a:cubicBezTo>
                    <a:pt x="9584" y="3693"/>
                    <a:pt x="9566" y="3606"/>
                    <a:pt x="9508" y="3548"/>
                  </a:cubicBezTo>
                  <a:lnTo>
                    <a:pt x="9160" y="3204"/>
                  </a:lnTo>
                  <a:lnTo>
                    <a:pt x="9559" y="2012"/>
                  </a:lnTo>
                  <a:cubicBezTo>
                    <a:pt x="9602" y="1882"/>
                    <a:pt x="9504" y="1744"/>
                    <a:pt x="9363" y="1744"/>
                  </a:cubicBezTo>
                  <a:lnTo>
                    <a:pt x="8573" y="1744"/>
                  </a:lnTo>
                  <a:lnTo>
                    <a:pt x="8899" y="936"/>
                  </a:lnTo>
                  <a:cubicBezTo>
                    <a:pt x="8954" y="802"/>
                    <a:pt x="8852" y="654"/>
                    <a:pt x="8711" y="654"/>
                  </a:cubicBezTo>
                  <a:lnTo>
                    <a:pt x="7487" y="654"/>
                  </a:lnTo>
                  <a:lnTo>
                    <a:pt x="6889" y="64"/>
                  </a:lnTo>
                  <a:cubicBezTo>
                    <a:pt x="6851" y="22"/>
                    <a:pt x="6797" y="1"/>
                    <a:pt x="6742" y="1"/>
                  </a:cubicBezTo>
                  <a:cubicBezTo>
                    <a:pt x="6735" y="1"/>
                    <a:pt x="6727" y="1"/>
                    <a:pt x="6719" y="2"/>
                  </a:cubicBezTo>
                  <a:lnTo>
                    <a:pt x="5231" y="216"/>
                  </a:lnTo>
                  <a:lnTo>
                    <a:pt x="4398" y="6"/>
                  </a:lnTo>
                  <a:cubicBezTo>
                    <a:pt x="4383" y="2"/>
                    <a:pt x="4367" y="0"/>
                    <a:pt x="43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7" name="Google Shape;17827;p88"/>
          <p:cNvGrpSpPr/>
          <p:nvPr/>
        </p:nvGrpSpPr>
        <p:grpSpPr>
          <a:xfrm>
            <a:off x="6233054" y="1513402"/>
            <a:ext cx="330839" cy="364974"/>
            <a:chOff x="6233054" y="1513402"/>
            <a:chExt cx="330839" cy="364974"/>
          </a:xfrm>
        </p:grpSpPr>
        <p:sp>
          <p:nvSpPr>
            <p:cNvPr id="17828" name="Google Shape;17828;p88"/>
            <p:cNvSpPr/>
            <p:nvPr/>
          </p:nvSpPr>
          <p:spPr>
            <a:xfrm>
              <a:off x="6261342" y="1707281"/>
              <a:ext cx="274340" cy="165826"/>
            </a:xfrm>
            <a:custGeom>
              <a:rect b="b" l="l" r="r" t="t"/>
              <a:pathLst>
                <a:path extrusionOk="0" h="6325" w="10464">
                  <a:moveTo>
                    <a:pt x="3705" y="1"/>
                  </a:moveTo>
                  <a:lnTo>
                    <a:pt x="3705" y="1036"/>
                  </a:lnTo>
                  <a:cubicBezTo>
                    <a:pt x="3705" y="1326"/>
                    <a:pt x="3514" y="1583"/>
                    <a:pt x="3235" y="1667"/>
                  </a:cubicBezTo>
                  <a:lnTo>
                    <a:pt x="938" y="2340"/>
                  </a:lnTo>
                  <a:cubicBezTo>
                    <a:pt x="381" y="2503"/>
                    <a:pt x="0" y="3014"/>
                    <a:pt x="0" y="3597"/>
                  </a:cubicBezTo>
                  <a:lnTo>
                    <a:pt x="0" y="6324"/>
                  </a:lnTo>
                  <a:lnTo>
                    <a:pt x="10464" y="6324"/>
                  </a:lnTo>
                  <a:lnTo>
                    <a:pt x="10464" y="3597"/>
                  </a:lnTo>
                  <a:cubicBezTo>
                    <a:pt x="10464" y="3014"/>
                    <a:pt x="10080" y="2503"/>
                    <a:pt x="9522" y="2340"/>
                  </a:cubicBezTo>
                  <a:lnTo>
                    <a:pt x="7226" y="1667"/>
                  </a:lnTo>
                  <a:cubicBezTo>
                    <a:pt x="6947" y="1583"/>
                    <a:pt x="6755" y="1326"/>
                    <a:pt x="6755" y="1036"/>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88"/>
            <p:cNvSpPr/>
            <p:nvPr/>
          </p:nvSpPr>
          <p:spPr>
            <a:xfrm>
              <a:off x="6238454" y="1724480"/>
              <a:ext cx="320011" cy="97162"/>
            </a:xfrm>
            <a:custGeom>
              <a:rect b="b" l="l" r="r" t="t"/>
              <a:pathLst>
                <a:path extrusionOk="0" h="3706" w="12206">
                  <a:moveTo>
                    <a:pt x="1308" y="0"/>
                  </a:moveTo>
                  <a:cubicBezTo>
                    <a:pt x="587" y="0"/>
                    <a:pt x="1" y="587"/>
                    <a:pt x="1" y="1308"/>
                  </a:cubicBezTo>
                  <a:lnTo>
                    <a:pt x="1" y="2832"/>
                  </a:lnTo>
                  <a:cubicBezTo>
                    <a:pt x="1" y="3314"/>
                    <a:pt x="392" y="3705"/>
                    <a:pt x="873" y="3705"/>
                  </a:cubicBezTo>
                  <a:lnTo>
                    <a:pt x="11337" y="3705"/>
                  </a:lnTo>
                  <a:cubicBezTo>
                    <a:pt x="11818" y="3705"/>
                    <a:pt x="12206" y="3314"/>
                    <a:pt x="12206" y="2832"/>
                  </a:cubicBezTo>
                  <a:lnTo>
                    <a:pt x="12206" y="1308"/>
                  </a:lnTo>
                  <a:cubicBezTo>
                    <a:pt x="12206" y="583"/>
                    <a:pt x="11619" y="0"/>
                    <a:pt x="10898" y="0"/>
                  </a:cubicBezTo>
                  <a:lnTo>
                    <a:pt x="10826" y="0"/>
                  </a:lnTo>
                  <a:cubicBezTo>
                    <a:pt x="10591" y="0"/>
                    <a:pt x="10359" y="76"/>
                    <a:pt x="10170" y="217"/>
                  </a:cubicBezTo>
                  <a:lnTo>
                    <a:pt x="9881" y="435"/>
                  </a:lnTo>
                  <a:cubicBezTo>
                    <a:pt x="9692" y="576"/>
                    <a:pt x="9464" y="652"/>
                    <a:pt x="9229" y="652"/>
                  </a:cubicBezTo>
                  <a:lnTo>
                    <a:pt x="8856" y="652"/>
                  </a:lnTo>
                  <a:cubicBezTo>
                    <a:pt x="8772" y="652"/>
                    <a:pt x="8696" y="699"/>
                    <a:pt x="8660" y="771"/>
                  </a:cubicBezTo>
                  <a:cubicBezTo>
                    <a:pt x="8454" y="1181"/>
                    <a:pt x="7693" y="2332"/>
                    <a:pt x="6382" y="2934"/>
                  </a:cubicBezTo>
                  <a:cubicBezTo>
                    <a:pt x="6293" y="2975"/>
                    <a:pt x="6198" y="2996"/>
                    <a:pt x="6103" y="2996"/>
                  </a:cubicBezTo>
                  <a:cubicBezTo>
                    <a:pt x="6008" y="2996"/>
                    <a:pt x="5913" y="2975"/>
                    <a:pt x="5824" y="2934"/>
                  </a:cubicBezTo>
                  <a:cubicBezTo>
                    <a:pt x="4513" y="2332"/>
                    <a:pt x="3753" y="1177"/>
                    <a:pt x="3546" y="771"/>
                  </a:cubicBezTo>
                  <a:cubicBezTo>
                    <a:pt x="3510" y="699"/>
                    <a:pt x="3434" y="652"/>
                    <a:pt x="3351" y="652"/>
                  </a:cubicBezTo>
                  <a:lnTo>
                    <a:pt x="2978" y="652"/>
                  </a:lnTo>
                  <a:cubicBezTo>
                    <a:pt x="2742" y="652"/>
                    <a:pt x="2514" y="576"/>
                    <a:pt x="2326" y="435"/>
                  </a:cubicBezTo>
                  <a:lnTo>
                    <a:pt x="2036" y="217"/>
                  </a:lnTo>
                  <a:cubicBezTo>
                    <a:pt x="1848" y="76"/>
                    <a:pt x="1616" y="0"/>
                    <a:pt x="138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88"/>
            <p:cNvSpPr/>
            <p:nvPr/>
          </p:nvSpPr>
          <p:spPr>
            <a:xfrm>
              <a:off x="6307013" y="1739948"/>
              <a:ext cx="182893" cy="133159"/>
            </a:xfrm>
            <a:custGeom>
              <a:rect b="b" l="l" r="r" t="t"/>
              <a:pathLst>
                <a:path extrusionOk="0" h="5079" w="6976">
                  <a:moveTo>
                    <a:pt x="0" y="0"/>
                  </a:moveTo>
                  <a:lnTo>
                    <a:pt x="0" y="5078"/>
                  </a:lnTo>
                  <a:lnTo>
                    <a:pt x="6976" y="5078"/>
                  </a:lnTo>
                  <a:lnTo>
                    <a:pt x="6976" y="0"/>
                  </a:lnTo>
                  <a:cubicBezTo>
                    <a:pt x="6860" y="40"/>
                    <a:pt x="6737" y="62"/>
                    <a:pt x="6614" y="62"/>
                  </a:cubicBezTo>
                  <a:lnTo>
                    <a:pt x="6241" y="62"/>
                  </a:lnTo>
                  <a:cubicBezTo>
                    <a:pt x="6157" y="62"/>
                    <a:pt x="6081" y="109"/>
                    <a:pt x="6045" y="181"/>
                  </a:cubicBezTo>
                  <a:cubicBezTo>
                    <a:pt x="5839" y="591"/>
                    <a:pt x="5078" y="1742"/>
                    <a:pt x="3767" y="2344"/>
                  </a:cubicBezTo>
                  <a:cubicBezTo>
                    <a:pt x="3678" y="2385"/>
                    <a:pt x="3583" y="2406"/>
                    <a:pt x="3488" y="2406"/>
                  </a:cubicBezTo>
                  <a:cubicBezTo>
                    <a:pt x="3393" y="2406"/>
                    <a:pt x="3298" y="2385"/>
                    <a:pt x="3209" y="2344"/>
                  </a:cubicBezTo>
                  <a:cubicBezTo>
                    <a:pt x="1898" y="1742"/>
                    <a:pt x="1138" y="587"/>
                    <a:pt x="931" y="181"/>
                  </a:cubicBezTo>
                  <a:cubicBezTo>
                    <a:pt x="891" y="109"/>
                    <a:pt x="819" y="62"/>
                    <a:pt x="736" y="62"/>
                  </a:cubicBezTo>
                  <a:lnTo>
                    <a:pt x="363" y="62"/>
                  </a:lnTo>
                  <a:cubicBezTo>
                    <a:pt x="240" y="62"/>
                    <a:pt x="116" y="40"/>
                    <a:pt x="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88"/>
            <p:cNvSpPr/>
            <p:nvPr/>
          </p:nvSpPr>
          <p:spPr>
            <a:xfrm>
              <a:off x="6358478" y="1707281"/>
              <a:ext cx="79963" cy="28656"/>
            </a:xfrm>
            <a:custGeom>
              <a:rect b="b" l="l" r="r" t="t"/>
              <a:pathLst>
                <a:path extrusionOk="0" h="1093" w="3050">
                  <a:moveTo>
                    <a:pt x="0" y="1"/>
                  </a:moveTo>
                  <a:lnTo>
                    <a:pt x="0" y="707"/>
                  </a:lnTo>
                  <a:cubicBezTo>
                    <a:pt x="477" y="964"/>
                    <a:pt x="1001" y="1092"/>
                    <a:pt x="1525" y="1092"/>
                  </a:cubicBezTo>
                  <a:cubicBezTo>
                    <a:pt x="2049" y="1092"/>
                    <a:pt x="2574" y="964"/>
                    <a:pt x="3050" y="707"/>
                  </a:cubicBezTo>
                  <a:lnTo>
                    <a:pt x="305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88"/>
            <p:cNvSpPr/>
            <p:nvPr/>
          </p:nvSpPr>
          <p:spPr>
            <a:xfrm>
              <a:off x="6312702" y="1518698"/>
              <a:ext cx="171515" cy="85784"/>
            </a:xfrm>
            <a:custGeom>
              <a:rect b="b" l="l" r="r" t="t"/>
              <a:pathLst>
                <a:path extrusionOk="0" h="3272" w="6542">
                  <a:moveTo>
                    <a:pt x="3271" y="1"/>
                  </a:moveTo>
                  <a:cubicBezTo>
                    <a:pt x="1464" y="1"/>
                    <a:pt x="1" y="1464"/>
                    <a:pt x="1" y="3271"/>
                  </a:cubicBezTo>
                  <a:lnTo>
                    <a:pt x="6542" y="3271"/>
                  </a:lnTo>
                  <a:cubicBezTo>
                    <a:pt x="6542" y="1464"/>
                    <a:pt x="5075" y="1"/>
                    <a:pt x="327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88"/>
            <p:cNvSpPr/>
            <p:nvPr/>
          </p:nvSpPr>
          <p:spPr>
            <a:xfrm>
              <a:off x="6375572" y="1518698"/>
              <a:ext cx="45802" cy="85784"/>
            </a:xfrm>
            <a:custGeom>
              <a:rect b="b" l="l" r="r" t="t"/>
              <a:pathLst>
                <a:path extrusionOk="0" h="3272" w="1747">
                  <a:moveTo>
                    <a:pt x="873" y="1"/>
                  </a:moveTo>
                  <a:cubicBezTo>
                    <a:pt x="576" y="1"/>
                    <a:pt x="283" y="44"/>
                    <a:pt x="0" y="124"/>
                  </a:cubicBezTo>
                  <a:lnTo>
                    <a:pt x="0" y="3271"/>
                  </a:lnTo>
                  <a:lnTo>
                    <a:pt x="1746" y="3271"/>
                  </a:lnTo>
                  <a:lnTo>
                    <a:pt x="1746" y="124"/>
                  </a:lnTo>
                  <a:cubicBezTo>
                    <a:pt x="1460" y="44"/>
                    <a:pt x="1167" y="1"/>
                    <a:pt x="873"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88"/>
            <p:cNvSpPr/>
            <p:nvPr/>
          </p:nvSpPr>
          <p:spPr>
            <a:xfrm>
              <a:off x="6312702" y="1518803"/>
              <a:ext cx="171515" cy="85679"/>
            </a:xfrm>
            <a:custGeom>
              <a:rect b="b" l="l" r="r" t="t"/>
              <a:pathLst>
                <a:path extrusionOk="0" h="3268" w="6542">
                  <a:moveTo>
                    <a:pt x="3272" y="0"/>
                  </a:moveTo>
                  <a:cubicBezTo>
                    <a:pt x="1464" y="0"/>
                    <a:pt x="1" y="1462"/>
                    <a:pt x="1" y="3267"/>
                  </a:cubicBezTo>
                  <a:lnTo>
                    <a:pt x="6542" y="3267"/>
                  </a:lnTo>
                  <a:cubicBezTo>
                    <a:pt x="6542" y="3050"/>
                    <a:pt x="6520" y="2829"/>
                    <a:pt x="6476" y="2615"/>
                  </a:cubicBezTo>
                  <a:lnTo>
                    <a:pt x="2435" y="2615"/>
                  </a:lnTo>
                  <a:cubicBezTo>
                    <a:pt x="2163" y="2612"/>
                    <a:pt x="1960" y="2369"/>
                    <a:pt x="2004" y="2105"/>
                  </a:cubicBezTo>
                  <a:cubicBezTo>
                    <a:pt x="2138" y="1261"/>
                    <a:pt x="2594" y="507"/>
                    <a:pt x="3278" y="0"/>
                  </a:cubicBezTo>
                  <a:cubicBezTo>
                    <a:pt x="3276" y="0"/>
                    <a:pt x="3274"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88"/>
            <p:cNvSpPr/>
            <p:nvPr/>
          </p:nvSpPr>
          <p:spPr>
            <a:xfrm>
              <a:off x="6352684" y="1827305"/>
              <a:ext cx="91473" cy="45802"/>
            </a:xfrm>
            <a:custGeom>
              <a:rect b="b" l="l" r="r" t="t"/>
              <a:pathLst>
                <a:path extrusionOk="0" h="1747" w="3489">
                  <a:moveTo>
                    <a:pt x="1746" y="0"/>
                  </a:moveTo>
                  <a:cubicBezTo>
                    <a:pt x="783" y="0"/>
                    <a:pt x="1" y="783"/>
                    <a:pt x="4" y="1746"/>
                  </a:cubicBezTo>
                  <a:lnTo>
                    <a:pt x="3488" y="1746"/>
                  </a:lnTo>
                  <a:cubicBezTo>
                    <a:pt x="3488" y="783"/>
                    <a:pt x="2710" y="0"/>
                    <a:pt x="174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88"/>
            <p:cNvSpPr/>
            <p:nvPr/>
          </p:nvSpPr>
          <p:spPr>
            <a:xfrm>
              <a:off x="6375572" y="1518698"/>
              <a:ext cx="23098" cy="26139"/>
            </a:xfrm>
            <a:custGeom>
              <a:rect b="b" l="l" r="r" t="t"/>
              <a:pathLst>
                <a:path extrusionOk="0" h="997" w="881">
                  <a:moveTo>
                    <a:pt x="880" y="1"/>
                  </a:moveTo>
                  <a:cubicBezTo>
                    <a:pt x="583" y="1"/>
                    <a:pt x="286" y="44"/>
                    <a:pt x="0" y="124"/>
                  </a:cubicBezTo>
                  <a:lnTo>
                    <a:pt x="0" y="997"/>
                  </a:lnTo>
                  <a:cubicBezTo>
                    <a:pt x="225" y="609"/>
                    <a:pt x="522" y="269"/>
                    <a:pt x="88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88"/>
            <p:cNvSpPr/>
            <p:nvPr/>
          </p:nvSpPr>
          <p:spPr>
            <a:xfrm>
              <a:off x="6375572" y="1587178"/>
              <a:ext cx="45697" cy="17304"/>
            </a:xfrm>
            <a:custGeom>
              <a:rect b="b" l="l" r="r" t="t"/>
              <a:pathLst>
                <a:path extrusionOk="0" h="660" w="1743">
                  <a:moveTo>
                    <a:pt x="0" y="0"/>
                  </a:moveTo>
                  <a:lnTo>
                    <a:pt x="0" y="659"/>
                  </a:lnTo>
                  <a:lnTo>
                    <a:pt x="1742" y="659"/>
                  </a:lnTo>
                  <a:lnTo>
                    <a:pt x="1742" y="7"/>
                  </a:lnTo>
                  <a:lnTo>
                    <a:pt x="37" y="7"/>
                  </a:lnTo>
                  <a:cubicBezTo>
                    <a:pt x="22" y="7"/>
                    <a:pt x="11" y="4"/>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88"/>
            <p:cNvSpPr/>
            <p:nvPr/>
          </p:nvSpPr>
          <p:spPr>
            <a:xfrm>
              <a:off x="6289814" y="1793012"/>
              <a:ext cx="17120" cy="28630"/>
            </a:xfrm>
            <a:custGeom>
              <a:rect b="b" l="l" r="r" t="t"/>
              <a:pathLst>
                <a:path extrusionOk="0" h="1092" w="653">
                  <a:moveTo>
                    <a:pt x="653" y="1"/>
                  </a:moveTo>
                  <a:cubicBezTo>
                    <a:pt x="294" y="1"/>
                    <a:pt x="1" y="291"/>
                    <a:pt x="1" y="653"/>
                  </a:cubicBezTo>
                  <a:lnTo>
                    <a:pt x="1" y="1091"/>
                  </a:lnTo>
                  <a:lnTo>
                    <a:pt x="653" y="1091"/>
                  </a:lnTo>
                  <a:lnTo>
                    <a:pt x="65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88"/>
            <p:cNvSpPr/>
            <p:nvPr/>
          </p:nvSpPr>
          <p:spPr>
            <a:xfrm>
              <a:off x="6261342" y="1821615"/>
              <a:ext cx="45697" cy="51491"/>
            </a:xfrm>
            <a:custGeom>
              <a:rect b="b" l="l" r="r" t="t"/>
              <a:pathLst>
                <a:path extrusionOk="0" h="1964" w="1743">
                  <a:moveTo>
                    <a:pt x="0" y="0"/>
                  </a:moveTo>
                  <a:lnTo>
                    <a:pt x="0" y="435"/>
                  </a:lnTo>
                  <a:lnTo>
                    <a:pt x="652" y="435"/>
                  </a:lnTo>
                  <a:cubicBezTo>
                    <a:pt x="895" y="435"/>
                    <a:pt x="1091" y="630"/>
                    <a:pt x="1091" y="873"/>
                  </a:cubicBezTo>
                  <a:lnTo>
                    <a:pt x="1091" y="1963"/>
                  </a:lnTo>
                  <a:lnTo>
                    <a:pt x="1742" y="1963"/>
                  </a:lnTo>
                  <a:lnTo>
                    <a:pt x="174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88"/>
            <p:cNvSpPr/>
            <p:nvPr/>
          </p:nvSpPr>
          <p:spPr>
            <a:xfrm>
              <a:off x="6489880" y="1793012"/>
              <a:ext cx="17225" cy="28630"/>
            </a:xfrm>
            <a:custGeom>
              <a:rect b="b" l="l" r="r" t="t"/>
              <a:pathLst>
                <a:path extrusionOk="0" h="1092" w="657">
                  <a:moveTo>
                    <a:pt x="1" y="1"/>
                  </a:moveTo>
                  <a:lnTo>
                    <a:pt x="1" y="1091"/>
                  </a:lnTo>
                  <a:lnTo>
                    <a:pt x="656" y="1091"/>
                  </a:lnTo>
                  <a:lnTo>
                    <a:pt x="656" y="653"/>
                  </a:lnTo>
                  <a:cubicBezTo>
                    <a:pt x="653" y="291"/>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88"/>
            <p:cNvSpPr/>
            <p:nvPr/>
          </p:nvSpPr>
          <p:spPr>
            <a:xfrm>
              <a:off x="6489880" y="1821615"/>
              <a:ext cx="45697" cy="51491"/>
            </a:xfrm>
            <a:custGeom>
              <a:rect b="b" l="l" r="r" t="t"/>
              <a:pathLst>
                <a:path extrusionOk="0" h="1964" w="1743">
                  <a:moveTo>
                    <a:pt x="1" y="0"/>
                  </a:moveTo>
                  <a:lnTo>
                    <a:pt x="1" y="1963"/>
                  </a:lnTo>
                  <a:lnTo>
                    <a:pt x="653" y="1963"/>
                  </a:lnTo>
                  <a:lnTo>
                    <a:pt x="653" y="873"/>
                  </a:lnTo>
                  <a:cubicBezTo>
                    <a:pt x="653" y="630"/>
                    <a:pt x="848" y="435"/>
                    <a:pt x="1091" y="435"/>
                  </a:cubicBezTo>
                  <a:lnTo>
                    <a:pt x="1743" y="435"/>
                  </a:lnTo>
                  <a:lnTo>
                    <a:pt x="174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88"/>
            <p:cNvSpPr/>
            <p:nvPr/>
          </p:nvSpPr>
          <p:spPr>
            <a:xfrm>
              <a:off x="6369883" y="1844477"/>
              <a:ext cx="57180" cy="28630"/>
            </a:xfrm>
            <a:custGeom>
              <a:rect b="b" l="l" r="r" t="t"/>
              <a:pathLst>
                <a:path extrusionOk="0" h="1092" w="2181">
                  <a:moveTo>
                    <a:pt x="1084" y="1"/>
                  </a:moveTo>
                  <a:cubicBezTo>
                    <a:pt x="485" y="1"/>
                    <a:pt x="0" y="488"/>
                    <a:pt x="0" y="1091"/>
                  </a:cubicBezTo>
                  <a:lnTo>
                    <a:pt x="2180" y="1091"/>
                  </a:lnTo>
                  <a:cubicBezTo>
                    <a:pt x="2180" y="488"/>
                    <a:pt x="1695" y="1"/>
                    <a:pt x="1097" y="1"/>
                  </a:cubicBezTo>
                  <a:cubicBezTo>
                    <a:pt x="1095" y="1"/>
                    <a:pt x="1092" y="1"/>
                    <a:pt x="1090" y="1"/>
                  </a:cubicBezTo>
                  <a:cubicBezTo>
                    <a:pt x="1088" y="1"/>
                    <a:pt x="1086" y="1"/>
                    <a:pt x="1084"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88"/>
            <p:cNvSpPr/>
            <p:nvPr/>
          </p:nvSpPr>
          <p:spPr>
            <a:xfrm>
              <a:off x="6324212" y="1604456"/>
              <a:ext cx="148522" cy="114335"/>
            </a:xfrm>
            <a:custGeom>
              <a:rect b="b" l="l" r="r" t="t"/>
              <a:pathLst>
                <a:path extrusionOk="0" h="4361" w="5665">
                  <a:moveTo>
                    <a:pt x="0" y="0"/>
                  </a:moveTo>
                  <a:lnTo>
                    <a:pt x="0" y="1525"/>
                  </a:lnTo>
                  <a:cubicBezTo>
                    <a:pt x="0" y="3090"/>
                    <a:pt x="1268" y="4361"/>
                    <a:pt x="2832" y="4361"/>
                  </a:cubicBezTo>
                  <a:cubicBezTo>
                    <a:pt x="4397" y="4361"/>
                    <a:pt x="5664" y="3090"/>
                    <a:pt x="5664" y="1525"/>
                  </a:cubicBezTo>
                  <a:lnTo>
                    <a:pt x="5664"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88"/>
            <p:cNvSpPr/>
            <p:nvPr/>
          </p:nvSpPr>
          <p:spPr>
            <a:xfrm>
              <a:off x="6323845" y="1604456"/>
              <a:ext cx="131795" cy="114282"/>
            </a:xfrm>
            <a:custGeom>
              <a:rect b="b" l="l" r="r" t="t"/>
              <a:pathLst>
                <a:path extrusionOk="0" h="4359" w="5027">
                  <a:moveTo>
                    <a:pt x="14" y="0"/>
                  </a:moveTo>
                  <a:lnTo>
                    <a:pt x="14" y="1525"/>
                  </a:lnTo>
                  <a:cubicBezTo>
                    <a:pt x="1" y="3113"/>
                    <a:pt x="1291" y="4359"/>
                    <a:pt x="2819" y="4359"/>
                  </a:cubicBezTo>
                  <a:cubicBezTo>
                    <a:pt x="2971" y="4359"/>
                    <a:pt x="3125" y="4346"/>
                    <a:pt x="3281" y="4321"/>
                  </a:cubicBezTo>
                  <a:cubicBezTo>
                    <a:pt x="1901" y="4111"/>
                    <a:pt x="883" y="2923"/>
                    <a:pt x="883" y="1525"/>
                  </a:cubicBezTo>
                  <a:cubicBezTo>
                    <a:pt x="883" y="1043"/>
                    <a:pt x="1274" y="656"/>
                    <a:pt x="1756" y="652"/>
                  </a:cubicBezTo>
                  <a:lnTo>
                    <a:pt x="4588" y="652"/>
                  </a:lnTo>
                  <a:cubicBezTo>
                    <a:pt x="4590" y="652"/>
                    <a:pt x="4593" y="652"/>
                    <a:pt x="4595" y="652"/>
                  </a:cubicBezTo>
                  <a:cubicBezTo>
                    <a:pt x="4834" y="652"/>
                    <a:pt x="5026" y="458"/>
                    <a:pt x="5026" y="218"/>
                  </a:cubicBezTo>
                  <a:lnTo>
                    <a:pt x="502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88"/>
            <p:cNvSpPr/>
            <p:nvPr/>
          </p:nvSpPr>
          <p:spPr>
            <a:xfrm>
              <a:off x="6361598" y="1621995"/>
              <a:ext cx="10775" cy="16386"/>
            </a:xfrm>
            <a:custGeom>
              <a:rect b="b" l="l" r="r" t="t"/>
              <a:pathLst>
                <a:path extrusionOk="0" h="625" w="411">
                  <a:moveTo>
                    <a:pt x="206" y="0"/>
                  </a:moveTo>
                  <a:cubicBezTo>
                    <a:pt x="103" y="0"/>
                    <a:pt x="1" y="68"/>
                    <a:pt x="1" y="204"/>
                  </a:cubicBezTo>
                  <a:lnTo>
                    <a:pt x="1" y="421"/>
                  </a:lnTo>
                  <a:cubicBezTo>
                    <a:pt x="1" y="534"/>
                    <a:pt x="92" y="624"/>
                    <a:pt x="207" y="624"/>
                  </a:cubicBezTo>
                  <a:cubicBezTo>
                    <a:pt x="320" y="624"/>
                    <a:pt x="410" y="534"/>
                    <a:pt x="410" y="421"/>
                  </a:cubicBezTo>
                  <a:lnTo>
                    <a:pt x="410" y="204"/>
                  </a:lnTo>
                  <a:cubicBezTo>
                    <a:pt x="410" y="68"/>
                    <a:pt x="308"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88"/>
            <p:cNvSpPr/>
            <p:nvPr/>
          </p:nvSpPr>
          <p:spPr>
            <a:xfrm>
              <a:off x="6424572" y="1621995"/>
              <a:ext cx="10644" cy="16386"/>
            </a:xfrm>
            <a:custGeom>
              <a:rect b="b" l="l" r="r" t="t"/>
              <a:pathLst>
                <a:path extrusionOk="0" h="625" w="406">
                  <a:moveTo>
                    <a:pt x="203" y="0"/>
                  </a:moveTo>
                  <a:cubicBezTo>
                    <a:pt x="102"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88"/>
            <p:cNvSpPr/>
            <p:nvPr/>
          </p:nvSpPr>
          <p:spPr>
            <a:xfrm>
              <a:off x="6379924" y="1667692"/>
              <a:ext cx="37072" cy="10749"/>
            </a:xfrm>
            <a:custGeom>
              <a:rect b="b" l="l" r="r" t="t"/>
              <a:pathLst>
                <a:path extrusionOk="0" h="410" w="1414">
                  <a:moveTo>
                    <a:pt x="273" y="0"/>
                  </a:moveTo>
                  <a:cubicBezTo>
                    <a:pt x="1" y="0"/>
                    <a:pt x="1" y="410"/>
                    <a:pt x="273" y="410"/>
                  </a:cubicBezTo>
                  <a:lnTo>
                    <a:pt x="1142" y="410"/>
                  </a:lnTo>
                  <a:cubicBezTo>
                    <a:pt x="1413" y="410"/>
                    <a:pt x="1413" y="0"/>
                    <a:pt x="11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88"/>
            <p:cNvSpPr/>
            <p:nvPr/>
          </p:nvSpPr>
          <p:spPr>
            <a:xfrm>
              <a:off x="6233054" y="1513402"/>
              <a:ext cx="330839" cy="364974"/>
            </a:xfrm>
            <a:custGeom>
              <a:rect b="b" l="l" r="r" t="t"/>
              <a:pathLst>
                <a:path extrusionOk="0" h="13921" w="12619">
                  <a:moveTo>
                    <a:pt x="5234" y="605"/>
                  </a:moveTo>
                  <a:lnTo>
                    <a:pt x="5234" y="3270"/>
                  </a:lnTo>
                  <a:lnTo>
                    <a:pt x="3252" y="3270"/>
                  </a:lnTo>
                  <a:cubicBezTo>
                    <a:pt x="3332" y="2072"/>
                    <a:pt x="4107" y="1029"/>
                    <a:pt x="5234" y="605"/>
                  </a:cubicBezTo>
                  <a:close/>
                  <a:moveTo>
                    <a:pt x="6310" y="408"/>
                  </a:moveTo>
                  <a:cubicBezTo>
                    <a:pt x="6534" y="408"/>
                    <a:pt x="6758" y="433"/>
                    <a:pt x="6979" y="482"/>
                  </a:cubicBezTo>
                  <a:lnTo>
                    <a:pt x="6979" y="2166"/>
                  </a:lnTo>
                  <a:cubicBezTo>
                    <a:pt x="6979" y="2302"/>
                    <a:pt x="7081" y="2370"/>
                    <a:pt x="7182" y="2370"/>
                  </a:cubicBezTo>
                  <a:cubicBezTo>
                    <a:pt x="7283" y="2370"/>
                    <a:pt x="7385" y="2302"/>
                    <a:pt x="7385" y="2166"/>
                  </a:cubicBezTo>
                  <a:lnTo>
                    <a:pt x="7385" y="605"/>
                  </a:lnTo>
                  <a:cubicBezTo>
                    <a:pt x="8511" y="1029"/>
                    <a:pt x="9286" y="2068"/>
                    <a:pt x="9370" y="3270"/>
                  </a:cubicBezTo>
                  <a:lnTo>
                    <a:pt x="7385" y="3270"/>
                  </a:lnTo>
                  <a:lnTo>
                    <a:pt x="7385" y="3039"/>
                  </a:lnTo>
                  <a:cubicBezTo>
                    <a:pt x="7385" y="2903"/>
                    <a:pt x="7283" y="2835"/>
                    <a:pt x="7182" y="2835"/>
                  </a:cubicBezTo>
                  <a:cubicBezTo>
                    <a:pt x="7081" y="2835"/>
                    <a:pt x="6979" y="2903"/>
                    <a:pt x="6979" y="3039"/>
                  </a:cubicBezTo>
                  <a:lnTo>
                    <a:pt x="6979" y="3270"/>
                  </a:lnTo>
                  <a:lnTo>
                    <a:pt x="5643" y="3270"/>
                  </a:lnTo>
                  <a:lnTo>
                    <a:pt x="5643" y="482"/>
                  </a:lnTo>
                  <a:cubicBezTo>
                    <a:pt x="5862" y="433"/>
                    <a:pt x="6086" y="408"/>
                    <a:pt x="6310" y="408"/>
                  </a:cubicBezTo>
                  <a:close/>
                  <a:moveTo>
                    <a:pt x="8939" y="3676"/>
                  </a:moveTo>
                  <a:lnTo>
                    <a:pt x="8939" y="4998"/>
                  </a:lnTo>
                  <a:cubicBezTo>
                    <a:pt x="8939" y="5078"/>
                    <a:pt x="8935" y="5154"/>
                    <a:pt x="8928" y="5230"/>
                  </a:cubicBezTo>
                  <a:lnTo>
                    <a:pt x="3691" y="5230"/>
                  </a:lnTo>
                  <a:cubicBezTo>
                    <a:pt x="3683" y="5154"/>
                    <a:pt x="3680" y="5078"/>
                    <a:pt x="3680" y="4998"/>
                  </a:cubicBezTo>
                  <a:lnTo>
                    <a:pt x="3680" y="4563"/>
                  </a:lnTo>
                  <a:cubicBezTo>
                    <a:pt x="3680" y="4428"/>
                    <a:pt x="3578" y="4360"/>
                    <a:pt x="3477" y="4360"/>
                  </a:cubicBezTo>
                  <a:cubicBezTo>
                    <a:pt x="3376" y="4360"/>
                    <a:pt x="3274" y="4428"/>
                    <a:pt x="3274" y="4563"/>
                  </a:cubicBezTo>
                  <a:lnTo>
                    <a:pt x="3274" y="4998"/>
                  </a:lnTo>
                  <a:cubicBezTo>
                    <a:pt x="3274" y="5078"/>
                    <a:pt x="3274" y="5154"/>
                    <a:pt x="3281" y="5230"/>
                  </a:cubicBezTo>
                  <a:lnTo>
                    <a:pt x="3039" y="5230"/>
                  </a:lnTo>
                  <a:cubicBezTo>
                    <a:pt x="2912" y="5230"/>
                    <a:pt x="2807" y="5128"/>
                    <a:pt x="2807" y="4998"/>
                  </a:cubicBezTo>
                  <a:lnTo>
                    <a:pt x="2807" y="3908"/>
                  </a:lnTo>
                  <a:cubicBezTo>
                    <a:pt x="2807" y="3781"/>
                    <a:pt x="2912" y="3676"/>
                    <a:pt x="3039" y="3676"/>
                  </a:cubicBezTo>
                  <a:lnTo>
                    <a:pt x="3271" y="3676"/>
                  </a:lnTo>
                  <a:lnTo>
                    <a:pt x="3271" y="3691"/>
                  </a:lnTo>
                  <a:cubicBezTo>
                    <a:pt x="3271" y="3826"/>
                    <a:pt x="3373" y="3894"/>
                    <a:pt x="3475" y="3894"/>
                  </a:cubicBezTo>
                  <a:cubicBezTo>
                    <a:pt x="3578" y="3894"/>
                    <a:pt x="3680" y="3826"/>
                    <a:pt x="3680" y="3691"/>
                  </a:cubicBezTo>
                  <a:lnTo>
                    <a:pt x="3680" y="3676"/>
                  </a:lnTo>
                  <a:close/>
                  <a:moveTo>
                    <a:pt x="9580" y="3676"/>
                  </a:moveTo>
                  <a:cubicBezTo>
                    <a:pt x="9706" y="3676"/>
                    <a:pt x="9811" y="3781"/>
                    <a:pt x="9811" y="3908"/>
                  </a:cubicBezTo>
                  <a:lnTo>
                    <a:pt x="9811" y="4998"/>
                  </a:lnTo>
                  <a:lnTo>
                    <a:pt x="9811" y="5002"/>
                  </a:lnTo>
                  <a:cubicBezTo>
                    <a:pt x="9811" y="5128"/>
                    <a:pt x="9706" y="5233"/>
                    <a:pt x="9580" y="5233"/>
                  </a:cubicBezTo>
                  <a:lnTo>
                    <a:pt x="9337" y="5233"/>
                  </a:lnTo>
                  <a:cubicBezTo>
                    <a:pt x="9344" y="5157"/>
                    <a:pt x="9348" y="5078"/>
                    <a:pt x="9348" y="5002"/>
                  </a:cubicBezTo>
                  <a:lnTo>
                    <a:pt x="9348" y="3676"/>
                  </a:lnTo>
                  <a:close/>
                  <a:moveTo>
                    <a:pt x="3339" y="5639"/>
                  </a:moveTo>
                  <a:cubicBezTo>
                    <a:pt x="3405" y="5954"/>
                    <a:pt x="3524" y="6258"/>
                    <a:pt x="3691" y="6537"/>
                  </a:cubicBezTo>
                  <a:lnTo>
                    <a:pt x="3626" y="6537"/>
                  </a:lnTo>
                  <a:cubicBezTo>
                    <a:pt x="3513" y="6537"/>
                    <a:pt x="3415" y="6458"/>
                    <a:pt x="3397" y="6345"/>
                  </a:cubicBezTo>
                  <a:lnTo>
                    <a:pt x="3278" y="5639"/>
                  </a:lnTo>
                  <a:close/>
                  <a:moveTo>
                    <a:pt x="4614" y="5639"/>
                  </a:moveTo>
                  <a:lnTo>
                    <a:pt x="4777" y="6537"/>
                  </a:lnTo>
                  <a:lnTo>
                    <a:pt x="4176" y="6537"/>
                  </a:lnTo>
                  <a:cubicBezTo>
                    <a:pt x="3980" y="6266"/>
                    <a:pt x="3839" y="5961"/>
                    <a:pt x="3760" y="5639"/>
                  </a:cubicBezTo>
                  <a:close/>
                  <a:moveTo>
                    <a:pt x="7591" y="5639"/>
                  </a:moveTo>
                  <a:lnTo>
                    <a:pt x="7428" y="6537"/>
                  </a:lnTo>
                  <a:lnTo>
                    <a:pt x="5190" y="6537"/>
                  </a:lnTo>
                  <a:lnTo>
                    <a:pt x="5027" y="5639"/>
                  </a:lnTo>
                  <a:close/>
                  <a:moveTo>
                    <a:pt x="8859" y="5639"/>
                  </a:moveTo>
                  <a:cubicBezTo>
                    <a:pt x="8783" y="5947"/>
                    <a:pt x="8649" y="6244"/>
                    <a:pt x="8464" y="6505"/>
                  </a:cubicBezTo>
                  <a:lnTo>
                    <a:pt x="8439" y="6537"/>
                  </a:lnTo>
                  <a:lnTo>
                    <a:pt x="7841" y="6537"/>
                  </a:lnTo>
                  <a:lnTo>
                    <a:pt x="8004" y="5639"/>
                  </a:lnTo>
                  <a:close/>
                  <a:moveTo>
                    <a:pt x="9337" y="5639"/>
                  </a:moveTo>
                  <a:lnTo>
                    <a:pt x="9221" y="6345"/>
                  </a:lnTo>
                  <a:cubicBezTo>
                    <a:pt x="9203" y="6455"/>
                    <a:pt x="9109" y="6537"/>
                    <a:pt x="9000" y="6537"/>
                  </a:cubicBezTo>
                  <a:cubicBezTo>
                    <a:pt x="8998" y="6537"/>
                    <a:pt x="8995" y="6537"/>
                    <a:pt x="8993" y="6537"/>
                  </a:cubicBezTo>
                  <a:lnTo>
                    <a:pt x="8993" y="6541"/>
                  </a:lnTo>
                  <a:lnTo>
                    <a:pt x="8928" y="6541"/>
                  </a:lnTo>
                  <a:cubicBezTo>
                    <a:pt x="9094" y="6262"/>
                    <a:pt x="9210" y="5958"/>
                    <a:pt x="9279" y="5639"/>
                  </a:cubicBezTo>
                  <a:close/>
                  <a:moveTo>
                    <a:pt x="8077" y="6946"/>
                  </a:moveTo>
                  <a:cubicBezTo>
                    <a:pt x="7964" y="7048"/>
                    <a:pt x="7845" y="7138"/>
                    <a:pt x="7718" y="7218"/>
                  </a:cubicBezTo>
                  <a:lnTo>
                    <a:pt x="7769" y="6946"/>
                  </a:lnTo>
                  <a:close/>
                  <a:moveTo>
                    <a:pt x="4850" y="6946"/>
                  </a:moveTo>
                  <a:lnTo>
                    <a:pt x="4900" y="7222"/>
                  </a:lnTo>
                  <a:cubicBezTo>
                    <a:pt x="4770" y="7138"/>
                    <a:pt x="4650" y="7048"/>
                    <a:pt x="4538" y="6946"/>
                  </a:cubicBezTo>
                  <a:close/>
                  <a:moveTo>
                    <a:pt x="7352" y="6946"/>
                  </a:moveTo>
                  <a:lnTo>
                    <a:pt x="7294" y="7258"/>
                  </a:lnTo>
                  <a:cubicBezTo>
                    <a:pt x="7258" y="7472"/>
                    <a:pt x="7070" y="7627"/>
                    <a:pt x="6852" y="7627"/>
                  </a:cubicBezTo>
                  <a:lnTo>
                    <a:pt x="5766" y="7627"/>
                  </a:lnTo>
                  <a:cubicBezTo>
                    <a:pt x="5549" y="7627"/>
                    <a:pt x="5360" y="7472"/>
                    <a:pt x="5324" y="7258"/>
                  </a:cubicBezTo>
                  <a:lnTo>
                    <a:pt x="5266" y="6946"/>
                  </a:lnTo>
                  <a:close/>
                  <a:moveTo>
                    <a:pt x="7628" y="7732"/>
                  </a:moveTo>
                  <a:lnTo>
                    <a:pt x="7628" y="8431"/>
                  </a:lnTo>
                  <a:cubicBezTo>
                    <a:pt x="7631" y="8812"/>
                    <a:pt x="7881" y="9148"/>
                    <a:pt x="8247" y="9257"/>
                  </a:cubicBezTo>
                  <a:lnTo>
                    <a:pt x="8330" y="9282"/>
                  </a:lnTo>
                  <a:cubicBezTo>
                    <a:pt x="7961" y="9779"/>
                    <a:pt x="7298" y="10492"/>
                    <a:pt x="6309" y="10883"/>
                  </a:cubicBezTo>
                  <a:cubicBezTo>
                    <a:pt x="5320" y="10492"/>
                    <a:pt x="4658" y="9779"/>
                    <a:pt x="4285" y="9282"/>
                  </a:cubicBezTo>
                  <a:lnTo>
                    <a:pt x="4372" y="9257"/>
                  </a:lnTo>
                  <a:cubicBezTo>
                    <a:pt x="4737" y="9145"/>
                    <a:pt x="4987" y="8812"/>
                    <a:pt x="4987" y="8431"/>
                  </a:cubicBezTo>
                  <a:lnTo>
                    <a:pt x="4987" y="7736"/>
                  </a:lnTo>
                  <a:cubicBezTo>
                    <a:pt x="5052" y="7765"/>
                    <a:pt x="5118" y="7794"/>
                    <a:pt x="5183" y="7823"/>
                  </a:cubicBezTo>
                  <a:lnTo>
                    <a:pt x="5205" y="7827"/>
                  </a:lnTo>
                  <a:cubicBezTo>
                    <a:pt x="5360" y="7961"/>
                    <a:pt x="5560" y="8037"/>
                    <a:pt x="5766" y="8037"/>
                  </a:cubicBezTo>
                  <a:lnTo>
                    <a:pt x="6852" y="8037"/>
                  </a:lnTo>
                  <a:cubicBezTo>
                    <a:pt x="7055" y="8037"/>
                    <a:pt x="7254" y="7964"/>
                    <a:pt x="7410" y="7830"/>
                  </a:cubicBezTo>
                  <a:cubicBezTo>
                    <a:pt x="7483" y="7801"/>
                    <a:pt x="7559" y="7769"/>
                    <a:pt x="7628" y="7732"/>
                  </a:cubicBezTo>
                  <a:close/>
                  <a:moveTo>
                    <a:pt x="11104" y="8258"/>
                  </a:moveTo>
                  <a:cubicBezTo>
                    <a:pt x="11713" y="8258"/>
                    <a:pt x="12205" y="8750"/>
                    <a:pt x="12209" y="9359"/>
                  </a:cubicBezTo>
                  <a:lnTo>
                    <a:pt x="12209" y="10887"/>
                  </a:lnTo>
                  <a:lnTo>
                    <a:pt x="12205" y="10883"/>
                  </a:lnTo>
                  <a:cubicBezTo>
                    <a:pt x="12205" y="11253"/>
                    <a:pt x="11908" y="11553"/>
                    <a:pt x="11539" y="11553"/>
                  </a:cubicBezTo>
                  <a:lnTo>
                    <a:pt x="10000" y="11553"/>
                  </a:lnTo>
                  <a:lnTo>
                    <a:pt x="10000" y="8779"/>
                  </a:lnTo>
                  <a:cubicBezTo>
                    <a:pt x="10072" y="8743"/>
                    <a:pt x="10145" y="8699"/>
                    <a:pt x="10210" y="8652"/>
                  </a:cubicBezTo>
                  <a:lnTo>
                    <a:pt x="10500" y="8431"/>
                  </a:lnTo>
                  <a:cubicBezTo>
                    <a:pt x="10652" y="8319"/>
                    <a:pt x="10840" y="8258"/>
                    <a:pt x="11032" y="8258"/>
                  </a:cubicBezTo>
                  <a:close/>
                  <a:moveTo>
                    <a:pt x="6309" y="0"/>
                  </a:moveTo>
                  <a:cubicBezTo>
                    <a:pt x="4459" y="0"/>
                    <a:pt x="2934" y="1452"/>
                    <a:pt x="2840" y="3303"/>
                  </a:cubicBezTo>
                  <a:cubicBezTo>
                    <a:pt x="2579" y="3390"/>
                    <a:pt x="2401" y="3633"/>
                    <a:pt x="2401" y="3908"/>
                  </a:cubicBezTo>
                  <a:lnTo>
                    <a:pt x="2401" y="4998"/>
                  </a:lnTo>
                  <a:cubicBezTo>
                    <a:pt x="2401" y="5284"/>
                    <a:pt x="2590" y="5534"/>
                    <a:pt x="2861" y="5614"/>
                  </a:cubicBezTo>
                  <a:lnTo>
                    <a:pt x="2995" y="6410"/>
                  </a:lnTo>
                  <a:cubicBezTo>
                    <a:pt x="3046" y="6722"/>
                    <a:pt x="3314" y="6946"/>
                    <a:pt x="3626" y="6946"/>
                  </a:cubicBezTo>
                  <a:lnTo>
                    <a:pt x="3977" y="6946"/>
                  </a:lnTo>
                  <a:cubicBezTo>
                    <a:pt x="4151" y="7157"/>
                    <a:pt x="4353" y="7341"/>
                    <a:pt x="4578" y="7497"/>
                  </a:cubicBezTo>
                  <a:lnTo>
                    <a:pt x="4578" y="8431"/>
                  </a:lnTo>
                  <a:cubicBezTo>
                    <a:pt x="4578" y="8631"/>
                    <a:pt x="4444" y="8808"/>
                    <a:pt x="4256" y="8866"/>
                  </a:cubicBezTo>
                  <a:lnTo>
                    <a:pt x="4042" y="8928"/>
                  </a:lnTo>
                  <a:cubicBezTo>
                    <a:pt x="3973" y="8815"/>
                    <a:pt x="3937" y="8743"/>
                    <a:pt x="3930" y="8728"/>
                  </a:cubicBezTo>
                  <a:cubicBezTo>
                    <a:pt x="3861" y="8587"/>
                    <a:pt x="3712" y="8500"/>
                    <a:pt x="3557" y="8500"/>
                  </a:cubicBezTo>
                  <a:lnTo>
                    <a:pt x="3184" y="8500"/>
                  </a:lnTo>
                  <a:cubicBezTo>
                    <a:pt x="2992" y="8500"/>
                    <a:pt x="2807" y="8439"/>
                    <a:pt x="2651" y="8323"/>
                  </a:cubicBezTo>
                  <a:lnTo>
                    <a:pt x="2362" y="8105"/>
                  </a:lnTo>
                  <a:cubicBezTo>
                    <a:pt x="2137" y="7939"/>
                    <a:pt x="1865" y="7848"/>
                    <a:pt x="1586" y="7845"/>
                  </a:cubicBezTo>
                  <a:lnTo>
                    <a:pt x="1514" y="7845"/>
                  </a:lnTo>
                  <a:cubicBezTo>
                    <a:pt x="677" y="7848"/>
                    <a:pt x="0" y="8522"/>
                    <a:pt x="0" y="9359"/>
                  </a:cubicBezTo>
                  <a:lnTo>
                    <a:pt x="0" y="10883"/>
                  </a:lnTo>
                  <a:cubicBezTo>
                    <a:pt x="0" y="11398"/>
                    <a:pt x="366" y="11839"/>
                    <a:pt x="873" y="11941"/>
                  </a:cubicBezTo>
                  <a:lnTo>
                    <a:pt x="873" y="13719"/>
                  </a:lnTo>
                  <a:cubicBezTo>
                    <a:pt x="873" y="13853"/>
                    <a:pt x="974" y="13920"/>
                    <a:pt x="1076" y="13920"/>
                  </a:cubicBezTo>
                  <a:cubicBezTo>
                    <a:pt x="1177" y="13920"/>
                    <a:pt x="1279" y="13853"/>
                    <a:pt x="1279" y="13719"/>
                  </a:cubicBezTo>
                  <a:lnTo>
                    <a:pt x="1279" y="11959"/>
                  </a:lnTo>
                  <a:lnTo>
                    <a:pt x="2619" y="11959"/>
                  </a:lnTo>
                  <a:lnTo>
                    <a:pt x="2619" y="13719"/>
                  </a:lnTo>
                  <a:cubicBezTo>
                    <a:pt x="2619" y="13853"/>
                    <a:pt x="2721" y="13920"/>
                    <a:pt x="2823" y="13920"/>
                  </a:cubicBezTo>
                  <a:cubicBezTo>
                    <a:pt x="2926" y="13920"/>
                    <a:pt x="3028" y="13853"/>
                    <a:pt x="3028" y="13719"/>
                  </a:cubicBezTo>
                  <a:lnTo>
                    <a:pt x="3028" y="11318"/>
                  </a:lnTo>
                  <a:cubicBezTo>
                    <a:pt x="3028" y="11182"/>
                    <a:pt x="2926" y="11114"/>
                    <a:pt x="2823" y="11114"/>
                  </a:cubicBezTo>
                  <a:cubicBezTo>
                    <a:pt x="2721" y="11114"/>
                    <a:pt x="2619" y="11182"/>
                    <a:pt x="2619" y="11318"/>
                  </a:cubicBezTo>
                  <a:lnTo>
                    <a:pt x="2619" y="11550"/>
                  </a:lnTo>
                  <a:lnTo>
                    <a:pt x="1079" y="11550"/>
                  </a:lnTo>
                  <a:cubicBezTo>
                    <a:pt x="710" y="11550"/>
                    <a:pt x="413" y="11249"/>
                    <a:pt x="413" y="10883"/>
                  </a:cubicBezTo>
                  <a:lnTo>
                    <a:pt x="413" y="9355"/>
                  </a:lnTo>
                  <a:cubicBezTo>
                    <a:pt x="413" y="8746"/>
                    <a:pt x="906" y="8254"/>
                    <a:pt x="1514" y="8254"/>
                  </a:cubicBezTo>
                  <a:lnTo>
                    <a:pt x="1586" y="8254"/>
                  </a:lnTo>
                  <a:cubicBezTo>
                    <a:pt x="1778" y="8254"/>
                    <a:pt x="1967" y="8315"/>
                    <a:pt x="2119" y="8431"/>
                  </a:cubicBezTo>
                  <a:lnTo>
                    <a:pt x="2409" y="8649"/>
                  </a:lnTo>
                  <a:cubicBezTo>
                    <a:pt x="2474" y="8696"/>
                    <a:pt x="2546" y="8739"/>
                    <a:pt x="2619" y="8775"/>
                  </a:cubicBezTo>
                  <a:lnTo>
                    <a:pt x="2619" y="10445"/>
                  </a:lnTo>
                  <a:cubicBezTo>
                    <a:pt x="2619" y="10581"/>
                    <a:pt x="2721" y="10649"/>
                    <a:pt x="2823" y="10649"/>
                  </a:cubicBezTo>
                  <a:cubicBezTo>
                    <a:pt x="2926" y="10649"/>
                    <a:pt x="3028" y="10581"/>
                    <a:pt x="3028" y="10445"/>
                  </a:cubicBezTo>
                  <a:lnTo>
                    <a:pt x="3028" y="8899"/>
                  </a:lnTo>
                  <a:cubicBezTo>
                    <a:pt x="3079" y="8906"/>
                    <a:pt x="3133" y="8909"/>
                    <a:pt x="3187" y="8909"/>
                  </a:cubicBezTo>
                  <a:lnTo>
                    <a:pt x="3557" y="8909"/>
                  </a:lnTo>
                  <a:cubicBezTo>
                    <a:pt x="3564" y="8909"/>
                    <a:pt x="3568" y="8909"/>
                    <a:pt x="3571" y="8913"/>
                  </a:cubicBezTo>
                  <a:cubicBezTo>
                    <a:pt x="3604" y="8982"/>
                    <a:pt x="4451" y="10622"/>
                    <a:pt x="6240" y="11293"/>
                  </a:cubicBezTo>
                  <a:cubicBezTo>
                    <a:pt x="6262" y="11302"/>
                    <a:pt x="6286" y="11306"/>
                    <a:pt x="6310" y="11306"/>
                  </a:cubicBezTo>
                  <a:cubicBezTo>
                    <a:pt x="6334" y="11306"/>
                    <a:pt x="6358" y="11302"/>
                    <a:pt x="6382" y="11293"/>
                  </a:cubicBezTo>
                  <a:cubicBezTo>
                    <a:pt x="8167" y="10622"/>
                    <a:pt x="9015" y="8985"/>
                    <a:pt x="9051" y="8913"/>
                  </a:cubicBezTo>
                  <a:cubicBezTo>
                    <a:pt x="9054" y="8909"/>
                    <a:pt x="9058" y="8909"/>
                    <a:pt x="9062" y="8909"/>
                  </a:cubicBezTo>
                  <a:lnTo>
                    <a:pt x="9435" y="8909"/>
                  </a:lnTo>
                  <a:cubicBezTo>
                    <a:pt x="9489" y="8909"/>
                    <a:pt x="9540" y="8906"/>
                    <a:pt x="9594" y="8899"/>
                  </a:cubicBezTo>
                  <a:lnTo>
                    <a:pt x="9594" y="13719"/>
                  </a:lnTo>
                  <a:cubicBezTo>
                    <a:pt x="9594" y="13853"/>
                    <a:pt x="9696" y="13920"/>
                    <a:pt x="9797" y="13920"/>
                  </a:cubicBezTo>
                  <a:cubicBezTo>
                    <a:pt x="9898" y="13920"/>
                    <a:pt x="10000" y="13853"/>
                    <a:pt x="10000" y="13719"/>
                  </a:cubicBezTo>
                  <a:lnTo>
                    <a:pt x="10000" y="11959"/>
                  </a:lnTo>
                  <a:lnTo>
                    <a:pt x="11336" y="11959"/>
                  </a:lnTo>
                  <a:lnTo>
                    <a:pt x="11336" y="13719"/>
                  </a:lnTo>
                  <a:cubicBezTo>
                    <a:pt x="11336" y="13853"/>
                    <a:pt x="11438" y="13920"/>
                    <a:pt x="11541" y="13920"/>
                  </a:cubicBezTo>
                  <a:cubicBezTo>
                    <a:pt x="11643" y="13920"/>
                    <a:pt x="11745" y="13853"/>
                    <a:pt x="11745" y="13719"/>
                  </a:cubicBezTo>
                  <a:lnTo>
                    <a:pt x="11745" y="11941"/>
                  </a:lnTo>
                  <a:cubicBezTo>
                    <a:pt x="12249" y="11843"/>
                    <a:pt x="12615" y="11398"/>
                    <a:pt x="12618" y="10883"/>
                  </a:cubicBezTo>
                  <a:lnTo>
                    <a:pt x="12618" y="9359"/>
                  </a:lnTo>
                  <a:cubicBezTo>
                    <a:pt x="12615" y="8522"/>
                    <a:pt x="11937" y="7848"/>
                    <a:pt x="11104" y="7848"/>
                  </a:cubicBezTo>
                  <a:lnTo>
                    <a:pt x="11032" y="7848"/>
                  </a:lnTo>
                  <a:cubicBezTo>
                    <a:pt x="10753" y="7848"/>
                    <a:pt x="10478" y="7939"/>
                    <a:pt x="10257" y="8105"/>
                  </a:cubicBezTo>
                  <a:lnTo>
                    <a:pt x="9964" y="8323"/>
                  </a:lnTo>
                  <a:cubicBezTo>
                    <a:pt x="9811" y="8439"/>
                    <a:pt x="9623" y="8500"/>
                    <a:pt x="9435" y="8500"/>
                  </a:cubicBezTo>
                  <a:lnTo>
                    <a:pt x="9062" y="8500"/>
                  </a:lnTo>
                  <a:cubicBezTo>
                    <a:pt x="8902" y="8500"/>
                    <a:pt x="8757" y="8587"/>
                    <a:pt x="8685" y="8728"/>
                  </a:cubicBezTo>
                  <a:cubicBezTo>
                    <a:pt x="8678" y="8743"/>
                    <a:pt x="8642" y="8815"/>
                    <a:pt x="8573" y="8928"/>
                  </a:cubicBezTo>
                  <a:lnTo>
                    <a:pt x="8363" y="8866"/>
                  </a:lnTo>
                  <a:cubicBezTo>
                    <a:pt x="8171" y="8808"/>
                    <a:pt x="8040" y="8631"/>
                    <a:pt x="8040" y="8431"/>
                  </a:cubicBezTo>
                  <a:lnTo>
                    <a:pt x="8040" y="7497"/>
                  </a:lnTo>
                  <a:cubicBezTo>
                    <a:pt x="8261" y="7341"/>
                    <a:pt x="8464" y="7157"/>
                    <a:pt x="8642" y="6946"/>
                  </a:cubicBezTo>
                  <a:lnTo>
                    <a:pt x="8993" y="6946"/>
                  </a:lnTo>
                  <a:cubicBezTo>
                    <a:pt x="9304" y="6946"/>
                    <a:pt x="9572" y="6722"/>
                    <a:pt x="9623" y="6410"/>
                  </a:cubicBezTo>
                  <a:lnTo>
                    <a:pt x="9757" y="5614"/>
                  </a:lnTo>
                  <a:cubicBezTo>
                    <a:pt x="10029" y="5534"/>
                    <a:pt x="10217" y="5284"/>
                    <a:pt x="10217" y="4998"/>
                  </a:cubicBezTo>
                  <a:lnTo>
                    <a:pt x="10217" y="3908"/>
                  </a:lnTo>
                  <a:cubicBezTo>
                    <a:pt x="10217" y="3633"/>
                    <a:pt x="10040" y="3390"/>
                    <a:pt x="9779" y="3303"/>
                  </a:cubicBezTo>
                  <a:cubicBezTo>
                    <a:pt x="9685" y="1452"/>
                    <a:pt x="8160" y="0"/>
                    <a:pt x="63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88"/>
            <p:cNvSpPr/>
            <p:nvPr/>
          </p:nvSpPr>
          <p:spPr>
            <a:xfrm>
              <a:off x="6347362" y="1821982"/>
              <a:ext cx="102117" cy="56394"/>
            </a:xfrm>
            <a:custGeom>
              <a:rect b="b" l="l" r="r" t="t"/>
              <a:pathLst>
                <a:path extrusionOk="0" h="2151" w="3895">
                  <a:moveTo>
                    <a:pt x="1949" y="1"/>
                  </a:moveTo>
                  <a:cubicBezTo>
                    <a:pt x="874" y="1"/>
                    <a:pt x="4" y="873"/>
                    <a:pt x="1" y="1949"/>
                  </a:cubicBezTo>
                  <a:cubicBezTo>
                    <a:pt x="1" y="2083"/>
                    <a:pt x="103" y="2150"/>
                    <a:pt x="205" y="2150"/>
                  </a:cubicBezTo>
                  <a:cubicBezTo>
                    <a:pt x="308" y="2150"/>
                    <a:pt x="410" y="2083"/>
                    <a:pt x="410" y="1949"/>
                  </a:cubicBezTo>
                  <a:cubicBezTo>
                    <a:pt x="410" y="1098"/>
                    <a:pt x="1098" y="410"/>
                    <a:pt x="1949" y="410"/>
                  </a:cubicBezTo>
                  <a:cubicBezTo>
                    <a:pt x="2800" y="410"/>
                    <a:pt x="3488" y="1098"/>
                    <a:pt x="3488" y="1949"/>
                  </a:cubicBezTo>
                  <a:cubicBezTo>
                    <a:pt x="3488" y="2083"/>
                    <a:pt x="3590" y="2150"/>
                    <a:pt x="3691" y="2150"/>
                  </a:cubicBezTo>
                  <a:cubicBezTo>
                    <a:pt x="3793" y="2150"/>
                    <a:pt x="3894" y="2083"/>
                    <a:pt x="3894" y="1949"/>
                  </a:cubicBezTo>
                  <a:cubicBezTo>
                    <a:pt x="3894" y="873"/>
                    <a:pt x="3025" y="1"/>
                    <a:pt x="19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0" name="Google Shape;17850;p88"/>
          <p:cNvGrpSpPr/>
          <p:nvPr/>
        </p:nvGrpSpPr>
        <p:grpSpPr>
          <a:xfrm>
            <a:off x="5805866" y="3797471"/>
            <a:ext cx="285168" cy="365288"/>
            <a:chOff x="5805866" y="3797471"/>
            <a:chExt cx="285168" cy="365288"/>
          </a:xfrm>
        </p:grpSpPr>
        <p:sp>
          <p:nvSpPr>
            <p:cNvPr id="17851" name="Google Shape;17851;p88"/>
            <p:cNvSpPr/>
            <p:nvPr/>
          </p:nvSpPr>
          <p:spPr>
            <a:xfrm>
              <a:off x="5811266" y="4039406"/>
              <a:ext cx="274261" cy="117769"/>
            </a:xfrm>
            <a:custGeom>
              <a:rect b="b" l="l" r="r" t="t"/>
              <a:pathLst>
                <a:path extrusionOk="0" h="4492" w="10461">
                  <a:moveTo>
                    <a:pt x="3235" y="0"/>
                  </a:moveTo>
                  <a:lnTo>
                    <a:pt x="939" y="674"/>
                  </a:lnTo>
                  <a:cubicBezTo>
                    <a:pt x="381" y="837"/>
                    <a:pt x="0" y="1348"/>
                    <a:pt x="0" y="1931"/>
                  </a:cubicBezTo>
                  <a:lnTo>
                    <a:pt x="0" y="4491"/>
                  </a:lnTo>
                  <a:lnTo>
                    <a:pt x="10460" y="4491"/>
                  </a:lnTo>
                  <a:lnTo>
                    <a:pt x="10460" y="1931"/>
                  </a:lnTo>
                  <a:cubicBezTo>
                    <a:pt x="10460" y="1348"/>
                    <a:pt x="10080" y="837"/>
                    <a:pt x="9522" y="674"/>
                  </a:cubicBezTo>
                  <a:lnTo>
                    <a:pt x="722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88"/>
            <p:cNvSpPr/>
            <p:nvPr/>
          </p:nvSpPr>
          <p:spPr>
            <a:xfrm>
              <a:off x="5908402" y="4042919"/>
              <a:ext cx="79963" cy="114256"/>
            </a:xfrm>
            <a:custGeom>
              <a:rect b="b" l="l" r="r" t="t"/>
              <a:pathLst>
                <a:path extrusionOk="0" h="4358" w="3050">
                  <a:moveTo>
                    <a:pt x="1" y="0"/>
                  </a:moveTo>
                  <a:lnTo>
                    <a:pt x="435" y="4357"/>
                  </a:lnTo>
                  <a:lnTo>
                    <a:pt x="2615" y="4357"/>
                  </a:lnTo>
                  <a:lnTo>
                    <a:pt x="3050"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88"/>
            <p:cNvSpPr/>
            <p:nvPr/>
          </p:nvSpPr>
          <p:spPr>
            <a:xfrm>
              <a:off x="5908297" y="4042919"/>
              <a:ext cx="80068" cy="40008"/>
            </a:xfrm>
            <a:custGeom>
              <a:rect b="b" l="l" r="r" t="t"/>
              <a:pathLst>
                <a:path extrusionOk="0" h="1526" w="3054">
                  <a:moveTo>
                    <a:pt x="1" y="0"/>
                  </a:moveTo>
                  <a:lnTo>
                    <a:pt x="102" y="993"/>
                  </a:lnTo>
                  <a:cubicBezTo>
                    <a:pt x="512" y="1348"/>
                    <a:pt x="1020" y="1525"/>
                    <a:pt x="1529" y="1525"/>
                  </a:cubicBezTo>
                  <a:cubicBezTo>
                    <a:pt x="2038" y="1525"/>
                    <a:pt x="2547" y="1348"/>
                    <a:pt x="2956" y="993"/>
                  </a:cubicBezTo>
                  <a:lnTo>
                    <a:pt x="305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88"/>
            <p:cNvSpPr/>
            <p:nvPr/>
          </p:nvSpPr>
          <p:spPr>
            <a:xfrm>
              <a:off x="5908402" y="3985765"/>
              <a:ext cx="79963" cy="80068"/>
            </a:xfrm>
            <a:custGeom>
              <a:rect b="b" l="l" r="r" t="t"/>
              <a:pathLst>
                <a:path extrusionOk="0" h="3054" w="3050">
                  <a:moveTo>
                    <a:pt x="1" y="0"/>
                  </a:moveTo>
                  <a:lnTo>
                    <a:pt x="1" y="1525"/>
                  </a:lnTo>
                  <a:cubicBezTo>
                    <a:pt x="1" y="2369"/>
                    <a:pt x="681" y="3050"/>
                    <a:pt x="1525" y="3053"/>
                  </a:cubicBezTo>
                  <a:cubicBezTo>
                    <a:pt x="2369" y="3050"/>
                    <a:pt x="3050" y="2369"/>
                    <a:pt x="3050" y="1525"/>
                  </a:cubicBezTo>
                  <a:lnTo>
                    <a:pt x="305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88"/>
            <p:cNvSpPr/>
            <p:nvPr/>
          </p:nvSpPr>
          <p:spPr>
            <a:xfrm>
              <a:off x="5908402" y="3985765"/>
              <a:ext cx="79963" cy="40034"/>
            </a:xfrm>
            <a:custGeom>
              <a:rect b="b" l="l" r="r" t="t"/>
              <a:pathLst>
                <a:path extrusionOk="0" h="1527" w="3050">
                  <a:moveTo>
                    <a:pt x="1" y="0"/>
                  </a:moveTo>
                  <a:lnTo>
                    <a:pt x="1" y="1141"/>
                  </a:lnTo>
                  <a:cubicBezTo>
                    <a:pt x="477" y="1398"/>
                    <a:pt x="1001" y="1527"/>
                    <a:pt x="1525" y="1527"/>
                  </a:cubicBezTo>
                  <a:cubicBezTo>
                    <a:pt x="2050" y="1527"/>
                    <a:pt x="2574" y="1398"/>
                    <a:pt x="3050" y="1141"/>
                  </a:cubicBezTo>
                  <a:lnTo>
                    <a:pt x="305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88"/>
            <p:cNvSpPr/>
            <p:nvPr/>
          </p:nvSpPr>
          <p:spPr>
            <a:xfrm>
              <a:off x="5851248" y="3854337"/>
              <a:ext cx="194298" cy="154421"/>
            </a:xfrm>
            <a:custGeom>
              <a:rect b="b" l="l" r="r" t="t"/>
              <a:pathLst>
                <a:path extrusionOk="0" h="5890" w="7411">
                  <a:moveTo>
                    <a:pt x="873" y="1"/>
                  </a:moveTo>
                  <a:lnTo>
                    <a:pt x="873" y="2181"/>
                  </a:lnTo>
                  <a:lnTo>
                    <a:pt x="543" y="2181"/>
                  </a:lnTo>
                  <a:cubicBezTo>
                    <a:pt x="243" y="2181"/>
                    <a:pt x="0" y="2424"/>
                    <a:pt x="0" y="2724"/>
                  </a:cubicBezTo>
                  <a:cubicBezTo>
                    <a:pt x="0" y="3025"/>
                    <a:pt x="243" y="3271"/>
                    <a:pt x="543" y="3271"/>
                  </a:cubicBezTo>
                  <a:lnTo>
                    <a:pt x="884" y="3271"/>
                  </a:lnTo>
                  <a:cubicBezTo>
                    <a:pt x="996" y="4745"/>
                    <a:pt x="2224" y="5890"/>
                    <a:pt x="3705" y="5890"/>
                  </a:cubicBezTo>
                  <a:cubicBezTo>
                    <a:pt x="5187" y="5890"/>
                    <a:pt x="6418" y="4745"/>
                    <a:pt x="6530" y="3271"/>
                  </a:cubicBezTo>
                  <a:lnTo>
                    <a:pt x="6867" y="3271"/>
                  </a:lnTo>
                  <a:cubicBezTo>
                    <a:pt x="7168" y="3271"/>
                    <a:pt x="7410" y="3025"/>
                    <a:pt x="7410" y="2724"/>
                  </a:cubicBezTo>
                  <a:cubicBezTo>
                    <a:pt x="7410" y="2424"/>
                    <a:pt x="7168" y="2181"/>
                    <a:pt x="6867" y="2181"/>
                  </a:cubicBezTo>
                  <a:lnTo>
                    <a:pt x="6537" y="2181"/>
                  </a:lnTo>
                  <a:lnTo>
                    <a:pt x="6537"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88"/>
            <p:cNvSpPr/>
            <p:nvPr/>
          </p:nvSpPr>
          <p:spPr>
            <a:xfrm>
              <a:off x="5849334" y="3854337"/>
              <a:ext cx="167163" cy="154369"/>
            </a:xfrm>
            <a:custGeom>
              <a:rect b="b" l="l" r="r" t="t"/>
              <a:pathLst>
                <a:path extrusionOk="0" h="5888" w="6376">
                  <a:moveTo>
                    <a:pt x="946" y="1"/>
                  </a:moveTo>
                  <a:lnTo>
                    <a:pt x="946" y="2181"/>
                  </a:lnTo>
                  <a:lnTo>
                    <a:pt x="642" y="2181"/>
                  </a:lnTo>
                  <a:cubicBezTo>
                    <a:pt x="636" y="2181"/>
                    <a:pt x="631" y="2181"/>
                    <a:pt x="626" y="2181"/>
                  </a:cubicBezTo>
                  <a:cubicBezTo>
                    <a:pt x="382" y="2181"/>
                    <a:pt x="166" y="2342"/>
                    <a:pt x="99" y="2576"/>
                  </a:cubicBezTo>
                  <a:cubicBezTo>
                    <a:pt x="1" y="2923"/>
                    <a:pt x="262" y="3267"/>
                    <a:pt x="624" y="3271"/>
                  </a:cubicBezTo>
                  <a:lnTo>
                    <a:pt x="957" y="3271"/>
                  </a:lnTo>
                  <a:cubicBezTo>
                    <a:pt x="1062" y="4766"/>
                    <a:pt x="2310" y="5887"/>
                    <a:pt x="3757" y="5887"/>
                  </a:cubicBezTo>
                  <a:cubicBezTo>
                    <a:pt x="3908" y="5887"/>
                    <a:pt x="4062" y="5875"/>
                    <a:pt x="4216" y="5850"/>
                  </a:cubicBezTo>
                  <a:cubicBezTo>
                    <a:pt x="2837" y="5636"/>
                    <a:pt x="1819" y="4448"/>
                    <a:pt x="1819" y="3054"/>
                  </a:cubicBezTo>
                  <a:lnTo>
                    <a:pt x="1819" y="1685"/>
                  </a:lnTo>
                  <a:cubicBezTo>
                    <a:pt x="1819" y="1319"/>
                    <a:pt x="2117" y="1035"/>
                    <a:pt x="2469" y="1035"/>
                  </a:cubicBezTo>
                  <a:cubicBezTo>
                    <a:pt x="2497" y="1035"/>
                    <a:pt x="2525" y="1036"/>
                    <a:pt x="2554" y="1040"/>
                  </a:cubicBezTo>
                  <a:cubicBezTo>
                    <a:pt x="2771" y="1065"/>
                    <a:pt x="2992" y="1080"/>
                    <a:pt x="3210" y="1080"/>
                  </a:cubicBezTo>
                  <a:cubicBezTo>
                    <a:pt x="3862" y="1080"/>
                    <a:pt x="4586" y="975"/>
                    <a:pt x="5361" y="772"/>
                  </a:cubicBezTo>
                  <a:cubicBezTo>
                    <a:pt x="5788" y="656"/>
                    <a:pt x="6150" y="381"/>
                    <a:pt x="637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88"/>
            <p:cNvSpPr/>
            <p:nvPr/>
          </p:nvSpPr>
          <p:spPr>
            <a:xfrm>
              <a:off x="5862627" y="3831423"/>
              <a:ext cx="40008" cy="82952"/>
            </a:xfrm>
            <a:custGeom>
              <a:rect b="b" l="l" r="r" t="t"/>
              <a:pathLst>
                <a:path extrusionOk="0" h="3164" w="1526">
                  <a:moveTo>
                    <a:pt x="1432" y="0"/>
                  </a:moveTo>
                  <a:cubicBezTo>
                    <a:pt x="644" y="0"/>
                    <a:pt x="1" y="609"/>
                    <a:pt x="1" y="1313"/>
                  </a:cubicBezTo>
                  <a:lnTo>
                    <a:pt x="1" y="3164"/>
                  </a:lnTo>
                  <a:lnTo>
                    <a:pt x="493" y="3102"/>
                  </a:lnTo>
                  <a:cubicBezTo>
                    <a:pt x="711" y="3077"/>
                    <a:pt x="874" y="2892"/>
                    <a:pt x="874" y="2671"/>
                  </a:cubicBezTo>
                  <a:lnTo>
                    <a:pt x="874" y="2399"/>
                  </a:lnTo>
                  <a:cubicBezTo>
                    <a:pt x="874" y="1527"/>
                    <a:pt x="1526" y="875"/>
                    <a:pt x="1526" y="875"/>
                  </a:cubicBezTo>
                  <a:lnTo>
                    <a:pt x="1500" y="2"/>
                  </a:lnTo>
                  <a:cubicBezTo>
                    <a:pt x="1477" y="1"/>
                    <a:pt x="1455" y="0"/>
                    <a:pt x="143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88"/>
            <p:cNvSpPr/>
            <p:nvPr/>
          </p:nvSpPr>
          <p:spPr>
            <a:xfrm>
              <a:off x="5948384" y="4020031"/>
              <a:ext cx="72858" cy="137144"/>
            </a:xfrm>
            <a:custGeom>
              <a:rect b="b" l="l" r="r" t="t"/>
              <a:pathLst>
                <a:path extrusionOk="0" h="5231" w="2779">
                  <a:moveTo>
                    <a:pt x="1525" y="1"/>
                  </a:moveTo>
                  <a:lnTo>
                    <a:pt x="0" y="5230"/>
                  </a:lnTo>
                  <a:lnTo>
                    <a:pt x="1308" y="5230"/>
                  </a:lnTo>
                  <a:lnTo>
                    <a:pt x="2691" y="2463"/>
                  </a:lnTo>
                  <a:cubicBezTo>
                    <a:pt x="2778" y="2293"/>
                    <a:pt x="2746" y="2090"/>
                    <a:pt x="2612" y="1960"/>
                  </a:cubicBezTo>
                  <a:lnTo>
                    <a:pt x="2181" y="1525"/>
                  </a:lnTo>
                  <a:lnTo>
                    <a:pt x="2640" y="910"/>
                  </a:lnTo>
                  <a:cubicBezTo>
                    <a:pt x="2742" y="776"/>
                    <a:pt x="2698" y="587"/>
                    <a:pt x="2546" y="511"/>
                  </a:cubicBezTo>
                  <a:lnTo>
                    <a:pt x="1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88"/>
            <p:cNvSpPr/>
            <p:nvPr/>
          </p:nvSpPr>
          <p:spPr>
            <a:xfrm>
              <a:off x="5994055" y="3814329"/>
              <a:ext cx="40087" cy="100046"/>
            </a:xfrm>
            <a:custGeom>
              <a:rect b="b" l="l" r="r" t="t"/>
              <a:pathLst>
                <a:path extrusionOk="0" h="3816" w="1529">
                  <a:moveTo>
                    <a:pt x="97" y="0"/>
                  </a:moveTo>
                  <a:cubicBezTo>
                    <a:pt x="75" y="0"/>
                    <a:pt x="52" y="1"/>
                    <a:pt x="29" y="2"/>
                  </a:cubicBezTo>
                  <a:lnTo>
                    <a:pt x="0" y="1527"/>
                  </a:lnTo>
                  <a:cubicBezTo>
                    <a:pt x="0" y="1527"/>
                    <a:pt x="656" y="2179"/>
                    <a:pt x="656" y="3051"/>
                  </a:cubicBezTo>
                  <a:lnTo>
                    <a:pt x="656" y="3323"/>
                  </a:lnTo>
                  <a:cubicBezTo>
                    <a:pt x="656" y="3544"/>
                    <a:pt x="819" y="3729"/>
                    <a:pt x="1036" y="3754"/>
                  </a:cubicBezTo>
                  <a:lnTo>
                    <a:pt x="1525" y="3816"/>
                  </a:lnTo>
                  <a:lnTo>
                    <a:pt x="1525" y="1309"/>
                  </a:lnTo>
                  <a:cubicBezTo>
                    <a:pt x="1529" y="605"/>
                    <a:pt x="882" y="0"/>
                    <a:pt x="97"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88"/>
            <p:cNvSpPr/>
            <p:nvPr/>
          </p:nvSpPr>
          <p:spPr>
            <a:xfrm>
              <a:off x="5875657" y="4020031"/>
              <a:ext cx="72754" cy="137144"/>
            </a:xfrm>
            <a:custGeom>
              <a:rect b="b" l="l" r="r" t="t"/>
              <a:pathLst>
                <a:path extrusionOk="0" h="5231" w="2775">
                  <a:moveTo>
                    <a:pt x="1250" y="1"/>
                  </a:moveTo>
                  <a:lnTo>
                    <a:pt x="228" y="511"/>
                  </a:lnTo>
                  <a:cubicBezTo>
                    <a:pt x="80" y="584"/>
                    <a:pt x="33" y="776"/>
                    <a:pt x="134" y="910"/>
                  </a:cubicBezTo>
                  <a:lnTo>
                    <a:pt x="594" y="1525"/>
                  </a:lnTo>
                  <a:lnTo>
                    <a:pt x="163" y="1960"/>
                  </a:lnTo>
                  <a:cubicBezTo>
                    <a:pt x="29" y="2090"/>
                    <a:pt x="0" y="2293"/>
                    <a:pt x="83" y="2460"/>
                  </a:cubicBezTo>
                  <a:lnTo>
                    <a:pt x="1467" y="5230"/>
                  </a:lnTo>
                  <a:lnTo>
                    <a:pt x="2774" y="5230"/>
                  </a:lnTo>
                  <a:lnTo>
                    <a:pt x="125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88"/>
            <p:cNvSpPr/>
            <p:nvPr/>
          </p:nvSpPr>
          <p:spPr>
            <a:xfrm>
              <a:off x="5862259" y="3802977"/>
              <a:ext cx="145114" cy="62476"/>
            </a:xfrm>
            <a:custGeom>
              <a:rect b="b" l="l" r="r" t="t"/>
              <a:pathLst>
                <a:path extrusionOk="0" h="2383" w="5535">
                  <a:moveTo>
                    <a:pt x="3705" y="0"/>
                  </a:moveTo>
                  <a:cubicBezTo>
                    <a:pt x="1887" y="0"/>
                    <a:pt x="1540" y="551"/>
                    <a:pt x="142" y="996"/>
                  </a:cubicBezTo>
                  <a:cubicBezTo>
                    <a:pt x="44" y="1025"/>
                    <a:pt x="0" y="1138"/>
                    <a:pt x="55" y="1224"/>
                  </a:cubicBezTo>
                  <a:cubicBezTo>
                    <a:pt x="285" y="1584"/>
                    <a:pt x="990" y="2382"/>
                    <a:pt x="2716" y="2382"/>
                  </a:cubicBezTo>
                  <a:cubicBezTo>
                    <a:pt x="3267" y="2382"/>
                    <a:pt x="3923" y="2301"/>
                    <a:pt x="4701" y="2097"/>
                  </a:cubicBezTo>
                  <a:cubicBezTo>
                    <a:pt x="5078" y="2000"/>
                    <a:pt x="5368" y="1692"/>
                    <a:pt x="5444" y="1311"/>
                  </a:cubicBezTo>
                  <a:cubicBezTo>
                    <a:pt x="5534" y="870"/>
                    <a:pt x="5263" y="431"/>
                    <a:pt x="4861" y="232"/>
                  </a:cubicBezTo>
                  <a:cubicBezTo>
                    <a:pt x="4538" y="76"/>
                    <a:pt x="4118" y="0"/>
                    <a:pt x="370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88"/>
            <p:cNvSpPr/>
            <p:nvPr/>
          </p:nvSpPr>
          <p:spPr>
            <a:xfrm>
              <a:off x="5839765" y="4122856"/>
              <a:ext cx="57180" cy="34319"/>
            </a:xfrm>
            <a:custGeom>
              <a:rect b="b" l="l" r="r" t="t"/>
              <a:pathLst>
                <a:path extrusionOk="0" h="1309" w="2181">
                  <a:moveTo>
                    <a:pt x="0" y="1"/>
                  </a:moveTo>
                  <a:lnTo>
                    <a:pt x="0" y="1308"/>
                  </a:lnTo>
                  <a:lnTo>
                    <a:pt x="2180" y="1308"/>
                  </a:lnTo>
                  <a:lnTo>
                    <a:pt x="2180"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88"/>
            <p:cNvSpPr/>
            <p:nvPr/>
          </p:nvSpPr>
          <p:spPr>
            <a:xfrm>
              <a:off x="5908796" y="3911884"/>
              <a:ext cx="10644" cy="16386"/>
            </a:xfrm>
            <a:custGeom>
              <a:rect b="b" l="l" r="r" t="t"/>
              <a:pathLst>
                <a:path extrusionOk="0" h="625" w="406">
                  <a:moveTo>
                    <a:pt x="203" y="0"/>
                  </a:moveTo>
                  <a:cubicBezTo>
                    <a:pt x="91" y="0"/>
                    <a:pt x="0" y="91"/>
                    <a:pt x="0" y="203"/>
                  </a:cubicBezTo>
                  <a:lnTo>
                    <a:pt x="0" y="421"/>
                  </a:lnTo>
                  <a:cubicBezTo>
                    <a:pt x="0" y="556"/>
                    <a:pt x="101" y="624"/>
                    <a:pt x="203" y="624"/>
                  </a:cubicBezTo>
                  <a:cubicBezTo>
                    <a:pt x="304" y="624"/>
                    <a:pt x="406" y="556"/>
                    <a:pt x="406" y="421"/>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88"/>
            <p:cNvSpPr/>
            <p:nvPr/>
          </p:nvSpPr>
          <p:spPr>
            <a:xfrm>
              <a:off x="5977328" y="3911884"/>
              <a:ext cx="10671" cy="16386"/>
            </a:xfrm>
            <a:custGeom>
              <a:rect b="b" l="l" r="r" t="t"/>
              <a:pathLst>
                <a:path extrusionOk="0" h="625" w="407">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88"/>
            <p:cNvSpPr/>
            <p:nvPr/>
          </p:nvSpPr>
          <p:spPr>
            <a:xfrm>
              <a:off x="5923556" y="3951735"/>
              <a:ext cx="49604" cy="16569"/>
            </a:xfrm>
            <a:custGeom>
              <a:rect b="b" l="l" r="r" t="t"/>
              <a:pathLst>
                <a:path extrusionOk="0" h="632" w="1892">
                  <a:moveTo>
                    <a:pt x="293" y="0"/>
                  </a:moveTo>
                  <a:cubicBezTo>
                    <a:pt x="134" y="0"/>
                    <a:pt x="0" y="205"/>
                    <a:pt x="150" y="353"/>
                  </a:cubicBezTo>
                  <a:cubicBezTo>
                    <a:pt x="324" y="527"/>
                    <a:pt x="621" y="632"/>
                    <a:pt x="947" y="632"/>
                  </a:cubicBezTo>
                  <a:cubicBezTo>
                    <a:pt x="1270" y="632"/>
                    <a:pt x="1567" y="527"/>
                    <a:pt x="1744" y="353"/>
                  </a:cubicBezTo>
                  <a:cubicBezTo>
                    <a:pt x="1892" y="205"/>
                    <a:pt x="1757" y="0"/>
                    <a:pt x="1599" y="0"/>
                  </a:cubicBezTo>
                  <a:cubicBezTo>
                    <a:pt x="1552" y="0"/>
                    <a:pt x="1502" y="19"/>
                    <a:pt x="1458" y="63"/>
                  </a:cubicBezTo>
                  <a:cubicBezTo>
                    <a:pt x="1382" y="136"/>
                    <a:pt x="1204" y="222"/>
                    <a:pt x="947" y="222"/>
                  </a:cubicBezTo>
                  <a:cubicBezTo>
                    <a:pt x="690" y="222"/>
                    <a:pt x="509" y="136"/>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88"/>
            <p:cNvSpPr/>
            <p:nvPr/>
          </p:nvSpPr>
          <p:spPr>
            <a:xfrm>
              <a:off x="5901271" y="3894686"/>
              <a:ext cx="25667" cy="10775"/>
            </a:xfrm>
            <a:custGeom>
              <a:rect b="b" l="l" r="r" t="t"/>
              <a:pathLst>
                <a:path extrusionOk="0" h="411" w="979">
                  <a:moveTo>
                    <a:pt x="273" y="1"/>
                  </a:moveTo>
                  <a:cubicBezTo>
                    <a:pt x="1" y="1"/>
                    <a:pt x="1" y="410"/>
                    <a:pt x="273"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88"/>
            <p:cNvSpPr/>
            <p:nvPr/>
          </p:nvSpPr>
          <p:spPr>
            <a:xfrm>
              <a:off x="5969830" y="3894686"/>
              <a:ext cx="25667" cy="10775"/>
            </a:xfrm>
            <a:custGeom>
              <a:rect b="b" l="l" r="r" t="t"/>
              <a:pathLst>
                <a:path extrusionOk="0" h="411"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88"/>
            <p:cNvSpPr/>
            <p:nvPr/>
          </p:nvSpPr>
          <p:spPr>
            <a:xfrm>
              <a:off x="5805866" y="3797471"/>
              <a:ext cx="285168" cy="365288"/>
            </a:xfrm>
            <a:custGeom>
              <a:rect b="b" l="l" r="r" t="t"/>
              <a:pathLst>
                <a:path extrusionOk="0" h="13933" w="10877">
                  <a:moveTo>
                    <a:pt x="5856" y="413"/>
                  </a:moveTo>
                  <a:cubicBezTo>
                    <a:pt x="6610" y="413"/>
                    <a:pt x="7283" y="732"/>
                    <a:pt x="7421" y="1145"/>
                  </a:cubicBezTo>
                  <a:cubicBezTo>
                    <a:pt x="7454" y="1243"/>
                    <a:pt x="7532" y="1285"/>
                    <a:pt x="7610" y="1285"/>
                  </a:cubicBezTo>
                  <a:cubicBezTo>
                    <a:pt x="7735" y="1285"/>
                    <a:pt x="7862" y="1177"/>
                    <a:pt x="7808" y="1018"/>
                  </a:cubicBezTo>
                  <a:cubicBezTo>
                    <a:pt x="7798" y="982"/>
                    <a:pt x="7783" y="946"/>
                    <a:pt x="7769" y="913"/>
                  </a:cubicBezTo>
                  <a:lnTo>
                    <a:pt x="7769" y="913"/>
                  </a:lnTo>
                  <a:cubicBezTo>
                    <a:pt x="8207" y="1069"/>
                    <a:pt x="8500" y="1485"/>
                    <a:pt x="8500" y="1956"/>
                  </a:cubicBezTo>
                  <a:lnTo>
                    <a:pt x="8500" y="4147"/>
                  </a:lnTo>
                  <a:lnTo>
                    <a:pt x="8268" y="4147"/>
                  </a:lnTo>
                  <a:cubicBezTo>
                    <a:pt x="8142" y="4147"/>
                    <a:pt x="8037" y="4042"/>
                    <a:pt x="8037" y="3915"/>
                  </a:cubicBezTo>
                  <a:lnTo>
                    <a:pt x="8037" y="3694"/>
                  </a:lnTo>
                  <a:cubicBezTo>
                    <a:pt x="8037" y="2749"/>
                    <a:pt x="7352" y="2054"/>
                    <a:pt x="7323" y="2025"/>
                  </a:cubicBezTo>
                  <a:cubicBezTo>
                    <a:pt x="7284" y="1985"/>
                    <a:pt x="7231" y="1965"/>
                    <a:pt x="7178" y="1965"/>
                  </a:cubicBezTo>
                  <a:cubicBezTo>
                    <a:pt x="7157" y="1965"/>
                    <a:pt x="7137" y="1968"/>
                    <a:pt x="7117" y="1974"/>
                  </a:cubicBezTo>
                  <a:cubicBezTo>
                    <a:pt x="6451" y="2185"/>
                    <a:pt x="5623" y="2376"/>
                    <a:pt x="4816" y="2376"/>
                  </a:cubicBezTo>
                  <a:cubicBezTo>
                    <a:pt x="4252" y="2376"/>
                    <a:pt x="3698" y="2283"/>
                    <a:pt x="3216" y="2039"/>
                  </a:cubicBezTo>
                  <a:cubicBezTo>
                    <a:pt x="2901" y="1884"/>
                    <a:pt x="2629" y="1659"/>
                    <a:pt x="2419" y="1380"/>
                  </a:cubicBezTo>
                  <a:cubicBezTo>
                    <a:pt x="2785" y="1257"/>
                    <a:pt x="3140" y="1112"/>
                    <a:pt x="3491" y="949"/>
                  </a:cubicBezTo>
                  <a:cubicBezTo>
                    <a:pt x="4151" y="649"/>
                    <a:pt x="4672" y="413"/>
                    <a:pt x="5856" y="413"/>
                  </a:cubicBezTo>
                  <a:close/>
                  <a:moveTo>
                    <a:pt x="2557" y="2104"/>
                  </a:moveTo>
                  <a:cubicBezTo>
                    <a:pt x="2695" y="2213"/>
                    <a:pt x="2843" y="2311"/>
                    <a:pt x="2999" y="2391"/>
                  </a:cubicBezTo>
                  <a:cubicBezTo>
                    <a:pt x="3462" y="2630"/>
                    <a:pt x="4013" y="2764"/>
                    <a:pt x="4636" y="2785"/>
                  </a:cubicBezTo>
                  <a:cubicBezTo>
                    <a:pt x="4702" y="2788"/>
                    <a:pt x="4770" y="2789"/>
                    <a:pt x="4838" y="2789"/>
                  </a:cubicBezTo>
                  <a:cubicBezTo>
                    <a:pt x="5517" y="2789"/>
                    <a:pt x="6281" y="2659"/>
                    <a:pt x="7117" y="2409"/>
                  </a:cubicBezTo>
                  <a:cubicBezTo>
                    <a:pt x="7276" y="2604"/>
                    <a:pt x="7631" y="3100"/>
                    <a:pt x="7631" y="3698"/>
                  </a:cubicBezTo>
                  <a:lnTo>
                    <a:pt x="7631" y="3915"/>
                  </a:lnTo>
                  <a:cubicBezTo>
                    <a:pt x="7631" y="4270"/>
                    <a:pt x="7917" y="4556"/>
                    <a:pt x="8268" y="4556"/>
                  </a:cubicBezTo>
                  <a:lnTo>
                    <a:pt x="8598" y="4556"/>
                  </a:lnTo>
                  <a:cubicBezTo>
                    <a:pt x="8801" y="4556"/>
                    <a:pt x="8957" y="4730"/>
                    <a:pt x="8935" y="4933"/>
                  </a:cubicBezTo>
                  <a:cubicBezTo>
                    <a:pt x="8920" y="5103"/>
                    <a:pt x="8754" y="5237"/>
                    <a:pt x="8565" y="5237"/>
                  </a:cubicBezTo>
                  <a:lnTo>
                    <a:pt x="8475" y="5237"/>
                  </a:lnTo>
                  <a:lnTo>
                    <a:pt x="8475" y="5226"/>
                  </a:lnTo>
                  <a:cubicBezTo>
                    <a:pt x="8475" y="5114"/>
                    <a:pt x="8384" y="5024"/>
                    <a:pt x="8272" y="5024"/>
                  </a:cubicBezTo>
                  <a:cubicBezTo>
                    <a:pt x="8160" y="5024"/>
                    <a:pt x="8069" y="5114"/>
                    <a:pt x="8069" y="5226"/>
                  </a:cubicBezTo>
                  <a:cubicBezTo>
                    <a:pt x="8062" y="6675"/>
                    <a:pt x="6885" y="7849"/>
                    <a:pt x="5436" y="7849"/>
                  </a:cubicBezTo>
                  <a:lnTo>
                    <a:pt x="5436" y="7852"/>
                  </a:lnTo>
                  <a:cubicBezTo>
                    <a:pt x="3984" y="7852"/>
                    <a:pt x="2807" y="6675"/>
                    <a:pt x="2807" y="5223"/>
                  </a:cubicBezTo>
                  <a:cubicBezTo>
                    <a:pt x="2807" y="5087"/>
                    <a:pt x="2705" y="5019"/>
                    <a:pt x="2602" y="5019"/>
                  </a:cubicBezTo>
                  <a:cubicBezTo>
                    <a:pt x="2500" y="5019"/>
                    <a:pt x="2398" y="5087"/>
                    <a:pt x="2398" y="5223"/>
                  </a:cubicBezTo>
                  <a:lnTo>
                    <a:pt x="2398" y="5237"/>
                  </a:lnTo>
                  <a:lnTo>
                    <a:pt x="2274" y="5237"/>
                  </a:lnTo>
                  <a:cubicBezTo>
                    <a:pt x="2072" y="5237"/>
                    <a:pt x="1916" y="5063"/>
                    <a:pt x="1938" y="4861"/>
                  </a:cubicBezTo>
                  <a:cubicBezTo>
                    <a:pt x="1952" y="4690"/>
                    <a:pt x="2119" y="4556"/>
                    <a:pt x="2307" y="4556"/>
                  </a:cubicBezTo>
                  <a:lnTo>
                    <a:pt x="2604" y="4556"/>
                  </a:lnTo>
                  <a:cubicBezTo>
                    <a:pt x="2955" y="4556"/>
                    <a:pt x="3241" y="4270"/>
                    <a:pt x="3241" y="3915"/>
                  </a:cubicBezTo>
                  <a:lnTo>
                    <a:pt x="3241" y="3148"/>
                  </a:lnTo>
                  <a:cubicBezTo>
                    <a:pt x="3241" y="3012"/>
                    <a:pt x="3140" y="2944"/>
                    <a:pt x="3039" y="2944"/>
                  </a:cubicBezTo>
                  <a:cubicBezTo>
                    <a:pt x="2937" y="2944"/>
                    <a:pt x="2836" y="3012"/>
                    <a:pt x="2836" y="3148"/>
                  </a:cubicBezTo>
                  <a:lnTo>
                    <a:pt x="2836" y="3915"/>
                  </a:lnTo>
                  <a:cubicBezTo>
                    <a:pt x="2836" y="4046"/>
                    <a:pt x="2731" y="4147"/>
                    <a:pt x="2604" y="4147"/>
                  </a:cubicBezTo>
                  <a:lnTo>
                    <a:pt x="2372" y="4147"/>
                  </a:lnTo>
                  <a:lnTo>
                    <a:pt x="2372" y="2901"/>
                  </a:lnTo>
                  <a:cubicBezTo>
                    <a:pt x="2372" y="2427"/>
                    <a:pt x="2499" y="2188"/>
                    <a:pt x="2557" y="2104"/>
                  </a:cubicBezTo>
                  <a:close/>
                  <a:moveTo>
                    <a:pt x="6758" y="7957"/>
                  </a:moveTo>
                  <a:lnTo>
                    <a:pt x="6758" y="8464"/>
                  </a:lnTo>
                  <a:lnTo>
                    <a:pt x="6367" y="9801"/>
                  </a:lnTo>
                  <a:cubicBezTo>
                    <a:pt x="6075" y="9956"/>
                    <a:pt x="5755" y="10034"/>
                    <a:pt x="5434" y="10034"/>
                  </a:cubicBezTo>
                  <a:cubicBezTo>
                    <a:pt x="5114" y="10034"/>
                    <a:pt x="4793" y="9956"/>
                    <a:pt x="4502" y="9801"/>
                  </a:cubicBezTo>
                  <a:lnTo>
                    <a:pt x="4114" y="8464"/>
                  </a:lnTo>
                  <a:lnTo>
                    <a:pt x="4114" y="7957"/>
                  </a:lnTo>
                  <a:cubicBezTo>
                    <a:pt x="4531" y="8160"/>
                    <a:pt x="4983" y="8261"/>
                    <a:pt x="5435" y="8261"/>
                  </a:cubicBezTo>
                  <a:cubicBezTo>
                    <a:pt x="5887" y="8261"/>
                    <a:pt x="6340" y="8160"/>
                    <a:pt x="6758" y="7957"/>
                  </a:cubicBezTo>
                  <a:close/>
                  <a:moveTo>
                    <a:pt x="3270" y="12618"/>
                  </a:moveTo>
                  <a:lnTo>
                    <a:pt x="3270" y="13520"/>
                  </a:lnTo>
                  <a:lnTo>
                    <a:pt x="1499" y="13520"/>
                  </a:lnTo>
                  <a:lnTo>
                    <a:pt x="1499" y="12618"/>
                  </a:lnTo>
                  <a:lnTo>
                    <a:pt x="2180" y="12618"/>
                  </a:lnTo>
                  <a:lnTo>
                    <a:pt x="2180" y="12633"/>
                  </a:lnTo>
                  <a:cubicBezTo>
                    <a:pt x="2180" y="12769"/>
                    <a:pt x="2282" y="12837"/>
                    <a:pt x="2383" y="12837"/>
                  </a:cubicBezTo>
                  <a:cubicBezTo>
                    <a:pt x="2485" y="12837"/>
                    <a:pt x="2586" y="12769"/>
                    <a:pt x="2586" y="12633"/>
                  </a:cubicBezTo>
                  <a:lnTo>
                    <a:pt x="2586" y="12618"/>
                  </a:lnTo>
                  <a:close/>
                  <a:moveTo>
                    <a:pt x="5856" y="0"/>
                  </a:moveTo>
                  <a:cubicBezTo>
                    <a:pt x="4585" y="0"/>
                    <a:pt x="3998" y="268"/>
                    <a:pt x="3321" y="573"/>
                  </a:cubicBezTo>
                  <a:cubicBezTo>
                    <a:pt x="2912" y="768"/>
                    <a:pt x="2488" y="935"/>
                    <a:pt x="2054" y="1061"/>
                  </a:cubicBezTo>
                  <a:cubicBezTo>
                    <a:pt x="1938" y="1098"/>
                    <a:pt x="1876" y="1224"/>
                    <a:pt x="1923" y="1337"/>
                  </a:cubicBezTo>
                  <a:cubicBezTo>
                    <a:pt x="2010" y="1514"/>
                    <a:pt x="2122" y="1677"/>
                    <a:pt x="2256" y="1822"/>
                  </a:cubicBezTo>
                  <a:cubicBezTo>
                    <a:pt x="2155" y="1945"/>
                    <a:pt x="1963" y="2264"/>
                    <a:pt x="1963" y="2894"/>
                  </a:cubicBezTo>
                  <a:lnTo>
                    <a:pt x="1963" y="4220"/>
                  </a:lnTo>
                  <a:cubicBezTo>
                    <a:pt x="1644" y="4368"/>
                    <a:pt x="1470" y="4716"/>
                    <a:pt x="1547" y="5056"/>
                  </a:cubicBezTo>
                  <a:cubicBezTo>
                    <a:pt x="1622" y="5394"/>
                    <a:pt x="1922" y="5639"/>
                    <a:pt x="2267" y="5639"/>
                  </a:cubicBezTo>
                  <a:cubicBezTo>
                    <a:pt x="2269" y="5639"/>
                    <a:pt x="2272" y="5639"/>
                    <a:pt x="2274" y="5639"/>
                  </a:cubicBezTo>
                  <a:lnTo>
                    <a:pt x="2427" y="5639"/>
                  </a:lnTo>
                  <a:cubicBezTo>
                    <a:pt x="2546" y="6480"/>
                    <a:pt x="3010" y="7229"/>
                    <a:pt x="3705" y="7715"/>
                  </a:cubicBezTo>
                  <a:lnTo>
                    <a:pt x="3705" y="8363"/>
                  </a:lnTo>
                  <a:lnTo>
                    <a:pt x="2796" y="8816"/>
                  </a:lnTo>
                  <a:cubicBezTo>
                    <a:pt x="2629" y="8899"/>
                    <a:pt x="2528" y="9073"/>
                    <a:pt x="2539" y="9261"/>
                  </a:cubicBezTo>
                  <a:lnTo>
                    <a:pt x="1068" y="9714"/>
                  </a:lnTo>
                  <a:cubicBezTo>
                    <a:pt x="431" y="9906"/>
                    <a:pt x="0" y="10492"/>
                    <a:pt x="0" y="11159"/>
                  </a:cubicBezTo>
                  <a:lnTo>
                    <a:pt x="0" y="13719"/>
                  </a:lnTo>
                  <a:cubicBezTo>
                    <a:pt x="0" y="13855"/>
                    <a:pt x="102" y="13923"/>
                    <a:pt x="205" y="13923"/>
                  </a:cubicBezTo>
                  <a:cubicBezTo>
                    <a:pt x="307" y="13923"/>
                    <a:pt x="409" y="13855"/>
                    <a:pt x="409" y="13719"/>
                  </a:cubicBezTo>
                  <a:lnTo>
                    <a:pt x="409" y="11159"/>
                  </a:lnTo>
                  <a:cubicBezTo>
                    <a:pt x="406" y="10673"/>
                    <a:pt x="724" y="10246"/>
                    <a:pt x="1188" y="10105"/>
                  </a:cubicBezTo>
                  <a:lnTo>
                    <a:pt x="2716" y="9634"/>
                  </a:lnTo>
                  <a:lnTo>
                    <a:pt x="2988" y="9993"/>
                  </a:lnTo>
                  <a:lnTo>
                    <a:pt x="2680" y="10300"/>
                  </a:lnTo>
                  <a:cubicBezTo>
                    <a:pt x="2488" y="10496"/>
                    <a:pt x="2437" y="10793"/>
                    <a:pt x="2561" y="11039"/>
                  </a:cubicBezTo>
                  <a:lnTo>
                    <a:pt x="3144" y="12205"/>
                  </a:lnTo>
                  <a:lnTo>
                    <a:pt x="2590" y="12205"/>
                  </a:lnTo>
                  <a:lnTo>
                    <a:pt x="2590" y="11981"/>
                  </a:lnTo>
                  <a:cubicBezTo>
                    <a:pt x="2590" y="11845"/>
                    <a:pt x="2487" y="11777"/>
                    <a:pt x="2385" y="11777"/>
                  </a:cubicBezTo>
                  <a:cubicBezTo>
                    <a:pt x="2283" y="11777"/>
                    <a:pt x="2180" y="11845"/>
                    <a:pt x="2180" y="11981"/>
                  </a:cubicBezTo>
                  <a:lnTo>
                    <a:pt x="2180" y="12213"/>
                  </a:lnTo>
                  <a:lnTo>
                    <a:pt x="1297" y="12213"/>
                  </a:lnTo>
                  <a:cubicBezTo>
                    <a:pt x="1184" y="12213"/>
                    <a:pt x="1094" y="12303"/>
                    <a:pt x="1094" y="12416"/>
                  </a:cubicBezTo>
                  <a:lnTo>
                    <a:pt x="1094" y="13723"/>
                  </a:lnTo>
                  <a:cubicBezTo>
                    <a:pt x="1094" y="13835"/>
                    <a:pt x="1184" y="13926"/>
                    <a:pt x="1297" y="13926"/>
                  </a:cubicBezTo>
                  <a:lnTo>
                    <a:pt x="3477" y="13926"/>
                  </a:lnTo>
                  <a:cubicBezTo>
                    <a:pt x="3589" y="13926"/>
                    <a:pt x="3680" y="13835"/>
                    <a:pt x="3680" y="13723"/>
                  </a:cubicBezTo>
                  <a:lnTo>
                    <a:pt x="3680" y="13277"/>
                  </a:lnTo>
                  <a:lnTo>
                    <a:pt x="3948" y="13813"/>
                  </a:lnTo>
                  <a:cubicBezTo>
                    <a:pt x="3989" y="13892"/>
                    <a:pt x="4055" y="13924"/>
                    <a:pt x="4121" y="13924"/>
                  </a:cubicBezTo>
                  <a:cubicBezTo>
                    <a:pt x="4255" y="13924"/>
                    <a:pt x="4387" y="13792"/>
                    <a:pt x="4310" y="13632"/>
                  </a:cubicBezTo>
                  <a:lnTo>
                    <a:pt x="2926" y="10862"/>
                  </a:lnTo>
                  <a:cubicBezTo>
                    <a:pt x="2883" y="10771"/>
                    <a:pt x="2901" y="10666"/>
                    <a:pt x="2970" y="10594"/>
                  </a:cubicBezTo>
                  <a:lnTo>
                    <a:pt x="3404" y="10163"/>
                  </a:lnTo>
                  <a:cubicBezTo>
                    <a:pt x="3473" y="10090"/>
                    <a:pt x="3484" y="9978"/>
                    <a:pt x="3423" y="9895"/>
                  </a:cubicBezTo>
                  <a:lnTo>
                    <a:pt x="2959" y="9279"/>
                  </a:lnTo>
                  <a:cubicBezTo>
                    <a:pt x="2937" y="9247"/>
                    <a:pt x="2948" y="9203"/>
                    <a:pt x="2981" y="9185"/>
                  </a:cubicBezTo>
                  <a:lnTo>
                    <a:pt x="3785" y="8783"/>
                  </a:lnTo>
                  <a:lnTo>
                    <a:pt x="4353" y="10728"/>
                  </a:lnTo>
                  <a:cubicBezTo>
                    <a:pt x="4384" y="10831"/>
                    <a:pt x="4463" y="10876"/>
                    <a:pt x="4544" y="10876"/>
                  </a:cubicBezTo>
                  <a:cubicBezTo>
                    <a:pt x="4666" y="10876"/>
                    <a:pt x="4790" y="10773"/>
                    <a:pt x="4745" y="10616"/>
                  </a:cubicBezTo>
                  <a:lnTo>
                    <a:pt x="4654" y="10308"/>
                  </a:lnTo>
                  <a:lnTo>
                    <a:pt x="4654" y="10308"/>
                  </a:lnTo>
                  <a:cubicBezTo>
                    <a:pt x="4907" y="10396"/>
                    <a:pt x="5172" y="10441"/>
                    <a:pt x="5437" y="10441"/>
                  </a:cubicBezTo>
                  <a:cubicBezTo>
                    <a:pt x="5702" y="10441"/>
                    <a:pt x="5967" y="10396"/>
                    <a:pt x="6222" y="10308"/>
                  </a:cubicBezTo>
                  <a:lnTo>
                    <a:pt x="6222" y="10308"/>
                  </a:lnTo>
                  <a:lnTo>
                    <a:pt x="5436" y="12995"/>
                  </a:lnTo>
                  <a:lnTo>
                    <a:pt x="4998" y="11485"/>
                  </a:lnTo>
                  <a:cubicBezTo>
                    <a:pt x="4968" y="11382"/>
                    <a:pt x="4889" y="11338"/>
                    <a:pt x="4809" y="11338"/>
                  </a:cubicBezTo>
                  <a:cubicBezTo>
                    <a:pt x="4686" y="11338"/>
                    <a:pt x="4561" y="11443"/>
                    <a:pt x="4607" y="11601"/>
                  </a:cubicBezTo>
                  <a:lnTo>
                    <a:pt x="5241" y="13781"/>
                  </a:lnTo>
                  <a:cubicBezTo>
                    <a:pt x="5268" y="13879"/>
                    <a:pt x="5351" y="13928"/>
                    <a:pt x="5435" y="13928"/>
                  </a:cubicBezTo>
                  <a:cubicBezTo>
                    <a:pt x="5519" y="13928"/>
                    <a:pt x="5603" y="13879"/>
                    <a:pt x="5632" y="13781"/>
                  </a:cubicBezTo>
                  <a:lnTo>
                    <a:pt x="7088" y="8783"/>
                  </a:lnTo>
                  <a:lnTo>
                    <a:pt x="7892" y="9185"/>
                  </a:lnTo>
                  <a:cubicBezTo>
                    <a:pt x="7928" y="9203"/>
                    <a:pt x="7939" y="9247"/>
                    <a:pt x="7914" y="9279"/>
                  </a:cubicBezTo>
                  <a:lnTo>
                    <a:pt x="7450" y="9895"/>
                  </a:lnTo>
                  <a:cubicBezTo>
                    <a:pt x="7392" y="9978"/>
                    <a:pt x="7399" y="10090"/>
                    <a:pt x="7472" y="10163"/>
                  </a:cubicBezTo>
                  <a:lnTo>
                    <a:pt x="7903" y="10594"/>
                  </a:lnTo>
                  <a:cubicBezTo>
                    <a:pt x="7975" y="10663"/>
                    <a:pt x="7993" y="10771"/>
                    <a:pt x="7946" y="10862"/>
                  </a:cubicBezTo>
                  <a:lnTo>
                    <a:pt x="6563" y="13632"/>
                  </a:lnTo>
                  <a:cubicBezTo>
                    <a:pt x="6476" y="13796"/>
                    <a:pt x="6613" y="13932"/>
                    <a:pt x="6750" y="13932"/>
                  </a:cubicBezTo>
                  <a:cubicBezTo>
                    <a:pt x="6819" y="13932"/>
                    <a:pt x="6888" y="13897"/>
                    <a:pt x="6928" y="13813"/>
                  </a:cubicBezTo>
                  <a:lnTo>
                    <a:pt x="8312" y="11043"/>
                  </a:lnTo>
                  <a:cubicBezTo>
                    <a:pt x="8435" y="10797"/>
                    <a:pt x="8388" y="10500"/>
                    <a:pt x="8192" y="10304"/>
                  </a:cubicBezTo>
                  <a:lnTo>
                    <a:pt x="7885" y="9996"/>
                  </a:lnTo>
                  <a:lnTo>
                    <a:pt x="8156" y="9638"/>
                  </a:lnTo>
                  <a:lnTo>
                    <a:pt x="9685" y="10108"/>
                  </a:lnTo>
                  <a:cubicBezTo>
                    <a:pt x="10152" y="10250"/>
                    <a:pt x="10467" y="10677"/>
                    <a:pt x="10467" y="11162"/>
                  </a:cubicBezTo>
                  <a:lnTo>
                    <a:pt x="10467" y="13723"/>
                  </a:lnTo>
                  <a:cubicBezTo>
                    <a:pt x="10467" y="13859"/>
                    <a:pt x="10568" y="13927"/>
                    <a:pt x="10670" y="13927"/>
                  </a:cubicBezTo>
                  <a:cubicBezTo>
                    <a:pt x="10771" y="13927"/>
                    <a:pt x="10872" y="13859"/>
                    <a:pt x="10872" y="13723"/>
                  </a:cubicBezTo>
                  <a:lnTo>
                    <a:pt x="10872" y="11162"/>
                  </a:lnTo>
                  <a:cubicBezTo>
                    <a:pt x="10876" y="10496"/>
                    <a:pt x="10441" y="9909"/>
                    <a:pt x="9804" y="9717"/>
                  </a:cubicBezTo>
                  <a:lnTo>
                    <a:pt x="8334" y="9265"/>
                  </a:lnTo>
                  <a:cubicBezTo>
                    <a:pt x="8344" y="9076"/>
                    <a:pt x="8243" y="8899"/>
                    <a:pt x="8073" y="8816"/>
                  </a:cubicBezTo>
                  <a:lnTo>
                    <a:pt x="7164" y="8363"/>
                  </a:lnTo>
                  <a:lnTo>
                    <a:pt x="7164" y="7715"/>
                  </a:lnTo>
                  <a:cubicBezTo>
                    <a:pt x="7863" y="7233"/>
                    <a:pt x="8326" y="6480"/>
                    <a:pt x="8442" y="5643"/>
                  </a:cubicBezTo>
                  <a:lnTo>
                    <a:pt x="8565" y="5643"/>
                  </a:lnTo>
                  <a:cubicBezTo>
                    <a:pt x="8964" y="5643"/>
                    <a:pt x="9304" y="5346"/>
                    <a:pt x="9340" y="4969"/>
                  </a:cubicBezTo>
                  <a:cubicBezTo>
                    <a:pt x="9373" y="4651"/>
                    <a:pt x="9199" y="4346"/>
                    <a:pt x="8909" y="4212"/>
                  </a:cubicBezTo>
                  <a:lnTo>
                    <a:pt x="8909" y="1949"/>
                  </a:lnTo>
                  <a:cubicBezTo>
                    <a:pt x="8909" y="1116"/>
                    <a:pt x="8232" y="439"/>
                    <a:pt x="7396" y="439"/>
                  </a:cubicBezTo>
                  <a:lnTo>
                    <a:pt x="7363" y="439"/>
                  </a:lnTo>
                  <a:cubicBezTo>
                    <a:pt x="6997" y="167"/>
                    <a:pt x="6458" y="0"/>
                    <a:pt x="58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88"/>
            <p:cNvSpPr/>
            <p:nvPr/>
          </p:nvSpPr>
          <p:spPr>
            <a:xfrm>
              <a:off x="6021295" y="4106235"/>
              <a:ext cx="42761" cy="39117"/>
            </a:xfrm>
            <a:custGeom>
              <a:rect b="b" l="l" r="r" t="t"/>
              <a:pathLst>
                <a:path extrusionOk="0" h="1492" w="1631">
                  <a:moveTo>
                    <a:pt x="816" y="0"/>
                  </a:moveTo>
                  <a:cubicBezTo>
                    <a:pt x="714" y="0"/>
                    <a:pt x="613" y="68"/>
                    <a:pt x="613" y="204"/>
                  </a:cubicBezTo>
                  <a:lnTo>
                    <a:pt x="613" y="544"/>
                  </a:lnTo>
                  <a:lnTo>
                    <a:pt x="272" y="544"/>
                  </a:lnTo>
                  <a:cubicBezTo>
                    <a:pt x="1" y="544"/>
                    <a:pt x="1" y="950"/>
                    <a:pt x="272" y="950"/>
                  </a:cubicBezTo>
                  <a:lnTo>
                    <a:pt x="613" y="950"/>
                  </a:lnTo>
                  <a:lnTo>
                    <a:pt x="613" y="1290"/>
                  </a:lnTo>
                  <a:cubicBezTo>
                    <a:pt x="613" y="1424"/>
                    <a:pt x="714" y="1491"/>
                    <a:pt x="816" y="1491"/>
                  </a:cubicBezTo>
                  <a:cubicBezTo>
                    <a:pt x="917" y="1491"/>
                    <a:pt x="1018" y="1424"/>
                    <a:pt x="1018" y="1290"/>
                  </a:cubicBezTo>
                  <a:lnTo>
                    <a:pt x="1018" y="946"/>
                  </a:lnTo>
                  <a:lnTo>
                    <a:pt x="1359" y="946"/>
                  </a:lnTo>
                  <a:cubicBezTo>
                    <a:pt x="1631" y="946"/>
                    <a:pt x="1631" y="541"/>
                    <a:pt x="1359" y="541"/>
                  </a:cubicBezTo>
                  <a:lnTo>
                    <a:pt x="1018" y="541"/>
                  </a:lnTo>
                  <a:lnTo>
                    <a:pt x="1018" y="204"/>
                  </a:lnTo>
                  <a:cubicBezTo>
                    <a:pt x="1018" y="68"/>
                    <a:pt x="917" y="0"/>
                    <a:pt x="8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1" name="Google Shape;17871;p88"/>
          <p:cNvGrpSpPr/>
          <p:nvPr/>
        </p:nvGrpSpPr>
        <p:grpSpPr>
          <a:xfrm>
            <a:off x="5355790" y="3797471"/>
            <a:ext cx="284958" cy="365052"/>
            <a:chOff x="5355790" y="3797471"/>
            <a:chExt cx="284958" cy="365052"/>
          </a:xfrm>
        </p:grpSpPr>
        <p:sp>
          <p:nvSpPr>
            <p:cNvPr id="17872" name="Google Shape;17872;p88"/>
            <p:cNvSpPr/>
            <p:nvPr/>
          </p:nvSpPr>
          <p:spPr>
            <a:xfrm>
              <a:off x="5361086" y="3991454"/>
              <a:ext cx="274366" cy="165721"/>
            </a:xfrm>
            <a:custGeom>
              <a:rect b="b" l="l" r="r" t="t"/>
              <a:pathLst>
                <a:path extrusionOk="0" h="6321" w="10465">
                  <a:moveTo>
                    <a:pt x="3710" y="0"/>
                  </a:moveTo>
                  <a:lnTo>
                    <a:pt x="3710" y="1482"/>
                  </a:lnTo>
                  <a:cubicBezTo>
                    <a:pt x="3710" y="1771"/>
                    <a:pt x="3518" y="2025"/>
                    <a:pt x="3239" y="2108"/>
                  </a:cubicBezTo>
                  <a:lnTo>
                    <a:pt x="943" y="2786"/>
                  </a:lnTo>
                  <a:cubicBezTo>
                    <a:pt x="385" y="2949"/>
                    <a:pt x="1" y="3459"/>
                    <a:pt x="1" y="4039"/>
                  </a:cubicBezTo>
                  <a:lnTo>
                    <a:pt x="1" y="6320"/>
                  </a:lnTo>
                  <a:lnTo>
                    <a:pt x="10464" y="6320"/>
                  </a:lnTo>
                  <a:lnTo>
                    <a:pt x="10464" y="4039"/>
                  </a:lnTo>
                  <a:cubicBezTo>
                    <a:pt x="10464" y="3456"/>
                    <a:pt x="10080" y="2949"/>
                    <a:pt x="9526" y="2786"/>
                  </a:cubicBezTo>
                  <a:lnTo>
                    <a:pt x="7230" y="2108"/>
                  </a:lnTo>
                  <a:cubicBezTo>
                    <a:pt x="6951" y="2025"/>
                    <a:pt x="6759" y="1771"/>
                    <a:pt x="6759" y="1482"/>
                  </a:cubicBezTo>
                  <a:lnTo>
                    <a:pt x="6759"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88"/>
            <p:cNvSpPr/>
            <p:nvPr/>
          </p:nvSpPr>
          <p:spPr>
            <a:xfrm>
              <a:off x="5361191" y="4047088"/>
              <a:ext cx="274261" cy="110087"/>
            </a:xfrm>
            <a:custGeom>
              <a:rect b="b" l="l" r="r" t="t"/>
              <a:pathLst>
                <a:path extrusionOk="0" h="4199" w="10461">
                  <a:moveTo>
                    <a:pt x="3188" y="1"/>
                  </a:moveTo>
                  <a:lnTo>
                    <a:pt x="939" y="664"/>
                  </a:lnTo>
                  <a:cubicBezTo>
                    <a:pt x="381" y="827"/>
                    <a:pt x="1" y="1337"/>
                    <a:pt x="1" y="1917"/>
                  </a:cubicBezTo>
                  <a:lnTo>
                    <a:pt x="1" y="4198"/>
                  </a:lnTo>
                  <a:lnTo>
                    <a:pt x="10460" y="4198"/>
                  </a:lnTo>
                  <a:lnTo>
                    <a:pt x="10460" y="1917"/>
                  </a:lnTo>
                  <a:cubicBezTo>
                    <a:pt x="10460" y="1334"/>
                    <a:pt x="10076" y="827"/>
                    <a:pt x="9522" y="664"/>
                  </a:cubicBezTo>
                  <a:lnTo>
                    <a:pt x="7273" y="1"/>
                  </a:lnTo>
                  <a:cubicBezTo>
                    <a:pt x="6808" y="765"/>
                    <a:pt x="6019" y="1147"/>
                    <a:pt x="5230" y="1147"/>
                  </a:cubicBezTo>
                  <a:cubicBezTo>
                    <a:pt x="4442" y="1147"/>
                    <a:pt x="3653" y="765"/>
                    <a:pt x="318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88"/>
            <p:cNvSpPr/>
            <p:nvPr/>
          </p:nvSpPr>
          <p:spPr>
            <a:xfrm>
              <a:off x="5427757" y="4047088"/>
              <a:ext cx="141129" cy="47218"/>
            </a:xfrm>
            <a:custGeom>
              <a:rect b="b" l="l" r="r" t="t"/>
              <a:pathLst>
                <a:path extrusionOk="0" h="1801" w="5383">
                  <a:moveTo>
                    <a:pt x="649" y="1"/>
                  </a:moveTo>
                  <a:lnTo>
                    <a:pt x="0" y="189"/>
                  </a:lnTo>
                  <a:cubicBezTo>
                    <a:pt x="529" y="1181"/>
                    <a:pt x="1565" y="1801"/>
                    <a:pt x="2691" y="1801"/>
                  </a:cubicBezTo>
                  <a:cubicBezTo>
                    <a:pt x="3814" y="1801"/>
                    <a:pt x="4850" y="1181"/>
                    <a:pt x="5382" y="189"/>
                  </a:cubicBezTo>
                  <a:lnTo>
                    <a:pt x="4734" y="1"/>
                  </a:lnTo>
                  <a:cubicBezTo>
                    <a:pt x="4267" y="765"/>
                    <a:pt x="3478" y="1147"/>
                    <a:pt x="2690" y="1147"/>
                  </a:cubicBezTo>
                  <a:cubicBezTo>
                    <a:pt x="1902" y="1147"/>
                    <a:pt x="1114" y="765"/>
                    <a:pt x="649"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88"/>
            <p:cNvSpPr/>
            <p:nvPr/>
          </p:nvSpPr>
          <p:spPr>
            <a:xfrm>
              <a:off x="5406862" y="4049841"/>
              <a:ext cx="28603" cy="78836"/>
            </a:xfrm>
            <a:custGeom>
              <a:rect b="b" l="l" r="r" t="t"/>
              <a:pathLst>
                <a:path extrusionOk="0" h="3007" w="1091">
                  <a:moveTo>
                    <a:pt x="1091" y="1"/>
                  </a:moveTo>
                  <a:lnTo>
                    <a:pt x="1" y="319"/>
                  </a:lnTo>
                  <a:lnTo>
                    <a:pt x="1" y="3007"/>
                  </a:lnTo>
                  <a:lnTo>
                    <a:pt x="1091" y="3007"/>
                  </a:lnTo>
                  <a:lnTo>
                    <a:pt x="109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88"/>
            <p:cNvSpPr/>
            <p:nvPr/>
          </p:nvSpPr>
          <p:spPr>
            <a:xfrm>
              <a:off x="5561152" y="4049841"/>
              <a:ext cx="28630" cy="78836"/>
            </a:xfrm>
            <a:custGeom>
              <a:rect b="b" l="l" r="r" t="t"/>
              <a:pathLst>
                <a:path extrusionOk="0" h="3007" w="1092">
                  <a:moveTo>
                    <a:pt x="1" y="1"/>
                  </a:moveTo>
                  <a:lnTo>
                    <a:pt x="1" y="3007"/>
                  </a:lnTo>
                  <a:lnTo>
                    <a:pt x="1091" y="3007"/>
                  </a:lnTo>
                  <a:lnTo>
                    <a:pt x="1091" y="319"/>
                  </a:lnTo>
                  <a:lnTo>
                    <a:pt x="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88"/>
            <p:cNvSpPr/>
            <p:nvPr/>
          </p:nvSpPr>
          <p:spPr>
            <a:xfrm>
              <a:off x="5406862" y="4105763"/>
              <a:ext cx="182919" cy="51413"/>
            </a:xfrm>
            <a:custGeom>
              <a:rect b="b" l="l" r="r" t="t"/>
              <a:pathLst>
                <a:path extrusionOk="0" h="1961" w="6977">
                  <a:moveTo>
                    <a:pt x="653" y="1"/>
                  </a:moveTo>
                  <a:cubicBezTo>
                    <a:pt x="294" y="1"/>
                    <a:pt x="1" y="294"/>
                    <a:pt x="1" y="653"/>
                  </a:cubicBezTo>
                  <a:lnTo>
                    <a:pt x="1" y="1960"/>
                  </a:lnTo>
                  <a:lnTo>
                    <a:pt x="6976" y="1960"/>
                  </a:lnTo>
                  <a:lnTo>
                    <a:pt x="6976" y="653"/>
                  </a:lnTo>
                  <a:cubicBezTo>
                    <a:pt x="6976" y="294"/>
                    <a:pt x="6683" y="1"/>
                    <a:pt x="632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88"/>
            <p:cNvSpPr/>
            <p:nvPr/>
          </p:nvSpPr>
          <p:spPr>
            <a:xfrm>
              <a:off x="5458326" y="3997143"/>
              <a:ext cx="79990" cy="34292"/>
            </a:xfrm>
            <a:custGeom>
              <a:rect b="b" l="l" r="r" t="t"/>
              <a:pathLst>
                <a:path extrusionOk="0" h="1308" w="3051">
                  <a:moveTo>
                    <a:pt x="1" y="1"/>
                  </a:moveTo>
                  <a:lnTo>
                    <a:pt x="1" y="924"/>
                  </a:lnTo>
                  <a:cubicBezTo>
                    <a:pt x="475" y="1180"/>
                    <a:pt x="999" y="1307"/>
                    <a:pt x="1524" y="1307"/>
                  </a:cubicBezTo>
                  <a:cubicBezTo>
                    <a:pt x="2049" y="1307"/>
                    <a:pt x="2574" y="1180"/>
                    <a:pt x="3050" y="924"/>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88"/>
            <p:cNvSpPr/>
            <p:nvPr/>
          </p:nvSpPr>
          <p:spPr>
            <a:xfrm>
              <a:off x="5401172" y="3814355"/>
              <a:ext cx="194298" cy="200092"/>
            </a:xfrm>
            <a:custGeom>
              <a:rect b="b" l="l" r="r" t="t"/>
              <a:pathLst>
                <a:path extrusionOk="0" h="7632" w="7411">
                  <a:moveTo>
                    <a:pt x="3705" y="1"/>
                  </a:moveTo>
                  <a:cubicBezTo>
                    <a:pt x="2018" y="1"/>
                    <a:pt x="652" y="1366"/>
                    <a:pt x="652" y="3050"/>
                  </a:cubicBezTo>
                  <a:lnTo>
                    <a:pt x="652" y="3923"/>
                  </a:lnTo>
                  <a:lnTo>
                    <a:pt x="544" y="3923"/>
                  </a:lnTo>
                  <a:cubicBezTo>
                    <a:pt x="243" y="3923"/>
                    <a:pt x="0" y="4166"/>
                    <a:pt x="0" y="4467"/>
                  </a:cubicBezTo>
                  <a:cubicBezTo>
                    <a:pt x="0" y="4767"/>
                    <a:pt x="243" y="5013"/>
                    <a:pt x="544" y="5013"/>
                  </a:cubicBezTo>
                  <a:lnTo>
                    <a:pt x="880" y="5013"/>
                  </a:lnTo>
                  <a:cubicBezTo>
                    <a:pt x="993" y="6487"/>
                    <a:pt x="2224" y="7632"/>
                    <a:pt x="3705" y="7632"/>
                  </a:cubicBezTo>
                  <a:cubicBezTo>
                    <a:pt x="5187" y="7632"/>
                    <a:pt x="6414" y="6487"/>
                    <a:pt x="6527" y="5013"/>
                  </a:cubicBezTo>
                  <a:lnTo>
                    <a:pt x="6863" y="5013"/>
                  </a:lnTo>
                  <a:cubicBezTo>
                    <a:pt x="7164" y="5013"/>
                    <a:pt x="7410" y="4767"/>
                    <a:pt x="7410" y="4467"/>
                  </a:cubicBezTo>
                  <a:cubicBezTo>
                    <a:pt x="7410" y="4166"/>
                    <a:pt x="7164" y="3923"/>
                    <a:pt x="6863" y="3923"/>
                  </a:cubicBezTo>
                  <a:lnTo>
                    <a:pt x="6755" y="3923"/>
                  </a:lnTo>
                  <a:lnTo>
                    <a:pt x="6755" y="3050"/>
                  </a:lnTo>
                  <a:cubicBezTo>
                    <a:pt x="6755" y="1366"/>
                    <a:pt x="5389" y="1"/>
                    <a:pt x="3705"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88"/>
            <p:cNvSpPr/>
            <p:nvPr/>
          </p:nvSpPr>
          <p:spPr>
            <a:xfrm>
              <a:off x="5406862" y="3808587"/>
              <a:ext cx="182919" cy="91447"/>
            </a:xfrm>
            <a:custGeom>
              <a:rect b="b" l="l" r="r" t="t"/>
              <a:pathLst>
                <a:path extrusionOk="0" h="3488" w="6977">
                  <a:moveTo>
                    <a:pt x="3488" y="0"/>
                  </a:moveTo>
                  <a:cubicBezTo>
                    <a:pt x="1562" y="0"/>
                    <a:pt x="1" y="1561"/>
                    <a:pt x="1" y="3488"/>
                  </a:cubicBezTo>
                  <a:lnTo>
                    <a:pt x="6976" y="3488"/>
                  </a:lnTo>
                  <a:cubicBezTo>
                    <a:pt x="6976" y="1561"/>
                    <a:pt x="5415" y="0"/>
                    <a:pt x="348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88"/>
            <p:cNvSpPr/>
            <p:nvPr/>
          </p:nvSpPr>
          <p:spPr>
            <a:xfrm>
              <a:off x="5406862" y="3808587"/>
              <a:ext cx="91473" cy="91447"/>
            </a:xfrm>
            <a:custGeom>
              <a:rect b="b" l="l" r="r" t="t"/>
              <a:pathLst>
                <a:path extrusionOk="0" h="3488" w="3489">
                  <a:moveTo>
                    <a:pt x="3488" y="0"/>
                  </a:moveTo>
                  <a:cubicBezTo>
                    <a:pt x="1562" y="0"/>
                    <a:pt x="1" y="1561"/>
                    <a:pt x="1" y="3488"/>
                  </a:cubicBezTo>
                  <a:lnTo>
                    <a:pt x="1964" y="3488"/>
                  </a:lnTo>
                  <a:cubicBezTo>
                    <a:pt x="1964" y="2332"/>
                    <a:pt x="2536" y="1253"/>
                    <a:pt x="3488" y="608"/>
                  </a:cubicBezTo>
                  <a:lnTo>
                    <a:pt x="348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88"/>
            <p:cNvSpPr/>
            <p:nvPr/>
          </p:nvSpPr>
          <p:spPr>
            <a:xfrm>
              <a:off x="5401172" y="3900008"/>
              <a:ext cx="165721" cy="114361"/>
            </a:xfrm>
            <a:custGeom>
              <a:rect b="b" l="l" r="r" t="t"/>
              <a:pathLst>
                <a:path extrusionOk="0" h="4362" w="6321">
                  <a:moveTo>
                    <a:pt x="652" y="1"/>
                  </a:moveTo>
                  <a:lnTo>
                    <a:pt x="652" y="656"/>
                  </a:lnTo>
                  <a:lnTo>
                    <a:pt x="544" y="656"/>
                  </a:lnTo>
                  <a:cubicBezTo>
                    <a:pt x="243" y="656"/>
                    <a:pt x="0" y="899"/>
                    <a:pt x="0" y="1200"/>
                  </a:cubicBezTo>
                  <a:cubicBezTo>
                    <a:pt x="0" y="1500"/>
                    <a:pt x="243" y="1746"/>
                    <a:pt x="544" y="1746"/>
                  </a:cubicBezTo>
                  <a:lnTo>
                    <a:pt x="880" y="1746"/>
                  </a:lnTo>
                  <a:cubicBezTo>
                    <a:pt x="991" y="3253"/>
                    <a:pt x="2253" y="4362"/>
                    <a:pt x="3691" y="4362"/>
                  </a:cubicBezTo>
                  <a:cubicBezTo>
                    <a:pt x="3905" y="4362"/>
                    <a:pt x="4124" y="4337"/>
                    <a:pt x="4343" y="4285"/>
                  </a:cubicBezTo>
                  <a:cubicBezTo>
                    <a:pt x="2952" y="3974"/>
                    <a:pt x="1960" y="2735"/>
                    <a:pt x="1960" y="1308"/>
                  </a:cubicBezTo>
                  <a:cubicBezTo>
                    <a:pt x="1960" y="950"/>
                    <a:pt x="2253" y="656"/>
                    <a:pt x="2615" y="656"/>
                  </a:cubicBezTo>
                  <a:lnTo>
                    <a:pt x="5882" y="656"/>
                  </a:lnTo>
                  <a:cubicBezTo>
                    <a:pt x="6125" y="656"/>
                    <a:pt x="6320" y="461"/>
                    <a:pt x="6320" y="218"/>
                  </a:cubicBezTo>
                  <a:lnTo>
                    <a:pt x="632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88"/>
            <p:cNvSpPr/>
            <p:nvPr/>
          </p:nvSpPr>
          <p:spPr>
            <a:xfrm>
              <a:off x="5464592" y="3957267"/>
              <a:ext cx="67536" cy="66540"/>
            </a:xfrm>
            <a:custGeom>
              <a:rect b="b" l="l" r="r" t="t"/>
              <a:pathLst>
                <a:path extrusionOk="0" h="2538" w="2576">
                  <a:moveTo>
                    <a:pt x="1797" y="1"/>
                  </a:moveTo>
                  <a:cubicBezTo>
                    <a:pt x="1794" y="1"/>
                    <a:pt x="1792" y="1"/>
                    <a:pt x="1790" y="1"/>
                  </a:cubicBezTo>
                  <a:lnTo>
                    <a:pt x="783" y="1"/>
                  </a:lnTo>
                  <a:cubicBezTo>
                    <a:pt x="450" y="1"/>
                    <a:pt x="171" y="251"/>
                    <a:pt x="135" y="580"/>
                  </a:cubicBezTo>
                  <a:lnTo>
                    <a:pt x="30" y="1507"/>
                  </a:lnTo>
                  <a:cubicBezTo>
                    <a:pt x="1" y="1779"/>
                    <a:pt x="142" y="2043"/>
                    <a:pt x="388" y="2163"/>
                  </a:cubicBezTo>
                  <a:lnTo>
                    <a:pt x="997" y="2467"/>
                  </a:lnTo>
                  <a:cubicBezTo>
                    <a:pt x="1089" y="2514"/>
                    <a:pt x="1189" y="2538"/>
                    <a:pt x="1288" y="2538"/>
                  </a:cubicBezTo>
                  <a:cubicBezTo>
                    <a:pt x="1388" y="2538"/>
                    <a:pt x="1487" y="2514"/>
                    <a:pt x="1580" y="2467"/>
                  </a:cubicBezTo>
                  <a:lnTo>
                    <a:pt x="2188" y="2163"/>
                  </a:lnTo>
                  <a:cubicBezTo>
                    <a:pt x="2434" y="2043"/>
                    <a:pt x="2576" y="1779"/>
                    <a:pt x="2547" y="1507"/>
                  </a:cubicBezTo>
                  <a:lnTo>
                    <a:pt x="2442" y="580"/>
                  </a:lnTo>
                  <a:cubicBezTo>
                    <a:pt x="2406" y="249"/>
                    <a:pt x="2127" y="1"/>
                    <a:pt x="1797"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88"/>
            <p:cNvSpPr/>
            <p:nvPr/>
          </p:nvSpPr>
          <p:spPr>
            <a:xfrm>
              <a:off x="5464592" y="3957162"/>
              <a:ext cx="41712" cy="66566"/>
            </a:xfrm>
            <a:custGeom>
              <a:rect b="b" l="l" r="r" t="t"/>
              <a:pathLst>
                <a:path extrusionOk="0" h="2539" w="1591">
                  <a:moveTo>
                    <a:pt x="783" y="1"/>
                  </a:moveTo>
                  <a:cubicBezTo>
                    <a:pt x="450" y="1"/>
                    <a:pt x="171" y="251"/>
                    <a:pt x="135" y="584"/>
                  </a:cubicBezTo>
                  <a:lnTo>
                    <a:pt x="30" y="1508"/>
                  </a:lnTo>
                  <a:cubicBezTo>
                    <a:pt x="1" y="1783"/>
                    <a:pt x="142" y="2044"/>
                    <a:pt x="388" y="2167"/>
                  </a:cubicBezTo>
                  <a:lnTo>
                    <a:pt x="997" y="2471"/>
                  </a:lnTo>
                  <a:cubicBezTo>
                    <a:pt x="1089" y="2516"/>
                    <a:pt x="1189" y="2539"/>
                    <a:pt x="1288" y="2539"/>
                  </a:cubicBezTo>
                  <a:cubicBezTo>
                    <a:pt x="1388" y="2539"/>
                    <a:pt x="1487" y="2516"/>
                    <a:pt x="1580" y="2471"/>
                  </a:cubicBezTo>
                  <a:lnTo>
                    <a:pt x="1591" y="2467"/>
                  </a:lnTo>
                  <a:lnTo>
                    <a:pt x="1210" y="2236"/>
                  </a:lnTo>
                  <a:cubicBezTo>
                    <a:pt x="968" y="2083"/>
                    <a:pt x="823" y="1761"/>
                    <a:pt x="852" y="1424"/>
                  </a:cubicBezTo>
                  <a:lnTo>
                    <a:pt x="957" y="283"/>
                  </a:lnTo>
                  <a:cubicBezTo>
                    <a:pt x="964" y="186"/>
                    <a:pt x="989" y="92"/>
                    <a:pt x="10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88"/>
            <p:cNvSpPr/>
            <p:nvPr/>
          </p:nvSpPr>
          <p:spPr>
            <a:xfrm>
              <a:off x="5481109" y="3802872"/>
              <a:ext cx="34319" cy="74379"/>
            </a:xfrm>
            <a:custGeom>
              <a:rect b="b" l="l" r="r" t="t"/>
              <a:pathLst>
                <a:path extrusionOk="0" h="2837" w="1309">
                  <a:moveTo>
                    <a:pt x="218" y="1"/>
                  </a:moveTo>
                  <a:cubicBezTo>
                    <a:pt x="99" y="1"/>
                    <a:pt x="1" y="99"/>
                    <a:pt x="1" y="218"/>
                  </a:cubicBezTo>
                  <a:lnTo>
                    <a:pt x="1" y="2619"/>
                  </a:lnTo>
                  <a:cubicBezTo>
                    <a:pt x="1" y="2739"/>
                    <a:pt x="99" y="2837"/>
                    <a:pt x="218" y="2837"/>
                  </a:cubicBezTo>
                  <a:lnTo>
                    <a:pt x="1091" y="2837"/>
                  </a:lnTo>
                  <a:cubicBezTo>
                    <a:pt x="1210" y="2837"/>
                    <a:pt x="1308" y="2739"/>
                    <a:pt x="1308" y="2619"/>
                  </a:cubicBezTo>
                  <a:lnTo>
                    <a:pt x="1308" y="218"/>
                  </a:lnTo>
                  <a:cubicBezTo>
                    <a:pt x="1308" y="99"/>
                    <a:pt x="1210" y="1"/>
                    <a:pt x="1091"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88"/>
            <p:cNvSpPr/>
            <p:nvPr/>
          </p:nvSpPr>
          <p:spPr>
            <a:xfrm>
              <a:off x="5543979" y="3817947"/>
              <a:ext cx="22914" cy="59304"/>
            </a:xfrm>
            <a:custGeom>
              <a:rect b="b" l="l" r="r" t="t"/>
              <a:pathLst>
                <a:path extrusionOk="0" h="2262" w="874">
                  <a:moveTo>
                    <a:pt x="143" y="1"/>
                  </a:moveTo>
                  <a:cubicBezTo>
                    <a:pt x="69" y="1"/>
                    <a:pt x="0" y="60"/>
                    <a:pt x="0" y="143"/>
                  </a:cubicBezTo>
                  <a:lnTo>
                    <a:pt x="0" y="2044"/>
                  </a:lnTo>
                  <a:cubicBezTo>
                    <a:pt x="0" y="2164"/>
                    <a:pt x="98" y="2262"/>
                    <a:pt x="218" y="2262"/>
                  </a:cubicBezTo>
                  <a:lnTo>
                    <a:pt x="656" y="2262"/>
                  </a:lnTo>
                  <a:cubicBezTo>
                    <a:pt x="775" y="2262"/>
                    <a:pt x="873" y="2164"/>
                    <a:pt x="873" y="2044"/>
                  </a:cubicBezTo>
                  <a:lnTo>
                    <a:pt x="873" y="733"/>
                  </a:lnTo>
                  <a:cubicBezTo>
                    <a:pt x="873" y="599"/>
                    <a:pt x="812" y="469"/>
                    <a:pt x="699" y="385"/>
                  </a:cubicBezTo>
                  <a:lnTo>
                    <a:pt x="229" y="31"/>
                  </a:lnTo>
                  <a:cubicBezTo>
                    <a:pt x="202" y="10"/>
                    <a:pt x="172" y="1"/>
                    <a:pt x="14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88"/>
            <p:cNvSpPr/>
            <p:nvPr/>
          </p:nvSpPr>
          <p:spPr>
            <a:xfrm>
              <a:off x="5429645" y="3817947"/>
              <a:ext cx="22993" cy="59304"/>
            </a:xfrm>
            <a:custGeom>
              <a:rect b="b" l="l" r="r" t="t"/>
              <a:pathLst>
                <a:path extrusionOk="0" h="2262" w="877">
                  <a:moveTo>
                    <a:pt x="733" y="1"/>
                  </a:moveTo>
                  <a:cubicBezTo>
                    <a:pt x="704" y="1"/>
                    <a:pt x="675" y="10"/>
                    <a:pt x="649" y="31"/>
                  </a:cubicBezTo>
                  <a:lnTo>
                    <a:pt x="175" y="385"/>
                  </a:lnTo>
                  <a:cubicBezTo>
                    <a:pt x="66" y="469"/>
                    <a:pt x="1" y="599"/>
                    <a:pt x="1" y="733"/>
                  </a:cubicBezTo>
                  <a:lnTo>
                    <a:pt x="1" y="2044"/>
                  </a:lnTo>
                  <a:cubicBezTo>
                    <a:pt x="1" y="2164"/>
                    <a:pt x="99" y="2262"/>
                    <a:pt x="222" y="2262"/>
                  </a:cubicBezTo>
                  <a:lnTo>
                    <a:pt x="656" y="2262"/>
                  </a:lnTo>
                  <a:cubicBezTo>
                    <a:pt x="776" y="2262"/>
                    <a:pt x="874" y="2164"/>
                    <a:pt x="874" y="2044"/>
                  </a:cubicBezTo>
                  <a:lnTo>
                    <a:pt x="874" y="143"/>
                  </a:lnTo>
                  <a:cubicBezTo>
                    <a:pt x="876" y="60"/>
                    <a:pt x="806" y="1"/>
                    <a:pt x="73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88"/>
            <p:cNvSpPr/>
            <p:nvPr/>
          </p:nvSpPr>
          <p:spPr>
            <a:xfrm>
              <a:off x="5389689" y="4105763"/>
              <a:ext cx="17199" cy="51413"/>
            </a:xfrm>
            <a:custGeom>
              <a:rect b="b" l="l" r="r" t="t"/>
              <a:pathLst>
                <a:path extrusionOk="0" h="1961" w="656">
                  <a:moveTo>
                    <a:pt x="656" y="1"/>
                  </a:moveTo>
                  <a:cubicBezTo>
                    <a:pt x="293" y="1"/>
                    <a:pt x="0" y="294"/>
                    <a:pt x="0" y="653"/>
                  </a:cubicBezTo>
                  <a:lnTo>
                    <a:pt x="0" y="1960"/>
                  </a:lnTo>
                  <a:lnTo>
                    <a:pt x="656" y="1960"/>
                  </a:lnTo>
                  <a:lnTo>
                    <a:pt x="656"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88"/>
            <p:cNvSpPr/>
            <p:nvPr/>
          </p:nvSpPr>
          <p:spPr>
            <a:xfrm>
              <a:off x="5589755" y="4105763"/>
              <a:ext cx="17094" cy="51413"/>
            </a:xfrm>
            <a:custGeom>
              <a:rect b="b" l="l" r="r" t="t"/>
              <a:pathLst>
                <a:path extrusionOk="0" h="1961" w="652">
                  <a:moveTo>
                    <a:pt x="0" y="1"/>
                  </a:moveTo>
                  <a:lnTo>
                    <a:pt x="0" y="1960"/>
                  </a:lnTo>
                  <a:lnTo>
                    <a:pt x="652" y="1960"/>
                  </a:lnTo>
                  <a:lnTo>
                    <a:pt x="652" y="653"/>
                  </a:lnTo>
                  <a:cubicBezTo>
                    <a:pt x="652" y="294"/>
                    <a:pt x="359" y="1"/>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88"/>
            <p:cNvSpPr/>
            <p:nvPr/>
          </p:nvSpPr>
          <p:spPr>
            <a:xfrm>
              <a:off x="5479956" y="3968724"/>
              <a:ext cx="37360" cy="16674"/>
            </a:xfrm>
            <a:custGeom>
              <a:rect b="b" l="l" r="r" t="t"/>
              <a:pathLst>
                <a:path extrusionOk="0" h="636" w="1425">
                  <a:moveTo>
                    <a:pt x="1134" y="0"/>
                  </a:moveTo>
                  <a:cubicBezTo>
                    <a:pt x="1072" y="0"/>
                    <a:pt x="1009" y="30"/>
                    <a:pt x="965" y="103"/>
                  </a:cubicBezTo>
                  <a:cubicBezTo>
                    <a:pt x="898" y="188"/>
                    <a:pt x="799" y="231"/>
                    <a:pt x="700" y="231"/>
                  </a:cubicBezTo>
                  <a:cubicBezTo>
                    <a:pt x="601" y="231"/>
                    <a:pt x="501" y="188"/>
                    <a:pt x="432" y="103"/>
                  </a:cubicBezTo>
                  <a:cubicBezTo>
                    <a:pt x="387" y="43"/>
                    <a:pt x="329" y="17"/>
                    <a:pt x="272" y="17"/>
                  </a:cubicBezTo>
                  <a:cubicBezTo>
                    <a:pt x="132" y="17"/>
                    <a:pt x="0" y="171"/>
                    <a:pt x="95" y="328"/>
                  </a:cubicBezTo>
                  <a:cubicBezTo>
                    <a:pt x="231" y="520"/>
                    <a:pt x="451" y="636"/>
                    <a:pt x="689" y="636"/>
                  </a:cubicBezTo>
                  <a:cubicBezTo>
                    <a:pt x="693" y="636"/>
                    <a:pt x="697" y="636"/>
                    <a:pt x="700" y="636"/>
                  </a:cubicBezTo>
                  <a:cubicBezTo>
                    <a:pt x="704" y="636"/>
                    <a:pt x="708" y="636"/>
                    <a:pt x="711" y="636"/>
                  </a:cubicBezTo>
                  <a:cubicBezTo>
                    <a:pt x="946" y="636"/>
                    <a:pt x="1170" y="520"/>
                    <a:pt x="1305" y="328"/>
                  </a:cubicBezTo>
                  <a:cubicBezTo>
                    <a:pt x="1425" y="167"/>
                    <a:pt x="1282" y="0"/>
                    <a:pt x="11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88"/>
            <p:cNvSpPr/>
            <p:nvPr/>
          </p:nvSpPr>
          <p:spPr>
            <a:xfrm>
              <a:off x="5461551" y="3917547"/>
              <a:ext cx="10671" cy="16491"/>
            </a:xfrm>
            <a:custGeom>
              <a:rect b="b" l="l" r="r" t="t"/>
              <a:pathLst>
                <a:path extrusionOk="0" h="629" w="407">
                  <a:moveTo>
                    <a:pt x="204" y="1"/>
                  </a:moveTo>
                  <a:cubicBezTo>
                    <a:pt x="102" y="1"/>
                    <a:pt x="1" y="69"/>
                    <a:pt x="1" y="205"/>
                  </a:cubicBezTo>
                  <a:lnTo>
                    <a:pt x="1" y="422"/>
                  </a:lnTo>
                  <a:cubicBezTo>
                    <a:pt x="1" y="534"/>
                    <a:pt x="91" y="628"/>
                    <a:pt x="204" y="628"/>
                  </a:cubicBezTo>
                  <a:cubicBezTo>
                    <a:pt x="316" y="628"/>
                    <a:pt x="406" y="534"/>
                    <a:pt x="406" y="422"/>
                  </a:cubicBezTo>
                  <a:lnTo>
                    <a:pt x="406" y="205"/>
                  </a:lnTo>
                  <a:cubicBezTo>
                    <a:pt x="406"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88"/>
            <p:cNvSpPr/>
            <p:nvPr/>
          </p:nvSpPr>
          <p:spPr>
            <a:xfrm>
              <a:off x="5524421" y="3917547"/>
              <a:ext cx="10644" cy="16491"/>
            </a:xfrm>
            <a:custGeom>
              <a:rect b="b" l="l" r="r" t="t"/>
              <a:pathLst>
                <a:path extrusionOk="0" h="629" w="406">
                  <a:moveTo>
                    <a:pt x="203" y="1"/>
                  </a:moveTo>
                  <a:cubicBezTo>
                    <a:pt x="102" y="1"/>
                    <a:pt x="0" y="69"/>
                    <a:pt x="0" y="205"/>
                  </a:cubicBezTo>
                  <a:lnTo>
                    <a:pt x="0" y="422"/>
                  </a:lnTo>
                  <a:cubicBezTo>
                    <a:pt x="0" y="534"/>
                    <a:pt x="91" y="628"/>
                    <a:pt x="203" y="628"/>
                  </a:cubicBezTo>
                  <a:cubicBezTo>
                    <a:pt x="315" y="628"/>
                    <a:pt x="406" y="534"/>
                    <a:pt x="406" y="422"/>
                  </a:cubicBezTo>
                  <a:lnTo>
                    <a:pt x="406" y="205"/>
                  </a:lnTo>
                  <a:cubicBezTo>
                    <a:pt x="406" y="69"/>
                    <a:pt x="30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88"/>
            <p:cNvSpPr/>
            <p:nvPr/>
          </p:nvSpPr>
          <p:spPr>
            <a:xfrm>
              <a:off x="5355790" y="3797471"/>
              <a:ext cx="284958" cy="365052"/>
            </a:xfrm>
            <a:custGeom>
              <a:rect b="b" l="l" r="r" t="t"/>
              <a:pathLst>
                <a:path extrusionOk="0" h="13924" w="10869">
                  <a:moveTo>
                    <a:pt x="3484" y="1054"/>
                  </a:moveTo>
                  <a:lnTo>
                    <a:pt x="3484" y="2825"/>
                  </a:lnTo>
                  <a:cubicBezTo>
                    <a:pt x="3484" y="2832"/>
                    <a:pt x="3481" y="2840"/>
                    <a:pt x="3470" y="2840"/>
                  </a:cubicBezTo>
                  <a:lnTo>
                    <a:pt x="3035" y="2840"/>
                  </a:lnTo>
                  <a:cubicBezTo>
                    <a:pt x="3028" y="2840"/>
                    <a:pt x="3021" y="2832"/>
                    <a:pt x="3021" y="2825"/>
                  </a:cubicBezTo>
                  <a:lnTo>
                    <a:pt x="3021" y="1518"/>
                  </a:lnTo>
                  <a:lnTo>
                    <a:pt x="3024" y="1518"/>
                  </a:lnTo>
                  <a:cubicBezTo>
                    <a:pt x="3024" y="1445"/>
                    <a:pt x="3057" y="1377"/>
                    <a:pt x="3115" y="1333"/>
                  </a:cubicBezTo>
                  <a:lnTo>
                    <a:pt x="3484" y="1054"/>
                  </a:lnTo>
                  <a:close/>
                  <a:moveTo>
                    <a:pt x="4995" y="412"/>
                  </a:moveTo>
                  <a:cubicBezTo>
                    <a:pt x="4996" y="412"/>
                    <a:pt x="4997" y="413"/>
                    <a:pt x="4998" y="413"/>
                  </a:cubicBezTo>
                  <a:lnTo>
                    <a:pt x="5871" y="413"/>
                  </a:lnTo>
                  <a:cubicBezTo>
                    <a:pt x="5878" y="413"/>
                    <a:pt x="5885" y="420"/>
                    <a:pt x="5885" y="428"/>
                  </a:cubicBezTo>
                  <a:lnTo>
                    <a:pt x="5885" y="2825"/>
                  </a:lnTo>
                  <a:cubicBezTo>
                    <a:pt x="5885" y="2836"/>
                    <a:pt x="5878" y="2840"/>
                    <a:pt x="5871" y="2840"/>
                  </a:cubicBezTo>
                  <a:lnTo>
                    <a:pt x="4998" y="2840"/>
                  </a:lnTo>
                  <a:cubicBezTo>
                    <a:pt x="4991" y="2840"/>
                    <a:pt x="4984" y="2836"/>
                    <a:pt x="4984" y="2825"/>
                  </a:cubicBezTo>
                  <a:lnTo>
                    <a:pt x="4984" y="428"/>
                  </a:lnTo>
                  <a:cubicBezTo>
                    <a:pt x="4984" y="421"/>
                    <a:pt x="4989" y="412"/>
                    <a:pt x="4995" y="412"/>
                  </a:cubicBezTo>
                  <a:close/>
                  <a:moveTo>
                    <a:pt x="7381" y="1054"/>
                  </a:moveTo>
                  <a:lnTo>
                    <a:pt x="7754" y="1333"/>
                  </a:lnTo>
                  <a:cubicBezTo>
                    <a:pt x="7812" y="1377"/>
                    <a:pt x="7845" y="1445"/>
                    <a:pt x="7845" y="1518"/>
                  </a:cubicBezTo>
                  <a:lnTo>
                    <a:pt x="7845" y="2825"/>
                  </a:lnTo>
                  <a:cubicBezTo>
                    <a:pt x="7845" y="2832"/>
                    <a:pt x="7838" y="2840"/>
                    <a:pt x="7830" y="2840"/>
                  </a:cubicBezTo>
                  <a:lnTo>
                    <a:pt x="7396" y="2840"/>
                  </a:lnTo>
                  <a:cubicBezTo>
                    <a:pt x="7385" y="2840"/>
                    <a:pt x="7381" y="2832"/>
                    <a:pt x="7381" y="2825"/>
                  </a:cubicBezTo>
                  <a:lnTo>
                    <a:pt x="7381" y="1054"/>
                  </a:lnTo>
                  <a:close/>
                  <a:moveTo>
                    <a:pt x="6295" y="743"/>
                  </a:moveTo>
                  <a:cubicBezTo>
                    <a:pt x="6530" y="808"/>
                    <a:pt x="6758" y="898"/>
                    <a:pt x="6976" y="1014"/>
                  </a:cubicBezTo>
                  <a:lnTo>
                    <a:pt x="6976" y="2825"/>
                  </a:lnTo>
                  <a:cubicBezTo>
                    <a:pt x="6976" y="3057"/>
                    <a:pt x="7164" y="3245"/>
                    <a:pt x="7399" y="3245"/>
                  </a:cubicBezTo>
                  <a:lnTo>
                    <a:pt x="7834" y="3245"/>
                  </a:lnTo>
                  <a:cubicBezTo>
                    <a:pt x="8066" y="3245"/>
                    <a:pt x="8254" y="3057"/>
                    <a:pt x="8254" y="2825"/>
                  </a:cubicBezTo>
                  <a:lnTo>
                    <a:pt x="8254" y="2231"/>
                  </a:lnTo>
                  <a:cubicBezTo>
                    <a:pt x="8522" y="2680"/>
                    <a:pt x="8681" y="3187"/>
                    <a:pt x="8714" y="3713"/>
                  </a:cubicBezTo>
                  <a:lnTo>
                    <a:pt x="8051" y="3713"/>
                  </a:lnTo>
                  <a:cubicBezTo>
                    <a:pt x="7780" y="3713"/>
                    <a:pt x="7780" y="4118"/>
                    <a:pt x="8051" y="4118"/>
                  </a:cubicBezTo>
                  <a:lnTo>
                    <a:pt x="8500" y="4118"/>
                  </a:lnTo>
                  <a:lnTo>
                    <a:pt x="8500" y="4390"/>
                  </a:lnTo>
                  <a:cubicBezTo>
                    <a:pt x="8313" y="4487"/>
                    <a:pt x="8383" y="4774"/>
                    <a:pt x="8594" y="4774"/>
                  </a:cubicBezTo>
                  <a:cubicBezTo>
                    <a:pt x="8595" y="4774"/>
                    <a:pt x="8597" y="4774"/>
                    <a:pt x="8598" y="4774"/>
                  </a:cubicBezTo>
                  <a:cubicBezTo>
                    <a:pt x="8801" y="4774"/>
                    <a:pt x="8957" y="4951"/>
                    <a:pt x="8935" y="5150"/>
                  </a:cubicBezTo>
                  <a:cubicBezTo>
                    <a:pt x="8920" y="5321"/>
                    <a:pt x="8754" y="5455"/>
                    <a:pt x="8565" y="5455"/>
                  </a:cubicBezTo>
                  <a:lnTo>
                    <a:pt x="8475" y="5455"/>
                  </a:lnTo>
                  <a:lnTo>
                    <a:pt x="8475" y="5444"/>
                  </a:lnTo>
                  <a:cubicBezTo>
                    <a:pt x="8475" y="5331"/>
                    <a:pt x="8384" y="5241"/>
                    <a:pt x="8272" y="5241"/>
                  </a:cubicBezTo>
                  <a:cubicBezTo>
                    <a:pt x="8160" y="5241"/>
                    <a:pt x="8069" y="5331"/>
                    <a:pt x="8069" y="5444"/>
                  </a:cubicBezTo>
                  <a:cubicBezTo>
                    <a:pt x="8066" y="6320"/>
                    <a:pt x="7627" y="7139"/>
                    <a:pt x="6903" y="7628"/>
                  </a:cubicBezTo>
                  <a:cubicBezTo>
                    <a:pt x="6903" y="7613"/>
                    <a:pt x="6903" y="7599"/>
                    <a:pt x="6899" y="7581"/>
                  </a:cubicBezTo>
                  <a:lnTo>
                    <a:pt x="6794" y="6657"/>
                  </a:lnTo>
                  <a:cubicBezTo>
                    <a:pt x="6747" y="6222"/>
                    <a:pt x="6382" y="5893"/>
                    <a:pt x="5943" y="5893"/>
                  </a:cubicBezTo>
                  <a:lnTo>
                    <a:pt x="4933" y="5893"/>
                  </a:lnTo>
                  <a:cubicBezTo>
                    <a:pt x="4495" y="5893"/>
                    <a:pt x="4129" y="6222"/>
                    <a:pt x="4082" y="6657"/>
                  </a:cubicBezTo>
                  <a:lnTo>
                    <a:pt x="3977" y="7581"/>
                  </a:lnTo>
                  <a:cubicBezTo>
                    <a:pt x="3977" y="7595"/>
                    <a:pt x="3977" y="7613"/>
                    <a:pt x="3973" y="7628"/>
                  </a:cubicBezTo>
                  <a:cubicBezTo>
                    <a:pt x="3673" y="7425"/>
                    <a:pt x="3415" y="7164"/>
                    <a:pt x="3223" y="6860"/>
                  </a:cubicBezTo>
                  <a:lnTo>
                    <a:pt x="3220" y="6860"/>
                  </a:lnTo>
                  <a:cubicBezTo>
                    <a:pt x="2948" y="6436"/>
                    <a:pt x="2803" y="5944"/>
                    <a:pt x="2807" y="5440"/>
                  </a:cubicBezTo>
                  <a:cubicBezTo>
                    <a:pt x="2807" y="5304"/>
                    <a:pt x="2705" y="5236"/>
                    <a:pt x="2602" y="5236"/>
                  </a:cubicBezTo>
                  <a:cubicBezTo>
                    <a:pt x="2500" y="5236"/>
                    <a:pt x="2398" y="5304"/>
                    <a:pt x="2398" y="5440"/>
                  </a:cubicBezTo>
                  <a:lnTo>
                    <a:pt x="2398" y="5455"/>
                  </a:lnTo>
                  <a:lnTo>
                    <a:pt x="2275" y="5455"/>
                  </a:lnTo>
                  <a:cubicBezTo>
                    <a:pt x="2072" y="5455"/>
                    <a:pt x="1916" y="5277"/>
                    <a:pt x="1938" y="5078"/>
                  </a:cubicBezTo>
                  <a:cubicBezTo>
                    <a:pt x="1952" y="4908"/>
                    <a:pt x="2119" y="4774"/>
                    <a:pt x="2307" y="4774"/>
                  </a:cubicBezTo>
                  <a:cubicBezTo>
                    <a:pt x="2539" y="4774"/>
                    <a:pt x="2590" y="4448"/>
                    <a:pt x="2369" y="4375"/>
                  </a:cubicBezTo>
                  <a:lnTo>
                    <a:pt x="2369" y="4118"/>
                  </a:lnTo>
                  <a:lnTo>
                    <a:pt x="7178" y="4118"/>
                  </a:lnTo>
                  <a:cubicBezTo>
                    <a:pt x="7450" y="4118"/>
                    <a:pt x="7450" y="3713"/>
                    <a:pt x="7178" y="3713"/>
                  </a:cubicBezTo>
                  <a:lnTo>
                    <a:pt x="2159" y="3713"/>
                  </a:lnTo>
                  <a:cubicBezTo>
                    <a:pt x="2191" y="3187"/>
                    <a:pt x="2347" y="2680"/>
                    <a:pt x="2615" y="2231"/>
                  </a:cubicBezTo>
                  <a:lnTo>
                    <a:pt x="2615" y="2825"/>
                  </a:lnTo>
                  <a:cubicBezTo>
                    <a:pt x="2615" y="3057"/>
                    <a:pt x="2807" y="3245"/>
                    <a:pt x="3039" y="3245"/>
                  </a:cubicBezTo>
                  <a:lnTo>
                    <a:pt x="3473" y="3245"/>
                  </a:lnTo>
                  <a:cubicBezTo>
                    <a:pt x="3709" y="3245"/>
                    <a:pt x="3897" y="3057"/>
                    <a:pt x="3897" y="2825"/>
                  </a:cubicBezTo>
                  <a:lnTo>
                    <a:pt x="3897" y="1014"/>
                  </a:lnTo>
                  <a:cubicBezTo>
                    <a:pt x="4111" y="898"/>
                    <a:pt x="4343" y="808"/>
                    <a:pt x="4578" y="743"/>
                  </a:cubicBezTo>
                  <a:lnTo>
                    <a:pt x="4578" y="2822"/>
                  </a:lnTo>
                  <a:cubicBezTo>
                    <a:pt x="4578" y="3057"/>
                    <a:pt x="4766" y="3245"/>
                    <a:pt x="5002" y="3245"/>
                  </a:cubicBezTo>
                  <a:lnTo>
                    <a:pt x="5871" y="3245"/>
                  </a:lnTo>
                  <a:cubicBezTo>
                    <a:pt x="6106" y="3245"/>
                    <a:pt x="6295" y="3057"/>
                    <a:pt x="6295" y="2822"/>
                  </a:cubicBezTo>
                  <a:lnTo>
                    <a:pt x="6295" y="743"/>
                  </a:lnTo>
                  <a:close/>
                  <a:moveTo>
                    <a:pt x="5940" y="6298"/>
                  </a:moveTo>
                  <a:cubicBezTo>
                    <a:pt x="6168" y="6298"/>
                    <a:pt x="6363" y="6472"/>
                    <a:pt x="6389" y="6700"/>
                  </a:cubicBezTo>
                  <a:lnTo>
                    <a:pt x="6490" y="7624"/>
                  </a:lnTo>
                  <a:cubicBezTo>
                    <a:pt x="6508" y="7812"/>
                    <a:pt x="6411" y="7993"/>
                    <a:pt x="6244" y="8077"/>
                  </a:cubicBezTo>
                  <a:lnTo>
                    <a:pt x="5636" y="8381"/>
                  </a:lnTo>
                  <a:cubicBezTo>
                    <a:pt x="5572" y="8414"/>
                    <a:pt x="5503" y="8430"/>
                    <a:pt x="5434" y="8430"/>
                  </a:cubicBezTo>
                  <a:cubicBezTo>
                    <a:pt x="5366" y="8430"/>
                    <a:pt x="5297" y="8414"/>
                    <a:pt x="5233" y="8381"/>
                  </a:cubicBezTo>
                  <a:lnTo>
                    <a:pt x="4625" y="8077"/>
                  </a:lnTo>
                  <a:cubicBezTo>
                    <a:pt x="4458" y="7993"/>
                    <a:pt x="4361" y="7812"/>
                    <a:pt x="4382" y="7624"/>
                  </a:cubicBezTo>
                  <a:lnTo>
                    <a:pt x="4484" y="6700"/>
                  </a:lnTo>
                  <a:cubicBezTo>
                    <a:pt x="4509" y="6472"/>
                    <a:pt x="4701" y="6298"/>
                    <a:pt x="4929" y="6298"/>
                  </a:cubicBezTo>
                  <a:close/>
                  <a:moveTo>
                    <a:pt x="6758" y="8174"/>
                  </a:moveTo>
                  <a:lnTo>
                    <a:pt x="6758" y="8873"/>
                  </a:lnTo>
                  <a:cubicBezTo>
                    <a:pt x="6758" y="9174"/>
                    <a:pt x="6918" y="9453"/>
                    <a:pt x="7175" y="9609"/>
                  </a:cubicBezTo>
                  <a:cubicBezTo>
                    <a:pt x="6762" y="10152"/>
                    <a:pt x="6117" y="10467"/>
                    <a:pt x="5436" y="10467"/>
                  </a:cubicBezTo>
                  <a:cubicBezTo>
                    <a:pt x="5432" y="10467"/>
                    <a:pt x="5429" y="10467"/>
                    <a:pt x="5425" y="10467"/>
                  </a:cubicBezTo>
                  <a:cubicBezTo>
                    <a:pt x="4745" y="10467"/>
                    <a:pt x="4105" y="10149"/>
                    <a:pt x="3694" y="9609"/>
                  </a:cubicBezTo>
                  <a:cubicBezTo>
                    <a:pt x="3955" y="9453"/>
                    <a:pt x="4111" y="9174"/>
                    <a:pt x="4114" y="8873"/>
                  </a:cubicBezTo>
                  <a:lnTo>
                    <a:pt x="4114" y="8174"/>
                  </a:lnTo>
                  <a:lnTo>
                    <a:pt x="4125" y="8178"/>
                  </a:lnTo>
                  <a:lnTo>
                    <a:pt x="4140" y="8185"/>
                  </a:lnTo>
                  <a:cubicBezTo>
                    <a:pt x="4223" y="8294"/>
                    <a:pt x="4324" y="8381"/>
                    <a:pt x="4444" y="8439"/>
                  </a:cubicBezTo>
                  <a:lnTo>
                    <a:pt x="5052" y="8743"/>
                  </a:lnTo>
                  <a:cubicBezTo>
                    <a:pt x="5174" y="8805"/>
                    <a:pt x="5305" y="8835"/>
                    <a:pt x="5436" y="8835"/>
                  </a:cubicBezTo>
                  <a:cubicBezTo>
                    <a:pt x="5568" y="8835"/>
                    <a:pt x="5699" y="8805"/>
                    <a:pt x="5820" y="8743"/>
                  </a:cubicBezTo>
                  <a:lnTo>
                    <a:pt x="6425" y="8439"/>
                  </a:lnTo>
                  <a:cubicBezTo>
                    <a:pt x="6545" y="8381"/>
                    <a:pt x="6650" y="8294"/>
                    <a:pt x="6729" y="8189"/>
                  </a:cubicBezTo>
                  <a:lnTo>
                    <a:pt x="6758" y="8174"/>
                  </a:lnTo>
                  <a:close/>
                  <a:moveTo>
                    <a:pt x="2832" y="9891"/>
                  </a:moveTo>
                  <a:lnTo>
                    <a:pt x="2832" y="11557"/>
                  </a:lnTo>
                  <a:lnTo>
                    <a:pt x="2601" y="11557"/>
                  </a:lnTo>
                  <a:cubicBezTo>
                    <a:pt x="2441" y="11557"/>
                    <a:pt x="2285" y="11601"/>
                    <a:pt x="2151" y="11684"/>
                  </a:cubicBezTo>
                  <a:lnTo>
                    <a:pt x="2151" y="10090"/>
                  </a:lnTo>
                  <a:lnTo>
                    <a:pt x="2832" y="9891"/>
                  </a:lnTo>
                  <a:close/>
                  <a:moveTo>
                    <a:pt x="8037" y="9891"/>
                  </a:moveTo>
                  <a:lnTo>
                    <a:pt x="8718" y="10090"/>
                  </a:lnTo>
                  <a:lnTo>
                    <a:pt x="8718" y="11684"/>
                  </a:lnTo>
                  <a:cubicBezTo>
                    <a:pt x="8584" y="11601"/>
                    <a:pt x="8428" y="11557"/>
                    <a:pt x="8268" y="11557"/>
                  </a:cubicBezTo>
                  <a:lnTo>
                    <a:pt x="8037" y="11557"/>
                  </a:lnTo>
                  <a:lnTo>
                    <a:pt x="8037" y="9891"/>
                  </a:lnTo>
                  <a:close/>
                  <a:moveTo>
                    <a:pt x="4998" y="0"/>
                  </a:moveTo>
                  <a:cubicBezTo>
                    <a:pt x="4806" y="0"/>
                    <a:pt x="4640" y="131"/>
                    <a:pt x="4589" y="315"/>
                  </a:cubicBezTo>
                  <a:cubicBezTo>
                    <a:pt x="4295" y="384"/>
                    <a:pt x="4006" y="493"/>
                    <a:pt x="3738" y="634"/>
                  </a:cubicBezTo>
                  <a:cubicBezTo>
                    <a:pt x="3727" y="627"/>
                    <a:pt x="3716" y="620"/>
                    <a:pt x="3705" y="616"/>
                  </a:cubicBezTo>
                  <a:cubicBezTo>
                    <a:pt x="3655" y="590"/>
                    <a:pt x="3602" y="578"/>
                    <a:pt x="3550" y="578"/>
                  </a:cubicBezTo>
                  <a:cubicBezTo>
                    <a:pt x="3476" y="578"/>
                    <a:pt x="3404" y="602"/>
                    <a:pt x="3343" y="649"/>
                  </a:cubicBezTo>
                  <a:lnTo>
                    <a:pt x="2869" y="1003"/>
                  </a:lnTo>
                  <a:cubicBezTo>
                    <a:pt x="2709" y="1123"/>
                    <a:pt x="2615" y="1311"/>
                    <a:pt x="2615" y="1514"/>
                  </a:cubicBezTo>
                  <a:lnTo>
                    <a:pt x="2615" y="1529"/>
                  </a:lnTo>
                  <a:cubicBezTo>
                    <a:pt x="2093" y="2141"/>
                    <a:pt x="1793" y="2905"/>
                    <a:pt x="1746" y="3709"/>
                  </a:cubicBezTo>
                  <a:lnTo>
                    <a:pt x="1510" y="3709"/>
                  </a:lnTo>
                  <a:cubicBezTo>
                    <a:pt x="1239" y="3709"/>
                    <a:pt x="1239" y="4115"/>
                    <a:pt x="1510" y="4115"/>
                  </a:cubicBezTo>
                  <a:lnTo>
                    <a:pt x="1959" y="4115"/>
                  </a:lnTo>
                  <a:lnTo>
                    <a:pt x="1959" y="4440"/>
                  </a:lnTo>
                  <a:cubicBezTo>
                    <a:pt x="1641" y="4585"/>
                    <a:pt x="1467" y="4933"/>
                    <a:pt x="1543" y="5273"/>
                  </a:cubicBezTo>
                  <a:cubicBezTo>
                    <a:pt x="1619" y="5618"/>
                    <a:pt x="1923" y="5860"/>
                    <a:pt x="2271" y="5860"/>
                  </a:cubicBezTo>
                  <a:lnTo>
                    <a:pt x="2423" y="5860"/>
                  </a:lnTo>
                  <a:cubicBezTo>
                    <a:pt x="2543" y="6700"/>
                    <a:pt x="3006" y="7450"/>
                    <a:pt x="3702" y="7935"/>
                  </a:cubicBezTo>
                  <a:lnTo>
                    <a:pt x="3702" y="8870"/>
                  </a:lnTo>
                  <a:cubicBezTo>
                    <a:pt x="3702" y="9069"/>
                    <a:pt x="3571" y="9247"/>
                    <a:pt x="3379" y="9301"/>
                  </a:cubicBezTo>
                  <a:lnTo>
                    <a:pt x="1087" y="9978"/>
                  </a:lnTo>
                  <a:cubicBezTo>
                    <a:pt x="442" y="10170"/>
                    <a:pt x="4" y="10760"/>
                    <a:pt x="0" y="11427"/>
                  </a:cubicBezTo>
                  <a:lnTo>
                    <a:pt x="0" y="13719"/>
                  </a:lnTo>
                  <a:cubicBezTo>
                    <a:pt x="0" y="13855"/>
                    <a:pt x="102" y="13923"/>
                    <a:pt x="203" y="13923"/>
                  </a:cubicBezTo>
                  <a:cubicBezTo>
                    <a:pt x="304" y="13923"/>
                    <a:pt x="406" y="13855"/>
                    <a:pt x="406" y="13719"/>
                  </a:cubicBezTo>
                  <a:lnTo>
                    <a:pt x="406" y="11427"/>
                  </a:lnTo>
                  <a:cubicBezTo>
                    <a:pt x="409" y="10938"/>
                    <a:pt x="728" y="10510"/>
                    <a:pt x="1199" y="10369"/>
                  </a:cubicBezTo>
                  <a:lnTo>
                    <a:pt x="1742" y="10210"/>
                  </a:lnTo>
                  <a:lnTo>
                    <a:pt x="1742" y="13719"/>
                  </a:lnTo>
                  <a:cubicBezTo>
                    <a:pt x="1742" y="13855"/>
                    <a:pt x="1844" y="13923"/>
                    <a:pt x="1945" y="13923"/>
                  </a:cubicBezTo>
                  <a:cubicBezTo>
                    <a:pt x="2046" y="13923"/>
                    <a:pt x="2148" y="13855"/>
                    <a:pt x="2148" y="13719"/>
                  </a:cubicBezTo>
                  <a:lnTo>
                    <a:pt x="2148" y="12412"/>
                  </a:lnTo>
                  <a:cubicBezTo>
                    <a:pt x="2151" y="12162"/>
                    <a:pt x="2351" y="11963"/>
                    <a:pt x="2601" y="11963"/>
                  </a:cubicBezTo>
                  <a:lnTo>
                    <a:pt x="3470" y="11963"/>
                  </a:lnTo>
                  <a:cubicBezTo>
                    <a:pt x="3741" y="11963"/>
                    <a:pt x="3741" y="11554"/>
                    <a:pt x="3470" y="11554"/>
                  </a:cubicBezTo>
                  <a:lnTo>
                    <a:pt x="3238" y="11554"/>
                  </a:lnTo>
                  <a:lnTo>
                    <a:pt x="3238" y="9768"/>
                  </a:lnTo>
                  <a:lnTo>
                    <a:pt x="3296" y="9754"/>
                  </a:lnTo>
                  <a:cubicBezTo>
                    <a:pt x="3812" y="10500"/>
                    <a:pt x="4622" y="10873"/>
                    <a:pt x="5433" y="10873"/>
                  </a:cubicBezTo>
                  <a:cubicBezTo>
                    <a:pt x="6243" y="10873"/>
                    <a:pt x="7053" y="10500"/>
                    <a:pt x="7570" y="9754"/>
                  </a:cubicBezTo>
                  <a:lnTo>
                    <a:pt x="7627" y="9768"/>
                  </a:lnTo>
                  <a:lnTo>
                    <a:pt x="7627" y="11554"/>
                  </a:lnTo>
                  <a:lnTo>
                    <a:pt x="4346" y="11554"/>
                  </a:lnTo>
                  <a:cubicBezTo>
                    <a:pt x="4075" y="11554"/>
                    <a:pt x="4075" y="11963"/>
                    <a:pt x="4346" y="11963"/>
                  </a:cubicBezTo>
                  <a:lnTo>
                    <a:pt x="8268" y="11963"/>
                  </a:lnTo>
                  <a:cubicBezTo>
                    <a:pt x="8515" y="11963"/>
                    <a:pt x="8718" y="12162"/>
                    <a:pt x="8718" y="12412"/>
                  </a:cubicBezTo>
                  <a:lnTo>
                    <a:pt x="8718" y="13719"/>
                  </a:lnTo>
                  <a:cubicBezTo>
                    <a:pt x="8718" y="13855"/>
                    <a:pt x="8820" y="13923"/>
                    <a:pt x="8922" y="13923"/>
                  </a:cubicBezTo>
                  <a:cubicBezTo>
                    <a:pt x="9025" y="13923"/>
                    <a:pt x="9127" y="13855"/>
                    <a:pt x="9127" y="13719"/>
                  </a:cubicBezTo>
                  <a:lnTo>
                    <a:pt x="9127" y="10210"/>
                  </a:lnTo>
                  <a:lnTo>
                    <a:pt x="9670" y="10369"/>
                  </a:lnTo>
                  <a:cubicBezTo>
                    <a:pt x="10137" y="10510"/>
                    <a:pt x="10460" y="10938"/>
                    <a:pt x="10460" y="11427"/>
                  </a:cubicBezTo>
                  <a:lnTo>
                    <a:pt x="10460" y="13719"/>
                  </a:lnTo>
                  <a:cubicBezTo>
                    <a:pt x="10460" y="13855"/>
                    <a:pt x="10562" y="13923"/>
                    <a:pt x="10664" y="13923"/>
                  </a:cubicBezTo>
                  <a:cubicBezTo>
                    <a:pt x="10767" y="13923"/>
                    <a:pt x="10869" y="13855"/>
                    <a:pt x="10869" y="13719"/>
                  </a:cubicBezTo>
                  <a:lnTo>
                    <a:pt x="10869" y="11427"/>
                  </a:lnTo>
                  <a:cubicBezTo>
                    <a:pt x="10865" y="10760"/>
                    <a:pt x="10423" y="10170"/>
                    <a:pt x="9786" y="9978"/>
                  </a:cubicBezTo>
                  <a:lnTo>
                    <a:pt x="7490" y="9304"/>
                  </a:lnTo>
                  <a:cubicBezTo>
                    <a:pt x="7298" y="9247"/>
                    <a:pt x="7167" y="9073"/>
                    <a:pt x="7164" y="8873"/>
                  </a:cubicBezTo>
                  <a:lnTo>
                    <a:pt x="7164" y="7935"/>
                  </a:lnTo>
                  <a:cubicBezTo>
                    <a:pt x="7859" y="7450"/>
                    <a:pt x="8323" y="6700"/>
                    <a:pt x="8442" y="5860"/>
                  </a:cubicBezTo>
                  <a:lnTo>
                    <a:pt x="8565" y="5860"/>
                  </a:lnTo>
                  <a:cubicBezTo>
                    <a:pt x="8964" y="5860"/>
                    <a:pt x="9304" y="5563"/>
                    <a:pt x="9341" y="5187"/>
                  </a:cubicBezTo>
                  <a:cubicBezTo>
                    <a:pt x="9373" y="4868"/>
                    <a:pt x="9199" y="4564"/>
                    <a:pt x="8910" y="4430"/>
                  </a:cubicBezTo>
                  <a:lnTo>
                    <a:pt x="8910" y="4115"/>
                  </a:lnTo>
                  <a:lnTo>
                    <a:pt x="9359" y="4115"/>
                  </a:lnTo>
                  <a:cubicBezTo>
                    <a:pt x="9630" y="4115"/>
                    <a:pt x="9630" y="3705"/>
                    <a:pt x="9359" y="3705"/>
                  </a:cubicBezTo>
                  <a:lnTo>
                    <a:pt x="9120" y="3705"/>
                  </a:lnTo>
                  <a:cubicBezTo>
                    <a:pt x="9076" y="2905"/>
                    <a:pt x="8772" y="2141"/>
                    <a:pt x="8254" y="1529"/>
                  </a:cubicBezTo>
                  <a:lnTo>
                    <a:pt x="8254" y="1514"/>
                  </a:lnTo>
                  <a:cubicBezTo>
                    <a:pt x="8254" y="1311"/>
                    <a:pt x="8160" y="1123"/>
                    <a:pt x="8000" y="1003"/>
                  </a:cubicBezTo>
                  <a:lnTo>
                    <a:pt x="7526" y="649"/>
                  </a:lnTo>
                  <a:cubicBezTo>
                    <a:pt x="7465" y="602"/>
                    <a:pt x="7391" y="578"/>
                    <a:pt x="7318" y="578"/>
                  </a:cubicBezTo>
                  <a:cubicBezTo>
                    <a:pt x="7265" y="578"/>
                    <a:pt x="7212" y="590"/>
                    <a:pt x="7164" y="616"/>
                  </a:cubicBezTo>
                  <a:cubicBezTo>
                    <a:pt x="7153" y="620"/>
                    <a:pt x="7142" y="627"/>
                    <a:pt x="7131" y="634"/>
                  </a:cubicBezTo>
                  <a:cubicBezTo>
                    <a:pt x="6860" y="493"/>
                    <a:pt x="6574" y="384"/>
                    <a:pt x="6277" y="315"/>
                  </a:cubicBezTo>
                  <a:cubicBezTo>
                    <a:pt x="6229" y="131"/>
                    <a:pt x="6063" y="0"/>
                    <a:pt x="58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88"/>
            <p:cNvSpPr/>
            <p:nvPr/>
          </p:nvSpPr>
          <p:spPr>
            <a:xfrm>
              <a:off x="5422723" y="4123250"/>
              <a:ext cx="12453" cy="10697"/>
            </a:xfrm>
            <a:custGeom>
              <a:rect b="b" l="l" r="r" t="t"/>
              <a:pathLst>
                <a:path extrusionOk="0" h="408" w="475">
                  <a:moveTo>
                    <a:pt x="275" y="0"/>
                  </a:moveTo>
                  <a:cubicBezTo>
                    <a:pt x="273" y="0"/>
                    <a:pt x="271"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88"/>
            <p:cNvSpPr/>
            <p:nvPr/>
          </p:nvSpPr>
          <p:spPr>
            <a:xfrm>
              <a:off x="5559736" y="4123250"/>
              <a:ext cx="12558" cy="10697"/>
            </a:xfrm>
            <a:custGeom>
              <a:rect b="b" l="l" r="r" t="t"/>
              <a:pathLst>
                <a:path extrusionOk="0" h="408" w="479">
                  <a:moveTo>
                    <a:pt x="275" y="0"/>
                  </a:moveTo>
                  <a:cubicBezTo>
                    <a:pt x="273" y="0"/>
                    <a:pt x="271" y="0"/>
                    <a:pt x="269" y="0"/>
                  </a:cubicBezTo>
                  <a:lnTo>
                    <a:pt x="272" y="0"/>
                  </a:lnTo>
                  <a:cubicBezTo>
                    <a:pt x="91" y="4"/>
                    <a:pt x="1" y="221"/>
                    <a:pt x="131" y="348"/>
                  </a:cubicBezTo>
                  <a:cubicBezTo>
                    <a:pt x="172" y="389"/>
                    <a:pt x="222" y="407"/>
                    <a:pt x="272" y="407"/>
                  </a:cubicBezTo>
                  <a:cubicBezTo>
                    <a:pt x="377" y="407"/>
                    <a:pt x="479" y="326"/>
                    <a:pt x="479" y="203"/>
                  </a:cubicBezTo>
                  <a:cubicBezTo>
                    <a:pt x="479" y="93"/>
                    <a:pt x="388"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6" name="Google Shape;17896;p88"/>
          <p:cNvGrpSpPr/>
          <p:nvPr/>
        </p:nvGrpSpPr>
        <p:grpSpPr>
          <a:xfrm>
            <a:off x="7156067" y="3797550"/>
            <a:ext cx="285089" cy="364974"/>
            <a:chOff x="7156067" y="3797550"/>
            <a:chExt cx="285089" cy="364974"/>
          </a:xfrm>
        </p:grpSpPr>
        <p:sp>
          <p:nvSpPr>
            <p:cNvPr id="17897" name="Google Shape;17897;p88"/>
            <p:cNvSpPr/>
            <p:nvPr/>
          </p:nvSpPr>
          <p:spPr>
            <a:xfrm>
              <a:off x="7161494" y="3991454"/>
              <a:ext cx="274235" cy="165721"/>
            </a:xfrm>
            <a:custGeom>
              <a:rect b="b" l="l" r="r" t="t"/>
              <a:pathLst>
                <a:path extrusionOk="0" h="6321" w="10460">
                  <a:moveTo>
                    <a:pt x="3705" y="0"/>
                  </a:moveTo>
                  <a:lnTo>
                    <a:pt x="3705" y="1036"/>
                  </a:lnTo>
                  <a:cubicBezTo>
                    <a:pt x="3705" y="1326"/>
                    <a:pt x="3513" y="1583"/>
                    <a:pt x="3235" y="1666"/>
                  </a:cubicBezTo>
                  <a:lnTo>
                    <a:pt x="938" y="2340"/>
                  </a:lnTo>
                  <a:cubicBezTo>
                    <a:pt x="381" y="2503"/>
                    <a:pt x="0" y="3014"/>
                    <a:pt x="0" y="3593"/>
                  </a:cubicBezTo>
                  <a:lnTo>
                    <a:pt x="0" y="6320"/>
                  </a:lnTo>
                  <a:lnTo>
                    <a:pt x="10460" y="6320"/>
                  </a:lnTo>
                  <a:lnTo>
                    <a:pt x="10460" y="3593"/>
                  </a:lnTo>
                  <a:cubicBezTo>
                    <a:pt x="10460" y="3014"/>
                    <a:pt x="10080" y="2503"/>
                    <a:pt x="9522" y="2340"/>
                  </a:cubicBezTo>
                  <a:lnTo>
                    <a:pt x="7226" y="1666"/>
                  </a:lnTo>
                  <a:cubicBezTo>
                    <a:pt x="6947" y="1583"/>
                    <a:pt x="6755" y="1326"/>
                    <a:pt x="6755" y="1036"/>
                  </a:cubicBezTo>
                  <a:lnTo>
                    <a:pt x="6755"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88"/>
            <p:cNvSpPr/>
            <p:nvPr/>
          </p:nvSpPr>
          <p:spPr>
            <a:xfrm>
              <a:off x="7161494" y="4048425"/>
              <a:ext cx="274235" cy="108750"/>
            </a:xfrm>
            <a:custGeom>
              <a:rect b="b" l="l" r="r" t="t"/>
              <a:pathLst>
                <a:path extrusionOk="0" h="4148" w="10460">
                  <a:moveTo>
                    <a:pt x="1511" y="0"/>
                  </a:moveTo>
                  <a:lnTo>
                    <a:pt x="938" y="167"/>
                  </a:lnTo>
                  <a:cubicBezTo>
                    <a:pt x="381" y="330"/>
                    <a:pt x="0" y="841"/>
                    <a:pt x="0" y="1424"/>
                  </a:cubicBezTo>
                  <a:lnTo>
                    <a:pt x="0" y="4147"/>
                  </a:lnTo>
                  <a:lnTo>
                    <a:pt x="10460" y="4147"/>
                  </a:lnTo>
                  <a:lnTo>
                    <a:pt x="10460" y="1424"/>
                  </a:lnTo>
                  <a:cubicBezTo>
                    <a:pt x="10460" y="841"/>
                    <a:pt x="10080" y="330"/>
                    <a:pt x="9522" y="167"/>
                  </a:cubicBezTo>
                  <a:lnTo>
                    <a:pt x="8953" y="0"/>
                  </a:lnTo>
                  <a:lnTo>
                    <a:pt x="5230" y="1862"/>
                  </a:lnTo>
                  <a:lnTo>
                    <a:pt x="151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88"/>
            <p:cNvSpPr/>
            <p:nvPr/>
          </p:nvSpPr>
          <p:spPr>
            <a:xfrm>
              <a:off x="7258630" y="3991454"/>
              <a:ext cx="79963" cy="28577"/>
            </a:xfrm>
            <a:custGeom>
              <a:rect b="b" l="l" r="r" t="t"/>
              <a:pathLst>
                <a:path extrusionOk="0" h="1090" w="3050">
                  <a:moveTo>
                    <a:pt x="0" y="0"/>
                  </a:moveTo>
                  <a:lnTo>
                    <a:pt x="0" y="707"/>
                  </a:lnTo>
                  <a:cubicBezTo>
                    <a:pt x="477" y="962"/>
                    <a:pt x="1001" y="1090"/>
                    <a:pt x="1525" y="1090"/>
                  </a:cubicBezTo>
                  <a:cubicBezTo>
                    <a:pt x="2049" y="1090"/>
                    <a:pt x="2574" y="962"/>
                    <a:pt x="3050" y="707"/>
                  </a:cubicBezTo>
                  <a:lnTo>
                    <a:pt x="305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88"/>
            <p:cNvSpPr/>
            <p:nvPr/>
          </p:nvSpPr>
          <p:spPr>
            <a:xfrm>
              <a:off x="7201476" y="3848648"/>
              <a:ext cx="194298" cy="154316"/>
            </a:xfrm>
            <a:custGeom>
              <a:rect b="b" l="l" r="r" t="t"/>
              <a:pathLst>
                <a:path extrusionOk="0" h="5886" w="7411">
                  <a:moveTo>
                    <a:pt x="873" y="0"/>
                  </a:moveTo>
                  <a:lnTo>
                    <a:pt x="873" y="2181"/>
                  </a:lnTo>
                  <a:lnTo>
                    <a:pt x="547" y="2181"/>
                  </a:lnTo>
                  <a:cubicBezTo>
                    <a:pt x="243" y="2181"/>
                    <a:pt x="0" y="2423"/>
                    <a:pt x="0" y="2724"/>
                  </a:cubicBezTo>
                  <a:cubicBezTo>
                    <a:pt x="0" y="3025"/>
                    <a:pt x="243" y="3267"/>
                    <a:pt x="547" y="3267"/>
                  </a:cubicBezTo>
                  <a:lnTo>
                    <a:pt x="884" y="3267"/>
                  </a:lnTo>
                  <a:cubicBezTo>
                    <a:pt x="992" y="4745"/>
                    <a:pt x="2224" y="5886"/>
                    <a:pt x="3705" y="5886"/>
                  </a:cubicBezTo>
                  <a:cubicBezTo>
                    <a:pt x="5186" y="5886"/>
                    <a:pt x="6418" y="4745"/>
                    <a:pt x="6526" y="3267"/>
                  </a:cubicBezTo>
                  <a:lnTo>
                    <a:pt x="6867" y="3267"/>
                  </a:lnTo>
                  <a:cubicBezTo>
                    <a:pt x="7167" y="3267"/>
                    <a:pt x="7410" y="3025"/>
                    <a:pt x="7410" y="2724"/>
                  </a:cubicBezTo>
                  <a:cubicBezTo>
                    <a:pt x="7410" y="2423"/>
                    <a:pt x="7167" y="2181"/>
                    <a:pt x="6867" y="2181"/>
                  </a:cubicBezTo>
                  <a:lnTo>
                    <a:pt x="6541" y="2181"/>
                  </a:lnTo>
                  <a:lnTo>
                    <a:pt x="654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88"/>
            <p:cNvSpPr/>
            <p:nvPr/>
          </p:nvSpPr>
          <p:spPr>
            <a:xfrm>
              <a:off x="7201476" y="3848648"/>
              <a:ext cx="108645" cy="154342"/>
            </a:xfrm>
            <a:custGeom>
              <a:rect b="b" l="l" r="r" t="t"/>
              <a:pathLst>
                <a:path extrusionOk="0" h="5887" w="4144">
                  <a:moveTo>
                    <a:pt x="873" y="0"/>
                  </a:moveTo>
                  <a:lnTo>
                    <a:pt x="873" y="2181"/>
                  </a:lnTo>
                  <a:lnTo>
                    <a:pt x="547" y="2181"/>
                  </a:lnTo>
                  <a:cubicBezTo>
                    <a:pt x="243" y="2181"/>
                    <a:pt x="0" y="2423"/>
                    <a:pt x="0" y="2724"/>
                  </a:cubicBezTo>
                  <a:cubicBezTo>
                    <a:pt x="0" y="3025"/>
                    <a:pt x="243" y="3267"/>
                    <a:pt x="547" y="3267"/>
                  </a:cubicBezTo>
                  <a:lnTo>
                    <a:pt x="884" y="3267"/>
                  </a:lnTo>
                  <a:cubicBezTo>
                    <a:pt x="989" y="4763"/>
                    <a:pt x="2237" y="5887"/>
                    <a:pt x="3685" y="5887"/>
                  </a:cubicBezTo>
                  <a:cubicBezTo>
                    <a:pt x="3836" y="5887"/>
                    <a:pt x="3989" y="5875"/>
                    <a:pt x="4143" y="5849"/>
                  </a:cubicBezTo>
                  <a:cubicBezTo>
                    <a:pt x="2763" y="5636"/>
                    <a:pt x="1742" y="4448"/>
                    <a:pt x="1746" y="3050"/>
                  </a:cubicBezTo>
                  <a:lnTo>
                    <a:pt x="174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88"/>
            <p:cNvSpPr/>
            <p:nvPr/>
          </p:nvSpPr>
          <p:spPr>
            <a:xfrm>
              <a:off x="7212854" y="3802977"/>
              <a:ext cx="171515" cy="91368"/>
            </a:xfrm>
            <a:custGeom>
              <a:rect b="b" l="l" r="r" t="t"/>
              <a:pathLst>
                <a:path extrusionOk="0" h="3485" w="6542">
                  <a:moveTo>
                    <a:pt x="3264" y="0"/>
                  </a:moveTo>
                  <a:cubicBezTo>
                    <a:pt x="1464" y="0"/>
                    <a:pt x="1" y="1466"/>
                    <a:pt x="1" y="3267"/>
                  </a:cubicBezTo>
                  <a:lnTo>
                    <a:pt x="1" y="3484"/>
                  </a:lnTo>
                  <a:lnTo>
                    <a:pt x="6542" y="3484"/>
                  </a:lnTo>
                  <a:lnTo>
                    <a:pt x="6542" y="3267"/>
                  </a:lnTo>
                  <a:cubicBezTo>
                    <a:pt x="6542" y="1460"/>
                    <a:pt x="5078" y="0"/>
                    <a:pt x="3271" y="0"/>
                  </a:cubicBezTo>
                  <a:cubicBezTo>
                    <a:pt x="3269" y="0"/>
                    <a:pt x="3267" y="0"/>
                    <a:pt x="3264"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88"/>
            <p:cNvSpPr/>
            <p:nvPr/>
          </p:nvSpPr>
          <p:spPr>
            <a:xfrm>
              <a:off x="7252941" y="3802977"/>
              <a:ext cx="91368" cy="91368"/>
            </a:xfrm>
            <a:custGeom>
              <a:rect b="b" l="l" r="r" t="t"/>
              <a:pathLst>
                <a:path extrusionOk="0" h="3485" w="3485">
                  <a:moveTo>
                    <a:pt x="1761" y="0"/>
                  </a:moveTo>
                  <a:cubicBezTo>
                    <a:pt x="1754" y="0"/>
                    <a:pt x="1748" y="0"/>
                    <a:pt x="1742" y="0"/>
                  </a:cubicBezTo>
                  <a:cubicBezTo>
                    <a:pt x="1736" y="0"/>
                    <a:pt x="1730" y="0"/>
                    <a:pt x="1724" y="0"/>
                  </a:cubicBezTo>
                  <a:cubicBezTo>
                    <a:pt x="1114" y="0"/>
                    <a:pt x="516" y="178"/>
                    <a:pt x="0" y="507"/>
                  </a:cubicBezTo>
                  <a:lnTo>
                    <a:pt x="0" y="3484"/>
                  </a:lnTo>
                  <a:lnTo>
                    <a:pt x="3484" y="3484"/>
                  </a:lnTo>
                  <a:lnTo>
                    <a:pt x="3484" y="504"/>
                  </a:lnTo>
                  <a:cubicBezTo>
                    <a:pt x="2968" y="177"/>
                    <a:pt x="2373" y="0"/>
                    <a:pt x="176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88"/>
            <p:cNvSpPr/>
            <p:nvPr/>
          </p:nvSpPr>
          <p:spPr>
            <a:xfrm>
              <a:off x="7281518" y="3888629"/>
              <a:ext cx="34292" cy="34292"/>
            </a:xfrm>
            <a:custGeom>
              <a:rect b="b" l="l" r="r" t="t"/>
              <a:pathLst>
                <a:path extrusionOk="0" h="1308" w="1308">
                  <a:moveTo>
                    <a:pt x="0" y="0"/>
                  </a:moveTo>
                  <a:lnTo>
                    <a:pt x="0" y="1308"/>
                  </a:lnTo>
                  <a:lnTo>
                    <a:pt x="1308" y="1308"/>
                  </a:lnTo>
                  <a:lnTo>
                    <a:pt x="1308"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88"/>
            <p:cNvSpPr/>
            <p:nvPr/>
          </p:nvSpPr>
          <p:spPr>
            <a:xfrm>
              <a:off x="7212854" y="3888629"/>
              <a:ext cx="74379" cy="49577"/>
            </a:xfrm>
            <a:custGeom>
              <a:rect b="b" l="l" r="r" t="t"/>
              <a:pathLst>
                <a:path extrusionOk="0" h="1891" w="2837">
                  <a:moveTo>
                    <a:pt x="4" y="0"/>
                  </a:moveTo>
                  <a:lnTo>
                    <a:pt x="4" y="424"/>
                  </a:lnTo>
                  <a:cubicBezTo>
                    <a:pt x="1" y="569"/>
                    <a:pt x="73" y="703"/>
                    <a:pt x="189" y="782"/>
                  </a:cubicBezTo>
                  <a:lnTo>
                    <a:pt x="1580" y="1746"/>
                  </a:lnTo>
                  <a:cubicBezTo>
                    <a:pt x="1723" y="1846"/>
                    <a:pt x="1881" y="1891"/>
                    <a:pt x="2035" y="1891"/>
                  </a:cubicBezTo>
                  <a:cubicBezTo>
                    <a:pt x="2450" y="1891"/>
                    <a:pt x="2836" y="1561"/>
                    <a:pt x="2836" y="1090"/>
                  </a:cubicBezTo>
                  <a:lnTo>
                    <a:pt x="283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88"/>
            <p:cNvSpPr/>
            <p:nvPr/>
          </p:nvSpPr>
          <p:spPr>
            <a:xfrm>
              <a:off x="7310095" y="3888629"/>
              <a:ext cx="74274" cy="49577"/>
            </a:xfrm>
            <a:custGeom>
              <a:rect b="b" l="l" r="r" t="t"/>
              <a:pathLst>
                <a:path extrusionOk="0" h="1891" w="2833">
                  <a:moveTo>
                    <a:pt x="0" y="0"/>
                  </a:moveTo>
                  <a:lnTo>
                    <a:pt x="0" y="1090"/>
                  </a:lnTo>
                  <a:cubicBezTo>
                    <a:pt x="0" y="1561"/>
                    <a:pt x="384" y="1891"/>
                    <a:pt x="799" y="1891"/>
                  </a:cubicBezTo>
                  <a:cubicBezTo>
                    <a:pt x="952" y="1891"/>
                    <a:pt x="1110" y="1846"/>
                    <a:pt x="1253" y="1746"/>
                  </a:cubicBezTo>
                  <a:lnTo>
                    <a:pt x="2644" y="782"/>
                  </a:lnTo>
                  <a:cubicBezTo>
                    <a:pt x="2760" y="703"/>
                    <a:pt x="2833" y="569"/>
                    <a:pt x="2833" y="424"/>
                  </a:cubicBezTo>
                  <a:lnTo>
                    <a:pt x="2833"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88"/>
            <p:cNvSpPr/>
            <p:nvPr/>
          </p:nvSpPr>
          <p:spPr>
            <a:xfrm>
              <a:off x="7275802" y="4077186"/>
              <a:ext cx="45697" cy="45697"/>
            </a:xfrm>
            <a:custGeom>
              <a:rect b="b" l="l" r="r" t="t"/>
              <a:pathLst>
                <a:path extrusionOk="0" h="1743" w="1743">
                  <a:moveTo>
                    <a:pt x="870" y="1"/>
                  </a:moveTo>
                  <a:cubicBezTo>
                    <a:pt x="388" y="1"/>
                    <a:pt x="1" y="392"/>
                    <a:pt x="1" y="874"/>
                  </a:cubicBezTo>
                  <a:cubicBezTo>
                    <a:pt x="1" y="1355"/>
                    <a:pt x="388" y="1743"/>
                    <a:pt x="870" y="1743"/>
                  </a:cubicBezTo>
                  <a:cubicBezTo>
                    <a:pt x="1352" y="1743"/>
                    <a:pt x="1743" y="1355"/>
                    <a:pt x="1743" y="874"/>
                  </a:cubicBezTo>
                  <a:cubicBezTo>
                    <a:pt x="1743" y="392"/>
                    <a:pt x="1352" y="1"/>
                    <a:pt x="87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88"/>
            <p:cNvSpPr/>
            <p:nvPr/>
          </p:nvSpPr>
          <p:spPr>
            <a:xfrm>
              <a:off x="7271057" y="4079283"/>
              <a:ext cx="48371" cy="43652"/>
            </a:xfrm>
            <a:custGeom>
              <a:rect b="b" l="l" r="r" t="t"/>
              <a:pathLst>
                <a:path extrusionOk="0" h="1665" w="1845">
                  <a:moveTo>
                    <a:pt x="693" y="1"/>
                  </a:moveTo>
                  <a:lnTo>
                    <a:pt x="693" y="1"/>
                  </a:lnTo>
                  <a:cubicBezTo>
                    <a:pt x="135" y="247"/>
                    <a:pt x="1" y="978"/>
                    <a:pt x="432" y="1409"/>
                  </a:cubicBezTo>
                  <a:cubicBezTo>
                    <a:pt x="606" y="1582"/>
                    <a:pt x="828" y="1664"/>
                    <a:pt x="1047" y="1664"/>
                  </a:cubicBezTo>
                  <a:cubicBezTo>
                    <a:pt x="1374" y="1664"/>
                    <a:pt x="1695" y="1482"/>
                    <a:pt x="1844" y="1149"/>
                  </a:cubicBezTo>
                  <a:lnTo>
                    <a:pt x="1844" y="1149"/>
                  </a:lnTo>
                  <a:cubicBezTo>
                    <a:pt x="1732" y="1203"/>
                    <a:pt x="1609" y="1228"/>
                    <a:pt x="1489" y="1232"/>
                  </a:cubicBezTo>
                  <a:cubicBezTo>
                    <a:pt x="1488" y="1232"/>
                    <a:pt x="1486" y="1232"/>
                    <a:pt x="1484" y="1232"/>
                  </a:cubicBezTo>
                  <a:cubicBezTo>
                    <a:pt x="850" y="1232"/>
                    <a:pt x="429" y="575"/>
                    <a:pt x="69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88"/>
            <p:cNvSpPr/>
            <p:nvPr/>
          </p:nvSpPr>
          <p:spPr>
            <a:xfrm>
              <a:off x="7261855" y="3906169"/>
              <a:ext cx="10671" cy="16386"/>
            </a:xfrm>
            <a:custGeom>
              <a:rect b="b" l="l" r="r" t="t"/>
              <a:pathLst>
                <a:path extrusionOk="0" h="625" w="407">
                  <a:moveTo>
                    <a:pt x="203" y="0"/>
                  </a:moveTo>
                  <a:cubicBezTo>
                    <a:pt x="102" y="0"/>
                    <a:pt x="0" y="68"/>
                    <a:pt x="0" y="204"/>
                  </a:cubicBezTo>
                  <a:lnTo>
                    <a:pt x="0" y="421"/>
                  </a:lnTo>
                  <a:cubicBezTo>
                    <a:pt x="0" y="534"/>
                    <a:pt x="91" y="624"/>
                    <a:pt x="203" y="624"/>
                  </a:cubicBezTo>
                  <a:cubicBezTo>
                    <a:pt x="316" y="624"/>
                    <a:pt x="406" y="534"/>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88"/>
            <p:cNvSpPr/>
            <p:nvPr/>
          </p:nvSpPr>
          <p:spPr>
            <a:xfrm>
              <a:off x="7324724" y="3906090"/>
              <a:ext cx="10644" cy="16465"/>
            </a:xfrm>
            <a:custGeom>
              <a:rect b="b" l="l" r="r" t="t"/>
              <a:pathLst>
                <a:path extrusionOk="0" h="628" w="406">
                  <a:moveTo>
                    <a:pt x="203" y="1"/>
                  </a:moveTo>
                  <a:cubicBezTo>
                    <a:pt x="91" y="1"/>
                    <a:pt x="0" y="95"/>
                    <a:pt x="0" y="207"/>
                  </a:cubicBezTo>
                  <a:lnTo>
                    <a:pt x="0" y="424"/>
                  </a:lnTo>
                  <a:cubicBezTo>
                    <a:pt x="0" y="560"/>
                    <a:pt x="101" y="628"/>
                    <a:pt x="203" y="628"/>
                  </a:cubicBezTo>
                  <a:cubicBezTo>
                    <a:pt x="304" y="628"/>
                    <a:pt x="406" y="560"/>
                    <a:pt x="406" y="424"/>
                  </a:cubicBezTo>
                  <a:lnTo>
                    <a:pt x="406" y="207"/>
                  </a:lnTo>
                  <a:cubicBezTo>
                    <a:pt x="406" y="95"/>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88"/>
            <p:cNvSpPr/>
            <p:nvPr/>
          </p:nvSpPr>
          <p:spPr>
            <a:xfrm>
              <a:off x="7156067" y="3797550"/>
              <a:ext cx="285089" cy="364974"/>
            </a:xfrm>
            <a:custGeom>
              <a:rect b="b" l="l" r="r" t="t"/>
              <a:pathLst>
                <a:path extrusionOk="0" h="13921" w="10874">
                  <a:moveTo>
                    <a:pt x="3489" y="1109"/>
                  </a:moveTo>
                  <a:lnTo>
                    <a:pt x="3489" y="3271"/>
                  </a:lnTo>
                  <a:lnTo>
                    <a:pt x="2377" y="3271"/>
                  </a:lnTo>
                  <a:cubicBezTo>
                    <a:pt x="2435" y="2427"/>
                    <a:pt x="2837" y="1645"/>
                    <a:pt x="3489" y="1109"/>
                  </a:cubicBezTo>
                  <a:close/>
                  <a:moveTo>
                    <a:pt x="5437" y="411"/>
                  </a:moveTo>
                  <a:cubicBezTo>
                    <a:pt x="5969" y="411"/>
                    <a:pt x="6500" y="550"/>
                    <a:pt x="6976" y="827"/>
                  </a:cubicBezTo>
                  <a:lnTo>
                    <a:pt x="6976" y="2167"/>
                  </a:lnTo>
                  <a:cubicBezTo>
                    <a:pt x="6976" y="2302"/>
                    <a:pt x="7079" y="2370"/>
                    <a:pt x="7181" y="2370"/>
                  </a:cubicBezTo>
                  <a:cubicBezTo>
                    <a:pt x="7283" y="2370"/>
                    <a:pt x="7386" y="2302"/>
                    <a:pt x="7386" y="2167"/>
                  </a:cubicBezTo>
                  <a:lnTo>
                    <a:pt x="7386" y="1109"/>
                  </a:lnTo>
                  <a:cubicBezTo>
                    <a:pt x="8037" y="1645"/>
                    <a:pt x="8440" y="2427"/>
                    <a:pt x="8494" y="3271"/>
                  </a:cubicBezTo>
                  <a:lnTo>
                    <a:pt x="7386" y="3271"/>
                  </a:lnTo>
                  <a:lnTo>
                    <a:pt x="7386" y="3040"/>
                  </a:lnTo>
                  <a:cubicBezTo>
                    <a:pt x="7386" y="2904"/>
                    <a:pt x="7283" y="2836"/>
                    <a:pt x="7181" y="2836"/>
                  </a:cubicBezTo>
                  <a:cubicBezTo>
                    <a:pt x="7079" y="2836"/>
                    <a:pt x="6976" y="2904"/>
                    <a:pt x="6976" y="3040"/>
                  </a:cubicBezTo>
                  <a:lnTo>
                    <a:pt x="6976" y="3271"/>
                  </a:lnTo>
                  <a:lnTo>
                    <a:pt x="3898" y="3271"/>
                  </a:lnTo>
                  <a:lnTo>
                    <a:pt x="3898" y="827"/>
                  </a:lnTo>
                  <a:cubicBezTo>
                    <a:pt x="4374" y="550"/>
                    <a:pt x="4906" y="411"/>
                    <a:pt x="5437" y="411"/>
                  </a:cubicBezTo>
                  <a:close/>
                  <a:moveTo>
                    <a:pt x="5669" y="3677"/>
                  </a:moveTo>
                  <a:lnTo>
                    <a:pt x="5669" y="4564"/>
                  </a:lnTo>
                  <a:cubicBezTo>
                    <a:pt x="5669" y="4568"/>
                    <a:pt x="5669" y="4572"/>
                    <a:pt x="5669" y="4579"/>
                  </a:cubicBezTo>
                  <a:lnTo>
                    <a:pt x="5205" y="4579"/>
                  </a:lnTo>
                  <a:lnTo>
                    <a:pt x="5205" y="4564"/>
                  </a:lnTo>
                  <a:lnTo>
                    <a:pt x="5205" y="3677"/>
                  </a:lnTo>
                  <a:close/>
                  <a:moveTo>
                    <a:pt x="4796" y="3677"/>
                  </a:moveTo>
                  <a:lnTo>
                    <a:pt x="4796" y="4564"/>
                  </a:lnTo>
                  <a:cubicBezTo>
                    <a:pt x="4796" y="4914"/>
                    <a:pt x="4508" y="5161"/>
                    <a:pt x="4198" y="5161"/>
                  </a:cubicBezTo>
                  <a:cubicBezTo>
                    <a:pt x="4084" y="5161"/>
                    <a:pt x="3968" y="5127"/>
                    <a:pt x="3862" y="5053"/>
                  </a:cubicBezTo>
                  <a:lnTo>
                    <a:pt x="2370" y="4021"/>
                  </a:lnTo>
                  <a:lnTo>
                    <a:pt x="2370" y="3677"/>
                  </a:lnTo>
                  <a:close/>
                  <a:moveTo>
                    <a:pt x="8501" y="3677"/>
                  </a:moveTo>
                  <a:lnTo>
                    <a:pt x="8501" y="4021"/>
                  </a:lnTo>
                  <a:lnTo>
                    <a:pt x="7013" y="5053"/>
                  </a:lnTo>
                  <a:cubicBezTo>
                    <a:pt x="6906" y="5127"/>
                    <a:pt x="6790" y="5161"/>
                    <a:pt x="6676" y="5161"/>
                  </a:cubicBezTo>
                  <a:cubicBezTo>
                    <a:pt x="6367" y="5161"/>
                    <a:pt x="6078" y="4914"/>
                    <a:pt x="6078" y="4564"/>
                  </a:cubicBezTo>
                  <a:lnTo>
                    <a:pt x="6078" y="3677"/>
                  </a:lnTo>
                  <a:close/>
                  <a:moveTo>
                    <a:pt x="2149" y="4361"/>
                  </a:moveTo>
                  <a:lnTo>
                    <a:pt x="3630" y="5386"/>
                  </a:lnTo>
                  <a:cubicBezTo>
                    <a:pt x="3805" y="5508"/>
                    <a:pt x="4004" y="5566"/>
                    <a:pt x="4200" y="5566"/>
                  </a:cubicBezTo>
                  <a:cubicBezTo>
                    <a:pt x="4575" y="5566"/>
                    <a:pt x="4940" y="5355"/>
                    <a:pt x="5111" y="4984"/>
                  </a:cubicBezTo>
                  <a:lnTo>
                    <a:pt x="5759" y="4984"/>
                  </a:lnTo>
                  <a:cubicBezTo>
                    <a:pt x="5933" y="5355"/>
                    <a:pt x="6297" y="5566"/>
                    <a:pt x="6672" y="5566"/>
                  </a:cubicBezTo>
                  <a:cubicBezTo>
                    <a:pt x="6867" y="5566"/>
                    <a:pt x="7065" y="5508"/>
                    <a:pt x="7241" y="5386"/>
                  </a:cubicBezTo>
                  <a:lnTo>
                    <a:pt x="8722" y="4361"/>
                  </a:lnTo>
                  <a:lnTo>
                    <a:pt x="8722" y="4361"/>
                  </a:lnTo>
                  <a:cubicBezTo>
                    <a:pt x="9070" y="4499"/>
                    <a:pt x="8968" y="5013"/>
                    <a:pt x="8595" y="5013"/>
                  </a:cubicBezTo>
                  <a:lnTo>
                    <a:pt x="8476" y="5013"/>
                  </a:lnTo>
                  <a:lnTo>
                    <a:pt x="8476" y="4999"/>
                  </a:lnTo>
                  <a:cubicBezTo>
                    <a:pt x="8476" y="4863"/>
                    <a:pt x="8373" y="4795"/>
                    <a:pt x="8271" y="4795"/>
                  </a:cubicBezTo>
                  <a:cubicBezTo>
                    <a:pt x="8169" y="4795"/>
                    <a:pt x="8066" y="4863"/>
                    <a:pt x="8066" y="4999"/>
                  </a:cubicBezTo>
                  <a:cubicBezTo>
                    <a:pt x="8066" y="6451"/>
                    <a:pt x="6889" y="7628"/>
                    <a:pt x="5437" y="7632"/>
                  </a:cubicBezTo>
                  <a:lnTo>
                    <a:pt x="5437" y="7628"/>
                  </a:lnTo>
                  <a:cubicBezTo>
                    <a:pt x="3985" y="7625"/>
                    <a:pt x="2808" y="6451"/>
                    <a:pt x="2808" y="4999"/>
                  </a:cubicBezTo>
                  <a:cubicBezTo>
                    <a:pt x="2808" y="4863"/>
                    <a:pt x="2705" y="4795"/>
                    <a:pt x="2603" y="4795"/>
                  </a:cubicBezTo>
                  <a:cubicBezTo>
                    <a:pt x="2501" y="4795"/>
                    <a:pt x="2398" y="4863"/>
                    <a:pt x="2398" y="4999"/>
                  </a:cubicBezTo>
                  <a:lnTo>
                    <a:pt x="2398" y="5013"/>
                  </a:lnTo>
                  <a:lnTo>
                    <a:pt x="2275" y="5013"/>
                  </a:lnTo>
                  <a:cubicBezTo>
                    <a:pt x="2274" y="5013"/>
                    <a:pt x="2273" y="5013"/>
                    <a:pt x="2271" y="5013"/>
                  </a:cubicBezTo>
                  <a:cubicBezTo>
                    <a:pt x="1902" y="5013"/>
                    <a:pt x="1802" y="4499"/>
                    <a:pt x="2149" y="4361"/>
                  </a:cubicBezTo>
                  <a:close/>
                  <a:moveTo>
                    <a:pt x="5430" y="10868"/>
                  </a:moveTo>
                  <a:cubicBezTo>
                    <a:pt x="5774" y="10868"/>
                    <a:pt x="6103" y="11134"/>
                    <a:pt x="6103" y="11536"/>
                  </a:cubicBezTo>
                  <a:cubicBezTo>
                    <a:pt x="6103" y="11905"/>
                    <a:pt x="5807" y="12206"/>
                    <a:pt x="5437" y="12206"/>
                  </a:cubicBezTo>
                  <a:lnTo>
                    <a:pt x="5437" y="12202"/>
                  </a:lnTo>
                  <a:cubicBezTo>
                    <a:pt x="4840" y="12202"/>
                    <a:pt x="4543" y="11485"/>
                    <a:pt x="4963" y="11065"/>
                  </a:cubicBezTo>
                  <a:cubicBezTo>
                    <a:pt x="5099" y="10929"/>
                    <a:pt x="5266" y="10868"/>
                    <a:pt x="5430" y="10868"/>
                  </a:cubicBezTo>
                  <a:close/>
                  <a:moveTo>
                    <a:pt x="5437" y="1"/>
                  </a:moveTo>
                  <a:cubicBezTo>
                    <a:pt x="3518" y="1"/>
                    <a:pt x="1964" y="1555"/>
                    <a:pt x="1964" y="3474"/>
                  </a:cubicBezTo>
                  <a:lnTo>
                    <a:pt x="1964" y="4003"/>
                  </a:lnTo>
                  <a:cubicBezTo>
                    <a:pt x="1645" y="4148"/>
                    <a:pt x="1471" y="4495"/>
                    <a:pt x="1547" y="4836"/>
                  </a:cubicBezTo>
                  <a:cubicBezTo>
                    <a:pt x="1623" y="5180"/>
                    <a:pt x="1928" y="5423"/>
                    <a:pt x="2279" y="5423"/>
                  </a:cubicBezTo>
                  <a:lnTo>
                    <a:pt x="2431" y="5423"/>
                  </a:lnTo>
                  <a:cubicBezTo>
                    <a:pt x="2547" y="6259"/>
                    <a:pt x="3011" y="7013"/>
                    <a:pt x="3710" y="7494"/>
                  </a:cubicBezTo>
                  <a:lnTo>
                    <a:pt x="3710" y="8432"/>
                  </a:lnTo>
                  <a:cubicBezTo>
                    <a:pt x="3706" y="8631"/>
                    <a:pt x="3576" y="8805"/>
                    <a:pt x="3387" y="8863"/>
                  </a:cubicBezTo>
                  <a:lnTo>
                    <a:pt x="1087" y="9540"/>
                  </a:lnTo>
                  <a:cubicBezTo>
                    <a:pt x="446" y="9729"/>
                    <a:pt x="5" y="10319"/>
                    <a:pt x="1" y="10989"/>
                  </a:cubicBezTo>
                  <a:lnTo>
                    <a:pt x="1" y="13716"/>
                  </a:lnTo>
                  <a:cubicBezTo>
                    <a:pt x="1" y="13852"/>
                    <a:pt x="103" y="13920"/>
                    <a:pt x="206" y="13920"/>
                  </a:cubicBezTo>
                  <a:cubicBezTo>
                    <a:pt x="308" y="13920"/>
                    <a:pt x="410" y="13852"/>
                    <a:pt x="410" y="13716"/>
                  </a:cubicBezTo>
                  <a:lnTo>
                    <a:pt x="410" y="10989"/>
                  </a:lnTo>
                  <a:cubicBezTo>
                    <a:pt x="410" y="10790"/>
                    <a:pt x="464" y="10598"/>
                    <a:pt x="562" y="10428"/>
                  </a:cubicBezTo>
                  <a:lnTo>
                    <a:pt x="1728" y="11431"/>
                  </a:lnTo>
                  <a:cubicBezTo>
                    <a:pt x="1877" y="11558"/>
                    <a:pt x="1964" y="11742"/>
                    <a:pt x="1964" y="11938"/>
                  </a:cubicBezTo>
                  <a:lnTo>
                    <a:pt x="1964" y="13716"/>
                  </a:lnTo>
                  <a:cubicBezTo>
                    <a:pt x="1964" y="13852"/>
                    <a:pt x="2065" y="13920"/>
                    <a:pt x="2167" y="13920"/>
                  </a:cubicBezTo>
                  <a:cubicBezTo>
                    <a:pt x="2268" y="13920"/>
                    <a:pt x="2370" y="13852"/>
                    <a:pt x="2370" y="13716"/>
                  </a:cubicBezTo>
                  <a:lnTo>
                    <a:pt x="2370" y="11938"/>
                  </a:lnTo>
                  <a:cubicBezTo>
                    <a:pt x="2370" y="11623"/>
                    <a:pt x="2232" y="11326"/>
                    <a:pt x="1993" y="11123"/>
                  </a:cubicBezTo>
                  <a:lnTo>
                    <a:pt x="830" y="10127"/>
                  </a:lnTo>
                  <a:cubicBezTo>
                    <a:pt x="939" y="10037"/>
                    <a:pt x="1066" y="9971"/>
                    <a:pt x="1200" y="9932"/>
                  </a:cubicBezTo>
                  <a:lnTo>
                    <a:pt x="1696" y="9787"/>
                  </a:lnTo>
                  <a:lnTo>
                    <a:pt x="3503" y="10692"/>
                  </a:lnTo>
                  <a:cubicBezTo>
                    <a:pt x="3539" y="10711"/>
                    <a:pt x="3573" y="10719"/>
                    <a:pt x="3605" y="10719"/>
                  </a:cubicBezTo>
                  <a:cubicBezTo>
                    <a:pt x="3794" y="10719"/>
                    <a:pt x="3898" y="10429"/>
                    <a:pt x="3684" y="10330"/>
                  </a:cubicBezTo>
                  <a:lnTo>
                    <a:pt x="2272" y="9617"/>
                  </a:lnTo>
                  <a:lnTo>
                    <a:pt x="3499" y="9254"/>
                  </a:lnTo>
                  <a:cubicBezTo>
                    <a:pt x="3865" y="9146"/>
                    <a:pt x="4115" y="8813"/>
                    <a:pt x="4115" y="8432"/>
                  </a:cubicBezTo>
                  <a:lnTo>
                    <a:pt x="4115" y="7733"/>
                  </a:lnTo>
                  <a:cubicBezTo>
                    <a:pt x="4533" y="7936"/>
                    <a:pt x="4986" y="8037"/>
                    <a:pt x="5438" y="8037"/>
                  </a:cubicBezTo>
                  <a:cubicBezTo>
                    <a:pt x="5891" y="8037"/>
                    <a:pt x="6343" y="7936"/>
                    <a:pt x="6759" y="7733"/>
                  </a:cubicBezTo>
                  <a:lnTo>
                    <a:pt x="6759" y="8432"/>
                  </a:lnTo>
                  <a:cubicBezTo>
                    <a:pt x="6763" y="8813"/>
                    <a:pt x="7013" y="9146"/>
                    <a:pt x="7375" y="9254"/>
                  </a:cubicBezTo>
                  <a:lnTo>
                    <a:pt x="8606" y="9617"/>
                  </a:lnTo>
                  <a:lnTo>
                    <a:pt x="6227" y="10808"/>
                  </a:lnTo>
                  <a:cubicBezTo>
                    <a:pt x="6015" y="10578"/>
                    <a:pt x="5727" y="10463"/>
                    <a:pt x="5439" y="10463"/>
                  </a:cubicBezTo>
                  <a:cubicBezTo>
                    <a:pt x="5151" y="10463"/>
                    <a:pt x="4863" y="10578"/>
                    <a:pt x="4651" y="10808"/>
                  </a:cubicBezTo>
                  <a:lnTo>
                    <a:pt x="4441" y="10703"/>
                  </a:lnTo>
                  <a:cubicBezTo>
                    <a:pt x="4406" y="10684"/>
                    <a:pt x="4371" y="10676"/>
                    <a:pt x="4339" y="10676"/>
                  </a:cubicBezTo>
                  <a:cubicBezTo>
                    <a:pt x="4150" y="10676"/>
                    <a:pt x="4043" y="10966"/>
                    <a:pt x="4260" y="11065"/>
                  </a:cubicBezTo>
                  <a:lnTo>
                    <a:pt x="4434" y="11156"/>
                  </a:lnTo>
                  <a:cubicBezTo>
                    <a:pt x="4195" y="11779"/>
                    <a:pt x="4579" y="12467"/>
                    <a:pt x="5234" y="12594"/>
                  </a:cubicBezTo>
                  <a:lnTo>
                    <a:pt x="5234" y="13716"/>
                  </a:lnTo>
                  <a:cubicBezTo>
                    <a:pt x="5234" y="13852"/>
                    <a:pt x="5337" y="13920"/>
                    <a:pt x="5439" y="13920"/>
                  </a:cubicBezTo>
                  <a:cubicBezTo>
                    <a:pt x="5541" y="13920"/>
                    <a:pt x="5644" y="13852"/>
                    <a:pt x="5644" y="13716"/>
                  </a:cubicBezTo>
                  <a:lnTo>
                    <a:pt x="5644" y="12594"/>
                  </a:lnTo>
                  <a:cubicBezTo>
                    <a:pt x="6299" y="12467"/>
                    <a:pt x="6683" y="11779"/>
                    <a:pt x="6444" y="11156"/>
                  </a:cubicBezTo>
                  <a:lnTo>
                    <a:pt x="9178" y="9787"/>
                  </a:lnTo>
                  <a:lnTo>
                    <a:pt x="9675" y="9932"/>
                  </a:lnTo>
                  <a:cubicBezTo>
                    <a:pt x="9809" y="9971"/>
                    <a:pt x="9935" y="10037"/>
                    <a:pt x="10044" y="10124"/>
                  </a:cubicBezTo>
                  <a:lnTo>
                    <a:pt x="8881" y="11120"/>
                  </a:lnTo>
                  <a:cubicBezTo>
                    <a:pt x="8642" y="11322"/>
                    <a:pt x="8505" y="11623"/>
                    <a:pt x="8505" y="11934"/>
                  </a:cubicBezTo>
                  <a:lnTo>
                    <a:pt x="8505" y="13713"/>
                  </a:lnTo>
                  <a:cubicBezTo>
                    <a:pt x="8505" y="13849"/>
                    <a:pt x="8606" y="13916"/>
                    <a:pt x="8708" y="13916"/>
                  </a:cubicBezTo>
                  <a:cubicBezTo>
                    <a:pt x="8809" y="13916"/>
                    <a:pt x="8910" y="13849"/>
                    <a:pt x="8910" y="13713"/>
                  </a:cubicBezTo>
                  <a:lnTo>
                    <a:pt x="8910" y="11934"/>
                  </a:lnTo>
                  <a:cubicBezTo>
                    <a:pt x="8910" y="11739"/>
                    <a:pt x="8997" y="11554"/>
                    <a:pt x="9146" y="11427"/>
                  </a:cubicBezTo>
                  <a:lnTo>
                    <a:pt x="10312" y="10428"/>
                  </a:lnTo>
                  <a:cubicBezTo>
                    <a:pt x="10410" y="10598"/>
                    <a:pt x="10464" y="10790"/>
                    <a:pt x="10464" y="10986"/>
                  </a:cubicBezTo>
                  <a:lnTo>
                    <a:pt x="10464" y="13713"/>
                  </a:lnTo>
                  <a:cubicBezTo>
                    <a:pt x="10464" y="13849"/>
                    <a:pt x="10566" y="13916"/>
                    <a:pt x="10669" y="13916"/>
                  </a:cubicBezTo>
                  <a:cubicBezTo>
                    <a:pt x="10771" y="13916"/>
                    <a:pt x="10873" y="13849"/>
                    <a:pt x="10873" y="13713"/>
                  </a:cubicBezTo>
                  <a:lnTo>
                    <a:pt x="10873" y="10986"/>
                  </a:lnTo>
                  <a:cubicBezTo>
                    <a:pt x="10866" y="10319"/>
                    <a:pt x="10428" y="9732"/>
                    <a:pt x="9787" y="9540"/>
                  </a:cubicBezTo>
                  <a:lnTo>
                    <a:pt x="7491" y="8867"/>
                  </a:lnTo>
                  <a:cubicBezTo>
                    <a:pt x="7299" y="8809"/>
                    <a:pt x="7168" y="8631"/>
                    <a:pt x="7168" y="8432"/>
                  </a:cubicBezTo>
                  <a:lnTo>
                    <a:pt x="7168" y="7494"/>
                  </a:lnTo>
                  <a:cubicBezTo>
                    <a:pt x="7864" y="7013"/>
                    <a:pt x="8327" y="6259"/>
                    <a:pt x="8447" y="5423"/>
                  </a:cubicBezTo>
                  <a:lnTo>
                    <a:pt x="8599" y="5423"/>
                  </a:lnTo>
                  <a:cubicBezTo>
                    <a:pt x="8950" y="5423"/>
                    <a:pt x="9254" y="5180"/>
                    <a:pt x="9330" y="4840"/>
                  </a:cubicBezTo>
                  <a:cubicBezTo>
                    <a:pt x="9407" y="4495"/>
                    <a:pt x="9229" y="4144"/>
                    <a:pt x="8910" y="4003"/>
                  </a:cubicBezTo>
                  <a:lnTo>
                    <a:pt x="8910" y="3474"/>
                  </a:lnTo>
                  <a:cubicBezTo>
                    <a:pt x="8910" y="1555"/>
                    <a:pt x="7357" y="1"/>
                    <a:pt x="54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88"/>
            <p:cNvSpPr/>
            <p:nvPr/>
          </p:nvSpPr>
          <p:spPr>
            <a:xfrm>
              <a:off x="7273836" y="3946019"/>
              <a:ext cx="49630" cy="16491"/>
            </a:xfrm>
            <a:custGeom>
              <a:rect b="b" l="l" r="r" t="t"/>
              <a:pathLst>
                <a:path extrusionOk="0" h="629" w="1893">
                  <a:moveTo>
                    <a:pt x="293" y="1"/>
                  </a:moveTo>
                  <a:cubicBezTo>
                    <a:pt x="136" y="1"/>
                    <a:pt x="1" y="206"/>
                    <a:pt x="148" y="354"/>
                  </a:cubicBezTo>
                  <a:cubicBezTo>
                    <a:pt x="326" y="527"/>
                    <a:pt x="623" y="629"/>
                    <a:pt x="945" y="629"/>
                  </a:cubicBezTo>
                  <a:cubicBezTo>
                    <a:pt x="1271" y="629"/>
                    <a:pt x="1568" y="527"/>
                    <a:pt x="1742" y="354"/>
                  </a:cubicBezTo>
                  <a:cubicBezTo>
                    <a:pt x="1892" y="206"/>
                    <a:pt x="1758" y="1"/>
                    <a:pt x="1599" y="1"/>
                  </a:cubicBezTo>
                  <a:cubicBezTo>
                    <a:pt x="1551" y="1"/>
                    <a:pt x="1501" y="19"/>
                    <a:pt x="1456" y="64"/>
                  </a:cubicBezTo>
                  <a:cubicBezTo>
                    <a:pt x="1383" y="136"/>
                    <a:pt x="1202" y="223"/>
                    <a:pt x="945" y="223"/>
                  </a:cubicBezTo>
                  <a:cubicBezTo>
                    <a:pt x="688" y="223"/>
                    <a:pt x="510" y="136"/>
                    <a:pt x="434" y="64"/>
                  </a:cubicBezTo>
                  <a:cubicBezTo>
                    <a:pt x="390"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88"/>
            <p:cNvSpPr/>
            <p:nvPr/>
          </p:nvSpPr>
          <p:spPr>
            <a:xfrm>
              <a:off x="7273626" y="3848884"/>
              <a:ext cx="49971" cy="22259"/>
            </a:xfrm>
            <a:custGeom>
              <a:rect b="b" l="l" r="r" t="t"/>
              <a:pathLst>
                <a:path extrusionOk="0" h="849" w="1906">
                  <a:moveTo>
                    <a:pt x="296" y="0"/>
                  </a:moveTo>
                  <a:cubicBezTo>
                    <a:pt x="120" y="0"/>
                    <a:pt x="0" y="254"/>
                    <a:pt x="185" y="379"/>
                  </a:cubicBezTo>
                  <a:lnTo>
                    <a:pt x="189" y="379"/>
                  </a:lnTo>
                  <a:lnTo>
                    <a:pt x="841" y="814"/>
                  </a:lnTo>
                  <a:cubicBezTo>
                    <a:pt x="875" y="837"/>
                    <a:pt x="915" y="849"/>
                    <a:pt x="955" y="849"/>
                  </a:cubicBezTo>
                  <a:cubicBezTo>
                    <a:pt x="995" y="849"/>
                    <a:pt x="1035" y="837"/>
                    <a:pt x="1069" y="814"/>
                  </a:cubicBezTo>
                  <a:lnTo>
                    <a:pt x="1721" y="379"/>
                  </a:lnTo>
                  <a:cubicBezTo>
                    <a:pt x="1906" y="254"/>
                    <a:pt x="1786" y="0"/>
                    <a:pt x="1610" y="0"/>
                  </a:cubicBezTo>
                  <a:cubicBezTo>
                    <a:pt x="1573" y="0"/>
                    <a:pt x="1533" y="12"/>
                    <a:pt x="1493" y="38"/>
                  </a:cubicBezTo>
                  <a:lnTo>
                    <a:pt x="953" y="401"/>
                  </a:lnTo>
                  <a:lnTo>
                    <a:pt x="413" y="38"/>
                  </a:lnTo>
                  <a:cubicBezTo>
                    <a:pt x="373" y="12"/>
                    <a:pt x="333" y="0"/>
                    <a:pt x="2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88"/>
            <p:cNvSpPr/>
            <p:nvPr/>
          </p:nvSpPr>
          <p:spPr>
            <a:xfrm>
              <a:off x="7293289" y="3831921"/>
              <a:ext cx="10644" cy="16360"/>
            </a:xfrm>
            <a:custGeom>
              <a:rect b="b" l="l" r="r" t="t"/>
              <a:pathLst>
                <a:path extrusionOk="0" h="624" w="406">
                  <a:moveTo>
                    <a:pt x="203" y="0"/>
                  </a:moveTo>
                  <a:cubicBezTo>
                    <a:pt x="102" y="0"/>
                    <a:pt x="0" y="68"/>
                    <a:pt x="0" y="204"/>
                  </a:cubicBezTo>
                  <a:lnTo>
                    <a:pt x="0" y="421"/>
                  </a:lnTo>
                  <a:cubicBezTo>
                    <a:pt x="0" y="533"/>
                    <a:pt x="91" y="624"/>
                    <a:pt x="203" y="624"/>
                  </a:cubicBezTo>
                  <a:cubicBezTo>
                    <a:pt x="315" y="624"/>
                    <a:pt x="406" y="533"/>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5" name="Google Shape;17915;p88"/>
          <p:cNvGrpSpPr/>
          <p:nvPr/>
        </p:nvGrpSpPr>
        <p:grpSpPr>
          <a:xfrm>
            <a:off x="6255941" y="4286087"/>
            <a:ext cx="284958" cy="364948"/>
            <a:chOff x="6255941" y="4286087"/>
            <a:chExt cx="284958" cy="364948"/>
          </a:xfrm>
        </p:grpSpPr>
        <p:sp>
          <p:nvSpPr>
            <p:cNvPr id="17916" name="Google Shape;17916;p88"/>
            <p:cNvSpPr/>
            <p:nvPr/>
          </p:nvSpPr>
          <p:spPr>
            <a:xfrm>
              <a:off x="6291912" y="4291409"/>
              <a:ext cx="213017" cy="205781"/>
            </a:xfrm>
            <a:custGeom>
              <a:rect b="b" l="l" r="r" t="t"/>
              <a:pathLst>
                <a:path extrusionOk="0" h="7849" w="8125">
                  <a:moveTo>
                    <a:pt x="4061" y="0"/>
                  </a:moveTo>
                  <a:cubicBezTo>
                    <a:pt x="2018" y="0"/>
                    <a:pt x="356" y="1659"/>
                    <a:pt x="356" y="3705"/>
                  </a:cubicBezTo>
                  <a:lnTo>
                    <a:pt x="356" y="4796"/>
                  </a:lnTo>
                  <a:cubicBezTo>
                    <a:pt x="356" y="5524"/>
                    <a:pt x="211" y="5994"/>
                    <a:pt x="84" y="6262"/>
                  </a:cubicBezTo>
                  <a:cubicBezTo>
                    <a:pt x="1" y="6447"/>
                    <a:pt x="55" y="6668"/>
                    <a:pt x="218" y="6791"/>
                  </a:cubicBezTo>
                  <a:cubicBezTo>
                    <a:pt x="645" y="7113"/>
                    <a:pt x="2101" y="7849"/>
                    <a:pt x="4064" y="7849"/>
                  </a:cubicBezTo>
                  <a:cubicBezTo>
                    <a:pt x="6027" y="7849"/>
                    <a:pt x="7483" y="7113"/>
                    <a:pt x="7907" y="6791"/>
                  </a:cubicBezTo>
                  <a:cubicBezTo>
                    <a:pt x="8070" y="6668"/>
                    <a:pt x="8124" y="6447"/>
                    <a:pt x="8041" y="6262"/>
                  </a:cubicBezTo>
                  <a:cubicBezTo>
                    <a:pt x="7914" y="5994"/>
                    <a:pt x="7769" y="5524"/>
                    <a:pt x="7769" y="4796"/>
                  </a:cubicBezTo>
                  <a:lnTo>
                    <a:pt x="7769" y="3705"/>
                  </a:lnTo>
                  <a:cubicBezTo>
                    <a:pt x="7769" y="1659"/>
                    <a:pt x="6107" y="0"/>
                    <a:pt x="406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88"/>
            <p:cNvSpPr/>
            <p:nvPr/>
          </p:nvSpPr>
          <p:spPr>
            <a:xfrm>
              <a:off x="6358478" y="4474276"/>
              <a:ext cx="79963" cy="68585"/>
            </a:xfrm>
            <a:custGeom>
              <a:rect b="b" l="l" r="r" t="t"/>
              <a:pathLst>
                <a:path extrusionOk="0" h="2616" w="3050">
                  <a:moveTo>
                    <a:pt x="0" y="1"/>
                  </a:moveTo>
                  <a:lnTo>
                    <a:pt x="0" y="2616"/>
                  </a:lnTo>
                  <a:lnTo>
                    <a:pt x="3050" y="2616"/>
                  </a:lnTo>
                  <a:lnTo>
                    <a:pt x="305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88"/>
            <p:cNvSpPr/>
            <p:nvPr/>
          </p:nvSpPr>
          <p:spPr>
            <a:xfrm>
              <a:off x="6358478" y="4474276"/>
              <a:ext cx="79963" cy="39982"/>
            </a:xfrm>
            <a:custGeom>
              <a:rect b="b" l="l" r="r" t="t"/>
              <a:pathLst>
                <a:path extrusionOk="0" h="1525" w="3050">
                  <a:moveTo>
                    <a:pt x="0" y="1"/>
                  </a:moveTo>
                  <a:lnTo>
                    <a:pt x="0" y="1142"/>
                  </a:lnTo>
                  <a:cubicBezTo>
                    <a:pt x="477" y="1397"/>
                    <a:pt x="1001" y="1525"/>
                    <a:pt x="1525" y="1525"/>
                  </a:cubicBezTo>
                  <a:cubicBezTo>
                    <a:pt x="2049" y="1525"/>
                    <a:pt x="2574" y="1397"/>
                    <a:pt x="3050" y="1142"/>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88"/>
            <p:cNvSpPr/>
            <p:nvPr/>
          </p:nvSpPr>
          <p:spPr>
            <a:xfrm>
              <a:off x="6301219" y="4330683"/>
              <a:ext cx="194691" cy="166507"/>
            </a:xfrm>
            <a:custGeom>
              <a:rect b="b" l="l" r="r" t="t"/>
              <a:pathLst>
                <a:path extrusionOk="0" h="6351" w="7426">
                  <a:moveTo>
                    <a:pt x="2441" y="0"/>
                  </a:moveTo>
                  <a:cubicBezTo>
                    <a:pt x="2356" y="0"/>
                    <a:pt x="2270" y="25"/>
                    <a:pt x="2195" y="78"/>
                  </a:cubicBezTo>
                  <a:cubicBezTo>
                    <a:pt x="1478" y="585"/>
                    <a:pt x="1065" y="1418"/>
                    <a:pt x="1094" y="2294"/>
                  </a:cubicBezTo>
                  <a:cubicBezTo>
                    <a:pt x="1105" y="2483"/>
                    <a:pt x="957" y="2642"/>
                    <a:pt x="768" y="2642"/>
                  </a:cubicBezTo>
                  <a:lnTo>
                    <a:pt x="547" y="2642"/>
                  </a:lnTo>
                  <a:cubicBezTo>
                    <a:pt x="247" y="2642"/>
                    <a:pt x="1" y="2885"/>
                    <a:pt x="1" y="3185"/>
                  </a:cubicBezTo>
                  <a:cubicBezTo>
                    <a:pt x="1" y="3490"/>
                    <a:pt x="247" y="3732"/>
                    <a:pt x="547" y="3732"/>
                  </a:cubicBezTo>
                  <a:lnTo>
                    <a:pt x="888" y="3732"/>
                  </a:lnTo>
                  <a:cubicBezTo>
                    <a:pt x="997" y="5210"/>
                    <a:pt x="2228" y="6351"/>
                    <a:pt x="3709" y="6351"/>
                  </a:cubicBezTo>
                  <a:cubicBezTo>
                    <a:pt x="5190" y="6351"/>
                    <a:pt x="6422" y="5210"/>
                    <a:pt x="6531" y="3732"/>
                  </a:cubicBezTo>
                  <a:lnTo>
                    <a:pt x="6882" y="3732"/>
                  </a:lnTo>
                  <a:cubicBezTo>
                    <a:pt x="7182" y="3732"/>
                    <a:pt x="7425" y="3490"/>
                    <a:pt x="7425" y="3185"/>
                  </a:cubicBezTo>
                  <a:cubicBezTo>
                    <a:pt x="7425" y="2885"/>
                    <a:pt x="7182" y="2642"/>
                    <a:pt x="6882" y="2642"/>
                  </a:cubicBezTo>
                  <a:lnTo>
                    <a:pt x="6650" y="2642"/>
                  </a:lnTo>
                  <a:cubicBezTo>
                    <a:pt x="6462" y="2642"/>
                    <a:pt x="6313" y="2483"/>
                    <a:pt x="6324" y="2294"/>
                  </a:cubicBezTo>
                  <a:cubicBezTo>
                    <a:pt x="6353" y="1418"/>
                    <a:pt x="5940" y="585"/>
                    <a:pt x="5223" y="78"/>
                  </a:cubicBezTo>
                  <a:cubicBezTo>
                    <a:pt x="5149" y="25"/>
                    <a:pt x="5063" y="0"/>
                    <a:pt x="4977" y="0"/>
                  </a:cubicBezTo>
                  <a:cubicBezTo>
                    <a:pt x="4838" y="0"/>
                    <a:pt x="4701" y="67"/>
                    <a:pt x="4618" y="190"/>
                  </a:cubicBezTo>
                  <a:cubicBezTo>
                    <a:pt x="4405" y="520"/>
                    <a:pt x="4057" y="685"/>
                    <a:pt x="3709" y="685"/>
                  </a:cubicBezTo>
                  <a:cubicBezTo>
                    <a:pt x="3362" y="685"/>
                    <a:pt x="3014" y="520"/>
                    <a:pt x="2800" y="190"/>
                  </a:cubicBezTo>
                  <a:cubicBezTo>
                    <a:pt x="2717" y="67"/>
                    <a:pt x="2580" y="0"/>
                    <a:pt x="244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88"/>
            <p:cNvSpPr/>
            <p:nvPr/>
          </p:nvSpPr>
          <p:spPr>
            <a:xfrm>
              <a:off x="6301219" y="4343346"/>
              <a:ext cx="108750" cy="153871"/>
            </a:xfrm>
            <a:custGeom>
              <a:rect b="b" l="l" r="r" t="t"/>
              <a:pathLst>
                <a:path extrusionOk="0" h="5869" w="4148">
                  <a:moveTo>
                    <a:pt x="1746" y="0"/>
                  </a:moveTo>
                  <a:cubicBezTo>
                    <a:pt x="1304" y="497"/>
                    <a:pt x="1073" y="1149"/>
                    <a:pt x="1094" y="1815"/>
                  </a:cubicBezTo>
                  <a:cubicBezTo>
                    <a:pt x="1105" y="2003"/>
                    <a:pt x="957" y="2159"/>
                    <a:pt x="768" y="2163"/>
                  </a:cubicBezTo>
                  <a:lnTo>
                    <a:pt x="547" y="2163"/>
                  </a:lnTo>
                  <a:cubicBezTo>
                    <a:pt x="247" y="2163"/>
                    <a:pt x="1" y="2405"/>
                    <a:pt x="1" y="2706"/>
                  </a:cubicBezTo>
                  <a:cubicBezTo>
                    <a:pt x="1" y="3007"/>
                    <a:pt x="247" y="3249"/>
                    <a:pt x="547" y="3249"/>
                  </a:cubicBezTo>
                  <a:lnTo>
                    <a:pt x="888" y="3249"/>
                  </a:lnTo>
                  <a:cubicBezTo>
                    <a:pt x="990" y="4745"/>
                    <a:pt x="2238" y="5869"/>
                    <a:pt x="3688" y="5869"/>
                  </a:cubicBezTo>
                  <a:cubicBezTo>
                    <a:pt x="3839" y="5869"/>
                    <a:pt x="3993" y="5857"/>
                    <a:pt x="4147" y="5831"/>
                  </a:cubicBezTo>
                  <a:cubicBezTo>
                    <a:pt x="2768" y="5618"/>
                    <a:pt x="1746" y="4430"/>
                    <a:pt x="1746" y="3032"/>
                  </a:cubicBezTo>
                  <a:lnTo>
                    <a:pt x="174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88"/>
            <p:cNvSpPr/>
            <p:nvPr/>
          </p:nvSpPr>
          <p:spPr>
            <a:xfrm>
              <a:off x="6261237" y="4531456"/>
              <a:ext cx="274261" cy="114256"/>
            </a:xfrm>
            <a:custGeom>
              <a:rect b="b" l="l" r="r" t="t"/>
              <a:pathLst>
                <a:path extrusionOk="0" h="4358" w="10461">
                  <a:moveTo>
                    <a:pt x="2833" y="0"/>
                  </a:moveTo>
                  <a:lnTo>
                    <a:pt x="1229" y="493"/>
                  </a:lnTo>
                  <a:cubicBezTo>
                    <a:pt x="497" y="717"/>
                    <a:pt x="1" y="1394"/>
                    <a:pt x="1" y="2159"/>
                  </a:cubicBezTo>
                  <a:lnTo>
                    <a:pt x="1" y="4357"/>
                  </a:lnTo>
                  <a:lnTo>
                    <a:pt x="10460" y="4357"/>
                  </a:lnTo>
                  <a:lnTo>
                    <a:pt x="10460" y="2159"/>
                  </a:lnTo>
                  <a:cubicBezTo>
                    <a:pt x="10460" y="1394"/>
                    <a:pt x="9964" y="717"/>
                    <a:pt x="9233" y="493"/>
                  </a:cubicBezTo>
                  <a:lnTo>
                    <a:pt x="7632" y="0"/>
                  </a:lnTo>
                  <a:lnTo>
                    <a:pt x="5231" y="217"/>
                  </a:lnTo>
                  <a:lnTo>
                    <a:pt x="283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88"/>
            <p:cNvSpPr/>
            <p:nvPr/>
          </p:nvSpPr>
          <p:spPr>
            <a:xfrm>
              <a:off x="6381261" y="4479991"/>
              <a:ext cx="34397" cy="28603"/>
            </a:xfrm>
            <a:custGeom>
              <a:rect b="b" l="l" r="r" t="t"/>
              <a:pathLst>
                <a:path extrusionOk="0" h="1091" w="1312">
                  <a:moveTo>
                    <a:pt x="1" y="0"/>
                  </a:moveTo>
                  <a:lnTo>
                    <a:pt x="356" y="887"/>
                  </a:lnTo>
                  <a:cubicBezTo>
                    <a:pt x="406" y="1011"/>
                    <a:pt x="526" y="1090"/>
                    <a:pt x="656" y="1090"/>
                  </a:cubicBezTo>
                  <a:cubicBezTo>
                    <a:pt x="787" y="1090"/>
                    <a:pt x="906" y="1011"/>
                    <a:pt x="957" y="887"/>
                  </a:cubicBezTo>
                  <a:lnTo>
                    <a:pt x="131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88"/>
            <p:cNvSpPr/>
            <p:nvPr/>
          </p:nvSpPr>
          <p:spPr>
            <a:xfrm>
              <a:off x="6375572" y="4445699"/>
              <a:ext cx="45802" cy="22914"/>
            </a:xfrm>
            <a:custGeom>
              <a:rect b="b" l="l" r="r" t="t"/>
              <a:pathLst>
                <a:path extrusionOk="0" h="874" w="1747">
                  <a:moveTo>
                    <a:pt x="0" y="1"/>
                  </a:moveTo>
                  <a:lnTo>
                    <a:pt x="0" y="435"/>
                  </a:lnTo>
                  <a:cubicBezTo>
                    <a:pt x="0" y="678"/>
                    <a:pt x="196" y="874"/>
                    <a:pt x="439" y="874"/>
                  </a:cubicBezTo>
                  <a:lnTo>
                    <a:pt x="1308" y="874"/>
                  </a:lnTo>
                  <a:cubicBezTo>
                    <a:pt x="1550" y="874"/>
                    <a:pt x="1746" y="678"/>
                    <a:pt x="1746" y="435"/>
                  </a:cubicBezTo>
                  <a:lnTo>
                    <a:pt x="174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88"/>
            <p:cNvSpPr/>
            <p:nvPr/>
          </p:nvSpPr>
          <p:spPr>
            <a:xfrm>
              <a:off x="6318680" y="4531456"/>
              <a:ext cx="159455" cy="54034"/>
            </a:xfrm>
            <a:custGeom>
              <a:rect b="b" l="l" r="r" t="t"/>
              <a:pathLst>
                <a:path extrusionOk="0" h="2061" w="6082">
                  <a:moveTo>
                    <a:pt x="642" y="0"/>
                  </a:moveTo>
                  <a:lnTo>
                    <a:pt x="1" y="196"/>
                  </a:lnTo>
                  <a:lnTo>
                    <a:pt x="26" y="239"/>
                  </a:lnTo>
                  <a:lnTo>
                    <a:pt x="73" y="322"/>
                  </a:lnTo>
                  <a:lnTo>
                    <a:pt x="816" y="1619"/>
                  </a:lnTo>
                  <a:cubicBezTo>
                    <a:pt x="972" y="1891"/>
                    <a:pt x="1261" y="2061"/>
                    <a:pt x="1576" y="2061"/>
                  </a:cubicBezTo>
                  <a:cubicBezTo>
                    <a:pt x="1783" y="2057"/>
                    <a:pt x="1986" y="1985"/>
                    <a:pt x="2141" y="1851"/>
                  </a:cubicBezTo>
                  <a:lnTo>
                    <a:pt x="3043" y="1079"/>
                  </a:lnTo>
                  <a:lnTo>
                    <a:pt x="3941" y="1851"/>
                  </a:lnTo>
                  <a:cubicBezTo>
                    <a:pt x="4107" y="1992"/>
                    <a:pt x="4308" y="2059"/>
                    <a:pt x="4506" y="2059"/>
                  </a:cubicBezTo>
                  <a:cubicBezTo>
                    <a:pt x="4807" y="2059"/>
                    <a:pt x="5103" y="1905"/>
                    <a:pt x="5267" y="1619"/>
                  </a:cubicBezTo>
                  <a:lnTo>
                    <a:pt x="6009" y="322"/>
                  </a:lnTo>
                  <a:lnTo>
                    <a:pt x="6056" y="239"/>
                  </a:lnTo>
                  <a:lnTo>
                    <a:pt x="6082" y="196"/>
                  </a:lnTo>
                  <a:lnTo>
                    <a:pt x="5441" y="0"/>
                  </a:lnTo>
                  <a:lnTo>
                    <a:pt x="3040" y="217"/>
                  </a:lnTo>
                  <a:lnTo>
                    <a:pt x="64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88"/>
            <p:cNvSpPr/>
            <p:nvPr/>
          </p:nvSpPr>
          <p:spPr>
            <a:xfrm>
              <a:off x="6364167" y="4440010"/>
              <a:ext cx="34319" cy="17120"/>
            </a:xfrm>
            <a:custGeom>
              <a:rect b="b" l="l" r="r" t="t"/>
              <a:pathLst>
                <a:path extrusionOk="0" h="653" w="1309">
                  <a:moveTo>
                    <a:pt x="653" y="0"/>
                  </a:moveTo>
                  <a:cubicBezTo>
                    <a:pt x="294" y="0"/>
                    <a:pt x="1" y="290"/>
                    <a:pt x="1" y="652"/>
                  </a:cubicBezTo>
                  <a:lnTo>
                    <a:pt x="653" y="652"/>
                  </a:lnTo>
                  <a:cubicBezTo>
                    <a:pt x="1015" y="652"/>
                    <a:pt x="1308" y="359"/>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88"/>
            <p:cNvSpPr/>
            <p:nvPr/>
          </p:nvSpPr>
          <p:spPr>
            <a:xfrm>
              <a:off x="6398538" y="4440010"/>
              <a:ext cx="34214" cy="17120"/>
            </a:xfrm>
            <a:custGeom>
              <a:rect b="b" l="l" r="r" t="t"/>
              <a:pathLst>
                <a:path extrusionOk="0" h="653" w="1305">
                  <a:moveTo>
                    <a:pt x="1" y="0"/>
                  </a:moveTo>
                  <a:cubicBezTo>
                    <a:pt x="1" y="359"/>
                    <a:pt x="291" y="652"/>
                    <a:pt x="653" y="652"/>
                  </a:cubicBezTo>
                  <a:lnTo>
                    <a:pt x="1305" y="652"/>
                  </a:lnTo>
                  <a:cubicBezTo>
                    <a:pt x="1305" y="290"/>
                    <a:pt x="1015" y="0"/>
                    <a:pt x="65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88"/>
            <p:cNvSpPr/>
            <p:nvPr/>
          </p:nvSpPr>
          <p:spPr>
            <a:xfrm>
              <a:off x="6335590" y="4510718"/>
              <a:ext cx="62896" cy="57574"/>
            </a:xfrm>
            <a:custGeom>
              <a:rect b="b" l="l" r="r" t="t"/>
              <a:pathLst>
                <a:path extrusionOk="0" h="2196" w="2399">
                  <a:moveTo>
                    <a:pt x="530" y="0"/>
                  </a:moveTo>
                  <a:cubicBezTo>
                    <a:pt x="450" y="0"/>
                    <a:pt x="374" y="43"/>
                    <a:pt x="334" y="121"/>
                  </a:cubicBezTo>
                  <a:lnTo>
                    <a:pt x="1" y="791"/>
                  </a:lnTo>
                  <a:lnTo>
                    <a:pt x="743" y="2088"/>
                  </a:lnTo>
                  <a:cubicBezTo>
                    <a:pt x="782" y="2157"/>
                    <a:pt x="855" y="2195"/>
                    <a:pt x="930" y="2195"/>
                  </a:cubicBezTo>
                  <a:cubicBezTo>
                    <a:pt x="980" y="2195"/>
                    <a:pt x="1031" y="2178"/>
                    <a:pt x="1073" y="2142"/>
                  </a:cubicBezTo>
                  <a:lnTo>
                    <a:pt x="2398" y="1008"/>
                  </a:lnTo>
                  <a:lnTo>
                    <a:pt x="634" y="27"/>
                  </a:lnTo>
                  <a:cubicBezTo>
                    <a:pt x="601" y="9"/>
                    <a:pt x="565" y="0"/>
                    <a:pt x="5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88"/>
            <p:cNvSpPr/>
            <p:nvPr/>
          </p:nvSpPr>
          <p:spPr>
            <a:xfrm>
              <a:off x="6398460" y="4510718"/>
              <a:ext cx="62870" cy="57574"/>
            </a:xfrm>
            <a:custGeom>
              <a:rect b="b" l="l" r="r" t="t"/>
              <a:pathLst>
                <a:path extrusionOk="0" h="2196" w="2398">
                  <a:moveTo>
                    <a:pt x="1869" y="0"/>
                  </a:moveTo>
                  <a:cubicBezTo>
                    <a:pt x="1833" y="0"/>
                    <a:pt x="1798" y="9"/>
                    <a:pt x="1764" y="27"/>
                  </a:cubicBezTo>
                  <a:lnTo>
                    <a:pt x="0" y="1008"/>
                  </a:lnTo>
                  <a:lnTo>
                    <a:pt x="1326" y="2142"/>
                  </a:lnTo>
                  <a:cubicBezTo>
                    <a:pt x="1368" y="2178"/>
                    <a:pt x="1419" y="2195"/>
                    <a:pt x="1469" y="2195"/>
                  </a:cubicBezTo>
                  <a:cubicBezTo>
                    <a:pt x="1543" y="2195"/>
                    <a:pt x="1616" y="2157"/>
                    <a:pt x="1655" y="2088"/>
                  </a:cubicBezTo>
                  <a:lnTo>
                    <a:pt x="2398" y="791"/>
                  </a:lnTo>
                  <a:lnTo>
                    <a:pt x="2065" y="121"/>
                  </a:lnTo>
                  <a:cubicBezTo>
                    <a:pt x="2025" y="43"/>
                    <a:pt x="1948" y="0"/>
                    <a:pt x="186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88"/>
            <p:cNvSpPr/>
            <p:nvPr/>
          </p:nvSpPr>
          <p:spPr>
            <a:xfrm>
              <a:off x="6358845" y="4400395"/>
              <a:ext cx="10671" cy="16386"/>
            </a:xfrm>
            <a:custGeom>
              <a:rect b="b" l="l" r="r" t="t"/>
              <a:pathLst>
                <a:path extrusionOk="0" h="625" w="407">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88"/>
            <p:cNvSpPr/>
            <p:nvPr/>
          </p:nvSpPr>
          <p:spPr>
            <a:xfrm>
              <a:off x="6427404" y="4400316"/>
              <a:ext cx="10671" cy="16465"/>
            </a:xfrm>
            <a:custGeom>
              <a:rect b="b" l="l" r="r" t="t"/>
              <a:pathLst>
                <a:path extrusionOk="0" h="628" w="407">
                  <a:moveTo>
                    <a:pt x="204" y="1"/>
                  </a:moveTo>
                  <a:cubicBezTo>
                    <a:pt x="91" y="1"/>
                    <a:pt x="1" y="91"/>
                    <a:pt x="1" y="207"/>
                  </a:cubicBezTo>
                  <a:lnTo>
                    <a:pt x="1" y="424"/>
                  </a:lnTo>
                  <a:cubicBezTo>
                    <a:pt x="1" y="560"/>
                    <a:pt x="102" y="628"/>
                    <a:pt x="204" y="628"/>
                  </a:cubicBezTo>
                  <a:cubicBezTo>
                    <a:pt x="305" y="628"/>
                    <a:pt x="406" y="560"/>
                    <a:pt x="406" y="424"/>
                  </a:cubicBezTo>
                  <a:lnTo>
                    <a:pt x="406" y="207"/>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88"/>
            <p:cNvSpPr/>
            <p:nvPr/>
          </p:nvSpPr>
          <p:spPr>
            <a:xfrm>
              <a:off x="6351347" y="4383222"/>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88"/>
            <p:cNvSpPr/>
            <p:nvPr/>
          </p:nvSpPr>
          <p:spPr>
            <a:xfrm>
              <a:off x="6419906" y="4383222"/>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88"/>
            <p:cNvSpPr/>
            <p:nvPr/>
          </p:nvSpPr>
          <p:spPr>
            <a:xfrm>
              <a:off x="6255941" y="4286087"/>
              <a:ext cx="284958" cy="364948"/>
            </a:xfrm>
            <a:custGeom>
              <a:rect b="b" l="l" r="r" t="t"/>
              <a:pathLst>
                <a:path extrusionOk="0" h="13920" w="10869">
                  <a:moveTo>
                    <a:pt x="1905" y="5542"/>
                  </a:moveTo>
                  <a:cubicBezTo>
                    <a:pt x="2017" y="5603"/>
                    <a:pt x="2144" y="5640"/>
                    <a:pt x="2274" y="5640"/>
                  </a:cubicBezTo>
                  <a:lnTo>
                    <a:pt x="2427" y="5640"/>
                  </a:lnTo>
                  <a:cubicBezTo>
                    <a:pt x="2535" y="6418"/>
                    <a:pt x="2944" y="7125"/>
                    <a:pt x="3564" y="7610"/>
                  </a:cubicBezTo>
                  <a:cubicBezTo>
                    <a:pt x="2731" y="7512"/>
                    <a:pt x="2061" y="7096"/>
                    <a:pt x="1717" y="6831"/>
                  </a:cubicBezTo>
                  <a:cubicBezTo>
                    <a:pt x="1630" y="6766"/>
                    <a:pt x="1597" y="6650"/>
                    <a:pt x="1644" y="6549"/>
                  </a:cubicBezTo>
                  <a:cubicBezTo>
                    <a:pt x="1786" y="6230"/>
                    <a:pt x="1872" y="5890"/>
                    <a:pt x="1905" y="5542"/>
                  </a:cubicBezTo>
                  <a:close/>
                  <a:moveTo>
                    <a:pt x="8964" y="5531"/>
                  </a:moveTo>
                  <a:cubicBezTo>
                    <a:pt x="8996" y="5882"/>
                    <a:pt x="9083" y="6226"/>
                    <a:pt x="9225" y="6549"/>
                  </a:cubicBezTo>
                  <a:cubicBezTo>
                    <a:pt x="9272" y="6650"/>
                    <a:pt x="9243" y="6766"/>
                    <a:pt x="9156" y="6835"/>
                  </a:cubicBezTo>
                  <a:cubicBezTo>
                    <a:pt x="8808" y="7096"/>
                    <a:pt x="8142" y="7512"/>
                    <a:pt x="7309" y="7610"/>
                  </a:cubicBezTo>
                  <a:cubicBezTo>
                    <a:pt x="7928" y="7125"/>
                    <a:pt x="8337" y="6418"/>
                    <a:pt x="8442" y="5640"/>
                  </a:cubicBezTo>
                  <a:lnTo>
                    <a:pt x="8565" y="5640"/>
                  </a:lnTo>
                  <a:cubicBezTo>
                    <a:pt x="8707" y="5640"/>
                    <a:pt x="8844" y="5603"/>
                    <a:pt x="8964" y="5531"/>
                  </a:cubicBezTo>
                  <a:close/>
                  <a:moveTo>
                    <a:pt x="5436" y="406"/>
                  </a:moveTo>
                  <a:lnTo>
                    <a:pt x="5436" y="410"/>
                  </a:lnTo>
                  <a:cubicBezTo>
                    <a:pt x="7370" y="410"/>
                    <a:pt x="8935" y="1978"/>
                    <a:pt x="8938" y="3908"/>
                  </a:cubicBezTo>
                  <a:lnTo>
                    <a:pt x="8938" y="4224"/>
                  </a:lnTo>
                  <a:cubicBezTo>
                    <a:pt x="8830" y="4169"/>
                    <a:pt x="8714" y="4140"/>
                    <a:pt x="8598" y="4140"/>
                  </a:cubicBezTo>
                  <a:lnTo>
                    <a:pt x="8486" y="4140"/>
                  </a:lnTo>
                  <a:cubicBezTo>
                    <a:pt x="8424" y="4140"/>
                    <a:pt x="8366" y="4118"/>
                    <a:pt x="8323" y="4075"/>
                  </a:cubicBezTo>
                  <a:cubicBezTo>
                    <a:pt x="8279" y="4032"/>
                    <a:pt x="8254" y="3974"/>
                    <a:pt x="8254" y="3912"/>
                  </a:cubicBezTo>
                  <a:cubicBezTo>
                    <a:pt x="8254" y="2999"/>
                    <a:pt x="7812" y="2141"/>
                    <a:pt x="7070" y="1612"/>
                  </a:cubicBezTo>
                  <a:cubicBezTo>
                    <a:pt x="6958" y="1534"/>
                    <a:pt x="6830" y="1496"/>
                    <a:pt x="6704" y="1496"/>
                  </a:cubicBezTo>
                  <a:cubicBezTo>
                    <a:pt x="6499" y="1496"/>
                    <a:pt x="6298" y="1595"/>
                    <a:pt x="6175" y="1779"/>
                  </a:cubicBezTo>
                  <a:cubicBezTo>
                    <a:pt x="6001" y="2045"/>
                    <a:pt x="5719" y="2178"/>
                    <a:pt x="5436" y="2178"/>
                  </a:cubicBezTo>
                  <a:cubicBezTo>
                    <a:pt x="5154" y="2178"/>
                    <a:pt x="4871" y="2045"/>
                    <a:pt x="4697" y="1779"/>
                  </a:cubicBezTo>
                  <a:cubicBezTo>
                    <a:pt x="4574" y="1595"/>
                    <a:pt x="4373" y="1496"/>
                    <a:pt x="4168" y="1496"/>
                  </a:cubicBezTo>
                  <a:cubicBezTo>
                    <a:pt x="4042" y="1496"/>
                    <a:pt x="3915" y="1534"/>
                    <a:pt x="3803" y="1612"/>
                  </a:cubicBezTo>
                  <a:cubicBezTo>
                    <a:pt x="3662" y="1714"/>
                    <a:pt x="3528" y="1830"/>
                    <a:pt x="3404" y="1956"/>
                  </a:cubicBezTo>
                  <a:cubicBezTo>
                    <a:pt x="3261" y="2105"/>
                    <a:pt x="3397" y="2305"/>
                    <a:pt x="3553" y="2305"/>
                  </a:cubicBezTo>
                  <a:cubicBezTo>
                    <a:pt x="3602" y="2305"/>
                    <a:pt x="3653" y="2285"/>
                    <a:pt x="3698" y="2239"/>
                  </a:cubicBezTo>
                  <a:cubicBezTo>
                    <a:pt x="3803" y="2130"/>
                    <a:pt x="3919" y="2032"/>
                    <a:pt x="4042" y="1945"/>
                  </a:cubicBezTo>
                  <a:cubicBezTo>
                    <a:pt x="4081" y="1918"/>
                    <a:pt x="4126" y="1904"/>
                    <a:pt x="4171" y="1904"/>
                  </a:cubicBezTo>
                  <a:cubicBezTo>
                    <a:pt x="4243" y="1904"/>
                    <a:pt x="4315" y="1939"/>
                    <a:pt x="4357" y="2003"/>
                  </a:cubicBezTo>
                  <a:cubicBezTo>
                    <a:pt x="4612" y="2393"/>
                    <a:pt x="5025" y="2587"/>
                    <a:pt x="5438" y="2587"/>
                  </a:cubicBezTo>
                  <a:cubicBezTo>
                    <a:pt x="5851" y="2587"/>
                    <a:pt x="6264" y="2393"/>
                    <a:pt x="6519" y="2003"/>
                  </a:cubicBezTo>
                  <a:cubicBezTo>
                    <a:pt x="6564" y="1939"/>
                    <a:pt x="6634" y="1904"/>
                    <a:pt x="6707" y="1904"/>
                  </a:cubicBezTo>
                  <a:cubicBezTo>
                    <a:pt x="6752" y="1904"/>
                    <a:pt x="6797" y="1918"/>
                    <a:pt x="6838" y="1945"/>
                  </a:cubicBezTo>
                  <a:cubicBezTo>
                    <a:pt x="7472" y="2398"/>
                    <a:pt x="7852" y="3130"/>
                    <a:pt x="7852" y="3912"/>
                  </a:cubicBezTo>
                  <a:cubicBezTo>
                    <a:pt x="7852" y="4263"/>
                    <a:pt x="8138" y="4549"/>
                    <a:pt x="8493" y="4549"/>
                  </a:cubicBezTo>
                  <a:lnTo>
                    <a:pt x="8602" y="4549"/>
                  </a:lnTo>
                  <a:cubicBezTo>
                    <a:pt x="8804" y="4549"/>
                    <a:pt x="8960" y="4723"/>
                    <a:pt x="8938" y="4926"/>
                  </a:cubicBezTo>
                  <a:cubicBezTo>
                    <a:pt x="8924" y="5096"/>
                    <a:pt x="8757" y="5230"/>
                    <a:pt x="8569" y="5230"/>
                  </a:cubicBezTo>
                  <a:lnTo>
                    <a:pt x="8478" y="5230"/>
                  </a:lnTo>
                  <a:lnTo>
                    <a:pt x="8478" y="5219"/>
                  </a:lnTo>
                  <a:cubicBezTo>
                    <a:pt x="8478" y="5107"/>
                    <a:pt x="8388" y="5017"/>
                    <a:pt x="8276" y="5017"/>
                  </a:cubicBezTo>
                  <a:cubicBezTo>
                    <a:pt x="8163" y="5017"/>
                    <a:pt x="8073" y="5107"/>
                    <a:pt x="8073" y="5219"/>
                  </a:cubicBezTo>
                  <a:cubicBezTo>
                    <a:pt x="8069" y="6386"/>
                    <a:pt x="7298" y="7414"/>
                    <a:pt x="6179" y="7744"/>
                  </a:cubicBezTo>
                  <a:lnTo>
                    <a:pt x="6284" y="7472"/>
                  </a:lnTo>
                  <a:cubicBezTo>
                    <a:pt x="6338" y="7338"/>
                    <a:pt x="6240" y="7190"/>
                    <a:pt x="6095" y="7190"/>
                  </a:cubicBezTo>
                  <a:lnTo>
                    <a:pt x="4788" y="7190"/>
                  </a:lnTo>
                  <a:cubicBezTo>
                    <a:pt x="4643" y="7190"/>
                    <a:pt x="4545" y="7338"/>
                    <a:pt x="4600" y="7472"/>
                  </a:cubicBezTo>
                  <a:lnTo>
                    <a:pt x="4705" y="7744"/>
                  </a:lnTo>
                  <a:cubicBezTo>
                    <a:pt x="3582" y="7414"/>
                    <a:pt x="2810" y="6386"/>
                    <a:pt x="2810" y="5216"/>
                  </a:cubicBezTo>
                  <a:cubicBezTo>
                    <a:pt x="2810" y="5080"/>
                    <a:pt x="2709" y="5012"/>
                    <a:pt x="2608" y="5012"/>
                  </a:cubicBezTo>
                  <a:cubicBezTo>
                    <a:pt x="2506" y="5012"/>
                    <a:pt x="2405" y="5080"/>
                    <a:pt x="2405" y="5216"/>
                  </a:cubicBezTo>
                  <a:lnTo>
                    <a:pt x="2405" y="5230"/>
                  </a:lnTo>
                  <a:lnTo>
                    <a:pt x="2282" y="5230"/>
                  </a:lnTo>
                  <a:cubicBezTo>
                    <a:pt x="2079" y="5230"/>
                    <a:pt x="1920" y="5057"/>
                    <a:pt x="1941" y="4854"/>
                  </a:cubicBezTo>
                  <a:cubicBezTo>
                    <a:pt x="1959" y="4683"/>
                    <a:pt x="2122" y="4549"/>
                    <a:pt x="2311" y="4549"/>
                  </a:cubicBezTo>
                  <a:lnTo>
                    <a:pt x="2390" y="4549"/>
                  </a:lnTo>
                  <a:cubicBezTo>
                    <a:pt x="2742" y="4549"/>
                    <a:pt x="3028" y="4263"/>
                    <a:pt x="3031" y="3912"/>
                  </a:cubicBezTo>
                  <a:cubicBezTo>
                    <a:pt x="3028" y="3564"/>
                    <a:pt x="3104" y="3220"/>
                    <a:pt x="3249" y="2905"/>
                  </a:cubicBezTo>
                  <a:cubicBezTo>
                    <a:pt x="3325" y="2744"/>
                    <a:pt x="3190" y="2615"/>
                    <a:pt x="3057" y="2615"/>
                  </a:cubicBezTo>
                  <a:cubicBezTo>
                    <a:pt x="2987" y="2615"/>
                    <a:pt x="2918" y="2650"/>
                    <a:pt x="2879" y="2735"/>
                  </a:cubicBezTo>
                  <a:cubicBezTo>
                    <a:pt x="2709" y="3104"/>
                    <a:pt x="2622" y="3506"/>
                    <a:pt x="2622" y="3912"/>
                  </a:cubicBezTo>
                  <a:cubicBezTo>
                    <a:pt x="2622" y="3974"/>
                    <a:pt x="2597" y="4032"/>
                    <a:pt x="2557" y="4071"/>
                  </a:cubicBezTo>
                  <a:cubicBezTo>
                    <a:pt x="2510" y="4115"/>
                    <a:pt x="2452" y="4140"/>
                    <a:pt x="2390" y="4140"/>
                  </a:cubicBezTo>
                  <a:lnTo>
                    <a:pt x="2314" y="4140"/>
                  </a:lnTo>
                  <a:cubicBezTo>
                    <a:pt x="2184" y="4140"/>
                    <a:pt x="2057" y="4173"/>
                    <a:pt x="1941" y="4231"/>
                  </a:cubicBezTo>
                  <a:lnTo>
                    <a:pt x="1941" y="3908"/>
                  </a:lnTo>
                  <a:cubicBezTo>
                    <a:pt x="1945" y="1978"/>
                    <a:pt x="3506" y="413"/>
                    <a:pt x="5436" y="406"/>
                  </a:cubicBezTo>
                  <a:close/>
                  <a:moveTo>
                    <a:pt x="5788" y="7599"/>
                  </a:moveTo>
                  <a:lnTo>
                    <a:pt x="5545" y="8207"/>
                  </a:lnTo>
                  <a:cubicBezTo>
                    <a:pt x="5525" y="8256"/>
                    <a:pt x="5481" y="8281"/>
                    <a:pt x="5436" y="8281"/>
                  </a:cubicBezTo>
                  <a:cubicBezTo>
                    <a:pt x="5392" y="8281"/>
                    <a:pt x="5347" y="8256"/>
                    <a:pt x="5328" y="8207"/>
                  </a:cubicBezTo>
                  <a:lnTo>
                    <a:pt x="5085" y="7599"/>
                  </a:lnTo>
                  <a:close/>
                  <a:moveTo>
                    <a:pt x="3566" y="8774"/>
                  </a:moveTo>
                  <a:cubicBezTo>
                    <a:pt x="3569" y="8774"/>
                    <a:pt x="3572" y="8775"/>
                    <a:pt x="3575" y="8776"/>
                  </a:cubicBezTo>
                  <a:lnTo>
                    <a:pt x="5081" y="9613"/>
                  </a:lnTo>
                  <a:lnTo>
                    <a:pt x="3977" y="10558"/>
                  </a:lnTo>
                  <a:cubicBezTo>
                    <a:pt x="3975" y="10559"/>
                    <a:pt x="3972" y="10560"/>
                    <a:pt x="3969" y="10560"/>
                  </a:cubicBezTo>
                  <a:cubicBezTo>
                    <a:pt x="3965" y="10560"/>
                    <a:pt x="3961" y="10559"/>
                    <a:pt x="3959" y="10554"/>
                  </a:cubicBezTo>
                  <a:lnTo>
                    <a:pt x="3270" y="9352"/>
                  </a:lnTo>
                  <a:lnTo>
                    <a:pt x="3557" y="8780"/>
                  </a:lnTo>
                  <a:cubicBezTo>
                    <a:pt x="3559" y="8775"/>
                    <a:pt x="3562" y="8774"/>
                    <a:pt x="3566" y="8774"/>
                  </a:cubicBezTo>
                  <a:close/>
                  <a:moveTo>
                    <a:pt x="6755" y="7950"/>
                  </a:moveTo>
                  <a:lnTo>
                    <a:pt x="6755" y="8609"/>
                  </a:lnTo>
                  <a:lnTo>
                    <a:pt x="6512" y="8743"/>
                  </a:lnTo>
                  <a:cubicBezTo>
                    <a:pt x="6312" y="8857"/>
                    <a:pt x="6423" y="9130"/>
                    <a:pt x="6607" y="9130"/>
                  </a:cubicBezTo>
                  <a:cubicBezTo>
                    <a:pt x="6640" y="9130"/>
                    <a:pt x="6675" y="9122"/>
                    <a:pt x="6711" y="9102"/>
                  </a:cubicBezTo>
                  <a:lnTo>
                    <a:pt x="7298" y="8776"/>
                  </a:lnTo>
                  <a:cubicBezTo>
                    <a:pt x="7299" y="8775"/>
                    <a:pt x="7300" y="8775"/>
                    <a:pt x="7302" y="8775"/>
                  </a:cubicBezTo>
                  <a:cubicBezTo>
                    <a:pt x="7307" y="8775"/>
                    <a:pt x="7313" y="8778"/>
                    <a:pt x="7316" y="8783"/>
                  </a:cubicBezTo>
                  <a:lnTo>
                    <a:pt x="7602" y="9352"/>
                  </a:lnTo>
                  <a:lnTo>
                    <a:pt x="6917" y="10554"/>
                  </a:lnTo>
                  <a:cubicBezTo>
                    <a:pt x="6914" y="10558"/>
                    <a:pt x="6910" y="10562"/>
                    <a:pt x="6907" y="10562"/>
                  </a:cubicBezTo>
                  <a:cubicBezTo>
                    <a:pt x="6903" y="10562"/>
                    <a:pt x="6896" y="10562"/>
                    <a:pt x="6896" y="10558"/>
                  </a:cubicBezTo>
                  <a:lnTo>
                    <a:pt x="5791" y="9613"/>
                  </a:lnTo>
                  <a:lnTo>
                    <a:pt x="5972" y="9511"/>
                  </a:lnTo>
                  <a:cubicBezTo>
                    <a:pt x="6175" y="9401"/>
                    <a:pt x="6063" y="9127"/>
                    <a:pt x="5879" y="9127"/>
                  </a:cubicBezTo>
                  <a:cubicBezTo>
                    <a:pt x="5845" y="9127"/>
                    <a:pt x="5810" y="9136"/>
                    <a:pt x="5773" y="9156"/>
                  </a:cubicBezTo>
                  <a:lnTo>
                    <a:pt x="5436" y="9341"/>
                  </a:lnTo>
                  <a:lnTo>
                    <a:pt x="4114" y="8609"/>
                  </a:lnTo>
                  <a:lnTo>
                    <a:pt x="4114" y="7950"/>
                  </a:lnTo>
                  <a:cubicBezTo>
                    <a:pt x="4361" y="8070"/>
                    <a:pt x="4618" y="8153"/>
                    <a:pt x="4886" y="8204"/>
                  </a:cubicBezTo>
                  <a:lnTo>
                    <a:pt x="4947" y="8360"/>
                  </a:lnTo>
                  <a:cubicBezTo>
                    <a:pt x="5036" y="8579"/>
                    <a:pt x="5236" y="8688"/>
                    <a:pt x="5436" y="8688"/>
                  </a:cubicBezTo>
                  <a:cubicBezTo>
                    <a:pt x="5636" y="8688"/>
                    <a:pt x="5836" y="8579"/>
                    <a:pt x="5925" y="8360"/>
                  </a:cubicBezTo>
                  <a:lnTo>
                    <a:pt x="5987" y="8204"/>
                  </a:lnTo>
                  <a:cubicBezTo>
                    <a:pt x="6255" y="8153"/>
                    <a:pt x="6512" y="8070"/>
                    <a:pt x="6755" y="7950"/>
                  </a:cubicBezTo>
                  <a:close/>
                  <a:moveTo>
                    <a:pt x="5436" y="1"/>
                  </a:moveTo>
                  <a:cubicBezTo>
                    <a:pt x="3278" y="1"/>
                    <a:pt x="1528" y="1750"/>
                    <a:pt x="1528" y="3908"/>
                  </a:cubicBezTo>
                  <a:lnTo>
                    <a:pt x="1528" y="4999"/>
                  </a:lnTo>
                  <a:cubicBezTo>
                    <a:pt x="1528" y="5690"/>
                    <a:pt x="1391" y="6129"/>
                    <a:pt x="1275" y="6378"/>
                  </a:cubicBezTo>
                  <a:cubicBezTo>
                    <a:pt x="1148" y="6650"/>
                    <a:pt x="1228" y="6976"/>
                    <a:pt x="1470" y="7157"/>
                  </a:cubicBezTo>
                  <a:cubicBezTo>
                    <a:pt x="1880" y="7465"/>
                    <a:pt x="2687" y="7968"/>
                    <a:pt x="3709" y="8030"/>
                  </a:cubicBezTo>
                  <a:lnTo>
                    <a:pt x="3709" y="8388"/>
                  </a:lnTo>
                  <a:cubicBezTo>
                    <a:pt x="3662" y="8373"/>
                    <a:pt x="3615" y="8365"/>
                    <a:pt x="3568" y="8365"/>
                  </a:cubicBezTo>
                  <a:cubicBezTo>
                    <a:pt x="3411" y="8365"/>
                    <a:pt x="3263" y="8451"/>
                    <a:pt x="3191" y="8599"/>
                  </a:cubicBezTo>
                  <a:lnTo>
                    <a:pt x="2876" y="9232"/>
                  </a:lnTo>
                  <a:lnTo>
                    <a:pt x="1087" y="9757"/>
                  </a:lnTo>
                  <a:cubicBezTo>
                    <a:pt x="445" y="9949"/>
                    <a:pt x="4" y="10536"/>
                    <a:pt x="0" y="11206"/>
                  </a:cubicBezTo>
                  <a:lnTo>
                    <a:pt x="0" y="13716"/>
                  </a:lnTo>
                  <a:cubicBezTo>
                    <a:pt x="0" y="13852"/>
                    <a:pt x="102" y="13920"/>
                    <a:pt x="205" y="13920"/>
                  </a:cubicBezTo>
                  <a:cubicBezTo>
                    <a:pt x="307" y="13920"/>
                    <a:pt x="409" y="13852"/>
                    <a:pt x="409" y="13716"/>
                  </a:cubicBezTo>
                  <a:lnTo>
                    <a:pt x="409" y="11206"/>
                  </a:lnTo>
                  <a:cubicBezTo>
                    <a:pt x="409" y="11011"/>
                    <a:pt x="460" y="10815"/>
                    <a:pt x="561" y="10648"/>
                  </a:cubicBezTo>
                  <a:lnTo>
                    <a:pt x="1728" y="11648"/>
                  </a:lnTo>
                  <a:cubicBezTo>
                    <a:pt x="1876" y="11775"/>
                    <a:pt x="1963" y="11959"/>
                    <a:pt x="1963" y="12155"/>
                  </a:cubicBezTo>
                  <a:lnTo>
                    <a:pt x="1963" y="13716"/>
                  </a:lnTo>
                  <a:cubicBezTo>
                    <a:pt x="1963" y="13850"/>
                    <a:pt x="2064" y="13917"/>
                    <a:pt x="2166" y="13917"/>
                  </a:cubicBezTo>
                  <a:cubicBezTo>
                    <a:pt x="2267" y="13917"/>
                    <a:pt x="2369" y="13850"/>
                    <a:pt x="2369" y="13716"/>
                  </a:cubicBezTo>
                  <a:lnTo>
                    <a:pt x="2369" y="12155"/>
                  </a:lnTo>
                  <a:cubicBezTo>
                    <a:pt x="2369" y="11840"/>
                    <a:pt x="2231" y="11543"/>
                    <a:pt x="1992" y="11340"/>
                  </a:cubicBezTo>
                  <a:lnTo>
                    <a:pt x="829" y="10344"/>
                  </a:lnTo>
                  <a:cubicBezTo>
                    <a:pt x="938" y="10257"/>
                    <a:pt x="1065" y="10188"/>
                    <a:pt x="1199" y="10152"/>
                  </a:cubicBezTo>
                  <a:lnTo>
                    <a:pt x="2959" y="9634"/>
                  </a:lnTo>
                  <a:lnTo>
                    <a:pt x="3600" y="10757"/>
                  </a:lnTo>
                  <a:cubicBezTo>
                    <a:pt x="3662" y="10866"/>
                    <a:pt x="3770" y="10942"/>
                    <a:pt x="3897" y="10964"/>
                  </a:cubicBezTo>
                  <a:cubicBezTo>
                    <a:pt x="3919" y="10967"/>
                    <a:pt x="3944" y="10971"/>
                    <a:pt x="3969" y="10971"/>
                  </a:cubicBezTo>
                  <a:cubicBezTo>
                    <a:pt x="4067" y="10971"/>
                    <a:pt x="4165" y="10935"/>
                    <a:pt x="4241" y="10869"/>
                  </a:cubicBezTo>
                  <a:lnTo>
                    <a:pt x="5436" y="9844"/>
                  </a:lnTo>
                  <a:lnTo>
                    <a:pt x="6628" y="10869"/>
                  </a:lnTo>
                  <a:cubicBezTo>
                    <a:pt x="6704" y="10935"/>
                    <a:pt x="6802" y="10971"/>
                    <a:pt x="6903" y="10971"/>
                  </a:cubicBezTo>
                  <a:cubicBezTo>
                    <a:pt x="6925" y="10971"/>
                    <a:pt x="6950" y="10967"/>
                    <a:pt x="6975" y="10964"/>
                  </a:cubicBezTo>
                  <a:cubicBezTo>
                    <a:pt x="7099" y="10942"/>
                    <a:pt x="7207" y="10866"/>
                    <a:pt x="7269" y="10757"/>
                  </a:cubicBezTo>
                  <a:lnTo>
                    <a:pt x="7910" y="9634"/>
                  </a:lnTo>
                  <a:lnTo>
                    <a:pt x="9670" y="10152"/>
                  </a:lnTo>
                  <a:cubicBezTo>
                    <a:pt x="9804" y="10188"/>
                    <a:pt x="9931" y="10257"/>
                    <a:pt x="10039" y="10344"/>
                  </a:cubicBezTo>
                  <a:lnTo>
                    <a:pt x="8877" y="11340"/>
                  </a:lnTo>
                  <a:cubicBezTo>
                    <a:pt x="8638" y="11543"/>
                    <a:pt x="8500" y="11840"/>
                    <a:pt x="8500" y="12155"/>
                  </a:cubicBezTo>
                  <a:lnTo>
                    <a:pt x="8500" y="13716"/>
                  </a:lnTo>
                  <a:cubicBezTo>
                    <a:pt x="8500" y="13850"/>
                    <a:pt x="8602" y="13917"/>
                    <a:pt x="8703" y="13917"/>
                  </a:cubicBezTo>
                  <a:cubicBezTo>
                    <a:pt x="8804" y="13917"/>
                    <a:pt x="8906" y="13850"/>
                    <a:pt x="8906" y="13716"/>
                  </a:cubicBezTo>
                  <a:lnTo>
                    <a:pt x="8906" y="12155"/>
                  </a:lnTo>
                  <a:cubicBezTo>
                    <a:pt x="8906" y="11959"/>
                    <a:pt x="8993" y="11775"/>
                    <a:pt x="9141" y="11648"/>
                  </a:cubicBezTo>
                  <a:lnTo>
                    <a:pt x="10307" y="10648"/>
                  </a:lnTo>
                  <a:cubicBezTo>
                    <a:pt x="10409" y="10815"/>
                    <a:pt x="10460" y="11011"/>
                    <a:pt x="10460" y="11206"/>
                  </a:cubicBezTo>
                  <a:lnTo>
                    <a:pt x="10460" y="13716"/>
                  </a:lnTo>
                  <a:cubicBezTo>
                    <a:pt x="10460" y="13852"/>
                    <a:pt x="10562" y="13920"/>
                    <a:pt x="10664" y="13920"/>
                  </a:cubicBezTo>
                  <a:cubicBezTo>
                    <a:pt x="10766" y="13920"/>
                    <a:pt x="10869" y="13852"/>
                    <a:pt x="10869" y="13716"/>
                  </a:cubicBezTo>
                  <a:lnTo>
                    <a:pt x="10869" y="11206"/>
                  </a:lnTo>
                  <a:cubicBezTo>
                    <a:pt x="10865" y="10536"/>
                    <a:pt x="10427" y="9949"/>
                    <a:pt x="9786" y="9757"/>
                  </a:cubicBezTo>
                  <a:lnTo>
                    <a:pt x="8000" y="9232"/>
                  </a:lnTo>
                  <a:lnTo>
                    <a:pt x="7682" y="8599"/>
                  </a:lnTo>
                  <a:cubicBezTo>
                    <a:pt x="7609" y="8453"/>
                    <a:pt x="7460" y="8366"/>
                    <a:pt x="7304" y="8366"/>
                  </a:cubicBezTo>
                  <a:cubicBezTo>
                    <a:pt x="7258" y="8366"/>
                    <a:pt x="7212" y="8373"/>
                    <a:pt x="7167" y="8388"/>
                  </a:cubicBezTo>
                  <a:lnTo>
                    <a:pt x="7167" y="8030"/>
                  </a:lnTo>
                  <a:cubicBezTo>
                    <a:pt x="8185" y="7968"/>
                    <a:pt x="8996" y="7465"/>
                    <a:pt x="9402" y="7157"/>
                  </a:cubicBezTo>
                  <a:cubicBezTo>
                    <a:pt x="9645" y="6976"/>
                    <a:pt x="9724" y="6650"/>
                    <a:pt x="9598" y="6378"/>
                  </a:cubicBezTo>
                  <a:cubicBezTo>
                    <a:pt x="9482" y="6132"/>
                    <a:pt x="9344" y="5690"/>
                    <a:pt x="9344" y="4999"/>
                  </a:cubicBezTo>
                  <a:lnTo>
                    <a:pt x="9344" y="3908"/>
                  </a:lnTo>
                  <a:cubicBezTo>
                    <a:pt x="9344" y="1750"/>
                    <a:pt x="7595" y="1"/>
                    <a:pt x="54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88"/>
            <p:cNvSpPr/>
            <p:nvPr/>
          </p:nvSpPr>
          <p:spPr>
            <a:xfrm>
              <a:off x="6391434" y="4583183"/>
              <a:ext cx="12558" cy="10697"/>
            </a:xfrm>
            <a:custGeom>
              <a:rect b="b" l="l" r="r" t="t"/>
              <a:pathLst>
                <a:path extrusionOk="0" h="408" w="479">
                  <a:moveTo>
                    <a:pt x="274" y="1"/>
                  </a:moveTo>
                  <a:cubicBezTo>
                    <a:pt x="272" y="1"/>
                    <a:pt x="270" y="1"/>
                    <a:pt x="268" y="1"/>
                  </a:cubicBezTo>
                  <a:lnTo>
                    <a:pt x="272" y="1"/>
                  </a:lnTo>
                  <a:cubicBezTo>
                    <a:pt x="91" y="5"/>
                    <a:pt x="0" y="222"/>
                    <a:pt x="131" y="349"/>
                  </a:cubicBezTo>
                  <a:cubicBezTo>
                    <a:pt x="171" y="389"/>
                    <a:pt x="222" y="408"/>
                    <a:pt x="271" y="408"/>
                  </a:cubicBezTo>
                  <a:cubicBezTo>
                    <a:pt x="375" y="408"/>
                    <a:pt x="475" y="327"/>
                    <a:pt x="475" y="204"/>
                  </a:cubicBezTo>
                  <a:cubicBezTo>
                    <a:pt x="478" y="94"/>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88"/>
            <p:cNvSpPr/>
            <p:nvPr/>
          </p:nvSpPr>
          <p:spPr>
            <a:xfrm>
              <a:off x="6391434" y="4623165"/>
              <a:ext cx="12558" cy="10749"/>
            </a:xfrm>
            <a:custGeom>
              <a:rect b="b" l="l" r="r" t="t"/>
              <a:pathLst>
                <a:path extrusionOk="0" h="410" w="479">
                  <a:moveTo>
                    <a:pt x="274" y="1"/>
                  </a:moveTo>
                  <a:cubicBezTo>
                    <a:pt x="272" y="1"/>
                    <a:pt x="270" y="1"/>
                    <a:pt x="268" y="1"/>
                  </a:cubicBezTo>
                  <a:lnTo>
                    <a:pt x="272" y="1"/>
                  </a:lnTo>
                  <a:cubicBezTo>
                    <a:pt x="91" y="4"/>
                    <a:pt x="0" y="222"/>
                    <a:pt x="131" y="348"/>
                  </a:cubicBezTo>
                  <a:cubicBezTo>
                    <a:pt x="172" y="391"/>
                    <a:pt x="222" y="409"/>
                    <a:pt x="271" y="409"/>
                  </a:cubicBezTo>
                  <a:cubicBezTo>
                    <a:pt x="375" y="409"/>
                    <a:pt x="475" y="327"/>
                    <a:pt x="475" y="207"/>
                  </a:cubicBezTo>
                  <a:cubicBezTo>
                    <a:pt x="478" y="93"/>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88"/>
            <p:cNvSpPr/>
            <p:nvPr/>
          </p:nvSpPr>
          <p:spPr>
            <a:xfrm>
              <a:off x="6358845" y="4434687"/>
              <a:ext cx="79229" cy="33506"/>
            </a:xfrm>
            <a:custGeom>
              <a:rect b="b" l="l" r="r" t="t"/>
              <a:pathLst>
                <a:path extrusionOk="0" h="1278" w="3022">
                  <a:moveTo>
                    <a:pt x="1258" y="406"/>
                  </a:moveTo>
                  <a:cubicBezTo>
                    <a:pt x="1182" y="558"/>
                    <a:pt x="1026" y="652"/>
                    <a:pt x="856" y="652"/>
                  </a:cubicBezTo>
                  <a:lnTo>
                    <a:pt x="457" y="652"/>
                  </a:lnTo>
                  <a:cubicBezTo>
                    <a:pt x="533" y="500"/>
                    <a:pt x="689" y="406"/>
                    <a:pt x="856" y="406"/>
                  </a:cubicBezTo>
                  <a:close/>
                  <a:moveTo>
                    <a:pt x="2163" y="406"/>
                  </a:moveTo>
                  <a:cubicBezTo>
                    <a:pt x="2333" y="406"/>
                    <a:pt x="2489" y="500"/>
                    <a:pt x="2565" y="652"/>
                  </a:cubicBezTo>
                  <a:lnTo>
                    <a:pt x="2167" y="652"/>
                  </a:lnTo>
                  <a:cubicBezTo>
                    <a:pt x="1997" y="652"/>
                    <a:pt x="1844" y="558"/>
                    <a:pt x="1765" y="406"/>
                  </a:cubicBezTo>
                  <a:close/>
                  <a:moveTo>
                    <a:pt x="856" y="1"/>
                  </a:moveTo>
                  <a:cubicBezTo>
                    <a:pt x="385" y="1"/>
                    <a:pt x="1" y="384"/>
                    <a:pt x="1" y="855"/>
                  </a:cubicBezTo>
                  <a:lnTo>
                    <a:pt x="1" y="1076"/>
                  </a:lnTo>
                  <a:cubicBezTo>
                    <a:pt x="1" y="1210"/>
                    <a:pt x="102" y="1277"/>
                    <a:pt x="204" y="1277"/>
                  </a:cubicBezTo>
                  <a:cubicBezTo>
                    <a:pt x="305" y="1277"/>
                    <a:pt x="407" y="1210"/>
                    <a:pt x="407" y="1076"/>
                  </a:cubicBezTo>
                  <a:lnTo>
                    <a:pt x="407" y="1062"/>
                  </a:lnTo>
                  <a:lnTo>
                    <a:pt x="856" y="1062"/>
                  </a:lnTo>
                  <a:cubicBezTo>
                    <a:pt x="1028" y="859"/>
                    <a:pt x="1269" y="758"/>
                    <a:pt x="1511" y="758"/>
                  </a:cubicBezTo>
                  <a:cubicBezTo>
                    <a:pt x="1752" y="758"/>
                    <a:pt x="1993" y="859"/>
                    <a:pt x="2163" y="1062"/>
                  </a:cubicBezTo>
                  <a:lnTo>
                    <a:pt x="2616" y="1062"/>
                  </a:lnTo>
                  <a:lnTo>
                    <a:pt x="2616" y="1076"/>
                  </a:lnTo>
                  <a:cubicBezTo>
                    <a:pt x="2616" y="1210"/>
                    <a:pt x="2717" y="1277"/>
                    <a:pt x="2819" y="1277"/>
                  </a:cubicBezTo>
                  <a:cubicBezTo>
                    <a:pt x="2920" y="1277"/>
                    <a:pt x="3021" y="1210"/>
                    <a:pt x="3021" y="1076"/>
                  </a:cubicBezTo>
                  <a:lnTo>
                    <a:pt x="3021" y="855"/>
                  </a:lnTo>
                  <a:cubicBezTo>
                    <a:pt x="3021" y="384"/>
                    <a:pt x="2638" y="1"/>
                    <a:pt x="2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7" name="Google Shape;17937;p88"/>
          <p:cNvGrpSpPr/>
          <p:nvPr/>
        </p:nvGrpSpPr>
        <p:grpSpPr>
          <a:xfrm>
            <a:off x="7606143" y="3797602"/>
            <a:ext cx="285089" cy="364948"/>
            <a:chOff x="7606143" y="3797602"/>
            <a:chExt cx="285089" cy="364948"/>
          </a:xfrm>
        </p:grpSpPr>
        <p:sp>
          <p:nvSpPr>
            <p:cNvPr id="17938" name="Google Shape;17938;p88"/>
            <p:cNvSpPr/>
            <p:nvPr/>
          </p:nvSpPr>
          <p:spPr>
            <a:xfrm>
              <a:off x="7628742" y="3802872"/>
              <a:ext cx="239969" cy="114361"/>
            </a:xfrm>
            <a:custGeom>
              <a:rect b="b" l="l" r="r" t="t"/>
              <a:pathLst>
                <a:path extrusionOk="0" h="4362" w="9153">
                  <a:moveTo>
                    <a:pt x="4579" y="1"/>
                  </a:moveTo>
                  <a:lnTo>
                    <a:pt x="1308" y="874"/>
                  </a:lnTo>
                  <a:lnTo>
                    <a:pt x="1" y="3054"/>
                  </a:lnTo>
                  <a:lnTo>
                    <a:pt x="1308" y="4361"/>
                  </a:lnTo>
                  <a:lnTo>
                    <a:pt x="7845" y="4361"/>
                  </a:lnTo>
                  <a:lnTo>
                    <a:pt x="9153" y="3054"/>
                  </a:lnTo>
                  <a:lnTo>
                    <a:pt x="7845" y="874"/>
                  </a:lnTo>
                  <a:lnTo>
                    <a:pt x="457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88"/>
            <p:cNvSpPr/>
            <p:nvPr/>
          </p:nvSpPr>
          <p:spPr>
            <a:xfrm>
              <a:off x="7611648" y="4031436"/>
              <a:ext cx="274261" cy="125739"/>
            </a:xfrm>
            <a:custGeom>
              <a:rect b="b" l="l" r="r" t="t"/>
              <a:pathLst>
                <a:path extrusionOk="0" h="4796" w="10461">
                  <a:moveTo>
                    <a:pt x="3706" y="0"/>
                  </a:moveTo>
                  <a:lnTo>
                    <a:pt x="3706" y="819"/>
                  </a:lnTo>
                  <a:cubicBezTo>
                    <a:pt x="3706" y="1108"/>
                    <a:pt x="3514" y="1366"/>
                    <a:pt x="3235" y="1449"/>
                  </a:cubicBezTo>
                  <a:lnTo>
                    <a:pt x="939" y="2122"/>
                  </a:lnTo>
                  <a:cubicBezTo>
                    <a:pt x="381" y="2285"/>
                    <a:pt x="1" y="2796"/>
                    <a:pt x="1" y="3379"/>
                  </a:cubicBezTo>
                  <a:lnTo>
                    <a:pt x="1" y="4795"/>
                  </a:lnTo>
                  <a:lnTo>
                    <a:pt x="10460" y="4795"/>
                  </a:lnTo>
                  <a:lnTo>
                    <a:pt x="10460" y="3379"/>
                  </a:lnTo>
                  <a:cubicBezTo>
                    <a:pt x="10460" y="2796"/>
                    <a:pt x="10080" y="2285"/>
                    <a:pt x="9522" y="2122"/>
                  </a:cubicBezTo>
                  <a:lnTo>
                    <a:pt x="7226" y="1449"/>
                  </a:lnTo>
                  <a:cubicBezTo>
                    <a:pt x="6947" y="1366"/>
                    <a:pt x="6755" y="1108"/>
                    <a:pt x="6755" y="819"/>
                  </a:cubicBezTo>
                  <a:lnTo>
                    <a:pt x="675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88"/>
            <p:cNvSpPr/>
            <p:nvPr/>
          </p:nvSpPr>
          <p:spPr>
            <a:xfrm>
              <a:off x="7611570" y="4062766"/>
              <a:ext cx="274340" cy="94488"/>
            </a:xfrm>
            <a:custGeom>
              <a:rect b="b" l="l" r="r" t="t"/>
              <a:pathLst>
                <a:path extrusionOk="0" h="3604" w="10464">
                  <a:moveTo>
                    <a:pt x="6878" y="0"/>
                  </a:moveTo>
                  <a:lnTo>
                    <a:pt x="5230" y="551"/>
                  </a:lnTo>
                  <a:lnTo>
                    <a:pt x="3586" y="4"/>
                  </a:lnTo>
                  <a:cubicBezTo>
                    <a:pt x="3502" y="123"/>
                    <a:pt x="3379" y="214"/>
                    <a:pt x="3238" y="254"/>
                  </a:cubicBezTo>
                  <a:lnTo>
                    <a:pt x="938" y="931"/>
                  </a:lnTo>
                  <a:cubicBezTo>
                    <a:pt x="384" y="1094"/>
                    <a:pt x="0" y="1605"/>
                    <a:pt x="0" y="2184"/>
                  </a:cubicBezTo>
                  <a:lnTo>
                    <a:pt x="0" y="3604"/>
                  </a:lnTo>
                  <a:lnTo>
                    <a:pt x="10463" y="3604"/>
                  </a:lnTo>
                  <a:lnTo>
                    <a:pt x="10463" y="2184"/>
                  </a:lnTo>
                  <a:cubicBezTo>
                    <a:pt x="10463" y="1605"/>
                    <a:pt x="10083" y="1094"/>
                    <a:pt x="9525" y="927"/>
                  </a:cubicBezTo>
                  <a:lnTo>
                    <a:pt x="7229" y="254"/>
                  </a:lnTo>
                  <a:cubicBezTo>
                    <a:pt x="7088" y="210"/>
                    <a:pt x="6965" y="123"/>
                    <a:pt x="687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88"/>
            <p:cNvSpPr/>
            <p:nvPr/>
          </p:nvSpPr>
          <p:spPr>
            <a:xfrm>
              <a:off x="7733770" y="4108909"/>
              <a:ext cx="30019" cy="48266"/>
            </a:xfrm>
            <a:custGeom>
              <a:rect b="b" l="l" r="r" t="t"/>
              <a:pathLst>
                <a:path extrusionOk="0" h="1841" w="1145">
                  <a:moveTo>
                    <a:pt x="924" y="0"/>
                  </a:moveTo>
                  <a:lnTo>
                    <a:pt x="214" y="26"/>
                  </a:lnTo>
                  <a:lnTo>
                    <a:pt x="0" y="1840"/>
                  </a:lnTo>
                  <a:lnTo>
                    <a:pt x="1145" y="1840"/>
                  </a:lnTo>
                  <a:lnTo>
                    <a:pt x="92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88"/>
            <p:cNvSpPr/>
            <p:nvPr/>
          </p:nvSpPr>
          <p:spPr>
            <a:xfrm>
              <a:off x="7708706" y="4031436"/>
              <a:ext cx="80068" cy="28656"/>
            </a:xfrm>
            <a:custGeom>
              <a:rect b="b" l="l" r="r" t="t"/>
              <a:pathLst>
                <a:path extrusionOk="0" h="1093" w="3054">
                  <a:moveTo>
                    <a:pt x="0" y="0"/>
                  </a:moveTo>
                  <a:lnTo>
                    <a:pt x="0" y="706"/>
                  </a:lnTo>
                  <a:cubicBezTo>
                    <a:pt x="477" y="964"/>
                    <a:pt x="1002" y="1092"/>
                    <a:pt x="1527" y="1092"/>
                  </a:cubicBezTo>
                  <a:cubicBezTo>
                    <a:pt x="2052" y="1092"/>
                    <a:pt x="2577" y="964"/>
                    <a:pt x="3053" y="706"/>
                  </a:cubicBezTo>
                  <a:lnTo>
                    <a:pt x="305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88"/>
            <p:cNvSpPr/>
            <p:nvPr/>
          </p:nvSpPr>
          <p:spPr>
            <a:xfrm>
              <a:off x="7651551" y="3888629"/>
              <a:ext cx="194377" cy="154421"/>
            </a:xfrm>
            <a:custGeom>
              <a:rect b="b" l="l" r="r" t="t"/>
              <a:pathLst>
                <a:path extrusionOk="0" h="5890" w="7414">
                  <a:moveTo>
                    <a:pt x="873" y="0"/>
                  </a:moveTo>
                  <a:lnTo>
                    <a:pt x="873" y="2180"/>
                  </a:lnTo>
                  <a:lnTo>
                    <a:pt x="547" y="2180"/>
                  </a:lnTo>
                  <a:cubicBezTo>
                    <a:pt x="246" y="2180"/>
                    <a:pt x="0" y="2423"/>
                    <a:pt x="0" y="2724"/>
                  </a:cubicBezTo>
                  <a:cubicBezTo>
                    <a:pt x="0" y="3024"/>
                    <a:pt x="246" y="3271"/>
                    <a:pt x="547" y="3271"/>
                  </a:cubicBezTo>
                  <a:lnTo>
                    <a:pt x="884" y="3271"/>
                  </a:lnTo>
                  <a:cubicBezTo>
                    <a:pt x="996" y="4745"/>
                    <a:pt x="2224" y="5889"/>
                    <a:pt x="3705" y="5889"/>
                  </a:cubicBezTo>
                  <a:cubicBezTo>
                    <a:pt x="5186" y="5889"/>
                    <a:pt x="6418" y="4745"/>
                    <a:pt x="6530" y="3271"/>
                  </a:cubicBezTo>
                  <a:lnTo>
                    <a:pt x="6870" y="3271"/>
                  </a:lnTo>
                  <a:cubicBezTo>
                    <a:pt x="7171" y="3271"/>
                    <a:pt x="7414" y="3024"/>
                    <a:pt x="7414" y="2724"/>
                  </a:cubicBezTo>
                  <a:cubicBezTo>
                    <a:pt x="7414" y="2423"/>
                    <a:pt x="7171" y="2180"/>
                    <a:pt x="6870" y="2180"/>
                  </a:cubicBezTo>
                  <a:lnTo>
                    <a:pt x="6541" y="2180"/>
                  </a:lnTo>
                  <a:lnTo>
                    <a:pt x="6541"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88"/>
            <p:cNvSpPr/>
            <p:nvPr/>
          </p:nvSpPr>
          <p:spPr>
            <a:xfrm>
              <a:off x="7649533" y="3888629"/>
              <a:ext cx="173507" cy="154342"/>
            </a:xfrm>
            <a:custGeom>
              <a:rect b="b" l="l" r="r" t="t"/>
              <a:pathLst>
                <a:path extrusionOk="0" h="5887" w="6618">
                  <a:moveTo>
                    <a:pt x="950" y="0"/>
                  </a:moveTo>
                  <a:lnTo>
                    <a:pt x="950" y="2180"/>
                  </a:lnTo>
                  <a:lnTo>
                    <a:pt x="642" y="2180"/>
                  </a:lnTo>
                  <a:cubicBezTo>
                    <a:pt x="639" y="2180"/>
                    <a:pt x="636" y="2180"/>
                    <a:pt x="634" y="2180"/>
                  </a:cubicBezTo>
                  <a:cubicBezTo>
                    <a:pt x="387" y="2180"/>
                    <a:pt x="170" y="2339"/>
                    <a:pt x="99" y="2575"/>
                  </a:cubicBezTo>
                  <a:cubicBezTo>
                    <a:pt x="1" y="2923"/>
                    <a:pt x="265" y="3267"/>
                    <a:pt x="624" y="3271"/>
                  </a:cubicBezTo>
                  <a:lnTo>
                    <a:pt x="961" y="3271"/>
                  </a:lnTo>
                  <a:cubicBezTo>
                    <a:pt x="1066" y="4766"/>
                    <a:pt x="2313" y="5887"/>
                    <a:pt x="3761" y="5887"/>
                  </a:cubicBezTo>
                  <a:cubicBezTo>
                    <a:pt x="3912" y="5887"/>
                    <a:pt x="4066" y="5875"/>
                    <a:pt x="4220" y="5849"/>
                  </a:cubicBezTo>
                  <a:cubicBezTo>
                    <a:pt x="2840" y="5636"/>
                    <a:pt x="1823" y="4448"/>
                    <a:pt x="1823" y="3053"/>
                  </a:cubicBezTo>
                  <a:lnTo>
                    <a:pt x="1823" y="2970"/>
                  </a:lnTo>
                  <a:cubicBezTo>
                    <a:pt x="1823" y="2606"/>
                    <a:pt x="2118" y="2319"/>
                    <a:pt x="2474" y="2319"/>
                  </a:cubicBezTo>
                  <a:cubicBezTo>
                    <a:pt x="2504" y="2319"/>
                    <a:pt x="2534" y="2321"/>
                    <a:pt x="2565" y="2325"/>
                  </a:cubicBezTo>
                  <a:cubicBezTo>
                    <a:pt x="2967" y="2372"/>
                    <a:pt x="3376" y="2398"/>
                    <a:pt x="3786" y="2398"/>
                  </a:cubicBezTo>
                  <a:cubicBezTo>
                    <a:pt x="4825" y="2398"/>
                    <a:pt x="5868" y="2242"/>
                    <a:pt x="6618" y="1916"/>
                  </a:cubicBezTo>
                  <a:lnTo>
                    <a:pt x="6618"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88"/>
            <p:cNvSpPr/>
            <p:nvPr/>
          </p:nvSpPr>
          <p:spPr>
            <a:xfrm>
              <a:off x="7663035" y="3905723"/>
              <a:ext cx="22914" cy="42944"/>
            </a:xfrm>
            <a:custGeom>
              <a:rect b="b" l="l" r="r" t="t"/>
              <a:pathLst>
                <a:path extrusionOk="0" h="1638" w="874">
                  <a:moveTo>
                    <a:pt x="0" y="0"/>
                  </a:moveTo>
                  <a:lnTo>
                    <a:pt x="0" y="1637"/>
                  </a:lnTo>
                  <a:lnTo>
                    <a:pt x="489" y="1575"/>
                  </a:lnTo>
                  <a:cubicBezTo>
                    <a:pt x="707" y="1547"/>
                    <a:pt x="873" y="1362"/>
                    <a:pt x="873" y="1144"/>
                  </a:cubicBez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88"/>
            <p:cNvSpPr/>
            <p:nvPr/>
          </p:nvSpPr>
          <p:spPr>
            <a:xfrm>
              <a:off x="7811531" y="3905723"/>
              <a:ext cx="22914" cy="42944"/>
            </a:xfrm>
            <a:custGeom>
              <a:rect b="b" l="l" r="r" t="t"/>
              <a:pathLst>
                <a:path extrusionOk="0" h="1638" w="874">
                  <a:moveTo>
                    <a:pt x="4" y="0"/>
                  </a:moveTo>
                  <a:lnTo>
                    <a:pt x="4" y="1144"/>
                  </a:lnTo>
                  <a:cubicBezTo>
                    <a:pt x="1" y="1362"/>
                    <a:pt x="167" y="1547"/>
                    <a:pt x="385" y="1575"/>
                  </a:cubicBezTo>
                  <a:lnTo>
                    <a:pt x="873" y="1637"/>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88"/>
            <p:cNvSpPr/>
            <p:nvPr/>
          </p:nvSpPr>
          <p:spPr>
            <a:xfrm>
              <a:off x="7663035" y="3905802"/>
              <a:ext cx="171410" cy="28525"/>
            </a:xfrm>
            <a:custGeom>
              <a:rect b="b" l="l" r="r" t="t"/>
              <a:pathLst>
                <a:path extrusionOk="0" h="1088" w="6538">
                  <a:moveTo>
                    <a:pt x="0" y="1"/>
                  </a:moveTo>
                  <a:cubicBezTo>
                    <a:pt x="0" y="602"/>
                    <a:pt x="1463" y="1087"/>
                    <a:pt x="3271" y="1087"/>
                  </a:cubicBezTo>
                  <a:cubicBezTo>
                    <a:pt x="5074" y="1087"/>
                    <a:pt x="6537" y="602"/>
                    <a:pt x="6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88"/>
            <p:cNvSpPr/>
            <p:nvPr/>
          </p:nvSpPr>
          <p:spPr>
            <a:xfrm>
              <a:off x="7663035" y="3871431"/>
              <a:ext cx="171410" cy="34319"/>
            </a:xfrm>
            <a:custGeom>
              <a:rect b="b" l="l" r="r" t="t"/>
              <a:pathLst>
                <a:path extrusionOk="0" h="1309" w="6538">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88"/>
            <p:cNvSpPr/>
            <p:nvPr/>
          </p:nvSpPr>
          <p:spPr>
            <a:xfrm>
              <a:off x="7670245" y="4062845"/>
              <a:ext cx="156886" cy="62686"/>
            </a:xfrm>
            <a:custGeom>
              <a:rect b="b" l="l" r="r" t="t"/>
              <a:pathLst>
                <a:path extrusionOk="0" h="2391" w="5984">
                  <a:moveTo>
                    <a:pt x="1348" y="1"/>
                  </a:moveTo>
                  <a:cubicBezTo>
                    <a:pt x="1264" y="120"/>
                    <a:pt x="1141" y="211"/>
                    <a:pt x="1000" y="251"/>
                  </a:cubicBezTo>
                  <a:lnTo>
                    <a:pt x="1" y="544"/>
                  </a:lnTo>
                  <a:cubicBezTo>
                    <a:pt x="19" y="617"/>
                    <a:pt x="44" y="689"/>
                    <a:pt x="84" y="754"/>
                  </a:cubicBezTo>
                  <a:lnTo>
                    <a:pt x="765" y="1953"/>
                  </a:lnTo>
                  <a:cubicBezTo>
                    <a:pt x="928" y="2238"/>
                    <a:pt x="1223" y="2391"/>
                    <a:pt x="1522" y="2391"/>
                  </a:cubicBezTo>
                  <a:cubicBezTo>
                    <a:pt x="1722" y="2391"/>
                    <a:pt x="1924" y="2323"/>
                    <a:pt x="2090" y="2181"/>
                  </a:cubicBezTo>
                  <a:lnTo>
                    <a:pt x="2992" y="1413"/>
                  </a:lnTo>
                  <a:lnTo>
                    <a:pt x="3890" y="2181"/>
                  </a:lnTo>
                  <a:cubicBezTo>
                    <a:pt x="4057" y="2323"/>
                    <a:pt x="4258" y="2391"/>
                    <a:pt x="4458" y="2391"/>
                  </a:cubicBezTo>
                  <a:cubicBezTo>
                    <a:pt x="4758" y="2391"/>
                    <a:pt x="5053" y="2238"/>
                    <a:pt x="5216" y="1953"/>
                  </a:cubicBezTo>
                  <a:lnTo>
                    <a:pt x="5897" y="758"/>
                  </a:lnTo>
                  <a:cubicBezTo>
                    <a:pt x="5937" y="689"/>
                    <a:pt x="5962" y="617"/>
                    <a:pt x="5984" y="544"/>
                  </a:cubicBezTo>
                  <a:lnTo>
                    <a:pt x="4988" y="251"/>
                  </a:lnTo>
                  <a:cubicBezTo>
                    <a:pt x="4843" y="207"/>
                    <a:pt x="4720" y="120"/>
                    <a:pt x="4636" y="1"/>
                  </a:cubicBezTo>
                  <a:lnTo>
                    <a:pt x="2988" y="548"/>
                  </a:lnTo>
                  <a:lnTo>
                    <a:pt x="134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88"/>
            <p:cNvSpPr/>
            <p:nvPr/>
          </p:nvSpPr>
          <p:spPr>
            <a:xfrm>
              <a:off x="7725878" y="4077290"/>
              <a:ext cx="45697" cy="34974"/>
            </a:xfrm>
            <a:custGeom>
              <a:rect b="b" l="l" r="r" t="t"/>
              <a:pathLst>
                <a:path extrusionOk="0" h="1334" w="1743">
                  <a:moveTo>
                    <a:pt x="1" y="0"/>
                  </a:moveTo>
                  <a:lnTo>
                    <a:pt x="305" y="996"/>
                  </a:lnTo>
                  <a:cubicBezTo>
                    <a:pt x="363" y="1192"/>
                    <a:pt x="544" y="1330"/>
                    <a:pt x="751" y="1333"/>
                  </a:cubicBezTo>
                  <a:lnTo>
                    <a:pt x="993" y="1333"/>
                  </a:lnTo>
                  <a:cubicBezTo>
                    <a:pt x="1200" y="1330"/>
                    <a:pt x="1381" y="1192"/>
                    <a:pt x="1439" y="996"/>
                  </a:cubicBez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88"/>
            <p:cNvSpPr/>
            <p:nvPr/>
          </p:nvSpPr>
          <p:spPr>
            <a:xfrm>
              <a:off x="7686290" y="4050811"/>
              <a:ext cx="62424" cy="57574"/>
            </a:xfrm>
            <a:custGeom>
              <a:rect b="b" l="l" r="r" t="t"/>
              <a:pathLst>
                <a:path extrusionOk="0" h="2196" w="2381">
                  <a:moveTo>
                    <a:pt x="510" y="1"/>
                  </a:moveTo>
                  <a:cubicBezTo>
                    <a:pt x="432" y="1"/>
                    <a:pt x="356" y="45"/>
                    <a:pt x="316" y="120"/>
                  </a:cubicBezTo>
                  <a:lnTo>
                    <a:pt x="33" y="685"/>
                  </a:lnTo>
                  <a:cubicBezTo>
                    <a:pt x="1" y="750"/>
                    <a:pt x="4" y="826"/>
                    <a:pt x="40" y="891"/>
                  </a:cubicBezTo>
                  <a:lnTo>
                    <a:pt x="725" y="2086"/>
                  </a:lnTo>
                  <a:cubicBezTo>
                    <a:pt x="764" y="2158"/>
                    <a:pt x="837" y="2196"/>
                    <a:pt x="912" y="2196"/>
                  </a:cubicBezTo>
                  <a:cubicBezTo>
                    <a:pt x="962" y="2196"/>
                    <a:pt x="1012" y="2179"/>
                    <a:pt x="1055" y="2144"/>
                  </a:cubicBezTo>
                  <a:lnTo>
                    <a:pt x="2380" y="1007"/>
                  </a:lnTo>
                  <a:lnTo>
                    <a:pt x="616" y="29"/>
                  </a:lnTo>
                  <a:cubicBezTo>
                    <a:pt x="582" y="10"/>
                    <a:pt x="546" y="1"/>
                    <a:pt x="51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88"/>
            <p:cNvSpPr/>
            <p:nvPr/>
          </p:nvSpPr>
          <p:spPr>
            <a:xfrm>
              <a:off x="7748687" y="4050811"/>
              <a:ext cx="62398" cy="57547"/>
            </a:xfrm>
            <a:custGeom>
              <a:rect b="b" l="l" r="r" t="t"/>
              <a:pathLst>
                <a:path extrusionOk="0" h="2195" w="2380">
                  <a:moveTo>
                    <a:pt x="1870" y="1"/>
                  </a:moveTo>
                  <a:cubicBezTo>
                    <a:pt x="1834" y="1"/>
                    <a:pt x="1798" y="10"/>
                    <a:pt x="1764" y="29"/>
                  </a:cubicBezTo>
                  <a:lnTo>
                    <a:pt x="0" y="1007"/>
                  </a:lnTo>
                  <a:lnTo>
                    <a:pt x="1326" y="2144"/>
                  </a:lnTo>
                  <a:cubicBezTo>
                    <a:pt x="1367" y="2178"/>
                    <a:pt x="1417" y="2195"/>
                    <a:pt x="1466" y="2195"/>
                  </a:cubicBezTo>
                  <a:cubicBezTo>
                    <a:pt x="1542" y="2195"/>
                    <a:pt x="1616" y="2156"/>
                    <a:pt x="1655" y="2086"/>
                  </a:cubicBezTo>
                  <a:lnTo>
                    <a:pt x="2340" y="891"/>
                  </a:lnTo>
                  <a:cubicBezTo>
                    <a:pt x="2376" y="826"/>
                    <a:pt x="2380" y="750"/>
                    <a:pt x="2347" y="685"/>
                  </a:cubicBezTo>
                  <a:lnTo>
                    <a:pt x="2064" y="120"/>
                  </a:lnTo>
                  <a:cubicBezTo>
                    <a:pt x="2025" y="45"/>
                    <a:pt x="1949" y="1"/>
                    <a:pt x="187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88"/>
            <p:cNvSpPr/>
            <p:nvPr/>
          </p:nvSpPr>
          <p:spPr>
            <a:xfrm>
              <a:off x="7731593" y="3837164"/>
              <a:ext cx="34292" cy="40087"/>
            </a:xfrm>
            <a:custGeom>
              <a:rect b="b" l="l" r="r" t="t"/>
              <a:pathLst>
                <a:path extrusionOk="0" h="1529" w="1308">
                  <a:moveTo>
                    <a:pt x="0" y="0"/>
                  </a:moveTo>
                  <a:lnTo>
                    <a:pt x="0" y="873"/>
                  </a:lnTo>
                  <a:cubicBezTo>
                    <a:pt x="0" y="1235"/>
                    <a:pt x="294" y="1529"/>
                    <a:pt x="656" y="1529"/>
                  </a:cubicBezTo>
                  <a:cubicBezTo>
                    <a:pt x="1014" y="1529"/>
                    <a:pt x="1308" y="1235"/>
                    <a:pt x="1308" y="873"/>
                  </a:cubicBezTo>
                  <a:lnTo>
                    <a:pt x="130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88"/>
            <p:cNvSpPr/>
            <p:nvPr/>
          </p:nvSpPr>
          <p:spPr>
            <a:xfrm>
              <a:off x="7731593" y="3837164"/>
              <a:ext cx="17199" cy="40087"/>
            </a:xfrm>
            <a:custGeom>
              <a:rect b="b" l="l" r="r" t="t"/>
              <a:pathLst>
                <a:path extrusionOk="0" h="1529" w="656">
                  <a:moveTo>
                    <a:pt x="0" y="0"/>
                  </a:moveTo>
                  <a:lnTo>
                    <a:pt x="0" y="873"/>
                  </a:lnTo>
                  <a:cubicBezTo>
                    <a:pt x="0" y="1235"/>
                    <a:pt x="294" y="1529"/>
                    <a:pt x="656" y="1529"/>
                  </a:cubicBezTo>
                  <a:lnTo>
                    <a:pt x="65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88"/>
            <p:cNvSpPr/>
            <p:nvPr/>
          </p:nvSpPr>
          <p:spPr>
            <a:xfrm>
              <a:off x="7606143" y="3797602"/>
              <a:ext cx="285089" cy="364948"/>
            </a:xfrm>
            <a:custGeom>
              <a:rect b="b" l="l" r="r" t="t"/>
              <a:pathLst>
                <a:path extrusionOk="0" h="13920" w="10874">
                  <a:moveTo>
                    <a:pt x="5890" y="1712"/>
                  </a:moveTo>
                  <a:lnTo>
                    <a:pt x="5890" y="2382"/>
                  </a:lnTo>
                  <a:cubicBezTo>
                    <a:pt x="5890" y="2628"/>
                    <a:pt x="5687" y="2831"/>
                    <a:pt x="5441" y="2831"/>
                  </a:cubicBezTo>
                  <a:cubicBezTo>
                    <a:pt x="5191" y="2831"/>
                    <a:pt x="4988" y="2628"/>
                    <a:pt x="4992" y="2382"/>
                  </a:cubicBezTo>
                  <a:lnTo>
                    <a:pt x="4992" y="1712"/>
                  </a:lnTo>
                  <a:close/>
                  <a:moveTo>
                    <a:pt x="5441" y="412"/>
                  </a:moveTo>
                  <a:lnTo>
                    <a:pt x="8577" y="1248"/>
                  </a:lnTo>
                  <a:lnTo>
                    <a:pt x="9761" y="3222"/>
                  </a:lnTo>
                  <a:lnTo>
                    <a:pt x="8914" y="4070"/>
                  </a:lnTo>
                  <a:lnTo>
                    <a:pt x="8914" y="3034"/>
                  </a:lnTo>
                  <a:cubicBezTo>
                    <a:pt x="8914" y="2802"/>
                    <a:pt x="8726" y="2614"/>
                    <a:pt x="8490" y="2614"/>
                  </a:cubicBezTo>
                  <a:lnTo>
                    <a:pt x="8273" y="2614"/>
                  </a:lnTo>
                  <a:cubicBezTo>
                    <a:pt x="8001" y="2614"/>
                    <a:pt x="8001" y="3019"/>
                    <a:pt x="8273" y="3019"/>
                  </a:cubicBezTo>
                  <a:lnTo>
                    <a:pt x="8490" y="3019"/>
                  </a:lnTo>
                  <a:cubicBezTo>
                    <a:pt x="8497" y="3019"/>
                    <a:pt x="8505" y="3027"/>
                    <a:pt x="8505" y="3034"/>
                  </a:cubicBezTo>
                  <a:lnTo>
                    <a:pt x="8505" y="3921"/>
                  </a:lnTo>
                  <a:lnTo>
                    <a:pt x="2373" y="3921"/>
                  </a:lnTo>
                  <a:lnTo>
                    <a:pt x="2373" y="3034"/>
                  </a:lnTo>
                  <a:cubicBezTo>
                    <a:pt x="2373" y="3027"/>
                    <a:pt x="2380" y="3019"/>
                    <a:pt x="2388" y="3019"/>
                  </a:cubicBezTo>
                  <a:lnTo>
                    <a:pt x="4868" y="3019"/>
                  </a:lnTo>
                  <a:cubicBezTo>
                    <a:pt x="5031" y="3164"/>
                    <a:pt x="5236" y="3237"/>
                    <a:pt x="5440" y="3237"/>
                  </a:cubicBezTo>
                  <a:cubicBezTo>
                    <a:pt x="5644" y="3237"/>
                    <a:pt x="5848" y="3164"/>
                    <a:pt x="6009" y="3019"/>
                  </a:cubicBezTo>
                  <a:lnTo>
                    <a:pt x="7400" y="3019"/>
                  </a:lnTo>
                  <a:cubicBezTo>
                    <a:pt x="7672" y="3019"/>
                    <a:pt x="7672" y="2614"/>
                    <a:pt x="7400" y="2614"/>
                  </a:cubicBezTo>
                  <a:lnTo>
                    <a:pt x="6266" y="2614"/>
                  </a:lnTo>
                  <a:cubicBezTo>
                    <a:pt x="6288" y="2538"/>
                    <a:pt x="6299" y="2458"/>
                    <a:pt x="6299" y="2382"/>
                  </a:cubicBezTo>
                  <a:lnTo>
                    <a:pt x="6299" y="1509"/>
                  </a:lnTo>
                  <a:cubicBezTo>
                    <a:pt x="6299" y="1397"/>
                    <a:pt x="6205" y="1306"/>
                    <a:pt x="6093" y="1306"/>
                  </a:cubicBezTo>
                  <a:lnTo>
                    <a:pt x="4785" y="1306"/>
                  </a:lnTo>
                  <a:cubicBezTo>
                    <a:pt x="4673" y="1306"/>
                    <a:pt x="4582" y="1397"/>
                    <a:pt x="4582" y="1509"/>
                  </a:cubicBezTo>
                  <a:lnTo>
                    <a:pt x="4582" y="2382"/>
                  </a:lnTo>
                  <a:cubicBezTo>
                    <a:pt x="4582" y="2458"/>
                    <a:pt x="4593" y="2538"/>
                    <a:pt x="4615" y="2614"/>
                  </a:cubicBezTo>
                  <a:lnTo>
                    <a:pt x="2388" y="2614"/>
                  </a:lnTo>
                  <a:cubicBezTo>
                    <a:pt x="2156" y="2614"/>
                    <a:pt x="1967" y="2802"/>
                    <a:pt x="1967" y="3034"/>
                  </a:cubicBezTo>
                  <a:lnTo>
                    <a:pt x="1967" y="4070"/>
                  </a:lnTo>
                  <a:lnTo>
                    <a:pt x="1120" y="3222"/>
                  </a:lnTo>
                  <a:lnTo>
                    <a:pt x="2304" y="1248"/>
                  </a:lnTo>
                  <a:lnTo>
                    <a:pt x="5441" y="412"/>
                  </a:lnTo>
                  <a:close/>
                  <a:moveTo>
                    <a:pt x="8396" y="4330"/>
                  </a:moveTo>
                  <a:cubicBezTo>
                    <a:pt x="8240" y="4479"/>
                    <a:pt x="7951" y="4617"/>
                    <a:pt x="7686" y="4704"/>
                  </a:cubicBezTo>
                  <a:cubicBezTo>
                    <a:pt x="7092" y="4903"/>
                    <a:pt x="6292" y="5011"/>
                    <a:pt x="5441" y="5011"/>
                  </a:cubicBezTo>
                  <a:cubicBezTo>
                    <a:pt x="4590" y="5011"/>
                    <a:pt x="3789" y="4903"/>
                    <a:pt x="3192" y="4704"/>
                  </a:cubicBezTo>
                  <a:cubicBezTo>
                    <a:pt x="2931" y="4617"/>
                    <a:pt x="2637" y="4479"/>
                    <a:pt x="2485" y="4330"/>
                  </a:cubicBezTo>
                  <a:close/>
                  <a:moveTo>
                    <a:pt x="2377" y="4765"/>
                  </a:moveTo>
                  <a:cubicBezTo>
                    <a:pt x="2522" y="4863"/>
                    <a:pt x="2674" y="4943"/>
                    <a:pt x="2840" y="5008"/>
                  </a:cubicBezTo>
                  <a:lnTo>
                    <a:pt x="2840" y="5214"/>
                  </a:lnTo>
                  <a:cubicBezTo>
                    <a:pt x="2837" y="5341"/>
                    <a:pt x="2735" y="5446"/>
                    <a:pt x="2608" y="5446"/>
                  </a:cubicBezTo>
                  <a:lnTo>
                    <a:pt x="2377" y="5446"/>
                  </a:lnTo>
                  <a:lnTo>
                    <a:pt x="2377" y="4765"/>
                  </a:lnTo>
                  <a:close/>
                  <a:moveTo>
                    <a:pt x="8505" y="4765"/>
                  </a:moveTo>
                  <a:lnTo>
                    <a:pt x="8505" y="5446"/>
                  </a:lnTo>
                  <a:lnTo>
                    <a:pt x="8273" y="5446"/>
                  </a:lnTo>
                  <a:cubicBezTo>
                    <a:pt x="8146" y="5446"/>
                    <a:pt x="8041" y="5341"/>
                    <a:pt x="8041" y="5214"/>
                  </a:cubicBezTo>
                  <a:lnTo>
                    <a:pt x="8041" y="5008"/>
                  </a:lnTo>
                  <a:cubicBezTo>
                    <a:pt x="8204" y="4943"/>
                    <a:pt x="8360" y="4863"/>
                    <a:pt x="8505" y="4765"/>
                  </a:cubicBezTo>
                  <a:close/>
                  <a:moveTo>
                    <a:pt x="7635" y="5145"/>
                  </a:moveTo>
                  <a:lnTo>
                    <a:pt x="7635" y="5214"/>
                  </a:lnTo>
                  <a:cubicBezTo>
                    <a:pt x="7635" y="5565"/>
                    <a:pt x="7922" y="5852"/>
                    <a:pt x="8273" y="5855"/>
                  </a:cubicBezTo>
                  <a:lnTo>
                    <a:pt x="8602" y="5855"/>
                  </a:lnTo>
                  <a:cubicBezTo>
                    <a:pt x="8802" y="5855"/>
                    <a:pt x="8961" y="6029"/>
                    <a:pt x="8939" y="6232"/>
                  </a:cubicBezTo>
                  <a:cubicBezTo>
                    <a:pt x="8921" y="6402"/>
                    <a:pt x="8758" y="6536"/>
                    <a:pt x="8570" y="6536"/>
                  </a:cubicBezTo>
                  <a:lnTo>
                    <a:pt x="8479" y="6536"/>
                  </a:lnTo>
                  <a:lnTo>
                    <a:pt x="8479" y="6525"/>
                  </a:lnTo>
                  <a:cubicBezTo>
                    <a:pt x="8479" y="6413"/>
                    <a:pt x="8389" y="6319"/>
                    <a:pt x="8276" y="6319"/>
                  </a:cubicBezTo>
                  <a:cubicBezTo>
                    <a:pt x="8164" y="6319"/>
                    <a:pt x="8070" y="6413"/>
                    <a:pt x="8070" y="6525"/>
                  </a:cubicBezTo>
                  <a:cubicBezTo>
                    <a:pt x="8070" y="7978"/>
                    <a:pt x="6893" y="9155"/>
                    <a:pt x="5441" y="9155"/>
                  </a:cubicBezTo>
                  <a:cubicBezTo>
                    <a:pt x="3988" y="9155"/>
                    <a:pt x="2811" y="7978"/>
                    <a:pt x="2811" y="6525"/>
                  </a:cubicBezTo>
                  <a:lnTo>
                    <a:pt x="2811" y="6522"/>
                  </a:lnTo>
                  <a:cubicBezTo>
                    <a:pt x="2811" y="6386"/>
                    <a:pt x="2710" y="6318"/>
                    <a:pt x="2608" y="6318"/>
                  </a:cubicBezTo>
                  <a:cubicBezTo>
                    <a:pt x="2507" y="6318"/>
                    <a:pt x="2406" y="6386"/>
                    <a:pt x="2406" y="6522"/>
                  </a:cubicBezTo>
                  <a:lnTo>
                    <a:pt x="2406" y="6536"/>
                  </a:lnTo>
                  <a:lnTo>
                    <a:pt x="2283" y="6536"/>
                  </a:lnTo>
                  <a:cubicBezTo>
                    <a:pt x="2080" y="6536"/>
                    <a:pt x="1920" y="6359"/>
                    <a:pt x="1942" y="6159"/>
                  </a:cubicBezTo>
                  <a:cubicBezTo>
                    <a:pt x="1960" y="5989"/>
                    <a:pt x="2123" y="5855"/>
                    <a:pt x="2312" y="5855"/>
                  </a:cubicBezTo>
                  <a:lnTo>
                    <a:pt x="2608" y="5855"/>
                  </a:lnTo>
                  <a:cubicBezTo>
                    <a:pt x="2960" y="5852"/>
                    <a:pt x="3246" y="5565"/>
                    <a:pt x="3246" y="5214"/>
                  </a:cubicBezTo>
                  <a:lnTo>
                    <a:pt x="3246" y="5145"/>
                  </a:lnTo>
                  <a:cubicBezTo>
                    <a:pt x="3858" y="5323"/>
                    <a:pt x="4629" y="5417"/>
                    <a:pt x="5441" y="5417"/>
                  </a:cubicBezTo>
                  <a:cubicBezTo>
                    <a:pt x="6252" y="5417"/>
                    <a:pt x="7023" y="5319"/>
                    <a:pt x="7635" y="5145"/>
                  </a:cubicBezTo>
                  <a:close/>
                  <a:moveTo>
                    <a:pt x="3575" y="9861"/>
                  </a:moveTo>
                  <a:lnTo>
                    <a:pt x="5082" y="10697"/>
                  </a:lnTo>
                  <a:lnTo>
                    <a:pt x="3981" y="11643"/>
                  </a:lnTo>
                  <a:cubicBezTo>
                    <a:pt x="3978" y="11646"/>
                    <a:pt x="3974" y="11646"/>
                    <a:pt x="3970" y="11646"/>
                  </a:cubicBezTo>
                  <a:cubicBezTo>
                    <a:pt x="3967" y="11646"/>
                    <a:pt x="3963" y="11643"/>
                    <a:pt x="3959" y="11639"/>
                  </a:cubicBezTo>
                  <a:lnTo>
                    <a:pt x="3271" y="10440"/>
                  </a:lnTo>
                  <a:lnTo>
                    <a:pt x="3557" y="9868"/>
                  </a:lnTo>
                  <a:cubicBezTo>
                    <a:pt x="3561" y="9864"/>
                    <a:pt x="3561" y="9861"/>
                    <a:pt x="3565" y="9861"/>
                  </a:cubicBezTo>
                  <a:close/>
                  <a:moveTo>
                    <a:pt x="6763" y="9260"/>
                  </a:moveTo>
                  <a:lnTo>
                    <a:pt x="6763" y="9694"/>
                  </a:lnTo>
                  <a:lnTo>
                    <a:pt x="6520" y="9832"/>
                  </a:lnTo>
                  <a:cubicBezTo>
                    <a:pt x="6317" y="9943"/>
                    <a:pt x="6430" y="10218"/>
                    <a:pt x="6614" y="10218"/>
                  </a:cubicBezTo>
                  <a:cubicBezTo>
                    <a:pt x="6646" y="10218"/>
                    <a:pt x="6680" y="10210"/>
                    <a:pt x="6716" y="10190"/>
                  </a:cubicBezTo>
                  <a:lnTo>
                    <a:pt x="7302" y="9864"/>
                  </a:lnTo>
                  <a:cubicBezTo>
                    <a:pt x="7304" y="9863"/>
                    <a:pt x="7306" y="9863"/>
                    <a:pt x="7308" y="9863"/>
                  </a:cubicBezTo>
                  <a:cubicBezTo>
                    <a:pt x="7313" y="9863"/>
                    <a:pt x="7318" y="9866"/>
                    <a:pt x="7320" y="9872"/>
                  </a:cubicBezTo>
                  <a:lnTo>
                    <a:pt x="7606" y="10440"/>
                  </a:lnTo>
                  <a:lnTo>
                    <a:pt x="6918" y="11639"/>
                  </a:lnTo>
                  <a:cubicBezTo>
                    <a:pt x="6915" y="11643"/>
                    <a:pt x="6911" y="11646"/>
                    <a:pt x="6907" y="11646"/>
                  </a:cubicBezTo>
                  <a:cubicBezTo>
                    <a:pt x="6904" y="11646"/>
                    <a:pt x="6900" y="11646"/>
                    <a:pt x="6897" y="11643"/>
                  </a:cubicBezTo>
                  <a:lnTo>
                    <a:pt x="5796" y="10701"/>
                  </a:lnTo>
                  <a:lnTo>
                    <a:pt x="5977" y="10600"/>
                  </a:lnTo>
                  <a:cubicBezTo>
                    <a:pt x="6176" y="10489"/>
                    <a:pt x="6064" y="10215"/>
                    <a:pt x="5882" y="10215"/>
                  </a:cubicBezTo>
                  <a:cubicBezTo>
                    <a:pt x="5849" y="10215"/>
                    <a:pt x="5814" y="10224"/>
                    <a:pt x="5777" y="10245"/>
                  </a:cubicBezTo>
                  <a:lnTo>
                    <a:pt x="5441" y="10429"/>
                  </a:lnTo>
                  <a:lnTo>
                    <a:pt x="4119" y="9698"/>
                  </a:lnTo>
                  <a:lnTo>
                    <a:pt x="4119" y="9260"/>
                  </a:lnTo>
                  <a:cubicBezTo>
                    <a:pt x="4535" y="9461"/>
                    <a:pt x="4987" y="9561"/>
                    <a:pt x="5439" y="9561"/>
                  </a:cubicBezTo>
                  <a:cubicBezTo>
                    <a:pt x="5892" y="9561"/>
                    <a:pt x="6344" y="9461"/>
                    <a:pt x="6763" y="9260"/>
                  </a:cubicBezTo>
                  <a:close/>
                  <a:moveTo>
                    <a:pt x="5441" y="10933"/>
                  </a:moveTo>
                  <a:lnTo>
                    <a:pt x="5883" y="11310"/>
                  </a:lnTo>
                  <a:lnTo>
                    <a:pt x="5785" y="11606"/>
                  </a:lnTo>
                  <a:cubicBezTo>
                    <a:pt x="5752" y="11704"/>
                    <a:pt x="5662" y="11766"/>
                    <a:pt x="5564" y="11766"/>
                  </a:cubicBezTo>
                  <a:lnTo>
                    <a:pt x="5321" y="11766"/>
                  </a:lnTo>
                  <a:cubicBezTo>
                    <a:pt x="5220" y="11766"/>
                    <a:pt x="5129" y="11704"/>
                    <a:pt x="5100" y="11606"/>
                  </a:cubicBezTo>
                  <a:lnTo>
                    <a:pt x="4999" y="11310"/>
                  </a:lnTo>
                  <a:lnTo>
                    <a:pt x="5441" y="10933"/>
                  </a:lnTo>
                  <a:close/>
                  <a:moveTo>
                    <a:pt x="5441" y="1"/>
                  </a:moveTo>
                  <a:cubicBezTo>
                    <a:pt x="5423" y="1"/>
                    <a:pt x="5406" y="3"/>
                    <a:pt x="5390" y="6"/>
                  </a:cubicBezTo>
                  <a:lnTo>
                    <a:pt x="2120" y="879"/>
                  </a:lnTo>
                  <a:cubicBezTo>
                    <a:pt x="2069" y="893"/>
                    <a:pt x="2025" y="926"/>
                    <a:pt x="1996" y="970"/>
                  </a:cubicBezTo>
                  <a:lnTo>
                    <a:pt x="689" y="3150"/>
                  </a:lnTo>
                  <a:cubicBezTo>
                    <a:pt x="642" y="3229"/>
                    <a:pt x="653" y="3331"/>
                    <a:pt x="718" y="3400"/>
                  </a:cubicBezTo>
                  <a:lnTo>
                    <a:pt x="1967" y="4646"/>
                  </a:lnTo>
                  <a:lnTo>
                    <a:pt x="1967" y="5526"/>
                  </a:lnTo>
                  <a:cubicBezTo>
                    <a:pt x="1649" y="5671"/>
                    <a:pt x="1475" y="6018"/>
                    <a:pt x="1551" y="6362"/>
                  </a:cubicBezTo>
                  <a:cubicBezTo>
                    <a:pt x="1627" y="6703"/>
                    <a:pt x="1931" y="6945"/>
                    <a:pt x="2279" y="6945"/>
                  </a:cubicBezTo>
                  <a:lnTo>
                    <a:pt x="2431" y="6945"/>
                  </a:lnTo>
                  <a:cubicBezTo>
                    <a:pt x="2551" y="7782"/>
                    <a:pt x="3014" y="8535"/>
                    <a:pt x="3709" y="9017"/>
                  </a:cubicBezTo>
                  <a:lnTo>
                    <a:pt x="3709" y="9477"/>
                  </a:lnTo>
                  <a:cubicBezTo>
                    <a:pt x="3664" y="9461"/>
                    <a:pt x="3617" y="9454"/>
                    <a:pt x="3571" y="9454"/>
                  </a:cubicBezTo>
                  <a:cubicBezTo>
                    <a:pt x="3413" y="9454"/>
                    <a:pt x="3264" y="9541"/>
                    <a:pt x="3192" y="9687"/>
                  </a:cubicBezTo>
                  <a:lnTo>
                    <a:pt x="2877" y="10321"/>
                  </a:lnTo>
                  <a:lnTo>
                    <a:pt x="1087" y="10846"/>
                  </a:lnTo>
                  <a:cubicBezTo>
                    <a:pt x="446" y="11038"/>
                    <a:pt x="4" y="11625"/>
                    <a:pt x="1" y="12295"/>
                  </a:cubicBezTo>
                  <a:lnTo>
                    <a:pt x="1" y="13714"/>
                  </a:lnTo>
                  <a:cubicBezTo>
                    <a:pt x="1" y="13850"/>
                    <a:pt x="103" y="13918"/>
                    <a:pt x="205" y="13918"/>
                  </a:cubicBezTo>
                  <a:cubicBezTo>
                    <a:pt x="308" y="13918"/>
                    <a:pt x="410" y="13850"/>
                    <a:pt x="410" y="13714"/>
                  </a:cubicBezTo>
                  <a:lnTo>
                    <a:pt x="410" y="12295"/>
                  </a:lnTo>
                  <a:cubicBezTo>
                    <a:pt x="410" y="12099"/>
                    <a:pt x="464" y="11903"/>
                    <a:pt x="562" y="11737"/>
                  </a:cubicBezTo>
                  <a:lnTo>
                    <a:pt x="1732" y="12736"/>
                  </a:lnTo>
                  <a:cubicBezTo>
                    <a:pt x="1877" y="12863"/>
                    <a:pt x="1964" y="13048"/>
                    <a:pt x="1964" y="13243"/>
                  </a:cubicBezTo>
                  <a:lnTo>
                    <a:pt x="1964" y="13714"/>
                  </a:lnTo>
                  <a:cubicBezTo>
                    <a:pt x="1964" y="13850"/>
                    <a:pt x="2065" y="13918"/>
                    <a:pt x="2167" y="13918"/>
                  </a:cubicBezTo>
                  <a:cubicBezTo>
                    <a:pt x="2268" y="13918"/>
                    <a:pt x="2369" y="13850"/>
                    <a:pt x="2369" y="13714"/>
                  </a:cubicBezTo>
                  <a:lnTo>
                    <a:pt x="2369" y="13243"/>
                  </a:lnTo>
                  <a:cubicBezTo>
                    <a:pt x="2369" y="12928"/>
                    <a:pt x="2232" y="12631"/>
                    <a:pt x="1996" y="12429"/>
                  </a:cubicBezTo>
                  <a:lnTo>
                    <a:pt x="830" y="11433"/>
                  </a:lnTo>
                  <a:cubicBezTo>
                    <a:pt x="943" y="11346"/>
                    <a:pt x="1066" y="11281"/>
                    <a:pt x="1203" y="11241"/>
                  </a:cubicBezTo>
                  <a:lnTo>
                    <a:pt x="2960" y="10723"/>
                  </a:lnTo>
                  <a:lnTo>
                    <a:pt x="3604" y="11846"/>
                  </a:lnTo>
                  <a:cubicBezTo>
                    <a:pt x="3683" y="11985"/>
                    <a:pt x="3825" y="12059"/>
                    <a:pt x="3969" y="12059"/>
                  </a:cubicBezTo>
                  <a:cubicBezTo>
                    <a:pt x="4065" y="12059"/>
                    <a:pt x="4162" y="12026"/>
                    <a:pt x="4242" y="11958"/>
                  </a:cubicBezTo>
                  <a:lnTo>
                    <a:pt x="4662" y="11599"/>
                  </a:lnTo>
                  <a:lnTo>
                    <a:pt x="4709" y="11740"/>
                  </a:lnTo>
                  <a:cubicBezTo>
                    <a:pt x="4745" y="11846"/>
                    <a:pt x="4807" y="11940"/>
                    <a:pt x="4890" y="12012"/>
                  </a:cubicBezTo>
                  <a:lnTo>
                    <a:pt x="4586" y="13678"/>
                  </a:lnTo>
                  <a:cubicBezTo>
                    <a:pt x="4564" y="13790"/>
                    <a:pt x="4637" y="13895"/>
                    <a:pt x="4749" y="13917"/>
                  </a:cubicBezTo>
                  <a:cubicBezTo>
                    <a:pt x="4760" y="13919"/>
                    <a:pt x="4771" y="13920"/>
                    <a:pt x="4782" y="13920"/>
                  </a:cubicBezTo>
                  <a:cubicBezTo>
                    <a:pt x="4879" y="13920"/>
                    <a:pt x="4968" y="13852"/>
                    <a:pt x="4984" y="13754"/>
                  </a:cubicBezTo>
                  <a:lnTo>
                    <a:pt x="5274" y="12175"/>
                  </a:lnTo>
                  <a:lnTo>
                    <a:pt x="5607" y="12175"/>
                  </a:lnTo>
                  <a:lnTo>
                    <a:pt x="5893" y="13754"/>
                  </a:lnTo>
                  <a:cubicBezTo>
                    <a:pt x="5915" y="13868"/>
                    <a:pt x="6003" y="13920"/>
                    <a:pt x="6091" y="13920"/>
                  </a:cubicBezTo>
                  <a:cubicBezTo>
                    <a:pt x="6207" y="13920"/>
                    <a:pt x="6324" y="13830"/>
                    <a:pt x="6295" y="13678"/>
                  </a:cubicBezTo>
                  <a:lnTo>
                    <a:pt x="5991" y="12012"/>
                  </a:lnTo>
                  <a:cubicBezTo>
                    <a:pt x="6074" y="11936"/>
                    <a:pt x="6136" y="11842"/>
                    <a:pt x="6172" y="11740"/>
                  </a:cubicBezTo>
                  <a:lnTo>
                    <a:pt x="6216" y="11599"/>
                  </a:lnTo>
                  <a:lnTo>
                    <a:pt x="6632" y="11954"/>
                  </a:lnTo>
                  <a:cubicBezTo>
                    <a:pt x="6708" y="12019"/>
                    <a:pt x="6806" y="12056"/>
                    <a:pt x="6904" y="12056"/>
                  </a:cubicBezTo>
                  <a:cubicBezTo>
                    <a:pt x="7056" y="12056"/>
                    <a:pt x="7197" y="11976"/>
                    <a:pt x="7273" y="11846"/>
                  </a:cubicBezTo>
                  <a:lnTo>
                    <a:pt x="7914" y="10719"/>
                  </a:lnTo>
                  <a:lnTo>
                    <a:pt x="9674" y="11237"/>
                  </a:lnTo>
                  <a:cubicBezTo>
                    <a:pt x="9808" y="11277"/>
                    <a:pt x="9935" y="11342"/>
                    <a:pt x="10044" y="11429"/>
                  </a:cubicBezTo>
                  <a:lnTo>
                    <a:pt x="8881" y="12425"/>
                  </a:lnTo>
                  <a:cubicBezTo>
                    <a:pt x="8642" y="12631"/>
                    <a:pt x="8505" y="12928"/>
                    <a:pt x="8505" y="13240"/>
                  </a:cubicBezTo>
                  <a:lnTo>
                    <a:pt x="8505" y="13711"/>
                  </a:lnTo>
                  <a:cubicBezTo>
                    <a:pt x="8505" y="13847"/>
                    <a:pt x="8606" y="13914"/>
                    <a:pt x="8707" y="13914"/>
                  </a:cubicBezTo>
                  <a:cubicBezTo>
                    <a:pt x="8809" y="13914"/>
                    <a:pt x="8910" y="13847"/>
                    <a:pt x="8910" y="13711"/>
                  </a:cubicBezTo>
                  <a:lnTo>
                    <a:pt x="8910" y="13240"/>
                  </a:lnTo>
                  <a:cubicBezTo>
                    <a:pt x="8910" y="13048"/>
                    <a:pt x="8997" y="12860"/>
                    <a:pt x="9146" y="12733"/>
                  </a:cubicBezTo>
                  <a:lnTo>
                    <a:pt x="10312" y="11733"/>
                  </a:lnTo>
                  <a:cubicBezTo>
                    <a:pt x="10410" y="11903"/>
                    <a:pt x="10464" y="12095"/>
                    <a:pt x="10464" y="12295"/>
                  </a:cubicBezTo>
                  <a:lnTo>
                    <a:pt x="10464" y="13711"/>
                  </a:lnTo>
                  <a:cubicBezTo>
                    <a:pt x="10464" y="13847"/>
                    <a:pt x="10566" y="13914"/>
                    <a:pt x="10669" y="13914"/>
                  </a:cubicBezTo>
                  <a:cubicBezTo>
                    <a:pt x="10771" y="13914"/>
                    <a:pt x="10873" y="13847"/>
                    <a:pt x="10873" y="13711"/>
                  </a:cubicBezTo>
                  <a:lnTo>
                    <a:pt x="10873" y="12295"/>
                  </a:lnTo>
                  <a:cubicBezTo>
                    <a:pt x="10870" y="11625"/>
                    <a:pt x="10428" y="11038"/>
                    <a:pt x="9787" y="10846"/>
                  </a:cubicBezTo>
                  <a:lnTo>
                    <a:pt x="8001" y="10321"/>
                  </a:lnTo>
                  <a:lnTo>
                    <a:pt x="7683" y="9687"/>
                  </a:lnTo>
                  <a:cubicBezTo>
                    <a:pt x="7610" y="9541"/>
                    <a:pt x="7461" y="9454"/>
                    <a:pt x="7305" y="9454"/>
                  </a:cubicBezTo>
                  <a:cubicBezTo>
                    <a:pt x="7259" y="9454"/>
                    <a:pt x="7213" y="9461"/>
                    <a:pt x="7168" y="9477"/>
                  </a:cubicBezTo>
                  <a:lnTo>
                    <a:pt x="7168" y="9021"/>
                  </a:lnTo>
                  <a:cubicBezTo>
                    <a:pt x="7864" y="8535"/>
                    <a:pt x="8331" y="7786"/>
                    <a:pt x="8450" y="6945"/>
                  </a:cubicBezTo>
                  <a:lnTo>
                    <a:pt x="8570" y="6945"/>
                  </a:lnTo>
                  <a:cubicBezTo>
                    <a:pt x="8968" y="6945"/>
                    <a:pt x="9309" y="6648"/>
                    <a:pt x="9345" y="6272"/>
                  </a:cubicBezTo>
                  <a:cubicBezTo>
                    <a:pt x="9377" y="5953"/>
                    <a:pt x="9204" y="5649"/>
                    <a:pt x="8914" y="5515"/>
                  </a:cubicBezTo>
                  <a:lnTo>
                    <a:pt x="8914" y="4646"/>
                  </a:lnTo>
                  <a:lnTo>
                    <a:pt x="10163" y="3400"/>
                  </a:lnTo>
                  <a:cubicBezTo>
                    <a:pt x="10229" y="3331"/>
                    <a:pt x="10239" y="3229"/>
                    <a:pt x="10192" y="3150"/>
                  </a:cubicBezTo>
                  <a:lnTo>
                    <a:pt x="8885" y="970"/>
                  </a:lnTo>
                  <a:cubicBezTo>
                    <a:pt x="8856" y="926"/>
                    <a:pt x="8812" y="893"/>
                    <a:pt x="8762" y="879"/>
                  </a:cubicBezTo>
                  <a:lnTo>
                    <a:pt x="5495" y="6"/>
                  </a:lnTo>
                  <a:cubicBezTo>
                    <a:pt x="5477" y="3"/>
                    <a:pt x="5459" y="1"/>
                    <a:pt x="54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88"/>
            <p:cNvSpPr/>
            <p:nvPr/>
          </p:nvSpPr>
          <p:spPr>
            <a:xfrm>
              <a:off x="7709177" y="3946150"/>
              <a:ext cx="10671" cy="16412"/>
            </a:xfrm>
            <a:custGeom>
              <a:rect b="b" l="l" r="r" t="t"/>
              <a:pathLst>
                <a:path extrusionOk="0" h="626" w="407">
                  <a:moveTo>
                    <a:pt x="203" y="1"/>
                  </a:moveTo>
                  <a:cubicBezTo>
                    <a:pt x="91" y="1"/>
                    <a:pt x="0" y="91"/>
                    <a:pt x="0" y="204"/>
                  </a:cubicBezTo>
                  <a:lnTo>
                    <a:pt x="0" y="425"/>
                  </a:lnTo>
                  <a:cubicBezTo>
                    <a:pt x="0" y="559"/>
                    <a:pt x="102" y="626"/>
                    <a:pt x="203" y="626"/>
                  </a:cubicBezTo>
                  <a:cubicBezTo>
                    <a:pt x="305" y="626"/>
                    <a:pt x="406" y="559"/>
                    <a:pt x="406" y="425"/>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88"/>
            <p:cNvSpPr/>
            <p:nvPr/>
          </p:nvSpPr>
          <p:spPr>
            <a:xfrm>
              <a:off x="7777736" y="3946124"/>
              <a:ext cx="10644" cy="16386"/>
            </a:xfrm>
            <a:custGeom>
              <a:rect b="b" l="l" r="r" t="t"/>
              <a:pathLst>
                <a:path extrusionOk="0" h="625" w="406">
                  <a:moveTo>
                    <a:pt x="203" y="1"/>
                  </a:moveTo>
                  <a:cubicBezTo>
                    <a:pt x="102" y="1"/>
                    <a:pt x="0" y="69"/>
                    <a:pt x="0" y="205"/>
                  </a:cubicBezTo>
                  <a:lnTo>
                    <a:pt x="0" y="426"/>
                  </a:lnTo>
                  <a:cubicBezTo>
                    <a:pt x="0" y="534"/>
                    <a:pt x="91" y="625"/>
                    <a:pt x="203" y="625"/>
                  </a:cubicBezTo>
                  <a:cubicBezTo>
                    <a:pt x="315" y="625"/>
                    <a:pt x="406" y="534"/>
                    <a:pt x="406" y="422"/>
                  </a:cubicBezTo>
                  <a:lnTo>
                    <a:pt x="406" y="205"/>
                  </a:lnTo>
                  <a:cubicBezTo>
                    <a:pt x="406" y="69"/>
                    <a:pt x="30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88"/>
            <p:cNvSpPr/>
            <p:nvPr/>
          </p:nvSpPr>
          <p:spPr>
            <a:xfrm>
              <a:off x="7730256" y="3991821"/>
              <a:ext cx="35341" cy="10775"/>
            </a:xfrm>
            <a:custGeom>
              <a:rect b="b" l="l" r="r" t="t"/>
              <a:pathLst>
                <a:path extrusionOk="0" h="411" w="1348">
                  <a:moveTo>
                    <a:pt x="272" y="1"/>
                  </a:moveTo>
                  <a:cubicBezTo>
                    <a:pt x="0" y="1"/>
                    <a:pt x="0" y="410"/>
                    <a:pt x="272" y="410"/>
                  </a:cubicBezTo>
                  <a:lnTo>
                    <a:pt x="1141" y="410"/>
                  </a:lnTo>
                  <a:cubicBezTo>
                    <a:pt x="1254" y="410"/>
                    <a:pt x="1348" y="316"/>
                    <a:pt x="1348" y="204"/>
                  </a:cubicBezTo>
                  <a:cubicBezTo>
                    <a:pt x="1348" y="91"/>
                    <a:pt x="1254" y="1"/>
                    <a:pt x="11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9" name="Google Shape;17959;p88"/>
          <p:cNvGrpSpPr/>
          <p:nvPr/>
        </p:nvGrpSpPr>
        <p:grpSpPr>
          <a:xfrm>
            <a:off x="7606143" y="3356519"/>
            <a:ext cx="285089" cy="365052"/>
            <a:chOff x="7606143" y="3356519"/>
            <a:chExt cx="285089" cy="365052"/>
          </a:xfrm>
        </p:grpSpPr>
        <p:sp>
          <p:nvSpPr>
            <p:cNvPr id="17960" name="Google Shape;17960;p88"/>
            <p:cNvSpPr/>
            <p:nvPr/>
          </p:nvSpPr>
          <p:spPr>
            <a:xfrm>
              <a:off x="7640147" y="3361920"/>
              <a:ext cx="217186" cy="280029"/>
            </a:xfrm>
            <a:custGeom>
              <a:rect b="b" l="l" r="r" t="t"/>
              <a:pathLst>
                <a:path extrusionOk="0" h="10681" w="8284">
                  <a:moveTo>
                    <a:pt x="4140" y="0"/>
                  </a:moveTo>
                  <a:cubicBezTo>
                    <a:pt x="1855" y="0"/>
                    <a:pt x="0" y="1855"/>
                    <a:pt x="0" y="4140"/>
                  </a:cubicBezTo>
                  <a:lnTo>
                    <a:pt x="0" y="4759"/>
                  </a:lnTo>
                  <a:cubicBezTo>
                    <a:pt x="0" y="6302"/>
                    <a:pt x="681" y="7765"/>
                    <a:pt x="1862" y="8761"/>
                  </a:cubicBezTo>
                  <a:lnTo>
                    <a:pt x="4140" y="10681"/>
                  </a:lnTo>
                  <a:lnTo>
                    <a:pt x="6422" y="8761"/>
                  </a:lnTo>
                  <a:cubicBezTo>
                    <a:pt x="7602" y="7765"/>
                    <a:pt x="8283" y="6302"/>
                    <a:pt x="8283" y="4759"/>
                  </a:cubicBezTo>
                  <a:lnTo>
                    <a:pt x="8283" y="4140"/>
                  </a:lnTo>
                  <a:cubicBezTo>
                    <a:pt x="8283" y="1855"/>
                    <a:pt x="6429" y="0"/>
                    <a:pt x="41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88"/>
            <p:cNvSpPr/>
            <p:nvPr/>
          </p:nvSpPr>
          <p:spPr>
            <a:xfrm>
              <a:off x="7611570" y="3561881"/>
              <a:ext cx="274340" cy="154342"/>
            </a:xfrm>
            <a:custGeom>
              <a:rect b="b" l="l" r="r" t="t"/>
              <a:pathLst>
                <a:path extrusionOk="0" h="5887" w="10464">
                  <a:moveTo>
                    <a:pt x="3705" y="1"/>
                  </a:moveTo>
                  <a:lnTo>
                    <a:pt x="3705" y="1037"/>
                  </a:lnTo>
                  <a:cubicBezTo>
                    <a:pt x="3705" y="1326"/>
                    <a:pt x="3513" y="1584"/>
                    <a:pt x="3234" y="1667"/>
                  </a:cubicBezTo>
                  <a:lnTo>
                    <a:pt x="938" y="2340"/>
                  </a:lnTo>
                  <a:cubicBezTo>
                    <a:pt x="381" y="2503"/>
                    <a:pt x="0" y="3014"/>
                    <a:pt x="0" y="3597"/>
                  </a:cubicBezTo>
                  <a:lnTo>
                    <a:pt x="0" y="5886"/>
                  </a:lnTo>
                  <a:lnTo>
                    <a:pt x="10463" y="5886"/>
                  </a:lnTo>
                  <a:lnTo>
                    <a:pt x="10463" y="3597"/>
                  </a:lnTo>
                  <a:cubicBezTo>
                    <a:pt x="10460" y="3014"/>
                    <a:pt x="10080" y="2503"/>
                    <a:pt x="9522" y="2340"/>
                  </a:cubicBezTo>
                  <a:lnTo>
                    <a:pt x="7226" y="1667"/>
                  </a:lnTo>
                  <a:cubicBezTo>
                    <a:pt x="6947" y="1584"/>
                    <a:pt x="6755" y="1326"/>
                    <a:pt x="6758" y="1037"/>
                  </a:cubicBezTo>
                  <a:lnTo>
                    <a:pt x="675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88"/>
            <p:cNvSpPr/>
            <p:nvPr/>
          </p:nvSpPr>
          <p:spPr>
            <a:xfrm>
              <a:off x="7611570" y="3604327"/>
              <a:ext cx="274340" cy="111896"/>
            </a:xfrm>
            <a:custGeom>
              <a:rect b="b" l="l" r="r" t="t"/>
              <a:pathLst>
                <a:path extrusionOk="0" h="4268" w="10464">
                  <a:moveTo>
                    <a:pt x="3347" y="1"/>
                  </a:moveTo>
                  <a:cubicBezTo>
                    <a:pt x="3311" y="19"/>
                    <a:pt x="3274" y="33"/>
                    <a:pt x="3238" y="48"/>
                  </a:cubicBezTo>
                  <a:lnTo>
                    <a:pt x="938" y="721"/>
                  </a:lnTo>
                  <a:cubicBezTo>
                    <a:pt x="384" y="884"/>
                    <a:pt x="0" y="1395"/>
                    <a:pt x="0" y="1978"/>
                  </a:cubicBezTo>
                  <a:lnTo>
                    <a:pt x="0" y="4267"/>
                  </a:lnTo>
                  <a:lnTo>
                    <a:pt x="10463" y="4267"/>
                  </a:lnTo>
                  <a:lnTo>
                    <a:pt x="10463" y="1978"/>
                  </a:lnTo>
                  <a:cubicBezTo>
                    <a:pt x="10463" y="1395"/>
                    <a:pt x="10080" y="884"/>
                    <a:pt x="9522" y="721"/>
                  </a:cubicBezTo>
                  <a:lnTo>
                    <a:pt x="7226" y="48"/>
                  </a:lnTo>
                  <a:cubicBezTo>
                    <a:pt x="7189" y="33"/>
                    <a:pt x="7150" y="19"/>
                    <a:pt x="7117" y="1"/>
                  </a:cubicBezTo>
                  <a:lnTo>
                    <a:pt x="5230" y="1435"/>
                  </a:lnTo>
                  <a:lnTo>
                    <a:pt x="334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88"/>
            <p:cNvSpPr/>
            <p:nvPr/>
          </p:nvSpPr>
          <p:spPr>
            <a:xfrm>
              <a:off x="7708706" y="3561881"/>
              <a:ext cx="79963" cy="28603"/>
            </a:xfrm>
            <a:custGeom>
              <a:rect b="b" l="l" r="r" t="t"/>
              <a:pathLst>
                <a:path extrusionOk="0" h="1091" w="3050">
                  <a:moveTo>
                    <a:pt x="0" y="1"/>
                  </a:moveTo>
                  <a:lnTo>
                    <a:pt x="0" y="707"/>
                  </a:lnTo>
                  <a:cubicBezTo>
                    <a:pt x="477" y="962"/>
                    <a:pt x="1002" y="1090"/>
                    <a:pt x="1526" y="1090"/>
                  </a:cubicBezTo>
                  <a:cubicBezTo>
                    <a:pt x="2051" y="1090"/>
                    <a:pt x="2575" y="962"/>
                    <a:pt x="3050" y="707"/>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88"/>
            <p:cNvSpPr/>
            <p:nvPr/>
          </p:nvSpPr>
          <p:spPr>
            <a:xfrm>
              <a:off x="7651551" y="3413280"/>
              <a:ext cx="194298" cy="160136"/>
            </a:xfrm>
            <a:custGeom>
              <a:rect b="b" l="l" r="r" t="t"/>
              <a:pathLst>
                <a:path extrusionOk="0" h="6108" w="7411">
                  <a:moveTo>
                    <a:pt x="873" y="1"/>
                  </a:moveTo>
                  <a:lnTo>
                    <a:pt x="873" y="2402"/>
                  </a:lnTo>
                  <a:lnTo>
                    <a:pt x="547" y="2402"/>
                  </a:lnTo>
                  <a:cubicBezTo>
                    <a:pt x="246" y="2402"/>
                    <a:pt x="0" y="2645"/>
                    <a:pt x="0" y="2945"/>
                  </a:cubicBezTo>
                  <a:cubicBezTo>
                    <a:pt x="0" y="3246"/>
                    <a:pt x="246" y="3489"/>
                    <a:pt x="547" y="3489"/>
                  </a:cubicBezTo>
                  <a:lnTo>
                    <a:pt x="884" y="3489"/>
                  </a:lnTo>
                  <a:cubicBezTo>
                    <a:pt x="992" y="4966"/>
                    <a:pt x="2224" y="6107"/>
                    <a:pt x="3705" y="6107"/>
                  </a:cubicBezTo>
                  <a:cubicBezTo>
                    <a:pt x="5186" y="6107"/>
                    <a:pt x="6418" y="4966"/>
                    <a:pt x="6530" y="3489"/>
                  </a:cubicBezTo>
                  <a:lnTo>
                    <a:pt x="6867" y="3489"/>
                  </a:lnTo>
                  <a:cubicBezTo>
                    <a:pt x="7167" y="3489"/>
                    <a:pt x="7410" y="3246"/>
                    <a:pt x="7410" y="2945"/>
                  </a:cubicBezTo>
                  <a:cubicBezTo>
                    <a:pt x="7410" y="2645"/>
                    <a:pt x="7167" y="2402"/>
                    <a:pt x="6867" y="2402"/>
                  </a:cubicBezTo>
                  <a:lnTo>
                    <a:pt x="6541" y="2402"/>
                  </a:lnTo>
                  <a:lnTo>
                    <a:pt x="654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88"/>
            <p:cNvSpPr/>
            <p:nvPr/>
          </p:nvSpPr>
          <p:spPr>
            <a:xfrm>
              <a:off x="7650686" y="3413490"/>
              <a:ext cx="172354" cy="159953"/>
            </a:xfrm>
            <a:custGeom>
              <a:rect b="b" l="l" r="r" t="t"/>
              <a:pathLst>
                <a:path extrusionOk="0" h="6101" w="6574">
                  <a:moveTo>
                    <a:pt x="906" y="0"/>
                  </a:moveTo>
                  <a:lnTo>
                    <a:pt x="906" y="2394"/>
                  </a:lnTo>
                  <a:lnTo>
                    <a:pt x="609" y="2394"/>
                  </a:lnTo>
                  <a:cubicBezTo>
                    <a:pt x="323" y="2394"/>
                    <a:pt x="66" y="2600"/>
                    <a:pt x="37" y="2883"/>
                  </a:cubicBezTo>
                  <a:cubicBezTo>
                    <a:pt x="0" y="3205"/>
                    <a:pt x="254" y="3484"/>
                    <a:pt x="580" y="3484"/>
                  </a:cubicBezTo>
                  <a:lnTo>
                    <a:pt x="917" y="3484"/>
                  </a:lnTo>
                  <a:cubicBezTo>
                    <a:pt x="1022" y="4979"/>
                    <a:pt x="2269" y="6100"/>
                    <a:pt x="3717" y="6100"/>
                  </a:cubicBezTo>
                  <a:cubicBezTo>
                    <a:pt x="3868" y="6100"/>
                    <a:pt x="4022" y="6088"/>
                    <a:pt x="4176" y="6063"/>
                  </a:cubicBezTo>
                  <a:cubicBezTo>
                    <a:pt x="2796" y="5853"/>
                    <a:pt x="1779" y="4665"/>
                    <a:pt x="1779" y="3267"/>
                  </a:cubicBezTo>
                  <a:lnTo>
                    <a:pt x="1779" y="2198"/>
                  </a:lnTo>
                  <a:cubicBezTo>
                    <a:pt x="1776" y="1831"/>
                    <a:pt x="2077" y="1545"/>
                    <a:pt x="2429" y="1545"/>
                  </a:cubicBezTo>
                  <a:cubicBezTo>
                    <a:pt x="2476" y="1545"/>
                    <a:pt x="2524" y="1550"/>
                    <a:pt x="2572" y="1561"/>
                  </a:cubicBezTo>
                  <a:cubicBezTo>
                    <a:pt x="2934" y="1641"/>
                    <a:pt x="3303" y="1702"/>
                    <a:pt x="3673" y="1738"/>
                  </a:cubicBezTo>
                  <a:cubicBezTo>
                    <a:pt x="3695" y="1738"/>
                    <a:pt x="3720" y="1742"/>
                    <a:pt x="3738" y="1742"/>
                  </a:cubicBezTo>
                  <a:cubicBezTo>
                    <a:pt x="4078" y="1742"/>
                    <a:pt x="4361" y="1481"/>
                    <a:pt x="4390" y="1145"/>
                  </a:cubicBezTo>
                  <a:cubicBezTo>
                    <a:pt x="5038" y="1355"/>
                    <a:pt x="5878" y="1742"/>
                    <a:pt x="6570" y="2445"/>
                  </a:cubicBezTo>
                  <a:lnTo>
                    <a:pt x="6574" y="2445"/>
                  </a:lnTo>
                  <a:lnTo>
                    <a:pt x="65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88"/>
            <p:cNvSpPr/>
            <p:nvPr/>
          </p:nvSpPr>
          <p:spPr>
            <a:xfrm>
              <a:off x="7662930" y="3413385"/>
              <a:ext cx="22914" cy="65544"/>
            </a:xfrm>
            <a:custGeom>
              <a:rect b="b" l="l" r="r" t="t"/>
              <a:pathLst>
                <a:path extrusionOk="0" h="2500" w="874">
                  <a:moveTo>
                    <a:pt x="1" y="0"/>
                  </a:moveTo>
                  <a:lnTo>
                    <a:pt x="4" y="2499"/>
                  </a:lnTo>
                  <a:lnTo>
                    <a:pt x="490" y="2441"/>
                  </a:lnTo>
                  <a:cubicBezTo>
                    <a:pt x="707" y="2416"/>
                    <a:pt x="873" y="2231"/>
                    <a:pt x="873" y="2011"/>
                  </a:cubicBez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88"/>
            <p:cNvSpPr/>
            <p:nvPr/>
          </p:nvSpPr>
          <p:spPr>
            <a:xfrm>
              <a:off x="7811531" y="3413385"/>
              <a:ext cx="22914" cy="65544"/>
            </a:xfrm>
            <a:custGeom>
              <a:rect b="b" l="l" r="r" t="t"/>
              <a:pathLst>
                <a:path extrusionOk="0" h="2500" w="874">
                  <a:moveTo>
                    <a:pt x="1" y="0"/>
                  </a:moveTo>
                  <a:lnTo>
                    <a:pt x="1" y="2011"/>
                  </a:lnTo>
                  <a:cubicBezTo>
                    <a:pt x="1" y="2231"/>
                    <a:pt x="167" y="2416"/>
                    <a:pt x="388" y="2441"/>
                  </a:cubicBezTo>
                  <a:lnTo>
                    <a:pt x="873" y="2499"/>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88"/>
            <p:cNvSpPr/>
            <p:nvPr/>
          </p:nvSpPr>
          <p:spPr>
            <a:xfrm>
              <a:off x="7656192" y="3361815"/>
              <a:ext cx="186406" cy="102956"/>
            </a:xfrm>
            <a:custGeom>
              <a:rect b="b" l="l" r="r" t="t"/>
              <a:pathLst>
                <a:path extrusionOk="0" h="3927" w="7110">
                  <a:moveTo>
                    <a:pt x="3537" y="1"/>
                  </a:moveTo>
                  <a:cubicBezTo>
                    <a:pt x="2094" y="1"/>
                    <a:pt x="754" y="751"/>
                    <a:pt x="1" y="1982"/>
                  </a:cubicBezTo>
                  <a:lnTo>
                    <a:pt x="1" y="2047"/>
                  </a:lnTo>
                  <a:cubicBezTo>
                    <a:pt x="747" y="2388"/>
                    <a:pt x="2090" y="2909"/>
                    <a:pt x="3528" y="3054"/>
                  </a:cubicBezTo>
                  <a:lnTo>
                    <a:pt x="3191" y="2217"/>
                  </a:lnTo>
                  <a:lnTo>
                    <a:pt x="3191" y="2217"/>
                  </a:lnTo>
                  <a:cubicBezTo>
                    <a:pt x="3192" y="2217"/>
                    <a:pt x="5274" y="2399"/>
                    <a:pt x="6798" y="3927"/>
                  </a:cubicBezTo>
                  <a:lnTo>
                    <a:pt x="7110" y="2069"/>
                  </a:lnTo>
                  <a:cubicBezTo>
                    <a:pt x="6378" y="805"/>
                    <a:pt x="5038" y="19"/>
                    <a:pt x="3579" y="1"/>
                  </a:cubicBezTo>
                  <a:cubicBezTo>
                    <a:pt x="3565" y="1"/>
                    <a:pt x="3551" y="1"/>
                    <a:pt x="3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88"/>
            <p:cNvSpPr/>
            <p:nvPr/>
          </p:nvSpPr>
          <p:spPr>
            <a:xfrm>
              <a:off x="7656192" y="3361920"/>
              <a:ext cx="186406" cy="86046"/>
            </a:xfrm>
            <a:custGeom>
              <a:rect b="b" l="l" r="r" t="t"/>
              <a:pathLst>
                <a:path extrusionOk="0" h="3282" w="7110">
                  <a:moveTo>
                    <a:pt x="3528" y="0"/>
                  </a:moveTo>
                  <a:cubicBezTo>
                    <a:pt x="2087" y="0"/>
                    <a:pt x="750" y="750"/>
                    <a:pt x="1" y="1982"/>
                  </a:cubicBezTo>
                  <a:lnTo>
                    <a:pt x="1" y="2047"/>
                  </a:lnTo>
                  <a:cubicBezTo>
                    <a:pt x="167" y="2119"/>
                    <a:pt x="363" y="2202"/>
                    <a:pt x="580" y="2289"/>
                  </a:cubicBezTo>
                  <a:cubicBezTo>
                    <a:pt x="1222" y="1264"/>
                    <a:pt x="2342" y="653"/>
                    <a:pt x="3530" y="653"/>
                  </a:cubicBezTo>
                  <a:cubicBezTo>
                    <a:pt x="3709" y="653"/>
                    <a:pt x="3890" y="667"/>
                    <a:pt x="4071" y="696"/>
                  </a:cubicBezTo>
                  <a:cubicBezTo>
                    <a:pt x="5448" y="913"/>
                    <a:pt x="6563" y="1931"/>
                    <a:pt x="6907" y="3282"/>
                  </a:cubicBezTo>
                  <a:lnTo>
                    <a:pt x="7110" y="2065"/>
                  </a:lnTo>
                  <a:cubicBezTo>
                    <a:pt x="6367" y="786"/>
                    <a:pt x="5006" y="0"/>
                    <a:pt x="3528"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88"/>
            <p:cNvSpPr/>
            <p:nvPr/>
          </p:nvSpPr>
          <p:spPr>
            <a:xfrm>
              <a:off x="7737283" y="3641923"/>
              <a:ext cx="22914" cy="34319"/>
            </a:xfrm>
            <a:custGeom>
              <a:rect b="b" l="l" r="r" t="t"/>
              <a:pathLst>
                <a:path extrusionOk="0" h="1309" w="874">
                  <a:moveTo>
                    <a:pt x="435" y="1"/>
                  </a:moveTo>
                  <a:cubicBezTo>
                    <a:pt x="196" y="1"/>
                    <a:pt x="0" y="196"/>
                    <a:pt x="0" y="436"/>
                  </a:cubicBezTo>
                  <a:lnTo>
                    <a:pt x="0" y="874"/>
                  </a:lnTo>
                  <a:cubicBezTo>
                    <a:pt x="0" y="1113"/>
                    <a:pt x="196" y="1308"/>
                    <a:pt x="435" y="1308"/>
                  </a:cubicBezTo>
                  <a:cubicBezTo>
                    <a:pt x="678" y="1308"/>
                    <a:pt x="870" y="1113"/>
                    <a:pt x="873" y="874"/>
                  </a:cubicBezTo>
                  <a:lnTo>
                    <a:pt x="873" y="439"/>
                  </a:lnTo>
                  <a:cubicBezTo>
                    <a:pt x="873" y="196"/>
                    <a:pt x="678" y="1"/>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88"/>
            <p:cNvSpPr/>
            <p:nvPr/>
          </p:nvSpPr>
          <p:spPr>
            <a:xfrm>
              <a:off x="7709073" y="3476516"/>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88"/>
            <p:cNvSpPr/>
            <p:nvPr/>
          </p:nvSpPr>
          <p:spPr>
            <a:xfrm>
              <a:off x="7777631" y="3476516"/>
              <a:ext cx="10671" cy="16386"/>
            </a:xfrm>
            <a:custGeom>
              <a:rect b="b" l="l" r="r" t="t"/>
              <a:pathLst>
                <a:path extrusionOk="0" h="625" w="407">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88"/>
            <p:cNvSpPr/>
            <p:nvPr/>
          </p:nvSpPr>
          <p:spPr>
            <a:xfrm>
              <a:off x="7723912" y="3516472"/>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7"/>
                    <a:pt x="1742" y="353"/>
                  </a:cubicBezTo>
                  <a:cubicBezTo>
                    <a:pt x="1892"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88"/>
            <p:cNvSpPr/>
            <p:nvPr/>
          </p:nvSpPr>
          <p:spPr>
            <a:xfrm>
              <a:off x="7606143" y="3356519"/>
              <a:ext cx="285089" cy="365052"/>
            </a:xfrm>
            <a:custGeom>
              <a:rect b="b" l="l" r="r" t="t"/>
              <a:pathLst>
                <a:path extrusionOk="0" h="13924" w="10874">
                  <a:moveTo>
                    <a:pt x="5437" y="409"/>
                  </a:moveTo>
                  <a:cubicBezTo>
                    <a:pt x="6759" y="413"/>
                    <a:pt x="7990" y="1076"/>
                    <a:pt x="8718" y="2177"/>
                  </a:cubicBezTo>
                  <a:lnTo>
                    <a:pt x="8577" y="3730"/>
                  </a:lnTo>
                  <a:cubicBezTo>
                    <a:pt x="7060" y="2405"/>
                    <a:pt x="5202" y="2227"/>
                    <a:pt x="5118" y="2220"/>
                  </a:cubicBezTo>
                  <a:cubicBezTo>
                    <a:pt x="5112" y="2220"/>
                    <a:pt x="5105" y="2219"/>
                    <a:pt x="5098" y="2219"/>
                  </a:cubicBezTo>
                  <a:cubicBezTo>
                    <a:pt x="4957" y="2219"/>
                    <a:pt x="4857" y="2364"/>
                    <a:pt x="4912" y="2499"/>
                  </a:cubicBezTo>
                  <a:lnTo>
                    <a:pt x="5118" y="3017"/>
                  </a:lnTo>
                  <a:cubicBezTo>
                    <a:pt x="3930" y="2847"/>
                    <a:pt x="2833" y="2434"/>
                    <a:pt x="2178" y="2148"/>
                  </a:cubicBezTo>
                  <a:cubicBezTo>
                    <a:pt x="2909" y="1061"/>
                    <a:pt x="4130" y="413"/>
                    <a:pt x="5437" y="409"/>
                  </a:cubicBezTo>
                  <a:close/>
                  <a:moveTo>
                    <a:pt x="8037" y="3817"/>
                  </a:moveTo>
                  <a:cubicBezTo>
                    <a:pt x="8211" y="3948"/>
                    <a:pt x="8374" y="4093"/>
                    <a:pt x="8530" y="4245"/>
                  </a:cubicBezTo>
                  <a:lnTo>
                    <a:pt x="8519" y="4361"/>
                  </a:lnTo>
                  <a:lnTo>
                    <a:pt x="8269" y="4361"/>
                  </a:lnTo>
                  <a:cubicBezTo>
                    <a:pt x="8142" y="4361"/>
                    <a:pt x="8037" y="4259"/>
                    <a:pt x="8037" y="4129"/>
                  </a:cubicBezTo>
                  <a:lnTo>
                    <a:pt x="8037" y="3817"/>
                  </a:lnTo>
                  <a:close/>
                  <a:moveTo>
                    <a:pt x="2373" y="2669"/>
                  </a:moveTo>
                  <a:cubicBezTo>
                    <a:pt x="3137" y="2977"/>
                    <a:pt x="4249" y="3343"/>
                    <a:pt x="5419" y="3459"/>
                  </a:cubicBezTo>
                  <a:cubicBezTo>
                    <a:pt x="5427" y="3460"/>
                    <a:pt x="5435" y="3460"/>
                    <a:pt x="5444" y="3460"/>
                  </a:cubicBezTo>
                  <a:cubicBezTo>
                    <a:pt x="5583" y="3460"/>
                    <a:pt x="5680" y="3317"/>
                    <a:pt x="5625" y="3180"/>
                  </a:cubicBezTo>
                  <a:lnTo>
                    <a:pt x="5423" y="2676"/>
                  </a:lnTo>
                  <a:lnTo>
                    <a:pt x="5423" y="2676"/>
                  </a:lnTo>
                  <a:cubicBezTo>
                    <a:pt x="6205" y="2829"/>
                    <a:pt x="6955" y="3118"/>
                    <a:pt x="7632" y="3538"/>
                  </a:cubicBezTo>
                  <a:lnTo>
                    <a:pt x="7632" y="4129"/>
                  </a:lnTo>
                  <a:cubicBezTo>
                    <a:pt x="7632" y="4484"/>
                    <a:pt x="7918" y="4770"/>
                    <a:pt x="8269" y="4770"/>
                  </a:cubicBezTo>
                  <a:lnTo>
                    <a:pt x="8599" y="4770"/>
                  </a:lnTo>
                  <a:cubicBezTo>
                    <a:pt x="8802" y="4770"/>
                    <a:pt x="8957" y="4947"/>
                    <a:pt x="8936" y="5146"/>
                  </a:cubicBezTo>
                  <a:cubicBezTo>
                    <a:pt x="8921" y="5317"/>
                    <a:pt x="8755" y="5451"/>
                    <a:pt x="8566" y="5451"/>
                  </a:cubicBezTo>
                  <a:lnTo>
                    <a:pt x="8476" y="5451"/>
                  </a:lnTo>
                  <a:lnTo>
                    <a:pt x="8476" y="5440"/>
                  </a:lnTo>
                  <a:cubicBezTo>
                    <a:pt x="8476" y="5324"/>
                    <a:pt x="8385" y="5233"/>
                    <a:pt x="8273" y="5233"/>
                  </a:cubicBezTo>
                  <a:cubicBezTo>
                    <a:pt x="8161" y="5233"/>
                    <a:pt x="8070" y="5324"/>
                    <a:pt x="8070" y="5440"/>
                  </a:cubicBezTo>
                  <a:cubicBezTo>
                    <a:pt x="8066" y="6889"/>
                    <a:pt x="6889" y="8066"/>
                    <a:pt x="5441" y="8066"/>
                  </a:cubicBezTo>
                  <a:cubicBezTo>
                    <a:pt x="3988" y="8066"/>
                    <a:pt x="2811" y="6889"/>
                    <a:pt x="2811" y="5440"/>
                  </a:cubicBezTo>
                  <a:cubicBezTo>
                    <a:pt x="2811" y="5304"/>
                    <a:pt x="2709" y="5236"/>
                    <a:pt x="2607" y="5236"/>
                  </a:cubicBezTo>
                  <a:cubicBezTo>
                    <a:pt x="2504" y="5236"/>
                    <a:pt x="2402" y="5304"/>
                    <a:pt x="2402" y="5440"/>
                  </a:cubicBezTo>
                  <a:lnTo>
                    <a:pt x="2402" y="5451"/>
                  </a:lnTo>
                  <a:lnTo>
                    <a:pt x="2279" y="5451"/>
                  </a:lnTo>
                  <a:cubicBezTo>
                    <a:pt x="2076" y="5451"/>
                    <a:pt x="1920" y="5277"/>
                    <a:pt x="1938" y="5074"/>
                  </a:cubicBezTo>
                  <a:cubicBezTo>
                    <a:pt x="1957" y="4904"/>
                    <a:pt x="2120" y="4770"/>
                    <a:pt x="2308" y="4770"/>
                  </a:cubicBezTo>
                  <a:lnTo>
                    <a:pt x="2605" y="4770"/>
                  </a:lnTo>
                  <a:cubicBezTo>
                    <a:pt x="2956" y="4770"/>
                    <a:pt x="3242" y="4484"/>
                    <a:pt x="3242" y="4129"/>
                  </a:cubicBezTo>
                  <a:lnTo>
                    <a:pt x="3242" y="3622"/>
                  </a:lnTo>
                  <a:cubicBezTo>
                    <a:pt x="3242" y="3486"/>
                    <a:pt x="3141" y="3418"/>
                    <a:pt x="3039" y="3418"/>
                  </a:cubicBezTo>
                  <a:cubicBezTo>
                    <a:pt x="2938" y="3418"/>
                    <a:pt x="2837" y="3486"/>
                    <a:pt x="2837" y="3622"/>
                  </a:cubicBezTo>
                  <a:lnTo>
                    <a:pt x="2837" y="4129"/>
                  </a:lnTo>
                  <a:cubicBezTo>
                    <a:pt x="2837" y="4256"/>
                    <a:pt x="2732" y="4361"/>
                    <a:pt x="2605" y="4361"/>
                  </a:cubicBezTo>
                  <a:lnTo>
                    <a:pt x="2373" y="4361"/>
                  </a:lnTo>
                  <a:lnTo>
                    <a:pt x="2373" y="2669"/>
                  </a:lnTo>
                  <a:close/>
                  <a:moveTo>
                    <a:pt x="1960" y="2499"/>
                  </a:moveTo>
                  <a:lnTo>
                    <a:pt x="1960" y="4440"/>
                  </a:lnTo>
                  <a:cubicBezTo>
                    <a:pt x="1641" y="4585"/>
                    <a:pt x="1468" y="4933"/>
                    <a:pt x="1544" y="5273"/>
                  </a:cubicBezTo>
                  <a:cubicBezTo>
                    <a:pt x="1620" y="5617"/>
                    <a:pt x="1924" y="5860"/>
                    <a:pt x="2275" y="5860"/>
                  </a:cubicBezTo>
                  <a:lnTo>
                    <a:pt x="2427" y="5860"/>
                  </a:lnTo>
                  <a:cubicBezTo>
                    <a:pt x="2543" y="6697"/>
                    <a:pt x="3007" y="7450"/>
                    <a:pt x="3702" y="7932"/>
                  </a:cubicBezTo>
                  <a:lnTo>
                    <a:pt x="3702" y="8870"/>
                  </a:lnTo>
                  <a:cubicBezTo>
                    <a:pt x="3702" y="8953"/>
                    <a:pt x="3681" y="9036"/>
                    <a:pt x="3637" y="9105"/>
                  </a:cubicBezTo>
                  <a:lnTo>
                    <a:pt x="3286" y="8808"/>
                  </a:lnTo>
                  <a:cubicBezTo>
                    <a:pt x="2152" y="7856"/>
                    <a:pt x="1497" y="6447"/>
                    <a:pt x="1500" y="4965"/>
                  </a:cubicBezTo>
                  <a:lnTo>
                    <a:pt x="1500" y="4346"/>
                  </a:lnTo>
                  <a:cubicBezTo>
                    <a:pt x="1497" y="3701"/>
                    <a:pt x="1656" y="3068"/>
                    <a:pt x="1960" y="2499"/>
                  </a:cubicBezTo>
                  <a:close/>
                  <a:moveTo>
                    <a:pt x="9070" y="2829"/>
                  </a:moveTo>
                  <a:cubicBezTo>
                    <a:pt x="9272" y="3307"/>
                    <a:pt x="9374" y="3825"/>
                    <a:pt x="9374" y="4346"/>
                  </a:cubicBezTo>
                  <a:lnTo>
                    <a:pt x="9374" y="4965"/>
                  </a:lnTo>
                  <a:cubicBezTo>
                    <a:pt x="9377" y="6447"/>
                    <a:pt x="8722" y="7856"/>
                    <a:pt x="7585" y="8812"/>
                  </a:cubicBezTo>
                  <a:lnTo>
                    <a:pt x="7233" y="9105"/>
                  </a:lnTo>
                  <a:cubicBezTo>
                    <a:pt x="7190" y="9036"/>
                    <a:pt x="7168" y="8953"/>
                    <a:pt x="7168" y="8870"/>
                  </a:cubicBezTo>
                  <a:lnTo>
                    <a:pt x="7168" y="8707"/>
                  </a:lnTo>
                  <a:cubicBezTo>
                    <a:pt x="7168" y="8571"/>
                    <a:pt x="7066" y="8503"/>
                    <a:pt x="6964" y="8503"/>
                  </a:cubicBezTo>
                  <a:cubicBezTo>
                    <a:pt x="6861" y="8503"/>
                    <a:pt x="6759" y="8571"/>
                    <a:pt x="6759" y="8707"/>
                  </a:cubicBezTo>
                  <a:lnTo>
                    <a:pt x="6759" y="8870"/>
                  </a:lnTo>
                  <a:cubicBezTo>
                    <a:pt x="6759" y="9051"/>
                    <a:pt x="6817" y="9225"/>
                    <a:pt x="6922" y="9369"/>
                  </a:cubicBezTo>
                  <a:lnTo>
                    <a:pt x="5437" y="10619"/>
                  </a:lnTo>
                  <a:lnTo>
                    <a:pt x="3956" y="9369"/>
                  </a:lnTo>
                  <a:cubicBezTo>
                    <a:pt x="4057" y="9225"/>
                    <a:pt x="4115" y="9051"/>
                    <a:pt x="4115" y="8870"/>
                  </a:cubicBezTo>
                  <a:lnTo>
                    <a:pt x="4115" y="8171"/>
                  </a:lnTo>
                  <a:cubicBezTo>
                    <a:pt x="4547" y="8380"/>
                    <a:pt x="4997" y="8477"/>
                    <a:pt x="5437" y="8477"/>
                  </a:cubicBezTo>
                  <a:cubicBezTo>
                    <a:pt x="6887" y="8477"/>
                    <a:pt x="8227" y="7424"/>
                    <a:pt x="8447" y="5860"/>
                  </a:cubicBezTo>
                  <a:lnTo>
                    <a:pt x="8566" y="5860"/>
                  </a:lnTo>
                  <a:cubicBezTo>
                    <a:pt x="8965" y="5860"/>
                    <a:pt x="9305" y="5563"/>
                    <a:pt x="9345" y="5186"/>
                  </a:cubicBezTo>
                  <a:cubicBezTo>
                    <a:pt x="9374" y="4871"/>
                    <a:pt x="9207" y="4571"/>
                    <a:pt x="8925" y="4437"/>
                  </a:cubicBezTo>
                  <a:lnTo>
                    <a:pt x="9070" y="2829"/>
                  </a:lnTo>
                  <a:close/>
                  <a:moveTo>
                    <a:pt x="5437" y="11092"/>
                  </a:moveTo>
                  <a:cubicBezTo>
                    <a:pt x="5553" y="11092"/>
                    <a:pt x="5669" y="11169"/>
                    <a:pt x="5669" y="11325"/>
                  </a:cubicBezTo>
                  <a:lnTo>
                    <a:pt x="5669" y="11756"/>
                  </a:lnTo>
                  <a:cubicBezTo>
                    <a:pt x="5669" y="11883"/>
                    <a:pt x="5564" y="11988"/>
                    <a:pt x="5437" y="11988"/>
                  </a:cubicBezTo>
                  <a:cubicBezTo>
                    <a:pt x="5307" y="11988"/>
                    <a:pt x="5205" y="11883"/>
                    <a:pt x="5205" y="11756"/>
                  </a:cubicBezTo>
                  <a:lnTo>
                    <a:pt x="5205" y="11325"/>
                  </a:lnTo>
                  <a:cubicBezTo>
                    <a:pt x="5205" y="11169"/>
                    <a:pt x="5321" y="11092"/>
                    <a:pt x="5437" y="11092"/>
                  </a:cubicBezTo>
                  <a:close/>
                  <a:moveTo>
                    <a:pt x="5437" y="0"/>
                  </a:moveTo>
                  <a:cubicBezTo>
                    <a:pt x="3036" y="0"/>
                    <a:pt x="1091" y="1949"/>
                    <a:pt x="1091" y="4346"/>
                  </a:cubicBezTo>
                  <a:lnTo>
                    <a:pt x="1091" y="4965"/>
                  </a:lnTo>
                  <a:cubicBezTo>
                    <a:pt x="1091" y="6570"/>
                    <a:pt x="1797" y="8091"/>
                    <a:pt x="3025" y="9123"/>
                  </a:cubicBezTo>
                  <a:lnTo>
                    <a:pt x="3279" y="9333"/>
                  </a:lnTo>
                  <a:lnTo>
                    <a:pt x="1087" y="9978"/>
                  </a:lnTo>
                  <a:cubicBezTo>
                    <a:pt x="446" y="10170"/>
                    <a:pt x="4" y="10757"/>
                    <a:pt x="1" y="11427"/>
                  </a:cubicBezTo>
                  <a:lnTo>
                    <a:pt x="1" y="13719"/>
                  </a:lnTo>
                  <a:cubicBezTo>
                    <a:pt x="1" y="13855"/>
                    <a:pt x="102" y="13923"/>
                    <a:pt x="204" y="13923"/>
                  </a:cubicBezTo>
                  <a:cubicBezTo>
                    <a:pt x="305" y="13923"/>
                    <a:pt x="406" y="13855"/>
                    <a:pt x="406" y="13719"/>
                  </a:cubicBezTo>
                  <a:lnTo>
                    <a:pt x="406" y="11427"/>
                  </a:lnTo>
                  <a:cubicBezTo>
                    <a:pt x="406" y="11282"/>
                    <a:pt x="435" y="11137"/>
                    <a:pt x="493" y="11003"/>
                  </a:cubicBezTo>
                  <a:lnTo>
                    <a:pt x="1732" y="12086"/>
                  </a:lnTo>
                  <a:cubicBezTo>
                    <a:pt x="1877" y="12212"/>
                    <a:pt x="1960" y="12397"/>
                    <a:pt x="1960" y="12589"/>
                  </a:cubicBezTo>
                  <a:lnTo>
                    <a:pt x="1960" y="13719"/>
                  </a:lnTo>
                  <a:cubicBezTo>
                    <a:pt x="1960" y="13855"/>
                    <a:pt x="2062" y="13923"/>
                    <a:pt x="2163" y="13923"/>
                  </a:cubicBezTo>
                  <a:cubicBezTo>
                    <a:pt x="2264" y="13923"/>
                    <a:pt x="2366" y="13855"/>
                    <a:pt x="2366" y="13719"/>
                  </a:cubicBezTo>
                  <a:lnTo>
                    <a:pt x="2366" y="12589"/>
                  </a:lnTo>
                  <a:cubicBezTo>
                    <a:pt x="2366" y="12278"/>
                    <a:pt x="2232" y="11984"/>
                    <a:pt x="2000" y="11778"/>
                  </a:cubicBezTo>
                  <a:lnTo>
                    <a:pt x="725" y="10659"/>
                  </a:lnTo>
                  <a:cubicBezTo>
                    <a:pt x="856" y="10521"/>
                    <a:pt x="1019" y="10423"/>
                    <a:pt x="1203" y="10369"/>
                  </a:cubicBezTo>
                  <a:lnTo>
                    <a:pt x="3499" y="9692"/>
                  </a:lnTo>
                  <a:cubicBezTo>
                    <a:pt x="3547" y="9681"/>
                    <a:pt x="3594" y="9659"/>
                    <a:pt x="3637" y="9637"/>
                  </a:cubicBezTo>
                  <a:lnTo>
                    <a:pt x="5042" y="10818"/>
                  </a:lnTo>
                  <a:cubicBezTo>
                    <a:pt x="4887" y="10941"/>
                    <a:pt x="4796" y="11126"/>
                    <a:pt x="4796" y="11322"/>
                  </a:cubicBezTo>
                  <a:lnTo>
                    <a:pt x="4796" y="11756"/>
                  </a:lnTo>
                  <a:cubicBezTo>
                    <a:pt x="4800" y="12031"/>
                    <a:pt x="4973" y="12274"/>
                    <a:pt x="5234" y="12365"/>
                  </a:cubicBezTo>
                  <a:lnTo>
                    <a:pt x="5234" y="13719"/>
                  </a:lnTo>
                  <a:cubicBezTo>
                    <a:pt x="5234" y="13855"/>
                    <a:pt x="5336" y="13923"/>
                    <a:pt x="5437" y="13923"/>
                  </a:cubicBezTo>
                  <a:cubicBezTo>
                    <a:pt x="5538" y="13923"/>
                    <a:pt x="5640" y="13855"/>
                    <a:pt x="5640" y="13719"/>
                  </a:cubicBezTo>
                  <a:lnTo>
                    <a:pt x="5640" y="12365"/>
                  </a:lnTo>
                  <a:cubicBezTo>
                    <a:pt x="5901" y="12278"/>
                    <a:pt x="6078" y="12031"/>
                    <a:pt x="6078" y="11760"/>
                  </a:cubicBezTo>
                  <a:lnTo>
                    <a:pt x="6078" y="11325"/>
                  </a:lnTo>
                  <a:cubicBezTo>
                    <a:pt x="6078" y="11126"/>
                    <a:pt x="5988" y="10941"/>
                    <a:pt x="5832" y="10822"/>
                  </a:cubicBezTo>
                  <a:lnTo>
                    <a:pt x="7237" y="9641"/>
                  </a:lnTo>
                  <a:cubicBezTo>
                    <a:pt x="7281" y="9663"/>
                    <a:pt x="7328" y="9681"/>
                    <a:pt x="7375" y="9695"/>
                  </a:cubicBezTo>
                  <a:lnTo>
                    <a:pt x="9674" y="10373"/>
                  </a:lnTo>
                  <a:cubicBezTo>
                    <a:pt x="9856" y="10423"/>
                    <a:pt x="10019" y="10525"/>
                    <a:pt x="10153" y="10662"/>
                  </a:cubicBezTo>
                  <a:lnTo>
                    <a:pt x="8874" y="11781"/>
                  </a:lnTo>
                  <a:cubicBezTo>
                    <a:pt x="8639" y="11984"/>
                    <a:pt x="8505" y="12278"/>
                    <a:pt x="8505" y="12589"/>
                  </a:cubicBezTo>
                  <a:lnTo>
                    <a:pt x="8505" y="13723"/>
                  </a:lnTo>
                  <a:cubicBezTo>
                    <a:pt x="8505" y="13857"/>
                    <a:pt x="8607" y="13924"/>
                    <a:pt x="8709" y="13924"/>
                  </a:cubicBezTo>
                  <a:cubicBezTo>
                    <a:pt x="8812" y="13924"/>
                    <a:pt x="8914" y="13857"/>
                    <a:pt x="8914" y="13723"/>
                  </a:cubicBezTo>
                  <a:lnTo>
                    <a:pt x="8914" y="12589"/>
                  </a:lnTo>
                  <a:cubicBezTo>
                    <a:pt x="8914" y="12397"/>
                    <a:pt x="8994" y="12212"/>
                    <a:pt x="9138" y="12086"/>
                  </a:cubicBezTo>
                  <a:lnTo>
                    <a:pt x="10377" y="11003"/>
                  </a:lnTo>
                  <a:cubicBezTo>
                    <a:pt x="10435" y="11137"/>
                    <a:pt x="10464" y="11282"/>
                    <a:pt x="10464" y="11430"/>
                  </a:cubicBezTo>
                  <a:lnTo>
                    <a:pt x="10464" y="13719"/>
                  </a:lnTo>
                  <a:cubicBezTo>
                    <a:pt x="10464" y="13855"/>
                    <a:pt x="10566" y="13923"/>
                    <a:pt x="10669" y="13923"/>
                  </a:cubicBezTo>
                  <a:cubicBezTo>
                    <a:pt x="10771" y="13923"/>
                    <a:pt x="10873" y="13855"/>
                    <a:pt x="10873" y="13719"/>
                  </a:cubicBezTo>
                  <a:lnTo>
                    <a:pt x="10873" y="11430"/>
                  </a:lnTo>
                  <a:cubicBezTo>
                    <a:pt x="10870" y="10760"/>
                    <a:pt x="10428" y="10170"/>
                    <a:pt x="9787" y="9978"/>
                  </a:cubicBezTo>
                  <a:lnTo>
                    <a:pt x="7599" y="9333"/>
                  </a:lnTo>
                  <a:lnTo>
                    <a:pt x="7849" y="9123"/>
                  </a:lnTo>
                  <a:cubicBezTo>
                    <a:pt x="9077" y="8091"/>
                    <a:pt x="9783" y="6570"/>
                    <a:pt x="9783" y="4965"/>
                  </a:cubicBezTo>
                  <a:lnTo>
                    <a:pt x="9783" y="4346"/>
                  </a:lnTo>
                  <a:cubicBezTo>
                    <a:pt x="9783" y="1949"/>
                    <a:pt x="7838" y="0"/>
                    <a:pt x="54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88"/>
            <p:cNvSpPr/>
            <p:nvPr/>
          </p:nvSpPr>
          <p:spPr>
            <a:xfrm>
              <a:off x="7701574" y="3459423"/>
              <a:ext cx="25667" cy="10671"/>
            </a:xfrm>
            <a:custGeom>
              <a:rect b="b" l="l" r="r" t="t"/>
              <a:pathLst>
                <a:path extrusionOk="0" h="407" w="979">
                  <a:moveTo>
                    <a:pt x="272" y="1"/>
                  </a:moveTo>
                  <a:cubicBezTo>
                    <a:pt x="1" y="1"/>
                    <a:pt x="1" y="407"/>
                    <a:pt x="272" y="407"/>
                  </a:cubicBezTo>
                  <a:lnTo>
                    <a:pt x="707" y="407"/>
                  </a:lnTo>
                  <a:cubicBezTo>
                    <a:pt x="979" y="407"/>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88"/>
            <p:cNvSpPr/>
            <p:nvPr/>
          </p:nvSpPr>
          <p:spPr>
            <a:xfrm>
              <a:off x="7770133" y="3459423"/>
              <a:ext cx="25667" cy="10671"/>
            </a:xfrm>
            <a:custGeom>
              <a:rect b="b" l="l" r="r" t="t"/>
              <a:pathLst>
                <a:path extrusionOk="0" h="407" w="979">
                  <a:moveTo>
                    <a:pt x="272" y="1"/>
                  </a:moveTo>
                  <a:cubicBezTo>
                    <a:pt x="1" y="1"/>
                    <a:pt x="1" y="407"/>
                    <a:pt x="272" y="407"/>
                  </a:cubicBezTo>
                  <a:lnTo>
                    <a:pt x="710" y="407"/>
                  </a:lnTo>
                  <a:cubicBezTo>
                    <a:pt x="978" y="407"/>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7" name="Google Shape;17977;p88"/>
          <p:cNvGrpSpPr/>
          <p:nvPr/>
        </p:nvGrpSpPr>
        <p:grpSpPr>
          <a:xfrm>
            <a:off x="4905557" y="4285510"/>
            <a:ext cx="285797" cy="366390"/>
            <a:chOff x="4905557" y="4285510"/>
            <a:chExt cx="285797" cy="366390"/>
          </a:xfrm>
        </p:grpSpPr>
        <p:sp>
          <p:nvSpPr>
            <p:cNvPr id="17978" name="Google Shape;17978;p88"/>
            <p:cNvSpPr/>
            <p:nvPr/>
          </p:nvSpPr>
          <p:spPr>
            <a:xfrm>
              <a:off x="4976632" y="4290727"/>
              <a:ext cx="148915" cy="57967"/>
            </a:xfrm>
            <a:custGeom>
              <a:rect b="b" l="l" r="r" t="t"/>
              <a:pathLst>
                <a:path extrusionOk="0" h="2211" w="5680">
                  <a:moveTo>
                    <a:pt x="2759" y="0"/>
                  </a:moveTo>
                  <a:cubicBezTo>
                    <a:pt x="1887" y="0"/>
                    <a:pt x="1085" y="144"/>
                    <a:pt x="439" y="392"/>
                  </a:cubicBezTo>
                  <a:cubicBezTo>
                    <a:pt x="185" y="486"/>
                    <a:pt x="15" y="729"/>
                    <a:pt x="11" y="1001"/>
                  </a:cubicBezTo>
                  <a:lnTo>
                    <a:pt x="1" y="2152"/>
                  </a:lnTo>
                  <a:lnTo>
                    <a:pt x="5665" y="2210"/>
                  </a:lnTo>
                  <a:lnTo>
                    <a:pt x="5679" y="1059"/>
                  </a:lnTo>
                  <a:cubicBezTo>
                    <a:pt x="5679" y="787"/>
                    <a:pt x="5513" y="541"/>
                    <a:pt x="5263" y="439"/>
                  </a:cubicBezTo>
                  <a:cubicBezTo>
                    <a:pt x="4600" y="175"/>
                    <a:pt x="3764" y="8"/>
                    <a:pt x="2855" y="1"/>
                  </a:cubicBezTo>
                  <a:cubicBezTo>
                    <a:pt x="2823" y="1"/>
                    <a:pt x="2791" y="0"/>
                    <a:pt x="27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88"/>
            <p:cNvSpPr/>
            <p:nvPr/>
          </p:nvSpPr>
          <p:spPr>
            <a:xfrm>
              <a:off x="4947478" y="4325020"/>
              <a:ext cx="206358" cy="102877"/>
            </a:xfrm>
            <a:custGeom>
              <a:rect b="b" l="l" r="r" t="t"/>
              <a:pathLst>
                <a:path extrusionOk="0" h="3924" w="7871">
                  <a:moveTo>
                    <a:pt x="3876" y="0"/>
                  </a:moveTo>
                  <a:cubicBezTo>
                    <a:pt x="1746" y="0"/>
                    <a:pt x="22" y="854"/>
                    <a:pt x="12" y="1924"/>
                  </a:cubicBezTo>
                  <a:cubicBezTo>
                    <a:pt x="1" y="3007"/>
                    <a:pt x="1750" y="3901"/>
                    <a:pt x="3916" y="3923"/>
                  </a:cubicBezTo>
                  <a:cubicBezTo>
                    <a:pt x="3943" y="3923"/>
                    <a:pt x="3969" y="3923"/>
                    <a:pt x="3996" y="3923"/>
                  </a:cubicBezTo>
                  <a:cubicBezTo>
                    <a:pt x="6125" y="3923"/>
                    <a:pt x="7849" y="3073"/>
                    <a:pt x="7860" y="2003"/>
                  </a:cubicBezTo>
                  <a:cubicBezTo>
                    <a:pt x="7871" y="920"/>
                    <a:pt x="6121" y="22"/>
                    <a:pt x="3956" y="1"/>
                  </a:cubicBezTo>
                  <a:cubicBezTo>
                    <a:pt x="3929" y="0"/>
                    <a:pt x="3902" y="0"/>
                    <a:pt x="3876"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88"/>
            <p:cNvSpPr/>
            <p:nvPr/>
          </p:nvSpPr>
          <p:spPr>
            <a:xfrm>
              <a:off x="4910748" y="4490242"/>
              <a:ext cx="274995" cy="156125"/>
            </a:xfrm>
            <a:custGeom>
              <a:rect b="b" l="l" r="r" t="t"/>
              <a:pathLst>
                <a:path extrusionOk="0" h="5955" w="10489">
                  <a:moveTo>
                    <a:pt x="3767" y="0"/>
                  </a:moveTo>
                  <a:lnTo>
                    <a:pt x="3756" y="1040"/>
                  </a:lnTo>
                  <a:cubicBezTo>
                    <a:pt x="3752" y="1329"/>
                    <a:pt x="3557" y="1583"/>
                    <a:pt x="3278" y="1659"/>
                  </a:cubicBezTo>
                  <a:lnTo>
                    <a:pt x="974" y="2315"/>
                  </a:lnTo>
                  <a:cubicBezTo>
                    <a:pt x="417" y="2470"/>
                    <a:pt x="29" y="2977"/>
                    <a:pt x="25" y="3557"/>
                  </a:cubicBezTo>
                  <a:lnTo>
                    <a:pt x="0" y="5849"/>
                  </a:lnTo>
                  <a:lnTo>
                    <a:pt x="10463" y="5954"/>
                  </a:lnTo>
                  <a:lnTo>
                    <a:pt x="10485" y="3665"/>
                  </a:lnTo>
                  <a:cubicBezTo>
                    <a:pt x="10489" y="3082"/>
                    <a:pt x="10112" y="2572"/>
                    <a:pt x="9558" y="2401"/>
                  </a:cubicBezTo>
                  <a:lnTo>
                    <a:pt x="7269" y="1702"/>
                  </a:lnTo>
                  <a:cubicBezTo>
                    <a:pt x="6990" y="1616"/>
                    <a:pt x="6802" y="1358"/>
                    <a:pt x="6805" y="1069"/>
                  </a:cubicBezTo>
                  <a:lnTo>
                    <a:pt x="6816" y="33"/>
                  </a:lnTo>
                  <a:lnTo>
                    <a:pt x="376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88"/>
            <p:cNvSpPr/>
            <p:nvPr/>
          </p:nvSpPr>
          <p:spPr>
            <a:xfrm>
              <a:off x="5009299" y="4490321"/>
              <a:ext cx="80173" cy="28997"/>
            </a:xfrm>
            <a:custGeom>
              <a:rect b="b" l="l" r="r" t="t"/>
              <a:pathLst>
                <a:path extrusionOk="0" h="1106" w="3058">
                  <a:moveTo>
                    <a:pt x="8" y="1"/>
                  </a:moveTo>
                  <a:lnTo>
                    <a:pt x="0" y="704"/>
                  </a:lnTo>
                  <a:cubicBezTo>
                    <a:pt x="483" y="972"/>
                    <a:pt x="1019" y="1106"/>
                    <a:pt x="1554" y="1106"/>
                  </a:cubicBezTo>
                  <a:cubicBezTo>
                    <a:pt x="2068" y="1106"/>
                    <a:pt x="2582" y="983"/>
                    <a:pt x="3050" y="736"/>
                  </a:cubicBezTo>
                  <a:lnTo>
                    <a:pt x="3057" y="30"/>
                  </a:lnTo>
                  <a:lnTo>
                    <a:pt x="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88"/>
            <p:cNvSpPr/>
            <p:nvPr/>
          </p:nvSpPr>
          <p:spPr>
            <a:xfrm>
              <a:off x="4952984" y="4347881"/>
              <a:ext cx="194403" cy="154342"/>
            </a:xfrm>
            <a:custGeom>
              <a:rect b="b" l="l" r="r" t="t"/>
              <a:pathLst>
                <a:path extrusionOk="0" h="5887" w="7415">
                  <a:moveTo>
                    <a:pt x="3662" y="1"/>
                  </a:moveTo>
                  <a:cubicBezTo>
                    <a:pt x="2370" y="1"/>
                    <a:pt x="1337" y="376"/>
                    <a:pt x="1330" y="849"/>
                  </a:cubicBezTo>
                  <a:lnTo>
                    <a:pt x="1319" y="1722"/>
                  </a:lnTo>
                  <a:cubicBezTo>
                    <a:pt x="1319" y="1961"/>
                    <a:pt x="1120" y="2153"/>
                    <a:pt x="881" y="2153"/>
                  </a:cubicBezTo>
                  <a:lnTo>
                    <a:pt x="551" y="2149"/>
                  </a:lnTo>
                  <a:cubicBezTo>
                    <a:pt x="549" y="2149"/>
                    <a:pt x="547" y="2149"/>
                    <a:pt x="545" y="2149"/>
                  </a:cubicBezTo>
                  <a:cubicBezTo>
                    <a:pt x="247" y="2149"/>
                    <a:pt x="4" y="2390"/>
                    <a:pt x="1" y="2689"/>
                  </a:cubicBezTo>
                  <a:cubicBezTo>
                    <a:pt x="1" y="2989"/>
                    <a:pt x="240" y="3236"/>
                    <a:pt x="540" y="3239"/>
                  </a:cubicBezTo>
                  <a:lnTo>
                    <a:pt x="881" y="3243"/>
                  </a:lnTo>
                  <a:cubicBezTo>
                    <a:pt x="975" y="4720"/>
                    <a:pt x="2196" y="5872"/>
                    <a:pt x="3677" y="5887"/>
                  </a:cubicBezTo>
                  <a:cubicBezTo>
                    <a:pt x="3686" y="5887"/>
                    <a:pt x="3696" y="5887"/>
                    <a:pt x="3705" y="5887"/>
                  </a:cubicBezTo>
                  <a:cubicBezTo>
                    <a:pt x="5170" y="5887"/>
                    <a:pt x="6398" y="4765"/>
                    <a:pt x="6523" y="3301"/>
                  </a:cubicBezTo>
                  <a:lnTo>
                    <a:pt x="6860" y="3304"/>
                  </a:lnTo>
                  <a:cubicBezTo>
                    <a:pt x="7161" y="3304"/>
                    <a:pt x="7407" y="3065"/>
                    <a:pt x="7411" y="2765"/>
                  </a:cubicBezTo>
                  <a:cubicBezTo>
                    <a:pt x="7414" y="2460"/>
                    <a:pt x="7172" y="2214"/>
                    <a:pt x="6871" y="2214"/>
                  </a:cubicBezTo>
                  <a:lnTo>
                    <a:pt x="6875" y="2214"/>
                  </a:lnTo>
                  <a:lnTo>
                    <a:pt x="6545" y="2211"/>
                  </a:lnTo>
                  <a:cubicBezTo>
                    <a:pt x="6306" y="2207"/>
                    <a:pt x="6111" y="2008"/>
                    <a:pt x="6114" y="1769"/>
                  </a:cubicBezTo>
                  <a:lnTo>
                    <a:pt x="6125" y="896"/>
                  </a:lnTo>
                  <a:cubicBezTo>
                    <a:pt x="6129" y="414"/>
                    <a:pt x="5060" y="12"/>
                    <a:pt x="3735" y="1"/>
                  </a:cubicBezTo>
                  <a:cubicBezTo>
                    <a:pt x="3710" y="1"/>
                    <a:pt x="3686" y="1"/>
                    <a:pt x="3662"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88"/>
            <p:cNvSpPr/>
            <p:nvPr/>
          </p:nvSpPr>
          <p:spPr>
            <a:xfrm>
              <a:off x="4952145" y="4347881"/>
              <a:ext cx="161526" cy="154342"/>
            </a:xfrm>
            <a:custGeom>
              <a:rect b="b" l="l" r="r" t="t"/>
              <a:pathLst>
                <a:path extrusionOk="0" h="5887" w="6161">
                  <a:moveTo>
                    <a:pt x="3691" y="1"/>
                  </a:moveTo>
                  <a:cubicBezTo>
                    <a:pt x="2455" y="1"/>
                    <a:pt x="1458" y="347"/>
                    <a:pt x="1369" y="791"/>
                  </a:cubicBezTo>
                  <a:cubicBezTo>
                    <a:pt x="1362" y="809"/>
                    <a:pt x="1358" y="827"/>
                    <a:pt x="1358" y="849"/>
                  </a:cubicBezTo>
                  <a:lnTo>
                    <a:pt x="1351" y="1718"/>
                  </a:lnTo>
                  <a:cubicBezTo>
                    <a:pt x="1347" y="1961"/>
                    <a:pt x="1152" y="2153"/>
                    <a:pt x="909" y="2153"/>
                  </a:cubicBezTo>
                  <a:lnTo>
                    <a:pt x="616" y="2149"/>
                  </a:lnTo>
                  <a:cubicBezTo>
                    <a:pt x="613" y="2149"/>
                    <a:pt x="611" y="2149"/>
                    <a:pt x="608" y="2149"/>
                  </a:cubicBezTo>
                  <a:cubicBezTo>
                    <a:pt x="325" y="2149"/>
                    <a:pt x="69" y="2351"/>
                    <a:pt x="36" y="2631"/>
                  </a:cubicBezTo>
                  <a:cubicBezTo>
                    <a:pt x="0" y="2953"/>
                    <a:pt x="250" y="3236"/>
                    <a:pt x="572" y="3239"/>
                  </a:cubicBezTo>
                  <a:lnTo>
                    <a:pt x="909" y="3243"/>
                  </a:lnTo>
                  <a:cubicBezTo>
                    <a:pt x="1002" y="4748"/>
                    <a:pt x="2253" y="5887"/>
                    <a:pt x="3714" y="5887"/>
                  </a:cubicBezTo>
                  <a:cubicBezTo>
                    <a:pt x="3855" y="5887"/>
                    <a:pt x="3999" y="5876"/>
                    <a:pt x="4143" y="5854"/>
                  </a:cubicBezTo>
                  <a:cubicBezTo>
                    <a:pt x="2767" y="5626"/>
                    <a:pt x="1760" y="4427"/>
                    <a:pt x="1775" y="3033"/>
                  </a:cubicBezTo>
                  <a:lnTo>
                    <a:pt x="1782" y="1986"/>
                  </a:lnTo>
                  <a:cubicBezTo>
                    <a:pt x="1789" y="1331"/>
                    <a:pt x="2282" y="780"/>
                    <a:pt x="2934" y="700"/>
                  </a:cubicBezTo>
                  <a:cubicBezTo>
                    <a:pt x="3179" y="668"/>
                    <a:pt x="3429" y="653"/>
                    <a:pt x="3678" y="653"/>
                  </a:cubicBezTo>
                  <a:cubicBezTo>
                    <a:pt x="3705" y="653"/>
                    <a:pt x="3732" y="653"/>
                    <a:pt x="3760" y="653"/>
                  </a:cubicBezTo>
                  <a:cubicBezTo>
                    <a:pt x="5081" y="668"/>
                    <a:pt x="6150" y="1070"/>
                    <a:pt x="6146" y="1551"/>
                  </a:cubicBezTo>
                  <a:lnTo>
                    <a:pt x="6153" y="896"/>
                  </a:lnTo>
                  <a:cubicBezTo>
                    <a:pt x="6161" y="414"/>
                    <a:pt x="5092" y="12"/>
                    <a:pt x="3767" y="1"/>
                  </a:cubicBezTo>
                  <a:cubicBezTo>
                    <a:pt x="3741" y="1"/>
                    <a:pt x="3716" y="1"/>
                    <a:pt x="369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88"/>
            <p:cNvSpPr/>
            <p:nvPr/>
          </p:nvSpPr>
          <p:spPr>
            <a:xfrm>
              <a:off x="4910748" y="4544827"/>
              <a:ext cx="274995" cy="101540"/>
            </a:xfrm>
            <a:custGeom>
              <a:rect b="b" l="l" r="r" t="t"/>
              <a:pathLst>
                <a:path extrusionOk="0" h="3873" w="10489">
                  <a:moveTo>
                    <a:pt x="1789" y="1"/>
                  </a:moveTo>
                  <a:lnTo>
                    <a:pt x="974" y="233"/>
                  </a:lnTo>
                  <a:cubicBezTo>
                    <a:pt x="417" y="392"/>
                    <a:pt x="29" y="899"/>
                    <a:pt x="22" y="1478"/>
                  </a:cubicBezTo>
                  <a:lnTo>
                    <a:pt x="0" y="3767"/>
                  </a:lnTo>
                  <a:lnTo>
                    <a:pt x="10463" y="3872"/>
                  </a:lnTo>
                  <a:lnTo>
                    <a:pt x="10485" y="1583"/>
                  </a:lnTo>
                  <a:cubicBezTo>
                    <a:pt x="10489" y="1004"/>
                    <a:pt x="10112" y="490"/>
                    <a:pt x="9558" y="319"/>
                  </a:cubicBezTo>
                  <a:lnTo>
                    <a:pt x="8750" y="73"/>
                  </a:lnTo>
                  <a:cubicBezTo>
                    <a:pt x="8337" y="555"/>
                    <a:pt x="6871" y="2170"/>
                    <a:pt x="5241" y="2949"/>
                  </a:cubicBezTo>
                  <a:cubicBezTo>
                    <a:pt x="3625" y="2138"/>
                    <a:pt x="2195" y="490"/>
                    <a:pt x="178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88"/>
            <p:cNvSpPr/>
            <p:nvPr/>
          </p:nvSpPr>
          <p:spPr>
            <a:xfrm>
              <a:off x="4958490" y="4432800"/>
              <a:ext cx="17304" cy="17120"/>
            </a:xfrm>
            <a:custGeom>
              <a:rect b="b" l="l" r="r" t="t"/>
              <a:pathLst>
                <a:path extrusionOk="0" h="653" w="660">
                  <a:moveTo>
                    <a:pt x="327" y="0"/>
                  </a:moveTo>
                  <a:cubicBezTo>
                    <a:pt x="149" y="0"/>
                    <a:pt x="4" y="144"/>
                    <a:pt x="4" y="322"/>
                  </a:cubicBezTo>
                  <a:cubicBezTo>
                    <a:pt x="1" y="504"/>
                    <a:pt x="146" y="652"/>
                    <a:pt x="327" y="652"/>
                  </a:cubicBezTo>
                  <a:cubicBezTo>
                    <a:pt x="329" y="652"/>
                    <a:pt x="331" y="652"/>
                    <a:pt x="333" y="652"/>
                  </a:cubicBezTo>
                  <a:cubicBezTo>
                    <a:pt x="511" y="652"/>
                    <a:pt x="656" y="509"/>
                    <a:pt x="656" y="330"/>
                  </a:cubicBezTo>
                  <a:cubicBezTo>
                    <a:pt x="660" y="149"/>
                    <a:pt x="515" y="0"/>
                    <a:pt x="334" y="0"/>
                  </a:cubicBezTo>
                  <a:cubicBezTo>
                    <a:pt x="332" y="0"/>
                    <a:pt x="330" y="0"/>
                    <a:pt x="327"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88"/>
            <p:cNvSpPr/>
            <p:nvPr/>
          </p:nvSpPr>
          <p:spPr>
            <a:xfrm>
              <a:off x="5124184" y="4434399"/>
              <a:ext cx="17304" cy="17225"/>
            </a:xfrm>
            <a:custGeom>
              <a:rect b="b" l="l" r="r" t="t"/>
              <a:pathLst>
                <a:path extrusionOk="0" h="657" w="660">
                  <a:moveTo>
                    <a:pt x="334" y="1"/>
                  </a:moveTo>
                  <a:cubicBezTo>
                    <a:pt x="153" y="1"/>
                    <a:pt x="4" y="146"/>
                    <a:pt x="4" y="327"/>
                  </a:cubicBezTo>
                  <a:cubicBezTo>
                    <a:pt x="1" y="504"/>
                    <a:pt x="146" y="653"/>
                    <a:pt x="327" y="656"/>
                  </a:cubicBezTo>
                  <a:cubicBezTo>
                    <a:pt x="508" y="656"/>
                    <a:pt x="656" y="511"/>
                    <a:pt x="656" y="330"/>
                  </a:cubicBezTo>
                  <a:cubicBezTo>
                    <a:pt x="660" y="153"/>
                    <a:pt x="515" y="4"/>
                    <a:pt x="33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88"/>
            <p:cNvSpPr/>
            <p:nvPr/>
          </p:nvSpPr>
          <p:spPr>
            <a:xfrm>
              <a:off x="5020783" y="4485025"/>
              <a:ext cx="57285" cy="32877"/>
            </a:xfrm>
            <a:custGeom>
              <a:rect b="b" l="l" r="r" t="t"/>
              <a:pathLst>
                <a:path extrusionOk="0" h="1254" w="2185">
                  <a:moveTo>
                    <a:pt x="1098" y="0"/>
                  </a:moveTo>
                  <a:lnTo>
                    <a:pt x="1" y="424"/>
                  </a:lnTo>
                  <a:lnTo>
                    <a:pt x="624" y="1058"/>
                  </a:lnTo>
                  <a:cubicBezTo>
                    <a:pt x="752" y="1188"/>
                    <a:pt x="922" y="1253"/>
                    <a:pt x="1092" y="1253"/>
                  </a:cubicBezTo>
                  <a:cubicBezTo>
                    <a:pt x="1257" y="1253"/>
                    <a:pt x="1422" y="1192"/>
                    <a:pt x="1551" y="1068"/>
                  </a:cubicBezTo>
                  <a:lnTo>
                    <a:pt x="2185" y="446"/>
                  </a:lnTo>
                  <a:lnTo>
                    <a:pt x="1098"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88"/>
            <p:cNvSpPr/>
            <p:nvPr/>
          </p:nvSpPr>
          <p:spPr>
            <a:xfrm>
              <a:off x="5010584" y="4405062"/>
              <a:ext cx="10802" cy="16386"/>
            </a:xfrm>
            <a:custGeom>
              <a:rect b="b" l="l" r="r" t="t"/>
              <a:pathLst>
                <a:path extrusionOk="0" h="625" w="412">
                  <a:moveTo>
                    <a:pt x="202" y="1"/>
                  </a:moveTo>
                  <a:cubicBezTo>
                    <a:pt x="93" y="1"/>
                    <a:pt x="2" y="90"/>
                    <a:pt x="2" y="200"/>
                  </a:cubicBezTo>
                  <a:lnTo>
                    <a:pt x="2" y="421"/>
                  </a:lnTo>
                  <a:cubicBezTo>
                    <a:pt x="0" y="556"/>
                    <a:pt x="104" y="625"/>
                    <a:pt x="207" y="625"/>
                  </a:cubicBezTo>
                  <a:cubicBezTo>
                    <a:pt x="308" y="625"/>
                    <a:pt x="410" y="559"/>
                    <a:pt x="411" y="424"/>
                  </a:cubicBezTo>
                  <a:lnTo>
                    <a:pt x="411" y="207"/>
                  </a:lnTo>
                  <a:cubicBezTo>
                    <a:pt x="411" y="91"/>
                    <a:pt x="321" y="1"/>
                    <a:pt x="209" y="1"/>
                  </a:cubicBezTo>
                  <a:cubicBezTo>
                    <a:pt x="206" y="1"/>
                    <a:pt x="204" y="1"/>
                    <a:pt x="2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88"/>
            <p:cNvSpPr/>
            <p:nvPr/>
          </p:nvSpPr>
          <p:spPr>
            <a:xfrm>
              <a:off x="5079143" y="4405717"/>
              <a:ext cx="10802" cy="16438"/>
            </a:xfrm>
            <a:custGeom>
              <a:rect b="b" l="l" r="r" t="t"/>
              <a:pathLst>
                <a:path extrusionOk="0" h="627" w="412">
                  <a:moveTo>
                    <a:pt x="208" y="1"/>
                  </a:moveTo>
                  <a:cubicBezTo>
                    <a:pt x="96" y="1"/>
                    <a:pt x="2" y="92"/>
                    <a:pt x="2" y="204"/>
                  </a:cubicBezTo>
                  <a:lnTo>
                    <a:pt x="2" y="421"/>
                  </a:lnTo>
                  <a:cubicBezTo>
                    <a:pt x="0" y="558"/>
                    <a:pt x="103" y="627"/>
                    <a:pt x="206" y="627"/>
                  </a:cubicBezTo>
                  <a:cubicBezTo>
                    <a:pt x="308" y="627"/>
                    <a:pt x="409" y="560"/>
                    <a:pt x="411" y="425"/>
                  </a:cubicBezTo>
                  <a:lnTo>
                    <a:pt x="411" y="207"/>
                  </a:lnTo>
                  <a:cubicBezTo>
                    <a:pt x="411" y="95"/>
                    <a:pt x="321" y="1"/>
                    <a:pt x="2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88"/>
            <p:cNvSpPr/>
            <p:nvPr/>
          </p:nvSpPr>
          <p:spPr>
            <a:xfrm>
              <a:off x="5025082" y="4445096"/>
              <a:ext cx="49630" cy="16674"/>
            </a:xfrm>
            <a:custGeom>
              <a:rect b="b" l="l" r="r" t="t"/>
              <a:pathLst>
                <a:path extrusionOk="0" h="636" w="1893">
                  <a:moveTo>
                    <a:pt x="295" y="0"/>
                  </a:moveTo>
                  <a:cubicBezTo>
                    <a:pt x="137" y="0"/>
                    <a:pt x="1" y="203"/>
                    <a:pt x="148" y="353"/>
                  </a:cubicBezTo>
                  <a:cubicBezTo>
                    <a:pt x="322" y="527"/>
                    <a:pt x="619" y="632"/>
                    <a:pt x="941" y="636"/>
                  </a:cubicBezTo>
                  <a:cubicBezTo>
                    <a:pt x="947" y="636"/>
                    <a:pt x="952" y="636"/>
                    <a:pt x="958" y="636"/>
                  </a:cubicBezTo>
                  <a:cubicBezTo>
                    <a:pt x="1274" y="636"/>
                    <a:pt x="1567" y="535"/>
                    <a:pt x="1742" y="368"/>
                  </a:cubicBezTo>
                  <a:cubicBezTo>
                    <a:pt x="1893" y="222"/>
                    <a:pt x="1758" y="14"/>
                    <a:pt x="1599" y="14"/>
                  </a:cubicBezTo>
                  <a:cubicBezTo>
                    <a:pt x="1552" y="14"/>
                    <a:pt x="1504" y="32"/>
                    <a:pt x="1459" y="74"/>
                  </a:cubicBezTo>
                  <a:cubicBezTo>
                    <a:pt x="1383" y="147"/>
                    <a:pt x="1202" y="230"/>
                    <a:pt x="945" y="230"/>
                  </a:cubicBezTo>
                  <a:cubicBezTo>
                    <a:pt x="688" y="227"/>
                    <a:pt x="510" y="140"/>
                    <a:pt x="438" y="64"/>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88"/>
            <p:cNvSpPr/>
            <p:nvPr/>
          </p:nvSpPr>
          <p:spPr>
            <a:xfrm>
              <a:off x="4905557" y="4285510"/>
              <a:ext cx="285797" cy="366390"/>
            </a:xfrm>
            <a:custGeom>
              <a:rect b="b" l="l" r="r" t="t"/>
              <a:pathLst>
                <a:path extrusionOk="0" h="13975" w="10901">
                  <a:moveTo>
                    <a:pt x="5498" y="403"/>
                  </a:moveTo>
                  <a:cubicBezTo>
                    <a:pt x="5520" y="403"/>
                    <a:pt x="5543" y="403"/>
                    <a:pt x="5566" y="403"/>
                  </a:cubicBezTo>
                  <a:cubicBezTo>
                    <a:pt x="6420" y="414"/>
                    <a:pt x="7228" y="559"/>
                    <a:pt x="7894" y="830"/>
                  </a:cubicBezTo>
                  <a:cubicBezTo>
                    <a:pt x="8072" y="899"/>
                    <a:pt x="8188" y="1066"/>
                    <a:pt x="8184" y="1254"/>
                  </a:cubicBezTo>
                  <a:lnTo>
                    <a:pt x="8180" y="1815"/>
                  </a:lnTo>
                  <a:cubicBezTo>
                    <a:pt x="7474" y="1504"/>
                    <a:pt x="6561" y="1316"/>
                    <a:pt x="5555" y="1305"/>
                  </a:cubicBezTo>
                  <a:cubicBezTo>
                    <a:pt x="5524" y="1304"/>
                    <a:pt x="5494" y="1304"/>
                    <a:pt x="5464" y="1304"/>
                  </a:cubicBezTo>
                  <a:cubicBezTo>
                    <a:pt x="4489" y="1304"/>
                    <a:pt x="3610" y="1473"/>
                    <a:pt x="2918" y="1761"/>
                  </a:cubicBezTo>
                  <a:lnTo>
                    <a:pt x="2925" y="1203"/>
                  </a:lnTo>
                  <a:cubicBezTo>
                    <a:pt x="2929" y="1015"/>
                    <a:pt x="3048" y="848"/>
                    <a:pt x="3222" y="783"/>
                  </a:cubicBezTo>
                  <a:cubicBezTo>
                    <a:pt x="3882" y="533"/>
                    <a:pt x="4665" y="403"/>
                    <a:pt x="5498" y="403"/>
                  </a:cubicBezTo>
                  <a:close/>
                  <a:moveTo>
                    <a:pt x="2348" y="5820"/>
                  </a:moveTo>
                  <a:cubicBezTo>
                    <a:pt x="2411" y="5820"/>
                    <a:pt x="2471" y="5870"/>
                    <a:pt x="2469" y="5944"/>
                  </a:cubicBezTo>
                  <a:cubicBezTo>
                    <a:pt x="2469" y="6013"/>
                    <a:pt x="2415" y="6067"/>
                    <a:pt x="2346" y="6067"/>
                  </a:cubicBezTo>
                  <a:cubicBezTo>
                    <a:pt x="2237" y="6067"/>
                    <a:pt x="2183" y="5933"/>
                    <a:pt x="2262" y="5857"/>
                  </a:cubicBezTo>
                  <a:cubicBezTo>
                    <a:pt x="2287" y="5832"/>
                    <a:pt x="2318" y="5820"/>
                    <a:pt x="2348" y="5820"/>
                  </a:cubicBezTo>
                  <a:close/>
                  <a:moveTo>
                    <a:pt x="8665" y="5884"/>
                  </a:moveTo>
                  <a:cubicBezTo>
                    <a:pt x="8729" y="5884"/>
                    <a:pt x="8791" y="5935"/>
                    <a:pt x="8789" y="6009"/>
                  </a:cubicBezTo>
                  <a:cubicBezTo>
                    <a:pt x="8789" y="6078"/>
                    <a:pt x="8735" y="6132"/>
                    <a:pt x="8666" y="6132"/>
                  </a:cubicBezTo>
                  <a:cubicBezTo>
                    <a:pt x="8557" y="6129"/>
                    <a:pt x="8503" y="5995"/>
                    <a:pt x="8582" y="5919"/>
                  </a:cubicBezTo>
                  <a:cubicBezTo>
                    <a:pt x="8606" y="5895"/>
                    <a:pt x="8636" y="5884"/>
                    <a:pt x="8665" y="5884"/>
                  </a:cubicBezTo>
                  <a:close/>
                  <a:moveTo>
                    <a:pt x="5473" y="1714"/>
                  </a:moveTo>
                  <a:cubicBezTo>
                    <a:pt x="5500" y="1714"/>
                    <a:pt x="5527" y="1714"/>
                    <a:pt x="5555" y="1714"/>
                  </a:cubicBezTo>
                  <a:cubicBezTo>
                    <a:pt x="7572" y="1732"/>
                    <a:pt x="9267" y="2554"/>
                    <a:pt x="9256" y="3507"/>
                  </a:cubicBezTo>
                  <a:cubicBezTo>
                    <a:pt x="9252" y="3891"/>
                    <a:pt x="8974" y="4191"/>
                    <a:pt x="8720" y="4387"/>
                  </a:cubicBezTo>
                  <a:lnTo>
                    <a:pt x="8361" y="4383"/>
                  </a:lnTo>
                  <a:cubicBezTo>
                    <a:pt x="8235" y="4383"/>
                    <a:pt x="8130" y="4278"/>
                    <a:pt x="8133" y="4151"/>
                  </a:cubicBezTo>
                  <a:lnTo>
                    <a:pt x="8141" y="3279"/>
                  </a:lnTo>
                  <a:cubicBezTo>
                    <a:pt x="8141" y="3097"/>
                    <a:pt x="8050" y="2826"/>
                    <a:pt x="7601" y="2590"/>
                  </a:cubicBezTo>
                  <a:cubicBezTo>
                    <a:pt x="7566" y="2572"/>
                    <a:pt x="7532" y="2564"/>
                    <a:pt x="7500" y="2564"/>
                  </a:cubicBezTo>
                  <a:cubicBezTo>
                    <a:pt x="7313" y="2564"/>
                    <a:pt x="7205" y="2844"/>
                    <a:pt x="7409" y="2953"/>
                  </a:cubicBezTo>
                  <a:cubicBezTo>
                    <a:pt x="7612" y="3061"/>
                    <a:pt x="7735" y="3177"/>
                    <a:pt x="7731" y="3275"/>
                  </a:cubicBezTo>
                  <a:lnTo>
                    <a:pt x="7724" y="4148"/>
                  </a:lnTo>
                  <a:cubicBezTo>
                    <a:pt x="7720" y="4503"/>
                    <a:pt x="8003" y="4789"/>
                    <a:pt x="8358" y="4796"/>
                  </a:cubicBezTo>
                  <a:lnTo>
                    <a:pt x="8684" y="4796"/>
                  </a:lnTo>
                  <a:cubicBezTo>
                    <a:pt x="8887" y="4800"/>
                    <a:pt x="9042" y="4977"/>
                    <a:pt x="9021" y="5176"/>
                  </a:cubicBezTo>
                  <a:cubicBezTo>
                    <a:pt x="9003" y="5350"/>
                    <a:pt x="8840" y="5481"/>
                    <a:pt x="8648" y="5481"/>
                  </a:cubicBezTo>
                  <a:lnTo>
                    <a:pt x="8557" y="5481"/>
                  </a:lnTo>
                  <a:lnTo>
                    <a:pt x="8557" y="5466"/>
                  </a:lnTo>
                  <a:cubicBezTo>
                    <a:pt x="8557" y="5354"/>
                    <a:pt x="8466" y="5263"/>
                    <a:pt x="8354" y="5263"/>
                  </a:cubicBezTo>
                  <a:cubicBezTo>
                    <a:pt x="8352" y="5263"/>
                    <a:pt x="8350" y="5263"/>
                    <a:pt x="8348" y="5263"/>
                  </a:cubicBezTo>
                  <a:cubicBezTo>
                    <a:pt x="8238" y="5263"/>
                    <a:pt x="8148" y="5352"/>
                    <a:pt x="8148" y="5462"/>
                  </a:cubicBezTo>
                  <a:cubicBezTo>
                    <a:pt x="8137" y="6495"/>
                    <a:pt x="7521" y="7422"/>
                    <a:pt x="6580" y="7835"/>
                  </a:cubicBezTo>
                  <a:lnTo>
                    <a:pt x="6576" y="7835"/>
                  </a:lnTo>
                  <a:lnTo>
                    <a:pt x="5696" y="7472"/>
                  </a:lnTo>
                  <a:lnTo>
                    <a:pt x="5696" y="7393"/>
                  </a:lnTo>
                  <a:cubicBezTo>
                    <a:pt x="5698" y="7256"/>
                    <a:pt x="5595" y="7187"/>
                    <a:pt x="5492" y="7187"/>
                  </a:cubicBezTo>
                  <a:cubicBezTo>
                    <a:pt x="5391" y="7187"/>
                    <a:pt x="5290" y="7254"/>
                    <a:pt x="5290" y="7389"/>
                  </a:cubicBezTo>
                  <a:lnTo>
                    <a:pt x="5290" y="7469"/>
                  </a:lnTo>
                  <a:lnTo>
                    <a:pt x="4403" y="7813"/>
                  </a:lnTo>
                  <a:cubicBezTo>
                    <a:pt x="3465" y="7378"/>
                    <a:pt x="2871" y="6437"/>
                    <a:pt x="2885" y="5404"/>
                  </a:cubicBezTo>
                  <a:cubicBezTo>
                    <a:pt x="2885" y="5268"/>
                    <a:pt x="2783" y="5199"/>
                    <a:pt x="2680" y="5199"/>
                  </a:cubicBezTo>
                  <a:cubicBezTo>
                    <a:pt x="2579" y="5199"/>
                    <a:pt x="2478" y="5266"/>
                    <a:pt x="2476" y="5401"/>
                  </a:cubicBezTo>
                  <a:lnTo>
                    <a:pt x="2476" y="5415"/>
                  </a:lnTo>
                  <a:lnTo>
                    <a:pt x="2353" y="5415"/>
                  </a:lnTo>
                  <a:cubicBezTo>
                    <a:pt x="2150" y="5412"/>
                    <a:pt x="1994" y="5234"/>
                    <a:pt x="2020" y="5035"/>
                  </a:cubicBezTo>
                  <a:cubicBezTo>
                    <a:pt x="2038" y="4867"/>
                    <a:pt x="2197" y="4734"/>
                    <a:pt x="2385" y="4734"/>
                  </a:cubicBezTo>
                  <a:cubicBezTo>
                    <a:pt x="2388" y="4734"/>
                    <a:pt x="2390" y="4734"/>
                    <a:pt x="2393" y="4734"/>
                  </a:cubicBezTo>
                  <a:lnTo>
                    <a:pt x="2686" y="4734"/>
                  </a:lnTo>
                  <a:cubicBezTo>
                    <a:pt x="2688" y="4734"/>
                    <a:pt x="2691" y="4734"/>
                    <a:pt x="2693" y="4734"/>
                  </a:cubicBezTo>
                  <a:cubicBezTo>
                    <a:pt x="3045" y="4734"/>
                    <a:pt x="3331" y="4453"/>
                    <a:pt x="3335" y="4101"/>
                  </a:cubicBezTo>
                  <a:lnTo>
                    <a:pt x="3342" y="3231"/>
                  </a:lnTo>
                  <a:cubicBezTo>
                    <a:pt x="3342" y="3130"/>
                    <a:pt x="3494" y="2960"/>
                    <a:pt x="3914" y="2811"/>
                  </a:cubicBezTo>
                  <a:cubicBezTo>
                    <a:pt x="4339" y="2663"/>
                    <a:pt x="4899" y="2583"/>
                    <a:pt x="5503" y="2583"/>
                  </a:cubicBezTo>
                  <a:cubicBezTo>
                    <a:pt x="5517" y="2583"/>
                    <a:pt x="5530" y="2583"/>
                    <a:pt x="5544" y="2583"/>
                  </a:cubicBezTo>
                  <a:cubicBezTo>
                    <a:pt x="5899" y="2587"/>
                    <a:pt x="6250" y="2619"/>
                    <a:pt x="6598" y="2688"/>
                  </a:cubicBezTo>
                  <a:cubicBezTo>
                    <a:pt x="6613" y="2691"/>
                    <a:pt x="6629" y="2693"/>
                    <a:pt x="6643" y="2693"/>
                  </a:cubicBezTo>
                  <a:cubicBezTo>
                    <a:pt x="6870" y="2693"/>
                    <a:pt x="6926" y="2337"/>
                    <a:pt x="6674" y="2286"/>
                  </a:cubicBezTo>
                  <a:cubicBezTo>
                    <a:pt x="6304" y="2217"/>
                    <a:pt x="5928" y="2178"/>
                    <a:pt x="5547" y="2178"/>
                  </a:cubicBezTo>
                  <a:cubicBezTo>
                    <a:pt x="5522" y="2177"/>
                    <a:pt x="5496" y="2177"/>
                    <a:pt x="5471" y="2177"/>
                  </a:cubicBezTo>
                  <a:cubicBezTo>
                    <a:pt x="4837" y="2177"/>
                    <a:pt x="4240" y="2264"/>
                    <a:pt x="3784" y="2427"/>
                  </a:cubicBezTo>
                  <a:cubicBezTo>
                    <a:pt x="3088" y="2670"/>
                    <a:pt x="2940" y="2996"/>
                    <a:pt x="2940" y="3224"/>
                  </a:cubicBezTo>
                  <a:lnTo>
                    <a:pt x="2929" y="4097"/>
                  </a:lnTo>
                  <a:cubicBezTo>
                    <a:pt x="2929" y="4227"/>
                    <a:pt x="2824" y="4329"/>
                    <a:pt x="2697" y="4329"/>
                  </a:cubicBezTo>
                  <a:lnTo>
                    <a:pt x="2335" y="4325"/>
                  </a:lnTo>
                  <a:cubicBezTo>
                    <a:pt x="2085" y="4122"/>
                    <a:pt x="1813" y="3815"/>
                    <a:pt x="1817" y="3434"/>
                  </a:cubicBezTo>
                  <a:cubicBezTo>
                    <a:pt x="1828" y="2495"/>
                    <a:pt x="3492" y="1714"/>
                    <a:pt x="5473" y="1714"/>
                  </a:cubicBezTo>
                  <a:close/>
                  <a:moveTo>
                    <a:pt x="5489" y="7831"/>
                  </a:moveTo>
                  <a:lnTo>
                    <a:pt x="6214" y="8128"/>
                  </a:lnTo>
                  <a:lnTo>
                    <a:pt x="5801" y="8534"/>
                  </a:lnTo>
                  <a:cubicBezTo>
                    <a:pt x="5713" y="8618"/>
                    <a:pt x="5599" y="8660"/>
                    <a:pt x="5484" y="8660"/>
                  </a:cubicBezTo>
                  <a:cubicBezTo>
                    <a:pt x="5368" y="8660"/>
                    <a:pt x="5251" y="8616"/>
                    <a:pt x="5163" y="8526"/>
                  </a:cubicBezTo>
                  <a:lnTo>
                    <a:pt x="4758" y="8114"/>
                  </a:lnTo>
                  <a:lnTo>
                    <a:pt x="5489" y="7831"/>
                  </a:lnTo>
                  <a:close/>
                  <a:moveTo>
                    <a:pt x="5505" y="1"/>
                  </a:moveTo>
                  <a:cubicBezTo>
                    <a:pt x="4624" y="1"/>
                    <a:pt x="3791" y="138"/>
                    <a:pt x="3085" y="407"/>
                  </a:cubicBezTo>
                  <a:cubicBezTo>
                    <a:pt x="2751" y="530"/>
                    <a:pt x="2527" y="848"/>
                    <a:pt x="2523" y="1203"/>
                  </a:cubicBezTo>
                  <a:lnTo>
                    <a:pt x="2516" y="1964"/>
                  </a:lnTo>
                  <a:cubicBezTo>
                    <a:pt x="1832" y="2341"/>
                    <a:pt x="1419" y="2855"/>
                    <a:pt x="1411" y="3434"/>
                  </a:cubicBezTo>
                  <a:cubicBezTo>
                    <a:pt x="1408" y="3807"/>
                    <a:pt x="1578" y="4169"/>
                    <a:pt x="1911" y="4492"/>
                  </a:cubicBezTo>
                  <a:cubicBezTo>
                    <a:pt x="1748" y="4611"/>
                    <a:pt x="1643" y="4792"/>
                    <a:pt x="1618" y="4992"/>
                  </a:cubicBezTo>
                  <a:cubicBezTo>
                    <a:pt x="1589" y="5252"/>
                    <a:pt x="1698" y="5509"/>
                    <a:pt x="1904" y="5669"/>
                  </a:cubicBezTo>
                  <a:cubicBezTo>
                    <a:pt x="1666" y="6052"/>
                    <a:pt x="1974" y="6484"/>
                    <a:pt x="2352" y="6484"/>
                  </a:cubicBezTo>
                  <a:cubicBezTo>
                    <a:pt x="2446" y="6484"/>
                    <a:pt x="2544" y="6457"/>
                    <a:pt x="2639" y="6397"/>
                  </a:cubicBezTo>
                  <a:cubicBezTo>
                    <a:pt x="2907" y="7208"/>
                    <a:pt x="3505" y="7867"/>
                    <a:pt x="4287" y="8211"/>
                  </a:cubicBezTo>
                  <a:lnTo>
                    <a:pt x="4881" y="8816"/>
                  </a:lnTo>
                  <a:cubicBezTo>
                    <a:pt x="5048" y="8987"/>
                    <a:pt x="5271" y="9073"/>
                    <a:pt x="5494" y="9073"/>
                  </a:cubicBezTo>
                  <a:cubicBezTo>
                    <a:pt x="5710" y="9073"/>
                    <a:pt x="5927" y="8993"/>
                    <a:pt x="6094" y="8831"/>
                  </a:cubicBezTo>
                  <a:lnTo>
                    <a:pt x="6699" y="8237"/>
                  </a:lnTo>
                  <a:cubicBezTo>
                    <a:pt x="6739" y="8219"/>
                    <a:pt x="6775" y="8200"/>
                    <a:pt x="6815" y="8182"/>
                  </a:cubicBezTo>
                  <a:lnTo>
                    <a:pt x="6815" y="8182"/>
                  </a:lnTo>
                  <a:lnTo>
                    <a:pt x="6808" y="8881"/>
                  </a:lnTo>
                  <a:cubicBezTo>
                    <a:pt x="6804" y="9262"/>
                    <a:pt x="7050" y="9598"/>
                    <a:pt x="7416" y="9711"/>
                  </a:cubicBezTo>
                  <a:lnTo>
                    <a:pt x="8615" y="10080"/>
                  </a:lnTo>
                  <a:cubicBezTo>
                    <a:pt x="8148" y="10598"/>
                    <a:pt x="6862" y="11931"/>
                    <a:pt x="5446" y="12619"/>
                  </a:cubicBezTo>
                  <a:cubicBezTo>
                    <a:pt x="4052" y="11905"/>
                    <a:pt x="2791" y="10544"/>
                    <a:pt x="2331" y="10015"/>
                  </a:cubicBezTo>
                  <a:lnTo>
                    <a:pt x="3541" y="9674"/>
                  </a:lnTo>
                  <a:cubicBezTo>
                    <a:pt x="3903" y="9569"/>
                    <a:pt x="4157" y="9236"/>
                    <a:pt x="4164" y="8860"/>
                  </a:cubicBezTo>
                  <a:lnTo>
                    <a:pt x="4164" y="8693"/>
                  </a:lnTo>
                  <a:cubicBezTo>
                    <a:pt x="4164" y="8556"/>
                    <a:pt x="4061" y="8487"/>
                    <a:pt x="3959" y="8487"/>
                  </a:cubicBezTo>
                  <a:cubicBezTo>
                    <a:pt x="3857" y="8487"/>
                    <a:pt x="3756" y="8554"/>
                    <a:pt x="3755" y="8689"/>
                  </a:cubicBezTo>
                  <a:lnTo>
                    <a:pt x="3755" y="8852"/>
                  </a:lnTo>
                  <a:cubicBezTo>
                    <a:pt x="3751" y="9055"/>
                    <a:pt x="3621" y="9229"/>
                    <a:pt x="3429" y="9283"/>
                  </a:cubicBezTo>
                  <a:lnTo>
                    <a:pt x="1125" y="9935"/>
                  </a:lnTo>
                  <a:cubicBezTo>
                    <a:pt x="481" y="10120"/>
                    <a:pt x="35" y="10703"/>
                    <a:pt x="24" y="11373"/>
                  </a:cubicBezTo>
                  <a:lnTo>
                    <a:pt x="3" y="13666"/>
                  </a:lnTo>
                  <a:cubicBezTo>
                    <a:pt x="1" y="13802"/>
                    <a:pt x="103" y="13871"/>
                    <a:pt x="206" y="13871"/>
                  </a:cubicBezTo>
                  <a:cubicBezTo>
                    <a:pt x="307" y="13871"/>
                    <a:pt x="408" y="13804"/>
                    <a:pt x="408" y="13669"/>
                  </a:cubicBezTo>
                  <a:lnTo>
                    <a:pt x="434" y="11377"/>
                  </a:lnTo>
                  <a:cubicBezTo>
                    <a:pt x="441" y="10888"/>
                    <a:pt x="767" y="10464"/>
                    <a:pt x="1234" y="10326"/>
                  </a:cubicBezTo>
                  <a:lnTo>
                    <a:pt x="1900" y="10138"/>
                  </a:lnTo>
                  <a:cubicBezTo>
                    <a:pt x="2234" y="10544"/>
                    <a:pt x="3682" y="12210"/>
                    <a:pt x="5355" y="13032"/>
                  </a:cubicBezTo>
                  <a:cubicBezTo>
                    <a:pt x="5383" y="13044"/>
                    <a:pt x="5412" y="13051"/>
                    <a:pt x="5442" y="13051"/>
                  </a:cubicBezTo>
                  <a:cubicBezTo>
                    <a:pt x="5472" y="13051"/>
                    <a:pt x="5502" y="13044"/>
                    <a:pt x="5529" y="13032"/>
                  </a:cubicBezTo>
                  <a:cubicBezTo>
                    <a:pt x="7217" y="12246"/>
                    <a:pt x="8698" y="10609"/>
                    <a:pt x="9046" y="10210"/>
                  </a:cubicBezTo>
                  <a:lnTo>
                    <a:pt x="9705" y="10410"/>
                  </a:lnTo>
                  <a:cubicBezTo>
                    <a:pt x="10172" y="10555"/>
                    <a:pt x="10487" y="10989"/>
                    <a:pt x="10484" y="11478"/>
                  </a:cubicBezTo>
                  <a:lnTo>
                    <a:pt x="10462" y="13767"/>
                  </a:lnTo>
                  <a:cubicBezTo>
                    <a:pt x="10460" y="13905"/>
                    <a:pt x="10564" y="13974"/>
                    <a:pt x="10668" y="13974"/>
                  </a:cubicBezTo>
                  <a:cubicBezTo>
                    <a:pt x="10769" y="13974"/>
                    <a:pt x="10870" y="13908"/>
                    <a:pt x="10871" y="13774"/>
                  </a:cubicBezTo>
                  <a:lnTo>
                    <a:pt x="10893" y="11482"/>
                  </a:lnTo>
                  <a:cubicBezTo>
                    <a:pt x="10900" y="10808"/>
                    <a:pt x="10462" y="10210"/>
                    <a:pt x="9817" y="10015"/>
                  </a:cubicBezTo>
                  <a:lnTo>
                    <a:pt x="7528" y="9316"/>
                  </a:lnTo>
                  <a:cubicBezTo>
                    <a:pt x="7340" y="9258"/>
                    <a:pt x="7210" y="9081"/>
                    <a:pt x="7213" y="8881"/>
                  </a:cubicBezTo>
                  <a:lnTo>
                    <a:pt x="7221" y="7947"/>
                  </a:lnTo>
                  <a:cubicBezTo>
                    <a:pt x="7757" y="7585"/>
                    <a:pt x="8162" y="7060"/>
                    <a:pt x="8380" y="6451"/>
                  </a:cubicBezTo>
                  <a:cubicBezTo>
                    <a:pt x="8477" y="6516"/>
                    <a:pt x="8578" y="6544"/>
                    <a:pt x="8674" y="6544"/>
                  </a:cubicBezTo>
                  <a:cubicBezTo>
                    <a:pt x="9050" y="6544"/>
                    <a:pt x="9361" y="6116"/>
                    <a:pt x="9122" y="5730"/>
                  </a:cubicBezTo>
                  <a:cubicBezTo>
                    <a:pt x="9292" y="5611"/>
                    <a:pt x="9401" y="5426"/>
                    <a:pt x="9426" y="5220"/>
                  </a:cubicBezTo>
                  <a:cubicBezTo>
                    <a:pt x="9455" y="4966"/>
                    <a:pt x="9350" y="4716"/>
                    <a:pt x="9155" y="4557"/>
                  </a:cubicBezTo>
                  <a:cubicBezTo>
                    <a:pt x="9484" y="4242"/>
                    <a:pt x="9662" y="3887"/>
                    <a:pt x="9665" y="3514"/>
                  </a:cubicBezTo>
                  <a:cubicBezTo>
                    <a:pt x="9673" y="2938"/>
                    <a:pt x="9267" y="2417"/>
                    <a:pt x="8590" y="2022"/>
                  </a:cubicBezTo>
                  <a:lnTo>
                    <a:pt x="8597" y="1261"/>
                  </a:lnTo>
                  <a:cubicBezTo>
                    <a:pt x="8601" y="906"/>
                    <a:pt x="8387" y="584"/>
                    <a:pt x="8054" y="454"/>
                  </a:cubicBezTo>
                  <a:cubicBezTo>
                    <a:pt x="7340" y="167"/>
                    <a:pt x="6482" y="8"/>
                    <a:pt x="5573" y="1"/>
                  </a:cubicBezTo>
                  <a:cubicBezTo>
                    <a:pt x="5550" y="1"/>
                    <a:pt x="5527" y="1"/>
                    <a:pt x="55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88"/>
            <p:cNvSpPr/>
            <p:nvPr/>
          </p:nvSpPr>
          <p:spPr>
            <a:xfrm>
              <a:off x="5003217" y="4387784"/>
              <a:ext cx="24041" cy="10854"/>
            </a:xfrm>
            <a:custGeom>
              <a:rect b="b" l="l" r="r" t="t"/>
              <a:pathLst>
                <a:path extrusionOk="0" h="414" w="917">
                  <a:moveTo>
                    <a:pt x="280" y="0"/>
                  </a:moveTo>
                  <a:cubicBezTo>
                    <a:pt x="8" y="0"/>
                    <a:pt x="1" y="406"/>
                    <a:pt x="272" y="410"/>
                  </a:cubicBezTo>
                  <a:lnTo>
                    <a:pt x="711" y="413"/>
                  </a:lnTo>
                  <a:cubicBezTo>
                    <a:pt x="823" y="413"/>
                    <a:pt x="913" y="326"/>
                    <a:pt x="917" y="214"/>
                  </a:cubicBezTo>
                  <a:cubicBezTo>
                    <a:pt x="917" y="98"/>
                    <a:pt x="826" y="8"/>
                    <a:pt x="714" y="8"/>
                  </a:cubicBezTo>
                  <a:lnTo>
                    <a:pt x="2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88"/>
            <p:cNvSpPr/>
            <p:nvPr/>
          </p:nvSpPr>
          <p:spPr>
            <a:xfrm>
              <a:off x="5071907" y="4388545"/>
              <a:ext cx="25719" cy="10854"/>
            </a:xfrm>
            <a:custGeom>
              <a:rect b="b" l="l" r="r" t="t"/>
              <a:pathLst>
                <a:path extrusionOk="0" h="414" w="981">
                  <a:moveTo>
                    <a:pt x="271" y="0"/>
                  </a:moveTo>
                  <a:cubicBezTo>
                    <a:pt x="3" y="0"/>
                    <a:pt x="0" y="406"/>
                    <a:pt x="271" y="406"/>
                  </a:cubicBezTo>
                  <a:lnTo>
                    <a:pt x="705" y="413"/>
                  </a:lnTo>
                  <a:cubicBezTo>
                    <a:pt x="977" y="413"/>
                    <a:pt x="981" y="8"/>
                    <a:pt x="709" y="4"/>
                  </a:cubicBezTo>
                  <a:lnTo>
                    <a:pt x="274" y="0"/>
                  </a:lnTo>
                  <a:cubicBezTo>
                    <a:pt x="273" y="0"/>
                    <a:pt x="272"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4" name="Google Shape;17994;p88"/>
          <p:cNvGrpSpPr/>
          <p:nvPr/>
        </p:nvGrpSpPr>
        <p:grpSpPr>
          <a:xfrm>
            <a:off x="7606248" y="2431303"/>
            <a:ext cx="284984" cy="364843"/>
            <a:chOff x="7606248" y="2431303"/>
            <a:chExt cx="284984" cy="364843"/>
          </a:xfrm>
        </p:grpSpPr>
        <p:sp>
          <p:nvSpPr>
            <p:cNvPr id="17995" name="Google Shape;17995;p88"/>
            <p:cNvSpPr/>
            <p:nvPr/>
          </p:nvSpPr>
          <p:spPr>
            <a:xfrm>
              <a:off x="7611281" y="2636586"/>
              <a:ext cx="274340" cy="154316"/>
            </a:xfrm>
            <a:custGeom>
              <a:rect b="b" l="l" r="r" t="t"/>
              <a:pathLst>
                <a:path extrusionOk="0" h="5886" w="10464">
                  <a:moveTo>
                    <a:pt x="3705" y="0"/>
                  </a:moveTo>
                  <a:lnTo>
                    <a:pt x="3705" y="1036"/>
                  </a:lnTo>
                  <a:cubicBezTo>
                    <a:pt x="3705" y="1326"/>
                    <a:pt x="3517" y="1583"/>
                    <a:pt x="3238" y="1663"/>
                  </a:cubicBezTo>
                  <a:lnTo>
                    <a:pt x="942" y="2340"/>
                  </a:lnTo>
                  <a:cubicBezTo>
                    <a:pt x="384" y="2503"/>
                    <a:pt x="0" y="3013"/>
                    <a:pt x="0" y="3593"/>
                  </a:cubicBezTo>
                  <a:lnTo>
                    <a:pt x="0" y="5886"/>
                  </a:lnTo>
                  <a:lnTo>
                    <a:pt x="10464" y="5886"/>
                  </a:lnTo>
                  <a:lnTo>
                    <a:pt x="10464" y="3593"/>
                  </a:lnTo>
                  <a:cubicBezTo>
                    <a:pt x="10464" y="3013"/>
                    <a:pt x="10080" y="2503"/>
                    <a:pt x="9526" y="2340"/>
                  </a:cubicBezTo>
                  <a:lnTo>
                    <a:pt x="7229" y="1663"/>
                  </a:lnTo>
                  <a:cubicBezTo>
                    <a:pt x="6951" y="1583"/>
                    <a:pt x="6759" y="1326"/>
                    <a:pt x="6759" y="1036"/>
                  </a:cubicBezTo>
                  <a:lnTo>
                    <a:pt x="6759"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88"/>
            <p:cNvSpPr/>
            <p:nvPr/>
          </p:nvSpPr>
          <p:spPr>
            <a:xfrm>
              <a:off x="7611281" y="2684617"/>
              <a:ext cx="274340" cy="106286"/>
            </a:xfrm>
            <a:custGeom>
              <a:rect b="b" l="l" r="r" t="t"/>
              <a:pathLst>
                <a:path extrusionOk="0" h="4054" w="10464">
                  <a:moveTo>
                    <a:pt x="2670" y="1"/>
                  </a:moveTo>
                  <a:lnTo>
                    <a:pt x="942" y="508"/>
                  </a:lnTo>
                  <a:cubicBezTo>
                    <a:pt x="384" y="671"/>
                    <a:pt x="0" y="1181"/>
                    <a:pt x="0" y="1761"/>
                  </a:cubicBezTo>
                  <a:lnTo>
                    <a:pt x="0" y="4054"/>
                  </a:lnTo>
                  <a:lnTo>
                    <a:pt x="10464" y="4054"/>
                  </a:lnTo>
                  <a:lnTo>
                    <a:pt x="10464" y="1761"/>
                  </a:lnTo>
                  <a:cubicBezTo>
                    <a:pt x="10464" y="1181"/>
                    <a:pt x="10080" y="671"/>
                    <a:pt x="9526" y="508"/>
                  </a:cubicBezTo>
                  <a:lnTo>
                    <a:pt x="7794" y="1"/>
                  </a:lnTo>
                  <a:cubicBezTo>
                    <a:pt x="7548" y="1218"/>
                    <a:pt x="6476" y="2091"/>
                    <a:pt x="5234" y="2091"/>
                  </a:cubicBezTo>
                  <a:cubicBezTo>
                    <a:pt x="3992" y="2091"/>
                    <a:pt x="2920" y="1218"/>
                    <a:pt x="26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88"/>
            <p:cNvSpPr/>
            <p:nvPr/>
          </p:nvSpPr>
          <p:spPr>
            <a:xfrm>
              <a:off x="7708522" y="2636586"/>
              <a:ext cx="79963" cy="28551"/>
            </a:xfrm>
            <a:custGeom>
              <a:rect b="b" l="l" r="r" t="t"/>
              <a:pathLst>
                <a:path extrusionOk="0" h="1089" w="3050">
                  <a:moveTo>
                    <a:pt x="0" y="0"/>
                  </a:moveTo>
                  <a:lnTo>
                    <a:pt x="0" y="703"/>
                  </a:lnTo>
                  <a:cubicBezTo>
                    <a:pt x="475" y="960"/>
                    <a:pt x="999" y="1089"/>
                    <a:pt x="1523" y="1089"/>
                  </a:cubicBezTo>
                  <a:cubicBezTo>
                    <a:pt x="2048" y="1089"/>
                    <a:pt x="2573" y="960"/>
                    <a:pt x="3050" y="703"/>
                  </a:cubicBezTo>
                  <a:lnTo>
                    <a:pt x="30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88"/>
            <p:cNvSpPr/>
            <p:nvPr/>
          </p:nvSpPr>
          <p:spPr>
            <a:xfrm>
              <a:off x="7651342" y="2487986"/>
              <a:ext cx="194298" cy="160110"/>
            </a:xfrm>
            <a:custGeom>
              <a:rect b="b" l="l" r="r" t="t"/>
              <a:pathLst>
                <a:path extrusionOk="0" h="6107" w="7411">
                  <a:moveTo>
                    <a:pt x="870" y="0"/>
                  </a:moveTo>
                  <a:lnTo>
                    <a:pt x="870" y="2398"/>
                  </a:lnTo>
                  <a:lnTo>
                    <a:pt x="544" y="2398"/>
                  </a:lnTo>
                  <a:cubicBezTo>
                    <a:pt x="243" y="2398"/>
                    <a:pt x="1" y="2640"/>
                    <a:pt x="1" y="2945"/>
                  </a:cubicBezTo>
                  <a:cubicBezTo>
                    <a:pt x="1" y="3245"/>
                    <a:pt x="243" y="3488"/>
                    <a:pt x="544" y="3488"/>
                  </a:cubicBezTo>
                  <a:lnTo>
                    <a:pt x="881" y="3488"/>
                  </a:lnTo>
                  <a:cubicBezTo>
                    <a:pt x="993" y="4966"/>
                    <a:pt x="2225" y="6106"/>
                    <a:pt x="3706" y="6106"/>
                  </a:cubicBezTo>
                  <a:cubicBezTo>
                    <a:pt x="5187" y="6106"/>
                    <a:pt x="6415" y="4966"/>
                    <a:pt x="6527" y="3488"/>
                  </a:cubicBezTo>
                  <a:lnTo>
                    <a:pt x="6864" y="3488"/>
                  </a:lnTo>
                  <a:cubicBezTo>
                    <a:pt x="7165" y="3488"/>
                    <a:pt x="7411" y="3245"/>
                    <a:pt x="7411" y="2945"/>
                  </a:cubicBezTo>
                  <a:cubicBezTo>
                    <a:pt x="7411" y="2640"/>
                    <a:pt x="7165" y="2398"/>
                    <a:pt x="6864" y="2398"/>
                  </a:cubicBezTo>
                  <a:lnTo>
                    <a:pt x="6538" y="2398"/>
                  </a:lnTo>
                  <a:lnTo>
                    <a:pt x="653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88"/>
            <p:cNvSpPr/>
            <p:nvPr/>
          </p:nvSpPr>
          <p:spPr>
            <a:xfrm>
              <a:off x="7650503" y="2487986"/>
              <a:ext cx="172249" cy="160136"/>
            </a:xfrm>
            <a:custGeom>
              <a:rect b="b" l="l" r="r" t="t"/>
              <a:pathLst>
                <a:path extrusionOk="0" h="6108" w="6570">
                  <a:moveTo>
                    <a:pt x="902" y="0"/>
                  </a:moveTo>
                  <a:lnTo>
                    <a:pt x="902" y="2401"/>
                  </a:lnTo>
                  <a:lnTo>
                    <a:pt x="609" y="2401"/>
                  </a:lnTo>
                  <a:cubicBezTo>
                    <a:pt x="323" y="2401"/>
                    <a:pt x="65" y="2604"/>
                    <a:pt x="36" y="2890"/>
                  </a:cubicBezTo>
                  <a:cubicBezTo>
                    <a:pt x="0" y="3213"/>
                    <a:pt x="254" y="3492"/>
                    <a:pt x="580" y="3492"/>
                  </a:cubicBezTo>
                  <a:lnTo>
                    <a:pt x="916" y="3492"/>
                  </a:lnTo>
                  <a:cubicBezTo>
                    <a:pt x="1021" y="4987"/>
                    <a:pt x="2269" y="6108"/>
                    <a:pt x="3717" y="6108"/>
                  </a:cubicBezTo>
                  <a:cubicBezTo>
                    <a:pt x="3868" y="6108"/>
                    <a:pt x="4021" y="6096"/>
                    <a:pt x="4176" y="6070"/>
                  </a:cubicBezTo>
                  <a:cubicBezTo>
                    <a:pt x="2796" y="5857"/>
                    <a:pt x="1778" y="4669"/>
                    <a:pt x="1775" y="3274"/>
                  </a:cubicBezTo>
                  <a:lnTo>
                    <a:pt x="1775" y="1525"/>
                  </a:lnTo>
                  <a:cubicBezTo>
                    <a:pt x="1775" y="1043"/>
                    <a:pt x="2166" y="656"/>
                    <a:pt x="2648" y="656"/>
                  </a:cubicBezTo>
                  <a:lnTo>
                    <a:pt x="3962" y="656"/>
                  </a:lnTo>
                  <a:cubicBezTo>
                    <a:pt x="4151" y="799"/>
                    <a:pt x="4379" y="872"/>
                    <a:pt x="4607" y="872"/>
                  </a:cubicBezTo>
                  <a:cubicBezTo>
                    <a:pt x="4777" y="872"/>
                    <a:pt x="4947" y="832"/>
                    <a:pt x="5103" y="750"/>
                  </a:cubicBezTo>
                  <a:cubicBezTo>
                    <a:pt x="5403" y="972"/>
                    <a:pt x="5764" y="1090"/>
                    <a:pt x="6131" y="1090"/>
                  </a:cubicBezTo>
                  <a:cubicBezTo>
                    <a:pt x="6277" y="1090"/>
                    <a:pt x="6425" y="1071"/>
                    <a:pt x="6570" y="1032"/>
                  </a:cubicBezTo>
                  <a:lnTo>
                    <a:pt x="657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88"/>
            <p:cNvSpPr/>
            <p:nvPr/>
          </p:nvSpPr>
          <p:spPr>
            <a:xfrm>
              <a:off x="7659338" y="2436599"/>
              <a:ext cx="173874" cy="114256"/>
            </a:xfrm>
            <a:custGeom>
              <a:rect b="b" l="l" r="r" t="t"/>
              <a:pathLst>
                <a:path extrusionOk="0" h="4358" w="6632">
                  <a:moveTo>
                    <a:pt x="1840" y="1"/>
                  </a:moveTo>
                  <a:cubicBezTo>
                    <a:pt x="808" y="1"/>
                    <a:pt x="0" y="892"/>
                    <a:pt x="105" y="1917"/>
                  </a:cubicBezTo>
                  <a:lnTo>
                    <a:pt x="348" y="4358"/>
                  </a:lnTo>
                  <a:lnTo>
                    <a:pt x="565" y="4358"/>
                  </a:lnTo>
                  <a:cubicBezTo>
                    <a:pt x="804" y="4358"/>
                    <a:pt x="1000" y="4162"/>
                    <a:pt x="1000" y="3923"/>
                  </a:cubicBezTo>
                  <a:lnTo>
                    <a:pt x="1000" y="2960"/>
                  </a:lnTo>
                  <a:cubicBezTo>
                    <a:pt x="1000" y="2478"/>
                    <a:pt x="1391" y="2087"/>
                    <a:pt x="1872" y="2087"/>
                  </a:cubicBezTo>
                  <a:lnTo>
                    <a:pt x="5795" y="2087"/>
                  </a:lnTo>
                  <a:lnTo>
                    <a:pt x="5795" y="3923"/>
                  </a:lnTo>
                  <a:cubicBezTo>
                    <a:pt x="5795" y="4162"/>
                    <a:pt x="5990" y="4358"/>
                    <a:pt x="6233" y="4358"/>
                  </a:cubicBezTo>
                  <a:lnTo>
                    <a:pt x="6450" y="4358"/>
                  </a:lnTo>
                  <a:lnTo>
                    <a:pt x="6631" y="2000"/>
                  </a:lnTo>
                  <a:lnTo>
                    <a:pt x="6617" y="1996"/>
                  </a:lnTo>
                  <a:lnTo>
                    <a:pt x="5795"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88"/>
            <p:cNvSpPr/>
            <p:nvPr/>
          </p:nvSpPr>
          <p:spPr>
            <a:xfrm>
              <a:off x="7659417" y="2436599"/>
              <a:ext cx="71915" cy="114256"/>
            </a:xfrm>
            <a:custGeom>
              <a:rect b="b" l="l" r="r" t="t"/>
              <a:pathLst>
                <a:path extrusionOk="0" h="4358" w="2743">
                  <a:moveTo>
                    <a:pt x="1837" y="1"/>
                  </a:moveTo>
                  <a:cubicBezTo>
                    <a:pt x="805" y="1"/>
                    <a:pt x="1" y="888"/>
                    <a:pt x="102" y="1917"/>
                  </a:cubicBezTo>
                  <a:lnTo>
                    <a:pt x="348" y="4358"/>
                  </a:lnTo>
                  <a:lnTo>
                    <a:pt x="566" y="4358"/>
                  </a:lnTo>
                  <a:cubicBezTo>
                    <a:pt x="805" y="4358"/>
                    <a:pt x="1000" y="4162"/>
                    <a:pt x="1000" y="3923"/>
                  </a:cubicBezTo>
                  <a:lnTo>
                    <a:pt x="1000" y="1743"/>
                  </a:lnTo>
                  <a:cubicBezTo>
                    <a:pt x="1000" y="780"/>
                    <a:pt x="177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88"/>
            <p:cNvSpPr/>
            <p:nvPr/>
          </p:nvSpPr>
          <p:spPr>
            <a:xfrm>
              <a:off x="7777055" y="2436599"/>
              <a:ext cx="68585" cy="68585"/>
            </a:xfrm>
            <a:custGeom>
              <a:rect b="b" l="l" r="r" t="t"/>
              <a:pathLst>
                <a:path extrusionOk="0" h="2616" w="2616">
                  <a:moveTo>
                    <a:pt x="1308" y="1"/>
                  </a:moveTo>
                  <a:cubicBezTo>
                    <a:pt x="584" y="1"/>
                    <a:pt x="1" y="584"/>
                    <a:pt x="1" y="1308"/>
                  </a:cubicBezTo>
                  <a:cubicBezTo>
                    <a:pt x="1" y="2029"/>
                    <a:pt x="584" y="2616"/>
                    <a:pt x="1308" y="2616"/>
                  </a:cubicBezTo>
                  <a:cubicBezTo>
                    <a:pt x="2029" y="2616"/>
                    <a:pt x="2616" y="2029"/>
                    <a:pt x="2616" y="1308"/>
                  </a:cubicBezTo>
                  <a:cubicBezTo>
                    <a:pt x="2616" y="584"/>
                    <a:pt x="2029" y="1"/>
                    <a:pt x="130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88"/>
            <p:cNvSpPr/>
            <p:nvPr/>
          </p:nvSpPr>
          <p:spPr>
            <a:xfrm>
              <a:off x="7754193" y="2465203"/>
              <a:ext cx="34292" cy="34292"/>
            </a:xfrm>
            <a:custGeom>
              <a:rect b="b" l="l" r="r" t="t"/>
              <a:pathLst>
                <a:path extrusionOk="0" h="1308" w="1308">
                  <a:moveTo>
                    <a:pt x="652" y="0"/>
                  </a:moveTo>
                  <a:cubicBezTo>
                    <a:pt x="293" y="0"/>
                    <a:pt x="0" y="290"/>
                    <a:pt x="0" y="652"/>
                  </a:cubicBezTo>
                  <a:cubicBezTo>
                    <a:pt x="0" y="1014"/>
                    <a:pt x="293" y="1307"/>
                    <a:pt x="652" y="1307"/>
                  </a:cubicBezTo>
                  <a:cubicBezTo>
                    <a:pt x="1014" y="1307"/>
                    <a:pt x="1308" y="1014"/>
                    <a:pt x="1308" y="652"/>
                  </a:cubicBezTo>
                  <a:cubicBezTo>
                    <a:pt x="1308" y="290"/>
                    <a:pt x="1014" y="0"/>
                    <a:pt x="65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88"/>
            <p:cNvSpPr/>
            <p:nvPr/>
          </p:nvSpPr>
          <p:spPr>
            <a:xfrm>
              <a:off x="7659338" y="2684538"/>
              <a:ext cx="178227" cy="77682"/>
            </a:xfrm>
            <a:custGeom>
              <a:rect b="b" l="l" r="r" t="t"/>
              <a:pathLst>
                <a:path extrusionOk="0" h="2963" w="6798">
                  <a:moveTo>
                    <a:pt x="837" y="0"/>
                  </a:moveTo>
                  <a:lnTo>
                    <a:pt x="0" y="246"/>
                  </a:lnTo>
                  <a:cubicBezTo>
                    <a:pt x="362" y="1836"/>
                    <a:pt x="1771" y="2963"/>
                    <a:pt x="3401" y="2963"/>
                  </a:cubicBezTo>
                  <a:cubicBezTo>
                    <a:pt x="5027" y="2963"/>
                    <a:pt x="6439" y="1836"/>
                    <a:pt x="6798" y="246"/>
                  </a:cubicBezTo>
                  <a:lnTo>
                    <a:pt x="5961" y="0"/>
                  </a:lnTo>
                  <a:cubicBezTo>
                    <a:pt x="5715" y="1221"/>
                    <a:pt x="4643" y="2094"/>
                    <a:pt x="3401" y="2094"/>
                  </a:cubicBezTo>
                  <a:cubicBezTo>
                    <a:pt x="2159" y="2094"/>
                    <a:pt x="1087" y="1221"/>
                    <a:pt x="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88"/>
            <p:cNvSpPr/>
            <p:nvPr/>
          </p:nvSpPr>
          <p:spPr>
            <a:xfrm>
              <a:off x="7709073" y="2551222"/>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88"/>
            <p:cNvSpPr/>
            <p:nvPr/>
          </p:nvSpPr>
          <p:spPr>
            <a:xfrm>
              <a:off x="7777631" y="2551222"/>
              <a:ext cx="10671" cy="16386"/>
            </a:xfrm>
            <a:custGeom>
              <a:rect b="b" l="l" r="r" t="t"/>
              <a:pathLst>
                <a:path extrusionOk="0" h="625"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88"/>
            <p:cNvSpPr/>
            <p:nvPr/>
          </p:nvSpPr>
          <p:spPr>
            <a:xfrm>
              <a:off x="7723912" y="2591151"/>
              <a:ext cx="49630" cy="16491"/>
            </a:xfrm>
            <a:custGeom>
              <a:rect b="b" l="l" r="r" t="t"/>
              <a:pathLst>
                <a:path extrusionOk="0" h="629" w="1893">
                  <a:moveTo>
                    <a:pt x="293" y="1"/>
                  </a:moveTo>
                  <a:cubicBezTo>
                    <a:pt x="136" y="1"/>
                    <a:pt x="1" y="206"/>
                    <a:pt x="148" y="353"/>
                  </a:cubicBezTo>
                  <a:cubicBezTo>
                    <a:pt x="326" y="527"/>
                    <a:pt x="623" y="629"/>
                    <a:pt x="945" y="629"/>
                  </a:cubicBezTo>
                  <a:cubicBezTo>
                    <a:pt x="1271" y="629"/>
                    <a:pt x="1568" y="527"/>
                    <a:pt x="1742" y="353"/>
                  </a:cubicBezTo>
                  <a:cubicBezTo>
                    <a:pt x="1892" y="206"/>
                    <a:pt x="1758" y="1"/>
                    <a:pt x="1599" y="1"/>
                  </a:cubicBezTo>
                  <a:cubicBezTo>
                    <a:pt x="1551" y="1"/>
                    <a:pt x="1501" y="19"/>
                    <a:pt x="1456" y="64"/>
                  </a:cubicBezTo>
                  <a:cubicBezTo>
                    <a:pt x="1383" y="136"/>
                    <a:pt x="1206" y="223"/>
                    <a:pt x="945" y="223"/>
                  </a:cubicBezTo>
                  <a:cubicBezTo>
                    <a:pt x="688" y="223"/>
                    <a:pt x="510" y="136"/>
                    <a:pt x="434" y="64"/>
                  </a:cubicBezTo>
                  <a:cubicBezTo>
                    <a:pt x="390" y="19"/>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88"/>
            <p:cNvSpPr/>
            <p:nvPr/>
          </p:nvSpPr>
          <p:spPr>
            <a:xfrm>
              <a:off x="7606248" y="2431303"/>
              <a:ext cx="284984" cy="364843"/>
            </a:xfrm>
            <a:custGeom>
              <a:rect b="b" l="l" r="r" t="t"/>
              <a:pathLst>
                <a:path extrusionOk="0" h="13916" w="10870">
                  <a:moveTo>
                    <a:pt x="8410" y="2897"/>
                  </a:moveTo>
                  <a:lnTo>
                    <a:pt x="8298" y="4357"/>
                  </a:lnTo>
                  <a:lnTo>
                    <a:pt x="8269" y="4357"/>
                  </a:lnTo>
                  <a:cubicBezTo>
                    <a:pt x="8138" y="4357"/>
                    <a:pt x="8037" y="4252"/>
                    <a:pt x="8037" y="4125"/>
                  </a:cubicBezTo>
                  <a:lnTo>
                    <a:pt x="8037" y="3006"/>
                  </a:lnTo>
                  <a:cubicBezTo>
                    <a:pt x="8164" y="2984"/>
                    <a:pt x="8291" y="2948"/>
                    <a:pt x="8410" y="2897"/>
                  </a:cubicBezTo>
                  <a:close/>
                  <a:moveTo>
                    <a:pt x="7813" y="406"/>
                  </a:moveTo>
                  <a:cubicBezTo>
                    <a:pt x="8664" y="406"/>
                    <a:pt x="9192" y="1329"/>
                    <a:pt x="8765" y="2064"/>
                  </a:cubicBezTo>
                  <a:cubicBezTo>
                    <a:pt x="8552" y="2430"/>
                    <a:pt x="8182" y="2613"/>
                    <a:pt x="7812" y="2613"/>
                  </a:cubicBezTo>
                  <a:cubicBezTo>
                    <a:pt x="7438" y="2613"/>
                    <a:pt x="7064" y="2427"/>
                    <a:pt x="6853" y="2054"/>
                  </a:cubicBezTo>
                  <a:cubicBezTo>
                    <a:pt x="6811" y="1980"/>
                    <a:pt x="6747" y="1949"/>
                    <a:pt x="6683" y="1949"/>
                  </a:cubicBezTo>
                  <a:cubicBezTo>
                    <a:pt x="6544" y="1949"/>
                    <a:pt x="6406" y="2095"/>
                    <a:pt x="6498" y="2256"/>
                  </a:cubicBezTo>
                  <a:cubicBezTo>
                    <a:pt x="6509" y="2278"/>
                    <a:pt x="6523" y="2300"/>
                    <a:pt x="6534" y="2318"/>
                  </a:cubicBezTo>
                  <a:cubicBezTo>
                    <a:pt x="6456" y="2371"/>
                    <a:pt x="6370" y="2394"/>
                    <a:pt x="6286" y="2394"/>
                  </a:cubicBezTo>
                  <a:cubicBezTo>
                    <a:pt x="6053" y="2394"/>
                    <a:pt x="5835" y="2209"/>
                    <a:pt x="5835" y="1945"/>
                  </a:cubicBezTo>
                  <a:cubicBezTo>
                    <a:pt x="5835" y="1809"/>
                    <a:pt x="5734" y="1741"/>
                    <a:pt x="5632" y="1741"/>
                  </a:cubicBezTo>
                  <a:cubicBezTo>
                    <a:pt x="5531" y="1741"/>
                    <a:pt x="5429" y="1809"/>
                    <a:pt x="5429" y="1945"/>
                  </a:cubicBezTo>
                  <a:cubicBezTo>
                    <a:pt x="5429" y="2452"/>
                    <a:pt x="5846" y="2804"/>
                    <a:pt x="6290" y="2804"/>
                  </a:cubicBezTo>
                  <a:cubicBezTo>
                    <a:pt x="6464" y="2804"/>
                    <a:pt x="6643" y="2750"/>
                    <a:pt x="6802" y="2629"/>
                  </a:cubicBezTo>
                  <a:cubicBezTo>
                    <a:pt x="7030" y="2840"/>
                    <a:pt x="7320" y="2970"/>
                    <a:pt x="7628" y="3010"/>
                  </a:cubicBezTo>
                  <a:lnTo>
                    <a:pt x="7628" y="4125"/>
                  </a:lnTo>
                  <a:cubicBezTo>
                    <a:pt x="7628" y="4477"/>
                    <a:pt x="7914" y="4763"/>
                    <a:pt x="8265" y="4763"/>
                  </a:cubicBezTo>
                  <a:lnTo>
                    <a:pt x="8595" y="4763"/>
                  </a:lnTo>
                  <a:cubicBezTo>
                    <a:pt x="8798" y="4763"/>
                    <a:pt x="8953" y="4940"/>
                    <a:pt x="8932" y="5139"/>
                  </a:cubicBezTo>
                  <a:cubicBezTo>
                    <a:pt x="8917" y="5313"/>
                    <a:pt x="8751" y="5447"/>
                    <a:pt x="8562" y="5447"/>
                  </a:cubicBezTo>
                  <a:lnTo>
                    <a:pt x="8472" y="5447"/>
                  </a:lnTo>
                  <a:lnTo>
                    <a:pt x="8472" y="5433"/>
                  </a:lnTo>
                  <a:cubicBezTo>
                    <a:pt x="8472" y="5320"/>
                    <a:pt x="8381" y="5230"/>
                    <a:pt x="8269" y="5230"/>
                  </a:cubicBezTo>
                  <a:cubicBezTo>
                    <a:pt x="8157" y="5230"/>
                    <a:pt x="8066" y="5320"/>
                    <a:pt x="8066" y="5433"/>
                  </a:cubicBezTo>
                  <a:cubicBezTo>
                    <a:pt x="8062" y="6885"/>
                    <a:pt x="6885" y="8062"/>
                    <a:pt x="5437" y="8062"/>
                  </a:cubicBezTo>
                  <a:cubicBezTo>
                    <a:pt x="3984" y="8062"/>
                    <a:pt x="2807" y="6885"/>
                    <a:pt x="2807" y="5433"/>
                  </a:cubicBezTo>
                  <a:lnTo>
                    <a:pt x="2804" y="5433"/>
                  </a:lnTo>
                  <a:cubicBezTo>
                    <a:pt x="2804" y="5297"/>
                    <a:pt x="2702" y="5229"/>
                    <a:pt x="2601" y="5229"/>
                  </a:cubicBezTo>
                  <a:cubicBezTo>
                    <a:pt x="2499" y="5229"/>
                    <a:pt x="2398" y="5297"/>
                    <a:pt x="2398" y="5433"/>
                  </a:cubicBezTo>
                  <a:lnTo>
                    <a:pt x="2398" y="5447"/>
                  </a:lnTo>
                  <a:lnTo>
                    <a:pt x="2275" y="5447"/>
                  </a:lnTo>
                  <a:cubicBezTo>
                    <a:pt x="2072" y="5447"/>
                    <a:pt x="1913" y="5270"/>
                    <a:pt x="1934" y="5070"/>
                  </a:cubicBezTo>
                  <a:cubicBezTo>
                    <a:pt x="1953" y="4897"/>
                    <a:pt x="2116" y="4763"/>
                    <a:pt x="2304" y="4763"/>
                  </a:cubicBezTo>
                  <a:lnTo>
                    <a:pt x="2601" y="4763"/>
                  </a:lnTo>
                  <a:cubicBezTo>
                    <a:pt x="2952" y="4763"/>
                    <a:pt x="3238" y="4477"/>
                    <a:pt x="3242" y="4125"/>
                  </a:cubicBezTo>
                  <a:lnTo>
                    <a:pt x="3242" y="3173"/>
                  </a:lnTo>
                  <a:cubicBezTo>
                    <a:pt x="3242" y="2803"/>
                    <a:pt x="3539" y="2503"/>
                    <a:pt x="3908" y="2503"/>
                  </a:cubicBezTo>
                  <a:lnTo>
                    <a:pt x="4763" y="2503"/>
                  </a:lnTo>
                  <a:cubicBezTo>
                    <a:pt x="5035" y="2503"/>
                    <a:pt x="5035" y="2097"/>
                    <a:pt x="4763" y="2097"/>
                  </a:cubicBezTo>
                  <a:lnTo>
                    <a:pt x="3908" y="2097"/>
                  </a:lnTo>
                  <a:cubicBezTo>
                    <a:pt x="3314" y="2097"/>
                    <a:pt x="2833" y="2579"/>
                    <a:pt x="2833" y="3173"/>
                  </a:cubicBezTo>
                  <a:lnTo>
                    <a:pt x="2833" y="4125"/>
                  </a:lnTo>
                  <a:cubicBezTo>
                    <a:pt x="2833" y="4252"/>
                    <a:pt x="2728" y="4357"/>
                    <a:pt x="2601" y="4357"/>
                  </a:cubicBezTo>
                  <a:lnTo>
                    <a:pt x="2568" y="4357"/>
                  </a:lnTo>
                  <a:lnTo>
                    <a:pt x="2340" y="2097"/>
                  </a:lnTo>
                  <a:cubicBezTo>
                    <a:pt x="2250" y="1192"/>
                    <a:pt x="2963" y="406"/>
                    <a:pt x="3872" y="406"/>
                  </a:cubicBezTo>
                  <a:close/>
                  <a:moveTo>
                    <a:pt x="6755" y="8167"/>
                  </a:moveTo>
                  <a:lnTo>
                    <a:pt x="6755" y="8866"/>
                  </a:lnTo>
                  <a:cubicBezTo>
                    <a:pt x="6759" y="9246"/>
                    <a:pt x="7009" y="9580"/>
                    <a:pt x="7371" y="9688"/>
                  </a:cubicBezTo>
                  <a:lnTo>
                    <a:pt x="7733" y="9797"/>
                  </a:lnTo>
                  <a:cubicBezTo>
                    <a:pt x="7635" y="10145"/>
                    <a:pt x="7461" y="10463"/>
                    <a:pt x="7222" y="10731"/>
                  </a:cubicBezTo>
                  <a:cubicBezTo>
                    <a:pt x="7087" y="10886"/>
                    <a:pt x="7223" y="11077"/>
                    <a:pt x="7376" y="11077"/>
                  </a:cubicBezTo>
                  <a:cubicBezTo>
                    <a:pt x="7427" y="11077"/>
                    <a:pt x="7481" y="11055"/>
                    <a:pt x="7526" y="11003"/>
                  </a:cubicBezTo>
                  <a:cubicBezTo>
                    <a:pt x="7805" y="10688"/>
                    <a:pt x="8008" y="10318"/>
                    <a:pt x="8124" y="9913"/>
                  </a:cubicBezTo>
                  <a:lnTo>
                    <a:pt x="8569" y="10043"/>
                  </a:lnTo>
                  <a:cubicBezTo>
                    <a:pt x="8381" y="10695"/>
                    <a:pt x="7997" y="11274"/>
                    <a:pt x="7468" y="11702"/>
                  </a:cubicBezTo>
                  <a:cubicBezTo>
                    <a:pt x="6867" y="12182"/>
                    <a:pt x="6140" y="12422"/>
                    <a:pt x="5414" y="12422"/>
                  </a:cubicBezTo>
                  <a:cubicBezTo>
                    <a:pt x="4687" y="12422"/>
                    <a:pt x="3961" y="12182"/>
                    <a:pt x="3361" y="11702"/>
                  </a:cubicBezTo>
                  <a:cubicBezTo>
                    <a:pt x="2836" y="11278"/>
                    <a:pt x="2449" y="10702"/>
                    <a:pt x="2260" y="10054"/>
                  </a:cubicBezTo>
                  <a:lnTo>
                    <a:pt x="2706" y="9924"/>
                  </a:lnTo>
                  <a:cubicBezTo>
                    <a:pt x="3072" y="11183"/>
                    <a:pt x="4217" y="11959"/>
                    <a:pt x="5420" y="11959"/>
                  </a:cubicBezTo>
                  <a:cubicBezTo>
                    <a:pt x="5895" y="11959"/>
                    <a:pt x="6379" y="11838"/>
                    <a:pt x="6827" y="11579"/>
                  </a:cubicBezTo>
                  <a:cubicBezTo>
                    <a:pt x="7026" y="11466"/>
                    <a:pt x="6911" y="11196"/>
                    <a:pt x="6729" y="11196"/>
                  </a:cubicBezTo>
                  <a:cubicBezTo>
                    <a:pt x="6695" y="11196"/>
                    <a:pt x="6658" y="11206"/>
                    <a:pt x="6621" y="11227"/>
                  </a:cubicBezTo>
                  <a:cubicBezTo>
                    <a:pt x="6239" y="11448"/>
                    <a:pt x="5826" y="11551"/>
                    <a:pt x="5421" y="11551"/>
                  </a:cubicBezTo>
                  <a:cubicBezTo>
                    <a:pt x="4392" y="11551"/>
                    <a:pt x="3412" y="10886"/>
                    <a:pt x="3097" y="9808"/>
                  </a:cubicBezTo>
                  <a:lnTo>
                    <a:pt x="3495" y="9692"/>
                  </a:lnTo>
                  <a:cubicBezTo>
                    <a:pt x="3861" y="9583"/>
                    <a:pt x="4111" y="9246"/>
                    <a:pt x="4111" y="8870"/>
                  </a:cubicBezTo>
                  <a:lnTo>
                    <a:pt x="4111" y="8167"/>
                  </a:lnTo>
                  <a:cubicBezTo>
                    <a:pt x="4529" y="8368"/>
                    <a:pt x="4982" y="8469"/>
                    <a:pt x="5434" y="8469"/>
                  </a:cubicBezTo>
                  <a:cubicBezTo>
                    <a:pt x="5887" y="8469"/>
                    <a:pt x="6338" y="8368"/>
                    <a:pt x="6755" y="8167"/>
                  </a:cubicBezTo>
                  <a:close/>
                  <a:moveTo>
                    <a:pt x="3876" y="0"/>
                  </a:moveTo>
                  <a:cubicBezTo>
                    <a:pt x="2724" y="0"/>
                    <a:pt x="1822" y="992"/>
                    <a:pt x="1938" y="2141"/>
                  </a:cubicBezTo>
                  <a:lnTo>
                    <a:pt x="2163" y="4371"/>
                  </a:lnTo>
                  <a:cubicBezTo>
                    <a:pt x="1829" y="4433"/>
                    <a:pt x="1565" y="4701"/>
                    <a:pt x="1532" y="5031"/>
                  </a:cubicBezTo>
                  <a:cubicBezTo>
                    <a:pt x="1485" y="5472"/>
                    <a:pt x="1833" y="5856"/>
                    <a:pt x="2279" y="5856"/>
                  </a:cubicBezTo>
                  <a:lnTo>
                    <a:pt x="2431" y="5856"/>
                  </a:lnTo>
                  <a:cubicBezTo>
                    <a:pt x="2550" y="6697"/>
                    <a:pt x="3010" y="7446"/>
                    <a:pt x="3709" y="7928"/>
                  </a:cubicBezTo>
                  <a:lnTo>
                    <a:pt x="3709" y="8866"/>
                  </a:lnTo>
                  <a:cubicBezTo>
                    <a:pt x="3705" y="9065"/>
                    <a:pt x="3575" y="9239"/>
                    <a:pt x="3387" y="9297"/>
                  </a:cubicBezTo>
                  <a:lnTo>
                    <a:pt x="1087" y="9974"/>
                  </a:lnTo>
                  <a:cubicBezTo>
                    <a:pt x="446" y="10163"/>
                    <a:pt x="4" y="10753"/>
                    <a:pt x="0" y="11423"/>
                  </a:cubicBezTo>
                  <a:lnTo>
                    <a:pt x="0" y="13712"/>
                  </a:lnTo>
                  <a:cubicBezTo>
                    <a:pt x="0" y="13848"/>
                    <a:pt x="103" y="13916"/>
                    <a:pt x="205" y="13916"/>
                  </a:cubicBezTo>
                  <a:cubicBezTo>
                    <a:pt x="307" y="13916"/>
                    <a:pt x="410" y="13848"/>
                    <a:pt x="410" y="13712"/>
                  </a:cubicBezTo>
                  <a:lnTo>
                    <a:pt x="410" y="11423"/>
                  </a:lnTo>
                  <a:cubicBezTo>
                    <a:pt x="410" y="10934"/>
                    <a:pt x="732" y="10503"/>
                    <a:pt x="1203" y="10362"/>
                  </a:cubicBezTo>
                  <a:lnTo>
                    <a:pt x="1873" y="10166"/>
                  </a:lnTo>
                  <a:cubicBezTo>
                    <a:pt x="2333" y="11745"/>
                    <a:pt x="3778" y="12828"/>
                    <a:pt x="5422" y="12828"/>
                  </a:cubicBezTo>
                  <a:cubicBezTo>
                    <a:pt x="7066" y="12825"/>
                    <a:pt x="8512" y="11734"/>
                    <a:pt x="8968" y="10155"/>
                  </a:cubicBezTo>
                  <a:lnTo>
                    <a:pt x="9670" y="10362"/>
                  </a:lnTo>
                  <a:cubicBezTo>
                    <a:pt x="10138" y="10503"/>
                    <a:pt x="10460" y="10934"/>
                    <a:pt x="10464" y="11423"/>
                  </a:cubicBezTo>
                  <a:lnTo>
                    <a:pt x="10464" y="13712"/>
                  </a:lnTo>
                  <a:cubicBezTo>
                    <a:pt x="10464" y="13848"/>
                    <a:pt x="10565" y="13916"/>
                    <a:pt x="10666" y="13916"/>
                  </a:cubicBezTo>
                  <a:cubicBezTo>
                    <a:pt x="10768" y="13916"/>
                    <a:pt x="10869" y="13848"/>
                    <a:pt x="10869" y="13712"/>
                  </a:cubicBezTo>
                  <a:lnTo>
                    <a:pt x="10869" y="11423"/>
                  </a:lnTo>
                  <a:cubicBezTo>
                    <a:pt x="10866" y="10753"/>
                    <a:pt x="10424" y="10163"/>
                    <a:pt x="9783" y="9974"/>
                  </a:cubicBezTo>
                  <a:lnTo>
                    <a:pt x="7487" y="9297"/>
                  </a:lnTo>
                  <a:cubicBezTo>
                    <a:pt x="7295" y="9239"/>
                    <a:pt x="7164" y="9065"/>
                    <a:pt x="7164" y="8866"/>
                  </a:cubicBezTo>
                  <a:lnTo>
                    <a:pt x="7164" y="7928"/>
                  </a:lnTo>
                  <a:cubicBezTo>
                    <a:pt x="7860" y="7443"/>
                    <a:pt x="8323" y="6693"/>
                    <a:pt x="8443" y="5853"/>
                  </a:cubicBezTo>
                  <a:lnTo>
                    <a:pt x="8562" y="5853"/>
                  </a:lnTo>
                  <a:cubicBezTo>
                    <a:pt x="8961" y="5853"/>
                    <a:pt x="9301" y="5559"/>
                    <a:pt x="9341" y="5183"/>
                  </a:cubicBezTo>
                  <a:cubicBezTo>
                    <a:pt x="9381" y="4784"/>
                    <a:pt x="9102" y="4426"/>
                    <a:pt x="8707" y="4368"/>
                  </a:cubicBezTo>
                  <a:lnTo>
                    <a:pt x="8841" y="2619"/>
                  </a:lnTo>
                  <a:cubicBezTo>
                    <a:pt x="9297" y="2198"/>
                    <a:pt x="9450" y="1539"/>
                    <a:pt x="9221" y="960"/>
                  </a:cubicBezTo>
                  <a:cubicBezTo>
                    <a:pt x="8997" y="380"/>
                    <a:pt x="8439" y="0"/>
                    <a:pt x="78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88"/>
            <p:cNvSpPr/>
            <p:nvPr/>
          </p:nvSpPr>
          <p:spPr>
            <a:xfrm>
              <a:off x="7701574" y="2534128"/>
              <a:ext cx="25667" cy="10749"/>
            </a:xfrm>
            <a:custGeom>
              <a:rect b="b" l="l" r="r" t="t"/>
              <a:pathLst>
                <a:path extrusionOk="0" h="410" w="979">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88"/>
            <p:cNvSpPr/>
            <p:nvPr/>
          </p:nvSpPr>
          <p:spPr>
            <a:xfrm>
              <a:off x="7770133" y="2534128"/>
              <a:ext cx="25667" cy="10749"/>
            </a:xfrm>
            <a:custGeom>
              <a:rect b="b" l="l" r="r" t="t"/>
              <a:pathLst>
                <a:path extrusionOk="0" h="410" w="979">
                  <a:moveTo>
                    <a:pt x="272" y="0"/>
                  </a:moveTo>
                  <a:cubicBezTo>
                    <a:pt x="1" y="0"/>
                    <a:pt x="1" y="410"/>
                    <a:pt x="272" y="410"/>
                  </a:cubicBezTo>
                  <a:lnTo>
                    <a:pt x="710" y="410"/>
                  </a:lnTo>
                  <a:cubicBezTo>
                    <a:pt x="978" y="410"/>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1" name="Google Shape;18011;p88"/>
          <p:cNvGrpSpPr/>
          <p:nvPr/>
        </p:nvGrpSpPr>
        <p:grpSpPr>
          <a:xfrm>
            <a:off x="5805866" y="4286087"/>
            <a:ext cx="284879" cy="364948"/>
            <a:chOff x="5805866" y="4286087"/>
            <a:chExt cx="284879" cy="364948"/>
          </a:xfrm>
        </p:grpSpPr>
        <p:sp>
          <p:nvSpPr>
            <p:cNvPr id="18012" name="Google Shape;18012;p88"/>
            <p:cNvSpPr/>
            <p:nvPr/>
          </p:nvSpPr>
          <p:spPr>
            <a:xfrm>
              <a:off x="5811266" y="4542835"/>
              <a:ext cx="274261" cy="102956"/>
            </a:xfrm>
            <a:custGeom>
              <a:rect b="b" l="l" r="r" t="t"/>
              <a:pathLst>
                <a:path extrusionOk="0" h="3927" w="10461">
                  <a:moveTo>
                    <a:pt x="3706" y="1"/>
                  </a:moveTo>
                  <a:lnTo>
                    <a:pt x="939" y="816"/>
                  </a:lnTo>
                  <a:cubicBezTo>
                    <a:pt x="381" y="979"/>
                    <a:pt x="0" y="1489"/>
                    <a:pt x="0" y="2069"/>
                  </a:cubicBezTo>
                  <a:lnTo>
                    <a:pt x="0" y="3927"/>
                  </a:lnTo>
                  <a:lnTo>
                    <a:pt x="10460" y="3927"/>
                  </a:lnTo>
                  <a:lnTo>
                    <a:pt x="10460" y="2069"/>
                  </a:lnTo>
                  <a:cubicBezTo>
                    <a:pt x="10460" y="1489"/>
                    <a:pt x="10080" y="979"/>
                    <a:pt x="9522" y="816"/>
                  </a:cubicBezTo>
                  <a:lnTo>
                    <a:pt x="675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88"/>
            <p:cNvSpPr/>
            <p:nvPr/>
          </p:nvSpPr>
          <p:spPr>
            <a:xfrm>
              <a:off x="5872327" y="4542835"/>
              <a:ext cx="152140" cy="51413"/>
            </a:xfrm>
            <a:custGeom>
              <a:rect b="b" l="l" r="r" t="t"/>
              <a:pathLst>
                <a:path extrusionOk="0" h="1961" w="5803">
                  <a:moveTo>
                    <a:pt x="1377" y="1"/>
                  </a:moveTo>
                  <a:lnTo>
                    <a:pt x="0" y="406"/>
                  </a:lnTo>
                  <a:cubicBezTo>
                    <a:pt x="645" y="1377"/>
                    <a:pt x="1735" y="1960"/>
                    <a:pt x="2901" y="1960"/>
                  </a:cubicBezTo>
                  <a:cubicBezTo>
                    <a:pt x="4067" y="1960"/>
                    <a:pt x="5158" y="1377"/>
                    <a:pt x="5802" y="406"/>
                  </a:cubicBezTo>
                  <a:lnTo>
                    <a:pt x="44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88"/>
            <p:cNvSpPr/>
            <p:nvPr/>
          </p:nvSpPr>
          <p:spPr>
            <a:xfrm>
              <a:off x="5856937" y="4546164"/>
              <a:ext cx="40008" cy="99548"/>
            </a:xfrm>
            <a:custGeom>
              <a:rect b="b" l="l" r="r" t="t"/>
              <a:pathLst>
                <a:path extrusionOk="0" h="3797" w="1526">
                  <a:moveTo>
                    <a:pt x="1525" y="0"/>
                  </a:moveTo>
                  <a:lnTo>
                    <a:pt x="1" y="450"/>
                  </a:lnTo>
                  <a:lnTo>
                    <a:pt x="1" y="3796"/>
                  </a:lnTo>
                  <a:lnTo>
                    <a:pt x="1525" y="3796"/>
                  </a:lnTo>
                  <a:lnTo>
                    <a:pt x="1525"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88"/>
            <p:cNvSpPr/>
            <p:nvPr/>
          </p:nvSpPr>
          <p:spPr>
            <a:xfrm>
              <a:off x="5999849" y="4546164"/>
              <a:ext cx="39982" cy="99548"/>
            </a:xfrm>
            <a:custGeom>
              <a:rect b="b" l="l" r="r" t="t"/>
              <a:pathLst>
                <a:path extrusionOk="0" h="3797" w="1525">
                  <a:moveTo>
                    <a:pt x="0" y="0"/>
                  </a:moveTo>
                  <a:lnTo>
                    <a:pt x="0" y="3796"/>
                  </a:lnTo>
                  <a:lnTo>
                    <a:pt x="1525" y="3796"/>
                  </a:lnTo>
                  <a:lnTo>
                    <a:pt x="1525" y="450"/>
                  </a:lnTo>
                  <a:lnTo>
                    <a:pt x="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88"/>
            <p:cNvSpPr/>
            <p:nvPr/>
          </p:nvSpPr>
          <p:spPr>
            <a:xfrm>
              <a:off x="5999849" y="4546164"/>
              <a:ext cx="24618" cy="32221"/>
            </a:xfrm>
            <a:custGeom>
              <a:rect b="b" l="l" r="r" t="t"/>
              <a:pathLst>
                <a:path extrusionOk="0" h="1229" w="939">
                  <a:moveTo>
                    <a:pt x="0" y="0"/>
                  </a:moveTo>
                  <a:lnTo>
                    <a:pt x="0" y="1228"/>
                  </a:lnTo>
                  <a:cubicBezTo>
                    <a:pt x="370" y="975"/>
                    <a:pt x="688" y="652"/>
                    <a:pt x="938" y="279"/>
                  </a:cubicBezTo>
                  <a:lnTo>
                    <a:pt x="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88"/>
            <p:cNvSpPr/>
            <p:nvPr/>
          </p:nvSpPr>
          <p:spPr>
            <a:xfrm>
              <a:off x="5874136" y="4365657"/>
              <a:ext cx="148522" cy="34319"/>
            </a:xfrm>
            <a:custGeom>
              <a:rect b="b" l="l" r="r" t="t"/>
              <a:pathLst>
                <a:path extrusionOk="0" h="1309" w="5665">
                  <a:moveTo>
                    <a:pt x="0" y="1"/>
                  </a:moveTo>
                  <a:lnTo>
                    <a:pt x="0" y="1308"/>
                  </a:lnTo>
                  <a:lnTo>
                    <a:pt x="5664" y="1308"/>
                  </a:lnTo>
                  <a:lnTo>
                    <a:pt x="566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88"/>
            <p:cNvSpPr/>
            <p:nvPr/>
          </p:nvSpPr>
          <p:spPr>
            <a:xfrm>
              <a:off x="5851248" y="4399949"/>
              <a:ext cx="194298" cy="74274"/>
            </a:xfrm>
            <a:custGeom>
              <a:rect b="b" l="l" r="r" t="t"/>
              <a:pathLst>
                <a:path extrusionOk="0" h="2833" w="7411">
                  <a:moveTo>
                    <a:pt x="873" y="0"/>
                  </a:moveTo>
                  <a:lnTo>
                    <a:pt x="873" y="1090"/>
                  </a:lnTo>
                  <a:lnTo>
                    <a:pt x="543" y="1090"/>
                  </a:lnTo>
                  <a:cubicBezTo>
                    <a:pt x="243" y="1090"/>
                    <a:pt x="0" y="1333"/>
                    <a:pt x="0" y="1633"/>
                  </a:cubicBezTo>
                  <a:cubicBezTo>
                    <a:pt x="0" y="1934"/>
                    <a:pt x="243" y="2180"/>
                    <a:pt x="543" y="2180"/>
                  </a:cubicBezTo>
                  <a:lnTo>
                    <a:pt x="873" y="2180"/>
                  </a:lnTo>
                  <a:lnTo>
                    <a:pt x="873" y="2832"/>
                  </a:lnTo>
                  <a:lnTo>
                    <a:pt x="6537" y="2832"/>
                  </a:lnTo>
                  <a:lnTo>
                    <a:pt x="6537" y="2180"/>
                  </a:lnTo>
                  <a:lnTo>
                    <a:pt x="6863" y="2180"/>
                  </a:lnTo>
                  <a:cubicBezTo>
                    <a:pt x="7164" y="2180"/>
                    <a:pt x="7410" y="1934"/>
                    <a:pt x="7410" y="1633"/>
                  </a:cubicBezTo>
                  <a:cubicBezTo>
                    <a:pt x="7410" y="1333"/>
                    <a:pt x="7164" y="1090"/>
                    <a:pt x="6863" y="1090"/>
                  </a:cubicBezTo>
                  <a:lnTo>
                    <a:pt x="6537" y="1090"/>
                  </a:lnTo>
                  <a:lnTo>
                    <a:pt x="6537"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88"/>
            <p:cNvSpPr/>
            <p:nvPr/>
          </p:nvSpPr>
          <p:spPr>
            <a:xfrm>
              <a:off x="5850488" y="4399949"/>
              <a:ext cx="172170" cy="74274"/>
            </a:xfrm>
            <a:custGeom>
              <a:rect b="b" l="l" r="r" t="t"/>
              <a:pathLst>
                <a:path extrusionOk="0" h="2833" w="6567">
                  <a:moveTo>
                    <a:pt x="902" y="0"/>
                  </a:moveTo>
                  <a:lnTo>
                    <a:pt x="902" y="1090"/>
                  </a:lnTo>
                  <a:lnTo>
                    <a:pt x="609" y="1090"/>
                  </a:lnTo>
                  <a:cubicBezTo>
                    <a:pt x="323" y="1090"/>
                    <a:pt x="65" y="1297"/>
                    <a:pt x="33" y="1579"/>
                  </a:cubicBezTo>
                  <a:cubicBezTo>
                    <a:pt x="0" y="1901"/>
                    <a:pt x="254" y="2180"/>
                    <a:pt x="576" y="2180"/>
                  </a:cubicBezTo>
                  <a:lnTo>
                    <a:pt x="902" y="2180"/>
                  </a:lnTo>
                  <a:lnTo>
                    <a:pt x="902" y="2832"/>
                  </a:lnTo>
                  <a:lnTo>
                    <a:pt x="1775" y="2832"/>
                  </a:lnTo>
                  <a:lnTo>
                    <a:pt x="1775" y="1963"/>
                  </a:lnTo>
                  <a:cubicBezTo>
                    <a:pt x="1775" y="1239"/>
                    <a:pt x="2358" y="652"/>
                    <a:pt x="3082" y="652"/>
                  </a:cubicBezTo>
                  <a:lnTo>
                    <a:pt x="6566" y="652"/>
                  </a:lnTo>
                  <a:lnTo>
                    <a:pt x="656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88"/>
            <p:cNvSpPr/>
            <p:nvPr/>
          </p:nvSpPr>
          <p:spPr>
            <a:xfrm>
              <a:off x="5891204" y="4291409"/>
              <a:ext cx="159927" cy="138271"/>
            </a:xfrm>
            <a:custGeom>
              <a:rect b="b" l="l" r="r" t="t"/>
              <a:pathLst>
                <a:path extrusionOk="0" h="5274" w="6100">
                  <a:moveTo>
                    <a:pt x="2156" y="0"/>
                  </a:moveTo>
                  <a:cubicBezTo>
                    <a:pt x="1403" y="0"/>
                    <a:pt x="661" y="189"/>
                    <a:pt x="1" y="551"/>
                  </a:cubicBezTo>
                  <a:cubicBezTo>
                    <a:pt x="2109" y="3626"/>
                    <a:pt x="4539" y="5002"/>
                    <a:pt x="5010" y="5230"/>
                  </a:cubicBezTo>
                  <a:cubicBezTo>
                    <a:pt x="5084" y="5266"/>
                    <a:pt x="5176" y="5274"/>
                    <a:pt x="5239" y="5274"/>
                  </a:cubicBezTo>
                  <a:cubicBezTo>
                    <a:pt x="5284" y="5274"/>
                    <a:pt x="5314" y="5270"/>
                    <a:pt x="5314" y="5270"/>
                  </a:cubicBezTo>
                  <a:cubicBezTo>
                    <a:pt x="5814" y="4720"/>
                    <a:pt x="6093" y="4010"/>
                    <a:pt x="6100" y="3271"/>
                  </a:cubicBezTo>
                  <a:cubicBezTo>
                    <a:pt x="6100" y="1464"/>
                    <a:pt x="4343" y="0"/>
                    <a:pt x="2178" y="0"/>
                  </a:cubicBezTo>
                  <a:cubicBezTo>
                    <a:pt x="2170" y="0"/>
                    <a:pt x="2163" y="0"/>
                    <a:pt x="215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88"/>
            <p:cNvSpPr/>
            <p:nvPr/>
          </p:nvSpPr>
          <p:spPr>
            <a:xfrm>
              <a:off x="5845533" y="4291409"/>
              <a:ext cx="159927" cy="138271"/>
            </a:xfrm>
            <a:custGeom>
              <a:rect b="b" l="l" r="r" t="t"/>
              <a:pathLst>
                <a:path extrusionOk="0" h="5274" w="6100">
                  <a:moveTo>
                    <a:pt x="3945" y="0"/>
                  </a:moveTo>
                  <a:cubicBezTo>
                    <a:pt x="3938" y="0"/>
                    <a:pt x="3930" y="0"/>
                    <a:pt x="3923" y="0"/>
                  </a:cubicBezTo>
                  <a:cubicBezTo>
                    <a:pt x="1757" y="0"/>
                    <a:pt x="1" y="1464"/>
                    <a:pt x="1" y="3271"/>
                  </a:cubicBezTo>
                  <a:cubicBezTo>
                    <a:pt x="8" y="4010"/>
                    <a:pt x="287" y="4720"/>
                    <a:pt x="783" y="5270"/>
                  </a:cubicBezTo>
                  <a:cubicBezTo>
                    <a:pt x="783" y="5270"/>
                    <a:pt x="814" y="5274"/>
                    <a:pt x="860" y="5274"/>
                  </a:cubicBezTo>
                  <a:cubicBezTo>
                    <a:pt x="924" y="5274"/>
                    <a:pt x="1017" y="5266"/>
                    <a:pt x="1091" y="5230"/>
                  </a:cubicBezTo>
                  <a:cubicBezTo>
                    <a:pt x="1562" y="5002"/>
                    <a:pt x="3992" y="3626"/>
                    <a:pt x="6100" y="551"/>
                  </a:cubicBezTo>
                  <a:cubicBezTo>
                    <a:pt x="5440" y="189"/>
                    <a:pt x="4698" y="0"/>
                    <a:pt x="394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88"/>
            <p:cNvSpPr/>
            <p:nvPr/>
          </p:nvSpPr>
          <p:spPr>
            <a:xfrm>
              <a:off x="5839844" y="4594221"/>
              <a:ext cx="17120" cy="51491"/>
            </a:xfrm>
            <a:custGeom>
              <a:rect b="b" l="l" r="r" t="t"/>
              <a:pathLst>
                <a:path extrusionOk="0" h="1964" w="653">
                  <a:moveTo>
                    <a:pt x="653" y="0"/>
                  </a:moveTo>
                  <a:cubicBezTo>
                    <a:pt x="290" y="0"/>
                    <a:pt x="1" y="293"/>
                    <a:pt x="1" y="656"/>
                  </a:cubicBezTo>
                  <a:lnTo>
                    <a:pt x="1" y="1963"/>
                  </a:lnTo>
                  <a:lnTo>
                    <a:pt x="653" y="1963"/>
                  </a:lnTo>
                  <a:lnTo>
                    <a:pt x="65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88"/>
            <p:cNvSpPr/>
            <p:nvPr/>
          </p:nvSpPr>
          <p:spPr>
            <a:xfrm>
              <a:off x="6039804" y="4594221"/>
              <a:ext cx="17120" cy="51491"/>
            </a:xfrm>
            <a:custGeom>
              <a:rect b="b" l="l" r="r" t="t"/>
              <a:pathLst>
                <a:path extrusionOk="0" h="1964" w="653">
                  <a:moveTo>
                    <a:pt x="1" y="0"/>
                  </a:moveTo>
                  <a:lnTo>
                    <a:pt x="1" y="1963"/>
                  </a:lnTo>
                  <a:lnTo>
                    <a:pt x="653" y="1963"/>
                  </a:lnTo>
                  <a:lnTo>
                    <a:pt x="653" y="656"/>
                  </a:lnTo>
                  <a:cubicBezTo>
                    <a:pt x="653" y="293"/>
                    <a:pt x="360" y="0"/>
                    <a:pt x="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88"/>
            <p:cNvSpPr/>
            <p:nvPr/>
          </p:nvSpPr>
          <p:spPr>
            <a:xfrm>
              <a:off x="5872327" y="4546164"/>
              <a:ext cx="24697" cy="32221"/>
            </a:xfrm>
            <a:custGeom>
              <a:rect b="b" l="l" r="r" t="t"/>
              <a:pathLst>
                <a:path extrusionOk="0" h="1229" w="942">
                  <a:moveTo>
                    <a:pt x="942" y="0"/>
                  </a:moveTo>
                  <a:lnTo>
                    <a:pt x="0" y="279"/>
                  </a:lnTo>
                  <a:cubicBezTo>
                    <a:pt x="250" y="652"/>
                    <a:pt x="569" y="975"/>
                    <a:pt x="942" y="1228"/>
                  </a:cubicBezTo>
                  <a:lnTo>
                    <a:pt x="942"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88"/>
            <p:cNvSpPr/>
            <p:nvPr/>
          </p:nvSpPr>
          <p:spPr>
            <a:xfrm>
              <a:off x="5874136" y="4462897"/>
              <a:ext cx="148522" cy="114256"/>
            </a:xfrm>
            <a:custGeom>
              <a:rect b="b" l="l" r="r" t="t"/>
              <a:pathLst>
                <a:path extrusionOk="0" h="4358" w="5665">
                  <a:moveTo>
                    <a:pt x="0" y="0"/>
                  </a:moveTo>
                  <a:lnTo>
                    <a:pt x="0" y="1525"/>
                  </a:lnTo>
                  <a:cubicBezTo>
                    <a:pt x="0" y="3090"/>
                    <a:pt x="1268" y="4357"/>
                    <a:pt x="2832" y="4357"/>
                  </a:cubicBezTo>
                  <a:cubicBezTo>
                    <a:pt x="4397" y="4357"/>
                    <a:pt x="5664" y="3090"/>
                    <a:pt x="5664" y="1525"/>
                  </a:cubicBezTo>
                  <a:lnTo>
                    <a:pt x="566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88"/>
            <p:cNvSpPr/>
            <p:nvPr/>
          </p:nvSpPr>
          <p:spPr>
            <a:xfrm>
              <a:off x="5873874" y="4462897"/>
              <a:ext cx="86020" cy="114282"/>
            </a:xfrm>
            <a:custGeom>
              <a:rect b="b" l="l" r="r" t="t"/>
              <a:pathLst>
                <a:path extrusionOk="0" h="4359" w="3281">
                  <a:moveTo>
                    <a:pt x="10" y="0"/>
                  </a:moveTo>
                  <a:lnTo>
                    <a:pt x="10" y="1525"/>
                  </a:lnTo>
                  <a:cubicBezTo>
                    <a:pt x="0" y="3110"/>
                    <a:pt x="1288" y="4359"/>
                    <a:pt x="2819" y="4359"/>
                  </a:cubicBezTo>
                  <a:cubicBezTo>
                    <a:pt x="2970" y="4359"/>
                    <a:pt x="3125" y="4346"/>
                    <a:pt x="3280" y="4321"/>
                  </a:cubicBezTo>
                  <a:cubicBezTo>
                    <a:pt x="1901" y="4107"/>
                    <a:pt x="883" y="2919"/>
                    <a:pt x="883" y="1525"/>
                  </a:cubicBezTo>
                  <a:lnTo>
                    <a:pt x="8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88"/>
            <p:cNvSpPr/>
            <p:nvPr/>
          </p:nvSpPr>
          <p:spPr>
            <a:xfrm>
              <a:off x="5908796" y="4428893"/>
              <a:ext cx="10644" cy="16491"/>
            </a:xfrm>
            <a:custGeom>
              <a:rect b="b" l="l" r="r" t="t"/>
              <a:pathLst>
                <a:path extrusionOk="0" h="629" w="406">
                  <a:moveTo>
                    <a:pt x="203" y="1"/>
                  </a:moveTo>
                  <a:cubicBezTo>
                    <a:pt x="91" y="1"/>
                    <a:pt x="0" y="91"/>
                    <a:pt x="0" y="207"/>
                  </a:cubicBezTo>
                  <a:lnTo>
                    <a:pt x="0" y="424"/>
                  </a:lnTo>
                  <a:cubicBezTo>
                    <a:pt x="0" y="560"/>
                    <a:pt x="101" y="628"/>
                    <a:pt x="203" y="628"/>
                  </a:cubicBezTo>
                  <a:cubicBezTo>
                    <a:pt x="304" y="628"/>
                    <a:pt x="406" y="560"/>
                    <a:pt x="406" y="424"/>
                  </a:cubicBezTo>
                  <a:lnTo>
                    <a:pt x="406" y="207"/>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88"/>
            <p:cNvSpPr/>
            <p:nvPr/>
          </p:nvSpPr>
          <p:spPr>
            <a:xfrm>
              <a:off x="5977328" y="4428893"/>
              <a:ext cx="10671" cy="16491"/>
            </a:xfrm>
            <a:custGeom>
              <a:rect b="b" l="l" r="r" t="t"/>
              <a:pathLst>
                <a:path extrusionOk="0" h="629" w="407">
                  <a:moveTo>
                    <a:pt x="204" y="1"/>
                  </a:moveTo>
                  <a:cubicBezTo>
                    <a:pt x="91" y="1"/>
                    <a:pt x="1" y="91"/>
                    <a:pt x="1" y="207"/>
                  </a:cubicBezTo>
                  <a:lnTo>
                    <a:pt x="1" y="424"/>
                  </a:lnTo>
                  <a:cubicBezTo>
                    <a:pt x="1" y="560"/>
                    <a:pt x="102" y="628"/>
                    <a:pt x="204" y="628"/>
                  </a:cubicBezTo>
                  <a:cubicBezTo>
                    <a:pt x="305" y="628"/>
                    <a:pt x="407" y="560"/>
                    <a:pt x="407" y="424"/>
                  </a:cubicBezTo>
                  <a:lnTo>
                    <a:pt x="407" y="207"/>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88"/>
            <p:cNvSpPr/>
            <p:nvPr/>
          </p:nvSpPr>
          <p:spPr>
            <a:xfrm>
              <a:off x="5923556" y="4480227"/>
              <a:ext cx="49604" cy="16491"/>
            </a:xfrm>
            <a:custGeom>
              <a:rect b="b" l="l" r="r" t="t"/>
              <a:pathLst>
                <a:path extrusionOk="0" h="629" w="1892">
                  <a:moveTo>
                    <a:pt x="293" y="1"/>
                  </a:moveTo>
                  <a:cubicBezTo>
                    <a:pt x="134" y="1"/>
                    <a:pt x="0" y="206"/>
                    <a:pt x="150" y="353"/>
                  </a:cubicBezTo>
                  <a:cubicBezTo>
                    <a:pt x="324" y="524"/>
                    <a:pt x="625" y="629"/>
                    <a:pt x="947" y="629"/>
                  </a:cubicBezTo>
                  <a:cubicBezTo>
                    <a:pt x="1270" y="629"/>
                    <a:pt x="1570" y="524"/>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88"/>
            <p:cNvSpPr/>
            <p:nvPr/>
          </p:nvSpPr>
          <p:spPr>
            <a:xfrm>
              <a:off x="5805866" y="4286087"/>
              <a:ext cx="284879" cy="364895"/>
            </a:xfrm>
            <a:custGeom>
              <a:rect b="b" l="l" r="r" t="t"/>
              <a:pathLst>
                <a:path extrusionOk="0" h="13918" w="10866">
                  <a:moveTo>
                    <a:pt x="5436" y="3579"/>
                  </a:moveTo>
                  <a:cubicBezTo>
                    <a:pt x="5664" y="3782"/>
                    <a:pt x="5882" y="3970"/>
                    <a:pt x="6092" y="4140"/>
                  </a:cubicBezTo>
                  <a:lnTo>
                    <a:pt x="4781" y="4140"/>
                  </a:lnTo>
                  <a:cubicBezTo>
                    <a:pt x="4994" y="3970"/>
                    <a:pt x="5212" y="3785"/>
                    <a:pt x="5436" y="3579"/>
                  </a:cubicBezTo>
                  <a:close/>
                  <a:moveTo>
                    <a:pt x="5460" y="406"/>
                  </a:moveTo>
                  <a:cubicBezTo>
                    <a:pt x="6097" y="406"/>
                    <a:pt x="6729" y="547"/>
                    <a:pt x="7305" y="819"/>
                  </a:cubicBezTo>
                  <a:cubicBezTo>
                    <a:pt x="5317" y="3716"/>
                    <a:pt x="2868" y="4980"/>
                    <a:pt x="2376" y="5212"/>
                  </a:cubicBezTo>
                  <a:cubicBezTo>
                    <a:pt x="1945" y="4698"/>
                    <a:pt x="1717" y="4100"/>
                    <a:pt x="1717" y="3470"/>
                  </a:cubicBezTo>
                  <a:cubicBezTo>
                    <a:pt x="1717" y="1782"/>
                    <a:pt x="3386" y="406"/>
                    <a:pt x="5436" y="406"/>
                  </a:cubicBezTo>
                  <a:cubicBezTo>
                    <a:pt x="5444" y="406"/>
                    <a:pt x="5452" y="406"/>
                    <a:pt x="5460" y="406"/>
                  </a:cubicBezTo>
                  <a:close/>
                  <a:moveTo>
                    <a:pt x="7660" y="1018"/>
                  </a:moveTo>
                  <a:cubicBezTo>
                    <a:pt x="8569" y="1579"/>
                    <a:pt x="9155" y="2470"/>
                    <a:pt x="9156" y="3472"/>
                  </a:cubicBezTo>
                  <a:lnTo>
                    <a:pt x="9156" y="3472"/>
                  </a:lnTo>
                  <a:cubicBezTo>
                    <a:pt x="9155" y="4102"/>
                    <a:pt x="8927" y="4698"/>
                    <a:pt x="8497" y="5212"/>
                  </a:cubicBezTo>
                  <a:cubicBezTo>
                    <a:pt x="8163" y="5053"/>
                    <a:pt x="7037" y="4473"/>
                    <a:pt x="5733" y="3296"/>
                  </a:cubicBezTo>
                  <a:cubicBezTo>
                    <a:pt x="6454" y="2605"/>
                    <a:pt x="7099" y="1840"/>
                    <a:pt x="7660" y="1018"/>
                  </a:cubicBezTo>
                  <a:close/>
                  <a:moveTo>
                    <a:pt x="6628" y="4546"/>
                  </a:moveTo>
                  <a:cubicBezTo>
                    <a:pt x="7454" y="5147"/>
                    <a:pt x="8095" y="5473"/>
                    <a:pt x="8330" y="5585"/>
                  </a:cubicBezTo>
                  <a:cubicBezTo>
                    <a:pt x="8406" y="5618"/>
                    <a:pt x="8486" y="5636"/>
                    <a:pt x="8569" y="5636"/>
                  </a:cubicBezTo>
                  <a:cubicBezTo>
                    <a:pt x="8757" y="5636"/>
                    <a:pt x="8920" y="5774"/>
                    <a:pt x="8938" y="5944"/>
                  </a:cubicBezTo>
                  <a:cubicBezTo>
                    <a:pt x="8960" y="6143"/>
                    <a:pt x="8801" y="6320"/>
                    <a:pt x="8598" y="6320"/>
                  </a:cubicBezTo>
                  <a:lnTo>
                    <a:pt x="8475" y="6320"/>
                  </a:lnTo>
                  <a:lnTo>
                    <a:pt x="8475" y="6306"/>
                  </a:lnTo>
                  <a:cubicBezTo>
                    <a:pt x="8475" y="6170"/>
                    <a:pt x="8373" y="6102"/>
                    <a:pt x="8270" y="6102"/>
                  </a:cubicBezTo>
                  <a:cubicBezTo>
                    <a:pt x="8168" y="6102"/>
                    <a:pt x="8066" y="6170"/>
                    <a:pt x="8066" y="6306"/>
                  </a:cubicBezTo>
                  <a:lnTo>
                    <a:pt x="8066" y="6538"/>
                  </a:lnTo>
                  <a:lnTo>
                    <a:pt x="7834" y="6538"/>
                  </a:lnTo>
                  <a:cubicBezTo>
                    <a:pt x="7562" y="6538"/>
                    <a:pt x="7562" y="6943"/>
                    <a:pt x="7834" y="6943"/>
                  </a:cubicBezTo>
                  <a:lnTo>
                    <a:pt x="8066" y="6943"/>
                  </a:lnTo>
                  <a:lnTo>
                    <a:pt x="8066" y="8265"/>
                  </a:lnTo>
                  <a:cubicBezTo>
                    <a:pt x="8066" y="9718"/>
                    <a:pt x="6889" y="10895"/>
                    <a:pt x="5436" y="10895"/>
                  </a:cubicBezTo>
                  <a:cubicBezTo>
                    <a:pt x="3984" y="10895"/>
                    <a:pt x="2807" y="9718"/>
                    <a:pt x="2807" y="8265"/>
                  </a:cubicBezTo>
                  <a:lnTo>
                    <a:pt x="2807" y="6943"/>
                  </a:lnTo>
                  <a:lnTo>
                    <a:pt x="6961" y="6943"/>
                  </a:lnTo>
                  <a:cubicBezTo>
                    <a:pt x="7233" y="6943"/>
                    <a:pt x="7233" y="6538"/>
                    <a:pt x="6961" y="6538"/>
                  </a:cubicBezTo>
                  <a:lnTo>
                    <a:pt x="2807" y="6538"/>
                  </a:lnTo>
                  <a:lnTo>
                    <a:pt x="2807" y="6306"/>
                  </a:lnTo>
                  <a:cubicBezTo>
                    <a:pt x="2807" y="6170"/>
                    <a:pt x="2705" y="6102"/>
                    <a:pt x="2602" y="6102"/>
                  </a:cubicBezTo>
                  <a:cubicBezTo>
                    <a:pt x="2500" y="6102"/>
                    <a:pt x="2398" y="6170"/>
                    <a:pt x="2398" y="6306"/>
                  </a:cubicBezTo>
                  <a:lnTo>
                    <a:pt x="2398" y="6320"/>
                  </a:lnTo>
                  <a:lnTo>
                    <a:pt x="2274" y="6320"/>
                  </a:lnTo>
                  <a:cubicBezTo>
                    <a:pt x="2072" y="6320"/>
                    <a:pt x="1916" y="6143"/>
                    <a:pt x="1938" y="5944"/>
                  </a:cubicBezTo>
                  <a:cubicBezTo>
                    <a:pt x="1952" y="5770"/>
                    <a:pt x="2119" y="5636"/>
                    <a:pt x="2307" y="5636"/>
                  </a:cubicBezTo>
                  <a:cubicBezTo>
                    <a:pt x="2390" y="5636"/>
                    <a:pt x="2470" y="5618"/>
                    <a:pt x="2546" y="5585"/>
                  </a:cubicBezTo>
                  <a:cubicBezTo>
                    <a:pt x="2771" y="5477"/>
                    <a:pt x="3419" y="5151"/>
                    <a:pt x="4248" y="4546"/>
                  </a:cubicBezTo>
                  <a:close/>
                  <a:moveTo>
                    <a:pt x="5433" y="1"/>
                  </a:moveTo>
                  <a:cubicBezTo>
                    <a:pt x="3158" y="1"/>
                    <a:pt x="1307" y="1558"/>
                    <a:pt x="1307" y="3474"/>
                  </a:cubicBezTo>
                  <a:cubicBezTo>
                    <a:pt x="1311" y="4140"/>
                    <a:pt x="1532" y="4789"/>
                    <a:pt x="1938" y="5321"/>
                  </a:cubicBezTo>
                  <a:cubicBezTo>
                    <a:pt x="1630" y="5477"/>
                    <a:pt x="1470" y="5821"/>
                    <a:pt x="1550" y="6158"/>
                  </a:cubicBezTo>
                  <a:cubicBezTo>
                    <a:pt x="1630" y="6494"/>
                    <a:pt x="1930" y="6730"/>
                    <a:pt x="2274" y="6730"/>
                  </a:cubicBezTo>
                  <a:lnTo>
                    <a:pt x="2398" y="6730"/>
                  </a:lnTo>
                  <a:lnTo>
                    <a:pt x="2398" y="8269"/>
                  </a:lnTo>
                  <a:cubicBezTo>
                    <a:pt x="2398" y="8841"/>
                    <a:pt x="2561" y="9403"/>
                    <a:pt x="2865" y="9888"/>
                  </a:cubicBezTo>
                  <a:lnTo>
                    <a:pt x="1087" y="10409"/>
                  </a:lnTo>
                  <a:cubicBezTo>
                    <a:pt x="446" y="10601"/>
                    <a:pt x="4" y="11188"/>
                    <a:pt x="0" y="11858"/>
                  </a:cubicBezTo>
                  <a:lnTo>
                    <a:pt x="0" y="13716"/>
                  </a:lnTo>
                  <a:cubicBezTo>
                    <a:pt x="0" y="13850"/>
                    <a:pt x="101" y="13917"/>
                    <a:pt x="203" y="13917"/>
                  </a:cubicBezTo>
                  <a:cubicBezTo>
                    <a:pt x="304" y="13917"/>
                    <a:pt x="406" y="13850"/>
                    <a:pt x="406" y="13716"/>
                  </a:cubicBezTo>
                  <a:lnTo>
                    <a:pt x="406" y="11858"/>
                  </a:lnTo>
                  <a:cubicBezTo>
                    <a:pt x="409" y="11369"/>
                    <a:pt x="732" y="10938"/>
                    <a:pt x="1199" y="10801"/>
                  </a:cubicBezTo>
                  <a:lnTo>
                    <a:pt x="1742" y="10641"/>
                  </a:lnTo>
                  <a:lnTo>
                    <a:pt x="1742" y="13712"/>
                  </a:lnTo>
                  <a:cubicBezTo>
                    <a:pt x="1742" y="13848"/>
                    <a:pt x="1844" y="13916"/>
                    <a:pt x="1947" y="13916"/>
                  </a:cubicBezTo>
                  <a:cubicBezTo>
                    <a:pt x="2049" y="13916"/>
                    <a:pt x="2151" y="13848"/>
                    <a:pt x="2151" y="13712"/>
                  </a:cubicBezTo>
                  <a:lnTo>
                    <a:pt x="2151" y="10518"/>
                  </a:lnTo>
                  <a:lnTo>
                    <a:pt x="3122" y="10232"/>
                  </a:lnTo>
                  <a:cubicBezTo>
                    <a:pt x="3169" y="10286"/>
                    <a:pt x="3216" y="10341"/>
                    <a:pt x="3267" y="10391"/>
                  </a:cubicBezTo>
                  <a:lnTo>
                    <a:pt x="3267" y="11098"/>
                  </a:lnTo>
                  <a:cubicBezTo>
                    <a:pt x="3267" y="11233"/>
                    <a:pt x="3369" y="11301"/>
                    <a:pt x="3471" y="11301"/>
                  </a:cubicBezTo>
                  <a:cubicBezTo>
                    <a:pt x="3574" y="11301"/>
                    <a:pt x="3676" y="11233"/>
                    <a:pt x="3676" y="11098"/>
                  </a:cubicBezTo>
                  <a:lnTo>
                    <a:pt x="3676" y="10739"/>
                  </a:lnTo>
                  <a:cubicBezTo>
                    <a:pt x="4201" y="11114"/>
                    <a:pt x="4817" y="11301"/>
                    <a:pt x="5433" y="11301"/>
                  </a:cubicBezTo>
                  <a:cubicBezTo>
                    <a:pt x="6048" y="11301"/>
                    <a:pt x="6664" y="11114"/>
                    <a:pt x="7189" y="10739"/>
                  </a:cubicBezTo>
                  <a:lnTo>
                    <a:pt x="7189" y="13712"/>
                  </a:lnTo>
                  <a:cubicBezTo>
                    <a:pt x="7189" y="13848"/>
                    <a:pt x="7291" y="13916"/>
                    <a:pt x="7394" y="13916"/>
                  </a:cubicBezTo>
                  <a:cubicBezTo>
                    <a:pt x="7496" y="13916"/>
                    <a:pt x="7598" y="13848"/>
                    <a:pt x="7598" y="13712"/>
                  </a:cubicBezTo>
                  <a:lnTo>
                    <a:pt x="7598" y="10391"/>
                  </a:lnTo>
                  <a:cubicBezTo>
                    <a:pt x="7649" y="10341"/>
                    <a:pt x="7696" y="10286"/>
                    <a:pt x="7743" y="10236"/>
                  </a:cubicBezTo>
                  <a:lnTo>
                    <a:pt x="8714" y="10518"/>
                  </a:lnTo>
                  <a:lnTo>
                    <a:pt x="8714" y="13712"/>
                  </a:lnTo>
                  <a:cubicBezTo>
                    <a:pt x="8714" y="13848"/>
                    <a:pt x="8816" y="13916"/>
                    <a:pt x="8919" y="13916"/>
                  </a:cubicBezTo>
                  <a:cubicBezTo>
                    <a:pt x="9021" y="13916"/>
                    <a:pt x="9123" y="13848"/>
                    <a:pt x="9123" y="13712"/>
                  </a:cubicBezTo>
                  <a:lnTo>
                    <a:pt x="9123" y="10638"/>
                  </a:lnTo>
                  <a:lnTo>
                    <a:pt x="9666" y="10797"/>
                  </a:lnTo>
                  <a:cubicBezTo>
                    <a:pt x="10134" y="10938"/>
                    <a:pt x="10456" y="11369"/>
                    <a:pt x="10460" y="11858"/>
                  </a:cubicBezTo>
                  <a:lnTo>
                    <a:pt x="10460" y="13712"/>
                  </a:lnTo>
                  <a:cubicBezTo>
                    <a:pt x="10460" y="13848"/>
                    <a:pt x="10561" y="13916"/>
                    <a:pt x="10662" y="13916"/>
                  </a:cubicBezTo>
                  <a:cubicBezTo>
                    <a:pt x="10764" y="13916"/>
                    <a:pt x="10865" y="13848"/>
                    <a:pt x="10865" y="13712"/>
                  </a:cubicBezTo>
                  <a:lnTo>
                    <a:pt x="10865" y="11858"/>
                  </a:lnTo>
                  <a:cubicBezTo>
                    <a:pt x="10862" y="11188"/>
                    <a:pt x="10423" y="10601"/>
                    <a:pt x="9786" y="10409"/>
                  </a:cubicBezTo>
                  <a:lnTo>
                    <a:pt x="8004" y="9888"/>
                  </a:lnTo>
                  <a:cubicBezTo>
                    <a:pt x="8308" y="9403"/>
                    <a:pt x="8471" y="8841"/>
                    <a:pt x="8471" y="8269"/>
                  </a:cubicBezTo>
                  <a:lnTo>
                    <a:pt x="8471" y="6730"/>
                  </a:lnTo>
                  <a:lnTo>
                    <a:pt x="8598" y="6730"/>
                  </a:lnTo>
                  <a:cubicBezTo>
                    <a:pt x="8601" y="6730"/>
                    <a:pt x="8603" y="6730"/>
                    <a:pt x="8606" y="6730"/>
                  </a:cubicBezTo>
                  <a:cubicBezTo>
                    <a:pt x="8947" y="6730"/>
                    <a:pt x="9247" y="6492"/>
                    <a:pt x="9326" y="6158"/>
                  </a:cubicBezTo>
                  <a:cubicBezTo>
                    <a:pt x="9406" y="5821"/>
                    <a:pt x="9243" y="5473"/>
                    <a:pt x="8931" y="5321"/>
                  </a:cubicBezTo>
                  <a:cubicBezTo>
                    <a:pt x="9337" y="4789"/>
                    <a:pt x="9558" y="4140"/>
                    <a:pt x="9561" y="3474"/>
                  </a:cubicBezTo>
                  <a:cubicBezTo>
                    <a:pt x="9561" y="1558"/>
                    <a:pt x="7711" y="1"/>
                    <a:pt x="54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88"/>
            <p:cNvSpPr/>
            <p:nvPr/>
          </p:nvSpPr>
          <p:spPr>
            <a:xfrm>
              <a:off x="5891597" y="4594588"/>
              <a:ext cx="10749" cy="56446"/>
            </a:xfrm>
            <a:custGeom>
              <a:rect b="b" l="l" r="r" t="t"/>
              <a:pathLst>
                <a:path extrusionOk="0" h="2153" w="410">
                  <a:moveTo>
                    <a:pt x="207" y="1"/>
                  </a:moveTo>
                  <a:cubicBezTo>
                    <a:pt x="91" y="1"/>
                    <a:pt x="0" y="91"/>
                    <a:pt x="0" y="203"/>
                  </a:cubicBezTo>
                  <a:lnTo>
                    <a:pt x="0" y="1949"/>
                  </a:lnTo>
                  <a:cubicBezTo>
                    <a:pt x="0" y="2085"/>
                    <a:pt x="103" y="2153"/>
                    <a:pt x="205" y="2153"/>
                  </a:cubicBezTo>
                  <a:cubicBezTo>
                    <a:pt x="307" y="2153"/>
                    <a:pt x="410" y="2085"/>
                    <a:pt x="410" y="1949"/>
                  </a:cubicBezTo>
                  <a:lnTo>
                    <a:pt x="410" y="203"/>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88"/>
            <p:cNvSpPr/>
            <p:nvPr/>
          </p:nvSpPr>
          <p:spPr>
            <a:xfrm>
              <a:off x="5941358" y="4600382"/>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88"/>
            <p:cNvSpPr/>
            <p:nvPr/>
          </p:nvSpPr>
          <p:spPr>
            <a:xfrm>
              <a:off x="5941358" y="4634648"/>
              <a:ext cx="12453" cy="10697"/>
            </a:xfrm>
            <a:custGeom>
              <a:rect b="b" l="l" r="r" t="t"/>
              <a:pathLst>
                <a:path extrusionOk="0" h="408" w="475">
                  <a:moveTo>
                    <a:pt x="275" y="1"/>
                  </a:moveTo>
                  <a:cubicBezTo>
                    <a:pt x="273" y="1"/>
                    <a:pt x="270" y="1"/>
                    <a:pt x="268" y="1"/>
                  </a:cubicBezTo>
                  <a:cubicBezTo>
                    <a:pt x="87" y="1"/>
                    <a:pt x="0" y="222"/>
                    <a:pt x="127" y="349"/>
                  </a:cubicBezTo>
                  <a:cubicBezTo>
                    <a:pt x="169" y="389"/>
                    <a:pt x="220" y="408"/>
                    <a:pt x="270" y="408"/>
                  </a:cubicBezTo>
                  <a:cubicBezTo>
                    <a:pt x="375" y="408"/>
                    <a:pt x="475" y="327"/>
                    <a:pt x="475" y="204"/>
                  </a:cubicBezTo>
                  <a:cubicBezTo>
                    <a:pt x="475" y="90"/>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4" name="Google Shape;18034;p88"/>
          <p:cNvGrpSpPr/>
          <p:nvPr/>
        </p:nvGrpSpPr>
        <p:grpSpPr>
          <a:xfrm>
            <a:off x="5355790" y="4286087"/>
            <a:ext cx="284958" cy="364948"/>
            <a:chOff x="5355790" y="4286087"/>
            <a:chExt cx="284958" cy="364948"/>
          </a:xfrm>
        </p:grpSpPr>
        <p:sp>
          <p:nvSpPr>
            <p:cNvPr id="18035" name="Google Shape;18035;p88"/>
            <p:cNvSpPr/>
            <p:nvPr/>
          </p:nvSpPr>
          <p:spPr>
            <a:xfrm>
              <a:off x="5361086" y="4525662"/>
              <a:ext cx="274366" cy="120050"/>
            </a:xfrm>
            <a:custGeom>
              <a:rect b="b" l="l" r="r" t="t"/>
              <a:pathLst>
                <a:path extrusionOk="0" h="4579" w="10465">
                  <a:moveTo>
                    <a:pt x="5234" y="0"/>
                  </a:moveTo>
                  <a:lnTo>
                    <a:pt x="1102" y="1206"/>
                  </a:lnTo>
                  <a:cubicBezTo>
                    <a:pt x="450" y="1398"/>
                    <a:pt x="5" y="1992"/>
                    <a:pt x="1" y="2673"/>
                  </a:cubicBezTo>
                  <a:lnTo>
                    <a:pt x="1" y="4578"/>
                  </a:lnTo>
                  <a:lnTo>
                    <a:pt x="10464" y="4578"/>
                  </a:lnTo>
                  <a:lnTo>
                    <a:pt x="10464" y="2673"/>
                  </a:lnTo>
                  <a:cubicBezTo>
                    <a:pt x="10464" y="1992"/>
                    <a:pt x="10019" y="1398"/>
                    <a:pt x="9367" y="1206"/>
                  </a:cubicBezTo>
                  <a:lnTo>
                    <a:pt x="5234"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88"/>
            <p:cNvSpPr/>
            <p:nvPr/>
          </p:nvSpPr>
          <p:spPr>
            <a:xfrm>
              <a:off x="5458222" y="4491370"/>
              <a:ext cx="80094" cy="154342"/>
            </a:xfrm>
            <a:custGeom>
              <a:rect b="b" l="l" r="r" t="t"/>
              <a:pathLst>
                <a:path extrusionOk="0" h="5887" w="3055">
                  <a:moveTo>
                    <a:pt x="1" y="1"/>
                  </a:moveTo>
                  <a:lnTo>
                    <a:pt x="1" y="5886"/>
                  </a:lnTo>
                  <a:lnTo>
                    <a:pt x="3054" y="5886"/>
                  </a:lnTo>
                  <a:lnTo>
                    <a:pt x="30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88"/>
            <p:cNvSpPr/>
            <p:nvPr/>
          </p:nvSpPr>
          <p:spPr>
            <a:xfrm>
              <a:off x="5458326" y="4491370"/>
              <a:ext cx="79990" cy="34319"/>
            </a:xfrm>
            <a:custGeom>
              <a:rect b="b" l="l" r="r" t="t"/>
              <a:pathLst>
                <a:path extrusionOk="0" h="1309" w="3051">
                  <a:moveTo>
                    <a:pt x="1" y="1"/>
                  </a:moveTo>
                  <a:lnTo>
                    <a:pt x="1" y="928"/>
                  </a:lnTo>
                  <a:cubicBezTo>
                    <a:pt x="477" y="1181"/>
                    <a:pt x="1001" y="1308"/>
                    <a:pt x="1525" y="1308"/>
                  </a:cubicBezTo>
                  <a:cubicBezTo>
                    <a:pt x="2050" y="1308"/>
                    <a:pt x="2574" y="1181"/>
                    <a:pt x="3050" y="928"/>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88"/>
            <p:cNvSpPr/>
            <p:nvPr/>
          </p:nvSpPr>
          <p:spPr>
            <a:xfrm>
              <a:off x="5538290" y="4479991"/>
              <a:ext cx="64783" cy="165799"/>
            </a:xfrm>
            <a:custGeom>
              <a:rect b="b" l="l" r="r" t="t"/>
              <a:pathLst>
                <a:path extrusionOk="0" h="6324" w="2471">
                  <a:moveTo>
                    <a:pt x="0" y="0"/>
                  </a:moveTo>
                  <a:lnTo>
                    <a:pt x="0" y="6324"/>
                  </a:lnTo>
                  <a:lnTo>
                    <a:pt x="873" y="6324"/>
                  </a:lnTo>
                  <a:lnTo>
                    <a:pt x="873" y="3937"/>
                  </a:lnTo>
                  <a:cubicBezTo>
                    <a:pt x="873" y="3788"/>
                    <a:pt x="924" y="3644"/>
                    <a:pt x="1014" y="3528"/>
                  </a:cubicBezTo>
                  <a:lnTo>
                    <a:pt x="2303" y="1920"/>
                  </a:lnTo>
                  <a:cubicBezTo>
                    <a:pt x="2470" y="1713"/>
                    <a:pt x="2416" y="1405"/>
                    <a:pt x="2188" y="1268"/>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88"/>
            <p:cNvSpPr/>
            <p:nvPr/>
          </p:nvSpPr>
          <p:spPr>
            <a:xfrm>
              <a:off x="5393464" y="4479991"/>
              <a:ext cx="64783" cy="165799"/>
            </a:xfrm>
            <a:custGeom>
              <a:rect b="b" l="l" r="r" t="t"/>
              <a:pathLst>
                <a:path extrusionOk="0" h="6324" w="2471">
                  <a:moveTo>
                    <a:pt x="2471" y="0"/>
                  </a:moveTo>
                  <a:lnTo>
                    <a:pt x="283" y="1268"/>
                  </a:lnTo>
                  <a:cubicBezTo>
                    <a:pt x="55" y="1405"/>
                    <a:pt x="1" y="1713"/>
                    <a:pt x="168" y="1920"/>
                  </a:cubicBezTo>
                  <a:lnTo>
                    <a:pt x="1457" y="3528"/>
                  </a:lnTo>
                  <a:cubicBezTo>
                    <a:pt x="1551" y="3644"/>
                    <a:pt x="1602" y="3788"/>
                    <a:pt x="1602" y="3937"/>
                  </a:cubicBezTo>
                  <a:lnTo>
                    <a:pt x="1602" y="6324"/>
                  </a:lnTo>
                  <a:lnTo>
                    <a:pt x="2471" y="6324"/>
                  </a:lnTo>
                  <a:lnTo>
                    <a:pt x="247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88"/>
            <p:cNvSpPr/>
            <p:nvPr/>
          </p:nvSpPr>
          <p:spPr>
            <a:xfrm>
              <a:off x="5406862" y="4297098"/>
              <a:ext cx="182919" cy="125739"/>
            </a:xfrm>
            <a:custGeom>
              <a:rect b="b" l="l" r="r" t="t"/>
              <a:pathLst>
                <a:path extrusionOk="0" h="4796" w="6977">
                  <a:moveTo>
                    <a:pt x="3488" y="1"/>
                  </a:moveTo>
                  <a:cubicBezTo>
                    <a:pt x="1562" y="1"/>
                    <a:pt x="1" y="1562"/>
                    <a:pt x="1" y="3488"/>
                  </a:cubicBezTo>
                  <a:lnTo>
                    <a:pt x="1" y="4796"/>
                  </a:lnTo>
                  <a:lnTo>
                    <a:pt x="6976" y="4796"/>
                  </a:lnTo>
                  <a:lnTo>
                    <a:pt x="6976" y="3488"/>
                  </a:lnTo>
                  <a:cubicBezTo>
                    <a:pt x="6976" y="1562"/>
                    <a:pt x="5415" y="1"/>
                    <a:pt x="348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88"/>
            <p:cNvSpPr/>
            <p:nvPr/>
          </p:nvSpPr>
          <p:spPr>
            <a:xfrm>
              <a:off x="5406521" y="4297098"/>
              <a:ext cx="106050" cy="125739"/>
            </a:xfrm>
            <a:custGeom>
              <a:rect b="b" l="l" r="r" t="t"/>
              <a:pathLst>
                <a:path extrusionOk="0" h="4796" w="4045">
                  <a:moveTo>
                    <a:pt x="3471" y="0"/>
                  </a:moveTo>
                  <a:cubicBezTo>
                    <a:pt x="1591" y="0"/>
                    <a:pt x="0" y="1536"/>
                    <a:pt x="14" y="3488"/>
                  </a:cubicBezTo>
                  <a:lnTo>
                    <a:pt x="14" y="4796"/>
                  </a:lnTo>
                  <a:lnTo>
                    <a:pt x="1104" y="4796"/>
                  </a:lnTo>
                  <a:lnTo>
                    <a:pt x="1104" y="3488"/>
                  </a:lnTo>
                  <a:cubicBezTo>
                    <a:pt x="1104" y="1775"/>
                    <a:pt x="2353" y="316"/>
                    <a:pt x="4045" y="48"/>
                  </a:cubicBezTo>
                  <a:cubicBezTo>
                    <a:pt x="3851" y="16"/>
                    <a:pt x="3660" y="0"/>
                    <a:pt x="347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88"/>
            <p:cNvSpPr/>
            <p:nvPr/>
          </p:nvSpPr>
          <p:spPr>
            <a:xfrm>
              <a:off x="5372595" y="4382855"/>
              <a:ext cx="251452" cy="91447"/>
            </a:xfrm>
            <a:custGeom>
              <a:rect b="b" l="l" r="r" t="t"/>
              <a:pathLst>
                <a:path extrusionOk="0" h="3488" w="9591">
                  <a:moveTo>
                    <a:pt x="1742" y="0"/>
                  </a:moveTo>
                  <a:cubicBezTo>
                    <a:pt x="779" y="0"/>
                    <a:pt x="0" y="782"/>
                    <a:pt x="0" y="1742"/>
                  </a:cubicBezTo>
                  <a:cubicBezTo>
                    <a:pt x="0" y="2706"/>
                    <a:pt x="779" y="3488"/>
                    <a:pt x="1742" y="3488"/>
                  </a:cubicBezTo>
                  <a:lnTo>
                    <a:pt x="7845" y="3488"/>
                  </a:lnTo>
                  <a:cubicBezTo>
                    <a:pt x="8808" y="3488"/>
                    <a:pt x="9590" y="2706"/>
                    <a:pt x="9590" y="1742"/>
                  </a:cubicBezTo>
                  <a:cubicBezTo>
                    <a:pt x="9590" y="782"/>
                    <a:pt x="8808" y="0"/>
                    <a:pt x="784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88"/>
            <p:cNvSpPr/>
            <p:nvPr/>
          </p:nvSpPr>
          <p:spPr>
            <a:xfrm>
              <a:off x="5401172" y="4382855"/>
              <a:ext cx="194298" cy="125818"/>
            </a:xfrm>
            <a:custGeom>
              <a:rect b="b" l="l" r="r" t="t"/>
              <a:pathLst>
                <a:path extrusionOk="0" h="4799" w="7411">
                  <a:moveTo>
                    <a:pt x="870" y="0"/>
                  </a:moveTo>
                  <a:lnTo>
                    <a:pt x="870" y="1090"/>
                  </a:lnTo>
                  <a:lnTo>
                    <a:pt x="544" y="1090"/>
                  </a:lnTo>
                  <a:cubicBezTo>
                    <a:pt x="243" y="1090"/>
                    <a:pt x="0" y="1333"/>
                    <a:pt x="0" y="1634"/>
                  </a:cubicBezTo>
                  <a:cubicBezTo>
                    <a:pt x="0" y="1934"/>
                    <a:pt x="243" y="2180"/>
                    <a:pt x="544" y="2180"/>
                  </a:cubicBezTo>
                  <a:lnTo>
                    <a:pt x="880" y="2180"/>
                  </a:lnTo>
                  <a:cubicBezTo>
                    <a:pt x="993" y="3654"/>
                    <a:pt x="2224" y="4799"/>
                    <a:pt x="3705" y="4799"/>
                  </a:cubicBezTo>
                  <a:cubicBezTo>
                    <a:pt x="5187" y="4799"/>
                    <a:pt x="6414" y="3654"/>
                    <a:pt x="6527" y="2180"/>
                  </a:cubicBezTo>
                  <a:lnTo>
                    <a:pt x="6863" y="2180"/>
                  </a:lnTo>
                  <a:cubicBezTo>
                    <a:pt x="7164" y="2180"/>
                    <a:pt x="7410" y="1934"/>
                    <a:pt x="7410" y="1634"/>
                  </a:cubicBezTo>
                  <a:cubicBezTo>
                    <a:pt x="7410" y="1333"/>
                    <a:pt x="7164" y="1090"/>
                    <a:pt x="6863" y="1090"/>
                  </a:cubicBezTo>
                  <a:lnTo>
                    <a:pt x="6537" y="109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88"/>
            <p:cNvSpPr/>
            <p:nvPr/>
          </p:nvSpPr>
          <p:spPr>
            <a:xfrm>
              <a:off x="5401172" y="4382855"/>
              <a:ext cx="148522" cy="125765"/>
            </a:xfrm>
            <a:custGeom>
              <a:rect b="b" l="l" r="r" t="t"/>
              <a:pathLst>
                <a:path extrusionOk="0" h="4797" w="5665">
                  <a:moveTo>
                    <a:pt x="870" y="0"/>
                  </a:moveTo>
                  <a:lnTo>
                    <a:pt x="870" y="1090"/>
                  </a:lnTo>
                  <a:lnTo>
                    <a:pt x="544" y="1090"/>
                  </a:lnTo>
                  <a:cubicBezTo>
                    <a:pt x="243" y="1090"/>
                    <a:pt x="0" y="1333"/>
                    <a:pt x="0" y="1634"/>
                  </a:cubicBezTo>
                  <a:cubicBezTo>
                    <a:pt x="0" y="1934"/>
                    <a:pt x="243" y="2180"/>
                    <a:pt x="544" y="2180"/>
                  </a:cubicBezTo>
                  <a:lnTo>
                    <a:pt x="880" y="2180"/>
                  </a:lnTo>
                  <a:cubicBezTo>
                    <a:pt x="985" y="3676"/>
                    <a:pt x="2233" y="4797"/>
                    <a:pt x="3680" y="4797"/>
                  </a:cubicBezTo>
                  <a:cubicBezTo>
                    <a:pt x="3832" y="4797"/>
                    <a:pt x="3985" y="4784"/>
                    <a:pt x="4140" y="4759"/>
                  </a:cubicBezTo>
                  <a:cubicBezTo>
                    <a:pt x="2760" y="4545"/>
                    <a:pt x="1742" y="3361"/>
                    <a:pt x="1742" y="1963"/>
                  </a:cubicBezTo>
                  <a:cubicBezTo>
                    <a:pt x="1742" y="1242"/>
                    <a:pt x="2329" y="656"/>
                    <a:pt x="3050" y="656"/>
                  </a:cubicBezTo>
                  <a:lnTo>
                    <a:pt x="5230" y="656"/>
                  </a:lnTo>
                  <a:cubicBezTo>
                    <a:pt x="5469" y="656"/>
                    <a:pt x="5665" y="460"/>
                    <a:pt x="5665" y="221"/>
                  </a:cubicBezTo>
                  <a:lnTo>
                    <a:pt x="566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88"/>
            <p:cNvSpPr/>
            <p:nvPr/>
          </p:nvSpPr>
          <p:spPr>
            <a:xfrm>
              <a:off x="5475420" y="4291409"/>
              <a:ext cx="45802" cy="65124"/>
            </a:xfrm>
            <a:custGeom>
              <a:rect b="b" l="l" r="r" t="t"/>
              <a:pathLst>
                <a:path extrusionOk="0" h="2484" w="1747">
                  <a:moveTo>
                    <a:pt x="218" y="0"/>
                  </a:moveTo>
                  <a:cubicBezTo>
                    <a:pt x="98" y="0"/>
                    <a:pt x="0" y="98"/>
                    <a:pt x="0" y="218"/>
                  </a:cubicBezTo>
                  <a:lnTo>
                    <a:pt x="0" y="1145"/>
                  </a:lnTo>
                  <a:cubicBezTo>
                    <a:pt x="0" y="1391"/>
                    <a:pt x="87" y="1630"/>
                    <a:pt x="240" y="1822"/>
                  </a:cubicBezTo>
                  <a:lnTo>
                    <a:pt x="703" y="2402"/>
                  </a:lnTo>
                  <a:cubicBezTo>
                    <a:pt x="747" y="2456"/>
                    <a:pt x="810" y="2483"/>
                    <a:pt x="873" y="2483"/>
                  </a:cubicBezTo>
                  <a:cubicBezTo>
                    <a:pt x="937" y="2483"/>
                    <a:pt x="1000" y="2456"/>
                    <a:pt x="1044" y="2402"/>
                  </a:cubicBezTo>
                  <a:lnTo>
                    <a:pt x="1507" y="1822"/>
                  </a:lnTo>
                  <a:cubicBezTo>
                    <a:pt x="1659" y="1630"/>
                    <a:pt x="1743" y="1391"/>
                    <a:pt x="1746" y="1145"/>
                  </a:cubicBezTo>
                  <a:lnTo>
                    <a:pt x="1746" y="218"/>
                  </a:lnTo>
                  <a:cubicBezTo>
                    <a:pt x="1746" y="98"/>
                    <a:pt x="1648" y="0"/>
                    <a:pt x="152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88"/>
            <p:cNvSpPr/>
            <p:nvPr/>
          </p:nvSpPr>
          <p:spPr>
            <a:xfrm>
              <a:off x="5475420" y="4291409"/>
              <a:ext cx="22914" cy="65150"/>
            </a:xfrm>
            <a:custGeom>
              <a:rect b="b" l="l" r="r" t="t"/>
              <a:pathLst>
                <a:path extrusionOk="0" h="2485" w="874">
                  <a:moveTo>
                    <a:pt x="218" y="0"/>
                  </a:moveTo>
                  <a:cubicBezTo>
                    <a:pt x="98" y="0"/>
                    <a:pt x="0" y="98"/>
                    <a:pt x="0" y="218"/>
                  </a:cubicBezTo>
                  <a:lnTo>
                    <a:pt x="0" y="1145"/>
                  </a:lnTo>
                  <a:cubicBezTo>
                    <a:pt x="0" y="1391"/>
                    <a:pt x="84" y="1630"/>
                    <a:pt x="240" y="1822"/>
                  </a:cubicBezTo>
                  <a:lnTo>
                    <a:pt x="703" y="2402"/>
                  </a:lnTo>
                  <a:cubicBezTo>
                    <a:pt x="743" y="2452"/>
                    <a:pt x="804" y="2485"/>
                    <a:pt x="873" y="2485"/>
                  </a:cubicBezTo>
                  <a:lnTo>
                    <a:pt x="873"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88"/>
            <p:cNvSpPr/>
            <p:nvPr/>
          </p:nvSpPr>
          <p:spPr>
            <a:xfrm>
              <a:off x="5458326" y="4546531"/>
              <a:ext cx="79990" cy="99181"/>
            </a:xfrm>
            <a:custGeom>
              <a:rect b="b" l="l" r="r" t="t"/>
              <a:pathLst>
                <a:path extrusionOk="0" h="3783" w="3051">
                  <a:moveTo>
                    <a:pt x="1" y="1"/>
                  </a:moveTo>
                  <a:lnTo>
                    <a:pt x="1" y="3782"/>
                  </a:lnTo>
                  <a:lnTo>
                    <a:pt x="3050" y="3782"/>
                  </a:lnTo>
                  <a:lnTo>
                    <a:pt x="3050" y="1"/>
                  </a:lnTo>
                  <a:cubicBezTo>
                    <a:pt x="2677" y="465"/>
                    <a:pt x="2116" y="733"/>
                    <a:pt x="1525" y="733"/>
                  </a:cubicBezTo>
                  <a:cubicBezTo>
                    <a:pt x="931" y="733"/>
                    <a:pt x="370" y="465"/>
                    <a:pt x="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88"/>
            <p:cNvSpPr/>
            <p:nvPr/>
          </p:nvSpPr>
          <p:spPr>
            <a:xfrm>
              <a:off x="5458326" y="4546531"/>
              <a:ext cx="79990" cy="42079"/>
            </a:xfrm>
            <a:custGeom>
              <a:rect b="b" l="l" r="r" t="t"/>
              <a:pathLst>
                <a:path extrusionOk="0" h="1605" w="3051">
                  <a:moveTo>
                    <a:pt x="1" y="1"/>
                  </a:moveTo>
                  <a:lnTo>
                    <a:pt x="1" y="1156"/>
                  </a:lnTo>
                  <a:cubicBezTo>
                    <a:pt x="464" y="1455"/>
                    <a:pt x="994" y="1604"/>
                    <a:pt x="1524" y="1604"/>
                  </a:cubicBezTo>
                  <a:cubicBezTo>
                    <a:pt x="2054" y="1604"/>
                    <a:pt x="2585" y="1455"/>
                    <a:pt x="3050" y="1156"/>
                  </a:cubicBezTo>
                  <a:lnTo>
                    <a:pt x="3050" y="1"/>
                  </a:lnTo>
                  <a:cubicBezTo>
                    <a:pt x="2677" y="465"/>
                    <a:pt x="2116" y="733"/>
                    <a:pt x="1525" y="733"/>
                  </a:cubicBezTo>
                  <a:cubicBezTo>
                    <a:pt x="931" y="733"/>
                    <a:pt x="370" y="465"/>
                    <a:pt x="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88"/>
            <p:cNvSpPr/>
            <p:nvPr/>
          </p:nvSpPr>
          <p:spPr>
            <a:xfrm>
              <a:off x="5412551" y="4382855"/>
              <a:ext cx="22914" cy="30203"/>
            </a:xfrm>
            <a:custGeom>
              <a:rect b="b" l="l" r="r" t="t"/>
              <a:pathLst>
                <a:path extrusionOk="0" h="1152" w="874">
                  <a:moveTo>
                    <a:pt x="1" y="0"/>
                  </a:moveTo>
                  <a:lnTo>
                    <a:pt x="1" y="1152"/>
                  </a:lnTo>
                  <a:lnTo>
                    <a:pt x="468" y="1119"/>
                  </a:lnTo>
                  <a:cubicBezTo>
                    <a:pt x="696" y="1101"/>
                    <a:pt x="874" y="913"/>
                    <a:pt x="874" y="681"/>
                  </a:cubicBezTo>
                  <a:lnTo>
                    <a:pt x="87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88"/>
            <p:cNvSpPr/>
            <p:nvPr/>
          </p:nvSpPr>
          <p:spPr>
            <a:xfrm>
              <a:off x="5561073" y="4382855"/>
              <a:ext cx="22914" cy="30203"/>
            </a:xfrm>
            <a:custGeom>
              <a:rect b="b" l="l" r="r" t="t"/>
              <a:pathLst>
                <a:path extrusionOk="0" h="1152" w="874">
                  <a:moveTo>
                    <a:pt x="4" y="0"/>
                  </a:moveTo>
                  <a:lnTo>
                    <a:pt x="4" y="681"/>
                  </a:lnTo>
                  <a:cubicBezTo>
                    <a:pt x="0" y="913"/>
                    <a:pt x="178" y="1101"/>
                    <a:pt x="410" y="1119"/>
                  </a:cubicBezTo>
                  <a:lnTo>
                    <a:pt x="873" y="1152"/>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88"/>
            <p:cNvSpPr/>
            <p:nvPr/>
          </p:nvSpPr>
          <p:spPr>
            <a:xfrm>
              <a:off x="5458615" y="4411799"/>
              <a:ext cx="10749" cy="16386"/>
            </a:xfrm>
            <a:custGeom>
              <a:rect b="b" l="l" r="r" t="t"/>
              <a:pathLst>
                <a:path extrusionOk="0" h="625" w="410">
                  <a:moveTo>
                    <a:pt x="207" y="1"/>
                  </a:moveTo>
                  <a:cubicBezTo>
                    <a:pt x="95" y="1"/>
                    <a:pt x="0" y="91"/>
                    <a:pt x="0" y="204"/>
                  </a:cubicBezTo>
                  <a:lnTo>
                    <a:pt x="0" y="421"/>
                  </a:lnTo>
                  <a:cubicBezTo>
                    <a:pt x="0" y="557"/>
                    <a:pt x="103" y="625"/>
                    <a:pt x="205" y="625"/>
                  </a:cubicBezTo>
                  <a:cubicBezTo>
                    <a:pt x="307" y="625"/>
                    <a:pt x="410" y="557"/>
                    <a:pt x="410" y="421"/>
                  </a:cubicBezTo>
                  <a:lnTo>
                    <a:pt x="410" y="204"/>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88"/>
            <p:cNvSpPr/>
            <p:nvPr/>
          </p:nvSpPr>
          <p:spPr>
            <a:xfrm>
              <a:off x="5527252" y="4411799"/>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88"/>
            <p:cNvSpPr/>
            <p:nvPr/>
          </p:nvSpPr>
          <p:spPr>
            <a:xfrm>
              <a:off x="5473480" y="4451755"/>
              <a:ext cx="49604" cy="16491"/>
            </a:xfrm>
            <a:custGeom>
              <a:rect b="b" l="l" r="r" t="t"/>
              <a:pathLst>
                <a:path extrusionOk="0" h="629" w="1892">
                  <a:moveTo>
                    <a:pt x="293" y="0"/>
                  </a:moveTo>
                  <a:cubicBezTo>
                    <a:pt x="134" y="0"/>
                    <a:pt x="0" y="205"/>
                    <a:pt x="151" y="353"/>
                  </a:cubicBezTo>
                  <a:cubicBezTo>
                    <a:pt x="324" y="523"/>
                    <a:pt x="621" y="628"/>
                    <a:pt x="947" y="628"/>
                  </a:cubicBezTo>
                  <a:cubicBezTo>
                    <a:pt x="1270" y="628"/>
                    <a:pt x="1567" y="523"/>
                    <a:pt x="1744" y="353"/>
                  </a:cubicBezTo>
                  <a:cubicBezTo>
                    <a:pt x="1892" y="205"/>
                    <a:pt x="1757" y="0"/>
                    <a:pt x="1599" y="0"/>
                  </a:cubicBezTo>
                  <a:cubicBezTo>
                    <a:pt x="1552" y="0"/>
                    <a:pt x="1502" y="19"/>
                    <a:pt x="1458" y="63"/>
                  </a:cubicBezTo>
                  <a:cubicBezTo>
                    <a:pt x="1382" y="135"/>
                    <a:pt x="1204" y="222"/>
                    <a:pt x="947" y="222"/>
                  </a:cubicBezTo>
                  <a:cubicBezTo>
                    <a:pt x="687" y="222"/>
                    <a:pt x="509" y="135"/>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88"/>
            <p:cNvSpPr/>
            <p:nvPr/>
          </p:nvSpPr>
          <p:spPr>
            <a:xfrm>
              <a:off x="5452926" y="4606071"/>
              <a:ext cx="10749" cy="44963"/>
            </a:xfrm>
            <a:custGeom>
              <a:rect b="b" l="l" r="r" t="t"/>
              <a:pathLst>
                <a:path extrusionOk="0" h="1715" w="410">
                  <a:moveTo>
                    <a:pt x="207" y="1"/>
                  </a:moveTo>
                  <a:cubicBezTo>
                    <a:pt x="91" y="1"/>
                    <a:pt x="0" y="91"/>
                    <a:pt x="0" y="204"/>
                  </a:cubicBezTo>
                  <a:lnTo>
                    <a:pt x="0" y="1511"/>
                  </a:lnTo>
                  <a:cubicBezTo>
                    <a:pt x="0" y="1647"/>
                    <a:pt x="102" y="1715"/>
                    <a:pt x="205" y="1715"/>
                  </a:cubicBezTo>
                  <a:cubicBezTo>
                    <a:pt x="307" y="1715"/>
                    <a:pt x="409" y="1647"/>
                    <a:pt x="409" y="1511"/>
                  </a:cubicBezTo>
                  <a:lnTo>
                    <a:pt x="409" y="204"/>
                  </a:lnTo>
                  <a:cubicBezTo>
                    <a:pt x="409"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88"/>
            <p:cNvSpPr/>
            <p:nvPr/>
          </p:nvSpPr>
          <p:spPr>
            <a:xfrm>
              <a:off x="5355790" y="4286087"/>
              <a:ext cx="284958" cy="364948"/>
            </a:xfrm>
            <a:custGeom>
              <a:rect b="b" l="l" r="r" t="t"/>
              <a:pathLst>
                <a:path extrusionOk="0" h="13920" w="10869">
                  <a:moveTo>
                    <a:pt x="6088" y="410"/>
                  </a:moveTo>
                  <a:cubicBezTo>
                    <a:pt x="6099" y="410"/>
                    <a:pt x="6103" y="413"/>
                    <a:pt x="6103" y="424"/>
                  </a:cubicBezTo>
                  <a:lnTo>
                    <a:pt x="6103" y="1348"/>
                  </a:lnTo>
                  <a:cubicBezTo>
                    <a:pt x="6103" y="1551"/>
                    <a:pt x="6034" y="1743"/>
                    <a:pt x="5911" y="1902"/>
                  </a:cubicBezTo>
                  <a:lnTo>
                    <a:pt x="5447" y="2481"/>
                  </a:lnTo>
                  <a:cubicBezTo>
                    <a:pt x="5444" y="2485"/>
                    <a:pt x="5439" y="2487"/>
                    <a:pt x="5435" y="2487"/>
                  </a:cubicBezTo>
                  <a:cubicBezTo>
                    <a:pt x="5431" y="2487"/>
                    <a:pt x="5427" y="2485"/>
                    <a:pt x="5425" y="2481"/>
                  </a:cubicBezTo>
                  <a:lnTo>
                    <a:pt x="4962" y="1898"/>
                  </a:lnTo>
                  <a:cubicBezTo>
                    <a:pt x="4835" y="1743"/>
                    <a:pt x="4766" y="1547"/>
                    <a:pt x="4766" y="1344"/>
                  </a:cubicBezTo>
                  <a:lnTo>
                    <a:pt x="4766" y="424"/>
                  </a:lnTo>
                  <a:cubicBezTo>
                    <a:pt x="4766" y="413"/>
                    <a:pt x="4774" y="410"/>
                    <a:pt x="4781" y="410"/>
                  </a:cubicBezTo>
                  <a:close/>
                  <a:moveTo>
                    <a:pt x="2836" y="3894"/>
                  </a:moveTo>
                  <a:lnTo>
                    <a:pt x="2836" y="4343"/>
                  </a:lnTo>
                  <a:cubicBezTo>
                    <a:pt x="2832" y="4470"/>
                    <a:pt x="2731" y="4575"/>
                    <a:pt x="2604" y="4575"/>
                  </a:cubicBezTo>
                  <a:lnTo>
                    <a:pt x="2369" y="4578"/>
                  </a:lnTo>
                  <a:lnTo>
                    <a:pt x="2369" y="3894"/>
                  </a:lnTo>
                  <a:close/>
                  <a:moveTo>
                    <a:pt x="8500" y="3894"/>
                  </a:moveTo>
                  <a:lnTo>
                    <a:pt x="8500" y="4578"/>
                  </a:lnTo>
                  <a:lnTo>
                    <a:pt x="8268" y="4578"/>
                  </a:lnTo>
                  <a:cubicBezTo>
                    <a:pt x="8142" y="4575"/>
                    <a:pt x="8037" y="4473"/>
                    <a:pt x="8037" y="4347"/>
                  </a:cubicBezTo>
                  <a:lnTo>
                    <a:pt x="8037" y="3894"/>
                  </a:lnTo>
                  <a:close/>
                  <a:moveTo>
                    <a:pt x="1963" y="3956"/>
                  </a:moveTo>
                  <a:lnTo>
                    <a:pt x="1963" y="4655"/>
                  </a:lnTo>
                  <a:cubicBezTo>
                    <a:pt x="1644" y="4803"/>
                    <a:pt x="1471" y="5151"/>
                    <a:pt x="1547" y="5491"/>
                  </a:cubicBezTo>
                  <a:cubicBezTo>
                    <a:pt x="1622" y="5833"/>
                    <a:pt x="1919" y="6074"/>
                    <a:pt x="2267" y="6074"/>
                  </a:cubicBezTo>
                  <a:cubicBezTo>
                    <a:pt x="2269" y="6074"/>
                    <a:pt x="2272" y="6074"/>
                    <a:pt x="2275" y="6074"/>
                  </a:cubicBezTo>
                  <a:lnTo>
                    <a:pt x="2427" y="6074"/>
                  </a:lnTo>
                  <a:cubicBezTo>
                    <a:pt x="2470" y="6389"/>
                    <a:pt x="2561" y="6694"/>
                    <a:pt x="2698" y="6976"/>
                  </a:cubicBezTo>
                  <a:lnTo>
                    <a:pt x="2383" y="6976"/>
                  </a:lnTo>
                  <a:cubicBezTo>
                    <a:pt x="1615" y="6976"/>
                    <a:pt x="963" y="6411"/>
                    <a:pt x="858" y="5650"/>
                  </a:cubicBezTo>
                  <a:cubicBezTo>
                    <a:pt x="750" y="4890"/>
                    <a:pt x="1224" y="4166"/>
                    <a:pt x="1963" y="3956"/>
                  </a:cubicBezTo>
                  <a:close/>
                  <a:moveTo>
                    <a:pt x="8910" y="3956"/>
                  </a:moveTo>
                  <a:cubicBezTo>
                    <a:pt x="9648" y="4166"/>
                    <a:pt x="10119" y="4886"/>
                    <a:pt x="10014" y="5647"/>
                  </a:cubicBezTo>
                  <a:cubicBezTo>
                    <a:pt x="9906" y="6407"/>
                    <a:pt x="9254" y="6976"/>
                    <a:pt x="8486" y="6976"/>
                  </a:cubicBezTo>
                  <a:lnTo>
                    <a:pt x="8171" y="6976"/>
                  </a:lnTo>
                  <a:cubicBezTo>
                    <a:pt x="8308" y="6690"/>
                    <a:pt x="8399" y="6386"/>
                    <a:pt x="8442" y="6074"/>
                  </a:cubicBezTo>
                  <a:lnTo>
                    <a:pt x="8565" y="6074"/>
                  </a:lnTo>
                  <a:cubicBezTo>
                    <a:pt x="8964" y="6074"/>
                    <a:pt x="9304" y="5777"/>
                    <a:pt x="9341" y="5401"/>
                  </a:cubicBezTo>
                  <a:cubicBezTo>
                    <a:pt x="9373" y="5082"/>
                    <a:pt x="9199" y="4778"/>
                    <a:pt x="8910" y="4644"/>
                  </a:cubicBezTo>
                  <a:lnTo>
                    <a:pt x="8910" y="3956"/>
                  </a:lnTo>
                  <a:close/>
                  <a:moveTo>
                    <a:pt x="6512" y="805"/>
                  </a:moveTo>
                  <a:cubicBezTo>
                    <a:pt x="7685" y="1214"/>
                    <a:pt x="8529" y="2253"/>
                    <a:pt x="8692" y="3488"/>
                  </a:cubicBezTo>
                  <a:lnTo>
                    <a:pt x="7396" y="3488"/>
                  </a:lnTo>
                  <a:cubicBezTo>
                    <a:pt x="7124" y="3488"/>
                    <a:pt x="7124" y="3894"/>
                    <a:pt x="7396" y="3894"/>
                  </a:cubicBezTo>
                  <a:lnTo>
                    <a:pt x="7627" y="3894"/>
                  </a:lnTo>
                  <a:lnTo>
                    <a:pt x="7627" y="4343"/>
                  </a:lnTo>
                  <a:cubicBezTo>
                    <a:pt x="7627" y="4694"/>
                    <a:pt x="7914" y="4980"/>
                    <a:pt x="8268" y="4984"/>
                  </a:cubicBezTo>
                  <a:lnTo>
                    <a:pt x="8594" y="4984"/>
                  </a:lnTo>
                  <a:cubicBezTo>
                    <a:pt x="8797" y="4984"/>
                    <a:pt x="8953" y="5158"/>
                    <a:pt x="8935" y="5361"/>
                  </a:cubicBezTo>
                  <a:cubicBezTo>
                    <a:pt x="8917" y="5531"/>
                    <a:pt x="8754" y="5665"/>
                    <a:pt x="8562" y="5665"/>
                  </a:cubicBezTo>
                  <a:lnTo>
                    <a:pt x="8471" y="5665"/>
                  </a:lnTo>
                  <a:lnTo>
                    <a:pt x="8471" y="5658"/>
                  </a:lnTo>
                  <a:cubicBezTo>
                    <a:pt x="8471" y="5542"/>
                    <a:pt x="8381" y="5451"/>
                    <a:pt x="8268" y="5451"/>
                  </a:cubicBezTo>
                  <a:cubicBezTo>
                    <a:pt x="8156" y="5451"/>
                    <a:pt x="8066" y="5542"/>
                    <a:pt x="8066" y="5658"/>
                  </a:cubicBezTo>
                  <a:cubicBezTo>
                    <a:pt x="8062" y="7106"/>
                    <a:pt x="6885" y="8280"/>
                    <a:pt x="5436" y="8283"/>
                  </a:cubicBezTo>
                  <a:cubicBezTo>
                    <a:pt x="3984" y="8280"/>
                    <a:pt x="2807" y="7103"/>
                    <a:pt x="2807" y="5654"/>
                  </a:cubicBezTo>
                  <a:cubicBezTo>
                    <a:pt x="2807" y="5518"/>
                    <a:pt x="2705" y="5450"/>
                    <a:pt x="2602" y="5450"/>
                  </a:cubicBezTo>
                  <a:cubicBezTo>
                    <a:pt x="2500" y="5450"/>
                    <a:pt x="2398" y="5518"/>
                    <a:pt x="2398" y="5654"/>
                  </a:cubicBezTo>
                  <a:lnTo>
                    <a:pt x="2398" y="5665"/>
                  </a:lnTo>
                  <a:lnTo>
                    <a:pt x="2275" y="5665"/>
                  </a:lnTo>
                  <a:cubicBezTo>
                    <a:pt x="2072" y="5665"/>
                    <a:pt x="1916" y="5491"/>
                    <a:pt x="1938" y="5288"/>
                  </a:cubicBezTo>
                  <a:cubicBezTo>
                    <a:pt x="1952" y="5118"/>
                    <a:pt x="2119" y="4984"/>
                    <a:pt x="2307" y="4984"/>
                  </a:cubicBezTo>
                  <a:lnTo>
                    <a:pt x="2604" y="4984"/>
                  </a:lnTo>
                  <a:cubicBezTo>
                    <a:pt x="2955" y="4984"/>
                    <a:pt x="3242" y="4698"/>
                    <a:pt x="3242" y="4347"/>
                  </a:cubicBezTo>
                  <a:lnTo>
                    <a:pt x="3242" y="3894"/>
                  </a:lnTo>
                  <a:lnTo>
                    <a:pt x="6526" y="3894"/>
                  </a:lnTo>
                  <a:cubicBezTo>
                    <a:pt x="6798" y="3894"/>
                    <a:pt x="6798" y="3488"/>
                    <a:pt x="6526" y="3488"/>
                  </a:cubicBezTo>
                  <a:lnTo>
                    <a:pt x="2180" y="3488"/>
                  </a:lnTo>
                  <a:cubicBezTo>
                    <a:pt x="2340" y="2253"/>
                    <a:pt x="3184" y="1214"/>
                    <a:pt x="4361" y="805"/>
                  </a:cubicBezTo>
                  <a:lnTo>
                    <a:pt x="4361" y="1348"/>
                  </a:lnTo>
                  <a:cubicBezTo>
                    <a:pt x="4361" y="1641"/>
                    <a:pt x="4458" y="1927"/>
                    <a:pt x="4643" y="2156"/>
                  </a:cubicBezTo>
                  <a:lnTo>
                    <a:pt x="5107" y="2735"/>
                  </a:lnTo>
                  <a:cubicBezTo>
                    <a:pt x="5190" y="2840"/>
                    <a:pt x="5312" y="2893"/>
                    <a:pt x="5435" y="2893"/>
                  </a:cubicBezTo>
                  <a:cubicBezTo>
                    <a:pt x="5558" y="2893"/>
                    <a:pt x="5681" y="2840"/>
                    <a:pt x="5766" y="2735"/>
                  </a:cubicBezTo>
                  <a:lnTo>
                    <a:pt x="6226" y="2156"/>
                  </a:lnTo>
                  <a:cubicBezTo>
                    <a:pt x="6411" y="1927"/>
                    <a:pt x="6512" y="1641"/>
                    <a:pt x="6512" y="1348"/>
                  </a:cubicBezTo>
                  <a:lnTo>
                    <a:pt x="6512" y="805"/>
                  </a:lnTo>
                  <a:close/>
                  <a:moveTo>
                    <a:pt x="6758" y="8388"/>
                  </a:moveTo>
                  <a:lnTo>
                    <a:pt x="6758" y="9863"/>
                  </a:lnTo>
                  <a:cubicBezTo>
                    <a:pt x="6409" y="10263"/>
                    <a:pt x="5923" y="10463"/>
                    <a:pt x="5436" y="10463"/>
                  </a:cubicBezTo>
                  <a:cubicBezTo>
                    <a:pt x="4950" y="10463"/>
                    <a:pt x="4464" y="10263"/>
                    <a:pt x="4114" y="9863"/>
                  </a:cubicBezTo>
                  <a:lnTo>
                    <a:pt x="4114" y="8388"/>
                  </a:lnTo>
                  <a:cubicBezTo>
                    <a:pt x="4531" y="8589"/>
                    <a:pt x="4983" y="8690"/>
                    <a:pt x="5435" y="8690"/>
                  </a:cubicBezTo>
                  <a:cubicBezTo>
                    <a:pt x="5887" y="8690"/>
                    <a:pt x="6340" y="8589"/>
                    <a:pt x="6758" y="8388"/>
                  </a:cubicBezTo>
                  <a:close/>
                  <a:moveTo>
                    <a:pt x="6758" y="10417"/>
                  </a:moveTo>
                  <a:lnTo>
                    <a:pt x="6758" y="10974"/>
                  </a:lnTo>
                  <a:cubicBezTo>
                    <a:pt x="6349" y="11213"/>
                    <a:pt x="5892" y="11333"/>
                    <a:pt x="5435" y="11333"/>
                  </a:cubicBezTo>
                  <a:cubicBezTo>
                    <a:pt x="4978" y="11333"/>
                    <a:pt x="4522" y="11213"/>
                    <a:pt x="4114" y="10974"/>
                  </a:cubicBezTo>
                  <a:lnTo>
                    <a:pt x="4114" y="10417"/>
                  </a:lnTo>
                  <a:cubicBezTo>
                    <a:pt x="4504" y="10717"/>
                    <a:pt x="4970" y="10868"/>
                    <a:pt x="5436" y="10868"/>
                  </a:cubicBezTo>
                  <a:cubicBezTo>
                    <a:pt x="5903" y="10868"/>
                    <a:pt x="6369" y="10717"/>
                    <a:pt x="6758" y="10417"/>
                  </a:cubicBezTo>
                  <a:close/>
                  <a:moveTo>
                    <a:pt x="4781" y="1"/>
                  </a:moveTo>
                  <a:cubicBezTo>
                    <a:pt x="4567" y="1"/>
                    <a:pt x="4386" y="164"/>
                    <a:pt x="4361" y="377"/>
                  </a:cubicBezTo>
                  <a:cubicBezTo>
                    <a:pt x="2919" y="815"/>
                    <a:pt x="1887" y="2087"/>
                    <a:pt x="1760" y="3590"/>
                  </a:cubicBezTo>
                  <a:cubicBezTo>
                    <a:pt x="855" y="3894"/>
                    <a:pt x="304" y="4810"/>
                    <a:pt x="460" y="5752"/>
                  </a:cubicBezTo>
                  <a:cubicBezTo>
                    <a:pt x="615" y="6691"/>
                    <a:pt x="1426" y="7382"/>
                    <a:pt x="2376" y="7382"/>
                  </a:cubicBezTo>
                  <a:cubicBezTo>
                    <a:pt x="2378" y="7382"/>
                    <a:pt x="2381" y="7382"/>
                    <a:pt x="2383" y="7382"/>
                  </a:cubicBezTo>
                  <a:lnTo>
                    <a:pt x="2941" y="7382"/>
                  </a:lnTo>
                  <a:cubicBezTo>
                    <a:pt x="2992" y="7458"/>
                    <a:pt x="3046" y="7530"/>
                    <a:pt x="3108" y="7599"/>
                  </a:cubicBezTo>
                  <a:lnTo>
                    <a:pt x="1619" y="8490"/>
                  </a:lnTo>
                  <a:cubicBezTo>
                    <a:pt x="1286" y="8689"/>
                    <a:pt x="1206" y="9135"/>
                    <a:pt x="1449" y="9439"/>
                  </a:cubicBezTo>
                  <a:lnTo>
                    <a:pt x="1869" y="9964"/>
                  </a:lnTo>
                  <a:lnTo>
                    <a:pt x="1242" y="10149"/>
                  </a:lnTo>
                  <a:cubicBezTo>
                    <a:pt x="511" y="10366"/>
                    <a:pt x="4" y="11040"/>
                    <a:pt x="0" y="11807"/>
                  </a:cubicBezTo>
                  <a:lnTo>
                    <a:pt x="0" y="13716"/>
                  </a:lnTo>
                  <a:cubicBezTo>
                    <a:pt x="0" y="13852"/>
                    <a:pt x="102" y="13920"/>
                    <a:pt x="205" y="13920"/>
                  </a:cubicBezTo>
                  <a:cubicBezTo>
                    <a:pt x="307" y="13920"/>
                    <a:pt x="409" y="13852"/>
                    <a:pt x="409" y="13716"/>
                  </a:cubicBezTo>
                  <a:lnTo>
                    <a:pt x="409" y="11807"/>
                  </a:lnTo>
                  <a:cubicBezTo>
                    <a:pt x="413" y="11221"/>
                    <a:pt x="797" y="10706"/>
                    <a:pt x="1358" y="10540"/>
                  </a:cubicBezTo>
                  <a:lnTo>
                    <a:pt x="2144" y="10308"/>
                  </a:lnTo>
                  <a:lnTo>
                    <a:pt x="2738" y="11050"/>
                  </a:lnTo>
                  <a:cubicBezTo>
                    <a:pt x="2800" y="11130"/>
                    <a:pt x="2836" y="11228"/>
                    <a:pt x="2836" y="11333"/>
                  </a:cubicBezTo>
                  <a:lnTo>
                    <a:pt x="2836" y="13716"/>
                  </a:lnTo>
                  <a:cubicBezTo>
                    <a:pt x="2836" y="13852"/>
                    <a:pt x="2938" y="13920"/>
                    <a:pt x="3041" y="13920"/>
                  </a:cubicBezTo>
                  <a:cubicBezTo>
                    <a:pt x="3143" y="13920"/>
                    <a:pt x="3245" y="13852"/>
                    <a:pt x="3245" y="13716"/>
                  </a:cubicBezTo>
                  <a:lnTo>
                    <a:pt x="3245" y="11333"/>
                  </a:lnTo>
                  <a:cubicBezTo>
                    <a:pt x="3245" y="11137"/>
                    <a:pt x="3176" y="10949"/>
                    <a:pt x="3057" y="10797"/>
                  </a:cubicBezTo>
                  <a:lnTo>
                    <a:pt x="1764" y="9185"/>
                  </a:lnTo>
                  <a:cubicBezTo>
                    <a:pt x="1677" y="9073"/>
                    <a:pt x="1706" y="8914"/>
                    <a:pt x="1825" y="8841"/>
                  </a:cubicBezTo>
                  <a:lnTo>
                    <a:pt x="3394" y="7900"/>
                  </a:lnTo>
                  <a:cubicBezTo>
                    <a:pt x="3491" y="7990"/>
                    <a:pt x="3596" y="8073"/>
                    <a:pt x="3705" y="8149"/>
                  </a:cubicBezTo>
                  <a:lnTo>
                    <a:pt x="3705" y="11536"/>
                  </a:lnTo>
                  <a:cubicBezTo>
                    <a:pt x="3705" y="11672"/>
                    <a:pt x="3807" y="11739"/>
                    <a:pt x="3908" y="11739"/>
                  </a:cubicBezTo>
                  <a:cubicBezTo>
                    <a:pt x="4009" y="11739"/>
                    <a:pt x="4111" y="11672"/>
                    <a:pt x="4111" y="11536"/>
                  </a:cubicBezTo>
                  <a:lnTo>
                    <a:pt x="4111" y="11434"/>
                  </a:lnTo>
                  <a:cubicBezTo>
                    <a:pt x="4529" y="11639"/>
                    <a:pt x="4982" y="11741"/>
                    <a:pt x="5434" y="11741"/>
                  </a:cubicBezTo>
                  <a:cubicBezTo>
                    <a:pt x="5886" y="11741"/>
                    <a:pt x="6338" y="11639"/>
                    <a:pt x="6755" y="11434"/>
                  </a:cubicBezTo>
                  <a:lnTo>
                    <a:pt x="6755" y="13716"/>
                  </a:lnTo>
                  <a:cubicBezTo>
                    <a:pt x="6755" y="13852"/>
                    <a:pt x="6857" y="13920"/>
                    <a:pt x="6959" y="13920"/>
                  </a:cubicBezTo>
                  <a:cubicBezTo>
                    <a:pt x="7062" y="13920"/>
                    <a:pt x="7164" y="13852"/>
                    <a:pt x="7164" y="13716"/>
                  </a:cubicBezTo>
                  <a:lnTo>
                    <a:pt x="7164" y="8146"/>
                  </a:lnTo>
                  <a:cubicBezTo>
                    <a:pt x="7273" y="8070"/>
                    <a:pt x="7378" y="7986"/>
                    <a:pt x="7475" y="7900"/>
                  </a:cubicBezTo>
                  <a:lnTo>
                    <a:pt x="9044" y="8838"/>
                  </a:lnTo>
                  <a:cubicBezTo>
                    <a:pt x="9163" y="8910"/>
                    <a:pt x="9192" y="9073"/>
                    <a:pt x="9105" y="9182"/>
                  </a:cubicBezTo>
                  <a:lnTo>
                    <a:pt x="7816" y="10793"/>
                  </a:lnTo>
                  <a:cubicBezTo>
                    <a:pt x="7693" y="10945"/>
                    <a:pt x="7627" y="11134"/>
                    <a:pt x="7627" y="11329"/>
                  </a:cubicBezTo>
                  <a:lnTo>
                    <a:pt x="7627" y="13716"/>
                  </a:lnTo>
                  <a:cubicBezTo>
                    <a:pt x="7627" y="13852"/>
                    <a:pt x="7730" y="13920"/>
                    <a:pt x="7832" y="13920"/>
                  </a:cubicBezTo>
                  <a:cubicBezTo>
                    <a:pt x="7934" y="13920"/>
                    <a:pt x="8037" y="13852"/>
                    <a:pt x="8037" y="13716"/>
                  </a:cubicBezTo>
                  <a:lnTo>
                    <a:pt x="8037" y="11329"/>
                  </a:lnTo>
                  <a:cubicBezTo>
                    <a:pt x="8037" y="11228"/>
                    <a:pt x="8069" y="11127"/>
                    <a:pt x="8134" y="11047"/>
                  </a:cubicBezTo>
                  <a:lnTo>
                    <a:pt x="8728" y="10308"/>
                  </a:lnTo>
                  <a:lnTo>
                    <a:pt x="9511" y="10536"/>
                  </a:lnTo>
                  <a:cubicBezTo>
                    <a:pt x="10072" y="10703"/>
                    <a:pt x="10460" y="11221"/>
                    <a:pt x="10463" y="11804"/>
                  </a:cubicBezTo>
                  <a:lnTo>
                    <a:pt x="10463" y="13716"/>
                  </a:lnTo>
                  <a:cubicBezTo>
                    <a:pt x="10463" y="13852"/>
                    <a:pt x="10565" y="13920"/>
                    <a:pt x="10666" y="13920"/>
                  </a:cubicBezTo>
                  <a:cubicBezTo>
                    <a:pt x="10767" y="13920"/>
                    <a:pt x="10869" y="13852"/>
                    <a:pt x="10869" y="13716"/>
                  </a:cubicBezTo>
                  <a:lnTo>
                    <a:pt x="10869" y="11804"/>
                  </a:lnTo>
                  <a:cubicBezTo>
                    <a:pt x="10865" y="11040"/>
                    <a:pt x="10362" y="10366"/>
                    <a:pt x="9630" y="10149"/>
                  </a:cubicBezTo>
                  <a:lnTo>
                    <a:pt x="9004" y="9964"/>
                  </a:lnTo>
                  <a:lnTo>
                    <a:pt x="9424" y="9439"/>
                  </a:lnTo>
                  <a:cubicBezTo>
                    <a:pt x="9666" y="9135"/>
                    <a:pt x="9587" y="8689"/>
                    <a:pt x="9254" y="8490"/>
                  </a:cubicBezTo>
                  <a:lnTo>
                    <a:pt x="7765" y="7599"/>
                  </a:lnTo>
                  <a:cubicBezTo>
                    <a:pt x="7823" y="7527"/>
                    <a:pt x="7877" y="7458"/>
                    <a:pt x="7932" y="7382"/>
                  </a:cubicBezTo>
                  <a:lnTo>
                    <a:pt x="8486" y="7382"/>
                  </a:lnTo>
                  <a:cubicBezTo>
                    <a:pt x="8488" y="7382"/>
                    <a:pt x="8491" y="7382"/>
                    <a:pt x="8493" y="7382"/>
                  </a:cubicBezTo>
                  <a:cubicBezTo>
                    <a:pt x="9446" y="7382"/>
                    <a:pt x="10257" y="6691"/>
                    <a:pt x="10413" y="5752"/>
                  </a:cubicBezTo>
                  <a:cubicBezTo>
                    <a:pt x="10568" y="4810"/>
                    <a:pt x="10018" y="3894"/>
                    <a:pt x="9112" y="3590"/>
                  </a:cubicBezTo>
                  <a:cubicBezTo>
                    <a:pt x="8982" y="2087"/>
                    <a:pt x="7953" y="815"/>
                    <a:pt x="6508" y="377"/>
                  </a:cubicBezTo>
                  <a:cubicBezTo>
                    <a:pt x="6487" y="164"/>
                    <a:pt x="6306" y="1"/>
                    <a:pt x="60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88"/>
            <p:cNvSpPr/>
            <p:nvPr/>
          </p:nvSpPr>
          <p:spPr>
            <a:xfrm>
              <a:off x="5451117" y="4394627"/>
              <a:ext cx="25667" cy="10749"/>
            </a:xfrm>
            <a:custGeom>
              <a:rect b="b" l="l" r="r" t="t"/>
              <a:pathLst>
                <a:path extrusionOk="0" h="410" w="979">
                  <a:moveTo>
                    <a:pt x="272" y="0"/>
                  </a:moveTo>
                  <a:cubicBezTo>
                    <a:pt x="0" y="0"/>
                    <a:pt x="0" y="409"/>
                    <a:pt x="272" y="409"/>
                  </a:cubicBezTo>
                  <a:lnTo>
                    <a:pt x="710" y="409"/>
                  </a:lnTo>
                  <a:cubicBezTo>
                    <a:pt x="978" y="409"/>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88"/>
            <p:cNvSpPr/>
            <p:nvPr/>
          </p:nvSpPr>
          <p:spPr>
            <a:xfrm>
              <a:off x="5521484" y="4394627"/>
              <a:ext cx="23937" cy="10644"/>
            </a:xfrm>
            <a:custGeom>
              <a:rect b="b" l="l" r="r" t="t"/>
              <a:pathLst>
                <a:path extrusionOk="0" h="406" w="913">
                  <a:moveTo>
                    <a:pt x="206" y="0"/>
                  </a:moveTo>
                  <a:cubicBezTo>
                    <a:pt x="94" y="0"/>
                    <a:pt x="0" y="91"/>
                    <a:pt x="0" y="203"/>
                  </a:cubicBezTo>
                  <a:cubicBezTo>
                    <a:pt x="0" y="315"/>
                    <a:pt x="94" y="406"/>
                    <a:pt x="206" y="406"/>
                  </a:cubicBezTo>
                  <a:lnTo>
                    <a:pt x="641" y="406"/>
                  </a:lnTo>
                  <a:cubicBezTo>
                    <a:pt x="913" y="406"/>
                    <a:pt x="913" y="0"/>
                    <a:pt x="6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8" name="Google Shape;18058;p88"/>
          <p:cNvGrpSpPr/>
          <p:nvPr/>
        </p:nvGrpSpPr>
        <p:grpSpPr>
          <a:xfrm>
            <a:off x="8056219" y="1983508"/>
            <a:ext cx="284984" cy="364869"/>
            <a:chOff x="8056219" y="1983508"/>
            <a:chExt cx="284984" cy="364869"/>
          </a:xfrm>
        </p:grpSpPr>
        <p:sp>
          <p:nvSpPr>
            <p:cNvPr id="18059" name="Google Shape;18059;p88"/>
            <p:cNvSpPr/>
            <p:nvPr/>
          </p:nvSpPr>
          <p:spPr>
            <a:xfrm>
              <a:off x="8061646" y="2230005"/>
              <a:ext cx="274340" cy="112447"/>
            </a:xfrm>
            <a:custGeom>
              <a:rect b="b" l="l" r="r" t="t"/>
              <a:pathLst>
                <a:path extrusionOk="0" h="4289" w="10464">
                  <a:moveTo>
                    <a:pt x="2506" y="0"/>
                  </a:moveTo>
                  <a:lnTo>
                    <a:pt x="938" y="460"/>
                  </a:lnTo>
                  <a:cubicBezTo>
                    <a:pt x="384" y="623"/>
                    <a:pt x="0" y="1134"/>
                    <a:pt x="0" y="1717"/>
                  </a:cubicBezTo>
                  <a:lnTo>
                    <a:pt x="0" y="4288"/>
                  </a:lnTo>
                  <a:lnTo>
                    <a:pt x="10463" y="4288"/>
                  </a:lnTo>
                  <a:lnTo>
                    <a:pt x="10463" y="1717"/>
                  </a:lnTo>
                  <a:cubicBezTo>
                    <a:pt x="10463" y="1137"/>
                    <a:pt x="10079" y="623"/>
                    <a:pt x="9525" y="460"/>
                  </a:cubicBezTo>
                  <a:lnTo>
                    <a:pt x="79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88"/>
            <p:cNvSpPr/>
            <p:nvPr/>
          </p:nvSpPr>
          <p:spPr>
            <a:xfrm>
              <a:off x="8090511" y="2165327"/>
              <a:ext cx="216609" cy="130013"/>
            </a:xfrm>
            <a:custGeom>
              <a:rect b="b" l="l" r="r" t="t"/>
              <a:pathLst>
                <a:path extrusionOk="0" h="4959" w="8262">
                  <a:moveTo>
                    <a:pt x="2604" y="1"/>
                  </a:moveTo>
                  <a:lnTo>
                    <a:pt x="2604" y="1627"/>
                  </a:lnTo>
                  <a:cubicBezTo>
                    <a:pt x="2604" y="1913"/>
                    <a:pt x="2412" y="2170"/>
                    <a:pt x="2137" y="2253"/>
                  </a:cubicBezTo>
                  <a:lnTo>
                    <a:pt x="0" y="2880"/>
                  </a:lnTo>
                  <a:cubicBezTo>
                    <a:pt x="489" y="4133"/>
                    <a:pt x="1695" y="4955"/>
                    <a:pt x="3039" y="4959"/>
                  </a:cubicBezTo>
                  <a:lnTo>
                    <a:pt x="5219" y="4959"/>
                  </a:lnTo>
                  <a:cubicBezTo>
                    <a:pt x="6563" y="4955"/>
                    <a:pt x="7769" y="4133"/>
                    <a:pt x="8261" y="2880"/>
                  </a:cubicBezTo>
                  <a:lnTo>
                    <a:pt x="6125" y="2253"/>
                  </a:lnTo>
                  <a:cubicBezTo>
                    <a:pt x="5846" y="2170"/>
                    <a:pt x="5654" y="1917"/>
                    <a:pt x="5654" y="1627"/>
                  </a:cubicBezTo>
                  <a:lnTo>
                    <a:pt x="5654"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88"/>
            <p:cNvSpPr/>
            <p:nvPr/>
          </p:nvSpPr>
          <p:spPr>
            <a:xfrm>
              <a:off x="8101601" y="2175289"/>
              <a:ext cx="194298" cy="102877"/>
            </a:xfrm>
            <a:custGeom>
              <a:rect b="b" l="l" r="r" t="t"/>
              <a:pathLst>
                <a:path extrusionOk="0" h="3924" w="7411">
                  <a:moveTo>
                    <a:pt x="1308" y="1"/>
                  </a:moveTo>
                  <a:cubicBezTo>
                    <a:pt x="588" y="1"/>
                    <a:pt x="1" y="588"/>
                    <a:pt x="1" y="1308"/>
                  </a:cubicBezTo>
                  <a:cubicBezTo>
                    <a:pt x="1" y="2753"/>
                    <a:pt x="1174" y="3923"/>
                    <a:pt x="2616" y="3923"/>
                  </a:cubicBezTo>
                  <a:lnTo>
                    <a:pt x="4796" y="3923"/>
                  </a:lnTo>
                  <a:cubicBezTo>
                    <a:pt x="6241" y="3923"/>
                    <a:pt x="7411" y="2753"/>
                    <a:pt x="7411" y="1308"/>
                  </a:cubicBezTo>
                  <a:cubicBezTo>
                    <a:pt x="7411" y="588"/>
                    <a:pt x="6828" y="1"/>
                    <a:pt x="61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88"/>
            <p:cNvSpPr/>
            <p:nvPr/>
          </p:nvSpPr>
          <p:spPr>
            <a:xfrm>
              <a:off x="8120137" y="2192488"/>
              <a:ext cx="157253" cy="65072"/>
            </a:xfrm>
            <a:custGeom>
              <a:rect b="b" l="l" r="r" t="t"/>
              <a:pathLst>
                <a:path extrusionOk="0" h="2482" w="5998">
                  <a:moveTo>
                    <a:pt x="659" y="0"/>
                  </a:moveTo>
                  <a:cubicBezTo>
                    <a:pt x="185" y="0"/>
                    <a:pt x="0" y="613"/>
                    <a:pt x="395" y="877"/>
                  </a:cubicBezTo>
                  <a:lnTo>
                    <a:pt x="2637" y="2373"/>
                  </a:lnTo>
                  <a:cubicBezTo>
                    <a:pt x="2747" y="2445"/>
                    <a:pt x="2874" y="2481"/>
                    <a:pt x="3000" y="2481"/>
                  </a:cubicBezTo>
                  <a:cubicBezTo>
                    <a:pt x="3127" y="2481"/>
                    <a:pt x="3253" y="2445"/>
                    <a:pt x="3361" y="2373"/>
                  </a:cubicBezTo>
                  <a:lnTo>
                    <a:pt x="5603" y="877"/>
                  </a:lnTo>
                  <a:cubicBezTo>
                    <a:pt x="5998" y="613"/>
                    <a:pt x="5813" y="0"/>
                    <a:pt x="5339"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88"/>
            <p:cNvSpPr/>
            <p:nvPr/>
          </p:nvSpPr>
          <p:spPr>
            <a:xfrm>
              <a:off x="8144807" y="2171016"/>
              <a:ext cx="107911" cy="86544"/>
            </a:xfrm>
            <a:custGeom>
              <a:rect b="b" l="l" r="r" t="t"/>
              <a:pathLst>
                <a:path extrusionOk="0" h="3301" w="4116">
                  <a:moveTo>
                    <a:pt x="533" y="1"/>
                  </a:moveTo>
                  <a:lnTo>
                    <a:pt x="533" y="1417"/>
                  </a:lnTo>
                  <a:cubicBezTo>
                    <a:pt x="533" y="1707"/>
                    <a:pt x="341" y="1964"/>
                    <a:pt x="62" y="2047"/>
                  </a:cubicBezTo>
                  <a:lnTo>
                    <a:pt x="1" y="2062"/>
                  </a:lnTo>
                  <a:lnTo>
                    <a:pt x="8" y="2062"/>
                  </a:lnTo>
                  <a:lnTo>
                    <a:pt x="1699" y="3192"/>
                  </a:lnTo>
                  <a:cubicBezTo>
                    <a:pt x="1808" y="3264"/>
                    <a:pt x="1934" y="3300"/>
                    <a:pt x="2060" y="3300"/>
                  </a:cubicBezTo>
                  <a:cubicBezTo>
                    <a:pt x="2187" y="3300"/>
                    <a:pt x="2313" y="3264"/>
                    <a:pt x="2424" y="3192"/>
                  </a:cubicBezTo>
                  <a:lnTo>
                    <a:pt x="4115" y="2062"/>
                  </a:lnTo>
                  <a:lnTo>
                    <a:pt x="4057" y="2047"/>
                  </a:lnTo>
                  <a:cubicBezTo>
                    <a:pt x="3775" y="1964"/>
                    <a:pt x="3583" y="1710"/>
                    <a:pt x="3583" y="1417"/>
                  </a:cubicBezTo>
                  <a:lnTo>
                    <a:pt x="358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88"/>
            <p:cNvSpPr/>
            <p:nvPr/>
          </p:nvSpPr>
          <p:spPr>
            <a:xfrm>
              <a:off x="8158781" y="2171016"/>
              <a:ext cx="80068" cy="34292"/>
            </a:xfrm>
            <a:custGeom>
              <a:rect b="b" l="l" r="r" t="t"/>
              <a:pathLst>
                <a:path extrusionOk="0" h="1308" w="3054">
                  <a:moveTo>
                    <a:pt x="0" y="1"/>
                  </a:moveTo>
                  <a:lnTo>
                    <a:pt x="0" y="925"/>
                  </a:lnTo>
                  <a:cubicBezTo>
                    <a:pt x="477" y="1180"/>
                    <a:pt x="1002" y="1308"/>
                    <a:pt x="1527" y="1308"/>
                  </a:cubicBezTo>
                  <a:cubicBezTo>
                    <a:pt x="2052" y="1308"/>
                    <a:pt x="2577" y="1180"/>
                    <a:pt x="3053" y="925"/>
                  </a:cubicBezTo>
                  <a:lnTo>
                    <a:pt x="305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88"/>
            <p:cNvSpPr/>
            <p:nvPr/>
          </p:nvSpPr>
          <p:spPr>
            <a:xfrm>
              <a:off x="8100474" y="1989434"/>
              <a:ext cx="196684" cy="200144"/>
            </a:xfrm>
            <a:custGeom>
              <a:rect b="b" l="l" r="r" t="t"/>
              <a:pathLst>
                <a:path extrusionOk="0" h="7634" w="7502">
                  <a:moveTo>
                    <a:pt x="3751" y="0"/>
                  </a:moveTo>
                  <a:cubicBezTo>
                    <a:pt x="3647" y="0"/>
                    <a:pt x="3543" y="6"/>
                    <a:pt x="3438" y="17"/>
                  </a:cubicBezTo>
                  <a:cubicBezTo>
                    <a:pt x="1761" y="180"/>
                    <a:pt x="482" y="1585"/>
                    <a:pt x="482" y="3273"/>
                  </a:cubicBezTo>
                  <a:lnTo>
                    <a:pt x="482" y="3935"/>
                  </a:lnTo>
                  <a:cubicBezTo>
                    <a:pt x="200" y="3983"/>
                    <a:pt x="1" y="4240"/>
                    <a:pt x="29" y="4526"/>
                  </a:cubicBezTo>
                  <a:cubicBezTo>
                    <a:pt x="58" y="4805"/>
                    <a:pt x="293" y="5015"/>
                    <a:pt x="570" y="5015"/>
                  </a:cubicBezTo>
                  <a:cubicBezTo>
                    <a:pt x="577" y="5015"/>
                    <a:pt x="584" y="5015"/>
                    <a:pt x="591" y="5015"/>
                  </a:cubicBezTo>
                  <a:lnTo>
                    <a:pt x="928" y="5015"/>
                  </a:lnTo>
                  <a:cubicBezTo>
                    <a:pt x="1040" y="6492"/>
                    <a:pt x="2268" y="7633"/>
                    <a:pt x="3749" y="7633"/>
                  </a:cubicBezTo>
                  <a:cubicBezTo>
                    <a:pt x="5230" y="7633"/>
                    <a:pt x="6462" y="6492"/>
                    <a:pt x="6574" y="5015"/>
                  </a:cubicBezTo>
                  <a:lnTo>
                    <a:pt x="6911" y="5015"/>
                  </a:lnTo>
                  <a:cubicBezTo>
                    <a:pt x="6918" y="5015"/>
                    <a:pt x="6925" y="5015"/>
                    <a:pt x="6932" y="5015"/>
                  </a:cubicBezTo>
                  <a:cubicBezTo>
                    <a:pt x="7209" y="5015"/>
                    <a:pt x="7444" y="4805"/>
                    <a:pt x="7472" y="4526"/>
                  </a:cubicBezTo>
                  <a:cubicBezTo>
                    <a:pt x="7501" y="4240"/>
                    <a:pt x="7302" y="3983"/>
                    <a:pt x="7019" y="3935"/>
                  </a:cubicBezTo>
                  <a:lnTo>
                    <a:pt x="7019" y="3273"/>
                  </a:lnTo>
                  <a:cubicBezTo>
                    <a:pt x="7019" y="1585"/>
                    <a:pt x="5737" y="180"/>
                    <a:pt x="4064" y="17"/>
                  </a:cubicBezTo>
                  <a:cubicBezTo>
                    <a:pt x="3959" y="6"/>
                    <a:pt x="3855" y="0"/>
                    <a:pt x="375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88"/>
            <p:cNvSpPr/>
            <p:nvPr/>
          </p:nvSpPr>
          <p:spPr>
            <a:xfrm>
              <a:off x="8100474" y="2023621"/>
              <a:ext cx="112735" cy="165852"/>
            </a:xfrm>
            <a:custGeom>
              <a:rect b="b" l="l" r="r" t="t"/>
              <a:pathLst>
                <a:path extrusionOk="0" h="6326" w="4300">
                  <a:moveTo>
                    <a:pt x="1434" y="1"/>
                  </a:moveTo>
                  <a:cubicBezTo>
                    <a:pt x="1252" y="1"/>
                    <a:pt x="1069" y="85"/>
                    <a:pt x="953" y="274"/>
                  </a:cubicBezTo>
                  <a:cubicBezTo>
                    <a:pt x="645" y="784"/>
                    <a:pt x="479" y="1371"/>
                    <a:pt x="482" y="1969"/>
                  </a:cubicBezTo>
                  <a:lnTo>
                    <a:pt x="482" y="2631"/>
                  </a:lnTo>
                  <a:cubicBezTo>
                    <a:pt x="189" y="2689"/>
                    <a:pt x="1" y="2972"/>
                    <a:pt x="55" y="3262"/>
                  </a:cubicBezTo>
                  <a:cubicBezTo>
                    <a:pt x="98" y="3526"/>
                    <a:pt x="345" y="3711"/>
                    <a:pt x="613" y="3711"/>
                  </a:cubicBezTo>
                  <a:lnTo>
                    <a:pt x="928" y="3711"/>
                  </a:lnTo>
                  <a:cubicBezTo>
                    <a:pt x="1043" y="5212"/>
                    <a:pt x="2299" y="6326"/>
                    <a:pt x="3745" y="6326"/>
                  </a:cubicBezTo>
                  <a:cubicBezTo>
                    <a:pt x="3927" y="6326"/>
                    <a:pt x="4113" y="6308"/>
                    <a:pt x="4300" y="6271"/>
                  </a:cubicBezTo>
                  <a:cubicBezTo>
                    <a:pt x="2967" y="6014"/>
                    <a:pt x="2007" y="4848"/>
                    <a:pt x="2007" y="3493"/>
                  </a:cubicBezTo>
                  <a:lnTo>
                    <a:pt x="2007" y="567"/>
                  </a:lnTo>
                  <a:cubicBezTo>
                    <a:pt x="2007" y="215"/>
                    <a:pt x="1723" y="1"/>
                    <a:pt x="143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88"/>
            <p:cNvSpPr/>
            <p:nvPr/>
          </p:nvSpPr>
          <p:spPr>
            <a:xfrm>
              <a:off x="8165047" y="2132293"/>
              <a:ext cx="67536" cy="66619"/>
            </a:xfrm>
            <a:custGeom>
              <a:rect b="b" l="l" r="r" t="t"/>
              <a:pathLst>
                <a:path extrusionOk="0" h="2541" w="2576">
                  <a:moveTo>
                    <a:pt x="783" y="0"/>
                  </a:moveTo>
                  <a:cubicBezTo>
                    <a:pt x="449" y="0"/>
                    <a:pt x="171" y="254"/>
                    <a:pt x="134" y="583"/>
                  </a:cubicBezTo>
                  <a:lnTo>
                    <a:pt x="29" y="1511"/>
                  </a:lnTo>
                  <a:cubicBezTo>
                    <a:pt x="0" y="1782"/>
                    <a:pt x="142" y="2043"/>
                    <a:pt x="388" y="2166"/>
                  </a:cubicBezTo>
                  <a:lnTo>
                    <a:pt x="996" y="2470"/>
                  </a:lnTo>
                  <a:cubicBezTo>
                    <a:pt x="1089" y="2517"/>
                    <a:pt x="1188" y="2541"/>
                    <a:pt x="1288" y="2541"/>
                  </a:cubicBezTo>
                  <a:cubicBezTo>
                    <a:pt x="1387" y="2541"/>
                    <a:pt x="1487" y="2517"/>
                    <a:pt x="1579" y="2470"/>
                  </a:cubicBezTo>
                  <a:lnTo>
                    <a:pt x="2188" y="2166"/>
                  </a:lnTo>
                  <a:cubicBezTo>
                    <a:pt x="2434" y="2043"/>
                    <a:pt x="2575" y="1782"/>
                    <a:pt x="2546" y="1511"/>
                  </a:cubicBezTo>
                  <a:lnTo>
                    <a:pt x="2441" y="583"/>
                  </a:lnTo>
                  <a:cubicBezTo>
                    <a:pt x="2405" y="250"/>
                    <a:pt x="2126" y="0"/>
                    <a:pt x="179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88"/>
            <p:cNvSpPr/>
            <p:nvPr/>
          </p:nvSpPr>
          <p:spPr>
            <a:xfrm>
              <a:off x="8165047" y="2132293"/>
              <a:ext cx="41712" cy="66566"/>
            </a:xfrm>
            <a:custGeom>
              <a:rect b="b" l="l" r="r" t="t"/>
              <a:pathLst>
                <a:path extrusionOk="0" h="2539" w="1591">
                  <a:moveTo>
                    <a:pt x="783" y="0"/>
                  </a:moveTo>
                  <a:cubicBezTo>
                    <a:pt x="449" y="0"/>
                    <a:pt x="171" y="250"/>
                    <a:pt x="134" y="583"/>
                  </a:cubicBezTo>
                  <a:lnTo>
                    <a:pt x="29" y="1511"/>
                  </a:lnTo>
                  <a:cubicBezTo>
                    <a:pt x="0" y="1782"/>
                    <a:pt x="142" y="2043"/>
                    <a:pt x="388" y="2166"/>
                  </a:cubicBezTo>
                  <a:lnTo>
                    <a:pt x="996" y="2470"/>
                  </a:lnTo>
                  <a:cubicBezTo>
                    <a:pt x="1087" y="2516"/>
                    <a:pt x="1186" y="2538"/>
                    <a:pt x="1286" y="2538"/>
                  </a:cubicBezTo>
                  <a:cubicBezTo>
                    <a:pt x="1387" y="2538"/>
                    <a:pt x="1487" y="2516"/>
                    <a:pt x="1579" y="2470"/>
                  </a:cubicBezTo>
                  <a:lnTo>
                    <a:pt x="1590" y="2467"/>
                  </a:lnTo>
                  <a:lnTo>
                    <a:pt x="1214" y="2235"/>
                  </a:lnTo>
                  <a:cubicBezTo>
                    <a:pt x="967" y="2083"/>
                    <a:pt x="826" y="1760"/>
                    <a:pt x="855" y="1424"/>
                  </a:cubicBezTo>
                  <a:lnTo>
                    <a:pt x="956" y="283"/>
                  </a:lnTo>
                  <a:cubicBezTo>
                    <a:pt x="967" y="185"/>
                    <a:pt x="989" y="91"/>
                    <a:pt x="10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88"/>
            <p:cNvSpPr/>
            <p:nvPr/>
          </p:nvSpPr>
          <p:spPr>
            <a:xfrm>
              <a:off x="8180463" y="2143173"/>
              <a:ext cx="37308" cy="16674"/>
            </a:xfrm>
            <a:custGeom>
              <a:rect b="b" l="l" r="r" t="t"/>
              <a:pathLst>
                <a:path extrusionOk="0" h="636" w="1423">
                  <a:moveTo>
                    <a:pt x="1134" y="0"/>
                  </a:moveTo>
                  <a:cubicBezTo>
                    <a:pt x="1073" y="0"/>
                    <a:pt x="1010" y="30"/>
                    <a:pt x="966" y="103"/>
                  </a:cubicBezTo>
                  <a:cubicBezTo>
                    <a:pt x="897" y="188"/>
                    <a:pt x="798" y="231"/>
                    <a:pt x="698" y="231"/>
                  </a:cubicBezTo>
                  <a:cubicBezTo>
                    <a:pt x="599" y="231"/>
                    <a:pt x="501" y="188"/>
                    <a:pt x="434" y="103"/>
                  </a:cubicBezTo>
                  <a:cubicBezTo>
                    <a:pt x="389" y="44"/>
                    <a:pt x="331" y="19"/>
                    <a:pt x="274" y="19"/>
                  </a:cubicBezTo>
                  <a:cubicBezTo>
                    <a:pt x="133" y="19"/>
                    <a:pt x="0" y="171"/>
                    <a:pt x="93" y="331"/>
                  </a:cubicBezTo>
                  <a:cubicBezTo>
                    <a:pt x="227" y="521"/>
                    <a:pt x="446" y="636"/>
                    <a:pt x="677" y="636"/>
                  </a:cubicBezTo>
                  <a:cubicBezTo>
                    <a:pt x="684" y="636"/>
                    <a:pt x="691" y="636"/>
                    <a:pt x="698" y="636"/>
                  </a:cubicBezTo>
                  <a:cubicBezTo>
                    <a:pt x="705" y="636"/>
                    <a:pt x="712" y="636"/>
                    <a:pt x="719" y="636"/>
                  </a:cubicBezTo>
                  <a:cubicBezTo>
                    <a:pt x="954" y="636"/>
                    <a:pt x="1169" y="521"/>
                    <a:pt x="1303" y="331"/>
                  </a:cubicBezTo>
                  <a:cubicBezTo>
                    <a:pt x="1423" y="168"/>
                    <a:pt x="1281" y="0"/>
                    <a:pt x="11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88"/>
            <p:cNvSpPr/>
            <p:nvPr/>
          </p:nvSpPr>
          <p:spPr>
            <a:xfrm>
              <a:off x="8151650" y="2063446"/>
              <a:ext cx="31461" cy="10749"/>
            </a:xfrm>
            <a:custGeom>
              <a:rect b="b" l="l" r="r" t="t"/>
              <a:pathLst>
                <a:path extrusionOk="0" h="410" w="1200">
                  <a:moveTo>
                    <a:pt x="272" y="1"/>
                  </a:moveTo>
                  <a:cubicBezTo>
                    <a:pt x="1" y="1"/>
                    <a:pt x="1" y="410"/>
                    <a:pt x="272" y="410"/>
                  </a:cubicBezTo>
                  <a:lnTo>
                    <a:pt x="928" y="410"/>
                  </a:lnTo>
                  <a:cubicBezTo>
                    <a:pt x="1199" y="410"/>
                    <a:pt x="1199" y="1"/>
                    <a:pt x="9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88"/>
            <p:cNvSpPr/>
            <p:nvPr/>
          </p:nvSpPr>
          <p:spPr>
            <a:xfrm>
              <a:off x="8214520" y="2063446"/>
              <a:ext cx="31356" cy="10749"/>
            </a:xfrm>
            <a:custGeom>
              <a:rect b="b" l="l" r="r" t="t"/>
              <a:pathLst>
                <a:path extrusionOk="0" h="410" w="1196">
                  <a:moveTo>
                    <a:pt x="272" y="1"/>
                  </a:moveTo>
                  <a:cubicBezTo>
                    <a:pt x="0" y="1"/>
                    <a:pt x="0" y="410"/>
                    <a:pt x="272" y="410"/>
                  </a:cubicBezTo>
                  <a:lnTo>
                    <a:pt x="924" y="410"/>
                  </a:lnTo>
                  <a:cubicBezTo>
                    <a:pt x="1195" y="410"/>
                    <a:pt x="1195"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88"/>
            <p:cNvSpPr/>
            <p:nvPr/>
          </p:nvSpPr>
          <p:spPr>
            <a:xfrm>
              <a:off x="8056219" y="1983508"/>
              <a:ext cx="284984" cy="364869"/>
            </a:xfrm>
            <a:custGeom>
              <a:rect b="b" l="l" r="r" t="t"/>
              <a:pathLst>
                <a:path extrusionOk="0" h="13917" w="10870">
                  <a:moveTo>
                    <a:pt x="5437" y="406"/>
                  </a:moveTo>
                  <a:cubicBezTo>
                    <a:pt x="7132" y="406"/>
                    <a:pt x="8505" y="1778"/>
                    <a:pt x="8505" y="3473"/>
                  </a:cubicBezTo>
                  <a:lnTo>
                    <a:pt x="8505" y="3926"/>
                  </a:lnTo>
                  <a:lnTo>
                    <a:pt x="7603" y="3926"/>
                  </a:lnTo>
                  <a:lnTo>
                    <a:pt x="7603" y="3912"/>
                  </a:lnTo>
                  <a:cubicBezTo>
                    <a:pt x="7603" y="3799"/>
                    <a:pt x="7512" y="3709"/>
                    <a:pt x="7400" y="3709"/>
                  </a:cubicBezTo>
                  <a:lnTo>
                    <a:pt x="5875" y="3709"/>
                  </a:lnTo>
                  <a:cubicBezTo>
                    <a:pt x="5763" y="3709"/>
                    <a:pt x="5672" y="3799"/>
                    <a:pt x="5672" y="3912"/>
                  </a:cubicBezTo>
                  <a:lnTo>
                    <a:pt x="5672" y="3969"/>
                  </a:lnTo>
                  <a:cubicBezTo>
                    <a:pt x="5598" y="3941"/>
                    <a:pt x="5519" y="3926"/>
                    <a:pt x="5441" y="3926"/>
                  </a:cubicBezTo>
                  <a:cubicBezTo>
                    <a:pt x="5362" y="3926"/>
                    <a:pt x="5283" y="3941"/>
                    <a:pt x="5209" y="3969"/>
                  </a:cubicBezTo>
                  <a:lnTo>
                    <a:pt x="5209" y="3908"/>
                  </a:lnTo>
                  <a:cubicBezTo>
                    <a:pt x="5209" y="3796"/>
                    <a:pt x="5115" y="3705"/>
                    <a:pt x="5002" y="3705"/>
                  </a:cubicBezTo>
                  <a:lnTo>
                    <a:pt x="3478" y="3705"/>
                  </a:lnTo>
                  <a:cubicBezTo>
                    <a:pt x="3362" y="3705"/>
                    <a:pt x="3271" y="3796"/>
                    <a:pt x="3271" y="3908"/>
                  </a:cubicBezTo>
                  <a:lnTo>
                    <a:pt x="3271" y="3922"/>
                  </a:lnTo>
                  <a:lnTo>
                    <a:pt x="2373" y="3922"/>
                  </a:lnTo>
                  <a:lnTo>
                    <a:pt x="2373" y="3473"/>
                  </a:lnTo>
                  <a:cubicBezTo>
                    <a:pt x="2373" y="1778"/>
                    <a:pt x="3746" y="406"/>
                    <a:pt x="5437" y="406"/>
                  </a:cubicBezTo>
                  <a:close/>
                  <a:moveTo>
                    <a:pt x="4796" y="4111"/>
                  </a:moveTo>
                  <a:lnTo>
                    <a:pt x="4796" y="4563"/>
                  </a:lnTo>
                  <a:cubicBezTo>
                    <a:pt x="4796" y="4690"/>
                    <a:pt x="4691" y="4795"/>
                    <a:pt x="4564" y="4795"/>
                  </a:cubicBezTo>
                  <a:lnTo>
                    <a:pt x="3912" y="4795"/>
                  </a:lnTo>
                  <a:cubicBezTo>
                    <a:pt x="3782" y="4795"/>
                    <a:pt x="3680" y="4690"/>
                    <a:pt x="3680" y="4563"/>
                  </a:cubicBezTo>
                  <a:lnTo>
                    <a:pt x="3680" y="4111"/>
                  </a:lnTo>
                  <a:lnTo>
                    <a:pt x="4035" y="4111"/>
                  </a:lnTo>
                  <a:lnTo>
                    <a:pt x="4035" y="4343"/>
                  </a:lnTo>
                  <a:cubicBezTo>
                    <a:pt x="4032" y="4455"/>
                    <a:pt x="4126" y="4549"/>
                    <a:pt x="4238" y="4549"/>
                  </a:cubicBezTo>
                  <a:cubicBezTo>
                    <a:pt x="4350" y="4549"/>
                    <a:pt x="4441" y="4455"/>
                    <a:pt x="4441" y="4343"/>
                  </a:cubicBezTo>
                  <a:lnTo>
                    <a:pt x="4441" y="4111"/>
                  </a:lnTo>
                  <a:close/>
                  <a:moveTo>
                    <a:pt x="7197" y="4111"/>
                  </a:moveTo>
                  <a:lnTo>
                    <a:pt x="7197" y="4563"/>
                  </a:lnTo>
                  <a:cubicBezTo>
                    <a:pt x="7197" y="4690"/>
                    <a:pt x="7092" y="4795"/>
                    <a:pt x="6962" y="4795"/>
                  </a:cubicBezTo>
                  <a:lnTo>
                    <a:pt x="6310" y="4795"/>
                  </a:lnTo>
                  <a:cubicBezTo>
                    <a:pt x="6183" y="4795"/>
                    <a:pt x="6078" y="4690"/>
                    <a:pt x="6078" y="4563"/>
                  </a:cubicBezTo>
                  <a:lnTo>
                    <a:pt x="6078" y="4114"/>
                  </a:lnTo>
                  <a:lnTo>
                    <a:pt x="6433" y="4114"/>
                  </a:lnTo>
                  <a:lnTo>
                    <a:pt x="6433" y="4343"/>
                  </a:lnTo>
                  <a:cubicBezTo>
                    <a:pt x="6433" y="4455"/>
                    <a:pt x="6524" y="4549"/>
                    <a:pt x="6636" y="4549"/>
                  </a:cubicBezTo>
                  <a:cubicBezTo>
                    <a:pt x="6748" y="4549"/>
                    <a:pt x="6842" y="4455"/>
                    <a:pt x="6842" y="4343"/>
                  </a:cubicBezTo>
                  <a:lnTo>
                    <a:pt x="6842" y="4111"/>
                  </a:lnTo>
                  <a:close/>
                  <a:moveTo>
                    <a:pt x="3271" y="4328"/>
                  </a:moveTo>
                  <a:lnTo>
                    <a:pt x="3271" y="4560"/>
                  </a:lnTo>
                  <a:cubicBezTo>
                    <a:pt x="3271" y="4915"/>
                    <a:pt x="3557" y="5204"/>
                    <a:pt x="3912" y="5204"/>
                  </a:cubicBezTo>
                  <a:lnTo>
                    <a:pt x="4568" y="5204"/>
                  </a:lnTo>
                  <a:cubicBezTo>
                    <a:pt x="4919" y="5201"/>
                    <a:pt x="5205" y="4915"/>
                    <a:pt x="5205" y="4563"/>
                  </a:cubicBezTo>
                  <a:cubicBezTo>
                    <a:pt x="5205" y="4408"/>
                    <a:pt x="5321" y="4330"/>
                    <a:pt x="5437" y="4330"/>
                  </a:cubicBezTo>
                  <a:cubicBezTo>
                    <a:pt x="5553" y="4330"/>
                    <a:pt x="5669" y="4408"/>
                    <a:pt x="5669" y="4563"/>
                  </a:cubicBezTo>
                  <a:cubicBezTo>
                    <a:pt x="5672" y="4915"/>
                    <a:pt x="5959" y="5201"/>
                    <a:pt x="6310" y="5204"/>
                  </a:cubicBezTo>
                  <a:lnTo>
                    <a:pt x="6962" y="5204"/>
                  </a:lnTo>
                  <a:cubicBezTo>
                    <a:pt x="7313" y="5201"/>
                    <a:pt x="7599" y="4915"/>
                    <a:pt x="7603" y="4563"/>
                  </a:cubicBezTo>
                  <a:lnTo>
                    <a:pt x="7603" y="4332"/>
                  </a:lnTo>
                  <a:lnTo>
                    <a:pt x="8599" y="4332"/>
                  </a:lnTo>
                  <a:cubicBezTo>
                    <a:pt x="8802" y="4332"/>
                    <a:pt x="8957" y="4506"/>
                    <a:pt x="8936" y="4708"/>
                  </a:cubicBezTo>
                  <a:cubicBezTo>
                    <a:pt x="8921" y="4879"/>
                    <a:pt x="8754" y="5013"/>
                    <a:pt x="8566" y="5013"/>
                  </a:cubicBezTo>
                  <a:lnTo>
                    <a:pt x="8476" y="5013"/>
                  </a:lnTo>
                  <a:lnTo>
                    <a:pt x="8476" y="5002"/>
                  </a:lnTo>
                  <a:cubicBezTo>
                    <a:pt x="8476" y="4889"/>
                    <a:pt x="8385" y="4799"/>
                    <a:pt x="8273" y="4799"/>
                  </a:cubicBezTo>
                  <a:cubicBezTo>
                    <a:pt x="8161" y="4799"/>
                    <a:pt x="8070" y="4889"/>
                    <a:pt x="8070" y="5002"/>
                  </a:cubicBezTo>
                  <a:cubicBezTo>
                    <a:pt x="8066" y="5878"/>
                    <a:pt x="7628" y="6697"/>
                    <a:pt x="6900" y="7186"/>
                  </a:cubicBezTo>
                  <a:cubicBezTo>
                    <a:pt x="6900" y="7167"/>
                    <a:pt x="6900" y="7153"/>
                    <a:pt x="6900" y="7138"/>
                  </a:cubicBezTo>
                  <a:lnTo>
                    <a:pt x="6795" y="6211"/>
                  </a:lnTo>
                  <a:cubicBezTo>
                    <a:pt x="6748" y="5777"/>
                    <a:pt x="6382" y="5447"/>
                    <a:pt x="5944" y="5447"/>
                  </a:cubicBezTo>
                  <a:lnTo>
                    <a:pt x="4934" y="5447"/>
                  </a:lnTo>
                  <a:cubicBezTo>
                    <a:pt x="4495" y="5447"/>
                    <a:pt x="4130" y="5777"/>
                    <a:pt x="4082" y="6211"/>
                  </a:cubicBezTo>
                  <a:lnTo>
                    <a:pt x="3977" y="7138"/>
                  </a:lnTo>
                  <a:cubicBezTo>
                    <a:pt x="3977" y="7153"/>
                    <a:pt x="3977" y="7167"/>
                    <a:pt x="3974" y="7186"/>
                  </a:cubicBezTo>
                  <a:cubicBezTo>
                    <a:pt x="3673" y="6983"/>
                    <a:pt x="3420" y="6722"/>
                    <a:pt x="3224" y="6418"/>
                  </a:cubicBezTo>
                  <a:cubicBezTo>
                    <a:pt x="2953" y="5994"/>
                    <a:pt x="2808" y="5501"/>
                    <a:pt x="2808" y="4998"/>
                  </a:cubicBezTo>
                  <a:cubicBezTo>
                    <a:pt x="2808" y="4862"/>
                    <a:pt x="2705" y="4794"/>
                    <a:pt x="2603" y="4794"/>
                  </a:cubicBezTo>
                  <a:cubicBezTo>
                    <a:pt x="2501" y="4794"/>
                    <a:pt x="2398" y="4862"/>
                    <a:pt x="2398" y="4998"/>
                  </a:cubicBezTo>
                  <a:lnTo>
                    <a:pt x="2398" y="5013"/>
                  </a:lnTo>
                  <a:lnTo>
                    <a:pt x="2275" y="5013"/>
                  </a:lnTo>
                  <a:cubicBezTo>
                    <a:pt x="2072" y="5013"/>
                    <a:pt x="1917" y="4835"/>
                    <a:pt x="1938" y="4636"/>
                  </a:cubicBezTo>
                  <a:cubicBezTo>
                    <a:pt x="1957" y="4462"/>
                    <a:pt x="2120" y="4328"/>
                    <a:pt x="2308" y="4328"/>
                  </a:cubicBezTo>
                  <a:close/>
                  <a:moveTo>
                    <a:pt x="5940" y="5856"/>
                  </a:moveTo>
                  <a:cubicBezTo>
                    <a:pt x="6172" y="5856"/>
                    <a:pt x="6364" y="6027"/>
                    <a:pt x="6390" y="6255"/>
                  </a:cubicBezTo>
                  <a:lnTo>
                    <a:pt x="6491" y="7182"/>
                  </a:lnTo>
                  <a:cubicBezTo>
                    <a:pt x="6513" y="7370"/>
                    <a:pt x="6415" y="7548"/>
                    <a:pt x="6248" y="7635"/>
                  </a:cubicBezTo>
                  <a:lnTo>
                    <a:pt x="6245" y="7635"/>
                  </a:lnTo>
                  <a:lnTo>
                    <a:pt x="5636" y="7939"/>
                  </a:lnTo>
                  <a:cubicBezTo>
                    <a:pt x="5573" y="7970"/>
                    <a:pt x="5504" y="7985"/>
                    <a:pt x="5435" y="7985"/>
                  </a:cubicBezTo>
                  <a:cubicBezTo>
                    <a:pt x="5366" y="7985"/>
                    <a:pt x="5298" y="7970"/>
                    <a:pt x="5234" y="7939"/>
                  </a:cubicBezTo>
                  <a:lnTo>
                    <a:pt x="4629" y="7635"/>
                  </a:lnTo>
                  <a:cubicBezTo>
                    <a:pt x="4459" y="7551"/>
                    <a:pt x="4361" y="7370"/>
                    <a:pt x="4383" y="7182"/>
                  </a:cubicBezTo>
                  <a:lnTo>
                    <a:pt x="4484" y="6255"/>
                  </a:lnTo>
                  <a:cubicBezTo>
                    <a:pt x="4510" y="6027"/>
                    <a:pt x="4702" y="5856"/>
                    <a:pt x="4934" y="5856"/>
                  </a:cubicBezTo>
                  <a:close/>
                  <a:moveTo>
                    <a:pt x="3709" y="8182"/>
                  </a:moveTo>
                  <a:lnTo>
                    <a:pt x="3709" y="8576"/>
                  </a:lnTo>
                  <a:cubicBezTo>
                    <a:pt x="3709" y="8765"/>
                    <a:pt x="3590" y="8931"/>
                    <a:pt x="3416" y="9000"/>
                  </a:cubicBezTo>
                  <a:lnTo>
                    <a:pt x="2945" y="8685"/>
                  </a:lnTo>
                  <a:cubicBezTo>
                    <a:pt x="2721" y="8533"/>
                    <a:pt x="2826" y="8182"/>
                    <a:pt x="3097" y="8182"/>
                  </a:cubicBezTo>
                  <a:close/>
                  <a:moveTo>
                    <a:pt x="7777" y="8182"/>
                  </a:moveTo>
                  <a:cubicBezTo>
                    <a:pt x="8048" y="8182"/>
                    <a:pt x="8157" y="8533"/>
                    <a:pt x="7929" y="8685"/>
                  </a:cubicBezTo>
                  <a:lnTo>
                    <a:pt x="7462" y="9000"/>
                  </a:lnTo>
                  <a:cubicBezTo>
                    <a:pt x="7284" y="8931"/>
                    <a:pt x="7168" y="8765"/>
                    <a:pt x="7168" y="8576"/>
                  </a:cubicBezTo>
                  <a:lnTo>
                    <a:pt x="7168" y="8182"/>
                  </a:lnTo>
                  <a:close/>
                  <a:moveTo>
                    <a:pt x="7838" y="7526"/>
                  </a:moveTo>
                  <a:cubicBezTo>
                    <a:pt x="8447" y="7526"/>
                    <a:pt x="8943" y="8022"/>
                    <a:pt x="8943" y="8631"/>
                  </a:cubicBezTo>
                  <a:cubicBezTo>
                    <a:pt x="8939" y="9630"/>
                    <a:pt x="8320" y="10528"/>
                    <a:pt x="7385" y="10883"/>
                  </a:cubicBezTo>
                  <a:lnTo>
                    <a:pt x="7385" y="10811"/>
                  </a:lnTo>
                  <a:cubicBezTo>
                    <a:pt x="7385" y="10675"/>
                    <a:pt x="7284" y="10607"/>
                    <a:pt x="7183" y="10607"/>
                  </a:cubicBezTo>
                  <a:cubicBezTo>
                    <a:pt x="7081" y="10607"/>
                    <a:pt x="6980" y="10675"/>
                    <a:pt x="6980" y="10811"/>
                  </a:cubicBezTo>
                  <a:lnTo>
                    <a:pt x="6980" y="10999"/>
                  </a:lnTo>
                  <a:cubicBezTo>
                    <a:pt x="6831" y="11025"/>
                    <a:pt x="6679" y="11039"/>
                    <a:pt x="6527" y="11039"/>
                  </a:cubicBezTo>
                  <a:lnTo>
                    <a:pt x="5643" y="11039"/>
                  </a:lnTo>
                  <a:lnTo>
                    <a:pt x="5643" y="10699"/>
                  </a:lnTo>
                  <a:lnTo>
                    <a:pt x="6422" y="10184"/>
                  </a:lnTo>
                  <a:cubicBezTo>
                    <a:pt x="6610" y="10059"/>
                    <a:pt x="6488" y="9806"/>
                    <a:pt x="6314" y="9806"/>
                  </a:cubicBezTo>
                  <a:cubicBezTo>
                    <a:pt x="6277" y="9806"/>
                    <a:pt x="6237" y="9817"/>
                    <a:pt x="6198" y="9844"/>
                  </a:cubicBezTo>
                  <a:lnTo>
                    <a:pt x="5437" y="10347"/>
                  </a:lnTo>
                  <a:lnTo>
                    <a:pt x="3793" y="9250"/>
                  </a:lnTo>
                  <a:cubicBezTo>
                    <a:pt x="3999" y="9087"/>
                    <a:pt x="4119" y="8837"/>
                    <a:pt x="4119" y="8576"/>
                  </a:cubicBezTo>
                  <a:lnTo>
                    <a:pt x="4119" y="7732"/>
                  </a:lnTo>
                  <a:lnTo>
                    <a:pt x="4151" y="7751"/>
                  </a:lnTo>
                  <a:cubicBezTo>
                    <a:pt x="4227" y="7856"/>
                    <a:pt x="4332" y="7939"/>
                    <a:pt x="4448" y="8000"/>
                  </a:cubicBezTo>
                  <a:lnTo>
                    <a:pt x="5057" y="8305"/>
                  </a:lnTo>
                  <a:cubicBezTo>
                    <a:pt x="5178" y="8364"/>
                    <a:pt x="5309" y="8394"/>
                    <a:pt x="5441" y="8394"/>
                  </a:cubicBezTo>
                  <a:cubicBezTo>
                    <a:pt x="5572" y="8394"/>
                    <a:pt x="5703" y="8364"/>
                    <a:pt x="5825" y="8305"/>
                  </a:cubicBezTo>
                  <a:lnTo>
                    <a:pt x="6433" y="8000"/>
                  </a:lnTo>
                  <a:cubicBezTo>
                    <a:pt x="6552" y="7939"/>
                    <a:pt x="6654" y="7852"/>
                    <a:pt x="6734" y="7747"/>
                  </a:cubicBezTo>
                  <a:lnTo>
                    <a:pt x="6763" y="7732"/>
                  </a:lnTo>
                  <a:lnTo>
                    <a:pt x="6763" y="8576"/>
                  </a:lnTo>
                  <a:cubicBezTo>
                    <a:pt x="6763" y="8841"/>
                    <a:pt x="6882" y="9087"/>
                    <a:pt x="7089" y="9250"/>
                  </a:cubicBezTo>
                  <a:lnTo>
                    <a:pt x="6962" y="9333"/>
                  </a:lnTo>
                  <a:cubicBezTo>
                    <a:pt x="6776" y="9459"/>
                    <a:pt x="6897" y="9711"/>
                    <a:pt x="7074" y="9711"/>
                  </a:cubicBezTo>
                  <a:cubicBezTo>
                    <a:pt x="7111" y="9711"/>
                    <a:pt x="7150" y="9700"/>
                    <a:pt x="7190" y="9674"/>
                  </a:cubicBezTo>
                  <a:lnTo>
                    <a:pt x="8161" y="9025"/>
                  </a:lnTo>
                  <a:cubicBezTo>
                    <a:pt x="8722" y="8649"/>
                    <a:pt x="8458" y="7772"/>
                    <a:pt x="7780" y="7772"/>
                  </a:cubicBezTo>
                  <a:lnTo>
                    <a:pt x="7172" y="7772"/>
                  </a:lnTo>
                  <a:lnTo>
                    <a:pt x="7172" y="7526"/>
                  </a:lnTo>
                  <a:close/>
                  <a:moveTo>
                    <a:pt x="3709" y="7526"/>
                  </a:moveTo>
                  <a:lnTo>
                    <a:pt x="3709" y="7772"/>
                  </a:lnTo>
                  <a:lnTo>
                    <a:pt x="3097" y="7772"/>
                  </a:lnTo>
                  <a:cubicBezTo>
                    <a:pt x="2424" y="7772"/>
                    <a:pt x="2156" y="8649"/>
                    <a:pt x="2721" y="9025"/>
                  </a:cubicBezTo>
                  <a:lnTo>
                    <a:pt x="5234" y="10699"/>
                  </a:lnTo>
                  <a:lnTo>
                    <a:pt x="5234" y="11043"/>
                  </a:lnTo>
                  <a:lnTo>
                    <a:pt x="4347" y="11043"/>
                  </a:lnTo>
                  <a:cubicBezTo>
                    <a:pt x="4198" y="11043"/>
                    <a:pt x="4046" y="11028"/>
                    <a:pt x="3898" y="10999"/>
                  </a:cubicBezTo>
                  <a:lnTo>
                    <a:pt x="3898" y="10811"/>
                  </a:lnTo>
                  <a:cubicBezTo>
                    <a:pt x="3898" y="10675"/>
                    <a:pt x="3796" y="10607"/>
                    <a:pt x="3695" y="10607"/>
                  </a:cubicBezTo>
                  <a:cubicBezTo>
                    <a:pt x="3594" y="10607"/>
                    <a:pt x="3492" y="10675"/>
                    <a:pt x="3492" y="10811"/>
                  </a:cubicBezTo>
                  <a:lnTo>
                    <a:pt x="3492" y="10887"/>
                  </a:lnTo>
                  <a:cubicBezTo>
                    <a:pt x="2554" y="10528"/>
                    <a:pt x="1938" y="9630"/>
                    <a:pt x="1938" y="8631"/>
                  </a:cubicBezTo>
                  <a:cubicBezTo>
                    <a:pt x="1938" y="8022"/>
                    <a:pt x="2431" y="7526"/>
                    <a:pt x="3039" y="7526"/>
                  </a:cubicBezTo>
                  <a:close/>
                  <a:moveTo>
                    <a:pt x="5437" y="0"/>
                  </a:moveTo>
                  <a:cubicBezTo>
                    <a:pt x="3517" y="0"/>
                    <a:pt x="1964" y="1554"/>
                    <a:pt x="1964" y="3473"/>
                  </a:cubicBezTo>
                  <a:lnTo>
                    <a:pt x="1964" y="3998"/>
                  </a:lnTo>
                  <a:cubicBezTo>
                    <a:pt x="1645" y="4147"/>
                    <a:pt x="1471" y="4495"/>
                    <a:pt x="1547" y="4835"/>
                  </a:cubicBezTo>
                  <a:cubicBezTo>
                    <a:pt x="1623" y="5177"/>
                    <a:pt x="1923" y="5418"/>
                    <a:pt x="2268" y="5418"/>
                  </a:cubicBezTo>
                  <a:cubicBezTo>
                    <a:pt x="2270" y="5418"/>
                    <a:pt x="2273" y="5418"/>
                    <a:pt x="2275" y="5418"/>
                  </a:cubicBezTo>
                  <a:lnTo>
                    <a:pt x="2427" y="5418"/>
                  </a:lnTo>
                  <a:cubicBezTo>
                    <a:pt x="2489" y="5853"/>
                    <a:pt x="2645" y="6269"/>
                    <a:pt x="2880" y="6639"/>
                  </a:cubicBezTo>
                  <a:cubicBezTo>
                    <a:pt x="2992" y="6809"/>
                    <a:pt x="3119" y="6972"/>
                    <a:pt x="3264" y="7117"/>
                  </a:cubicBezTo>
                  <a:lnTo>
                    <a:pt x="3039" y="7117"/>
                  </a:lnTo>
                  <a:cubicBezTo>
                    <a:pt x="2206" y="7120"/>
                    <a:pt x="1529" y="7798"/>
                    <a:pt x="1529" y="8631"/>
                  </a:cubicBezTo>
                  <a:cubicBezTo>
                    <a:pt x="1529" y="8931"/>
                    <a:pt x="1576" y="9228"/>
                    <a:pt x="1670" y="9514"/>
                  </a:cubicBezTo>
                  <a:lnTo>
                    <a:pt x="1087" y="9685"/>
                  </a:lnTo>
                  <a:cubicBezTo>
                    <a:pt x="446" y="9877"/>
                    <a:pt x="4" y="10463"/>
                    <a:pt x="1" y="11133"/>
                  </a:cubicBezTo>
                  <a:lnTo>
                    <a:pt x="1" y="13716"/>
                  </a:lnTo>
                  <a:cubicBezTo>
                    <a:pt x="1" y="13850"/>
                    <a:pt x="103" y="13917"/>
                    <a:pt x="205" y="13917"/>
                  </a:cubicBezTo>
                  <a:cubicBezTo>
                    <a:pt x="308" y="13917"/>
                    <a:pt x="410" y="13850"/>
                    <a:pt x="410" y="13716"/>
                  </a:cubicBezTo>
                  <a:lnTo>
                    <a:pt x="410" y="11133"/>
                  </a:lnTo>
                  <a:cubicBezTo>
                    <a:pt x="410" y="10644"/>
                    <a:pt x="732" y="10213"/>
                    <a:pt x="1203" y="10076"/>
                  </a:cubicBezTo>
                  <a:lnTo>
                    <a:pt x="1826" y="9891"/>
                  </a:lnTo>
                  <a:cubicBezTo>
                    <a:pt x="2167" y="10568"/>
                    <a:pt x="2768" y="11083"/>
                    <a:pt x="3492" y="11314"/>
                  </a:cubicBezTo>
                  <a:lnTo>
                    <a:pt x="3492" y="13716"/>
                  </a:lnTo>
                  <a:cubicBezTo>
                    <a:pt x="3492" y="13850"/>
                    <a:pt x="3594" y="13917"/>
                    <a:pt x="3695" y="13917"/>
                  </a:cubicBezTo>
                  <a:cubicBezTo>
                    <a:pt x="3796" y="13917"/>
                    <a:pt x="3898" y="13850"/>
                    <a:pt x="3898" y="13716"/>
                  </a:cubicBezTo>
                  <a:lnTo>
                    <a:pt x="3898" y="11412"/>
                  </a:lnTo>
                  <a:cubicBezTo>
                    <a:pt x="4046" y="11437"/>
                    <a:pt x="4198" y="11448"/>
                    <a:pt x="4347" y="11448"/>
                  </a:cubicBezTo>
                  <a:lnTo>
                    <a:pt x="5234" y="11448"/>
                  </a:lnTo>
                  <a:lnTo>
                    <a:pt x="5234" y="13716"/>
                  </a:lnTo>
                  <a:cubicBezTo>
                    <a:pt x="5234" y="13850"/>
                    <a:pt x="5336" y="13917"/>
                    <a:pt x="5437" y="13917"/>
                  </a:cubicBezTo>
                  <a:cubicBezTo>
                    <a:pt x="5538" y="13917"/>
                    <a:pt x="5640" y="13850"/>
                    <a:pt x="5640" y="13716"/>
                  </a:cubicBezTo>
                  <a:lnTo>
                    <a:pt x="5640" y="11452"/>
                  </a:lnTo>
                  <a:lnTo>
                    <a:pt x="6527" y="11452"/>
                  </a:lnTo>
                  <a:cubicBezTo>
                    <a:pt x="6679" y="11448"/>
                    <a:pt x="6828" y="11437"/>
                    <a:pt x="6976" y="11416"/>
                  </a:cubicBezTo>
                  <a:lnTo>
                    <a:pt x="6976" y="13716"/>
                  </a:lnTo>
                  <a:cubicBezTo>
                    <a:pt x="6976" y="13850"/>
                    <a:pt x="7079" y="13917"/>
                    <a:pt x="7181" y="13917"/>
                  </a:cubicBezTo>
                  <a:cubicBezTo>
                    <a:pt x="7283" y="13917"/>
                    <a:pt x="7385" y="13850"/>
                    <a:pt x="7385" y="13716"/>
                  </a:cubicBezTo>
                  <a:lnTo>
                    <a:pt x="7385" y="11314"/>
                  </a:lnTo>
                  <a:cubicBezTo>
                    <a:pt x="8106" y="11083"/>
                    <a:pt x="8707" y="10568"/>
                    <a:pt x="9048" y="9891"/>
                  </a:cubicBezTo>
                  <a:lnTo>
                    <a:pt x="9671" y="10072"/>
                  </a:lnTo>
                  <a:cubicBezTo>
                    <a:pt x="10142" y="10213"/>
                    <a:pt x="10460" y="10644"/>
                    <a:pt x="10464" y="11133"/>
                  </a:cubicBezTo>
                  <a:lnTo>
                    <a:pt x="10464" y="13712"/>
                  </a:lnTo>
                  <a:cubicBezTo>
                    <a:pt x="10464" y="13848"/>
                    <a:pt x="10565" y="13916"/>
                    <a:pt x="10667" y="13916"/>
                  </a:cubicBezTo>
                  <a:cubicBezTo>
                    <a:pt x="10768" y="13916"/>
                    <a:pt x="10870" y="13848"/>
                    <a:pt x="10870" y="13712"/>
                  </a:cubicBezTo>
                  <a:lnTo>
                    <a:pt x="10870" y="11133"/>
                  </a:lnTo>
                  <a:cubicBezTo>
                    <a:pt x="10870" y="10463"/>
                    <a:pt x="10428" y="9877"/>
                    <a:pt x="9787" y="9685"/>
                  </a:cubicBezTo>
                  <a:lnTo>
                    <a:pt x="9207" y="9514"/>
                  </a:lnTo>
                  <a:cubicBezTo>
                    <a:pt x="9301" y="9228"/>
                    <a:pt x="9348" y="8931"/>
                    <a:pt x="9348" y="8631"/>
                  </a:cubicBezTo>
                  <a:cubicBezTo>
                    <a:pt x="9345" y="7798"/>
                    <a:pt x="8671" y="7120"/>
                    <a:pt x="7835" y="7120"/>
                  </a:cubicBezTo>
                  <a:lnTo>
                    <a:pt x="7610" y="7120"/>
                  </a:lnTo>
                  <a:cubicBezTo>
                    <a:pt x="8063" y="6657"/>
                    <a:pt x="8352" y="6059"/>
                    <a:pt x="8447" y="5422"/>
                  </a:cubicBezTo>
                  <a:lnTo>
                    <a:pt x="8566" y="5422"/>
                  </a:lnTo>
                  <a:cubicBezTo>
                    <a:pt x="8965" y="5422"/>
                    <a:pt x="9305" y="5125"/>
                    <a:pt x="9341" y="4748"/>
                  </a:cubicBezTo>
                  <a:cubicBezTo>
                    <a:pt x="9374" y="4429"/>
                    <a:pt x="9200" y="4125"/>
                    <a:pt x="8910" y="3991"/>
                  </a:cubicBezTo>
                  <a:lnTo>
                    <a:pt x="8910" y="3473"/>
                  </a:lnTo>
                  <a:cubicBezTo>
                    <a:pt x="8910" y="1554"/>
                    <a:pt x="7357" y="0"/>
                    <a:pt x="54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3" name="Google Shape;18073;p88"/>
          <p:cNvGrpSpPr/>
          <p:nvPr/>
        </p:nvGrpSpPr>
        <p:grpSpPr>
          <a:xfrm>
            <a:off x="7161782" y="4285982"/>
            <a:ext cx="273580" cy="365131"/>
            <a:chOff x="7161782" y="4285982"/>
            <a:chExt cx="273580" cy="365131"/>
          </a:xfrm>
        </p:grpSpPr>
        <p:sp>
          <p:nvSpPr>
            <p:cNvPr id="18074" name="Google Shape;18074;p88"/>
            <p:cNvSpPr/>
            <p:nvPr/>
          </p:nvSpPr>
          <p:spPr>
            <a:xfrm>
              <a:off x="7173449" y="4291409"/>
              <a:ext cx="250325" cy="280029"/>
            </a:xfrm>
            <a:custGeom>
              <a:rect b="b" l="l" r="r" t="t"/>
              <a:pathLst>
                <a:path extrusionOk="0" h="10681" w="9548">
                  <a:moveTo>
                    <a:pt x="4774" y="0"/>
                  </a:moveTo>
                  <a:cubicBezTo>
                    <a:pt x="3010" y="0"/>
                    <a:pt x="1496" y="1268"/>
                    <a:pt x="1189" y="3006"/>
                  </a:cubicBezTo>
                  <a:lnTo>
                    <a:pt x="33" y="9515"/>
                  </a:lnTo>
                  <a:cubicBezTo>
                    <a:pt x="1" y="9692"/>
                    <a:pt x="80" y="9870"/>
                    <a:pt x="236" y="9964"/>
                  </a:cubicBezTo>
                  <a:lnTo>
                    <a:pt x="1504" y="10681"/>
                  </a:lnTo>
                  <a:lnTo>
                    <a:pt x="8045" y="10681"/>
                  </a:lnTo>
                  <a:lnTo>
                    <a:pt x="9312" y="9964"/>
                  </a:lnTo>
                  <a:cubicBezTo>
                    <a:pt x="9468" y="9870"/>
                    <a:pt x="9548" y="9692"/>
                    <a:pt x="9519" y="9511"/>
                  </a:cubicBezTo>
                  <a:lnTo>
                    <a:pt x="8360" y="3006"/>
                  </a:lnTo>
                  <a:cubicBezTo>
                    <a:pt x="8052" y="1268"/>
                    <a:pt x="6541" y="0"/>
                    <a:pt x="47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88"/>
            <p:cNvSpPr/>
            <p:nvPr/>
          </p:nvSpPr>
          <p:spPr>
            <a:xfrm>
              <a:off x="7167104" y="4497164"/>
              <a:ext cx="262935" cy="148548"/>
            </a:xfrm>
            <a:custGeom>
              <a:rect b="b" l="l" r="r" t="t"/>
              <a:pathLst>
                <a:path extrusionOk="0" h="5666" w="10029">
                  <a:moveTo>
                    <a:pt x="3709" y="1"/>
                  </a:moveTo>
                  <a:lnTo>
                    <a:pt x="3709" y="1127"/>
                  </a:lnTo>
                  <a:cubicBezTo>
                    <a:pt x="3705" y="1496"/>
                    <a:pt x="3473" y="1826"/>
                    <a:pt x="3126" y="1949"/>
                  </a:cubicBezTo>
                  <a:lnTo>
                    <a:pt x="873" y="2742"/>
                  </a:lnTo>
                  <a:cubicBezTo>
                    <a:pt x="351" y="2927"/>
                    <a:pt x="4" y="3420"/>
                    <a:pt x="0" y="3974"/>
                  </a:cubicBezTo>
                  <a:lnTo>
                    <a:pt x="0" y="5665"/>
                  </a:lnTo>
                  <a:lnTo>
                    <a:pt x="10029" y="5665"/>
                  </a:lnTo>
                  <a:lnTo>
                    <a:pt x="10029" y="3974"/>
                  </a:lnTo>
                  <a:cubicBezTo>
                    <a:pt x="10029" y="3423"/>
                    <a:pt x="9681" y="2927"/>
                    <a:pt x="9156" y="2742"/>
                  </a:cubicBezTo>
                  <a:lnTo>
                    <a:pt x="6907" y="1949"/>
                  </a:lnTo>
                  <a:cubicBezTo>
                    <a:pt x="6559" y="1826"/>
                    <a:pt x="6324" y="1496"/>
                    <a:pt x="6324" y="1127"/>
                  </a:cubicBezTo>
                  <a:lnTo>
                    <a:pt x="632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88"/>
            <p:cNvSpPr/>
            <p:nvPr/>
          </p:nvSpPr>
          <p:spPr>
            <a:xfrm>
              <a:off x="7167183" y="4570468"/>
              <a:ext cx="262857" cy="75244"/>
            </a:xfrm>
            <a:custGeom>
              <a:rect b="b" l="l" r="r" t="t"/>
              <a:pathLst>
                <a:path extrusionOk="0" h="2870" w="10026">
                  <a:moveTo>
                    <a:pt x="750" y="1"/>
                  </a:moveTo>
                  <a:cubicBezTo>
                    <a:pt x="294" y="214"/>
                    <a:pt x="4" y="674"/>
                    <a:pt x="1" y="1178"/>
                  </a:cubicBezTo>
                  <a:lnTo>
                    <a:pt x="1" y="2869"/>
                  </a:lnTo>
                  <a:lnTo>
                    <a:pt x="10026" y="2869"/>
                  </a:lnTo>
                  <a:lnTo>
                    <a:pt x="10026" y="1178"/>
                  </a:lnTo>
                  <a:cubicBezTo>
                    <a:pt x="10026" y="674"/>
                    <a:pt x="9732" y="214"/>
                    <a:pt x="9276" y="1"/>
                  </a:cubicBezTo>
                  <a:cubicBezTo>
                    <a:pt x="8392" y="808"/>
                    <a:pt x="6813" y="1344"/>
                    <a:pt x="5013" y="1344"/>
                  </a:cubicBezTo>
                  <a:cubicBezTo>
                    <a:pt x="3213" y="1344"/>
                    <a:pt x="1634" y="808"/>
                    <a:pt x="75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88"/>
            <p:cNvSpPr/>
            <p:nvPr/>
          </p:nvSpPr>
          <p:spPr>
            <a:xfrm>
              <a:off x="7264319" y="4497164"/>
              <a:ext cx="68585" cy="28577"/>
            </a:xfrm>
            <a:custGeom>
              <a:rect b="b" l="l" r="r" t="t"/>
              <a:pathLst>
                <a:path extrusionOk="0" h="1090" w="2616">
                  <a:moveTo>
                    <a:pt x="1" y="1"/>
                  </a:moveTo>
                  <a:lnTo>
                    <a:pt x="1" y="816"/>
                  </a:lnTo>
                  <a:cubicBezTo>
                    <a:pt x="417" y="998"/>
                    <a:pt x="863" y="1090"/>
                    <a:pt x="1308" y="1090"/>
                  </a:cubicBezTo>
                  <a:cubicBezTo>
                    <a:pt x="1754" y="1090"/>
                    <a:pt x="2199" y="998"/>
                    <a:pt x="2616" y="816"/>
                  </a:cubicBezTo>
                  <a:lnTo>
                    <a:pt x="261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88"/>
            <p:cNvSpPr/>
            <p:nvPr/>
          </p:nvSpPr>
          <p:spPr>
            <a:xfrm>
              <a:off x="7224337" y="4314297"/>
              <a:ext cx="148627" cy="194298"/>
            </a:xfrm>
            <a:custGeom>
              <a:rect b="b" l="l" r="r" t="t"/>
              <a:pathLst>
                <a:path extrusionOk="0" h="7411" w="5669">
                  <a:moveTo>
                    <a:pt x="2833" y="0"/>
                  </a:moveTo>
                  <a:cubicBezTo>
                    <a:pt x="1450" y="0"/>
                    <a:pt x="269" y="1000"/>
                    <a:pt x="44" y="2365"/>
                  </a:cubicBezTo>
                  <a:cubicBezTo>
                    <a:pt x="15" y="2532"/>
                    <a:pt x="1" y="2698"/>
                    <a:pt x="1" y="2869"/>
                  </a:cubicBezTo>
                  <a:lnTo>
                    <a:pt x="1" y="4578"/>
                  </a:lnTo>
                  <a:cubicBezTo>
                    <a:pt x="1" y="6143"/>
                    <a:pt x="1269" y="7410"/>
                    <a:pt x="2833" y="7410"/>
                  </a:cubicBezTo>
                  <a:cubicBezTo>
                    <a:pt x="4398" y="7410"/>
                    <a:pt x="5669" y="6143"/>
                    <a:pt x="5669" y="4578"/>
                  </a:cubicBezTo>
                  <a:lnTo>
                    <a:pt x="5669" y="2869"/>
                  </a:lnTo>
                  <a:cubicBezTo>
                    <a:pt x="5669" y="2698"/>
                    <a:pt x="5654" y="2532"/>
                    <a:pt x="5625" y="2365"/>
                  </a:cubicBezTo>
                  <a:cubicBezTo>
                    <a:pt x="5397" y="1000"/>
                    <a:pt x="4217" y="0"/>
                    <a:pt x="283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88"/>
            <p:cNvSpPr/>
            <p:nvPr/>
          </p:nvSpPr>
          <p:spPr>
            <a:xfrm>
              <a:off x="7224101" y="4314218"/>
              <a:ext cx="148784" cy="194481"/>
            </a:xfrm>
            <a:custGeom>
              <a:rect b="b" l="l" r="r" t="t"/>
              <a:pathLst>
                <a:path extrusionOk="0" h="7418" w="5675">
                  <a:moveTo>
                    <a:pt x="2842" y="1"/>
                  </a:moveTo>
                  <a:cubicBezTo>
                    <a:pt x="2801" y="1"/>
                    <a:pt x="2760" y="1"/>
                    <a:pt x="2719" y="3"/>
                  </a:cubicBezTo>
                  <a:cubicBezTo>
                    <a:pt x="1440" y="61"/>
                    <a:pt x="329" y="999"/>
                    <a:pt x="71" y="2256"/>
                  </a:cubicBezTo>
                  <a:cubicBezTo>
                    <a:pt x="32" y="2459"/>
                    <a:pt x="10" y="2665"/>
                    <a:pt x="10" y="2872"/>
                  </a:cubicBezTo>
                  <a:lnTo>
                    <a:pt x="10" y="3045"/>
                  </a:lnTo>
                  <a:lnTo>
                    <a:pt x="10" y="4585"/>
                  </a:lnTo>
                  <a:cubicBezTo>
                    <a:pt x="0" y="6171"/>
                    <a:pt x="1290" y="7418"/>
                    <a:pt x="2822" y="7418"/>
                  </a:cubicBezTo>
                  <a:cubicBezTo>
                    <a:pt x="2973" y="7418"/>
                    <a:pt x="3126" y="7406"/>
                    <a:pt x="3280" y="7381"/>
                  </a:cubicBezTo>
                  <a:cubicBezTo>
                    <a:pt x="1900" y="7167"/>
                    <a:pt x="879" y="5979"/>
                    <a:pt x="879" y="4585"/>
                  </a:cubicBezTo>
                  <a:lnTo>
                    <a:pt x="879" y="3375"/>
                  </a:lnTo>
                  <a:cubicBezTo>
                    <a:pt x="883" y="2948"/>
                    <a:pt x="1187" y="2586"/>
                    <a:pt x="1607" y="2513"/>
                  </a:cubicBezTo>
                  <a:cubicBezTo>
                    <a:pt x="2016" y="2441"/>
                    <a:pt x="2429" y="2404"/>
                    <a:pt x="2842" y="2404"/>
                  </a:cubicBezTo>
                  <a:cubicBezTo>
                    <a:pt x="3820" y="2404"/>
                    <a:pt x="4751" y="2596"/>
                    <a:pt x="5464" y="2944"/>
                  </a:cubicBezTo>
                  <a:lnTo>
                    <a:pt x="5674" y="3045"/>
                  </a:lnTo>
                  <a:lnTo>
                    <a:pt x="5674" y="2875"/>
                  </a:lnTo>
                  <a:cubicBezTo>
                    <a:pt x="5674" y="2705"/>
                    <a:pt x="5663" y="2535"/>
                    <a:pt x="5634" y="2368"/>
                  </a:cubicBezTo>
                  <a:cubicBezTo>
                    <a:pt x="5406" y="997"/>
                    <a:pt x="4221"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88"/>
            <p:cNvSpPr/>
            <p:nvPr/>
          </p:nvSpPr>
          <p:spPr>
            <a:xfrm>
              <a:off x="7225674" y="4314297"/>
              <a:ext cx="145874" cy="60589"/>
            </a:xfrm>
            <a:custGeom>
              <a:rect b="b" l="l" r="r" t="t"/>
              <a:pathLst>
                <a:path extrusionOk="0" h="2311" w="5564">
                  <a:moveTo>
                    <a:pt x="2782" y="0"/>
                  </a:moveTo>
                  <a:cubicBezTo>
                    <a:pt x="1420" y="0"/>
                    <a:pt x="251" y="971"/>
                    <a:pt x="1" y="2311"/>
                  </a:cubicBezTo>
                  <a:cubicBezTo>
                    <a:pt x="736" y="1960"/>
                    <a:pt x="1710" y="1742"/>
                    <a:pt x="2782" y="1742"/>
                  </a:cubicBezTo>
                  <a:cubicBezTo>
                    <a:pt x="3854" y="1742"/>
                    <a:pt x="4828" y="1960"/>
                    <a:pt x="5564" y="2311"/>
                  </a:cubicBezTo>
                  <a:cubicBezTo>
                    <a:pt x="5314" y="971"/>
                    <a:pt x="4144" y="0"/>
                    <a:pt x="278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88"/>
            <p:cNvSpPr/>
            <p:nvPr/>
          </p:nvSpPr>
          <p:spPr>
            <a:xfrm>
              <a:off x="7225674" y="4314297"/>
              <a:ext cx="84447" cy="60589"/>
            </a:xfrm>
            <a:custGeom>
              <a:rect b="b" l="l" r="r" t="t"/>
              <a:pathLst>
                <a:path extrusionOk="0" h="2311" w="3221">
                  <a:moveTo>
                    <a:pt x="2782" y="0"/>
                  </a:moveTo>
                  <a:cubicBezTo>
                    <a:pt x="1420" y="0"/>
                    <a:pt x="251" y="971"/>
                    <a:pt x="1" y="2311"/>
                  </a:cubicBezTo>
                  <a:cubicBezTo>
                    <a:pt x="308" y="2166"/>
                    <a:pt x="631" y="2050"/>
                    <a:pt x="960" y="1967"/>
                  </a:cubicBezTo>
                  <a:cubicBezTo>
                    <a:pt x="1286" y="949"/>
                    <a:pt x="2163" y="199"/>
                    <a:pt x="3220" y="36"/>
                  </a:cubicBezTo>
                  <a:cubicBezTo>
                    <a:pt x="3075" y="11"/>
                    <a:pt x="2927" y="0"/>
                    <a:pt x="278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88"/>
            <p:cNvSpPr/>
            <p:nvPr/>
          </p:nvSpPr>
          <p:spPr>
            <a:xfrm>
              <a:off x="7173921" y="4570468"/>
              <a:ext cx="249486" cy="52356"/>
            </a:xfrm>
            <a:custGeom>
              <a:rect b="b" l="l" r="r" t="t"/>
              <a:pathLst>
                <a:path extrusionOk="0" h="1997" w="9516">
                  <a:moveTo>
                    <a:pt x="493" y="1"/>
                  </a:moveTo>
                  <a:cubicBezTo>
                    <a:pt x="298" y="95"/>
                    <a:pt x="128" y="232"/>
                    <a:pt x="1" y="406"/>
                  </a:cubicBezTo>
                  <a:cubicBezTo>
                    <a:pt x="957" y="1402"/>
                    <a:pt x="2732" y="1996"/>
                    <a:pt x="4756" y="1996"/>
                  </a:cubicBezTo>
                  <a:cubicBezTo>
                    <a:pt x="6781" y="1996"/>
                    <a:pt x="8559" y="1402"/>
                    <a:pt x="9515" y="406"/>
                  </a:cubicBezTo>
                  <a:cubicBezTo>
                    <a:pt x="9385" y="232"/>
                    <a:pt x="9214" y="95"/>
                    <a:pt x="9019" y="1"/>
                  </a:cubicBezTo>
                  <a:cubicBezTo>
                    <a:pt x="8135" y="808"/>
                    <a:pt x="6560" y="1344"/>
                    <a:pt x="4756" y="1344"/>
                  </a:cubicBezTo>
                  <a:cubicBezTo>
                    <a:pt x="2956" y="1344"/>
                    <a:pt x="1377" y="808"/>
                    <a:pt x="49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88"/>
            <p:cNvSpPr/>
            <p:nvPr/>
          </p:nvSpPr>
          <p:spPr>
            <a:xfrm>
              <a:off x="7161782" y="4285982"/>
              <a:ext cx="273580" cy="365131"/>
            </a:xfrm>
            <a:custGeom>
              <a:rect b="b" l="l" r="r" t="t"/>
              <a:pathLst>
                <a:path extrusionOk="0" h="13927" w="10435">
                  <a:moveTo>
                    <a:pt x="5223" y="1283"/>
                  </a:moveTo>
                  <a:cubicBezTo>
                    <a:pt x="6356" y="1283"/>
                    <a:pt x="7360" y="2007"/>
                    <a:pt x="7714" y="3083"/>
                  </a:cubicBezTo>
                  <a:cubicBezTo>
                    <a:pt x="7490" y="2985"/>
                    <a:pt x="7258" y="2902"/>
                    <a:pt x="7019" y="2840"/>
                  </a:cubicBezTo>
                  <a:cubicBezTo>
                    <a:pt x="6998" y="2835"/>
                    <a:pt x="6978" y="2832"/>
                    <a:pt x="6959" y="2832"/>
                  </a:cubicBezTo>
                  <a:cubicBezTo>
                    <a:pt x="6744" y="2832"/>
                    <a:pt x="6674" y="3169"/>
                    <a:pt x="6914" y="3235"/>
                  </a:cubicBezTo>
                  <a:cubicBezTo>
                    <a:pt x="7233" y="3315"/>
                    <a:pt x="7541" y="3438"/>
                    <a:pt x="7830" y="3601"/>
                  </a:cubicBezTo>
                  <a:cubicBezTo>
                    <a:pt x="7845" y="3717"/>
                    <a:pt x="7852" y="3833"/>
                    <a:pt x="7852" y="3949"/>
                  </a:cubicBezTo>
                  <a:lnTo>
                    <a:pt x="7852" y="5654"/>
                  </a:lnTo>
                  <a:cubicBezTo>
                    <a:pt x="7852" y="7107"/>
                    <a:pt x="6675" y="8284"/>
                    <a:pt x="5223" y="8284"/>
                  </a:cubicBezTo>
                  <a:cubicBezTo>
                    <a:pt x="3770" y="8284"/>
                    <a:pt x="2593" y="7107"/>
                    <a:pt x="2593" y="5654"/>
                  </a:cubicBezTo>
                  <a:lnTo>
                    <a:pt x="2593" y="3949"/>
                  </a:lnTo>
                  <a:cubicBezTo>
                    <a:pt x="2593" y="3833"/>
                    <a:pt x="2601" y="3717"/>
                    <a:pt x="2615" y="3601"/>
                  </a:cubicBezTo>
                  <a:cubicBezTo>
                    <a:pt x="3227" y="3239"/>
                    <a:pt x="4194" y="3025"/>
                    <a:pt x="5223" y="3025"/>
                  </a:cubicBezTo>
                  <a:cubicBezTo>
                    <a:pt x="5505" y="3025"/>
                    <a:pt x="5788" y="3043"/>
                    <a:pt x="6070" y="3076"/>
                  </a:cubicBezTo>
                  <a:cubicBezTo>
                    <a:pt x="6081" y="3077"/>
                    <a:pt x="6091" y="3078"/>
                    <a:pt x="6100" y="3078"/>
                  </a:cubicBezTo>
                  <a:cubicBezTo>
                    <a:pt x="6342" y="3078"/>
                    <a:pt x="6378" y="2702"/>
                    <a:pt x="6117" y="2670"/>
                  </a:cubicBezTo>
                  <a:cubicBezTo>
                    <a:pt x="5820" y="2634"/>
                    <a:pt x="5520" y="2619"/>
                    <a:pt x="5223" y="2619"/>
                  </a:cubicBezTo>
                  <a:cubicBezTo>
                    <a:pt x="4270" y="2619"/>
                    <a:pt x="3390" y="2786"/>
                    <a:pt x="2727" y="3083"/>
                  </a:cubicBezTo>
                  <a:cubicBezTo>
                    <a:pt x="3082" y="2007"/>
                    <a:pt x="4089" y="1283"/>
                    <a:pt x="5223" y="1283"/>
                  </a:cubicBezTo>
                  <a:close/>
                  <a:moveTo>
                    <a:pt x="5219" y="410"/>
                  </a:moveTo>
                  <a:cubicBezTo>
                    <a:pt x="6885" y="410"/>
                    <a:pt x="8312" y="1605"/>
                    <a:pt x="8605" y="3246"/>
                  </a:cubicBezTo>
                  <a:lnTo>
                    <a:pt x="9761" y="9754"/>
                  </a:lnTo>
                  <a:cubicBezTo>
                    <a:pt x="9779" y="9852"/>
                    <a:pt x="9735" y="9946"/>
                    <a:pt x="9652" y="9997"/>
                  </a:cubicBezTo>
                  <a:lnTo>
                    <a:pt x="8928" y="10428"/>
                  </a:lnTo>
                  <a:lnTo>
                    <a:pt x="7175" y="9812"/>
                  </a:lnTo>
                  <a:cubicBezTo>
                    <a:pt x="6910" y="9714"/>
                    <a:pt x="6733" y="9465"/>
                    <a:pt x="6733" y="9182"/>
                  </a:cubicBezTo>
                  <a:lnTo>
                    <a:pt x="6733" y="8291"/>
                  </a:lnTo>
                  <a:cubicBezTo>
                    <a:pt x="7678" y="7748"/>
                    <a:pt x="8258" y="6745"/>
                    <a:pt x="8258" y="5658"/>
                  </a:cubicBezTo>
                  <a:lnTo>
                    <a:pt x="8258" y="3949"/>
                  </a:lnTo>
                  <a:cubicBezTo>
                    <a:pt x="8258" y="3768"/>
                    <a:pt x="8243" y="3586"/>
                    <a:pt x="8214" y="3409"/>
                  </a:cubicBezTo>
                  <a:cubicBezTo>
                    <a:pt x="7972" y="1946"/>
                    <a:pt x="6704" y="870"/>
                    <a:pt x="5223" y="870"/>
                  </a:cubicBezTo>
                  <a:cubicBezTo>
                    <a:pt x="3738" y="870"/>
                    <a:pt x="2470" y="1946"/>
                    <a:pt x="2228" y="3409"/>
                  </a:cubicBezTo>
                  <a:cubicBezTo>
                    <a:pt x="2199" y="3586"/>
                    <a:pt x="2184" y="3768"/>
                    <a:pt x="2184" y="3949"/>
                  </a:cubicBezTo>
                  <a:lnTo>
                    <a:pt x="2184" y="5654"/>
                  </a:lnTo>
                  <a:cubicBezTo>
                    <a:pt x="2184" y="6745"/>
                    <a:pt x="2767" y="7748"/>
                    <a:pt x="3709" y="8291"/>
                  </a:cubicBezTo>
                  <a:lnTo>
                    <a:pt x="3709" y="9182"/>
                  </a:lnTo>
                  <a:cubicBezTo>
                    <a:pt x="3709" y="9465"/>
                    <a:pt x="3531" y="9714"/>
                    <a:pt x="3263" y="9809"/>
                  </a:cubicBezTo>
                  <a:lnTo>
                    <a:pt x="1510" y="10428"/>
                  </a:lnTo>
                  <a:lnTo>
                    <a:pt x="786" y="9997"/>
                  </a:lnTo>
                  <a:cubicBezTo>
                    <a:pt x="703" y="9946"/>
                    <a:pt x="659" y="9852"/>
                    <a:pt x="677" y="9754"/>
                  </a:cubicBezTo>
                  <a:lnTo>
                    <a:pt x="1833" y="3246"/>
                  </a:lnTo>
                  <a:cubicBezTo>
                    <a:pt x="2126" y="1605"/>
                    <a:pt x="3553" y="410"/>
                    <a:pt x="5219" y="410"/>
                  </a:cubicBezTo>
                  <a:close/>
                  <a:moveTo>
                    <a:pt x="5219" y="1"/>
                  </a:moveTo>
                  <a:cubicBezTo>
                    <a:pt x="3354" y="1"/>
                    <a:pt x="1760" y="1341"/>
                    <a:pt x="1434" y="3177"/>
                  </a:cubicBezTo>
                  <a:lnTo>
                    <a:pt x="275" y="9685"/>
                  </a:lnTo>
                  <a:cubicBezTo>
                    <a:pt x="232" y="9946"/>
                    <a:pt x="352" y="10207"/>
                    <a:pt x="576" y="10345"/>
                  </a:cubicBezTo>
                  <a:lnTo>
                    <a:pt x="1011" y="10605"/>
                  </a:lnTo>
                  <a:cubicBezTo>
                    <a:pt x="406" y="10819"/>
                    <a:pt x="4" y="11391"/>
                    <a:pt x="0" y="12032"/>
                  </a:cubicBezTo>
                  <a:lnTo>
                    <a:pt x="0" y="13720"/>
                  </a:lnTo>
                  <a:cubicBezTo>
                    <a:pt x="0" y="13856"/>
                    <a:pt x="103" y="13924"/>
                    <a:pt x="205" y="13924"/>
                  </a:cubicBezTo>
                  <a:cubicBezTo>
                    <a:pt x="307" y="13924"/>
                    <a:pt x="409" y="13856"/>
                    <a:pt x="409" y="13720"/>
                  </a:cubicBezTo>
                  <a:lnTo>
                    <a:pt x="409" y="12032"/>
                  </a:lnTo>
                  <a:cubicBezTo>
                    <a:pt x="409" y="11634"/>
                    <a:pt x="623" y="11268"/>
                    <a:pt x="964" y="11073"/>
                  </a:cubicBezTo>
                  <a:cubicBezTo>
                    <a:pt x="1311" y="11388"/>
                    <a:pt x="1771" y="11663"/>
                    <a:pt x="2304" y="11877"/>
                  </a:cubicBezTo>
                  <a:cubicBezTo>
                    <a:pt x="2333" y="11888"/>
                    <a:pt x="2361" y="11894"/>
                    <a:pt x="2388" y="11894"/>
                  </a:cubicBezTo>
                  <a:cubicBezTo>
                    <a:pt x="2587" y="11894"/>
                    <a:pt x="2680" y="11589"/>
                    <a:pt x="2456" y="11500"/>
                  </a:cubicBezTo>
                  <a:cubicBezTo>
                    <a:pt x="2075" y="11351"/>
                    <a:pt x="1717" y="11149"/>
                    <a:pt x="1395" y="10902"/>
                  </a:cubicBezTo>
                  <a:lnTo>
                    <a:pt x="3397" y="10196"/>
                  </a:lnTo>
                  <a:cubicBezTo>
                    <a:pt x="3828" y="10044"/>
                    <a:pt x="4114" y="9638"/>
                    <a:pt x="4114" y="9182"/>
                  </a:cubicBezTo>
                  <a:lnTo>
                    <a:pt x="4114" y="8487"/>
                  </a:lnTo>
                  <a:cubicBezTo>
                    <a:pt x="4469" y="8624"/>
                    <a:pt x="4844" y="8693"/>
                    <a:pt x="5219" y="8693"/>
                  </a:cubicBezTo>
                  <a:cubicBezTo>
                    <a:pt x="5593" y="8693"/>
                    <a:pt x="5967" y="8624"/>
                    <a:pt x="6320" y="8487"/>
                  </a:cubicBezTo>
                  <a:lnTo>
                    <a:pt x="6320" y="9182"/>
                  </a:lnTo>
                  <a:cubicBezTo>
                    <a:pt x="6324" y="9638"/>
                    <a:pt x="6610" y="10044"/>
                    <a:pt x="7041" y="10196"/>
                  </a:cubicBezTo>
                  <a:lnTo>
                    <a:pt x="9044" y="10902"/>
                  </a:lnTo>
                  <a:cubicBezTo>
                    <a:pt x="8189" y="11583"/>
                    <a:pt x="6762" y="11992"/>
                    <a:pt x="5219" y="11992"/>
                  </a:cubicBezTo>
                  <a:cubicBezTo>
                    <a:pt x="4564" y="11992"/>
                    <a:pt x="3912" y="11916"/>
                    <a:pt x="3274" y="11761"/>
                  </a:cubicBezTo>
                  <a:cubicBezTo>
                    <a:pt x="3254" y="11756"/>
                    <a:pt x="3235" y="11753"/>
                    <a:pt x="3217" y="11753"/>
                  </a:cubicBezTo>
                  <a:cubicBezTo>
                    <a:pt x="2997" y="11753"/>
                    <a:pt x="2932" y="12095"/>
                    <a:pt x="3176" y="12155"/>
                  </a:cubicBezTo>
                  <a:cubicBezTo>
                    <a:pt x="3506" y="12239"/>
                    <a:pt x="3839" y="12300"/>
                    <a:pt x="4176" y="12337"/>
                  </a:cubicBezTo>
                  <a:lnTo>
                    <a:pt x="4585" y="13778"/>
                  </a:lnTo>
                  <a:cubicBezTo>
                    <a:pt x="4615" y="13881"/>
                    <a:pt x="4695" y="13926"/>
                    <a:pt x="4776" y="13926"/>
                  </a:cubicBezTo>
                  <a:cubicBezTo>
                    <a:pt x="4899" y="13926"/>
                    <a:pt x="5024" y="13823"/>
                    <a:pt x="4980" y="13666"/>
                  </a:cubicBezTo>
                  <a:lnTo>
                    <a:pt x="4611" y="12376"/>
                  </a:lnTo>
                  <a:lnTo>
                    <a:pt x="4611" y="12376"/>
                  </a:lnTo>
                  <a:cubicBezTo>
                    <a:pt x="4810" y="12391"/>
                    <a:pt x="5013" y="12398"/>
                    <a:pt x="5219" y="12398"/>
                  </a:cubicBezTo>
                  <a:cubicBezTo>
                    <a:pt x="5422" y="12398"/>
                    <a:pt x="5625" y="12391"/>
                    <a:pt x="5824" y="12376"/>
                  </a:cubicBezTo>
                  <a:lnTo>
                    <a:pt x="5824" y="12376"/>
                  </a:lnTo>
                  <a:lnTo>
                    <a:pt x="5458" y="13666"/>
                  </a:lnTo>
                  <a:cubicBezTo>
                    <a:pt x="5412" y="13823"/>
                    <a:pt x="5538" y="13926"/>
                    <a:pt x="5660" y="13926"/>
                  </a:cubicBezTo>
                  <a:cubicBezTo>
                    <a:pt x="5741" y="13926"/>
                    <a:pt x="5821" y="13881"/>
                    <a:pt x="5849" y="13778"/>
                  </a:cubicBezTo>
                  <a:lnTo>
                    <a:pt x="6262" y="12337"/>
                  </a:lnTo>
                  <a:cubicBezTo>
                    <a:pt x="7584" y="12177"/>
                    <a:pt x="8750" y="11724"/>
                    <a:pt x="9471" y="11073"/>
                  </a:cubicBezTo>
                  <a:cubicBezTo>
                    <a:pt x="9815" y="11268"/>
                    <a:pt x="10025" y="11634"/>
                    <a:pt x="10025" y="12029"/>
                  </a:cubicBezTo>
                  <a:lnTo>
                    <a:pt x="10025" y="13720"/>
                  </a:lnTo>
                  <a:cubicBezTo>
                    <a:pt x="10025" y="13856"/>
                    <a:pt x="10127" y="13924"/>
                    <a:pt x="10230" y="13924"/>
                  </a:cubicBezTo>
                  <a:cubicBezTo>
                    <a:pt x="10332" y="13924"/>
                    <a:pt x="10434" y="13856"/>
                    <a:pt x="10434" y="13720"/>
                  </a:cubicBezTo>
                  <a:lnTo>
                    <a:pt x="10434" y="12029"/>
                  </a:lnTo>
                  <a:cubicBezTo>
                    <a:pt x="10434" y="11391"/>
                    <a:pt x="10032" y="10819"/>
                    <a:pt x="9428" y="10605"/>
                  </a:cubicBezTo>
                  <a:lnTo>
                    <a:pt x="9862" y="10345"/>
                  </a:lnTo>
                  <a:cubicBezTo>
                    <a:pt x="10090" y="10207"/>
                    <a:pt x="10210" y="9946"/>
                    <a:pt x="10163" y="9685"/>
                  </a:cubicBezTo>
                  <a:lnTo>
                    <a:pt x="9007" y="3177"/>
                  </a:lnTo>
                  <a:cubicBezTo>
                    <a:pt x="8681" y="1341"/>
                    <a:pt x="7084"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88"/>
            <p:cNvSpPr/>
            <p:nvPr/>
          </p:nvSpPr>
          <p:spPr>
            <a:xfrm>
              <a:off x="7273836" y="4457392"/>
              <a:ext cx="49630" cy="16543"/>
            </a:xfrm>
            <a:custGeom>
              <a:rect b="b" l="l" r="r" t="t"/>
              <a:pathLst>
                <a:path extrusionOk="0" h="631" w="1893">
                  <a:moveTo>
                    <a:pt x="295" y="1"/>
                  </a:moveTo>
                  <a:cubicBezTo>
                    <a:pt x="137" y="1"/>
                    <a:pt x="0" y="206"/>
                    <a:pt x="148" y="351"/>
                  </a:cubicBezTo>
                  <a:cubicBezTo>
                    <a:pt x="326" y="525"/>
                    <a:pt x="623" y="630"/>
                    <a:pt x="945" y="630"/>
                  </a:cubicBezTo>
                  <a:cubicBezTo>
                    <a:pt x="1271" y="630"/>
                    <a:pt x="1568" y="525"/>
                    <a:pt x="1742" y="351"/>
                  </a:cubicBezTo>
                  <a:cubicBezTo>
                    <a:pt x="1893" y="206"/>
                    <a:pt x="1757" y="1"/>
                    <a:pt x="1597" y="1"/>
                  </a:cubicBezTo>
                  <a:cubicBezTo>
                    <a:pt x="1550" y="1"/>
                    <a:pt x="1500" y="19"/>
                    <a:pt x="1456" y="62"/>
                  </a:cubicBezTo>
                  <a:cubicBezTo>
                    <a:pt x="1383" y="138"/>
                    <a:pt x="1202" y="221"/>
                    <a:pt x="945" y="221"/>
                  </a:cubicBezTo>
                  <a:cubicBezTo>
                    <a:pt x="688" y="221"/>
                    <a:pt x="510" y="138"/>
                    <a:pt x="434" y="62"/>
                  </a:cubicBezTo>
                  <a:cubicBezTo>
                    <a:pt x="391" y="19"/>
                    <a:pt x="342"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88"/>
            <p:cNvSpPr/>
            <p:nvPr/>
          </p:nvSpPr>
          <p:spPr>
            <a:xfrm>
              <a:off x="7258918" y="4417515"/>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88"/>
            <p:cNvSpPr/>
            <p:nvPr/>
          </p:nvSpPr>
          <p:spPr>
            <a:xfrm>
              <a:off x="7327556" y="4417515"/>
              <a:ext cx="10749" cy="16360"/>
            </a:xfrm>
            <a:custGeom>
              <a:rect b="b" l="l" r="r" t="t"/>
              <a:pathLst>
                <a:path extrusionOk="0" h="624" w="410">
                  <a:moveTo>
                    <a:pt x="204" y="0"/>
                  </a:moveTo>
                  <a:cubicBezTo>
                    <a:pt x="91" y="0"/>
                    <a:pt x="1" y="91"/>
                    <a:pt x="1" y="203"/>
                  </a:cubicBezTo>
                  <a:lnTo>
                    <a:pt x="1" y="420"/>
                  </a:lnTo>
                  <a:cubicBezTo>
                    <a:pt x="1" y="556"/>
                    <a:pt x="103" y="624"/>
                    <a:pt x="205" y="624"/>
                  </a:cubicBezTo>
                  <a:cubicBezTo>
                    <a:pt x="308" y="624"/>
                    <a:pt x="410" y="556"/>
                    <a:pt x="410" y="420"/>
                  </a:cubicBezTo>
                  <a:lnTo>
                    <a:pt x="410" y="203"/>
                  </a:lnTo>
                  <a:cubicBezTo>
                    <a:pt x="410"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88"/>
            <p:cNvSpPr/>
            <p:nvPr/>
          </p:nvSpPr>
          <p:spPr>
            <a:xfrm>
              <a:off x="7251499" y="4400316"/>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88"/>
            <p:cNvSpPr/>
            <p:nvPr/>
          </p:nvSpPr>
          <p:spPr>
            <a:xfrm>
              <a:off x="7320057" y="4400316"/>
              <a:ext cx="25667" cy="10749"/>
            </a:xfrm>
            <a:custGeom>
              <a:rect b="b" l="l" r="r" t="t"/>
              <a:pathLst>
                <a:path extrusionOk="0" h="410" w="979">
                  <a:moveTo>
                    <a:pt x="272" y="1"/>
                  </a:moveTo>
                  <a:cubicBezTo>
                    <a:pt x="1" y="1"/>
                    <a:pt x="1" y="410"/>
                    <a:pt x="272" y="410"/>
                  </a:cubicBezTo>
                  <a:lnTo>
                    <a:pt x="707" y="410"/>
                  </a:lnTo>
                  <a:cubicBezTo>
                    <a:pt x="978" y="410"/>
                    <a:pt x="978"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9" name="Google Shape;18089;p88"/>
          <p:cNvGrpSpPr/>
          <p:nvPr/>
        </p:nvGrpSpPr>
        <p:grpSpPr>
          <a:xfrm>
            <a:off x="7606352" y="1983508"/>
            <a:ext cx="285063" cy="364869"/>
            <a:chOff x="7606352" y="1983508"/>
            <a:chExt cx="285063" cy="364869"/>
          </a:xfrm>
        </p:grpSpPr>
        <p:sp>
          <p:nvSpPr>
            <p:cNvPr id="18090" name="Google Shape;18090;p88"/>
            <p:cNvSpPr/>
            <p:nvPr/>
          </p:nvSpPr>
          <p:spPr>
            <a:xfrm>
              <a:off x="7611570" y="2205964"/>
              <a:ext cx="274340" cy="137144"/>
            </a:xfrm>
            <a:custGeom>
              <a:rect b="b" l="l" r="r" t="t"/>
              <a:pathLst>
                <a:path extrusionOk="0" h="5231" w="10464">
                  <a:moveTo>
                    <a:pt x="3053" y="1"/>
                  </a:moveTo>
                  <a:cubicBezTo>
                    <a:pt x="2930" y="1"/>
                    <a:pt x="2832" y="99"/>
                    <a:pt x="2832" y="218"/>
                  </a:cubicBezTo>
                  <a:lnTo>
                    <a:pt x="2832" y="1261"/>
                  </a:lnTo>
                  <a:cubicBezTo>
                    <a:pt x="2832" y="1547"/>
                    <a:pt x="2648" y="1801"/>
                    <a:pt x="2373" y="1884"/>
                  </a:cubicBezTo>
                  <a:lnTo>
                    <a:pt x="924" y="2333"/>
                  </a:lnTo>
                  <a:cubicBezTo>
                    <a:pt x="377" y="2500"/>
                    <a:pt x="0" y="3007"/>
                    <a:pt x="0" y="3583"/>
                  </a:cubicBezTo>
                  <a:lnTo>
                    <a:pt x="0" y="5231"/>
                  </a:lnTo>
                  <a:lnTo>
                    <a:pt x="10463" y="5231"/>
                  </a:lnTo>
                  <a:lnTo>
                    <a:pt x="10463" y="3583"/>
                  </a:lnTo>
                  <a:cubicBezTo>
                    <a:pt x="10463" y="3007"/>
                    <a:pt x="10087" y="2500"/>
                    <a:pt x="9540" y="2333"/>
                  </a:cubicBezTo>
                  <a:lnTo>
                    <a:pt x="8091" y="1884"/>
                  </a:lnTo>
                  <a:cubicBezTo>
                    <a:pt x="7816" y="1801"/>
                    <a:pt x="7628" y="1547"/>
                    <a:pt x="7628" y="1261"/>
                  </a:cubicBezTo>
                  <a:lnTo>
                    <a:pt x="7628" y="218"/>
                  </a:lnTo>
                  <a:cubicBezTo>
                    <a:pt x="7628" y="99"/>
                    <a:pt x="7530" y="1"/>
                    <a:pt x="7410"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88"/>
            <p:cNvSpPr/>
            <p:nvPr/>
          </p:nvSpPr>
          <p:spPr>
            <a:xfrm>
              <a:off x="7674334" y="2206069"/>
              <a:ext cx="148811" cy="91368"/>
            </a:xfrm>
            <a:custGeom>
              <a:rect b="b" l="l" r="r" t="t"/>
              <a:pathLst>
                <a:path extrusionOk="0" h="3485" w="5676">
                  <a:moveTo>
                    <a:pt x="659" y="0"/>
                  </a:moveTo>
                  <a:cubicBezTo>
                    <a:pt x="536" y="0"/>
                    <a:pt x="438" y="98"/>
                    <a:pt x="438" y="218"/>
                  </a:cubicBezTo>
                  <a:lnTo>
                    <a:pt x="438" y="1257"/>
                  </a:lnTo>
                  <a:cubicBezTo>
                    <a:pt x="438" y="1536"/>
                    <a:pt x="261" y="1786"/>
                    <a:pt x="0" y="1876"/>
                  </a:cubicBezTo>
                  <a:cubicBezTo>
                    <a:pt x="337" y="2804"/>
                    <a:pt x="1478" y="3484"/>
                    <a:pt x="2836" y="3484"/>
                  </a:cubicBezTo>
                  <a:cubicBezTo>
                    <a:pt x="4198" y="3484"/>
                    <a:pt x="5335" y="2804"/>
                    <a:pt x="5675" y="1876"/>
                  </a:cubicBezTo>
                  <a:cubicBezTo>
                    <a:pt x="5411" y="1782"/>
                    <a:pt x="5234" y="1536"/>
                    <a:pt x="5234" y="1257"/>
                  </a:cubicBezTo>
                  <a:lnTo>
                    <a:pt x="5234" y="218"/>
                  </a:lnTo>
                  <a:cubicBezTo>
                    <a:pt x="5234" y="98"/>
                    <a:pt x="5136" y="0"/>
                    <a:pt x="5016"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88"/>
            <p:cNvSpPr/>
            <p:nvPr/>
          </p:nvSpPr>
          <p:spPr>
            <a:xfrm>
              <a:off x="7685818" y="2205964"/>
              <a:ext cx="125739" cy="39982"/>
            </a:xfrm>
            <a:custGeom>
              <a:rect b="b" l="l" r="r" t="t"/>
              <a:pathLst>
                <a:path extrusionOk="0" h="1525" w="4796">
                  <a:moveTo>
                    <a:pt x="221" y="1"/>
                  </a:moveTo>
                  <a:cubicBezTo>
                    <a:pt x="98" y="1"/>
                    <a:pt x="0" y="99"/>
                    <a:pt x="0" y="218"/>
                  </a:cubicBezTo>
                  <a:lnTo>
                    <a:pt x="0" y="359"/>
                  </a:lnTo>
                  <a:cubicBezTo>
                    <a:pt x="611" y="1136"/>
                    <a:pt x="1505" y="1525"/>
                    <a:pt x="2399" y="1525"/>
                  </a:cubicBezTo>
                  <a:cubicBezTo>
                    <a:pt x="3294" y="1525"/>
                    <a:pt x="4187" y="1136"/>
                    <a:pt x="4796" y="359"/>
                  </a:cubicBezTo>
                  <a:lnTo>
                    <a:pt x="4796" y="218"/>
                  </a:lnTo>
                  <a:cubicBezTo>
                    <a:pt x="4796" y="99"/>
                    <a:pt x="4698" y="1"/>
                    <a:pt x="4578"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88"/>
            <p:cNvSpPr/>
            <p:nvPr/>
          </p:nvSpPr>
          <p:spPr>
            <a:xfrm>
              <a:off x="7651551" y="2051674"/>
              <a:ext cx="194298" cy="154421"/>
            </a:xfrm>
            <a:custGeom>
              <a:rect b="b" l="l" r="r" t="t"/>
              <a:pathLst>
                <a:path extrusionOk="0" h="5890" w="7411">
                  <a:moveTo>
                    <a:pt x="873" y="0"/>
                  </a:moveTo>
                  <a:lnTo>
                    <a:pt x="873" y="2181"/>
                  </a:lnTo>
                  <a:lnTo>
                    <a:pt x="547" y="2181"/>
                  </a:lnTo>
                  <a:cubicBezTo>
                    <a:pt x="246" y="2181"/>
                    <a:pt x="0" y="2423"/>
                    <a:pt x="0" y="2724"/>
                  </a:cubicBezTo>
                  <a:cubicBezTo>
                    <a:pt x="0" y="3025"/>
                    <a:pt x="246" y="3271"/>
                    <a:pt x="547" y="3271"/>
                  </a:cubicBezTo>
                  <a:lnTo>
                    <a:pt x="884" y="3271"/>
                  </a:lnTo>
                  <a:cubicBezTo>
                    <a:pt x="992" y="4745"/>
                    <a:pt x="2224" y="5889"/>
                    <a:pt x="3705" y="5889"/>
                  </a:cubicBezTo>
                  <a:cubicBezTo>
                    <a:pt x="5186" y="5889"/>
                    <a:pt x="6418" y="4745"/>
                    <a:pt x="6530" y="3271"/>
                  </a:cubicBezTo>
                  <a:lnTo>
                    <a:pt x="6867" y="3271"/>
                  </a:lnTo>
                  <a:cubicBezTo>
                    <a:pt x="7167" y="3271"/>
                    <a:pt x="7410" y="3025"/>
                    <a:pt x="7410" y="2724"/>
                  </a:cubicBezTo>
                  <a:cubicBezTo>
                    <a:pt x="7410" y="2423"/>
                    <a:pt x="7167" y="2181"/>
                    <a:pt x="6867" y="2181"/>
                  </a:cubicBezTo>
                  <a:lnTo>
                    <a:pt x="6541" y="2181"/>
                  </a:lnTo>
                  <a:lnTo>
                    <a:pt x="65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88"/>
            <p:cNvSpPr/>
            <p:nvPr/>
          </p:nvSpPr>
          <p:spPr>
            <a:xfrm>
              <a:off x="7649533" y="2051674"/>
              <a:ext cx="144930" cy="154369"/>
            </a:xfrm>
            <a:custGeom>
              <a:rect b="b" l="l" r="r" t="t"/>
              <a:pathLst>
                <a:path extrusionOk="0" h="5888" w="5528">
                  <a:moveTo>
                    <a:pt x="950" y="0"/>
                  </a:moveTo>
                  <a:lnTo>
                    <a:pt x="950" y="2181"/>
                  </a:lnTo>
                  <a:lnTo>
                    <a:pt x="642" y="2181"/>
                  </a:lnTo>
                  <a:cubicBezTo>
                    <a:pt x="639" y="2181"/>
                    <a:pt x="636" y="2181"/>
                    <a:pt x="634" y="2181"/>
                  </a:cubicBezTo>
                  <a:cubicBezTo>
                    <a:pt x="387" y="2181"/>
                    <a:pt x="170" y="2339"/>
                    <a:pt x="99" y="2576"/>
                  </a:cubicBezTo>
                  <a:cubicBezTo>
                    <a:pt x="1" y="2923"/>
                    <a:pt x="262" y="3267"/>
                    <a:pt x="624" y="3271"/>
                  </a:cubicBezTo>
                  <a:lnTo>
                    <a:pt x="961" y="3271"/>
                  </a:lnTo>
                  <a:cubicBezTo>
                    <a:pt x="1066" y="4766"/>
                    <a:pt x="2313" y="5887"/>
                    <a:pt x="3761" y="5887"/>
                  </a:cubicBezTo>
                  <a:cubicBezTo>
                    <a:pt x="3912" y="5887"/>
                    <a:pt x="4066" y="5875"/>
                    <a:pt x="4220" y="5850"/>
                  </a:cubicBezTo>
                  <a:cubicBezTo>
                    <a:pt x="2840" y="5636"/>
                    <a:pt x="1823" y="4448"/>
                    <a:pt x="1823" y="3054"/>
                  </a:cubicBezTo>
                  <a:lnTo>
                    <a:pt x="1823" y="1963"/>
                  </a:lnTo>
                  <a:cubicBezTo>
                    <a:pt x="1823" y="1359"/>
                    <a:pt x="2308" y="873"/>
                    <a:pt x="2909" y="873"/>
                  </a:cubicBezTo>
                  <a:lnTo>
                    <a:pt x="4872" y="873"/>
                  </a:lnTo>
                  <a:cubicBezTo>
                    <a:pt x="5234" y="873"/>
                    <a:pt x="5528" y="580"/>
                    <a:pt x="5528" y="218"/>
                  </a:cubicBezTo>
                  <a:lnTo>
                    <a:pt x="552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88"/>
            <p:cNvSpPr/>
            <p:nvPr/>
          </p:nvSpPr>
          <p:spPr>
            <a:xfrm>
              <a:off x="7660570" y="2001441"/>
              <a:ext cx="105421" cy="107701"/>
            </a:xfrm>
            <a:custGeom>
              <a:rect b="b" l="l" r="r" t="t"/>
              <a:pathLst>
                <a:path extrusionOk="0" h="4108" w="4021">
                  <a:moveTo>
                    <a:pt x="1836" y="1"/>
                  </a:moveTo>
                  <a:cubicBezTo>
                    <a:pt x="743" y="229"/>
                    <a:pt x="0" y="1250"/>
                    <a:pt x="116" y="2362"/>
                  </a:cubicBezTo>
                  <a:lnTo>
                    <a:pt x="301" y="4108"/>
                  </a:lnTo>
                  <a:lnTo>
                    <a:pt x="525" y="4104"/>
                  </a:lnTo>
                  <a:cubicBezTo>
                    <a:pt x="764" y="4100"/>
                    <a:pt x="953" y="3905"/>
                    <a:pt x="953" y="3669"/>
                  </a:cubicBezTo>
                  <a:lnTo>
                    <a:pt x="953" y="2789"/>
                  </a:lnTo>
                  <a:cubicBezTo>
                    <a:pt x="953" y="2427"/>
                    <a:pt x="1246" y="2134"/>
                    <a:pt x="1608" y="2134"/>
                  </a:cubicBezTo>
                  <a:lnTo>
                    <a:pt x="4020" y="2134"/>
                  </a:lnTo>
                  <a:lnTo>
                    <a:pt x="183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88"/>
            <p:cNvSpPr/>
            <p:nvPr/>
          </p:nvSpPr>
          <p:spPr>
            <a:xfrm>
              <a:off x="7685818" y="2143121"/>
              <a:ext cx="125844" cy="85757"/>
            </a:xfrm>
            <a:custGeom>
              <a:rect b="b" l="l" r="r" t="t"/>
              <a:pathLst>
                <a:path extrusionOk="0" h="3271" w="4800">
                  <a:moveTo>
                    <a:pt x="4150" y="0"/>
                  </a:moveTo>
                  <a:cubicBezTo>
                    <a:pt x="4148" y="0"/>
                    <a:pt x="4146" y="0"/>
                    <a:pt x="4144" y="0"/>
                  </a:cubicBezTo>
                  <a:lnTo>
                    <a:pt x="656" y="0"/>
                  </a:lnTo>
                  <a:cubicBezTo>
                    <a:pt x="294" y="0"/>
                    <a:pt x="0" y="294"/>
                    <a:pt x="0" y="656"/>
                  </a:cubicBezTo>
                  <a:lnTo>
                    <a:pt x="0" y="873"/>
                  </a:lnTo>
                  <a:cubicBezTo>
                    <a:pt x="0" y="2199"/>
                    <a:pt x="1076" y="3271"/>
                    <a:pt x="2402" y="3271"/>
                  </a:cubicBezTo>
                  <a:cubicBezTo>
                    <a:pt x="3727" y="3271"/>
                    <a:pt x="4799" y="2199"/>
                    <a:pt x="4799" y="873"/>
                  </a:cubicBezTo>
                  <a:lnTo>
                    <a:pt x="4799" y="656"/>
                  </a:lnTo>
                  <a:cubicBezTo>
                    <a:pt x="4799" y="292"/>
                    <a:pt x="4509" y="0"/>
                    <a:pt x="4150"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88"/>
            <p:cNvSpPr/>
            <p:nvPr/>
          </p:nvSpPr>
          <p:spPr>
            <a:xfrm>
              <a:off x="7685739" y="2143121"/>
              <a:ext cx="77289" cy="85757"/>
            </a:xfrm>
            <a:custGeom>
              <a:rect b="b" l="l" r="r" t="t"/>
              <a:pathLst>
                <a:path extrusionOk="0" h="3271" w="2948">
                  <a:moveTo>
                    <a:pt x="659" y="0"/>
                  </a:moveTo>
                  <a:cubicBezTo>
                    <a:pt x="297" y="0"/>
                    <a:pt x="3" y="294"/>
                    <a:pt x="3" y="656"/>
                  </a:cubicBezTo>
                  <a:lnTo>
                    <a:pt x="3" y="873"/>
                  </a:lnTo>
                  <a:cubicBezTo>
                    <a:pt x="0" y="2227"/>
                    <a:pt x="1105" y="3271"/>
                    <a:pt x="2392" y="3271"/>
                  </a:cubicBezTo>
                  <a:cubicBezTo>
                    <a:pt x="2574" y="3271"/>
                    <a:pt x="2761" y="3250"/>
                    <a:pt x="2948" y="3205"/>
                  </a:cubicBezTo>
                  <a:cubicBezTo>
                    <a:pt x="1861" y="2952"/>
                    <a:pt x="1094" y="1985"/>
                    <a:pt x="1094" y="869"/>
                  </a:cubicBezTo>
                  <a:lnTo>
                    <a:pt x="1094" y="656"/>
                  </a:lnTo>
                  <a:cubicBezTo>
                    <a:pt x="1094" y="294"/>
                    <a:pt x="1387" y="0"/>
                    <a:pt x="17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88"/>
            <p:cNvSpPr/>
            <p:nvPr/>
          </p:nvSpPr>
          <p:spPr>
            <a:xfrm>
              <a:off x="7663035" y="1988804"/>
              <a:ext cx="174058" cy="120338"/>
            </a:xfrm>
            <a:custGeom>
              <a:rect b="b" l="l" r="r" t="t"/>
              <a:pathLst>
                <a:path extrusionOk="0" h="4590" w="6639">
                  <a:moveTo>
                    <a:pt x="435" y="1"/>
                  </a:moveTo>
                  <a:lnTo>
                    <a:pt x="435" y="1"/>
                  </a:lnTo>
                  <a:cubicBezTo>
                    <a:pt x="435" y="1"/>
                    <a:pt x="0" y="2616"/>
                    <a:pt x="3923" y="2616"/>
                  </a:cubicBezTo>
                  <a:lnTo>
                    <a:pt x="5009" y="2616"/>
                  </a:lnTo>
                  <a:cubicBezTo>
                    <a:pt x="5371" y="2616"/>
                    <a:pt x="5665" y="2909"/>
                    <a:pt x="5665" y="3271"/>
                  </a:cubicBezTo>
                  <a:lnTo>
                    <a:pt x="5665" y="4151"/>
                  </a:lnTo>
                  <a:cubicBezTo>
                    <a:pt x="5665" y="4387"/>
                    <a:pt x="5853" y="4582"/>
                    <a:pt x="6092" y="4586"/>
                  </a:cubicBezTo>
                  <a:lnTo>
                    <a:pt x="6317" y="4590"/>
                  </a:lnTo>
                  <a:lnTo>
                    <a:pt x="6501" y="2844"/>
                  </a:lnTo>
                  <a:cubicBezTo>
                    <a:pt x="6639" y="1558"/>
                    <a:pt x="5628" y="436"/>
                    <a:pt x="4335" y="436"/>
                  </a:cubicBezTo>
                  <a:lnTo>
                    <a:pt x="2177" y="436"/>
                  </a:lnTo>
                  <a:cubicBezTo>
                    <a:pt x="1525" y="436"/>
                    <a:pt x="761" y="327"/>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88"/>
            <p:cNvSpPr/>
            <p:nvPr/>
          </p:nvSpPr>
          <p:spPr>
            <a:xfrm>
              <a:off x="7709073"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88"/>
            <p:cNvSpPr/>
            <p:nvPr/>
          </p:nvSpPr>
          <p:spPr>
            <a:xfrm>
              <a:off x="7777631" y="2109221"/>
              <a:ext cx="10671" cy="16386"/>
            </a:xfrm>
            <a:custGeom>
              <a:rect b="b" l="l" r="r" t="t"/>
              <a:pathLst>
                <a:path extrusionOk="0" h="625"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88"/>
            <p:cNvSpPr/>
            <p:nvPr/>
          </p:nvSpPr>
          <p:spPr>
            <a:xfrm>
              <a:off x="7723912" y="2160555"/>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3"/>
                    <a:pt x="1742" y="353"/>
                  </a:cubicBezTo>
                  <a:cubicBezTo>
                    <a:pt x="1892" y="205"/>
                    <a:pt x="1758" y="0"/>
                    <a:pt x="1599" y="0"/>
                  </a:cubicBezTo>
                  <a:cubicBezTo>
                    <a:pt x="1551" y="0"/>
                    <a:pt x="1501" y="19"/>
                    <a:pt x="1456" y="63"/>
                  </a:cubicBezTo>
                  <a:cubicBezTo>
                    <a:pt x="1383" y="136"/>
                    <a:pt x="1202"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88"/>
            <p:cNvSpPr/>
            <p:nvPr/>
          </p:nvSpPr>
          <p:spPr>
            <a:xfrm>
              <a:off x="7701574" y="2092023"/>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88"/>
            <p:cNvSpPr/>
            <p:nvPr/>
          </p:nvSpPr>
          <p:spPr>
            <a:xfrm>
              <a:off x="7770133" y="2092023"/>
              <a:ext cx="25667" cy="10749"/>
            </a:xfrm>
            <a:custGeom>
              <a:rect b="b" l="l" r="r" t="t"/>
              <a:pathLst>
                <a:path extrusionOk="0" h="410" w="979">
                  <a:moveTo>
                    <a:pt x="272" y="1"/>
                  </a:moveTo>
                  <a:cubicBezTo>
                    <a:pt x="1" y="1"/>
                    <a:pt x="1"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88"/>
            <p:cNvSpPr/>
            <p:nvPr/>
          </p:nvSpPr>
          <p:spPr>
            <a:xfrm>
              <a:off x="7606352" y="1983508"/>
              <a:ext cx="285063" cy="364869"/>
            </a:xfrm>
            <a:custGeom>
              <a:rect b="b" l="l" r="r" t="t"/>
              <a:pathLst>
                <a:path extrusionOk="0" h="13917" w="10873">
                  <a:moveTo>
                    <a:pt x="2792" y="576"/>
                  </a:moveTo>
                  <a:cubicBezTo>
                    <a:pt x="2955" y="652"/>
                    <a:pt x="3126" y="706"/>
                    <a:pt x="3303" y="743"/>
                  </a:cubicBezTo>
                  <a:cubicBezTo>
                    <a:pt x="3644" y="811"/>
                    <a:pt x="3991" y="844"/>
                    <a:pt x="4339" y="844"/>
                  </a:cubicBezTo>
                  <a:lnTo>
                    <a:pt x="6497" y="844"/>
                  </a:lnTo>
                  <a:cubicBezTo>
                    <a:pt x="7667" y="844"/>
                    <a:pt x="8584" y="1858"/>
                    <a:pt x="8460" y="3024"/>
                  </a:cubicBezTo>
                  <a:lnTo>
                    <a:pt x="8297" y="4578"/>
                  </a:lnTo>
                  <a:lnTo>
                    <a:pt x="8261" y="4578"/>
                  </a:lnTo>
                  <a:cubicBezTo>
                    <a:pt x="8134" y="4574"/>
                    <a:pt x="8029" y="4473"/>
                    <a:pt x="8029" y="4346"/>
                  </a:cubicBezTo>
                  <a:lnTo>
                    <a:pt x="8029" y="3473"/>
                  </a:lnTo>
                  <a:cubicBezTo>
                    <a:pt x="8029" y="2999"/>
                    <a:pt x="7646" y="2615"/>
                    <a:pt x="7175" y="2615"/>
                  </a:cubicBezTo>
                  <a:lnTo>
                    <a:pt x="6085" y="2615"/>
                  </a:lnTo>
                  <a:cubicBezTo>
                    <a:pt x="4726" y="2615"/>
                    <a:pt x="3767" y="2296"/>
                    <a:pt x="3234" y="1673"/>
                  </a:cubicBezTo>
                  <a:cubicBezTo>
                    <a:pt x="2974" y="1365"/>
                    <a:pt x="2818" y="982"/>
                    <a:pt x="2792" y="576"/>
                  </a:cubicBezTo>
                  <a:close/>
                  <a:moveTo>
                    <a:pt x="2742" y="1691"/>
                  </a:moveTo>
                  <a:cubicBezTo>
                    <a:pt x="2796" y="1775"/>
                    <a:pt x="2854" y="1854"/>
                    <a:pt x="2919" y="1930"/>
                  </a:cubicBezTo>
                  <a:cubicBezTo>
                    <a:pt x="3531" y="2655"/>
                    <a:pt x="4596" y="3017"/>
                    <a:pt x="6085" y="3017"/>
                  </a:cubicBezTo>
                  <a:lnTo>
                    <a:pt x="7175" y="3017"/>
                  </a:lnTo>
                  <a:cubicBezTo>
                    <a:pt x="7421" y="3021"/>
                    <a:pt x="7624" y="3220"/>
                    <a:pt x="7624" y="3470"/>
                  </a:cubicBezTo>
                  <a:lnTo>
                    <a:pt x="7624" y="4343"/>
                  </a:lnTo>
                  <a:cubicBezTo>
                    <a:pt x="7624" y="4694"/>
                    <a:pt x="7910" y="4980"/>
                    <a:pt x="8265" y="4984"/>
                  </a:cubicBezTo>
                  <a:lnTo>
                    <a:pt x="8591" y="4984"/>
                  </a:lnTo>
                  <a:cubicBezTo>
                    <a:pt x="8794" y="4984"/>
                    <a:pt x="8949" y="5157"/>
                    <a:pt x="8928" y="5360"/>
                  </a:cubicBezTo>
                  <a:cubicBezTo>
                    <a:pt x="8913" y="5530"/>
                    <a:pt x="8747" y="5664"/>
                    <a:pt x="8558" y="5664"/>
                  </a:cubicBezTo>
                  <a:lnTo>
                    <a:pt x="8468" y="5664"/>
                  </a:lnTo>
                  <a:lnTo>
                    <a:pt x="8468" y="5657"/>
                  </a:lnTo>
                  <a:cubicBezTo>
                    <a:pt x="8468" y="5541"/>
                    <a:pt x="8377" y="5451"/>
                    <a:pt x="8265" y="5451"/>
                  </a:cubicBezTo>
                  <a:cubicBezTo>
                    <a:pt x="8153" y="5451"/>
                    <a:pt x="8062" y="5541"/>
                    <a:pt x="8062" y="5657"/>
                  </a:cubicBezTo>
                  <a:cubicBezTo>
                    <a:pt x="8062" y="5903"/>
                    <a:pt x="8026" y="6150"/>
                    <a:pt x="7957" y="6389"/>
                  </a:cubicBezTo>
                  <a:cubicBezTo>
                    <a:pt x="7816" y="6081"/>
                    <a:pt x="7512" y="5882"/>
                    <a:pt x="7175" y="5882"/>
                  </a:cubicBezTo>
                  <a:lnTo>
                    <a:pt x="3687" y="5882"/>
                  </a:lnTo>
                  <a:cubicBezTo>
                    <a:pt x="3350" y="5882"/>
                    <a:pt x="3046" y="6081"/>
                    <a:pt x="2905" y="6389"/>
                  </a:cubicBezTo>
                  <a:cubicBezTo>
                    <a:pt x="2836" y="6150"/>
                    <a:pt x="2800" y="5900"/>
                    <a:pt x="2800" y="5654"/>
                  </a:cubicBezTo>
                  <a:cubicBezTo>
                    <a:pt x="2800" y="5518"/>
                    <a:pt x="2698" y="5450"/>
                    <a:pt x="2597" y="5450"/>
                  </a:cubicBezTo>
                  <a:cubicBezTo>
                    <a:pt x="2495" y="5450"/>
                    <a:pt x="2394" y="5518"/>
                    <a:pt x="2394" y="5654"/>
                  </a:cubicBezTo>
                  <a:lnTo>
                    <a:pt x="2394" y="5664"/>
                  </a:lnTo>
                  <a:lnTo>
                    <a:pt x="2271" y="5664"/>
                  </a:lnTo>
                  <a:cubicBezTo>
                    <a:pt x="2068" y="5664"/>
                    <a:pt x="1909" y="5491"/>
                    <a:pt x="1930" y="5288"/>
                  </a:cubicBezTo>
                  <a:cubicBezTo>
                    <a:pt x="1949" y="5118"/>
                    <a:pt x="2112" y="4984"/>
                    <a:pt x="2300" y="4984"/>
                  </a:cubicBezTo>
                  <a:lnTo>
                    <a:pt x="2597" y="4984"/>
                  </a:lnTo>
                  <a:cubicBezTo>
                    <a:pt x="2952" y="4984"/>
                    <a:pt x="3238" y="4697"/>
                    <a:pt x="3238" y="4343"/>
                  </a:cubicBezTo>
                  <a:lnTo>
                    <a:pt x="3238" y="3256"/>
                  </a:lnTo>
                  <a:cubicBezTo>
                    <a:pt x="3238" y="3173"/>
                    <a:pt x="3281" y="3097"/>
                    <a:pt x="3354" y="3057"/>
                  </a:cubicBezTo>
                  <a:cubicBezTo>
                    <a:pt x="3552" y="2941"/>
                    <a:pt x="3437" y="2671"/>
                    <a:pt x="3255" y="2671"/>
                  </a:cubicBezTo>
                  <a:cubicBezTo>
                    <a:pt x="3221" y="2671"/>
                    <a:pt x="3184" y="2680"/>
                    <a:pt x="3147" y="2702"/>
                  </a:cubicBezTo>
                  <a:cubicBezTo>
                    <a:pt x="2952" y="2818"/>
                    <a:pt x="2829" y="3028"/>
                    <a:pt x="2829" y="3256"/>
                  </a:cubicBezTo>
                  <a:lnTo>
                    <a:pt x="2829" y="4343"/>
                  </a:lnTo>
                  <a:cubicBezTo>
                    <a:pt x="2829" y="4469"/>
                    <a:pt x="2724" y="4574"/>
                    <a:pt x="2597" y="4574"/>
                  </a:cubicBezTo>
                  <a:lnTo>
                    <a:pt x="2561" y="4574"/>
                  </a:lnTo>
                  <a:lnTo>
                    <a:pt x="2398" y="3024"/>
                  </a:lnTo>
                  <a:cubicBezTo>
                    <a:pt x="2351" y="2553"/>
                    <a:pt x="2470" y="2079"/>
                    <a:pt x="2742" y="1691"/>
                  </a:cubicBezTo>
                  <a:close/>
                  <a:moveTo>
                    <a:pt x="7171" y="6291"/>
                  </a:moveTo>
                  <a:cubicBezTo>
                    <a:pt x="7421" y="6295"/>
                    <a:pt x="7620" y="6494"/>
                    <a:pt x="7624" y="6744"/>
                  </a:cubicBezTo>
                  <a:lnTo>
                    <a:pt x="7624" y="6961"/>
                  </a:lnTo>
                  <a:cubicBezTo>
                    <a:pt x="7624" y="8171"/>
                    <a:pt x="6642" y="9152"/>
                    <a:pt x="5429" y="9152"/>
                  </a:cubicBezTo>
                  <a:cubicBezTo>
                    <a:pt x="4219" y="9152"/>
                    <a:pt x="3238" y="8171"/>
                    <a:pt x="3238" y="6961"/>
                  </a:cubicBezTo>
                  <a:lnTo>
                    <a:pt x="3238" y="6744"/>
                  </a:lnTo>
                  <a:cubicBezTo>
                    <a:pt x="3238" y="6494"/>
                    <a:pt x="3437" y="6295"/>
                    <a:pt x="3687" y="6291"/>
                  </a:cubicBezTo>
                  <a:close/>
                  <a:moveTo>
                    <a:pt x="2600" y="0"/>
                  </a:moveTo>
                  <a:cubicBezTo>
                    <a:pt x="2506" y="0"/>
                    <a:pt x="2416" y="65"/>
                    <a:pt x="2398" y="170"/>
                  </a:cubicBezTo>
                  <a:cubicBezTo>
                    <a:pt x="2354" y="551"/>
                    <a:pt x="2401" y="934"/>
                    <a:pt x="2539" y="1289"/>
                  </a:cubicBezTo>
                  <a:cubicBezTo>
                    <a:pt x="2126" y="1786"/>
                    <a:pt x="1930" y="2427"/>
                    <a:pt x="1996" y="3068"/>
                  </a:cubicBezTo>
                  <a:lnTo>
                    <a:pt x="2159" y="4592"/>
                  </a:lnTo>
                  <a:cubicBezTo>
                    <a:pt x="1825" y="4654"/>
                    <a:pt x="1561" y="4918"/>
                    <a:pt x="1528" y="5248"/>
                  </a:cubicBezTo>
                  <a:cubicBezTo>
                    <a:pt x="1481" y="5690"/>
                    <a:pt x="1829" y="6074"/>
                    <a:pt x="2275" y="6074"/>
                  </a:cubicBezTo>
                  <a:lnTo>
                    <a:pt x="2427" y="6074"/>
                  </a:lnTo>
                  <a:cubicBezTo>
                    <a:pt x="2485" y="6490"/>
                    <a:pt x="2626" y="6889"/>
                    <a:pt x="2847" y="7247"/>
                  </a:cubicBezTo>
                  <a:cubicBezTo>
                    <a:pt x="2887" y="7613"/>
                    <a:pt x="3006" y="7971"/>
                    <a:pt x="3194" y="8287"/>
                  </a:cubicBezTo>
                  <a:cubicBezTo>
                    <a:pt x="2988" y="8319"/>
                    <a:pt x="2836" y="8497"/>
                    <a:pt x="2832" y="8707"/>
                  </a:cubicBezTo>
                  <a:lnTo>
                    <a:pt x="2832" y="9746"/>
                  </a:lnTo>
                  <a:cubicBezTo>
                    <a:pt x="2836" y="9945"/>
                    <a:pt x="2706" y="10119"/>
                    <a:pt x="2517" y="10177"/>
                  </a:cubicBezTo>
                  <a:lnTo>
                    <a:pt x="1069" y="10623"/>
                  </a:lnTo>
                  <a:cubicBezTo>
                    <a:pt x="431" y="10815"/>
                    <a:pt x="0" y="11401"/>
                    <a:pt x="0" y="12068"/>
                  </a:cubicBezTo>
                  <a:lnTo>
                    <a:pt x="0" y="13716"/>
                  </a:lnTo>
                  <a:cubicBezTo>
                    <a:pt x="0" y="13850"/>
                    <a:pt x="102" y="13917"/>
                    <a:pt x="205" y="13917"/>
                  </a:cubicBezTo>
                  <a:cubicBezTo>
                    <a:pt x="307" y="13917"/>
                    <a:pt x="409" y="13850"/>
                    <a:pt x="409" y="13716"/>
                  </a:cubicBezTo>
                  <a:lnTo>
                    <a:pt x="409" y="12068"/>
                  </a:lnTo>
                  <a:cubicBezTo>
                    <a:pt x="406" y="11582"/>
                    <a:pt x="724" y="11151"/>
                    <a:pt x="1188" y="11010"/>
                  </a:cubicBezTo>
                  <a:lnTo>
                    <a:pt x="2514" y="10604"/>
                  </a:lnTo>
                  <a:cubicBezTo>
                    <a:pt x="2876" y="11528"/>
                    <a:pt x="4064" y="12176"/>
                    <a:pt x="5436" y="12176"/>
                  </a:cubicBezTo>
                  <a:cubicBezTo>
                    <a:pt x="5446" y="12176"/>
                    <a:pt x="5457" y="12176"/>
                    <a:pt x="5467" y="12176"/>
                  </a:cubicBezTo>
                  <a:cubicBezTo>
                    <a:pt x="5924" y="12176"/>
                    <a:pt x="6380" y="12097"/>
                    <a:pt x="6813" y="11945"/>
                  </a:cubicBezTo>
                  <a:cubicBezTo>
                    <a:pt x="7039" y="11860"/>
                    <a:pt x="6954" y="11546"/>
                    <a:pt x="6753" y="11546"/>
                  </a:cubicBezTo>
                  <a:cubicBezTo>
                    <a:pt x="6728" y="11546"/>
                    <a:pt x="6702" y="11550"/>
                    <a:pt x="6675" y="11561"/>
                  </a:cubicBezTo>
                  <a:cubicBezTo>
                    <a:pt x="6277" y="11698"/>
                    <a:pt x="5856" y="11771"/>
                    <a:pt x="5436" y="11771"/>
                  </a:cubicBezTo>
                  <a:cubicBezTo>
                    <a:pt x="4802" y="11771"/>
                    <a:pt x="4187" y="11615"/>
                    <a:pt x="3709" y="11332"/>
                  </a:cubicBezTo>
                  <a:cubicBezTo>
                    <a:pt x="3303" y="11097"/>
                    <a:pt x="3017" y="10786"/>
                    <a:pt x="2887" y="10441"/>
                  </a:cubicBezTo>
                  <a:cubicBezTo>
                    <a:pt x="3111" y="10282"/>
                    <a:pt x="3242" y="10021"/>
                    <a:pt x="3242" y="9746"/>
                  </a:cubicBezTo>
                  <a:lnTo>
                    <a:pt x="3242" y="8707"/>
                  </a:lnTo>
                  <a:cubicBezTo>
                    <a:pt x="3242" y="8696"/>
                    <a:pt x="3249" y="8692"/>
                    <a:pt x="3256" y="8692"/>
                  </a:cubicBezTo>
                  <a:lnTo>
                    <a:pt x="3495" y="8692"/>
                  </a:lnTo>
                  <a:cubicBezTo>
                    <a:pt x="4011" y="9273"/>
                    <a:pt x="4723" y="9564"/>
                    <a:pt x="5435" y="9564"/>
                  </a:cubicBezTo>
                  <a:cubicBezTo>
                    <a:pt x="6147" y="9564"/>
                    <a:pt x="6860" y="9273"/>
                    <a:pt x="7378" y="8692"/>
                  </a:cubicBezTo>
                  <a:lnTo>
                    <a:pt x="7613" y="8692"/>
                  </a:lnTo>
                  <a:cubicBezTo>
                    <a:pt x="7620" y="8692"/>
                    <a:pt x="7627" y="8696"/>
                    <a:pt x="7627" y="8707"/>
                  </a:cubicBezTo>
                  <a:lnTo>
                    <a:pt x="7627" y="9746"/>
                  </a:lnTo>
                  <a:cubicBezTo>
                    <a:pt x="7627" y="10021"/>
                    <a:pt x="7758" y="10282"/>
                    <a:pt x="7982" y="10441"/>
                  </a:cubicBezTo>
                  <a:cubicBezTo>
                    <a:pt x="7881" y="10706"/>
                    <a:pt x="7689" y="10949"/>
                    <a:pt x="7421" y="11159"/>
                  </a:cubicBezTo>
                  <a:cubicBezTo>
                    <a:pt x="7249" y="11293"/>
                    <a:pt x="7377" y="11527"/>
                    <a:pt x="7545" y="11527"/>
                  </a:cubicBezTo>
                  <a:cubicBezTo>
                    <a:pt x="7586" y="11527"/>
                    <a:pt x="7629" y="11514"/>
                    <a:pt x="7671" y="11481"/>
                  </a:cubicBezTo>
                  <a:cubicBezTo>
                    <a:pt x="7993" y="11231"/>
                    <a:pt x="8229" y="10930"/>
                    <a:pt x="8359" y="10604"/>
                  </a:cubicBezTo>
                  <a:lnTo>
                    <a:pt x="9681" y="11014"/>
                  </a:lnTo>
                  <a:cubicBezTo>
                    <a:pt x="10148" y="11151"/>
                    <a:pt x="10463" y="11582"/>
                    <a:pt x="10463" y="12068"/>
                  </a:cubicBezTo>
                  <a:lnTo>
                    <a:pt x="10463" y="13716"/>
                  </a:lnTo>
                  <a:cubicBezTo>
                    <a:pt x="10463" y="13850"/>
                    <a:pt x="10565" y="13917"/>
                    <a:pt x="10666" y="13917"/>
                  </a:cubicBezTo>
                  <a:cubicBezTo>
                    <a:pt x="10767" y="13917"/>
                    <a:pt x="10869" y="13850"/>
                    <a:pt x="10869" y="13716"/>
                  </a:cubicBezTo>
                  <a:lnTo>
                    <a:pt x="10869" y="12068"/>
                  </a:lnTo>
                  <a:cubicBezTo>
                    <a:pt x="10872" y="11401"/>
                    <a:pt x="10434" y="10815"/>
                    <a:pt x="9797" y="10623"/>
                  </a:cubicBezTo>
                  <a:lnTo>
                    <a:pt x="8348" y="10177"/>
                  </a:lnTo>
                  <a:cubicBezTo>
                    <a:pt x="8160" y="10119"/>
                    <a:pt x="8033" y="9942"/>
                    <a:pt x="8033" y="9746"/>
                  </a:cubicBezTo>
                  <a:lnTo>
                    <a:pt x="8033" y="8703"/>
                  </a:lnTo>
                  <a:cubicBezTo>
                    <a:pt x="8033" y="8493"/>
                    <a:pt x="7877" y="8316"/>
                    <a:pt x="7671" y="8287"/>
                  </a:cubicBezTo>
                  <a:cubicBezTo>
                    <a:pt x="7859" y="7968"/>
                    <a:pt x="7979" y="7613"/>
                    <a:pt x="8019" y="7247"/>
                  </a:cubicBezTo>
                  <a:cubicBezTo>
                    <a:pt x="8240" y="6889"/>
                    <a:pt x="8384" y="6490"/>
                    <a:pt x="8442" y="6074"/>
                  </a:cubicBezTo>
                  <a:lnTo>
                    <a:pt x="8562" y="6074"/>
                  </a:lnTo>
                  <a:cubicBezTo>
                    <a:pt x="8960" y="6074"/>
                    <a:pt x="9301" y="5780"/>
                    <a:pt x="9337" y="5400"/>
                  </a:cubicBezTo>
                  <a:cubicBezTo>
                    <a:pt x="9377" y="5005"/>
                    <a:pt x="9101" y="4647"/>
                    <a:pt x="8710" y="4585"/>
                  </a:cubicBezTo>
                  <a:lnTo>
                    <a:pt x="8870" y="3068"/>
                  </a:lnTo>
                  <a:cubicBezTo>
                    <a:pt x="9018" y="1662"/>
                    <a:pt x="7914" y="435"/>
                    <a:pt x="6501" y="435"/>
                  </a:cubicBezTo>
                  <a:lnTo>
                    <a:pt x="4343" y="435"/>
                  </a:lnTo>
                  <a:cubicBezTo>
                    <a:pt x="3589" y="435"/>
                    <a:pt x="2977" y="293"/>
                    <a:pt x="2745" y="62"/>
                  </a:cubicBezTo>
                  <a:cubicBezTo>
                    <a:pt x="2703" y="19"/>
                    <a:pt x="2651" y="0"/>
                    <a:pt x="2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5" name="Google Shape;18105;p88"/>
          <p:cNvGrpSpPr/>
          <p:nvPr/>
        </p:nvGrpSpPr>
        <p:grpSpPr>
          <a:xfrm>
            <a:off x="7611937" y="4286087"/>
            <a:ext cx="273580" cy="365052"/>
            <a:chOff x="7611937" y="4286087"/>
            <a:chExt cx="273580" cy="365052"/>
          </a:xfrm>
        </p:grpSpPr>
        <p:sp>
          <p:nvSpPr>
            <p:cNvPr id="18106" name="Google Shape;18106;p88"/>
            <p:cNvSpPr/>
            <p:nvPr/>
          </p:nvSpPr>
          <p:spPr>
            <a:xfrm>
              <a:off x="7617259" y="4536752"/>
              <a:ext cx="262857" cy="109039"/>
            </a:xfrm>
            <a:custGeom>
              <a:rect b="b" l="l" r="r" t="t"/>
              <a:pathLst>
                <a:path extrusionOk="0" h="4159" w="10026">
                  <a:moveTo>
                    <a:pt x="3126" y="1"/>
                  </a:moveTo>
                  <a:lnTo>
                    <a:pt x="873" y="798"/>
                  </a:lnTo>
                  <a:cubicBezTo>
                    <a:pt x="352" y="982"/>
                    <a:pt x="1" y="1475"/>
                    <a:pt x="1" y="2029"/>
                  </a:cubicBezTo>
                  <a:lnTo>
                    <a:pt x="1" y="4159"/>
                  </a:lnTo>
                  <a:lnTo>
                    <a:pt x="10026" y="4159"/>
                  </a:lnTo>
                  <a:lnTo>
                    <a:pt x="10026" y="2029"/>
                  </a:lnTo>
                  <a:cubicBezTo>
                    <a:pt x="10026" y="1475"/>
                    <a:pt x="9678" y="982"/>
                    <a:pt x="9156" y="798"/>
                  </a:cubicBezTo>
                  <a:lnTo>
                    <a:pt x="690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88"/>
            <p:cNvSpPr/>
            <p:nvPr/>
          </p:nvSpPr>
          <p:spPr>
            <a:xfrm>
              <a:off x="7720084" y="4537145"/>
              <a:ext cx="57207" cy="108567"/>
            </a:xfrm>
            <a:custGeom>
              <a:rect b="b" l="l" r="r" t="t"/>
              <a:pathLst>
                <a:path extrusionOk="0" h="4141" w="2182">
                  <a:moveTo>
                    <a:pt x="1" y="0"/>
                  </a:moveTo>
                  <a:lnTo>
                    <a:pt x="1" y="4140"/>
                  </a:lnTo>
                  <a:lnTo>
                    <a:pt x="2181" y="4140"/>
                  </a:lnTo>
                  <a:lnTo>
                    <a:pt x="2181"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88"/>
            <p:cNvSpPr/>
            <p:nvPr/>
          </p:nvSpPr>
          <p:spPr>
            <a:xfrm>
              <a:off x="7720084" y="4537145"/>
              <a:ext cx="57207" cy="40034"/>
            </a:xfrm>
            <a:custGeom>
              <a:rect b="b" l="l" r="r" t="t"/>
              <a:pathLst>
                <a:path extrusionOk="0" h="1527" w="2182">
                  <a:moveTo>
                    <a:pt x="1" y="0"/>
                  </a:moveTo>
                  <a:lnTo>
                    <a:pt x="1" y="1196"/>
                  </a:lnTo>
                  <a:cubicBezTo>
                    <a:pt x="330" y="1417"/>
                    <a:pt x="711" y="1527"/>
                    <a:pt x="1091" y="1527"/>
                  </a:cubicBezTo>
                  <a:cubicBezTo>
                    <a:pt x="1471" y="1527"/>
                    <a:pt x="1852" y="1417"/>
                    <a:pt x="2181" y="1196"/>
                  </a:cubicBezTo>
                  <a:lnTo>
                    <a:pt x="2181"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88"/>
            <p:cNvSpPr/>
            <p:nvPr/>
          </p:nvSpPr>
          <p:spPr>
            <a:xfrm>
              <a:off x="7643555" y="4291409"/>
              <a:ext cx="210264" cy="208639"/>
            </a:xfrm>
            <a:custGeom>
              <a:rect b="b" l="l" r="r" t="t"/>
              <a:pathLst>
                <a:path extrusionOk="0" h="7958" w="8020">
                  <a:moveTo>
                    <a:pt x="4010" y="0"/>
                  </a:moveTo>
                  <a:cubicBezTo>
                    <a:pt x="1964" y="0"/>
                    <a:pt x="305" y="1659"/>
                    <a:pt x="305" y="3705"/>
                  </a:cubicBezTo>
                  <a:lnTo>
                    <a:pt x="305" y="5447"/>
                  </a:lnTo>
                  <a:cubicBezTo>
                    <a:pt x="305" y="6096"/>
                    <a:pt x="200" y="6530"/>
                    <a:pt x="91" y="6802"/>
                  </a:cubicBezTo>
                  <a:cubicBezTo>
                    <a:pt x="1" y="7034"/>
                    <a:pt x="124" y="7291"/>
                    <a:pt x="356" y="7367"/>
                  </a:cubicBezTo>
                  <a:cubicBezTo>
                    <a:pt x="1120" y="7628"/>
                    <a:pt x="1906" y="7827"/>
                    <a:pt x="2703" y="7957"/>
                  </a:cubicBezTo>
                  <a:lnTo>
                    <a:pt x="5317" y="7957"/>
                  </a:lnTo>
                  <a:cubicBezTo>
                    <a:pt x="6114" y="7827"/>
                    <a:pt x="6900" y="7628"/>
                    <a:pt x="7664" y="7367"/>
                  </a:cubicBezTo>
                  <a:cubicBezTo>
                    <a:pt x="7896" y="7291"/>
                    <a:pt x="8019" y="7034"/>
                    <a:pt x="7932" y="6806"/>
                  </a:cubicBezTo>
                  <a:cubicBezTo>
                    <a:pt x="7824" y="6534"/>
                    <a:pt x="7715" y="6096"/>
                    <a:pt x="7715" y="5451"/>
                  </a:cubicBezTo>
                  <a:lnTo>
                    <a:pt x="7715" y="3705"/>
                  </a:lnTo>
                  <a:cubicBezTo>
                    <a:pt x="7715" y="1659"/>
                    <a:pt x="6056" y="0"/>
                    <a:pt x="4010"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88"/>
            <p:cNvSpPr/>
            <p:nvPr/>
          </p:nvSpPr>
          <p:spPr>
            <a:xfrm>
              <a:off x="7714395" y="4485680"/>
              <a:ext cx="68585" cy="74379"/>
            </a:xfrm>
            <a:custGeom>
              <a:rect b="b" l="l" r="r" t="t"/>
              <a:pathLst>
                <a:path extrusionOk="0" h="2837" w="2616">
                  <a:moveTo>
                    <a:pt x="1" y="0"/>
                  </a:moveTo>
                  <a:lnTo>
                    <a:pt x="1" y="1525"/>
                  </a:lnTo>
                  <a:cubicBezTo>
                    <a:pt x="1" y="2250"/>
                    <a:pt x="587" y="2836"/>
                    <a:pt x="1308" y="2836"/>
                  </a:cubicBezTo>
                  <a:cubicBezTo>
                    <a:pt x="2032" y="2833"/>
                    <a:pt x="2615" y="2250"/>
                    <a:pt x="2615" y="1525"/>
                  </a:cubicBezTo>
                  <a:lnTo>
                    <a:pt x="261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88"/>
            <p:cNvSpPr/>
            <p:nvPr/>
          </p:nvSpPr>
          <p:spPr>
            <a:xfrm>
              <a:off x="7714395" y="4485680"/>
              <a:ext cx="68585" cy="34266"/>
            </a:xfrm>
            <a:custGeom>
              <a:rect b="b" l="l" r="r" t="t"/>
              <a:pathLst>
                <a:path extrusionOk="0" h="1307" w="2616">
                  <a:moveTo>
                    <a:pt x="1" y="0"/>
                  </a:moveTo>
                  <a:lnTo>
                    <a:pt x="1" y="1033"/>
                  </a:lnTo>
                  <a:cubicBezTo>
                    <a:pt x="417" y="1216"/>
                    <a:pt x="863" y="1307"/>
                    <a:pt x="1308" y="1307"/>
                  </a:cubicBezTo>
                  <a:cubicBezTo>
                    <a:pt x="1754" y="1307"/>
                    <a:pt x="2199" y="1216"/>
                    <a:pt x="2615" y="1033"/>
                  </a:cubicBezTo>
                  <a:lnTo>
                    <a:pt x="26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88"/>
            <p:cNvSpPr/>
            <p:nvPr/>
          </p:nvSpPr>
          <p:spPr>
            <a:xfrm>
              <a:off x="7674413" y="4342874"/>
              <a:ext cx="148627" cy="160005"/>
            </a:xfrm>
            <a:custGeom>
              <a:rect b="b" l="l" r="r" t="t"/>
              <a:pathLst>
                <a:path extrusionOk="0" h="6103" w="5669">
                  <a:moveTo>
                    <a:pt x="1" y="0"/>
                  </a:moveTo>
                  <a:lnTo>
                    <a:pt x="1" y="3267"/>
                  </a:lnTo>
                  <a:cubicBezTo>
                    <a:pt x="1" y="4832"/>
                    <a:pt x="1268" y="6103"/>
                    <a:pt x="2833" y="6103"/>
                  </a:cubicBezTo>
                  <a:cubicBezTo>
                    <a:pt x="4398" y="6103"/>
                    <a:pt x="5669" y="4832"/>
                    <a:pt x="5669" y="3267"/>
                  </a:cubicBezTo>
                  <a:lnTo>
                    <a:pt x="566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88"/>
            <p:cNvSpPr/>
            <p:nvPr/>
          </p:nvSpPr>
          <p:spPr>
            <a:xfrm>
              <a:off x="7674151" y="4342769"/>
              <a:ext cx="148811" cy="160084"/>
            </a:xfrm>
            <a:custGeom>
              <a:rect b="b" l="l" r="r" t="t"/>
              <a:pathLst>
                <a:path extrusionOk="0" h="6106" w="5676">
                  <a:moveTo>
                    <a:pt x="11" y="1"/>
                  </a:moveTo>
                  <a:lnTo>
                    <a:pt x="11" y="3271"/>
                  </a:lnTo>
                  <a:cubicBezTo>
                    <a:pt x="1" y="4859"/>
                    <a:pt x="1288" y="6105"/>
                    <a:pt x="2818" y="6105"/>
                  </a:cubicBezTo>
                  <a:cubicBezTo>
                    <a:pt x="2971" y="6105"/>
                    <a:pt x="3125" y="6093"/>
                    <a:pt x="3281" y="6067"/>
                  </a:cubicBezTo>
                  <a:cubicBezTo>
                    <a:pt x="1901" y="5853"/>
                    <a:pt x="880" y="4669"/>
                    <a:pt x="880" y="3271"/>
                  </a:cubicBezTo>
                  <a:lnTo>
                    <a:pt x="880" y="2330"/>
                  </a:lnTo>
                  <a:cubicBezTo>
                    <a:pt x="880" y="2033"/>
                    <a:pt x="1036" y="1754"/>
                    <a:pt x="1289" y="1594"/>
                  </a:cubicBezTo>
                  <a:cubicBezTo>
                    <a:pt x="1485" y="1471"/>
                    <a:pt x="1673" y="1337"/>
                    <a:pt x="1858" y="1192"/>
                  </a:cubicBezTo>
                  <a:cubicBezTo>
                    <a:pt x="1894" y="1163"/>
                    <a:pt x="1938" y="1145"/>
                    <a:pt x="1985" y="1145"/>
                  </a:cubicBezTo>
                  <a:cubicBezTo>
                    <a:pt x="2032" y="1145"/>
                    <a:pt x="2075" y="1160"/>
                    <a:pt x="2111" y="1189"/>
                  </a:cubicBezTo>
                  <a:cubicBezTo>
                    <a:pt x="2702" y="1627"/>
                    <a:pt x="3890" y="2362"/>
                    <a:pt x="5675" y="2753"/>
                  </a:cubicBezTo>
                  <a:lnTo>
                    <a:pt x="56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88"/>
            <p:cNvSpPr/>
            <p:nvPr/>
          </p:nvSpPr>
          <p:spPr>
            <a:xfrm>
              <a:off x="7645836" y="4611393"/>
              <a:ext cx="57180" cy="34319"/>
            </a:xfrm>
            <a:custGeom>
              <a:rect b="b" l="l" r="r" t="t"/>
              <a:pathLst>
                <a:path extrusionOk="0" h="1309" w="2181">
                  <a:moveTo>
                    <a:pt x="1" y="1"/>
                  </a:moveTo>
                  <a:lnTo>
                    <a:pt x="1" y="1308"/>
                  </a:lnTo>
                  <a:lnTo>
                    <a:pt x="2181" y="1308"/>
                  </a:lnTo>
                  <a:lnTo>
                    <a:pt x="2181"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88"/>
            <p:cNvSpPr/>
            <p:nvPr/>
          </p:nvSpPr>
          <p:spPr>
            <a:xfrm>
              <a:off x="7722942" y="4448556"/>
              <a:ext cx="51491" cy="22914"/>
            </a:xfrm>
            <a:custGeom>
              <a:rect b="b" l="l" r="r" t="t"/>
              <a:pathLst>
                <a:path extrusionOk="0" h="874" w="1964">
                  <a:moveTo>
                    <a:pt x="1" y="0"/>
                  </a:moveTo>
                  <a:cubicBezTo>
                    <a:pt x="1" y="482"/>
                    <a:pt x="442" y="873"/>
                    <a:pt x="982" y="873"/>
                  </a:cubicBezTo>
                  <a:cubicBezTo>
                    <a:pt x="1525" y="873"/>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88"/>
            <p:cNvSpPr/>
            <p:nvPr/>
          </p:nvSpPr>
          <p:spPr>
            <a:xfrm>
              <a:off x="7651551" y="4291382"/>
              <a:ext cx="194298" cy="108672"/>
            </a:xfrm>
            <a:custGeom>
              <a:rect b="b" l="l" r="r" t="t"/>
              <a:pathLst>
                <a:path extrusionOk="0" h="4145" w="7411">
                  <a:moveTo>
                    <a:pt x="3699" y="1"/>
                  </a:moveTo>
                  <a:cubicBezTo>
                    <a:pt x="3678" y="1"/>
                    <a:pt x="3657" y="1"/>
                    <a:pt x="3636" y="1"/>
                  </a:cubicBezTo>
                  <a:cubicBezTo>
                    <a:pt x="1615" y="41"/>
                    <a:pt x="0" y="1689"/>
                    <a:pt x="0" y="3706"/>
                  </a:cubicBezTo>
                  <a:lnTo>
                    <a:pt x="0" y="3848"/>
                  </a:lnTo>
                  <a:cubicBezTo>
                    <a:pt x="467" y="3670"/>
                    <a:pt x="1590" y="3207"/>
                    <a:pt x="2445" y="2526"/>
                  </a:cubicBezTo>
                  <a:cubicBezTo>
                    <a:pt x="2563" y="2432"/>
                    <a:pt x="2705" y="2384"/>
                    <a:pt x="2846" y="2384"/>
                  </a:cubicBezTo>
                  <a:cubicBezTo>
                    <a:pt x="2983" y="2384"/>
                    <a:pt x="3119" y="2428"/>
                    <a:pt x="3234" y="2515"/>
                  </a:cubicBezTo>
                  <a:cubicBezTo>
                    <a:pt x="3868" y="2989"/>
                    <a:pt x="5262" y="3837"/>
                    <a:pt x="7410" y="4145"/>
                  </a:cubicBezTo>
                  <a:lnTo>
                    <a:pt x="7410" y="3804"/>
                  </a:lnTo>
                  <a:cubicBezTo>
                    <a:pt x="7410" y="1750"/>
                    <a:pt x="5746" y="1"/>
                    <a:pt x="369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88"/>
            <p:cNvSpPr/>
            <p:nvPr/>
          </p:nvSpPr>
          <p:spPr>
            <a:xfrm>
              <a:off x="7748687" y="4515201"/>
              <a:ext cx="65622" cy="130511"/>
            </a:xfrm>
            <a:custGeom>
              <a:rect b="b" l="l" r="r" t="t"/>
              <a:pathLst>
                <a:path extrusionOk="0" h="4978" w="2503">
                  <a:moveTo>
                    <a:pt x="1307" y="1"/>
                  </a:moveTo>
                  <a:lnTo>
                    <a:pt x="0" y="4977"/>
                  </a:lnTo>
                  <a:lnTo>
                    <a:pt x="1090" y="4977"/>
                  </a:lnTo>
                  <a:lnTo>
                    <a:pt x="2296" y="2366"/>
                  </a:lnTo>
                  <a:cubicBezTo>
                    <a:pt x="2358" y="2228"/>
                    <a:pt x="2347" y="2069"/>
                    <a:pt x="2264" y="1942"/>
                  </a:cubicBezTo>
                  <a:lnTo>
                    <a:pt x="1963" y="1489"/>
                  </a:lnTo>
                  <a:lnTo>
                    <a:pt x="2387" y="921"/>
                  </a:lnTo>
                  <a:cubicBezTo>
                    <a:pt x="2503" y="765"/>
                    <a:pt x="2448" y="540"/>
                    <a:pt x="2274" y="457"/>
                  </a:cubicBezTo>
                  <a:lnTo>
                    <a:pt x="130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88"/>
            <p:cNvSpPr/>
            <p:nvPr/>
          </p:nvSpPr>
          <p:spPr>
            <a:xfrm>
              <a:off x="7683065" y="4515201"/>
              <a:ext cx="65649" cy="130511"/>
            </a:xfrm>
            <a:custGeom>
              <a:rect b="b" l="l" r="r" t="t"/>
              <a:pathLst>
                <a:path extrusionOk="0" h="4978" w="2504">
                  <a:moveTo>
                    <a:pt x="1196" y="1"/>
                  </a:moveTo>
                  <a:lnTo>
                    <a:pt x="232" y="457"/>
                  </a:lnTo>
                  <a:cubicBezTo>
                    <a:pt x="55" y="540"/>
                    <a:pt x="0" y="765"/>
                    <a:pt x="116" y="921"/>
                  </a:cubicBezTo>
                  <a:lnTo>
                    <a:pt x="544" y="1489"/>
                  </a:lnTo>
                  <a:lnTo>
                    <a:pt x="243" y="1942"/>
                  </a:lnTo>
                  <a:cubicBezTo>
                    <a:pt x="156" y="2069"/>
                    <a:pt x="145" y="2228"/>
                    <a:pt x="211" y="2366"/>
                  </a:cubicBezTo>
                  <a:lnTo>
                    <a:pt x="1413" y="4977"/>
                  </a:lnTo>
                  <a:lnTo>
                    <a:pt x="2503" y="4977"/>
                  </a:lnTo>
                  <a:lnTo>
                    <a:pt x="119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88"/>
            <p:cNvSpPr/>
            <p:nvPr/>
          </p:nvSpPr>
          <p:spPr>
            <a:xfrm>
              <a:off x="7716309" y="4291382"/>
              <a:ext cx="129436" cy="92731"/>
            </a:xfrm>
            <a:custGeom>
              <a:rect b="b" l="l" r="r" t="t"/>
              <a:pathLst>
                <a:path extrusionOk="0" h="3537" w="4937">
                  <a:moveTo>
                    <a:pt x="1235" y="1"/>
                  </a:moveTo>
                  <a:cubicBezTo>
                    <a:pt x="1212" y="1"/>
                    <a:pt x="1189" y="1"/>
                    <a:pt x="1166" y="1"/>
                  </a:cubicBezTo>
                  <a:cubicBezTo>
                    <a:pt x="768" y="9"/>
                    <a:pt x="373" y="81"/>
                    <a:pt x="0" y="215"/>
                  </a:cubicBezTo>
                  <a:cubicBezTo>
                    <a:pt x="858" y="1331"/>
                    <a:pt x="2499" y="2975"/>
                    <a:pt x="4936" y="3536"/>
                  </a:cubicBezTo>
                  <a:cubicBezTo>
                    <a:pt x="4847" y="1531"/>
                    <a:pt x="3190" y="1"/>
                    <a:pt x="1235"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88"/>
            <p:cNvSpPr/>
            <p:nvPr/>
          </p:nvSpPr>
          <p:spPr>
            <a:xfrm>
              <a:off x="7611937" y="4286087"/>
              <a:ext cx="273580" cy="365052"/>
            </a:xfrm>
            <a:custGeom>
              <a:rect b="b" l="l" r="r" t="t"/>
              <a:pathLst>
                <a:path extrusionOk="0" h="13924" w="10435">
                  <a:moveTo>
                    <a:pt x="8255" y="4434"/>
                  </a:moveTo>
                  <a:cubicBezTo>
                    <a:pt x="8407" y="4463"/>
                    <a:pt x="8563" y="4492"/>
                    <a:pt x="8718" y="4517"/>
                  </a:cubicBezTo>
                  <a:lnTo>
                    <a:pt x="8718" y="5650"/>
                  </a:lnTo>
                  <a:cubicBezTo>
                    <a:pt x="8718" y="6215"/>
                    <a:pt x="8794" y="6694"/>
                    <a:pt x="8946" y="7081"/>
                  </a:cubicBezTo>
                  <a:cubicBezTo>
                    <a:pt x="8968" y="7135"/>
                    <a:pt x="8968" y="7201"/>
                    <a:pt x="8943" y="7255"/>
                  </a:cubicBezTo>
                  <a:lnTo>
                    <a:pt x="8939" y="7255"/>
                  </a:lnTo>
                  <a:cubicBezTo>
                    <a:pt x="8914" y="7313"/>
                    <a:pt x="8863" y="7360"/>
                    <a:pt x="8805" y="7378"/>
                  </a:cubicBezTo>
                  <a:cubicBezTo>
                    <a:pt x="8229" y="7574"/>
                    <a:pt x="7643" y="7733"/>
                    <a:pt x="7045" y="7856"/>
                  </a:cubicBezTo>
                  <a:cubicBezTo>
                    <a:pt x="7806" y="7284"/>
                    <a:pt x="8255" y="6386"/>
                    <a:pt x="8255" y="5433"/>
                  </a:cubicBezTo>
                  <a:lnTo>
                    <a:pt x="8255" y="4434"/>
                  </a:lnTo>
                  <a:close/>
                  <a:moveTo>
                    <a:pt x="5212" y="415"/>
                  </a:moveTo>
                  <a:cubicBezTo>
                    <a:pt x="5248" y="415"/>
                    <a:pt x="5285" y="416"/>
                    <a:pt x="5321" y="417"/>
                  </a:cubicBezTo>
                  <a:cubicBezTo>
                    <a:pt x="7208" y="475"/>
                    <a:pt x="8711" y="2018"/>
                    <a:pt x="8715" y="3908"/>
                  </a:cubicBezTo>
                  <a:lnTo>
                    <a:pt x="8715" y="4108"/>
                  </a:lnTo>
                  <a:cubicBezTo>
                    <a:pt x="8363" y="4050"/>
                    <a:pt x="8012" y="3974"/>
                    <a:pt x="7668" y="3876"/>
                  </a:cubicBezTo>
                  <a:cubicBezTo>
                    <a:pt x="7647" y="3870"/>
                    <a:pt x="7627" y="3868"/>
                    <a:pt x="7607" y="3868"/>
                  </a:cubicBezTo>
                  <a:cubicBezTo>
                    <a:pt x="7389" y="3868"/>
                    <a:pt x="7316" y="4204"/>
                    <a:pt x="7559" y="4271"/>
                  </a:cubicBezTo>
                  <a:cubicBezTo>
                    <a:pt x="7653" y="4296"/>
                    <a:pt x="7748" y="4321"/>
                    <a:pt x="7845" y="4347"/>
                  </a:cubicBezTo>
                  <a:lnTo>
                    <a:pt x="7845" y="5437"/>
                  </a:lnTo>
                  <a:cubicBezTo>
                    <a:pt x="7842" y="6885"/>
                    <a:pt x="6668" y="8059"/>
                    <a:pt x="5216" y="8063"/>
                  </a:cubicBezTo>
                  <a:lnTo>
                    <a:pt x="5216" y="8066"/>
                  </a:lnTo>
                  <a:cubicBezTo>
                    <a:pt x="3764" y="8063"/>
                    <a:pt x="2587" y="6889"/>
                    <a:pt x="2587" y="5437"/>
                  </a:cubicBezTo>
                  <a:lnTo>
                    <a:pt x="2587" y="4564"/>
                  </a:lnTo>
                  <a:cubicBezTo>
                    <a:pt x="2587" y="4428"/>
                    <a:pt x="2484" y="4360"/>
                    <a:pt x="2382" y="4360"/>
                  </a:cubicBezTo>
                  <a:cubicBezTo>
                    <a:pt x="2280" y="4360"/>
                    <a:pt x="2177" y="4428"/>
                    <a:pt x="2177" y="4564"/>
                  </a:cubicBezTo>
                  <a:lnTo>
                    <a:pt x="2177" y="5437"/>
                  </a:lnTo>
                  <a:cubicBezTo>
                    <a:pt x="2177" y="6389"/>
                    <a:pt x="2627" y="7287"/>
                    <a:pt x="3387" y="7860"/>
                  </a:cubicBezTo>
                  <a:cubicBezTo>
                    <a:pt x="2790" y="7737"/>
                    <a:pt x="2203" y="7577"/>
                    <a:pt x="1627" y="7382"/>
                  </a:cubicBezTo>
                  <a:cubicBezTo>
                    <a:pt x="1569" y="7360"/>
                    <a:pt x="1518" y="7316"/>
                    <a:pt x="1493" y="7259"/>
                  </a:cubicBezTo>
                  <a:cubicBezTo>
                    <a:pt x="1464" y="7204"/>
                    <a:pt x="1464" y="7139"/>
                    <a:pt x="1486" y="7085"/>
                  </a:cubicBezTo>
                  <a:cubicBezTo>
                    <a:pt x="1638" y="6701"/>
                    <a:pt x="1714" y="6219"/>
                    <a:pt x="1714" y="5654"/>
                  </a:cubicBezTo>
                  <a:lnTo>
                    <a:pt x="1714" y="4118"/>
                  </a:lnTo>
                  <a:cubicBezTo>
                    <a:pt x="1746" y="4111"/>
                    <a:pt x="1775" y="4108"/>
                    <a:pt x="1786" y="4104"/>
                  </a:cubicBezTo>
                  <a:cubicBezTo>
                    <a:pt x="1837" y="4090"/>
                    <a:pt x="3036" y="3742"/>
                    <a:pt x="4090" y="2887"/>
                  </a:cubicBezTo>
                  <a:cubicBezTo>
                    <a:pt x="4169" y="2823"/>
                    <a:pt x="4265" y="2791"/>
                    <a:pt x="4361" y="2791"/>
                  </a:cubicBezTo>
                  <a:cubicBezTo>
                    <a:pt x="4454" y="2791"/>
                    <a:pt x="4547" y="2821"/>
                    <a:pt x="4626" y="2880"/>
                  </a:cubicBezTo>
                  <a:cubicBezTo>
                    <a:pt x="5252" y="3340"/>
                    <a:pt x="5940" y="3709"/>
                    <a:pt x="6668" y="3977"/>
                  </a:cubicBezTo>
                  <a:cubicBezTo>
                    <a:pt x="6697" y="3988"/>
                    <a:pt x="6724" y="3993"/>
                    <a:pt x="6749" y="3993"/>
                  </a:cubicBezTo>
                  <a:cubicBezTo>
                    <a:pt x="6949" y="3993"/>
                    <a:pt x="7038" y="3684"/>
                    <a:pt x="6813" y="3597"/>
                  </a:cubicBezTo>
                  <a:cubicBezTo>
                    <a:pt x="6121" y="3340"/>
                    <a:pt x="5466" y="2992"/>
                    <a:pt x="4872" y="2558"/>
                  </a:cubicBezTo>
                  <a:cubicBezTo>
                    <a:pt x="4720" y="2443"/>
                    <a:pt x="4539" y="2385"/>
                    <a:pt x="4359" y="2385"/>
                  </a:cubicBezTo>
                  <a:cubicBezTo>
                    <a:pt x="4170" y="2385"/>
                    <a:pt x="3983" y="2448"/>
                    <a:pt x="3829" y="2572"/>
                  </a:cubicBezTo>
                  <a:cubicBezTo>
                    <a:pt x="2960" y="3278"/>
                    <a:pt x="1949" y="3626"/>
                    <a:pt x="1721" y="3698"/>
                  </a:cubicBezTo>
                  <a:cubicBezTo>
                    <a:pt x="1835" y="1848"/>
                    <a:pt x="3370" y="415"/>
                    <a:pt x="5212" y="415"/>
                  </a:cubicBezTo>
                  <a:close/>
                  <a:moveTo>
                    <a:pt x="6321" y="8265"/>
                  </a:moveTo>
                  <a:lnTo>
                    <a:pt x="6321" y="8714"/>
                  </a:lnTo>
                  <a:lnTo>
                    <a:pt x="5969" y="10047"/>
                  </a:lnTo>
                  <a:cubicBezTo>
                    <a:pt x="5738" y="10178"/>
                    <a:pt x="5480" y="10243"/>
                    <a:pt x="5216" y="10243"/>
                  </a:cubicBezTo>
                  <a:cubicBezTo>
                    <a:pt x="5209" y="10243"/>
                    <a:pt x="5203" y="10243"/>
                    <a:pt x="5196" y="10243"/>
                  </a:cubicBezTo>
                  <a:cubicBezTo>
                    <a:pt x="4939" y="10243"/>
                    <a:pt x="4685" y="10174"/>
                    <a:pt x="4463" y="10047"/>
                  </a:cubicBezTo>
                  <a:lnTo>
                    <a:pt x="4111" y="8714"/>
                  </a:lnTo>
                  <a:lnTo>
                    <a:pt x="4111" y="8265"/>
                  </a:lnTo>
                  <a:cubicBezTo>
                    <a:pt x="4466" y="8403"/>
                    <a:pt x="4841" y="8472"/>
                    <a:pt x="5216" y="8472"/>
                  </a:cubicBezTo>
                  <a:cubicBezTo>
                    <a:pt x="5591" y="8472"/>
                    <a:pt x="5966" y="8403"/>
                    <a:pt x="6321" y="8265"/>
                  </a:cubicBezTo>
                  <a:close/>
                  <a:moveTo>
                    <a:pt x="3268" y="12611"/>
                  </a:moveTo>
                  <a:lnTo>
                    <a:pt x="3268" y="13513"/>
                  </a:lnTo>
                  <a:lnTo>
                    <a:pt x="1500" y="13513"/>
                  </a:lnTo>
                  <a:lnTo>
                    <a:pt x="1500" y="12611"/>
                  </a:lnTo>
                  <a:lnTo>
                    <a:pt x="2177" y="12611"/>
                  </a:lnTo>
                  <a:lnTo>
                    <a:pt x="2177" y="12626"/>
                  </a:lnTo>
                  <a:cubicBezTo>
                    <a:pt x="2177" y="12762"/>
                    <a:pt x="2280" y="12830"/>
                    <a:pt x="2382" y="12830"/>
                  </a:cubicBezTo>
                  <a:cubicBezTo>
                    <a:pt x="2484" y="12830"/>
                    <a:pt x="2587" y="12762"/>
                    <a:pt x="2587" y="12626"/>
                  </a:cubicBezTo>
                  <a:lnTo>
                    <a:pt x="2587" y="12611"/>
                  </a:lnTo>
                  <a:close/>
                  <a:moveTo>
                    <a:pt x="5216" y="1"/>
                  </a:moveTo>
                  <a:cubicBezTo>
                    <a:pt x="3058" y="1"/>
                    <a:pt x="1308" y="1750"/>
                    <a:pt x="1308" y="3908"/>
                  </a:cubicBezTo>
                  <a:lnTo>
                    <a:pt x="1308" y="5650"/>
                  </a:lnTo>
                  <a:cubicBezTo>
                    <a:pt x="1308" y="6292"/>
                    <a:pt x="1200" y="6701"/>
                    <a:pt x="1109" y="6933"/>
                  </a:cubicBezTo>
                  <a:cubicBezTo>
                    <a:pt x="1044" y="7092"/>
                    <a:pt x="1047" y="7273"/>
                    <a:pt x="1124" y="7429"/>
                  </a:cubicBezTo>
                  <a:cubicBezTo>
                    <a:pt x="1196" y="7588"/>
                    <a:pt x="1334" y="7711"/>
                    <a:pt x="1497" y="7766"/>
                  </a:cubicBezTo>
                  <a:cubicBezTo>
                    <a:pt x="2217" y="8012"/>
                    <a:pt x="2956" y="8200"/>
                    <a:pt x="3706" y="8334"/>
                  </a:cubicBezTo>
                  <a:lnTo>
                    <a:pt x="3706" y="8613"/>
                  </a:lnTo>
                  <a:lnTo>
                    <a:pt x="2858" y="9011"/>
                  </a:lnTo>
                  <a:cubicBezTo>
                    <a:pt x="2630" y="9120"/>
                    <a:pt x="2514" y="9370"/>
                    <a:pt x="2579" y="9613"/>
                  </a:cubicBezTo>
                  <a:lnTo>
                    <a:pt x="1008" y="10167"/>
                  </a:lnTo>
                  <a:cubicBezTo>
                    <a:pt x="403" y="10380"/>
                    <a:pt x="1" y="10953"/>
                    <a:pt x="1" y="11594"/>
                  </a:cubicBezTo>
                  <a:lnTo>
                    <a:pt x="1" y="13720"/>
                  </a:lnTo>
                  <a:cubicBezTo>
                    <a:pt x="1" y="13855"/>
                    <a:pt x="102" y="13923"/>
                    <a:pt x="204" y="13923"/>
                  </a:cubicBezTo>
                  <a:cubicBezTo>
                    <a:pt x="305" y="13923"/>
                    <a:pt x="406" y="13855"/>
                    <a:pt x="406" y="13720"/>
                  </a:cubicBezTo>
                  <a:lnTo>
                    <a:pt x="406" y="11594"/>
                  </a:lnTo>
                  <a:cubicBezTo>
                    <a:pt x="406" y="11123"/>
                    <a:pt x="703" y="10706"/>
                    <a:pt x="1145" y="10551"/>
                  </a:cubicBezTo>
                  <a:lnTo>
                    <a:pt x="2800" y="9968"/>
                  </a:lnTo>
                  <a:lnTo>
                    <a:pt x="3007" y="10239"/>
                  </a:lnTo>
                  <a:lnTo>
                    <a:pt x="2786" y="10569"/>
                  </a:lnTo>
                  <a:cubicBezTo>
                    <a:pt x="2663" y="10753"/>
                    <a:pt x="2645" y="10989"/>
                    <a:pt x="2735" y="11192"/>
                  </a:cubicBezTo>
                  <a:lnTo>
                    <a:pt x="3206" y="12206"/>
                  </a:lnTo>
                  <a:lnTo>
                    <a:pt x="2587" y="12206"/>
                  </a:lnTo>
                  <a:lnTo>
                    <a:pt x="2587" y="11974"/>
                  </a:lnTo>
                  <a:cubicBezTo>
                    <a:pt x="2587" y="11838"/>
                    <a:pt x="2485" y="11770"/>
                    <a:pt x="2384" y="11770"/>
                  </a:cubicBezTo>
                  <a:cubicBezTo>
                    <a:pt x="2282" y="11770"/>
                    <a:pt x="2181" y="11838"/>
                    <a:pt x="2181" y="11974"/>
                  </a:cubicBezTo>
                  <a:lnTo>
                    <a:pt x="2181" y="12206"/>
                  </a:lnTo>
                  <a:lnTo>
                    <a:pt x="1294" y="12206"/>
                  </a:lnTo>
                  <a:cubicBezTo>
                    <a:pt x="1181" y="12206"/>
                    <a:pt x="1091" y="12296"/>
                    <a:pt x="1091" y="12409"/>
                  </a:cubicBezTo>
                  <a:lnTo>
                    <a:pt x="1091" y="13720"/>
                  </a:lnTo>
                  <a:cubicBezTo>
                    <a:pt x="1091" y="13832"/>
                    <a:pt x="1181" y="13922"/>
                    <a:pt x="1294" y="13922"/>
                  </a:cubicBezTo>
                  <a:lnTo>
                    <a:pt x="3474" y="13922"/>
                  </a:lnTo>
                  <a:cubicBezTo>
                    <a:pt x="3586" y="13922"/>
                    <a:pt x="3677" y="13832"/>
                    <a:pt x="3677" y="13720"/>
                  </a:cubicBezTo>
                  <a:lnTo>
                    <a:pt x="3677" y="13231"/>
                  </a:lnTo>
                  <a:lnTo>
                    <a:pt x="3941" y="13803"/>
                  </a:lnTo>
                  <a:cubicBezTo>
                    <a:pt x="3981" y="13888"/>
                    <a:pt x="4051" y="13923"/>
                    <a:pt x="4121" y="13923"/>
                  </a:cubicBezTo>
                  <a:cubicBezTo>
                    <a:pt x="4254" y="13923"/>
                    <a:pt x="4387" y="13794"/>
                    <a:pt x="4311" y="13633"/>
                  </a:cubicBezTo>
                  <a:lnTo>
                    <a:pt x="3108" y="11021"/>
                  </a:lnTo>
                  <a:cubicBezTo>
                    <a:pt x="3072" y="10945"/>
                    <a:pt x="3079" y="10862"/>
                    <a:pt x="3123" y="10793"/>
                  </a:cubicBezTo>
                  <a:lnTo>
                    <a:pt x="3423" y="10341"/>
                  </a:lnTo>
                  <a:cubicBezTo>
                    <a:pt x="3474" y="10268"/>
                    <a:pt x="3470" y="10174"/>
                    <a:pt x="3420" y="10105"/>
                  </a:cubicBezTo>
                  <a:lnTo>
                    <a:pt x="2992" y="9537"/>
                  </a:lnTo>
                  <a:cubicBezTo>
                    <a:pt x="2952" y="9482"/>
                    <a:pt x="2971" y="9410"/>
                    <a:pt x="3032" y="9381"/>
                  </a:cubicBezTo>
                  <a:lnTo>
                    <a:pt x="3775" y="9030"/>
                  </a:lnTo>
                  <a:lnTo>
                    <a:pt x="4216" y="10717"/>
                  </a:lnTo>
                  <a:cubicBezTo>
                    <a:pt x="4244" y="10823"/>
                    <a:pt x="4326" y="10869"/>
                    <a:pt x="4408" y="10869"/>
                  </a:cubicBezTo>
                  <a:cubicBezTo>
                    <a:pt x="4529" y="10869"/>
                    <a:pt x="4652" y="10769"/>
                    <a:pt x="4611" y="10612"/>
                  </a:cubicBezTo>
                  <a:lnTo>
                    <a:pt x="4597" y="10547"/>
                  </a:lnTo>
                  <a:lnTo>
                    <a:pt x="4597" y="10547"/>
                  </a:lnTo>
                  <a:cubicBezTo>
                    <a:pt x="4798" y="10616"/>
                    <a:pt x="5007" y="10650"/>
                    <a:pt x="5217" y="10650"/>
                  </a:cubicBezTo>
                  <a:cubicBezTo>
                    <a:pt x="5426" y="10650"/>
                    <a:pt x="5636" y="10616"/>
                    <a:pt x="5839" y="10547"/>
                  </a:cubicBezTo>
                  <a:lnTo>
                    <a:pt x="5839" y="10547"/>
                  </a:lnTo>
                  <a:lnTo>
                    <a:pt x="5216" y="12912"/>
                  </a:lnTo>
                  <a:lnTo>
                    <a:pt x="4839" y="11485"/>
                  </a:lnTo>
                  <a:cubicBezTo>
                    <a:pt x="4812" y="11378"/>
                    <a:pt x="4730" y="11331"/>
                    <a:pt x="4648" y="11331"/>
                  </a:cubicBezTo>
                  <a:cubicBezTo>
                    <a:pt x="4527" y="11331"/>
                    <a:pt x="4405" y="11431"/>
                    <a:pt x="4448" y="11586"/>
                  </a:cubicBezTo>
                  <a:lnTo>
                    <a:pt x="5020" y="13767"/>
                  </a:lnTo>
                  <a:cubicBezTo>
                    <a:pt x="5046" y="13868"/>
                    <a:pt x="5131" y="13919"/>
                    <a:pt x="5217" y="13919"/>
                  </a:cubicBezTo>
                  <a:cubicBezTo>
                    <a:pt x="5302" y="13919"/>
                    <a:pt x="5388" y="13868"/>
                    <a:pt x="5415" y="13767"/>
                  </a:cubicBezTo>
                  <a:lnTo>
                    <a:pt x="6661" y="9030"/>
                  </a:lnTo>
                  <a:lnTo>
                    <a:pt x="7404" y="9381"/>
                  </a:lnTo>
                  <a:cubicBezTo>
                    <a:pt x="7462" y="9410"/>
                    <a:pt x="7483" y="9486"/>
                    <a:pt x="7443" y="9537"/>
                  </a:cubicBezTo>
                  <a:lnTo>
                    <a:pt x="7016" y="10109"/>
                  </a:lnTo>
                  <a:cubicBezTo>
                    <a:pt x="6962" y="10178"/>
                    <a:pt x="6962" y="10272"/>
                    <a:pt x="7009" y="10344"/>
                  </a:cubicBezTo>
                  <a:lnTo>
                    <a:pt x="7309" y="10797"/>
                  </a:lnTo>
                  <a:cubicBezTo>
                    <a:pt x="7353" y="10862"/>
                    <a:pt x="7360" y="10949"/>
                    <a:pt x="7328" y="11021"/>
                  </a:cubicBezTo>
                  <a:lnTo>
                    <a:pt x="6121" y="13633"/>
                  </a:lnTo>
                  <a:cubicBezTo>
                    <a:pt x="6048" y="13794"/>
                    <a:pt x="6181" y="13923"/>
                    <a:pt x="6314" y="13923"/>
                  </a:cubicBezTo>
                  <a:cubicBezTo>
                    <a:pt x="6383" y="13923"/>
                    <a:pt x="6452" y="13888"/>
                    <a:pt x="6491" y="13803"/>
                  </a:cubicBezTo>
                  <a:lnTo>
                    <a:pt x="7697" y="11192"/>
                  </a:lnTo>
                  <a:cubicBezTo>
                    <a:pt x="7791" y="10989"/>
                    <a:pt x="7773" y="10753"/>
                    <a:pt x="7650" y="10569"/>
                  </a:cubicBezTo>
                  <a:lnTo>
                    <a:pt x="7429" y="10239"/>
                  </a:lnTo>
                  <a:lnTo>
                    <a:pt x="7632" y="9968"/>
                  </a:lnTo>
                  <a:lnTo>
                    <a:pt x="9290" y="10551"/>
                  </a:lnTo>
                  <a:cubicBezTo>
                    <a:pt x="9732" y="10706"/>
                    <a:pt x="10026" y="11127"/>
                    <a:pt x="10026" y="11594"/>
                  </a:cubicBezTo>
                  <a:lnTo>
                    <a:pt x="10026" y="13720"/>
                  </a:lnTo>
                  <a:cubicBezTo>
                    <a:pt x="10026" y="13855"/>
                    <a:pt x="10128" y="13923"/>
                    <a:pt x="10230" y="13923"/>
                  </a:cubicBezTo>
                  <a:cubicBezTo>
                    <a:pt x="10333" y="13923"/>
                    <a:pt x="10435" y="13855"/>
                    <a:pt x="10435" y="13720"/>
                  </a:cubicBezTo>
                  <a:lnTo>
                    <a:pt x="10435" y="11594"/>
                  </a:lnTo>
                  <a:cubicBezTo>
                    <a:pt x="10435" y="10953"/>
                    <a:pt x="10029" y="10380"/>
                    <a:pt x="9424" y="10167"/>
                  </a:cubicBezTo>
                  <a:lnTo>
                    <a:pt x="7853" y="9609"/>
                  </a:lnTo>
                  <a:cubicBezTo>
                    <a:pt x="7918" y="9370"/>
                    <a:pt x="7802" y="9116"/>
                    <a:pt x="7577" y="9011"/>
                  </a:cubicBezTo>
                  <a:lnTo>
                    <a:pt x="6730" y="8609"/>
                  </a:lnTo>
                  <a:lnTo>
                    <a:pt x="6730" y="8331"/>
                  </a:lnTo>
                  <a:cubicBezTo>
                    <a:pt x="7480" y="8200"/>
                    <a:pt x="8215" y="8012"/>
                    <a:pt x="8936" y="7766"/>
                  </a:cubicBezTo>
                  <a:cubicBezTo>
                    <a:pt x="9102" y="7708"/>
                    <a:pt x="9236" y="7588"/>
                    <a:pt x="9312" y="7429"/>
                  </a:cubicBezTo>
                  <a:cubicBezTo>
                    <a:pt x="9385" y="7269"/>
                    <a:pt x="9392" y="7092"/>
                    <a:pt x="9327" y="6929"/>
                  </a:cubicBezTo>
                  <a:cubicBezTo>
                    <a:pt x="9236" y="6697"/>
                    <a:pt x="9128" y="6288"/>
                    <a:pt x="9128" y="5650"/>
                  </a:cubicBezTo>
                  <a:lnTo>
                    <a:pt x="9128" y="3908"/>
                  </a:lnTo>
                  <a:cubicBezTo>
                    <a:pt x="9128"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88"/>
            <p:cNvSpPr/>
            <p:nvPr/>
          </p:nvSpPr>
          <p:spPr>
            <a:xfrm>
              <a:off x="7701574" y="4394627"/>
              <a:ext cx="25667" cy="10749"/>
            </a:xfrm>
            <a:custGeom>
              <a:rect b="b" l="l" r="r" t="t"/>
              <a:pathLst>
                <a:path extrusionOk="0" h="410" w="979">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88"/>
            <p:cNvSpPr/>
            <p:nvPr/>
          </p:nvSpPr>
          <p:spPr>
            <a:xfrm>
              <a:off x="7770133" y="4394627"/>
              <a:ext cx="25667" cy="10749"/>
            </a:xfrm>
            <a:custGeom>
              <a:rect b="b" l="l" r="r" t="t"/>
              <a:pathLst>
                <a:path extrusionOk="0" h="410" w="979">
                  <a:moveTo>
                    <a:pt x="272" y="0"/>
                  </a:moveTo>
                  <a:cubicBezTo>
                    <a:pt x="1" y="0"/>
                    <a:pt x="1" y="409"/>
                    <a:pt x="272" y="409"/>
                  </a:cubicBezTo>
                  <a:lnTo>
                    <a:pt x="710" y="409"/>
                  </a:lnTo>
                  <a:cubicBezTo>
                    <a:pt x="978" y="409"/>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88"/>
            <p:cNvSpPr/>
            <p:nvPr/>
          </p:nvSpPr>
          <p:spPr>
            <a:xfrm>
              <a:off x="7815909" y="4594667"/>
              <a:ext cx="42735" cy="39221"/>
            </a:xfrm>
            <a:custGeom>
              <a:rect b="b" l="l" r="r" t="t"/>
              <a:pathLst>
                <a:path extrusionOk="0" h="1496" w="1630">
                  <a:moveTo>
                    <a:pt x="815" y="0"/>
                  </a:moveTo>
                  <a:cubicBezTo>
                    <a:pt x="714" y="0"/>
                    <a:pt x="612" y="68"/>
                    <a:pt x="612" y="204"/>
                  </a:cubicBezTo>
                  <a:lnTo>
                    <a:pt x="612" y="544"/>
                  </a:lnTo>
                  <a:lnTo>
                    <a:pt x="272" y="544"/>
                  </a:lnTo>
                  <a:cubicBezTo>
                    <a:pt x="0" y="544"/>
                    <a:pt x="0" y="950"/>
                    <a:pt x="272" y="950"/>
                  </a:cubicBezTo>
                  <a:lnTo>
                    <a:pt x="612" y="950"/>
                  </a:lnTo>
                  <a:lnTo>
                    <a:pt x="612" y="1294"/>
                  </a:lnTo>
                  <a:cubicBezTo>
                    <a:pt x="612" y="1428"/>
                    <a:pt x="714" y="1495"/>
                    <a:pt x="815" y="1495"/>
                  </a:cubicBezTo>
                  <a:cubicBezTo>
                    <a:pt x="917" y="1495"/>
                    <a:pt x="1018" y="1428"/>
                    <a:pt x="1018" y="1294"/>
                  </a:cubicBezTo>
                  <a:lnTo>
                    <a:pt x="1018" y="950"/>
                  </a:lnTo>
                  <a:lnTo>
                    <a:pt x="1362" y="950"/>
                  </a:lnTo>
                  <a:cubicBezTo>
                    <a:pt x="1630" y="950"/>
                    <a:pt x="1630" y="544"/>
                    <a:pt x="1362" y="544"/>
                  </a:cubicBezTo>
                  <a:lnTo>
                    <a:pt x="1018" y="544"/>
                  </a:lnTo>
                  <a:lnTo>
                    <a:pt x="1018" y="204"/>
                  </a:lnTo>
                  <a:cubicBezTo>
                    <a:pt x="1018" y="68"/>
                    <a:pt x="917" y="0"/>
                    <a:pt x="8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88"/>
            <p:cNvSpPr/>
            <p:nvPr/>
          </p:nvSpPr>
          <p:spPr>
            <a:xfrm>
              <a:off x="7709073" y="4411773"/>
              <a:ext cx="10775" cy="16412"/>
            </a:xfrm>
            <a:custGeom>
              <a:rect b="b" l="l" r="r" t="t"/>
              <a:pathLst>
                <a:path extrusionOk="0" h="626" w="411">
                  <a:moveTo>
                    <a:pt x="205" y="1"/>
                  </a:moveTo>
                  <a:cubicBezTo>
                    <a:pt x="103" y="1"/>
                    <a:pt x="1" y="69"/>
                    <a:pt x="1" y="205"/>
                  </a:cubicBezTo>
                  <a:lnTo>
                    <a:pt x="1" y="422"/>
                  </a:lnTo>
                  <a:cubicBezTo>
                    <a:pt x="1" y="558"/>
                    <a:pt x="103" y="626"/>
                    <a:pt x="205" y="626"/>
                  </a:cubicBezTo>
                  <a:cubicBezTo>
                    <a:pt x="308" y="626"/>
                    <a:pt x="410" y="558"/>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88"/>
            <p:cNvSpPr/>
            <p:nvPr/>
          </p:nvSpPr>
          <p:spPr>
            <a:xfrm>
              <a:off x="7777631" y="4411799"/>
              <a:ext cx="10671" cy="16386"/>
            </a:xfrm>
            <a:custGeom>
              <a:rect b="b" l="l" r="r" t="t"/>
              <a:pathLst>
                <a:path extrusionOk="0" h="625" w="407">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88"/>
            <p:cNvSpPr/>
            <p:nvPr/>
          </p:nvSpPr>
          <p:spPr>
            <a:xfrm>
              <a:off x="7717620" y="4443234"/>
              <a:ext cx="62214" cy="33532"/>
            </a:xfrm>
            <a:custGeom>
              <a:rect b="b" l="l" r="r" t="t"/>
              <a:pathLst>
                <a:path extrusionOk="0" h="1279" w="2373">
                  <a:moveTo>
                    <a:pt x="1928" y="406"/>
                  </a:moveTo>
                  <a:cubicBezTo>
                    <a:pt x="1826" y="674"/>
                    <a:pt x="1533" y="870"/>
                    <a:pt x="1189" y="870"/>
                  </a:cubicBezTo>
                  <a:cubicBezTo>
                    <a:pt x="841" y="870"/>
                    <a:pt x="548" y="674"/>
                    <a:pt x="446" y="406"/>
                  </a:cubicBezTo>
                  <a:close/>
                  <a:moveTo>
                    <a:pt x="201" y="0"/>
                  </a:moveTo>
                  <a:cubicBezTo>
                    <a:pt x="91" y="0"/>
                    <a:pt x="1" y="93"/>
                    <a:pt x="4" y="203"/>
                  </a:cubicBezTo>
                  <a:cubicBezTo>
                    <a:pt x="4" y="797"/>
                    <a:pt x="533" y="1279"/>
                    <a:pt x="1189" y="1279"/>
                  </a:cubicBezTo>
                  <a:cubicBezTo>
                    <a:pt x="1841" y="1279"/>
                    <a:pt x="2373" y="797"/>
                    <a:pt x="2373" y="203"/>
                  </a:cubicBezTo>
                  <a:cubicBezTo>
                    <a:pt x="2373" y="91"/>
                    <a:pt x="2282" y="1"/>
                    <a:pt x="2170" y="1"/>
                  </a:cubicBezTo>
                  <a:lnTo>
                    <a:pt x="207" y="1"/>
                  </a:lnTo>
                  <a:cubicBezTo>
                    <a:pt x="205" y="0"/>
                    <a:pt x="203" y="0"/>
                    <a:pt x="2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7" name="Google Shape;18127;p88"/>
          <p:cNvGrpSpPr/>
          <p:nvPr/>
        </p:nvGrpSpPr>
        <p:grpSpPr>
          <a:xfrm>
            <a:off x="8061934" y="2431198"/>
            <a:ext cx="273658" cy="365052"/>
            <a:chOff x="8061934" y="2431198"/>
            <a:chExt cx="273658" cy="365052"/>
          </a:xfrm>
        </p:grpSpPr>
        <p:sp>
          <p:nvSpPr>
            <p:cNvPr id="18128" name="Google Shape;18128;p88"/>
            <p:cNvSpPr/>
            <p:nvPr/>
          </p:nvSpPr>
          <p:spPr>
            <a:xfrm>
              <a:off x="8084533" y="2453693"/>
              <a:ext cx="97162" cy="257167"/>
            </a:xfrm>
            <a:custGeom>
              <a:rect b="b" l="l" r="r" t="t"/>
              <a:pathLst>
                <a:path extrusionOk="0" h="9809" w="3706">
                  <a:moveTo>
                    <a:pt x="2398" y="1"/>
                  </a:moveTo>
                  <a:cubicBezTo>
                    <a:pt x="873" y="874"/>
                    <a:pt x="0" y="2333"/>
                    <a:pt x="0" y="3977"/>
                  </a:cubicBezTo>
                  <a:cubicBezTo>
                    <a:pt x="0" y="6933"/>
                    <a:pt x="1525" y="9808"/>
                    <a:pt x="1525" y="9808"/>
                  </a:cubicBezTo>
                  <a:lnTo>
                    <a:pt x="3705" y="9808"/>
                  </a:lnTo>
                  <a:lnTo>
                    <a:pt x="370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88"/>
            <p:cNvSpPr/>
            <p:nvPr/>
          </p:nvSpPr>
          <p:spPr>
            <a:xfrm>
              <a:off x="8135894" y="2436599"/>
              <a:ext cx="182893" cy="268572"/>
            </a:xfrm>
            <a:custGeom>
              <a:rect b="b" l="l" r="r" t="t"/>
              <a:pathLst>
                <a:path extrusionOk="0" h="10244" w="6976">
                  <a:moveTo>
                    <a:pt x="1963" y="1"/>
                  </a:moveTo>
                  <a:cubicBezTo>
                    <a:pt x="873" y="1"/>
                    <a:pt x="0" y="682"/>
                    <a:pt x="0" y="1526"/>
                  </a:cubicBezTo>
                  <a:cubicBezTo>
                    <a:pt x="0" y="2007"/>
                    <a:pt x="392" y="2398"/>
                    <a:pt x="873" y="2398"/>
                  </a:cubicBezTo>
                  <a:lnTo>
                    <a:pt x="1746" y="2398"/>
                  </a:lnTo>
                  <a:lnTo>
                    <a:pt x="1746" y="10243"/>
                  </a:lnTo>
                  <a:lnTo>
                    <a:pt x="5234" y="10243"/>
                  </a:lnTo>
                  <a:cubicBezTo>
                    <a:pt x="5234" y="10243"/>
                    <a:pt x="6976" y="7411"/>
                    <a:pt x="6976" y="4575"/>
                  </a:cubicBezTo>
                  <a:cubicBezTo>
                    <a:pt x="6976" y="2047"/>
                    <a:pt x="4926" y="1"/>
                    <a:pt x="23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88"/>
            <p:cNvSpPr/>
            <p:nvPr/>
          </p:nvSpPr>
          <p:spPr>
            <a:xfrm>
              <a:off x="8107316" y="2579406"/>
              <a:ext cx="22914" cy="45697"/>
            </a:xfrm>
            <a:custGeom>
              <a:rect b="b" l="l" r="r" t="t"/>
              <a:pathLst>
                <a:path extrusionOk="0" h="1743" w="874">
                  <a:moveTo>
                    <a:pt x="439" y="1"/>
                  </a:moveTo>
                  <a:cubicBezTo>
                    <a:pt x="439" y="1"/>
                    <a:pt x="0" y="874"/>
                    <a:pt x="0" y="1308"/>
                  </a:cubicBezTo>
                  <a:cubicBezTo>
                    <a:pt x="0" y="1551"/>
                    <a:pt x="196" y="1743"/>
                    <a:pt x="439" y="1743"/>
                  </a:cubicBezTo>
                  <a:cubicBezTo>
                    <a:pt x="678" y="1743"/>
                    <a:pt x="873" y="1551"/>
                    <a:pt x="873" y="1308"/>
                  </a:cubicBezTo>
                  <a:cubicBezTo>
                    <a:pt x="873" y="874"/>
                    <a:pt x="439" y="1"/>
                    <a:pt x="43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88"/>
            <p:cNvSpPr/>
            <p:nvPr/>
          </p:nvSpPr>
          <p:spPr>
            <a:xfrm>
              <a:off x="8267401" y="2579406"/>
              <a:ext cx="22809" cy="45697"/>
            </a:xfrm>
            <a:custGeom>
              <a:rect b="b" l="l" r="r" t="t"/>
              <a:pathLst>
                <a:path extrusionOk="0" h="1743" w="870">
                  <a:moveTo>
                    <a:pt x="435" y="1"/>
                  </a:moveTo>
                  <a:cubicBezTo>
                    <a:pt x="435" y="1"/>
                    <a:pt x="1" y="874"/>
                    <a:pt x="1" y="1308"/>
                  </a:cubicBezTo>
                  <a:cubicBezTo>
                    <a:pt x="1" y="1551"/>
                    <a:pt x="192" y="1743"/>
                    <a:pt x="435" y="1743"/>
                  </a:cubicBezTo>
                  <a:cubicBezTo>
                    <a:pt x="674" y="1743"/>
                    <a:pt x="870" y="1551"/>
                    <a:pt x="870" y="1308"/>
                  </a:cubicBezTo>
                  <a:cubicBezTo>
                    <a:pt x="870" y="874"/>
                    <a:pt x="435" y="1"/>
                    <a:pt x="43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88"/>
            <p:cNvSpPr/>
            <p:nvPr/>
          </p:nvSpPr>
          <p:spPr>
            <a:xfrm>
              <a:off x="8067335" y="2642276"/>
              <a:ext cx="262962" cy="148627"/>
            </a:xfrm>
            <a:custGeom>
              <a:rect b="b" l="l" r="r" t="t"/>
              <a:pathLst>
                <a:path extrusionOk="0" h="5669" w="10030">
                  <a:moveTo>
                    <a:pt x="3706" y="1"/>
                  </a:moveTo>
                  <a:lnTo>
                    <a:pt x="3706" y="1127"/>
                  </a:lnTo>
                  <a:cubicBezTo>
                    <a:pt x="3706" y="1496"/>
                    <a:pt x="3474" y="1826"/>
                    <a:pt x="3126" y="1949"/>
                  </a:cubicBezTo>
                  <a:lnTo>
                    <a:pt x="873" y="2742"/>
                  </a:lnTo>
                  <a:cubicBezTo>
                    <a:pt x="352" y="2927"/>
                    <a:pt x="1" y="3423"/>
                    <a:pt x="1" y="3977"/>
                  </a:cubicBezTo>
                  <a:lnTo>
                    <a:pt x="1" y="5669"/>
                  </a:lnTo>
                  <a:lnTo>
                    <a:pt x="10025" y="5669"/>
                  </a:lnTo>
                  <a:lnTo>
                    <a:pt x="10025" y="3981"/>
                  </a:lnTo>
                  <a:cubicBezTo>
                    <a:pt x="10029" y="3423"/>
                    <a:pt x="9678" y="2927"/>
                    <a:pt x="9156" y="2746"/>
                  </a:cubicBezTo>
                  <a:lnTo>
                    <a:pt x="6904" y="1949"/>
                  </a:lnTo>
                  <a:cubicBezTo>
                    <a:pt x="6556" y="1826"/>
                    <a:pt x="6320" y="1496"/>
                    <a:pt x="6320" y="1127"/>
                  </a:cubicBezTo>
                  <a:lnTo>
                    <a:pt x="6320"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88"/>
            <p:cNvSpPr/>
            <p:nvPr/>
          </p:nvSpPr>
          <p:spPr>
            <a:xfrm>
              <a:off x="8164471" y="2642276"/>
              <a:ext cx="68690" cy="28603"/>
            </a:xfrm>
            <a:custGeom>
              <a:rect b="b" l="l" r="r" t="t"/>
              <a:pathLst>
                <a:path extrusionOk="0" h="1091" w="2620">
                  <a:moveTo>
                    <a:pt x="1" y="1"/>
                  </a:moveTo>
                  <a:lnTo>
                    <a:pt x="1" y="812"/>
                  </a:lnTo>
                  <a:cubicBezTo>
                    <a:pt x="413" y="993"/>
                    <a:pt x="859" y="1091"/>
                    <a:pt x="1308" y="1091"/>
                  </a:cubicBezTo>
                  <a:cubicBezTo>
                    <a:pt x="1761" y="1091"/>
                    <a:pt x="2206" y="993"/>
                    <a:pt x="2619" y="812"/>
                  </a:cubicBezTo>
                  <a:lnTo>
                    <a:pt x="261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88"/>
            <p:cNvSpPr/>
            <p:nvPr/>
          </p:nvSpPr>
          <p:spPr>
            <a:xfrm>
              <a:off x="8101601" y="2499469"/>
              <a:ext cx="194298" cy="154316"/>
            </a:xfrm>
            <a:custGeom>
              <a:rect b="b" l="l" r="r" t="t"/>
              <a:pathLst>
                <a:path extrusionOk="0" h="5886" w="7411">
                  <a:moveTo>
                    <a:pt x="5237" y="0"/>
                  </a:moveTo>
                  <a:cubicBezTo>
                    <a:pt x="5235" y="0"/>
                    <a:pt x="5233" y="0"/>
                    <a:pt x="5231" y="0"/>
                  </a:cubicBezTo>
                  <a:lnTo>
                    <a:pt x="2181" y="0"/>
                  </a:lnTo>
                  <a:cubicBezTo>
                    <a:pt x="1457" y="0"/>
                    <a:pt x="870" y="584"/>
                    <a:pt x="870" y="1308"/>
                  </a:cubicBezTo>
                  <a:lnTo>
                    <a:pt x="870" y="2177"/>
                  </a:lnTo>
                  <a:lnTo>
                    <a:pt x="544" y="2177"/>
                  </a:lnTo>
                  <a:cubicBezTo>
                    <a:pt x="244" y="2177"/>
                    <a:pt x="1" y="2423"/>
                    <a:pt x="1" y="2724"/>
                  </a:cubicBezTo>
                  <a:cubicBezTo>
                    <a:pt x="1" y="3025"/>
                    <a:pt x="244" y="3267"/>
                    <a:pt x="544" y="3267"/>
                  </a:cubicBezTo>
                  <a:lnTo>
                    <a:pt x="885" y="3267"/>
                  </a:lnTo>
                  <a:cubicBezTo>
                    <a:pt x="997" y="4745"/>
                    <a:pt x="2225" y="5886"/>
                    <a:pt x="3706" y="5886"/>
                  </a:cubicBezTo>
                  <a:cubicBezTo>
                    <a:pt x="5187" y="5886"/>
                    <a:pt x="6419" y="4745"/>
                    <a:pt x="6531" y="3267"/>
                  </a:cubicBezTo>
                  <a:lnTo>
                    <a:pt x="6868" y="3267"/>
                  </a:lnTo>
                  <a:cubicBezTo>
                    <a:pt x="7168" y="3267"/>
                    <a:pt x="7411" y="3025"/>
                    <a:pt x="7411" y="2724"/>
                  </a:cubicBezTo>
                  <a:cubicBezTo>
                    <a:pt x="7411" y="2423"/>
                    <a:pt x="7168" y="2177"/>
                    <a:pt x="6868" y="2177"/>
                  </a:cubicBezTo>
                  <a:lnTo>
                    <a:pt x="6542" y="2177"/>
                  </a:lnTo>
                  <a:lnTo>
                    <a:pt x="6542" y="1308"/>
                  </a:lnTo>
                  <a:cubicBezTo>
                    <a:pt x="6542" y="586"/>
                    <a:pt x="5959" y="0"/>
                    <a:pt x="5237"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88"/>
            <p:cNvSpPr/>
            <p:nvPr/>
          </p:nvSpPr>
          <p:spPr>
            <a:xfrm>
              <a:off x="8067335" y="2709497"/>
              <a:ext cx="262962" cy="81405"/>
            </a:xfrm>
            <a:custGeom>
              <a:rect b="b" l="l" r="r" t="t"/>
              <a:pathLst>
                <a:path extrusionOk="0" h="3105" w="10030">
                  <a:moveTo>
                    <a:pt x="1384" y="1"/>
                  </a:moveTo>
                  <a:lnTo>
                    <a:pt x="873" y="182"/>
                  </a:lnTo>
                  <a:cubicBezTo>
                    <a:pt x="352" y="363"/>
                    <a:pt x="1" y="859"/>
                    <a:pt x="1" y="1413"/>
                  </a:cubicBezTo>
                  <a:lnTo>
                    <a:pt x="1" y="3105"/>
                  </a:lnTo>
                  <a:lnTo>
                    <a:pt x="10025" y="3105"/>
                  </a:lnTo>
                  <a:lnTo>
                    <a:pt x="10025" y="1417"/>
                  </a:lnTo>
                  <a:cubicBezTo>
                    <a:pt x="10029" y="859"/>
                    <a:pt x="9678" y="366"/>
                    <a:pt x="9156" y="182"/>
                  </a:cubicBezTo>
                  <a:lnTo>
                    <a:pt x="8642" y="1"/>
                  </a:lnTo>
                  <a:cubicBezTo>
                    <a:pt x="7729" y="1198"/>
                    <a:pt x="6372" y="1796"/>
                    <a:pt x="5014" y="1796"/>
                  </a:cubicBezTo>
                  <a:cubicBezTo>
                    <a:pt x="3657" y="1796"/>
                    <a:pt x="2299" y="1198"/>
                    <a:pt x="1384"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88"/>
            <p:cNvSpPr/>
            <p:nvPr/>
          </p:nvSpPr>
          <p:spPr>
            <a:xfrm>
              <a:off x="8100867" y="2499469"/>
              <a:ext cx="143672" cy="154342"/>
            </a:xfrm>
            <a:custGeom>
              <a:rect b="b" l="l" r="r" t="t"/>
              <a:pathLst>
                <a:path extrusionOk="0" h="5887" w="5480">
                  <a:moveTo>
                    <a:pt x="2209" y="0"/>
                  </a:moveTo>
                  <a:cubicBezTo>
                    <a:pt x="1489" y="0"/>
                    <a:pt x="902" y="584"/>
                    <a:pt x="902" y="1308"/>
                  </a:cubicBezTo>
                  <a:lnTo>
                    <a:pt x="902" y="2177"/>
                  </a:lnTo>
                  <a:lnTo>
                    <a:pt x="605" y="2177"/>
                  </a:lnTo>
                  <a:cubicBezTo>
                    <a:pt x="322" y="2177"/>
                    <a:pt x="62" y="2384"/>
                    <a:pt x="33" y="2666"/>
                  </a:cubicBezTo>
                  <a:cubicBezTo>
                    <a:pt x="0" y="2986"/>
                    <a:pt x="250" y="3267"/>
                    <a:pt x="570" y="3267"/>
                  </a:cubicBezTo>
                  <a:cubicBezTo>
                    <a:pt x="572" y="3267"/>
                    <a:pt x="574" y="3267"/>
                    <a:pt x="576" y="3267"/>
                  </a:cubicBezTo>
                  <a:lnTo>
                    <a:pt x="913" y="3267"/>
                  </a:lnTo>
                  <a:cubicBezTo>
                    <a:pt x="1018" y="4764"/>
                    <a:pt x="2268" y="5886"/>
                    <a:pt x="3718" y="5886"/>
                  </a:cubicBezTo>
                  <a:cubicBezTo>
                    <a:pt x="3868" y="5886"/>
                    <a:pt x="4019" y="5874"/>
                    <a:pt x="4172" y="5850"/>
                  </a:cubicBezTo>
                  <a:cubicBezTo>
                    <a:pt x="2792" y="5636"/>
                    <a:pt x="1775" y="4448"/>
                    <a:pt x="1775" y="3054"/>
                  </a:cubicBezTo>
                  <a:lnTo>
                    <a:pt x="1775" y="1525"/>
                  </a:lnTo>
                  <a:cubicBezTo>
                    <a:pt x="1775" y="1044"/>
                    <a:pt x="2162" y="652"/>
                    <a:pt x="2644" y="652"/>
                  </a:cubicBezTo>
                  <a:lnTo>
                    <a:pt x="5045" y="652"/>
                  </a:lnTo>
                  <a:cubicBezTo>
                    <a:pt x="5047" y="652"/>
                    <a:pt x="5049" y="652"/>
                    <a:pt x="5052" y="652"/>
                  </a:cubicBezTo>
                  <a:cubicBezTo>
                    <a:pt x="5288" y="652"/>
                    <a:pt x="5480" y="458"/>
                    <a:pt x="5480" y="218"/>
                  </a:cubicBezTo>
                  <a:lnTo>
                    <a:pt x="548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88"/>
            <p:cNvSpPr/>
            <p:nvPr/>
          </p:nvSpPr>
          <p:spPr>
            <a:xfrm>
              <a:off x="8086788" y="2709497"/>
              <a:ext cx="223924" cy="64207"/>
            </a:xfrm>
            <a:custGeom>
              <a:rect b="b" l="l" r="r" t="t"/>
              <a:pathLst>
                <a:path extrusionOk="0" h="2449" w="8541">
                  <a:moveTo>
                    <a:pt x="642" y="1"/>
                  </a:moveTo>
                  <a:lnTo>
                    <a:pt x="131" y="182"/>
                  </a:lnTo>
                  <a:cubicBezTo>
                    <a:pt x="88" y="196"/>
                    <a:pt x="44" y="218"/>
                    <a:pt x="1" y="240"/>
                  </a:cubicBezTo>
                  <a:cubicBezTo>
                    <a:pt x="982" y="1623"/>
                    <a:pt x="2572" y="2449"/>
                    <a:pt x="4271" y="2449"/>
                  </a:cubicBezTo>
                  <a:cubicBezTo>
                    <a:pt x="5970" y="2449"/>
                    <a:pt x="7563" y="1623"/>
                    <a:pt x="8541" y="240"/>
                  </a:cubicBezTo>
                  <a:cubicBezTo>
                    <a:pt x="8501" y="218"/>
                    <a:pt x="8458" y="196"/>
                    <a:pt x="8411" y="182"/>
                  </a:cubicBezTo>
                  <a:lnTo>
                    <a:pt x="7904" y="1"/>
                  </a:lnTo>
                  <a:cubicBezTo>
                    <a:pt x="6989" y="1198"/>
                    <a:pt x="5631" y="1796"/>
                    <a:pt x="4273" y="1796"/>
                  </a:cubicBezTo>
                  <a:cubicBezTo>
                    <a:pt x="2915" y="1796"/>
                    <a:pt x="1557" y="1198"/>
                    <a:pt x="642"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88"/>
            <p:cNvSpPr/>
            <p:nvPr/>
          </p:nvSpPr>
          <p:spPr>
            <a:xfrm>
              <a:off x="8159148" y="2557488"/>
              <a:ext cx="10749" cy="16412"/>
            </a:xfrm>
            <a:custGeom>
              <a:rect b="b" l="l" r="r" t="t"/>
              <a:pathLst>
                <a:path extrusionOk="0" h="626" w="410">
                  <a:moveTo>
                    <a:pt x="210" y="0"/>
                  </a:moveTo>
                  <a:cubicBezTo>
                    <a:pt x="208" y="0"/>
                    <a:pt x="206" y="0"/>
                    <a:pt x="204"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88"/>
            <p:cNvSpPr/>
            <p:nvPr/>
          </p:nvSpPr>
          <p:spPr>
            <a:xfrm>
              <a:off x="8227707" y="2557488"/>
              <a:ext cx="10749" cy="16412"/>
            </a:xfrm>
            <a:custGeom>
              <a:rect b="b" l="l" r="r" t="t"/>
              <a:pathLst>
                <a:path extrusionOk="0" h="626" w="410">
                  <a:moveTo>
                    <a:pt x="210" y="0"/>
                  </a:moveTo>
                  <a:cubicBezTo>
                    <a:pt x="208" y="0"/>
                    <a:pt x="206" y="0"/>
                    <a:pt x="203"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88"/>
            <p:cNvSpPr/>
            <p:nvPr/>
          </p:nvSpPr>
          <p:spPr>
            <a:xfrm>
              <a:off x="8061934" y="2431198"/>
              <a:ext cx="273658" cy="365052"/>
            </a:xfrm>
            <a:custGeom>
              <a:rect b="b" l="l" r="r" t="t"/>
              <a:pathLst>
                <a:path extrusionOk="0" h="13924" w="10438">
                  <a:moveTo>
                    <a:pt x="2170" y="6273"/>
                  </a:moveTo>
                  <a:cubicBezTo>
                    <a:pt x="2285" y="6491"/>
                    <a:pt x="2401" y="6766"/>
                    <a:pt x="2401" y="6961"/>
                  </a:cubicBezTo>
                  <a:cubicBezTo>
                    <a:pt x="2401" y="7088"/>
                    <a:pt x="2300" y="7193"/>
                    <a:pt x="2170" y="7193"/>
                  </a:cubicBezTo>
                  <a:cubicBezTo>
                    <a:pt x="2043" y="7193"/>
                    <a:pt x="1938" y="7088"/>
                    <a:pt x="1938" y="6961"/>
                  </a:cubicBezTo>
                  <a:cubicBezTo>
                    <a:pt x="1938" y="6766"/>
                    <a:pt x="2057" y="6491"/>
                    <a:pt x="2170" y="6273"/>
                  </a:cubicBezTo>
                  <a:close/>
                  <a:moveTo>
                    <a:pt x="8272" y="6273"/>
                  </a:moveTo>
                  <a:cubicBezTo>
                    <a:pt x="8384" y="6491"/>
                    <a:pt x="8504" y="6766"/>
                    <a:pt x="8504" y="6961"/>
                  </a:cubicBezTo>
                  <a:cubicBezTo>
                    <a:pt x="8504" y="7088"/>
                    <a:pt x="8399" y="7193"/>
                    <a:pt x="8272" y="7193"/>
                  </a:cubicBezTo>
                  <a:cubicBezTo>
                    <a:pt x="8142" y="7193"/>
                    <a:pt x="8040" y="7088"/>
                    <a:pt x="8040" y="6961"/>
                  </a:cubicBezTo>
                  <a:cubicBezTo>
                    <a:pt x="8040" y="6766"/>
                    <a:pt x="8156" y="6491"/>
                    <a:pt x="8272" y="6273"/>
                  </a:cubicBezTo>
                  <a:close/>
                  <a:moveTo>
                    <a:pt x="5223" y="410"/>
                  </a:moveTo>
                  <a:cubicBezTo>
                    <a:pt x="7635" y="413"/>
                    <a:pt x="9590" y="2369"/>
                    <a:pt x="9594" y="4785"/>
                  </a:cubicBezTo>
                  <a:cubicBezTo>
                    <a:pt x="9594" y="7313"/>
                    <a:pt x="8149" y="9699"/>
                    <a:pt x="7917" y="10069"/>
                  </a:cubicBezTo>
                  <a:lnTo>
                    <a:pt x="7178" y="9804"/>
                  </a:lnTo>
                  <a:cubicBezTo>
                    <a:pt x="6914" y="9710"/>
                    <a:pt x="6733" y="9460"/>
                    <a:pt x="6733" y="9178"/>
                  </a:cubicBezTo>
                  <a:lnTo>
                    <a:pt x="6733" y="8287"/>
                  </a:lnTo>
                  <a:cubicBezTo>
                    <a:pt x="7142" y="8052"/>
                    <a:pt x="7490" y="7726"/>
                    <a:pt x="7754" y="7331"/>
                  </a:cubicBezTo>
                  <a:cubicBezTo>
                    <a:pt x="7886" y="7518"/>
                    <a:pt x="8078" y="7601"/>
                    <a:pt x="8268" y="7601"/>
                  </a:cubicBezTo>
                  <a:cubicBezTo>
                    <a:pt x="8594" y="7601"/>
                    <a:pt x="8913" y="7355"/>
                    <a:pt x="8913" y="6961"/>
                  </a:cubicBezTo>
                  <a:cubicBezTo>
                    <a:pt x="8913" y="6657"/>
                    <a:pt x="8747" y="6291"/>
                    <a:pt x="8613" y="6041"/>
                  </a:cubicBezTo>
                  <a:cubicBezTo>
                    <a:pt x="8964" y="5929"/>
                    <a:pt x="9178" y="5574"/>
                    <a:pt x="9123" y="5212"/>
                  </a:cubicBezTo>
                  <a:cubicBezTo>
                    <a:pt x="9065" y="4846"/>
                    <a:pt x="8750" y="4578"/>
                    <a:pt x="8384" y="4578"/>
                  </a:cubicBezTo>
                  <a:lnTo>
                    <a:pt x="8272" y="4578"/>
                  </a:lnTo>
                  <a:cubicBezTo>
                    <a:pt x="8265" y="4578"/>
                    <a:pt x="8261" y="4571"/>
                    <a:pt x="8261" y="4564"/>
                  </a:cubicBezTo>
                  <a:lnTo>
                    <a:pt x="8261" y="3912"/>
                  </a:lnTo>
                  <a:cubicBezTo>
                    <a:pt x="8258" y="3075"/>
                    <a:pt x="7580" y="2398"/>
                    <a:pt x="6744" y="2398"/>
                  </a:cubicBezTo>
                  <a:lnTo>
                    <a:pt x="6526" y="2398"/>
                  </a:lnTo>
                  <a:cubicBezTo>
                    <a:pt x="6255" y="2398"/>
                    <a:pt x="6255" y="2807"/>
                    <a:pt x="6526" y="2807"/>
                  </a:cubicBezTo>
                  <a:lnTo>
                    <a:pt x="6744" y="2807"/>
                  </a:lnTo>
                  <a:cubicBezTo>
                    <a:pt x="7352" y="2807"/>
                    <a:pt x="7848" y="3300"/>
                    <a:pt x="7848" y="3912"/>
                  </a:cubicBezTo>
                  <a:lnTo>
                    <a:pt x="7848" y="4564"/>
                  </a:lnTo>
                  <a:cubicBezTo>
                    <a:pt x="7848" y="4796"/>
                    <a:pt x="8037" y="4984"/>
                    <a:pt x="8268" y="4988"/>
                  </a:cubicBezTo>
                  <a:lnTo>
                    <a:pt x="8377" y="4988"/>
                  </a:lnTo>
                  <a:cubicBezTo>
                    <a:pt x="8379" y="4988"/>
                    <a:pt x="8381" y="4988"/>
                    <a:pt x="8384" y="4988"/>
                  </a:cubicBezTo>
                  <a:cubicBezTo>
                    <a:pt x="8569" y="4988"/>
                    <a:pt x="8718" y="5142"/>
                    <a:pt x="8718" y="5328"/>
                  </a:cubicBezTo>
                  <a:cubicBezTo>
                    <a:pt x="8718" y="5516"/>
                    <a:pt x="8565" y="5668"/>
                    <a:pt x="8377" y="5668"/>
                  </a:cubicBezTo>
                  <a:lnTo>
                    <a:pt x="8254" y="5668"/>
                  </a:lnTo>
                  <a:lnTo>
                    <a:pt x="8254" y="5654"/>
                  </a:lnTo>
                  <a:cubicBezTo>
                    <a:pt x="8254" y="5518"/>
                    <a:pt x="8153" y="5450"/>
                    <a:pt x="8051" y="5450"/>
                  </a:cubicBezTo>
                  <a:cubicBezTo>
                    <a:pt x="7950" y="5450"/>
                    <a:pt x="7848" y="5518"/>
                    <a:pt x="7848" y="5654"/>
                  </a:cubicBezTo>
                  <a:cubicBezTo>
                    <a:pt x="7848" y="7106"/>
                    <a:pt x="6671" y="8283"/>
                    <a:pt x="5219" y="8283"/>
                  </a:cubicBezTo>
                  <a:cubicBezTo>
                    <a:pt x="3767" y="8283"/>
                    <a:pt x="2590" y="7106"/>
                    <a:pt x="2590" y="5654"/>
                  </a:cubicBezTo>
                  <a:cubicBezTo>
                    <a:pt x="2590" y="5518"/>
                    <a:pt x="2487" y="5450"/>
                    <a:pt x="2385" y="5450"/>
                  </a:cubicBezTo>
                  <a:cubicBezTo>
                    <a:pt x="2283" y="5450"/>
                    <a:pt x="2180" y="5518"/>
                    <a:pt x="2180" y="5654"/>
                  </a:cubicBezTo>
                  <a:lnTo>
                    <a:pt x="2180" y="5668"/>
                  </a:lnTo>
                  <a:lnTo>
                    <a:pt x="2057" y="5668"/>
                  </a:lnTo>
                  <a:cubicBezTo>
                    <a:pt x="1869" y="5668"/>
                    <a:pt x="1717" y="5516"/>
                    <a:pt x="1717" y="5328"/>
                  </a:cubicBezTo>
                  <a:cubicBezTo>
                    <a:pt x="1717" y="5140"/>
                    <a:pt x="1869" y="4988"/>
                    <a:pt x="2057" y="4988"/>
                  </a:cubicBezTo>
                  <a:lnTo>
                    <a:pt x="2166" y="4988"/>
                  </a:lnTo>
                  <a:cubicBezTo>
                    <a:pt x="2401" y="4984"/>
                    <a:pt x="2590" y="4796"/>
                    <a:pt x="2590" y="4564"/>
                  </a:cubicBezTo>
                  <a:lnTo>
                    <a:pt x="2590" y="3912"/>
                  </a:lnTo>
                  <a:cubicBezTo>
                    <a:pt x="2590" y="3300"/>
                    <a:pt x="3086" y="2807"/>
                    <a:pt x="3694" y="2807"/>
                  </a:cubicBezTo>
                  <a:lnTo>
                    <a:pt x="5657" y="2807"/>
                  </a:lnTo>
                  <a:cubicBezTo>
                    <a:pt x="5929" y="2807"/>
                    <a:pt x="5929" y="2398"/>
                    <a:pt x="5657" y="2398"/>
                  </a:cubicBezTo>
                  <a:lnTo>
                    <a:pt x="3694" y="2398"/>
                  </a:lnTo>
                  <a:cubicBezTo>
                    <a:pt x="3328" y="2398"/>
                    <a:pt x="3028" y="2101"/>
                    <a:pt x="3028" y="1732"/>
                  </a:cubicBezTo>
                  <a:cubicBezTo>
                    <a:pt x="3028" y="1004"/>
                    <a:pt x="3817" y="410"/>
                    <a:pt x="4784" y="410"/>
                  </a:cubicBezTo>
                  <a:close/>
                  <a:moveTo>
                    <a:pt x="2626" y="1601"/>
                  </a:moveTo>
                  <a:lnTo>
                    <a:pt x="2626" y="1601"/>
                  </a:lnTo>
                  <a:cubicBezTo>
                    <a:pt x="2622" y="1645"/>
                    <a:pt x="2619" y="1688"/>
                    <a:pt x="2619" y="1732"/>
                  </a:cubicBezTo>
                  <a:cubicBezTo>
                    <a:pt x="2619" y="2054"/>
                    <a:pt x="2763" y="2358"/>
                    <a:pt x="3013" y="2561"/>
                  </a:cubicBezTo>
                  <a:cubicBezTo>
                    <a:pt x="2503" y="2818"/>
                    <a:pt x="2184" y="3340"/>
                    <a:pt x="2184" y="3912"/>
                  </a:cubicBezTo>
                  <a:lnTo>
                    <a:pt x="2184" y="4564"/>
                  </a:lnTo>
                  <a:cubicBezTo>
                    <a:pt x="2184" y="4571"/>
                    <a:pt x="2177" y="4578"/>
                    <a:pt x="2170" y="4578"/>
                  </a:cubicBezTo>
                  <a:lnTo>
                    <a:pt x="2061" y="4578"/>
                  </a:lnTo>
                  <a:cubicBezTo>
                    <a:pt x="1691" y="4578"/>
                    <a:pt x="1376" y="4846"/>
                    <a:pt x="1318" y="5212"/>
                  </a:cubicBezTo>
                  <a:cubicBezTo>
                    <a:pt x="1264" y="5574"/>
                    <a:pt x="1478" y="5926"/>
                    <a:pt x="1829" y="6041"/>
                  </a:cubicBezTo>
                  <a:cubicBezTo>
                    <a:pt x="1695" y="6291"/>
                    <a:pt x="1528" y="6657"/>
                    <a:pt x="1528" y="6961"/>
                  </a:cubicBezTo>
                  <a:cubicBezTo>
                    <a:pt x="1528" y="7355"/>
                    <a:pt x="1848" y="7601"/>
                    <a:pt x="2174" y="7601"/>
                  </a:cubicBezTo>
                  <a:cubicBezTo>
                    <a:pt x="2363" y="7601"/>
                    <a:pt x="2555" y="7518"/>
                    <a:pt x="2687" y="7331"/>
                  </a:cubicBezTo>
                  <a:cubicBezTo>
                    <a:pt x="2952" y="7726"/>
                    <a:pt x="3299" y="8052"/>
                    <a:pt x="3709" y="8287"/>
                  </a:cubicBezTo>
                  <a:lnTo>
                    <a:pt x="3709" y="9178"/>
                  </a:lnTo>
                  <a:lnTo>
                    <a:pt x="3712" y="9178"/>
                  </a:lnTo>
                  <a:cubicBezTo>
                    <a:pt x="3709" y="9460"/>
                    <a:pt x="3531" y="9714"/>
                    <a:pt x="3267" y="9808"/>
                  </a:cubicBezTo>
                  <a:lnTo>
                    <a:pt x="2474" y="10087"/>
                  </a:lnTo>
                  <a:cubicBezTo>
                    <a:pt x="2162" y="9504"/>
                    <a:pt x="1069" y="7298"/>
                    <a:pt x="1069" y="4835"/>
                  </a:cubicBezTo>
                  <a:cubicBezTo>
                    <a:pt x="1069" y="4075"/>
                    <a:pt x="1250" y="3376"/>
                    <a:pt x="1605" y="2764"/>
                  </a:cubicBezTo>
                  <a:cubicBezTo>
                    <a:pt x="1865" y="2315"/>
                    <a:pt x="2209" y="1920"/>
                    <a:pt x="2626" y="1601"/>
                  </a:cubicBezTo>
                  <a:close/>
                  <a:moveTo>
                    <a:pt x="4784" y="0"/>
                  </a:moveTo>
                  <a:cubicBezTo>
                    <a:pt x="4212" y="0"/>
                    <a:pt x="3676" y="174"/>
                    <a:pt x="3271" y="493"/>
                  </a:cubicBezTo>
                  <a:cubicBezTo>
                    <a:pt x="3100" y="623"/>
                    <a:pt x="2952" y="783"/>
                    <a:pt x="2840" y="964"/>
                  </a:cubicBezTo>
                  <a:cubicBezTo>
                    <a:pt x="2180" y="1351"/>
                    <a:pt x="1634" y="1902"/>
                    <a:pt x="1250" y="2561"/>
                  </a:cubicBezTo>
                  <a:cubicBezTo>
                    <a:pt x="855" y="3242"/>
                    <a:pt x="659" y="4006"/>
                    <a:pt x="659" y="4835"/>
                  </a:cubicBezTo>
                  <a:cubicBezTo>
                    <a:pt x="659" y="6393"/>
                    <a:pt x="1079" y="7834"/>
                    <a:pt x="1431" y="8769"/>
                  </a:cubicBezTo>
                  <a:cubicBezTo>
                    <a:pt x="1619" y="9268"/>
                    <a:pt x="1833" y="9754"/>
                    <a:pt x="2083" y="10225"/>
                  </a:cubicBezTo>
                  <a:lnTo>
                    <a:pt x="1011" y="10601"/>
                  </a:lnTo>
                  <a:cubicBezTo>
                    <a:pt x="406" y="10815"/>
                    <a:pt x="0" y="11387"/>
                    <a:pt x="0" y="12028"/>
                  </a:cubicBezTo>
                  <a:lnTo>
                    <a:pt x="0" y="13720"/>
                  </a:lnTo>
                  <a:cubicBezTo>
                    <a:pt x="0" y="13855"/>
                    <a:pt x="102" y="13923"/>
                    <a:pt x="205" y="13923"/>
                  </a:cubicBezTo>
                  <a:cubicBezTo>
                    <a:pt x="307" y="13923"/>
                    <a:pt x="409" y="13855"/>
                    <a:pt x="409" y="13720"/>
                  </a:cubicBezTo>
                  <a:lnTo>
                    <a:pt x="409" y="12032"/>
                  </a:lnTo>
                  <a:cubicBezTo>
                    <a:pt x="409" y="11561"/>
                    <a:pt x="703" y="11144"/>
                    <a:pt x="1145" y="10989"/>
                  </a:cubicBezTo>
                  <a:lnTo>
                    <a:pt x="1478" y="10873"/>
                  </a:lnTo>
                  <a:cubicBezTo>
                    <a:pt x="2260" y="11952"/>
                    <a:pt x="3680" y="12615"/>
                    <a:pt x="5219" y="12615"/>
                  </a:cubicBezTo>
                  <a:cubicBezTo>
                    <a:pt x="5228" y="12615"/>
                    <a:pt x="5237" y="12615"/>
                    <a:pt x="5246" y="12615"/>
                  </a:cubicBezTo>
                  <a:cubicBezTo>
                    <a:pt x="5921" y="12615"/>
                    <a:pt x="6589" y="12481"/>
                    <a:pt x="7215" y="12220"/>
                  </a:cubicBezTo>
                  <a:cubicBezTo>
                    <a:pt x="7434" y="12128"/>
                    <a:pt x="7338" y="11825"/>
                    <a:pt x="7141" y="11825"/>
                  </a:cubicBezTo>
                  <a:cubicBezTo>
                    <a:pt x="7114" y="11825"/>
                    <a:pt x="7085" y="11831"/>
                    <a:pt x="7055" y="11843"/>
                  </a:cubicBezTo>
                  <a:cubicBezTo>
                    <a:pt x="6480" y="12083"/>
                    <a:pt x="5867" y="12206"/>
                    <a:pt x="5246" y="12206"/>
                  </a:cubicBezTo>
                  <a:cubicBezTo>
                    <a:pt x="5237" y="12206"/>
                    <a:pt x="5228" y="12206"/>
                    <a:pt x="5219" y="12206"/>
                  </a:cubicBezTo>
                  <a:cubicBezTo>
                    <a:pt x="3854" y="12206"/>
                    <a:pt x="2601" y="11644"/>
                    <a:pt x="1880" y="10728"/>
                  </a:cubicBezTo>
                  <a:lnTo>
                    <a:pt x="3397" y="10192"/>
                  </a:lnTo>
                  <a:cubicBezTo>
                    <a:pt x="3828" y="10043"/>
                    <a:pt x="4118" y="9634"/>
                    <a:pt x="4118" y="9178"/>
                  </a:cubicBezTo>
                  <a:lnTo>
                    <a:pt x="4118" y="8483"/>
                  </a:lnTo>
                  <a:cubicBezTo>
                    <a:pt x="4473" y="8622"/>
                    <a:pt x="4848" y="8692"/>
                    <a:pt x="5223" y="8692"/>
                  </a:cubicBezTo>
                  <a:cubicBezTo>
                    <a:pt x="5597" y="8692"/>
                    <a:pt x="5972" y="8622"/>
                    <a:pt x="6327" y="8483"/>
                  </a:cubicBezTo>
                  <a:lnTo>
                    <a:pt x="6327" y="9178"/>
                  </a:lnTo>
                  <a:cubicBezTo>
                    <a:pt x="6327" y="9634"/>
                    <a:pt x="6613" y="10040"/>
                    <a:pt x="7044" y="10192"/>
                  </a:cubicBezTo>
                  <a:lnTo>
                    <a:pt x="8558" y="10728"/>
                  </a:lnTo>
                  <a:cubicBezTo>
                    <a:pt x="8341" y="11003"/>
                    <a:pt x="8080" y="11242"/>
                    <a:pt x="7790" y="11441"/>
                  </a:cubicBezTo>
                  <a:cubicBezTo>
                    <a:pt x="7609" y="11569"/>
                    <a:pt x="7733" y="11817"/>
                    <a:pt x="7906" y="11817"/>
                  </a:cubicBezTo>
                  <a:cubicBezTo>
                    <a:pt x="7943" y="11817"/>
                    <a:pt x="7983" y="11805"/>
                    <a:pt x="8022" y="11778"/>
                  </a:cubicBezTo>
                  <a:cubicBezTo>
                    <a:pt x="8384" y="11532"/>
                    <a:pt x="8703" y="11224"/>
                    <a:pt x="8960" y="10873"/>
                  </a:cubicBezTo>
                  <a:lnTo>
                    <a:pt x="9293" y="10989"/>
                  </a:lnTo>
                  <a:cubicBezTo>
                    <a:pt x="9735" y="11144"/>
                    <a:pt x="10032" y="11561"/>
                    <a:pt x="10032" y="12032"/>
                  </a:cubicBezTo>
                  <a:lnTo>
                    <a:pt x="10032" y="13720"/>
                  </a:lnTo>
                  <a:cubicBezTo>
                    <a:pt x="10032" y="13855"/>
                    <a:pt x="10134" y="13923"/>
                    <a:pt x="10235" y="13923"/>
                  </a:cubicBezTo>
                  <a:cubicBezTo>
                    <a:pt x="10336" y="13923"/>
                    <a:pt x="10438" y="13855"/>
                    <a:pt x="10438" y="13720"/>
                  </a:cubicBezTo>
                  <a:lnTo>
                    <a:pt x="10438" y="12032"/>
                  </a:lnTo>
                  <a:cubicBezTo>
                    <a:pt x="10438" y="11387"/>
                    <a:pt x="10032" y="10815"/>
                    <a:pt x="9427" y="10601"/>
                  </a:cubicBezTo>
                  <a:lnTo>
                    <a:pt x="8308" y="10206"/>
                  </a:lnTo>
                  <a:cubicBezTo>
                    <a:pt x="8613" y="9707"/>
                    <a:pt x="8881" y="9189"/>
                    <a:pt x="9112" y="8649"/>
                  </a:cubicBezTo>
                  <a:cubicBezTo>
                    <a:pt x="9848" y="6951"/>
                    <a:pt x="10000" y="5610"/>
                    <a:pt x="10000" y="4781"/>
                  </a:cubicBezTo>
                  <a:cubicBezTo>
                    <a:pt x="9996" y="2145"/>
                    <a:pt x="7859" y="4"/>
                    <a:pt x="52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88"/>
            <p:cNvSpPr/>
            <p:nvPr/>
          </p:nvSpPr>
          <p:spPr>
            <a:xfrm>
              <a:off x="8173988" y="2602556"/>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3"/>
                    <a:pt x="1745" y="353"/>
                  </a:cubicBezTo>
                  <a:cubicBezTo>
                    <a:pt x="1893"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88"/>
            <p:cNvSpPr/>
            <p:nvPr/>
          </p:nvSpPr>
          <p:spPr>
            <a:xfrm>
              <a:off x="8150890" y="2536855"/>
              <a:ext cx="22547" cy="14105"/>
            </a:xfrm>
            <a:custGeom>
              <a:rect b="b" l="l" r="r" t="t"/>
              <a:pathLst>
                <a:path extrusionOk="0" h="538" w="860">
                  <a:moveTo>
                    <a:pt x="565" y="1"/>
                  </a:moveTo>
                  <a:cubicBezTo>
                    <a:pt x="536" y="1"/>
                    <a:pt x="504" y="8"/>
                    <a:pt x="471" y="23"/>
                  </a:cubicBezTo>
                  <a:lnTo>
                    <a:pt x="214" y="146"/>
                  </a:lnTo>
                  <a:cubicBezTo>
                    <a:pt x="1" y="247"/>
                    <a:pt x="103" y="538"/>
                    <a:pt x="295" y="538"/>
                  </a:cubicBezTo>
                  <a:cubicBezTo>
                    <a:pt x="324" y="538"/>
                    <a:pt x="355" y="531"/>
                    <a:pt x="388" y="516"/>
                  </a:cubicBezTo>
                  <a:lnTo>
                    <a:pt x="649" y="393"/>
                  </a:lnTo>
                  <a:cubicBezTo>
                    <a:pt x="859" y="292"/>
                    <a:pt x="757" y="1"/>
                    <a:pt x="5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88"/>
            <p:cNvSpPr/>
            <p:nvPr/>
          </p:nvSpPr>
          <p:spPr>
            <a:xfrm>
              <a:off x="8224115" y="2536855"/>
              <a:ext cx="22599" cy="14105"/>
            </a:xfrm>
            <a:custGeom>
              <a:rect b="b" l="l" r="r" t="t"/>
              <a:pathLst>
                <a:path extrusionOk="0" h="538" w="862">
                  <a:moveTo>
                    <a:pt x="294" y="1"/>
                  </a:moveTo>
                  <a:cubicBezTo>
                    <a:pt x="102" y="1"/>
                    <a:pt x="0" y="292"/>
                    <a:pt x="214" y="393"/>
                  </a:cubicBezTo>
                  <a:lnTo>
                    <a:pt x="474" y="516"/>
                  </a:lnTo>
                  <a:cubicBezTo>
                    <a:pt x="507" y="531"/>
                    <a:pt x="538" y="538"/>
                    <a:pt x="567" y="538"/>
                  </a:cubicBezTo>
                  <a:cubicBezTo>
                    <a:pt x="757" y="538"/>
                    <a:pt x="862" y="247"/>
                    <a:pt x="648" y="146"/>
                  </a:cubicBezTo>
                  <a:lnTo>
                    <a:pt x="388" y="23"/>
                  </a:lnTo>
                  <a:cubicBezTo>
                    <a:pt x="355" y="8"/>
                    <a:pt x="323" y="1"/>
                    <a:pt x="2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4" name="Google Shape;18144;p88"/>
          <p:cNvGrpSpPr/>
          <p:nvPr/>
        </p:nvGrpSpPr>
        <p:grpSpPr>
          <a:xfrm>
            <a:off x="7161861" y="3356519"/>
            <a:ext cx="273501" cy="365131"/>
            <a:chOff x="7161861" y="3356519"/>
            <a:chExt cx="273501" cy="365131"/>
          </a:xfrm>
        </p:grpSpPr>
        <p:sp>
          <p:nvSpPr>
            <p:cNvPr id="18145" name="Google Shape;18145;p88"/>
            <p:cNvSpPr/>
            <p:nvPr/>
          </p:nvSpPr>
          <p:spPr>
            <a:xfrm>
              <a:off x="7327189" y="3504726"/>
              <a:ext cx="68847" cy="125739"/>
            </a:xfrm>
            <a:custGeom>
              <a:rect b="b" l="l" r="r" t="t"/>
              <a:pathLst>
                <a:path extrusionOk="0" h="4796" w="2626">
                  <a:moveTo>
                    <a:pt x="0" y="1"/>
                  </a:moveTo>
                  <a:lnTo>
                    <a:pt x="0" y="4796"/>
                  </a:lnTo>
                  <a:lnTo>
                    <a:pt x="2626" y="4796"/>
                  </a:lnTo>
                  <a:cubicBezTo>
                    <a:pt x="2467" y="3626"/>
                    <a:pt x="1797" y="2746"/>
                    <a:pt x="1568" y="1692"/>
                  </a:cubicBezTo>
                  <a:cubicBezTo>
                    <a:pt x="1405" y="942"/>
                    <a:pt x="1525" y="1"/>
                    <a:pt x="15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88"/>
            <p:cNvSpPr/>
            <p:nvPr/>
          </p:nvSpPr>
          <p:spPr>
            <a:xfrm>
              <a:off x="7167183" y="3556191"/>
              <a:ext cx="262857" cy="160032"/>
            </a:xfrm>
            <a:custGeom>
              <a:rect b="b" l="l" r="r" t="t"/>
              <a:pathLst>
                <a:path extrusionOk="0" h="6104" w="10026">
                  <a:moveTo>
                    <a:pt x="3706" y="1"/>
                  </a:moveTo>
                  <a:lnTo>
                    <a:pt x="3706" y="1348"/>
                  </a:lnTo>
                  <a:cubicBezTo>
                    <a:pt x="3706" y="1714"/>
                    <a:pt x="3474" y="2043"/>
                    <a:pt x="3126" y="2170"/>
                  </a:cubicBezTo>
                  <a:lnTo>
                    <a:pt x="873" y="2963"/>
                  </a:lnTo>
                  <a:cubicBezTo>
                    <a:pt x="352" y="3148"/>
                    <a:pt x="1" y="3640"/>
                    <a:pt x="1" y="4194"/>
                  </a:cubicBezTo>
                  <a:lnTo>
                    <a:pt x="1" y="6103"/>
                  </a:lnTo>
                  <a:lnTo>
                    <a:pt x="10026" y="6103"/>
                  </a:lnTo>
                  <a:lnTo>
                    <a:pt x="10026" y="4194"/>
                  </a:lnTo>
                  <a:cubicBezTo>
                    <a:pt x="10026" y="3640"/>
                    <a:pt x="9678" y="3148"/>
                    <a:pt x="9153" y="2963"/>
                  </a:cubicBezTo>
                  <a:lnTo>
                    <a:pt x="6904" y="2170"/>
                  </a:lnTo>
                  <a:cubicBezTo>
                    <a:pt x="6556" y="2047"/>
                    <a:pt x="6321" y="1717"/>
                    <a:pt x="6321" y="1348"/>
                  </a:cubicBezTo>
                  <a:lnTo>
                    <a:pt x="632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88"/>
            <p:cNvSpPr/>
            <p:nvPr/>
          </p:nvSpPr>
          <p:spPr>
            <a:xfrm>
              <a:off x="7230053" y="3612978"/>
              <a:ext cx="199987" cy="103245"/>
            </a:xfrm>
            <a:custGeom>
              <a:rect b="b" l="l" r="r" t="t"/>
              <a:pathLst>
                <a:path extrusionOk="0" h="3938" w="7628">
                  <a:moveTo>
                    <a:pt x="4498" y="0"/>
                  </a:moveTo>
                  <a:cubicBezTo>
                    <a:pt x="4201" y="583"/>
                    <a:pt x="2999" y="2590"/>
                    <a:pt x="0" y="3937"/>
                  </a:cubicBezTo>
                  <a:lnTo>
                    <a:pt x="7628" y="3937"/>
                  </a:lnTo>
                  <a:lnTo>
                    <a:pt x="7628" y="2028"/>
                  </a:lnTo>
                  <a:cubicBezTo>
                    <a:pt x="7628" y="1474"/>
                    <a:pt x="7280" y="982"/>
                    <a:pt x="6755" y="797"/>
                  </a:cubicBezTo>
                  <a:lnTo>
                    <a:pt x="4506"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88"/>
            <p:cNvSpPr/>
            <p:nvPr/>
          </p:nvSpPr>
          <p:spPr>
            <a:xfrm>
              <a:off x="7167183" y="3612978"/>
              <a:ext cx="199987" cy="103245"/>
            </a:xfrm>
            <a:custGeom>
              <a:rect b="b" l="l" r="r" t="t"/>
              <a:pathLst>
                <a:path extrusionOk="0" h="3938" w="7628">
                  <a:moveTo>
                    <a:pt x="3123" y="0"/>
                  </a:moveTo>
                  <a:lnTo>
                    <a:pt x="873" y="797"/>
                  </a:lnTo>
                  <a:cubicBezTo>
                    <a:pt x="352" y="982"/>
                    <a:pt x="1" y="1474"/>
                    <a:pt x="1" y="2028"/>
                  </a:cubicBezTo>
                  <a:lnTo>
                    <a:pt x="1" y="3937"/>
                  </a:lnTo>
                  <a:lnTo>
                    <a:pt x="7628" y="3937"/>
                  </a:lnTo>
                  <a:cubicBezTo>
                    <a:pt x="4629" y="2590"/>
                    <a:pt x="3430" y="583"/>
                    <a:pt x="313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88"/>
            <p:cNvSpPr/>
            <p:nvPr/>
          </p:nvSpPr>
          <p:spPr>
            <a:xfrm>
              <a:off x="7264319" y="3556086"/>
              <a:ext cx="68585" cy="34345"/>
            </a:xfrm>
            <a:custGeom>
              <a:rect b="b" l="l" r="r" t="t"/>
              <a:pathLst>
                <a:path extrusionOk="0" h="1310" w="2616">
                  <a:moveTo>
                    <a:pt x="1" y="1"/>
                  </a:moveTo>
                  <a:lnTo>
                    <a:pt x="1" y="1040"/>
                  </a:lnTo>
                  <a:cubicBezTo>
                    <a:pt x="417" y="1220"/>
                    <a:pt x="862" y="1309"/>
                    <a:pt x="1307" y="1309"/>
                  </a:cubicBezTo>
                  <a:cubicBezTo>
                    <a:pt x="1752" y="1309"/>
                    <a:pt x="2197" y="1220"/>
                    <a:pt x="2616" y="1040"/>
                  </a:cubicBezTo>
                  <a:lnTo>
                    <a:pt x="26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88"/>
            <p:cNvSpPr/>
            <p:nvPr/>
          </p:nvSpPr>
          <p:spPr>
            <a:xfrm>
              <a:off x="7201476" y="3516210"/>
              <a:ext cx="45697" cy="45697"/>
            </a:xfrm>
            <a:custGeom>
              <a:rect b="b" l="l" r="r" t="t"/>
              <a:pathLst>
                <a:path extrusionOk="0" h="1743" w="1743">
                  <a:moveTo>
                    <a:pt x="873" y="1"/>
                  </a:moveTo>
                  <a:cubicBezTo>
                    <a:pt x="391" y="1"/>
                    <a:pt x="0" y="392"/>
                    <a:pt x="0" y="874"/>
                  </a:cubicBezTo>
                  <a:cubicBezTo>
                    <a:pt x="0" y="1352"/>
                    <a:pt x="391" y="1743"/>
                    <a:pt x="873" y="1743"/>
                  </a:cubicBezTo>
                  <a:cubicBezTo>
                    <a:pt x="1355" y="1743"/>
                    <a:pt x="1742" y="1352"/>
                    <a:pt x="1742" y="874"/>
                  </a:cubicBezTo>
                  <a:cubicBezTo>
                    <a:pt x="1742" y="392"/>
                    <a:pt x="1355" y="1"/>
                    <a:pt x="87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88"/>
            <p:cNvSpPr/>
            <p:nvPr/>
          </p:nvSpPr>
          <p:spPr>
            <a:xfrm>
              <a:off x="7218543" y="3533303"/>
              <a:ext cx="11536" cy="11509"/>
            </a:xfrm>
            <a:custGeom>
              <a:rect b="b" l="l" r="r" t="t"/>
              <a:pathLst>
                <a:path extrusionOk="0" h="439" w="44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88"/>
            <p:cNvSpPr/>
            <p:nvPr/>
          </p:nvSpPr>
          <p:spPr>
            <a:xfrm>
              <a:off x="7350076" y="3516210"/>
              <a:ext cx="45697" cy="45697"/>
            </a:xfrm>
            <a:custGeom>
              <a:rect b="b" l="l" r="r" t="t"/>
              <a:pathLst>
                <a:path extrusionOk="0" h="1743" w="1743">
                  <a:moveTo>
                    <a:pt x="873" y="1"/>
                  </a:moveTo>
                  <a:cubicBezTo>
                    <a:pt x="391" y="1"/>
                    <a:pt x="0" y="392"/>
                    <a:pt x="0" y="874"/>
                  </a:cubicBezTo>
                  <a:cubicBezTo>
                    <a:pt x="0" y="1352"/>
                    <a:pt x="391" y="1743"/>
                    <a:pt x="873" y="1743"/>
                  </a:cubicBezTo>
                  <a:cubicBezTo>
                    <a:pt x="1351" y="1743"/>
                    <a:pt x="1742" y="1352"/>
                    <a:pt x="1742" y="874"/>
                  </a:cubicBezTo>
                  <a:cubicBezTo>
                    <a:pt x="1742" y="392"/>
                    <a:pt x="1351" y="1"/>
                    <a:pt x="87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88"/>
            <p:cNvSpPr/>
            <p:nvPr/>
          </p:nvSpPr>
          <p:spPr>
            <a:xfrm>
              <a:off x="7367144" y="3533303"/>
              <a:ext cx="11536" cy="11509"/>
            </a:xfrm>
            <a:custGeom>
              <a:rect b="b" l="l" r="r" t="t"/>
              <a:pathLst>
                <a:path extrusionOk="0" h="439" w="44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88"/>
            <p:cNvSpPr/>
            <p:nvPr/>
          </p:nvSpPr>
          <p:spPr>
            <a:xfrm>
              <a:off x="7207270" y="3361920"/>
              <a:ext cx="182893" cy="134286"/>
            </a:xfrm>
            <a:custGeom>
              <a:rect b="b" l="l" r="r" t="t"/>
              <a:pathLst>
                <a:path extrusionOk="0" h="5122" w="6976">
                  <a:moveTo>
                    <a:pt x="3491" y="0"/>
                  </a:moveTo>
                  <a:cubicBezTo>
                    <a:pt x="3489" y="0"/>
                    <a:pt x="3486" y="0"/>
                    <a:pt x="3484" y="0"/>
                  </a:cubicBezTo>
                  <a:cubicBezTo>
                    <a:pt x="1561" y="0"/>
                    <a:pt x="0" y="1561"/>
                    <a:pt x="0" y="3485"/>
                  </a:cubicBezTo>
                  <a:lnTo>
                    <a:pt x="0" y="5122"/>
                  </a:lnTo>
                  <a:lnTo>
                    <a:pt x="6975" y="5122"/>
                  </a:lnTo>
                  <a:lnTo>
                    <a:pt x="6975" y="3485"/>
                  </a:lnTo>
                  <a:cubicBezTo>
                    <a:pt x="6975" y="1560"/>
                    <a:pt x="5414" y="0"/>
                    <a:pt x="34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88"/>
            <p:cNvSpPr/>
            <p:nvPr/>
          </p:nvSpPr>
          <p:spPr>
            <a:xfrm>
              <a:off x="7201554" y="3430190"/>
              <a:ext cx="194219" cy="143226"/>
            </a:xfrm>
            <a:custGeom>
              <a:rect b="b" l="l" r="r" t="t"/>
              <a:pathLst>
                <a:path extrusionOk="0" h="5463" w="7408">
                  <a:moveTo>
                    <a:pt x="3703" y="0"/>
                  </a:moveTo>
                  <a:cubicBezTo>
                    <a:pt x="3634" y="0"/>
                    <a:pt x="3564" y="33"/>
                    <a:pt x="3521" y="98"/>
                  </a:cubicBezTo>
                  <a:cubicBezTo>
                    <a:pt x="2710" y="1348"/>
                    <a:pt x="1638" y="1775"/>
                    <a:pt x="1142" y="1913"/>
                  </a:cubicBezTo>
                  <a:cubicBezTo>
                    <a:pt x="1051" y="1938"/>
                    <a:pt x="761" y="1974"/>
                    <a:pt x="761" y="1974"/>
                  </a:cubicBezTo>
                  <a:lnTo>
                    <a:pt x="544" y="1974"/>
                  </a:lnTo>
                  <a:cubicBezTo>
                    <a:pt x="243" y="1974"/>
                    <a:pt x="1" y="2217"/>
                    <a:pt x="1" y="2518"/>
                  </a:cubicBezTo>
                  <a:cubicBezTo>
                    <a:pt x="1" y="2818"/>
                    <a:pt x="243" y="3064"/>
                    <a:pt x="544" y="3064"/>
                  </a:cubicBezTo>
                  <a:lnTo>
                    <a:pt x="906" y="3064"/>
                  </a:lnTo>
                  <a:cubicBezTo>
                    <a:pt x="1120" y="4441"/>
                    <a:pt x="2308" y="5462"/>
                    <a:pt x="3702" y="5462"/>
                  </a:cubicBezTo>
                  <a:cubicBezTo>
                    <a:pt x="5100" y="5462"/>
                    <a:pt x="6288" y="4441"/>
                    <a:pt x="6498" y="3064"/>
                  </a:cubicBezTo>
                  <a:lnTo>
                    <a:pt x="6860" y="3064"/>
                  </a:lnTo>
                  <a:cubicBezTo>
                    <a:pt x="7161" y="3064"/>
                    <a:pt x="7407" y="2818"/>
                    <a:pt x="7407" y="2518"/>
                  </a:cubicBezTo>
                  <a:cubicBezTo>
                    <a:pt x="7407" y="2217"/>
                    <a:pt x="7161" y="1974"/>
                    <a:pt x="6860" y="1974"/>
                  </a:cubicBezTo>
                  <a:lnTo>
                    <a:pt x="6647" y="1974"/>
                  </a:lnTo>
                  <a:cubicBezTo>
                    <a:pt x="6647" y="1974"/>
                    <a:pt x="6353" y="1938"/>
                    <a:pt x="6263" y="1913"/>
                  </a:cubicBezTo>
                  <a:cubicBezTo>
                    <a:pt x="5770" y="1779"/>
                    <a:pt x="4698" y="1348"/>
                    <a:pt x="3883" y="98"/>
                  </a:cubicBezTo>
                  <a:cubicBezTo>
                    <a:pt x="3842" y="33"/>
                    <a:pt x="3773" y="0"/>
                    <a:pt x="370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88"/>
            <p:cNvSpPr/>
            <p:nvPr/>
          </p:nvSpPr>
          <p:spPr>
            <a:xfrm>
              <a:off x="7200715" y="3430111"/>
              <a:ext cx="160871" cy="143226"/>
            </a:xfrm>
            <a:custGeom>
              <a:rect b="b" l="l" r="r" t="t"/>
              <a:pathLst>
                <a:path extrusionOk="0" h="5463" w="6136">
                  <a:moveTo>
                    <a:pt x="3736" y="1"/>
                  </a:moveTo>
                  <a:cubicBezTo>
                    <a:pt x="3666" y="1"/>
                    <a:pt x="3596" y="34"/>
                    <a:pt x="3553" y="101"/>
                  </a:cubicBezTo>
                  <a:cubicBezTo>
                    <a:pt x="2992" y="963"/>
                    <a:pt x="2307" y="1438"/>
                    <a:pt x="1775" y="1691"/>
                  </a:cubicBezTo>
                  <a:cubicBezTo>
                    <a:pt x="1583" y="1782"/>
                    <a:pt x="1380" y="1858"/>
                    <a:pt x="1174" y="1916"/>
                  </a:cubicBezTo>
                  <a:cubicBezTo>
                    <a:pt x="1083" y="1941"/>
                    <a:pt x="793" y="1977"/>
                    <a:pt x="793" y="1977"/>
                  </a:cubicBezTo>
                  <a:lnTo>
                    <a:pt x="605" y="1977"/>
                  </a:lnTo>
                  <a:cubicBezTo>
                    <a:pt x="322" y="1977"/>
                    <a:pt x="62" y="2180"/>
                    <a:pt x="33" y="2463"/>
                  </a:cubicBezTo>
                  <a:cubicBezTo>
                    <a:pt x="0" y="2786"/>
                    <a:pt x="250" y="3064"/>
                    <a:pt x="570" y="3064"/>
                  </a:cubicBezTo>
                  <a:cubicBezTo>
                    <a:pt x="572" y="3064"/>
                    <a:pt x="574" y="3064"/>
                    <a:pt x="576" y="3064"/>
                  </a:cubicBezTo>
                  <a:lnTo>
                    <a:pt x="938" y="3064"/>
                  </a:lnTo>
                  <a:cubicBezTo>
                    <a:pt x="1150" y="4463"/>
                    <a:pt x="2349" y="5463"/>
                    <a:pt x="3717" y="5463"/>
                  </a:cubicBezTo>
                  <a:cubicBezTo>
                    <a:pt x="3868" y="5463"/>
                    <a:pt x="4022" y="5450"/>
                    <a:pt x="4176" y="5425"/>
                  </a:cubicBezTo>
                  <a:cubicBezTo>
                    <a:pt x="2854" y="5222"/>
                    <a:pt x="1854" y="4121"/>
                    <a:pt x="1778" y="2789"/>
                  </a:cubicBezTo>
                  <a:cubicBezTo>
                    <a:pt x="1778" y="2760"/>
                    <a:pt x="1775" y="2731"/>
                    <a:pt x="1775" y="2705"/>
                  </a:cubicBezTo>
                  <a:cubicBezTo>
                    <a:pt x="1768" y="2528"/>
                    <a:pt x="1865" y="2365"/>
                    <a:pt x="2028" y="2292"/>
                  </a:cubicBezTo>
                  <a:cubicBezTo>
                    <a:pt x="2687" y="1977"/>
                    <a:pt x="3271" y="1521"/>
                    <a:pt x="3734" y="956"/>
                  </a:cubicBezTo>
                  <a:cubicBezTo>
                    <a:pt x="4201" y="1525"/>
                    <a:pt x="4792" y="1981"/>
                    <a:pt x="5454" y="2296"/>
                  </a:cubicBezTo>
                  <a:cubicBezTo>
                    <a:pt x="5549" y="2339"/>
                    <a:pt x="5638" y="2360"/>
                    <a:pt x="5720" y="2360"/>
                  </a:cubicBezTo>
                  <a:cubicBezTo>
                    <a:pt x="5964" y="2360"/>
                    <a:pt x="6135" y="2175"/>
                    <a:pt x="6135" y="1865"/>
                  </a:cubicBezTo>
                  <a:cubicBezTo>
                    <a:pt x="5592" y="1688"/>
                    <a:pt x="4650" y="1228"/>
                    <a:pt x="3919" y="101"/>
                  </a:cubicBezTo>
                  <a:cubicBezTo>
                    <a:pt x="3875" y="34"/>
                    <a:pt x="3806" y="1"/>
                    <a:pt x="373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88"/>
            <p:cNvSpPr/>
            <p:nvPr/>
          </p:nvSpPr>
          <p:spPr>
            <a:xfrm>
              <a:off x="7272866" y="3519067"/>
              <a:ext cx="51491" cy="22809"/>
            </a:xfrm>
            <a:custGeom>
              <a:rect b="b" l="l" r="r" t="t"/>
              <a:pathLst>
                <a:path extrusionOk="0" h="870" w="1964">
                  <a:moveTo>
                    <a:pt x="1" y="0"/>
                  </a:moveTo>
                  <a:cubicBezTo>
                    <a:pt x="1" y="482"/>
                    <a:pt x="442" y="870"/>
                    <a:pt x="982" y="870"/>
                  </a:cubicBezTo>
                  <a:cubicBezTo>
                    <a:pt x="1525" y="870"/>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88"/>
            <p:cNvSpPr/>
            <p:nvPr/>
          </p:nvSpPr>
          <p:spPr>
            <a:xfrm>
              <a:off x="7296042" y="3363545"/>
              <a:ext cx="94016" cy="101226"/>
            </a:xfrm>
            <a:custGeom>
              <a:rect b="b" l="l" r="r" t="t"/>
              <a:pathLst>
                <a:path extrusionOk="0" h="3861" w="3586">
                  <a:moveTo>
                    <a:pt x="732" y="0"/>
                  </a:moveTo>
                  <a:cubicBezTo>
                    <a:pt x="1" y="1853"/>
                    <a:pt x="1370" y="3861"/>
                    <a:pt x="3363" y="3861"/>
                  </a:cubicBezTo>
                  <a:cubicBezTo>
                    <a:pt x="3365" y="3861"/>
                    <a:pt x="3367" y="3861"/>
                    <a:pt x="3369" y="3861"/>
                  </a:cubicBezTo>
                  <a:cubicBezTo>
                    <a:pt x="3441" y="3861"/>
                    <a:pt x="3513" y="3857"/>
                    <a:pt x="3586" y="3850"/>
                  </a:cubicBezTo>
                  <a:lnTo>
                    <a:pt x="3586" y="3426"/>
                  </a:lnTo>
                  <a:cubicBezTo>
                    <a:pt x="3586" y="1742"/>
                    <a:pt x="2383" y="301"/>
                    <a:pt x="732"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88"/>
            <p:cNvSpPr/>
            <p:nvPr/>
          </p:nvSpPr>
          <p:spPr>
            <a:xfrm>
              <a:off x="7372938" y="3481550"/>
              <a:ext cx="2884" cy="2124"/>
            </a:xfrm>
            <a:custGeom>
              <a:rect b="b" l="l" r="r" t="t"/>
              <a:pathLst>
                <a:path extrusionOk="0" h="81" w="110">
                  <a:moveTo>
                    <a:pt x="1" y="1"/>
                  </a:moveTo>
                  <a:lnTo>
                    <a:pt x="1" y="81"/>
                  </a:lnTo>
                  <a:cubicBezTo>
                    <a:pt x="37" y="59"/>
                    <a:pt x="73" y="37"/>
                    <a:pt x="110" y="12"/>
                  </a:cubicBez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88"/>
            <p:cNvSpPr/>
            <p:nvPr/>
          </p:nvSpPr>
          <p:spPr>
            <a:xfrm>
              <a:off x="7258997" y="3482284"/>
              <a:ext cx="10671" cy="16412"/>
            </a:xfrm>
            <a:custGeom>
              <a:rect b="b" l="l" r="r" t="t"/>
              <a:pathLst>
                <a:path extrusionOk="0" h="626" w="407">
                  <a:moveTo>
                    <a:pt x="204" y="1"/>
                  </a:moveTo>
                  <a:cubicBezTo>
                    <a:pt x="102" y="1"/>
                    <a:pt x="1" y="69"/>
                    <a:pt x="1" y="205"/>
                  </a:cubicBezTo>
                  <a:lnTo>
                    <a:pt x="1" y="422"/>
                  </a:lnTo>
                  <a:cubicBezTo>
                    <a:pt x="1" y="558"/>
                    <a:pt x="102" y="626"/>
                    <a:pt x="204" y="626"/>
                  </a:cubicBezTo>
                  <a:cubicBezTo>
                    <a:pt x="305" y="626"/>
                    <a:pt x="406" y="558"/>
                    <a:pt x="406" y="422"/>
                  </a:cubicBezTo>
                  <a:lnTo>
                    <a:pt x="406" y="205"/>
                  </a:lnTo>
                  <a:cubicBezTo>
                    <a:pt x="406"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88"/>
            <p:cNvSpPr/>
            <p:nvPr/>
          </p:nvSpPr>
          <p:spPr>
            <a:xfrm>
              <a:off x="7327556" y="3482284"/>
              <a:ext cx="10749" cy="16386"/>
            </a:xfrm>
            <a:custGeom>
              <a:rect b="b" l="l" r="r" t="t"/>
              <a:pathLst>
                <a:path extrusionOk="0" h="625" w="410">
                  <a:moveTo>
                    <a:pt x="205" y="1"/>
                  </a:moveTo>
                  <a:cubicBezTo>
                    <a:pt x="103" y="1"/>
                    <a:pt x="1" y="69"/>
                    <a:pt x="1" y="205"/>
                  </a:cubicBezTo>
                  <a:lnTo>
                    <a:pt x="1" y="422"/>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88"/>
            <p:cNvSpPr/>
            <p:nvPr/>
          </p:nvSpPr>
          <p:spPr>
            <a:xfrm>
              <a:off x="7161861" y="3356519"/>
              <a:ext cx="273501" cy="365131"/>
            </a:xfrm>
            <a:custGeom>
              <a:rect b="b" l="l" r="r" t="t"/>
              <a:pathLst>
                <a:path extrusionOk="0" h="13927" w="10432">
                  <a:moveTo>
                    <a:pt x="5221" y="409"/>
                  </a:moveTo>
                  <a:cubicBezTo>
                    <a:pt x="5225" y="409"/>
                    <a:pt x="5230" y="409"/>
                    <a:pt x="5234" y="409"/>
                  </a:cubicBezTo>
                  <a:cubicBezTo>
                    <a:pt x="7045" y="420"/>
                    <a:pt x="8501" y="1916"/>
                    <a:pt x="8501" y="3730"/>
                  </a:cubicBezTo>
                  <a:lnTo>
                    <a:pt x="8501" y="4578"/>
                  </a:lnTo>
                  <a:lnTo>
                    <a:pt x="8233" y="4578"/>
                  </a:lnTo>
                  <a:cubicBezTo>
                    <a:pt x="8095" y="4578"/>
                    <a:pt x="7961" y="4560"/>
                    <a:pt x="7831" y="4527"/>
                  </a:cubicBezTo>
                  <a:cubicBezTo>
                    <a:pt x="7386" y="4400"/>
                    <a:pt x="6292" y="3977"/>
                    <a:pt x="5499" y="2680"/>
                  </a:cubicBezTo>
                  <a:cubicBezTo>
                    <a:pt x="5448" y="2597"/>
                    <a:pt x="5419" y="2499"/>
                    <a:pt x="5419" y="2401"/>
                  </a:cubicBezTo>
                  <a:lnTo>
                    <a:pt x="5419" y="1956"/>
                  </a:lnTo>
                  <a:cubicBezTo>
                    <a:pt x="5423" y="1843"/>
                    <a:pt x="5336" y="1749"/>
                    <a:pt x="5223" y="1746"/>
                  </a:cubicBezTo>
                  <a:cubicBezTo>
                    <a:pt x="5221" y="1746"/>
                    <a:pt x="5219" y="1746"/>
                    <a:pt x="5217" y="1746"/>
                  </a:cubicBezTo>
                  <a:cubicBezTo>
                    <a:pt x="5104" y="1746"/>
                    <a:pt x="5013" y="1835"/>
                    <a:pt x="5013" y="1949"/>
                  </a:cubicBezTo>
                  <a:lnTo>
                    <a:pt x="5013" y="2401"/>
                  </a:lnTo>
                  <a:cubicBezTo>
                    <a:pt x="5013" y="2499"/>
                    <a:pt x="4984" y="2597"/>
                    <a:pt x="4934" y="2684"/>
                  </a:cubicBezTo>
                  <a:cubicBezTo>
                    <a:pt x="4140" y="3980"/>
                    <a:pt x="3047" y="4404"/>
                    <a:pt x="2601" y="4527"/>
                  </a:cubicBezTo>
                  <a:cubicBezTo>
                    <a:pt x="2471" y="4563"/>
                    <a:pt x="2337" y="4582"/>
                    <a:pt x="2203" y="4582"/>
                  </a:cubicBezTo>
                  <a:lnTo>
                    <a:pt x="2058" y="4582"/>
                  </a:lnTo>
                  <a:cubicBezTo>
                    <a:pt x="2015" y="4582"/>
                    <a:pt x="1975" y="4582"/>
                    <a:pt x="1935" y="4589"/>
                  </a:cubicBezTo>
                  <a:lnTo>
                    <a:pt x="1935" y="3694"/>
                  </a:lnTo>
                  <a:cubicBezTo>
                    <a:pt x="1935" y="1877"/>
                    <a:pt x="3409" y="409"/>
                    <a:pt x="5221" y="409"/>
                  </a:cubicBezTo>
                  <a:close/>
                  <a:moveTo>
                    <a:pt x="8128" y="6298"/>
                  </a:moveTo>
                  <a:cubicBezTo>
                    <a:pt x="8464" y="6338"/>
                    <a:pt x="8717" y="6623"/>
                    <a:pt x="8718" y="6963"/>
                  </a:cubicBezTo>
                  <a:lnTo>
                    <a:pt x="8718" y="6963"/>
                  </a:lnTo>
                  <a:cubicBezTo>
                    <a:pt x="8717" y="7369"/>
                    <a:pt x="8387" y="7630"/>
                    <a:pt x="8046" y="7630"/>
                  </a:cubicBezTo>
                  <a:cubicBezTo>
                    <a:pt x="7865" y="7630"/>
                    <a:pt x="7681" y="7556"/>
                    <a:pt x="7541" y="7392"/>
                  </a:cubicBezTo>
                  <a:cubicBezTo>
                    <a:pt x="7809" y="7073"/>
                    <a:pt x="8012" y="6700"/>
                    <a:pt x="8128" y="6298"/>
                  </a:cubicBezTo>
                  <a:close/>
                  <a:moveTo>
                    <a:pt x="2304" y="6302"/>
                  </a:moveTo>
                  <a:cubicBezTo>
                    <a:pt x="2420" y="6700"/>
                    <a:pt x="2623" y="7073"/>
                    <a:pt x="2891" y="7396"/>
                  </a:cubicBezTo>
                  <a:cubicBezTo>
                    <a:pt x="2764" y="7544"/>
                    <a:pt x="2579" y="7631"/>
                    <a:pt x="2384" y="7631"/>
                  </a:cubicBezTo>
                  <a:cubicBezTo>
                    <a:pt x="2029" y="7631"/>
                    <a:pt x="1736" y="7356"/>
                    <a:pt x="1714" y="7004"/>
                  </a:cubicBezTo>
                  <a:cubicBezTo>
                    <a:pt x="1692" y="6650"/>
                    <a:pt x="1953" y="6342"/>
                    <a:pt x="2304" y="6302"/>
                  </a:cubicBezTo>
                  <a:close/>
                  <a:moveTo>
                    <a:pt x="5212" y="3002"/>
                  </a:moveTo>
                  <a:cubicBezTo>
                    <a:pt x="6078" y="4339"/>
                    <a:pt x="7237" y="4788"/>
                    <a:pt x="7722" y="4922"/>
                  </a:cubicBezTo>
                  <a:cubicBezTo>
                    <a:pt x="7885" y="4965"/>
                    <a:pt x="8056" y="4987"/>
                    <a:pt x="8229" y="4987"/>
                  </a:cubicBezTo>
                  <a:lnTo>
                    <a:pt x="8374" y="4987"/>
                  </a:lnTo>
                  <a:cubicBezTo>
                    <a:pt x="8577" y="4987"/>
                    <a:pt x="8733" y="5165"/>
                    <a:pt x="8715" y="5364"/>
                  </a:cubicBezTo>
                  <a:cubicBezTo>
                    <a:pt x="8697" y="5538"/>
                    <a:pt x="8534" y="5672"/>
                    <a:pt x="8342" y="5672"/>
                  </a:cubicBezTo>
                  <a:lnTo>
                    <a:pt x="8240" y="5672"/>
                  </a:lnTo>
                  <a:cubicBezTo>
                    <a:pt x="8252" y="5528"/>
                    <a:pt x="8142" y="5451"/>
                    <a:pt x="8034" y="5451"/>
                  </a:cubicBezTo>
                  <a:cubicBezTo>
                    <a:pt x="7938" y="5451"/>
                    <a:pt x="7843" y="5511"/>
                    <a:pt x="7835" y="5639"/>
                  </a:cubicBezTo>
                  <a:cubicBezTo>
                    <a:pt x="7755" y="6646"/>
                    <a:pt x="7107" y="7519"/>
                    <a:pt x="6169" y="7885"/>
                  </a:cubicBezTo>
                  <a:cubicBezTo>
                    <a:pt x="5858" y="8005"/>
                    <a:pt x="5534" y="8064"/>
                    <a:pt x="5212" y="8064"/>
                  </a:cubicBezTo>
                  <a:cubicBezTo>
                    <a:pt x="4558" y="8064"/>
                    <a:pt x="3915" y="7821"/>
                    <a:pt x="3420" y="7359"/>
                  </a:cubicBezTo>
                  <a:lnTo>
                    <a:pt x="3420" y="7359"/>
                  </a:lnTo>
                  <a:lnTo>
                    <a:pt x="3423" y="7363"/>
                  </a:lnTo>
                  <a:cubicBezTo>
                    <a:pt x="2942" y="6914"/>
                    <a:pt x="2645" y="6298"/>
                    <a:pt x="2594" y="5639"/>
                  </a:cubicBezTo>
                  <a:cubicBezTo>
                    <a:pt x="2584" y="5511"/>
                    <a:pt x="2489" y="5451"/>
                    <a:pt x="2393" y="5451"/>
                  </a:cubicBezTo>
                  <a:cubicBezTo>
                    <a:pt x="2285" y="5451"/>
                    <a:pt x="2175" y="5528"/>
                    <a:pt x="2185" y="5672"/>
                  </a:cubicBezTo>
                  <a:lnTo>
                    <a:pt x="2087" y="5672"/>
                  </a:lnTo>
                  <a:cubicBezTo>
                    <a:pt x="1895" y="5672"/>
                    <a:pt x="1732" y="5534"/>
                    <a:pt x="1714" y="5364"/>
                  </a:cubicBezTo>
                  <a:cubicBezTo>
                    <a:pt x="1692" y="5165"/>
                    <a:pt x="1852" y="4987"/>
                    <a:pt x="2054" y="4987"/>
                  </a:cubicBezTo>
                  <a:lnTo>
                    <a:pt x="2199" y="4987"/>
                  </a:lnTo>
                  <a:cubicBezTo>
                    <a:pt x="2369" y="4987"/>
                    <a:pt x="2543" y="4965"/>
                    <a:pt x="2706" y="4922"/>
                  </a:cubicBezTo>
                  <a:cubicBezTo>
                    <a:pt x="3188" y="4784"/>
                    <a:pt x="4351" y="4339"/>
                    <a:pt x="5212" y="3002"/>
                  </a:cubicBezTo>
                  <a:close/>
                  <a:moveTo>
                    <a:pt x="7255" y="7685"/>
                  </a:moveTo>
                  <a:cubicBezTo>
                    <a:pt x="7418" y="7863"/>
                    <a:pt x="7635" y="7982"/>
                    <a:pt x="7871" y="8022"/>
                  </a:cubicBezTo>
                  <a:cubicBezTo>
                    <a:pt x="7950" y="8475"/>
                    <a:pt x="8099" y="8750"/>
                    <a:pt x="8251" y="9040"/>
                  </a:cubicBezTo>
                  <a:cubicBezTo>
                    <a:pt x="8400" y="9319"/>
                    <a:pt x="8552" y="9612"/>
                    <a:pt x="8671" y="10119"/>
                  </a:cubicBezTo>
                  <a:lnTo>
                    <a:pt x="7172" y="9590"/>
                  </a:lnTo>
                  <a:cubicBezTo>
                    <a:pt x="6907" y="9496"/>
                    <a:pt x="6726" y="9243"/>
                    <a:pt x="6726" y="8960"/>
                  </a:cubicBezTo>
                  <a:lnTo>
                    <a:pt x="6726" y="8073"/>
                  </a:lnTo>
                  <a:cubicBezTo>
                    <a:pt x="6915" y="7961"/>
                    <a:pt x="7092" y="7834"/>
                    <a:pt x="7255" y="7685"/>
                  </a:cubicBezTo>
                  <a:close/>
                  <a:moveTo>
                    <a:pt x="6321" y="8268"/>
                  </a:moveTo>
                  <a:lnTo>
                    <a:pt x="6321" y="8960"/>
                  </a:lnTo>
                  <a:cubicBezTo>
                    <a:pt x="6321" y="9333"/>
                    <a:pt x="6509" y="9677"/>
                    <a:pt x="6824" y="9873"/>
                  </a:cubicBezTo>
                  <a:cubicBezTo>
                    <a:pt x="6632" y="10199"/>
                    <a:pt x="6125" y="10945"/>
                    <a:pt x="5126" y="11756"/>
                  </a:cubicBezTo>
                  <a:lnTo>
                    <a:pt x="5122" y="11756"/>
                  </a:lnTo>
                  <a:cubicBezTo>
                    <a:pt x="4883" y="11535"/>
                    <a:pt x="4655" y="11303"/>
                    <a:pt x="4437" y="11061"/>
                  </a:cubicBezTo>
                  <a:cubicBezTo>
                    <a:pt x="4115" y="10699"/>
                    <a:pt x="3836" y="10300"/>
                    <a:pt x="3601" y="9876"/>
                  </a:cubicBezTo>
                  <a:cubicBezTo>
                    <a:pt x="3920" y="9681"/>
                    <a:pt x="4111" y="9333"/>
                    <a:pt x="4111" y="8960"/>
                  </a:cubicBezTo>
                  <a:lnTo>
                    <a:pt x="4111" y="8268"/>
                  </a:lnTo>
                  <a:cubicBezTo>
                    <a:pt x="4466" y="8406"/>
                    <a:pt x="4841" y="8475"/>
                    <a:pt x="5216" y="8475"/>
                  </a:cubicBezTo>
                  <a:cubicBezTo>
                    <a:pt x="5591" y="8475"/>
                    <a:pt x="5966" y="8406"/>
                    <a:pt x="6321" y="8268"/>
                  </a:cubicBezTo>
                  <a:close/>
                  <a:moveTo>
                    <a:pt x="5216" y="0"/>
                  </a:moveTo>
                  <a:cubicBezTo>
                    <a:pt x="3177" y="0"/>
                    <a:pt x="1526" y="1655"/>
                    <a:pt x="1526" y="3691"/>
                  </a:cubicBezTo>
                  <a:lnTo>
                    <a:pt x="1526" y="4799"/>
                  </a:lnTo>
                  <a:cubicBezTo>
                    <a:pt x="1518" y="4806"/>
                    <a:pt x="1507" y="4817"/>
                    <a:pt x="1500" y="4824"/>
                  </a:cubicBezTo>
                  <a:cubicBezTo>
                    <a:pt x="1131" y="5230"/>
                    <a:pt x="1312" y="5878"/>
                    <a:pt x="1837" y="6037"/>
                  </a:cubicBezTo>
                  <a:cubicBezTo>
                    <a:pt x="1272" y="6371"/>
                    <a:pt x="1134" y="7131"/>
                    <a:pt x="1547" y="7638"/>
                  </a:cubicBezTo>
                  <a:cubicBezTo>
                    <a:pt x="1763" y="7902"/>
                    <a:pt x="2073" y="8036"/>
                    <a:pt x="2384" y="8036"/>
                  </a:cubicBezTo>
                  <a:cubicBezTo>
                    <a:pt x="2674" y="8036"/>
                    <a:pt x="2964" y="7920"/>
                    <a:pt x="3177" y="7685"/>
                  </a:cubicBezTo>
                  <a:cubicBezTo>
                    <a:pt x="3340" y="7834"/>
                    <a:pt x="3518" y="7964"/>
                    <a:pt x="3706" y="8073"/>
                  </a:cubicBezTo>
                  <a:lnTo>
                    <a:pt x="3706" y="8960"/>
                  </a:lnTo>
                  <a:cubicBezTo>
                    <a:pt x="3706" y="9243"/>
                    <a:pt x="3528" y="9496"/>
                    <a:pt x="3260" y="9590"/>
                  </a:cubicBezTo>
                  <a:lnTo>
                    <a:pt x="1011" y="10387"/>
                  </a:lnTo>
                  <a:cubicBezTo>
                    <a:pt x="406" y="10601"/>
                    <a:pt x="1" y="11169"/>
                    <a:pt x="1" y="11810"/>
                  </a:cubicBezTo>
                  <a:lnTo>
                    <a:pt x="1" y="13719"/>
                  </a:lnTo>
                  <a:cubicBezTo>
                    <a:pt x="1" y="13855"/>
                    <a:pt x="103" y="13923"/>
                    <a:pt x="205" y="13923"/>
                  </a:cubicBezTo>
                  <a:cubicBezTo>
                    <a:pt x="308" y="13923"/>
                    <a:pt x="410" y="13855"/>
                    <a:pt x="410" y="13719"/>
                  </a:cubicBezTo>
                  <a:lnTo>
                    <a:pt x="410" y="11810"/>
                  </a:lnTo>
                  <a:cubicBezTo>
                    <a:pt x="410" y="11343"/>
                    <a:pt x="703" y="10927"/>
                    <a:pt x="1145" y="10771"/>
                  </a:cubicBezTo>
                  <a:lnTo>
                    <a:pt x="1732" y="10561"/>
                  </a:lnTo>
                  <a:cubicBezTo>
                    <a:pt x="1844" y="11195"/>
                    <a:pt x="1964" y="11850"/>
                    <a:pt x="2094" y="12455"/>
                  </a:cubicBezTo>
                  <a:cubicBezTo>
                    <a:pt x="2120" y="12566"/>
                    <a:pt x="2205" y="12615"/>
                    <a:pt x="2291" y="12615"/>
                  </a:cubicBezTo>
                  <a:cubicBezTo>
                    <a:pt x="2409" y="12615"/>
                    <a:pt x="2528" y="12522"/>
                    <a:pt x="2493" y="12368"/>
                  </a:cubicBezTo>
                  <a:cubicBezTo>
                    <a:pt x="2359" y="11749"/>
                    <a:pt x="2235" y="11072"/>
                    <a:pt x="2123" y="10423"/>
                  </a:cubicBezTo>
                  <a:lnTo>
                    <a:pt x="2431" y="10315"/>
                  </a:lnTo>
                  <a:cubicBezTo>
                    <a:pt x="2819" y="11579"/>
                    <a:pt x="3304" y="12962"/>
                    <a:pt x="3963" y="13842"/>
                  </a:cubicBezTo>
                  <a:cubicBezTo>
                    <a:pt x="4008" y="13902"/>
                    <a:pt x="4065" y="13927"/>
                    <a:pt x="4120" y="13927"/>
                  </a:cubicBezTo>
                  <a:cubicBezTo>
                    <a:pt x="4268" y="13927"/>
                    <a:pt x="4407" y="13754"/>
                    <a:pt x="4289" y="13596"/>
                  </a:cubicBezTo>
                  <a:cubicBezTo>
                    <a:pt x="3594" y="12669"/>
                    <a:pt x="3065" y="10999"/>
                    <a:pt x="2815" y="10177"/>
                  </a:cubicBezTo>
                  <a:lnTo>
                    <a:pt x="3221" y="10036"/>
                  </a:lnTo>
                  <a:cubicBezTo>
                    <a:pt x="3470" y="10496"/>
                    <a:pt x="3771" y="10923"/>
                    <a:pt x="4115" y="11311"/>
                  </a:cubicBezTo>
                  <a:cubicBezTo>
                    <a:pt x="4760" y="12053"/>
                    <a:pt x="5911" y="13103"/>
                    <a:pt x="7748" y="13904"/>
                  </a:cubicBezTo>
                  <a:cubicBezTo>
                    <a:pt x="7780" y="13918"/>
                    <a:pt x="7810" y="13924"/>
                    <a:pt x="7838" y="13924"/>
                  </a:cubicBezTo>
                  <a:cubicBezTo>
                    <a:pt x="8032" y="13924"/>
                    <a:pt x="8129" y="13626"/>
                    <a:pt x="7911" y="13531"/>
                  </a:cubicBezTo>
                  <a:cubicBezTo>
                    <a:pt x="7020" y="13147"/>
                    <a:pt x="6187" y="12640"/>
                    <a:pt x="5433" y="12024"/>
                  </a:cubicBezTo>
                  <a:cubicBezTo>
                    <a:pt x="6491" y="11159"/>
                    <a:pt x="7012" y="10365"/>
                    <a:pt x="7201" y="10032"/>
                  </a:cubicBezTo>
                  <a:lnTo>
                    <a:pt x="7610" y="10177"/>
                  </a:lnTo>
                  <a:cubicBezTo>
                    <a:pt x="7411" y="10840"/>
                    <a:pt x="7165" y="11488"/>
                    <a:pt x="6875" y="12118"/>
                  </a:cubicBezTo>
                  <a:cubicBezTo>
                    <a:pt x="6799" y="12280"/>
                    <a:pt x="6932" y="12409"/>
                    <a:pt x="7065" y="12409"/>
                  </a:cubicBezTo>
                  <a:cubicBezTo>
                    <a:pt x="7135" y="12409"/>
                    <a:pt x="7204" y="12373"/>
                    <a:pt x="7244" y="12289"/>
                  </a:cubicBezTo>
                  <a:cubicBezTo>
                    <a:pt x="7541" y="11651"/>
                    <a:pt x="7791" y="10988"/>
                    <a:pt x="7998" y="10315"/>
                  </a:cubicBezTo>
                  <a:lnTo>
                    <a:pt x="9287" y="10771"/>
                  </a:lnTo>
                  <a:cubicBezTo>
                    <a:pt x="9729" y="10927"/>
                    <a:pt x="10022" y="11343"/>
                    <a:pt x="10022" y="11810"/>
                  </a:cubicBezTo>
                  <a:lnTo>
                    <a:pt x="10022" y="13719"/>
                  </a:lnTo>
                  <a:cubicBezTo>
                    <a:pt x="10022" y="13855"/>
                    <a:pt x="10124" y="13923"/>
                    <a:pt x="10227" y="13923"/>
                  </a:cubicBezTo>
                  <a:cubicBezTo>
                    <a:pt x="10329" y="13923"/>
                    <a:pt x="10431" y="13855"/>
                    <a:pt x="10431" y="13719"/>
                  </a:cubicBezTo>
                  <a:lnTo>
                    <a:pt x="10431" y="11810"/>
                  </a:lnTo>
                  <a:cubicBezTo>
                    <a:pt x="10431" y="11169"/>
                    <a:pt x="10029" y="10601"/>
                    <a:pt x="9425" y="10387"/>
                  </a:cubicBezTo>
                  <a:lnTo>
                    <a:pt x="9120" y="10278"/>
                  </a:lnTo>
                  <a:cubicBezTo>
                    <a:pt x="9033" y="9775"/>
                    <a:pt x="8863" y="9290"/>
                    <a:pt x="8610" y="8848"/>
                  </a:cubicBezTo>
                  <a:cubicBezTo>
                    <a:pt x="8476" y="8591"/>
                    <a:pt x="8356" y="8366"/>
                    <a:pt x="8287" y="8011"/>
                  </a:cubicBezTo>
                  <a:cubicBezTo>
                    <a:pt x="8715" y="7913"/>
                    <a:pt x="9044" y="7566"/>
                    <a:pt x="9113" y="7128"/>
                  </a:cubicBezTo>
                  <a:cubicBezTo>
                    <a:pt x="9182" y="6693"/>
                    <a:pt x="8975" y="6258"/>
                    <a:pt x="8595" y="6034"/>
                  </a:cubicBezTo>
                  <a:cubicBezTo>
                    <a:pt x="9120" y="5878"/>
                    <a:pt x="9301" y="5230"/>
                    <a:pt x="8932" y="4824"/>
                  </a:cubicBezTo>
                  <a:cubicBezTo>
                    <a:pt x="8925" y="4817"/>
                    <a:pt x="8917" y="4806"/>
                    <a:pt x="8907" y="4799"/>
                  </a:cubicBezTo>
                  <a:lnTo>
                    <a:pt x="8907" y="3691"/>
                  </a:lnTo>
                  <a:cubicBezTo>
                    <a:pt x="8907" y="1655"/>
                    <a:pt x="7255" y="0"/>
                    <a:pt x="52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88"/>
            <p:cNvSpPr/>
            <p:nvPr/>
          </p:nvSpPr>
          <p:spPr>
            <a:xfrm>
              <a:off x="7221401" y="3699391"/>
              <a:ext cx="16255" cy="22180"/>
            </a:xfrm>
            <a:custGeom>
              <a:rect b="b" l="l" r="r" t="t"/>
              <a:pathLst>
                <a:path extrusionOk="0" h="846" w="620">
                  <a:moveTo>
                    <a:pt x="248" y="0"/>
                  </a:moveTo>
                  <a:cubicBezTo>
                    <a:pt x="125" y="0"/>
                    <a:pt x="0" y="104"/>
                    <a:pt x="44" y="261"/>
                  </a:cubicBezTo>
                  <a:cubicBezTo>
                    <a:pt x="91" y="424"/>
                    <a:pt x="135" y="572"/>
                    <a:pt x="182" y="706"/>
                  </a:cubicBezTo>
                  <a:cubicBezTo>
                    <a:pt x="215" y="804"/>
                    <a:pt x="291" y="846"/>
                    <a:pt x="368" y="846"/>
                  </a:cubicBezTo>
                  <a:cubicBezTo>
                    <a:pt x="493" y="846"/>
                    <a:pt x="619" y="735"/>
                    <a:pt x="566" y="576"/>
                  </a:cubicBezTo>
                  <a:cubicBezTo>
                    <a:pt x="526" y="449"/>
                    <a:pt x="482" y="308"/>
                    <a:pt x="439" y="149"/>
                  </a:cubicBezTo>
                  <a:cubicBezTo>
                    <a:pt x="409" y="45"/>
                    <a:pt x="329" y="0"/>
                    <a:pt x="2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88"/>
            <p:cNvSpPr/>
            <p:nvPr/>
          </p:nvSpPr>
          <p:spPr>
            <a:xfrm>
              <a:off x="7267544" y="3513640"/>
              <a:ext cx="62135" cy="33663"/>
            </a:xfrm>
            <a:custGeom>
              <a:rect b="b" l="l" r="r" t="t"/>
              <a:pathLst>
                <a:path extrusionOk="0" h="1284" w="2370">
                  <a:moveTo>
                    <a:pt x="1928" y="410"/>
                  </a:moveTo>
                  <a:cubicBezTo>
                    <a:pt x="1826" y="678"/>
                    <a:pt x="1533" y="874"/>
                    <a:pt x="1185" y="874"/>
                  </a:cubicBezTo>
                  <a:cubicBezTo>
                    <a:pt x="841" y="874"/>
                    <a:pt x="548" y="678"/>
                    <a:pt x="446" y="410"/>
                  </a:cubicBezTo>
                  <a:close/>
                  <a:moveTo>
                    <a:pt x="204" y="1"/>
                  </a:moveTo>
                  <a:cubicBezTo>
                    <a:pt x="91" y="1"/>
                    <a:pt x="1" y="95"/>
                    <a:pt x="1" y="207"/>
                  </a:cubicBezTo>
                  <a:cubicBezTo>
                    <a:pt x="1" y="798"/>
                    <a:pt x="533" y="1283"/>
                    <a:pt x="1185" y="1283"/>
                  </a:cubicBezTo>
                  <a:cubicBezTo>
                    <a:pt x="1841" y="1283"/>
                    <a:pt x="2369" y="798"/>
                    <a:pt x="2369" y="207"/>
                  </a:cubicBezTo>
                  <a:cubicBezTo>
                    <a:pt x="2369" y="95"/>
                    <a:pt x="2279"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5" name="Google Shape;18165;p88"/>
          <p:cNvGrpSpPr/>
          <p:nvPr/>
        </p:nvGrpSpPr>
        <p:grpSpPr>
          <a:xfrm>
            <a:off x="7156067" y="1983508"/>
            <a:ext cx="285089" cy="365131"/>
            <a:chOff x="7156067" y="1983508"/>
            <a:chExt cx="285089" cy="365131"/>
          </a:xfrm>
        </p:grpSpPr>
        <p:sp>
          <p:nvSpPr>
            <p:cNvPr id="18166" name="Google Shape;18166;p88"/>
            <p:cNvSpPr/>
            <p:nvPr/>
          </p:nvSpPr>
          <p:spPr>
            <a:xfrm>
              <a:off x="7161494" y="2228196"/>
              <a:ext cx="274235" cy="114911"/>
            </a:xfrm>
            <a:custGeom>
              <a:rect b="b" l="l" r="r" t="t"/>
              <a:pathLst>
                <a:path extrusionOk="0" h="4383" w="10460">
                  <a:moveTo>
                    <a:pt x="3046" y="0"/>
                  </a:moveTo>
                  <a:lnTo>
                    <a:pt x="938" y="620"/>
                  </a:lnTo>
                  <a:cubicBezTo>
                    <a:pt x="381" y="783"/>
                    <a:pt x="0" y="1293"/>
                    <a:pt x="0" y="1873"/>
                  </a:cubicBezTo>
                  <a:lnTo>
                    <a:pt x="0" y="4383"/>
                  </a:lnTo>
                  <a:lnTo>
                    <a:pt x="10460" y="4383"/>
                  </a:lnTo>
                  <a:lnTo>
                    <a:pt x="10460" y="1873"/>
                  </a:lnTo>
                  <a:cubicBezTo>
                    <a:pt x="10460" y="1293"/>
                    <a:pt x="10080" y="783"/>
                    <a:pt x="9522" y="620"/>
                  </a:cubicBezTo>
                  <a:lnTo>
                    <a:pt x="7414" y="0"/>
                  </a:lnTo>
                  <a:lnTo>
                    <a:pt x="5230" y="1985"/>
                  </a:lnTo>
                  <a:lnTo>
                    <a:pt x="3046"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88"/>
            <p:cNvSpPr/>
            <p:nvPr/>
          </p:nvSpPr>
          <p:spPr>
            <a:xfrm>
              <a:off x="7191880" y="2131611"/>
              <a:ext cx="213568" cy="211497"/>
            </a:xfrm>
            <a:custGeom>
              <a:rect b="b" l="l" r="r" t="t"/>
              <a:pathLst>
                <a:path extrusionOk="0" h="8067" w="8146">
                  <a:moveTo>
                    <a:pt x="4071" y="1"/>
                  </a:moveTo>
                  <a:lnTo>
                    <a:pt x="228" y="609"/>
                  </a:lnTo>
                  <a:cubicBezTo>
                    <a:pt x="84" y="631"/>
                    <a:pt x="0" y="794"/>
                    <a:pt x="69" y="925"/>
                  </a:cubicBezTo>
                  <a:lnTo>
                    <a:pt x="2546" y="5669"/>
                  </a:lnTo>
                  <a:lnTo>
                    <a:pt x="2228" y="6306"/>
                  </a:lnTo>
                  <a:cubicBezTo>
                    <a:pt x="2155" y="6451"/>
                    <a:pt x="2170" y="6625"/>
                    <a:pt x="2264" y="6755"/>
                  </a:cubicBezTo>
                  <a:lnTo>
                    <a:pt x="3202" y="8067"/>
                  </a:lnTo>
                  <a:lnTo>
                    <a:pt x="4944" y="8067"/>
                  </a:lnTo>
                  <a:lnTo>
                    <a:pt x="5882" y="6755"/>
                  </a:lnTo>
                  <a:cubicBezTo>
                    <a:pt x="5976" y="6625"/>
                    <a:pt x="5991" y="6451"/>
                    <a:pt x="5918" y="6306"/>
                  </a:cubicBezTo>
                  <a:lnTo>
                    <a:pt x="5599" y="5669"/>
                  </a:lnTo>
                  <a:lnTo>
                    <a:pt x="8077" y="925"/>
                  </a:lnTo>
                  <a:cubicBezTo>
                    <a:pt x="8146" y="794"/>
                    <a:pt x="8062" y="631"/>
                    <a:pt x="7914" y="609"/>
                  </a:cubicBezTo>
                  <a:lnTo>
                    <a:pt x="40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88"/>
            <p:cNvSpPr/>
            <p:nvPr/>
          </p:nvSpPr>
          <p:spPr>
            <a:xfrm>
              <a:off x="7193112" y="2131611"/>
              <a:ext cx="210998" cy="148627"/>
            </a:xfrm>
            <a:custGeom>
              <a:rect b="b" l="l" r="r" t="t"/>
              <a:pathLst>
                <a:path extrusionOk="0" h="5669" w="8048">
                  <a:moveTo>
                    <a:pt x="4024" y="1"/>
                  </a:moveTo>
                  <a:lnTo>
                    <a:pt x="181" y="609"/>
                  </a:lnTo>
                  <a:cubicBezTo>
                    <a:pt x="87" y="624"/>
                    <a:pt x="11" y="704"/>
                    <a:pt x="0" y="801"/>
                  </a:cubicBezTo>
                  <a:lnTo>
                    <a:pt x="4024" y="5669"/>
                  </a:lnTo>
                  <a:lnTo>
                    <a:pt x="8048" y="801"/>
                  </a:lnTo>
                  <a:cubicBezTo>
                    <a:pt x="8037" y="704"/>
                    <a:pt x="7961" y="624"/>
                    <a:pt x="7867" y="609"/>
                  </a:cubicBezTo>
                  <a:lnTo>
                    <a:pt x="4024"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88"/>
            <p:cNvSpPr/>
            <p:nvPr/>
          </p:nvSpPr>
          <p:spPr>
            <a:xfrm>
              <a:off x="7251971" y="2183076"/>
              <a:ext cx="93282" cy="93911"/>
            </a:xfrm>
            <a:custGeom>
              <a:rect b="b" l="l" r="r" t="t"/>
              <a:pathLst>
                <a:path extrusionOk="0" h="3582" w="3558">
                  <a:moveTo>
                    <a:pt x="254" y="1"/>
                  </a:moveTo>
                  <a:lnTo>
                    <a:pt x="254" y="1037"/>
                  </a:lnTo>
                  <a:cubicBezTo>
                    <a:pt x="254" y="1240"/>
                    <a:pt x="160" y="1428"/>
                    <a:pt x="1" y="1551"/>
                  </a:cubicBezTo>
                  <a:lnTo>
                    <a:pt x="1613" y="3503"/>
                  </a:lnTo>
                  <a:cubicBezTo>
                    <a:pt x="1656" y="3556"/>
                    <a:pt x="1718" y="3582"/>
                    <a:pt x="1780" y="3582"/>
                  </a:cubicBezTo>
                  <a:cubicBezTo>
                    <a:pt x="1842" y="3582"/>
                    <a:pt x="1904" y="3556"/>
                    <a:pt x="1949" y="3503"/>
                  </a:cubicBezTo>
                  <a:lnTo>
                    <a:pt x="3557" y="1555"/>
                  </a:lnTo>
                  <a:cubicBezTo>
                    <a:pt x="3398" y="1428"/>
                    <a:pt x="3307" y="1240"/>
                    <a:pt x="3304" y="1037"/>
                  </a:cubicBezTo>
                  <a:lnTo>
                    <a:pt x="330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88"/>
            <p:cNvSpPr/>
            <p:nvPr/>
          </p:nvSpPr>
          <p:spPr>
            <a:xfrm>
              <a:off x="7258630" y="2183076"/>
              <a:ext cx="79963" cy="28577"/>
            </a:xfrm>
            <a:custGeom>
              <a:rect b="b" l="l" r="r" t="t"/>
              <a:pathLst>
                <a:path extrusionOk="0" h="1090" w="3050">
                  <a:moveTo>
                    <a:pt x="0" y="1"/>
                  </a:moveTo>
                  <a:lnTo>
                    <a:pt x="0" y="704"/>
                  </a:lnTo>
                  <a:cubicBezTo>
                    <a:pt x="477" y="961"/>
                    <a:pt x="1001" y="1089"/>
                    <a:pt x="1525" y="1089"/>
                  </a:cubicBezTo>
                  <a:cubicBezTo>
                    <a:pt x="2049" y="1089"/>
                    <a:pt x="2574" y="961"/>
                    <a:pt x="3050" y="704"/>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88"/>
            <p:cNvSpPr/>
            <p:nvPr/>
          </p:nvSpPr>
          <p:spPr>
            <a:xfrm>
              <a:off x="7201476" y="2028786"/>
              <a:ext cx="194298" cy="165826"/>
            </a:xfrm>
            <a:custGeom>
              <a:rect b="b" l="l" r="r" t="t"/>
              <a:pathLst>
                <a:path extrusionOk="0" h="6325" w="7411">
                  <a:moveTo>
                    <a:pt x="873" y="1"/>
                  </a:moveTo>
                  <a:lnTo>
                    <a:pt x="873" y="2616"/>
                  </a:lnTo>
                  <a:lnTo>
                    <a:pt x="547" y="2616"/>
                  </a:lnTo>
                  <a:cubicBezTo>
                    <a:pt x="243" y="2616"/>
                    <a:pt x="0" y="2858"/>
                    <a:pt x="0" y="3159"/>
                  </a:cubicBezTo>
                  <a:cubicBezTo>
                    <a:pt x="0" y="3463"/>
                    <a:pt x="243" y="3706"/>
                    <a:pt x="547" y="3706"/>
                  </a:cubicBezTo>
                  <a:lnTo>
                    <a:pt x="884" y="3706"/>
                  </a:lnTo>
                  <a:cubicBezTo>
                    <a:pt x="992" y="5183"/>
                    <a:pt x="2224" y="6324"/>
                    <a:pt x="3705" y="6324"/>
                  </a:cubicBezTo>
                  <a:cubicBezTo>
                    <a:pt x="5186" y="6324"/>
                    <a:pt x="6418" y="5183"/>
                    <a:pt x="6526" y="3706"/>
                  </a:cubicBezTo>
                  <a:lnTo>
                    <a:pt x="6867" y="3706"/>
                  </a:lnTo>
                  <a:cubicBezTo>
                    <a:pt x="7167" y="3706"/>
                    <a:pt x="7410" y="3463"/>
                    <a:pt x="7410" y="3159"/>
                  </a:cubicBezTo>
                  <a:cubicBezTo>
                    <a:pt x="7410" y="2858"/>
                    <a:pt x="7167" y="2616"/>
                    <a:pt x="6867" y="2616"/>
                  </a:cubicBezTo>
                  <a:lnTo>
                    <a:pt x="6541" y="2616"/>
                  </a:lnTo>
                  <a:lnTo>
                    <a:pt x="65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88"/>
            <p:cNvSpPr/>
            <p:nvPr/>
          </p:nvSpPr>
          <p:spPr>
            <a:xfrm>
              <a:off x="7281518" y="2137405"/>
              <a:ext cx="34292" cy="17120"/>
            </a:xfrm>
            <a:custGeom>
              <a:rect b="b" l="l" r="r" t="t"/>
              <a:pathLst>
                <a:path extrusionOk="0" h="653" w="1308">
                  <a:moveTo>
                    <a:pt x="0" y="1"/>
                  </a:moveTo>
                  <a:cubicBezTo>
                    <a:pt x="0" y="359"/>
                    <a:pt x="290" y="653"/>
                    <a:pt x="652" y="653"/>
                  </a:cubicBezTo>
                  <a:cubicBezTo>
                    <a:pt x="1014" y="653"/>
                    <a:pt x="1308" y="359"/>
                    <a:pt x="13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88"/>
            <p:cNvSpPr/>
            <p:nvPr/>
          </p:nvSpPr>
          <p:spPr>
            <a:xfrm>
              <a:off x="7201476" y="2028786"/>
              <a:ext cx="154316" cy="165747"/>
            </a:xfrm>
            <a:custGeom>
              <a:rect b="b" l="l" r="r" t="t"/>
              <a:pathLst>
                <a:path extrusionOk="0" h="6322" w="5886">
                  <a:moveTo>
                    <a:pt x="873" y="1"/>
                  </a:moveTo>
                  <a:lnTo>
                    <a:pt x="873" y="2616"/>
                  </a:lnTo>
                  <a:lnTo>
                    <a:pt x="547" y="2616"/>
                  </a:lnTo>
                  <a:cubicBezTo>
                    <a:pt x="243" y="2616"/>
                    <a:pt x="0" y="2858"/>
                    <a:pt x="0" y="3159"/>
                  </a:cubicBezTo>
                  <a:cubicBezTo>
                    <a:pt x="0" y="3463"/>
                    <a:pt x="243" y="3706"/>
                    <a:pt x="547" y="3706"/>
                  </a:cubicBezTo>
                  <a:lnTo>
                    <a:pt x="884" y="3706"/>
                  </a:lnTo>
                  <a:cubicBezTo>
                    <a:pt x="989" y="5201"/>
                    <a:pt x="2236" y="6322"/>
                    <a:pt x="3684" y="6322"/>
                  </a:cubicBezTo>
                  <a:cubicBezTo>
                    <a:pt x="3835" y="6322"/>
                    <a:pt x="3989" y="6310"/>
                    <a:pt x="4143" y="6284"/>
                  </a:cubicBezTo>
                  <a:cubicBezTo>
                    <a:pt x="2763" y="6071"/>
                    <a:pt x="1746" y="4886"/>
                    <a:pt x="1746" y="3488"/>
                  </a:cubicBezTo>
                  <a:lnTo>
                    <a:pt x="1746" y="2815"/>
                  </a:lnTo>
                  <a:cubicBezTo>
                    <a:pt x="1739" y="2185"/>
                    <a:pt x="1930" y="1565"/>
                    <a:pt x="2285" y="1047"/>
                  </a:cubicBezTo>
                  <a:lnTo>
                    <a:pt x="2293" y="1033"/>
                  </a:lnTo>
                  <a:cubicBezTo>
                    <a:pt x="2336" y="971"/>
                    <a:pt x="2406" y="938"/>
                    <a:pt x="2475" y="938"/>
                  </a:cubicBezTo>
                  <a:cubicBezTo>
                    <a:pt x="2520" y="938"/>
                    <a:pt x="2566" y="952"/>
                    <a:pt x="2604" y="982"/>
                  </a:cubicBezTo>
                  <a:cubicBezTo>
                    <a:pt x="2868" y="1189"/>
                    <a:pt x="3162" y="1355"/>
                    <a:pt x="3473" y="1486"/>
                  </a:cubicBezTo>
                  <a:cubicBezTo>
                    <a:pt x="3548" y="1513"/>
                    <a:pt x="3626" y="1526"/>
                    <a:pt x="3706" y="1526"/>
                  </a:cubicBezTo>
                  <a:cubicBezTo>
                    <a:pt x="3785" y="1526"/>
                    <a:pt x="3864" y="1513"/>
                    <a:pt x="3941" y="1486"/>
                  </a:cubicBezTo>
                  <a:cubicBezTo>
                    <a:pt x="4328" y="1333"/>
                    <a:pt x="5885" y="1"/>
                    <a:pt x="588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88"/>
            <p:cNvSpPr/>
            <p:nvPr/>
          </p:nvSpPr>
          <p:spPr>
            <a:xfrm>
              <a:off x="7212854" y="1988804"/>
              <a:ext cx="171515" cy="111503"/>
            </a:xfrm>
            <a:custGeom>
              <a:rect b="b" l="l" r="r" t="t"/>
              <a:pathLst>
                <a:path extrusionOk="0" h="4253" w="6542">
                  <a:moveTo>
                    <a:pt x="2619" y="1"/>
                  </a:moveTo>
                  <a:cubicBezTo>
                    <a:pt x="1174" y="1"/>
                    <a:pt x="1" y="1171"/>
                    <a:pt x="1" y="2616"/>
                  </a:cubicBezTo>
                  <a:lnTo>
                    <a:pt x="1" y="4253"/>
                  </a:lnTo>
                  <a:cubicBezTo>
                    <a:pt x="95" y="4180"/>
                    <a:pt x="211" y="4141"/>
                    <a:pt x="330" y="4141"/>
                  </a:cubicBezTo>
                  <a:lnTo>
                    <a:pt x="475" y="4141"/>
                  </a:lnTo>
                  <a:cubicBezTo>
                    <a:pt x="580" y="4141"/>
                    <a:pt x="667" y="4068"/>
                    <a:pt x="689" y="3970"/>
                  </a:cubicBezTo>
                  <a:cubicBezTo>
                    <a:pt x="776" y="3565"/>
                    <a:pt x="1058" y="2529"/>
                    <a:pt x="1815" y="1685"/>
                  </a:cubicBezTo>
                  <a:cubicBezTo>
                    <a:pt x="1858" y="1639"/>
                    <a:pt x="1915" y="1615"/>
                    <a:pt x="1974" y="1615"/>
                  </a:cubicBezTo>
                  <a:cubicBezTo>
                    <a:pt x="2025" y="1615"/>
                    <a:pt x="2077" y="1633"/>
                    <a:pt x="2119" y="1671"/>
                  </a:cubicBezTo>
                  <a:cubicBezTo>
                    <a:pt x="2337" y="1862"/>
                    <a:pt x="2760" y="2203"/>
                    <a:pt x="3195" y="2370"/>
                  </a:cubicBezTo>
                  <a:cubicBezTo>
                    <a:pt x="3220" y="2380"/>
                    <a:pt x="3247" y="2386"/>
                    <a:pt x="3273" y="2386"/>
                  </a:cubicBezTo>
                  <a:cubicBezTo>
                    <a:pt x="3299" y="2386"/>
                    <a:pt x="3325" y="2380"/>
                    <a:pt x="3351" y="2370"/>
                  </a:cubicBezTo>
                  <a:cubicBezTo>
                    <a:pt x="3785" y="2203"/>
                    <a:pt x="4209" y="1862"/>
                    <a:pt x="4426" y="1671"/>
                  </a:cubicBezTo>
                  <a:cubicBezTo>
                    <a:pt x="4467" y="1633"/>
                    <a:pt x="4518" y="1615"/>
                    <a:pt x="4569" y="1615"/>
                  </a:cubicBezTo>
                  <a:cubicBezTo>
                    <a:pt x="4627" y="1615"/>
                    <a:pt x="4685" y="1639"/>
                    <a:pt x="4727" y="1685"/>
                  </a:cubicBezTo>
                  <a:cubicBezTo>
                    <a:pt x="5484" y="2529"/>
                    <a:pt x="5770" y="3565"/>
                    <a:pt x="5853" y="3970"/>
                  </a:cubicBezTo>
                  <a:cubicBezTo>
                    <a:pt x="5875" y="4068"/>
                    <a:pt x="5966" y="4141"/>
                    <a:pt x="6067" y="4141"/>
                  </a:cubicBezTo>
                  <a:lnTo>
                    <a:pt x="6216" y="4141"/>
                  </a:lnTo>
                  <a:cubicBezTo>
                    <a:pt x="6331" y="4141"/>
                    <a:pt x="6447" y="4180"/>
                    <a:pt x="6542" y="4253"/>
                  </a:cubicBezTo>
                  <a:lnTo>
                    <a:pt x="6542" y="2616"/>
                  </a:lnTo>
                  <a:cubicBezTo>
                    <a:pt x="6542" y="1171"/>
                    <a:pt x="5372" y="1"/>
                    <a:pt x="39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88"/>
            <p:cNvSpPr/>
            <p:nvPr/>
          </p:nvSpPr>
          <p:spPr>
            <a:xfrm>
              <a:off x="7304301" y="2135622"/>
              <a:ext cx="22914" cy="21236"/>
            </a:xfrm>
            <a:custGeom>
              <a:rect b="b" l="l" r="r" t="t"/>
              <a:pathLst>
                <a:path extrusionOk="0" h="810" w="874">
                  <a:moveTo>
                    <a:pt x="873" y="0"/>
                  </a:moveTo>
                  <a:lnTo>
                    <a:pt x="0" y="69"/>
                  </a:lnTo>
                  <a:lnTo>
                    <a:pt x="344" y="757"/>
                  </a:lnTo>
                  <a:cubicBezTo>
                    <a:pt x="364" y="792"/>
                    <a:pt x="399" y="810"/>
                    <a:pt x="434" y="810"/>
                  </a:cubicBezTo>
                  <a:cubicBezTo>
                    <a:pt x="470" y="810"/>
                    <a:pt x="507" y="791"/>
                    <a:pt x="526" y="753"/>
                  </a:cubicBezTo>
                  <a:lnTo>
                    <a:pt x="8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88"/>
            <p:cNvSpPr/>
            <p:nvPr/>
          </p:nvSpPr>
          <p:spPr>
            <a:xfrm>
              <a:off x="7270008" y="2135622"/>
              <a:ext cx="22914" cy="21262"/>
            </a:xfrm>
            <a:custGeom>
              <a:rect b="b" l="l" r="r" t="t"/>
              <a:pathLst>
                <a:path extrusionOk="0" h="811" w="874">
                  <a:moveTo>
                    <a:pt x="1" y="0"/>
                  </a:moveTo>
                  <a:lnTo>
                    <a:pt x="352" y="753"/>
                  </a:lnTo>
                  <a:cubicBezTo>
                    <a:pt x="369" y="791"/>
                    <a:pt x="404" y="810"/>
                    <a:pt x="440" y="810"/>
                  </a:cubicBezTo>
                  <a:cubicBezTo>
                    <a:pt x="475" y="810"/>
                    <a:pt x="512" y="791"/>
                    <a:pt x="530" y="753"/>
                  </a:cubicBezTo>
                  <a:lnTo>
                    <a:pt x="874" y="6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88"/>
            <p:cNvSpPr/>
            <p:nvPr/>
          </p:nvSpPr>
          <p:spPr>
            <a:xfrm>
              <a:off x="7258918" y="2097790"/>
              <a:ext cx="10749" cy="16386"/>
            </a:xfrm>
            <a:custGeom>
              <a:rect b="b" l="l" r="r" t="t"/>
              <a:pathLst>
                <a:path extrusionOk="0" h="625" w="410">
                  <a:moveTo>
                    <a:pt x="205" y="1"/>
                  </a:moveTo>
                  <a:cubicBezTo>
                    <a:pt x="103" y="1"/>
                    <a:pt x="0" y="69"/>
                    <a:pt x="0" y="204"/>
                  </a:cubicBezTo>
                  <a:lnTo>
                    <a:pt x="0" y="422"/>
                  </a:lnTo>
                  <a:cubicBezTo>
                    <a:pt x="0" y="534"/>
                    <a:pt x="91" y="625"/>
                    <a:pt x="207" y="625"/>
                  </a:cubicBezTo>
                  <a:cubicBezTo>
                    <a:pt x="319" y="625"/>
                    <a:pt x="409" y="534"/>
                    <a:pt x="409" y="422"/>
                  </a:cubicBezTo>
                  <a:lnTo>
                    <a:pt x="409" y="204"/>
                  </a:lnTo>
                  <a:cubicBezTo>
                    <a:pt x="409" y="69"/>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88"/>
            <p:cNvSpPr/>
            <p:nvPr/>
          </p:nvSpPr>
          <p:spPr>
            <a:xfrm>
              <a:off x="7327556" y="2097738"/>
              <a:ext cx="10749" cy="16465"/>
            </a:xfrm>
            <a:custGeom>
              <a:rect b="b" l="l" r="r" t="t"/>
              <a:pathLst>
                <a:path extrusionOk="0" h="628" w="410">
                  <a:moveTo>
                    <a:pt x="204" y="0"/>
                  </a:moveTo>
                  <a:cubicBezTo>
                    <a:pt x="91" y="0"/>
                    <a:pt x="1" y="91"/>
                    <a:pt x="1" y="206"/>
                  </a:cubicBezTo>
                  <a:lnTo>
                    <a:pt x="1" y="424"/>
                  </a:lnTo>
                  <a:cubicBezTo>
                    <a:pt x="1" y="560"/>
                    <a:pt x="103" y="627"/>
                    <a:pt x="205" y="627"/>
                  </a:cubicBezTo>
                  <a:cubicBezTo>
                    <a:pt x="308" y="627"/>
                    <a:pt x="410" y="560"/>
                    <a:pt x="410" y="424"/>
                  </a:cubicBezTo>
                  <a:lnTo>
                    <a:pt x="410" y="206"/>
                  </a:lnTo>
                  <a:cubicBezTo>
                    <a:pt x="410"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88"/>
            <p:cNvSpPr/>
            <p:nvPr/>
          </p:nvSpPr>
          <p:spPr>
            <a:xfrm>
              <a:off x="7250843" y="2080592"/>
              <a:ext cx="32693" cy="16517"/>
            </a:xfrm>
            <a:custGeom>
              <a:rect b="b" l="l" r="r" t="t"/>
              <a:pathLst>
                <a:path extrusionOk="0" h="630" w="1247">
                  <a:moveTo>
                    <a:pt x="290" y="0"/>
                  </a:moveTo>
                  <a:cubicBezTo>
                    <a:pt x="83" y="0"/>
                    <a:pt x="1" y="322"/>
                    <a:pt x="232" y="397"/>
                  </a:cubicBezTo>
                  <a:lnTo>
                    <a:pt x="888" y="618"/>
                  </a:lnTo>
                  <a:cubicBezTo>
                    <a:pt x="912" y="626"/>
                    <a:pt x="936" y="629"/>
                    <a:pt x="958" y="629"/>
                  </a:cubicBezTo>
                  <a:cubicBezTo>
                    <a:pt x="1166" y="629"/>
                    <a:pt x="1247" y="306"/>
                    <a:pt x="1014" y="230"/>
                  </a:cubicBezTo>
                  <a:lnTo>
                    <a:pt x="363" y="13"/>
                  </a:lnTo>
                  <a:cubicBezTo>
                    <a:pt x="337" y="4"/>
                    <a:pt x="312" y="0"/>
                    <a:pt x="2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88"/>
            <p:cNvSpPr/>
            <p:nvPr/>
          </p:nvSpPr>
          <p:spPr>
            <a:xfrm>
              <a:off x="7314080" y="2080592"/>
              <a:ext cx="32300" cy="16491"/>
            </a:xfrm>
            <a:custGeom>
              <a:rect b="b" l="l" r="r" t="t"/>
              <a:pathLst>
                <a:path extrusionOk="0" h="629" w="1232">
                  <a:moveTo>
                    <a:pt x="946" y="0"/>
                  </a:moveTo>
                  <a:cubicBezTo>
                    <a:pt x="923" y="0"/>
                    <a:pt x="899" y="4"/>
                    <a:pt x="873" y="13"/>
                  </a:cubicBezTo>
                  <a:lnTo>
                    <a:pt x="218" y="230"/>
                  </a:lnTo>
                  <a:cubicBezTo>
                    <a:pt x="0" y="303"/>
                    <a:pt x="51" y="625"/>
                    <a:pt x="283" y="629"/>
                  </a:cubicBezTo>
                  <a:cubicBezTo>
                    <a:pt x="305" y="629"/>
                    <a:pt x="326" y="625"/>
                    <a:pt x="348" y="618"/>
                  </a:cubicBezTo>
                  <a:lnTo>
                    <a:pt x="1000" y="400"/>
                  </a:lnTo>
                  <a:cubicBezTo>
                    <a:pt x="1232" y="322"/>
                    <a:pt x="1152" y="0"/>
                    <a:pt x="9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88"/>
            <p:cNvSpPr/>
            <p:nvPr/>
          </p:nvSpPr>
          <p:spPr>
            <a:xfrm>
              <a:off x="7293289" y="2297778"/>
              <a:ext cx="10644" cy="50600"/>
            </a:xfrm>
            <a:custGeom>
              <a:rect b="b" l="l" r="r" t="t"/>
              <a:pathLst>
                <a:path extrusionOk="0" h="1930" w="406">
                  <a:moveTo>
                    <a:pt x="210" y="1"/>
                  </a:moveTo>
                  <a:cubicBezTo>
                    <a:pt x="207" y="1"/>
                    <a:pt x="205" y="1"/>
                    <a:pt x="203" y="1"/>
                  </a:cubicBezTo>
                  <a:cubicBezTo>
                    <a:pt x="91" y="1"/>
                    <a:pt x="0" y="92"/>
                    <a:pt x="0" y="204"/>
                  </a:cubicBezTo>
                  <a:lnTo>
                    <a:pt x="0" y="1729"/>
                  </a:lnTo>
                  <a:cubicBezTo>
                    <a:pt x="0" y="1863"/>
                    <a:pt x="102" y="1930"/>
                    <a:pt x="203" y="1930"/>
                  </a:cubicBezTo>
                  <a:cubicBezTo>
                    <a:pt x="305" y="1930"/>
                    <a:pt x="406" y="1863"/>
                    <a:pt x="406" y="1729"/>
                  </a:cubicBezTo>
                  <a:lnTo>
                    <a:pt x="406" y="200"/>
                  </a:lnTo>
                  <a:cubicBezTo>
                    <a:pt x="406" y="90"/>
                    <a:pt x="319" y="1"/>
                    <a:pt x="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88"/>
            <p:cNvSpPr/>
            <p:nvPr/>
          </p:nvSpPr>
          <p:spPr>
            <a:xfrm>
              <a:off x="7156067" y="1983508"/>
              <a:ext cx="285089" cy="365131"/>
            </a:xfrm>
            <a:custGeom>
              <a:rect b="b" l="l" r="r" t="t"/>
              <a:pathLst>
                <a:path extrusionOk="0" h="13927" w="10874">
                  <a:moveTo>
                    <a:pt x="6093" y="406"/>
                  </a:moveTo>
                  <a:cubicBezTo>
                    <a:pt x="7422" y="409"/>
                    <a:pt x="8501" y="1489"/>
                    <a:pt x="8505" y="2818"/>
                  </a:cubicBezTo>
                  <a:lnTo>
                    <a:pt x="8505" y="4140"/>
                  </a:lnTo>
                  <a:lnTo>
                    <a:pt x="8233" y="4140"/>
                  </a:lnTo>
                  <a:cubicBezTo>
                    <a:pt x="8226" y="4140"/>
                    <a:pt x="8222" y="4136"/>
                    <a:pt x="8219" y="4129"/>
                  </a:cubicBezTo>
                  <a:cubicBezTo>
                    <a:pt x="8121" y="3665"/>
                    <a:pt x="7791" y="2485"/>
                    <a:pt x="6889" y="1583"/>
                  </a:cubicBezTo>
                  <a:cubicBezTo>
                    <a:pt x="6850" y="1545"/>
                    <a:pt x="6797" y="1526"/>
                    <a:pt x="6745" y="1526"/>
                  </a:cubicBezTo>
                  <a:cubicBezTo>
                    <a:pt x="6692" y="1526"/>
                    <a:pt x="6640" y="1545"/>
                    <a:pt x="6600" y="1583"/>
                  </a:cubicBezTo>
                  <a:cubicBezTo>
                    <a:pt x="6596" y="1590"/>
                    <a:pt x="6017" y="2162"/>
                    <a:pt x="5437" y="2383"/>
                  </a:cubicBezTo>
                  <a:cubicBezTo>
                    <a:pt x="4858" y="2162"/>
                    <a:pt x="4282" y="1590"/>
                    <a:pt x="4275" y="1583"/>
                  </a:cubicBezTo>
                  <a:cubicBezTo>
                    <a:pt x="4235" y="1543"/>
                    <a:pt x="4182" y="1523"/>
                    <a:pt x="4130" y="1523"/>
                  </a:cubicBezTo>
                  <a:cubicBezTo>
                    <a:pt x="4077" y="1523"/>
                    <a:pt x="4025" y="1543"/>
                    <a:pt x="3985" y="1583"/>
                  </a:cubicBezTo>
                  <a:cubicBezTo>
                    <a:pt x="3909" y="1662"/>
                    <a:pt x="3829" y="1746"/>
                    <a:pt x="3757" y="1833"/>
                  </a:cubicBezTo>
                  <a:cubicBezTo>
                    <a:pt x="3625" y="1986"/>
                    <a:pt x="3763" y="2172"/>
                    <a:pt x="3916" y="2172"/>
                  </a:cubicBezTo>
                  <a:cubicBezTo>
                    <a:pt x="3968" y="2172"/>
                    <a:pt x="4023" y="2150"/>
                    <a:pt x="4068" y="2097"/>
                  </a:cubicBezTo>
                  <a:cubicBezTo>
                    <a:pt x="4090" y="2068"/>
                    <a:pt x="4115" y="2043"/>
                    <a:pt x="4141" y="2014"/>
                  </a:cubicBezTo>
                  <a:cubicBezTo>
                    <a:pt x="4380" y="2231"/>
                    <a:pt x="4872" y="2626"/>
                    <a:pt x="5376" y="2792"/>
                  </a:cubicBezTo>
                  <a:cubicBezTo>
                    <a:pt x="5395" y="2800"/>
                    <a:pt x="5417" y="2803"/>
                    <a:pt x="5439" y="2803"/>
                  </a:cubicBezTo>
                  <a:cubicBezTo>
                    <a:pt x="5461" y="2803"/>
                    <a:pt x="5482" y="2800"/>
                    <a:pt x="5502" y="2792"/>
                  </a:cubicBezTo>
                  <a:cubicBezTo>
                    <a:pt x="6006" y="2626"/>
                    <a:pt x="6498" y="2227"/>
                    <a:pt x="6737" y="2014"/>
                  </a:cubicBezTo>
                  <a:cubicBezTo>
                    <a:pt x="7462" y="2818"/>
                    <a:pt x="7733" y="3810"/>
                    <a:pt x="7824" y="4212"/>
                  </a:cubicBezTo>
                  <a:cubicBezTo>
                    <a:pt x="7864" y="4408"/>
                    <a:pt x="8037" y="4549"/>
                    <a:pt x="8237" y="4549"/>
                  </a:cubicBezTo>
                  <a:lnTo>
                    <a:pt x="8599" y="4549"/>
                  </a:lnTo>
                  <a:cubicBezTo>
                    <a:pt x="8802" y="4549"/>
                    <a:pt x="8957" y="4723"/>
                    <a:pt x="8939" y="4926"/>
                  </a:cubicBezTo>
                  <a:cubicBezTo>
                    <a:pt x="8921" y="5096"/>
                    <a:pt x="8758" y="5230"/>
                    <a:pt x="8566" y="5230"/>
                  </a:cubicBezTo>
                  <a:lnTo>
                    <a:pt x="8476" y="5230"/>
                  </a:lnTo>
                  <a:lnTo>
                    <a:pt x="8476" y="5219"/>
                  </a:lnTo>
                  <a:cubicBezTo>
                    <a:pt x="8476" y="5107"/>
                    <a:pt x="8385" y="5013"/>
                    <a:pt x="8273" y="5013"/>
                  </a:cubicBezTo>
                  <a:cubicBezTo>
                    <a:pt x="8161" y="5013"/>
                    <a:pt x="8070" y="5107"/>
                    <a:pt x="8070" y="5219"/>
                  </a:cubicBezTo>
                  <a:cubicBezTo>
                    <a:pt x="8070" y="6671"/>
                    <a:pt x="6893" y="7848"/>
                    <a:pt x="5441" y="7848"/>
                  </a:cubicBezTo>
                  <a:cubicBezTo>
                    <a:pt x="3988" y="7848"/>
                    <a:pt x="2811" y="6671"/>
                    <a:pt x="2811" y="5219"/>
                  </a:cubicBezTo>
                  <a:cubicBezTo>
                    <a:pt x="2811" y="5083"/>
                    <a:pt x="2709" y="5015"/>
                    <a:pt x="2607" y="5015"/>
                  </a:cubicBezTo>
                  <a:cubicBezTo>
                    <a:pt x="2504" y="5015"/>
                    <a:pt x="2402" y="5083"/>
                    <a:pt x="2402" y="5219"/>
                  </a:cubicBezTo>
                  <a:lnTo>
                    <a:pt x="2402" y="5230"/>
                  </a:lnTo>
                  <a:lnTo>
                    <a:pt x="2279" y="5230"/>
                  </a:lnTo>
                  <a:cubicBezTo>
                    <a:pt x="2076" y="5230"/>
                    <a:pt x="1920" y="5056"/>
                    <a:pt x="1942" y="4853"/>
                  </a:cubicBezTo>
                  <a:cubicBezTo>
                    <a:pt x="1957" y="4683"/>
                    <a:pt x="2123" y="4549"/>
                    <a:pt x="2312" y="4549"/>
                  </a:cubicBezTo>
                  <a:lnTo>
                    <a:pt x="2645" y="4549"/>
                  </a:lnTo>
                  <a:cubicBezTo>
                    <a:pt x="2844" y="4549"/>
                    <a:pt x="3014" y="4408"/>
                    <a:pt x="3058" y="4216"/>
                  </a:cubicBezTo>
                  <a:cubicBezTo>
                    <a:pt x="3166" y="3709"/>
                    <a:pt x="3351" y="3227"/>
                    <a:pt x="3601" y="2774"/>
                  </a:cubicBezTo>
                  <a:cubicBezTo>
                    <a:pt x="3690" y="2614"/>
                    <a:pt x="3553" y="2470"/>
                    <a:pt x="3415" y="2470"/>
                  </a:cubicBezTo>
                  <a:cubicBezTo>
                    <a:pt x="3351" y="2470"/>
                    <a:pt x="3287" y="2501"/>
                    <a:pt x="3246" y="2575"/>
                  </a:cubicBezTo>
                  <a:cubicBezTo>
                    <a:pt x="2974" y="3060"/>
                    <a:pt x="2775" y="3586"/>
                    <a:pt x="2656" y="4129"/>
                  </a:cubicBezTo>
                  <a:cubicBezTo>
                    <a:pt x="2656" y="4136"/>
                    <a:pt x="2648" y="4140"/>
                    <a:pt x="2641" y="4140"/>
                  </a:cubicBezTo>
                  <a:lnTo>
                    <a:pt x="2373" y="4140"/>
                  </a:lnTo>
                  <a:lnTo>
                    <a:pt x="2373" y="2818"/>
                  </a:lnTo>
                  <a:cubicBezTo>
                    <a:pt x="2373" y="1489"/>
                    <a:pt x="3452" y="409"/>
                    <a:pt x="4785" y="406"/>
                  </a:cubicBezTo>
                  <a:close/>
                  <a:moveTo>
                    <a:pt x="2601" y="6295"/>
                  </a:moveTo>
                  <a:cubicBezTo>
                    <a:pt x="2819" y="6867"/>
                    <a:pt x="3206" y="7359"/>
                    <a:pt x="3710" y="7711"/>
                  </a:cubicBezTo>
                  <a:lnTo>
                    <a:pt x="3710" y="8906"/>
                  </a:lnTo>
                  <a:lnTo>
                    <a:pt x="1681" y="6450"/>
                  </a:lnTo>
                  <a:lnTo>
                    <a:pt x="2601" y="6295"/>
                  </a:lnTo>
                  <a:close/>
                  <a:moveTo>
                    <a:pt x="8280" y="6295"/>
                  </a:moveTo>
                  <a:lnTo>
                    <a:pt x="9200" y="6450"/>
                  </a:lnTo>
                  <a:lnTo>
                    <a:pt x="7168" y="8906"/>
                  </a:lnTo>
                  <a:lnTo>
                    <a:pt x="7168" y="7711"/>
                  </a:lnTo>
                  <a:cubicBezTo>
                    <a:pt x="7672" y="7359"/>
                    <a:pt x="8059" y="6867"/>
                    <a:pt x="8280" y="6295"/>
                  </a:cubicBezTo>
                  <a:close/>
                  <a:moveTo>
                    <a:pt x="6763" y="7950"/>
                  </a:moveTo>
                  <a:lnTo>
                    <a:pt x="6763" y="9398"/>
                  </a:lnTo>
                  <a:lnTo>
                    <a:pt x="5441" y="10999"/>
                  </a:lnTo>
                  <a:lnTo>
                    <a:pt x="4119" y="9398"/>
                  </a:lnTo>
                  <a:lnTo>
                    <a:pt x="4119" y="7950"/>
                  </a:lnTo>
                  <a:cubicBezTo>
                    <a:pt x="4535" y="8153"/>
                    <a:pt x="4987" y="8254"/>
                    <a:pt x="5439" y="8254"/>
                  </a:cubicBezTo>
                  <a:cubicBezTo>
                    <a:pt x="5892" y="8254"/>
                    <a:pt x="6344" y="8153"/>
                    <a:pt x="6763" y="7950"/>
                  </a:cubicBezTo>
                  <a:close/>
                  <a:moveTo>
                    <a:pt x="4785" y="0"/>
                  </a:moveTo>
                  <a:cubicBezTo>
                    <a:pt x="3228" y="0"/>
                    <a:pt x="1964" y="1260"/>
                    <a:pt x="1964" y="2818"/>
                  </a:cubicBezTo>
                  <a:lnTo>
                    <a:pt x="1964" y="4219"/>
                  </a:lnTo>
                  <a:cubicBezTo>
                    <a:pt x="1645" y="4364"/>
                    <a:pt x="1471" y="4712"/>
                    <a:pt x="1547" y="5052"/>
                  </a:cubicBezTo>
                  <a:cubicBezTo>
                    <a:pt x="1623" y="5396"/>
                    <a:pt x="1928" y="5639"/>
                    <a:pt x="2275" y="5639"/>
                  </a:cubicBezTo>
                  <a:lnTo>
                    <a:pt x="2427" y="5639"/>
                  </a:lnTo>
                  <a:cubicBezTo>
                    <a:pt x="2442" y="5730"/>
                    <a:pt x="2456" y="5817"/>
                    <a:pt x="2478" y="5903"/>
                  </a:cubicBezTo>
                  <a:lnTo>
                    <a:pt x="1558" y="6056"/>
                  </a:lnTo>
                  <a:cubicBezTo>
                    <a:pt x="1276" y="6103"/>
                    <a:pt x="1120" y="6411"/>
                    <a:pt x="1254" y="6668"/>
                  </a:cubicBezTo>
                  <a:lnTo>
                    <a:pt x="2609" y="9264"/>
                  </a:lnTo>
                  <a:lnTo>
                    <a:pt x="1062" y="9746"/>
                  </a:lnTo>
                  <a:cubicBezTo>
                    <a:pt x="432" y="9942"/>
                    <a:pt x="1" y="10528"/>
                    <a:pt x="1" y="11191"/>
                  </a:cubicBezTo>
                  <a:lnTo>
                    <a:pt x="1" y="13716"/>
                  </a:lnTo>
                  <a:cubicBezTo>
                    <a:pt x="1" y="13850"/>
                    <a:pt x="103" y="13917"/>
                    <a:pt x="206" y="13917"/>
                  </a:cubicBezTo>
                  <a:cubicBezTo>
                    <a:pt x="308" y="13917"/>
                    <a:pt x="410" y="13850"/>
                    <a:pt x="410" y="13716"/>
                  </a:cubicBezTo>
                  <a:lnTo>
                    <a:pt x="410" y="11191"/>
                  </a:lnTo>
                  <a:cubicBezTo>
                    <a:pt x="410" y="11046"/>
                    <a:pt x="436" y="10905"/>
                    <a:pt x="490" y="10771"/>
                  </a:cubicBezTo>
                  <a:lnTo>
                    <a:pt x="1511" y="11648"/>
                  </a:lnTo>
                  <a:cubicBezTo>
                    <a:pt x="1660" y="11774"/>
                    <a:pt x="1747" y="11959"/>
                    <a:pt x="1747" y="12155"/>
                  </a:cubicBezTo>
                  <a:lnTo>
                    <a:pt x="1747" y="13716"/>
                  </a:lnTo>
                  <a:cubicBezTo>
                    <a:pt x="1747" y="13850"/>
                    <a:pt x="1848" y="13917"/>
                    <a:pt x="1949" y="13917"/>
                  </a:cubicBezTo>
                  <a:cubicBezTo>
                    <a:pt x="2051" y="13917"/>
                    <a:pt x="2152" y="13850"/>
                    <a:pt x="2152" y="13716"/>
                  </a:cubicBezTo>
                  <a:lnTo>
                    <a:pt x="2152" y="12155"/>
                  </a:lnTo>
                  <a:cubicBezTo>
                    <a:pt x="2152" y="11843"/>
                    <a:pt x="2015" y="11542"/>
                    <a:pt x="1776" y="11340"/>
                  </a:cubicBezTo>
                  <a:lnTo>
                    <a:pt x="714" y="10431"/>
                  </a:lnTo>
                  <a:cubicBezTo>
                    <a:pt x="845" y="10293"/>
                    <a:pt x="1004" y="10192"/>
                    <a:pt x="1185" y="10137"/>
                  </a:cubicBezTo>
                  <a:lnTo>
                    <a:pt x="2800" y="9634"/>
                  </a:lnTo>
                  <a:lnTo>
                    <a:pt x="3684" y="11322"/>
                  </a:lnTo>
                  <a:lnTo>
                    <a:pt x="3413" y="11865"/>
                  </a:lnTo>
                  <a:cubicBezTo>
                    <a:pt x="3304" y="12075"/>
                    <a:pt x="3326" y="12328"/>
                    <a:pt x="3463" y="12524"/>
                  </a:cubicBezTo>
                  <a:lnTo>
                    <a:pt x="4401" y="13835"/>
                  </a:lnTo>
                  <a:cubicBezTo>
                    <a:pt x="4445" y="13898"/>
                    <a:pt x="4504" y="13924"/>
                    <a:pt x="4561" y="13924"/>
                  </a:cubicBezTo>
                  <a:cubicBezTo>
                    <a:pt x="4706" y="13924"/>
                    <a:pt x="4845" y="13758"/>
                    <a:pt x="4731" y="13600"/>
                  </a:cubicBezTo>
                  <a:lnTo>
                    <a:pt x="3796" y="12285"/>
                  </a:lnTo>
                  <a:cubicBezTo>
                    <a:pt x="3746" y="12216"/>
                    <a:pt x="3739" y="12122"/>
                    <a:pt x="3778" y="12046"/>
                  </a:cubicBezTo>
                  <a:lnTo>
                    <a:pt x="4093" y="11408"/>
                  </a:lnTo>
                  <a:cubicBezTo>
                    <a:pt x="4122" y="11351"/>
                    <a:pt x="4122" y="11282"/>
                    <a:pt x="4093" y="11224"/>
                  </a:cubicBezTo>
                  <a:lnTo>
                    <a:pt x="2373" y="7932"/>
                  </a:lnTo>
                  <a:lnTo>
                    <a:pt x="5281" y="11452"/>
                  </a:lnTo>
                  <a:cubicBezTo>
                    <a:pt x="5321" y="11501"/>
                    <a:pt x="5379" y="11525"/>
                    <a:pt x="5438" y="11525"/>
                  </a:cubicBezTo>
                  <a:cubicBezTo>
                    <a:pt x="5496" y="11525"/>
                    <a:pt x="5555" y="11501"/>
                    <a:pt x="5596" y="11452"/>
                  </a:cubicBezTo>
                  <a:lnTo>
                    <a:pt x="8501" y="7932"/>
                  </a:lnTo>
                  <a:lnTo>
                    <a:pt x="6781" y="11227"/>
                  </a:lnTo>
                  <a:cubicBezTo>
                    <a:pt x="6752" y="11285"/>
                    <a:pt x="6752" y="11354"/>
                    <a:pt x="6781" y="11412"/>
                  </a:cubicBezTo>
                  <a:lnTo>
                    <a:pt x="7099" y="12050"/>
                  </a:lnTo>
                  <a:cubicBezTo>
                    <a:pt x="7136" y="12126"/>
                    <a:pt x="7128" y="12216"/>
                    <a:pt x="7078" y="12289"/>
                  </a:cubicBezTo>
                  <a:lnTo>
                    <a:pt x="6143" y="13600"/>
                  </a:lnTo>
                  <a:cubicBezTo>
                    <a:pt x="6029" y="13758"/>
                    <a:pt x="6169" y="13927"/>
                    <a:pt x="6314" y="13927"/>
                  </a:cubicBezTo>
                  <a:cubicBezTo>
                    <a:pt x="6371" y="13927"/>
                    <a:pt x="6429" y="13901"/>
                    <a:pt x="6473" y="13839"/>
                  </a:cubicBezTo>
                  <a:lnTo>
                    <a:pt x="7411" y="12524"/>
                  </a:lnTo>
                  <a:cubicBezTo>
                    <a:pt x="7549" y="12332"/>
                    <a:pt x="7570" y="12079"/>
                    <a:pt x="7462" y="11868"/>
                  </a:cubicBezTo>
                  <a:lnTo>
                    <a:pt x="7190" y="11325"/>
                  </a:lnTo>
                  <a:lnTo>
                    <a:pt x="8074" y="9634"/>
                  </a:lnTo>
                  <a:lnTo>
                    <a:pt x="9689" y="10137"/>
                  </a:lnTo>
                  <a:cubicBezTo>
                    <a:pt x="9870" y="10192"/>
                    <a:pt x="10029" y="10293"/>
                    <a:pt x="10160" y="10427"/>
                  </a:cubicBezTo>
                  <a:lnTo>
                    <a:pt x="9095" y="11340"/>
                  </a:lnTo>
                  <a:cubicBezTo>
                    <a:pt x="8860" y="11542"/>
                    <a:pt x="8722" y="11839"/>
                    <a:pt x="8722" y="12155"/>
                  </a:cubicBezTo>
                  <a:lnTo>
                    <a:pt x="8722" y="13716"/>
                  </a:lnTo>
                  <a:cubicBezTo>
                    <a:pt x="8722" y="13850"/>
                    <a:pt x="8823" y="13917"/>
                    <a:pt x="8925" y="13917"/>
                  </a:cubicBezTo>
                  <a:cubicBezTo>
                    <a:pt x="9026" y="13917"/>
                    <a:pt x="9128" y="13850"/>
                    <a:pt x="9128" y="13716"/>
                  </a:cubicBezTo>
                  <a:lnTo>
                    <a:pt x="9128" y="12155"/>
                  </a:lnTo>
                  <a:cubicBezTo>
                    <a:pt x="9128" y="11959"/>
                    <a:pt x="9215" y="11774"/>
                    <a:pt x="9363" y="11648"/>
                  </a:cubicBezTo>
                  <a:lnTo>
                    <a:pt x="10384" y="10771"/>
                  </a:lnTo>
                  <a:cubicBezTo>
                    <a:pt x="10439" y="10905"/>
                    <a:pt x="10464" y="11046"/>
                    <a:pt x="10464" y="11188"/>
                  </a:cubicBezTo>
                  <a:lnTo>
                    <a:pt x="10464" y="13716"/>
                  </a:lnTo>
                  <a:cubicBezTo>
                    <a:pt x="10464" y="13850"/>
                    <a:pt x="10566" y="13917"/>
                    <a:pt x="10669" y="13917"/>
                  </a:cubicBezTo>
                  <a:cubicBezTo>
                    <a:pt x="10771" y="13917"/>
                    <a:pt x="10873" y="13850"/>
                    <a:pt x="10873" y="13716"/>
                  </a:cubicBezTo>
                  <a:lnTo>
                    <a:pt x="10873" y="11191"/>
                  </a:lnTo>
                  <a:cubicBezTo>
                    <a:pt x="10873" y="10528"/>
                    <a:pt x="10442" y="9942"/>
                    <a:pt x="9812" y="9746"/>
                  </a:cubicBezTo>
                  <a:lnTo>
                    <a:pt x="8266" y="9264"/>
                  </a:lnTo>
                  <a:lnTo>
                    <a:pt x="9620" y="6668"/>
                  </a:lnTo>
                  <a:cubicBezTo>
                    <a:pt x="9754" y="6411"/>
                    <a:pt x="9598" y="6103"/>
                    <a:pt x="9316" y="6056"/>
                  </a:cubicBezTo>
                  <a:lnTo>
                    <a:pt x="8396" y="5903"/>
                  </a:lnTo>
                  <a:cubicBezTo>
                    <a:pt x="8418" y="5817"/>
                    <a:pt x="8432" y="5726"/>
                    <a:pt x="8447" y="5639"/>
                  </a:cubicBezTo>
                  <a:lnTo>
                    <a:pt x="8566" y="5639"/>
                  </a:lnTo>
                  <a:cubicBezTo>
                    <a:pt x="8965" y="5639"/>
                    <a:pt x="9305" y="5342"/>
                    <a:pt x="9341" y="4965"/>
                  </a:cubicBezTo>
                  <a:cubicBezTo>
                    <a:pt x="9374" y="4647"/>
                    <a:pt x="9204" y="4343"/>
                    <a:pt x="8910" y="4209"/>
                  </a:cubicBezTo>
                  <a:lnTo>
                    <a:pt x="8910" y="2818"/>
                  </a:lnTo>
                  <a:cubicBezTo>
                    <a:pt x="8910" y="1260"/>
                    <a:pt x="7646" y="0"/>
                    <a:pt x="60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88"/>
            <p:cNvSpPr/>
            <p:nvPr/>
          </p:nvSpPr>
          <p:spPr>
            <a:xfrm>
              <a:off x="7258446" y="2128308"/>
              <a:ext cx="82035" cy="37334"/>
            </a:xfrm>
            <a:custGeom>
              <a:rect b="b" l="l" r="r" t="t"/>
              <a:pathLst>
                <a:path extrusionOk="0" h="1424" w="3129">
                  <a:moveTo>
                    <a:pt x="775" y="504"/>
                  </a:moveTo>
                  <a:cubicBezTo>
                    <a:pt x="848" y="514"/>
                    <a:pt x="920" y="522"/>
                    <a:pt x="996" y="525"/>
                  </a:cubicBezTo>
                  <a:lnTo>
                    <a:pt x="887" y="746"/>
                  </a:lnTo>
                  <a:lnTo>
                    <a:pt x="775" y="504"/>
                  </a:lnTo>
                  <a:close/>
                  <a:moveTo>
                    <a:pt x="2293" y="504"/>
                  </a:moveTo>
                  <a:lnTo>
                    <a:pt x="2180" y="746"/>
                  </a:lnTo>
                  <a:lnTo>
                    <a:pt x="2068" y="525"/>
                  </a:lnTo>
                  <a:cubicBezTo>
                    <a:pt x="2144" y="522"/>
                    <a:pt x="2220" y="514"/>
                    <a:pt x="2293" y="504"/>
                  </a:cubicBezTo>
                  <a:close/>
                  <a:moveTo>
                    <a:pt x="2843" y="1"/>
                  </a:moveTo>
                  <a:cubicBezTo>
                    <a:pt x="2826" y="1"/>
                    <a:pt x="2808" y="3"/>
                    <a:pt x="2789" y="7"/>
                  </a:cubicBezTo>
                  <a:cubicBezTo>
                    <a:pt x="2374" y="98"/>
                    <a:pt x="1951" y="143"/>
                    <a:pt x="1528" y="143"/>
                  </a:cubicBezTo>
                  <a:cubicBezTo>
                    <a:pt x="1106" y="143"/>
                    <a:pt x="683" y="98"/>
                    <a:pt x="268" y="7"/>
                  </a:cubicBezTo>
                  <a:cubicBezTo>
                    <a:pt x="253" y="4"/>
                    <a:pt x="238" y="2"/>
                    <a:pt x="223" y="2"/>
                  </a:cubicBezTo>
                  <a:cubicBezTo>
                    <a:pt x="131" y="2"/>
                    <a:pt x="50" y="66"/>
                    <a:pt x="25" y="156"/>
                  </a:cubicBezTo>
                  <a:cubicBezTo>
                    <a:pt x="0" y="268"/>
                    <a:pt x="69" y="377"/>
                    <a:pt x="178" y="406"/>
                  </a:cubicBezTo>
                  <a:cubicBezTo>
                    <a:pt x="214" y="413"/>
                    <a:pt x="250" y="420"/>
                    <a:pt x="286" y="428"/>
                  </a:cubicBezTo>
                  <a:lnTo>
                    <a:pt x="695" y="1304"/>
                  </a:lnTo>
                  <a:cubicBezTo>
                    <a:pt x="728" y="1376"/>
                    <a:pt x="797" y="1420"/>
                    <a:pt x="877" y="1424"/>
                  </a:cubicBezTo>
                  <a:lnTo>
                    <a:pt x="880" y="1424"/>
                  </a:lnTo>
                  <a:cubicBezTo>
                    <a:pt x="956" y="1424"/>
                    <a:pt x="1025" y="1380"/>
                    <a:pt x="1061" y="1311"/>
                  </a:cubicBezTo>
                  <a:lnTo>
                    <a:pt x="1438" y="551"/>
                  </a:lnTo>
                  <a:lnTo>
                    <a:pt x="1619" y="551"/>
                  </a:lnTo>
                  <a:lnTo>
                    <a:pt x="1999" y="1311"/>
                  </a:lnTo>
                  <a:cubicBezTo>
                    <a:pt x="2036" y="1380"/>
                    <a:pt x="2104" y="1424"/>
                    <a:pt x="2180" y="1424"/>
                  </a:cubicBezTo>
                  <a:lnTo>
                    <a:pt x="2184" y="1424"/>
                  </a:lnTo>
                  <a:cubicBezTo>
                    <a:pt x="2264" y="1420"/>
                    <a:pt x="2332" y="1376"/>
                    <a:pt x="2365" y="1304"/>
                  </a:cubicBezTo>
                  <a:lnTo>
                    <a:pt x="2774" y="428"/>
                  </a:lnTo>
                  <a:cubicBezTo>
                    <a:pt x="2811" y="420"/>
                    <a:pt x="2847" y="413"/>
                    <a:pt x="2883" y="406"/>
                  </a:cubicBezTo>
                  <a:cubicBezTo>
                    <a:pt x="3128" y="345"/>
                    <a:pt x="3065" y="1"/>
                    <a:pt x="28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4" name="Google Shape;18184;p88"/>
          <p:cNvGrpSpPr/>
          <p:nvPr/>
        </p:nvGrpSpPr>
        <p:grpSpPr>
          <a:xfrm>
            <a:off x="5355790" y="1983508"/>
            <a:ext cx="284879" cy="364974"/>
            <a:chOff x="5355790" y="1983508"/>
            <a:chExt cx="284879" cy="364974"/>
          </a:xfrm>
        </p:grpSpPr>
        <p:sp>
          <p:nvSpPr>
            <p:cNvPr id="18185" name="Google Shape;18185;p88"/>
            <p:cNvSpPr/>
            <p:nvPr/>
          </p:nvSpPr>
          <p:spPr>
            <a:xfrm>
              <a:off x="5361086" y="2183076"/>
              <a:ext cx="274366" cy="160032"/>
            </a:xfrm>
            <a:custGeom>
              <a:rect b="b" l="l" r="r" t="t"/>
              <a:pathLst>
                <a:path extrusionOk="0" h="6104" w="10465">
                  <a:moveTo>
                    <a:pt x="3710" y="1"/>
                  </a:moveTo>
                  <a:lnTo>
                    <a:pt x="3710" y="1627"/>
                  </a:lnTo>
                  <a:cubicBezTo>
                    <a:pt x="3706" y="1917"/>
                    <a:pt x="3514" y="2174"/>
                    <a:pt x="3239" y="2254"/>
                  </a:cubicBezTo>
                  <a:lnTo>
                    <a:pt x="939" y="2927"/>
                  </a:lnTo>
                  <a:cubicBezTo>
                    <a:pt x="385" y="3094"/>
                    <a:pt x="1" y="3605"/>
                    <a:pt x="1" y="4184"/>
                  </a:cubicBezTo>
                  <a:lnTo>
                    <a:pt x="1" y="6104"/>
                  </a:lnTo>
                  <a:lnTo>
                    <a:pt x="10464" y="6104"/>
                  </a:lnTo>
                  <a:lnTo>
                    <a:pt x="10464" y="4184"/>
                  </a:lnTo>
                  <a:cubicBezTo>
                    <a:pt x="10460" y="3605"/>
                    <a:pt x="10080" y="3094"/>
                    <a:pt x="9526" y="2931"/>
                  </a:cubicBezTo>
                  <a:lnTo>
                    <a:pt x="7230" y="2254"/>
                  </a:lnTo>
                  <a:cubicBezTo>
                    <a:pt x="6951" y="2170"/>
                    <a:pt x="6759" y="1917"/>
                    <a:pt x="6759" y="1627"/>
                  </a:cubicBezTo>
                  <a:lnTo>
                    <a:pt x="675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88"/>
            <p:cNvSpPr/>
            <p:nvPr/>
          </p:nvSpPr>
          <p:spPr>
            <a:xfrm>
              <a:off x="5401172" y="2193065"/>
              <a:ext cx="194193" cy="102956"/>
            </a:xfrm>
            <a:custGeom>
              <a:rect b="b" l="l" r="r" t="t"/>
              <a:pathLst>
                <a:path extrusionOk="0" h="3927" w="7407">
                  <a:moveTo>
                    <a:pt x="1308" y="0"/>
                  </a:moveTo>
                  <a:cubicBezTo>
                    <a:pt x="583" y="0"/>
                    <a:pt x="0" y="587"/>
                    <a:pt x="0" y="1308"/>
                  </a:cubicBezTo>
                  <a:cubicBezTo>
                    <a:pt x="0" y="2753"/>
                    <a:pt x="1170" y="3923"/>
                    <a:pt x="2615" y="3926"/>
                  </a:cubicBezTo>
                  <a:lnTo>
                    <a:pt x="4792" y="3926"/>
                  </a:lnTo>
                  <a:cubicBezTo>
                    <a:pt x="6237" y="3926"/>
                    <a:pt x="7407" y="2753"/>
                    <a:pt x="7407" y="1311"/>
                  </a:cubicBezTo>
                  <a:cubicBezTo>
                    <a:pt x="7407" y="587"/>
                    <a:pt x="6824" y="4"/>
                    <a:pt x="6103"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88"/>
            <p:cNvSpPr/>
            <p:nvPr/>
          </p:nvSpPr>
          <p:spPr>
            <a:xfrm>
              <a:off x="5419577" y="2210237"/>
              <a:ext cx="157384" cy="68585"/>
            </a:xfrm>
            <a:custGeom>
              <a:rect b="b" l="l" r="r" t="t"/>
              <a:pathLst>
                <a:path extrusionOk="0" h="2616" w="6003">
                  <a:moveTo>
                    <a:pt x="664" y="1"/>
                  </a:moveTo>
                  <a:cubicBezTo>
                    <a:pt x="189" y="1"/>
                    <a:pt x="1" y="616"/>
                    <a:pt x="396" y="877"/>
                  </a:cubicBezTo>
                  <a:lnTo>
                    <a:pt x="3003" y="2616"/>
                  </a:lnTo>
                  <a:lnTo>
                    <a:pt x="5607" y="877"/>
                  </a:lnTo>
                  <a:cubicBezTo>
                    <a:pt x="6002" y="616"/>
                    <a:pt x="5817" y="1"/>
                    <a:pt x="534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88"/>
            <p:cNvSpPr/>
            <p:nvPr/>
          </p:nvSpPr>
          <p:spPr>
            <a:xfrm>
              <a:off x="5444379" y="2188791"/>
              <a:ext cx="107780" cy="90031"/>
            </a:xfrm>
            <a:custGeom>
              <a:rect b="b" l="l" r="r" t="t"/>
              <a:pathLst>
                <a:path extrusionOk="0" h="3434" w="4111">
                  <a:moveTo>
                    <a:pt x="529" y="0"/>
                  </a:moveTo>
                  <a:lnTo>
                    <a:pt x="529" y="1420"/>
                  </a:lnTo>
                  <a:cubicBezTo>
                    <a:pt x="529" y="1710"/>
                    <a:pt x="337" y="1963"/>
                    <a:pt x="62" y="2047"/>
                  </a:cubicBezTo>
                  <a:lnTo>
                    <a:pt x="0" y="2065"/>
                  </a:lnTo>
                  <a:lnTo>
                    <a:pt x="2057" y="3434"/>
                  </a:lnTo>
                  <a:lnTo>
                    <a:pt x="4111" y="2065"/>
                  </a:lnTo>
                  <a:lnTo>
                    <a:pt x="4053" y="2047"/>
                  </a:lnTo>
                  <a:cubicBezTo>
                    <a:pt x="3774" y="1963"/>
                    <a:pt x="3582" y="1710"/>
                    <a:pt x="3582" y="1420"/>
                  </a:cubicBezTo>
                  <a:lnTo>
                    <a:pt x="3582"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88"/>
            <p:cNvSpPr/>
            <p:nvPr/>
          </p:nvSpPr>
          <p:spPr>
            <a:xfrm>
              <a:off x="5458326" y="2188791"/>
              <a:ext cx="79990" cy="34345"/>
            </a:xfrm>
            <a:custGeom>
              <a:rect b="b" l="l" r="r" t="t"/>
              <a:pathLst>
                <a:path extrusionOk="0" h="1310" w="3051">
                  <a:moveTo>
                    <a:pt x="1" y="0"/>
                  </a:moveTo>
                  <a:lnTo>
                    <a:pt x="1" y="924"/>
                  </a:lnTo>
                  <a:cubicBezTo>
                    <a:pt x="475" y="1181"/>
                    <a:pt x="999" y="1309"/>
                    <a:pt x="1524" y="1309"/>
                  </a:cubicBezTo>
                  <a:cubicBezTo>
                    <a:pt x="2049" y="1309"/>
                    <a:pt x="2574" y="1181"/>
                    <a:pt x="3050" y="924"/>
                  </a:cubicBezTo>
                  <a:lnTo>
                    <a:pt x="305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88"/>
            <p:cNvSpPr/>
            <p:nvPr/>
          </p:nvSpPr>
          <p:spPr>
            <a:xfrm>
              <a:off x="5401172" y="2091656"/>
              <a:ext cx="194298" cy="114439"/>
            </a:xfrm>
            <a:custGeom>
              <a:rect b="b" l="l" r="r" t="t"/>
              <a:pathLst>
                <a:path extrusionOk="0" h="4365" w="7411">
                  <a:moveTo>
                    <a:pt x="870" y="0"/>
                  </a:moveTo>
                  <a:lnTo>
                    <a:pt x="870" y="656"/>
                  </a:lnTo>
                  <a:lnTo>
                    <a:pt x="544" y="656"/>
                  </a:lnTo>
                  <a:cubicBezTo>
                    <a:pt x="243" y="656"/>
                    <a:pt x="0" y="898"/>
                    <a:pt x="0" y="1199"/>
                  </a:cubicBezTo>
                  <a:cubicBezTo>
                    <a:pt x="0" y="1500"/>
                    <a:pt x="243" y="1746"/>
                    <a:pt x="544" y="1746"/>
                  </a:cubicBezTo>
                  <a:lnTo>
                    <a:pt x="880" y="1746"/>
                  </a:lnTo>
                  <a:cubicBezTo>
                    <a:pt x="993" y="3220"/>
                    <a:pt x="2224" y="4364"/>
                    <a:pt x="3705" y="4364"/>
                  </a:cubicBezTo>
                  <a:cubicBezTo>
                    <a:pt x="5187" y="4364"/>
                    <a:pt x="6414" y="3220"/>
                    <a:pt x="6527" y="1746"/>
                  </a:cubicBezTo>
                  <a:lnTo>
                    <a:pt x="6863" y="1746"/>
                  </a:lnTo>
                  <a:cubicBezTo>
                    <a:pt x="7164" y="1746"/>
                    <a:pt x="7410" y="1500"/>
                    <a:pt x="7410" y="1199"/>
                  </a:cubicBezTo>
                  <a:cubicBezTo>
                    <a:pt x="7410" y="898"/>
                    <a:pt x="7164" y="656"/>
                    <a:pt x="6863" y="656"/>
                  </a:cubicBezTo>
                  <a:lnTo>
                    <a:pt x="6537" y="656"/>
                  </a:lnTo>
                  <a:lnTo>
                    <a:pt x="6537"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88"/>
            <p:cNvSpPr/>
            <p:nvPr/>
          </p:nvSpPr>
          <p:spPr>
            <a:xfrm>
              <a:off x="5401172" y="2091656"/>
              <a:ext cx="108540" cy="114387"/>
            </a:xfrm>
            <a:custGeom>
              <a:rect b="b" l="l" r="r" t="t"/>
              <a:pathLst>
                <a:path extrusionOk="0" h="4363" w="4140">
                  <a:moveTo>
                    <a:pt x="870" y="0"/>
                  </a:moveTo>
                  <a:lnTo>
                    <a:pt x="870" y="656"/>
                  </a:lnTo>
                  <a:lnTo>
                    <a:pt x="544" y="656"/>
                  </a:lnTo>
                  <a:cubicBezTo>
                    <a:pt x="243" y="656"/>
                    <a:pt x="0" y="898"/>
                    <a:pt x="0" y="1199"/>
                  </a:cubicBezTo>
                  <a:cubicBezTo>
                    <a:pt x="0" y="1500"/>
                    <a:pt x="243" y="1746"/>
                    <a:pt x="544" y="1746"/>
                  </a:cubicBezTo>
                  <a:lnTo>
                    <a:pt x="880" y="1746"/>
                  </a:lnTo>
                  <a:cubicBezTo>
                    <a:pt x="985" y="3241"/>
                    <a:pt x="2233" y="4362"/>
                    <a:pt x="3680" y="4362"/>
                  </a:cubicBezTo>
                  <a:cubicBezTo>
                    <a:pt x="3832" y="4362"/>
                    <a:pt x="3985" y="4350"/>
                    <a:pt x="4140" y="4325"/>
                  </a:cubicBezTo>
                  <a:cubicBezTo>
                    <a:pt x="2760" y="4111"/>
                    <a:pt x="1742" y="2923"/>
                    <a:pt x="1742" y="1525"/>
                  </a:cubicBezTo>
                  <a:lnTo>
                    <a:pt x="1742"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88"/>
            <p:cNvSpPr/>
            <p:nvPr/>
          </p:nvSpPr>
          <p:spPr>
            <a:xfrm>
              <a:off x="5413416" y="1988804"/>
              <a:ext cx="169811" cy="74300"/>
            </a:xfrm>
            <a:custGeom>
              <a:rect b="b" l="l" r="r" t="t"/>
              <a:pathLst>
                <a:path extrusionOk="0" h="2834" w="6477">
                  <a:moveTo>
                    <a:pt x="3238" y="1"/>
                  </a:moveTo>
                  <a:cubicBezTo>
                    <a:pt x="1601" y="1"/>
                    <a:pt x="218" y="1214"/>
                    <a:pt x="0" y="2833"/>
                  </a:cubicBezTo>
                  <a:lnTo>
                    <a:pt x="6476" y="2833"/>
                  </a:lnTo>
                  <a:cubicBezTo>
                    <a:pt x="6259" y="1214"/>
                    <a:pt x="4875" y="1"/>
                    <a:pt x="323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88"/>
            <p:cNvSpPr/>
            <p:nvPr/>
          </p:nvSpPr>
          <p:spPr>
            <a:xfrm>
              <a:off x="5486825" y="2285927"/>
              <a:ext cx="22888" cy="22914"/>
            </a:xfrm>
            <a:custGeom>
              <a:rect b="b" l="l" r="r" t="t"/>
              <a:pathLst>
                <a:path extrusionOk="0" h="874" w="873">
                  <a:moveTo>
                    <a:pt x="438" y="0"/>
                  </a:moveTo>
                  <a:cubicBezTo>
                    <a:pt x="196" y="0"/>
                    <a:pt x="0" y="196"/>
                    <a:pt x="0" y="438"/>
                  </a:cubicBezTo>
                  <a:cubicBezTo>
                    <a:pt x="0" y="678"/>
                    <a:pt x="196" y="873"/>
                    <a:pt x="438" y="873"/>
                  </a:cubicBezTo>
                  <a:cubicBezTo>
                    <a:pt x="677" y="873"/>
                    <a:pt x="873" y="678"/>
                    <a:pt x="873" y="438"/>
                  </a:cubicBezTo>
                  <a:cubicBezTo>
                    <a:pt x="873" y="196"/>
                    <a:pt x="677" y="0"/>
                    <a:pt x="4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88"/>
            <p:cNvSpPr/>
            <p:nvPr/>
          </p:nvSpPr>
          <p:spPr>
            <a:xfrm>
              <a:off x="5406862" y="2063157"/>
              <a:ext cx="182919" cy="28525"/>
            </a:xfrm>
            <a:custGeom>
              <a:rect b="b" l="l" r="r" t="t"/>
              <a:pathLst>
                <a:path extrusionOk="0" h="1088" w="6977">
                  <a:moveTo>
                    <a:pt x="218" y="1"/>
                  </a:moveTo>
                  <a:cubicBezTo>
                    <a:pt x="98" y="1"/>
                    <a:pt x="1" y="98"/>
                    <a:pt x="1" y="218"/>
                  </a:cubicBezTo>
                  <a:lnTo>
                    <a:pt x="1" y="1087"/>
                  </a:lnTo>
                  <a:lnTo>
                    <a:pt x="6976" y="1087"/>
                  </a:lnTo>
                  <a:lnTo>
                    <a:pt x="6976" y="218"/>
                  </a:lnTo>
                  <a:cubicBezTo>
                    <a:pt x="6976" y="98"/>
                    <a:pt x="6878" y="1"/>
                    <a:pt x="6755"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88"/>
            <p:cNvSpPr/>
            <p:nvPr/>
          </p:nvSpPr>
          <p:spPr>
            <a:xfrm>
              <a:off x="5406862" y="2063079"/>
              <a:ext cx="40008" cy="28603"/>
            </a:xfrm>
            <a:custGeom>
              <a:rect b="b" l="l" r="r" t="t"/>
              <a:pathLst>
                <a:path extrusionOk="0" h="1091" w="1526">
                  <a:moveTo>
                    <a:pt x="218" y="0"/>
                  </a:moveTo>
                  <a:cubicBezTo>
                    <a:pt x="98" y="0"/>
                    <a:pt x="1" y="98"/>
                    <a:pt x="1" y="217"/>
                  </a:cubicBezTo>
                  <a:lnTo>
                    <a:pt x="1" y="1090"/>
                  </a:lnTo>
                  <a:lnTo>
                    <a:pt x="1312" y="1090"/>
                  </a:lnTo>
                  <a:lnTo>
                    <a:pt x="1312" y="221"/>
                  </a:lnTo>
                  <a:cubicBezTo>
                    <a:pt x="1308" y="101"/>
                    <a:pt x="1406" y="4"/>
                    <a:pt x="15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88"/>
            <p:cNvSpPr/>
            <p:nvPr/>
          </p:nvSpPr>
          <p:spPr>
            <a:xfrm>
              <a:off x="5412656" y="2091656"/>
              <a:ext cx="171515" cy="49604"/>
            </a:xfrm>
            <a:custGeom>
              <a:rect b="b" l="l" r="r" t="t"/>
              <a:pathLst>
                <a:path extrusionOk="0" h="1892" w="6542">
                  <a:moveTo>
                    <a:pt x="1" y="0"/>
                  </a:moveTo>
                  <a:lnTo>
                    <a:pt x="1" y="656"/>
                  </a:lnTo>
                  <a:lnTo>
                    <a:pt x="1580" y="1750"/>
                  </a:lnTo>
                  <a:cubicBezTo>
                    <a:pt x="1720" y="1846"/>
                    <a:pt x="1878" y="1891"/>
                    <a:pt x="2034" y="1891"/>
                  </a:cubicBezTo>
                  <a:cubicBezTo>
                    <a:pt x="2340" y="1891"/>
                    <a:pt x="2637" y="1716"/>
                    <a:pt x="2771" y="1409"/>
                  </a:cubicBezTo>
                  <a:cubicBezTo>
                    <a:pt x="2858" y="1214"/>
                    <a:pt x="3054" y="1090"/>
                    <a:pt x="3267" y="1090"/>
                  </a:cubicBezTo>
                  <a:cubicBezTo>
                    <a:pt x="3481" y="1090"/>
                    <a:pt x="3677" y="1214"/>
                    <a:pt x="3767" y="1409"/>
                  </a:cubicBezTo>
                  <a:cubicBezTo>
                    <a:pt x="3899" y="1716"/>
                    <a:pt x="4196" y="1891"/>
                    <a:pt x="4503" y="1891"/>
                  </a:cubicBezTo>
                  <a:cubicBezTo>
                    <a:pt x="4659" y="1891"/>
                    <a:pt x="4818" y="1846"/>
                    <a:pt x="4959" y="1750"/>
                  </a:cubicBezTo>
                  <a:lnTo>
                    <a:pt x="6534" y="656"/>
                  </a:lnTo>
                  <a:lnTo>
                    <a:pt x="6541" y="656"/>
                  </a:lnTo>
                  <a:lnTo>
                    <a:pt x="6541"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88"/>
            <p:cNvSpPr/>
            <p:nvPr/>
          </p:nvSpPr>
          <p:spPr>
            <a:xfrm>
              <a:off x="5406862" y="2091656"/>
              <a:ext cx="182815" cy="17199"/>
            </a:xfrm>
            <a:custGeom>
              <a:rect b="b" l="l" r="r" t="t"/>
              <a:pathLst>
                <a:path extrusionOk="0" h="656" w="6973">
                  <a:moveTo>
                    <a:pt x="1" y="0"/>
                  </a:moveTo>
                  <a:lnTo>
                    <a:pt x="1" y="638"/>
                  </a:lnTo>
                  <a:cubicBezTo>
                    <a:pt x="1" y="645"/>
                    <a:pt x="1" y="649"/>
                    <a:pt x="1" y="656"/>
                  </a:cubicBezTo>
                  <a:lnTo>
                    <a:pt x="6972" y="656"/>
                  </a:lnTo>
                  <a:lnTo>
                    <a:pt x="6972" y="638"/>
                  </a:lnTo>
                  <a:lnTo>
                    <a:pt x="69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88"/>
            <p:cNvSpPr/>
            <p:nvPr/>
          </p:nvSpPr>
          <p:spPr>
            <a:xfrm>
              <a:off x="5355790" y="1983508"/>
              <a:ext cx="284879" cy="364974"/>
            </a:xfrm>
            <a:custGeom>
              <a:rect b="b" l="l" r="r" t="t"/>
              <a:pathLst>
                <a:path extrusionOk="0" h="13921" w="10866">
                  <a:moveTo>
                    <a:pt x="4803" y="561"/>
                  </a:moveTo>
                  <a:cubicBezTo>
                    <a:pt x="4545" y="1116"/>
                    <a:pt x="4411" y="1999"/>
                    <a:pt x="4364" y="2829"/>
                  </a:cubicBezTo>
                  <a:lnTo>
                    <a:pt x="3484" y="2829"/>
                  </a:lnTo>
                  <a:cubicBezTo>
                    <a:pt x="3495" y="2763"/>
                    <a:pt x="3502" y="2698"/>
                    <a:pt x="3517" y="2637"/>
                  </a:cubicBezTo>
                  <a:cubicBezTo>
                    <a:pt x="3544" y="2484"/>
                    <a:pt x="3426" y="2394"/>
                    <a:pt x="3310" y="2394"/>
                  </a:cubicBezTo>
                  <a:cubicBezTo>
                    <a:pt x="3223" y="2394"/>
                    <a:pt x="3137" y="2445"/>
                    <a:pt x="3115" y="2561"/>
                  </a:cubicBezTo>
                  <a:cubicBezTo>
                    <a:pt x="3097" y="2651"/>
                    <a:pt x="3086" y="2738"/>
                    <a:pt x="3071" y="2832"/>
                  </a:cubicBezTo>
                  <a:lnTo>
                    <a:pt x="2438" y="2832"/>
                  </a:lnTo>
                  <a:cubicBezTo>
                    <a:pt x="2618" y="2009"/>
                    <a:pt x="3127" y="1289"/>
                    <a:pt x="3848" y="854"/>
                  </a:cubicBezTo>
                  <a:lnTo>
                    <a:pt x="3848" y="854"/>
                  </a:lnTo>
                  <a:cubicBezTo>
                    <a:pt x="3659" y="1099"/>
                    <a:pt x="3505" y="1364"/>
                    <a:pt x="3386" y="1648"/>
                  </a:cubicBezTo>
                  <a:cubicBezTo>
                    <a:pt x="3319" y="1809"/>
                    <a:pt x="3452" y="1933"/>
                    <a:pt x="3583" y="1933"/>
                  </a:cubicBezTo>
                  <a:cubicBezTo>
                    <a:pt x="3655" y="1933"/>
                    <a:pt x="3726" y="1896"/>
                    <a:pt x="3763" y="1807"/>
                  </a:cubicBezTo>
                  <a:cubicBezTo>
                    <a:pt x="4017" y="1210"/>
                    <a:pt x="4386" y="779"/>
                    <a:pt x="4803" y="561"/>
                  </a:cubicBezTo>
                  <a:close/>
                  <a:moveTo>
                    <a:pt x="5436" y="406"/>
                  </a:moveTo>
                  <a:cubicBezTo>
                    <a:pt x="5480" y="406"/>
                    <a:pt x="5654" y="529"/>
                    <a:pt x="5820" y="1079"/>
                  </a:cubicBezTo>
                  <a:cubicBezTo>
                    <a:pt x="5961" y="1536"/>
                    <a:pt x="6056" y="2151"/>
                    <a:pt x="6092" y="2832"/>
                  </a:cubicBezTo>
                  <a:lnTo>
                    <a:pt x="4777" y="2832"/>
                  </a:lnTo>
                  <a:cubicBezTo>
                    <a:pt x="4813" y="2151"/>
                    <a:pt x="4908" y="1536"/>
                    <a:pt x="5049" y="1079"/>
                  </a:cubicBezTo>
                  <a:cubicBezTo>
                    <a:pt x="5215" y="529"/>
                    <a:pt x="5389" y="406"/>
                    <a:pt x="5436" y="406"/>
                  </a:cubicBezTo>
                  <a:close/>
                  <a:moveTo>
                    <a:pt x="6063" y="565"/>
                  </a:moveTo>
                  <a:lnTo>
                    <a:pt x="6063" y="565"/>
                  </a:lnTo>
                  <a:cubicBezTo>
                    <a:pt x="6722" y="906"/>
                    <a:pt x="7236" y="1760"/>
                    <a:pt x="7385" y="2832"/>
                  </a:cubicBezTo>
                  <a:lnTo>
                    <a:pt x="6501" y="2832"/>
                  </a:lnTo>
                  <a:cubicBezTo>
                    <a:pt x="6458" y="1999"/>
                    <a:pt x="6320" y="1119"/>
                    <a:pt x="6063" y="565"/>
                  </a:cubicBezTo>
                  <a:close/>
                  <a:moveTo>
                    <a:pt x="7012" y="848"/>
                  </a:moveTo>
                  <a:lnTo>
                    <a:pt x="7012" y="848"/>
                  </a:lnTo>
                  <a:cubicBezTo>
                    <a:pt x="7740" y="1286"/>
                    <a:pt x="8254" y="2003"/>
                    <a:pt x="8431" y="2832"/>
                  </a:cubicBezTo>
                  <a:lnTo>
                    <a:pt x="7798" y="2832"/>
                  </a:lnTo>
                  <a:cubicBezTo>
                    <a:pt x="7700" y="2086"/>
                    <a:pt x="7439" y="1405"/>
                    <a:pt x="7052" y="895"/>
                  </a:cubicBezTo>
                  <a:lnTo>
                    <a:pt x="7012" y="848"/>
                  </a:lnTo>
                  <a:close/>
                  <a:moveTo>
                    <a:pt x="8703" y="3242"/>
                  </a:moveTo>
                  <a:cubicBezTo>
                    <a:pt x="8714" y="3242"/>
                    <a:pt x="8718" y="3249"/>
                    <a:pt x="8718" y="3256"/>
                  </a:cubicBezTo>
                  <a:lnTo>
                    <a:pt x="8718" y="3922"/>
                  </a:lnTo>
                  <a:lnTo>
                    <a:pt x="2151" y="3919"/>
                  </a:lnTo>
                  <a:lnTo>
                    <a:pt x="2151" y="3256"/>
                  </a:lnTo>
                  <a:cubicBezTo>
                    <a:pt x="2151" y="3249"/>
                    <a:pt x="2159" y="3242"/>
                    <a:pt x="2166" y="3242"/>
                  </a:cubicBezTo>
                  <a:close/>
                  <a:moveTo>
                    <a:pt x="8718" y="4328"/>
                  </a:moveTo>
                  <a:lnTo>
                    <a:pt x="8718" y="4585"/>
                  </a:lnTo>
                  <a:cubicBezTo>
                    <a:pt x="8678" y="4578"/>
                    <a:pt x="8638" y="4574"/>
                    <a:pt x="8594" y="4574"/>
                  </a:cubicBezTo>
                  <a:lnTo>
                    <a:pt x="8471" y="4574"/>
                  </a:lnTo>
                  <a:lnTo>
                    <a:pt x="8471" y="4328"/>
                  </a:lnTo>
                  <a:close/>
                  <a:moveTo>
                    <a:pt x="2398" y="4328"/>
                  </a:moveTo>
                  <a:lnTo>
                    <a:pt x="2398" y="4574"/>
                  </a:lnTo>
                  <a:lnTo>
                    <a:pt x="2307" y="4574"/>
                  </a:lnTo>
                  <a:cubicBezTo>
                    <a:pt x="2256" y="4574"/>
                    <a:pt x="2202" y="4582"/>
                    <a:pt x="2151" y="4592"/>
                  </a:cubicBezTo>
                  <a:lnTo>
                    <a:pt x="2151" y="4589"/>
                  </a:lnTo>
                  <a:lnTo>
                    <a:pt x="2151" y="4328"/>
                  </a:lnTo>
                  <a:close/>
                  <a:moveTo>
                    <a:pt x="2398" y="4984"/>
                  </a:moveTo>
                  <a:lnTo>
                    <a:pt x="2398" y="5650"/>
                  </a:lnTo>
                  <a:lnTo>
                    <a:pt x="2398" y="5664"/>
                  </a:lnTo>
                  <a:lnTo>
                    <a:pt x="2275" y="5664"/>
                  </a:lnTo>
                  <a:cubicBezTo>
                    <a:pt x="2072" y="5664"/>
                    <a:pt x="1916" y="5487"/>
                    <a:pt x="1938" y="5288"/>
                  </a:cubicBezTo>
                  <a:cubicBezTo>
                    <a:pt x="1952" y="5118"/>
                    <a:pt x="2119" y="4984"/>
                    <a:pt x="2307" y="4984"/>
                  </a:cubicBezTo>
                  <a:close/>
                  <a:moveTo>
                    <a:pt x="8604" y="4984"/>
                  </a:moveTo>
                  <a:cubicBezTo>
                    <a:pt x="8804" y="4984"/>
                    <a:pt x="8956" y="5159"/>
                    <a:pt x="8935" y="5360"/>
                  </a:cubicBezTo>
                  <a:cubicBezTo>
                    <a:pt x="8917" y="5530"/>
                    <a:pt x="8754" y="5664"/>
                    <a:pt x="8565" y="5664"/>
                  </a:cubicBezTo>
                  <a:lnTo>
                    <a:pt x="8475" y="5664"/>
                  </a:lnTo>
                  <a:lnTo>
                    <a:pt x="8475" y="5654"/>
                  </a:lnTo>
                  <a:lnTo>
                    <a:pt x="8475" y="4984"/>
                  </a:lnTo>
                  <a:lnTo>
                    <a:pt x="8598" y="4984"/>
                  </a:lnTo>
                  <a:cubicBezTo>
                    <a:pt x="8600" y="4984"/>
                    <a:pt x="8602" y="4984"/>
                    <a:pt x="8604" y="4984"/>
                  </a:cubicBezTo>
                  <a:close/>
                  <a:moveTo>
                    <a:pt x="8066" y="4332"/>
                  </a:moveTo>
                  <a:lnTo>
                    <a:pt x="8066" y="4973"/>
                  </a:lnTo>
                  <a:lnTo>
                    <a:pt x="7008" y="5704"/>
                  </a:lnTo>
                  <a:cubicBezTo>
                    <a:pt x="6909" y="5774"/>
                    <a:pt x="6790" y="5811"/>
                    <a:pt x="6671" y="5811"/>
                  </a:cubicBezTo>
                  <a:cubicBezTo>
                    <a:pt x="6616" y="5811"/>
                    <a:pt x="6562" y="5803"/>
                    <a:pt x="6508" y="5788"/>
                  </a:cubicBezTo>
                  <a:cubicBezTo>
                    <a:pt x="6338" y="5737"/>
                    <a:pt x="6197" y="5614"/>
                    <a:pt x="6124" y="5451"/>
                  </a:cubicBezTo>
                  <a:cubicBezTo>
                    <a:pt x="6003" y="5182"/>
                    <a:pt x="5739" y="5009"/>
                    <a:pt x="5445" y="5009"/>
                  </a:cubicBezTo>
                  <a:cubicBezTo>
                    <a:pt x="5442" y="5009"/>
                    <a:pt x="5439" y="5009"/>
                    <a:pt x="5436" y="5009"/>
                  </a:cubicBezTo>
                  <a:cubicBezTo>
                    <a:pt x="5433" y="5009"/>
                    <a:pt x="5430" y="5009"/>
                    <a:pt x="5427" y="5009"/>
                  </a:cubicBezTo>
                  <a:cubicBezTo>
                    <a:pt x="5134" y="5009"/>
                    <a:pt x="4866" y="5182"/>
                    <a:pt x="4748" y="5451"/>
                  </a:cubicBezTo>
                  <a:cubicBezTo>
                    <a:pt x="4676" y="5614"/>
                    <a:pt x="4535" y="5737"/>
                    <a:pt x="4361" y="5788"/>
                  </a:cubicBezTo>
                  <a:cubicBezTo>
                    <a:pt x="4308" y="5802"/>
                    <a:pt x="4253" y="5810"/>
                    <a:pt x="4200" y="5810"/>
                  </a:cubicBezTo>
                  <a:cubicBezTo>
                    <a:pt x="4081" y="5810"/>
                    <a:pt x="3964" y="5774"/>
                    <a:pt x="3864" y="5704"/>
                  </a:cubicBezTo>
                  <a:lnTo>
                    <a:pt x="2807" y="4976"/>
                  </a:lnTo>
                  <a:lnTo>
                    <a:pt x="2807" y="4332"/>
                  </a:lnTo>
                  <a:close/>
                  <a:moveTo>
                    <a:pt x="5445" y="5418"/>
                  </a:moveTo>
                  <a:cubicBezTo>
                    <a:pt x="5576" y="5418"/>
                    <a:pt x="5691" y="5497"/>
                    <a:pt x="5748" y="5614"/>
                  </a:cubicBezTo>
                  <a:cubicBezTo>
                    <a:pt x="5913" y="6000"/>
                    <a:pt x="6287" y="6221"/>
                    <a:pt x="6671" y="6221"/>
                  </a:cubicBezTo>
                  <a:cubicBezTo>
                    <a:pt x="6867" y="6221"/>
                    <a:pt x="7065" y="6163"/>
                    <a:pt x="7240" y="6041"/>
                  </a:cubicBezTo>
                  <a:lnTo>
                    <a:pt x="8066" y="5469"/>
                  </a:lnTo>
                  <a:lnTo>
                    <a:pt x="8066" y="5650"/>
                  </a:lnTo>
                  <a:cubicBezTo>
                    <a:pt x="8066" y="7102"/>
                    <a:pt x="6885" y="8279"/>
                    <a:pt x="5436" y="8279"/>
                  </a:cubicBezTo>
                  <a:cubicBezTo>
                    <a:pt x="3984" y="8279"/>
                    <a:pt x="2807" y="7102"/>
                    <a:pt x="2807" y="5650"/>
                  </a:cubicBezTo>
                  <a:lnTo>
                    <a:pt x="2807" y="5469"/>
                  </a:lnTo>
                  <a:lnTo>
                    <a:pt x="3629" y="6041"/>
                  </a:lnTo>
                  <a:cubicBezTo>
                    <a:pt x="3804" y="6162"/>
                    <a:pt x="4002" y="6219"/>
                    <a:pt x="4197" y="6219"/>
                  </a:cubicBezTo>
                  <a:cubicBezTo>
                    <a:pt x="4581" y="6219"/>
                    <a:pt x="4953" y="6000"/>
                    <a:pt x="5121" y="5614"/>
                  </a:cubicBezTo>
                  <a:cubicBezTo>
                    <a:pt x="5178" y="5497"/>
                    <a:pt x="5297" y="5418"/>
                    <a:pt x="5428" y="5418"/>
                  </a:cubicBezTo>
                  <a:cubicBezTo>
                    <a:pt x="5430" y="5418"/>
                    <a:pt x="5433" y="5418"/>
                    <a:pt x="5436" y="5418"/>
                  </a:cubicBezTo>
                  <a:cubicBezTo>
                    <a:pt x="5439" y="5418"/>
                    <a:pt x="5442" y="5418"/>
                    <a:pt x="5445" y="5418"/>
                  </a:cubicBezTo>
                  <a:close/>
                  <a:moveTo>
                    <a:pt x="3705" y="8906"/>
                  </a:moveTo>
                  <a:lnTo>
                    <a:pt x="3705" y="9301"/>
                  </a:lnTo>
                  <a:cubicBezTo>
                    <a:pt x="3705" y="9489"/>
                    <a:pt x="3589" y="9656"/>
                    <a:pt x="3412" y="9724"/>
                  </a:cubicBezTo>
                  <a:lnTo>
                    <a:pt x="2941" y="9413"/>
                  </a:lnTo>
                  <a:cubicBezTo>
                    <a:pt x="2716" y="9261"/>
                    <a:pt x="2821" y="8910"/>
                    <a:pt x="3093" y="8910"/>
                  </a:cubicBezTo>
                  <a:lnTo>
                    <a:pt x="3705" y="8906"/>
                  </a:lnTo>
                  <a:close/>
                  <a:moveTo>
                    <a:pt x="7776" y="8906"/>
                  </a:moveTo>
                  <a:cubicBezTo>
                    <a:pt x="8048" y="8906"/>
                    <a:pt x="8153" y="9261"/>
                    <a:pt x="7928" y="9413"/>
                  </a:cubicBezTo>
                  <a:lnTo>
                    <a:pt x="7457" y="9724"/>
                  </a:lnTo>
                  <a:cubicBezTo>
                    <a:pt x="7283" y="9659"/>
                    <a:pt x="7164" y="9493"/>
                    <a:pt x="7164" y="9304"/>
                  </a:cubicBezTo>
                  <a:lnTo>
                    <a:pt x="7164" y="8906"/>
                  </a:lnTo>
                  <a:close/>
                  <a:moveTo>
                    <a:pt x="3705" y="8250"/>
                  </a:moveTo>
                  <a:lnTo>
                    <a:pt x="3705" y="8497"/>
                  </a:lnTo>
                  <a:lnTo>
                    <a:pt x="3093" y="8497"/>
                  </a:lnTo>
                  <a:cubicBezTo>
                    <a:pt x="2419" y="8497"/>
                    <a:pt x="2155" y="9373"/>
                    <a:pt x="2716" y="9750"/>
                  </a:cubicBezTo>
                  <a:lnTo>
                    <a:pt x="5172" y="11387"/>
                  </a:lnTo>
                  <a:cubicBezTo>
                    <a:pt x="5009" y="11463"/>
                    <a:pt x="4886" y="11600"/>
                    <a:pt x="4828" y="11767"/>
                  </a:cubicBezTo>
                  <a:lnTo>
                    <a:pt x="4346" y="11767"/>
                  </a:lnTo>
                  <a:cubicBezTo>
                    <a:pt x="3013" y="11767"/>
                    <a:pt x="1934" y="10688"/>
                    <a:pt x="1934" y="9355"/>
                  </a:cubicBezTo>
                  <a:cubicBezTo>
                    <a:pt x="1934" y="8747"/>
                    <a:pt x="2427" y="8254"/>
                    <a:pt x="3035" y="8250"/>
                  </a:cubicBezTo>
                  <a:close/>
                  <a:moveTo>
                    <a:pt x="7834" y="8254"/>
                  </a:moveTo>
                  <a:cubicBezTo>
                    <a:pt x="8442" y="8254"/>
                    <a:pt x="8935" y="8747"/>
                    <a:pt x="8935" y="9359"/>
                  </a:cubicBezTo>
                  <a:cubicBezTo>
                    <a:pt x="8935" y="10688"/>
                    <a:pt x="7856" y="11767"/>
                    <a:pt x="6526" y="11767"/>
                  </a:cubicBezTo>
                  <a:lnTo>
                    <a:pt x="6041" y="11767"/>
                  </a:lnTo>
                  <a:cubicBezTo>
                    <a:pt x="5983" y="11597"/>
                    <a:pt x="5860" y="11463"/>
                    <a:pt x="5697" y="11387"/>
                  </a:cubicBezTo>
                  <a:lnTo>
                    <a:pt x="6421" y="10905"/>
                  </a:lnTo>
                  <a:cubicBezTo>
                    <a:pt x="6610" y="10779"/>
                    <a:pt x="6487" y="10528"/>
                    <a:pt x="6312" y="10528"/>
                  </a:cubicBezTo>
                  <a:cubicBezTo>
                    <a:pt x="6275" y="10528"/>
                    <a:pt x="6236" y="10539"/>
                    <a:pt x="6197" y="10565"/>
                  </a:cubicBezTo>
                  <a:lnTo>
                    <a:pt x="5436" y="11072"/>
                  </a:lnTo>
                  <a:lnTo>
                    <a:pt x="3788" y="9974"/>
                  </a:lnTo>
                  <a:cubicBezTo>
                    <a:pt x="3995" y="9811"/>
                    <a:pt x="4114" y="9565"/>
                    <a:pt x="4114" y="9301"/>
                  </a:cubicBezTo>
                  <a:lnTo>
                    <a:pt x="4114" y="8384"/>
                  </a:lnTo>
                  <a:cubicBezTo>
                    <a:pt x="4533" y="8587"/>
                    <a:pt x="4985" y="8689"/>
                    <a:pt x="5438" y="8689"/>
                  </a:cubicBezTo>
                  <a:cubicBezTo>
                    <a:pt x="5890" y="8689"/>
                    <a:pt x="6342" y="8587"/>
                    <a:pt x="6758" y="8384"/>
                  </a:cubicBezTo>
                  <a:lnTo>
                    <a:pt x="6758" y="9304"/>
                  </a:lnTo>
                  <a:cubicBezTo>
                    <a:pt x="6758" y="9565"/>
                    <a:pt x="6878" y="9811"/>
                    <a:pt x="7084" y="9974"/>
                  </a:cubicBezTo>
                  <a:lnTo>
                    <a:pt x="6957" y="10058"/>
                  </a:lnTo>
                  <a:cubicBezTo>
                    <a:pt x="6772" y="10183"/>
                    <a:pt x="6892" y="10436"/>
                    <a:pt x="7068" y="10436"/>
                  </a:cubicBezTo>
                  <a:cubicBezTo>
                    <a:pt x="7106" y="10436"/>
                    <a:pt x="7145" y="10425"/>
                    <a:pt x="7186" y="10398"/>
                  </a:cubicBezTo>
                  <a:lnTo>
                    <a:pt x="8156" y="9750"/>
                  </a:lnTo>
                  <a:cubicBezTo>
                    <a:pt x="8718" y="9377"/>
                    <a:pt x="8453" y="8500"/>
                    <a:pt x="7776" y="8500"/>
                  </a:cubicBezTo>
                  <a:lnTo>
                    <a:pt x="7164" y="8500"/>
                  </a:lnTo>
                  <a:lnTo>
                    <a:pt x="7164" y="8254"/>
                  </a:lnTo>
                  <a:close/>
                  <a:moveTo>
                    <a:pt x="5436" y="11740"/>
                  </a:moveTo>
                  <a:cubicBezTo>
                    <a:pt x="5552" y="11740"/>
                    <a:pt x="5668" y="11818"/>
                    <a:pt x="5668" y="11973"/>
                  </a:cubicBezTo>
                  <a:cubicBezTo>
                    <a:pt x="5668" y="12100"/>
                    <a:pt x="5563" y="12205"/>
                    <a:pt x="5436" y="12205"/>
                  </a:cubicBezTo>
                  <a:cubicBezTo>
                    <a:pt x="5306" y="12205"/>
                    <a:pt x="5205" y="12100"/>
                    <a:pt x="5205" y="11973"/>
                  </a:cubicBezTo>
                  <a:cubicBezTo>
                    <a:pt x="5205" y="11818"/>
                    <a:pt x="5320" y="11740"/>
                    <a:pt x="5436" y="11740"/>
                  </a:cubicBezTo>
                  <a:close/>
                  <a:moveTo>
                    <a:pt x="5436" y="0"/>
                  </a:moveTo>
                  <a:cubicBezTo>
                    <a:pt x="3756" y="0"/>
                    <a:pt x="2314" y="1206"/>
                    <a:pt x="2021" y="2861"/>
                  </a:cubicBezTo>
                  <a:cubicBezTo>
                    <a:pt x="1854" y="2923"/>
                    <a:pt x="1746" y="3079"/>
                    <a:pt x="1742" y="3256"/>
                  </a:cubicBezTo>
                  <a:lnTo>
                    <a:pt x="1742" y="4810"/>
                  </a:lnTo>
                  <a:cubicBezTo>
                    <a:pt x="1623" y="4926"/>
                    <a:pt x="1547" y="5081"/>
                    <a:pt x="1528" y="5252"/>
                  </a:cubicBezTo>
                  <a:cubicBezTo>
                    <a:pt x="1485" y="5693"/>
                    <a:pt x="1829" y="6074"/>
                    <a:pt x="2275" y="6077"/>
                  </a:cubicBezTo>
                  <a:lnTo>
                    <a:pt x="2427" y="6077"/>
                  </a:lnTo>
                  <a:cubicBezTo>
                    <a:pt x="2521" y="6751"/>
                    <a:pt x="2843" y="7374"/>
                    <a:pt x="3336" y="7848"/>
                  </a:cubicBezTo>
                  <a:lnTo>
                    <a:pt x="3039" y="7848"/>
                  </a:lnTo>
                  <a:cubicBezTo>
                    <a:pt x="2202" y="7848"/>
                    <a:pt x="1528" y="8526"/>
                    <a:pt x="1525" y="9359"/>
                  </a:cubicBezTo>
                  <a:cubicBezTo>
                    <a:pt x="1525" y="9659"/>
                    <a:pt x="1572" y="9956"/>
                    <a:pt x="1666" y="10242"/>
                  </a:cubicBezTo>
                  <a:lnTo>
                    <a:pt x="1087" y="10409"/>
                  </a:lnTo>
                  <a:cubicBezTo>
                    <a:pt x="442" y="10601"/>
                    <a:pt x="4" y="11188"/>
                    <a:pt x="0" y="11858"/>
                  </a:cubicBezTo>
                  <a:lnTo>
                    <a:pt x="0" y="13716"/>
                  </a:lnTo>
                  <a:cubicBezTo>
                    <a:pt x="0" y="13850"/>
                    <a:pt x="102" y="13917"/>
                    <a:pt x="203" y="13917"/>
                  </a:cubicBezTo>
                  <a:cubicBezTo>
                    <a:pt x="304" y="13917"/>
                    <a:pt x="406" y="13850"/>
                    <a:pt x="406" y="13716"/>
                  </a:cubicBezTo>
                  <a:lnTo>
                    <a:pt x="406" y="11858"/>
                  </a:lnTo>
                  <a:cubicBezTo>
                    <a:pt x="406" y="11695"/>
                    <a:pt x="442" y="11535"/>
                    <a:pt x="511" y="11390"/>
                  </a:cubicBezTo>
                  <a:lnTo>
                    <a:pt x="1507" y="12245"/>
                  </a:lnTo>
                  <a:cubicBezTo>
                    <a:pt x="1655" y="12372"/>
                    <a:pt x="1742" y="12557"/>
                    <a:pt x="1742" y="12752"/>
                  </a:cubicBezTo>
                  <a:lnTo>
                    <a:pt x="1742" y="13716"/>
                  </a:lnTo>
                  <a:cubicBezTo>
                    <a:pt x="1742" y="13850"/>
                    <a:pt x="1844" y="13917"/>
                    <a:pt x="1945" y="13917"/>
                  </a:cubicBezTo>
                  <a:cubicBezTo>
                    <a:pt x="2046" y="13917"/>
                    <a:pt x="2148" y="13850"/>
                    <a:pt x="2148" y="13716"/>
                  </a:cubicBezTo>
                  <a:lnTo>
                    <a:pt x="2148" y="12756"/>
                  </a:lnTo>
                  <a:cubicBezTo>
                    <a:pt x="2148" y="12441"/>
                    <a:pt x="2010" y="12144"/>
                    <a:pt x="1771" y="11941"/>
                  </a:cubicBezTo>
                  <a:lnTo>
                    <a:pt x="750" y="11064"/>
                  </a:lnTo>
                  <a:cubicBezTo>
                    <a:pt x="877" y="10941"/>
                    <a:pt x="1029" y="10854"/>
                    <a:pt x="1195" y="10804"/>
                  </a:cubicBezTo>
                  <a:lnTo>
                    <a:pt x="1822" y="10623"/>
                  </a:lnTo>
                  <a:cubicBezTo>
                    <a:pt x="2300" y="11575"/>
                    <a:pt x="3278" y="12176"/>
                    <a:pt x="4346" y="12176"/>
                  </a:cubicBezTo>
                  <a:lnTo>
                    <a:pt x="4828" y="12176"/>
                  </a:lnTo>
                  <a:cubicBezTo>
                    <a:pt x="4893" y="12365"/>
                    <a:pt x="5042" y="12513"/>
                    <a:pt x="5230" y="12578"/>
                  </a:cubicBezTo>
                  <a:lnTo>
                    <a:pt x="5230" y="13716"/>
                  </a:lnTo>
                  <a:cubicBezTo>
                    <a:pt x="5230" y="13850"/>
                    <a:pt x="5332" y="13917"/>
                    <a:pt x="5434" y="13917"/>
                  </a:cubicBezTo>
                  <a:cubicBezTo>
                    <a:pt x="5537" y="13917"/>
                    <a:pt x="5639" y="13850"/>
                    <a:pt x="5639" y="13716"/>
                  </a:cubicBezTo>
                  <a:lnTo>
                    <a:pt x="5639" y="12578"/>
                  </a:lnTo>
                  <a:cubicBezTo>
                    <a:pt x="5827" y="12513"/>
                    <a:pt x="5976" y="12365"/>
                    <a:pt x="6041" y="12176"/>
                  </a:cubicBezTo>
                  <a:lnTo>
                    <a:pt x="6523" y="12176"/>
                  </a:lnTo>
                  <a:cubicBezTo>
                    <a:pt x="7591" y="12176"/>
                    <a:pt x="8565" y="11571"/>
                    <a:pt x="9044" y="10619"/>
                  </a:cubicBezTo>
                  <a:lnTo>
                    <a:pt x="9666" y="10800"/>
                  </a:lnTo>
                  <a:cubicBezTo>
                    <a:pt x="9837" y="10851"/>
                    <a:pt x="9989" y="10941"/>
                    <a:pt x="10116" y="11061"/>
                  </a:cubicBezTo>
                  <a:lnTo>
                    <a:pt x="9094" y="11937"/>
                  </a:lnTo>
                  <a:cubicBezTo>
                    <a:pt x="8855" y="12144"/>
                    <a:pt x="8718" y="12441"/>
                    <a:pt x="8718" y="12752"/>
                  </a:cubicBezTo>
                  <a:lnTo>
                    <a:pt x="8718" y="13716"/>
                  </a:lnTo>
                  <a:cubicBezTo>
                    <a:pt x="8718" y="13850"/>
                    <a:pt x="8819" y="13917"/>
                    <a:pt x="8920" y="13917"/>
                  </a:cubicBezTo>
                  <a:cubicBezTo>
                    <a:pt x="9022" y="13917"/>
                    <a:pt x="9123" y="13850"/>
                    <a:pt x="9123" y="13716"/>
                  </a:cubicBezTo>
                  <a:lnTo>
                    <a:pt x="9123" y="12756"/>
                  </a:lnTo>
                  <a:cubicBezTo>
                    <a:pt x="9123" y="12560"/>
                    <a:pt x="9210" y="12375"/>
                    <a:pt x="9359" y="12249"/>
                  </a:cubicBezTo>
                  <a:lnTo>
                    <a:pt x="10355" y="11394"/>
                  </a:lnTo>
                  <a:cubicBezTo>
                    <a:pt x="10423" y="11539"/>
                    <a:pt x="10460" y="11698"/>
                    <a:pt x="10460" y="11861"/>
                  </a:cubicBezTo>
                  <a:lnTo>
                    <a:pt x="10460" y="13719"/>
                  </a:lnTo>
                  <a:cubicBezTo>
                    <a:pt x="10460" y="13853"/>
                    <a:pt x="10561" y="13920"/>
                    <a:pt x="10662" y="13920"/>
                  </a:cubicBezTo>
                  <a:cubicBezTo>
                    <a:pt x="10764" y="13920"/>
                    <a:pt x="10865" y="13853"/>
                    <a:pt x="10865" y="13719"/>
                  </a:cubicBezTo>
                  <a:lnTo>
                    <a:pt x="10865" y="11861"/>
                  </a:lnTo>
                  <a:cubicBezTo>
                    <a:pt x="10865" y="11191"/>
                    <a:pt x="10427" y="10601"/>
                    <a:pt x="9786" y="10409"/>
                  </a:cubicBezTo>
                  <a:lnTo>
                    <a:pt x="9203" y="10239"/>
                  </a:lnTo>
                  <a:cubicBezTo>
                    <a:pt x="9297" y="9953"/>
                    <a:pt x="9344" y="9656"/>
                    <a:pt x="9344" y="9355"/>
                  </a:cubicBezTo>
                  <a:cubicBezTo>
                    <a:pt x="9344" y="8522"/>
                    <a:pt x="8667" y="7845"/>
                    <a:pt x="7834" y="7845"/>
                  </a:cubicBezTo>
                  <a:lnTo>
                    <a:pt x="7533" y="7845"/>
                  </a:lnTo>
                  <a:cubicBezTo>
                    <a:pt x="8026" y="7370"/>
                    <a:pt x="8348" y="6747"/>
                    <a:pt x="8442" y="6074"/>
                  </a:cubicBezTo>
                  <a:lnTo>
                    <a:pt x="8565" y="6074"/>
                  </a:lnTo>
                  <a:cubicBezTo>
                    <a:pt x="8964" y="6074"/>
                    <a:pt x="9304" y="5777"/>
                    <a:pt x="9341" y="5400"/>
                  </a:cubicBezTo>
                  <a:cubicBezTo>
                    <a:pt x="9362" y="5190"/>
                    <a:pt x="9293" y="4980"/>
                    <a:pt x="9152" y="4821"/>
                  </a:cubicBezTo>
                  <a:lnTo>
                    <a:pt x="9127" y="4795"/>
                  </a:lnTo>
                  <a:lnTo>
                    <a:pt x="9127" y="3256"/>
                  </a:lnTo>
                  <a:cubicBezTo>
                    <a:pt x="9127" y="3079"/>
                    <a:pt x="9015" y="2923"/>
                    <a:pt x="8852" y="2861"/>
                  </a:cubicBezTo>
                  <a:cubicBezTo>
                    <a:pt x="8555" y="1206"/>
                    <a:pt x="7117" y="0"/>
                    <a:pt x="54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88"/>
            <p:cNvSpPr/>
            <p:nvPr/>
          </p:nvSpPr>
          <p:spPr>
            <a:xfrm>
              <a:off x="5458615" y="2109195"/>
              <a:ext cx="10749" cy="16386"/>
            </a:xfrm>
            <a:custGeom>
              <a:rect b="b" l="l" r="r" t="t"/>
              <a:pathLst>
                <a:path extrusionOk="0" h="625" w="410">
                  <a:moveTo>
                    <a:pt x="205" y="0"/>
                  </a:moveTo>
                  <a:cubicBezTo>
                    <a:pt x="103" y="0"/>
                    <a:pt x="0" y="68"/>
                    <a:pt x="0" y="204"/>
                  </a:cubicBezTo>
                  <a:lnTo>
                    <a:pt x="0" y="421"/>
                  </a:lnTo>
                  <a:cubicBezTo>
                    <a:pt x="0" y="534"/>
                    <a:pt x="95" y="624"/>
                    <a:pt x="207" y="624"/>
                  </a:cubicBezTo>
                  <a:cubicBezTo>
                    <a:pt x="319" y="624"/>
                    <a:pt x="410" y="534"/>
                    <a:pt x="410" y="421"/>
                  </a:cubicBezTo>
                  <a:lnTo>
                    <a:pt x="410" y="204"/>
                  </a:lnTo>
                  <a:cubicBezTo>
                    <a:pt x="410" y="68"/>
                    <a:pt x="307" y="0"/>
                    <a:pt x="2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88"/>
            <p:cNvSpPr/>
            <p:nvPr/>
          </p:nvSpPr>
          <p:spPr>
            <a:xfrm>
              <a:off x="5527252" y="2109195"/>
              <a:ext cx="10671" cy="16386"/>
            </a:xfrm>
            <a:custGeom>
              <a:rect b="b" l="l" r="r" t="t"/>
              <a:pathLst>
                <a:path extrusionOk="0" h="625" w="407">
                  <a:moveTo>
                    <a:pt x="204" y="0"/>
                  </a:moveTo>
                  <a:cubicBezTo>
                    <a:pt x="102" y="0"/>
                    <a:pt x="1" y="68"/>
                    <a:pt x="1" y="204"/>
                  </a:cubicBezTo>
                  <a:lnTo>
                    <a:pt x="1" y="421"/>
                  </a:lnTo>
                  <a:cubicBezTo>
                    <a:pt x="1" y="534"/>
                    <a:pt x="91" y="624"/>
                    <a:pt x="204" y="624"/>
                  </a:cubicBezTo>
                  <a:cubicBezTo>
                    <a:pt x="316" y="624"/>
                    <a:pt x="407" y="534"/>
                    <a:pt x="407" y="421"/>
                  </a:cubicBezTo>
                  <a:lnTo>
                    <a:pt x="407" y="204"/>
                  </a:lnTo>
                  <a:cubicBezTo>
                    <a:pt x="407" y="68"/>
                    <a:pt x="305" y="0"/>
                    <a:pt x="20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88"/>
            <p:cNvSpPr/>
            <p:nvPr/>
          </p:nvSpPr>
          <p:spPr>
            <a:xfrm>
              <a:off x="5479694" y="2154892"/>
              <a:ext cx="37150" cy="10749"/>
            </a:xfrm>
            <a:custGeom>
              <a:rect b="b" l="l" r="r" t="t"/>
              <a:pathLst>
                <a:path extrusionOk="0" h="410" w="1417">
                  <a:moveTo>
                    <a:pt x="272" y="0"/>
                  </a:moveTo>
                  <a:cubicBezTo>
                    <a:pt x="0" y="0"/>
                    <a:pt x="0" y="410"/>
                    <a:pt x="272" y="410"/>
                  </a:cubicBezTo>
                  <a:lnTo>
                    <a:pt x="1145" y="410"/>
                  </a:lnTo>
                  <a:cubicBezTo>
                    <a:pt x="1417" y="410"/>
                    <a:pt x="1417" y="0"/>
                    <a:pt x="11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2" name="Google Shape;18202;p88"/>
          <p:cNvGrpSpPr/>
          <p:nvPr/>
        </p:nvGrpSpPr>
        <p:grpSpPr>
          <a:xfrm>
            <a:off x="7161573" y="2894750"/>
            <a:ext cx="273868" cy="365131"/>
            <a:chOff x="7161573" y="2894750"/>
            <a:chExt cx="273868" cy="365131"/>
          </a:xfrm>
        </p:grpSpPr>
        <p:sp>
          <p:nvSpPr>
            <p:cNvPr id="18203" name="Google Shape;18203;p88"/>
            <p:cNvSpPr/>
            <p:nvPr/>
          </p:nvSpPr>
          <p:spPr>
            <a:xfrm>
              <a:off x="7167104" y="3145520"/>
              <a:ext cx="262830" cy="109039"/>
            </a:xfrm>
            <a:custGeom>
              <a:rect b="b" l="l" r="r" t="t"/>
              <a:pathLst>
                <a:path extrusionOk="0" h="4159" w="10025">
                  <a:moveTo>
                    <a:pt x="3122" y="1"/>
                  </a:moveTo>
                  <a:lnTo>
                    <a:pt x="873" y="797"/>
                  </a:lnTo>
                  <a:cubicBezTo>
                    <a:pt x="348" y="978"/>
                    <a:pt x="0" y="1475"/>
                    <a:pt x="0" y="2029"/>
                  </a:cubicBezTo>
                  <a:lnTo>
                    <a:pt x="0" y="4158"/>
                  </a:lnTo>
                  <a:lnTo>
                    <a:pt x="10025" y="4158"/>
                  </a:lnTo>
                  <a:lnTo>
                    <a:pt x="10025" y="2029"/>
                  </a:lnTo>
                  <a:cubicBezTo>
                    <a:pt x="10025" y="1475"/>
                    <a:pt x="9674" y="978"/>
                    <a:pt x="9152" y="797"/>
                  </a:cubicBezTo>
                  <a:lnTo>
                    <a:pt x="69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88"/>
            <p:cNvSpPr/>
            <p:nvPr/>
          </p:nvSpPr>
          <p:spPr>
            <a:xfrm>
              <a:off x="7201371" y="2940237"/>
              <a:ext cx="194298" cy="291434"/>
            </a:xfrm>
            <a:custGeom>
              <a:rect b="b" l="l" r="r" t="t"/>
              <a:pathLst>
                <a:path extrusionOk="0" h="11116" w="7411">
                  <a:moveTo>
                    <a:pt x="3705" y="0"/>
                  </a:moveTo>
                  <a:cubicBezTo>
                    <a:pt x="2398" y="0"/>
                    <a:pt x="1091" y="3054"/>
                    <a:pt x="1091" y="5451"/>
                  </a:cubicBezTo>
                  <a:lnTo>
                    <a:pt x="1091" y="6309"/>
                  </a:lnTo>
                  <a:cubicBezTo>
                    <a:pt x="1087" y="6722"/>
                    <a:pt x="891" y="7110"/>
                    <a:pt x="562" y="7356"/>
                  </a:cubicBezTo>
                  <a:cubicBezTo>
                    <a:pt x="207" y="7624"/>
                    <a:pt x="0" y="7943"/>
                    <a:pt x="0" y="8280"/>
                  </a:cubicBezTo>
                  <a:cubicBezTo>
                    <a:pt x="0" y="9243"/>
                    <a:pt x="935" y="11115"/>
                    <a:pt x="3705" y="11115"/>
                  </a:cubicBezTo>
                  <a:cubicBezTo>
                    <a:pt x="6472" y="11115"/>
                    <a:pt x="7410" y="9243"/>
                    <a:pt x="7410" y="8280"/>
                  </a:cubicBezTo>
                  <a:cubicBezTo>
                    <a:pt x="7410" y="7943"/>
                    <a:pt x="7204" y="7624"/>
                    <a:pt x="6849" y="7356"/>
                  </a:cubicBezTo>
                  <a:cubicBezTo>
                    <a:pt x="6516" y="7110"/>
                    <a:pt x="6320" y="6722"/>
                    <a:pt x="6320" y="6309"/>
                  </a:cubicBezTo>
                  <a:lnTo>
                    <a:pt x="6320" y="5451"/>
                  </a:lnTo>
                  <a:cubicBezTo>
                    <a:pt x="6320" y="3050"/>
                    <a:pt x="5013" y="0"/>
                    <a:pt x="370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88"/>
            <p:cNvSpPr/>
            <p:nvPr/>
          </p:nvSpPr>
          <p:spPr>
            <a:xfrm>
              <a:off x="7224154" y="3020096"/>
              <a:ext cx="148627" cy="125844"/>
            </a:xfrm>
            <a:custGeom>
              <a:rect b="b" l="l" r="r" t="t"/>
              <a:pathLst>
                <a:path extrusionOk="0" h="4800" w="5669">
                  <a:moveTo>
                    <a:pt x="2836" y="0"/>
                  </a:moveTo>
                  <a:cubicBezTo>
                    <a:pt x="1272" y="0"/>
                    <a:pt x="1" y="1076"/>
                    <a:pt x="1" y="2402"/>
                  </a:cubicBezTo>
                  <a:cubicBezTo>
                    <a:pt x="1" y="3723"/>
                    <a:pt x="1272" y="4799"/>
                    <a:pt x="2836" y="4799"/>
                  </a:cubicBezTo>
                  <a:cubicBezTo>
                    <a:pt x="4397" y="4799"/>
                    <a:pt x="5669" y="3723"/>
                    <a:pt x="5669" y="2402"/>
                  </a:cubicBezTo>
                  <a:cubicBezTo>
                    <a:pt x="5669" y="1076"/>
                    <a:pt x="4397" y="0"/>
                    <a:pt x="28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88"/>
            <p:cNvSpPr/>
            <p:nvPr/>
          </p:nvSpPr>
          <p:spPr>
            <a:xfrm>
              <a:off x="7224154" y="2974504"/>
              <a:ext cx="148627" cy="142833"/>
            </a:xfrm>
            <a:custGeom>
              <a:rect b="b" l="l" r="r" t="t"/>
              <a:pathLst>
                <a:path extrusionOk="0" h="5448" w="5669">
                  <a:moveTo>
                    <a:pt x="1" y="1"/>
                  </a:moveTo>
                  <a:lnTo>
                    <a:pt x="1" y="2616"/>
                  </a:lnTo>
                  <a:cubicBezTo>
                    <a:pt x="1" y="4180"/>
                    <a:pt x="1272" y="5448"/>
                    <a:pt x="2836" y="5448"/>
                  </a:cubicBezTo>
                  <a:cubicBezTo>
                    <a:pt x="4401" y="5448"/>
                    <a:pt x="5669" y="4180"/>
                    <a:pt x="5669" y="2616"/>
                  </a:cubicBezTo>
                  <a:lnTo>
                    <a:pt x="56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88"/>
            <p:cNvSpPr/>
            <p:nvPr/>
          </p:nvSpPr>
          <p:spPr>
            <a:xfrm>
              <a:off x="7223918" y="2974504"/>
              <a:ext cx="148863" cy="142885"/>
            </a:xfrm>
            <a:custGeom>
              <a:rect b="b" l="l" r="r" t="t"/>
              <a:pathLst>
                <a:path extrusionOk="0" h="5450" w="5678">
                  <a:moveTo>
                    <a:pt x="13" y="1"/>
                  </a:moveTo>
                  <a:lnTo>
                    <a:pt x="13" y="2616"/>
                  </a:lnTo>
                  <a:cubicBezTo>
                    <a:pt x="0" y="4201"/>
                    <a:pt x="1291" y="5450"/>
                    <a:pt x="2819" y="5450"/>
                  </a:cubicBezTo>
                  <a:cubicBezTo>
                    <a:pt x="2971" y="5450"/>
                    <a:pt x="3125" y="5437"/>
                    <a:pt x="3280" y="5412"/>
                  </a:cubicBezTo>
                  <a:cubicBezTo>
                    <a:pt x="1900" y="5198"/>
                    <a:pt x="883" y="4010"/>
                    <a:pt x="883" y="2616"/>
                  </a:cubicBezTo>
                  <a:lnTo>
                    <a:pt x="883" y="2398"/>
                  </a:lnTo>
                  <a:cubicBezTo>
                    <a:pt x="883" y="1435"/>
                    <a:pt x="1665" y="656"/>
                    <a:pt x="2628" y="656"/>
                  </a:cubicBezTo>
                  <a:lnTo>
                    <a:pt x="5678" y="656"/>
                  </a:lnTo>
                  <a:lnTo>
                    <a:pt x="567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88"/>
            <p:cNvSpPr/>
            <p:nvPr/>
          </p:nvSpPr>
          <p:spPr>
            <a:xfrm>
              <a:off x="7193112" y="2900177"/>
              <a:ext cx="208927" cy="285351"/>
            </a:xfrm>
            <a:custGeom>
              <a:rect b="b" l="l" r="r" t="t"/>
              <a:pathLst>
                <a:path extrusionOk="0" h="10884" w="7969">
                  <a:moveTo>
                    <a:pt x="4018" y="1"/>
                  </a:moveTo>
                  <a:cubicBezTo>
                    <a:pt x="2074" y="1"/>
                    <a:pt x="441" y="1515"/>
                    <a:pt x="323" y="3481"/>
                  </a:cubicBezTo>
                  <a:lnTo>
                    <a:pt x="127" y="6765"/>
                  </a:lnTo>
                  <a:cubicBezTo>
                    <a:pt x="0" y="8899"/>
                    <a:pt x="1616" y="10735"/>
                    <a:pt x="3749" y="10883"/>
                  </a:cubicBezTo>
                  <a:cubicBezTo>
                    <a:pt x="2416" y="10746"/>
                    <a:pt x="1406" y="9623"/>
                    <a:pt x="1406" y="8283"/>
                  </a:cubicBezTo>
                  <a:lnTo>
                    <a:pt x="1406" y="6976"/>
                  </a:lnTo>
                  <a:cubicBezTo>
                    <a:pt x="1406" y="4574"/>
                    <a:pt x="2713" y="1525"/>
                    <a:pt x="4020" y="1525"/>
                  </a:cubicBezTo>
                  <a:cubicBezTo>
                    <a:pt x="5328" y="1525"/>
                    <a:pt x="6635" y="4578"/>
                    <a:pt x="6635" y="6976"/>
                  </a:cubicBezTo>
                  <a:lnTo>
                    <a:pt x="6635" y="9087"/>
                  </a:lnTo>
                  <a:cubicBezTo>
                    <a:pt x="6635" y="9275"/>
                    <a:pt x="6791" y="9394"/>
                    <a:pt x="6948" y="9394"/>
                  </a:cubicBezTo>
                  <a:cubicBezTo>
                    <a:pt x="7036" y="9394"/>
                    <a:pt x="7125" y="9356"/>
                    <a:pt x="7186" y="9272"/>
                  </a:cubicBezTo>
                  <a:cubicBezTo>
                    <a:pt x="7711" y="8544"/>
                    <a:pt x="7968" y="7660"/>
                    <a:pt x="7914" y="6765"/>
                  </a:cubicBezTo>
                  <a:lnTo>
                    <a:pt x="7722" y="3582"/>
                  </a:lnTo>
                  <a:cubicBezTo>
                    <a:pt x="7610" y="1691"/>
                    <a:pt x="6128" y="116"/>
                    <a:pt x="4238" y="7"/>
                  </a:cubicBezTo>
                  <a:cubicBezTo>
                    <a:pt x="4164" y="3"/>
                    <a:pt x="4091" y="1"/>
                    <a:pt x="401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88"/>
            <p:cNvSpPr/>
            <p:nvPr/>
          </p:nvSpPr>
          <p:spPr>
            <a:xfrm>
              <a:off x="7161573" y="2894750"/>
              <a:ext cx="273868" cy="365131"/>
            </a:xfrm>
            <a:custGeom>
              <a:rect b="b" l="l" r="r" t="t"/>
              <a:pathLst>
                <a:path extrusionOk="0" h="13927" w="10446">
                  <a:moveTo>
                    <a:pt x="5223" y="1935"/>
                  </a:moveTo>
                  <a:cubicBezTo>
                    <a:pt x="5607" y="1935"/>
                    <a:pt x="6020" y="2282"/>
                    <a:pt x="6390" y="2836"/>
                  </a:cubicBezTo>
                  <a:lnTo>
                    <a:pt x="4057" y="2836"/>
                  </a:lnTo>
                  <a:cubicBezTo>
                    <a:pt x="4427" y="2286"/>
                    <a:pt x="4836" y="1938"/>
                    <a:pt x="5223" y="1938"/>
                  </a:cubicBezTo>
                  <a:lnTo>
                    <a:pt x="5223" y="1935"/>
                  </a:lnTo>
                  <a:close/>
                  <a:moveTo>
                    <a:pt x="6636" y="3246"/>
                  </a:moveTo>
                  <a:cubicBezTo>
                    <a:pt x="7147" y="4184"/>
                    <a:pt x="7545" y="5502"/>
                    <a:pt x="7621" y="6755"/>
                  </a:cubicBezTo>
                  <a:cubicBezTo>
                    <a:pt x="7191" y="7692"/>
                    <a:pt x="6258" y="8287"/>
                    <a:pt x="5237" y="8287"/>
                  </a:cubicBezTo>
                  <a:cubicBezTo>
                    <a:pt x="5193" y="8287"/>
                    <a:pt x="5149" y="8286"/>
                    <a:pt x="5104" y="8284"/>
                  </a:cubicBezTo>
                  <a:cubicBezTo>
                    <a:pt x="4604" y="8258"/>
                    <a:pt x="4122" y="8088"/>
                    <a:pt x="3720" y="7791"/>
                  </a:cubicBezTo>
                  <a:cubicBezTo>
                    <a:pt x="3329" y="7505"/>
                    <a:pt x="3021" y="7117"/>
                    <a:pt x="2830" y="6672"/>
                  </a:cubicBezTo>
                  <a:cubicBezTo>
                    <a:pt x="2920" y="5444"/>
                    <a:pt x="3308" y="4166"/>
                    <a:pt x="3811" y="3246"/>
                  </a:cubicBezTo>
                  <a:close/>
                  <a:moveTo>
                    <a:pt x="2811" y="7454"/>
                  </a:moveTo>
                  <a:cubicBezTo>
                    <a:pt x="3000" y="7711"/>
                    <a:pt x="3224" y="7936"/>
                    <a:pt x="3478" y="8121"/>
                  </a:cubicBezTo>
                  <a:cubicBezTo>
                    <a:pt x="3945" y="8465"/>
                    <a:pt x="4506" y="8664"/>
                    <a:pt x="5086" y="8689"/>
                  </a:cubicBezTo>
                  <a:cubicBezTo>
                    <a:pt x="5133" y="8693"/>
                    <a:pt x="5184" y="8693"/>
                    <a:pt x="5231" y="8693"/>
                  </a:cubicBezTo>
                  <a:cubicBezTo>
                    <a:pt x="5235" y="8693"/>
                    <a:pt x="5238" y="8693"/>
                    <a:pt x="5242" y="8693"/>
                  </a:cubicBezTo>
                  <a:cubicBezTo>
                    <a:pt x="6176" y="8693"/>
                    <a:pt x="7058" y="8259"/>
                    <a:pt x="7632" y="7523"/>
                  </a:cubicBezTo>
                  <a:lnTo>
                    <a:pt x="7632" y="7523"/>
                  </a:lnTo>
                  <a:cubicBezTo>
                    <a:pt x="7596" y="7990"/>
                    <a:pt x="7360" y="8428"/>
                    <a:pt x="6958" y="8772"/>
                  </a:cubicBezTo>
                  <a:cubicBezTo>
                    <a:pt x="6795" y="8910"/>
                    <a:pt x="6926" y="9133"/>
                    <a:pt x="7090" y="9133"/>
                  </a:cubicBezTo>
                  <a:cubicBezTo>
                    <a:pt x="7134" y="9133"/>
                    <a:pt x="7179" y="9117"/>
                    <a:pt x="7223" y="9080"/>
                  </a:cubicBezTo>
                  <a:cubicBezTo>
                    <a:pt x="7375" y="8954"/>
                    <a:pt x="7512" y="8805"/>
                    <a:pt x="7632" y="8646"/>
                  </a:cubicBezTo>
                  <a:lnTo>
                    <a:pt x="7632" y="8646"/>
                  </a:lnTo>
                  <a:cubicBezTo>
                    <a:pt x="7552" y="9917"/>
                    <a:pt x="6498" y="10906"/>
                    <a:pt x="5223" y="10906"/>
                  </a:cubicBezTo>
                  <a:cubicBezTo>
                    <a:pt x="3950" y="10906"/>
                    <a:pt x="2898" y="9916"/>
                    <a:pt x="2819" y="8644"/>
                  </a:cubicBezTo>
                  <a:lnTo>
                    <a:pt x="2819" y="8644"/>
                  </a:lnTo>
                  <a:cubicBezTo>
                    <a:pt x="3316" y="9329"/>
                    <a:pt x="4205" y="9783"/>
                    <a:pt x="5220" y="9783"/>
                  </a:cubicBezTo>
                  <a:cubicBezTo>
                    <a:pt x="5229" y="9783"/>
                    <a:pt x="5239" y="9783"/>
                    <a:pt x="5248" y="9783"/>
                  </a:cubicBezTo>
                  <a:cubicBezTo>
                    <a:pt x="5637" y="9783"/>
                    <a:pt x="6022" y="9711"/>
                    <a:pt x="6382" y="9573"/>
                  </a:cubicBezTo>
                  <a:cubicBezTo>
                    <a:pt x="6607" y="9486"/>
                    <a:pt x="6519" y="9177"/>
                    <a:pt x="6318" y="9177"/>
                  </a:cubicBezTo>
                  <a:cubicBezTo>
                    <a:pt x="6293" y="9177"/>
                    <a:pt x="6266" y="9182"/>
                    <a:pt x="6238" y="9193"/>
                  </a:cubicBezTo>
                  <a:cubicBezTo>
                    <a:pt x="5912" y="9316"/>
                    <a:pt x="5568" y="9377"/>
                    <a:pt x="5220" y="9377"/>
                  </a:cubicBezTo>
                  <a:cubicBezTo>
                    <a:pt x="3916" y="9377"/>
                    <a:pt x="2848" y="8519"/>
                    <a:pt x="2811" y="7454"/>
                  </a:cubicBezTo>
                  <a:close/>
                  <a:moveTo>
                    <a:pt x="8679" y="9761"/>
                  </a:moveTo>
                  <a:cubicBezTo>
                    <a:pt x="8711" y="9848"/>
                    <a:pt x="8726" y="9935"/>
                    <a:pt x="8726" y="10026"/>
                  </a:cubicBezTo>
                  <a:cubicBezTo>
                    <a:pt x="8726" y="11471"/>
                    <a:pt x="7154" y="12644"/>
                    <a:pt x="5223" y="12644"/>
                  </a:cubicBezTo>
                  <a:lnTo>
                    <a:pt x="5220" y="12644"/>
                  </a:lnTo>
                  <a:cubicBezTo>
                    <a:pt x="4926" y="12644"/>
                    <a:pt x="4630" y="12615"/>
                    <a:pt x="4340" y="12561"/>
                  </a:cubicBezTo>
                  <a:cubicBezTo>
                    <a:pt x="5647" y="12477"/>
                    <a:pt x="6795" y="12007"/>
                    <a:pt x="7654" y="11192"/>
                  </a:cubicBezTo>
                  <a:cubicBezTo>
                    <a:pt x="8081" y="10782"/>
                    <a:pt x="8429" y="10297"/>
                    <a:pt x="8679" y="9761"/>
                  </a:cubicBezTo>
                  <a:close/>
                  <a:moveTo>
                    <a:pt x="5230" y="1"/>
                  </a:moveTo>
                  <a:cubicBezTo>
                    <a:pt x="5228" y="1"/>
                    <a:pt x="5226" y="1"/>
                    <a:pt x="5223" y="1"/>
                  </a:cubicBezTo>
                  <a:cubicBezTo>
                    <a:pt x="3152" y="4"/>
                    <a:pt x="1442" y="1620"/>
                    <a:pt x="1323" y="3688"/>
                  </a:cubicBezTo>
                  <a:lnTo>
                    <a:pt x="1127" y="6962"/>
                  </a:lnTo>
                  <a:cubicBezTo>
                    <a:pt x="1077" y="7748"/>
                    <a:pt x="1254" y="8533"/>
                    <a:pt x="1645" y="9222"/>
                  </a:cubicBezTo>
                  <a:cubicBezTo>
                    <a:pt x="1432" y="9435"/>
                    <a:pt x="1312" y="9725"/>
                    <a:pt x="1312" y="10029"/>
                  </a:cubicBezTo>
                  <a:lnTo>
                    <a:pt x="1312" y="10069"/>
                  </a:lnTo>
                  <a:lnTo>
                    <a:pt x="1011" y="10178"/>
                  </a:lnTo>
                  <a:cubicBezTo>
                    <a:pt x="407" y="10391"/>
                    <a:pt x="5" y="10960"/>
                    <a:pt x="5" y="11601"/>
                  </a:cubicBezTo>
                  <a:lnTo>
                    <a:pt x="5" y="13712"/>
                  </a:lnTo>
                  <a:cubicBezTo>
                    <a:pt x="1" y="13825"/>
                    <a:pt x="92" y="13919"/>
                    <a:pt x="204" y="13926"/>
                  </a:cubicBezTo>
                  <a:cubicBezTo>
                    <a:pt x="206" y="13926"/>
                    <a:pt x="208" y="13926"/>
                    <a:pt x="210" y="13926"/>
                  </a:cubicBezTo>
                  <a:cubicBezTo>
                    <a:pt x="320" y="13926"/>
                    <a:pt x="414" y="13834"/>
                    <a:pt x="414" y="13723"/>
                  </a:cubicBezTo>
                  <a:lnTo>
                    <a:pt x="414" y="11601"/>
                  </a:lnTo>
                  <a:cubicBezTo>
                    <a:pt x="410" y="11134"/>
                    <a:pt x="707" y="10717"/>
                    <a:pt x="1149" y="10562"/>
                  </a:cubicBezTo>
                  <a:lnTo>
                    <a:pt x="1355" y="10489"/>
                  </a:lnTo>
                  <a:cubicBezTo>
                    <a:pt x="1406" y="10739"/>
                    <a:pt x="1493" y="10978"/>
                    <a:pt x="1616" y="11203"/>
                  </a:cubicBezTo>
                  <a:cubicBezTo>
                    <a:pt x="1655" y="11273"/>
                    <a:pt x="1724" y="11310"/>
                    <a:pt x="1795" y="11310"/>
                  </a:cubicBezTo>
                  <a:cubicBezTo>
                    <a:pt x="1838" y="11310"/>
                    <a:pt x="1882" y="11296"/>
                    <a:pt x="1920" y="11268"/>
                  </a:cubicBezTo>
                  <a:cubicBezTo>
                    <a:pt x="2000" y="11206"/>
                    <a:pt x="2022" y="11094"/>
                    <a:pt x="1971" y="11003"/>
                  </a:cubicBezTo>
                  <a:cubicBezTo>
                    <a:pt x="1808" y="10706"/>
                    <a:pt x="1721" y="10370"/>
                    <a:pt x="1721" y="10029"/>
                  </a:cubicBezTo>
                  <a:cubicBezTo>
                    <a:pt x="1718" y="9866"/>
                    <a:pt x="1772" y="9707"/>
                    <a:pt x="1873" y="9580"/>
                  </a:cubicBezTo>
                  <a:cubicBezTo>
                    <a:pt x="1982" y="9736"/>
                    <a:pt x="2105" y="9881"/>
                    <a:pt x="2236" y="10022"/>
                  </a:cubicBezTo>
                  <a:cubicBezTo>
                    <a:pt x="3003" y="10842"/>
                    <a:pt x="4079" y="11312"/>
                    <a:pt x="5205" y="11312"/>
                  </a:cubicBezTo>
                  <a:cubicBezTo>
                    <a:pt x="5222" y="11312"/>
                    <a:pt x="5239" y="11311"/>
                    <a:pt x="5256" y="11311"/>
                  </a:cubicBezTo>
                  <a:cubicBezTo>
                    <a:pt x="6803" y="11293"/>
                    <a:pt x="8045" y="10036"/>
                    <a:pt x="8041" y="8490"/>
                  </a:cubicBezTo>
                  <a:lnTo>
                    <a:pt x="8041" y="7183"/>
                  </a:lnTo>
                  <a:cubicBezTo>
                    <a:pt x="8041" y="5995"/>
                    <a:pt x="7730" y="4607"/>
                    <a:pt x="7205" y="3474"/>
                  </a:cubicBezTo>
                  <a:cubicBezTo>
                    <a:pt x="6944" y="2909"/>
                    <a:pt x="6643" y="2438"/>
                    <a:pt x="6332" y="2108"/>
                  </a:cubicBezTo>
                  <a:cubicBezTo>
                    <a:pt x="5970" y="1725"/>
                    <a:pt x="5593" y="1529"/>
                    <a:pt x="5223" y="1529"/>
                  </a:cubicBezTo>
                  <a:cubicBezTo>
                    <a:pt x="4850" y="1529"/>
                    <a:pt x="4477" y="1725"/>
                    <a:pt x="4115" y="2108"/>
                  </a:cubicBezTo>
                  <a:cubicBezTo>
                    <a:pt x="3800" y="2438"/>
                    <a:pt x="3500" y="2909"/>
                    <a:pt x="3239" y="3474"/>
                  </a:cubicBezTo>
                  <a:cubicBezTo>
                    <a:pt x="2714" y="4607"/>
                    <a:pt x="2402" y="5995"/>
                    <a:pt x="2402" y="7183"/>
                  </a:cubicBezTo>
                  <a:lnTo>
                    <a:pt x="2402" y="8490"/>
                  </a:lnTo>
                  <a:cubicBezTo>
                    <a:pt x="2402" y="9055"/>
                    <a:pt x="2572" y="9609"/>
                    <a:pt x="2891" y="10076"/>
                  </a:cubicBezTo>
                  <a:cubicBezTo>
                    <a:pt x="2764" y="9971"/>
                    <a:pt x="2641" y="9859"/>
                    <a:pt x="2529" y="9739"/>
                  </a:cubicBezTo>
                  <a:cubicBezTo>
                    <a:pt x="1826" y="9001"/>
                    <a:pt x="1464" y="8001"/>
                    <a:pt x="1529" y="6983"/>
                  </a:cubicBezTo>
                  <a:lnTo>
                    <a:pt x="1729" y="3709"/>
                  </a:lnTo>
                  <a:cubicBezTo>
                    <a:pt x="1837" y="1862"/>
                    <a:pt x="3369" y="417"/>
                    <a:pt x="5220" y="417"/>
                  </a:cubicBezTo>
                  <a:cubicBezTo>
                    <a:pt x="5222" y="417"/>
                    <a:pt x="5225" y="417"/>
                    <a:pt x="5227" y="417"/>
                  </a:cubicBezTo>
                  <a:cubicBezTo>
                    <a:pt x="7074" y="417"/>
                    <a:pt x="8606" y="1854"/>
                    <a:pt x="8722" y="3702"/>
                  </a:cubicBezTo>
                  <a:lnTo>
                    <a:pt x="8860" y="6107"/>
                  </a:lnTo>
                  <a:cubicBezTo>
                    <a:pt x="9001" y="8178"/>
                    <a:pt x="8483" y="9834"/>
                    <a:pt x="7371" y="10895"/>
                  </a:cubicBezTo>
                  <a:cubicBezTo>
                    <a:pt x="6500" y="11728"/>
                    <a:pt x="5285" y="12168"/>
                    <a:pt x="3901" y="12168"/>
                  </a:cubicBezTo>
                  <a:cubicBezTo>
                    <a:pt x="3703" y="12168"/>
                    <a:pt x="3501" y="12159"/>
                    <a:pt x="3297" y="12141"/>
                  </a:cubicBezTo>
                  <a:cubicBezTo>
                    <a:pt x="3174" y="12130"/>
                    <a:pt x="3058" y="12090"/>
                    <a:pt x="2956" y="12025"/>
                  </a:cubicBezTo>
                  <a:cubicBezTo>
                    <a:pt x="2782" y="11912"/>
                    <a:pt x="2619" y="11786"/>
                    <a:pt x="2471" y="11644"/>
                  </a:cubicBezTo>
                  <a:cubicBezTo>
                    <a:pt x="2428" y="11606"/>
                    <a:pt x="2374" y="11586"/>
                    <a:pt x="2321" y="11586"/>
                  </a:cubicBezTo>
                  <a:cubicBezTo>
                    <a:pt x="2270" y="11586"/>
                    <a:pt x="2220" y="11604"/>
                    <a:pt x="2181" y="11641"/>
                  </a:cubicBezTo>
                  <a:cubicBezTo>
                    <a:pt x="2098" y="11721"/>
                    <a:pt x="2098" y="11855"/>
                    <a:pt x="2181" y="11934"/>
                  </a:cubicBezTo>
                  <a:cubicBezTo>
                    <a:pt x="2927" y="12644"/>
                    <a:pt x="4032" y="13053"/>
                    <a:pt x="5216" y="13053"/>
                  </a:cubicBezTo>
                  <a:cubicBezTo>
                    <a:pt x="6252" y="13053"/>
                    <a:pt x="7226" y="12745"/>
                    <a:pt x="7961" y="12184"/>
                  </a:cubicBezTo>
                  <a:cubicBezTo>
                    <a:pt x="8570" y="11721"/>
                    <a:pt x="8957" y="11127"/>
                    <a:pt x="9084" y="10482"/>
                  </a:cubicBezTo>
                  <a:lnTo>
                    <a:pt x="9298" y="10562"/>
                  </a:lnTo>
                  <a:cubicBezTo>
                    <a:pt x="9740" y="10717"/>
                    <a:pt x="10037" y="11134"/>
                    <a:pt x="10037" y="11601"/>
                  </a:cubicBezTo>
                  <a:lnTo>
                    <a:pt x="10037" y="13712"/>
                  </a:lnTo>
                  <a:cubicBezTo>
                    <a:pt x="10033" y="13825"/>
                    <a:pt x="10120" y="13919"/>
                    <a:pt x="10232" y="13926"/>
                  </a:cubicBezTo>
                  <a:cubicBezTo>
                    <a:pt x="10234" y="13926"/>
                    <a:pt x="10237" y="13926"/>
                    <a:pt x="10239" y="13926"/>
                  </a:cubicBezTo>
                  <a:cubicBezTo>
                    <a:pt x="10352" y="13926"/>
                    <a:pt x="10442" y="13833"/>
                    <a:pt x="10442" y="13720"/>
                  </a:cubicBezTo>
                  <a:lnTo>
                    <a:pt x="10442" y="11601"/>
                  </a:lnTo>
                  <a:cubicBezTo>
                    <a:pt x="10446" y="10960"/>
                    <a:pt x="10044" y="10391"/>
                    <a:pt x="9443" y="10178"/>
                  </a:cubicBezTo>
                  <a:lnTo>
                    <a:pt x="9131" y="10065"/>
                  </a:lnTo>
                  <a:lnTo>
                    <a:pt x="9131" y="10029"/>
                  </a:lnTo>
                  <a:cubicBezTo>
                    <a:pt x="9139" y="9761"/>
                    <a:pt x="9044" y="9504"/>
                    <a:pt x="8874" y="9305"/>
                  </a:cubicBezTo>
                  <a:cubicBezTo>
                    <a:pt x="9215" y="8381"/>
                    <a:pt x="9349" y="7298"/>
                    <a:pt x="9269" y="6082"/>
                  </a:cubicBezTo>
                  <a:lnTo>
                    <a:pt x="9131" y="3677"/>
                  </a:lnTo>
                  <a:cubicBezTo>
                    <a:pt x="9008" y="1615"/>
                    <a:pt x="7295" y="1"/>
                    <a:pt x="52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88"/>
            <p:cNvSpPr/>
            <p:nvPr/>
          </p:nvSpPr>
          <p:spPr>
            <a:xfrm>
              <a:off x="7273862" y="3066186"/>
              <a:ext cx="49682" cy="16517"/>
            </a:xfrm>
            <a:custGeom>
              <a:rect b="b" l="l" r="r" t="t"/>
              <a:pathLst>
                <a:path extrusionOk="0" h="630" w="1895">
                  <a:moveTo>
                    <a:pt x="295" y="1"/>
                  </a:moveTo>
                  <a:cubicBezTo>
                    <a:pt x="137" y="1"/>
                    <a:pt x="1" y="206"/>
                    <a:pt x="151" y="354"/>
                  </a:cubicBezTo>
                  <a:cubicBezTo>
                    <a:pt x="328" y="528"/>
                    <a:pt x="625" y="629"/>
                    <a:pt x="948" y="629"/>
                  </a:cubicBezTo>
                  <a:cubicBezTo>
                    <a:pt x="1270" y="629"/>
                    <a:pt x="1571" y="528"/>
                    <a:pt x="1744" y="354"/>
                  </a:cubicBezTo>
                  <a:cubicBezTo>
                    <a:pt x="1895" y="206"/>
                    <a:pt x="1758" y="1"/>
                    <a:pt x="1600" y="1"/>
                  </a:cubicBezTo>
                  <a:cubicBezTo>
                    <a:pt x="1552" y="1"/>
                    <a:pt x="1503" y="20"/>
                    <a:pt x="1458" y="64"/>
                  </a:cubicBezTo>
                  <a:cubicBezTo>
                    <a:pt x="1386" y="136"/>
                    <a:pt x="1205" y="223"/>
                    <a:pt x="948" y="223"/>
                  </a:cubicBezTo>
                  <a:cubicBezTo>
                    <a:pt x="691" y="223"/>
                    <a:pt x="513" y="136"/>
                    <a:pt x="437" y="64"/>
                  </a:cubicBezTo>
                  <a:cubicBezTo>
                    <a:pt x="393" y="20"/>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88"/>
            <p:cNvSpPr/>
            <p:nvPr/>
          </p:nvSpPr>
          <p:spPr>
            <a:xfrm>
              <a:off x="7259102" y="3026178"/>
              <a:ext cx="10749" cy="16360"/>
            </a:xfrm>
            <a:custGeom>
              <a:rect b="b" l="l" r="r" t="t"/>
              <a:pathLst>
                <a:path extrusionOk="0" h="624"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88"/>
            <p:cNvSpPr/>
            <p:nvPr/>
          </p:nvSpPr>
          <p:spPr>
            <a:xfrm>
              <a:off x="7327660"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88"/>
            <p:cNvSpPr/>
            <p:nvPr/>
          </p:nvSpPr>
          <p:spPr>
            <a:xfrm>
              <a:off x="7251682" y="3009085"/>
              <a:ext cx="25667" cy="10644"/>
            </a:xfrm>
            <a:custGeom>
              <a:rect b="b" l="l" r="r" t="t"/>
              <a:pathLst>
                <a:path extrusionOk="0" h="406" w="979">
                  <a:moveTo>
                    <a:pt x="273" y="0"/>
                  </a:moveTo>
                  <a:cubicBezTo>
                    <a:pt x="1" y="0"/>
                    <a:pt x="1" y="406"/>
                    <a:pt x="273" y="406"/>
                  </a:cubicBezTo>
                  <a:lnTo>
                    <a:pt x="707" y="406"/>
                  </a:lnTo>
                  <a:cubicBezTo>
                    <a:pt x="979" y="406"/>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88"/>
            <p:cNvSpPr/>
            <p:nvPr/>
          </p:nvSpPr>
          <p:spPr>
            <a:xfrm>
              <a:off x="7320162" y="3009085"/>
              <a:ext cx="25746" cy="10644"/>
            </a:xfrm>
            <a:custGeom>
              <a:rect b="b" l="l" r="r" t="t"/>
              <a:pathLst>
                <a:path extrusionOk="0" h="406" w="982">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5" name="Google Shape;18215;p88"/>
          <p:cNvGrpSpPr/>
          <p:nvPr/>
        </p:nvGrpSpPr>
        <p:grpSpPr>
          <a:xfrm>
            <a:off x="4911692" y="1513402"/>
            <a:ext cx="273108" cy="364974"/>
            <a:chOff x="4911692" y="1513402"/>
            <a:chExt cx="273108" cy="364974"/>
          </a:xfrm>
        </p:grpSpPr>
        <p:sp>
          <p:nvSpPr>
            <p:cNvPr id="18216" name="Google Shape;18216;p88"/>
            <p:cNvSpPr/>
            <p:nvPr/>
          </p:nvSpPr>
          <p:spPr>
            <a:xfrm>
              <a:off x="4924224" y="1610014"/>
              <a:ext cx="112919" cy="102746"/>
            </a:xfrm>
            <a:custGeom>
              <a:rect b="b" l="l" r="r" t="t"/>
              <a:pathLst>
                <a:path extrusionOk="0" h="3919" w="4307">
                  <a:moveTo>
                    <a:pt x="1246" y="0"/>
                  </a:moveTo>
                  <a:cubicBezTo>
                    <a:pt x="1042" y="0"/>
                    <a:pt x="834" y="58"/>
                    <a:pt x="645" y="183"/>
                  </a:cubicBezTo>
                  <a:cubicBezTo>
                    <a:pt x="4" y="610"/>
                    <a:pt x="0" y="1556"/>
                    <a:pt x="638" y="1987"/>
                  </a:cubicBezTo>
                  <a:cubicBezTo>
                    <a:pt x="757" y="2074"/>
                    <a:pt x="823" y="2215"/>
                    <a:pt x="815" y="2363"/>
                  </a:cubicBezTo>
                  <a:cubicBezTo>
                    <a:pt x="812" y="2523"/>
                    <a:pt x="833" y="2678"/>
                    <a:pt x="877" y="2830"/>
                  </a:cubicBezTo>
                  <a:cubicBezTo>
                    <a:pt x="1086" y="3532"/>
                    <a:pt x="1710" y="3918"/>
                    <a:pt x="2343" y="3918"/>
                  </a:cubicBezTo>
                  <a:cubicBezTo>
                    <a:pt x="2794" y="3918"/>
                    <a:pt x="3249" y="3722"/>
                    <a:pt x="3561" y="3305"/>
                  </a:cubicBezTo>
                  <a:cubicBezTo>
                    <a:pt x="4307" y="2298"/>
                    <a:pt x="3590" y="871"/>
                    <a:pt x="2336" y="871"/>
                  </a:cubicBezTo>
                  <a:lnTo>
                    <a:pt x="2315" y="871"/>
                  </a:lnTo>
                  <a:cubicBezTo>
                    <a:pt x="2205" y="336"/>
                    <a:pt x="1738" y="0"/>
                    <a:pt x="124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88"/>
            <p:cNvSpPr/>
            <p:nvPr/>
          </p:nvSpPr>
          <p:spPr>
            <a:xfrm>
              <a:off x="5059244" y="1610014"/>
              <a:ext cx="112919" cy="102720"/>
            </a:xfrm>
            <a:custGeom>
              <a:rect b="b" l="l" r="r" t="t"/>
              <a:pathLst>
                <a:path extrusionOk="0" h="3918" w="4307">
                  <a:moveTo>
                    <a:pt x="3063" y="0"/>
                  </a:moveTo>
                  <a:cubicBezTo>
                    <a:pt x="2571" y="0"/>
                    <a:pt x="2104" y="336"/>
                    <a:pt x="1996" y="871"/>
                  </a:cubicBezTo>
                  <a:lnTo>
                    <a:pt x="1971" y="871"/>
                  </a:lnTo>
                  <a:cubicBezTo>
                    <a:pt x="718" y="871"/>
                    <a:pt x="0" y="2298"/>
                    <a:pt x="750" y="3305"/>
                  </a:cubicBezTo>
                  <a:cubicBezTo>
                    <a:pt x="1060" y="3722"/>
                    <a:pt x="1514" y="3917"/>
                    <a:pt x="1963" y="3917"/>
                  </a:cubicBezTo>
                  <a:cubicBezTo>
                    <a:pt x="2596" y="3917"/>
                    <a:pt x="3221" y="3531"/>
                    <a:pt x="3430" y="2830"/>
                  </a:cubicBezTo>
                  <a:cubicBezTo>
                    <a:pt x="3477" y="2678"/>
                    <a:pt x="3495" y="2523"/>
                    <a:pt x="3495" y="2363"/>
                  </a:cubicBezTo>
                  <a:cubicBezTo>
                    <a:pt x="3485" y="2215"/>
                    <a:pt x="3550" y="2074"/>
                    <a:pt x="3669" y="1987"/>
                  </a:cubicBezTo>
                  <a:cubicBezTo>
                    <a:pt x="4307" y="1556"/>
                    <a:pt x="4303" y="610"/>
                    <a:pt x="3662" y="183"/>
                  </a:cubicBezTo>
                  <a:cubicBezTo>
                    <a:pt x="3474" y="58"/>
                    <a:pt x="3266" y="0"/>
                    <a:pt x="30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88"/>
            <p:cNvSpPr/>
            <p:nvPr/>
          </p:nvSpPr>
          <p:spPr>
            <a:xfrm>
              <a:off x="4962580" y="1518698"/>
              <a:ext cx="171226" cy="119866"/>
            </a:xfrm>
            <a:custGeom>
              <a:rect b="b" l="l" r="r" t="t"/>
              <a:pathLst>
                <a:path extrusionOk="0" h="4572" w="6531">
                  <a:moveTo>
                    <a:pt x="3267" y="1"/>
                  </a:moveTo>
                  <a:cubicBezTo>
                    <a:pt x="1464" y="1"/>
                    <a:pt x="1" y="1464"/>
                    <a:pt x="1" y="3268"/>
                  </a:cubicBezTo>
                  <a:lnTo>
                    <a:pt x="1" y="4571"/>
                  </a:lnTo>
                  <a:lnTo>
                    <a:pt x="6531" y="4571"/>
                  </a:lnTo>
                  <a:lnTo>
                    <a:pt x="6531" y="3268"/>
                  </a:lnTo>
                  <a:cubicBezTo>
                    <a:pt x="6531" y="1464"/>
                    <a:pt x="5067" y="1"/>
                    <a:pt x="32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88"/>
            <p:cNvSpPr/>
            <p:nvPr/>
          </p:nvSpPr>
          <p:spPr>
            <a:xfrm>
              <a:off x="4916909" y="1695614"/>
              <a:ext cx="262463" cy="176916"/>
            </a:xfrm>
            <a:custGeom>
              <a:rect b="b" l="l" r="r" t="t"/>
              <a:pathLst>
                <a:path extrusionOk="0" h="6748" w="10011">
                  <a:moveTo>
                    <a:pt x="3702" y="0"/>
                  </a:moveTo>
                  <a:lnTo>
                    <a:pt x="3702" y="1344"/>
                  </a:lnTo>
                  <a:cubicBezTo>
                    <a:pt x="3698" y="1713"/>
                    <a:pt x="3467" y="2043"/>
                    <a:pt x="3119" y="2166"/>
                  </a:cubicBezTo>
                  <a:lnTo>
                    <a:pt x="873" y="2959"/>
                  </a:lnTo>
                  <a:cubicBezTo>
                    <a:pt x="348" y="3144"/>
                    <a:pt x="1" y="3636"/>
                    <a:pt x="1" y="4190"/>
                  </a:cubicBezTo>
                  <a:lnTo>
                    <a:pt x="1" y="6747"/>
                  </a:lnTo>
                  <a:lnTo>
                    <a:pt x="10011" y="6747"/>
                  </a:lnTo>
                  <a:lnTo>
                    <a:pt x="10011" y="4190"/>
                  </a:lnTo>
                  <a:cubicBezTo>
                    <a:pt x="10011" y="3636"/>
                    <a:pt x="9663" y="3144"/>
                    <a:pt x="9142" y="2959"/>
                  </a:cubicBezTo>
                  <a:lnTo>
                    <a:pt x="6896" y="2166"/>
                  </a:lnTo>
                  <a:cubicBezTo>
                    <a:pt x="6549" y="2043"/>
                    <a:pt x="6313" y="1713"/>
                    <a:pt x="6313" y="1344"/>
                  </a:cubicBezTo>
                  <a:lnTo>
                    <a:pt x="6313"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88"/>
            <p:cNvSpPr/>
            <p:nvPr/>
          </p:nvSpPr>
          <p:spPr>
            <a:xfrm>
              <a:off x="4917014" y="1745821"/>
              <a:ext cx="262463" cy="126788"/>
            </a:xfrm>
            <a:custGeom>
              <a:rect b="b" l="l" r="r" t="t"/>
              <a:pathLst>
                <a:path extrusionOk="0" h="4836" w="10011">
                  <a:moveTo>
                    <a:pt x="6530" y="1"/>
                  </a:moveTo>
                  <a:lnTo>
                    <a:pt x="6530" y="302"/>
                  </a:lnTo>
                  <a:cubicBezTo>
                    <a:pt x="6530" y="1196"/>
                    <a:pt x="5838" y="1978"/>
                    <a:pt x="4947" y="2004"/>
                  </a:cubicBezTo>
                  <a:cubicBezTo>
                    <a:pt x="4932" y="2004"/>
                    <a:pt x="4917" y="2004"/>
                    <a:pt x="4901" y="2004"/>
                  </a:cubicBezTo>
                  <a:cubicBezTo>
                    <a:pt x="4002" y="2004"/>
                    <a:pt x="3263" y="1278"/>
                    <a:pt x="3263" y="374"/>
                  </a:cubicBezTo>
                  <a:lnTo>
                    <a:pt x="3263" y="182"/>
                  </a:lnTo>
                  <a:cubicBezTo>
                    <a:pt x="3216" y="211"/>
                    <a:pt x="3169" y="233"/>
                    <a:pt x="3118" y="251"/>
                  </a:cubicBezTo>
                  <a:lnTo>
                    <a:pt x="869" y="1044"/>
                  </a:lnTo>
                  <a:cubicBezTo>
                    <a:pt x="348" y="1229"/>
                    <a:pt x="0" y="1721"/>
                    <a:pt x="0" y="2275"/>
                  </a:cubicBezTo>
                  <a:lnTo>
                    <a:pt x="0" y="4836"/>
                  </a:lnTo>
                  <a:lnTo>
                    <a:pt x="10011" y="4836"/>
                  </a:lnTo>
                  <a:lnTo>
                    <a:pt x="10011" y="2275"/>
                  </a:lnTo>
                  <a:cubicBezTo>
                    <a:pt x="10011" y="1721"/>
                    <a:pt x="9663" y="1229"/>
                    <a:pt x="9138" y="1044"/>
                  </a:cubicBezTo>
                  <a:lnTo>
                    <a:pt x="6892" y="251"/>
                  </a:lnTo>
                  <a:cubicBezTo>
                    <a:pt x="6751" y="200"/>
                    <a:pt x="6628" y="113"/>
                    <a:pt x="6530"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88"/>
            <p:cNvSpPr/>
            <p:nvPr/>
          </p:nvSpPr>
          <p:spPr>
            <a:xfrm>
              <a:off x="4967509" y="1745821"/>
              <a:ext cx="161447" cy="87330"/>
            </a:xfrm>
            <a:custGeom>
              <a:rect b="b" l="l" r="r" t="t"/>
              <a:pathLst>
                <a:path extrusionOk="0" h="3331" w="6158">
                  <a:moveTo>
                    <a:pt x="4604" y="1"/>
                  </a:moveTo>
                  <a:lnTo>
                    <a:pt x="4604" y="302"/>
                  </a:lnTo>
                  <a:cubicBezTo>
                    <a:pt x="4604" y="1196"/>
                    <a:pt x="3916" y="1978"/>
                    <a:pt x="3021" y="2004"/>
                  </a:cubicBezTo>
                  <a:cubicBezTo>
                    <a:pt x="3006" y="2004"/>
                    <a:pt x="2991" y="2004"/>
                    <a:pt x="2975" y="2004"/>
                  </a:cubicBezTo>
                  <a:cubicBezTo>
                    <a:pt x="2076" y="2004"/>
                    <a:pt x="1337" y="1278"/>
                    <a:pt x="1337" y="374"/>
                  </a:cubicBezTo>
                  <a:lnTo>
                    <a:pt x="1337" y="182"/>
                  </a:lnTo>
                  <a:cubicBezTo>
                    <a:pt x="1290" y="211"/>
                    <a:pt x="1243" y="233"/>
                    <a:pt x="1192" y="251"/>
                  </a:cubicBezTo>
                  <a:lnTo>
                    <a:pt x="1" y="671"/>
                  </a:lnTo>
                  <a:cubicBezTo>
                    <a:pt x="15" y="1261"/>
                    <a:pt x="139" y="1844"/>
                    <a:pt x="363" y="2391"/>
                  </a:cubicBezTo>
                  <a:cubicBezTo>
                    <a:pt x="601" y="2970"/>
                    <a:pt x="1166" y="3331"/>
                    <a:pt x="1770" y="3331"/>
                  </a:cubicBezTo>
                  <a:cubicBezTo>
                    <a:pt x="1892" y="3331"/>
                    <a:pt x="2015" y="3316"/>
                    <a:pt x="2138" y="3286"/>
                  </a:cubicBezTo>
                  <a:lnTo>
                    <a:pt x="3079" y="3050"/>
                  </a:lnTo>
                  <a:lnTo>
                    <a:pt x="4017" y="3286"/>
                  </a:lnTo>
                  <a:cubicBezTo>
                    <a:pt x="4140" y="3316"/>
                    <a:pt x="4263" y="3331"/>
                    <a:pt x="4385" y="3331"/>
                  </a:cubicBezTo>
                  <a:cubicBezTo>
                    <a:pt x="4989" y="3331"/>
                    <a:pt x="5554" y="2970"/>
                    <a:pt x="5796" y="2391"/>
                  </a:cubicBezTo>
                  <a:cubicBezTo>
                    <a:pt x="6020" y="1844"/>
                    <a:pt x="6143" y="1261"/>
                    <a:pt x="6158" y="671"/>
                  </a:cubicBezTo>
                  <a:lnTo>
                    <a:pt x="4966" y="251"/>
                  </a:lnTo>
                  <a:cubicBezTo>
                    <a:pt x="4825" y="200"/>
                    <a:pt x="4702" y="113"/>
                    <a:pt x="460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88"/>
            <p:cNvSpPr/>
            <p:nvPr/>
          </p:nvSpPr>
          <p:spPr>
            <a:xfrm>
              <a:off x="5013940" y="1706992"/>
              <a:ext cx="68506" cy="34345"/>
            </a:xfrm>
            <a:custGeom>
              <a:rect b="b" l="l" r="r" t="t"/>
              <a:pathLst>
                <a:path extrusionOk="0" h="1310" w="2613">
                  <a:moveTo>
                    <a:pt x="1" y="1"/>
                  </a:moveTo>
                  <a:lnTo>
                    <a:pt x="1" y="1040"/>
                  </a:lnTo>
                  <a:cubicBezTo>
                    <a:pt x="417" y="1219"/>
                    <a:pt x="861" y="1309"/>
                    <a:pt x="1305" y="1309"/>
                  </a:cubicBezTo>
                  <a:cubicBezTo>
                    <a:pt x="1749" y="1309"/>
                    <a:pt x="2194" y="1219"/>
                    <a:pt x="2612" y="1040"/>
                  </a:cubicBezTo>
                  <a:lnTo>
                    <a:pt x="261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88"/>
            <p:cNvSpPr/>
            <p:nvPr/>
          </p:nvSpPr>
          <p:spPr>
            <a:xfrm>
              <a:off x="4951280" y="1575485"/>
              <a:ext cx="193931" cy="148627"/>
            </a:xfrm>
            <a:custGeom>
              <a:rect b="b" l="l" r="r" t="t"/>
              <a:pathLst>
                <a:path extrusionOk="0" h="5669" w="7397">
                  <a:moveTo>
                    <a:pt x="3697" y="1"/>
                  </a:moveTo>
                  <a:cubicBezTo>
                    <a:pt x="3628" y="1"/>
                    <a:pt x="3559" y="33"/>
                    <a:pt x="3517" y="98"/>
                  </a:cubicBezTo>
                  <a:cubicBezTo>
                    <a:pt x="2706" y="1348"/>
                    <a:pt x="1634" y="1775"/>
                    <a:pt x="1141" y="1913"/>
                  </a:cubicBezTo>
                  <a:cubicBezTo>
                    <a:pt x="1051" y="1938"/>
                    <a:pt x="761" y="1971"/>
                    <a:pt x="761" y="1971"/>
                  </a:cubicBezTo>
                  <a:lnTo>
                    <a:pt x="544" y="1971"/>
                  </a:lnTo>
                  <a:cubicBezTo>
                    <a:pt x="243" y="1971"/>
                    <a:pt x="1" y="2213"/>
                    <a:pt x="1" y="2514"/>
                  </a:cubicBezTo>
                  <a:cubicBezTo>
                    <a:pt x="1" y="2815"/>
                    <a:pt x="243" y="3057"/>
                    <a:pt x="544" y="3057"/>
                  </a:cubicBezTo>
                  <a:lnTo>
                    <a:pt x="881" y="3057"/>
                  </a:lnTo>
                  <a:cubicBezTo>
                    <a:pt x="993" y="4531"/>
                    <a:pt x="2221" y="5669"/>
                    <a:pt x="3698" y="5669"/>
                  </a:cubicBezTo>
                  <a:cubicBezTo>
                    <a:pt x="5176" y="5669"/>
                    <a:pt x="6404" y="4531"/>
                    <a:pt x="6516" y="3057"/>
                  </a:cubicBezTo>
                  <a:lnTo>
                    <a:pt x="6853" y="3057"/>
                  </a:lnTo>
                  <a:cubicBezTo>
                    <a:pt x="7153" y="3057"/>
                    <a:pt x="7396" y="2815"/>
                    <a:pt x="7396" y="2514"/>
                  </a:cubicBezTo>
                  <a:cubicBezTo>
                    <a:pt x="7396" y="2213"/>
                    <a:pt x="7153" y="1971"/>
                    <a:pt x="6853" y="1971"/>
                  </a:cubicBezTo>
                  <a:lnTo>
                    <a:pt x="6636" y="1971"/>
                  </a:lnTo>
                  <a:cubicBezTo>
                    <a:pt x="6636" y="1971"/>
                    <a:pt x="6342" y="1935"/>
                    <a:pt x="6255" y="1913"/>
                  </a:cubicBezTo>
                  <a:cubicBezTo>
                    <a:pt x="5759" y="1775"/>
                    <a:pt x="4691" y="1348"/>
                    <a:pt x="3879" y="98"/>
                  </a:cubicBezTo>
                  <a:cubicBezTo>
                    <a:pt x="3836" y="33"/>
                    <a:pt x="3766" y="1"/>
                    <a:pt x="369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88"/>
            <p:cNvSpPr/>
            <p:nvPr/>
          </p:nvSpPr>
          <p:spPr>
            <a:xfrm>
              <a:off x="4983659" y="1735570"/>
              <a:ext cx="129069" cy="80435"/>
            </a:xfrm>
            <a:custGeom>
              <a:rect b="b" l="l" r="r" t="t"/>
              <a:pathLst>
                <a:path extrusionOk="0" h="3068" w="4923">
                  <a:moveTo>
                    <a:pt x="1156" y="1"/>
                  </a:moveTo>
                  <a:lnTo>
                    <a:pt x="334" y="280"/>
                  </a:lnTo>
                  <a:cubicBezTo>
                    <a:pt x="167" y="338"/>
                    <a:pt x="51" y="493"/>
                    <a:pt x="40" y="667"/>
                  </a:cubicBezTo>
                  <a:cubicBezTo>
                    <a:pt x="1" y="1305"/>
                    <a:pt x="106" y="1942"/>
                    <a:pt x="348" y="2529"/>
                  </a:cubicBezTo>
                  <a:cubicBezTo>
                    <a:pt x="487" y="2861"/>
                    <a:pt x="811" y="3068"/>
                    <a:pt x="1158" y="3068"/>
                  </a:cubicBezTo>
                  <a:cubicBezTo>
                    <a:pt x="1227" y="3068"/>
                    <a:pt x="1297" y="3060"/>
                    <a:pt x="1366" y="3043"/>
                  </a:cubicBezTo>
                  <a:lnTo>
                    <a:pt x="2463" y="2768"/>
                  </a:lnTo>
                  <a:lnTo>
                    <a:pt x="3561" y="3043"/>
                  </a:lnTo>
                  <a:cubicBezTo>
                    <a:pt x="3629" y="3060"/>
                    <a:pt x="3699" y="3068"/>
                    <a:pt x="3767" y="3068"/>
                  </a:cubicBezTo>
                  <a:cubicBezTo>
                    <a:pt x="4113" y="3068"/>
                    <a:pt x="4439" y="2861"/>
                    <a:pt x="4575" y="2529"/>
                  </a:cubicBezTo>
                  <a:cubicBezTo>
                    <a:pt x="4817" y="1942"/>
                    <a:pt x="4923" y="1305"/>
                    <a:pt x="4883" y="667"/>
                  </a:cubicBezTo>
                  <a:cubicBezTo>
                    <a:pt x="4872" y="493"/>
                    <a:pt x="4756" y="338"/>
                    <a:pt x="4589" y="280"/>
                  </a:cubicBezTo>
                  <a:lnTo>
                    <a:pt x="3767" y="1"/>
                  </a:lnTo>
                  <a:lnTo>
                    <a:pt x="3767" y="645"/>
                  </a:lnTo>
                  <a:cubicBezTo>
                    <a:pt x="3756" y="1359"/>
                    <a:pt x="3173" y="1928"/>
                    <a:pt x="2463" y="1928"/>
                  </a:cubicBezTo>
                  <a:cubicBezTo>
                    <a:pt x="1750" y="1928"/>
                    <a:pt x="1170" y="1359"/>
                    <a:pt x="1156" y="645"/>
                  </a:cubicBezTo>
                  <a:lnTo>
                    <a:pt x="1156"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88"/>
            <p:cNvSpPr/>
            <p:nvPr/>
          </p:nvSpPr>
          <p:spPr>
            <a:xfrm>
              <a:off x="5082420" y="1735386"/>
              <a:ext cx="26" cy="210"/>
            </a:xfrm>
            <a:custGeom>
              <a:rect b="b" l="l" r="r" t="t"/>
              <a:pathLst>
                <a:path extrusionOk="0" h="8" w="1">
                  <a:moveTo>
                    <a:pt x="0" y="8"/>
                  </a:moveTo>
                  <a:lnTo>
                    <a:pt x="0" y="8"/>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88"/>
            <p:cNvSpPr/>
            <p:nvPr/>
          </p:nvSpPr>
          <p:spPr>
            <a:xfrm>
              <a:off x="5013940" y="1735386"/>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88"/>
            <p:cNvSpPr/>
            <p:nvPr/>
          </p:nvSpPr>
          <p:spPr>
            <a:xfrm>
              <a:off x="4950441" y="1575485"/>
              <a:ext cx="166271" cy="148732"/>
            </a:xfrm>
            <a:custGeom>
              <a:rect b="b" l="l" r="r" t="t"/>
              <a:pathLst>
                <a:path extrusionOk="0" h="5673" w="6342">
                  <a:moveTo>
                    <a:pt x="3730" y="1"/>
                  </a:moveTo>
                  <a:cubicBezTo>
                    <a:pt x="3662" y="1"/>
                    <a:pt x="3593" y="33"/>
                    <a:pt x="3549" y="98"/>
                  </a:cubicBezTo>
                  <a:cubicBezTo>
                    <a:pt x="2977" y="978"/>
                    <a:pt x="2274" y="1449"/>
                    <a:pt x="1738" y="1699"/>
                  </a:cubicBezTo>
                  <a:cubicBezTo>
                    <a:pt x="1702" y="1717"/>
                    <a:pt x="1409" y="1837"/>
                    <a:pt x="1376" y="1848"/>
                  </a:cubicBezTo>
                  <a:cubicBezTo>
                    <a:pt x="1304" y="1873"/>
                    <a:pt x="1235" y="1891"/>
                    <a:pt x="1173" y="1909"/>
                  </a:cubicBezTo>
                  <a:cubicBezTo>
                    <a:pt x="1083" y="1935"/>
                    <a:pt x="793" y="1971"/>
                    <a:pt x="793" y="1971"/>
                  </a:cubicBezTo>
                  <a:lnTo>
                    <a:pt x="608" y="1971"/>
                  </a:lnTo>
                  <a:cubicBezTo>
                    <a:pt x="322" y="1971"/>
                    <a:pt x="65" y="2174"/>
                    <a:pt x="36" y="2460"/>
                  </a:cubicBezTo>
                  <a:cubicBezTo>
                    <a:pt x="0" y="2780"/>
                    <a:pt x="250" y="3057"/>
                    <a:pt x="573" y="3057"/>
                  </a:cubicBezTo>
                  <a:cubicBezTo>
                    <a:pt x="575" y="3057"/>
                    <a:pt x="577" y="3057"/>
                    <a:pt x="579" y="3057"/>
                  </a:cubicBezTo>
                  <a:lnTo>
                    <a:pt x="916" y="3057"/>
                  </a:lnTo>
                  <a:cubicBezTo>
                    <a:pt x="1018" y="4554"/>
                    <a:pt x="2268" y="5673"/>
                    <a:pt x="3714" y="5673"/>
                  </a:cubicBezTo>
                  <a:cubicBezTo>
                    <a:pt x="3864" y="5673"/>
                    <a:pt x="4016" y="5661"/>
                    <a:pt x="4169" y="5636"/>
                  </a:cubicBezTo>
                  <a:cubicBezTo>
                    <a:pt x="2923" y="5440"/>
                    <a:pt x="1952" y="4444"/>
                    <a:pt x="1796" y="3191"/>
                  </a:cubicBezTo>
                  <a:cubicBezTo>
                    <a:pt x="1793" y="3155"/>
                    <a:pt x="1789" y="3101"/>
                    <a:pt x="1782" y="3039"/>
                  </a:cubicBezTo>
                  <a:cubicBezTo>
                    <a:pt x="1760" y="2699"/>
                    <a:pt x="1938" y="2376"/>
                    <a:pt x="2242" y="2213"/>
                  </a:cubicBezTo>
                  <a:cubicBezTo>
                    <a:pt x="2868" y="1888"/>
                    <a:pt x="3379" y="1428"/>
                    <a:pt x="3730" y="1047"/>
                  </a:cubicBezTo>
                  <a:cubicBezTo>
                    <a:pt x="4158" y="1511"/>
                    <a:pt x="4820" y="2098"/>
                    <a:pt x="5639" y="2405"/>
                  </a:cubicBezTo>
                  <a:cubicBezTo>
                    <a:pt x="5701" y="2429"/>
                    <a:pt x="5765" y="2440"/>
                    <a:pt x="5826" y="2440"/>
                  </a:cubicBezTo>
                  <a:cubicBezTo>
                    <a:pt x="6100" y="2440"/>
                    <a:pt x="6342" y="2220"/>
                    <a:pt x="6342" y="1924"/>
                  </a:cubicBezTo>
                  <a:cubicBezTo>
                    <a:pt x="6320" y="1920"/>
                    <a:pt x="6298" y="1913"/>
                    <a:pt x="6287" y="1909"/>
                  </a:cubicBezTo>
                  <a:cubicBezTo>
                    <a:pt x="5791" y="1775"/>
                    <a:pt x="4723" y="1348"/>
                    <a:pt x="3911" y="98"/>
                  </a:cubicBezTo>
                  <a:cubicBezTo>
                    <a:pt x="3868" y="33"/>
                    <a:pt x="3799" y="1"/>
                    <a:pt x="37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88"/>
            <p:cNvSpPr/>
            <p:nvPr/>
          </p:nvSpPr>
          <p:spPr>
            <a:xfrm>
              <a:off x="5059611" y="1519852"/>
              <a:ext cx="74196" cy="90214"/>
            </a:xfrm>
            <a:custGeom>
              <a:rect b="b" l="l" r="r" t="t"/>
              <a:pathLst>
                <a:path extrusionOk="0" h="3441" w="2830">
                  <a:moveTo>
                    <a:pt x="70" y="0"/>
                  </a:moveTo>
                  <a:cubicBezTo>
                    <a:pt x="26" y="199"/>
                    <a:pt x="1" y="406"/>
                    <a:pt x="1" y="612"/>
                  </a:cubicBezTo>
                  <a:cubicBezTo>
                    <a:pt x="1" y="2173"/>
                    <a:pt x="1269" y="3441"/>
                    <a:pt x="2830" y="3441"/>
                  </a:cubicBezTo>
                  <a:lnTo>
                    <a:pt x="2830" y="3224"/>
                  </a:lnTo>
                  <a:cubicBezTo>
                    <a:pt x="2830" y="1695"/>
                    <a:pt x="1772" y="373"/>
                    <a:pt x="283" y="40"/>
                  </a:cubicBezTo>
                  <a:cubicBezTo>
                    <a:pt x="233" y="29"/>
                    <a:pt x="178" y="18"/>
                    <a:pt x="128" y="11"/>
                  </a:cubicBezTo>
                  <a:lnTo>
                    <a:pt x="70"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88"/>
            <p:cNvSpPr/>
            <p:nvPr/>
          </p:nvSpPr>
          <p:spPr>
            <a:xfrm>
              <a:off x="5008539" y="1627999"/>
              <a:ext cx="10749" cy="16412"/>
            </a:xfrm>
            <a:custGeom>
              <a:rect b="b" l="l" r="r" t="t"/>
              <a:pathLst>
                <a:path extrusionOk="0" h="626" w="410">
                  <a:moveTo>
                    <a:pt x="207"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88"/>
            <p:cNvSpPr/>
            <p:nvPr/>
          </p:nvSpPr>
          <p:spPr>
            <a:xfrm>
              <a:off x="5077098" y="1627999"/>
              <a:ext cx="10749" cy="16412"/>
            </a:xfrm>
            <a:custGeom>
              <a:rect b="b" l="l" r="r" t="t"/>
              <a:pathLst>
                <a:path extrusionOk="0" h="626" w="410">
                  <a:moveTo>
                    <a:pt x="203"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88"/>
            <p:cNvSpPr/>
            <p:nvPr/>
          </p:nvSpPr>
          <p:spPr>
            <a:xfrm>
              <a:off x="5023404" y="1667850"/>
              <a:ext cx="49604" cy="16569"/>
            </a:xfrm>
            <a:custGeom>
              <a:rect b="b" l="l" r="r" t="t"/>
              <a:pathLst>
                <a:path extrusionOk="0" h="632" w="1892">
                  <a:moveTo>
                    <a:pt x="293" y="0"/>
                  </a:moveTo>
                  <a:cubicBezTo>
                    <a:pt x="134" y="0"/>
                    <a:pt x="0" y="205"/>
                    <a:pt x="151" y="353"/>
                  </a:cubicBezTo>
                  <a:cubicBezTo>
                    <a:pt x="324" y="527"/>
                    <a:pt x="621" y="632"/>
                    <a:pt x="947" y="632"/>
                  </a:cubicBezTo>
                  <a:cubicBezTo>
                    <a:pt x="1270" y="632"/>
                    <a:pt x="1567" y="527"/>
                    <a:pt x="1744" y="353"/>
                  </a:cubicBezTo>
                  <a:cubicBezTo>
                    <a:pt x="1892" y="205"/>
                    <a:pt x="1757" y="0"/>
                    <a:pt x="1598" y="0"/>
                  </a:cubicBezTo>
                  <a:cubicBezTo>
                    <a:pt x="1550" y="0"/>
                    <a:pt x="1500" y="19"/>
                    <a:pt x="1454" y="63"/>
                  </a:cubicBezTo>
                  <a:cubicBezTo>
                    <a:pt x="1382" y="136"/>
                    <a:pt x="1205" y="222"/>
                    <a:pt x="947" y="222"/>
                  </a:cubicBezTo>
                  <a:cubicBezTo>
                    <a:pt x="690" y="222"/>
                    <a:pt x="509" y="136"/>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88"/>
            <p:cNvSpPr/>
            <p:nvPr/>
          </p:nvSpPr>
          <p:spPr>
            <a:xfrm>
              <a:off x="4911692" y="1513402"/>
              <a:ext cx="273108" cy="364974"/>
            </a:xfrm>
            <a:custGeom>
              <a:rect b="b" l="l" r="r" t="t"/>
              <a:pathLst>
                <a:path extrusionOk="0" h="13921" w="10417">
                  <a:moveTo>
                    <a:pt x="1739" y="3890"/>
                  </a:moveTo>
                  <a:lnTo>
                    <a:pt x="1739" y="4205"/>
                  </a:lnTo>
                  <a:cubicBezTo>
                    <a:pt x="1420" y="4350"/>
                    <a:pt x="1246" y="4701"/>
                    <a:pt x="1319" y="5045"/>
                  </a:cubicBezTo>
                  <a:cubicBezTo>
                    <a:pt x="1395" y="5385"/>
                    <a:pt x="1699" y="5632"/>
                    <a:pt x="2050" y="5632"/>
                  </a:cubicBezTo>
                  <a:lnTo>
                    <a:pt x="2202" y="5632"/>
                  </a:lnTo>
                  <a:cubicBezTo>
                    <a:pt x="2293" y="6280"/>
                    <a:pt x="2593" y="6885"/>
                    <a:pt x="3057" y="7348"/>
                  </a:cubicBezTo>
                  <a:cubicBezTo>
                    <a:pt x="2939" y="7382"/>
                    <a:pt x="2817" y="7399"/>
                    <a:pt x="2696" y="7399"/>
                  </a:cubicBezTo>
                  <a:cubicBezTo>
                    <a:pt x="2623" y="7399"/>
                    <a:pt x="2550" y="7393"/>
                    <a:pt x="2478" y="7381"/>
                  </a:cubicBezTo>
                  <a:cubicBezTo>
                    <a:pt x="1866" y="7262"/>
                    <a:pt x="1442" y="6700"/>
                    <a:pt x="1500" y="6081"/>
                  </a:cubicBezTo>
                  <a:cubicBezTo>
                    <a:pt x="1521" y="5853"/>
                    <a:pt x="1416" y="5632"/>
                    <a:pt x="1228" y="5501"/>
                  </a:cubicBezTo>
                  <a:cubicBezTo>
                    <a:pt x="931" y="5302"/>
                    <a:pt x="783" y="4940"/>
                    <a:pt x="859" y="4592"/>
                  </a:cubicBezTo>
                  <a:cubicBezTo>
                    <a:pt x="935" y="4241"/>
                    <a:pt x="1214" y="3969"/>
                    <a:pt x="1565" y="3904"/>
                  </a:cubicBezTo>
                  <a:cubicBezTo>
                    <a:pt x="1623" y="3893"/>
                    <a:pt x="1681" y="3890"/>
                    <a:pt x="1739" y="3890"/>
                  </a:cubicBezTo>
                  <a:close/>
                  <a:moveTo>
                    <a:pt x="8720" y="3892"/>
                  </a:moveTo>
                  <a:cubicBezTo>
                    <a:pt x="8766" y="3892"/>
                    <a:pt x="8812" y="3896"/>
                    <a:pt x="8855" y="3904"/>
                  </a:cubicBezTo>
                  <a:cubicBezTo>
                    <a:pt x="9207" y="3969"/>
                    <a:pt x="9486" y="4241"/>
                    <a:pt x="9562" y="4592"/>
                  </a:cubicBezTo>
                  <a:cubicBezTo>
                    <a:pt x="9634" y="4944"/>
                    <a:pt x="9489" y="5302"/>
                    <a:pt x="9192" y="5501"/>
                  </a:cubicBezTo>
                  <a:cubicBezTo>
                    <a:pt x="9004" y="5632"/>
                    <a:pt x="8899" y="5853"/>
                    <a:pt x="8921" y="6081"/>
                  </a:cubicBezTo>
                  <a:cubicBezTo>
                    <a:pt x="8979" y="6700"/>
                    <a:pt x="8555" y="7262"/>
                    <a:pt x="7943" y="7381"/>
                  </a:cubicBezTo>
                  <a:cubicBezTo>
                    <a:pt x="7868" y="7395"/>
                    <a:pt x="7792" y="7402"/>
                    <a:pt x="7716" y="7402"/>
                  </a:cubicBezTo>
                  <a:cubicBezTo>
                    <a:pt x="7595" y="7402"/>
                    <a:pt x="7474" y="7384"/>
                    <a:pt x="7356" y="7348"/>
                  </a:cubicBezTo>
                  <a:cubicBezTo>
                    <a:pt x="7820" y="6881"/>
                    <a:pt x="8120" y="6280"/>
                    <a:pt x="8211" y="5632"/>
                  </a:cubicBezTo>
                  <a:lnTo>
                    <a:pt x="8363" y="5632"/>
                  </a:lnTo>
                  <a:cubicBezTo>
                    <a:pt x="8714" y="5632"/>
                    <a:pt x="9018" y="5389"/>
                    <a:pt x="9094" y="5045"/>
                  </a:cubicBezTo>
                  <a:cubicBezTo>
                    <a:pt x="9171" y="4701"/>
                    <a:pt x="8997" y="4350"/>
                    <a:pt x="8674" y="4205"/>
                  </a:cubicBezTo>
                  <a:lnTo>
                    <a:pt x="8674" y="3893"/>
                  </a:lnTo>
                  <a:cubicBezTo>
                    <a:pt x="8690" y="3892"/>
                    <a:pt x="8705" y="3892"/>
                    <a:pt x="8720" y="3892"/>
                  </a:cubicBezTo>
                  <a:close/>
                  <a:moveTo>
                    <a:pt x="5208" y="409"/>
                  </a:moveTo>
                  <a:cubicBezTo>
                    <a:pt x="6896" y="409"/>
                    <a:pt x="8265" y="1778"/>
                    <a:pt x="8269" y="3470"/>
                  </a:cubicBezTo>
                  <a:lnTo>
                    <a:pt x="8269" y="4136"/>
                  </a:lnTo>
                  <a:lnTo>
                    <a:pt x="8254" y="4136"/>
                  </a:lnTo>
                  <a:cubicBezTo>
                    <a:pt x="8051" y="4136"/>
                    <a:pt x="7849" y="4107"/>
                    <a:pt x="7653" y="4053"/>
                  </a:cubicBezTo>
                  <a:cubicBezTo>
                    <a:pt x="7631" y="4047"/>
                    <a:pt x="7611" y="4044"/>
                    <a:pt x="7591" y="4044"/>
                  </a:cubicBezTo>
                  <a:cubicBezTo>
                    <a:pt x="7377" y="4044"/>
                    <a:pt x="7306" y="4381"/>
                    <a:pt x="7548" y="4447"/>
                  </a:cubicBezTo>
                  <a:cubicBezTo>
                    <a:pt x="7776" y="4509"/>
                    <a:pt x="8015" y="4542"/>
                    <a:pt x="8254" y="4542"/>
                  </a:cubicBezTo>
                  <a:lnTo>
                    <a:pt x="8363" y="4542"/>
                  </a:lnTo>
                  <a:cubicBezTo>
                    <a:pt x="8367" y="4541"/>
                    <a:pt x="8372" y="4541"/>
                    <a:pt x="8376" y="4541"/>
                  </a:cubicBezTo>
                  <a:cubicBezTo>
                    <a:pt x="8566" y="4541"/>
                    <a:pt x="8721" y="4691"/>
                    <a:pt x="8721" y="4882"/>
                  </a:cubicBezTo>
                  <a:cubicBezTo>
                    <a:pt x="8721" y="5071"/>
                    <a:pt x="8569" y="5223"/>
                    <a:pt x="8382" y="5223"/>
                  </a:cubicBezTo>
                  <a:cubicBezTo>
                    <a:pt x="8376" y="5223"/>
                    <a:pt x="8369" y="5223"/>
                    <a:pt x="8363" y="5223"/>
                  </a:cubicBezTo>
                  <a:lnTo>
                    <a:pt x="8240" y="5223"/>
                  </a:lnTo>
                  <a:lnTo>
                    <a:pt x="8240" y="5208"/>
                  </a:lnTo>
                  <a:cubicBezTo>
                    <a:pt x="8240" y="5072"/>
                    <a:pt x="8138" y="5004"/>
                    <a:pt x="8037" y="5004"/>
                  </a:cubicBezTo>
                  <a:cubicBezTo>
                    <a:pt x="7936" y="5004"/>
                    <a:pt x="7834" y="5072"/>
                    <a:pt x="7834" y="5208"/>
                  </a:cubicBezTo>
                  <a:cubicBezTo>
                    <a:pt x="7834" y="6660"/>
                    <a:pt x="6657" y="7834"/>
                    <a:pt x="5208" y="7834"/>
                  </a:cubicBezTo>
                  <a:cubicBezTo>
                    <a:pt x="3756" y="7834"/>
                    <a:pt x="2583" y="6660"/>
                    <a:pt x="2583" y="5208"/>
                  </a:cubicBezTo>
                  <a:cubicBezTo>
                    <a:pt x="2583" y="5072"/>
                    <a:pt x="2480" y="5004"/>
                    <a:pt x="2378" y="5004"/>
                  </a:cubicBezTo>
                  <a:cubicBezTo>
                    <a:pt x="2276" y="5004"/>
                    <a:pt x="2173" y="5072"/>
                    <a:pt x="2173" y="5208"/>
                  </a:cubicBezTo>
                  <a:lnTo>
                    <a:pt x="2173" y="5223"/>
                  </a:lnTo>
                  <a:lnTo>
                    <a:pt x="2050" y="5223"/>
                  </a:lnTo>
                  <a:cubicBezTo>
                    <a:pt x="2044" y="5223"/>
                    <a:pt x="2038" y="5223"/>
                    <a:pt x="2031" y="5223"/>
                  </a:cubicBezTo>
                  <a:cubicBezTo>
                    <a:pt x="1848" y="5223"/>
                    <a:pt x="1695" y="5071"/>
                    <a:pt x="1695" y="4882"/>
                  </a:cubicBezTo>
                  <a:cubicBezTo>
                    <a:pt x="1695" y="4691"/>
                    <a:pt x="1851" y="4541"/>
                    <a:pt x="2037" y="4541"/>
                  </a:cubicBezTo>
                  <a:cubicBezTo>
                    <a:pt x="2041" y="4541"/>
                    <a:pt x="2046" y="4541"/>
                    <a:pt x="2050" y="4542"/>
                  </a:cubicBezTo>
                  <a:lnTo>
                    <a:pt x="2159" y="4542"/>
                  </a:lnTo>
                  <a:cubicBezTo>
                    <a:pt x="3615" y="4542"/>
                    <a:pt x="4770" y="3281"/>
                    <a:pt x="5197" y="2738"/>
                  </a:cubicBezTo>
                  <a:cubicBezTo>
                    <a:pt x="5199" y="2734"/>
                    <a:pt x="5203" y="2733"/>
                    <a:pt x="5207" y="2733"/>
                  </a:cubicBezTo>
                  <a:cubicBezTo>
                    <a:pt x="5211" y="2733"/>
                    <a:pt x="5216" y="2734"/>
                    <a:pt x="5219" y="2738"/>
                  </a:cubicBezTo>
                  <a:cubicBezTo>
                    <a:pt x="5480" y="3068"/>
                    <a:pt x="6023" y="3687"/>
                    <a:pt x="6744" y="4103"/>
                  </a:cubicBezTo>
                  <a:cubicBezTo>
                    <a:pt x="6781" y="4125"/>
                    <a:pt x="6818" y="4135"/>
                    <a:pt x="6852" y="4135"/>
                  </a:cubicBezTo>
                  <a:cubicBezTo>
                    <a:pt x="7034" y="4135"/>
                    <a:pt x="7149" y="3865"/>
                    <a:pt x="6950" y="3752"/>
                  </a:cubicBezTo>
                  <a:cubicBezTo>
                    <a:pt x="6288" y="3368"/>
                    <a:pt x="5781" y="2792"/>
                    <a:pt x="5538" y="2484"/>
                  </a:cubicBezTo>
                  <a:cubicBezTo>
                    <a:pt x="5458" y="2383"/>
                    <a:pt x="5335" y="2325"/>
                    <a:pt x="5208" y="2325"/>
                  </a:cubicBezTo>
                  <a:cubicBezTo>
                    <a:pt x="5078" y="2325"/>
                    <a:pt x="4955" y="2383"/>
                    <a:pt x="4875" y="2484"/>
                  </a:cubicBezTo>
                  <a:cubicBezTo>
                    <a:pt x="3702" y="3973"/>
                    <a:pt x="2586" y="4136"/>
                    <a:pt x="2159" y="4136"/>
                  </a:cubicBezTo>
                  <a:lnTo>
                    <a:pt x="2144" y="4136"/>
                  </a:lnTo>
                  <a:lnTo>
                    <a:pt x="2144" y="3470"/>
                  </a:lnTo>
                  <a:cubicBezTo>
                    <a:pt x="2148" y="1778"/>
                    <a:pt x="3517" y="409"/>
                    <a:pt x="5208" y="409"/>
                  </a:cubicBezTo>
                  <a:close/>
                  <a:moveTo>
                    <a:pt x="6309" y="8037"/>
                  </a:moveTo>
                  <a:lnTo>
                    <a:pt x="6309" y="9123"/>
                  </a:lnTo>
                  <a:cubicBezTo>
                    <a:pt x="6309" y="9732"/>
                    <a:pt x="5817" y="10224"/>
                    <a:pt x="5208" y="10224"/>
                  </a:cubicBezTo>
                  <a:cubicBezTo>
                    <a:pt x="4600" y="10224"/>
                    <a:pt x="4104" y="9732"/>
                    <a:pt x="4104" y="9123"/>
                  </a:cubicBezTo>
                  <a:lnTo>
                    <a:pt x="4104" y="8037"/>
                  </a:lnTo>
                  <a:cubicBezTo>
                    <a:pt x="4455" y="8174"/>
                    <a:pt x="4832" y="8243"/>
                    <a:pt x="5208" y="8243"/>
                  </a:cubicBezTo>
                  <a:cubicBezTo>
                    <a:pt x="5585" y="8243"/>
                    <a:pt x="5958" y="8174"/>
                    <a:pt x="6309" y="8037"/>
                  </a:cubicBezTo>
                  <a:close/>
                  <a:moveTo>
                    <a:pt x="6719" y="8761"/>
                  </a:moveTo>
                  <a:lnTo>
                    <a:pt x="7269" y="8949"/>
                  </a:lnTo>
                  <a:cubicBezTo>
                    <a:pt x="7360" y="8978"/>
                    <a:pt x="7421" y="9062"/>
                    <a:pt x="7425" y="9156"/>
                  </a:cubicBezTo>
                  <a:cubicBezTo>
                    <a:pt x="7461" y="9761"/>
                    <a:pt x="7363" y="10365"/>
                    <a:pt x="7131" y="10927"/>
                  </a:cubicBezTo>
                  <a:cubicBezTo>
                    <a:pt x="7029" y="11180"/>
                    <a:pt x="6781" y="11338"/>
                    <a:pt x="6515" y="11338"/>
                  </a:cubicBezTo>
                  <a:cubicBezTo>
                    <a:pt x="6461" y="11338"/>
                    <a:pt x="6407" y="11331"/>
                    <a:pt x="6353" y="11318"/>
                  </a:cubicBezTo>
                  <a:lnTo>
                    <a:pt x="5259" y="11043"/>
                  </a:lnTo>
                  <a:cubicBezTo>
                    <a:pt x="5243" y="11039"/>
                    <a:pt x="5226" y="11037"/>
                    <a:pt x="5208" y="11037"/>
                  </a:cubicBezTo>
                  <a:cubicBezTo>
                    <a:pt x="5191" y="11037"/>
                    <a:pt x="5174" y="11039"/>
                    <a:pt x="5158" y="11043"/>
                  </a:cubicBezTo>
                  <a:lnTo>
                    <a:pt x="4060" y="11318"/>
                  </a:lnTo>
                  <a:cubicBezTo>
                    <a:pt x="4006" y="11331"/>
                    <a:pt x="3952" y="11338"/>
                    <a:pt x="3898" y="11338"/>
                  </a:cubicBezTo>
                  <a:cubicBezTo>
                    <a:pt x="3633" y="11338"/>
                    <a:pt x="3387" y="11180"/>
                    <a:pt x="3282" y="10927"/>
                  </a:cubicBezTo>
                  <a:cubicBezTo>
                    <a:pt x="3050" y="10365"/>
                    <a:pt x="2952" y="9761"/>
                    <a:pt x="2988" y="9156"/>
                  </a:cubicBezTo>
                  <a:cubicBezTo>
                    <a:pt x="2995" y="9062"/>
                    <a:pt x="3053" y="8978"/>
                    <a:pt x="3144" y="8949"/>
                  </a:cubicBezTo>
                  <a:lnTo>
                    <a:pt x="3698" y="8761"/>
                  </a:lnTo>
                  <a:lnTo>
                    <a:pt x="3698" y="9123"/>
                  </a:lnTo>
                  <a:cubicBezTo>
                    <a:pt x="3698" y="9956"/>
                    <a:pt x="4372" y="10630"/>
                    <a:pt x="5208" y="10630"/>
                  </a:cubicBezTo>
                  <a:cubicBezTo>
                    <a:pt x="6041" y="10630"/>
                    <a:pt x="6715" y="9956"/>
                    <a:pt x="6719" y="9123"/>
                  </a:cubicBezTo>
                  <a:lnTo>
                    <a:pt x="6719" y="8761"/>
                  </a:lnTo>
                  <a:close/>
                  <a:moveTo>
                    <a:pt x="5208" y="0"/>
                  </a:moveTo>
                  <a:cubicBezTo>
                    <a:pt x="3292" y="0"/>
                    <a:pt x="1739" y="1554"/>
                    <a:pt x="1739" y="3470"/>
                  </a:cubicBezTo>
                  <a:lnTo>
                    <a:pt x="1739" y="3484"/>
                  </a:lnTo>
                  <a:cubicBezTo>
                    <a:pt x="1655" y="3484"/>
                    <a:pt x="1576" y="3491"/>
                    <a:pt x="1496" y="3502"/>
                  </a:cubicBezTo>
                  <a:cubicBezTo>
                    <a:pt x="978" y="3596"/>
                    <a:pt x="569" y="3991"/>
                    <a:pt x="460" y="4505"/>
                  </a:cubicBezTo>
                  <a:cubicBezTo>
                    <a:pt x="352" y="5016"/>
                    <a:pt x="562" y="5545"/>
                    <a:pt x="996" y="5842"/>
                  </a:cubicBezTo>
                  <a:cubicBezTo>
                    <a:pt x="1061" y="5885"/>
                    <a:pt x="1098" y="5965"/>
                    <a:pt x="1090" y="6045"/>
                  </a:cubicBezTo>
                  <a:cubicBezTo>
                    <a:pt x="1018" y="6874"/>
                    <a:pt x="1583" y="7627"/>
                    <a:pt x="2405" y="7783"/>
                  </a:cubicBezTo>
                  <a:cubicBezTo>
                    <a:pt x="2503" y="7801"/>
                    <a:pt x="2604" y="7808"/>
                    <a:pt x="2706" y="7808"/>
                  </a:cubicBezTo>
                  <a:cubicBezTo>
                    <a:pt x="2948" y="7808"/>
                    <a:pt x="3187" y="7754"/>
                    <a:pt x="3405" y="7649"/>
                  </a:cubicBezTo>
                  <a:cubicBezTo>
                    <a:pt x="3499" y="7718"/>
                    <a:pt x="3597" y="7783"/>
                    <a:pt x="3698" y="7841"/>
                  </a:cubicBezTo>
                  <a:lnTo>
                    <a:pt x="3698" y="8330"/>
                  </a:lnTo>
                  <a:lnTo>
                    <a:pt x="3014" y="8565"/>
                  </a:lnTo>
                  <a:cubicBezTo>
                    <a:pt x="2767" y="8649"/>
                    <a:pt x="2597" y="8873"/>
                    <a:pt x="2583" y="9134"/>
                  </a:cubicBezTo>
                  <a:lnTo>
                    <a:pt x="2583" y="9174"/>
                  </a:lnTo>
                  <a:lnTo>
                    <a:pt x="1007" y="9728"/>
                  </a:lnTo>
                  <a:cubicBezTo>
                    <a:pt x="402" y="9942"/>
                    <a:pt x="0" y="10514"/>
                    <a:pt x="0" y="11155"/>
                  </a:cubicBezTo>
                  <a:lnTo>
                    <a:pt x="0" y="13719"/>
                  </a:lnTo>
                  <a:cubicBezTo>
                    <a:pt x="0" y="13853"/>
                    <a:pt x="102" y="13920"/>
                    <a:pt x="203" y="13920"/>
                  </a:cubicBezTo>
                  <a:cubicBezTo>
                    <a:pt x="305" y="13920"/>
                    <a:pt x="406" y="13853"/>
                    <a:pt x="406" y="13719"/>
                  </a:cubicBezTo>
                  <a:lnTo>
                    <a:pt x="406" y="11151"/>
                  </a:lnTo>
                  <a:cubicBezTo>
                    <a:pt x="406" y="11017"/>
                    <a:pt x="431" y="10887"/>
                    <a:pt x="478" y="10764"/>
                  </a:cubicBezTo>
                  <a:lnTo>
                    <a:pt x="1507" y="11647"/>
                  </a:lnTo>
                  <a:cubicBezTo>
                    <a:pt x="1655" y="11771"/>
                    <a:pt x="1742" y="11959"/>
                    <a:pt x="1742" y="12151"/>
                  </a:cubicBezTo>
                  <a:lnTo>
                    <a:pt x="1742" y="13719"/>
                  </a:lnTo>
                  <a:cubicBezTo>
                    <a:pt x="1742" y="13853"/>
                    <a:pt x="1844" y="13920"/>
                    <a:pt x="1945" y="13920"/>
                  </a:cubicBezTo>
                  <a:cubicBezTo>
                    <a:pt x="2047" y="13920"/>
                    <a:pt x="2148" y="13853"/>
                    <a:pt x="2148" y="13719"/>
                  </a:cubicBezTo>
                  <a:lnTo>
                    <a:pt x="2148" y="12151"/>
                  </a:lnTo>
                  <a:cubicBezTo>
                    <a:pt x="2148" y="11839"/>
                    <a:pt x="2010" y="11542"/>
                    <a:pt x="1771" y="11336"/>
                  </a:cubicBezTo>
                  <a:lnTo>
                    <a:pt x="692" y="10412"/>
                  </a:lnTo>
                  <a:cubicBezTo>
                    <a:pt x="815" y="10278"/>
                    <a:pt x="967" y="10173"/>
                    <a:pt x="1141" y="10115"/>
                  </a:cubicBezTo>
                  <a:lnTo>
                    <a:pt x="2579" y="9605"/>
                  </a:lnTo>
                  <a:cubicBezTo>
                    <a:pt x="2601" y="10115"/>
                    <a:pt x="2713" y="10615"/>
                    <a:pt x="2905" y="11082"/>
                  </a:cubicBezTo>
                  <a:cubicBezTo>
                    <a:pt x="3074" y="11492"/>
                    <a:pt x="3473" y="11749"/>
                    <a:pt x="3898" y="11749"/>
                  </a:cubicBezTo>
                  <a:cubicBezTo>
                    <a:pt x="3984" y="11749"/>
                    <a:pt x="4071" y="11738"/>
                    <a:pt x="4158" y="11716"/>
                  </a:cubicBezTo>
                  <a:lnTo>
                    <a:pt x="5002" y="11503"/>
                  </a:lnTo>
                  <a:lnTo>
                    <a:pt x="5002" y="12176"/>
                  </a:lnTo>
                  <a:cubicBezTo>
                    <a:pt x="5002" y="12312"/>
                    <a:pt x="5104" y="12380"/>
                    <a:pt x="5207" y="12380"/>
                  </a:cubicBezTo>
                  <a:cubicBezTo>
                    <a:pt x="5309" y="12380"/>
                    <a:pt x="5411" y="12312"/>
                    <a:pt x="5411" y="12176"/>
                  </a:cubicBezTo>
                  <a:lnTo>
                    <a:pt x="5411" y="11503"/>
                  </a:lnTo>
                  <a:lnTo>
                    <a:pt x="6255" y="11713"/>
                  </a:lnTo>
                  <a:cubicBezTo>
                    <a:pt x="6342" y="11734"/>
                    <a:pt x="6429" y="11745"/>
                    <a:pt x="6519" y="11745"/>
                  </a:cubicBezTo>
                  <a:cubicBezTo>
                    <a:pt x="6954" y="11745"/>
                    <a:pt x="7345" y="11484"/>
                    <a:pt x="7508" y="11082"/>
                  </a:cubicBezTo>
                  <a:cubicBezTo>
                    <a:pt x="7704" y="10612"/>
                    <a:pt x="7812" y="10112"/>
                    <a:pt x="7834" y="9605"/>
                  </a:cubicBezTo>
                  <a:lnTo>
                    <a:pt x="9276" y="10112"/>
                  </a:lnTo>
                  <a:cubicBezTo>
                    <a:pt x="9446" y="10173"/>
                    <a:pt x="9602" y="10275"/>
                    <a:pt x="9721" y="10412"/>
                  </a:cubicBezTo>
                  <a:lnTo>
                    <a:pt x="8642" y="11336"/>
                  </a:lnTo>
                  <a:cubicBezTo>
                    <a:pt x="8406" y="11539"/>
                    <a:pt x="8269" y="11836"/>
                    <a:pt x="8269" y="12151"/>
                  </a:cubicBezTo>
                  <a:lnTo>
                    <a:pt x="8269" y="13719"/>
                  </a:lnTo>
                  <a:cubicBezTo>
                    <a:pt x="8269" y="13853"/>
                    <a:pt x="8370" y="13920"/>
                    <a:pt x="8472" y="13920"/>
                  </a:cubicBezTo>
                  <a:cubicBezTo>
                    <a:pt x="8573" y="13920"/>
                    <a:pt x="8674" y="13853"/>
                    <a:pt x="8674" y="13719"/>
                  </a:cubicBezTo>
                  <a:lnTo>
                    <a:pt x="8674" y="12151"/>
                  </a:lnTo>
                  <a:cubicBezTo>
                    <a:pt x="8674" y="11959"/>
                    <a:pt x="8761" y="11771"/>
                    <a:pt x="8910" y="11647"/>
                  </a:cubicBezTo>
                  <a:lnTo>
                    <a:pt x="9938" y="10764"/>
                  </a:lnTo>
                  <a:cubicBezTo>
                    <a:pt x="9985" y="10887"/>
                    <a:pt x="10007" y="11017"/>
                    <a:pt x="10007" y="11151"/>
                  </a:cubicBezTo>
                  <a:lnTo>
                    <a:pt x="10007" y="13719"/>
                  </a:lnTo>
                  <a:cubicBezTo>
                    <a:pt x="10007" y="13853"/>
                    <a:pt x="10109" y="13920"/>
                    <a:pt x="10212" y="13920"/>
                  </a:cubicBezTo>
                  <a:cubicBezTo>
                    <a:pt x="10314" y="13920"/>
                    <a:pt x="10416" y="13853"/>
                    <a:pt x="10416" y="13719"/>
                  </a:cubicBezTo>
                  <a:lnTo>
                    <a:pt x="10416" y="11151"/>
                  </a:lnTo>
                  <a:cubicBezTo>
                    <a:pt x="10416" y="10510"/>
                    <a:pt x="10014" y="9942"/>
                    <a:pt x="9410" y="9728"/>
                  </a:cubicBezTo>
                  <a:lnTo>
                    <a:pt x="7834" y="9170"/>
                  </a:lnTo>
                  <a:lnTo>
                    <a:pt x="7834" y="9130"/>
                  </a:lnTo>
                  <a:cubicBezTo>
                    <a:pt x="7820" y="8870"/>
                    <a:pt x="7649" y="8645"/>
                    <a:pt x="7403" y="8562"/>
                  </a:cubicBezTo>
                  <a:lnTo>
                    <a:pt x="6715" y="8330"/>
                  </a:lnTo>
                  <a:lnTo>
                    <a:pt x="6715" y="7841"/>
                  </a:lnTo>
                  <a:cubicBezTo>
                    <a:pt x="6820" y="7783"/>
                    <a:pt x="6918" y="7718"/>
                    <a:pt x="7012" y="7645"/>
                  </a:cubicBezTo>
                  <a:cubicBezTo>
                    <a:pt x="7229" y="7754"/>
                    <a:pt x="7468" y="7808"/>
                    <a:pt x="7715" y="7808"/>
                  </a:cubicBezTo>
                  <a:cubicBezTo>
                    <a:pt x="7816" y="7808"/>
                    <a:pt x="7917" y="7798"/>
                    <a:pt x="8015" y="7779"/>
                  </a:cubicBezTo>
                  <a:cubicBezTo>
                    <a:pt x="8837" y="7624"/>
                    <a:pt x="9402" y="6874"/>
                    <a:pt x="9330" y="6041"/>
                  </a:cubicBezTo>
                  <a:cubicBezTo>
                    <a:pt x="9323" y="5961"/>
                    <a:pt x="9355" y="5885"/>
                    <a:pt x="9424" y="5842"/>
                  </a:cubicBezTo>
                  <a:cubicBezTo>
                    <a:pt x="9855" y="5545"/>
                    <a:pt x="10069" y="5016"/>
                    <a:pt x="9960" y="4505"/>
                  </a:cubicBezTo>
                  <a:cubicBezTo>
                    <a:pt x="9848" y="3991"/>
                    <a:pt x="9442" y="3596"/>
                    <a:pt x="8924" y="3502"/>
                  </a:cubicBezTo>
                  <a:cubicBezTo>
                    <a:pt x="8841" y="3488"/>
                    <a:pt x="8758" y="3484"/>
                    <a:pt x="8674" y="3484"/>
                  </a:cubicBezTo>
                  <a:lnTo>
                    <a:pt x="8674" y="3470"/>
                  </a:lnTo>
                  <a:cubicBezTo>
                    <a:pt x="8674" y="1554"/>
                    <a:pt x="7121" y="0"/>
                    <a:pt x="5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88"/>
            <p:cNvSpPr/>
            <p:nvPr/>
          </p:nvSpPr>
          <p:spPr>
            <a:xfrm>
              <a:off x="5042805" y="1850088"/>
              <a:ext cx="10775" cy="16412"/>
            </a:xfrm>
            <a:custGeom>
              <a:rect b="b" l="l" r="r" t="t"/>
              <a:pathLst>
                <a:path extrusionOk="0" h="626" w="411">
                  <a:moveTo>
                    <a:pt x="207" y="1"/>
                  </a:moveTo>
                  <a:cubicBezTo>
                    <a:pt x="95" y="1"/>
                    <a:pt x="1" y="91"/>
                    <a:pt x="1" y="203"/>
                  </a:cubicBezTo>
                  <a:lnTo>
                    <a:pt x="1" y="424"/>
                  </a:lnTo>
                  <a:cubicBezTo>
                    <a:pt x="1" y="558"/>
                    <a:pt x="103" y="625"/>
                    <a:pt x="206" y="625"/>
                  </a:cubicBezTo>
                  <a:cubicBezTo>
                    <a:pt x="308" y="625"/>
                    <a:pt x="410" y="558"/>
                    <a:pt x="410" y="424"/>
                  </a:cubicBezTo>
                  <a:lnTo>
                    <a:pt x="410" y="203"/>
                  </a:lnTo>
                  <a:cubicBezTo>
                    <a:pt x="410" y="91"/>
                    <a:pt x="32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4" name="Google Shape;18234;p88"/>
          <p:cNvGrpSpPr/>
          <p:nvPr/>
        </p:nvGrpSpPr>
        <p:grpSpPr>
          <a:xfrm>
            <a:off x="8062013" y="3797628"/>
            <a:ext cx="273580" cy="364921"/>
            <a:chOff x="8062013" y="3797628"/>
            <a:chExt cx="273580" cy="364921"/>
          </a:xfrm>
        </p:grpSpPr>
        <p:sp>
          <p:nvSpPr>
            <p:cNvPr id="18235" name="Google Shape;18235;p88"/>
            <p:cNvSpPr/>
            <p:nvPr/>
          </p:nvSpPr>
          <p:spPr>
            <a:xfrm>
              <a:off x="8078818" y="3802872"/>
              <a:ext cx="239969" cy="114361"/>
            </a:xfrm>
            <a:custGeom>
              <a:rect b="b" l="l" r="r" t="t"/>
              <a:pathLst>
                <a:path extrusionOk="0" h="4362" w="9153">
                  <a:moveTo>
                    <a:pt x="4575" y="1"/>
                  </a:moveTo>
                  <a:lnTo>
                    <a:pt x="1308" y="874"/>
                  </a:lnTo>
                  <a:lnTo>
                    <a:pt x="1" y="3054"/>
                  </a:lnTo>
                  <a:lnTo>
                    <a:pt x="1308" y="4361"/>
                  </a:lnTo>
                  <a:lnTo>
                    <a:pt x="7845" y="4361"/>
                  </a:lnTo>
                  <a:lnTo>
                    <a:pt x="9153" y="3054"/>
                  </a:lnTo>
                  <a:lnTo>
                    <a:pt x="7845" y="874"/>
                  </a:lnTo>
                  <a:lnTo>
                    <a:pt x="457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88"/>
            <p:cNvSpPr/>
            <p:nvPr/>
          </p:nvSpPr>
          <p:spPr>
            <a:xfrm>
              <a:off x="8090223" y="3968566"/>
              <a:ext cx="79963" cy="125739"/>
            </a:xfrm>
            <a:custGeom>
              <a:rect b="b" l="l" r="r" t="t"/>
              <a:pathLst>
                <a:path extrusionOk="0" h="4796" w="3050">
                  <a:moveTo>
                    <a:pt x="873" y="1"/>
                  </a:moveTo>
                  <a:cubicBezTo>
                    <a:pt x="873" y="1373"/>
                    <a:pt x="0" y="1833"/>
                    <a:pt x="0" y="3890"/>
                  </a:cubicBezTo>
                  <a:lnTo>
                    <a:pt x="0" y="4796"/>
                  </a:lnTo>
                  <a:lnTo>
                    <a:pt x="3050" y="4796"/>
                  </a:lnTo>
                  <a:lnTo>
                    <a:pt x="30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88"/>
            <p:cNvSpPr/>
            <p:nvPr/>
          </p:nvSpPr>
          <p:spPr>
            <a:xfrm>
              <a:off x="8067335" y="4031515"/>
              <a:ext cx="262962" cy="125739"/>
            </a:xfrm>
            <a:custGeom>
              <a:rect b="b" l="l" r="r" t="t"/>
              <a:pathLst>
                <a:path extrusionOk="0" h="4796" w="10030">
                  <a:moveTo>
                    <a:pt x="3706" y="1"/>
                  </a:moveTo>
                  <a:lnTo>
                    <a:pt x="3706" y="693"/>
                  </a:lnTo>
                  <a:cubicBezTo>
                    <a:pt x="3706" y="1062"/>
                    <a:pt x="3474" y="1392"/>
                    <a:pt x="3126" y="1515"/>
                  </a:cubicBezTo>
                  <a:lnTo>
                    <a:pt x="873" y="2308"/>
                  </a:lnTo>
                  <a:cubicBezTo>
                    <a:pt x="352" y="2493"/>
                    <a:pt x="1" y="2985"/>
                    <a:pt x="1" y="3539"/>
                  </a:cubicBezTo>
                  <a:lnTo>
                    <a:pt x="1" y="4796"/>
                  </a:lnTo>
                  <a:lnTo>
                    <a:pt x="10025" y="4796"/>
                  </a:lnTo>
                  <a:lnTo>
                    <a:pt x="10025" y="3539"/>
                  </a:lnTo>
                  <a:cubicBezTo>
                    <a:pt x="10029" y="2985"/>
                    <a:pt x="9678" y="2489"/>
                    <a:pt x="9156" y="2304"/>
                  </a:cubicBezTo>
                  <a:lnTo>
                    <a:pt x="6904" y="1515"/>
                  </a:lnTo>
                  <a:cubicBezTo>
                    <a:pt x="6556" y="1392"/>
                    <a:pt x="6320" y="1062"/>
                    <a:pt x="6320" y="693"/>
                  </a:cubicBezTo>
                  <a:lnTo>
                    <a:pt x="6320"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88"/>
            <p:cNvSpPr/>
            <p:nvPr/>
          </p:nvSpPr>
          <p:spPr>
            <a:xfrm>
              <a:off x="8067440" y="4070081"/>
              <a:ext cx="262857" cy="87173"/>
            </a:xfrm>
            <a:custGeom>
              <a:rect b="b" l="l" r="r" t="t"/>
              <a:pathLst>
                <a:path extrusionOk="0" h="3325" w="10026">
                  <a:moveTo>
                    <a:pt x="3213" y="0"/>
                  </a:moveTo>
                  <a:cubicBezTo>
                    <a:pt x="3184" y="15"/>
                    <a:pt x="3155" y="29"/>
                    <a:pt x="3122" y="44"/>
                  </a:cubicBezTo>
                  <a:lnTo>
                    <a:pt x="873" y="837"/>
                  </a:lnTo>
                  <a:cubicBezTo>
                    <a:pt x="348" y="1022"/>
                    <a:pt x="0" y="1514"/>
                    <a:pt x="0" y="2068"/>
                  </a:cubicBezTo>
                  <a:lnTo>
                    <a:pt x="0" y="3325"/>
                  </a:lnTo>
                  <a:lnTo>
                    <a:pt x="10025" y="3325"/>
                  </a:lnTo>
                  <a:lnTo>
                    <a:pt x="10025" y="2068"/>
                  </a:lnTo>
                  <a:cubicBezTo>
                    <a:pt x="10025" y="1514"/>
                    <a:pt x="9674" y="1018"/>
                    <a:pt x="9152" y="833"/>
                  </a:cubicBezTo>
                  <a:lnTo>
                    <a:pt x="6900" y="44"/>
                  </a:lnTo>
                  <a:cubicBezTo>
                    <a:pt x="6867" y="29"/>
                    <a:pt x="6838" y="15"/>
                    <a:pt x="6809" y="0"/>
                  </a:cubicBezTo>
                  <a:lnTo>
                    <a:pt x="5013" y="1145"/>
                  </a:lnTo>
                  <a:lnTo>
                    <a:pt x="321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88"/>
            <p:cNvSpPr/>
            <p:nvPr/>
          </p:nvSpPr>
          <p:spPr>
            <a:xfrm>
              <a:off x="8164471" y="4031515"/>
              <a:ext cx="68690" cy="28525"/>
            </a:xfrm>
            <a:custGeom>
              <a:rect b="b" l="l" r="r" t="t"/>
              <a:pathLst>
                <a:path extrusionOk="0" h="1088" w="2620">
                  <a:moveTo>
                    <a:pt x="1" y="1"/>
                  </a:moveTo>
                  <a:lnTo>
                    <a:pt x="1" y="808"/>
                  </a:lnTo>
                  <a:cubicBezTo>
                    <a:pt x="413" y="993"/>
                    <a:pt x="859" y="1087"/>
                    <a:pt x="1308" y="1087"/>
                  </a:cubicBezTo>
                  <a:cubicBezTo>
                    <a:pt x="1761" y="1087"/>
                    <a:pt x="2206" y="993"/>
                    <a:pt x="2619" y="808"/>
                  </a:cubicBezTo>
                  <a:lnTo>
                    <a:pt x="261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88"/>
            <p:cNvSpPr/>
            <p:nvPr/>
          </p:nvSpPr>
          <p:spPr>
            <a:xfrm>
              <a:off x="8101601" y="3888629"/>
              <a:ext cx="194298" cy="154421"/>
            </a:xfrm>
            <a:custGeom>
              <a:rect b="b" l="l" r="r" t="t"/>
              <a:pathLst>
                <a:path extrusionOk="0" h="5890" w="7411">
                  <a:moveTo>
                    <a:pt x="2181" y="0"/>
                  </a:moveTo>
                  <a:cubicBezTo>
                    <a:pt x="1457" y="0"/>
                    <a:pt x="870" y="587"/>
                    <a:pt x="870" y="1308"/>
                  </a:cubicBezTo>
                  <a:lnTo>
                    <a:pt x="870" y="2180"/>
                  </a:lnTo>
                  <a:lnTo>
                    <a:pt x="544" y="2180"/>
                  </a:lnTo>
                  <a:cubicBezTo>
                    <a:pt x="244" y="2180"/>
                    <a:pt x="1" y="2423"/>
                    <a:pt x="1" y="2724"/>
                  </a:cubicBezTo>
                  <a:cubicBezTo>
                    <a:pt x="1" y="3024"/>
                    <a:pt x="244" y="3271"/>
                    <a:pt x="544" y="3271"/>
                  </a:cubicBezTo>
                  <a:lnTo>
                    <a:pt x="885" y="3271"/>
                  </a:lnTo>
                  <a:cubicBezTo>
                    <a:pt x="997" y="4748"/>
                    <a:pt x="2225" y="5889"/>
                    <a:pt x="3706" y="5889"/>
                  </a:cubicBezTo>
                  <a:cubicBezTo>
                    <a:pt x="5187" y="5889"/>
                    <a:pt x="6419" y="4748"/>
                    <a:pt x="6531" y="3271"/>
                  </a:cubicBezTo>
                  <a:lnTo>
                    <a:pt x="6868" y="3271"/>
                  </a:lnTo>
                  <a:cubicBezTo>
                    <a:pt x="7168" y="3271"/>
                    <a:pt x="7411" y="3024"/>
                    <a:pt x="7411" y="2724"/>
                  </a:cubicBezTo>
                  <a:cubicBezTo>
                    <a:pt x="7411" y="2423"/>
                    <a:pt x="7168" y="2180"/>
                    <a:pt x="6868" y="2180"/>
                  </a:cubicBezTo>
                  <a:lnTo>
                    <a:pt x="6542" y="2180"/>
                  </a:lnTo>
                  <a:lnTo>
                    <a:pt x="6542" y="1308"/>
                  </a:lnTo>
                  <a:cubicBezTo>
                    <a:pt x="6542" y="583"/>
                    <a:pt x="5955" y="0"/>
                    <a:pt x="523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88"/>
            <p:cNvSpPr/>
            <p:nvPr/>
          </p:nvSpPr>
          <p:spPr>
            <a:xfrm>
              <a:off x="8100867" y="3894318"/>
              <a:ext cx="172249" cy="148653"/>
            </a:xfrm>
            <a:custGeom>
              <a:rect b="b" l="l" r="r" t="t"/>
              <a:pathLst>
                <a:path extrusionOk="0" h="5670" w="6570">
                  <a:moveTo>
                    <a:pt x="1489" y="0"/>
                  </a:moveTo>
                  <a:cubicBezTo>
                    <a:pt x="1123" y="243"/>
                    <a:pt x="902" y="652"/>
                    <a:pt x="902" y="1091"/>
                  </a:cubicBezTo>
                  <a:lnTo>
                    <a:pt x="902" y="1963"/>
                  </a:lnTo>
                  <a:lnTo>
                    <a:pt x="605" y="1963"/>
                  </a:lnTo>
                  <a:cubicBezTo>
                    <a:pt x="322" y="1963"/>
                    <a:pt x="62" y="2166"/>
                    <a:pt x="33" y="2452"/>
                  </a:cubicBezTo>
                  <a:cubicBezTo>
                    <a:pt x="0" y="2775"/>
                    <a:pt x="254" y="3054"/>
                    <a:pt x="576" y="3054"/>
                  </a:cubicBezTo>
                  <a:lnTo>
                    <a:pt x="913" y="3054"/>
                  </a:lnTo>
                  <a:cubicBezTo>
                    <a:pt x="1018" y="4549"/>
                    <a:pt x="2265" y="5670"/>
                    <a:pt x="3713" y="5670"/>
                  </a:cubicBezTo>
                  <a:cubicBezTo>
                    <a:pt x="3864" y="5670"/>
                    <a:pt x="4018" y="5658"/>
                    <a:pt x="4172" y="5632"/>
                  </a:cubicBezTo>
                  <a:cubicBezTo>
                    <a:pt x="2792" y="5419"/>
                    <a:pt x="1775" y="4231"/>
                    <a:pt x="1775" y="2836"/>
                  </a:cubicBezTo>
                  <a:cubicBezTo>
                    <a:pt x="1775" y="2458"/>
                    <a:pt x="2081" y="2164"/>
                    <a:pt x="2447" y="2164"/>
                  </a:cubicBezTo>
                  <a:cubicBezTo>
                    <a:pt x="2477" y="2164"/>
                    <a:pt x="2508" y="2166"/>
                    <a:pt x="2539" y="2170"/>
                  </a:cubicBezTo>
                  <a:cubicBezTo>
                    <a:pt x="2934" y="2221"/>
                    <a:pt x="3336" y="2242"/>
                    <a:pt x="3734" y="2242"/>
                  </a:cubicBezTo>
                  <a:cubicBezTo>
                    <a:pt x="4770" y="2242"/>
                    <a:pt x="5845" y="2083"/>
                    <a:pt x="6570" y="1746"/>
                  </a:cubicBezTo>
                  <a:lnTo>
                    <a:pt x="6570" y="1091"/>
                  </a:lnTo>
                  <a:cubicBezTo>
                    <a:pt x="6570" y="652"/>
                    <a:pt x="6349" y="243"/>
                    <a:pt x="598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88"/>
            <p:cNvSpPr/>
            <p:nvPr/>
          </p:nvSpPr>
          <p:spPr>
            <a:xfrm>
              <a:off x="8261606" y="3905802"/>
              <a:ext cx="22914" cy="42761"/>
            </a:xfrm>
            <a:custGeom>
              <a:rect b="b" l="l" r="r" t="t"/>
              <a:pathLst>
                <a:path extrusionOk="0" h="1631" w="874">
                  <a:moveTo>
                    <a:pt x="1" y="1"/>
                  </a:moveTo>
                  <a:lnTo>
                    <a:pt x="1" y="1138"/>
                  </a:lnTo>
                  <a:cubicBezTo>
                    <a:pt x="1" y="1359"/>
                    <a:pt x="167" y="1544"/>
                    <a:pt x="384" y="1572"/>
                  </a:cubicBezTo>
                  <a:lnTo>
                    <a:pt x="873" y="1630"/>
                  </a:lnTo>
                  <a:lnTo>
                    <a:pt x="87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88"/>
            <p:cNvSpPr/>
            <p:nvPr/>
          </p:nvSpPr>
          <p:spPr>
            <a:xfrm>
              <a:off x="8113111" y="3905802"/>
              <a:ext cx="22809" cy="42761"/>
            </a:xfrm>
            <a:custGeom>
              <a:rect b="b" l="l" r="r" t="t"/>
              <a:pathLst>
                <a:path extrusionOk="0" h="1631" w="870">
                  <a:moveTo>
                    <a:pt x="0" y="1"/>
                  </a:moveTo>
                  <a:lnTo>
                    <a:pt x="0" y="1630"/>
                  </a:lnTo>
                  <a:lnTo>
                    <a:pt x="486" y="1572"/>
                  </a:lnTo>
                  <a:cubicBezTo>
                    <a:pt x="706" y="1544"/>
                    <a:pt x="869" y="1359"/>
                    <a:pt x="869" y="1138"/>
                  </a:cubicBezTo>
                  <a:lnTo>
                    <a:pt x="86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88"/>
            <p:cNvSpPr/>
            <p:nvPr/>
          </p:nvSpPr>
          <p:spPr>
            <a:xfrm>
              <a:off x="8113111" y="3905802"/>
              <a:ext cx="171410" cy="28525"/>
            </a:xfrm>
            <a:custGeom>
              <a:rect b="b" l="l" r="r" t="t"/>
              <a:pathLst>
                <a:path extrusionOk="0" h="1088" w="6538">
                  <a:moveTo>
                    <a:pt x="0" y="1"/>
                  </a:moveTo>
                  <a:cubicBezTo>
                    <a:pt x="0" y="602"/>
                    <a:pt x="1463" y="1087"/>
                    <a:pt x="3267" y="1087"/>
                  </a:cubicBezTo>
                  <a:cubicBezTo>
                    <a:pt x="5074" y="1087"/>
                    <a:pt x="6537" y="602"/>
                    <a:pt x="6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88"/>
            <p:cNvSpPr/>
            <p:nvPr/>
          </p:nvSpPr>
          <p:spPr>
            <a:xfrm>
              <a:off x="8184789" y="4122856"/>
              <a:ext cx="27948" cy="34319"/>
            </a:xfrm>
            <a:custGeom>
              <a:rect b="b" l="l" r="r" t="t"/>
              <a:pathLst>
                <a:path extrusionOk="0" h="1309" w="1066">
                  <a:moveTo>
                    <a:pt x="863" y="1"/>
                  </a:moveTo>
                  <a:lnTo>
                    <a:pt x="203" y="19"/>
                  </a:lnTo>
                  <a:lnTo>
                    <a:pt x="1" y="1308"/>
                  </a:lnTo>
                  <a:lnTo>
                    <a:pt x="1065" y="1308"/>
                  </a:lnTo>
                  <a:lnTo>
                    <a:pt x="863"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88"/>
            <p:cNvSpPr/>
            <p:nvPr/>
          </p:nvSpPr>
          <p:spPr>
            <a:xfrm>
              <a:off x="8113111" y="3871431"/>
              <a:ext cx="171410" cy="34319"/>
            </a:xfrm>
            <a:custGeom>
              <a:rect b="b" l="l" r="r" t="t"/>
              <a:pathLst>
                <a:path extrusionOk="0" h="1309" w="6538">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88"/>
            <p:cNvSpPr/>
            <p:nvPr/>
          </p:nvSpPr>
          <p:spPr>
            <a:xfrm>
              <a:off x="8181669" y="3837164"/>
              <a:ext cx="34292" cy="40087"/>
            </a:xfrm>
            <a:custGeom>
              <a:rect b="b" l="l" r="r" t="t"/>
              <a:pathLst>
                <a:path extrusionOk="0" h="1529" w="1308">
                  <a:moveTo>
                    <a:pt x="0" y="0"/>
                  </a:moveTo>
                  <a:lnTo>
                    <a:pt x="0" y="873"/>
                  </a:lnTo>
                  <a:cubicBezTo>
                    <a:pt x="0" y="1235"/>
                    <a:pt x="293" y="1529"/>
                    <a:pt x="652" y="1529"/>
                  </a:cubicBezTo>
                  <a:cubicBezTo>
                    <a:pt x="1014" y="1529"/>
                    <a:pt x="1308" y="1235"/>
                    <a:pt x="1308" y="873"/>
                  </a:cubicBezTo>
                  <a:lnTo>
                    <a:pt x="130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88"/>
            <p:cNvSpPr/>
            <p:nvPr/>
          </p:nvSpPr>
          <p:spPr>
            <a:xfrm>
              <a:off x="8126586" y="4070081"/>
              <a:ext cx="144458" cy="66514"/>
            </a:xfrm>
            <a:custGeom>
              <a:rect b="b" l="l" r="r" t="t"/>
              <a:pathLst>
                <a:path extrusionOk="0" h="2537" w="5510">
                  <a:moveTo>
                    <a:pt x="960" y="0"/>
                  </a:moveTo>
                  <a:cubicBezTo>
                    <a:pt x="928" y="15"/>
                    <a:pt x="899" y="29"/>
                    <a:pt x="870" y="40"/>
                  </a:cubicBezTo>
                  <a:lnTo>
                    <a:pt x="0" y="344"/>
                  </a:lnTo>
                  <a:cubicBezTo>
                    <a:pt x="11" y="384"/>
                    <a:pt x="22" y="420"/>
                    <a:pt x="37" y="457"/>
                  </a:cubicBezTo>
                  <a:lnTo>
                    <a:pt x="732" y="2018"/>
                  </a:lnTo>
                  <a:cubicBezTo>
                    <a:pt x="880" y="2350"/>
                    <a:pt x="1201" y="2536"/>
                    <a:pt x="1530" y="2536"/>
                  </a:cubicBezTo>
                  <a:cubicBezTo>
                    <a:pt x="1724" y="2536"/>
                    <a:pt x="1921" y="2471"/>
                    <a:pt x="2087" y="2333"/>
                  </a:cubicBezTo>
                  <a:lnTo>
                    <a:pt x="2757" y="1778"/>
                  </a:lnTo>
                  <a:lnTo>
                    <a:pt x="3423" y="2333"/>
                  </a:lnTo>
                  <a:cubicBezTo>
                    <a:pt x="3588" y="2471"/>
                    <a:pt x="3785" y="2536"/>
                    <a:pt x="3980" y="2536"/>
                  </a:cubicBezTo>
                  <a:cubicBezTo>
                    <a:pt x="4308" y="2536"/>
                    <a:pt x="4630" y="2350"/>
                    <a:pt x="4778" y="2018"/>
                  </a:cubicBezTo>
                  <a:lnTo>
                    <a:pt x="5473" y="457"/>
                  </a:lnTo>
                  <a:cubicBezTo>
                    <a:pt x="5487" y="420"/>
                    <a:pt x="5498" y="384"/>
                    <a:pt x="5509" y="344"/>
                  </a:cubicBezTo>
                  <a:lnTo>
                    <a:pt x="4644" y="40"/>
                  </a:lnTo>
                  <a:cubicBezTo>
                    <a:pt x="4615" y="29"/>
                    <a:pt x="4582" y="15"/>
                    <a:pt x="4553" y="0"/>
                  </a:cubicBezTo>
                  <a:lnTo>
                    <a:pt x="2757" y="1141"/>
                  </a:lnTo>
                  <a:lnTo>
                    <a:pt x="96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88"/>
            <p:cNvSpPr/>
            <p:nvPr/>
          </p:nvSpPr>
          <p:spPr>
            <a:xfrm>
              <a:off x="8177474" y="4094279"/>
              <a:ext cx="42577" cy="31749"/>
            </a:xfrm>
            <a:custGeom>
              <a:rect b="b" l="l" r="r" t="t"/>
              <a:pathLst>
                <a:path extrusionOk="0" h="1211" w="1624">
                  <a:moveTo>
                    <a:pt x="1" y="1"/>
                  </a:moveTo>
                  <a:lnTo>
                    <a:pt x="283" y="906"/>
                  </a:lnTo>
                  <a:cubicBezTo>
                    <a:pt x="341" y="1087"/>
                    <a:pt x="508" y="1210"/>
                    <a:pt x="700" y="1210"/>
                  </a:cubicBezTo>
                  <a:lnTo>
                    <a:pt x="924" y="1210"/>
                  </a:lnTo>
                  <a:cubicBezTo>
                    <a:pt x="1116" y="1210"/>
                    <a:pt x="1283" y="1087"/>
                    <a:pt x="1341" y="906"/>
                  </a:cubicBezTo>
                  <a:lnTo>
                    <a:pt x="162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88"/>
            <p:cNvSpPr/>
            <p:nvPr/>
          </p:nvSpPr>
          <p:spPr>
            <a:xfrm>
              <a:off x="8142264" y="4056683"/>
              <a:ext cx="56499" cy="62738"/>
            </a:xfrm>
            <a:custGeom>
              <a:rect b="b" l="l" r="r" t="t"/>
              <a:pathLst>
                <a:path extrusionOk="0" h="2393" w="2155">
                  <a:moveTo>
                    <a:pt x="627" y="1"/>
                  </a:moveTo>
                  <a:cubicBezTo>
                    <a:pt x="571" y="1"/>
                    <a:pt x="516" y="22"/>
                    <a:pt x="475" y="66"/>
                  </a:cubicBezTo>
                  <a:lnTo>
                    <a:pt x="80" y="461"/>
                  </a:lnTo>
                  <a:cubicBezTo>
                    <a:pt x="15" y="522"/>
                    <a:pt x="0" y="620"/>
                    <a:pt x="36" y="703"/>
                  </a:cubicBezTo>
                  <a:lnTo>
                    <a:pt x="728" y="2264"/>
                  </a:lnTo>
                  <a:cubicBezTo>
                    <a:pt x="765" y="2347"/>
                    <a:pt x="846" y="2393"/>
                    <a:pt x="930" y="2393"/>
                  </a:cubicBezTo>
                  <a:cubicBezTo>
                    <a:pt x="978" y="2393"/>
                    <a:pt x="1027" y="2377"/>
                    <a:pt x="1068" y="2344"/>
                  </a:cubicBezTo>
                  <a:lnTo>
                    <a:pt x="2155" y="1438"/>
                  </a:lnTo>
                  <a:lnTo>
                    <a:pt x="782" y="66"/>
                  </a:lnTo>
                  <a:cubicBezTo>
                    <a:pt x="739" y="22"/>
                    <a:pt x="683" y="1"/>
                    <a:pt x="62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88"/>
            <p:cNvSpPr/>
            <p:nvPr/>
          </p:nvSpPr>
          <p:spPr>
            <a:xfrm>
              <a:off x="8198763" y="4056683"/>
              <a:ext cx="56499" cy="62738"/>
            </a:xfrm>
            <a:custGeom>
              <a:rect b="b" l="l" r="r" t="t"/>
              <a:pathLst>
                <a:path extrusionOk="0" h="2393" w="2155">
                  <a:moveTo>
                    <a:pt x="1528" y="1"/>
                  </a:moveTo>
                  <a:cubicBezTo>
                    <a:pt x="1472" y="1"/>
                    <a:pt x="1416" y="22"/>
                    <a:pt x="1373" y="66"/>
                  </a:cubicBezTo>
                  <a:lnTo>
                    <a:pt x="0" y="1438"/>
                  </a:lnTo>
                  <a:lnTo>
                    <a:pt x="1087" y="2344"/>
                  </a:lnTo>
                  <a:cubicBezTo>
                    <a:pt x="1128" y="2377"/>
                    <a:pt x="1177" y="2393"/>
                    <a:pt x="1225" y="2393"/>
                  </a:cubicBezTo>
                  <a:cubicBezTo>
                    <a:pt x="1309" y="2393"/>
                    <a:pt x="1390" y="2347"/>
                    <a:pt x="1427" y="2264"/>
                  </a:cubicBezTo>
                  <a:lnTo>
                    <a:pt x="2119" y="703"/>
                  </a:lnTo>
                  <a:cubicBezTo>
                    <a:pt x="2155" y="620"/>
                    <a:pt x="2140" y="522"/>
                    <a:pt x="2075" y="461"/>
                  </a:cubicBezTo>
                  <a:lnTo>
                    <a:pt x="1680" y="66"/>
                  </a:lnTo>
                  <a:cubicBezTo>
                    <a:pt x="1639" y="22"/>
                    <a:pt x="1584" y="1"/>
                    <a:pt x="1528"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88"/>
            <p:cNvSpPr/>
            <p:nvPr/>
          </p:nvSpPr>
          <p:spPr>
            <a:xfrm>
              <a:off x="8181669" y="3837164"/>
              <a:ext cx="17094" cy="40087"/>
            </a:xfrm>
            <a:custGeom>
              <a:rect b="b" l="l" r="r" t="t"/>
              <a:pathLst>
                <a:path extrusionOk="0" h="1529" w="652">
                  <a:moveTo>
                    <a:pt x="0" y="0"/>
                  </a:moveTo>
                  <a:lnTo>
                    <a:pt x="0" y="873"/>
                  </a:lnTo>
                  <a:cubicBezTo>
                    <a:pt x="0" y="1235"/>
                    <a:pt x="293" y="1529"/>
                    <a:pt x="652" y="1529"/>
                  </a:cubicBezTo>
                  <a:lnTo>
                    <a:pt x="65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88"/>
            <p:cNvSpPr/>
            <p:nvPr/>
          </p:nvSpPr>
          <p:spPr>
            <a:xfrm>
              <a:off x="8173988" y="3991795"/>
              <a:ext cx="49630" cy="16491"/>
            </a:xfrm>
            <a:custGeom>
              <a:rect b="b" l="l" r="r" t="t"/>
              <a:pathLst>
                <a:path extrusionOk="0" h="629" w="1893">
                  <a:moveTo>
                    <a:pt x="293" y="0"/>
                  </a:moveTo>
                  <a:cubicBezTo>
                    <a:pt x="136" y="0"/>
                    <a:pt x="1" y="206"/>
                    <a:pt x="148" y="353"/>
                  </a:cubicBezTo>
                  <a:cubicBezTo>
                    <a:pt x="326" y="523"/>
                    <a:pt x="623" y="628"/>
                    <a:pt x="945" y="628"/>
                  </a:cubicBezTo>
                  <a:cubicBezTo>
                    <a:pt x="1271" y="628"/>
                    <a:pt x="1568" y="523"/>
                    <a:pt x="1745" y="353"/>
                  </a:cubicBezTo>
                  <a:cubicBezTo>
                    <a:pt x="1893" y="206"/>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88"/>
            <p:cNvSpPr/>
            <p:nvPr/>
          </p:nvSpPr>
          <p:spPr>
            <a:xfrm>
              <a:off x="8159148" y="3946124"/>
              <a:ext cx="10749" cy="16386"/>
            </a:xfrm>
            <a:custGeom>
              <a:rect b="b" l="l" r="r" t="t"/>
              <a:pathLst>
                <a:path extrusionOk="0" h="625" w="410">
                  <a:moveTo>
                    <a:pt x="205" y="1"/>
                  </a:moveTo>
                  <a:cubicBezTo>
                    <a:pt x="103" y="1"/>
                    <a:pt x="1" y="69"/>
                    <a:pt x="1" y="205"/>
                  </a:cubicBezTo>
                  <a:lnTo>
                    <a:pt x="1" y="426"/>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88"/>
            <p:cNvSpPr/>
            <p:nvPr/>
          </p:nvSpPr>
          <p:spPr>
            <a:xfrm>
              <a:off x="8227707" y="3946124"/>
              <a:ext cx="10749" cy="16386"/>
            </a:xfrm>
            <a:custGeom>
              <a:rect b="b" l="l" r="r" t="t"/>
              <a:pathLst>
                <a:path extrusionOk="0" h="625" w="410">
                  <a:moveTo>
                    <a:pt x="205" y="1"/>
                  </a:moveTo>
                  <a:cubicBezTo>
                    <a:pt x="103" y="1"/>
                    <a:pt x="1" y="69"/>
                    <a:pt x="1" y="205"/>
                  </a:cubicBezTo>
                  <a:lnTo>
                    <a:pt x="1" y="426"/>
                  </a:lnTo>
                  <a:cubicBezTo>
                    <a:pt x="1" y="534"/>
                    <a:pt x="91" y="625"/>
                    <a:pt x="203"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88"/>
            <p:cNvSpPr/>
            <p:nvPr/>
          </p:nvSpPr>
          <p:spPr>
            <a:xfrm>
              <a:off x="8062013" y="3797628"/>
              <a:ext cx="273580" cy="364921"/>
            </a:xfrm>
            <a:custGeom>
              <a:rect b="b" l="l" r="r" t="t"/>
              <a:pathLst>
                <a:path extrusionOk="0" h="13919" w="10435">
                  <a:moveTo>
                    <a:pt x="5669" y="1715"/>
                  </a:moveTo>
                  <a:lnTo>
                    <a:pt x="5669" y="2381"/>
                  </a:lnTo>
                  <a:cubicBezTo>
                    <a:pt x="5665" y="2627"/>
                    <a:pt x="5466" y="2830"/>
                    <a:pt x="5216" y="2830"/>
                  </a:cubicBezTo>
                  <a:cubicBezTo>
                    <a:pt x="4970" y="2830"/>
                    <a:pt x="4767" y="2627"/>
                    <a:pt x="4767" y="2381"/>
                  </a:cubicBezTo>
                  <a:lnTo>
                    <a:pt x="4767" y="1715"/>
                  </a:lnTo>
                  <a:close/>
                  <a:moveTo>
                    <a:pt x="5216" y="411"/>
                  </a:moveTo>
                  <a:lnTo>
                    <a:pt x="8352" y="1247"/>
                  </a:lnTo>
                  <a:lnTo>
                    <a:pt x="9537" y="3221"/>
                  </a:lnTo>
                  <a:lnTo>
                    <a:pt x="8689" y="4069"/>
                  </a:lnTo>
                  <a:lnTo>
                    <a:pt x="8689" y="3033"/>
                  </a:lnTo>
                  <a:cubicBezTo>
                    <a:pt x="8689" y="2801"/>
                    <a:pt x="8501" y="2613"/>
                    <a:pt x="8269" y="2613"/>
                  </a:cubicBezTo>
                  <a:lnTo>
                    <a:pt x="8052" y="2613"/>
                  </a:lnTo>
                  <a:cubicBezTo>
                    <a:pt x="7780" y="2613"/>
                    <a:pt x="7780" y="3018"/>
                    <a:pt x="8052" y="3018"/>
                  </a:cubicBezTo>
                  <a:lnTo>
                    <a:pt x="8269" y="3018"/>
                  </a:lnTo>
                  <a:cubicBezTo>
                    <a:pt x="8276" y="3018"/>
                    <a:pt x="8284" y="3026"/>
                    <a:pt x="8284" y="3033"/>
                  </a:cubicBezTo>
                  <a:lnTo>
                    <a:pt x="8284" y="3920"/>
                  </a:lnTo>
                  <a:lnTo>
                    <a:pt x="2152" y="3920"/>
                  </a:lnTo>
                  <a:lnTo>
                    <a:pt x="2152" y="3033"/>
                  </a:lnTo>
                  <a:cubicBezTo>
                    <a:pt x="2152" y="3026"/>
                    <a:pt x="2159" y="3018"/>
                    <a:pt x="2167" y="3018"/>
                  </a:cubicBezTo>
                  <a:lnTo>
                    <a:pt x="4647" y="3018"/>
                  </a:lnTo>
                  <a:cubicBezTo>
                    <a:pt x="4810" y="3165"/>
                    <a:pt x="5014" y="3238"/>
                    <a:pt x="5218" y="3238"/>
                  </a:cubicBezTo>
                  <a:cubicBezTo>
                    <a:pt x="5422" y="3238"/>
                    <a:pt x="5625" y="3165"/>
                    <a:pt x="5788" y="3018"/>
                  </a:cubicBezTo>
                  <a:lnTo>
                    <a:pt x="7179" y="3018"/>
                  </a:lnTo>
                  <a:cubicBezTo>
                    <a:pt x="7451" y="3018"/>
                    <a:pt x="7451" y="2613"/>
                    <a:pt x="7179" y="2613"/>
                  </a:cubicBezTo>
                  <a:lnTo>
                    <a:pt x="6042" y="2613"/>
                  </a:lnTo>
                  <a:cubicBezTo>
                    <a:pt x="6063" y="2537"/>
                    <a:pt x="6074" y="2461"/>
                    <a:pt x="6074" y="2381"/>
                  </a:cubicBezTo>
                  <a:lnTo>
                    <a:pt x="6074" y="1508"/>
                  </a:lnTo>
                  <a:cubicBezTo>
                    <a:pt x="6074" y="1396"/>
                    <a:pt x="5984" y="1305"/>
                    <a:pt x="5872" y="1305"/>
                  </a:cubicBezTo>
                  <a:lnTo>
                    <a:pt x="4564" y="1305"/>
                  </a:lnTo>
                  <a:cubicBezTo>
                    <a:pt x="4452" y="1305"/>
                    <a:pt x="4361" y="1396"/>
                    <a:pt x="4361" y="1508"/>
                  </a:cubicBezTo>
                  <a:lnTo>
                    <a:pt x="4361" y="2381"/>
                  </a:lnTo>
                  <a:cubicBezTo>
                    <a:pt x="4361" y="2461"/>
                    <a:pt x="4369" y="2537"/>
                    <a:pt x="4390" y="2613"/>
                  </a:cubicBezTo>
                  <a:lnTo>
                    <a:pt x="2167" y="2613"/>
                  </a:lnTo>
                  <a:cubicBezTo>
                    <a:pt x="1935" y="2613"/>
                    <a:pt x="1743" y="2801"/>
                    <a:pt x="1743" y="3033"/>
                  </a:cubicBezTo>
                  <a:lnTo>
                    <a:pt x="1743" y="4069"/>
                  </a:lnTo>
                  <a:lnTo>
                    <a:pt x="899" y="3221"/>
                  </a:lnTo>
                  <a:lnTo>
                    <a:pt x="2080" y="1247"/>
                  </a:lnTo>
                  <a:lnTo>
                    <a:pt x="5216" y="411"/>
                  </a:lnTo>
                  <a:close/>
                  <a:moveTo>
                    <a:pt x="8175" y="4329"/>
                  </a:moveTo>
                  <a:cubicBezTo>
                    <a:pt x="8019" y="4478"/>
                    <a:pt x="7726" y="4616"/>
                    <a:pt x="7465" y="4703"/>
                  </a:cubicBezTo>
                  <a:cubicBezTo>
                    <a:pt x="6868" y="4902"/>
                    <a:pt x="6071" y="5010"/>
                    <a:pt x="5216" y="5010"/>
                  </a:cubicBezTo>
                  <a:cubicBezTo>
                    <a:pt x="4365" y="5010"/>
                    <a:pt x="3568" y="4902"/>
                    <a:pt x="2971" y="4703"/>
                  </a:cubicBezTo>
                  <a:cubicBezTo>
                    <a:pt x="2710" y="4616"/>
                    <a:pt x="2416" y="4478"/>
                    <a:pt x="2261" y="4329"/>
                  </a:cubicBezTo>
                  <a:close/>
                  <a:moveTo>
                    <a:pt x="2152" y="4764"/>
                  </a:moveTo>
                  <a:cubicBezTo>
                    <a:pt x="2297" y="4862"/>
                    <a:pt x="2453" y="4942"/>
                    <a:pt x="2616" y="5007"/>
                  </a:cubicBezTo>
                  <a:lnTo>
                    <a:pt x="2616" y="5213"/>
                  </a:lnTo>
                  <a:cubicBezTo>
                    <a:pt x="2616" y="5344"/>
                    <a:pt x="2511" y="5445"/>
                    <a:pt x="2384" y="5445"/>
                  </a:cubicBezTo>
                  <a:lnTo>
                    <a:pt x="2152" y="5445"/>
                  </a:lnTo>
                  <a:lnTo>
                    <a:pt x="2152" y="4764"/>
                  </a:lnTo>
                  <a:close/>
                  <a:moveTo>
                    <a:pt x="8284" y="4764"/>
                  </a:moveTo>
                  <a:lnTo>
                    <a:pt x="8284" y="5449"/>
                  </a:lnTo>
                  <a:lnTo>
                    <a:pt x="8052" y="5449"/>
                  </a:lnTo>
                  <a:cubicBezTo>
                    <a:pt x="7921" y="5449"/>
                    <a:pt x="7820" y="5344"/>
                    <a:pt x="7820" y="5217"/>
                  </a:cubicBezTo>
                  <a:lnTo>
                    <a:pt x="7820" y="5007"/>
                  </a:lnTo>
                  <a:cubicBezTo>
                    <a:pt x="7983" y="4942"/>
                    <a:pt x="8139" y="4862"/>
                    <a:pt x="8284" y="4764"/>
                  </a:cubicBezTo>
                  <a:close/>
                  <a:moveTo>
                    <a:pt x="7411" y="5144"/>
                  </a:moveTo>
                  <a:lnTo>
                    <a:pt x="7411" y="5213"/>
                  </a:lnTo>
                  <a:cubicBezTo>
                    <a:pt x="7411" y="5568"/>
                    <a:pt x="7697" y="5854"/>
                    <a:pt x="8052" y="5854"/>
                  </a:cubicBezTo>
                  <a:lnTo>
                    <a:pt x="8378" y="5854"/>
                  </a:lnTo>
                  <a:cubicBezTo>
                    <a:pt x="8566" y="5854"/>
                    <a:pt x="8718" y="6006"/>
                    <a:pt x="8718" y="6195"/>
                  </a:cubicBezTo>
                  <a:cubicBezTo>
                    <a:pt x="8718" y="6383"/>
                    <a:pt x="8566" y="6535"/>
                    <a:pt x="8378" y="6535"/>
                  </a:cubicBezTo>
                  <a:lnTo>
                    <a:pt x="8255" y="6535"/>
                  </a:lnTo>
                  <a:lnTo>
                    <a:pt x="8255" y="6521"/>
                  </a:lnTo>
                  <a:cubicBezTo>
                    <a:pt x="8255" y="6385"/>
                    <a:pt x="8152" y="6317"/>
                    <a:pt x="8050" y="6317"/>
                  </a:cubicBezTo>
                  <a:cubicBezTo>
                    <a:pt x="7948" y="6317"/>
                    <a:pt x="7845" y="6385"/>
                    <a:pt x="7845" y="6521"/>
                  </a:cubicBezTo>
                  <a:cubicBezTo>
                    <a:pt x="7845" y="7973"/>
                    <a:pt x="6668" y="9150"/>
                    <a:pt x="5216" y="9150"/>
                  </a:cubicBezTo>
                  <a:cubicBezTo>
                    <a:pt x="3764" y="9150"/>
                    <a:pt x="2587" y="7973"/>
                    <a:pt x="2587" y="6521"/>
                  </a:cubicBezTo>
                  <a:cubicBezTo>
                    <a:pt x="2587" y="6385"/>
                    <a:pt x="2485" y="6317"/>
                    <a:pt x="2384" y="6317"/>
                  </a:cubicBezTo>
                  <a:cubicBezTo>
                    <a:pt x="2282" y="6317"/>
                    <a:pt x="2181" y="6385"/>
                    <a:pt x="2181" y="6521"/>
                  </a:cubicBezTo>
                  <a:lnTo>
                    <a:pt x="2181" y="6535"/>
                  </a:lnTo>
                  <a:lnTo>
                    <a:pt x="2058" y="6535"/>
                  </a:lnTo>
                  <a:cubicBezTo>
                    <a:pt x="1870" y="6535"/>
                    <a:pt x="1717" y="6383"/>
                    <a:pt x="1717" y="6195"/>
                  </a:cubicBezTo>
                  <a:cubicBezTo>
                    <a:pt x="1717" y="6006"/>
                    <a:pt x="1870" y="5854"/>
                    <a:pt x="2058" y="5854"/>
                  </a:cubicBezTo>
                  <a:lnTo>
                    <a:pt x="2384" y="5854"/>
                  </a:lnTo>
                  <a:cubicBezTo>
                    <a:pt x="2735" y="5854"/>
                    <a:pt x="3021" y="5568"/>
                    <a:pt x="3025" y="5213"/>
                  </a:cubicBezTo>
                  <a:lnTo>
                    <a:pt x="3025" y="5144"/>
                  </a:lnTo>
                  <a:cubicBezTo>
                    <a:pt x="3637" y="5322"/>
                    <a:pt x="4405" y="5416"/>
                    <a:pt x="5216" y="5416"/>
                  </a:cubicBezTo>
                  <a:cubicBezTo>
                    <a:pt x="6027" y="5416"/>
                    <a:pt x="6799" y="5318"/>
                    <a:pt x="7411" y="5144"/>
                  </a:cubicBezTo>
                  <a:close/>
                  <a:moveTo>
                    <a:pt x="2210" y="6944"/>
                  </a:moveTo>
                  <a:cubicBezTo>
                    <a:pt x="2340" y="7872"/>
                    <a:pt x="2891" y="8686"/>
                    <a:pt x="3706" y="9154"/>
                  </a:cubicBezTo>
                  <a:lnTo>
                    <a:pt x="3706" y="9679"/>
                  </a:lnTo>
                  <a:cubicBezTo>
                    <a:pt x="3701" y="9679"/>
                    <a:pt x="3697" y="9679"/>
                    <a:pt x="3692" y="9679"/>
                  </a:cubicBezTo>
                  <a:cubicBezTo>
                    <a:pt x="3581" y="9679"/>
                    <a:pt x="3471" y="9722"/>
                    <a:pt x="3394" y="9802"/>
                  </a:cubicBezTo>
                  <a:lnTo>
                    <a:pt x="2894" y="10298"/>
                  </a:lnTo>
                  <a:cubicBezTo>
                    <a:pt x="2873" y="10323"/>
                    <a:pt x="2855" y="10352"/>
                    <a:pt x="2844" y="10385"/>
                  </a:cubicBezTo>
                  <a:lnTo>
                    <a:pt x="1283" y="10935"/>
                  </a:lnTo>
                  <a:lnTo>
                    <a:pt x="1283" y="10443"/>
                  </a:lnTo>
                  <a:cubicBezTo>
                    <a:pt x="1279" y="9407"/>
                    <a:pt x="1529" y="8831"/>
                    <a:pt x="1765" y="8274"/>
                  </a:cubicBezTo>
                  <a:cubicBezTo>
                    <a:pt x="1942" y="7861"/>
                    <a:pt x="2109" y="7466"/>
                    <a:pt x="2145" y="6944"/>
                  </a:cubicBezTo>
                  <a:close/>
                  <a:moveTo>
                    <a:pt x="6324" y="9353"/>
                  </a:moveTo>
                  <a:lnTo>
                    <a:pt x="6324" y="9925"/>
                  </a:lnTo>
                  <a:lnTo>
                    <a:pt x="5216" y="11030"/>
                  </a:lnTo>
                  <a:lnTo>
                    <a:pt x="4115" y="9925"/>
                  </a:lnTo>
                  <a:lnTo>
                    <a:pt x="4115" y="9353"/>
                  </a:lnTo>
                  <a:cubicBezTo>
                    <a:pt x="4470" y="9490"/>
                    <a:pt x="4845" y="9559"/>
                    <a:pt x="5220" y="9559"/>
                  </a:cubicBezTo>
                  <a:cubicBezTo>
                    <a:pt x="5594" y="9559"/>
                    <a:pt x="5969" y="9490"/>
                    <a:pt x="6324" y="9353"/>
                  </a:cubicBezTo>
                  <a:close/>
                  <a:moveTo>
                    <a:pt x="3691" y="10085"/>
                  </a:moveTo>
                  <a:cubicBezTo>
                    <a:pt x="3695" y="10085"/>
                    <a:pt x="3699" y="10086"/>
                    <a:pt x="3702" y="10088"/>
                  </a:cubicBezTo>
                  <a:lnTo>
                    <a:pt x="4915" y="11305"/>
                  </a:lnTo>
                  <a:lnTo>
                    <a:pt x="3999" y="12065"/>
                  </a:lnTo>
                  <a:cubicBezTo>
                    <a:pt x="3995" y="12069"/>
                    <a:pt x="3992" y="12069"/>
                    <a:pt x="3988" y="12069"/>
                  </a:cubicBezTo>
                  <a:cubicBezTo>
                    <a:pt x="3985" y="12069"/>
                    <a:pt x="3981" y="12065"/>
                    <a:pt x="3977" y="12062"/>
                  </a:cubicBezTo>
                  <a:lnTo>
                    <a:pt x="3282" y="10490"/>
                  </a:lnTo>
                  <a:lnTo>
                    <a:pt x="3680" y="10088"/>
                  </a:lnTo>
                  <a:cubicBezTo>
                    <a:pt x="3684" y="10086"/>
                    <a:pt x="3688" y="10085"/>
                    <a:pt x="3691" y="10085"/>
                  </a:cubicBezTo>
                  <a:close/>
                  <a:moveTo>
                    <a:pt x="5216" y="11584"/>
                  </a:moveTo>
                  <a:lnTo>
                    <a:pt x="5640" y="11935"/>
                  </a:lnTo>
                  <a:lnTo>
                    <a:pt x="5560" y="12170"/>
                  </a:lnTo>
                  <a:cubicBezTo>
                    <a:pt x="5527" y="12265"/>
                    <a:pt x="5441" y="12330"/>
                    <a:pt x="5339" y="12330"/>
                  </a:cubicBezTo>
                  <a:lnTo>
                    <a:pt x="5096" y="12330"/>
                  </a:lnTo>
                  <a:cubicBezTo>
                    <a:pt x="4995" y="12330"/>
                    <a:pt x="4908" y="12265"/>
                    <a:pt x="4876" y="12170"/>
                  </a:cubicBezTo>
                  <a:lnTo>
                    <a:pt x="4796" y="11935"/>
                  </a:lnTo>
                  <a:lnTo>
                    <a:pt x="5216" y="11584"/>
                  </a:lnTo>
                  <a:close/>
                  <a:moveTo>
                    <a:pt x="5220" y="1"/>
                  </a:moveTo>
                  <a:cubicBezTo>
                    <a:pt x="5202" y="1"/>
                    <a:pt x="5185" y="3"/>
                    <a:pt x="5169" y="9"/>
                  </a:cubicBezTo>
                  <a:lnTo>
                    <a:pt x="1899" y="878"/>
                  </a:lnTo>
                  <a:cubicBezTo>
                    <a:pt x="1844" y="889"/>
                    <a:pt x="1801" y="921"/>
                    <a:pt x="1775" y="969"/>
                  </a:cubicBezTo>
                  <a:lnTo>
                    <a:pt x="468" y="3145"/>
                  </a:lnTo>
                  <a:cubicBezTo>
                    <a:pt x="417" y="3228"/>
                    <a:pt x="432" y="3330"/>
                    <a:pt x="497" y="3395"/>
                  </a:cubicBezTo>
                  <a:lnTo>
                    <a:pt x="1746" y="4645"/>
                  </a:lnTo>
                  <a:lnTo>
                    <a:pt x="1746" y="5514"/>
                  </a:lnTo>
                  <a:cubicBezTo>
                    <a:pt x="1167" y="5782"/>
                    <a:pt x="1163" y="6604"/>
                    <a:pt x="1743" y="6872"/>
                  </a:cubicBezTo>
                  <a:cubicBezTo>
                    <a:pt x="1717" y="7350"/>
                    <a:pt x="1565" y="7705"/>
                    <a:pt x="1391" y="8111"/>
                  </a:cubicBezTo>
                  <a:cubicBezTo>
                    <a:pt x="1149" y="8679"/>
                    <a:pt x="874" y="9324"/>
                    <a:pt x="874" y="10443"/>
                  </a:cubicBezTo>
                  <a:lnTo>
                    <a:pt x="874" y="11091"/>
                  </a:lnTo>
                  <a:cubicBezTo>
                    <a:pt x="341" y="11337"/>
                    <a:pt x="4" y="11873"/>
                    <a:pt x="1" y="12460"/>
                  </a:cubicBezTo>
                  <a:lnTo>
                    <a:pt x="1" y="13713"/>
                  </a:lnTo>
                  <a:cubicBezTo>
                    <a:pt x="1" y="13849"/>
                    <a:pt x="103" y="13917"/>
                    <a:pt x="205" y="13917"/>
                  </a:cubicBezTo>
                  <a:cubicBezTo>
                    <a:pt x="308" y="13917"/>
                    <a:pt x="410" y="13849"/>
                    <a:pt x="410" y="13713"/>
                  </a:cubicBezTo>
                  <a:lnTo>
                    <a:pt x="410" y="12460"/>
                  </a:lnTo>
                  <a:cubicBezTo>
                    <a:pt x="410" y="12326"/>
                    <a:pt x="435" y="12192"/>
                    <a:pt x="482" y="12069"/>
                  </a:cubicBezTo>
                  <a:lnTo>
                    <a:pt x="1511" y="12953"/>
                  </a:lnTo>
                  <a:cubicBezTo>
                    <a:pt x="1659" y="13080"/>
                    <a:pt x="1746" y="13264"/>
                    <a:pt x="1746" y="13460"/>
                  </a:cubicBezTo>
                  <a:lnTo>
                    <a:pt x="1746" y="13713"/>
                  </a:lnTo>
                  <a:cubicBezTo>
                    <a:pt x="1746" y="13849"/>
                    <a:pt x="1848" y="13917"/>
                    <a:pt x="1949" y="13917"/>
                  </a:cubicBezTo>
                  <a:cubicBezTo>
                    <a:pt x="2051" y="13917"/>
                    <a:pt x="2152" y="13849"/>
                    <a:pt x="2152" y="13713"/>
                  </a:cubicBezTo>
                  <a:lnTo>
                    <a:pt x="2152" y="13460"/>
                  </a:lnTo>
                  <a:cubicBezTo>
                    <a:pt x="2152" y="13148"/>
                    <a:pt x="2014" y="12848"/>
                    <a:pt x="1775" y="12645"/>
                  </a:cubicBezTo>
                  <a:lnTo>
                    <a:pt x="696" y="11718"/>
                  </a:lnTo>
                  <a:cubicBezTo>
                    <a:pt x="819" y="11584"/>
                    <a:pt x="975" y="11482"/>
                    <a:pt x="1145" y="11421"/>
                  </a:cubicBezTo>
                  <a:lnTo>
                    <a:pt x="2963" y="10780"/>
                  </a:lnTo>
                  <a:lnTo>
                    <a:pt x="3608" y="12228"/>
                  </a:lnTo>
                  <a:cubicBezTo>
                    <a:pt x="3659" y="12348"/>
                    <a:pt x="3767" y="12438"/>
                    <a:pt x="3898" y="12467"/>
                  </a:cubicBezTo>
                  <a:cubicBezTo>
                    <a:pt x="3930" y="12475"/>
                    <a:pt x="3959" y="12478"/>
                    <a:pt x="3992" y="12478"/>
                  </a:cubicBezTo>
                  <a:cubicBezTo>
                    <a:pt x="4093" y="12478"/>
                    <a:pt x="4187" y="12442"/>
                    <a:pt x="4263" y="12381"/>
                  </a:cubicBezTo>
                  <a:lnTo>
                    <a:pt x="4459" y="12214"/>
                  </a:lnTo>
                  <a:lnTo>
                    <a:pt x="4488" y="12301"/>
                  </a:lnTo>
                  <a:cubicBezTo>
                    <a:pt x="4524" y="12406"/>
                    <a:pt x="4586" y="12500"/>
                    <a:pt x="4669" y="12572"/>
                  </a:cubicBezTo>
                  <a:lnTo>
                    <a:pt x="4488" y="13681"/>
                  </a:lnTo>
                  <a:cubicBezTo>
                    <a:pt x="4462" y="13831"/>
                    <a:pt x="4578" y="13919"/>
                    <a:pt x="4692" y="13919"/>
                  </a:cubicBezTo>
                  <a:cubicBezTo>
                    <a:pt x="4782" y="13919"/>
                    <a:pt x="4871" y="13865"/>
                    <a:pt x="4890" y="13746"/>
                  </a:cubicBezTo>
                  <a:lnTo>
                    <a:pt x="5057" y="12735"/>
                  </a:lnTo>
                  <a:lnTo>
                    <a:pt x="5379" y="12735"/>
                  </a:lnTo>
                  <a:lnTo>
                    <a:pt x="5546" y="13746"/>
                  </a:lnTo>
                  <a:cubicBezTo>
                    <a:pt x="5566" y="13865"/>
                    <a:pt x="5655" y="13919"/>
                    <a:pt x="5745" y="13919"/>
                  </a:cubicBezTo>
                  <a:cubicBezTo>
                    <a:pt x="5860" y="13919"/>
                    <a:pt x="5976" y="13831"/>
                    <a:pt x="5951" y="13681"/>
                  </a:cubicBezTo>
                  <a:lnTo>
                    <a:pt x="5767" y="12572"/>
                  </a:lnTo>
                  <a:cubicBezTo>
                    <a:pt x="5850" y="12500"/>
                    <a:pt x="5911" y="12406"/>
                    <a:pt x="5948" y="12301"/>
                  </a:cubicBezTo>
                  <a:lnTo>
                    <a:pt x="5977" y="12214"/>
                  </a:lnTo>
                  <a:lnTo>
                    <a:pt x="6172" y="12381"/>
                  </a:lnTo>
                  <a:cubicBezTo>
                    <a:pt x="6248" y="12442"/>
                    <a:pt x="6342" y="12478"/>
                    <a:pt x="6444" y="12478"/>
                  </a:cubicBezTo>
                  <a:cubicBezTo>
                    <a:pt x="6476" y="12478"/>
                    <a:pt x="6505" y="12475"/>
                    <a:pt x="6538" y="12467"/>
                  </a:cubicBezTo>
                  <a:cubicBezTo>
                    <a:pt x="6668" y="12438"/>
                    <a:pt x="6777" y="12348"/>
                    <a:pt x="6828" y="12228"/>
                  </a:cubicBezTo>
                  <a:lnTo>
                    <a:pt x="7139" y="11533"/>
                  </a:lnTo>
                  <a:cubicBezTo>
                    <a:pt x="7210" y="11370"/>
                    <a:pt x="7076" y="11243"/>
                    <a:pt x="6945" y="11243"/>
                  </a:cubicBezTo>
                  <a:cubicBezTo>
                    <a:pt x="6874" y="11243"/>
                    <a:pt x="6804" y="11279"/>
                    <a:pt x="6766" y="11366"/>
                  </a:cubicBezTo>
                  <a:lnTo>
                    <a:pt x="6455" y="12062"/>
                  </a:lnTo>
                  <a:cubicBezTo>
                    <a:pt x="6455" y="12065"/>
                    <a:pt x="6451" y="12069"/>
                    <a:pt x="6447" y="12069"/>
                  </a:cubicBezTo>
                  <a:cubicBezTo>
                    <a:pt x="6446" y="12070"/>
                    <a:pt x="6445" y="12071"/>
                    <a:pt x="6443" y="12071"/>
                  </a:cubicBezTo>
                  <a:cubicBezTo>
                    <a:pt x="6439" y="12071"/>
                    <a:pt x="6435" y="12069"/>
                    <a:pt x="6433" y="12069"/>
                  </a:cubicBezTo>
                  <a:lnTo>
                    <a:pt x="5520" y="11305"/>
                  </a:lnTo>
                  <a:lnTo>
                    <a:pt x="6734" y="10092"/>
                  </a:lnTo>
                  <a:cubicBezTo>
                    <a:pt x="6737" y="10088"/>
                    <a:pt x="6741" y="10086"/>
                    <a:pt x="6744" y="10086"/>
                  </a:cubicBezTo>
                  <a:cubicBezTo>
                    <a:pt x="6748" y="10086"/>
                    <a:pt x="6752" y="10088"/>
                    <a:pt x="6755" y="10092"/>
                  </a:cubicBezTo>
                  <a:lnTo>
                    <a:pt x="7154" y="10490"/>
                  </a:lnTo>
                  <a:lnTo>
                    <a:pt x="7114" y="10581"/>
                  </a:lnTo>
                  <a:cubicBezTo>
                    <a:pt x="7044" y="10738"/>
                    <a:pt x="7174" y="10871"/>
                    <a:pt x="7306" y="10871"/>
                  </a:cubicBezTo>
                  <a:cubicBezTo>
                    <a:pt x="7366" y="10871"/>
                    <a:pt x="7426" y="10844"/>
                    <a:pt x="7469" y="10780"/>
                  </a:cubicBezTo>
                  <a:lnTo>
                    <a:pt x="9290" y="11421"/>
                  </a:lnTo>
                  <a:cubicBezTo>
                    <a:pt x="9464" y="11482"/>
                    <a:pt x="9616" y="11584"/>
                    <a:pt x="9740" y="11721"/>
                  </a:cubicBezTo>
                  <a:lnTo>
                    <a:pt x="8660" y="12645"/>
                  </a:lnTo>
                  <a:cubicBezTo>
                    <a:pt x="8421" y="12851"/>
                    <a:pt x="8284" y="13148"/>
                    <a:pt x="8284" y="13460"/>
                  </a:cubicBezTo>
                  <a:lnTo>
                    <a:pt x="8284" y="13713"/>
                  </a:lnTo>
                  <a:cubicBezTo>
                    <a:pt x="8284" y="13849"/>
                    <a:pt x="8385" y="13917"/>
                    <a:pt x="8486" y="13917"/>
                  </a:cubicBezTo>
                  <a:cubicBezTo>
                    <a:pt x="8588" y="13917"/>
                    <a:pt x="8689" y="13849"/>
                    <a:pt x="8689" y="13713"/>
                  </a:cubicBezTo>
                  <a:lnTo>
                    <a:pt x="8689" y="13460"/>
                  </a:lnTo>
                  <a:cubicBezTo>
                    <a:pt x="8689" y="13268"/>
                    <a:pt x="8776" y="13080"/>
                    <a:pt x="8925" y="12953"/>
                  </a:cubicBezTo>
                  <a:lnTo>
                    <a:pt x="9957" y="12069"/>
                  </a:lnTo>
                  <a:cubicBezTo>
                    <a:pt x="10004" y="12196"/>
                    <a:pt x="10026" y="12326"/>
                    <a:pt x="10026" y="12460"/>
                  </a:cubicBezTo>
                  <a:lnTo>
                    <a:pt x="10026" y="13713"/>
                  </a:lnTo>
                  <a:cubicBezTo>
                    <a:pt x="10026" y="13849"/>
                    <a:pt x="10128" y="13917"/>
                    <a:pt x="10230" y="13917"/>
                  </a:cubicBezTo>
                  <a:cubicBezTo>
                    <a:pt x="10333" y="13917"/>
                    <a:pt x="10435" y="13849"/>
                    <a:pt x="10435" y="13713"/>
                  </a:cubicBezTo>
                  <a:lnTo>
                    <a:pt x="10435" y="12460"/>
                  </a:lnTo>
                  <a:cubicBezTo>
                    <a:pt x="10431" y="11819"/>
                    <a:pt x="10029" y="11251"/>
                    <a:pt x="9424" y="11037"/>
                  </a:cubicBezTo>
                  <a:lnTo>
                    <a:pt x="7592" y="10389"/>
                  </a:lnTo>
                  <a:cubicBezTo>
                    <a:pt x="7581" y="10356"/>
                    <a:pt x="7566" y="10327"/>
                    <a:pt x="7541" y="10302"/>
                  </a:cubicBezTo>
                  <a:lnTo>
                    <a:pt x="7045" y="9802"/>
                  </a:lnTo>
                  <a:cubicBezTo>
                    <a:pt x="6967" y="9728"/>
                    <a:pt x="6861" y="9682"/>
                    <a:pt x="6753" y="9682"/>
                  </a:cubicBezTo>
                  <a:cubicBezTo>
                    <a:pt x="6746" y="9682"/>
                    <a:pt x="6738" y="9682"/>
                    <a:pt x="6730" y="9682"/>
                  </a:cubicBezTo>
                  <a:lnTo>
                    <a:pt x="6730" y="9157"/>
                  </a:lnTo>
                  <a:cubicBezTo>
                    <a:pt x="7545" y="8690"/>
                    <a:pt x="8095" y="7875"/>
                    <a:pt x="8226" y="6944"/>
                  </a:cubicBezTo>
                  <a:lnTo>
                    <a:pt x="8381" y="6944"/>
                  </a:lnTo>
                  <a:cubicBezTo>
                    <a:pt x="8733" y="6944"/>
                    <a:pt x="9037" y="6702"/>
                    <a:pt x="9109" y="6358"/>
                  </a:cubicBezTo>
                  <a:cubicBezTo>
                    <a:pt x="9185" y="6014"/>
                    <a:pt x="9012" y="5666"/>
                    <a:pt x="8693" y="5517"/>
                  </a:cubicBezTo>
                  <a:lnTo>
                    <a:pt x="8693" y="4648"/>
                  </a:lnTo>
                  <a:lnTo>
                    <a:pt x="9942" y="3399"/>
                  </a:lnTo>
                  <a:cubicBezTo>
                    <a:pt x="10008" y="3333"/>
                    <a:pt x="10018" y="3228"/>
                    <a:pt x="9971" y="3149"/>
                  </a:cubicBezTo>
                  <a:lnTo>
                    <a:pt x="8664" y="969"/>
                  </a:lnTo>
                  <a:cubicBezTo>
                    <a:pt x="8635" y="925"/>
                    <a:pt x="8591" y="892"/>
                    <a:pt x="8541" y="878"/>
                  </a:cubicBezTo>
                  <a:lnTo>
                    <a:pt x="5274" y="9"/>
                  </a:lnTo>
                  <a:cubicBezTo>
                    <a:pt x="5256" y="3"/>
                    <a:pt x="5238" y="1"/>
                    <a:pt x="52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7" name="Google Shape;18257;p88"/>
          <p:cNvGrpSpPr/>
          <p:nvPr/>
        </p:nvGrpSpPr>
        <p:grpSpPr>
          <a:xfrm>
            <a:off x="6711785" y="3356598"/>
            <a:ext cx="273501" cy="365052"/>
            <a:chOff x="6711785" y="3356598"/>
            <a:chExt cx="273501" cy="365052"/>
          </a:xfrm>
        </p:grpSpPr>
        <p:sp>
          <p:nvSpPr>
            <p:cNvPr id="18258" name="Google Shape;18258;p88"/>
            <p:cNvSpPr/>
            <p:nvPr/>
          </p:nvSpPr>
          <p:spPr>
            <a:xfrm>
              <a:off x="6774261" y="3481943"/>
              <a:ext cx="148548" cy="148522"/>
            </a:xfrm>
            <a:custGeom>
              <a:rect b="b" l="l" r="r" t="t"/>
              <a:pathLst>
                <a:path extrusionOk="0" h="5665" w="5666">
                  <a:moveTo>
                    <a:pt x="1" y="0"/>
                  </a:moveTo>
                  <a:lnTo>
                    <a:pt x="1" y="5665"/>
                  </a:lnTo>
                  <a:lnTo>
                    <a:pt x="5665" y="5665"/>
                  </a:lnTo>
                  <a:lnTo>
                    <a:pt x="566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88"/>
            <p:cNvSpPr/>
            <p:nvPr/>
          </p:nvSpPr>
          <p:spPr>
            <a:xfrm>
              <a:off x="6717107" y="3561881"/>
              <a:ext cx="262857" cy="154342"/>
            </a:xfrm>
            <a:custGeom>
              <a:rect b="b" l="l" r="r" t="t"/>
              <a:pathLst>
                <a:path extrusionOk="0" h="5887" w="10026">
                  <a:moveTo>
                    <a:pt x="3706" y="1"/>
                  </a:moveTo>
                  <a:lnTo>
                    <a:pt x="3706" y="1131"/>
                  </a:lnTo>
                  <a:cubicBezTo>
                    <a:pt x="3706" y="1500"/>
                    <a:pt x="3474" y="1826"/>
                    <a:pt x="3126" y="1953"/>
                  </a:cubicBezTo>
                  <a:lnTo>
                    <a:pt x="874" y="2746"/>
                  </a:lnTo>
                  <a:cubicBezTo>
                    <a:pt x="352" y="2931"/>
                    <a:pt x="1" y="3423"/>
                    <a:pt x="1" y="3977"/>
                  </a:cubicBezTo>
                  <a:lnTo>
                    <a:pt x="1" y="5886"/>
                  </a:lnTo>
                  <a:lnTo>
                    <a:pt x="10026" y="5886"/>
                  </a:lnTo>
                  <a:lnTo>
                    <a:pt x="10026" y="3977"/>
                  </a:lnTo>
                  <a:cubicBezTo>
                    <a:pt x="10026" y="3423"/>
                    <a:pt x="9678" y="2931"/>
                    <a:pt x="9153" y="2746"/>
                  </a:cubicBezTo>
                  <a:lnTo>
                    <a:pt x="6904" y="1953"/>
                  </a:lnTo>
                  <a:cubicBezTo>
                    <a:pt x="6556" y="1830"/>
                    <a:pt x="6321" y="1500"/>
                    <a:pt x="6321" y="1131"/>
                  </a:cubicBezTo>
                  <a:lnTo>
                    <a:pt x="6321"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88"/>
            <p:cNvSpPr/>
            <p:nvPr/>
          </p:nvSpPr>
          <p:spPr>
            <a:xfrm>
              <a:off x="6760209" y="3561881"/>
              <a:ext cx="176654" cy="148627"/>
            </a:xfrm>
            <a:custGeom>
              <a:rect b="b" l="l" r="r" t="t"/>
              <a:pathLst>
                <a:path extrusionOk="0" h="5669" w="6738">
                  <a:moveTo>
                    <a:pt x="2062" y="1"/>
                  </a:moveTo>
                  <a:lnTo>
                    <a:pt x="2062" y="1131"/>
                  </a:lnTo>
                  <a:cubicBezTo>
                    <a:pt x="2062" y="1500"/>
                    <a:pt x="1830" y="1826"/>
                    <a:pt x="1482" y="1953"/>
                  </a:cubicBezTo>
                  <a:lnTo>
                    <a:pt x="1" y="2474"/>
                  </a:lnTo>
                  <a:cubicBezTo>
                    <a:pt x="95" y="4264"/>
                    <a:pt x="1576" y="5669"/>
                    <a:pt x="3369" y="5669"/>
                  </a:cubicBezTo>
                  <a:cubicBezTo>
                    <a:pt x="5162" y="5669"/>
                    <a:pt x="6643" y="4264"/>
                    <a:pt x="6737" y="2474"/>
                  </a:cubicBezTo>
                  <a:lnTo>
                    <a:pt x="5260" y="1953"/>
                  </a:lnTo>
                  <a:cubicBezTo>
                    <a:pt x="4912" y="1830"/>
                    <a:pt x="4677" y="1500"/>
                    <a:pt x="4677" y="1131"/>
                  </a:cubicBezTo>
                  <a:lnTo>
                    <a:pt x="467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88"/>
            <p:cNvSpPr/>
            <p:nvPr/>
          </p:nvSpPr>
          <p:spPr>
            <a:xfrm>
              <a:off x="6777119" y="3561881"/>
              <a:ext cx="142833" cy="131455"/>
            </a:xfrm>
            <a:custGeom>
              <a:rect b="b" l="l" r="r" t="t"/>
              <a:pathLst>
                <a:path extrusionOk="0" h="5014" w="5448">
                  <a:moveTo>
                    <a:pt x="1417" y="1"/>
                  </a:moveTo>
                  <a:lnTo>
                    <a:pt x="1417" y="1127"/>
                  </a:lnTo>
                  <a:cubicBezTo>
                    <a:pt x="1417" y="1497"/>
                    <a:pt x="1185" y="1826"/>
                    <a:pt x="837" y="1953"/>
                  </a:cubicBezTo>
                  <a:lnTo>
                    <a:pt x="4" y="2246"/>
                  </a:lnTo>
                  <a:cubicBezTo>
                    <a:pt x="4" y="2261"/>
                    <a:pt x="1" y="2275"/>
                    <a:pt x="1" y="2290"/>
                  </a:cubicBezTo>
                  <a:cubicBezTo>
                    <a:pt x="1" y="3793"/>
                    <a:pt x="1221" y="5013"/>
                    <a:pt x="2724" y="5013"/>
                  </a:cubicBezTo>
                  <a:cubicBezTo>
                    <a:pt x="4227" y="5013"/>
                    <a:pt x="5448" y="3793"/>
                    <a:pt x="5448" y="2290"/>
                  </a:cubicBezTo>
                  <a:cubicBezTo>
                    <a:pt x="5448" y="2275"/>
                    <a:pt x="5448" y="2261"/>
                    <a:pt x="5448" y="2246"/>
                  </a:cubicBezTo>
                  <a:lnTo>
                    <a:pt x="4615" y="1949"/>
                  </a:lnTo>
                  <a:cubicBezTo>
                    <a:pt x="4267" y="1826"/>
                    <a:pt x="4032" y="1497"/>
                    <a:pt x="4032" y="1127"/>
                  </a:cubicBezTo>
                  <a:lnTo>
                    <a:pt x="403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88"/>
            <p:cNvSpPr/>
            <p:nvPr/>
          </p:nvSpPr>
          <p:spPr>
            <a:xfrm>
              <a:off x="6814243" y="3561881"/>
              <a:ext cx="68585" cy="34371"/>
            </a:xfrm>
            <a:custGeom>
              <a:rect b="b" l="l" r="r" t="t"/>
              <a:pathLst>
                <a:path extrusionOk="0" h="1311" w="2616">
                  <a:moveTo>
                    <a:pt x="1" y="1"/>
                  </a:moveTo>
                  <a:lnTo>
                    <a:pt x="1" y="1033"/>
                  </a:lnTo>
                  <a:cubicBezTo>
                    <a:pt x="417" y="1218"/>
                    <a:pt x="863" y="1310"/>
                    <a:pt x="1308" y="1310"/>
                  </a:cubicBezTo>
                  <a:cubicBezTo>
                    <a:pt x="1754" y="1310"/>
                    <a:pt x="2199" y="1218"/>
                    <a:pt x="2616" y="1033"/>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88"/>
            <p:cNvSpPr/>
            <p:nvPr/>
          </p:nvSpPr>
          <p:spPr>
            <a:xfrm>
              <a:off x="6774261" y="3430478"/>
              <a:ext cx="148548" cy="148627"/>
            </a:xfrm>
            <a:custGeom>
              <a:rect b="b" l="l" r="r" t="t"/>
              <a:pathLst>
                <a:path extrusionOk="0" h="5669" w="5666">
                  <a:moveTo>
                    <a:pt x="1" y="0"/>
                  </a:moveTo>
                  <a:lnTo>
                    <a:pt x="1" y="2833"/>
                  </a:lnTo>
                  <a:cubicBezTo>
                    <a:pt x="1" y="4397"/>
                    <a:pt x="1269" y="5668"/>
                    <a:pt x="2833" y="5668"/>
                  </a:cubicBezTo>
                  <a:cubicBezTo>
                    <a:pt x="4398" y="5668"/>
                    <a:pt x="5665" y="4397"/>
                    <a:pt x="5665" y="2833"/>
                  </a:cubicBezTo>
                  <a:lnTo>
                    <a:pt x="566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88"/>
            <p:cNvSpPr/>
            <p:nvPr/>
          </p:nvSpPr>
          <p:spPr>
            <a:xfrm>
              <a:off x="6774025" y="3430478"/>
              <a:ext cx="148784" cy="148653"/>
            </a:xfrm>
            <a:custGeom>
              <a:rect b="b" l="l" r="r" t="t"/>
              <a:pathLst>
                <a:path extrusionOk="0" h="5670" w="5675">
                  <a:moveTo>
                    <a:pt x="10" y="0"/>
                  </a:moveTo>
                  <a:lnTo>
                    <a:pt x="10" y="2833"/>
                  </a:lnTo>
                  <a:cubicBezTo>
                    <a:pt x="0" y="4422"/>
                    <a:pt x="1290" y="5669"/>
                    <a:pt x="2823" y="5669"/>
                  </a:cubicBezTo>
                  <a:cubicBezTo>
                    <a:pt x="2973" y="5669"/>
                    <a:pt x="3126" y="5657"/>
                    <a:pt x="3280" y="5632"/>
                  </a:cubicBezTo>
                  <a:cubicBezTo>
                    <a:pt x="1901" y="5418"/>
                    <a:pt x="879" y="4231"/>
                    <a:pt x="879" y="2833"/>
                  </a:cubicBezTo>
                  <a:lnTo>
                    <a:pt x="879" y="2825"/>
                  </a:lnTo>
                  <a:cubicBezTo>
                    <a:pt x="879" y="2641"/>
                    <a:pt x="995" y="2478"/>
                    <a:pt x="1169" y="2420"/>
                  </a:cubicBezTo>
                  <a:cubicBezTo>
                    <a:pt x="1843" y="2177"/>
                    <a:pt x="2426" y="1739"/>
                    <a:pt x="2842" y="1156"/>
                  </a:cubicBezTo>
                  <a:cubicBezTo>
                    <a:pt x="3494" y="2072"/>
                    <a:pt x="4552" y="2615"/>
                    <a:pt x="5674" y="2615"/>
                  </a:cubicBezTo>
                  <a:lnTo>
                    <a:pt x="56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88"/>
            <p:cNvSpPr/>
            <p:nvPr/>
          </p:nvSpPr>
          <p:spPr>
            <a:xfrm>
              <a:off x="6751295" y="3361920"/>
              <a:ext cx="194298" cy="267890"/>
            </a:xfrm>
            <a:custGeom>
              <a:rect b="b" l="l" r="r" t="t"/>
              <a:pathLst>
                <a:path extrusionOk="0" h="10218" w="7411">
                  <a:moveTo>
                    <a:pt x="3706" y="0"/>
                  </a:moveTo>
                  <a:cubicBezTo>
                    <a:pt x="1659" y="0"/>
                    <a:pt x="1" y="1659"/>
                    <a:pt x="1" y="3705"/>
                  </a:cubicBezTo>
                  <a:lnTo>
                    <a:pt x="1" y="10217"/>
                  </a:lnTo>
                  <a:lnTo>
                    <a:pt x="877" y="9909"/>
                  </a:lnTo>
                  <a:lnTo>
                    <a:pt x="877" y="4991"/>
                  </a:lnTo>
                  <a:cubicBezTo>
                    <a:pt x="873" y="4774"/>
                    <a:pt x="1025" y="4589"/>
                    <a:pt x="1239" y="4549"/>
                  </a:cubicBezTo>
                  <a:cubicBezTo>
                    <a:pt x="2376" y="4368"/>
                    <a:pt x="3188" y="3387"/>
                    <a:pt x="3528" y="2894"/>
                  </a:cubicBezTo>
                  <a:cubicBezTo>
                    <a:pt x="3572" y="2833"/>
                    <a:pt x="3639" y="2802"/>
                    <a:pt x="3707" y="2802"/>
                  </a:cubicBezTo>
                  <a:cubicBezTo>
                    <a:pt x="3775" y="2802"/>
                    <a:pt x="3843" y="2833"/>
                    <a:pt x="3887" y="2894"/>
                  </a:cubicBezTo>
                  <a:cubicBezTo>
                    <a:pt x="4227" y="3387"/>
                    <a:pt x="5038" y="4368"/>
                    <a:pt x="6176" y="4549"/>
                  </a:cubicBezTo>
                  <a:cubicBezTo>
                    <a:pt x="6389" y="4589"/>
                    <a:pt x="6541" y="4774"/>
                    <a:pt x="6538" y="4991"/>
                  </a:cubicBezTo>
                  <a:lnTo>
                    <a:pt x="6538" y="9909"/>
                  </a:lnTo>
                  <a:lnTo>
                    <a:pt x="7411" y="10217"/>
                  </a:lnTo>
                  <a:lnTo>
                    <a:pt x="7411" y="3705"/>
                  </a:lnTo>
                  <a:cubicBezTo>
                    <a:pt x="7411" y="1659"/>
                    <a:pt x="5752" y="0"/>
                    <a:pt x="370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88"/>
            <p:cNvSpPr/>
            <p:nvPr/>
          </p:nvSpPr>
          <p:spPr>
            <a:xfrm>
              <a:off x="6777119" y="3608312"/>
              <a:ext cx="142833" cy="85023"/>
            </a:xfrm>
            <a:custGeom>
              <a:rect b="b" l="l" r="r" t="t"/>
              <a:pathLst>
                <a:path extrusionOk="0" h="3243" w="5448">
                  <a:moveTo>
                    <a:pt x="1131" y="1"/>
                  </a:moveTo>
                  <a:cubicBezTo>
                    <a:pt x="1044" y="77"/>
                    <a:pt x="946" y="138"/>
                    <a:pt x="837" y="182"/>
                  </a:cubicBezTo>
                  <a:lnTo>
                    <a:pt x="4" y="475"/>
                  </a:lnTo>
                  <a:cubicBezTo>
                    <a:pt x="4" y="490"/>
                    <a:pt x="1" y="504"/>
                    <a:pt x="1" y="519"/>
                  </a:cubicBezTo>
                  <a:cubicBezTo>
                    <a:pt x="1" y="2025"/>
                    <a:pt x="1221" y="3242"/>
                    <a:pt x="2724" y="3242"/>
                  </a:cubicBezTo>
                  <a:cubicBezTo>
                    <a:pt x="4231" y="3242"/>
                    <a:pt x="5448" y="2025"/>
                    <a:pt x="5448" y="519"/>
                  </a:cubicBezTo>
                  <a:cubicBezTo>
                    <a:pt x="5448" y="504"/>
                    <a:pt x="5448" y="490"/>
                    <a:pt x="5448" y="475"/>
                  </a:cubicBezTo>
                  <a:lnTo>
                    <a:pt x="4615" y="178"/>
                  </a:lnTo>
                  <a:cubicBezTo>
                    <a:pt x="4506" y="138"/>
                    <a:pt x="4405" y="77"/>
                    <a:pt x="4321" y="1"/>
                  </a:cubicBezTo>
                  <a:lnTo>
                    <a:pt x="2728" y="1062"/>
                  </a:lnTo>
                  <a:lnTo>
                    <a:pt x="113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88"/>
            <p:cNvSpPr/>
            <p:nvPr/>
          </p:nvSpPr>
          <p:spPr>
            <a:xfrm>
              <a:off x="6777119" y="3608312"/>
              <a:ext cx="142938" cy="70158"/>
            </a:xfrm>
            <a:custGeom>
              <a:rect b="b" l="l" r="r" t="t"/>
              <a:pathLst>
                <a:path extrusionOk="0" h="2676" w="5452">
                  <a:moveTo>
                    <a:pt x="1131" y="1"/>
                  </a:moveTo>
                  <a:cubicBezTo>
                    <a:pt x="1044" y="77"/>
                    <a:pt x="946" y="138"/>
                    <a:pt x="837" y="182"/>
                  </a:cubicBezTo>
                  <a:lnTo>
                    <a:pt x="4" y="475"/>
                  </a:lnTo>
                  <a:cubicBezTo>
                    <a:pt x="4" y="490"/>
                    <a:pt x="1" y="504"/>
                    <a:pt x="1" y="519"/>
                  </a:cubicBezTo>
                  <a:cubicBezTo>
                    <a:pt x="1" y="533"/>
                    <a:pt x="4" y="562"/>
                    <a:pt x="4" y="584"/>
                  </a:cubicBezTo>
                  <a:lnTo>
                    <a:pt x="703" y="2156"/>
                  </a:lnTo>
                  <a:cubicBezTo>
                    <a:pt x="852" y="2489"/>
                    <a:pt x="1174" y="2675"/>
                    <a:pt x="1503" y="2675"/>
                  </a:cubicBezTo>
                  <a:cubicBezTo>
                    <a:pt x="1697" y="2675"/>
                    <a:pt x="1893" y="2611"/>
                    <a:pt x="2058" y="2474"/>
                  </a:cubicBezTo>
                  <a:lnTo>
                    <a:pt x="2724" y="1917"/>
                  </a:lnTo>
                  <a:lnTo>
                    <a:pt x="3394" y="2474"/>
                  </a:lnTo>
                  <a:cubicBezTo>
                    <a:pt x="3559" y="2611"/>
                    <a:pt x="3755" y="2675"/>
                    <a:pt x="3948" y="2675"/>
                  </a:cubicBezTo>
                  <a:cubicBezTo>
                    <a:pt x="4278" y="2675"/>
                    <a:pt x="4600" y="2489"/>
                    <a:pt x="4749" y="2156"/>
                  </a:cubicBezTo>
                  <a:lnTo>
                    <a:pt x="5448" y="584"/>
                  </a:lnTo>
                  <a:cubicBezTo>
                    <a:pt x="5448" y="562"/>
                    <a:pt x="5451" y="540"/>
                    <a:pt x="5451" y="519"/>
                  </a:cubicBezTo>
                  <a:cubicBezTo>
                    <a:pt x="5451" y="497"/>
                    <a:pt x="5451" y="490"/>
                    <a:pt x="5448" y="475"/>
                  </a:cubicBezTo>
                  <a:lnTo>
                    <a:pt x="4615" y="182"/>
                  </a:lnTo>
                  <a:cubicBezTo>
                    <a:pt x="4506" y="138"/>
                    <a:pt x="4405" y="77"/>
                    <a:pt x="4321" y="1"/>
                  </a:cubicBezTo>
                  <a:lnTo>
                    <a:pt x="2728" y="1062"/>
                  </a:lnTo>
                  <a:lnTo>
                    <a:pt x="113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88"/>
            <p:cNvSpPr/>
            <p:nvPr/>
          </p:nvSpPr>
          <p:spPr>
            <a:xfrm>
              <a:off x="6791827" y="3598533"/>
              <a:ext cx="56735" cy="62738"/>
            </a:xfrm>
            <a:custGeom>
              <a:rect b="b" l="l" r="r" t="t"/>
              <a:pathLst>
                <a:path extrusionOk="0" h="2393" w="2164">
                  <a:moveTo>
                    <a:pt x="638" y="1"/>
                  </a:moveTo>
                  <a:cubicBezTo>
                    <a:pt x="582" y="1"/>
                    <a:pt x="526" y="23"/>
                    <a:pt x="483" y="66"/>
                  </a:cubicBezTo>
                  <a:lnTo>
                    <a:pt x="59" y="490"/>
                  </a:lnTo>
                  <a:cubicBezTo>
                    <a:pt x="12" y="537"/>
                    <a:pt x="1" y="606"/>
                    <a:pt x="26" y="664"/>
                  </a:cubicBezTo>
                  <a:lnTo>
                    <a:pt x="740" y="2264"/>
                  </a:lnTo>
                  <a:cubicBezTo>
                    <a:pt x="776" y="2347"/>
                    <a:pt x="856" y="2393"/>
                    <a:pt x="939" y="2393"/>
                  </a:cubicBezTo>
                  <a:cubicBezTo>
                    <a:pt x="987" y="2393"/>
                    <a:pt x="1035" y="2377"/>
                    <a:pt x="1077" y="2344"/>
                  </a:cubicBezTo>
                  <a:lnTo>
                    <a:pt x="2163" y="1439"/>
                  </a:lnTo>
                  <a:lnTo>
                    <a:pt x="791" y="66"/>
                  </a:lnTo>
                  <a:cubicBezTo>
                    <a:pt x="749" y="23"/>
                    <a:pt x="694" y="1"/>
                    <a:pt x="6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88"/>
            <p:cNvSpPr/>
            <p:nvPr/>
          </p:nvSpPr>
          <p:spPr>
            <a:xfrm>
              <a:off x="6848536" y="3598533"/>
              <a:ext cx="56708" cy="62738"/>
            </a:xfrm>
            <a:custGeom>
              <a:rect b="b" l="l" r="r" t="t"/>
              <a:pathLst>
                <a:path extrusionOk="0" h="2393" w="2163">
                  <a:moveTo>
                    <a:pt x="1525" y="1"/>
                  </a:moveTo>
                  <a:cubicBezTo>
                    <a:pt x="1470" y="1"/>
                    <a:pt x="1414" y="23"/>
                    <a:pt x="1373" y="66"/>
                  </a:cubicBezTo>
                  <a:lnTo>
                    <a:pt x="0" y="1439"/>
                  </a:lnTo>
                  <a:lnTo>
                    <a:pt x="1087" y="2344"/>
                  </a:lnTo>
                  <a:cubicBezTo>
                    <a:pt x="1127" y="2377"/>
                    <a:pt x="1175" y="2393"/>
                    <a:pt x="1223" y="2393"/>
                  </a:cubicBezTo>
                  <a:cubicBezTo>
                    <a:pt x="1305" y="2393"/>
                    <a:pt x="1387" y="2347"/>
                    <a:pt x="1423" y="2264"/>
                  </a:cubicBezTo>
                  <a:lnTo>
                    <a:pt x="2137" y="664"/>
                  </a:lnTo>
                  <a:cubicBezTo>
                    <a:pt x="2162" y="606"/>
                    <a:pt x="2148" y="537"/>
                    <a:pt x="2104" y="490"/>
                  </a:cubicBezTo>
                  <a:lnTo>
                    <a:pt x="1681" y="66"/>
                  </a:lnTo>
                  <a:cubicBezTo>
                    <a:pt x="1637" y="23"/>
                    <a:pt x="1581" y="1"/>
                    <a:pt x="15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88"/>
            <p:cNvSpPr/>
            <p:nvPr/>
          </p:nvSpPr>
          <p:spPr>
            <a:xfrm>
              <a:off x="6808921" y="3482782"/>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88"/>
            <p:cNvSpPr/>
            <p:nvPr/>
          </p:nvSpPr>
          <p:spPr>
            <a:xfrm>
              <a:off x="6877480" y="3482782"/>
              <a:ext cx="10671" cy="16465"/>
            </a:xfrm>
            <a:custGeom>
              <a:rect b="b" l="l" r="r" t="t"/>
              <a:pathLst>
                <a:path extrusionOk="0" h="628" w="407">
                  <a:moveTo>
                    <a:pt x="204" y="0"/>
                  </a:moveTo>
                  <a:cubicBezTo>
                    <a:pt x="102" y="0"/>
                    <a:pt x="1" y="68"/>
                    <a:pt x="1" y="204"/>
                  </a:cubicBezTo>
                  <a:lnTo>
                    <a:pt x="1" y="421"/>
                  </a:lnTo>
                  <a:cubicBezTo>
                    <a:pt x="1" y="533"/>
                    <a:pt x="91" y="627"/>
                    <a:pt x="204" y="627"/>
                  </a:cubicBezTo>
                  <a:cubicBezTo>
                    <a:pt x="316" y="627"/>
                    <a:pt x="406" y="533"/>
                    <a:pt x="406" y="421"/>
                  </a:cubicBezTo>
                  <a:lnTo>
                    <a:pt x="406" y="204"/>
                  </a:lnTo>
                  <a:cubicBezTo>
                    <a:pt x="406"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88"/>
            <p:cNvSpPr/>
            <p:nvPr/>
          </p:nvSpPr>
          <p:spPr>
            <a:xfrm>
              <a:off x="6823681" y="3522685"/>
              <a:ext cx="49708" cy="16543"/>
            </a:xfrm>
            <a:custGeom>
              <a:rect b="b" l="l" r="r" t="t"/>
              <a:pathLst>
                <a:path extrusionOk="0" h="631" w="1896">
                  <a:moveTo>
                    <a:pt x="298" y="1"/>
                  </a:moveTo>
                  <a:cubicBezTo>
                    <a:pt x="139" y="1"/>
                    <a:pt x="0" y="207"/>
                    <a:pt x="151" y="355"/>
                  </a:cubicBezTo>
                  <a:cubicBezTo>
                    <a:pt x="329" y="525"/>
                    <a:pt x="626" y="630"/>
                    <a:pt x="948" y="630"/>
                  </a:cubicBezTo>
                  <a:cubicBezTo>
                    <a:pt x="1270" y="630"/>
                    <a:pt x="1571" y="525"/>
                    <a:pt x="1745" y="355"/>
                  </a:cubicBezTo>
                  <a:cubicBezTo>
                    <a:pt x="1896" y="207"/>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88"/>
            <p:cNvSpPr/>
            <p:nvPr/>
          </p:nvSpPr>
          <p:spPr>
            <a:xfrm>
              <a:off x="6917461" y="3504726"/>
              <a:ext cx="26" cy="131"/>
            </a:xfrm>
            <a:custGeom>
              <a:rect b="b" l="l" r="r" t="t"/>
              <a:pathLst>
                <a:path extrusionOk="0" h="5" w="1">
                  <a:moveTo>
                    <a:pt x="1" y="1"/>
                  </a:moveTo>
                  <a:cubicBezTo>
                    <a:pt x="1" y="1"/>
                    <a:pt x="1" y="4"/>
                    <a:pt x="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88"/>
            <p:cNvSpPr/>
            <p:nvPr/>
          </p:nvSpPr>
          <p:spPr>
            <a:xfrm>
              <a:off x="6711785" y="3356598"/>
              <a:ext cx="273501" cy="365052"/>
            </a:xfrm>
            <a:custGeom>
              <a:rect b="b" l="l" r="r" t="t"/>
              <a:pathLst>
                <a:path extrusionOk="0" h="13924" w="10432">
                  <a:moveTo>
                    <a:pt x="5220" y="406"/>
                  </a:moveTo>
                  <a:cubicBezTo>
                    <a:pt x="7154" y="406"/>
                    <a:pt x="8722" y="1971"/>
                    <a:pt x="8722" y="3905"/>
                  </a:cubicBezTo>
                  <a:lnTo>
                    <a:pt x="8718" y="10134"/>
                  </a:lnTo>
                  <a:lnTo>
                    <a:pt x="7592" y="9736"/>
                  </a:lnTo>
                  <a:cubicBezTo>
                    <a:pt x="7581" y="9703"/>
                    <a:pt x="7563" y="9674"/>
                    <a:pt x="7541" y="9649"/>
                  </a:cubicBezTo>
                  <a:lnTo>
                    <a:pt x="7041" y="9153"/>
                  </a:lnTo>
                  <a:cubicBezTo>
                    <a:pt x="6964" y="9075"/>
                    <a:pt x="6861" y="9029"/>
                    <a:pt x="6753" y="9029"/>
                  </a:cubicBezTo>
                  <a:cubicBezTo>
                    <a:pt x="6746" y="9029"/>
                    <a:pt x="6738" y="9029"/>
                    <a:pt x="6730" y="9030"/>
                  </a:cubicBezTo>
                  <a:lnTo>
                    <a:pt x="6730" y="8287"/>
                  </a:lnTo>
                  <a:cubicBezTo>
                    <a:pt x="7194" y="8019"/>
                    <a:pt x="7578" y="7635"/>
                    <a:pt x="7849" y="7172"/>
                  </a:cubicBezTo>
                  <a:lnTo>
                    <a:pt x="7849" y="9142"/>
                  </a:lnTo>
                  <a:cubicBezTo>
                    <a:pt x="7849" y="9278"/>
                    <a:pt x="7951" y="9346"/>
                    <a:pt x="8052" y="9346"/>
                  </a:cubicBezTo>
                  <a:cubicBezTo>
                    <a:pt x="8153" y="9346"/>
                    <a:pt x="8255" y="9278"/>
                    <a:pt x="8255" y="9142"/>
                  </a:cubicBezTo>
                  <a:lnTo>
                    <a:pt x="8255" y="5194"/>
                  </a:lnTo>
                  <a:cubicBezTo>
                    <a:pt x="8258" y="4879"/>
                    <a:pt x="8030" y="4607"/>
                    <a:pt x="7719" y="4553"/>
                  </a:cubicBezTo>
                  <a:cubicBezTo>
                    <a:pt x="7357" y="4495"/>
                    <a:pt x="6426" y="4227"/>
                    <a:pt x="5564" y="2981"/>
                  </a:cubicBezTo>
                  <a:cubicBezTo>
                    <a:pt x="5481" y="2862"/>
                    <a:pt x="5349" y="2802"/>
                    <a:pt x="5218" y="2802"/>
                  </a:cubicBezTo>
                  <a:cubicBezTo>
                    <a:pt x="5087" y="2802"/>
                    <a:pt x="4955" y="2862"/>
                    <a:pt x="4872" y="2981"/>
                  </a:cubicBezTo>
                  <a:cubicBezTo>
                    <a:pt x="4731" y="3181"/>
                    <a:pt x="4579" y="3369"/>
                    <a:pt x="4416" y="3546"/>
                  </a:cubicBezTo>
                  <a:cubicBezTo>
                    <a:pt x="4273" y="3697"/>
                    <a:pt x="4409" y="3894"/>
                    <a:pt x="4565" y="3894"/>
                  </a:cubicBezTo>
                  <a:cubicBezTo>
                    <a:pt x="4615" y="3894"/>
                    <a:pt x="4667" y="3874"/>
                    <a:pt x="4713" y="3825"/>
                  </a:cubicBezTo>
                  <a:cubicBezTo>
                    <a:pt x="4890" y="3633"/>
                    <a:pt x="5057" y="3430"/>
                    <a:pt x="5205" y="3213"/>
                  </a:cubicBezTo>
                  <a:cubicBezTo>
                    <a:pt x="5207" y="3210"/>
                    <a:pt x="5212" y="3208"/>
                    <a:pt x="5216" y="3208"/>
                  </a:cubicBezTo>
                  <a:cubicBezTo>
                    <a:pt x="5221" y="3208"/>
                    <a:pt x="5225" y="3210"/>
                    <a:pt x="5227" y="3213"/>
                  </a:cubicBezTo>
                  <a:cubicBezTo>
                    <a:pt x="5477" y="3579"/>
                    <a:pt x="5774" y="3908"/>
                    <a:pt x="6111" y="4198"/>
                  </a:cubicBezTo>
                  <a:cubicBezTo>
                    <a:pt x="6600" y="4615"/>
                    <a:pt x="7121" y="4868"/>
                    <a:pt x="7654" y="4952"/>
                  </a:cubicBezTo>
                  <a:cubicBezTo>
                    <a:pt x="7769" y="4977"/>
                    <a:pt x="7849" y="5078"/>
                    <a:pt x="7846" y="5194"/>
                  </a:cubicBezTo>
                  <a:lnTo>
                    <a:pt x="7846" y="5651"/>
                  </a:lnTo>
                  <a:cubicBezTo>
                    <a:pt x="7853" y="7103"/>
                    <a:pt x="6679" y="8284"/>
                    <a:pt x="5227" y="8291"/>
                  </a:cubicBezTo>
                  <a:cubicBezTo>
                    <a:pt x="5225" y="8291"/>
                    <a:pt x="5223" y="8291"/>
                    <a:pt x="5220" y="8291"/>
                  </a:cubicBezTo>
                  <a:cubicBezTo>
                    <a:pt x="3771" y="8291"/>
                    <a:pt x="2594" y="7119"/>
                    <a:pt x="2587" y="5669"/>
                  </a:cubicBezTo>
                  <a:lnTo>
                    <a:pt x="2587" y="5194"/>
                  </a:lnTo>
                  <a:cubicBezTo>
                    <a:pt x="2587" y="5078"/>
                    <a:pt x="2666" y="4977"/>
                    <a:pt x="2779" y="4952"/>
                  </a:cubicBezTo>
                  <a:cubicBezTo>
                    <a:pt x="3231" y="4875"/>
                    <a:pt x="3659" y="4694"/>
                    <a:pt x="4028" y="4426"/>
                  </a:cubicBezTo>
                  <a:cubicBezTo>
                    <a:pt x="4209" y="4299"/>
                    <a:pt x="4087" y="4053"/>
                    <a:pt x="3913" y="4053"/>
                  </a:cubicBezTo>
                  <a:cubicBezTo>
                    <a:pt x="3875" y="4053"/>
                    <a:pt x="3834" y="4065"/>
                    <a:pt x="3793" y="4093"/>
                  </a:cubicBezTo>
                  <a:cubicBezTo>
                    <a:pt x="3474" y="4325"/>
                    <a:pt x="3105" y="4481"/>
                    <a:pt x="2717" y="4550"/>
                  </a:cubicBezTo>
                  <a:cubicBezTo>
                    <a:pt x="2406" y="4604"/>
                    <a:pt x="2178" y="4879"/>
                    <a:pt x="2181" y="5194"/>
                  </a:cubicBezTo>
                  <a:lnTo>
                    <a:pt x="2181" y="9138"/>
                  </a:lnTo>
                  <a:cubicBezTo>
                    <a:pt x="2181" y="9274"/>
                    <a:pt x="2283" y="9342"/>
                    <a:pt x="2384" y="9342"/>
                  </a:cubicBezTo>
                  <a:cubicBezTo>
                    <a:pt x="2485" y="9342"/>
                    <a:pt x="2587" y="9274"/>
                    <a:pt x="2587" y="9138"/>
                  </a:cubicBezTo>
                  <a:lnTo>
                    <a:pt x="2587" y="7172"/>
                  </a:lnTo>
                  <a:cubicBezTo>
                    <a:pt x="2858" y="7635"/>
                    <a:pt x="3242" y="8019"/>
                    <a:pt x="3706" y="8287"/>
                  </a:cubicBezTo>
                  <a:lnTo>
                    <a:pt x="3706" y="9026"/>
                  </a:lnTo>
                  <a:cubicBezTo>
                    <a:pt x="3701" y="9026"/>
                    <a:pt x="3697" y="9026"/>
                    <a:pt x="3693" y="9026"/>
                  </a:cubicBezTo>
                  <a:cubicBezTo>
                    <a:pt x="3581" y="9026"/>
                    <a:pt x="3475" y="9069"/>
                    <a:pt x="3394" y="9149"/>
                  </a:cubicBezTo>
                  <a:lnTo>
                    <a:pt x="2895" y="9645"/>
                  </a:lnTo>
                  <a:cubicBezTo>
                    <a:pt x="2873" y="9671"/>
                    <a:pt x="2855" y="9700"/>
                    <a:pt x="2844" y="9732"/>
                  </a:cubicBezTo>
                  <a:lnTo>
                    <a:pt x="1718" y="10131"/>
                  </a:lnTo>
                  <a:lnTo>
                    <a:pt x="1718" y="3905"/>
                  </a:lnTo>
                  <a:cubicBezTo>
                    <a:pt x="1718" y="1971"/>
                    <a:pt x="3286" y="406"/>
                    <a:pt x="5220" y="406"/>
                  </a:cubicBezTo>
                  <a:close/>
                  <a:moveTo>
                    <a:pt x="6321" y="8483"/>
                  </a:moveTo>
                  <a:lnTo>
                    <a:pt x="6321" y="9272"/>
                  </a:lnTo>
                  <a:lnTo>
                    <a:pt x="5216" y="10377"/>
                  </a:lnTo>
                  <a:lnTo>
                    <a:pt x="4112" y="9272"/>
                  </a:lnTo>
                  <a:lnTo>
                    <a:pt x="4112" y="8483"/>
                  </a:lnTo>
                  <a:cubicBezTo>
                    <a:pt x="4466" y="8620"/>
                    <a:pt x="4841" y="8689"/>
                    <a:pt x="5216" y="8689"/>
                  </a:cubicBezTo>
                  <a:cubicBezTo>
                    <a:pt x="5591" y="8689"/>
                    <a:pt x="5966" y="8620"/>
                    <a:pt x="6321" y="8483"/>
                  </a:cubicBezTo>
                  <a:close/>
                  <a:moveTo>
                    <a:pt x="3693" y="9433"/>
                  </a:moveTo>
                  <a:cubicBezTo>
                    <a:pt x="3697" y="9433"/>
                    <a:pt x="3700" y="9435"/>
                    <a:pt x="3702" y="9439"/>
                  </a:cubicBezTo>
                  <a:lnTo>
                    <a:pt x="4916" y="10652"/>
                  </a:lnTo>
                  <a:lnTo>
                    <a:pt x="3999" y="11413"/>
                  </a:lnTo>
                  <a:cubicBezTo>
                    <a:pt x="3996" y="11415"/>
                    <a:pt x="3993" y="11417"/>
                    <a:pt x="3990" y="11417"/>
                  </a:cubicBezTo>
                  <a:cubicBezTo>
                    <a:pt x="3985" y="11417"/>
                    <a:pt x="3980" y="11414"/>
                    <a:pt x="3978" y="11409"/>
                  </a:cubicBezTo>
                  <a:lnTo>
                    <a:pt x="3282" y="9837"/>
                  </a:lnTo>
                  <a:lnTo>
                    <a:pt x="3684" y="9439"/>
                  </a:lnTo>
                  <a:cubicBezTo>
                    <a:pt x="3686" y="9435"/>
                    <a:pt x="3690" y="9433"/>
                    <a:pt x="3693" y="9433"/>
                  </a:cubicBezTo>
                  <a:close/>
                  <a:moveTo>
                    <a:pt x="6741" y="9433"/>
                  </a:moveTo>
                  <a:cubicBezTo>
                    <a:pt x="6745" y="9433"/>
                    <a:pt x="6748" y="9435"/>
                    <a:pt x="6752" y="9439"/>
                  </a:cubicBezTo>
                  <a:lnTo>
                    <a:pt x="7154" y="9837"/>
                  </a:lnTo>
                  <a:lnTo>
                    <a:pt x="7114" y="9928"/>
                  </a:lnTo>
                  <a:cubicBezTo>
                    <a:pt x="7044" y="10084"/>
                    <a:pt x="7171" y="10215"/>
                    <a:pt x="7303" y="10215"/>
                  </a:cubicBezTo>
                  <a:cubicBezTo>
                    <a:pt x="7363" y="10215"/>
                    <a:pt x="7425" y="10188"/>
                    <a:pt x="7469" y="10123"/>
                  </a:cubicBezTo>
                  <a:lnTo>
                    <a:pt x="7759" y="10228"/>
                  </a:lnTo>
                  <a:lnTo>
                    <a:pt x="7730" y="10442"/>
                  </a:lnTo>
                  <a:cubicBezTo>
                    <a:pt x="7559" y="11699"/>
                    <a:pt x="6484" y="12637"/>
                    <a:pt x="5216" y="12637"/>
                  </a:cubicBezTo>
                  <a:cubicBezTo>
                    <a:pt x="3945" y="12637"/>
                    <a:pt x="2873" y="11699"/>
                    <a:pt x="2703" y="10442"/>
                  </a:cubicBezTo>
                  <a:lnTo>
                    <a:pt x="2674" y="10228"/>
                  </a:lnTo>
                  <a:lnTo>
                    <a:pt x="2960" y="10127"/>
                  </a:lnTo>
                  <a:lnTo>
                    <a:pt x="3604" y="11576"/>
                  </a:lnTo>
                  <a:cubicBezTo>
                    <a:pt x="3659" y="11695"/>
                    <a:pt x="3764" y="11786"/>
                    <a:pt x="3894" y="11815"/>
                  </a:cubicBezTo>
                  <a:cubicBezTo>
                    <a:pt x="3927" y="11822"/>
                    <a:pt x="3959" y="11826"/>
                    <a:pt x="3992" y="11826"/>
                  </a:cubicBezTo>
                  <a:cubicBezTo>
                    <a:pt x="4090" y="11826"/>
                    <a:pt x="4184" y="11789"/>
                    <a:pt x="4260" y="11728"/>
                  </a:cubicBezTo>
                  <a:lnTo>
                    <a:pt x="5216" y="10931"/>
                  </a:lnTo>
                  <a:lnTo>
                    <a:pt x="6172" y="11728"/>
                  </a:lnTo>
                  <a:cubicBezTo>
                    <a:pt x="6248" y="11789"/>
                    <a:pt x="6343" y="11826"/>
                    <a:pt x="6440" y="11826"/>
                  </a:cubicBezTo>
                  <a:cubicBezTo>
                    <a:pt x="6473" y="11826"/>
                    <a:pt x="6505" y="11822"/>
                    <a:pt x="6538" y="11815"/>
                  </a:cubicBezTo>
                  <a:cubicBezTo>
                    <a:pt x="6665" y="11786"/>
                    <a:pt x="6773" y="11695"/>
                    <a:pt x="6828" y="11576"/>
                  </a:cubicBezTo>
                  <a:lnTo>
                    <a:pt x="7136" y="10880"/>
                  </a:lnTo>
                  <a:cubicBezTo>
                    <a:pt x="7209" y="10718"/>
                    <a:pt x="7076" y="10590"/>
                    <a:pt x="6944" y="10590"/>
                  </a:cubicBezTo>
                  <a:cubicBezTo>
                    <a:pt x="6873" y="10590"/>
                    <a:pt x="6802" y="10627"/>
                    <a:pt x="6763" y="10714"/>
                  </a:cubicBezTo>
                  <a:lnTo>
                    <a:pt x="6455" y="11409"/>
                  </a:lnTo>
                  <a:cubicBezTo>
                    <a:pt x="6453" y="11414"/>
                    <a:pt x="6448" y="11417"/>
                    <a:pt x="6442" y="11417"/>
                  </a:cubicBezTo>
                  <a:cubicBezTo>
                    <a:pt x="6439" y="11417"/>
                    <a:pt x="6436" y="11415"/>
                    <a:pt x="6433" y="11413"/>
                  </a:cubicBezTo>
                  <a:lnTo>
                    <a:pt x="5517" y="10652"/>
                  </a:lnTo>
                  <a:lnTo>
                    <a:pt x="6734" y="9439"/>
                  </a:lnTo>
                  <a:cubicBezTo>
                    <a:pt x="6735" y="9435"/>
                    <a:pt x="6738" y="9433"/>
                    <a:pt x="6741" y="9433"/>
                  </a:cubicBezTo>
                  <a:close/>
                  <a:moveTo>
                    <a:pt x="5216" y="1"/>
                  </a:moveTo>
                  <a:cubicBezTo>
                    <a:pt x="3058" y="1"/>
                    <a:pt x="1308" y="1750"/>
                    <a:pt x="1308" y="3908"/>
                  </a:cubicBezTo>
                  <a:lnTo>
                    <a:pt x="1308" y="10279"/>
                  </a:lnTo>
                  <a:lnTo>
                    <a:pt x="1008" y="10384"/>
                  </a:lnTo>
                  <a:cubicBezTo>
                    <a:pt x="403" y="10598"/>
                    <a:pt x="1" y="11170"/>
                    <a:pt x="1" y="11811"/>
                  </a:cubicBezTo>
                  <a:lnTo>
                    <a:pt x="1" y="13720"/>
                  </a:lnTo>
                  <a:cubicBezTo>
                    <a:pt x="1" y="13856"/>
                    <a:pt x="102" y="13923"/>
                    <a:pt x="204" y="13923"/>
                  </a:cubicBezTo>
                  <a:cubicBezTo>
                    <a:pt x="305" y="13923"/>
                    <a:pt x="407" y="13856"/>
                    <a:pt x="407" y="13720"/>
                  </a:cubicBezTo>
                  <a:lnTo>
                    <a:pt x="407" y="11811"/>
                  </a:lnTo>
                  <a:cubicBezTo>
                    <a:pt x="407" y="11677"/>
                    <a:pt x="432" y="11547"/>
                    <a:pt x="479" y="11420"/>
                  </a:cubicBezTo>
                  <a:lnTo>
                    <a:pt x="1511" y="12304"/>
                  </a:lnTo>
                  <a:cubicBezTo>
                    <a:pt x="1656" y="12430"/>
                    <a:pt x="1743" y="12615"/>
                    <a:pt x="1743" y="12811"/>
                  </a:cubicBezTo>
                  <a:lnTo>
                    <a:pt x="1743" y="13716"/>
                  </a:lnTo>
                  <a:cubicBezTo>
                    <a:pt x="1743" y="13852"/>
                    <a:pt x="1844" y="13920"/>
                    <a:pt x="1946" y="13920"/>
                  </a:cubicBezTo>
                  <a:cubicBezTo>
                    <a:pt x="2047" y="13920"/>
                    <a:pt x="2149" y="13852"/>
                    <a:pt x="2149" y="13716"/>
                  </a:cubicBezTo>
                  <a:lnTo>
                    <a:pt x="2149" y="12811"/>
                  </a:lnTo>
                  <a:cubicBezTo>
                    <a:pt x="2149" y="12499"/>
                    <a:pt x="2011" y="12202"/>
                    <a:pt x="1776" y="11996"/>
                  </a:cubicBezTo>
                  <a:lnTo>
                    <a:pt x="693" y="11069"/>
                  </a:lnTo>
                  <a:cubicBezTo>
                    <a:pt x="816" y="10935"/>
                    <a:pt x="971" y="10833"/>
                    <a:pt x="1142" y="10772"/>
                  </a:cubicBezTo>
                  <a:lnTo>
                    <a:pt x="2283" y="10370"/>
                  </a:lnTo>
                  <a:lnTo>
                    <a:pt x="2301" y="10500"/>
                  </a:lnTo>
                  <a:cubicBezTo>
                    <a:pt x="2496" y="11960"/>
                    <a:pt x="3742" y="13050"/>
                    <a:pt x="5216" y="13050"/>
                  </a:cubicBezTo>
                  <a:cubicBezTo>
                    <a:pt x="6690" y="13050"/>
                    <a:pt x="7936" y="11960"/>
                    <a:pt x="8132" y="10500"/>
                  </a:cubicBezTo>
                  <a:lnTo>
                    <a:pt x="8150" y="10370"/>
                  </a:lnTo>
                  <a:lnTo>
                    <a:pt x="9287" y="10772"/>
                  </a:lnTo>
                  <a:cubicBezTo>
                    <a:pt x="9461" y="10833"/>
                    <a:pt x="9617" y="10935"/>
                    <a:pt x="9736" y="11069"/>
                  </a:cubicBezTo>
                  <a:lnTo>
                    <a:pt x="8657" y="11996"/>
                  </a:lnTo>
                  <a:cubicBezTo>
                    <a:pt x="8418" y="12202"/>
                    <a:pt x="8280" y="12499"/>
                    <a:pt x="8280" y="12811"/>
                  </a:cubicBezTo>
                  <a:lnTo>
                    <a:pt x="8280" y="13716"/>
                  </a:lnTo>
                  <a:cubicBezTo>
                    <a:pt x="8280" y="13852"/>
                    <a:pt x="8382" y="13920"/>
                    <a:pt x="8485" y="13920"/>
                  </a:cubicBezTo>
                  <a:cubicBezTo>
                    <a:pt x="8587" y="13920"/>
                    <a:pt x="8689" y="13852"/>
                    <a:pt x="8689" y="13716"/>
                  </a:cubicBezTo>
                  <a:lnTo>
                    <a:pt x="8689" y="12811"/>
                  </a:lnTo>
                  <a:cubicBezTo>
                    <a:pt x="8689" y="12615"/>
                    <a:pt x="8773" y="12430"/>
                    <a:pt x="8921" y="12304"/>
                  </a:cubicBezTo>
                  <a:lnTo>
                    <a:pt x="9953" y="11420"/>
                  </a:lnTo>
                  <a:cubicBezTo>
                    <a:pt x="10000" y="11547"/>
                    <a:pt x="10022" y="11677"/>
                    <a:pt x="10026" y="11811"/>
                  </a:cubicBezTo>
                  <a:lnTo>
                    <a:pt x="10026" y="13720"/>
                  </a:lnTo>
                  <a:cubicBezTo>
                    <a:pt x="10026" y="13856"/>
                    <a:pt x="10127" y="13923"/>
                    <a:pt x="10229" y="13923"/>
                  </a:cubicBezTo>
                  <a:cubicBezTo>
                    <a:pt x="10330" y="13923"/>
                    <a:pt x="10431" y="13856"/>
                    <a:pt x="10431" y="13720"/>
                  </a:cubicBezTo>
                  <a:lnTo>
                    <a:pt x="10431" y="11811"/>
                  </a:lnTo>
                  <a:cubicBezTo>
                    <a:pt x="10431" y="11170"/>
                    <a:pt x="10029" y="10598"/>
                    <a:pt x="9425" y="10384"/>
                  </a:cubicBezTo>
                  <a:lnTo>
                    <a:pt x="9124" y="10279"/>
                  </a:lnTo>
                  <a:lnTo>
                    <a:pt x="9124" y="3908"/>
                  </a:lnTo>
                  <a:cubicBezTo>
                    <a:pt x="9124"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5" name="Google Shape;18275;p88"/>
          <p:cNvGrpSpPr/>
          <p:nvPr/>
        </p:nvGrpSpPr>
        <p:grpSpPr>
          <a:xfrm>
            <a:off x="6261814" y="3356598"/>
            <a:ext cx="273501" cy="364948"/>
            <a:chOff x="6261814" y="3356598"/>
            <a:chExt cx="273501" cy="364948"/>
          </a:xfrm>
        </p:grpSpPr>
        <p:sp>
          <p:nvSpPr>
            <p:cNvPr id="18276" name="Google Shape;18276;p88"/>
            <p:cNvSpPr/>
            <p:nvPr/>
          </p:nvSpPr>
          <p:spPr>
            <a:xfrm>
              <a:off x="6272826" y="3361920"/>
              <a:ext cx="251373" cy="236665"/>
            </a:xfrm>
            <a:custGeom>
              <a:rect b="b" l="l" r="r" t="t"/>
              <a:pathLst>
                <a:path extrusionOk="0" h="9027" w="9588">
                  <a:moveTo>
                    <a:pt x="4792" y="0"/>
                  </a:moveTo>
                  <a:cubicBezTo>
                    <a:pt x="4383" y="0"/>
                    <a:pt x="4043" y="486"/>
                    <a:pt x="3666" y="587"/>
                  </a:cubicBezTo>
                  <a:cubicBezTo>
                    <a:pt x="3592" y="606"/>
                    <a:pt x="3514" y="613"/>
                    <a:pt x="3433" y="613"/>
                  </a:cubicBezTo>
                  <a:cubicBezTo>
                    <a:pt x="3216" y="613"/>
                    <a:pt x="2979" y="564"/>
                    <a:pt x="2764" y="564"/>
                  </a:cubicBezTo>
                  <a:cubicBezTo>
                    <a:pt x="2630" y="564"/>
                    <a:pt x="2504" y="583"/>
                    <a:pt x="2398" y="645"/>
                  </a:cubicBezTo>
                  <a:cubicBezTo>
                    <a:pt x="2058" y="841"/>
                    <a:pt x="1996" y="1435"/>
                    <a:pt x="1714" y="1714"/>
                  </a:cubicBezTo>
                  <a:cubicBezTo>
                    <a:pt x="1431" y="1996"/>
                    <a:pt x="845" y="2050"/>
                    <a:pt x="642" y="2398"/>
                  </a:cubicBezTo>
                  <a:cubicBezTo>
                    <a:pt x="443" y="2746"/>
                    <a:pt x="689" y="3278"/>
                    <a:pt x="584" y="3666"/>
                  </a:cubicBezTo>
                  <a:cubicBezTo>
                    <a:pt x="482" y="4046"/>
                    <a:pt x="1" y="4386"/>
                    <a:pt x="1" y="4796"/>
                  </a:cubicBezTo>
                  <a:cubicBezTo>
                    <a:pt x="1" y="5205"/>
                    <a:pt x="482" y="5545"/>
                    <a:pt x="584" y="5926"/>
                  </a:cubicBezTo>
                  <a:cubicBezTo>
                    <a:pt x="689" y="6317"/>
                    <a:pt x="443" y="6849"/>
                    <a:pt x="642" y="7193"/>
                  </a:cubicBezTo>
                  <a:cubicBezTo>
                    <a:pt x="841" y="7534"/>
                    <a:pt x="1431" y="7595"/>
                    <a:pt x="1714" y="7874"/>
                  </a:cubicBezTo>
                  <a:cubicBezTo>
                    <a:pt x="1993" y="8157"/>
                    <a:pt x="2051" y="8747"/>
                    <a:pt x="2398" y="8946"/>
                  </a:cubicBezTo>
                  <a:cubicBezTo>
                    <a:pt x="2504" y="9008"/>
                    <a:pt x="2628" y="9027"/>
                    <a:pt x="2760" y="9027"/>
                  </a:cubicBezTo>
                  <a:cubicBezTo>
                    <a:pt x="2974" y="9027"/>
                    <a:pt x="3209" y="8977"/>
                    <a:pt x="3426" y="8977"/>
                  </a:cubicBezTo>
                  <a:cubicBezTo>
                    <a:pt x="3447" y="8977"/>
                    <a:pt x="3468" y="8978"/>
                    <a:pt x="3488" y="8979"/>
                  </a:cubicBezTo>
                  <a:lnTo>
                    <a:pt x="6103" y="8979"/>
                  </a:lnTo>
                  <a:cubicBezTo>
                    <a:pt x="6124" y="8978"/>
                    <a:pt x="6145" y="8977"/>
                    <a:pt x="6166" y="8977"/>
                  </a:cubicBezTo>
                  <a:cubicBezTo>
                    <a:pt x="6381" y="8977"/>
                    <a:pt x="6616" y="9027"/>
                    <a:pt x="6830" y="9027"/>
                  </a:cubicBezTo>
                  <a:cubicBezTo>
                    <a:pt x="6963" y="9027"/>
                    <a:pt x="7087" y="9008"/>
                    <a:pt x="7193" y="8946"/>
                  </a:cubicBezTo>
                  <a:cubicBezTo>
                    <a:pt x="7541" y="8747"/>
                    <a:pt x="7595" y="8157"/>
                    <a:pt x="7878" y="7874"/>
                  </a:cubicBezTo>
                  <a:cubicBezTo>
                    <a:pt x="8160" y="7595"/>
                    <a:pt x="8747" y="7537"/>
                    <a:pt x="8950" y="7190"/>
                  </a:cubicBezTo>
                  <a:cubicBezTo>
                    <a:pt x="9149" y="6842"/>
                    <a:pt x="8899" y="6317"/>
                    <a:pt x="9004" y="5926"/>
                  </a:cubicBezTo>
                  <a:cubicBezTo>
                    <a:pt x="9106" y="5545"/>
                    <a:pt x="9587" y="5205"/>
                    <a:pt x="9587" y="4796"/>
                  </a:cubicBezTo>
                  <a:cubicBezTo>
                    <a:pt x="9587" y="4386"/>
                    <a:pt x="9106" y="4046"/>
                    <a:pt x="9004" y="3666"/>
                  </a:cubicBezTo>
                  <a:cubicBezTo>
                    <a:pt x="8899" y="3275"/>
                    <a:pt x="9142" y="2738"/>
                    <a:pt x="8946" y="2398"/>
                  </a:cubicBezTo>
                  <a:cubicBezTo>
                    <a:pt x="8747" y="2058"/>
                    <a:pt x="8157" y="1996"/>
                    <a:pt x="7874" y="1714"/>
                  </a:cubicBezTo>
                  <a:cubicBezTo>
                    <a:pt x="7592" y="1431"/>
                    <a:pt x="7537" y="844"/>
                    <a:pt x="7190" y="645"/>
                  </a:cubicBezTo>
                  <a:cubicBezTo>
                    <a:pt x="7081" y="582"/>
                    <a:pt x="6955" y="562"/>
                    <a:pt x="6821" y="562"/>
                  </a:cubicBezTo>
                  <a:cubicBezTo>
                    <a:pt x="6605" y="562"/>
                    <a:pt x="6368" y="613"/>
                    <a:pt x="6151" y="613"/>
                  </a:cubicBezTo>
                  <a:cubicBezTo>
                    <a:pt x="6072" y="613"/>
                    <a:pt x="5995" y="606"/>
                    <a:pt x="5922" y="587"/>
                  </a:cubicBezTo>
                  <a:cubicBezTo>
                    <a:pt x="5546" y="486"/>
                    <a:pt x="5205" y="0"/>
                    <a:pt x="47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88"/>
            <p:cNvSpPr/>
            <p:nvPr/>
          </p:nvSpPr>
          <p:spPr>
            <a:xfrm>
              <a:off x="6347074" y="3361920"/>
              <a:ext cx="177125" cy="198335"/>
            </a:xfrm>
            <a:custGeom>
              <a:rect b="b" l="l" r="r" t="t"/>
              <a:pathLst>
                <a:path extrusionOk="0" h="7565" w="6756">
                  <a:moveTo>
                    <a:pt x="1960" y="0"/>
                  </a:moveTo>
                  <a:cubicBezTo>
                    <a:pt x="1551" y="0"/>
                    <a:pt x="1211" y="486"/>
                    <a:pt x="834" y="587"/>
                  </a:cubicBezTo>
                  <a:cubicBezTo>
                    <a:pt x="759" y="606"/>
                    <a:pt x="679" y="613"/>
                    <a:pt x="597" y="613"/>
                  </a:cubicBezTo>
                  <a:cubicBezTo>
                    <a:pt x="411" y="613"/>
                    <a:pt x="211" y="578"/>
                    <a:pt x="23" y="565"/>
                  </a:cubicBezTo>
                  <a:cubicBezTo>
                    <a:pt x="8" y="739"/>
                    <a:pt x="1" y="913"/>
                    <a:pt x="1" y="1091"/>
                  </a:cubicBezTo>
                  <a:cubicBezTo>
                    <a:pt x="1" y="3999"/>
                    <a:pt x="1779" y="6212"/>
                    <a:pt x="4307" y="7258"/>
                  </a:cubicBezTo>
                  <a:cubicBezTo>
                    <a:pt x="4649" y="7401"/>
                    <a:pt x="5028" y="7565"/>
                    <a:pt x="5383" y="7565"/>
                  </a:cubicBezTo>
                  <a:cubicBezTo>
                    <a:pt x="5543" y="7565"/>
                    <a:pt x="5698" y="7531"/>
                    <a:pt x="5843" y="7447"/>
                  </a:cubicBezTo>
                  <a:cubicBezTo>
                    <a:pt x="5951" y="7389"/>
                    <a:pt x="6046" y="7302"/>
                    <a:pt x="6114" y="7193"/>
                  </a:cubicBezTo>
                  <a:cubicBezTo>
                    <a:pt x="6314" y="6853"/>
                    <a:pt x="6067" y="6317"/>
                    <a:pt x="6172" y="5926"/>
                  </a:cubicBezTo>
                  <a:cubicBezTo>
                    <a:pt x="6274" y="5545"/>
                    <a:pt x="6755" y="5205"/>
                    <a:pt x="6755" y="4796"/>
                  </a:cubicBezTo>
                  <a:cubicBezTo>
                    <a:pt x="6755" y="4386"/>
                    <a:pt x="6274" y="4046"/>
                    <a:pt x="6172" y="3666"/>
                  </a:cubicBezTo>
                  <a:cubicBezTo>
                    <a:pt x="6067" y="3275"/>
                    <a:pt x="6310" y="2738"/>
                    <a:pt x="6114" y="2398"/>
                  </a:cubicBezTo>
                  <a:cubicBezTo>
                    <a:pt x="5915" y="2058"/>
                    <a:pt x="5325" y="1996"/>
                    <a:pt x="5042" y="1714"/>
                  </a:cubicBezTo>
                  <a:cubicBezTo>
                    <a:pt x="4760" y="1431"/>
                    <a:pt x="4705" y="844"/>
                    <a:pt x="4358" y="645"/>
                  </a:cubicBezTo>
                  <a:cubicBezTo>
                    <a:pt x="4249" y="582"/>
                    <a:pt x="4123" y="562"/>
                    <a:pt x="3989" y="562"/>
                  </a:cubicBezTo>
                  <a:cubicBezTo>
                    <a:pt x="3773" y="562"/>
                    <a:pt x="3536" y="613"/>
                    <a:pt x="3319" y="613"/>
                  </a:cubicBezTo>
                  <a:cubicBezTo>
                    <a:pt x="3240" y="613"/>
                    <a:pt x="3163" y="606"/>
                    <a:pt x="3090" y="587"/>
                  </a:cubicBezTo>
                  <a:cubicBezTo>
                    <a:pt x="2714" y="486"/>
                    <a:pt x="2373" y="0"/>
                    <a:pt x="196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88"/>
            <p:cNvSpPr/>
            <p:nvPr/>
          </p:nvSpPr>
          <p:spPr>
            <a:xfrm>
              <a:off x="6267031" y="3590458"/>
              <a:ext cx="262857" cy="125844"/>
            </a:xfrm>
            <a:custGeom>
              <a:rect b="b" l="l" r="r" t="t"/>
              <a:pathLst>
                <a:path extrusionOk="0" h="4800" w="10026">
                  <a:moveTo>
                    <a:pt x="3706" y="1"/>
                  </a:moveTo>
                  <a:lnTo>
                    <a:pt x="3706" y="693"/>
                  </a:lnTo>
                  <a:cubicBezTo>
                    <a:pt x="3706" y="1062"/>
                    <a:pt x="3474" y="1392"/>
                    <a:pt x="3126" y="1515"/>
                  </a:cubicBezTo>
                  <a:lnTo>
                    <a:pt x="874" y="2312"/>
                  </a:lnTo>
                  <a:cubicBezTo>
                    <a:pt x="348" y="2493"/>
                    <a:pt x="1" y="2989"/>
                    <a:pt x="1" y="3543"/>
                  </a:cubicBezTo>
                  <a:lnTo>
                    <a:pt x="1" y="4800"/>
                  </a:lnTo>
                  <a:lnTo>
                    <a:pt x="10026" y="4800"/>
                  </a:lnTo>
                  <a:lnTo>
                    <a:pt x="10026" y="3543"/>
                  </a:lnTo>
                  <a:cubicBezTo>
                    <a:pt x="10026" y="2989"/>
                    <a:pt x="9678" y="2496"/>
                    <a:pt x="9156" y="2312"/>
                  </a:cubicBezTo>
                  <a:lnTo>
                    <a:pt x="6904" y="1515"/>
                  </a:lnTo>
                  <a:cubicBezTo>
                    <a:pt x="6556" y="1392"/>
                    <a:pt x="6321" y="1062"/>
                    <a:pt x="6321" y="693"/>
                  </a:cubicBezTo>
                  <a:lnTo>
                    <a:pt x="632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88"/>
            <p:cNvSpPr/>
            <p:nvPr/>
          </p:nvSpPr>
          <p:spPr>
            <a:xfrm>
              <a:off x="6307485" y="3626743"/>
              <a:ext cx="181871" cy="89480"/>
            </a:xfrm>
            <a:custGeom>
              <a:rect b="b" l="l" r="r" t="t"/>
              <a:pathLst>
                <a:path extrusionOk="0" h="3413" w="6937">
                  <a:moveTo>
                    <a:pt x="1819" y="0"/>
                  </a:moveTo>
                  <a:cubicBezTo>
                    <a:pt x="1746" y="55"/>
                    <a:pt x="1663" y="98"/>
                    <a:pt x="1580" y="131"/>
                  </a:cubicBezTo>
                  <a:lnTo>
                    <a:pt x="1" y="685"/>
                  </a:lnTo>
                  <a:cubicBezTo>
                    <a:pt x="109" y="1833"/>
                    <a:pt x="779" y="2854"/>
                    <a:pt x="1786" y="3412"/>
                  </a:cubicBezTo>
                  <a:lnTo>
                    <a:pt x="5147" y="3412"/>
                  </a:lnTo>
                  <a:cubicBezTo>
                    <a:pt x="6158" y="2854"/>
                    <a:pt x="6828" y="1833"/>
                    <a:pt x="6936" y="685"/>
                  </a:cubicBezTo>
                  <a:lnTo>
                    <a:pt x="5361" y="131"/>
                  </a:lnTo>
                  <a:cubicBezTo>
                    <a:pt x="5274" y="98"/>
                    <a:pt x="5194" y="55"/>
                    <a:pt x="5122" y="0"/>
                  </a:cubicBezTo>
                  <a:lnTo>
                    <a:pt x="3470" y="775"/>
                  </a:lnTo>
                  <a:lnTo>
                    <a:pt x="18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88"/>
            <p:cNvSpPr/>
            <p:nvPr/>
          </p:nvSpPr>
          <p:spPr>
            <a:xfrm>
              <a:off x="6348883" y="3590458"/>
              <a:ext cx="99076" cy="62896"/>
            </a:xfrm>
            <a:custGeom>
              <a:rect b="b" l="l" r="r" t="t"/>
              <a:pathLst>
                <a:path extrusionOk="0" h="2399" w="3779">
                  <a:moveTo>
                    <a:pt x="584" y="1"/>
                  </a:moveTo>
                  <a:lnTo>
                    <a:pt x="584" y="693"/>
                  </a:lnTo>
                  <a:cubicBezTo>
                    <a:pt x="584" y="1062"/>
                    <a:pt x="348" y="1392"/>
                    <a:pt x="1" y="1515"/>
                  </a:cubicBezTo>
                  <a:lnTo>
                    <a:pt x="1891" y="2399"/>
                  </a:lnTo>
                  <a:lnTo>
                    <a:pt x="3778" y="1515"/>
                  </a:lnTo>
                  <a:cubicBezTo>
                    <a:pt x="3430" y="1392"/>
                    <a:pt x="3199" y="1062"/>
                    <a:pt x="3199" y="693"/>
                  </a:cubicBezTo>
                  <a:lnTo>
                    <a:pt x="319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88"/>
            <p:cNvSpPr/>
            <p:nvPr/>
          </p:nvSpPr>
          <p:spPr>
            <a:xfrm>
              <a:off x="6324290" y="3630151"/>
              <a:ext cx="148443" cy="81589"/>
            </a:xfrm>
            <a:custGeom>
              <a:rect b="b" l="l" r="r" t="t"/>
              <a:pathLst>
                <a:path extrusionOk="0" h="3112" w="5662">
                  <a:moveTo>
                    <a:pt x="939" y="1"/>
                  </a:moveTo>
                  <a:lnTo>
                    <a:pt x="1" y="334"/>
                  </a:lnTo>
                  <a:cubicBezTo>
                    <a:pt x="30" y="1877"/>
                    <a:pt x="1286" y="3112"/>
                    <a:pt x="2829" y="3112"/>
                  </a:cubicBezTo>
                  <a:cubicBezTo>
                    <a:pt x="4372" y="3112"/>
                    <a:pt x="5632" y="1877"/>
                    <a:pt x="5661" y="334"/>
                  </a:cubicBezTo>
                  <a:lnTo>
                    <a:pt x="4720" y="1"/>
                  </a:lnTo>
                  <a:lnTo>
                    <a:pt x="2829" y="888"/>
                  </a:lnTo>
                  <a:lnTo>
                    <a:pt x="93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88"/>
            <p:cNvSpPr/>
            <p:nvPr/>
          </p:nvSpPr>
          <p:spPr>
            <a:xfrm>
              <a:off x="6364167" y="3590458"/>
              <a:ext cx="68585" cy="28630"/>
            </a:xfrm>
            <a:custGeom>
              <a:rect b="b" l="l" r="r" t="t"/>
              <a:pathLst>
                <a:path extrusionOk="0" h="1092" w="2616">
                  <a:moveTo>
                    <a:pt x="1" y="1"/>
                  </a:moveTo>
                  <a:lnTo>
                    <a:pt x="1" y="812"/>
                  </a:lnTo>
                  <a:cubicBezTo>
                    <a:pt x="414" y="997"/>
                    <a:pt x="855" y="1091"/>
                    <a:pt x="1308" y="1091"/>
                  </a:cubicBezTo>
                  <a:cubicBezTo>
                    <a:pt x="1757" y="1091"/>
                    <a:pt x="2203" y="997"/>
                    <a:pt x="2616" y="812"/>
                  </a:cubicBezTo>
                  <a:lnTo>
                    <a:pt x="26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88"/>
            <p:cNvSpPr/>
            <p:nvPr/>
          </p:nvSpPr>
          <p:spPr>
            <a:xfrm>
              <a:off x="6301324" y="3447651"/>
              <a:ext cx="194298" cy="154342"/>
            </a:xfrm>
            <a:custGeom>
              <a:rect b="b" l="l" r="r" t="t"/>
              <a:pathLst>
                <a:path extrusionOk="0" h="5887" w="7411">
                  <a:moveTo>
                    <a:pt x="3705" y="1"/>
                  </a:moveTo>
                  <a:cubicBezTo>
                    <a:pt x="2137" y="1"/>
                    <a:pt x="869" y="486"/>
                    <a:pt x="869" y="1091"/>
                  </a:cubicBezTo>
                  <a:lnTo>
                    <a:pt x="869" y="2178"/>
                  </a:lnTo>
                  <a:lnTo>
                    <a:pt x="543" y="2178"/>
                  </a:lnTo>
                  <a:cubicBezTo>
                    <a:pt x="243" y="2178"/>
                    <a:pt x="0" y="2424"/>
                    <a:pt x="0" y="2724"/>
                  </a:cubicBezTo>
                  <a:cubicBezTo>
                    <a:pt x="0" y="3025"/>
                    <a:pt x="243" y="3268"/>
                    <a:pt x="543" y="3268"/>
                  </a:cubicBezTo>
                  <a:lnTo>
                    <a:pt x="880" y="3268"/>
                  </a:lnTo>
                  <a:cubicBezTo>
                    <a:pt x="993" y="4745"/>
                    <a:pt x="2224" y="5886"/>
                    <a:pt x="3705" y="5886"/>
                  </a:cubicBezTo>
                  <a:cubicBezTo>
                    <a:pt x="5186" y="5886"/>
                    <a:pt x="6418" y="4745"/>
                    <a:pt x="6527" y="3268"/>
                  </a:cubicBezTo>
                  <a:lnTo>
                    <a:pt x="6863" y="3268"/>
                  </a:lnTo>
                  <a:cubicBezTo>
                    <a:pt x="7164" y="3268"/>
                    <a:pt x="7410" y="3025"/>
                    <a:pt x="7410" y="2724"/>
                  </a:cubicBezTo>
                  <a:cubicBezTo>
                    <a:pt x="7410" y="2424"/>
                    <a:pt x="7164" y="2178"/>
                    <a:pt x="6863" y="2178"/>
                  </a:cubicBezTo>
                  <a:lnTo>
                    <a:pt x="6537" y="2178"/>
                  </a:lnTo>
                  <a:lnTo>
                    <a:pt x="6537" y="1091"/>
                  </a:lnTo>
                  <a:cubicBezTo>
                    <a:pt x="6537" y="486"/>
                    <a:pt x="5270" y="1"/>
                    <a:pt x="3705"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88"/>
            <p:cNvSpPr/>
            <p:nvPr/>
          </p:nvSpPr>
          <p:spPr>
            <a:xfrm>
              <a:off x="6301324" y="3447651"/>
              <a:ext cx="154316" cy="154342"/>
            </a:xfrm>
            <a:custGeom>
              <a:rect b="b" l="l" r="r" t="t"/>
              <a:pathLst>
                <a:path extrusionOk="0" h="5887" w="5886">
                  <a:moveTo>
                    <a:pt x="3705" y="1"/>
                  </a:moveTo>
                  <a:cubicBezTo>
                    <a:pt x="2945" y="1"/>
                    <a:pt x="2253" y="117"/>
                    <a:pt x="1742" y="305"/>
                  </a:cubicBezTo>
                  <a:cubicBezTo>
                    <a:pt x="1206" y="501"/>
                    <a:pt x="873" y="780"/>
                    <a:pt x="873" y="1087"/>
                  </a:cubicBezTo>
                  <a:lnTo>
                    <a:pt x="873" y="2178"/>
                  </a:lnTo>
                  <a:lnTo>
                    <a:pt x="543" y="2178"/>
                  </a:lnTo>
                  <a:cubicBezTo>
                    <a:pt x="243" y="2178"/>
                    <a:pt x="0" y="2424"/>
                    <a:pt x="0" y="2724"/>
                  </a:cubicBezTo>
                  <a:cubicBezTo>
                    <a:pt x="0" y="3025"/>
                    <a:pt x="243" y="3268"/>
                    <a:pt x="543" y="3268"/>
                  </a:cubicBezTo>
                  <a:lnTo>
                    <a:pt x="884" y="3268"/>
                  </a:lnTo>
                  <a:cubicBezTo>
                    <a:pt x="986" y="4765"/>
                    <a:pt x="2236" y="5887"/>
                    <a:pt x="3688" y="5887"/>
                  </a:cubicBezTo>
                  <a:cubicBezTo>
                    <a:pt x="3838" y="5887"/>
                    <a:pt x="3990" y="5875"/>
                    <a:pt x="4143" y="5850"/>
                  </a:cubicBezTo>
                  <a:cubicBezTo>
                    <a:pt x="2760" y="5636"/>
                    <a:pt x="1742" y="4445"/>
                    <a:pt x="1742" y="3050"/>
                  </a:cubicBezTo>
                  <a:lnTo>
                    <a:pt x="1742" y="2478"/>
                  </a:lnTo>
                  <a:cubicBezTo>
                    <a:pt x="1742" y="2272"/>
                    <a:pt x="1887" y="2094"/>
                    <a:pt x="2090" y="2051"/>
                  </a:cubicBezTo>
                  <a:cubicBezTo>
                    <a:pt x="3100" y="1841"/>
                    <a:pt x="4795" y="1308"/>
                    <a:pt x="5885" y="218"/>
                  </a:cubicBezTo>
                  <a:lnTo>
                    <a:pt x="5885" y="218"/>
                  </a:lnTo>
                  <a:lnTo>
                    <a:pt x="5588" y="276"/>
                  </a:lnTo>
                  <a:cubicBezTo>
                    <a:pt x="5085" y="106"/>
                    <a:pt x="4430" y="1"/>
                    <a:pt x="370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88"/>
            <p:cNvSpPr/>
            <p:nvPr/>
          </p:nvSpPr>
          <p:spPr>
            <a:xfrm>
              <a:off x="6318418" y="3447651"/>
              <a:ext cx="120024" cy="40008"/>
            </a:xfrm>
            <a:custGeom>
              <a:rect b="b" l="l" r="r" t="t"/>
              <a:pathLst>
                <a:path extrusionOk="0" h="1526" w="4578">
                  <a:moveTo>
                    <a:pt x="0" y="1"/>
                  </a:moveTo>
                  <a:lnTo>
                    <a:pt x="0" y="1526"/>
                  </a:lnTo>
                  <a:cubicBezTo>
                    <a:pt x="0" y="1526"/>
                    <a:pt x="2836" y="1312"/>
                    <a:pt x="45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88"/>
            <p:cNvSpPr/>
            <p:nvPr/>
          </p:nvSpPr>
          <p:spPr>
            <a:xfrm>
              <a:off x="6324212" y="3424789"/>
              <a:ext cx="148522" cy="51491"/>
            </a:xfrm>
            <a:custGeom>
              <a:rect b="b" l="l" r="r" t="t"/>
              <a:pathLst>
                <a:path extrusionOk="0" h="1964" w="5665">
                  <a:moveTo>
                    <a:pt x="2832" y="0"/>
                  </a:moveTo>
                  <a:cubicBezTo>
                    <a:pt x="1268" y="0"/>
                    <a:pt x="0" y="489"/>
                    <a:pt x="0" y="1090"/>
                  </a:cubicBezTo>
                  <a:lnTo>
                    <a:pt x="0" y="1963"/>
                  </a:lnTo>
                  <a:cubicBezTo>
                    <a:pt x="0" y="1358"/>
                    <a:pt x="1268" y="873"/>
                    <a:pt x="2832" y="873"/>
                  </a:cubicBezTo>
                  <a:cubicBezTo>
                    <a:pt x="4397" y="873"/>
                    <a:pt x="5664" y="1358"/>
                    <a:pt x="5664" y="1963"/>
                  </a:cubicBezTo>
                  <a:lnTo>
                    <a:pt x="5664" y="1090"/>
                  </a:lnTo>
                  <a:cubicBezTo>
                    <a:pt x="5664" y="489"/>
                    <a:pt x="4397" y="0"/>
                    <a:pt x="283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88"/>
            <p:cNvSpPr/>
            <p:nvPr/>
          </p:nvSpPr>
          <p:spPr>
            <a:xfrm>
              <a:off x="6326100" y="3630151"/>
              <a:ext cx="144721" cy="65491"/>
            </a:xfrm>
            <a:custGeom>
              <a:rect b="b" l="l" r="r" t="t"/>
              <a:pathLst>
                <a:path extrusionOk="0" h="2498" w="5520">
                  <a:moveTo>
                    <a:pt x="870" y="1"/>
                  </a:moveTo>
                  <a:lnTo>
                    <a:pt x="0" y="309"/>
                  </a:lnTo>
                  <a:cubicBezTo>
                    <a:pt x="8" y="327"/>
                    <a:pt x="11" y="345"/>
                    <a:pt x="19" y="363"/>
                  </a:cubicBezTo>
                  <a:lnTo>
                    <a:pt x="736" y="1978"/>
                  </a:lnTo>
                  <a:cubicBezTo>
                    <a:pt x="884" y="2311"/>
                    <a:pt x="1206" y="2497"/>
                    <a:pt x="1536" y="2497"/>
                  </a:cubicBezTo>
                  <a:cubicBezTo>
                    <a:pt x="1731" y="2497"/>
                    <a:pt x="1928" y="2432"/>
                    <a:pt x="2094" y="2293"/>
                  </a:cubicBezTo>
                  <a:lnTo>
                    <a:pt x="2760" y="1739"/>
                  </a:lnTo>
                  <a:lnTo>
                    <a:pt x="3427" y="2293"/>
                  </a:lnTo>
                  <a:cubicBezTo>
                    <a:pt x="3592" y="2432"/>
                    <a:pt x="3790" y="2497"/>
                    <a:pt x="3984" y="2497"/>
                  </a:cubicBezTo>
                  <a:cubicBezTo>
                    <a:pt x="4314" y="2497"/>
                    <a:pt x="4635" y="2311"/>
                    <a:pt x="4781" y="1978"/>
                  </a:cubicBezTo>
                  <a:lnTo>
                    <a:pt x="5502" y="359"/>
                  </a:lnTo>
                  <a:cubicBezTo>
                    <a:pt x="5509" y="345"/>
                    <a:pt x="5513" y="323"/>
                    <a:pt x="5520" y="309"/>
                  </a:cubicBezTo>
                  <a:lnTo>
                    <a:pt x="4651" y="1"/>
                  </a:lnTo>
                  <a:lnTo>
                    <a:pt x="2760" y="888"/>
                  </a:lnTo>
                  <a:lnTo>
                    <a:pt x="87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88"/>
            <p:cNvSpPr/>
            <p:nvPr/>
          </p:nvSpPr>
          <p:spPr>
            <a:xfrm>
              <a:off x="6341673" y="3615705"/>
              <a:ext cx="56813" cy="62738"/>
            </a:xfrm>
            <a:custGeom>
              <a:rect b="b" l="l" r="r" t="t"/>
              <a:pathLst>
                <a:path extrusionOk="0" h="2393" w="2167">
                  <a:moveTo>
                    <a:pt x="641" y="0"/>
                  </a:moveTo>
                  <a:cubicBezTo>
                    <a:pt x="585" y="0"/>
                    <a:pt x="529" y="21"/>
                    <a:pt x="486" y="63"/>
                  </a:cubicBezTo>
                  <a:lnTo>
                    <a:pt x="51" y="501"/>
                  </a:lnTo>
                  <a:cubicBezTo>
                    <a:pt x="11" y="541"/>
                    <a:pt x="0" y="599"/>
                    <a:pt x="22" y="646"/>
                  </a:cubicBezTo>
                  <a:lnTo>
                    <a:pt x="743" y="2261"/>
                  </a:lnTo>
                  <a:cubicBezTo>
                    <a:pt x="779" y="2345"/>
                    <a:pt x="859" y="2392"/>
                    <a:pt x="940" y="2392"/>
                  </a:cubicBezTo>
                  <a:cubicBezTo>
                    <a:pt x="989" y="2392"/>
                    <a:pt x="1038" y="2376"/>
                    <a:pt x="1080" y="2341"/>
                  </a:cubicBezTo>
                  <a:lnTo>
                    <a:pt x="2166" y="1436"/>
                  </a:lnTo>
                  <a:lnTo>
                    <a:pt x="794" y="63"/>
                  </a:lnTo>
                  <a:cubicBezTo>
                    <a:pt x="752" y="21"/>
                    <a:pt x="697" y="0"/>
                    <a:pt x="64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88"/>
            <p:cNvSpPr/>
            <p:nvPr/>
          </p:nvSpPr>
          <p:spPr>
            <a:xfrm>
              <a:off x="6398460" y="3615705"/>
              <a:ext cx="56787" cy="62738"/>
            </a:xfrm>
            <a:custGeom>
              <a:rect b="b" l="l" r="r" t="t"/>
              <a:pathLst>
                <a:path extrusionOk="0" h="2393" w="2166">
                  <a:moveTo>
                    <a:pt x="1525" y="0"/>
                  </a:moveTo>
                  <a:cubicBezTo>
                    <a:pt x="1470" y="0"/>
                    <a:pt x="1414" y="21"/>
                    <a:pt x="1373" y="63"/>
                  </a:cubicBezTo>
                  <a:lnTo>
                    <a:pt x="0" y="1436"/>
                  </a:lnTo>
                  <a:lnTo>
                    <a:pt x="1087" y="2341"/>
                  </a:lnTo>
                  <a:cubicBezTo>
                    <a:pt x="1128" y="2376"/>
                    <a:pt x="1178" y="2392"/>
                    <a:pt x="1226" y="2392"/>
                  </a:cubicBezTo>
                  <a:cubicBezTo>
                    <a:pt x="1308" y="2392"/>
                    <a:pt x="1387" y="2345"/>
                    <a:pt x="1424" y="2261"/>
                  </a:cubicBezTo>
                  <a:lnTo>
                    <a:pt x="2144" y="646"/>
                  </a:lnTo>
                  <a:cubicBezTo>
                    <a:pt x="2166" y="599"/>
                    <a:pt x="2155" y="541"/>
                    <a:pt x="2115" y="501"/>
                  </a:cubicBezTo>
                  <a:lnTo>
                    <a:pt x="1681" y="63"/>
                  </a:lnTo>
                  <a:cubicBezTo>
                    <a:pt x="1637" y="21"/>
                    <a:pt x="1581" y="0"/>
                    <a:pt x="1525"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88"/>
            <p:cNvSpPr/>
            <p:nvPr/>
          </p:nvSpPr>
          <p:spPr>
            <a:xfrm>
              <a:off x="6301324" y="3533303"/>
              <a:ext cx="22914" cy="28603"/>
            </a:xfrm>
            <a:custGeom>
              <a:rect b="b" l="l" r="r" t="t"/>
              <a:pathLst>
                <a:path extrusionOk="0" h="1091" w="874">
                  <a:moveTo>
                    <a:pt x="435" y="1"/>
                  </a:moveTo>
                  <a:cubicBezTo>
                    <a:pt x="435" y="1"/>
                    <a:pt x="0" y="218"/>
                    <a:pt x="0" y="656"/>
                  </a:cubicBezTo>
                  <a:cubicBezTo>
                    <a:pt x="0" y="895"/>
                    <a:pt x="196" y="1091"/>
                    <a:pt x="435" y="1091"/>
                  </a:cubicBezTo>
                  <a:cubicBezTo>
                    <a:pt x="677" y="1091"/>
                    <a:pt x="873" y="895"/>
                    <a:pt x="873" y="656"/>
                  </a:cubicBezTo>
                  <a:cubicBezTo>
                    <a:pt x="873" y="222"/>
                    <a:pt x="435" y="1"/>
                    <a:pt x="43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88"/>
            <p:cNvSpPr/>
            <p:nvPr/>
          </p:nvSpPr>
          <p:spPr>
            <a:xfrm>
              <a:off x="6472708" y="3533303"/>
              <a:ext cx="22914" cy="28603"/>
            </a:xfrm>
            <a:custGeom>
              <a:rect b="b" l="l" r="r" t="t"/>
              <a:pathLst>
                <a:path extrusionOk="0" h="1091" w="874">
                  <a:moveTo>
                    <a:pt x="439" y="1"/>
                  </a:moveTo>
                  <a:cubicBezTo>
                    <a:pt x="439" y="1"/>
                    <a:pt x="0" y="218"/>
                    <a:pt x="0" y="656"/>
                  </a:cubicBezTo>
                  <a:cubicBezTo>
                    <a:pt x="0" y="895"/>
                    <a:pt x="196" y="1091"/>
                    <a:pt x="439" y="1091"/>
                  </a:cubicBezTo>
                  <a:cubicBezTo>
                    <a:pt x="678" y="1091"/>
                    <a:pt x="873" y="895"/>
                    <a:pt x="873" y="656"/>
                  </a:cubicBezTo>
                  <a:cubicBezTo>
                    <a:pt x="873" y="222"/>
                    <a:pt x="439" y="1"/>
                    <a:pt x="43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88"/>
            <p:cNvSpPr/>
            <p:nvPr/>
          </p:nvSpPr>
          <p:spPr>
            <a:xfrm>
              <a:off x="6261814" y="3356598"/>
              <a:ext cx="273501" cy="364948"/>
            </a:xfrm>
            <a:custGeom>
              <a:rect b="b" l="l" r="r" t="t"/>
              <a:pathLst>
                <a:path extrusionOk="0" h="13920" w="10432">
                  <a:moveTo>
                    <a:pt x="5209" y="3677"/>
                  </a:moveTo>
                  <a:cubicBezTo>
                    <a:pt x="5469" y="3677"/>
                    <a:pt x="5730" y="3691"/>
                    <a:pt x="5991" y="3720"/>
                  </a:cubicBezTo>
                  <a:cubicBezTo>
                    <a:pt x="4774" y="4452"/>
                    <a:pt x="3159" y="4702"/>
                    <a:pt x="2579" y="4770"/>
                  </a:cubicBezTo>
                  <a:lnTo>
                    <a:pt x="2579" y="4564"/>
                  </a:lnTo>
                  <a:cubicBezTo>
                    <a:pt x="2579" y="4191"/>
                    <a:pt x="3582" y="3677"/>
                    <a:pt x="5209" y="3677"/>
                  </a:cubicBezTo>
                  <a:close/>
                  <a:moveTo>
                    <a:pt x="5212" y="2804"/>
                  </a:moveTo>
                  <a:cubicBezTo>
                    <a:pt x="6842" y="2804"/>
                    <a:pt x="7842" y="3322"/>
                    <a:pt x="7842" y="3691"/>
                  </a:cubicBezTo>
                  <a:lnTo>
                    <a:pt x="7842" y="3890"/>
                  </a:lnTo>
                  <a:cubicBezTo>
                    <a:pt x="7800" y="3861"/>
                    <a:pt x="7759" y="3848"/>
                    <a:pt x="7719" y="3848"/>
                  </a:cubicBezTo>
                  <a:cubicBezTo>
                    <a:pt x="7547" y="3848"/>
                    <a:pt x="7422" y="4090"/>
                    <a:pt x="7599" y="4220"/>
                  </a:cubicBezTo>
                  <a:cubicBezTo>
                    <a:pt x="7711" y="4300"/>
                    <a:pt x="7842" y="4423"/>
                    <a:pt x="7842" y="4560"/>
                  </a:cubicBezTo>
                  <a:lnTo>
                    <a:pt x="7842" y="5448"/>
                  </a:lnTo>
                  <a:lnTo>
                    <a:pt x="5647" y="5448"/>
                  </a:lnTo>
                  <a:cubicBezTo>
                    <a:pt x="5535" y="5448"/>
                    <a:pt x="5444" y="5538"/>
                    <a:pt x="5444" y="5651"/>
                  </a:cubicBezTo>
                  <a:lnTo>
                    <a:pt x="5444" y="5665"/>
                  </a:lnTo>
                  <a:lnTo>
                    <a:pt x="4980" y="5665"/>
                  </a:lnTo>
                  <a:lnTo>
                    <a:pt x="4980" y="5651"/>
                  </a:lnTo>
                  <a:cubicBezTo>
                    <a:pt x="4980" y="5538"/>
                    <a:pt x="4890" y="5448"/>
                    <a:pt x="4778" y="5448"/>
                  </a:cubicBezTo>
                  <a:lnTo>
                    <a:pt x="2583" y="5448"/>
                  </a:lnTo>
                  <a:lnTo>
                    <a:pt x="2583" y="5183"/>
                  </a:lnTo>
                  <a:lnTo>
                    <a:pt x="2579" y="5183"/>
                  </a:lnTo>
                  <a:cubicBezTo>
                    <a:pt x="3206" y="5115"/>
                    <a:pt x="5216" y="4821"/>
                    <a:pt x="6581" y="3818"/>
                  </a:cubicBezTo>
                  <a:cubicBezTo>
                    <a:pt x="6690" y="3840"/>
                    <a:pt x="6795" y="3869"/>
                    <a:pt x="6896" y="3898"/>
                  </a:cubicBezTo>
                  <a:cubicBezTo>
                    <a:pt x="6920" y="3905"/>
                    <a:pt x="6943" y="3908"/>
                    <a:pt x="6964" y="3908"/>
                  </a:cubicBezTo>
                  <a:cubicBezTo>
                    <a:pt x="7176" y="3908"/>
                    <a:pt x="7253" y="3579"/>
                    <a:pt x="7016" y="3506"/>
                  </a:cubicBezTo>
                  <a:cubicBezTo>
                    <a:pt x="6494" y="3351"/>
                    <a:pt x="5871" y="3267"/>
                    <a:pt x="5212" y="3267"/>
                  </a:cubicBezTo>
                  <a:cubicBezTo>
                    <a:pt x="4198" y="3267"/>
                    <a:pt x="3144" y="3481"/>
                    <a:pt x="2583" y="3890"/>
                  </a:cubicBezTo>
                  <a:lnTo>
                    <a:pt x="2583" y="3691"/>
                  </a:lnTo>
                  <a:cubicBezTo>
                    <a:pt x="2583" y="3318"/>
                    <a:pt x="3582" y="2804"/>
                    <a:pt x="5212" y="2804"/>
                  </a:cubicBezTo>
                  <a:close/>
                  <a:moveTo>
                    <a:pt x="4571" y="5857"/>
                  </a:moveTo>
                  <a:lnTo>
                    <a:pt x="4571" y="6089"/>
                  </a:lnTo>
                  <a:cubicBezTo>
                    <a:pt x="4571" y="6458"/>
                    <a:pt x="4271" y="6755"/>
                    <a:pt x="3901" y="6755"/>
                  </a:cubicBezTo>
                  <a:cubicBezTo>
                    <a:pt x="3532" y="6755"/>
                    <a:pt x="3235" y="6458"/>
                    <a:pt x="3235" y="6089"/>
                  </a:cubicBezTo>
                  <a:lnTo>
                    <a:pt x="3235" y="5857"/>
                  </a:lnTo>
                  <a:lnTo>
                    <a:pt x="3698" y="5857"/>
                  </a:lnTo>
                  <a:lnTo>
                    <a:pt x="3698" y="6107"/>
                  </a:lnTo>
                  <a:cubicBezTo>
                    <a:pt x="3698" y="6243"/>
                    <a:pt x="3801" y="6311"/>
                    <a:pt x="3903" y="6311"/>
                  </a:cubicBezTo>
                  <a:cubicBezTo>
                    <a:pt x="4005" y="6311"/>
                    <a:pt x="4108" y="6243"/>
                    <a:pt x="4108" y="6107"/>
                  </a:cubicBezTo>
                  <a:lnTo>
                    <a:pt x="4108" y="5857"/>
                  </a:lnTo>
                  <a:close/>
                  <a:moveTo>
                    <a:pt x="7186" y="5857"/>
                  </a:moveTo>
                  <a:lnTo>
                    <a:pt x="7186" y="6089"/>
                  </a:lnTo>
                  <a:cubicBezTo>
                    <a:pt x="7186" y="6458"/>
                    <a:pt x="6885" y="6755"/>
                    <a:pt x="6516" y="6755"/>
                  </a:cubicBezTo>
                  <a:cubicBezTo>
                    <a:pt x="6150" y="6755"/>
                    <a:pt x="5850" y="6458"/>
                    <a:pt x="5850" y="6089"/>
                  </a:cubicBezTo>
                  <a:lnTo>
                    <a:pt x="5850" y="5857"/>
                  </a:lnTo>
                  <a:lnTo>
                    <a:pt x="6313" y="5857"/>
                  </a:lnTo>
                  <a:lnTo>
                    <a:pt x="6313" y="6107"/>
                  </a:lnTo>
                  <a:cubicBezTo>
                    <a:pt x="6313" y="6243"/>
                    <a:pt x="6416" y="6311"/>
                    <a:pt x="6518" y="6311"/>
                  </a:cubicBezTo>
                  <a:cubicBezTo>
                    <a:pt x="6620" y="6311"/>
                    <a:pt x="6722" y="6243"/>
                    <a:pt x="6722" y="6107"/>
                  </a:cubicBezTo>
                  <a:lnTo>
                    <a:pt x="6722" y="5857"/>
                  </a:lnTo>
                  <a:close/>
                  <a:moveTo>
                    <a:pt x="5212" y="406"/>
                  </a:moveTo>
                  <a:cubicBezTo>
                    <a:pt x="5375" y="406"/>
                    <a:pt x="5553" y="537"/>
                    <a:pt x="5741" y="674"/>
                  </a:cubicBezTo>
                  <a:cubicBezTo>
                    <a:pt x="5911" y="797"/>
                    <a:pt x="6085" y="928"/>
                    <a:pt x="6288" y="982"/>
                  </a:cubicBezTo>
                  <a:cubicBezTo>
                    <a:pt x="6382" y="1008"/>
                    <a:pt x="6478" y="1017"/>
                    <a:pt x="6576" y="1017"/>
                  </a:cubicBezTo>
                  <a:cubicBezTo>
                    <a:pt x="6695" y="1017"/>
                    <a:pt x="6816" y="1003"/>
                    <a:pt x="6936" y="989"/>
                  </a:cubicBezTo>
                  <a:cubicBezTo>
                    <a:pt x="7044" y="979"/>
                    <a:pt x="7150" y="968"/>
                    <a:pt x="7245" y="968"/>
                  </a:cubicBezTo>
                  <a:cubicBezTo>
                    <a:pt x="7348" y="968"/>
                    <a:pt x="7439" y="981"/>
                    <a:pt x="7508" y="1022"/>
                  </a:cubicBezTo>
                  <a:cubicBezTo>
                    <a:pt x="7642" y="1098"/>
                    <a:pt x="7733" y="1297"/>
                    <a:pt x="7823" y="1507"/>
                  </a:cubicBezTo>
                  <a:cubicBezTo>
                    <a:pt x="7910" y="1703"/>
                    <a:pt x="8001" y="1909"/>
                    <a:pt x="8149" y="2058"/>
                  </a:cubicBezTo>
                  <a:cubicBezTo>
                    <a:pt x="8302" y="2210"/>
                    <a:pt x="8504" y="2300"/>
                    <a:pt x="8704" y="2384"/>
                  </a:cubicBezTo>
                  <a:cubicBezTo>
                    <a:pt x="8910" y="2474"/>
                    <a:pt x="9109" y="2565"/>
                    <a:pt x="9189" y="2702"/>
                  </a:cubicBezTo>
                  <a:cubicBezTo>
                    <a:pt x="9269" y="2840"/>
                    <a:pt x="9243" y="3050"/>
                    <a:pt x="9218" y="3275"/>
                  </a:cubicBezTo>
                  <a:cubicBezTo>
                    <a:pt x="9196" y="3488"/>
                    <a:pt x="9171" y="3713"/>
                    <a:pt x="9225" y="3923"/>
                  </a:cubicBezTo>
                  <a:cubicBezTo>
                    <a:pt x="9279" y="4122"/>
                    <a:pt x="9410" y="4300"/>
                    <a:pt x="9537" y="4470"/>
                  </a:cubicBezTo>
                  <a:cubicBezTo>
                    <a:pt x="9671" y="4658"/>
                    <a:pt x="9805" y="4832"/>
                    <a:pt x="9805" y="4999"/>
                  </a:cubicBezTo>
                  <a:cubicBezTo>
                    <a:pt x="9805" y="5165"/>
                    <a:pt x="9674" y="5339"/>
                    <a:pt x="9537" y="5527"/>
                  </a:cubicBezTo>
                  <a:cubicBezTo>
                    <a:pt x="9410" y="5698"/>
                    <a:pt x="9279" y="5871"/>
                    <a:pt x="9225" y="6074"/>
                  </a:cubicBezTo>
                  <a:cubicBezTo>
                    <a:pt x="9171" y="6284"/>
                    <a:pt x="9196" y="6505"/>
                    <a:pt x="9218" y="6723"/>
                  </a:cubicBezTo>
                  <a:cubicBezTo>
                    <a:pt x="9243" y="6951"/>
                    <a:pt x="9265" y="7161"/>
                    <a:pt x="9189" y="7295"/>
                  </a:cubicBezTo>
                  <a:cubicBezTo>
                    <a:pt x="9171" y="7324"/>
                    <a:pt x="9149" y="7353"/>
                    <a:pt x="9120" y="7378"/>
                  </a:cubicBezTo>
                  <a:cubicBezTo>
                    <a:pt x="9113" y="7146"/>
                    <a:pt x="9019" y="6933"/>
                    <a:pt x="8852" y="6770"/>
                  </a:cubicBezTo>
                  <a:cubicBezTo>
                    <a:pt x="9392" y="6324"/>
                    <a:pt x="9073" y="5448"/>
                    <a:pt x="8374" y="5448"/>
                  </a:cubicBezTo>
                  <a:lnTo>
                    <a:pt x="8251" y="5448"/>
                  </a:lnTo>
                  <a:lnTo>
                    <a:pt x="8251" y="3691"/>
                  </a:lnTo>
                  <a:cubicBezTo>
                    <a:pt x="8251" y="2851"/>
                    <a:pt x="6686" y="2398"/>
                    <a:pt x="5212" y="2398"/>
                  </a:cubicBezTo>
                  <a:cubicBezTo>
                    <a:pt x="3742" y="2398"/>
                    <a:pt x="2174" y="2851"/>
                    <a:pt x="2174" y="3691"/>
                  </a:cubicBezTo>
                  <a:lnTo>
                    <a:pt x="2174" y="5448"/>
                  </a:lnTo>
                  <a:lnTo>
                    <a:pt x="2050" y="5448"/>
                  </a:lnTo>
                  <a:cubicBezTo>
                    <a:pt x="1351" y="5448"/>
                    <a:pt x="1033" y="6324"/>
                    <a:pt x="1572" y="6770"/>
                  </a:cubicBezTo>
                  <a:cubicBezTo>
                    <a:pt x="1406" y="6933"/>
                    <a:pt x="1312" y="7146"/>
                    <a:pt x="1304" y="7378"/>
                  </a:cubicBezTo>
                  <a:cubicBezTo>
                    <a:pt x="1275" y="7353"/>
                    <a:pt x="1254" y="7324"/>
                    <a:pt x="1236" y="7295"/>
                  </a:cubicBezTo>
                  <a:lnTo>
                    <a:pt x="1232" y="7295"/>
                  </a:lnTo>
                  <a:cubicBezTo>
                    <a:pt x="1156" y="7161"/>
                    <a:pt x="1181" y="6947"/>
                    <a:pt x="1203" y="6723"/>
                  </a:cubicBezTo>
                  <a:cubicBezTo>
                    <a:pt x="1228" y="6505"/>
                    <a:pt x="1250" y="6284"/>
                    <a:pt x="1196" y="6074"/>
                  </a:cubicBezTo>
                  <a:cubicBezTo>
                    <a:pt x="1141" y="5871"/>
                    <a:pt x="1011" y="5698"/>
                    <a:pt x="888" y="5527"/>
                  </a:cubicBezTo>
                  <a:cubicBezTo>
                    <a:pt x="750" y="5339"/>
                    <a:pt x="620" y="5165"/>
                    <a:pt x="620" y="4999"/>
                  </a:cubicBezTo>
                  <a:cubicBezTo>
                    <a:pt x="620" y="4832"/>
                    <a:pt x="750" y="4658"/>
                    <a:pt x="888" y="4470"/>
                  </a:cubicBezTo>
                  <a:cubicBezTo>
                    <a:pt x="1011" y="4300"/>
                    <a:pt x="1141" y="4122"/>
                    <a:pt x="1196" y="3923"/>
                  </a:cubicBezTo>
                  <a:cubicBezTo>
                    <a:pt x="1254" y="3713"/>
                    <a:pt x="1228" y="3488"/>
                    <a:pt x="1203" y="3275"/>
                  </a:cubicBezTo>
                  <a:cubicBezTo>
                    <a:pt x="1181" y="3047"/>
                    <a:pt x="1156" y="2836"/>
                    <a:pt x="1232" y="2702"/>
                  </a:cubicBezTo>
                  <a:cubicBezTo>
                    <a:pt x="1312" y="2568"/>
                    <a:pt x="1511" y="2478"/>
                    <a:pt x="1721" y="2384"/>
                  </a:cubicBezTo>
                  <a:cubicBezTo>
                    <a:pt x="1916" y="2300"/>
                    <a:pt x="2123" y="2210"/>
                    <a:pt x="2271" y="2058"/>
                  </a:cubicBezTo>
                  <a:cubicBezTo>
                    <a:pt x="2423" y="1909"/>
                    <a:pt x="2510" y="1703"/>
                    <a:pt x="2597" y="1507"/>
                  </a:cubicBezTo>
                  <a:cubicBezTo>
                    <a:pt x="2688" y="1297"/>
                    <a:pt x="2778" y="1102"/>
                    <a:pt x="2916" y="1022"/>
                  </a:cubicBezTo>
                  <a:cubicBezTo>
                    <a:pt x="2987" y="981"/>
                    <a:pt x="3077" y="968"/>
                    <a:pt x="3179" y="968"/>
                  </a:cubicBezTo>
                  <a:cubicBezTo>
                    <a:pt x="3273" y="968"/>
                    <a:pt x="3378" y="979"/>
                    <a:pt x="3488" y="989"/>
                  </a:cubicBezTo>
                  <a:cubicBezTo>
                    <a:pt x="3606" y="1003"/>
                    <a:pt x="3727" y="1017"/>
                    <a:pt x="3848" y="1017"/>
                  </a:cubicBezTo>
                  <a:cubicBezTo>
                    <a:pt x="3945" y="1017"/>
                    <a:pt x="4042" y="1008"/>
                    <a:pt x="4137" y="982"/>
                  </a:cubicBezTo>
                  <a:cubicBezTo>
                    <a:pt x="4336" y="928"/>
                    <a:pt x="4513" y="797"/>
                    <a:pt x="4683" y="674"/>
                  </a:cubicBezTo>
                  <a:cubicBezTo>
                    <a:pt x="4868" y="537"/>
                    <a:pt x="5046" y="406"/>
                    <a:pt x="5212" y="406"/>
                  </a:cubicBezTo>
                  <a:close/>
                  <a:moveTo>
                    <a:pt x="1942" y="6983"/>
                  </a:moveTo>
                  <a:cubicBezTo>
                    <a:pt x="2036" y="7059"/>
                    <a:pt x="2174" y="7201"/>
                    <a:pt x="2174" y="7396"/>
                  </a:cubicBezTo>
                  <a:cubicBezTo>
                    <a:pt x="2174" y="7523"/>
                    <a:pt x="2069" y="7628"/>
                    <a:pt x="1942" y="7628"/>
                  </a:cubicBezTo>
                  <a:cubicBezTo>
                    <a:pt x="1811" y="7628"/>
                    <a:pt x="1710" y="7523"/>
                    <a:pt x="1710" y="7396"/>
                  </a:cubicBezTo>
                  <a:cubicBezTo>
                    <a:pt x="1710" y="7201"/>
                    <a:pt x="1848" y="7059"/>
                    <a:pt x="1942" y="6983"/>
                  </a:cubicBezTo>
                  <a:close/>
                  <a:moveTo>
                    <a:pt x="8479" y="6987"/>
                  </a:moveTo>
                  <a:cubicBezTo>
                    <a:pt x="8577" y="7059"/>
                    <a:pt x="8711" y="7201"/>
                    <a:pt x="8711" y="7396"/>
                  </a:cubicBezTo>
                  <a:cubicBezTo>
                    <a:pt x="8711" y="7523"/>
                    <a:pt x="8609" y="7628"/>
                    <a:pt x="8483" y="7628"/>
                  </a:cubicBezTo>
                  <a:lnTo>
                    <a:pt x="8479" y="7628"/>
                  </a:lnTo>
                  <a:cubicBezTo>
                    <a:pt x="8352" y="7628"/>
                    <a:pt x="8247" y="7523"/>
                    <a:pt x="8247" y="7396"/>
                  </a:cubicBezTo>
                  <a:cubicBezTo>
                    <a:pt x="8247" y="7201"/>
                    <a:pt x="8385" y="7059"/>
                    <a:pt x="8479" y="6987"/>
                  </a:cubicBezTo>
                  <a:close/>
                  <a:moveTo>
                    <a:pt x="2445" y="7787"/>
                  </a:moveTo>
                  <a:cubicBezTo>
                    <a:pt x="2670" y="8276"/>
                    <a:pt x="3021" y="8696"/>
                    <a:pt x="3463" y="9008"/>
                  </a:cubicBezTo>
                  <a:cubicBezTo>
                    <a:pt x="3365" y="9018"/>
                    <a:pt x="3269" y="9027"/>
                    <a:pt x="3181" y="9027"/>
                  </a:cubicBezTo>
                  <a:cubicBezTo>
                    <a:pt x="3078" y="9027"/>
                    <a:pt x="2986" y="9014"/>
                    <a:pt x="2916" y="8975"/>
                  </a:cubicBezTo>
                  <a:cubicBezTo>
                    <a:pt x="2778" y="8896"/>
                    <a:pt x="2691" y="8696"/>
                    <a:pt x="2597" y="8486"/>
                  </a:cubicBezTo>
                  <a:cubicBezTo>
                    <a:pt x="2510" y="8294"/>
                    <a:pt x="2423" y="8092"/>
                    <a:pt x="2275" y="7939"/>
                  </a:cubicBezTo>
                  <a:cubicBezTo>
                    <a:pt x="2340" y="7900"/>
                    <a:pt x="2398" y="7845"/>
                    <a:pt x="2445" y="7787"/>
                  </a:cubicBezTo>
                  <a:close/>
                  <a:moveTo>
                    <a:pt x="7972" y="7784"/>
                  </a:moveTo>
                  <a:cubicBezTo>
                    <a:pt x="8019" y="7845"/>
                    <a:pt x="8077" y="7900"/>
                    <a:pt x="8142" y="7939"/>
                  </a:cubicBezTo>
                  <a:cubicBezTo>
                    <a:pt x="7997" y="8092"/>
                    <a:pt x="7910" y="8294"/>
                    <a:pt x="7823" y="8486"/>
                  </a:cubicBezTo>
                  <a:cubicBezTo>
                    <a:pt x="7733" y="8696"/>
                    <a:pt x="7642" y="8896"/>
                    <a:pt x="7505" y="8975"/>
                  </a:cubicBezTo>
                  <a:cubicBezTo>
                    <a:pt x="7436" y="9015"/>
                    <a:pt x="7347" y="9028"/>
                    <a:pt x="7246" y="9028"/>
                  </a:cubicBezTo>
                  <a:cubicBezTo>
                    <a:pt x="7157" y="9028"/>
                    <a:pt x="7059" y="9018"/>
                    <a:pt x="6958" y="9008"/>
                  </a:cubicBezTo>
                  <a:cubicBezTo>
                    <a:pt x="7396" y="8696"/>
                    <a:pt x="7747" y="8276"/>
                    <a:pt x="7972" y="7784"/>
                  </a:cubicBezTo>
                  <a:close/>
                  <a:moveTo>
                    <a:pt x="8370" y="5857"/>
                  </a:moveTo>
                  <a:cubicBezTo>
                    <a:pt x="8559" y="5857"/>
                    <a:pt x="8711" y="6009"/>
                    <a:pt x="8711" y="6197"/>
                  </a:cubicBezTo>
                  <a:cubicBezTo>
                    <a:pt x="8711" y="6386"/>
                    <a:pt x="8559" y="6538"/>
                    <a:pt x="8370" y="6538"/>
                  </a:cubicBezTo>
                  <a:lnTo>
                    <a:pt x="8247" y="6538"/>
                  </a:lnTo>
                  <a:lnTo>
                    <a:pt x="8247" y="6523"/>
                  </a:lnTo>
                  <a:cubicBezTo>
                    <a:pt x="8247" y="6388"/>
                    <a:pt x="8146" y="6320"/>
                    <a:pt x="8044" y="6320"/>
                  </a:cubicBezTo>
                  <a:cubicBezTo>
                    <a:pt x="7943" y="6320"/>
                    <a:pt x="7842" y="6388"/>
                    <a:pt x="7842" y="6523"/>
                  </a:cubicBezTo>
                  <a:cubicBezTo>
                    <a:pt x="7842" y="7976"/>
                    <a:pt x="6661" y="9153"/>
                    <a:pt x="5212" y="9153"/>
                  </a:cubicBezTo>
                  <a:cubicBezTo>
                    <a:pt x="3760" y="9153"/>
                    <a:pt x="2579" y="7976"/>
                    <a:pt x="2583" y="6523"/>
                  </a:cubicBezTo>
                  <a:lnTo>
                    <a:pt x="2579" y="6523"/>
                  </a:lnTo>
                  <a:cubicBezTo>
                    <a:pt x="2579" y="6388"/>
                    <a:pt x="2478" y="6320"/>
                    <a:pt x="2376" y="6320"/>
                  </a:cubicBezTo>
                  <a:cubicBezTo>
                    <a:pt x="2275" y="6320"/>
                    <a:pt x="2174" y="6388"/>
                    <a:pt x="2174" y="6523"/>
                  </a:cubicBezTo>
                  <a:lnTo>
                    <a:pt x="2174" y="6538"/>
                  </a:lnTo>
                  <a:lnTo>
                    <a:pt x="2050" y="6538"/>
                  </a:lnTo>
                  <a:cubicBezTo>
                    <a:pt x="1862" y="6538"/>
                    <a:pt x="1710" y="6386"/>
                    <a:pt x="1710" y="6197"/>
                  </a:cubicBezTo>
                  <a:cubicBezTo>
                    <a:pt x="1710" y="6009"/>
                    <a:pt x="1862" y="5857"/>
                    <a:pt x="2050" y="5857"/>
                  </a:cubicBezTo>
                  <a:lnTo>
                    <a:pt x="2825" y="5857"/>
                  </a:lnTo>
                  <a:lnTo>
                    <a:pt x="2825" y="6089"/>
                  </a:lnTo>
                  <a:cubicBezTo>
                    <a:pt x="2825" y="6683"/>
                    <a:pt x="3307" y="7164"/>
                    <a:pt x="3901" y="7164"/>
                  </a:cubicBezTo>
                  <a:cubicBezTo>
                    <a:pt x="4495" y="7164"/>
                    <a:pt x="4977" y="6683"/>
                    <a:pt x="4977" y="6089"/>
                  </a:cubicBezTo>
                  <a:lnTo>
                    <a:pt x="4977" y="6074"/>
                  </a:lnTo>
                  <a:lnTo>
                    <a:pt x="5444" y="6074"/>
                  </a:lnTo>
                  <a:lnTo>
                    <a:pt x="5444" y="6089"/>
                  </a:lnTo>
                  <a:cubicBezTo>
                    <a:pt x="5444" y="6683"/>
                    <a:pt x="5922" y="7164"/>
                    <a:pt x="6520" y="7164"/>
                  </a:cubicBezTo>
                  <a:cubicBezTo>
                    <a:pt x="7114" y="7164"/>
                    <a:pt x="7595" y="6683"/>
                    <a:pt x="7595" y="6089"/>
                  </a:cubicBezTo>
                  <a:lnTo>
                    <a:pt x="7595" y="5857"/>
                  </a:lnTo>
                  <a:close/>
                  <a:moveTo>
                    <a:pt x="6313" y="9352"/>
                  </a:moveTo>
                  <a:lnTo>
                    <a:pt x="6313" y="9928"/>
                  </a:lnTo>
                  <a:lnTo>
                    <a:pt x="5209" y="11029"/>
                  </a:lnTo>
                  <a:lnTo>
                    <a:pt x="4108" y="9928"/>
                  </a:lnTo>
                  <a:lnTo>
                    <a:pt x="4108" y="9352"/>
                  </a:lnTo>
                  <a:cubicBezTo>
                    <a:pt x="4463" y="9491"/>
                    <a:pt x="4836" y="9561"/>
                    <a:pt x="5210" y="9561"/>
                  </a:cubicBezTo>
                  <a:cubicBezTo>
                    <a:pt x="5584" y="9561"/>
                    <a:pt x="5958" y="9491"/>
                    <a:pt x="6313" y="9352"/>
                  </a:cubicBezTo>
                  <a:close/>
                  <a:moveTo>
                    <a:pt x="3684" y="10088"/>
                  </a:moveTo>
                  <a:cubicBezTo>
                    <a:pt x="3687" y="10088"/>
                    <a:pt x="3691" y="10089"/>
                    <a:pt x="3695" y="10091"/>
                  </a:cubicBezTo>
                  <a:lnTo>
                    <a:pt x="4908" y="11304"/>
                  </a:lnTo>
                  <a:lnTo>
                    <a:pt x="3995" y="12068"/>
                  </a:lnTo>
                  <a:cubicBezTo>
                    <a:pt x="3992" y="12072"/>
                    <a:pt x="3984" y="12072"/>
                    <a:pt x="3981" y="12072"/>
                  </a:cubicBezTo>
                  <a:cubicBezTo>
                    <a:pt x="3977" y="12068"/>
                    <a:pt x="3974" y="12068"/>
                    <a:pt x="3974" y="12061"/>
                  </a:cubicBezTo>
                  <a:lnTo>
                    <a:pt x="3275" y="10493"/>
                  </a:lnTo>
                  <a:lnTo>
                    <a:pt x="3677" y="10091"/>
                  </a:lnTo>
                  <a:cubicBezTo>
                    <a:pt x="3678" y="10089"/>
                    <a:pt x="3681" y="10088"/>
                    <a:pt x="3684" y="10088"/>
                  </a:cubicBezTo>
                  <a:close/>
                  <a:moveTo>
                    <a:pt x="2956" y="10779"/>
                  </a:moveTo>
                  <a:lnTo>
                    <a:pt x="3597" y="12228"/>
                  </a:lnTo>
                  <a:cubicBezTo>
                    <a:pt x="3651" y="12347"/>
                    <a:pt x="3760" y="12438"/>
                    <a:pt x="3887" y="12467"/>
                  </a:cubicBezTo>
                  <a:cubicBezTo>
                    <a:pt x="3919" y="12474"/>
                    <a:pt x="3952" y="12477"/>
                    <a:pt x="3984" y="12477"/>
                  </a:cubicBezTo>
                  <a:cubicBezTo>
                    <a:pt x="4082" y="12477"/>
                    <a:pt x="4180" y="12445"/>
                    <a:pt x="4252" y="12380"/>
                  </a:cubicBezTo>
                  <a:lnTo>
                    <a:pt x="5006" y="11753"/>
                  </a:lnTo>
                  <a:lnTo>
                    <a:pt x="5006" y="13285"/>
                  </a:lnTo>
                  <a:cubicBezTo>
                    <a:pt x="3731" y="13187"/>
                    <a:pt x="2710" y="12184"/>
                    <a:pt x="2594" y="10909"/>
                  </a:cubicBezTo>
                  <a:lnTo>
                    <a:pt x="2594" y="10906"/>
                  </a:lnTo>
                  <a:lnTo>
                    <a:pt x="2956" y="10779"/>
                  </a:lnTo>
                  <a:close/>
                  <a:moveTo>
                    <a:pt x="6737" y="10085"/>
                  </a:moveTo>
                  <a:cubicBezTo>
                    <a:pt x="6741" y="10085"/>
                    <a:pt x="6744" y="10087"/>
                    <a:pt x="6748" y="10091"/>
                  </a:cubicBezTo>
                  <a:lnTo>
                    <a:pt x="7146" y="10489"/>
                  </a:lnTo>
                  <a:lnTo>
                    <a:pt x="7106" y="10580"/>
                  </a:lnTo>
                  <a:cubicBezTo>
                    <a:pt x="7036" y="10737"/>
                    <a:pt x="7166" y="10870"/>
                    <a:pt x="7299" y="10870"/>
                  </a:cubicBezTo>
                  <a:cubicBezTo>
                    <a:pt x="7358" y="10870"/>
                    <a:pt x="7419" y="10843"/>
                    <a:pt x="7461" y="10779"/>
                  </a:cubicBezTo>
                  <a:lnTo>
                    <a:pt x="7831" y="10906"/>
                  </a:lnTo>
                  <a:cubicBezTo>
                    <a:pt x="7711" y="12184"/>
                    <a:pt x="6693" y="13187"/>
                    <a:pt x="5415" y="13285"/>
                  </a:cubicBezTo>
                  <a:lnTo>
                    <a:pt x="5415" y="11753"/>
                  </a:lnTo>
                  <a:lnTo>
                    <a:pt x="6165" y="12380"/>
                  </a:lnTo>
                  <a:cubicBezTo>
                    <a:pt x="6241" y="12441"/>
                    <a:pt x="6335" y="12477"/>
                    <a:pt x="6436" y="12477"/>
                  </a:cubicBezTo>
                  <a:cubicBezTo>
                    <a:pt x="6469" y="12477"/>
                    <a:pt x="6502" y="12474"/>
                    <a:pt x="6531" y="12467"/>
                  </a:cubicBezTo>
                  <a:cubicBezTo>
                    <a:pt x="6661" y="12438"/>
                    <a:pt x="6770" y="12347"/>
                    <a:pt x="6820" y="12228"/>
                  </a:cubicBezTo>
                  <a:lnTo>
                    <a:pt x="7132" y="11532"/>
                  </a:lnTo>
                  <a:cubicBezTo>
                    <a:pt x="7202" y="11369"/>
                    <a:pt x="7069" y="11242"/>
                    <a:pt x="6937" y="11242"/>
                  </a:cubicBezTo>
                  <a:cubicBezTo>
                    <a:pt x="6867" y="11242"/>
                    <a:pt x="6797" y="11278"/>
                    <a:pt x="6759" y="11366"/>
                  </a:cubicBezTo>
                  <a:lnTo>
                    <a:pt x="6451" y="12061"/>
                  </a:lnTo>
                  <a:cubicBezTo>
                    <a:pt x="6447" y="12065"/>
                    <a:pt x="6444" y="12068"/>
                    <a:pt x="6440" y="12068"/>
                  </a:cubicBezTo>
                  <a:cubicBezTo>
                    <a:pt x="6436" y="12068"/>
                    <a:pt x="6429" y="12068"/>
                    <a:pt x="6429" y="12065"/>
                  </a:cubicBezTo>
                  <a:lnTo>
                    <a:pt x="5513" y="11304"/>
                  </a:lnTo>
                  <a:lnTo>
                    <a:pt x="6726" y="10091"/>
                  </a:lnTo>
                  <a:cubicBezTo>
                    <a:pt x="6730" y="10087"/>
                    <a:pt x="6733" y="10085"/>
                    <a:pt x="6737" y="10085"/>
                  </a:cubicBezTo>
                  <a:close/>
                  <a:moveTo>
                    <a:pt x="5216" y="1"/>
                  </a:moveTo>
                  <a:cubicBezTo>
                    <a:pt x="4915" y="1"/>
                    <a:pt x="4665" y="185"/>
                    <a:pt x="4444" y="348"/>
                  </a:cubicBezTo>
                  <a:cubicBezTo>
                    <a:pt x="4300" y="457"/>
                    <a:pt x="4162" y="558"/>
                    <a:pt x="4035" y="591"/>
                  </a:cubicBezTo>
                  <a:cubicBezTo>
                    <a:pt x="3977" y="606"/>
                    <a:pt x="3912" y="612"/>
                    <a:pt x="3842" y="612"/>
                  </a:cubicBezTo>
                  <a:cubicBezTo>
                    <a:pt x="3746" y="612"/>
                    <a:pt x="3642" y="601"/>
                    <a:pt x="3535" y="591"/>
                  </a:cubicBezTo>
                  <a:cubicBezTo>
                    <a:pt x="3416" y="577"/>
                    <a:pt x="3294" y="563"/>
                    <a:pt x="3175" y="563"/>
                  </a:cubicBezTo>
                  <a:cubicBezTo>
                    <a:pt x="3015" y="563"/>
                    <a:pt x="2860" y="588"/>
                    <a:pt x="2717" y="671"/>
                  </a:cubicBezTo>
                  <a:cubicBezTo>
                    <a:pt x="2467" y="816"/>
                    <a:pt x="2340" y="1098"/>
                    <a:pt x="2232" y="1348"/>
                  </a:cubicBezTo>
                  <a:cubicBezTo>
                    <a:pt x="2155" y="1518"/>
                    <a:pt x="2087" y="1678"/>
                    <a:pt x="1989" y="1775"/>
                  </a:cubicBezTo>
                  <a:cubicBezTo>
                    <a:pt x="1895" y="1869"/>
                    <a:pt x="1732" y="1942"/>
                    <a:pt x="1562" y="2014"/>
                  </a:cubicBezTo>
                  <a:cubicBezTo>
                    <a:pt x="1315" y="2127"/>
                    <a:pt x="1033" y="2250"/>
                    <a:pt x="888" y="2500"/>
                  </a:cubicBezTo>
                  <a:cubicBezTo>
                    <a:pt x="739" y="2753"/>
                    <a:pt x="772" y="3039"/>
                    <a:pt x="805" y="3322"/>
                  </a:cubicBezTo>
                  <a:cubicBezTo>
                    <a:pt x="823" y="3506"/>
                    <a:pt x="844" y="3684"/>
                    <a:pt x="808" y="3818"/>
                  </a:cubicBezTo>
                  <a:cubicBezTo>
                    <a:pt x="772" y="3945"/>
                    <a:pt x="671" y="4086"/>
                    <a:pt x="562" y="4231"/>
                  </a:cubicBezTo>
                  <a:cubicBezTo>
                    <a:pt x="403" y="4452"/>
                    <a:pt x="218" y="4702"/>
                    <a:pt x="218" y="4999"/>
                  </a:cubicBezTo>
                  <a:cubicBezTo>
                    <a:pt x="218" y="5299"/>
                    <a:pt x="403" y="5549"/>
                    <a:pt x="562" y="5770"/>
                  </a:cubicBezTo>
                  <a:cubicBezTo>
                    <a:pt x="671" y="5915"/>
                    <a:pt x="772" y="6053"/>
                    <a:pt x="808" y="6179"/>
                  </a:cubicBezTo>
                  <a:cubicBezTo>
                    <a:pt x="844" y="6317"/>
                    <a:pt x="823" y="6494"/>
                    <a:pt x="805" y="6679"/>
                  </a:cubicBezTo>
                  <a:cubicBezTo>
                    <a:pt x="772" y="6958"/>
                    <a:pt x="743" y="7251"/>
                    <a:pt x="888" y="7498"/>
                  </a:cubicBezTo>
                  <a:cubicBezTo>
                    <a:pt x="1029" y="7748"/>
                    <a:pt x="1315" y="7874"/>
                    <a:pt x="1562" y="7983"/>
                  </a:cubicBezTo>
                  <a:cubicBezTo>
                    <a:pt x="1732" y="8059"/>
                    <a:pt x="1895" y="8128"/>
                    <a:pt x="1989" y="8226"/>
                  </a:cubicBezTo>
                  <a:cubicBezTo>
                    <a:pt x="2087" y="8323"/>
                    <a:pt x="2155" y="8483"/>
                    <a:pt x="2232" y="8653"/>
                  </a:cubicBezTo>
                  <a:cubicBezTo>
                    <a:pt x="2340" y="8899"/>
                    <a:pt x="2463" y="9182"/>
                    <a:pt x="2717" y="9330"/>
                  </a:cubicBezTo>
                  <a:cubicBezTo>
                    <a:pt x="2862" y="9413"/>
                    <a:pt x="3017" y="9438"/>
                    <a:pt x="3176" y="9438"/>
                  </a:cubicBezTo>
                  <a:cubicBezTo>
                    <a:pt x="3295" y="9438"/>
                    <a:pt x="3416" y="9424"/>
                    <a:pt x="3535" y="9410"/>
                  </a:cubicBezTo>
                  <a:cubicBezTo>
                    <a:pt x="3593" y="9403"/>
                    <a:pt x="3651" y="9399"/>
                    <a:pt x="3706" y="9395"/>
                  </a:cubicBezTo>
                  <a:lnTo>
                    <a:pt x="3706" y="9682"/>
                  </a:lnTo>
                  <a:lnTo>
                    <a:pt x="3691" y="9682"/>
                  </a:lnTo>
                  <a:cubicBezTo>
                    <a:pt x="3579" y="9682"/>
                    <a:pt x="3470" y="9725"/>
                    <a:pt x="3390" y="9805"/>
                  </a:cubicBezTo>
                  <a:lnTo>
                    <a:pt x="2894" y="10301"/>
                  </a:lnTo>
                  <a:cubicBezTo>
                    <a:pt x="2869" y="10326"/>
                    <a:pt x="2851" y="10355"/>
                    <a:pt x="2844" y="10388"/>
                  </a:cubicBezTo>
                  <a:lnTo>
                    <a:pt x="1011" y="11036"/>
                  </a:lnTo>
                  <a:cubicBezTo>
                    <a:pt x="406" y="11250"/>
                    <a:pt x="1" y="11822"/>
                    <a:pt x="1" y="12463"/>
                  </a:cubicBezTo>
                  <a:lnTo>
                    <a:pt x="1" y="13716"/>
                  </a:lnTo>
                  <a:cubicBezTo>
                    <a:pt x="1" y="13852"/>
                    <a:pt x="103" y="13920"/>
                    <a:pt x="205" y="13920"/>
                  </a:cubicBezTo>
                  <a:cubicBezTo>
                    <a:pt x="307" y="13920"/>
                    <a:pt x="410" y="13852"/>
                    <a:pt x="410" y="13716"/>
                  </a:cubicBezTo>
                  <a:lnTo>
                    <a:pt x="410" y="12463"/>
                  </a:lnTo>
                  <a:cubicBezTo>
                    <a:pt x="410" y="12329"/>
                    <a:pt x="432" y="12199"/>
                    <a:pt x="479" y="12072"/>
                  </a:cubicBezTo>
                  <a:lnTo>
                    <a:pt x="1511" y="12956"/>
                  </a:lnTo>
                  <a:cubicBezTo>
                    <a:pt x="1659" y="13082"/>
                    <a:pt x="1746" y="13267"/>
                    <a:pt x="1743" y="13463"/>
                  </a:cubicBezTo>
                  <a:lnTo>
                    <a:pt x="1743" y="13716"/>
                  </a:lnTo>
                  <a:cubicBezTo>
                    <a:pt x="1743" y="13852"/>
                    <a:pt x="1845" y="13920"/>
                    <a:pt x="1947" y="13920"/>
                  </a:cubicBezTo>
                  <a:cubicBezTo>
                    <a:pt x="2050" y="13920"/>
                    <a:pt x="2152" y="13852"/>
                    <a:pt x="2152" y="13716"/>
                  </a:cubicBezTo>
                  <a:lnTo>
                    <a:pt x="2152" y="13463"/>
                  </a:lnTo>
                  <a:cubicBezTo>
                    <a:pt x="2152" y="13151"/>
                    <a:pt x="2014" y="12854"/>
                    <a:pt x="1775" y="12648"/>
                  </a:cubicBezTo>
                  <a:lnTo>
                    <a:pt x="696" y="11721"/>
                  </a:lnTo>
                  <a:cubicBezTo>
                    <a:pt x="819" y="11587"/>
                    <a:pt x="971" y="11485"/>
                    <a:pt x="1145" y="11424"/>
                  </a:cubicBezTo>
                  <a:lnTo>
                    <a:pt x="2203" y="11051"/>
                  </a:lnTo>
                  <a:cubicBezTo>
                    <a:pt x="2395" y="12564"/>
                    <a:pt x="3684" y="13705"/>
                    <a:pt x="5216" y="13705"/>
                  </a:cubicBezTo>
                  <a:cubicBezTo>
                    <a:pt x="6744" y="13705"/>
                    <a:pt x="8034" y="12564"/>
                    <a:pt x="8229" y="11051"/>
                  </a:cubicBezTo>
                  <a:lnTo>
                    <a:pt x="9287" y="11424"/>
                  </a:lnTo>
                  <a:cubicBezTo>
                    <a:pt x="9460" y="11485"/>
                    <a:pt x="9613" y="11587"/>
                    <a:pt x="9736" y="11721"/>
                  </a:cubicBezTo>
                  <a:lnTo>
                    <a:pt x="8656" y="12648"/>
                  </a:lnTo>
                  <a:cubicBezTo>
                    <a:pt x="8417" y="12854"/>
                    <a:pt x="8280" y="13151"/>
                    <a:pt x="8280" y="13463"/>
                  </a:cubicBezTo>
                  <a:lnTo>
                    <a:pt x="8280" y="13716"/>
                  </a:lnTo>
                  <a:cubicBezTo>
                    <a:pt x="8280" y="13852"/>
                    <a:pt x="8382" y="13920"/>
                    <a:pt x="8484" y="13920"/>
                  </a:cubicBezTo>
                  <a:cubicBezTo>
                    <a:pt x="8587" y="13920"/>
                    <a:pt x="8689" y="13852"/>
                    <a:pt x="8689" y="13716"/>
                  </a:cubicBezTo>
                  <a:lnTo>
                    <a:pt x="8689" y="13463"/>
                  </a:lnTo>
                  <a:cubicBezTo>
                    <a:pt x="8685" y="13267"/>
                    <a:pt x="8772" y="13082"/>
                    <a:pt x="8921" y="12956"/>
                  </a:cubicBezTo>
                  <a:lnTo>
                    <a:pt x="9953" y="12072"/>
                  </a:lnTo>
                  <a:cubicBezTo>
                    <a:pt x="10000" y="12199"/>
                    <a:pt x="10022" y="12329"/>
                    <a:pt x="10022" y="12463"/>
                  </a:cubicBezTo>
                  <a:lnTo>
                    <a:pt x="10022" y="13716"/>
                  </a:lnTo>
                  <a:cubicBezTo>
                    <a:pt x="10022" y="13852"/>
                    <a:pt x="10124" y="13920"/>
                    <a:pt x="10226" y="13920"/>
                  </a:cubicBezTo>
                  <a:cubicBezTo>
                    <a:pt x="10329" y="13920"/>
                    <a:pt x="10431" y="13852"/>
                    <a:pt x="10431" y="13716"/>
                  </a:cubicBezTo>
                  <a:lnTo>
                    <a:pt x="10431" y="12463"/>
                  </a:lnTo>
                  <a:cubicBezTo>
                    <a:pt x="10431" y="11822"/>
                    <a:pt x="10025" y="11250"/>
                    <a:pt x="9421" y="11036"/>
                  </a:cubicBezTo>
                  <a:lnTo>
                    <a:pt x="7588" y="10388"/>
                  </a:lnTo>
                  <a:cubicBezTo>
                    <a:pt x="7577" y="10355"/>
                    <a:pt x="7559" y="10326"/>
                    <a:pt x="7537" y="10304"/>
                  </a:cubicBezTo>
                  <a:lnTo>
                    <a:pt x="7038" y="9805"/>
                  </a:lnTo>
                  <a:cubicBezTo>
                    <a:pt x="6958" y="9725"/>
                    <a:pt x="6853" y="9682"/>
                    <a:pt x="6741" y="9682"/>
                  </a:cubicBezTo>
                  <a:lnTo>
                    <a:pt x="6726" y="9682"/>
                  </a:lnTo>
                  <a:lnTo>
                    <a:pt x="6726" y="9395"/>
                  </a:lnTo>
                  <a:cubicBezTo>
                    <a:pt x="6780" y="9399"/>
                    <a:pt x="6835" y="9406"/>
                    <a:pt x="6893" y="9410"/>
                  </a:cubicBezTo>
                  <a:cubicBezTo>
                    <a:pt x="7012" y="9424"/>
                    <a:pt x="7132" y="9435"/>
                    <a:pt x="7251" y="9435"/>
                  </a:cubicBezTo>
                  <a:cubicBezTo>
                    <a:pt x="7265" y="9436"/>
                    <a:pt x="7278" y="9436"/>
                    <a:pt x="7291" y="9436"/>
                  </a:cubicBezTo>
                  <a:cubicBezTo>
                    <a:pt x="7438" y="9436"/>
                    <a:pt x="7585" y="9400"/>
                    <a:pt x="7715" y="9330"/>
                  </a:cubicBezTo>
                  <a:cubicBezTo>
                    <a:pt x="7965" y="9182"/>
                    <a:pt x="8091" y="8899"/>
                    <a:pt x="8200" y="8653"/>
                  </a:cubicBezTo>
                  <a:cubicBezTo>
                    <a:pt x="8273" y="8483"/>
                    <a:pt x="8345" y="8323"/>
                    <a:pt x="8439" y="8226"/>
                  </a:cubicBezTo>
                  <a:cubicBezTo>
                    <a:pt x="8537" y="8128"/>
                    <a:pt x="8696" y="8059"/>
                    <a:pt x="8867" y="7983"/>
                  </a:cubicBezTo>
                  <a:cubicBezTo>
                    <a:pt x="9116" y="7874"/>
                    <a:pt x="9399" y="7751"/>
                    <a:pt x="9544" y="7498"/>
                  </a:cubicBezTo>
                  <a:cubicBezTo>
                    <a:pt x="9689" y="7244"/>
                    <a:pt x="9656" y="6958"/>
                    <a:pt x="9627" y="6679"/>
                  </a:cubicBezTo>
                  <a:cubicBezTo>
                    <a:pt x="9605" y="6494"/>
                    <a:pt x="9587" y="6317"/>
                    <a:pt x="9623" y="6179"/>
                  </a:cubicBezTo>
                  <a:cubicBezTo>
                    <a:pt x="9656" y="6053"/>
                    <a:pt x="9757" y="5915"/>
                    <a:pt x="9866" y="5770"/>
                  </a:cubicBezTo>
                  <a:cubicBezTo>
                    <a:pt x="10029" y="5549"/>
                    <a:pt x="10214" y="5299"/>
                    <a:pt x="10214" y="4999"/>
                  </a:cubicBezTo>
                  <a:cubicBezTo>
                    <a:pt x="10214" y="4702"/>
                    <a:pt x="10029" y="4452"/>
                    <a:pt x="9866" y="4231"/>
                  </a:cubicBezTo>
                  <a:cubicBezTo>
                    <a:pt x="9757" y="4086"/>
                    <a:pt x="9656" y="3945"/>
                    <a:pt x="9623" y="3818"/>
                  </a:cubicBezTo>
                  <a:cubicBezTo>
                    <a:pt x="9587" y="3684"/>
                    <a:pt x="9605" y="3506"/>
                    <a:pt x="9627" y="3322"/>
                  </a:cubicBezTo>
                  <a:cubicBezTo>
                    <a:pt x="9656" y="3039"/>
                    <a:pt x="9689" y="2750"/>
                    <a:pt x="9544" y="2500"/>
                  </a:cubicBezTo>
                  <a:cubicBezTo>
                    <a:pt x="9399" y="2253"/>
                    <a:pt x="9116" y="2127"/>
                    <a:pt x="8867" y="2014"/>
                  </a:cubicBezTo>
                  <a:cubicBezTo>
                    <a:pt x="8696" y="1942"/>
                    <a:pt x="8537" y="1869"/>
                    <a:pt x="8439" y="1775"/>
                  </a:cubicBezTo>
                  <a:cubicBezTo>
                    <a:pt x="8345" y="1678"/>
                    <a:pt x="8273" y="1518"/>
                    <a:pt x="8200" y="1348"/>
                  </a:cubicBezTo>
                  <a:cubicBezTo>
                    <a:pt x="8091" y="1098"/>
                    <a:pt x="7968" y="819"/>
                    <a:pt x="7715" y="671"/>
                  </a:cubicBezTo>
                  <a:cubicBezTo>
                    <a:pt x="7570" y="588"/>
                    <a:pt x="7414" y="563"/>
                    <a:pt x="7255" y="563"/>
                  </a:cubicBezTo>
                  <a:cubicBezTo>
                    <a:pt x="7135" y="563"/>
                    <a:pt x="7014" y="577"/>
                    <a:pt x="6893" y="591"/>
                  </a:cubicBezTo>
                  <a:cubicBezTo>
                    <a:pt x="6786" y="601"/>
                    <a:pt x="6682" y="612"/>
                    <a:pt x="6587" y="612"/>
                  </a:cubicBezTo>
                  <a:cubicBezTo>
                    <a:pt x="6518" y="612"/>
                    <a:pt x="6453" y="606"/>
                    <a:pt x="6397" y="591"/>
                  </a:cubicBezTo>
                  <a:cubicBezTo>
                    <a:pt x="6270" y="558"/>
                    <a:pt x="6132" y="457"/>
                    <a:pt x="5984" y="348"/>
                  </a:cubicBezTo>
                  <a:cubicBezTo>
                    <a:pt x="5763" y="185"/>
                    <a:pt x="5513"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88"/>
            <p:cNvSpPr/>
            <p:nvPr/>
          </p:nvSpPr>
          <p:spPr>
            <a:xfrm>
              <a:off x="6373606" y="3556454"/>
              <a:ext cx="49630" cy="16569"/>
            </a:xfrm>
            <a:custGeom>
              <a:rect b="b" l="l" r="r" t="t"/>
              <a:pathLst>
                <a:path extrusionOk="0" h="632" w="1893">
                  <a:moveTo>
                    <a:pt x="295" y="0"/>
                  </a:moveTo>
                  <a:cubicBezTo>
                    <a:pt x="136" y="0"/>
                    <a:pt x="1" y="208"/>
                    <a:pt x="151" y="353"/>
                  </a:cubicBezTo>
                  <a:cubicBezTo>
                    <a:pt x="325" y="530"/>
                    <a:pt x="626" y="632"/>
                    <a:pt x="948" y="632"/>
                  </a:cubicBezTo>
                  <a:cubicBezTo>
                    <a:pt x="1271" y="632"/>
                    <a:pt x="1571" y="527"/>
                    <a:pt x="1745" y="353"/>
                  </a:cubicBezTo>
                  <a:cubicBezTo>
                    <a:pt x="1893" y="208"/>
                    <a:pt x="1757" y="0"/>
                    <a:pt x="1599" y="0"/>
                  </a:cubicBezTo>
                  <a:cubicBezTo>
                    <a:pt x="1552" y="0"/>
                    <a:pt x="1503" y="19"/>
                    <a:pt x="1459" y="63"/>
                  </a:cubicBezTo>
                  <a:cubicBezTo>
                    <a:pt x="1383" y="135"/>
                    <a:pt x="1205" y="222"/>
                    <a:pt x="948" y="222"/>
                  </a:cubicBezTo>
                  <a:cubicBezTo>
                    <a:pt x="691" y="222"/>
                    <a:pt x="510" y="139"/>
                    <a:pt x="438" y="63"/>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88"/>
            <p:cNvSpPr/>
            <p:nvPr/>
          </p:nvSpPr>
          <p:spPr>
            <a:xfrm>
              <a:off x="6419906" y="3482310"/>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5" name="Google Shape;18295;p88"/>
          <p:cNvGrpSpPr/>
          <p:nvPr/>
        </p:nvGrpSpPr>
        <p:grpSpPr>
          <a:xfrm>
            <a:off x="7611753" y="2894671"/>
            <a:ext cx="273868" cy="365131"/>
            <a:chOff x="7611753" y="2894671"/>
            <a:chExt cx="273868" cy="365131"/>
          </a:xfrm>
        </p:grpSpPr>
        <p:sp>
          <p:nvSpPr>
            <p:cNvPr id="18296" name="Google Shape;18296;p88"/>
            <p:cNvSpPr/>
            <p:nvPr/>
          </p:nvSpPr>
          <p:spPr>
            <a:xfrm>
              <a:off x="7644787" y="2900177"/>
              <a:ext cx="208088" cy="261887"/>
            </a:xfrm>
            <a:custGeom>
              <a:rect b="b" l="l" r="r" t="t"/>
              <a:pathLst>
                <a:path extrusionOk="0" h="9989" w="7937">
                  <a:moveTo>
                    <a:pt x="3970" y="0"/>
                  </a:moveTo>
                  <a:cubicBezTo>
                    <a:pt x="2011" y="0"/>
                    <a:pt x="388" y="1525"/>
                    <a:pt x="273" y="3481"/>
                  </a:cubicBezTo>
                  <a:lnTo>
                    <a:pt x="77" y="6765"/>
                  </a:lnTo>
                  <a:cubicBezTo>
                    <a:pt x="1" y="8000"/>
                    <a:pt x="515" y="9196"/>
                    <a:pt x="1464" y="9989"/>
                  </a:cubicBezTo>
                  <a:lnTo>
                    <a:pt x="6484" y="9982"/>
                  </a:lnTo>
                  <a:cubicBezTo>
                    <a:pt x="7425" y="9188"/>
                    <a:pt x="7936" y="7993"/>
                    <a:pt x="7864" y="6765"/>
                  </a:cubicBezTo>
                  <a:lnTo>
                    <a:pt x="7664" y="3481"/>
                  </a:lnTo>
                  <a:cubicBezTo>
                    <a:pt x="7549" y="1525"/>
                    <a:pt x="5930" y="0"/>
                    <a:pt x="397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88"/>
            <p:cNvSpPr/>
            <p:nvPr/>
          </p:nvSpPr>
          <p:spPr>
            <a:xfrm>
              <a:off x="7644787" y="2900177"/>
              <a:ext cx="104110" cy="261887"/>
            </a:xfrm>
            <a:custGeom>
              <a:rect b="b" l="l" r="r" t="t"/>
              <a:pathLst>
                <a:path extrusionOk="0" h="9989" w="3971">
                  <a:moveTo>
                    <a:pt x="3970" y="0"/>
                  </a:moveTo>
                  <a:cubicBezTo>
                    <a:pt x="2011" y="0"/>
                    <a:pt x="388" y="1525"/>
                    <a:pt x="273" y="3481"/>
                  </a:cubicBezTo>
                  <a:lnTo>
                    <a:pt x="77" y="6765"/>
                  </a:lnTo>
                  <a:cubicBezTo>
                    <a:pt x="1" y="8000"/>
                    <a:pt x="515" y="9196"/>
                    <a:pt x="1464" y="9989"/>
                  </a:cubicBezTo>
                  <a:lnTo>
                    <a:pt x="3970" y="9985"/>
                  </a:lnTo>
                  <a:lnTo>
                    <a:pt x="397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88"/>
            <p:cNvSpPr/>
            <p:nvPr/>
          </p:nvSpPr>
          <p:spPr>
            <a:xfrm>
              <a:off x="7617442" y="3088655"/>
              <a:ext cx="262857" cy="165799"/>
            </a:xfrm>
            <a:custGeom>
              <a:rect b="b" l="l" r="r" t="t"/>
              <a:pathLst>
                <a:path extrusionOk="0" h="6324" w="10026">
                  <a:moveTo>
                    <a:pt x="3706" y="0"/>
                  </a:moveTo>
                  <a:lnTo>
                    <a:pt x="3706" y="1347"/>
                  </a:lnTo>
                  <a:cubicBezTo>
                    <a:pt x="3706" y="1717"/>
                    <a:pt x="3470" y="2046"/>
                    <a:pt x="3123" y="2170"/>
                  </a:cubicBezTo>
                  <a:lnTo>
                    <a:pt x="874" y="2963"/>
                  </a:lnTo>
                  <a:cubicBezTo>
                    <a:pt x="349" y="3147"/>
                    <a:pt x="1" y="3640"/>
                    <a:pt x="1" y="4198"/>
                  </a:cubicBezTo>
                  <a:lnTo>
                    <a:pt x="1" y="6324"/>
                  </a:lnTo>
                  <a:lnTo>
                    <a:pt x="10026" y="6324"/>
                  </a:lnTo>
                  <a:lnTo>
                    <a:pt x="10026" y="4198"/>
                  </a:lnTo>
                  <a:cubicBezTo>
                    <a:pt x="10026" y="3640"/>
                    <a:pt x="9674" y="3147"/>
                    <a:pt x="9153" y="2963"/>
                  </a:cubicBezTo>
                  <a:lnTo>
                    <a:pt x="6904" y="2170"/>
                  </a:lnTo>
                  <a:cubicBezTo>
                    <a:pt x="6553" y="2046"/>
                    <a:pt x="6321" y="1717"/>
                    <a:pt x="6321" y="1347"/>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88"/>
            <p:cNvSpPr/>
            <p:nvPr/>
          </p:nvSpPr>
          <p:spPr>
            <a:xfrm>
              <a:off x="7617442" y="3138966"/>
              <a:ext cx="262857" cy="115488"/>
            </a:xfrm>
            <a:custGeom>
              <a:rect b="b" l="l" r="r" t="t"/>
              <a:pathLst>
                <a:path extrusionOk="0" h="4405" w="10026">
                  <a:moveTo>
                    <a:pt x="6542" y="1"/>
                  </a:moveTo>
                  <a:lnTo>
                    <a:pt x="6542" y="301"/>
                  </a:lnTo>
                  <a:cubicBezTo>
                    <a:pt x="6542" y="1199"/>
                    <a:pt x="5850" y="1978"/>
                    <a:pt x="4955" y="2004"/>
                  </a:cubicBezTo>
                  <a:cubicBezTo>
                    <a:pt x="4938" y="2004"/>
                    <a:pt x="4920" y="2004"/>
                    <a:pt x="4903" y="2004"/>
                  </a:cubicBezTo>
                  <a:cubicBezTo>
                    <a:pt x="4003" y="2004"/>
                    <a:pt x="3271" y="1276"/>
                    <a:pt x="3271" y="370"/>
                  </a:cubicBezTo>
                  <a:lnTo>
                    <a:pt x="3271" y="182"/>
                  </a:lnTo>
                  <a:cubicBezTo>
                    <a:pt x="3224" y="207"/>
                    <a:pt x="3173" y="232"/>
                    <a:pt x="3126" y="251"/>
                  </a:cubicBezTo>
                  <a:lnTo>
                    <a:pt x="874" y="1044"/>
                  </a:lnTo>
                  <a:cubicBezTo>
                    <a:pt x="352" y="1228"/>
                    <a:pt x="1" y="1721"/>
                    <a:pt x="1" y="2279"/>
                  </a:cubicBezTo>
                  <a:lnTo>
                    <a:pt x="1" y="4405"/>
                  </a:lnTo>
                  <a:lnTo>
                    <a:pt x="10026" y="4405"/>
                  </a:lnTo>
                  <a:lnTo>
                    <a:pt x="10026" y="2279"/>
                  </a:lnTo>
                  <a:cubicBezTo>
                    <a:pt x="10026" y="1721"/>
                    <a:pt x="9674" y="1228"/>
                    <a:pt x="9153" y="1044"/>
                  </a:cubicBezTo>
                  <a:lnTo>
                    <a:pt x="6904" y="251"/>
                  </a:lnTo>
                  <a:cubicBezTo>
                    <a:pt x="6763" y="200"/>
                    <a:pt x="6636" y="113"/>
                    <a:pt x="6542"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88"/>
            <p:cNvSpPr/>
            <p:nvPr/>
          </p:nvSpPr>
          <p:spPr>
            <a:xfrm>
              <a:off x="7714578" y="3100138"/>
              <a:ext cx="68585" cy="34292"/>
            </a:xfrm>
            <a:custGeom>
              <a:rect b="b" l="l" r="r" t="t"/>
              <a:pathLst>
                <a:path extrusionOk="0" h="1308" w="2616">
                  <a:moveTo>
                    <a:pt x="1" y="0"/>
                  </a:moveTo>
                  <a:lnTo>
                    <a:pt x="1" y="1036"/>
                  </a:lnTo>
                  <a:cubicBezTo>
                    <a:pt x="417" y="1217"/>
                    <a:pt x="862" y="1308"/>
                    <a:pt x="1307" y="1308"/>
                  </a:cubicBezTo>
                  <a:cubicBezTo>
                    <a:pt x="1752" y="1308"/>
                    <a:pt x="2197" y="1217"/>
                    <a:pt x="2616" y="1036"/>
                  </a:cubicBezTo>
                  <a:lnTo>
                    <a:pt x="261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88"/>
            <p:cNvSpPr/>
            <p:nvPr/>
          </p:nvSpPr>
          <p:spPr>
            <a:xfrm>
              <a:off x="7674518" y="2962942"/>
              <a:ext cx="148627" cy="154316"/>
            </a:xfrm>
            <a:custGeom>
              <a:rect b="b" l="l" r="r" t="t"/>
              <a:pathLst>
                <a:path extrusionOk="0" h="5886" w="5669">
                  <a:moveTo>
                    <a:pt x="0" y="0"/>
                  </a:moveTo>
                  <a:lnTo>
                    <a:pt x="0" y="3053"/>
                  </a:lnTo>
                  <a:cubicBezTo>
                    <a:pt x="0" y="4618"/>
                    <a:pt x="1272" y="5885"/>
                    <a:pt x="2836" y="5885"/>
                  </a:cubicBezTo>
                  <a:cubicBezTo>
                    <a:pt x="4401" y="5885"/>
                    <a:pt x="5668" y="4618"/>
                    <a:pt x="5668" y="3053"/>
                  </a:cubicBezTo>
                  <a:lnTo>
                    <a:pt x="5668"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88"/>
            <p:cNvSpPr/>
            <p:nvPr/>
          </p:nvSpPr>
          <p:spPr>
            <a:xfrm>
              <a:off x="7674256" y="2962942"/>
              <a:ext cx="148889" cy="154342"/>
            </a:xfrm>
            <a:custGeom>
              <a:rect b="b" l="l" r="r" t="t"/>
              <a:pathLst>
                <a:path extrusionOk="0" h="5887" w="5679">
                  <a:moveTo>
                    <a:pt x="10" y="0"/>
                  </a:moveTo>
                  <a:lnTo>
                    <a:pt x="10" y="3053"/>
                  </a:lnTo>
                  <a:cubicBezTo>
                    <a:pt x="1" y="4638"/>
                    <a:pt x="1291" y="5887"/>
                    <a:pt x="2820" y="5887"/>
                  </a:cubicBezTo>
                  <a:cubicBezTo>
                    <a:pt x="2972" y="5887"/>
                    <a:pt x="3126" y="5875"/>
                    <a:pt x="3281" y="5849"/>
                  </a:cubicBezTo>
                  <a:cubicBezTo>
                    <a:pt x="1901" y="5635"/>
                    <a:pt x="883" y="4448"/>
                    <a:pt x="883" y="3053"/>
                  </a:cubicBezTo>
                  <a:lnTo>
                    <a:pt x="883" y="2303"/>
                  </a:lnTo>
                  <a:cubicBezTo>
                    <a:pt x="883" y="2039"/>
                    <a:pt x="1079" y="1818"/>
                    <a:pt x="1329" y="1749"/>
                  </a:cubicBezTo>
                  <a:cubicBezTo>
                    <a:pt x="1923" y="1597"/>
                    <a:pt x="2502" y="1398"/>
                    <a:pt x="3064" y="1148"/>
                  </a:cubicBezTo>
                  <a:cubicBezTo>
                    <a:pt x="3093" y="1485"/>
                    <a:pt x="3375" y="1746"/>
                    <a:pt x="3716" y="1746"/>
                  </a:cubicBezTo>
                  <a:cubicBezTo>
                    <a:pt x="4255" y="1735"/>
                    <a:pt x="4788" y="1652"/>
                    <a:pt x="5305" y="1499"/>
                  </a:cubicBezTo>
                  <a:cubicBezTo>
                    <a:pt x="5458" y="1456"/>
                    <a:pt x="5584" y="1355"/>
                    <a:pt x="5668" y="1221"/>
                  </a:cubicBezTo>
                  <a:cubicBezTo>
                    <a:pt x="5668" y="1217"/>
                    <a:pt x="5664" y="1210"/>
                    <a:pt x="5664" y="1206"/>
                  </a:cubicBezTo>
                  <a:lnTo>
                    <a:pt x="5678" y="1202"/>
                  </a:lnTo>
                  <a:lnTo>
                    <a:pt x="567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88"/>
            <p:cNvSpPr/>
            <p:nvPr/>
          </p:nvSpPr>
          <p:spPr>
            <a:xfrm>
              <a:off x="7783137" y="3128531"/>
              <a:ext cx="26" cy="210"/>
            </a:xfrm>
            <a:custGeom>
              <a:rect b="b" l="l" r="r" t="t"/>
              <a:pathLst>
                <a:path extrusionOk="0" h="8" w="1">
                  <a:moveTo>
                    <a:pt x="1" y="8"/>
                  </a:moveTo>
                  <a:lnTo>
                    <a:pt x="1" y="8"/>
                  </a:lnTo>
                  <a:lnTo>
                    <a:pt x="1"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88"/>
            <p:cNvSpPr/>
            <p:nvPr/>
          </p:nvSpPr>
          <p:spPr>
            <a:xfrm>
              <a:off x="7714578" y="3128531"/>
              <a:ext cx="26" cy="210"/>
            </a:xfrm>
            <a:custGeom>
              <a:rect b="b" l="l" r="r" t="t"/>
              <a:pathLst>
                <a:path extrusionOk="0" h="8" w="1">
                  <a:moveTo>
                    <a:pt x="1" y="0"/>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88"/>
            <p:cNvSpPr/>
            <p:nvPr/>
          </p:nvSpPr>
          <p:spPr>
            <a:xfrm>
              <a:off x="7651342" y="2900177"/>
              <a:ext cx="193931" cy="102746"/>
            </a:xfrm>
            <a:custGeom>
              <a:rect b="b" l="l" r="r" t="t"/>
              <a:pathLst>
                <a:path extrusionOk="0" h="3919" w="7397">
                  <a:moveTo>
                    <a:pt x="3723" y="0"/>
                  </a:moveTo>
                  <a:cubicBezTo>
                    <a:pt x="3648" y="0"/>
                    <a:pt x="3572" y="3"/>
                    <a:pt x="3496" y="7"/>
                  </a:cubicBezTo>
                  <a:cubicBezTo>
                    <a:pt x="1620" y="120"/>
                    <a:pt x="135" y="1641"/>
                    <a:pt x="23" y="3517"/>
                  </a:cubicBezTo>
                  <a:lnTo>
                    <a:pt x="1" y="3835"/>
                  </a:lnTo>
                  <a:lnTo>
                    <a:pt x="15" y="3919"/>
                  </a:lnTo>
                  <a:cubicBezTo>
                    <a:pt x="15" y="3919"/>
                    <a:pt x="3282" y="3484"/>
                    <a:pt x="4590" y="2394"/>
                  </a:cubicBezTo>
                  <a:lnTo>
                    <a:pt x="4590" y="3484"/>
                  </a:lnTo>
                  <a:cubicBezTo>
                    <a:pt x="5068" y="3473"/>
                    <a:pt x="5538" y="3401"/>
                    <a:pt x="5995" y="3267"/>
                  </a:cubicBezTo>
                  <a:cubicBezTo>
                    <a:pt x="6037" y="3254"/>
                    <a:pt x="6079" y="3248"/>
                    <a:pt x="6119" y="3248"/>
                  </a:cubicBezTo>
                  <a:cubicBezTo>
                    <a:pt x="6351" y="3248"/>
                    <a:pt x="6552" y="3437"/>
                    <a:pt x="6552" y="3683"/>
                  </a:cubicBezTo>
                  <a:cubicBezTo>
                    <a:pt x="7088" y="3557"/>
                    <a:pt x="7396" y="2999"/>
                    <a:pt x="7215" y="2477"/>
                  </a:cubicBezTo>
                  <a:cubicBezTo>
                    <a:pt x="6694" y="988"/>
                    <a:pt x="5286" y="0"/>
                    <a:pt x="372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88"/>
            <p:cNvSpPr/>
            <p:nvPr/>
          </p:nvSpPr>
          <p:spPr>
            <a:xfrm>
              <a:off x="7668068" y="3138966"/>
              <a:ext cx="161526" cy="87383"/>
            </a:xfrm>
            <a:custGeom>
              <a:rect b="b" l="l" r="r" t="t"/>
              <a:pathLst>
                <a:path extrusionOk="0" h="3333" w="6161">
                  <a:moveTo>
                    <a:pt x="4607" y="1"/>
                  </a:moveTo>
                  <a:lnTo>
                    <a:pt x="4607" y="301"/>
                  </a:lnTo>
                  <a:cubicBezTo>
                    <a:pt x="4607" y="1199"/>
                    <a:pt x="3919" y="1978"/>
                    <a:pt x="3024" y="2004"/>
                  </a:cubicBezTo>
                  <a:cubicBezTo>
                    <a:pt x="3007" y="2004"/>
                    <a:pt x="2989" y="2004"/>
                    <a:pt x="2972" y="2004"/>
                  </a:cubicBezTo>
                  <a:cubicBezTo>
                    <a:pt x="2072" y="2004"/>
                    <a:pt x="1337" y="1276"/>
                    <a:pt x="1337" y="370"/>
                  </a:cubicBezTo>
                  <a:lnTo>
                    <a:pt x="1337" y="182"/>
                  </a:lnTo>
                  <a:cubicBezTo>
                    <a:pt x="1290" y="207"/>
                    <a:pt x="1242" y="232"/>
                    <a:pt x="1192" y="251"/>
                  </a:cubicBezTo>
                  <a:lnTo>
                    <a:pt x="0" y="671"/>
                  </a:lnTo>
                  <a:cubicBezTo>
                    <a:pt x="15" y="1261"/>
                    <a:pt x="138" y="1844"/>
                    <a:pt x="362" y="2391"/>
                  </a:cubicBezTo>
                  <a:cubicBezTo>
                    <a:pt x="600" y="2971"/>
                    <a:pt x="1165" y="3332"/>
                    <a:pt x="1768" y="3332"/>
                  </a:cubicBezTo>
                  <a:cubicBezTo>
                    <a:pt x="1891" y="3332"/>
                    <a:pt x="2016" y="3317"/>
                    <a:pt x="2141" y="3286"/>
                  </a:cubicBezTo>
                  <a:lnTo>
                    <a:pt x="3082" y="3054"/>
                  </a:lnTo>
                  <a:lnTo>
                    <a:pt x="4020" y="3286"/>
                  </a:lnTo>
                  <a:cubicBezTo>
                    <a:pt x="4145" y="3317"/>
                    <a:pt x="4270" y="3332"/>
                    <a:pt x="4393" y="3332"/>
                  </a:cubicBezTo>
                  <a:cubicBezTo>
                    <a:pt x="4997" y="3332"/>
                    <a:pt x="5562" y="2971"/>
                    <a:pt x="5802" y="2391"/>
                  </a:cubicBezTo>
                  <a:cubicBezTo>
                    <a:pt x="6023" y="1844"/>
                    <a:pt x="6146" y="1261"/>
                    <a:pt x="6161" y="671"/>
                  </a:cubicBezTo>
                  <a:lnTo>
                    <a:pt x="4969" y="251"/>
                  </a:lnTo>
                  <a:cubicBezTo>
                    <a:pt x="4828" y="200"/>
                    <a:pt x="4705" y="113"/>
                    <a:pt x="460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88"/>
            <p:cNvSpPr/>
            <p:nvPr/>
          </p:nvSpPr>
          <p:spPr>
            <a:xfrm>
              <a:off x="7684192" y="3128715"/>
              <a:ext cx="129278" cy="80488"/>
            </a:xfrm>
            <a:custGeom>
              <a:rect b="b" l="l" r="r" t="t"/>
              <a:pathLst>
                <a:path extrusionOk="0" h="3070" w="4931">
                  <a:moveTo>
                    <a:pt x="1160" y="1"/>
                  </a:moveTo>
                  <a:lnTo>
                    <a:pt x="334" y="279"/>
                  </a:lnTo>
                  <a:cubicBezTo>
                    <a:pt x="168" y="337"/>
                    <a:pt x="52" y="489"/>
                    <a:pt x="41" y="667"/>
                  </a:cubicBezTo>
                  <a:cubicBezTo>
                    <a:pt x="1" y="1304"/>
                    <a:pt x="106" y="1942"/>
                    <a:pt x="349" y="2532"/>
                  </a:cubicBezTo>
                  <a:cubicBezTo>
                    <a:pt x="487" y="2863"/>
                    <a:pt x="808" y="3069"/>
                    <a:pt x="1153" y="3069"/>
                  </a:cubicBezTo>
                  <a:cubicBezTo>
                    <a:pt x="1224" y="3069"/>
                    <a:pt x="1295" y="3061"/>
                    <a:pt x="1366" y="3043"/>
                  </a:cubicBezTo>
                  <a:lnTo>
                    <a:pt x="2467" y="2768"/>
                  </a:lnTo>
                  <a:lnTo>
                    <a:pt x="3565" y="3043"/>
                  </a:lnTo>
                  <a:cubicBezTo>
                    <a:pt x="3636" y="3061"/>
                    <a:pt x="3707" y="3069"/>
                    <a:pt x="3778" y="3069"/>
                  </a:cubicBezTo>
                  <a:cubicBezTo>
                    <a:pt x="4123" y="3069"/>
                    <a:pt x="4444" y="2863"/>
                    <a:pt x="4582" y="2532"/>
                  </a:cubicBezTo>
                  <a:cubicBezTo>
                    <a:pt x="4825" y="1942"/>
                    <a:pt x="4930" y="1304"/>
                    <a:pt x="4890" y="667"/>
                  </a:cubicBezTo>
                  <a:cubicBezTo>
                    <a:pt x="4879" y="489"/>
                    <a:pt x="4763" y="337"/>
                    <a:pt x="4597" y="279"/>
                  </a:cubicBezTo>
                  <a:lnTo>
                    <a:pt x="3775" y="1"/>
                  </a:lnTo>
                  <a:lnTo>
                    <a:pt x="3775" y="645"/>
                  </a:lnTo>
                  <a:cubicBezTo>
                    <a:pt x="3789" y="1377"/>
                    <a:pt x="3199" y="1978"/>
                    <a:pt x="2467" y="1978"/>
                  </a:cubicBezTo>
                  <a:cubicBezTo>
                    <a:pt x="1736" y="1978"/>
                    <a:pt x="1145" y="1377"/>
                    <a:pt x="1160" y="645"/>
                  </a:cubicBezTo>
                  <a:lnTo>
                    <a:pt x="11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88"/>
            <p:cNvSpPr/>
            <p:nvPr/>
          </p:nvSpPr>
          <p:spPr>
            <a:xfrm>
              <a:off x="7611753" y="2894671"/>
              <a:ext cx="273868" cy="365131"/>
            </a:xfrm>
            <a:custGeom>
              <a:rect b="b" l="l" r="r" t="t"/>
              <a:pathLst>
                <a:path extrusionOk="0" h="13927" w="10446">
                  <a:moveTo>
                    <a:pt x="5897" y="3002"/>
                  </a:moveTo>
                  <a:lnTo>
                    <a:pt x="5897" y="3694"/>
                  </a:lnTo>
                  <a:cubicBezTo>
                    <a:pt x="5897" y="3806"/>
                    <a:pt x="5987" y="3897"/>
                    <a:pt x="6100" y="3897"/>
                  </a:cubicBezTo>
                  <a:cubicBezTo>
                    <a:pt x="6596" y="3890"/>
                    <a:pt x="7088" y="3814"/>
                    <a:pt x="7563" y="3672"/>
                  </a:cubicBezTo>
                  <a:cubicBezTo>
                    <a:pt x="7584" y="3666"/>
                    <a:pt x="7606" y="3662"/>
                    <a:pt x="7628" y="3662"/>
                  </a:cubicBezTo>
                  <a:cubicBezTo>
                    <a:pt x="7677" y="3662"/>
                    <a:pt x="7725" y="3679"/>
                    <a:pt x="7766" y="3709"/>
                  </a:cubicBezTo>
                  <a:cubicBezTo>
                    <a:pt x="7823" y="3752"/>
                    <a:pt x="7860" y="3821"/>
                    <a:pt x="7860" y="3893"/>
                  </a:cubicBezTo>
                  <a:lnTo>
                    <a:pt x="7860" y="5661"/>
                  </a:lnTo>
                  <a:cubicBezTo>
                    <a:pt x="7856" y="7120"/>
                    <a:pt x="6674" y="8290"/>
                    <a:pt x="5230" y="8290"/>
                  </a:cubicBezTo>
                  <a:cubicBezTo>
                    <a:pt x="5187" y="8290"/>
                    <a:pt x="5143" y="8289"/>
                    <a:pt x="5100" y="8287"/>
                  </a:cubicBezTo>
                  <a:cubicBezTo>
                    <a:pt x="4419" y="8254"/>
                    <a:pt x="3778" y="7950"/>
                    <a:pt x="3322" y="7443"/>
                  </a:cubicBezTo>
                  <a:cubicBezTo>
                    <a:pt x="2854" y="6936"/>
                    <a:pt x="2597" y="6269"/>
                    <a:pt x="2597" y="5581"/>
                  </a:cubicBezTo>
                  <a:lnTo>
                    <a:pt x="2597" y="4784"/>
                  </a:lnTo>
                  <a:cubicBezTo>
                    <a:pt x="2597" y="4649"/>
                    <a:pt x="2496" y="4581"/>
                    <a:pt x="2394" y="4581"/>
                  </a:cubicBezTo>
                  <a:cubicBezTo>
                    <a:pt x="2293" y="4581"/>
                    <a:pt x="2192" y="4649"/>
                    <a:pt x="2192" y="4784"/>
                  </a:cubicBezTo>
                  <a:lnTo>
                    <a:pt x="2192" y="5581"/>
                  </a:lnTo>
                  <a:cubicBezTo>
                    <a:pt x="2188" y="6371"/>
                    <a:pt x="2485" y="7135"/>
                    <a:pt x="3021" y="7718"/>
                  </a:cubicBezTo>
                  <a:cubicBezTo>
                    <a:pt x="3224" y="7939"/>
                    <a:pt x="3456" y="8131"/>
                    <a:pt x="3716" y="8283"/>
                  </a:cubicBezTo>
                  <a:lnTo>
                    <a:pt x="3716" y="8786"/>
                  </a:lnTo>
                  <a:lnTo>
                    <a:pt x="3028" y="9018"/>
                  </a:lnTo>
                  <a:cubicBezTo>
                    <a:pt x="2782" y="9105"/>
                    <a:pt x="2612" y="9330"/>
                    <a:pt x="2597" y="9590"/>
                  </a:cubicBezTo>
                  <a:lnTo>
                    <a:pt x="2597" y="9619"/>
                  </a:lnTo>
                  <a:lnTo>
                    <a:pt x="2467" y="9663"/>
                  </a:lnTo>
                  <a:cubicBezTo>
                    <a:pt x="1811" y="8931"/>
                    <a:pt x="1478" y="7968"/>
                    <a:pt x="1540" y="6986"/>
                  </a:cubicBezTo>
                  <a:lnTo>
                    <a:pt x="1699" y="4313"/>
                  </a:lnTo>
                  <a:cubicBezTo>
                    <a:pt x="2311" y="4223"/>
                    <a:pt x="4596" y="3828"/>
                    <a:pt x="5897" y="3002"/>
                  </a:cubicBezTo>
                  <a:close/>
                  <a:moveTo>
                    <a:pt x="5230" y="413"/>
                  </a:moveTo>
                  <a:cubicBezTo>
                    <a:pt x="7081" y="413"/>
                    <a:pt x="8609" y="1854"/>
                    <a:pt x="8722" y="3701"/>
                  </a:cubicBezTo>
                  <a:lnTo>
                    <a:pt x="8917" y="6986"/>
                  </a:lnTo>
                  <a:cubicBezTo>
                    <a:pt x="8982" y="7968"/>
                    <a:pt x="8646" y="8935"/>
                    <a:pt x="7990" y="9666"/>
                  </a:cubicBezTo>
                  <a:lnTo>
                    <a:pt x="7860" y="9619"/>
                  </a:lnTo>
                  <a:lnTo>
                    <a:pt x="7860" y="9587"/>
                  </a:lnTo>
                  <a:cubicBezTo>
                    <a:pt x="7842" y="9330"/>
                    <a:pt x="7671" y="9105"/>
                    <a:pt x="7425" y="9022"/>
                  </a:cubicBezTo>
                  <a:lnTo>
                    <a:pt x="7425" y="9018"/>
                  </a:lnTo>
                  <a:lnTo>
                    <a:pt x="6741" y="8786"/>
                  </a:lnTo>
                  <a:lnTo>
                    <a:pt x="6741" y="8297"/>
                  </a:lnTo>
                  <a:cubicBezTo>
                    <a:pt x="6951" y="8174"/>
                    <a:pt x="7146" y="8026"/>
                    <a:pt x="7324" y="7859"/>
                  </a:cubicBezTo>
                  <a:cubicBezTo>
                    <a:pt x="7928" y="7287"/>
                    <a:pt x="8269" y="6490"/>
                    <a:pt x="8265" y="5661"/>
                  </a:cubicBezTo>
                  <a:lnTo>
                    <a:pt x="8265" y="3893"/>
                  </a:lnTo>
                  <a:cubicBezTo>
                    <a:pt x="8265" y="3531"/>
                    <a:pt x="7968" y="3254"/>
                    <a:pt x="7628" y="3254"/>
                  </a:cubicBezTo>
                  <a:cubicBezTo>
                    <a:pt x="7567" y="3254"/>
                    <a:pt x="7505" y="3263"/>
                    <a:pt x="7443" y="3281"/>
                  </a:cubicBezTo>
                  <a:cubicBezTo>
                    <a:pt x="7074" y="3390"/>
                    <a:pt x="6690" y="3455"/>
                    <a:pt x="6306" y="3481"/>
                  </a:cubicBezTo>
                  <a:lnTo>
                    <a:pt x="6306" y="2604"/>
                  </a:lnTo>
                  <a:cubicBezTo>
                    <a:pt x="6306" y="2482"/>
                    <a:pt x="6206" y="2400"/>
                    <a:pt x="6101" y="2400"/>
                  </a:cubicBezTo>
                  <a:cubicBezTo>
                    <a:pt x="6056" y="2400"/>
                    <a:pt x="6009" y="2415"/>
                    <a:pt x="5969" y="2448"/>
                  </a:cubicBezTo>
                  <a:cubicBezTo>
                    <a:pt x="4919" y="3325"/>
                    <a:pt x="2481" y="3770"/>
                    <a:pt x="1724" y="3893"/>
                  </a:cubicBezTo>
                  <a:lnTo>
                    <a:pt x="1735" y="3701"/>
                  </a:lnTo>
                  <a:cubicBezTo>
                    <a:pt x="1848" y="1854"/>
                    <a:pt x="3376" y="413"/>
                    <a:pt x="5230" y="413"/>
                  </a:cubicBezTo>
                  <a:close/>
                  <a:moveTo>
                    <a:pt x="4126" y="8486"/>
                  </a:moveTo>
                  <a:cubicBezTo>
                    <a:pt x="4430" y="8609"/>
                    <a:pt x="4752" y="8678"/>
                    <a:pt x="5082" y="8692"/>
                  </a:cubicBezTo>
                  <a:cubicBezTo>
                    <a:pt x="5129" y="8696"/>
                    <a:pt x="5180" y="8696"/>
                    <a:pt x="5230" y="8696"/>
                  </a:cubicBezTo>
                  <a:cubicBezTo>
                    <a:pt x="5239" y="8696"/>
                    <a:pt x="5248" y="8696"/>
                    <a:pt x="5257" y="8696"/>
                  </a:cubicBezTo>
                  <a:cubicBezTo>
                    <a:pt x="5625" y="8696"/>
                    <a:pt x="5988" y="8624"/>
                    <a:pt x="6331" y="8493"/>
                  </a:cubicBezTo>
                  <a:lnTo>
                    <a:pt x="6331" y="9579"/>
                  </a:lnTo>
                  <a:cubicBezTo>
                    <a:pt x="6331" y="9703"/>
                    <a:pt x="6310" y="9829"/>
                    <a:pt x="6270" y="9945"/>
                  </a:cubicBezTo>
                  <a:cubicBezTo>
                    <a:pt x="6213" y="10106"/>
                    <a:pt x="6342" y="10220"/>
                    <a:pt x="6469" y="10220"/>
                  </a:cubicBezTo>
                  <a:cubicBezTo>
                    <a:pt x="6545" y="10220"/>
                    <a:pt x="6620" y="10179"/>
                    <a:pt x="6654" y="10083"/>
                  </a:cubicBezTo>
                  <a:cubicBezTo>
                    <a:pt x="6712" y="9920"/>
                    <a:pt x="6741" y="9750"/>
                    <a:pt x="6741" y="9579"/>
                  </a:cubicBezTo>
                  <a:lnTo>
                    <a:pt x="6741" y="9217"/>
                  </a:lnTo>
                  <a:lnTo>
                    <a:pt x="7291" y="9402"/>
                  </a:lnTo>
                  <a:cubicBezTo>
                    <a:pt x="7382" y="9435"/>
                    <a:pt x="7443" y="9518"/>
                    <a:pt x="7450" y="9612"/>
                  </a:cubicBezTo>
                  <a:cubicBezTo>
                    <a:pt x="7487" y="10217"/>
                    <a:pt x="7389" y="10825"/>
                    <a:pt x="7157" y="11387"/>
                  </a:cubicBezTo>
                  <a:cubicBezTo>
                    <a:pt x="7052" y="11643"/>
                    <a:pt x="6803" y="11801"/>
                    <a:pt x="6539" y="11801"/>
                  </a:cubicBezTo>
                  <a:cubicBezTo>
                    <a:pt x="6486" y="11801"/>
                    <a:pt x="6432" y="11795"/>
                    <a:pt x="6378" y="11781"/>
                  </a:cubicBezTo>
                  <a:lnTo>
                    <a:pt x="5277" y="11506"/>
                  </a:lnTo>
                  <a:cubicBezTo>
                    <a:pt x="5261" y="11501"/>
                    <a:pt x="5245" y="11498"/>
                    <a:pt x="5228" y="11498"/>
                  </a:cubicBezTo>
                  <a:cubicBezTo>
                    <a:pt x="5212" y="11498"/>
                    <a:pt x="5196" y="11501"/>
                    <a:pt x="5180" y="11506"/>
                  </a:cubicBezTo>
                  <a:lnTo>
                    <a:pt x="4079" y="11781"/>
                  </a:lnTo>
                  <a:cubicBezTo>
                    <a:pt x="4025" y="11795"/>
                    <a:pt x="3971" y="11801"/>
                    <a:pt x="3918" y="11801"/>
                  </a:cubicBezTo>
                  <a:cubicBezTo>
                    <a:pt x="3654" y="11801"/>
                    <a:pt x="3405" y="11643"/>
                    <a:pt x="3300" y="11387"/>
                  </a:cubicBezTo>
                  <a:cubicBezTo>
                    <a:pt x="3068" y="10825"/>
                    <a:pt x="2970" y="10221"/>
                    <a:pt x="3007" y="9612"/>
                  </a:cubicBezTo>
                  <a:cubicBezTo>
                    <a:pt x="3014" y="9518"/>
                    <a:pt x="3072" y="9438"/>
                    <a:pt x="3162" y="9406"/>
                  </a:cubicBezTo>
                  <a:lnTo>
                    <a:pt x="3716" y="9217"/>
                  </a:lnTo>
                  <a:lnTo>
                    <a:pt x="3716" y="9579"/>
                  </a:lnTo>
                  <a:cubicBezTo>
                    <a:pt x="3716" y="10469"/>
                    <a:pt x="4447" y="11094"/>
                    <a:pt x="5233" y="11094"/>
                  </a:cubicBezTo>
                  <a:cubicBezTo>
                    <a:pt x="5513" y="11094"/>
                    <a:pt x="5800" y="11015"/>
                    <a:pt x="6063" y="10840"/>
                  </a:cubicBezTo>
                  <a:cubicBezTo>
                    <a:pt x="6251" y="10714"/>
                    <a:pt x="6129" y="10461"/>
                    <a:pt x="5955" y="10461"/>
                  </a:cubicBezTo>
                  <a:cubicBezTo>
                    <a:pt x="5918" y="10461"/>
                    <a:pt x="5878" y="10473"/>
                    <a:pt x="5839" y="10499"/>
                  </a:cubicBezTo>
                  <a:cubicBezTo>
                    <a:pt x="5646" y="10627"/>
                    <a:pt x="5436" y="10685"/>
                    <a:pt x="5232" y="10685"/>
                  </a:cubicBezTo>
                  <a:cubicBezTo>
                    <a:pt x="4658" y="10685"/>
                    <a:pt x="4126" y="10229"/>
                    <a:pt x="4126" y="9579"/>
                  </a:cubicBezTo>
                  <a:lnTo>
                    <a:pt x="4126" y="8486"/>
                  </a:lnTo>
                  <a:close/>
                  <a:moveTo>
                    <a:pt x="5230" y="0"/>
                  </a:moveTo>
                  <a:cubicBezTo>
                    <a:pt x="3162" y="0"/>
                    <a:pt x="1453" y="1612"/>
                    <a:pt x="1330" y="3680"/>
                  </a:cubicBezTo>
                  <a:lnTo>
                    <a:pt x="1131" y="6961"/>
                  </a:lnTo>
                  <a:cubicBezTo>
                    <a:pt x="1065" y="7993"/>
                    <a:pt x="1395" y="9011"/>
                    <a:pt x="2054" y="9808"/>
                  </a:cubicBezTo>
                  <a:lnTo>
                    <a:pt x="1011" y="10177"/>
                  </a:lnTo>
                  <a:cubicBezTo>
                    <a:pt x="406" y="10391"/>
                    <a:pt x="4" y="10963"/>
                    <a:pt x="1" y="11604"/>
                  </a:cubicBezTo>
                  <a:lnTo>
                    <a:pt x="1" y="13723"/>
                  </a:lnTo>
                  <a:cubicBezTo>
                    <a:pt x="1" y="13859"/>
                    <a:pt x="103" y="13926"/>
                    <a:pt x="205" y="13926"/>
                  </a:cubicBezTo>
                  <a:cubicBezTo>
                    <a:pt x="307" y="13926"/>
                    <a:pt x="410" y="13859"/>
                    <a:pt x="410" y="13723"/>
                  </a:cubicBezTo>
                  <a:lnTo>
                    <a:pt x="410" y="11604"/>
                  </a:lnTo>
                  <a:cubicBezTo>
                    <a:pt x="410" y="11466"/>
                    <a:pt x="435" y="11329"/>
                    <a:pt x="486" y="11198"/>
                  </a:cubicBezTo>
                  <a:lnTo>
                    <a:pt x="1522" y="12089"/>
                  </a:lnTo>
                  <a:cubicBezTo>
                    <a:pt x="1670" y="12216"/>
                    <a:pt x="1757" y="12401"/>
                    <a:pt x="1753" y="12596"/>
                  </a:cubicBezTo>
                  <a:lnTo>
                    <a:pt x="1753" y="13719"/>
                  </a:lnTo>
                  <a:cubicBezTo>
                    <a:pt x="1753" y="13855"/>
                    <a:pt x="1856" y="13923"/>
                    <a:pt x="1958" y="13923"/>
                  </a:cubicBezTo>
                  <a:cubicBezTo>
                    <a:pt x="2060" y="13923"/>
                    <a:pt x="2163" y="13855"/>
                    <a:pt x="2163" y="13719"/>
                  </a:cubicBezTo>
                  <a:lnTo>
                    <a:pt x="2163" y="12596"/>
                  </a:lnTo>
                  <a:cubicBezTo>
                    <a:pt x="2163" y="12281"/>
                    <a:pt x="2025" y="11984"/>
                    <a:pt x="1786" y="11781"/>
                  </a:cubicBezTo>
                  <a:lnTo>
                    <a:pt x="707" y="10854"/>
                  </a:lnTo>
                  <a:cubicBezTo>
                    <a:pt x="826" y="10724"/>
                    <a:pt x="978" y="10626"/>
                    <a:pt x="1145" y="10565"/>
                  </a:cubicBezTo>
                  <a:lnTo>
                    <a:pt x="2594" y="10054"/>
                  </a:lnTo>
                  <a:cubicBezTo>
                    <a:pt x="2615" y="10565"/>
                    <a:pt x="2724" y="11072"/>
                    <a:pt x="2920" y="11546"/>
                  </a:cubicBezTo>
                  <a:cubicBezTo>
                    <a:pt x="3088" y="11956"/>
                    <a:pt x="3487" y="12212"/>
                    <a:pt x="3915" y="12212"/>
                  </a:cubicBezTo>
                  <a:cubicBezTo>
                    <a:pt x="4001" y="12212"/>
                    <a:pt x="4089" y="12202"/>
                    <a:pt x="4176" y="12180"/>
                  </a:cubicBezTo>
                  <a:lnTo>
                    <a:pt x="5227" y="11915"/>
                  </a:lnTo>
                  <a:lnTo>
                    <a:pt x="6273" y="12180"/>
                  </a:lnTo>
                  <a:cubicBezTo>
                    <a:pt x="6360" y="12202"/>
                    <a:pt x="6451" y="12212"/>
                    <a:pt x="6541" y="12212"/>
                  </a:cubicBezTo>
                  <a:cubicBezTo>
                    <a:pt x="6976" y="12212"/>
                    <a:pt x="7367" y="11948"/>
                    <a:pt x="7530" y="11546"/>
                  </a:cubicBezTo>
                  <a:cubicBezTo>
                    <a:pt x="7726" y="11075"/>
                    <a:pt x="7838" y="10572"/>
                    <a:pt x="7856" y="10058"/>
                  </a:cubicBezTo>
                  <a:lnTo>
                    <a:pt x="9297" y="10568"/>
                  </a:lnTo>
                  <a:cubicBezTo>
                    <a:pt x="9468" y="10626"/>
                    <a:pt x="9620" y="10728"/>
                    <a:pt x="9743" y="10862"/>
                  </a:cubicBezTo>
                  <a:lnTo>
                    <a:pt x="8671" y="11781"/>
                  </a:lnTo>
                  <a:cubicBezTo>
                    <a:pt x="8432" y="11984"/>
                    <a:pt x="8294" y="12281"/>
                    <a:pt x="8294" y="12596"/>
                  </a:cubicBezTo>
                  <a:lnTo>
                    <a:pt x="8294" y="13723"/>
                  </a:lnTo>
                  <a:cubicBezTo>
                    <a:pt x="8294" y="13857"/>
                    <a:pt x="8397" y="13924"/>
                    <a:pt x="8499" y="13924"/>
                  </a:cubicBezTo>
                  <a:cubicBezTo>
                    <a:pt x="8601" y="13924"/>
                    <a:pt x="8704" y="13857"/>
                    <a:pt x="8704" y="13723"/>
                  </a:cubicBezTo>
                  <a:lnTo>
                    <a:pt x="8704" y="12596"/>
                  </a:lnTo>
                  <a:cubicBezTo>
                    <a:pt x="8700" y="12401"/>
                    <a:pt x="8787" y="12216"/>
                    <a:pt x="8935" y="12089"/>
                  </a:cubicBezTo>
                  <a:lnTo>
                    <a:pt x="9964" y="11209"/>
                  </a:lnTo>
                  <a:cubicBezTo>
                    <a:pt x="10011" y="11336"/>
                    <a:pt x="10036" y="11470"/>
                    <a:pt x="10036" y="11604"/>
                  </a:cubicBezTo>
                  <a:lnTo>
                    <a:pt x="10036" y="13723"/>
                  </a:lnTo>
                  <a:cubicBezTo>
                    <a:pt x="10036" y="13859"/>
                    <a:pt x="10139" y="13926"/>
                    <a:pt x="10241" y="13926"/>
                  </a:cubicBezTo>
                  <a:cubicBezTo>
                    <a:pt x="10343" y="13926"/>
                    <a:pt x="10446" y="13859"/>
                    <a:pt x="10446" y="13723"/>
                  </a:cubicBezTo>
                  <a:lnTo>
                    <a:pt x="10446" y="11604"/>
                  </a:lnTo>
                  <a:cubicBezTo>
                    <a:pt x="10446" y="10963"/>
                    <a:pt x="10040" y="10394"/>
                    <a:pt x="9439" y="10181"/>
                  </a:cubicBezTo>
                  <a:lnTo>
                    <a:pt x="8399" y="9815"/>
                  </a:lnTo>
                  <a:cubicBezTo>
                    <a:pt x="9062" y="9014"/>
                    <a:pt x="9392" y="7993"/>
                    <a:pt x="9326" y="6961"/>
                  </a:cubicBezTo>
                  <a:lnTo>
                    <a:pt x="9127" y="3680"/>
                  </a:lnTo>
                  <a:cubicBezTo>
                    <a:pt x="9008" y="1612"/>
                    <a:pt x="7298" y="0"/>
                    <a:pt x="5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88"/>
            <p:cNvSpPr/>
            <p:nvPr/>
          </p:nvSpPr>
          <p:spPr>
            <a:xfrm>
              <a:off x="7724043" y="3066186"/>
              <a:ext cx="49604" cy="16517"/>
            </a:xfrm>
            <a:custGeom>
              <a:rect b="b" l="l" r="r" t="t"/>
              <a:pathLst>
                <a:path extrusionOk="0" h="630" w="1892">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4" y="223"/>
                    <a:pt x="947" y="223"/>
                  </a:cubicBezTo>
                  <a:cubicBezTo>
                    <a:pt x="687" y="223"/>
                    <a:pt x="509" y="136"/>
                    <a:pt x="437" y="64"/>
                  </a:cubicBezTo>
                  <a:cubicBezTo>
                    <a:pt x="391" y="20"/>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88"/>
            <p:cNvSpPr/>
            <p:nvPr/>
          </p:nvSpPr>
          <p:spPr>
            <a:xfrm>
              <a:off x="7709177"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88"/>
            <p:cNvSpPr/>
            <p:nvPr/>
          </p:nvSpPr>
          <p:spPr>
            <a:xfrm>
              <a:off x="7777736" y="3026178"/>
              <a:ext cx="10749" cy="16360"/>
            </a:xfrm>
            <a:custGeom>
              <a:rect b="b" l="l" r="r" t="t"/>
              <a:pathLst>
                <a:path extrusionOk="0" h="624" w="410">
                  <a:moveTo>
                    <a:pt x="207" y="0"/>
                  </a:moveTo>
                  <a:cubicBezTo>
                    <a:pt x="94"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88"/>
            <p:cNvSpPr/>
            <p:nvPr/>
          </p:nvSpPr>
          <p:spPr>
            <a:xfrm>
              <a:off x="7701679" y="3009085"/>
              <a:ext cx="25746" cy="10644"/>
            </a:xfrm>
            <a:custGeom>
              <a:rect b="b" l="l" r="r" t="t"/>
              <a:pathLst>
                <a:path extrusionOk="0" h="406" w="982">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88"/>
            <p:cNvSpPr/>
            <p:nvPr/>
          </p:nvSpPr>
          <p:spPr>
            <a:xfrm>
              <a:off x="7770317" y="3009085"/>
              <a:ext cx="25667" cy="10644"/>
            </a:xfrm>
            <a:custGeom>
              <a:rect b="b" l="l" r="r" t="t"/>
              <a:pathLst>
                <a:path extrusionOk="0" h="406" w="979">
                  <a:moveTo>
                    <a:pt x="272" y="0"/>
                  </a:moveTo>
                  <a:cubicBezTo>
                    <a:pt x="1" y="0"/>
                    <a:pt x="1" y="406"/>
                    <a:pt x="272" y="406"/>
                  </a:cubicBezTo>
                  <a:lnTo>
                    <a:pt x="707" y="406"/>
                  </a:lnTo>
                  <a:cubicBezTo>
                    <a:pt x="979" y="406"/>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4" name="Google Shape;18314;p88"/>
          <p:cNvGrpSpPr/>
          <p:nvPr/>
        </p:nvGrpSpPr>
        <p:grpSpPr>
          <a:xfrm>
            <a:off x="6706096" y="1983482"/>
            <a:ext cx="284984" cy="364895"/>
            <a:chOff x="6706096" y="1983482"/>
            <a:chExt cx="284984" cy="364895"/>
          </a:xfrm>
        </p:grpSpPr>
        <p:sp>
          <p:nvSpPr>
            <p:cNvPr id="18315" name="Google Shape;18315;p88"/>
            <p:cNvSpPr/>
            <p:nvPr/>
          </p:nvSpPr>
          <p:spPr>
            <a:xfrm>
              <a:off x="6768572" y="1988804"/>
              <a:ext cx="160032" cy="57207"/>
            </a:xfrm>
            <a:custGeom>
              <a:rect b="b" l="l" r="r" t="t"/>
              <a:pathLst>
                <a:path extrusionOk="0" h="2182" w="6104">
                  <a:moveTo>
                    <a:pt x="3050" y="1"/>
                  </a:moveTo>
                  <a:cubicBezTo>
                    <a:pt x="1565" y="1"/>
                    <a:pt x="327" y="932"/>
                    <a:pt x="1" y="2181"/>
                  </a:cubicBezTo>
                  <a:lnTo>
                    <a:pt x="6103" y="2181"/>
                  </a:lnTo>
                  <a:cubicBezTo>
                    <a:pt x="5774" y="932"/>
                    <a:pt x="4535" y="1"/>
                    <a:pt x="305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88"/>
            <p:cNvSpPr/>
            <p:nvPr/>
          </p:nvSpPr>
          <p:spPr>
            <a:xfrm>
              <a:off x="6732313" y="2131611"/>
              <a:ext cx="232471" cy="112263"/>
            </a:xfrm>
            <a:custGeom>
              <a:rect b="b" l="l" r="r" t="t"/>
              <a:pathLst>
                <a:path extrusionOk="0" h="4282" w="8867">
                  <a:moveTo>
                    <a:pt x="1329" y="1"/>
                  </a:moveTo>
                  <a:cubicBezTo>
                    <a:pt x="1203" y="700"/>
                    <a:pt x="786" y="743"/>
                    <a:pt x="761" y="1736"/>
                  </a:cubicBezTo>
                  <a:cubicBezTo>
                    <a:pt x="746" y="2257"/>
                    <a:pt x="772" y="2551"/>
                    <a:pt x="464" y="3018"/>
                  </a:cubicBezTo>
                  <a:cubicBezTo>
                    <a:pt x="0" y="3720"/>
                    <a:pt x="337" y="4282"/>
                    <a:pt x="337" y="4282"/>
                  </a:cubicBezTo>
                  <a:lnTo>
                    <a:pt x="8529" y="4282"/>
                  </a:lnTo>
                  <a:cubicBezTo>
                    <a:pt x="8529" y="4282"/>
                    <a:pt x="8866" y="3720"/>
                    <a:pt x="8403" y="3018"/>
                  </a:cubicBezTo>
                  <a:cubicBezTo>
                    <a:pt x="8095" y="2551"/>
                    <a:pt x="8120" y="2257"/>
                    <a:pt x="8109" y="1736"/>
                  </a:cubicBezTo>
                  <a:cubicBezTo>
                    <a:pt x="8084" y="747"/>
                    <a:pt x="7664" y="700"/>
                    <a:pt x="75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88"/>
            <p:cNvSpPr/>
            <p:nvPr/>
          </p:nvSpPr>
          <p:spPr>
            <a:xfrm>
              <a:off x="6711418" y="2217369"/>
              <a:ext cx="274340" cy="125739"/>
            </a:xfrm>
            <a:custGeom>
              <a:rect b="b" l="l" r="r" t="t"/>
              <a:pathLst>
                <a:path extrusionOk="0" h="4796" w="10464">
                  <a:moveTo>
                    <a:pt x="4361" y="0"/>
                  </a:moveTo>
                  <a:lnTo>
                    <a:pt x="938" y="1033"/>
                  </a:lnTo>
                  <a:cubicBezTo>
                    <a:pt x="384" y="1196"/>
                    <a:pt x="0" y="1706"/>
                    <a:pt x="0" y="2286"/>
                  </a:cubicBezTo>
                  <a:lnTo>
                    <a:pt x="0" y="4796"/>
                  </a:lnTo>
                  <a:lnTo>
                    <a:pt x="10464" y="4796"/>
                  </a:lnTo>
                  <a:lnTo>
                    <a:pt x="10464" y="2286"/>
                  </a:lnTo>
                  <a:cubicBezTo>
                    <a:pt x="10464" y="1706"/>
                    <a:pt x="10080" y="1196"/>
                    <a:pt x="9522" y="1033"/>
                  </a:cubicBezTo>
                  <a:lnTo>
                    <a:pt x="610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88"/>
            <p:cNvSpPr/>
            <p:nvPr/>
          </p:nvSpPr>
          <p:spPr>
            <a:xfrm>
              <a:off x="6771718" y="2217369"/>
              <a:ext cx="153739" cy="74379"/>
            </a:xfrm>
            <a:custGeom>
              <a:rect b="b" l="l" r="r" t="t"/>
              <a:pathLst>
                <a:path extrusionOk="0" h="2837" w="5864">
                  <a:moveTo>
                    <a:pt x="2061" y="0"/>
                  </a:moveTo>
                  <a:lnTo>
                    <a:pt x="0" y="623"/>
                  </a:lnTo>
                  <a:cubicBezTo>
                    <a:pt x="373" y="1931"/>
                    <a:pt x="1568" y="2836"/>
                    <a:pt x="2930" y="2836"/>
                  </a:cubicBezTo>
                  <a:cubicBezTo>
                    <a:pt x="4292" y="2836"/>
                    <a:pt x="5491" y="1931"/>
                    <a:pt x="5864" y="623"/>
                  </a:cubicBezTo>
                  <a:lnTo>
                    <a:pt x="5860" y="623"/>
                  </a:lnTo>
                  <a:lnTo>
                    <a:pt x="380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88"/>
            <p:cNvSpPr/>
            <p:nvPr/>
          </p:nvSpPr>
          <p:spPr>
            <a:xfrm>
              <a:off x="6762778" y="2227724"/>
              <a:ext cx="28603" cy="115383"/>
            </a:xfrm>
            <a:custGeom>
              <a:rect b="b" l="l" r="r" t="t"/>
              <a:pathLst>
                <a:path extrusionOk="0" h="4401" w="1091">
                  <a:moveTo>
                    <a:pt x="1091" y="0"/>
                  </a:moveTo>
                  <a:lnTo>
                    <a:pt x="1" y="330"/>
                  </a:lnTo>
                  <a:lnTo>
                    <a:pt x="1" y="4401"/>
                  </a:lnTo>
                  <a:lnTo>
                    <a:pt x="1091" y="4401"/>
                  </a:lnTo>
                  <a:lnTo>
                    <a:pt x="109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88"/>
            <p:cNvSpPr/>
            <p:nvPr/>
          </p:nvSpPr>
          <p:spPr>
            <a:xfrm>
              <a:off x="6905690" y="2227724"/>
              <a:ext cx="28603" cy="115383"/>
            </a:xfrm>
            <a:custGeom>
              <a:rect b="b" l="l" r="r" t="t"/>
              <a:pathLst>
                <a:path extrusionOk="0" h="4401" w="1091">
                  <a:moveTo>
                    <a:pt x="0" y="0"/>
                  </a:moveTo>
                  <a:lnTo>
                    <a:pt x="0" y="4401"/>
                  </a:lnTo>
                  <a:lnTo>
                    <a:pt x="1091" y="4401"/>
                  </a:lnTo>
                  <a:lnTo>
                    <a:pt x="1091" y="330"/>
                  </a:ln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88"/>
            <p:cNvSpPr/>
            <p:nvPr/>
          </p:nvSpPr>
          <p:spPr>
            <a:xfrm>
              <a:off x="6751400" y="2068873"/>
              <a:ext cx="194298" cy="137222"/>
            </a:xfrm>
            <a:custGeom>
              <a:rect b="b" l="l" r="r" t="t"/>
              <a:pathLst>
                <a:path extrusionOk="0" h="5234" w="7411">
                  <a:moveTo>
                    <a:pt x="873" y="0"/>
                  </a:moveTo>
                  <a:lnTo>
                    <a:pt x="873" y="1525"/>
                  </a:lnTo>
                  <a:lnTo>
                    <a:pt x="547" y="1525"/>
                  </a:lnTo>
                  <a:cubicBezTo>
                    <a:pt x="243" y="1525"/>
                    <a:pt x="0" y="1771"/>
                    <a:pt x="0" y="2072"/>
                  </a:cubicBezTo>
                  <a:cubicBezTo>
                    <a:pt x="0" y="2372"/>
                    <a:pt x="243" y="2615"/>
                    <a:pt x="547" y="2615"/>
                  </a:cubicBezTo>
                  <a:lnTo>
                    <a:pt x="884" y="2615"/>
                  </a:lnTo>
                  <a:cubicBezTo>
                    <a:pt x="992" y="4093"/>
                    <a:pt x="2224" y="5233"/>
                    <a:pt x="3705" y="5233"/>
                  </a:cubicBezTo>
                  <a:cubicBezTo>
                    <a:pt x="5186" y="5233"/>
                    <a:pt x="6418" y="4093"/>
                    <a:pt x="6526" y="2615"/>
                  </a:cubicBezTo>
                  <a:lnTo>
                    <a:pt x="6867" y="2615"/>
                  </a:lnTo>
                  <a:cubicBezTo>
                    <a:pt x="7168" y="2615"/>
                    <a:pt x="7410" y="2372"/>
                    <a:pt x="7410" y="2072"/>
                  </a:cubicBezTo>
                  <a:cubicBezTo>
                    <a:pt x="7410" y="1771"/>
                    <a:pt x="7168" y="1525"/>
                    <a:pt x="6867" y="1525"/>
                  </a:cubicBezTo>
                  <a:lnTo>
                    <a:pt x="6537" y="1525"/>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88"/>
            <p:cNvSpPr/>
            <p:nvPr/>
          </p:nvSpPr>
          <p:spPr>
            <a:xfrm>
              <a:off x="6751400" y="2068873"/>
              <a:ext cx="171410" cy="116327"/>
            </a:xfrm>
            <a:custGeom>
              <a:rect b="b" l="l" r="r" t="t"/>
              <a:pathLst>
                <a:path extrusionOk="0" h="4437" w="6538">
                  <a:moveTo>
                    <a:pt x="873" y="0"/>
                  </a:moveTo>
                  <a:lnTo>
                    <a:pt x="873" y="1525"/>
                  </a:lnTo>
                  <a:lnTo>
                    <a:pt x="547" y="1525"/>
                  </a:lnTo>
                  <a:cubicBezTo>
                    <a:pt x="243" y="1525"/>
                    <a:pt x="0" y="1771"/>
                    <a:pt x="0" y="2072"/>
                  </a:cubicBezTo>
                  <a:cubicBezTo>
                    <a:pt x="0" y="2372"/>
                    <a:pt x="243" y="2615"/>
                    <a:pt x="547" y="2615"/>
                  </a:cubicBezTo>
                  <a:lnTo>
                    <a:pt x="884" y="2615"/>
                  </a:lnTo>
                  <a:cubicBezTo>
                    <a:pt x="935" y="3307"/>
                    <a:pt x="1242" y="3959"/>
                    <a:pt x="1742" y="4437"/>
                  </a:cubicBezTo>
                  <a:lnTo>
                    <a:pt x="1742" y="2177"/>
                  </a:lnTo>
                  <a:cubicBezTo>
                    <a:pt x="1742" y="1575"/>
                    <a:pt x="2231" y="1087"/>
                    <a:pt x="2832" y="1087"/>
                  </a:cubicBezTo>
                  <a:lnTo>
                    <a:pt x="6537" y="1087"/>
                  </a:lnTo>
                  <a:lnTo>
                    <a:pt x="653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88"/>
            <p:cNvSpPr/>
            <p:nvPr/>
          </p:nvSpPr>
          <p:spPr>
            <a:xfrm>
              <a:off x="6762778" y="2080251"/>
              <a:ext cx="22914" cy="31356"/>
            </a:xfrm>
            <a:custGeom>
              <a:rect b="b" l="l" r="r" t="t"/>
              <a:pathLst>
                <a:path extrusionOk="0" h="1196" w="874">
                  <a:moveTo>
                    <a:pt x="1" y="1"/>
                  </a:moveTo>
                  <a:lnTo>
                    <a:pt x="1" y="1196"/>
                  </a:lnTo>
                  <a:lnTo>
                    <a:pt x="493" y="1138"/>
                  </a:lnTo>
                  <a:cubicBezTo>
                    <a:pt x="711" y="1109"/>
                    <a:pt x="874" y="924"/>
                    <a:pt x="874" y="703"/>
                  </a:cubicBezTo>
                  <a:lnTo>
                    <a:pt x="87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88"/>
            <p:cNvSpPr/>
            <p:nvPr/>
          </p:nvSpPr>
          <p:spPr>
            <a:xfrm>
              <a:off x="6911379" y="2080251"/>
              <a:ext cx="22914" cy="31461"/>
            </a:xfrm>
            <a:custGeom>
              <a:rect b="b" l="l" r="r" t="t"/>
              <a:pathLst>
                <a:path extrusionOk="0" h="1200" w="874">
                  <a:moveTo>
                    <a:pt x="1" y="1"/>
                  </a:moveTo>
                  <a:lnTo>
                    <a:pt x="1" y="703"/>
                  </a:lnTo>
                  <a:cubicBezTo>
                    <a:pt x="1" y="924"/>
                    <a:pt x="164" y="1109"/>
                    <a:pt x="385" y="1138"/>
                  </a:cubicBezTo>
                  <a:lnTo>
                    <a:pt x="874" y="1199"/>
                  </a:lnTo>
                  <a:lnTo>
                    <a:pt x="87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88"/>
            <p:cNvSpPr/>
            <p:nvPr/>
          </p:nvSpPr>
          <p:spPr>
            <a:xfrm>
              <a:off x="6757089" y="2045985"/>
              <a:ext cx="182893" cy="34292"/>
            </a:xfrm>
            <a:custGeom>
              <a:rect b="b" l="l" r="r" t="t"/>
              <a:pathLst>
                <a:path extrusionOk="0" h="1308" w="6976">
                  <a:moveTo>
                    <a:pt x="218" y="0"/>
                  </a:moveTo>
                  <a:cubicBezTo>
                    <a:pt x="98" y="0"/>
                    <a:pt x="0" y="98"/>
                    <a:pt x="0" y="217"/>
                  </a:cubicBezTo>
                  <a:lnTo>
                    <a:pt x="0" y="1090"/>
                  </a:lnTo>
                  <a:cubicBezTo>
                    <a:pt x="0" y="1210"/>
                    <a:pt x="98" y="1308"/>
                    <a:pt x="218" y="1308"/>
                  </a:cubicBezTo>
                  <a:lnTo>
                    <a:pt x="6759" y="1308"/>
                  </a:lnTo>
                  <a:cubicBezTo>
                    <a:pt x="6878" y="1308"/>
                    <a:pt x="6976" y="1210"/>
                    <a:pt x="6976" y="1090"/>
                  </a:cubicBezTo>
                  <a:lnTo>
                    <a:pt x="6976" y="217"/>
                  </a:lnTo>
                  <a:cubicBezTo>
                    <a:pt x="6976" y="98"/>
                    <a:pt x="6878" y="0"/>
                    <a:pt x="675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88"/>
            <p:cNvSpPr/>
            <p:nvPr/>
          </p:nvSpPr>
          <p:spPr>
            <a:xfrm>
              <a:off x="6818150" y="1988857"/>
              <a:ext cx="106260" cy="45750"/>
            </a:xfrm>
            <a:custGeom>
              <a:rect b="b" l="l" r="r" t="t"/>
              <a:pathLst>
                <a:path extrusionOk="0" h="1745" w="4053">
                  <a:moveTo>
                    <a:pt x="1163" y="0"/>
                  </a:moveTo>
                  <a:cubicBezTo>
                    <a:pt x="1122" y="0"/>
                    <a:pt x="1081" y="1"/>
                    <a:pt x="1040" y="3"/>
                  </a:cubicBezTo>
                  <a:lnTo>
                    <a:pt x="1032" y="3"/>
                  </a:lnTo>
                  <a:cubicBezTo>
                    <a:pt x="754" y="191"/>
                    <a:pt x="511" y="426"/>
                    <a:pt x="315" y="702"/>
                  </a:cubicBezTo>
                  <a:cubicBezTo>
                    <a:pt x="0" y="1133"/>
                    <a:pt x="308" y="1741"/>
                    <a:pt x="844" y="1745"/>
                  </a:cubicBezTo>
                  <a:lnTo>
                    <a:pt x="4053" y="1745"/>
                  </a:lnTo>
                  <a:cubicBezTo>
                    <a:pt x="3582" y="719"/>
                    <a:pt x="2465" y="0"/>
                    <a:pt x="116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88"/>
            <p:cNvSpPr/>
            <p:nvPr/>
          </p:nvSpPr>
          <p:spPr>
            <a:xfrm>
              <a:off x="6745684" y="2291721"/>
              <a:ext cx="17120" cy="51386"/>
            </a:xfrm>
            <a:custGeom>
              <a:rect b="b" l="l" r="r" t="t"/>
              <a:pathLst>
                <a:path extrusionOk="0" h="1960" w="653">
                  <a:moveTo>
                    <a:pt x="653" y="0"/>
                  </a:moveTo>
                  <a:cubicBezTo>
                    <a:pt x="294" y="0"/>
                    <a:pt x="1" y="290"/>
                    <a:pt x="1" y="652"/>
                  </a:cubicBezTo>
                  <a:lnTo>
                    <a:pt x="1" y="1960"/>
                  </a:lnTo>
                  <a:lnTo>
                    <a:pt x="653" y="1960"/>
                  </a:lnTo>
                  <a:lnTo>
                    <a:pt x="65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88"/>
            <p:cNvSpPr/>
            <p:nvPr/>
          </p:nvSpPr>
          <p:spPr>
            <a:xfrm>
              <a:off x="6934267" y="2291721"/>
              <a:ext cx="17120" cy="51386"/>
            </a:xfrm>
            <a:custGeom>
              <a:rect b="b" l="l" r="r" t="t"/>
              <a:pathLst>
                <a:path extrusionOk="0" h="1960" w="653">
                  <a:moveTo>
                    <a:pt x="1" y="0"/>
                  </a:moveTo>
                  <a:lnTo>
                    <a:pt x="1" y="1960"/>
                  </a:lnTo>
                  <a:lnTo>
                    <a:pt x="652" y="1960"/>
                  </a:lnTo>
                  <a:lnTo>
                    <a:pt x="652" y="652"/>
                  </a:lnTo>
                  <a:cubicBezTo>
                    <a:pt x="652" y="290"/>
                    <a:pt x="35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88"/>
            <p:cNvSpPr/>
            <p:nvPr/>
          </p:nvSpPr>
          <p:spPr>
            <a:xfrm>
              <a:off x="6771718" y="2227724"/>
              <a:ext cx="19768" cy="39720"/>
            </a:xfrm>
            <a:custGeom>
              <a:rect b="b" l="l" r="r" t="t"/>
              <a:pathLst>
                <a:path extrusionOk="0" h="1515" w="754">
                  <a:moveTo>
                    <a:pt x="750" y="0"/>
                  </a:moveTo>
                  <a:lnTo>
                    <a:pt x="562" y="58"/>
                  </a:lnTo>
                  <a:lnTo>
                    <a:pt x="0" y="228"/>
                  </a:lnTo>
                  <a:cubicBezTo>
                    <a:pt x="141" y="714"/>
                    <a:pt x="399" y="1155"/>
                    <a:pt x="753" y="1514"/>
                  </a:cubicBezTo>
                  <a:lnTo>
                    <a:pt x="75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88"/>
            <p:cNvSpPr/>
            <p:nvPr/>
          </p:nvSpPr>
          <p:spPr>
            <a:xfrm>
              <a:off x="6905690" y="2227724"/>
              <a:ext cx="19689" cy="39720"/>
            </a:xfrm>
            <a:custGeom>
              <a:rect b="b" l="l" r="r" t="t"/>
              <a:pathLst>
                <a:path extrusionOk="0" h="1515" w="751">
                  <a:moveTo>
                    <a:pt x="0" y="0"/>
                  </a:moveTo>
                  <a:lnTo>
                    <a:pt x="0" y="1514"/>
                  </a:lnTo>
                  <a:cubicBezTo>
                    <a:pt x="355" y="1155"/>
                    <a:pt x="612" y="714"/>
                    <a:pt x="750" y="228"/>
                  </a:cubicBezTo>
                  <a:lnTo>
                    <a:pt x="189" y="58"/>
                  </a:ln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88"/>
            <p:cNvSpPr/>
            <p:nvPr/>
          </p:nvSpPr>
          <p:spPr>
            <a:xfrm>
              <a:off x="6785666" y="2143121"/>
              <a:ext cx="125844" cy="131533"/>
            </a:xfrm>
            <a:custGeom>
              <a:rect b="b" l="l" r="r" t="t"/>
              <a:pathLst>
                <a:path extrusionOk="0" h="5017" w="4800">
                  <a:moveTo>
                    <a:pt x="4150" y="0"/>
                  </a:moveTo>
                  <a:cubicBezTo>
                    <a:pt x="4148" y="0"/>
                    <a:pt x="4146" y="0"/>
                    <a:pt x="4144" y="0"/>
                  </a:cubicBezTo>
                  <a:lnTo>
                    <a:pt x="656" y="0"/>
                  </a:lnTo>
                  <a:cubicBezTo>
                    <a:pt x="654" y="0"/>
                    <a:pt x="652" y="0"/>
                    <a:pt x="650" y="0"/>
                  </a:cubicBezTo>
                  <a:cubicBezTo>
                    <a:pt x="290" y="0"/>
                    <a:pt x="1" y="296"/>
                    <a:pt x="1" y="656"/>
                  </a:cubicBezTo>
                  <a:lnTo>
                    <a:pt x="1" y="2615"/>
                  </a:lnTo>
                  <a:cubicBezTo>
                    <a:pt x="1" y="3941"/>
                    <a:pt x="1076" y="5016"/>
                    <a:pt x="2402" y="5016"/>
                  </a:cubicBezTo>
                  <a:cubicBezTo>
                    <a:pt x="3724" y="5016"/>
                    <a:pt x="4799" y="3941"/>
                    <a:pt x="4799" y="2615"/>
                  </a:cubicBezTo>
                  <a:lnTo>
                    <a:pt x="4799" y="656"/>
                  </a:lnTo>
                  <a:cubicBezTo>
                    <a:pt x="4799" y="292"/>
                    <a:pt x="4510" y="0"/>
                    <a:pt x="415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88"/>
            <p:cNvSpPr/>
            <p:nvPr/>
          </p:nvSpPr>
          <p:spPr>
            <a:xfrm>
              <a:off x="6785666" y="2143121"/>
              <a:ext cx="99731" cy="131428"/>
            </a:xfrm>
            <a:custGeom>
              <a:rect b="b" l="l" r="r" t="t"/>
              <a:pathLst>
                <a:path extrusionOk="0" h="5013" w="3804">
                  <a:moveTo>
                    <a:pt x="652" y="0"/>
                  </a:moveTo>
                  <a:cubicBezTo>
                    <a:pt x="290" y="0"/>
                    <a:pt x="1" y="294"/>
                    <a:pt x="1" y="656"/>
                  </a:cubicBezTo>
                  <a:lnTo>
                    <a:pt x="1" y="2615"/>
                  </a:lnTo>
                  <a:cubicBezTo>
                    <a:pt x="1" y="3517"/>
                    <a:pt x="504" y="4343"/>
                    <a:pt x="1308" y="4752"/>
                  </a:cubicBezTo>
                  <a:cubicBezTo>
                    <a:pt x="1651" y="4927"/>
                    <a:pt x="2024" y="5013"/>
                    <a:pt x="2395" y="5013"/>
                  </a:cubicBezTo>
                  <a:cubicBezTo>
                    <a:pt x="2892" y="5013"/>
                    <a:pt x="3386" y="4858"/>
                    <a:pt x="3803" y="4553"/>
                  </a:cubicBezTo>
                  <a:lnTo>
                    <a:pt x="3803" y="4553"/>
                  </a:lnTo>
                  <a:cubicBezTo>
                    <a:pt x="3698" y="4567"/>
                    <a:pt x="3593" y="4574"/>
                    <a:pt x="3488" y="4578"/>
                  </a:cubicBezTo>
                  <a:cubicBezTo>
                    <a:pt x="2163" y="4578"/>
                    <a:pt x="1087" y="3502"/>
                    <a:pt x="1087" y="2177"/>
                  </a:cubicBezTo>
                  <a:lnTo>
                    <a:pt x="108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88"/>
            <p:cNvSpPr/>
            <p:nvPr/>
          </p:nvSpPr>
          <p:spPr>
            <a:xfrm>
              <a:off x="6808921"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88"/>
            <p:cNvSpPr/>
            <p:nvPr/>
          </p:nvSpPr>
          <p:spPr>
            <a:xfrm>
              <a:off x="6877480"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88"/>
            <p:cNvSpPr/>
            <p:nvPr/>
          </p:nvSpPr>
          <p:spPr>
            <a:xfrm>
              <a:off x="6823708" y="2160555"/>
              <a:ext cx="49682" cy="16491"/>
            </a:xfrm>
            <a:custGeom>
              <a:rect b="b" l="l" r="r" t="t"/>
              <a:pathLst>
                <a:path extrusionOk="0" h="629" w="1895">
                  <a:moveTo>
                    <a:pt x="295" y="0"/>
                  </a:moveTo>
                  <a:cubicBezTo>
                    <a:pt x="136" y="0"/>
                    <a:pt x="0" y="205"/>
                    <a:pt x="150" y="353"/>
                  </a:cubicBezTo>
                  <a:cubicBezTo>
                    <a:pt x="324" y="527"/>
                    <a:pt x="625" y="628"/>
                    <a:pt x="947" y="628"/>
                  </a:cubicBezTo>
                  <a:cubicBezTo>
                    <a:pt x="1269" y="628"/>
                    <a:pt x="1570" y="523"/>
                    <a:pt x="1744" y="353"/>
                  </a:cubicBezTo>
                  <a:cubicBezTo>
                    <a:pt x="1894" y="205"/>
                    <a:pt x="1758" y="0"/>
                    <a:pt x="1600" y="0"/>
                  </a:cubicBezTo>
                  <a:cubicBezTo>
                    <a:pt x="1552" y="0"/>
                    <a:pt x="1502" y="19"/>
                    <a:pt x="1458" y="63"/>
                  </a:cubicBezTo>
                  <a:cubicBezTo>
                    <a:pt x="1382" y="136"/>
                    <a:pt x="1204" y="223"/>
                    <a:pt x="947" y="223"/>
                  </a:cubicBezTo>
                  <a:cubicBezTo>
                    <a:pt x="690" y="223"/>
                    <a:pt x="513" y="136"/>
                    <a:pt x="436" y="63"/>
                  </a:cubicBezTo>
                  <a:cubicBezTo>
                    <a:pt x="392" y="19"/>
                    <a:pt x="342"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88"/>
            <p:cNvSpPr/>
            <p:nvPr/>
          </p:nvSpPr>
          <p:spPr>
            <a:xfrm>
              <a:off x="6706096" y="1983482"/>
              <a:ext cx="284984" cy="364895"/>
            </a:xfrm>
            <a:custGeom>
              <a:rect b="b" l="l" r="r" t="t"/>
              <a:pathLst>
                <a:path extrusionOk="0" h="13918" w="10870">
                  <a:moveTo>
                    <a:pt x="5435" y="409"/>
                  </a:moveTo>
                  <a:cubicBezTo>
                    <a:pt x="6079" y="409"/>
                    <a:pt x="6722" y="602"/>
                    <a:pt x="7273" y="990"/>
                  </a:cubicBezTo>
                  <a:cubicBezTo>
                    <a:pt x="7693" y="1290"/>
                    <a:pt x="8015" y="1703"/>
                    <a:pt x="8204" y="2181"/>
                  </a:cubicBezTo>
                  <a:lnTo>
                    <a:pt x="7831" y="2181"/>
                  </a:lnTo>
                  <a:cubicBezTo>
                    <a:pt x="7559" y="2181"/>
                    <a:pt x="7559" y="2587"/>
                    <a:pt x="7831" y="2587"/>
                  </a:cubicBezTo>
                  <a:lnTo>
                    <a:pt x="8704" y="2587"/>
                  </a:lnTo>
                  <a:cubicBezTo>
                    <a:pt x="8711" y="2587"/>
                    <a:pt x="8718" y="2594"/>
                    <a:pt x="8718" y="2601"/>
                  </a:cubicBezTo>
                  <a:lnTo>
                    <a:pt x="8718" y="3474"/>
                  </a:lnTo>
                  <a:cubicBezTo>
                    <a:pt x="8718" y="3482"/>
                    <a:pt x="8711" y="3489"/>
                    <a:pt x="8704" y="3489"/>
                  </a:cubicBezTo>
                  <a:lnTo>
                    <a:pt x="2163" y="3489"/>
                  </a:lnTo>
                  <a:cubicBezTo>
                    <a:pt x="2155" y="3489"/>
                    <a:pt x="2152" y="3482"/>
                    <a:pt x="2152" y="3474"/>
                  </a:cubicBezTo>
                  <a:lnTo>
                    <a:pt x="2152" y="2601"/>
                  </a:lnTo>
                  <a:cubicBezTo>
                    <a:pt x="2152" y="2594"/>
                    <a:pt x="2155" y="2587"/>
                    <a:pt x="2166" y="2587"/>
                  </a:cubicBezTo>
                  <a:lnTo>
                    <a:pt x="6962" y="2587"/>
                  </a:lnTo>
                  <a:cubicBezTo>
                    <a:pt x="7230" y="2587"/>
                    <a:pt x="7230" y="2181"/>
                    <a:pt x="6962" y="2181"/>
                  </a:cubicBezTo>
                  <a:lnTo>
                    <a:pt x="2663" y="2181"/>
                  </a:lnTo>
                  <a:cubicBezTo>
                    <a:pt x="2854" y="1703"/>
                    <a:pt x="3177" y="1290"/>
                    <a:pt x="3593" y="990"/>
                  </a:cubicBezTo>
                  <a:cubicBezTo>
                    <a:pt x="4146" y="602"/>
                    <a:pt x="4790" y="409"/>
                    <a:pt x="5435" y="409"/>
                  </a:cubicBezTo>
                  <a:close/>
                  <a:moveTo>
                    <a:pt x="2833" y="3894"/>
                  </a:moveTo>
                  <a:lnTo>
                    <a:pt x="2833" y="4344"/>
                  </a:lnTo>
                  <a:cubicBezTo>
                    <a:pt x="2833" y="4470"/>
                    <a:pt x="2728" y="4575"/>
                    <a:pt x="2601" y="4575"/>
                  </a:cubicBezTo>
                  <a:lnTo>
                    <a:pt x="2369" y="4575"/>
                  </a:lnTo>
                  <a:lnTo>
                    <a:pt x="2369" y="3894"/>
                  </a:lnTo>
                  <a:close/>
                  <a:moveTo>
                    <a:pt x="8501" y="3894"/>
                  </a:moveTo>
                  <a:lnTo>
                    <a:pt x="8501" y="4575"/>
                  </a:lnTo>
                  <a:lnTo>
                    <a:pt x="8269" y="4575"/>
                  </a:lnTo>
                  <a:cubicBezTo>
                    <a:pt x="8139" y="4575"/>
                    <a:pt x="8037" y="4474"/>
                    <a:pt x="8037" y="4344"/>
                  </a:cubicBezTo>
                  <a:lnTo>
                    <a:pt x="8037" y="3894"/>
                  </a:lnTo>
                  <a:close/>
                  <a:moveTo>
                    <a:pt x="7628" y="3894"/>
                  </a:moveTo>
                  <a:lnTo>
                    <a:pt x="7628" y="4344"/>
                  </a:lnTo>
                  <a:cubicBezTo>
                    <a:pt x="7628" y="4695"/>
                    <a:pt x="7914" y="4981"/>
                    <a:pt x="8265" y="4985"/>
                  </a:cubicBezTo>
                  <a:lnTo>
                    <a:pt x="8595" y="4985"/>
                  </a:lnTo>
                  <a:cubicBezTo>
                    <a:pt x="8798" y="4985"/>
                    <a:pt x="8953" y="5158"/>
                    <a:pt x="8932" y="5361"/>
                  </a:cubicBezTo>
                  <a:cubicBezTo>
                    <a:pt x="8917" y="5531"/>
                    <a:pt x="8751" y="5665"/>
                    <a:pt x="8562" y="5665"/>
                  </a:cubicBezTo>
                  <a:lnTo>
                    <a:pt x="8472" y="5665"/>
                  </a:lnTo>
                  <a:lnTo>
                    <a:pt x="8472" y="5658"/>
                  </a:lnTo>
                  <a:cubicBezTo>
                    <a:pt x="8472" y="5542"/>
                    <a:pt x="8381" y="5452"/>
                    <a:pt x="8269" y="5452"/>
                  </a:cubicBezTo>
                  <a:cubicBezTo>
                    <a:pt x="8157" y="5452"/>
                    <a:pt x="8066" y="5542"/>
                    <a:pt x="8066" y="5658"/>
                  </a:cubicBezTo>
                  <a:cubicBezTo>
                    <a:pt x="8063" y="5904"/>
                    <a:pt x="8030" y="6151"/>
                    <a:pt x="7961" y="6390"/>
                  </a:cubicBezTo>
                  <a:cubicBezTo>
                    <a:pt x="7820" y="6082"/>
                    <a:pt x="7516" y="5883"/>
                    <a:pt x="7179" y="5883"/>
                  </a:cubicBezTo>
                  <a:lnTo>
                    <a:pt x="3691" y="5883"/>
                  </a:lnTo>
                  <a:cubicBezTo>
                    <a:pt x="3354" y="5883"/>
                    <a:pt x="3050" y="6082"/>
                    <a:pt x="2912" y="6390"/>
                  </a:cubicBezTo>
                  <a:cubicBezTo>
                    <a:pt x="2840" y="6151"/>
                    <a:pt x="2807" y="5901"/>
                    <a:pt x="2807" y="5651"/>
                  </a:cubicBezTo>
                  <a:cubicBezTo>
                    <a:pt x="2807" y="5517"/>
                    <a:pt x="2705" y="5450"/>
                    <a:pt x="2603" y="5450"/>
                  </a:cubicBezTo>
                  <a:cubicBezTo>
                    <a:pt x="2500" y="5450"/>
                    <a:pt x="2398" y="5517"/>
                    <a:pt x="2398" y="5651"/>
                  </a:cubicBezTo>
                  <a:lnTo>
                    <a:pt x="2398" y="5665"/>
                  </a:lnTo>
                  <a:lnTo>
                    <a:pt x="2275" y="5665"/>
                  </a:lnTo>
                  <a:cubicBezTo>
                    <a:pt x="2072" y="5665"/>
                    <a:pt x="1916" y="5492"/>
                    <a:pt x="1935" y="5289"/>
                  </a:cubicBezTo>
                  <a:cubicBezTo>
                    <a:pt x="1953" y="5119"/>
                    <a:pt x="2116" y="4985"/>
                    <a:pt x="2304" y="4985"/>
                  </a:cubicBezTo>
                  <a:lnTo>
                    <a:pt x="2601" y="4985"/>
                  </a:lnTo>
                  <a:cubicBezTo>
                    <a:pt x="2952" y="4985"/>
                    <a:pt x="3238" y="4698"/>
                    <a:pt x="3238" y="4344"/>
                  </a:cubicBezTo>
                  <a:lnTo>
                    <a:pt x="3238" y="3894"/>
                  </a:lnTo>
                  <a:close/>
                  <a:moveTo>
                    <a:pt x="2456" y="6249"/>
                  </a:moveTo>
                  <a:cubicBezTo>
                    <a:pt x="2525" y="6593"/>
                    <a:pt x="2652" y="6922"/>
                    <a:pt x="2833" y="7219"/>
                  </a:cubicBezTo>
                  <a:lnTo>
                    <a:pt x="2833" y="8704"/>
                  </a:lnTo>
                  <a:cubicBezTo>
                    <a:pt x="2833" y="8878"/>
                    <a:pt x="2851" y="9055"/>
                    <a:pt x="2887" y="9229"/>
                  </a:cubicBezTo>
                  <a:lnTo>
                    <a:pt x="1467" y="9646"/>
                  </a:lnTo>
                  <a:cubicBezTo>
                    <a:pt x="1413" y="9501"/>
                    <a:pt x="1359" y="9193"/>
                    <a:pt x="1630" y="8816"/>
                  </a:cubicBezTo>
                  <a:cubicBezTo>
                    <a:pt x="1945" y="8378"/>
                    <a:pt x="1953" y="8074"/>
                    <a:pt x="1960" y="7654"/>
                  </a:cubicBezTo>
                  <a:cubicBezTo>
                    <a:pt x="1960" y="7618"/>
                    <a:pt x="1960" y="7578"/>
                    <a:pt x="1964" y="7534"/>
                  </a:cubicBezTo>
                  <a:cubicBezTo>
                    <a:pt x="1974" y="7067"/>
                    <a:pt x="2101" y="6875"/>
                    <a:pt x="2239" y="6651"/>
                  </a:cubicBezTo>
                  <a:cubicBezTo>
                    <a:pt x="2326" y="6524"/>
                    <a:pt x="2398" y="6390"/>
                    <a:pt x="2456" y="6249"/>
                  </a:cubicBezTo>
                  <a:close/>
                  <a:moveTo>
                    <a:pt x="8414" y="6249"/>
                  </a:moveTo>
                  <a:cubicBezTo>
                    <a:pt x="8468" y="6390"/>
                    <a:pt x="8541" y="6527"/>
                    <a:pt x="8628" y="6651"/>
                  </a:cubicBezTo>
                  <a:cubicBezTo>
                    <a:pt x="8769" y="6875"/>
                    <a:pt x="8892" y="7067"/>
                    <a:pt x="8903" y="7534"/>
                  </a:cubicBezTo>
                  <a:cubicBezTo>
                    <a:pt x="8903" y="7578"/>
                    <a:pt x="8903" y="7618"/>
                    <a:pt x="8906" y="7654"/>
                  </a:cubicBezTo>
                  <a:cubicBezTo>
                    <a:pt x="8914" y="8074"/>
                    <a:pt x="8921" y="8378"/>
                    <a:pt x="9240" y="8816"/>
                  </a:cubicBezTo>
                  <a:cubicBezTo>
                    <a:pt x="9508" y="9189"/>
                    <a:pt x="9453" y="9497"/>
                    <a:pt x="9399" y="9646"/>
                  </a:cubicBezTo>
                  <a:lnTo>
                    <a:pt x="7983" y="9229"/>
                  </a:lnTo>
                  <a:cubicBezTo>
                    <a:pt x="8015" y="9055"/>
                    <a:pt x="8034" y="8882"/>
                    <a:pt x="8034" y="8704"/>
                  </a:cubicBezTo>
                  <a:lnTo>
                    <a:pt x="8034" y="7219"/>
                  </a:lnTo>
                  <a:cubicBezTo>
                    <a:pt x="8215" y="6922"/>
                    <a:pt x="8345" y="6593"/>
                    <a:pt x="8414" y="6249"/>
                  </a:cubicBezTo>
                  <a:close/>
                  <a:moveTo>
                    <a:pt x="7175" y="6292"/>
                  </a:moveTo>
                  <a:cubicBezTo>
                    <a:pt x="7425" y="6296"/>
                    <a:pt x="7624" y="6495"/>
                    <a:pt x="7628" y="6745"/>
                  </a:cubicBezTo>
                  <a:lnTo>
                    <a:pt x="7628" y="8704"/>
                  </a:lnTo>
                  <a:cubicBezTo>
                    <a:pt x="7624" y="9914"/>
                    <a:pt x="6643" y="10895"/>
                    <a:pt x="5433" y="10899"/>
                  </a:cubicBezTo>
                  <a:cubicBezTo>
                    <a:pt x="4223" y="10895"/>
                    <a:pt x="3242" y="9914"/>
                    <a:pt x="3242" y="8704"/>
                  </a:cubicBezTo>
                  <a:lnTo>
                    <a:pt x="3242" y="6745"/>
                  </a:lnTo>
                  <a:cubicBezTo>
                    <a:pt x="3242" y="6495"/>
                    <a:pt x="3441" y="6296"/>
                    <a:pt x="3691" y="6292"/>
                  </a:cubicBezTo>
                  <a:close/>
                  <a:moveTo>
                    <a:pt x="5433" y="0"/>
                  </a:moveTo>
                  <a:cubicBezTo>
                    <a:pt x="4705" y="0"/>
                    <a:pt x="3977" y="220"/>
                    <a:pt x="3354" y="660"/>
                  </a:cubicBezTo>
                  <a:cubicBezTo>
                    <a:pt x="2829" y="1037"/>
                    <a:pt x="2438" y="1566"/>
                    <a:pt x="2232" y="2181"/>
                  </a:cubicBezTo>
                  <a:lnTo>
                    <a:pt x="2166" y="2181"/>
                  </a:lnTo>
                  <a:cubicBezTo>
                    <a:pt x="1931" y="2181"/>
                    <a:pt x="1743" y="2370"/>
                    <a:pt x="1743" y="2601"/>
                  </a:cubicBezTo>
                  <a:lnTo>
                    <a:pt x="1743" y="3474"/>
                  </a:lnTo>
                  <a:cubicBezTo>
                    <a:pt x="1743" y="3626"/>
                    <a:pt x="1826" y="3768"/>
                    <a:pt x="1960" y="3844"/>
                  </a:cubicBezTo>
                  <a:lnTo>
                    <a:pt x="1960" y="4659"/>
                  </a:lnTo>
                  <a:cubicBezTo>
                    <a:pt x="1323" y="4948"/>
                    <a:pt x="1409" y="5886"/>
                    <a:pt x="2094" y="6053"/>
                  </a:cubicBezTo>
                  <a:cubicBezTo>
                    <a:pt x="2047" y="6191"/>
                    <a:pt x="1978" y="6317"/>
                    <a:pt x="1898" y="6433"/>
                  </a:cubicBezTo>
                  <a:cubicBezTo>
                    <a:pt x="1746" y="6672"/>
                    <a:pt x="1572" y="6944"/>
                    <a:pt x="1558" y="7527"/>
                  </a:cubicBezTo>
                  <a:cubicBezTo>
                    <a:pt x="1558" y="7570"/>
                    <a:pt x="1558" y="7610"/>
                    <a:pt x="1554" y="7650"/>
                  </a:cubicBezTo>
                  <a:cubicBezTo>
                    <a:pt x="1547" y="8045"/>
                    <a:pt x="1543" y="8244"/>
                    <a:pt x="1301" y="8581"/>
                  </a:cubicBezTo>
                  <a:cubicBezTo>
                    <a:pt x="939" y="9077"/>
                    <a:pt x="997" y="9519"/>
                    <a:pt x="1076" y="9762"/>
                  </a:cubicBezTo>
                  <a:cubicBezTo>
                    <a:pt x="439" y="9957"/>
                    <a:pt x="4" y="10544"/>
                    <a:pt x="1" y="11210"/>
                  </a:cubicBezTo>
                  <a:lnTo>
                    <a:pt x="1" y="13717"/>
                  </a:lnTo>
                  <a:cubicBezTo>
                    <a:pt x="1" y="13851"/>
                    <a:pt x="102" y="13918"/>
                    <a:pt x="203" y="13918"/>
                  </a:cubicBezTo>
                  <a:cubicBezTo>
                    <a:pt x="305" y="13918"/>
                    <a:pt x="406" y="13851"/>
                    <a:pt x="406" y="13717"/>
                  </a:cubicBezTo>
                  <a:lnTo>
                    <a:pt x="406" y="11207"/>
                  </a:lnTo>
                  <a:cubicBezTo>
                    <a:pt x="410" y="10718"/>
                    <a:pt x="732" y="10290"/>
                    <a:pt x="1199" y="10149"/>
                  </a:cubicBezTo>
                  <a:lnTo>
                    <a:pt x="1960" y="9925"/>
                  </a:lnTo>
                  <a:lnTo>
                    <a:pt x="1960" y="13717"/>
                  </a:lnTo>
                  <a:cubicBezTo>
                    <a:pt x="1960" y="13851"/>
                    <a:pt x="2062" y="13918"/>
                    <a:pt x="2165" y="13918"/>
                  </a:cubicBezTo>
                  <a:cubicBezTo>
                    <a:pt x="2267" y="13918"/>
                    <a:pt x="2369" y="13851"/>
                    <a:pt x="2369" y="13717"/>
                  </a:cubicBezTo>
                  <a:lnTo>
                    <a:pt x="2369" y="9805"/>
                  </a:lnTo>
                  <a:lnTo>
                    <a:pt x="2999" y="9617"/>
                  </a:lnTo>
                  <a:cubicBezTo>
                    <a:pt x="3014" y="9660"/>
                    <a:pt x="3032" y="9704"/>
                    <a:pt x="3050" y="9744"/>
                  </a:cubicBezTo>
                  <a:lnTo>
                    <a:pt x="3050" y="13717"/>
                  </a:lnTo>
                  <a:cubicBezTo>
                    <a:pt x="3050" y="13851"/>
                    <a:pt x="3152" y="13918"/>
                    <a:pt x="3255" y="13918"/>
                  </a:cubicBezTo>
                  <a:cubicBezTo>
                    <a:pt x="3357" y="13918"/>
                    <a:pt x="3459" y="13851"/>
                    <a:pt x="3459" y="13717"/>
                  </a:cubicBezTo>
                  <a:lnTo>
                    <a:pt x="3459" y="10395"/>
                  </a:lnTo>
                  <a:cubicBezTo>
                    <a:pt x="3957" y="10978"/>
                    <a:pt x="4680" y="11304"/>
                    <a:pt x="5433" y="11304"/>
                  </a:cubicBezTo>
                  <a:cubicBezTo>
                    <a:pt x="5583" y="11304"/>
                    <a:pt x="5735" y="11291"/>
                    <a:pt x="5886" y="11265"/>
                  </a:cubicBezTo>
                  <a:cubicBezTo>
                    <a:pt x="6791" y="11105"/>
                    <a:pt x="7545" y="10482"/>
                    <a:pt x="7867" y="9620"/>
                  </a:cubicBezTo>
                  <a:lnTo>
                    <a:pt x="8501" y="9805"/>
                  </a:lnTo>
                  <a:lnTo>
                    <a:pt x="8501" y="13717"/>
                  </a:lnTo>
                  <a:cubicBezTo>
                    <a:pt x="8501" y="13851"/>
                    <a:pt x="8602" y="13918"/>
                    <a:pt x="8704" y="13918"/>
                  </a:cubicBezTo>
                  <a:cubicBezTo>
                    <a:pt x="8805" y="13918"/>
                    <a:pt x="8906" y="13851"/>
                    <a:pt x="8906" y="13717"/>
                  </a:cubicBezTo>
                  <a:lnTo>
                    <a:pt x="8906" y="9925"/>
                  </a:lnTo>
                  <a:lnTo>
                    <a:pt x="9667" y="10149"/>
                  </a:lnTo>
                  <a:cubicBezTo>
                    <a:pt x="10138" y="10290"/>
                    <a:pt x="10456" y="10718"/>
                    <a:pt x="10460" y="11207"/>
                  </a:cubicBezTo>
                  <a:lnTo>
                    <a:pt x="10460" y="13717"/>
                  </a:lnTo>
                  <a:cubicBezTo>
                    <a:pt x="10460" y="13851"/>
                    <a:pt x="10562" y="13918"/>
                    <a:pt x="10665" y="13918"/>
                  </a:cubicBezTo>
                  <a:cubicBezTo>
                    <a:pt x="10767" y="13918"/>
                    <a:pt x="10869" y="13851"/>
                    <a:pt x="10869" y="13717"/>
                  </a:cubicBezTo>
                  <a:lnTo>
                    <a:pt x="10869" y="11207"/>
                  </a:lnTo>
                  <a:cubicBezTo>
                    <a:pt x="10866" y="10540"/>
                    <a:pt x="10428" y="9954"/>
                    <a:pt x="9794" y="9762"/>
                  </a:cubicBezTo>
                  <a:cubicBezTo>
                    <a:pt x="9873" y="9519"/>
                    <a:pt x="9931" y="9077"/>
                    <a:pt x="9569" y="8577"/>
                  </a:cubicBezTo>
                  <a:cubicBezTo>
                    <a:pt x="9327" y="8244"/>
                    <a:pt x="9323" y="8041"/>
                    <a:pt x="9316" y="7647"/>
                  </a:cubicBezTo>
                  <a:cubicBezTo>
                    <a:pt x="9316" y="7607"/>
                    <a:pt x="9312" y="7567"/>
                    <a:pt x="9312" y="7527"/>
                  </a:cubicBezTo>
                  <a:cubicBezTo>
                    <a:pt x="9298" y="6944"/>
                    <a:pt x="9124" y="6672"/>
                    <a:pt x="8972" y="6433"/>
                  </a:cubicBezTo>
                  <a:cubicBezTo>
                    <a:pt x="8888" y="6314"/>
                    <a:pt x="8823" y="6183"/>
                    <a:pt x="8772" y="6046"/>
                  </a:cubicBezTo>
                  <a:cubicBezTo>
                    <a:pt x="9077" y="5966"/>
                    <a:pt x="9301" y="5713"/>
                    <a:pt x="9341" y="5401"/>
                  </a:cubicBezTo>
                  <a:cubicBezTo>
                    <a:pt x="9374" y="5082"/>
                    <a:pt x="9200" y="4778"/>
                    <a:pt x="8906" y="4644"/>
                  </a:cubicBezTo>
                  <a:lnTo>
                    <a:pt x="8906" y="3844"/>
                  </a:lnTo>
                  <a:cubicBezTo>
                    <a:pt x="9040" y="3768"/>
                    <a:pt x="9124" y="3626"/>
                    <a:pt x="9124" y="3474"/>
                  </a:cubicBezTo>
                  <a:lnTo>
                    <a:pt x="9124" y="2601"/>
                  </a:lnTo>
                  <a:cubicBezTo>
                    <a:pt x="9124" y="2370"/>
                    <a:pt x="8935" y="2178"/>
                    <a:pt x="8704" y="2178"/>
                  </a:cubicBezTo>
                  <a:lnTo>
                    <a:pt x="8638" y="2178"/>
                  </a:lnTo>
                  <a:cubicBezTo>
                    <a:pt x="8432" y="1566"/>
                    <a:pt x="8037" y="1033"/>
                    <a:pt x="7512" y="660"/>
                  </a:cubicBezTo>
                  <a:cubicBezTo>
                    <a:pt x="6889" y="220"/>
                    <a:pt x="6161" y="0"/>
                    <a:pt x="54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88"/>
            <p:cNvSpPr/>
            <p:nvPr/>
          </p:nvSpPr>
          <p:spPr>
            <a:xfrm>
              <a:off x="6900368" y="2269201"/>
              <a:ext cx="10671" cy="79177"/>
            </a:xfrm>
            <a:custGeom>
              <a:rect b="b" l="l" r="r" t="t"/>
              <a:pathLst>
                <a:path extrusionOk="0" h="3020" w="407">
                  <a:moveTo>
                    <a:pt x="203" y="1"/>
                  </a:moveTo>
                  <a:cubicBezTo>
                    <a:pt x="91" y="1"/>
                    <a:pt x="1" y="91"/>
                    <a:pt x="1" y="204"/>
                  </a:cubicBezTo>
                  <a:lnTo>
                    <a:pt x="1" y="2819"/>
                  </a:lnTo>
                  <a:cubicBezTo>
                    <a:pt x="1" y="2953"/>
                    <a:pt x="102" y="3020"/>
                    <a:pt x="203" y="3020"/>
                  </a:cubicBezTo>
                  <a:cubicBezTo>
                    <a:pt x="305" y="3020"/>
                    <a:pt x="406" y="2953"/>
                    <a:pt x="406" y="2819"/>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88"/>
            <p:cNvSpPr/>
            <p:nvPr/>
          </p:nvSpPr>
          <p:spPr>
            <a:xfrm>
              <a:off x="6801134" y="2091996"/>
              <a:ext cx="26532" cy="13817"/>
            </a:xfrm>
            <a:custGeom>
              <a:rect b="b" l="l" r="r" t="t"/>
              <a:pathLst>
                <a:path extrusionOk="0" h="527" w="1012">
                  <a:moveTo>
                    <a:pt x="726" y="0"/>
                  </a:moveTo>
                  <a:cubicBezTo>
                    <a:pt x="707" y="0"/>
                    <a:pt x="686" y="3"/>
                    <a:pt x="664" y="9"/>
                  </a:cubicBezTo>
                  <a:lnTo>
                    <a:pt x="229" y="128"/>
                  </a:lnTo>
                  <a:cubicBezTo>
                    <a:pt x="1" y="190"/>
                    <a:pt x="44" y="523"/>
                    <a:pt x="280" y="527"/>
                  </a:cubicBezTo>
                  <a:lnTo>
                    <a:pt x="283" y="527"/>
                  </a:lnTo>
                  <a:cubicBezTo>
                    <a:pt x="298" y="527"/>
                    <a:pt x="316" y="527"/>
                    <a:pt x="334" y="520"/>
                  </a:cubicBezTo>
                  <a:lnTo>
                    <a:pt x="772" y="404"/>
                  </a:lnTo>
                  <a:cubicBezTo>
                    <a:pt x="1011" y="337"/>
                    <a:pt x="943" y="0"/>
                    <a:pt x="7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88"/>
            <p:cNvSpPr/>
            <p:nvPr/>
          </p:nvSpPr>
          <p:spPr>
            <a:xfrm>
              <a:off x="6869405" y="2091996"/>
              <a:ext cx="26899" cy="13869"/>
            </a:xfrm>
            <a:custGeom>
              <a:rect b="b" l="l" r="r" t="t"/>
              <a:pathLst>
                <a:path extrusionOk="0" h="529" w="1026">
                  <a:moveTo>
                    <a:pt x="286" y="0"/>
                  </a:moveTo>
                  <a:cubicBezTo>
                    <a:pt x="69" y="0"/>
                    <a:pt x="1" y="337"/>
                    <a:pt x="240" y="404"/>
                  </a:cubicBezTo>
                  <a:lnTo>
                    <a:pt x="678" y="520"/>
                  </a:lnTo>
                  <a:cubicBezTo>
                    <a:pt x="700" y="526"/>
                    <a:pt x="721" y="528"/>
                    <a:pt x="740" y="528"/>
                  </a:cubicBezTo>
                  <a:cubicBezTo>
                    <a:pt x="954" y="528"/>
                    <a:pt x="1026" y="192"/>
                    <a:pt x="783" y="128"/>
                  </a:cubicBezTo>
                  <a:lnTo>
                    <a:pt x="349" y="9"/>
                  </a:lnTo>
                  <a:cubicBezTo>
                    <a:pt x="327" y="3"/>
                    <a:pt x="306"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0" name="Google Shape;18340;p88"/>
          <p:cNvGrpSpPr/>
          <p:nvPr/>
        </p:nvGrpSpPr>
        <p:grpSpPr>
          <a:xfrm>
            <a:off x="6261526" y="2894671"/>
            <a:ext cx="273868" cy="365026"/>
            <a:chOff x="6261526" y="2894671"/>
            <a:chExt cx="273868" cy="365026"/>
          </a:xfrm>
        </p:grpSpPr>
        <p:sp>
          <p:nvSpPr>
            <p:cNvPr id="18341" name="Google Shape;18341;p88"/>
            <p:cNvSpPr/>
            <p:nvPr/>
          </p:nvSpPr>
          <p:spPr>
            <a:xfrm>
              <a:off x="6266848" y="3094239"/>
              <a:ext cx="263224" cy="160215"/>
            </a:xfrm>
            <a:custGeom>
              <a:rect b="b" l="l" r="r" t="t"/>
              <a:pathLst>
                <a:path extrusionOk="0" h="6111" w="10040">
                  <a:moveTo>
                    <a:pt x="3709" y="1"/>
                  </a:moveTo>
                  <a:lnTo>
                    <a:pt x="3709" y="1127"/>
                  </a:lnTo>
                  <a:cubicBezTo>
                    <a:pt x="3709" y="1497"/>
                    <a:pt x="3477" y="1830"/>
                    <a:pt x="3126" y="1953"/>
                  </a:cubicBezTo>
                  <a:lnTo>
                    <a:pt x="873" y="2746"/>
                  </a:lnTo>
                  <a:cubicBezTo>
                    <a:pt x="348" y="2931"/>
                    <a:pt x="1" y="3427"/>
                    <a:pt x="1" y="3981"/>
                  </a:cubicBezTo>
                  <a:lnTo>
                    <a:pt x="1" y="6111"/>
                  </a:lnTo>
                  <a:lnTo>
                    <a:pt x="10040" y="6111"/>
                  </a:lnTo>
                  <a:lnTo>
                    <a:pt x="10040" y="3981"/>
                  </a:lnTo>
                  <a:cubicBezTo>
                    <a:pt x="10040" y="3427"/>
                    <a:pt x="9689" y="2934"/>
                    <a:pt x="9167" y="2750"/>
                  </a:cubicBezTo>
                  <a:lnTo>
                    <a:pt x="6911" y="1953"/>
                  </a:lnTo>
                  <a:cubicBezTo>
                    <a:pt x="6563" y="1830"/>
                    <a:pt x="6328" y="1497"/>
                    <a:pt x="6328" y="1127"/>
                  </a:cubicBezTo>
                  <a:lnTo>
                    <a:pt x="632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88"/>
            <p:cNvSpPr/>
            <p:nvPr/>
          </p:nvSpPr>
          <p:spPr>
            <a:xfrm>
              <a:off x="6364089" y="3094239"/>
              <a:ext cx="68769" cy="36416"/>
            </a:xfrm>
            <a:custGeom>
              <a:rect b="b" l="l" r="r" t="t"/>
              <a:pathLst>
                <a:path extrusionOk="0" h="1389" w="2623">
                  <a:moveTo>
                    <a:pt x="0" y="1"/>
                  </a:moveTo>
                  <a:lnTo>
                    <a:pt x="0" y="1131"/>
                  </a:lnTo>
                  <a:cubicBezTo>
                    <a:pt x="420" y="1303"/>
                    <a:pt x="866" y="1389"/>
                    <a:pt x="1311" y="1389"/>
                  </a:cubicBezTo>
                  <a:cubicBezTo>
                    <a:pt x="1757" y="1389"/>
                    <a:pt x="2202" y="1303"/>
                    <a:pt x="2622" y="1131"/>
                  </a:cubicBezTo>
                  <a:lnTo>
                    <a:pt x="262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88"/>
            <p:cNvSpPr/>
            <p:nvPr/>
          </p:nvSpPr>
          <p:spPr>
            <a:xfrm>
              <a:off x="6319440" y="3019912"/>
              <a:ext cx="158039" cy="85862"/>
            </a:xfrm>
            <a:custGeom>
              <a:rect b="b" l="l" r="r" t="t"/>
              <a:pathLst>
                <a:path extrusionOk="0" h="3275" w="6028">
                  <a:moveTo>
                    <a:pt x="1" y="0"/>
                  </a:moveTo>
                  <a:lnTo>
                    <a:pt x="23" y="438"/>
                  </a:lnTo>
                  <a:cubicBezTo>
                    <a:pt x="110" y="2028"/>
                    <a:pt x="1424" y="3274"/>
                    <a:pt x="3014" y="3274"/>
                  </a:cubicBezTo>
                  <a:cubicBezTo>
                    <a:pt x="4608" y="3274"/>
                    <a:pt x="5919" y="2028"/>
                    <a:pt x="6006" y="438"/>
                  </a:cubicBezTo>
                  <a:lnTo>
                    <a:pt x="602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88"/>
            <p:cNvSpPr/>
            <p:nvPr/>
          </p:nvSpPr>
          <p:spPr>
            <a:xfrm>
              <a:off x="6319440" y="3019912"/>
              <a:ext cx="158039" cy="85836"/>
            </a:xfrm>
            <a:custGeom>
              <a:rect b="b" l="l" r="r" t="t"/>
              <a:pathLst>
                <a:path extrusionOk="0" h="3274" w="6028">
                  <a:moveTo>
                    <a:pt x="1" y="0"/>
                  </a:moveTo>
                  <a:lnTo>
                    <a:pt x="23" y="438"/>
                  </a:lnTo>
                  <a:cubicBezTo>
                    <a:pt x="107" y="2055"/>
                    <a:pt x="1449" y="3273"/>
                    <a:pt x="3004" y="3273"/>
                  </a:cubicBezTo>
                  <a:cubicBezTo>
                    <a:pt x="3184" y="3273"/>
                    <a:pt x="3367" y="3257"/>
                    <a:pt x="3550" y="3223"/>
                  </a:cubicBezTo>
                  <a:cubicBezTo>
                    <a:pt x="2670" y="3060"/>
                    <a:pt x="1906" y="2514"/>
                    <a:pt x="1468" y="1728"/>
                  </a:cubicBezTo>
                  <a:cubicBezTo>
                    <a:pt x="1149" y="1152"/>
                    <a:pt x="1576" y="438"/>
                    <a:pt x="2239" y="438"/>
                  </a:cubicBezTo>
                  <a:lnTo>
                    <a:pt x="6006" y="435"/>
                  </a:lnTo>
                  <a:lnTo>
                    <a:pt x="602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88"/>
            <p:cNvSpPr/>
            <p:nvPr/>
          </p:nvSpPr>
          <p:spPr>
            <a:xfrm>
              <a:off x="6313069" y="2900230"/>
              <a:ext cx="170781" cy="85338"/>
            </a:xfrm>
            <a:custGeom>
              <a:rect b="b" l="l" r="r" t="t"/>
              <a:pathLst>
                <a:path extrusionOk="0" h="3255" w="6514">
                  <a:moveTo>
                    <a:pt x="225" y="0"/>
                  </a:moveTo>
                  <a:cubicBezTo>
                    <a:pt x="109" y="0"/>
                    <a:pt x="1" y="96"/>
                    <a:pt x="9" y="230"/>
                  </a:cubicBezTo>
                  <a:lnTo>
                    <a:pt x="172" y="3254"/>
                  </a:lnTo>
                  <a:lnTo>
                    <a:pt x="6343" y="3254"/>
                  </a:lnTo>
                  <a:lnTo>
                    <a:pt x="6506" y="230"/>
                  </a:lnTo>
                  <a:cubicBezTo>
                    <a:pt x="6514" y="96"/>
                    <a:pt x="6404" y="0"/>
                    <a:pt x="6288" y="0"/>
                  </a:cubicBezTo>
                  <a:cubicBezTo>
                    <a:pt x="6243" y="0"/>
                    <a:pt x="6198" y="14"/>
                    <a:pt x="6158" y="45"/>
                  </a:cubicBezTo>
                  <a:lnTo>
                    <a:pt x="4786" y="1074"/>
                  </a:lnTo>
                  <a:lnTo>
                    <a:pt x="1729" y="1074"/>
                  </a:lnTo>
                  <a:lnTo>
                    <a:pt x="356" y="45"/>
                  </a:lnTo>
                  <a:cubicBezTo>
                    <a:pt x="315" y="14"/>
                    <a:pt x="270" y="0"/>
                    <a:pt x="2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88"/>
            <p:cNvSpPr/>
            <p:nvPr/>
          </p:nvSpPr>
          <p:spPr>
            <a:xfrm>
              <a:off x="6317553" y="2909484"/>
              <a:ext cx="161814" cy="110454"/>
            </a:xfrm>
            <a:custGeom>
              <a:rect b="b" l="l" r="r" t="t"/>
              <a:pathLst>
                <a:path extrusionOk="0" h="4213" w="6172">
                  <a:moveTo>
                    <a:pt x="3086" y="0"/>
                  </a:moveTo>
                  <a:cubicBezTo>
                    <a:pt x="1464" y="4"/>
                    <a:pt x="116" y="1257"/>
                    <a:pt x="1" y="2876"/>
                  </a:cubicBezTo>
                  <a:lnTo>
                    <a:pt x="73" y="4212"/>
                  </a:lnTo>
                  <a:lnTo>
                    <a:pt x="6099" y="4212"/>
                  </a:lnTo>
                  <a:lnTo>
                    <a:pt x="6172" y="2876"/>
                  </a:lnTo>
                  <a:cubicBezTo>
                    <a:pt x="6056" y="1257"/>
                    <a:pt x="4709" y="0"/>
                    <a:pt x="308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88"/>
            <p:cNvSpPr/>
            <p:nvPr/>
          </p:nvSpPr>
          <p:spPr>
            <a:xfrm>
              <a:off x="6317553" y="2909484"/>
              <a:ext cx="95641" cy="110454"/>
            </a:xfrm>
            <a:custGeom>
              <a:rect b="b" l="l" r="r" t="t"/>
              <a:pathLst>
                <a:path extrusionOk="0" h="4213" w="3648">
                  <a:moveTo>
                    <a:pt x="3073" y="1"/>
                  </a:moveTo>
                  <a:cubicBezTo>
                    <a:pt x="1488" y="1"/>
                    <a:pt x="114" y="1229"/>
                    <a:pt x="1" y="2876"/>
                  </a:cubicBezTo>
                  <a:lnTo>
                    <a:pt x="73" y="4212"/>
                  </a:lnTo>
                  <a:lnTo>
                    <a:pt x="1196" y="4212"/>
                  </a:lnTo>
                  <a:lnTo>
                    <a:pt x="1123" y="2876"/>
                  </a:lnTo>
                  <a:cubicBezTo>
                    <a:pt x="1225" y="1470"/>
                    <a:pt x="2260" y="311"/>
                    <a:pt x="3648" y="54"/>
                  </a:cubicBezTo>
                  <a:cubicBezTo>
                    <a:pt x="3454" y="18"/>
                    <a:pt x="3262" y="1"/>
                    <a:pt x="30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88"/>
            <p:cNvSpPr/>
            <p:nvPr/>
          </p:nvSpPr>
          <p:spPr>
            <a:xfrm>
              <a:off x="6355542" y="3121977"/>
              <a:ext cx="85862" cy="29547"/>
            </a:xfrm>
            <a:custGeom>
              <a:rect b="b" l="l" r="r" t="t"/>
              <a:pathLst>
                <a:path extrusionOk="0" h="1127" w="3275">
                  <a:moveTo>
                    <a:pt x="326" y="0"/>
                  </a:moveTo>
                  <a:lnTo>
                    <a:pt x="326" y="73"/>
                  </a:lnTo>
                  <a:cubicBezTo>
                    <a:pt x="326" y="337"/>
                    <a:pt x="207" y="587"/>
                    <a:pt x="0" y="750"/>
                  </a:cubicBezTo>
                  <a:cubicBezTo>
                    <a:pt x="196" y="953"/>
                    <a:pt x="855" y="1127"/>
                    <a:pt x="1637" y="1127"/>
                  </a:cubicBezTo>
                  <a:cubicBezTo>
                    <a:pt x="2419" y="1127"/>
                    <a:pt x="3079" y="953"/>
                    <a:pt x="3274" y="750"/>
                  </a:cubicBezTo>
                  <a:cubicBezTo>
                    <a:pt x="3068" y="587"/>
                    <a:pt x="2948" y="337"/>
                    <a:pt x="2945" y="73"/>
                  </a:cubicBezTo>
                  <a:lnTo>
                    <a:pt x="2945" y="0"/>
                  </a:lnTo>
                  <a:cubicBezTo>
                    <a:pt x="2521" y="149"/>
                    <a:pt x="2078" y="223"/>
                    <a:pt x="1635" y="223"/>
                  </a:cubicBezTo>
                  <a:cubicBezTo>
                    <a:pt x="1193" y="223"/>
                    <a:pt x="750" y="149"/>
                    <a:pt x="3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88"/>
            <p:cNvSpPr/>
            <p:nvPr/>
          </p:nvSpPr>
          <p:spPr>
            <a:xfrm>
              <a:off x="6266848" y="3164790"/>
              <a:ext cx="263224" cy="89664"/>
            </a:xfrm>
            <a:custGeom>
              <a:rect b="b" l="l" r="r" t="t"/>
              <a:pathLst>
                <a:path extrusionOk="0" h="3420" w="10040">
                  <a:moveTo>
                    <a:pt x="1033" y="1"/>
                  </a:moveTo>
                  <a:lnTo>
                    <a:pt x="873" y="59"/>
                  </a:lnTo>
                  <a:cubicBezTo>
                    <a:pt x="352" y="243"/>
                    <a:pt x="1" y="736"/>
                    <a:pt x="1" y="1294"/>
                  </a:cubicBezTo>
                  <a:lnTo>
                    <a:pt x="1" y="3420"/>
                  </a:lnTo>
                  <a:lnTo>
                    <a:pt x="10040" y="3420"/>
                  </a:lnTo>
                  <a:lnTo>
                    <a:pt x="10040" y="1294"/>
                  </a:lnTo>
                  <a:cubicBezTo>
                    <a:pt x="10040" y="736"/>
                    <a:pt x="9689" y="243"/>
                    <a:pt x="9167" y="59"/>
                  </a:cubicBezTo>
                  <a:lnTo>
                    <a:pt x="9008" y="1"/>
                  </a:lnTo>
                  <a:cubicBezTo>
                    <a:pt x="8196" y="1439"/>
                    <a:pt x="6672" y="2330"/>
                    <a:pt x="5020" y="2330"/>
                  </a:cubicBezTo>
                  <a:cubicBezTo>
                    <a:pt x="3369" y="2330"/>
                    <a:pt x="1844" y="1439"/>
                    <a:pt x="103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88"/>
            <p:cNvSpPr/>
            <p:nvPr/>
          </p:nvSpPr>
          <p:spPr>
            <a:xfrm>
              <a:off x="6341201" y="2996920"/>
              <a:ext cx="45776" cy="41004"/>
            </a:xfrm>
            <a:custGeom>
              <a:rect b="b" l="l" r="r" t="t"/>
              <a:pathLst>
                <a:path extrusionOk="0" h="1564" w="1746">
                  <a:moveTo>
                    <a:pt x="630" y="1"/>
                  </a:moveTo>
                  <a:cubicBezTo>
                    <a:pt x="283" y="1"/>
                    <a:pt x="0" y="283"/>
                    <a:pt x="0" y="627"/>
                  </a:cubicBezTo>
                  <a:cubicBezTo>
                    <a:pt x="0" y="1029"/>
                    <a:pt x="272" y="1377"/>
                    <a:pt x="663" y="1475"/>
                  </a:cubicBezTo>
                  <a:lnTo>
                    <a:pt x="935" y="1543"/>
                  </a:lnTo>
                  <a:cubicBezTo>
                    <a:pt x="989" y="1557"/>
                    <a:pt x="1043" y="1564"/>
                    <a:pt x="1096" y="1564"/>
                  </a:cubicBezTo>
                  <a:cubicBezTo>
                    <a:pt x="1445" y="1564"/>
                    <a:pt x="1746" y="1278"/>
                    <a:pt x="1746" y="910"/>
                  </a:cubicBezTo>
                  <a:lnTo>
                    <a:pt x="1746" y="627"/>
                  </a:lnTo>
                  <a:cubicBezTo>
                    <a:pt x="1746" y="283"/>
                    <a:pt x="1467" y="1"/>
                    <a:pt x="111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88"/>
            <p:cNvSpPr/>
            <p:nvPr/>
          </p:nvSpPr>
          <p:spPr>
            <a:xfrm>
              <a:off x="6409838" y="2997025"/>
              <a:ext cx="45802" cy="40978"/>
            </a:xfrm>
            <a:custGeom>
              <a:rect b="b" l="l" r="r" t="t"/>
              <a:pathLst>
                <a:path extrusionOk="0" h="1563" w="1747">
                  <a:moveTo>
                    <a:pt x="631" y="0"/>
                  </a:moveTo>
                  <a:cubicBezTo>
                    <a:pt x="283" y="0"/>
                    <a:pt x="1" y="283"/>
                    <a:pt x="1" y="627"/>
                  </a:cubicBezTo>
                  <a:lnTo>
                    <a:pt x="1" y="909"/>
                  </a:lnTo>
                  <a:cubicBezTo>
                    <a:pt x="1" y="1278"/>
                    <a:pt x="306" y="1562"/>
                    <a:pt x="657" y="1562"/>
                  </a:cubicBezTo>
                  <a:cubicBezTo>
                    <a:pt x="709" y="1562"/>
                    <a:pt x="762" y="1556"/>
                    <a:pt x="816" y="1543"/>
                  </a:cubicBezTo>
                  <a:lnTo>
                    <a:pt x="1087" y="1474"/>
                  </a:lnTo>
                  <a:cubicBezTo>
                    <a:pt x="1475" y="1376"/>
                    <a:pt x="1746" y="1029"/>
                    <a:pt x="1746" y="627"/>
                  </a:cubicBezTo>
                  <a:cubicBezTo>
                    <a:pt x="1746" y="283"/>
                    <a:pt x="1468" y="0"/>
                    <a:pt x="11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88"/>
            <p:cNvSpPr/>
            <p:nvPr/>
          </p:nvSpPr>
          <p:spPr>
            <a:xfrm>
              <a:off x="6341201" y="2997025"/>
              <a:ext cx="45776" cy="28420"/>
            </a:xfrm>
            <a:custGeom>
              <a:rect b="b" l="l" r="r" t="t"/>
              <a:pathLst>
                <a:path extrusionOk="0" h="1084" w="1746">
                  <a:moveTo>
                    <a:pt x="630" y="0"/>
                  </a:moveTo>
                  <a:cubicBezTo>
                    <a:pt x="283" y="0"/>
                    <a:pt x="0" y="283"/>
                    <a:pt x="0" y="627"/>
                  </a:cubicBezTo>
                  <a:cubicBezTo>
                    <a:pt x="0" y="743"/>
                    <a:pt x="26" y="859"/>
                    <a:pt x="73" y="964"/>
                  </a:cubicBezTo>
                  <a:cubicBezTo>
                    <a:pt x="178" y="754"/>
                    <a:pt x="395" y="620"/>
                    <a:pt x="630" y="620"/>
                  </a:cubicBezTo>
                  <a:lnTo>
                    <a:pt x="1119" y="620"/>
                  </a:lnTo>
                  <a:cubicBezTo>
                    <a:pt x="1402" y="620"/>
                    <a:pt x="1648" y="808"/>
                    <a:pt x="1721" y="1083"/>
                  </a:cubicBezTo>
                  <a:cubicBezTo>
                    <a:pt x="1739" y="1025"/>
                    <a:pt x="1746" y="967"/>
                    <a:pt x="1746" y="909"/>
                  </a:cubicBezTo>
                  <a:lnTo>
                    <a:pt x="1746" y="627"/>
                  </a:lnTo>
                  <a:cubicBezTo>
                    <a:pt x="1746" y="283"/>
                    <a:pt x="1467" y="0"/>
                    <a:pt x="1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88"/>
            <p:cNvSpPr/>
            <p:nvPr/>
          </p:nvSpPr>
          <p:spPr>
            <a:xfrm>
              <a:off x="6409838" y="2997025"/>
              <a:ext cx="45802" cy="28315"/>
            </a:xfrm>
            <a:custGeom>
              <a:rect b="b" l="l" r="r" t="t"/>
              <a:pathLst>
                <a:path extrusionOk="0" h="1080" w="1747">
                  <a:moveTo>
                    <a:pt x="631" y="0"/>
                  </a:moveTo>
                  <a:cubicBezTo>
                    <a:pt x="283" y="0"/>
                    <a:pt x="1" y="279"/>
                    <a:pt x="1" y="627"/>
                  </a:cubicBezTo>
                  <a:lnTo>
                    <a:pt x="1" y="906"/>
                  </a:lnTo>
                  <a:cubicBezTo>
                    <a:pt x="1" y="964"/>
                    <a:pt x="12" y="1022"/>
                    <a:pt x="26" y="1080"/>
                  </a:cubicBezTo>
                  <a:cubicBezTo>
                    <a:pt x="102" y="808"/>
                    <a:pt x="348" y="620"/>
                    <a:pt x="631" y="620"/>
                  </a:cubicBezTo>
                  <a:lnTo>
                    <a:pt x="1120" y="620"/>
                  </a:lnTo>
                  <a:cubicBezTo>
                    <a:pt x="1355" y="620"/>
                    <a:pt x="1569" y="754"/>
                    <a:pt x="1678" y="964"/>
                  </a:cubicBezTo>
                  <a:cubicBezTo>
                    <a:pt x="1721" y="859"/>
                    <a:pt x="1746" y="743"/>
                    <a:pt x="1746" y="627"/>
                  </a:cubicBezTo>
                  <a:cubicBezTo>
                    <a:pt x="1746" y="279"/>
                    <a:pt x="1468" y="0"/>
                    <a:pt x="112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88"/>
            <p:cNvSpPr/>
            <p:nvPr/>
          </p:nvSpPr>
          <p:spPr>
            <a:xfrm>
              <a:off x="6261526" y="2894671"/>
              <a:ext cx="273868" cy="365026"/>
            </a:xfrm>
            <a:custGeom>
              <a:rect b="b" l="l" r="r" t="t"/>
              <a:pathLst>
                <a:path extrusionOk="0" h="13923" w="10446">
                  <a:moveTo>
                    <a:pt x="8253" y="417"/>
                  </a:moveTo>
                  <a:cubicBezTo>
                    <a:pt x="8262" y="417"/>
                    <a:pt x="8269" y="423"/>
                    <a:pt x="8269" y="431"/>
                  </a:cubicBezTo>
                  <a:lnTo>
                    <a:pt x="8175" y="2184"/>
                  </a:lnTo>
                  <a:cubicBezTo>
                    <a:pt x="8001" y="1836"/>
                    <a:pt x="7766" y="1521"/>
                    <a:pt x="7483" y="1257"/>
                  </a:cubicBezTo>
                  <a:cubicBezTo>
                    <a:pt x="7429" y="1206"/>
                    <a:pt x="7378" y="1159"/>
                    <a:pt x="7320" y="1116"/>
                  </a:cubicBezTo>
                  <a:lnTo>
                    <a:pt x="8244" y="420"/>
                  </a:lnTo>
                  <a:cubicBezTo>
                    <a:pt x="8247" y="418"/>
                    <a:pt x="8250" y="417"/>
                    <a:pt x="8253" y="417"/>
                  </a:cubicBezTo>
                  <a:close/>
                  <a:moveTo>
                    <a:pt x="2192" y="415"/>
                  </a:moveTo>
                  <a:cubicBezTo>
                    <a:pt x="2195" y="415"/>
                    <a:pt x="2199" y="417"/>
                    <a:pt x="2203" y="420"/>
                  </a:cubicBezTo>
                  <a:lnTo>
                    <a:pt x="3126" y="1116"/>
                  </a:lnTo>
                  <a:lnTo>
                    <a:pt x="3112" y="1126"/>
                  </a:lnTo>
                  <a:cubicBezTo>
                    <a:pt x="2945" y="1264"/>
                    <a:pt x="3074" y="1490"/>
                    <a:pt x="3240" y="1490"/>
                  </a:cubicBezTo>
                  <a:cubicBezTo>
                    <a:pt x="3283" y="1490"/>
                    <a:pt x="3329" y="1475"/>
                    <a:pt x="3373" y="1438"/>
                  </a:cubicBezTo>
                  <a:cubicBezTo>
                    <a:pt x="3902" y="998"/>
                    <a:pt x="4558" y="770"/>
                    <a:pt x="5221" y="770"/>
                  </a:cubicBezTo>
                  <a:cubicBezTo>
                    <a:pt x="5603" y="770"/>
                    <a:pt x="5986" y="845"/>
                    <a:pt x="6350" y="1000"/>
                  </a:cubicBezTo>
                  <a:cubicBezTo>
                    <a:pt x="7349" y="1420"/>
                    <a:pt x="8026" y="2365"/>
                    <a:pt x="8106" y="3448"/>
                  </a:cubicBezTo>
                  <a:lnTo>
                    <a:pt x="8045" y="4571"/>
                  </a:lnTo>
                  <a:lnTo>
                    <a:pt x="7610" y="4571"/>
                  </a:lnTo>
                  <a:lnTo>
                    <a:pt x="7610" y="4531"/>
                  </a:lnTo>
                  <a:cubicBezTo>
                    <a:pt x="7606" y="4071"/>
                    <a:pt x="7237" y="3698"/>
                    <a:pt x="6777" y="3698"/>
                  </a:cubicBezTo>
                  <a:lnTo>
                    <a:pt x="6288" y="3698"/>
                  </a:lnTo>
                  <a:cubicBezTo>
                    <a:pt x="5882" y="3698"/>
                    <a:pt x="5538" y="3988"/>
                    <a:pt x="5469" y="4382"/>
                  </a:cubicBezTo>
                  <a:cubicBezTo>
                    <a:pt x="5388" y="4362"/>
                    <a:pt x="5305" y="4352"/>
                    <a:pt x="5222" y="4352"/>
                  </a:cubicBezTo>
                  <a:cubicBezTo>
                    <a:pt x="5139" y="4352"/>
                    <a:pt x="5057" y="4362"/>
                    <a:pt x="4977" y="4382"/>
                  </a:cubicBezTo>
                  <a:cubicBezTo>
                    <a:pt x="4904" y="3988"/>
                    <a:pt x="4560" y="3698"/>
                    <a:pt x="4158" y="3698"/>
                  </a:cubicBezTo>
                  <a:lnTo>
                    <a:pt x="3666" y="3698"/>
                  </a:lnTo>
                  <a:cubicBezTo>
                    <a:pt x="3210" y="3698"/>
                    <a:pt x="2836" y="4071"/>
                    <a:pt x="2836" y="4531"/>
                  </a:cubicBezTo>
                  <a:lnTo>
                    <a:pt x="2836" y="4571"/>
                  </a:lnTo>
                  <a:lnTo>
                    <a:pt x="2398" y="4571"/>
                  </a:lnTo>
                  <a:lnTo>
                    <a:pt x="2340" y="3448"/>
                  </a:lnTo>
                  <a:cubicBezTo>
                    <a:pt x="2377" y="2948"/>
                    <a:pt x="2543" y="2466"/>
                    <a:pt x="2822" y="2050"/>
                  </a:cubicBezTo>
                  <a:cubicBezTo>
                    <a:pt x="2934" y="1889"/>
                    <a:pt x="2793" y="1727"/>
                    <a:pt x="2648" y="1727"/>
                  </a:cubicBezTo>
                  <a:cubicBezTo>
                    <a:pt x="2587" y="1727"/>
                    <a:pt x="2526" y="1756"/>
                    <a:pt x="2482" y="1825"/>
                  </a:cubicBezTo>
                  <a:cubicBezTo>
                    <a:pt x="2406" y="1941"/>
                    <a:pt x="2333" y="2061"/>
                    <a:pt x="2272" y="2188"/>
                  </a:cubicBezTo>
                  <a:lnTo>
                    <a:pt x="2177" y="431"/>
                  </a:lnTo>
                  <a:cubicBezTo>
                    <a:pt x="2177" y="424"/>
                    <a:pt x="2181" y="420"/>
                    <a:pt x="2185" y="420"/>
                  </a:cubicBezTo>
                  <a:cubicBezTo>
                    <a:pt x="2186" y="417"/>
                    <a:pt x="2189" y="415"/>
                    <a:pt x="2192" y="415"/>
                  </a:cubicBezTo>
                  <a:close/>
                  <a:moveTo>
                    <a:pt x="4158" y="4107"/>
                  </a:moveTo>
                  <a:cubicBezTo>
                    <a:pt x="4394" y="4107"/>
                    <a:pt x="4582" y="4295"/>
                    <a:pt x="4582" y="4531"/>
                  </a:cubicBezTo>
                  <a:lnTo>
                    <a:pt x="4582" y="4810"/>
                  </a:lnTo>
                  <a:cubicBezTo>
                    <a:pt x="4582" y="5066"/>
                    <a:pt x="4373" y="5261"/>
                    <a:pt x="4129" y="5261"/>
                  </a:cubicBezTo>
                  <a:cubicBezTo>
                    <a:pt x="4094" y="5261"/>
                    <a:pt x="4057" y="5257"/>
                    <a:pt x="4021" y="5248"/>
                  </a:cubicBezTo>
                  <a:lnTo>
                    <a:pt x="3749" y="5179"/>
                  </a:lnTo>
                  <a:cubicBezTo>
                    <a:pt x="3452" y="5107"/>
                    <a:pt x="3242" y="4839"/>
                    <a:pt x="3242" y="4531"/>
                  </a:cubicBezTo>
                  <a:cubicBezTo>
                    <a:pt x="3242" y="4295"/>
                    <a:pt x="3434" y="4107"/>
                    <a:pt x="3669" y="4107"/>
                  </a:cubicBezTo>
                  <a:close/>
                  <a:moveTo>
                    <a:pt x="6777" y="4107"/>
                  </a:moveTo>
                  <a:cubicBezTo>
                    <a:pt x="7012" y="4107"/>
                    <a:pt x="7201" y="4295"/>
                    <a:pt x="7201" y="4531"/>
                  </a:cubicBezTo>
                  <a:cubicBezTo>
                    <a:pt x="7201" y="4839"/>
                    <a:pt x="6994" y="5107"/>
                    <a:pt x="6694" y="5179"/>
                  </a:cubicBezTo>
                  <a:lnTo>
                    <a:pt x="6422" y="5248"/>
                  </a:lnTo>
                  <a:cubicBezTo>
                    <a:pt x="6386" y="5257"/>
                    <a:pt x="6350" y="5261"/>
                    <a:pt x="6315" y="5261"/>
                  </a:cubicBezTo>
                  <a:cubicBezTo>
                    <a:pt x="6074" y="5261"/>
                    <a:pt x="5864" y="5066"/>
                    <a:pt x="5864" y="4810"/>
                  </a:cubicBezTo>
                  <a:lnTo>
                    <a:pt x="5864" y="4531"/>
                  </a:lnTo>
                  <a:cubicBezTo>
                    <a:pt x="5864" y="4295"/>
                    <a:pt x="6053" y="4107"/>
                    <a:pt x="6288" y="4107"/>
                  </a:cubicBezTo>
                  <a:close/>
                  <a:moveTo>
                    <a:pt x="5225" y="4762"/>
                  </a:moveTo>
                  <a:cubicBezTo>
                    <a:pt x="5305" y="4762"/>
                    <a:pt x="5384" y="4779"/>
                    <a:pt x="5459" y="4813"/>
                  </a:cubicBezTo>
                  <a:cubicBezTo>
                    <a:pt x="5459" y="5284"/>
                    <a:pt x="5843" y="5668"/>
                    <a:pt x="6313" y="5668"/>
                  </a:cubicBezTo>
                  <a:cubicBezTo>
                    <a:pt x="6386" y="5668"/>
                    <a:pt x="6455" y="5661"/>
                    <a:pt x="6523" y="5643"/>
                  </a:cubicBezTo>
                  <a:lnTo>
                    <a:pt x="6795" y="5574"/>
                  </a:lnTo>
                  <a:cubicBezTo>
                    <a:pt x="7114" y="5498"/>
                    <a:pt x="7378" y="5277"/>
                    <a:pt x="7516" y="4980"/>
                  </a:cubicBezTo>
                  <a:lnTo>
                    <a:pt x="8023" y="4980"/>
                  </a:lnTo>
                  <a:lnTo>
                    <a:pt x="8012" y="5204"/>
                  </a:lnTo>
                  <a:cubicBezTo>
                    <a:pt x="7936" y="6689"/>
                    <a:pt x="6708" y="7852"/>
                    <a:pt x="5227" y="7852"/>
                  </a:cubicBezTo>
                  <a:cubicBezTo>
                    <a:pt x="3742" y="7852"/>
                    <a:pt x="2518" y="6689"/>
                    <a:pt x="2438" y="5204"/>
                  </a:cubicBezTo>
                  <a:lnTo>
                    <a:pt x="2434" y="5204"/>
                  </a:lnTo>
                  <a:lnTo>
                    <a:pt x="2424" y="4980"/>
                  </a:lnTo>
                  <a:lnTo>
                    <a:pt x="2938" y="4980"/>
                  </a:lnTo>
                  <a:cubicBezTo>
                    <a:pt x="3072" y="5277"/>
                    <a:pt x="3336" y="5498"/>
                    <a:pt x="3655" y="5574"/>
                  </a:cubicBezTo>
                  <a:lnTo>
                    <a:pt x="3927" y="5643"/>
                  </a:lnTo>
                  <a:cubicBezTo>
                    <a:pt x="3995" y="5661"/>
                    <a:pt x="4064" y="5668"/>
                    <a:pt x="4137" y="5668"/>
                  </a:cubicBezTo>
                  <a:cubicBezTo>
                    <a:pt x="4608" y="5668"/>
                    <a:pt x="4991" y="5284"/>
                    <a:pt x="4991" y="4813"/>
                  </a:cubicBezTo>
                  <a:cubicBezTo>
                    <a:pt x="5066" y="4779"/>
                    <a:pt x="5145" y="4762"/>
                    <a:pt x="5225" y="4762"/>
                  </a:cubicBezTo>
                  <a:close/>
                  <a:moveTo>
                    <a:pt x="6328" y="8058"/>
                  </a:moveTo>
                  <a:lnTo>
                    <a:pt x="6328" y="8471"/>
                  </a:lnTo>
                  <a:cubicBezTo>
                    <a:pt x="6306" y="8497"/>
                    <a:pt x="6284" y="8515"/>
                    <a:pt x="6255" y="8529"/>
                  </a:cubicBezTo>
                  <a:cubicBezTo>
                    <a:pt x="6187" y="8565"/>
                    <a:pt x="6114" y="8598"/>
                    <a:pt x="6038" y="8620"/>
                  </a:cubicBezTo>
                  <a:cubicBezTo>
                    <a:pt x="5800" y="8689"/>
                    <a:pt x="5876" y="9021"/>
                    <a:pt x="6089" y="9021"/>
                  </a:cubicBezTo>
                  <a:cubicBezTo>
                    <a:pt x="6109" y="9021"/>
                    <a:pt x="6131" y="9018"/>
                    <a:pt x="6154" y="9011"/>
                  </a:cubicBezTo>
                  <a:cubicBezTo>
                    <a:pt x="6219" y="8989"/>
                    <a:pt x="6284" y="8967"/>
                    <a:pt x="6346" y="8938"/>
                  </a:cubicBezTo>
                  <a:cubicBezTo>
                    <a:pt x="6375" y="9091"/>
                    <a:pt x="6433" y="9235"/>
                    <a:pt x="6523" y="9362"/>
                  </a:cubicBezTo>
                  <a:cubicBezTo>
                    <a:pt x="6397" y="9453"/>
                    <a:pt x="5948" y="9594"/>
                    <a:pt x="5223" y="9594"/>
                  </a:cubicBezTo>
                  <a:cubicBezTo>
                    <a:pt x="4499" y="9594"/>
                    <a:pt x="4050" y="9453"/>
                    <a:pt x="3923" y="9362"/>
                  </a:cubicBezTo>
                  <a:cubicBezTo>
                    <a:pt x="4010" y="9235"/>
                    <a:pt x="4071" y="9091"/>
                    <a:pt x="4097" y="8938"/>
                  </a:cubicBezTo>
                  <a:cubicBezTo>
                    <a:pt x="4140" y="8957"/>
                    <a:pt x="4184" y="8975"/>
                    <a:pt x="4231" y="8993"/>
                  </a:cubicBezTo>
                  <a:cubicBezTo>
                    <a:pt x="4542" y="9084"/>
                    <a:pt x="4863" y="9131"/>
                    <a:pt x="5187" y="9131"/>
                  </a:cubicBezTo>
                  <a:cubicBezTo>
                    <a:pt x="5199" y="9131"/>
                    <a:pt x="5211" y="9131"/>
                    <a:pt x="5223" y="9130"/>
                  </a:cubicBezTo>
                  <a:cubicBezTo>
                    <a:pt x="5495" y="9130"/>
                    <a:pt x="5495" y="8721"/>
                    <a:pt x="5223" y="8721"/>
                  </a:cubicBezTo>
                  <a:cubicBezTo>
                    <a:pt x="4546" y="8721"/>
                    <a:pt x="4173" y="8555"/>
                    <a:pt x="4119" y="8475"/>
                  </a:cubicBezTo>
                  <a:lnTo>
                    <a:pt x="4119" y="8062"/>
                  </a:lnTo>
                  <a:cubicBezTo>
                    <a:pt x="4470" y="8189"/>
                    <a:pt x="4847" y="8254"/>
                    <a:pt x="5223" y="8254"/>
                  </a:cubicBezTo>
                  <a:cubicBezTo>
                    <a:pt x="5600" y="8254"/>
                    <a:pt x="5973" y="8189"/>
                    <a:pt x="6328" y="8058"/>
                  </a:cubicBezTo>
                  <a:close/>
                  <a:moveTo>
                    <a:pt x="6813" y="9645"/>
                  </a:moveTo>
                  <a:cubicBezTo>
                    <a:pt x="6886" y="9692"/>
                    <a:pt x="6965" y="9728"/>
                    <a:pt x="7045" y="9757"/>
                  </a:cubicBezTo>
                  <a:lnTo>
                    <a:pt x="8906" y="10416"/>
                  </a:lnTo>
                  <a:cubicBezTo>
                    <a:pt x="8537" y="10992"/>
                    <a:pt x="8034" y="11477"/>
                    <a:pt x="7443" y="11829"/>
                  </a:cubicBezTo>
                  <a:lnTo>
                    <a:pt x="7440" y="11825"/>
                  </a:lnTo>
                  <a:cubicBezTo>
                    <a:pt x="6828" y="12187"/>
                    <a:pt x="6136" y="12394"/>
                    <a:pt x="5426" y="12426"/>
                  </a:cubicBezTo>
                  <a:lnTo>
                    <a:pt x="5426" y="12198"/>
                  </a:lnTo>
                  <a:cubicBezTo>
                    <a:pt x="5426" y="12062"/>
                    <a:pt x="5324" y="11994"/>
                    <a:pt x="5221" y="11994"/>
                  </a:cubicBezTo>
                  <a:cubicBezTo>
                    <a:pt x="5119" y="11994"/>
                    <a:pt x="5017" y="12062"/>
                    <a:pt x="5017" y="12198"/>
                  </a:cubicBezTo>
                  <a:lnTo>
                    <a:pt x="5017" y="12426"/>
                  </a:lnTo>
                  <a:cubicBezTo>
                    <a:pt x="3597" y="12361"/>
                    <a:pt x="2300" y="11611"/>
                    <a:pt x="1536" y="10416"/>
                  </a:cubicBezTo>
                  <a:lnTo>
                    <a:pt x="3398" y="9757"/>
                  </a:lnTo>
                  <a:cubicBezTo>
                    <a:pt x="3478" y="9728"/>
                    <a:pt x="3557" y="9692"/>
                    <a:pt x="3630" y="9645"/>
                  </a:cubicBezTo>
                  <a:cubicBezTo>
                    <a:pt x="3727" y="9732"/>
                    <a:pt x="3880" y="9808"/>
                    <a:pt x="4086" y="9866"/>
                  </a:cubicBezTo>
                  <a:cubicBezTo>
                    <a:pt x="4390" y="9953"/>
                    <a:pt x="4796" y="10000"/>
                    <a:pt x="5223" y="10000"/>
                  </a:cubicBezTo>
                  <a:cubicBezTo>
                    <a:pt x="5647" y="10000"/>
                    <a:pt x="6053" y="9953"/>
                    <a:pt x="6357" y="9866"/>
                  </a:cubicBezTo>
                  <a:cubicBezTo>
                    <a:pt x="6563" y="9808"/>
                    <a:pt x="6715" y="9732"/>
                    <a:pt x="6813" y="9645"/>
                  </a:cubicBezTo>
                  <a:close/>
                  <a:moveTo>
                    <a:pt x="2194" y="1"/>
                  </a:moveTo>
                  <a:cubicBezTo>
                    <a:pt x="1968" y="1"/>
                    <a:pt x="1756" y="189"/>
                    <a:pt x="1772" y="449"/>
                  </a:cubicBezTo>
                  <a:lnTo>
                    <a:pt x="2029" y="5223"/>
                  </a:lnTo>
                  <a:cubicBezTo>
                    <a:pt x="2087" y="6338"/>
                    <a:pt x="2724" y="7341"/>
                    <a:pt x="3709" y="7870"/>
                  </a:cubicBezTo>
                  <a:lnTo>
                    <a:pt x="3709" y="8739"/>
                  </a:lnTo>
                  <a:cubicBezTo>
                    <a:pt x="3709" y="9022"/>
                    <a:pt x="3532" y="9275"/>
                    <a:pt x="3264" y="9369"/>
                  </a:cubicBezTo>
                  <a:lnTo>
                    <a:pt x="1008" y="10166"/>
                  </a:lnTo>
                  <a:cubicBezTo>
                    <a:pt x="403" y="10380"/>
                    <a:pt x="1" y="10952"/>
                    <a:pt x="1" y="11593"/>
                  </a:cubicBezTo>
                  <a:lnTo>
                    <a:pt x="1" y="13719"/>
                  </a:lnTo>
                  <a:cubicBezTo>
                    <a:pt x="1" y="13855"/>
                    <a:pt x="102" y="13923"/>
                    <a:pt x="204" y="13923"/>
                  </a:cubicBezTo>
                  <a:cubicBezTo>
                    <a:pt x="305" y="13923"/>
                    <a:pt x="406" y="13855"/>
                    <a:pt x="406" y="13719"/>
                  </a:cubicBezTo>
                  <a:lnTo>
                    <a:pt x="406" y="11593"/>
                  </a:lnTo>
                  <a:cubicBezTo>
                    <a:pt x="406" y="11126"/>
                    <a:pt x="703" y="10709"/>
                    <a:pt x="1142" y="10550"/>
                  </a:cubicBezTo>
                  <a:cubicBezTo>
                    <a:pt x="2011" y="11970"/>
                    <a:pt x="3557" y="12835"/>
                    <a:pt x="5223" y="12835"/>
                  </a:cubicBezTo>
                  <a:cubicBezTo>
                    <a:pt x="6889" y="12835"/>
                    <a:pt x="8432" y="11970"/>
                    <a:pt x="9305" y="10550"/>
                  </a:cubicBezTo>
                  <a:cubicBezTo>
                    <a:pt x="9743" y="10709"/>
                    <a:pt x="10036" y="11126"/>
                    <a:pt x="10040" y="11593"/>
                  </a:cubicBezTo>
                  <a:lnTo>
                    <a:pt x="10040" y="13719"/>
                  </a:lnTo>
                  <a:cubicBezTo>
                    <a:pt x="10040" y="13855"/>
                    <a:pt x="10141" y="13923"/>
                    <a:pt x="10243" y="13923"/>
                  </a:cubicBezTo>
                  <a:cubicBezTo>
                    <a:pt x="10344" y="13923"/>
                    <a:pt x="10446" y="13855"/>
                    <a:pt x="10446" y="13719"/>
                  </a:cubicBezTo>
                  <a:lnTo>
                    <a:pt x="10446" y="11593"/>
                  </a:lnTo>
                  <a:cubicBezTo>
                    <a:pt x="10446" y="10952"/>
                    <a:pt x="10040" y="10383"/>
                    <a:pt x="9439" y="10166"/>
                  </a:cubicBezTo>
                  <a:lnTo>
                    <a:pt x="7183" y="9373"/>
                  </a:lnTo>
                  <a:cubicBezTo>
                    <a:pt x="6915" y="9275"/>
                    <a:pt x="6737" y="9025"/>
                    <a:pt x="6737" y="8739"/>
                  </a:cubicBezTo>
                  <a:lnTo>
                    <a:pt x="6737" y="7874"/>
                  </a:lnTo>
                  <a:cubicBezTo>
                    <a:pt x="7719" y="7345"/>
                    <a:pt x="8356" y="6342"/>
                    <a:pt x="8418" y="5226"/>
                  </a:cubicBezTo>
                  <a:lnTo>
                    <a:pt x="8675" y="453"/>
                  </a:lnTo>
                  <a:cubicBezTo>
                    <a:pt x="8690" y="192"/>
                    <a:pt x="8479" y="4"/>
                    <a:pt x="8252" y="4"/>
                  </a:cubicBezTo>
                  <a:cubicBezTo>
                    <a:pt x="8167" y="4"/>
                    <a:pt x="8079" y="31"/>
                    <a:pt x="8001" y="91"/>
                  </a:cubicBezTo>
                  <a:lnTo>
                    <a:pt x="6976" y="858"/>
                  </a:lnTo>
                  <a:cubicBezTo>
                    <a:pt x="6440" y="523"/>
                    <a:pt x="5832" y="356"/>
                    <a:pt x="5223" y="356"/>
                  </a:cubicBezTo>
                  <a:cubicBezTo>
                    <a:pt x="4615" y="356"/>
                    <a:pt x="4006" y="523"/>
                    <a:pt x="3470" y="858"/>
                  </a:cubicBezTo>
                  <a:lnTo>
                    <a:pt x="2445" y="87"/>
                  </a:lnTo>
                  <a:cubicBezTo>
                    <a:pt x="2367" y="28"/>
                    <a:pt x="2280" y="1"/>
                    <a:pt x="21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88"/>
            <p:cNvSpPr/>
            <p:nvPr/>
          </p:nvSpPr>
          <p:spPr>
            <a:xfrm>
              <a:off x="6373606" y="3054467"/>
              <a:ext cx="49708" cy="16543"/>
            </a:xfrm>
            <a:custGeom>
              <a:rect b="b" l="l" r="r" t="t"/>
              <a:pathLst>
                <a:path extrusionOk="0" h="631" w="1896">
                  <a:moveTo>
                    <a:pt x="296" y="1"/>
                  </a:moveTo>
                  <a:cubicBezTo>
                    <a:pt x="136" y="1"/>
                    <a:pt x="1" y="206"/>
                    <a:pt x="151" y="352"/>
                  </a:cubicBezTo>
                  <a:cubicBezTo>
                    <a:pt x="325" y="526"/>
                    <a:pt x="622" y="631"/>
                    <a:pt x="948" y="631"/>
                  </a:cubicBezTo>
                  <a:cubicBezTo>
                    <a:pt x="1271" y="631"/>
                    <a:pt x="1571" y="526"/>
                    <a:pt x="1745" y="352"/>
                  </a:cubicBezTo>
                  <a:cubicBezTo>
                    <a:pt x="1896" y="206"/>
                    <a:pt x="1760" y="1"/>
                    <a:pt x="1600" y="1"/>
                  </a:cubicBezTo>
                  <a:cubicBezTo>
                    <a:pt x="1553" y="1"/>
                    <a:pt x="1504" y="19"/>
                    <a:pt x="1459" y="62"/>
                  </a:cubicBezTo>
                  <a:cubicBezTo>
                    <a:pt x="1386" y="138"/>
                    <a:pt x="1205" y="221"/>
                    <a:pt x="948" y="221"/>
                  </a:cubicBezTo>
                  <a:cubicBezTo>
                    <a:pt x="691" y="221"/>
                    <a:pt x="510" y="134"/>
                    <a:pt x="438" y="62"/>
                  </a:cubicBezTo>
                  <a:cubicBezTo>
                    <a:pt x="393"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88"/>
            <p:cNvSpPr/>
            <p:nvPr/>
          </p:nvSpPr>
          <p:spPr>
            <a:xfrm>
              <a:off x="6358767" y="3008796"/>
              <a:ext cx="10749" cy="16386"/>
            </a:xfrm>
            <a:custGeom>
              <a:rect b="b" l="l" r="r" t="t"/>
              <a:pathLst>
                <a:path extrusionOk="0" h="625"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88"/>
            <p:cNvSpPr/>
            <p:nvPr/>
          </p:nvSpPr>
          <p:spPr>
            <a:xfrm>
              <a:off x="6427404" y="3008770"/>
              <a:ext cx="10775" cy="16465"/>
            </a:xfrm>
            <a:custGeom>
              <a:rect b="b" l="l" r="r" t="t"/>
              <a:pathLst>
                <a:path extrusionOk="0" h="628" w="411">
                  <a:moveTo>
                    <a:pt x="205" y="0"/>
                  </a:moveTo>
                  <a:cubicBezTo>
                    <a:pt x="103" y="0"/>
                    <a:pt x="1" y="68"/>
                    <a:pt x="1" y="204"/>
                  </a:cubicBezTo>
                  <a:lnTo>
                    <a:pt x="1" y="425"/>
                  </a:lnTo>
                  <a:cubicBezTo>
                    <a:pt x="1" y="537"/>
                    <a:pt x="91" y="628"/>
                    <a:pt x="204" y="628"/>
                  </a:cubicBezTo>
                  <a:cubicBezTo>
                    <a:pt x="320" y="628"/>
                    <a:pt x="410" y="537"/>
                    <a:pt x="410" y="425"/>
                  </a:cubicBezTo>
                  <a:lnTo>
                    <a:pt x="410" y="204"/>
                  </a:lnTo>
                  <a:cubicBezTo>
                    <a:pt x="410" y="68"/>
                    <a:pt x="308"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8" name="Google Shape;18358;p88"/>
          <p:cNvGrpSpPr/>
          <p:nvPr/>
        </p:nvGrpSpPr>
        <p:grpSpPr>
          <a:xfrm>
            <a:off x="4905609" y="1983508"/>
            <a:ext cx="285063" cy="364869"/>
            <a:chOff x="4905609" y="1983508"/>
            <a:chExt cx="285063" cy="364869"/>
          </a:xfrm>
        </p:grpSpPr>
        <p:sp>
          <p:nvSpPr>
            <p:cNvPr id="18359" name="Google Shape;18359;p88"/>
            <p:cNvSpPr/>
            <p:nvPr/>
          </p:nvSpPr>
          <p:spPr>
            <a:xfrm>
              <a:off x="4911115" y="2177387"/>
              <a:ext cx="274261" cy="165721"/>
            </a:xfrm>
            <a:custGeom>
              <a:rect b="b" l="l" r="r" t="t"/>
              <a:pathLst>
                <a:path extrusionOk="0" h="6321" w="10461">
                  <a:moveTo>
                    <a:pt x="3706" y="1"/>
                  </a:moveTo>
                  <a:lnTo>
                    <a:pt x="3706" y="1036"/>
                  </a:lnTo>
                  <a:cubicBezTo>
                    <a:pt x="3706" y="1326"/>
                    <a:pt x="3514" y="1583"/>
                    <a:pt x="3235" y="1663"/>
                  </a:cubicBezTo>
                  <a:lnTo>
                    <a:pt x="939" y="2340"/>
                  </a:lnTo>
                  <a:cubicBezTo>
                    <a:pt x="381" y="2503"/>
                    <a:pt x="1" y="3014"/>
                    <a:pt x="1" y="3593"/>
                  </a:cubicBezTo>
                  <a:lnTo>
                    <a:pt x="1" y="6321"/>
                  </a:lnTo>
                  <a:lnTo>
                    <a:pt x="10460" y="6321"/>
                  </a:lnTo>
                  <a:lnTo>
                    <a:pt x="10460" y="3593"/>
                  </a:lnTo>
                  <a:cubicBezTo>
                    <a:pt x="10460" y="3014"/>
                    <a:pt x="10080" y="2503"/>
                    <a:pt x="9522" y="2340"/>
                  </a:cubicBezTo>
                  <a:lnTo>
                    <a:pt x="7226" y="1663"/>
                  </a:lnTo>
                  <a:cubicBezTo>
                    <a:pt x="6947" y="1583"/>
                    <a:pt x="6755" y="1326"/>
                    <a:pt x="6755" y="1036"/>
                  </a:cubicBezTo>
                  <a:lnTo>
                    <a:pt x="675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88"/>
            <p:cNvSpPr/>
            <p:nvPr/>
          </p:nvSpPr>
          <p:spPr>
            <a:xfrm>
              <a:off x="4911010" y="2224106"/>
              <a:ext cx="274366" cy="119001"/>
            </a:xfrm>
            <a:custGeom>
              <a:rect b="b" l="l" r="r" t="t"/>
              <a:pathLst>
                <a:path extrusionOk="0" h="4539" w="10465">
                  <a:moveTo>
                    <a:pt x="2833" y="1"/>
                  </a:moveTo>
                  <a:lnTo>
                    <a:pt x="943" y="558"/>
                  </a:lnTo>
                  <a:cubicBezTo>
                    <a:pt x="385" y="721"/>
                    <a:pt x="5" y="1232"/>
                    <a:pt x="1" y="1811"/>
                  </a:cubicBezTo>
                  <a:lnTo>
                    <a:pt x="1" y="4539"/>
                  </a:lnTo>
                  <a:lnTo>
                    <a:pt x="10464" y="4539"/>
                  </a:lnTo>
                  <a:lnTo>
                    <a:pt x="10464" y="1811"/>
                  </a:lnTo>
                  <a:cubicBezTo>
                    <a:pt x="10464" y="1232"/>
                    <a:pt x="10084" y="721"/>
                    <a:pt x="9526" y="558"/>
                  </a:cubicBezTo>
                  <a:lnTo>
                    <a:pt x="7632" y="1"/>
                  </a:lnTo>
                  <a:cubicBezTo>
                    <a:pt x="7230" y="620"/>
                    <a:pt x="6306" y="1051"/>
                    <a:pt x="5234" y="1051"/>
                  </a:cubicBezTo>
                  <a:cubicBezTo>
                    <a:pt x="4159" y="1051"/>
                    <a:pt x="3235" y="620"/>
                    <a:pt x="283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88"/>
            <p:cNvSpPr/>
            <p:nvPr/>
          </p:nvSpPr>
          <p:spPr>
            <a:xfrm>
              <a:off x="5008146" y="2177387"/>
              <a:ext cx="80094" cy="28577"/>
            </a:xfrm>
            <a:custGeom>
              <a:rect b="b" l="l" r="r" t="t"/>
              <a:pathLst>
                <a:path extrusionOk="0" h="1090" w="3055">
                  <a:moveTo>
                    <a:pt x="1" y="1"/>
                  </a:moveTo>
                  <a:lnTo>
                    <a:pt x="1" y="707"/>
                  </a:lnTo>
                  <a:cubicBezTo>
                    <a:pt x="477" y="962"/>
                    <a:pt x="1002" y="1090"/>
                    <a:pt x="1528" y="1090"/>
                  </a:cubicBezTo>
                  <a:cubicBezTo>
                    <a:pt x="2053" y="1090"/>
                    <a:pt x="2578" y="962"/>
                    <a:pt x="3054" y="70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88"/>
            <p:cNvSpPr/>
            <p:nvPr/>
          </p:nvSpPr>
          <p:spPr>
            <a:xfrm>
              <a:off x="4951096" y="2034475"/>
              <a:ext cx="194298" cy="154421"/>
            </a:xfrm>
            <a:custGeom>
              <a:rect b="b" l="l" r="r" t="t"/>
              <a:pathLst>
                <a:path extrusionOk="0" h="5890" w="7411">
                  <a:moveTo>
                    <a:pt x="870" y="1"/>
                  </a:moveTo>
                  <a:lnTo>
                    <a:pt x="870" y="2181"/>
                  </a:lnTo>
                  <a:lnTo>
                    <a:pt x="544" y="2181"/>
                  </a:lnTo>
                  <a:cubicBezTo>
                    <a:pt x="243" y="2181"/>
                    <a:pt x="0" y="2424"/>
                    <a:pt x="0" y="2728"/>
                  </a:cubicBezTo>
                  <a:cubicBezTo>
                    <a:pt x="0" y="3029"/>
                    <a:pt x="243" y="3271"/>
                    <a:pt x="544" y="3271"/>
                  </a:cubicBezTo>
                  <a:lnTo>
                    <a:pt x="880" y="3271"/>
                  </a:lnTo>
                  <a:cubicBezTo>
                    <a:pt x="993" y="4749"/>
                    <a:pt x="2224" y="5890"/>
                    <a:pt x="3705" y="5890"/>
                  </a:cubicBezTo>
                  <a:cubicBezTo>
                    <a:pt x="5187" y="5890"/>
                    <a:pt x="6414" y="4749"/>
                    <a:pt x="6527" y="3271"/>
                  </a:cubicBezTo>
                  <a:lnTo>
                    <a:pt x="6864" y="3271"/>
                  </a:lnTo>
                  <a:cubicBezTo>
                    <a:pt x="7164" y="3271"/>
                    <a:pt x="7410" y="3029"/>
                    <a:pt x="7410" y="2728"/>
                  </a:cubicBezTo>
                  <a:cubicBezTo>
                    <a:pt x="7410" y="2424"/>
                    <a:pt x="7164" y="2181"/>
                    <a:pt x="6864" y="2181"/>
                  </a:cubicBezTo>
                  <a:lnTo>
                    <a:pt x="6538" y="2181"/>
                  </a:lnTo>
                  <a:lnTo>
                    <a:pt x="653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88"/>
            <p:cNvSpPr/>
            <p:nvPr/>
          </p:nvSpPr>
          <p:spPr>
            <a:xfrm>
              <a:off x="4949104" y="2057363"/>
              <a:ext cx="150620" cy="131559"/>
            </a:xfrm>
            <a:custGeom>
              <a:rect b="b" l="l" r="r" t="t"/>
              <a:pathLst>
                <a:path extrusionOk="0" h="5018" w="5745">
                  <a:moveTo>
                    <a:pt x="946" y="1"/>
                  </a:moveTo>
                  <a:lnTo>
                    <a:pt x="946" y="1308"/>
                  </a:lnTo>
                  <a:lnTo>
                    <a:pt x="638" y="1308"/>
                  </a:lnTo>
                  <a:cubicBezTo>
                    <a:pt x="635" y="1308"/>
                    <a:pt x="632" y="1308"/>
                    <a:pt x="630" y="1308"/>
                  </a:cubicBezTo>
                  <a:cubicBezTo>
                    <a:pt x="383" y="1308"/>
                    <a:pt x="166" y="1470"/>
                    <a:pt x="94" y="1707"/>
                  </a:cubicBezTo>
                  <a:cubicBezTo>
                    <a:pt x="0" y="2054"/>
                    <a:pt x="261" y="2398"/>
                    <a:pt x="620" y="2398"/>
                  </a:cubicBezTo>
                  <a:lnTo>
                    <a:pt x="960" y="2398"/>
                  </a:lnTo>
                  <a:cubicBezTo>
                    <a:pt x="1062" y="3895"/>
                    <a:pt x="2312" y="5017"/>
                    <a:pt x="3764" y="5017"/>
                  </a:cubicBezTo>
                  <a:cubicBezTo>
                    <a:pt x="3914" y="5017"/>
                    <a:pt x="4066" y="5005"/>
                    <a:pt x="4220" y="4981"/>
                  </a:cubicBezTo>
                  <a:cubicBezTo>
                    <a:pt x="2836" y="4767"/>
                    <a:pt x="1818" y="3579"/>
                    <a:pt x="1818" y="2181"/>
                  </a:cubicBezTo>
                  <a:lnTo>
                    <a:pt x="1818" y="1964"/>
                  </a:lnTo>
                  <a:cubicBezTo>
                    <a:pt x="1818" y="1243"/>
                    <a:pt x="2405" y="656"/>
                    <a:pt x="3126" y="656"/>
                  </a:cubicBezTo>
                  <a:lnTo>
                    <a:pt x="5089" y="656"/>
                  </a:lnTo>
                  <a:cubicBezTo>
                    <a:pt x="5451" y="656"/>
                    <a:pt x="5744" y="363"/>
                    <a:pt x="57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88"/>
            <p:cNvSpPr/>
            <p:nvPr/>
          </p:nvSpPr>
          <p:spPr>
            <a:xfrm>
              <a:off x="4962475" y="1988804"/>
              <a:ext cx="171436" cy="68585"/>
            </a:xfrm>
            <a:custGeom>
              <a:rect b="b" l="l" r="r" t="t"/>
              <a:pathLst>
                <a:path extrusionOk="0" h="2616" w="6539">
                  <a:moveTo>
                    <a:pt x="1164" y="1"/>
                  </a:moveTo>
                  <a:cubicBezTo>
                    <a:pt x="863" y="1"/>
                    <a:pt x="602" y="204"/>
                    <a:pt x="530" y="497"/>
                  </a:cubicBezTo>
                  <a:lnTo>
                    <a:pt x="1" y="2616"/>
                  </a:lnTo>
                  <a:lnTo>
                    <a:pt x="6538" y="2616"/>
                  </a:lnTo>
                  <a:lnTo>
                    <a:pt x="6009" y="497"/>
                  </a:lnTo>
                  <a:cubicBezTo>
                    <a:pt x="5937" y="204"/>
                    <a:pt x="5676" y="1"/>
                    <a:pt x="5376"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88"/>
            <p:cNvSpPr/>
            <p:nvPr/>
          </p:nvSpPr>
          <p:spPr>
            <a:xfrm>
              <a:off x="4981666" y="2200406"/>
              <a:ext cx="55188" cy="50600"/>
            </a:xfrm>
            <a:custGeom>
              <a:rect b="b" l="l" r="r" t="t"/>
              <a:pathLst>
                <a:path extrusionOk="0" h="1930" w="2105">
                  <a:moveTo>
                    <a:pt x="826" y="0"/>
                  </a:moveTo>
                  <a:cubicBezTo>
                    <a:pt x="738" y="0"/>
                    <a:pt x="649" y="40"/>
                    <a:pt x="591" y="119"/>
                  </a:cubicBezTo>
                  <a:lnTo>
                    <a:pt x="1" y="908"/>
                  </a:lnTo>
                  <a:cubicBezTo>
                    <a:pt x="468" y="1455"/>
                    <a:pt x="1221" y="1835"/>
                    <a:pt x="2101" y="1929"/>
                  </a:cubicBezTo>
                  <a:lnTo>
                    <a:pt x="2101" y="789"/>
                  </a:lnTo>
                  <a:cubicBezTo>
                    <a:pt x="2105" y="687"/>
                    <a:pt x="2036" y="600"/>
                    <a:pt x="1942" y="575"/>
                  </a:cubicBezTo>
                  <a:cubicBezTo>
                    <a:pt x="1561" y="484"/>
                    <a:pt x="1239" y="307"/>
                    <a:pt x="1033" y="90"/>
                  </a:cubicBezTo>
                  <a:cubicBezTo>
                    <a:pt x="976" y="30"/>
                    <a:pt x="901" y="0"/>
                    <a:pt x="826"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88"/>
            <p:cNvSpPr/>
            <p:nvPr/>
          </p:nvSpPr>
          <p:spPr>
            <a:xfrm>
              <a:off x="5059611" y="2200406"/>
              <a:ext cx="55109" cy="50705"/>
            </a:xfrm>
            <a:custGeom>
              <a:rect b="b" l="l" r="r" t="t"/>
              <a:pathLst>
                <a:path extrusionOk="0" h="1934" w="2102">
                  <a:moveTo>
                    <a:pt x="1280" y="0"/>
                  </a:moveTo>
                  <a:cubicBezTo>
                    <a:pt x="1205" y="0"/>
                    <a:pt x="1130" y="30"/>
                    <a:pt x="1073" y="90"/>
                  </a:cubicBezTo>
                  <a:cubicBezTo>
                    <a:pt x="867" y="311"/>
                    <a:pt x="541" y="484"/>
                    <a:pt x="160" y="579"/>
                  </a:cubicBezTo>
                  <a:cubicBezTo>
                    <a:pt x="66" y="600"/>
                    <a:pt x="1" y="687"/>
                    <a:pt x="1" y="789"/>
                  </a:cubicBezTo>
                  <a:lnTo>
                    <a:pt x="1" y="1933"/>
                  </a:lnTo>
                  <a:cubicBezTo>
                    <a:pt x="885" y="1835"/>
                    <a:pt x="1634" y="1459"/>
                    <a:pt x="2102" y="908"/>
                  </a:cubicBezTo>
                  <a:lnTo>
                    <a:pt x="1511" y="119"/>
                  </a:lnTo>
                  <a:cubicBezTo>
                    <a:pt x="1455" y="40"/>
                    <a:pt x="1367" y="0"/>
                    <a:pt x="128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88"/>
            <p:cNvSpPr/>
            <p:nvPr/>
          </p:nvSpPr>
          <p:spPr>
            <a:xfrm>
              <a:off x="4962475" y="2057363"/>
              <a:ext cx="22914" cy="37150"/>
            </a:xfrm>
            <a:custGeom>
              <a:rect b="b" l="l" r="r" t="t"/>
              <a:pathLst>
                <a:path extrusionOk="0" h="1417" w="874">
                  <a:moveTo>
                    <a:pt x="1" y="1"/>
                  </a:moveTo>
                  <a:lnTo>
                    <a:pt x="1" y="1417"/>
                  </a:lnTo>
                  <a:lnTo>
                    <a:pt x="490" y="1355"/>
                  </a:lnTo>
                  <a:cubicBezTo>
                    <a:pt x="707" y="1330"/>
                    <a:pt x="874" y="1145"/>
                    <a:pt x="874" y="924"/>
                  </a:cubicBezTo>
                  <a:lnTo>
                    <a:pt x="8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88"/>
            <p:cNvSpPr/>
            <p:nvPr/>
          </p:nvSpPr>
          <p:spPr>
            <a:xfrm>
              <a:off x="5111076" y="2057363"/>
              <a:ext cx="22835" cy="37150"/>
            </a:xfrm>
            <a:custGeom>
              <a:rect b="b" l="l" r="r" t="t"/>
              <a:pathLst>
                <a:path extrusionOk="0" h="1417" w="871">
                  <a:moveTo>
                    <a:pt x="1" y="1"/>
                  </a:moveTo>
                  <a:lnTo>
                    <a:pt x="1" y="924"/>
                  </a:lnTo>
                  <a:cubicBezTo>
                    <a:pt x="1" y="1145"/>
                    <a:pt x="164" y="1330"/>
                    <a:pt x="381" y="1355"/>
                  </a:cubicBezTo>
                  <a:lnTo>
                    <a:pt x="870" y="1417"/>
                  </a:lnTo>
                  <a:lnTo>
                    <a:pt x="870"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88"/>
            <p:cNvSpPr/>
            <p:nvPr/>
          </p:nvSpPr>
          <p:spPr>
            <a:xfrm>
              <a:off x="4962475" y="1988804"/>
              <a:ext cx="70578" cy="68585"/>
            </a:xfrm>
            <a:custGeom>
              <a:rect b="b" l="l" r="r" t="t"/>
              <a:pathLst>
                <a:path extrusionOk="0" h="2616" w="2692">
                  <a:moveTo>
                    <a:pt x="1167" y="1"/>
                  </a:moveTo>
                  <a:cubicBezTo>
                    <a:pt x="867" y="1"/>
                    <a:pt x="606" y="204"/>
                    <a:pt x="533" y="497"/>
                  </a:cubicBezTo>
                  <a:lnTo>
                    <a:pt x="1" y="2616"/>
                  </a:lnTo>
                  <a:lnTo>
                    <a:pt x="1526" y="2616"/>
                  </a:lnTo>
                  <a:lnTo>
                    <a:pt x="2058" y="497"/>
                  </a:lnTo>
                  <a:cubicBezTo>
                    <a:pt x="2131" y="204"/>
                    <a:pt x="2391" y="1"/>
                    <a:pt x="2692"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88"/>
            <p:cNvSpPr/>
            <p:nvPr/>
          </p:nvSpPr>
          <p:spPr>
            <a:xfrm>
              <a:off x="5008539" y="2092023"/>
              <a:ext cx="10749" cy="16412"/>
            </a:xfrm>
            <a:custGeom>
              <a:rect b="b" l="l" r="r" t="t"/>
              <a:pathLst>
                <a:path extrusionOk="0" h="626" w="410">
                  <a:moveTo>
                    <a:pt x="207" y="1"/>
                  </a:moveTo>
                  <a:cubicBezTo>
                    <a:pt x="91" y="1"/>
                    <a:pt x="0" y="91"/>
                    <a:pt x="0" y="204"/>
                  </a:cubicBezTo>
                  <a:lnTo>
                    <a:pt x="0" y="424"/>
                  </a:lnTo>
                  <a:cubicBezTo>
                    <a:pt x="0" y="558"/>
                    <a:pt x="103" y="625"/>
                    <a:pt x="205" y="625"/>
                  </a:cubicBezTo>
                  <a:cubicBezTo>
                    <a:pt x="307" y="625"/>
                    <a:pt x="410" y="558"/>
                    <a:pt x="410" y="424"/>
                  </a:cubicBezTo>
                  <a:lnTo>
                    <a:pt x="410" y="204"/>
                  </a:lnTo>
                  <a:cubicBezTo>
                    <a:pt x="410" y="91"/>
                    <a:pt x="316"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88"/>
            <p:cNvSpPr/>
            <p:nvPr/>
          </p:nvSpPr>
          <p:spPr>
            <a:xfrm>
              <a:off x="5077176" y="2092023"/>
              <a:ext cx="10671" cy="16412"/>
            </a:xfrm>
            <a:custGeom>
              <a:rect b="b" l="l" r="r" t="t"/>
              <a:pathLst>
                <a:path extrusionOk="0" h="626" w="407">
                  <a:moveTo>
                    <a:pt x="204" y="1"/>
                  </a:moveTo>
                  <a:cubicBezTo>
                    <a:pt x="92" y="1"/>
                    <a:pt x="1" y="91"/>
                    <a:pt x="1" y="204"/>
                  </a:cubicBezTo>
                  <a:lnTo>
                    <a:pt x="1" y="424"/>
                  </a:lnTo>
                  <a:cubicBezTo>
                    <a:pt x="1" y="558"/>
                    <a:pt x="102" y="625"/>
                    <a:pt x="204" y="625"/>
                  </a:cubicBezTo>
                  <a:cubicBezTo>
                    <a:pt x="305" y="625"/>
                    <a:pt x="407" y="558"/>
                    <a:pt x="407" y="424"/>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88"/>
            <p:cNvSpPr/>
            <p:nvPr/>
          </p:nvSpPr>
          <p:spPr>
            <a:xfrm>
              <a:off x="5023404" y="2131952"/>
              <a:ext cx="49604" cy="16517"/>
            </a:xfrm>
            <a:custGeom>
              <a:rect b="b" l="l" r="r" t="t"/>
              <a:pathLst>
                <a:path extrusionOk="0" h="630" w="1892">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5" y="223"/>
                    <a:pt x="947" y="223"/>
                  </a:cubicBezTo>
                  <a:cubicBezTo>
                    <a:pt x="687" y="223"/>
                    <a:pt x="509" y="136"/>
                    <a:pt x="437" y="64"/>
                  </a:cubicBezTo>
                  <a:cubicBezTo>
                    <a:pt x="391" y="20"/>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88"/>
            <p:cNvSpPr/>
            <p:nvPr/>
          </p:nvSpPr>
          <p:spPr>
            <a:xfrm>
              <a:off x="4905609" y="1983508"/>
              <a:ext cx="285063" cy="364869"/>
            </a:xfrm>
            <a:custGeom>
              <a:rect b="b" l="l" r="r" t="t"/>
              <a:pathLst>
                <a:path extrusionOk="0" h="13917" w="10873">
                  <a:moveTo>
                    <a:pt x="7545" y="406"/>
                  </a:moveTo>
                  <a:cubicBezTo>
                    <a:pt x="7751" y="406"/>
                    <a:pt x="7932" y="547"/>
                    <a:pt x="7979" y="746"/>
                  </a:cubicBezTo>
                  <a:lnTo>
                    <a:pt x="8229" y="1742"/>
                  </a:lnTo>
                  <a:lnTo>
                    <a:pt x="7617" y="1742"/>
                  </a:lnTo>
                  <a:cubicBezTo>
                    <a:pt x="7345" y="1742"/>
                    <a:pt x="7345" y="2151"/>
                    <a:pt x="7617" y="2151"/>
                  </a:cubicBezTo>
                  <a:lnTo>
                    <a:pt x="8330" y="2151"/>
                  </a:lnTo>
                  <a:lnTo>
                    <a:pt x="8446" y="2615"/>
                  </a:lnTo>
                  <a:lnTo>
                    <a:pt x="2431" y="2615"/>
                  </a:lnTo>
                  <a:lnTo>
                    <a:pt x="2547" y="2151"/>
                  </a:lnTo>
                  <a:lnTo>
                    <a:pt x="6748" y="2151"/>
                  </a:lnTo>
                  <a:cubicBezTo>
                    <a:pt x="7019" y="2151"/>
                    <a:pt x="7019" y="1742"/>
                    <a:pt x="6748" y="1742"/>
                  </a:cubicBezTo>
                  <a:lnTo>
                    <a:pt x="2648" y="1742"/>
                  </a:lnTo>
                  <a:lnTo>
                    <a:pt x="2898" y="746"/>
                  </a:lnTo>
                  <a:cubicBezTo>
                    <a:pt x="2945" y="547"/>
                    <a:pt x="3126" y="406"/>
                    <a:pt x="3333" y="406"/>
                  </a:cubicBezTo>
                  <a:close/>
                  <a:moveTo>
                    <a:pt x="2836" y="3024"/>
                  </a:moveTo>
                  <a:lnTo>
                    <a:pt x="2836" y="3691"/>
                  </a:lnTo>
                  <a:cubicBezTo>
                    <a:pt x="2836" y="3817"/>
                    <a:pt x="2735" y="3922"/>
                    <a:pt x="2605" y="3922"/>
                  </a:cubicBezTo>
                  <a:lnTo>
                    <a:pt x="2373" y="3922"/>
                  </a:lnTo>
                  <a:lnTo>
                    <a:pt x="2373" y="3024"/>
                  </a:lnTo>
                  <a:close/>
                  <a:moveTo>
                    <a:pt x="8504" y="3021"/>
                  </a:moveTo>
                  <a:lnTo>
                    <a:pt x="8504" y="3024"/>
                  </a:lnTo>
                  <a:lnTo>
                    <a:pt x="8504" y="3922"/>
                  </a:lnTo>
                  <a:lnTo>
                    <a:pt x="8273" y="3922"/>
                  </a:lnTo>
                  <a:cubicBezTo>
                    <a:pt x="8146" y="3922"/>
                    <a:pt x="8041" y="3817"/>
                    <a:pt x="8041" y="3691"/>
                  </a:cubicBezTo>
                  <a:lnTo>
                    <a:pt x="8041" y="3021"/>
                  </a:lnTo>
                  <a:close/>
                  <a:moveTo>
                    <a:pt x="7632" y="3021"/>
                  </a:moveTo>
                  <a:lnTo>
                    <a:pt x="7632" y="3691"/>
                  </a:lnTo>
                  <a:cubicBezTo>
                    <a:pt x="7635" y="4042"/>
                    <a:pt x="7921" y="4328"/>
                    <a:pt x="8273" y="4328"/>
                  </a:cubicBezTo>
                  <a:lnTo>
                    <a:pt x="8599" y="4328"/>
                  </a:lnTo>
                  <a:cubicBezTo>
                    <a:pt x="8801" y="4328"/>
                    <a:pt x="8961" y="4506"/>
                    <a:pt x="8939" y="4705"/>
                  </a:cubicBezTo>
                  <a:cubicBezTo>
                    <a:pt x="8921" y="4879"/>
                    <a:pt x="8758" y="5013"/>
                    <a:pt x="8570" y="5013"/>
                  </a:cubicBezTo>
                  <a:lnTo>
                    <a:pt x="8479" y="5013"/>
                  </a:lnTo>
                  <a:lnTo>
                    <a:pt x="8479" y="4998"/>
                  </a:lnTo>
                  <a:cubicBezTo>
                    <a:pt x="8479" y="4886"/>
                    <a:pt x="8385" y="4795"/>
                    <a:pt x="8273" y="4795"/>
                  </a:cubicBezTo>
                  <a:cubicBezTo>
                    <a:pt x="8160" y="4795"/>
                    <a:pt x="8070" y="4886"/>
                    <a:pt x="8070" y="4998"/>
                  </a:cubicBezTo>
                  <a:cubicBezTo>
                    <a:pt x="8070" y="6450"/>
                    <a:pt x="6893" y="7627"/>
                    <a:pt x="5440" y="7627"/>
                  </a:cubicBezTo>
                  <a:cubicBezTo>
                    <a:pt x="3988" y="7627"/>
                    <a:pt x="2811" y="6450"/>
                    <a:pt x="2811" y="4998"/>
                  </a:cubicBezTo>
                  <a:cubicBezTo>
                    <a:pt x="2811" y="4862"/>
                    <a:pt x="2709" y="4794"/>
                    <a:pt x="2606" y="4794"/>
                  </a:cubicBezTo>
                  <a:cubicBezTo>
                    <a:pt x="2504" y="4794"/>
                    <a:pt x="2402" y="4862"/>
                    <a:pt x="2402" y="4998"/>
                  </a:cubicBezTo>
                  <a:lnTo>
                    <a:pt x="2402" y="5013"/>
                  </a:lnTo>
                  <a:lnTo>
                    <a:pt x="2279" y="5013"/>
                  </a:lnTo>
                  <a:cubicBezTo>
                    <a:pt x="2076" y="5013"/>
                    <a:pt x="1920" y="4835"/>
                    <a:pt x="1942" y="4636"/>
                  </a:cubicBezTo>
                  <a:cubicBezTo>
                    <a:pt x="1956" y="4466"/>
                    <a:pt x="2123" y="4332"/>
                    <a:pt x="2311" y="4332"/>
                  </a:cubicBezTo>
                  <a:lnTo>
                    <a:pt x="2605" y="4332"/>
                  </a:lnTo>
                  <a:cubicBezTo>
                    <a:pt x="2959" y="4328"/>
                    <a:pt x="3246" y="4042"/>
                    <a:pt x="3246" y="3691"/>
                  </a:cubicBezTo>
                  <a:lnTo>
                    <a:pt x="3246" y="3021"/>
                  </a:lnTo>
                  <a:close/>
                  <a:moveTo>
                    <a:pt x="3732" y="8478"/>
                  </a:moveTo>
                  <a:cubicBezTo>
                    <a:pt x="3751" y="8478"/>
                    <a:pt x="3770" y="8488"/>
                    <a:pt x="3785" y="8500"/>
                  </a:cubicBezTo>
                  <a:cubicBezTo>
                    <a:pt x="4021" y="8754"/>
                    <a:pt x="4379" y="8946"/>
                    <a:pt x="4796" y="9047"/>
                  </a:cubicBezTo>
                  <a:cubicBezTo>
                    <a:pt x="4799" y="9051"/>
                    <a:pt x="4799" y="9054"/>
                    <a:pt x="4799" y="9062"/>
                  </a:cubicBezTo>
                  <a:lnTo>
                    <a:pt x="4799" y="9971"/>
                  </a:lnTo>
                  <a:cubicBezTo>
                    <a:pt x="4147" y="9858"/>
                    <a:pt x="3568" y="9576"/>
                    <a:pt x="3166" y="9167"/>
                  </a:cubicBezTo>
                  <a:lnTo>
                    <a:pt x="3658" y="8515"/>
                  </a:lnTo>
                  <a:cubicBezTo>
                    <a:pt x="3673" y="8493"/>
                    <a:pt x="3698" y="8479"/>
                    <a:pt x="3724" y="8479"/>
                  </a:cubicBezTo>
                  <a:cubicBezTo>
                    <a:pt x="3727" y="8478"/>
                    <a:pt x="3729" y="8478"/>
                    <a:pt x="3732" y="8478"/>
                  </a:cubicBezTo>
                  <a:close/>
                  <a:moveTo>
                    <a:pt x="7153" y="8479"/>
                  </a:moveTo>
                  <a:cubicBezTo>
                    <a:pt x="7179" y="8479"/>
                    <a:pt x="7204" y="8493"/>
                    <a:pt x="7222" y="8515"/>
                  </a:cubicBezTo>
                  <a:lnTo>
                    <a:pt x="7711" y="9167"/>
                  </a:lnTo>
                  <a:cubicBezTo>
                    <a:pt x="7309" y="9576"/>
                    <a:pt x="6730" y="9858"/>
                    <a:pt x="6078" y="9971"/>
                  </a:cubicBezTo>
                  <a:lnTo>
                    <a:pt x="6078" y="9062"/>
                  </a:lnTo>
                  <a:cubicBezTo>
                    <a:pt x="6078" y="9054"/>
                    <a:pt x="6078" y="9051"/>
                    <a:pt x="6081" y="9047"/>
                  </a:cubicBezTo>
                  <a:cubicBezTo>
                    <a:pt x="6498" y="8946"/>
                    <a:pt x="6856" y="8754"/>
                    <a:pt x="7092" y="8500"/>
                  </a:cubicBezTo>
                  <a:cubicBezTo>
                    <a:pt x="7106" y="8486"/>
                    <a:pt x="7128" y="8479"/>
                    <a:pt x="7150" y="8479"/>
                  </a:cubicBezTo>
                  <a:close/>
                  <a:moveTo>
                    <a:pt x="6759" y="7732"/>
                  </a:moveTo>
                  <a:lnTo>
                    <a:pt x="6759" y="8258"/>
                  </a:lnTo>
                  <a:cubicBezTo>
                    <a:pt x="6578" y="8435"/>
                    <a:pt x="6299" y="8576"/>
                    <a:pt x="5987" y="8652"/>
                  </a:cubicBezTo>
                  <a:cubicBezTo>
                    <a:pt x="5799" y="8699"/>
                    <a:pt x="5669" y="8866"/>
                    <a:pt x="5672" y="9062"/>
                  </a:cubicBezTo>
                  <a:lnTo>
                    <a:pt x="5672" y="10018"/>
                  </a:lnTo>
                  <a:cubicBezTo>
                    <a:pt x="5594" y="10023"/>
                    <a:pt x="5516" y="10026"/>
                    <a:pt x="5439" y="10026"/>
                  </a:cubicBezTo>
                  <a:cubicBezTo>
                    <a:pt x="5361" y="10026"/>
                    <a:pt x="5283" y="10023"/>
                    <a:pt x="5205" y="10018"/>
                  </a:cubicBezTo>
                  <a:lnTo>
                    <a:pt x="5205" y="9062"/>
                  </a:lnTo>
                  <a:cubicBezTo>
                    <a:pt x="5209" y="8866"/>
                    <a:pt x="5078" y="8699"/>
                    <a:pt x="4890" y="8652"/>
                  </a:cubicBezTo>
                  <a:cubicBezTo>
                    <a:pt x="4575" y="8576"/>
                    <a:pt x="4296" y="8435"/>
                    <a:pt x="4115" y="8258"/>
                  </a:cubicBezTo>
                  <a:lnTo>
                    <a:pt x="4115" y="7732"/>
                  </a:lnTo>
                  <a:cubicBezTo>
                    <a:pt x="4533" y="7933"/>
                    <a:pt x="4986" y="8034"/>
                    <a:pt x="5438" y="8034"/>
                  </a:cubicBezTo>
                  <a:cubicBezTo>
                    <a:pt x="5890" y="8034"/>
                    <a:pt x="6342" y="7933"/>
                    <a:pt x="6759" y="7732"/>
                  </a:cubicBezTo>
                  <a:close/>
                  <a:moveTo>
                    <a:pt x="3333" y="0"/>
                  </a:moveTo>
                  <a:cubicBezTo>
                    <a:pt x="2941" y="0"/>
                    <a:pt x="2597" y="268"/>
                    <a:pt x="2503" y="648"/>
                  </a:cubicBezTo>
                  <a:lnTo>
                    <a:pt x="1971" y="2767"/>
                  </a:lnTo>
                  <a:cubicBezTo>
                    <a:pt x="1967" y="2785"/>
                    <a:pt x="1964" y="2800"/>
                    <a:pt x="1967" y="2818"/>
                  </a:cubicBezTo>
                  <a:lnTo>
                    <a:pt x="1967" y="3998"/>
                  </a:lnTo>
                  <a:cubicBezTo>
                    <a:pt x="1648" y="4147"/>
                    <a:pt x="1475" y="4495"/>
                    <a:pt x="1551" y="4835"/>
                  </a:cubicBezTo>
                  <a:cubicBezTo>
                    <a:pt x="1623" y="5173"/>
                    <a:pt x="1923" y="5418"/>
                    <a:pt x="2271" y="5418"/>
                  </a:cubicBezTo>
                  <a:cubicBezTo>
                    <a:pt x="2274" y="5418"/>
                    <a:pt x="2276" y="5418"/>
                    <a:pt x="2279" y="5418"/>
                  </a:cubicBezTo>
                  <a:lnTo>
                    <a:pt x="2431" y="5418"/>
                  </a:lnTo>
                  <a:cubicBezTo>
                    <a:pt x="2550" y="6258"/>
                    <a:pt x="3014" y="7008"/>
                    <a:pt x="3709" y="7493"/>
                  </a:cubicBezTo>
                  <a:lnTo>
                    <a:pt x="3709" y="8069"/>
                  </a:lnTo>
                  <a:lnTo>
                    <a:pt x="3698" y="8069"/>
                  </a:lnTo>
                  <a:cubicBezTo>
                    <a:pt x="3553" y="8077"/>
                    <a:pt x="3419" y="8149"/>
                    <a:pt x="3329" y="8268"/>
                  </a:cubicBezTo>
                  <a:lnTo>
                    <a:pt x="2742" y="9051"/>
                  </a:lnTo>
                  <a:lnTo>
                    <a:pt x="1087" y="9540"/>
                  </a:lnTo>
                  <a:cubicBezTo>
                    <a:pt x="446" y="9728"/>
                    <a:pt x="4" y="10318"/>
                    <a:pt x="1" y="10988"/>
                  </a:cubicBezTo>
                  <a:lnTo>
                    <a:pt x="1" y="13716"/>
                  </a:lnTo>
                  <a:cubicBezTo>
                    <a:pt x="1" y="13850"/>
                    <a:pt x="103" y="13917"/>
                    <a:pt x="205" y="13917"/>
                  </a:cubicBezTo>
                  <a:cubicBezTo>
                    <a:pt x="307" y="13917"/>
                    <a:pt x="410" y="13850"/>
                    <a:pt x="410" y="13716"/>
                  </a:cubicBezTo>
                  <a:lnTo>
                    <a:pt x="410" y="10988"/>
                  </a:lnTo>
                  <a:cubicBezTo>
                    <a:pt x="410" y="10499"/>
                    <a:pt x="732" y="10072"/>
                    <a:pt x="1203" y="9931"/>
                  </a:cubicBezTo>
                  <a:lnTo>
                    <a:pt x="2865" y="9442"/>
                  </a:lnTo>
                  <a:cubicBezTo>
                    <a:pt x="3097" y="9677"/>
                    <a:pt x="3369" y="9877"/>
                    <a:pt x="3669" y="10025"/>
                  </a:cubicBezTo>
                  <a:lnTo>
                    <a:pt x="2822" y="10025"/>
                  </a:lnTo>
                  <a:cubicBezTo>
                    <a:pt x="2228" y="10025"/>
                    <a:pt x="1746" y="10507"/>
                    <a:pt x="1746" y="11101"/>
                  </a:cubicBezTo>
                  <a:cubicBezTo>
                    <a:pt x="1746" y="11236"/>
                    <a:pt x="1849" y="11304"/>
                    <a:pt x="1951" y="11304"/>
                  </a:cubicBezTo>
                  <a:cubicBezTo>
                    <a:pt x="2053" y="11304"/>
                    <a:pt x="2155" y="11236"/>
                    <a:pt x="2155" y="11101"/>
                  </a:cubicBezTo>
                  <a:cubicBezTo>
                    <a:pt x="2155" y="10731"/>
                    <a:pt x="2452" y="10434"/>
                    <a:pt x="2822" y="10434"/>
                  </a:cubicBezTo>
                  <a:lnTo>
                    <a:pt x="5437" y="10434"/>
                  </a:lnTo>
                  <a:cubicBezTo>
                    <a:pt x="6458" y="10434"/>
                    <a:pt x="7403" y="10065"/>
                    <a:pt x="8012" y="9442"/>
                  </a:cubicBezTo>
                  <a:lnTo>
                    <a:pt x="9671" y="9931"/>
                  </a:lnTo>
                  <a:cubicBezTo>
                    <a:pt x="10141" y="10072"/>
                    <a:pt x="10460" y="10499"/>
                    <a:pt x="10464" y="10988"/>
                  </a:cubicBezTo>
                  <a:lnTo>
                    <a:pt x="10464" y="13716"/>
                  </a:lnTo>
                  <a:cubicBezTo>
                    <a:pt x="10464" y="13850"/>
                    <a:pt x="10566" y="13917"/>
                    <a:pt x="10668" y="13917"/>
                  </a:cubicBezTo>
                  <a:cubicBezTo>
                    <a:pt x="10771" y="13917"/>
                    <a:pt x="10873" y="13850"/>
                    <a:pt x="10873" y="13716"/>
                  </a:cubicBezTo>
                  <a:lnTo>
                    <a:pt x="10873" y="10988"/>
                  </a:lnTo>
                  <a:cubicBezTo>
                    <a:pt x="10869" y="10322"/>
                    <a:pt x="10431" y="9732"/>
                    <a:pt x="9790" y="9540"/>
                  </a:cubicBezTo>
                  <a:lnTo>
                    <a:pt x="8135" y="9051"/>
                  </a:lnTo>
                  <a:lnTo>
                    <a:pt x="7548" y="8265"/>
                  </a:lnTo>
                  <a:cubicBezTo>
                    <a:pt x="7458" y="8149"/>
                    <a:pt x="7324" y="8077"/>
                    <a:pt x="7179" y="8069"/>
                  </a:cubicBezTo>
                  <a:lnTo>
                    <a:pt x="7168" y="8069"/>
                  </a:lnTo>
                  <a:lnTo>
                    <a:pt x="7168" y="7493"/>
                  </a:lnTo>
                  <a:cubicBezTo>
                    <a:pt x="7863" y="7012"/>
                    <a:pt x="8327" y="6258"/>
                    <a:pt x="8446" y="5418"/>
                  </a:cubicBezTo>
                  <a:lnTo>
                    <a:pt x="8570" y="5418"/>
                  </a:lnTo>
                  <a:cubicBezTo>
                    <a:pt x="8964" y="5418"/>
                    <a:pt x="9305" y="5125"/>
                    <a:pt x="9345" y="4748"/>
                  </a:cubicBezTo>
                  <a:cubicBezTo>
                    <a:pt x="9377" y="4429"/>
                    <a:pt x="9203" y="4125"/>
                    <a:pt x="8914" y="3991"/>
                  </a:cubicBezTo>
                  <a:lnTo>
                    <a:pt x="8914" y="2818"/>
                  </a:lnTo>
                  <a:cubicBezTo>
                    <a:pt x="8914" y="2803"/>
                    <a:pt x="8910" y="2785"/>
                    <a:pt x="8906" y="2771"/>
                  </a:cubicBezTo>
                  <a:lnTo>
                    <a:pt x="8378" y="648"/>
                  </a:lnTo>
                  <a:cubicBezTo>
                    <a:pt x="8280" y="268"/>
                    <a:pt x="7936" y="0"/>
                    <a:pt x="75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88"/>
            <p:cNvSpPr/>
            <p:nvPr/>
          </p:nvSpPr>
          <p:spPr>
            <a:xfrm>
              <a:off x="5001041" y="2074929"/>
              <a:ext cx="25746" cy="10671"/>
            </a:xfrm>
            <a:custGeom>
              <a:rect b="b" l="l" r="r" t="t"/>
              <a:pathLst>
                <a:path extrusionOk="0" h="407" w="982">
                  <a:moveTo>
                    <a:pt x="272" y="1"/>
                  </a:moveTo>
                  <a:cubicBezTo>
                    <a:pt x="0" y="1"/>
                    <a:pt x="0" y="406"/>
                    <a:pt x="272" y="406"/>
                  </a:cubicBezTo>
                  <a:lnTo>
                    <a:pt x="710" y="406"/>
                  </a:lnTo>
                  <a:cubicBezTo>
                    <a:pt x="982" y="406"/>
                    <a:pt x="982"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88"/>
            <p:cNvSpPr/>
            <p:nvPr/>
          </p:nvSpPr>
          <p:spPr>
            <a:xfrm>
              <a:off x="5069678" y="2074929"/>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88"/>
            <p:cNvSpPr/>
            <p:nvPr/>
          </p:nvSpPr>
          <p:spPr>
            <a:xfrm>
              <a:off x="4951464" y="2292010"/>
              <a:ext cx="10671" cy="56368"/>
            </a:xfrm>
            <a:custGeom>
              <a:rect b="b" l="l" r="r" t="t"/>
              <a:pathLst>
                <a:path extrusionOk="0" h="2150" w="407">
                  <a:moveTo>
                    <a:pt x="204" y="0"/>
                  </a:moveTo>
                  <a:cubicBezTo>
                    <a:pt x="91" y="0"/>
                    <a:pt x="1" y="91"/>
                    <a:pt x="1" y="203"/>
                  </a:cubicBezTo>
                  <a:lnTo>
                    <a:pt x="1" y="1949"/>
                  </a:lnTo>
                  <a:cubicBezTo>
                    <a:pt x="1" y="2083"/>
                    <a:pt x="102" y="2150"/>
                    <a:pt x="204" y="2150"/>
                  </a:cubicBezTo>
                  <a:cubicBezTo>
                    <a:pt x="305" y="2150"/>
                    <a:pt x="406" y="2083"/>
                    <a:pt x="406" y="1949"/>
                  </a:cubicBezTo>
                  <a:lnTo>
                    <a:pt x="406" y="206"/>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88"/>
            <p:cNvSpPr/>
            <p:nvPr/>
          </p:nvSpPr>
          <p:spPr>
            <a:xfrm>
              <a:off x="4972647" y="2274916"/>
              <a:ext cx="12453" cy="10671"/>
            </a:xfrm>
            <a:custGeom>
              <a:rect b="b" l="l" r="r" t="t"/>
              <a:pathLst>
                <a:path extrusionOk="0" h="407"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88"/>
            <p:cNvSpPr/>
            <p:nvPr/>
          </p:nvSpPr>
          <p:spPr>
            <a:xfrm>
              <a:off x="5109765" y="2274916"/>
              <a:ext cx="12453" cy="10671"/>
            </a:xfrm>
            <a:custGeom>
              <a:rect b="b" l="l" r="r" t="t"/>
              <a:pathLst>
                <a:path extrusionOk="0" h="407"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88"/>
            <p:cNvSpPr/>
            <p:nvPr/>
          </p:nvSpPr>
          <p:spPr>
            <a:xfrm>
              <a:off x="5109765" y="2303493"/>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88"/>
            <p:cNvSpPr/>
            <p:nvPr/>
          </p:nvSpPr>
          <p:spPr>
            <a:xfrm>
              <a:off x="4972647" y="2303493"/>
              <a:ext cx="12453" cy="10697"/>
            </a:xfrm>
            <a:custGeom>
              <a:rect b="b" l="l" r="r" t="t"/>
              <a:pathLst>
                <a:path extrusionOk="0" h="408"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88"/>
            <p:cNvSpPr/>
            <p:nvPr/>
          </p:nvSpPr>
          <p:spPr>
            <a:xfrm>
              <a:off x="5109765" y="2332070"/>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88"/>
            <p:cNvSpPr/>
            <p:nvPr/>
          </p:nvSpPr>
          <p:spPr>
            <a:xfrm>
              <a:off x="4972647" y="2332070"/>
              <a:ext cx="12453" cy="10697"/>
            </a:xfrm>
            <a:custGeom>
              <a:rect b="b" l="l" r="r" t="t"/>
              <a:pathLst>
                <a:path extrusionOk="0" h="408"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3" name="Google Shape;18383;p88"/>
          <p:cNvGrpSpPr/>
          <p:nvPr/>
        </p:nvGrpSpPr>
        <p:grpSpPr>
          <a:xfrm>
            <a:off x="5811555" y="2894750"/>
            <a:ext cx="273684" cy="365052"/>
            <a:chOff x="5811555" y="2894750"/>
            <a:chExt cx="273684" cy="365052"/>
          </a:xfrm>
        </p:grpSpPr>
        <p:sp>
          <p:nvSpPr>
            <p:cNvPr id="18384" name="Google Shape;18384;p88"/>
            <p:cNvSpPr/>
            <p:nvPr/>
          </p:nvSpPr>
          <p:spPr>
            <a:xfrm>
              <a:off x="5817165" y="3157004"/>
              <a:ext cx="262830" cy="97450"/>
            </a:xfrm>
            <a:custGeom>
              <a:rect b="b" l="l" r="r" t="t"/>
              <a:pathLst>
                <a:path extrusionOk="0" h="3717" w="10025">
                  <a:moveTo>
                    <a:pt x="3118" y="1"/>
                  </a:moveTo>
                  <a:lnTo>
                    <a:pt x="873" y="794"/>
                  </a:lnTo>
                  <a:cubicBezTo>
                    <a:pt x="348" y="979"/>
                    <a:pt x="0" y="1475"/>
                    <a:pt x="0" y="2029"/>
                  </a:cubicBezTo>
                  <a:lnTo>
                    <a:pt x="0" y="3717"/>
                  </a:lnTo>
                  <a:lnTo>
                    <a:pt x="10025" y="3717"/>
                  </a:lnTo>
                  <a:lnTo>
                    <a:pt x="10025" y="2029"/>
                  </a:lnTo>
                  <a:cubicBezTo>
                    <a:pt x="10025" y="1475"/>
                    <a:pt x="9674" y="979"/>
                    <a:pt x="9149" y="794"/>
                  </a:cubicBezTo>
                  <a:lnTo>
                    <a:pt x="6899"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88"/>
            <p:cNvSpPr/>
            <p:nvPr/>
          </p:nvSpPr>
          <p:spPr>
            <a:xfrm>
              <a:off x="5867765" y="3157004"/>
              <a:ext cx="161526" cy="81484"/>
            </a:xfrm>
            <a:custGeom>
              <a:rect b="b" l="l" r="r" t="t"/>
              <a:pathLst>
                <a:path extrusionOk="0" h="3108" w="6161">
                  <a:moveTo>
                    <a:pt x="1192" y="1"/>
                  </a:moveTo>
                  <a:lnTo>
                    <a:pt x="0" y="421"/>
                  </a:lnTo>
                  <a:cubicBezTo>
                    <a:pt x="15" y="1019"/>
                    <a:pt x="138" y="1612"/>
                    <a:pt x="363" y="2167"/>
                  </a:cubicBezTo>
                  <a:cubicBezTo>
                    <a:pt x="603" y="2745"/>
                    <a:pt x="1167" y="3107"/>
                    <a:pt x="1773" y="3107"/>
                  </a:cubicBezTo>
                  <a:cubicBezTo>
                    <a:pt x="1896" y="3107"/>
                    <a:pt x="2020" y="3092"/>
                    <a:pt x="2144" y="3061"/>
                  </a:cubicBezTo>
                  <a:lnTo>
                    <a:pt x="2141" y="3061"/>
                  </a:lnTo>
                  <a:lnTo>
                    <a:pt x="3028" y="2840"/>
                  </a:lnTo>
                  <a:cubicBezTo>
                    <a:pt x="3043" y="2833"/>
                    <a:pt x="3061" y="2833"/>
                    <a:pt x="3079" y="2833"/>
                  </a:cubicBezTo>
                  <a:cubicBezTo>
                    <a:pt x="3097" y="2833"/>
                    <a:pt x="3115" y="2833"/>
                    <a:pt x="3133" y="2840"/>
                  </a:cubicBezTo>
                  <a:lnTo>
                    <a:pt x="4021" y="3061"/>
                  </a:lnTo>
                  <a:cubicBezTo>
                    <a:pt x="4144" y="3092"/>
                    <a:pt x="4268" y="3107"/>
                    <a:pt x="4391" y="3107"/>
                  </a:cubicBezTo>
                  <a:cubicBezTo>
                    <a:pt x="4994" y="3107"/>
                    <a:pt x="5558" y="2745"/>
                    <a:pt x="5799" y="2167"/>
                  </a:cubicBezTo>
                  <a:cubicBezTo>
                    <a:pt x="6027" y="1612"/>
                    <a:pt x="6150" y="1019"/>
                    <a:pt x="6161" y="421"/>
                  </a:cubicBezTo>
                  <a:lnTo>
                    <a:pt x="497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88"/>
            <p:cNvSpPr/>
            <p:nvPr/>
          </p:nvSpPr>
          <p:spPr>
            <a:xfrm>
              <a:off x="5883915" y="3140775"/>
              <a:ext cx="129252" cy="80566"/>
            </a:xfrm>
            <a:custGeom>
              <a:rect b="b" l="l" r="r" t="t"/>
              <a:pathLst>
                <a:path extrusionOk="0" h="3073" w="4930">
                  <a:moveTo>
                    <a:pt x="1155" y="1"/>
                  </a:moveTo>
                  <a:lnTo>
                    <a:pt x="333" y="279"/>
                  </a:lnTo>
                  <a:cubicBezTo>
                    <a:pt x="167" y="341"/>
                    <a:pt x="51" y="493"/>
                    <a:pt x="40" y="671"/>
                  </a:cubicBezTo>
                  <a:cubicBezTo>
                    <a:pt x="0" y="1304"/>
                    <a:pt x="105" y="1942"/>
                    <a:pt x="348" y="2532"/>
                  </a:cubicBezTo>
                  <a:cubicBezTo>
                    <a:pt x="486" y="2864"/>
                    <a:pt x="808" y="3072"/>
                    <a:pt x="1155" y="3072"/>
                  </a:cubicBezTo>
                  <a:cubicBezTo>
                    <a:pt x="1224" y="3072"/>
                    <a:pt x="1295" y="3064"/>
                    <a:pt x="1365" y="3046"/>
                  </a:cubicBezTo>
                  <a:lnTo>
                    <a:pt x="2253" y="2825"/>
                  </a:lnTo>
                  <a:cubicBezTo>
                    <a:pt x="2322" y="2807"/>
                    <a:pt x="2393" y="2798"/>
                    <a:pt x="2465" y="2798"/>
                  </a:cubicBezTo>
                  <a:cubicBezTo>
                    <a:pt x="2536" y="2798"/>
                    <a:pt x="2608" y="2807"/>
                    <a:pt x="2677" y="2825"/>
                  </a:cubicBezTo>
                  <a:lnTo>
                    <a:pt x="3564" y="3046"/>
                  </a:lnTo>
                  <a:cubicBezTo>
                    <a:pt x="3634" y="3064"/>
                    <a:pt x="3705" y="3072"/>
                    <a:pt x="3775" y="3072"/>
                  </a:cubicBezTo>
                  <a:cubicBezTo>
                    <a:pt x="4121" y="3072"/>
                    <a:pt x="4443" y="2864"/>
                    <a:pt x="4582" y="2532"/>
                  </a:cubicBezTo>
                  <a:cubicBezTo>
                    <a:pt x="4824" y="1942"/>
                    <a:pt x="4929" y="1304"/>
                    <a:pt x="4889" y="671"/>
                  </a:cubicBezTo>
                  <a:cubicBezTo>
                    <a:pt x="4879" y="493"/>
                    <a:pt x="4763" y="341"/>
                    <a:pt x="4596" y="279"/>
                  </a:cubicBezTo>
                  <a:lnTo>
                    <a:pt x="377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88"/>
            <p:cNvSpPr/>
            <p:nvPr/>
          </p:nvSpPr>
          <p:spPr>
            <a:xfrm>
              <a:off x="5914196" y="3111726"/>
              <a:ext cx="68585" cy="79963"/>
            </a:xfrm>
            <a:custGeom>
              <a:rect b="b" l="l" r="r" t="t"/>
              <a:pathLst>
                <a:path extrusionOk="0" h="3050" w="2616">
                  <a:moveTo>
                    <a:pt x="0" y="0"/>
                  </a:moveTo>
                  <a:lnTo>
                    <a:pt x="0" y="1742"/>
                  </a:lnTo>
                  <a:cubicBezTo>
                    <a:pt x="0" y="2463"/>
                    <a:pt x="587" y="3050"/>
                    <a:pt x="1308" y="3050"/>
                  </a:cubicBezTo>
                  <a:cubicBezTo>
                    <a:pt x="2032" y="3050"/>
                    <a:pt x="2615" y="2463"/>
                    <a:pt x="2615" y="1742"/>
                  </a:cubicBezTo>
                  <a:lnTo>
                    <a:pt x="261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88"/>
            <p:cNvSpPr/>
            <p:nvPr/>
          </p:nvSpPr>
          <p:spPr>
            <a:xfrm>
              <a:off x="5914196" y="3111621"/>
              <a:ext cx="68585" cy="34319"/>
            </a:xfrm>
            <a:custGeom>
              <a:rect b="b" l="l" r="r" t="t"/>
              <a:pathLst>
                <a:path extrusionOk="0" h="1309" w="2616">
                  <a:moveTo>
                    <a:pt x="0" y="1"/>
                  </a:moveTo>
                  <a:lnTo>
                    <a:pt x="0" y="1029"/>
                  </a:lnTo>
                  <a:cubicBezTo>
                    <a:pt x="417" y="1216"/>
                    <a:pt x="862" y="1309"/>
                    <a:pt x="1308" y="1309"/>
                  </a:cubicBezTo>
                  <a:cubicBezTo>
                    <a:pt x="1753" y="1309"/>
                    <a:pt x="2199" y="1216"/>
                    <a:pt x="2615" y="1029"/>
                  </a:cubicBezTo>
                  <a:lnTo>
                    <a:pt x="2615"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88"/>
            <p:cNvSpPr/>
            <p:nvPr/>
          </p:nvSpPr>
          <p:spPr>
            <a:xfrm>
              <a:off x="5914091" y="2900177"/>
              <a:ext cx="68690" cy="45776"/>
            </a:xfrm>
            <a:custGeom>
              <a:rect b="b" l="l" r="r" t="t"/>
              <a:pathLst>
                <a:path extrusionOk="0" h="1746" w="2620">
                  <a:moveTo>
                    <a:pt x="874" y="0"/>
                  </a:moveTo>
                  <a:cubicBezTo>
                    <a:pt x="392" y="0"/>
                    <a:pt x="1" y="391"/>
                    <a:pt x="1" y="873"/>
                  </a:cubicBezTo>
                  <a:cubicBezTo>
                    <a:pt x="1" y="1355"/>
                    <a:pt x="392" y="1746"/>
                    <a:pt x="874" y="1746"/>
                  </a:cubicBezTo>
                  <a:lnTo>
                    <a:pt x="1746" y="1746"/>
                  </a:lnTo>
                  <a:cubicBezTo>
                    <a:pt x="2228" y="1746"/>
                    <a:pt x="2619" y="1355"/>
                    <a:pt x="2619" y="873"/>
                  </a:cubicBezTo>
                  <a:cubicBezTo>
                    <a:pt x="2619" y="391"/>
                    <a:pt x="2228"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88"/>
            <p:cNvSpPr/>
            <p:nvPr/>
          </p:nvSpPr>
          <p:spPr>
            <a:xfrm>
              <a:off x="5845638" y="2934443"/>
              <a:ext cx="205703" cy="137222"/>
            </a:xfrm>
            <a:custGeom>
              <a:rect b="b" l="l" r="r" t="t"/>
              <a:pathLst>
                <a:path extrusionOk="0" h="5234" w="7846">
                  <a:moveTo>
                    <a:pt x="2615" y="1"/>
                  </a:moveTo>
                  <a:cubicBezTo>
                    <a:pt x="1170" y="1"/>
                    <a:pt x="1" y="1174"/>
                    <a:pt x="1" y="2619"/>
                  </a:cubicBezTo>
                  <a:cubicBezTo>
                    <a:pt x="1" y="4060"/>
                    <a:pt x="1170" y="5234"/>
                    <a:pt x="2615" y="5234"/>
                  </a:cubicBezTo>
                  <a:lnTo>
                    <a:pt x="5230" y="5234"/>
                  </a:lnTo>
                  <a:cubicBezTo>
                    <a:pt x="6675" y="5234"/>
                    <a:pt x="7845" y="4060"/>
                    <a:pt x="7845" y="2619"/>
                  </a:cubicBezTo>
                  <a:cubicBezTo>
                    <a:pt x="7845" y="1174"/>
                    <a:pt x="6675" y="1"/>
                    <a:pt x="5230"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88"/>
            <p:cNvSpPr/>
            <p:nvPr/>
          </p:nvSpPr>
          <p:spPr>
            <a:xfrm>
              <a:off x="5862836" y="2963020"/>
              <a:ext cx="171410" cy="102956"/>
            </a:xfrm>
            <a:custGeom>
              <a:rect b="b" l="l" r="r" t="t"/>
              <a:pathLst>
                <a:path extrusionOk="0" h="3927" w="6538">
                  <a:moveTo>
                    <a:pt x="1959" y="1"/>
                  </a:moveTo>
                  <a:cubicBezTo>
                    <a:pt x="877" y="1"/>
                    <a:pt x="0" y="881"/>
                    <a:pt x="0" y="1964"/>
                  </a:cubicBezTo>
                  <a:cubicBezTo>
                    <a:pt x="0" y="3047"/>
                    <a:pt x="877" y="3923"/>
                    <a:pt x="1959" y="3927"/>
                  </a:cubicBezTo>
                  <a:lnTo>
                    <a:pt x="4574" y="3927"/>
                  </a:lnTo>
                  <a:cubicBezTo>
                    <a:pt x="5657" y="3927"/>
                    <a:pt x="6537" y="3047"/>
                    <a:pt x="6537" y="1964"/>
                  </a:cubicBezTo>
                  <a:cubicBezTo>
                    <a:pt x="6537" y="881"/>
                    <a:pt x="5657" y="1"/>
                    <a:pt x="457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88"/>
            <p:cNvSpPr/>
            <p:nvPr/>
          </p:nvSpPr>
          <p:spPr>
            <a:xfrm>
              <a:off x="5850593" y="2980219"/>
              <a:ext cx="196448" cy="148627"/>
            </a:xfrm>
            <a:custGeom>
              <a:rect b="b" l="l" r="r" t="t"/>
              <a:pathLst>
                <a:path extrusionOk="0" h="5669" w="7493">
                  <a:moveTo>
                    <a:pt x="2426" y="0"/>
                  </a:moveTo>
                  <a:cubicBezTo>
                    <a:pt x="1706" y="0"/>
                    <a:pt x="1119" y="583"/>
                    <a:pt x="1119" y="1308"/>
                  </a:cubicBezTo>
                  <a:lnTo>
                    <a:pt x="1119" y="1666"/>
                  </a:lnTo>
                  <a:cubicBezTo>
                    <a:pt x="1119" y="1829"/>
                    <a:pt x="985" y="1960"/>
                    <a:pt x="822" y="1960"/>
                  </a:cubicBezTo>
                  <a:lnTo>
                    <a:pt x="605" y="1960"/>
                  </a:lnTo>
                  <a:cubicBezTo>
                    <a:pt x="322" y="1960"/>
                    <a:pt x="61" y="2166"/>
                    <a:pt x="32" y="2448"/>
                  </a:cubicBezTo>
                  <a:cubicBezTo>
                    <a:pt x="0" y="2769"/>
                    <a:pt x="250" y="3050"/>
                    <a:pt x="570" y="3050"/>
                  </a:cubicBezTo>
                  <a:cubicBezTo>
                    <a:pt x="572" y="3050"/>
                    <a:pt x="574" y="3050"/>
                    <a:pt x="576" y="3050"/>
                  </a:cubicBezTo>
                  <a:lnTo>
                    <a:pt x="913" y="3050"/>
                  </a:lnTo>
                  <a:cubicBezTo>
                    <a:pt x="1025" y="4527"/>
                    <a:pt x="2256" y="5668"/>
                    <a:pt x="3738" y="5668"/>
                  </a:cubicBezTo>
                  <a:cubicBezTo>
                    <a:pt x="5219" y="5668"/>
                    <a:pt x="6447" y="4527"/>
                    <a:pt x="6559" y="3050"/>
                  </a:cubicBezTo>
                  <a:lnTo>
                    <a:pt x="6914" y="3050"/>
                  </a:lnTo>
                  <a:cubicBezTo>
                    <a:pt x="6916" y="3050"/>
                    <a:pt x="6918" y="3050"/>
                    <a:pt x="6920" y="3050"/>
                  </a:cubicBezTo>
                  <a:cubicBezTo>
                    <a:pt x="7243" y="3050"/>
                    <a:pt x="7493" y="2769"/>
                    <a:pt x="7457" y="2448"/>
                  </a:cubicBezTo>
                  <a:cubicBezTo>
                    <a:pt x="7428" y="2166"/>
                    <a:pt x="7167" y="1960"/>
                    <a:pt x="6881" y="1960"/>
                  </a:cubicBezTo>
                  <a:lnTo>
                    <a:pt x="6646" y="1960"/>
                  </a:lnTo>
                  <a:cubicBezTo>
                    <a:pt x="6483" y="1960"/>
                    <a:pt x="6349" y="1829"/>
                    <a:pt x="6349" y="1666"/>
                  </a:cubicBezTo>
                  <a:lnTo>
                    <a:pt x="6349" y="1308"/>
                  </a:lnTo>
                  <a:cubicBezTo>
                    <a:pt x="6349" y="583"/>
                    <a:pt x="5766" y="0"/>
                    <a:pt x="504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88"/>
            <p:cNvSpPr/>
            <p:nvPr/>
          </p:nvSpPr>
          <p:spPr>
            <a:xfrm>
              <a:off x="5850383" y="2980219"/>
              <a:ext cx="138088" cy="148653"/>
            </a:xfrm>
            <a:custGeom>
              <a:rect b="b" l="l" r="r" t="t"/>
              <a:pathLst>
                <a:path extrusionOk="0" h="5670" w="5267">
                  <a:moveTo>
                    <a:pt x="2434" y="0"/>
                  </a:moveTo>
                  <a:cubicBezTo>
                    <a:pt x="1714" y="0"/>
                    <a:pt x="1127" y="583"/>
                    <a:pt x="1127" y="1308"/>
                  </a:cubicBezTo>
                  <a:lnTo>
                    <a:pt x="1127" y="1666"/>
                  </a:lnTo>
                  <a:cubicBezTo>
                    <a:pt x="1127" y="1833"/>
                    <a:pt x="768" y="1960"/>
                    <a:pt x="605" y="1963"/>
                  </a:cubicBezTo>
                  <a:cubicBezTo>
                    <a:pt x="319" y="1963"/>
                    <a:pt x="66" y="2170"/>
                    <a:pt x="37" y="2448"/>
                  </a:cubicBezTo>
                  <a:cubicBezTo>
                    <a:pt x="1" y="2769"/>
                    <a:pt x="251" y="3050"/>
                    <a:pt x="574" y="3050"/>
                  </a:cubicBezTo>
                  <a:cubicBezTo>
                    <a:pt x="576" y="3050"/>
                    <a:pt x="578" y="3050"/>
                    <a:pt x="580" y="3050"/>
                  </a:cubicBezTo>
                  <a:lnTo>
                    <a:pt x="921" y="3050"/>
                  </a:lnTo>
                  <a:cubicBezTo>
                    <a:pt x="1026" y="4545"/>
                    <a:pt x="2274" y="5670"/>
                    <a:pt x="3722" y="5670"/>
                  </a:cubicBezTo>
                  <a:cubicBezTo>
                    <a:pt x="3873" y="5670"/>
                    <a:pt x="4026" y="5657"/>
                    <a:pt x="4180" y="5632"/>
                  </a:cubicBezTo>
                  <a:cubicBezTo>
                    <a:pt x="2800" y="5418"/>
                    <a:pt x="1783" y="4230"/>
                    <a:pt x="1783" y="2836"/>
                  </a:cubicBezTo>
                  <a:lnTo>
                    <a:pt x="1783" y="1746"/>
                  </a:lnTo>
                  <a:cubicBezTo>
                    <a:pt x="1783" y="1145"/>
                    <a:pt x="2268" y="656"/>
                    <a:pt x="2873" y="656"/>
                  </a:cubicBezTo>
                  <a:lnTo>
                    <a:pt x="4618" y="656"/>
                  </a:lnTo>
                  <a:cubicBezTo>
                    <a:pt x="4970" y="652"/>
                    <a:pt x="5256" y="377"/>
                    <a:pt x="5267" y="29"/>
                  </a:cubicBezTo>
                  <a:lnTo>
                    <a:pt x="5267" y="22"/>
                  </a:lnTo>
                  <a:cubicBezTo>
                    <a:pt x="5194" y="7"/>
                    <a:pt x="5122" y="0"/>
                    <a:pt x="504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88"/>
            <p:cNvSpPr/>
            <p:nvPr/>
          </p:nvSpPr>
          <p:spPr>
            <a:xfrm>
              <a:off x="5886956" y="3020096"/>
              <a:ext cx="54611" cy="31540"/>
            </a:xfrm>
            <a:custGeom>
              <a:rect b="b" l="l" r="r" t="t"/>
              <a:pathLst>
                <a:path extrusionOk="0" h="1203" w="2083">
                  <a:moveTo>
                    <a:pt x="1039" y="0"/>
                  </a:moveTo>
                  <a:cubicBezTo>
                    <a:pt x="420" y="0"/>
                    <a:pt x="0" y="631"/>
                    <a:pt x="232" y="1203"/>
                  </a:cubicBezTo>
                  <a:cubicBezTo>
                    <a:pt x="366" y="873"/>
                    <a:pt x="685" y="659"/>
                    <a:pt x="1039" y="659"/>
                  </a:cubicBezTo>
                  <a:cubicBezTo>
                    <a:pt x="1394" y="659"/>
                    <a:pt x="1713" y="873"/>
                    <a:pt x="1847" y="1203"/>
                  </a:cubicBezTo>
                  <a:cubicBezTo>
                    <a:pt x="2082" y="631"/>
                    <a:pt x="1659" y="0"/>
                    <a:pt x="103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88"/>
            <p:cNvSpPr/>
            <p:nvPr/>
          </p:nvSpPr>
          <p:spPr>
            <a:xfrm>
              <a:off x="5955489" y="3020096"/>
              <a:ext cx="54637" cy="31540"/>
            </a:xfrm>
            <a:custGeom>
              <a:rect b="b" l="l" r="r" t="t"/>
              <a:pathLst>
                <a:path extrusionOk="0" h="1203" w="2084">
                  <a:moveTo>
                    <a:pt x="1040" y="0"/>
                  </a:moveTo>
                  <a:cubicBezTo>
                    <a:pt x="421" y="0"/>
                    <a:pt x="1" y="631"/>
                    <a:pt x="233" y="1203"/>
                  </a:cubicBezTo>
                  <a:cubicBezTo>
                    <a:pt x="367" y="873"/>
                    <a:pt x="685" y="659"/>
                    <a:pt x="1040" y="659"/>
                  </a:cubicBezTo>
                  <a:cubicBezTo>
                    <a:pt x="1395" y="659"/>
                    <a:pt x="1714" y="873"/>
                    <a:pt x="1848" y="1203"/>
                  </a:cubicBezTo>
                  <a:cubicBezTo>
                    <a:pt x="2083" y="631"/>
                    <a:pt x="1660" y="0"/>
                    <a:pt x="104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88"/>
            <p:cNvSpPr/>
            <p:nvPr/>
          </p:nvSpPr>
          <p:spPr>
            <a:xfrm>
              <a:off x="5811555" y="2894750"/>
              <a:ext cx="273684" cy="365052"/>
            </a:xfrm>
            <a:custGeom>
              <a:rect b="b" l="l" r="r" t="t"/>
              <a:pathLst>
                <a:path extrusionOk="0" h="13924" w="10439">
                  <a:moveTo>
                    <a:pt x="4782" y="414"/>
                  </a:moveTo>
                  <a:cubicBezTo>
                    <a:pt x="4784" y="414"/>
                    <a:pt x="4786" y="414"/>
                    <a:pt x="4788" y="414"/>
                  </a:cubicBezTo>
                  <a:lnTo>
                    <a:pt x="5657" y="414"/>
                  </a:lnTo>
                  <a:cubicBezTo>
                    <a:pt x="6027" y="414"/>
                    <a:pt x="6324" y="711"/>
                    <a:pt x="6324" y="1080"/>
                  </a:cubicBezTo>
                  <a:cubicBezTo>
                    <a:pt x="6324" y="1160"/>
                    <a:pt x="6309" y="1239"/>
                    <a:pt x="6280" y="1312"/>
                  </a:cubicBezTo>
                  <a:lnTo>
                    <a:pt x="4165" y="1312"/>
                  </a:lnTo>
                  <a:cubicBezTo>
                    <a:pt x="4133" y="1239"/>
                    <a:pt x="4118" y="1160"/>
                    <a:pt x="4118" y="1080"/>
                  </a:cubicBezTo>
                  <a:cubicBezTo>
                    <a:pt x="4118" y="713"/>
                    <a:pt x="4415" y="414"/>
                    <a:pt x="4782" y="414"/>
                  </a:cubicBezTo>
                  <a:close/>
                  <a:moveTo>
                    <a:pt x="6530" y="1721"/>
                  </a:moveTo>
                  <a:cubicBezTo>
                    <a:pt x="8272" y="1721"/>
                    <a:pt x="9439" y="3510"/>
                    <a:pt x="8736" y="5107"/>
                  </a:cubicBezTo>
                  <a:cubicBezTo>
                    <a:pt x="8627" y="5046"/>
                    <a:pt x="8508" y="5017"/>
                    <a:pt x="8385" y="5017"/>
                  </a:cubicBezTo>
                  <a:lnTo>
                    <a:pt x="8041" y="5017"/>
                  </a:lnTo>
                  <a:lnTo>
                    <a:pt x="8041" y="4564"/>
                  </a:lnTo>
                  <a:cubicBezTo>
                    <a:pt x="8041" y="3731"/>
                    <a:pt x="7367" y="3054"/>
                    <a:pt x="6530" y="3054"/>
                  </a:cubicBezTo>
                  <a:cubicBezTo>
                    <a:pt x="6259" y="3054"/>
                    <a:pt x="6259" y="3463"/>
                    <a:pt x="6530" y="3463"/>
                  </a:cubicBezTo>
                  <a:cubicBezTo>
                    <a:pt x="7139" y="3463"/>
                    <a:pt x="7635" y="3956"/>
                    <a:pt x="7635" y="4564"/>
                  </a:cubicBezTo>
                  <a:lnTo>
                    <a:pt x="7635" y="5017"/>
                  </a:lnTo>
                  <a:lnTo>
                    <a:pt x="7396" y="5017"/>
                  </a:lnTo>
                  <a:cubicBezTo>
                    <a:pt x="7178" y="4719"/>
                    <a:pt x="6854" y="4576"/>
                    <a:pt x="6531" y="4576"/>
                  </a:cubicBezTo>
                  <a:cubicBezTo>
                    <a:pt x="6126" y="4576"/>
                    <a:pt x="5723" y="4802"/>
                    <a:pt x="5542" y="5230"/>
                  </a:cubicBezTo>
                  <a:lnTo>
                    <a:pt x="4904" y="5230"/>
                  </a:lnTo>
                  <a:cubicBezTo>
                    <a:pt x="4722" y="4802"/>
                    <a:pt x="4320" y="4576"/>
                    <a:pt x="3914" y="4576"/>
                  </a:cubicBezTo>
                  <a:cubicBezTo>
                    <a:pt x="3591" y="4576"/>
                    <a:pt x="3266" y="4719"/>
                    <a:pt x="3046" y="5017"/>
                  </a:cubicBezTo>
                  <a:lnTo>
                    <a:pt x="2811" y="5017"/>
                  </a:lnTo>
                  <a:lnTo>
                    <a:pt x="2811" y="4564"/>
                  </a:lnTo>
                  <a:cubicBezTo>
                    <a:pt x="2811" y="3956"/>
                    <a:pt x="3303" y="3463"/>
                    <a:pt x="3915" y="3463"/>
                  </a:cubicBezTo>
                  <a:lnTo>
                    <a:pt x="5657" y="3463"/>
                  </a:lnTo>
                  <a:cubicBezTo>
                    <a:pt x="5929" y="3463"/>
                    <a:pt x="5929" y="3054"/>
                    <a:pt x="5657" y="3054"/>
                  </a:cubicBezTo>
                  <a:lnTo>
                    <a:pt x="3915" y="3054"/>
                  </a:lnTo>
                  <a:cubicBezTo>
                    <a:pt x="3079" y="3054"/>
                    <a:pt x="2405" y="3731"/>
                    <a:pt x="2402" y="4564"/>
                  </a:cubicBezTo>
                  <a:lnTo>
                    <a:pt x="2402" y="5017"/>
                  </a:lnTo>
                  <a:lnTo>
                    <a:pt x="2061" y="5017"/>
                  </a:lnTo>
                  <a:cubicBezTo>
                    <a:pt x="1938" y="5017"/>
                    <a:pt x="1815" y="5046"/>
                    <a:pt x="1706" y="5107"/>
                  </a:cubicBezTo>
                  <a:cubicBezTo>
                    <a:pt x="1004" y="3510"/>
                    <a:pt x="2170" y="1721"/>
                    <a:pt x="3915" y="1721"/>
                  </a:cubicBezTo>
                  <a:close/>
                  <a:moveTo>
                    <a:pt x="3915" y="4988"/>
                  </a:moveTo>
                  <a:cubicBezTo>
                    <a:pt x="4509" y="4988"/>
                    <a:pt x="4810" y="5708"/>
                    <a:pt x="4386" y="6129"/>
                  </a:cubicBezTo>
                  <a:cubicBezTo>
                    <a:pt x="4250" y="6264"/>
                    <a:pt x="4084" y="6325"/>
                    <a:pt x="3920" y="6325"/>
                  </a:cubicBezTo>
                  <a:cubicBezTo>
                    <a:pt x="3577" y="6325"/>
                    <a:pt x="3249" y="6059"/>
                    <a:pt x="3249" y="5654"/>
                  </a:cubicBezTo>
                  <a:cubicBezTo>
                    <a:pt x="3249" y="5288"/>
                    <a:pt x="3546" y="4988"/>
                    <a:pt x="3915" y="4988"/>
                  </a:cubicBezTo>
                  <a:close/>
                  <a:moveTo>
                    <a:pt x="6530" y="4988"/>
                  </a:moveTo>
                  <a:cubicBezTo>
                    <a:pt x="7128" y="4988"/>
                    <a:pt x="7425" y="5708"/>
                    <a:pt x="7005" y="6129"/>
                  </a:cubicBezTo>
                  <a:cubicBezTo>
                    <a:pt x="6868" y="6264"/>
                    <a:pt x="6700" y="6325"/>
                    <a:pt x="6536" y="6325"/>
                  </a:cubicBezTo>
                  <a:cubicBezTo>
                    <a:pt x="6192" y="6325"/>
                    <a:pt x="5864" y="6059"/>
                    <a:pt x="5864" y="5654"/>
                  </a:cubicBezTo>
                  <a:cubicBezTo>
                    <a:pt x="5864" y="5288"/>
                    <a:pt x="6161" y="4988"/>
                    <a:pt x="6530" y="4988"/>
                  </a:cubicBezTo>
                  <a:close/>
                  <a:moveTo>
                    <a:pt x="8388" y="5426"/>
                  </a:moveTo>
                  <a:cubicBezTo>
                    <a:pt x="8577" y="5426"/>
                    <a:pt x="8729" y="5578"/>
                    <a:pt x="8729" y="5766"/>
                  </a:cubicBezTo>
                  <a:cubicBezTo>
                    <a:pt x="8729" y="5955"/>
                    <a:pt x="8577" y="6110"/>
                    <a:pt x="8388" y="6110"/>
                  </a:cubicBezTo>
                  <a:lnTo>
                    <a:pt x="8265" y="6110"/>
                  </a:lnTo>
                  <a:lnTo>
                    <a:pt x="8265" y="6096"/>
                  </a:lnTo>
                  <a:cubicBezTo>
                    <a:pt x="8265" y="5960"/>
                    <a:pt x="8163" y="5892"/>
                    <a:pt x="8060" y="5892"/>
                  </a:cubicBezTo>
                  <a:cubicBezTo>
                    <a:pt x="7958" y="5892"/>
                    <a:pt x="7856" y="5960"/>
                    <a:pt x="7856" y="6096"/>
                  </a:cubicBezTo>
                  <a:cubicBezTo>
                    <a:pt x="7856" y="7548"/>
                    <a:pt x="6679" y="8725"/>
                    <a:pt x="5227" y="8725"/>
                  </a:cubicBezTo>
                  <a:cubicBezTo>
                    <a:pt x="3774" y="8725"/>
                    <a:pt x="2597" y="7548"/>
                    <a:pt x="2597" y="6096"/>
                  </a:cubicBezTo>
                  <a:lnTo>
                    <a:pt x="2594" y="6096"/>
                  </a:lnTo>
                  <a:cubicBezTo>
                    <a:pt x="2594" y="5960"/>
                    <a:pt x="2492" y="5892"/>
                    <a:pt x="2391" y="5892"/>
                  </a:cubicBezTo>
                  <a:cubicBezTo>
                    <a:pt x="2289" y="5892"/>
                    <a:pt x="2188" y="5960"/>
                    <a:pt x="2188" y="6096"/>
                  </a:cubicBezTo>
                  <a:lnTo>
                    <a:pt x="2188" y="6110"/>
                  </a:lnTo>
                  <a:lnTo>
                    <a:pt x="2065" y="6110"/>
                  </a:lnTo>
                  <a:cubicBezTo>
                    <a:pt x="1876" y="6110"/>
                    <a:pt x="1724" y="5955"/>
                    <a:pt x="1724" y="5766"/>
                  </a:cubicBezTo>
                  <a:cubicBezTo>
                    <a:pt x="1724" y="5578"/>
                    <a:pt x="1876" y="5426"/>
                    <a:pt x="2065" y="5426"/>
                  </a:cubicBezTo>
                  <a:lnTo>
                    <a:pt x="2865" y="5426"/>
                  </a:lnTo>
                  <a:cubicBezTo>
                    <a:pt x="2731" y="6049"/>
                    <a:pt x="3169" y="6650"/>
                    <a:pt x="3803" y="6719"/>
                  </a:cubicBezTo>
                  <a:cubicBezTo>
                    <a:pt x="3843" y="6723"/>
                    <a:pt x="3882" y="6725"/>
                    <a:pt x="3921" y="6725"/>
                  </a:cubicBezTo>
                  <a:cubicBezTo>
                    <a:pt x="4504" y="6725"/>
                    <a:pt x="4991" y="6255"/>
                    <a:pt x="4995" y="5658"/>
                  </a:cubicBezTo>
                  <a:lnTo>
                    <a:pt x="4995" y="5643"/>
                  </a:lnTo>
                  <a:lnTo>
                    <a:pt x="5458" y="5643"/>
                  </a:lnTo>
                  <a:lnTo>
                    <a:pt x="5458" y="5658"/>
                  </a:lnTo>
                  <a:cubicBezTo>
                    <a:pt x="5462" y="6255"/>
                    <a:pt x="5949" y="6725"/>
                    <a:pt x="6532" y="6725"/>
                  </a:cubicBezTo>
                  <a:cubicBezTo>
                    <a:pt x="6571" y="6725"/>
                    <a:pt x="6610" y="6723"/>
                    <a:pt x="6650" y="6719"/>
                  </a:cubicBezTo>
                  <a:cubicBezTo>
                    <a:pt x="7284" y="6650"/>
                    <a:pt x="7718" y="6049"/>
                    <a:pt x="7584" y="5426"/>
                  </a:cubicBezTo>
                  <a:close/>
                  <a:moveTo>
                    <a:pt x="6328" y="8921"/>
                  </a:moveTo>
                  <a:lnTo>
                    <a:pt x="6328" y="10033"/>
                  </a:lnTo>
                  <a:cubicBezTo>
                    <a:pt x="6328" y="10156"/>
                    <a:pt x="6306" y="10283"/>
                    <a:pt x="6262" y="10399"/>
                  </a:cubicBezTo>
                  <a:cubicBezTo>
                    <a:pt x="6206" y="10559"/>
                    <a:pt x="6334" y="10672"/>
                    <a:pt x="6461" y="10672"/>
                  </a:cubicBezTo>
                  <a:cubicBezTo>
                    <a:pt x="6537" y="10672"/>
                    <a:pt x="6612" y="10631"/>
                    <a:pt x="6646" y="10536"/>
                  </a:cubicBezTo>
                  <a:cubicBezTo>
                    <a:pt x="6704" y="10373"/>
                    <a:pt x="6733" y="10203"/>
                    <a:pt x="6733" y="10029"/>
                  </a:cubicBezTo>
                  <a:lnTo>
                    <a:pt x="6733" y="9667"/>
                  </a:lnTo>
                  <a:lnTo>
                    <a:pt x="7287" y="9855"/>
                  </a:lnTo>
                  <a:cubicBezTo>
                    <a:pt x="7378" y="9888"/>
                    <a:pt x="7439" y="9971"/>
                    <a:pt x="7443" y="10065"/>
                  </a:cubicBezTo>
                  <a:cubicBezTo>
                    <a:pt x="7483" y="10670"/>
                    <a:pt x="7381" y="11275"/>
                    <a:pt x="7153" y="11840"/>
                  </a:cubicBezTo>
                  <a:cubicBezTo>
                    <a:pt x="7048" y="12092"/>
                    <a:pt x="6801" y="12252"/>
                    <a:pt x="6536" y="12252"/>
                  </a:cubicBezTo>
                  <a:cubicBezTo>
                    <a:pt x="6482" y="12252"/>
                    <a:pt x="6426" y="12245"/>
                    <a:pt x="6371" y="12231"/>
                  </a:cubicBezTo>
                  <a:lnTo>
                    <a:pt x="5274" y="11956"/>
                  </a:lnTo>
                  <a:cubicBezTo>
                    <a:pt x="5257" y="11952"/>
                    <a:pt x="5240" y="11951"/>
                    <a:pt x="5223" y="11951"/>
                  </a:cubicBezTo>
                  <a:cubicBezTo>
                    <a:pt x="5206" y="11951"/>
                    <a:pt x="5188" y="11952"/>
                    <a:pt x="5172" y="11956"/>
                  </a:cubicBezTo>
                  <a:lnTo>
                    <a:pt x="4075" y="12231"/>
                  </a:lnTo>
                  <a:cubicBezTo>
                    <a:pt x="4020" y="12245"/>
                    <a:pt x="3964" y="12252"/>
                    <a:pt x="3909" y="12252"/>
                  </a:cubicBezTo>
                  <a:cubicBezTo>
                    <a:pt x="3645" y="12252"/>
                    <a:pt x="3398" y="12092"/>
                    <a:pt x="3296" y="11840"/>
                  </a:cubicBezTo>
                  <a:cubicBezTo>
                    <a:pt x="3064" y="11279"/>
                    <a:pt x="2963" y="10670"/>
                    <a:pt x="3003" y="10065"/>
                  </a:cubicBezTo>
                  <a:cubicBezTo>
                    <a:pt x="3006" y="9971"/>
                    <a:pt x="3068" y="9888"/>
                    <a:pt x="3158" y="9859"/>
                  </a:cubicBezTo>
                  <a:lnTo>
                    <a:pt x="3713" y="9671"/>
                  </a:lnTo>
                  <a:lnTo>
                    <a:pt x="3713" y="10033"/>
                  </a:lnTo>
                  <a:cubicBezTo>
                    <a:pt x="3713" y="10920"/>
                    <a:pt x="4443" y="11545"/>
                    <a:pt x="5230" y="11545"/>
                  </a:cubicBezTo>
                  <a:cubicBezTo>
                    <a:pt x="5509" y="11545"/>
                    <a:pt x="5796" y="11467"/>
                    <a:pt x="6059" y="11293"/>
                  </a:cubicBezTo>
                  <a:cubicBezTo>
                    <a:pt x="6245" y="11168"/>
                    <a:pt x="6125" y="10914"/>
                    <a:pt x="5949" y="10914"/>
                  </a:cubicBezTo>
                  <a:cubicBezTo>
                    <a:pt x="5911" y="10914"/>
                    <a:pt x="5871" y="10926"/>
                    <a:pt x="5831" y="10953"/>
                  </a:cubicBezTo>
                  <a:cubicBezTo>
                    <a:pt x="5638" y="11080"/>
                    <a:pt x="5429" y="11138"/>
                    <a:pt x="5224" y="11138"/>
                  </a:cubicBezTo>
                  <a:cubicBezTo>
                    <a:pt x="4650" y="11138"/>
                    <a:pt x="4118" y="10682"/>
                    <a:pt x="4118" y="10033"/>
                  </a:cubicBezTo>
                  <a:lnTo>
                    <a:pt x="4118" y="8921"/>
                  </a:lnTo>
                  <a:cubicBezTo>
                    <a:pt x="4473" y="9060"/>
                    <a:pt x="4848" y="9130"/>
                    <a:pt x="5223" y="9130"/>
                  </a:cubicBezTo>
                  <a:cubicBezTo>
                    <a:pt x="5598" y="9130"/>
                    <a:pt x="5973" y="9060"/>
                    <a:pt x="6328" y="8921"/>
                  </a:cubicBezTo>
                  <a:close/>
                  <a:moveTo>
                    <a:pt x="4788" y="1"/>
                  </a:moveTo>
                  <a:cubicBezTo>
                    <a:pt x="4194" y="4"/>
                    <a:pt x="3716" y="482"/>
                    <a:pt x="3713" y="1076"/>
                  </a:cubicBezTo>
                  <a:cubicBezTo>
                    <a:pt x="3713" y="1156"/>
                    <a:pt x="3723" y="1236"/>
                    <a:pt x="3742" y="1315"/>
                  </a:cubicBezTo>
                  <a:cubicBezTo>
                    <a:pt x="1717" y="1442"/>
                    <a:pt x="486" y="3601"/>
                    <a:pt x="1406" y="5412"/>
                  </a:cubicBezTo>
                  <a:cubicBezTo>
                    <a:pt x="1138" y="5908"/>
                    <a:pt x="1500" y="6513"/>
                    <a:pt x="2065" y="6513"/>
                  </a:cubicBezTo>
                  <a:lnTo>
                    <a:pt x="2217" y="6513"/>
                  </a:lnTo>
                  <a:cubicBezTo>
                    <a:pt x="2347" y="7440"/>
                    <a:pt x="2901" y="8258"/>
                    <a:pt x="3713" y="8725"/>
                  </a:cubicBezTo>
                  <a:lnTo>
                    <a:pt x="3713" y="9236"/>
                  </a:lnTo>
                  <a:lnTo>
                    <a:pt x="3024" y="9471"/>
                  </a:lnTo>
                  <a:cubicBezTo>
                    <a:pt x="2782" y="9555"/>
                    <a:pt x="2612" y="9779"/>
                    <a:pt x="2597" y="10040"/>
                  </a:cubicBezTo>
                  <a:lnTo>
                    <a:pt x="2597" y="10069"/>
                  </a:lnTo>
                  <a:lnTo>
                    <a:pt x="1007" y="10630"/>
                  </a:lnTo>
                  <a:cubicBezTo>
                    <a:pt x="402" y="10844"/>
                    <a:pt x="0" y="11413"/>
                    <a:pt x="0" y="12054"/>
                  </a:cubicBezTo>
                  <a:lnTo>
                    <a:pt x="0" y="13720"/>
                  </a:lnTo>
                  <a:cubicBezTo>
                    <a:pt x="0" y="13856"/>
                    <a:pt x="102" y="13923"/>
                    <a:pt x="203" y="13923"/>
                  </a:cubicBezTo>
                  <a:cubicBezTo>
                    <a:pt x="305" y="13923"/>
                    <a:pt x="406" y="13856"/>
                    <a:pt x="406" y="13720"/>
                  </a:cubicBezTo>
                  <a:lnTo>
                    <a:pt x="406" y="12054"/>
                  </a:lnTo>
                  <a:cubicBezTo>
                    <a:pt x="406" y="11916"/>
                    <a:pt x="431" y="11778"/>
                    <a:pt x="482" y="11652"/>
                  </a:cubicBezTo>
                  <a:lnTo>
                    <a:pt x="1518" y="12539"/>
                  </a:lnTo>
                  <a:cubicBezTo>
                    <a:pt x="1666" y="12666"/>
                    <a:pt x="1753" y="12850"/>
                    <a:pt x="1753" y="13046"/>
                  </a:cubicBezTo>
                  <a:lnTo>
                    <a:pt x="1753" y="13716"/>
                  </a:lnTo>
                  <a:cubicBezTo>
                    <a:pt x="1753" y="13852"/>
                    <a:pt x="1855" y="13920"/>
                    <a:pt x="1956" y="13920"/>
                  </a:cubicBezTo>
                  <a:cubicBezTo>
                    <a:pt x="2057" y="13920"/>
                    <a:pt x="2159" y="13852"/>
                    <a:pt x="2159" y="13716"/>
                  </a:cubicBezTo>
                  <a:lnTo>
                    <a:pt x="2159" y="13046"/>
                  </a:lnTo>
                  <a:cubicBezTo>
                    <a:pt x="2159" y="12731"/>
                    <a:pt x="2021" y="12434"/>
                    <a:pt x="1782" y="12231"/>
                  </a:cubicBezTo>
                  <a:lnTo>
                    <a:pt x="703" y="11304"/>
                  </a:lnTo>
                  <a:cubicBezTo>
                    <a:pt x="822" y="11174"/>
                    <a:pt x="975" y="11076"/>
                    <a:pt x="1141" y="11014"/>
                  </a:cubicBezTo>
                  <a:lnTo>
                    <a:pt x="2590" y="10504"/>
                  </a:lnTo>
                  <a:cubicBezTo>
                    <a:pt x="2612" y="11014"/>
                    <a:pt x="2724" y="11521"/>
                    <a:pt x="2919" y="11996"/>
                  </a:cubicBezTo>
                  <a:cubicBezTo>
                    <a:pt x="3085" y="12405"/>
                    <a:pt x="3484" y="12662"/>
                    <a:pt x="3911" y="12662"/>
                  </a:cubicBezTo>
                  <a:cubicBezTo>
                    <a:pt x="3997" y="12662"/>
                    <a:pt x="4085" y="12652"/>
                    <a:pt x="4173" y="12630"/>
                  </a:cubicBezTo>
                  <a:lnTo>
                    <a:pt x="5223" y="12365"/>
                  </a:lnTo>
                  <a:lnTo>
                    <a:pt x="6270" y="12630"/>
                  </a:lnTo>
                  <a:cubicBezTo>
                    <a:pt x="6356" y="12651"/>
                    <a:pt x="6447" y="12662"/>
                    <a:pt x="6538" y="12662"/>
                  </a:cubicBezTo>
                  <a:cubicBezTo>
                    <a:pt x="6972" y="12662"/>
                    <a:pt x="7363" y="12398"/>
                    <a:pt x="7526" y="11996"/>
                  </a:cubicBezTo>
                  <a:cubicBezTo>
                    <a:pt x="7722" y="11525"/>
                    <a:pt x="7834" y="11022"/>
                    <a:pt x="7856" y="10507"/>
                  </a:cubicBezTo>
                  <a:lnTo>
                    <a:pt x="9294" y="11018"/>
                  </a:lnTo>
                  <a:cubicBezTo>
                    <a:pt x="9464" y="11076"/>
                    <a:pt x="9616" y="11177"/>
                    <a:pt x="9739" y="11311"/>
                  </a:cubicBezTo>
                  <a:lnTo>
                    <a:pt x="8664" y="12231"/>
                  </a:lnTo>
                  <a:cubicBezTo>
                    <a:pt x="8428" y="12434"/>
                    <a:pt x="8290" y="12731"/>
                    <a:pt x="8290" y="13046"/>
                  </a:cubicBezTo>
                  <a:lnTo>
                    <a:pt x="8290" y="13716"/>
                  </a:lnTo>
                  <a:cubicBezTo>
                    <a:pt x="8290" y="13852"/>
                    <a:pt x="8392" y="13920"/>
                    <a:pt x="8493" y="13920"/>
                  </a:cubicBezTo>
                  <a:cubicBezTo>
                    <a:pt x="8595" y="13920"/>
                    <a:pt x="8696" y="13852"/>
                    <a:pt x="8696" y="13716"/>
                  </a:cubicBezTo>
                  <a:lnTo>
                    <a:pt x="8696" y="13046"/>
                  </a:lnTo>
                  <a:cubicBezTo>
                    <a:pt x="8696" y="12850"/>
                    <a:pt x="8779" y="12666"/>
                    <a:pt x="8928" y="12539"/>
                  </a:cubicBezTo>
                  <a:lnTo>
                    <a:pt x="9956" y="11659"/>
                  </a:lnTo>
                  <a:cubicBezTo>
                    <a:pt x="10007" y="11786"/>
                    <a:pt x="10033" y="11920"/>
                    <a:pt x="10033" y="12054"/>
                  </a:cubicBezTo>
                  <a:lnTo>
                    <a:pt x="10033" y="13720"/>
                  </a:lnTo>
                  <a:cubicBezTo>
                    <a:pt x="10033" y="13856"/>
                    <a:pt x="10134" y="13923"/>
                    <a:pt x="10235" y="13923"/>
                  </a:cubicBezTo>
                  <a:cubicBezTo>
                    <a:pt x="10337" y="13923"/>
                    <a:pt x="10438" y="13856"/>
                    <a:pt x="10438" y="13720"/>
                  </a:cubicBezTo>
                  <a:lnTo>
                    <a:pt x="10438" y="12054"/>
                  </a:lnTo>
                  <a:cubicBezTo>
                    <a:pt x="10438" y="11413"/>
                    <a:pt x="10036" y="10844"/>
                    <a:pt x="9431" y="10630"/>
                  </a:cubicBezTo>
                  <a:lnTo>
                    <a:pt x="7852" y="10073"/>
                  </a:lnTo>
                  <a:lnTo>
                    <a:pt x="7852" y="10040"/>
                  </a:lnTo>
                  <a:cubicBezTo>
                    <a:pt x="7838" y="9783"/>
                    <a:pt x="7668" y="9555"/>
                    <a:pt x="7425" y="9471"/>
                  </a:cubicBezTo>
                  <a:lnTo>
                    <a:pt x="6737" y="9236"/>
                  </a:lnTo>
                  <a:lnTo>
                    <a:pt x="6737" y="8725"/>
                  </a:lnTo>
                  <a:cubicBezTo>
                    <a:pt x="7552" y="8258"/>
                    <a:pt x="8102" y="7440"/>
                    <a:pt x="8233" y="6513"/>
                  </a:cubicBezTo>
                  <a:lnTo>
                    <a:pt x="8385" y="6513"/>
                  </a:lnTo>
                  <a:cubicBezTo>
                    <a:pt x="8953" y="6513"/>
                    <a:pt x="9315" y="5908"/>
                    <a:pt x="9047" y="5412"/>
                  </a:cubicBezTo>
                  <a:cubicBezTo>
                    <a:pt x="9967" y="3601"/>
                    <a:pt x="8732" y="1442"/>
                    <a:pt x="6708" y="1315"/>
                  </a:cubicBezTo>
                  <a:cubicBezTo>
                    <a:pt x="6726" y="1236"/>
                    <a:pt x="6737" y="1156"/>
                    <a:pt x="6737" y="1076"/>
                  </a:cubicBezTo>
                  <a:cubicBezTo>
                    <a:pt x="6737" y="482"/>
                    <a:pt x="6255" y="4"/>
                    <a:pt x="5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88"/>
            <p:cNvSpPr/>
            <p:nvPr/>
          </p:nvSpPr>
          <p:spPr>
            <a:xfrm>
              <a:off x="5923635" y="3078115"/>
              <a:ext cx="49630" cy="16543"/>
            </a:xfrm>
            <a:custGeom>
              <a:rect b="b" l="l" r="r" t="t"/>
              <a:pathLst>
                <a:path extrusionOk="0" h="631" w="1893">
                  <a:moveTo>
                    <a:pt x="296" y="1"/>
                  </a:moveTo>
                  <a:cubicBezTo>
                    <a:pt x="136" y="1"/>
                    <a:pt x="0" y="206"/>
                    <a:pt x="151" y="351"/>
                  </a:cubicBezTo>
                  <a:cubicBezTo>
                    <a:pt x="325" y="525"/>
                    <a:pt x="626" y="630"/>
                    <a:pt x="948" y="630"/>
                  </a:cubicBezTo>
                  <a:cubicBezTo>
                    <a:pt x="1270" y="630"/>
                    <a:pt x="1571" y="525"/>
                    <a:pt x="1745" y="351"/>
                  </a:cubicBezTo>
                  <a:cubicBezTo>
                    <a:pt x="1893" y="206"/>
                    <a:pt x="1756" y="1"/>
                    <a:pt x="1598" y="1"/>
                  </a:cubicBezTo>
                  <a:cubicBezTo>
                    <a:pt x="1551" y="1"/>
                    <a:pt x="1502" y="19"/>
                    <a:pt x="1459" y="62"/>
                  </a:cubicBezTo>
                  <a:cubicBezTo>
                    <a:pt x="1382" y="134"/>
                    <a:pt x="1205" y="221"/>
                    <a:pt x="948" y="221"/>
                  </a:cubicBezTo>
                  <a:cubicBezTo>
                    <a:pt x="691" y="221"/>
                    <a:pt x="510" y="138"/>
                    <a:pt x="437" y="62"/>
                  </a:cubicBezTo>
                  <a:cubicBezTo>
                    <a:pt x="392"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88"/>
            <p:cNvSpPr/>
            <p:nvPr/>
          </p:nvSpPr>
          <p:spPr>
            <a:xfrm>
              <a:off x="5908874" y="3032418"/>
              <a:ext cx="10671" cy="16465"/>
            </a:xfrm>
            <a:custGeom>
              <a:rect b="b" l="l" r="r" t="t"/>
              <a:pathLst>
                <a:path extrusionOk="0" h="628" w="407">
                  <a:moveTo>
                    <a:pt x="203" y="0"/>
                  </a:moveTo>
                  <a:cubicBezTo>
                    <a:pt x="102" y="0"/>
                    <a:pt x="1" y="68"/>
                    <a:pt x="1" y="204"/>
                  </a:cubicBezTo>
                  <a:lnTo>
                    <a:pt x="1" y="421"/>
                  </a:lnTo>
                  <a:cubicBezTo>
                    <a:pt x="1" y="534"/>
                    <a:pt x="91" y="628"/>
                    <a:pt x="203" y="628"/>
                  </a:cubicBezTo>
                  <a:cubicBezTo>
                    <a:pt x="316" y="628"/>
                    <a:pt x="406" y="534"/>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88"/>
            <p:cNvSpPr/>
            <p:nvPr/>
          </p:nvSpPr>
          <p:spPr>
            <a:xfrm>
              <a:off x="5977433" y="3032418"/>
              <a:ext cx="10749" cy="16465"/>
            </a:xfrm>
            <a:custGeom>
              <a:rect b="b" l="l" r="r" t="t"/>
              <a:pathLst>
                <a:path extrusionOk="0" h="628" w="410">
                  <a:moveTo>
                    <a:pt x="205" y="0"/>
                  </a:moveTo>
                  <a:cubicBezTo>
                    <a:pt x="103" y="0"/>
                    <a:pt x="1" y="68"/>
                    <a:pt x="1" y="204"/>
                  </a:cubicBezTo>
                  <a:lnTo>
                    <a:pt x="1" y="421"/>
                  </a:lnTo>
                  <a:cubicBezTo>
                    <a:pt x="1" y="534"/>
                    <a:pt x="91" y="628"/>
                    <a:pt x="203" y="628"/>
                  </a:cubicBezTo>
                  <a:cubicBezTo>
                    <a:pt x="316" y="628"/>
                    <a:pt x="410" y="534"/>
                    <a:pt x="410" y="421"/>
                  </a:cubicBezTo>
                  <a:lnTo>
                    <a:pt x="410" y="204"/>
                  </a:lnTo>
                  <a:cubicBezTo>
                    <a:pt x="410" y="68"/>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88"/>
            <p:cNvSpPr/>
            <p:nvPr/>
          </p:nvSpPr>
          <p:spPr>
            <a:xfrm>
              <a:off x="5941436" y="3237727"/>
              <a:ext cx="12558" cy="10697"/>
            </a:xfrm>
            <a:custGeom>
              <a:rect b="b" l="l" r="r" t="t"/>
              <a:pathLst>
                <a:path extrusionOk="0" h="408" w="479">
                  <a:moveTo>
                    <a:pt x="276" y="0"/>
                  </a:moveTo>
                  <a:cubicBezTo>
                    <a:pt x="273" y="0"/>
                    <a:pt x="271" y="0"/>
                    <a:pt x="269" y="0"/>
                  </a:cubicBezTo>
                  <a:lnTo>
                    <a:pt x="273" y="0"/>
                  </a:lnTo>
                  <a:cubicBezTo>
                    <a:pt x="91" y="0"/>
                    <a:pt x="1" y="221"/>
                    <a:pt x="131" y="348"/>
                  </a:cubicBezTo>
                  <a:cubicBezTo>
                    <a:pt x="172" y="389"/>
                    <a:pt x="223" y="407"/>
                    <a:pt x="272" y="407"/>
                  </a:cubicBezTo>
                  <a:cubicBezTo>
                    <a:pt x="377" y="407"/>
                    <a:pt x="479" y="326"/>
                    <a:pt x="479" y="203"/>
                  </a:cubicBezTo>
                  <a:cubicBezTo>
                    <a:pt x="479" y="89"/>
                    <a:pt x="388" y="0"/>
                    <a:pt x="2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1" name="Google Shape;18401;p88"/>
          <p:cNvGrpSpPr/>
          <p:nvPr/>
        </p:nvGrpSpPr>
        <p:grpSpPr>
          <a:xfrm>
            <a:off x="5361296" y="2894750"/>
            <a:ext cx="274052" cy="365157"/>
            <a:chOff x="5361296" y="2894750"/>
            <a:chExt cx="274052" cy="365157"/>
          </a:xfrm>
        </p:grpSpPr>
        <p:sp>
          <p:nvSpPr>
            <p:cNvPr id="18402" name="Google Shape;18402;p88"/>
            <p:cNvSpPr/>
            <p:nvPr/>
          </p:nvSpPr>
          <p:spPr>
            <a:xfrm>
              <a:off x="5401172" y="3140198"/>
              <a:ext cx="194298" cy="51491"/>
            </a:xfrm>
            <a:custGeom>
              <a:rect b="b" l="l" r="r" t="t"/>
              <a:pathLst>
                <a:path extrusionOk="0" h="1964" w="7411">
                  <a:moveTo>
                    <a:pt x="870" y="1"/>
                  </a:moveTo>
                  <a:cubicBezTo>
                    <a:pt x="388" y="1"/>
                    <a:pt x="0" y="392"/>
                    <a:pt x="0" y="874"/>
                  </a:cubicBezTo>
                  <a:lnTo>
                    <a:pt x="0" y="1964"/>
                  </a:lnTo>
                  <a:lnTo>
                    <a:pt x="7410" y="1964"/>
                  </a:lnTo>
                  <a:lnTo>
                    <a:pt x="7410" y="874"/>
                  </a:lnTo>
                  <a:cubicBezTo>
                    <a:pt x="7410" y="392"/>
                    <a:pt x="7019" y="1"/>
                    <a:pt x="6537"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88"/>
            <p:cNvSpPr/>
            <p:nvPr/>
          </p:nvSpPr>
          <p:spPr>
            <a:xfrm>
              <a:off x="5458222" y="2900177"/>
              <a:ext cx="80094" cy="45776"/>
            </a:xfrm>
            <a:custGeom>
              <a:rect b="b" l="l" r="r" t="t"/>
              <a:pathLst>
                <a:path extrusionOk="0" h="1746" w="3055">
                  <a:moveTo>
                    <a:pt x="874" y="0"/>
                  </a:moveTo>
                  <a:cubicBezTo>
                    <a:pt x="392" y="0"/>
                    <a:pt x="1" y="391"/>
                    <a:pt x="1" y="873"/>
                  </a:cubicBezTo>
                  <a:cubicBezTo>
                    <a:pt x="1" y="1355"/>
                    <a:pt x="392" y="1746"/>
                    <a:pt x="874" y="1746"/>
                  </a:cubicBezTo>
                  <a:lnTo>
                    <a:pt x="2181" y="1746"/>
                  </a:lnTo>
                  <a:cubicBezTo>
                    <a:pt x="2663" y="1746"/>
                    <a:pt x="3054" y="1355"/>
                    <a:pt x="3054" y="873"/>
                  </a:cubicBezTo>
                  <a:cubicBezTo>
                    <a:pt x="3054" y="391"/>
                    <a:pt x="2663" y="0"/>
                    <a:pt x="218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88"/>
            <p:cNvSpPr/>
            <p:nvPr/>
          </p:nvSpPr>
          <p:spPr>
            <a:xfrm>
              <a:off x="5366880" y="3111621"/>
              <a:ext cx="262857" cy="142833"/>
            </a:xfrm>
            <a:custGeom>
              <a:rect b="b" l="l" r="r" t="t"/>
              <a:pathLst>
                <a:path extrusionOk="0" h="5448" w="10026">
                  <a:moveTo>
                    <a:pt x="3706" y="1"/>
                  </a:moveTo>
                  <a:lnTo>
                    <a:pt x="3706" y="1127"/>
                  </a:lnTo>
                  <a:cubicBezTo>
                    <a:pt x="3706" y="1496"/>
                    <a:pt x="3470" y="1826"/>
                    <a:pt x="3123" y="1949"/>
                  </a:cubicBezTo>
                  <a:lnTo>
                    <a:pt x="874" y="2742"/>
                  </a:lnTo>
                  <a:cubicBezTo>
                    <a:pt x="349" y="2927"/>
                    <a:pt x="1" y="3423"/>
                    <a:pt x="1" y="3977"/>
                  </a:cubicBezTo>
                  <a:lnTo>
                    <a:pt x="1" y="5448"/>
                  </a:lnTo>
                  <a:lnTo>
                    <a:pt x="10026" y="5448"/>
                  </a:lnTo>
                  <a:lnTo>
                    <a:pt x="10026" y="3977"/>
                  </a:lnTo>
                  <a:cubicBezTo>
                    <a:pt x="10026" y="3423"/>
                    <a:pt x="9674" y="2927"/>
                    <a:pt x="9153" y="2742"/>
                  </a:cubicBezTo>
                  <a:lnTo>
                    <a:pt x="6904" y="1949"/>
                  </a:lnTo>
                  <a:cubicBezTo>
                    <a:pt x="6553" y="1826"/>
                    <a:pt x="6321" y="1496"/>
                    <a:pt x="6321" y="1127"/>
                  </a:cubicBezTo>
                  <a:lnTo>
                    <a:pt x="632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88"/>
            <p:cNvSpPr/>
            <p:nvPr/>
          </p:nvSpPr>
          <p:spPr>
            <a:xfrm>
              <a:off x="5366880" y="3164790"/>
              <a:ext cx="262857" cy="89664"/>
            </a:xfrm>
            <a:custGeom>
              <a:rect b="b" l="l" r="r" t="t"/>
              <a:pathLst>
                <a:path extrusionOk="0" h="3420" w="10026">
                  <a:moveTo>
                    <a:pt x="2895" y="1"/>
                  </a:moveTo>
                  <a:lnTo>
                    <a:pt x="874" y="714"/>
                  </a:lnTo>
                  <a:cubicBezTo>
                    <a:pt x="349" y="899"/>
                    <a:pt x="1" y="1395"/>
                    <a:pt x="1" y="1949"/>
                  </a:cubicBezTo>
                  <a:lnTo>
                    <a:pt x="1" y="3420"/>
                  </a:lnTo>
                  <a:lnTo>
                    <a:pt x="10026" y="3420"/>
                  </a:lnTo>
                  <a:lnTo>
                    <a:pt x="10026" y="1949"/>
                  </a:lnTo>
                  <a:cubicBezTo>
                    <a:pt x="10026" y="1395"/>
                    <a:pt x="9674" y="899"/>
                    <a:pt x="9153" y="714"/>
                  </a:cubicBezTo>
                  <a:lnTo>
                    <a:pt x="7132" y="1"/>
                  </a:lnTo>
                  <a:cubicBezTo>
                    <a:pt x="6900" y="982"/>
                    <a:pt x="6020" y="1678"/>
                    <a:pt x="5013" y="1678"/>
                  </a:cubicBezTo>
                  <a:cubicBezTo>
                    <a:pt x="4003" y="1678"/>
                    <a:pt x="3126" y="982"/>
                    <a:pt x="28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88"/>
            <p:cNvSpPr/>
            <p:nvPr/>
          </p:nvSpPr>
          <p:spPr>
            <a:xfrm>
              <a:off x="5464016" y="3111621"/>
              <a:ext cx="68585" cy="40034"/>
            </a:xfrm>
            <a:custGeom>
              <a:rect b="b" l="l" r="r" t="t"/>
              <a:pathLst>
                <a:path extrusionOk="0" h="1527" w="2616">
                  <a:moveTo>
                    <a:pt x="1" y="1"/>
                  </a:moveTo>
                  <a:lnTo>
                    <a:pt x="1" y="1247"/>
                  </a:lnTo>
                  <a:cubicBezTo>
                    <a:pt x="416" y="1433"/>
                    <a:pt x="861" y="1526"/>
                    <a:pt x="1307" y="1526"/>
                  </a:cubicBezTo>
                  <a:cubicBezTo>
                    <a:pt x="1753" y="1526"/>
                    <a:pt x="2199" y="1433"/>
                    <a:pt x="2616" y="1247"/>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88"/>
            <p:cNvSpPr/>
            <p:nvPr/>
          </p:nvSpPr>
          <p:spPr>
            <a:xfrm>
              <a:off x="5401172" y="3014485"/>
              <a:ext cx="194298" cy="120155"/>
            </a:xfrm>
            <a:custGeom>
              <a:rect b="b" l="l" r="r" t="t"/>
              <a:pathLst>
                <a:path extrusionOk="0" h="4583" w="7411">
                  <a:moveTo>
                    <a:pt x="870" y="1"/>
                  </a:moveTo>
                  <a:lnTo>
                    <a:pt x="696" y="873"/>
                  </a:lnTo>
                  <a:lnTo>
                    <a:pt x="544" y="873"/>
                  </a:lnTo>
                  <a:cubicBezTo>
                    <a:pt x="243" y="873"/>
                    <a:pt x="0" y="1116"/>
                    <a:pt x="0" y="1417"/>
                  </a:cubicBezTo>
                  <a:cubicBezTo>
                    <a:pt x="0" y="1721"/>
                    <a:pt x="243" y="1964"/>
                    <a:pt x="544" y="1964"/>
                  </a:cubicBezTo>
                  <a:lnTo>
                    <a:pt x="880" y="1964"/>
                  </a:lnTo>
                  <a:cubicBezTo>
                    <a:pt x="993" y="3441"/>
                    <a:pt x="2224" y="4582"/>
                    <a:pt x="3705" y="4582"/>
                  </a:cubicBezTo>
                  <a:cubicBezTo>
                    <a:pt x="5187" y="4582"/>
                    <a:pt x="6414" y="3441"/>
                    <a:pt x="6527" y="1964"/>
                  </a:cubicBezTo>
                  <a:lnTo>
                    <a:pt x="6863" y="1964"/>
                  </a:lnTo>
                  <a:cubicBezTo>
                    <a:pt x="7164" y="1964"/>
                    <a:pt x="7410" y="1721"/>
                    <a:pt x="7410" y="1417"/>
                  </a:cubicBezTo>
                  <a:cubicBezTo>
                    <a:pt x="7410" y="1116"/>
                    <a:pt x="7164" y="873"/>
                    <a:pt x="6863" y="873"/>
                  </a:cubicBezTo>
                  <a:lnTo>
                    <a:pt x="6711" y="873"/>
                  </a:lnTo>
                  <a:lnTo>
                    <a:pt x="653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88"/>
            <p:cNvSpPr/>
            <p:nvPr/>
          </p:nvSpPr>
          <p:spPr>
            <a:xfrm>
              <a:off x="5400307" y="3003107"/>
              <a:ext cx="149492" cy="131455"/>
            </a:xfrm>
            <a:custGeom>
              <a:rect b="b" l="l" r="r" t="t"/>
              <a:pathLst>
                <a:path extrusionOk="0" h="5014" w="5702">
                  <a:moveTo>
                    <a:pt x="903" y="0"/>
                  </a:moveTo>
                  <a:lnTo>
                    <a:pt x="718" y="1307"/>
                  </a:lnTo>
                  <a:lnTo>
                    <a:pt x="609" y="1307"/>
                  </a:lnTo>
                  <a:cubicBezTo>
                    <a:pt x="323" y="1307"/>
                    <a:pt x="66" y="1510"/>
                    <a:pt x="37" y="1796"/>
                  </a:cubicBezTo>
                  <a:cubicBezTo>
                    <a:pt x="1" y="2119"/>
                    <a:pt x="254" y="2398"/>
                    <a:pt x="580" y="2398"/>
                  </a:cubicBezTo>
                  <a:lnTo>
                    <a:pt x="917" y="2398"/>
                  </a:lnTo>
                  <a:cubicBezTo>
                    <a:pt x="1022" y="3893"/>
                    <a:pt x="2270" y="5014"/>
                    <a:pt x="3717" y="5014"/>
                  </a:cubicBezTo>
                  <a:cubicBezTo>
                    <a:pt x="3868" y="5014"/>
                    <a:pt x="4022" y="5002"/>
                    <a:pt x="4177" y="4976"/>
                  </a:cubicBezTo>
                  <a:cubicBezTo>
                    <a:pt x="2909" y="4781"/>
                    <a:pt x="1931" y="3756"/>
                    <a:pt x="1793" y="2481"/>
                  </a:cubicBezTo>
                  <a:cubicBezTo>
                    <a:pt x="1743" y="1967"/>
                    <a:pt x="2148" y="1525"/>
                    <a:pt x="2663" y="1525"/>
                  </a:cubicBezTo>
                  <a:lnTo>
                    <a:pt x="5046" y="1525"/>
                  </a:lnTo>
                  <a:cubicBezTo>
                    <a:pt x="5408" y="1525"/>
                    <a:pt x="5701" y="1231"/>
                    <a:pt x="5701" y="873"/>
                  </a:cubicBezTo>
                  <a:lnTo>
                    <a:pt x="57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88"/>
            <p:cNvSpPr/>
            <p:nvPr/>
          </p:nvSpPr>
          <p:spPr>
            <a:xfrm>
              <a:off x="5401172" y="2940133"/>
              <a:ext cx="194377" cy="111503"/>
            </a:xfrm>
            <a:custGeom>
              <a:rect b="b" l="l" r="r" t="t"/>
              <a:pathLst>
                <a:path extrusionOk="0" h="4253" w="7414">
                  <a:moveTo>
                    <a:pt x="3010" y="1"/>
                  </a:moveTo>
                  <a:cubicBezTo>
                    <a:pt x="1348" y="1"/>
                    <a:pt x="0" y="1268"/>
                    <a:pt x="0" y="2837"/>
                  </a:cubicBezTo>
                  <a:lnTo>
                    <a:pt x="0" y="4253"/>
                  </a:lnTo>
                  <a:cubicBezTo>
                    <a:pt x="0" y="3954"/>
                    <a:pt x="257" y="3709"/>
                    <a:pt x="573" y="3709"/>
                  </a:cubicBezTo>
                  <a:cubicBezTo>
                    <a:pt x="575" y="3709"/>
                    <a:pt x="577" y="3709"/>
                    <a:pt x="580" y="3709"/>
                  </a:cubicBezTo>
                  <a:cubicBezTo>
                    <a:pt x="641" y="3709"/>
                    <a:pt x="692" y="3662"/>
                    <a:pt x="692" y="3601"/>
                  </a:cubicBezTo>
                  <a:lnTo>
                    <a:pt x="692" y="3492"/>
                  </a:lnTo>
                  <a:cubicBezTo>
                    <a:pt x="699" y="3371"/>
                    <a:pt x="797" y="3275"/>
                    <a:pt x="917" y="3275"/>
                  </a:cubicBezTo>
                  <a:cubicBezTo>
                    <a:pt x="919" y="3275"/>
                    <a:pt x="922" y="3275"/>
                    <a:pt x="924" y="3275"/>
                  </a:cubicBezTo>
                  <a:lnTo>
                    <a:pt x="3977" y="3275"/>
                  </a:lnTo>
                  <a:cubicBezTo>
                    <a:pt x="4096" y="3275"/>
                    <a:pt x="4212" y="3228"/>
                    <a:pt x="4303" y="3144"/>
                  </a:cubicBezTo>
                  <a:lnTo>
                    <a:pt x="4806" y="2674"/>
                  </a:lnTo>
                  <a:cubicBezTo>
                    <a:pt x="4853" y="2630"/>
                    <a:pt x="4910" y="2609"/>
                    <a:pt x="4967" y="2609"/>
                  </a:cubicBezTo>
                  <a:cubicBezTo>
                    <a:pt x="5064" y="2609"/>
                    <a:pt x="5159" y="2670"/>
                    <a:pt x="5194" y="2775"/>
                  </a:cubicBezTo>
                  <a:lnTo>
                    <a:pt x="5284" y="3108"/>
                  </a:lnTo>
                  <a:cubicBezTo>
                    <a:pt x="5313" y="3207"/>
                    <a:pt x="5399" y="3275"/>
                    <a:pt x="5501" y="3275"/>
                  </a:cubicBezTo>
                  <a:cubicBezTo>
                    <a:pt x="5504" y="3275"/>
                    <a:pt x="5506" y="3275"/>
                    <a:pt x="5509" y="3275"/>
                  </a:cubicBezTo>
                  <a:lnTo>
                    <a:pt x="6487" y="3275"/>
                  </a:lnTo>
                  <a:cubicBezTo>
                    <a:pt x="6489" y="3275"/>
                    <a:pt x="6491" y="3275"/>
                    <a:pt x="6493" y="3275"/>
                  </a:cubicBezTo>
                  <a:cubicBezTo>
                    <a:pt x="6614" y="3275"/>
                    <a:pt x="6715" y="3371"/>
                    <a:pt x="6719" y="3492"/>
                  </a:cubicBezTo>
                  <a:lnTo>
                    <a:pt x="6719" y="3601"/>
                  </a:lnTo>
                  <a:cubicBezTo>
                    <a:pt x="6719" y="3662"/>
                    <a:pt x="6769" y="3709"/>
                    <a:pt x="6831" y="3709"/>
                  </a:cubicBezTo>
                  <a:cubicBezTo>
                    <a:pt x="7153" y="3709"/>
                    <a:pt x="7414" y="3952"/>
                    <a:pt x="7414" y="4253"/>
                  </a:cubicBezTo>
                  <a:lnTo>
                    <a:pt x="7414" y="2837"/>
                  </a:lnTo>
                  <a:cubicBezTo>
                    <a:pt x="7410" y="1272"/>
                    <a:pt x="6063" y="1"/>
                    <a:pt x="440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88"/>
            <p:cNvSpPr/>
            <p:nvPr/>
          </p:nvSpPr>
          <p:spPr>
            <a:xfrm>
              <a:off x="5462416" y="2940133"/>
              <a:ext cx="132765" cy="68690"/>
            </a:xfrm>
            <a:custGeom>
              <a:rect b="b" l="l" r="r" t="t"/>
              <a:pathLst>
                <a:path extrusionOk="0" h="2620" w="5064">
                  <a:moveTo>
                    <a:pt x="1855" y="1"/>
                  </a:moveTo>
                  <a:cubicBezTo>
                    <a:pt x="1195" y="254"/>
                    <a:pt x="649" y="732"/>
                    <a:pt x="312" y="1352"/>
                  </a:cubicBezTo>
                  <a:cubicBezTo>
                    <a:pt x="0" y="1931"/>
                    <a:pt x="446" y="2619"/>
                    <a:pt x="1138" y="2619"/>
                  </a:cubicBezTo>
                  <a:lnTo>
                    <a:pt x="2568" y="2619"/>
                  </a:lnTo>
                  <a:cubicBezTo>
                    <a:pt x="2590" y="2612"/>
                    <a:pt x="2612" y="2608"/>
                    <a:pt x="2633" y="2608"/>
                  </a:cubicBezTo>
                  <a:cubicBezTo>
                    <a:pt x="2655" y="2608"/>
                    <a:pt x="2677" y="2612"/>
                    <a:pt x="2698" y="2619"/>
                  </a:cubicBezTo>
                  <a:lnTo>
                    <a:pt x="5063" y="2619"/>
                  </a:lnTo>
                  <a:cubicBezTo>
                    <a:pt x="4944" y="1156"/>
                    <a:pt x="3647" y="1"/>
                    <a:pt x="206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88"/>
            <p:cNvSpPr/>
            <p:nvPr/>
          </p:nvSpPr>
          <p:spPr>
            <a:xfrm>
              <a:off x="5426525" y="3164790"/>
              <a:ext cx="143488" cy="61087"/>
            </a:xfrm>
            <a:custGeom>
              <a:rect b="b" l="l" r="r" t="t"/>
              <a:pathLst>
                <a:path extrusionOk="0" h="2330" w="5473">
                  <a:moveTo>
                    <a:pt x="620" y="1"/>
                  </a:moveTo>
                  <a:lnTo>
                    <a:pt x="0" y="222"/>
                  </a:lnTo>
                  <a:cubicBezTo>
                    <a:pt x="326" y="1464"/>
                    <a:pt x="1453" y="2330"/>
                    <a:pt x="2738" y="2330"/>
                  </a:cubicBezTo>
                  <a:cubicBezTo>
                    <a:pt x="4024" y="2330"/>
                    <a:pt x="5147" y="1464"/>
                    <a:pt x="5473" y="222"/>
                  </a:cubicBezTo>
                  <a:lnTo>
                    <a:pt x="4857" y="1"/>
                  </a:lnTo>
                  <a:cubicBezTo>
                    <a:pt x="4622" y="982"/>
                    <a:pt x="3745" y="1678"/>
                    <a:pt x="2738" y="1678"/>
                  </a:cubicBezTo>
                  <a:cubicBezTo>
                    <a:pt x="1728" y="1678"/>
                    <a:pt x="851" y="982"/>
                    <a:pt x="6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88"/>
            <p:cNvSpPr/>
            <p:nvPr/>
          </p:nvSpPr>
          <p:spPr>
            <a:xfrm>
              <a:off x="5418266" y="3159521"/>
              <a:ext cx="28603" cy="94934"/>
            </a:xfrm>
            <a:custGeom>
              <a:rect b="b" l="l" r="r" t="t"/>
              <a:pathLst>
                <a:path extrusionOk="0" h="3621" w="1091">
                  <a:moveTo>
                    <a:pt x="913" y="1"/>
                  </a:moveTo>
                  <a:cubicBezTo>
                    <a:pt x="892" y="1"/>
                    <a:pt x="869" y="5"/>
                    <a:pt x="848" y="13"/>
                  </a:cubicBezTo>
                  <a:lnTo>
                    <a:pt x="218" y="267"/>
                  </a:lnTo>
                  <a:cubicBezTo>
                    <a:pt x="87" y="318"/>
                    <a:pt x="0" y="444"/>
                    <a:pt x="0" y="586"/>
                  </a:cubicBezTo>
                  <a:lnTo>
                    <a:pt x="0" y="3621"/>
                  </a:lnTo>
                  <a:lnTo>
                    <a:pt x="1090" y="3621"/>
                  </a:lnTo>
                  <a:lnTo>
                    <a:pt x="1090" y="180"/>
                  </a:lnTo>
                  <a:cubicBezTo>
                    <a:pt x="1090" y="77"/>
                    <a:pt x="1007" y="1"/>
                    <a:pt x="91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88"/>
            <p:cNvSpPr/>
            <p:nvPr/>
          </p:nvSpPr>
          <p:spPr>
            <a:xfrm>
              <a:off x="5549668" y="3159521"/>
              <a:ext cx="28603" cy="94934"/>
            </a:xfrm>
            <a:custGeom>
              <a:rect b="b" l="l" r="r" t="t"/>
              <a:pathLst>
                <a:path extrusionOk="0" h="3621" w="1091">
                  <a:moveTo>
                    <a:pt x="178" y="1"/>
                  </a:moveTo>
                  <a:cubicBezTo>
                    <a:pt x="84" y="1"/>
                    <a:pt x="1" y="77"/>
                    <a:pt x="1" y="180"/>
                  </a:cubicBezTo>
                  <a:lnTo>
                    <a:pt x="1" y="3621"/>
                  </a:lnTo>
                  <a:lnTo>
                    <a:pt x="1091" y="3621"/>
                  </a:lnTo>
                  <a:lnTo>
                    <a:pt x="1091" y="586"/>
                  </a:lnTo>
                  <a:cubicBezTo>
                    <a:pt x="1091" y="444"/>
                    <a:pt x="1007" y="318"/>
                    <a:pt x="873" y="267"/>
                  </a:cubicBezTo>
                  <a:lnTo>
                    <a:pt x="243" y="13"/>
                  </a:lnTo>
                  <a:cubicBezTo>
                    <a:pt x="222" y="5"/>
                    <a:pt x="199"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88"/>
            <p:cNvSpPr/>
            <p:nvPr/>
          </p:nvSpPr>
          <p:spPr>
            <a:xfrm>
              <a:off x="5473454" y="3083306"/>
              <a:ext cx="49630" cy="16569"/>
            </a:xfrm>
            <a:custGeom>
              <a:rect b="b" l="l" r="r" t="t"/>
              <a:pathLst>
                <a:path extrusionOk="0" h="632" w="1893">
                  <a:moveTo>
                    <a:pt x="295" y="0"/>
                  </a:moveTo>
                  <a:cubicBezTo>
                    <a:pt x="136" y="0"/>
                    <a:pt x="1" y="208"/>
                    <a:pt x="152" y="353"/>
                  </a:cubicBezTo>
                  <a:cubicBezTo>
                    <a:pt x="325" y="527"/>
                    <a:pt x="622" y="632"/>
                    <a:pt x="948" y="632"/>
                  </a:cubicBezTo>
                  <a:cubicBezTo>
                    <a:pt x="1271" y="632"/>
                    <a:pt x="1568" y="527"/>
                    <a:pt x="1745" y="353"/>
                  </a:cubicBezTo>
                  <a:cubicBezTo>
                    <a:pt x="1893" y="208"/>
                    <a:pt x="1757" y="0"/>
                    <a:pt x="1599" y="0"/>
                  </a:cubicBezTo>
                  <a:cubicBezTo>
                    <a:pt x="1552" y="0"/>
                    <a:pt x="1503" y="19"/>
                    <a:pt x="1459" y="63"/>
                  </a:cubicBezTo>
                  <a:cubicBezTo>
                    <a:pt x="1383" y="135"/>
                    <a:pt x="1205" y="222"/>
                    <a:pt x="948" y="222"/>
                  </a:cubicBezTo>
                  <a:cubicBezTo>
                    <a:pt x="688" y="222"/>
                    <a:pt x="510" y="135"/>
                    <a:pt x="438" y="63"/>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88"/>
            <p:cNvSpPr/>
            <p:nvPr/>
          </p:nvSpPr>
          <p:spPr>
            <a:xfrm>
              <a:off x="5458615" y="3043351"/>
              <a:ext cx="10749" cy="16386"/>
            </a:xfrm>
            <a:custGeom>
              <a:rect b="b" l="l" r="r" t="t"/>
              <a:pathLst>
                <a:path extrusionOk="0" h="625" w="410">
                  <a:moveTo>
                    <a:pt x="207" y="1"/>
                  </a:moveTo>
                  <a:cubicBezTo>
                    <a:pt x="95" y="1"/>
                    <a:pt x="0" y="91"/>
                    <a:pt x="0" y="203"/>
                  </a:cubicBezTo>
                  <a:lnTo>
                    <a:pt x="0" y="421"/>
                  </a:lnTo>
                  <a:cubicBezTo>
                    <a:pt x="0" y="557"/>
                    <a:pt x="103" y="624"/>
                    <a:pt x="205" y="624"/>
                  </a:cubicBezTo>
                  <a:cubicBezTo>
                    <a:pt x="307" y="624"/>
                    <a:pt x="410" y="557"/>
                    <a:pt x="410" y="421"/>
                  </a:cubicBezTo>
                  <a:lnTo>
                    <a:pt x="410" y="203"/>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88"/>
            <p:cNvSpPr/>
            <p:nvPr/>
          </p:nvSpPr>
          <p:spPr>
            <a:xfrm>
              <a:off x="5527252" y="3043325"/>
              <a:ext cx="10671" cy="16386"/>
            </a:xfrm>
            <a:custGeom>
              <a:rect b="b" l="l" r="r" t="t"/>
              <a:pathLst>
                <a:path extrusionOk="0" h="625" w="407">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88"/>
            <p:cNvSpPr/>
            <p:nvPr/>
          </p:nvSpPr>
          <p:spPr>
            <a:xfrm>
              <a:off x="5361296" y="2894750"/>
              <a:ext cx="274052" cy="365079"/>
            </a:xfrm>
            <a:custGeom>
              <a:rect b="b" l="l" r="r" t="t"/>
              <a:pathLst>
                <a:path extrusionOk="0" h="13925" w="10453">
                  <a:moveTo>
                    <a:pt x="5878" y="410"/>
                  </a:moveTo>
                  <a:cubicBezTo>
                    <a:pt x="6248" y="410"/>
                    <a:pt x="6545" y="711"/>
                    <a:pt x="6548" y="1076"/>
                  </a:cubicBezTo>
                  <a:cubicBezTo>
                    <a:pt x="6548" y="1261"/>
                    <a:pt x="6472" y="1435"/>
                    <a:pt x="6335" y="1562"/>
                  </a:cubicBezTo>
                  <a:cubicBezTo>
                    <a:pt x="6186" y="1540"/>
                    <a:pt x="6030" y="1529"/>
                    <a:pt x="5878" y="1529"/>
                  </a:cubicBezTo>
                  <a:lnTo>
                    <a:pt x="4571" y="1529"/>
                  </a:lnTo>
                  <a:cubicBezTo>
                    <a:pt x="4419" y="1529"/>
                    <a:pt x="4267" y="1540"/>
                    <a:pt x="4114" y="1562"/>
                  </a:cubicBezTo>
                  <a:cubicBezTo>
                    <a:pt x="3980" y="1435"/>
                    <a:pt x="3904" y="1261"/>
                    <a:pt x="3904" y="1080"/>
                  </a:cubicBezTo>
                  <a:lnTo>
                    <a:pt x="3904" y="1076"/>
                  </a:lnTo>
                  <a:cubicBezTo>
                    <a:pt x="3904" y="711"/>
                    <a:pt x="4201" y="410"/>
                    <a:pt x="4571" y="410"/>
                  </a:cubicBezTo>
                  <a:close/>
                  <a:moveTo>
                    <a:pt x="5878" y="1938"/>
                  </a:moveTo>
                  <a:cubicBezTo>
                    <a:pt x="7450" y="1938"/>
                    <a:pt x="8725" y="3213"/>
                    <a:pt x="8729" y="4785"/>
                  </a:cubicBezTo>
                  <a:lnTo>
                    <a:pt x="8729" y="5317"/>
                  </a:lnTo>
                  <a:cubicBezTo>
                    <a:pt x="8620" y="5263"/>
                    <a:pt x="8504" y="5234"/>
                    <a:pt x="8384" y="5234"/>
                  </a:cubicBezTo>
                  <a:lnTo>
                    <a:pt x="8276" y="5234"/>
                  </a:lnTo>
                  <a:cubicBezTo>
                    <a:pt x="8272" y="5234"/>
                    <a:pt x="8269" y="5234"/>
                    <a:pt x="8269" y="5230"/>
                  </a:cubicBezTo>
                  <a:cubicBezTo>
                    <a:pt x="8265" y="5227"/>
                    <a:pt x="8261" y="5223"/>
                    <a:pt x="8261" y="5220"/>
                  </a:cubicBezTo>
                  <a:lnTo>
                    <a:pt x="8261" y="5002"/>
                  </a:lnTo>
                  <a:cubicBezTo>
                    <a:pt x="8261" y="4890"/>
                    <a:pt x="8171" y="4799"/>
                    <a:pt x="8058" y="4799"/>
                  </a:cubicBezTo>
                  <a:lnTo>
                    <a:pt x="6910" y="4799"/>
                  </a:lnTo>
                  <a:lnTo>
                    <a:pt x="6729" y="4082"/>
                  </a:lnTo>
                  <a:cubicBezTo>
                    <a:pt x="6704" y="3984"/>
                    <a:pt x="6620" y="3928"/>
                    <a:pt x="6533" y="3928"/>
                  </a:cubicBezTo>
                  <a:cubicBezTo>
                    <a:pt x="6482" y="3928"/>
                    <a:pt x="6430" y="3947"/>
                    <a:pt x="6389" y="3988"/>
                  </a:cubicBezTo>
                  <a:lnTo>
                    <a:pt x="5574" y="4799"/>
                  </a:lnTo>
                  <a:lnTo>
                    <a:pt x="3702" y="4799"/>
                  </a:lnTo>
                  <a:cubicBezTo>
                    <a:pt x="3430" y="4799"/>
                    <a:pt x="3430" y="5205"/>
                    <a:pt x="3702" y="5205"/>
                  </a:cubicBezTo>
                  <a:lnTo>
                    <a:pt x="5661" y="5205"/>
                  </a:lnTo>
                  <a:cubicBezTo>
                    <a:pt x="5715" y="5205"/>
                    <a:pt x="5766" y="5183"/>
                    <a:pt x="5806" y="5147"/>
                  </a:cubicBezTo>
                  <a:lnTo>
                    <a:pt x="6421" y="4531"/>
                  </a:lnTo>
                  <a:lnTo>
                    <a:pt x="6552" y="5053"/>
                  </a:lnTo>
                  <a:cubicBezTo>
                    <a:pt x="6577" y="5143"/>
                    <a:pt x="6657" y="5205"/>
                    <a:pt x="6751" y="5205"/>
                  </a:cubicBezTo>
                  <a:lnTo>
                    <a:pt x="7856" y="5205"/>
                  </a:lnTo>
                  <a:lnTo>
                    <a:pt x="7856" y="5220"/>
                  </a:lnTo>
                  <a:cubicBezTo>
                    <a:pt x="7856" y="5455"/>
                    <a:pt x="8044" y="5643"/>
                    <a:pt x="8276" y="5643"/>
                  </a:cubicBezTo>
                  <a:lnTo>
                    <a:pt x="8384" y="5643"/>
                  </a:lnTo>
                  <a:cubicBezTo>
                    <a:pt x="8573" y="5643"/>
                    <a:pt x="8725" y="5795"/>
                    <a:pt x="8725" y="5984"/>
                  </a:cubicBezTo>
                  <a:cubicBezTo>
                    <a:pt x="8725" y="6172"/>
                    <a:pt x="8573" y="6324"/>
                    <a:pt x="8384" y="6324"/>
                  </a:cubicBezTo>
                  <a:lnTo>
                    <a:pt x="8261" y="6324"/>
                  </a:lnTo>
                  <a:lnTo>
                    <a:pt x="8261" y="6310"/>
                  </a:lnTo>
                  <a:cubicBezTo>
                    <a:pt x="8261" y="6174"/>
                    <a:pt x="8160" y="6106"/>
                    <a:pt x="8058" y="6106"/>
                  </a:cubicBezTo>
                  <a:cubicBezTo>
                    <a:pt x="7957" y="6106"/>
                    <a:pt x="7856" y="6174"/>
                    <a:pt x="7856" y="6310"/>
                  </a:cubicBezTo>
                  <a:cubicBezTo>
                    <a:pt x="7856" y="7762"/>
                    <a:pt x="6679" y="8939"/>
                    <a:pt x="5226" y="8939"/>
                  </a:cubicBezTo>
                  <a:cubicBezTo>
                    <a:pt x="3774" y="8939"/>
                    <a:pt x="2597" y="7762"/>
                    <a:pt x="2597" y="6310"/>
                  </a:cubicBezTo>
                  <a:cubicBezTo>
                    <a:pt x="2597" y="6174"/>
                    <a:pt x="2495" y="6106"/>
                    <a:pt x="2392" y="6106"/>
                  </a:cubicBezTo>
                  <a:cubicBezTo>
                    <a:pt x="2290" y="6106"/>
                    <a:pt x="2188" y="6174"/>
                    <a:pt x="2188" y="6310"/>
                  </a:cubicBezTo>
                  <a:lnTo>
                    <a:pt x="2188" y="6324"/>
                  </a:lnTo>
                  <a:lnTo>
                    <a:pt x="2065" y="6324"/>
                  </a:lnTo>
                  <a:cubicBezTo>
                    <a:pt x="1876" y="6324"/>
                    <a:pt x="1724" y="6172"/>
                    <a:pt x="1724" y="5984"/>
                  </a:cubicBezTo>
                  <a:cubicBezTo>
                    <a:pt x="1724" y="5795"/>
                    <a:pt x="1876" y="5643"/>
                    <a:pt x="2065" y="5643"/>
                  </a:cubicBezTo>
                  <a:lnTo>
                    <a:pt x="2173" y="5643"/>
                  </a:lnTo>
                  <a:cubicBezTo>
                    <a:pt x="2405" y="5643"/>
                    <a:pt x="2597" y="5455"/>
                    <a:pt x="2597" y="5220"/>
                  </a:cubicBezTo>
                  <a:lnTo>
                    <a:pt x="2597" y="5209"/>
                  </a:lnTo>
                  <a:lnTo>
                    <a:pt x="2829" y="5209"/>
                  </a:lnTo>
                  <a:cubicBezTo>
                    <a:pt x="3100" y="5209"/>
                    <a:pt x="3100" y="4799"/>
                    <a:pt x="2829" y="4799"/>
                  </a:cubicBezTo>
                  <a:lnTo>
                    <a:pt x="2391" y="4799"/>
                  </a:lnTo>
                  <a:cubicBezTo>
                    <a:pt x="2278" y="4799"/>
                    <a:pt x="2188" y="4890"/>
                    <a:pt x="2188" y="5002"/>
                  </a:cubicBezTo>
                  <a:lnTo>
                    <a:pt x="2188" y="5220"/>
                  </a:lnTo>
                  <a:cubicBezTo>
                    <a:pt x="2188" y="5230"/>
                    <a:pt x="2180" y="5234"/>
                    <a:pt x="2173" y="5234"/>
                  </a:cubicBezTo>
                  <a:lnTo>
                    <a:pt x="2065" y="5234"/>
                  </a:lnTo>
                  <a:cubicBezTo>
                    <a:pt x="1945" y="5234"/>
                    <a:pt x="1829" y="5263"/>
                    <a:pt x="1724" y="5317"/>
                  </a:cubicBezTo>
                  <a:lnTo>
                    <a:pt x="1724" y="4785"/>
                  </a:lnTo>
                  <a:cubicBezTo>
                    <a:pt x="1728" y="3213"/>
                    <a:pt x="2999" y="1938"/>
                    <a:pt x="4571" y="1938"/>
                  </a:cubicBezTo>
                  <a:close/>
                  <a:moveTo>
                    <a:pt x="3712" y="9566"/>
                  </a:moveTo>
                  <a:cubicBezTo>
                    <a:pt x="3705" y="9750"/>
                    <a:pt x="3589" y="9917"/>
                    <a:pt x="3412" y="9978"/>
                  </a:cubicBezTo>
                  <a:lnTo>
                    <a:pt x="3347" y="10000"/>
                  </a:lnTo>
                  <a:cubicBezTo>
                    <a:pt x="3277" y="9933"/>
                    <a:pt x="3182" y="9896"/>
                    <a:pt x="3087" y="9896"/>
                  </a:cubicBezTo>
                  <a:cubicBezTo>
                    <a:pt x="3039" y="9896"/>
                    <a:pt x="2991" y="9905"/>
                    <a:pt x="2945" y="9924"/>
                  </a:cubicBezTo>
                  <a:lnTo>
                    <a:pt x="2314" y="10178"/>
                  </a:lnTo>
                  <a:cubicBezTo>
                    <a:pt x="2177" y="10232"/>
                    <a:pt x="2068" y="10337"/>
                    <a:pt x="2010" y="10475"/>
                  </a:cubicBezTo>
                  <a:lnTo>
                    <a:pt x="1724" y="10576"/>
                  </a:lnTo>
                  <a:lnTo>
                    <a:pt x="1724" y="10236"/>
                  </a:lnTo>
                  <a:cubicBezTo>
                    <a:pt x="1724" y="9866"/>
                    <a:pt x="2021" y="9566"/>
                    <a:pt x="2391" y="9566"/>
                  </a:cubicBezTo>
                  <a:close/>
                  <a:moveTo>
                    <a:pt x="8058" y="9566"/>
                  </a:moveTo>
                  <a:cubicBezTo>
                    <a:pt x="8428" y="9566"/>
                    <a:pt x="8729" y="9866"/>
                    <a:pt x="8729" y="10236"/>
                  </a:cubicBezTo>
                  <a:lnTo>
                    <a:pt x="8729" y="10576"/>
                  </a:lnTo>
                  <a:lnTo>
                    <a:pt x="8439" y="10471"/>
                  </a:lnTo>
                  <a:cubicBezTo>
                    <a:pt x="8381" y="10337"/>
                    <a:pt x="8272" y="10228"/>
                    <a:pt x="8135" y="10174"/>
                  </a:cubicBezTo>
                  <a:lnTo>
                    <a:pt x="7504" y="9921"/>
                  </a:lnTo>
                  <a:cubicBezTo>
                    <a:pt x="7459" y="9903"/>
                    <a:pt x="7411" y="9894"/>
                    <a:pt x="7364" y="9894"/>
                  </a:cubicBezTo>
                  <a:cubicBezTo>
                    <a:pt x="7269" y="9894"/>
                    <a:pt x="7175" y="9930"/>
                    <a:pt x="7102" y="10000"/>
                  </a:cubicBezTo>
                  <a:lnTo>
                    <a:pt x="7037" y="9975"/>
                  </a:lnTo>
                  <a:cubicBezTo>
                    <a:pt x="6863" y="9913"/>
                    <a:pt x="6744" y="9750"/>
                    <a:pt x="6737" y="9566"/>
                  </a:cubicBezTo>
                  <a:close/>
                  <a:moveTo>
                    <a:pt x="3061" y="10319"/>
                  </a:moveTo>
                  <a:lnTo>
                    <a:pt x="3061" y="11558"/>
                  </a:lnTo>
                  <a:lnTo>
                    <a:pt x="2376" y="11558"/>
                  </a:lnTo>
                  <a:lnTo>
                    <a:pt x="2376" y="10685"/>
                  </a:lnTo>
                  <a:cubicBezTo>
                    <a:pt x="2376" y="10627"/>
                    <a:pt x="2412" y="10576"/>
                    <a:pt x="2467" y="10554"/>
                  </a:cubicBezTo>
                  <a:lnTo>
                    <a:pt x="3061" y="10319"/>
                  </a:lnTo>
                  <a:close/>
                  <a:moveTo>
                    <a:pt x="7388" y="10319"/>
                  </a:moveTo>
                  <a:lnTo>
                    <a:pt x="7982" y="10558"/>
                  </a:lnTo>
                  <a:cubicBezTo>
                    <a:pt x="8037" y="10576"/>
                    <a:pt x="8073" y="10630"/>
                    <a:pt x="8073" y="10688"/>
                  </a:cubicBezTo>
                  <a:lnTo>
                    <a:pt x="8073" y="11558"/>
                  </a:lnTo>
                  <a:lnTo>
                    <a:pt x="7388" y="11558"/>
                  </a:lnTo>
                  <a:lnTo>
                    <a:pt x="7388" y="10319"/>
                  </a:lnTo>
                  <a:close/>
                  <a:moveTo>
                    <a:pt x="6327" y="9142"/>
                  </a:moveTo>
                  <a:lnTo>
                    <a:pt x="6327" y="9555"/>
                  </a:lnTo>
                  <a:cubicBezTo>
                    <a:pt x="6331" y="9917"/>
                    <a:pt x="6559" y="10239"/>
                    <a:pt x="6900" y="10362"/>
                  </a:cubicBezTo>
                  <a:lnTo>
                    <a:pt x="6983" y="10391"/>
                  </a:lnTo>
                  <a:lnTo>
                    <a:pt x="6983" y="10696"/>
                  </a:lnTo>
                  <a:cubicBezTo>
                    <a:pt x="6650" y="11358"/>
                    <a:pt x="5969" y="11775"/>
                    <a:pt x="5226" y="11775"/>
                  </a:cubicBezTo>
                  <a:cubicBezTo>
                    <a:pt x="4480" y="11775"/>
                    <a:pt x="3799" y="11358"/>
                    <a:pt x="3466" y="10696"/>
                  </a:cubicBezTo>
                  <a:lnTo>
                    <a:pt x="3466" y="10391"/>
                  </a:lnTo>
                  <a:lnTo>
                    <a:pt x="3549" y="10362"/>
                  </a:lnTo>
                  <a:cubicBezTo>
                    <a:pt x="3890" y="10239"/>
                    <a:pt x="4122" y="9917"/>
                    <a:pt x="4122" y="9555"/>
                  </a:cubicBezTo>
                  <a:lnTo>
                    <a:pt x="4122" y="9142"/>
                  </a:lnTo>
                  <a:cubicBezTo>
                    <a:pt x="4477" y="9279"/>
                    <a:pt x="4851" y="9348"/>
                    <a:pt x="5224" y="9348"/>
                  </a:cubicBezTo>
                  <a:cubicBezTo>
                    <a:pt x="5598" y="9348"/>
                    <a:pt x="5972" y="9279"/>
                    <a:pt x="6327" y="9142"/>
                  </a:cubicBezTo>
                  <a:close/>
                  <a:moveTo>
                    <a:pt x="4571" y="1"/>
                  </a:moveTo>
                  <a:cubicBezTo>
                    <a:pt x="3977" y="4"/>
                    <a:pt x="3495" y="482"/>
                    <a:pt x="3495" y="1076"/>
                  </a:cubicBezTo>
                  <a:cubicBezTo>
                    <a:pt x="3495" y="1283"/>
                    <a:pt x="3557" y="1482"/>
                    <a:pt x="3669" y="1656"/>
                  </a:cubicBezTo>
                  <a:cubicBezTo>
                    <a:pt x="2275" y="2058"/>
                    <a:pt x="1318" y="3333"/>
                    <a:pt x="1318" y="4781"/>
                  </a:cubicBezTo>
                  <a:lnTo>
                    <a:pt x="1318" y="5984"/>
                  </a:lnTo>
                  <a:cubicBezTo>
                    <a:pt x="1318" y="6397"/>
                    <a:pt x="1652" y="6733"/>
                    <a:pt x="2065" y="6733"/>
                  </a:cubicBezTo>
                  <a:lnTo>
                    <a:pt x="2217" y="6733"/>
                  </a:lnTo>
                  <a:cubicBezTo>
                    <a:pt x="2351" y="7661"/>
                    <a:pt x="2901" y="8475"/>
                    <a:pt x="3716" y="8946"/>
                  </a:cubicBezTo>
                  <a:lnTo>
                    <a:pt x="3716" y="9160"/>
                  </a:lnTo>
                  <a:lnTo>
                    <a:pt x="2394" y="9160"/>
                  </a:lnTo>
                  <a:cubicBezTo>
                    <a:pt x="1800" y="9160"/>
                    <a:pt x="1318" y="9642"/>
                    <a:pt x="1318" y="10236"/>
                  </a:cubicBezTo>
                  <a:lnTo>
                    <a:pt x="1318" y="10721"/>
                  </a:lnTo>
                  <a:lnTo>
                    <a:pt x="1007" y="10830"/>
                  </a:lnTo>
                  <a:cubicBezTo>
                    <a:pt x="402" y="11043"/>
                    <a:pt x="0" y="11615"/>
                    <a:pt x="0" y="12257"/>
                  </a:cubicBezTo>
                  <a:lnTo>
                    <a:pt x="0" y="13720"/>
                  </a:lnTo>
                  <a:cubicBezTo>
                    <a:pt x="0" y="13856"/>
                    <a:pt x="102" y="13923"/>
                    <a:pt x="203" y="13923"/>
                  </a:cubicBezTo>
                  <a:cubicBezTo>
                    <a:pt x="304" y="13923"/>
                    <a:pt x="406" y="13856"/>
                    <a:pt x="406" y="13720"/>
                  </a:cubicBezTo>
                  <a:lnTo>
                    <a:pt x="406" y="12257"/>
                  </a:lnTo>
                  <a:cubicBezTo>
                    <a:pt x="406" y="11786"/>
                    <a:pt x="703" y="11369"/>
                    <a:pt x="1145" y="11213"/>
                  </a:cubicBezTo>
                  <a:lnTo>
                    <a:pt x="1970" y="10920"/>
                  </a:lnTo>
                  <a:lnTo>
                    <a:pt x="1970" y="13720"/>
                  </a:lnTo>
                  <a:cubicBezTo>
                    <a:pt x="1970" y="13856"/>
                    <a:pt x="2073" y="13923"/>
                    <a:pt x="2175" y="13923"/>
                  </a:cubicBezTo>
                  <a:cubicBezTo>
                    <a:pt x="2277" y="13923"/>
                    <a:pt x="2380" y="13856"/>
                    <a:pt x="2380" y="13720"/>
                  </a:cubicBezTo>
                  <a:lnTo>
                    <a:pt x="2380" y="11963"/>
                  </a:lnTo>
                  <a:lnTo>
                    <a:pt x="3061" y="11963"/>
                  </a:lnTo>
                  <a:lnTo>
                    <a:pt x="3061" y="13720"/>
                  </a:lnTo>
                  <a:cubicBezTo>
                    <a:pt x="3061" y="13856"/>
                    <a:pt x="3162" y="13923"/>
                    <a:pt x="3263" y="13923"/>
                  </a:cubicBezTo>
                  <a:cubicBezTo>
                    <a:pt x="3365" y="13923"/>
                    <a:pt x="3466" y="13856"/>
                    <a:pt x="3466" y="13720"/>
                  </a:cubicBezTo>
                  <a:lnTo>
                    <a:pt x="3466" y="11405"/>
                  </a:lnTo>
                  <a:cubicBezTo>
                    <a:pt x="3607" y="11558"/>
                    <a:pt x="3767" y="11692"/>
                    <a:pt x="3941" y="11804"/>
                  </a:cubicBezTo>
                  <a:cubicBezTo>
                    <a:pt x="4332" y="12056"/>
                    <a:pt x="4778" y="12181"/>
                    <a:pt x="5224" y="12181"/>
                  </a:cubicBezTo>
                  <a:cubicBezTo>
                    <a:pt x="5671" y="12181"/>
                    <a:pt x="6117" y="12056"/>
                    <a:pt x="6508" y="11804"/>
                  </a:cubicBezTo>
                  <a:cubicBezTo>
                    <a:pt x="6682" y="11692"/>
                    <a:pt x="6842" y="11558"/>
                    <a:pt x="6983" y="11405"/>
                  </a:cubicBezTo>
                  <a:lnTo>
                    <a:pt x="6983" y="12195"/>
                  </a:lnTo>
                  <a:cubicBezTo>
                    <a:pt x="6983" y="12331"/>
                    <a:pt x="7084" y="12399"/>
                    <a:pt x="7186" y="12399"/>
                  </a:cubicBezTo>
                  <a:cubicBezTo>
                    <a:pt x="7287" y="12399"/>
                    <a:pt x="7388" y="12331"/>
                    <a:pt x="7388" y="12195"/>
                  </a:cubicBezTo>
                  <a:lnTo>
                    <a:pt x="7388" y="11963"/>
                  </a:lnTo>
                  <a:lnTo>
                    <a:pt x="8073" y="11963"/>
                  </a:lnTo>
                  <a:lnTo>
                    <a:pt x="8073" y="13720"/>
                  </a:lnTo>
                  <a:cubicBezTo>
                    <a:pt x="8073" y="13856"/>
                    <a:pt x="8175" y="13923"/>
                    <a:pt x="8278" y="13923"/>
                  </a:cubicBezTo>
                  <a:cubicBezTo>
                    <a:pt x="8380" y="13923"/>
                    <a:pt x="8482" y="13856"/>
                    <a:pt x="8482" y="13720"/>
                  </a:cubicBezTo>
                  <a:lnTo>
                    <a:pt x="8482" y="10920"/>
                  </a:lnTo>
                  <a:lnTo>
                    <a:pt x="9308" y="11213"/>
                  </a:lnTo>
                  <a:cubicBezTo>
                    <a:pt x="9750" y="11369"/>
                    <a:pt x="10043" y="11789"/>
                    <a:pt x="10043" y="12257"/>
                  </a:cubicBezTo>
                  <a:lnTo>
                    <a:pt x="10043" y="13723"/>
                  </a:lnTo>
                  <a:cubicBezTo>
                    <a:pt x="10043" y="13857"/>
                    <a:pt x="10146" y="13924"/>
                    <a:pt x="10248" y="13924"/>
                  </a:cubicBezTo>
                  <a:cubicBezTo>
                    <a:pt x="10350" y="13924"/>
                    <a:pt x="10452" y="13857"/>
                    <a:pt x="10452" y="13723"/>
                  </a:cubicBezTo>
                  <a:lnTo>
                    <a:pt x="10452" y="12257"/>
                  </a:lnTo>
                  <a:cubicBezTo>
                    <a:pt x="10452" y="11615"/>
                    <a:pt x="10047" y="11043"/>
                    <a:pt x="9446" y="10830"/>
                  </a:cubicBezTo>
                  <a:lnTo>
                    <a:pt x="9134" y="10717"/>
                  </a:lnTo>
                  <a:lnTo>
                    <a:pt x="9134" y="10232"/>
                  </a:lnTo>
                  <a:cubicBezTo>
                    <a:pt x="9134" y="9638"/>
                    <a:pt x="8652" y="9156"/>
                    <a:pt x="8058" y="9156"/>
                  </a:cubicBezTo>
                  <a:lnTo>
                    <a:pt x="6737" y="9156"/>
                  </a:lnTo>
                  <a:lnTo>
                    <a:pt x="6737" y="8943"/>
                  </a:lnTo>
                  <a:cubicBezTo>
                    <a:pt x="7551" y="8475"/>
                    <a:pt x="8102" y="7657"/>
                    <a:pt x="8232" y="6730"/>
                  </a:cubicBezTo>
                  <a:lnTo>
                    <a:pt x="8384" y="6730"/>
                  </a:lnTo>
                  <a:cubicBezTo>
                    <a:pt x="8801" y="6730"/>
                    <a:pt x="9134" y="6397"/>
                    <a:pt x="9134" y="5980"/>
                  </a:cubicBezTo>
                  <a:lnTo>
                    <a:pt x="9134" y="4781"/>
                  </a:lnTo>
                  <a:cubicBezTo>
                    <a:pt x="9134" y="3333"/>
                    <a:pt x="8174" y="2058"/>
                    <a:pt x="6784" y="1656"/>
                  </a:cubicBezTo>
                  <a:cubicBezTo>
                    <a:pt x="6896" y="1482"/>
                    <a:pt x="6954" y="1283"/>
                    <a:pt x="6954" y="1076"/>
                  </a:cubicBezTo>
                  <a:cubicBezTo>
                    <a:pt x="6954" y="482"/>
                    <a:pt x="6472" y="4"/>
                    <a:pt x="58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88"/>
            <p:cNvSpPr/>
            <p:nvPr/>
          </p:nvSpPr>
          <p:spPr>
            <a:xfrm>
              <a:off x="5544346" y="3232012"/>
              <a:ext cx="10775" cy="27895"/>
            </a:xfrm>
            <a:custGeom>
              <a:rect b="b" l="l" r="r" t="t"/>
              <a:pathLst>
                <a:path extrusionOk="0" h="1064" w="411">
                  <a:moveTo>
                    <a:pt x="204" y="1"/>
                  </a:moveTo>
                  <a:cubicBezTo>
                    <a:pt x="91" y="1"/>
                    <a:pt x="1" y="92"/>
                    <a:pt x="1" y="204"/>
                  </a:cubicBezTo>
                  <a:lnTo>
                    <a:pt x="1" y="859"/>
                  </a:lnTo>
                  <a:cubicBezTo>
                    <a:pt x="1" y="995"/>
                    <a:pt x="103" y="1063"/>
                    <a:pt x="205" y="1063"/>
                  </a:cubicBezTo>
                  <a:cubicBezTo>
                    <a:pt x="308" y="1063"/>
                    <a:pt x="410" y="995"/>
                    <a:pt x="410" y="859"/>
                  </a:cubicBezTo>
                  <a:lnTo>
                    <a:pt x="410" y="204"/>
                  </a:lnTo>
                  <a:cubicBezTo>
                    <a:pt x="410" y="92"/>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9" name="Google Shape;18419;p88"/>
          <p:cNvGrpSpPr/>
          <p:nvPr/>
        </p:nvGrpSpPr>
        <p:grpSpPr>
          <a:xfrm>
            <a:off x="5805866" y="1983430"/>
            <a:ext cx="284958" cy="365079"/>
            <a:chOff x="5805866" y="1983430"/>
            <a:chExt cx="284958" cy="365079"/>
          </a:xfrm>
        </p:grpSpPr>
        <p:sp>
          <p:nvSpPr>
            <p:cNvPr id="18420" name="Google Shape;18420;p88"/>
            <p:cNvSpPr/>
            <p:nvPr/>
          </p:nvSpPr>
          <p:spPr>
            <a:xfrm>
              <a:off x="5811266" y="2225811"/>
              <a:ext cx="274261" cy="117297"/>
            </a:xfrm>
            <a:custGeom>
              <a:rect b="b" l="l" r="r" t="t"/>
              <a:pathLst>
                <a:path extrusionOk="0" h="4474" w="10461">
                  <a:moveTo>
                    <a:pt x="3582" y="1"/>
                  </a:moveTo>
                  <a:cubicBezTo>
                    <a:pt x="3499" y="124"/>
                    <a:pt x="3376" y="211"/>
                    <a:pt x="3235" y="254"/>
                  </a:cubicBezTo>
                  <a:lnTo>
                    <a:pt x="939" y="928"/>
                  </a:lnTo>
                  <a:cubicBezTo>
                    <a:pt x="381" y="1091"/>
                    <a:pt x="0" y="1602"/>
                    <a:pt x="0" y="2185"/>
                  </a:cubicBezTo>
                  <a:lnTo>
                    <a:pt x="0" y="4474"/>
                  </a:lnTo>
                  <a:lnTo>
                    <a:pt x="10460" y="4474"/>
                  </a:lnTo>
                  <a:lnTo>
                    <a:pt x="10460" y="2181"/>
                  </a:lnTo>
                  <a:cubicBezTo>
                    <a:pt x="10460" y="1602"/>
                    <a:pt x="10076" y="1091"/>
                    <a:pt x="9522" y="928"/>
                  </a:cubicBezTo>
                  <a:lnTo>
                    <a:pt x="7226" y="254"/>
                  </a:lnTo>
                  <a:cubicBezTo>
                    <a:pt x="7085" y="211"/>
                    <a:pt x="6961" y="124"/>
                    <a:pt x="687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88"/>
            <p:cNvSpPr/>
            <p:nvPr/>
          </p:nvSpPr>
          <p:spPr>
            <a:xfrm>
              <a:off x="5880769" y="2285927"/>
              <a:ext cx="135151" cy="57180"/>
            </a:xfrm>
            <a:custGeom>
              <a:rect b="b" l="l" r="r" t="t"/>
              <a:pathLst>
                <a:path extrusionOk="0" h="2181" w="5155">
                  <a:moveTo>
                    <a:pt x="2579" y="0"/>
                  </a:moveTo>
                  <a:cubicBezTo>
                    <a:pt x="1304" y="0"/>
                    <a:pt x="214" y="920"/>
                    <a:pt x="1" y="2181"/>
                  </a:cubicBezTo>
                  <a:lnTo>
                    <a:pt x="5154" y="2181"/>
                  </a:lnTo>
                  <a:cubicBezTo>
                    <a:pt x="4941" y="920"/>
                    <a:pt x="3854" y="0"/>
                    <a:pt x="257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88"/>
            <p:cNvSpPr/>
            <p:nvPr/>
          </p:nvSpPr>
          <p:spPr>
            <a:xfrm>
              <a:off x="5884859" y="2225811"/>
              <a:ext cx="127076" cy="25850"/>
            </a:xfrm>
            <a:custGeom>
              <a:rect b="b" l="l" r="r" t="t"/>
              <a:pathLst>
                <a:path extrusionOk="0" h="986" w="4847">
                  <a:moveTo>
                    <a:pt x="775" y="1"/>
                  </a:moveTo>
                  <a:cubicBezTo>
                    <a:pt x="692" y="120"/>
                    <a:pt x="569" y="211"/>
                    <a:pt x="428" y="251"/>
                  </a:cubicBezTo>
                  <a:lnTo>
                    <a:pt x="0" y="377"/>
                  </a:lnTo>
                  <a:cubicBezTo>
                    <a:pt x="746" y="779"/>
                    <a:pt x="1579" y="986"/>
                    <a:pt x="2423" y="986"/>
                  </a:cubicBezTo>
                  <a:cubicBezTo>
                    <a:pt x="3267" y="986"/>
                    <a:pt x="4100" y="779"/>
                    <a:pt x="4846" y="377"/>
                  </a:cubicBezTo>
                  <a:lnTo>
                    <a:pt x="4419" y="251"/>
                  </a:lnTo>
                  <a:cubicBezTo>
                    <a:pt x="4278" y="211"/>
                    <a:pt x="4154" y="120"/>
                    <a:pt x="4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88"/>
            <p:cNvSpPr/>
            <p:nvPr/>
          </p:nvSpPr>
          <p:spPr>
            <a:xfrm>
              <a:off x="5999744" y="1988804"/>
              <a:ext cx="68690" cy="68585"/>
            </a:xfrm>
            <a:custGeom>
              <a:rect b="b" l="l" r="r" t="t"/>
              <a:pathLst>
                <a:path extrusionOk="0" h="2616" w="2620">
                  <a:moveTo>
                    <a:pt x="1312" y="1"/>
                  </a:moveTo>
                  <a:cubicBezTo>
                    <a:pt x="587" y="1"/>
                    <a:pt x="1" y="588"/>
                    <a:pt x="1" y="1308"/>
                  </a:cubicBezTo>
                  <a:cubicBezTo>
                    <a:pt x="1" y="2029"/>
                    <a:pt x="587" y="2616"/>
                    <a:pt x="1312" y="2616"/>
                  </a:cubicBezTo>
                  <a:cubicBezTo>
                    <a:pt x="2032" y="2616"/>
                    <a:pt x="2619" y="2029"/>
                    <a:pt x="2619" y="1308"/>
                  </a:cubicBezTo>
                  <a:cubicBezTo>
                    <a:pt x="2619" y="588"/>
                    <a:pt x="2032" y="1"/>
                    <a:pt x="1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88"/>
            <p:cNvSpPr/>
            <p:nvPr/>
          </p:nvSpPr>
          <p:spPr>
            <a:xfrm>
              <a:off x="6022632" y="2011692"/>
              <a:ext cx="22914" cy="22809"/>
            </a:xfrm>
            <a:custGeom>
              <a:rect b="b" l="l" r="r" t="t"/>
              <a:pathLst>
                <a:path extrusionOk="0" h="870" w="874">
                  <a:moveTo>
                    <a:pt x="439" y="1"/>
                  </a:moveTo>
                  <a:cubicBezTo>
                    <a:pt x="196" y="1"/>
                    <a:pt x="0" y="196"/>
                    <a:pt x="0" y="435"/>
                  </a:cubicBezTo>
                  <a:cubicBezTo>
                    <a:pt x="0" y="674"/>
                    <a:pt x="196" y="870"/>
                    <a:pt x="439" y="870"/>
                  </a:cubicBezTo>
                  <a:cubicBezTo>
                    <a:pt x="678" y="870"/>
                    <a:pt x="873" y="674"/>
                    <a:pt x="873" y="435"/>
                  </a:cubicBezTo>
                  <a:cubicBezTo>
                    <a:pt x="873" y="196"/>
                    <a:pt x="678" y="1"/>
                    <a:pt x="4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88"/>
            <p:cNvSpPr/>
            <p:nvPr/>
          </p:nvSpPr>
          <p:spPr>
            <a:xfrm>
              <a:off x="5828360" y="1988804"/>
              <a:ext cx="68585" cy="68585"/>
            </a:xfrm>
            <a:custGeom>
              <a:rect b="b" l="l" r="r" t="t"/>
              <a:pathLst>
                <a:path extrusionOk="0" h="2616" w="2616">
                  <a:moveTo>
                    <a:pt x="1308" y="1"/>
                  </a:moveTo>
                  <a:cubicBezTo>
                    <a:pt x="587" y="1"/>
                    <a:pt x="0" y="588"/>
                    <a:pt x="0" y="1308"/>
                  </a:cubicBezTo>
                  <a:cubicBezTo>
                    <a:pt x="0" y="2029"/>
                    <a:pt x="587" y="2616"/>
                    <a:pt x="1308" y="2616"/>
                  </a:cubicBezTo>
                  <a:cubicBezTo>
                    <a:pt x="2032" y="2616"/>
                    <a:pt x="2615" y="2029"/>
                    <a:pt x="2615" y="1308"/>
                  </a:cubicBezTo>
                  <a:cubicBezTo>
                    <a:pt x="2615" y="588"/>
                    <a:pt x="2032" y="1"/>
                    <a:pt x="130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88"/>
            <p:cNvSpPr/>
            <p:nvPr/>
          </p:nvSpPr>
          <p:spPr>
            <a:xfrm>
              <a:off x="5851248" y="2011692"/>
              <a:ext cx="22809" cy="22809"/>
            </a:xfrm>
            <a:custGeom>
              <a:rect b="b" l="l" r="r" t="t"/>
              <a:pathLst>
                <a:path extrusionOk="0" h="870" w="870">
                  <a:moveTo>
                    <a:pt x="435" y="1"/>
                  </a:moveTo>
                  <a:cubicBezTo>
                    <a:pt x="196" y="1"/>
                    <a:pt x="0" y="196"/>
                    <a:pt x="0" y="435"/>
                  </a:cubicBezTo>
                  <a:cubicBezTo>
                    <a:pt x="0" y="674"/>
                    <a:pt x="196" y="870"/>
                    <a:pt x="435" y="870"/>
                  </a:cubicBezTo>
                  <a:cubicBezTo>
                    <a:pt x="674" y="870"/>
                    <a:pt x="869" y="674"/>
                    <a:pt x="869" y="435"/>
                  </a:cubicBezTo>
                  <a:cubicBezTo>
                    <a:pt x="869" y="196"/>
                    <a:pt x="674" y="1"/>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88"/>
            <p:cNvSpPr/>
            <p:nvPr/>
          </p:nvSpPr>
          <p:spPr>
            <a:xfrm>
              <a:off x="5831218" y="2000209"/>
              <a:ext cx="234358" cy="234358"/>
            </a:xfrm>
            <a:custGeom>
              <a:rect b="b" l="l" r="r" t="t"/>
              <a:pathLst>
                <a:path extrusionOk="0" h="8939" w="8939">
                  <a:moveTo>
                    <a:pt x="4469" y="1"/>
                  </a:moveTo>
                  <a:cubicBezTo>
                    <a:pt x="2003" y="1"/>
                    <a:pt x="0" y="2003"/>
                    <a:pt x="0" y="4470"/>
                  </a:cubicBezTo>
                  <a:cubicBezTo>
                    <a:pt x="0" y="6936"/>
                    <a:pt x="2003" y="8939"/>
                    <a:pt x="4469" y="8939"/>
                  </a:cubicBezTo>
                  <a:cubicBezTo>
                    <a:pt x="6936" y="8939"/>
                    <a:pt x="8938" y="6936"/>
                    <a:pt x="8938" y="4470"/>
                  </a:cubicBezTo>
                  <a:cubicBezTo>
                    <a:pt x="8938" y="2003"/>
                    <a:pt x="6936" y="1"/>
                    <a:pt x="446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88"/>
            <p:cNvSpPr/>
            <p:nvPr/>
          </p:nvSpPr>
          <p:spPr>
            <a:xfrm>
              <a:off x="5874136" y="2051674"/>
              <a:ext cx="148522" cy="148627"/>
            </a:xfrm>
            <a:custGeom>
              <a:rect b="b" l="l" r="r" t="t"/>
              <a:pathLst>
                <a:path extrusionOk="0" h="5669" w="5665">
                  <a:moveTo>
                    <a:pt x="2832" y="0"/>
                  </a:moveTo>
                  <a:cubicBezTo>
                    <a:pt x="1268" y="0"/>
                    <a:pt x="0" y="1268"/>
                    <a:pt x="0" y="2833"/>
                  </a:cubicBezTo>
                  <a:cubicBezTo>
                    <a:pt x="0" y="4397"/>
                    <a:pt x="1268" y="5668"/>
                    <a:pt x="2832" y="5668"/>
                  </a:cubicBezTo>
                  <a:cubicBezTo>
                    <a:pt x="4397" y="5668"/>
                    <a:pt x="5664" y="4397"/>
                    <a:pt x="5664" y="2833"/>
                  </a:cubicBezTo>
                  <a:cubicBezTo>
                    <a:pt x="5664" y="1268"/>
                    <a:pt x="4397" y="0"/>
                    <a:pt x="28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88"/>
            <p:cNvSpPr/>
            <p:nvPr/>
          </p:nvSpPr>
          <p:spPr>
            <a:xfrm>
              <a:off x="5873559" y="2051621"/>
              <a:ext cx="86334" cy="148627"/>
            </a:xfrm>
            <a:custGeom>
              <a:rect b="b" l="l" r="r" t="t"/>
              <a:pathLst>
                <a:path extrusionOk="0" h="5669" w="3293">
                  <a:moveTo>
                    <a:pt x="2829" y="1"/>
                  </a:moveTo>
                  <a:cubicBezTo>
                    <a:pt x="1298" y="1"/>
                    <a:pt x="0" y="1247"/>
                    <a:pt x="0" y="2835"/>
                  </a:cubicBezTo>
                  <a:cubicBezTo>
                    <a:pt x="0" y="4425"/>
                    <a:pt x="1297" y="5669"/>
                    <a:pt x="2828" y="5669"/>
                  </a:cubicBezTo>
                  <a:cubicBezTo>
                    <a:pt x="2981" y="5669"/>
                    <a:pt x="3136" y="5656"/>
                    <a:pt x="3292" y="5631"/>
                  </a:cubicBezTo>
                  <a:cubicBezTo>
                    <a:pt x="1913" y="5421"/>
                    <a:pt x="895" y="4233"/>
                    <a:pt x="895" y="2835"/>
                  </a:cubicBezTo>
                  <a:cubicBezTo>
                    <a:pt x="895" y="1440"/>
                    <a:pt x="1913" y="252"/>
                    <a:pt x="3292" y="39"/>
                  </a:cubicBezTo>
                  <a:cubicBezTo>
                    <a:pt x="3136" y="13"/>
                    <a:pt x="2982" y="1"/>
                    <a:pt x="282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88"/>
            <p:cNvSpPr/>
            <p:nvPr/>
          </p:nvSpPr>
          <p:spPr>
            <a:xfrm>
              <a:off x="5922638" y="2145952"/>
              <a:ext cx="51491" cy="22835"/>
            </a:xfrm>
            <a:custGeom>
              <a:rect b="b" l="l" r="r" t="t"/>
              <a:pathLst>
                <a:path extrusionOk="0" h="871" w="1964">
                  <a:moveTo>
                    <a:pt x="1" y="1"/>
                  </a:moveTo>
                  <a:cubicBezTo>
                    <a:pt x="1" y="483"/>
                    <a:pt x="439" y="870"/>
                    <a:pt x="982" y="870"/>
                  </a:cubicBezTo>
                  <a:cubicBezTo>
                    <a:pt x="1522" y="870"/>
                    <a:pt x="1964" y="483"/>
                    <a:pt x="19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88"/>
            <p:cNvSpPr/>
            <p:nvPr/>
          </p:nvSpPr>
          <p:spPr>
            <a:xfrm>
              <a:off x="5816772" y="2027082"/>
              <a:ext cx="221931" cy="207407"/>
            </a:xfrm>
            <a:custGeom>
              <a:rect b="b" l="l" r="r" t="t"/>
              <a:pathLst>
                <a:path extrusionOk="0" h="7911" w="8465">
                  <a:moveTo>
                    <a:pt x="2174" y="0"/>
                  </a:moveTo>
                  <a:lnTo>
                    <a:pt x="2174" y="0"/>
                  </a:lnTo>
                  <a:cubicBezTo>
                    <a:pt x="145" y="1677"/>
                    <a:pt x="1" y="4741"/>
                    <a:pt x="1862" y="6603"/>
                  </a:cubicBezTo>
                  <a:cubicBezTo>
                    <a:pt x="2738" y="7479"/>
                    <a:pt x="3881" y="7911"/>
                    <a:pt x="5020" y="7911"/>
                  </a:cubicBezTo>
                  <a:cubicBezTo>
                    <a:pt x="6301" y="7911"/>
                    <a:pt x="7577" y="7365"/>
                    <a:pt x="8465" y="6291"/>
                  </a:cubicBezTo>
                  <a:lnTo>
                    <a:pt x="8465" y="6291"/>
                  </a:lnTo>
                  <a:cubicBezTo>
                    <a:pt x="7668" y="6951"/>
                    <a:pt x="6667" y="7313"/>
                    <a:pt x="5633" y="7313"/>
                  </a:cubicBezTo>
                  <a:cubicBezTo>
                    <a:pt x="5628" y="7313"/>
                    <a:pt x="5623" y="7313"/>
                    <a:pt x="5618" y="7313"/>
                  </a:cubicBezTo>
                  <a:cubicBezTo>
                    <a:pt x="3890" y="7313"/>
                    <a:pt x="2315" y="6313"/>
                    <a:pt x="1576" y="4749"/>
                  </a:cubicBezTo>
                  <a:cubicBezTo>
                    <a:pt x="841" y="3184"/>
                    <a:pt x="1073" y="1333"/>
                    <a:pt x="217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88"/>
            <p:cNvSpPr/>
            <p:nvPr/>
          </p:nvSpPr>
          <p:spPr>
            <a:xfrm>
              <a:off x="5919807" y="2034580"/>
              <a:ext cx="57180" cy="34319"/>
            </a:xfrm>
            <a:custGeom>
              <a:rect b="b" l="l" r="r" t="t"/>
              <a:pathLst>
                <a:path extrusionOk="0" h="1309" w="2181">
                  <a:moveTo>
                    <a:pt x="652" y="1"/>
                  </a:moveTo>
                  <a:cubicBezTo>
                    <a:pt x="293" y="1"/>
                    <a:pt x="0" y="294"/>
                    <a:pt x="0" y="656"/>
                  </a:cubicBezTo>
                  <a:cubicBezTo>
                    <a:pt x="0" y="1015"/>
                    <a:pt x="293" y="1308"/>
                    <a:pt x="652" y="1308"/>
                  </a:cubicBezTo>
                  <a:lnTo>
                    <a:pt x="1525" y="1308"/>
                  </a:lnTo>
                  <a:cubicBezTo>
                    <a:pt x="1887" y="1308"/>
                    <a:pt x="2180" y="1015"/>
                    <a:pt x="2180" y="656"/>
                  </a:cubicBezTo>
                  <a:cubicBezTo>
                    <a:pt x="2180" y="294"/>
                    <a:pt x="1887" y="1"/>
                    <a:pt x="15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88"/>
            <p:cNvSpPr/>
            <p:nvPr/>
          </p:nvSpPr>
          <p:spPr>
            <a:xfrm>
              <a:off x="5936979" y="2023097"/>
              <a:ext cx="22809" cy="22914"/>
            </a:xfrm>
            <a:custGeom>
              <a:rect b="b" l="l" r="r" t="t"/>
              <a:pathLst>
                <a:path extrusionOk="0" h="874" w="870">
                  <a:moveTo>
                    <a:pt x="435" y="0"/>
                  </a:moveTo>
                  <a:cubicBezTo>
                    <a:pt x="193" y="0"/>
                    <a:pt x="1" y="196"/>
                    <a:pt x="1" y="435"/>
                  </a:cubicBezTo>
                  <a:cubicBezTo>
                    <a:pt x="1" y="678"/>
                    <a:pt x="193" y="873"/>
                    <a:pt x="435" y="873"/>
                  </a:cubicBezTo>
                  <a:cubicBezTo>
                    <a:pt x="674" y="873"/>
                    <a:pt x="870" y="678"/>
                    <a:pt x="870" y="435"/>
                  </a:cubicBezTo>
                  <a:cubicBezTo>
                    <a:pt x="870" y="196"/>
                    <a:pt x="674" y="0"/>
                    <a:pt x="4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88"/>
            <p:cNvSpPr/>
            <p:nvPr/>
          </p:nvSpPr>
          <p:spPr>
            <a:xfrm>
              <a:off x="5908796" y="2109195"/>
              <a:ext cx="10644" cy="16386"/>
            </a:xfrm>
            <a:custGeom>
              <a:rect b="b" l="l" r="r" t="t"/>
              <a:pathLst>
                <a:path extrusionOk="0" h="625" w="406">
                  <a:moveTo>
                    <a:pt x="203" y="0"/>
                  </a:moveTo>
                  <a:cubicBezTo>
                    <a:pt x="101"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88"/>
            <p:cNvSpPr/>
            <p:nvPr/>
          </p:nvSpPr>
          <p:spPr>
            <a:xfrm>
              <a:off x="5977328" y="2109195"/>
              <a:ext cx="10671" cy="16412"/>
            </a:xfrm>
            <a:custGeom>
              <a:rect b="b" l="l" r="r" t="t"/>
              <a:pathLst>
                <a:path extrusionOk="0" h="626" w="407">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88"/>
            <p:cNvSpPr/>
            <p:nvPr/>
          </p:nvSpPr>
          <p:spPr>
            <a:xfrm>
              <a:off x="5805866" y="1983430"/>
              <a:ext cx="284958" cy="364948"/>
            </a:xfrm>
            <a:custGeom>
              <a:rect b="b" l="l" r="r" t="t"/>
              <a:pathLst>
                <a:path extrusionOk="0" h="13920" w="10869">
                  <a:moveTo>
                    <a:pt x="2163" y="1276"/>
                  </a:moveTo>
                  <a:cubicBezTo>
                    <a:pt x="2305" y="1276"/>
                    <a:pt x="2435" y="1408"/>
                    <a:pt x="2394" y="1568"/>
                  </a:cubicBezTo>
                  <a:lnTo>
                    <a:pt x="2390" y="1568"/>
                  </a:lnTo>
                  <a:cubicBezTo>
                    <a:pt x="2325" y="1626"/>
                    <a:pt x="2264" y="1684"/>
                    <a:pt x="2202" y="1742"/>
                  </a:cubicBezTo>
                  <a:cubicBezTo>
                    <a:pt x="2188" y="1745"/>
                    <a:pt x="2177" y="1745"/>
                    <a:pt x="2166" y="1745"/>
                  </a:cubicBezTo>
                  <a:cubicBezTo>
                    <a:pt x="1945" y="1745"/>
                    <a:pt x="1847" y="1463"/>
                    <a:pt x="2021" y="1325"/>
                  </a:cubicBezTo>
                  <a:cubicBezTo>
                    <a:pt x="2066" y="1291"/>
                    <a:pt x="2115" y="1276"/>
                    <a:pt x="2163" y="1276"/>
                  </a:cubicBezTo>
                  <a:close/>
                  <a:moveTo>
                    <a:pt x="8706" y="1281"/>
                  </a:moveTo>
                  <a:cubicBezTo>
                    <a:pt x="8763" y="1281"/>
                    <a:pt x="8821" y="1302"/>
                    <a:pt x="8870" y="1350"/>
                  </a:cubicBezTo>
                  <a:cubicBezTo>
                    <a:pt x="9015" y="1495"/>
                    <a:pt x="8913" y="1745"/>
                    <a:pt x="8707" y="1745"/>
                  </a:cubicBezTo>
                  <a:cubicBezTo>
                    <a:pt x="8692" y="1745"/>
                    <a:pt x="8681" y="1745"/>
                    <a:pt x="8670" y="1742"/>
                  </a:cubicBezTo>
                  <a:cubicBezTo>
                    <a:pt x="8609" y="1684"/>
                    <a:pt x="8544" y="1626"/>
                    <a:pt x="8479" y="1568"/>
                  </a:cubicBezTo>
                  <a:cubicBezTo>
                    <a:pt x="8475" y="1550"/>
                    <a:pt x="8475" y="1531"/>
                    <a:pt x="8475" y="1513"/>
                  </a:cubicBezTo>
                  <a:cubicBezTo>
                    <a:pt x="8475" y="1374"/>
                    <a:pt x="8587" y="1281"/>
                    <a:pt x="8706" y="1281"/>
                  </a:cubicBezTo>
                  <a:close/>
                  <a:moveTo>
                    <a:pt x="2170" y="413"/>
                  </a:moveTo>
                  <a:cubicBezTo>
                    <a:pt x="2583" y="413"/>
                    <a:pt x="2971" y="645"/>
                    <a:pt x="3158" y="1032"/>
                  </a:cubicBezTo>
                  <a:cubicBezTo>
                    <a:pt x="3021" y="1108"/>
                    <a:pt x="2890" y="1191"/>
                    <a:pt x="2760" y="1282"/>
                  </a:cubicBezTo>
                  <a:cubicBezTo>
                    <a:pt x="2658" y="1019"/>
                    <a:pt x="2412" y="873"/>
                    <a:pt x="2162" y="873"/>
                  </a:cubicBezTo>
                  <a:cubicBezTo>
                    <a:pt x="2011" y="873"/>
                    <a:pt x="1859" y="926"/>
                    <a:pt x="1735" y="1039"/>
                  </a:cubicBezTo>
                  <a:cubicBezTo>
                    <a:pt x="1402" y="1343"/>
                    <a:pt x="1478" y="1883"/>
                    <a:pt x="1876" y="2086"/>
                  </a:cubicBezTo>
                  <a:cubicBezTo>
                    <a:pt x="1775" y="2205"/>
                    <a:pt x="1681" y="2328"/>
                    <a:pt x="1590" y="2459"/>
                  </a:cubicBezTo>
                  <a:cubicBezTo>
                    <a:pt x="1260" y="2256"/>
                    <a:pt x="1061" y="1897"/>
                    <a:pt x="1061" y="1513"/>
                  </a:cubicBezTo>
                  <a:cubicBezTo>
                    <a:pt x="1065" y="999"/>
                    <a:pt x="1420" y="554"/>
                    <a:pt x="1920" y="441"/>
                  </a:cubicBezTo>
                  <a:cubicBezTo>
                    <a:pt x="2003" y="422"/>
                    <a:pt x="2087" y="413"/>
                    <a:pt x="2170" y="413"/>
                  </a:cubicBezTo>
                  <a:close/>
                  <a:moveTo>
                    <a:pt x="8707" y="409"/>
                  </a:moveTo>
                  <a:cubicBezTo>
                    <a:pt x="9199" y="409"/>
                    <a:pt x="9634" y="738"/>
                    <a:pt x="9768" y="1216"/>
                  </a:cubicBezTo>
                  <a:cubicBezTo>
                    <a:pt x="9902" y="1691"/>
                    <a:pt x="9703" y="2198"/>
                    <a:pt x="9279" y="2459"/>
                  </a:cubicBezTo>
                  <a:cubicBezTo>
                    <a:pt x="9188" y="2328"/>
                    <a:pt x="9094" y="2205"/>
                    <a:pt x="8993" y="2086"/>
                  </a:cubicBezTo>
                  <a:cubicBezTo>
                    <a:pt x="9395" y="1883"/>
                    <a:pt x="9467" y="1343"/>
                    <a:pt x="9134" y="1039"/>
                  </a:cubicBezTo>
                  <a:cubicBezTo>
                    <a:pt x="9010" y="926"/>
                    <a:pt x="8858" y="873"/>
                    <a:pt x="8707" y="873"/>
                  </a:cubicBezTo>
                  <a:cubicBezTo>
                    <a:pt x="8456" y="873"/>
                    <a:pt x="8211" y="1019"/>
                    <a:pt x="8109" y="1282"/>
                  </a:cubicBezTo>
                  <a:cubicBezTo>
                    <a:pt x="7982" y="1191"/>
                    <a:pt x="7848" y="1108"/>
                    <a:pt x="7711" y="1032"/>
                  </a:cubicBezTo>
                  <a:cubicBezTo>
                    <a:pt x="7895" y="651"/>
                    <a:pt x="8283" y="409"/>
                    <a:pt x="8707" y="409"/>
                  </a:cubicBezTo>
                  <a:close/>
                  <a:moveTo>
                    <a:pt x="5433" y="845"/>
                  </a:moveTo>
                  <a:cubicBezTo>
                    <a:pt x="6544" y="845"/>
                    <a:pt x="7635" y="1279"/>
                    <a:pt x="8450" y="2093"/>
                  </a:cubicBezTo>
                  <a:cubicBezTo>
                    <a:pt x="9670" y="3313"/>
                    <a:pt x="10036" y="5146"/>
                    <a:pt x="9377" y="6739"/>
                  </a:cubicBezTo>
                  <a:cubicBezTo>
                    <a:pt x="8714" y="8333"/>
                    <a:pt x="7160" y="9372"/>
                    <a:pt x="5436" y="9372"/>
                  </a:cubicBezTo>
                  <a:cubicBezTo>
                    <a:pt x="3082" y="9369"/>
                    <a:pt x="1173" y="7464"/>
                    <a:pt x="1173" y="5110"/>
                  </a:cubicBezTo>
                  <a:cubicBezTo>
                    <a:pt x="1173" y="3386"/>
                    <a:pt x="2209" y="1828"/>
                    <a:pt x="3803" y="1169"/>
                  </a:cubicBezTo>
                  <a:cubicBezTo>
                    <a:pt x="4330" y="951"/>
                    <a:pt x="4884" y="845"/>
                    <a:pt x="5433" y="845"/>
                  </a:cubicBezTo>
                  <a:close/>
                  <a:moveTo>
                    <a:pt x="2164" y="0"/>
                  </a:moveTo>
                  <a:cubicBezTo>
                    <a:pt x="1805" y="0"/>
                    <a:pt x="1443" y="127"/>
                    <a:pt x="1148" y="394"/>
                  </a:cubicBezTo>
                  <a:cubicBezTo>
                    <a:pt x="402" y="1072"/>
                    <a:pt x="518" y="2274"/>
                    <a:pt x="1376" y="2803"/>
                  </a:cubicBezTo>
                  <a:cubicBezTo>
                    <a:pt x="44" y="5142"/>
                    <a:pt x="960" y="8119"/>
                    <a:pt x="3379" y="9304"/>
                  </a:cubicBezTo>
                  <a:lnTo>
                    <a:pt x="1087" y="9977"/>
                  </a:lnTo>
                  <a:cubicBezTo>
                    <a:pt x="446" y="10169"/>
                    <a:pt x="4" y="10756"/>
                    <a:pt x="0" y="11426"/>
                  </a:cubicBezTo>
                  <a:lnTo>
                    <a:pt x="0" y="13719"/>
                  </a:lnTo>
                  <a:cubicBezTo>
                    <a:pt x="0" y="13853"/>
                    <a:pt x="101" y="13920"/>
                    <a:pt x="203" y="13920"/>
                  </a:cubicBezTo>
                  <a:cubicBezTo>
                    <a:pt x="304" y="13920"/>
                    <a:pt x="406" y="13853"/>
                    <a:pt x="406" y="13719"/>
                  </a:cubicBezTo>
                  <a:lnTo>
                    <a:pt x="406" y="11426"/>
                  </a:lnTo>
                  <a:cubicBezTo>
                    <a:pt x="409" y="10937"/>
                    <a:pt x="732" y="10506"/>
                    <a:pt x="1199" y="10368"/>
                  </a:cubicBezTo>
                  <a:lnTo>
                    <a:pt x="3495" y="9691"/>
                  </a:lnTo>
                  <a:cubicBezTo>
                    <a:pt x="3622" y="9655"/>
                    <a:pt x="3741" y="9590"/>
                    <a:pt x="3835" y="9499"/>
                  </a:cubicBezTo>
                  <a:cubicBezTo>
                    <a:pt x="4352" y="9686"/>
                    <a:pt x="4892" y="9779"/>
                    <a:pt x="5433" y="9779"/>
                  </a:cubicBezTo>
                  <a:cubicBezTo>
                    <a:pt x="5973" y="9779"/>
                    <a:pt x="6514" y="9686"/>
                    <a:pt x="7030" y="9499"/>
                  </a:cubicBezTo>
                  <a:cubicBezTo>
                    <a:pt x="7128" y="9590"/>
                    <a:pt x="7243" y="9655"/>
                    <a:pt x="7370" y="9691"/>
                  </a:cubicBezTo>
                  <a:lnTo>
                    <a:pt x="9670" y="10368"/>
                  </a:lnTo>
                  <a:cubicBezTo>
                    <a:pt x="10137" y="10506"/>
                    <a:pt x="10460" y="10937"/>
                    <a:pt x="10460" y="11426"/>
                  </a:cubicBezTo>
                  <a:lnTo>
                    <a:pt x="10460" y="13719"/>
                  </a:lnTo>
                  <a:cubicBezTo>
                    <a:pt x="10460" y="13853"/>
                    <a:pt x="10562" y="13920"/>
                    <a:pt x="10664" y="13920"/>
                  </a:cubicBezTo>
                  <a:cubicBezTo>
                    <a:pt x="10767" y="13920"/>
                    <a:pt x="10869" y="13853"/>
                    <a:pt x="10869" y="13719"/>
                  </a:cubicBezTo>
                  <a:lnTo>
                    <a:pt x="10869" y="11426"/>
                  </a:lnTo>
                  <a:cubicBezTo>
                    <a:pt x="10865" y="10756"/>
                    <a:pt x="10427" y="10169"/>
                    <a:pt x="9786" y="9977"/>
                  </a:cubicBezTo>
                  <a:lnTo>
                    <a:pt x="7493" y="9304"/>
                  </a:lnTo>
                  <a:cubicBezTo>
                    <a:pt x="9909" y="8119"/>
                    <a:pt x="10829" y="5142"/>
                    <a:pt x="9496" y="2803"/>
                  </a:cubicBezTo>
                  <a:cubicBezTo>
                    <a:pt x="10355" y="2274"/>
                    <a:pt x="10467" y="1072"/>
                    <a:pt x="9724" y="394"/>
                  </a:cubicBezTo>
                  <a:cubicBezTo>
                    <a:pt x="9430" y="127"/>
                    <a:pt x="9067" y="0"/>
                    <a:pt x="8708" y="0"/>
                  </a:cubicBezTo>
                  <a:cubicBezTo>
                    <a:pt x="8157" y="0"/>
                    <a:pt x="7616" y="299"/>
                    <a:pt x="7349" y="847"/>
                  </a:cubicBezTo>
                  <a:cubicBezTo>
                    <a:pt x="6740" y="574"/>
                    <a:pt x="6088" y="437"/>
                    <a:pt x="5436" y="437"/>
                  </a:cubicBezTo>
                  <a:cubicBezTo>
                    <a:pt x="4784" y="437"/>
                    <a:pt x="4132" y="574"/>
                    <a:pt x="3524" y="847"/>
                  </a:cubicBezTo>
                  <a:cubicBezTo>
                    <a:pt x="3254" y="299"/>
                    <a:pt x="2714" y="0"/>
                    <a:pt x="21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88"/>
            <p:cNvSpPr/>
            <p:nvPr/>
          </p:nvSpPr>
          <p:spPr>
            <a:xfrm>
              <a:off x="5901271" y="2092023"/>
              <a:ext cx="23858" cy="10671"/>
            </a:xfrm>
            <a:custGeom>
              <a:rect b="b" l="l" r="r" t="t"/>
              <a:pathLst>
                <a:path extrusionOk="0" h="407" w="910">
                  <a:moveTo>
                    <a:pt x="273" y="1"/>
                  </a:moveTo>
                  <a:cubicBezTo>
                    <a:pt x="1" y="1"/>
                    <a:pt x="1" y="406"/>
                    <a:pt x="273"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88"/>
            <p:cNvSpPr/>
            <p:nvPr/>
          </p:nvSpPr>
          <p:spPr>
            <a:xfrm>
              <a:off x="5969830" y="2092023"/>
              <a:ext cx="23858" cy="10671"/>
            </a:xfrm>
            <a:custGeom>
              <a:rect b="b" l="l" r="r" t="t"/>
              <a:pathLst>
                <a:path extrusionOk="0" h="407" w="910">
                  <a:moveTo>
                    <a:pt x="272" y="1"/>
                  </a:moveTo>
                  <a:cubicBezTo>
                    <a:pt x="1" y="1"/>
                    <a:pt x="1" y="406"/>
                    <a:pt x="272"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88"/>
            <p:cNvSpPr/>
            <p:nvPr/>
          </p:nvSpPr>
          <p:spPr>
            <a:xfrm>
              <a:off x="5851615" y="2303493"/>
              <a:ext cx="10671" cy="44884"/>
            </a:xfrm>
            <a:custGeom>
              <a:rect b="b" l="l" r="r" t="t"/>
              <a:pathLst>
                <a:path extrusionOk="0" h="1712" w="407">
                  <a:moveTo>
                    <a:pt x="204" y="0"/>
                  </a:moveTo>
                  <a:cubicBezTo>
                    <a:pt x="91" y="0"/>
                    <a:pt x="1" y="91"/>
                    <a:pt x="1" y="203"/>
                  </a:cubicBezTo>
                  <a:lnTo>
                    <a:pt x="1" y="1511"/>
                  </a:lnTo>
                  <a:cubicBezTo>
                    <a:pt x="1" y="1645"/>
                    <a:pt x="102" y="1712"/>
                    <a:pt x="204" y="1712"/>
                  </a:cubicBezTo>
                  <a:cubicBezTo>
                    <a:pt x="305" y="1712"/>
                    <a:pt x="406" y="1645"/>
                    <a:pt x="406" y="1511"/>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88"/>
            <p:cNvSpPr/>
            <p:nvPr/>
          </p:nvSpPr>
          <p:spPr>
            <a:xfrm>
              <a:off x="6034508" y="2303493"/>
              <a:ext cx="10644" cy="44884"/>
            </a:xfrm>
            <a:custGeom>
              <a:rect b="b" l="l" r="r" t="t"/>
              <a:pathLst>
                <a:path extrusionOk="0" h="1712" w="406">
                  <a:moveTo>
                    <a:pt x="203" y="0"/>
                  </a:moveTo>
                  <a:cubicBezTo>
                    <a:pt x="91" y="0"/>
                    <a:pt x="0" y="91"/>
                    <a:pt x="0" y="203"/>
                  </a:cubicBezTo>
                  <a:lnTo>
                    <a:pt x="0" y="1511"/>
                  </a:lnTo>
                  <a:cubicBezTo>
                    <a:pt x="0" y="1645"/>
                    <a:pt x="102" y="1712"/>
                    <a:pt x="203" y="1712"/>
                  </a:cubicBezTo>
                  <a:cubicBezTo>
                    <a:pt x="304" y="1712"/>
                    <a:pt x="406" y="1645"/>
                    <a:pt x="406" y="1511"/>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88"/>
            <p:cNvSpPr/>
            <p:nvPr/>
          </p:nvSpPr>
          <p:spPr>
            <a:xfrm>
              <a:off x="5874896" y="2280605"/>
              <a:ext cx="146818" cy="67903"/>
            </a:xfrm>
            <a:custGeom>
              <a:rect b="b" l="l" r="r" t="t"/>
              <a:pathLst>
                <a:path extrusionOk="0" h="2590" w="5600">
                  <a:moveTo>
                    <a:pt x="2801" y="1"/>
                  </a:moveTo>
                  <a:cubicBezTo>
                    <a:pt x="2478" y="1"/>
                    <a:pt x="2153" y="57"/>
                    <a:pt x="1840" y="171"/>
                  </a:cubicBezTo>
                  <a:cubicBezTo>
                    <a:pt x="887" y="518"/>
                    <a:pt x="192" y="1351"/>
                    <a:pt x="25" y="2351"/>
                  </a:cubicBezTo>
                  <a:cubicBezTo>
                    <a:pt x="1" y="2502"/>
                    <a:pt x="117" y="2588"/>
                    <a:pt x="232" y="2588"/>
                  </a:cubicBezTo>
                  <a:cubicBezTo>
                    <a:pt x="321" y="2588"/>
                    <a:pt x="408" y="2536"/>
                    <a:pt x="427" y="2420"/>
                  </a:cubicBezTo>
                  <a:cubicBezTo>
                    <a:pt x="623" y="1257"/>
                    <a:pt x="1626" y="410"/>
                    <a:pt x="2803" y="410"/>
                  </a:cubicBezTo>
                  <a:cubicBezTo>
                    <a:pt x="3980" y="410"/>
                    <a:pt x="4984" y="1257"/>
                    <a:pt x="5179" y="2420"/>
                  </a:cubicBezTo>
                  <a:cubicBezTo>
                    <a:pt x="5194" y="2518"/>
                    <a:pt x="5281" y="2586"/>
                    <a:pt x="5378" y="2590"/>
                  </a:cubicBezTo>
                  <a:cubicBezTo>
                    <a:pt x="5389" y="2590"/>
                    <a:pt x="5400" y="2586"/>
                    <a:pt x="5415" y="2586"/>
                  </a:cubicBezTo>
                  <a:cubicBezTo>
                    <a:pt x="5523" y="2568"/>
                    <a:pt x="5599" y="2463"/>
                    <a:pt x="5581" y="2351"/>
                  </a:cubicBezTo>
                  <a:cubicBezTo>
                    <a:pt x="5469" y="1699"/>
                    <a:pt x="5132" y="1105"/>
                    <a:pt x="4632" y="674"/>
                  </a:cubicBezTo>
                  <a:cubicBezTo>
                    <a:pt x="4114" y="234"/>
                    <a:pt x="3462" y="1"/>
                    <a:pt x="28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88"/>
            <p:cNvSpPr/>
            <p:nvPr/>
          </p:nvSpPr>
          <p:spPr>
            <a:xfrm>
              <a:off x="5897207" y="2029127"/>
              <a:ext cx="12558" cy="10802"/>
            </a:xfrm>
            <a:custGeom>
              <a:rect b="b" l="l" r="r" t="t"/>
              <a:pathLst>
                <a:path extrusionOk="0" h="412" w="479">
                  <a:moveTo>
                    <a:pt x="208" y="1"/>
                  </a:moveTo>
                  <a:cubicBezTo>
                    <a:pt x="104" y="1"/>
                    <a:pt x="4" y="82"/>
                    <a:pt x="4" y="205"/>
                  </a:cubicBezTo>
                  <a:cubicBezTo>
                    <a:pt x="0" y="320"/>
                    <a:pt x="93" y="410"/>
                    <a:pt x="207" y="411"/>
                  </a:cubicBezTo>
                  <a:lnTo>
                    <a:pt x="207" y="411"/>
                  </a:lnTo>
                  <a:cubicBezTo>
                    <a:pt x="388" y="407"/>
                    <a:pt x="478" y="190"/>
                    <a:pt x="348" y="60"/>
                  </a:cubicBezTo>
                  <a:cubicBezTo>
                    <a:pt x="307" y="19"/>
                    <a:pt x="257" y="1"/>
                    <a:pt x="208" y="1"/>
                  </a:cubicBezTo>
                  <a:close/>
                  <a:moveTo>
                    <a:pt x="207" y="411"/>
                  </a:moveTo>
                  <a:lnTo>
                    <a:pt x="207" y="411"/>
                  </a:lnTo>
                  <a:cubicBezTo>
                    <a:pt x="207" y="411"/>
                    <a:pt x="207" y="411"/>
                    <a:pt x="207" y="411"/>
                  </a:cubicBezTo>
                  <a:lnTo>
                    <a:pt x="210" y="411"/>
                  </a:lnTo>
                  <a:cubicBezTo>
                    <a:pt x="209" y="411"/>
                    <a:pt x="208" y="411"/>
                    <a:pt x="207" y="41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88"/>
            <p:cNvSpPr/>
            <p:nvPr/>
          </p:nvSpPr>
          <p:spPr>
            <a:xfrm>
              <a:off x="5988628" y="2029127"/>
              <a:ext cx="12558" cy="10802"/>
            </a:xfrm>
            <a:custGeom>
              <a:rect b="b" l="l" r="r" t="t"/>
              <a:pathLst>
                <a:path extrusionOk="0" h="412" w="479">
                  <a:moveTo>
                    <a:pt x="207" y="1"/>
                  </a:moveTo>
                  <a:cubicBezTo>
                    <a:pt x="102" y="1"/>
                    <a:pt x="1" y="82"/>
                    <a:pt x="1" y="205"/>
                  </a:cubicBezTo>
                  <a:cubicBezTo>
                    <a:pt x="1" y="320"/>
                    <a:pt x="94" y="410"/>
                    <a:pt x="208" y="411"/>
                  </a:cubicBezTo>
                  <a:lnTo>
                    <a:pt x="208" y="411"/>
                  </a:lnTo>
                  <a:cubicBezTo>
                    <a:pt x="389" y="407"/>
                    <a:pt x="479" y="190"/>
                    <a:pt x="349" y="60"/>
                  </a:cubicBezTo>
                  <a:cubicBezTo>
                    <a:pt x="308" y="19"/>
                    <a:pt x="257" y="1"/>
                    <a:pt x="207" y="1"/>
                  </a:cubicBezTo>
                  <a:close/>
                  <a:moveTo>
                    <a:pt x="208" y="411"/>
                  </a:moveTo>
                  <a:cubicBezTo>
                    <a:pt x="208" y="411"/>
                    <a:pt x="208" y="411"/>
                    <a:pt x="207" y="411"/>
                  </a:cubicBezTo>
                  <a:lnTo>
                    <a:pt x="211" y="411"/>
                  </a:lnTo>
                  <a:cubicBezTo>
                    <a:pt x="210" y="411"/>
                    <a:pt x="209" y="411"/>
                    <a:pt x="208" y="41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88"/>
            <p:cNvSpPr/>
            <p:nvPr/>
          </p:nvSpPr>
          <p:spPr>
            <a:xfrm>
              <a:off x="5854552" y="2017827"/>
              <a:ext cx="145481" cy="157331"/>
            </a:xfrm>
            <a:custGeom>
              <a:rect b="b" l="l" r="r" t="t"/>
              <a:pathLst>
                <a:path extrusionOk="0" h="6001" w="5549">
                  <a:moveTo>
                    <a:pt x="3579" y="404"/>
                  </a:moveTo>
                  <a:cubicBezTo>
                    <a:pt x="3786" y="404"/>
                    <a:pt x="3887" y="654"/>
                    <a:pt x="3742" y="803"/>
                  </a:cubicBezTo>
                  <a:cubicBezTo>
                    <a:pt x="3696" y="849"/>
                    <a:pt x="3639" y="870"/>
                    <a:pt x="3582" y="870"/>
                  </a:cubicBezTo>
                  <a:cubicBezTo>
                    <a:pt x="3463" y="870"/>
                    <a:pt x="3347" y="776"/>
                    <a:pt x="3347" y="636"/>
                  </a:cubicBezTo>
                  <a:cubicBezTo>
                    <a:pt x="3347" y="509"/>
                    <a:pt x="3452" y="404"/>
                    <a:pt x="3579" y="404"/>
                  </a:cubicBezTo>
                  <a:close/>
                  <a:moveTo>
                    <a:pt x="4173" y="871"/>
                  </a:moveTo>
                  <a:cubicBezTo>
                    <a:pt x="4376" y="947"/>
                    <a:pt x="4496" y="1157"/>
                    <a:pt x="4459" y="1371"/>
                  </a:cubicBezTo>
                  <a:cubicBezTo>
                    <a:pt x="4419" y="1585"/>
                    <a:pt x="4231" y="1741"/>
                    <a:pt x="4014" y="1741"/>
                  </a:cubicBezTo>
                  <a:lnTo>
                    <a:pt x="3145" y="1741"/>
                  </a:lnTo>
                  <a:cubicBezTo>
                    <a:pt x="2642" y="1741"/>
                    <a:pt x="2515" y="1052"/>
                    <a:pt x="2982" y="873"/>
                  </a:cubicBezTo>
                  <a:lnTo>
                    <a:pt x="2982" y="873"/>
                  </a:lnTo>
                  <a:cubicBezTo>
                    <a:pt x="3089" y="1142"/>
                    <a:pt x="3334" y="1276"/>
                    <a:pt x="3579" y="1276"/>
                  </a:cubicBezTo>
                  <a:cubicBezTo>
                    <a:pt x="3824" y="1276"/>
                    <a:pt x="4068" y="1141"/>
                    <a:pt x="4173" y="871"/>
                  </a:cubicBezTo>
                  <a:close/>
                  <a:moveTo>
                    <a:pt x="3577" y="0"/>
                  </a:moveTo>
                  <a:cubicBezTo>
                    <a:pt x="3318" y="0"/>
                    <a:pt x="3060" y="151"/>
                    <a:pt x="2967" y="451"/>
                  </a:cubicBezTo>
                  <a:cubicBezTo>
                    <a:pt x="2569" y="535"/>
                    <a:pt x="2286" y="886"/>
                    <a:pt x="2286" y="1291"/>
                  </a:cubicBezTo>
                  <a:cubicBezTo>
                    <a:pt x="2286" y="1320"/>
                    <a:pt x="2286" y="1346"/>
                    <a:pt x="2290" y="1375"/>
                  </a:cubicBezTo>
                  <a:cubicBezTo>
                    <a:pt x="559" y="2182"/>
                    <a:pt x="1" y="4374"/>
                    <a:pt x="1127" y="5913"/>
                  </a:cubicBezTo>
                  <a:cubicBezTo>
                    <a:pt x="1173" y="5975"/>
                    <a:pt x="1231" y="6000"/>
                    <a:pt x="1289" y="6000"/>
                  </a:cubicBezTo>
                  <a:cubicBezTo>
                    <a:pt x="1436" y="6000"/>
                    <a:pt x="1574" y="5830"/>
                    <a:pt x="1457" y="5674"/>
                  </a:cubicBezTo>
                  <a:cubicBezTo>
                    <a:pt x="1091" y="5170"/>
                    <a:pt x="914" y="4555"/>
                    <a:pt x="957" y="3932"/>
                  </a:cubicBezTo>
                  <a:cubicBezTo>
                    <a:pt x="1026" y="2997"/>
                    <a:pt x="1584" y="2172"/>
                    <a:pt x="2428" y="1762"/>
                  </a:cubicBezTo>
                  <a:cubicBezTo>
                    <a:pt x="2583" y="2005"/>
                    <a:pt x="2855" y="2150"/>
                    <a:pt x="3145" y="2150"/>
                  </a:cubicBezTo>
                  <a:lnTo>
                    <a:pt x="4014" y="2150"/>
                  </a:lnTo>
                  <a:cubicBezTo>
                    <a:pt x="4304" y="2150"/>
                    <a:pt x="4572" y="2005"/>
                    <a:pt x="4731" y="1762"/>
                  </a:cubicBezTo>
                  <a:cubicBezTo>
                    <a:pt x="4869" y="1831"/>
                    <a:pt x="5003" y="1911"/>
                    <a:pt x="5129" y="2005"/>
                  </a:cubicBezTo>
                  <a:cubicBezTo>
                    <a:pt x="5170" y="2035"/>
                    <a:pt x="5211" y="2047"/>
                    <a:pt x="5250" y="2047"/>
                  </a:cubicBezTo>
                  <a:cubicBezTo>
                    <a:pt x="5421" y="2047"/>
                    <a:pt x="5548" y="1805"/>
                    <a:pt x="5368" y="1675"/>
                  </a:cubicBezTo>
                  <a:cubicBezTo>
                    <a:pt x="5213" y="1559"/>
                    <a:pt x="5042" y="1462"/>
                    <a:pt x="4869" y="1378"/>
                  </a:cubicBezTo>
                  <a:cubicBezTo>
                    <a:pt x="4912" y="940"/>
                    <a:pt x="4619" y="542"/>
                    <a:pt x="4188" y="451"/>
                  </a:cubicBezTo>
                  <a:cubicBezTo>
                    <a:pt x="4095" y="151"/>
                    <a:pt x="3836" y="0"/>
                    <a:pt x="35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88"/>
            <p:cNvSpPr/>
            <p:nvPr/>
          </p:nvSpPr>
          <p:spPr>
            <a:xfrm>
              <a:off x="5896788" y="2076764"/>
              <a:ext cx="136016" cy="128859"/>
            </a:xfrm>
            <a:custGeom>
              <a:rect b="b" l="l" r="r" t="t"/>
              <a:pathLst>
                <a:path extrusionOk="0" h="4915" w="5188">
                  <a:moveTo>
                    <a:pt x="4258" y="1"/>
                  </a:moveTo>
                  <a:cubicBezTo>
                    <a:pt x="4112" y="1"/>
                    <a:pt x="3973" y="170"/>
                    <a:pt x="4091" y="329"/>
                  </a:cubicBezTo>
                  <a:cubicBezTo>
                    <a:pt x="4858" y="1372"/>
                    <a:pt x="4746" y="2821"/>
                    <a:pt x="3830" y="3741"/>
                  </a:cubicBezTo>
                  <a:cubicBezTo>
                    <a:pt x="3321" y="4250"/>
                    <a:pt x="2648" y="4510"/>
                    <a:pt x="1971" y="4510"/>
                  </a:cubicBezTo>
                  <a:cubicBezTo>
                    <a:pt x="1429" y="4510"/>
                    <a:pt x="884" y="4343"/>
                    <a:pt x="418" y="4002"/>
                  </a:cubicBezTo>
                  <a:cubicBezTo>
                    <a:pt x="377" y="3971"/>
                    <a:pt x="335" y="3958"/>
                    <a:pt x="295" y="3958"/>
                  </a:cubicBezTo>
                  <a:cubicBezTo>
                    <a:pt x="125" y="3958"/>
                    <a:pt x="0" y="4198"/>
                    <a:pt x="179" y="4328"/>
                  </a:cubicBezTo>
                  <a:cubicBezTo>
                    <a:pt x="701" y="4708"/>
                    <a:pt x="1327" y="4914"/>
                    <a:pt x="1972" y="4914"/>
                  </a:cubicBezTo>
                  <a:cubicBezTo>
                    <a:pt x="2044" y="4914"/>
                    <a:pt x="2117" y="4911"/>
                    <a:pt x="2189" y="4907"/>
                  </a:cubicBezTo>
                  <a:cubicBezTo>
                    <a:pt x="3290" y="4827"/>
                    <a:pt x="4261" y="4157"/>
                    <a:pt x="4724" y="3154"/>
                  </a:cubicBezTo>
                  <a:cubicBezTo>
                    <a:pt x="5188" y="2155"/>
                    <a:pt x="5068" y="981"/>
                    <a:pt x="4417" y="90"/>
                  </a:cubicBezTo>
                  <a:lnTo>
                    <a:pt x="4417" y="87"/>
                  </a:lnTo>
                  <a:cubicBezTo>
                    <a:pt x="4372" y="26"/>
                    <a:pt x="4315" y="1"/>
                    <a:pt x="42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88"/>
            <p:cNvSpPr/>
            <p:nvPr/>
          </p:nvSpPr>
          <p:spPr>
            <a:xfrm>
              <a:off x="5917316" y="2140656"/>
              <a:ext cx="62135" cy="33532"/>
            </a:xfrm>
            <a:custGeom>
              <a:rect b="b" l="l" r="r" t="t"/>
              <a:pathLst>
                <a:path extrusionOk="0" h="1279" w="2370">
                  <a:moveTo>
                    <a:pt x="1924" y="406"/>
                  </a:moveTo>
                  <a:cubicBezTo>
                    <a:pt x="1823" y="674"/>
                    <a:pt x="1529" y="869"/>
                    <a:pt x="1185" y="869"/>
                  </a:cubicBezTo>
                  <a:cubicBezTo>
                    <a:pt x="841" y="869"/>
                    <a:pt x="544" y="674"/>
                    <a:pt x="446" y="406"/>
                  </a:cubicBezTo>
                  <a:close/>
                  <a:moveTo>
                    <a:pt x="204" y="0"/>
                  </a:moveTo>
                  <a:cubicBezTo>
                    <a:pt x="91" y="0"/>
                    <a:pt x="1" y="91"/>
                    <a:pt x="1" y="203"/>
                  </a:cubicBezTo>
                  <a:cubicBezTo>
                    <a:pt x="1" y="793"/>
                    <a:pt x="533" y="1278"/>
                    <a:pt x="1185" y="1278"/>
                  </a:cubicBezTo>
                  <a:cubicBezTo>
                    <a:pt x="1837" y="1278"/>
                    <a:pt x="2370" y="797"/>
                    <a:pt x="2370" y="203"/>
                  </a:cubicBezTo>
                  <a:cubicBezTo>
                    <a:pt x="2370" y="91"/>
                    <a:pt x="2279" y="0"/>
                    <a:pt x="2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7" name="Google Shape;18447;p88"/>
          <p:cNvGrpSpPr/>
          <p:nvPr/>
        </p:nvGrpSpPr>
        <p:grpSpPr>
          <a:xfrm>
            <a:off x="6255941" y="1983508"/>
            <a:ext cx="284958" cy="364948"/>
            <a:chOff x="6255941" y="1983508"/>
            <a:chExt cx="284958" cy="364948"/>
          </a:xfrm>
        </p:grpSpPr>
        <p:sp>
          <p:nvSpPr>
            <p:cNvPr id="18448" name="Google Shape;18448;p88"/>
            <p:cNvSpPr/>
            <p:nvPr/>
          </p:nvSpPr>
          <p:spPr>
            <a:xfrm>
              <a:off x="6391434" y="2337759"/>
              <a:ext cx="12558" cy="10697"/>
            </a:xfrm>
            <a:custGeom>
              <a:rect b="b" l="l" r="r" t="t"/>
              <a:pathLst>
                <a:path extrusionOk="0" h="408" w="479">
                  <a:moveTo>
                    <a:pt x="275" y="1"/>
                  </a:moveTo>
                  <a:cubicBezTo>
                    <a:pt x="273" y="1"/>
                    <a:pt x="270" y="1"/>
                    <a:pt x="268" y="1"/>
                  </a:cubicBezTo>
                  <a:lnTo>
                    <a:pt x="272" y="1"/>
                  </a:lnTo>
                  <a:cubicBezTo>
                    <a:pt x="91" y="1"/>
                    <a:pt x="0" y="222"/>
                    <a:pt x="131" y="348"/>
                  </a:cubicBezTo>
                  <a:cubicBezTo>
                    <a:pt x="171" y="389"/>
                    <a:pt x="222" y="407"/>
                    <a:pt x="271" y="407"/>
                  </a:cubicBezTo>
                  <a:cubicBezTo>
                    <a:pt x="375" y="407"/>
                    <a:pt x="475" y="326"/>
                    <a:pt x="475" y="204"/>
                  </a:cubicBezTo>
                  <a:cubicBezTo>
                    <a:pt x="478" y="90"/>
                    <a:pt x="388"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88"/>
            <p:cNvSpPr/>
            <p:nvPr/>
          </p:nvSpPr>
          <p:spPr>
            <a:xfrm>
              <a:off x="6261342" y="2188791"/>
              <a:ext cx="274340" cy="154316"/>
            </a:xfrm>
            <a:custGeom>
              <a:rect b="b" l="l" r="r" t="t"/>
              <a:pathLst>
                <a:path extrusionOk="0" h="5886" w="10464">
                  <a:moveTo>
                    <a:pt x="3705" y="0"/>
                  </a:moveTo>
                  <a:lnTo>
                    <a:pt x="3705" y="1040"/>
                  </a:lnTo>
                  <a:cubicBezTo>
                    <a:pt x="3705" y="1329"/>
                    <a:pt x="3514" y="1587"/>
                    <a:pt x="3235" y="1666"/>
                  </a:cubicBezTo>
                  <a:lnTo>
                    <a:pt x="938" y="2343"/>
                  </a:lnTo>
                  <a:cubicBezTo>
                    <a:pt x="384" y="2506"/>
                    <a:pt x="0" y="3017"/>
                    <a:pt x="0" y="3597"/>
                  </a:cubicBezTo>
                  <a:lnTo>
                    <a:pt x="0" y="5886"/>
                  </a:lnTo>
                  <a:lnTo>
                    <a:pt x="10464" y="5886"/>
                  </a:lnTo>
                  <a:lnTo>
                    <a:pt x="10464" y="3593"/>
                  </a:lnTo>
                  <a:cubicBezTo>
                    <a:pt x="10460" y="3014"/>
                    <a:pt x="10080" y="2503"/>
                    <a:pt x="9522" y="2340"/>
                  </a:cubicBezTo>
                  <a:lnTo>
                    <a:pt x="7226" y="1666"/>
                  </a:lnTo>
                  <a:cubicBezTo>
                    <a:pt x="6947" y="1583"/>
                    <a:pt x="6755" y="1329"/>
                    <a:pt x="6755" y="1040"/>
                  </a:cubicBezTo>
                  <a:lnTo>
                    <a:pt x="67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88"/>
            <p:cNvSpPr/>
            <p:nvPr/>
          </p:nvSpPr>
          <p:spPr>
            <a:xfrm>
              <a:off x="6261342" y="2225811"/>
              <a:ext cx="274340" cy="117297"/>
            </a:xfrm>
            <a:custGeom>
              <a:rect b="b" l="l" r="r" t="t"/>
              <a:pathLst>
                <a:path extrusionOk="0" h="4474" w="10464">
                  <a:moveTo>
                    <a:pt x="3586" y="1"/>
                  </a:moveTo>
                  <a:cubicBezTo>
                    <a:pt x="3499" y="124"/>
                    <a:pt x="3376" y="211"/>
                    <a:pt x="3235" y="254"/>
                  </a:cubicBezTo>
                  <a:lnTo>
                    <a:pt x="938" y="928"/>
                  </a:lnTo>
                  <a:cubicBezTo>
                    <a:pt x="381" y="1091"/>
                    <a:pt x="0" y="1602"/>
                    <a:pt x="0" y="2185"/>
                  </a:cubicBezTo>
                  <a:lnTo>
                    <a:pt x="0" y="4474"/>
                  </a:lnTo>
                  <a:lnTo>
                    <a:pt x="10464" y="4474"/>
                  </a:lnTo>
                  <a:lnTo>
                    <a:pt x="10464" y="2181"/>
                  </a:lnTo>
                  <a:cubicBezTo>
                    <a:pt x="10460" y="1602"/>
                    <a:pt x="10080" y="1091"/>
                    <a:pt x="9522" y="928"/>
                  </a:cubicBezTo>
                  <a:lnTo>
                    <a:pt x="7226" y="254"/>
                  </a:lnTo>
                  <a:cubicBezTo>
                    <a:pt x="7085" y="211"/>
                    <a:pt x="6961" y="124"/>
                    <a:pt x="6878" y="1"/>
                  </a:cubicBezTo>
                  <a:lnTo>
                    <a:pt x="5230" y="551"/>
                  </a:lnTo>
                  <a:lnTo>
                    <a:pt x="3586"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88"/>
            <p:cNvSpPr/>
            <p:nvPr/>
          </p:nvSpPr>
          <p:spPr>
            <a:xfrm>
              <a:off x="6316897" y="2225811"/>
              <a:ext cx="163152" cy="55188"/>
            </a:xfrm>
            <a:custGeom>
              <a:rect b="b" l="l" r="r" t="t"/>
              <a:pathLst>
                <a:path extrusionOk="0" h="2105" w="6223">
                  <a:moveTo>
                    <a:pt x="1463" y="1"/>
                  </a:moveTo>
                  <a:cubicBezTo>
                    <a:pt x="1380" y="124"/>
                    <a:pt x="1257" y="211"/>
                    <a:pt x="1116" y="254"/>
                  </a:cubicBezTo>
                  <a:lnTo>
                    <a:pt x="0" y="580"/>
                  </a:lnTo>
                  <a:lnTo>
                    <a:pt x="105" y="671"/>
                  </a:lnTo>
                  <a:lnTo>
                    <a:pt x="1471" y="1841"/>
                  </a:lnTo>
                  <a:cubicBezTo>
                    <a:pt x="1676" y="2018"/>
                    <a:pt x="1930" y="2104"/>
                    <a:pt x="2181" y="2104"/>
                  </a:cubicBezTo>
                  <a:cubicBezTo>
                    <a:pt x="2500" y="2104"/>
                    <a:pt x="2817" y="1965"/>
                    <a:pt x="3032" y="1696"/>
                  </a:cubicBezTo>
                  <a:lnTo>
                    <a:pt x="3111" y="1594"/>
                  </a:lnTo>
                  <a:lnTo>
                    <a:pt x="3191" y="1696"/>
                  </a:lnTo>
                  <a:cubicBezTo>
                    <a:pt x="3406" y="1965"/>
                    <a:pt x="3721" y="2104"/>
                    <a:pt x="4040" y="2104"/>
                  </a:cubicBezTo>
                  <a:cubicBezTo>
                    <a:pt x="4291" y="2104"/>
                    <a:pt x="4544" y="2018"/>
                    <a:pt x="4752" y="1841"/>
                  </a:cubicBezTo>
                  <a:lnTo>
                    <a:pt x="6117" y="671"/>
                  </a:lnTo>
                  <a:lnTo>
                    <a:pt x="6222" y="580"/>
                  </a:lnTo>
                  <a:lnTo>
                    <a:pt x="5107" y="254"/>
                  </a:lnTo>
                  <a:cubicBezTo>
                    <a:pt x="4966" y="211"/>
                    <a:pt x="4842" y="124"/>
                    <a:pt x="4755" y="1"/>
                  </a:cubicBezTo>
                  <a:lnTo>
                    <a:pt x="3111" y="551"/>
                  </a:lnTo>
                  <a:lnTo>
                    <a:pt x="14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88"/>
            <p:cNvSpPr/>
            <p:nvPr/>
          </p:nvSpPr>
          <p:spPr>
            <a:xfrm>
              <a:off x="6301324" y="2074562"/>
              <a:ext cx="194298" cy="132372"/>
            </a:xfrm>
            <a:custGeom>
              <a:rect b="b" l="l" r="r" t="t"/>
              <a:pathLst>
                <a:path extrusionOk="0" h="5049" w="7411">
                  <a:moveTo>
                    <a:pt x="873" y="0"/>
                  </a:moveTo>
                  <a:lnTo>
                    <a:pt x="873" y="1090"/>
                  </a:lnTo>
                  <a:lnTo>
                    <a:pt x="543" y="1090"/>
                  </a:lnTo>
                  <a:cubicBezTo>
                    <a:pt x="243" y="1090"/>
                    <a:pt x="0" y="1333"/>
                    <a:pt x="0" y="1634"/>
                  </a:cubicBezTo>
                  <a:cubicBezTo>
                    <a:pt x="0" y="1934"/>
                    <a:pt x="243" y="2177"/>
                    <a:pt x="543" y="2177"/>
                  </a:cubicBezTo>
                  <a:lnTo>
                    <a:pt x="873" y="2177"/>
                  </a:lnTo>
                  <a:cubicBezTo>
                    <a:pt x="851" y="3756"/>
                    <a:pt x="2126" y="5049"/>
                    <a:pt x="3705" y="5049"/>
                  </a:cubicBezTo>
                  <a:cubicBezTo>
                    <a:pt x="5284" y="5049"/>
                    <a:pt x="6559" y="3756"/>
                    <a:pt x="6537" y="2177"/>
                  </a:cubicBezTo>
                  <a:lnTo>
                    <a:pt x="6867" y="2177"/>
                  </a:lnTo>
                  <a:cubicBezTo>
                    <a:pt x="7168" y="2177"/>
                    <a:pt x="7410" y="1934"/>
                    <a:pt x="7410" y="1634"/>
                  </a:cubicBezTo>
                  <a:cubicBezTo>
                    <a:pt x="7410" y="1333"/>
                    <a:pt x="7168" y="1090"/>
                    <a:pt x="6867" y="1090"/>
                  </a:cubicBezTo>
                  <a:lnTo>
                    <a:pt x="6537" y="109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88"/>
            <p:cNvSpPr/>
            <p:nvPr/>
          </p:nvSpPr>
          <p:spPr>
            <a:xfrm>
              <a:off x="6300564" y="2074562"/>
              <a:ext cx="160766" cy="131481"/>
            </a:xfrm>
            <a:custGeom>
              <a:rect b="b" l="l" r="r" t="t"/>
              <a:pathLst>
                <a:path extrusionOk="0" h="5015" w="6132">
                  <a:moveTo>
                    <a:pt x="902" y="0"/>
                  </a:moveTo>
                  <a:lnTo>
                    <a:pt x="902" y="1090"/>
                  </a:lnTo>
                  <a:lnTo>
                    <a:pt x="587" y="1090"/>
                  </a:lnTo>
                  <a:cubicBezTo>
                    <a:pt x="585" y="1090"/>
                    <a:pt x="582" y="1090"/>
                    <a:pt x="580" y="1090"/>
                  </a:cubicBezTo>
                  <a:cubicBezTo>
                    <a:pt x="297" y="1090"/>
                    <a:pt x="58" y="1303"/>
                    <a:pt x="33" y="1587"/>
                  </a:cubicBezTo>
                  <a:cubicBezTo>
                    <a:pt x="0" y="1905"/>
                    <a:pt x="254" y="2181"/>
                    <a:pt x="576" y="2181"/>
                  </a:cubicBezTo>
                  <a:lnTo>
                    <a:pt x="902" y="2181"/>
                  </a:lnTo>
                  <a:cubicBezTo>
                    <a:pt x="892" y="3765"/>
                    <a:pt x="2180" y="5014"/>
                    <a:pt x="3711" y="5014"/>
                  </a:cubicBezTo>
                  <a:cubicBezTo>
                    <a:pt x="3862" y="5014"/>
                    <a:pt x="4017" y="5002"/>
                    <a:pt x="4172" y="4977"/>
                  </a:cubicBezTo>
                  <a:cubicBezTo>
                    <a:pt x="2793" y="4763"/>
                    <a:pt x="1771" y="3575"/>
                    <a:pt x="1771" y="2177"/>
                  </a:cubicBezTo>
                  <a:lnTo>
                    <a:pt x="1771" y="1000"/>
                  </a:lnTo>
                  <a:lnTo>
                    <a:pt x="6132" y="1000"/>
                  </a:lnTo>
                  <a:lnTo>
                    <a:pt x="613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88"/>
            <p:cNvSpPr/>
            <p:nvPr/>
          </p:nvSpPr>
          <p:spPr>
            <a:xfrm>
              <a:off x="6324212" y="2132109"/>
              <a:ext cx="148522" cy="74274"/>
            </a:xfrm>
            <a:custGeom>
              <a:rect b="b" l="l" r="r" t="t"/>
              <a:pathLst>
                <a:path extrusionOk="0" h="2833" w="5665">
                  <a:moveTo>
                    <a:pt x="0" y="0"/>
                  </a:moveTo>
                  <a:cubicBezTo>
                    <a:pt x="0" y="1565"/>
                    <a:pt x="1268" y="2832"/>
                    <a:pt x="2832" y="2832"/>
                  </a:cubicBezTo>
                  <a:cubicBezTo>
                    <a:pt x="4397" y="2832"/>
                    <a:pt x="5664" y="1565"/>
                    <a:pt x="5664" y="0"/>
                  </a:cubicBezTo>
                  <a:lnTo>
                    <a:pt x="5664" y="0"/>
                  </a:lnTo>
                  <a:cubicBezTo>
                    <a:pt x="5031" y="384"/>
                    <a:pt x="4002" y="637"/>
                    <a:pt x="2832" y="637"/>
                  </a:cubicBezTo>
                  <a:cubicBezTo>
                    <a:pt x="1662" y="637"/>
                    <a:pt x="634" y="384"/>
                    <a:pt x="0"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88"/>
            <p:cNvSpPr/>
            <p:nvPr/>
          </p:nvSpPr>
          <p:spPr>
            <a:xfrm>
              <a:off x="6312702" y="2074562"/>
              <a:ext cx="22914" cy="28498"/>
            </a:xfrm>
            <a:custGeom>
              <a:rect b="b" l="l" r="r" t="t"/>
              <a:pathLst>
                <a:path extrusionOk="0" h="1087" w="874">
                  <a:moveTo>
                    <a:pt x="1" y="0"/>
                  </a:moveTo>
                  <a:lnTo>
                    <a:pt x="1" y="1087"/>
                  </a:lnTo>
                  <a:lnTo>
                    <a:pt x="874" y="1087"/>
                  </a:lnTo>
                  <a:lnTo>
                    <a:pt x="87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88"/>
            <p:cNvSpPr/>
            <p:nvPr/>
          </p:nvSpPr>
          <p:spPr>
            <a:xfrm>
              <a:off x="6461303" y="2074562"/>
              <a:ext cx="22914" cy="28498"/>
            </a:xfrm>
            <a:custGeom>
              <a:rect b="b" l="l" r="r" t="t"/>
              <a:pathLst>
                <a:path extrusionOk="0" h="1087" w="874">
                  <a:moveTo>
                    <a:pt x="1" y="0"/>
                  </a:moveTo>
                  <a:lnTo>
                    <a:pt x="1" y="1087"/>
                  </a:lnTo>
                  <a:lnTo>
                    <a:pt x="874" y="1087"/>
                  </a:lnTo>
                  <a:lnTo>
                    <a:pt x="87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88"/>
            <p:cNvSpPr/>
            <p:nvPr/>
          </p:nvSpPr>
          <p:spPr>
            <a:xfrm>
              <a:off x="6336062" y="2213882"/>
              <a:ext cx="62424" cy="50023"/>
            </a:xfrm>
            <a:custGeom>
              <a:rect b="b" l="l" r="r" t="t"/>
              <a:pathLst>
                <a:path extrusionOk="0" h="1908" w="2381">
                  <a:moveTo>
                    <a:pt x="511" y="0"/>
                  </a:moveTo>
                  <a:cubicBezTo>
                    <a:pt x="432" y="0"/>
                    <a:pt x="356" y="44"/>
                    <a:pt x="316" y="119"/>
                  </a:cubicBezTo>
                  <a:lnTo>
                    <a:pt x="30" y="695"/>
                  </a:lnTo>
                  <a:cubicBezTo>
                    <a:pt x="1" y="749"/>
                    <a:pt x="15" y="814"/>
                    <a:pt x="62" y="854"/>
                  </a:cubicBezTo>
                  <a:lnTo>
                    <a:pt x="1167" y="1803"/>
                  </a:lnTo>
                  <a:cubicBezTo>
                    <a:pt x="1248" y="1873"/>
                    <a:pt x="1349" y="1908"/>
                    <a:pt x="1449" y="1908"/>
                  </a:cubicBezTo>
                  <a:cubicBezTo>
                    <a:pt x="1576" y="1908"/>
                    <a:pt x="1703" y="1852"/>
                    <a:pt x="1790" y="1745"/>
                  </a:cubicBezTo>
                  <a:lnTo>
                    <a:pt x="2380" y="1006"/>
                  </a:lnTo>
                  <a:lnTo>
                    <a:pt x="616" y="28"/>
                  </a:lnTo>
                  <a:cubicBezTo>
                    <a:pt x="583" y="9"/>
                    <a:pt x="546"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88"/>
            <p:cNvSpPr/>
            <p:nvPr/>
          </p:nvSpPr>
          <p:spPr>
            <a:xfrm>
              <a:off x="6398460" y="2213882"/>
              <a:ext cx="62398" cy="50023"/>
            </a:xfrm>
            <a:custGeom>
              <a:rect b="b" l="l" r="r" t="t"/>
              <a:pathLst>
                <a:path extrusionOk="0" h="1908" w="2380">
                  <a:moveTo>
                    <a:pt x="1870" y="0"/>
                  </a:moveTo>
                  <a:cubicBezTo>
                    <a:pt x="1834" y="0"/>
                    <a:pt x="1798" y="9"/>
                    <a:pt x="1764" y="28"/>
                  </a:cubicBezTo>
                  <a:lnTo>
                    <a:pt x="0" y="1006"/>
                  </a:lnTo>
                  <a:lnTo>
                    <a:pt x="591" y="1745"/>
                  </a:lnTo>
                  <a:cubicBezTo>
                    <a:pt x="676" y="1852"/>
                    <a:pt x="803" y="1908"/>
                    <a:pt x="930" y="1908"/>
                  </a:cubicBezTo>
                  <a:cubicBezTo>
                    <a:pt x="1031" y="1908"/>
                    <a:pt x="1132" y="1873"/>
                    <a:pt x="1213" y="1803"/>
                  </a:cubicBezTo>
                  <a:lnTo>
                    <a:pt x="2322" y="854"/>
                  </a:lnTo>
                  <a:cubicBezTo>
                    <a:pt x="2365" y="814"/>
                    <a:pt x="2380" y="749"/>
                    <a:pt x="2351" y="695"/>
                  </a:cubicBezTo>
                  <a:lnTo>
                    <a:pt x="2065" y="119"/>
                  </a:lnTo>
                  <a:cubicBezTo>
                    <a:pt x="2025" y="44"/>
                    <a:pt x="1949" y="0"/>
                    <a:pt x="187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88"/>
            <p:cNvSpPr/>
            <p:nvPr/>
          </p:nvSpPr>
          <p:spPr>
            <a:xfrm>
              <a:off x="6312702" y="1988804"/>
              <a:ext cx="171515" cy="85784"/>
            </a:xfrm>
            <a:custGeom>
              <a:rect b="b" l="l" r="r" t="t"/>
              <a:pathLst>
                <a:path extrusionOk="0" h="3272" w="6542">
                  <a:moveTo>
                    <a:pt x="1877" y="1"/>
                  </a:moveTo>
                  <a:cubicBezTo>
                    <a:pt x="1287" y="1"/>
                    <a:pt x="769" y="399"/>
                    <a:pt x="616" y="972"/>
                  </a:cubicBezTo>
                  <a:lnTo>
                    <a:pt x="1" y="3271"/>
                  </a:lnTo>
                  <a:lnTo>
                    <a:pt x="6542" y="3271"/>
                  </a:lnTo>
                  <a:lnTo>
                    <a:pt x="5926" y="972"/>
                  </a:lnTo>
                  <a:cubicBezTo>
                    <a:pt x="5774" y="399"/>
                    <a:pt x="5256" y="1"/>
                    <a:pt x="466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88"/>
            <p:cNvSpPr/>
            <p:nvPr/>
          </p:nvSpPr>
          <p:spPr>
            <a:xfrm>
              <a:off x="6375572" y="2143121"/>
              <a:ext cx="45802" cy="28970"/>
            </a:xfrm>
            <a:custGeom>
              <a:rect b="b" l="l" r="r" t="t"/>
              <a:pathLst>
                <a:path extrusionOk="0" h="1105" w="1747">
                  <a:moveTo>
                    <a:pt x="0" y="0"/>
                  </a:moveTo>
                  <a:lnTo>
                    <a:pt x="0" y="667"/>
                  </a:lnTo>
                  <a:cubicBezTo>
                    <a:pt x="0" y="909"/>
                    <a:pt x="196" y="1105"/>
                    <a:pt x="439" y="1105"/>
                  </a:cubicBezTo>
                  <a:lnTo>
                    <a:pt x="1308" y="1105"/>
                  </a:lnTo>
                  <a:cubicBezTo>
                    <a:pt x="1550" y="1105"/>
                    <a:pt x="1746" y="909"/>
                    <a:pt x="1746" y="667"/>
                  </a:cubicBezTo>
                  <a:lnTo>
                    <a:pt x="1746" y="0"/>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88"/>
            <p:cNvSpPr/>
            <p:nvPr/>
          </p:nvSpPr>
          <p:spPr>
            <a:xfrm>
              <a:off x="6312702" y="1988804"/>
              <a:ext cx="72098" cy="85784"/>
            </a:xfrm>
            <a:custGeom>
              <a:rect b="b" l="l" r="r" t="t"/>
              <a:pathLst>
                <a:path extrusionOk="0" h="3272" w="2750">
                  <a:moveTo>
                    <a:pt x="1877" y="1"/>
                  </a:moveTo>
                  <a:cubicBezTo>
                    <a:pt x="1287" y="1"/>
                    <a:pt x="769" y="399"/>
                    <a:pt x="616" y="972"/>
                  </a:cubicBezTo>
                  <a:lnTo>
                    <a:pt x="1" y="3271"/>
                  </a:lnTo>
                  <a:lnTo>
                    <a:pt x="874" y="3271"/>
                  </a:lnTo>
                  <a:lnTo>
                    <a:pt x="1486" y="972"/>
                  </a:lnTo>
                  <a:cubicBezTo>
                    <a:pt x="1638" y="399"/>
                    <a:pt x="2156" y="1"/>
                    <a:pt x="275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88"/>
            <p:cNvSpPr/>
            <p:nvPr/>
          </p:nvSpPr>
          <p:spPr>
            <a:xfrm>
              <a:off x="6314223" y="2051674"/>
              <a:ext cx="168474" cy="17225"/>
            </a:xfrm>
            <a:custGeom>
              <a:rect b="b" l="l" r="r" t="t"/>
              <a:pathLst>
                <a:path extrusionOk="0" h="657" w="6426">
                  <a:moveTo>
                    <a:pt x="175" y="0"/>
                  </a:moveTo>
                  <a:lnTo>
                    <a:pt x="1" y="656"/>
                  </a:lnTo>
                  <a:lnTo>
                    <a:pt x="6426" y="656"/>
                  </a:lnTo>
                  <a:lnTo>
                    <a:pt x="6252"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88"/>
            <p:cNvSpPr/>
            <p:nvPr/>
          </p:nvSpPr>
          <p:spPr>
            <a:xfrm>
              <a:off x="6314223" y="2051674"/>
              <a:ext cx="27476" cy="17225"/>
            </a:xfrm>
            <a:custGeom>
              <a:rect b="b" l="l" r="r" t="t"/>
              <a:pathLst>
                <a:path extrusionOk="0" h="657" w="1048">
                  <a:moveTo>
                    <a:pt x="175" y="0"/>
                  </a:moveTo>
                  <a:lnTo>
                    <a:pt x="1" y="656"/>
                  </a:lnTo>
                  <a:lnTo>
                    <a:pt x="874" y="656"/>
                  </a:lnTo>
                  <a:lnTo>
                    <a:pt x="104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88"/>
            <p:cNvSpPr/>
            <p:nvPr/>
          </p:nvSpPr>
          <p:spPr>
            <a:xfrm>
              <a:off x="6312702" y="2235511"/>
              <a:ext cx="22914" cy="107597"/>
            </a:xfrm>
            <a:custGeom>
              <a:rect b="b" l="l" r="r" t="t"/>
              <a:pathLst>
                <a:path extrusionOk="0" h="4104" w="874">
                  <a:moveTo>
                    <a:pt x="874" y="0"/>
                  </a:moveTo>
                  <a:lnTo>
                    <a:pt x="1" y="257"/>
                  </a:lnTo>
                  <a:lnTo>
                    <a:pt x="1" y="4104"/>
                  </a:lnTo>
                  <a:lnTo>
                    <a:pt x="874" y="4104"/>
                  </a:lnTo>
                  <a:lnTo>
                    <a:pt x="8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88"/>
            <p:cNvSpPr/>
            <p:nvPr/>
          </p:nvSpPr>
          <p:spPr>
            <a:xfrm>
              <a:off x="6461303" y="2235511"/>
              <a:ext cx="22914" cy="107597"/>
            </a:xfrm>
            <a:custGeom>
              <a:rect b="b" l="l" r="r" t="t"/>
              <a:pathLst>
                <a:path extrusionOk="0" h="4104" w="874">
                  <a:moveTo>
                    <a:pt x="1" y="0"/>
                  </a:moveTo>
                  <a:lnTo>
                    <a:pt x="1" y="4104"/>
                  </a:lnTo>
                  <a:lnTo>
                    <a:pt x="874" y="4104"/>
                  </a:lnTo>
                  <a:lnTo>
                    <a:pt x="874" y="257"/>
                  </a:lnTo>
                  <a:lnTo>
                    <a:pt x="1"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88"/>
            <p:cNvSpPr/>
            <p:nvPr/>
          </p:nvSpPr>
          <p:spPr>
            <a:xfrm>
              <a:off x="6295609" y="2291721"/>
              <a:ext cx="17120" cy="51386"/>
            </a:xfrm>
            <a:custGeom>
              <a:rect b="b" l="l" r="r" t="t"/>
              <a:pathLst>
                <a:path extrusionOk="0" h="1960" w="653">
                  <a:moveTo>
                    <a:pt x="653" y="0"/>
                  </a:moveTo>
                  <a:cubicBezTo>
                    <a:pt x="294" y="0"/>
                    <a:pt x="1" y="290"/>
                    <a:pt x="1" y="652"/>
                  </a:cubicBezTo>
                  <a:lnTo>
                    <a:pt x="1" y="1960"/>
                  </a:lnTo>
                  <a:lnTo>
                    <a:pt x="653" y="1960"/>
                  </a:lnTo>
                  <a:lnTo>
                    <a:pt x="65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88"/>
            <p:cNvSpPr/>
            <p:nvPr/>
          </p:nvSpPr>
          <p:spPr>
            <a:xfrm>
              <a:off x="6484191" y="2291721"/>
              <a:ext cx="17120" cy="51386"/>
            </a:xfrm>
            <a:custGeom>
              <a:rect b="b" l="l" r="r" t="t"/>
              <a:pathLst>
                <a:path extrusionOk="0" h="1960" w="653">
                  <a:moveTo>
                    <a:pt x="1" y="0"/>
                  </a:moveTo>
                  <a:lnTo>
                    <a:pt x="1" y="1960"/>
                  </a:lnTo>
                  <a:lnTo>
                    <a:pt x="653" y="1960"/>
                  </a:lnTo>
                  <a:lnTo>
                    <a:pt x="653" y="652"/>
                  </a:lnTo>
                  <a:cubicBezTo>
                    <a:pt x="653" y="290"/>
                    <a:pt x="359" y="0"/>
                    <a:pt x="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88"/>
            <p:cNvSpPr/>
            <p:nvPr/>
          </p:nvSpPr>
          <p:spPr>
            <a:xfrm>
              <a:off x="6364167" y="2143121"/>
              <a:ext cx="34319" cy="17199"/>
            </a:xfrm>
            <a:custGeom>
              <a:rect b="b" l="l" r="r" t="t"/>
              <a:pathLst>
                <a:path extrusionOk="0" h="656" w="1309">
                  <a:moveTo>
                    <a:pt x="656" y="0"/>
                  </a:moveTo>
                  <a:cubicBezTo>
                    <a:pt x="294" y="0"/>
                    <a:pt x="1" y="294"/>
                    <a:pt x="1" y="656"/>
                  </a:cubicBezTo>
                  <a:lnTo>
                    <a:pt x="653" y="656"/>
                  </a:lnTo>
                  <a:cubicBezTo>
                    <a:pt x="1015" y="652"/>
                    <a:pt x="1308" y="362"/>
                    <a:pt x="130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88"/>
            <p:cNvSpPr/>
            <p:nvPr/>
          </p:nvSpPr>
          <p:spPr>
            <a:xfrm>
              <a:off x="6398538" y="2143121"/>
              <a:ext cx="34214" cy="17199"/>
            </a:xfrm>
            <a:custGeom>
              <a:rect b="b" l="l" r="r" t="t"/>
              <a:pathLst>
                <a:path extrusionOk="0" h="656" w="1305">
                  <a:moveTo>
                    <a:pt x="1" y="0"/>
                  </a:moveTo>
                  <a:cubicBezTo>
                    <a:pt x="1" y="362"/>
                    <a:pt x="291" y="652"/>
                    <a:pt x="653" y="656"/>
                  </a:cubicBezTo>
                  <a:lnTo>
                    <a:pt x="1305" y="656"/>
                  </a:lnTo>
                  <a:cubicBezTo>
                    <a:pt x="1305" y="294"/>
                    <a:pt x="1015" y="0"/>
                    <a:pt x="6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88"/>
            <p:cNvSpPr/>
            <p:nvPr/>
          </p:nvSpPr>
          <p:spPr>
            <a:xfrm>
              <a:off x="6324212" y="2132109"/>
              <a:ext cx="85653" cy="73907"/>
            </a:xfrm>
            <a:custGeom>
              <a:rect b="b" l="l" r="r" t="t"/>
              <a:pathLst>
                <a:path extrusionOk="0" h="2819" w="3267">
                  <a:moveTo>
                    <a:pt x="0" y="0"/>
                  </a:moveTo>
                  <a:cubicBezTo>
                    <a:pt x="0" y="91"/>
                    <a:pt x="4" y="178"/>
                    <a:pt x="15" y="264"/>
                  </a:cubicBezTo>
                  <a:lnTo>
                    <a:pt x="15" y="275"/>
                  </a:lnTo>
                  <a:cubicBezTo>
                    <a:pt x="155" y="1739"/>
                    <a:pt x="1389" y="2819"/>
                    <a:pt x="2811" y="2819"/>
                  </a:cubicBezTo>
                  <a:cubicBezTo>
                    <a:pt x="2961" y="2819"/>
                    <a:pt x="3113" y="2806"/>
                    <a:pt x="3267" y="2782"/>
                  </a:cubicBezTo>
                  <a:cubicBezTo>
                    <a:pt x="2035" y="2586"/>
                    <a:pt x="1076" y="1612"/>
                    <a:pt x="902" y="380"/>
                  </a:cubicBezTo>
                  <a:cubicBezTo>
                    <a:pt x="587" y="293"/>
                    <a:pt x="283" y="163"/>
                    <a:pt x="0"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88"/>
            <p:cNvSpPr/>
            <p:nvPr/>
          </p:nvSpPr>
          <p:spPr>
            <a:xfrm>
              <a:off x="6255941" y="1983508"/>
              <a:ext cx="284958" cy="364869"/>
            </a:xfrm>
            <a:custGeom>
              <a:rect b="b" l="l" r="r" t="t"/>
              <a:pathLst>
                <a:path extrusionOk="0" h="13917" w="10869">
                  <a:moveTo>
                    <a:pt x="6831" y="406"/>
                  </a:moveTo>
                  <a:cubicBezTo>
                    <a:pt x="7330" y="406"/>
                    <a:pt x="7769" y="743"/>
                    <a:pt x="7895" y="1228"/>
                  </a:cubicBezTo>
                  <a:lnTo>
                    <a:pt x="8207" y="2398"/>
                  </a:lnTo>
                  <a:lnTo>
                    <a:pt x="7399" y="2398"/>
                  </a:lnTo>
                  <a:cubicBezTo>
                    <a:pt x="7128" y="2398"/>
                    <a:pt x="7128" y="2803"/>
                    <a:pt x="7399" y="2803"/>
                  </a:cubicBezTo>
                  <a:lnTo>
                    <a:pt x="8315" y="2803"/>
                  </a:lnTo>
                  <a:lnTo>
                    <a:pt x="8442" y="3267"/>
                  </a:lnTo>
                  <a:lnTo>
                    <a:pt x="2434" y="3267"/>
                  </a:lnTo>
                  <a:lnTo>
                    <a:pt x="2557" y="2803"/>
                  </a:lnTo>
                  <a:lnTo>
                    <a:pt x="6526" y="2803"/>
                  </a:lnTo>
                  <a:cubicBezTo>
                    <a:pt x="6798" y="2803"/>
                    <a:pt x="6798" y="2398"/>
                    <a:pt x="6526" y="2398"/>
                  </a:cubicBezTo>
                  <a:lnTo>
                    <a:pt x="2666" y="2398"/>
                  </a:lnTo>
                  <a:lnTo>
                    <a:pt x="2977" y="1224"/>
                  </a:lnTo>
                  <a:cubicBezTo>
                    <a:pt x="3107" y="743"/>
                    <a:pt x="3542" y="406"/>
                    <a:pt x="4042" y="406"/>
                  </a:cubicBezTo>
                  <a:lnTo>
                    <a:pt x="4926" y="406"/>
                  </a:lnTo>
                  <a:cubicBezTo>
                    <a:pt x="5132" y="406"/>
                    <a:pt x="5313" y="547"/>
                    <a:pt x="5364" y="746"/>
                  </a:cubicBezTo>
                  <a:lnTo>
                    <a:pt x="5458" y="1123"/>
                  </a:lnTo>
                  <a:cubicBezTo>
                    <a:pt x="5485" y="1231"/>
                    <a:pt x="5567" y="1279"/>
                    <a:pt x="5650" y="1279"/>
                  </a:cubicBezTo>
                  <a:cubicBezTo>
                    <a:pt x="5770" y="1279"/>
                    <a:pt x="5891" y="1181"/>
                    <a:pt x="5853" y="1025"/>
                  </a:cubicBezTo>
                  <a:lnTo>
                    <a:pt x="5759" y="648"/>
                  </a:lnTo>
                  <a:cubicBezTo>
                    <a:pt x="5737" y="561"/>
                    <a:pt x="5704" y="482"/>
                    <a:pt x="5657" y="406"/>
                  </a:cubicBezTo>
                  <a:close/>
                  <a:moveTo>
                    <a:pt x="2836" y="3676"/>
                  </a:moveTo>
                  <a:lnTo>
                    <a:pt x="2836" y="4357"/>
                  </a:lnTo>
                  <a:lnTo>
                    <a:pt x="2372" y="4357"/>
                  </a:lnTo>
                  <a:lnTo>
                    <a:pt x="2372" y="3676"/>
                  </a:lnTo>
                  <a:close/>
                  <a:moveTo>
                    <a:pt x="8504" y="3676"/>
                  </a:moveTo>
                  <a:lnTo>
                    <a:pt x="8504" y="4357"/>
                  </a:lnTo>
                  <a:lnTo>
                    <a:pt x="8040" y="4357"/>
                  </a:lnTo>
                  <a:lnTo>
                    <a:pt x="8040" y="3676"/>
                  </a:lnTo>
                  <a:close/>
                  <a:moveTo>
                    <a:pt x="7631" y="3676"/>
                  </a:moveTo>
                  <a:lnTo>
                    <a:pt x="7631" y="4357"/>
                  </a:lnTo>
                  <a:lnTo>
                    <a:pt x="7602" y="4357"/>
                  </a:lnTo>
                  <a:lnTo>
                    <a:pt x="7602" y="4343"/>
                  </a:lnTo>
                  <a:cubicBezTo>
                    <a:pt x="7602" y="4230"/>
                    <a:pt x="7511" y="4140"/>
                    <a:pt x="7399" y="4140"/>
                  </a:cubicBezTo>
                  <a:lnTo>
                    <a:pt x="5871" y="4140"/>
                  </a:lnTo>
                  <a:cubicBezTo>
                    <a:pt x="5759" y="4140"/>
                    <a:pt x="5668" y="4230"/>
                    <a:pt x="5668" y="4343"/>
                  </a:cubicBezTo>
                  <a:lnTo>
                    <a:pt x="5668" y="4400"/>
                  </a:lnTo>
                  <a:cubicBezTo>
                    <a:pt x="5594" y="4372"/>
                    <a:pt x="5515" y="4357"/>
                    <a:pt x="5436" y="4357"/>
                  </a:cubicBezTo>
                  <a:cubicBezTo>
                    <a:pt x="5357" y="4357"/>
                    <a:pt x="5279" y="4372"/>
                    <a:pt x="5204" y="4400"/>
                  </a:cubicBezTo>
                  <a:lnTo>
                    <a:pt x="5204" y="4343"/>
                  </a:lnTo>
                  <a:cubicBezTo>
                    <a:pt x="5204" y="4230"/>
                    <a:pt x="5114" y="4140"/>
                    <a:pt x="5002" y="4140"/>
                  </a:cubicBezTo>
                  <a:lnTo>
                    <a:pt x="3477" y="4140"/>
                  </a:lnTo>
                  <a:cubicBezTo>
                    <a:pt x="3361" y="4140"/>
                    <a:pt x="3270" y="4230"/>
                    <a:pt x="3270" y="4343"/>
                  </a:cubicBezTo>
                  <a:lnTo>
                    <a:pt x="3270" y="4357"/>
                  </a:lnTo>
                  <a:lnTo>
                    <a:pt x="3245" y="4357"/>
                  </a:lnTo>
                  <a:lnTo>
                    <a:pt x="3245" y="3676"/>
                  </a:lnTo>
                  <a:close/>
                  <a:moveTo>
                    <a:pt x="4799" y="4549"/>
                  </a:moveTo>
                  <a:lnTo>
                    <a:pt x="4799" y="4998"/>
                  </a:lnTo>
                  <a:cubicBezTo>
                    <a:pt x="4799" y="5125"/>
                    <a:pt x="4694" y="5230"/>
                    <a:pt x="4567" y="5230"/>
                  </a:cubicBezTo>
                  <a:lnTo>
                    <a:pt x="3911" y="5230"/>
                  </a:lnTo>
                  <a:cubicBezTo>
                    <a:pt x="3785" y="5230"/>
                    <a:pt x="3680" y="5125"/>
                    <a:pt x="3680" y="4998"/>
                  </a:cubicBezTo>
                  <a:lnTo>
                    <a:pt x="3680" y="4549"/>
                  </a:lnTo>
                  <a:lnTo>
                    <a:pt x="4035" y="4549"/>
                  </a:lnTo>
                  <a:lnTo>
                    <a:pt x="4035" y="4563"/>
                  </a:lnTo>
                  <a:lnTo>
                    <a:pt x="4035" y="4781"/>
                  </a:lnTo>
                  <a:cubicBezTo>
                    <a:pt x="4035" y="4917"/>
                    <a:pt x="4136" y="4984"/>
                    <a:pt x="4237" y="4984"/>
                  </a:cubicBezTo>
                  <a:cubicBezTo>
                    <a:pt x="4339" y="4984"/>
                    <a:pt x="4440" y="4917"/>
                    <a:pt x="4440" y="4781"/>
                  </a:cubicBezTo>
                  <a:lnTo>
                    <a:pt x="4440" y="4563"/>
                  </a:lnTo>
                  <a:lnTo>
                    <a:pt x="4440" y="4549"/>
                  </a:lnTo>
                  <a:close/>
                  <a:moveTo>
                    <a:pt x="7193" y="4549"/>
                  </a:moveTo>
                  <a:lnTo>
                    <a:pt x="7193" y="4998"/>
                  </a:lnTo>
                  <a:cubicBezTo>
                    <a:pt x="7193" y="5125"/>
                    <a:pt x="7091" y="5230"/>
                    <a:pt x="6965" y="5230"/>
                  </a:cubicBezTo>
                  <a:lnTo>
                    <a:pt x="6309" y="5230"/>
                  </a:lnTo>
                  <a:cubicBezTo>
                    <a:pt x="6182" y="5230"/>
                    <a:pt x="6077" y="5125"/>
                    <a:pt x="6077" y="4998"/>
                  </a:cubicBezTo>
                  <a:lnTo>
                    <a:pt x="6077" y="4549"/>
                  </a:lnTo>
                  <a:lnTo>
                    <a:pt x="6432" y="4549"/>
                  </a:lnTo>
                  <a:lnTo>
                    <a:pt x="6432" y="4563"/>
                  </a:lnTo>
                  <a:lnTo>
                    <a:pt x="6432" y="4781"/>
                  </a:lnTo>
                  <a:cubicBezTo>
                    <a:pt x="6432" y="4893"/>
                    <a:pt x="6523" y="4984"/>
                    <a:pt x="6635" y="4984"/>
                  </a:cubicBezTo>
                  <a:cubicBezTo>
                    <a:pt x="6747" y="4984"/>
                    <a:pt x="6838" y="4893"/>
                    <a:pt x="6838" y="4781"/>
                  </a:cubicBezTo>
                  <a:lnTo>
                    <a:pt x="6838" y="4563"/>
                  </a:lnTo>
                  <a:lnTo>
                    <a:pt x="6838" y="4549"/>
                  </a:lnTo>
                  <a:close/>
                  <a:moveTo>
                    <a:pt x="5436" y="4764"/>
                  </a:moveTo>
                  <a:cubicBezTo>
                    <a:pt x="5552" y="4764"/>
                    <a:pt x="5668" y="4842"/>
                    <a:pt x="5668" y="4998"/>
                  </a:cubicBezTo>
                  <a:cubicBezTo>
                    <a:pt x="5668" y="5349"/>
                    <a:pt x="5954" y="5635"/>
                    <a:pt x="6309" y="5639"/>
                  </a:cubicBezTo>
                  <a:lnTo>
                    <a:pt x="6961" y="5639"/>
                  </a:lnTo>
                  <a:cubicBezTo>
                    <a:pt x="7316" y="5635"/>
                    <a:pt x="7602" y="5349"/>
                    <a:pt x="7602" y="4998"/>
                  </a:cubicBezTo>
                  <a:lnTo>
                    <a:pt x="7602" y="4766"/>
                  </a:lnTo>
                  <a:lnTo>
                    <a:pt x="8598" y="4766"/>
                  </a:lnTo>
                  <a:cubicBezTo>
                    <a:pt x="8801" y="4766"/>
                    <a:pt x="8957" y="4940"/>
                    <a:pt x="8938" y="5143"/>
                  </a:cubicBezTo>
                  <a:cubicBezTo>
                    <a:pt x="8920" y="5313"/>
                    <a:pt x="8757" y="5447"/>
                    <a:pt x="8565" y="5447"/>
                  </a:cubicBezTo>
                  <a:lnTo>
                    <a:pt x="8475" y="5447"/>
                  </a:lnTo>
                  <a:lnTo>
                    <a:pt x="8475" y="5433"/>
                  </a:lnTo>
                  <a:cubicBezTo>
                    <a:pt x="8475" y="5297"/>
                    <a:pt x="8373" y="5229"/>
                    <a:pt x="8272" y="5229"/>
                  </a:cubicBezTo>
                  <a:cubicBezTo>
                    <a:pt x="8171" y="5229"/>
                    <a:pt x="8069" y="5297"/>
                    <a:pt x="8069" y="5433"/>
                  </a:cubicBezTo>
                  <a:lnTo>
                    <a:pt x="8069" y="5549"/>
                  </a:lnTo>
                  <a:cubicBezTo>
                    <a:pt x="7526" y="5940"/>
                    <a:pt x="6831" y="6048"/>
                    <a:pt x="6628" y="6070"/>
                  </a:cubicBezTo>
                  <a:cubicBezTo>
                    <a:pt x="6476" y="5947"/>
                    <a:pt x="6287" y="5882"/>
                    <a:pt x="6092" y="5882"/>
                  </a:cubicBezTo>
                  <a:lnTo>
                    <a:pt x="4784" y="5882"/>
                  </a:lnTo>
                  <a:cubicBezTo>
                    <a:pt x="4589" y="5882"/>
                    <a:pt x="4400" y="5947"/>
                    <a:pt x="4248" y="6070"/>
                  </a:cubicBezTo>
                  <a:cubicBezTo>
                    <a:pt x="4045" y="6045"/>
                    <a:pt x="3354" y="5940"/>
                    <a:pt x="2807" y="5549"/>
                  </a:cubicBezTo>
                  <a:lnTo>
                    <a:pt x="2807" y="5433"/>
                  </a:lnTo>
                  <a:cubicBezTo>
                    <a:pt x="2807" y="5297"/>
                    <a:pt x="2705" y="5229"/>
                    <a:pt x="2604" y="5229"/>
                  </a:cubicBezTo>
                  <a:cubicBezTo>
                    <a:pt x="2503" y="5229"/>
                    <a:pt x="2401" y="5297"/>
                    <a:pt x="2401" y="5433"/>
                  </a:cubicBezTo>
                  <a:lnTo>
                    <a:pt x="2401" y="5447"/>
                  </a:lnTo>
                  <a:lnTo>
                    <a:pt x="2278" y="5447"/>
                  </a:lnTo>
                  <a:cubicBezTo>
                    <a:pt x="2180" y="5447"/>
                    <a:pt x="2086" y="5407"/>
                    <a:pt x="2025" y="5335"/>
                  </a:cubicBezTo>
                  <a:cubicBezTo>
                    <a:pt x="1959" y="5262"/>
                    <a:pt x="1927" y="5168"/>
                    <a:pt x="1938" y="5070"/>
                  </a:cubicBezTo>
                  <a:cubicBezTo>
                    <a:pt x="1956" y="4900"/>
                    <a:pt x="2119" y="4766"/>
                    <a:pt x="2307" y="4766"/>
                  </a:cubicBezTo>
                  <a:lnTo>
                    <a:pt x="3270" y="4766"/>
                  </a:lnTo>
                  <a:lnTo>
                    <a:pt x="3270" y="4998"/>
                  </a:lnTo>
                  <a:cubicBezTo>
                    <a:pt x="3274" y="5349"/>
                    <a:pt x="3560" y="5635"/>
                    <a:pt x="3911" y="5639"/>
                  </a:cubicBezTo>
                  <a:lnTo>
                    <a:pt x="4567" y="5639"/>
                  </a:lnTo>
                  <a:cubicBezTo>
                    <a:pt x="4918" y="5635"/>
                    <a:pt x="5204" y="5349"/>
                    <a:pt x="5204" y="4998"/>
                  </a:cubicBezTo>
                  <a:cubicBezTo>
                    <a:pt x="5204" y="4842"/>
                    <a:pt x="5320" y="4764"/>
                    <a:pt x="5436" y="4764"/>
                  </a:cubicBezTo>
                  <a:close/>
                  <a:moveTo>
                    <a:pt x="5183" y="6291"/>
                  </a:moveTo>
                  <a:cubicBezTo>
                    <a:pt x="5107" y="6440"/>
                    <a:pt x="4951" y="6534"/>
                    <a:pt x="4781" y="6534"/>
                  </a:cubicBezTo>
                  <a:lnTo>
                    <a:pt x="4382" y="6534"/>
                  </a:lnTo>
                  <a:cubicBezTo>
                    <a:pt x="4458" y="6385"/>
                    <a:pt x="4614" y="6291"/>
                    <a:pt x="4781" y="6291"/>
                  </a:cubicBezTo>
                  <a:close/>
                  <a:moveTo>
                    <a:pt x="6092" y="6291"/>
                  </a:moveTo>
                  <a:cubicBezTo>
                    <a:pt x="6262" y="6291"/>
                    <a:pt x="6414" y="6389"/>
                    <a:pt x="6490" y="6537"/>
                  </a:cubicBezTo>
                  <a:lnTo>
                    <a:pt x="6092" y="6537"/>
                  </a:lnTo>
                  <a:cubicBezTo>
                    <a:pt x="5922" y="6537"/>
                    <a:pt x="5769" y="6443"/>
                    <a:pt x="5690" y="6291"/>
                  </a:cubicBezTo>
                  <a:close/>
                  <a:moveTo>
                    <a:pt x="2836" y="6048"/>
                  </a:moveTo>
                  <a:cubicBezTo>
                    <a:pt x="3191" y="6240"/>
                    <a:pt x="3578" y="6371"/>
                    <a:pt x="3977" y="6443"/>
                  </a:cubicBezTo>
                  <a:cubicBezTo>
                    <a:pt x="3940" y="6537"/>
                    <a:pt x="3922" y="6639"/>
                    <a:pt x="3922" y="6740"/>
                  </a:cubicBezTo>
                  <a:cubicBezTo>
                    <a:pt x="3922" y="6852"/>
                    <a:pt x="4013" y="6943"/>
                    <a:pt x="4125" y="6943"/>
                  </a:cubicBezTo>
                  <a:lnTo>
                    <a:pt x="4781" y="6943"/>
                  </a:lnTo>
                  <a:cubicBezTo>
                    <a:pt x="4951" y="6740"/>
                    <a:pt x="5193" y="6639"/>
                    <a:pt x="5434" y="6639"/>
                  </a:cubicBezTo>
                  <a:cubicBezTo>
                    <a:pt x="5676" y="6639"/>
                    <a:pt x="5918" y="6740"/>
                    <a:pt x="6088" y="6943"/>
                  </a:cubicBezTo>
                  <a:lnTo>
                    <a:pt x="6740" y="6943"/>
                  </a:lnTo>
                  <a:cubicBezTo>
                    <a:pt x="6856" y="6943"/>
                    <a:pt x="6946" y="6852"/>
                    <a:pt x="6946" y="6740"/>
                  </a:cubicBezTo>
                  <a:cubicBezTo>
                    <a:pt x="6946" y="6639"/>
                    <a:pt x="6928" y="6537"/>
                    <a:pt x="6892" y="6443"/>
                  </a:cubicBezTo>
                  <a:cubicBezTo>
                    <a:pt x="7291" y="6371"/>
                    <a:pt x="7674" y="6240"/>
                    <a:pt x="8033" y="6048"/>
                  </a:cubicBezTo>
                  <a:lnTo>
                    <a:pt x="8033" y="6048"/>
                  </a:lnTo>
                  <a:cubicBezTo>
                    <a:pt x="7837" y="7330"/>
                    <a:pt x="6733" y="8279"/>
                    <a:pt x="5433" y="8279"/>
                  </a:cubicBezTo>
                  <a:cubicBezTo>
                    <a:pt x="4136" y="8279"/>
                    <a:pt x="3031" y="7330"/>
                    <a:pt x="2836" y="6048"/>
                  </a:cubicBezTo>
                  <a:close/>
                  <a:moveTo>
                    <a:pt x="6758" y="8384"/>
                  </a:moveTo>
                  <a:lnTo>
                    <a:pt x="6758" y="8826"/>
                  </a:lnTo>
                  <a:lnTo>
                    <a:pt x="5436" y="9558"/>
                  </a:lnTo>
                  <a:lnTo>
                    <a:pt x="4114" y="8826"/>
                  </a:lnTo>
                  <a:lnTo>
                    <a:pt x="4114" y="8384"/>
                  </a:lnTo>
                  <a:cubicBezTo>
                    <a:pt x="4527" y="8584"/>
                    <a:pt x="4980" y="8689"/>
                    <a:pt x="5436" y="8689"/>
                  </a:cubicBezTo>
                  <a:lnTo>
                    <a:pt x="5436" y="8685"/>
                  </a:lnTo>
                  <a:cubicBezTo>
                    <a:pt x="5444" y="8685"/>
                    <a:pt x="5451" y="8685"/>
                    <a:pt x="5459" y="8685"/>
                  </a:cubicBezTo>
                  <a:cubicBezTo>
                    <a:pt x="5908" y="8685"/>
                    <a:pt x="6352" y="8580"/>
                    <a:pt x="6758" y="8384"/>
                  </a:cubicBezTo>
                  <a:close/>
                  <a:moveTo>
                    <a:pt x="3566" y="8990"/>
                  </a:moveTo>
                  <a:cubicBezTo>
                    <a:pt x="3569" y="8990"/>
                    <a:pt x="3572" y="8991"/>
                    <a:pt x="3575" y="8993"/>
                  </a:cubicBezTo>
                  <a:lnTo>
                    <a:pt x="5128" y="9851"/>
                  </a:lnTo>
                  <a:lnTo>
                    <a:pt x="4690" y="10402"/>
                  </a:lnTo>
                  <a:cubicBezTo>
                    <a:pt x="4643" y="10461"/>
                    <a:pt x="4575" y="10491"/>
                    <a:pt x="4507" y="10491"/>
                  </a:cubicBezTo>
                  <a:cubicBezTo>
                    <a:pt x="4453" y="10491"/>
                    <a:pt x="4400" y="10472"/>
                    <a:pt x="4357" y="10434"/>
                  </a:cubicBezTo>
                  <a:lnTo>
                    <a:pt x="3292" y="9525"/>
                  </a:lnTo>
                  <a:lnTo>
                    <a:pt x="3557" y="8996"/>
                  </a:lnTo>
                  <a:cubicBezTo>
                    <a:pt x="3559" y="8992"/>
                    <a:pt x="3562" y="8990"/>
                    <a:pt x="3566" y="8990"/>
                  </a:cubicBezTo>
                  <a:close/>
                  <a:moveTo>
                    <a:pt x="7309" y="8993"/>
                  </a:moveTo>
                  <a:cubicBezTo>
                    <a:pt x="7312" y="8996"/>
                    <a:pt x="7316" y="8996"/>
                    <a:pt x="7319" y="9000"/>
                  </a:cubicBezTo>
                  <a:lnTo>
                    <a:pt x="7580" y="9525"/>
                  </a:lnTo>
                  <a:lnTo>
                    <a:pt x="6519" y="10434"/>
                  </a:lnTo>
                  <a:cubicBezTo>
                    <a:pt x="6475" y="10472"/>
                    <a:pt x="6421" y="10491"/>
                    <a:pt x="6368" y="10491"/>
                  </a:cubicBezTo>
                  <a:cubicBezTo>
                    <a:pt x="6300" y="10491"/>
                    <a:pt x="6233" y="10461"/>
                    <a:pt x="6186" y="10402"/>
                  </a:cubicBezTo>
                  <a:lnTo>
                    <a:pt x="5748" y="9855"/>
                  </a:lnTo>
                  <a:lnTo>
                    <a:pt x="7298" y="8993"/>
                  </a:lnTo>
                  <a:close/>
                  <a:moveTo>
                    <a:pt x="4045" y="0"/>
                  </a:moveTo>
                  <a:cubicBezTo>
                    <a:pt x="3357" y="0"/>
                    <a:pt x="2760" y="460"/>
                    <a:pt x="2582" y="1123"/>
                  </a:cubicBezTo>
                  <a:lnTo>
                    <a:pt x="2010" y="3271"/>
                  </a:lnTo>
                  <a:lnTo>
                    <a:pt x="1293" y="3271"/>
                  </a:lnTo>
                  <a:cubicBezTo>
                    <a:pt x="1021" y="3271"/>
                    <a:pt x="1021" y="3676"/>
                    <a:pt x="1293" y="3676"/>
                  </a:cubicBezTo>
                  <a:lnTo>
                    <a:pt x="1959" y="3676"/>
                  </a:lnTo>
                  <a:lnTo>
                    <a:pt x="1959" y="4437"/>
                  </a:lnTo>
                  <a:cubicBezTo>
                    <a:pt x="1644" y="4582"/>
                    <a:pt x="1470" y="4929"/>
                    <a:pt x="1546" y="5273"/>
                  </a:cubicBezTo>
                  <a:cubicBezTo>
                    <a:pt x="1619" y="5614"/>
                    <a:pt x="1923" y="5856"/>
                    <a:pt x="2274" y="5856"/>
                  </a:cubicBezTo>
                  <a:lnTo>
                    <a:pt x="2405" y="5856"/>
                  </a:lnTo>
                  <a:cubicBezTo>
                    <a:pt x="2466" y="6776"/>
                    <a:pt x="2948" y="7620"/>
                    <a:pt x="3705" y="8145"/>
                  </a:cubicBezTo>
                  <a:lnTo>
                    <a:pt x="3705" y="8605"/>
                  </a:lnTo>
                  <a:cubicBezTo>
                    <a:pt x="3659" y="8588"/>
                    <a:pt x="3611" y="8580"/>
                    <a:pt x="3564" y="8580"/>
                  </a:cubicBezTo>
                  <a:cubicBezTo>
                    <a:pt x="3410" y="8580"/>
                    <a:pt x="3263" y="8668"/>
                    <a:pt x="3191" y="8815"/>
                  </a:cubicBezTo>
                  <a:lnTo>
                    <a:pt x="2872" y="9449"/>
                  </a:lnTo>
                  <a:lnTo>
                    <a:pt x="1087" y="9974"/>
                  </a:lnTo>
                  <a:cubicBezTo>
                    <a:pt x="445" y="10163"/>
                    <a:pt x="4" y="10753"/>
                    <a:pt x="0" y="11423"/>
                  </a:cubicBezTo>
                  <a:lnTo>
                    <a:pt x="0" y="13716"/>
                  </a:lnTo>
                  <a:cubicBezTo>
                    <a:pt x="0" y="13850"/>
                    <a:pt x="102" y="13917"/>
                    <a:pt x="205" y="13917"/>
                  </a:cubicBezTo>
                  <a:cubicBezTo>
                    <a:pt x="307" y="13917"/>
                    <a:pt x="409" y="13850"/>
                    <a:pt x="409" y="13716"/>
                  </a:cubicBezTo>
                  <a:lnTo>
                    <a:pt x="409" y="11423"/>
                  </a:lnTo>
                  <a:cubicBezTo>
                    <a:pt x="409" y="10934"/>
                    <a:pt x="732" y="10503"/>
                    <a:pt x="1199" y="10365"/>
                  </a:cubicBezTo>
                  <a:lnTo>
                    <a:pt x="1963" y="10141"/>
                  </a:lnTo>
                  <a:lnTo>
                    <a:pt x="1963" y="13716"/>
                  </a:lnTo>
                  <a:cubicBezTo>
                    <a:pt x="1963" y="13850"/>
                    <a:pt x="2064" y="13917"/>
                    <a:pt x="2166" y="13917"/>
                  </a:cubicBezTo>
                  <a:cubicBezTo>
                    <a:pt x="2267" y="13917"/>
                    <a:pt x="2369" y="13850"/>
                    <a:pt x="2369" y="13716"/>
                  </a:cubicBezTo>
                  <a:lnTo>
                    <a:pt x="2369" y="10021"/>
                  </a:lnTo>
                  <a:lnTo>
                    <a:pt x="2832" y="9887"/>
                  </a:lnTo>
                  <a:lnTo>
                    <a:pt x="2832" y="13716"/>
                  </a:lnTo>
                  <a:cubicBezTo>
                    <a:pt x="2832" y="13850"/>
                    <a:pt x="2935" y="13917"/>
                    <a:pt x="3037" y="13917"/>
                  </a:cubicBezTo>
                  <a:cubicBezTo>
                    <a:pt x="3139" y="13917"/>
                    <a:pt x="3241" y="13850"/>
                    <a:pt x="3241" y="13716"/>
                  </a:cubicBezTo>
                  <a:lnTo>
                    <a:pt x="3241" y="10018"/>
                  </a:lnTo>
                  <a:lnTo>
                    <a:pt x="4085" y="10742"/>
                  </a:lnTo>
                  <a:cubicBezTo>
                    <a:pt x="4201" y="10844"/>
                    <a:pt x="4350" y="10898"/>
                    <a:pt x="4502" y="10898"/>
                  </a:cubicBezTo>
                  <a:cubicBezTo>
                    <a:pt x="4524" y="10898"/>
                    <a:pt x="4542" y="10894"/>
                    <a:pt x="4563" y="10894"/>
                  </a:cubicBezTo>
                  <a:cubicBezTo>
                    <a:pt x="4737" y="10880"/>
                    <a:pt x="4893" y="10793"/>
                    <a:pt x="5002" y="10655"/>
                  </a:cubicBezTo>
                  <a:lnTo>
                    <a:pt x="5433" y="10119"/>
                  </a:lnTo>
                  <a:lnTo>
                    <a:pt x="5864" y="10655"/>
                  </a:lnTo>
                  <a:cubicBezTo>
                    <a:pt x="5972" y="10793"/>
                    <a:pt x="6132" y="10880"/>
                    <a:pt x="6305" y="10894"/>
                  </a:cubicBezTo>
                  <a:cubicBezTo>
                    <a:pt x="6324" y="10894"/>
                    <a:pt x="6345" y="10898"/>
                    <a:pt x="6367" y="10898"/>
                  </a:cubicBezTo>
                  <a:cubicBezTo>
                    <a:pt x="6519" y="10898"/>
                    <a:pt x="6664" y="10844"/>
                    <a:pt x="6780" y="10742"/>
                  </a:cubicBezTo>
                  <a:lnTo>
                    <a:pt x="7845" y="9829"/>
                  </a:lnTo>
                  <a:lnTo>
                    <a:pt x="8500" y="10021"/>
                  </a:lnTo>
                  <a:lnTo>
                    <a:pt x="8500" y="13716"/>
                  </a:lnTo>
                  <a:cubicBezTo>
                    <a:pt x="8500" y="13850"/>
                    <a:pt x="8602" y="13917"/>
                    <a:pt x="8703" y="13917"/>
                  </a:cubicBezTo>
                  <a:cubicBezTo>
                    <a:pt x="8804" y="13917"/>
                    <a:pt x="8906" y="13850"/>
                    <a:pt x="8906" y="13716"/>
                  </a:cubicBezTo>
                  <a:lnTo>
                    <a:pt x="8906" y="10141"/>
                  </a:lnTo>
                  <a:lnTo>
                    <a:pt x="9666" y="10365"/>
                  </a:lnTo>
                  <a:cubicBezTo>
                    <a:pt x="10137" y="10507"/>
                    <a:pt x="10460" y="10938"/>
                    <a:pt x="10460" y="11427"/>
                  </a:cubicBezTo>
                  <a:lnTo>
                    <a:pt x="10460" y="13716"/>
                  </a:lnTo>
                  <a:cubicBezTo>
                    <a:pt x="10460" y="13850"/>
                    <a:pt x="10562" y="13917"/>
                    <a:pt x="10664" y="13917"/>
                  </a:cubicBezTo>
                  <a:cubicBezTo>
                    <a:pt x="10766" y="13917"/>
                    <a:pt x="10869" y="13850"/>
                    <a:pt x="10869" y="13716"/>
                  </a:cubicBezTo>
                  <a:lnTo>
                    <a:pt x="10869" y="11423"/>
                  </a:lnTo>
                  <a:cubicBezTo>
                    <a:pt x="10865" y="10757"/>
                    <a:pt x="10427" y="10166"/>
                    <a:pt x="9786" y="9974"/>
                  </a:cubicBezTo>
                  <a:lnTo>
                    <a:pt x="8000" y="9449"/>
                  </a:lnTo>
                  <a:lnTo>
                    <a:pt x="7682" y="8815"/>
                  </a:lnTo>
                  <a:cubicBezTo>
                    <a:pt x="7609" y="8670"/>
                    <a:pt x="7460" y="8582"/>
                    <a:pt x="7304" y="8582"/>
                  </a:cubicBezTo>
                  <a:cubicBezTo>
                    <a:pt x="7258" y="8582"/>
                    <a:pt x="7212" y="8590"/>
                    <a:pt x="7167" y="8605"/>
                  </a:cubicBezTo>
                  <a:lnTo>
                    <a:pt x="7167" y="8145"/>
                  </a:lnTo>
                  <a:cubicBezTo>
                    <a:pt x="7924" y="7620"/>
                    <a:pt x="8402" y="6776"/>
                    <a:pt x="8468" y="5853"/>
                  </a:cubicBezTo>
                  <a:lnTo>
                    <a:pt x="8565" y="5853"/>
                  </a:lnTo>
                  <a:cubicBezTo>
                    <a:pt x="8964" y="5853"/>
                    <a:pt x="9304" y="5559"/>
                    <a:pt x="9340" y="5183"/>
                  </a:cubicBezTo>
                  <a:cubicBezTo>
                    <a:pt x="9373" y="4864"/>
                    <a:pt x="9203" y="4560"/>
                    <a:pt x="8909" y="4426"/>
                  </a:cubicBezTo>
                  <a:lnTo>
                    <a:pt x="8909" y="3676"/>
                  </a:lnTo>
                  <a:lnTo>
                    <a:pt x="9579" y="3676"/>
                  </a:lnTo>
                  <a:cubicBezTo>
                    <a:pt x="9847" y="3676"/>
                    <a:pt x="9847" y="3271"/>
                    <a:pt x="9579" y="3271"/>
                  </a:cubicBezTo>
                  <a:lnTo>
                    <a:pt x="8862" y="3271"/>
                  </a:lnTo>
                  <a:lnTo>
                    <a:pt x="8290" y="1123"/>
                  </a:lnTo>
                  <a:cubicBezTo>
                    <a:pt x="8113" y="460"/>
                    <a:pt x="7515" y="0"/>
                    <a:pt x="68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88"/>
            <p:cNvSpPr/>
            <p:nvPr/>
          </p:nvSpPr>
          <p:spPr>
            <a:xfrm>
              <a:off x="6455981" y="2257717"/>
              <a:ext cx="10671" cy="90660"/>
            </a:xfrm>
            <a:custGeom>
              <a:rect b="b" l="l" r="r" t="t"/>
              <a:pathLst>
                <a:path extrusionOk="0" h="3458" w="407">
                  <a:moveTo>
                    <a:pt x="204" y="1"/>
                  </a:moveTo>
                  <a:cubicBezTo>
                    <a:pt x="92" y="1"/>
                    <a:pt x="1" y="91"/>
                    <a:pt x="1" y="207"/>
                  </a:cubicBezTo>
                  <a:lnTo>
                    <a:pt x="1" y="3257"/>
                  </a:lnTo>
                  <a:cubicBezTo>
                    <a:pt x="1" y="3391"/>
                    <a:pt x="102" y="3458"/>
                    <a:pt x="204" y="3458"/>
                  </a:cubicBezTo>
                  <a:cubicBezTo>
                    <a:pt x="305" y="3458"/>
                    <a:pt x="407" y="3391"/>
                    <a:pt x="407" y="3257"/>
                  </a:cubicBezTo>
                  <a:lnTo>
                    <a:pt x="407" y="203"/>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88"/>
            <p:cNvSpPr/>
            <p:nvPr/>
          </p:nvSpPr>
          <p:spPr>
            <a:xfrm>
              <a:off x="6391434" y="2269201"/>
              <a:ext cx="12558" cy="10697"/>
            </a:xfrm>
            <a:custGeom>
              <a:rect b="b" l="l" r="r" t="t"/>
              <a:pathLst>
                <a:path extrusionOk="0" h="408" w="479">
                  <a:moveTo>
                    <a:pt x="275" y="1"/>
                  </a:moveTo>
                  <a:cubicBezTo>
                    <a:pt x="273" y="1"/>
                    <a:pt x="270" y="1"/>
                    <a:pt x="268" y="1"/>
                  </a:cubicBezTo>
                  <a:lnTo>
                    <a:pt x="272" y="1"/>
                  </a:lnTo>
                  <a:cubicBezTo>
                    <a:pt x="91" y="1"/>
                    <a:pt x="0" y="222"/>
                    <a:pt x="131" y="349"/>
                  </a:cubicBezTo>
                  <a:cubicBezTo>
                    <a:pt x="171" y="389"/>
                    <a:pt x="222" y="408"/>
                    <a:pt x="271" y="408"/>
                  </a:cubicBezTo>
                  <a:cubicBezTo>
                    <a:pt x="375" y="408"/>
                    <a:pt x="475" y="326"/>
                    <a:pt x="475" y="204"/>
                  </a:cubicBezTo>
                  <a:cubicBezTo>
                    <a:pt x="478" y="90"/>
                    <a:pt x="388"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88"/>
            <p:cNvSpPr/>
            <p:nvPr/>
          </p:nvSpPr>
          <p:spPr>
            <a:xfrm>
              <a:off x="6391434" y="2303493"/>
              <a:ext cx="12558" cy="10697"/>
            </a:xfrm>
            <a:custGeom>
              <a:rect b="b" l="l" r="r" t="t"/>
              <a:pathLst>
                <a:path extrusionOk="0" h="408" w="479">
                  <a:moveTo>
                    <a:pt x="275" y="0"/>
                  </a:moveTo>
                  <a:cubicBezTo>
                    <a:pt x="273" y="0"/>
                    <a:pt x="270" y="0"/>
                    <a:pt x="268" y="0"/>
                  </a:cubicBezTo>
                  <a:lnTo>
                    <a:pt x="272" y="0"/>
                  </a:lnTo>
                  <a:cubicBezTo>
                    <a:pt x="91" y="0"/>
                    <a:pt x="0" y="221"/>
                    <a:pt x="131" y="348"/>
                  </a:cubicBezTo>
                  <a:cubicBezTo>
                    <a:pt x="171" y="389"/>
                    <a:pt x="222" y="407"/>
                    <a:pt x="271" y="407"/>
                  </a:cubicBezTo>
                  <a:cubicBezTo>
                    <a:pt x="375" y="407"/>
                    <a:pt x="475" y="326"/>
                    <a:pt x="475" y="203"/>
                  </a:cubicBezTo>
                  <a:cubicBezTo>
                    <a:pt x="478" y="89"/>
                    <a:pt x="388"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88"/>
            <p:cNvSpPr/>
            <p:nvPr/>
          </p:nvSpPr>
          <p:spPr>
            <a:xfrm>
              <a:off x="6385639" y="2172065"/>
              <a:ext cx="23858" cy="10671"/>
            </a:xfrm>
            <a:custGeom>
              <a:rect b="b" l="l" r="r" t="t"/>
              <a:pathLst>
                <a:path extrusionOk="0" h="407" w="910">
                  <a:moveTo>
                    <a:pt x="272" y="1"/>
                  </a:moveTo>
                  <a:cubicBezTo>
                    <a:pt x="0" y="1"/>
                    <a:pt x="0" y="406"/>
                    <a:pt x="272" y="406"/>
                  </a:cubicBezTo>
                  <a:lnTo>
                    <a:pt x="707" y="406"/>
                  </a:lnTo>
                  <a:cubicBezTo>
                    <a:pt x="819" y="406"/>
                    <a:pt x="909" y="316"/>
                    <a:pt x="909" y="204"/>
                  </a:cubicBezTo>
                  <a:cubicBezTo>
                    <a:pt x="909"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6" name="Google Shape;18476;p88"/>
          <p:cNvGrpSpPr/>
          <p:nvPr/>
        </p:nvGrpSpPr>
        <p:grpSpPr>
          <a:xfrm>
            <a:off x="6711706" y="2894855"/>
            <a:ext cx="273763" cy="364948"/>
            <a:chOff x="6711706" y="2894855"/>
            <a:chExt cx="273763" cy="364948"/>
          </a:xfrm>
        </p:grpSpPr>
        <p:sp>
          <p:nvSpPr>
            <p:cNvPr id="18477" name="Google Shape;18477;p88"/>
            <p:cNvSpPr/>
            <p:nvPr/>
          </p:nvSpPr>
          <p:spPr>
            <a:xfrm>
              <a:off x="6734857" y="2900177"/>
              <a:ext cx="227542" cy="208980"/>
            </a:xfrm>
            <a:custGeom>
              <a:rect b="b" l="l" r="r" t="t"/>
              <a:pathLst>
                <a:path extrusionOk="0" h="7971" w="8679">
                  <a:moveTo>
                    <a:pt x="4343" y="0"/>
                  </a:moveTo>
                  <a:cubicBezTo>
                    <a:pt x="2815" y="0"/>
                    <a:pt x="638" y="1079"/>
                    <a:pt x="638" y="3271"/>
                  </a:cubicBezTo>
                  <a:lnTo>
                    <a:pt x="638" y="5824"/>
                  </a:lnTo>
                  <a:cubicBezTo>
                    <a:pt x="638" y="6262"/>
                    <a:pt x="378" y="6432"/>
                    <a:pt x="186" y="6497"/>
                  </a:cubicBezTo>
                  <a:cubicBezTo>
                    <a:pt x="66" y="6534"/>
                    <a:pt x="1" y="6664"/>
                    <a:pt x="44" y="6780"/>
                  </a:cubicBezTo>
                  <a:cubicBezTo>
                    <a:pt x="141" y="7040"/>
                    <a:pt x="384" y="7412"/>
                    <a:pt x="989" y="7412"/>
                  </a:cubicBezTo>
                  <a:cubicBezTo>
                    <a:pt x="1016" y="7412"/>
                    <a:pt x="1044" y="7412"/>
                    <a:pt x="1073" y="7410"/>
                  </a:cubicBezTo>
                  <a:cubicBezTo>
                    <a:pt x="1337" y="7768"/>
                    <a:pt x="1753" y="7970"/>
                    <a:pt x="2189" y="7970"/>
                  </a:cubicBezTo>
                  <a:cubicBezTo>
                    <a:pt x="2261" y="7970"/>
                    <a:pt x="2333" y="7965"/>
                    <a:pt x="2406" y="7953"/>
                  </a:cubicBezTo>
                  <a:cubicBezTo>
                    <a:pt x="2801" y="7892"/>
                    <a:pt x="3199" y="7856"/>
                    <a:pt x="3597" y="7848"/>
                  </a:cubicBezTo>
                  <a:lnTo>
                    <a:pt x="5082" y="7848"/>
                  </a:lnTo>
                  <a:cubicBezTo>
                    <a:pt x="5484" y="7856"/>
                    <a:pt x="5879" y="7892"/>
                    <a:pt x="6274" y="7953"/>
                  </a:cubicBezTo>
                  <a:cubicBezTo>
                    <a:pt x="6347" y="7965"/>
                    <a:pt x="6420" y="7970"/>
                    <a:pt x="6492" y="7970"/>
                  </a:cubicBezTo>
                  <a:cubicBezTo>
                    <a:pt x="6929" y="7970"/>
                    <a:pt x="7343" y="7768"/>
                    <a:pt x="7610" y="7410"/>
                  </a:cubicBezTo>
                  <a:cubicBezTo>
                    <a:pt x="7639" y="7412"/>
                    <a:pt x="7666" y="7412"/>
                    <a:pt x="7693" y="7412"/>
                  </a:cubicBezTo>
                  <a:cubicBezTo>
                    <a:pt x="8295" y="7412"/>
                    <a:pt x="8542" y="7036"/>
                    <a:pt x="8639" y="6780"/>
                  </a:cubicBezTo>
                  <a:cubicBezTo>
                    <a:pt x="8679" y="6664"/>
                    <a:pt x="8617" y="6534"/>
                    <a:pt x="8498" y="6497"/>
                  </a:cubicBezTo>
                  <a:cubicBezTo>
                    <a:pt x="8306" y="6432"/>
                    <a:pt x="8048" y="6262"/>
                    <a:pt x="8048" y="5824"/>
                  </a:cubicBezTo>
                  <a:lnTo>
                    <a:pt x="8048" y="2836"/>
                  </a:lnTo>
                  <a:cubicBezTo>
                    <a:pt x="8045" y="1724"/>
                    <a:pt x="7215" y="793"/>
                    <a:pt x="6114" y="670"/>
                  </a:cubicBezTo>
                  <a:cubicBezTo>
                    <a:pt x="5980" y="656"/>
                    <a:pt x="5861" y="590"/>
                    <a:pt x="5785" y="482"/>
                  </a:cubicBezTo>
                  <a:cubicBezTo>
                    <a:pt x="5571" y="167"/>
                    <a:pt x="5089" y="0"/>
                    <a:pt x="434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88"/>
            <p:cNvSpPr/>
            <p:nvPr/>
          </p:nvSpPr>
          <p:spPr>
            <a:xfrm>
              <a:off x="6848719" y="2900177"/>
              <a:ext cx="113784" cy="208980"/>
            </a:xfrm>
            <a:custGeom>
              <a:rect b="b" l="l" r="r" t="t"/>
              <a:pathLst>
                <a:path extrusionOk="0" h="7971" w="4340">
                  <a:moveTo>
                    <a:pt x="0" y="0"/>
                  </a:moveTo>
                  <a:lnTo>
                    <a:pt x="0" y="7848"/>
                  </a:lnTo>
                  <a:lnTo>
                    <a:pt x="743" y="7848"/>
                  </a:lnTo>
                  <a:cubicBezTo>
                    <a:pt x="1141" y="7856"/>
                    <a:pt x="1540" y="7892"/>
                    <a:pt x="1934" y="7953"/>
                  </a:cubicBezTo>
                  <a:cubicBezTo>
                    <a:pt x="2006" y="7965"/>
                    <a:pt x="2078" y="7970"/>
                    <a:pt x="2149" y="7970"/>
                  </a:cubicBezTo>
                  <a:cubicBezTo>
                    <a:pt x="2585" y="7970"/>
                    <a:pt x="3003" y="7765"/>
                    <a:pt x="3267" y="7410"/>
                  </a:cubicBezTo>
                  <a:cubicBezTo>
                    <a:pt x="3296" y="7412"/>
                    <a:pt x="3323" y="7412"/>
                    <a:pt x="3350" y="7412"/>
                  </a:cubicBezTo>
                  <a:cubicBezTo>
                    <a:pt x="3952" y="7412"/>
                    <a:pt x="4199" y="7036"/>
                    <a:pt x="4296" y="6780"/>
                  </a:cubicBezTo>
                  <a:cubicBezTo>
                    <a:pt x="4339" y="6660"/>
                    <a:pt x="4274" y="6534"/>
                    <a:pt x="4155" y="6497"/>
                  </a:cubicBezTo>
                  <a:cubicBezTo>
                    <a:pt x="3963" y="6432"/>
                    <a:pt x="3705" y="6262"/>
                    <a:pt x="3705" y="5824"/>
                  </a:cubicBezTo>
                  <a:lnTo>
                    <a:pt x="3705" y="2836"/>
                  </a:lnTo>
                  <a:cubicBezTo>
                    <a:pt x="3702" y="1724"/>
                    <a:pt x="2872" y="793"/>
                    <a:pt x="1771" y="670"/>
                  </a:cubicBezTo>
                  <a:cubicBezTo>
                    <a:pt x="1637" y="656"/>
                    <a:pt x="1518" y="590"/>
                    <a:pt x="1442" y="482"/>
                  </a:cubicBezTo>
                  <a:cubicBezTo>
                    <a:pt x="1228" y="167"/>
                    <a:pt x="746"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88"/>
            <p:cNvSpPr/>
            <p:nvPr/>
          </p:nvSpPr>
          <p:spPr>
            <a:xfrm>
              <a:off x="6717291" y="3139071"/>
              <a:ext cx="262857" cy="115488"/>
            </a:xfrm>
            <a:custGeom>
              <a:rect b="b" l="l" r="r" t="t"/>
              <a:pathLst>
                <a:path extrusionOk="0" h="4405" w="10026">
                  <a:moveTo>
                    <a:pt x="6538" y="0"/>
                  </a:moveTo>
                  <a:lnTo>
                    <a:pt x="6538" y="301"/>
                  </a:lnTo>
                  <a:cubicBezTo>
                    <a:pt x="6538" y="1195"/>
                    <a:pt x="5850" y="1978"/>
                    <a:pt x="4955" y="2003"/>
                  </a:cubicBezTo>
                  <a:cubicBezTo>
                    <a:pt x="4938" y="2004"/>
                    <a:pt x="4920" y="2004"/>
                    <a:pt x="4903" y="2004"/>
                  </a:cubicBezTo>
                  <a:cubicBezTo>
                    <a:pt x="4003" y="2004"/>
                    <a:pt x="3268" y="1276"/>
                    <a:pt x="3268" y="370"/>
                  </a:cubicBezTo>
                  <a:lnTo>
                    <a:pt x="3268" y="181"/>
                  </a:lnTo>
                  <a:cubicBezTo>
                    <a:pt x="3224" y="207"/>
                    <a:pt x="3174" y="228"/>
                    <a:pt x="3123" y="250"/>
                  </a:cubicBezTo>
                  <a:lnTo>
                    <a:pt x="874" y="1043"/>
                  </a:lnTo>
                  <a:cubicBezTo>
                    <a:pt x="349" y="1228"/>
                    <a:pt x="1" y="1721"/>
                    <a:pt x="1" y="2275"/>
                  </a:cubicBezTo>
                  <a:lnTo>
                    <a:pt x="1" y="4404"/>
                  </a:lnTo>
                  <a:lnTo>
                    <a:pt x="10026" y="4404"/>
                  </a:lnTo>
                  <a:lnTo>
                    <a:pt x="10026" y="2275"/>
                  </a:lnTo>
                  <a:cubicBezTo>
                    <a:pt x="10026" y="1721"/>
                    <a:pt x="9675" y="1228"/>
                    <a:pt x="9153" y="1043"/>
                  </a:cubicBezTo>
                  <a:lnTo>
                    <a:pt x="6900" y="250"/>
                  </a:lnTo>
                  <a:cubicBezTo>
                    <a:pt x="6759" y="200"/>
                    <a:pt x="6636" y="113"/>
                    <a:pt x="6538"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88"/>
            <p:cNvSpPr/>
            <p:nvPr/>
          </p:nvSpPr>
          <p:spPr>
            <a:xfrm>
              <a:off x="6882907" y="3128610"/>
              <a:ext cx="105" cy="131"/>
            </a:xfrm>
            <a:custGeom>
              <a:rect b="b" l="l" r="r" t="t"/>
              <a:pathLst>
                <a:path extrusionOk="0" h="5" w="4">
                  <a:moveTo>
                    <a:pt x="4" y="1"/>
                  </a:moveTo>
                  <a:lnTo>
                    <a:pt x="0" y="5"/>
                  </a:lnTo>
                  <a:lnTo>
                    <a:pt x="4" y="5"/>
                  </a:lnTo>
                  <a:lnTo>
                    <a:pt x="4"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88"/>
            <p:cNvSpPr/>
            <p:nvPr/>
          </p:nvSpPr>
          <p:spPr>
            <a:xfrm>
              <a:off x="6814348" y="3128610"/>
              <a:ext cx="26" cy="131"/>
            </a:xfrm>
            <a:custGeom>
              <a:rect b="b" l="l" r="r" t="t"/>
              <a:pathLst>
                <a:path extrusionOk="0" h="5" w="1">
                  <a:moveTo>
                    <a:pt x="0" y="1"/>
                  </a:moveTo>
                  <a:lnTo>
                    <a:pt x="0" y="5"/>
                  </a:lnTo>
                  <a:lnTo>
                    <a:pt x="0" y="5"/>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88"/>
            <p:cNvSpPr/>
            <p:nvPr/>
          </p:nvSpPr>
          <p:spPr>
            <a:xfrm>
              <a:off x="6814348" y="3100138"/>
              <a:ext cx="68585" cy="80068"/>
            </a:xfrm>
            <a:custGeom>
              <a:rect b="b" l="l" r="r" t="t"/>
              <a:pathLst>
                <a:path extrusionOk="0" h="3054" w="2616">
                  <a:moveTo>
                    <a:pt x="0" y="0"/>
                  </a:moveTo>
                  <a:lnTo>
                    <a:pt x="0" y="1746"/>
                  </a:lnTo>
                  <a:cubicBezTo>
                    <a:pt x="0" y="2467"/>
                    <a:pt x="587" y="3054"/>
                    <a:pt x="1308" y="3054"/>
                  </a:cubicBezTo>
                  <a:cubicBezTo>
                    <a:pt x="2032" y="3054"/>
                    <a:pt x="2615" y="2467"/>
                    <a:pt x="2615" y="1746"/>
                  </a:cubicBezTo>
                  <a:lnTo>
                    <a:pt x="261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88"/>
            <p:cNvSpPr/>
            <p:nvPr/>
          </p:nvSpPr>
          <p:spPr>
            <a:xfrm>
              <a:off x="6814348" y="3100243"/>
              <a:ext cx="68585" cy="34240"/>
            </a:xfrm>
            <a:custGeom>
              <a:rect b="b" l="l" r="r" t="t"/>
              <a:pathLst>
                <a:path extrusionOk="0" h="1306" w="2616">
                  <a:moveTo>
                    <a:pt x="0" y="0"/>
                  </a:moveTo>
                  <a:lnTo>
                    <a:pt x="0" y="1029"/>
                  </a:lnTo>
                  <a:cubicBezTo>
                    <a:pt x="417" y="1213"/>
                    <a:pt x="863" y="1306"/>
                    <a:pt x="1309" y="1306"/>
                  </a:cubicBezTo>
                  <a:cubicBezTo>
                    <a:pt x="1755" y="1306"/>
                    <a:pt x="2201" y="1213"/>
                    <a:pt x="2615" y="1029"/>
                  </a:cubicBezTo>
                  <a:lnTo>
                    <a:pt x="2615"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88"/>
            <p:cNvSpPr/>
            <p:nvPr/>
          </p:nvSpPr>
          <p:spPr>
            <a:xfrm>
              <a:off x="6751478" y="2940133"/>
              <a:ext cx="194298" cy="177204"/>
            </a:xfrm>
            <a:custGeom>
              <a:rect b="b" l="l" r="r" t="t"/>
              <a:pathLst>
                <a:path extrusionOk="0" h="6759" w="7411">
                  <a:moveTo>
                    <a:pt x="874" y="1"/>
                  </a:moveTo>
                  <a:lnTo>
                    <a:pt x="874" y="3054"/>
                  </a:lnTo>
                  <a:lnTo>
                    <a:pt x="548" y="3054"/>
                  </a:lnTo>
                  <a:cubicBezTo>
                    <a:pt x="243" y="3054"/>
                    <a:pt x="1" y="3297"/>
                    <a:pt x="1" y="3597"/>
                  </a:cubicBezTo>
                  <a:cubicBezTo>
                    <a:pt x="1" y="3898"/>
                    <a:pt x="243" y="4140"/>
                    <a:pt x="548" y="4140"/>
                  </a:cubicBezTo>
                  <a:lnTo>
                    <a:pt x="884" y="4140"/>
                  </a:lnTo>
                  <a:cubicBezTo>
                    <a:pt x="993" y="5618"/>
                    <a:pt x="2224" y="6759"/>
                    <a:pt x="3706" y="6759"/>
                  </a:cubicBezTo>
                  <a:cubicBezTo>
                    <a:pt x="5187" y="6759"/>
                    <a:pt x="6418" y="5618"/>
                    <a:pt x="6527" y="4140"/>
                  </a:cubicBezTo>
                  <a:lnTo>
                    <a:pt x="6868" y="4140"/>
                  </a:lnTo>
                  <a:cubicBezTo>
                    <a:pt x="7168" y="4140"/>
                    <a:pt x="7411" y="3898"/>
                    <a:pt x="7411" y="3597"/>
                  </a:cubicBezTo>
                  <a:cubicBezTo>
                    <a:pt x="7411" y="3297"/>
                    <a:pt x="7168" y="3054"/>
                    <a:pt x="6868" y="3054"/>
                  </a:cubicBezTo>
                  <a:lnTo>
                    <a:pt x="6542" y="3054"/>
                  </a:lnTo>
                  <a:lnTo>
                    <a:pt x="6542" y="2619"/>
                  </a:lnTo>
                  <a:cubicBezTo>
                    <a:pt x="6542" y="1812"/>
                    <a:pt x="5451" y="1308"/>
                    <a:pt x="4796" y="218"/>
                  </a:cubicBezTo>
                  <a:lnTo>
                    <a:pt x="4796"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88"/>
            <p:cNvSpPr/>
            <p:nvPr/>
          </p:nvSpPr>
          <p:spPr>
            <a:xfrm>
              <a:off x="6750718" y="2940237"/>
              <a:ext cx="140001" cy="177152"/>
            </a:xfrm>
            <a:custGeom>
              <a:rect b="b" l="l" r="r" t="t"/>
              <a:pathLst>
                <a:path extrusionOk="0" h="6757" w="5340">
                  <a:moveTo>
                    <a:pt x="903" y="0"/>
                  </a:moveTo>
                  <a:lnTo>
                    <a:pt x="903" y="3050"/>
                  </a:lnTo>
                  <a:lnTo>
                    <a:pt x="609" y="3050"/>
                  </a:lnTo>
                  <a:cubicBezTo>
                    <a:pt x="323" y="3050"/>
                    <a:pt x="66" y="3256"/>
                    <a:pt x="33" y="3539"/>
                  </a:cubicBezTo>
                  <a:cubicBezTo>
                    <a:pt x="1" y="3861"/>
                    <a:pt x="254" y="4140"/>
                    <a:pt x="577" y="4140"/>
                  </a:cubicBezTo>
                  <a:lnTo>
                    <a:pt x="917" y="4140"/>
                  </a:lnTo>
                  <a:cubicBezTo>
                    <a:pt x="1019" y="5635"/>
                    <a:pt x="2266" y="6756"/>
                    <a:pt x="3716" y="6756"/>
                  </a:cubicBezTo>
                  <a:cubicBezTo>
                    <a:pt x="3868" y="6756"/>
                    <a:pt x="4022" y="6744"/>
                    <a:pt x="4177" y="6719"/>
                  </a:cubicBezTo>
                  <a:cubicBezTo>
                    <a:pt x="2793" y="6509"/>
                    <a:pt x="1775" y="5321"/>
                    <a:pt x="1775" y="3923"/>
                  </a:cubicBezTo>
                  <a:lnTo>
                    <a:pt x="1775" y="2974"/>
                  </a:lnTo>
                  <a:cubicBezTo>
                    <a:pt x="1775" y="2633"/>
                    <a:pt x="1971" y="2326"/>
                    <a:pt x="2279" y="2181"/>
                  </a:cubicBezTo>
                  <a:cubicBezTo>
                    <a:pt x="2637" y="2007"/>
                    <a:pt x="3086" y="1862"/>
                    <a:pt x="3510" y="1724"/>
                  </a:cubicBezTo>
                  <a:cubicBezTo>
                    <a:pt x="4242" y="1489"/>
                    <a:pt x="4923" y="1264"/>
                    <a:pt x="5339" y="895"/>
                  </a:cubicBezTo>
                  <a:cubicBezTo>
                    <a:pt x="5147" y="685"/>
                    <a:pt x="4973" y="457"/>
                    <a:pt x="4825" y="218"/>
                  </a:cubicBezTo>
                  <a:lnTo>
                    <a:pt x="482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88"/>
            <p:cNvSpPr/>
            <p:nvPr/>
          </p:nvSpPr>
          <p:spPr>
            <a:xfrm>
              <a:off x="6751478" y="2900177"/>
              <a:ext cx="137327" cy="120024"/>
            </a:xfrm>
            <a:custGeom>
              <a:rect b="b" l="l" r="r" t="t"/>
              <a:pathLst>
                <a:path extrusionOk="0" h="4578" w="5238">
                  <a:moveTo>
                    <a:pt x="3706" y="0"/>
                  </a:moveTo>
                  <a:cubicBezTo>
                    <a:pt x="2181" y="0"/>
                    <a:pt x="1" y="1079"/>
                    <a:pt x="1" y="3271"/>
                  </a:cubicBezTo>
                  <a:lnTo>
                    <a:pt x="1" y="4578"/>
                  </a:lnTo>
                  <a:lnTo>
                    <a:pt x="874" y="4578"/>
                  </a:lnTo>
                  <a:cubicBezTo>
                    <a:pt x="993" y="4578"/>
                    <a:pt x="1091" y="4480"/>
                    <a:pt x="1091" y="4361"/>
                  </a:cubicBezTo>
                  <a:lnTo>
                    <a:pt x="1091" y="4143"/>
                  </a:lnTo>
                  <a:cubicBezTo>
                    <a:pt x="1091" y="2829"/>
                    <a:pt x="3847" y="2648"/>
                    <a:pt x="4886" y="1923"/>
                  </a:cubicBezTo>
                  <a:cubicBezTo>
                    <a:pt x="5107" y="1764"/>
                    <a:pt x="5238" y="1503"/>
                    <a:pt x="5234" y="1228"/>
                  </a:cubicBezTo>
                  <a:lnTo>
                    <a:pt x="5234" y="572"/>
                  </a:lnTo>
                  <a:cubicBezTo>
                    <a:pt x="5202" y="547"/>
                    <a:pt x="5173" y="518"/>
                    <a:pt x="5147" y="482"/>
                  </a:cubicBezTo>
                  <a:cubicBezTo>
                    <a:pt x="4937" y="167"/>
                    <a:pt x="4455" y="0"/>
                    <a:pt x="370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88"/>
            <p:cNvSpPr/>
            <p:nvPr/>
          </p:nvSpPr>
          <p:spPr>
            <a:xfrm>
              <a:off x="6767917" y="3139071"/>
              <a:ext cx="161526" cy="87357"/>
            </a:xfrm>
            <a:custGeom>
              <a:rect b="b" l="l" r="r" t="t"/>
              <a:pathLst>
                <a:path extrusionOk="0" h="3332" w="6161">
                  <a:moveTo>
                    <a:pt x="4607" y="0"/>
                  </a:moveTo>
                  <a:lnTo>
                    <a:pt x="4607" y="301"/>
                  </a:lnTo>
                  <a:cubicBezTo>
                    <a:pt x="4607" y="1195"/>
                    <a:pt x="3919" y="1978"/>
                    <a:pt x="3021" y="2003"/>
                  </a:cubicBezTo>
                  <a:cubicBezTo>
                    <a:pt x="3003" y="2004"/>
                    <a:pt x="2986" y="2004"/>
                    <a:pt x="2969" y="2004"/>
                  </a:cubicBezTo>
                  <a:cubicBezTo>
                    <a:pt x="2072" y="2004"/>
                    <a:pt x="1337" y="1276"/>
                    <a:pt x="1337" y="370"/>
                  </a:cubicBezTo>
                  <a:lnTo>
                    <a:pt x="1337" y="181"/>
                  </a:lnTo>
                  <a:cubicBezTo>
                    <a:pt x="1290" y="207"/>
                    <a:pt x="1243" y="228"/>
                    <a:pt x="1192" y="250"/>
                  </a:cubicBezTo>
                  <a:lnTo>
                    <a:pt x="0" y="670"/>
                  </a:lnTo>
                  <a:cubicBezTo>
                    <a:pt x="15" y="1261"/>
                    <a:pt x="138" y="1844"/>
                    <a:pt x="359" y="2391"/>
                  </a:cubicBezTo>
                  <a:cubicBezTo>
                    <a:pt x="599" y="2971"/>
                    <a:pt x="1162" y="3332"/>
                    <a:pt x="1767" y="3332"/>
                  </a:cubicBezTo>
                  <a:cubicBezTo>
                    <a:pt x="1891" y="3332"/>
                    <a:pt x="2016" y="3317"/>
                    <a:pt x="2141" y="3285"/>
                  </a:cubicBezTo>
                  <a:lnTo>
                    <a:pt x="3079" y="3053"/>
                  </a:lnTo>
                  <a:lnTo>
                    <a:pt x="4020" y="3285"/>
                  </a:lnTo>
                  <a:cubicBezTo>
                    <a:pt x="4145" y="3317"/>
                    <a:pt x="4270" y="3332"/>
                    <a:pt x="4393" y="3332"/>
                  </a:cubicBezTo>
                  <a:cubicBezTo>
                    <a:pt x="4996" y="3332"/>
                    <a:pt x="5558" y="2971"/>
                    <a:pt x="5799" y="2391"/>
                  </a:cubicBezTo>
                  <a:cubicBezTo>
                    <a:pt x="6023" y="1844"/>
                    <a:pt x="6146" y="1261"/>
                    <a:pt x="6161" y="670"/>
                  </a:cubicBezTo>
                  <a:lnTo>
                    <a:pt x="4969" y="250"/>
                  </a:lnTo>
                  <a:cubicBezTo>
                    <a:pt x="4828" y="200"/>
                    <a:pt x="4705" y="113"/>
                    <a:pt x="460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88"/>
            <p:cNvSpPr/>
            <p:nvPr/>
          </p:nvSpPr>
          <p:spPr>
            <a:xfrm>
              <a:off x="6784067" y="3128610"/>
              <a:ext cx="129252" cy="80671"/>
            </a:xfrm>
            <a:custGeom>
              <a:rect b="b" l="l" r="r" t="t"/>
              <a:pathLst>
                <a:path extrusionOk="0" h="3077" w="4930">
                  <a:moveTo>
                    <a:pt x="3774" y="1"/>
                  </a:moveTo>
                  <a:lnTo>
                    <a:pt x="3770" y="8"/>
                  </a:lnTo>
                  <a:lnTo>
                    <a:pt x="3774" y="9"/>
                  </a:lnTo>
                  <a:lnTo>
                    <a:pt x="3774" y="1"/>
                  </a:lnTo>
                  <a:close/>
                  <a:moveTo>
                    <a:pt x="1155" y="8"/>
                  </a:moveTo>
                  <a:lnTo>
                    <a:pt x="333" y="287"/>
                  </a:lnTo>
                  <a:cubicBezTo>
                    <a:pt x="167" y="345"/>
                    <a:pt x="51" y="497"/>
                    <a:pt x="40" y="675"/>
                  </a:cubicBezTo>
                  <a:cubicBezTo>
                    <a:pt x="0" y="1312"/>
                    <a:pt x="105" y="1949"/>
                    <a:pt x="348" y="2540"/>
                  </a:cubicBezTo>
                  <a:cubicBezTo>
                    <a:pt x="486" y="2871"/>
                    <a:pt x="807" y="3077"/>
                    <a:pt x="1153" y="3077"/>
                  </a:cubicBezTo>
                  <a:cubicBezTo>
                    <a:pt x="1223" y="3077"/>
                    <a:pt x="1294" y="3068"/>
                    <a:pt x="1365" y="3050"/>
                  </a:cubicBezTo>
                  <a:lnTo>
                    <a:pt x="2463" y="2775"/>
                  </a:lnTo>
                  <a:lnTo>
                    <a:pt x="3564" y="3050"/>
                  </a:lnTo>
                  <a:cubicBezTo>
                    <a:pt x="3635" y="3068"/>
                    <a:pt x="3706" y="3077"/>
                    <a:pt x="3777" y="3077"/>
                  </a:cubicBezTo>
                  <a:cubicBezTo>
                    <a:pt x="4122" y="3077"/>
                    <a:pt x="4443" y="2871"/>
                    <a:pt x="4581" y="2540"/>
                  </a:cubicBezTo>
                  <a:cubicBezTo>
                    <a:pt x="4824" y="1949"/>
                    <a:pt x="4929" y="1312"/>
                    <a:pt x="4889" y="675"/>
                  </a:cubicBezTo>
                  <a:cubicBezTo>
                    <a:pt x="4878" y="497"/>
                    <a:pt x="4763" y="345"/>
                    <a:pt x="4596" y="287"/>
                  </a:cubicBezTo>
                  <a:lnTo>
                    <a:pt x="3774" y="9"/>
                  </a:lnTo>
                  <a:lnTo>
                    <a:pt x="3774" y="653"/>
                  </a:lnTo>
                  <a:cubicBezTo>
                    <a:pt x="3785" y="1384"/>
                    <a:pt x="3198" y="1986"/>
                    <a:pt x="2463" y="1986"/>
                  </a:cubicBezTo>
                  <a:cubicBezTo>
                    <a:pt x="1731" y="1986"/>
                    <a:pt x="1144" y="1384"/>
                    <a:pt x="1155" y="653"/>
                  </a:cubicBezTo>
                  <a:lnTo>
                    <a:pt x="1155" y="8"/>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88"/>
            <p:cNvSpPr/>
            <p:nvPr/>
          </p:nvSpPr>
          <p:spPr>
            <a:xfrm>
              <a:off x="6711706" y="2894855"/>
              <a:ext cx="273763" cy="364948"/>
            </a:xfrm>
            <a:custGeom>
              <a:rect b="b" l="l" r="r" t="t"/>
              <a:pathLst>
                <a:path extrusionOk="0" h="13920" w="10442">
                  <a:moveTo>
                    <a:pt x="8729" y="5994"/>
                  </a:moveTo>
                  <a:lnTo>
                    <a:pt x="8729" y="6027"/>
                  </a:lnTo>
                  <a:cubicBezTo>
                    <a:pt x="8725" y="6570"/>
                    <a:pt x="9051" y="6816"/>
                    <a:pt x="9337" y="6903"/>
                  </a:cubicBezTo>
                  <a:cubicBezTo>
                    <a:pt x="9264" y="7111"/>
                    <a:pt x="9069" y="7412"/>
                    <a:pt x="8573" y="7412"/>
                  </a:cubicBezTo>
                  <a:cubicBezTo>
                    <a:pt x="8550" y="7412"/>
                    <a:pt x="8527" y="7412"/>
                    <a:pt x="8504" y="7410"/>
                  </a:cubicBezTo>
                  <a:cubicBezTo>
                    <a:pt x="8501" y="7410"/>
                    <a:pt x="8498" y="7410"/>
                    <a:pt x="8494" y="7410"/>
                  </a:cubicBezTo>
                  <a:cubicBezTo>
                    <a:pt x="8422" y="7410"/>
                    <a:pt x="8350" y="7449"/>
                    <a:pt x="8316" y="7515"/>
                  </a:cubicBezTo>
                  <a:cubicBezTo>
                    <a:pt x="8303" y="7538"/>
                    <a:pt x="8067" y="7951"/>
                    <a:pt x="7497" y="7951"/>
                  </a:cubicBezTo>
                  <a:cubicBezTo>
                    <a:pt x="7418" y="7951"/>
                    <a:pt x="7332" y="7943"/>
                    <a:pt x="7240" y="7925"/>
                  </a:cubicBezTo>
                  <a:cubicBezTo>
                    <a:pt x="7780" y="7447"/>
                    <a:pt x="8135" y="6791"/>
                    <a:pt x="8236" y="6074"/>
                  </a:cubicBezTo>
                  <a:lnTo>
                    <a:pt x="8388" y="6074"/>
                  </a:lnTo>
                  <a:cubicBezTo>
                    <a:pt x="8504" y="6074"/>
                    <a:pt x="8624" y="6049"/>
                    <a:pt x="8729" y="5994"/>
                  </a:cubicBezTo>
                  <a:close/>
                  <a:moveTo>
                    <a:pt x="1724" y="5991"/>
                  </a:moveTo>
                  <a:cubicBezTo>
                    <a:pt x="1829" y="6045"/>
                    <a:pt x="1945" y="6074"/>
                    <a:pt x="2065" y="6074"/>
                  </a:cubicBezTo>
                  <a:lnTo>
                    <a:pt x="2217" y="6074"/>
                  </a:lnTo>
                  <a:cubicBezTo>
                    <a:pt x="2318" y="6791"/>
                    <a:pt x="2669" y="7447"/>
                    <a:pt x="3213" y="7925"/>
                  </a:cubicBezTo>
                  <a:cubicBezTo>
                    <a:pt x="3119" y="7943"/>
                    <a:pt x="3033" y="7951"/>
                    <a:pt x="2953" y="7951"/>
                  </a:cubicBezTo>
                  <a:cubicBezTo>
                    <a:pt x="2382" y="7951"/>
                    <a:pt x="2146" y="7541"/>
                    <a:pt x="2133" y="7519"/>
                  </a:cubicBezTo>
                  <a:cubicBezTo>
                    <a:pt x="2099" y="7453"/>
                    <a:pt x="2027" y="7410"/>
                    <a:pt x="1954" y="7410"/>
                  </a:cubicBezTo>
                  <a:cubicBezTo>
                    <a:pt x="1951" y="7410"/>
                    <a:pt x="1948" y="7410"/>
                    <a:pt x="1945" y="7410"/>
                  </a:cubicBezTo>
                  <a:cubicBezTo>
                    <a:pt x="1919" y="7412"/>
                    <a:pt x="1894" y="7413"/>
                    <a:pt x="1869" y="7413"/>
                  </a:cubicBezTo>
                  <a:cubicBezTo>
                    <a:pt x="1375" y="7413"/>
                    <a:pt x="1185" y="7110"/>
                    <a:pt x="1112" y="6903"/>
                  </a:cubicBezTo>
                  <a:cubicBezTo>
                    <a:pt x="1398" y="6813"/>
                    <a:pt x="1724" y="6566"/>
                    <a:pt x="1724" y="6027"/>
                  </a:cubicBezTo>
                  <a:lnTo>
                    <a:pt x="1724" y="5991"/>
                  </a:lnTo>
                  <a:close/>
                  <a:moveTo>
                    <a:pt x="5223" y="410"/>
                  </a:moveTo>
                  <a:cubicBezTo>
                    <a:pt x="5886" y="410"/>
                    <a:pt x="6324" y="544"/>
                    <a:pt x="6498" y="801"/>
                  </a:cubicBezTo>
                  <a:cubicBezTo>
                    <a:pt x="6606" y="956"/>
                    <a:pt x="6780" y="1058"/>
                    <a:pt x="6972" y="1076"/>
                  </a:cubicBezTo>
                  <a:cubicBezTo>
                    <a:pt x="7972" y="1185"/>
                    <a:pt x="8729" y="2032"/>
                    <a:pt x="8725" y="3039"/>
                  </a:cubicBezTo>
                  <a:lnTo>
                    <a:pt x="8725" y="4658"/>
                  </a:lnTo>
                  <a:cubicBezTo>
                    <a:pt x="8620" y="4607"/>
                    <a:pt x="8504" y="4578"/>
                    <a:pt x="8385" y="4578"/>
                  </a:cubicBezTo>
                  <a:lnTo>
                    <a:pt x="8261" y="4578"/>
                  </a:lnTo>
                  <a:lnTo>
                    <a:pt x="8261" y="4346"/>
                  </a:lnTo>
                  <a:cubicBezTo>
                    <a:pt x="8261" y="3665"/>
                    <a:pt x="7903" y="3379"/>
                    <a:pt x="7523" y="3075"/>
                  </a:cubicBezTo>
                  <a:cubicBezTo>
                    <a:pt x="7363" y="2952"/>
                    <a:pt x="7211" y="2818"/>
                    <a:pt x="7070" y="2677"/>
                  </a:cubicBezTo>
                  <a:cubicBezTo>
                    <a:pt x="7025" y="2632"/>
                    <a:pt x="6974" y="2613"/>
                    <a:pt x="6926" y="2613"/>
                  </a:cubicBezTo>
                  <a:cubicBezTo>
                    <a:pt x="6768" y="2613"/>
                    <a:pt x="6632" y="2813"/>
                    <a:pt x="6776" y="2963"/>
                  </a:cubicBezTo>
                  <a:cubicBezTo>
                    <a:pt x="6932" y="3115"/>
                    <a:pt x="7095" y="3260"/>
                    <a:pt x="7265" y="3394"/>
                  </a:cubicBezTo>
                  <a:cubicBezTo>
                    <a:pt x="7631" y="3687"/>
                    <a:pt x="7856" y="3865"/>
                    <a:pt x="7856" y="4346"/>
                  </a:cubicBezTo>
                  <a:lnTo>
                    <a:pt x="7856" y="4781"/>
                  </a:lnTo>
                  <a:cubicBezTo>
                    <a:pt x="7856" y="4853"/>
                    <a:pt x="7892" y="4919"/>
                    <a:pt x="7954" y="4958"/>
                  </a:cubicBezTo>
                  <a:cubicBezTo>
                    <a:pt x="8001" y="4987"/>
                    <a:pt x="8001" y="4987"/>
                    <a:pt x="8222" y="4987"/>
                  </a:cubicBezTo>
                  <a:lnTo>
                    <a:pt x="8385" y="4987"/>
                  </a:lnTo>
                  <a:cubicBezTo>
                    <a:pt x="8387" y="4987"/>
                    <a:pt x="8389" y="4987"/>
                    <a:pt x="8391" y="4987"/>
                  </a:cubicBezTo>
                  <a:cubicBezTo>
                    <a:pt x="8576" y="4987"/>
                    <a:pt x="8725" y="5142"/>
                    <a:pt x="8725" y="5328"/>
                  </a:cubicBezTo>
                  <a:cubicBezTo>
                    <a:pt x="8725" y="5516"/>
                    <a:pt x="8573" y="5668"/>
                    <a:pt x="8385" y="5668"/>
                  </a:cubicBezTo>
                  <a:lnTo>
                    <a:pt x="8261" y="5668"/>
                  </a:lnTo>
                  <a:lnTo>
                    <a:pt x="8261" y="5654"/>
                  </a:lnTo>
                  <a:cubicBezTo>
                    <a:pt x="8261" y="5518"/>
                    <a:pt x="8160" y="5450"/>
                    <a:pt x="8059" y="5450"/>
                  </a:cubicBezTo>
                  <a:cubicBezTo>
                    <a:pt x="7957" y="5450"/>
                    <a:pt x="7856" y="5518"/>
                    <a:pt x="7856" y="5654"/>
                  </a:cubicBezTo>
                  <a:cubicBezTo>
                    <a:pt x="7856" y="7106"/>
                    <a:pt x="6679" y="8283"/>
                    <a:pt x="5226" y="8283"/>
                  </a:cubicBezTo>
                  <a:cubicBezTo>
                    <a:pt x="3774" y="8283"/>
                    <a:pt x="2597" y="7106"/>
                    <a:pt x="2597" y="5654"/>
                  </a:cubicBezTo>
                  <a:cubicBezTo>
                    <a:pt x="2597" y="5518"/>
                    <a:pt x="2495" y="5450"/>
                    <a:pt x="2392" y="5450"/>
                  </a:cubicBezTo>
                  <a:cubicBezTo>
                    <a:pt x="2290" y="5450"/>
                    <a:pt x="2188" y="5518"/>
                    <a:pt x="2188" y="5654"/>
                  </a:cubicBezTo>
                  <a:lnTo>
                    <a:pt x="2188" y="5668"/>
                  </a:lnTo>
                  <a:lnTo>
                    <a:pt x="2065" y="5668"/>
                  </a:lnTo>
                  <a:cubicBezTo>
                    <a:pt x="1876" y="5668"/>
                    <a:pt x="1721" y="5516"/>
                    <a:pt x="1721" y="5328"/>
                  </a:cubicBezTo>
                  <a:cubicBezTo>
                    <a:pt x="1721" y="5142"/>
                    <a:pt x="1873" y="4987"/>
                    <a:pt x="2058" y="4987"/>
                  </a:cubicBezTo>
                  <a:cubicBezTo>
                    <a:pt x="2060" y="4987"/>
                    <a:pt x="2062" y="4987"/>
                    <a:pt x="2065" y="4987"/>
                  </a:cubicBezTo>
                  <a:lnTo>
                    <a:pt x="2173" y="4987"/>
                  </a:lnTo>
                  <a:cubicBezTo>
                    <a:pt x="2525" y="4984"/>
                    <a:pt x="2811" y="4698"/>
                    <a:pt x="2811" y="4346"/>
                  </a:cubicBezTo>
                  <a:cubicBezTo>
                    <a:pt x="2811" y="4118"/>
                    <a:pt x="2927" y="3926"/>
                    <a:pt x="3115" y="3760"/>
                  </a:cubicBezTo>
                  <a:lnTo>
                    <a:pt x="3129" y="3778"/>
                  </a:lnTo>
                  <a:cubicBezTo>
                    <a:pt x="3173" y="3826"/>
                    <a:pt x="3225" y="3846"/>
                    <a:pt x="3275" y="3846"/>
                  </a:cubicBezTo>
                  <a:cubicBezTo>
                    <a:pt x="3418" y="3846"/>
                    <a:pt x="3551" y="3683"/>
                    <a:pt x="3452" y="3528"/>
                  </a:cubicBezTo>
                  <a:cubicBezTo>
                    <a:pt x="3854" y="3303"/>
                    <a:pt x="4393" y="3126"/>
                    <a:pt x="4926" y="2956"/>
                  </a:cubicBezTo>
                  <a:cubicBezTo>
                    <a:pt x="5842" y="2655"/>
                    <a:pt x="6711" y="2376"/>
                    <a:pt x="6939" y="1808"/>
                  </a:cubicBezTo>
                  <a:cubicBezTo>
                    <a:pt x="7004" y="1646"/>
                    <a:pt x="6873" y="1525"/>
                    <a:pt x="6743" y="1525"/>
                  </a:cubicBezTo>
                  <a:cubicBezTo>
                    <a:pt x="6669" y="1525"/>
                    <a:pt x="6596" y="1564"/>
                    <a:pt x="6559" y="1655"/>
                  </a:cubicBezTo>
                  <a:cubicBezTo>
                    <a:pt x="6403" y="2047"/>
                    <a:pt x="5589" y="2311"/>
                    <a:pt x="4799" y="2568"/>
                  </a:cubicBezTo>
                  <a:cubicBezTo>
                    <a:pt x="4238" y="2749"/>
                    <a:pt x="3633" y="2945"/>
                    <a:pt x="3169" y="3224"/>
                  </a:cubicBezTo>
                  <a:lnTo>
                    <a:pt x="2590" y="2590"/>
                  </a:lnTo>
                  <a:cubicBezTo>
                    <a:pt x="2545" y="2541"/>
                    <a:pt x="2493" y="2521"/>
                    <a:pt x="2442" y="2521"/>
                  </a:cubicBezTo>
                  <a:cubicBezTo>
                    <a:pt x="2287" y="2521"/>
                    <a:pt x="2150" y="2715"/>
                    <a:pt x="2289" y="2869"/>
                  </a:cubicBezTo>
                  <a:lnTo>
                    <a:pt x="2836" y="3463"/>
                  </a:lnTo>
                  <a:cubicBezTo>
                    <a:pt x="2572" y="3698"/>
                    <a:pt x="2401" y="3981"/>
                    <a:pt x="2401" y="4346"/>
                  </a:cubicBezTo>
                  <a:cubicBezTo>
                    <a:pt x="2401" y="4473"/>
                    <a:pt x="2296" y="4578"/>
                    <a:pt x="2170" y="4578"/>
                  </a:cubicBezTo>
                  <a:lnTo>
                    <a:pt x="2065" y="4578"/>
                  </a:lnTo>
                  <a:cubicBezTo>
                    <a:pt x="1945" y="4578"/>
                    <a:pt x="1826" y="4607"/>
                    <a:pt x="1721" y="4658"/>
                  </a:cubicBezTo>
                  <a:lnTo>
                    <a:pt x="1721" y="3474"/>
                  </a:lnTo>
                  <a:cubicBezTo>
                    <a:pt x="1724" y="2311"/>
                    <a:pt x="2376" y="1587"/>
                    <a:pt x="2919" y="1181"/>
                  </a:cubicBezTo>
                  <a:cubicBezTo>
                    <a:pt x="3575" y="696"/>
                    <a:pt x="4437" y="410"/>
                    <a:pt x="5223" y="410"/>
                  </a:cubicBezTo>
                  <a:close/>
                  <a:moveTo>
                    <a:pt x="6327" y="8482"/>
                  </a:moveTo>
                  <a:lnTo>
                    <a:pt x="6327" y="9572"/>
                  </a:lnTo>
                  <a:cubicBezTo>
                    <a:pt x="6327" y="9699"/>
                    <a:pt x="6306" y="9822"/>
                    <a:pt x="6266" y="9942"/>
                  </a:cubicBezTo>
                  <a:cubicBezTo>
                    <a:pt x="6209" y="10100"/>
                    <a:pt x="6338" y="10213"/>
                    <a:pt x="6464" y="10213"/>
                  </a:cubicBezTo>
                  <a:cubicBezTo>
                    <a:pt x="6540" y="10213"/>
                    <a:pt x="6616" y="10172"/>
                    <a:pt x="6650" y="10076"/>
                  </a:cubicBezTo>
                  <a:cubicBezTo>
                    <a:pt x="6704" y="9913"/>
                    <a:pt x="6737" y="9743"/>
                    <a:pt x="6737" y="9572"/>
                  </a:cubicBezTo>
                  <a:lnTo>
                    <a:pt x="6737" y="9210"/>
                  </a:lnTo>
                  <a:lnTo>
                    <a:pt x="7287" y="9399"/>
                  </a:lnTo>
                  <a:cubicBezTo>
                    <a:pt x="7378" y="9428"/>
                    <a:pt x="7439" y="9511"/>
                    <a:pt x="7443" y="9605"/>
                  </a:cubicBezTo>
                  <a:cubicBezTo>
                    <a:pt x="7483" y="10210"/>
                    <a:pt x="7381" y="10818"/>
                    <a:pt x="7153" y="11380"/>
                  </a:cubicBezTo>
                  <a:cubicBezTo>
                    <a:pt x="7048" y="11636"/>
                    <a:pt x="6799" y="11794"/>
                    <a:pt x="6533" y="11794"/>
                  </a:cubicBezTo>
                  <a:cubicBezTo>
                    <a:pt x="6479" y="11794"/>
                    <a:pt x="6425" y="11788"/>
                    <a:pt x="6371" y="11774"/>
                  </a:cubicBezTo>
                  <a:lnTo>
                    <a:pt x="5273" y="11499"/>
                  </a:lnTo>
                  <a:cubicBezTo>
                    <a:pt x="5257" y="11494"/>
                    <a:pt x="5241" y="11491"/>
                    <a:pt x="5225" y="11491"/>
                  </a:cubicBezTo>
                  <a:cubicBezTo>
                    <a:pt x="5208" y="11491"/>
                    <a:pt x="5192" y="11494"/>
                    <a:pt x="5176" y="11499"/>
                  </a:cubicBezTo>
                  <a:lnTo>
                    <a:pt x="4075" y="11774"/>
                  </a:lnTo>
                  <a:cubicBezTo>
                    <a:pt x="4021" y="11788"/>
                    <a:pt x="3966" y="11794"/>
                    <a:pt x="3913" y="11794"/>
                  </a:cubicBezTo>
                  <a:cubicBezTo>
                    <a:pt x="3647" y="11794"/>
                    <a:pt x="3402" y="11636"/>
                    <a:pt x="3296" y="11380"/>
                  </a:cubicBezTo>
                  <a:cubicBezTo>
                    <a:pt x="3064" y="10818"/>
                    <a:pt x="2966" y="10214"/>
                    <a:pt x="3003" y="9605"/>
                  </a:cubicBezTo>
                  <a:cubicBezTo>
                    <a:pt x="3006" y="9511"/>
                    <a:pt x="3068" y="9431"/>
                    <a:pt x="3158" y="9399"/>
                  </a:cubicBezTo>
                  <a:lnTo>
                    <a:pt x="3713" y="9210"/>
                  </a:lnTo>
                  <a:lnTo>
                    <a:pt x="3713" y="9572"/>
                  </a:lnTo>
                  <a:cubicBezTo>
                    <a:pt x="3713" y="10462"/>
                    <a:pt x="4441" y="11087"/>
                    <a:pt x="5227" y="11087"/>
                  </a:cubicBezTo>
                  <a:cubicBezTo>
                    <a:pt x="5508" y="11087"/>
                    <a:pt x="5795" y="11008"/>
                    <a:pt x="6059" y="10833"/>
                  </a:cubicBezTo>
                  <a:cubicBezTo>
                    <a:pt x="6244" y="10707"/>
                    <a:pt x="6124" y="10454"/>
                    <a:pt x="5949" y="10454"/>
                  </a:cubicBezTo>
                  <a:cubicBezTo>
                    <a:pt x="5911" y="10454"/>
                    <a:pt x="5871" y="10466"/>
                    <a:pt x="5831" y="10492"/>
                  </a:cubicBezTo>
                  <a:cubicBezTo>
                    <a:pt x="5639" y="10620"/>
                    <a:pt x="5430" y="10678"/>
                    <a:pt x="5226" y="10678"/>
                  </a:cubicBezTo>
                  <a:cubicBezTo>
                    <a:pt x="4653" y="10678"/>
                    <a:pt x="4121" y="10222"/>
                    <a:pt x="4118" y="9572"/>
                  </a:cubicBezTo>
                  <a:lnTo>
                    <a:pt x="4118" y="8482"/>
                  </a:lnTo>
                  <a:cubicBezTo>
                    <a:pt x="4473" y="8622"/>
                    <a:pt x="4848" y="8691"/>
                    <a:pt x="5223" y="8691"/>
                  </a:cubicBezTo>
                  <a:cubicBezTo>
                    <a:pt x="5598" y="8691"/>
                    <a:pt x="5972" y="8622"/>
                    <a:pt x="6327" y="8482"/>
                  </a:cubicBezTo>
                  <a:close/>
                  <a:moveTo>
                    <a:pt x="5226" y="0"/>
                  </a:moveTo>
                  <a:cubicBezTo>
                    <a:pt x="4354" y="0"/>
                    <a:pt x="3401" y="319"/>
                    <a:pt x="2680" y="855"/>
                  </a:cubicBezTo>
                  <a:cubicBezTo>
                    <a:pt x="2057" y="1315"/>
                    <a:pt x="1315" y="2141"/>
                    <a:pt x="1315" y="3474"/>
                  </a:cubicBezTo>
                  <a:lnTo>
                    <a:pt x="1315" y="6027"/>
                  </a:lnTo>
                  <a:cubicBezTo>
                    <a:pt x="1315" y="6494"/>
                    <a:pt x="935" y="6534"/>
                    <a:pt x="862" y="6537"/>
                  </a:cubicBezTo>
                  <a:cubicBezTo>
                    <a:pt x="743" y="6541"/>
                    <a:pt x="652" y="6643"/>
                    <a:pt x="663" y="6762"/>
                  </a:cubicBezTo>
                  <a:cubicBezTo>
                    <a:pt x="663" y="6773"/>
                    <a:pt x="779" y="7805"/>
                    <a:pt x="1847" y="7820"/>
                  </a:cubicBezTo>
                  <a:cubicBezTo>
                    <a:pt x="1949" y="7957"/>
                    <a:pt x="2076" y="8069"/>
                    <a:pt x="2220" y="8160"/>
                  </a:cubicBezTo>
                  <a:cubicBezTo>
                    <a:pt x="2388" y="8263"/>
                    <a:pt x="2630" y="8359"/>
                    <a:pt x="2948" y="8359"/>
                  </a:cubicBezTo>
                  <a:cubicBezTo>
                    <a:pt x="3143" y="8359"/>
                    <a:pt x="3368" y="8323"/>
                    <a:pt x="3622" y="8229"/>
                  </a:cubicBezTo>
                  <a:cubicBezTo>
                    <a:pt x="3651" y="8251"/>
                    <a:pt x="3684" y="8269"/>
                    <a:pt x="3713" y="8287"/>
                  </a:cubicBezTo>
                  <a:lnTo>
                    <a:pt x="3713" y="8779"/>
                  </a:lnTo>
                  <a:lnTo>
                    <a:pt x="3024" y="9011"/>
                  </a:lnTo>
                  <a:cubicBezTo>
                    <a:pt x="2782" y="9098"/>
                    <a:pt x="2612" y="9323"/>
                    <a:pt x="2597" y="9583"/>
                  </a:cubicBezTo>
                  <a:lnTo>
                    <a:pt x="2597" y="9609"/>
                  </a:lnTo>
                  <a:lnTo>
                    <a:pt x="1007" y="10170"/>
                  </a:lnTo>
                  <a:cubicBezTo>
                    <a:pt x="402" y="10384"/>
                    <a:pt x="0" y="10956"/>
                    <a:pt x="0" y="11597"/>
                  </a:cubicBezTo>
                  <a:lnTo>
                    <a:pt x="0" y="13716"/>
                  </a:lnTo>
                  <a:cubicBezTo>
                    <a:pt x="0" y="13852"/>
                    <a:pt x="102" y="13919"/>
                    <a:pt x="203" y="13919"/>
                  </a:cubicBezTo>
                  <a:cubicBezTo>
                    <a:pt x="304" y="13919"/>
                    <a:pt x="406" y="13852"/>
                    <a:pt x="406" y="13716"/>
                  </a:cubicBezTo>
                  <a:lnTo>
                    <a:pt x="406" y="11597"/>
                  </a:lnTo>
                  <a:cubicBezTo>
                    <a:pt x="406" y="11459"/>
                    <a:pt x="431" y="11322"/>
                    <a:pt x="482" y="11195"/>
                  </a:cubicBezTo>
                  <a:lnTo>
                    <a:pt x="1518" y="12082"/>
                  </a:lnTo>
                  <a:cubicBezTo>
                    <a:pt x="1666" y="12209"/>
                    <a:pt x="1753" y="12394"/>
                    <a:pt x="1753" y="12589"/>
                  </a:cubicBezTo>
                  <a:lnTo>
                    <a:pt x="1753" y="13712"/>
                  </a:lnTo>
                  <a:cubicBezTo>
                    <a:pt x="1753" y="13848"/>
                    <a:pt x="1855" y="13916"/>
                    <a:pt x="1956" y="13916"/>
                  </a:cubicBezTo>
                  <a:cubicBezTo>
                    <a:pt x="2057" y="13916"/>
                    <a:pt x="2159" y="13848"/>
                    <a:pt x="2159" y="13712"/>
                  </a:cubicBezTo>
                  <a:lnTo>
                    <a:pt x="2159" y="12589"/>
                  </a:lnTo>
                  <a:cubicBezTo>
                    <a:pt x="2159" y="12274"/>
                    <a:pt x="2021" y="11977"/>
                    <a:pt x="1782" y="11774"/>
                  </a:cubicBezTo>
                  <a:lnTo>
                    <a:pt x="703" y="10847"/>
                  </a:lnTo>
                  <a:cubicBezTo>
                    <a:pt x="822" y="10717"/>
                    <a:pt x="974" y="10619"/>
                    <a:pt x="1141" y="10558"/>
                  </a:cubicBezTo>
                  <a:lnTo>
                    <a:pt x="2590" y="10047"/>
                  </a:lnTo>
                  <a:cubicBezTo>
                    <a:pt x="2612" y="10558"/>
                    <a:pt x="2720" y="11065"/>
                    <a:pt x="2916" y="11539"/>
                  </a:cubicBezTo>
                  <a:cubicBezTo>
                    <a:pt x="3084" y="11949"/>
                    <a:pt x="3483" y="12205"/>
                    <a:pt x="3911" y="12205"/>
                  </a:cubicBezTo>
                  <a:cubicBezTo>
                    <a:pt x="3997" y="12205"/>
                    <a:pt x="4085" y="12195"/>
                    <a:pt x="4172" y="12173"/>
                  </a:cubicBezTo>
                  <a:lnTo>
                    <a:pt x="5223" y="11908"/>
                  </a:lnTo>
                  <a:lnTo>
                    <a:pt x="6269" y="12173"/>
                  </a:lnTo>
                  <a:cubicBezTo>
                    <a:pt x="6356" y="12195"/>
                    <a:pt x="6447" y="12205"/>
                    <a:pt x="6537" y="12205"/>
                  </a:cubicBezTo>
                  <a:cubicBezTo>
                    <a:pt x="6972" y="12205"/>
                    <a:pt x="7363" y="11941"/>
                    <a:pt x="7526" y="11539"/>
                  </a:cubicBezTo>
                  <a:cubicBezTo>
                    <a:pt x="7722" y="11068"/>
                    <a:pt x="7834" y="10565"/>
                    <a:pt x="7852" y="10051"/>
                  </a:cubicBezTo>
                  <a:lnTo>
                    <a:pt x="9294" y="10561"/>
                  </a:lnTo>
                  <a:cubicBezTo>
                    <a:pt x="9464" y="10619"/>
                    <a:pt x="9616" y="10721"/>
                    <a:pt x="9739" y="10855"/>
                  </a:cubicBezTo>
                  <a:lnTo>
                    <a:pt x="8667" y="11774"/>
                  </a:lnTo>
                  <a:cubicBezTo>
                    <a:pt x="8428" y="11977"/>
                    <a:pt x="8290" y="12274"/>
                    <a:pt x="8290" y="12589"/>
                  </a:cubicBezTo>
                  <a:lnTo>
                    <a:pt x="8290" y="13716"/>
                  </a:lnTo>
                  <a:cubicBezTo>
                    <a:pt x="8290" y="13850"/>
                    <a:pt x="8392" y="13917"/>
                    <a:pt x="8493" y="13917"/>
                  </a:cubicBezTo>
                  <a:cubicBezTo>
                    <a:pt x="8595" y="13917"/>
                    <a:pt x="8696" y="13850"/>
                    <a:pt x="8696" y="13716"/>
                  </a:cubicBezTo>
                  <a:lnTo>
                    <a:pt x="8696" y="12589"/>
                  </a:lnTo>
                  <a:cubicBezTo>
                    <a:pt x="8696" y="12394"/>
                    <a:pt x="8783" y="12209"/>
                    <a:pt x="8931" y="12082"/>
                  </a:cubicBezTo>
                  <a:lnTo>
                    <a:pt x="9960" y="11202"/>
                  </a:lnTo>
                  <a:cubicBezTo>
                    <a:pt x="10007" y="11329"/>
                    <a:pt x="10032" y="11463"/>
                    <a:pt x="10032" y="11597"/>
                  </a:cubicBezTo>
                  <a:lnTo>
                    <a:pt x="10032" y="13716"/>
                  </a:lnTo>
                  <a:cubicBezTo>
                    <a:pt x="10032" y="13852"/>
                    <a:pt x="10135" y="13919"/>
                    <a:pt x="10237" y="13919"/>
                  </a:cubicBezTo>
                  <a:cubicBezTo>
                    <a:pt x="10339" y="13919"/>
                    <a:pt x="10442" y="13852"/>
                    <a:pt x="10442" y="13716"/>
                  </a:cubicBezTo>
                  <a:lnTo>
                    <a:pt x="10442" y="11597"/>
                  </a:lnTo>
                  <a:cubicBezTo>
                    <a:pt x="10438" y="10956"/>
                    <a:pt x="10036" y="10387"/>
                    <a:pt x="9431" y="10174"/>
                  </a:cubicBezTo>
                  <a:lnTo>
                    <a:pt x="7856" y="9616"/>
                  </a:lnTo>
                  <a:lnTo>
                    <a:pt x="7856" y="9583"/>
                  </a:lnTo>
                  <a:cubicBezTo>
                    <a:pt x="7838" y="9323"/>
                    <a:pt x="7667" y="9098"/>
                    <a:pt x="7421" y="9011"/>
                  </a:cubicBezTo>
                  <a:lnTo>
                    <a:pt x="6737" y="8779"/>
                  </a:lnTo>
                  <a:lnTo>
                    <a:pt x="6737" y="8290"/>
                  </a:lnTo>
                  <a:cubicBezTo>
                    <a:pt x="6769" y="8272"/>
                    <a:pt x="6798" y="8251"/>
                    <a:pt x="6827" y="8232"/>
                  </a:cubicBezTo>
                  <a:cubicBezTo>
                    <a:pt x="7041" y="8316"/>
                    <a:pt x="7269" y="8359"/>
                    <a:pt x="7501" y="8363"/>
                  </a:cubicBezTo>
                  <a:cubicBezTo>
                    <a:pt x="7754" y="8363"/>
                    <a:pt x="8008" y="8294"/>
                    <a:pt x="8229" y="8164"/>
                  </a:cubicBezTo>
                  <a:cubicBezTo>
                    <a:pt x="8374" y="8073"/>
                    <a:pt x="8500" y="7957"/>
                    <a:pt x="8602" y="7823"/>
                  </a:cubicBezTo>
                  <a:cubicBezTo>
                    <a:pt x="9670" y="7809"/>
                    <a:pt x="9786" y="6777"/>
                    <a:pt x="9786" y="6766"/>
                  </a:cubicBezTo>
                  <a:cubicBezTo>
                    <a:pt x="9797" y="6646"/>
                    <a:pt x="9706" y="6545"/>
                    <a:pt x="9587" y="6541"/>
                  </a:cubicBezTo>
                  <a:cubicBezTo>
                    <a:pt x="9507" y="6534"/>
                    <a:pt x="9428" y="6509"/>
                    <a:pt x="9355" y="6469"/>
                  </a:cubicBezTo>
                  <a:cubicBezTo>
                    <a:pt x="9207" y="6385"/>
                    <a:pt x="9134" y="6240"/>
                    <a:pt x="9134" y="6027"/>
                  </a:cubicBezTo>
                  <a:lnTo>
                    <a:pt x="9134" y="3039"/>
                  </a:lnTo>
                  <a:cubicBezTo>
                    <a:pt x="9134" y="1826"/>
                    <a:pt x="8222" y="804"/>
                    <a:pt x="7016" y="670"/>
                  </a:cubicBezTo>
                  <a:cubicBezTo>
                    <a:pt x="6947" y="667"/>
                    <a:pt x="6882" y="630"/>
                    <a:pt x="6834" y="573"/>
                  </a:cubicBezTo>
                  <a:cubicBezTo>
                    <a:pt x="6581" y="192"/>
                    <a:pt x="6041" y="0"/>
                    <a:pt x="52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88"/>
            <p:cNvSpPr/>
            <p:nvPr/>
          </p:nvSpPr>
          <p:spPr>
            <a:xfrm>
              <a:off x="6823865" y="3066186"/>
              <a:ext cx="49604" cy="16517"/>
            </a:xfrm>
            <a:custGeom>
              <a:rect b="b" l="l" r="r" t="t"/>
              <a:pathLst>
                <a:path extrusionOk="0" h="630" w="1892">
                  <a:moveTo>
                    <a:pt x="293" y="1"/>
                  </a:moveTo>
                  <a:cubicBezTo>
                    <a:pt x="135" y="1"/>
                    <a:pt x="0" y="206"/>
                    <a:pt x="148" y="354"/>
                  </a:cubicBezTo>
                  <a:cubicBezTo>
                    <a:pt x="325" y="528"/>
                    <a:pt x="622" y="629"/>
                    <a:pt x="945" y="629"/>
                  </a:cubicBezTo>
                  <a:cubicBezTo>
                    <a:pt x="1271" y="629"/>
                    <a:pt x="1568" y="524"/>
                    <a:pt x="1742" y="354"/>
                  </a:cubicBezTo>
                  <a:cubicBezTo>
                    <a:pt x="1892" y="206"/>
                    <a:pt x="1758" y="1"/>
                    <a:pt x="1599" y="1"/>
                  </a:cubicBezTo>
                  <a:cubicBezTo>
                    <a:pt x="1551" y="1"/>
                    <a:pt x="1501" y="20"/>
                    <a:pt x="1455" y="64"/>
                  </a:cubicBezTo>
                  <a:cubicBezTo>
                    <a:pt x="1383" y="136"/>
                    <a:pt x="1206" y="223"/>
                    <a:pt x="945" y="223"/>
                  </a:cubicBezTo>
                  <a:cubicBezTo>
                    <a:pt x="688" y="223"/>
                    <a:pt x="510" y="136"/>
                    <a:pt x="434" y="64"/>
                  </a:cubicBezTo>
                  <a:cubicBezTo>
                    <a:pt x="390" y="20"/>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88"/>
            <p:cNvSpPr/>
            <p:nvPr/>
          </p:nvSpPr>
          <p:spPr>
            <a:xfrm>
              <a:off x="6809026" y="3026178"/>
              <a:ext cx="10671" cy="16360"/>
            </a:xfrm>
            <a:custGeom>
              <a:rect b="b" l="l" r="r" t="t"/>
              <a:pathLst>
                <a:path extrusionOk="0" h="624"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88"/>
            <p:cNvSpPr/>
            <p:nvPr/>
          </p:nvSpPr>
          <p:spPr>
            <a:xfrm>
              <a:off x="6877585"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88"/>
            <p:cNvSpPr/>
            <p:nvPr/>
          </p:nvSpPr>
          <p:spPr>
            <a:xfrm>
              <a:off x="6801528" y="3009085"/>
              <a:ext cx="25667" cy="10644"/>
            </a:xfrm>
            <a:custGeom>
              <a:rect b="b" l="l" r="r" t="t"/>
              <a:pathLst>
                <a:path extrusionOk="0" h="406" w="979">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88"/>
            <p:cNvSpPr/>
            <p:nvPr/>
          </p:nvSpPr>
          <p:spPr>
            <a:xfrm>
              <a:off x="6871895" y="3009085"/>
              <a:ext cx="23937" cy="10644"/>
            </a:xfrm>
            <a:custGeom>
              <a:rect b="b" l="l" r="r" t="t"/>
              <a:pathLst>
                <a:path extrusionOk="0" h="406" w="913">
                  <a:moveTo>
                    <a:pt x="203" y="0"/>
                  </a:moveTo>
                  <a:cubicBezTo>
                    <a:pt x="91" y="0"/>
                    <a:pt x="0" y="91"/>
                    <a:pt x="0" y="203"/>
                  </a:cubicBezTo>
                  <a:cubicBezTo>
                    <a:pt x="0" y="315"/>
                    <a:pt x="91" y="406"/>
                    <a:pt x="203" y="406"/>
                  </a:cubicBezTo>
                  <a:lnTo>
                    <a:pt x="641" y="406"/>
                  </a:lnTo>
                  <a:cubicBezTo>
                    <a:pt x="913" y="406"/>
                    <a:pt x="913" y="0"/>
                    <a:pt x="6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5" name="Google Shape;18495;p88"/>
          <p:cNvGrpSpPr/>
          <p:nvPr/>
        </p:nvGrpSpPr>
        <p:grpSpPr>
          <a:xfrm>
            <a:off x="7611753" y="1513402"/>
            <a:ext cx="273501" cy="364974"/>
            <a:chOff x="7611753" y="1513402"/>
            <a:chExt cx="273501" cy="364974"/>
          </a:xfrm>
        </p:grpSpPr>
        <p:sp>
          <p:nvSpPr>
            <p:cNvPr id="18496" name="Google Shape;18496;p88"/>
            <p:cNvSpPr/>
            <p:nvPr/>
          </p:nvSpPr>
          <p:spPr>
            <a:xfrm>
              <a:off x="7617259" y="1718214"/>
              <a:ext cx="262857" cy="154316"/>
            </a:xfrm>
            <a:custGeom>
              <a:rect b="b" l="l" r="r" t="t"/>
              <a:pathLst>
                <a:path extrusionOk="0" h="5886" w="10026">
                  <a:moveTo>
                    <a:pt x="3706" y="0"/>
                  </a:moveTo>
                  <a:lnTo>
                    <a:pt x="3706" y="1347"/>
                  </a:lnTo>
                  <a:cubicBezTo>
                    <a:pt x="3706" y="1717"/>
                    <a:pt x="3470" y="2046"/>
                    <a:pt x="3123" y="2169"/>
                  </a:cubicBezTo>
                  <a:lnTo>
                    <a:pt x="873" y="2963"/>
                  </a:lnTo>
                  <a:cubicBezTo>
                    <a:pt x="352" y="3147"/>
                    <a:pt x="1" y="3640"/>
                    <a:pt x="1" y="4198"/>
                  </a:cubicBezTo>
                  <a:lnTo>
                    <a:pt x="1" y="5885"/>
                  </a:lnTo>
                  <a:lnTo>
                    <a:pt x="10026" y="5885"/>
                  </a:lnTo>
                  <a:lnTo>
                    <a:pt x="10026" y="4198"/>
                  </a:lnTo>
                  <a:cubicBezTo>
                    <a:pt x="10026" y="3640"/>
                    <a:pt x="9678" y="3147"/>
                    <a:pt x="9156" y="2963"/>
                  </a:cubicBezTo>
                  <a:lnTo>
                    <a:pt x="6904" y="2169"/>
                  </a:lnTo>
                  <a:cubicBezTo>
                    <a:pt x="6556" y="2046"/>
                    <a:pt x="6320" y="1717"/>
                    <a:pt x="6320" y="1347"/>
                  </a:cubicBezTo>
                  <a:lnTo>
                    <a:pt x="6320" y="0"/>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88"/>
            <p:cNvSpPr/>
            <p:nvPr/>
          </p:nvSpPr>
          <p:spPr>
            <a:xfrm>
              <a:off x="7636922" y="1518698"/>
              <a:ext cx="223635" cy="239602"/>
            </a:xfrm>
            <a:custGeom>
              <a:rect b="b" l="l" r="r" t="t"/>
              <a:pathLst>
                <a:path extrusionOk="0" h="9139" w="8530">
                  <a:moveTo>
                    <a:pt x="4263" y="1"/>
                  </a:moveTo>
                  <a:cubicBezTo>
                    <a:pt x="2217" y="1"/>
                    <a:pt x="558" y="1660"/>
                    <a:pt x="558" y="3706"/>
                  </a:cubicBezTo>
                  <a:lnTo>
                    <a:pt x="558" y="5231"/>
                  </a:lnTo>
                  <a:cubicBezTo>
                    <a:pt x="565" y="6067"/>
                    <a:pt x="406" y="6900"/>
                    <a:pt x="91" y="7675"/>
                  </a:cubicBezTo>
                  <a:cubicBezTo>
                    <a:pt x="0" y="7900"/>
                    <a:pt x="109" y="8153"/>
                    <a:pt x="333" y="8244"/>
                  </a:cubicBezTo>
                  <a:cubicBezTo>
                    <a:pt x="877" y="8461"/>
                    <a:pt x="2956" y="9138"/>
                    <a:pt x="4263" y="9138"/>
                  </a:cubicBezTo>
                  <a:cubicBezTo>
                    <a:pt x="5570" y="9138"/>
                    <a:pt x="7653" y="8461"/>
                    <a:pt x="8196" y="8247"/>
                  </a:cubicBezTo>
                  <a:cubicBezTo>
                    <a:pt x="8421" y="8157"/>
                    <a:pt x="8529" y="7900"/>
                    <a:pt x="8435" y="7679"/>
                  </a:cubicBezTo>
                  <a:cubicBezTo>
                    <a:pt x="8120" y="6900"/>
                    <a:pt x="7964" y="6071"/>
                    <a:pt x="7972" y="5231"/>
                  </a:cubicBezTo>
                  <a:lnTo>
                    <a:pt x="7972" y="3706"/>
                  </a:lnTo>
                  <a:cubicBezTo>
                    <a:pt x="7972" y="1660"/>
                    <a:pt x="6309" y="1"/>
                    <a:pt x="426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88"/>
            <p:cNvSpPr/>
            <p:nvPr/>
          </p:nvSpPr>
          <p:spPr>
            <a:xfrm>
              <a:off x="7651551" y="1723981"/>
              <a:ext cx="194377" cy="102877"/>
            </a:xfrm>
            <a:custGeom>
              <a:rect b="b" l="l" r="r" t="t"/>
              <a:pathLst>
                <a:path extrusionOk="0" h="3924" w="7414">
                  <a:moveTo>
                    <a:pt x="6109" y="1"/>
                  </a:moveTo>
                  <a:cubicBezTo>
                    <a:pt x="6107" y="1"/>
                    <a:pt x="6105" y="1"/>
                    <a:pt x="6103" y="1"/>
                  </a:cubicBezTo>
                  <a:lnTo>
                    <a:pt x="1307" y="1"/>
                  </a:lnTo>
                  <a:cubicBezTo>
                    <a:pt x="587" y="1"/>
                    <a:pt x="0" y="584"/>
                    <a:pt x="0" y="1308"/>
                  </a:cubicBezTo>
                  <a:cubicBezTo>
                    <a:pt x="0" y="2750"/>
                    <a:pt x="1170" y="3923"/>
                    <a:pt x="2615" y="3923"/>
                  </a:cubicBezTo>
                  <a:lnTo>
                    <a:pt x="4795" y="3923"/>
                  </a:lnTo>
                  <a:cubicBezTo>
                    <a:pt x="6240" y="3923"/>
                    <a:pt x="7414" y="2753"/>
                    <a:pt x="7414" y="1308"/>
                  </a:cubicBezTo>
                  <a:cubicBezTo>
                    <a:pt x="7414" y="586"/>
                    <a:pt x="6831" y="1"/>
                    <a:pt x="61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88"/>
            <p:cNvSpPr/>
            <p:nvPr/>
          </p:nvSpPr>
          <p:spPr>
            <a:xfrm>
              <a:off x="7670061" y="1741075"/>
              <a:ext cx="157357" cy="65072"/>
            </a:xfrm>
            <a:custGeom>
              <a:rect b="b" l="l" r="r" t="t"/>
              <a:pathLst>
                <a:path extrusionOk="0" h="2482" w="6002">
                  <a:moveTo>
                    <a:pt x="659" y="1"/>
                  </a:moveTo>
                  <a:cubicBezTo>
                    <a:pt x="189" y="1"/>
                    <a:pt x="0" y="617"/>
                    <a:pt x="395" y="881"/>
                  </a:cubicBezTo>
                  <a:lnTo>
                    <a:pt x="2637" y="2373"/>
                  </a:lnTo>
                  <a:cubicBezTo>
                    <a:pt x="2747" y="2446"/>
                    <a:pt x="2874" y="2482"/>
                    <a:pt x="3000" y="2482"/>
                  </a:cubicBezTo>
                  <a:cubicBezTo>
                    <a:pt x="3127" y="2482"/>
                    <a:pt x="3253" y="2446"/>
                    <a:pt x="3361" y="2373"/>
                  </a:cubicBezTo>
                  <a:lnTo>
                    <a:pt x="5607" y="881"/>
                  </a:lnTo>
                  <a:cubicBezTo>
                    <a:pt x="6001" y="617"/>
                    <a:pt x="5813" y="1"/>
                    <a:pt x="5339"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88"/>
            <p:cNvSpPr/>
            <p:nvPr/>
          </p:nvSpPr>
          <p:spPr>
            <a:xfrm>
              <a:off x="7703016" y="1518698"/>
              <a:ext cx="142073" cy="85312"/>
            </a:xfrm>
            <a:custGeom>
              <a:rect b="b" l="l" r="r" t="t"/>
              <a:pathLst>
                <a:path extrusionOk="0" h="3254" w="5419">
                  <a:moveTo>
                    <a:pt x="1742" y="1"/>
                  </a:moveTo>
                  <a:cubicBezTo>
                    <a:pt x="1134" y="1"/>
                    <a:pt x="536" y="149"/>
                    <a:pt x="0" y="439"/>
                  </a:cubicBezTo>
                  <a:lnTo>
                    <a:pt x="0" y="638"/>
                  </a:lnTo>
                  <a:cubicBezTo>
                    <a:pt x="0" y="2080"/>
                    <a:pt x="1170" y="3253"/>
                    <a:pt x="2615" y="3253"/>
                  </a:cubicBezTo>
                  <a:lnTo>
                    <a:pt x="5418" y="3253"/>
                  </a:lnTo>
                  <a:cubicBezTo>
                    <a:pt x="5190" y="1395"/>
                    <a:pt x="3614" y="1"/>
                    <a:pt x="174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88"/>
            <p:cNvSpPr/>
            <p:nvPr/>
          </p:nvSpPr>
          <p:spPr>
            <a:xfrm>
              <a:off x="7697589" y="1718214"/>
              <a:ext cx="102196" cy="88038"/>
            </a:xfrm>
            <a:custGeom>
              <a:rect b="b" l="l" r="r" t="t"/>
              <a:pathLst>
                <a:path extrusionOk="0" h="3358" w="3898">
                  <a:moveTo>
                    <a:pt x="642" y="0"/>
                  </a:moveTo>
                  <a:lnTo>
                    <a:pt x="642" y="1347"/>
                  </a:lnTo>
                  <a:cubicBezTo>
                    <a:pt x="642" y="1717"/>
                    <a:pt x="406" y="2046"/>
                    <a:pt x="59" y="2169"/>
                  </a:cubicBezTo>
                  <a:lnTo>
                    <a:pt x="1" y="2188"/>
                  </a:lnTo>
                  <a:lnTo>
                    <a:pt x="1587" y="3249"/>
                  </a:lnTo>
                  <a:cubicBezTo>
                    <a:pt x="1697" y="3321"/>
                    <a:pt x="1824" y="3357"/>
                    <a:pt x="1950" y="3357"/>
                  </a:cubicBezTo>
                  <a:cubicBezTo>
                    <a:pt x="2077" y="3357"/>
                    <a:pt x="2203" y="3321"/>
                    <a:pt x="2311" y="3249"/>
                  </a:cubicBezTo>
                  <a:lnTo>
                    <a:pt x="3898" y="2191"/>
                  </a:lnTo>
                  <a:lnTo>
                    <a:pt x="3836" y="2169"/>
                  </a:lnTo>
                  <a:cubicBezTo>
                    <a:pt x="3488" y="2046"/>
                    <a:pt x="3256" y="1717"/>
                    <a:pt x="3256" y="1347"/>
                  </a:cubicBezTo>
                  <a:lnTo>
                    <a:pt x="325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88"/>
            <p:cNvSpPr/>
            <p:nvPr/>
          </p:nvSpPr>
          <p:spPr>
            <a:xfrm>
              <a:off x="7714395" y="1718214"/>
              <a:ext cx="68585" cy="34397"/>
            </a:xfrm>
            <a:custGeom>
              <a:rect b="b" l="l" r="r" t="t"/>
              <a:pathLst>
                <a:path extrusionOk="0" h="1312" w="2616">
                  <a:moveTo>
                    <a:pt x="1" y="0"/>
                  </a:moveTo>
                  <a:lnTo>
                    <a:pt x="1" y="1032"/>
                  </a:lnTo>
                  <a:cubicBezTo>
                    <a:pt x="363" y="1192"/>
                    <a:pt x="754" y="1286"/>
                    <a:pt x="1152" y="1307"/>
                  </a:cubicBezTo>
                  <a:cubicBezTo>
                    <a:pt x="1203" y="1307"/>
                    <a:pt x="1257" y="1311"/>
                    <a:pt x="1308" y="1311"/>
                  </a:cubicBezTo>
                  <a:cubicBezTo>
                    <a:pt x="1757" y="1307"/>
                    <a:pt x="2203" y="1217"/>
                    <a:pt x="2615" y="1036"/>
                  </a:cubicBezTo>
                  <a:lnTo>
                    <a:pt x="26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88"/>
            <p:cNvSpPr/>
            <p:nvPr/>
          </p:nvSpPr>
          <p:spPr>
            <a:xfrm>
              <a:off x="7674413" y="1591635"/>
              <a:ext cx="148627" cy="143777"/>
            </a:xfrm>
            <a:custGeom>
              <a:rect b="b" l="l" r="r" t="t"/>
              <a:pathLst>
                <a:path extrusionOk="0" h="5484" w="5669">
                  <a:moveTo>
                    <a:pt x="3402" y="1"/>
                  </a:moveTo>
                  <a:cubicBezTo>
                    <a:pt x="3335" y="1"/>
                    <a:pt x="3271" y="53"/>
                    <a:pt x="3271" y="131"/>
                  </a:cubicBezTo>
                  <a:lnTo>
                    <a:pt x="3271" y="688"/>
                  </a:lnTo>
                  <a:cubicBezTo>
                    <a:pt x="3271" y="808"/>
                    <a:pt x="3173" y="906"/>
                    <a:pt x="3050" y="906"/>
                  </a:cubicBezTo>
                  <a:lnTo>
                    <a:pt x="874" y="906"/>
                  </a:lnTo>
                  <a:cubicBezTo>
                    <a:pt x="392" y="906"/>
                    <a:pt x="1" y="1297"/>
                    <a:pt x="1" y="1779"/>
                  </a:cubicBezTo>
                  <a:lnTo>
                    <a:pt x="1" y="2572"/>
                  </a:lnTo>
                  <a:cubicBezTo>
                    <a:pt x="1" y="4096"/>
                    <a:pt x="1174" y="5408"/>
                    <a:pt x="2695" y="5480"/>
                  </a:cubicBezTo>
                  <a:cubicBezTo>
                    <a:pt x="2743" y="5482"/>
                    <a:pt x="2790" y="5483"/>
                    <a:pt x="2837" y="5483"/>
                  </a:cubicBezTo>
                  <a:cubicBezTo>
                    <a:pt x="4393" y="5483"/>
                    <a:pt x="5669" y="4219"/>
                    <a:pt x="5669" y="2651"/>
                  </a:cubicBezTo>
                  <a:lnTo>
                    <a:pt x="5669" y="1779"/>
                  </a:lnTo>
                  <a:cubicBezTo>
                    <a:pt x="5669" y="1297"/>
                    <a:pt x="5278" y="906"/>
                    <a:pt x="4796" y="906"/>
                  </a:cubicBezTo>
                  <a:lnTo>
                    <a:pt x="4452" y="906"/>
                  </a:lnTo>
                  <a:cubicBezTo>
                    <a:pt x="4394" y="906"/>
                    <a:pt x="4336" y="884"/>
                    <a:pt x="4296" y="844"/>
                  </a:cubicBezTo>
                  <a:lnTo>
                    <a:pt x="3492" y="40"/>
                  </a:lnTo>
                  <a:cubicBezTo>
                    <a:pt x="3466" y="13"/>
                    <a:pt x="3434" y="1"/>
                    <a:pt x="3402"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88"/>
            <p:cNvSpPr/>
            <p:nvPr/>
          </p:nvSpPr>
          <p:spPr>
            <a:xfrm>
              <a:off x="7674334" y="1586785"/>
              <a:ext cx="125818" cy="148601"/>
            </a:xfrm>
            <a:custGeom>
              <a:rect b="b" l="l" r="r" t="t"/>
              <a:pathLst>
                <a:path extrusionOk="0" h="5668" w="4799">
                  <a:moveTo>
                    <a:pt x="3274" y="1"/>
                  </a:moveTo>
                  <a:lnTo>
                    <a:pt x="3274" y="1091"/>
                  </a:lnTo>
                  <a:lnTo>
                    <a:pt x="873" y="1091"/>
                  </a:lnTo>
                  <a:cubicBezTo>
                    <a:pt x="391" y="1091"/>
                    <a:pt x="0" y="1482"/>
                    <a:pt x="0" y="1964"/>
                  </a:cubicBezTo>
                  <a:lnTo>
                    <a:pt x="0" y="2749"/>
                  </a:lnTo>
                  <a:cubicBezTo>
                    <a:pt x="0" y="4028"/>
                    <a:pt x="815" y="5198"/>
                    <a:pt x="2043" y="5556"/>
                  </a:cubicBezTo>
                  <a:cubicBezTo>
                    <a:pt x="2298" y="5630"/>
                    <a:pt x="2562" y="5668"/>
                    <a:pt x="2826" y="5668"/>
                  </a:cubicBezTo>
                  <a:cubicBezTo>
                    <a:pt x="2975" y="5668"/>
                    <a:pt x="3123" y="5656"/>
                    <a:pt x="3271" y="5632"/>
                  </a:cubicBezTo>
                  <a:cubicBezTo>
                    <a:pt x="1894" y="5415"/>
                    <a:pt x="873" y="4180"/>
                    <a:pt x="873" y="2753"/>
                  </a:cubicBezTo>
                  <a:lnTo>
                    <a:pt x="873" y="2619"/>
                  </a:lnTo>
                  <a:cubicBezTo>
                    <a:pt x="873" y="2137"/>
                    <a:pt x="1264" y="1746"/>
                    <a:pt x="1746" y="1746"/>
                  </a:cubicBezTo>
                  <a:lnTo>
                    <a:pt x="4361" y="1746"/>
                  </a:lnTo>
                  <a:cubicBezTo>
                    <a:pt x="4603" y="1746"/>
                    <a:pt x="4799" y="1551"/>
                    <a:pt x="4799" y="1308"/>
                  </a:cubicBezTo>
                  <a:lnTo>
                    <a:pt x="4799" y="1091"/>
                  </a:lnTo>
                  <a:lnTo>
                    <a:pt x="4364" y="1091"/>
                  </a:lnTo>
                  <a:lnTo>
                    <a:pt x="327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88"/>
            <p:cNvSpPr/>
            <p:nvPr/>
          </p:nvSpPr>
          <p:spPr>
            <a:xfrm>
              <a:off x="7722942" y="1681561"/>
              <a:ext cx="51491" cy="22888"/>
            </a:xfrm>
            <a:custGeom>
              <a:rect b="b" l="l" r="r" t="t"/>
              <a:pathLst>
                <a:path extrusionOk="0" h="873" w="1964">
                  <a:moveTo>
                    <a:pt x="124" y="0"/>
                  </a:moveTo>
                  <a:cubicBezTo>
                    <a:pt x="55" y="0"/>
                    <a:pt x="1" y="65"/>
                    <a:pt x="15" y="134"/>
                  </a:cubicBezTo>
                  <a:cubicBezTo>
                    <a:pt x="84" y="554"/>
                    <a:pt x="493" y="873"/>
                    <a:pt x="982" y="873"/>
                  </a:cubicBezTo>
                  <a:cubicBezTo>
                    <a:pt x="1475" y="873"/>
                    <a:pt x="1880" y="551"/>
                    <a:pt x="1953" y="134"/>
                  </a:cubicBezTo>
                  <a:cubicBezTo>
                    <a:pt x="1964" y="65"/>
                    <a:pt x="1913" y="0"/>
                    <a:pt x="18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88"/>
            <p:cNvSpPr/>
            <p:nvPr/>
          </p:nvSpPr>
          <p:spPr>
            <a:xfrm>
              <a:off x="7709073" y="1644778"/>
              <a:ext cx="10775" cy="16412"/>
            </a:xfrm>
            <a:custGeom>
              <a:rect b="b" l="l" r="r" t="t"/>
              <a:pathLst>
                <a:path extrusionOk="0" h="626" w="411">
                  <a:moveTo>
                    <a:pt x="205" y="1"/>
                  </a:moveTo>
                  <a:cubicBezTo>
                    <a:pt x="103" y="1"/>
                    <a:pt x="1" y="68"/>
                    <a:pt x="1" y="204"/>
                  </a:cubicBezTo>
                  <a:lnTo>
                    <a:pt x="1" y="422"/>
                  </a:lnTo>
                  <a:cubicBezTo>
                    <a:pt x="1" y="557"/>
                    <a:pt x="103" y="625"/>
                    <a:pt x="205" y="625"/>
                  </a:cubicBezTo>
                  <a:cubicBezTo>
                    <a:pt x="308" y="625"/>
                    <a:pt x="410" y="557"/>
                    <a:pt x="410" y="422"/>
                  </a:cubicBezTo>
                  <a:lnTo>
                    <a:pt x="410" y="204"/>
                  </a:lnTo>
                  <a:cubicBezTo>
                    <a:pt x="410" y="68"/>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88"/>
            <p:cNvSpPr/>
            <p:nvPr/>
          </p:nvSpPr>
          <p:spPr>
            <a:xfrm>
              <a:off x="7777631" y="1644805"/>
              <a:ext cx="10671" cy="16386"/>
            </a:xfrm>
            <a:custGeom>
              <a:rect b="b" l="l" r="r" t="t"/>
              <a:pathLst>
                <a:path extrusionOk="0" h="625" w="407">
                  <a:moveTo>
                    <a:pt x="203" y="0"/>
                  </a:moveTo>
                  <a:cubicBezTo>
                    <a:pt x="91" y="0"/>
                    <a:pt x="1" y="91"/>
                    <a:pt x="1" y="203"/>
                  </a:cubicBezTo>
                  <a:lnTo>
                    <a:pt x="1" y="421"/>
                  </a:lnTo>
                  <a:cubicBezTo>
                    <a:pt x="1" y="556"/>
                    <a:pt x="102" y="624"/>
                    <a:pt x="203" y="624"/>
                  </a:cubicBezTo>
                  <a:cubicBezTo>
                    <a:pt x="305" y="624"/>
                    <a:pt x="406" y="556"/>
                    <a:pt x="406" y="421"/>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88"/>
            <p:cNvSpPr/>
            <p:nvPr/>
          </p:nvSpPr>
          <p:spPr>
            <a:xfrm>
              <a:off x="7611753" y="1513402"/>
              <a:ext cx="273501" cy="364974"/>
            </a:xfrm>
            <a:custGeom>
              <a:rect b="b" l="l" r="r" t="t"/>
              <a:pathLst>
                <a:path extrusionOk="0" h="13921" w="10432">
                  <a:moveTo>
                    <a:pt x="5223" y="409"/>
                  </a:moveTo>
                  <a:cubicBezTo>
                    <a:pt x="7157" y="409"/>
                    <a:pt x="8725" y="1974"/>
                    <a:pt x="8725" y="3908"/>
                  </a:cubicBezTo>
                  <a:lnTo>
                    <a:pt x="8725" y="5433"/>
                  </a:lnTo>
                  <a:cubicBezTo>
                    <a:pt x="8725" y="6566"/>
                    <a:pt x="8990" y="7428"/>
                    <a:pt x="9207" y="7957"/>
                  </a:cubicBezTo>
                  <a:cubicBezTo>
                    <a:pt x="9232" y="8011"/>
                    <a:pt x="9232" y="8076"/>
                    <a:pt x="9207" y="8131"/>
                  </a:cubicBezTo>
                  <a:cubicBezTo>
                    <a:pt x="9185" y="8189"/>
                    <a:pt x="9138" y="8232"/>
                    <a:pt x="9080" y="8258"/>
                  </a:cubicBezTo>
                  <a:cubicBezTo>
                    <a:pt x="8982" y="8294"/>
                    <a:pt x="8885" y="8334"/>
                    <a:pt x="8783" y="8370"/>
                  </a:cubicBezTo>
                  <a:cubicBezTo>
                    <a:pt x="8497" y="8026"/>
                    <a:pt x="8070" y="7827"/>
                    <a:pt x="7621" y="7827"/>
                  </a:cubicBezTo>
                  <a:lnTo>
                    <a:pt x="7342" y="7827"/>
                  </a:lnTo>
                  <a:cubicBezTo>
                    <a:pt x="7928" y="7258"/>
                    <a:pt x="8262" y="6472"/>
                    <a:pt x="8262" y="5653"/>
                  </a:cubicBezTo>
                  <a:lnTo>
                    <a:pt x="8262" y="4781"/>
                  </a:lnTo>
                  <a:cubicBezTo>
                    <a:pt x="8262" y="4187"/>
                    <a:pt x="7780" y="3705"/>
                    <a:pt x="7186" y="3705"/>
                  </a:cubicBezTo>
                  <a:lnTo>
                    <a:pt x="6835" y="3705"/>
                  </a:lnTo>
                  <a:lnTo>
                    <a:pt x="5806" y="2676"/>
                  </a:lnTo>
                  <a:cubicBezTo>
                    <a:pt x="5765" y="2634"/>
                    <a:pt x="5713" y="2615"/>
                    <a:pt x="5663" y="2615"/>
                  </a:cubicBezTo>
                  <a:cubicBezTo>
                    <a:pt x="5559" y="2615"/>
                    <a:pt x="5458" y="2696"/>
                    <a:pt x="5458" y="2818"/>
                  </a:cubicBezTo>
                  <a:lnTo>
                    <a:pt x="5458" y="3705"/>
                  </a:lnTo>
                  <a:lnTo>
                    <a:pt x="4354" y="3705"/>
                  </a:lnTo>
                  <a:cubicBezTo>
                    <a:pt x="4082" y="3705"/>
                    <a:pt x="4082" y="4114"/>
                    <a:pt x="4354" y="4114"/>
                  </a:cubicBezTo>
                  <a:lnTo>
                    <a:pt x="5661" y="4114"/>
                  </a:lnTo>
                  <a:cubicBezTo>
                    <a:pt x="5774" y="4114"/>
                    <a:pt x="5868" y="4020"/>
                    <a:pt x="5868" y="3908"/>
                  </a:cubicBezTo>
                  <a:lnTo>
                    <a:pt x="5868" y="3310"/>
                  </a:lnTo>
                  <a:lnTo>
                    <a:pt x="6607" y="4053"/>
                  </a:lnTo>
                  <a:cubicBezTo>
                    <a:pt x="6646" y="4093"/>
                    <a:pt x="6697" y="4114"/>
                    <a:pt x="6751" y="4114"/>
                  </a:cubicBezTo>
                  <a:lnTo>
                    <a:pt x="7186" y="4114"/>
                  </a:lnTo>
                  <a:cubicBezTo>
                    <a:pt x="7555" y="4114"/>
                    <a:pt x="7856" y="4411"/>
                    <a:pt x="7856" y="4781"/>
                  </a:cubicBezTo>
                  <a:lnTo>
                    <a:pt x="7856" y="5653"/>
                  </a:lnTo>
                  <a:cubicBezTo>
                    <a:pt x="7856" y="7106"/>
                    <a:pt x="6679" y="8283"/>
                    <a:pt x="5227" y="8283"/>
                  </a:cubicBezTo>
                  <a:cubicBezTo>
                    <a:pt x="3774" y="8283"/>
                    <a:pt x="2597" y="7106"/>
                    <a:pt x="2597" y="5653"/>
                  </a:cubicBezTo>
                  <a:lnTo>
                    <a:pt x="2597" y="4781"/>
                  </a:lnTo>
                  <a:cubicBezTo>
                    <a:pt x="2597" y="4411"/>
                    <a:pt x="2894" y="4114"/>
                    <a:pt x="3264" y="4114"/>
                  </a:cubicBezTo>
                  <a:lnTo>
                    <a:pt x="3481" y="4114"/>
                  </a:lnTo>
                  <a:cubicBezTo>
                    <a:pt x="3753" y="4114"/>
                    <a:pt x="3753" y="3705"/>
                    <a:pt x="3481" y="3705"/>
                  </a:cubicBezTo>
                  <a:lnTo>
                    <a:pt x="3264" y="3705"/>
                  </a:lnTo>
                  <a:cubicBezTo>
                    <a:pt x="2670" y="3705"/>
                    <a:pt x="2184" y="4187"/>
                    <a:pt x="2184" y="4781"/>
                  </a:cubicBezTo>
                  <a:lnTo>
                    <a:pt x="2184" y="5653"/>
                  </a:lnTo>
                  <a:cubicBezTo>
                    <a:pt x="2184" y="6472"/>
                    <a:pt x="2518" y="7254"/>
                    <a:pt x="3104" y="7827"/>
                  </a:cubicBezTo>
                  <a:lnTo>
                    <a:pt x="2825" y="7827"/>
                  </a:lnTo>
                  <a:cubicBezTo>
                    <a:pt x="2376" y="7827"/>
                    <a:pt x="1949" y="8026"/>
                    <a:pt x="1663" y="8370"/>
                  </a:cubicBezTo>
                  <a:cubicBezTo>
                    <a:pt x="1565" y="8334"/>
                    <a:pt x="1467" y="8297"/>
                    <a:pt x="1370" y="8258"/>
                  </a:cubicBezTo>
                  <a:cubicBezTo>
                    <a:pt x="1312" y="8236"/>
                    <a:pt x="1265" y="8189"/>
                    <a:pt x="1243" y="8134"/>
                  </a:cubicBezTo>
                  <a:cubicBezTo>
                    <a:pt x="1217" y="8076"/>
                    <a:pt x="1217" y="8015"/>
                    <a:pt x="1243" y="7961"/>
                  </a:cubicBezTo>
                  <a:cubicBezTo>
                    <a:pt x="1460" y="7432"/>
                    <a:pt x="1724" y="6566"/>
                    <a:pt x="1724" y="5433"/>
                  </a:cubicBezTo>
                  <a:lnTo>
                    <a:pt x="1724" y="3908"/>
                  </a:lnTo>
                  <a:cubicBezTo>
                    <a:pt x="1724" y="1974"/>
                    <a:pt x="3289" y="409"/>
                    <a:pt x="5223" y="409"/>
                  </a:cubicBezTo>
                  <a:close/>
                  <a:moveTo>
                    <a:pt x="3713" y="8891"/>
                  </a:moveTo>
                  <a:lnTo>
                    <a:pt x="3713" y="9177"/>
                  </a:lnTo>
                  <a:cubicBezTo>
                    <a:pt x="3713" y="9437"/>
                    <a:pt x="3558" y="9676"/>
                    <a:pt x="3320" y="9785"/>
                  </a:cubicBezTo>
                  <a:lnTo>
                    <a:pt x="3320" y="9785"/>
                  </a:lnTo>
                  <a:lnTo>
                    <a:pt x="2731" y="9395"/>
                  </a:lnTo>
                  <a:cubicBezTo>
                    <a:pt x="2507" y="9243"/>
                    <a:pt x="2612" y="8891"/>
                    <a:pt x="2883" y="8891"/>
                  </a:cubicBezTo>
                  <a:close/>
                  <a:moveTo>
                    <a:pt x="7566" y="8891"/>
                  </a:moveTo>
                  <a:cubicBezTo>
                    <a:pt x="7838" y="8891"/>
                    <a:pt x="7943" y="9243"/>
                    <a:pt x="7718" y="9395"/>
                  </a:cubicBezTo>
                  <a:lnTo>
                    <a:pt x="7132" y="9786"/>
                  </a:lnTo>
                  <a:cubicBezTo>
                    <a:pt x="6893" y="9677"/>
                    <a:pt x="6737" y="9438"/>
                    <a:pt x="6737" y="9177"/>
                  </a:cubicBezTo>
                  <a:lnTo>
                    <a:pt x="6737" y="8891"/>
                  </a:lnTo>
                  <a:close/>
                  <a:moveTo>
                    <a:pt x="7624" y="8232"/>
                  </a:moveTo>
                  <a:cubicBezTo>
                    <a:pt x="8233" y="8236"/>
                    <a:pt x="8725" y="8728"/>
                    <a:pt x="8729" y="9337"/>
                  </a:cubicBezTo>
                  <a:cubicBezTo>
                    <a:pt x="8725" y="10589"/>
                    <a:pt x="7767" y="11635"/>
                    <a:pt x="6520" y="11741"/>
                  </a:cubicBezTo>
                  <a:lnTo>
                    <a:pt x="6520" y="11741"/>
                  </a:lnTo>
                  <a:lnTo>
                    <a:pt x="6520" y="11521"/>
                  </a:lnTo>
                  <a:cubicBezTo>
                    <a:pt x="6520" y="11385"/>
                    <a:pt x="6417" y="11317"/>
                    <a:pt x="6315" y="11317"/>
                  </a:cubicBezTo>
                  <a:cubicBezTo>
                    <a:pt x="6213" y="11317"/>
                    <a:pt x="6110" y="11385"/>
                    <a:pt x="6110" y="11521"/>
                  </a:cubicBezTo>
                  <a:lnTo>
                    <a:pt x="6110" y="11752"/>
                  </a:lnTo>
                  <a:lnTo>
                    <a:pt x="4339" y="11752"/>
                  </a:lnTo>
                  <a:lnTo>
                    <a:pt x="4339" y="11521"/>
                  </a:lnTo>
                  <a:cubicBezTo>
                    <a:pt x="4339" y="11385"/>
                    <a:pt x="4238" y="11317"/>
                    <a:pt x="4137" y="11317"/>
                  </a:cubicBezTo>
                  <a:cubicBezTo>
                    <a:pt x="4035" y="11317"/>
                    <a:pt x="3934" y="11385"/>
                    <a:pt x="3934" y="11521"/>
                  </a:cubicBezTo>
                  <a:lnTo>
                    <a:pt x="3934" y="11742"/>
                  </a:lnTo>
                  <a:cubicBezTo>
                    <a:pt x="2684" y="11633"/>
                    <a:pt x="1728" y="10590"/>
                    <a:pt x="1724" y="9340"/>
                  </a:cubicBezTo>
                  <a:cubicBezTo>
                    <a:pt x="1724" y="8728"/>
                    <a:pt x="2221" y="8236"/>
                    <a:pt x="2829" y="8236"/>
                  </a:cubicBezTo>
                  <a:lnTo>
                    <a:pt x="3629" y="8236"/>
                  </a:lnTo>
                  <a:cubicBezTo>
                    <a:pt x="3658" y="8254"/>
                    <a:pt x="3687" y="8272"/>
                    <a:pt x="3716" y="8286"/>
                  </a:cubicBezTo>
                  <a:lnTo>
                    <a:pt x="3716" y="8482"/>
                  </a:lnTo>
                  <a:lnTo>
                    <a:pt x="2887" y="8482"/>
                  </a:lnTo>
                  <a:cubicBezTo>
                    <a:pt x="2210" y="8482"/>
                    <a:pt x="1945" y="9359"/>
                    <a:pt x="2507" y="9735"/>
                  </a:cubicBezTo>
                  <a:lnTo>
                    <a:pt x="4752" y="11227"/>
                  </a:lnTo>
                  <a:cubicBezTo>
                    <a:pt x="4895" y="11323"/>
                    <a:pt x="5061" y="11371"/>
                    <a:pt x="5227" y="11371"/>
                  </a:cubicBezTo>
                  <a:cubicBezTo>
                    <a:pt x="5392" y="11371"/>
                    <a:pt x="5558" y="11323"/>
                    <a:pt x="5701" y="11227"/>
                  </a:cubicBezTo>
                  <a:lnTo>
                    <a:pt x="6212" y="10887"/>
                  </a:lnTo>
                  <a:cubicBezTo>
                    <a:pt x="6397" y="10764"/>
                    <a:pt x="6277" y="10512"/>
                    <a:pt x="6101" y="10512"/>
                  </a:cubicBezTo>
                  <a:cubicBezTo>
                    <a:pt x="6064" y="10512"/>
                    <a:pt x="6024" y="10523"/>
                    <a:pt x="5984" y="10550"/>
                  </a:cubicBezTo>
                  <a:lnTo>
                    <a:pt x="5477" y="10887"/>
                  </a:lnTo>
                  <a:cubicBezTo>
                    <a:pt x="5401" y="10938"/>
                    <a:pt x="5314" y="10963"/>
                    <a:pt x="5227" y="10963"/>
                  </a:cubicBezTo>
                  <a:cubicBezTo>
                    <a:pt x="5140" y="10963"/>
                    <a:pt x="5053" y="10938"/>
                    <a:pt x="4977" y="10887"/>
                  </a:cubicBezTo>
                  <a:lnTo>
                    <a:pt x="3695" y="10032"/>
                  </a:lnTo>
                  <a:cubicBezTo>
                    <a:pt x="3966" y="9829"/>
                    <a:pt x="4122" y="9511"/>
                    <a:pt x="4122" y="9174"/>
                  </a:cubicBezTo>
                  <a:lnTo>
                    <a:pt x="4122" y="8482"/>
                  </a:lnTo>
                  <a:cubicBezTo>
                    <a:pt x="4477" y="8621"/>
                    <a:pt x="4852" y="8691"/>
                    <a:pt x="5227" y="8691"/>
                  </a:cubicBezTo>
                  <a:cubicBezTo>
                    <a:pt x="5602" y="8691"/>
                    <a:pt x="5976" y="8621"/>
                    <a:pt x="6331" y="8482"/>
                  </a:cubicBezTo>
                  <a:lnTo>
                    <a:pt x="6331" y="9177"/>
                  </a:lnTo>
                  <a:cubicBezTo>
                    <a:pt x="6331" y="9514"/>
                    <a:pt x="6487" y="9833"/>
                    <a:pt x="6759" y="10036"/>
                  </a:cubicBezTo>
                  <a:lnTo>
                    <a:pt x="6748" y="10043"/>
                  </a:lnTo>
                  <a:cubicBezTo>
                    <a:pt x="6563" y="10168"/>
                    <a:pt x="6683" y="10422"/>
                    <a:pt x="6858" y="10422"/>
                  </a:cubicBezTo>
                  <a:cubicBezTo>
                    <a:pt x="6896" y="10422"/>
                    <a:pt x="6936" y="10410"/>
                    <a:pt x="6976" y="10383"/>
                  </a:cubicBezTo>
                  <a:lnTo>
                    <a:pt x="7947" y="9735"/>
                  </a:lnTo>
                  <a:cubicBezTo>
                    <a:pt x="8508" y="9362"/>
                    <a:pt x="8244" y="8486"/>
                    <a:pt x="7566" y="8482"/>
                  </a:cubicBezTo>
                  <a:lnTo>
                    <a:pt x="6737" y="8482"/>
                  </a:lnTo>
                  <a:lnTo>
                    <a:pt x="6737" y="8286"/>
                  </a:lnTo>
                  <a:cubicBezTo>
                    <a:pt x="6766" y="8268"/>
                    <a:pt x="6795" y="8250"/>
                    <a:pt x="6824" y="8232"/>
                  </a:cubicBezTo>
                  <a:close/>
                  <a:moveTo>
                    <a:pt x="5219" y="0"/>
                  </a:moveTo>
                  <a:cubicBezTo>
                    <a:pt x="3061" y="0"/>
                    <a:pt x="1312" y="1749"/>
                    <a:pt x="1312" y="3908"/>
                  </a:cubicBezTo>
                  <a:lnTo>
                    <a:pt x="1312" y="5433"/>
                  </a:lnTo>
                  <a:cubicBezTo>
                    <a:pt x="1315" y="6244"/>
                    <a:pt x="1163" y="7048"/>
                    <a:pt x="859" y="7801"/>
                  </a:cubicBezTo>
                  <a:cubicBezTo>
                    <a:pt x="794" y="7957"/>
                    <a:pt x="794" y="8131"/>
                    <a:pt x="859" y="8290"/>
                  </a:cubicBezTo>
                  <a:cubicBezTo>
                    <a:pt x="924" y="8446"/>
                    <a:pt x="1051" y="8573"/>
                    <a:pt x="1210" y="8634"/>
                  </a:cubicBezTo>
                  <a:cubicBezTo>
                    <a:pt x="1286" y="8667"/>
                    <a:pt x="1362" y="8696"/>
                    <a:pt x="1438" y="8725"/>
                  </a:cubicBezTo>
                  <a:cubicBezTo>
                    <a:pt x="1351" y="8920"/>
                    <a:pt x="1308" y="9127"/>
                    <a:pt x="1308" y="9340"/>
                  </a:cubicBezTo>
                  <a:cubicBezTo>
                    <a:pt x="1308" y="9710"/>
                    <a:pt x="1380" y="10076"/>
                    <a:pt x="1522" y="10420"/>
                  </a:cubicBezTo>
                  <a:lnTo>
                    <a:pt x="1007" y="10601"/>
                  </a:lnTo>
                  <a:cubicBezTo>
                    <a:pt x="403" y="10814"/>
                    <a:pt x="1" y="11387"/>
                    <a:pt x="1" y="12028"/>
                  </a:cubicBezTo>
                  <a:lnTo>
                    <a:pt x="1" y="13719"/>
                  </a:lnTo>
                  <a:cubicBezTo>
                    <a:pt x="1" y="13853"/>
                    <a:pt x="102" y="13920"/>
                    <a:pt x="203" y="13920"/>
                  </a:cubicBezTo>
                  <a:cubicBezTo>
                    <a:pt x="305" y="13920"/>
                    <a:pt x="406" y="13853"/>
                    <a:pt x="406" y="13719"/>
                  </a:cubicBezTo>
                  <a:lnTo>
                    <a:pt x="406" y="12028"/>
                  </a:lnTo>
                  <a:cubicBezTo>
                    <a:pt x="406" y="11894"/>
                    <a:pt x="432" y="11763"/>
                    <a:pt x="479" y="11637"/>
                  </a:cubicBezTo>
                  <a:lnTo>
                    <a:pt x="1511" y="12520"/>
                  </a:lnTo>
                  <a:cubicBezTo>
                    <a:pt x="1659" y="12647"/>
                    <a:pt x="1743" y="12832"/>
                    <a:pt x="1743" y="13027"/>
                  </a:cubicBezTo>
                  <a:lnTo>
                    <a:pt x="1743" y="13719"/>
                  </a:lnTo>
                  <a:cubicBezTo>
                    <a:pt x="1743" y="13853"/>
                    <a:pt x="1845" y="13920"/>
                    <a:pt x="1947" y="13920"/>
                  </a:cubicBezTo>
                  <a:cubicBezTo>
                    <a:pt x="2050" y="13920"/>
                    <a:pt x="2152" y="13853"/>
                    <a:pt x="2152" y="13719"/>
                  </a:cubicBezTo>
                  <a:lnTo>
                    <a:pt x="2152" y="13027"/>
                  </a:lnTo>
                  <a:cubicBezTo>
                    <a:pt x="2152" y="12716"/>
                    <a:pt x="2014" y="12419"/>
                    <a:pt x="1775" y="12212"/>
                  </a:cubicBezTo>
                  <a:lnTo>
                    <a:pt x="692" y="11285"/>
                  </a:lnTo>
                  <a:cubicBezTo>
                    <a:pt x="815" y="11151"/>
                    <a:pt x="971" y="11050"/>
                    <a:pt x="1145" y="10988"/>
                  </a:cubicBezTo>
                  <a:lnTo>
                    <a:pt x="1706" y="10789"/>
                  </a:lnTo>
                  <a:cubicBezTo>
                    <a:pt x="2181" y="11575"/>
                    <a:pt x="3007" y="12086"/>
                    <a:pt x="3923" y="12151"/>
                  </a:cubicBezTo>
                  <a:lnTo>
                    <a:pt x="3923" y="13701"/>
                  </a:lnTo>
                  <a:cubicBezTo>
                    <a:pt x="3923" y="13837"/>
                    <a:pt x="4024" y="13905"/>
                    <a:pt x="4126" y="13905"/>
                  </a:cubicBezTo>
                  <a:cubicBezTo>
                    <a:pt x="4227" y="13905"/>
                    <a:pt x="4328" y="13837"/>
                    <a:pt x="4328" y="13701"/>
                  </a:cubicBezTo>
                  <a:lnTo>
                    <a:pt x="4328" y="12162"/>
                  </a:lnTo>
                  <a:lnTo>
                    <a:pt x="6103" y="12162"/>
                  </a:lnTo>
                  <a:lnTo>
                    <a:pt x="6103" y="13701"/>
                  </a:lnTo>
                  <a:cubicBezTo>
                    <a:pt x="6103" y="13837"/>
                    <a:pt x="6205" y="13905"/>
                    <a:pt x="6306" y="13905"/>
                  </a:cubicBezTo>
                  <a:cubicBezTo>
                    <a:pt x="6407" y="13905"/>
                    <a:pt x="6509" y="13837"/>
                    <a:pt x="6509" y="13701"/>
                  </a:cubicBezTo>
                  <a:lnTo>
                    <a:pt x="6509" y="12151"/>
                  </a:lnTo>
                  <a:cubicBezTo>
                    <a:pt x="7425" y="12082"/>
                    <a:pt x="8251" y="11575"/>
                    <a:pt x="8725" y="10785"/>
                  </a:cubicBezTo>
                  <a:lnTo>
                    <a:pt x="9287" y="10985"/>
                  </a:lnTo>
                  <a:cubicBezTo>
                    <a:pt x="9460" y="11046"/>
                    <a:pt x="9616" y="11151"/>
                    <a:pt x="9739" y="11285"/>
                  </a:cubicBezTo>
                  <a:lnTo>
                    <a:pt x="8656" y="12212"/>
                  </a:lnTo>
                  <a:cubicBezTo>
                    <a:pt x="8417" y="12415"/>
                    <a:pt x="8280" y="12712"/>
                    <a:pt x="8280" y="13027"/>
                  </a:cubicBezTo>
                  <a:lnTo>
                    <a:pt x="8280" y="13719"/>
                  </a:lnTo>
                  <a:cubicBezTo>
                    <a:pt x="8280" y="13853"/>
                    <a:pt x="8382" y="13920"/>
                    <a:pt x="8484" y="13920"/>
                  </a:cubicBezTo>
                  <a:cubicBezTo>
                    <a:pt x="8587" y="13920"/>
                    <a:pt x="8689" y="13853"/>
                    <a:pt x="8689" y="13719"/>
                  </a:cubicBezTo>
                  <a:lnTo>
                    <a:pt x="8689" y="13027"/>
                  </a:lnTo>
                  <a:cubicBezTo>
                    <a:pt x="8689" y="12832"/>
                    <a:pt x="8772" y="12647"/>
                    <a:pt x="8921" y="12520"/>
                  </a:cubicBezTo>
                  <a:lnTo>
                    <a:pt x="9953" y="11637"/>
                  </a:lnTo>
                  <a:cubicBezTo>
                    <a:pt x="10000" y="11763"/>
                    <a:pt x="10025" y="11894"/>
                    <a:pt x="10025" y="12028"/>
                  </a:cubicBezTo>
                  <a:lnTo>
                    <a:pt x="10025" y="13719"/>
                  </a:lnTo>
                  <a:cubicBezTo>
                    <a:pt x="10025" y="13853"/>
                    <a:pt x="10127" y="13920"/>
                    <a:pt x="10228" y="13920"/>
                  </a:cubicBezTo>
                  <a:cubicBezTo>
                    <a:pt x="10330" y="13920"/>
                    <a:pt x="10431" y="13853"/>
                    <a:pt x="10431" y="13719"/>
                  </a:cubicBezTo>
                  <a:lnTo>
                    <a:pt x="10431" y="12028"/>
                  </a:lnTo>
                  <a:cubicBezTo>
                    <a:pt x="10431" y="11390"/>
                    <a:pt x="10033" y="10818"/>
                    <a:pt x="9431" y="10601"/>
                  </a:cubicBezTo>
                  <a:lnTo>
                    <a:pt x="8917" y="10420"/>
                  </a:lnTo>
                  <a:cubicBezTo>
                    <a:pt x="9058" y="10079"/>
                    <a:pt x="9135" y="9710"/>
                    <a:pt x="9135" y="9340"/>
                  </a:cubicBezTo>
                  <a:cubicBezTo>
                    <a:pt x="9135" y="9127"/>
                    <a:pt x="9087" y="8920"/>
                    <a:pt x="9004" y="8725"/>
                  </a:cubicBezTo>
                  <a:cubicBezTo>
                    <a:pt x="9080" y="8696"/>
                    <a:pt x="9156" y="8667"/>
                    <a:pt x="9229" y="8634"/>
                  </a:cubicBezTo>
                  <a:cubicBezTo>
                    <a:pt x="9388" y="8573"/>
                    <a:pt x="9515" y="8449"/>
                    <a:pt x="9584" y="8290"/>
                  </a:cubicBezTo>
                  <a:cubicBezTo>
                    <a:pt x="9649" y="8134"/>
                    <a:pt x="9649" y="7957"/>
                    <a:pt x="9584" y="7801"/>
                  </a:cubicBezTo>
                  <a:cubicBezTo>
                    <a:pt x="9279" y="7048"/>
                    <a:pt x="9124" y="6244"/>
                    <a:pt x="9131" y="5433"/>
                  </a:cubicBezTo>
                  <a:lnTo>
                    <a:pt x="9131" y="3908"/>
                  </a:lnTo>
                  <a:cubicBezTo>
                    <a:pt x="9131" y="1749"/>
                    <a:pt x="7378" y="0"/>
                    <a:pt x="52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88"/>
            <p:cNvSpPr/>
            <p:nvPr/>
          </p:nvSpPr>
          <p:spPr>
            <a:xfrm>
              <a:off x="7703383" y="1627134"/>
              <a:ext cx="23858" cy="10775"/>
            </a:xfrm>
            <a:custGeom>
              <a:rect b="b" l="l" r="r" t="t"/>
              <a:pathLst>
                <a:path extrusionOk="0" h="411" w="910">
                  <a:moveTo>
                    <a:pt x="203" y="1"/>
                  </a:moveTo>
                  <a:cubicBezTo>
                    <a:pt x="91" y="1"/>
                    <a:pt x="0" y="95"/>
                    <a:pt x="0" y="207"/>
                  </a:cubicBezTo>
                  <a:cubicBezTo>
                    <a:pt x="0" y="320"/>
                    <a:pt x="91" y="410"/>
                    <a:pt x="203" y="410"/>
                  </a:cubicBezTo>
                  <a:lnTo>
                    <a:pt x="638" y="410"/>
                  </a:lnTo>
                  <a:cubicBezTo>
                    <a:pt x="910" y="410"/>
                    <a:pt x="910" y="1"/>
                    <a:pt x="6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88"/>
            <p:cNvSpPr/>
            <p:nvPr/>
          </p:nvSpPr>
          <p:spPr>
            <a:xfrm>
              <a:off x="7770133" y="1627239"/>
              <a:ext cx="25667" cy="10671"/>
            </a:xfrm>
            <a:custGeom>
              <a:rect b="b" l="l" r="r" t="t"/>
              <a:pathLst>
                <a:path extrusionOk="0" h="407" w="979">
                  <a:moveTo>
                    <a:pt x="272" y="0"/>
                  </a:moveTo>
                  <a:cubicBezTo>
                    <a:pt x="1" y="0"/>
                    <a:pt x="1"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88"/>
            <p:cNvSpPr/>
            <p:nvPr/>
          </p:nvSpPr>
          <p:spPr>
            <a:xfrm>
              <a:off x="7717620" y="1676239"/>
              <a:ext cx="62214" cy="33532"/>
            </a:xfrm>
            <a:custGeom>
              <a:rect b="b" l="l" r="r" t="t"/>
              <a:pathLst>
                <a:path extrusionOk="0" h="1279" w="2373">
                  <a:moveTo>
                    <a:pt x="1928" y="406"/>
                  </a:moveTo>
                  <a:cubicBezTo>
                    <a:pt x="1826" y="677"/>
                    <a:pt x="1533" y="873"/>
                    <a:pt x="1189" y="873"/>
                  </a:cubicBezTo>
                  <a:cubicBezTo>
                    <a:pt x="841" y="873"/>
                    <a:pt x="548" y="677"/>
                    <a:pt x="446" y="406"/>
                  </a:cubicBezTo>
                  <a:close/>
                  <a:moveTo>
                    <a:pt x="207" y="0"/>
                  </a:moveTo>
                  <a:cubicBezTo>
                    <a:pt x="95" y="0"/>
                    <a:pt x="1" y="91"/>
                    <a:pt x="4" y="203"/>
                  </a:cubicBezTo>
                  <a:cubicBezTo>
                    <a:pt x="4" y="797"/>
                    <a:pt x="533" y="1279"/>
                    <a:pt x="1189" y="1279"/>
                  </a:cubicBezTo>
                  <a:cubicBezTo>
                    <a:pt x="1841" y="1279"/>
                    <a:pt x="2373" y="797"/>
                    <a:pt x="2373" y="203"/>
                  </a:cubicBezTo>
                  <a:cubicBezTo>
                    <a:pt x="2373" y="91"/>
                    <a:pt x="2282" y="0"/>
                    <a:pt x="21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2" name="Google Shape;18512;p88"/>
          <p:cNvGrpSpPr/>
          <p:nvPr/>
        </p:nvGrpSpPr>
        <p:grpSpPr>
          <a:xfrm>
            <a:off x="6711706" y="4286087"/>
            <a:ext cx="273580" cy="365052"/>
            <a:chOff x="6711706" y="4286087"/>
            <a:chExt cx="273580" cy="365052"/>
          </a:xfrm>
        </p:grpSpPr>
        <p:sp>
          <p:nvSpPr>
            <p:cNvPr id="18513" name="Google Shape;18513;p88"/>
            <p:cNvSpPr/>
            <p:nvPr/>
          </p:nvSpPr>
          <p:spPr>
            <a:xfrm>
              <a:off x="6751400" y="4291409"/>
              <a:ext cx="194298" cy="131428"/>
            </a:xfrm>
            <a:custGeom>
              <a:rect b="b" l="l" r="r" t="t"/>
              <a:pathLst>
                <a:path extrusionOk="0" h="5013" w="7411">
                  <a:moveTo>
                    <a:pt x="3705" y="0"/>
                  </a:moveTo>
                  <a:cubicBezTo>
                    <a:pt x="1659" y="0"/>
                    <a:pt x="0" y="1659"/>
                    <a:pt x="0" y="3705"/>
                  </a:cubicBezTo>
                  <a:lnTo>
                    <a:pt x="0" y="5013"/>
                  </a:lnTo>
                  <a:lnTo>
                    <a:pt x="7410" y="5013"/>
                  </a:lnTo>
                  <a:lnTo>
                    <a:pt x="7410" y="3705"/>
                  </a:lnTo>
                  <a:cubicBezTo>
                    <a:pt x="7410" y="1659"/>
                    <a:pt x="5751" y="0"/>
                    <a:pt x="370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88"/>
            <p:cNvSpPr/>
            <p:nvPr/>
          </p:nvSpPr>
          <p:spPr>
            <a:xfrm>
              <a:off x="6748149" y="4441714"/>
              <a:ext cx="37648" cy="119657"/>
            </a:xfrm>
            <a:custGeom>
              <a:rect b="b" l="l" r="r" t="t"/>
              <a:pathLst>
                <a:path extrusionOk="0" h="4564" w="1436">
                  <a:moveTo>
                    <a:pt x="671" y="1"/>
                  </a:moveTo>
                  <a:cubicBezTo>
                    <a:pt x="338" y="145"/>
                    <a:pt x="121" y="475"/>
                    <a:pt x="128" y="837"/>
                  </a:cubicBezTo>
                  <a:cubicBezTo>
                    <a:pt x="124" y="1044"/>
                    <a:pt x="193" y="1246"/>
                    <a:pt x="323" y="1409"/>
                  </a:cubicBezTo>
                  <a:cubicBezTo>
                    <a:pt x="396" y="1504"/>
                    <a:pt x="396" y="1634"/>
                    <a:pt x="323" y="1728"/>
                  </a:cubicBezTo>
                  <a:cubicBezTo>
                    <a:pt x="55" y="2069"/>
                    <a:pt x="59" y="2550"/>
                    <a:pt x="334" y="2887"/>
                  </a:cubicBezTo>
                  <a:cubicBezTo>
                    <a:pt x="421" y="2989"/>
                    <a:pt x="421" y="3137"/>
                    <a:pt x="334" y="3238"/>
                  </a:cubicBezTo>
                  <a:cubicBezTo>
                    <a:pt x="1" y="3644"/>
                    <a:pt x="73" y="4245"/>
                    <a:pt x="494" y="4564"/>
                  </a:cubicBezTo>
                  <a:lnTo>
                    <a:pt x="1417" y="4169"/>
                  </a:lnTo>
                  <a:cubicBezTo>
                    <a:pt x="1392" y="4013"/>
                    <a:pt x="1323" y="3869"/>
                    <a:pt x="1225" y="3745"/>
                  </a:cubicBezTo>
                  <a:cubicBezTo>
                    <a:pt x="1138" y="3644"/>
                    <a:pt x="1138" y="3496"/>
                    <a:pt x="1225" y="3394"/>
                  </a:cubicBezTo>
                  <a:cubicBezTo>
                    <a:pt x="1359" y="3231"/>
                    <a:pt x="1435" y="3021"/>
                    <a:pt x="1432" y="2807"/>
                  </a:cubicBezTo>
                  <a:cubicBezTo>
                    <a:pt x="1432" y="2601"/>
                    <a:pt x="1363" y="2398"/>
                    <a:pt x="1236" y="2235"/>
                  </a:cubicBezTo>
                  <a:cubicBezTo>
                    <a:pt x="1160" y="2141"/>
                    <a:pt x="1160" y="2011"/>
                    <a:pt x="1236" y="1916"/>
                  </a:cubicBezTo>
                  <a:cubicBezTo>
                    <a:pt x="1363" y="1753"/>
                    <a:pt x="1432" y="1554"/>
                    <a:pt x="1432" y="1348"/>
                  </a:cubicBezTo>
                  <a:cubicBezTo>
                    <a:pt x="1432" y="1319"/>
                    <a:pt x="997" y="182"/>
                    <a:pt x="997" y="153"/>
                  </a:cubicBezTo>
                  <a:lnTo>
                    <a:pt x="67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88"/>
            <p:cNvSpPr/>
            <p:nvPr/>
          </p:nvSpPr>
          <p:spPr>
            <a:xfrm>
              <a:off x="6911379" y="4441714"/>
              <a:ext cx="37543" cy="119657"/>
            </a:xfrm>
            <a:custGeom>
              <a:rect b="b" l="l" r="r" t="t"/>
              <a:pathLst>
                <a:path extrusionOk="0" h="4564" w="1432">
                  <a:moveTo>
                    <a:pt x="765" y="1"/>
                  </a:moveTo>
                  <a:lnTo>
                    <a:pt x="435" y="153"/>
                  </a:lnTo>
                  <a:cubicBezTo>
                    <a:pt x="435" y="182"/>
                    <a:pt x="1" y="1319"/>
                    <a:pt x="1" y="1348"/>
                  </a:cubicBezTo>
                  <a:cubicBezTo>
                    <a:pt x="1" y="1554"/>
                    <a:pt x="70" y="1753"/>
                    <a:pt x="196" y="1916"/>
                  </a:cubicBezTo>
                  <a:cubicBezTo>
                    <a:pt x="272" y="2011"/>
                    <a:pt x="272" y="2141"/>
                    <a:pt x="196" y="2235"/>
                  </a:cubicBezTo>
                  <a:cubicBezTo>
                    <a:pt x="70" y="2398"/>
                    <a:pt x="1" y="2601"/>
                    <a:pt x="1" y="2807"/>
                  </a:cubicBezTo>
                  <a:cubicBezTo>
                    <a:pt x="1" y="3021"/>
                    <a:pt x="73" y="3228"/>
                    <a:pt x="211" y="3394"/>
                  </a:cubicBezTo>
                  <a:cubicBezTo>
                    <a:pt x="294" y="3496"/>
                    <a:pt x="294" y="3644"/>
                    <a:pt x="211" y="3745"/>
                  </a:cubicBezTo>
                  <a:cubicBezTo>
                    <a:pt x="109" y="3865"/>
                    <a:pt x="41" y="4013"/>
                    <a:pt x="15" y="4169"/>
                  </a:cubicBezTo>
                  <a:lnTo>
                    <a:pt x="942" y="4564"/>
                  </a:lnTo>
                  <a:cubicBezTo>
                    <a:pt x="1359" y="4245"/>
                    <a:pt x="1431" y="3644"/>
                    <a:pt x="1098" y="3238"/>
                  </a:cubicBezTo>
                  <a:cubicBezTo>
                    <a:pt x="1011" y="3137"/>
                    <a:pt x="1011" y="2989"/>
                    <a:pt x="1098" y="2887"/>
                  </a:cubicBezTo>
                  <a:cubicBezTo>
                    <a:pt x="1373" y="2550"/>
                    <a:pt x="1377" y="2069"/>
                    <a:pt x="1109" y="1728"/>
                  </a:cubicBezTo>
                  <a:cubicBezTo>
                    <a:pt x="1037" y="1634"/>
                    <a:pt x="1037" y="1504"/>
                    <a:pt x="1109" y="1409"/>
                  </a:cubicBezTo>
                  <a:cubicBezTo>
                    <a:pt x="1239" y="1246"/>
                    <a:pt x="1308" y="1044"/>
                    <a:pt x="1308" y="837"/>
                  </a:cubicBezTo>
                  <a:cubicBezTo>
                    <a:pt x="1312" y="475"/>
                    <a:pt x="1098" y="145"/>
                    <a:pt x="76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88"/>
            <p:cNvSpPr/>
            <p:nvPr/>
          </p:nvSpPr>
          <p:spPr>
            <a:xfrm>
              <a:off x="6717107" y="4479991"/>
              <a:ext cx="262857" cy="165721"/>
            </a:xfrm>
            <a:custGeom>
              <a:rect b="b" l="l" r="r" t="t"/>
              <a:pathLst>
                <a:path extrusionOk="0" h="6321" w="10026">
                  <a:moveTo>
                    <a:pt x="3706" y="0"/>
                  </a:moveTo>
                  <a:lnTo>
                    <a:pt x="3706" y="1782"/>
                  </a:lnTo>
                  <a:cubicBezTo>
                    <a:pt x="3706" y="2151"/>
                    <a:pt x="3474" y="2481"/>
                    <a:pt x="3123" y="2604"/>
                  </a:cubicBezTo>
                  <a:lnTo>
                    <a:pt x="874" y="3397"/>
                  </a:lnTo>
                  <a:cubicBezTo>
                    <a:pt x="352" y="3582"/>
                    <a:pt x="1" y="4075"/>
                    <a:pt x="1" y="4629"/>
                  </a:cubicBezTo>
                  <a:lnTo>
                    <a:pt x="1" y="6320"/>
                  </a:lnTo>
                  <a:lnTo>
                    <a:pt x="10026" y="6320"/>
                  </a:lnTo>
                  <a:lnTo>
                    <a:pt x="10026" y="4629"/>
                  </a:lnTo>
                  <a:cubicBezTo>
                    <a:pt x="10026" y="4075"/>
                    <a:pt x="9678" y="3582"/>
                    <a:pt x="9153" y="3397"/>
                  </a:cubicBezTo>
                  <a:lnTo>
                    <a:pt x="6904" y="2604"/>
                  </a:lnTo>
                  <a:cubicBezTo>
                    <a:pt x="6556" y="2481"/>
                    <a:pt x="6321" y="2151"/>
                    <a:pt x="6321" y="1782"/>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88"/>
            <p:cNvSpPr/>
            <p:nvPr/>
          </p:nvSpPr>
          <p:spPr>
            <a:xfrm>
              <a:off x="6717107" y="4552797"/>
              <a:ext cx="262857" cy="92915"/>
            </a:xfrm>
            <a:custGeom>
              <a:rect b="b" l="l" r="r" t="t"/>
              <a:pathLst>
                <a:path extrusionOk="0" h="3544" w="10026">
                  <a:moveTo>
                    <a:pt x="2623" y="1"/>
                  </a:moveTo>
                  <a:lnTo>
                    <a:pt x="874" y="620"/>
                  </a:lnTo>
                  <a:cubicBezTo>
                    <a:pt x="352" y="805"/>
                    <a:pt x="1" y="1298"/>
                    <a:pt x="1" y="1852"/>
                  </a:cubicBezTo>
                  <a:lnTo>
                    <a:pt x="1" y="3543"/>
                  </a:lnTo>
                  <a:lnTo>
                    <a:pt x="10026" y="3543"/>
                  </a:lnTo>
                  <a:lnTo>
                    <a:pt x="10026" y="1852"/>
                  </a:lnTo>
                  <a:cubicBezTo>
                    <a:pt x="10026" y="1298"/>
                    <a:pt x="9678" y="805"/>
                    <a:pt x="9153" y="620"/>
                  </a:cubicBezTo>
                  <a:lnTo>
                    <a:pt x="7403" y="1"/>
                  </a:lnTo>
                  <a:cubicBezTo>
                    <a:pt x="7317" y="1258"/>
                    <a:pt x="6274" y="2232"/>
                    <a:pt x="5013" y="2232"/>
                  </a:cubicBezTo>
                  <a:cubicBezTo>
                    <a:pt x="3753" y="2232"/>
                    <a:pt x="2710" y="1258"/>
                    <a:pt x="262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88"/>
            <p:cNvSpPr/>
            <p:nvPr/>
          </p:nvSpPr>
          <p:spPr>
            <a:xfrm>
              <a:off x="6814243" y="4491370"/>
              <a:ext cx="68585" cy="34345"/>
            </a:xfrm>
            <a:custGeom>
              <a:rect b="b" l="l" r="r" t="t"/>
              <a:pathLst>
                <a:path extrusionOk="0" h="1310" w="2616">
                  <a:moveTo>
                    <a:pt x="1" y="1"/>
                  </a:moveTo>
                  <a:lnTo>
                    <a:pt x="1" y="1040"/>
                  </a:lnTo>
                  <a:cubicBezTo>
                    <a:pt x="417" y="1219"/>
                    <a:pt x="863" y="1309"/>
                    <a:pt x="1308" y="1309"/>
                  </a:cubicBezTo>
                  <a:cubicBezTo>
                    <a:pt x="1754" y="1309"/>
                    <a:pt x="2199" y="1219"/>
                    <a:pt x="2616" y="1040"/>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88"/>
            <p:cNvSpPr/>
            <p:nvPr/>
          </p:nvSpPr>
          <p:spPr>
            <a:xfrm>
              <a:off x="6751400" y="4359679"/>
              <a:ext cx="194298" cy="148994"/>
            </a:xfrm>
            <a:custGeom>
              <a:rect b="b" l="l" r="r" t="t"/>
              <a:pathLst>
                <a:path extrusionOk="0" h="5683" w="7411">
                  <a:moveTo>
                    <a:pt x="3707" y="0"/>
                  </a:moveTo>
                  <a:cubicBezTo>
                    <a:pt x="3637" y="0"/>
                    <a:pt x="3568" y="33"/>
                    <a:pt x="3524" y="98"/>
                  </a:cubicBezTo>
                  <a:cubicBezTo>
                    <a:pt x="2713" y="1348"/>
                    <a:pt x="1641" y="1775"/>
                    <a:pt x="1145" y="1913"/>
                  </a:cubicBezTo>
                  <a:cubicBezTo>
                    <a:pt x="1054" y="1938"/>
                    <a:pt x="764" y="1974"/>
                    <a:pt x="764" y="1974"/>
                  </a:cubicBezTo>
                  <a:lnTo>
                    <a:pt x="547" y="1974"/>
                  </a:lnTo>
                  <a:cubicBezTo>
                    <a:pt x="246" y="1974"/>
                    <a:pt x="0" y="2217"/>
                    <a:pt x="0" y="2518"/>
                  </a:cubicBezTo>
                  <a:cubicBezTo>
                    <a:pt x="0" y="2818"/>
                    <a:pt x="246" y="3064"/>
                    <a:pt x="547" y="3064"/>
                  </a:cubicBezTo>
                  <a:lnTo>
                    <a:pt x="884" y="3064"/>
                  </a:lnTo>
                  <a:cubicBezTo>
                    <a:pt x="996" y="4538"/>
                    <a:pt x="2224" y="5683"/>
                    <a:pt x="3705" y="5683"/>
                  </a:cubicBezTo>
                  <a:cubicBezTo>
                    <a:pt x="5186" y="5683"/>
                    <a:pt x="6418" y="4538"/>
                    <a:pt x="6530" y="3064"/>
                  </a:cubicBezTo>
                  <a:lnTo>
                    <a:pt x="6867" y="3064"/>
                  </a:lnTo>
                  <a:cubicBezTo>
                    <a:pt x="7168" y="3064"/>
                    <a:pt x="7410" y="2818"/>
                    <a:pt x="7410" y="2518"/>
                  </a:cubicBezTo>
                  <a:cubicBezTo>
                    <a:pt x="7410" y="2217"/>
                    <a:pt x="7168" y="1974"/>
                    <a:pt x="6867" y="1974"/>
                  </a:cubicBezTo>
                  <a:lnTo>
                    <a:pt x="6646" y="1974"/>
                  </a:lnTo>
                  <a:cubicBezTo>
                    <a:pt x="6646" y="1974"/>
                    <a:pt x="6356" y="1938"/>
                    <a:pt x="6266" y="1913"/>
                  </a:cubicBezTo>
                  <a:cubicBezTo>
                    <a:pt x="5770" y="1779"/>
                    <a:pt x="4698" y="1348"/>
                    <a:pt x="3886" y="98"/>
                  </a:cubicBezTo>
                  <a:cubicBezTo>
                    <a:pt x="3845" y="33"/>
                    <a:pt x="3776" y="0"/>
                    <a:pt x="370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88"/>
            <p:cNvSpPr/>
            <p:nvPr/>
          </p:nvSpPr>
          <p:spPr>
            <a:xfrm>
              <a:off x="6882802" y="4519763"/>
              <a:ext cx="26" cy="210"/>
            </a:xfrm>
            <a:custGeom>
              <a:rect b="b" l="l" r="r" t="t"/>
              <a:pathLst>
                <a:path extrusionOk="0" h="8" w="1">
                  <a:moveTo>
                    <a:pt x="1" y="8"/>
                  </a:moveTo>
                  <a:lnTo>
                    <a:pt x="1" y="8"/>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88"/>
            <p:cNvSpPr/>
            <p:nvPr/>
          </p:nvSpPr>
          <p:spPr>
            <a:xfrm>
              <a:off x="6814243" y="4519763"/>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88"/>
            <p:cNvSpPr/>
            <p:nvPr/>
          </p:nvSpPr>
          <p:spPr>
            <a:xfrm>
              <a:off x="6822790" y="4449028"/>
              <a:ext cx="51491" cy="22914"/>
            </a:xfrm>
            <a:custGeom>
              <a:rect b="b" l="l" r="r" t="t"/>
              <a:pathLst>
                <a:path extrusionOk="0" h="874" w="1964">
                  <a:moveTo>
                    <a:pt x="1" y="0"/>
                  </a:moveTo>
                  <a:cubicBezTo>
                    <a:pt x="1" y="482"/>
                    <a:pt x="443" y="873"/>
                    <a:pt x="982" y="873"/>
                  </a:cubicBezTo>
                  <a:cubicBezTo>
                    <a:pt x="1525" y="873"/>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88"/>
            <p:cNvSpPr/>
            <p:nvPr/>
          </p:nvSpPr>
          <p:spPr>
            <a:xfrm>
              <a:off x="6752816" y="4552797"/>
              <a:ext cx="191440" cy="92915"/>
            </a:xfrm>
            <a:custGeom>
              <a:rect b="b" l="l" r="r" t="t"/>
              <a:pathLst>
                <a:path extrusionOk="0" h="3544" w="7302">
                  <a:moveTo>
                    <a:pt x="1261" y="1"/>
                  </a:moveTo>
                  <a:lnTo>
                    <a:pt x="0" y="446"/>
                  </a:lnTo>
                  <a:cubicBezTo>
                    <a:pt x="297" y="2236"/>
                    <a:pt x="1840" y="3543"/>
                    <a:pt x="3651" y="3543"/>
                  </a:cubicBezTo>
                  <a:cubicBezTo>
                    <a:pt x="5462" y="3543"/>
                    <a:pt x="7008" y="2236"/>
                    <a:pt x="7302" y="446"/>
                  </a:cubicBezTo>
                  <a:lnTo>
                    <a:pt x="6041" y="1"/>
                  </a:lnTo>
                  <a:cubicBezTo>
                    <a:pt x="5955" y="1258"/>
                    <a:pt x="4912" y="2232"/>
                    <a:pt x="3651" y="2232"/>
                  </a:cubicBezTo>
                  <a:cubicBezTo>
                    <a:pt x="2391" y="2232"/>
                    <a:pt x="1348" y="1258"/>
                    <a:pt x="12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88"/>
            <p:cNvSpPr/>
            <p:nvPr/>
          </p:nvSpPr>
          <p:spPr>
            <a:xfrm>
              <a:off x="6769254" y="4548917"/>
              <a:ext cx="158590" cy="79701"/>
            </a:xfrm>
            <a:custGeom>
              <a:rect b="b" l="l" r="r" t="t"/>
              <a:pathLst>
                <a:path extrusionOk="0" h="3040" w="6049">
                  <a:moveTo>
                    <a:pt x="1065" y="1"/>
                  </a:moveTo>
                  <a:lnTo>
                    <a:pt x="0" y="374"/>
                  </a:lnTo>
                  <a:cubicBezTo>
                    <a:pt x="196" y="1895"/>
                    <a:pt x="1489" y="3035"/>
                    <a:pt x="3024" y="3039"/>
                  </a:cubicBezTo>
                  <a:cubicBezTo>
                    <a:pt x="4560" y="3035"/>
                    <a:pt x="5853" y="1895"/>
                    <a:pt x="6048" y="374"/>
                  </a:cubicBezTo>
                  <a:lnTo>
                    <a:pt x="4987" y="1"/>
                  </a:lnTo>
                  <a:cubicBezTo>
                    <a:pt x="4969" y="1069"/>
                    <a:pt x="4096" y="1931"/>
                    <a:pt x="3024" y="1931"/>
                  </a:cubicBezTo>
                  <a:cubicBezTo>
                    <a:pt x="1952" y="1931"/>
                    <a:pt x="1079" y="1069"/>
                    <a:pt x="106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88"/>
            <p:cNvSpPr/>
            <p:nvPr/>
          </p:nvSpPr>
          <p:spPr>
            <a:xfrm>
              <a:off x="6750535" y="4359600"/>
              <a:ext cx="166586" cy="149046"/>
            </a:xfrm>
            <a:custGeom>
              <a:rect b="b" l="l" r="r" t="t"/>
              <a:pathLst>
                <a:path extrusionOk="0" h="5685" w="6354">
                  <a:moveTo>
                    <a:pt x="3738" y="1"/>
                  </a:moveTo>
                  <a:cubicBezTo>
                    <a:pt x="3668" y="1"/>
                    <a:pt x="3599" y="34"/>
                    <a:pt x="3557" y="101"/>
                  </a:cubicBezTo>
                  <a:cubicBezTo>
                    <a:pt x="2981" y="985"/>
                    <a:pt x="2279" y="1456"/>
                    <a:pt x="1743" y="1706"/>
                  </a:cubicBezTo>
                  <a:cubicBezTo>
                    <a:pt x="1706" y="1724"/>
                    <a:pt x="1413" y="1843"/>
                    <a:pt x="1380" y="1854"/>
                  </a:cubicBezTo>
                  <a:cubicBezTo>
                    <a:pt x="1308" y="1879"/>
                    <a:pt x="1236" y="1898"/>
                    <a:pt x="1178" y="1916"/>
                  </a:cubicBezTo>
                  <a:cubicBezTo>
                    <a:pt x="1087" y="1941"/>
                    <a:pt x="797" y="1977"/>
                    <a:pt x="797" y="1977"/>
                  </a:cubicBezTo>
                  <a:lnTo>
                    <a:pt x="609" y="1977"/>
                  </a:lnTo>
                  <a:cubicBezTo>
                    <a:pt x="326" y="1977"/>
                    <a:pt x="66" y="2184"/>
                    <a:pt x="37" y="2466"/>
                  </a:cubicBezTo>
                  <a:cubicBezTo>
                    <a:pt x="1" y="2789"/>
                    <a:pt x="254" y="3067"/>
                    <a:pt x="580" y="3067"/>
                  </a:cubicBezTo>
                  <a:lnTo>
                    <a:pt x="917" y="3067"/>
                  </a:lnTo>
                  <a:cubicBezTo>
                    <a:pt x="1022" y="4561"/>
                    <a:pt x="2267" y="5685"/>
                    <a:pt x="3713" y="5685"/>
                  </a:cubicBezTo>
                  <a:cubicBezTo>
                    <a:pt x="3865" y="5685"/>
                    <a:pt x="4020" y="5672"/>
                    <a:pt x="4176" y="5646"/>
                  </a:cubicBezTo>
                  <a:cubicBezTo>
                    <a:pt x="2927" y="5454"/>
                    <a:pt x="1956" y="4455"/>
                    <a:pt x="1801" y="3198"/>
                  </a:cubicBezTo>
                  <a:cubicBezTo>
                    <a:pt x="1797" y="3162"/>
                    <a:pt x="1793" y="3107"/>
                    <a:pt x="1790" y="3049"/>
                  </a:cubicBezTo>
                  <a:cubicBezTo>
                    <a:pt x="1768" y="2705"/>
                    <a:pt x="1949" y="2383"/>
                    <a:pt x="2253" y="2224"/>
                  </a:cubicBezTo>
                  <a:cubicBezTo>
                    <a:pt x="2876" y="1894"/>
                    <a:pt x="3390" y="1430"/>
                    <a:pt x="3738" y="1050"/>
                  </a:cubicBezTo>
                  <a:cubicBezTo>
                    <a:pt x="4166" y="1514"/>
                    <a:pt x="4832" y="2100"/>
                    <a:pt x="5650" y="2412"/>
                  </a:cubicBezTo>
                  <a:cubicBezTo>
                    <a:pt x="5713" y="2436"/>
                    <a:pt x="5776" y="2447"/>
                    <a:pt x="5837" y="2447"/>
                  </a:cubicBezTo>
                  <a:cubicBezTo>
                    <a:pt x="6111" y="2447"/>
                    <a:pt x="6353" y="2226"/>
                    <a:pt x="6353" y="1930"/>
                  </a:cubicBezTo>
                  <a:cubicBezTo>
                    <a:pt x="6331" y="1927"/>
                    <a:pt x="6313" y="1919"/>
                    <a:pt x="6299" y="1916"/>
                  </a:cubicBezTo>
                  <a:cubicBezTo>
                    <a:pt x="5803" y="1782"/>
                    <a:pt x="4734" y="1351"/>
                    <a:pt x="3919" y="101"/>
                  </a:cubicBezTo>
                  <a:cubicBezTo>
                    <a:pt x="3878" y="34"/>
                    <a:pt x="3808" y="1"/>
                    <a:pt x="373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88"/>
            <p:cNvSpPr/>
            <p:nvPr/>
          </p:nvSpPr>
          <p:spPr>
            <a:xfrm>
              <a:off x="6844760" y="4293113"/>
              <a:ext cx="100937" cy="101147"/>
            </a:xfrm>
            <a:custGeom>
              <a:rect b="b" l="l" r="r" t="t"/>
              <a:pathLst>
                <a:path extrusionOk="0" h="3858" w="3850">
                  <a:moveTo>
                    <a:pt x="829" y="1"/>
                  </a:moveTo>
                  <a:cubicBezTo>
                    <a:pt x="0" y="1803"/>
                    <a:pt x="1315" y="3858"/>
                    <a:pt x="3301" y="3858"/>
                  </a:cubicBezTo>
                  <a:cubicBezTo>
                    <a:pt x="3302" y="3858"/>
                    <a:pt x="3304" y="3858"/>
                    <a:pt x="3306" y="3858"/>
                  </a:cubicBezTo>
                  <a:cubicBezTo>
                    <a:pt x="3487" y="3858"/>
                    <a:pt x="3668" y="3840"/>
                    <a:pt x="3849" y="3803"/>
                  </a:cubicBezTo>
                  <a:lnTo>
                    <a:pt x="3849" y="3640"/>
                  </a:lnTo>
                  <a:cubicBezTo>
                    <a:pt x="3846" y="1859"/>
                    <a:pt x="2578" y="330"/>
                    <a:pt x="82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88"/>
            <p:cNvSpPr/>
            <p:nvPr/>
          </p:nvSpPr>
          <p:spPr>
            <a:xfrm>
              <a:off x="6808921" y="4412245"/>
              <a:ext cx="10671" cy="16412"/>
            </a:xfrm>
            <a:custGeom>
              <a:rect b="b" l="l" r="r" t="t"/>
              <a:pathLst>
                <a:path extrusionOk="0" h="626" w="407">
                  <a:moveTo>
                    <a:pt x="204" y="1"/>
                  </a:moveTo>
                  <a:cubicBezTo>
                    <a:pt x="102" y="1"/>
                    <a:pt x="1" y="69"/>
                    <a:pt x="1" y="205"/>
                  </a:cubicBezTo>
                  <a:lnTo>
                    <a:pt x="1" y="422"/>
                  </a:lnTo>
                  <a:cubicBezTo>
                    <a:pt x="1" y="558"/>
                    <a:pt x="102" y="626"/>
                    <a:pt x="204" y="626"/>
                  </a:cubicBezTo>
                  <a:cubicBezTo>
                    <a:pt x="305" y="626"/>
                    <a:pt x="407" y="558"/>
                    <a:pt x="407" y="422"/>
                  </a:cubicBezTo>
                  <a:lnTo>
                    <a:pt x="407" y="205"/>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88"/>
            <p:cNvSpPr/>
            <p:nvPr/>
          </p:nvSpPr>
          <p:spPr>
            <a:xfrm>
              <a:off x="6877480" y="4412271"/>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88"/>
            <p:cNvSpPr/>
            <p:nvPr/>
          </p:nvSpPr>
          <p:spPr>
            <a:xfrm>
              <a:off x="6711706" y="4286087"/>
              <a:ext cx="273580" cy="365052"/>
            </a:xfrm>
            <a:custGeom>
              <a:rect b="b" l="l" r="r" t="t"/>
              <a:pathLst>
                <a:path extrusionOk="0" h="13924" w="10435">
                  <a:moveTo>
                    <a:pt x="5219" y="406"/>
                  </a:moveTo>
                  <a:lnTo>
                    <a:pt x="5223" y="410"/>
                  </a:lnTo>
                  <a:cubicBezTo>
                    <a:pt x="7153" y="410"/>
                    <a:pt x="8721" y="1978"/>
                    <a:pt x="8721" y="3908"/>
                  </a:cubicBezTo>
                  <a:lnTo>
                    <a:pt x="8721" y="4662"/>
                  </a:lnTo>
                  <a:cubicBezTo>
                    <a:pt x="8616" y="4607"/>
                    <a:pt x="8500" y="4578"/>
                    <a:pt x="8381" y="4578"/>
                  </a:cubicBezTo>
                  <a:lnTo>
                    <a:pt x="8272" y="4578"/>
                  </a:lnTo>
                  <a:cubicBezTo>
                    <a:pt x="8069" y="4578"/>
                    <a:pt x="7867" y="4549"/>
                    <a:pt x="7671" y="4495"/>
                  </a:cubicBezTo>
                  <a:cubicBezTo>
                    <a:pt x="7649" y="4489"/>
                    <a:pt x="7629" y="4486"/>
                    <a:pt x="7609" y="4486"/>
                  </a:cubicBezTo>
                  <a:cubicBezTo>
                    <a:pt x="7395" y="4486"/>
                    <a:pt x="7323" y="4823"/>
                    <a:pt x="7562" y="4886"/>
                  </a:cubicBezTo>
                  <a:cubicBezTo>
                    <a:pt x="7794" y="4951"/>
                    <a:pt x="8033" y="4984"/>
                    <a:pt x="8272" y="4984"/>
                  </a:cubicBezTo>
                  <a:lnTo>
                    <a:pt x="8381" y="4984"/>
                  </a:lnTo>
                  <a:cubicBezTo>
                    <a:pt x="8569" y="4984"/>
                    <a:pt x="8721" y="5140"/>
                    <a:pt x="8721" y="5325"/>
                  </a:cubicBezTo>
                  <a:cubicBezTo>
                    <a:pt x="8721" y="5513"/>
                    <a:pt x="8569" y="5669"/>
                    <a:pt x="8381" y="5669"/>
                  </a:cubicBezTo>
                  <a:lnTo>
                    <a:pt x="8258" y="5669"/>
                  </a:lnTo>
                  <a:lnTo>
                    <a:pt x="8258" y="5654"/>
                  </a:lnTo>
                  <a:cubicBezTo>
                    <a:pt x="8258" y="5518"/>
                    <a:pt x="8156" y="5450"/>
                    <a:pt x="8055" y="5450"/>
                  </a:cubicBezTo>
                  <a:cubicBezTo>
                    <a:pt x="7954" y="5450"/>
                    <a:pt x="7852" y="5518"/>
                    <a:pt x="7852" y="5654"/>
                  </a:cubicBezTo>
                  <a:cubicBezTo>
                    <a:pt x="7852" y="7106"/>
                    <a:pt x="6675" y="8283"/>
                    <a:pt x="5223" y="8283"/>
                  </a:cubicBezTo>
                  <a:cubicBezTo>
                    <a:pt x="3770" y="8283"/>
                    <a:pt x="2590" y="7106"/>
                    <a:pt x="2590" y="5654"/>
                  </a:cubicBezTo>
                  <a:cubicBezTo>
                    <a:pt x="2590" y="5518"/>
                    <a:pt x="2488" y="5450"/>
                    <a:pt x="2387" y="5450"/>
                  </a:cubicBezTo>
                  <a:cubicBezTo>
                    <a:pt x="2286" y="5450"/>
                    <a:pt x="2184" y="5518"/>
                    <a:pt x="2184" y="5654"/>
                  </a:cubicBezTo>
                  <a:lnTo>
                    <a:pt x="2184" y="5669"/>
                  </a:lnTo>
                  <a:lnTo>
                    <a:pt x="2061" y="5669"/>
                  </a:lnTo>
                  <a:cubicBezTo>
                    <a:pt x="1873" y="5669"/>
                    <a:pt x="1721" y="5516"/>
                    <a:pt x="1721" y="5328"/>
                  </a:cubicBezTo>
                  <a:lnTo>
                    <a:pt x="1721" y="5325"/>
                  </a:lnTo>
                  <a:cubicBezTo>
                    <a:pt x="1724" y="5136"/>
                    <a:pt x="1873" y="4988"/>
                    <a:pt x="2061" y="4988"/>
                  </a:cubicBezTo>
                  <a:lnTo>
                    <a:pt x="2170" y="4988"/>
                  </a:lnTo>
                  <a:cubicBezTo>
                    <a:pt x="3629" y="4988"/>
                    <a:pt x="4781" y="3724"/>
                    <a:pt x="5208" y="3180"/>
                  </a:cubicBezTo>
                  <a:cubicBezTo>
                    <a:pt x="5212" y="3177"/>
                    <a:pt x="5216" y="3175"/>
                    <a:pt x="5221" y="3175"/>
                  </a:cubicBezTo>
                  <a:cubicBezTo>
                    <a:pt x="5225" y="3175"/>
                    <a:pt x="5230" y="3177"/>
                    <a:pt x="5234" y="3180"/>
                  </a:cubicBezTo>
                  <a:cubicBezTo>
                    <a:pt x="5494" y="3510"/>
                    <a:pt x="6038" y="4129"/>
                    <a:pt x="6762" y="4546"/>
                  </a:cubicBezTo>
                  <a:cubicBezTo>
                    <a:pt x="6799" y="4568"/>
                    <a:pt x="6836" y="4577"/>
                    <a:pt x="6870" y="4577"/>
                  </a:cubicBezTo>
                  <a:cubicBezTo>
                    <a:pt x="7051" y="4577"/>
                    <a:pt x="7163" y="4310"/>
                    <a:pt x="6965" y="4195"/>
                  </a:cubicBezTo>
                  <a:cubicBezTo>
                    <a:pt x="6302" y="3811"/>
                    <a:pt x="5795" y="3235"/>
                    <a:pt x="5552" y="2927"/>
                  </a:cubicBezTo>
                  <a:cubicBezTo>
                    <a:pt x="5469" y="2820"/>
                    <a:pt x="5346" y="2767"/>
                    <a:pt x="5222" y="2767"/>
                  </a:cubicBezTo>
                  <a:cubicBezTo>
                    <a:pt x="5099" y="2767"/>
                    <a:pt x="4975" y="2820"/>
                    <a:pt x="4890" y="2927"/>
                  </a:cubicBezTo>
                  <a:cubicBezTo>
                    <a:pt x="3713" y="4419"/>
                    <a:pt x="2597" y="4578"/>
                    <a:pt x="2170" y="4578"/>
                  </a:cubicBezTo>
                  <a:lnTo>
                    <a:pt x="2061" y="4578"/>
                  </a:lnTo>
                  <a:cubicBezTo>
                    <a:pt x="1941" y="4578"/>
                    <a:pt x="1826" y="4607"/>
                    <a:pt x="1721" y="4662"/>
                  </a:cubicBezTo>
                  <a:lnTo>
                    <a:pt x="1721" y="3908"/>
                  </a:lnTo>
                  <a:cubicBezTo>
                    <a:pt x="1721" y="1978"/>
                    <a:pt x="3289" y="410"/>
                    <a:pt x="5219" y="406"/>
                  </a:cubicBezTo>
                  <a:close/>
                  <a:moveTo>
                    <a:pt x="7486" y="7675"/>
                  </a:moveTo>
                  <a:cubicBezTo>
                    <a:pt x="7526" y="7787"/>
                    <a:pt x="7584" y="7889"/>
                    <a:pt x="7657" y="7979"/>
                  </a:cubicBezTo>
                  <a:cubicBezTo>
                    <a:pt x="7671" y="8001"/>
                    <a:pt x="7671" y="8026"/>
                    <a:pt x="7657" y="8048"/>
                  </a:cubicBezTo>
                  <a:cubicBezTo>
                    <a:pt x="7331" y="8465"/>
                    <a:pt x="7334" y="9051"/>
                    <a:pt x="7671" y="9461"/>
                  </a:cubicBezTo>
                  <a:cubicBezTo>
                    <a:pt x="7693" y="9489"/>
                    <a:pt x="7693" y="9526"/>
                    <a:pt x="7671" y="9551"/>
                  </a:cubicBezTo>
                  <a:cubicBezTo>
                    <a:pt x="7584" y="9660"/>
                    <a:pt x="7515" y="9779"/>
                    <a:pt x="7472" y="9910"/>
                  </a:cubicBezTo>
                  <a:lnTo>
                    <a:pt x="7179" y="9808"/>
                  </a:lnTo>
                  <a:cubicBezTo>
                    <a:pt x="6910" y="9714"/>
                    <a:pt x="6733" y="9461"/>
                    <a:pt x="6733" y="9178"/>
                  </a:cubicBezTo>
                  <a:lnTo>
                    <a:pt x="6733" y="8287"/>
                  </a:lnTo>
                  <a:cubicBezTo>
                    <a:pt x="7016" y="8124"/>
                    <a:pt x="7269" y="7918"/>
                    <a:pt x="7486" y="7675"/>
                  </a:cubicBezTo>
                  <a:close/>
                  <a:moveTo>
                    <a:pt x="2956" y="7675"/>
                  </a:moveTo>
                  <a:cubicBezTo>
                    <a:pt x="3173" y="7918"/>
                    <a:pt x="3426" y="8124"/>
                    <a:pt x="3709" y="8287"/>
                  </a:cubicBezTo>
                  <a:lnTo>
                    <a:pt x="3709" y="9178"/>
                  </a:lnTo>
                  <a:cubicBezTo>
                    <a:pt x="3709" y="9461"/>
                    <a:pt x="3528" y="9714"/>
                    <a:pt x="3263" y="9805"/>
                  </a:cubicBezTo>
                  <a:lnTo>
                    <a:pt x="3263" y="9808"/>
                  </a:lnTo>
                  <a:lnTo>
                    <a:pt x="2970" y="9913"/>
                  </a:lnTo>
                  <a:cubicBezTo>
                    <a:pt x="2923" y="9779"/>
                    <a:pt x="2858" y="9660"/>
                    <a:pt x="2771" y="9551"/>
                  </a:cubicBezTo>
                  <a:cubicBezTo>
                    <a:pt x="2746" y="9526"/>
                    <a:pt x="2746" y="9489"/>
                    <a:pt x="2771" y="9461"/>
                  </a:cubicBezTo>
                  <a:cubicBezTo>
                    <a:pt x="3108" y="9051"/>
                    <a:pt x="3111" y="8465"/>
                    <a:pt x="2785" y="8048"/>
                  </a:cubicBezTo>
                  <a:cubicBezTo>
                    <a:pt x="2771" y="8026"/>
                    <a:pt x="2771" y="8001"/>
                    <a:pt x="2785" y="7979"/>
                  </a:cubicBezTo>
                  <a:cubicBezTo>
                    <a:pt x="2858" y="7889"/>
                    <a:pt x="2916" y="7787"/>
                    <a:pt x="2956" y="7675"/>
                  </a:cubicBezTo>
                  <a:close/>
                  <a:moveTo>
                    <a:pt x="8232" y="6074"/>
                  </a:moveTo>
                  <a:cubicBezTo>
                    <a:pt x="8251" y="6096"/>
                    <a:pt x="8276" y="6114"/>
                    <a:pt x="8301" y="6125"/>
                  </a:cubicBezTo>
                  <a:cubicBezTo>
                    <a:pt x="8562" y="6237"/>
                    <a:pt x="8725" y="6494"/>
                    <a:pt x="8721" y="6777"/>
                  </a:cubicBezTo>
                  <a:cubicBezTo>
                    <a:pt x="8725" y="6936"/>
                    <a:pt x="8671" y="7092"/>
                    <a:pt x="8569" y="7219"/>
                  </a:cubicBezTo>
                  <a:cubicBezTo>
                    <a:pt x="8439" y="7389"/>
                    <a:pt x="8439" y="7624"/>
                    <a:pt x="8569" y="7791"/>
                  </a:cubicBezTo>
                  <a:cubicBezTo>
                    <a:pt x="8671" y="7918"/>
                    <a:pt x="8725" y="8077"/>
                    <a:pt x="8721" y="8236"/>
                  </a:cubicBezTo>
                  <a:cubicBezTo>
                    <a:pt x="8721" y="8403"/>
                    <a:pt x="8663" y="8566"/>
                    <a:pt x="8558" y="8693"/>
                  </a:cubicBezTo>
                  <a:cubicBezTo>
                    <a:pt x="8410" y="8870"/>
                    <a:pt x="8410" y="9127"/>
                    <a:pt x="8558" y="9305"/>
                  </a:cubicBezTo>
                  <a:cubicBezTo>
                    <a:pt x="8794" y="9595"/>
                    <a:pt x="8772" y="10015"/>
                    <a:pt x="8508" y="10275"/>
                  </a:cubicBezTo>
                  <a:lnTo>
                    <a:pt x="7859" y="10047"/>
                  </a:lnTo>
                  <a:cubicBezTo>
                    <a:pt x="7885" y="9960"/>
                    <a:pt x="7928" y="9881"/>
                    <a:pt x="7986" y="9812"/>
                  </a:cubicBezTo>
                  <a:cubicBezTo>
                    <a:pt x="8135" y="9634"/>
                    <a:pt x="8135" y="9377"/>
                    <a:pt x="7986" y="9200"/>
                  </a:cubicBezTo>
                  <a:cubicBezTo>
                    <a:pt x="7881" y="9073"/>
                    <a:pt x="7823" y="8910"/>
                    <a:pt x="7823" y="8743"/>
                  </a:cubicBezTo>
                  <a:cubicBezTo>
                    <a:pt x="7823" y="8584"/>
                    <a:pt x="7874" y="8428"/>
                    <a:pt x="7975" y="8302"/>
                  </a:cubicBezTo>
                  <a:cubicBezTo>
                    <a:pt x="8106" y="8131"/>
                    <a:pt x="8106" y="7896"/>
                    <a:pt x="7975" y="7726"/>
                  </a:cubicBezTo>
                  <a:cubicBezTo>
                    <a:pt x="7874" y="7599"/>
                    <a:pt x="7823" y="7443"/>
                    <a:pt x="7823" y="7284"/>
                  </a:cubicBezTo>
                  <a:cubicBezTo>
                    <a:pt x="7823" y="7262"/>
                    <a:pt x="7823" y="7237"/>
                    <a:pt x="7827" y="7219"/>
                  </a:cubicBezTo>
                  <a:lnTo>
                    <a:pt x="7827" y="7215"/>
                  </a:lnTo>
                  <a:cubicBezTo>
                    <a:pt x="8037" y="6867"/>
                    <a:pt x="8171" y="6480"/>
                    <a:pt x="8229" y="6074"/>
                  </a:cubicBezTo>
                  <a:close/>
                  <a:moveTo>
                    <a:pt x="2213" y="6074"/>
                  </a:moveTo>
                  <a:cubicBezTo>
                    <a:pt x="2271" y="6480"/>
                    <a:pt x="2409" y="6867"/>
                    <a:pt x="2619" y="7215"/>
                  </a:cubicBezTo>
                  <a:lnTo>
                    <a:pt x="2619" y="7219"/>
                  </a:lnTo>
                  <a:cubicBezTo>
                    <a:pt x="2619" y="7240"/>
                    <a:pt x="2619" y="7262"/>
                    <a:pt x="2619" y="7284"/>
                  </a:cubicBezTo>
                  <a:cubicBezTo>
                    <a:pt x="2622" y="7443"/>
                    <a:pt x="2568" y="7603"/>
                    <a:pt x="2467" y="7726"/>
                  </a:cubicBezTo>
                  <a:cubicBezTo>
                    <a:pt x="2336" y="7896"/>
                    <a:pt x="2336" y="8131"/>
                    <a:pt x="2467" y="8302"/>
                  </a:cubicBezTo>
                  <a:cubicBezTo>
                    <a:pt x="2568" y="8428"/>
                    <a:pt x="2622" y="8584"/>
                    <a:pt x="2619" y="8743"/>
                  </a:cubicBezTo>
                  <a:cubicBezTo>
                    <a:pt x="2619" y="8910"/>
                    <a:pt x="2564" y="9073"/>
                    <a:pt x="2456" y="9200"/>
                  </a:cubicBezTo>
                  <a:cubicBezTo>
                    <a:pt x="2307" y="9377"/>
                    <a:pt x="2307" y="9638"/>
                    <a:pt x="2456" y="9812"/>
                  </a:cubicBezTo>
                  <a:cubicBezTo>
                    <a:pt x="2514" y="9884"/>
                    <a:pt x="2557" y="9960"/>
                    <a:pt x="2586" y="10047"/>
                  </a:cubicBezTo>
                  <a:lnTo>
                    <a:pt x="1934" y="10279"/>
                  </a:lnTo>
                  <a:cubicBezTo>
                    <a:pt x="1797" y="10141"/>
                    <a:pt x="1717" y="9957"/>
                    <a:pt x="1717" y="9761"/>
                  </a:cubicBezTo>
                  <a:lnTo>
                    <a:pt x="1721" y="9761"/>
                  </a:lnTo>
                  <a:cubicBezTo>
                    <a:pt x="1721" y="9595"/>
                    <a:pt x="1779" y="9435"/>
                    <a:pt x="1884" y="9305"/>
                  </a:cubicBezTo>
                  <a:cubicBezTo>
                    <a:pt x="2032" y="9127"/>
                    <a:pt x="2032" y="8870"/>
                    <a:pt x="1884" y="8693"/>
                  </a:cubicBezTo>
                  <a:cubicBezTo>
                    <a:pt x="1779" y="8566"/>
                    <a:pt x="1721" y="8403"/>
                    <a:pt x="1721" y="8236"/>
                  </a:cubicBezTo>
                  <a:cubicBezTo>
                    <a:pt x="1721" y="8077"/>
                    <a:pt x="1771" y="7918"/>
                    <a:pt x="1873" y="7791"/>
                  </a:cubicBezTo>
                  <a:cubicBezTo>
                    <a:pt x="2003" y="7624"/>
                    <a:pt x="2003" y="7389"/>
                    <a:pt x="1873" y="7219"/>
                  </a:cubicBezTo>
                  <a:cubicBezTo>
                    <a:pt x="1771" y="7092"/>
                    <a:pt x="1721" y="6936"/>
                    <a:pt x="1721" y="6777"/>
                  </a:cubicBezTo>
                  <a:cubicBezTo>
                    <a:pt x="1717" y="6494"/>
                    <a:pt x="1884" y="6237"/>
                    <a:pt x="2141" y="6125"/>
                  </a:cubicBezTo>
                  <a:cubicBezTo>
                    <a:pt x="2166" y="6114"/>
                    <a:pt x="2191" y="6096"/>
                    <a:pt x="2210" y="6074"/>
                  </a:cubicBezTo>
                  <a:close/>
                  <a:moveTo>
                    <a:pt x="6324" y="8483"/>
                  </a:moveTo>
                  <a:lnTo>
                    <a:pt x="6324" y="9178"/>
                  </a:lnTo>
                  <a:cubicBezTo>
                    <a:pt x="6324" y="9605"/>
                    <a:pt x="6577" y="9993"/>
                    <a:pt x="6968" y="10163"/>
                  </a:cubicBezTo>
                  <a:cubicBezTo>
                    <a:pt x="6943" y="10482"/>
                    <a:pt x="6827" y="10790"/>
                    <a:pt x="6639" y="11047"/>
                  </a:cubicBezTo>
                  <a:cubicBezTo>
                    <a:pt x="6524" y="11206"/>
                    <a:pt x="6662" y="11375"/>
                    <a:pt x="6808" y="11375"/>
                  </a:cubicBezTo>
                  <a:cubicBezTo>
                    <a:pt x="6865" y="11375"/>
                    <a:pt x="6923" y="11350"/>
                    <a:pt x="6968" y="11289"/>
                  </a:cubicBezTo>
                  <a:cubicBezTo>
                    <a:pt x="7179" y="11000"/>
                    <a:pt x="7316" y="10663"/>
                    <a:pt x="7363" y="10304"/>
                  </a:cubicBezTo>
                  <a:lnTo>
                    <a:pt x="8019" y="10536"/>
                  </a:lnTo>
                  <a:cubicBezTo>
                    <a:pt x="7899" y="11166"/>
                    <a:pt x="7573" y="11735"/>
                    <a:pt x="7092" y="12155"/>
                  </a:cubicBezTo>
                  <a:lnTo>
                    <a:pt x="7095" y="12159"/>
                  </a:lnTo>
                  <a:cubicBezTo>
                    <a:pt x="6567" y="12617"/>
                    <a:pt x="5901" y="12860"/>
                    <a:pt x="5223" y="12860"/>
                  </a:cubicBezTo>
                  <a:cubicBezTo>
                    <a:pt x="4909" y="12860"/>
                    <a:pt x="4594" y="12808"/>
                    <a:pt x="4288" y="12702"/>
                  </a:cubicBezTo>
                  <a:cubicBezTo>
                    <a:pt x="3325" y="12369"/>
                    <a:pt x="2612" y="11543"/>
                    <a:pt x="2423" y="10536"/>
                  </a:cubicBezTo>
                  <a:lnTo>
                    <a:pt x="3075" y="10308"/>
                  </a:lnTo>
                  <a:cubicBezTo>
                    <a:pt x="3232" y="11432"/>
                    <a:pt x="4196" y="12178"/>
                    <a:pt x="5227" y="12178"/>
                  </a:cubicBezTo>
                  <a:cubicBezTo>
                    <a:pt x="5578" y="12178"/>
                    <a:pt x="5936" y="12092"/>
                    <a:pt x="6273" y="11905"/>
                  </a:cubicBezTo>
                  <a:cubicBezTo>
                    <a:pt x="6476" y="11791"/>
                    <a:pt x="6363" y="11518"/>
                    <a:pt x="6178" y="11518"/>
                  </a:cubicBezTo>
                  <a:cubicBezTo>
                    <a:pt x="6145" y="11518"/>
                    <a:pt x="6110" y="11527"/>
                    <a:pt x="6074" y="11547"/>
                  </a:cubicBezTo>
                  <a:cubicBezTo>
                    <a:pt x="5799" y="11700"/>
                    <a:pt x="5507" y="11771"/>
                    <a:pt x="5221" y="11771"/>
                  </a:cubicBezTo>
                  <a:cubicBezTo>
                    <a:pt x="4355" y="11771"/>
                    <a:pt x="3551" y="11120"/>
                    <a:pt x="3466" y="10163"/>
                  </a:cubicBezTo>
                  <a:cubicBezTo>
                    <a:pt x="3861" y="9993"/>
                    <a:pt x="4115" y="9605"/>
                    <a:pt x="4115" y="9178"/>
                  </a:cubicBezTo>
                  <a:lnTo>
                    <a:pt x="4115" y="8483"/>
                  </a:lnTo>
                  <a:cubicBezTo>
                    <a:pt x="4469" y="8620"/>
                    <a:pt x="4844" y="8689"/>
                    <a:pt x="5219" y="8689"/>
                  </a:cubicBezTo>
                  <a:cubicBezTo>
                    <a:pt x="5594" y="8689"/>
                    <a:pt x="5969" y="8620"/>
                    <a:pt x="6324" y="8483"/>
                  </a:cubicBezTo>
                  <a:close/>
                  <a:moveTo>
                    <a:pt x="5219" y="1"/>
                  </a:moveTo>
                  <a:cubicBezTo>
                    <a:pt x="3061" y="1"/>
                    <a:pt x="1311" y="1750"/>
                    <a:pt x="1311" y="3908"/>
                  </a:cubicBezTo>
                  <a:lnTo>
                    <a:pt x="1311" y="5317"/>
                  </a:lnTo>
                  <a:lnTo>
                    <a:pt x="1311" y="5325"/>
                  </a:lnTo>
                  <a:cubicBezTo>
                    <a:pt x="1308" y="5582"/>
                    <a:pt x="1442" y="5821"/>
                    <a:pt x="1659" y="5958"/>
                  </a:cubicBezTo>
                  <a:cubicBezTo>
                    <a:pt x="1239" y="6360"/>
                    <a:pt x="1192" y="7016"/>
                    <a:pt x="1550" y="7472"/>
                  </a:cubicBezTo>
                  <a:cubicBezTo>
                    <a:pt x="1565" y="7494"/>
                    <a:pt x="1565" y="7519"/>
                    <a:pt x="1550" y="7541"/>
                  </a:cubicBezTo>
                  <a:cubicBezTo>
                    <a:pt x="1224" y="7958"/>
                    <a:pt x="1232" y="8544"/>
                    <a:pt x="1568" y="8953"/>
                  </a:cubicBezTo>
                  <a:cubicBezTo>
                    <a:pt x="1590" y="8979"/>
                    <a:pt x="1590" y="9019"/>
                    <a:pt x="1568" y="9044"/>
                  </a:cubicBezTo>
                  <a:cubicBezTo>
                    <a:pt x="1243" y="9439"/>
                    <a:pt x="1224" y="10004"/>
                    <a:pt x="1521" y="10420"/>
                  </a:cubicBezTo>
                  <a:lnTo>
                    <a:pt x="1011" y="10601"/>
                  </a:lnTo>
                  <a:cubicBezTo>
                    <a:pt x="406" y="10815"/>
                    <a:pt x="4" y="11387"/>
                    <a:pt x="0" y="12028"/>
                  </a:cubicBezTo>
                  <a:lnTo>
                    <a:pt x="0" y="13720"/>
                  </a:lnTo>
                  <a:cubicBezTo>
                    <a:pt x="0" y="13855"/>
                    <a:pt x="103" y="13923"/>
                    <a:pt x="205" y="13923"/>
                  </a:cubicBezTo>
                  <a:cubicBezTo>
                    <a:pt x="307" y="13923"/>
                    <a:pt x="410" y="13855"/>
                    <a:pt x="410" y="13720"/>
                  </a:cubicBezTo>
                  <a:lnTo>
                    <a:pt x="410" y="12028"/>
                  </a:lnTo>
                  <a:cubicBezTo>
                    <a:pt x="410" y="11561"/>
                    <a:pt x="703" y="11145"/>
                    <a:pt x="1145" y="10985"/>
                  </a:cubicBezTo>
                  <a:lnTo>
                    <a:pt x="2032" y="10674"/>
                  </a:lnTo>
                  <a:cubicBezTo>
                    <a:pt x="2344" y="12184"/>
                    <a:pt x="3676" y="13267"/>
                    <a:pt x="5219" y="13267"/>
                  </a:cubicBezTo>
                  <a:cubicBezTo>
                    <a:pt x="6762" y="13267"/>
                    <a:pt x="8091" y="12184"/>
                    <a:pt x="8406" y="10674"/>
                  </a:cubicBezTo>
                  <a:lnTo>
                    <a:pt x="9290" y="10985"/>
                  </a:lnTo>
                  <a:cubicBezTo>
                    <a:pt x="9732" y="11145"/>
                    <a:pt x="10029" y="11561"/>
                    <a:pt x="10029" y="12028"/>
                  </a:cubicBezTo>
                  <a:lnTo>
                    <a:pt x="10029" y="13720"/>
                  </a:lnTo>
                  <a:cubicBezTo>
                    <a:pt x="10029" y="13855"/>
                    <a:pt x="10130" y="13923"/>
                    <a:pt x="10232" y="13923"/>
                  </a:cubicBezTo>
                  <a:cubicBezTo>
                    <a:pt x="10333" y="13923"/>
                    <a:pt x="10434" y="13855"/>
                    <a:pt x="10434" y="13720"/>
                  </a:cubicBezTo>
                  <a:lnTo>
                    <a:pt x="10434" y="12028"/>
                  </a:lnTo>
                  <a:cubicBezTo>
                    <a:pt x="10434" y="11387"/>
                    <a:pt x="10032" y="10815"/>
                    <a:pt x="9428" y="10601"/>
                  </a:cubicBezTo>
                  <a:lnTo>
                    <a:pt x="8917" y="10420"/>
                  </a:lnTo>
                  <a:cubicBezTo>
                    <a:pt x="9214" y="10004"/>
                    <a:pt x="9196" y="9439"/>
                    <a:pt x="8870" y="9044"/>
                  </a:cubicBezTo>
                  <a:cubicBezTo>
                    <a:pt x="8848" y="9019"/>
                    <a:pt x="8848" y="8979"/>
                    <a:pt x="8870" y="8953"/>
                  </a:cubicBezTo>
                  <a:cubicBezTo>
                    <a:pt x="9207" y="8544"/>
                    <a:pt x="9214" y="7954"/>
                    <a:pt x="8888" y="7537"/>
                  </a:cubicBezTo>
                  <a:cubicBezTo>
                    <a:pt x="8873" y="7519"/>
                    <a:pt x="8873" y="7490"/>
                    <a:pt x="8888" y="7472"/>
                  </a:cubicBezTo>
                  <a:cubicBezTo>
                    <a:pt x="9247" y="7012"/>
                    <a:pt x="9199" y="6360"/>
                    <a:pt x="8779" y="5958"/>
                  </a:cubicBezTo>
                  <a:cubicBezTo>
                    <a:pt x="8993" y="5821"/>
                    <a:pt x="9123" y="5585"/>
                    <a:pt x="9127" y="5335"/>
                  </a:cubicBezTo>
                  <a:lnTo>
                    <a:pt x="9127" y="5325"/>
                  </a:lnTo>
                  <a:lnTo>
                    <a:pt x="9127" y="3908"/>
                  </a:lnTo>
                  <a:cubicBezTo>
                    <a:pt x="9127" y="1750"/>
                    <a:pt x="7378"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88"/>
            <p:cNvSpPr/>
            <p:nvPr/>
          </p:nvSpPr>
          <p:spPr>
            <a:xfrm>
              <a:off x="6817468" y="4443706"/>
              <a:ext cx="62135" cy="33558"/>
            </a:xfrm>
            <a:custGeom>
              <a:rect b="b" l="l" r="r" t="t"/>
              <a:pathLst>
                <a:path extrusionOk="0" h="1280" w="2370">
                  <a:moveTo>
                    <a:pt x="1928" y="406"/>
                  </a:moveTo>
                  <a:cubicBezTo>
                    <a:pt x="1826" y="678"/>
                    <a:pt x="1529" y="870"/>
                    <a:pt x="1185" y="870"/>
                  </a:cubicBezTo>
                  <a:cubicBezTo>
                    <a:pt x="841" y="870"/>
                    <a:pt x="548" y="678"/>
                    <a:pt x="446" y="406"/>
                  </a:cubicBezTo>
                  <a:close/>
                  <a:moveTo>
                    <a:pt x="204" y="1"/>
                  </a:moveTo>
                  <a:cubicBezTo>
                    <a:pt x="91" y="1"/>
                    <a:pt x="1" y="91"/>
                    <a:pt x="1" y="203"/>
                  </a:cubicBezTo>
                  <a:cubicBezTo>
                    <a:pt x="1" y="797"/>
                    <a:pt x="533" y="1279"/>
                    <a:pt x="1185" y="1279"/>
                  </a:cubicBezTo>
                  <a:cubicBezTo>
                    <a:pt x="1841" y="1279"/>
                    <a:pt x="2369" y="797"/>
                    <a:pt x="2369" y="203"/>
                  </a:cubicBezTo>
                  <a:cubicBezTo>
                    <a:pt x="2369" y="91"/>
                    <a:pt x="2279"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1" name="Google Shape;18531;p88"/>
          <p:cNvGrpSpPr/>
          <p:nvPr/>
        </p:nvGrpSpPr>
        <p:grpSpPr>
          <a:xfrm>
            <a:off x="8058499" y="4286087"/>
            <a:ext cx="280606" cy="365052"/>
            <a:chOff x="8058499" y="4286087"/>
            <a:chExt cx="280606" cy="365052"/>
          </a:xfrm>
        </p:grpSpPr>
        <p:sp>
          <p:nvSpPr>
            <p:cNvPr id="18532" name="Google Shape;18532;p88"/>
            <p:cNvSpPr/>
            <p:nvPr/>
          </p:nvSpPr>
          <p:spPr>
            <a:xfrm>
              <a:off x="8075016" y="4291409"/>
              <a:ext cx="247493" cy="196867"/>
            </a:xfrm>
            <a:custGeom>
              <a:rect b="b" l="l" r="r" t="t"/>
              <a:pathLst>
                <a:path extrusionOk="0" h="7509" w="9440">
                  <a:moveTo>
                    <a:pt x="3757" y="0"/>
                  </a:moveTo>
                  <a:cubicBezTo>
                    <a:pt x="1681" y="0"/>
                    <a:pt x="1" y="1681"/>
                    <a:pt x="1" y="3756"/>
                  </a:cubicBezTo>
                  <a:cubicBezTo>
                    <a:pt x="1" y="5828"/>
                    <a:pt x="1681" y="7508"/>
                    <a:pt x="3757" y="7508"/>
                  </a:cubicBezTo>
                  <a:lnTo>
                    <a:pt x="5687" y="7508"/>
                  </a:lnTo>
                  <a:cubicBezTo>
                    <a:pt x="7759" y="7508"/>
                    <a:pt x="9439" y="5828"/>
                    <a:pt x="9439" y="3756"/>
                  </a:cubicBezTo>
                  <a:cubicBezTo>
                    <a:pt x="9439" y="1681"/>
                    <a:pt x="7759" y="0"/>
                    <a:pt x="5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88"/>
            <p:cNvSpPr/>
            <p:nvPr/>
          </p:nvSpPr>
          <p:spPr>
            <a:xfrm>
              <a:off x="8063822" y="4493834"/>
              <a:ext cx="269988" cy="151878"/>
            </a:xfrm>
            <a:custGeom>
              <a:rect b="b" l="l" r="r" t="t"/>
              <a:pathLst>
                <a:path extrusionOk="0" h="5793" w="10298">
                  <a:moveTo>
                    <a:pt x="3648" y="1"/>
                  </a:moveTo>
                  <a:lnTo>
                    <a:pt x="3648" y="1022"/>
                  </a:lnTo>
                  <a:cubicBezTo>
                    <a:pt x="3648" y="1308"/>
                    <a:pt x="3459" y="1558"/>
                    <a:pt x="3184" y="1638"/>
                  </a:cubicBezTo>
                  <a:lnTo>
                    <a:pt x="1080" y="2261"/>
                  </a:lnTo>
                  <a:cubicBezTo>
                    <a:pt x="439" y="2446"/>
                    <a:pt x="1" y="3032"/>
                    <a:pt x="1" y="3699"/>
                  </a:cubicBezTo>
                  <a:lnTo>
                    <a:pt x="1" y="5792"/>
                  </a:lnTo>
                  <a:lnTo>
                    <a:pt x="10297" y="5792"/>
                  </a:lnTo>
                  <a:lnTo>
                    <a:pt x="10297" y="3699"/>
                  </a:lnTo>
                  <a:cubicBezTo>
                    <a:pt x="10297" y="3032"/>
                    <a:pt x="9855" y="2446"/>
                    <a:pt x="9218" y="2261"/>
                  </a:cubicBezTo>
                  <a:lnTo>
                    <a:pt x="7114" y="1638"/>
                  </a:lnTo>
                  <a:cubicBezTo>
                    <a:pt x="6838" y="1558"/>
                    <a:pt x="6650" y="1308"/>
                    <a:pt x="6650" y="1022"/>
                  </a:cubicBezTo>
                  <a:lnTo>
                    <a:pt x="6650"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88"/>
            <p:cNvSpPr/>
            <p:nvPr/>
          </p:nvSpPr>
          <p:spPr>
            <a:xfrm>
              <a:off x="8159437" y="4493834"/>
              <a:ext cx="78731" cy="28158"/>
            </a:xfrm>
            <a:custGeom>
              <a:rect b="b" l="l" r="r" t="t"/>
              <a:pathLst>
                <a:path extrusionOk="0" h="1074" w="3003">
                  <a:moveTo>
                    <a:pt x="1" y="1"/>
                  </a:moveTo>
                  <a:lnTo>
                    <a:pt x="1" y="696"/>
                  </a:lnTo>
                  <a:cubicBezTo>
                    <a:pt x="468" y="948"/>
                    <a:pt x="984" y="1074"/>
                    <a:pt x="1500" y="1074"/>
                  </a:cubicBezTo>
                  <a:cubicBezTo>
                    <a:pt x="2017" y="1074"/>
                    <a:pt x="2534" y="948"/>
                    <a:pt x="3003" y="696"/>
                  </a:cubicBezTo>
                  <a:lnTo>
                    <a:pt x="300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88"/>
            <p:cNvSpPr/>
            <p:nvPr/>
          </p:nvSpPr>
          <p:spPr>
            <a:xfrm>
              <a:off x="8103122" y="4358919"/>
              <a:ext cx="191283" cy="146241"/>
            </a:xfrm>
            <a:custGeom>
              <a:rect b="b" l="l" r="r" t="t"/>
              <a:pathLst>
                <a:path extrusionOk="0" h="5578" w="7296">
                  <a:moveTo>
                    <a:pt x="1718" y="0"/>
                  </a:moveTo>
                  <a:cubicBezTo>
                    <a:pt x="1479" y="0"/>
                    <a:pt x="1287" y="192"/>
                    <a:pt x="1287" y="428"/>
                  </a:cubicBezTo>
                  <a:lnTo>
                    <a:pt x="1287" y="1500"/>
                  </a:lnTo>
                  <a:cubicBezTo>
                    <a:pt x="1287" y="1739"/>
                    <a:pt x="1095" y="1931"/>
                    <a:pt x="859" y="1931"/>
                  </a:cubicBezTo>
                  <a:lnTo>
                    <a:pt x="537" y="1931"/>
                  </a:lnTo>
                  <a:cubicBezTo>
                    <a:pt x="240" y="1931"/>
                    <a:pt x="1" y="2170"/>
                    <a:pt x="1" y="2467"/>
                  </a:cubicBezTo>
                  <a:cubicBezTo>
                    <a:pt x="1" y="2764"/>
                    <a:pt x="240" y="3003"/>
                    <a:pt x="537" y="3003"/>
                  </a:cubicBezTo>
                  <a:lnTo>
                    <a:pt x="874" y="3003"/>
                  </a:lnTo>
                  <a:cubicBezTo>
                    <a:pt x="982" y="4455"/>
                    <a:pt x="2192" y="5578"/>
                    <a:pt x="3648" y="5578"/>
                  </a:cubicBezTo>
                  <a:cubicBezTo>
                    <a:pt x="5108" y="5578"/>
                    <a:pt x="6317" y="4455"/>
                    <a:pt x="6426" y="3003"/>
                  </a:cubicBezTo>
                  <a:lnTo>
                    <a:pt x="6759" y="3003"/>
                  </a:lnTo>
                  <a:cubicBezTo>
                    <a:pt x="7052" y="3003"/>
                    <a:pt x="7295" y="2764"/>
                    <a:pt x="7295" y="2467"/>
                  </a:cubicBezTo>
                  <a:cubicBezTo>
                    <a:pt x="7295" y="2170"/>
                    <a:pt x="7052" y="1931"/>
                    <a:pt x="6759" y="1931"/>
                  </a:cubicBezTo>
                  <a:lnTo>
                    <a:pt x="6437" y="1931"/>
                  </a:lnTo>
                  <a:cubicBezTo>
                    <a:pt x="6198" y="1931"/>
                    <a:pt x="6006" y="1739"/>
                    <a:pt x="6006" y="1500"/>
                  </a:cubicBezTo>
                  <a:lnTo>
                    <a:pt x="6006" y="428"/>
                  </a:lnTo>
                  <a:cubicBezTo>
                    <a:pt x="6006" y="192"/>
                    <a:pt x="5814" y="0"/>
                    <a:pt x="5578"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88"/>
            <p:cNvSpPr/>
            <p:nvPr/>
          </p:nvSpPr>
          <p:spPr>
            <a:xfrm>
              <a:off x="8103122" y="4358814"/>
              <a:ext cx="146346" cy="146346"/>
            </a:xfrm>
            <a:custGeom>
              <a:rect b="b" l="l" r="r" t="t"/>
              <a:pathLst>
                <a:path extrusionOk="0" h="5582" w="5582">
                  <a:moveTo>
                    <a:pt x="5582" y="1"/>
                  </a:moveTo>
                  <a:lnTo>
                    <a:pt x="1718" y="4"/>
                  </a:lnTo>
                  <a:cubicBezTo>
                    <a:pt x="1482" y="4"/>
                    <a:pt x="1290" y="196"/>
                    <a:pt x="1290" y="432"/>
                  </a:cubicBezTo>
                  <a:lnTo>
                    <a:pt x="1290" y="1504"/>
                  </a:lnTo>
                  <a:cubicBezTo>
                    <a:pt x="1290" y="1743"/>
                    <a:pt x="1098" y="1935"/>
                    <a:pt x="859" y="1935"/>
                  </a:cubicBezTo>
                  <a:lnTo>
                    <a:pt x="541" y="1935"/>
                  </a:lnTo>
                  <a:cubicBezTo>
                    <a:pt x="244" y="1935"/>
                    <a:pt x="1" y="2174"/>
                    <a:pt x="1" y="2471"/>
                  </a:cubicBezTo>
                  <a:cubicBezTo>
                    <a:pt x="1" y="2768"/>
                    <a:pt x="244" y="3007"/>
                    <a:pt x="541" y="3007"/>
                  </a:cubicBezTo>
                  <a:lnTo>
                    <a:pt x="874" y="3007"/>
                  </a:lnTo>
                  <a:cubicBezTo>
                    <a:pt x="975" y="4480"/>
                    <a:pt x="2204" y="5582"/>
                    <a:pt x="3630" y="5582"/>
                  </a:cubicBezTo>
                  <a:cubicBezTo>
                    <a:pt x="3778" y="5582"/>
                    <a:pt x="3928" y="5570"/>
                    <a:pt x="4079" y="5546"/>
                  </a:cubicBezTo>
                  <a:cubicBezTo>
                    <a:pt x="2721" y="5336"/>
                    <a:pt x="1721" y="4166"/>
                    <a:pt x="1718" y="2793"/>
                  </a:cubicBezTo>
                  <a:lnTo>
                    <a:pt x="1718" y="1507"/>
                  </a:lnTo>
                  <a:cubicBezTo>
                    <a:pt x="1718" y="1029"/>
                    <a:pt x="2105" y="646"/>
                    <a:pt x="2580" y="646"/>
                  </a:cubicBezTo>
                  <a:lnTo>
                    <a:pt x="5155" y="646"/>
                  </a:lnTo>
                  <a:cubicBezTo>
                    <a:pt x="5390" y="646"/>
                    <a:pt x="5582" y="454"/>
                    <a:pt x="5582" y="218"/>
                  </a:cubicBezTo>
                  <a:lnTo>
                    <a:pt x="55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88"/>
            <p:cNvSpPr/>
            <p:nvPr/>
          </p:nvSpPr>
          <p:spPr>
            <a:xfrm>
              <a:off x="8238168" y="4521939"/>
              <a:ext cx="95641" cy="123773"/>
            </a:xfrm>
            <a:custGeom>
              <a:rect b="b" l="l" r="r" t="t"/>
              <a:pathLst>
                <a:path extrusionOk="0" h="4721" w="3648">
                  <a:moveTo>
                    <a:pt x="0" y="1"/>
                  </a:moveTo>
                  <a:lnTo>
                    <a:pt x="0" y="4720"/>
                  </a:lnTo>
                  <a:lnTo>
                    <a:pt x="3647" y="4720"/>
                  </a:lnTo>
                  <a:lnTo>
                    <a:pt x="3647" y="2627"/>
                  </a:lnTo>
                  <a:cubicBezTo>
                    <a:pt x="3647" y="1960"/>
                    <a:pt x="3209" y="1374"/>
                    <a:pt x="2568" y="1185"/>
                  </a:cubicBezTo>
                  <a:lnTo>
                    <a:pt x="464" y="566"/>
                  </a:lnTo>
                  <a:cubicBezTo>
                    <a:pt x="206" y="490"/>
                    <a:pt x="25" y="265"/>
                    <a:pt x="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88"/>
            <p:cNvSpPr/>
            <p:nvPr/>
          </p:nvSpPr>
          <p:spPr>
            <a:xfrm>
              <a:off x="8238168" y="4520628"/>
              <a:ext cx="44360" cy="125084"/>
            </a:xfrm>
            <a:custGeom>
              <a:rect b="b" l="l" r="r" t="t"/>
              <a:pathLst>
                <a:path extrusionOk="0" h="4771" w="1692">
                  <a:moveTo>
                    <a:pt x="0" y="0"/>
                  </a:moveTo>
                  <a:lnTo>
                    <a:pt x="0" y="4770"/>
                  </a:lnTo>
                  <a:lnTo>
                    <a:pt x="1286" y="4770"/>
                  </a:lnTo>
                  <a:lnTo>
                    <a:pt x="1655" y="3111"/>
                  </a:lnTo>
                  <a:cubicBezTo>
                    <a:pt x="1691" y="2945"/>
                    <a:pt x="1630" y="2774"/>
                    <a:pt x="1496" y="2673"/>
                  </a:cubicBezTo>
                  <a:lnTo>
                    <a:pt x="1061" y="2351"/>
                  </a:lnTo>
                  <a:cubicBezTo>
                    <a:pt x="934" y="2257"/>
                    <a:pt x="873" y="2101"/>
                    <a:pt x="895" y="1945"/>
                  </a:cubicBezTo>
                  <a:lnTo>
                    <a:pt x="1047" y="877"/>
                  </a:lnTo>
                  <a:cubicBezTo>
                    <a:pt x="1065" y="754"/>
                    <a:pt x="1029" y="630"/>
                    <a:pt x="945" y="536"/>
                  </a:cubicBezTo>
                  <a:cubicBezTo>
                    <a:pt x="771" y="341"/>
                    <a:pt x="435" y="36"/>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88"/>
            <p:cNvSpPr/>
            <p:nvPr/>
          </p:nvSpPr>
          <p:spPr>
            <a:xfrm>
              <a:off x="8063822" y="4521939"/>
              <a:ext cx="95641" cy="123773"/>
            </a:xfrm>
            <a:custGeom>
              <a:rect b="b" l="l" r="r" t="t"/>
              <a:pathLst>
                <a:path extrusionOk="0" h="4721" w="3648">
                  <a:moveTo>
                    <a:pt x="3644" y="1"/>
                  </a:moveTo>
                  <a:cubicBezTo>
                    <a:pt x="3622" y="265"/>
                    <a:pt x="3438" y="490"/>
                    <a:pt x="3184" y="566"/>
                  </a:cubicBezTo>
                  <a:lnTo>
                    <a:pt x="1080" y="1185"/>
                  </a:lnTo>
                  <a:cubicBezTo>
                    <a:pt x="439" y="1374"/>
                    <a:pt x="1" y="1960"/>
                    <a:pt x="1" y="2627"/>
                  </a:cubicBezTo>
                  <a:lnTo>
                    <a:pt x="1" y="4720"/>
                  </a:lnTo>
                  <a:lnTo>
                    <a:pt x="3648" y="4720"/>
                  </a:lnTo>
                  <a:lnTo>
                    <a:pt x="364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88"/>
            <p:cNvSpPr/>
            <p:nvPr/>
          </p:nvSpPr>
          <p:spPr>
            <a:xfrm>
              <a:off x="8114998" y="4520628"/>
              <a:ext cx="44465" cy="125084"/>
            </a:xfrm>
            <a:custGeom>
              <a:rect b="b" l="l" r="r" t="t"/>
              <a:pathLst>
                <a:path extrusionOk="0" h="4771" w="1696">
                  <a:moveTo>
                    <a:pt x="1696" y="0"/>
                  </a:moveTo>
                  <a:cubicBezTo>
                    <a:pt x="1257" y="36"/>
                    <a:pt x="921" y="341"/>
                    <a:pt x="750" y="536"/>
                  </a:cubicBezTo>
                  <a:cubicBezTo>
                    <a:pt x="667" y="630"/>
                    <a:pt x="631" y="754"/>
                    <a:pt x="649" y="877"/>
                  </a:cubicBezTo>
                  <a:lnTo>
                    <a:pt x="801" y="1945"/>
                  </a:lnTo>
                  <a:cubicBezTo>
                    <a:pt x="823" y="2101"/>
                    <a:pt x="758" y="2257"/>
                    <a:pt x="634" y="2351"/>
                  </a:cubicBezTo>
                  <a:lnTo>
                    <a:pt x="200" y="2673"/>
                  </a:lnTo>
                  <a:cubicBezTo>
                    <a:pt x="66" y="2774"/>
                    <a:pt x="1" y="2945"/>
                    <a:pt x="40" y="3111"/>
                  </a:cubicBezTo>
                  <a:lnTo>
                    <a:pt x="406" y="4770"/>
                  </a:lnTo>
                  <a:lnTo>
                    <a:pt x="1696" y="4770"/>
                  </a:lnTo>
                  <a:lnTo>
                    <a:pt x="16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88"/>
            <p:cNvSpPr/>
            <p:nvPr/>
          </p:nvSpPr>
          <p:spPr>
            <a:xfrm>
              <a:off x="8159437" y="4564097"/>
              <a:ext cx="78731" cy="81615"/>
            </a:xfrm>
            <a:custGeom>
              <a:rect b="b" l="l" r="r" t="t"/>
              <a:pathLst>
                <a:path extrusionOk="0" h="3113" w="3003">
                  <a:moveTo>
                    <a:pt x="1" y="1"/>
                  </a:moveTo>
                  <a:lnTo>
                    <a:pt x="1" y="3112"/>
                  </a:lnTo>
                  <a:lnTo>
                    <a:pt x="3003" y="3112"/>
                  </a:lnTo>
                  <a:lnTo>
                    <a:pt x="3003" y="1"/>
                  </a:lnTo>
                  <a:cubicBezTo>
                    <a:pt x="2583" y="345"/>
                    <a:pt x="2060" y="537"/>
                    <a:pt x="1515" y="537"/>
                  </a:cubicBezTo>
                  <a:cubicBezTo>
                    <a:pt x="1510" y="537"/>
                    <a:pt x="1505" y="537"/>
                    <a:pt x="1500" y="537"/>
                  </a:cubicBezTo>
                  <a:cubicBezTo>
                    <a:pt x="1495" y="537"/>
                    <a:pt x="1490" y="537"/>
                    <a:pt x="1485" y="537"/>
                  </a:cubicBezTo>
                  <a:cubicBezTo>
                    <a:pt x="943" y="537"/>
                    <a:pt x="417" y="345"/>
                    <a:pt x="1"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88"/>
            <p:cNvSpPr/>
            <p:nvPr/>
          </p:nvSpPr>
          <p:spPr>
            <a:xfrm>
              <a:off x="8159437" y="4548052"/>
              <a:ext cx="78731" cy="41450"/>
            </a:xfrm>
            <a:custGeom>
              <a:rect b="b" l="l" r="r" t="t"/>
              <a:pathLst>
                <a:path extrusionOk="0" h="1581" w="3003">
                  <a:moveTo>
                    <a:pt x="1" y="1"/>
                  </a:moveTo>
                  <a:lnTo>
                    <a:pt x="1" y="1138"/>
                  </a:lnTo>
                  <a:cubicBezTo>
                    <a:pt x="457" y="1433"/>
                    <a:pt x="979" y="1581"/>
                    <a:pt x="1502" y="1581"/>
                  </a:cubicBezTo>
                  <a:cubicBezTo>
                    <a:pt x="2024" y="1581"/>
                    <a:pt x="2547" y="1433"/>
                    <a:pt x="3003" y="1138"/>
                  </a:cubicBezTo>
                  <a:lnTo>
                    <a:pt x="3003" y="1"/>
                  </a:lnTo>
                  <a:cubicBezTo>
                    <a:pt x="2617" y="481"/>
                    <a:pt x="2060" y="721"/>
                    <a:pt x="1502" y="721"/>
                  </a:cubicBezTo>
                  <a:cubicBezTo>
                    <a:pt x="944" y="721"/>
                    <a:pt x="386" y="481"/>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88"/>
            <p:cNvSpPr/>
            <p:nvPr/>
          </p:nvSpPr>
          <p:spPr>
            <a:xfrm>
              <a:off x="8142527" y="4409519"/>
              <a:ext cx="45042" cy="32248"/>
            </a:xfrm>
            <a:custGeom>
              <a:rect b="b" l="l" r="r" t="t"/>
              <a:pathLst>
                <a:path extrusionOk="0" h="1230" w="1718">
                  <a:moveTo>
                    <a:pt x="617" y="1"/>
                  </a:moveTo>
                  <a:cubicBezTo>
                    <a:pt x="276" y="1"/>
                    <a:pt x="1" y="276"/>
                    <a:pt x="1" y="617"/>
                  </a:cubicBezTo>
                  <a:cubicBezTo>
                    <a:pt x="1" y="967"/>
                    <a:pt x="290" y="1229"/>
                    <a:pt x="614" y="1229"/>
                  </a:cubicBezTo>
                  <a:cubicBezTo>
                    <a:pt x="685" y="1229"/>
                    <a:pt x="758" y="1216"/>
                    <a:pt x="830" y="1189"/>
                  </a:cubicBezTo>
                  <a:lnTo>
                    <a:pt x="1319" y="1008"/>
                  </a:lnTo>
                  <a:cubicBezTo>
                    <a:pt x="1558" y="917"/>
                    <a:pt x="1718" y="689"/>
                    <a:pt x="1718" y="432"/>
                  </a:cubicBezTo>
                  <a:lnTo>
                    <a:pt x="171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88"/>
            <p:cNvSpPr/>
            <p:nvPr/>
          </p:nvSpPr>
          <p:spPr>
            <a:xfrm>
              <a:off x="8210037" y="4409519"/>
              <a:ext cx="45042" cy="32248"/>
            </a:xfrm>
            <a:custGeom>
              <a:rect b="b" l="l" r="r" t="t"/>
              <a:pathLst>
                <a:path extrusionOk="0" h="1230" w="1718">
                  <a:moveTo>
                    <a:pt x="1" y="1"/>
                  </a:moveTo>
                  <a:lnTo>
                    <a:pt x="1" y="432"/>
                  </a:lnTo>
                  <a:cubicBezTo>
                    <a:pt x="1" y="689"/>
                    <a:pt x="160" y="917"/>
                    <a:pt x="399" y="1008"/>
                  </a:cubicBezTo>
                  <a:lnTo>
                    <a:pt x="885" y="1189"/>
                  </a:lnTo>
                  <a:cubicBezTo>
                    <a:pt x="957" y="1216"/>
                    <a:pt x="1031" y="1229"/>
                    <a:pt x="1103" y="1229"/>
                  </a:cubicBezTo>
                  <a:cubicBezTo>
                    <a:pt x="1428" y="1229"/>
                    <a:pt x="1715" y="967"/>
                    <a:pt x="1718" y="617"/>
                  </a:cubicBezTo>
                  <a:cubicBezTo>
                    <a:pt x="1718" y="276"/>
                    <a:pt x="1442" y="1"/>
                    <a:pt x="110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88"/>
            <p:cNvSpPr/>
            <p:nvPr/>
          </p:nvSpPr>
          <p:spPr>
            <a:xfrm>
              <a:off x="8174276" y="4454691"/>
              <a:ext cx="49079" cy="16386"/>
            </a:xfrm>
            <a:custGeom>
              <a:rect b="b" l="l" r="r" t="t"/>
              <a:pathLst>
                <a:path extrusionOk="0" h="625" w="1872">
                  <a:moveTo>
                    <a:pt x="293" y="0"/>
                  </a:moveTo>
                  <a:cubicBezTo>
                    <a:pt x="135" y="0"/>
                    <a:pt x="1" y="206"/>
                    <a:pt x="148" y="353"/>
                  </a:cubicBezTo>
                  <a:cubicBezTo>
                    <a:pt x="322" y="523"/>
                    <a:pt x="615" y="625"/>
                    <a:pt x="934" y="625"/>
                  </a:cubicBezTo>
                  <a:cubicBezTo>
                    <a:pt x="1256" y="625"/>
                    <a:pt x="1550" y="520"/>
                    <a:pt x="1724" y="353"/>
                  </a:cubicBezTo>
                  <a:cubicBezTo>
                    <a:pt x="1871" y="206"/>
                    <a:pt x="1736" y="0"/>
                    <a:pt x="1579" y="0"/>
                  </a:cubicBezTo>
                  <a:cubicBezTo>
                    <a:pt x="1531" y="0"/>
                    <a:pt x="1482" y="19"/>
                    <a:pt x="1437" y="63"/>
                  </a:cubicBezTo>
                  <a:cubicBezTo>
                    <a:pt x="1361" y="136"/>
                    <a:pt x="1188" y="219"/>
                    <a:pt x="934" y="219"/>
                  </a:cubicBezTo>
                  <a:cubicBezTo>
                    <a:pt x="684" y="219"/>
                    <a:pt x="507"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88"/>
            <p:cNvSpPr/>
            <p:nvPr/>
          </p:nvSpPr>
          <p:spPr>
            <a:xfrm>
              <a:off x="8154115" y="4606648"/>
              <a:ext cx="10671" cy="44386"/>
            </a:xfrm>
            <a:custGeom>
              <a:rect b="b" l="l" r="r" t="t"/>
              <a:pathLst>
                <a:path extrusionOk="0" h="1693" w="407">
                  <a:moveTo>
                    <a:pt x="204" y="1"/>
                  </a:moveTo>
                  <a:cubicBezTo>
                    <a:pt x="91" y="1"/>
                    <a:pt x="1" y="91"/>
                    <a:pt x="1" y="203"/>
                  </a:cubicBezTo>
                  <a:lnTo>
                    <a:pt x="1" y="1489"/>
                  </a:lnTo>
                  <a:cubicBezTo>
                    <a:pt x="1" y="1625"/>
                    <a:pt x="102" y="1693"/>
                    <a:pt x="204" y="1693"/>
                  </a:cubicBezTo>
                  <a:cubicBezTo>
                    <a:pt x="305" y="1693"/>
                    <a:pt x="406" y="1625"/>
                    <a:pt x="406" y="1489"/>
                  </a:cubicBezTo>
                  <a:lnTo>
                    <a:pt x="406" y="203"/>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88"/>
            <p:cNvSpPr/>
            <p:nvPr/>
          </p:nvSpPr>
          <p:spPr>
            <a:xfrm>
              <a:off x="8135133" y="4404118"/>
              <a:ext cx="127365" cy="43023"/>
            </a:xfrm>
            <a:custGeom>
              <a:rect b="b" l="l" r="r" t="t"/>
              <a:pathLst>
                <a:path extrusionOk="0" h="1641" w="4858">
                  <a:moveTo>
                    <a:pt x="1793" y="406"/>
                  </a:moveTo>
                  <a:lnTo>
                    <a:pt x="1793" y="634"/>
                  </a:lnTo>
                  <a:lnTo>
                    <a:pt x="1797" y="634"/>
                  </a:lnTo>
                  <a:cubicBezTo>
                    <a:pt x="1793" y="808"/>
                    <a:pt x="1688" y="960"/>
                    <a:pt x="1529" y="1022"/>
                  </a:cubicBezTo>
                  <a:lnTo>
                    <a:pt x="1044" y="1203"/>
                  </a:lnTo>
                  <a:cubicBezTo>
                    <a:pt x="995" y="1220"/>
                    <a:pt x="947" y="1228"/>
                    <a:pt x="899" y="1228"/>
                  </a:cubicBezTo>
                  <a:cubicBezTo>
                    <a:pt x="679" y="1228"/>
                    <a:pt x="486" y="1054"/>
                    <a:pt x="486" y="815"/>
                  </a:cubicBezTo>
                  <a:cubicBezTo>
                    <a:pt x="486" y="591"/>
                    <a:pt x="670" y="406"/>
                    <a:pt x="899" y="406"/>
                  </a:cubicBezTo>
                  <a:lnTo>
                    <a:pt x="938" y="406"/>
                  </a:lnTo>
                  <a:lnTo>
                    <a:pt x="938" y="609"/>
                  </a:lnTo>
                  <a:cubicBezTo>
                    <a:pt x="938" y="745"/>
                    <a:pt x="1040" y="813"/>
                    <a:pt x="1141" y="813"/>
                  </a:cubicBezTo>
                  <a:cubicBezTo>
                    <a:pt x="1243" y="813"/>
                    <a:pt x="1344" y="745"/>
                    <a:pt x="1344" y="609"/>
                  </a:cubicBezTo>
                  <a:lnTo>
                    <a:pt x="1344" y="406"/>
                  </a:lnTo>
                  <a:close/>
                  <a:moveTo>
                    <a:pt x="3959" y="410"/>
                  </a:moveTo>
                  <a:cubicBezTo>
                    <a:pt x="4187" y="410"/>
                    <a:pt x="4372" y="594"/>
                    <a:pt x="4372" y="819"/>
                  </a:cubicBezTo>
                  <a:cubicBezTo>
                    <a:pt x="4372" y="957"/>
                    <a:pt x="4303" y="1083"/>
                    <a:pt x="4194" y="1159"/>
                  </a:cubicBezTo>
                  <a:lnTo>
                    <a:pt x="4194" y="1156"/>
                  </a:lnTo>
                  <a:cubicBezTo>
                    <a:pt x="4126" y="1204"/>
                    <a:pt x="4043" y="1229"/>
                    <a:pt x="3960" y="1229"/>
                  </a:cubicBezTo>
                  <a:cubicBezTo>
                    <a:pt x="3911" y="1229"/>
                    <a:pt x="3863" y="1220"/>
                    <a:pt x="3818" y="1203"/>
                  </a:cubicBezTo>
                  <a:lnTo>
                    <a:pt x="3329" y="1022"/>
                  </a:lnTo>
                  <a:cubicBezTo>
                    <a:pt x="3169" y="960"/>
                    <a:pt x="3064" y="808"/>
                    <a:pt x="3064" y="634"/>
                  </a:cubicBezTo>
                  <a:lnTo>
                    <a:pt x="3064" y="410"/>
                  </a:lnTo>
                  <a:lnTo>
                    <a:pt x="3514" y="410"/>
                  </a:lnTo>
                  <a:lnTo>
                    <a:pt x="3514" y="612"/>
                  </a:lnTo>
                  <a:cubicBezTo>
                    <a:pt x="3514" y="748"/>
                    <a:pt x="3615" y="816"/>
                    <a:pt x="3716" y="816"/>
                  </a:cubicBezTo>
                  <a:cubicBezTo>
                    <a:pt x="3818" y="816"/>
                    <a:pt x="3919" y="748"/>
                    <a:pt x="3919" y="612"/>
                  </a:cubicBezTo>
                  <a:lnTo>
                    <a:pt x="3919" y="410"/>
                  </a:lnTo>
                  <a:close/>
                  <a:moveTo>
                    <a:pt x="899" y="0"/>
                  </a:moveTo>
                  <a:cubicBezTo>
                    <a:pt x="388" y="0"/>
                    <a:pt x="0" y="464"/>
                    <a:pt x="91" y="967"/>
                  </a:cubicBezTo>
                  <a:cubicBezTo>
                    <a:pt x="163" y="1370"/>
                    <a:pt x="513" y="1640"/>
                    <a:pt x="895" y="1640"/>
                  </a:cubicBezTo>
                  <a:cubicBezTo>
                    <a:pt x="991" y="1640"/>
                    <a:pt x="1089" y="1623"/>
                    <a:pt x="1185" y="1587"/>
                  </a:cubicBezTo>
                  <a:lnTo>
                    <a:pt x="1674" y="1406"/>
                  </a:lnTo>
                  <a:cubicBezTo>
                    <a:pt x="1992" y="1286"/>
                    <a:pt x="2202" y="978"/>
                    <a:pt x="2202" y="638"/>
                  </a:cubicBezTo>
                  <a:lnTo>
                    <a:pt x="2202" y="413"/>
                  </a:lnTo>
                  <a:lnTo>
                    <a:pt x="2652" y="413"/>
                  </a:lnTo>
                  <a:lnTo>
                    <a:pt x="2652" y="638"/>
                  </a:lnTo>
                  <a:cubicBezTo>
                    <a:pt x="2655" y="978"/>
                    <a:pt x="2865" y="1286"/>
                    <a:pt x="3184" y="1406"/>
                  </a:cubicBezTo>
                  <a:lnTo>
                    <a:pt x="3669" y="1587"/>
                  </a:lnTo>
                  <a:cubicBezTo>
                    <a:pt x="3765" y="1623"/>
                    <a:pt x="3863" y="1640"/>
                    <a:pt x="3959" y="1640"/>
                  </a:cubicBezTo>
                  <a:cubicBezTo>
                    <a:pt x="4341" y="1640"/>
                    <a:pt x="4691" y="1370"/>
                    <a:pt x="4763" y="967"/>
                  </a:cubicBezTo>
                  <a:cubicBezTo>
                    <a:pt x="4857" y="464"/>
                    <a:pt x="4470" y="0"/>
                    <a:pt x="39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88"/>
            <p:cNvSpPr/>
            <p:nvPr/>
          </p:nvSpPr>
          <p:spPr>
            <a:xfrm>
              <a:off x="8058499" y="4286087"/>
              <a:ext cx="280606" cy="365052"/>
            </a:xfrm>
            <a:custGeom>
              <a:rect b="b" l="l" r="r" t="t"/>
              <a:pathLst>
                <a:path extrusionOk="0" h="13924" w="10703">
                  <a:moveTo>
                    <a:pt x="6317" y="406"/>
                  </a:moveTo>
                  <a:cubicBezTo>
                    <a:pt x="7965" y="406"/>
                    <a:pt x="9395" y="1543"/>
                    <a:pt x="9772" y="3144"/>
                  </a:cubicBezTo>
                  <a:cubicBezTo>
                    <a:pt x="10149" y="4749"/>
                    <a:pt x="9374" y="6404"/>
                    <a:pt x="7896" y="7135"/>
                  </a:cubicBezTo>
                  <a:cubicBezTo>
                    <a:pt x="8113" y="6784"/>
                    <a:pt x="8255" y="6393"/>
                    <a:pt x="8313" y="5984"/>
                  </a:cubicBezTo>
                  <a:lnTo>
                    <a:pt x="8432" y="5984"/>
                  </a:lnTo>
                  <a:cubicBezTo>
                    <a:pt x="8823" y="5984"/>
                    <a:pt x="9160" y="5694"/>
                    <a:pt x="9196" y="5321"/>
                  </a:cubicBezTo>
                  <a:cubicBezTo>
                    <a:pt x="9240" y="4883"/>
                    <a:pt x="8899" y="4506"/>
                    <a:pt x="8461" y="4506"/>
                  </a:cubicBezTo>
                  <a:lnTo>
                    <a:pt x="8139" y="4506"/>
                  </a:lnTo>
                  <a:cubicBezTo>
                    <a:pt x="8012" y="4506"/>
                    <a:pt x="7914" y="4405"/>
                    <a:pt x="7914" y="4278"/>
                  </a:cubicBezTo>
                  <a:lnTo>
                    <a:pt x="7914" y="3206"/>
                  </a:lnTo>
                  <a:cubicBezTo>
                    <a:pt x="7914" y="2855"/>
                    <a:pt x="7628" y="2572"/>
                    <a:pt x="7280" y="2572"/>
                  </a:cubicBezTo>
                  <a:lnTo>
                    <a:pt x="7063" y="2572"/>
                  </a:lnTo>
                  <a:cubicBezTo>
                    <a:pt x="6791" y="2572"/>
                    <a:pt x="6791" y="2981"/>
                    <a:pt x="7063" y="2981"/>
                  </a:cubicBezTo>
                  <a:lnTo>
                    <a:pt x="7284" y="2981"/>
                  </a:lnTo>
                  <a:cubicBezTo>
                    <a:pt x="7407" y="2981"/>
                    <a:pt x="7509" y="3079"/>
                    <a:pt x="7509" y="3206"/>
                  </a:cubicBezTo>
                  <a:lnTo>
                    <a:pt x="7509" y="4278"/>
                  </a:lnTo>
                  <a:cubicBezTo>
                    <a:pt x="7509" y="4629"/>
                    <a:pt x="7791" y="4912"/>
                    <a:pt x="8142" y="4912"/>
                  </a:cubicBezTo>
                  <a:lnTo>
                    <a:pt x="8461" y="4912"/>
                  </a:lnTo>
                  <a:cubicBezTo>
                    <a:pt x="8657" y="4912"/>
                    <a:pt x="8809" y="5082"/>
                    <a:pt x="8791" y="5281"/>
                  </a:cubicBezTo>
                  <a:cubicBezTo>
                    <a:pt x="8773" y="5448"/>
                    <a:pt x="8613" y="5578"/>
                    <a:pt x="8428" y="5578"/>
                  </a:cubicBezTo>
                  <a:lnTo>
                    <a:pt x="8342" y="5578"/>
                  </a:lnTo>
                  <a:lnTo>
                    <a:pt x="8342" y="5567"/>
                  </a:lnTo>
                  <a:cubicBezTo>
                    <a:pt x="8342" y="5455"/>
                    <a:pt x="8247" y="5364"/>
                    <a:pt x="8135" y="5364"/>
                  </a:cubicBezTo>
                  <a:cubicBezTo>
                    <a:pt x="8023" y="5364"/>
                    <a:pt x="7932" y="5455"/>
                    <a:pt x="7932" y="5567"/>
                  </a:cubicBezTo>
                  <a:cubicBezTo>
                    <a:pt x="7932" y="6994"/>
                    <a:pt x="6777" y="8153"/>
                    <a:pt x="5350" y="8153"/>
                  </a:cubicBezTo>
                  <a:cubicBezTo>
                    <a:pt x="3919" y="8153"/>
                    <a:pt x="2764" y="6994"/>
                    <a:pt x="2764" y="5567"/>
                  </a:cubicBezTo>
                  <a:cubicBezTo>
                    <a:pt x="2764" y="5431"/>
                    <a:pt x="2662" y="5363"/>
                    <a:pt x="2559" y="5363"/>
                  </a:cubicBezTo>
                  <a:cubicBezTo>
                    <a:pt x="2457" y="5363"/>
                    <a:pt x="2355" y="5431"/>
                    <a:pt x="2355" y="5567"/>
                  </a:cubicBezTo>
                  <a:lnTo>
                    <a:pt x="2355" y="5578"/>
                  </a:lnTo>
                  <a:lnTo>
                    <a:pt x="2239" y="5578"/>
                  </a:lnTo>
                  <a:cubicBezTo>
                    <a:pt x="2040" y="5578"/>
                    <a:pt x="1888" y="5408"/>
                    <a:pt x="1909" y="5212"/>
                  </a:cubicBezTo>
                  <a:cubicBezTo>
                    <a:pt x="1924" y="5046"/>
                    <a:pt x="2083" y="4915"/>
                    <a:pt x="2272" y="4915"/>
                  </a:cubicBezTo>
                  <a:lnTo>
                    <a:pt x="2561" y="4915"/>
                  </a:lnTo>
                  <a:cubicBezTo>
                    <a:pt x="2913" y="4915"/>
                    <a:pt x="3195" y="4629"/>
                    <a:pt x="3195" y="4281"/>
                  </a:cubicBezTo>
                  <a:lnTo>
                    <a:pt x="3195" y="3209"/>
                  </a:lnTo>
                  <a:cubicBezTo>
                    <a:pt x="3195" y="3083"/>
                    <a:pt x="3296" y="2981"/>
                    <a:pt x="3420" y="2981"/>
                  </a:cubicBezTo>
                  <a:lnTo>
                    <a:pt x="6208" y="2981"/>
                  </a:lnTo>
                  <a:cubicBezTo>
                    <a:pt x="6480" y="2981"/>
                    <a:pt x="6480" y="2576"/>
                    <a:pt x="6208" y="2576"/>
                  </a:cubicBezTo>
                  <a:lnTo>
                    <a:pt x="3420" y="2576"/>
                  </a:lnTo>
                  <a:cubicBezTo>
                    <a:pt x="3072" y="2576"/>
                    <a:pt x="2786" y="2858"/>
                    <a:pt x="2786" y="3209"/>
                  </a:cubicBezTo>
                  <a:lnTo>
                    <a:pt x="2786" y="4281"/>
                  </a:lnTo>
                  <a:cubicBezTo>
                    <a:pt x="2786" y="4405"/>
                    <a:pt x="2688" y="4506"/>
                    <a:pt x="2561" y="4506"/>
                  </a:cubicBezTo>
                  <a:lnTo>
                    <a:pt x="2272" y="4506"/>
                  </a:lnTo>
                  <a:cubicBezTo>
                    <a:pt x="1877" y="4506"/>
                    <a:pt x="1540" y="4799"/>
                    <a:pt x="1504" y="5172"/>
                  </a:cubicBezTo>
                  <a:cubicBezTo>
                    <a:pt x="1460" y="5607"/>
                    <a:pt x="1801" y="5987"/>
                    <a:pt x="2239" y="5987"/>
                  </a:cubicBezTo>
                  <a:lnTo>
                    <a:pt x="2387" y="5987"/>
                  </a:lnTo>
                  <a:cubicBezTo>
                    <a:pt x="2445" y="6397"/>
                    <a:pt x="2587" y="6788"/>
                    <a:pt x="2804" y="7139"/>
                  </a:cubicBezTo>
                  <a:cubicBezTo>
                    <a:pt x="1598" y="6534"/>
                    <a:pt x="838" y="5304"/>
                    <a:pt x="837" y="3957"/>
                  </a:cubicBezTo>
                  <a:lnTo>
                    <a:pt x="837" y="3957"/>
                  </a:lnTo>
                  <a:cubicBezTo>
                    <a:pt x="838" y="1995"/>
                    <a:pt x="2428" y="410"/>
                    <a:pt x="4387" y="406"/>
                  </a:cubicBezTo>
                  <a:close/>
                  <a:moveTo>
                    <a:pt x="6650" y="8262"/>
                  </a:moveTo>
                  <a:lnTo>
                    <a:pt x="6650" y="9920"/>
                  </a:lnTo>
                  <a:cubicBezTo>
                    <a:pt x="6306" y="10313"/>
                    <a:pt x="5828" y="10510"/>
                    <a:pt x="5350" y="10510"/>
                  </a:cubicBezTo>
                  <a:cubicBezTo>
                    <a:pt x="4873" y="10510"/>
                    <a:pt x="4396" y="10313"/>
                    <a:pt x="4053" y="9920"/>
                  </a:cubicBezTo>
                  <a:lnTo>
                    <a:pt x="4053" y="8262"/>
                  </a:lnTo>
                  <a:cubicBezTo>
                    <a:pt x="4459" y="8457"/>
                    <a:pt x="4901" y="8559"/>
                    <a:pt x="5350" y="8559"/>
                  </a:cubicBezTo>
                  <a:cubicBezTo>
                    <a:pt x="5799" y="8559"/>
                    <a:pt x="6245" y="8457"/>
                    <a:pt x="6650" y="8262"/>
                  </a:cubicBezTo>
                  <a:close/>
                  <a:moveTo>
                    <a:pt x="6650" y="10478"/>
                  </a:moveTo>
                  <a:lnTo>
                    <a:pt x="6650" y="11014"/>
                  </a:lnTo>
                  <a:cubicBezTo>
                    <a:pt x="6255" y="11246"/>
                    <a:pt x="5806" y="11369"/>
                    <a:pt x="5350" y="11369"/>
                  </a:cubicBezTo>
                  <a:cubicBezTo>
                    <a:pt x="4894" y="11369"/>
                    <a:pt x="4448" y="11246"/>
                    <a:pt x="4053" y="11018"/>
                  </a:cubicBezTo>
                  <a:lnTo>
                    <a:pt x="4053" y="10478"/>
                  </a:lnTo>
                  <a:cubicBezTo>
                    <a:pt x="4436" y="10772"/>
                    <a:pt x="4893" y="10918"/>
                    <a:pt x="5350" y="10918"/>
                  </a:cubicBezTo>
                  <a:cubicBezTo>
                    <a:pt x="5808" y="10918"/>
                    <a:pt x="6266" y="10772"/>
                    <a:pt x="6650" y="10478"/>
                  </a:cubicBezTo>
                  <a:close/>
                  <a:moveTo>
                    <a:pt x="4387" y="1"/>
                  </a:moveTo>
                  <a:cubicBezTo>
                    <a:pt x="2406" y="1"/>
                    <a:pt x="729" y="1464"/>
                    <a:pt x="464" y="3427"/>
                  </a:cubicBezTo>
                  <a:cubicBezTo>
                    <a:pt x="196" y="5390"/>
                    <a:pt x="1424" y="7244"/>
                    <a:pt x="3333" y="7773"/>
                  </a:cubicBezTo>
                  <a:cubicBezTo>
                    <a:pt x="3430" y="7863"/>
                    <a:pt x="3536" y="7947"/>
                    <a:pt x="3644" y="8023"/>
                  </a:cubicBezTo>
                  <a:lnTo>
                    <a:pt x="3644" y="8772"/>
                  </a:lnTo>
                  <a:cubicBezTo>
                    <a:pt x="3228" y="8870"/>
                    <a:pt x="2913" y="9164"/>
                    <a:pt x="2750" y="9345"/>
                  </a:cubicBezTo>
                  <a:cubicBezTo>
                    <a:pt x="2692" y="9413"/>
                    <a:pt x="2648" y="9489"/>
                    <a:pt x="2623" y="9576"/>
                  </a:cubicBezTo>
                  <a:lnTo>
                    <a:pt x="1221" y="9986"/>
                  </a:lnTo>
                  <a:cubicBezTo>
                    <a:pt x="501" y="10203"/>
                    <a:pt x="4" y="10866"/>
                    <a:pt x="1" y="11623"/>
                  </a:cubicBezTo>
                  <a:lnTo>
                    <a:pt x="1" y="13716"/>
                  </a:lnTo>
                  <a:cubicBezTo>
                    <a:pt x="1" y="13852"/>
                    <a:pt x="102" y="13920"/>
                    <a:pt x="204" y="13920"/>
                  </a:cubicBezTo>
                  <a:cubicBezTo>
                    <a:pt x="305" y="13920"/>
                    <a:pt x="406" y="13852"/>
                    <a:pt x="406" y="13716"/>
                  </a:cubicBezTo>
                  <a:lnTo>
                    <a:pt x="406" y="11623"/>
                  </a:lnTo>
                  <a:cubicBezTo>
                    <a:pt x="410" y="11047"/>
                    <a:pt x="787" y="10543"/>
                    <a:pt x="1337" y="10377"/>
                  </a:cubicBezTo>
                  <a:lnTo>
                    <a:pt x="2623" y="10000"/>
                  </a:lnTo>
                  <a:lnTo>
                    <a:pt x="2753" y="10920"/>
                  </a:lnTo>
                  <a:cubicBezTo>
                    <a:pt x="2764" y="11003"/>
                    <a:pt x="2732" y="11083"/>
                    <a:pt x="2666" y="11134"/>
                  </a:cubicBezTo>
                  <a:lnTo>
                    <a:pt x="2232" y="11460"/>
                  </a:lnTo>
                  <a:cubicBezTo>
                    <a:pt x="2033" y="11608"/>
                    <a:pt x="1938" y="11858"/>
                    <a:pt x="1993" y="12101"/>
                  </a:cubicBezTo>
                  <a:lnTo>
                    <a:pt x="2362" y="13763"/>
                  </a:lnTo>
                  <a:cubicBezTo>
                    <a:pt x="2388" y="13873"/>
                    <a:pt x="2472" y="13922"/>
                    <a:pt x="2557" y="13922"/>
                  </a:cubicBezTo>
                  <a:cubicBezTo>
                    <a:pt x="2676" y="13922"/>
                    <a:pt x="2796" y="13827"/>
                    <a:pt x="2760" y="13673"/>
                  </a:cubicBezTo>
                  <a:lnTo>
                    <a:pt x="2395" y="12014"/>
                  </a:lnTo>
                  <a:cubicBezTo>
                    <a:pt x="2373" y="11927"/>
                    <a:pt x="2406" y="11836"/>
                    <a:pt x="2478" y="11782"/>
                  </a:cubicBezTo>
                  <a:lnTo>
                    <a:pt x="2913" y="11460"/>
                  </a:lnTo>
                  <a:cubicBezTo>
                    <a:pt x="3094" y="11318"/>
                    <a:pt x="3191" y="11090"/>
                    <a:pt x="3159" y="10862"/>
                  </a:cubicBezTo>
                  <a:lnTo>
                    <a:pt x="3007" y="9794"/>
                  </a:lnTo>
                  <a:cubicBezTo>
                    <a:pt x="2996" y="9732"/>
                    <a:pt x="3014" y="9667"/>
                    <a:pt x="3057" y="9616"/>
                  </a:cubicBezTo>
                  <a:cubicBezTo>
                    <a:pt x="3170" y="9489"/>
                    <a:pt x="3380" y="9290"/>
                    <a:pt x="3644" y="9196"/>
                  </a:cubicBezTo>
                  <a:lnTo>
                    <a:pt x="3644" y="11572"/>
                  </a:lnTo>
                  <a:cubicBezTo>
                    <a:pt x="3644" y="11708"/>
                    <a:pt x="3746" y="11776"/>
                    <a:pt x="3849" y="11776"/>
                  </a:cubicBezTo>
                  <a:cubicBezTo>
                    <a:pt x="3951" y="11776"/>
                    <a:pt x="4053" y="11708"/>
                    <a:pt x="4053" y="11572"/>
                  </a:cubicBezTo>
                  <a:lnTo>
                    <a:pt x="4053" y="11478"/>
                  </a:lnTo>
                  <a:cubicBezTo>
                    <a:pt x="4463" y="11677"/>
                    <a:pt x="4906" y="11777"/>
                    <a:pt x="5350" y="11777"/>
                  </a:cubicBezTo>
                  <a:cubicBezTo>
                    <a:pt x="5794" y="11777"/>
                    <a:pt x="6237" y="11677"/>
                    <a:pt x="6647" y="11478"/>
                  </a:cubicBezTo>
                  <a:lnTo>
                    <a:pt x="6647" y="13716"/>
                  </a:lnTo>
                  <a:cubicBezTo>
                    <a:pt x="6647" y="13852"/>
                    <a:pt x="6749" y="13920"/>
                    <a:pt x="6851" y="13920"/>
                  </a:cubicBezTo>
                  <a:cubicBezTo>
                    <a:pt x="6954" y="13920"/>
                    <a:pt x="7056" y="13852"/>
                    <a:pt x="7056" y="13716"/>
                  </a:cubicBezTo>
                  <a:lnTo>
                    <a:pt x="7056" y="9196"/>
                  </a:lnTo>
                  <a:cubicBezTo>
                    <a:pt x="7320" y="9287"/>
                    <a:pt x="7530" y="9489"/>
                    <a:pt x="7643" y="9616"/>
                  </a:cubicBezTo>
                  <a:cubicBezTo>
                    <a:pt x="7686" y="9667"/>
                    <a:pt x="7704" y="9732"/>
                    <a:pt x="7697" y="9794"/>
                  </a:cubicBezTo>
                  <a:lnTo>
                    <a:pt x="7545" y="10862"/>
                  </a:lnTo>
                  <a:cubicBezTo>
                    <a:pt x="7512" y="11090"/>
                    <a:pt x="7606" y="11318"/>
                    <a:pt x="7791" y="11460"/>
                  </a:cubicBezTo>
                  <a:lnTo>
                    <a:pt x="8226" y="11782"/>
                  </a:lnTo>
                  <a:cubicBezTo>
                    <a:pt x="8294" y="11836"/>
                    <a:pt x="8327" y="11927"/>
                    <a:pt x="8309" y="12010"/>
                  </a:cubicBezTo>
                  <a:lnTo>
                    <a:pt x="7940" y="13673"/>
                  </a:lnTo>
                  <a:cubicBezTo>
                    <a:pt x="7906" y="13827"/>
                    <a:pt x="8026" y="13922"/>
                    <a:pt x="8144" y="13922"/>
                  </a:cubicBezTo>
                  <a:cubicBezTo>
                    <a:pt x="8229" y="13922"/>
                    <a:pt x="8312" y="13873"/>
                    <a:pt x="8338" y="13763"/>
                  </a:cubicBezTo>
                  <a:lnTo>
                    <a:pt x="8707" y="12101"/>
                  </a:lnTo>
                  <a:cubicBezTo>
                    <a:pt x="8762" y="11858"/>
                    <a:pt x="8667" y="11608"/>
                    <a:pt x="8468" y="11460"/>
                  </a:cubicBezTo>
                  <a:lnTo>
                    <a:pt x="8037" y="11134"/>
                  </a:lnTo>
                  <a:cubicBezTo>
                    <a:pt x="7972" y="11083"/>
                    <a:pt x="7936" y="11003"/>
                    <a:pt x="7947" y="10924"/>
                  </a:cubicBezTo>
                  <a:lnTo>
                    <a:pt x="8081" y="10004"/>
                  </a:lnTo>
                  <a:lnTo>
                    <a:pt x="9363" y="10380"/>
                  </a:lnTo>
                  <a:cubicBezTo>
                    <a:pt x="9913" y="10543"/>
                    <a:pt x="10294" y="11050"/>
                    <a:pt x="10294" y="11626"/>
                  </a:cubicBezTo>
                  <a:lnTo>
                    <a:pt x="10294" y="13720"/>
                  </a:lnTo>
                  <a:cubicBezTo>
                    <a:pt x="10294" y="13855"/>
                    <a:pt x="10396" y="13923"/>
                    <a:pt x="10498" y="13923"/>
                  </a:cubicBezTo>
                  <a:cubicBezTo>
                    <a:pt x="10601" y="13923"/>
                    <a:pt x="10703" y="13855"/>
                    <a:pt x="10703" y="13720"/>
                  </a:cubicBezTo>
                  <a:lnTo>
                    <a:pt x="10703" y="11623"/>
                  </a:lnTo>
                  <a:cubicBezTo>
                    <a:pt x="10699" y="10866"/>
                    <a:pt x="10203" y="10203"/>
                    <a:pt x="9479" y="9986"/>
                  </a:cubicBezTo>
                  <a:lnTo>
                    <a:pt x="8081" y="9576"/>
                  </a:lnTo>
                  <a:cubicBezTo>
                    <a:pt x="8052" y="9489"/>
                    <a:pt x="8008" y="9413"/>
                    <a:pt x="7950" y="9345"/>
                  </a:cubicBezTo>
                  <a:cubicBezTo>
                    <a:pt x="7791" y="9164"/>
                    <a:pt x="7476" y="8870"/>
                    <a:pt x="7056" y="8772"/>
                  </a:cubicBezTo>
                  <a:lnTo>
                    <a:pt x="7056" y="8023"/>
                  </a:lnTo>
                  <a:cubicBezTo>
                    <a:pt x="7164" y="7947"/>
                    <a:pt x="7270" y="7863"/>
                    <a:pt x="7371" y="7773"/>
                  </a:cubicBezTo>
                  <a:cubicBezTo>
                    <a:pt x="9276" y="7244"/>
                    <a:pt x="10504" y="5390"/>
                    <a:pt x="10236" y="3427"/>
                  </a:cubicBezTo>
                  <a:cubicBezTo>
                    <a:pt x="9971" y="1464"/>
                    <a:pt x="8294" y="1"/>
                    <a:pt x="63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9" name="Google Shape;18549;p88"/>
          <p:cNvGrpSpPr/>
          <p:nvPr/>
        </p:nvGrpSpPr>
        <p:grpSpPr>
          <a:xfrm>
            <a:off x="6711785" y="3797550"/>
            <a:ext cx="273606" cy="365052"/>
            <a:chOff x="6711785" y="3797550"/>
            <a:chExt cx="273606" cy="365052"/>
          </a:xfrm>
        </p:grpSpPr>
        <p:sp>
          <p:nvSpPr>
            <p:cNvPr id="18550" name="Google Shape;18550;p88"/>
            <p:cNvSpPr/>
            <p:nvPr/>
          </p:nvSpPr>
          <p:spPr>
            <a:xfrm>
              <a:off x="6751400" y="3802977"/>
              <a:ext cx="194298" cy="256774"/>
            </a:xfrm>
            <a:custGeom>
              <a:rect b="b" l="l" r="r" t="t"/>
              <a:pathLst>
                <a:path extrusionOk="0" h="9794" w="7411">
                  <a:moveTo>
                    <a:pt x="3712" y="0"/>
                  </a:moveTo>
                  <a:cubicBezTo>
                    <a:pt x="3710" y="0"/>
                    <a:pt x="3707" y="0"/>
                    <a:pt x="3705" y="0"/>
                  </a:cubicBezTo>
                  <a:cubicBezTo>
                    <a:pt x="1659" y="0"/>
                    <a:pt x="0" y="1659"/>
                    <a:pt x="0" y="3705"/>
                  </a:cubicBezTo>
                  <a:lnTo>
                    <a:pt x="0" y="5375"/>
                  </a:lnTo>
                  <a:cubicBezTo>
                    <a:pt x="0" y="8298"/>
                    <a:pt x="1815" y="9793"/>
                    <a:pt x="1815" y="9793"/>
                  </a:cubicBezTo>
                  <a:lnTo>
                    <a:pt x="7410" y="9793"/>
                  </a:lnTo>
                  <a:lnTo>
                    <a:pt x="7410" y="3702"/>
                  </a:lnTo>
                  <a:cubicBezTo>
                    <a:pt x="7410" y="1658"/>
                    <a:pt x="5755" y="0"/>
                    <a:pt x="371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88"/>
            <p:cNvSpPr/>
            <p:nvPr/>
          </p:nvSpPr>
          <p:spPr>
            <a:xfrm>
              <a:off x="6751400" y="3802977"/>
              <a:ext cx="97162" cy="256774"/>
            </a:xfrm>
            <a:custGeom>
              <a:rect b="b" l="l" r="r" t="t"/>
              <a:pathLst>
                <a:path extrusionOk="0" h="9794" w="3706">
                  <a:moveTo>
                    <a:pt x="3698" y="0"/>
                  </a:moveTo>
                  <a:cubicBezTo>
                    <a:pt x="1655" y="0"/>
                    <a:pt x="0" y="1658"/>
                    <a:pt x="0" y="3702"/>
                  </a:cubicBezTo>
                  <a:lnTo>
                    <a:pt x="0" y="5375"/>
                  </a:lnTo>
                  <a:cubicBezTo>
                    <a:pt x="0" y="8298"/>
                    <a:pt x="1815" y="9793"/>
                    <a:pt x="1815" y="9793"/>
                  </a:cubicBezTo>
                  <a:lnTo>
                    <a:pt x="3705" y="9793"/>
                  </a:lnTo>
                  <a:lnTo>
                    <a:pt x="3705" y="0"/>
                  </a:lnTo>
                  <a:cubicBezTo>
                    <a:pt x="3703" y="0"/>
                    <a:pt x="3701" y="0"/>
                    <a:pt x="3698"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88"/>
            <p:cNvSpPr/>
            <p:nvPr/>
          </p:nvSpPr>
          <p:spPr>
            <a:xfrm>
              <a:off x="6717107" y="4002938"/>
              <a:ext cx="262857" cy="154316"/>
            </a:xfrm>
            <a:custGeom>
              <a:rect b="b" l="l" r="r" t="t"/>
              <a:pathLst>
                <a:path extrusionOk="0" h="5886" w="10026">
                  <a:moveTo>
                    <a:pt x="3706" y="1"/>
                  </a:moveTo>
                  <a:lnTo>
                    <a:pt x="3706" y="1344"/>
                  </a:lnTo>
                  <a:cubicBezTo>
                    <a:pt x="3706" y="1714"/>
                    <a:pt x="3474" y="2043"/>
                    <a:pt x="3123" y="2166"/>
                  </a:cubicBezTo>
                  <a:lnTo>
                    <a:pt x="874" y="2960"/>
                  </a:lnTo>
                  <a:cubicBezTo>
                    <a:pt x="352" y="3144"/>
                    <a:pt x="1" y="3640"/>
                    <a:pt x="1" y="4195"/>
                  </a:cubicBezTo>
                  <a:lnTo>
                    <a:pt x="1" y="5886"/>
                  </a:lnTo>
                  <a:lnTo>
                    <a:pt x="10026" y="5886"/>
                  </a:lnTo>
                  <a:lnTo>
                    <a:pt x="10026" y="4195"/>
                  </a:lnTo>
                  <a:cubicBezTo>
                    <a:pt x="10026" y="3640"/>
                    <a:pt x="9678" y="3144"/>
                    <a:pt x="9153" y="2960"/>
                  </a:cubicBezTo>
                  <a:lnTo>
                    <a:pt x="6904" y="2166"/>
                  </a:lnTo>
                  <a:cubicBezTo>
                    <a:pt x="6556" y="2043"/>
                    <a:pt x="6321" y="1714"/>
                    <a:pt x="6321" y="1344"/>
                  </a:cubicBezTo>
                  <a:lnTo>
                    <a:pt x="6321"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88"/>
            <p:cNvSpPr/>
            <p:nvPr/>
          </p:nvSpPr>
          <p:spPr>
            <a:xfrm>
              <a:off x="6717107" y="4063238"/>
              <a:ext cx="262857" cy="94016"/>
            </a:xfrm>
            <a:custGeom>
              <a:rect b="b" l="l" r="r" t="t"/>
              <a:pathLst>
                <a:path extrusionOk="0" h="3586" w="10026">
                  <a:moveTo>
                    <a:pt x="2746" y="0"/>
                  </a:moveTo>
                  <a:lnTo>
                    <a:pt x="874" y="660"/>
                  </a:lnTo>
                  <a:cubicBezTo>
                    <a:pt x="348" y="844"/>
                    <a:pt x="1" y="1340"/>
                    <a:pt x="1" y="1895"/>
                  </a:cubicBezTo>
                  <a:lnTo>
                    <a:pt x="1" y="3586"/>
                  </a:lnTo>
                  <a:lnTo>
                    <a:pt x="10026" y="3586"/>
                  </a:lnTo>
                  <a:lnTo>
                    <a:pt x="10026" y="1895"/>
                  </a:lnTo>
                  <a:cubicBezTo>
                    <a:pt x="10026" y="1340"/>
                    <a:pt x="9678" y="844"/>
                    <a:pt x="9153" y="660"/>
                  </a:cubicBezTo>
                  <a:lnTo>
                    <a:pt x="7280" y="0"/>
                  </a:lnTo>
                  <a:cubicBezTo>
                    <a:pt x="6951" y="971"/>
                    <a:pt x="6038" y="1623"/>
                    <a:pt x="5013" y="1623"/>
                  </a:cubicBezTo>
                  <a:cubicBezTo>
                    <a:pt x="3988" y="1623"/>
                    <a:pt x="3076" y="971"/>
                    <a:pt x="274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88"/>
            <p:cNvSpPr/>
            <p:nvPr/>
          </p:nvSpPr>
          <p:spPr>
            <a:xfrm>
              <a:off x="6767524" y="4063238"/>
              <a:ext cx="162024" cy="65439"/>
            </a:xfrm>
            <a:custGeom>
              <a:rect b="b" l="l" r="r" t="t"/>
              <a:pathLst>
                <a:path extrusionOk="0" h="2496" w="6180">
                  <a:moveTo>
                    <a:pt x="823" y="0"/>
                  </a:moveTo>
                  <a:lnTo>
                    <a:pt x="1" y="290"/>
                  </a:lnTo>
                  <a:cubicBezTo>
                    <a:pt x="457" y="1608"/>
                    <a:pt x="1696" y="2492"/>
                    <a:pt x="3090" y="2496"/>
                  </a:cubicBezTo>
                  <a:cubicBezTo>
                    <a:pt x="4485" y="2492"/>
                    <a:pt x="5723" y="1608"/>
                    <a:pt x="6179" y="290"/>
                  </a:cubicBezTo>
                  <a:lnTo>
                    <a:pt x="5357" y="0"/>
                  </a:lnTo>
                  <a:cubicBezTo>
                    <a:pt x="5028" y="971"/>
                    <a:pt x="4115" y="1623"/>
                    <a:pt x="3090" y="1623"/>
                  </a:cubicBezTo>
                  <a:cubicBezTo>
                    <a:pt x="2065" y="1623"/>
                    <a:pt x="1153" y="971"/>
                    <a:pt x="82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88"/>
            <p:cNvSpPr/>
            <p:nvPr/>
          </p:nvSpPr>
          <p:spPr>
            <a:xfrm>
              <a:off x="6814243" y="4002938"/>
              <a:ext cx="68585" cy="34319"/>
            </a:xfrm>
            <a:custGeom>
              <a:rect b="b" l="l" r="r" t="t"/>
              <a:pathLst>
                <a:path extrusionOk="0" h="1309" w="2616">
                  <a:moveTo>
                    <a:pt x="1" y="1"/>
                  </a:moveTo>
                  <a:lnTo>
                    <a:pt x="1" y="1029"/>
                  </a:lnTo>
                  <a:cubicBezTo>
                    <a:pt x="363" y="1192"/>
                    <a:pt x="754" y="1283"/>
                    <a:pt x="1152" y="1304"/>
                  </a:cubicBezTo>
                  <a:cubicBezTo>
                    <a:pt x="1203" y="1304"/>
                    <a:pt x="1257" y="1308"/>
                    <a:pt x="1308" y="1308"/>
                  </a:cubicBezTo>
                  <a:cubicBezTo>
                    <a:pt x="1757" y="1308"/>
                    <a:pt x="2203" y="1214"/>
                    <a:pt x="2616" y="1033"/>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88"/>
            <p:cNvSpPr/>
            <p:nvPr/>
          </p:nvSpPr>
          <p:spPr>
            <a:xfrm>
              <a:off x="6751400" y="3871431"/>
              <a:ext cx="194298" cy="148732"/>
            </a:xfrm>
            <a:custGeom>
              <a:rect b="b" l="l" r="r" t="t"/>
              <a:pathLst>
                <a:path extrusionOk="0" h="5673" w="7411">
                  <a:moveTo>
                    <a:pt x="2398" y="1"/>
                  </a:moveTo>
                  <a:cubicBezTo>
                    <a:pt x="1793" y="1"/>
                    <a:pt x="1308" y="490"/>
                    <a:pt x="1308" y="1091"/>
                  </a:cubicBezTo>
                  <a:lnTo>
                    <a:pt x="1308" y="1449"/>
                  </a:lnTo>
                  <a:cubicBezTo>
                    <a:pt x="1308" y="1732"/>
                    <a:pt x="1076" y="1964"/>
                    <a:pt x="793" y="1964"/>
                  </a:cubicBezTo>
                  <a:lnTo>
                    <a:pt x="543" y="1964"/>
                  </a:lnTo>
                  <a:cubicBezTo>
                    <a:pt x="243" y="1964"/>
                    <a:pt x="0" y="2206"/>
                    <a:pt x="0" y="2507"/>
                  </a:cubicBezTo>
                  <a:cubicBezTo>
                    <a:pt x="0" y="2811"/>
                    <a:pt x="243" y="3054"/>
                    <a:pt x="543" y="3054"/>
                  </a:cubicBezTo>
                  <a:lnTo>
                    <a:pt x="880" y="3054"/>
                  </a:lnTo>
                  <a:cubicBezTo>
                    <a:pt x="992" y="4531"/>
                    <a:pt x="2224" y="5672"/>
                    <a:pt x="3705" y="5672"/>
                  </a:cubicBezTo>
                  <a:cubicBezTo>
                    <a:pt x="5186" y="5672"/>
                    <a:pt x="6414" y="4531"/>
                    <a:pt x="6526" y="3054"/>
                  </a:cubicBezTo>
                  <a:lnTo>
                    <a:pt x="6863" y="3054"/>
                  </a:lnTo>
                  <a:cubicBezTo>
                    <a:pt x="7164" y="3054"/>
                    <a:pt x="7410" y="2811"/>
                    <a:pt x="7410" y="2507"/>
                  </a:cubicBezTo>
                  <a:cubicBezTo>
                    <a:pt x="7410" y="2206"/>
                    <a:pt x="7164" y="1964"/>
                    <a:pt x="6863" y="1964"/>
                  </a:cubicBezTo>
                  <a:lnTo>
                    <a:pt x="6617" y="1964"/>
                  </a:lnTo>
                  <a:cubicBezTo>
                    <a:pt x="6331" y="1964"/>
                    <a:pt x="6103" y="1732"/>
                    <a:pt x="6103" y="1449"/>
                  </a:cubicBezTo>
                  <a:lnTo>
                    <a:pt x="6103" y="1091"/>
                  </a:lnTo>
                  <a:cubicBezTo>
                    <a:pt x="6103" y="490"/>
                    <a:pt x="5614" y="1"/>
                    <a:pt x="5013"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88"/>
            <p:cNvSpPr/>
            <p:nvPr/>
          </p:nvSpPr>
          <p:spPr>
            <a:xfrm>
              <a:off x="6882802" y="4020031"/>
              <a:ext cx="62896" cy="137222"/>
            </a:xfrm>
            <a:custGeom>
              <a:rect b="b" l="l" r="r" t="t"/>
              <a:pathLst>
                <a:path extrusionOk="0" h="5234" w="2399">
                  <a:moveTo>
                    <a:pt x="1" y="1"/>
                  </a:moveTo>
                  <a:lnTo>
                    <a:pt x="1" y="873"/>
                  </a:lnTo>
                  <a:cubicBezTo>
                    <a:pt x="1" y="2797"/>
                    <a:pt x="1525" y="3488"/>
                    <a:pt x="1525" y="5234"/>
                  </a:cubicBezTo>
                  <a:lnTo>
                    <a:pt x="2398" y="5234"/>
                  </a:lnTo>
                  <a:lnTo>
                    <a:pt x="2398"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88"/>
            <p:cNvSpPr/>
            <p:nvPr/>
          </p:nvSpPr>
          <p:spPr>
            <a:xfrm>
              <a:off x="6750535" y="3871431"/>
              <a:ext cx="195163" cy="148653"/>
            </a:xfrm>
            <a:custGeom>
              <a:rect b="b" l="l" r="r" t="t"/>
              <a:pathLst>
                <a:path extrusionOk="0" h="5670" w="7444">
                  <a:moveTo>
                    <a:pt x="2431" y="1"/>
                  </a:moveTo>
                  <a:cubicBezTo>
                    <a:pt x="2376" y="1"/>
                    <a:pt x="2326" y="8"/>
                    <a:pt x="2275" y="15"/>
                  </a:cubicBezTo>
                  <a:cubicBezTo>
                    <a:pt x="2257" y="19"/>
                    <a:pt x="2239" y="22"/>
                    <a:pt x="2221" y="26"/>
                  </a:cubicBezTo>
                  <a:cubicBezTo>
                    <a:pt x="2188" y="33"/>
                    <a:pt x="2155" y="40"/>
                    <a:pt x="2123" y="51"/>
                  </a:cubicBezTo>
                  <a:cubicBezTo>
                    <a:pt x="2090" y="59"/>
                    <a:pt x="2061" y="69"/>
                    <a:pt x="2032" y="80"/>
                  </a:cubicBezTo>
                  <a:cubicBezTo>
                    <a:pt x="2011" y="91"/>
                    <a:pt x="1989" y="98"/>
                    <a:pt x="1967" y="109"/>
                  </a:cubicBezTo>
                  <a:cubicBezTo>
                    <a:pt x="1898" y="142"/>
                    <a:pt x="1833" y="178"/>
                    <a:pt x="1775" y="222"/>
                  </a:cubicBezTo>
                  <a:cubicBezTo>
                    <a:pt x="1500" y="428"/>
                    <a:pt x="1341" y="747"/>
                    <a:pt x="1341" y="1091"/>
                  </a:cubicBezTo>
                  <a:lnTo>
                    <a:pt x="1341" y="1471"/>
                  </a:lnTo>
                  <a:cubicBezTo>
                    <a:pt x="1341" y="1754"/>
                    <a:pt x="1102" y="1960"/>
                    <a:pt x="819" y="1964"/>
                  </a:cubicBezTo>
                  <a:lnTo>
                    <a:pt x="609" y="1964"/>
                  </a:lnTo>
                  <a:cubicBezTo>
                    <a:pt x="323" y="1964"/>
                    <a:pt x="66" y="2166"/>
                    <a:pt x="33" y="2449"/>
                  </a:cubicBezTo>
                  <a:cubicBezTo>
                    <a:pt x="1" y="2769"/>
                    <a:pt x="251" y="3050"/>
                    <a:pt x="570" y="3050"/>
                  </a:cubicBezTo>
                  <a:cubicBezTo>
                    <a:pt x="572" y="3050"/>
                    <a:pt x="574" y="3050"/>
                    <a:pt x="576" y="3050"/>
                  </a:cubicBezTo>
                  <a:lnTo>
                    <a:pt x="917" y="3050"/>
                  </a:lnTo>
                  <a:cubicBezTo>
                    <a:pt x="1019" y="4546"/>
                    <a:pt x="2267" y="5670"/>
                    <a:pt x="3717" y="5670"/>
                  </a:cubicBezTo>
                  <a:cubicBezTo>
                    <a:pt x="3868" y="5670"/>
                    <a:pt x="4022" y="5658"/>
                    <a:pt x="4176" y="5632"/>
                  </a:cubicBezTo>
                  <a:cubicBezTo>
                    <a:pt x="2793" y="5419"/>
                    <a:pt x="1775" y="4231"/>
                    <a:pt x="1775" y="2836"/>
                  </a:cubicBezTo>
                  <a:lnTo>
                    <a:pt x="1775" y="1504"/>
                  </a:lnTo>
                  <a:lnTo>
                    <a:pt x="1775" y="1493"/>
                  </a:lnTo>
                  <a:cubicBezTo>
                    <a:pt x="1780" y="1126"/>
                    <a:pt x="2090" y="890"/>
                    <a:pt x="2413" y="890"/>
                  </a:cubicBezTo>
                  <a:cubicBezTo>
                    <a:pt x="2562" y="890"/>
                    <a:pt x="2714" y="940"/>
                    <a:pt x="2840" y="1051"/>
                  </a:cubicBezTo>
                  <a:cubicBezTo>
                    <a:pt x="3988" y="2058"/>
                    <a:pt x="5463" y="2615"/>
                    <a:pt x="6990" y="2615"/>
                  </a:cubicBezTo>
                  <a:cubicBezTo>
                    <a:pt x="6995" y="2615"/>
                    <a:pt x="7000" y="2615"/>
                    <a:pt x="7005" y="2615"/>
                  </a:cubicBezTo>
                  <a:cubicBezTo>
                    <a:pt x="7114" y="2615"/>
                    <a:pt x="7226" y="2612"/>
                    <a:pt x="7349" y="2605"/>
                  </a:cubicBezTo>
                  <a:lnTo>
                    <a:pt x="7443" y="2503"/>
                  </a:lnTo>
                  <a:cubicBezTo>
                    <a:pt x="7440" y="2203"/>
                    <a:pt x="7197" y="1964"/>
                    <a:pt x="6900" y="1964"/>
                  </a:cubicBezTo>
                  <a:lnTo>
                    <a:pt x="6650" y="1964"/>
                  </a:lnTo>
                  <a:cubicBezTo>
                    <a:pt x="6364" y="1964"/>
                    <a:pt x="6136" y="1732"/>
                    <a:pt x="6136" y="1449"/>
                  </a:cubicBezTo>
                  <a:lnTo>
                    <a:pt x="6136" y="1091"/>
                  </a:lnTo>
                  <a:cubicBezTo>
                    <a:pt x="6136" y="490"/>
                    <a:pt x="5647" y="1"/>
                    <a:pt x="504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88"/>
            <p:cNvSpPr/>
            <p:nvPr/>
          </p:nvSpPr>
          <p:spPr>
            <a:xfrm>
              <a:off x="6792981" y="3802977"/>
              <a:ext cx="152717" cy="119945"/>
            </a:xfrm>
            <a:custGeom>
              <a:rect b="b" l="l" r="r" t="t"/>
              <a:pathLst>
                <a:path extrusionOk="0" h="4575" w="5825">
                  <a:moveTo>
                    <a:pt x="2102" y="0"/>
                  </a:moveTo>
                  <a:cubicBezTo>
                    <a:pt x="1351" y="0"/>
                    <a:pt x="615" y="235"/>
                    <a:pt x="0" y="667"/>
                  </a:cubicBezTo>
                  <a:cubicBezTo>
                    <a:pt x="761" y="2999"/>
                    <a:pt x="2938" y="4575"/>
                    <a:pt x="5390" y="4575"/>
                  </a:cubicBezTo>
                  <a:cubicBezTo>
                    <a:pt x="5534" y="4575"/>
                    <a:pt x="5679" y="4567"/>
                    <a:pt x="5824" y="4556"/>
                  </a:cubicBezTo>
                  <a:lnTo>
                    <a:pt x="5824" y="3705"/>
                  </a:lnTo>
                  <a:cubicBezTo>
                    <a:pt x="5824" y="1659"/>
                    <a:pt x="4165" y="0"/>
                    <a:pt x="2119" y="0"/>
                  </a:cubicBezTo>
                  <a:cubicBezTo>
                    <a:pt x="2113" y="0"/>
                    <a:pt x="2108" y="0"/>
                    <a:pt x="210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88"/>
            <p:cNvSpPr/>
            <p:nvPr/>
          </p:nvSpPr>
          <p:spPr>
            <a:xfrm>
              <a:off x="6808921" y="3923289"/>
              <a:ext cx="10671" cy="16360"/>
            </a:xfrm>
            <a:custGeom>
              <a:rect b="b" l="l" r="r" t="t"/>
              <a:pathLst>
                <a:path extrusionOk="0" h="624" w="407">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88"/>
            <p:cNvSpPr/>
            <p:nvPr/>
          </p:nvSpPr>
          <p:spPr>
            <a:xfrm>
              <a:off x="6877480" y="3923289"/>
              <a:ext cx="10671" cy="16360"/>
            </a:xfrm>
            <a:custGeom>
              <a:rect b="b" l="l" r="r" t="t"/>
              <a:pathLst>
                <a:path extrusionOk="0" h="624"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88"/>
            <p:cNvSpPr/>
            <p:nvPr/>
          </p:nvSpPr>
          <p:spPr>
            <a:xfrm>
              <a:off x="6823681" y="3963166"/>
              <a:ext cx="49708" cy="16543"/>
            </a:xfrm>
            <a:custGeom>
              <a:rect b="b" l="l" r="r" t="t"/>
              <a:pathLst>
                <a:path extrusionOk="0" h="631" w="1896">
                  <a:moveTo>
                    <a:pt x="297" y="1"/>
                  </a:moveTo>
                  <a:cubicBezTo>
                    <a:pt x="138" y="1"/>
                    <a:pt x="1" y="206"/>
                    <a:pt x="151" y="351"/>
                  </a:cubicBezTo>
                  <a:cubicBezTo>
                    <a:pt x="325" y="525"/>
                    <a:pt x="626" y="630"/>
                    <a:pt x="948" y="630"/>
                  </a:cubicBezTo>
                  <a:cubicBezTo>
                    <a:pt x="1270" y="630"/>
                    <a:pt x="1571" y="525"/>
                    <a:pt x="1745" y="351"/>
                  </a:cubicBezTo>
                  <a:cubicBezTo>
                    <a:pt x="1896" y="206"/>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88"/>
            <p:cNvSpPr/>
            <p:nvPr/>
          </p:nvSpPr>
          <p:spPr>
            <a:xfrm>
              <a:off x="6711785" y="3797550"/>
              <a:ext cx="273606" cy="365052"/>
            </a:xfrm>
            <a:custGeom>
              <a:rect b="b" l="l" r="r" t="t"/>
              <a:pathLst>
                <a:path extrusionOk="0" h="13924" w="10436">
                  <a:moveTo>
                    <a:pt x="5215" y="409"/>
                  </a:moveTo>
                  <a:cubicBezTo>
                    <a:pt x="5789" y="409"/>
                    <a:pt x="6364" y="550"/>
                    <a:pt x="6886" y="834"/>
                  </a:cubicBezTo>
                  <a:cubicBezTo>
                    <a:pt x="8016" y="1446"/>
                    <a:pt x="8718" y="2627"/>
                    <a:pt x="8718" y="3909"/>
                  </a:cubicBezTo>
                  <a:lnTo>
                    <a:pt x="8718" y="4658"/>
                  </a:lnTo>
                  <a:cubicBezTo>
                    <a:pt x="8610" y="4608"/>
                    <a:pt x="8494" y="4579"/>
                    <a:pt x="8378" y="4579"/>
                  </a:cubicBezTo>
                  <a:lnTo>
                    <a:pt x="8048" y="4579"/>
                  </a:lnTo>
                  <a:cubicBezTo>
                    <a:pt x="7132" y="4579"/>
                    <a:pt x="6158" y="4220"/>
                    <a:pt x="5307" y="3568"/>
                  </a:cubicBezTo>
                  <a:cubicBezTo>
                    <a:pt x="4456" y="2913"/>
                    <a:pt x="3767" y="2022"/>
                    <a:pt x="3311" y="975"/>
                  </a:cubicBezTo>
                  <a:cubicBezTo>
                    <a:pt x="3888" y="598"/>
                    <a:pt x="4551" y="409"/>
                    <a:pt x="5215" y="409"/>
                  </a:cubicBezTo>
                  <a:close/>
                  <a:moveTo>
                    <a:pt x="2978" y="1221"/>
                  </a:moveTo>
                  <a:cubicBezTo>
                    <a:pt x="3463" y="2297"/>
                    <a:pt x="4177" y="3213"/>
                    <a:pt x="5060" y="3891"/>
                  </a:cubicBezTo>
                  <a:cubicBezTo>
                    <a:pt x="5984" y="4597"/>
                    <a:pt x="7045" y="4984"/>
                    <a:pt x="8052" y="4984"/>
                  </a:cubicBezTo>
                  <a:lnTo>
                    <a:pt x="8378" y="4984"/>
                  </a:lnTo>
                  <a:cubicBezTo>
                    <a:pt x="8581" y="4984"/>
                    <a:pt x="8736" y="5162"/>
                    <a:pt x="8718" y="5361"/>
                  </a:cubicBezTo>
                  <a:lnTo>
                    <a:pt x="8715" y="5361"/>
                  </a:lnTo>
                  <a:cubicBezTo>
                    <a:pt x="8697" y="5535"/>
                    <a:pt x="8534" y="5669"/>
                    <a:pt x="8345" y="5669"/>
                  </a:cubicBezTo>
                  <a:lnTo>
                    <a:pt x="8255" y="5669"/>
                  </a:lnTo>
                  <a:lnTo>
                    <a:pt x="8255" y="5654"/>
                  </a:lnTo>
                  <a:cubicBezTo>
                    <a:pt x="8255" y="5542"/>
                    <a:pt x="8164" y="5452"/>
                    <a:pt x="8052" y="5452"/>
                  </a:cubicBezTo>
                  <a:cubicBezTo>
                    <a:pt x="7936" y="5452"/>
                    <a:pt x="7846" y="5542"/>
                    <a:pt x="7846" y="5654"/>
                  </a:cubicBezTo>
                  <a:cubicBezTo>
                    <a:pt x="7846" y="7107"/>
                    <a:pt x="6668" y="8284"/>
                    <a:pt x="5216" y="8284"/>
                  </a:cubicBezTo>
                  <a:cubicBezTo>
                    <a:pt x="3764" y="8284"/>
                    <a:pt x="2587" y="7107"/>
                    <a:pt x="2587" y="5654"/>
                  </a:cubicBezTo>
                  <a:cubicBezTo>
                    <a:pt x="2587" y="5519"/>
                    <a:pt x="2485" y="5451"/>
                    <a:pt x="2384" y="5451"/>
                  </a:cubicBezTo>
                  <a:cubicBezTo>
                    <a:pt x="2283" y="5451"/>
                    <a:pt x="2181" y="5519"/>
                    <a:pt x="2181" y="5654"/>
                  </a:cubicBezTo>
                  <a:lnTo>
                    <a:pt x="2181" y="5669"/>
                  </a:lnTo>
                  <a:lnTo>
                    <a:pt x="2058" y="5669"/>
                  </a:lnTo>
                  <a:cubicBezTo>
                    <a:pt x="1855" y="5669"/>
                    <a:pt x="1696" y="5495"/>
                    <a:pt x="1718" y="5292"/>
                  </a:cubicBezTo>
                  <a:cubicBezTo>
                    <a:pt x="1736" y="5122"/>
                    <a:pt x="1899" y="4988"/>
                    <a:pt x="2087" y="4988"/>
                  </a:cubicBezTo>
                  <a:lnTo>
                    <a:pt x="2167" y="4988"/>
                  </a:lnTo>
                  <a:cubicBezTo>
                    <a:pt x="2641" y="4988"/>
                    <a:pt x="3025" y="4604"/>
                    <a:pt x="3025" y="4130"/>
                  </a:cubicBezTo>
                  <a:lnTo>
                    <a:pt x="3025" y="3912"/>
                  </a:lnTo>
                  <a:cubicBezTo>
                    <a:pt x="3021" y="3633"/>
                    <a:pt x="3155" y="3369"/>
                    <a:pt x="3380" y="3202"/>
                  </a:cubicBezTo>
                  <a:cubicBezTo>
                    <a:pt x="3556" y="3071"/>
                    <a:pt x="3428" y="2832"/>
                    <a:pt x="3258" y="2832"/>
                  </a:cubicBezTo>
                  <a:cubicBezTo>
                    <a:pt x="3218" y="2832"/>
                    <a:pt x="3175" y="2845"/>
                    <a:pt x="3134" y="2877"/>
                  </a:cubicBezTo>
                  <a:cubicBezTo>
                    <a:pt x="2808" y="3119"/>
                    <a:pt x="2616" y="3503"/>
                    <a:pt x="2616" y="3912"/>
                  </a:cubicBezTo>
                  <a:lnTo>
                    <a:pt x="2616" y="4130"/>
                  </a:lnTo>
                  <a:cubicBezTo>
                    <a:pt x="2616" y="4380"/>
                    <a:pt x="2417" y="4579"/>
                    <a:pt x="2167" y="4579"/>
                  </a:cubicBezTo>
                  <a:lnTo>
                    <a:pt x="2091" y="4579"/>
                  </a:lnTo>
                  <a:cubicBezTo>
                    <a:pt x="1960" y="4579"/>
                    <a:pt x="1830" y="4611"/>
                    <a:pt x="1718" y="4669"/>
                  </a:cubicBezTo>
                  <a:lnTo>
                    <a:pt x="1718" y="3909"/>
                  </a:lnTo>
                  <a:cubicBezTo>
                    <a:pt x="1718" y="2873"/>
                    <a:pt x="2178" y="1888"/>
                    <a:pt x="2978" y="1221"/>
                  </a:cubicBezTo>
                  <a:close/>
                  <a:moveTo>
                    <a:pt x="1725" y="6002"/>
                  </a:moveTo>
                  <a:lnTo>
                    <a:pt x="1725" y="6002"/>
                  </a:lnTo>
                  <a:cubicBezTo>
                    <a:pt x="1830" y="6053"/>
                    <a:pt x="1942" y="6078"/>
                    <a:pt x="2054" y="6078"/>
                  </a:cubicBezTo>
                  <a:lnTo>
                    <a:pt x="2207" y="6078"/>
                  </a:lnTo>
                  <a:cubicBezTo>
                    <a:pt x="2337" y="7005"/>
                    <a:pt x="2891" y="7824"/>
                    <a:pt x="3702" y="8291"/>
                  </a:cubicBezTo>
                  <a:lnTo>
                    <a:pt x="3702" y="9178"/>
                  </a:lnTo>
                  <a:cubicBezTo>
                    <a:pt x="3702" y="9417"/>
                    <a:pt x="3572" y="9642"/>
                    <a:pt x="3362" y="9758"/>
                  </a:cubicBezTo>
                  <a:cubicBezTo>
                    <a:pt x="3025" y="9435"/>
                    <a:pt x="1862" y="8164"/>
                    <a:pt x="1725" y="6002"/>
                  </a:cubicBezTo>
                  <a:close/>
                  <a:moveTo>
                    <a:pt x="9124" y="10931"/>
                  </a:moveTo>
                  <a:lnTo>
                    <a:pt x="9287" y="10986"/>
                  </a:lnTo>
                  <a:cubicBezTo>
                    <a:pt x="9461" y="11047"/>
                    <a:pt x="9617" y="11152"/>
                    <a:pt x="9736" y="11286"/>
                  </a:cubicBezTo>
                  <a:lnTo>
                    <a:pt x="9124" y="11811"/>
                  </a:lnTo>
                  <a:lnTo>
                    <a:pt x="9124" y="10931"/>
                  </a:lnTo>
                  <a:close/>
                  <a:moveTo>
                    <a:pt x="2829" y="10392"/>
                  </a:moveTo>
                  <a:cubicBezTo>
                    <a:pt x="3242" y="11344"/>
                    <a:pt x="4180" y="11960"/>
                    <a:pt x="5216" y="11960"/>
                  </a:cubicBezTo>
                  <a:cubicBezTo>
                    <a:pt x="5221" y="11960"/>
                    <a:pt x="5226" y="11960"/>
                    <a:pt x="5231" y="11960"/>
                  </a:cubicBezTo>
                  <a:cubicBezTo>
                    <a:pt x="5838" y="11960"/>
                    <a:pt x="6430" y="11739"/>
                    <a:pt x="6893" y="11344"/>
                  </a:cubicBezTo>
                  <a:cubicBezTo>
                    <a:pt x="6973" y="11482"/>
                    <a:pt x="7052" y="11616"/>
                    <a:pt x="7132" y="11750"/>
                  </a:cubicBezTo>
                  <a:cubicBezTo>
                    <a:pt x="6560" y="12209"/>
                    <a:pt x="5886" y="12425"/>
                    <a:pt x="5221" y="12425"/>
                  </a:cubicBezTo>
                  <a:cubicBezTo>
                    <a:pt x="4043" y="12425"/>
                    <a:pt x="2892" y="11747"/>
                    <a:pt x="2388" y="10547"/>
                  </a:cubicBezTo>
                  <a:lnTo>
                    <a:pt x="2829" y="10392"/>
                  </a:lnTo>
                  <a:close/>
                  <a:moveTo>
                    <a:pt x="5216" y="1"/>
                  </a:moveTo>
                  <a:cubicBezTo>
                    <a:pt x="3058" y="1"/>
                    <a:pt x="1308" y="1750"/>
                    <a:pt x="1308" y="3909"/>
                  </a:cubicBezTo>
                  <a:lnTo>
                    <a:pt x="1308" y="5582"/>
                  </a:lnTo>
                  <a:cubicBezTo>
                    <a:pt x="1308" y="7139"/>
                    <a:pt x="1819" y="8298"/>
                    <a:pt x="2246" y="8994"/>
                  </a:cubicBezTo>
                  <a:cubicBezTo>
                    <a:pt x="2446" y="9323"/>
                    <a:pt x="2681" y="9635"/>
                    <a:pt x="2949" y="9917"/>
                  </a:cubicBezTo>
                  <a:lnTo>
                    <a:pt x="1008" y="10602"/>
                  </a:lnTo>
                  <a:cubicBezTo>
                    <a:pt x="403" y="10815"/>
                    <a:pt x="1" y="11388"/>
                    <a:pt x="1" y="12029"/>
                  </a:cubicBezTo>
                  <a:lnTo>
                    <a:pt x="1" y="13716"/>
                  </a:lnTo>
                  <a:cubicBezTo>
                    <a:pt x="1" y="13852"/>
                    <a:pt x="102" y="13920"/>
                    <a:pt x="204" y="13920"/>
                  </a:cubicBezTo>
                  <a:cubicBezTo>
                    <a:pt x="305" y="13920"/>
                    <a:pt x="407" y="13852"/>
                    <a:pt x="407" y="13716"/>
                  </a:cubicBezTo>
                  <a:lnTo>
                    <a:pt x="407" y="12029"/>
                  </a:lnTo>
                  <a:cubicBezTo>
                    <a:pt x="407" y="11895"/>
                    <a:pt x="432" y="11761"/>
                    <a:pt x="479" y="11637"/>
                  </a:cubicBezTo>
                  <a:lnTo>
                    <a:pt x="1511" y="12521"/>
                  </a:lnTo>
                  <a:cubicBezTo>
                    <a:pt x="1656" y="12648"/>
                    <a:pt x="1743" y="12833"/>
                    <a:pt x="1743" y="13028"/>
                  </a:cubicBezTo>
                  <a:lnTo>
                    <a:pt x="1743" y="13716"/>
                  </a:lnTo>
                  <a:cubicBezTo>
                    <a:pt x="1743" y="13852"/>
                    <a:pt x="1844" y="13920"/>
                    <a:pt x="1946" y="13920"/>
                  </a:cubicBezTo>
                  <a:cubicBezTo>
                    <a:pt x="2047" y="13920"/>
                    <a:pt x="2149" y="13852"/>
                    <a:pt x="2149" y="13716"/>
                  </a:cubicBezTo>
                  <a:lnTo>
                    <a:pt x="2149" y="13028"/>
                  </a:lnTo>
                  <a:cubicBezTo>
                    <a:pt x="2149" y="12717"/>
                    <a:pt x="2011" y="12416"/>
                    <a:pt x="1776" y="12213"/>
                  </a:cubicBezTo>
                  <a:lnTo>
                    <a:pt x="693" y="11286"/>
                  </a:lnTo>
                  <a:cubicBezTo>
                    <a:pt x="816" y="11152"/>
                    <a:pt x="971" y="11051"/>
                    <a:pt x="1142" y="10989"/>
                  </a:cubicBezTo>
                  <a:lnTo>
                    <a:pt x="2004" y="10685"/>
                  </a:lnTo>
                  <a:cubicBezTo>
                    <a:pt x="2568" y="12056"/>
                    <a:pt x="3876" y="12835"/>
                    <a:pt x="5221" y="12835"/>
                  </a:cubicBezTo>
                  <a:cubicBezTo>
                    <a:pt x="5957" y="12835"/>
                    <a:pt x="6704" y="12602"/>
                    <a:pt x="7346" y="12105"/>
                  </a:cubicBezTo>
                  <a:cubicBezTo>
                    <a:pt x="7621" y="12586"/>
                    <a:pt x="7846" y="13079"/>
                    <a:pt x="7846" y="13720"/>
                  </a:cubicBezTo>
                  <a:cubicBezTo>
                    <a:pt x="7846" y="13856"/>
                    <a:pt x="7947" y="13924"/>
                    <a:pt x="8048" y="13924"/>
                  </a:cubicBezTo>
                  <a:cubicBezTo>
                    <a:pt x="8150" y="13924"/>
                    <a:pt x="8251" y="13856"/>
                    <a:pt x="8251" y="13720"/>
                  </a:cubicBezTo>
                  <a:cubicBezTo>
                    <a:pt x="8251" y="12815"/>
                    <a:pt x="7864" y="12170"/>
                    <a:pt x="7487" y="11551"/>
                  </a:cubicBezTo>
                  <a:cubicBezTo>
                    <a:pt x="7096" y="10902"/>
                    <a:pt x="6726" y="10290"/>
                    <a:pt x="6726" y="9359"/>
                  </a:cubicBezTo>
                  <a:lnTo>
                    <a:pt x="6726" y="9142"/>
                  </a:lnTo>
                  <a:cubicBezTo>
                    <a:pt x="6726" y="9006"/>
                    <a:pt x="6625" y="8938"/>
                    <a:pt x="6524" y="8938"/>
                  </a:cubicBezTo>
                  <a:cubicBezTo>
                    <a:pt x="6422" y="8938"/>
                    <a:pt x="6321" y="9006"/>
                    <a:pt x="6321" y="9142"/>
                  </a:cubicBezTo>
                  <a:lnTo>
                    <a:pt x="6321" y="9359"/>
                  </a:lnTo>
                  <a:cubicBezTo>
                    <a:pt x="6317" y="9921"/>
                    <a:pt x="6448" y="10475"/>
                    <a:pt x="6701" y="10975"/>
                  </a:cubicBezTo>
                  <a:cubicBezTo>
                    <a:pt x="6272" y="11368"/>
                    <a:pt x="5743" y="11554"/>
                    <a:pt x="5220" y="11554"/>
                  </a:cubicBezTo>
                  <a:cubicBezTo>
                    <a:pt x="4396" y="11554"/>
                    <a:pt x="3588" y="11093"/>
                    <a:pt x="3213" y="10258"/>
                  </a:cubicBezTo>
                  <a:lnTo>
                    <a:pt x="3394" y="10192"/>
                  </a:lnTo>
                  <a:cubicBezTo>
                    <a:pt x="3825" y="10040"/>
                    <a:pt x="4112" y="9635"/>
                    <a:pt x="4112" y="9178"/>
                  </a:cubicBezTo>
                  <a:lnTo>
                    <a:pt x="4112" y="8487"/>
                  </a:lnTo>
                  <a:cubicBezTo>
                    <a:pt x="4477" y="8629"/>
                    <a:pt x="4850" y="8695"/>
                    <a:pt x="5215" y="8695"/>
                  </a:cubicBezTo>
                  <a:cubicBezTo>
                    <a:pt x="6675" y="8695"/>
                    <a:pt x="8006" y="7631"/>
                    <a:pt x="8226" y="6078"/>
                  </a:cubicBezTo>
                  <a:lnTo>
                    <a:pt x="8345" y="6078"/>
                  </a:lnTo>
                  <a:cubicBezTo>
                    <a:pt x="8476" y="6078"/>
                    <a:pt x="8602" y="6046"/>
                    <a:pt x="8718" y="5988"/>
                  </a:cubicBezTo>
                  <a:lnTo>
                    <a:pt x="8718" y="13720"/>
                  </a:lnTo>
                  <a:cubicBezTo>
                    <a:pt x="8718" y="13856"/>
                    <a:pt x="8820" y="13924"/>
                    <a:pt x="8921" y="13924"/>
                  </a:cubicBezTo>
                  <a:cubicBezTo>
                    <a:pt x="9023" y="13924"/>
                    <a:pt x="9124" y="13856"/>
                    <a:pt x="9124" y="13720"/>
                  </a:cubicBezTo>
                  <a:lnTo>
                    <a:pt x="9124" y="12351"/>
                  </a:lnTo>
                  <a:lnTo>
                    <a:pt x="9953" y="11641"/>
                  </a:lnTo>
                  <a:cubicBezTo>
                    <a:pt x="10000" y="11768"/>
                    <a:pt x="10026" y="11898"/>
                    <a:pt x="10026" y="12032"/>
                  </a:cubicBezTo>
                  <a:lnTo>
                    <a:pt x="10026" y="13720"/>
                  </a:lnTo>
                  <a:cubicBezTo>
                    <a:pt x="10026" y="13856"/>
                    <a:pt x="10127" y="13924"/>
                    <a:pt x="10229" y="13924"/>
                  </a:cubicBezTo>
                  <a:cubicBezTo>
                    <a:pt x="10330" y="13924"/>
                    <a:pt x="10431" y="13856"/>
                    <a:pt x="10431" y="13720"/>
                  </a:cubicBezTo>
                  <a:lnTo>
                    <a:pt x="10431" y="12032"/>
                  </a:lnTo>
                  <a:cubicBezTo>
                    <a:pt x="10435" y="11388"/>
                    <a:pt x="10029" y="10815"/>
                    <a:pt x="9425" y="10602"/>
                  </a:cubicBezTo>
                  <a:lnTo>
                    <a:pt x="9124" y="10497"/>
                  </a:lnTo>
                  <a:lnTo>
                    <a:pt x="9124" y="3909"/>
                  </a:lnTo>
                  <a:cubicBezTo>
                    <a:pt x="9124"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88"/>
            <p:cNvSpPr/>
            <p:nvPr/>
          </p:nvSpPr>
          <p:spPr>
            <a:xfrm>
              <a:off x="6795078" y="3900348"/>
              <a:ext cx="32667" cy="16543"/>
            </a:xfrm>
            <a:custGeom>
              <a:rect b="b" l="l" r="r" t="t"/>
              <a:pathLst>
                <a:path extrusionOk="0" h="631" w="1246">
                  <a:moveTo>
                    <a:pt x="958" y="0"/>
                  </a:moveTo>
                  <a:cubicBezTo>
                    <a:pt x="935" y="0"/>
                    <a:pt x="910" y="4"/>
                    <a:pt x="884" y="13"/>
                  </a:cubicBezTo>
                  <a:lnTo>
                    <a:pt x="232" y="230"/>
                  </a:lnTo>
                  <a:cubicBezTo>
                    <a:pt x="0" y="309"/>
                    <a:pt x="80" y="631"/>
                    <a:pt x="289" y="631"/>
                  </a:cubicBezTo>
                  <a:cubicBezTo>
                    <a:pt x="312" y="631"/>
                    <a:pt x="336" y="627"/>
                    <a:pt x="362" y="618"/>
                  </a:cubicBezTo>
                  <a:lnTo>
                    <a:pt x="1014" y="401"/>
                  </a:lnTo>
                  <a:cubicBezTo>
                    <a:pt x="1246" y="322"/>
                    <a:pt x="1166" y="0"/>
                    <a:pt x="9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5" name="Google Shape;18565;p88"/>
          <p:cNvGrpSpPr/>
          <p:nvPr/>
        </p:nvGrpSpPr>
        <p:grpSpPr>
          <a:xfrm>
            <a:off x="7156067" y="2431198"/>
            <a:ext cx="285089" cy="364948"/>
            <a:chOff x="7156067" y="2431198"/>
            <a:chExt cx="285089" cy="364948"/>
          </a:xfrm>
        </p:grpSpPr>
        <p:sp>
          <p:nvSpPr>
            <p:cNvPr id="18566" name="Google Shape;18566;p88"/>
            <p:cNvSpPr/>
            <p:nvPr/>
          </p:nvSpPr>
          <p:spPr>
            <a:xfrm>
              <a:off x="7218648" y="2436599"/>
              <a:ext cx="160032" cy="68585"/>
            </a:xfrm>
            <a:custGeom>
              <a:rect b="b" l="l" r="r" t="t"/>
              <a:pathLst>
                <a:path extrusionOk="0" h="2616" w="6104">
                  <a:moveTo>
                    <a:pt x="2615" y="1"/>
                  </a:moveTo>
                  <a:cubicBezTo>
                    <a:pt x="1170" y="1"/>
                    <a:pt x="1" y="1171"/>
                    <a:pt x="1" y="2616"/>
                  </a:cubicBezTo>
                  <a:lnTo>
                    <a:pt x="6103" y="2616"/>
                  </a:lnTo>
                  <a:cubicBezTo>
                    <a:pt x="6103" y="1171"/>
                    <a:pt x="4930" y="1"/>
                    <a:pt x="34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88"/>
            <p:cNvSpPr/>
            <p:nvPr/>
          </p:nvSpPr>
          <p:spPr>
            <a:xfrm>
              <a:off x="7161494" y="2619388"/>
              <a:ext cx="274235" cy="171515"/>
            </a:xfrm>
            <a:custGeom>
              <a:rect b="b" l="l" r="r" t="t"/>
              <a:pathLst>
                <a:path extrusionOk="0" h="6542" w="10460">
                  <a:moveTo>
                    <a:pt x="3705" y="1"/>
                  </a:moveTo>
                  <a:lnTo>
                    <a:pt x="3705" y="1257"/>
                  </a:lnTo>
                  <a:cubicBezTo>
                    <a:pt x="3705" y="1547"/>
                    <a:pt x="3513" y="1801"/>
                    <a:pt x="3235" y="1884"/>
                  </a:cubicBezTo>
                  <a:lnTo>
                    <a:pt x="938" y="2558"/>
                  </a:lnTo>
                  <a:cubicBezTo>
                    <a:pt x="381" y="2724"/>
                    <a:pt x="0" y="3235"/>
                    <a:pt x="0" y="3814"/>
                  </a:cubicBezTo>
                  <a:lnTo>
                    <a:pt x="0" y="6542"/>
                  </a:lnTo>
                  <a:lnTo>
                    <a:pt x="10460" y="6542"/>
                  </a:lnTo>
                  <a:lnTo>
                    <a:pt x="10460" y="3814"/>
                  </a:lnTo>
                  <a:cubicBezTo>
                    <a:pt x="10460" y="3235"/>
                    <a:pt x="10080" y="2724"/>
                    <a:pt x="9522" y="2558"/>
                  </a:cubicBezTo>
                  <a:lnTo>
                    <a:pt x="7226" y="1884"/>
                  </a:lnTo>
                  <a:cubicBezTo>
                    <a:pt x="6947" y="1801"/>
                    <a:pt x="6755" y="1547"/>
                    <a:pt x="6755" y="1257"/>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88"/>
            <p:cNvSpPr/>
            <p:nvPr/>
          </p:nvSpPr>
          <p:spPr>
            <a:xfrm>
              <a:off x="7161494" y="2671534"/>
              <a:ext cx="274340" cy="119368"/>
            </a:xfrm>
            <a:custGeom>
              <a:rect b="b" l="l" r="r" t="t"/>
              <a:pathLst>
                <a:path extrusionOk="0" h="4553" w="10464">
                  <a:moveTo>
                    <a:pt x="2880" y="0"/>
                  </a:moveTo>
                  <a:lnTo>
                    <a:pt x="938" y="569"/>
                  </a:lnTo>
                  <a:cubicBezTo>
                    <a:pt x="381" y="735"/>
                    <a:pt x="0" y="1246"/>
                    <a:pt x="0" y="1825"/>
                  </a:cubicBezTo>
                  <a:lnTo>
                    <a:pt x="0" y="4553"/>
                  </a:lnTo>
                  <a:lnTo>
                    <a:pt x="10463" y="4553"/>
                  </a:lnTo>
                  <a:lnTo>
                    <a:pt x="10463" y="1825"/>
                  </a:lnTo>
                  <a:cubicBezTo>
                    <a:pt x="10460" y="1246"/>
                    <a:pt x="10080" y="735"/>
                    <a:pt x="9522" y="569"/>
                  </a:cubicBezTo>
                  <a:lnTo>
                    <a:pt x="7584" y="0"/>
                  </a:lnTo>
                  <a:cubicBezTo>
                    <a:pt x="7363" y="1123"/>
                    <a:pt x="6378" y="1938"/>
                    <a:pt x="5230" y="1938"/>
                  </a:cubicBezTo>
                  <a:cubicBezTo>
                    <a:pt x="4086" y="1938"/>
                    <a:pt x="3101" y="1123"/>
                    <a:pt x="288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88"/>
            <p:cNvSpPr/>
            <p:nvPr/>
          </p:nvSpPr>
          <p:spPr>
            <a:xfrm>
              <a:off x="7258630" y="2619388"/>
              <a:ext cx="79963" cy="34345"/>
            </a:xfrm>
            <a:custGeom>
              <a:rect b="b" l="l" r="r" t="t"/>
              <a:pathLst>
                <a:path extrusionOk="0" h="1310" w="3050">
                  <a:moveTo>
                    <a:pt x="0" y="1"/>
                  </a:moveTo>
                  <a:lnTo>
                    <a:pt x="0" y="924"/>
                  </a:lnTo>
                  <a:cubicBezTo>
                    <a:pt x="477" y="1181"/>
                    <a:pt x="1001" y="1310"/>
                    <a:pt x="1525" y="1310"/>
                  </a:cubicBezTo>
                  <a:cubicBezTo>
                    <a:pt x="2049" y="1310"/>
                    <a:pt x="2574" y="1181"/>
                    <a:pt x="3050" y="924"/>
                  </a:cubicBezTo>
                  <a:lnTo>
                    <a:pt x="305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88"/>
            <p:cNvSpPr/>
            <p:nvPr/>
          </p:nvSpPr>
          <p:spPr>
            <a:xfrm>
              <a:off x="7201476" y="2505158"/>
              <a:ext cx="194298" cy="131533"/>
            </a:xfrm>
            <a:custGeom>
              <a:rect b="b" l="l" r="r" t="t"/>
              <a:pathLst>
                <a:path extrusionOk="0" h="5017" w="7411">
                  <a:moveTo>
                    <a:pt x="873" y="1"/>
                  </a:moveTo>
                  <a:lnTo>
                    <a:pt x="873" y="1308"/>
                  </a:lnTo>
                  <a:lnTo>
                    <a:pt x="547" y="1308"/>
                  </a:lnTo>
                  <a:cubicBezTo>
                    <a:pt x="243" y="1308"/>
                    <a:pt x="0" y="1551"/>
                    <a:pt x="0" y="1851"/>
                  </a:cubicBezTo>
                  <a:cubicBezTo>
                    <a:pt x="0" y="2152"/>
                    <a:pt x="243" y="2398"/>
                    <a:pt x="547" y="2398"/>
                  </a:cubicBezTo>
                  <a:lnTo>
                    <a:pt x="884" y="2398"/>
                  </a:lnTo>
                  <a:cubicBezTo>
                    <a:pt x="992" y="3876"/>
                    <a:pt x="2224" y="5017"/>
                    <a:pt x="3705" y="5017"/>
                  </a:cubicBezTo>
                  <a:cubicBezTo>
                    <a:pt x="5186" y="5017"/>
                    <a:pt x="6418" y="3876"/>
                    <a:pt x="6526" y="2398"/>
                  </a:cubicBezTo>
                  <a:lnTo>
                    <a:pt x="6867" y="2398"/>
                  </a:lnTo>
                  <a:cubicBezTo>
                    <a:pt x="7167" y="2398"/>
                    <a:pt x="7410" y="2152"/>
                    <a:pt x="7410" y="1851"/>
                  </a:cubicBezTo>
                  <a:cubicBezTo>
                    <a:pt x="7410" y="1551"/>
                    <a:pt x="7167" y="1308"/>
                    <a:pt x="6867" y="1308"/>
                  </a:cubicBezTo>
                  <a:lnTo>
                    <a:pt x="6541" y="1308"/>
                  </a:lnTo>
                  <a:lnTo>
                    <a:pt x="654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88"/>
            <p:cNvSpPr/>
            <p:nvPr/>
          </p:nvSpPr>
          <p:spPr>
            <a:xfrm>
              <a:off x="7200610" y="2516563"/>
              <a:ext cx="160871" cy="120076"/>
            </a:xfrm>
            <a:custGeom>
              <a:rect b="b" l="l" r="r" t="t"/>
              <a:pathLst>
                <a:path extrusionOk="0" h="4580" w="6136">
                  <a:moveTo>
                    <a:pt x="906" y="0"/>
                  </a:moveTo>
                  <a:lnTo>
                    <a:pt x="906" y="873"/>
                  </a:lnTo>
                  <a:lnTo>
                    <a:pt x="609" y="873"/>
                  </a:lnTo>
                  <a:cubicBezTo>
                    <a:pt x="323" y="873"/>
                    <a:pt x="66" y="1080"/>
                    <a:pt x="37" y="1362"/>
                  </a:cubicBezTo>
                  <a:cubicBezTo>
                    <a:pt x="0" y="1684"/>
                    <a:pt x="254" y="1963"/>
                    <a:pt x="580" y="1963"/>
                  </a:cubicBezTo>
                  <a:lnTo>
                    <a:pt x="917" y="1963"/>
                  </a:lnTo>
                  <a:cubicBezTo>
                    <a:pt x="1022" y="3459"/>
                    <a:pt x="2269" y="4580"/>
                    <a:pt x="3717" y="4580"/>
                  </a:cubicBezTo>
                  <a:cubicBezTo>
                    <a:pt x="3868" y="4580"/>
                    <a:pt x="4022" y="4567"/>
                    <a:pt x="4176" y="4542"/>
                  </a:cubicBezTo>
                  <a:cubicBezTo>
                    <a:pt x="2796" y="4328"/>
                    <a:pt x="1779" y="3144"/>
                    <a:pt x="1779" y="1746"/>
                  </a:cubicBezTo>
                  <a:cubicBezTo>
                    <a:pt x="1775" y="1384"/>
                    <a:pt x="2068" y="1091"/>
                    <a:pt x="2431" y="1091"/>
                  </a:cubicBezTo>
                  <a:lnTo>
                    <a:pt x="5697" y="1091"/>
                  </a:lnTo>
                  <a:cubicBezTo>
                    <a:pt x="5940" y="1091"/>
                    <a:pt x="6136" y="895"/>
                    <a:pt x="6136" y="656"/>
                  </a:cubicBezTo>
                  <a:lnTo>
                    <a:pt x="613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88"/>
            <p:cNvSpPr/>
            <p:nvPr/>
          </p:nvSpPr>
          <p:spPr>
            <a:xfrm>
              <a:off x="7224337" y="2505158"/>
              <a:ext cx="148548" cy="22809"/>
            </a:xfrm>
            <a:custGeom>
              <a:rect b="b" l="l" r="r" t="t"/>
              <a:pathLst>
                <a:path extrusionOk="0" h="870" w="5666">
                  <a:moveTo>
                    <a:pt x="1" y="1"/>
                  </a:moveTo>
                  <a:lnTo>
                    <a:pt x="1" y="870"/>
                  </a:lnTo>
                  <a:lnTo>
                    <a:pt x="5665" y="870"/>
                  </a:lnTo>
                  <a:lnTo>
                    <a:pt x="5665"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88"/>
            <p:cNvSpPr/>
            <p:nvPr/>
          </p:nvSpPr>
          <p:spPr>
            <a:xfrm>
              <a:off x="7218648" y="2436599"/>
              <a:ext cx="100020" cy="68585"/>
            </a:xfrm>
            <a:custGeom>
              <a:rect b="b" l="l" r="r" t="t"/>
              <a:pathLst>
                <a:path extrusionOk="0" h="2616" w="3815">
                  <a:moveTo>
                    <a:pt x="2615" y="1"/>
                  </a:moveTo>
                  <a:cubicBezTo>
                    <a:pt x="1170" y="1"/>
                    <a:pt x="1" y="1171"/>
                    <a:pt x="1" y="2616"/>
                  </a:cubicBezTo>
                  <a:lnTo>
                    <a:pt x="1525" y="2616"/>
                  </a:lnTo>
                  <a:cubicBezTo>
                    <a:pt x="1525" y="1297"/>
                    <a:pt x="2507" y="186"/>
                    <a:pt x="3814" y="23"/>
                  </a:cubicBezTo>
                  <a:cubicBezTo>
                    <a:pt x="3706" y="8"/>
                    <a:pt x="3597" y="1"/>
                    <a:pt x="348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88"/>
            <p:cNvSpPr/>
            <p:nvPr/>
          </p:nvSpPr>
          <p:spPr>
            <a:xfrm>
              <a:off x="7220457" y="2671534"/>
              <a:ext cx="156309" cy="67903"/>
            </a:xfrm>
            <a:custGeom>
              <a:rect b="b" l="l" r="r" t="t"/>
              <a:pathLst>
                <a:path extrusionOk="0" h="2590" w="5962">
                  <a:moveTo>
                    <a:pt x="631" y="0"/>
                  </a:moveTo>
                  <a:lnTo>
                    <a:pt x="0" y="185"/>
                  </a:lnTo>
                  <a:cubicBezTo>
                    <a:pt x="305" y="1590"/>
                    <a:pt x="1547" y="2590"/>
                    <a:pt x="2981" y="2590"/>
                  </a:cubicBezTo>
                  <a:cubicBezTo>
                    <a:pt x="4419" y="2590"/>
                    <a:pt x="5658" y="1590"/>
                    <a:pt x="5962" y="185"/>
                  </a:cubicBezTo>
                  <a:lnTo>
                    <a:pt x="5335" y="0"/>
                  </a:lnTo>
                  <a:cubicBezTo>
                    <a:pt x="5114" y="1123"/>
                    <a:pt x="4129" y="1938"/>
                    <a:pt x="2981" y="1938"/>
                  </a:cubicBezTo>
                  <a:cubicBezTo>
                    <a:pt x="1837" y="1938"/>
                    <a:pt x="852" y="1123"/>
                    <a:pt x="63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88"/>
            <p:cNvSpPr/>
            <p:nvPr/>
          </p:nvSpPr>
          <p:spPr>
            <a:xfrm>
              <a:off x="7258918" y="2539818"/>
              <a:ext cx="10749" cy="16386"/>
            </a:xfrm>
            <a:custGeom>
              <a:rect b="b" l="l" r="r" t="t"/>
              <a:pathLst>
                <a:path extrusionOk="0" h="625" w="410">
                  <a:moveTo>
                    <a:pt x="207" y="1"/>
                  </a:moveTo>
                  <a:cubicBezTo>
                    <a:pt x="91" y="1"/>
                    <a:pt x="0" y="91"/>
                    <a:pt x="0" y="204"/>
                  </a:cubicBezTo>
                  <a:lnTo>
                    <a:pt x="0" y="421"/>
                  </a:lnTo>
                  <a:cubicBezTo>
                    <a:pt x="0" y="557"/>
                    <a:pt x="103" y="625"/>
                    <a:pt x="205" y="625"/>
                  </a:cubicBezTo>
                  <a:cubicBezTo>
                    <a:pt x="307" y="625"/>
                    <a:pt x="409" y="557"/>
                    <a:pt x="409" y="421"/>
                  </a:cubicBezTo>
                  <a:lnTo>
                    <a:pt x="409" y="204"/>
                  </a:lnTo>
                  <a:cubicBezTo>
                    <a:pt x="409"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88"/>
            <p:cNvSpPr/>
            <p:nvPr/>
          </p:nvSpPr>
          <p:spPr>
            <a:xfrm>
              <a:off x="7327556" y="2539818"/>
              <a:ext cx="10749" cy="16386"/>
            </a:xfrm>
            <a:custGeom>
              <a:rect b="b" l="l" r="r" t="t"/>
              <a:pathLst>
                <a:path extrusionOk="0" h="625" w="410">
                  <a:moveTo>
                    <a:pt x="204" y="1"/>
                  </a:moveTo>
                  <a:cubicBezTo>
                    <a:pt x="91" y="1"/>
                    <a:pt x="1" y="91"/>
                    <a:pt x="1" y="204"/>
                  </a:cubicBezTo>
                  <a:lnTo>
                    <a:pt x="1" y="421"/>
                  </a:lnTo>
                  <a:cubicBezTo>
                    <a:pt x="1" y="557"/>
                    <a:pt x="103" y="625"/>
                    <a:pt x="205" y="625"/>
                  </a:cubicBezTo>
                  <a:cubicBezTo>
                    <a:pt x="308" y="625"/>
                    <a:pt x="410" y="557"/>
                    <a:pt x="410" y="421"/>
                  </a:cubicBezTo>
                  <a:lnTo>
                    <a:pt x="410" y="204"/>
                  </a:lnTo>
                  <a:cubicBezTo>
                    <a:pt x="410"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88"/>
            <p:cNvSpPr/>
            <p:nvPr/>
          </p:nvSpPr>
          <p:spPr>
            <a:xfrm>
              <a:off x="7156067" y="2431198"/>
              <a:ext cx="285089" cy="364948"/>
            </a:xfrm>
            <a:custGeom>
              <a:rect b="b" l="l" r="r" t="t"/>
              <a:pathLst>
                <a:path extrusionOk="0" h="13920" w="10874">
                  <a:moveTo>
                    <a:pt x="5875" y="410"/>
                  </a:moveTo>
                  <a:cubicBezTo>
                    <a:pt x="6788" y="410"/>
                    <a:pt x="7625" y="928"/>
                    <a:pt x="8030" y="1746"/>
                  </a:cubicBezTo>
                  <a:lnTo>
                    <a:pt x="7617" y="1746"/>
                  </a:lnTo>
                  <a:cubicBezTo>
                    <a:pt x="7346" y="1746"/>
                    <a:pt x="7346" y="2152"/>
                    <a:pt x="7617" y="2152"/>
                  </a:cubicBezTo>
                  <a:lnTo>
                    <a:pt x="8190" y="2152"/>
                  </a:lnTo>
                  <a:cubicBezTo>
                    <a:pt x="8233" y="2304"/>
                    <a:pt x="8262" y="2460"/>
                    <a:pt x="8277" y="2615"/>
                  </a:cubicBezTo>
                  <a:lnTo>
                    <a:pt x="2598" y="2615"/>
                  </a:lnTo>
                  <a:cubicBezTo>
                    <a:pt x="2706" y="1369"/>
                    <a:pt x="3749" y="410"/>
                    <a:pt x="5002" y="410"/>
                  </a:cubicBezTo>
                  <a:close/>
                  <a:moveTo>
                    <a:pt x="8066" y="3025"/>
                  </a:moveTo>
                  <a:lnTo>
                    <a:pt x="8066" y="3488"/>
                  </a:lnTo>
                  <a:lnTo>
                    <a:pt x="7835" y="3488"/>
                  </a:lnTo>
                  <a:cubicBezTo>
                    <a:pt x="7563" y="3488"/>
                    <a:pt x="7563" y="3897"/>
                    <a:pt x="7835" y="3897"/>
                  </a:cubicBezTo>
                  <a:lnTo>
                    <a:pt x="8066" y="3897"/>
                  </a:lnTo>
                  <a:lnTo>
                    <a:pt x="8066" y="4129"/>
                  </a:lnTo>
                  <a:cubicBezTo>
                    <a:pt x="8066" y="4241"/>
                    <a:pt x="8157" y="4332"/>
                    <a:pt x="8269" y="4332"/>
                  </a:cubicBezTo>
                  <a:lnTo>
                    <a:pt x="8599" y="4332"/>
                  </a:lnTo>
                  <a:cubicBezTo>
                    <a:pt x="8798" y="4332"/>
                    <a:pt x="8957" y="4506"/>
                    <a:pt x="8936" y="4709"/>
                  </a:cubicBezTo>
                  <a:cubicBezTo>
                    <a:pt x="8918" y="4879"/>
                    <a:pt x="8755" y="5013"/>
                    <a:pt x="8566" y="5013"/>
                  </a:cubicBezTo>
                  <a:lnTo>
                    <a:pt x="8476" y="5013"/>
                  </a:lnTo>
                  <a:lnTo>
                    <a:pt x="8476" y="5002"/>
                  </a:lnTo>
                  <a:cubicBezTo>
                    <a:pt x="8476" y="4890"/>
                    <a:pt x="8385" y="4799"/>
                    <a:pt x="8273" y="4799"/>
                  </a:cubicBezTo>
                  <a:cubicBezTo>
                    <a:pt x="8161" y="4799"/>
                    <a:pt x="8066" y="4890"/>
                    <a:pt x="8066" y="5002"/>
                  </a:cubicBezTo>
                  <a:cubicBezTo>
                    <a:pt x="8066" y="6454"/>
                    <a:pt x="6889" y="7631"/>
                    <a:pt x="5437" y="7631"/>
                  </a:cubicBezTo>
                  <a:cubicBezTo>
                    <a:pt x="3985" y="7631"/>
                    <a:pt x="2808" y="6454"/>
                    <a:pt x="2808" y="5002"/>
                  </a:cubicBezTo>
                  <a:lnTo>
                    <a:pt x="2808" y="4998"/>
                  </a:lnTo>
                  <a:cubicBezTo>
                    <a:pt x="2808" y="4864"/>
                    <a:pt x="2706" y="4797"/>
                    <a:pt x="2605" y="4797"/>
                  </a:cubicBezTo>
                  <a:cubicBezTo>
                    <a:pt x="2504" y="4797"/>
                    <a:pt x="2402" y="4864"/>
                    <a:pt x="2402" y="4998"/>
                  </a:cubicBezTo>
                  <a:lnTo>
                    <a:pt x="2402" y="5013"/>
                  </a:lnTo>
                  <a:lnTo>
                    <a:pt x="2279" y="5013"/>
                  </a:lnTo>
                  <a:cubicBezTo>
                    <a:pt x="2076" y="5013"/>
                    <a:pt x="1917" y="4839"/>
                    <a:pt x="1939" y="4636"/>
                  </a:cubicBezTo>
                  <a:cubicBezTo>
                    <a:pt x="1957" y="4466"/>
                    <a:pt x="2120" y="4332"/>
                    <a:pt x="2308" y="4332"/>
                  </a:cubicBezTo>
                  <a:lnTo>
                    <a:pt x="2605" y="4332"/>
                  </a:lnTo>
                  <a:cubicBezTo>
                    <a:pt x="2717" y="4332"/>
                    <a:pt x="2808" y="4241"/>
                    <a:pt x="2808" y="4129"/>
                  </a:cubicBezTo>
                  <a:lnTo>
                    <a:pt x="2808" y="3897"/>
                  </a:lnTo>
                  <a:lnTo>
                    <a:pt x="6962" y="3897"/>
                  </a:lnTo>
                  <a:cubicBezTo>
                    <a:pt x="7233" y="3897"/>
                    <a:pt x="7233" y="3488"/>
                    <a:pt x="6962" y="3488"/>
                  </a:cubicBezTo>
                  <a:lnTo>
                    <a:pt x="2808" y="3488"/>
                  </a:lnTo>
                  <a:lnTo>
                    <a:pt x="2808" y="3025"/>
                  </a:lnTo>
                  <a:close/>
                  <a:moveTo>
                    <a:pt x="5002" y="0"/>
                  </a:moveTo>
                  <a:cubicBezTo>
                    <a:pt x="3525" y="4"/>
                    <a:pt x="2297" y="1145"/>
                    <a:pt x="2188" y="2615"/>
                  </a:cubicBezTo>
                  <a:lnTo>
                    <a:pt x="642" y="2615"/>
                  </a:lnTo>
                  <a:cubicBezTo>
                    <a:pt x="370" y="2615"/>
                    <a:pt x="370" y="3025"/>
                    <a:pt x="642" y="3025"/>
                  </a:cubicBezTo>
                  <a:lnTo>
                    <a:pt x="2398" y="3025"/>
                  </a:lnTo>
                  <a:lnTo>
                    <a:pt x="2398" y="3926"/>
                  </a:lnTo>
                  <a:lnTo>
                    <a:pt x="2308" y="3926"/>
                  </a:lnTo>
                  <a:cubicBezTo>
                    <a:pt x="1913" y="3926"/>
                    <a:pt x="1569" y="4223"/>
                    <a:pt x="1533" y="4600"/>
                  </a:cubicBezTo>
                  <a:cubicBezTo>
                    <a:pt x="1489" y="5038"/>
                    <a:pt x="1833" y="5419"/>
                    <a:pt x="2279" y="5422"/>
                  </a:cubicBezTo>
                  <a:lnTo>
                    <a:pt x="2431" y="5422"/>
                  </a:lnTo>
                  <a:cubicBezTo>
                    <a:pt x="2547" y="6259"/>
                    <a:pt x="3011" y="7012"/>
                    <a:pt x="3706" y="7494"/>
                  </a:cubicBezTo>
                  <a:lnTo>
                    <a:pt x="3706" y="8432"/>
                  </a:lnTo>
                  <a:cubicBezTo>
                    <a:pt x="3706" y="8631"/>
                    <a:pt x="3576" y="8805"/>
                    <a:pt x="3384" y="8863"/>
                  </a:cubicBezTo>
                  <a:lnTo>
                    <a:pt x="1087" y="9540"/>
                  </a:lnTo>
                  <a:cubicBezTo>
                    <a:pt x="446" y="9732"/>
                    <a:pt x="5" y="10319"/>
                    <a:pt x="1" y="10989"/>
                  </a:cubicBezTo>
                  <a:lnTo>
                    <a:pt x="1" y="13716"/>
                  </a:lnTo>
                  <a:cubicBezTo>
                    <a:pt x="1" y="13852"/>
                    <a:pt x="103" y="13920"/>
                    <a:pt x="206" y="13920"/>
                  </a:cubicBezTo>
                  <a:cubicBezTo>
                    <a:pt x="308" y="13920"/>
                    <a:pt x="410" y="13852"/>
                    <a:pt x="410" y="13716"/>
                  </a:cubicBezTo>
                  <a:lnTo>
                    <a:pt x="410" y="10989"/>
                  </a:lnTo>
                  <a:cubicBezTo>
                    <a:pt x="410" y="10500"/>
                    <a:pt x="732" y="10069"/>
                    <a:pt x="1200" y="9931"/>
                  </a:cubicBezTo>
                  <a:lnTo>
                    <a:pt x="1873" y="9732"/>
                  </a:lnTo>
                  <a:cubicBezTo>
                    <a:pt x="1877" y="9743"/>
                    <a:pt x="1877" y="9754"/>
                    <a:pt x="1881" y="9761"/>
                  </a:cubicBezTo>
                  <a:cubicBezTo>
                    <a:pt x="1911" y="9864"/>
                    <a:pt x="1989" y="9908"/>
                    <a:pt x="2069" y="9908"/>
                  </a:cubicBezTo>
                  <a:cubicBezTo>
                    <a:pt x="2192" y="9908"/>
                    <a:pt x="2318" y="9803"/>
                    <a:pt x="2272" y="9645"/>
                  </a:cubicBezTo>
                  <a:cubicBezTo>
                    <a:pt x="2268" y="9634"/>
                    <a:pt x="2268" y="9627"/>
                    <a:pt x="2264" y="9616"/>
                  </a:cubicBezTo>
                  <a:lnTo>
                    <a:pt x="2934" y="9421"/>
                  </a:lnTo>
                  <a:cubicBezTo>
                    <a:pt x="3257" y="10532"/>
                    <a:pt x="4275" y="11300"/>
                    <a:pt x="5437" y="11304"/>
                  </a:cubicBezTo>
                  <a:cubicBezTo>
                    <a:pt x="5846" y="11304"/>
                    <a:pt x="6252" y="11210"/>
                    <a:pt x="6618" y="11021"/>
                  </a:cubicBezTo>
                  <a:cubicBezTo>
                    <a:pt x="6812" y="10908"/>
                    <a:pt x="6708" y="10638"/>
                    <a:pt x="6524" y="10638"/>
                  </a:cubicBezTo>
                  <a:cubicBezTo>
                    <a:pt x="6495" y="10638"/>
                    <a:pt x="6465" y="10645"/>
                    <a:pt x="6433" y="10659"/>
                  </a:cubicBezTo>
                  <a:cubicBezTo>
                    <a:pt x="6125" y="10815"/>
                    <a:pt x="5781" y="10898"/>
                    <a:pt x="5437" y="10898"/>
                  </a:cubicBezTo>
                  <a:cubicBezTo>
                    <a:pt x="4459" y="10895"/>
                    <a:pt x="3597" y="10246"/>
                    <a:pt x="3326" y="9305"/>
                  </a:cubicBezTo>
                  <a:lnTo>
                    <a:pt x="3499" y="9254"/>
                  </a:lnTo>
                  <a:cubicBezTo>
                    <a:pt x="3862" y="9145"/>
                    <a:pt x="4112" y="8812"/>
                    <a:pt x="4115" y="8432"/>
                  </a:cubicBezTo>
                  <a:lnTo>
                    <a:pt x="4115" y="7736"/>
                  </a:lnTo>
                  <a:cubicBezTo>
                    <a:pt x="4532" y="7937"/>
                    <a:pt x="4983" y="8038"/>
                    <a:pt x="5436" y="8038"/>
                  </a:cubicBezTo>
                  <a:cubicBezTo>
                    <a:pt x="5888" y="8038"/>
                    <a:pt x="6341" y="7937"/>
                    <a:pt x="6759" y="7736"/>
                  </a:cubicBezTo>
                  <a:lnTo>
                    <a:pt x="6759" y="8435"/>
                  </a:lnTo>
                  <a:cubicBezTo>
                    <a:pt x="6759" y="8816"/>
                    <a:pt x="7009" y="9149"/>
                    <a:pt x="7375" y="9258"/>
                  </a:cubicBezTo>
                  <a:lnTo>
                    <a:pt x="7545" y="9308"/>
                  </a:lnTo>
                  <a:cubicBezTo>
                    <a:pt x="7458" y="9616"/>
                    <a:pt x="7302" y="9902"/>
                    <a:pt x="7092" y="10149"/>
                  </a:cubicBezTo>
                  <a:cubicBezTo>
                    <a:pt x="6957" y="10300"/>
                    <a:pt x="7095" y="10489"/>
                    <a:pt x="7248" y="10489"/>
                  </a:cubicBezTo>
                  <a:cubicBezTo>
                    <a:pt x="7299" y="10489"/>
                    <a:pt x="7352" y="10467"/>
                    <a:pt x="7396" y="10417"/>
                  </a:cubicBezTo>
                  <a:cubicBezTo>
                    <a:pt x="7646" y="10127"/>
                    <a:pt x="7831" y="9790"/>
                    <a:pt x="7936" y="9424"/>
                  </a:cubicBezTo>
                  <a:lnTo>
                    <a:pt x="8574" y="9612"/>
                  </a:lnTo>
                  <a:cubicBezTo>
                    <a:pt x="8552" y="9692"/>
                    <a:pt x="8526" y="9772"/>
                    <a:pt x="8497" y="9852"/>
                  </a:cubicBezTo>
                  <a:cubicBezTo>
                    <a:pt x="8438" y="10013"/>
                    <a:pt x="8568" y="10129"/>
                    <a:pt x="8696" y="10129"/>
                  </a:cubicBezTo>
                  <a:cubicBezTo>
                    <a:pt x="8771" y="10129"/>
                    <a:pt x="8846" y="10088"/>
                    <a:pt x="8881" y="9993"/>
                  </a:cubicBezTo>
                  <a:cubicBezTo>
                    <a:pt x="8914" y="9906"/>
                    <a:pt x="8943" y="9815"/>
                    <a:pt x="8968" y="9725"/>
                  </a:cubicBezTo>
                  <a:lnTo>
                    <a:pt x="9675" y="9931"/>
                  </a:lnTo>
                  <a:cubicBezTo>
                    <a:pt x="10142" y="10072"/>
                    <a:pt x="10464" y="10503"/>
                    <a:pt x="10468" y="10992"/>
                  </a:cubicBezTo>
                  <a:lnTo>
                    <a:pt x="10468" y="13716"/>
                  </a:lnTo>
                  <a:cubicBezTo>
                    <a:pt x="10468" y="13852"/>
                    <a:pt x="10569" y="13920"/>
                    <a:pt x="10670" y="13920"/>
                  </a:cubicBezTo>
                  <a:cubicBezTo>
                    <a:pt x="10772" y="13920"/>
                    <a:pt x="10873" y="13852"/>
                    <a:pt x="10873" y="13716"/>
                  </a:cubicBezTo>
                  <a:lnTo>
                    <a:pt x="10873" y="10992"/>
                  </a:lnTo>
                  <a:cubicBezTo>
                    <a:pt x="10870" y="10319"/>
                    <a:pt x="10428" y="9732"/>
                    <a:pt x="9787" y="9540"/>
                  </a:cubicBezTo>
                  <a:lnTo>
                    <a:pt x="7491" y="8866"/>
                  </a:lnTo>
                  <a:cubicBezTo>
                    <a:pt x="7299" y="8808"/>
                    <a:pt x="7168" y="8631"/>
                    <a:pt x="7168" y="8432"/>
                  </a:cubicBezTo>
                  <a:lnTo>
                    <a:pt x="7168" y="7497"/>
                  </a:lnTo>
                  <a:cubicBezTo>
                    <a:pt x="7864" y="7012"/>
                    <a:pt x="8327" y="6262"/>
                    <a:pt x="8447" y="5422"/>
                  </a:cubicBezTo>
                  <a:lnTo>
                    <a:pt x="8566" y="5422"/>
                  </a:lnTo>
                  <a:cubicBezTo>
                    <a:pt x="8965" y="5422"/>
                    <a:pt x="9305" y="5129"/>
                    <a:pt x="9341" y="4749"/>
                  </a:cubicBezTo>
                  <a:cubicBezTo>
                    <a:pt x="9388" y="4310"/>
                    <a:pt x="9041" y="3926"/>
                    <a:pt x="8599" y="3926"/>
                  </a:cubicBezTo>
                  <a:lnTo>
                    <a:pt x="8476" y="3926"/>
                  </a:lnTo>
                  <a:lnTo>
                    <a:pt x="8476" y="3025"/>
                  </a:lnTo>
                  <a:lnTo>
                    <a:pt x="8487" y="3025"/>
                  </a:lnTo>
                  <a:cubicBezTo>
                    <a:pt x="8599" y="3025"/>
                    <a:pt x="8693" y="2934"/>
                    <a:pt x="8693" y="2822"/>
                  </a:cubicBezTo>
                  <a:cubicBezTo>
                    <a:pt x="8689" y="1264"/>
                    <a:pt x="7429" y="4"/>
                    <a:pt x="58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88"/>
            <p:cNvSpPr/>
            <p:nvPr/>
          </p:nvSpPr>
          <p:spPr>
            <a:xfrm>
              <a:off x="7264922" y="2741823"/>
              <a:ext cx="26453" cy="13266"/>
            </a:xfrm>
            <a:custGeom>
              <a:rect b="b" l="l" r="r" t="t"/>
              <a:pathLst>
                <a:path extrusionOk="0" h="506" w="1009">
                  <a:moveTo>
                    <a:pt x="289" y="0"/>
                  </a:moveTo>
                  <a:cubicBezTo>
                    <a:pt x="76" y="0"/>
                    <a:pt x="1" y="332"/>
                    <a:pt x="238" y="401"/>
                  </a:cubicBezTo>
                  <a:cubicBezTo>
                    <a:pt x="387" y="445"/>
                    <a:pt x="539" y="477"/>
                    <a:pt x="688" y="503"/>
                  </a:cubicBezTo>
                  <a:cubicBezTo>
                    <a:pt x="700" y="504"/>
                    <a:pt x="713" y="505"/>
                    <a:pt x="724" y="505"/>
                  </a:cubicBezTo>
                  <a:cubicBezTo>
                    <a:pt x="964" y="505"/>
                    <a:pt x="1008" y="138"/>
                    <a:pt x="753" y="100"/>
                  </a:cubicBezTo>
                  <a:cubicBezTo>
                    <a:pt x="619" y="79"/>
                    <a:pt x="485" y="50"/>
                    <a:pt x="354" y="10"/>
                  </a:cubicBezTo>
                  <a:cubicBezTo>
                    <a:pt x="331" y="3"/>
                    <a:pt x="310" y="0"/>
                    <a:pt x="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88"/>
            <p:cNvSpPr/>
            <p:nvPr/>
          </p:nvSpPr>
          <p:spPr>
            <a:xfrm>
              <a:off x="7298978" y="2743423"/>
              <a:ext cx="26401" cy="12453"/>
            </a:xfrm>
            <a:custGeom>
              <a:rect b="b" l="l" r="r" t="t"/>
              <a:pathLst>
                <a:path extrusionOk="0" h="475" w="1007">
                  <a:moveTo>
                    <a:pt x="725" y="0"/>
                  </a:moveTo>
                  <a:cubicBezTo>
                    <a:pt x="708" y="0"/>
                    <a:pt x="690" y="3"/>
                    <a:pt x="671" y="7"/>
                  </a:cubicBezTo>
                  <a:lnTo>
                    <a:pt x="674" y="3"/>
                  </a:lnTo>
                  <a:lnTo>
                    <a:pt x="674" y="3"/>
                  </a:lnTo>
                  <a:cubicBezTo>
                    <a:pt x="540" y="32"/>
                    <a:pt x="406" y="54"/>
                    <a:pt x="269" y="65"/>
                  </a:cubicBezTo>
                  <a:cubicBezTo>
                    <a:pt x="1" y="79"/>
                    <a:pt x="15" y="474"/>
                    <a:pt x="276" y="474"/>
                  </a:cubicBezTo>
                  <a:cubicBezTo>
                    <a:pt x="280" y="474"/>
                    <a:pt x="283" y="474"/>
                    <a:pt x="287" y="474"/>
                  </a:cubicBezTo>
                  <a:lnTo>
                    <a:pt x="305" y="474"/>
                  </a:lnTo>
                  <a:cubicBezTo>
                    <a:pt x="461" y="460"/>
                    <a:pt x="609" y="438"/>
                    <a:pt x="758" y="405"/>
                  </a:cubicBezTo>
                  <a:cubicBezTo>
                    <a:pt x="1006" y="348"/>
                    <a:pt x="949" y="0"/>
                    <a:pt x="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88"/>
            <p:cNvSpPr/>
            <p:nvPr/>
          </p:nvSpPr>
          <p:spPr>
            <a:xfrm>
              <a:off x="7234562" y="2726407"/>
              <a:ext cx="25116" cy="17277"/>
            </a:xfrm>
            <a:custGeom>
              <a:rect b="b" l="l" r="r" t="t"/>
              <a:pathLst>
                <a:path extrusionOk="0" h="659" w="958">
                  <a:moveTo>
                    <a:pt x="295" y="1"/>
                  </a:moveTo>
                  <a:cubicBezTo>
                    <a:pt x="126" y="1"/>
                    <a:pt x="0" y="236"/>
                    <a:pt x="172" y="370"/>
                  </a:cubicBezTo>
                  <a:cubicBezTo>
                    <a:pt x="295" y="464"/>
                    <a:pt x="422" y="551"/>
                    <a:pt x="553" y="627"/>
                  </a:cubicBezTo>
                  <a:cubicBezTo>
                    <a:pt x="590" y="649"/>
                    <a:pt x="627" y="658"/>
                    <a:pt x="661" y="658"/>
                  </a:cubicBezTo>
                  <a:cubicBezTo>
                    <a:pt x="843" y="658"/>
                    <a:pt x="958" y="391"/>
                    <a:pt x="763" y="276"/>
                  </a:cubicBezTo>
                  <a:cubicBezTo>
                    <a:pt x="643" y="207"/>
                    <a:pt x="531" y="131"/>
                    <a:pt x="422" y="47"/>
                  </a:cubicBezTo>
                  <a:cubicBezTo>
                    <a:pt x="380" y="15"/>
                    <a:pt x="336"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88"/>
            <p:cNvSpPr/>
            <p:nvPr/>
          </p:nvSpPr>
          <p:spPr>
            <a:xfrm>
              <a:off x="7332589" y="2729790"/>
              <a:ext cx="24566" cy="16884"/>
            </a:xfrm>
            <a:custGeom>
              <a:rect b="b" l="l" r="r" t="t"/>
              <a:pathLst>
                <a:path extrusionOk="0" h="644" w="937">
                  <a:moveTo>
                    <a:pt x="636" y="1"/>
                  </a:moveTo>
                  <a:cubicBezTo>
                    <a:pt x="597" y="1"/>
                    <a:pt x="556" y="13"/>
                    <a:pt x="515" y="42"/>
                  </a:cubicBezTo>
                  <a:lnTo>
                    <a:pt x="515" y="45"/>
                  </a:lnTo>
                  <a:cubicBezTo>
                    <a:pt x="403" y="121"/>
                    <a:pt x="283" y="190"/>
                    <a:pt x="164" y="252"/>
                  </a:cubicBezTo>
                  <a:cubicBezTo>
                    <a:pt x="51" y="295"/>
                    <a:pt x="1" y="425"/>
                    <a:pt x="55" y="531"/>
                  </a:cubicBezTo>
                  <a:cubicBezTo>
                    <a:pt x="91" y="603"/>
                    <a:pt x="164" y="644"/>
                    <a:pt x="238" y="644"/>
                  </a:cubicBezTo>
                  <a:cubicBezTo>
                    <a:pt x="275" y="644"/>
                    <a:pt x="311" y="634"/>
                    <a:pt x="345" y="614"/>
                  </a:cubicBezTo>
                  <a:cubicBezTo>
                    <a:pt x="482" y="545"/>
                    <a:pt x="616" y="465"/>
                    <a:pt x="743" y="378"/>
                  </a:cubicBezTo>
                  <a:cubicBezTo>
                    <a:pt x="936" y="257"/>
                    <a:pt x="813" y="1"/>
                    <a:pt x="6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88"/>
            <p:cNvSpPr/>
            <p:nvPr/>
          </p:nvSpPr>
          <p:spPr>
            <a:xfrm>
              <a:off x="7212566" y="2701081"/>
              <a:ext cx="21079" cy="20266"/>
            </a:xfrm>
            <a:custGeom>
              <a:rect b="b" l="l" r="r" t="t"/>
              <a:pathLst>
                <a:path extrusionOk="0" h="773" w="804">
                  <a:moveTo>
                    <a:pt x="281" y="0"/>
                  </a:moveTo>
                  <a:cubicBezTo>
                    <a:pt x="139" y="0"/>
                    <a:pt x="1" y="150"/>
                    <a:pt x="99" y="311"/>
                  </a:cubicBezTo>
                  <a:cubicBezTo>
                    <a:pt x="178" y="441"/>
                    <a:pt x="265" y="568"/>
                    <a:pt x="359" y="691"/>
                  </a:cubicBezTo>
                  <a:cubicBezTo>
                    <a:pt x="404" y="748"/>
                    <a:pt x="460" y="772"/>
                    <a:pt x="514" y="772"/>
                  </a:cubicBezTo>
                  <a:cubicBezTo>
                    <a:pt x="663" y="772"/>
                    <a:pt x="804" y="594"/>
                    <a:pt x="682" y="438"/>
                  </a:cubicBezTo>
                  <a:cubicBezTo>
                    <a:pt x="595" y="329"/>
                    <a:pt x="519" y="217"/>
                    <a:pt x="450" y="101"/>
                  </a:cubicBezTo>
                  <a:cubicBezTo>
                    <a:pt x="407" y="30"/>
                    <a:pt x="343" y="0"/>
                    <a:pt x="2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88"/>
            <p:cNvSpPr/>
            <p:nvPr/>
          </p:nvSpPr>
          <p:spPr>
            <a:xfrm>
              <a:off x="7358650" y="2706141"/>
              <a:ext cx="20686" cy="19742"/>
            </a:xfrm>
            <a:custGeom>
              <a:rect b="b" l="l" r="r" t="t"/>
              <a:pathLst>
                <a:path extrusionOk="0" h="753" w="789">
                  <a:moveTo>
                    <a:pt x="558" y="1"/>
                  </a:moveTo>
                  <a:cubicBezTo>
                    <a:pt x="493" y="1"/>
                    <a:pt x="430" y="31"/>
                    <a:pt x="390" y="89"/>
                  </a:cubicBezTo>
                  <a:cubicBezTo>
                    <a:pt x="314" y="201"/>
                    <a:pt x="227" y="306"/>
                    <a:pt x="137" y="411"/>
                  </a:cubicBezTo>
                  <a:cubicBezTo>
                    <a:pt x="0" y="561"/>
                    <a:pt x="139" y="752"/>
                    <a:pt x="294" y="752"/>
                  </a:cubicBezTo>
                  <a:cubicBezTo>
                    <a:pt x="344" y="752"/>
                    <a:pt x="396" y="732"/>
                    <a:pt x="441" y="683"/>
                  </a:cubicBezTo>
                  <a:cubicBezTo>
                    <a:pt x="542" y="567"/>
                    <a:pt x="640" y="444"/>
                    <a:pt x="727" y="321"/>
                  </a:cubicBezTo>
                  <a:cubicBezTo>
                    <a:pt x="789" y="226"/>
                    <a:pt x="767" y="100"/>
                    <a:pt x="676" y="38"/>
                  </a:cubicBezTo>
                  <a:cubicBezTo>
                    <a:pt x="640" y="13"/>
                    <a:pt x="598" y="1"/>
                    <a:pt x="5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88"/>
            <p:cNvSpPr/>
            <p:nvPr/>
          </p:nvSpPr>
          <p:spPr>
            <a:xfrm>
              <a:off x="7291480" y="2579799"/>
              <a:ext cx="25667" cy="10671"/>
            </a:xfrm>
            <a:custGeom>
              <a:rect b="b" l="l" r="r" t="t"/>
              <a:pathLst>
                <a:path extrusionOk="0" h="407" w="979">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5" name="Google Shape;18585;p88"/>
          <p:cNvGrpSpPr/>
          <p:nvPr/>
        </p:nvGrpSpPr>
        <p:grpSpPr>
          <a:xfrm>
            <a:off x="8061252" y="2893623"/>
            <a:ext cx="274864" cy="367517"/>
            <a:chOff x="8061252" y="2893623"/>
            <a:chExt cx="274864" cy="367517"/>
          </a:xfrm>
        </p:grpSpPr>
        <p:sp>
          <p:nvSpPr>
            <p:cNvPr id="18586" name="Google Shape;18586;p88"/>
            <p:cNvSpPr/>
            <p:nvPr/>
          </p:nvSpPr>
          <p:spPr>
            <a:xfrm>
              <a:off x="8066679" y="3092823"/>
              <a:ext cx="264089" cy="162863"/>
            </a:xfrm>
            <a:custGeom>
              <a:rect b="b" l="l" r="r" t="t"/>
              <a:pathLst>
                <a:path extrusionOk="0" h="6212" w="10073">
                  <a:moveTo>
                    <a:pt x="6262" y="1"/>
                  </a:moveTo>
                  <a:lnTo>
                    <a:pt x="3647" y="48"/>
                  </a:lnTo>
                  <a:lnTo>
                    <a:pt x="3665" y="1174"/>
                  </a:lnTo>
                  <a:cubicBezTo>
                    <a:pt x="3673" y="1543"/>
                    <a:pt x="3444" y="1877"/>
                    <a:pt x="3097" y="2003"/>
                  </a:cubicBezTo>
                  <a:lnTo>
                    <a:pt x="862" y="2836"/>
                  </a:lnTo>
                  <a:cubicBezTo>
                    <a:pt x="341" y="3032"/>
                    <a:pt x="0" y="3532"/>
                    <a:pt x="11" y="4086"/>
                  </a:cubicBezTo>
                  <a:lnTo>
                    <a:pt x="47" y="6212"/>
                  </a:lnTo>
                  <a:lnTo>
                    <a:pt x="10072" y="6042"/>
                  </a:lnTo>
                  <a:lnTo>
                    <a:pt x="10036" y="3912"/>
                  </a:lnTo>
                  <a:cubicBezTo>
                    <a:pt x="10025" y="3358"/>
                    <a:pt x="9667" y="2869"/>
                    <a:pt x="9141" y="2695"/>
                  </a:cubicBezTo>
                  <a:lnTo>
                    <a:pt x="6878" y="1938"/>
                  </a:lnTo>
                  <a:cubicBezTo>
                    <a:pt x="6527" y="1822"/>
                    <a:pt x="6287" y="1496"/>
                    <a:pt x="6280" y="1127"/>
                  </a:cubicBezTo>
                  <a:lnTo>
                    <a:pt x="62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88"/>
            <p:cNvSpPr/>
            <p:nvPr/>
          </p:nvSpPr>
          <p:spPr>
            <a:xfrm>
              <a:off x="8066574" y="3147618"/>
              <a:ext cx="264089" cy="108069"/>
            </a:xfrm>
            <a:custGeom>
              <a:rect b="b" l="l" r="r" t="t"/>
              <a:pathLst>
                <a:path extrusionOk="0" h="4122" w="10073">
                  <a:moveTo>
                    <a:pt x="7335" y="0"/>
                  </a:moveTo>
                  <a:lnTo>
                    <a:pt x="7146" y="489"/>
                  </a:lnTo>
                  <a:cubicBezTo>
                    <a:pt x="6784" y="1438"/>
                    <a:pt x="5958" y="2057"/>
                    <a:pt x="5028" y="2072"/>
                  </a:cubicBezTo>
                  <a:cubicBezTo>
                    <a:pt x="5014" y="2072"/>
                    <a:pt x="5000" y="2072"/>
                    <a:pt x="4986" y="2072"/>
                  </a:cubicBezTo>
                  <a:cubicBezTo>
                    <a:pt x="4075" y="2072"/>
                    <a:pt x="3243" y="1482"/>
                    <a:pt x="2854" y="562"/>
                  </a:cubicBezTo>
                  <a:lnTo>
                    <a:pt x="2655" y="80"/>
                  </a:lnTo>
                  <a:lnTo>
                    <a:pt x="863" y="746"/>
                  </a:lnTo>
                  <a:cubicBezTo>
                    <a:pt x="345" y="942"/>
                    <a:pt x="1" y="1442"/>
                    <a:pt x="11" y="1996"/>
                  </a:cubicBezTo>
                  <a:lnTo>
                    <a:pt x="48" y="4122"/>
                  </a:lnTo>
                  <a:lnTo>
                    <a:pt x="10073" y="3952"/>
                  </a:lnTo>
                  <a:lnTo>
                    <a:pt x="10036" y="1822"/>
                  </a:lnTo>
                  <a:cubicBezTo>
                    <a:pt x="10025" y="1268"/>
                    <a:pt x="9671" y="779"/>
                    <a:pt x="9145" y="605"/>
                  </a:cubicBezTo>
                  <a:lnTo>
                    <a:pt x="7335"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88"/>
            <p:cNvSpPr/>
            <p:nvPr/>
          </p:nvSpPr>
          <p:spPr>
            <a:xfrm>
              <a:off x="8162295" y="3092823"/>
              <a:ext cx="68847" cy="29180"/>
            </a:xfrm>
            <a:custGeom>
              <a:rect b="b" l="l" r="r" t="t"/>
              <a:pathLst>
                <a:path extrusionOk="0" h="1113" w="2626">
                  <a:moveTo>
                    <a:pt x="2615" y="1"/>
                  </a:moveTo>
                  <a:lnTo>
                    <a:pt x="0" y="48"/>
                  </a:lnTo>
                  <a:lnTo>
                    <a:pt x="11" y="859"/>
                  </a:lnTo>
                  <a:cubicBezTo>
                    <a:pt x="412" y="1026"/>
                    <a:pt x="839" y="1113"/>
                    <a:pt x="1274" y="1113"/>
                  </a:cubicBezTo>
                  <a:cubicBezTo>
                    <a:pt x="1291" y="1113"/>
                    <a:pt x="1308" y="1113"/>
                    <a:pt x="1326" y="1112"/>
                  </a:cubicBezTo>
                  <a:cubicBezTo>
                    <a:pt x="1775" y="1105"/>
                    <a:pt x="2220" y="1004"/>
                    <a:pt x="2626" y="812"/>
                  </a:cubicBezTo>
                  <a:lnTo>
                    <a:pt x="26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88"/>
            <p:cNvSpPr/>
            <p:nvPr/>
          </p:nvSpPr>
          <p:spPr>
            <a:xfrm>
              <a:off x="8119744" y="2949256"/>
              <a:ext cx="172852" cy="155706"/>
            </a:xfrm>
            <a:custGeom>
              <a:rect b="b" l="l" r="r" t="t"/>
              <a:pathLst>
                <a:path extrusionOk="0" h="5939" w="6593">
                  <a:moveTo>
                    <a:pt x="5669" y="1"/>
                  </a:moveTo>
                  <a:lnTo>
                    <a:pt x="1" y="102"/>
                  </a:lnTo>
                  <a:lnTo>
                    <a:pt x="55" y="3151"/>
                  </a:lnTo>
                  <a:cubicBezTo>
                    <a:pt x="77" y="4633"/>
                    <a:pt x="1239" y="5846"/>
                    <a:pt x="2717" y="5933"/>
                  </a:cubicBezTo>
                  <a:cubicBezTo>
                    <a:pt x="2776" y="5936"/>
                    <a:pt x="2834" y="5938"/>
                    <a:pt x="2892" y="5938"/>
                  </a:cubicBezTo>
                  <a:cubicBezTo>
                    <a:pt x="4296" y="5938"/>
                    <a:pt x="5499" y="4900"/>
                    <a:pt x="5690" y="3492"/>
                  </a:cubicBezTo>
                  <a:lnTo>
                    <a:pt x="6053" y="3485"/>
                  </a:lnTo>
                  <a:cubicBezTo>
                    <a:pt x="6353" y="3481"/>
                    <a:pt x="6592" y="3231"/>
                    <a:pt x="6589" y="2930"/>
                  </a:cubicBezTo>
                  <a:cubicBezTo>
                    <a:pt x="6585" y="2632"/>
                    <a:pt x="6339" y="2394"/>
                    <a:pt x="6041" y="2394"/>
                  </a:cubicBezTo>
                  <a:cubicBezTo>
                    <a:pt x="6039" y="2394"/>
                    <a:pt x="6037" y="2394"/>
                    <a:pt x="6035" y="2394"/>
                  </a:cubicBezTo>
                  <a:lnTo>
                    <a:pt x="5709" y="2402"/>
                  </a:lnTo>
                  <a:lnTo>
                    <a:pt x="56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88"/>
            <p:cNvSpPr/>
            <p:nvPr/>
          </p:nvSpPr>
          <p:spPr>
            <a:xfrm>
              <a:off x="8206445" y="3000538"/>
              <a:ext cx="51675" cy="18064"/>
            </a:xfrm>
            <a:custGeom>
              <a:rect b="b" l="l" r="r" t="t"/>
              <a:pathLst>
                <a:path extrusionOk="0" h="689" w="1971">
                  <a:moveTo>
                    <a:pt x="1960" y="0"/>
                  </a:moveTo>
                  <a:lnTo>
                    <a:pt x="0" y="36"/>
                  </a:lnTo>
                  <a:lnTo>
                    <a:pt x="11" y="688"/>
                  </a:lnTo>
                  <a:lnTo>
                    <a:pt x="1971" y="656"/>
                  </a:lnTo>
                  <a:lnTo>
                    <a:pt x="196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88"/>
            <p:cNvSpPr/>
            <p:nvPr/>
          </p:nvSpPr>
          <p:spPr>
            <a:xfrm>
              <a:off x="8119744" y="2949649"/>
              <a:ext cx="130406" cy="155260"/>
            </a:xfrm>
            <a:custGeom>
              <a:rect b="b" l="l" r="r" t="t"/>
              <a:pathLst>
                <a:path extrusionOk="0" h="5922" w="4974">
                  <a:moveTo>
                    <a:pt x="4973" y="0"/>
                  </a:moveTo>
                  <a:lnTo>
                    <a:pt x="1" y="87"/>
                  </a:lnTo>
                  <a:lnTo>
                    <a:pt x="55" y="3136"/>
                  </a:lnTo>
                  <a:cubicBezTo>
                    <a:pt x="80" y="4683"/>
                    <a:pt x="1341" y="5922"/>
                    <a:pt x="2885" y="5922"/>
                  </a:cubicBezTo>
                  <a:cubicBezTo>
                    <a:pt x="2902" y="5922"/>
                    <a:pt x="2920" y="5922"/>
                    <a:pt x="2938" y="5922"/>
                  </a:cubicBezTo>
                  <a:cubicBezTo>
                    <a:pt x="3083" y="5918"/>
                    <a:pt x="3228" y="5903"/>
                    <a:pt x="3369" y="5878"/>
                  </a:cubicBezTo>
                  <a:cubicBezTo>
                    <a:pt x="2384" y="5740"/>
                    <a:pt x="1544" y="5096"/>
                    <a:pt x="1152" y="4183"/>
                  </a:cubicBezTo>
                  <a:cubicBezTo>
                    <a:pt x="1029" y="3890"/>
                    <a:pt x="1142" y="3549"/>
                    <a:pt x="1413" y="3386"/>
                  </a:cubicBezTo>
                  <a:cubicBezTo>
                    <a:pt x="2279" y="2861"/>
                    <a:pt x="3311" y="2111"/>
                    <a:pt x="4256" y="1119"/>
                  </a:cubicBezTo>
                  <a:cubicBezTo>
                    <a:pt x="4564" y="797"/>
                    <a:pt x="4807" y="417"/>
                    <a:pt x="497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88"/>
            <p:cNvSpPr/>
            <p:nvPr/>
          </p:nvSpPr>
          <p:spPr>
            <a:xfrm>
              <a:off x="8216224" y="2909930"/>
              <a:ext cx="64679" cy="104975"/>
            </a:xfrm>
            <a:custGeom>
              <a:rect b="b" l="l" r="r" t="t"/>
              <a:pathLst>
                <a:path extrusionOk="0" h="4004" w="2467">
                  <a:moveTo>
                    <a:pt x="686" y="1"/>
                  </a:moveTo>
                  <a:cubicBezTo>
                    <a:pt x="675" y="1"/>
                    <a:pt x="663" y="1"/>
                    <a:pt x="652" y="1"/>
                  </a:cubicBezTo>
                  <a:lnTo>
                    <a:pt x="0" y="12"/>
                  </a:lnTo>
                  <a:lnTo>
                    <a:pt x="29" y="1754"/>
                  </a:lnTo>
                  <a:cubicBezTo>
                    <a:pt x="1082" y="3972"/>
                    <a:pt x="2392" y="4003"/>
                    <a:pt x="2464" y="4003"/>
                  </a:cubicBezTo>
                  <a:cubicBezTo>
                    <a:pt x="2466" y="4003"/>
                    <a:pt x="2467" y="4003"/>
                    <a:pt x="2467" y="4003"/>
                  </a:cubicBezTo>
                  <a:lnTo>
                    <a:pt x="2427" y="1714"/>
                  </a:lnTo>
                  <a:cubicBezTo>
                    <a:pt x="2409" y="762"/>
                    <a:pt x="1634" y="1"/>
                    <a:pt x="68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88"/>
            <p:cNvSpPr/>
            <p:nvPr/>
          </p:nvSpPr>
          <p:spPr>
            <a:xfrm>
              <a:off x="8099740" y="2899024"/>
              <a:ext cx="138927" cy="146634"/>
            </a:xfrm>
            <a:custGeom>
              <a:rect b="b" l="l" r="r" t="t"/>
              <a:pathLst>
                <a:path extrusionOk="0" h="5593" w="5299">
                  <a:moveTo>
                    <a:pt x="4034" y="0"/>
                  </a:moveTo>
                  <a:cubicBezTo>
                    <a:pt x="4023" y="0"/>
                    <a:pt x="4012" y="0"/>
                    <a:pt x="4002" y="1"/>
                  </a:cubicBezTo>
                  <a:lnTo>
                    <a:pt x="3567" y="8"/>
                  </a:lnTo>
                  <a:cubicBezTo>
                    <a:pt x="1771" y="37"/>
                    <a:pt x="61" y="1591"/>
                    <a:pt x="94" y="3554"/>
                  </a:cubicBezTo>
                  <a:cubicBezTo>
                    <a:pt x="108" y="4437"/>
                    <a:pt x="61" y="5024"/>
                    <a:pt x="18" y="5361"/>
                  </a:cubicBezTo>
                  <a:cubicBezTo>
                    <a:pt x="0" y="5487"/>
                    <a:pt x="104" y="5592"/>
                    <a:pt x="222" y="5592"/>
                  </a:cubicBezTo>
                  <a:cubicBezTo>
                    <a:pt x="249" y="5592"/>
                    <a:pt x="277" y="5587"/>
                    <a:pt x="304" y="5574"/>
                  </a:cubicBezTo>
                  <a:cubicBezTo>
                    <a:pt x="1068" y="5234"/>
                    <a:pt x="2948" y="4285"/>
                    <a:pt x="4548" y="2601"/>
                  </a:cubicBezTo>
                  <a:cubicBezTo>
                    <a:pt x="4802" y="2333"/>
                    <a:pt x="5001" y="2018"/>
                    <a:pt x="5139" y="1674"/>
                  </a:cubicBezTo>
                  <a:cubicBezTo>
                    <a:pt x="5298" y="1268"/>
                    <a:pt x="5258" y="794"/>
                    <a:pt x="4987" y="450"/>
                  </a:cubicBezTo>
                  <a:cubicBezTo>
                    <a:pt x="4835" y="258"/>
                    <a:pt x="4624" y="120"/>
                    <a:pt x="4393" y="51"/>
                  </a:cubicBezTo>
                  <a:cubicBezTo>
                    <a:pt x="4277" y="18"/>
                    <a:pt x="4154" y="0"/>
                    <a:pt x="40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88"/>
            <p:cNvSpPr/>
            <p:nvPr/>
          </p:nvSpPr>
          <p:spPr>
            <a:xfrm>
              <a:off x="8061252" y="2893623"/>
              <a:ext cx="274864" cy="367517"/>
            </a:xfrm>
            <a:custGeom>
              <a:rect b="b" l="l" r="r" t="t"/>
              <a:pathLst>
                <a:path extrusionOk="0" h="14018" w="10484">
                  <a:moveTo>
                    <a:pt x="6096" y="3013"/>
                  </a:moveTo>
                  <a:cubicBezTo>
                    <a:pt x="6332" y="3347"/>
                    <a:pt x="6610" y="3644"/>
                    <a:pt x="6925" y="3901"/>
                  </a:cubicBezTo>
                  <a:lnTo>
                    <a:pt x="6621" y="3904"/>
                  </a:lnTo>
                  <a:lnTo>
                    <a:pt x="6183" y="3915"/>
                  </a:lnTo>
                  <a:lnTo>
                    <a:pt x="5531" y="3926"/>
                  </a:lnTo>
                  <a:cubicBezTo>
                    <a:pt x="5408" y="3926"/>
                    <a:pt x="5314" y="4038"/>
                    <a:pt x="5332" y="4162"/>
                  </a:cubicBezTo>
                  <a:lnTo>
                    <a:pt x="5336" y="4162"/>
                  </a:lnTo>
                  <a:lnTo>
                    <a:pt x="5372" y="4404"/>
                  </a:lnTo>
                  <a:cubicBezTo>
                    <a:pt x="5289" y="4375"/>
                    <a:pt x="5202" y="4360"/>
                    <a:pt x="5115" y="4360"/>
                  </a:cubicBezTo>
                  <a:cubicBezTo>
                    <a:pt x="5021" y="4360"/>
                    <a:pt x="4926" y="4377"/>
                    <a:pt x="4836" y="4411"/>
                  </a:cubicBezTo>
                  <a:lnTo>
                    <a:pt x="4865" y="4169"/>
                  </a:lnTo>
                  <a:cubicBezTo>
                    <a:pt x="4868" y="4154"/>
                    <a:pt x="4868" y="4140"/>
                    <a:pt x="4865" y="4125"/>
                  </a:cubicBezTo>
                  <a:cubicBezTo>
                    <a:pt x="5299" y="3781"/>
                    <a:pt x="5712" y="3412"/>
                    <a:pt x="6096" y="3013"/>
                  </a:cubicBezTo>
                  <a:close/>
                  <a:moveTo>
                    <a:pt x="7266" y="4303"/>
                  </a:moveTo>
                  <a:lnTo>
                    <a:pt x="7175" y="5034"/>
                  </a:lnTo>
                  <a:cubicBezTo>
                    <a:pt x="7146" y="5259"/>
                    <a:pt x="6962" y="5426"/>
                    <a:pt x="6737" y="5429"/>
                  </a:cubicBezTo>
                  <a:lnTo>
                    <a:pt x="6534" y="5433"/>
                  </a:lnTo>
                  <a:cubicBezTo>
                    <a:pt x="6532" y="5433"/>
                    <a:pt x="6529" y="5433"/>
                    <a:pt x="6526" y="5433"/>
                  </a:cubicBezTo>
                  <a:cubicBezTo>
                    <a:pt x="6232" y="5433"/>
                    <a:pt x="5972" y="5242"/>
                    <a:pt x="5886" y="4958"/>
                  </a:cubicBezTo>
                  <a:cubicBezTo>
                    <a:pt x="5875" y="4922"/>
                    <a:pt x="5868" y="4890"/>
                    <a:pt x="5861" y="4853"/>
                  </a:cubicBezTo>
                  <a:cubicBezTo>
                    <a:pt x="5835" y="4701"/>
                    <a:pt x="5777" y="4328"/>
                    <a:pt x="5777" y="4328"/>
                  </a:cubicBezTo>
                  <a:lnTo>
                    <a:pt x="6194" y="4321"/>
                  </a:lnTo>
                  <a:lnTo>
                    <a:pt x="6628" y="4314"/>
                  </a:lnTo>
                  <a:lnTo>
                    <a:pt x="7266" y="4303"/>
                  </a:lnTo>
                  <a:close/>
                  <a:moveTo>
                    <a:pt x="4419" y="4469"/>
                  </a:moveTo>
                  <a:lnTo>
                    <a:pt x="4365" y="4897"/>
                  </a:lnTo>
                  <a:cubicBezTo>
                    <a:pt x="4365" y="4908"/>
                    <a:pt x="4347" y="4995"/>
                    <a:pt x="4340" y="5013"/>
                  </a:cubicBezTo>
                  <a:cubicBezTo>
                    <a:pt x="4253" y="5288"/>
                    <a:pt x="3999" y="5476"/>
                    <a:pt x="3713" y="5480"/>
                  </a:cubicBezTo>
                  <a:lnTo>
                    <a:pt x="3510" y="5483"/>
                  </a:lnTo>
                  <a:cubicBezTo>
                    <a:pt x="3506" y="5484"/>
                    <a:pt x="3503" y="5484"/>
                    <a:pt x="3499" y="5484"/>
                  </a:cubicBezTo>
                  <a:cubicBezTo>
                    <a:pt x="3358" y="5484"/>
                    <a:pt x="3229" y="5419"/>
                    <a:pt x="3144" y="5302"/>
                  </a:cubicBezTo>
                  <a:lnTo>
                    <a:pt x="3228" y="5255"/>
                  </a:lnTo>
                  <a:cubicBezTo>
                    <a:pt x="3347" y="5183"/>
                    <a:pt x="3474" y="5107"/>
                    <a:pt x="3604" y="5024"/>
                  </a:cubicBezTo>
                  <a:lnTo>
                    <a:pt x="3604" y="5034"/>
                  </a:lnTo>
                  <a:cubicBezTo>
                    <a:pt x="3608" y="5144"/>
                    <a:pt x="3699" y="5234"/>
                    <a:pt x="3811" y="5234"/>
                  </a:cubicBezTo>
                  <a:cubicBezTo>
                    <a:pt x="3814" y="5234"/>
                    <a:pt x="3816" y="5234"/>
                    <a:pt x="3818" y="5234"/>
                  </a:cubicBezTo>
                  <a:cubicBezTo>
                    <a:pt x="3930" y="5226"/>
                    <a:pt x="4017" y="5132"/>
                    <a:pt x="4014" y="5020"/>
                  </a:cubicBezTo>
                  <a:lnTo>
                    <a:pt x="4006" y="4759"/>
                  </a:lnTo>
                  <a:cubicBezTo>
                    <a:pt x="4140" y="4669"/>
                    <a:pt x="4278" y="4571"/>
                    <a:pt x="4419" y="4469"/>
                  </a:cubicBezTo>
                  <a:close/>
                  <a:moveTo>
                    <a:pt x="5473" y="409"/>
                  </a:moveTo>
                  <a:cubicBezTo>
                    <a:pt x="5582" y="409"/>
                    <a:pt x="5694" y="424"/>
                    <a:pt x="5799" y="457"/>
                  </a:cubicBezTo>
                  <a:cubicBezTo>
                    <a:pt x="6259" y="591"/>
                    <a:pt x="6560" y="1036"/>
                    <a:pt x="6531" y="1543"/>
                  </a:cubicBezTo>
                  <a:cubicBezTo>
                    <a:pt x="6523" y="1685"/>
                    <a:pt x="6631" y="1760"/>
                    <a:pt x="6737" y="1760"/>
                  </a:cubicBezTo>
                  <a:cubicBezTo>
                    <a:pt x="6835" y="1760"/>
                    <a:pt x="6931" y="1698"/>
                    <a:pt x="6940" y="1568"/>
                  </a:cubicBezTo>
                  <a:cubicBezTo>
                    <a:pt x="6951" y="1319"/>
                    <a:pt x="6904" y="1069"/>
                    <a:pt x="6802" y="844"/>
                  </a:cubicBezTo>
                  <a:lnTo>
                    <a:pt x="6802" y="844"/>
                  </a:lnTo>
                  <a:cubicBezTo>
                    <a:pt x="7556" y="945"/>
                    <a:pt x="8121" y="1583"/>
                    <a:pt x="8135" y="2340"/>
                  </a:cubicBezTo>
                  <a:lnTo>
                    <a:pt x="8164" y="4176"/>
                  </a:lnTo>
                  <a:cubicBezTo>
                    <a:pt x="7758" y="4002"/>
                    <a:pt x="6958" y="3575"/>
                    <a:pt x="6382" y="2709"/>
                  </a:cubicBezTo>
                  <a:cubicBezTo>
                    <a:pt x="6444" y="2640"/>
                    <a:pt x="6505" y="2568"/>
                    <a:pt x="6567" y="2499"/>
                  </a:cubicBezTo>
                  <a:cubicBezTo>
                    <a:pt x="6699" y="2345"/>
                    <a:pt x="6560" y="2157"/>
                    <a:pt x="6406" y="2157"/>
                  </a:cubicBezTo>
                  <a:cubicBezTo>
                    <a:pt x="6354" y="2157"/>
                    <a:pt x="6301" y="2179"/>
                    <a:pt x="6255" y="2231"/>
                  </a:cubicBezTo>
                  <a:cubicBezTo>
                    <a:pt x="4618" y="4154"/>
                    <a:pt x="2496" y="5230"/>
                    <a:pt x="1688" y="5592"/>
                  </a:cubicBezTo>
                  <a:cubicBezTo>
                    <a:pt x="1732" y="5244"/>
                    <a:pt x="1779" y="4650"/>
                    <a:pt x="1765" y="3760"/>
                  </a:cubicBezTo>
                  <a:cubicBezTo>
                    <a:pt x="1750" y="2887"/>
                    <a:pt x="2101" y="2054"/>
                    <a:pt x="2753" y="1409"/>
                  </a:cubicBezTo>
                  <a:cubicBezTo>
                    <a:pt x="3380" y="793"/>
                    <a:pt x="4209" y="431"/>
                    <a:pt x="5035" y="417"/>
                  </a:cubicBezTo>
                  <a:lnTo>
                    <a:pt x="5473" y="409"/>
                  </a:lnTo>
                  <a:close/>
                  <a:moveTo>
                    <a:pt x="7668" y="4390"/>
                  </a:moveTo>
                  <a:lnTo>
                    <a:pt x="7758" y="4433"/>
                  </a:lnTo>
                  <a:cubicBezTo>
                    <a:pt x="7816" y="4604"/>
                    <a:pt x="7975" y="4723"/>
                    <a:pt x="8156" y="4723"/>
                  </a:cubicBezTo>
                  <a:cubicBezTo>
                    <a:pt x="8159" y="4723"/>
                    <a:pt x="8161" y="4723"/>
                    <a:pt x="8164" y="4723"/>
                  </a:cubicBezTo>
                  <a:lnTo>
                    <a:pt x="8273" y="4723"/>
                  </a:lnTo>
                  <a:cubicBezTo>
                    <a:pt x="8275" y="4723"/>
                    <a:pt x="8277" y="4723"/>
                    <a:pt x="8280" y="4723"/>
                  </a:cubicBezTo>
                  <a:cubicBezTo>
                    <a:pt x="8465" y="4723"/>
                    <a:pt x="8617" y="4870"/>
                    <a:pt x="8620" y="5056"/>
                  </a:cubicBezTo>
                  <a:cubicBezTo>
                    <a:pt x="8624" y="5244"/>
                    <a:pt x="8472" y="5400"/>
                    <a:pt x="8287" y="5404"/>
                  </a:cubicBezTo>
                  <a:lnTo>
                    <a:pt x="8153" y="5407"/>
                  </a:lnTo>
                  <a:cubicBezTo>
                    <a:pt x="8161" y="5265"/>
                    <a:pt x="8053" y="5191"/>
                    <a:pt x="7947" y="5191"/>
                  </a:cubicBezTo>
                  <a:cubicBezTo>
                    <a:pt x="7850" y="5191"/>
                    <a:pt x="7755" y="5253"/>
                    <a:pt x="7748" y="5382"/>
                  </a:cubicBezTo>
                  <a:cubicBezTo>
                    <a:pt x="7686" y="6385"/>
                    <a:pt x="7059" y="7269"/>
                    <a:pt x="6132" y="7653"/>
                  </a:cubicBezTo>
                  <a:cubicBezTo>
                    <a:pt x="5806" y="7789"/>
                    <a:pt x="5463" y="7856"/>
                    <a:pt x="5122" y="7856"/>
                  </a:cubicBezTo>
                  <a:cubicBezTo>
                    <a:pt x="4494" y="7856"/>
                    <a:pt x="3874" y="7630"/>
                    <a:pt x="3383" y="7200"/>
                  </a:cubicBezTo>
                  <a:cubicBezTo>
                    <a:pt x="2923" y="6798"/>
                    <a:pt x="2619" y="6248"/>
                    <a:pt x="2521" y="5643"/>
                  </a:cubicBezTo>
                  <a:cubicBezTo>
                    <a:pt x="2605" y="5599"/>
                    <a:pt x="2695" y="5552"/>
                    <a:pt x="2786" y="5505"/>
                  </a:cubicBezTo>
                  <a:cubicBezTo>
                    <a:pt x="2941" y="5746"/>
                    <a:pt x="3211" y="5893"/>
                    <a:pt x="3497" y="5893"/>
                  </a:cubicBezTo>
                  <a:cubicBezTo>
                    <a:pt x="3504" y="5893"/>
                    <a:pt x="3511" y="5893"/>
                    <a:pt x="3517" y="5893"/>
                  </a:cubicBezTo>
                  <a:lnTo>
                    <a:pt x="3720" y="5889"/>
                  </a:lnTo>
                  <a:cubicBezTo>
                    <a:pt x="4220" y="5878"/>
                    <a:pt x="4647" y="5527"/>
                    <a:pt x="4752" y="5038"/>
                  </a:cubicBezTo>
                  <a:cubicBezTo>
                    <a:pt x="4808" y="4858"/>
                    <a:pt x="4963" y="4767"/>
                    <a:pt x="5118" y="4767"/>
                  </a:cubicBezTo>
                  <a:cubicBezTo>
                    <a:pt x="5268" y="4767"/>
                    <a:pt x="5418" y="4852"/>
                    <a:pt x="5477" y="5024"/>
                  </a:cubicBezTo>
                  <a:cubicBezTo>
                    <a:pt x="5599" y="5506"/>
                    <a:pt x="6037" y="5842"/>
                    <a:pt x="6534" y="5842"/>
                  </a:cubicBezTo>
                  <a:cubicBezTo>
                    <a:pt x="6536" y="5842"/>
                    <a:pt x="6539" y="5842"/>
                    <a:pt x="6542" y="5842"/>
                  </a:cubicBezTo>
                  <a:lnTo>
                    <a:pt x="6744" y="5838"/>
                  </a:lnTo>
                  <a:cubicBezTo>
                    <a:pt x="7168" y="5828"/>
                    <a:pt x="7527" y="5509"/>
                    <a:pt x="7581" y="5085"/>
                  </a:cubicBezTo>
                  <a:lnTo>
                    <a:pt x="7668" y="4390"/>
                  </a:lnTo>
                  <a:close/>
                  <a:moveTo>
                    <a:pt x="6270" y="8037"/>
                  </a:moveTo>
                  <a:lnTo>
                    <a:pt x="6284" y="8729"/>
                  </a:lnTo>
                  <a:cubicBezTo>
                    <a:pt x="6292" y="9185"/>
                    <a:pt x="6585" y="9587"/>
                    <a:pt x="7020" y="9732"/>
                  </a:cubicBezTo>
                  <a:lnTo>
                    <a:pt x="7338" y="9840"/>
                  </a:lnTo>
                  <a:lnTo>
                    <a:pt x="7165" y="10253"/>
                  </a:lnTo>
                  <a:cubicBezTo>
                    <a:pt x="6835" y="11032"/>
                    <a:pt x="6074" y="11546"/>
                    <a:pt x="5227" y="11561"/>
                  </a:cubicBezTo>
                  <a:cubicBezTo>
                    <a:pt x="5215" y="11561"/>
                    <a:pt x="5202" y="11561"/>
                    <a:pt x="5190" y="11561"/>
                  </a:cubicBezTo>
                  <a:cubicBezTo>
                    <a:pt x="4357" y="11561"/>
                    <a:pt x="3599" y="11079"/>
                    <a:pt x="3249" y="10322"/>
                  </a:cubicBezTo>
                  <a:lnTo>
                    <a:pt x="3057" y="9913"/>
                  </a:lnTo>
                  <a:lnTo>
                    <a:pt x="3376" y="9793"/>
                  </a:lnTo>
                  <a:cubicBezTo>
                    <a:pt x="3804" y="9634"/>
                    <a:pt x="4082" y="9225"/>
                    <a:pt x="4075" y="8768"/>
                  </a:cubicBezTo>
                  <a:lnTo>
                    <a:pt x="4064" y="8073"/>
                  </a:lnTo>
                  <a:lnTo>
                    <a:pt x="4064" y="8073"/>
                  </a:lnTo>
                  <a:cubicBezTo>
                    <a:pt x="4405" y="8199"/>
                    <a:pt x="4762" y="8262"/>
                    <a:pt x="5119" y="8262"/>
                  </a:cubicBezTo>
                  <a:cubicBezTo>
                    <a:pt x="5511" y="8262"/>
                    <a:pt x="5902" y="8186"/>
                    <a:pt x="6270" y="8037"/>
                  </a:cubicBezTo>
                  <a:close/>
                  <a:moveTo>
                    <a:pt x="5462" y="0"/>
                  </a:moveTo>
                  <a:lnTo>
                    <a:pt x="5028" y="11"/>
                  </a:lnTo>
                  <a:cubicBezTo>
                    <a:pt x="4101" y="26"/>
                    <a:pt x="3166" y="428"/>
                    <a:pt x="2467" y="1119"/>
                  </a:cubicBezTo>
                  <a:cubicBezTo>
                    <a:pt x="1732" y="1844"/>
                    <a:pt x="1337" y="2782"/>
                    <a:pt x="1355" y="3763"/>
                  </a:cubicBezTo>
                  <a:cubicBezTo>
                    <a:pt x="1381" y="5234"/>
                    <a:pt x="1229" y="5871"/>
                    <a:pt x="1225" y="5875"/>
                  </a:cubicBezTo>
                  <a:cubicBezTo>
                    <a:pt x="1191" y="6009"/>
                    <a:pt x="1297" y="6131"/>
                    <a:pt x="1424" y="6131"/>
                  </a:cubicBezTo>
                  <a:cubicBezTo>
                    <a:pt x="1448" y="6131"/>
                    <a:pt x="1472" y="6126"/>
                    <a:pt x="1497" y="6117"/>
                  </a:cubicBezTo>
                  <a:cubicBezTo>
                    <a:pt x="1511" y="6110"/>
                    <a:pt x="1754" y="6019"/>
                    <a:pt x="2141" y="5831"/>
                  </a:cubicBezTo>
                  <a:cubicBezTo>
                    <a:pt x="2319" y="6704"/>
                    <a:pt x="2873" y="7457"/>
                    <a:pt x="3651" y="7885"/>
                  </a:cubicBezTo>
                  <a:lnTo>
                    <a:pt x="3666" y="8776"/>
                  </a:lnTo>
                  <a:cubicBezTo>
                    <a:pt x="3673" y="9058"/>
                    <a:pt x="3496" y="9315"/>
                    <a:pt x="3231" y="9413"/>
                  </a:cubicBezTo>
                  <a:lnTo>
                    <a:pt x="997" y="10246"/>
                  </a:lnTo>
                  <a:cubicBezTo>
                    <a:pt x="396" y="10471"/>
                    <a:pt x="1" y="11046"/>
                    <a:pt x="12" y="11687"/>
                  </a:cubicBezTo>
                  <a:lnTo>
                    <a:pt x="48" y="13817"/>
                  </a:lnTo>
                  <a:cubicBezTo>
                    <a:pt x="50" y="13951"/>
                    <a:pt x="150" y="14017"/>
                    <a:pt x="251" y="14017"/>
                  </a:cubicBezTo>
                  <a:cubicBezTo>
                    <a:pt x="355" y="14017"/>
                    <a:pt x="459" y="13947"/>
                    <a:pt x="457" y="13810"/>
                  </a:cubicBezTo>
                  <a:lnTo>
                    <a:pt x="421" y="11680"/>
                  </a:lnTo>
                  <a:cubicBezTo>
                    <a:pt x="417" y="11499"/>
                    <a:pt x="457" y="11322"/>
                    <a:pt x="540" y="11159"/>
                  </a:cubicBezTo>
                  <a:lnTo>
                    <a:pt x="761" y="11340"/>
                  </a:lnTo>
                  <a:cubicBezTo>
                    <a:pt x="804" y="11375"/>
                    <a:pt x="849" y="11390"/>
                    <a:pt x="892" y="11390"/>
                  </a:cubicBezTo>
                  <a:cubicBezTo>
                    <a:pt x="1058" y="11390"/>
                    <a:pt x="1189" y="11163"/>
                    <a:pt x="1022" y="11025"/>
                  </a:cubicBezTo>
                  <a:lnTo>
                    <a:pt x="790" y="10833"/>
                  </a:lnTo>
                  <a:cubicBezTo>
                    <a:pt x="892" y="10746"/>
                    <a:pt x="1011" y="10673"/>
                    <a:pt x="1138" y="10626"/>
                  </a:cubicBezTo>
                  <a:lnTo>
                    <a:pt x="2674" y="10054"/>
                  </a:lnTo>
                  <a:lnTo>
                    <a:pt x="2876" y="10492"/>
                  </a:lnTo>
                  <a:cubicBezTo>
                    <a:pt x="3294" y="11391"/>
                    <a:pt x="4199" y="11967"/>
                    <a:pt x="5188" y="11967"/>
                  </a:cubicBezTo>
                  <a:cubicBezTo>
                    <a:pt x="5204" y="11967"/>
                    <a:pt x="5219" y="11967"/>
                    <a:pt x="5234" y="11966"/>
                  </a:cubicBezTo>
                  <a:cubicBezTo>
                    <a:pt x="6241" y="11948"/>
                    <a:pt x="7146" y="11340"/>
                    <a:pt x="7541" y="10409"/>
                  </a:cubicBezTo>
                  <a:lnTo>
                    <a:pt x="7726" y="9967"/>
                  </a:lnTo>
                  <a:lnTo>
                    <a:pt x="9283" y="10485"/>
                  </a:lnTo>
                  <a:cubicBezTo>
                    <a:pt x="9410" y="10529"/>
                    <a:pt x="9529" y="10597"/>
                    <a:pt x="9635" y="10681"/>
                  </a:cubicBezTo>
                  <a:lnTo>
                    <a:pt x="8668" y="11539"/>
                  </a:lnTo>
                  <a:cubicBezTo>
                    <a:pt x="8432" y="11749"/>
                    <a:pt x="8302" y="12050"/>
                    <a:pt x="8305" y="12361"/>
                  </a:cubicBezTo>
                  <a:lnTo>
                    <a:pt x="8331" y="13672"/>
                  </a:lnTo>
                  <a:cubicBezTo>
                    <a:pt x="8332" y="13804"/>
                    <a:pt x="8431" y="13869"/>
                    <a:pt x="8531" y="13869"/>
                  </a:cubicBezTo>
                  <a:cubicBezTo>
                    <a:pt x="8634" y="13869"/>
                    <a:pt x="8738" y="13799"/>
                    <a:pt x="8736" y="13661"/>
                  </a:cubicBezTo>
                  <a:lnTo>
                    <a:pt x="8715" y="12354"/>
                  </a:lnTo>
                  <a:cubicBezTo>
                    <a:pt x="8711" y="12162"/>
                    <a:pt x="8794" y="11974"/>
                    <a:pt x="8939" y="11843"/>
                  </a:cubicBezTo>
                  <a:lnTo>
                    <a:pt x="9895" y="10996"/>
                  </a:lnTo>
                  <a:cubicBezTo>
                    <a:pt x="9986" y="11155"/>
                    <a:pt x="10033" y="11333"/>
                    <a:pt x="10037" y="11514"/>
                  </a:cubicBezTo>
                  <a:lnTo>
                    <a:pt x="10073" y="13643"/>
                  </a:lnTo>
                  <a:cubicBezTo>
                    <a:pt x="10076" y="13777"/>
                    <a:pt x="10177" y="13843"/>
                    <a:pt x="10277" y="13843"/>
                  </a:cubicBezTo>
                  <a:cubicBezTo>
                    <a:pt x="10381" y="13843"/>
                    <a:pt x="10484" y="13774"/>
                    <a:pt x="10482" y="13636"/>
                  </a:cubicBezTo>
                  <a:lnTo>
                    <a:pt x="10446" y="11506"/>
                  </a:lnTo>
                  <a:cubicBezTo>
                    <a:pt x="10431" y="10869"/>
                    <a:pt x="10018" y="10304"/>
                    <a:pt x="9410" y="10101"/>
                  </a:cubicBezTo>
                  <a:lnTo>
                    <a:pt x="7146" y="9344"/>
                  </a:lnTo>
                  <a:cubicBezTo>
                    <a:pt x="6878" y="9257"/>
                    <a:pt x="6697" y="9007"/>
                    <a:pt x="6690" y="8725"/>
                  </a:cubicBezTo>
                  <a:lnTo>
                    <a:pt x="6676" y="7834"/>
                  </a:lnTo>
                  <a:cubicBezTo>
                    <a:pt x="7414" y="7392"/>
                    <a:pt x="7932" y="6657"/>
                    <a:pt x="8099" y="5813"/>
                  </a:cubicBezTo>
                  <a:lnTo>
                    <a:pt x="8291" y="5813"/>
                  </a:lnTo>
                  <a:cubicBezTo>
                    <a:pt x="8642" y="5806"/>
                    <a:pt x="8943" y="5556"/>
                    <a:pt x="9012" y="5212"/>
                  </a:cubicBezTo>
                  <a:cubicBezTo>
                    <a:pt x="9080" y="4864"/>
                    <a:pt x="8899" y="4520"/>
                    <a:pt x="8577" y="4379"/>
                  </a:cubicBezTo>
                  <a:lnTo>
                    <a:pt x="8544" y="2333"/>
                  </a:lnTo>
                  <a:cubicBezTo>
                    <a:pt x="8523" y="1268"/>
                    <a:pt x="7657" y="420"/>
                    <a:pt x="6597" y="420"/>
                  </a:cubicBezTo>
                  <a:cubicBezTo>
                    <a:pt x="6586" y="420"/>
                    <a:pt x="6575" y="420"/>
                    <a:pt x="6563" y="420"/>
                  </a:cubicBezTo>
                  <a:lnTo>
                    <a:pt x="6516" y="420"/>
                  </a:lnTo>
                  <a:cubicBezTo>
                    <a:pt x="6350" y="250"/>
                    <a:pt x="6143" y="127"/>
                    <a:pt x="5915" y="62"/>
                  </a:cubicBezTo>
                  <a:cubicBezTo>
                    <a:pt x="5770" y="18"/>
                    <a:pt x="5618" y="0"/>
                    <a:pt x="54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88"/>
            <p:cNvSpPr/>
            <p:nvPr/>
          </p:nvSpPr>
          <p:spPr>
            <a:xfrm>
              <a:off x="8171051" y="3053418"/>
              <a:ext cx="49630" cy="16832"/>
            </a:xfrm>
            <a:custGeom>
              <a:rect b="b" l="l" r="r" t="t"/>
              <a:pathLst>
                <a:path extrusionOk="0" h="642" w="1893">
                  <a:moveTo>
                    <a:pt x="1600" y="0"/>
                  </a:moveTo>
                  <a:cubicBezTo>
                    <a:pt x="1551" y="0"/>
                    <a:pt x="1501" y="20"/>
                    <a:pt x="1455" y="66"/>
                  </a:cubicBezTo>
                  <a:cubicBezTo>
                    <a:pt x="1383" y="142"/>
                    <a:pt x="1205" y="229"/>
                    <a:pt x="948" y="232"/>
                  </a:cubicBezTo>
                  <a:cubicBezTo>
                    <a:pt x="938" y="233"/>
                    <a:pt x="927" y="233"/>
                    <a:pt x="917" y="233"/>
                  </a:cubicBezTo>
                  <a:cubicBezTo>
                    <a:pt x="677" y="233"/>
                    <a:pt x="507" y="153"/>
                    <a:pt x="434" y="84"/>
                  </a:cubicBezTo>
                  <a:cubicBezTo>
                    <a:pt x="390" y="41"/>
                    <a:pt x="342" y="24"/>
                    <a:pt x="295" y="24"/>
                  </a:cubicBezTo>
                  <a:cubicBezTo>
                    <a:pt x="136" y="24"/>
                    <a:pt x="1" y="234"/>
                    <a:pt x="155" y="377"/>
                  </a:cubicBezTo>
                  <a:cubicBezTo>
                    <a:pt x="327" y="542"/>
                    <a:pt x="613" y="642"/>
                    <a:pt x="923" y="642"/>
                  </a:cubicBezTo>
                  <a:cubicBezTo>
                    <a:pt x="934" y="642"/>
                    <a:pt x="945" y="642"/>
                    <a:pt x="956" y="642"/>
                  </a:cubicBezTo>
                  <a:cubicBezTo>
                    <a:pt x="1278" y="638"/>
                    <a:pt x="1575" y="526"/>
                    <a:pt x="1749" y="352"/>
                  </a:cubicBezTo>
                  <a:cubicBezTo>
                    <a:pt x="1893" y="202"/>
                    <a:pt x="1758" y="0"/>
                    <a:pt x="1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88"/>
            <p:cNvSpPr/>
            <p:nvPr/>
          </p:nvSpPr>
          <p:spPr>
            <a:xfrm>
              <a:off x="8224142" y="3013227"/>
              <a:ext cx="10906" cy="16491"/>
            </a:xfrm>
            <a:custGeom>
              <a:rect b="b" l="l" r="r" t="t"/>
              <a:pathLst>
                <a:path extrusionOk="0" h="629" w="416">
                  <a:moveTo>
                    <a:pt x="207" y="1"/>
                  </a:moveTo>
                  <a:cubicBezTo>
                    <a:pt x="104" y="1"/>
                    <a:pt x="1" y="70"/>
                    <a:pt x="3" y="208"/>
                  </a:cubicBezTo>
                  <a:lnTo>
                    <a:pt x="6" y="425"/>
                  </a:lnTo>
                  <a:cubicBezTo>
                    <a:pt x="6" y="538"/>
                    <a:pt x="100" y="628"/>
                    <a:pt x="213" y="628"/>
                  </a:cubicBezTo>
                  <a:cubicBezTo>
                    <a:pt x="325" y="624"/>
                    <a:pt x="415" y="530"/>
                    <a:pt x="412" y="418"/>
                  </a:cubicBezTo>
                  <a:lnTo>
                    <a:pt x="408" y="201"/>
                  </a:lnTo>
                  <a:cubicBezTo>
                    <a:pt x="406" y="67"/>
                    <a:pt x="307"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88"/>
            <p:cNvSpPr/>
            <p:nvPr/>
          </p:nvSpPr>
          <p:spPr>
            <a:xfrm>
              <a:off x="8093343" y="3195098"/>
              <a:ext cx="25614" cy="65177"/>
            </a:xfrm>
            <a:custGeom>
              <a:rect b="b" l="l" r="r" t="t"/>
              <a:pathLst>
                <a:path extrusionOk="0" h="2486" w="977">
                  <a:moveTo>
                    <a:pt x="297" y="0"/>
                  </a:moveTo>
                  <a:cubicBezTo>
                    <a:pt x="131" y="0"/>
                    <a:pt x="1" y="227"/>
                    <a:pt x="167" y="362"/>
                  </a:cubicBezTo>
                  <a:lnTo>
                    <a:pt x="305" y="475"/>
                  </a:lnTo>
                  <a:cubicBezTo>
                    <a:pt x="454" y="598"/>
                    <a:pt x="541" y="782"/>
                    <a:pt x="544" y="978"/>
                  </a:cubicBezTo>
                  <a:lnTo>
                    <a:pt x="570" y="2285"/>
                  </a:lnTo>
                  <a:cubicBezTo>
                    <a:pt x="571" y="2419"/>
                    <a:pt x="671" y="2486"/>
                    <a:pt x="771" y="2486"/>
                  </a:cubicBezTo>
                  <a:cubicBezTo>
                    <a:pt x="874" y="2486"/>
                    <a:pt x="977" y="2416"/>
                    <a:pt x="975" y="2278"/>
                  </a:cubicBezTo>
                  <a:lnTo>
                    <a:pt x="953" y="971"/>
                  </a:lnTo>
                  <a:cubicBezTo>
                    <a:pt x="946" y="656"/>
                    <a:pt x="805" y="359"/>
                    <a:pt x="562" y="159"/>
                  </a:cubicBezTo>
                  <a:lnTo>
                    <a:pt x="428" y="51"/>
                  </a:lnTo>
                  <a:cubicBezTo>
                    <a:pt x="385" y="15"/>
                    <a:pt x="340"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8" name="Google Shape;18598;p88"/>
          <p:cNvGrpSpPr/>
          <p:nvPr/>
        </p:nvGrpSpPr>
        <p:grpSpPr>
          <a:xfrm>
            <a:off x="4905714" y="2431198"/>
            <a:ext cx="284958" cy="365052"/>
            <a:chOff x="4905714" y="2431198"/>
            <a:chExt cx="284958" cy="365052"/>
          </a:xfrm>
        </p:grpSpPr>
        <p:sp>
          <p:nvSpPr>
            <p:cNvPr id="18599" name="Google Shape;18599;p88"/>
            <p:cNvSpPr/>
            <p:nvPr/>
          </p:nvSpPr>
          <p:spPr>
            <a:xfrm>
              <a:off x="4951568" y="2436599"/>
              <a:ext cx="193249" cy="131455"/>
            </a:xfrm>
            <a:custGeom>
              <a:rect b="b" l="l" r="r" t="t"/>
              <a:pathLst>
                <a:path extrusionOk="0" h="5014" w="7371">
                  <a:moveTo>
                    <a:pt x="3064" y="1"/>
                  </a:moveTo>
                  <a:cubicBezTo>
                    <a:pt x="1330" y="1"/>
                    <a:pt x="0" y="1547"/>
                    <a:pt x="265" y="3264"/>
                  </a:cubicBezTo>
                  <a:lnTo>
                    <a:pt x="533" y="5013"/>
                  </a:lnTo>
                  <a:lnTo>
                    <a:pt x="6838" y="5013"/>
                  </a:lnTo>
                  <a:lnTo>
                    <a:pt x="7106" y="3264"/>
                  </a:lnTo>
                  <a:cubicBezTo>
                    <a:pt x="7371" y="1547"/>
                    <a:pt x="6041" y="1"/>
                    <a:pt x="4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88"/>
            <p:cNvSpPr/>
            <p:nvPr/>
          </p:nvSpPr>
          <p:spPr>
            <a:xfrm>
              <a:off x="4911115" y="2630871"/>
              <a:ext cx="274261" cy="160032"/>
            </a:xfrm>
            <a:custGeom>
              <a:rect b="b" l="l" r="r" t="t"/>
              <a:pathLst>
                <a:path extrusionOk="0" h="6104" w="10461">
                  <a:moveTo>
                    <a:pt x="3706" y="1"/>
                  </a:moveTo>
                  <a:lnTo>
                    <a:pt x="3706" y="1037"/>
                  </a:lnTo>
                  <a:cubicBezTo>
                    <a:pt x="3706" y="1326"/>
                    <a:pt x="3514" y="1580"/>
                    <a:pt x="3235" y="1663"/>
                  </a:cubicBezTo>
                  <a:lnTo>
                    <a:pt x="939" y="2341"/>
                  </a:lnTo>
                  <a:cubicBezTo>
                    <a:pt x="381" y="2504"/>
                    <a:pt x="1" y="3014"/>
                    <a:pt x="1" y="3594"/>
                  </a:cubicBezTo>
                  <a:lnTo>
                    <a:pt x="1" y="6104"/>
                  </a:lnTo>
                  <a:lnTo>
                    <a:pt x="10460" y="6104"/>
                  </a:lnTo>
                  <a:lnTo>
                    <a:pt x="10460" y="3594"/>
                  </a:lnTo>
                  <a:cubicBezTo>
                    <a:pt x="10460" y="3014"/>
                    <a:pt x="10080" y="2504"/>
                    <a:pt x="9522" y="2341"/>
                  </a:cubicBezTo>
                  <a:lnTo>
                    <a:pt x="7226" y="1663"/>
                  </a:lnTo>
                  <a:cubicBezTo>
                    <a:pt x="6947" y="1580"/>
                    <a:pt x="6755" y="1326"/>
                    <a:pt x="6755" y="1037"/>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88"/>
            <p:cNvSpPr/>
            <p:nvPr/>
          </p:nvSpPr>
          <p:spPr>
            <a:xfrm>
              <a:off x="4911010" y="2674471"/>
              <a:ext cx="274366" cy="116432"/>
            </a:xfrm>
            <a:custGeom>
              <a:rect b="b" l="l" r="r" t="t"/>
              <a:pathLst>
                <a:path extrusionOk="0" h="4441" w="10465">
                  <a:moveTo>
                    <a:pt x="7230" y="0"/>
                  </a:moveTo>
                  <a:cubicBezTo>
                    <a:pt x="7288" y="29"/>
                    <a:pt x="7349" y="58"/>
                    <a:pt x="7411" y="80"/>
                  </a:cubicBezTo>
                  <a:lnTo>
                    <a:pt x="5231" y="735"/>
                  </a:lnTo>
                  <a:lnTo>
                    <a:pt x="3054" y="80"/>
                  </a:lnTo>
                  <a:cubicBezTo>
                    <a:pt x="3116" y="58"/>
                    <a:pt x="3177" y="29"/>
                    <a:pt x="3239" y="0"/>
                  </a:cubicBezTo>
                  <a:lnTo>
                    <a:pt x="3239" y="0"/>
                  </a:lnTo>
                  <a:lnTo>
                    <a:pt x="943" y="674"/>
                  </a:lnTo>
                  <a:cubicBezTo>
                    <a:pt x="385" y="841"/>
                    <a:pt x="1" y="1351"/>
                    <a:pt x="1" y="1931"/>
                  </a:cubicBezTo>
                  <a:lnTo>
                    <a:pt x="1" y="4441"/>
                  </a:lnTo>
                  <a:lnTo>
                    <a:pt x="10464" y="4441"/>
                  </a:lnTo>
                  <a:lnTo>
                    <a:pt x="10464" y="1931"/>
                  </a:lnTo>
                  <a:cubicBezTo>
                    <a:pt x="10464" y="1351"/>
                    <a:pt x="10080" y="841"/>
                    <a:pt x="9526" y="678"/>
                  </a:cubicBezTo>
                  <a:lnTo>
                    <a:pt x="72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88"/>
            <p:cNvSpPr/>
            <p:nvPr/>
          </p:nvSpPr>
          <p:spPr>
            <a:xfrm>
              <a:off x="4979674" y="2679216"/>
              <a:ext cx="137144" cy="111687"/>
            </a:xfrm>
            <a:custGeom>
              <a:rect b="b" l="l" r="r" t="t"/>
              <a:pathLst>
                <a:path extrusionOk="0" h="4260" w="5231">
                  <a:moveTo>
                    <a:pt x="768" y="0"/>
                  </a:moveTo>
                  <a:lnTo>
                    <a:pt x="511" y="261"/>
                  </a:lnTo>
                  <a:cubicBezTo>
                    <a:pt x="182" y="587"/>
                    <a:pt x="0" y="1033"/>
                    <a:pt x="0" y="1493"/>
                  </a:cubicBezTo>
                  <a:lnTo>
                    <a:pt x="0" y="4260"/>
                  </a:lnTo>
                  <a:lnTo>
                    <a:pt x="5230" y="4260"/>
                  </a:lnTo>
                  <a:lnTo>
                    <a:pt x="5230" y="1493"/>
                  </a:lnTo>
                  <a:cubicBezTo>
                    <a:pt x="5230" y="1033"/>
                    <a:pt x="5046" y="587"/>
                    <a:pt x="4720" y="261"/>
                  </a:cubicBezTo>
                  <a:lnTo>
                    <a:pt x="4459" y="0"/>
                  </a:lnTo>
                  <a:lnTo>
                    <a:pt x="2615" y="337"/>
                  </a:lnTo>
                  <a:lnTo>
                    <a:pt x="76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88"/>
            <p:cNvSpPr/>
            <p:nvPr/>
          </p:nvSpPr>
          <p:spPr>
            <a:xfrm>
              <a:off x="4983082" y="2679216"/>
              <a:ext cx="130222" cy="51884"/>
            </a:xfrm>
            <a:custGeom>
              <a:rect b="b" l="l" r="r" t="t"/>
              <a:pathLst>
                <a:path extrusionOk="0" h="1979" w="4967">
                  <a:moveTo>
                    <a:pt x="638" y="0"/>
                  </a:moveTo>
                  <a:lnTo>
                    <a:pt x="381" y="261"/>
                  </a:lnTo>
                  <a:cubicBezTo>
                    <a:pt x="218" y="424"/>
                    <a:pt x="88" y="616"/>
                    <a:pt x="1" y="826"/>
                  </a:cubicBezTo>
                  <a:lnTo>
                    <a:pt x="751" y="1681"/>
                  </a:lnTo>
                  <a:cubicBezTo>
                    <a:pt x="922" y="1879"/>
                    <a:pt x="1163" y="1979"/>
                    <a:pt x="1404" y="1979"/>
                  </a:cubicBezTo>
                  <a:cubicBezTo>
                    <a:pt x="1627" y="1979"/>
                    <a:pt x="1850" y="1894"/>
                    <a:pt x="2022" y="1724"/>
                  </a:cubicBezTo>
                  <a:lnTo>
                    <a:pt x="2485" y="1261"/>
                  </a:lnTo>
                  <a:lnTo>
                    <a:pt x="2945" y="1724"/>
                  </a:lnTo>
                  <a:cubicBezTo>
                    <a:pt x="3117" y="1894"/>
                    <a:pt x="3340" y="1979"/>
                    <a:pt x="3563" y="1979"/>
                  </a:cubicBezTo>
                  <a:cubicBezTo>
                    <a:pt x="3805" y="1979"/>
                    <a:pt x="4047" y="1879"/>
                    <a:pt x="4220" y="1681"/>
                  </a:cubicBezTo>
                  <a:lnTo>
                    <a:pt x="4966" y="826"/>
                  </a:lnTo>
                  <a:cubicBezTo>
                    <a:pt x="4879" y="616"/>
                    <a:pt x="4749" y="424"/>
                    <a:pt x="4590" y="261"/>
                  </a:cubicBezTo>
                  <a:lnTo>
                    <a:pt x="4329" y="0"/>
                  </a:lnTo>
                  <a:lnTo>
                    <a:pt x="2485" y="337"/>
                  </a:lnTo>
                  <a:lnTo>
                    <a:pt x="638"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88"/>
            <p:cNvSpPr/>
            <p:nvPr/>
          </p:nvSpPr>
          <p:spPr>
            <a:xfrm>
              <a:off x="5031034" y="2716523"/>
              <a:ext cx="34319" cy="74379"/>
            </a:xfrm>
            <a:custGeom>
              <a:rect b="b" l="l" r="r" t="t"/>
              <a:pathLst>
                <a:path extrusionOk="0" h="2837" w="1309">
                  <a:moveTo>
                    <a:pt x="341" y="1"/>
                  </a:moveTo>
                  <a:lnTo>
                    <a:pt x="1" y="2837"/>
                  </a:lnTo>
                  <a:lnTo>
                    <a:pt x="1308" y="2837"/>
                  </a:lnTo>
                  <a:lnTo>
                    <a:pt x="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88"/>
            <p:cNvSpPr/>
            <p:nvPr/>
          </p:nvSpPr>
          <p:spPr>
            <a:xfrm>
              <a:off x="5025240" y="2688051"/>
              <a:ext cx="45802" cy="34292"/>
            </a:xfrm>
            <a:custGeom>
              <a:rect b="b" l="l" r="r" t="t"/>
              <a:pathLst>
                <a:path extrusionOk="0" h="1308" w="1747">
                  <a:moveTo>
                    <a:pt x="1" y="0"/>
                  </a:moveTo>
                  <a:lnTo>
                    <a:pt x="388" y="1156"/>
                  </a:lnTo>
                  <a:cubicBezTo>
                    <a:pt x="417" y="1246"/>
                    <a:pt x="501" y="1308"/>
                    <a:pt x="595" y="1308"/>
                  </a:cubicBezTo>
                  <a:lnTo>
                    <a:pt x="1153" y="1308"/>
                  </a:lnTo>
                  <a:cubicBezTo>
                    <a:pt x="1247" y="1304"/>
                    <a:pt x="1330" y="1246"/>
                    <a:pt x="1359" y="1156"/>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88"/>
            <p:cNvSpPr/>
            <p:nvPr/>
          </p:nvSpPr>
          <p:spPr>
            <a:xfrm>
              <a:off x="5008146" y="2630871"/>
              <a:ext cx="80094" cy="28577"/>
            </a:xfrm>
            <a:custGeom>
              <a:rect b="b" l="l" r="r" t="t"/>
              <a:pathLst>
                <a:path extrusionOk="0" h="1090" w="3055">
                  <a:moveTo>
                    <a:pt x="1" y="1"/>
                  </a:moveTo>
                  <a:lnTo>
                    <a:pt x="1" y="704"/>
                  </a:lnTo>
                  <a:cubicBezTo>
                    <a:pt x="477" y="961"/>
                    <a:pt x="1002" y="1089"/>
                    <a:pt x="1528" y="1089"/>
                  </a:cubicBezTo>
                  <a:cubicBezTo>
                    <a:pt x="2053" y="1089"/>
                    <a:pt x="2578" y="961"/>
                    <a:pt x="3054" y="704"/>
                  </a:cubicBezTo>
                  <a:lnTo>
                    <a:pt x="30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88"/>
            <p:cNvSpPr/>
            <p:nvPr/>
          </p:nvSpPr>
          <p:spPr>
            <a:xfrm>
              <a:off x="4989348" y="2663643"/>
              <a:ext cx="58806" cy="50285"/>
            </a:xfrm>
            <a:custGeom>
              <a:rect b="b" l="l" r="r" t="t"/>
              <a:pathLst>
                <a:path extrusionOk="0" h="1918" w="2243">
                  <a:moveTo>
                    <a:pt x="577" y="0"/>
                  </a:moveTo>
                  <a:lnTo>
                    <a:pt x="1" y="699"/>
                  </a:lnTo>
                  <a:lnTo>
                    <a:pt x="1004" y="1844"/>
                  </a:lnTo>
                  <a:cubicBezTo>
                    <a:pt x="1047" y="1893"/>
                    <a:pt x="1107" y="1917"/>
                    <a:pt x="1167" y="1917"/>
                  </a:cubicBezTo>
                  <a:cubicBezTo>
                    <a:pt x="1222" y="1917"/>
                    <a:pt x="1277" y="1896"/>
                    <a:pt x="1319" y="1855"/>
                  </a:cubicBezTo>
                  <a:lnTo>
                    <a:pt x="2243" y="931"/>
                  </a:lnTo>
                  <a:lnTo>
                    <a:pt x="577"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88"/>
            <p:cNvSpPr/>
            <p:nvPr/>
          </p:nvSpPr>
          <p:spPr>
            <a:xfrm>
              <a:off x="5048232" y="2663643"/>
              <a:ext cx="58885" cy="50285"/>
            </a:xfrm>
            <a:custGeom>
              <a:rect b="b" l="l" r="r" t="t"/>
              <a:pathLst>
                <a:path extrusionOk="0" h="1918" w="2246">
                  <a:moveTo>
                    <a:pt x="1670" y="0"/>
                  </a:moveTo>
                  <a:lnTo>
                    <a:pt x="0" y="931"/>
                  </a:lnTo>
                  <a:lnTo>
                    <a:pt x="928" y="1855"/>
                  </a:lnTo>
                  <a:cubicBezTo>
                    <a:pt x="969" y="1896"/>
                    <a:pt x="1024" y="1917"/>
                    <a:pt x="1080" y="1917"/>
                  </a:cubicBezTo>
                  <a:cubicBezTo>
                    <a:pt x="1139" y="1917"/>
                    <a:pt x="1199" y="1893"/>
                    <a:pt x="1243" y="1844"/>
                  </a:cubicBezTo>
                  <a:lnTo>
                    <a:pt x="2246" y="699"/>
                  </a:lnTo>
                  <a:lnTo>
                    <a:pt x="1670"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88"/>
            <p:cNvSpPr/>
            <p:nvPr/>
          </p:nvSpPr>
          <p:spPr>
            <a:xfrm>
              <a:off x="4940085" y="2647965"/>
              <a:ext cx="68087" cy="142938"/>
            </a:xfrm>
            <a:custGeom>
              <a:rect b="b" l="l" r="r" t="t"/>
              <a:pathLst>
                <a:path extrusionOk="0" h="5452" w="2597">
                  <a:moveTo>
                    <a:pt x="2597" y="1"/>
                  </a:moveTo>
                  <a:cubicBezTo>
                    <a:pt x="2597" y="1"/>
                    <a:pt x="1000" y="399"/>
                    <a:pt x="482" y="1964"/>
                  </a:cubicBezTo>
                  <a:cubicBezTo>
                    <a:pt x="435" y="2091"/>
                    <a:pt x="453" y="2235"/>
                    <a:pt x="529" y="2351"/>
                  </a:cubicBezTo>
                  <a:lnTo>
                    <a:pt x="851" y="2837"/>
                  </a:lnTo>
                  <a:lnTo>
                    <a:pt x="149" y="3539"/>
                  </a:lnTo>
                  <a:cubicBezTo>
                    <a:pt x="44" y="3644"/>
                    <a:pt x="0" y="3796"/>
                    <a:pt x="33" y="3941"/>
                  </a:cubicBezTo>
                  <a:lnTo>
                    <a:pt x="417" y="5452"/>
                  </a:lnTo>
                  <a:lnTo>
                    <a:pt x="1510" y="5452"/>
                  </a:lnTo>
                  <a:lnTo>
                    <a:pt x="1510" y="2685"/>
                  </a:lnTo>
                  <a:cubicBezTo>
                    <a:pt x="1510" y="2225"/>
                    <a:pt x="1692" y="1779"/>
                    <a:pt x="2021" y="1453"/>
                  </a:cubicBezTo>
                  <a:lnTo>
                    <a:pt x="2278" y="1192"/>
                  </a:lnTo>
                  <a:cubicBezTo>
                    <a:pt x="2481" y="990"/>
                    <a:pt x="2597" y="711"/>
                    <a:pt x="2597" y="421"/>
                  </a:cubicBezTo>
                  <a:lnTo>
                    <a:pt x="2597"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88"/>
            <p:cNvSpPr/>
            <p:nvPr/>
          </p:nvSpPr>
          <p:spPr>
            <a:xfrm>
              <a:off x="5088214" y="2647965"/>
              <a:ext cx="68087" cy="142938"/>
            </a:xfrm>
            <a:custGeom>
              <a:rect b="b" l="l" r="r" t="t"/>
              <a:pathLst>
                <a:path extrusionOk="0" h="5452" w="2597">
                  <a:moveTo>
                    <a:pt x="0" y="1"/>
                  </a:moveTo>
                  <a:lnTo>
                    <a:pt x="0" y="421"/>
                  </a:lnTo>
                  <a:cubicBezTo>
                    <a:pt x="0" y="711"/>
                    <a:pt x="116" y="990"/>
                    <a:pt x="319" y="1192"/>
                  </a:cubicBezTo>
                  <a:lnTo>
                    <a:pt x="580" y="1453"/>
                  </a:lnTo>
                  <a:cubicBezTo>
                    <a:pt x="906" y="1779"/>
                    <a:pt x="1090" y="2221"/>
                    <a:pt x="1090" y="2685"/>
                  </a:cubicBezTo>
                  <a:lnTo>
                    <a:pt x="1090" y="5452"/>
                  </a:lnTo>
                  <a:lnTo>
                    <a:pt x="2180" y="5452"/>
                  </a:lnTo>
                  <a:lnTo>
                    <a:pt x="2564" y="3941"/>
                  </a:lnTo>
                  <a:cubicBezTo>
                    <a:pt x="2597" y="3796"/>
                    <a:pt x="2550" y="3644"/>
                    <a:pt x="2445" y="3539"/>
                  </a:cubicBezTo>
                  <a:lnTo>
                    <a:pt x="1742" y="2837"/>
                  </a:lnTo>
                  <a:lnTo>
                    <a:pt x="2068" y="2351"/>
                  </a:lnTo>
                  <a:cubicBezTo>
                    <a:pt x="2141" y="2235"/>
                    <a:pt x="2159" y="2091"/>
                    <a:pt x="2115" y="1964"/>
                  </a:cubicBezTo>
                  <a:cubicBezTo>
                    <a:pt x="1594" y="399"/>
                    <a:pt x="0" y="1"/>
                    <a:pt x="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88"/>
            <p:cNvSpPr/>
            <p:nvPr/>
          </p:nvSpPr>
          <p:spPr>
            <a:xfrm>
              <a:off x="4951096" y="2493780"/>
              <a:ext cx="194298" cy="148627"/>
            </a:xfrm>
            <a:custGeom>
              <a:rect b="b" l="l" r="r" t="t"/>
              <a:pathLst>
                <a:path extrusionOk="0" h="5669" w="7411">
                  <a:moveTo>
                    <a:pt x="2365" y="0"/>
                  </a:moveTo>
                  <a:cubicBezTo>
                    <a:pt x="1598" y="0"/>
                    <a:pt x="1029" y="706"/>
                    <a:pt x="1196" y="1456"/>
                  </a:cubicBezTo>
                  <a:cubicBezTo>
                    <a:pt x="1253" y="1713"/>
                    <a:pt x="1054" y="1960"/>
                    <a:pt x="790" y="1960"/>
                  </a:cubicBezTo>
                  <a:lnTo>
                    <a:pt x="544" y="1960"/>
                  </a:lnTo>
                  <a:cubicBezTo>
                    <a:pt x="243" y="1960"/>
                    <a:pt x="0" y="2202"/>
                    <a:pt x="0" y="2503"/>
                  </a:cubicBezTo>
                  <a:cubicBezTo>
                    <a:pt x="0" y="2807"/>
                    <a:pt x="243" y="3050"/>
                    <a:pt x="544" y="3050"/>
                  </a:cubicBezTo>
                  <a:lnTo>
                    <a:pt x="880" y="3050"/>
                  </a:lnTo>
                  <a:cubicBezTo>
                    <a:pt x="993" y="4527"/>
                    <a:pt x="2224" y="5668"/>
                    <a:pt x="3705" y="5668"/>
                  </a:cubicBezTo>
                  <a:cubicBezTo>
                    <a:pt x="5187" y="5668"/>
                    <a:pt x="6414" y="4527"/>
                    <a:pt x="6527" y="3050"/>
                  </a:cubicBezTo>
                  <a:lnTo>
                    <a:pt x="6864" y="3050"/>
                  </a:lnTo>
                  <a:cubicBezTo>
                    <a:pt x="7164" y="3050"/>
                    <a:pt x="7410" y="2807"/>
                    <a:pt x="7410" y="2503"/>
                  </a:cubicBezTo>
                  <a:cubicBezTo>
                    <a:pt x="7410" y="2202"/>
                    <a:pt x="7164" y="1960"/>
                    <a:pt x="6864" y="1960"/>
                  </a:cubicBezTo>
                  <a:lnTo>
                    <a:pt x="6617" y="1960"/>
                  </a:lnTo>
                  <a:cubicBezTo>
                    <a:pt x="6353" y="1960"/>
                    <a:pt x="6157" y="1713"/>
                    <a:pt x="6215" y="1456"/>
                  </a:cubicBezTo>
                  <a:cubicBezTo>
                    <a:pt x="6378" y="706"/>
                    <a:pt x="5810" y="0"/>
                    <a:pt x="5045"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88"/>
            <p:cNvSpPr/>
            <p:nvPr/>
          </p:nvSpPr>
          <p:spPr>
            <a:xfrm>
              <a:off x="4950231" y="2493675"/>
              <a:ext cx="132294" cy="148653"/>
            </a:xfrm>
            <a:custGeom>
              <a:rect b="b" l="l" r="r" t="t"/>
              <a:pathLst>
                <a:path extrusionOk="0" h="5670" w="5046">
                  <a:moveTo>
                    <a:pt x="2398" y="1"/>
                  </a:moveTo>
                  <a:cubicBezTo>
                    <a:pt x="1631" y="1"/>
                    <a:pt x="1062" y="714"/>
                    <a:pt x="1229" y="1460"/>
                  </a:cubicBezTo>
                  <a:cubicBezTo>
                    <a:pt x="1286" y="1721"/>
                    <a:pt x="1087" y="1964"/>
                    <a:pt x="823" y="1964"/>
                  </a:cubicBezTo>
                  <a:lnTo>
                    <a:pt x="609" y="1964"/>
                  </a:lnTo>
                  <a:cubicBezTo>
                    <a:pt x="323" y="1964"/>
                    <a:pt x="66" y="2170"/>
                    <a:pt x="33" y="2452"/>
                  </a:cubicBezTo>
                  <a:cubicBezTo>
                    <a:pt x="1" y="2775"/>
                    <a:pt x="254" y="3054"/>
                    <a:pt x="577" y="3054"/>
                  </a:cubicBezTo>
                  <a:lnTo>
                    <a:pt x="917" y="3054"/>
                  </a:lnTo>
                  <a:cubicBezTo>
                    <a:pt x="1019" y="4549"/>
                    <a:pt x="2266" y="5670"/>
                    <a:pt x="3716" y="5670"/>
                  </a:cubicBezTo>
                  <a:cubicBezTo>
                    <a:pt x="3868" y="5670"/>
                    <a:pt x="4022" y="5658"/>
                    <a:pt x="4177" y="5632"/>
                  </a:cubicBezTo>
                  <a:cubicBezTo>
                    <a:pt x="2793" y="5422"/>
                    <a:pt x="1775" y="4234"/>
                    <a:pt x="1775" y="2836"/>
                  </a:cubicBezTo>
                  <a:lnTo>
                    <a:pt x="1775" y="1746"/>
                  </a:lnTo>
                  <a:cubicBezTo>
                    <a:pt x="1775" y="1145"/>
                    <a:pt x="2264" y="656"/>
                    <a:pt x="2866" y="656"/>
                  </a:cubicBezTo>
                  <a:lnTo>
                    <a:pt x="4390" y="656"/>
                  </a:lnTo>
                  <a:cubicBezTo>
                    <a:pt x="4752" y="656"/>
                    <a:pt x="5046" y="363"/>
                    <a:pt x="504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88"/>
            <p:cNvSpPr/>
            <p:nvPr/>
          </p:nvSpPr>
          <p:spPr>
            <a:xfrm>
              <a:off x="5014910" y="2436599"/>
              <a:ext cx="115488" cy="39929"/>
            </a:xfrm>
            <a:custGeom>
              <a:rect b="b" l="l" r="r" t="t"/>
              <a:pathLst>
                <a:path extrusionOk="0" h="1523" w="4405">
                  <a:moveTo>
                    <a:pt x="1900" y="1"/>
                  </a:moveTo>
                  <a:cubicBezTo>
                    <a:pt x="1897" y="1"/>
                    <a:pt x="1894" y="1"/>
                    <a:pt x="1891" y="1"/>
                  </a:cubicBezTo>
                  <a:lnTo>
                    <a:pt x="648" y="1"/>
                  </a:lnTo>
                  <a:cubicBezTo>
                    <a:pt x="431" y="1"/>
                    <a:pt x="214" y="26"/>
                    <a:pt x="0" y="73"/>
                  </a:cubicBezTo>
                  <a:cubicBezTo>
                    <a:pt x="40" y="888"/>
                    <a:pt x="710" y="1522"/>
                    <a:pt x="1521" y="1522"/>
                  </a:cubicBezTo>
                  <a:lnTo>
                    <a:pt x="4404" y="1522"/>
                  </a:lnTo>
                  <a:cubicBezTo>
                    <a:pt x="3917" y="590"/>
                    <a:pt x="2954" y="1"/>
                    <a:pt x="190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88"/>
            <p:cNvSpPr/>
            <p:nvPr/>
          </p:nvSpPr>
          <p:spPr>
            <a:xfrm>
              <a:off x="4974273" y="2739805"/>
              <a:ext cx="10749" cy="56446"/>
            </a:xfrm>
            <a:custGeom>
              <a:rect b="b" l="l" r="r" t="t"/>
              <a:pathLst>
                <a:path extrusionOk="0" h="2153" w="410">
                  <a:moveTo>
                    <a:pt x="206" y="0"/>
                  </a:moveTo>
                  <a:cubicBezTo>
                    <a:pt x="91" y="0"/>
                    <a:pt x="0" y="91"/>
                    <a:pt x="0" y="203"/>
                  </a:cubicBezTo>
                  <a:lnTo>
                    <a:pt x="0" y="1949"/>
                  </a:lnTo>
                  <a:cubicBezTo>
                    <a:pt x="0" y="2084"/>
                    <a:pt x="102" y="2152"/>
                    <a:pt x="205" y="2152"/>
                  </a:cubicBezTo>
                  <a:cubicBezTo>
                    <a:pt x="307" y="2152"/>
                    <a:pt x="409" y="2084"/>
                    <a:pt x="409" y="1949"/>
                  </a:cubicBezTo>
                  <a:lnTo>
                    <a:pt x="409" y="203"/>
                  </a:lnTo>
                  <a:cubicBezTo>
                    <a:pt x="409" y="91"/>
                    <a:pt x="319"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88"/>
            <p:cNvSpPr/>
            <p:nvPr/>
          </p:nvSpPr>
          <p:spPr>
            <a:xfrm>
              <a:off x="5111469" y="2739805"/>
              <a:ext cx="10671" cy="56446"/>
            </a:xfrm>
            <a:custGeom>
              <a:rect b="b" l="l" r="r" t="t"/>
              <a:pathLst>
                <a:path extrusionOk="0" h="2153" w="407">
                  <a:moveTo>
                    <a:pt x="203" y="0"/>
                  </a:moveTo>
                  <a:cubicBezTo>
                    <a:pt x="91" y="0"/>
                    <a:pt x="0" y="91"/>
                    <a:pt x="0" y="203"/>
                  </a:cubicBezTo>
                  <a:lnTo>
                    <a:pt x="0" y="1949"/>
                  </a:lnTo>
                  <a:cubicBezTo>
                    <a:pt x="0" y="2084"/>
                    <a:pt x="102" y="2152"/>
                    <a:pt x="203" y="2152"/>
                  </a:cubicBezTo>
                  <a:cubicBezTo>
                    <a:pt x="305" y="2152"/>
                    <a:pt x="406" y="2084"/>
                    <a:pt x="406" y="1949"/>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88"/>
            <p:cNvSpPr/>
            <p:nvPr/>
          </p:nvSpPr>
          <p:spPr>
            <a:xfrm>
              <a:off x="4905714" y="2431198"/>
              <a:ext cx="284958" cy="365026"/>
            </a:xfrm>
            <a:custGeom>
              <a:rect b="b" l="l" r="r" t="t"/>
              <a:pathLst>
                <a:path extrusionOk="0" h="13923" w="10869">
                  <a:moveTo>
                    <a:pt x="5954" y="410"/>
                  </a:moveTo>
                  <a:cubicBezTo>
                    <a:pt x="7599" y="410"/>
                    <a:pt x="8837" y="1898"/>
                    <a:pt x="8540" y="3517"/>
                  </a:cubicBezTo>
                  <a:lnTo>
                    <a:pt x="8424" y="4144"/>
                  </a:lnTo>
                  <a:lnTo>
                    <a:pt x="8319" y="4144"/>
                  </a:lnTo>
                  <a:cubicBezTo>
                    <a:pt x="8182" y="4144"/>
                    <a:pt x="8073" y="4024"/>
                    <a:pt x="8087" y="3887"/>
                  </a:cubicBezTo>
                  <a:lnTo>
                    <a:pt x="8120" y="3619"/>
                  </a:lnTo>
                  <a:cubicBezTo>
                    <a:pt x="8203" y="2851"/>
                    <a:pt x="7602" y="2181"/>
                    <a:pt x="6834" y="2181"/>
                  </a:cubicBezTo>
                  <a:lnTo>
                    <a:pt x="6744" y="2181"/>
                  </a:lnTo>
                  <a:cubicBezTo>
                    <a:pt x="6472" y="2181"/>
                    <a:pt x="6472" y="2590"/>
                    <a:pt x="6744" y="2590"/>
                  </a:cubicBezTo>
                  <a:lnTo>
                    <a:pt x="6834" y="2590"/>
                  </a:lnTo>
                  <a:cubicBezTo>
                    <a:pt x="7359" y="2590"/>
                    <a:pt x="7772" y="3046"/>
                    <a:pt x="7714" y="3571"/>
                  </a:cubicBezTo>
                  <a:lnTo>
                    <a:pt x="7682" y="3839"/>
                  </a:lnTo>
                  <a:cubicBezTo>
                    <a:pt x="7642" y="4220"/>
                    <a:pt x="7935" y="4549"/>
                    <a:pt x="8316" y="4549"/>
                  </a:cubicBezTo>
                  <a:lnTo>
                    <a:pt x="8595" y="4549"/>
                  </a:lnTo>
                  <a:cubicBezTo>
                    <a:pt x="8797" y="4549"/>
                    <a:pt x="8953" y="4727"/>
                    <a:pt x="8931" y="4926"/>
                  </a:cubicBezTo>
                  <a:cubicBezTo>
                    <a:pt x="8913" y="5100"/>
                    <a:pt x="8750" y="5234"/>
                    <a:pt x="8562" y="5234"/>
                  </a:cubicBezTo>
                  <a:lnTo>
                    <a:pt x="8471" y="5234"/>
                  </a:lnTo>
                  <a:lnTo>
                    <a:pt x="8471" y="5219"/>
                  </a:lnTo>
                  <a:cubicBezTo>
                    <a:pt x="8471" y="5107"/>
                    <a:pt x="8381" y="5017"/>
                    <a:pt x="8269" y="5017"/>
                  </a:cubicBezTo>
                  <a:cubicBezTo>
                    <a:pt x="8156" y="5017"/>
                    <a:pt x="8062" y="5107"/>
                    <a:pt x="8062" y="5219"/>
                  </a:cubicBezTo>
                  <a:cubicBezTo>
                    <a:pt x="8062" y="6672"/>
                    <a:pt x="6885" y="7849"/>
                    <a:pt x="5433" y="7849"/>
                  </a:cubicBezTo>
                  <a:cubicBezTo>
                    <a:pt x="3984" y="7849"/>
                    <a:pt x="2807" y="6672"/>
                    <a:pt x="2803" y="5219"/>
                  </a:cubicBezTo>
                  <a:lnTo>
                    <a:pt x="2807" y="5219"/>
                  </a:lnTo>
                  <a:cubicBezTo>
                    <a:pt x="2807" y="5084"/>
                    <a:pt x="2706" y="5016"/>
                    <a:pt x="2604" y="5016"/>
                  </a:cubicBezTo>
                  <a:cubicBezTo>
                    <a:pt x="2503" y="5016"/>
                    <a:pt x="2401" y="5084"/>
                    <a:pt x="2401" y="5219"/>
                  </a:cubicBezTo>
                  <a:lnTo>
                    <a:pt x="2401" y="5230"/>
                  </a:lnTo>
                  <a:lnTo>
                    <a:pt x="2278" y="5230"/>
                  </a:lnTo>
                  <a:cubicBezTo>
                    <a:pt x="2276" y="5230"/>
                    <a:pt x="2274" y="5230"/>
                    <a:pt x="2272" y="5230"/>
                  </a:cubicBezTo>
                  <a:cubicBezTo>
                    <a:pt x="2072" y="5230"/>
                    <a:pt x="1916" y="5054"/>
                    <a:pt x="1938" y="4854"/>
                  </a:cubicBezTo>
                  <a:cubicBezTo>
                    <a:pt x="1956" y="4683"/>
                    <a:pt x="2119" y="4549"/>
                    <a:pt x="2307" y="4549"/>
                  </a:cubicBezTo>
                  <a:lnTo>
                    <a:pt x="2553" y="4549"/>
                  </a:lnTo>
                  <a:cubicBezTo>
                    <a:pt x="2934" y="4549"/>
                    <a:pt x="3227" y="4220"/>
                    <a:pt x="3187" y="3839"/>
                  </a:cubicBezTo>
                  <a:lnTo>
                    <a:pt x="3155" y="3571"/>
                  </a:lnTo>
                  <a:cubicBezTo>
                    <a:pt x="3097" y="3046"/>
                    <a:pt x="3510" y="2590"/>
                    <a:pt x="4038" y="2590"/>
                  </a:cubicBezTo>
                  <a:lnTo>
                    <a:pt x="5871" y="2590"/>
                  </a:lnTo>
                  <a:cubicBezTo>
                    <a:pt x="6143" y="2590"/>
                    <a:pt x="6143" y="2181"/>
                    <a:pt x="5871" y="2181"/>
                  </a:cubicBezTo>
                  <a:lnTo>
                    <a:pt x="4038" y="2181"/>
                  </a:lnTo>
                  <a:cubicBezTo>
                    <a:pt x="3267" y="2181"/>
                    <a:pt x="2666" y="2851"/>
                    <a:pt x="2753" y="3619"/>
                  </a:cubicBezTo>
                  <a:lnTo>
                    <a:pt x="2782" y="3887"/>
                  </a:lnTo>
                  <a:cubicBezTo>
                    <a:pt x="2796" y="4024"/>
                    <a:pt x="2687" y="4144"/>
                    <a:pt x="2550" y="4144"/>
                  </a:cubicBezTo>
                  <a:lnTo>
                    <a:pt x="2340" y="4144"/>
                  </a:lnTo>
                  <a:lnTo>
                    <a:pt x="2231" y="3448"/>
                  </a:lnTo>
                  <a:cubicBezTo>
                    <a:pt x="1978" y="1855"/>
                    <a:pt x="3213" y="410"/>
                    <a:pt x="4828" y="410"/>
                  </a:cubicBezTo>
                  <a:close/>
                  <a:moveTo>
                    <a:pt x="6758" y="7954"/>
                  </a:moveTo>
                  <a:lnTo>
                    <a:pt x="6758" y="8653"/>
                  </a:lnTo>
                  <a:cubicBezTo>
                    <a:pt x="6758" y="8700"/>
                    <a:pt x="6762" y="8751"/>
                    <a:pt x="6766" y="8801"/>
                  </a:cubicBezTo>
                  <a:lnTo>
                    <a:pt x="5436" y="9562"/>
                  </a:lnTo>
                  <a:lnTo>
                    <a:pt x="4107" y="8801"/>
                  </a:lnTo>
                  <a:cubicBezTo>
                    <a:pt x="4111" y="8751"/>
                    <a:pt x="4114" y="8700"/>
                    <a:pt x="4114" y="8653"/>
                  </a:cubicBezTo>
                  <a:lnTo>
                    <a:pt x="4114" y="7954"/>
                  </a:lnTo>
                  <a:cubicBezTo>
                    <a:pt x="4527" y="8153"/>
                    <a:pt x="4976" y="8254"/>
                    <a:pt x="5436" y="8254"/>
                  </a:cubicBezTo>
                  <a:cubicBezTo>
                    <a:pt x="5893" y="8254"/>
                    <a:pt x="6345" y="8153"/>
                    <a:pt x="6758" y="7954"/>
                  </a:cubicBezTo>
                  <a:close/>
                  <a:moveTo>
                    <a:pt x="6881" y="9207"/>
                  </a:moveTo>
                  <a:cubicBezTo>
                    <a:pt x="6947" y="9341"/>
                    <a:pt x="7034" y="9464"/>
                    <a:pt x="7139" y="9569"/>
                  </a:cubicBezTo>
                  <a:lnTo>
                    <a:pt x="7258" y="9689"/>
                  </a:lnTo>
                  <a:lnTo>
                    <a:pt x="6675" y="10388"/>
                  </a:lnTo>
                  <a:cubicBezTo>
                    <a:pt x="6629" y="10443"/>
                    <a:pt x="6563" y="10471"/>
                    <a:pt x="6497" y="10471"/>
                  </a:cubicBezTo>
                  <a:cubicBezTo>
                    <a:pt x="6438" y="10471"/>
                    <a:pt x="6379" y="10448"/>
                    <a:pt x="6335" y="10402"/>
                  </a:cubicBezTo>
                  <a:lnTo>
                    <a:pt x="5770" y="9841"/>
                  </a:lnTo>
                  <a:lnTo>
                    <a:pt x="6881" y="9207"/>
                  </a:lnTo>
                  <a:close/>
                  <a:moveTo>
                    <a:pt x="3991" y="9203"/>
                  </a:moveTo>
                  <a:lnTo>
                    <a:pt x="5103" y="9837"/>
                  </a:lnTo>
                  <a:lnTo>
                    <a:pt x="4542" y="10402"/>
                  </a:lnTo>
                  <a:cubicBezTo>
                    <a:pt x="4498" y="10446"/>
                    <a:pt x="4438" y="10471"/>
                    <a:pt x="4377" y="10471"/>
                  </a:cubicBezTo>
                  <a:cubicBezTo>
                    <a:pt x="4373" y="10471"/>
                    <a:pt x="4368" y="10471"/>
                    <a:pt x="4364" y="10471"/>
                  </a:cubicBezTo>
                  <a:cubicBezTo>
                    <a:pt x="4299" y="10467"/>
                    <a:pt x="4238" y="10438"/>
                    <a:pt x="4198" y="10388"/>
                  </a:cubicBezTo>
                  <a:lnTo>
                    <a:pt x="3615" y="9689"/>
                  </a:lnTo>
                  <a:lnTo>
                    <a:pt x="3738" y="9565"/>
                  </a:lnTo>
                  <a:cubicBezTo>
                    <a:pt x="3843" y="9460"/>
                    <a:pt x="3930" y="9337"/>
                    <a:pt x="3991" y="9203"/>
                  </a:cubicBezTo>
                  <a:close/>
                  <a:moveTo>
                    <a:pt x="5436" y="10083"/>
                  </a:moveTo>
                  <a:lnTo>
                    <a:pt x="5860" y="10503"/>
                  </a:lnTo>
                  <a:lnTo>
                    <a:pt x="5780" y="10742"/>
                  </a:lnTo>
                  <a:cubicBezTo>
                    <a:pt x="5748" y="10837"/>
                    <a:pt x="5661" y="10898"/>
                    <a:pt x="5560" y="10898"/>
                  </a:cubicBezTo>
                  <a:lnTo>
                    <a:pt x="5317" y="10898"/>
                  </a:lnTo>
                  <a:cubicBezTo>
                    <a:pt x="5215" y="10898"/>
                    <a:pt x="5129" y="10837"/>
                    <a:pt x="5096" y="10742"/>
                  </a:cubicBezTo>
                  <a:lnTo>
                    <a:pt x="5016" y="10503"/>
                  </a:lnTo>
                  <a:lnTo>
                    <a:pt x="5436" y="10083"/>
                  </a:lnTo>
                  <a:close/>
                  <a:moveTo>
                    <a:pt x="4828" y="0"/>
                  </a:moveTo>
                  <a:cubicBezTo>
                    <a:pt x="2959" y="0"/>
                    <a:pt x="1536" y="1666"/>
                    <a:pt x="1826" y="3514"/>
                  </a:cubicBezTo>
                  <a:lnTo>
                    <a:pt x="1941" y="4231"/>
                  </a:lnTo>
                  <a:cubicBezTo>
                    <a:pt x="1630" y="4383"/>
                    <a:pt x="1471" y="4730"/>
                    <a:pt x="1550" y="5067"/>
                  </a:cubicBezTo>
                  <a:cubicBezTo>
                    <a:pt x="1626" y="5404"/>
                    <a:pt x="1927" y="5639"/>
                    <a:pt x="2275" y="5639"/>
                  </a:cubicBezTo>
                  <a:lnTo>
                    <a:pt x="2427" y="5639"/>
                  </a:lnTo>
                  <a:cubicBezTo>
                    <a:pt x="2546" y="6480"/>
                    <a:pt x="3006" y="7229"/>
                    <a:pt x="3705" y="7715"/>
                  </a:cubicBezTo>
                  <a:lnTo>
                    <a:pt x="3705" y="8081"/>
                  </a:lnTo>
                  <a:cubicBezTo>
                    <a:pt x="3347" y="8204"/>
                    <a:pt x="2459" y="8580"/>
                    <a:pt x="1902" y="9482"/>
                  </a:cubicBezTo>
                  <a:lnTo>
                    <a:pt x="1087" y="9721"/>
                  </a:lnTo>
                  <a:cubicBezTo>
                    <a:pt x="446" y="9913"/>
                    <a:pt x="4" y="10500"/>
                    <a:pt x="0" y="11170"/>
                  </a:cubicBezTo>
                  <a:lnTo>
                    <a:pt x="0" y="13716"/>
                  </a:lnTo>
                  <a:cubicBezTo>
                    <a:pt x="0" y="13852"/>
                    <a:pt x="102" y="13920"/>
                    <a:pt x="203" y="13920"/>
                  </a:cubicBezTo>
                  <a:cubicBezTo>
                    <a:pt x="304" y="13920"/>
                    <a:pt x="406" y="13852"/>
                    <a:pt x="406" y="13716"/>
                  </a:cubicBezTo>
                  <a:lnTo>
                    <a:pt x="406" y="11170"/>
                  </a:lnTo>
                  <a:cubicBezTo>
                    <a:pt x="409" y="10681"/>
                    <a:pt x="732" y="10250"/>
                    <a:pt x="1199" y="10112"/>
                  </a:cubicBezTo>
                  <a:lnTo>
                    <a:pt x="1652" y="9978"/>
                  </a:lnTo>
                  <a:lnTo>
                    <a:pt x="1652" y="9978"/>
                  </a:lnTo>
                  <a:cubicBezTo>
                    <a:pt x="1634" y="10025"/>
                    <a:pt x="1615" y="10076"/>
                    <a:pt x="1597" y="10127"/>
                  </a:cubicBezTo>
                  <a:cubicBezTo>
                    <a:pt x="1532" y="10315"/>
                    <a:pt x="1561" y="10525"/>
                    <a:pt x="1670" y="10692"/>
                  </a:cubicBezTo>
                  <a:lnTo>
                    <a:pt x="1902" y="11039"/>
                  </a:lnTo>
                  <a:lnTo>
                    <a:pt x="1322" y="11619"/>
                  </a:lnTo>
                  <a:cubicBezTo>
                    <a:pt x="1163" y="11775"/>
                    <a:pt x="1101" y="12006"/>
                    <a:pt x="1152" y="12220"/>
                  </a:cubicBezTo>
                  <a:lnTo>
                    <a:pt x="1532" y="13767"/>
                  </a:lnTo>
                  <a:cubicBezTo>
                    <a:pt x="1557" y="13875"/>
                    <a:pt x="1639" y="13923"/>
                    <a:pt x="1723" y="13923"/>
                  </a:cubicBezTo>
                  <a:cubicBezTo>
                    <a:pt x="1843" y="13923"/>
                    <a:pt x="1965" y="13825"/>
                    <a:pt x="1927" y="13669"/>
                  </a:cubicBezTo>
                  <a:lnTo>
                    <a:pt x="1550" y="12126"/>
                  </a:lnTo>
                  <a:cubicBezTo>
                    <a:pt x="1529" y="12046"/>
                    <a:pt x="1554" y="11963"/>
                    <a:pt x="1612" y="11905"/>
                  </a:cubicBezTo>
                  <a:lnTo>
                    <a:pt x="2307" y="11206"/>
                  </a:lnTo>
                  <a:cubicBezTo>
                    <a:pt x="2376" y="11141"/>
                    <a:pt x="2387" y="11032"/>
                    <a:pt x="2333" y="10949"/>
                  </a:cubicBezTo>
                  <a:lnTo>
                    <a:pt x="2010" y="10467"/>
                  </a:lnTo>
                  <a:cubicBezTo>
                    <a:pt x="1970" y="10402"/>
                    <a:pt x="1960" y="10326"/>
                    <a:pt x="1985" y="10257"/>
                  </a:cubicBezTo>
                  <a:cubicBezTo>
                    <a:pt x="2340" y="9185"/>
                    <a:pt x="3256" y="8696"/>
                    <a:pt x="3705" y="8515"/>
                  </a:cubicBezTo>
                  <a:lnTo>
                    <a:pt x="3705" y="8653"/>
                  </a:lnTo>
                  <a:cubicBezTo>
                    <a:pt x="3705" y="8888"/>
                    <a:pt x="3615" y="9113"/>
                    <a:pt x="3448" y="9279"/>
                  </a:cubicBezTo>
                  <a:lnTo>
                    <a:pt x="3187" y="9540"/>
                  </a:lnTo>
                  <a:cubicBezTo>
                    <a:pt x="2821" y="9902"/>
                    <a:pt x="2615" y="10398"/>
                    <a:pt x="2615" y="10916"/>
                  </a:cubicBezTo>
                  <a:lnTo>
                    <a:pt x="2615" y="11105"/>
                  </a:lnTo>
                  <a:cubicBezTo>
                    <a:pt x="2615" y="11240"/>
                    <a:pt x="2717" y="11308"/>
                    <a:pt x="2820" y="11308"/>
                  </a:cubicBezTo>
                  <a:cubicBezTo>
                    <a:pt x="2922" y="11308"/>
                    <a:pt x="3024" y="11240"/>
                    <a:pt x="3024" y="11105"/>
                  </a:cubicBezTo>
                  <a:lnTo>
                    <a:pt x="3024" y="10916"/>
                  </a:lnTo>
                  <a:cubicBezTo>
                    <a:pt x="3024" y="10583"/>
                    <a:pt x="3133" y="10257"/>
                    <a:pt x="3332" y="9989"/>
                  </a:cubicBezTo>
                  <a:lnTo>
                    <a:pt x="3883" y="10648"/>
                  </a:lnTo>
                  <a:cubicBezTo>
                    <a:pt x="3999" y="10786"/>
                    <a:pt x="4165" y="10869"/>
                    <a:pt x="4346" y="10880"/>
                  </a:cubicBezTo>
                  <a:lnTo>
                    <a:pt x="4375" y="10880"/>
                  </a:lnTo>
                  <a:cubicBezTo>
                    <a:pt x="4484" y="10880"/>
                    <a:pt x="4589" y="10851"/>
                    <a:pt x="4683" y="10800"/>
                  </a:cubicBezTo>
                  <a:lnTo>
                    <a:pt x="4705" y="10869"/>
                  </a:lnTo>
                  <a:cubicBezTo>
                    <a:pt x="4741" y="10974"/>
                    <a:pt x="4806" y="11072"/>
                    <a:pt x="4889" y="11144"/>
                  </a:cubicBezTo>
                  <a:lnTo>
                    <a:pt x="4578" y="13694"/>
                  </a:lnTo>
                  <a:cubicBezTo>
                    <a:pt x="4560" y="13840"/>
                    <a:pt x="4673" y="13922"/>
                    <a:pt x="4784" y="13922"/>
                  </a:cubicBezTo>
                  <a:cubicBezTo>
                    <a:pt x="4877" y="13922"/>
                    <a:pt x="4969" y="13865"/>
                    <a:pt x="4984" y="13741"/>
                  </a:cubicBezTo>
                  <a:lnTo>
                    <a:pt x="5281" y="11304"/>
                  </a:lnTo>
                  <a:lnTo>
                    <a:pt x="5588" y="11304"/>
                  </a:lnTo>
                  <a:lnTo>
                    <a:pt x="5885" y="13741"/>
                  </a:lnTo>
                  <a:cubicBezTo>
                    <a:pt x="5900" y="13865"/>
                    <a:pt x="5992" y="13922"/>
                    <a:pt x="6085" y="13922"/>
                  </a:cubicBezTo>
                  <a:cubicBezTo>
                    <a:pt x="6196" y="13922"/>
                    <a:pt x="6309" y="13840"/>
                    <a:pt x="6291" y="13694"/>
                  </a:cubicBezTo>
                  <a:lnTo>
                    <a:pt x="5980" y="11148"/>
                  </a:lnTo>
                  <a:cubicBezTo>
                    <a:pt x="6063" y="11072"/>
                    <a:pt x="6128" y="10974"/>
                    <a:pt x="6164" y="10869"/>
                  </a:cubicBezTo>
                  <a:lnTo>
                    <a:pt x="6186" y="10800"/>
                  </a:lnTo>
                  <a:cubicBezTo>
                    <a:pt x="6280" y="10851"/>
                    <a:pt x="6389" y="10880"/>
                    <a:pt x="6494" y="10880"/>
                  </a:cubicBezTo>
                  <a:lnTo>
                    <a:pt x="6523" y="10880"/>
                  </a:lnTo>
                  <a:cubicBezTo>
                    <a:pt x="6704" y="10869"/>
                    <a:pt x="6871" y="10786"/>
                    <a:pt x="6986" y="10648"/>
                  </a:cubicBezTo>
                  <a:lnTo>
                    <a:pt x="7537" y="9989"/>
                  </a:lnTo>
                  <a:cubicBezTo>
                    <a:pt x="7740" y="10257"/>
                    <a:pt x="7848" y="10583"/>
                    <a:pt x="7845" y="10916"/>
                  </a:cubicBezTo>
                  <a:lnTo>
                    <a:pt x="7845" y="11105"/>
                  </a:lnTo>
                  <a:cubicBezTo>
                    <a:pt x="7845" y="11240"/>
                    <a:pt x="7947" y="11308"/>
                    <a:pt x="8049" y="11308"/>
                  </a:cubicBezTo>
                  <a:cubicBezTo>
                    <a:pt x="8152" y="11308"/>
                    <a:pt x="8254" y="11240"/>
                    <a:pt x="8254" y="11105"/>
                  </a:cubicBezTo>
                  <a:lnTo>
                    <a:pt x="8254" y="10916"/>
                  </a:lnTo>
                  <a:cubicBezTo>
                    <a:pt x="8254" y="10398"/>
                    <a:pt x="8051" y="9902"/>
                    <a:pt x="7682" y="9540"/>
                  </a:cubicBezTo>
                  <a:lnTo>
                    <a:pt x="7425" y="9279"/>
                  </a:lnTo>
                  <a:cubicBezTo>
                    <a:pt x="7258" y="9113"/>
                    <a:pt x="7164" y="8888"/>
                    <a:pt x="7164" y="8653"/>
                  </a:cubicBezTo>
                  <a:lnTo>
                    <a:pt x="7164" y="8515"/>
                  </a:lnTo>
                  <a:cubicBezTo>
                    <a:pt x="7609" y="8696"/>
                    <a:pt x="8526" y="9182"/>
                    <a:pt x="8884" y="10257"/>
                  </a:cubicBezTo>
                  <a:cubicBezTo>
                    <a:pt x="8910" y="10326"/>
                    <a:pt x="8899" y="10406"/>
                    <a:pt x="8859" y="10467"/>
                  </a:cubicBezTo>
                  <a:lnTo>
                    <a:pt x="8537" y="10953"/>
                  </a:lnTo>
                  <a:cubicBezTo>
                    <a:pt x="8482" y="11032"/>
                    <a:pt x="8493" y="11141"/>
                    <a:pt x="8562" y="11210"/>
                  </a:cubicBezTo>
                  <a:lnTo>
                    <a:pt x="9261" y="11909"/>
                  </a:lnTo>
                  <a:cubicBezTo>
                    <a:pt x="9315" y="11963"/>
                    <a:pt x="9341" y="12046"/>
                    <a:pt x="9319" y="12126"/>
                  </a:cubicBezTo>
                  <a:lnTo>
                    <a:pt x="8942" y="13669"/>
                  </a:lnTo>
                  <a:cubicBezTo>
                    <a:pt x="8904" y="13825"/>
                    <a:pt x="9026" y="13923"/>
                    <a:pt x="9147" y="13923"/>
                  </a:cubicBezTo>
                  <a:cubicBezTo>
                    <a:pt x="9231" y="13923"/>
                    <a:pt x="9314" y="13875"/>
                    <a:pt x="9341" y="13767"/>
                  </a:cubicBezTo>
                  <a:lnTo>
                    <a:pt x="9717" y="12224"/>
                  </a:lnTo>
                  <a:cubicBezTo>
                    <a:pt x="9768" y="12006"/>
                    <a:pt x="9706" y="11778"/>
                    <a:pt x="9547" y="11619"/>
                  </a:cubicBezTo>
                  <a:lnTo>
                    <a:pt x="8968" y="11039"/>
                  </a:lnTo>
                  <a:lnTo>
                    <a:pt x="9199" y="10692"/>
                  </a:lnTo>
                  <a:cubicBezTo>
                    <a:pt x="9308" y="10525"/>
                    <a:pt x="9337" y="10319"/>
                    <a:pt x="9272" y="10127"/>
                  </a:cubicBezTo>
                  <a:cubicBezTo>
                    <a:pt x="9254" y="10076"/>
                    <a:pt x="9236" y="10029"/>
                    <a:pt x="9217" y="9978"/>
                  </a:cubicBezTo>
                  <a:lnTo>
                    <a:pt x="9217" y="9978"/>
                  </a:lnTo>
                  <a:lnTo>
                    <a:pt x="9670" y="10112"/>
                  </a:lnTo>
                  <a:cubicBezTo>
                    <a:pt x="10137" y="10254"/>
                    <a:pt x="10460" y="10681"/>
                    <a:pt x="10463" y="11170"/>
                  </a:cubicBezTo>
                  <a:lnTo>
                    <a:pt x="10463" y="13716"/>
                  </a:lnTo>
                  <a:cubicBezTo>
                    <a:pt x="10463" y="13852"/>
                    <a:pt x="10565" y="13920"/>
                    <a:pt x="10666" y="13920"/>
                  </a:cubicBezTo>
                  <a:cubicBezTo>
                    <a:pt x="10768" y="13920"/>
                    <a:pt x="10869" y="13852"/>
                    <a:pt x="10869" y="13716"/>
                  </a:cubicBezTo>
                  <a:lnTo>
                    <a:pt x="10869" y="11170"/>
                  </a:lnTo>
                  <a:cubicBezTo>
                    <a:pt x="10865" y="10500"/>
                    <a:pt x="10427" y="9913"/>
                    <a:pt x="9786" y="9721"/>
                  </a:cubicBezTo>
                  <a:lnTo>
                    <a:pt x="8971" y="9482"/>
                  </a:lnTo>
                  <a:cubicBezTo>
                    <a:pt x="8413" y="8580"/>
                    <a:pt x="7526" y="8204"/>
                    <a:pt x="7168" y="8081"/>
                  </a:cubicBezTo>
                  <a:lnTo>
                    <a:pt x="7168" y="7715"/>
                  </a:lnTo>
                  <a:cubicBezTo>
                    <a:pt x="7863" y="7229"/>
                    <a:pt x="8326" y="6480"/>
                    <a:pt x="8446" y="5639"/>
                  </a:cubicBezTo>
                  <a:lnTo>
                    <a:pt x="8566" y="5639"/>
                  </a:lnTo>
                  <a:cubicBezTo>
                    <a:pt x="8960" y="5639"/>
                    <a:pt x="9301" y="5346"/>
                    <a:pt x="9341" y="4966"/>
                  </a:cubicBezTo>
                  <a:cubicBezTo>
                    <a:pt x="9377" y="4618"/>
                    <a:pt x="9163" y="4292"/>
                    <a:pt x="8834" y="4180"/>
                  </a:cubicBezTo>
                  <a:lnTo>
                    <a:pt x="8942" y="3590"/>
                  </a:lnTo>
                  <a:cubicBezTo>
                    <a:pt x="9286" y="1721"/>
                    <a:pt x="7852" y="0"/>
                    <a:pt x="59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88"/>
            <p:cNvSpPr/>
            <p:nvPr/>
          </p:nvSpPr>
          <p:spPr>
            <a:xfrm>
              <a:off x="5008539" y="2545533"/>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88"/>
            <p:cNvSpPr/>
            <p:nvPr/>
          </p:nvSpPr>
          <p:spPr>
            <a:xfrm>
              <a:off x="5077176" y="2545533"/>
              <a:ext cx="10671" cy="16360"/>
            </a:xfrm>
            <a:custGeom>
              <a:rect b="b" l="l" r="r" t="t"/>
              <a:pathLst>
                <a:path extrusionOk="0" h="624" w="407">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88"/>
            <p:cNvSpPr/>
            <p:nvPr/>
          </p:nvSpPr>
          <p:spPr>
            <a:xfrm>
              <a:off x="5023378" y="2585410"/>
              <a:ext cx="49656" cy="16543"/>
            </a:xfrm>
            <a:custGeom>
              <a:rect b="b" l="l" r="r" t="t"/>
              <a:pathLst>
                <a:path extrusionOk="0" h="631" w="1894">
                  <a:moveTo>
                    <a:pt x="296" y="1"/>
                  </a:moveTo>
                  <a:cubicBezTo>
                    <a:pt x="137" y="1"/>
                    <a:pt x="1" y="207"/>
                    <a:pt x="152" y="355"/>
                  </a:cubicBezTo>
                  <a:cubicBezTo>
                    <a:pt x="325" y="525"/>
                    <a:pt x="622" y="630"/>
                    <a:pt x="948" y="630"/>
                  </a:cubicBezTo>
                  <a:cubicBezTo>
                    <a:pt x="1271" y="630"/>
                    <a:pt x="1568" y="525"/>
                    <a:pt x="1745" y="355"/>
                  </a:cubicBezTo>
                  <a:cubicBezTo>
                    <a:pt x="1893" y="207"/>
                    <a:pt x="1757" y="1"/>
                    <a:pt x="1598"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88"/>
            <p:cNvSpPr/>
            <p:nvPr/>
          </p:nvSpPr>
          <p:spPr>
            <a:xfrm>
              <a:off x="5001041" y="2528334"/>
              <a:ext cx="25746" cy="10749"/>
            </a:xfrm>
            <a:custGeom>
              <a:rect b="b" l="l" r="r" t="t"/>
              <a:pathLst>
                <a:path extrusionOk="0" h="410" w="982">
                  <a:moveTo>
                    <a:pt x="272" y="0"/>
                  </a:moveTo>
                  <a:cubicBezTo>
                    <a:pt x="0" y="0"/>
                    <a:pt x="0" y="410"/>
                    <a:pt x="272" y="410"/>
                  </a:cubicBezTo>
                  <a:lnTo>
                    <a:pt x="710" y="410"/>
                  </a:lnTo>
                  <a:cubicBezTo>
                    <a:pt x="982" y="410"/>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88"/>
            <p:cNvSpPr/>
            <p:nvPr/>
          </p:nvSpPr>
          <p:spPr>
            <a:xfrm>
              <a:off x="5069678" y="2528334"/>
              <a:ext cx="25667" cy="10749"/>
            </a:xfrm>
            <a:custGeom>
              <a:rect b="b" l="l" r="r" t="t"/>
              <a:pathLst>
                <a:path extrusionOk="0" h="410" w="979">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2" name="Google Shape;18622;p88"/>
          <p:cNvGrpSpPr/>
          <p:nvPr/>
        </p:nvGrpSpPr>
        <p:grpSpPr>
          <a:xfrm>
            <a:off x="4911403" y="3356545"/>
            <a:ext cx="273475" cy="365052"/>
            <a:chOff x="4911403" y="3356545"/>
            <a:chExt cx="273475" cy="365052"/>
          </a:xfrm>
        </p:grpSpPr>
        <p:sp>
          <p:nvSpPr>
            <p:cNvPr id="18623" name="Google Shape;18623;p88"/>
            <p:cNvSpPr/>
            <p:nvPr/>
          </p:nvSpPr>
          <p:spPr>
            <a:xfrm>
              <a:off x="4916725" y="3601967"/>
              <a:ext cx="262935" cy="114256"/>
            </a:xfrm>
            <a:custGeom>
              <a:rect b="b" l="l" r="r" t="t"/>
              <a:pathLst>
                <a:path extrusionOk="0" h="4358" w="10029">
                  <a:moveTo>
                    <a:pt x="3709" y="0"/>
                  </a:moveTo>
                  <a:lnTo>
                    <a:pt x="3709" y="1344"/>
                  </a:lnTo>
                  <a:cubicBezTo>
                    <a:pt x="3705" y="1713"/>
                    <a:pt x="3474" y="2043"/>
                    <a:pt x="3126" y="2166"/>
                  </a:cubicBezTo>
                  <a:lnTo>
                    <a:pt x="1029" y="2905"/>
                  </a:lnTo>
                  <a:cubicBezTo>
                    <a:pt x="413" y="3122"/>
                    <a:pt x="0" y="3705"/>
                    <a:pt x="0" y="4357"/>
                  </a:cubicBezTo>
                  <a:lnTo>
                    <a:pt x="10029" y="4357"/>
                  </a:lnTo>
                  <a:cubicBezTo>
                    <a:pt x="10029" y="3705"/>
                    <a:pt x="9616" y="3122"/>
                    <a:pt x="9000" y="2905"/>
                  </a:cubicBezTo>
                  <a:lnTo>
                    <a:pt x="6903" y="2166"/>
                  </a:lnTo>
                  <a:cubicBezTo>
                    <a:pt x="6556" y="2043"/>
                    <a:pt x="6324" y="1713"/>
                    <a:pt x="6324" y="1344"/>
                  </a:cubicBezTo>
                  <a:lnTo>
                    <a:pt x="632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88"/>
            <p:cNvSpPr/>
            <p:nvPr/>
          </p:nvSpPr>
          <p:spPr>
            <a:xfrm>
              <a:off x="4916725" y="3646589"/>
              <a:ext cx="262935" cy="69634"/>
            </a:xfrm>
            <a:custGeom>
              <a:rect b="b" l="l" r="r" t="t"/>
              <a:pathLst>
                <a:path extrusionOk="0" h="2656" w="10029">
                  <a:moveTo>
                    <a:pt x="3629" y="0"/>
                  </a:moveTo>
                  <a:cubicBezTo>
                    <a:pt x="3531" y="218"/>
                    <a:pt x="3350" y="384"/>
                    <a:pt x="3126" y="464"/>
                  </a:cubicBezTo>
                  <a:lnTo>
                    <a:pt x="1029" y="1203"/>
                  </a:lnTo>
                  <a:cubicBezTo>
                    <a:pt x="413" y="1420"/>
                    <a:pt x="0" y="2003"/>
                    <a:pt x="4" y="2655"/>
                  </a:cubicBezTo>
                  <a:lnTo>
                    <a:pt x="10029" y="2655"/>
                  </a:lnTo>
                  <a:cubicBezTo>
                    <a:pt x="10029" y="2003"/>
                    <a:pt x="9616" y="1420"/>
                    <a:pt x="9000" y="1203"/>
                  </a:cubicBezTo>
                  <a:lnTo>
                    <a:pt x="6903" y="464"/>
                  </a:lnTo>
                  <a:cubicBezTo>
                    <a:pt x="6682" y="384"/>
                    <a:pt x="6498" y="218"/>
                    <a:pt x="6403" y="0"/>
                  </a:cubicBezTo>
                  <a:lnTo>
                    <a:pt x="5016" y="692"/>
                  </a:lnTo>
                  <a:lnTo>
                    <a:pt x="362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88"/>
            <p:cNvSpPr/>
            <p:nvPr/>
          </p:nvSpPr>
          <p:spPr>
            <a:xfrm>
              <a:off x="5013940" y="3601967"/>
              <a:ext cx="68585" cy="39982"/>
            </a:xfrm>
            <a:custGeom>
              <a:rect b="b" l="l" r="r" t="t"/>
              <a:pathLst>
                <a:path extrusionOk="0" h="1525" w="2616">
                  <a:moveTo>
                    <a:pt x="1" y="0"/>
                  </a:moveTo>
                  <a:lnTo>
                    <a:pt x="1" y="1253"/>
                  </a:lnTo>
                  <a:cubicBezTo>
                    <a:pt x="417" y="1434"/>
                    <a:pt x="862" y="1525"/>
                    <a:pt x="1307" y="1525"/>
                  </a:cubicBezTo>
                  <a:cubicBezTo>
                    <a:pt x="1752" y="1525"/>
                    <a:pt x="2197" y="1434"/>
                    <a:pt x="2616" y="1253"/>
                  </a:cubicBezTo>
                  <a:lnTo>
                    <a:pt x="261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88"/>
            <p:cNvSpPr/>
            <p:nvPr/>
          </p:nvSpPr>
          <p:spPr>
            <a:xfrm>
              <a:off x="4956786" y="3550502"/>
              <a:ext cx="57180" cy="165799"/>
            </a:xfrm>
            <a:custGeom>
              <a:rect b="b" l="l" r="r" t="t"/>
              <a:pathLst>
                <a:path extrusionOk="0" h="6324" w="2181">
                  <a:moveTo>
                    <a:pt x="218" y="0"/>
                  </a:moveTo>
                  <a:cubicBezTo>
                    <a:pt x="218" y="0"/>
                    <a:pt x="1" y="1960"/>
                    <a:pt x="218" y="3709"/>
                  </a:cubicBezTo>
                  <a:lnTo>
                    <a:pt x="218" y="6324"/>
                  </a:lnTo>
                  <a:lnTo>
                    <a:pt x="1743" y="6324"/>
                  </a:lnTo>
                  <a:cubicBezTo>
                    <a:pt x="1402" y="5002"/>
                    <a:pt x="653" y="3926"/>
                    <a:pt x="653" y="3926"/>
                  </a:cubicBezTo>
                  <a:lnTo>
                    <a:pt x="653" y="3705"/>
                  </a:lnTo>
                  <a:cubicBezTo>
                    <a:pt x="653" y="3705"/>
                    <a:pt x="1866" y="2695"/>
                    <a:pt x="2108" y="2191"/>
                  </a:cubicBezTo>
                  <a:lnTo>
                    <a:pt x="2181"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88"/>
            <p:cNvSpPr/>
            <p:nvPr/>
          </p:nvSpPr>
          <p:spPr>
            <a:xfrm>
              <a:off x="4956786" y="3641923"/>
              <a:ext cx="28603" cy="22835"/>
            </a:xfrm>
            <a:custGeom>
              <a:rect b="b" l="l" r="r" t="t"/>
              <a:pathLst>
                <a:path extrusionOk="0" h="871" w="1091">
                  <a:moveTo>
                    <a:pt x="435" y="1"/>
                  </a:moveTo>
                  <a:cubicBezTo>
                    <a:pt x="196" y="1"/>
                    <a:pt x="1" y="196"/>
                    <a:pt x="1" y="436"/>
                  </a:cubicBezTo>
                  <a:cubicBezTo>
                    <a:pt x="1" y="675"/>
                    <a:pt x="196" y="870"/>
                    <a:pt x="435" y="870"/>
                  </a:cubicBezTo>
                  <a:lnTo>
                    <a:pt x="653" y="870"/>
                  </a:lnTo>
                  <a:cubicBezTo>
                    <a:pt x="895" y="870"/>
                    <a:pt x="1091" y="675"/>
                    <a:pt x="1091" y="436"/>
                  </a:cubicBezTo>
                  <a:cubicBezTo>
                    <a:pt x="1091" y="196"/>
                    <a:pt x="895" y="1"/>
                    <a:pt x="6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88"/>
            <p:cNvSpPr/>
            <p:nvPr/>
          </p:nvSpPr>
          <p:spPr>
            <a:xfrm>
              <a:off x="5082420" y="3550502"/>
              <a:ext cx="57285" cy="165799"/>
            </a:xfrm>
            <a:custGeom>
              <a:rect b="b" l="l" r="r" t="t"/>
              <a:pathLst>
                <a:path extrusionOk="0" h="6324" w="2185">
                  <a:moveTo>
                    <a:pt x="0" y="0"/>
                  </a:moveTo>
                  <a:lnTo>
                    <a:pt x="73" y="2191"/>
                  </a:lnTo>
                  <a:cubicBezTo>
                    <a:pt x="315" y="2695"/>
                    <a:pt x="1529" y="3705"/>
                    <a:pt x="1529" y="3705"/>
                  </a:cubicBezTo>
                  <a:lnTo>
                    <a:pt x="1529" y="3926"/>
                  </a:lnTo>
                  <a:cubicBezTo>
                    <a:pt x="1529" y="3926"/>
                    <a:pt x="779" y="5002"/>
                    <a:pt x="438" y="6324"/>
                  </a:cubicBezTo>
                  <a:lnTo>
                    <a:pt x="1963" y="6324"/>
                  </a:lnTo>
                  <a:lnTo>
                    <a:pt x="1963" y="3709"/>
                  </a:lnTo>
                  <a:cubicBezTo>
                    <a:pt x="2184" y="1960"/>
                    <a:pt x="1963" y="0"/>
                    <a:pt x="196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88"/>
            <p:cNvSpPr/>
            <p:nvPr/>
          </p:nvSpPr>
          <p:spPr>
            <a:xfrm>
              <a:off x="5036749" y="3653327"/>
              <a:ext cx="22888" cy="22914"/>
            </a:xfrm>
            <a:custGeom>
              <a:rect b="b" l="l" r="r" t="t"/>
              <a:pathLst>
                <a:path extrusionOk="0" h="874" w="873">
                  <a:moveTo>
                    <a:pt x="438" y="1"/>
                  </a:moveTo>
                  <a:cubicBezTo>
                    <a:pt x="196" y="1"/>
                    <a:pt x="0" y="196"/>
                    <a:pt x="0" y="435"/>
                  </a:cubicBezTo>
                  <a:cubicBezTo>
                    <a:pt x="0" y="678"/>
                    <a:pt x="196" y="873"/>
                    <a:pt x="438" y="873"/>
                  </a:cubicBezTo>
                  <a:cubicBezTo>
                    <a:pt x="677" y="873"/>
                    <a:pt x="873" y="678"/>
                    <a:pt x="873" y="435"/>
                  </a:cubicBezTo>
                  <a:cubicBezTo>
                    <a:pt x="873" y="196"/>
                    <a:pt x="677" y="1"/>
                    <a:pt x="43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88"/>
            <p:cNvSpPr/>
            <p:nvPr/>
          </p:nvSpPr>
          <p:spPr>
            <a:xfrm>
              <a:off x="5111076" y="3641923"/>
              <a:ext cx="28630" cy="22835"/>
            </a:xfrm>
            <a:custGeom>
              <a:rect b="b" l="l" r="r" t="t"/>
              <a:pathLst>
                <a:path extrusionOk="0" h="871" w="1092">
                  <a:moveTo>
                    <a:pt x="436" y="1"/>
                  </a:moveTo>
                  <a:cubicBezTo>
                    <a:pt x="197" y="1"/>
                    <a:pt x="1" y="196"/>
                    <a:pt x="1" y="436"/>
                  </a:cubicBezTo>
                  <a:cubicBezTo>
                    <a:pt x="1" y="675"/>
                    <a:pt x="197" y="870"/>
                    <a:pt x="436" y="870"/>
                  </a:cubicBezTo>
                  <a:lnTo>
                    <a:pt x="653" y="870"/>
                  </a:lnTo>
                  <a:cubicBezTo>
                    <a:pt x="896" y="870"/>
                    <a:pt x="1091" y="675"/>
                    <a:pt x="1091" y="436"/>
                  </a:cubicBezTo>
                  <a:cubicBezTo>
                    <a:pt x="1091" y="196"/>
                    <a:pt x="896" y="1"/>
                    <a:pt x="6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88"/>
            <p:cNvSpPr/>
            <p:nvPr/>
          </p:nvSpPr>
          <p:spPr>
            <a:xfrm>
              <a:off x="5029985" y="3361893"/>
              <a:ext cx="66042" cy="57207"/>
            </a:xfrm>
            <a:custGeom>
              <a:rect b="b" l="l" r="r" t="t"/>
              <a:pathLst>
                <a:path extrusionOk="0" h="2182" w="2519">
                  <a:moveTo>
                    <a:pt x="900" y="1"/>
                  </a:moveTo>
                  <a:cubicBezTo>
                    <a:pt x="533" y="1"/>
                    <a:pt x="170" y="205"/>
                    <a:pt x="1" y="585"/>
                  </a:cubicBezTo>
                  <a:lnTo>
                    <a:pt x="1786" y="2182"/>
                  </a:lnTo>
                  <a:lnTo>
                    <a:pt x="2283" y="1805"/>
                  </a:lnTo>
                  <a:cubicBezTo>
                    <a:pt x="2485" y="1653"/>
                    <a:pt x="2518" y="1367"/>
                    <a:pt x="2355" y="1175"/>
                  </a:cubicBezTo>
                  <a:lnTo>
                    <a:pt x="1642" y="346"/>
                  </a:lnTo>
                  <a:cubicBezTo>
                    <a:pt x="1443" y="112"/>
                    <a:pt x="1171" y="1"/>
                    <a:pt x="90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88"/>
            <p:cNvSpPr/>
            <p:nvPr/>
          </p:nvSpPr>
          <p:spPr>
            <a:xfrm>
              <a:off x="4991078" y="3361920"/>
              <a:ext cx="114230" cy="102851"/>
            </a:xfrm>
            <a:custGeom>
              <a:rect b="b" l="l" r="r" t="t"/>
              <a:pathLst>
                <a:path extrusionOk="0" h="3923" w="4357">
                  <a:moveTo>
                    <a:pt x="2383" y="0"/>
                  </a:moveTo>
                  <a:cubicBezTo>
                    <a:pt x="1992" y="0"/>
                    <a:pt x="1641" y="229"/>
                    <a:pt x="1485" y="584"/>
                  </a:cubicBezTo>
                  <a:lnTo>
                    <a:pt x="0" y="3923"/>
                  </a:lnTo>
                  <a:lnTo>
                    <a:pt x="4357" y="3923"/>
                  </a:lnTo>
                  <a:lnTo>
                    <a:pt x="238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88"/>
            <p:cNvSpPr/>
            <p:nvPr/>
          </p:nvSpPr>
          <p:spPr>
            <a:xfrm>
              <a:off x="4951096" y="3527614"/>
              <a:ext cx="194298" cy="97162"/>
            </a:xfrm>
            <a:custGeom>
              <a:rect b="b" l="l" r="r" t="t"/>
              <a:pathLst>
                <a:path extrusionOk="0" h="3706" w="7411">
                  <a:moveTo>
                    <a:pt x="544" y="0"/>
                  </a:moveTo>
                  <a:cubicBezTo>
                    <a:pt x="243" y="0"/>
                    <a:pt x="0" y="243"/>
                    <a:pt x="0" y="544"/>
                  </a:cubicBezTo>
                  <a:cubicBezTo>
                    <a:pt x="0" y="844"/>
                    <a:pt x="243" y="1087"/>
                    <a:pt x="544" y="1087"/>
                  </a:cubicBezTo>
                  <a:lnTo>
                    <a:pt x="880" y="1087"/>
                  </a:lnTo>
                  <a:cubicBezTo>
                    <a:pt x="993" y="2565"/>
                    <a:pt x="2224" y="3705"/>
                    <a:pt x="3705" y="3705"/>
                  </a:cubicBezTo>
                  <a:cubicBezTo>
                    <a:pt x="5187" y="3705"/>
                    <a:pt x="6414" y="2565"/>
                    <a:pt x="6527" y="1087"/>
                  </a:cubicBezTo>
                  <a:lnTo>
                    <a:pt x="6864" y="1087"/>
                  </a:lnTo>
                  <a:cubicBezTo>
                    <a:pt x="7164" y="1087"/>
                    <a:pt x="7410" y="844"/>
                    <a:pt x="7410" y="544"/>
                  </a:cubicBezTo>
                  <a:cubicBezTo>
                    <a:pt x="7410" y="243"/>
                    <a:pt x="7164" y="0"/>
                    <a:pt x="6864"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88"/>
            <p:cNvSpPr/>
            <p:nvPr/>
          </p:nvSpPr>
          <p:spPr>
            <a:xfrm>
              <a:off x="4950231" y="3527614"/>
              <a:ext cx="155077" cy="97162"/>
            </a:xfrm>
            <a:custGeom>
              <a:rect b="b" l="l" r="r" t="t"/>
              <a:pathLst>
                <a:path extrusionOk="0" h="3706" w="5915">
                  <a:moveTo>
                    <a:pt x="609" y="0"/>
                  </a:moveTo>
                  <a:cubicBezTo>
                    <a:pt x="323" y="0"/>
                    <a:pt x="66" y="203"/>
                    <a:pt x="33" y="486"/>
                  </a:cubicBezTo>
                  <a:cubicBezTo>
                    <a:pt x="1" y="806"/>
                    <a:pt x="251" y="1087"/>
                    <a:pt x="570" y="1087"/>
                  </a:cubicBezTo>
                  <a:cubicBezTo>
                    <a:pt x="573" y="1087"/>
                    <a:pt x="575" y="1087"/>
                    <a:pt x="577" y="1087"/>
                  </a:cubicBezTo>
                  <a:lnTo>
                    <a:pt x="917" y="1087"/>
                  </a:lnTo>
                  <a:cubicBezTo>
                    <a:pt x="1022" y="2584"/>
                    <a:pt x="2270" y="3706"/>
                    <a:pt x="3721" y="3706"/>
                  </a:cubicBezTo>
                  <a:cubicBezTo>
                    <a:pt x="3871" y="3706"/>
                    <a:pt x="4023" y="3694"/>
                    <a:pt x="4177" y="3669"/>
                  </a:cubicBezTo>
                  <a:cubicBezTo>
                    <a:pt x="2818" y="3459"/>
                    <a:pt x="1775" y="2507"/>
                    <a:pt x="1775" y="1087"/>
                  </a:cubicBezTo>
                  <a:cubicBezTo>
                    <a:pt x="1775" y="848"/>
                    <a:pt x="1971" y="652"/>
                    <a:pt x="2214" y="652"/>
                  </a:cubicBezTo>
                  <a:lnTo>
                    <a:pt x="5480" y="652"/>
                  </a:lnTo>
                  <a:cubicBezTo>
                    <a:pt x="5719" y="652"/>
                    <a:pt x="5915" y="457"/>
                    <a:pt x="5915" y="218"/>
                  </a:cubicBezTo>
                  <a:lnTo>
                    <a:pt x="591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88"/>
            <p:cNvSpPr/>
            <p:nvPr/>
          </p:nvSpPr>
          <p:spPr>
            <a:xfrm>
              <a:off x="4921366" y="3487633"/>
              <a:ext cx="253733" cy="40008"/>
            </a:xfrm>
            <a:custGeom>
              <a:rect b="b" l="l" r="r" t="t"/>
              <a:pathLst>
                <a:path extrusionOk="0" h="1526" w="9678">
                  <a:moveTo>
                    <a:pt x="2442" y="1"/>
                  </a:moveTo>
                  <a:lnTo>
                    <a:pt x="138" y="1239"/>
                  </a:lnTo>
                  <a:cubicBezTo>
                    <a:pt x="1" y="1315"/>
                    <a:pt x="51" y="1525"/>
                    <a:pt x="211" y="1525"/>
                  </a:cubicBezTo>
                  <a:lnTo>
                    <a:pt x="9464" y="1525"/>
                  </a:lnTo>
                  <a:cubicBezTo>
                    <a:pt x="9624" y="1525"/>
                    <a:pt x="9678" y="1315"/>
                    <a:pt x="9537" y="1239"/>
                  </a:cubicBezTo>
                  <a:lnTo>
                    <a:pt x="723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88"/>
            <p:cNvSpPr/>
            <p:nvPr/>
          </p:nvSpPr>
          <p:spPr>
            <a:xfrm>
              <a:off x="4985284" y="3464745"/>
              <a:ext cx="125739" cy="22914"/>
            </a:xfrm>
            <a:custGeom>
              <a:rect b="b" l="l" r="r" t="t"/>
              <a:pathLst>
                <a:path extrusionOk="0" h="874" w="4796">
                  <a:moveTo>
                    <a:pt x="217" y="1"/>
                  </a:moveTo>
                  <a:cubicBezTo>
                    <a:pt x="98" y="1"/>
                    <a:pt x="0" y="99"/>
                    <a:pt x="0" y="218"/>
                  </a:cubicBezTo>
                  <a:lnTo>
                    <a:pt x="0" y="874"/>
                  </a:lnTo>
                  <a:lnTo>
                    <a:pt x="4795" y="874"/>
                  </a:lnTo>
                  <a:lnTo>
                    <a:pt x="4795" y="218"/>
                  </a:lnTo>
                  <a:cubicBezTo>
                    <a:pt x="4795" y="99"/>
                    <a:pt x="4698" y="1"/>
                    <a:pt x="457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88"/>
            <p:cNvSpPr/>
            <p:nvPr/>
          </p:nvSpPr>
          <p:spPr>
            <a:xfrm>
              <a:off x="4991078" y="3362864"/>
              <a:ext cx="55765" cy="101907"/>
            </a:xfrm>
            <a:custGeom>
              <a:rect b="b" l="l" r="r" t="t"/>
              <a:pathLst>
                <a:path extrusionOk="0" h="3887" w="2127">
                  <a:moveTo>
                    <a:pt x="2126" y="1"/>
                  </a:moveTo>
                  <a:lnTo>
                    <a:pt x="2126" y="1"/>
                  </a:lnTo>
                  <a:cubicBezTo>
                    <a:pt x="1840" y="77"/>
                    <a:pt x="1605" y="276"/>
                    <a:pt x="1485" y="548"/>
                  </a:cubicBezTo>
                  <a:lnTo>
                    <a:pt x="0" y="3887"/>
                  </a:lnTo>
                  <a:lnTo>
                    <a:pt x="1090" y="3887"/>
                  </a:lnTo>
                  <a:lnTo>
                    <a:pt x="2126"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88"/>
            <p:cNvSpPr/>
            <p:nvPr/>
          </p:nvSpPr>
          <p:spPr>
            <a:xfrm>
              <a:off x="4985363" y="3464745"/>
              <a:ext cx="28603" cy="22914"/>
            </a:xfrm>
            <a:custGeom>
              <a:rect b="b" l="l" r="r" t="t"/>
              <a:pathLst>
                <a:path extrusionOk="0" h="874" w="1091">
                  <a:moveTo>
                    <a:pt x="218" y="1"/>
                  </a:moveTo>
                  <a:cubicBezTo>
                    <a:pt x="99" y="1"/>
                    <a:pt x="1" y="99"/>
                    <a:pt x="1" y="218"/>
                  </a:cubicBezTo>
                  <a:lnTo>
                    <a:pt x="1" y="874"/>
                  </a:lnTo>
                  <a:lnTo>
                    <a:pt x="1091" y="874"/>
                  </a:lnTo>
                  <a:lnTo>
                    <a:pt x="109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88"/>
            <p:cNvSpPr/>
            <p:nvPr/>
          </p:nvSpPr>
          <p:spPr>
            <a:xfrm>
              <a:off x="4921366" y="3487633"/>
              <a:ext cx="92600" cy="40008"/>
            </a:xfrm>
            <a:custGeom>
              <a:rect b="b" l="l" r="r" t="t"/>
              <a:pathLst>
                <a:path extrusionOk="0" h="1526" w="3532">
                  <a:moveTo>
                    <a:pt x="2442" y="1"/>
                  </a:moveTo>
                  <a:lnTo>
                    <a:pt x="138" y="1239"/>
                  </a:lnTo>
                  <a:cubicBezTo>
                    <a:pt x="1" y="1315"/>
                    <a:pt x="51" y="1525"/>
                    <a:pt x="211" y="1525"/>
                  </a:cubicBezTo>
                  <a:lnTo>
                    <a:pt x="2540" y="1525"/>
                  </a:lnTo>
                  <a:cubicBezTo>
                    <a:pt x="2467" y="1525"/>
                    <a:pt x="2445" y="1315"/>
                    <a:pt x="2507" y="1239"/>
                  </a:cubicBezTo>
                  <a:lnTo>
                    <a:pt x="3532"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88"/>
            <p:cNvSpPr/>
            <p:nvPr/>
          </p:nvSpPr>
          <p:spPr>
            <a:xfrm>
              <a:off x="5023378" y="3573626"/>
              <a:ext cx="49604" cy="16491"/>
            </a:xfrm>
            <a:custGeom>
              <a:rect b="b" l="l" r="r" t="t"/>
              <a:pathLst>
                <a:path extrusionOk="0" h="629" w="1892">
                  <a:moveTo>
                    <a:pt x="293" y="0"/>
                  </a:moveTo>
                  <a:cubicBezTo>
                    <a:pt x="135" y="0"/>
                    <a:pt x="0" y="206"/>
                    <a:pt x="148" y="353"/>
                  </a:cubicBezTo>
                  <a:cubicBezTo>
                    <a:pt x="325" y="527"/>
                    <a:pt x="622" y="628"/>
                    <a:pt x="945" y="628"/>
                  </a:cubicBezTo>
                  <a:cubicBezTo>
                    <a:pt x="1271" y="628"/>
                    <a:pt x="1568" y="527"/>
                    <a:pt x="1742" y="353"/>
                  </a:cubicBezTo>
                  <a:cubicBezTo>
                    <a:pt x="1892" y="206"/>
                    <a:pt x="1758" y="0"/>
                    <a:pt x="1599" y="0"/>
                  </a:cubicBezTo>
                  <a:cubicBezTo>
                    <a:pt x="1551" y="0"/>
                    <a:pt x="1501" y="19"/>
                    <a:pt x="1455"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88"/>
            <p:cNvSpPr/>
            <p:nvPr/>
          </p:nvSpPr>
          <p:spPr>
            <a:xfrm>
              <a:off x="4911403" y="3356545"/>
              <a:ext cx="273475" cy="365052"/>
            </a:xfrm>
            <a:custGeom>
              <a:rect b="b" l="l" r="r" t="t"/>
              <a:pathLst>
                <a:path extrusionOk="0" h="13924" w="10431">
                  <a:moveTo>
                    <a:pt x="5424" y="409"/>
                  </a:moveTo>
                  <a:cubicBezTo>
                    <a:pt x="5638" y="409"/>
                    <a:pt x="5855" y="496"/>
                    <a:pt x="6013" y="680"/>
                  </a:cubicBezTo>
                  <a:lnTo>
                    <a:pt x="6722" y="1509"/>
                  </a:lnTo>
                  <a:cubicBezTo>
                    <a:pt x="6809" y="1611"/>
                    <a:pt x="6791" y="1766"/>
                    <a:pt x="6686" y="1846"/>
                  </a:cubicBezTo>
                  <a:lnTo>
                    <a:pt x="6549" y="1951"/>
                  </a:lnTo>
                  <a:lnTo>
                    <a:pt x="6386" y="1618"/>
                  </a:lnTo>
                  <a:cubicBezTo>
                    <a:pt x="6344" y="1537"/>
                    <a:pt x="6277" y="1503"/>
                    <a:pt x="6209" y="1503"/>
                  </a:cubicBezTo>
                  <a:cubicBezTo>
                    <a:pt x="6074" y="1503"/>
                    <a:pt x="5940" y="1637"/>
                    <a:pt x="6020" y="1799"/>
                  </a:cubicBezTo>
                  <a:lnTo>
                    <a:pt x="7070" y="3929"/>
                  </a:lnTo>
                  <a:lnTo>
                    <a:pt x="3354" y="3929"/>
                  </a:lnTo>
                  <a:lnTo>
                    <a:pt x="4709" y="872"/>
                  </a:lnTo>
                  <a:cubicBezTo>
                    <a:pt x="4842" y="571"/>
                    <a:pt x="5132" y="409"/>
                    <a:pt x="5424" y="409"/>
                  </a:cubicBezTo>
                  <a:close/>
                  <a:moveTo>
                    <a:pt x="7396" y="4334"/>
                  </a:moveTo>
                  <a:cubicBezTo>
                    <a:pt x="7403" y="4334"/>
                    <a:pt x="7411" y="4338"/>
                    <a:pt x="7411" y="4345"/>
                  </a:cubicBezTo>
                  <a:lnTo>
                    <a:pt x="7411" y="4798"/>
                  </a:lnTo>
                  <a:lnTo>
                    <a:pt x="6961" y="4798"/>
                  </a:lnTo>
                  <a:cubicBezTo>
                    <a:pt x="6690" y="4798"/>
                    <a:pt x="6690" y="5203"/>
                    <a:pt x="6961" y="5203"/>
                  </a:cubicBezTo>
                  <a:lnTo>
                    <a:pt x="7563" y="5203"/>
                  </a:lnTo>
                  <a:lnTo>
                    <a:pt x="9638" y="6323"/>
                  </a:lnTo>
                  <a:lnTo>
                    <a:pt x="797" y="6323"/>
                  </a:lnTo>
                  <a:lnTo>
                    <a:pt x="2872" y="5203"/>
                  </a:lnTo>
                  <a:lnTo>
                    <a:pt x="6089" y="5203"/>
                  </a:lnTo>
                  <a:cubicBezTo>
                    <a:pt x="6360" y="5203"/>
                    <a:pt x="6360" y="4798"/>
                    <a:pt x="6089" y="4798"/>
                  </a:cubicBezTo>
                  <a:lnTo>
                    <a:pt x="3025" y="4798"/>
                  </a:lnTo>
                  <a:lnTo>
                    <a:pt x="3025" y="4345"/>
                  </a:lnTo>
                  <a:cubicBezTo>
                    <a:pt x="3025" y="4338"/>
                    <a:pt x="3032" y="4334"/>
                    <a:pt x="3039" y="4334"/>
                  </a:cubicBezTo>
                  <a:close/>
                  <a:moveTo>
                    <a:pt x="8381" y="6728"/>
                  </a:moveTo>
                  <a:cubicBezTo>
                    <a:pt x="8566" y="6728"/>
                    <a:pt x="8722" y="6884"/>
                    <a:pt x="8722" y="7072"/>
                  </a:cubicBezTo>
                  <a:cubicBezTo>
                    <a:pt x="8722" y="7257"/>
                    <a:pt x="8566" y="7413"/>
                    <a:pt x="8381" y="7413"/>
                  </a:cubicBezTo>
                  <a:lnTo>
                    <a:pt x="8258" y="7413"/>
                  </a:lnTo>
                  <a:lnTo>
                    <a:pt x="8258" y="7398"/>
                  </a:lnTo>
                  <a:cubicBezTo>
                    <a:pt x="8258" y="7262"/>
                    <a:pt x="8156" y="7194"/>
                    <a:pt x="8053" y="7194"/>
                  </a:cubicBezTo>
                  <a:cubicBezTo>
                    <a:pt x="7951" y="7194"/>
                    <a:pt x="7849" y="7262"/>
                    <a:pt x="7849" y="7398"/>
                  </a:cubicBezTo>
                  <a:cubicBezTo>
                    <a:pt x="7849" y="8851"/>
                    <a:pt x="6672" y="10028"/>
                    <a:pt x="5219" y="10028"/>
                  </a:cubicBezTo>
                  <a:cubicBezTo>
                    <a:pt x="3767" y="10028"/>
                    <a:pt x="2590" y="8851"/>
                    <a:pt x="2590" y="7398"/>
                  </a:cubicBezTo>
                  <a:cubicBezTo>
                    <a:pt x="2590" y="7262"/>
                    <a:pt x="2489" y="7194"/>
                    <a:pt x="2387" y="7194"/>
                  </a:cubicBezTo>
                  <a:cubicBezTo>
                    <a:pt x="2286" y="7194"/>
                    <a:pt x="2184" y="7262"/>
                    <a:pt x="2184" y="7398"/>
                  </a:cubicBezTo>
                  <a:lnTo>
                    <a:pt x="2184" y="7413"/>
                  </a:lnTo>
                  <a:lnTo>
                    <a:pt x="2061" y="7413"/>
                  </a:lnTo>
                  <a:cubicBezTo>
                    <a:pt x="1873" y="7413"/>
                    <a:pt x="1717" y="7257"/>
                    <a:pt x="1717" y="7072"/>
                  </a:cubicBezTo>
                  <a:cubicBezTo>
                    <a:pt x="1717" y="6884"/>
                    <a:pt x="1873" y="6728"/>
                    <a:pt x="2061" y="6728"/>
                  </a:cubicBezTo>
                  <a:lnTo>
                    <a:pt x="3709" y="6728"/>
                  </a:lnTo>
                  <a:lnTo>
                    <a:pt x="3709" y="7029"/>
                  </a:lnTo>
                  <a:cubicBezTo>
                    <a:pt x="3709" y="7165"/>
                    <a:pt x="3811" y="7233"/>
                    <a:pt x="3912" y="7233"/>
                  </a:cubicBezTo>
                  <a:cubicBezTo>
                    <a:pt x="4013" y="7233"/>
                    <a:pt x="4115" y="7165"/>
                    <a:pt x="4115" y="7029"/>
                  </a:cubicBezTo>
                  <a:lnTo>
                    <a:pt x="4115" y="6728"/>
                  </a:lnTo>
                  <a:lnTo>
                    <a:pt x="6324" y="6728"/>
                  </a:lnTo>
                  <a:lnTo>
                    <a:pt x="6324" y="7029"/>
                  </a:lnTo>
                  <a:cubicBezTo>
                    <a:pt x="6324" y="7165"/>
                    <a:pt x="6425" y="7233"/>
                    <a:pt x="6527" y="7233"/>
                  </a:cubicBezTo>
                  <a:cubicBezTo>
                    <a:pt x="6628" y="7233"/>
                    <a:pt x="6730" y="7165"/>
                    <a:pt x="6730" y="7029"/>
                  </a:cubicBezTo>
                  <a:lnTo>
                    <a:pt x="6730" y="6728"/>
                  </a:lnTo>
                  <a:close/>
                  <a:moveTo>
                    <a:pt x="8309" y="7818"/>
                  </a:moveTo>
                  <a:cubicBezTo>
                    <a:pt x="8406" y="8771"/>
                    <a:pt x="8406" y="9731"/>
                    <a:pt x="8309" y="10683"/>
                  </a:cubicBezTo>
                  <a:lnTo>
                    <a:pt x="8055" y="10683"/>
                  </a:lnTo>
                  <a:cubicBezTo>
                    <a:pt x="8008" y="10683"/>
                    <a:pt x="7965" y="10687"/>
                    <a:pt x="7921" y="10694"/>
                  </a:cubicBezTo>
                  <a:cubicBezTo>
                    <a:pt x="7700" y="10527"/>
                    <a:pt x="7240" y="10147"/>
                    <a:pt x="7016" y="9843"/>
                  </a:cubicBezTo>
                  <a:cubicBezTo>
                    <a:pt x="7675" y="9358"/>
                    <a:pt x="8113" y="8630"/>
                    <a:pt x="8225" y="7818"/>
                  </a:cubicBezTo>
                  <a:close/>
                  <a:moveTo>
                    <a:pt x="6324" y="10227"/>
                  </a:moveTo>
                  <a:lnTo>
                    <a:pt x="6324" y="10705"/>
                  </a:lnTo>
                  <a:cubicBezTo>
                    <a:pt x="6324" y="10792"/>
                    <a:pt x="6335" y="10879"/>
                    <a:pt x="6357" y="10962"/>
                  </a:cubicBezTo>
                  <a:lnTo>
                    <a:pt x="5672" y="11302"/>
                  </a:lnTo>
                  <a:cubicBezTo>
                    <a:pt x="5547" y="11179"/>
                    <a:pt x="5383" y="11118"/>
                    <a:pt x="5220" y="11118"/>
                  </a:cubicBezTo>
                  <a:cubicBezTo>
                    <a:pt x="5056" y="11118"/>
                    <a:pt x="4893" y="11179"/>
                    <a:pt x="4770" y="11302"/>
                  </a:cubicBezTo>
                  <a:lnTo>
                    <a:pt x="4086" y="10962"/>
                  </a:lnTo>
                  <a:cubicBezTo>
                    <a:pt x="4104" y="10875"/>
                    <a:pt x="4115" y="10792"/>
                    <a:pt x="4115" y="10705"/>
                  </a:cubicBezTo>
                  <a:lnTo>
                    <a:pt x="4115" y="10227"/>
                  </a:lnTo>
                  <a:cubicBezTo>
                    <a:pt x="4470" y="10366"/>
                    <a:pt x="4845" y="10436"/>
                    <a:pt x="5219" y="10436"/>
                  </a:cubicBezTo>
                  <a:cubicBezTo>
                    <a:pt x="5594" y="10436"/>
                    <a:pt x="5969" y="10366"/>
                    <a:pt x="6324" y="10227"/>
                  </a:cubicBezTo>
                  <a:close/>
                  <a:moveTo>
                    <a:pt x="3705" y="10140"/>
                  </a:moveTo>
                  <a:lnTo>
                    <a:pt x="3705" y="10701"/>
                  </a:lnTo>
                  <a:lnTo>
                    <a:pt x="3705" y="10705"/>
                  </a:lnTo>
                  <a:cubicBezTo>
                    <a:pt x="3705" y="10987"/>
                    <a:pt x="3528" y="11237"/>
                    <a:pt x="3260" y="11335"/>
                  </a:cubicBezTo>
                  <a:lnTo>
                    <a:pt x="3017" y="11418"/>
                  </a:lnTo>
                  <a:cubicBezTo>
                    <a:pt x="3046" y="11241"/>
                    <a:pt x="2996" y="11060"/>
                    <a:pt x="2887" y="10922"/>
                  </a:cubicBezTo>
                  <a:cubicBezTo>
                    <a:pt x="3101" y="10752"/>
                    <a:pt x="3466" y="10437"/>
                    <a:pt x="3705" y="10140"/>
                  </a:cubicBezTo>
                  <a:close/>
                  <a:moveTo>
                    <a:pt x="6733" y="10140"/>
                  </a:moveTo>
                  <a:cubicBezTo>
                    <a:pt x="6972" y="10440"/>
                    <a:pt x="7338" y="10752"/>
                    <a:pt x="7552" y="10922"/>
                  </a:cubicBezTo>
                  <a:cubicBezTo>
                    <a:pt x="7461" y="11034"/>
                    <a:pt x="7411" y="11176"/>
                    <a:pt x="7411" y="11324"/>
                  </a:cubicBezTo>
                  <a:lnTo>
                    <a:pt x="7414" y="11321"/>
                  </a:lnTo>
                  <a:cubicBezTo>
                    <a:pt x="7414" y="11353"/>
                    <a:pt x="7414" y="11386"/>
                    <a:pt x="7421" y="11418"/>
                  </a:cubicBezTo>
                  <a:lnTo>
                    <a:pt x="7179" y="11335"/>
                  </a:lnTo>
                  <a:cubicBezTo>
                    <a:pt x="6911" y="11241"/>
                    <a:pt x="6733" y="10987"/>
                    <a:pt x="6733" y="10705"/>
                  </a:cubicBezTo>
                  <a:lnTo>
                    <a:pt x="6733" y="10140"/>
                  </a:lnTo>
                  <a:close/>
                  <a:moveTo>
                    <a:pt x="2384" y="11089"/>
                  </a:moveTo>
                  <a:cubicBezTo>
                    <a:pt x="2514" y="11089"/>
                    <a:pt x="2615" y="11194"/>
                    <a:pt x="2615" y="11321"/>
                  </a:cubicBezTo>
                  <a:cubicBezTo>
                    <a:pt x="2615" y="11447"/>
                    <a:pt x="2514" y="11552"/>
                    <a:pt x="2384" y="11552"/>
                  </a:cubicBezTo>
                  <a:lnTo>
                    <a:pt x="2166" y="11552"/>
                  </a:lnTo>
                  <a:cubicBezTo>
                    <a:pt x="1858" y="11552"/>
                    <a:pt x="1858" y="11089"/>
                    <a:pt x="2166" y="11089"/>
                  </a:cubicBezTo>
                  <a:close/>
                  <a:moveTo>
                    <a:pt x="8272" y="11089"/>
                  </a:moveTo>
                  <a:cubicBezTo>
                    <a:pt x="8399" y="11089"/>
                    <a:pt x="8504" y="11194"/>
                    <a:pt x="8504" y="11321"/>
                  </a:cubicBezTo>
                  <a:cubicBezTo>
                    <a:pt x="8504" y="11447"/>
                    <a:pt x="8399" y="11552"/>
                    <a:pt x="8272" y="11552"/>
                  </a:cubicBezTo>
                  <a:lnTo>
                    <a:pt x="8052" y="11552"/>
                  </a:lnTo>
                  <a:cubicBezTo>
                    <a:pt x="7744" y="11552"/>
                    <a:pt x="7744" y="11089"/>
                    <a:pt x="8052" y="11089"/>
                  </a:cubicBezTo>
                  <a:close/>
                  <a:moveTo>
                    <a:pt x="5217" y="11524"/>
                  </a:moveTo>
                  <a:cubicBezTo>
                    <a:pt x="5337" y="11524"/>
                    <a:pt x="5451" y="11616"/>
                    <a:pt x="5451" y="11755"/>
                  </a:cubicBezTo>
                  <a:cubicBezTo>
                    <a:pt x="5451" y="11886"/>
                    <a:pt x="5346" y="11987"/>
                    <a:pt x="5219" y="11991"/>
                  </a:cubicBezTo>
                  <a:lnTo>
                    <a:pt x="5219" y="11987"/>
                  </a:lnTo>
                  <a:cubicBezTo>
                    <a:pt x="5013" y="11987"/>
                    <a:pt x="4908" y="11737"/>
                    <a:pt x="5053" y="11592"/>
                  </a:cubicBezTo>
                  <a:cubicBezTo>
                    <a:pt x="5101" y="11545"/>
                    <a:pt x="5160" y="11524"/>
                    <a:pt x="5217" y="11524"/>
                  </a:cubicBezTo>
                  <a:close/>
                  <a:moveTo>
                    <a:pt x="5423" y="0"/>
                  </a:moveTo>
                  <a:cubicBezTo>
                    <a:pt x="4979" y="0"/>
                    <a:pt x="4540" y="247"/>
                    <a:pt x="4336" y="705"/>
                  </a:cubicBezTo>
                  <a:lnTo>
                    <a:pt x="2894" y="3950"/>
                  </a:lnTo>
                  <a:cubicBezTo>
                    <a:pt x="2728" y="4012"/>
                    <a:pt x="2615" y="4168"/>
                    <a:pt x="2615" y="4345"/>
                  </a:cubicBezTo>
                  <a:lnTo>
                    <a:pt x="2615" y="4877"/>
                  </a:lnTo>
                  <a:lnTo>
                    <a:pt x="421" y="6062"/>
                  </a:lnTo>
                  <a:cubicBezTo>
                    <a:pt x="95" y="6236"/>
                    <a:pt x="218" y="6732"/>
                    <a:pt x="591" y="6732"/>
                  </a:cubicBezTo>
                  <a:lnTo>
                    <a:pt x="1391" y="6732"/>
                  </a:lnTo>
                  <a:cubicBezTo>
                    <a:pt x="1199" y="7101"/>
                    <a:pt x="1351" y="7561"/>
                    <a:pt x="1728" y="7742"/>
                  </a:cubicBezTo>
                  <a:cubicBezTo>
                    <a:pt x="1721" y="7818"/>
                    <a:pt x="1710" y="7916"/>
                    <a:pt x="1699" y="8036"/>
                  </a:cubicBezTo>
                  <a:cubicBezTo>
                    <a:pt x="1688" y="8148"/>
                    <a:pt x="1771" y="8246"/>
                    <a:pt x="1884" y="8257"/>
                  </a:cubicBezTo>
                  <a:lnTo>
                    <a:pt x="1902" y="8257"/>
                  </a:lnTo>
                  <a:cubicBezTo>
                    <a:pt x="2007" y="8257"/>
                    <a:pt x="2097" y="8173"/>
                    <a:pt x="2105" y="8068"/>
                  </a:cubicBezTo>
                  <a:cubicBezTo>
                    <a:pt x="2116" y="7970"/>
                    <a:pt x="2123" y="7887"/>
                    <a:pt x="2130" y="7818"/>
                  </a:cubicBezTo>
                  <a:lnTo>
                    <a:pt x="2210" y="7818"/>
                  </a:lnTo>
                  <a:cubicBezTo>
                    <a:pt x="2322" y="8630"/>
                    <a:pt x="2760" y="9361"/>
                    <a:pt x="3419" y="9846"/>
                  </a:cubicBezTo>
                  <a:cubicBezTo>
                    <a:pt x="3195" y="10143"/>
                    <a:pt x="2735" y="10527"/>
                    <a:pt x="2514" y="10694"/>
                  </a:cubicBezTo>
                  <a:cubicBezTo>
                    <a:pt x="2470" y="10687"/>
                    <a:pt x="2427" y="10679"/>
                    <a:pt x="2384" y="10679"/>
                  </a:cubicBezTo>
                  <a:lnTo>
                    <a:pt x="2130" y="10679"/>
                  </a:lnTo>
                  <a:cubicBezTo>
                    <a:pt x="2068" y="10100"/>
                    <a:pt x="2043" y="9513"/>
                    <a:pt x="2058" y="8927"/>
                  </a:cubicBezTo>
                  <a:cubicBezTo>
                    <a:pt x="2061" y="8814"/>
                    <a:pt x="1971" y="8720"/>
                    <a:pt x="1858" y="8720"/>
                  </a:cubicBezTo>
                  <a:lnTo>
                    <a:pt x="1855" y="8720"/>
                  </a:lnTo>
                  <a:cubicBezTo>
                    <a:pt x="1853" y="8720"/>
                    <a:pt x="1850" y="8720"/>
                    <a:pt x="1848" y="8720"/>
                  </a:cubicBezTo>
                  <a:cubicBezTo>
                    <a:pt x="1739" y="8720"/>
                    <a:pt x="1652" y="8809"/>
                    <a:pt x="1648" y="8919"/>
                  </a:cubicBezTo>
                  <a:cubicBezTo>
                    <a:pt x="1634" y="9560"/>
                    <a:pt x="1663" y="10205"/>
                    <a:pt x="1735" y="10846"/>
                  </a:cubicBezTo>
                  <a:cubicBezTo>
                    <a:pt x="1453" y="11100"/>
                    <a:pt x="1456" y="11549"/>
                    <a:pt x="1743" y="11799"/>
                  </a:cubicBezTo>
                  <a:lnTo>
                    <a:pt x="1743" y="11867"/>
                  </a:lnTo>
                  <a:lnTo>
                    <a:pt x="1007" y="12128"/>
                  </a:lnTo>
                  <a:cubicBezTo>
                    <a:pt x="402" y="12342"/>
                    <a:pt x="0" y="12910"/>
                    <a:pt x="0" y="13551"/>
                  </a:cubicBezTo>
                  <a:lnTo>
                    <a:pt x="0" y="13718"/>
                  </a:lnTo>
                  <a:cubicBezTo>
                    <a:pt x="0" y="13854"/>
                    <a:pt x="102" y="13922"/>
                    <a:pt x="203" y="13922"/>
                  </a:cubicBezTo>
                  <a:cubicBezTo>
                    <a:pt x="305" y="13922"/>
                    <a:pt x="406" y="13854"/>
                    <a:pt x="406" y="13718"/>
                  </a:cubicBezTo>
                  <a:lnTo>
                    <a:pt x="406" y="13551"/>
                  </a:lnTo>
                  <a:cubicBezTo>
                    <a:pt x="406" y="13084"/>
                    <a:pt x="703" y="12668"/>
                    <a:pt x="1141" y="12512"/>
                  </a:cubicBezTo>
                  <a:lnTo>
                    <a:pt x="1743" y="12298"/>
                  </a:lnTo>
                  <a:lnTo>
                    <a:pt x="1743" y="13718"/>
                  </a:lnTo>
                  <a:cubicBezTo>
                    <a:pt x="1743" y="13854"/>
                    <a:pt x="1844" y="13922"/>
                    <a:pt x="1945" y="13922"/>
                  </a:cubicBezTo>
                  <a:cubicBezTo>
                    <a:pt x="2047" y="13922"/>
                    <a:pt x="2148" y="13854"/>
                    <a:pt x="2148" y="13718"/>
                  </a:cubicBezTo>
                  <a:lnTo>
                    <a:pt x="2148" y="11962"/>
                  </a:lnTo>
                  <a:lnTo>
                    <a:pt x="2380" y="11962"/>
                  </a:lnTo>
                  <a:cubicBezTo>
                    <a:pt x="2413" y="11962"/>
                    <a:pt x="2445" y="11958"/>
                    <a:pt x="2478" y="11954"/>
                  </a:cubicBezTo>
                  <a:cubicBezTo>
                    <a:pt x="2637" y="12230"/>
                    <a:pt x="3101" y="13077"/>
                    <a:pt x="3274" y="13769"/>
                  </a:cubicBezTo>
                  <a:cubicBezTo>
                    <a:pt x="3301" y="13877"/>
                    <a:pt x="3382" y="13924"/>
                    <a:pt x="3465" y="13924"/>
                  </a:cubicBezTo>
                  <a:cubicBezTo>
                    <a:pt x="3585" y="13924"/>
                    <a:pt x="3708" y="13824"/>
                    <a:pt x="3669" y="13667"/>
                  </a:cubicBezTo>
                  <a:cubicBezTo>
                    <a:pt x="3506" y="13015"/>
                    <a:pt x="3119" y="12266"/>
                    <a:pt x="2909" y="11889"/>
                  </a:cubicBezTo>
                  <a:lnTo>
                    <a:pt x="3394" y="11719"/>
                  </a:lnTo>
                  <a:cubicBezTo>
                    <a:pt x="3600" y="11646"/>
                    <a:pt x="3782" y="11509"/>
                    <a:pt x="3908" y="11331"/>
                  </a:cubicBezTo>
                  <a:lnTo>
                    <a:pt x="4582" y="11668"/>
                  </a:lnTo>
                  <a:cubicBezTo>
                    <a:pt x="4538" y="11972"/>
                    <a:pt x="4720" y="12266"/>
                    <a:pt x="5009" y="12364"/>
                  </a:cubicBezTo>
                  <a:lnTo>
                    <a:pt x="5009" y="13718"/>
                  </a:lnTo>
                  <a:cubicBezTo>
                    <a:pt x="5009" y="13854"/>
                    <a:pt x="5112" y="13922"/>
                    <a:pt x="5214" y="13922"/>
                  </a:cubicBezTo>
                  <a:cubicBezTo>
                    <a:pt x="5316" y="13922"/>
                    <a:pt x="5419" y="13854"/>
                    <a:pt x="5419" y="13718"/>
                  </a:cubicBezTo>
                  <a:lnTo>
                    <a:pt x="5419" y="12364"/>
                  </a:lnTo>
                  <a:cubicBezTo>
                    <a:pt x="5712" y="12266"/>
                    <a:pt x="5889" y="11972"/>
                    <a:pt x="5850" y="11668"/>
                  </a:cubicBezTo>
                  <a:lnTo>
                    <a:pt x="6520" y="11331"/>
                  </a:lnTo>
                  <a:cubicBezTo>
                    <a:pt x="6650" y="11512"/>
                    <a:pt x="6827" y="11646"/>
                    <a:pt x="7037" y="11719"/>
                  </a:cubicBezTo>
                  <a:lnTo>
                    <a:pt x="7519" y="11889"/>
                  </a:lnTo>
                  <a:cubicBezTo>
                    <a:pt x="7313" y="12266"/>
                    <a:pt x="6922" y="13019"/>
                    <a:pt x="6759" y="13671"/>
                  </a:cubicBezTo>
                  <a:cubicBezTo>
                    <a:pt x="6720" y="13825"/>
                    <a:pt x="6844" y="13924"/>
                    <a:pt x="6965" y="13924"/>
                  </a:cubicBezTo>
                  <a:cubicBezTo>
                    <a:pt x="7048" y="13924"/>
                    <a:pt x="7130" y="13877"/>
                    <a:pt x="7157" y="13769"/>
                  </a:cubicBezTo>
                  <a:cubicBezTo>
                    <a:pt x="7327" y="13081"/>
                    <a:pt x="7794" y="12230"/>
                    <a:pt x="7950" y="11954"/>
                  </a:cubicBezTo>
                  <a:cubicBezTo>
                    <a:pt x="7983" y="11958"/>
                    <a:pt x="8015" y="11962"/>
                    <a:pt x="8048" y="11962"/>
                  </a:cubicBezTo>
                  <a:lnTo>
                    <a:pt x="8280" y="11962"/>
                  </a:lnTo>
                  <a:lnTo>
                    <a:pt x="8280" y="13718"/>
                  </a:lnTo>
                  <a:cubicBezTo>
                    <a:pt x="8280" y="13854"/>
                    <a:pt x="8381" y="13922"/>
                    <a:pt x="8483" y="13922"/>
                  </a:cubicBezTo>
                  <a:cubicBezTo>
                    <a:pt x="8584" y="13922"/>
                    <a:pt x="8685" y="13854"/>
                    <a:pt x="8685" y="13718"/>
                  </a:cubicBezTo>
                  <a:lnTo>
                    <a:pt x="8685" y="12302"/>
                  </a:lnTo>
                  <a:lnTo>
                    <a:pt x="9287" y="12516"/>
                  </a:lnTo>
                  <a:cubicBezTo>
                    <a:pt x="9728" y="12671"/>
                    <a:pt x="10022" y="13088"/>
                    <a:pt x="10022" y="13555"/>
                  </a:cubicBezTo>
                  <a:lnTo>
                    <a:pt x="10022" y="13718"/>
                  </a:lnTo>
                  <a:cubicBezTo>
                    <a:pt x="10022" y="13854"/>
                    <a:pt x="10124" y="13922"/>
                    <a:pt x="10226" y="13922"/>
                  </a:cubicBezTo>
                  <a:cubicBezTo>
                    <a:pt x="10329" y="13922"/>
                    <a:pt x="10431" y="13854"/>
                    <a:pt x="10431" y="13718"/>
                  </a:cubicBezTo>
                  <a:lnTo>
                    <a:pt x="10431" y="13555"/>
                  </a:lnTo>
                  <a:cubicBezTo>
                    <a:pt x="10431" y="12914"/>
                    <a:pt x="10029" y="12345"/>
                    <a:pt x="9428" y="12128"/>
                  </a:cubicBezTo>
                  <a:lnTo>
                    <a:pt x="8693" y="11867"/>
                  </a:lnTo>
                  <a:lnTo>
                    <a:pt x="8693" y="11802"/>
                  </a:lnTo>
                  <a:cubicBezTo>
                    <a:pt x="8979" y="11549"/>
                    <a:pt x="8982" y="11103"/>
                    <a:pt x="8696" y="10846"/>
                  </a:cubicBezTo>
                  <a:cubicBezTo>
                    <a:pt x="8816" y="9814"/>
                    <a:pt x="8819" y="8774"/>
                    <a:pt x="8707" y="7742"/>
                  </a:cubicBezTo>
                  <a:cubicBezTo>
                    <a:pt x="9084" y="7558"/>
                    <a:pt x="9236" y="7101"/>
                    <a:pt x="9044" y="6728"/>
                  </a:cubicBezTo>
                  <a:lnTo>
                    <a:pt x="9844" y="6728"/>
                  </a:lnTo>
                  <a:cubicBezTo>
                    <a:pt x="9846" y="6728"/>
                    <a:pt x="9847" y="6728"/>
                    <a:pt x="9848" y="6728"/>
                  </a:cubicBezTo>
                  <a:cubicBezTo>
                    <a:pt x="10218" y="6728"/>
                    <a:pt x="10339" y="6235"/>
                    <a:pt x="10015" y="6062"/>
                  </a:cubicBezTo>
                  <a:lnTo>
                    <a:pt x="7820" y="4877"/>
                  </a:lnTo>
                  <a:lnTo>
                    <a:pt x="7820" y="4345"/>
                  </a:lnTo>
                  <a:cubicBezTo>
                    <a:pt x="7820" y="4168"/>
                    <a:pt x="7707" y="4008"/>
                    <a:pt x="7537" y="3947"/>
                  </a:cubicBezTo>
                  <a:lnTo>
                    <a:pt x="6733" y="2321"/>
                  </a:lnTo>
                  <a:lnTo>
                    <a:pt x="6929" y="2172"/>
                  </a:lnTo>
                  <a:cubicBezTo>
                    <a:pt x="7226" y="1951"/>
                    <a:pt x="7273" y="1524"/>
                    <a:pt x="7030" y="1245"/>
                  </a:cubicBezTo>
                  <a:lnTo>
                    <a:pt x="6320" y="416"/>
                  </a:lnTo>
                  <a:cubicBezTo>
                    <a:pt x="6081" y="134"/>
                    <a:pt x="5751" y="0"/>
                    <a:pt x="54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2" name="Google Shape;18642;p88"/>
          <p:cNvGrpSpPr/>
          <p:nvPr/>
        </p:nvGrpSpPr>
        <p:grpSpPr>
          <a:xfrm>
            <a:off x="5361479" y="3356598"/>
            <a:ext cx="273580" cy="364948"/>
            <a:chOff x="5361479" y="3356598"/>
            <a:chExt cx="273580" cy="364948"/>
          </a:xfrm>
        </p:grpSpPr>
        <p:sp>
          <p:nvSpPr>
            <p:cNvPr id="18643" name="Google Shape;18643;p88"/>
            <p:cNvSpPr/>
            <p:nvPr/>
          </p:nvSpPr>
          <p:spPr>
            <a:xfrm>
              <a:off x="5401172" y="3527614"/>
              <a:ext cx="194298" cy="125739"/>
            </a:xfrm>
            <a:custGeom>
              <a:rect b="b" l="l" r="r" t="t"/>
              <a:pathLst>
                <a:path extrusionOk="0" h="4796" w="7411">
                  <a:moveTo>
                    <a:pt x="870" y="0"/>
                  </a:moveTo>
                  <a:cubicBezTo>
                    <a:pt x="870" y="1677"/>
                    <a:pt x="0" y="2637"/>
                    <a:pt x="435" y="4796"/>
                  </a:cubicBezTo>
                  <a:lnTo>
                    <a:pt x="6972" y="4796"/>
                  </a:lnTo>
                  <a:cubicBezTo>
                    <a:pt x="7410" y="2637"/>
                    <a:pt x="6537" y="1681"/>
                    <a:pt x="65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88"/>
            <p:cNvSpPr/>
            <p:nvPr/>
          </p:nvSpPr>
          <p:spPr>
            <a:xfrm>
              <a:off x="5401172" y="3527614"/>
              <a:ext cx="97162" cy="125739"/>
            </a:xfrm>
            <a:custGeom>
              <a:rect b="b" l="l" r="r" t="t"/>
              <a:pathLst>
                <a:path extrusionOk="0" h="4796" w="3706">
                  <a:moveTo>
                    <a:pt x="870" y="0"/>
                  </a:moveTo>
                  <a:cubicBezTo>
                    <a:pt x="870" y="1677"/>
                    <a:pt x="0" y="2637"/>
                    <a:pt x="435" y="4796"/>
                  </a:cubicBezTo>
                  <a:lnTo>
                    <a:pt x="3705" y="4796"/>
                  </a:lnTo>
                  <a:lnTo>
                    <a:pt x="370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88"/>
            <p:cNvSpPr/>
            <p:nvPr/>
          </p:nvSpPr>
          <p:spPr>
            <a:xfrm>
              <a:off x="5366880" y="3579079"/>
              <a:ext cx="262857" cy="137144"/>
            </a:xfrm>
            <a:custGeom>
              <a:rect b="b" l="l" r="r" t="t"/>
              <a:pathLst>
                <a:path extrusionOk="0" h="5231" w="10026">
                  <a:moveTo>
                    <a:pt x="3706" y="0"/>
                  </a:moveTo>
                  <a:lnTo>
                    <a:pt x="3706" y="1344"/>
                  </a:lnTo>
                  <a:cubicBezTo>
                    <a:pt x="3706" y="1713"/>
                    <a:pt x="3470" y="2043"/>
                    <a:pt x="3123" y="2166"/>
                  </a:cubicBezTo>
                  <a:lnTo>
                    <a:pt x="874" y="2959"/>
                  </a:lnTo>
                  <a:cubicBezTo>
                    <a:pt x="349" y="3144"/>
                    <a:pt x="1" y="3640"/>
                    <a:pt x="1" y="4194"/>
                  </a:cubicBezTo>
                  <a:lnTo>
                    <a:pt x="1" y="5230"/>
                  </a:lnTo>
                  <a:lnTo>
                    <a:pt x="10026" y="5230"/>
                  </a:lnTo>
                  <a:lnTo>
                    <a:pt x="10026" y="4194"/>
                  </a:lnTo>
                  <a:cubicBezTo>
                    <a:pt x="10026" y="3640"/>
                    <a:pt x="9674" y="3144"/>
                    <a:pt x="9153" y="2959"/>
                  </a:cubicBezTo>
                  <a:lnTo>
                    <a:pt x="6904" y="2166"/>
                  </a:lnTo>
                  <a:cubicBezTo>
                    <a:pt x="6553" y="2043"/>
                    <a:pt x="6321" y="1713"/>
                    <a:pt x="6321" y="1344"/>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88"/>
            <p:cNvSpPr/>
            <p:nvPr/>
          </p:nvSpPr>
          <p:spPr>
            <a:xfrm>
              <a:off x="5366880" y="3636417"/>
              <a:ext cx="262857" cy="79806"/>
            </a:xfrm>
            <a:custGeom>
              <a:rect b="b" l="l" r="r" t="t"/>
              <a:pathLst>
                <a:path extrusionOk="0" h="3044" w="10026">
                  <a:moveTo>
                    <a:pt x="3068" y="1"/>
                  </a:moveTo>
                  <a:lnTo>
                    <a:pt x="874" y="772"/>
                  </a:lnTo>
                  <a:cubicBezTo>
                    <a:pt x="352" y="957"/>
                    <a:pt x="1" y="1453"/>
                    <a:pt x="1" y="2007"/>
                  </a:cubicBezTo>
                  <a:lnTo>
                    <a:pt x="1" y="3043"/>
                  </a:lnTo>
                  <a:lnTo>
                    <a:pt x="10026" y="3043"/>
                  </a:lnTo>
                  <a:lnTo>
                    <a:pt x="10026" y="2007"/>
                  </a:lnTo>
                  <a:cubicBezTo>
                    <a:pt x="10026" y="1450"/>
                    <a:pt x="9674" y="957"/>
                    <a:pt x="9153" y="772"/>
                  </a:cubicBezTo>
                  <a:lnTo>
                    <a:pt x="6962" y="1"/>
                  </a:lnTo>
                  <a:cubicBezTo>
                    <a:pt x="6842" y="986"/>
                    <a:pt x="6006" y="1725"/>
                    <a:pt x="5013" y="1725"/>
                  </a:cubicBezTo>
                  <a:cubicBezTo>
                    <a:pt x="4021" y="1725"/>
                    <a:pt x="3184" y="986"/>
                    <a:pt x="3068"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88"/>
            <p:cNvSpPr/>
            <p:nvPr/>
          </p:nvSpPr>
          <p:spPr>
            <a:xfrm>
              <a:off x="5464016" y="3584768"/>
              <a:ext cx="68585" cy="34319"/>
            </a:xfrm>
            <a:custGeom>
              <a:rect b="b" l="l" r="r" t="t"/>
              <a:pathLst>
                <a:path extrusionOk="0" h="1309" w="2616">
                  <a:moveTo>
                    <a:pt x="1" y="1"/>
                  </a:moveTo>
                  <a:lnTo>
                    <a:pt x="1" y="1040"/>
                  </a:lnTo>
                  <a:cubicBezTo>
                    <a:pt x="417" y="1219"/>
                    <a:pt x="862" y="1309"/>
                    <a:pt x="1307" y="1309"/>
                  </a:cubicBezTo>
                  <a:cubicBezTo>
                    <a:pt x="1752" y="1309"/>
                    <a:pt x="2197" y="1219"/>
                    <a:pt x="2616" y="1040"/>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88"/>
            <p:cNvSpPr/>
            <p:nvPr/>
          </p:nvSpPr>
          <p:spPr>
            <a:xfrm>
              <a:off x="5423955" y="3447651"/>
              <a:ext cx="148627" cy="154238"/>
            </a:xfrm>
            <a:custGeom>
              <a:rect b="b" l="l" r="r" t="t"/>
              <a:pathLst>
                <a:path extrusionOk="0" h="5883" w="5669">
                  <a:moveTo>
                    <a:pt x="1" y="1"/>
                  </a:moveTo>
                  <a:lnTo>
                    <a:pt x="1" y="3050"/>
                  </a:lnTo>
                  <a:cubicBezTo>
                    <a:pt x="1" y="4615"/>
                    <a:pt x="1272" y="5883"/>
                    <a:pt x="2836" y="5883"/>
                  </a:cubicBezTo>
                  <a:cubicBezTo>
                    <a:pt x="4401" y="5883"/>
                    <a:pt x="5668" y="4615"/>
                    <a:pt x="5668" y="3050"/>
                  </a:cubicBezTo>
                  <a:lnTo>
                    <a:pt x="5668"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88"/>
            <p:cNvSpPr/>
            <p:nvPr/>
          </p:nvSpPr>
          <p:spPr>
            <a:xfrm>
              <a:off x="5423693" y="3447572"/>
              <a:ext cx="148889" cy="154342"/>
            </a:xfrm>
            <a:custGeom>
              <a:rect b="b" l="l" r="r" t="t"/>
              <a:pathLst>
                <a:path extrusionOk="0" h="5887" w="5679">
                  <a:moveTo>
                    <a:pt x="5678" y="0"/>
                  </a:moveTo>
                  <a:lnTo>
                    <a:pt x="11" y="4"/>
                  </a:lnTo>
                  <a:lnTo>
                    <a:pt x="11" y="3053"/>
                  </a:lnTo>
                  <a:cubicBezTo>
                    <a:pt x="1" y="4639"/>
                    <a:pt x="1294" y="5886"/>
                    <a:pt x="2824" y="5886"/>
                  </a:cubicBezTo>
                  <a:cubicBezTo>
                    <a:pt x="2974" y="5886"/>
                    <a:pt x="3127" y="5874"/>
                    <a:pt x="3281" y="5849"/>
                  </a:cubicBezTo>
                  <a:cubicBezTo>
                    <a:pt x="1901" y="5636"/>
                    <a:pt x="883" y="4448"/>
                    <a:pt x="883" y="3053"/>
                  </a:cubicBezTo>
                  <a:lnTo>
                    <a:pt x="883" y="2307"/>
                  </a:lnTo>
                  <a:cubicBezTo>
                    <a:pt x="883" y="2238"/>
                    <a:pt x="891" y="2173"/>
                    <a:pt x="905" y="2112"/>
                  </a:cubicBezTo>
                  <a:cubicBezTo>
                    <a:pt x="956" y="1884"/>
                    <a:pt x="1169" y="1750"/>
                    <a:pt x="1398" y="1721"/>
                  </a:cubicBezTo>
                  <a:cubicBezTo>
                    <a:pt x="1430" y="1717"/>
                    <a:pt x="1463" y="1710"/>
                    <a:pt x="1492" y="1702"/>
                  </a:cubicBezTo>
                  <a:cubicBezTo>
                    <a:pt x="2031" y="1558"/>
                    <a:pt x="2560" y="1369"/>
                    <a:pt x="3074" y="1145"/>
                  </a:cubicBezTo>
                  <a:cubicBezTo>
                    <a:pt x="3103" y="1482"/>
                    <a:pt x="3386" y="1739"/>
                    <a:pt x="3726" y="1742"/>
                  </a:cubicBezTo>
                  <a:cubicBezTo>
                    <a:pt x="4262" y="1728"/>
                    <a:pt x="4798" y="1648"/>
                    <a:pt x="5316" y="1496"/>
                  </a:cubicBezTo>
                  <a:cubicBezTo>
                    <a:pt x="5450" y="1453"/>
                    <a:pt x="5570" y="1369"/>
                    <a:pt x="5653" y="1257"/>
                  </a:cubicBezTo>
                  <a:lnTo>
                    <a:pt x="5678" y="1203"/>
                  </a:lnTo>
                  <a:lnTo>
                    <a:pt x="567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88"/>
            <p:cNvSpPr/>
            <p:nvPr/>
          </p:nvSpPr>
          <p:spPr>
            <a:xfrm>
              <a:off x="5532574" y="3613162"/>
              <a:ext cx="26" cy="210"/>
            </a:xfrm>
            <a:custGeom>
              <a:rect b="b" l="l" r="r" t="t"/>
              <a:pathLst>
                <a:path extrusionOk="0" h="8" w="1">
                  <a:moveTo>
                    <a:pt x="1" y="8"/>
                  </a:moveTo>
                  <a:lnTo>
                    <a:pt x="1" y="8"/>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88"/>
            <p:cNvSpPr/>
            <p:nvPr/>
          </p:nvSpPr>
          <p:spPr>
            <a:xfrm>
              <a:off x="5464016" y="3613162"/>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88"/>
            <p:cNvSpPr/>
            <p:nvPr/>
          </p:nvSpPr>
          <p:spPr>
            <a:xfrm>
              <a:off x="5412551" y="3384808"/>
              <a:ext cx="171436" cy="114335"/>
            </a:xfrm>
            <a:custGeom>
              <a:rect b="b" l="l" r="r" t="t"/>
              <a:pathLst>
                <a:path extrusionOk="0" h="4361" w="6539">
                  <a:moveTo>
                    <a:pt x="3273" y="0"/>
                  </a:moveTo>
                  <a:cubicBezTo>
                    <a:pt x="3220" y="0"/>
                    <a:pt x="3166" y="1"/>
                    <a:pt x="3112" y="4"/>
                  </a:cubicBezTo>
                  <a:cubicBezTo>
                    <a:pt x="1355" y="87"/>
                    <a:pt x="1" y="1601"/>
                    <a:pt x="1" y="3361"/>
                  </a:cubicBezTo>
                  <a:lnTo>
                    <a:pt x="1" y="4357"/>
                  </a:lnTo>
                  <a:lnTo>
                    <a:pt x="436" y="4357"/>
                  </a:lnTo>
                  <a:lnTo>
                    <a:pt x="436" y="4158"/>
                  </a:lnTo>
                  <a:cubicBezTo>
                    <a:pt x="436" y="3959"/>
                    <a:pt x="570" y="3789"/>
                    <a:pt x="761" y="3738"/>
                  </a:cubicBezTo>
                  <a:cubicBezTo>
                    <a:pt x="1616" y="3517"/>
                    <a:pt x="2992" y="3111"/>
                    <a:pt x="3825" y="2615"/>
                  </a:cubicBezTo>
                  <a:cubicBezTo>
                    <a:pt x="3861" y="2594"/>
                    <a:pt x="3899" y="2584"/>
                    <a:pt x="3936" y="2584"/>
                  </a:cubicBezTo>
                  <a:cubicBezTo>
                    <a:pt x="4049" y="2584"/>
                    <a:pt x="4151" y="2675"/>
                    <a:pt x="4151" y="2804"/>
                  </a:cubicBezTo>
                  <a:lnTo>
                    <a:pt x="4151" y="3256"/>
                  </a:lnTo>
                  <a:cubicBezTo>
                    <a:pt x="4151" y="3375"/>
                    <a:pt x="4249" y="3474"/>
                    <a:pt x="4370" y="3474"/>
                  </a:cubicBezTo>
                  <a:cubicBezTo>
                    <a:pt x="4375" y="3474"/>
                    <a:pt x="4379" y="3474"/>
                    <a:pt x="4383" y="3474"/>
                  </a:cubicBezTo>
                  <a:cubicBezTo>
                    <a:pt x="4778" y="3445"/>
                    <a:pt x="5173" y="3376"/>
                    <a:pt x="5553" y="3263"/>
                  </a:cubicBezTo>
                  <a:cubicBezTo>
                    <a:pt x="5580" y="3255"/>
                    <a:pt x="5608" y="3251"/>
                    <a:pt x="5636" y="3251"/>
                  </a:cubicBezTo>
                  <a:cubicBezTo>
                    <a:pt x="5867" y="3251"/>
                    <a:pt x="6103" y="3518"/>
                    <a:pt x="6103" y="3799"/>
                  </a:cubicBezTo>
                  <a:lnTo>
                    <a:pt x="6103" y="4361"/>
                  </a:lnTo>
                  <a:lnTo>
                    <a:pt x="6538" y="4361"/>
                  </a:lnTo>
                  <a:lnTo>
                    <a:pt x="6538" y="3267"/>
                  </a:lnTo>
                  <a:cubicBezTo>
                    <a:pt x="6538" y="1456"/>
                    <a:pt x="5066" y="0"/>
                    <a:pt x="327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88"/>
            <p:cNvSpPr/>
            <p:nvPr/>
          </p:nvSpPr>
          <p:spPr>
            <a:xfrm>
              <a:off x="5458903" y="3384808"/>
              <a:ext cx="125084" cy="114335"/>
            </a:xfrm>
            <a:custGeom>
              <a:rect b="b" l="l" r="r" t="t"/>
              <a:pathLst>
                <a:path extrusionOk="0" h="4361" w="4771">
                  <a:moveTo>
                    <a:pt x="1505" y="0"/>
                  </a:moveTo>
                  <a:cubicBezTo>
                    <a:pt x="1452" y="0"/>
                    <a:pt x="1398" y="1"/>
                    <a:pt x="1344" y="4"/>
                  </a:cubicBezTo>
                  <a:cubicBezTo>
                    <a:pt x="873" y="26"/>
                    <a:pt x="413" y="152"/>
                    <a:pt x="0" y="377"/>
                  </a:cubicBezTo>
                  <a:cubicBezTo>
                    <a:pt x="113" y="1373"/>
                    <a:pt x="576" y="2300"/>
                    <a:pt x="1304" y="2988"/>
                  </a:cubicBezTo>
                  <a:cubicBezTo>
                    <a:pt x="1561" y="2880"/>
                    <a:pt x="1815" y="2756"/>
                    <a:pt x="2057" y="2615"/>
                  </a:cubicBezTo>
                  <a:cubicBezTo>
                    <a:pt x="2092" y="2595"/>
                    <a:pt x="2129" y="2586"/>
                    <a:pt x="2165" y="2586"/>
                  </a:cubicBezTo>
                  <a:cubicBezTo>
                    <a:pt x="2279" y="2586"/>
                    <a:pt x="2383" y="2677"/>
                    <a:pt x="2383" y="2804"/>
                  </a:cubicBezTo>
                  <a:lnTo>
                    <a:pt x="2383" y="3256"/>
                  </a:lnTo>
                  <a:cubicBezTo>
                    <a:pt x="2383" y="3379"/>
                    <a:pt x="2481" y="3474"/>
                    <a:pt x="2602" y="3474"/>
                  </a:cubicBezTo>
                  <a:cubicBezTo>
                    <a:pt x="2606" y="3474"/>
                    <a:pt x="2611" y="3474"/>
                    <a:pt x="2615" y="3474"/>
                  </a:cubicBezTo>
                  <a:cubicBezTo>
                    <a:pt x="3010" y="3448"/>
                    <a:pt x="3405" y="3379"/>
                    <a:pt x="3785" y="3267"/>
                  </a:cubicBezTo>
                  <a:cubicBezTo>
                    <a:pt x="3812" y="3259"/>
                    <a:pt x="3840" y="3255"/>
                    <a:pt x="3868" y="3255"/>
                  </a:cubicBezTo>
                  <a:cubicBezTo>
                    <a:pt x="4099" y="3255"/>
                    <a:pt x="4335" y="3522"/>
                    <a:pt x="4335" y="3803"/>
                  </a:cubicBezTo>
                  <a:lnTo>
                    <a:pt x="4335" y="4361"/>
                  </a:lnTo>
                  <a:lnTo>
                    <a:pt x="4770" y="4361"/>
                  </a:lnTo>
                  <a:lnTo>
                    <a:pt x="4770" y="3267"/>
                  </a:lnTo>
                  <a:cubicBezTo>
                    <a:pt x="4770" y="1456"/>
                    <a:pt x="3298" y="0"/>
                    <a:pt x="150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88"/>
            <p:cNvSpPr/>
            <p:nvPr/>
          </p:nvSpPr>
          <p:spPr>
            <a:xfrm>
              <a:off x="5395457" y="3487633"/>
              <a:ext cx="28525" cy="45697"/>
            </a:xfrm>
            <a:custGeom>
              <a:rect b="b" l="l" r="r" t="t"/>
              <a:pathLst>
                <a:path extrusionOk="0" h="1743" w="1088">
                  <a:moveTo>
                    <a:pt x="436" y="1"/>
                  </a:moveTo>
                  <a:cubicBezTo>
                    <a:pt x="193" y="1"/>
                    <a:pt x="1" y="196"/>
                    <a:pt x="1" y="435"/>
                  </a:cubicBezTo>
                  <a:lnTo>
                    <a:pt x="1" y="1308"/>
                  </a:lnTo>
                  <a:cubicBezTo>
                    <a:pt x="1" y="1547"/>
                    <a:pt x="193" y="1743"/>
                    <a:pt x="436" y="1743"/>
                  </a:cubicBezTo>
                  <a:lnTo>
                    <a:pt x="1088" y="1743"/>
                  </a:lnTo>
                  <a:lnTo>
                    <a:pt x="108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88"/>
            <p:cNvSpPr/>
            <p:nvPr/>
          </p:nvSpPr>
          <p:spPr>
            <a:xfrm>
              <a:off x="5572556" y="3487633"/>
              <a:ext cx="28603" cy="45697"/>
            </a:xfrm>
            <a:custGeom>
              <a:rect b="b" l="l" r="r" t="t"/>
              <a:pathLst>
                <a:path extrusionOk="0" h="1743" w="1091">
                  <a:moveTo>
                    <a:pt x="0" y="1"/>
                  </a:moveTo>
                  <a:lnTo>
                    <a:pt x="0" y="1743"/>
                  </a:lnTo>
                  <a:lnTo>
                    <a:pt x="656" y="1743"/>
                  </a:lnTo>
                  <a:cubicBezTo>
                    <a:pt x="895" y="1743"/>
                    <a:pt x="1091" y="1547"/>
                    <a:pt x="1091" y="1308"/>
                  </a:cubicBezTo>
                  <a:lnTo>
                    <a:pt x="1091" y="435"/>
                  </a:lnTo>
                  <a:cubicBezTo>
                    <a:pt x="1091" y="196"/>
                    <a:pt x="895" y="1"/>
                    <a:pt x="65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88"/>
            <p:cNvSpPr/>
            <p:nvPr/>
          </p:nvSpPr>
          <p:spPr>
            <a:xfrm>
              <a:off x="5430798" y="3636417"/>
              <a:ext cx="135046" cy="62607"/>
            </a:xfrm>
            <a:custGeom>
              <a:rect b="b" l="l" r="r" t="t"/>
              <a:pathLst>
                <a:path extrusionOk="0" h="2388" w="5151">
                  <a:moveTo>
                    <a:pt x="630" y="1"/>
                  </a:moveTo>
                  <a:lnTo>
                    <a:pt x="0" y="222"/>
                  </a:lnTo>
                  <a:cubicBezTo>
                    <a:pt x="218" y="1475"/>
                    <a:pt x="1304" y="2388"/>
                    <a:pt x="2575" y="2388"/>
                  </a:cubicBezTo>
                  <a:cubicBezTo>
                    <a:pt x="3847" y="2388"/>
                    <a:pt x="4933" y="1475"/>
                    <a:pt x="5150" y="222"/>
                  </a:cubicBezTo>
                  <a:lnTo>
                    <a:pt x="4524" y="1"/>
                  </a:lnTo>
                  <a:cubicBezTo>
                    <a:pt x="4404" y="986"/>
                    <a:pt x="3568" y="1725"/>
                    <a:pt x="2575" y="1725"/>
                  </a:cubicBezTo>
                  <a:cubicBezTo>
                    <a:pt x="1583" y="1725"/>
                    <a:pt x="746" y="986"/>
                    <a:pt x="63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88"/>
            <p:cNvSpPr/>
            <p:nvPr/>
          </p:nvSpPr>
          <p:spPr>
            <a:xfrm>
              <a:off x="5473742" y="3550738"/>
              <a:ext cx="49630" cy="16491"/>
            </a:xfrm>
            <a:custGeom>
              <a:rect b="b" l="l" r="r" t="t"/>
              <a:pathLst>
                <a:path extrusionOk="0" h="629" w="1893">
                  <a:moveTo>
                    <a:pt x="293" y="1"/>
                  </a:moveTo>
                  <a:cubicBezTo>
                    <a:pt x="135" y="1"/>
                    <a:pt x="0" y="206"/>
                    <a:pt x="148" y="353"/>
                  </a:cubicBezTo>
                  <a:cubicBezTo>
                    <a:pt x="325" y="527"/>
                    <a:pt x="622" y="629"/>
                    <a:pt x="945" y="629"/>
                  </a:cubicBezTo>
                  <a:cubicBezTo>
                    <a:pt x="1271" y="629"/>
                    <a:pt x="1567" y="527"/>
                    <a:pt x="1745" y="353"/>
                  </a:cubicBezTo>
                  <a:cubicBezTo>
                    <a:pt x="1892" y="206"/>
                    <a:pt x="1758" y="1"/>
                    <a:pt x="1599" y="1"/>
                  </a:cubicBezTo>
                  <a:cubicBezTo>
                    <a:pt x="1551" y="1"/>
                    <a:pt x="1500" y="19"/>
                    <a:pt x="1455" y="64"/>
                  </a:cubicBezTo>
                  <a:cubicBezTo>
                    <a:pt x="1383" y="136"/>
                    <a:pt x="1205" y="223"/>
                    <a:pt x="945" y="223"/>
                  </a:cubicBezTo>
                  <a:cubicBezTo>
                    <a:pt x="687" y="223"/>
                    <a:pt x="510" y="136"/>
                    <a:pt x="434" y="64"/>
                  </a:cubicBezTo>
                  <a:cubicBezTo>
                    <a:pt x="389" y="19"/>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88"/>
            <p:cNvSpPr/>
            <p:nvPr/>
          </p:nvSpPr>
          <p:spPr>
            <a:xfrm>
              <a:off x="5458903" y="3510809"/>
              <a:ext cx="10749" cy="16386"/>
            </a:xfrm>
            <a:custGeom>
              <a:rect b="b" l="l" r="r" t="t"/>
              <a:pathLst>
                <a:path extrusionOk="0" h="625"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88"/>
            <p:cNvSpPr/>
            <p:nvPr/>
          </p:nvSpPr>
          <p:spPr>
            <a:xfrm>
              <a:off x="5527462" y="3510809"/>
              <a:ext cx="10749" cy="16386"/>
            </a:xfrm>
            <a:custGeom>
              <a:rect b="b" l="l" r="r" t="t"/>
              <a:pathLst>
                <a:path extrusionOk="0" h="625" w="410">
                  <a:moveTo>
                    <a:pt x="207" y="0"/>
                  </a:moveTo>
                  <a:cubicBezTo>
                    <a:pt x="91" y="0"/>
                    <a:pt x="0" y="91"/>
                    <a:pt x="0" y="203"/>
                  </a:cubicBezTo>
                  <a:lnTo>
                    <a:pt x="0" y="420"/>
                  </a:lnTo>
                  <a:cubicBezTo>
                    <a:pt x="0" y="556"/>
                    <a:pt x="102"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88"/>
            <p:cNvSpPr/>
            <p:nvPr/>
          </p:nvSpPr>
          <p:spPr>
            <a:xfrm>
              <a:off x="5451405" y="3493610"/>
              <a:ext cx="25667" cy="10775"/>
            </a:xfrm>
            <a:custGeom>
              <a:rect b="b" l="l" r="r" t="t"/>
              <a:pathLst>
                <a:path extrusionOk="0" h="411" w="979">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88"/>
            <p:cNvSpPr/>
            <p:nvPr/>
          </p:nvSpPr>
          <p:spPr>
            <a:xfrm>
              <a:off x="5519964" y="3493610"/>
              <a:ext cx="25641" cy="10775"/>
            </a:xfrm>
            <a:custGeom>
              <a:rect b="b" l="l" r="r" t="t"/>
              <a:pathLst>
                <a:path extrusionOk="0" h="411" w="978">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88"/>
            <p:cNvSpPr/>
            <p:nvPr/>
          </p:nvSpPr>
          <p:spPr>
            <a:xfrm>
              <a:off x="5361479" y="3356598"/>
              <a:ext cx="273580" cy="364948"/>
            </a:xfrm>
            <a:custGeom>
              <a:rect b="b" l="l" r="r" t="t"/>
              <a:pathLst>
                <a:path extrusionOk="0" h="13920" w="10435">
                  <a:moveTo>
                    <a:pt x="5219" y="406"/>
                  </a:moveTo>
                  <a:cubicBezTo>
                    <a:pt x="7273" y="406"/>
                    <a:pt x="8939" y="2072"/>
                    <a:pt x="8939" y="4126"/>
                  </a:cubicBezTo>
                  <a:lnTo>
                    <a:pt x="8939" y="4839"/>
                  </a:lnTo>
                  <a:cubicBezTo>
                    <a:pt x="8863" y="4807"/>
                    <a:pt x="8787" y="4792"/>
                    <a:pt x="8707" y="4792"/>
                  </a:cubicBezTo>
                  <a:lnTo>
                    <a:pt x="8693" y="4792"/>
                  </a:lnTo>
                  <a:lnTo>
                    <a:pt x="8693" y="4343"/>
                  </a:lnTo>
                  <a:cubicBezTo>
                    <a:pt x="8693" y="2424"/>
                    <a:pt x="7139" y="870"/>
                    <a:pt x="5219" y="870"/>
                  </a:cubicBezTo>
                  <a:cubicBezTo>
                    <a:pt x="3300" y="870"/>
                    <a:pt x="1746" y="2424"/>
                    <a:pt x="1746" y="4343"/>
                  </a:cubicBezTo>
                  <a:lnTo>
                    <a:pt x="1746" y="4792"/>
                  </a:lnTo>
                  <a:lnTo>
                    <a:pt x="1732" y="4792"/>
                  </a:lnTo>
                  <a:cubicBezTo>
                    <a:pt x="1652" y="4792"/>
                    <a:pt x="1572" y="4807"/>
                    <a:pt x="1500" y="4839"/>
                  </a:cubicBezTo>
                  <a:lnTo>
                    <a:pt x="1500" y="4126"/>
                  </a:lnTo>
                  <a:cubicBezTo>
                    <a:pt x="1500" y="2072"/>
                    <a:pt x="3166" y="406"/>
                    <a:pt x="5219" y="406"/>
                  </a:cubicBezTo>
                  <a:close/>
                  <a:moveTo>
                    <a:pt x="2181" y="5201"/>
                  </a:moveTo>
                  <a:lnTo>
                    <a:pt x="2181" y="6538"/>
                  </a:lnTo>
                  <a:lnTo>
                    <a:pt x="1732" y="6538"/>
                  </a:lnTo>
                  <a:cubicBezTo>
                    <a:pt x="1601" y="6538"/>
                    <a:pt x="1500" y="6433"/>
                    <a:pt x="1500" y="6306"/>
                  </a:cubicBezTo>
                  <a:lnTo>
                    <a:pt x="1500" y="5433"/>
                  </a:lnTo>
                  <a:cubicBezTo>
                    <a:pt x="1500" y="5306"/>
                    <a:pt x="1605" y="5201"/>
                    <a:pt x="1732" y="5201"/>
                  </a:cubicBezTo>
                  <a:close/>
                  <a:moveTo>
                    <a:pt x="8707" y="5201"/>
                  </a:moveTo>
                  <a:cubicBezTo>
                    <a:pt x="8834" y="5201"/>
                    <a:pt x="8939" y="5306"/>
                    <a:pt x="8939" y="5433"/>
                  </a:cubicBezTo>
                  <a:lnTo>
                    <a:pt x="8939" y="6306"/>
                  </a:lnTo>
                  <a:cubicBezTo>
                    <a:pt x="8939" y="6433"/>
                    <a:pt x="8834" y="6538"/>
                    <a:pt x="8707" y="6538"/>
                  </a:cubicBezTo>
                  <a:lnTo>
                    <a:pt x="8265" y="6538"/>
                  </a:lnTo>
                  <a:lnTo>
                    <a:pt x="8265" y="6523"/>
                  </a:lnTo>
                  <a:lnTo>
                    <a:pt x="8265" y="5201"/>
                  </a:lnTo>
                  <a:close/>
                  <a:moveTo>
                    <a:pt x="1500" y="6904"/>
                  </a:moveTo>
                  <a:cubicBezTo>
                    <a:pt x="1572" y="6933"/>
                    <a:pt x="1652" y="6947"/>
                    <a:pt x="1732" y="6947"/>
                  </a:cubicBezTo>
                  <a:lnTo>
                    <a:pt x="2177" y="6947"/>
                  </a:lnTo>
                  <a:cubicBezTo>
                    <a:pt x="2166" y="7103"/>
                    <a:pt x="2148" y="7259"/>
                    <a:pt x="2123" y="7411"/>
                  </a:cubicBezTo>
                  <a:lnTo>
                    <a:pt x="1949" y="7411"/>
                  </a:lnTo>
                  <a:cubicBezTo>
                    <a:pt x="1703" y="7407"/>
                    <a:pt x="1500" y="7208"/>
                    <a:pt x="1500" y="6962"/>
                  </a:cubicBezTo>
                  <a:lnTo>
                    <a:pt x="1500" y="6904"/>
                  </a:lnTo>
                  <a:close/>
                  <a:moveTo>
                    <a:pt x="5215" y="1279"/>
                  </a:moveTo>
                  <a:cubicBezTo>
                    <a:pt x="6907" y="1279"/>
                    <a:pt x="8283" y="2653"/>
                    <a:pt x="8287" y="4347"/>
                  </a:cubicBezTo>
                  <a:lnTo>
                    <a:pt x="8287" y="4796"/>
                  </a:lnTo>
                  <a:lnTo>
                    <a:pt x="8269" y="4796"/>
                  </a:lnTo>
                  <a:lnTo>
                    <a:pt x="8269" y="4774"/>
                  </a:lnTo>
                  <a:cubicBezTo>
                    <a:pt x="8269" y="4568"/>
                    <a:pt x="8171" y="4372"/>
                    <a:pt x="8008" y="4245"/>
                  </a:cubicBezTo>
                  <a:cubicBezTo>
                    <a:pt x="7896" y="4163"/>
                    <a:pt x="7764" y="4120"/>
                    <a:pt x="7630" y="4120"/>
                  </a:cubicBezTo>
                  <a:cubicBezTo>
                    <a:pt x="7568" y="4120"/>
                    <a:pt x="7507" y="4129"/>
                    <a:pt x="7447" y="4148"/>
                  </a:cubicBezTo>
                  <a:cubicBezTo>
                    <a:pt x="7074" y="4256"/>
                    <a:pt x="6690" y="4325"/>
                    <a:pt x="6306" y="4347"/>
                  </a:cubicBezTo>
                  <a:lnTo>
                    <a:pt x="6306" y="3478"/>
                  </a:lnTo>
                  <a:cubicBezTo>
                    <a:pt x="6306" y="3412"/>
                    <a:pt x="6277" y="3351"/>
                    <a:pt x="6230" y="3311"/>
                  </a:cubicBezTo>
                  <a:cubicBezTo>
                    <a:pt x="6193" y="3281"/>
                    <a:pt x="6148" y="3267"/>
                    <a:pt x="6104" y="3267"/>
                  </a:cubicBezTo>
                  <a:cubicBezTo>
                    <a:pt x="6057" y="3267"/>
                    <a:pt x="6010" y="3283"/>
                    <a:pt x="5973" y="3315"/>
                  </a:cubicBezTo>
                  <a:cubicBezTo>
                    <a:pt x="5513" y="3695"/>
                    <a:pt x="4709" y="4053"/>
                    <a:pt x="3640" y="4347"/>
                  </a:cubicBezTo>
                  <a:cubicBezTo>
                    <a:pt x="3401" y="4413"/>
                    <a:pt x="3473" y="4750"/>
                    <a:pt x="3687" y="4750"/>
                  </a:cubicBezTo>
                  <a:cubicBezTo>
                    <a:pt x="3706" y="4750"/>
                    <a:pt x="3727" y="4748"/>
                    <a:pt x="3749" y="4741"/>
                  </a:cubicBezTo>
                  <a:cubicBezTo>
                    <a:pt x="4665" y="4488"/>
                    <a:pt x="5386" y="4195"/>
                    <a:pt x="5897" y="3869"/>
                  </a:cubicBezTo>
                  <a:lnTo>
                    <a:pt x="5897" y="4560"/>
                  </a:lnTo>
                  <a:cubicBezTo>
                    <a:pt x="5897" y="4673"/>
                    <a:pt x="5991" y="4763"/>
                    <a:pt x="6103" y="4763"/>
                  </a:cubicBezTo>
                  <a:cubicBezTo>
                    <a:pt x="6596" y="4752"/>
                    <a:pt x="7088" y="4676"/>
                    <a:pt x="7563" y="4539"/>
                  </a:cubicBezTo>
                  <a:cubicBezTo>
                    <a:pt x="7585" y="4532"/>
                    <a:pt x="7608" y="4528"/>
                    <a:pt x="7632" y="4528"/>
                  </a:cubicBezTo>
                  <a:cubicBezTo>
                    <a:pt x="7679" y="4528"/>
                    <a:pt x="7726" y="4543"/>
                    <a:pt x="7765" y="4575"/>
                  </a:cubicBezTo>
                  <a:cubicBezTo>
                    <a:pt x="7820" y="4615"/>
                    <a:pt x="7849" y="4680"/>
                    <a:pt x="7849" y="4749"/>
                  </a:cubicBezTo>
                  <a:lnTo>
                    <a:pt x="7849" y="6741"/>
                  </a:lnTo>
                  <a:lnTo>
                    <a:pt x="7849" y="6748"/>
                  </a:lnTo>
                  <a:cubicBezTo>
                    <a:pt x="7729" y="8113"/>
                    <a:pt x="6586" y="9152"/>
                    <a:pt x="5230" y="9152"/>
                  </a:cubicBezTo>
                  <a:cubicBezTo>
                    <a:pt x="5187" y="9152"/>
                    <a:pt x="5143" y="9151"/>
                    <a:pt x="5100" y="9149"/>
                  </a:cubicBezTo>
                  <a:lnTo>
                    <a:pt x="5100" y="9153"/>
                  </a:lnTo>
                  <a:cubicBezTo>
                    <a:pt x="4419" y="9117"/>
                    <a:pt x="3778" y="8812"/>
                    <a:pt x="3322" y="8309"/>
                  </a:cubicBezTo>
                  <a:cubicBezTo>
                    <a:pt x="3188" y="8157"/>
                    <a:pt x="3064" y="7994"/>
                    <a:pt x="2967" y="7820"/>
                  </a:cubicBezTo>
                  <a:lnTo>
                    <a:pt x="3684" y="7820"/>
                  </a:lnTo>
                  <a:cubicBezTo>
                    <a:pt x="3796" y="7820"/>
                    <a:pt x="3890" y="7733"/>
                    <a:pt x="3897" y="7621"/>
                  </a:cubicBezTo>
                  <a:cubicBezTo>
                    <a:pt x="3901" y="7505"/>
                    <a:pt x="3807" y="7411"/>
                    <a:pt x="3695" y="7411"/>
                  </a:cubicBezTo>
                  <a:lnTo>
                    <a:pt x="2775" y="7411"/>
                  </a:lnTo>
                  <a:cubicBezTo>
                    <a:pt x="2659" y="7103"/>
                    <a:pt x="2601" y="6773"/>
                    <a:pt x="2601" y="6444"/>
                  </a:cubicBezTo>
                  <a:lnTo>
                    <a:pt x="2601" y="5013"/>
                  </a:lnTo>
                  <a:cubicBezTo>
                    <a:pt x="2684" y="4995"/>
                    <a:pt x="2771" y="4977"/>
                    <a:pt x="2858" y="4959"/>
                  </a:cubicBezTo>
                  <a:cubicBezTo>
                    <a:pt x="2967" y="4937"/>
                    <a:pt x="3039" y="4832"/>
                    <a:pt x="3021" y="4720"/>
                  </a:cubicBezTo>
                  <a:cubicBezTo>
                    <a:pt x="3002" y="4623"/>
                    <a:pt x="2918" y="4555"/>
                    <a:pt x="2823" y="4555"/>
                  </a:cubicBezTo>
                  <a:cubicBezTo>
                    <a:pt x="2809" y="4555"/>
                    <a:pt x="2793" y="4557"/>
                    <a:pt x="2778" y="4560"/>
                  </a:cubicBezTo>
                  <a:cubicBezTo>
                    <a:pt x="2572" y="4604"/>
                    <a:pt x="2362" y="4647"/>
                    <a:pt x="2155" y="4687"/>
                  </a:cubicBezTo>
                  <a:lnTo>
                    <a:pt x="2155" y="4379"/>
                  </a:lnTo>
                  <a:cubicBezTo>
                    <a:pt x="2155" y="2688"/>
                    <a:pt x="3513" y="1290"/>
                    <a:pt x="5201" y="1279"/>
                  </a:cubicBezTo>
                  <a:cubicBezTo>
                    <a:pt x="5206" y="1279"/>
                    <a:pt x="5210" y="1279"/>
                    <a:pt x="5215" y="1279"/>
                  </a:cubicBezTo>
                  <a:close/>
                  <a:moveTo>
                    <a:pt x="2503" y="7820"/>
                  </a:moveTo>
                  <a:cubicBezTo>
                    <a:pt x="2637" y="8099"/>
                    <a:pt x="2814" y="8356"/>
                    <a:pt x="3021" y="8584"/>
                  </a:cubicBezTo>
                  <a:cubicBezTo>
                    <a:pt x="3224" y="8801"/>
                    <a:pt x="3452" y="8993"/>
                    <a:pt x="3709" y="9145"/>
                  </a:cubicBezTo>
                  <a:lnTo>
                    <a:pt x="3709" y="9830"/>
                  </a:lnTo>
                  <a:cubicBezTo>
                    <a:pt x="3705" y="10112"/>
                    <a:pt x="3528" y="10366"/>
                    <a:pt x="3260" y="10460"/>
                  </a:cubicBezTo>
                  <a:lnTo>
                    <a:pt x="2108" y="10869"/>
                  </a:lnTo>
                  <a:cubicBezTo>
                    <a:pt x="1920" y="9837"/>
                    <a:pt x="2108" y="9142"/>
                    <a:pt x="2307" y="8407"/>
                  </a:cubicBezTo>
                  <a:cubicBezTo>
                    <a:pt x="2362" y="8215"/>
                    <a:pt x="2412" y="8023"/>
                    <a:pt x="2460" y="7820"/>
                  </a:cubicBezTo>
                  <a:close/>
                  <a:moveTo>
                    <a:pt x="7979" y="7816"/>
                  </a:moveTo>
                  <a:cubicBezTo>
                    <a:pt x="8023" y="8019"/>
                    <a:pt x="8077" y="8215"/>
                    <a:pt x="8128" y="8407"/>
                  </a:cubicBezTo>
                  <a:cubicBezTo>
                    <a:pt x="8330" y="9142"/>
                    <a:pt x="8519" y="9837"/>
                    <a:pt x="8327" y="10869"/>
                  </a:cubicBezTo>
                  <a:lnTo>
                    <a:pt x="7175" y="10460"/>
                  </a:lnTo>
                  <a:cubicBezTo>
                    <a:pt x="6911" y="10366"/>
                    <a:pt x="6730" y="10112"/>
                    <a:pt x="6730" y="9830"/>
                  </a:cubicBezTo>
                  <a:lnTo>
                    <a:pt x="6730" y="9167"/>
                  </a:lnTo>
                  <a:cubicBezTo>
                    <a:pt x="7273" y="8852"/>
                    <a:pt x="7711" y="8385"/>
                    <a:pt x="7979" y="7816"/>
                  </a:cubicBezTo>
                  <a:close/>
                  <a:moveTo>
                    <a:pt x="5219" y="1"/>
                  </a:moveTo>
                  <a:cubicBezTo>
                    <a:pt x="2938" y="1"/>
                    <a:pt x="1091" y="1848"/>
                    <a:pt x="1091" y="4126"/>
                  </a:cubicBezTo>
                  <a:lnTo>
                    <a:pt x="1091" y="6958"/>
                  </a:lnTo>
                  <a:cubicBezTo>
                    <a:pt x="1091" y="7432"/>
                    <a:pt x="1474" y="7816"/>
                    <a:pt x="1949" y="7816"/>
                  </a:cubicBezTo>
                  <a:lnTo>
                    <a:pt x="2039" y="7816"/>
                  </a:lnTo>
                  <a:cubicBezTo>
                    <a:pt x="2000" y="7979"/>
                    <a:pt x="1956" y="8139"/>
                    <a:pt x="1913" y="8298"/>
                  </a:cubicBezTo>
                  <a:cubicBezTo>
                    <a:pt x="1706" y="9062"/>
                    <a:pt x="1493" y="9848"/>
                    <a:pt x="1721" y="11003"/>
                  </a:cubicBezTo>
                  <a:lnTo>
                    <a:pt x="1011" y="11253"/>
                  </a:lnTo>
                  <a:cubicBezTo>
                    <a:pt x="406" y="11467"/>
                    <a:pt x="0" y="12039"/>
                    <a:pt x="0" y="12680"/>
                  </a:cubicBezTo>
                  <a:lnTo>
                    <a:pt x="0" y="13716"/>
                  </a:lnTo>
                  <a:cubicBezTo>
                    <a:pt x="0" y="13852"/>
                    <a:pt x="103" y="13920"/>
                    <a:pt x="205" y="13920"/>
                  </a:cubicBezTo>
                  <a:cubicBezTo>
                    <a:pt x="307" y="13920"/>
                    <a:pt x="410" y="13852"/>
                    <a:pt x="410" y="13716"/>
                  </a:cubicBezTo>
                  <a:lnTo>
                    <a:pt x="410" y="12680"/>
                  </a:lnTo>
                  <a:cubicBezTo>
                    <a:pt x="410" y="12485"/>
                    <a:pt x="460" y="12293"/>
                    <a:pt x="558" y="12126"/>
                  </a:cubicBezTo>
                  <a:lnTo>
                    <a:pt x="1522" y="12952"/>
                  </a:lnTo>
                  <a:cubicBezTo>
                    <a:pt x="1670" y="13079"/>
                    <a:pt x="1753" y="13263"/>
                    <a:pt x="1753" y="13459"/>
                  </a:cubicBezTo>
                  <a:lnTo>
                    <a:pt x="1753" y="13712"/>
                  </a:lnTo>
                  <a:cubicBezTo>
                    <a:pt x="1753" y="13848"/>
                    <a:pt x="1856" y="13916"/>
                    <a:pt x="1958" y="13916"/>
                  </a:cubicBezTo>
                  <a:cubicBezTo>
                    <a:pt x="2060" y="13916"/>
                    <a:pt x="2163" y="13848"/>
                    <a:pt x="2163" y="13712"/>
                  </a:cubicBezTo>
                  <a:lnTo>
                    <a:pt x="2163" y="13459"/>
                  </a:lnTo>
                  <a:cubicBezTo>
                    <a:pt x="2163" y="13144"/>
                    <a:pt x="2025" y="12847"/>
                    <a:pt x="1786" y="12644"/>
                  </a:cubicBezTo>
                  <a:lnTo>
                    <a:pt x="823" y="11818"/>
                  </a:lnTo>
                  <a:cubicBezTo>
                    <a:pt x="920" y="11739"/>
                    <a:pt x="1029" y="11681"/>
                    <a:pt x="1145" y="11637"/>
                  </a:cubicBezTo>
                  <a:lnTo>
                    <a:pt x="3108" y="10945"/>
                  </a:lnTo>
                  <a:cubicBezTo>
                    <a:pt x="3350" y="11964"/>
                    <a:pt x="4256" y="12611"/>
                    <a:pt x="5218" y="12611"/>
                  </a:cubicBezTo>
                  <a:cubicBezTo>
                    <a:pt x="5549" y="12611"/>
                    <a:pt x="5888" y="12534"/>
                    <a:pt x="6208" y="12369"/>
                  </a:cubicBezTo>
                  <a:cubicBezTo>
                    <a:pt x="6416" y="12263"/>
                    <a:pt x="6307" y="11981"/>
                    <a:pt x="6121" y="11981"/>
                  </a:cubicBezTo>
                  <a:cubicBezTo>
                    <a:pt x="6090" y="11981"/>
                    <a:pt x="6057" y="11989"/>
                    <a:pt x="6023" y="12007"/>
                  </a:cubicBezTo>
                  <a:cubicBezTo>
                    <a:pt x="5773" y="12137"/>
                    <a:pt x="5498" y="12202"/>
                    <a:pt x="5216" y="12202"/>
                  </a:cubicBezTo>
                  <a:cubicBezTo>
                    <a:pt x="4383" y="12202"/>
                    <a:pt x="3666" y="11616"/>
                    <a:pt x="3495" y="10801"/>
                  </a:cubicBezTo>
                  <a:cubicBezTo>
                    <a:pt x="3872" y="10623"/>
                    <a:pt x="4115" y="10243"/>
                    <a:pt x="4115" y="9826"/>
                  </a:cubicBezTo>
                  <a:lnTo>
                    <a:pt x="4115" y="9341"/>
                  </a:lnTo>
                  <a:cubicBezTo>
                    <a:pt x="4423" y="9468"/>
                    <a:pt x="4748" y="9537"/>
                    <a:pt x="5082" y="9555"/>
                  </a:cubicBezTo>
                  <a:cubicBezTo>
                    <a:pt x="5129" y="9555"/>
                    <a:pt x="5179" y="9558"/>
                    <a:pt x="5230" y="9558"/>
                  </a:cubicBezTo>
                  <a:cubicBezTo>
                    <a:pt x="5603" y="9558"/>
                    <a:pt x="5973" y="9490"/>
                    <a:pt x="6320" y="9356"/>
                  </a:cubicBezTo>
                  <a:lnTo>
                    <a:pt x="6320" y="9826"/>
                  </a:lnTo>
                  <a:cubicBezTo>
                    <a:pt x="6324" y="10243"/>
                    <a:pt x="6563" y="10623"/>
                    <a:pt x="6940" y="10801"/>
                  </a:cubicBezTo>
                  <a:cubicBezTo>
                    <a:pt x="6889" y="11051"/>
                    <a:pt x="6780" y="11286"/>
                    <a:pt x="6628" y="11492"/>
                  </a:cubicBezTo>
                  <a:cubicBezTo>
                    <a:pt x="6510" y="11650"/>
                    <a:pt x="6650" y="11820"/>
                    <a:pt x="6797" y="11820"/>
                  </a:cubicBezTo>
                  <a:cubicBezTo>
                    <a:pt x="6853" y="11820"/>
                    <a:pt x="6910" y="11795"/>
                    <a:pt x="6954" y="11735"/>
                  </a:cubicBezTo>
                  <a:cubicBezTo>
                    <a:pt x="7132" y="11500"/>
                    <a:pt x="7258" y="11228"/>
                    <a:pt x="7324" y="10942"/>
                  </a:cubicBezTo>
                  <a:lnTo>
                    <a:pt x="9290" y="11634"/>
                  </a:lnTo>
                  <a:cubicBezTo>
                    <a:pt x="9410" y="11677"/>
                    <a:pt x="9522" y="11742"/>
                    <a:pt x="9623" y="11822"/>
                  </a:cubicBezTo>
                  <a:lnTo>
                    <a:pt x="8667" y="12640"/>
                  </a:lnTo>
                  <a:cubicBezTo>
                    <a:pt x="8432" y="12843"/>
                    <a:pt x="8294" y="13140"/>
                    <a:pt x="8294" y="13455"/>
                  </a:cubicBezTo>
                  <a:lnTo>
                    <a:pt x="8294" y="13709"/>
                  </a:lnTo>
                  <a:cubicBezTo>
                    <a:pt x="8294" y="13843"/>
                    <a:pt x="8396" y="13910"/>
                    <a:pt x="8497" y="13910"/>
                  </a:cubicBezTo>
                  <a:cubicBezTo>
                    <a:pt x="8598" y="13910"/>
                    <a:pt x="8700" y="13843"/>
                    <a:pt x="8700" y="13709"/>
                  </a:cubicBezTo>
                  <a:lnTo>
                    <a:pt x="8700" y="13455"/>
                  </a:lnTo>
                  <a:cubicBezTo>
                    <a:pt x="8700" y="13260"/>
                    <a:pt x="8787" y="13075"/>
                    <a:pt x="8932" y="12948"/>
                  </a:cubicBezTo>
                  <a:lnTo>
                    <a:pt x="9884" y="12133"/>
                  </a:lnTo>
                  <a:cubicBezTo>
                    <a:pt x="9978" y="12296"/>
                    <a:pt x="10025" y="12485"/>
                    <a:pt x="10025" y="12677"/>
                  </a:cubicBezTo>
                  <a:lnTo>
                    <a:pt x="10025" y="13712"/>
                  </a:lnTo>
                  <a:cubicBezTo>
                    <a:pt x="10025" y="13848"/>
                    <a:pt x="10128" y="13916"/>
                    <a:pt x="10230" y="13916"/>
                  </a:cubicBezTo>
                  <a:cubicBezTo>
                    <a:pt x="10332" y="13916"/>
                    <a:pt x="10435" y="13848"/>
                    <a:pt x="10435" y="13712"/>
                  </a:cubicBezTo>
                  <a:lnTo>
                    <a:pt x="10435" y="12680"/>
                  </a:lnTo>
                  <a:cubicBezTo>
                    <a:pt x="10435" y="12039"/>
                    <a:pt x="10029" y="11467"/>
                    <a:pt x="9428" y="11253"/>
                  </a:cubicBezTo>
                  <a:lnTo>
                    <a:pt x="8718" y="11003"/>
                  </a:lnTo>
                  <a:cubicBezTo>
                    <a:pt x="8942" y="9848"/>
                    <a:pt x="8729" y="9062"/>
                    <a:pt x="8522" y="8298"/>
                  </a:cubicBezTo>
                  <a:cubicBezTo>
                    <a:pt x="8403" y="7856"/>
                    <a:pt x="8287" y="7432"/>
                    <a:pt x="8262" y="6947"/>
                  </a:cubicBezTo>
                  <a:lnTo>
                    <a:pt x="8707" y="6947"/>
                  </a:lnTo>
                  <a:cubicBezTo>
                    <a:pt x="9058" y="6943"/>
                    <a:pt x="9344" y="6657"/>
                    <a:pt x="9344" y="6306"/>
                  </a:cubicBezTo>
                  <a:lnTo>
                    <a:pt x="9344" y="4126"/>
                  </a:lnTo>
                  <a:cubicBezTo>
                    <a:pt x="9344" y="1848"/>
                    <a:pt x="7497"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3" name="Google Shape;18663;p88"/>
          <p:cNvGrpSpPr/>
          <p:nvPr/>
        </p:nvGrpSpPr>
        <p:grpSpPr>
          <a:xfrm>
            <a:off x="5808042" y="2431225"/>
            <a:ext cx="280711" cy="365026"/>
            <a:chOff x="5808042" y="2431225"/>
            <a:chExt cx="280711" cy="365026"/>
          </a:xfrm>
        </p:grpSpPr>
        <p:sp>
          <p:nvSpPr>
            <p:cNvPr id="18664" name="Google Shape;18664;p88"/>
            <p:cNvSpPr/>
            <p:nvPr/>
          </p:nvSpPr>
          <p:spPr>
            <a:xfrm>
              <a:off x="5822671" y="2436521"/>
              <a:ext cx="79963" cy="80068"/>
            </a:xfrm>
            <a:custGeom>
              <a:rect b="b" l="l" r="r" t="t"/>
              <a:pathLst>
                <a:path extrusionOk="0" h="3054" w="3050">
                  <a:moveTo>
                    <a:pt x="1525" y="0"/>
                  </a:moveTo>
                  <a:cubicBezTo>
                    <a:pt x="681" y="0"/>
                    <a:pt x="0" y="685"/>
                    <a:pt x="0" y="1529"/>
                  </a:cubicBezTo>
                  <a:cubicBezTo>
                    <a:pt x="0" y="2369"/>
                    <a:pt x="681" y="3053"/>
                    <a:pt x="1525" y="3053"/>
                  </a:cubicBezTo>
                  <a:cubicBezTo>
                    <a:pt x="2369" y="3053"/>
                    <a:pt x="3050" y="2369"/>
                    <a:pt x="3050" y="1529"/>
                  </a:cubicBezTo>
                  <a:cubicBezTo>
                    <a:pt x="3050" y="685"/>
                    <a:pt x="2369" y="0"/>
                    <a:pt x="152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88"/>
            <p:cNvSpPr/>
            <p:nvPr/>
          </p:nvSpPr>
          <p:spPr>
            <a:xfrm>
              <a:off x="5994055" y="2436521"/>
              <a:ext cx="80068" cy="80068"/>
            </a:xfrm>
            <a:custGeom>
              <a:rect b="b" l="l" r="r" t="t"/>
              <a:pathLst>
                <a:path extrusionOk="0" h="3054" w="3054">
                  <a:moveTo>
                    <a:pt x="1529" y="0"/>
                  </a:moveTo>
                  <a:cubicBezTo>
                    <a:pt x="685" y="0"/>
                    <a:pt x="0" y="685"/>
                    <a:pt x="0" y="1529"/>
                  </a:cubicBezTo>
                  <a:cubicBezTo>
                    <a:pt x="0" y="2369"/>
                    <a:pt x="685" y="3053"/>
                    <a:pt x="1529" y="3053"/>
                  </a:cubicBezTo>
                  <a:cubicBezTo>
                    <a:pt x="2369" y="3053"/>
                    <a:pt x="3053" y="2369"/>
                    <a:pt x="3053" y="1529"/>
                  </a:cubicBezTo>
                  <a:cubicBezTo>
                    <a:pt x="3053" y="685"/>
                    <a:pt x="2369" y="0"/>
                    <a:pt x="152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88"/>
            <p:cNvSpPr/>
            <p:nvPr/>
          </p:nvSpPr>
          <p:spPr>
            <a:xfrm>
              <a:off x="5830720" y="2442105"/>
              <a:ext cx="219755" cy="137327"/>
            </a:xfrm>
            <a:custGeom>
              <a:rect b="b" l="l" r="r" t="t"/>
              <a:pathLst>
                <a:path extrusionOk="0" h="5238" w="8382">
                  <a:moveTo>
                    <a:pt x="4488" y="1"/>
                  </a:moveTo>
                  <a:cubicBezTo>
                    <a:pt x="1794" y="1"/>
                    <a:pt x="1" y="2786"/>
                    <a:pt x="1116" y="5238"/>
                  </a:cubicBezTo>
                  <a:lnTo>
                    <a:pt x="7860" y="5238"/>
                  </a:lnTo>
                  <a:cubicBezTo>
                    <a:pt x="8382" y="4090"/>
                    <a:pt x="8287" y="2757"/>
                    <a:pt x="7603" y="1700"/>
                  </a:cubicBezTo>
                  <a:cubicBezTo>
                    <a:pt x="6922" y="638"/>
                    <a:pt x="5749" y="1"/>
                    <a:pt x="4488"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88"/>
            <p:cNvSpPr/>
            <p:nvPr/>
          </p:nvSpPr>
          <p:spPr>
            <a:xfrm>
              <a:off x="5816956" y="2647965"/>
              <a:ext cx="262857" cy="142938"/>
            </a:xfrm>
            <a:custGeom>
              <a:rect b="b" l="l" r="r" t="t"/>
              <a:pathLst>
                <a:path extrusionOk="0" h="5452" w="10026">
                  <a:moveTo>
                    <a:pt x="3702" y="1"/>
                  </a:moveTo>
                  <a:lnTo>
                    <a:pt x="3702" y="1127"/>
                  </a:lnTo>
                  <a:cubicBezTo>
                    <a:pt x="3702" y="1497"/>
                    <a:pt x="3470" y="1826"/>
                    <a:pt x="3123" y="1953"/>
                  </a:cubicBezTo>
                  <a:lnTo>
                    <a:pt x="874" y="2746"/>
                  </a:lnTo>
                  <a:cubicBezTo>
                    <a:pt x="348" y="2931"/>
                    <a:pt x="1" y="3423"/>
                    <a:pt x="1" y="3977"/>
                  </a:cubicBezTo>
                  <a:lnTo>
                    <a:pt x="1" y="5452"/>
                  </a:lnTo>
                  <a:lnTo>
                    <a:pt x="10026" y="5452"/>
                  </a:lnTo>
                  <a:lnTo>
                    <a:pt x="10026" y="3977"/>
                  </a:lnTo>
                  <a:cubicBezTo>
                    <a:pt x="10026" y="3423"/>
                    <a:pt x="9674" y="2931"/>
                    <a:pt x="9153" y="2746"/>
                  </a:cubicBezTo>
                  <a:lnTo>
                    <a:pt x="6900" y="1953"/>
                  </a:lnTo>
                  <a:cubicBezTo>
                    <a:pt x="6552" y="1830"/>
                    <a:pt x="6317" y="1500"/>
                    <a:pt x="6317" y="1131"/>
                  </a:cubicBezTo>
                  <a:lnTo>
                    <a:pt x="6317"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88"/>
            <p:cNvSpPr/>
            <p:nvPr/>
          </p:nvSpPr>
          <p:spPr>
            <a:xfrm>
              <a:off x="5816956" y="2711883"/>
              <a:ext cx="262857" cy="79020"/>
            </a:xfrm>
            <a:custGeom>
              <a:rect b="b" l="l" r="r" t="t"/>
              <a:pathLst>
                <a:path extrusionOk="0" h="3014" w="10026">
                  <a:moveTo>
                    <a:pt x="1739" y="0"/>
                  </a:moveTo>
                  <a:lnTo>
                    <a:pt x="874" y="308"/>
                  </a:lnTo>
                  <a:cubicBezTo>
                    <a:pt x="348" y="493"/>
                    <a:pt x="1" y="985"/>
                    <a:pt x="1" y="1539"/>
                  </a:cubicBezTo>
                  <a:lnTo>
                    <a:pt x="1" y="3014"/>
                  </a:lnTo>
                  <a:lnTo>
                    <a:pt x="10026" y="3014"/>
                  </a:lnTo>
                  <a:lnTo>
                    <a:pt x="10026" y="1539"/>
                  </a:lnTo>
                  <a:cubicBezTo>
                    <a:pt x="10026" y="985"/>
                    <a:pt x="9674" y="493"/>
                    <a:pt x="9153" y="308"/>
                  </a:cubicBezTo>
                  <a:lnTo>
                    <a:pt x="8284" y="0"/>
                  </a:lnTo>
                  <a:cubicBezTo>
                    <a:pt x="7418" y="991"/>
                    <a:pt x="6215" y="1486"/>
                    <a:pt x="5011" y="1486"/>
                  </a:cubicBezTo>
                  <a:cubicBezTo>
                    <a:pt x="3808" y="1486"/>
                    <a:pt x="2605" y="991"/>
                    <a:pt x="173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88"/>
            <p:cNvSpPr/>
            <p:nvPr/>
          </p:nvSpPr>
          <p:spPr>
            <a:xfrm>
              <a:off x="5914091" y="2647965"/>
              <a:ext cx="68585" cy="28630"/>
            </a:xfrm>
            <a:custGeom>
              <a:rect b="b" l="l" r="r" t="t"/>
              <a:pathLst>
                <a:path extrusionOk="0" h="1092" w="2616">
                  <a:moveTo>
                    <a:pt x="1" y="1"/>
                  </a:moveTo>
                  <a:lnTo>
                    <a:pt x="1" y="812"/>
                  </a:lnTo>
                  <a:cubicBezTo>
                    <a:pt x="417" y="999"/>
                    <a:pt x="863" y="1092"/>
                    <a:pt x="1308" y="1092"/>
                  </a:cubicBezTo>
                  <a:cubicBezTo>
                    <a:pt x="1754" y="1092"/>
                    <a:pt x="2199" y="999"/>
                    <a:pt x="2616" y="812"/>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88"/>
            <p:cNvSpPr/>
            <p:nvPr/>
          </p:nvSpPr>
          <p:spPr>
            <a:xfrm>
              <a:off x="5851248" y="2481326"/>
              <a:ext cx="194298" cy="178174"/>
            </a:xfrm>
            <a:custGeom>
              <a:rect b="b" l="l" r="r" t="t"/>
              <a:pathLst>
                <a:path extrusionOk="0" h="6796" w="7411">
                  <a:moveTo>
                    <a:pt x="3705" y="1"/>
                  </a:moveTo>
                  <a:cubicBezTo>
                    <a:pt x="2126" y="1"/>
                    <a:pt x="851" y="1290"/>
                    <a:pt x="869" y="2869"/>
                  </a:cubicBezTo>
                  <a:lnTo>
                    <a:pt x="869" y="3090"/>
                  </a:lnTo>
                  <a:lnTo>
                    <a:pt x="543" y="3090"/>
                  </a:lnTo>
                  <a:cubicBezTo>
                    <a:pt x="243" y="3090"/>
                    <a:pt x="0" y="3333"/>
                    <a:pt x="0" y="3633"/>
                  </a:cubicBezTo>
                  <a:cubicBezTo>
                    <a:pt x="0" y="3934"/>
                    <a:pt x="243" y="4177"/>
                    <a:pt x="543" y="4177"/>
                  </a:cubicBezTo>
                  <a:lnTo>
                    <a:pt x="884" y="4177"/>
                  </a:lnTo>
                  <a:cubicBezTo>
                    <a:pt x="996" y="5654"/>
                    <a:pt x="2224" y="6795"/>
                    <a:pt x="3705" y="6795"/>
                  </a:cubicBezTo>
                  <a:cubicBezTo>
                    <a:pt x="5187" y="6795"/>
                    <a:pt x="6418" y="5654"/>
                    <a:pt x="6530" y="4177"/>
                  </a:cubicBezTo>
                  <a:lnTo>
                    <a:pt x="6867" y="4177"/>
                  </a:lnTo>
                  <a:cubicBezTo>
                    <a:pt x="7168" y="4177"/>
                    <a:pt x="7410" y="3934"/>
                    <a:pt x="7410" y="3633"/>
                  </a:cubicBezTo>
                  <a:cubicBezTo>
                    <a:pt x="7410" y="3333"/>
                    <a:pt x="7168" y="3090"/>
                    <a:pt x="6867" y="3090"/>
                  </a:cubicBezTo>
                  <a:lnTo>
                    <a:pt x="6537" y="3090"/>
                  </a:lnTo>
                  <a:lnTo>
                    <a:pt x="6537" y="2869"/>
                  </a:lnTo>
                  <a:cubicBezTo>
                    <a:pt x="6559" y="1290"/>
                    <a:pt x="5284" y="1"/>
                    <a:pt x="37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88"/>
            <p:cNvSpPr/>
            <p:nvPr/>
          </p:nvSpPr>
          <p:spPr>
            <a:xfrm>
              <a:off x="5850383" y="2482323"/>
              <a:ext cx="172275" cy="177204"/>
            </a:xfrm>
            <a:custGeom>
              <a:rect b="b" l="l" r="r" t="t"/>
              <a:pathLst>
                <a:path extrusionOk="0" h="6759" w="6571">
                  <a:moveTo>
                    <a:pt x="3728" y="0"/>
                  </a:moveTo>
                  <a:cubicBezTo>
                    <a:pt x="3108" y="0"/>
                    <a:pt x="2492" y="202"/>
                    <a:pt x="1982" y="597"/>
                  </a:cubicBezTo>
                  <a:cubicBezTo>
                    <a:pt x="1323" y="1111"/>
                    <a:pt x="906" y="1922"/>
                    <a:pt x="906" y="2882"/>
                  </a:cubicBezTo>
                  <a:lnTo>
                    <a:pt x="906" y="3052"/>
                  </a:lnTo>
                  <a:lnTo>
                    <a:pt x="609" y="3052"/>
                  </a:lnTo>
                  <a:cubicBezTo>
                    <a:pt x="323" y="3052"/>
                    <a:pt x="66" y="3255"/>
                    <a:pt x="37" y="3541"/>
                  </a:cubicBezTo>
                  <a:cubicBezTo>
                    <a:pt x="1" y="3863"/>
                    <a:pt x="254" y="4142"/>
                    <a:pt x="580" y="4142"/>
                  </a:cubicBezTo>
                  <a:lnTo>
                    <a:pt x="917" y="4142"/>
                  </a:lnTo>
                  <a:cubicBezTo>
                    <a:pt x="1022" y="5637"/>
                    <a:pt x="2270" y="6758"/>
                    <a:pt x="3717" y="6758"/>
                  </a:cubicBezTo>
                  <a:cubicBezTo>
                    <a:pt x="3868" y="6758"/>
                    <a:pt x="4022" y="6746"/>
                    <a:pt x="4176" y="6721"/>
                  </a:cubicBezTo>
                  <a:cubicBezTo>
                    <a:pt x="2797" y="6507"/>
                    <a:pt x="1779" y="5319"/>
                    <a:pt x="1779" y="3925"/>
                  </a:cubicBezTo>
                  <a:lnTo>
                    <a:pt x="1779" y="2831"/>
                  </a:lnTo>
                  <a:cubicBezTo>
                    <a:pt x="1775" y="2592"/>
                    <a:pt x="1808" y="2357"/>
                    <a:pt x="1869" y="2125"/>
                  </a:cubicBezTo>
                  <a:cubicBezTo>
                    <a:pt x="1947" y="1824"/>
                    <a:pt x="2216" y="1637"/>
                    <a:pt x="2499" y="1637"/>
                  </a:cubicBezTo>
                  <a:cubicBezTo>
                    <a:pt x="2612" y="1637"/>
                    <a:pt x="2727" y="1666"/>
                    <a:pt x="2833" y="1730"/>
                  </a:cubicBezTo>
                  <a:cubicBezTo>
                    <a:pt x="3963" y="2415"/>
                    <a:pt x="5252" y="2791"/>
                    <a:pt x="6570" y="2828"/>
                  </a:cubicBezTo>
                  <a:cubicBezTo>
                    <a:pt x="6563" y="1745"/>
                    <a:pt x="5944" y="760"/>
                    <a:pt x="4970" y="285"/>
                  </a:cubicBezTo>
                  <a:cubicBezTo>
                    <a:pt x="4575" y="94"/>
                    <a:pt x="4150" y="0"/>
                    <a:pt x="37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88"/>
            <p:cNvSpPr/>
            <p:nvPr/>
          </p:nvSpPr>
          <p:spPr>
            <a:xfrm>
              <a:off x="5883050" y="2442315"/>
              <a:ext cx="162391" cy="97162"/>
            </a:xfrm>
            <a:custGeom>
              <a:rect b="b" l="l" r="r" t="t"/>
              <a:pathLst>
                <a:path extrusionOk="0" h="3706" w="6194">
                  <a:moveTo>
                    <a:pt x="2492" y="0"/>
                  </a:moveTo>
                  <a:cubicBezTo>
                    <a:pt x="1569" y="0"/>
                    <a:pt x="681" y="344"/>
                    <a:pt x="1" y="967"/>
                  </a:cubicBezTo>
                  <a:cubicBezTo>
                    <a:pt x="1319" y="2695"/>
                    <a:pt x="3369" y="3705"/>
                    <a:pt x="5542" y="3705"/>
                  </a:cubicBezTo>
                  <a:cubicBezTo>
                    <a:pt x="5763" y="3705"/>
                    <a:pt x="5980" y="3694"/>
                    <a:pt x="6194" y="3673"/>
                  </a:cubicBezTo>
                  <a:cubicBezTo>
                    <a:pt x="6179" y="1641"/>
                    <a:pt x="4524" y="0"/>
                    <a:pt x="249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88"/>
            <p:cNvSpPr/>
            <p:nvPr/>
          </p:nvSpPr>
          <p:spPr>
            <a:xfrm>
              <a:off x="5847342" y="2711883"/>
              <a:ext cx="201901" cy="56132"/>
            </a:xfrm>
            <a:custGeom>
              <a:rect b="b" l="l" r="r" t="t"/>
              <a:pathLst>
                <a:path extrusionOk="0" h="2141" w="7701">
                  <a:moveTo>
                    <a:pt x="580" y="0"/>
                  </a:moveTo>
                  <a:lnTo>
                    <a:pt x="1" y="203"/>
                  </a:lnTo>
                  <a:cubicBezTo>
                    <a:pt x="906" y="1424"/>
                    <a:pt x="2337" y="2141"/>
                    <a:pt x="3854" y="2141"/>
                  </a:cubicBezTo>
                  <a:cubicBezTo>
                    <a:pt x="5372" y="2141"/>
                    <a:pt x="6799" y="1420"/>
                    <a:pt x="7701" y="203"/>
                  </a:cubicBezTo>
                  <a:lnTo>
                    <a:pt x="7125" y="0"/>
                  </a:lnTo>
                  <a:cubicBezTo>
                    <a:pt x="6259" y="991"/>
                    <a:pt x="5056" y="1486"/>
                    <a:pt x="3852" y="1486"/>
                  </a:cubicBezTo>
                  <a:cubicBezTo>
                    <a:pt x="2649" y="1486"/>
                    <a:pt x="1446" y="991"/>
                    <a:pt x="58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88"/>
            <p:cNvSpPr/>
            <p:nvPr/>
          </p:nvSpPr>
          <p:spPr>
            <a:xfrm>
              <a:off x="5816956" y="2705617"/>
              <a:ext cx="85784" cy="85181"/>
            </a:xfrm>
            <a:custGeom>
              <a:rect b="b" l="l" r="r" t="t"/>
              <a:pathLst>
                <a:path extrusionOk="0" h="3249" w="3272">
                  <a:moveTo>
                    <a:pt x="2420" y="0"/>
                  </a:moveTo>
                  <a:lnTo>
                    <a:pt x="874" y="543"/>
                  </a:lnTo>
                  <a:cubicBezTo>
                    <a:pt x="352" y="728"/>
                    <a:pt x="1" y="1224"/>
                    <a:pt x="1" y="1778"/>
                  </a:cubicBezTo>
                  <a:lnTo>
                    <a:pt x="1" y="3249"/>
                  </a:lnTo>
                  <a:lnTo>
                    <a:pt x="3271" y="3249"/>
                  </a:lnTo>
                  <a:lnTo>
                    <a:pt x="3271" y="1123"/>
                  </a:lnTo>
                  <a:cubicBezTo>
                    <a:pt x="3271" y="949"/>
                    <a:pt x="3199" y="783"/>
                    <a:pt x="3079" y="663"/>
                  </a:cubicBezTo>
                  <a:lnTo>
                    <a:pt x="242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88"/>
            <p:cNvSpPr/>
            <p:nvPr/>
          </p:nvSpPr>
          <p:spPr>
            <a:xfrm>
              <a:off x="5994055" y="2705617"/>
              <a:ext cx="85757" cy="85181"/>
            </a:xfrm>
            <a:custGeom>
              <a:rect b="b" l="l" r="r" t="t"/>
              <a:pathLst>
                <a:path extrusionOk="0" h="3249" w="3271">
                  <a:moveTo>
                    <a:pt x="855" y="0"/>
                  </a:moveTo>
                  <a:lnTo>
                    <a:pt x="192" y="663"/>
                  </a:lnTo>
                  <a:cubicBezTo>
                    <a:pt x="69" y="786"/>
                    <a:pt x="0" y="949"/>
                    <a:pt x="0" y="1123"/>
                  </a:cubicBezTo>
                  <a:lnTo>
                    <a:pt x="0" y="3249"/>
                  </a:lnTo>
                  <a:lnTo>
                    <a:pt x="3271" y="3249"/>
                  </a:lnTo>
                  <a:lnTo>
                    <a:pt x="3271" y="1778"/>
                  </a:lnTo>
                  <a:cubicBezTo>
                    <a:pt x="3271" y="1224"/>
                    <a:pt x="2919" y="728"/>
                    <a:pt x="2398" y="543"/>
                  </a:cubicBezTo>
                  <a:lnTo>
                    <a:pt x="85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88"/>
            <p:cNvSpPr/>
            <p:nvPr/>
          </p:nvSpPr>
          <p:spPr>
            <a:xfrm>
              <a:off x="5808042" y="2431225"/>
              <a:ext cx="280711" cy="365026"/>
            </a:xfrm>
            <a:custGeom>
              <a:rect b="b" l="l" r="r" t="t"/>
              <a:pathLst>
                <a:path extrusionOk="0" h="13923" w="10707">
                  <a:moveTo>
                    <a:pt x="2081" y="405"/>
                  </a:moveTo>
                  <a:cubicBezTo>
                    <a:pt x="2481" y="405"/>
                    <a:pt x="2870" y="588"/>
                    <a:pt x="3126" y="916"/>
                  </a:cubicBezTo>
                  <a:cubicBezTo>
                    <a:pt x="2409" y="1412"/>
                    <a:pt x="1880" y="2133"/>
                    <a:pt x="1619" y="2966"/>
                  </a:cubicBezTo>
                  <a:cubicBezTo>
                    <a:pt x="1105" y="2774"/>
                    <a:pt x="761" y="2281"/>
                    <a:pt x="761" y="1731"/>
                  </a:cubicBezTo>
                  <a:cubicBezTo>
                    <a:pt x="761" y="1166"/>
                    <a:pt x="1119" y="662"/>
                    <a:pt x="1652" y="478"/>
                  </a:cubicBezTo>
                  <a:cubicBezTo>
                    <a:pt x="1792" y="429"/>
                    <a:pt x="1937" y="405"/>
                    <a:pt x="2081" y="405"/>
                  </a:cubicBezTo>
                  <a:close/>
                  <a:moveTo>
                    <a:pt x="8612" y="409"/>
                  </a:moveTo>
                  <a:cubicBezTo>
                    <a:pt x="8616" y="409"/>
                    <a:pt x="8620" y="409"/>
                    <a:pt x="8624" y="409"/>
                  </a:cubicBezTo>
                  <a:cubicBezTo>
                    <a:pt x="9261" y="409"/>
                    <a:pt x="9808" y="865"/>
                    <a:pt x="9924" y="1492"/>
                  </a:cubicBezTo>
                  <a:cubicBezTo>
                    <a:pt x="10036" y="2122"/>
                    <a:pt x="9685" y="2741"/>
                    <a:pt x="9087" y="2966"/>
                  </a:cubicBezTo>
                  <a:cubicBezTo>
                    <a:pt x="8826" y="2136"/>
                    <a:pt x="8298" y="1412"/>
                    <a:pt x="7581" y="916"/>
                  </a:cubicBezTo>
                  <a:cubicBezTo>
                    <a:pt x="7828" y="596"/>
                    <a:pt x="8207" y="409"/>
                    <a:pt x="8612" y="409"/>
                  </a:cubicBezTo>
                  <a:close/>
                  <a:moveTo>
                    <a:pt x="5353" y="626"/>
                  </a:moveTo>
                  <a:cubicBezTo>
                    <a:pt x="7573" y="626"/>
                    <a:pt x="9232" y="2669"/>
                    <a:pt x="8779" y="4842"/>
                  </a:cubicBezTo>
                  <a:cubicBezTo>
                    <a:pt x="8696" y="4809"/>
                    <a:pt x="8606" y="4795"/>
                    <a:pt x="8515" y="4795"/>
                  </a:cubicBezTo>
                  <a:lnTo>
                    <a:pt x="8392" y="4795"/>
                  </a:lnTo>
                  <a:lnTo>
                    <a:pt x="8392" y="4313"/>
                  </a:lnTo>
                  <a:lnTo>
                    <a:pt x="8403" y="4313"/>
                  </a:lnTo>
                  <a:cubicBezTo>
                    <a:pt x="8674" y="4313"/>
                    <a:pt x="8674" y="3907"/>
                    <a:pt x="8403" y="3907"/>
                  </a:cubicBezTo>
                  <a:cubicBezTo>
                    <a:pt x="6697" y="3907"/>
                    <a:pt x="5462" y="3353"/>
                    <a:pt x="4727" y="2890"/>
                  </a:cubicBezTo>
                  <a:cubicBezTo>
                    <a:pt x="3930" y="2386"/>
                    <a:pt x="3532" y="1876"/>
                    <a:pt x="3524" y="1868"/>
                  </a:cubicBezTo>
                  <a:cubicBezTo>
                    <a:pt x="3480" y="1810"/>
                    <a:pt x="3424" y="1786"/>
                    <a:pt x="3369" y="1786"/>
                  </a:cubicBezTo>
                  <a:cubicBezTo>
                    <a:pt x="3221" y="1786"/>
                    <a:pt x="3081" y="1960"/>
                    <a:pt x="3202" y="2118"/>
                  </a:cubicBezTo>
                  <a:cubicBezTo>
                    <a:pt x="3220" y="2140"/>
                    <a:pt x="3640" y="2683"/>
                    <a:pt x="4495" y="3223"/>
                  </a:cubicBezTo>
                  <a:cubicBezTo>
                    <a:pt x="5216" y="3679"/>
                    <a:pt x="6385" y="4219"/>
                    <a:pt x="7983" y="4302"/>
                  </a:cubicBezTo>
                  <a:lnTo>
                    <a:pt x="7983" y="4997"/>
                  </a:lnTo>
                  <a:cubicBezTo>
                    <a:pt x="7983" y="5070"/>
                    <a:pt x="8019" y="5135"/>
                    <a:pt x="8080" y="5175"/>
                  </a:cubicBezTo>
                  <a:cubicBezTo>
                    <a:pt x="8131" y="5204"/>
                    <a:pt x="8131" y="5204"/>
                    <a:pt x="8348" y="5204"/>
                  </a:cubicBezTo>
                  <a:lnTo>
                    <a:pt x="8515" y="5204"/>
                  </a:lnTo>
                  <a:cubicBezTo>
                    <a:pt x="8700" y="5204"/>
                    <a:pt x="8855" y="5356"/>
                    <a:pt x="8855" y="5544"/>
                  </a:cubicBezTo>
                  <a:cubicBezTo>
                    <a:pt x="8855" y="5733"/>
                    <a:pt x="8700" y="5885"/>
                    <a:pt x="8515" y="5885"/>
                  </a:cubicBezTo>
                  <a:lnTo>
                    <a:pt x="8392" y="5885"/>
                  </a:lnTo>
                  <a:lnTo>
                    <a:pt x="8392" y="5870"/>
                  </a:lnTo>
                  <a:cubicBezTo>
                    <a:pt x="8392" y="5734"/>
                    <a:pt x="8290" y="5667"/>
                    <a:pt x="8187" y="5667"/>
                  </a:cubicBezTo>
                  <a:cubicBezTo>
                    <a:pt x="8085" y="5667"/>
                    <a:pt x="7983" y="5734"/>
                    <a:pt x="7983" y="5870"/>
                  </a:cubicBezTo>
                  <a:cubicBezTo>
                    <a:pt x="7983" y="7323"/>
                    <a:pt x="6806" y="8500"/>
                    <a:pt x="5353" y="8500"/>
                  </a:cubicBezTo>
                  <a:cubicBezTo>
                    <a:pt x="3901" y="8500"/>
                    <a:pt x="2724" y="7323"/>
                    <a:pt x="2724" y="5870"/>
                  </a:cubicBezTo>
                  <a:lnTo>
                    <a:pt x="2724" y="5874"/>
                  </a:lnTo>
                  <a:cubicBezTo>
                    <a:pt x="2724" y="5738"/>
                    <a:pt x="2622" y="5670"/>
                    <a:pt x="2519" y="5670"/>
                  </a:cubicBezTo>
                  <a:cubicBezTo>
                    <a:pt x="2417" y="5670"/>
                    <a:pt x="2315" y="5738"/>
                    <a:pt x="2315" y="5874"/>
                  </a:cubicBezTo>
                  <a:lnTo>
                    <a:pt x="2315" y="5885"/>
                  </a:lnTo>
                  <a:lnTo>
                    <a:pt x="2191" y="5885"/>
                  </a:lnTo>
                  <a:cubicBezTo>
                    <a:pt x="2003" y="5885"/>
                    <a:pt x="1851" y="5733"/>
                    <a:pt x="1851" y="5544"/>
                  </a:cubicBezTo>
                  <a:cubicBezTo>
                    <a:pt x="1851" y="5356"/>
                    <a:pt x="2003" y="5204"/>
                    <a:pt x="2191" y="5204"/>
                  </a:cubicBezTo>
                  <a:lnTo>
                    <a:pt x="2354" y="5204"/>
                  </a:lnTo>
                  <a:cubicBezTo>
                    <a:pt x="2572" y="5204"/>
                    <a:pt x="2572" y="5204"/>
                    <a:pt x="2619" y="5179"/>
                  </a:cubicBezTo>
                  <a:cubicBezTo>
                    <a:pt x="2684" y="5142"/>
                    <a:pt x="2724" y="5073"/>
                    <a:pt x="2724" y="4997"/>
                  </a:cubicBezTo>
                  <a:lnTo>
                    <a:pt x="2724" y="4780"/>
                  </a:lnTo>
                  <a:cubicBezTo>
                    <a:pt x="2724" y="4132"/>
                    <a:pt x="2927" y="3567"/>
                    <a:pt x="3329" y="3100"/>
                  </a:cubicBezTo>
                  <a:cubicBezTo>
                    <a:pt x="3461" y="2946"/>
                    <a:pt x="3321" y="2757"/>
                    <a:pt x="3168" y="2757"/>
                  </a:cubicBezTo>
                  <a:cubicBezTo>
                    <a:pt x="3116" y="2757"/>
                    <a:pt x="3062" y="2779"/>
                    <a:pt x="3017" y="2832"/>
                  </a:cubicBezTo>
                  <a:cubicBezTo>
                    <a:pt x="2554" y="3375"/>
                    <a:pt x="2315" y="4030"/>
                    <a:pt x="2315" y="4780"/>
                  </a:cubicBezTo>
                  <a:lnTo>
                    <a:pt x="2315" y="4795"/>
                  </a:lnTo>
                  <a:lnTo>
                    <a:pt x="2191" y="4795"/>
                  </a:lnTo>
                  <a:cubicBezTo>
                    <a:pt x="2101" y="4795"/>
                    <a:pt x="2010" y="4809"/>
                    <a:pt x="1923" y="4842"/>
                  </a:cubicBezTo>
                  <a:cubicBezTo>
                    <a:pt x="1471" y="2669"/>
                    <a:pt x="3133" y="626"/>
                    <a:pt x="5353" y="626"/>
                  </a:cubicBezTo>
                  <a:close/>
                  <a:moveTo>
                    <a:pt x="6458" y="8702"/>
                  </a:moveTo>
                  <a:lnTo>
                    <a:pt x="6458" y="9394"/>
                  </a:lnTo>
                  <a:cubicBezTo>
                    <a:pt x="6458" y="9851"/>
                    <a:pt x="6744" y="10256"/>
                    <a:pt x="7175" y="10408"/>
                  </a:cubicBezTo>
                  <a:lnTo>
                    <a:pt x="7577" y="10553"/>
                  </a:lnTo>
                  <a:lnTo>
                    <a:pt x="7142" y="10984"/>
                  </a:lnTo>
                  <a:cubicBezTo>
                    <a:pt x="6983" y="11147"/>
                    <a:pt x="6892" y="11364"/>
                    <a:pt x="6892" y="11593"/>
                  </a:cubicBezTo>
                  <a:lnTo>
                    <a:pt x="6892" y="11661"/>
                  </a:lnTo>
                  <a:cubicBezTo>
                    <a:pt x="6402" y="11879"/>
                    <a:pt x="5877" y="11987"/>
                    <a:pt x="5352" y="11987"/>
                  </a:cubicBezTo>
                  <a:cubicBezTo>
                    <a:pt x="4827" y="11987"/>
                    <a:pt x="4303" y="11879"/>
                    <a:pt x="3814" y="11661"/>
                  </a:cubicBezTo>
                  <a:lnTo>
                    <a:pt x="3814" y="11593"/>
                  </a:lnTo>
                  <a:cubicBezTo>
                    <a:pt x="3814" y="11364"/>
                    <a:pt x="3723" y="11147"/>
                    <a:pt x="3564" y="10984"/>
                  </a:cubicBezTo>
                  <a:lnTo>
                    <a:pt x="3130" y="10553"/>
                  </a:lnTo>
                  <a:lnTo>
                    <a:pt x="3532" y="10412"/>
                  </a:lnTo>
                  <a:cubicBezTo>
                    <a:pt x="3963" y="10260"/>
                    <a:pt x="4249" y="9854"/>
                    <a:pt x="4249" y="9398"/>
                  </a:cubicBezTo>
                  <a:lnTo>
                    <a:pt x="4249" y="8702"/>
                  </a:lnTo>
                  <a:cubicBezTo>
                    <a:pt x="4604" y="8840"/>
                    <a:pt x="4978" y="8909"/>
                    <a:pt x="5353" y="8909"/>
                  </a:cubicBezTo>
                  <a:cubicBezTo>
                    <a:pt x="5728" y="8909"/>
                    <a:pt x="6103" y="8840"/>
                    <a:pt x="6458" y="8702"/>
                  </a:cubicBezTo>
                  <a:close/>
                  <a:moveTo>
                    <a:pt x="2084" y="0"/>
                  </a:moveTo>
                  <a:cubicBezTo>
                    <a:pt x="1560" y="0"/>
                    <a:pt x="1035" y="236"/>
                    <a:pt x="688" y="706"/>
                  </a:cubicBezTo>
                  <a:cubicBezTo>
                    <a:pt x="0" y="1647"/>
                    <a:pt x="420" y="2984"/>
                    <a:pt x="1521" y="3364"/>
                  </a:cubicBezTo>
                  <a:cubicBezTo>
                    <a:pt x="1406" y="3947"/>
                    <a:pt x="1424" y="4548"/>
                    <a:pt x="1576" y="5124"/>
                  </a:cubicBezTo>
                  <a:cubicBezTo>
                    <a:pt x="1239" y="5620"/>
                    <a:pt x="1594" y="6294"/>
                    <a:pt x="2195" y="6294"/>
                  </a:cubicBezTo>
                  <a:lnTo>
                    <a:pt x="2347" y="6294"/>
                  </a:lnTo>
                  <a:cubicBezTo>
                    <a:pt x="2478" y="7221"/>
                    <a:pt x="3032" y="8036"/>
                    <a:pt x="3843" y="8503"/>
                  </a:cubicBezTo>
                  <a:lnTo>
                    <a:pt x="3843" y="9394"/>
                  </a:lnTo>
                  <a:cubicBezTo>
                    <a:pt x="3843" y="9677"/>
                    <a:pt x="3666" y="9930"/>
                    <a:pt x="3398" y="10024"/>
                  </a:cubicBezTo>
                  <a:lnTo>
                    <a:pt x="1145" y="10818"/>
                  </a:lnTo>
                  <a:cubicBezTo>
                    <a:pt x="544" y="11035"/>
                    <a:pt x="138" y="11603"/>
                    <a:pt x="138" y="12244"/>
                  </a:cubicBezTo>
                  <a:lnTo>
                    <a:pt x="138" y="13719"/>
                  </a:lnTo>
                  <a:cubicBezTo>
                    <a:pt x="138" y="13854"/>
                    <a:pt x="239" y="13922"/>
                    <a:pt x="341" y="13922"/>
                  </a:cubicBezTo>
                  <a:cubicBezTo>
                    <a:pt x="442" y="13922"/>
                    <a:pt x="544" y="13854"/>
                    <a:pt x="544" y="13719"/>
                  </a:cubicBezTo>
                  <a:lnTo>
                    <a:pt x="544" y="12244"/>
                  </a:lnTo>
                  <a:cubicBezTo>
                    <a:pt x="547" y="11777"/>
                    <a:pt x="841" y="11361"/>
                    <a:pt x="1282" y="11205"/>
                  </a:cubicBezTo>
                  <a:lnTo>
                    <a:pt x="2706" y="10702"/>
                  </a:lnTo>
                  <a:lnTo>
                    <a:pt x="3274" y="11270"/>
                  </a:lnTo>
                  <a:cubicBezTo>
                    <a:pt x="3361" y="11357"/>
                    <a:pt x="3408" y="11469"/>
                    <a:pt x="3408" y="11589"/>
                  </a:cubicBezTo>
                  <a:lnTo>
                    <a:pt x="3408" y="13715"/>
                  </a:lnTo>
                  <a:cubicBezTo>
                    <a:pt x="3408" y="13851"/>
                    <a:pt x="3510" y="13919"/>
                    <a:pt x="3611" y="13919"/>
                  </a:cubicBezTo>
                  <a:cubicBezTo>
                    <a:pt x="3713" y="13919"/>
                    <a:pt x="3814" y="13851"/>
                    <a:pt x="3814" y="13715"/>
                  </a:cubicBezTo>
                  <a:lnTo>
                    <a:pt x="3814" y="12103"/>
                  </a:lnTo>
                  <a:cubicBezTo>
                    <a:pt x="4308" y="12297"/>
                    <a:pt x="4831" y="12394"/>
                    <a:pt x="5353" y="12394"/>
                  </a:cubicBezTo>
                  <a:cubicBezTo>
                    <a:pt x="5876" y="12394"/>
                    <a:pt x="6398" y="12297"/>
                    <a:pt x="6892" y="12103"/>
                  </a:cubicBezTo>
                  <a:lnTo>
                    <a:pt x="6892" y="12190"/>
                  </a:lnTo>
                  <a:cubicBezTo>
                    <a:pt x="6892" y="12326"/>
                    <a:pt x="6995" y="12394"/>
                    <a:pt x="7097" y="12394"/>
                  </a:cubicBezTo>
                  <a:cubicBezTo>
                    <a:pt x="7199" y="12394"/>
                    <a:pt x="7302" y="12326"/>
                    <a:pt x="7302" y="12190"/>
                  </a:cubicBezTo>
                  <a:lnTo>
                    <a:pt x="7302" y="11589"/>
                  </a:lnTo>
                  <a:cubicBezTo>
                    <a:pt x="7302" y="11473"/>
                    <a:pt x="7349" y="11357"/>
                    <a:pt x="7432" y="11274"/>
                  </a:cubicBezTo>
                  <a:lnTo>
                    <a:pt x="8001" y="10702"/>
                  </a:lnTo>
                  <a:lnTo>
                    <a:pt x="9424" y="11205"/>
                  </a:lnTo>
                  <a:cubicBezTo>
                    <a:pt x="9866" y="11361"/>
                    <a:pt x="10163" y="11777"/>
                    <a:pt x="10163" y="12244"/>
                  </a:cubicBezTo>
                  <a:lnTo>
                    <a:pt x="10163" y="13719"/>
                  </a:lnTo>
                  <a:cubicBezTo>
                    <a:pt x="10163" y="13854"/>
                    <a:pt x="10264" y="13922"/>
                    <a:pt x="10366" y="13922"/>
                  </a:cubicBezTo>
                  <a:cubicBezTo>
                    <a:pt x="10467" y="13922"/>
                    <a:pt x="10569" y="13854"/>
                    <a:pt x="10569" y="13719"/>
                  </a:cubicBezTo>
                  <a:lnTo>
                    <a:pt x="10569" y="12244"/>
                  </a:lnTo>
                  <a:cubicBezTo>
                    <a:pt x="10569" y="11603"/>
                    <a:pt x="10167" y="11035"/>
                    <a:pt x="9562" y="10821"/>
                  </a:cubicBezTo>
                  <a:lnTo>
                    <a:pt x="7309" y="10024"/>
                  </a:lnTo>
                  <a:cubicBezTo>
                    <a:pt x="7045" y="9930"/>
                    <a:pt x="6864" y="9680"/>
                    <a:pt x="6864" y="9394"/>
                  </a:cubicBezTo>
                  <a:lnTo>
                    <a:pt x="6864" y="8503"/>
                  </a:lnTo>
                  <a:cubicBezTo>
                    <a:pt x="7678" y="8036"/>
                    <a:pt x="8229" y="7221"/>
                    <a:pt x="8359" y="6294"/>
                  </a:cubicBezTo>
                  <a:lnTo>
                    <a:pt x="8515" y="6294"/>
                  </a:lnTo>
                  <a:cubicBezTo>
                    <a:pt x="9113" y="6294"/>
                    <a:pt x="9471" y="5620"/>
                    <a:pt x="9134" y="5124"/>
                  </a:cubicBezTo>
                  <a:cubicBezTo>
                    <a:pt x="9283" y="4548"/>
                    <a:pt x="9305" y="3947"/>
                    <a:pt x="9189" y="3364"/>
                  </a:cubicBezTo>
                  <a:cubicBezTo>
                    <a:pt x="10290" y="2984"/>
                    <a:pt x="10706" y="1647"/>
                    <a:pt x="10018" y="706"/>
                  </a:cubicBezTo>
                  <a:cubicBezTo>
                    <a:pt x="9671" y="236"/>
                    <a:pt x="9147" y="0"/>
                    <a:pt x="8622" y="0"/>
                  </a:cubicBezTo>
                  <a:cubicBezTo>
                    <a:pt x="8100" y="0"/>
                    <a:pt x="7578" y="234"/>
                    <a:pt x="7233" y="702"/>
                  </a:cubicBezTo>
                  <a:cubicBezTo>
                    <a:pt x="6648" y="380"/>
                    <a:pt x="6001" y="219"/>
                    <a:pt x="5353" y="219"/>
                  </a:cubicBezTo>
                  <a:cubicBezTo>
                    <a:pt x="4706" y="219"/>
                    <a:pt x="4058" y="380"/>
                    <a:pt x="3474" y="702"/>
                  </a:cubicBezTo>
                  <a:cubicBezTo>
                    <a:pt x="3128" y="234"/>
                    <a:pt x="2606" y="0"/>
                    <a:pt x="20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88"/>
            <p:cNvSpPr/>
            <p:nvPr/>
          </p:nvSpPr>
          <p:spPr>
            <a:xfrm>
              <a:off x="5923530" y="2608245"/>
              <a:ext cx="49630" cy="16596"/>
            </a:xfrm>
            <a:custGeom>
              <a:rect b="b" l="l" r="r" t="t"/>
              <a:pathLst>
                <a:path extrusionOk="0" h="633" w="1893">
                  <a:moveTo>
                    <a:pt x="295" y="1"/>
                  </a:moveTo>
                  <a:cubicBezTo>
                    <a:pt x="136" y="1"/>
                    <a:pt x="1" y="208"/>
                    <a:pt x="151" y="353"/>
                  </a:cubicBezTo>
                  <a:cubicBezTo>
                    <a:pt x="325" y="527"/>
                    <a:pt x="622" y="632"/>
                    <a:pt x="948" y="632"/>
                  </a:cubicBezTo>
                  <a:cubicBezTo>
                    <a:pt x="1271" y="632"/>
                    <a:pt x="1568" y="527"/>
                    <a:pt x="1745" y="353"/>
                  </a:cubicBezTo>
                  <a:cubicBezTo>
                    <a:pt x="1893" y="208"/>
                    <a:pt x="1757" y="1"/>
                    <a:pt x="1599" y="1"/>
                  </a:cubicBezTo>
                  <a:cubicBezTo>
                    <a:pt x="1552" y="1"/>
                    <a:pt x="1503" y="19"/>
                    <a:pt x="1459" y="64"/>
                  </a:cubicBezTo>
                  <a:cubicBezTo>
                    <a:pt x="1383" y="136"/>
                    <a:pt x="1205" y="223"/>
                    <a:pt x="948" y="223"/>
                  </a:cubicBezTo>
                  <a:cubicBezTo>
                    <a:pt x="691" y="223"/>
                    <a:pt x="510" y="140"/>
                    <a:pt x="438" y="64"/>
                  </a:cubicBezTo>
                  <a:cubicBezTo>
                    <a:pt x="393" y="19"/>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88"/>
            <p:cNvSpPr/>
            <p:nvPr/>
          </p:nvSpPr>
          <p:spPr>
            <a:xfrm>
              <a:off x="5988733" y="2768382"/>
              <a:ext cx="10749" cy="27869"/>
            </a:xfrm>
            <a:custGeom>
              <a:rect b="b" l="l" r="r" t="t"/>
              <a:pathLst>
                <a:path extrusionOk="0" h="1063" w="410">
                  <a:moveTo>
                    <a:pt x="203" y="0"/>
                  </a:moveTo>
                  <a:cubicBezTo>
                    <a:pt x="91" y="0"/>
                    <a:pt x="0" y="91"/>
                    <a:pt x="0" y="203"/>
                  </a:cubicBezTo>
                  <a:lnTo>
                    <a:pt x="0" y="859"/>
                  </a:lnTo>
                  <a:cubicBezTo>
                    <a:pt x="0" y="994"/>
                    <a:pt x="103" y="1062"/>
                    <a:pt x="205" y="1062"/>
                  </a:cubicBezTo>
                  <a:cubicBezTo>
                    <a:pt x="307" y="1062"/>
                    <a:pt x="410" y="994"/>
                    <a:pt x="410" y="859"/>
                  </a:cubicBezTo>
                  <a:lnTo>
                    <a:pt x="410" y="203"/>
                  </a:lnTo>
                  <a:cubicBezTo>
                    <a:pt x="410"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88"/>
            <p:cNvSpPr/>
            <p:nvPr/>
          </p:nvSpPr>
          <p:spPr>
            <a:xfrm>
              <a:off x="5908796" y="2562601"/>
              <a:ext cx="10644" cy="16386"/>
            </a:xfrm>
            <a:custGeom>
              <a:rect b="b" l="l" r="r" t="t"/>
              <a:pathLst>
                <a:path extrusionOk="0" h="625" w="406">
                  <a:moveTo>
                    <a:pt x="203" y="1"/>
                  </a:moveTo>
                  <a:cubicBezTo>
                    <a:pt x="91" y="1"/>
                    <a:pt x="0" y="91"/>
                    <a:pt x="0" y="204"/>
                  </a:cubicBezTo>
                  <a:lnTo>
                    <a:pt x="0" y="421"/>
                  </a:lnTo>
                  <a:cubicBezTo>
                    <a:pt x="0" y="557"/>
                    <a:pt x="101" y="625"/>
                    <a:pt x="203" y="625"/>
                  </a:cubicBezTo>
                  <a:cubicBezTo>
                    <a:pt x="304" y="625"/>
                    <a:pt x="406" y="557"/>
                    <a:pt x="406" y="421"/>
                  </a:cubicBezTo>
                  <a:lnTo>
                    <a:pt x="406" y="204"/>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88"/>
            <p:cNvSpPr/>
            <p:nvPr/>
          </p:nvSpPr>
          <p:spPr>
            <a:xfrm>
              <a:off x="5977328" y="2562679"/>
              <a:ext cx="10671" cy="16386"/>
            </a:xfrm>
            <a:custGeom>
              <a:rect b="b" l="l" r="r" t="t"/>
              <a:pathLst>
                <a:path extrusionOk="0" h="625" w="407">
                  <a:moveTo>
                    <a:pt x="204" y="1"/>
                  </a:moveTo>
                  <a:cubicBezTo>
                    <a:pt x="102" y="1"/>
                    <a:pt x="1" y="69"/>
                    <a:pt x="1" y="204"/>
                  </a:cubicBezTo>
                  <a:lnTo>
                    <a:pt x="1" y="422"/>
                  </a:lnTo>
                  <a:cubicBezTo>
                    <a:pt x="1" y="534"/>
                    <a:pt x="91" y="624"/>
                    <a:pt x="204" y="624"/>
                  </a:cubicBezTo>
                  <a:cubicBezTo>
                    <a:pt x="316" y="624"/>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88"/>
            <p:cNvSpPr/>
            <p:nvPr/>
          </p:nvSpPr>
          <p:spPr>
            <a:xfrm>
              <a:off x="5901166" y="2545428"/>
              <a:ext cx="20187" cy="10854"/>
            </a:xfrm>
            <a:custGeom>
              <a:rect b="b" l="l" r="r" t="t"/>
              <a:pathLst>
                <a:path extrusionOk="0" h="414" w="770">
                  <a:moveTo>
                    <a:pt x="273" y="0"/>
                  </a:moveTo>
                  <a:cubicBezTo>
                    <a:pt x="8" y="0"/>
                    <a:pt x="0" y="399"/>
                    <a:pt x="269" y="406"/>
                  </a:cubicBezTo>
                  <a:lnTo>
                    <a:pt x="487" y="413"/>
                  </a:lnTo>
                  <a:lnTo>
                    <a:pt x="494" y="413"/>
                  </a:lnTo>
                  <a:cubicBezTo>
                    <a:pt x="765" y="413"/>
                    <a:pt x="769" y="8"/>
                    <a:pt x="497" y="4"/>
                  </a:cubicBezTo>
                  <a:lnTo>
                    <a:pt x="280" y="0"/>
                  </a:lnTo>
                  <a:cubicBezTo>
                    <a:pt x="278" y="0"/>
                    <a:pt x="275"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88"/>
            <p:cNvSpPr/>
            <p:nvPr/>
          </p:nvSpPr>
          <p:spPr>
            <a:xfrm>
              <a:off x="5975440" y="2545428"/>
              <a:ext cx="20083" cy="10854"/>
            </a:xfrm>
            <a:custGeom>
              <a:rect b="b" l="l" r="r" t="t"/>
              <a:pathLst>
                <a:path extrusionOk="0" h="414" w="766">
                  <a:moveTo>
                    <a:pt x="497" y="0"/>
                  </a:moveTo>
                  <a:cubicBezTo>
                    <a:pt x="494" y="0"/>
                    <a:pt x="492" y="0"/>
                    <a:pt x="489" y="0"/>
                  </a:cubicBezTo>
                  <a:lnTo>
                    <a:pt x="268" y="4"/>
                  </a:lnTo>
                  <a:cubicBezTo>
                    <a:pt x="0" y="8"/>
                    <a:pt x="4" y="413"/>
                    <a:pt x="276" y="413"/>
                  </a:cubicBezTo>
                  <a:lnTo>
                    <a:pt x="279" y="413"/>
                  </a:lnTo>
                  <a:lnTo>
                    <a:pt x="497" y="406"/>
                  </a:lnTo>
                  <a:cubicBezTo>
                    <a:pt x="766" y="399"/>
                    <a:pt x="761" y="0"/>
                    <a:pt x="4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3" name="Google Shape;18683;p88"/>
          <p:cNvGrpSpPr/>
          <p:nvPr/>
        </p:nvGrpSpPr>
        <p:grpSpPr>
          <a:xfrm>
            <a:off x="6705912" y="2431225"/>
            <a:ext cx="285063" cy="365026"/>
            <a:chOff x="6705912" y="2431225"/>
            <a:chExt cx="285063" cy="365026"/>
          </a:xfrm>
        </p:grpSpPr>
        <p:sp>
          <p:nvSpPr>
            <p:cNvPr id="18684" name="Google Shape;18684;p88"/>
            <p:cNvSpPr/>
            <p:nvPr/>
          </p:nvSpPr>
          <p:spPr>
            <a:xfrm>
              <a:off x="6711313" y="2625182"/>
              <a:ext cx="274340" cy="165721"/>
            </a:xfrm>
            <a:custGeom>
              <a:rect b="b" l="l" r="r" t="t"/>
              <a:pathLst>
                <a:path extrusionOk="0" h="6321" w="10464">
                  <a:moveTo>
                    <a:pt x="3709" y="1"/>
                  </a:moveTo>
                  <a:lnTo>
                    <a:pt x="3709" y="1036"/>
                  </a:lnTo>
                  <a:cubicBezTo>
                    <a:pt x="3709" y="1326"/>
                    <a:pt x="3517" y="1580"/>
                    <a:pt x="3239" y="1663"/>
                  </a:cubicBezTo>
                  <a:lnTo>
                    <a:pt x="942" y="2337"/>
                  </a:lnTo>
                  <a:cubicBezTo>
                    <a:pt x="385" y="2503"/>
                    <a:pt x="1" y="3014"/>
                    <a:pt x="1" y="3593"/>
                  </a:cubicBezTo>
                  <a:lnTo>
                    <a:pt x="1" y="6321"/>
                  </a:lnTo>
                  <a:lnTo>
                    <a:pt x="10464" y="6321"/>
                  </a:lnTo>
                  <a:lnTo>
                    <a:pt x="10464" y="3593"/>
                  </a:lnTo>
                  <a:cubicBezTo>
                    <a:pt x="10464" y="3014"/>
                    <a:pt x="10084" y="2503"/>
                    <a:pt x="9526" y="2337"/>
                  </a:cubicBezTo>
                  <a:lnTo>
                    <a:pt x="7230" y="1663"/>
                  </a:lnTo>
                  <a:cubicBezTo>
                    <a:pt x="6951" y="1580"/>
                    <a:pt x="6759" y="1326"/>
                    <a:pt x="6759" y="1036"/>
                  </a:cubicBezTo>
                  <a:lnTo>
                    <a:pt x="675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88"/>
            <p:cNvSpPr/>
            <p:nvPr/>
          </p:nvSpPr>
          <p:spPr>
            <a:xfrm>
              <a:off x="6711418" y="2668755"/>
              <a:ext cx="274235" cy="122147"/>
            </a:xfrm>
            <a:custGeom>
              <a:rect b="b" l="l" r="r" t="t"/>
              <a:pathLst>
                <a:path extrusionOk="0" h="4659" w="10460">
                  <a:moveTo>
                    <a:pt x="3235" y="1"/>
                  </a:moveTo>
                  <a:lnTo>
                    <a:pt x="938" y="675"/>
                  </a:lnTo>
                  <a:cubicBezTo>
                    <a:pt x="381" y="841"/>
                    <a:pt x="0" y="1352"/>
                    <a:pt x="0" y="1931"/>
                  </a:cubicBezTo>
                  <a:lnTo>
                    <a:pt x="0" y="4659"/>
                  </a:lnTo>
                  <a:lnTo>
                    <a:pt x="10460" y="4659"/>
                  </a:lnTo>
                  <a:lnTo>
                    <a:pt x="10460" y="1931"/>
                  </a:lnTo>
                  <a:cubicBezTo>
                    <a:pt x="10460" y="1352"/>
                    <a:pt x="10080" y="841"/>
                    <a:pt x="9522" y="675"/>
                  </a:cubicBezTo>
                  <a:lnTo>
                    <a:pt x="7226" y="1"/>
                  </a:lnTo>
                  <a:lnTo>
                    <a:pt x="7226" y="1"/>
                  </a:lnTo>
                  <a:cubicBezTo>
                    <a:pt x="7284" y="30"/>
                    <a:pt x="7345" y="59"/>
                    <a:pt x="7410" y="81"/>
                  </a:cubicBezTo>
                  <a:lnTo>
                    <a:pt x="5230" y="736"/>
                  </a:lnTo>
                  <a:lnTo>
                    <a:pt x="3050" y="81"/>
                  </a:lnTo>
                  <a:cubicBezTo>
                    <a:pt x="3115" y="59"/>
                    <a:pt x="3177" y="30"/>
                    <a:pt x="3235"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88"/>
            <p:cNvSpPr/>
            <p:nvPr/>
          </p:nvSpPr>
          <p:spPr>
            <a:xfrm>
              <a:off x="6779977" y="2673527"/>
              <a:ext cx="137144" cy="117376"/>
            </a:xfrm>
            <a:custGeom>
              <a:rect b="b" l="l" r="r" t="t"/>
              <a:pathLst>
                <a:path extrusionOk="0" h="4477" w="5231">
                  <a:moveTo>
                    <a:pt x="772" y="0"/>
                  </a:moveTo>
                  <a:lnTo>
                    <a:pt x="511" y="261"/>
                  </a:lnTo>
                  <a:cubicBezTo>
                    <a:pt x="185" y="587"/>
                    <a:pt x="0" y="1029"/>
                    <a:pt x="4" y="1492"/>
                  </a:cubicBezTo>
                  <a:lnTo>
                    <a:pt x="4" y="4477"/>
                  </a:lnTo>
                  <a:lnTo>
                    <a:pt x="5230" y="4477"/>
                  </a:lnTo>
                  <a:lnTo>
                    <a:pt x="5230" y="1492"/>
                  </a:lnTo>
                  <a:cubicBezTo>
                    <a:pt x="5230" y="1029"/>
                    <a:pt x="5045" y="587"/>
                    <a:pt x="4719" y="261"/>
                  </a:cubicBezTo>
                  <a:lnTo>
                    <a:pt x="4459" y="0"/>
                  </a:lnTo>
                  <a:lnTo>
                    <a:pt x="2615" y="333"/>
                  </a:lnTo>
                  <a:lnTo>
                    <a:pt x="772"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88"/>
            <p:cNvSpPr/>
            <p:nvPr/>
          </p:nvSpPr>
          <p:spPr>
            <a:xfrm>
              <a:off x="6784434" y="2673527"/>
              <a:ext cx="128780" cy="49630"/>
            </a:xfrm>
            <a:custGeom>
              <a:rect b="b" l="l" r="r" t="t"/>
              <a:pathLst>
                <a:path extrusionOk="0" h="1893" w="4912">
                  <a:moveTo>
                    <a:pt x="602" y="0"/>
                  </a:moveTo>
                  <a:lnTo>
                    <a:pt x="341" y="261"/>
                  </a:lnTo>
                  <a:cubicBezTo>
                    <a:pt x="200" y="402"/>
                    <a:pt x="84" y="569"/>
                    <a:pt x="0" y="750"/>
                  </a:cubicBezTo>
                  <a:lnTo>
                    <a:pt x="739" y="1594"/>
                  </a:lnTo>
                  <a:cubicBezTo>
                    <a:pt x="913" y="1792"/>
                    <a:pt x="1155" y="1893"/>
                    <a:pt x="1397" y="1893"/>
                  </a:cubicBezTo>
                  <a:cubicBezTo>
                    <a:pt x="1619" y="1893"/>
                    <a:pt x="1841" y="1808"/>
                    <a:pt x="2011" y="1637"/>
                  </a:cubicBezTo>
                  <a:lnTo>
                    <a:pt x="2474" y="1174"/>
                  </a:lnTo>
                  <a:lnTo>
                    <a:pt x="2938" y="1637"/>
                  </a:lnTo>
                  <a:cubicBezTo>
                    <a:pt x="3107" y="1808"/>
                    <a:pt x="3330" y="1893"/>
                    <a:pt x="3552" y="1893"/>
                  </a:cubicBezTo>
                  <a:cubicBezTo>
                    <a:pt x="3795" y="1893"/>
                    <a:pt x="4037" y="1792"/>
                    <a:pt x="4209" y="1594"/>
                  </a:cubicBezTo>
                  <a:lnTo>
                    <a:pt x="4912" y="793"/>
                  </a:lnTo>
                  <a:cubicBezTo>
                    <a:pt x="4825" y="594"/>
                    <a:pt x="4701" y="413"/>
                    <a:pt x="4549" y="261"/>
                  </a:cubicBezTo>
                  <a:lnTo>
                    <a:pt x="4289" y="0"/>
                  </a:lnTo>
                  <a:lnTo>
                    <a:pt x="2445" y="333"/>
                  </a:lnTo>
                  <a:lnTo>
                    <a:pt x="60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88"/>
            <p:cNvSpPr/>
            <p:nvPr/>
          </p:nvSpPr>
          <p:spPr>
            <a:xfrm>
              <a:off x="6831442" y="2710834"/>
              <a:ext cx="34292" cy="80068"/>
            </a:xfrm>
            <a:custGeom>
              <a:rect b="b" l="l" r="r" t="t"/>
              <a:pathLst>
                <a:path extrusionOk="0" h="3054" w="1308">
                  <a:moveTo>
                    <a:pt x="337" y="0"/>
                  </a:moveTo>
                  <a:lnTo>
                    <a:pt x="0" y="3054"/>
                  </a:lnTo>
                  <a:lnTo>
                    <a:pt x="1308" y="3054"/>
                  </a:lnTo>
                  <a:lnTo>
                    <a:pt x="96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88"/>
            <p:cNvSpPr/>
            <p:nvPr/>
          </p:nvSpPr>
          <p:spPr>
            <a:xfrm>
              <a:off x="6825648" y="2682257"/>
              <a:ext cx="45776" cy="34292"/>
            </a:xfrm>
            <a:custGeom>
              <a:rect b="b" l="l" r="r" t="t"/>
              <a:pathLst>
                <a:path extrusionOk="0" h="1308" w="1746">
                  <a:moveTo>
                    <a:pt x="0" y="0"/>
                  </a:moveTo>
                  <a:lnTo>
                    <a:pt x="388" y="1159"/>
                  </a:lnTo>
                  <a:cubicBezTo>
                    <a:pt x="417" y="1250"/>
                    <a:pt x="500" y="1308"/>
                    <a:pt x="594" y="1308"/>
                  </a:cubicBezTo>
                  <a:lnTo>
                    <a:pt x="1152" y="1308"/>
                  </a:lnTo>
                  <a:cubicBezTo>
                    <a:pt x="1155" y="1308"/>
                    <a:pt x="1157" y="1308"/>
                    <a:pt x="1160" y="1308"/>
                  </a:cubicBezTo>
                  <a:cubicBezTo>
                    <a:pt x="1251" y="1308"/>
                    <a:pt x="1330" y="1247"/>
                    <a:pt x="1358" y="1159"/>
                  </a:cubicBezTo>
                  <a:lnTo>
                    <a:pt x="174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88"/>
            <p:cNvSpPr/>
            <p:nvPr/>
          </p:nvSpPr>
          <p:spPr>
            <a:xfrm>
              <a:off x="6808554" y="2625182"/>
              <a:ext cx="79963" cy="28551"/>
            </a:xfrm>
            <a:custGeom>
              <a:rect b="b" l="l" r="r" t="t"/>
              <a:pathLst>
                <a:path extrusionOk="0" h="1089" w="3050">
                  <a:moveTo>
                    <a:pt x="0" y="1"/>
                  </a:moveTo>
                  <a:lnTo>
                    <a:pt x="0" y="703"/>
                  </a:lnTo>
                  <a:cubicBezTo>
                    <a:pt x="475" y="960"/>
                    <a:pt x="999" y="1089"/>
                    <a:pt x="1524" y="1089"/>
                  </a:cubicBezTo>
                  <a:cubicBezTo>
                    <a:pt x="2048" y="1089"/>
                    <a:pt x="2574" y="960"/>
                    <a:pt x="3050" y="703"/>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88"/>
            <p:cNvSpPr/>
            <p:nvPr/>
          </p:nvSpPr>
          <p:spPr>
            <a:xfrm>
              <a:off x="6728879" y="2465203"/>
              <a:ext cx="62503" cy="142833"/>
            </a:xfrm>
            <a:custGeom>
              <a:rect b="b" l="l" r="r" t="t"/>
              <a:pathLst>
                <a:path extrusionOk="0" h="5448" w="2384">
                  <a:moveTo>
                    <a:pt x="2384" y="0"/>
                  </a:moveTo>
                  <a:cubicBezTo>
                    <a:pt x="754" y="543"/>
                    <a:pt x="178" y="2437"/>
                    <a:pt x="30" y="3064"/>
                  </a:cubicBezTo>
                  <a:cubicBezTo>
                    <a:pt x="1" y="3191"/>
                    <a:pt x="30" y="3321"/>
                    <a:pt x="106" y="3426"/>
                  </a:cubicBezTo>
                  <a:lnTo>
                    <a:pt x="591" y="4071"/>
                  </a:lnTo>
                  <a:cubicBezTo>
                    <a:pt x="627" y="4118"/>
                    <a:pt x="642" y="4179"/>
                    <a:pt x="631" y="4237"/>
                  </a:cubicBezTo>
                  <a:cubicBezTo>
                    <a:pt x="613" y="4313"/>
                    <a:pt x="591" y="4390"/>
                    <a:pt x="566" y="4462"/>
                  </a:cubicBezTo>
                  <a:cubicBezTo>
                    <a:pt x="490" y="4672"/>
                    <a:pt x="588" y="4900"/>
                    <a:pt x="787" y="4998"/>
                  </a:cubicBezTo>
                  <a:cubicBezTo>
                    <a:pt x="1286" y="5244"/>
                    <a:pt x="1830" y="5396"/>
                    <a:pt x="2384" y="5447"/>
                  </a:cubicBezTo>
                  <a:lnTo>
                    <a:pt x="238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88"/>
            <p:cNvSpPr/>
            <p:nvPr/>
          </p:nvSpPr>
          <p:spPr>
            <a:xfrm>
              <a:off x="6905690" y="2465203"/>
              <a:ext cx="62503" cy="142833"/>
            </a:xfrm>
            <a:custGeom>
              <a:rect b="b" l="l" r="r" t="t"/>
              <a:pathLst>
                <a:path extrusionOk="0" h="5448" w="2384">
                  <a:moveTo>
                    <a:pt x="0" y="0"/>
                  </a:moveTo>
                  <a:lnTo>
                    <a:pt x="0" y="5447"/>
                  </a:lnTo>
                  <a:cubicBezTo>
                    <a:pt x="555" y="5396"/>
                    <a:pt x="1098" y="5244"/>
                    <a:pt x="1598" y="4998"/>
                  </a:cubicBezTo>
                  <a:cubicBezTo>
                    <a:pt x="1797" y="4900"/>
                    <a:pt x="1895" y="4672"/>
                    <a:pt x="1819" y="4462"/>
                  </a:cubicBezTo>
                  <a:cubicBezTo>
                    <a:pt x="1793" y="4390"/>
                    <a:pt x="1771" y="4313"/>
                    <a:pt x="1753" y="4237"/>
                  </a:cubicBezTo>
                  <a:cubicBezTo>
                    <a:pt x="1742" y="4179"/>
                    <a:pt x="1757" y="4118"/>
                    <a:pt x="1793" y="4071"/>
                  </a:cubicBezTo>
                  <a:lnTo>
                    <a:pt x="2278" y="3426"/>
                  </a:lnTo>
                  <a:cubicBezTo>
                    <a:pt x="2355" y="3321"/>
                    <a:pt x="2384" y="3191"/>
                    <a:pt x="2355" y="3064"/>
                  </a:cubicBezTo>
                  <a:cubicBezTo>
                    <a:pt x="2206" y="2437"/>
                    <a:pt x="1630" y="543"/>
                    <a:pt x="0"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88"/>
            <p:cNvSpPr/>
            <p:nvPr/>
          </p:nvSpPr>
          <p:spPr>
            <a:xfrm>
              <a:off x="6750246" y="2436573"/>
              <a:ext cx="196579" cy="200118"/>
            </a:xfrm>
            <a:custGeom>
              <a:rect b="b" l="l" r="r" t="t"/>
              <a:pathLst>
                <a:path extrusionOk="0" h="7633" w="7498">
                  <a:moveTo>
                    <a:pt x="3749" y="0"/>
                  </a:moveTo>
                  <a:cubicBezTo>
                    <a:pt x="3645" y="0"/>
                    <a:pt x="3541" y="6"/>
                    <a:pt x="3438" y="16"/>
                  </a:cubicBezTo>
                  <a:cubicBezTo>
                    <a:pt x="1761" y="176"/>
                    <a:pt x="479" y="1585"/>
                    <a:pt x="479" y="3269"/>
                  </a:cubicBezTo>
                  <a:lnTo>
                    <a:pt x="479" y="3935"/>
                  </a:lnTo>
                  <a:cubicBezTo>
                    <a:pt x="196" y="3982"/>
                    <a:pt x="1" y="4239"/>
                    <a:pt x="30" y="4525"/>
                  </a:cubicBezTo>
                  <a:cubicBezTo>
                    <a:pt x="58" y="4805"/>
                    <a:pt x="290" y="5015"/>
                    <a:pt x="570" y="5015"/>
                  </a:cubicBezTo>
                  <a:cubicBezTo>
                    <a:pt x="577" y="5015"/>
                    <a:pt x="584" y="5015"/>
                    <a:pt x="591" y="5014"/>
                  </a:cubicBezTo>
                  <a:lnTo>
                    <a:pt x="928" y="5014"/>
                  </a:lnTo>
                  <a:cubicBezTo>
                    <a:pt x="1036" y="6488"/>
                    <a:pt x="2268" y="7633"/>
                    <a:pt x="3749" y="7633"/>
                  </a:cubicBezTo>
                  <a:cubicBezTo>
                    <a:pt x="5230" y="7633"/>
                    <a:pt x="6462" y="6488"/>
                    <a:pt x="6570" y="5014"/>
                  </a:cubicBezTo>
                  <a:lnTo>
                    <a:pt x="6911" y="5014"/>
                  </a:lnTo>
                  <a:cubicBezTo>
                    <a:pt x="6918" y="5015"/>
                    <a:pt x="6925" y="5015"/>
                    <a:pt x="6932" y="5015"/>
                  </a:cubicBezTo>
                  <a:cubicBezTo>
                    <a:pt x="7209" y="5015"/>
                    <a:pt x="7440" y="4805"/>
                    <a:pt x="7469" y="4525"/>
                  </a:cubicBezTo>
                  <a:cubicBezTo>
                    <a:pt x="7498" y="4239"/>
                    <a:pt x="7302" y="3982"/>
                    <a:pt x="7020" y="3935"/>
                  </a:cubicBezTo>
                  <a:lnTo>
                    <a:pt x="7020" y="3269"/>
                  </a:lnTo>
                  <a:cubicBezTo>
                    <a:pt x="7020" y="1585"/>
                    <a:pt x="5737" y="176"/>
                    <a:pt x="4061" y="16"/>
                  </a:cubicBezTo>
                  <a:cubicBezTo>
                    <a:pt x="3957" y="6"/>
                    <a:pt x="3853" y="0"/>
                    <a:pt x="374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88"/>
            <p:cNvSpPr/>
            <p:nvPr/>
          </p:nvSpPr>
          <p:spPr>
            <a:xfrm>
              <a:off x="6797071" y="2533735"/>
              <a:ext cx="40087" cy="14184"/>
            </a:xfrm>
            <a:custGeom>
              <a:rect b="b" l="l" r="r" t="t"/>
              <a:pathLst>
                <a:path extrusionOk="0" h="541" w="1529">
                  <a:moveTo>
                    <a:pt x="0" y="1"/>
                  </a:moveTo>
                  <a:lnTo>
                    <a:pt x="0" y="541"/>
                  </a:lnTo>
                  <a:lnTo>
                    <a:pt x="1529" y="541"/>
                  </a:lnTo>
                  <a:lnTo>
                    <a:pt x="152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88"/>
            <p:cNvSpPr/>
            <p:nvPr/>
          </p:nvSpPr>
          <p:spPr>
            <a:xfrm>
              <a:off x="6859914" y="2533735"/>
              <a:ext cx="40113" cy="14184"/>
            </a:xfrm>
            <a:custGeom>
              <a:rect b="b" l="l" r="r" t="t"/>
              <a:pathLst>
                <a:path extrusionOk="0" h="541" w="1530">
                  <a:moveTo>
                    <a:pt x="1" y="1"/>
                  </a:moveTo>
                  <a:lnTo>
                    <a:pt x="1" y="541"/>
                  </a:lnTo>
                  <a:lnTo>
                    <a:pt x="1529" y="541"/>
                  </a:lnTo>
                  <a:lnTo>
                    <a:pt x="152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88"/>
            <p:cNvSpPr/>
            <p:nvPr/>
          </p:nvSpPr>
          <p:spPr>
            <a:xfrm>
              <a:off x="6789651" y="2657954"/>
              <a:ext cx="58911" cy="50285"/>
            </a:xfrm>
            <a:custGeom>
              <a:rect b="b" l="l" r="r" t="t"/>
              <a:pathLst>
                <a:path extrusionOk="0" h="1918" w="2247">
                  <a:moveTo>
                    <a:pt x="577" y="0"/>
                  </a:moveTo>
                  <a:lnTo>
                    <a:pt x="1" y="695"/>
                  </a:lnTo>
                  <a:lnTo>
                    <a:pt x="1004" y="1844"/>
                  </a:lnTo>
                  <a:cubicBezTo>
                    <a:pt x="1047" y="1893"/>
                    <a:pt x="1107" y="1917"/>
                    <a:pt x="1167" y="1917"/>
                  </a:cubicBezTo>
                  <a:cubicBezTo>
                    <a:pt x="1222" y="1917"/>
                    <a:pt x="1277" y="1896"/>
                    <a:pt x="1319" y="1854"/>
                  </a:cubicBezTo>
                  <a:lnTo>
                    <a:pt x="2246" y="927"/>
                  </a:lnTo>
                  <a:lnTo>
                    <a:pt x="5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88"/>
            <p:cNvSpPr/>
            <p:nvPr/>
          </p:nvSpPr>
          <p:spPr>
            <a:xfrm>
              <a:off x="6848536" y="2657954"/>
              <a:ext cx="58885" cy="50233"/>
            </a:xfrm>
            <a:custGeom>
              <a:rect b="b" l="l" r="r" t="t"/>
              <a:pathLst>
                <a:path extrusionOk="0" h="1916" w="2246">
                  <a:moveTo>
                    <a:pt x="1673" y="0"/>
                  </a:moveTo>
                  <a:lnTo>
                    <a:pt x="0" y="927"/>
                  </a:lnTo>
                  <a:lnTo>
                    <a:pt x="927" y="1851"/>
                  </a:lnTo>
                  <a:cubicBezTo>
                    <a:pt x="969" y="1894"/>
                    <a:pt x="1024" y="1915"/>
                    <a:pt x="1079" y="1915"/>
                  </a:cubicBezTo>
                  <a:cubicBezTo>
                    <a:pt x="1139" y="1915"/>
                    <a:pt x="1199" y="1891"/>
                    <a:pt x="1242" y="1844"/>
                  </a:cubicBezTo>
                  <a:lnTo>
                    <a:pt x="2246" y="695"/>
                  </a:lnTo>
                  <a:lnTo>
                    <a:pt x="16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88"/>
            <p:cNvSpPr/>
            <p:nvPr/>
          </p:nvSpPr>
          <p:spPr>
            <a:xfrm>
              <a:off x="6740467" y="2642276"/>
              <a:ext cx="68113" cy="148627"/>
            </a:xfrm>
            <a:custGeom>
              <a:rect b="b" l="l" r="r" t="t"/>
              <a:pathLst>
                <a:path extrusionOk="0" h="5669" w="2598">
                  <a:moveTo>
                    <a:pt x="2597" y="1"/>
                  </a:moveTo>
                  <a:cubicBezTo>
                    <a:pt x="2597" y="1"/>
                    <a:pt x="1000" y="399"/>
                    <a:pt x="482" y="1960"/>
                  </a:cubicBezTo>
                  <a:cubicBezTo>
                    <a:pt x="435" y="2090"/>
                    <a:pt x="453" y="2235"/>
                    <a:pt x="529" y="2347"/>
                  </a:cubicBezTo>
                  <a:lnTo>
                    <a:pt x="852" y="2833"/>
                  </a:lnTo>
                  <a:lnTo>
                    <a:pt x="149" y="3535"/>
                  </a:lnTo>
                  <a:cubicBezTo>
                    <a:pt x="44" y="3640"/>
                    <a:pt x="1" y="3792"/>
                    <a:pt x="33" y="3937"/>
                  </a:cubicBezTo>
                  <a:lnTo>
                    <a:pt x="417" y="5669"/>
                  </a:lnTo>
                  <a:lnTo>
                    <a:pt x="1511" y="5669"/>
                  </a:lnTo>
                  <a:lnTo>
                    <a:pt x="1511" y="2684"/>
                  </a:lnTo>
                  <a:cubicBezTo>
                    <a:pt x="1507" y="2221"/>
                    <a:pt x="1692" y="1779"/>
                    <a:pt x="2018" y="1449"/>
                  </a:cubicBezTo>
                  <a:lnTo>
                    <a:pt x="2279" y="1192"/>
                  </a:lnTo>
                  <a:cubicBezTo>
                    <a:pt x="2482" y="986"/>
                    <a:pt x="2597" y="710"/>
                    <a:pt x="2597" y="421"/>
                  </a:cubicBezTo>
                  <a:lnTo>
                    <a:pt x="259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88"/>
            <p:cNvSpPr/>
            <p:nvPr/>
          </p:nvSpPr>
          <p:spPr>
            <a:xfrm>
              <a:off x="6888491" y="2642276"/>
              <a:ext cx="68113" cy="148627"/>
            </a:xfrm>
            <a:custGeom>
              <a:rect b="b" l="l" r="r" t="t"/>
              <a:pathLst>
                <a:path extrusionOk="0" h="5669" w="2598">
                  <a:moveTo>
                    <a:pt x="1" y="1"/>
                  </a:moveTo>
                  <a:lnTo>
                    <a:pt x="1" y="421"/>
                  </a:lnTo>
                  <a:cubicBezTo>
                    <a:pt x="1" y="710"/>
                    <a:pt x="117" y="986"/>
                    <a:pt x="320" y="1192"/>
                  </a:cubicBezTo>
                  <a:lnTo>
                    <a:pt x="580" y="1449"/>
                  </a:lnTo>
                  <a:cubicBezTo>
                    <a:pt x="906" y="1779"/>
                    <a:pt x="1091" y="2221"/>
                    <a:pt x="1091" y="2684"/>
                  </a:cubicBezTo>
                  <a:lnTo>
                    <a:pt x="1091" y="5665"/>
                  </a:lnTo>
                  <a:lnTo>
                    <a:pt x="2181" y="5669"/>
                  </a:lnTo>
                  <a:lnTo>
                    <a:pt x="2565" y="3937"/>
                  </a:lnTo>
                  <a:cubicBezTo>
                    <a:pt x="2598" y="3792"/>
                    <a:pt x="2554" y="3640"/>
                    <a:pt x="2449" y="3535"/>
                  </a:cubicBezTo>
                  <a:lnTo>
                    <a:pt x="1747" y="2833"/>
                  </a:lnTo>
                  <a:lnTo>
                    <a:pt x="2069" y="2347"/>
                  </a:lnTo>
                  <a:cubicBezTo>
                    <a:pt x="2145" y="2235"/>
                    <a:pt x="2163" y="2090"/>
                    <a:pt x="2116" y="1960"/>
                  </a:cubicBezTo>
                  <a:cubicBezTo>
                    <a:pt x="1598" y="399"/>
                    <a:pt x="1" y="1"/>
                    <a:pt x="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88"/>
            <p:cNvSpPr/>
            <p:nvPr/>
          </p:nvSpPr>
          <p:spPr>
            <a:xfrm>
              <a:off x="6751400" y="2436599"/>
              <a:ext cx="111687" cy="199987"/>
            </a:xfrm>
            <a:custGeom>
              <a:rect b="b" l="l" r="r" t="t"/>
              <a:pathLst>
                <a:path extrusionOk="0" h="7628" w="4260">
                  <a:moveTo>
                    <a:pt x="3686" y="1"/>
                  </a:moveTo>
                  <a:cubicBezTo>
                    <a:pt x="3588" y="1"/>
                    <a:pt x="3490" y="6"/>
                    <a:pt x="3394" y="15"/>
                  </a:cubicBezTo>
                  <a:cubicBezTo>
                    <a:pt x="1717" y="178"/>
                    <a:pt x="438" y="1584"/>
                    <a:pt x="435" y="3268"/>
                  </a:cubicBezTo>
                  <a:lnTo>
                    <a:pt x="435" y="3923"/>
                  </a:lnTo>
                  <a:lnTo>
                    <a:pt x="547" y="3923"/>
                  </a:lnTo>
                  <a:cubicBezTo>
                    <a:pt x="243" y="3923"/>
                    <a:pt x="0" y="4166"/>
                    <a:pt x="0" y="4466"/>
                  </a:cubicBezTo>
                  <a:cubicBezTo>
                    <a:pt x="0" y="4767"/>
                    <a:pt x="243" y="5010"/>
                    <a:pt x="547" y="5010"/>
                  </a:cubicBezTo>
                  <a:lnTo>
                    <a:pt x="884" y="5010"/>
                  </a:lnTo>
                  <a:cubicBezTo>
                    <a:pt x="1000" y="6513"/>
                    <a:pt x="2258" y="7627"/>
                    <a:pt x="3703" y="7627"/>
                  </a:cubicBezTo>
                  <a:cubicBezTo>
                    <a:pt x="3884" y="7627"/>
                    <a:pt x="4067" y="7610"/>
                    <a:pt x="4252" y="7574"/>
                  </a:cubicBezTo>
                  <a:cubicBezTo>
                    <a:pt x="2923" y="7313"/>
                    <a:pt x="1963" y="6151"/>
                    <a:pt x="1963" y="4796"/>
                  </a:cubicBezTo>
                  <a:lnTo>
                    <a:pt x="1963" y="2833"/>
                  </a:lnTo>
                  <a:cubicBezTo>
                    <a:pt x="1963" y="1475"/>
                    <a:pt x="2926" y="312"/>
                    <a:pt x="4259" y="55"/>
                  </a:cubicBezTo>
                  <a:cubicBezTo>
                    <a:pt x="4070" y="19"/>
                    <a:pt x="3877" y="1"/>
                    <a:pt x="368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88"/>
            <p:cNvSpPr/>
            <p:nvPr/>
          </p:nvSpPr>
          <p:spPr>
            <a:xfrm>
              <a:off x="6831442" y="2613698"/>
              <a:ext cx="34292" cy="34292"/>
            </a:xfrm>
            <a:custGeom>
              <a:rect b="b" l="l" r="r" t="t"/>
              <a:pathLst>
                <a:path extrusionOk="0" h="1308" w="1308">
                  <a:moveTo>
                    <a:pt x="218" y="0"/>
                  </a:moveTo>
                  <a:cubicBezTo>
                    <a:pt x="94" y="0"/>
                    <a:pt x="0" y="98"/>
                    <a:pt x="0" y="218"/>
                  </a:cubicBezTo>
                  <a:lnTo>
                    <a:pt x="0" y="656"/>
                  </a:lnTo>
                  <a:cubicBezTo>
                    <a:pt x="0" y="1014"/>
                    <a:pt x="290" y="1308"/>
                    <a:pt x="652" y="1308"/>
                  </a:cubicBezTo>
                  <a:cubicBezTo>
                    <a:pt x="1014" y="1308"/>
                    <a:pt x="1308" y="1014"/>
                    <a:pt x="1308" y="656"/>
                  </a:cubicBezTo>
                  <a:lnTo>
                    <a:pt x="1308" y="218"/>
                  </a:lnTo>
                  <a:cubicBezTo>
                    <a:pt x="1308" y="98"/>
                    <a:pt x="1210" y="0"/>
                    <a:pt x="108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88"/>
            <p:cNvSpPr/>
            <p:nvPr/>
          </p:nvSpPr>
          <p:spPr>
            <a:xfrm>
              <a:off x="6774655" y="2734089"/>
              <a:ext cx="10749" cy="62162"/>
            </a:xfrm>
            <a:custGeom>
              <a:rect b="b" l="l" r="r" t="t"/>
              <a:pathLst>
                <a:path extrusionOk="0" h="2371" w="410">
                  <a:moveTo>
                    <a:pt x="207" y="1"/>
                  </a:moveTo>
                  <a:cubicBezTo>
                    <a:pt x="91" y="1"/>
                    <a:pt x="0" y="91"/>
                    <a:pt x="0" y="204"/>
                  </a:cubicBezTo>
                  <a:lnTo>
                    <a:pt x="0" y="2167"/>
                  </a:lnTo>
                  <a:cubicBezTo>
                    <a:pt x="0" y="2302"/>
                    <a:pt x="103" y="2370"/>
                    <a:pt x="205" y="2370"/>
                  </a:cubicBezTo>
                  <a:cubicBezTo>
                    <a:pt x="307" y="2370"/>
                    <a:pt x="410" y="2302"/>
                    <a:pt x="410" y="2167"/>
                  </a:cubicBezTo>
                  <a:lnTo>
                    <a:pt x="410" y="207"/>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88"/>
            <p:cNvSpPr/>
            <p:nvPr/>
          </p:nvSpPr>
          <p:spPr>
            <a:xfrm>
              <a:off x="6911772" y="2734089"/>
              <a:ext cx="10749" cy="62162"/>
            </a:xfrm>
            <a:custGeom>
              <a:rect b="b" l="l" r="r" t="t"/>
              <a:pathLst>
                <a:path extrusionOk="0" h="2371" w="410">
                  <a:moveTo>
                    <a:pt x="203" y="1"/>
                  </a:moveTo>
                  <a:cubicBezTo>
                    <a:pt x="91" y="1"/>
                    <a:pt x="0" y="91"/>
                    <a:pt x="0" y="204"/>
                  </a:cubicBezTo>
                  <a:lnTo>
                    <a:pt x="0" y="2167"/>
                  </a:lnTo>
                  <a:cubicBezTo>
                    <a:pt x="0" y="2302"/>
                    <a:pt x="103" y="2370"/>
                    <a:pt x="205" y="2370"/>
                  </a:cubicBezTo>
                  <a:cubicBezTo>
                    <a:pt x="307" y="2370"/>
                    <a:pt x="409" y="2302"/>
                    <a:pt x="409" y="2167"/>
                  </a:cubicBezTo>
                  <a:lnTo>
                    <a:pt x="409" y="207"/>
                  </a:lnTo>
                  <a:cubicBezTo>
                    <a:pt x="409" y="91"/>
                    <a:pt x="319"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88"/>
            <p:cNvSpPr/>
            <p:nvPr/>
          </p:nvSpPr>
          <p:spPr>
            <a:xfrm>
              <a:off x="6705912" y="2431225"/>
              <a:ext cx="285063" cy="365026"/>
            </a:xfrm>
            <a:custGeom>
              <a:rect b="b" l="l" r="r" t="t"/>
              <a:pathLst>
                <a:path extrusionOk="0" h="13923" w="10873">
                  <a:moveTo>
                    <a:pt x="4240" y="4548"/>
                  </a:moveTo>
                  <a:lnTo>
                    <a:pt x="4240" y="4548"/>
                  </a:lnTo>
                  <a:cubicBezTo>
                    <a:pt x="4239" y="4548"/>
                    <a:pt x="4238" y="4548"/>
                    <a:pt x="4238" y="4548"/>
                  </a:cubicBezTo>
                  <a:lnTo>
                    <a:pt x="4241" y="4548"/>
                  </a:lnTo>
                  <a:cubicBezTo>
                    <a:pt x="4241" y="4548"/>
                    <a:pt x="4240" y="4548"/>
                    <a:pt x="4240" y="4548"/>
                  </a:cubicBezTo>
                  <a:close/>
                  <a:moveTo>
                    <a:pt x="4799" y="4114"/>
                  </a:moveTo>
                  <a:lnTo>
                    <a:pt x="4799" y="4563"/>
                  </a:lnTo>
                  <a:cubicBezTo>
                    <a:pt x="4799" y="4690"/>
                    <a:pt x="4694" y="4795"/>
                    <a:pt x="4567" y="4795"/>
                  </a:cubicBezTo>
                  <a:lnTo>
                    <a:pt x="3915" y="4795"/>
                  </a:lnTo>
                  <a:cubicBezTo>
                    <a:pt x="3785" y="4795"/>
                    <a:pt x="3684" y="4690"/>
                    <a:pt x="3684" y="4563"/>
                  </a:cubicBezTo>
                  <a:lnTo>
                    <a:pt x="3684" y="4114"/>
                  </a:lnTo>
                  <a:lnTo>
                    <a:pt x="4039" y="4114"/>
                  </a:lnTo>
                  <a:lnTo>
                    <a:pt x="4039" y="4128"/>
                  </a:lnTo>
                  <a:lnTo>
                    <a:pt x="4039" y="4346"/>
                  </a:lnTo>
                  <a:cubicBezTo>
                    <a:pt x="4039" y="4457"/>
                    <a:pt x="4128" y="4547"/>
                    <a:pt x="4240" y="4548"/>
                  </a:cubicBezTo>
                  <a:lnTo>
                    <a:pt x="4240" y="4548"/>
                  </a:lnTo>
                  <a:cubicBezTo>
                    <a:pt x="4351" y="4547"/>
                    <a:pt x="4444" y="4457"/>
                    <a:pt x="4444" y="4346"/>
                  </a:cubicBezTo>
                  <a:lnTo>
                    <a:pt x="4444" y="4128"/>
                  </a:lnTo>
                  <a:lnTo>
                    <a:pt x="4444" y="4114"/>
                  </a:lnTo>
                  <a:close/>
                  <a:moveTo>
                    <a:pt x="7197" y="4114"/>
                  </a:moveTo>
                  <a:lnTo>
                    <a:pt x="7197" y="4563"/>
                  </a:lnTo>
                  <a:cubicBezTo>
                    <a:pt x="7197" y="4690"/>
                    <a:pt x="7095" y="4795"/>
                    <a:pt x="6965" y="4795"/>
                  </a:cubicBezTo>
                  <a:lnTo>
                    <a:pt x="6313" y="4795"/>
                  </a:lnTo>
                  <a:cubicBezTo>
                    <a:pt x="6186" y="4795"/>
                    <a:pt x="6081" y="4690"/>
                    <a:pt x="6081" y="4563"/>
                  </a:cubicBezTo>
                  <a:lnTo>
                    <a:pt x="6081" y="4114"/>
                  </a:lnTo>
                  <a:lnTo>
                    <a:pt x="6436" y="4114"/>
                  </a:lnTo>
                  <a:lnTo>
                    <a:pt x="6436" y="4128"/>
                  </a:lnTo>
                  <a:lnTo>
                    <a:pt x="6436" y="4346"/>
                  </a:lnTo>
                  <a:cubicBezTo>
                    <a:pt x="6436" y="4458"/>
                    <a:pt x="6527" y="4548"/>
                    <a:pt x="6639" y="4548"/>
                  </a:cubicBezTo>
                  <a:cubicBezTo>
                    <a:pt x="6751" y="4548"/>
                    <a:pt x="6842" y="4458"/>
                    <a:pt x="6842" y="4346"/>
                  </a:cubicBezTo>
                  <a:lnTo>
                    <a:pt x="6842" y="4128"/>
                  </a:lnTo>
                  <a:lnTo>
                    <a:pt x="6842" y="4114"/>
                  </a:lnTo>
                  <a:close/>
                  <a:moveTo>
                    <a:pt x="2362" y="1865"/>
                  </a:moveTo>
                  <a:cubicBezTo>
                    <a:pt x="2101" y="2361"/>
                    <a:pt x="1967" y="2911"/>
                    <a:pt x="1967" y="3473"/>
                  </a:cubicBezTo>
                  <a:lnTo>
                    <a:pt x="1967" y="4001"/>
                  </a:lnTo>
                  <a:cubicBezTo>
                    <a:pt x="1648" y="4146"/>
                    <a:pt x="1474" y="4494"/>
                    <a:pt x="1550" y="4838"/>
                  </a:cubicBezTo>
                  <a:cubicBezTo>
                    <a:pt x="1626" y="5179"/>
                    <a:pt x="1931" y="5421"/>
                    <a:pt x="2278" y="5421"/>
                  </a:cubicBezTo>
                  <a:lnTo>
                    <a:pt x="2434" y="5421"/>
                  </a:lnTo>
                  <a:cubicBezTo>
                    <a:pt x="2485" y="5798"/>
                    <a:pt x="2612" y="6164"/>
                    <a:pt x="2800" y="6497"/>
                  </a:cubicBezTo>
                  <a:cubicBezTo>
                    <a:pt x="2488" y="6439"/>
                    <a:pt x="2188" y="6341"/>
                    <a:pt x="1902" y="6207"/>
                  </a:cubicBezTo>
                  <a:lnTo>
                    <a:pt x="1898" y="6207"/>
                  </a:lnTo>
                  <a:cubicBezTo>
                    <a:pt x="1779" y="6149"/>
                    <a:pt x="1663" y="6088"/>
                    <a:pt x="1554" y="6019"/>
                  </a:cubicBezTo>
                  <a:cubicBezTo>
                    <a:pt x="1626" y="5852"/>
                    <a:pt x="1717" y="5606"/>
                    <a:pt x="1717" y="5436"/>
                  </a:cubicBezTo>
                  <a:cubicBezTo>
                    <a:pt x="1717" y="5389"/>
                    <a:pt x="1703" y="5345"/>
                    <a:pt x="1677" y="5313"/>
                  </a:cubicBezTo>
                  <a:lnTo>
                    <a:pt x="1080" y="4516"/>
                  </a:lnTo>
                  <a:cubicBezTo>
                    <a:pt x="1181" y="4049"/>
                    <a:pt x="1322" y="3592"/>
                    <a:pt x="1511" y="3150"/>
                  </a:cubicBezTo>
                  <a:cubicBezTo>
                    <a:pt x="1782" y="2517"/>
                    <a:pt x="2079" y="2115"/>
                    <a:pt x="2362" y="1865"/>
                  </a:cubicBezTo>
                  <a:close/>
                  <a:moveTo>
                    <a:pt x="5441" y="407"/>
                  </a:moveTo>
                  <a:cubicBezTo>
                    <a:pt x="7048" y="407"/>
                    <a:pt x="8390" y="1653"/>
                    <a:pt x="8497" y="3270"/>
                  </a:cubicBezTo>
                  <a:cubicBezTo>
                    <a:pt x="8505" y="3397"/>
                    <a:pt x="8602" y="3458"/>
                    <a:pt x="8700" y="3458"/>
                  </a:cubicBezTo>
                  <a:cubicBezTo>
                    <a:pt x="8807" y="3458"/>
                    <a:pt x="8916" y="3384"/>
                    <a:pt x="8906" y="3241"/>
                  </a:cubicBezTo>
                  <a:cubicBezTo>
                    <a:pt x="8874" y="2759"/>
                    <a:pt x="8743" y="2288"/>
                    <a:pt x="8519" y="1865"/>
                  </a:cubicBezTo>
                  <a:lnTo>
                    <a:pt x="8519" y="1865"/>
                  </a:lnTo>
                  <a:cubicBezTo>
                    <a:pt x="8903" y="2209"/>
                    <a:pt x="9185" y="2716"/>
                    <a:pt x="9373" y="3150"/>
                  </a:cubicBezTo>
                  <a:cubicBezTo>
                    <a:pt x="9558" y="3589"/>
                    <a:pt x="9699" y="4049"/>
                    <a:pt x="9801" y="4516"/>
                  </a:cubicBezTo>
                  <a:lnTo>
                    <a:pt x="9199" y="5313"/>
                  </a:lnTo>
                  <a:cubicBezTo>
                    <a:pt x="9174" y="5349"/>
                    <a:pt x="9160" y="5392"/>
                    <a:pt x="9160" y="5436"/>
                  </a:cubicBezTo>
                  <a:cubicBezTo>
                    <a:pt x="9160" y="5609"/>
                    <a:pt x="9250" y="5856"/>
                    <a:pt x="9323" y="6019"/>
                  </a:cubicBezTo>
                  <a:cubicBezTo>
                    <a:pt x="9214" y="6088"/>
                    <a:pt x="9098" y="6153"/>
                    <a:pt x="8979" y="6207"/>
                  </a:cubicBezTo>
                  <a:cubicBezTo>
                    <a:pt x="8692" y="6341"/>
                    <a:pt x="8392" y="6439"/>
                    <a:pt x="8080" y="6500"/>
                  </a:cubicBezTo>
                  <a:cubicBezTo>
                    <a:pt x="8269" y="6167"/>
                    <a:pt x="8392" y="5801"/>
                    <a:pt x="8446" y="5421"/>
                  </a:cubicBezTo>
                  <a:lnTo>
                    <a:pt x="8569" y="5421"/>
                  </a:lnTo>
                  <a:cubicBezTo>
                    <a:pt x="8968" y="5421"/>
                    <a:pt x="9308" y="5128"/>
                    <a:pt x="9344" y="4751"/>
                  </a:cubicBezTo>
                  <a:cubicBezTo>
                    <a:pt x="9388" y="4309"/>
                    <a:pt x="9044" y="3925"/>
                    <a:pt x="8602" y="3925"/>
                  </a:cubicBezTo>
                  <a:lnTo>
                    <a:pt x="7606" y="3925"/>
                  </a:lnTo>
                  <a:lnTo>
                    <a:pt x="7606" y="3911"/>
                  </a:lnTo>
                  <a:cubicBezTo>
                    <a:pt x="7606" y="3799"/>
                    <a:pt x="7512" y="3708"/>
                    <a:pt x="7400" y="3708"/>
                  </a:cubicBezTo>
                  <a:lnTo>
                    <a:pt x="5875" y="3708"/>
                  </a:lnTo>
                  <a:cubicBezTo>
                    <a:pt x="5762" y="3708"/>
                    <a:pt x="5672" y="3799"/>
                    <a:pt x="5672" y="3911"/>
                  </a:cubicBezTo>
                  <a:lnTo>
                    <a:pt x="5672" y="3969"/>
                  </a:lnTo>
                  <a:cubicBezTo>
                    <a:pt x="5598" y="3940"/>
                    <a:pt x="5519" y="3925"/>
                    <a:pt x="5440" y="3925"/>
                  </a:cubicBezTo>
                  <a:cubicBezTo>
                    <a:pt x="5361" y="3925"/>
                    <a:pt x="5283" y="3940"/>
                    <a:pt x="5208" y="3969"/>
                  </a:cubicBezTo>
                  <a:lnTo>
                    <a:pt x="5208" y="3911"/>
                  </a:lnTo>
                  <a:cubicBezTo>
                    <a:pt x="5208" y="3799"/>
                    <a:pt x="5118" y="3708"/>
                    <a:pt x="5006" y="3708"/>
                  </a:cubicBezTo>
                  <a:lnTo>
                    <a:pt x="3477" y="3708"/>
                  </a:lnTo>
                  <a:cubicBezTo>
                    <a:pt x="3365" y="3708"/>
                    <a:pt x="3274" y="3799"/>
                    <a:pt x="3274" y="3911"/>
                  </a:cubicBezTo>
                  <a:lnTo>
                    <a:pt x="3274" y="3925"/>
                  </a:lnTo>
                  <a:lnTo>
                    <a:pt x="2376" y="3925"/>
                  </a:lnTo>
                  <a:lnTo>
                    <a:pt x="2376" y="3473"/>
                  </a:lnTo>
                  <a:cubicBezTo>
                    <a:pt x="2373" y="1818"/>
                    <a:pt x="3684" y="463"/>
                    <a:pt x="5339" y="409"/>
                  </a:cubicBezTo>
                  <a:cubicBezTo>
                    <a:pt x="5373" y="408"/>
                    <a:pt x="5407" y="407"/>
                    <a:pt x="5441" y="407"/>
                  </a:cubicBezTo>
                  <a:close/>
                  <a:moveTo>
                    <a:pt x="3278" y="4331"/>
                  </a:moveTo>
                  <a:lnTo>
                    <a:pt x="3278" y="4563"/>
                  </a:lnTo>
                  <a:cubicBezTo>
                    <a:pt x="3278" y="4914"/>
                    <a:pt x="3560" y="5200"/>
                    <a:pt x="3915" y="5204"/>
                  </a:cubicBezTo>
                  <a:lnTo>
                    <a:pt x="4567" y="5204"/>
                  </a:lnTo>
                  <a:cubicBezTo>
                    <a:pt x="4919" y="5204"/>
                    <a:pt x="5205" y="4918"/>
                    <a:pt x="5208" y="4563"/>
                  </a:cubicBezTo>
                  <a:cubicBezTo>
                    <a:pt x="5208" y="4409"/>
                    <a:pt x="5324" y="4332"/>
                    <a:pt x="5440" y="4332"/>
                  </a:cubicBezTo>
                  <a:cubicBezTo>
                    <a:pt x="5556" y="4332"/>
                    <a:pt x="5672" y="4409"/>
                    <a:pt x="5672" y="4563"/>
                  </a:cubicBezTo>
                  <a:cubicBezTo>
                    <a:pt x="5672" y="4918"/>
                    <a:pt x="5958" y="5204"/>
                    <a:pt x="6313" y="5204"/>
                  </a:cubicBezTo>
                  <a:lnTo>
                    <a:pt x="6965" y="5204"/>
                  </a:lnTo>
                  <a:cubicBezTo>
                    <a:pt x="7320" y="5204"/>
                    <a:pt x="7606" y="4918"/>
                    <a:pt x="7606" y="4563"/>
                  </a:cubicBezTo>
                  <a:lnTo>
                    <a:pt x="7606" y="4335"/>
                  </a:lnTo>
                  <a:lnTo>
                    <a:pt x="8602" y="4335"/>
                  </a:lnTo>
                  <a:cubicBezTo>
                    <a:pt x="8604" y="4335"/>
                    <a:pt x="8606" y="4335"/>
                    <a:pt x="8608" y="4335"/>
                  </a:cubicBezTo>
                  <a:cubicBezTo>
                    <a:pt x="8808" y="4335"/>
                    <a:pt x="8964" y="4511"/>
                    <a:pt x="8942" y="4711"/>
                  </a:cubicBezTo>
                  <a:cubicBezTo>
                    <a:pt x="8924" y="4882"/>
                    <a:pt x="8761" y="5016"/>
                    <a:pt x="8569" y="5016"/>
                  </a:cubicBezTo>
                  <a:lnTo>
                    <a:pt x="8479" y="5016"/>
                  </a:lnTo>
                  <a:lnTo>
                    <a:pt x="8479" y="5005"/>
                  </a:lnTo>
                  <a:cubicBezTo>
                    <a:pt x="8479" y="4889"/>
                    <a:pt x="8388" y="4798"/>
                    <a:pt x="8276" y="4798"/>
                  </a:cubicBezTo>
                  <a:cubicBezTo>
                    <a:pt x="8164" y="4798"/>
                    <a:pt x="8073" y="4889"/>
                    <a:pt x="8073" y="5005"/>
                  </a:cubicBezTo>
                  <a:cubicBezTo>
                    <a:pt x="8073" y="5599"/>
                    <a:pt x="7867" y="6178"/>
                    <a:pt x="7494" y="6642"/>
                  </a:cubicBezTo>
                  <a:cubicBezTo>
                    <a:pt x="7182" y="7029"/>
                    <a:pt x="6769" y="7323"/>
                    <a:pt x="6298" y="7486"/>
                  </a:cubicBezTo>
                  <a:lnTo>
                    <a:pt x="6298" y="6960"/>
                  </a:lnTo>
                  <a:cubicBezTo>
                    <a:pt x="6298" y="6845"/>
                    <a:pt x="6208" y="6754"/>
                    <a:pt x="6096" y="6754"/>
                  </a:cubicBezTo>
                  <a:lnTo>
                    <a:pt x="4788" y="6754"/>
                  </a:lnTo>
                  <a:cubicBezTo>
                    <a:pt x="4676" y="6754"/>
                    <a:pt x="4585" y="6845"/>
                    <a:pt x="4585" y="6960"/>
                  </a:cubicBezTo>
                  <a:lnTo>
                    <a:pt x="4585" y="7482"/>
                  </a:lnTo>
                  <a:cubicBezTo>
                    <a:pt x="4115" y="7319"/>
                    <a:pt x="3702" y="7029"/>
                    <a:pt x="3390" y="6642"/>
                  </a:cubicBezTo>
                  <a:cubicBezTo>
                    <a:pt x="3014" y="6174"/>
                    <a:pt x="2811" y="5595"/>
                    <a:pt x="2814" y="4997"/>
                  </a:cubicBezTo>
                  <a:cubicBezTo>
                    <a:pt x="2814" y="4862"/>
                    <a:pt x="2712" y="4794"/>
                    <a:pt x="2610" y="4794"/>
                  </a:cubicBezTo>
                  <a:cubicBezTo>
                    <a:pt x="2507" y="4794"/>
                    <a:pt x="2405" y="4862"/>
                    <a:pt x="2405" y="4997"/>
                  </a:cubicBezTo>
                  <a:lnTo>
                    <a:pt x="2405" y="5012"/>
                  </a:lnTo>
                  <a:lnTo>
                    <a:pt x="2282" y="5012"/>
                  </a:lnTo>
                  <a:cubicBezTo>
                    <a:pt x="2079" y="5012"/>
                    <a:pt x="1923" y="4838"/>
                    <a:pt x="1945" y="4635"/>
                  </a:cubicBezTo>
                  <a:cubicBezTo>
                    <a:pt x="1960" y="4465"/>
                    <a:pt x="2126" y="4331"/>
                    <a:pt x="2315" y="4331"/>
                  </a:cubicBezTo>
                  <a:close/>
                  <a:moveTo>
                    <a:pt x="5889" y="7163"/>
                  </a:moveTo>
                  <a:lnTo>
                    <a:pt x="5889" y="7612"/>
                  </a:lnTo>
                  <a:cubicBezTo>
                    <a:pt x="5889" y="7862"/>
                    <a:pt x="5686" y="8065"/>
                    <a:pt x="5437" y="8065"/>
                  </a:cubicBezTo>
                  <a:cubicBezTo>
                    <a:pt x="5190" y="8065"/>
                    <a:pt x="4987" y="7862"/>
                    <a:pt x="4987" y="7612"/>
                  </a:cubicBezTo>
                  <a:lnTo>
                    <a:pt x="4987" y="7163"/>
                  </a:lnTo>
                  <a:close/>
                  <a:moveTo>
                    <a:pt x="6758" y="7732"/>
                  </a:moveTo>
                  <a:lnTo>
                    <a:pt x="6758" y="8431"/>
                  </a:lnTo>
                  <a:cubicBezTo>
                    <a:pt x="6758" y="8482"/>
                    <a:pt x="6762" y="8529"/>
                    <a:pt x="6766" y="8579"/>
                  </a:cubicBezTo>
                  <a:lnTo>
                    <a:pt x="5437" y="9340"/>
                  </a:lnTo>
                  <a:lnTo>
                    <a:pt x="4107" y="8579"/>
                  </a:lnTo>
                  <a:cubicBezTo>
                    <a:pt x="4111" y="8529"/>
                    <a:pt x="4115" y="8482"/>
                    <a:pt x="4115" y="8431"/>
                  </a:cubicBezTo>
                  <a:lnTo>
                    <a:pt x="4115" y="7732"/>
                  </a:lnTo>
                  <a:cubicBezTo>
                    <a:pt x="4285" y="7815"/>
                    <a:pt x="4459" y="7880"/>
                    <a:pt x="4640" y="7931"/>
                  </a:cubicBezTo>
                  <a:cubicBezTo>
                    <a:pt x="4770" y="8257"/>
                    <a:pt x="5089" y="8474"/>
                    <a:pt x="5440" y="8474"/>
                  </a:cubicBezTo>
                  <a:lnTo>
                    <a:pt x="5437" y="8471"/>
                  </a:lnTo>
                  <a:cubicBezTo>
                    <a:pt x="5788" y="8471"/>
                    <a:pt x="6107" y="8257"/>
                    <a:pt x="6233" y="7927"/>
                  </a:cubicBezTo>
                  <a:cubicBezTo>
                    <a:pt x="6414" y="7880"/>
                    <a:pt x="6592" y="7811"/>
                    <a:pt x="6758" y="7732"/>
                  </a:cubicBezTo>
                  <a:close/>
                  <a:moveTo>
                    <a:pt x="3991" y="8985"/>
                  </a:moveTo>
                  <a:lnTo>
                    <a:pt x="5103" y="9619"/>
                  </a:lnTo>
                  <a:lnTo>
                    <a:pt x="4542" y="10184"/>
                  </a:lnTo>
                  <a:cubicBezTo>
                    <a:pt x="4496" y="10230"/>
                    <a:pt x="4436" y="10253"/>
                    <a:pt x="4376" y="10253"/>
                  </a:cubicBezTo>
                  <a:cubicBezTo>
                    <a:pt x="4310" y="10253"/>
                    <a:pt x="4244" y="10225"/>
                    <a:pt x="4198" y="10169"/>
                  </a:cubicBezTo>
                  <a:lnTo>
                    <a:pt x="3615" y="9467"/>
                  </a:lnTo>
                  <a:lnTo>
                    <a:pt x="3738" y="9347"/>
                  </a:lnTo>
                  <a:cubicBezTo>
                    <a:pt x="3843" y="9242"/>
                    <a:pt x="3930" y="9119"/>
                    <a:pt x="3991" y="8985"/>
                  </a:cubicBezTo>
                  <a:close/>
                  <a:moveTo>
                    <a:pt x="6885" y="8989"/>
                  </a:moveTo>
                  <a:cubicBezTo>
                    <a:pt x="6950" y="9123"/>
                    <a:pt x="7037" y="9242"/>
                    <a:pt x="7142" y="9351"/>
                  </a:cubicBezTo>
                  <a:lnTo>
                    <a:pt x="7265" y="9470"/>
                  </a:lnTo>
                  <a:lnTo>
                    <a:pt x="6682" y="10169"/>
                  </a:lnTo>
                  <a:cubicBezTo>
                    <a:pt x="6635" y="10225"/>
                    <a:pt x="6569" y="10253"/>
                    <a:pt x="6503" y="10253"/>
                  </a:cubicBezTo>
                  <a:cubicBezTo>
                    <a:pt x="6444" y="10253"/>
                    <a:pt x="6385" y="10230"/>
                    <a:pt x="6338" y="10184"/>
                  </a:cubicBezTo>
                  <a:lnTo>
                    <a:pt x="5773" y="9622"/>
                  </a:lnTo>
                  <a:lnTo>
                    <a:pt x="6885" y="8989"/>
                  </a:lnTo>
                  <a:close/>
                  <a:moveTo>
                    <a:pt x="5440" y="9865"/>
                  </a:moveTo>
                  <a:lnTo>
                    <a:pt x="5860" y="10285"/>
                  </a:lnTo>
                  <a:lnTo>
                    <a:pt x="5781" y="10521"/>
                  </a:lnTo>
                  <a:cubicBezTo>
                    <a:pt x="5762" y="10575"/>
                    <a:pt x="5723" y="10618"/>
                    <a:pt x="5676" y="10647"/>
                  </a:cubicBezTo>
                  <a:lnTo>
                    <a:pt x="5657" y="10658"/>
                  </a:lnTo>
                  <a:cubicBezTo>
                    <a:pt x="5628" y="10673"/>
                    <a:pt x="5592" y="10680"/>
                    <a:pt x="5560" y="10680"/>
                  </a:cubicBezTo>
                  <a:lnTo>
                    <a:pt x="5317" y="10680"/>
                  </a:lnTo>
                  <a:cubicBezTo>
                    <a:pt x="5216" y="10680"/>
                    <a:pt x="5129" y="10615"/>
                    <a:pt x="5096" y="10521"/>
                  </a:cubicBezTo>
                  <a:lnTo>
                    <a:pt x="5020" y="10285"/>
                  </a:lnTo>
                  <a:lnTo>
                    <a:pt x="5440" y="9865"/>
                  </a:lnTo>
                  <a:close/>
                  <a:moveTo>
                    <a:pt x="5438" y="0"/>
                  </a:moveTo>
                  <a:cubicBezTo>
                    <a:pt x="4509" y="0"/>
                    <a:pt x="3580" y="371"/>
                    <a:pt x="2894" y="1111"/>
                  </a:cubicBezTo>
                  <a:cubicBezTo>
                    <a:pt x="1203" y="1560"/>
                    <a:pt x="681" y="4407"/>
                    <a:pt x="663" y="4527"/>
                  </a:cubicBezTo>
                  <a:cubicBezTo>
                    <a:pt x="652" y="4585"/>
                    <a:pt x="667" y="4643"/>
                    <a:pt x="699" y="4686"/>
                  </a:cubicBezTo>
                  <a:lnTo>
                    <a:pt x="1304" y="5494"/>
                  </a:lnTo>
                  <a:cubicBezTo>
                    <a:pt x="1261" y="5667"/>
                    <a:pt x="1199" y="5838"/>
                    <a:pt x="1116" y="5997"/>
                  </a:cubicBezTo>
                  <a:cubicBezTo>
                    <a:pt x="1072" y="6084"/>
                    <a:pt x="1094" y="6189"/>
                    <a:pt x="1170" y="6247"/>
                  </a:cubicBezTo>
                  <a:cubicBezTo>
                    <a:pt x="1203" y="6272"/>
                    <a:pt x="1920" y="6837"/>
                    <a:pt x="3119" y="6960"/>
                  </a:cubicBezTo>
                  <a:cubicBezTo>
                    <a:pt x="3289" y="7163"/>
                    <a:pt x="3488" y="7344"/>
                    <a:pt x="3705" y="7496"/>
                  </a:cubicBezTo>
                  <a:lnTo>
                    <a:pt x="3705" y="7866"/>
                  </a:lnTo>
                  <a:cubicBezTo>
                    <a:pt x="3347" y="7985"/>
                    <a:pt x="2459" y="8366"/>
                    <a:pt x="1902" y="9264"/>
                  </a:cubicBezTo>
                  <a:lnTo>
                    <a:pt x="1087" y="9503"/>
                  </a:lnTo>
                  <a:cubicBezTo>
                    <a:pt x="446" y="9695"/>
                    <a:pt x="4" y="10285"/>
                    <a:pt x="0" y="10952"/>
                  </a:cubicBezTo>
                  <a:lnTo>
                    <a:pt x="0" y="13719"/>
                  </a:lnTo>
                  <a:cubicBezTo>
                    <a:pt x="0" y="13854"/>
                    <a:pt x="103" y="13922"/>
                    <a:pt x="205" y="13922"/>
                  </a:cubicBezTo>
                  <a:cubicBezTo>
                    <a:pt x="307" y="13922"/>
                    <a:pt x="410" y="13854"/>
                    <a:pt x="410" y="13719"/>
                  </a:cubicBezTo>
                  <a:lnTo>
                    <a:pt x="410" y="10952"/>
                  </a:lnTo>
                  <a:cubicBezTo>
                    <a:pt x="410" y="10466"/>
                    <a:pt x="732" y="10035"/>
                    <a:pt x="1203" y="9894"/>
                  </a:cubicBezTo>
                  <a:lnTo>
                    <a:pt x="1655" y="9760"/>
                  </a:lnTo>
                  <a:lnTo>
                    <a:pt x="1655" y="9760"/>
                  </a:lnTo>
                  <a:cubicBezTo>
                    <a:pt x="1634" y="9811"/>
                    <a:pt x="1616" y="9861"/>
                    <a:pt x="1601" y="9908"/>
                  </a:cubicBezTo>
                  <a:cubicBezTo>
                    <a:pt x="1536" y="10100"/>
                    <a:pt x="1561" y="10307"/>
                    <a:pt x="1674" y="10473"/>
                  </a:cubicBezTo>
                  <a:lnTo>
                    <a:pt x="1902" y="10821"/>
                  </a:lnTo>
                  <a:lnTo>
                    <a:pt x="1319" y="11408"/>
                  </a:lnTo>
                  <a:cubicBezTo>
                    <a:pt x="1163" y="11560"/>
                    <a:pt x="1098" y="11781"/>
                    <a:pt x="1145" y="11995"/>
                  </a:cubicBezTo>
                  <a:lnTo>
                    <a:pt x="1529" y="13762"/>
                  </a:lnTo>
                  <a:cubicBezTo>
                    <a:pt x="1553" y="13873"/>
                    <a:pt x="1637" y="13922"/>
                    <a:pt x="1723" y="13922"/>
                  </a:cubicBezTo>
                  <a:cubicBezTo>
                    <a:pt x="1841" y="13922"/>
                    <a:pt x="1961" y="13828"/>
                    <a:pt x="1927" y="13675"/>
                  </a:cubicBezTo>
                  <a:lnTo>
                    <a:pt x="1543" y="11908"/>
                  </a:lnTo>
                  <a:cubicBezTo>
                    <a:pt x="1525" y="11832"/>
                    <a:pt x="1550" y="11752"/>
                    <a:pt x="1605" y="11694"/>
                  </a:cubicBezTo>
                  <a:lnTo>
                    <a:pt x="2311" y="10991"/>
                  </a:lnTo>
                  <a:cubicBezTo>
                    <a:pt x="2376" y="10923"/>
                    <a:pt x="2387" y="10814"/>
                    <a:pt x="2336" y="10734"/>
                  </a:cubicBezTo>
                  <a:lnTo>
                    <a:pt x="2010" y="10249"/>
                  </a:lnTo>
                  <a:cubicBezTo>
                    <a:pt x="1971" y="10187"/>
                    <a:pt x="1960" y="10108"/>
                    <a:pt x="1985" y="10039"/>
                  </a:cubicBezTo>
                  <a:cubicBezTo>
                    <a:pt x="2344" y="8970"/>
                    <a:pt x="3256" y="8482"/>
                    <a:pt x="3705" y="8300"/>
                  </a:cubicBezTo>
                  <a:lnTo>
                    <a:pt x="3705" y="8434"/>
                  </a:lnTo>
                  <a:cubicBezTo>
                    <a:pt x="3705" y="8670"/>
                    <a:pt x="3615" y="8898"/>
                    <a:pt x="3448" y="9061"/>
                  </a:cubicBezTo>
                  <a:lnTo>
                    <a:pt x="3187" y="9322"/>
                  </a:lnTo>
                  <a:cubicBezTo>
                    <a:pt x="2822" y="9688"/>
                    <a:pt x="2615" y="10184"/>
                    <a:pt x="2615" y="10698"/>
                  </a:cubicBezTo>
                  <a:lnTo>
                    <a:pt x="2615" y="10886"/>
                  </a:lnTo>
                  <a:cubicBezTo>
                    <a:pt x="2615" y="11022"/>
                    <a:pt x="2718" y="11090"/>
                    <a:pt x="2820" y="11090"/>
                  </a:cubicBezTo>
                  <a:cubicBezTo>
                    <a:pt x="2922" y="11090"/>
                    <a:pt x="3024" y="11022"/>
                    <a:pt x="3024" y="10886"/>
                  </a:cubicBezTo>
                  <a:lnTo>
                    <a:pt x="3024" y="10698"/>
                  </a:lnTo>
                  <a:cubicBezTo>
                    <a:pt x="3024" y="10365"/>
                    <a:pt x="3133" y="10039"/>
                    <a:pt x="3332" y="9774"/>
                  </a:cubicBezTo>
                  <a:lnTo>
                    <a:pt x="3883" y="10434"/>
                  </a:lnTo>
                  <a:cubicBezTo>
                    <a:pt x="3999" y="10571"/>
                    <a:pt x="4165" y="10655"/>
                    <a:pt x="4346" y="10662"/>
                  </a:cubicBezTo>
                  <a:lnTo>
                    <a:pt x="4375" y="10662"/>
                  </a:lnTo>
                  <a:cubicBezTo>
                    <a:pt x="4484" y="10662"/>
                    <a:pt x="4589" y="10636"/>
                    <a:pt x="4683" y="10582"/>
                  </a:cubicBezTo>
                  <a:lnTo>
                    <a:pt x="4709" y="10651"/>
                  </a:lnTo>
                  <a:cubicBezTo>
                    <a:pt x="4741" y="10760"/>
                    <a:pt x="4806" y="10857"/>
                    <a:pt x="4893" y="10930"/>
                  </a:cubicBezTo>
                  <a:lnTo>
                    <a:pt x="4578" y="13697"/>
                  </a:lnTo>
                  <a:cubicBezTo>
                    <a:pt x="4567" y="13809"/>
                    <a:pt x="4647" y="13910"/>
                    <a:pt x="4759" y="13921"/>
                  </a:cubicBezTo>
                  <a:lnTo>
                    <a:pt x="4785" y="13921"/>
                  </a:lnTo>
                  <a:cubicBezTo>
                    <a:pt x="4886" y="13921"/>
                    <a:pt x="4973" y="13845"/>
                    <a:pt x="4987" y="13740"/>
                  </a:cubicBezTo>
                  <a:lnTo>
                    <a:pt x="5284" y="11089"/>
                  </a:lnTo>
                  <a:lnTo>
                    <a:pt x="5589" y="11089"/>
                  </a:lnTo>
                  <a:lnTo>
                    <a:pt x="5889" y="13740"/>
                  </a:lnTo>
                  <a:cubicBezTo>
                    <a:pt x="5900" y="13845"/>
                    <a:pt x="5987" y="13921"/>
                    <a:pt x="6088" y="13921"/>
                  </a:cubicBezTo>
                  <a:lnTo>
                    <a:pt x="6114" y="13921"/>
                  </a:lnTo>
                  <a:cubicBezTo>
                    <a:pt x="6226" y="13910"/>
                    <a:pt x="6306" y="13809"/>
                    <a:pt x="6295" y="13697"/>
                  </a:cubicBezTo>
                  <a:lnTo>
                    <a:pt x="5980" y="10930"/>
                  </a:lnTo>
                  <a:cubicBezTo>
                    <a:pt x="6067" y="10857"/>
                    <a:pt x="6132" y="10760"/>
                    <a:pt x="6168" y="10651"/>
                  </a:cubicBezTo>
                  <a:lnTo>
                    <a:pt x="6190" y="10582"/>
                  </a:lnTo>
                  <a:cubicBezTo>
                    <a:pt x="6284" y="10636"/>
                    <a:pt x="6389" y="10662"/>
                    <a:pt x="6498" y="10662"/>
                  </a:cubicBezTo>
                  <a:lnTo>
                    <a:pt x="6527" y="10662"/>
                  </a:lnTo>
                  <a:cubicBezTo>
                    <a:pt x="6708" y="10655"/>
                    <a:pt x="6874" y="10571"/>
                    <a:pt x="6990" y="10434"/>
                  </a:cubicBezTo>
                  <a:lnTo>
                    <a:pt x="7541" y="9774"/>
                  </a:lnTo>
                  <a:cubicBezTo>
                    <a:pt x="7740" y="10039"/>
                    <a:pt x="7849" y="10365"/>
                    <a:pt x="7849" y="10698"/>
                  </a:cubicBezTo>
                  <a:lnTo>
                    <a:pt x="7849" y="10886"/>
                  </a:lnTo>
                  <a:cubicBezTo>
                    <a:pt x="7849" y="11022"/>
                    <a:pt x="7951" y="11090"/>
                    <a:pt x="8053" y="11090"/>
                  </a:cubicBezTo>
                  <a:cubicBezTo>
                    <a:pt x="8156" y="11090"/>
                    <a:pt x="8258" y="11022"/>
                    <a:pt x="8258" y="10886"/>
                  </a:cubicBezTo>
                  <a:lnTo>
                    <a:pt x="8258" y="10698"/>
                  </a:lnTo>
                  <a:cubicBezTo>
                    <a:pt x="8258" y="10184"/>
                    <a:pt x="8051" y="9688"/>
                    <a:pt x="7686" y="9322"/>
                  </a:cubicBezTo>
                  <a:lnTo>
                    <a:pt x="7425" y="9061"/>
                  </a:lnTo>
                  <a:cubicBezTo>
                    <a:pt x="7258" y="8898"/>
                    <a:pt x="7168" y="8670"/>
                    <a:pt x="7168" y="8434"/>
                  </a:cubicBezTo>
                  <a:lnTo>
                    <a:pt x="7168" y="8300"/>
                  </a:lnTo>
                  <a:cubicBezTo>
                    <a:pt x="7613" y="8482"/>
                    <a:pt x="8529" y="8967"/>
                    <a:pt x="8888" y="10039"/>
                  </a:cubicBezTo>
                  <a:cubicBezTo>
                    <a:pt x="8913" y="10111"/>
                    <a:pt x="8903" y="10187"/>
                    <a:pt x="8863" y="10249"/>
                  </a:cubicBezTo>
                  <a:lnTo>
                    <a:pt x="8540" y="10734"/>
                  </a:lnTo>
                  <a:cubicBezTo>
                    <a:pt x="8486" y="10818"/>
                    <a:pt x="8497" y="10923"/>
                    <a:pt x="8566" y="10991"/>
                  </a:cubicBezTo>
                  <a:lnTo>
                    <a:pt x="9268" y="11698"/>
                  </a:lnTo>
                  <a:cubicBezTo>
                    <a:pt x="9323" y="11752"/>
                    <a:pt x="9348" y="11832"/>
                    <a:pt x="9330" y="11908"/>
                  </a:cubicBezTo>
                  <a:lnTo>
                    <a:pt x="8946" y="13675"/>
                  </a:lnTo>
                  <a:cubicBezTo>
                    <a:pt x="8912" y="13828"/>
                    <a:pt x="9032" y="13922"/>
                    <a:pt x="9150" y="13922"/>
                  </a:cubicBezTo>
                  <a:cubicBezTo>
                    <a:pt x="9236" y="13922"/>
                    <a:pt x="9320" y="13873"/>
                    <a:pt x="9344" y="13762"/>
                  </a:cubicBezTo>
                  <a:lnTo>
                    <a:pt x="9728" y="11995"/>
                  </a:lnTo>
                  <a:cubicBezTo>
                    <a:pt x="9775" y="11785"/>
                    <a:pt x="9710" y="11560"/>
                    <a:pt x="9554" y="11408"/>
                  </a:cubicBezTo>
                  <a:lnTo>
                    <a:pt x="8971" y="10821"/>
                  </a:lnTo>
                  <a:lnTo>
                    <a:pt x="9199" y="10477"/>
                  </a:lnTo>
                  <a:cubicBezTo>
                    <a:pt x="9312" y="10310"/>
                    <a:pt x="9337" y="10100"/>
                    <a:pt x="9276" y="9912"/>
                  </a:cubicBezTo>
                  <a:cubicBezTo>
                    <a:pt x="9257" y="9861"/>
                    <a:pt x="9239" y="9811"/>
                    <a:pt x="9221" y="9764"/>
                  </a:cubicBezTo>
                  <a:lnTo>
                    <a:pt x="9221" y="9764"/>
                  </a:lnTo>
                  <a:lnTo>
                    <a:pt x="9674" y="9894"/>
                  </a:lnTo>
                  <a:cubicBezTo>
                    <a:pt x="10141" y="10035"/>
                    <a:pt x="10463" y="10466"/>
                    <a:pt x="10463" y="10955"/>
                  </a:cubicBezTo>
                  <a:lnTo>
                    <a:pt x="10463" y="13719"/>
                  </a:lnTo>
                  <a:cubicBezTo>
                    <a:pt x="10463" y="13854"/>
                    <a:pt x="10566" y="13922"/>
                    <a:pt x="10668" y="13922"/>
                  </a:cubicBezTo>
                  <a:cubicBezTo>
                    <a:pt x="10770" y="13922"/>
                    <a:pt x="10873" y="13854"/>
                    <a:pt x="10873" y="13719"/>
                  </a:cubicBezTo>
                  <a:lnTo>
                    <a:pt x="10873" y="10955"/>
                  </a:lnTo>
                  <a:cubicBezTo>
                    <a:pt x="10869" y="10285"/>
                    <a:pt x="10431" y="9695"/>
                    <a:pt x="9790" y="9503"/>
                  </a:cubicBezTo>
                  <a:lnTo>
                    <a:pt x="8975" y="9264"/>
                  </a:lnTo>
                  <a:cubicBezTo>
                    <a:pt x="8417" y="8362"/>
                    <a:pt x="7530" y="7985"/>
                    <a:pt x="7171" y="7862"/>
                  </a:cubicBezTo>
                  <a:lnTo>
                    <a:pt x="7171" y="7496"/>
                  </a:lnTo>
                  <a:cubicBezTo>
                    <a:pt x="7392" y="7344"/>
                    <a:pt x="7588" y="7163"/>
                    <a:pt x="7762" y="6960"/>
                  </a:cubicBezTo>
                  <a:cubicBezTo>
                    <a:pt x="8964" y="6837"/>
                    <a:pt x="9681" y="6272"/>
                    <a:pt x="9710" y="6247"/>
                  </a:cubicBezTo>
                  <a:cubicBezTo>
                    <a:pt x="9783" y="6189"/>
                    <a:pt x="9808" y="6084"/>
                    <a:pt x="9764" y="5997"/>
                  </a:cubicBezTo>
                  <a:cubicBezTo>
                    <a:pt x="9681" y="5838"/>
                    <a:pt x="9620" y="5667"/>
                    <a:pt x="9573" y="5494"/>
                  </a:cubicBezTo>
                  <a:lnTo>
                    <a:pt x="10181" y="4686"/>
                  </a:lnTo>
                  <a:cubicBezTo>
                    <a:pt x="10214" y="4643"/>
                    <a:pt x="10228" y="4585"/>
                    <a:pt x="10217" y="4527"/>
                  </a:cubicBezTo>
                  <a:cubicBezTo>
                    <a:pt x="10195" y="4407"/>
                    <a:pt x="9674" y="1560"/>
                    <a:pt x="7983" y="1111"/>
                  </a:cubicBezTo>
                  <a:cubicBezTo>
                    <a:pt x="7296" y="371"/>
                    <a:pt x="6367" y="0"/>
                    <a:pt x="54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88"/>
            <p:cNvSpPr/>
            <p:nvPr/>
          </p:nvSpPr>
          <p:spPr>
            <a:xfrm>
              <a:off x="6823681" y="2579721"/>
              <a:ext cx="49708" cy="16517"/>
            </a:xfrm>
            <a:custGeom>
              <a:rect b="b" l="l" r="r" t="t"/>
              <a:pathLst>
                <a:path extrusionOk="0" h="630" w="1896">
                  <a:moveTo>
                    <a:pt x="297" y="0"/>
                  </a:moveTo>
                  <a:cubicBezTo>
                    <a:pt x="138" y="0"/>
                    <a:pt x="1" y="206"/>
                    <a:pt x="151" y="351"/>
                  </a:cubicBezTo>
                  <a:cubicBezTo>
                    <a:pt x="329" y="525"/>
                    <a:pt x="626" y="630"/>
                    <a:pt x="948" y="630"/>
                  </a:cubicBezTo>
                  <a:cubicBezTo>
                    <a:pt x="1270" y="630"/>
                    <a:pt x="1571" y="525"/>
                    <a:pt x="1745" y="351"/>
                  </a:cubicBezTo>
                  <a:cubicBezTo>
                    <a:pt x="1896" y="206"/>
                    <a:pt x="1758" y="0"/>
                    <a:pt x="1599" y="0"/>
                  </a:cubicBezTo>
                  <a:cubicBezTo>
                    <a:pt x="1552" y="0"/>
                    <a:pt x="1503" y="18"/>
                    <a:pt x="1459" y="61"/>
                  </a:cubicBezTo>
                  <a:cubicBezTo>
                    <a:pt x="1383" y="137"/>
                    <a:pt x="1205" y="221"/>
                    <a:pt x="948" y="221"/>
                  </a:cubicBezTo>
                  <a:cubicBezTo>
                    <a:pt x="691" y="221"/>
                    <a:pt x="514" y="137"/>
                    <a:pt x="437" y="61"/>
                  </a:cubicBezTo>
                  <a:cubicBezTo>
                    <a:pt x="394" y="18"/>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88"/>
            <p:cNvSpPr/>
            <p:nvPr/>
          </p:nvSpPr>
          <p:spPr>
            <a:xfrm>
              <a:off x="6801423" y="2511240"/>
              <a:ext cx="31356" cy="10671"/>
            </a:xfrm>
            <a:custGeom>
              <a:rect b="b" l="l" r="r" t="t"/>
              <a:pathLst>
                <a:path extrusionOk="0" h="407" w="1196">
                  <a:moveTo>
                    <a:pt x="272" y="1"/>
                  </a:moveTo>
                  <a:cubicBezTo>
                    <a:pt x="1" y="1"/>
                    <a:pt x="1" y="406"/>
                    <a:pt x="272" y="406"/>
                  </a:cubicBezTo>
                  <a:lnTo>
                    <a:pt x="924" y="406"/>
                  </a:lnTo>
                  <a:cubicBezTo>
                    <a:pt x="1196" y="406"/>
                    <a:pt x="1196"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88"/>
            <p:cNvSpPr/>
            <p:nvPr/>
          </p:nvSpPr>
          <p:spPr>
            <a:xfrm>
              <a:off x="6864292" y="2511240"/>
              <a:ext cx="31356" cy="10671"/>
            </a:xfrm>
            <a:custGeom>
              <a:rect b="b" l="l" r="r" t="t"/>
              <a:pathLst>
                <a:path extrusionOk="0" h="407" w="1196">
                  <a:moveTo>
                    <a:pt x="272" y="1"/>
                  </a:moveTo>
                  <a:cubicBezTo>
                    <a:pt x="0" y="1"/>
                    <a:pt x="0" y="406"/>
                    <a:pt x="272" y="406"/>
                  </a:cubicBezTo>
                  <a:lnTo>
                    <a:pt x="924" y="406"/>
                  </a:lnTo>
                  <a:cubicBezTo>
                    <a:pt x="1196" y="406"/>
                    <a:pt x="1196"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8" name="Google Shape;18708;p88"/>
          <p:cNvGrpSpPr/>
          <p:nvPr/>
        </p:nvGrpSpPr>
        <p:grpSpPr>
          <a:xfrm>
            <a:off x="5811634" y="3356702"/>
            <a:ext cx="273501" cy="364948"/>
            <a:chOff x="5811634" y="3356702"/>
            <a:chExt cx="273501" cy="364948"/>
          </a:xfrm>
        </p:grpSpPr>
        <p:sp>
          <p:nvSpPr>
            <p:cNvPr id="18709" name="Google Shape;18709;p88"/>
            <p:cNvSpPr/>
            <p:nvPr/>
          </p:nvSpPr>
          <p:spPr>
            <a:xfrm>
              <a:off x="5860083" y="3544734"/>
              <a:ext cx="60589" cy="57259"/>
            </a:xfrm>
            <a:custGeom>
              <a:rect b="b" l="l" r="r" t="t"/>
              <a:pathLst>
                <a:path extrusionOk="0" h="2184" w="2311">
                  <a:moveTo>
                    <a:pt x="749" y="1"/>
                  </a:moveTo>
                  <a:cubicBezTo>
                    <a:pt x="626" y="1"/>
                    <a:pt x="500" y="36"/>
                    <a:pt x="388" y="112"/>
                  </a:cubicBezTo>
                  <a:cubicBezTo>
                    <a:pt x="25" y="354"/>
                    <a:pt x="0" y="872"/>
                    <a:pt x="330" y="1151"/>
                  </a:cubicBezTo>
                  <a:cubicBezTo>
                    <a:pt x="225" y="1726"/>
                    <a:pt x="684" y="2184"/>
                    <a:pt x="1191" y="2184"/>
                  </a:cubicBezTo>
                  <a:cubicBezTo>
                    <a:pt x="1351" y="2184"/>
                    <a:pt x="1516" y="2138"/>
                    <a:pt x="1670" y="2035"/>
                  </a:cubicBezTo>
                  <a:cubicBezTo>
                    <a:pt x="2311" y="1607"/>
                    <a:pt x="2122" y="622"/>
                    <a:pt x="1373" y="459"/>
                  </a:cubicBezTo>
                  <a:cubicBezTo>
                    <a:pt x="1283" y="173"/>
                    <a:pt x="1022" y="1"/>
                    <a:pt x="74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88"/>
            <p:cNvSpPr/>
            <p:nvPr/>
          </p:nvSpPr>
          <p:spPr>
            <a:xfrm>
              <a:off x="5976096" y="3544734"/>
              <a:ext cx="60615" cy="57259"/>
            </a:xfrm>
            <a:custGeom>
              <a:rect b="b" l="l" r="r" t="t"/>
              <a:pathLst>
                <a:path extrusionOk="0" h="2184" w="2312">
                  <a:moveTo>
                    <a:pt x="1561" y="1"/>
                  </a:moveTo>
                  <a:cubicBezTo>
                    <a:pt x="1290" y="1"/>
                    <a:pt x="1029" y="173"/>
                    <a:pt x="939" y="459"/>
                  </a:cubicBezTo>
                  <a:cubicBezTo>
                    <a:pt x="186" y="622"/>
                    <a:pt x="1" y="1607"/>
                    <a:pt x="638" y="2035"/>
                  </a:cubicBezTo>
                  <a:cubicBezTo>
                    <a:pt x="793" y="2138"/>
                    <a:pt x="958" y="2184"/>
                    <a:pt x="1119" y="2184"/>
                  </a:cubicBezTo>
                  <a:cubicBezTo>
                    <a:pt x="1626" y="2184"/>
                    <a:pt x="2083" y="1726"/>
                    <a:pt x="1978" y="1151"/>
                  </a:cubicBezTo>
                  <a:cubicBezTo>
                    <a:pt x="2311" y="872"/>
                    <a:pt x="2282" y="354"/>
                    <a:pt x="1920" y="112"/>
                  </a:cubicBezTo>
                  <a:cubicBezTo>
                    <a:pt x="1809" y="36"/>
                    <a:pt x="1684" y="1"/>
                    <a:pt x="15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88"/>
            <p:cNvSpPr/>
            <p:nvPr/>
          </p:nvSpPr>
          <p:spPr>
            <a:xfrm>
              <a:off x="5816956" y="3579079"/>
              <a:ext cx="262857" cy="137144"/>
            </a:xfrm>
            <a:custGeom>
              <a:rect b="b" l="l" r="r" t="t"/>
              <a:pathLst>
                <a:path extrusionOk="0" h="5231" w="10026">
                  <a:moveTo>
                    <a:pt x="3467" y="0"/>
                  </a:moveTo>
                  <a:lnTo>
                    <a:pt x="3467" y="1127"/>
                  </a:lnTo>
                  <a:cubicBezTo>
                    <a:pt x="3467" y="1496"/>
                    <a:pt x="3470" y="1826"/>
                    <a:pt x="3123" y="1949"/>
                  </a:cubicBezTo>
                  <a:lnTo>
                    <a:pt x="874" y="2746"/>
                  </a:lnTo>
                  <a:cubicBezTo>
                    <a:pt x="348" y="2927"/>
                    <a:pt x="1" y="3423"/>
                    <a:pt x="1" y="3977"/>
                  </a:cubicBezTo>
                  <a:lnTo>
                    <a:pt x="1" y="5230"/>
                  </a:lnTo>
                  <a:lnTo>
                    <a:pt x="10026" y="5230"/>
                  </a:lnTo>
                  <a:lnTo>
                    <a:pt x="10026" y="3977"/>
                  </a:lnTo>
                  <a:cubicBezTo>
                    <a:pt x="10026" y="3423"/>
                    <a:pt x="9674" y="2930"/>
                    <a:pt x="9153" y="2746"/>
                  </a:cubicBezTo>
                  <a:lnTo>
                    <a:pt x="6900" y="1949"/>
                  </a:lnTo>
                  <a:cubicBezTo>
                    <a:pt x="6552" y="1826"/>
                    <a:pt x="6556" y="1496"/>
                    <a:pt x="6556" y="1127"/>
                  </a:cubicBezTo>
                  <a:lnTo>
                    <a:pt x="6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88"/>
            <p:cNvSpPr/>
            <p:nvPr/>
          </p:nvSpPr>
          <p:spPr>
            <a:xfrm>
              <a:off x="5816956" y="3618196"/>
              <a:ext cx="262857" cy="98027"/>
            </a:xfrm>
            <a:custGeom>
              <a:rect b="b" l="l" r="r" t="t"/>
              <a:pathLst>
                <a:path extrusionOk="0" h="3739" w="10026">
                  <a:moveTo>
                    <a:pt x="3623" y="0"/>
                  </a:moveTo>
                  <a:cubicBezTo>
                    <a:pt x="3525" y="214"/>
                    <a:pt x="3344" y="377"/>
                    <a:pt x="3123" y="457"/>
                  </a:cubicBezTo>
                  <a:lnTo>
                    <a:pt x="874" y="1254"/>
                  </a:lnTo>
                  <a:cubicBezTo>
                    <a:pt x="348" y="1435"/>
                    <a:pt x="1" y="1931"/>
                    <a:pt x="1" y="2485"/>
                  </a:cubicBezTo>
                  <a:lnTo>
                    <a:pt x="1" y="3738"/>
                  </a:lnTo>
                  <a:lnTo>
                    <a:pt x="10026" y="3738"/>
                  </a:lnTo>
                  <a:lnTo>
                    <a:pt x="10026" y="2485"/>
                  </a:lnTo>
                  <a:cubicBezTo>
                    <a:pt x="10026" y="1931"/>
                    <a:pt x="9674" y="1438"/>
                    <a:pt x="9153" y="1254"/>
                  </a:cubicBezTo>
                  <a:lnTo>
                    <a:pt x="6900" y="457"/>
                  </a:lnTo>
                  <a:cubicBezTo>
                    <a:pt x="6679" y="377"/>
                    <a:pt x="6502" y="214"/>
                    <a:pt x="6404" y="0"/>
                  </a:cubicBezTo>
                  <a:cubicBezTo>
                    <a:pt x="6024" y="156"/>
                    <a:pt x="5542" y="250"/>
                    <a:pt x="5013" y="250"/>
                  </a:cubicBezTo>
                  <a:cubicBezTo>
                    <a:pt x="4481" y="250"/>
                    <a:pt x="3999" y="156"/>
                    <a:pt x="362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88"/>
            <p:cNvSpPr/>
            <p:nvPr/>
          </p:nvSpPr>
          <p:spPr>
            <a:xfrm>
              <a:off x="5851248" y="3481943"/>
              <a:ext cx="194298" cy="120050"/>
            </a:xfrm>
            <a:custGeom>
              <a:rect b="b" l="l" r="r" t="t"/>
              <a:pathLst>
                <a:path extrusionOk="0" h="4579" w="7411">
                  <a:moveTo>
                    <a:pt x="873" y="0"/>
                  </a:moveTo>
                  <a:lnTo>
                    <a:pt x="873" y="870"/>
                  </a:lnTo>
                  <a:lnTo>
                    <a:pt x="543" y="870"/>
                  </a:lnTo>
                  <a:cubicBezTo>
                    <a:pt x="243" y="870"/>
                    <a:pt x="0" y="1116"/>
                    <a:pt x="0" y="1416"/>
                  </a:cubicBezTo>
                  <a:cubicBezTo>
                    <a:pt x="0" y="1717"/>
                    <a:pt x="243" y="1960"/>
                    <a:pt x="543" y="1960"/>
                  </a:cubicBezTo>
                  <a:lnTo>
                    <a:pt x="884" y="1960"/>
                  </a:lnTo>
                  <a:cubicBezTo>
                    <a:pt x="996" y="3437"/>
                    <a:pt x="2224" y="4578"/>
                    <a:pt x="3705" y="4578"/>
                  </a:cubicBezTo>
                  <a:cubicBezTo>
                    <a:pt x="5187" y="4578"/>
                    <a:pt x="6418" y="3437"/>
                    <a:pt x="6530" y="1960"/>
                  </a:cubicBezTo>
                  <a:lnTo>
                    <a:pt x="6867" y="1960"/>
                  </a:lnTo>
                  <a:cubicBezTo>
                    <a:pt x="7168" y="1960"/>
                    <a:pt x="7410" y="1717"/>
                    <a:pt x="7410" y="1416"/>
                  </a:cubicBezTo>
                  <a:cubicBezTo>
                    <a:pt x="7410" y="1116"/>
                    <a:pt x="7168" y="870"/>
                    <a:pt x="6867" y="870"/>
                  </a:cubicBezTo>
                  <a:lnTo>
                    <a:pt x="6537" y="87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88"/>
            <p:cNvSpPr/>
            <p:nvPr/>
          </p:nvSpPr>
          <p:spPr>
            <a:xfrm>
              <a:off x="5850383" y="3481943"/>
              <a:ext cx="149492" cy="120076"/>
            </a:xfrm>
            <a:custGeom>
              <a:rect b="b" l="l" r="r" t="t"/>
              <a:pathLst>
                <a:path extrusionOk="0" h="4580" w="5702">
                  <a:moveTo>
                    <a:pt x="906" y="0"/>
                  </a:moveTo>
                  <a:lnTo>
                    <a:pt x="906" y="873"/>
                  </a:lnTo>
                  <a:lnTo>
                    <a:pt x="609" y="873"/>
                  </a:lnTo>
                  <a:cubicBezTo>
                    <a:pt x="290" y="873"/>
                    <a:pt x="66" y="1076"/>
                    <a:pt x="37" y="1358"/>
                  </a:cubicBezTo>
                  <a:cubicBezTo>
                    <a:pt x="1" y="1679"/>
                    <a:pt x="251" y="1960"/>
                    <a:pt x="574" y="1960"/>
                  </a:cubicBezTo>
                  <a:cubicBezTo>
                    <a:pt x="576" y="1960"/>
                    <a:pt x="578" y="1960"/>
                    <a:pt x="580" y="1960"/>
                  </a:cubicBezTo>
                  <a:lnTo>
                    <a:pt x="917" y="1960"/>
                  </a:lnTo>
                  <a:cubicBezTo>
                    <a:pt x="1022" y="3455"/>
                    <a:pt x="2270" y="4579"/>
                    <a:pt x="3718" y="4579"/>
                  </a:cubicBezTo>
                  <a:cubicBezTo>
                    <a:pt x="3869" y="4579"/>
                    <a:pt x="4022" y="4567"/>
                    <a:pt x="4176" y="4542"/>
                  </a:cubicBezTo>
                  <a:cubicBezTo>
                    <a:pt x="2797" y="4328"/>
                    <a:pt x="1779" y="3140"/>
                    <a:pt x="1779" y="1746"/>
                  </a:cubicBezTo>
                  <a:lnTo>
                    <a:pt x="1779" y="1529"/>
                  </a:lnTo>
                  <a:cubicBezTo>
                    <a:pt x="1779" y="1047"/>
                    <a:pt x="2166" y="656"/>
                    <a:pt x="2648" y="656"/>
                  </a:cubicBezTo>
                  <a:lnTo>
                    <a:pt x="5263" y="656"/>
                  </a:lnTo>
                  <a:cubicBezTo>
                    <a:pt x="5506" y="656"/>
                    <a:pt x="5701" y="460"/>
                    <a:pt x="5701" y="218"/>
                  </a:cubicBezTo>
                  <a:lnTo>
                    <a:pt x="57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88"/>
            <p:cNvSpPr/>
            <p:nvPr/>
          </p:nvSpPr>
          <p:spPr>
            <a:xfrm>
              <a:off x="5862627" y="3481943"/>
              <a:ext cx="22914" cy="25746"/>
            </a:xfrm>
            <a:custGeom>
              <a:rect b="b" l="l" r="r" t="t"/>
              <a:pathLst>
                <a:path extrusionOk="0" h="982" w="874">
                  <a:moveTo>
                    <a:pt x="1" y="0"/>
                  </a:moveTo>
                  <a:lnTo>
                    <a:pt x="1" y="982"/>
                  </a:lnTo>
                  <a:lnTo>
                    <a:pt x="301" y="942"/>
                  </a:lnTo>
                  <a:cubicBezTo>
                    <a:pt x="627" y="902"/>
                    <a:pt x="874" y="623"/>
                    <a:pt x="874" y="294"/>
                  </a:cubicBezTo>
                  <a:lnTo>
                    <a:pt x="87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88"/>
            <p:cNvSpPr/>
            <p:nvPr/>
          </p:nvSpPr>
          <p:spPr>
            <a:xfrm>
              <a:off x="6011227" y="3481943"/>
              <a:ext cx="22914" cy="25746"/>
            </a:xfrm>
            <a:custGeom>
              <a:rect b="b" l="l" r="r" t="t"/>
              <a:pathLst>
                <a:path extrusionOk="0" h="982" w="874">
                  <a:moveTo>
                    <a:pt x="1" y="0"/>
                  </a:moveTo>
                  <a:lnTo>
                    <a:pt x="1" y="294"/>
                  </a:lnTo>
                  <a:cubicBezTo>
                    <a:pt x="1" y="623"/>
                    <a:pt x="247" y="902"/>
                    <a:pt x="573" y="942"/>
                  </a:cubicBezTo>
                  <a:lnTo>
                    <a:pt x="874" y="982"/>
                  </a:lnTo>
                  <a:lnTo>
                    <a:pt x="87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88"/>
            <p:cNvSpPr/>
            <p:nvPr/>
          </p:nvSpPr>
          <p:spPr>
            <a:xfrm>
              <a:off x="5843357" y="3361920"/>
              <a:ext cx="207983" cy="120050"/>
            </a:xfrm>
            <a:custGeom>
              <a:rect b="b" l="l" r="r" t="t"/>
              <a:pathLst>
                <a:path extrusionOk="0" h="4579" w="7933">
                  <a:moveTo>
                    <a:pt x="3463" y="0"/>
                  </a:moveTo>
                  <a:cubicBezTo>
                    <a:pt x="2981" y="0"/>
                    <a:pt x="2529" y="247"/>
                    <a:pt x="2271" y="656"/>
                  </a:cubicBezTo>
                  <a:lnTo>
                    <a:pt x="1174" y="656"/>
                  </a:lnTo>
                  <a:cubicBezTo>
                    <a:pt x="1172" y="656"/>
                    <a:pt x="1169" y="656"/>
                    <a:pt x="1166" y="656"/>
                  </a:cubicBezTo>
                  <a:cubicBezTo>
                    <a:pt x="655" y="656"/>
                    <a:pt x="214" y="1017"/>
                    <a:pt x="109" y="1522"/>
                  </a:cubicBezTo>
                  <a:cubicBezTo>
                    <a:pt x="1" y="2025"/>
                    <a:pt x="265" y="2536"/>
                    <a:pt x="739" y="2742"/>
                  </a:cubicBezTo>
                  <a:lnTo>
                    <a:pt x="739" y="4578"/>
                  </a:lnTo>
                  <a:lnTo>
                    <a:pt x="7277" y="4578"/>
                  </a:lnTo>
                  <a:lnTo>
                    <a:pt x="7277" y="2742"/>
                  </a:lnTo>
                  <a:cubicBezTo>
                    <a:pt x="7675" y="2568"/>
                    <a:pt x="7929" y="2177"/>
                    <a:pt x="7932" y="1743"/>
                  </a:cubicBezTo>
                  <a:cubicBezTo>
                    <a:pt x="7932" y="1141"/>
                    <a:pt x="7443" y="656"/>
                    <a:pt x="6842" y="656"/>
                  </a:cubicBezTo>
                  <a:lnTo>
                    <a:pt x="5745" y="656"/>
                  </a:lnTo>
                  <a:cubicBezTo>
                    <a:pt x="5484" y="247"/>
                    <a:pt x="5035" y="0"/>
                    <a:pt x="455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88"/>
            <p:cNvSpPr/>
            <p:nvPr/>
          </p:nvSpPr>
          <p:spPr>
            <a:xfrm>
              <a:off x="5862627" y="3436168"/>
              <a:ext cx="22914" cy="45802"/>
            </a:xfrm>
            <a:custGeom>
              <a:rect b="b" l="l" r="r" t="t"/>
              <a:pathLst>
                <a:path extrusionOk="0" h="1747" w="874">
                  <a:moveTo>
                    <a:pt x="1" y="1"/>
                  </a:moveTo>
                  <a:lnTo>
                    <a:pt x="1" y="1743"/>
                  </a:lnTo>
                  <a:lnTo>
                    <a:pt x="1" y="1746"/>
                  </a:lnTo>
                  <a:lnTo>
                    <a:pt x="874" y="1746"/>
                  </a:lnTo>
                  <a:lnTo>
                    <a:pt x="874" y="439"/>
                  </a:lnTo>
                  <a:cubicBezTo>
                    <a:pt x="874" y="196"/>
                    <a:pt x="678" y="1"/>
                    <a:pt x="43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88"/>
            <p:cNvSpPr/>
            <p:nvPr/>
          </p:nvSpPr>
          <p:spPr>
            <a:xfrm>
              <a:off x="5887428" y="3618196"/>
              <a:ext cx="121938" cy="40847"/>
            </a:xfrm>
            <a:custGeom>
              <a:rect b="b" l="l" r="r" t="t"/>
              <a:pathLst>
                <a:path extrusionOk="0" h="1558" w="4651">
                  <a:moveTo>
                    <a:pt x="935" y="0"/>
                  </a:moveTo>
                  <a:cubicBezTo>
                    <a:pt x="837" y="214"/>
                    <a:pt x="656" y="377"/>
                    <a:pt x="435" y="457"/>
                  </a:cubicBezTo>
                  <a:lnTo>
                    <a:pt x="0" y="609"/>
                  </a:lnTo>
                  <a:cubicBezTo>
                    <a:pt x="431" y="1174"/>
                    <a:pt x="1311" y="1558"/>
                    <a:pt x="2325" y="1558"/>
                  </a:cubicBezTo>
                  <a:cubicBezTo>
                    <a:pt x="2626" y="1558"/>
                    <a:pt x="2923" y="1522"/>
                    <a:pt x="3216" y="1449"/>
                  </a:cubicBezTo>
                  <a:lnTo>
                    <a:pt x="3683" y="1304"/>
                  </a:lnTo>
                  <a:cubicBezTo>
                    <a:pt x="4093" y="1134"/>
                    <a:pt x="4429" y="895"/>
                    <a:pt x="4650" y="609"/>
                  </a:cubicBezTo>
                  <a:lnTo>
                    <a:pt x="4212" y="457"/>
                  </a:lnTo>
                  <a:cubicBezTo>
                    <a:pt x="3991" y="377"/>
                    <a:pt x="3814" y="214"/>
                    <a:pt x="3716" y="0"/>
                  </a:cubicBezTo>
                  <a:cubicBezTo>
                    <a:pt x="3336" y="156"/>
                    <a:pt x="2854" y="250"/>
                    <a:pt x="2325" y="250"/>
                  </a:cubicBezTo>
                  <a:cubicBezTo>
                    <a:pt x="1793" y="250"/>
                    <a:pt x="1311" y="156"/>
                    <a:pt x="93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88"/>
            <p:cNvSpPr/>
            <p:nvPr/>
          </p:nvSpPr>
          <p:spPr>
            <a:xfrm>
              <a:off x="5923556" y="3550738"/>
              <a:ext cx="49604" cy="16596"/>
            </a:xfrm>
            <a:custGeom>
              <a:rect b="b" l="l" r="r" t="t"/>
              <a:pathLst>
                <a:path extrusionOk="0" h="633" w="1892">
                  <a:moveTo>
                    <a:pt x="293" y="1"/>
                  </a:moveTo>
                  <a:cubicBezTo>
                    <a:pt x="134" y="1"/>
                    <a:pt x="0" y="206"/>
                    <a:pt x="150" y="353"/>
                  </a:cubicBezTo>
                  <a:cubicBezTo>
                    <a:pt x="324" y="527"/>
                    <a:pt x="625" y="632"/>
                    <a:pt x="947" y="632"/>
                  </a:cubicBezTo>
                  <a:cubicBezTo>
                    <a:pt x="1270" y="632"/>
                    <a:pt x="1570" y="527"/>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88"/>
            <p:cNvSpPr/>
            <p:nvPr/>
          </p:nvSpPr>
          <p:spPr>
            <a:xfrm>
              <a:off x="5908796" y="3505172"/>
              <a:ext cx="10644" cy="16386"/>
            </a:xfrm>
            <a:custGeom>
              <a:rect b="b" l="l" r="r" t="t"/>
              <a:pathLst>
                <a:path extrusionOk="0" h="625" w="406">
                  <a:moveTo>
                    <a:pt x="203" y="1"/>
                  </a:moveTo>
                  <a:cubicBezTo>
                    <a:pt x="101" y="1"/>
                    <a:pt x="0" y="69"/>
                    <a:pt x="0" y="204"/>
                  </a:cubicBezTo>
                  <a:lnTo>
                    <a:pt x="0" y="422"/>
                  </a:lnTo>
                  <a:cubicBezTo>
                    <a:pt x="0" y="534"/>
                    <a:pt x="91" y="625"/>
                    <a:pt x="203" y="625"/>
                  </a:cubicBezTo>
                  <a:cubicBezTo>
                    <a:pt x="315" y="625"/>
                    <a:pt x="406" y="534"/>
                    <a:pt x="406" y="422"/>
                  </a:cubicBezTo>
                  <a:lnTo>
                    <a:pt x="406" y="204"/>
                  </a:lnTo>
                  <a:cubicBezTo>
                    <a:pt x="406" y="69"/>
                    <a:pt x="304"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88"/>
            <p:cNvSpPr/>
            <p:nvPr/>
          </p:nvSpPr>
          <p:spPr>
            <a:xfrm>
              <a:off x="5977328" y="3505172"/>
              <a:ext cx="10671" cy="16386"/>
            </a:xfrm>
            <a:custGeom>
              <a:rect b="b" l="l" r="r" t="t"/>
              <a:pathLst>
                <a:path extrusionOk="0" h="625" w="407">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88"/>
            <p:cNvSpPr/>
            <p:nvPr/>
          </p:nvSpPr>
          <p:spPr>
            <a:xfrm>
              <a:off x="5811634" y="3356702"/>
              <a:ext cx="273501" cy="364948"/>
            </a:xfrm>
            <a:custGeom>
              <a:rect b="b" l="l" r="r" t="t"/>
              <a:pathLst>
                <a:path extrusionOk="0" h="13920" w="10432">
                  <a:moveTo>
                    <a:pt x="5763" y="402"/>
                  </a:moveTo>
                  <a:cubicBezTo>
                    <a:pt x="6325" y="402"/>
                    <a:pt x="6810" y="790"/>
                    <a:pt x="6940" y="1337"/>
                  </a:cubicBezTo>
                  <a:cubicBezTo>
                    <a:pt x="6966" y="1446"/>
                    <a:pt x="7048" y="1494"/>
                    <a:pt x="7132" y="1494"/>
                  </a:cubicBezTo>
                  <a:cubicBezTo>
                    <a:pt x="7250" y="1494"/>
                    <a:pt x="7371" y="1398"/>
                    <a:pt x="7335" y="1243"/>
                  </a:cubicBezTo>
                  <a:cubicBezTo>
                    <a:pt x="7320" y="1181"/>
                    <a:pt x="7302" y="1119"/>
                    <a:pt x="7281" y="1058"/>
                  </a:cubicBezTo>
                  <a:lnTo>
                    <a:pt x="8048" y="1058"/>
                  </a:lnTo>
                  <a:cubicBezTo>
                    <a:pt x="8530" y="1069"/>
                    <a:pt x="8914" y="1460"/>
                    <a:pt x="8914" y="1942"/>
                  </a:cubicBezTo>
                  <a:cubicBezTo>
                    <a:pt x="8914" y="2423"/>
                    <a:pt x="8530" y="2818"/>
                    <a:pt x="8048" y="2829"/>
                  </a:cubicBezTo>
                  <a:cubicBezTo>
                    <a:pt x="7777" y="2829"/>
                    <a:pt x="7777" y="3238"/>
                    <a:pt x="8048" y="3238"/>
                  </a:cubicBezTo>
                  <a:cubicBezTo>
                    <a:pt x="8128" y="3234"/>
                    <a:pt x="8204" y="3231"/>
                    <a:pt x="8280" y="3216"/>
                  </a:cubicBezTo>
                  <a:lnTo>
                    <a:pt x="8280" y="3702"/>
                  </a:lnTo>
                  <a:lnTo>
                    <a:pt x="7614" y="3702"/>
                  </a:lnTo>
                  <a:cubicBezTo>
                    <a:pt x="7342" y="3702"/>
                    <a:pt x="7342" y="4107"/>
                    <a:pt x="7614" y="4107"/>
                  </a:cubicBezTo>
                  <a:lnTo>
                    <a:pt x="8280" y="4107"/>
                  </a:lnTo>
                  <a:lnTo>
                    <a:pt x="8280" y="4571"/>
                  </a:lnTo>
                  <a:lnTo>
                    <a:pt x="2152" y="4571"/>
                  </a:lnTo>
                  <a:lnTo>
                    <a:pt x="2152" y="4107"/>
                  </a:lnTo>
                  <a:lnTo>
                    <a:pt x="6741" y="4107"/>
                  </a:lnTo>
                  <a:cubicBezTo>
                    <a:pt x="7013" y="4107"/>
                    <a:pt x="7013" y="3698"/>
                    <a:pt x="6741" y="3698"/>
                  </a:cubicBezTo>
                  <a:lnTo>
                    <a:pt x="2152" y="3698"/>
                  </a:lnTo>
                  <a:lnTo>
                    <a:pt x="2152" y="3213"/>
                  </a:lnTo>
                  <a:cubicBezTo>
                    <a:pt x="2228" y="3227"/>
                    <a:pt x="2304" y="3234"/>
                    <a:pt x="2384" y="3238"/>
                  </a:cubicBezTo>
                  <a:cubicBezTo>
                    <a:pt x="2656" y="3238"/>
                    <a:pt x="2656" y="2829"/>
                    <a:pt x="2384" y="2829"/>
                  </a:cubicBezTo>
                  <a:cubicBezTo>
                    <a:pt x="2377" y="2829"/>
                    <a:pt x="2371" y="2829"/>
                    <a:pt x="2364" y="2829"/>
                  </a:cubicBezTo>
                  <a:cubicBezTo>
                    <a:pt x="1877" y="2829"/>
                    <a:pt x="1479" y="2435"/>
                    <a:pt x="1479" y="1942"/>
                  </a:cubicBezTo>
                  <a:cubicBezTo>
                    <a:pt x="1479" y="1452"/>
                    <a:pt x="1877" y="1058"/>
                    <a:pt x="2364" y="1058"/>
                  </a:cubicBezTo>
                  <a:cubicBezTo>
                    <a:pt x="2371" y="1058"/>
                    <a:pt x="2377" y="1058"/>
                    <a:pt x="2384" y="1058"/>
                  </a:cubicBezTo>
                  <a:lnTo>
                    <a:pt x="3152" y="1058"/>
                  </a:lnTo>
                  <a:cubicBezTo>
                    <a:pt x="3130" y="1119"/>
                    <a:pt x="3112" y="1181"/>
                    <a:pt x="3098" y="1243"/>
                  </a:cubicBezTo>
                  <a:cubicBezTo>
                    <a:pt x="3061" y="1398"/>
                    <a:pt x="3182" y="1494"/>
                    <a:pt x="3302" y="1494"/>
                  </a:cubicBezTo>
                  <a:cubicBezTo>
                    <a:pt x="3386" y="1494"/>
                    <a:pt x="3469" y="1446"/>
                    <a:pt x="3496" y="1337"/>
                  </a:cubicBezTo>
                  <a:cubicBezTo>
                    <a:pt x="3623" y="790"/>
                    <a:pt x="4112" y="402"/>
                    <a:pt x="4673" y="402"/>
                  </a:cubicBezTo>
                  <a:close/>
                  <a:moveTo>
                    <a:pt x="2616" y="4980"/>
                  </a:moveTo>
                  <a:lnTo>
                    <a:pt x="2616" y="4995"/>
                  </a:lnTo>
                  <a:cubicBezTo>
                    <a:pt x="2612" y="5241"/>
                    <a:pt x="2413" y="5444"/>
                    <a:pt x="2163" y="5444"/>
                  </a:cubicBezTo>
                  <a:lnTo>
                    <a:pt x="2149" y="5444"/>
                  </a:lnTo>
                  <a:lnTo>
                    <a:pt x="2149" y="4980"/>
                  </a:lnTo>
                  <a:close/>
                  <a:moveTo>
                    <a:pt x="8280" y="4980"/>
                  </a:moveTo>
                  <a:lnTo>
                    <a:pt x="8280" y="5444"/>
                  </a:lnTo>
                  <a:lnTo>
                    <a:pt x="8266" y="5444"/>
                  </a:lnTo>
                  <a:cubicBezTo>
                    <a:pt x="8019" y="5444"/>
                    <a:pt x="7817" y="5241"/>
                    <a:pt x="7813" y="4995"/>
                  </a:cubicBezTo>
                  <a:lnTo>
                    <a:pt x="7817" y="4980"/>
                  </a:lnTo>
                  <a:close/>
                  <a:moveTo>
                    <a:pt x="7411" y="4980"/>
                  </a:moveTo>
                  <a:lnTo>
                    <a:pt x="7411" y="4991"/>
                  </a:lnTo>
                  <a:cubicBezTo>
                    <a:pt x="7415" y="5465"/>
                    <a:pt x="7799" y="5849"/>
                    <a:pt x="8273" y="5849"/>
                  </a:cubicBezTo>
                  <a:lnTo>
                    <a:pt x="8382" y="5849"/>
                  </a:lnTo>
                  <a:cubicBezTo>
                    <a:pt x="8570" y="5849"/>
                    <a:pt x="8722" y="6001"/>
                    <a:pt x="8722" y="6190"/>
                  </a:cubicBezTo>
                  <a:cubicBezTo>
                    <a:pt x="8722" y="6378"/>
                    <a:pt x="8570" y="6534"/>
                    <a:pt x="8382" y="6534"/>
                  </a:cubicBezTo>
                  <a:lnTo>
                    <a:pt x="8259" y="6534"/>
                  </a:lnTo>
                  <a:lnTo>
                    <a:pt x="8259" y="6519"/>
                  </a:lnTo>
                  <a:cubicBezTo>
                    <a:pt x="8259" y="6384"/>
                    <a:pt x="8156" y="6316"/>
                    <a:pt x="8054" y="6316"/>
                  </a:cubicBezTo>
                  <a:cubicBezTo>
                    <a:pt x="7952" y="6316"/>
                    <a:pt x="7849" y="6384"/>
                    <a:pt x="7849" y="6519"/>
                  </a:cubicBezTo>
                  <a:cubicBezTo>
                    <a:pt x="7849" y="7972"/>
                    <a:pt x="6672" y="9149"/>
                    <a:pt x="5220" y="9149"/>
                  </a:cubicBezTo>
                  <a:cubicBezTo>
                    <a:pt x="3768" y="9149"/>
                    <a:pt x="2591" y="7972"/>
                    <a:pt x="2591" y="6519"/>
                  </a:cubicBezTo>
                  <a:cubicBezTo>
                    <a:pt x="2591" y="6384"/>
                    <a:pt x="2489" y="6316"/>
                    <a:pt x="2388" y="6316"/>
                  </a:cubicBezTo>
                  <a:cubicBezTo>
                    <a:pt x="2286" y="6316"/>
                    <a:pt x="2185" y="6384"/>
                    <a:pt x="2185" y="6519"/>
                  </a:cubicBezTo>
                  <a:lnTo>
                    <a:pt x="2185" y="6534"/>
                  </a:lnTo>
                  <a:lnTo>
                    <a:pt x="2054" y="6534"/>
                  </a:lnTo>
                  <a:cubicBezTo>
                    <a:pt x="1870" y="6534"/>
                    <a:pt x="1714" y="6382"/>
                    <a:pt x="1714" y="6193"/>
                  </a:cubicBezTo>
                  <a:cubicBezTo>
                    <a:pt x="1714" y="6005"/>
                    <a:pt x="1870" y="5853"/>
                    <a:pt x="2054" y="5853"/>
                  </a:cubicBezTo>
                  <a:lnTo>
                    <a:pt x="2163" y="5853"/>
                  </a:lnTo>
                  <a:cubicBezTo>
                    <a:pt x="2638" y="5853"/>
                    <a:pt x="3025" y="5469"/>
                    <a:pt x="3025" y="4995"/>
                  </a:cubicBezTo>
                  <a:lnTo>
                    <a:pt x="3025" y="4980"/>
                  </a:lnTo>
                  <a:close/>
                  <a:moveTo>
                    <a:pt x="8103" y="7465"/>
                  </a:moveTo>
                  <a:cubicBezTo>
                    <a:pt x="8215" y="7552"/>
                    <a:pt x="8280" y="7686"/>
                    <a:pt x="8280" y="7827"/>
                  </a:cubicBezTo>
                  <a:cubicBezTo>
                    <a:pt x="8280" y="7961"/>
                    <a:pt x="8219" y="8084"/>
                    <a:pt x="8117" y="8167"/>
                  </a:cubicBezTo>
                  <a:cubicBezTo>
                    <a:pt x="8063" y="8214"/>
                    <a:pt x="8038" y="8290"/>
                    <a:pt x="8048" y="8363"/>
                  </a:cubicBezTo>
                  <a:cubicBezTo>
                    <a:pt x="8130" y="8807"/>
                    <a:pt x="7774" y="9149"/>
                    <a:pt x="7388" y="9149"/>
                  </a:cubicBezTo>
                  <a:cubicBezTo>
                    <a:pt x="7246" y="9149"/>
                    <a:pt x="7099" y="9102"/>
                    <a:pt x="6969" y="8997"/>
                  </a:cubicBezTo>
                  <a:cubicBezTo>
                    <a:pt x="7502" y="8620"/>
                    <a:pt x="7896" y="8084"/>
                    <a:pt x="8103" y="7465"/>
                  </a:cubicBezTo>
                  <a:close/>
                  <a:moveTo>
                    <a:pt x="2330" y="7468"/>
                  </a:moveTo>
                  <a:cubicBezTo>
                    <a:pt x="2536" y="8084"/>
                    <a:pt x="2931" y="8620"/>
                    <a:pt x="3463" y="8997"/>
                  </a:cubicBezTo>
                  <a:cubicBezTo>
                    <a:pt x="3335" y="9102"/>
                    <a:pt x="3188" y="9150"/>
                    <a:pt x="3043" y="9150"/>
                  </a:cubicBezTo>
                  <a:cubicBezTo>
                    <a:pt x="2697" y="9150"/>
                    <a:pt x="2370" y="8878"/>
                    <a:pt x="2370" y="8482"/>
                  </a:cubicBezTo>
                  <a:lnTo>
                    <a:pt x="2370" y="8479"/>
                  </a:lnTo>
                  <a:cubicBezTo>
                    <a:pt x="2370" y="8439"/>
                    <a:pt x="2373" y="8399"/>
                    <a:pt x="2380" y="8359"/>
                  </a:cubicBezTo>
                  <a:cubicBezTo>
                    <a:pt x="2395" y="8287"/>
                    <a:pt x="2370" y="8214"/>
                    <a:pt x="2312" y="8167"/>
                  </a:cubicBezTo>
                  <a:cubicBezTo>
                    <a:pt x="2091" y="7983"/>
                    <a:pt x="2098" y="7638"/>
                    <a:pt x="2330" y="7468"/>
                  </a:cubicBezTo>
                  <a:close/>
                  <a:moveTo>
                    <a:pt x="6538" y="9254"/>
                  </a:moveTo>
                  <a:lnTo>
                    <a:pt x="6538" y="9764"/>
                  </a:lnTo>
                  <a:cubicBezTo>
                    <a:pt x="6118" y="9935"/>
                    <a:pt x="5669" y="10022"/>
                    <a:pt x="5216" y="10022"/>
                  </a:cubicBezTo>
                  <a:cubicBezTo>
                    <a:pt x="5147" y="10022"/>
                    <a:pt x="5079" y="10022"/>
                    <a:pt x="5010" y="10014"/>
                  </a:cubicBezTo>
                  <a:cubicBezTo>
                    <a:pt x="5005" y="10014"/>
                    <a:pt x="5000" y="10014"/>
                    <a:pt x="4996" y="10014"/>
                  </a:cubicBezTo>
                  <a:cubicBezTo>
                    <a:pt x="4738" y="10014"/>
                    <a:pt x="4721" y="10406"/>
                    <a:pt x="4988" y="10424"/>
                  </a:cubicBezTo>
                  <a:cubicBezTo>
                    <a:pt x="5064" y="10427"/>
                    <a:pt x="5140" y="10431"/>
                    <a:pt x="5216" y="10431"/>
                  </a:cubicBezTo>
                  <a:cubicBezTo>
                    <a:pt x="5680" y="10431"/>
                    <a:pt x="6136" y="10348"/>
                    <a:pt x="6567" y="10188"/>
                  </a:cubicBezTo>
                  <a:cubicBezTo>
                    <a:pt x="6629" y="10380"/>
                    <a:pt x="6777" y="10529"/>
                    <a:pt x="6966" y="10597"/>
                  </a:cubicBezTo>
                  <a:lnTo>
                    <a:pt x="7194" y="10677"/>
                  </a:lnTo>
                  <a:cubicBezTo>
                    <a:pt x="6799" y="11075"/>
                    <a:pt x="6038" y="11329"/>
                    <a:pt x="5216" y="11329"/>
                  </a:cubicBezTo>
                  <a:cubicBezTo>
                    <a:pt x="4391" y="11329"/>
                    <a:pt x="3634" y="11072"/>
                    <a:pt x="3239" y="10677"/>
                  </a:cubicBezTo>
                  <a:lnTo>
                    <a:pt x="3467" y="10597"/>
                  </a:lnTo>
                  <a:cubicBezTo>
                    <a:pt x="3655" y="10529"/>
                    <a:pt x="3804" y="10380"/>
                    <a:pt x="3865" y="10188"/>
                  </a:cubicBezTo>
                  <a:cubicBezTo>
                    <a:pt x="3931" y="10214"/>
                    <a:pt x="3999" y="10235"/>
                    <a:pt x="4068" y="10257"/>
                  </a:cubicBezTo>
                  <a:cubicBezTo>
                    <a:pt x="4092" y="10264"/>
                    <a:pt x="4114" y="10268"/>
                    <a:pt x="4135" y="10268"/>
                  </a:cubicBezTo>
                  <a:cubicBezTo>
                    <a:pt x="4345" y="10268"/>
                    <a:pt x="4425" y="9938"/>
                    <a:pt x="4188" y="9866"/>
                  </a:cubicBezTo>
                  <a:cubicBezTo>
                    <a:pt x="4090" y="9837"/>
                    <a:pt x="3992" y="9801"/>
                    <a:pt x="3894" y="9764"/>
                  </a:cubicBezTo>
                  <a:lnTo>
                    <a:pt x="3894" y="9254"/>
                  </a:lnTo>
                  <a:cubicBezTo>
                    <a:pt x="4313" y="9457"/>
                    <a:pt x="4765" y="9558"/>
                    <a:pt x="5218" y="9558"/>
                  </a:cubicBezTo>
                  <a:cubicBezTo>
                    <a:pt x="5670" y="9558"/>
                    <a:pt x="6122" y="9457"/>
                    <a:pt x="6538" y="9254"/>
                  </a:cubicBezTo>
                  <a:close/>
                  <a:moveTo>
                    <a:pt x="4662" y="0"/>
                  </a:moveTo>
                  <a:cubicBezTo>
                    <a:pt x="4152" y="0"/>
                    <a:pt x="3671" y="242"/>
                    <a:pt x="3369" y="652"/>
                  </a:cubicBezTo>
                  <a:lnTo>
                    <a:pt x="2384" y="652"/>
                  </a:lnTo>
                  <a:cubicBezTo>
                    <a:pt x="1797" y="652"/>
                    <a:pt x="1283" y="1047"/>
                    <a:pt x="1131" y="1616"/>
                  </a:cubicBezTo>
                  <a:cubicBezTo>
                    <a:pt x="982" y="2184"/>
                    <a:pt x="1232" y="2778"/>
                    <a:pt x="1743" y="3072"/>
                  </a:cubicBezTo>
                  <a:lnTo>
                    <a:pt x="1743" y="5516"/>
                  </a:lnTo>
                  <a:cubicBezTo>
                    <a:pt x="1424" y="5661"/>
                    <a:pt x="1250" y="6012"/>
                    <a:pt x="1327" y="6356"/>
                  </a:cubicBezTo>
                  <a:cubicBezTo>
                    <a:pt x="1399" y="6697"/>
                    <a:pt x="1703" y="6943"/>
                    <a:pt x="2054" y="6943"/>
                  </a:cubicBezTo>
                  <a:lnTo>
                    <a:pt x="2207" y="6943"/>
                  </a:lnTo>
                  <a:cubicBezTo>
                    <a:pt x="2214" y="6983"/>
                    <a:pt x="2221" y="7019"/>
                    <a:pt x="2225" y="7059"/>
                  </a:cubicBezTo>
                  <a:cubicBezTo>
                    <a:pt x="1710" y="7305"/>
                    <a:pt x="1580" y="7979"/>
                    <a:pt x="1964" y="8403"/>
                  </a:cubicBezTo>
                  <a:cubicBezTo>
                    <a:pt x="1960" y="8428"/>
                    <a:pt x="1960" y="8457"/>
                    <a:pt x="1960" y="8482"/>
                  </a:cubicBezTo>
                  <a:cubicBezTo>
                    <a:pt x="1960" y="9104"/>
                    <a:pt x="2471" y="9561"/>
                    <a:pt x="3035" y="9561"/>
                  </a:cubicBezTo>
                  <a:cubicBezTo>
                    <a:pt x="3184" y="9561"/>
                    <a:pt x="3337" y="9529"/>
                    <a:pt x="3485" y="9460"/>
                  </a:cubicBezTo>
                  <a:lnTo>
                    <a:pt x="3485" y="9996"/>
                  </a:lnTo>
                  <a:cubicBezTo>
                    <a:pt x="3485" y="10094"/>
                    <a:pt x="3424" y="10181"/>
                    <a:pt x="3333" y="10214"/>
                  </a:cubicBezTo>
                  <a:lnTo>
                    <a:pt x="1008" y="11036"/>
                  </a:lnTo>
                  <a:cubicBezTo>
                    <a:pt x="403" y="11249"/>
                    <a:pt x="1" y="11818"/>
                    <a:pt x="1" y="12459"/>
                  </a:cubicBezTo>
                  <a:lnTo>
                    <a:pt x="1" y="13716"/>
                  </a:lnTo>
                  <a:cubicBezTo>
                    <a:pt x="1" y="13852"/>
                    <a:pt x="102" y="13919"/>
                    <a:pt x="204" y="13919"/>
                  </a:cubicBezTo>
                  <a:cubicBezTo>
                    <a:pt x="305" y="13919"/>
                    <a:pt x="407" y="13852"/>
                    <a:pt x="407" y="13716"/>
                  </a:cubicBezTo>
                  <a:lnTo>
                    <a:pt x="407" y="12459"/>
                  </a:lnTo>
                  <a:cubicBezTo>
                    <a:pt x="407" y="12329"/>
                    <a:pt x="432" y="12195"/>
                    <a:pt x="479" y="12071"/>
                  </a:cubicBezTo>
                  <a:lnTo>
                    <a:pt x="1511" y="12955"/>
                  </a:lnTo>
                  <a:cubicBezTo>
                    <a:pt x="1660" y="13082"/>
                    <a:pt x="1743" y="13267"/>
                    <a:pt x="1743" y="13462"/>
                  </a:cubicBezTo>
                  <a:lnTo>
                    <a:pt x="1743" y="13716"/>
                  </a:lnTo>
                  <a:cubicBezTo>
                    <a:pt x="1743" y="13852"/>
                    <a:pt x="1844" y="13919"/>
                    <a:pt x="1946" y="13919"/>
                  </a:cubicBezTo>
                  <a:cubicBezTo>
                    <a:pt x="2047" y="13919"/>
                    <a:pt x="2149" y="13852"/>
                    <a:pt x="2149" y="13716"/>
                  </a:cubicBezTo>
                  <a:lnTo>
                    <a:pt x="2149" y="13462"/>
                  </a:lnTo>
                  <a:cubicBezTo>
                    <a:pt x="2149" y="13147"/>
                    <a:pt x="2015" y="12850"/>
                    <a:pt x="1776" y="12647"/>
                  </a:cubicBezTo>
                  <a:lnTo>
                    <a:pt x="693" y="11720"/>
                  </a:lnTo>
                  <a:cubicBezTo>
                    <a:pt x="816" y="11583"/>
                    <a:pt x="972" y="11481"/>
                    <a:pt x="1142" y="11420"/>
                  </a:cubicBezTo>
                  <a:lnTo>
                    <a:pt x="2822" y="10829"/>
                  </a:lnTo>
                  <a:cubicBezTo>
                    <a:pt x="3264" y="11387"/>
                    <a:pt x="4184" y="11742"/>
                    <a:pt x="5216" y="11742"/>
                  </a:cubicBezTo>
                  <a:cubicBezTo>
                    <a:pt x="5582" y="11742"/>
                    <a:pt x="5948" y="11695"/>
                    <a:pt x="6299" y="11601"/>
                  </a:cubicBezTo>
                  <a:lnTo>
                    <a:pt x="6343" y="11644"/>
                  </a:lnTo>
                  <a:cubicBezTo>
                    <a:pt x="6466" y="11767"/>
                    <a:pt x="6538" y="11937"/>
                    <a:pt x="6538" y="12115"/>
                  </a:cubicBezTo>
                  <a:lnTo>
                    <a:pt x="6538" y="13716"/>
                  </a:lnTo>
                  <a:cubicBezTo>
                    <a:pt x="6538" y="13852"/>
                    <a:pt x="6640" y="13919"/>
                    <a:pt x="6741" y="13919"/>
                  </a:cubicBezTo>
                  <a:cubicBezTo>
                    <a:pt x="6842" y="13919"/>
                    <a:pt x="6944" y="13852"/>
                    <a:pt x="6944" y="13716"/>
                  </a:cubicBezTo>
                  <a:lnTo>
                    <a:pt x="6944" y="12115"/>
                  </a:lnTo>
                  <a:cubicBezTo>
                    <a:pt x="6944" y="11876"/>
                    <a:pt x="6864" y="11644"/>
                    <a:pt x="6719" y="11459"/>
                  </a:cubicBezTo>
                  <a:cubicBezTo>
                    <a:pt x="7092" y="11304"/>
                    <a:pt x="7404" y="11086"/>
                    <a:pt x="7607" y="10829"/>
                  </a:cubicBezTo>
                  <a:lnTo>
                    <a:pt x="9287" y="11420"/>
                  </a:lnTo>
                  <a:cubicBezTo>
                    <a:pt x="9457" y="11481"/>
                    <a:pt x="9613" y="11583"/>
                    <a:pt x="9736" y="11720"/>
                  </a:cubicBezTo>
                  <a:lnTo>
                    <a:pt x="8653" y="12647"/>
                  </a:lnTo>
                  <a:cubicBezTo>
                    <a:pt x="8414" y="12850"/>
                    <a:pt x="8280" y="13147"/>
                    <a:pt x="8277" y="13462"/>
                  </a:cubicBezTo>
                  <a:lnTo>
                    <a:pt x="8277" y="13716"/>
                  </a:lnTo>
                  <a:cubicBezTo>
                    <a:pt x="8277" y="13852"/>
                    <a:pt x="8379" y="13919"/>
                    <a:pt x="8481" y="13919"/>
                  </a:cubicBezTo>
                  <a:cubicBezTo>
                    <a:pt x="8584" y="13919"/>
                    <a:pt x="8686" y="13852"/>
                    <a:pt x="8686" y="13716"/>
                  </a:cubicBezTo>
                  <a:lnTo>
                    <a:pt x="8686" y="13462"/>
                  </a:lnTo>
                  <a:cubicBezTo>
                    <a:pt x="8686" y="13267"/>
                    <a:pt x="8769" y="13082"/>
                    <a:pt x="8918" y="12955"/>
                  </a:cubicBezTo>
                  <a:lnTo>
                    <a:pt x="9950" y="12071"/>
                  </a:lnTo>
                  <a:cubicBezTo>
                    <a:pt x="9997" y="12195"/>
                    <a:pt x="10022" y="12329"/>
                    <a:pt x="10022" y="12459"/>
                  </a:cubicBezTo>
                  <a:lnTo>
                    <a:pt x="10022" y="13716"/>
                  </a:lnTo>
                  <a:cubicBezTo>
                    <a:pt x="10022" y="13852"/>
                    <a:pt x="10124" y="13919"/>
                    <a:pt x="10225" y="13919"/>
                  </a:cubicBezTo>
                  <a:cubicBezTo>
                    <a:pt x="10327" y="13919"/>
                    <a:pt x="10428" y="13852"/>
                    <a:pt x="10428" y="13716"/>
                  </a:cubicBezTo>
                  <a:lnTo>
                    <a:pt x="10428" y="12459"/>
                  </a:lnTo>
                  <a:cubicBezTo>
                    <a:pt x="10432" y="11818"/>
                    <a:pt x="10026" y="11249"/>
                    <a:pt x="9425" y="11032"/>
                  </a:cubicBezTo>
                  <a:lnTo>
                    <a:pt x="7100" y="10214"/>
                  </a:lnTo>
                  <a:cubicBezTo>
                    <a:pt x="7009" y="10181"/>
                    <a:pt x="6944" y="10090"/>
                    <a:pt x="6944" y="9993"/>
                  </a:cubicBezTo>
                  <a:lnTo>
                    <a:pt x="6944" y="9460"/>
                  </a:lnTo>
                  <a:cubicBezTo>
                    <a:pt x="7093" y="9529"/>
                    <a:pt x="7246" y="9561"/>
                    <a:pt x="7395" y="9561"/>
                  </a:cubicBezTo>
                  <a:cubicBezTo>
                    <a:pt x="7962" y="9561"/>
                    <a:pt x="8472" y="9104"/>
                    <a:pt x="8472" y="8482"/>
                  </a:cubicBezTo>
                  <a:cubicBezTo>
                    <a:pt x="8472" y="8457"/>
                    <a:pt x="8472" y="8428"/>
                    <a:pt x="8469" y="8403"/>
                  </a:cubicBezTo>
                  <a:cubicBezTo>
                    <a:pt x="8852" y="7979"/>
                    <a:pt x="8718" y="7305"/>
                    <a:pt x="8204" y="7059"/>
                  </a:cubicBezTo>
                  <a:cubicBezTo>
                    <a:pt x="8211" y="7019"/>
                    <a:pt x="8219" y="6983"/>
                    <a:pt x="8222" y="6943"/>
                  </a:cubicBezTo>
                  <a:lnTo>
                    <a:pt x="8378" y="6943"/>
                  </a:lnTo>
                  <a:cubicBezTo>
                    <a:pt x="8729" y="6943"/>
                    <a:pt x="9034" y="6697"/>
                    <a:pt x="9106" y="6356"/>
                  </a:cubicBezTo>
                  <a:cubicBezTo>
                    <a:pt x="9182" y="6012"/>
                    <a:pt x="9008" y="5661"/>
                    <a:pt x="8689" y="5516"/>
                  </a:cubicBezTo>
                  <a:lnTo>
                    <a:pt x="8689" y="3072"/>
                  </a:lnTo>
                  <a:cubicBezTo>
                    <a:pt x="9200" y="2778"/>
                    <a:pt x="9450" y="2184"/>
                    <a:pt x="9298" y="1616"/>
                  </a:cubicBezTo>
                  <a:cubicBezTo>
                    <a:pt x="9149" y="1047"/>
                    <a:pt x="8635" y="652"/>
                    <a:pt x="8048" y="652"/>
                  </a:cubicBezTo>
                  <a:lnTo>
                    <a:pt x="7063" y="652"/>
                  </a:lnTo>
                  <a:cubicBezTo>
                    <a:pt x="6758" y="242"/>
                    <a:pt x="6281" y="0"/>
                    <a:pt x="5771" y="0"/>
                  </a:cubicBezTo>
                  <a:cubicBezTo>
                    <a:pt x="5767" y="0"/>
                    <a:pt x="5763" y="0"/>
                    <a:pt x="5760" y="0"/>
                  </a:cubicBezTo>
                  <a:lnTo>
                    <a:pt x="4673" y="0"/>
                  </a:lnTo>
                  <a:cubicBezTo>
                    <a:pt x="4669" y="0"/>
                    <a:pt x="4665" y="0"/>
                    <a:pt x="4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4" name="Google Shape;18724;p88"/>
          <p:cNvGrpSpPr/>
          <p:nvPr/>
        </p:nvGrpSpPr>
        <p:grpSpPr>
          <a:xfrm>
            <a:off x="4905793" y="2894802"/>
            <a:ext cx="284879" cy="365105"/>
            <a:chOff x="4905793" y="2894802"/>
            <a:chExt cx="284879" cy="365105"/>
          </a:xfrm>
        </p:grpSpPr>
        <p:sp>
          <p:nvSpPr>
            <p:cNvPr id="18725" name="Google Shape;18725;p88"/>
            <p:cNvSpPr/>
            <p:nvPr/>
          </p:nvSpPr>
          <p:spPr>
            <a:xfrm>
              <a:off x="4911115" y="3100243"/>
              <a:ext cx="274261" cy="154211"/>
            </a:xfrm>
            <a:custGeom>
              <a:rect b="b" l="l" r="r" t="t"/>
              <a:pathLst>
                <a:path extrusionOk="0" h="5882" w="10461">
                  <a:moveTo>
                    <a:pt x="3706" y="0"/>
                  </a:moveTo>
                  <a:lnTo>
                    <a:pt x="3706" y="1036"/>
                  </a:lnTo>
                  <a:cubicBezTo>
                    <a:pt x="3706" y="1326"/>
                    <a:pt x="3514" y="1579"/>
                    <a:pt x="3235" y="1662"/>
                  </a:cubicBezTo>
                  <a:lnTo>
                    <a:pt x="939" y="2336"/>
                  </a:lnTo>
                  <a:cubicBezTo>
                    <a:pt x="381" y="2503"/>
                    <a:pt x="1" y="3013"/>
                    <a:pt x="1" y="3593"/>
                  </a:cubicBezTo>
                  <a:lnTo>
                    <a:pt x="1" y="5882"/>
                  </a:lnTo>
                  <a:lnTo>
                    <a:pt x="10460" y="5882"/>
                  </a:lnTo>
                  <a:lnTo>
                    <a:pt x="10460" y="3593"/>
                  </a:lnTo>
                  <a:cubicBezTo>
                    <a:pt x="10460" y="3010"/>
                    <a:pt x="10080" y="2499"/>
                    <a:pt x="9522" y="2336"/>
                  </a:cubicBezTo>
                  <a:lnTo>
                    <a:pt x="7226" y="1662"/>
                  </a:lnTo>
                  <a:cubicBezTo>
                    <a:pt x="6947" y="1579"/>
                    <a:pt x="6755" y="1326"/>
                    <a:pt x="6755" y="1036"/>
                  </a:cubicBezTo>
                  <a:lnTo>
                    <a:pt x="675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88"/>
            <p:cNvSpPr/>
            <p:nvPr/>
          </p:nvSpPr>
          <p:spPr>
            <a:xfrm>
              <a:off x="4911115" y="3142584"/>
              <a:ext cx="274340" cy="111870"/>
            </a:xfrm>
            <a:custGeom>
              <a:rect b="b" l="l" r="r" t="t"/>
              <a:pathLst>
                <a:path extrusionOk="0" h="4267" w="10464">
                  <a:moveTo>
                    <a:pt x="3347" y="0"/>
                  </a:moveTo>
                  <a:cubicBezTo>
                    <a:pt x="3311" y="18"/>
                    <a:pt x="3275" y="37"/>
                    <a:pt x="3235" y="47"/>
                  </a:cubicBezTo>
                  <a:lnTo>
                    <a:pt x="939" y="721"/>
                  </a:lnTo>
                  <a:cubicBezTo>
                    <a:pt x="381" y="888"/>
                    <a:pt x="1" y="1398"/>
                    <a:pt x="1" y="1978"/>
                  </a:cubicBezTo>
                  <a:lnTo>
                    <a:pt x="1" y="4267"/>
                  </a:lnTo>
                  <a:lnTo>
                    <a:pt x="10464" y="4267"/>
                  </a:lnTo>
                  <a:lnTo>
                    <a:pt x="10464" y="1978"/>
                  </a:lnTo>
                  <a:cubicBezTo>
                    <a:pt x="10460" y="1395"/>
                    <a:pt x="10080" y="884"/>
                    <a:pt x="9522" y="721"/>
                  </a:cubicBezTo>
                  <a:lnTo>
                    <a:pt x="7226" y="47"/>
                  </a:lnTo>
                  <a:cubicBezTo>
                    <a:pt x="7186" y="37"/>
                    <a:pt x="7150" y="18"/>
                    <a:pt x="7117" y="0"/>
                  </a:cubicBezTo>
                  <a:lnTo>
                    <a:pt x="5230" y="344"/>
                  </a:lnTo>
                  <a:lnTo>
                    <a:pt x="33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88"/>
            <p:cNvSpPr/>
            <p:nvPr/>
          </p:nvSpPr>
          <p:spPr>
            <a:xfrm>
              <a:off x="4970261" y="3142584"/>
              <a:ext cx="155758" cy="49839"/>
            </a:xfrm>
            <a:custGeom>
              <a:rect b="b" l="l" r="r" t="t"/>
              <a:pathLst>
                <a:path extrusionOk="0" h="1901" w="5941">
                  <a:moveTo>
                    <a:pt x="1087" y="0"/>
                  </a:moveTo>
                  <a:cubicBezTo>
                    <a:pt x="1051" y="18"/>
                    <a:pt x="1015" y="37"/>
                    <a:pt x="975" y="47"/>
                  </a:cubicBezTo>
                  <a:lnTo>
                    <a:pt x="1" y="334"/>
                  </a:lnTo>
                  <a:lnTo>
                    <a:pt x="1" y="341"/>
                  </a:lnTo>
                  <a:cubicBezTo>
                    <a:pt x="48" y="486"/>
                    <a:pt x="135" y="612"/>
                    <a:pt x="251" y="714"/>
                  </a:cubicBezTo>
                  <a:lnTo>
                    <a:pt x="1334" y="1637"/>
                  </a:lnTo>
                  <a:cubicBezTo>
                    <a:pt x="1540" y="1815"/>
                    <a:pt x="1792" y="1901"/>
                    <a:pt x="2043" y="1901"/>
                  </a:cubicBezTo>
                  <a:cubicBezTo>
                    <a:pt x="2362" y="1901"/>
                    <a:pt x="2678" y="1762"/>
                    <a:pt x="2895" y="1492"/>
                  </a:cubicBezTo>
                  <a:lnTo>
                    <a:pt x="2974" y="1391"/>
                  </a:lnTo>
                  <a:lnTo>
                    <a:pt x="3054" y="1492"/>
                  </a:lnTo>
                  <a:cubicBezTo>
                    <a:pt x="3269" y="1762"/>
                    <a:pt x="3584" y="1901"/>
                    <a:pt x="3902" y="1901"/>
                  </a:cubicBezTo>
                  <a:cubicBezTo>
                    <a:pt x="4153" y="1901"/>
                    <a:pt x="4405" y="1815"/>
                    <a:pt x="4611" y="1637"/>
                  </a:cubicBezTo>
                  <a:lnTo>
                    <a:pt x="5694" y="714"/>
                  </a:lnTo>
                  <a:cubicBezTo>
                    <a:pt x="5807" y="612"/>
                    <a:pt x="5893" y="486"/>
                    <a:pt x="5941" y="341"/>
                  </a:cubicBezTo>
                  <a:lnTo>
                    <a:pt x="5941" y="334"/>
                  </a:lnTo>
                  <a:lnTo>
                    <a:pt x="4966" y="47"/>
                  </a:lnTo>
                  <a:cubicBezTo>
                    <a:pt x="4926" y="37"/>
                    <a:pt x="4890" y="18"/>
                    <a:pt x="4854" y="0"/>
                  </a:cubicBezTo>
                  <a:lnTo>
                    <a:pt x="2971" y="344"/>
                  </a:lnTo>
                  <a:lnTo>
                    <a:pt x="1087"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88"/>
            <p:cNvSpPr/>
            <p:nvPr/>
          </p:nvSpPr>
          <p:spPr>
            <a:xfrm>
              <a:off x="5008146" y="3100243"/>
              <a:ext cx="80094" cy="28551"/>
            </a:xfrm>
            <a:custGeom>
              <a:rect b="b" l="l" r="r" t="t"/>
              <a:pathLst>
                <a:path extrusionOk="0" h="1089" w="3055">
                  <a:moveTo>
                    <a:pt x="1" y="0"/>
                  </a:moveTo>
                  <a:lnTo>
                    <a:pt x="1" y="703"/>
                  </a:lnTo>
                  <a:cubicBezTo>
                    <a:pt x="477" y="960"/>
                    <a:pt x="1002" y="1088"/>
                    <a:pt x="1528" y="1088"/>
                  </a:cubicBezTo>
                  <a:cubicBezTo>
                    <a:pt x="2053" y="1088"/>
                    <a:pt x="2578" y="960"/>
                    <a:pt x="3054" y="703"/>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88"/>
            <p:cNvSpPr/>
            <p:nvPr/>
          </p:nvSpPr>
          <p:spPr>
            <a:xfrm>
              <a:off x="4951096" y="2951537"/>
              <a:ext cx="194298" cy="160215"/>
            </a:xfrm>
            <a:custGeom>
              <a:rect b="b" l="l" r="r" t="t"/>
              <a:pathLst>
                <a:path extrusionOk="0" h="6111" w="7411">
                  <a:moveTo>
                    <a:pt x="870" y="0"/>
                  </a:moveTo>
                  <a:lnTo>
                    <a:pt x="870" y="2402"/>
                  </a:lnTo>
                  <a:lnTo>
                    <a:pt x="544" y="2402"/>
                  </a:lnTo>
                  <a:cubicBezTo>
                    <a:pt x="243" y="2402"/>
                    <a:pt x="0" y="2644"/>
                    <a:pt x="0" y="2945"/>
                  </a:cubicBezTo>
                  <a:cubicBezTo>
                    <a:pt x="0" y="3246"/>
                    <a:pt x="243" y="3492"/>
                    <a:pt x="544" y="3492"/>
                  </a:cubicBezTo>
                  <a:lnTo>
                    <a:pt x="880" y="3492"/>
                  </a:lnTo>
                  <a:cubicBezTo>
                    <a:pt x="993" y="4969"/>
                    <a:pt x="2224" y="6110"/>
                    <a:pt x="3705" y="6110"/>
                  </a:cubicBezTo>
                  <a:cubicBezTo>
                    <a:pt x="5187" y="6110"/>
                    <a:pt x="6414" y="4969"/>
                    <a:pt x="6527" y="3492"/>
                  </a:cubicBezTo>
                  <a:lnTo>
                    <a:pt x="6864" y="3492"/>
                  </a:lnTo>
                  <a:cubicBezTo>
                    <a:pt x="7164" y="3492"/>
                    <a:pt x="7410" y="3246"/>
                    <a:pt x="7410" y="2945"/>
                  </a:cubicBezTo>
                  <a:cubicBezTo>
                    <a:pt x="7410" y="2644"/>
                    <a:pt x="7164" y="2402"/>
                    <a:pt x="6864" y="2402"/>
                  </a:cubicBezTo>
                  <a:lnTo>
                    <a:pt x="6538" y="2402"/>
                  </a:lnTo>
                  <a:lnTo>
                    <a:pt x="653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88"/>
            <p:cNvSpPr/>
            <p:nvPr/>
          </p:nvSpPr>
          <p:spPr>
            <a:xfrm>
              <a:off x="4951096" y="2951642"/>
              <a:ext cx="148522" cy="160110"/>
            </a:xfrm>
            <a:custGeom>
              <a:rect b="b" l="l" r="r" t="t"/>
              <a:pathLst>
                <a:path extrusionOk="0" h="6107" w="5665">
                  <a:moveTo>
                    <a:pt x="870" y="0"/>
                  </a:moveTo>
                  <a:lnTo>
                    <a:pt x="870" y="2398"/>
                  </a:lnTo>
                  <a:lnTo>
                    <a:pt x="544" y="2398"/>
                  </a:lnTo>
                  <a:cubicBezTo>
                    <a:pt x="243" y="2398"/>
                    <a:pt x="0" y="2644"/>
                    <a:pt x="0" y="2945"/>
                  </a:cubicBezTo>
                  <a:cubicBezTo>
                    <a:pt x="0" y="3245"/>
                    <a:pt x="243" y="3488"/>
                    <a:pt x="544" y="3488"/>
                  </a:cubicBezTo>
                  <a:lnTo>
                    <a:pt x="880" y="3488"/>
                  </a:lnTo>
                  <a:cubicBezTo>
                    <a:pt x="985" y="4985"/>
                    <a:pt x="2236" y="6107"/>
                    <a:pt x="3686" y="6107"/>
                  </a:cubicBezTo>
                  <a:cubicBezTo>
                    <a:pt x="3835" y="6107"/>
                    <a:pt x="3987" y="6095"/>
                    <a:pt x="4140" y="6070"/>
                  </a:cubicBezTo>
                  <a:cubicBezTo>
                    <a:pt x="2760" y="5856"/>
                    <a:pt x="1742" y="4668"/>
                    <a:pt x="1742" y="3274"/>
                  </a:cubicBezTo>
                  <a:lnTo>
                    <a:pt x="1742" y="1963"/>
                  </a:lnTo>
                  <a:cubicBezTo>
                    <a:pt x="1742" y="1481"/>
                    <a:pt x="2134" y="1094"/>
                    <a:pt x="2615" y="1094"/>
                  </a:cubicBezTo>
                  <a:lnTo>
                    <a:pt x="5230" y="1094"/>
                  </a:lnTo>
                  <a:cubicBezTo>
                    <a:pt x="5469" y="1094"/>
                    <a:pt x="5665" y="898"/>
                    <a:pt x="5665" y="656"/>
                  </a:cubicBezTo>
                  <a:lnTo>
                    <a:pt x="5665" y="4"/>
                  </a:lnTo>
                  <a:lnTo>
                    <a:pt x="87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88"/>
            <p:cNvSpPr/>
            <p:nvPr/>
          </p:nvSpPr>
          <p:spPr>
            <a:xfrm>
              <a:off x="4986123" y="3125228"/>
              <a:ext cx="62135" cy="50023"/>
            </a:xfrm>
            <a:custGeom>
              <a:rect b="b" l="l" r="r" t="t"/>
              <a:pathLst>
                <a:path extrusionOk="0" h="1908" w="2370">
                  <a:moveTo>
                    <a:pt x="503" y="0"/>
                  </a:moveTo>
                  <a:cubicBezTo>
                    <a:pt x="423" y="0"/>
                    <a:pt x="346" y="44"/>
                    <a:pt x="309" y="119"/>
                  </a:cubicBezTo>
                  <a:lnTo>
                    <a:pt x="37" y="666"/>
                  </a:lnTo>
                  <a:cubicBezTo>
                    <a:pt x="1" y="738"/>
                    <a:pt x="15" y="825"/>
                    <a:pt x="77" y="880"/>
                  </a:cubicBezTo>
                  <a:lnTo>
                    <a:pt x="1156" y="1803"/>
                  </a:lnTo>
                  <a:cubicBezTo>
                    <a:pt x="1239" y="1873"/>
                    <a:pt x="1340" y="1908"/>
                    <a:pt x="1441" y="1908"/>
                  </a:cubicBezTo>
                  <a:cubicBezTo>
                    <a:pt x="1569" y="1908"/>
                    <a:pt x="1696" y="1853"/>
                    <a:pt x="1783" y="1745"/>
                  </a:cubicBezTo>
                  <a:lnTo>
                    <a:pt x="2369" y="1006"/>
                  </a:lnTo>
                  <a:lnTo>
                    <a:pt x="609" y="29"/>
                  </a:lnTo>
                  <a:cubicBezTo>
                    <a:pt x="575" y="9"/>
                    <a:pt x="539" y="0"/>
                    <a:pt x="50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88"/>
            <p:cNvSpPr/>
            <p:nvPr/>
          </p:nvSpPr>
          <p:spPr>
            <a:xfrm>
              <a:off x="5048232" y="3125228"/>
              <a:ext cx="62109" cy="50023"/>
            </a:xfrm>
            <a:custGeom>
              <a:rect b="b" l="l" r="r" t="t"/>
              <a:pathLst>
                <a:path extrusionOk="0" h="1908" w="2369">
                  <a:moveTo>
                    <a:pt x="1867" y="0"/>
                  </a:moveTo>
                  <a:cubicBezTo>
                    <a:pt x="1831" y="0"/>
                    <a:pt x="1794" y="9"/>
                    <a:pt x="1761" y="29"/>
                  </a:cubicBezTo>
                  <a:lnTo>
                    <a:pt x="0" y="1006"/>
                  </a:lnTo>
                  <a:lnTo>
                    <a:pt x="587" y="1745"/>
                  </a:lnTo>
                  <a:cubicBezTo>
                    <a:pt x="674" y="1853"/>
                    <a:pt x="801" y="1908"/>
                    <a:pt x="928" y="1908"/>
                  </a:cubicBezTo>
                  <a:cubicBezTo>
                    <a:pt x="1028" y="1908"/>
                    <a:pt x="1129" y="1873"/>
                    <a:pt x="1210" y="1803"/>
                  </a:cubicBezTo>
                  <a:lnTo>
                    <a:pt x="2289" y="880"/>
                  </a:lnTo>
                  <a:cubicBezTo>
                    <a:pt x="2351" y="825"/>
                    <a:pt x="2369" y="738"/>
                    <a:pt x="2333" y="666"/>
                  </a:cubicBezTo>
                  <a:lnTo>
                    <a:pt x="2061" y="119"/>
                  </a:lnTo>
                  <a:cubicBezTo>
                    <a:pt x="2024" y="44"/>
                    <a:pt x="1947" y="0"/>
                    <a:pt x="186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88"/>
            <p:cNvSpPr/>
            <p:nvPr/>
          </p:nvSpPr>
          <p:spPr>
            <a:xfrm>
              <a:off x="5022487" y="3052081"/>
              <a:ext cx="51413" cy="22914"/>
            </a:xfrm>
            <a:custGeom>
              <a:rect b="b" l="l" r="r" t="t"/>
              <a:pathLst>
                <a:path extrusionOk="0" h="874" w="1961">
                  <a:moveTo>
                    <a:pt x="1" y="1"/>
                  </a:moveTo>
                  <a:cubicBezTo>
                    <a:pt x="1" y="483"/>
                    <a:pt x="439" y="874"/>
                    <a:pt x="982" y="874"/>
                  </a:cubicBezTo>
                  <a:cubicBezTo>
                    <a:pt x="1522" y="874"/>
                    <a:pt x="1960" y="483"/>
                    <a:pt x="19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88"/>
            <p:cNvSpPr/>
            <p:nvPr/>
          </p:nvSpPr>
          <p:spPr>
            <a:xfrm>
              <a:off x="4953273" y="2945927"/>
              <a:ext cx="189841" cy="71443"/>
            </a:xfrm>
            <a:custGeom>
              <a:rect b="b" l="l" r="r" t="t"/>
              <a:pathLst>
                <a:path extrusionOk="0" h="2725" w="7241">
                  <a:moveTo>
                    <a:pt x="1178" y="1"/>
                  </a:moveTo>
                  <a:cubicBezTo>
                    <a:pt x="515" y="1"/>
                    <a:pt x="1" y="374"/>
                    <a:pt x="102" y="1033"/>
                  </a:cubicBezTo>
                  <a:lnTo>
                    <a:pt x="352" y="2724"/>
                  </a:lnTo>
                  <a:lnTo>
                    <a:pt x="841" y="2663"/>
                  </a:lnTo>
                  <a:cubicBezTo>
                    <a:pt x="1058" y="2634"/>
                    <a:pt x="1225" y="2449"/>
                    <a:pt x="1225" y="2228"/>
                  </a:cubicBezTo>
                  <a:lnTo>
                    <a:pt x="1225" y="653"/>
                  </a:lnTo>
                  <a:lnTo>
                    <a:pt x="6020" y="653"/>
                  </a:lnTo>
                  <a:lnTo>
                    <a:pt x="6020" y="2228"/>
                  </a:lnTo>
                  <a:cubicBezTo>
                    <a:pt x="6020" y="2449"/>
                    <a:pt x="6183" y="2634"/>
                    <a:pt x="6400" y="2663"/>
                  </a:cubicBezTo>
                  <a:lnTo>
                    <a:pt x="6889" y="2724"/>
                  </a:lnTo>
                  <a:lnTo>
                    <a:pt x="7143" y="1033"/>
                  </a:lnTo>
                  <a:cubicBezTo>
                    <a:pt x="7240" y="374"/>
                    <a:pt x="6730" y="1"/>
                    <a:pt x="60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88"/>
            <p:cNvSpPr/>
            <p:nvPr/>
          </p:nvSpPr>
          <p:spPr>
            <a:xfrm>
              <a:off x="4945302" y="3203068"/>
              <a:ext cx="17199" cy="51386"/>
            </a:xfrm>
            <a:custGeom>
              <a:rect b="b" l="l" r="r" t="t"/>
              <a:pathLst>
                <a:path extrusionOk="0" h="1960" w="656">
                  <a:moveTo>
                    <a:pt x="656" y="0"/>
                  </a:moveTo>
                  <a:cubicBezTo>
                    <a:pt x="294" y="0"/>
                    <a:pt x="4" y="290"/>
                    <a:pt x="0" y="652"/>
                  </a:cubicBezTo>
                  <a:lnTo>
                    <a:pt x="0" y="1960"/>
                  </a:lnTo>
                  <a:lnTo>
                    <a:pt x="656" y="1960"/>
                  </a:lnTo>
                  <a:lnTo>
                    <a:pt x="656"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88"/>
            <p:cNvSpPr/>
            <p:nvPr/>
          </p:nvSpPr>
          <p:spPr>
            <a:xfrm>
              <a:off x="5133885" y="3203068"/>
              <a:ext cx="17199" cy="51386"/>
            </a:xfrm>
            <a:custGeom>
              <a:rect b="b" l="l" r="r" t="t"/>
              <a:pathLst>
                <a:path extrusionOk="0" h="1960" w="656">
                  <a:moveTo>
                    <a:pt x="0" y="0"/>
                  </a:moveTo>
                  <a:lnTo>
                    <a:pt x="0" y="1960"/>
                  </a:lnTo>
                  <a:lnTo>
                    <a:pt x="656" y="1960"/>
                  </a:lnTo>
                  <a:lnTo>
                    <a:pt x="656" y="652"/>
                  </a:lnTo>
                  <a:cubicBezTo>
                    <a:pt x="656" y="290"/>
                    <a:pt x="362"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88"/>
            <p:cNvSpPr/>
            <p:nvPr/>
          </p:nvSpPr>
          <p:spPr>
            <a:xfrm>
              <a:off x="4962475" y="3146936"/>
              <a:ext cx="22914" cy="107518"/>
            </a:xfrm>
            <a:custGeom>
              <a:rect b="b" l="l" r="r" t="t"/>
              <a:pathLst>
                <a:path extrusionOk="0" h="4101" w="874">
                  <a:moveTo>
                    <a:pt x="874" y="1"/>
                  </a:moveTo>
                  <a:lnTo>
                    <a:pt x="1" y="254"/>
                  </a:lnTo>
                  <a:lnTo>
                    <a:pt x="1" y="4101"/>
                  </a:lnTo>
                  <a:lnTo>
                    <a:pt x="874" y="4101"/>
                  </a:lnTo>
                  <a:lnTo>
                    <a:pt x="87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88"/>
            <p:cNvSpPr/>
            <p:nvPr/>
          </p:nvSpPr>
          <p:spPr>
            <a:xfrm>
              <a:off x="5111076" y="3146936"/>
              <a:ext cx="22835" cy="107518"/>
            </a:xfrm>
            <a:custGeom>
              <a:rect b="b" l="l" r="r" t="t"/>
              <a:pathLst>
                <a:path extrusionOk="0" h="4101" w="871">
                  <a:moveTo>
                    <a:pt x="1" y="1"/>
                  </a:moveTo>
                  <a:lnTo>
                    <a:pt x="1" y="4101"/>
                  </a:lnTo>
                  <a:lnTo>
                    <a:pt x="870" y="4101"/>
                  </a:lnTo>
                  <a:lnTo>
                    <a:pt x="870" y="254"/>
                  </a:lnTo>
                  <a:lnTo>
                    <a:pt x="1"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88"/>
            <p:cNvSpPr/>
            <p:nvPr/>
          </p:nvSpPr>
          <p:spPr>
            <a:xfrm>
              <a:off x="4985363" y="2900177"/>
              <a:ext cx="154342" cy="62870"/>
            </a:xfrm>
            <a:custGeom>
              <a:rect b="b" l="l" r="r" t="t"/>
              <a:pathLst>
                <a:path extrusionOk="0" h="2398" w="5887">
                  <a:moveTo>
                    <a:pt x="5231" y="0"/>
                  </a:moveTo>
                  <a:cubicBezTo>
                    <a:pt x="5230" y="0"/>
                    <a:pt x="4796" y="438"/>
                    <a:pt x="3706" y="438"/>
                  </a:cubicBezTo>
                  <a:lnTo>
                    <a:pt x="1743" y="438"/>
                  </a:lnTo>
                  <a:cubicBezTo>
                    <a:pt x="779" y="438"/>
                    <a:pt x="1" y="1217"/>
                    <a:pt x="1" y="2180"/>
                  </a:cubicBezTo>
                  <a:lnTo>
                    <a:pt x="1" y="2398"/>
                  </a:lnTo>
                  <a:lnTo>
                    <a:pt x="4140" y="2398"/>
                  </a:lnTo>
                  <a:cubicBezTo>
                    <a:pt x="5013" y="2398"/>
                    <a:pt x="5886" y="1525"/>
                    <a:pt x="5231"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88"/>
            <p:cNvSpPr/>
            <p:nvPr/>
          </p:nvSpPr>
          <p:spPr>
            <a:xfrm>
              <a:off x="5019367" y="2900177"/>
              <a:ext cx="110349" cy="40087"/>
            </a:xfrm>
            <a:custGeom>
              <a:rect b="b" l="l" r="r" t="t"/>
              <a:pathLst>
                <a:path extrusionOk="0" h="1529" w="4209">
                  <a:moveTo>
                    <a:pt x="3934" y="0"/>
                  </a:moveTo>
                  <a:cubicBezTo>
                    <a:pt x="3934" y="0"/>
                    <a:pt x="3499" y="438"/>
                    <a:pt x="2409" y="438"/>
                  </a:cubicBezTo>
                  <a:lnTo>
                    <a:pt x="446" y="438"/>
                  </a:lnTo>
                  <a:cubicBezTo>
                    <a:pt x="326" y="438"/>
                    <a:pt x="203" y="449"/>
                    <a:pt x="87" y="475"/>
                  </a:cubicBezTo>
                  <a:cubicBezTo>
                    <a:pt x="29" y="634"/>
                    <a:pt x="0" y="804"/>
                    <a:pt x="0" y="974"/>
                  </a:cubicBezTo>
                  <a:lnTo>
                    <a:pt x="0" y="982"/>
                  </a:lnTo>
                  <a:cubicBezTo>
                    <a:pt x="4" y="1289"/>
                    <a:pt x="276" y="1528"/>
                    <a:pt x="587" y="1528"/>
                  </a:cubicBezTo>
                  <a:lnTo>
                    <a:pt x="4071" y="1528"/>
                  </a:lnTo>
                  <a:cubicBezTo>
                    <a:pt x="4209" y="1137"/>
                    <a:pt x="4202" y="623"/>
                    <a:pt x="393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88"/>
            <p:cNvSpPr/>
            <p:nvPr/>
          </p:nvSpPr>
          <p:spPr>
            <a:xfrm>
              <a:off x="4905793" y="2894802"/>
              <a:ext cx="284879" cy="365105"/>
            </a:xfrm>
            <a:custGeom>
              <a:rect b="b" l="l" r="r" t="t"/>
              <a:pathLst>
                <a:path extrusionOk="0" h="13926" w="10866">
                  <a:moveTo>
                    <a:pt x="2851" y="2150"/>
                  </a:moveTo>
                  <a:cubicBezTo>
                    <a:pt x="2840" y="2230"/>
                    <a:pt x="2837" y="2306"/>
                    <a:pt x="2837" y="2382"/>
                  </a:cubicBezTo>
                  <a:lnTo>
                    <a:pt x="2837" y="4127"/>
                  </a:lnTo>
                  <a:cubicBezTo>
                    <a:pt x="2833" y="4254"/>
                    <a:pt x="2732" y="4359"/>
                    <a:pt x="2605" y="4359"/>
                  </a:cubicBezTo>
                  <a:lnTo>
                    <a:pt x="2340" y="4359"/>
                  </a:lnTo>
                  <a:lnTo>
                    <a:pt x="2101" y="2929"/>
                  </a:lnTo>
                  <a:cubicBezTo>
                    <a:pt x="2069" y="2737"/>
                    <a:pt x="2123" y="2541"/>
                    <a:pt x="2246" y="2389"/>
                  </a:cubicBezTo>
                  <a:lnTo>
                    <a:pt x="2250" y="2389"/>
                  </a:lnTo>
                  <a:cubicBezTo>
                    <a:pt x="2377" y="2237"/>
                    <a:pt x="2561" y="2150"/>
                    <a:pt x="2761" y="2150"/>
                  </a:cubicBezTo>
                  <a:close/>
                  <a:moveTo>
                    <a:pt x="8381" y="2212"/>
                  </a:moveTo>
                  <a:cubicBezTo>
                    <a:pt x="8660" y="2338"/>
                    <a:pt x="8816" y="2632"/>
                    <a:pt x="8765" y="2932"/>
                  </a:cubicBezTo>
                  <a:lnTo>
                    <a:pt x="8769" y="2932"/>
                  </a:lnTo>
                  <a:lnTo>
                    <a:pt x="8530" y="4359"/>
                  </a:lnTo>
                  <a:lnTo>
                    <a:pt x="8266" y="4359"/>
                  </a:lnTo>
                  <a:cubicBezTo>
                    <a:pt x="8139" y="4359"/>
                    <a:pt x="8034" y="4258"/>
                    <a:pt x="8034" y="4131"/>
                  </a:cubicBezTo>
                  <a:lnTo>
                    <a:pt x="8034" y="2545"/>
                  </a:lnTo>
                  <a:cubicBezTo>
                    <a:pt x="8168" y="2454"/>
                    <a:pt x="8284" y="2342"/>
                    <a:pt x="8381" y="2212"/>
                  </a:cubicBezTo>
                  <a:close/>
                  <a:moveTo>
                    <a:pt x="8171" y="520"/>
                  </a:moveTo>
                  <a:lnTo>
                    <a:pt x="8171" y="520"/>
                  </a:lnTo>
                  <a:cubicBezTo>
                    <a:pt x="8352" y="1067"/>
                    <a:pt x="8331" y="1556"/>
                    <a:pt x="8095" y="1911"/>
                  </a:cubicBezTo>
                  <a:cubicBezTo>
                    <a:pt x="7893" y="2219"/>
                    <a:pt x="7548" y="2400"/>
                    <a:pt x="7179" y="2400"/>
                  </a:cubicBezTo>
                  <a:lnTo>
                    <a:pt x="3909" y="2400"/>
                  </a:lnTo>
                  <a:cubicBezTo>
                    <a:pt x="3637" y="2400"/>
                    <a:pt x="3637" y="2805"/>
                    <a:pt x="3909" y="2805"/>
                  </a:cubicBezTo>
                  <a:lnTo>
                    <a:pt x="7179" y="2805"/>
                  </a:lnTo>
                  <a:cubicBezTo>
                    <a:pt x="7331" y="2805"/>
                    <a:pt x="7483" y="2784"/>
                    <a:pt x="7628" y="2737"/>
                  </a:cubicBezTo>
                  <a:lnTo>
                    <a:pt x="7628" y="4127"/>
                  </a:lnTo>
                  <a:cubicBezTo>
                    <a:pt x="7628" y="4482"/>
                    <a:pt x="7914" y="4768"/>
                    <a:pt x="8269" y="4768"/>
                  </a:cubicBezTo>
                  <a:lnTo>
                    <a:pt x="8595" y="4768"/>
                  </a:lnTo>
                  <a:cubicBezTo>
                    <a:pt x="8798" y="4768"/>
                    <a:pt x="8954" y="4942"/>
                    <a:pt x="8936" y="5145"/>
                  </a:cubicBezTo>
                  <a:cubicBezTo>
                    <a:pt x="8917" y="5315"/>
                    <a:pt x="8754" y="5449"/>
                    <a:pt x="8563" y="5449"/>
                  </a:cubicBezTo>
                  <a:lnTo>
                    <a:pt x="8472" y="5449"/>
                  </a:lnTo>
                  <a:lnTo>
                    <a:pt x="8472" y="5438"/>
                  </a:lnTo>
                  <a:cubicBezTo>
                    <a:pt x="8472" y="5326"/>
                    <a:pt x="8381" y="5236"/>
                    <a:pt x="8269" y="5236"/>
                  </a:cubicBezTo>
                  <a:cubicBezTo>
                    <a:pt x="8157" y="5236"/>
                    <a:pt x="8066" y="5326"/>
                    <a:pt x="8066" y="5438"/>
                  </a:cubicBezTo>
                  <a:cubicBezTo>
                    <a:pt x="8066" y="6891"/>
                    <a:pt x="6889" y="8068"/>
                    <a:pt x="5437" y="8068"/>
                  </a:cubicBezTo>
                  <a:cubicBezTo>
                    <a:pt x="3985" y="8068"/>
                    <a:pt x="2808" y="6891"/>
                    <a:pt x="2808" y="5438"/>
                  </a:cubicBezTo>
                  <a:lnTo>
                    <a:pt x="2804" y="5435"/>
                  </a:lnTo>
                  <a:cubicBezTo>
                    <a:pt x="2804" y="5299"/>
                    <a:pt x="2703" y="5231"/>
                    <a:pt x="2601" y="5231"/>
                  </a:cubicBezTo>
                  <a:cubicBezTo>
                    <a:pt x="2500" y="5231"/>
                    <a:pt x="2398" y="5299"/>
                    <a:pt x="2398" y="5435"/>
                  </a:cubicBezTo>
                  <a:lnTo>
                    <a:pt x="2398" y="5449"/>
                  </a:lnTo>
                  <a:lnTo>
                    <a:pt x="2275" y="5449"/>
                  </a:lnTo>
                  <a:cubicBezTo>
                    <a:pt x="2072" y="5449"/>
                    <a:pt x="1913" y="5272"/>
                    <a:pt x="1935" y="5073"/>
                  </a:cubicBezTo>
                  <a:cubicBezTo>
                    <a:pt x="1953" y="4902"/>
                    <a:pt x="2116" y="4768"/>
                    <a:pt x="2308" y="4768"/>
                  </a:cubicBezTo>
                  <a:lnTo>
                    <a:pt x="2601" y="4768"/>
                  </a:lnTo>
                  <a:cubicBezTo>
                    <a:pt x="2956" y="4765"/>
                    <a:pt x="3242" y="4479"/>
                    <a:pt x="3242" y="4127"/>
                  </a:cubicBezTo>
                  <a:lnTo>
                    <a:pt x="3242" y="2382"/>
                  </a:lnTo>
                  <a:cubicBezTo>
                    <a:pt x="3242" y="1534"/>
                    <a:pt x="3930" y="843"/>
                    <a:pt x="4781" y="843"/>
                  </a:cubicBezTo>
                  <a:lnTo>
                    <a:pt x="6741" y="843"/>
                  </a:lnTo>
                  <a:cubicBezTo>
                    <a:pt x="7458" y="843"/>
                    <a:pt x="7918" y="661"/>
                    <a:pt x="8171" y="520"/>
                  </a:cubicBezTo>
                  <a:close/>
                  <a:moveTo>
                    <a:pt x="6755" y="8169"/>
                  </a:moveTo>
                  <a:lnTo>
                    <a:pt x="6755" y="8825"/>
                  </a:lnTo>
                  <a:lnTo>
                    <a:pt x="5433" y="9560"/>
                  </a:lnTo>
                  <a:lnTo>
                    <a:pt x="4111" y="8825"/>
                  </a:lnTo>
                  <a:lnTo>
                    <a:pt x="4111" y="8169"/>
                  </a:lnTo>
                  <a:cubicBezTo>
                    <a:pt x="4524" y="8368"/>
                    <a:pt x="4973" y="8473"/>
                    <a:pt x="5433" y="8473"/>
                  </a:cubicBezTo>
                  <a:cubicBezTo>
                    <a:pt x="5893" y="8473"/>
                    <a:pt x="6346" y="8368"/>
                    <a:pt x="6755" y="8169"/>
                  </a:cubicBezTo>
                  <a:close/>
                  <a:moveTo>
                    <a:pt x="3564" y="8991"/>
                  </a:moveTo>
                  <a:cubicBezTo>
                    <a:pt x="3566" y="8991"/>
                    <a:pt x="3569" y="8992"/>
                    <a:pt x="3572" y="8995"/>
                  </a:cubicBezTo>
                  <a:lnTo>
                    <a:pt x="5126" y="9853"/>
                  </a:lnTo>
                  <a:lnTo>
                    <a:pt x="4684" y="10404"/>
                  </a:lnTo>
                  <a:cubicBezTo>
                    <a:pt x="4639" y="10461"/>
                    <a:pt x="4571" y="10491"/>
                    <a:pt x="4503" y="10491"/>
                  </a:cubicBezTo>
                  <a:cubicBezTo>
                    <a:pt x="4450" y="10491"/>
                    <a:pt x="4397" y="10473"/>
                    <a:pt x="4354" y="10436"/>
                  </a:cubicBezTo>
                  <a:lnTo>
                    <a:pt x="3289" y="9524"/>
                  </a:lnTo>
                  <a:lnTo>
                    <a:pt x="3554" y="8999"/>
                  </a:lnTo>
                  <a:cubicBezTo>
                    <a:pt x="3556" y="8994"/>
                    <a:pt x="3560" y="8991"/>
                    <a:pt x="3564" y="8991"/>
                  </a:cubicBezTo>
                  <a:close/>
                  <a:moveTo>
                    <a:pt x="7306" y="8995"/>
                  </a:moveTo>
                  <a:cubicBezTo>
                    <a:pt x="7309" y="8995"/>
                    <a:pt x="7313" y="8999"/>
                    <a:pt x="7317" y="9002"/>
                  </a:cubicBezTo>
                  <a:lnTo>
                    <a:pt x="7577" y="9527"/>
                  </a:lnTo>
                  <a:lnTo>
                    <a:pt x="6516" y="10436"/>
                  </a:lnTo>
                  <a:cubicBezTo>
                    <a:pt x="6472" y="10473"/>
                    <a:pt x="6419" y="10491"/>
                    <a:pt x="6366" y="10491"/>
                  </a:cubicBezTo>
                  <a:cubicBezTo>
                    <a:pt x="6298" y="10491"/>
                    <a:pt x="6230" y="10461"/>
                    <a:pt x="6183" y="10404"/>
                  </a:cubicBezTo>
                  <a:lnTo>
                    <a:pt x="5745" y="9853"/>
                  </a:lnTo>
                  <a:lnTo>
                    <a:pt x="7295" y="8995"/>
                  </a:lnTo>
                  <a:close/>
                  <a:moveTo>
                    <a:pt x="8267" y="1"/>
                  </a:moveTo>
                  <a:cubicBezTo>
                    <a:pt x="8216" y="1"/>
                    <a:pt x="8165" y="20"/>
                    <a:pt x="8124" y="60"/>
                  </a:cubicBezTo>
                  <a:cubicBezTo>
                    <a:pt x="8121" y="64"/>
                    <a:pt x="7719" y="437"/>
                    <a:pt x="6741" y="437"/>
                  </a:cubicBezTo>
                  <a:lnTo>
                    <a:pt x="4778" y="437"/>
                  </a:lnTo>
                  <a:cubicBezTo>
                    <a:pt x="3952" y="437"/>
                    <a:pt x="3213" y="962"/>
                    <a:pt x="2942" y="1744"/>
                  </a:cubicBezTo>
                  <a:lnTo>
                    <a:pt x="2761" y="1744"/>
                  </a:lnTo>
                  <a:cubicBezTo>
                    <a:pt x="2094" y="1744"/>
                    <a:pt x="1587" y="2342"/>
                    <a:pt x="1699" y="2997"/>
                  </a:cubicBezTo>
                  <a:lnTo>
                    <a:pt x="1938" y="4450"/>
                  </a:lnTo>
                  <a:cubicBezTo>
                    <a:pt x="1631" y="4602"/>
                    <a:pt x="1468" y="4950"/>
                    <a:pt x="1547" y="5286"/>
                  </a:cubicBezTo>
                  <a:cubicBezTo>
                    <a:pt x="1627" y="5623"/>
                    <a:pt x="1928" y="5859"/>
                    <a:pt x="2275" y="5859"/>
                  </a:cubicBezTo>
                  <a:lnTo>
                    <a:pt x="2427" y="5859"/>
                  </a:lnTo>
                  <a:cubicBezTo>
                    <a:pt x="2547" y="6695"/>
                    <a:pt x="3010" y="7449"/>
                    <a:pt x="3706" y="7930"/>
                  </a:cubicBezTo>
                  <a:lnTo>
                    <a:pt x="3706" y="8611"/>
                  </a:lnTo>
                  <a:cubicBezTo>
                    <a:pt x="3659" y="8594"/>
                    <a:pt x="3612" y="8586"/>
                    <a:pt x="3565" y="8586"/>
                  </a:cubicBezTo>
                  <a:cubicBezTo>
                    <a:pt x="3410" y="8586"/>
                    <a:pt x="3263" y="8673"/>
                    <a:pt x="3188" y="8818"/>
                  </a:cubicBezTo>
                  <a:lnTo>
                    <a:pt x="2873" y="9451"/>
                  </a:lnTo>
                  <a:lnTo>
                    <a:pt x="1087" y="9980"/>
                  </a:lnTo>
                  <a:cubicBezTo>
                    <a:pt x="443" y="10168"/>
                    <a:pt x="4" y="10759"/>
                    <a:pt x="1" y="11429"/>
                  </a:cubicBezTo>
                  <a:lnTo>
                    <a:pt x="1" y="13718"/>
                  </a:lnTo>
                  <a:cubicBezTo>
                    <a:pt x="1" y="13854"/>
                    <a:pt x="102" y="13921"/>
                    <a:pt x="204" y="13921"/>
                  </a:cubicBezTo>
                  <a:cubicBezTo>
                    <a:pt x="305" y="13921"/>
                    <a:pt x="406" y="13854"/>
                    <a:pt x="406" y="13718"/>
                  </a:cubicBezTo>
                  <a:lnTo>
                    <a:pt x="406" y="11429"/>
                  </a:lnTo>
                  <a:cubicBezTo>
                    <a:pt x="410" y="10940"/>
                    <a:pt x="729" y="10509"/>
                    <a:pt x="1200" y="10368"/>
                  </a:cubicBezTo>
                  <a:lnTo>
                    <a:pt x="1960" y="10143"/>
                  </a:lnTo>
                  <a:lnTo>
                    <a:pt x="1960" y="13718"/>
                  </a:lnTo>
                  <a:cubicBezTo>
                    <a:pt x="1960" y="13854"/>
                    <a:pt x="2062" y="13921"/>
                    <a:pt x="2165" y="13921"/>
                  </a:cubicBezTo>
                  <a:cubicBezTo>
                    <a:pt x="2267" y="13921"/>
                    <a:pt x="2369" y="13854"/>
                    <a:pt x="2369" y="13718"/>
                  </a:cubicBezTo>
                  <a:lnTo>
                    <a:pt x="2369" y="10024"/>
                  </a:lnTo>
                  <a:lnTo>
                    <a:pt x="2833" y="9890"/>
                  </a:lnTo>
                  <a:lnTo>
                    <a:pt x="2833" y="13718"/>
                  </a:lnTo>
                  <a:cubicBezTo>
                    <a:pt x="2833" y="13854"/>
                    <a:pt x="2934" y="13921"/>
                    <a:pt x="3036" y="13921"/>
                  </a:cubicBezTo>
                  <a:cubicBezTo>
                    <a:pt x="3137" y="13921"/>
                    <a:pt x="3239" y="13854"/>
                    <a:pt x="3239" y="13718"/>
                  </a:cubicBezTo>
                  <a:lnTo>
                    <a:pt x="3239" y="10020"/>
                  </a:lnTo>
                  <a:lnTo>
                    <a:pt x="4086" y="10744"/>
                  </a:lnTo>
                  <a:cubicBezTo>
                    <a:pt x="4202" y="10846"/>
                    <a:pt x="4347" y="10900"/>
                    <a:pt x="4503" y="10900"/>
                  </a:cubicBezTo>
                  <a:cubicBezTo>
                    <a:pt x="4521" y="10900"/>
                    <a:pt x="4542" y="10896"/>
                    <a:pt x="4561" y="10896"/>
                  </a:cubicBezTo>
                  <a:cubicBezTo>
                    <a:pt x="4734" y="10882"/>
                    <a:pt x="4894" y="10795"/>
                    <a:pt x="5002" y="10657"/>
                  </a:cubicBezTo>
                  <a:lnTo>
                    <a:pt x="5433" y="10121"/>
                  </a:lnTo>
                  <a:lnTo>
                    <a:pt x="5864" y="10657"/>
                  </a:lnTo>
                  <a:cubicBezTo>
                    <a:pt x="5973" y="10795"/>
                    <a:pt x="6129" y="10882"/>
                    <a:pt x="6303" y="10896"/>
                  </a:cubicBezTo>
                  <a:cubicBezTo>
                    <a:pt x="6324" y="10896"/>
                    <a:pt x="6342" y="10900"/>
                    <a:pt x="6364" y="10900"/>
                  </a:cubicBezTo>
                  <a:cubicBezTo>
                    <a:pt x="6516" y="10900"/>
                    <a:pt x="6665" y="10846"/>
                    <a:pt x="6781" y="10744"/>
                  </a:cubicBezTo>
                  <a:lnTo>
                    <a:pt x="7845" y="9832"/>
                  </a:lnTo>
                  <a:lnTo>
                    <a:pt x="8497" y="10024"/>
                  </a:lnTo>
                  <a:lnTo>
                    <a:pt x="8497" y="13718"/>
                  </a:lnTo>
                  <a:cubicBezTo>
                    <a:pt x="8497" y="13854"/>
                    <a:pt x="8600" y="13921"/>
                    <a:pt x="8702" y="13921"/>
                  </a:cubicBezTo>
                  <a:cubicBezTo>
                    <a:pt x="8804" y="13921"/>
                    <a:pt x="8907" y="13854"/>
                    <a:pt x="8907" y="13718"/>
                  </a:cubicBezTo>
                  <a:lnTo>
                    <a:pt x="8907" y="10147"/>
                  </a:lnTo>
                  <a:lnTo>
                    <a:pt x="9667" y="10371"/>
                  </a:lnTo>
                  <a:cubicBezTo>
                    <a:pt x="10134" y="10512"/>
                    <a:pt x="10457" y="10940"/>
                    <a:pt x="10460" y="11429"/>
                  </a:cubicBezTo>
                  <a:lnTo>
                    <a:pt x="10460" y="13721"/>
                  </a:lnTo>
                  <a:cubicBezTo>
                    <a:pt x="10460" y="13857"/>
                    <a:pt x="10562" y="13925"/>
                    <a:pt x="10663" y="13925"/>
                  </a:cubicBezTo>
                  <a:cubicBezTo>
                    <a:pt x="10765" y="13925"/>
                    <a:pt x="10866" y="13857"/>
                    <a:pt x="10866" y="13721"/>
                  </a:cubicBezTo>
                  <a:lnTo>
                    <a:pt x="10866" y="11429"/>
                  </a:lnTo>
                  <a:cubicBezTo>
                    <a:pt x="10866" y="10759"/>
                    <a:pt x="10424" y="10172"/>
                    <a:pt x="9783" y="9976"/>
                  </a:cubicBezTo>
                  <a:lnTo>
                    <a:pt x="7998" y="9451"/>
                  </a:lnTo>
                  <a:lnTo>
                    <a:pt x="7679" y="8818"/>
                  </a:lnTo>
                  <a:cubicBezTo>
                    <a:pt x="7607" y="8673"/>
                    <a:pt x="7460" y="8586"/>
                    <a:pt x="7305" y="8586"/>
                  </a:cubicBezTo>
                  <a:cubicBezTo>
                    <a:pt x="7259" y="8586"/>
                    <a:pt x="7211" y="8594"/>
                    <a:pt x="7165" y="8611"/>
                  </a:cubicBezTo>
                  <a:lnTo>
                    <a:pt x="7165" y="7930"/>
                  </a:lnTo>
                  <a:cubicBezTo>
                    <a:pt x="7860" y="7449"/>
                    <a:pt x="8323" y="6695"/>
                    <a:pt x="8443" y="5859"/>
                  </a:cubicBezTo>
                  <a:lnTo>
                    <a:pt x="8563" y="5859"/>
                  </a:lnTo>
                  <a:cubicBezTo>
                    <a:pt x="8957" y="5859"/>
                    <a:pt x="9298" y="5562"/>
                    <a:pt x="9338" y="5185"/>
                  </a:cubicBezTo>
                  <a:cubicBezTo>
                    <a:pt x="9370" y="4877"/>
                    <a:pt x="9207" y="4580"/>
                    <a:pt x="8928" y="4439"/>
                  </a:cubicBezTo>
                  <a:lnTo>
                    <a:pt x="9171" y="2997"/>
                  </a:lnTo>
                  <a:cubicBezTo>
                    <a:pt x="9251" y="2527"/>
                    <a:pt x="9012" y="2059"/>
                    <a:pt x="8581" y="1853"/>
                  </a:cubicBezTo>
                  <a:cubicBezTo>
                    <a:pt x="8773" y="1368"/>
                    <a:pt x="8729" y="766"/>
                    <a:pt x="8454" y="125"/>
                  </a:cubicBezTo>
                  <a:cubicBezTo>
                    <a:pt x="8419" y="45"/>
                    <a:pt x="8343" y="1"/>
                    <a:pt x="82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88"/>
            <p:cNvSpPr/>
            <p:nvPr/>
          </p:nvSpPr>
          <p:spPr>
            <a:xfrm>
              <a:off x="5105675" y="3169169"/>
              <a:ext cx="10749" cy="90634"/>
            </a:xfrm>
            <a:custGeom>
              <a:rect b="b" l="l" r="r" t="t"/>
              <a:pathLst>
                <a:path extrusionOk="0" h="3457" w="410">
                  <a:moveTo>
                    <a:pt x="207" y="0"/>
                  </a:moveTo>
                  <a:cubicBezTo>
                    <a:pt x="95" y="0"/>
                    <a:pt x="1" y="91"/>
                    <a:pt x="1" y="203"/>
                  </a:cubicBezTo>
                  <a:lnTo>
                    <a:pt x="1" y="3253"/>
                  </a:lnTo>
                  <a:cubicBezTo>
                    <a:pt x="1" y="3389"/>
                    <a:pt x="103" y="3456"/>
                    <a:pt x="205" y="3456"/>
                  </a:cubicBezTo>
                  <a:cubicBezTo>
                    <a:pt x="307" y="3456"/>
                    <a:pt x="410" y="3389"/>
                    <a:pt x="410" y="3253"/>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88"/>
            <p:cNvSpPr/>
            <p:nvPr/>
          </p:nvSpPr>
          <p:spPr>
            <a:xfrm>
              <a:off x="5041206" y="3180547"/>
              <a:ext cx="12453" cy="10697"/>
            </a:xfrm>
            <a:custGeom>
              <a:rect b="b" l="l" r="r" t="t"/>
              <a:pathLst>
                <a:path extrusionOk="0" h="408" w="475">
                  <a:moveTo>
                    <a:pt x="275" y="1"/>
                  </a:moveTo>
                  <a:cubicBezTo>
                    <a:pt x="273" y="1"/>
                    <a:pt x="270" y="1"/>
                    <a:pt x="268" y="1"/>
                  </a:cubicBezTo>
                  <a:cubicBezTo>
                    <a:pt x="87" y="1"/>
                    <a:pt x="0" y="222"/>
                    <a:pt x="127" y="349"/>
                  </a:cubicBezTo>
                  <a:cubicBezTo>
                    <a:pt x="169" y="390"/>
                    <a:pt x="220" y="408"/>
                    <a:pt x="270" y="408"/>
                  </a:cubicBezTo>
                  <a:cubicBezTo>
                    <a:pt x="375" y="408"/>
                    <a:pt x="475" y="327"/>
                    <a:pt x="475" y="204"/>
                  </a:cubicBezTo>
                  <a:cubicBezTo>
                    <a:pt x="475" y="94"/>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88"/>
            <p:cNvSpPr/>
            <p:nvPr/>
          </p:nvSpPr>
          <p:spPr>
            <a:xfrm>
              <a:off x="5041206" y="3249106"/>
              <a:ext cx="12453" cy="10697"/>
            </a:xfrm>
            <a:custGeom>
              <a:rect b="b" l="l" r="r" t="t"/>
              <a:pathLst>
                <a:path extrusionOk="0" h="408" w="475">
                  <a:moveTo>
                    <a:pt x="275" y="1"/>
                  </a:moveTo>
                  <a:cubicBezTo>
                    <a:pt x="273" y="1"/>
                    <a:pt x="270" y="1"/>
                    <a:pt x="268" y="1"/>
                  </a:cubicBezTo>
                  <a:cubicBezTo>
                    <a:pt x="87" y="5"/>
                    <a:pt x="0" y="222"/>
                    <a:pt x="127" y="349"/>
                  </a:cubicBezTo>
                  <a:cubicBezTo>
                    <a:pt x="169" y="389"/>
                    <a:pt x="220" y="408"/>
                    <a:pt x="270" y="408"/>
                  </a:cubicBezTo>
                  <a:cubicBezTo>
                    <a:pt x="375" y="408"/>
                    <a:pt x="475" y="327"/>
                    <a:pt x="475" y="204"/>
                  </a:cubicBezTo>
                  <a:cubicBezTo>
                    <a:pt x="475" y="94"/>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88"/>
            <p:cNvSpPr/>
            <p:nvPr/>
          </p:nvSpPr>
          <p:spPr>
            <a:xfrm>
              <a:off x="5041206" y="3214840"/>
              <a:ext cx="12453" cy="10697"/>
            </a:xfrm>
            <a:custGeom>
              <a:rect b="b" l="l" r="r" t="t"/>
              <a:pathLst>
                <a:path extrusionOk="0" h="408" w="475">
                  <a:moveTo>
                    <a:pt x="275" y="0"/>
                  </a:moveTo>
                  <a:cubicBezTo>
                    <a:pt x="273" y="0"/>
                    <a:pt x="270"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88"/>
            <p:cNvSpPr/>
            <p:nvPr/>
          </p:nvSpPr>
          <p:spPr>
            <a:xfrm>
              <a:off x="5008539" y="3015324"/>
              <a:ext cx="10749" cy="16412"/>
            </a:xfrm>
            <a:custGeom>
              <a:rect b="b" l="l" r="r" t="t"/>
              <a:pathLst>
                <a:path extrusionOk="0" h="626" w="410">
                  <a:moveTo>
                    <a:pt x="205" y="0"/>
                  </a:moveTo>
                  <a:cubicBezTo>
                    <a:pt x="103" y="0"/>
                    <a:pt x="0" y="68"/>
                    <a:pt x="0" y="204"/>
                  </a:cubicBezTo>
                  <a:lnTo>
                    <a:pt x="0" y="421"/>
                  </a:lnTo>
                  <a:cubicBezTo>
                    <a:pt x="0" y="557"/>
                    <a:pt x="103" y="625"/>
                    <a:pt x="205" y="625"/>
                  </a:cubicBezTo>
                  <a:cubicBezTo>
                    <a:pt x="307" y="625"/>
                    <a:pt x="410" y="557"/>
                    <a:pt x="410" y="421"/>
                  </a:cubicBezTo>
                  <a:lnTo>
                    <a:pt x="410" y="204"/>
                  </a:lnTo>
                  <a:cubicBezTo>
                    <a:pt x="410" y="68"/>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88"/>
            <p:cNvSpPr/>
            <p:nvPr/>
          </p:nvSpPr>
          <p:spPr>
            <a:xfrm>
              <a:off x="5077176" y="3015351"/>
              <a:ext cx="10671" cy="16386"/>
            </a:xfrm>
            <a:custGeom>
              <a:rect b="b" l="l" r="r" t="t"/>
              <a:pathLst>
                <a:path extrusionOk="0" h="625" w="407">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88"/>
            <p:cNvSpPr/>
            <p:nvPr/>
          </p:nvSpPr>
          <p:spPr>
            <a:xfrm>
              <a:off x="5001041" y="2997680"/>
              <a:ext cx="23963" cy="10749"/>
            </a:xfrm>
            <a:custGeom>
              <a:rect b="b" l="l" r="r" t="t"/>
              <a:pathLst>
                <a:path extrusionOk="0" h="410" w="914">
                  <a:moveTo>
                    <a:pt x="272" y="1"/>
                  </a:moveTo>
                  <a:cubicBezTo>
                    <a:pt x="0" y="1"/>
                    <a:pt x="0" y="410"/>
                    <a:pt x="272" y="410"/>
                  </a:cubicBezTo>
                  <a:lnTo>
                    <a:pt x="710" y="410"/>
                  </a:lnTo>
                  <a:cubicBezTo>
                    <a:pt x="822" y="410"/>
                    <a:pt x="913" y="319"/>
                    <a:pt x="913" y="207"/>
                  </a:cubicBezTo>
                  <a:cubicBezTo>
                    <a:pt x="913" y="91"/>
                    <a:pt x="822"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88"/>
            <p:cNvSpPr/>
            <p:nvPr/>
          </p:nvSpPr>
          <p:spPr>
            <a:xfrm>
              <a:off x="5069678" y="2997680"/>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88"/>
            <p:cNvSpPr/>
            <p:nvPr/>
          </p:nvSpPr>
          <p:spPr>
            <a:xfrm>
              <a:off x="5017191" y="3046785"/>
              <a:ext cx="62109" cy="33532"/>
            </a:xfrm>
            <a:custGeom>
              <a:rect b="b" l="l" r="r" t="t"/>
              <a:pathLst>
                <a:path extrusionOk="0" h="1279" w="2369">
                  <a:moveTo>
                    <a:pt x="1923" y="406"/>
                  </a:moveTo>
                  <a:cubicBezTo>
                    <a:pt x="1822" y="677"/>
                    <a:pt x="1528" y="869"/>
                    <a:pt x="1184" y="869"/>
                  </a:cubicBezTo>
                  <a:cubicBezTo>
                    <a:pt x="837" y="869"/>
                    <a:pt x="543" y="674"/>
                    <a:pt x="442" y="406"/>
                  </a:cubicBezTo>
                  <a:close/>
                  <a:moveTo>
                    <a:pt x="203" y="0"/>
                  </a:moveTo>
                  <a:cubicBezTo>
                    <a:pt x="91" y="0"/>
                    <a:pt x="0" y="91"/>
                    <a:pt x="0" y="203"/>
                  </a:cubicBezTo>
                  <a:cubicBezTo>
                    <a:pt x="0" y="797"/>
                    <a:pt x="529" y="1278"/>
                    <a:pt x="1184" y="1278"/>
                  </a:cubicBezTo>
                  <a:cubicBezTo>
                    <a:pt x="1836" y="1278"/>
                    <a:pt x="2369" y="797"/>
                    <a:pt x="2369" y="203"/>
                  </a:cubicBezTo>
                  <a:cubicBezTo>
                    <a:pt x="2369" y="91"/>
                    <a:pt x="2278" y="0"/>
                    <a:pt x="21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1" name="Google Shape;18751;p88"/>
          <p:cNvGrpSpPr/>
          <p:nvPr/>
        </p:nvGrpSpPr>
        <p:grpSpPr>
          <a:xfrm>
            <a:off x="8062013" y="3356598"/>
            <a:ext cx="273501" cy="364948"/>
            <a:chOff x="8062013" y="3356598"/>
            <a:chExt cx="273501" cy="364948"/>
          </a:xfrm>
        </p:grpSpPr>
        <p:sp>
          <p:nvSpPr>
            <p:cNvPr id="18752" name="Google Shape;18752;p88"/>
            <p:cNvSpPr/>
            <p:nvPr/>
          </p:nvSpPr>
          <p:spPr>
            <a:xfrm>
              <a:off x="8081571" y="3361920"/>
              <a:ext cx="234463" cy="302917"/>
            </a:xfrm>
            <a:custGeom>
              <a:rect b="b" l="l" r="r" t="t"/>
              <a:pathLst>
                <a:path extrusionOk="0" h="11554" w="8943">
                  <a:moveTo>
                    <a:pt x="4470" y="0"/>
                  </a:moveTo>
                  <a:cubicBezTo>
                    <a:pt x="2268" y="0"/>
                    <a:pt x="450" y="1717"/>
                    <a:pt x="327" y="3916"/>
                  </a:cubicBezTo>
                  <a:lnTo>
                    <a:pt x="128" y="7407"/>
                  </a:lnTo>
                  <a:cubicBezTo>
                    <a:pt x="1" y="9656"/>
                    <a:pt x="1794" y="11550"/>
                    <a:pt x="4046" y="11554"/>
                  </a:cubicBezTo>
                  <a:lnTo>
                    <a:pt x="4897" y="11554"/>
                  </a:lnTo>
                  <a:cubicBezTo>
                    <a:pt x="7150" y="11550"/>
                    <a:pt x="8943" y="9656"/>
                    <a:pt x="8812" y="7407"/>
                  </a:cubicBezTo>
                  <a:lnTo>
                    <a:pt x="8617" y="3919"/>
                  </a:lnTo>
                  <a:cubicBezTo>
                    <a:pt x="8494" y="1721"/>
                    <a:pt x="6672" y="0"/>
                    <a:pt x="447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88"/>
            <p:cNvSpPr/>
            <p:nvPr/>
          </p:nvSpPr>
          <p:spPr>
            <a:xfrm>
              <a:off x="8164471" y="3361867"/>
              <a:ext cx="151091" cy="301265"/>
            </a:xfrm>
            <a:custGeom>
              <a:rect b="b" l="l" r="r" t="t"/>
              <a:pathLst>
                <a:path extrusionOk="0" h="11491" w="5763">
                  <a:moveTo>
                    <a:pt x="1309" y="0"/>
                  </a:moveTo>
                  <a:cubicBezTo>
                    <a:pt x="867" y="0"/>
                    <a:pt x="425" y="73"/>
                    <a:pt x="1" y="216"/>
                  </a:cubicBezTo>
                  <a:lnTo>
                    <a:pt x="1" y="437"/>
                  </a:lnTo>
                  <a:cubicBezTo>
                    <a:pt x="1" y="1158"/>
                    <a:pt x="587" y="1745"/>
                    <a:pt x="1312" y="1745"/>
                  </a:cubicBezTo>
                  <a:lnTo>
                    <a:pt x="1746" y="1745"/>
                  </a:lnTo>
                  <a:cubicBezTo>
                    <a:pt x="2108" y="1745"/>
                    <a:pt x="2402" y="2038"/>
                    <a:pt x="2402" y="2396"/>
                  </a:cubicBezTo>
                  <a:lnTo>
                    <a:pt x="2402" y="11491"/>
                  </a:lnTo>
                  <a:cubicBezTo>
                    <a:pt x="4365" y="11154"/>
                    <a:pt x="5763" y="9397"/>
                    <a:pt x="5650" y="7409"/>
                  </a:cubicBezTo>
                  <a:lnTo>
                    <a:pt x="5462" y="4033"/>
                  </a:lnTo>
                  <a:cubicBezTo>
                    <a:pt x="5357" y="2204"/>
                    <a:pt x="4122" y="596"/>
                    <a:pt x="2347" y="136"/>
                  </a:cubicBezTo>
                  <a:cubicBezTo>
                    <a:pt x="2007" y="45"/>
                    <a:pt x="1658" y="0"/>
                    <a:pt x="130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88"/>
            <p:cNvSpPr/>
            <p:nvPr/>
          </p:nvSpPr>
          <p:spPr>
            <a:xfrm>
              <a:off x="8067335" y="3561881"/>
              <a:ext cx="262962" cy="154342"/>
            </a:xfrm>
            <a:custGeom>
              <a:rect b="b" l="l" r="r" t="t"/>
              <a:pathLst>
                <a:path extrusionOk="0" h="5887" w="10030">
                  <a:moveTo>
                    <a:pt x="3706" y="1"/>
                  </a:moveTo>
                  <a:lnTo>
                    <a:pt x="3706" y="1131"/>
                  </a:lnTo>
                  <a:cubicBezTo>
                    <a:pt x="3706" y="1500"/>
                    <a:pt x="3474" y="1830"/>
                    <a:pt x="3126" y="1953"/>
                  </a:cubicBezTo>
                  <a:lnTo>
                    <a:pt x="873" y="2746"/>
                  </a:lnTo>
                  <a:cubicBezTo>
                    <a:pt x="352" y="2931"/>
                    <a:pt x="1" y="3423"/>
                    <a:pt x="1" y="3977"/>
                  </a:cubicBezTo>
                  <a:lnTo>
                    <a:pt x="1" y="5886"/>
                  </a:lnTo>
                  <a:lnTo>
                    <a:pt x="10025" y="5886"/>
                  </a:lnTo>
                  <a:lnTo>
                    <a:pt x="10025" y="3977"/>
                  </a:lnTo>
                  <a:cubicBezTo>
                    <a:pt x="10029" y="3423"/>
                    <a:pt x="9678" y="2931"/>
                    <a:pt x="9156" y="2746"/>
                  </a:cubicBezTo>
                  <a:lnTo>
                    <a:pt x="6904" y="1953"/>
                  </a:lnTo>
                  <a:cubicBezTo>
                    <a:pt x="6556" y="1830"/>
                    <a:pt x="6320" y="1500"/>
                    <a:pt x="6320" y="1131"/>
                  </a:cubicBezTo>
                  <a:lnTo>
                    <a:pt x="632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88"/>
            <p:cNvSpPr/>
            <p:nvPr/>
          </p:nvSpPr>
          <p:spPr>
            <a:xfrm>
              <a:off x="8067335" y="3620765"/>
              <a:ext cx="262857" cy="95458"/>
            </a:xfrm>
            <a:custGeom>
              <a:rect b="b" l="l" r="r" t="t"/>
              <a:pathLst>
                <a:path extrusionOk="0" h="3641" w="10026">
                  <a:moveTo>
                    <a:pt x="2289" y="0"/>
                  </a:moveTo>
                  <a:lnTo>
                    <a:pt x="873" y="500"/>
                  </a:lnTo>
                  <a:cubicBezTo>
                    <a:pt x="352" y="685"/>
                    <a:pt x="1" y="1177"/>
                    <a:pt x="1" y="1731"/>
                  </a:cubicBezTo>
                  <a:lnTo>
                    <a:pt x="1" y="3640"/>
                  </a:lnTo>
                  <a:lnTo>
                    <a:pt x="10025" y="3640"/>
                  </a:lnTo>
                  <a:lnTo>
                    <a:pt x="10025" y="1731"/>
                  </a:lnTo>
                  <a:cubicBezTo>
                    <a:pt x="10025" y="1177"/>
                    <a:pt x="9678" y="685"/>
                    <a:pt x="9156" y="500"/>
                  </a:cubicBezTo>
                  <a:lnTo>
                    <a:pt x="7737" y="0"/>
                  </a:lnTo>
                  <a:cubicBezTo>
                    <a:pt x="7219" y="1032"/>
                    <a:pt x="6165" y="1681"/>
                    <a:pt x="5013" y="1681"/>
                  </a:cubicBezTo>
                  <a:cubicBezTo>
                    <a:pt x="3861" y="1681"/>
                    <a:pt x="2807" y="1032"/>
                    <a:pt x="228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88"/>
            <p:cNvSpPr/>
            <p:nvPr/>
          </p:nvSpPr>
          <p:spPr>
            <a:xfrm>
              <a:off x="8164471" y="3561881"/>
              <a:ext cx="68585" cy="28630"/>
            </a:xfrm>
            <a:custGeom>
              <a:rect b="b" l="l" r="r" t="t"/>
              <a:pathLst>
                <a:path extrusionOk="0" h="1092" w="2616">
                  <a:moveTo>
                    <a:pt x="1" y="1"/>
                  </a:moveTo>
                  <a:lnTo>
                    <a:pt x="1" y="812"/>
                  </a:lnTo>
                  <a:cubicBezTo>
                    <a:pt x="417" y="999"/>
                    <a:pt x="863" y="1092"/>
                    <a:pt x="1309" y="1092"/>
                  </a:cubicBezTo>
                  <a:cubicBezTo>
                    <a:pt x="1755" y="1092"/>
                    <a:pt x="2201" y="999"/>
                    <a:pt x="2615" y="812"/>
                  </a:cubicBezTo>
                  <a:lnTo>
                    <a:pt x="2615"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88"/>
            <p:cNvSpPr/>
            <p:nvPr/>
          </p:nvSpPr>
          <p:spPr>
            <a:xfrm>
              <a:off x="8101601" y="3424789"/>
              <a:ext cx="194298" cy="148627"/>
            </a:xfrm>
            <a:custGeom>
              <a:rect b="b" l="l" r="r" t="t"/>
              <a:pathLst>
                <a:path extrusionOk="0" h="5669" w="7411">
                  <a:moveTo>
                    <a:pt x="2619" y="0"/>
                  </a:moveTo>
                  <a:cubicBezTo>
                    <a:pt x="1776" y="0"/>
                    <a:pt x="1091" y="685"/>
                    <a:pt x="1091" y="1525"/>
                  </a:cubicBezTo>
                  <a:lnTo>
                    <a:pt x="1091" y="1666"/>
                  </a:lnTo>
                  <a:cubicBezTo>
                    <a:pt x="1091" y="1829"/>
                    <a:pt x="961" y="1959"/>
                    <a:pt x="798" y="1963"/>
                  </a:cubicBezTo>
                  <a:lnTo>
                    <a:pt x="548" y="1963"/>
                  </a:lnTo>
                  <a:cubicBezTo>
                    <a:pt x="247" y="1963"/>
                    <a:pt x="1" y="2206"/>
                    <a:pt x="1" y="2506"/>
                  </a:cubicBezTo>
                  <a:cubicBezTo>
                    <a:pt x="1" y="2807"/>
                    <a:pt x="247" y="3050"/>
                    <a:pt x="548" y="3050"/>
                  </a:cubicBezTo>
                  <a:lnTo>
                    <a:pt x="885" y="3050"/>
                  </a:lnTo>
                  <a:cubicBezTo>
                    <a:pt x="997" y="4527"/>
                    <a:pt x="2225" y="5668"/>
                    <a:pt x="3706" y="5668"/>
                  </a:cubicBezTo>
                  <a:cubicBezTo>
                    <a:pt x="5187" y="5668"/>
                    <a:pt x="6419" y="4527"/>
                    <a:pt x="6531" y="3050"/>
                  </a:cubicBezTo>
                  <a:lnTo>
                    <a:pt x="6868" y="3050"/>
                  </a:lnTo>
                  <a:cubicBezTo>
                    <a:pt x="7168" y="3050"/>
                    <a:pt x="7411" y="2807"/>
                    <a:pt x="7411" y="2506"/>
                  </a:cubicBezTo>
                  <a:cubicBezTo>
                    <a:pt x="7411" y="2206"/>
                    <a:pt x="7168" y="1963"/>
                    <a:pt x="6868" y="1963"/>
                  </a:cubicBezTo>
                  <a:lnTo>
                    <a:pt x="6618" y="1963"/>
                  </a:lnTo>
                  <a:cubicBezTo>
                    <a:pt x="6455" y="1959"/>
                    <a:pt x="6325" y="1829"/>
                    <a:pt x="6325" y="1666"/>
                  </a:cubicBezTo>
                  <a:lnTo>
                    <a:pt x="6325" y="1525"/>
                  </a:lnTo>
                  <a:cubicBezTo>
                    <a:pt x="6325" y="685"/>
                    <a:pt x="5640" y="0"/>
                    <a:pt x="4796"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88"/>
            <p:cNvSpPr/>
            <p:nvPr/>
          </p:nvSpPr>
          <p:spPr>
            <a:xfrm>
              <a:off x="8173122" y="3516210"/>
              <a:ext cx="51386" cy="22914"/>
            </a:xfrm>
            <a:custGeom>
              <a:rect b="b" l="l" r="r" t="t"/>
              <a:pathLst>
                <a:path extrusionOk="0" h="874" w="1960">
                  <a:moveTo>
                    <a:pt x="0" y="1"/>
                  </a:moveTo>
                  <a:cubicBezTo>
                    <a:pt x="0" y="482"/>
                    <a:pt x="438" y="874"/>
                    <a:pt x="978" y="874"/>
                  </a:cubicBezTo>
                  <a:cubicBezTo>
                    <a:pt x="1521" y="874"/>
                    <a:pt x="1959" y="482"/>
                    <a:pt x="19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88"/>
            <p:cNvSpPr/>
            <p:nvPr/>
          </p:nvSpPr>
          <p:spPr>
            <a:xfrm>
              <a:off x="8125459" y="3374504"/>
              <a:ext cx="63813" cy="28603"/>
            </a:xfrm>
            <a:custGeom>
              <a:rect b="b" l="l" r="r" t="t"/>
              <a:pathLst>
                <a:path extrusionOk="0" h="1091" w="2434">
                  <a:moveTo>
                    <a:pt x="662" y="1"/>
                  </a:moveTo>
                  <a:cubicBezTo>
                    <a:pt x="459" y="1"/>
                    <a:pt x="273" y="31"/>
                    <a:pt x="116" y="89"/>
                  </a:cubicBezTo>
                  <a:cubicBezTo>
                    <a:pt x="33" y="118"/>
                    <a:pt x="0" y="223"/>
                    <a:pt x="51" y="296"/>
                  </a:cubicBezTo>
                  <a:cubicBezTo>
                    <a:pt x="254" y="578"/>
                    <a:pt x="619" y="839"/>
                    <a:pt x="1083" y="980"/>
                  </a:cubicBezTo>
                  <a:cubicBezTo>
                    <a:pt x="1321" y="1055"/>
                    <a:pt x="1556" y="1090"/>
                    <a:pt x="1772" y="1090"/>
                  </a:cubicBezTo>
                  <a:cubicBezTo>
                    <a:pt x="1974" y="1090"/>
                    <a:pt x="2161" y="1059"/>
                    <a:pt x="2318" y="1002"/>
                  </a:cubicBezTo>
                  <a:cubicBezTo>
                    <a:pt x="2405" y="969"/>
                    <a:pt x="2434" y="868"/>
                    <a:pt x="2383" y="795"/>
                  </a:cubicBezTo>
                  <a:cubicBezTo>
                    <a:pt x="2180" y="513"/>
                    <a:pt x="1815" y="252"/>
                    <a:pt x="1355" y="111"/>
                  </a:cubicBezTo>
                  <a:cubicBezTo>
                    <a:pt x="1115" y="36"/>
                    <a:pt x="879" y="1"/>
                    <a:pt x="662"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88"/>
            <p:cNvSpPr/>
            <p:nvPr/>
          </p:nvSpPr>
          <p:spPr>
            <a:xfrm>
              <a:off x="8208254" y="3374504"/>
              <a:ext cx="63918" cy="28603"/>
            </a:xfrm>
            <a:custGeom>
              <a:rect b="b" l="l" r="r" t="t"/>
              <a:pathLst>
                <a:path extrusionOk="0" h="1091" w="2438">
                  <a:moveTo>
                    <a:pt x="1774" y="1"/>
                  </a:moveTo>
                  <a:cubicBezTo>
                    <a:pt x="1558" y="1"/>
                    <a:pt x="1323" y="36"/>
                    <a:pt x="1083" y="111"/>
                  </a:cubicBezTo>
                  <a:cubicBezTo>
                    <a:pt x="623" y="252"/>
                    <a:pt x="254" y="513"/>
                    <a:pt x="55" y="795"/>
                  </a:cubicBezTo>
                  <a:cubicBezTo>
                    <a:pt x="0" y="868"/>
                    <a:pt x="33" y="969"/>
                    <a:pt x="116" y="1002"/>
                  </a:cubicBezTo>
                  <a:cubicBezTo>
                    <a:pt x="275" y="1059"/>
                    <a:pt x="462" y="1090"/>
                    <a:pt x="665" y="1090"/>
                  </a:cubicBezTo>
                  <a:cubicBezTo>
                    <a:pt x="882" y="1090"/>
                    <a:pt x="1117" y="1055"/>
                    <a:pt x="1355" y="980"/>
                  </a:cubicBezTo>
                  <a:cubicBezTo>
                    <a:pt x="1815" y="839"/>
                    <a:pt x="2184" y="578"/>
                    <a:pt x="2387" y="296"/>
                  </a:cubicBezTo>
                  <a:cubicBezTo>
                    <a:pt x="2438" y="223"/>
                    <a:pt x="2405" y="118"/>
                    <a:pt x="2322" y="89"/>
                  </a:cubicBezTo>
                  <a:cubicBezTo>
                    <a:pt x="2163" y="31"/>
                    <a:pt x="1976" y="1"/>
                    <a:pt x="177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88"/>
            <p:cNvSpPr/>
            <p:nvPr/>
          </p:nvSpPr>
          <p:spPr>
            <a:xfrm>
              <a:off x="8101706" y="3424789"/>
              <a:ext cx="125739" cy="148627"/>
            </a:xfrm>
            <a:custGeom>
              <a:rect b="b" l="l" r="r" t="t"/>
              <a:pathLst>
                <a:path extrusionOk="0" h="5669" w="4796">
                  <a:moveTo>
                    <a:pt x="2615" y="0"/>
                  </a:moveTo>
                  <a:cubicBezTo>
                    <a:pt x="1772" y="0"/>
                    <a:pt x="1091" y="681"/>
                    <a:pt x="1091" y="1525"/>
                  </a:cubicBezTo>
                  <a:lnTo>
                    <a:pt x="1091" y="1666"/>
                  </a:lnTo>
                  <a:cubicBezTo>
                    <a:pt x="1087" y="1827"/>
                    <a:pt x="957" y="1959"/>
                    <a:pt x="793" y="1959"/>
                  </a:cubicBezTo>
                  <a:cubicBezTo>
                    <a:pt x="791" y="1959"/>
                    <a:pt x="789" y="1959"/>
                    <a:pt x="787" y="1959"/>
                  </a:cubicBezTo>
                  <a:lnTo>
                    <a:pt x="544" y="1959"/>
                  </a:lnTo>
                  <a:cubicBezTo>
                    <a:pt x="243" y="1959"/>
                    <a:pt x="1" y="2206"/>
                    <a:pt x="1" y="2506"/>
                  </a:cubicBezTo>
                  <a:cubicBezTo>
                    <a:pt x="1" y="2807"/>
                    <a:pt x="243" y="3050"/>
                    <a:pt x="544" y="3050"/>
                  </a:cubicBezTo>
                  <a:lnTo>
                    <a:pt x="881" y="3050"/>
                  </a:lnTo>
                  <a:cubicBezTo>
                    <a:pt x="986" y="4546"/>
                    <a:pt x="2236" y="5669"/>
                    <a:pt x="3686" y="5669"/>
                  </a:cubicBezTo>
                  <a:cubicBezTo>
                    <a:pt x="3836" y="5669"/>
                    <a:pt x="3987" y="5657"/>
                    <a:pt x="4140" y="5632"/>
                  </a:cubicBezTo>
                  <a:cubicBezTo>
                    <a:pt x="2760" y="5418"/>
                    <a:pt x="1743" y="4230"/>
                    <a:pt x="1743" y="2832"/>
                  </a:cubicBezTo>
                  <a:lnTo>
                    <a:pt x="1743" y="1525"/>
                  </a:lnTo>
                  <a:cubicBezTo>
                    <a:pt x="1739" y="1043"/>
                    <a:pt x="2130" y="652"/>
                    <a:pt x="2615" y="652"/>
                  </a:cubicBezTo>
                  <a:lnTo>
                    <a:pt x="4140" y="652"/>
                  </a:lnTo>
                  <a:cubicBezTo>
                    <a:pt x="4502" y="652"/>
                    <a:pt x="4796" y="362"/>
                    <a:pt x="4796"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88"/>
            <p:cNvSpPr/>
            <p:nvPr/>
          </p:nvSpPr>
          <p:spPr>
            <a:xfrm>
              <a:off x="8187358" y="3384808"/>
              <a:ext cx="22914" cy="22809"/>
            </a:xfrm>
            <a:custGeom>
              <a:rect b="b" l="l" r="r" t="t"/>
              <a:pathLst>
                <a:path extrusionOk="0" h="870" w="874">
                  <a:moveTo>
                    <a:pt x="435" y="0"/>
                  </a:moveTo>
                  <a:cubicBezTo>
                    <a:pt x="196" y="0"/>
                    <a:pt x="0" y="196"/>
                    <a:pt x="0" y="435"/>
                  </a:cubicBezTo>
                  <a:cubicBezTo>
                    <a:pt x="0" y="674"/>
                    <a:pt x="196" y="870"/>
                    <a:pt x="435" y="870"/>
                  </a:cubicBezTo>
                  <a:cubicBezTo>
                    <a:pt x="678" y="870"/>
                    <a:pt x="873" y="674"/>
                    <a:pt x="873" y="435"/>
                  </a:cubicBezTo>
                  <a:cubicBezTo>
                    <a:pt x="873" y="196"/>
                    <a:pt x="678" y="0"/>
                    <a:pt x="43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88"/>
            <p:cNvSpPr/>
            <p:nvPr/>
          </p:nvSpPr>
          <p:spPr>
            <a:xfrm>
              <a:off x="8109597" y="3620765"/>
              <a:ext cx="178436" cy="61165"/>
            </a:xfrm>
            <a:custGeom>
              <a:rect b="b" l="l" r="r" t="t"/>
              <a:pathLst>
                <a:path extrusionOk="0" h="2333" w="6806">
                  <a:moveTo>
                    <a:pt x="677" y="0"/>
                  </a:moveTo>
                  <a:lnTo>
                    <a:pt x="0" y="239"/>
                  </a:lnTo>
                  <a:cubicBezTo>
                    <a:pt x="648" y="1521"/>
                    <a:pt x="1963" y="2333"/>
                    <a:pt x="3401" y="2333"/>
                  </a:cubicBezTo>
                  <a:cubicBezTo>
                    <a:pt x="4842" y="2333"/>
                    <a:pt x="6157" y="1521"/>
                    <a:pt x="6805" y="239"/>
                  </a:cubicBezTo>
                  <a:lnTo>
                    <a:pt x="6125" y="0"/>
                  </a:lnTo>
                  <a:cubicBezTo>
                    <a:pt x="5607" y="1029"/>
                    <a:pt x="4553" y="1677"/>
                    <a:pt x="3401" y="1677"/>
                  </a:cubicBezTo>
                  <a:cubicBezTo>
                    <a:pt x="2249" y="1677"/>
                    <a:pt x="1195" y="1029"/>
                    <a:pt x="67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88"/>
            <p:cNvSpPr/>
            <p:nvPr/>
          </p:nvSpPr>
          <p:spPr>
            <a:xfrm>
              <a:off x="8159253" y="3477172"/>
              <a:ext cx="10644" cy="16412"/>
            </a:xfrm>
            <a:custGeom>
              <a:rect b="b" l="l" r="r" t="t"/>
              <a:pathLst>
                <a:path extrusionOk="0" h="626" w="406">
                  <a:moveTo>
                    <a:pt x="203" y="0"/>
                  </a:moveTo>
                  <a:cubicBezTo>
                    <a:pt x="102" y="0"/>
                    <a:pt x="0" y="68"/>
                    <a:pt x="0" y="204"/>
                  </a:cubicBezTo>
                  <a:lnTo>
                    <a:pt x="0" y="421"/>
                  </a:lnTo>
                  <a:cubicBezTo>
                    <a:pt x="0" y="557"/>
                    <a:pt x="102" y="625"/>
                    <a:pt x="203" y="625"/>
                  </a:cubicBezTo>
                  <a:cubicBezTo>
                    <a:pt x="305" y="625"/>
                    <a:pt x="406" y="557"/>
                    <a:pt x="406" y="421"/>
                  </a:cubicBezTo>
                  <a:lnTo>
                    <a:pt x="406" y="418"/>
                  </a:ln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88"/>
            <p:cNvSpPr/>
            <p:nvPr/>
          </p:nvSpPr>
          <p:spPr>
            <a:xfrm>
              <a:off x="8227707" y="3477093"/>
              <a:ext cx="10749" cy="16386"/>
            </a:xfrm>
            <a:custGeom>
              <a:rect b="b" l="l" r="r" t="t"/>
              <a:pathLst>
                <a:path extrusionOk="0" h="625" w="410">
                  <a:moveTo>
                    <a:pt x="203" y="1"/>
                  </a:moveTo>
                  <a:cubicBezTo>
                    <a:pt x="91" y="1"/>
                    <a:pt x="1" y="91"/>
                    <a:pt x="1" y="203"/>
                  </a:cubicBezTo>
                  <a:lnTo>
                    <a:pt x="1" y="421"/>
                  </a:lnTo>
                  <a:cubicBezTo>
                    <a:pt x="1" y="557"/>
                    <a:pt x="103" y="624"/>
                    <a:pt x="205" y="624"/>
                  </a:cubicBezTo>
                  <a:cubicBezTo>
                    <a:pt x="308" y="624"/>
                    <a:pt x="410" y="557"/>
                    <a:pt x="410" y="421"/>
                  </a:cubicBezTo>
                  <a:lnTo>
                    <a:pt x="410" y="207"/>
                  </a:lnTo>
                  <a:cubicBezTo>
                    <a:pt x="410" y="91"/>
                    <a:pt x="319"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88"/>
            <p:cNvSpPr/>
            <p:nvPr/>
          </p:nvSpPr>
          <p:spPr>
            <a:xfrm>
              <a:off x="8062013" y="3356598"/>
              <a:ext cx="273501" cy="364948"/>
            </a:xfrm>
            <a:custGeom>
              <a:rect b="b" l="l" r="r" t="t"/>
              <a:pathLst>
                <a:path extrusionOk="0" h="13920" w="10432">
                  <a:moveTo>
                    <a:pt x="5191" y="406"/>
                  </a:moveTo>
                  <a:cubicBezTo>
                    <a:pt x="5647" y="406"/>
                    <a:pt x="6096" y="486"/>
                    <a:pt x="6520" y="649"/>
                  </a:cubicBezTo>
                  <a:cubicBezTo>
                    <a:pt x="6226" y="754"/>
                    <a:pt x="5958" y="921"/>
                    <a:pt x="5738" y="1134"/>
                  </a:cubicBezTo>
                  <a:cubicBezTo>
                    <a:pt x="5609" y="957"/>
                    <a:pt x="5413" y="868"/>
                    <a:pt x="5218" y="868"/>
                  </a:cubicBezTo>
                  <a:cubicBezTo>
                    <a:pt x="5022" y="868"/>
                    <a:pt x="4827" y="957"/>
                    <a:pt x="4698" y="1134"/>
                  </a:cubicBezTo>
                  <a:cubicBezTo>
                    <a:pt x="4466" y="910"/>
                    <a:pt x="4187" y="739"/>
                    <a:pt x="3883" y="638"/>
                  </a:cubicBezTo>
                  <a:cubicBezTo>
                    <a:pt x="4303" y="486"/>
                    <a:pt x="4745" y="410"/>
                    <a:pt x="5191" y="406"/>
                  </a:cubicBezTo>
                  <a:close/>
                  <a:moveTo>
                    <a:pt x="3054" y="896"/>
                  </a:moveTo>
                  <a:cubicBezTo>
                    <a:pt x="3244" y="896"/>
                    <a:pt x="3450" y="926"/>
                    <a:pt x="3655" y="989"/>
                  </a:cubicBezTo>
                  <a:cubicBezTo>
                    <a:pt x="3992" y="1094"/>
                    <a:pt x="4289" y="1279"/>
                    <a:pt x="4470" y="1489"/>
                  </a:cubicBezTo>
                  <a:cubicBezTo>
                    <a:pt x="4362" y="1516"/>
                    <a:pt x="4244" y="1530"/>
                    <a:pt x="4118" y="1530"/>
                  </a:cubicBezTo>
                  <a:cubicBezTo>
                    <a:pt x="3927" y="1530"/>
                    <a:pt x="3721" y="1498"/>
                    <a:pt x="3517" y="1435"/>
                  </a:cubicBezTo>
                  <a:cubicBezTo>
                    <a:pt x="3177" y="1330"/>
                    <a:pt x="2884" y="1149"/>
                    <a:pt x="2703" y="935"/>
                  </a:cubicBezTo>
                  <a:cubicBezTo>
                    <a:pt x="2809" y="909"/>
                    <a:pt x="2928" y="896"/>
                    <a:pt x="3054" y="896"/>
                  </a:cubicBezTo>
                  <a:close/>
                  <a:moveTo>
                    <a:pt x="7376" y="895"/>
                  </a:moveTo>
                  <a:cubicBezTo>
                    <a:pt x="7503" y="895"/>
                    <a:pt x="7623" y="909"/>
                    <a:pt x="7731" y="938"/>
                  </a:cubicBezTo>
                  <a:lnTo>
                    <a:pt x="7731" y="938"/>
                  </a:lnTo>
                  <a:cubicBezTo>
                    <a:pt x="7549" y="1147"/>
                    <a:pt x="7257" y="1327"/>
                    <a:pt x="6918" y="1435"/>
                  </a:cubicBezTo>
                  <a:cubicBezTo>
                    <a:pt x="6715" y="1498"/>
                    <a:pt x="6507" y="1530"/>
                    <a:pt x="6316" y="1530"/>
                  </a:cubicBezTo>
                  <a:cubicBezTo>
                    <a:pt x="6190" y="1530"/>
                    <a:pt x="6072" y="1516"/>
                    <a:pt x="5966" y="1489"/>
                  </a:cubicBezTo>
                  <a:cubicBezTo>
                    <a:pt x="6147" y="1279"/>
                    <a:pt x="6440" y="1098"/>
                    <a:pt x="6781" y="989"/>
                  </a:cubicBezTo>
                  <a:cubicBezTo>
                    <a:pt x="6982" y="927"/>
                    <a:pt x="7186" y="895"/>
                    <a:pt x="7376" y="895"/>
                  </a:cubicBezTo>
                  <a:close/>
                  <a:moveTo>
                    <a:pt x="5218" y="1278"/>
                  </a:moveTo>
                  <a:cubicBezTo>
                    <a:pt x="5276" y="1278"/>
                    <a:pt x="5334" y="1300"/>
                    <a:pt x="5383" y="1348"/>
                  </a:cubicBezTo>
                  <a:cubicBezTo>
                    <a:pt x="5527" y="1493"/>
                    <a:pt x="5422" y="1743"/>
                    <a:pt x="5216" y="1743"/>
                  </a:cubicBezTo>
                  <a:cubicBezTo>
                    <a:pt x="5089" y="1743"/>
                    <a:pt x="4984" y="1638"/>
                    <a:pt x="4984" y="1511"/>
                  </a:cubicBezTo>
                  <a:cubicBezTo>
                    <a:pt x="4984" y="1371"/>
                    <a:pt x="5098" y="1278"/>
                    <a:pt x="5218" y="1278"/>
                  </a:cubicBezTo>
                  <a:close/>
                  <a:moveTo>
                    <a:pt x="2594" y="1402"/>
                  </a:moveTo>
                  <a:cubicBezTo>
                    <a:pt x="2833" y="1591"/>
                    <a:pt x="3105" y="1735"/>
                    <a:pt x="3394" y="1822"/>
                  </a:cubicBezTo>
                  <a:cubicBezTo>
                    <a:pt x="3626" y="1898"/>
                    <a:pt x="3869" y="1935"/>
                    <a:pt x="4115" y="1938"/>
                  </a:cubicBezTo>
                  <a:cubicBezTo>
                    <a:pt x="4303" y="1938"/>
                    <a:pt x="4495" y="1909"/>
                    <a:pt x="4676" y="1851"/>
                  </a:cubicBezTo>
                  <a:cubicBezTo>
                    <a:pt x="4801" y="2051"/>
                    <a:pt x="5009" y="2150"/>
                    <a:pt x="5216" y="2150"/>
                  </a:cubicBezTo>
                  <a:cubicBezTo>
                    <a:pt x="5424" y="2150"/>
                    <a:pt x="5633" y="2051"/>
                    <a:pt x="5759" y="1851"/>
                  </a:cubicBezTo>
                  <a:cubicBezTo>
                    <a:pt x="5940" y="1909"/>
                    <a:pt x="6129" y="1938"/>
                    <a:pt x="6317" y="1938"/>
                  </a:cubicBezTo>
                  <a:cubicBezTo>
                    <a:pt x="6563" y="1935"/>
                    <a:pt x="6806" y="1898"/>
                    <a:pt x="7038" y="1822"/>
                  </a:cubicBezTo>
                  <a:cubicBezTo>
                    <a:pt x="7313" y="1739"/>
                    <a:pt x="7566" y="1609"/>
                    <a:pt x="7795" y="1435"/>
                  </a:cubicBezTo>
                  <a:cubicBezTo>
                    <a:pt x="8610" y="2170"/>
                    <a:pt x="9109" y="3181"/>
                    <a:pt x="9175" y="4238"/>
                  </a:cubicBezTo>
                  <a:lnTo>
                    <a:pt x="9370" y="7585"/>
                  </a:lnTo>
                  <a:cubicBezTo>
                    <a:pt x="9424" y="8483"/>
                    <a:pt x="9185" y="9374"/>
                    <a:pt x="8686" y="10123"/>
                  </a:cubicBezTo>
                  <a:lnTo>
                    <a:pt x="7175" y="9587"/>
                  </a:lnTo>
                  <a:cubicBezTo>
                    <a:pt x="6907" y="9493"/>
                    <a:pt x="6730" y="9240"/>
                    <a:pt x="6730" y="8957"/>
                  </a:cubicBezTo>
                  <a:lnTo>
                    <a:pt x="6730" y="8066"/>
                  </a:lnTo>
                  <a:cubicBezTo>
                    <a:pt x="7541" y="7599"/>
                    <a:pt x="8092" y="6784"/>
                    <a:pt x="8222" y="5857"/>
                  </a:cubicBezTo>
                  <a:lnTo>
                    <a:pt x="8374" y="5857"/>
                  </a:lnTo>
                  <a:cubicBezTo>
                    <a:pt x="8791" y="5857"/>
                    <a:pt x="9124" y="5520"/>
                    <a:pt x="9124" y="5107"/>
                  </a:cubicBezTo>
                  <a:cubicBezTo>
                    <a:pt x="9124" y="4694"/>
                    <a:pt x="8791" y="4358"/>
                    <a:pt x="8374" y="4358"/>
                  </a:cubicBezTo>
                  <a:lnTo>
                    <a:pt x="8265" y="4358"/>
                  </a:lnTo>
                  <a:cubicBezTo>
                    <a:pt x="8139" y="4358"/>
                    <a:pt x="8034" y="4256"/>
                    <a:pt x="8034" y="4126"/>
                  </a:cubicBezTo>
                  <a:cubicBezTo>
                    <a:pt x="8034" y="3173"/>
                    <a:pt x="7259" y="2398"/>
                    <a:pt x="6306" y="2398"/>
                  </a:cubicBezTo>
                  <a:cubicBezTo>
                    <a:pt x="6035" y="2398"/>
                    <a:pt x="6035" y="2804"/>
                    <a:pt x="6306" y="2804"/>
                  </a:cubicBezTo>
                  <a:cubicBezTo>
                    <a:pt x="7034" y="2804"/>
                    <a:pt x="7628" y="3398"/>
                    <a:pt x="7628" y="4126"/>
                  </a:cubicBezTo>
                  <a:cubicBezTo>
                    <a:pt x="7628" y="4481"/>
                    <a:pt x="7914" y="4767"/>
                    <a:pt x="8265" y="4767"/>
                  </a:cubicBezTo>
                  <a:lnTo>
                    <a:pt x="8374" y="4767"/>
                  </a:lnTo>
                  <a:cubicBezTo>
                    <a:pt x="8562" y="4767"/>
                    <a:pt x="8715" y="4919"/>
                    <a:pt x="8715" y="5107"/>
                  </a:cubicBezTo>
                  <a:cubicBezTo>
                    <a:pt x="8715" y="5296"/>
                    <a:pt x="8562" y="5448"/>
                    <a:pt x="8374" y="5448"/>
                  </a:cubicBezTo>
                  <a:lnTo>
                    <a:pt x="8251" y="5448"/>
                  </a:lnTo>
                  <a:lnTo>
                    <a:pt x="8251" y="5433"/>
                  </a:lnTo>
                  <a:cubicBezTo>
                    <a:pt x="8251" y="5297"/>
                    <a:pt x="8150" y="5230"/>
                    <a:pt x="8048" y="5230"/>
                  </a:cubicBezTo>
                  <a:cubicBezTo>
                    <a:pt x="7947" y="5230"/>
                    <a:pt x="7845" y="5297"/>
                    <a:pt x="7845" y="5433"/>
                  </a:cubicBezTo>
                  <a:cubicBezTo>
                    <a:pt x="7845" y="6886"/>
                    <a:pt x="6668" y="8063"/>
                    <a:pt x="5216" y="8063"/>
                  </a:cubicBezTo>
                  <a:cubicBezTo>
                    <a:pt x="3764" y="8063"/>
                    <a:pt x="2587" y="6886"/>
                    <a:pt x="2587" y="5433"/>
                  </a:cubicBezTo>
                  <a:cubicBezTo>
                    <a:pt x="2587" y="5297"/>
                    <a:pt x="2484" y="5230"/>
                    <a:pt x="2382" y="5230"/>
                  </a:cubicBezTo>
                  <a:cubicBezTo>
                    <a:pt x="2280" y="5230"/>
                    <a:pt x="2177" y="5297"/>
                    <a:pt x="2177" y="5433"/>
                  </a:cubicBezTo>
                  <a:lnTo>
                    <a:pt x="2177" y="5448"/>
                  </a:lnTo>
                  <a:lnTo>
                    <a:pt x="2054" y="5448"/>
                  </a:lnTo>
                  <a:cubicBezTo>
                    <a:pt x="1866" y="5448"/>
                    <a:pt x="1714" y="5296"/>
                    <a:pt x="1714" y="5107"/>
                  </a:cubicBezTo>
                  <a:cubicBezTo>
                    <a:pt x="1714" y="4919"/>
                    <a:pt x="1866" y="4767"/>
                    <a:pt x="2054" y="4767"/>
                  </a:cubicBezTo>
                  <a:lnTo>
                    <a:pt x="2167" y="4767"/>
                  </a:lnTo>
                  <a:cubicBezTo>
                    <a:pt x="2518" y="4767"/>
                    <a:pt x="2804" y="4481"/>
                    <a:pt x="2804" y="4126"/>
                  </a:cubicBezTo>
                  <a:cubicBezTo>
                    <a:pt x="2804" y="3398"/>
                    <a:pt x="3398" y="2804"/>
                    <a:pt x="4126" y="2804"/>
                  </a:cubicBezTo>
                  <a:lnTo>
                    <a:pt x="5433" y="2804"/>
                  </a:lnTo>
                  <a:cubicBezTo>
                    <a:pt x="5705" y="2804"/>
                    <a:pt x="5705" y="2398"/>
                    <a:pt x="5433" y="2398"/>
                  </a:cubicBezTo>
                  <a:lnTo>
                    <a:pt x="4126" y="2398"/>
                  </a:lnTo>
                  <a:cubicBezTo>
                    <a:pt x="3173" y="2398"/>
                    <a:pt x="2398" y="3173"/>
                    <a:pt x="2398" y="4126"/>
                  </a:cubicBezTo>
                  <a:cubicBezTo>
                    <a:pt x="2398" y="4256"/>
                    <a:pt x="2293" y="4358"/>
                    <a:pt x="2167" y="4358"/>
                  </a:cubicBezTo>
                  <a:lnTo>
                    <a:pt x="2058" y="4358"/>
                  </a:lnTo>
                  <a:cubicBezTo>
                    <a:pt x="1641" y="4358"/>
                    <a:pt x="1308" y="4694"/>
                    <a:pt x="1308" y="5107"/>
                  </a:cubicBezTo>
                  <a:cubicBezTo>
                    <a:pt x="1308" y="5520"/>
                    <a:pt x="1641" y="5857"/>
                    <a:pt x="2058" y="5857"/>
                  </a:cubicBezTo>
                  <a:lnTo>
                    <a:pt x="2210" y="5857"/>
                  </a:lnTo>
                  <a:cubicBezTo>
                    <a:pt x="2340" y="6784"/>
                    <a:pt x="2891" y="7603"/>
                    <a:pt x="3706" y="8070"/>
                  </a:cubicBezTo>
                  <a:lnTo>
                    <a:pt x="3706" y="8961"/>
                  </a:lnTo>
                  <a:cubicBezTo>
                    <a:pt x="3706" y="9243"/>
                    <a:pt x="3525" y="9493"/>
                    <a:pt x="3260" y="9587"/>
                  </a:cubicBezTo>
                  <a:lnTo>
                    <a:pt x="1746" y="10123"/>
                  </a:lnTo>
                  <a:cubicBezTo>
                    <a:pt x="1247" y="9374"/>
                    <a:pt x="1008" y="8483"/>
                    <a:pt x="1066" y="7585"/>
                  </a:cubicBezTo>
                  <a:lnTo>
                    <a:pt x="1268" y="4133"/>
                  </a:lnTo>
                  <a:cubicBezTo>
                    <a:pt x="1330" y="3083"/>
                    <a:pt x="1808" y="2101"/>
                    <a:pt x="2594" y="1402"/>
                  </a:cubicBezTo>
                  <a:close/>
                  <a:moveTo>
                    <a:pt x="5212" y="1"/>
                  </a:moveTo>
                  <a:cubicBezTo>
                    <a:pt x="5205" y="1"/>
                    <a:pt x="5198" y="1"/>
                    <a:pt x="5191" y="1"/>
                  </a:cubicBezTo>
                  <a:cubicBezTo>
                    <a:pt x="4495" y="4"/>
                    <a:pt x="3814" y="175"/>
                    <a:pt x="3199" y="493"/>
                  </a:cubicBezTo>
                  <a:cubicBezTo>
                    <a:pt x="3150" y="490"/>
                    <a:pt x="3102" y="489"/>
                    <a:pt x="3055" y="489"/>
                  </a:cubicBezTo>
                  <a:cubicBezTo>
                    <a:pt x="2769" y="489"/>
                    <a:pt x="2504" y="545"/>
                    <a:pt x="2290" y="660"/>
                  </a:cubicBezTo>
                  <a:cubicBezTo>
                    <a:pt x="2195" y="714"/>
                    <a:pt x="2156" y="834"/>
                    <a:pt x="2206" y="931"/>
                  </a:cubicBezTo>
                  <a:cubicBezTo>
                    <a:pt x="2239" y="993"/>
                    <a:pt x="2272" y="1051"/>
                    <a:pt x="2315" y="1105"/>
                  </a:cubicBezTo>
                  <a:cubicBezTo>
                    <a:pt x="1453" y="1877"/>
                    <a:pt x="928" y="2956"/>
                    <a:pt x="859" y="4108"/>
                  </a:cubicBezTo>
                  <a:lnTo>
                    <a:pt x="656" y="7559"/>
                  </a:lnTo>
                  <a:cubicBezTo>
                    <a:pt x="598" y="8512"/>
                    <a:pt x="841" y="9457"/>
                    <a:pt x="1352" y="10261"/>
                  </a:cubicBezTo>
                  <a:lnTo>
                    <a:pt x="1008" y="10384"/>
                  </a:lnTo>
                  <a:cubicBezTo>
                    <a:pt x="403" y="10598"/>
                    <a:pt x="1" y="11166"/>
                    <a:pt x="1" y="11807"/>
                  </a:cubicBezTo>
                  <a:lnTo>
                    <a:pt x="1" y="13716"/>
                  </a:lnTo>
                  <a:cubicBezTo>
                    <a:pt x="1" y="13852"/>
                    <a:pt x="102" y="13920"/>
                    <a:pt x="204" y="13920"/>
                  </a:cubicBezTo>
                  <a:cubicBezTo>
                    <a:pt x="305" y="13920"/>
                    <a:pt x="406" y="13852"/>
                    <a:pt x="406" y="13716"/>
                  </a:cubicBezTo>
                  <a:lnTo>
                    <a:pt x="406" y="11807"/>
                  </a:lnTo>
                  <a:cubicBezTo>
                    <a:pt x="406" y="11340"/>
                    <a:pt x="703" y="10924"/>
                    <a:pt x="1145" y="10768"/>
                  </a:cubicBezTo>
                  <a:lnTo>
                    <a:pt x="2358" y="10341"/>
                  </a:lnTo>
                  <a:cubicBezTo>
                    <a:pt x="2474" y="10565"/>
                    <a:pt x="2623" y="10775"/>
                    <a:pt x="2800" y="10960"/>
                  </a:cubicBezTo>
                  <a:cubicBezTo>
                    <a:pt x="2845" y="11008"/>
                    <a:pt x="2897" y="11028"/>
                    <a:pt x="2946" y="11028"/>
                  </a:cubicBezTo>
                  <a:cubicBezTo>
                    <a:pt x="3101" y="11028"/>
                    <a:pt x="3237" y="10832"/>
                    <a:pt x="3097" y="10681"/>
                  </a:cubicBezTo>
                  <a:cubicBezTo>
                    <a:pt x="2960" y="10536"/>
                    <a:pt x="2840" y="10377"/>
                    <a:pt x="2746" y="10203"/>
                  </a:cubicBezTo>
                  <a:lnTo>
                    <a:pt x="3394" y="9975"/>
                  </a:lnTo>
                  <a:cubicBezTo>
                    <a:pt x="3825" y="9819"/>
                    <a:pt x="4111" y="9414"/>
                    <a:pt x="4111" y="8957"/>
                  </a:cubicBezTo>
                  <a:lnTo>
                    <a:pt x="4111" y="8265"/>
                  </a:lnTo>
                  <a:cubicBezTo>
                    <a:pt x="4466" y="8403"/>
                    <a:pt x="4841" y="8472"/>
                    <a:pt x="5216" y="8472"/>
                  </a:cubicBezTo>
                  <a:cubicBezTo>
                    <a:pt x="5591" y="8472"/>
                    <a:pt x="5966" y="8403"/>
                    <a:pt x="6321" y="8265"/>
                  </a:cubicBezTo>
                  <a:lnTo>
                    <a:pt x="6321" y="8961"/>
                  </a:lnTo>
                  <a:cubicBezTo>
                    <a:pt x="6321" y="9414"/>
                    <a:pt x="6607" y="9823"/>
                    <a:pt x="7038" y="9975"/>
                  </a:cubicBezTo>
                  <a:lnTo>
                    <a:pt x="7686" y="10203"/>
                  </a:lnTo>
                  <a:cubicBezTo>
                    <a:pt x="7472" y="10583"/>
                    <a:pt x="7161" y="10902"/>
                    <a:pt x="6788" y="11123"/>
                  </a:cubicBezTo>
                  <a:cubicBezTo>
                    <a:pt x="6302" y="11409"/>
                    <a:pt x="5758" y="11552"/>
                    <a:pt x="5214" y="11552"/>
                  </a:cubicBezTo>
                  <a:cubicBezTo>
                    <a:pt x="4710" y="11552"/>
                    <a:pt x="4207" y="11430"/>
                    <a:pt x="3749" y="11185"/>
                  </a:cubicBezTo>
                  <a:cubicBezTo>
                    <a:pt x="3713" y="11164"/>
                    <a:pt x="3677" y="11155"/>
                    <a:pt x="3644" y="11155"/>
                  </a:cubicBezTo>
                  <a:cubicBezTo>
                    <a:pt x="3460" y="11155"/>
                    <a:pt x="3351" y="11429"/>
                    <a:pt x="3554" y="11539"/>
                  </a:cubicBezTo>
                  <a:cubicBezTo>
                    <a:pt x="4072" y="11820"/>
                    <a:pt x="4644" y="11959"/>
                    <a:pt x="5215" y="11959"/>
                  </a:cubicBezTo>
                  <a:cubicBezTo>
                    <a:pt x="5832" y="11959"/>
                    <a:pt x="6449" y="11796"/>
                    <a:pt x="6998" y="11471"/>
                  </a:cubicBezTo>
                  <a:cubicBezTo>
                    <a:pt x="7454" y="11199"/>
                    <a:pt x="7827" y="10808"/>
                    <a:pt x="8074" y="10341"/>
                  </a:cubicBezTo>
                  <a:lnTo>
                    <a:pt x="9287" y="10768"/>
                  </a:lnTo>
                  <a:cubicBezTo>
                    <a:pt x="9729" y="10924"/>
                    <a:pt x="10026" y="11340"/>
                    <a:pt x="10026" y="11811"/>
                  </a:cubicBezTo>
                  <a:lnTo>
                    <a:pt x="10026" y="13716"/>
                  </a:lnTo>
                  <a:cubicBezTo>
                    <a:pt x="10026" y="13852"/>
                    <a:pt x="10127" y="13920"/>
                    <a:pt x="10228" y="13920"/>
                  </a:cubicBezTo>
                  <a:cubicBezTo>
                    <a:pt x="10330" y="13920"/>
                    <a:pt x="10431" y="13852"/>
                    <a:pt x="10431" y="13716"/>
                  </a:cubicBezTo>
                  <a:lnTo>
                    <a:pt x="10431" y="11811"/>
                  </a:lnTo>
                  <a:cubicBezTo>
                    <a:pt x="10431" y="11170"/>
                    <a:pt x="10029" y="10598"/>
                    <a:pt x="9424" y="10384"/>
                  </a:cubicBezTo>
                  <a:lnTo>
                    <a:pt x="9084" y="10261"/>
                  </a:lnTo>
                  <a:cubicBezTo>
                    <a:pt x="9595" y="9457"/>
                    <a:pt x="9837" y="8512"/>
                    <a:pt x="9776" y="7559"/>
                  </a:cubicBezTo>
                  <a:lnTo>
                    <a:pt x="9580" y="4213"/>
                  </a:lnTo>
                  <a:cubicBezTo>
                    <a:pt x="9511" y="3057"/>
                    <a:pt x="8972" y="1953"/>
                    <a:pt x="8088" y="1149"/>
                  </a:cubicBezTo>
                  <a:cubicBezTo>
                    <a:pt x="8139" y="1080"/>
                    <a:pt x="8186" y="1008"/>
                    <a:pt x="8226" y="931"/>
                  </a:cubicBezTo>
                  <a:cubicBezTo>
                    <a:pt x="8276" y="834"/>
                    <a:pt x="8240" y="714"/>
                    <a:pt x="8142" y="660"/>
                  </a:cubicBezTo>
                  <a:cubicBezTo>
                    <a:pt x="7928" y="545"/>
                    <a:pt x="7660" y="488"/>
                    <a:pt x="7371" y="488"/>
                  </a:cubicBezTo>
                  <a:cubicBezTo>
                    <a:pt x="7305" y="488"/>
                    <a:pt x="7237" y="491"/>
                    <a:pt x="7168" y="497"/>
                  </a:cubicBezTo>
                  <a:cubicBezTo>
                    <a:pt x="6566" y="174"/>
                    <a:pt x="5893" y="1"/>
                    <a:pt x="5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88"/>
            <p:cNvSpPr/>
            <p:nvPr/>
          </p:nvSpPr>
          <p:spPr>
            <a:xfrm>
              <a:off x="8167695" y="3510888"/>
              <a:ext cx="62214" cy="33558"/>
            </a:xfrm>
            <a:custGeom>
              <a:rect b="b" l="l" r="r" t="t"/>
              <a:pathLst>
                <a:path extrusionOk="0" h="1280" w="2373">
                  <a:moveTo>
                    <a:pt x="1927" y="407"/>
                  </a:moveTo>
                  <a:cubicBezTo>
                    <a:pt x="1826" y="675"/>
                    <a:pt x="1533" y="870"/>
                    <a:pt x="1185" y="870"/>
                  </a:cubicBezTo>
                  <a:cubicBezTo>
                    <a:pt x="841" y="870"/>
                    <a:pt x="548" y="675"/>
                    <a:pt x="446" y="407"/>
                  </a:cubicBezTo>
                  <a:close/>
                  <a:moveTo>
                    <a:pt x="201" y="1"/>
                  </a:moveTo>
                  <a:cubicBezTo>
                    <a:pt x="91" y="1"/>
                    <a:pt x="1" y="94"/>
                    <a:pt x="1" y="204"/>
                  </a:cubicBezTo>
                  <a:cubicBezTo>
                    <a:pt x="1" y="798"/>
                    <a:pt x="533" y="1279"/>
                    <a:pt x="1185" y="1279"/>
                  </a:cubicBezTo>
                  <a:cubicBezTo>
                    <a:pt x="1841" y="1279"/>
                    <a:pt x="2373" y="798"/>
                    <a:pt x="2373" y="204"/>
                  </a:cubicBezTo>
                  <a:cubicBezTo>
                    <a:pt x="2373" y="91"/>
                    <a:pt x="2279" y="1"/>
                    <a:pt x="2166" y="1"/>
                  </a:cubicBezTo>
                  <a:lnTo>
                    <a:pt x="207" y="1"/>
                  </a:lnTo>
                  <a:cubicBezTo>
                    <a:pt x="205" y="1"/>
                    <a:pt x="203" y="1"/>
                    <a:pt x="2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88"/>
            <p:cNvSpPr/>
            <p:nvPr/>
          </p:nvSpPr>
          <p:spPr>
            <a:xfrm>
              <a:off x="8151126" y="3456486"/>
              <a:ext cx="26794" cy="13712"/>
            </a:xfrm>
            <a:custGeom>
              <a:rect b="b" l="l" r="r" t="t"/>
              <a:pathLst>
                <a:path extrusionOk="0" h="523" w="1022">
                  <a:moveTo>
                    <a:pt x="737" y="1"/>
                  </a:moveTo>
                  <a:cubicBezTo>
                    <a:pt x="719" y="1"/>
                    <a:pt x="700" y="3"/>
                    <a:pt x="680" y="8"/>
                  </a:cubicBezTo>
                  <a:lnTo>
                    <a:pt x="245" y="120"/>
                  </a:lnTo>
                  <a:cubicBezTo>
                    <a:pt x="1" y="180"/>
                    <a:pt x="66" y="522"/>
                    <a:pt x="286" y="522"/>
                  </a:cubicBezTo>
                  <a:cubicBezTo>
                    <a:pt x="304" y="522"/>
                    <a:pt x="323" y="520"/>
                    <a:pt x="343" y="515"/>
                  </a:cubicBezTo>
                  <a:lnTo>
                    <a:pt x="778" y="406"/>
                  </a:lnTo>
                  <a:cubicBezTo>
                    <a:pt x="1022" y="343"/>
                    <a:pt x="957" y="1"/>
                    <a:pt x="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88"/>
            <p:cNvSpPr/>
            <p:nvPr/>
          </p:nvSpPr>
          <p:spPr>
            <a:xfrm>
              <a:off x="8219685" y="3456486"/>
              <a:ext cx="26794" cy="13712"/>
            </a:xfrm>
            <a:custGeom>
              <a:rect b="b" l="l" r="r" t="t"/>
              <a:pathLst>
                <a:path extrusionOk="0" h="523" w="1022">
                  <a:moveTo>
                    <a:pt x="286" y="1"/>
                  </a:moveTo>
                  <a:cubicBezTo>
                    <a:pt x="66" y="1"/>
                    <a:pt x="1" y="343"/>
                    <a:pt x="245" y="406"/>
                  </a:cubicBezTo>
                  <a:lnTo>
                    <a:pt x="680" y="515"/>
                  </a:lnTo>
                  <a:cubicBezTo>
                    <a:pt x="700" y="520"/>
                    <a:pt x="719" y="522"/>
                    <a:pt x="737" y="522"/>
                  </a:cubicBezTo>
                  <a:cubicBezTo>
                    <a:pt x="957" y="522"/>
                    <a:pt x="1022" y="180"/>
                    <a:pt x="777" y="120"/>
                  </a:cubicBezTo>
                  <a:lnTo>
                    <a:pt x="343" y="8"/>
                  </a:lnTo>
                  <a:cubicBezTo>
                    <a:pt x="323" y="3"/>
                    <a:pt x="304"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0" name="Google Shape;18770;p88"/>
          <p:cNvGrpSpPr/>
          <p:nvPr/>
        </p:nvGrpSpPr>
        <p:grpSpPr>
          <a:xfrm>
            <a:off x="6261709" y="2431198"/>
            <a:ext cx="273606" cy="365052"/>
            <a:chOff x="6261709" y="2431198"/>
            <a:chExt cx="273606" cy="365052"/>
          </a:xfrm>
        </p:grpSpPr>
        <p:sp>
          <p:nvSpPr>
            <p:cNvPr id="18771" name="Google Shape;18771;p88"/>
            <p:cNvSpPr/>
            <p:nvPr/>
          </p:nvSpPr>
          <p:spPr>
            <a:xfrm>
              <a:off x="6324212" y="2436599"/>
              <a:ext cx="148522" cy="57102"/>
            </a:xfrm>
            <a:custGeom>
              <a:rect b="b" l="l" r="r" t="t"/>
              <a:pathLst>
                <a:path extrusionOk="0" h="2178" w="5665">
                  <a:moveTo>
                    <a:pt x="2832" y="1"/>
                  </a:moveTo>
                  <a:cubicBezTo>
                    <a:pt x="1268" y="1"/>
                    <a:pt x="0" y="486"/>
                    <a:pt x="0" y="1087"/>
                  </a:cubicBezTo>
                  <a:lnTo>
                    <a:pt x="0" y="2178"/>
                  </a:lnTo>
                  <a:lnTo>
                    <a:pt x="5664" y="2178"/>
                  </a:lnTo>
                  <a:lnTo>
                    <a:pt x="5664" y="1091"/>
                  </a:lnTo>
                  <a:cubicBezTo>
                    <a:pt x="5664" y="486"/>
                    <a:pt x="4397" y="1"/>
                    <a:pt x="28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88"/>
            <p:cNvSpPr/>
            <p:nvPr/>
          </p:nvSpPr>
          <p:spPr>
            <a:xfrm>
              <a:off x="6278436" y="2470892"/>
              <a:ext cx="240074" cy="148522"/>
            </a:xfrm>
            <a:custGeom>
              <a:rect b="b" l="l" r="r" t="t"/>
              <a:pathLst>
                <a:path extrusionOk="0" h="5665" w="9157">
                  <a:moveTo>
                    <a:pt x="4578" y="0"/>
                  </a:moveTo>
                  <a:cubicBezTo>
                    <a:pt x="2050" y="0"/>
                    <a:pt x="0" y="1268"/>
                    <a:pt x="0" y="2833"/>
                  </a:cubicBezTo>
                  <a:cubicBezTo>
                    <a:pt x="0" y="4397"/>
                    <a:pt x="2050" y="5665"/>
                    <a:pt x="4578" y="5665"/>
                  </a:cubicBezTo>
                  <a:cubicBezTo>
                    <a:pt x="7106" y="5665"/>
                    <a:pt x="9156" y="4397"/>
                    <a:pt x="9156" y="2833"/>
                  </a:cubicBezTo>
                  <a:cubicBezTo>
                    <a:pt x="9156" y="1268"/>
                    <a:pt x="7106" y="0"/>
                    <a:pt x="4578"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88"/>
            <p:cNvSpPr/>
            <p:nvPr/>
          </p:nvSpPr>
          <p:spPr>
            <a:xfrm>
              <a:off x="6291152" y="2493780"/>
              <a:ext cx="214538" cy="232104"/>
            </a:xfrm>
            <a:custGeom>
              <a:rect b="b" l="l" r="r" t="t"/>
              <a:pathLst>
                <a:path extrusionOk="0" h="8853" w="8183">
                  <a:moveTo>
                    <a:pt x="4093" y="0"/>
                  </a:moveTo>
                  <a:cubicBezTo>
                    <a:pt x="2047" y="0"/>
                    <a:pt x="388" y="877"/>
                    <a:pt x="388" y="1960"/>
                  </a:cubicBezTo>
                  <a:lnTo>
                    <a:pt x="388" y="5447"/>
                  </a:lnTo>
                  <a:cubicBezTo>
                    <a:pt x="381" y="6019"/>
                    <a:pt x="272" y="6588"/>
                    <a:pt x="69" y="7124"/>
                  </a:cubicBezTo>
                  <a:cubicBezTo>
                    <a:pt x="1" y="7305"/>
                    <a:pt x="62" y="7512"/>
                    <a:pt x="218" y="7631"/>
                  </a:cubicBezTo>
                  <a:cubicBezTo>
                    <a:pt x="624" y="7924"/>
                    <a:pt x="1069" y="8171"/>
                    <a:pt x="1536" y="8355"/>
                  </a:cubicBezTo>
                  <a:cubicBezTo>
                    <a:pt x="2357" y="8687"/>
                    <a:pt x="3225" y="8853"/>
                    <a:pt x="4093" y="8853"/>
                  </a:cubicBezTo>
                  <a:cubicBezTo>
                    <a:pt x="4961" y="8853"/>
                    <a:pt x="5828" y="8687"/>
                    <a:pt x="6647" y="8355"/>
                  </a:cubicBezTo>
                  <a:cubicBezTo>
                    <a:pt x="7114" y="8171"/>
                    <a:pt x="7559" y="7924"/>
                    <a:pt x="7965" y="7631"/>
                  </a:cubicBezTo>
                  <a:cubicBezTo>
                    <a:pt x="8124" y="7515"/>
                    <a:pt x="8182" y="7309"/>
                    <a:pt x="8113" y="7124"/>
                  </a:cubicBezTo>
                  <a:cubicBezTo>
                    <a:pt x="7910" y="6588"/>
                    <a:pt x="7805" y="6019"/>
                    <a:pt x="7798" y="5447"/>
                  </a:cubicBezTo>
                  <a:lnTo>
                    <a:pt x="7798" y="1960"/>
                  </a:lnTo>
                  <a:cubicBezTo>
                    <a:pt x="7798" y="877"/>
                    <a:pt x="6139" y="0"/>
                    <a:pt x="409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88"/>
            <p:cNvSpPr/>
            <p:nvPr/>
          </p:nvSpPr>
          <p:spPr>
            <a:xfrm>
              <a:off x="6267031" y="2647965"/>
              <a:ext cx="262962" cy="142938"/>
            </a:xfrm>
            <a:custGeom>
              <a:rect b="b" l="l" r="r" t="t"/>
              <a:pathLst>
                <a:path extrusionOk="0" h="5452" w="10030">
                  <a:moveTo>
                    <a:pt x="3706" y="1"/>
                  </a:moveTo>
                  <a:lnTo>
                    <a:pt x="3706" y="1348"/>
                  </a:lnTo>
                  <a:cubicBezTo>
                    <a:pt x="3706" y="1718"/>
                    <a:pt x="3474" y="2047"/>
                    <a:pt x="3126" y="2170"/>
                  </a:cubicBezTo>
                  <a:lnTo>
                    <a:pt x="874" y="2963"/>
                  </a:lnTo>
                  <a:cubicBezTo>
                    <a:pt x="352" y="3148"/>
                    <a:pt x="1" y="3641"/>
                    <a:pt x="1" y="4195"/>
                  </a:cubicBezTo>
                  <a:lnTo>
                    <a:pt x="1" y="5452"/>
                  </a:lnTo>
                  <a:lnTo>
                    <a:pt x="10026" y="5452"/>
                  </a:lnTo>
                  <a:lnTo>
                    <a:pt x="10026" y="4195"/>
                  </a:lnTo>
                  <a:cubicBezTo>
                    <a:pt x="10029" y="3641"/>
                    <a:pt x="9678" y="3148"/>
                    <a:pt x="9156" y="2963"/>
                  </a:cubicBezTo>
                  <a:lnTo>
                    <a:pt x="6904" y="2170"/>
                  </a:lnTo>
                  <a:cubicBezTo>
                    <a:pt x="6556" y="2047"/>
                    <a:pt x="6321" y="1718"/>
                    <a:pt x="6321" y="1348"/>
                  </a:cubicBezTo>
                  <a:lnTo>
                    <a:pt x="6321"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88"/>
            <p:cNvSpPr/>
            <p:nvPr/>
          </p:nvSpPr>
          <p:spPr>
            <a:xfrm>
              <a:off x="6364167" y="2647965"/>
              <a:ext cx="68585" cy="34319"/>
            </a:xfrm>
            <a:custGeom>
              <a:rect b="b" l="l" r="r" t="t"/>
              <a:pathLst>
                <a:path extrusionOk="0" h="1309" w="2616">
                  <a:moveTo>
                    <a:pt x="1" y="1"/>
                  </a:moveTo>
                  <a:lnTo>
                    <a:pt x="1" y="1029"/>
                  </a:lnTo>
                  <a:cubicBezTo>
                    <a:pt x="363" y="1192"/>
                    <a:pt x="754" y="1287"/>
                    <a:pt x="1152" y="1305"/>
                  </a:cubicBezTo>
                  <a:cubicBezTo>
                    <a:pt x="1203" y="1308"/>
                    <a:pt x="1258" y="1308"/>
                    <a:pt x="1308" y="1308"/>
                  </a:cubicBezTo>
                  <a:cubicBezTo>
                    <a:pt x="1757" y="1308"/>
                    <a:pt x="2203" y="1214"/>
                    <a:pt x="2616" y="1033"/>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88"/>
            <p:cNvSpPr/>
            <p:nvPr/>
          </p:nvSpPr>
          <p:spPr>
            <a:xfrm>
              <a:off x="6324107" y="2516563"/>
              <a:ext cx="148627" cy="148627"/>
            </a:xfrm>
            <a:custGeom>
              <a:rect b="b" l="l" r="r" t="t"/>
              <a:pathLst>
                <a:path extrusionOk="0" h="5669" w="5669">
                  <a:moveTo>
                    <a:pt x="3271" y="0"/>
                  </a:moveTo>
                  <a:lnTo>
                    <a:pt x="3271" y="1091"/>
                  </a:lnTo>
                  <a:lnTo>
                    <a:pt x="873" y="1091"/>
                  </a:lnTo>
                  <a:cubicBezTo>
                    <a:pt x="392" y="1091"/>
                    <a:pt x="0" y="1482"/>
                    <a:pt x="0" y="1963"/>
                  </a:cubicBezTo>
                  <a:lnTo>
                    <a:pt x="0" y="2807"/>
                  </a:lnTo>
                  <a:cubicBezTo>
                    <a:pt x="0" y="4321"/>
                    <a:pt x="1177" y="5592"/>
                    <a:pt x="2691" y="5665"/>
                  </a:cubicBezTo>
                  <a:cubicBezTo>
                    <a:pt x="2739" y="5667"/>
                    <a:pt x="2786" y="5668"/>
                    <a:pt x="2834" y="5668"/>
                  </a:cubicBezTo>
                  <a:cubicBezTo>
                    <a:pt x="4389" y="5668"/>
                    <a:pt x="5668" y="4407"/>
                    <a:pt x="5668" y="2836"/>
                  </a:cubicBezTo>
                  <a:lnTo>
                    <a:pt x="5668" y="1963"/>
                  </a:lnTo>
                  <a:cubicBezTo>
                    <a:pt x="5668" y="1482"/>
                    <a:pt x="5277" y="1091"/>
                    <a:pt x="4799" y="1091"/>
                  </a:cubicBezTo>
                  <a:lnTo>
                    <a:pt x="4451" y="1091"/>
                  </a:lnTo>
                  <a:cubicBezTo>
                    <a:pt x="4394" y="1091"/>
                    <a:pt x="4339" y="1069"/>
                    <a:pt x="4299" y="1025"/>
                  </a:cubicBezTo>
                  <a:lnTo>
                    <a:pt x="327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88"/>
            <p:cNvSpPr/>
            <p:nvPr/>
          </p:nvSpPr>
          <p:spPr>
            <a:xfrm>
              <a:off x="6324107" y="2516563"/>
              <a:ext cx="125844" cy="148601"/>
            </a:xfrm>
            <a:custGeom>
              <a:rect b="b" l="l" r="r" t="t"/>
              <a:pathLst>
                <a:path extrusionOk="0" h="5668" w="4800">
                  <a:moveTo>
                    <a:pt x="3271" y="0"/>
                  </a:moveTo>
                  <a:lnTo>
                    <a:pt x="3271" y="1091"/>
                  </a:lnTo>
                  <a:lnTo>
                    <a:pt x="873" y="1091"/>
                  </a:lnTo>
                  <a:cubicBezTo>
                    <a:pt x="392" y="1091"/>
                    <a:pt x="0" y="1482"/>
                    <a:pt x="0" y="1963"/>
                  </a:cubicBezTo>
                  <a:lnTo>
                    <a:pt x="0" y="2746"/>
                  </a:lnTo>
                  <a:cubicBezTo>
                    <a:pt x="0" y="4028"/>
                    <a:pt x="815" y="5198"/>
                    <a:pt x="2043" y="5552"/>
                  </a:cubicBezTo>
                  <a:cubicBezTo>
                    <a:pt x="2299" y="5629"/>
                    <a:pt x="2564" y="5667"/>
                    <a:pt x="2829" y="5667"/>
                  </a:cubicBezTo>
                  <a:cubicBezTo>
                    <a:pt x="2977" y="5667"/>
                    <a:pt x="3125" y="5655"/>
                    <a:pt x="3271" y="5632"/>
                  </a:cubicBezTo>
                  <a:cubicBezTo>
                    <a:pt x="1895" y="5415"/>
                    <a:pt x="870" y="4176"/>
                    <a:pt x="870" y="2753"/>
                  </a:cubicBezTo>
                  <a:lnTo>
                    <a:pt x="870" y="2619"/>
                  </a:lnTo>
                  <a:cubicBezTo>
                    <a:pt x="870" y="2137"/>
                    <a:pt x="1261" y="1746"/>
                    <a:pt x="1742" y="1746"/>
                  </a:cubicBezTo>
                  <a:lnTo>
                    <a:pt x="4357" y="1746"/>
                  </a:lnTo>
                  <a:cubicBezTo>
                    <a:pt x="4600" y="1746"/>
                    <a:pt x="4799" y="1550"/>
                    <a:pt x="4799" y="1308"/>
                  </a:cubicBezTo>
                  <a:lnTo>
                    <a:pt x="4799" y="1091"/>
                  </a:lnTo>
                  <a:lnTo>
                    <a:pt x="4361" y="1091"/>
                  </a:lnTo>
                  <a:lnTo>
                    <a:pt x="327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88"/>
            <p:cNvSpPr/>
            <p:nvPr/>
          </p:nvSpPr>
          <p:spPr>
            <a:xfrm>
              <a:off x="6267031" y="2713954"/>
              <a:ext cx="262857" cy="76948"/>
            </a:xfrm>
            <a:custGeom>
              <a:rect b="b" l="l" r="r" t="t"/>
              <a:pathLst>
                <a:path extrusionOk="0" h="2935" w="10026">
                  <a:moveTo>
                    <a:pt x="2130" y="1"/>
                  </a:moveTo>
                  <a:lnTo>
                    <a:pt x="874" y="446"/>
                  </a:lnTo>
                  <a:cubicBezTo>
                    <a:pt x="352" y="631"/>
                    <a:pt x="1" y="1124"/>
                    <a:pt x="1" y="1678"/>
                  </a:cubicBezTo>
                  <a:lnTo>
                    <a:pt x="1" y="2935"/>
                  </a:lnTo>
                  <a:lnTo>
                    <a:pt x="10026" y="2935"/>
                  </a:lnTo>
                  <a:lnTo>
                    <a:pt x="10026" y="1678"/>
                  </a:lnTo>
                  <a:cubicBezTo>
                    <a:pt x="10026" y="1124"/>
                    <a:pt x="9678" y="631"/>
                    <a:pt x="9156" y="446"/>
                  </a:cubicBezTo>
                  <a:lnTo>
                    <a:pt x="7896" y="1"/>
                  </a:lnTo>
                  <a:cubicBezTo>
                    <a:pt x="7476" y="1232"/>
                    <a:pt x="6317" y="2062"/>
                    <a:pt x="5013" y="2062"/>
                  </a:cubicBezTo>
                  <a:cubicBezTo>
                    <a:pt x="3713" y="2062"/>
                    <a:pt x="2554" y="1232"/>
                    <a:pt x="21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88"/>
            <p:cNvSpPr/>
            <p:nvPr/>
          </p:nvSpPr>
          <p:spPr>
            <a:xfrm>
              <a:off x="6301324" y="2493675"/>
              <a:ext cx="194298" cy="68690"/>
            </a:xfrm>
            <a:custGeom>
              <a:rect b="b" l="l" r="r" t="t"/>
              <a:pathLst>
                <a:path extrusionOk="0" h="2620" w="7411">
                  <a:moveTo>
                    <a:pt x="3705" y="1"/>
                  </a:moveTo>
                  <a:cubicBezTo>
                    <a:pt x="1659" y="1"/>
                    <a:pt x="0" y="881"/>
                    <a:pt x="0" y="1964"/>
                  </a:cubicBezTo>
                  <a:lnTo>
                    <a:pt x="0" y="2619"/>
                  </a:lnTo>
                  <a:cubicBezTo>
                    <a:pt x="0" y="1533"/>
                    <a:pt x="1659" y="656"/>
                    <a:pt x="3705" y="656"/>
                  </a:cubicBezTo>
                  <a:cubicBezTo>
                    <a:pt x="5751" y="656"/>
                    <a:pt x="7410" y="1533"/>
                    <a:pt x="7410" y="2619"/>
                  </a:cubicBezTo>
                  <a:lnTo>
                    <a:pt x="7410" y="1964"/>
                  </a:lnTo>
                  <a:cubicBezTo>
                    <a:pt x="7410" y="881"/>
                    <a:pt x="5751" y="1"/>
                    <a:pt x="37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88"/>
            <p:cNvSpPr/>
            <p:nvPr/>
          </p:nvSpPr>
          <p:spPr>
            <a:xfrm>
              <a:off x="6306725" y="2713954"/>
              <a:ext cx="183470" cy="71259"/>
            </a:xfrm>
            <a:custGeom>
              <a:rect b="b" l="l" r="r" t="t"/>
              <a:pathLst>
                <a:path extrusionOk="0" h="2718" w="6998">
                  <a:moveTo>
                    <a:pt x="616" y="1"/>
                  </a:moveTo>
                  <a:lnTo>
                    <a:pt x="1" y="218"/>
                  </a:lnTo>
                  <a:cubicBezTo>
                    <a:pt x="515" y="1714"/>
                    <a:pt x="1920" y="2717"/>
                    <a:pt x="3499" y="2717"/>
                  </a:cubicBezTo>
                  <a:cubicBezTo>
                    <a:pt x="5078" y="2717"/>
                    <a:pt x="6484" y="1714"/>
                    <a:pt x="6998" y="218"/>
                  </a:cubicBezTo>
                  <a:lnTo>
                    <a:pt x="6382" y="1"/>
                  </a:lnTo>
                  <a:cubicBezTo>
                    <a:pt x="5958" y="1232"/>
                    <a:pt x="4799" y="2062"/>
                    <a:pt x="3499" y="2062"/>
                  </a:cubicBezTo>
                  <a:cubicBezTo>
                    <a:pt x="2195" y="2062"/>
                    <a:pt x="1040" y="1232"/>
                    <a:pt x="616"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88"/>
            <p:cNvSpPr/>
            <p:nvPr/>
          </p:nvSpPr>
          <p:spPr>
            <a:xfrm>
              <a:off x="6358845" y="2574110"/>
              <a:ext cx="10671" cy="16386"/>
            </a:xfrm>
            <a:custGeom>
              <a:rect b="b" l="l" r="r" t="t"/>
              <a:pathLst>
                <a:path extrusionOk="0" h="625" w="407">
                  <a:moveTo>
                    <a:pt x="204" y="0"/>
                  </a:moveTo>
                  <a:cubicBezTo>
                    <a:pt x="91" y="0"/>
                    <a:pt x="1" y="91"/>
                    <a:pt x="1" y="203"/>
                  </a:cubicBezTo>
                  <a:lnTo>
                    <a:pt x="1" y="424"/>
                  </a:lnTo>
                  <a:cubicBezTo>
                    <a:pt x="1" y="558"/>
                    <a:pt x="102" y="625"/>
                    <a:pt x="204" y="625"/>
                  </a:cubicBezTo>
                  <a:cubicBezTo>
                    <a:pt x="305" y="625"/>
                    <a:pt x="407" y="558"/>
                    <a:pt x="407" y="424"/>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88"/>
            <p:cNvSpPr/>
            <p:nvPr/>
          </p:nvSpPr>
          <p:spPr>
            <a:xfrm>
              <a:off x="6427404" y="2574110"/>
              <a:ext cx="10671" cy="16386"/>
            </a:xfrm>
            <a:custGeom>
              <a:rect b="b" l="l" r="r" t="t"/>
              <a:pathLst>
                <a:path extrusionOk="0" h="625" w="407">
                  <a:moveTo>
                    <a:pt x="204" y="0"/>
                  </a:moveTo>
                  <a:cubicBezTo>
                    <a:pt x="91" y="0"/>
                    <a:pt x="1" y="91"/>
                    <a:pt x="1" y="203"/>
                  </a:cubicBezTo>
                  <a:lnTo>
                    <a:pt x="1" y="424"/>
                  </a:lnTo>
                  <a:cubicBezTo>
                    <a:pt x="1" y="558"/>
                    <a:pt x="102" y="625"/>
                    <a:pt x="204" y="625"/>
                  </a:cubicBezTo>
                  <a:cubicBezTo>
                    <a:pt x="305" y="625"/>
                    <a:pt x="406" y="558"/>
                    <a:pt x="406" y="424"/>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88"/>
            <p:cNvSpPr/>
            <p:nvPr/>
          </p:nvSpPr>
          <p:spPr>
            <a:xfrm>
              <a:off x="6373606" y="2613987"/>
              <a:ext cx="49656" cy="16543"/>
            </a:xfrm>
            <a:custGeom>
              <a:rect b="b" l="l" r="r" t="t"/>
              <a:pathLst>
                <a:path extrusionOk="0" h="631" w="1894">
                  <a:moveTo>
                    <a:pt x="296" y="1"/>
                  </a:moveTo>
                  <a:cubicBezTo>
                    <a:pt x="136" y="1"/>
                    <a:pt x="1" y="206"/>
                    <a:pt x="151" y="352"/>
                  </a:cubicBezTo>
                  <a:cubicBezTo>
                    <a:pt x="325" y="525"/>
                    <a:pt x="626" y="630"/>
                    <a:pt x="948" y="630"/>
                  </a:cubicBezTo>
                  <a:cubicBezTo>
                    <a:pt x="1271" y="630"/>
                    <a:pt x="1571" y="525"/>
                    <a:pt x="1745" y="352"/>
                  </a:cubicBezTo>
                  <a:cubicBezTo>
                    <a:pt x="1893" y="206"/>
                    <a:pt x="1757" y="1"/>
                    <a:pt x="1598" y="1"/>
                  </a:cubicBezTo>
                  <a:cubicBezTo>
                    <a:pt x="1552" y="1"/>
                    <a:pt x="1503" y="19"/>
                    <a:pt x="1459" y="62"/>
                  </a:cubicBezTo>
                  <a:cubicBezTo>
                    <a:pt x="1383" y="138"/>
                    <a:pt x="1205" y="221"/>
                    <a:pt x="948" y="221"/>
                  </a:cubicBezTo>
                  <a:cubicBezTo>
                    <a:pt x="691" y="221"/>
                    <a:pt x="510" y="138"/>
                    <a:pt x="438" y="62"/>
                  </a:cubicBezTo>
                  <a:cubicBezTo>
                    <a:pt x="393"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88"/>
            <p:cNvSpPr/>
            <p:nvPr/>
          </p:nvSpPr>
          <p:spPr>
            <a:xfrm>
              <a:off x="6261709" y="2431198"/>
              <a:ext cx="273606" cy="365052"/>
            </a:xfrm>
            <a:custGeom>
              <a:rect b="b" l="l" r="r" t="t"/>
              <a:pathLst>
                <a:path extrusionOk="0" h="13924" w="10436">
                  <a:moveTo>
                    <a:pt x="5216" y="410"/>
                  </a:moveTo>
                  <a:cubicBezTo>
                    <a:pt x="6846" y="410"/>
                    <a:pt x="7846" y="924"/>
                    <a:pt x="7846" y="1293"/>
                  </a:cubicBezTo>
                  <a:lnTo>
                    <a:pt x="7846" y="1804"/>
                  </a:lnTo>
                  <a:cubicBezTo>
                    <a:pt x="7074" y="1482"/>
                    <a:pt x="6165" y="1308"/>
                    <a:pt x="5216" y="1308"/>
                  </a:cubicBezTo>
                  <a:cubicBezTo>
                    <a:pt x="4271" y="1308"/>
                    <a:pt x="3362" y="1482"/>
                    <a:pt x="2587" y="1804"/>
                  </a:cubicBezTo>
                  <a:lnTo>
                    <a:pt x="2587" y="1297"/>
                  </a:lnTo>
                  <a:lnTo>
                    <a:pt x="2587" y="1293"/>
                  </a:lnTo>
                  <a:cubicBezTo>
                    <a:pt x="2587" y="924"/>
                    <a:pt x="3590" y="410"/>
                    <a:pt x="5216" y="410"/>
                  </a:cubicBezTo>
                  <a:close/>
                  <a:moveTo>
                    <a:pt x="5216" y="1714"/>
                  </a:moveTo>
                  <a:cubicBezTo>
                    <a:pt x="6401" y="1714"/>
                    <a:pt x="7512" y="2000"/>
                    <a:pt x="8345" y="2514"/>
                  </a:cubicBezTo>
                  <a:cubicBezTo>
                    <a:pt x="9149" y="3014"/>
                    <a:pt x="9591" y="3662"/>
                    <a:pt x="9591" y="4343"/>
                  </a:cubicBezTo>
                  <a:cubicBezTo>
                    <a:pt x="9591" y="4752"/>
                    <a:pt x="9432" y="5147"/>
                    <a:pt x="9124" y="5513"/>
                  </a:cubicBezTo>
                  <a:lnTo>
                    <a:pt x="9124" y="4347"/>
                  </a:lnTo>
                  <a:cubicBezTo>
                    <a:pt x="9124" y="3789"/>
                    <a:pt x="8755" y="3260"/>
                    <a:pt x="8081" y="2862"/>
                  </a:cubicBezTo>
                  <a:cubicBezTo>
                    <a:pt x="8044" y="2840"/>
                    <a:pt x="8008" y="2830"/>
                    <a:pt x="7974" y="2830"/>
                  </a:cubicBezTo>
                  <a:cubicBezTo>
                    <a:pt x="7794" y="2830"/>
                    <a:pt x="7677" y="3097"/>
                    <a:pt x="7875" y="3213"/>
                  </a:cubicBezTo>
                  <a:cubicBezTo>
                    <a:pt x="8418" y="3535"/>
                    <a:pt x="8718" y="3937"/>
                    <a:pt x="8718" y="4347"/>
                  </a:cubicBezTo>
                  <a:lnTo>
                    <a:pt x="8718" y="7831"/>
                  </a:lnTo>
                  <a:cubicBezTo>
                    <a:pt x="8722" y="8428"/>
                    <a:pt x="8834" y="9019"/>
                    <a:pt x="9044" y="9576"/>
                  </a:cubicBezTo>
                  <a:cubicBezTo>
                    <a:pt x="9084" y="9674"/>
                    <a:pt x="9052" y="9786"/>
                    <a:pt x="8965" y="9848"/>
                  </a:cubicBezTo>
                  <a:cubicBezTo>
                    <a:pt x="8603" y="10101"/>
                    <a:pt x="8211" y="10308"/>
                    <a:pt x="7795" y="10460"/>
                  </a:cubicBezTo>
                  <a:lnTo>
                    <a:pt x="7176" y="10239"/>
                  </a:lnTo>
                  <a:cubicBezTo>
                    <a:pt x="6908" y="10145"/>
                    <a:pt x="6730" y="9895"/>
                    <a:pt x="6730" y="9612"/>
                  </a:cubicBezTo>
                  <a:lnTo>
                    <a:pt x="6730" y="8725"/>
                  </a:lnTo>
                  <a:cubicBezTo>
                    <a:pt x="7672" y="8182"/>
                    <a:pt x="8255" y="7179"/>
                    <a:pt x="8255" y="6092"/>
                  </a:cubicBezTo>
                  <a:lnTo>
                    <a:pt x="8255" y="5219"/>
                  </a:lnTo>
                  <a:cubicBezTo>
                    <a:pt x="8255" y="4625"/>
                    <a:pt x="7773" y="4144"/>
                    <a:pt x="7179" y="4144"/>
                  </a:cubicBezTo>
                  <a:lnTo>
                    <a:pt x="6828" y="4144"/>
                  </a:lnTo>
                  <a:lnTo>
                    <a:pt x="5796" y="3112"/>
                  </a:lnTo>
                  <a:cubicBezTo>
                    <a:pt x="5755" y="3070"/>
                    <a:pt x="5704" y="3051"/>
                    <a:pt x="5654" y="3051"/>
                  </a:cubicBezTo>
                  <a:cubicBezTo>
                    <a:pt x="5550" y="3051"/>
                    <a:pt x="5448" y="3134"/>
                    <a:pt x="5448" y="3256"/>
                  </a:cubicBezTo>
                  <a:lnTo>
                    <a:pt x="5448" y="4140"/>
                  </a:lnTo>
                  <a:lnTo>
                    <a:pt x="4343" y="4140"/>
                  </a:lnTo>
                  <a:cubicBezTo>
                    <a:pt x="4072" y="4140"/>
                    <a:pt x="4072" y="4549"/>
                    <a:pt x="4343" y="4549"/>
                  </a:cubicBezTo>
                  <a:lnTo>
                    <a:pt x="5651" y="4549"/>
                  </a:lnTo>
                  <a:cubicBezTo>
                    <a:pt x="5763" y="4549"/>
                    <a:pt x="5857" y="4459"/>
                    <a:pt x="5857" y="4347"/>
                  </a:cubicBezTo>
                  <a:lnTo>
                    <a:pt x="5857" y="3749"/>
                  </a:lnTo>
                  <a:lnTo>
                    <a:pt x="6596" y="4491"/>
                  </a:lnTo>
                  <a:cubicBezTo>
                    <a:pt x="6636" y="4528"/>
                    <a:pt x="6687" y="4549"/>
                    <a:pt x="6741" y="4549"/>
                  </a:cubicBezTo>
                  <a:lnTo>
                    <a:pt x="7176" y="4549"/>
                  </a:lnTo>
                  <a:cubicBezTo>
                    <a:pt x="7545" y="4549"/>
                    <a:pt x="7842" y="4850"/>
                    <a:pt x="7846" y="5219"/>
                  </a:cubicBezTo>
                  <a:lnTo>
                    <a:pt x="7846" y="6089"/>
                  </a:lnTo>
                  <a:cubicBezTo>
                    <a:pt x="7846" y="7541"/>
                    <a:pt x="6665" y="8718"/>
                    <a:pt x="5216" y="8718"/>
                  </a:cubicBezTo>
                  <a:cubicBezTo>
                    <a:pt x="3764" y="8718"/>
                    <a:pt x="2583" y="7541"/>
                    <a:pt x="2587" y="6089"/>
                  </a:cubicBezTo>
                  <a:lnTo>
                    <a:pt x="2587" y="5219"/>
                  </a:lnTo>
                  <a:cubicBezTo>
                    <a:pt x="2587" y="4850"/>
                    <a:pt x="2884" y="4549"/>
                    <a:pt x="3253" y="4549"/>
                  </a:cubicBezTo>
                  <a:lnTo>
                    <a:pt x="3474" y="4549"/>
                  </a:lnTo>
                  <a:cubicBezTo>
                    <a:pt x="3742" y="4549"/>
                    <a:pt x="3742" y="4144"/>
                    <a:pt x="3474" y="4144"/>
                  </a:cubicBezTo>
                  <a:lnTo>
                    <a:pt x="3253" y="4144"/>
                  </a:lnTo>
                  <a:cubicBezTo>
                    <a:pt x="2659" y="4144"/>
                    <a:pt x="2178" y="4625"/>
                    <a:pt x="2178" y="5219"/>
                  </a:cubicBezTo>
                  <a:lnTo>
                    <a:pt x="2178" y="6092"/>
                  </a:lnTo>
                  <a:cubicBezTo>
                    <a:pt x="2178" y="7179"/>
                    <a:pt x="2761" y="8182"/>
                    <a:pt x="3706" y="8725"/>
                  </a:cubicBezTo>
                  <a:lnTo>
                    <a:pt x="3706" y="9616"/>
                  </a:lnTo>
                  <a:cubicBezTo>
                    <a:pt x="3702" y="9899"/>
                    <a:pt x="3525" y="10149"/>
                    <a:pt x="3260" y="10243"/>
                  </a:cubicBezTo>
                  <a:lnTo>
                    <a:pt x="2638" y="10464"/>
                  </a:lnTo>
                  <a:cubicBezTo>
                    <a:pt x="2221" y="10311"/>
                    <a:pt x="1830" y="10109"/>
                    <a:pt x="1468" y="9852"/>
                  </a:cubicBezTo>
                  <a:lnTo>
                    <a:pt x="1471" y="9852"/>
                  </a:lnTo>
                  <a:cubicBezTo>
                    <a:pt x="1384" y="9790"/>
                    <a:pt x="1352" y="9678"/>
                    <a:pt x="1388" y="9580"/>
                  </a:cubicBezTo>
                  <a:cubicBezTo>
                    <a:pt x="1598" y="9022"/>
                    <a:pt x="1710" y="8432"/>
                    <a:pt x="1718" y="7834"/>
                  </a:cubicBezTo>
                  <a:lnTo>
                    <a:pt x="1718" y="4347"/>
                  </a:lnTo>
                  <a:cubicBezTo>
                    <a:pt x="1718" y="3398"/>
                    <a:pt x="3318" y="2590"/>
                    <a:pt x="5216" y="2590"/>
                  </a:cubicBezTo>
                  <a:cubicBezTo>
                    <a:pt x="5228" y="2590"/>
                    <a:pt x="5239" y="2590"/>
                    <a:pt x="5251" y="2590"/>
                  </a:cubicBezTo>
                  <a:cubicBezTo>
                    <a:pt x="5884" y="2590"/>
                    <a:pt x="6513" y="2688"/>
                    <a:pt x="7114" y="2876"/>
                  </a:cubicBezTo>
                  <a:cubicBezTo>
                    <a:pt x="7140" y="2885"/>
                    <a:pt x="7165" y="2889"/>
                    <a:pt x="7188" y="2889"/>
                  </a:cubicBezTo>
                  <a:cubicBezTo>
                    <a:pt x="7396" y="2889"/>
                    <a:pt x="7476" y="2567"/>
                    <a:pt x="7244" y="2492"/>
                  </a:cubicBezTo>
                  <a:cubicBezTo>
                    <a:pt x="6610" y="2289"/>
                    <a:pt x="5949" y="2184"/>
                    <a:pt x="5283" y="2184"/>
                  </a:cubicBezTo>
                  <a:cubicBezTo>
                    <a:pt x="5261" y="2184"/>
                    <a:pt x="5238" y="2184"/>
                    <a:pt x="5216" y="2184"/>
                  </a:cubicBezTo>
                  <a:cubicBezTo>
                    <a:pt x="4195" y="2184"/>
                    <a:pt x="3232" y="2394"/>
                    <a:pt x="2500" y="2782"/>
                  </a:cubicBezTo>
                  <a:cubicBezTo>
                    <a:pt x="1732" y="3188"/>
                    <a:pt x="1308" y="3745"/>
                    <a:pt x="1308" y="4350"/>
                  </a:cubicBezTo>
                  <a:lnTo>
                    <a:pt x="1308" y="5513"/>
                  </a:lnTo>
                  <a:cubicBezTo>
                    <a:pt x="1004" y="5151"/>
                    <a:pt x="845" y="4752"/>
                    <a:pt x="845" y="4343"/>
                  </a:cubicBezTo>
                  <a:cubicBezTo>
                    <a:pt x="845" y="3662"/>
                    <a:pt x="1287" y="3010"/>
                    <a:pt x="2087" y="2514"/>
                  </a:cubicBezTo>
                  <a:cubicBezTo>
                    <a:pt x="2920" y="2000"/>
                    <a:pt x="4032" y="1714"/>
                    <a:pt x="5216" y="1714"/>
                  </a:cubicBezTo>
                  <a:close/>
                  <a:moveTo>
                    <a:pt x="6321" y="8921"/>
                  </a:moveTo>
                  <a:lnTo>
                    <a:pt x="6321" y="9616"/>
                  </a:lnTo>
                  <a:cubicBezTo>
                    <a:pt x="6321" y="10069"/>
                    <a:pt x="6607" y="10478"/>
                    <a:pt x="7038" y="10630"/>
                  </a:cubicBezTo>
                  <a:lnTo>
                    <a:pt x="7838" y="10913"/>
                  </a:lnTo>
                  <a:cubicBezTo>
                    <a:pt x="7628" y="11398"/>
                    <a:pt x="7288" y="11818"/>
                    <a:pt x="6857" y="12122"/>
                  </a:cubicBezTo>
                  <a:cubicBezTo>
                    <a:pt x="6354" y="12476"/>
                    <a:pt x="5784" y="12643"/>
                    <a:pt x="5222" y="12643"/>
                  </a:cubicBezTo>
                  <a:cubicBezTo>
                    <a:pt x="4129" y="12643"/>
                    <a:pt x="3067" y="12012"/>
                    <a:pt x="2598" y="10909"/>
                  </a:cubicBezTo>
                  <a:lnTo>
                    <a:pt x="3394" y="10627"/>
                  </a:lnTo>
                  <a:cubicBezTo>
                    <a:pt x="3825" y="10474"/>
                    <a:pt x="4112" y="10069"/>
                    <a:pt x="4112" y="9612"/>
                  </a:cubicBezTo>
                  <a:lnTo>
                    <a:pt x="4112" y="8921"/>
                  </a:lnTo>
                  <a:cubicBezTo>
                    <a:pt x="4467" y="9058"/>
                    <a:pt x="4841" y="9127"/>
                    <a:pt x="5216" y="9127"/>
                  </a:cubicBezTo>
                  <a:cubicBezTo>
                    <a:pt x="5591" y="9127"/>
                    <a:pt x="5966" y="9058"/>
                    <a:pt x="6321" y="8921"/>
                  </a:cubicBezTo>
                  <a:close/>
                  <a:moveTo>
                    <a:pt x="5216" y="0"/>
                  </a:moveTo>
                  <a:cubicBezTo>
                    <a:pt x="3746" y="0"/>
                    <a:pt x="2181" y="453"/>
                    <a:pt x="2181" y="1297"/>
                  </a:cubicBezTo>
                  <a:lnTo>
                    <a:pt x="2181" y="1996"/>
                  </a:lnTo>
                  <a:cubicBezTo>
                    <a:pt x="2076" y="2050"/>
                    <a:pt x="1971" y="2108"/>
                    <a:pt x="1873" y="2170"/>
                  </a:cubicBezTo>
                  <a:cubicBezTo>
                    <a:pt x="946" y="2742"/>
                    <a:pt x="436" y="3517"/>
                    <a:pt x="436" y="4347"/>
                  </a:cubicBezTo>
                  <a:cubicBezTo>
                    <a:pt x="436" y="4980"/>
                    <a:pt x="736" y="5585"/>
                    <a:pt x="1308" y="6099"/>
                  </a:cubicBezTo>
                  <a:lnTo>
                    <a:pt x="1308" y="7834"/>
                  </a:lnTo>
                  <a:cubicBezTo>
                    <a:pt x="1301" y="8381"/>
                    <a:pt x="1200" y="8924"/>
                    <a:pt x="1008" y="9435"/>
                  </a:cubicBezTo>
                  <a:cubicBezTo>
                    <a:pt x="906" y="9707"/>
                    <a:pt x="997" y="10014"/>
                    <a:pt x="1232" y="10185"/>
                  </a:cubicBezTo>
                  <a:cubicBezTo>
                    <a:pt x="1497" y="10369"/>
                    <a:pt x="1776" y="10532"/>
                    <a:pt x="2069" y="10666"/>
                  </a:cubicBezTo>
                  <a:lnTo>
                    <a:pt x="1011" y="11039"/>
                  </a:lnTo>
                  <a:cubicBezTo>
                    <a:pt x="407" y="11253"/>
                    <a:pt x="5" y="11825"/>
                    <a:pt x="1" y="12463"/>
                  </a:cubicBezTo>
                  <a:lnTo>
                    <a:pt x="1" y="13720"/>
                  </a:lnTo>
                  <a:cubicBezTo>
                    <a:pt x="1" y="13855"/>
                    <a:pt x="103" y="13923"/>
                    <a:pt x="206" y="13923"/>
                  </a:cubicBezTo>
                  <a:cubicBezTo>
                    <a:pt x="308" y="13923"/>
                    <a:pt x="410" y="13855"/>
                    <a:pt x="410" y="13720"/>
                  </a:cubicBezTo>
                  <a:lnTo>
                    <a:pt x="410" y="12463"/>
                  </a:lnTo>
                  <a:cubicBezTo>
                    <a:pt x="410" y="11996"/>
                    <a:pt x="704" y="11579"/>
                    <a:pt x="1145" y="11423"/>
                  </a:cubicBezTo>
                  <a:lnTo>
                    <a:pt x="2214" y="11047"/>
                  </a:lnTo>
                  <a:cubicBezTo>
                    <a:pt x="2717" y="12260"/>
                    <a:pt x="3905" y="13049"/>
                    <a:pt x="5220" y="13049"/>
                  </a:cubicBezTo>
                  <a:cubicBezTo>
                    <a:pt x="6535" y="13049"/>
                    <a:pt x="7719" y="12260"/>
                    <a:pt x="8226" y="11047"/>
                  </a:cubicBezTo>
                  <a:lnTo>
                    <a:pt x="9291" y="11423"/>
                  </a:lnTo>
                  <a:cubicBezTo>
                    <a:pt x="9732" y="11579"/>
                    <a:pt x="10026" y="11996"/>
                    <a:pt x="10026" y="12463"/>
                  </a:cubicBezTo>
                  <a:lnTo>
                    <a:pt x="10026" y="13720"/>
                  </a:lnTo>
                  <a:cubicBezTo>
                    <a:pt x="10026" y="13855"/>
                    <a:pt x="10128" y="13923"/>
                    <a:pt x="10230" y="13923"/>
                  </a:cubicBezTo>
                  <a:cubicBezTo>
                    <a:pt x="10333" y="13923"/>
                    <a:pt x="10435" y="13855"/>
                    <a:pt x="10435" y="13720"/>
                  </a:cubicBezTo>
                  <a:lnTo>
                    <a:pt x="10435" y="12463"/>
                  </a:lnTo>
                  <a:cubicBezTo>
                    <a:pt x="10435" y="11822"/>
                    <a:pt x="10029" y="11253"/>
                    <a:pt x="9425" y="11039"/>
                  </a:cubicBezTo>
                  <a:lnTo>
                    <a:pt x="8367" y="10666"/>
                  </a:lnTo>
                  <a:cubicBezTo>
                    <a:pt x="8660" y="10532"/>
                    <a:pt x="8939" y="10369"/>
                    <a:pt x="9204" y="10185"/>
                  </a:cubicBezTo>
                  <a:cubicBezTo>
                    <a:pt x="9439" y="10014"/>
                    <a:pt x="9530" y="9707"/>
                    <a:pt x="9428" y="9435"/>
                  </a:cubicBezTo>
                  <a:cubicBezTo>
                    <a:pt x="9236" y="8924"/>
                    <a:pt x="9135" y="8381"/>
                    <a:pt x="9128" y="7834"/>
                  </a:cubicBezTo>
                  <a:lnTo>
                    <a:pt x="9128" y="6099"/>
                  </a:lnTo>
                  <a:cubicBezTo>
                    <a:pt x="9696" y="5585"/>
                    <a:pt x="10000" y="4980"/>
                    <a:pt x="10000" y="4350"/>
                  </a:cubicBezTo>
                  <a:cubicBezTo>
                    <a:pt x="10000" y="3517"/>
                    <a:pt x="9490" y="2746"/>
                    <a:pt x="8563" y="2170"/>
                  </a:cubicBezTo>
                  <a:cubicBezTo>
                    <a:pt x="8461" y="2112"/>
                    <a:pt x="8360" y="2054"/>
                    <a:pt x="8255" y="1996"/>
                  </a:cubicBezTo>
                  <a:lnTo>
                    <a:pt x="8255" y="1297"/>
                  </a:lnTo>
                  <a:cubicBezTo>
                    <a:pt x="8255" y="457"/>
                    <a:pt x="6690" y="0"/>
                    <a:pt x="52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88"/>
            <p:cNvSpPr/>
            <p:nvPr/>
          </p:nvSpPr>
          <p:spPr>
            <a:xfrm>
              <a:off x="6352579" y="2555155"/>
              <a:ext cx="24933" cy="13214"/>
            </a:xfrm>
            <a:custGeom>
              <a:rect b="b" l="l" r="r" t="t"/>
              <a:pathLst>
                <a:path extrusionOk="0" h="504" w="951">
                  <a:moveTo>
                    <a:pt x="668" y="0"/>
                  </a:moveTo>
                  <a:cubicBezTo>
                    <a:pt x="651" y="0"/>
                    <a:pt x="634" y="2"/>
                    <a:pt x="617" y="6"/>
                  </a:cubicBezTo>
                  <a:lnTo>
                    <a:pt x="182" y="100"/>
                  </a:lnTo>
                  <a:cubicBezTo>
                    <a:pt x="70" y="126"/>
                    <a:pt x="1" y="234"/>
                    <a:pt x="26" y="343"/>
                  </a:cubicBezTo>
                  <a:cubicBezTo>
                    <a:pt x="45" y="439"/>
                    <a:pt x="128" y="504"/>
                    <a:pt x="222" y="504"/>
                  </a:cubicBezTo>
                  <a:cubicBezTo>
                    <a:pt x="238" y="504"/>
                    <a:pt x="253" y="502"/>
                    <a:pt x="269" y="499"/>
                  </a:cubicBezTo>
                  <a:lnTo>
                    <a:pt x="704" y="404"/>
                  </a:lnTo>
                  <a:cubicBezTo>
                    <a:pt x="950" y="350"/>
                    <a:pt x="891" y="0"/>
                    <a:pt x="6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88"/>
            <p:cNvSpPr/>
            <p:nvPr/>
          </p:nvSpPr>
          <p:spPr>
            <a:xfrm>
              <a:off x="6419329" y="2555155"/>
              <a:ext cx="26716" cy="13240"/>
            </a:xfrm>
            <a:custGeom>
              <a:rect b="b" l="l" r="r" t="t"/>
              <a:pathLst>
                <a:path extrusionOk="0" h="505" w="1019">
                  <a:moveTo>
                    <a:pt x="286" y="0"/>
                  </a:moveTo>
                  <a:cubicBezTo>
                    <a:pt x="60" y="0"/>
                    <a:pt x="1" y="350"/>
                    <a:pt x="251" y="404"/>
                  </a:cubicBezTo>
                  <a:lnTo>
                    <a:pt x="685" y="499"/>
                  </a:lnTo>
                  <a:cubicBezTo>
                    <a:pt x="703" y="503"/>
                    <a:pt x="720" y="504"/>
                    <a:pt x="737" y="504"/>
                  </a:cubicBezTo>
                  <a:cubicBezTo>
                    <a:pt x="960" y="504"/>
                    <a:pt x="1019" y="154"/>
                    <a:pt x="772" y="100"/>
                  </a:cubicBezTo>
                  <a:lnTo>
                    <a:pt x="338" y="6"/>
                  </a:lnTo>
                  <a:cubicBezTo>
                    <a:pt x="320" y="2"/>
                    <a:pt x="302"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7" name="Google Shape;18787;p88"/>
          <p:cNvGrpSpPr/>
          <p:nvPr/>
        </p:nvGrpSpPr>
        <p:grpSpPr>
          <a:xfrm>
            <a:off x="5361296" y="2431198"/>
            <a:ext cx="273947" cy="365052"/>
            <a:chOff x="5361296" y="2431198"/>
            <a:chExt cx="273947" cy="365052"/>
          </a:xfrm>
        </p:grpSpPr>
        <p:sp>
          <p:nvSpPr>
            <p:cNvPr id="18788" name="Google Shape;18788;p88"/>
            <p:cNvSpPr/>
            <p:nvPr/>
          </p:nvSpPr>
          <p:spPr>
            <a:xfrm>
              <a:off x="5366985" y="2653392"/>
              <a:ext cx="262568" cy="137511"/>
            </a:xfrm>
            <a:custGeom>
              <a:rect b="b" l="l" r="r" t="t"/>
              <a:pathLst>
                <a:path extrusionOk="0" h="5245" w="10015">
                  <a:moveTo>
                    <a:pt x="4354" y="0"/>
                  </a:moveTo>
                  <a:lnTo>
                    <a:pt x="1018" y="1177"/>
                  </a:lnTo>
                  <a:cubicBezTo>
                    <a:pt x="410" y="1391"/>
                    <a:pt x="0" y="1967"/>
                    <a:pt x="4" y="2615"/>
                  </a:cubicBezTo>
                  <a:lnTo>
                    <a:pt x="4" y="5245"/>
                  </a:lnTo>
                  <a:lnTo>
                    <a:pt x="10015" y="5245"/>
                  </a:lnTo>
                  <a:lnTo>
                    <a:pt x="10015" y="2615"/>
                  </a:lnTo>
                  <a:cubicBezTo>
                    <a:pt x="10015" y="1970"/>
                    <a:pt x="9605" y="1391"/>
                    <a:pt x="8997" y="1177"/>
                  </a:cubicBezTo>
                  <a:lnTo>
                    <a:pt x="566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88"/>
            <p:cNvSpPr/>
            <p:nvPr/>
          </p:nvSpPr>
          <p:spPr>
            <a:xfrm>
              <a:off x="5402772" y="2653392"/>
              <a:ext cx="191073" cy="108540"/>
            </a:xfrm>
            <a:custGeom>
              <a:rect b="b" l="l" r="r" t="t"/>
              <a:pathLst>
                <a:path extrusionOk="0" h="4140" w="7288">
                  <a:moveTo>
                    <a:pt x="2989" y="0"/>
                  </a:moveTo>
                  <a:lnTo>
                    <a:pt x="1" y="1058"/>
                  </a:lnTo>
                  <a:cubicBezTo>
                    <a:pt x="298" y="2836"/>
                    <a:pt x="1841" y="4140"/>
                    <a:pt x="3644" y="4140"/>
                  </a:cubicBezTo>
                  <a:cubicBezTo>
                    <a:pt x="5448" y="4140"/>
                    <a:pt x="6987" y="2836"/>
                    <a:pt x="7288" y="1058"/>
                  </a:cubicBezTo>
                  <a:lnTo>
                    <a:pt x="4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88"/>
            <p:cNvSpPr/>
            <p:nvPr/>
          </p:nvSpPr>
          <p:spPr>
            <a:xfrm>
              <a:off x="5366985" y="2653392"/>
              <a:ext cx="131350" cy="137511"/>
            </a:xfrm>
            <a:custGeom>
              <a:rect b="b" l="l" r="r" t="t"/>
              <a:pathLst>
                <a:path extrusionOk="0" h="5245" w="5010">
                  <a:moveTo>
                    <a:pt x="4354" y="0"/>
                  </a:moveTo>
                  <a:lnTo>
                    <a:pt x="1018" y="1177"/>
                  </a:lnTo>
                  <a:cubicBezTo>
                    <a:pt x="410" y="1391"/>
                    <a:pt x="0" y="1967"/>
                    <a:pt x="4" y="2615"/>
                  </a:cubicBezTo>
                  <a:lnTo>
                    <a:pt x="4" y="5245"/>
                  </a:lnTo>
                  <a:lnTo>
                    <a:pt x="5009" y="5245"/>
                  </a:lnTo>
                  <a:lnTo>
                    <a:pt x="5009"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88"/>
            <p:cNvSpPr/>
            <p:nvPr/>
          </p:nvSpPr>
          <p:spPr>
            <a:xfrm>
              <a:off x="5402772" y="2653392"/>
              <a:ext cx="95563" cy="108462"/>
            </a:xfrm>
            <a:custGeom>
              <a:rect b="b" l="l" r="r" t="t"/>
              <a:pathLst>
                <a:path extrusionOk="0" h="4137" w="3645">
                  <a:moveTo>
                    <a:pt x="2989" y="0"/>
                  </a:moveTo>
                  <a:lnTo>
                    <a:pt x="1" y="1058"/>
                  </a:lnTo>
                  <a:cubicBezTo>
                    <a:pt x="301" y="2832"/>
                    <a:pt x="1841" y="4133"/>
                    <a:pt x="3644" y="4136"/>
                  </a:cubicBezTo>
                  <a:lnTo>
                    <a:pt x="36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88"/>
            <p:cNvSpPr/>
            <p:nvPr/>
          </p:nvSpPr>
          <p:spPr>
            <a:xfrm>
              <a:off x="5418633" y="2653392"/>
              <a:ext cx="159350" cy="91368"/>
            </a:xfrm>
            <a:custGeom>
              <a:rect b="b" l="l" r="r" t="t"/>
              <a:pathLst>
                <a:path extrusionOk="0" h="3485" w="6078">
                  <a:moveTo>
                    <a:pt x="3039" y="0"/>
                  </a:moveTo>
                  <a:cubicBezTo>
                    <a:pt x="3039" y="0"/>
                    <a:pt x="1620" y="0"/>
                    <a:pt x="156" y="486"/>
                  </a:cubicBezTo>
                  <a:cubicBezTo>
                    <a:pt x="62" y="518"/>
                    <a:pt x="1" y="609"/>
                    <a:pt x="8" y="707"/>
                  </a:cubicBezTo>
                  <a:cubicBezTo>
                    <a:pt x="146" y="2278"/>
                    <a:pt x="1460" y="3481"/>
                    <a:pt x="3039" y="3484"/>
                  </a:cubicBezTo>
                  <a:cubicBezTo>
                    <a:pt x="4615" y="3484"/>
                    <a:pt x="5933" y="2278"/>
                    <a:pt x="6071" y="707"/>
                  </a:cubicBezTo>
                  <a:cubicBezTo>
                    <a:pt x="6078" y="609"/>
                    <a:pt x="6016" y="518"/>
                    <a:pt x="5922" y="486"/>
                  </a:cubicBezTo>
                  <a:cubicBezTo>
                    <a:pt x="4459" y="0"/>
                    <a:pt x="3039" y="0"/>
                    <a:pt x="3039"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88"/>
            <p:cNvSpPr/>
            <p:nvPr/>
          </p:nvSpPr>
          <p:spPr>
            <a:xfrm>
              <a:off x="5464016" y="2636377"/>
              <a:ext cx="68506" cy="62791"/>
            </a:xfrm>
            <a:custGeom>
              <a:rect b="b" l="l" r="r" t="t"/>
              <a:pathLst>
                <a:path extrusionOk="0" h="2395" w="2613">
                  <a:moveTo>
                    <a:pt x="1" y="1"/>
                  </a:moveTo>
                  <a:lnTo>
                    <a:pt x="1" y="1087"/>
                  </a:lnTo>
                  <a:cubicBezTo>
                    <a:pt x="1" y="1808"/>
                    <a:pt x="584" y="2395"/>
                    <a:pt x="1308" y="2395"/>
                  </a:cubicBezTo>
                  <a:cubicBezTo>
                    <a:pt x="2029" y="2391"/>
                    <a:pt x="2612" y="1808"/>
                    <a:pt x="2612" y="1087"/>
                  </a:cubicBezTo>
                  <a:lnTo>
                    <a:pt x="261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88"/>
            <p:cNvSpPr/>
            <p:nvPr/>
          </p:nvSpPr>
          <p:spPr>
            <a:xfrm>
              <a:off x="5464016" y="2636298"/>
              <a:ext cx="68506" cy="34240"/>
            </a:xfrm>
            <a:custGeom>
              <a:rect b="b" l="l" r="r" t="t"/>
              <a:pathLst>
                <a:path extrusionOk="0" h="1306" w="2613">
                  <a:moveTo>
                    <a:pt x="1" y="0"/>
                  </a:moveTo>
                  <a:lnTo>
                    <a:pt x="1" y="1029"/>
                  </a:lnTo>
                  <a:cubicBezTo>
                    <a:pt x="417" y="1214"/>
                    <a:pt x="863" y="1306"/>
                    <a:pt x="1308" y="1306"/>
                  </a:cubicBezTo>
                  <a:cubicBezTo>
                    <a:pt x="1753" y="1306"/>
                    <a:pt x="2197" y="1214"/>
                    <a:pt x="2612" y="1029"/>
                  </a:cubicBezTo>
                  <a:lnTo>
                    <a:pt x="261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88"/>
            <p:cNvSpPr/>
            <p:nvPr/>
          </p:nvSpPr>
          <p:spPr>
            <a:xfrm>
              <a:off x="5368400" y="2499364"/>
              <a:ext cx="92522" cy="131350"/>
            </a:xfrm>
            <a:custGeom>
              <a:rect b="b" l="l" r="r" t="t"/>
              <a:pathLst>
                <a:path extrusionOk="0" h="5010" w="3529">
                  <a:moveTo>
                    <a:pt x="1687" y="0"/>
                  </a:moveTo>
                  <a:cubicBezTo>
                    <a:pt x="1162" y="0"/>
                    <a:pt x="710" y="491"/>
                    <a:pt x="841" y="1066"/>
                  </a:cubicBezTo>
                  <a:cubicBezTo>
                    <a:pt x="881" y="1232"/>
                    <a:pt x="790" y="1399"/>
                    <a:pt x="645" y="1497"/>
                  </a:cubicBezTo>
                  <a:cubicBezTo>
                    <a:pt x="73" y="1881"/>
                    <a:pt x="1" y="2692"/>
                    <a:pt x="497" y="3170"/>
                  </a:cubicBezTo>
                  <a:cubicBezTo>
                    <a:pt x="591" y="3271"/>
                    <a:pt x="631" y="3409"/>
                    <a:pt x="609" y="3547"/>
                  </a:cubicBezTo>
                  <a:cubicBezTo>
                    <a:pt x="510" y="4375"/>
                    <a:pt x="1175" y="5010"/>
                    <a:pt x="1909" y="5010"/>
                  </a:cubicBezTo>
                  <a:cubicBezTo>
                    <a:pt x="2140" y="5010"/>
                    <a:pt x="2378" y="4947"/>
                    <a:pt x="2601" y="4807"/>
                  </a:cubicBezTo>
                  <a:cubicBezTo>
                    <a:pt x="3528" y="4224"/>
                    <a:pt x="3373" y="2826"/>
                    <a:pt x="2333" y="2467"/>
                  </a:cubicBezTo>
                  <a:lnTo>
                    <a:pt x="2337" y="2467"/>
                  </a:lnTo>
                  <a:cubicBezTo>
                    <a:pt x="2337" y="2442"/>
                    <a:pt x="2340" y="2420"/>
                    <a:pt x="2340" y="2395"/>
                  </a:cubicBezTo>
                  <a:cubicBezTo>
                    <a:pt x="2340" y="2120"/>
                    <a:pt x="2239" y="1859"/>
                    <a:pt x="2051" y="1660"/>
                  </a:cubicBezTo>
                  <a:cubicBezTo>
                    <a:pt x="2717" y="1352"/>
                    <a:pt x="2728" y="414"/>
                    <a:pt x="2072" y="91"/>
                  </a:cubicBezTo>
                  <a:cubicBezTo>
                    <a:pt x="1944" y="29"/>
                    <a:pt x="1814" y="0"/>
                    <a:pt x="168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88"/>
            <p:cNvSpPr/>
            <p:nvPr/>
          </p:nvSpPr>
          <p:spPr>
            <a:xfrm>
              <a:off x="5535721" y="2499364"/>
              <a:ext cx="92495" cy="131350"/>
            </a:xfrm>
            <a:custGeom>
              <a:rect b="b" l="l" r="r" t="t"/>
              <a:pathLst>
                <a:path extrusionOk="0" h="5010" w="3528">
                  <a:moveTo>
                    <a:pt x="1840" y="0"/>
                  </a:moveTo>
                  <a:cubicBezTo>
                    <a:pt x="1714" y="0"/>
                    <a:pt x="1583" y="29"/>
                    <a:pt x="1456" y="91"/>
                  </a:cubicBezTo>
                  <a:cubicBezTo>
                    <a:pt x="801" y="414"/>
                    <a:pt x="812" y="1352"/>
                    <a:pt x="1474" y="1660"/>
                  </a:cubicBezTo>
                  <a:cubicBezTo>
                    <a:pt x="1290" y="1859"/>
                    <a:pt x="1185" y="2120"/>
                    <a:pt x="1185" y="2395"/>
                  </a:cubicBezTo>
                  <a:cubicBezTo>
                    <a:pt x="1185" y="2420"/>
                    <a:pt x="1192" y="2442"/>
                    <a:pt x="1192" y="2467"/>
                  </a:cubicBezTo>
                  <a:lnTo>
                    <a:pt x="1195" y="2467"/>
                  </a:lnTo>
                  <a:cubicBezTo>
                    <a:pt x="156" y="2826"/>
                    <a:pt x="0" y="4224"/>
                    <a:pt x="927" y="4807"/>
                  </a:cubicBezTo>
                  <a:cubicBezTo>
                    <a:pt x="1150" y="4947"/>
                    <a:pt x="1388" y="5010"/>
                    <a:pt x="1619" y="5010"/>
                  </a:cubicBezTo>
                  <a:cubicBezTo>
                    <a:pt x="2352" y="5010"/>
                    <a:pt x="3016" y="4375"/>
                    <a:pt x="2919" y="3547"/>
                  </a:cubicBezTo>
                  <a:cubicBezTo>
                    <a:pt x="2898" y="3409"/>
                    <a:pt x="2937" y="3271"/>
                    <a:pt x="3032" y="3170"/>
                  </a:cubicBezTo>
                  <a:cubicBezTo>
                    <a:pt x="3528" y="2692"/>
                    <a:pt x="3455" y="1881"/>
                    <a:pt x="2883" y="1497"/>
                  </a:cubicBezTo>
                  <a:cubicBezTo>
                    <a:pt x="2738" y="1399"/>
                    <a:pt x="2648" y="1232"/>
                    <a:pt x="2688" y="1066"/>
                  </a:cubicBezTo>
                  <a:cubicBezTo>
                    <a:pt x="2819" y="491"/>
                    <a:pt x="2365" y="0"/>
                    <a:pt x="184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88"/>
            <p:cNvSpPr/>
            <p:nvPr/>
          </p:nvSpPr>
          <p:spPr>
            <a:xfrm>
              <a:off x="5401251" y="2459408"/>
              <a:ext cx="194036" cy="194010"/>
            </a:xfrm>
            <a:custGeom>
              <a:rect b="b" l="l" r="r" t="t"/>
              <a:pathLst>
                <a:path extrusionOk="0" h="7400" w="7401">
                  <a:moveTo>
                    <a:pt x="3702" y="0"/>
                  </a:moveTo>
                  <a:cubicBezTo>
                    <a:pt x="2138" y="0"/>
                    <a:pt x="870" y="1268"/>
                    <a:pt x="870" y="2829"/>
                  </a:cubicBezTo>
                  <a:lnTo>
                    <a:pt x="870" y="3263"/>
                  </a:lnTo>
                  <a:lnTo>
                    <a:pt x="544" y="3263"/>
                  </a:lnTo>
                  <a:cubicBezTo>
                    <a:pt x="244" y="3263"/>
                    <a:pt x="1" y="3510"/>
                    <a:pt x="1" y="3807"/>
                  </a:cubicBezTo>
                  <a:cubicBezTo>
                    <a:pt x="1" y="4107"/>
                    <a:pt x="244" y="4350"/>
                    <a:pt x="544" y="4350"/>
                  </a:cubicBezTo>
                  <a:lnTo>
                    <a:pt x="870" y="4350"/>
                  </a:lnTo>
                  <a:lnTo>
                    <a:pt x="870" y="4571"/>
                  </a:lnTo>
                  <a:cubicBezTo>
                    <a:pt x="870" y="6132"/>
                    <a:pt x="2138" y="7399"/>
                    <a:pt x="3702" y="7399"/>
                  </a:cubicBezTo>
                  <a:cubicBezTo>
                    <a:pt x="5263" y="7399"/>
                    <a:pt x="6531" y="6132"/>
                    <a:pt x="6531" y="4571"/>
                  </a:cubicBezTo>
                  <a:lnTo>
                    <a:pt x="6531" y="4353"/>
                  </a:lnTo>
                  <a:lnTo>
                    <a:pt x="6857" y="4353"/>
                  </a:lnTo>
                  <a:cubicBezTo>
                    <a:pt x="7157" y="4353"/>
                    <a:pt x="7400" y="4111"/>
                    <a:pt x="7400" y="3810"/>
                  </a:cubicBezTo>
                  <a:cubicBezTo>
                    <a:pt x="7400" y="3510"/>
                    <a:pt x="7157" y="3267"/>
                    <a:pt x="6857" y="3267"/>
                  </a:cubicBezTo>
                  <a:lnTo>
                    <a:pt x="6857" y="3263"/>
                  </a:lnTo>
                  <a:lnTo>
                    <a:pt x="6531" y="3263"/>
                  </a:lnTo>
                  <a:lnTo>
                    <a:pt x="6531" y="2829"/>
                  </a:lnTo>
                  <a:cubicBezTo>
                    <a:pt x="6531" y="1268"/>
                    <a:pt x="5263" y="0"/>
                    <a:pt x="370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88"/>
            <p:cNvSpPr/>
            <p:nvPr/>
          </p:nvSpPr>
          <p:spPr>
            <a:xfrm>
              <a:off x="5401251" y="2480094"/>
              <a:ext cx="108462" cy="173350"/>
            </a:xfrm>
            <a:custGeom>
              <a:rect b="b" l="l" r="r" t="t"/>
              <a:pathLst>
                <a:path extrusionOk="0" h="6612" w="4137">
                  <a:moveTo>
                    <a:pt x="1743" y="1"/>
                  </a:moveTo>
                  <a:cubicBezTo>
                    <a:pt x="1185" y="533"/>
                    <a:pt x="874" y="1268"/>
                    <a:pt x="874" y="2040"/>
                  </a:cubicBezTo>
                  <a:lnTo>
                    <a:pt x="874" y="2474"/>
                  </a:lnTo>
                  <a:lnTo>
                    <a:pt x="544" y="2474"/>
                  </a:lnTo>
                  <a:cubicBezTo>
                    <a:pt x="247" y="2474"/>
                    <a:pt x="1" y="2717"/>
                    <a:pt x="1" y="3018"/>
                  </a:cubicBezTo>
                  <a:cubicBezTo>
                    <a:pt x="1" y="3318"/>
                    <a:pt x="247" y="3561"/>
                    <a:pt x="544" y="3561"/>
                  </a:cubicBezTo>
                  <a:lnTo>
                    <a:pt x="874" y="3561"/>
                  </a:lnTo>
                  <a:lnTo>
                    <a:pt x="874" y="3782"/>
                  </a:lnTo>
                  <a:cubicBezTo>
                    <a:pt x="861" y="5366"/>
                    <a:pt x="2148" y="6612"/>
                    <a:pt x="3675" y="6612"/>
                  </a:cubicBezTo>
                  <a:cubicBezTo>
                    <a:pt x="3827" y="6612"/>
                    <a:pt x="3981" y="6600"/>
                    <a:pt x="4137" y="6574"/>
                  </a:cubicBezTo>
                  <a:cubicBezTo>
                    <a:pt x="2761" y="6360"/>
                    <a:pt x="1743" y="5176"/>
                    <a:pt x="1743" y="3782"/>
                  </a:cubicBezTo>
                  <a:lnTo>
                    <a:pt x="174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88"/>
            <p:cNvSpPr/>
            <p:nvPr/>
          </p:nvSpPr>
          <p:spPr>
            <a:xfrm>
              <a:off x="5469731" y="2590627"/>
              <a:ext cx="57075" cy="28603"/>
            </a:xfrm>
            <a:custGeom>
              <a:rect b="b" l="l" r="r" t="t"/>
              <a:pathLst>
                <a:path extrusionOk="0" h="1091" w="2177">
                  <a:moveTo>
                    <a:pt x="0" y="0"/>
                  </a:moveTo>
                  <a:cubicBezTo>
                    <a:pt x="0" y="602"/>
                    <a:pt x="489" y="1090"/>
                    <a:pt x="1090" y="1090"/>
                  </a:cubicBezTo>
                  <a:cubicBezTo>
                    <a:pt x="1692" y="1090"/>
                    <a:pt x="2177" y="602"/>
                    <a:pt x="21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88"/>
            <p:cNvSpPr/>
            <p:nvPr/>
          </p:nvSpPr>
          <p:spPr>
            <a:xfrm>
              <a:off x="5481109" y="2556439"/>
              <a:ext cx="34319" cy="34214"/>
            </a:xfrm>
            <a:custGeom>
              <a:rect b="b" l="l" r="r" t="t"/>
              <a:pathLst>
                <a:path extrusionOk="0" h="1305" w="1309">
                  <a:moveTo>
                    <a:pt x="656" y="1"/>
                  </a:moveTo>
                  <a:cubicBezTo>
                    <a:pt x="294" y="1"/>
                    <a:pt x="1" y="290"/>
                    <a:pt x="1" y="652"/>
                  </a:cubicBezTo>
                  <a:cubicBezTo>
                    <a:pt x="1" y="1011"/>
                    <a:pt x="294" y="1304"/>
                    <a:pt x="656" y="1304"/>
                  </a:cubicBezTo>
                  <a:cubicBezTo>
                    <a:pt x="1015" y="1304"/>
                    <a:pt x="1308" y="1011"/>
                    <a:pt x="1308" y="652"/>
                  </a:cubicBezTo>
                  <a:cubicBezTo>
                    <a:pt x="1308" y="290"/>
                    <a:pt x="1015" y="1"/>
                    <a:pt x="65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88"/>
            <p:cNvSpPr/>
            <p:nvPr/>
          </p:nvSpPr>
          <p:spPr>
            <a:xfrm>
              <a:off x="5412656" y="2448004"/>
              <a:ext cx="171331" cy="99915"/>
            </a:xfrm>
            <a:custGeom>
              <a:rect b="b" l="l" r="r" t="t"/>
              <a:pathLst>
                <a:path extrusionOk="0" h="3811" w="6535">
                  <a:moveTo>
                    <a:pt x="3270" y="0"/>
                  </a:moveTo>
                  <a:cubicBezTo>
                    <a:pt x="3216" y="0"/>
                    <a:pt x="3162" y="2"/>
                    <a:pt x="3108" y="4"/>
                  </a:cubicBezTo>
                  <a:cubicBezTo>
                    <a:pt x="1351" y="87"/>
                    <a:pt x="1" y="1598"/>
                    <a:pt x="1" y="3358"/>
                  </a:cubicBezTo>
                  <a:lnTo>
                    <a:pt x="1" y="3811"/>
                  </a:lnTo>
                  <a:lnTo>
                    <a:pt x="518" y="3745"/>
                  </a:lnTo>
                  <a:cubicBezTo>
                    <a:pt x="721" y="3720"/>
                    <a:pt x="873" y="3550"/>
                    <a:pt x="873" y="3347"/>
                  </a:cubicBezTo>
                  <a:cubicBezTo>
                    <a:pt x="873" y="2029"/>
                    <a:pt x="1906" y="895"/>
                    <a:pt x="3220" y="873"/>
                  </a:cubicBezTo>
                  <a:cubicBezTo>
                    <a:pt x="3236" y="873"/>
                    <a:pt x="3251" y="873"/>
                    <a:pt x="3267" y="873"/>
                  </a:cubicBezTo>
                  <a:cubicBezTo>
                    <a:pt x="4586" y="873"/>
                    <a:pt x="5661" y="1939"/>
                    <a:pt x="5661" y="3264"/>
                  </a:cubicBezTo>
                  <a:lnTo>
                    <a:pt x="5661" y="3343"/>
                  </a:lnTo>
                  <a:cubicBezTo>
                    <a:pt x="5661" y="3546"/>
                    <a:pt x="5813" y="3720"/>
                    <a:pt x="6016" y="3745"/>
                  </a:cubicBezTo>
                  <a:lnTo>
                    <a:pt x="6534" y="3807"/>
                  </a:lnTo>
                  <a:lnTo>
                    <a:pt x="6534" y="3264"/>
                  </a:lnTo>
                  <a:cubicBezTo>
                    <a:pt x="6534" y="1453"/>
                    <a:pt x="5063" y="0"/>
                    <a:pt x="327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88"/>
            <p:cNvSpPr/>
            <p:nvPr/>
          </p:nvSpPr>
          <p:spPr>
            <a:xfrm>
              <a:off x="5464409" y="2436547"/>
              <a:ext cx="119473" cy="91289"/>
            </a:xfrm>
            <a:custGeom>
              <a:rect b="b" l="l" r="r" t="t"/>
              <a:pathLst>
                <a:path extrusionOk="0" h="3482" w="4557">
                  <a:moveTo>
                    <a:pt x="1181" y="0"/>
                  </a:moveTo>
                  <a:cubicBezTo>
                    <a:pt x="825" y="0"/>
                    <a:pt x="473" y="194"/>
                    <a:pt x="301" y="553"/>
                  </a:cubicBezTo>
                  <a:cubicBezTo>
                    <a:pt x="0" y="1173"/>
                    <a:pt x="420" y="1901"/>
                    <a:pt x="1109" y="1951"/>
                  </a:cubicBezTo>
                  <a:cubicBezTo>
                    <a:pt x="945" y="2534"/>
                    <a:pt x="1401" y="3051"/>
                    <a:pt x="1936" y="3051"/>
                  </a:cubicBezTo>
                  <a:cubicBezTo>
                    <a:pt x="2063" y="3051"/>
                    <a:pt x="2194" y="3022"/>
                    <a:pt x="2322" y="2958"/>
                  </a:cubicBezTo>
                  <a:cubicBezTo>
                    <a:pt x="2532" y="3303"/>
                    <a:pt x="2892" y="3482"/>
                    <a:pt x="3253" y="3482"/>
                  </a:cubicBezTo>
                  <a:cubicBezTo>
                    <a:pt x="3552" y="3482"/>
                    <a:pt x="3853" y="3359"/>
                    <a:pt x="4071" y="3107"/>
                  </a:cubicBezTo>
                  <a:cubicBezTo>
                    <a:pt x="4556" y="2549"/>
                    <a:pt x="4357" y="1683"/>
                    <a:pt x="3680" y="1397"/>
                  </a:cubicBezTo>
                  <a:cubicBezTo>
                    <a:pt x="3610" y="705"/>
                    <a:pt x="3027" y="219"/>
                    <a:pt x="2382" y="219"/>
                  </a:cubicBezTo>
                  <a:cubicBezTo>
                    <a:pt x="2221" y="219"/>
                    <a:pt x="2056" y="249"/>
                    <a:pt x="1895" y="314"/>
                  </a:cubicBezTo>
                  <a:cubicBezTo>
                    <a:pt x="1698" y="102"/>
                    <a:pt x="1439" y="0"/>
                    <a:pt x="1181"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88"/>
            <p:cNvSpPr/>
            <p:nvPr/>
          </p:nvSpPr>
          <p:spPr>
            <a:xfrm>
              <a:off x="5477596" y="2557960"/>
              <a:ext cx="36206" cy="32746"/>
            </a:xfrm>
            <a:custGeom>
              <a:rect b="b" l="l" r="r" t="t"/>
              <a:pathLst>
                <a:path extrusionOk="0" h="1249" w="1381">
                  <a:moveTo>
                    <a:pt x="522" y="0"/>
                  </a:moveTo>
                  <a:cubicBezTo>
                    <a:pt x="102" y="185"/>
                    <a:pt x="1" y="732"/>
                    <a:pt x="323" y="1058"/>
                  </a:cubicBezTo>
                  <a:cubicBezTo>
                    <a:pt x="454" y="1187"/>
                    <a:pt x="619" y="1248"/>
                    <a:pt x="783" y="1248"/>
                  </a:cubicBezTo>
                  <a:cubicBezTo>
                    <a:pt x="1029" y="1248"/>
                    <a:pt x="1270" y="1111"/>
                    <a:pt x="1381" y="859"/>
                  </a:cubicBezTo>
                  <a:lnTo>
                    <a:pt x="1381" y="859"/>
                  </a:lnTo>
                  <a:cubicBezTo>
                    <a:pt x="1297" y="899"/>
                    <a:pt x="1207" y="920"/>
                    <a:pt x="1116" y="920"/>
                  </a:cubicBezTo>
                  <a:cubicBezTo>
                    <a:pt x="1115" y="920"/>
                    <a:pt x="1113" y="920"/>
                    <a:pt x="1111" y="920"/>
                  </a:cubicBezTo>
                  <a:cubicBezTo>
                    <a:pt x="639" y="920"/>
                    <a:pt x="324" y="430"/>
                    <a:pt x="52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88"/>
            <p:cNvSpPr/>
            <p:nvPr/>
          </p:nvSpPr>
          <p:spPr>
            <a:xfrm>
              <a:off x="5458720" y="2545874"/>
              <a:ext cx="10749" cy="16412"/>
            </a:xfrm>
            <a:custGeom>
              <a:rect b="b" l="l" r="r" t="t"/>
              <a:pathLst>
                <a:path extrusionOk="0" h="626" w="410">
                  <a:moveTo>
                    <a:pt x="205" y="1"/>
                  </a:moveTo>
                  <a:cubicBezTo>
                    <a:pt x="102" y="1"/>
                    <a:pt x="0" y="68"/>
                    <a:pt x="0" y="204"/>
                  </a:cubicBezTo>
                  <a:lnTo>
                    <a:pt x="0" y="422"/>
                  </a:lnTo>
                  <a:cubicBezTo>
                    <a:pt x="0" y="557"/>
                    <a:pt x="102" y="625"/>
                    <a:pt x="205" y="625"/>
                  </a:cubicBezTo>
                  <a:cubicBezTo>
                    <a:pt x="307" y="625"/>
                    <a:pt x="409" y="557"/>
                    <a:pt x="409" y="422"/>
                  </a:cubicBezTo>
                  <a:lnTo>
                    <a:pt x="409" y="204"/>
                  </a:lnTo>
                  <a:cubicBezTo>
                    <a:pt x="409"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88"/>
            <p:cNvSpPr/>
            <p:nvPr/>
          </p:nvSpPr>
          <p:spPr>
            <a:xfrm>
              <a:off x="5527174" y="2545874"/>
              <a:ext cx="10749" cy="16386"/>
            </a:xfrm>
            <a:custGeom>
              <a:rect b="b" l="l" r="r" t="t"/>
              <a:pathLst>
                <a:path extrusionOk="0" h="625" w="410">
                  <a:moveTo>
                    <a:pt x="205" y="1"/>
                  </a:moveTo>
                  <a:cubicBezTo>
                    <a:pt x="103" y="1"/>
                    <a:pt x="0" y="68"/>
                    <a:pt x="0" y="204"/>
                  </a:cubicBezTo>
                  <a:lnTo>
                    <a:pt x="0" y="422"/>
                  </a:lnTo>
                  <a:cubicBezTo>
                    <a:pt x="0" y="534"/>
                    <a:pt x="91" y="624"/>
                    <a:pt x="203" y="624"/>
                  </a:cubicBezTo>
                  <a:cubicBezTo>
                    <a:pt x="315" y="624"/>
                    <a:pt x="410" y="534"/>
                    <a:pt x="410" y="422"/>
                  </a:cubicBezTo>
                  <a:lnTo>
                    <a:pt x="410" y="204"/>
                  </a:lnTo>
                  <a:cubicBezTo>
                    <a:pt x="410"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88"/>
            <p:cNvSpPr/>
            <p:nvPr/>
          </p:nvSpPr>
          <p:spPr>
            <a:xfrm>
              <a:off x="5361296" y="2431198"/>
              <a:ext cx="273947" cy="365052"/>
            </a:xfrm>
            <a:custGeom>
              <a:rect b="b" l="l" r="r" t="t"/>
              <a:pathLst>
                <a:path extrusionOk="0" h="13924" w="10449">
                  <a:moveTo>
                    <a:pt x="5118" y="406"/>
                  </a:moveTo>
                  <a:lnTo>
                    <a:pt x="5118" y="410"/>
                  </a:lnTo>
                  <a:cubicBezTo>
                    <a:pt x="5331" y="410"/>
                    <a:pt x="5534" y="500"/>
                    <a:pt x="5679" y="656"/>
                  </a:cubicBezTo>
                  <a:cubicBezTo>
                    <a:pt x="5719" y="698"/>
                    <a:pt x="5774" y="722"/>
                    <a:pt x="5830" y="722"/>
                  </a:cubicBezTo>
                  <a:cubicBezTo>
                    <a:pt x="5856" y="722"/>
                    <a:pt x="5882" y="717"/>
                    <a:pt x="5907" y="707"/>
                  </a:cubicBezTo>
                  <a:cubicBezTo>
                    <a:pt x="6042" y="652"/>
                    <a:pt x="6181" y="627"/>
                    <a:pt x="6316" y="627"/>
                  </a:cubicBezTo>
                  <a:cubicBezTo>
                    <a:pt x="6858" y="627"/>
                    <a:pt x="7352" y="1034"/>
                    <a:pt x="7410" y="1619"/>
                  </a:cubicBezTo>
                  <a:cubicBezTo>
                    <a:pt x="7417" y="1692"/>
                    <a:pt x="7465" y="1757"/>
                    <a:pt x="7533" y="1786"/>
                  </a:cubicBezTo>
                  <a:cubicBezTo>
                    <a:pt x="8087" y="2018"/>
                    <a:pt x="8250" y="2724"/>
                    <a:pt x="7856" y="3177"/>
                  </a:cubicBezTo>
                  <a:cubicBezTo>
                    <a:pt x="7677" y="3383"/>
                    <a:pt x="7433" y="3483"/>
                    <a:pt x="7189" y="3483"/>
                  </a:cubicBezTo>
                  <a:cubicBezTo>
                    <a:pt x="6894" y="3483"/>
                    <a:pt x="6601" y="3336"/>
                    <a:pt x="6432" y="3054"/>
                  </a:cubicBezTo>
                  <a:cubicBezTo>
                    <a:pt x="6394" y="2990"/>
                    <a:pt x="6325" y="2955"/>
                    <a:pt x="6255" y="2955"/>
                  </a:cubicBezTo>
                  <a:cubicBezTo>
                    <a:pt x="6226" y="2955"/>
                    <a:pt x="6196" y="2961"/>
                    <a:pt x="6168" y="2974"/>
                  </a:cubicBezTo>
                  <a:cubicBezTo>
                    <a:pt x="6077" y="3021"/>
                    <a:pt x="5980" y="3043"/>
                    <a:pt x="5878" y="3046"/>
                  </a:cubicBezTo>
                  <a:cubicBezTo>
                    <a:pt x="5509" y="3046"/>
                    <a:pt x="5212" y="2746"/>
                    <a:pt x="5212" y="2380"/>
                  </a:cubicBezTo>
                  <a:cubicBezTo>
                    <a:pt x="5212" y="2318"/>
                    <a:pt x="5223" y="2260"/>
                    <a:pt x="5237" y="2206"/>
                  </a:cubicBezTo>
                  <a:cubicBezTo>
                    <a:pt x="5270" y="2083"/>
                    <a:pt x="5183" y="1960"/>
                    <a:pt x="5056" y="1949"/>
                  </a:cubicBezTo>
                  <a:cubicBezTo>
                    <a:pt x="4643" y="1916"/>
                    <a:pt x="4332" y="1561"/>
                    <a:pt x="4350" y="1149"/>
                  </a:cubicBezTo>
                  <a:cubicBezTo>
                    <a:pt x="4364" y="736"/>
                    <a:pt x="4701" y="410"/>
                    <a:pt x="5118" y="406"/>
                  </a:cubicBezTo>
                  <a:close/>
                  <a:moveTo>
                    <a:pt x="8236" y="3351"/>
                  </a:moveTo>
                  <a:cubicBezTo>
                    <a:pt x="8269" y="3532"/>
                    <a:pt x="8287" y="3720"/>
                    <a:pt x="8287" y="3905"/>
                  </a:cubicBezTo>
                  <a:lnTo>
                    <a:pt x="8287" y="4136"/>
                  </a:lnTo>
                  <a:lnTo>
                    <a:pt x="8055" y="4136"/>
                  </a:lnTo>
                  <a:cubicBezTo>
                    <a:pt x="7928" y="4136"/>
                    <a:pt x="7823" y="4031"/>
                    <a:pt x="7823" y="3905"/>
                  </a:cubicBezTo>
                  <a:cubicBezTo>
                    <a:pt x="7823" y="3847"/>
                    <a:pt x="7819" y="3785"/>
                    <a:pt x="7816" y="3724"/>
                  </a:cubicBezTo>
                  <a:cubicBezTo>
                    <a:pt x="7982" y="3633"/>
                    <a:pt x="8124" y="3503"/>
                    <a:pt x="8236" y="3351"/>
                  </a:cubicBezTo>
                  <a:close/>
                  <a:moveTo>
                    <a:pt x="1941" y="2782"/>
                  </a:moveTo>
                  <a:cubicBezTo>
                    <a:pt x="1818" y="3144"/>
                    <a:pt x="1757" y="3524"/>
                    <a:pt x="1757" y="3905"/>
                  </a:cubicBezTo>
                  <a:lnTo>
                    <a:pt x="1757" y="4205"/>
                  </a:lnTo>
                  <a:cubicBezTo>
                    <a:pt x="1438" y="4354"/>
                    <a:pt x="1264" y="4701"/>
                    <a:pt x="1340" y="5046"/>
                  </a:cubicBezTo>
                  <a:cubicBezTo>
                    <a:pt x="1413" y="5390"/>
                    <a:pt x="1717" y="5632"/>
                    <a:pt x="2068" y="5632"/>
                  </a:cubicBezTo>
                  <a:lnTo>
                    <a:pt x="2191" y="5632"/>
                  </a:lnTo>
                  <a:lnTo>
                    <a:pt x="2191" y="5647"/>
                  </a:lnTo>
                  <a:cubicBezTo>
                    <a:pt x="2191" y="6219"/>
                    <a:pt x="2354" y="6784"/>
                    <a:pt x="2662" y="7266"/>
                  </a:cubicBezTo>
                  <a:cubicBezTo>
                    <a:pt x="2513" y="7342"/>
                    <a:pt x="2348" y="7379"/>
                    <a:pt x="2179" y="7379"/>
                  </a:cubicBezTo>
                  <a:cubicBezTo>
                    <a:pt x="2164" y="7379"/>
                    <a:pt x="2149" y="7378"/>
                    <a:pt x="2133" y="7378"/>
                  </a:cubicBezTo>
                  <a:cubicBezTo>
                    <a:pt x="1492" y="7353"/>
                    <a:pt x="1007" y="6788"/>
                    <a:pt x="1083" y="6150"/>
                  </a:cubicBezTo>
                  <a:cubicBezTo>
                    <a:pt x="1112" y="5951"/>
                    <a:pt x="1050" y="5748"/>
                    <a:pt x="909" y="5603"/>
                  </a:cubicBezTo>
                  <a:cubicBezTo>
                    <a:pt x="482" y="5190"/>
                    <a:pt x="580" y="4484"/>
                    <a:pt x="1101" y="4202"/>
                  </a:cubicBezTo>
                  <a:cubicBezTo>
                    <a:pt x="1297" y="4089"/>
                    <a:pt x="1391" y="3858"/>
                    <a:pt x="1322" y="3640"/>
                  </a:cubicBezTo>
                  <a:cubicBezTo>
                    <a:pt x="1286" y="3517"/>
                    <a:pt x="1282" y="3387"/>
                    <a:pt x="1318" y="3264"/>
                  </a:cubicBezTo>
                  <a:cubicBezTo>
                    <a:pt x="1384" y="3032"/>
                    <a:pt x="1568" y="2851"/>
                    <a:pt x="1804" y="2800"/>
                  </a:cubicBezTo>
                  <a:cubicBezTo>
                    <a:pt x="1851" y="2789"/>
                    <a:pt x="1898" y="2782"/>
                    <a:pt x="1941" y="2782"/>
                  </a:cubicBezTo>
                  <a:close/>
                  <a:moveTo>
                    <a:pt x="8508" y="2782"/>
                  </a:moveTo>
                  <a:cubicBezTo>
                    <a:pt x="8555" y="2782"/>
                    <a:pt x="8602" y="2789"/>
                    <a:pt x="8645" y="2800"/>
                  </a:cubicBezTo>
                  <a:cubicBezTo>
                    <a:pt x="8881" y="2851"/>
                    <a:pt x="9069" y="3032"/>
                    <a:pt x="9131" y="3264"/>
                  </a:cubicBezTo>
                  <a:cubicBezTo>
                    <a:pt x="9167" y="3387"/>
                    <a:pt x="9167" y="3517"/>
                    <a:pt x="9127" y="3644"/>
                  </a:cubicBezTo>
                  <a:cubicBezTo>
                    <a:pt x="9062" y="3858"/>
                    <a:pt x="9152" y="4089"/>
                    <a:pt x="9351" y="4202"/>
                  </a:cubicBezTo>
                  <a:cubicBezTo>
                    <a:pt x="9873" y="4484"/>
                    <a:pt x="9967" y="5190"/>
                    <a:pt x="9540" y="5603"/>
                  </a:cubicBezTo>
                  <a:cubicBezTo>
                    <a:pt x="9402" y="5748"/>
                    <a:pt x="9337" y="5951"/>
                    <a:pt x="9366" y="6150"/>
                  </a:cubicBezTo>
                  <a:cubicBezTo>
                    <a:pt x="9442" y="6788"/>
                    <a:pt x="8957" y="7353"/>
                    <a:pt x="8316" y="7378"/>
                  </a:cubicBezTo>
                  <a:cubicBezTo>
                    <a:pt x="8301" y="7378"/>
                    <a:pt x="8285" y="7379"/>
                    <a:pt x="8270" y="7379"/>
                  </a:cubicBezTo>
                  <a:cubicBezTo>
                    <a:pt x="8104" y="7379"/>
                    <a:pt x="7940" y="7342"/>
                    <a:pt x="7790" y="7269"/>
                  </a:cubicBezTo>
                  <a:cubicBezTo>
                    <a:pt x="8095" y="6784"/>
                    <a:pt x="8258" y="6223"/>
                    <a:pt x="8258" y="5647"/>
                  </a:cubicBezTo>
                  <a:lnTo>
                    <a:pt x="8258" y="5632"/>
                  </a:lnTo>
                  <a:lnTo>
                    <a:pt x="8381" y="5632"/>
                  </a:lnTo>
                  <a:cubicBezTo>
                    <a:pt x="8732" y="5632"/>
                    <a:pt x="9036" y="5390"/>
                    <a:pt x="9112" y="5046"/>
                  </a:cubicBezTo>
                  <a:cubicBezTo>
                    <a:pt x="9188" y="4701"/>
                    <a:pt x="9015" y="4354"/>
                    <a:pt x="8696" y="4205"/>
                  </a:cubicBezTo>
                  <a:lnTo>
                    <a:pt x="8696" y="3905"/>
                  </a:lnTo>
                  <a:cubicBezTo>
                    <a:pt x="8696" y="3524"/>
                    <a:pt x="8631" y="3144"/>
                    <a:pt x="8508" y="2782"/>
                  </a:cubicBezTo>
                  <a:close/>
                  <a:moveTo>
                    <a:pt x="3933" y="1130"/>
                  </a:moveTo>
                  <a:lnTo>
                    <a:pt x="3933" y="1185"/>
                  </a:lnTo>
                  <a:cubicBezTo>
                    <a:pt x="3937" y="1717"/>
                    <a:pt x="4296" y="2181"/>
                    <a:pt x="4806" y="2322"/>
                  </a:cubicBezTo>
                  <a:lnTo>
                    <a:pt x="4806" y="2384"/>
                  </a:lnTo>
                  <a:cubicBezTo>
                    <a:pt x="4806" y="2978"/>
                    <a:pt x="5288" y="3456"/>
                    <a:pt x="5882" y="3459"/>
                  </a:cubicBezTo>
                  <a:cubicBezTo>
                    <a:pt x="5983" y="3459"/>
                    <a:pt x="6088" y="3441"/>
                    <a:pt x="6186" y="3412"/>
                  </a:cubicBezTo>
                  <a:cubicBezTo>
                    <a:pt x="6429" y="3716"/>
                    <a:pt x="6798" y="3894"/>
                    <a:pt x="7189" y="3894"/>
                  </a:cubicBezTo>
                  <a:cubicBezTo>
                    <a:pt x="7265" y="3894"/>
                    <a:pt x="7341" y="3887"/>
                    <a:pt x="7417" y="3872"/>
                  </a:cubicBezTo>
                  <a:lnTo>
                    <a:pt x="7417" y="3908"/>
                  </a:lnTo>
                  <a:cubicBezTo>
                    <a:pt x="7421" y="4260"/>
                    <a:pt x="7704" y="4546"/>
                    <a:pt x="8058" y="4546"/>
                  </a:cubicBezTo>
                  <a:lnTo>
                    <a:pt x="8384" y="4546"/>
                  </a:lnTo>
                  <a:cubicBezTo>
                    <a:pt x="8391" y="4545"/>
                    <a:pt x="8397" y="4545"/>
                    <a:pt x="8404" y="4545"/>
                  </a:cubicBezTo>
                  <a:cubicBezTo>
                    <a:pt x="8591" y="4545"/>
                    <a:pt x="8743" y="4697"/>
                    <a:pt x="8743" y="4886"/>
                  </a:cubicBezTo>
                  <a:cubicBezTo>
                    <a:pt x="8743" y="5077"/>
                    <a:pt x="8587" y="5227"/>
                    <a:pt x="8398" y="5227"/>
                  </a:cubicBezTo>
                  <a:cubicBezTo>
                    <a:pt x="8393" y="5227"/>
                    <a:pt x="8389" y="5227"/>
                    <a:pt x="8384" y="5227"/>
                  </a:cubicBezTo>
                  <a:lnTo>
                    <a:pt x="8261" y="5227"/>
                  </a:lnTo>
                  <a:lnTo>
                    <a:pt x="8261" y="5212"/>
                  </a:lnTo>
                  <a:cubicBezTo>
                    <a:pt x="8261" y="5076"/>
                    <a:pt x="8160" y="5008"/>
                    <a:pt x="8058" y="5008"/>
                  </a:cubicBezTo>
                  <a:cubicBezTo>
                    <a:pt x="7957" y="5008"/>
                    <a:pt x="7856" y="5076"/>
                    <a:pt x="7856" y="5212"/>
                  </a:cubicBezTo>
                  <a:lnTo>
                    <a:pt x="7856" y="5647"/>
                  </a:lnTo>
                  <a:cubicBezTo>
                    <a:pt x="7856" y="7095"/>
                    <a:pt x="6679" y="8272"/>
                    <a:pt x="5230" y="8272"/>
                  </a:cubicBezTo>
                  <a:cubicBezTo>
                    <a:pt x="3778" y="8272"/>
                    <a:pt x="2604" y="7095"/>
                    <a:pt x="2604" y="5647"/>
                  </a:cubicBezTo>
                  <a:lnTo>
                    <a:pt x="2601" y="5647"/>
                  </a:lnTo>
                  <a:lnTo>
                    <a:pt x="2601" y="5212"/>
                  </a:lnTo>
                  <a:cubicBezTo>
                    <a:pt x="2601" y="5076"/>
                    <a:pt x="2498" y="5008"/>
                    <a:pt x="2396" y="5008"/>
                  </a:cubicBezTo>
                  <a:cubicBezTo>
                    <a:pt x="2294" y="5008"/>
                    <a:pt x="2191" y="5076"/>
                    <a:pt x="2191" y="5212"/>
                  </a:cubicBezTo>
                  <a:lnTo>
                    <a:pt x="2191" y="5227"/>
                  </a:lnTo>
                  <a:lnTo>
                    <a:pt x="2068" y="5227"/>
                  </a:lnTo>
                  <a:cubicBezTo>
                    <a:pt x="2064" y="5227"/>
                    <a:pt x="2060" y="5227"/>
                    <a:pt x="2055" y="5227"/>
                  </a:cubicBezTo>
                  <a:cubicBezTo>
                    <a:pt x="1869" y="5227"/>
                    <a:pt x="1713" y="5074"/>
                    <a:pt x="1713" y="4886"/>
                  </a:cubicBezTo>
                  <a:cubicBezTo>
                    <a:pt x="1713" y="4697"/>
                    <a:pt x="1866" y="4545"/>
                    <a:pt x="2049" y="4545"/>
                  </a:cubicBezTo>
                  <a:cubicBezTo>
                    <a:pt x="2056" y="4545"/>
                    <a:pt x="2062" y="4545"/>
                    <a:pt x="2068" y="4546"/>
                  </a:cubicBezTo>
                  <a:lnTo>
                    <a:pt x="2398" y="4546"/>
                  </a:lnTo>
                  <a:cubicBezTo>
                    <a:pt x="2749" y="4546"/>
                    <a:pt x="3035" y="4260"/>
                    <a:pt x="3035" y="3908"/>
                  </a:cubicBezTo>
                  <a:cubicBezTo>
                    <a:pt x="3032" y="3303"/>
                    <a:pt x="3281" y="2728"/>
                    <a:pt x="3723" y="2315"/>
                  </a:cubicBezTo>
                  <a:cubicBezTo>
                    <a:pt x="3875" y="2169"/>
                    <a:pt x="3741" y="1958"/>
                    <a:pt x="3581" y="1958"/>
                  </a:cubicBezTo>
                  <a:cubicBezTo>
                    <a:pt x="3534" y="1958"/>
                    <a:pt x="3486" y="1975"/>
                    <a:pt x="3441" y="2018"/>
                  </a:cubicBezTo>
                  <a:cubicBezTo>
                    <a:pt x="2919" y="2507"/>
                    <a:pt x="2626" y="3191"/>
                    <a:pt x="2626" y="3908"/>
                  </a:cubicBezTo>
                  <a:cubicBezTo>
                    <a:pt x="2626" y="4035"/>
                    <a:pt x="2525" y="4136"/>
                    <a:pt x="2398" y="4136"/>
                  </a:cubicBezTo>
                  <a:lnTo>
                    <a:pt x="2166" y="4136"/>
                  </a:lnTo>
                  <a:lnTo>
                    <a:pt x="2166" y="3908"/>
                  </a:lnTo>
                  <a:cubicBezTo>
                    <a:pt x="2162" y="2717"/>
                    <a:pt x="2854" y="1630"/>
                    <a:pt x="3933" y="1130"/>
                  </a:cubicBezTo>
                  <a:close/>
                  <a:moveTo>
                    <a:pt x="6327" y="8475"/>
                  </a:moveTo>
                  <a:lnTo>
                    <a:pt x="6327" y="8906"/>
                  </a:lnTo>
                  <a:cubicBezTo>
                    <a:pt x="6327" y="9033"/>
                    <a:pt x="6306" y="9160"/>
                    <a:pt x="6262" y="9279"/>
                  </a:cubicBezTo>
                  <a:cubicBezTo>
                    <a:pt x="6205" y="9440"/>
                    <a:pt x="6334" y="9554"/>
                    <a:pt x="6461" y="9554"/>
                  </a:cubicBezTo>
                  <a:cubicBezTo>
                    <a:pt x="6537" y="9554"/>
                    <a:pt x="6612" y="9513"/>
                    <a:pt x="6646" y="9417"/>
                  </a:cubicBezTo>
                  <a:cubicBezTo>
                    <a:pt x="6704" y="9254"/>
                    <a:pt x="6737" y="9080"/>
                    <a:pt x="6737" y="8906"/>
                  </a:cubicBezTo>
                  <a:lnTo>
                    <a:pt x="6737" y="8816"/>
                  </a:lnTo>
                  <a:cubicBezTo>
                    <a:pt x="7182" y="8895"/>
                    <a:pt x="7620" y="9008"/>
                    <a:pt x="8044" y="9156"/>
                  </a:cubicBezTo>
                  <a:cubicBezTo>
                    <a:pt x="8051" y="9156"/>
                    <a:pt x="8055" y="9160"/>
                    <a:pt x="8055" y="9167"/>
                  </a:cubicBezTo>
                  <a:cubicBezTo>
                    <a:pt x="7993" y="9870"/>
                    <a:pt x="7667" y="10525"/>
                    <a:pt x="7149" y="11003"/>
                  </a:cubicBezTo>
                  <a:cubicBezTo>
                    <a:pt x="6615" y="11496"/>
                    <a:pt x="5925" y="11756"/>
                    <a:pt x="5223" y="11756"/>
                  </a:cubicBezTo>
                  <a:cubicBezTo>
                    <a:pt x="4878" y="11756"/>
                    <a:pt x="4531" y="11693"/>
                    <a:pt x="4198" y="11565"/>
                  </a:cubicBezTo>
                  <a:cubicBezTo>
                    <a:pt x="3187" y="11173"/>
                    <a:pt x="2488" y="10243"/>
                    <a:pt x="2394" y="9163"/>
                  </a:cubicBezTo>
                  <a:cubicBezTo>
                    <a:pt x="2394" y="9160"/>
                    <a:pt x="2398" y="9153"/>
                    <a:pt x="2405" y="9153"/>
                  </a:cubicBezTo>
                  <a:cubicBezTo>
                    <a:pt x="2832" y="9004"/>
                    <a:pt x="3271" y="8892"/>
                    <a:pt x="3712" y="8812"/>
                  </a:cubicBezTo>
                  <a:lnTo>
                    <a:pt x="3712" y="8903"/>
                  </a:lnTo>
                  <a:cubicBezTo>
                    <a:pt x="3715" y="9784"/>
                    <a:pt x="4437" y="10414"/>
                    <a:pt x="5224" y="10414"/>
                  </a:cubicBezTo>
                  <a:cubicBezTo>
                    <a:pt x="5475" y="10414"/>
                    <a:pt x="5733" y="10350"/>
                    <a:pt x="5976" y="10210"/>
                  </a:cubicBezTo>
                  <a:cubicBezTo>
                    <a:pt x="6174" y="10097"/>
                    <a:pt x="6062" y="9828"/>
                    <a:pt x="5881" y="9828"/>
                  </a:cubicBezTo>
                  <a:cubicBezTo>
                    <a:pt x="5847" y="9828"/>
                    <a:pt x="5810" y="9837"/>
                    <a:pt x="5773" y="9859"/>
                  </a:cubicBezTo>
                  <a:cubicBezTo>
                    <a:pt x="5597" y="9959"/>
                    <a:pt x="5411" y="10005"/>
                    <a:pt x="5229" y="10005"/>
                  </a:cubicBezTo>
                  <a:cubicBezTo>
                    <a:pt x="4654" y="10005"/>
                    <a:pt x="4124" y="9547"/>
                    <a:pt x="4122" y="8906"/>
                  </a:cubicBezTo>
                  <a:lnTo>
                    <a:pt x="4122" y="8475"/>
                  </a:lnTo>
                  <a:cubicBezTo>
                    <a:pt x="4477" y="8613"/>
                    <a:pt x="4851" y="8682"/>
                    <a:pt x="5224" y="8682"/>
                  </a:cubicBezTo>
                  <a:cubicBezTo>
                    <a:pt x="5598" y="8682"/>
                    <a:pt x="5972" y="8613"/>
                    <a:pt x="6327" y="8475"/>
                  </a:cubicBezTo>
                  <a:close/>
                  <a:moveTo>
                    <a:pt x="5118" y="0"/>
                  </a:moveTo>
                  <a:cubicBezTo>
                    <a:pt x="4679" y="0"/>
                    <a:pt x="4274" y="247"/>
                    <a:pt x="4071" y="634"/>
                  </a:cubicBezTo>
                  <a:cubicBezTo>
                    <a:pt x="3213" y="938"/>
                    <a:pt x="2506" y="1565"/>
                    <a:pt x="2108" y="2384"/>
                  </a:cubicBezTo>
                  <a:cubicBezTo>
                    <a:pt x="2060" y="2377"/>
                    <a:pt x="2012" y="2374"/>
                    <a:pt x="1964" y="2374"/>
                  </a:cubicBezTo>
                  <a:cubicBezTo>
                    <a:pt x="1880" y="2374"/>
                    <a:pt x="1797" y="2383"/>
                    <a:pt x="1717" y="2402"/>
                  </a:cubicBezTo>
                  <a:cubicBezTo>
                    <a:pt x="1333" y="2489"/>
                    <a:pt x="1029" y="2778"/>
                    <a:pt x="924" y="3159"/>
                  </a:cubicBezTo>
                  <a:cubicBezTo>
                    <a:pt x="869" y="3354"/>
                    <a:pt x="873" y="3564"/>
                    <a:pt x="935" y="3760"/>
                  </a:cubicBezTo>
                  <a:cubicBezTo>
                    <a:pt x="942" y="3792"/>
                    <a:pt x="931" y="3825"/>
                    <a:pt x="906" y="3843"/>
                  </a:cubicBezTo>
                  <a:cubicBezTo>
                    <a:pt x="141" y="4256"/>
                    <a:pt x="0" y="5292"/>
                    <a:pt x="623" y="5897"/>
                  </a:cubicBezTo>
                  <a:cubicBezTo>
                    <a:pt x="688" y="5955"/>
                    <a:pt x="685" y="6060"/>
                    <a:pt x="677" y="6099"/>
                  </a:cubicBezTo>
                  <a:cubicBezTo>
                    <a:pt x="576" y="6976"/>
                    <a:pt x="1239" y="7751"/>
                    <a:pt x="2119" y="7784"/>
                  </a:cubicBezTo>
                  <a:lnTo>
                    <a:pt x="2177" y="7784"/>
                  </a:lnTo>
                  <a:cubicBezTo>
                    <a:pt x="2434" y="7784"/>
                    <a:pt x="2684" y="7722"/>
                    <a:pt x="2905" y="7599"/>
                  </a:cubicBezTo>
                  <a:cubicBezTo>
                    <a:pt x="3133" y="7870"/>
                    <a:pt x="3408" y="8099"/>
                    <a:pt x="3716" y="8276"/>
                  </a:cubicBezTo>
                  <a:lnTo>
                    <a:pt x="3716" y="8399"/>
                  </a:lnTo>
                  <a:cubicBezTo>
                    <a:pt x="3223" y="8483"/>
                    <a:pt x="2742" y="8606"/>
                    <a:pt x="2271" y="8769"/>
                  </a:cubicBezTo>
                  <a:cubicBezTo>
                    <a:pt x="2101" y="8827"/>
                    <a:pt x="1985" y="8990"/>
                    <a:pt x="1988" y="9171"/>
                  </a:cubicBezTo>
                  <a:lnTo>
                    <a:pt x="1166" y="9460"/>
                  </a:lnTo>
                  <a:cubicBezTo>
                    <a:pt x="478" y="9707"/>
                    <a:pt x="15" y="10359"/>
                    <a:pt x="15" y="11090"/>
                  </a:cubicBezTo>
                  <a:lnTo>
                    <a:pt x="15" y="13720"/>
                  </a:lnTo>
                  <a:cubicBezTo>
                    <a:pt x="15" y="13855"/>
                    <a:pt x="117" y="13923"/>
                    <a:pt x="219" y="13923"/>
                  </a:cubicBezTo>
                  <a:cubicBezTo>
                    <a:pt x="322" y="13923"/>
                    <a:pt x="424" y="13855"/>
                    <a:pt x="424" y="13720"/>
                  </a:cubicBezTo>
                  <a:lnTo>
                    <a:pt x="424" y="11090"/>
                  </a:lnTo>
                  <a:cubicBezTo>
                    <a:pt x="424" y="10532"/>
                    <a:pt x="775" y="10033"/>
                    <a:pt x="1304" y="9844"/>
                  </a:cubicBezTo>
                  <a:lnTo>
                    <a:pt x="2046" y="9584"/>
                  </a:lnTo>
                  <a:cubicBezTo>
                    <a:pt x="2347" y="11010"/>
                    <a:pt x="3564" y="12064"/>
                    <a:pt x="5020" y="12155"/>
                  </a:cubicBezTo>
                  <a:lnTo>
                    <a:pt x="5020" y="13701"/>
                  </a:lnTo>
                  <a:cubicBezTo>
                    <a:pt x="5020" y="13837"/>
                    <a:pt x="5122" y="13905"/>
                    <a:pt x="5224" y="13905"/>
                  </a:cubicBezTo>
                  <a:cubicBezTo>
                    <a:pt x="5327" y="13905"/>
                    <a:pt x="5429" y="13837"/>
                    <a:pt x="5429" y="13701"/>
                  </a:cubicBezTo>
                  <a:lnTo>
                    <a:pt x="5429" y="12155"/>
                  </a:lnTo>
                  <a:cubicBezTo>
                    <a:pt x="6885" y="12064"/>
                    <a:pt x="8102" y="11010"/>
                    <a:pt x="8403" y="9584"/>
                  </a:cubicBezTo>
                  <a:lnTo>
                    <a:pt x="9145" y="9844"/>
                  </a:lnTo>
                  <a:cubicBezTo>
                    <a:pt x="9674" y="10033"/>
                    <a:pt x="10025" y="10532"/>
                    <a:pt x="10025" y="11090"/>
                  </a:cubicBezTo>
                  <a:lnTo>
                    <a:pt x="10025" y="13720"/>
                  </a:lnTo>
                  <a:cubicBezTo>
                    <a:pt x="10025" y="13855"/>
                    <a:pt x="10127" y="13923"/>
                    <a:pt x="10230" y="13923"/>
                  </a:cubicBezTo>
                  <a:cubicBezTo>
                    <a:pt x="10332" y="13923"/>
                    <a:pt x="10434" y="13855"/>
                    <a:pt x="10434" y="13720"/>
                  </a:cubicBezTo>
                  <a:lnTo>
                    <a:pt x="10434" y="11090"/>
                  </a:lnTo>
                  <a:cubicBezTo>
                    <a:pt x="10434" y="10359"/>
                    <a:pt x="9974" y="9707"/>
                    <a:pt x="9283" y="9460"/>
                  </a:cubicBezTo>
                  <a:lnTo>
                    <a:pt x="8461" y="9171"/>
                  </a:lnTo>
                  <a:cubicBezTo>
                    <a:pt x="8464" y="8990"/>
                    <a:pt x="8348" y="8827"/>
                    <a:pt x="8178" y="8769"/>
                  </a:cubicBezTo>
                  <a:cubicBezTo>
                    <a:pt x="7707" y="8606"/>
                    <a:pt x="7225" y="8483"/>
                    <a:pt x="6737" y="8399"/>
                  </a:cubicBezTo>
                  <a:lnTo>
                    <a:pt x="6737" y="8276"/>
                  </a:lnTo>
                  <a:cubicBezTo>
                    <a:pt x="7041" y="8099"/>
                    <a:pt x="7316" y="7870"/>
                    <a:pt x="7544" y="7599"/>
                  </a:cubicBezTo>
                  <a:cubicBezTo>
                    <a:pt x="7769" y="7722"/>
                    <a:pt x="8019" y="7784"/>
                    <a:pt x="8272" y="7784"/>
                  </a:cubicBezTo>
                  <a:lnTo>
                    <a:pt x="8330" y="7784"/>
                  </a:lnTo>
                  <a:cubicBezTo>
                    <a:pt x="9210" y="7751"/>
                    <a:pt x="9873" y="6976"/>
                    <a:pt x="9772" y="6099"/>
                  </a:cubicBezTo>
                  <a:cubicBezTo>
                    <a:pt x="9768" y="6060"/>
                    <a:pt x="9764" y="5955"/>
                    <a:pt x="9826" y="5897"/>
                  </a:cubicBezTo>
                  <a:cubicBezTo>
                    <a:pt x="10449" y="5292"/>
                    <a:pt x="10308" y="4256"/>
                    <a:pt x="9547" y="3843"/>
                  </a:cubicBezTo>
                  <a:cubicBezTo>
                    <a:pt x="9518" y="3825"/>
                    <a:pt x="9507" y="3792"/>
                    <a:pt x="9518" y="3760"/>
                  </a:cubicBezTo>
                  <a:cubicBezTo>
                    <a:pt x="9576" y="3564"/>
                    <a:pt x="9580" y="3354"/>
                    <a:pt x="9525" y="3159"/>
                  </a:cubicBezTo>
                  <a:cubicBezTo>
                    <a:pt x="9420" y="2778"/>
                    <a:pt x="9120" y="2489"/>
                    <a:pt x="8736" y="2398"/>
                  </a:cubicBezTo>
                  <a:cubicBezTo>
                    <a:pt x="8657" y="2382"/>
                    <a:pt x="8575" y="2372"/>
                    <a:pt x="8493" y="2372"/>
                  </a:cubicBezTo>
                  <a:cubicBezTo>
                    <a:pt x="8481" y="2372"/>
                    <a:pt x="8469" y="2372"/>
                    <a:pt x="8457" y="2373"/>
                  </a:cubicBezTo>
                  <a:cubicBezTo>
                    <a:pt x="8388" y="1985"/>
                    <a:pt x="8145" y="1652"/>
                    <a:pt x="7801" y="1464"/>
                  </a:cubicBezTo>
                  <a:cubicBezTo>
                    <a:pt x="7672" y="723"/>
                    <a:pt x="7027" y="218"/>
                    <a:pt x="6318" y="218"/>
                  </a:cubicBezTo>
                  <a:cubicBezTo>
                    <a:pt x="6174" y="218"/>
                    <a:pt x="6028" y="239"/>
                    <a:pt x="5882" y="283"/>
                  </a:cubicBezTo>
                  <a:cubicBezTo>
                    <a:pt x="5668" y="102"/>
                    <a:pt x="5397" y="0"/>
                    <a:pt x="51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88"/>
            <p:cNvSpPr/>
            <p:nvPr/>
          </p:nvSpPr>
          <p:spPr>
            <a:xfrm>
              <a:off x="5464409" y="2551039"/>
              <a:ext cx="67825" cy="73514"/>
            </a:xfrm>
            <a:custGeom>
              <a:rect b="b" l="l" r="r" t="t"/>
              <a:pathLst>
                <a:path extrusionOk="0" h="2804" w="2587">
                  <a:moveTo>
                    <a:pt x="1295" y="407"/>
                  </a:moveTo>
                  <a:cubicBezTo>
                    <a:pt x="1405" y="407"/>
                    <a:pt x="1517" y="448"/>
                    <a:pt x="1608" y="540"/>
                  </a:cubicBezTo>
                  <a:cubicBezTo>
                    <a:pt x="1895" y="822"/>
                    <a:pt x="1692" y="1308"/>
                    <a:pt x="1293" y="1308"/>
                  </a:cubicBezTo>
                  <a:cubicBezTo>
                    <a:pt x="1043" y="1308"/>
                    <a:pt x="844" y="1105"/>
                    <a:pt x="844" y="858"/>
                  </a:cubicBezTo>
                  <a:cubicBezTo>
                    <a:pt x="844" y="586"/>
                    <a:pt x="1065" y="407"/>
                    <a:pt x="1295" y="407"/>
                  </a:cubicBezTo>
                  <a:close/>
                  <a:moveTo>
                    <a:pt x="2152" y="1717"/>
                  </a:moveTo>
                  <a:cubicBezTo>
                    <a:pt x="2057" y="2112"/>
                    <a:pt x="1703" y="2394"/>
                    <a:pt x="1293" y="2394"/>
                  </a:cubicBezTo>
                  <a:cubicBezTo>
                    <a:pt x="884" y="2394"/>
                    <a:pt x="526" y="2112"/>
                    <a:pt x="431" y="1717"/>
                  </a:cubicBezTo>
                  <a:close/>
                  <a:moveTo>
                    <a:pt x="1293" y="0"/>
                  </a:moveTo>
                  <a:cubicBezTo>
                    <a:pt x="623" y="0"/>
                    <a:pt x="210" y="735"/>
                    <a:pt x="562" y="1308"/>
                  </a:cubicBezTo>
                  <a:lnTo>
                    <a:pt x="203" y="1308"/>
                  </a:lnTo>
                  <a:cubicBezTo>
                    <a:pt x="91" y="1308"/>
                    <a:pt x="0" y="1398"/>
                    <a:pt x="0" y="1510"/>
                  </a:cubicBezTo>
                  <a:cubicBezTo>
                    <a:pt x="0" y="2224"/>
                    <a:pt x="580" y="2803"/>
                    <a:pt x="1293" y="2803"/>
                  </a:cubicBezTo>
                  <a:cubicBezTo>
                    <a:pt x="2007" y="2803"/>
                    <a:pt x="2586" y="2224"/>
                    <a:pt x="2586" y="1510"/>
                  </a:cubicBezTo>
                  <a:cubicBezTo>
                    <a:pt x="2586" y="1398"/>
                    <a:pt x="2492" y="1308"/>
                    <a:pt x="2380" y="1308"/>
                  </a:cubicBezTo>
                  <a:lnTo>
                    <a:pt x="2021" y="1308"/>
                  </a:lnTo>
                  <a:cubicBezTo>
                    <a:pt x="2373" y="735"/>
                    <a:pt x="1963" y="0"/>
                    <a:pt x="1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88"/>
            <p:cNvSpPr/>
            <p:nvPr/>
          </p:nvSpPr>
          <p:spPr>
            <a:xfrm>
              <a:off x="5450330" y="2522409"/>
              <a:ext cx="27476" cy="16701"/>
            </a:xfrm>
            <a:custGeom>
              <a:rect b="b" l="l" r="r" t="t"/>
              <a:pathLst>
                <a:path extrusionOk="0" h="637" w="1048">
                  <a:moveTo>
                    <a:pt x="751" y="0"/>
                  </a:moveTo>
                  <a:cubicBezTo>
                    <a:pt x="719" y="0"/>
                    <a:pt x="685" y="8"/>
                    <a:pt x="650" y="27"/>
                  </a:cubicBezTo>
                  <a:lnTo>
                    <a:pt x="215" y="245"/>
                  </a:lnTo>
                  <a:cubicBezTo>
                    <a:pt x="0" y="344"/>
                    <a:pt x="106" y="636"/>
                    <a:pt x="297" y="636"/>
                  </a:cubicBezTo>
                  <a:cubicBezTo>
                    <a:pt x="328" y="636"/>
                    <a:pt x="361" y="628"/>
                    <a:pt x="396" y="610"/>
                  </a:cubicBezTo>
                  <a:lnTo>
                    <a:pt x="831" y="393"/>
                  </a:lnTo>
                  <a:cubicBezTo>
                    <a:pt x="1048" y="291"/>
                    <a:pt x="941" y="0"/>
                    <a:pt x="7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812" name="Shape 18812"/>
        <p:cNvGrpSpPr/>
        <p:nvPr/>
      </p:nvGrpSpPr>
      <p:grpSpPr>
        <a:xfrm>
          <a:off x="0" y="0"/>
          <a:ext cx="0" cy="0"/>
          <a:chOff x="0" y="0"/>
          <a:chExt cx="0" cy="0"/>
        </a:xfrm>
      </p:grpSpPr>
      <p:sp>
        <p:nvSpPr>
          <p:cNvPr id="18813" name="Google Shape;18813;p89"/>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8814" name="Google Shape;18814;p89"/>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8815" name="Google Shape;18815;p89"/>
          <p:cNvGrpSpPr/>
          <p:nvPr/>
        </p:nvGrpSpPr>
        <p:grpSpPr>
          <a:xfrm>
            <a:off x="3516462" y="3365328"/>
            <a:ext cx="367569" cy="365289"/>
            <a:chOff x="3516462" y="3365328"/>
            <a:chExt cx="367569" cy="365289"/>
          </a:xfrm>
        </p:grpSpPr>
        <p:sp>
          <p:nvSpPr>
            <p:cNvPr id="18816" name="Google Shape;18816;p89"/>
            <p:cNvSpPr/>
            <p:nvPr/>
          </p:nvSpPr>
          <p:spPr>
            <a:xfrm>
              <a:off x="3621377" y="3394648"/>
              <a:ext cx="128943" cy="148437"/>
            </a:xfrm>
            <a:custGeom>
              <a:rect b="b" l="l" r="r" t="t"/>
              <a:pathLst>
                <a:path extrusionOk="0" h="5665" w="4921">
                  <a:moveTo>
                    <a:pt x="528" y="0"/>
                  </a:moveTo>
                  <a:cubicBezTo>
                    <a:pt x="236" y="0"/>
                    <a:pt x="0" y="235"/>
                    <a:pt x="0" y="523"/>
                  </a:cubicBezTo>
                  <a:lnTo>
                    <a:pt x="0" y="3682"/>
                  </a:lnTo>
                  <a:cubicBezTo>
                    <a:pt x="5" y="4776"/>
                    <a:pt x="893" y="5664"/>
                    <a:pt x="1988" y="5664"/>
                  </a:cubicBezTo>
                  <a:lnTo>
                    <a:pt x="2933" y="5664"/>
                  </a:lnTo>
                  <a:cubicBezTo>
                    <a:pt x="4028" y="5660"/>
                    <a:pt x="4916" y="4776"/>
                    <a:pt x="4921" y="3682"/>
                  </a:cubicBezTo>
                  <a:lnTo>
                    <a:pt x="4921" y="523"/>
                  </a:lnTo>
                  <a:cubicBezTo>
                    <a:pt x="4916" y="235"/>
                    <a:pt x="4685" y="0"/>
                    <a:pt x="439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89"/>
            <p:cNvSpPr/>
            <p:nvPr/>
          </p:nvSpPr>
          <p:spPr>
            <a:xfrm>
              <a:off x="3519370" y="3435891"/>
              <a:ext cx="358372" cy="70852"/>
            </a:xfrm>
            <a:custGeom>
              <a:rect b="b" l="l" r="r" t="t"/>
              <a:pathLst>
                <a:path extrusionOk="0" h="2704" w="13677">
                  <a:moveTo>
                    <a:pt x="11158" y="0"/>
                  </a:moveTo>
                  <a:cubicBezTo>
                    <a:pt x="11149" y="0"/>
                    <a:pt x="11141" y="0"/>
                    <a:pt x="11132" y="1"/>
                  </a:cubicBezTo>
                  <a:lnTo>
                    <a:pt x="1426" y="1"/>
                  </a:lnTo>
                  <a:cubicBezTo>
                    <a:pt x="816" y="15"/>
                    <a:pt x="288" y="437"/>
                    <a:pt x="144" y="1028"/>
                  </a:cubicBezTo>
                  <a:cubicBezTo>
                    <a:pt x="0" y="1623"/>
                    <a:pt x="274" y="2238"/>
                    <a:pt x="807" y="2535"/>
                  </a:cubicBezTo>
                  <a:cubicBezTo>
                    <a:pt x="999" y="2636"/>
                    <a:pt x="1210" y="2698"/>
                    <a:pt x="1426" y="2703"/>
                  </a:cubicBezTo>
                  <a:lnTo>
                    <a:pt x="11132" y="2703"/>
                  </a:lnTo>
                  <a:cubicBezTo>
                    <a:pt x="11319" y="2703"/>
                    <a:pt x="11502" y="2660"/>
                    <a:pt x="11670" y="2574"/>
                  </a:cubicBezTo>
                  <a:lnTo>
                    <a:pt x="12855" y="1945"/>
                  </a:lnTo>
                  <a:lnTo>
                    <a:pt x="13455" y="1623"/>
                  </a:lnTo>
                  <a:cubicBezTo>
                    <a:pt x="13676" y="1508"/>
                    <a:pt x="13672" y="1191"/>
                    <a:pt x="13455" y="1076"/>
                  </a:cubicBezTo>
                  <a:lnTo>
                    <a:pt x="12855" y="759"/>
                  </a:lnTo>
                  <a:lnTo>
                    <a:pt x="11670" y="130"/>
                  </a:lnTo>
                  <a:cubicBezTo>
                    <a:pt x="11509" y="48"/>
                    <a:pt x="11336" y="0"/>
                    <a:pt x="11158"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89"/>
            <p:cNvSpPr/>
            <p:nvPr/>
          </p:nvSpPr>
          <p:spPr>
            <a:xfrm>
              <a:off x="3521755" y="3435760"/>
              <a:ext cx="35007" cy="70983"/>
            </a:xfrm>
            <a:custGeom>
              <a:rect b="b" l="l" r="r" t="t"/>
              <a:pathLst>
                <a:path extrusionOk="0" h="2709" w="1336">
                  <a:moveTo>
                    <a:pt x="1335" y="1"/>
                  </a:moveTo>
                  <a:cubicBezTo>
                    <a:pt x="591" y="20"/>
                    <a:pt x="1" y="634"/>
                    <a:pt x="15" y="1379"/>
                  </a:cubicBezTo>
                  <a:cubicBezTo>
                    <a:pt x="34" y="2103"/>
                    <a:pt x="610" y="2684"/>
                    <a:pt x="1335" y="2708"/>
                  </a:cubicBezTo>
                  <a:lnTo>
                    <a:pt x="133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89"/>
            <p:cNvSpPr/>
            <p:nvPr/>
          </p:nvSpPr>
          <p:spPr>
            <a:xfrm>
              <a:off x="3526524" y="3435760"/>
              <a:ext cx="30238" cy="36395"/>
            </a:xfrm>
            <a:custGeom>
              <a:rect b="b" l="l" r="r" t="t"/>
              <a:pathLst>
                <a:path extrusionOk="0" h="1389" w="1154">
                  <a:moveTo>
                    <a:pt x="1153" y="1"/>
                  </a:moveTo>
                  <a:cubicBezTo>
                    <a:pt x="673" y="15"/>
                    <a:pt x="236" y="274"/>
                    <a:pt x="1" y="692"/>
                  </a:cubicBezTo>
                  <a:cubicBezTo>
                    <a:pt x="241" y="1110"/>
                    <a:pt x="673" y="1369"/>
                    <a:pt x="1153" y="1388"/>
                  </a:cubicBezTo>
                  <a:lnTo>
                    <a:pt x="1153"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89"/>
            <p:cNvSpPr/>
            <p:nvPr/>
          </p:nvSpPr>
          <p:spPr>
            <a:xfrm>
              <a:off x="3810428" y="3435760"/>
              <a:ext cx="67314" cy="70983"/>
            </a:xfrm>
            <a:custGeom>
              <a:rect b="b" l="l" r="r" t="t"/>
              <a:pathLst>
                <a:path extrusionOk="0" h="2709" w="2569">
                  <a:moveTo>
                    <a:pt x="10" y="1"/>
                  </a:moveTo>
                  <a:lnTo>
                    <a:pt x="10" y="2684"/>
                  </a:lnTo>
                  <a:lnTo>
                    <a:pt x="0" y="2708"/>
                  </a:lnTo>
                  <a:lnTo>
                    <a:pt x="24" y="2708"/>
                  </a:lnTo>
                  <a:cubicBezTo>
                    <a:pt x="211" y="2708"/>
                    <a:pt x="394" y="2665"/>
                    <a:pt x="562" y="2579"/>
                  </a:cubicBezTo>
                  <a:lnTo>
                    <a:pt x="1747" y="1950"/>
                  </a:lnTo>
                  <a:lnTo>
                    <a:pt x="2347" y="1628"/>
                  </a:lnTo>
                  <a:cubicBezTo>
                    <a:pt x="2568" y="1513"/>
                    <a:pt x="2568" y="1196"/>
                    <a:pt x="2347" y="1081"/>
                  </a:cubicBezTo>
                  <a:lnTo>
                    <a:pt x="1747" y="764"/>
                  </a:lnTo>
                  <a:lnTo>
                    <a:pt x="562" y="135"/>
                  </a:lnTo>
                  <a:cubicBezTo>
                    <a:pt x="394" y="49"/>
                    <a:pt x="211" y="1"/>
                    <a:pt x="2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89"/>
            <p:cNvSpPr/>
            <p:nvPr/>
          </p:nvSpPr>
          <p:spPr>
            <a:xfrm>
              <a:off x="3556735" y="3435891"/>
              <a:ext cx="31705" cy="70852"/>
            </a:xfrm>
            <a:custGeom>
              <a:rect b="b" l="l" r="r" t="t"/>
              <a:pathLst>
                <a:path extrusionOk="0" h="2704" w="1210">
                  <a:moveTo>
                    <a:pt x="0" y="1"/>
                  </a:moveTo>
                  <a:lnTo>
                    <a:pt x="0" y="2703"/>
                  </a:lnTo>
                  <a:lnTo>
                    <a:pt x="1210" y="2703"/>
                  </a:lnTo>
                  <a:lnTo>
                    <a:pt x="121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89"/>
            <p:cNvSpPr/>
            <p:nvPr/>
          </p:nvSpPr>
          <p:spPr>
            <a:xfrm>
              <a:off x="3588414" y="3472129"/>
              <a:ext cx="222145" cy="34718"/>
            </a:xfrm>
            <a:custGeom>
              <a:rect b="b" l="l" r="r" t="t"/>
              <a:pathLst>
                <a:path extrusionOk="0" h="1325" w="8478">
                  <a:moveTo>
                    <a:pt x="1" y="0"/>
                  </a:moveTo>
                  <a:lnTo>
                    <a:pt x="1" y="1325"/>
                  </a:lnTo>
                  <a:lnTo>
                    <a:pt x="8473" y="1325"/>
                  </a:lnTo>
                  <a:lnTo>
                    <a:pt x="8478" y="1296"/>
                  </a:lnTo>
                  <a:lnTo>
                    <a:pt x="84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89"/>
            <p:cNvSpPr/>
            <p:nvPr/>
          </p:nvSpPr>
          <p:spPr>
            <a:xfrm>
              <a:off x="3621377" y="3370621"/>
              <a:ext cx="128811" cy="83403"/>
            </a:xfrm>
            <a:custGeom>
              <a:rect b="b" l="l" r="r" t="t"/>
              <a:pathLst>
                <a:path extrusionOk="0" h="3183" w="4916">
                  <a:moveTo>
                    <a:pt x="610" y="0"/>
                  </a:moveTo>
                  <a:cubicBezTo>
                    <a:pt x="274" y="0"/>
                    <a:pt x="5" y="274"/>
                    <a:pt x="0" y="605"/>
                  </a:cubicBezTo>
                  <a:lnTo>
                    <a:pt x="0" y="2578"/>
                  </a:lnTo>
                  <a:cubicBezTo>
                    <a:pt x="5" y="2914"/>
                    <a:pt x="274" y="3183"/>
                    <a:pt x="610" y="3183"/>
                  </a:cubicBezTo>
                  <a:lnTo>
                    <a:pt x="624" y="3183"/>
                  </a:lnTo>
                  <a:cubicBezTo>
                    <a:pt x="932" y="3183"/>
                    <a:pt x="1191" y="2948"/>
                    <a:pt x="1224" y="2640"/>
                  </a:cubicBezTo>
                  <a:cubicBezTo>
                    <a:pt x="1258" y="2948"/>
                    <a:pt x="1517" y="3183"/>
                    <a:pt x="1824" y="3183"/>
                  </a:cubicBezTo>
                  <a:lnTo>
                    <a:pt x="1848" y="3183"/>
                  </a:lnTo>
                  <a:cubicBezTo>
                    <a:pt x="2151" y="3183"/>
                    <a:pt x="2405" y="2962"/>
                    <a:pt x="2449" y="2669"/>
                  </a:cubicBezTo>
                  <a:cubicBezTo>
                    <a:pt x="2497" y="2962"/>
                    <a:pt x="2751" y="3183"/>
                    <a:pt x="3049" y="3183"/>
                  </a:cubicBezTo>
                  <a:lnTo>
                    <a:pt x="3111" y="3183"/>
                  </a:lnTo>
                  <a:cubicBezTo>
                    <a:pt x="3394" y="3183"/>
                    <a:pt x="3644" y="2981"/>
                    <a:pt x="3701" y="2703"/>
                  </a:cubicBezTo>
                  <a:cubicBezTo>
                    <a:pt x="3764" y="2981"/>
                    <a:pt x="4009" y="3183"/>
                    <a:pt x="4297" y="3183"/>
                  </a:cubicBezTo>
                  <a:lnTo>
                    <a:pt x="4311" y="3183"/>
                  </a:lnTo>
                  <a:cubicBezTo>
                    <a:pt x="4647" y="3183"/>
                    <a:pt x="4916" y="2914"/>
                    <a:pt x="4916" y="2578"/>
                  </a:cubicBezTo>
                  <a:lnTo>
                    <a:pt x="4916" y="605"/>
                  </a:lnTo>
                  <a:cubicBezTo>
                    <a:pt x="4916" y="274"/>
                    <a:pt x="4647" y="0"/>
                    <a:pt x="4311" y="0"/>
                  </a:cubicBezTo>
                  <a:lnTo>
                    <a:pt x="4297" y="0"/>
                  </a:lnTo>
                  <a:cubicBezTo>
                    <a:pt x="4009" y="0"/>
                    <a:pt x="3764" y="202"/>
                    <a:pt x="3701" y="480"/>
                  </a:cubicBezTo>
                  <a:cubicBezTo>
                    <a:pt x="3644" y="202"/>
                    <a:pt x="3394" y="0"/>
                    <a:pt x="3111" y="0"/>
                  </a:cubicBezTo>
                  <a:lnTo>
                    <a:pt x="3049" y="0"/>
                  </a:lnTo>
                  <a:cubicBezTo>
                    <a:pt x="2751" y="0"/>
                    <a:pt x="2497" y="221"/>
                    <a:pt x="2449" y="519"/>
                  </a:cubicBezTo>
                  <a:cubicBezTo>
                    <a:pt x="2405" y="221"/>
                    <a:pt x="2151" y="0"/>
                    <a:pt x="1848" y="0"/>
                  </a:cubicBezTo>
                  <a:lnTo>
                    <a:pt x="1824" y="0"/>
                  </a:lnTo>
                  <a:cubicBezTo>
                    <a:pt x="1517" y="5"/>
                    <a:pt x="1258" y="236"/>
                    <a:pt x="1224" y="543"/>
                  </a:cubicBezTo>
                  <a:cubicBezTo>
                    <a:pt x="1191" y="236"/>
                    <a:pt x="932" y="5"/>
                    <a:pt x="62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89"/>
            <p:cNvSpPr/>
            <p:nvPr/>
          </p:nvSpPr>
          <p:spPr>
            <a:xfrm>
              <a:off x="3674568" y="3390482"/>
              <a:ext cx="107954" cy="152603"/>
            </a:xfrm>
            <a:custGeom>
              <a:rect b="b" l="l" r="r" t="t"/>
              <a:pathLst>
                <a:path extrusionOk="0" h="5824" w="4120">
                  <a:moveTo>
                    <a:pt x="3289" y="1"/>
                  </a:moveTo>
                  <a:cubicBezTo>
                    <a:pt x="3068" y="1"/>
                    <a:pt x="2891" y="178"/>
                    <a:pt x="2891" y="399"/>
                  </a:cubicBezTo>
                  <a:lnTo>
                    <a:pt x="2891" y="1820"/>
                  </a:lnTo>
                  <a:cubicBezTo>
                    <a:pt x="2891" y="1935"/>
                    <a:pt x="2809" y="2031"/>
                    <a:pt x="2699" y="2050"/>
                  </a:cubicBezTo>
                  <a:cubicBezTo>
                    <a:pt x="1139" y="2348"/>
                    <a:pt x="6" y="3707"/>
                    <a:pt x="1" y="5291"/>
                  </a:cubicBezTo>
                  <a:cubicBezTo>
                    <a:pt x="1" y="5583"/>
                    <a:pt x="241" y="5823"/>
                    <a:pt x="534" y="5823"/>
                  </a:cubicBezTo>
                  <a:lnTo>
                    <a:pt x="1830" y="5823"/>
                  </a:lnTo>
                  <a:cubicBezTo>
                    <a:pt x="3092" y="5819"/>
                    <a:pt x="4115" y="4796"/>
                    <a:pt x="4120" y="3534"/>
                  </a:cubicBezTo>
                  <a:lnTo>
                    <a:pt x="4120" y="2530"/>
                  </a:lnTo>
                  <a:cubicBezTo>
                    <a:pt x="4120" y="2526"/>
                    <a:pt x="4120" y="2521"/>
                    <a:pt x="4120" y="2516"/>
                  </a:cubicBezTo>
                  <a:lnTo>
                    <a:pt x="4120" y="826"/>
                  </a:lnTo>
                  <a:cubicBezTo>
                    <a:pt x="4115" y="370"/>
                    <a:pt x="3745" y="1"/>
                    <a:pt x="328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89"/>
            <p:cNvSpPr/>
            <p:nvPr/>
          </p:nvSpPr>
          <p:spPr>
            <a:xfrm>
              <a:off x="3644016" y="3539784"/>
              <a:ext cx="110470" cy="185435"/>
            </a:xfrm>
            <a:custGeom>
              <a:rect b="b" l="l" r="r" t="t"/>
              <a:pathLst>
                <a:path extrusionOk="0" h="7077" w="4216">
                  <a:moveTo>
                    <a:pt x="528" y="1"/>
                  </a:moveTo>
                  <a:cubicBezTo>
                    <a:pt x="236" y="1"/>
                    <a:pt x="0" y="236"/>
                    <a:pt x="0" y="524"/>
                  </a:cubicBezTo>
                  <a:lnTo>
                    <a:pt x="0" y="6548"/>
                  </a:lnTo>
                  <a:cubicBezTo>
                    <a:pt x="0" y="6841"/>
                    <a:pt x="236" y="7071"/>
                    <a:pt x="528" y="7076"/>
                  </a:cubicBezTo>
                  <a:lnTo>
                    <a:pt x="3692" y="7076"/>
                  </a:lnTo>
                  <a:cubicBezTo>
                    <a:pt x="3980" y="7071"/>
                    <a:pt x="4215" y="6841"/>
                    <a:pt x="4215" y="6548"/>
                  </a:cubicBezTo>
                  <a:lnTo>
                    <a:pt x="4215" y="524"/>
                  </a:lnTo>
                  <a:cubicBezTo>
                    <a:pt x="4215" y="236"/>
                    <a:pt x="3980" y="1"/>
                    <a:pt x="36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89"/>
            <p:cNvSpPr/>
            <p:nvPr/>
          </p:nvSpPr>
          <p:spPr>
            <a:xfrm>
              <a:off x="3666524" y="3602041"/>
              <a:ext cx="87962" cy="123047"/>
            </a:xfrm>
            <a:custGeom>
              <a:rect b="b" l="l" r="r" t="t"/>
              <a:pathLst>
                <a:path extrusionOk="0" h="4696" w="3357">
                  <a:moveTo>
                    <a:pt x="524" y="1"/>
                  </a:moveTo>
                  <a:cubicBezTo>
                    <a:pt x="231" y="1"/>
                    <a:pt x="1" y="236"/>
                    <a:pt x="1" y="524"/>
                  </a:cubicBezTo>
                  <a:lnTo>
                    <a:pt x="1" y="4695"/>
                  </a:lnTo>
                  <a:lnTo>
                    <a:pt x="2833" y="4695"/>
                  </a:lnTo>
                  <a:cubicBezTo>
                    <a:pt x="3121" y="4695"/>
                    <a:pt x="3356" y="4465"/>
                    <a:pt x="3356" y="4172"/>
                  </a:cubicBezTo>
                  <a:lnTo>
                    <a:pt x="3356"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89"/>
            <p:cNvSpPr/>
            <p:nvPr/>
          </p:nvSpPr>
          <p:spPr>
            <a:xfrm>
              <a:off x="3619988" y="3521049"/>
              <a:ext cx="163923" cy="57252"/>
            </a:xfrm>
            <a:custGeom>
              <a:rect b="b" l="l" r="r" t="t"/>
              <a:pathLst>
                <a:path extrusionOk="0" h="2185" w="6256">
                  <a:moveTo>
                    <a:pt x="745" y="0"/>
                  </a:moveTo>
                  <a:cubicBezTo>
                    <a:pt x="337" y="0"/>
                    <a:pt x="1" y="336"/>
                    <a:pt x="1" y="749"/>
                  </a:cubicBezTo>
                  <a:lnTo>
                    <a:pt x="1" y="1440"/>
                  </a:lnTo>
                  <a:cubicBezTo>
                    <a:pt x="1" y="1848"/>
                    <a:pt x="337" y="2185"/>
                    <a:pt x="745" y="2185"/>
                  </a:cubicBezTo>
                  <a:lnTo>
                    <a:pt x="5511" y="2185"/>
                  </a:lnTo>
                  <a:cubicBezTo>
                    <a:pt x="5919" y="2185"/>
                    <a:pt x="6255" y="1848"/>
                    <a:pt x="6255" y="1440"/>
                  </a:cubicBezTo>
                  <a:lnTo>
                    <a:pt x="6255" y="749"/>
                  </a:lnTo>
                  <a:cubicBezTo>
                    <a:pt x="6255" y="336"/>
                    <a:pt x="5919" y="0"/>
                    <a:pt x="551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89"/>
            <p:cNvSpPr/>
            <p:nvPr/>
          </p:nvSpPr>
          <p:spPr>
            <a:xfrm>
              <a:off x="3848395" y="3455779"/>
              <a:ext cx="29347" cy="31076"/>
            </a:xfrm>
            <a:custGeom>
              <a:rect b="b" l="l" r="r" t="t"/>
              <a:pathLst>
                <a:path extrusionOk="0" h="1186" w="1120">
                  <a:moveTo>
                    <a:pt x="298" y="0"/>
                  </a:moveTo>
                  <a:cubicBezTo>
                    <a:pt x="1" y="341"/>
                    <a:pt x="1" y="845"/>
                    <a:pt x="298" y="1186"/>
                  </a:cubicBezTo>
                  <a:lnTo>
                    <a:pt x="898" y="864"/>
                  </a:lnTo>
                  <a:cubicBezTo>
                    <a:pt x="1119" y="749"/>
                    <a:pt x="1119" y="432"/>
                    <a:pt x="898" y="317"/>
                  </a:cubicBezTo>
                  <a:lnTo>
                    <a:pt x="29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89"/>
            <p:cNvSpPr/>
            <p:nvPr/>
          </p:nvSpPr>
          <p:spPr>
            <a:xfrm>
              <a:off x="3556735" y="3472129"/>
              <a:ext cx="31705" cy="34614"/>
            </a:xfrm>
            <a:custGeom>
              <a:rect b="b" l="l" r="r" t="t"/>
              <a:pathLst>
                <a:path extrusionOk="0" h="1321" w="1210">
                  <a:moveTo>
                    <a:pt x="0" y="0"/>
                  </a:moveTo>
                  <a:lnTo>
                    <a:pt x="0" y="1320"/>
                  </a:lnTo>
                  <a:lnTo>
                    <a:pt x="1210" y="1320"/>
                  </a:lnTo>
                  <a:lnTo>
                    <a:pt x="12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89"/>
            <p:cNvSpPr/>
            <p:nvPr/>
          </p:nvSpPr>
          <p:spPr>
            <a:xfrm>
              <a:off x="3827774" y="3507974"/>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89"/>
            <p:cNvSpPr/>
            <p:nvPr/>
          </p:nvSpPr>
          <p:spPr>
            <a:xfrm>
              <a:off x="3827774" y="3507974"/>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89"/>
            <p:cNvSpPr/>
            <p:nvPr/>
          </p:nvSpPr>
          <p:spPr>
            <a:xfrm>
              <a:off x="3516462" y="3365328"/>
              <a:ext cx="367569" cy="304106"/>
            </a:xfrm>
            <a:custGeom>
              <a:rect b="b" l="l" r="r" t="t"/>
              <a:pathLst>
                <a:path extrusionOk="0" h="11606" w="14028">
                  <a:moveTo>
                    <a:pt x="8315" y="414"/>
                  </a:moveTo>
                  <a:cubicBezTo>
                    <a:pt x="8536" y="414"/>
                    <a:pt x="8713" y="591"/>
                    <a:pt x="8713" y="812"/>
                  </a:cubicBezTo>
                  <a:lnTo>
                    <a:pt x="8713" y="2809"/>
                  </a:lnTo>
                  <a:cubicBezTo>
                    <a:pt x="8584" y="2828"/>
                    <a:pt x="8459" y="2857"/>
                    <a:pt x="8334" y="2895"/>
                  </a:cubicBezTo>
                  <a:cubicBezTo>
                    <a:pt x="8214" y="2934"/>
                    <a:pt x="8094" y="2977"/>
                    <a:pt x="7979" y="3025"/>
                  </a:cubicBezTo>
                  <a:cubicBezTo>
                    <a:pt x="7854" y="2852"/>
                    <a:pt x="7921" y="2684"/>
                    <a:pt x="7902" y="2482"/>
                  </a:cubicBezTo>
                  <a:lnTo>
                    <a:pt x="7902" y="2482"/>
                  </a:lnTo>
                  <a:lnTo>
                    <a:pt x="7897" y="2487"/>
                  </a:lnTo>
                  <a:lnTo>
                    <a:pt x="7897" y="812"/>
                  </a:lnTo>
                  <a:cubicBezTo>
                    <a:pt x="7897" y="591"/>
                    <a:pt x="8075" y="414"/>
                    <a:pt x="8296" y="414"/>
                  </a:cubicBezTo>
                  <a:close/>
                  <a:moveTo>
                    <a:pt x="5857" y="414"/>
                  </a:moveTo>
                  <a:cubicBezTo>
                    <a:pt x="6078" y="414"/>
                    <a:pt x="6256" y="591"/>
                    <a:pt x="6256" y="812"/>
                  </a:cubicBezTo>
                  <a:lnTo>
                    <a:pt x="6256" y="2780"/>
                  </a:lnTo>
                  <a:cubicBezTo>
                    <a:pt x="6256" y="3044"/>
                    <a:pt x="6048" y="3180"/>
                    <a:pt x="5842" y="3180"/>
                  </a:cubicBezTo>
                  <a:cubicBezTo>
                    <a:pt x="5640" y="3180"/>
                    <a:pt x="5440" y="3049"/>
                    <a:pt x="5440" y="2780"/>
                  </a:cubicBezTo>
                  <a:cubicBezTo>
                    <a:pt x="5444" y="2334"/>
                    <a:pt x="5444" y="1215"/>
                    <a:pt x="5444" y="807"/>
                  </a:cubicBezTo>
                  <a:lnTo>
                    <a:pt x="5444" y="807"/>
                  </a:lnTo>
                  <a:lnTo>
                    <a:pt x="5440" y="812"/>
                  </a:lnTo>
                  <a:cubicBezTo>
                    <a:pt x="5440" y="591"/>
                    <a:pt x="5622" y="414"/>
                    <a:pt x="5843" y="414"/>
                  </a:cubicBezTo>
                  <a:close/>
                  <a:moveTo>
                    <a:pt x="4624" y="414"/>
                  </a:moveTo>
                  <a:cubicBezTo>
                    <a:pt x="4844" y="414"/>
                    <a:pt x="5022" y="591"/>
                    <a:pt x="5027" y="812"/>
                  </a:cubicBezTo>
                  <a:lnTo>
                    <a:pt x="5027" y="2487"/>
                  </a:lnTo>
                  <a:cubicBezTo>
                    <a:pt x="5027" y="2799"/>
                    <a:pt x="5032" y="2823"/>
                    <a:pt x="5008" y="2900"/>
                  </a:cubicBezTo>
                  <a:cubicBezTo>
                    <a:pt x="4955" y="3068"/>
                    <a:pt x="4801" y="3183"/>
                    <a:pt x="4624" y="3183"/>
                  </a:cubicBezTo>
                  <a:cubicBezTo>
                    <a:pt x="4624" y="3183"/>
                    <a:pt x="4621" y="3183"/>
                    <a:pt x="4617" y="3183"/>
                  </a:cubicBezTo>
                  <a:cubicBezTo>
                    <a:pt x="4572" y="3183"/>
                    <a:pt x="4313" y="3171"/>
                    <a:pt x="4230" y="2900"/>
                  </a:cubicBezTo>
                  <a:cubicBezTo>
                    <a:pt x="4196" y="2794"/>
                    <a:pt x="4220" y="2722"/>
                    <a:pt x="4211" y="2482"/>
                  </a:cubicBezTo>
                  <a:lnTo>
                    <a:pt x="4211" y="2482"/>
                  </a:lnTo>
                  <a:lnTo>
                    <a:pt x="4211" y="812"/>
                  </a:lnTo>
                  <a:cubicBezTo>
                    <a:pt x="4211" y="591"/>
                    <a:pt x="4388" y="414"/>
                    <a:pt x="4609" y="414"/>
                  </a:cubicBezTo>
                  <a:close/>
                  <a:moveTo>
                    <a:pt x="7086" y="414"/>
                  </a:moveTo>
                  <a:cubicBezTo>
                    <a:pt x="7307" y="414"/>
                    <a:pt x="7485" y="591"/>
                    <a:pt x="7485" y="812"/>
                  </a:cubicBezTo>
                  <a:lnTo>
                    <a:pt x="7485" y="2487"/>
                  </a:lnTo>
                  <a:cubicBezTo>
                    <a:pt x="7485" y="2775"/>
                    <a:pt x="7494" y="2818"/>
                    <a:pt x="7465" y="2900"/>
                  </a:cubicBezTo>
                  <a:cubicBezTo>
                    <a:pt x="7417" y="3068"/>
                    <a:pt x="7259" y="3183"/>
                    <a:pt x="7086" y="3183"/>
                  </a:cubicBezTo>
                  <a:cubicBezTo>
                    <a:pt x="7086" y="3183"/>
                    <a:pt x="7084" y="3183"/>
                    <a:pt x="7079" y="3183"/>
                  </a:cubicBezTo>
                  <a:cubicBezTo>
                    <a:pt x="7034" y="3183"/>
                    <a:pt x="6771" y="3171"/>
                    <a:pt x="6688" y="2900"/>
                  </a:cubicBezTo>
                  <a:cubicBezTo>
                    <a:pt x="6664" y="2818"/>
                    <a:pt x="6673" y="2770"/>
                    <a:pt x="6673" y="2482"/>
                  </a:cubicBezTo>
                  <a:lnTo>
                    <a:pt x="6673" y="2482"/>
                  </a:lnTo>
                  <a:lnTo>
                    <a:pt x="6669" y="2487"/>
                  </a:lnTo>
                  <a:lnTo>
                    <a:pt x="6669" y="812"/>
                  </a:lnTo>
                  <a:cubicBezTo>
                    <a:pt x="6669" y="591"/>
                    <a:pt x="6851" y="414"/>
                    <a:pt x="7072" y="414"/>
                  </a:cubicBezTo>
                  <a:close/>
                  <a:moveTo>
                    <a:pt x="3803" y="2900"/>
                  </a:moveTo>
                  <a:cubicBezTo>
                    <a:pt x="3864" y="3334"/>
                    <a:pt x="4240" y="3597"/>
                    <a:pt x="4624" y="3597"/>
                  </a:cubicBezTo>
                  <a:cubicBezTo>
                    <a:pt x="4844" y="3597"/>
                    <a:pt x="5066" y="3511"/>
                    <a:pt x="5233" y="3322"/>
                  </a:cubicBezTo>
                  <a:cubicBezTo>
                    <a:pt x="5396" y="3505"/>
                    <a:pt x="5621" y="3596"/>
                    <a:pt x="5846" y="3596"/>
                  </a:cubicBezTo>
                  <a:cubicBezTo>
                    <a:pt x="6071" y="3596"/>
                    <a:pt x="6296" y="3505"/>
                    <a:pt x="6462" y="3322"/>
                  </a:cubicBezTo>
                  <a:cubicBezTo>
                    <a:pt x="6611" y="3490"/>
                    <a:pt x="6827" y="3591"/>
                    <a:pt x="7053" y="3596"/>
                  </a:cubicBezTo>
                  <a:cubicBezTo>
                    <a:pt x="6952" y="3682"/>
                    <a:pt x="6856" y="3774"/>
                    <a:pt x="6765" y="3870"/>
                  </a:cubicBezTo>
                  <a:lnTo>
                    <a:pt x="2948" y="3870"/>
                  </a:lnTo>
                  <a:lnTo>
                    <a:pt x="2948" y="2900"/>
                  </a:lnTo>
                  <a:close/>
                  <a:moveTo>
                    <a:pt x="11013" y="2900"/>
                  </a:moveTo>
                  <a:lnTo>
                    <a:pt x="11013" y="3874"/>
                  </a:lnTo>
                  <a:lnTo>
                    <a:pt x="10355" y="3874"/>
                  </a:lnTo>
                  <a:lnTo>
                    <a:pt x="10355" y="2900"/>
                  </a:lnTo>
                  <a:close/>
                  <a:moveTo>
                    <a:pt x="13029" y="3721"/>
                  </a:moveTo>
                  <a:lnTo>
                    <a:pt x="13466" y="3956"/>
                  </a:lnTo>
                  <a:cubicBezTo>
                    <a:pt x="13538" y="3990"/>
                    <a:pt x="13538" y="4095"/>
                    <a:pt x="13470" y="4134"/>
                  </a:cubicBezTo>
                  <a:lnTo>
                    <a:pt x="13466" y="4139"/>
                  </a:lnTo>
                  <a:lnTo>
                    <a:pt x="13029" y="4369"/>
                  </a:lnTo>
                  <a:cubicBezTo>
                    <a:pt x="12918" y="4167"/>
                    <a:pt x="12918" y="3923"/>
                    <a:pt x="13029" y="3721"/>
                  </a:cubicBezTo>
                  <a:close/>
                  <a:moveTo>
                    <a:pt x="6433" y="4287"/>
                  </a:moveTo>
                  <a:cubicBezTo>
                    <a:pt x="6352" y="4407"/>
                    <a:pt x="6280" y="4532"/>
                    <a:pt x="6217" y="4662"/>
                  </a:cubicBezTo>
                  <a:lnTo>
                    <a:pt x="6208" y="4667"/>
                  </a:lnTo>
                  <a:cubicBezTo>
                    <a:pt x="6150" y="4777"/>
                    <a:pt x="6097" y="4892"/>
                    <a:pt x="6054" y="5012"/>
                  </a:cubicBezTo>
                  <a:cubicBezTo>
                    <a:pt x="6030" y="5070"/>
                    <a:pt x="6011" y="5132"/>
                    <a:pt x="5992" y="5190"/>
                  </a:cubicBezTo>
                  <a:lnTo>
                    <a:pt x="2953" y="5190"/>
                  </a:lnTo>
                  <a:lnTo>
                    <a:pt x="2953" y="4287"/>
                  </a:lnTo>
                  <a:close/>
                  <a:moveTo>
                    <a:pt x="2535" y="2900"/>
                  </a:moveTo>
                  <a:lnTo>
                    <a:pt x="2535" y="5195"/>
                  </a:lnTo>
                  <a:lnTo>
                    <a:pt x="1739" y="5195"/>
                  </a:lnTo>
                  <a:lnTo>
                    <a:pt x="1739" y="2900"/>
                  </a:lnTo>
                  <a:close/>
                  <a:moveTo>
                    <a:pt x="11013" y="4287"/>
                  </a:moveTo>
                  <a:lnTo>
                    <a:pt x="11013" y="5195"/>
                  </a:lnTo>
                  <a:lnTo>
                    <a:pt x="10240" y="5195"/>
                  </a:lnTo>
                  <a:cubicBezTo>
                    <a:pt x="10331" y="4897"/>
                    <a:pt x="10370" y="4595"/>
                    <a:pt x="10355" y="4287"/>
                  </a:cubicBezTo>
                  <a:close/>
                  <a:moveTo>
                    <a:pt x="9335" y="1172"/>
                  </a:moveTo>
                  <a:cubicBezTo>
                    <a:pt x="9388" y="1172"/>
                    <a:pt x="9444" y="1184"/>
                    <a:pt x="9496" y="1201"/>
                  </a:cubicBezTo>
                  <a:cubicBezTo>
                    <a:pt x="9693" y="1263"/>
                    <a:pt x="9846" y="1412"/>
                    <a:pt x="9904" y="1609"/>
                  </a:cubicBezTo>
                  <a:cubicBezTo>
                    <a:pt x="9952" y="1762"/>
                    <a:pt x="9928" y="1906"/>
                    <a:pt x="9933" y="2084"/>
                  </a:cubicBezTo>
                  <a:cubicBezTo>
                    <a:pt x="9937" y="4494"/>
                    <a:pt x="9995" y="4657"/>
                    <a:pt x="9827" y="5142"/>
                  </a:cubicBezTo>
                  <a:lnTo>
                    <a:pt x="9822" y="5147"/>
                  </a:lnTo>
                  <a:cubicBezTo>
                    <a:pt x="9745" y="5358"/>
                    <a:pt x="9635" y="5559"/>
                    <a:pt x="9501" y="5742"/>
                  </a:cubicBezTo>
                  <a:lnTo>
                    <a:pt x="6284" y="5742"/>
                  </a:lnTo>
                  <a:cubicBezTo>
                    <a:pt x="6400" y="5031"/>
                    <a:pt x="6808" y="4331"/>
                    <a:pt x="7317" y="3918"/>
                  </a:cubicBezTo>
                  <a:cubicBezTo>
                    <a:pt x="7662" y="3615"/>
                    <a:pt x="8075" y="3399"/>
                    <a:pt x="8517" y="3274"/>
                  </a:cubicBezTo>
                  <a:cubicBezTo>
                    <a:pt x="8905" y="3169"/>
                    <a:pt x="8953" y="3226"/>
                    <a:pt x="9054" y="3140"/>
                  </a:cubicBezTo>
                  <a:cubicBezTo>
                    <a:pt x="9078" y="3121"/>
                    <a:pt x="9093" y="3092"/>
                    <a:pt x="9107" y="3063"/>
                  </a:cubicBezTo>
                  <a:cubicBezTo>
                    <a:pt x="9121" y="3010"/>
                    <a:pt x="9126" y="2958"/>
                    <a:pt x="9121" y="2905"/>
                  </a:cubicBezTo>
                  <a:lnTo>
                    <a:pt x="9121" y="1364"/>
                  </a:lnTo>
                  <a:cubicBezTo>
                    <a:pt x="9121" y="1321"/>
                    <a:pt x="9131" y="1282"/>
                    <a:pt x="9155" y="1254"/>
                  </a:cubicBezTo>
                  <a:cubicBezTo>
                    <a:pt x="9199" y="1193"/>
                    <a:pt x="9264" y="1172"/>
                    <a:pt x="9335" y="1172"/>
                  </a:cubicBezTo>
                  <a:close/>
                  <a:moveTo>
                    <a:pt x="5886" y="5607"/>
                  </a:moveTo>
                  <a:cubicBezTo>
                    <a:pt x="5881" y="5651"/>
                    <a:pt x="5876" y="5689"/>
                    <a:pt x="5867" y="5737"/>
                  </a:cubicBezTo>
                  <a:lnTo>
                    <a:pt x="5862" y="5742"/>
                  </a:lnTo>
                  <a:lnTo>
                    <a:pt x="4696" y="5742"/>
                  </a:lnTo>
                  <a:cubicBezTo>
                    <a:pt x="4624" y="5742"/>
                    <a:pt x="4556" y="5747"/>
                    <a:pt x="4489" y="5761"/>
                  </a:cubicBezTo>
                  <a:cubicBezTo>
                    <a:pt x="4460" y="5713"/>
                    <a:pt x="4427" y="5660"/>
                    <a:pt x="4403" y="5607"/>
                  </a:cubicBezTo>
                  <a:close/>
                  <a:moveTo>
                    <a:pt x="4609" y="1"/>
                  </a:moveTo>
                  <a:cubicBezTo>
                    <a:pt x="4163" y="1"/>
                    <a:pt x="3798" y="366"/>
                    <a:pt x="3798" y="812"/>
                  </a:cubicBezTo>
                  <a:lnTo>
                    <a:pt x="3798" y="2487"/>
                  </a:lnTo>
                  <a:lnTo>
                    <a:pt x="1571" y="2487"/>
                  </a:lnTo>
                  <a:cubicBezTo>
                    <a:pt x="1566" y="2487"/>
                    <a:pt x="1562" y="2487"/>
                    <a:pt x="1557" y="2487"/>
                  </a:cubicBezTo>
                  <a:cubicBezTo>
                    <a:pt x="1015" y="2487"/>
                    <a:pt x="512" y="2774"/>
                    <a:pt x="231" y="3236"/>
                  </a:cubicBezTo>
                  <a:cubicBezTo>
                    <a:pt x="138" y="3400"/>
                    <a:pt x="277" y="3549"/>
                    <a:pt x="418" y="3549"/>
                  </a:cubicBezTo>
                  <a:cubicBezTo>
                    <a:pt x="480" y="3549"/>
                    <a:pt x="543" y="3521"/>
                    <a:pt x="587" y="3452"/>
                  </a:cubicBezTo>
                  <a:cubicBezTo>
                    <a:pt x="750" y="3178"/>
                    <a:pt x="1019" y="2991"/>
                    <a:pt x="1326" y="2924"/>
                  </a:cubicBezTo>
                  <a:lnTo>
                    <a:pt x="1326" y="5166"/>
                  </a:lnTo>
                  <a:cubicBezTo>
                    <a:pt x="827" y="5055"/>
                    <a:pt x="462" y="4633"/>
                    <a:pt x="423" y="4124"/>
                  </a:cubicBezTo>
                  <a:cubicBezTo>
                    <a:pt x="414" y="3992"/>
                    <a:pt x="316" y="3929"/>
                    <a:pt x="217" y="3929"/>
                  </a:cubicBezTo>
                  <a:cubicBezTo>
                    <a:pt x="109" y="3929"/>
                    <a:pt x="0" y="4005"/>
                    <a:pt x="11" y="4148"/>
                  </a:cubicBezTo>
                  <a:cubicBezTo>
                    <a:pt x="68" y="4940"/>
                    <a:pt x="707" y="5564"/>
                    <a:pt x="1503" y="5607"/>
                  </a:cubicBezTo>
                  <a:lnTo>
                    <a:pt x="3947" y="5607"/>
                  </a:lnTo>
                  <a:cubicBezTo>
                    <a:pt x="3995" y="5723"/>
                    <a:pt x="4048" y="5833"/>
                    <a:pt x="4115" y="5939"/>
                  </a:cubicBezTo>
                  <a:cubicBezTo>
                    <a:pt x="3880" y="6116"/>
                    <a:pt x="3740" y="6395"/>
                    <a:pt x="3740" y="6692"/>
                  </a:cubicBezTo>
                  <a:lnTo>
                    <a:pt x="3740" y="7383"/>
                  </a:lnTo>
                  <a:cubicBezTo>
                    <a:pt x="3740" y="7892"/>
                    <a:pt x="4148" y="8315"/>
                    <a:pt x="4657" y="8334"/>
                  </a:cubicBezTo>
                  <a:lnTo>
                    <a:pt x="4657" y="11396"/>
                  </a:lnTo>
                  <a:cubicBezTo>
                    <a:pt x="4657" y="11536"/>
                    <a:pt x="4762" y="11605"/>
                    <a:pt x="4866" y="11605"/>
                  </a:cubicBezTo>
                  <a:cubicBezTo>
                    <a:pt x="4970" y="11605"/>
                    <a:pt x="5075" y="11536"/>
                    <a:pt x="5075" y="11396"/>
                  </a:cubicBezTo>
                  <a:lnTo>
                    <a:pt x="5075" y="8334"/>
                  </a:lnTo>
                  <a:lnTo>
                    <a:pt x="6568" y="8334"/>
                  </a:lnTo>
                  <a:cubicBezTo>
                    <a:pt x="6841" y="8334"/>
                    <a:pt x="6841" y="7921"/>
                    <a:pt x="6568" y="7921"/>
                  </a:cubicBezTo>
                  <a:lnTo>
                    <a:pt x="4657" y="7921"/>
                  </a:lnTo>
                  <a:cubicBezTo>
                    <a:pt x="4374" y="7902"/>
                    <a:pt x="4153" y="7667"/>
                    <a:pt x="4158" y="7379"/>
                  </a:cubicBezTo>
                  <a:lnTo>
                    <a:pt x="4158" y="6687"/>
                  </a:lnTo>
                  <a:cubicBezTo>
                    <a:pt x="4158" y="6390"/>
                    <a:pt x="4398" y="6150"/>
                    <a:pt x="4696" y="6150"/>
                  </a:cubicBezTo>
                  <a:lnTo>
                    <a:pt x="9457" y="6150"/>
                  </a:lnTo>
                  <a:cubicBezTo>
                    <a:pt x="9529" y="6150"/>
                    <a:pt x="9597" y="6164"/>
                    <a:pt x="9664" y="6188"/>
                  </a:cubicBezTo>
                  <a:lnTo>
                    <a:pt x="9683" y="6198"/>
                  </a:lnTo>
                  <a:cubicBezTo>
                    <a:pt x="9875" y="6284"/>
                    <a:pt x="9995" y="6476"/>
                    <a:pt x="9995" y="6687"/>
                  </a:cubicBezTo>
                  <a:lnTo>
                    <a:pt x="9995" y="7379"/>
                  </a:lnTo>
                  <a:cubicBezTo>
                    <a:pt x="9995" y="7676"/>
                    <a:pt x="9755" y="7921"/>
                    <a:pt x="9457" y="7921"/>
                  </a:cubicBezTo>
                  <a:lnTo>
                    <a:pt x="7393" y="7921"/>
                  </a:lnTo>
                  <a:cubicBezTo>
                    <a:pt x="7120" y="7921"/>
                    <a:pt x="7120" y="8334"/>
                    <a:pt x="7393" y="8334"/>
                  </a:cubicBezTo>
                  <a:lnTo>
                    <a:pt x="8872" y="8334"/>
                  </a:lnTo>
                  <a:lnTo>
                    <a:pt x="8872" y="8924"/>
                  </a:lnTo>
                  <a:cubicBezTo>
                    <a:pt x="8872" y="9061"/>
                    <a:pt x="8976" y="9130"/>
                    <a:pt x="9081" y="9130"/>
                  </a:cubicBezTo>
                  <a:cubicBezTo>
                    <a:pt x="9185" y="9130"/>
                    <a:pt x="9289" y="9061"/>
                    <a:pt x="9289" y="8924"/>
                  </a:cubicBezTo>
                  <a:lnTo>
                    <a:pt x="9289" y="8334"/>
                  </a:lnTo>
                  <a:lnTo>
                    <a:pt x="9457" y="8334"/>
                  </a:lnTo>
                  <a:cubicBezTo>
                    <a:pt x="9981" y="8334"/>
                    <a:pt x="10408" y="7907"/>
                    <a:pt x="10408" y="7379"/>
                  </a:cubicBezTo>
                  <a:lnTo>
                    <a:pt x="10408" y="6687"/>
                  </a:lnTo>
                  <a:cubicBezTo>
                    <a:pt x="10408" y="6351"/>
                    <a:pt x="10230" y="6039"/>
                    <a:pt x="9942" y="5871"/>
                  </a:cubicBezTo>
                  <a:lnTo>
                    <a:pt x="9942" y="5867"/>
                  </a:lnTo>
                  <a:lnTo>
                    <a:pt x="9947" y="5819"/>
                  </a:lnTo>
                  <a:cubicBezTo>
                    <a:pt x="9990" y="5751"/>
                    <a:pt x="10033" y="5679"/>
                    <a:pt x="10072" y="5603"/>
                  </a:cubicBezTo>
                  <a:lnTo>
                    <a:pt x="11238" y="5603"/>
                  </a:lnTo>
                  <a:cubicBezTo>
                    <a:pt x="11459" y="5603"/>
                    <a:pt x="11675" y="5550"/>
                    <a:pt x="11872" y="5449"/>
                  </a:cubicBezTo>
                  <a:lnTo>
                    <a:pt x="13653" y="4503"/>
                  </a:lnTo>
                  <a:cubicBezTo>
                    <a:pt x="13965" y="4340"/>
                    <a:pt x="14027" y="3918"/>
                    <a:pt x="13778" y="3673"/>
                  </a:cubicBezTo>
                  <a:cubicBezTo>
                    <a:pt x="13686" y="3586"/>
                    <a:pt x="13653" y="3591"/>
                    <a:pt x="13062" y="3270"/>
                  </a:cubicBezTo>
                  <a:lnTo>
                    <a:pt x="12683" y="3073"/>
                  </a:lnTo>
                  <a:cubicBezTo>
                    <a:pt x="12647" y="3054"/>
                    <a:pt x="12612" y="3045"/>
                    <a:pt x="12580" y="3045"/>
                  </a:cubicBezTo>
                  <a:cubicBezTo>
                    <a:pt x="12391" y="3045"/>
                    <a:pt x="12282" y="3327"/>
                    <a:pt x="12491" y="3438"/>
                  </a:cubicBezTo>
                  <a:lnTo>
                    <a:pt x="12664" y="3529"/>
                  </a:lnTo>
                  <a:cubicBezTo>
                    <a:pt x="12491" y="3850"/>
                    <a:pt x="12491" y="4239"/>
                    <a:pt x="12664" y="4566"/>
                  </a:cubicBezTo>
                  <a:lnTo>
                    <a:pt x="11680" y="5084"/>
                  </a:lnTo>
                  <a:cubicBezTo>
                    <a:pt x="11603" y="5127"/>
                    <a:pt x="11517" y="5156"/>
                    <a:pt x="11430" y="5175"/>
                  </a:cubicBezTo>
                  <a:lnTo>
                    <a:pt x="11430" y="2919"/>
                  </a:lnTo>
                  <a:cubicBezTo>
                    <a:pt x="11546" y="2943"/>
                    <a:pt x="11656" y="2991"/>
                    <a:pt x="11757" y="3049"/>
                  </a:cubicBezTo>
                  <a:cubicBezTo>
                    <a:pt x="11793" y="3068"/>
                    <a:pt x="11828" y="3076"/>
                    <a:pt x="11860" y="3076"/>
                  </a:cubicBezTo>
                  <a:cubicBezTo>
                    <a:pt x="12049" y="3076"/>
                    <a:pt x="12158" y="2795"/>
                    <a:pt x="11954" y="2684"/>
                  </a:cubicBezTo>
                  <a:lnTo>
                    <a:pt x="11872" y="2641"/>
                  </a:lnTo>
                  <a:cubicBezTo>
                    <a:pt x="11680" y="2540"/>
                    <a:pt x="11464" y="2487"/>
                    <a:pt x="11243" y="2487"/>
                  </a:cubicBezTo>
                  <a:lnTo>
                    <a:pt x="10355" y="2487"/>
                  </a:lnTo>
                  <a:lnTo>
                    <a:pt x="10355" y="1791"/>
                  </a:lnTo>
                  <a:cubicBezTo>
                    <a:pt x="10355" y="1364"/>
                    <a:pt x="10091" y="985"/>
                    <a:pt x="9697" y="826"/>
                  </a:cubicBezTo>
                  <a:cubicBezTo>
                    <a:pt x="9593" y="786"/>
                    <a:pt x="9458" y="756"/>
                    <a:pt x="9330" y="756"/>
                  </a:cubicBezTo>
                  <a:cubicBezTo>
                    <a:pt x="9258" y="756"/>
                    <a:pt x="9188" y="766"/>
                    <a:pt x="9126" y="788"/>
                  </a:cubicBezTo>
                  <a:cubicBezTo>
                    <a:pt x="9112" y="346"/>
                    <a:pt x="8752" y="1"/>
                    <a:pt x="8315" y="1"/>
                  </a:cubicBezTo>
                  <a:lnTo>
                    <a:pt x="8301" y="1"/>
                  </a:lnTo>
                  <a:cubicBezTo>
                    <a:pt x="8065" y="1"/>
                    <a:pt x="7845" y="97"/>
                    <a:pt x="7691" y="270"/>
                  </a:cubicBezTo>
                  <a:cubicBezTo>
                    <a:pt x="7537" y="97"/>
                    <a:pt x="7317" y="1"/>
                    <a:pt x="7086" y="1"/>
                  </a:cubicBezTo>
                  <a:lnTo>
                    <a:pt x="7072" y="1"/>
                  </a:lnTo>
                  <a:cubicBezTo>
                    <a:pt x="6837" y="1"/>
                    <a:pt x="6616" y="97"/>
                    <a:pt x="6462" y="270"/>
                  </a:cubicBezTo>
                  <a:cubicBezTo>
                    <a:pt x="6308" y="97"/>
                    <a:pt x="6088" y="1"/>
                    <a:pt x="5857" y="1"/>
                  </a:cubicBezTo>
                  <a:lnTo>
                    <a:pt x="5843" y="1"/>
                  </a:lnTo>
                  <a:cubicBezTo>
                    <a:pt x="5608" y="1"/>
                    <a:pt x="5387" y="97"/>
                    <a:pt x="5233" y="274"/>
                  </a:cubicBezTo>
                  <a:cubicBezTo>
                    <a:pt x="5080" y="97"/>
                    <a:pt x="4859" y="1"/>
                    <a:pt x="46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89"/>
            <p:cNvSpPr/>
            <p:nvPr/>
          </p:nvSpPr>
          <p:spPr>
            <a:xfrm>
              <a:off x="3827643" y="350807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89"/>
            <p:cNvSpPr/>
            <p:nvPr/>
          </p:nvSpPr>
          <p:spPr>
            <a:xfrm>
              <a:off x="3638618" y="3615378"/>
              <a:ext cx="121396" cy="115239"/>
            </a:xfrm>
            <a:custGeom>
              <a:rect b="b" l="l" r="r" t="t"/>
              <a:pathLst>
                <a:path extrusionOk="0" h="4398" w="4633">
                  <a:moveTo>
                    <a:pt x="4421" y="1"/>
                  </a:moveTo>
                  <a:cubicBezTo>
                    <a:pt x="4306" y="1"/>
                    <a:pt x="4215" y="97"/>
                    <a:pt x="4215" y="207"/>
                  </a:cubicBezTo>
                  <a:lnTo>
                    <a:pt x="4215" y="3663"/>
                  </a:lnTo>
                  <a:cubicBezTo>
                    <a:pt x="4215" y="3841"/>
                    <a:pt x="4071" y="3980"/>
                    <a:pt x="3898" y="3980"/>
                  </a:cubicBezTo>
                  <a:lnTo>
                    <a:pt x="734" y="3980"/>
                  </a:lnTo>
                  <a:cubicBezTo>
                    <a:pt x="557" y="3980"/>
                    <a:pt x="413" y="3841"/>
                    <a:pt x="413" y="3663"/>
                  </a:cubicBezTo>
                  <a:lnTo>
                    <a:pt x="413" y="2684"/>
                  </a:lnTo>
                  <a:cubicBezTo>
                    <a:pt x="413" y="2547"/>
                    <a:pt x="310" y="2479"/>
                    <a:pt x="206" y="2479"/>
                  </a:cubicBezTo>
                  <a:cubicBezTo>
                    <a:pt x="103" y="2479"/>
                    <a:pt x="0" y="2547"/>
                    <a:pt x="0" y="2684"/>
                  </a:cubicBezTo>
                  <a:lnTo>
                    <a:pt x="0" y="3663"/>
                  </a:lnTo>
                  <a:cubicBezTo>
                    <a:pt x="0" y="4071"/>
                    <a:pt x="326" y="4398"/>
                    <a:pt x="734" y="4398"/>
                  </a:cubicBezTo>
                  <a:lnTo>
                    <a:pt x="3898" y="4398"/>
                  </a:lnTo>
                  <a:cubicBezTo>
                    <a:pt x="4301" y="4398"/>
                    <a:pt x="4632" y="4071"/>
                    <a:pt x="4632" y="3663"/>
                  </a:cubicBezTo>
                  <a:lnTo>
                    <a:pt x="4632" y="212"/>
                  </a:lnTo>
                  <a:cubicBezTo>
                    <a:pt x="4632" y="97"/>
                    <a:pt x="4536" y="1"/>
                    <a:pt x="44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5" name="Google Shape;18835;p89"/>
          <p:cNvGrpSpPr/>
          <p:nvPr/>
        </p:nvGrpSpPr>
        <p:grpSpPr>
          <a:xfrm>
            <a:off x="2758162" y="1965433"/>
            <a:ext cx="112330" cy="366285"/>
            <a:chOff x="2758162" y="1965433"/>
            <a:chExt cx="112330" cy="366285"/>
          </a:xfrm>
        </p:grpSpPr>
        <p:sp>
          <p:nvSpPr>
            <p:cNvPr id="18836" name="Google Shape;18836;p89"/>
            <p:cNvSpPr/>
            <p:nvPr/>
          </p:nvSpPr>
          <p:spPr>
            <a:xfrm>
              <a:off x="2781429" y="1970831"/>
              <a:ext cx="65925" cy="67445"/>
            </a:xfrm>
            <a:custGeom>
              <a:rect b="b" l="l" r="r" t="t"/>
              <a:pathLst>
                <a:path extrusionOk="0" h="2574" w="2516">
                  <a:moveTo>
                    <a:pt x="523" y="1"/>
                  </a:moveTo>
                  <a:cubicBezTo>
                    <a:pt x="235" y="5"/>
                    <a:pt x="0" y="236"/>
                    <a:pt x="0" y="529"/>
                  </a:cubicBezTo>
                  <a:lnTo>
                    <a:pt x="0" y="2050"/>
                  </a:lnTo>
                  <a:cubicBezTo>
                    <a:pt x="0" y="2338"/>
                    <a:pt x="235" y="2574"/>
                    <a:pt x="523" y="2574"/>
                  </a:cubicBezTo>
                  <a:lnTo>
                    <a:pt x="1988" y="2574"/>
                  </a:lnTo>
                  <a:cubicBezTo>
                    <a:pt x="2280" y="2574"/>
                    <a:pt x="2511" y="2338"/>
                    <a:pt x="2516" y="2050"/>
                  </a:cubicBezTo>
                  <a:lnTo>
                    <a:pt x="2516" y="529"/>
                  </a:lnTo>
                  <a:cubicBezTo>
                    <a:pt x="2511" y="236"/>
                    <a:pt x="2280" y="5"/>
                    <a:pt x="1988"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89"/>
            <p:cNvSpPr/>
            <p:nvPr/>
          </p:nvSpPr>
          <p:spPr>
            <a:xfrm>
              <a:off x="2773123" y="2018624"/>
              <a:ext cx="82538" cy="53610"/>
            </a:xfrm>
            <a:custGeom>
              <a:rect b="b" l="l" r="r" t="t"/>
              <a:pathLst>
                <a:path extrusionOk="0" h="2046" w="3150">
                  <a:moveTo>
                    <a:pt x="524" y="1"/>
                  </a:moveTo>
                  <a:cubicBezTo>
                    <a:pt x="236" y="1"/>
                    <a:pt x="0" y="236"/>
                    <a:pt x="0" y="524"/>
                  </a:cubicBezTo>
                  <a:lnTo>
                    <a:pt x="0" y="1518"/>
                  </a:lnTo>
                  <a:cubicBezTo>
                    <a:pt x="0" y="1810"/>
                    <a:pt x="236" y="2041"/>
                    <a:pt x="524" y="2046"/>
                  </a:cubicBezTo>
                  <a:lnTo>
                    <a:pt x="2621" y="2046"/>
                  </a:lnTo>
                  <a:cubicBezTo>
                    <a:pt x="2914" y="2041"/>
                    <a:pt x="3149" y="1806"/>
                    <a:pt x="3149" y="1518"/>
                  </a:cubicBezTo>
                  <a:lnTo>
                    <a:pt x="3149" y="524"/>
                  </a:lnTo>
                  <a:cubicBezTo>
                    <a:pt x="3145" y="236"/>
                    <a:pt x="2914" y="1"/>
                    <a:pt x="2621"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89"/>
            <p:cNvSpPr/>
            <p:nvPr/>
          </p:nvSpPr>
          <p:spPr>
            <a:xfrm>
              <a:off x="2799666" y="2018624"/>
              <a:ext cx="29452" cy="31102"/>
            </a:xfrm>
            <a:custGeom>
              <a:rect b="b" l="l" r="r" t="t"/>
              <a:pathLst>
                <a:path extrusionOk="0" h="1187" w="1124">
                  <a:moveTo>
                    <a:pt x="0" y="1"/>
                  </a:moveTo>
                  <a:lnTo>
                    <a:pt x="0" y="1186"/>
                  </a:lnTo>
                  <a:lnTo>
                    <a:pt x="1124" y="1186"/>
                  </a:lnTo>
                  <a:lnTo>
                    <a:pt x="1124"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89"/>
            <p:cNvSpPr/>
            <p:nvPr/>
          </p:nvSpPr>
          <p:spPr>
            <a:xfrm>
              <a:off x="2763690" y="2049700"/>
              <a:ext cx="101273" cy="276489"/>
            </a:xfrm>
            <a:custGeom>
              <a:rect b="b" l="l" r="r" t="t"/>
              <a:pathLst>
                <a:path extrusionOk="0" h="10552" w="3865">
                  <a:moveTo>
                    <a:pt x="456" y="0"/>
                  </a:moveTo>
                  <a:cubicBezTo>
                    <a:pt x="202" y="0"/>
                    <a:pt x="0" y="207"/>
                    <a:pt x="0" y="456"/>
                  </a:cubicBezTo>
                  <a:lnTo>
                    <a:pt x="0" y="10028"/>
                  </a:lnTo>
                  <a:cubicBezTo>
                    <a:pt x="0" y="10311"/>
                    <a:pt x="231" y="10546"/>
                    <a:pt x="519" y="10551"/>
                  </a:cubicBezTo>
                  <a:lnTo>
                    <a:pt x="3351" y="10551"/>
                  </a:lnTo>
                  <a:cubicBezTo>
                    <a:pt x="3634" y="10546"/>
                    <a:pt x="3865" y="10311"/>
                    <a:pt x="3865" y="10028"/>
                  </a:cubicBezTo>
                  <a:lnTo>
                    <a:pt x="3865" y="456"/>
                  </a:lnTo>
                  <a:cubicBezTo>
                    <a:pt x="3865" y="207"/>
                    <a:pt x="3663" y="0"/>
                    <a:pt x="3409"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89"/>
            <p:cNvSpPr/>
            <p:nvPr/>
          </p:nvSpPr>
          <p:spPr>
            <a:xfrm>
              <a:off x="2787587" y="2049700"/>
              <a:ext cx="77376" cy="208048"/>
            </a:xfrm>
            <a:custGeom>
              <a:rect b="b" l="l" r="r" t="t"/>
              <a:pathLst>
                <a:path extrusionOk="0" h="7940" w="2953">
                  <a:moveTo>
                    <a:pt x="0" y="0"/>
                  </a:moveTo>
                  <a:lnTo>
                    <a:pt x="0" y="7417"/>
                  </a:lnTo>
                  <a:cubicBezTo>
                    <a:pt x="0" y="7705"/>
                    <a:pt x="231" y="7935"/>
                    <a:pt x="514" y="7940"/>
                  </a:cubicBezTo>
                  <a:lnTo>
                    <a:pt x="2953" y="7940"/>
                  </a:lnTo>
                  <a:lnTo>
                    <a:pt x="2953" y="456"/>
                  </a:lnTo>
                  <a:cubicBezTo>
                    <a:pt x="2953" y="207"/>
                    <a:pt x="2751" y="0"/>
                    <a:pt x="2501"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89"/>
            <p:cNvSpPr/>
            <p:nvPr/>
          </p:nvSpPr>
          <p:spPr>
            <a:xfrm>
              <a:off x="2763690" y="2283400"/>
              <a:ext cx="101273" cy="42789"/>
            </a:xfrm>
            <a:custGeom>
              <a:rect b="b" l="l" r="r" t="t"/>
              <a:pathLst>
                <a:path extrusionOk="0" h="1633" w="3865">
                  <a:moveTo>
                    <a:pt x="0" y="0"/>
                  </a:moveTo>
                  <a:lnTo>
                    <a:pt x="0" y="1109"/>
                  </a:lnTo>
                  <a:cubicBezTo>
                    <a:pt x="0" y="1392"/>
                    <a:pt x="231" y="1627"/>
                    <a:pt x="519" y="1632"/>
                  </a:cubicBezTo>
                  <a:lnTo>
                    <a:pt x="3351" y="1632"/>
                  </a:lnTo>
                  <a:cubicBezTo>
                    <a:pt x="3634" y="1627"/>
                    <a:pt x="3865" y="1392"/>
                    <a:pt x="3865" y="1109"/>
                  </a:cubicBezTo>
                  <a:lnTo>
                    <a:pt x="3865"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89"/>
            <p:cNvSpPr/>
            <p:nvPr/>
          </p:nvSpPr>
          <p:spPr>
            <a:xfrm>
              <a:off x="2811484" y="2049700"/>
              <a:ext cx="23163" cy="88329"/>
            </a:xfrm>
            <a:custGeom>
              <a:rect b="b" l="l" r="r" t="t"/>
              <a:pathLst>
                <a:path extrusionOk="0" h="3371" w="884">
                  <a:moveTo>
                    <a:pt x="0" y="0"/>
                  </a:moveTo>
                  <a:lnTo>
                    <a:pt x="0" y="2929"/>
                  </a:lnTo>
                  <a:cubicBezTo>
                    <a:pt x="0" y="3173"/>
                    <a:pt x="197" y="3370"/>
                    <a:pt x="442" y="3370"/>
                  </a:cubicBezTo>
                  <a:cubicBezTo>
                    <a:pt x="687" y="3370"/>
                    <a:pt x="884" y="3173"/>
                    <a:pt x="884" y="2929"/>
                  </a:cubicBezTo>
                  <a:lnTo>
                    <a:pt x="884" y="0"/>
                  </a:ln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89"/>
            <p:cNvSpPr/>
            <p:nvPr/>
          </p:nvSpPr>
          <p:spPr>
            <a:xfrm>
              <a:off x="2811484" y="2049700"/>
              <a:ext cx="23163" cy="65166"/>
            </a:xfrm>
            <a:custGeom>
              <a:rect b="b" l="l" r="r" t="t"/>
              <a:pathLst>
                <a:path extrusionOk="0" h="2487" w="884">
                  <a:moveTo>
                    <a:pt x="0" y="0"/>
                  </a:moveTo>
                  <a:lnTo>
                    <a:pt x="0" y="2045"/>
                  </a:lnTo>
                  <a:cubicBezTo>
                    <a:pt x="0" y="2290"/>
                    <a:pt x="197" y="2487"/>
                    <a:pt x="442" y="2487"/>
                  </a:cubicBezTo>
                  <a:cubicBezTo>
                    <a:pt x="687" y="2487"/>
                    <a:pt x="884" y="2290"/>
                    <a:pt x="884" y="2045"/>
                  </a:cubicBezTo>
                  <a:lnTo>
                    <a:pt x="884"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89"/>
            <p:cNvSpPr/>
            <p:nvPr/>
          </p:nvSpPr>
          <p:spPr>
            <a:xfrm>
              <a:off x="2758266" y="2187814"/>
              <a:ext cx="112225" cy="143904"/>
            </a:xfrm>
            <a:custGeom>
              <a:rect b="b" l="l" r="r" t="t"/>
              <a:pathLst>
                <a:path extrusionOk="0" h="5492" w="4283">
                  <a:moveTo>
                    <a:pt x="3865" y="3855"/>
                  </a:moveTo>
                  <a:lnTo>
                    <a:pt x="3865" y="4757"/>
                  </a:lnTo>
                  <a:cubicBezTo>
                    <a:pt x="3865" y="4925"/>
                    <a:pt x="3731" y="5064"/>
                    <a:pt x="3563" y="5074"/>
                  </a:cubicBezTo>
                  <a:lnTo>
                    <a:pt x="3563" y="4431"/>
                  </a:lnTo>
                  <a:cubicBezTo>
                    <a:pt x="3563" y="4294"/>
                    <a:pt x="3460" y="4225"/>
                    <a:pt x="3356" y="4225"/>
                  </a:cubicBezTo>
                  <a:cubicBezTo>
                    <a:pt x="3253" y="4225"/>
                    <a:pt x="3150" y="4294"/>
                    <a:pt x="3150" y="4431"/>
                  </a:cubicBezTo>
                  <a:lnTo>
                    <a:pt x="3150" y="5074"/>
                  </a:lnTo>
                  <a:lnTo>
                    <a:pt x="2752" y="5074"/>
                  </a:lnTo>
                  <a:lnTo>
                    <a:pt x="2752" y="4431"/>
                  </a:lnTo>
                  <a:cubicBezTo>
                    <a:pt x="2752" y="4294"/>
                    <a:pt x="2648" y="4225"/>
                    <a:pt x="2545" y="4225"/>
                  </a:cubicBezTo>
                  <a:cubicBezTo>
                    <a:pt x="2442" y="4225"/>
                    <a:pt x="2339" y="4294"/>
                    <a:pt x="2339" y="4431"/>
                  </a:cubicBezTo>
                  <a:lnTo>
                    <a:pt x="2339" y="5074"/>
                  </a:lnTo>
                  <a:lnTo>
                    <a:pt x="1945" y="5074"/>
                  </a:lnTo>
                  <a:lnTo>
                    <a:pt x="1945" y="4431"/>
                  </a:lnTo>
                  <a:cubicBezTo>
                    <a:pt x="1945" y="4294"/>
                    <a:pt x="1841" y="4225"/>
                    <a:pt x="1736" y="4225"/>
                  </a:cubicBezTo>
                  <a:cubicBezTo>
                    <a:pt x="1632" y="4225"/>
                    <a:pt x="1527" y="4294"/>
                    <a:pt x="1527" y="4431"/>
                  </a:cubicBezTo>
                  <a:lnTo>
                    <a:pt x="1527" y="5074"/>
                  </a:lnTo>
                  <a:lnTo>
                    <a:pt x="1134" y="5074"/>
                  </a:lnTo>
                  <a:lnTo>
                    <a:pt x="1134" y="4431"/>
                  </a:lnTo>
                  <a:cubicBezTo>
                    <a:pt x="1134" y="4294"/>
                    <a:pt x="1029" y="4225"/>
                    <a:pt x="925" y="4225"/>
                  </a:cubicBezTo>
                  <a:cubicBezTo>
                    <a:pt x="821" y="4225"/>
                    <a:pt x="716" y="4294"/>
                    <a:pt x="716" y="4431"/>
                  </a:cubicBezTo>
                  <a:lnTo>
                    <a:pt x="716" y="5074"/>
                  </a:lnTo>
                  <a:cubicBezTo>
                    <a:pt x="548" y="5064"/>
                    <a:pt x="414" y="4925"/>
                    <a:pt x="414" y="4757"/>
                  </a:cubicBezTo>
                  <a:lnTo>
                    <a:pt x="414" y="3855"/>
                  </a:lnTo>
                  <a:close/>
                  <a:moveTo>
                    <a:pt x="4072" y="0"/>
                  </a:moveTo>
                  <a:cubicBezTo>
                    <a:pt x="3961" y="0"/>
                    <a:pt x="3865" y="91"/>
                    <a:pt x="3865" y="206"/>
                  </a:cubicBezTo>
                  <a:lnTo>
                    <a:pt x="3865" y="3442"/>
                  </a:lnTo>
                  <a:lnTo>
                    <a:pt x="414" y="3442"/>
                  </a:lnTo>
                  <a:lnTo>
                    <a:pt x="414" y="1690"/>
                  </a:lnTo>
                  <a:cubicBezTo>
                    <a:pt x="414" y="1550"/>
                    <a:pt x="311" y="1481"/>
                    <a:pt x="207" y="1481"/>
                  </a:cubicBezTo>
                  <a:cubicBezTo>
                    <a:pt x="104" y="1481"/>
                    <a:pt x="1" y="1550"/>
                    <a:pt x="1" y="1690"/>
                  </a:cubicBezTo>
                  <a:lnTo>
                    <a:pt x="1" y="4757"/>
                  </a:lnTo>
                  <a:cubicBezTo>
                    <a:pt x="1" y="5160"/>
                    <a:pt x="327" y="5487"/>
                    <a:pt x="731" y="5491"/>
                  </a:cubicBezTo>
                  <a:lnTo>
                    <a:pt x="3548" y="5491"/>
                  </a:lnTo>
                  <a:cubicBezTo>
                    <a:pt x="3952" y="5487"/>
                    <a:pt x="4283" y="5160"/>
                    <a:pt x="4283" y="4757"/>
                  </a:cubicBezTo>
                  <a:lnTo>
                    <a:pt x="4283" y="206"/>
                  </a:lnTo>
                  <a:cubicBezTo>
                    <a:pt x="4283" y="91"/>
                    <a:pt x="4187" y="0"/>
                    <a:pt x="40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89"/>
            <p:cNvSpPr/>
            <p:nvPr/>
          </p:nvSpPr>
          <p:spPr>
            <a:xfrm>
              <a:off x="2758162" y="1965433"/>
              <a:ext cx="112199" cy="250260"/>
            </a:xfrm>
            <a:custGeom>
              <a:rect b="b" l="l" r="r" t="t"/>
              <a:pathLst>
                <a:path extrusionOk="0" h="9551" w="4282">
                  <a:moveTo>
                    <a:pt x="1373" y="2237"/>
                  </a:moveTo>
                  <a:lnTo>
                    <a:pt x="1373" y="3010"/>
                  </a:lnTo>
                  <a:lnTo>
                    <a:pt x="773" y="3010"/>
                  </a:lnTo>
                  <a:lnTo>
                    <a:pt x="773" y="2554"/>
                  </a:lnTo>
                  <a:cubicBezTo>
                    <a:pt x="773" y="2381"/>
                    <a:pt x="917" y="2237"/>
                    <a:pt x="1090" y="2237"/>
                  </a:cubicBezTo>
                  <a:close/>
                  <a:moveTo>
                    <a:pt x="2501" y="2237"/>
                  </a:moveTo>
                  <a:lnTo>
                    <a:pt x="2501" y="3010"/>
                  </a:lnTo>
                  <a:lnTo>
                    <a:pt x="1795" y="3010"/>
                  </a:lnTo>
                  <a:lnTo>
                    <a:pt x="1795" y="2237"/>
                  </a:lnTo>
                  <a:close/>
                  <a:moveTo>
                    <a:pt x="3188" y="2237"/>
                  </a:moveTo>
                  <a:cubicBezTo>
                    <a:pt x="3365" y="2237"/>
                    <a:pt x="3504" y="2381"/>
                    <a:pt x="3504" y="2554"/>
                  </a:cubicBezTo>
                  <a:cubicBezTo>
                    <a:pt x="3514" y="2669"/>
                    <a:pt x="3514" y="2895"/>
                    <a:pt x="3514" y="3010"/>
                  </a:cubicBezTo>
                  <a:lnTo>
                    <a:pt x="2909" y="3010"/>
                  </a:lnTo>
                  <a:lnTo>
                    <a:pt x="2909" y="2237"/>
                  </a:lnTo>
                  <a:close/>
                  <a:moveTo>
                    <a:pt x="1411" y="0"/>
                  </a:moveTo>
                  <a:cubicBezTo>
                    <a:pt x="1008" y="0"/>
                    <a:pt x="677" y="331"/>
                    <a:pt x="677" y="735"/>
                  </a:cubicBezTo>
                  <a:lnTo>
                    <a:pt x="677" y="1954"/>
                  </a:lnTo>
                  <a:cubicBezTo>
                    <a:pt x="480" y="2088"/>
                    <a:pt x="360" y="2314"/>
                    <a:pt x="360" y="2554"/>
                  </a:cubicBezTo>
                  <a:lnTo>
                    <a:pt x="360" y="3082"/>
                  </a:lnTo>
                  <a:cubicBezTo>
                    <a:pt x="139" y="3197"/>
                    <a:pt x="0" y="3423"/>
                    <a:pt x="0" y="3672"/>
                  </a:cubicBezTo>
                  <a:lnTo>
                    <a:pt x="0" y="9341"/>
                  </a:lnTo>
                  <a:cubicBezTo>
                    <a:pt x="0" y="9481"/>
                    <a:pt x="105" y="9550"/>
                    <a:pt x="209" y="9550"/>
                  </a:cubicBezTo>
                  <a:cubicBezTo>
                    <a:pt x="313" y="9550"/>
                    <a:pt x="418" y="9481"/>
                    <a:pt x="418" y="9341"/>
                  </a:cubicBezTo>
                  <a:lnTo>
                    <a:pt x="418" y="3672"/>
                  </a:lnTo>
                  <a:cubicBezTo>
                    <a:pt x="418" y="3533"/>
                    <a:pt x="528" y="3423"/>
                    <a:pt x="663" y="3423"/>
                  </a:cubicBezTo>
                  <a:lnTo>
                    <a:pt x="1824" y="3423"/>
                  </a:lnTo>
                  <a:lnTo>
                    <a:pt x="1824" y="6145"/>
                  </a:lnTo>
                  <a:cubicBezTo>
                    <a:pt x="1824" y="6505"/>
                    <a:pt x="2112" y="6793"/>
                    <a:pt x="2472" y="6793"/>
                  </a:cubicBezTo>
                  <a:cubicBezTo>
                    <a:pt x="2832" y="6793"/>
                    <a:pt x="3120" y="6505"/>
                    <a:pt x="3120" y="6145"/>
                  </a:cubicBezTo>
                  <a:lnTo>
                    <a:pt x="3120" y="5338"/>
                  </a:lnTo>
                  <a:cubicBezTo>
                    <a:pt x="3120" y="5201"/>
                    <a:pt x="3017" y="5133"/>
                    <a:pt x="2914" y="5133"/>
                  </a:cubicBezTo>
                  <a:cubicBezTo>
                    <a:pt x="2811" y="5133"/>
                    <a:pt x="2708" y="5201"/>
                    <a:pt x="2708" y="5338"/>
                  </a:cubicBezTo>
                  <a:lnTo>
                    <a:pt x="2708" y="6145"/>
                  </a:lnTo>
                  <a:cubicBezTo>
                    <a:pt x="2708" y="6301"/>
                    <a:pt x="2590" y="6379"/>
                    <a:pt x="2472" y="6379"/>
                  </a:cubicBezTo>
                  <a:cubicBezTo>
                    <a:pt x="2355" y="6379"/>
                    <a:pt x="2237" y="6301"/>
                    <a:pt x="2237" y="6145"/>
                  </a:cubicBezTo>
                  <a:lnTo>
                    <a:pt x="2237" y="3428"/>
                  </a:lnTo>
                  <a:lnTo>
                    <a:pt x="2708" y="3428"/>
                  </a:lnTo>
                  <a:lnTo>
                    <a:pt x="2708" y="4512"/>
                  </a:lnTo>
                  <a:cubicBezTo>
                    <a:pt x="2708" y="4649"/>
                    <a:pt x="2811" y="4718"/>
                    <a:pt x="2914" y="4718"/>
                  </a:cubicBezTo>
                  <a:cubicBezTo>
                    <a:pt x="3017" y="4718"/>
                    <a:pt x="3120" y="4649"/>
                    <a:pt x="3120" y="4512"/>
                  </a:cubicBezTo>
                  <a:lnTo>
                    <a:pt x="3120" y="3428"/>
                  </a:lnTo>
                  <a:lnTo>
                    <a:pt x="3620" y="3428"/>
                  </a:lnTo>
                  <a:cubicBezTo>
                    <a:pt x="3754" y="3428"/>
                    <a:pt x="3864" y="3538"/>
                    <a:pt x="3869" y="3672"/>
                  </a:cubicBezTo>
                  <a:lnTo>
                    <a:pt x="3869" y="7868"/>
                  </a:lnTo>
                  <a:cubicBezTo>
                    <a:pt x="3869" y="8005"/>
                    <a:pt x="3972" y="8073"/>
                    <a:pt x="4076" y="8073"/>
                  </a:cubicBezTo>
                  <a:cubicBezTo>
                    <a:pt x="4179" y="8073"/>
                    <a:pt x="4282" y="8005"/>
                    <a:pt x="4282" y="7868"/>
                  </a:cubicBezTo>
                  <a:lnTo>
                    <a:pt x="4282" y="3672"/>
                  </a:lnTo>
                  <a:cubicBezTo>
                    <a:pt x="4282" y="3428"/>
                    <a:pt x="4143" y="3202"/>
                    <a:pt x="3927" y="3087"/>
                  </a:cubicBezTo>
                  <a:lnTo>
                    <a:pt x="3927" y="2554"/>
                  </a:lnTo>
                  <a:cubicBezTo>
                    <a:pt x="3927" y="2314"/>
                    <a:pt x="3807" y="2088"/>
                    <a:pt x="3610" y="1954"/>
                  </a:cubicBezTo>
                  <a:lnTo>
                    <a:pt x="3610" y="1354"/>
                  </a:lnTo>
                  <a:cubicBezTo>
                    <a:pt x="3610" y="1217"/>
                    <a:pt x="3506" y="1149"/>
                    <a:pt x="3401" y="1149"/>
                  </a:cubicBezTo>
                  <a:cubicBezTo>
                    <a:pt x="3297" y="1149"/>
                    <a:pt x="3192" y="1217"/>
                    <a:pt x="3192" y="1354"/>
                  </a:cubicBezTo>
                  <a:lnTo>
                    <a:pt x="3192" y="1824"/>
                  </a:lnTo>
                  <a:lnTo>
                    <a:pt x="1095" y="1824"/>
                  </a:lnTo>
                  <a:lnTo>
                    <a:pt x="1095" y="735"/>
                  </a:lnTo>
                  <a:cubicBezTo>
                    <a:pt x="1095" y="557"/>
                    <a:pt x="1239" y="418"/>
                    <a:pt x="1411" y="413"/>
                  </a:cubicBezTo>
                  <a:lnTo>
                    <a:pt x="2876" y="413"/>
                  </a:lnTo>
                  <a:cubicBezTo>
                    <a:pt x="3005" y="418"/>
                    <a:pt x="3120" y="495"/>
                    <a:pt x="3168" y="610"/>
                  </a:cubicBezTo>
                  <a:cubicBezTo>
                    <a:pt x="3205" y="705"/>
                    <a:pt x="3279" y="744"/>
                    <a:pt x="3354" y="744"/>
                  </a:cubicBezTo>
                  <a:cubicBezTo>
                    <a:pt x="3488" y="744"/>
                    <a:pt x="3624" y="618"/>
                    <a:pt x="3548" y="451"/>
                  </a:cubicBezTo>
                  <a:cubicBezTo>
                    <a:pt x="3437" y="178"/>
                    <a:pt x="3168" y="0"/>
                    <a:pt x="28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6" name="Google Shape;18846;p89"/>
          <p:cNvGrpSpPr/>
          <p:nvPr/>
        </p:nvGrpSpPr>
        <p:grpSpPr>
          <a:xfrm>
            <a:off x="1840734" y="3809329"/>
            <a:ext cx="169818" cy="365525"/>
            <a:chOff x="1840734" y="3809329"/>
            <a:chExt cx="169818" cy="365525"/>
          </a:xfrm>
        </p:grpSpPr>
        <p:sp>
          <p:nvSpPr>
            <p:cNvPr id="18847" name="Google Shape;18847;p89"/>
            <p:cNvSpPr/>
            <p:nvPr/>
          </p:nvSpPr>
          <p:spPr>
            <a:xfrm>
              <a:off x="1846891" y="4125777"/>
              <a:ext cx="158132" cy="43680"/>
            </a:xfrm>
            <a:custGeom>
              <a:rect b="b" l="l" r="r" t="t"/>
              <a:pathLst>
                <a:path extrusionOk="0" h="1667" w="6035">
                  <a:moveTo>
                    <a:pt x="15" y="1"/>
                  </a:moveTo>
                  <a:lnTo>
                    <a:pt x="0" y="126"/>
                  </a:lnTo>
                  <a:lnTo>
                    <a:pt x="0" y="1278"/>
                  </a:lnTo>
                  <a:cubicBezTo>
                    <a:pt x="0" y="1494"/>
                    <a:pt x="173" y="1667"/>
                    <a:pt x="389" y="1667"/>
                  </a:cubicBezTo>
                  <a:lnTo>
                    <a:pt x="5665" y="1667"/>
                  </a:lnTo>
                  <a:cubicBezTo>
                    <a:pt x="5871" y="1657"/>
                    <a:pt x="6034" y="1484"/>
                    <a:pt x="6034" y="1278"/>
                  </a:cubicBezTo>
                  <a:lnTo>
                    <a:pt x="6034" y="121"/>
                  </a:lnTo>
                  <a:lnTo>
                    <a:pt x="6015"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89"/>
            <p:cNvSpPr/>
            <p:nvPr/>
          </p:nvSpPr>
          <p:spPr>
            <a:xfrm>
              <a:off x="1875819" y="4128921"/>
              <a:ext cx="129205" cy="40535"/>
            </a:xfrm>
            <a:custGeom>
              <a:rect b="b" l="l" r="r" t="t"/>
              <a:pathLst>
                <a:path extrusionOk="0" h="1547" w="4931">
                  <a:moveTo>
                    <a:pt x="4930" y="1"/>
                  </a:moveTo>
                  <a:lnTo>
                    <a:pt x="0" y="6"/>
                  </a:lnTo>
                  <a:lnTo>
                    <a:pt x="0" y="1158"/>
                  </a:lnTo>
                  <a:cubicBezTo>
                    <a:pt x="0" y="1374"/>
                    <a:pt x="173" y="1547"/>
                    <a:pt x="389" y="1547"/>
                  </a:cubicBezTo>
                  <a:lnTo>
                    <a:pt x="4561" y="1547"/>
                  </a:lnTo>
                  <a:cubicBezTo>
                    <a:pt x="4767" y="1537"/>
                    <a:pt x="4930" y="1364"/>
                    <a:pt x="4930" y="1158"/>
                  </a:cubicBezTo>
                  <a:lnTo>
                    <a:pt x="493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89"/>
            <p:cNvSpPr/>
            <p:nvPr/>
          </p:nvSpPr>
          <p:spPr>
            <a:xfrm>
              <a:off x="1896807" y="3856860"/>
              <a:ext cx="58274" cy="66319"/>
            </a:xfrm>
            <a:custGeom>
              <a:rect b="b" l="l" r="r" t="t"/>
              <a:pathLst>
                <a:path extrusionOk="0" h="2531" w="2224">
                  <a:moveTo>
                    <a:pt x="1" y="1"/>
                  </a:moveTo>
                  <a:lnTo>
                    <a:pt x="1" y="2531"/>
                  </a:lnTo>
                  <a:lnTo>
                    <a:pt x="2223" y="2531"/>
                  </a:lnTo>
                  <a:lnTo>
                    <a:pt x="2223"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89"/>
            <p:cNvSpPr/>
            <p:nvPr/>
          </p:nvSpPr>
          <p:spPr>
            <a:xfrm>
              <a:off x="1923874" y="3856860"/>
              <a:ext cx="31207" cy="66319"/>
            </a:xfrm>
            <a:custGeom>
              <a:rect b="b" l="l" r="r" t="t"/>
              <a:pathLst>
                <a:path extrusionOk="0" h="2531" w="1191">
                  <a:moveTo>
                    <a:pt x="0" y="1"/>
                  </a:moveTo>
                  <a:lnTo>
                    <a:pt x="0" y="2531"/>
                  </a:lnTo>
                  <a:lnTo>
                    <a:pt x="1190" y="2531"/>
                  </a:lnTo>
                  <a:lnTo>
                    <a:pt x="119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89"/>
            <p:cNvSpPr/>
            <p:nvPr/>
          </p:nvSpPr>
          <p:spPr>
            <a:xfrm>
              <a:off x="1846891" y="3891343"/>
              <a:ext cx="158132" cy="237604"/>
            </a:xfrm>
            <a:custGeom>
              <a:rect b="b" l="l" r="r" t="t"/>
              <a:pathLst>
                <a:path extrusionOk="0" h="9068" w="6035">
                  <a:moveTo>
                    <a:pt x="1431" y="0"/>
                  </a:moveTo>
                  <a:cubicBezTo>
                    <a:pt x="1253" y="0"/>
                    <a:pt x="1100" y="135"/>
                    <a:pt x="1080" y="312"/>
                  </a:cubicBezTo>
                  <a:lnTo>
                    <a:pt x="15" y="8943"/>
                  </a:lnTo>
                  <a:lnTo>
                    <a:pt x="0" y="9068"/>
                  </a:lnTo>
                  <a:lnTo>
                    <a:pt x="6034" y="9068"/>
                  </a:lnTo>
                  <a:lnTo>
                    <a:pt x="6015" y="8943"/>
                  </a:lnTo>
                  <a:lnTo>
                    <a:pt x="4949" y="312"/>
                  </a:lnTo>
                  <a:cubicBezTo>
                    <a:pt x="4930" y="135"/>
                    <a:pt x="4777" y="0"/>
                    <a:pt x="4599"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89"/>
            <p:cNvSpPr/>
            <p:nvPr/>
          </p:nvSpPr>
          <p:spPr>
            <a:xfrm>
              <a:off x="1882972" y="3814858"/>
              <a:ext cx="85944" cy="52353"/>
            </a:xfrm>
            <a:custGeom>
              <a:rect b="b" l="l" r="r" t="t"/>
              <a:pathLst>
                <a:path extrusionOk="0" h="1998" w="3280">
                  <a:moveTo>
                    <a:pt x="332" y="1"/>
                  </a:moveTo>
                  <a:cubicBezTo>
                    <a:pt x="150" y="1"/>
                    <a:pt x="1" y="150"/>
                    <a:pt x="1" y="332"/>
                  </a:cubicBezTo>
                  <a:lnTo>
                    <a:pt x="1" y="1666"/>
                  </a:lnTo>
                  <a:cubicBezTo>
                    <a:pt x="1" y="1849"/>
                    <a:pt x="150" y="1998"/>
                    <a:pt x="332" y="1998"/>
                  </a:cubicBezTo>
                  <a:lnTo>
                    <a:pt x="2948" y="1998"/>
                  </a:lnTo>
                  <a:cubicBezTo>
                    <a:pt x="3131" y="1998"/>
                    <a:pt x="3280" y="1849"/>
                    <a:pt x="3280" y="1666"/>
                  </a:cubicBezTo>
                  <a:lnTo>
                    <a:pt x="3280" y="332"/>
                  </a:lnTo>
                  <a:cubicBezTo>
                    <a:pt x="3280" y="150"/>
                    <a:pt x="3131" y="1"/>
                    <a:pt x="2948"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89"/>
            <p:cNvSpPr/>
            <p:nvPr/>
          </p:nvSpPr>
          <p:spPr>
            <a:xfrm>
              <a:off x="1875819" y="3891343"/>
              <a:ext cx="129205" cy="237604"/>
            </a:xfrm>
            <a:custGeom>
              <a:rect b="b" l="l" r="r" t="t"/>
              <a:pathLst>
                <a:path extrusionOk="0" h="9068" w="4931">
                  <a:moveTo>
                    <a:pt x="1431" y="0"/>
                  </a:moveTo>
                  <a:cubicBezTo>
                    <a:pt x="1253" y="0"/>
                    <a:pt x="1100" y="130"/>
                    <a:pt x="1080" y="307"/>
                  </a:cubicBezTo>
                  <a:lnTo>
                    <a:pt x="0" y="9068"/>
                  </a:lnTo>
                  <a:lnTo>
                    <a:pt x="4930" y="9068"/>
                  </a:lnTo>
                  <a:lnTo>
                    <a:pt x="3845" y="307"/>
                  </a:lnTo>
                  <a:cubicBezTo>
                    <a:pt x="3826" y="130"/>
                    <a:pt x="3673" y="0"/>
                    <a:pt x="3495"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89"/>
            <p:cNvSpPr/>
            <p:nvPr/>
          </p:nvSpPr>
          <p:spPr>
            <a:xfrm>
              <a:off x="1911926" y="3814858"/>
              <a:ext cx="56990" cy="52353"/>
            </a:xfrm>
            <a:custGeom>
              <a:rect b="b" l="l" r="r" t="t"/>
              <a:pathLst>
                <a:path extrusionOk="0" h="1998" w="2175">
                  <a:moveTo>
                    <a:pt x="331" y="1"/>
                  </a:moveTo>
                  <a:cubicBezTo>
                    <a:pt x="149" y="1"/>
                    <a:pt x="0" y="150"/>
                    <a:pt x="0" y="332"/>
                  </a:cubicBezTo>
                  <a:lnTo>
                    <a:pt x="0" y="1666"/>
                  </a:lnTo>
                  <a:cubicBezTo>
                    <a:pt x="0" y="1849"/>
                    <a:pt x="149" y="1998"/>
                    <a:pt x="331" y="1998"/>
                  </a:cubicBezTo>
                  <a:lnTo>
                    <a:pt x="1843" y="1998"/>
                  </a:lnTo>
                  <a:cubicBezTo>
                    <a:pt x="2026" y="1998"/>
                    <a:pt x="2175" y="1849"/>
                    <a:pt x="2175" y="1666"/>
                  </a:cubicBezTo>
                  <a:lnTo>
                    <a:pt x="2175" y="332"/>
                  </a:lnTo>
                  <a:cubicBezTo>
                    <a:pt x="2175" y="150"/>
                    <a:pt x="2026" y="1"/>
                    <a:pt x="1843"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89"/>
            <p:cNvSpPr/>
            <p:nvPr/>
          </p:nvSpPr>
          <p:spPr>
            <a:xfrm>
              <a:off x="1860726" y="3809329"/>
              <a:ext cx="136751" cy="217376"/>
            </a:xfrm>
            <a:custGeom>
              <a:rect b="b" l="l" r="r" t="t"/>
              <a:pathLst>
                <a:path extrusionOk="0" h="8296" w="5219">
                  <a:moveTo>
                    <a:pt x="3394" y="2415"/>
                  </a:moveTo>
                  <a:lnTo>
                    <a:pt x="3394" y="2924"/>
                  </a:lnTo>
                  <a:lnTo>
                    <a:pt x="1584" y="2924"/>
                  </a:lnTo>
                  <a:lnTo>
                    <a:pt x="1584" y="2415"/>
                  </a:lnTo>
                  <a:close/>
                  <a:moveTo>
                    <a:pt x="1181" y="1"/>
                  </a:moveTo>
                  <a:cubicBezTo>
                    <a:pt x="884" y="1"/>
                    <a:pt x="644" y="241"/>
                    <a:pt x="644" y="543"/>
                  </a:cubicBezTo>
                  <a:lnTo>
                    <a:pt x="644" y="1877"/>
                  </a:lnTo>
                  <a:cubicBezTo>
                    <a:pt x="639" y="2170"/>
                    <a:pt x="874" y="2410"/>
                    <a:pt x="1172" y="2415"/>
                  </a:cubicBezTo>
                  <a:lnTo>
                    <a:pt x="1172" y="2924"/>
                  </a:lnTo>
                  <a:lnTo>
                    <a:pt x="903" y="2924"/>
                  </a:lnTo>
                  <a:cubicBezTo>
                    <a:pt x="620" y="2924"/>
                    <a:pt x="380" y="3135"/>
                    <a:pt x="346" y="3413"/>
                  </a:cubicBezTo>
                  <a:lnTo>
                    <a:pt x="15" y="6102"/>
                  </a:lnTo>
                  <a:cubicBezTo>
                    <a:pt x="0" y="6217"/>
                    <a:pt x="82" y="6322"/>
                    <a:pt x="197" y="6337"/>
                  </a:cubicBezTo>
                  <a:cubicBezTo>
                    <a:pt x="203" y="6337"/>
                    <a:pt x="210" y="6338"/>
                    <a:pt x="216" y="6338"/>
                  </a:cubicBezTo>
                  <a:cubicBezTo>
                    <a:pt x="319" y="6338"/>
                    <a:pt x="414" y="6263"/>
                    <a:pt x="428" y="6154"/>
                  </a:cubicBezTo>
                  <a:lnTo>
                    <a:pt x="759" y="3466"/>
                  </a:lnTo>
                  <a:cubicBezTo>
                    <a:pt x="768" y="3394"/>
                    <a:pt x="831" y="3337"/>
                    <a:pt x="903" y="3337"/>
                  </a:cubicBezTo>
                  <a:lnTo>
                    <a:pt x="4071" y="3337"/>
                  </a:lnTo>
                  <a:cubicBezTo>
                    <a:pt x="4148" y="3337"/>
                    <a:pt x="4210" y="3394"/>
                    <a:pt x="4220" y="3466"/>
                  </a:cubicBezTo>
                  <a:lnTo>
                    <a:pt x="4791" y="8118"/>
                  </a:lnTo>
                  <a:cubicBezTo>
                    <a:pt x="4805" y="8218"/>
                    <a:pt x="4892" y="8295"/>
                    <a:pt x="4997" y="8295"/>
                  </a:cubicBezTo>
                  <a:lnTo>
                    <a:pt x="5026" y="8295"/>
                  </a:lnTo>
                  <a:cubicBezTo>
                    <a:pt x="5137" y="8281"/>
                    <a:pt x="5218" y="8180"/>
                    <a:pt x="5204" y="8065"/>
                  </a:cubicBezTo>
                  <a:lnTo>
                    <a:pt x="4633" y="3418"/>
                  </a:lnTo>
                  <a:cubicBezTo>
                    <a:pt x="4594" y="3135"/>
                    <a:pt x="4354" y="2924"/>
                    <a:pt x="4071" y="2924"/>
                  </a:cubicBezTo>
                  <a:lnTo>
                    <a:pt x="3807" y="2924"/>
                  </a:lnTo>
                  <a:lnTo>
                    <a:pt x="3807" y="2415"/>
                  </a:lnTo>
                  <a:cubicBezTo>
                    <a:pt x="4100" y="2410"/>
                    <a:pt x="4335" y="2170"/>
                    <a:pt x="4335" y="1877"/>
                  </a:cubicBezTo>
                  <a:lnTo>
                    <a:pt x="4335" y="543"/>
                  </a:lnTo>
                  <a:cubicBezTo>
                    <a:pt x="4335" y="241"/>
                    <a:pt x="4095" y="1"/>
                    <a:pt x="3797" y="1"/>
                  </a:cubicBezTo>
                  <a:lnTo>
                    <a:pt x="2535" y="1"/>
                  </a:lnTo>
                  <a:cubicBezTo>
                    <a:pt x="2261" y="1"/>
                    <a:pt x="2261" y="413"/>
                    <a:pt x="2535" y="413"/>
                  </a:cubicBezTo>
                  <a:lnTo>
                    <a:pt x="3797" y="413"/>
                  </a:lnTo>
                  <a:cubicBezTo>
                    <a:pt x="3865" y="418"/>
                    <a:pt x="3917" y="471"/>
                    <a:pt x="3922" y="538"/>
                  </a:cubicBezTo>
                  <a:lnTo>
                    <a:pt x="3922" y="1873"/>
                  </a:lnTo>
                  <a:cubicBezTo>
                    <a:pt x="3917" y="1940"/>
                    <a:pt x="3869" y="1993"/>
                    <a:pt x="3807" y="1997"/>
                  </a:cubicBezTo>
                  <a:lnTo>
                    <a:pt x="1167" y="1997"/>
                  </a:lnTo>
                  <a:cubicBezTo>
                    <a:pt x="1104" y="1993"/>
                    <a:pt x="1056" y="1940"/>
                    <a:pt x="1056" y="1873"/>
                  </a:cubicBezTo>
                  <a:lnTo>
                    <a:pt x="1056" y="538"/>
                  </a:lnTo>
                  <a:cubicBezTo>
                    <a:pt x="1056" y="471"/>
                    <a:pt x="1109" y="418"/>
                    <a:pt x="1176" y="413"/>
                  </a:cubicBezTo>
                  <a:lnTo>
                    <a:pt x="1709" y="413"/>
                  </a:lnTo>
                  <a:cubicBezTo>
                    <a:pt x="1983" y="413"/>
                    <a:pt x="1983" y="1"/>
                    <a:pt x="1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89"/>
            <p:cNvSpPr/>
            <p:nvPr/>
          </p:nvSpPr>
          <p:spPr>
            <a:xfrm>
              <a:off x="1840734" y="3986039"/>
              <a:ext cx="169818" cy="188815"/>
            </a:xfrm>
            <a:custGeom>
              <a:rect b="b" l="l" r="r" t="t"/>
              <a:pathLst>
                <a:path extrusionOk="0" h="7206" w="6481">
                  <a:moveTo>
                    <a:pt x="882" y="0"/>
                  </a:moveTo>
                  <a:cubicBezTo>
                    <a:pt x="788" y="0"/>
                    <a:pt x="695" y="58"/>
                    <a:pt x="682" y="183"/>
                  </a:cubicBezTo>
                  <a:cubicBezTo>
                    <a:pt x="0" y="5689"/>
                    <a:pt x="29" y="5435"/>
                    <a:pt x="29" y="5454"/>
                  </a:cubicBezTo>
                  <a:lnTo>
                    <a:pt x="29" y="6995"/>
                  </a:lnTo>
                  <a:cubicBezTo>
                    <a:pt x="29" y="7110"/>
                    <a:pt x="120" y="7201"/>
                    <a:pt x="235" y="7201"/>
                  </a:cubicBezTo>
                  <a:lnTo>
                    <a:pt x="5799" y="7206"/>
                  </a:lnTo>
                  <a:lnTo>
                    <a:pt x="6269" y="7206"/>
                  </a:lnTo>
                  <a:cubicBezTo>
                    <a:pt x="6384" y="7206"/>
                    <a:pt x="6480" y="7115"/>
                    <a:pt x="6480" y="7000"/>
                  </a:cubicBezTo>
                  <a:cubicBezTo>
                    <a:pt x="6476" y="5353"/>
                    <a:pt x="6476" y="5459"/>
                    <a:pt x="6476" y="5430"/>
                  </a:cubicBezTo>
                  <a:lnTo>
                    <a:pt x="6068" y="2142"/>
                  </a:lnTo>
                  <a:cubicBezTo>
                    <a:pt x="6052" y="2018"/>
                    <a:pt x="5960" y="1961"/>
                    <a:pt x="5866" y="1961"/>
                  </a:cubicBezTo>
                  <a:cubicBezTo>
                    <a:pt x="5753" y="1961"/>
                    <a:pt x="5639" y="2045"/>
                    <a:pt x="5660" y="2195"/>
                  </a:cubicBezTo>
                  <a:lnTo>
                    <a:pt x="6034" y="5247"/>
                  </a:lnTo>
                  <a:lnTo>
                    <a:pt x="2674" y="5247"/>
                  </a:lnTo>
                  <a:cubicBezTo>
                    <a:pt x="2400" y="5247"/>
                    <a:pt x="2400" y="5665"/>
                    <a:pt x="2674" y="5665"/>
                  </a:cubicBezTo>
                  <a:lnTo>
                    <a:pt x="6058" y="5665"/>
                  </a:lnTo>
                  <a:lnTo>
                    <a:pt x="6058" y="6793"/>
                  </a:lnTo>
                  <a:lnTo>
                    <a:pt x="5789" y="6793"/>
                  </a:lnTo>
                  <a:lnTo>
                    <a:pt x="5789" y="6131"/>
                  </a:lnTo>
                  <a:cubicBezTo>
                    <a:pt x="5789" y="5994"/>
                    <a:pt x="5686" y="5926"/>
                    <a:pt x="5583" y="5926"/>
                  </a:cubicBezTo>
                  <a:cubicBezTo>
                    <a:pt x="5480" y="5926"/>
                    <a:pt x="5376" y="5994"/>
                    <a:pt x="5376" y="6131"/>
                  </a:cubicBezTo>
                  <a:lnTo>
                    <a:pt x="5376" y="6793"/>
                  </a:lnTo>
                  <a:lnTo>
                    <a:pt x="4863" y="6793"/>
                  </a:lnTo>
                  <a:lnTo>
                    <a:pt x="4863" y="6131"/>
                  </a:lnTo>
                  <a:cubicBezTo>
                    <a:pt x="4863" y="5994"/>
                    <a:pt x="4760" y="5926"/>
                    <a:pt x="4656" y="5926"/>
                  </a:cubicBezTo>
                  <a:cubicBezTo>
                    <a:pt x="4553" y="5926"/>
                    <a:pt x="4450" y="5994"/>
                    <a:pt x="4450" y="6131"/>
                  </a:cubicBezTo>
                  <a:lnTo>
                    <a:pt x="4450" y="6793"/>
                  </a:lnTo>
                  <a:lnTo>
                    <a:pt x="3941" y="6793"/>
                  </a:lnTo>
                  <a:lnTo>
                    <a:pt x="3941" y="6131"/>
                  </a:lnTo>
                  <a:cubicBezTo>
                    <a:pt x="3941" y="5994"/>
                    <a:pt x="3837" y="5926"/>
                    <a:pt x="3732" y="5926"/>
                  </a:cubicBezTo>
                  <a:cubicBezTo>
                    <a:pt x="3628" y="5926"/>
                    <a:pt x="3523" y="5994"/>
                    <a:pt x="3523" y="6131"/>
                  </a:cubicBezTo>
                  <a:lnTo>
                    <a:pt x="3523" y="6793"/>
                  </a:lnTo>
                  <a:lnTo>
                    <a:pt x="3015" y="6793"/>
                  </a:lnTo>
                  <a:lnTo>
                    <a:pt x="3015" y="6131"/>
                  </a:lnTo>
                  <a:cubicBezTo>
                    <a:pt x="3015" y="5994"/>
                    <a:pt x="2911" y="5926"/>
                    <a:pt x="2808" y="5926"/>
                  </a:cubicBezTo>
                  <a:cubicBezTo>
                    <a:pt x="2705" y="5926"/>
                    <a:pt x="2602" y="5994"/>
                    <a:pt x="2602" y="6131"/>
                  </a:cubicBezTo>
                  <a:lnTo>
                    <a:pt x="2602" y="6793"/>
                  </a:lnTo>
                  <a:lnTo>
                    <a:pt x="2088" y="6793"/>
                  </a:lnTo>
                  <a:lnTo>
                    <a:pt x="2088" y="6131"/>
                  </a:lnTo>
                  <a:cubicBezTo>
                    <a:pt x="2088" y="5994"/>
                    <a:pt x="1985" y="5926"/>
                    <a:pt x="1882" y="5926"/>
                  </a:cubicBezTo>
                  <a:cubicBezTo>
                    <a:pt x="1779" y="5926"/>
                    <a:pt x="1675" y="5994"/>
                    <a:pt x="1675" y="6131"/>
                  </a:cubicBezTo>
                  <a:lnTo>
                    <a:pt x="1675" y="6793"/>
                  </a:lnTo>
                  <a:lnTo>
                    <a:pt x="1167" y="6793"/>
                  </a:lnTo>
                  <a:lnTo>
                    <a:pt x="1167" y="6131"/>
                  </a:lnTo>
                  <a:cubicBezTo>
                    <a:pt x="1167" y="5994"/>
                    <a:pt x="1062" y="5926"/>
                    <a:pt x="958" y="5926"/>
                  </a:cubicBezTo>
                  <a:cubicBezTo>
                    <a:pt x="853" y="5926"/>
                    <a:pt x="749" y="5994"/>
                    <a:pt x="749" y="6131"/>
                  </a:cubicBezTo>
                  <a:lnTo>
                    <a:pt x="749" y="6793"/>
                  </a:lnTo>
                  <a:lnTo>
                    <a:pt x="446" y="6793"/>
                  </a:lnTo>
                  <a:lnTo>
                    <a:pt x="446" y="5665"/>
                  </a:lnTo>
                  <a:lnTo>
                    <a:pt x="1853" y="5665"/>
                  </a:lnTo>
                  <a:cubicBezTo>
                    <a:pt x="2127" y="5665"/>
                    <a:pt x="2127" y="5247"/>
                    <a:pt x="1853" y="5247"/>
                  </a:cubicBezTo>
                  <a:lnTo>
                    <a:pt x="470" y="5247"/>
                  </a:lnTo>
                  <a:lnTo>
                    <a:pt x="1090" y="231"/>
                  </a:lnTo>
                  <a:cubicBezTo>
                    <a:pt x="1108" y="83"/>
                    <a:pt x="994" y="0"/>
                    <a:pt x="8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7" name="Google Shape;18857;p89"/>
          <p:cNvGrpSpPr/>
          <p:nvPr/>
        </p:nvGrpSpPr>
        <p:grpSpPr>
          <a:xfrm>
            <a:off x="3964761" y="2010082"/>
            <a:ext cx="365394" cy="276856"/>
            <a:chOff x="3964761" y="2010082"/>
            <a:chExt cx="365394" cy="276856"/>
          </a:xfrm>
        </p:grpSpPr>
        <p:sp>
          <p:nvSpPr>
            <p:cNvPr id="18858" name="Google Shape;18858;p89"/>
            <p:cNvSpPr/>
            <p:nvPr/>
          </p:nvSpPr>
          <p:spPr>
            <a:xfrm>
              <a:off x="3970158" y="2042285"/>
              <a:ext cx="354598" cy="239255"/>
            </a:xfrm>
            <a:custGeom>
              <a:rect b="b" l="l" r="r" t="t"/>
              <a:pathLst>
                <a:path extrusionOk="0" h="9131" w="13533">
                  <a:moveTo>
                    <a:pt x="0" y="0"/>
                  </a:moveTo>
                  <a:lnTo>
                    <a:pt x="0" y="8079"/>
                  </a:lnTo>
                  <a:cubicBezTo>
                    <a:pt x="0" y="8660"/>
                    <a:pt x="471" y="9130"/>
                    <a:pt x="1057" y="9130"/>
                  </a:cubicBezTo>
                  <a:lnTo>
                    <a:pt x="13532" y="9130"/>
                  </a:lnTo>
                  <a:lnTo>
                    <a:pt x="1353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89"/>
            <p:cNvSpPr/>
            <p:nvPr/>
          </p:nvSpPr>
          <p:spPr>
            <a:xfrm>
              <a:off x="3970158" y="2015480"/>
              <a:ext cx="76616" cy="235613"/>
            </a:xfrm>
            <a:custGeom>
              <a:rect b="b" l="l" r="r" t="t"/>
              <a:pathLst>
                <a:path extrusionOk="0" h="8992" w="2924">
                  <a:moveTo>
                    <a:pt x="1018" y="1"/>
                  </a:moveTo>
                  <a:cubicBezTo>
                    <a:pt x="956" y="1"/>
                    <a:pt x="893" y="6"/>
                    <a:pt x="831" y="15"/>
                  </a:cubicBezTo>
                  <a:cubicBezTo>
                    <a:pt x="351" y="106"/>
                    <a:pt x="0" y="524"/>
                    <a:pt x="0" y="1014"/>
                  </a:cubicBezTo>
                  <a:lnTo>
                    <a:pt x="0" y="1028"/>
                  </a:lnTo>
                  <a:lnTo>
                    <a:pt x="0" y="1062"/>
                  </a:lnTo>
                  <a:lnTo>
                    <a:pt x="0" y="8992"/>
                  </a:lnTo>
                  <a:lnTo>
                    <a:pt x="10" y="8992"/>
                  </a:lnTo>
                  <a:cubicBezTo>
                    <a:pt x="73" y="8483"/>
                    <a:pt x="505" y="8099"/>
                    <a:pt x="1018" y="8099"/>
                  </a:cubicBezTo>
                  <a:lnTo>
                    <a:pt x="2924" y="8099"/>
                  </a:lnTo>
                  <a:lnTo>
                    <a:pt x="2924"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89"/>
            <p:cNvSpPr/>
            <p:nvPr/>
          </p:nvSpPr>
          <p:spPr>
            <a:xfrm>
              <a:off x="3970158" y="2015873"/>
              <a:ext cx="21774" cy="235220"/>
            </a:xfrm>
            <a:custGeom>
              <a:rect b="b" l="l" r="r" t="t"/>
              <a:pathLst>
                <a:path extrusionOk="0" h="8977" w="831">
                  <a:moveTo>
                    <a:pt x="831" y="0"/>
                  </a:moveTo>
                  <a:cubicBezTo>
                    <a:pt x="351" y="91"/>
                    <a:pt x="0" y="509"/>
                    <a:pt x="0" y="999"/>
                  </a:cubicBezTo>
                  <a:lnTo>
                    <a:pt x="0" y="1013"/>
                  </a:lnTo>
                  <a:lnTo>
                    <a:pt x="0" y="1047"/>
                  </a:lnTo>
                  <a:lnTo>
                    <a:pt x="0" y="8977"/>
                  </a:lnTo>
                  <a:lnTo>
                    <a:pt x="10" y="8977"/>
                  </a:lnTo>
                  <a:cubicBezTo>
                    <a:pt x="63" y="8535"/>
                    <a:pt x="394" y="8185"/>
                    <a:pt x="831" y="8103"/>
                  </a:cubicBezTo>
                  <a:lnTo>
                    <a:pt x="831"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89"/>
            <p:cNvSpPr/>
            <p:nvPr/>
          </p:nvSpPr>
          <p:spPr>
            <a:xfrm>
              <a:off x="4119093" y="2112717"/>
              <a:ext cx="211061" cy="174220"/>
            </a:xfrm>
            <a:custGeom>
              <a:rect b="b" l="l" r="r" t="t"/>
              <a:pathLst>
                <a:path extrusionOk="0" h="6649" w="8055">
                  <a:moveTo>
                    <a:pt x="7848" y="0"/>
                  </a:moveTo>
                  <a:cubicBezTo>
                    <a:pt x="7733" y="0"/>
                    <a:pt x="7642" y="91"/>
                    <a:pt x="7642" y="207"/>
                  </a:cubicBezTo>
                  <a:lnTo>
                    <a:pt x="7642" y="6236"/>
                  </a:lnTo>
                  <a:lnTo>
                    <a:pt x="274" y="6236"/>
                  </a:lnTo>
                  <a:cubicBezTo>
                    <a:pt x="0" y="6236"/>
                    <a:pt x="0" y="6649"/>
                    <a:pt x="274" y="6649"/>
                  </a:cubicBezTo>
                  <a:lnTo>
                    <a:pt x="7848" y="6649"/>
                  </a:lnTo>
                  <a:cubicBezTo>
                    <a:pt x="7964" y="6649"/>
                    <a:pt x="8055" y="6553"/>
                    <a:pt x="8055" y="6442"/>
                  </a:cubicBezTo>
                  <a:lnTo>
                    <a:pt x="8055" y="207"/>
                  </a:lnTo>
                  <a:cubicBezTo>
                    <a:pt x="8055" y="91"/>
                    <a:pt x="7964" y="0"/>
                    <a:pt x="78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89"/>
            <p:cNvSpPr/>
            <p:nvPr/>
          </p:nvSpPr>
          <p:spPr>
            <a:xfrm>
              <a:off x="3964761" y="2010082"/>
              <a:ext cx="365394" cy="276856"/>
            </a:xfrm>
            <a:custGeom>
              <a:rect b="b" l="l" r="r" t="t"/>
              <a:pathLst>
                <a:path extrusionOk="0" h="10566" w="13945">
                  <a:moveTo>
                    <a:pt x="1224" y="0"/>
                  </a:moveTo>
                  <a:cubicBezTo>
                    <a:pt x="547" y="0"/>
                    <a:pt x="0" y="548"/>
                    <a:pt x="0" y="1220"/>
                  </a:cubicBezTo>
                  <a:lnTo>
                    <a:pt x="0" y="9303"/>
                  </a:lnTo>
                  <a:cubicBezTo>
                    <a:pt x="0" y="9999"/>
                    <a:pt x="567" y="10561"/>
                    <a:pt x="1263" y="10566"/>
                  </a:cubicBezTo>
                  <a:lnTo>
                    <a:pt x="5333" y="10566"/>
                  </a:lnTo>
                  <a:cubicBezTo>
                    <a:pt x="5605" y="10566"/>
                    <a:pt x="5607" y="10153"/>
                    <a:pt x="5338" y="10153"/>
                  </a:cubicBezTo>
                  <a:cubicBezTo>
                    <a:pt x="5336" y="10153"/>
                    <a:pt x="5335" y="10153"/>
                    <a:pt x="5333" y="10153"/>
                  </a:cubicBezTo>
                  <a:lnTo>
                    <a:pt x="1263" y="10153"/>
                  </a:lnTo>
                  <a:cubicBezTo>
                    <a:pt x="792" y="10148"/>
                    <a:pt x="413" y="9769"/>
                    <a:pt x="413" y="9303"/>
                  </a:cubicBezTo>
                  <a:lnTo>
                    <a:pt x="413" y="9250"/>
                  </a:lnTo>
                  <a:cubicBezTo>
                    <a:pt x="418" y="9241"/>
                    <a:pt x="418" y="9231"/>
                    <a:pt x="423" y="9222"/>
                  </a:cubicBezTo>
                  <a:cubicBezTo>
                    <a:pt x="471" y="8814"/>
                    <a:pt x="816" y="8511"/>
                    <a:pt x="1224" y="8511"/>
                  </a:cubicBezTo>
                  <a:lnTo>
                    <a:pt x="1608" y="8511"/>
                  </a:lnTo>
                  <a:cubicBezTo>
                    <a:pt x="1882" y="8511"/>
                    <a:pt x="1882" y="8093"/>
                    <a:pt x="1608" y="8093"/>
                  </a:cubicBezTo>
                  <a:cubicBezTo>
                    <a:pt x="1582" y="8097"/>
                    <a:pt x="1553" y="8098"/>
                    <a:pt x="1519" y="8098"/>
                  </a:cubicBezTo>
                  <a:cubicBezTo>
                    <a:pt x="1457" y="8098"/>
                    <a:pt x="1383" y="8094"/>
                    <a:pt x="1300" y="8094"/>
                  </a:cubicBezTo>
                  <a:cubicBezTo>
                    <a:pt x="1052" y="8094"/>
                    <a:pt x="726" y="8128"/>
                    <a:pt x="413" y="8401"/>
                  </a:cubicBezTo>
                  <a:lnTo>
                    <a:pt x="413" y="1220"/>
                  </a:lnTo>
                  <a:cubicBezTo>
                    <a:pt x="418" y="773"/>
                    <a:pt x="778" y="408"/>
                    <a:pt x="1224" y="408"/>
                  </a:cubicBezTo>
                  <a:lnTo>
                    <a:pt x="2923" y="408"/>
                  </a:lnTo>
                  <a:lnTo>
                    <a:pt x="2923" y="8098"/>
                  </a:lnTo>
                  <a:lnTo>
                    <a:pt x="2434" y="8098"/>
                  </a:lnTo>
                  <a:cubicBezTo>
                    <a:pt x="2160" y="8098"/>
                    <a:pt x="2160" y="8516"/>
                    <a:pt x="2434" y="8516"/>
                  </a:cubicBezTo>
                  <a:lnTo>
                    <a:pt x="3130" y="8516"/>
                  </a:lnTo>
                  <a:cubicBezTo>
                    <a:pt x="3245" y="8511"/>
                    <a:pt x="3336" y="8420"/>
                    <a:pt x="3336" y="8305"/>
                  </a:cubicBezTo>
                  <a:lnTo>
                    <a:pt x="3336" y="1436"/>
                  </a:lnTo>
                  <a:lnTo>
                    <a:pt x="13532" y="1436"/>
                  </a:lnTo>
                  <a:lnTo>
                    <a:pt x="13532" y="3293"/>
                  </a:lnTo>
                  <a:cubicBezTo>
                    <a:pt x="13532" y="3432"/>
                    <a:pt x="13635" y="3502"/>
                    <a:pt x="13738" y="3502"/>
                  </a:cubicBezTo>
                  <a:cubicBezTo>
                    <a:pt x="13842" y="3502"/>
                    <a:pt x="13945" y="3432"/>
                    <a:pt x="13945" y="3293"/>
                  </a:cubicBezTo>
                  <a:lnTo>
                    <a:pt x="13945" y="1229"/>
                  </a:lnTo>
                  <a:cubicBezTo>
                    <a:pt x="13945" y="1114"/>
                    <a:pt x="13854" y="1023"/>
                    <a:pt x="13738" y="1023"/>
                  </a:cubicBezTo>
                  <a:lnTo>
                    <a:pt x="3336" y="1023"/>
                  </a:lnTo>
                  <a:lnTo>
                    <a:pt x="3336" y="207"/>
                  </a:lnTo>
                  <a:cubicBezTo>
                    <a:pt x="3336" y="92"/>
                    <a:pt x="3245" y="0"/>
                    <a:pt x="31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89"/>
            <p:cNvSpPr/>
            <p:nvPr/>
          </p:nvSpPr>
          <p:spPr>
            <a:xfrm>
              <a:off x="4068025" y="2070584"/>
              <a:ext cx="228433" cy="178753"/>
            </a:xfrm>
            <a:custGeom>
              <a:rect b="b" l="l" r="r" t="t"/>
              <a:pathLst>
                <a:path extrusionOk="0" h="6822" w="8718">
                  <a:moveTo>
                    <a:pt x="6500" y="413"/>
                  </a:moveTo>
                  <a:lnTo>
                    <a:pt x="6500" y="1935"/>
                  </a:lnTo>
                  <a:lnTo>
                    <a:pt x="3562" y="1935"/>
                  </a:lnTo>
                  <a:lnTo>
                    <a:pt x="3562" y="413"/>
                  </a:lnTo>
                  <a:close/>
                  <a:moveTo>
                    <a:pt x="3149" y="3600"/>
                  </a:moveTo>
                  <a:lnTo>
                    <a:pt x="3149" y="6409"/>
                  </a:lnTo>
                  <a:lnTo>
                    <a:pt x="1939" y="6409"/>
                  </a:lnTo>
                  <a:cubicBezTo>
                    <a:pt x="1099" y="6409"/>
                    <a:pt x="418" y="5727"/>
                    <a:pt x="413" y="4887"/>
                  </a:cubicBezTo>
                  <a:lnTo>
                    <a:pt x="413" y="3600"/>
                  </a:lnTo>
                  <a:close/>
                  <a:moveTo>
                    <a:pt x="8305" y="413"/>
                  </a:moveTo>
                  <a:lnTo>
                    <a:pt x="8305" y="6409"/>
                  </a:lnTo>
                  <a:lnTo>
                    <a:pt x="3567" y="6409"/>
                  </a:lnTo>
                  <a:lnTo>
                    <a:pt x="3567" y="2348"/>
                  </a:lnTo>
                  <a:lnTo>
                    <a:pt x="6706" y="2348"/>
                  </a:lnTo>
                  <a:cubicBezTo>
                    <a:pt x="6821" y="2348"/>
                    <a:pt x="6912" y="2256"/>
                    <a:pt x="6912" y="2141"/>
                  </a:cubicBezTo>
                  <a:lnTo>
                    <a:pt x="6912" y="413"/>
                  </a:lnTo>
                  <a:close/>
                  <a:moveTo>
                    <a:pt x="207" y="0"/>
                  </a:moveTo>
                  <a:cubicBezTo>
                    <a:pt x="91" y="0"/>
                    <a:pt x="0" y="91"/>
                    <a:pt x="0" y="207"/>
                  </a:cubicBezTo>
                  <a:lnTo>
                    <a:pt x="0" y="4887"/>
                  </a:lnTo>
                  <a:cubicBezTo>
                    <a:pt x="0" y="5957"/>
                    <a:pt x="869" y="6821"/>
                    <a:pt x="1939" y="6821"/>
                  </a:cubicBezTo>
                  <a:lnTo>
                    <a:pt x="8511" y="6821"/>
                  </a:lnTo>
                  <a:cubicBezTo>
                    <a:pt x="8626" y="6821"/>
                    <a:pt x="8717" y="6730"/>
                    <a:pt x="8717" y="6615"/>
                  </a:cubicBezTo>
                  <a:lnTo>
                    <a:pt x="8717" y="207"/>
                  </a:lnTo>
                  <a:cubicBezTo>
                    <a:pt x="8717" y="91"/>
                    <a:pt x="8626" y="0"/>
                    <a:pt x="8511" y="0"/>
                  </a:cubicBezTo>
                  <a:lnTo>
                    <a:pt x="2395" y="0"/>
                  </a:lnTo>
                  <a:cubicBezTo>
                    <a:pt x="2117" y="0"/>
                    <a:pt x="2117" y="413"/>
                    <a:pt x="2395" y="413"/>
                  </a:cubicBezTo>
                  <a:lnTo>
                    <a:pt x="3149" y="413"/>
                  </a:lnTo>
                  <a:lnTo>
                    <a:pt x="3149" y="3188"/>
                  </a:lnTo>
                  <a:lnTo>
                    <a:pt x="413" y="3188"/>
                  </a:lnTo>
                  <a:lnTo>
                    <a:pt x="413" y="413"/>
                  </a:lnTo>
                  <a:lnTo>
                    <a:pt x="1565" y="413"/>
                  </a:lnTo>
                  <a:cubicBezTo>
                    <a:pt x="1843" y="413"/>
                    <a:pt x="1843" y="0"/>
                    <a:pt x="15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4" name="Google Shape;18864;p89"/>
          <p:cNvGrpSpPr/>
          <p:nvPr/>
        </p:nvGrpSpPr>
        <p:grpSpPr>
          <a:xfrm>
            <a:off x="1769017" y="2017340"/>
            <a:ext cx="365420" cy="248216"/>
            <a:chOff x="1769017" y="2017340"/>
            <a:chExt cx="365420" cy="248216"/>
          </a:xfrm>
        </p:grpSpPr>
        <p:sp>
          <p:nvSpPr>
            <p:cNvPr id="18865" name="Google Shape;18865;p89"/>
            <p:cNvSpPr/>
            <p:nvPr/>
          </p:nvSpPr>
          <p:spPr>
            <a:xfrm>
              <a:off x="1870526" y="2022659"/>
              <a:ext cx="78267" cy="70328"/>
            </a:xfrm>
            <a:custGeom>
              <a:rect b="b" l="l" r="r" t="t"/>
              <a:pathLst>
                <a:path extrusionOk="0" h="2684" w="2987">
                  <a:moveTo>
                    <a:pt x="783" y="0"/>
                  </a:moveTo>
                  <a:cubicBezTo>
                    <a:pt x="378" y="0"/>
                    <a:pt x="16" y="318"/>
                    <a:pt x="1" y="759"/>
                  </a:cubicBezTo>
                  <a:lnTo>
                    <a:pt x="1" y="1263"/>
                  </a:lnTo>
                  <a:cubicBezTo>
                    <a:pt x="774" y="1479"/>
                    <a:pt x="1431" y="1988"/>
                    <a:pt x="1834" y="2684"/>
                  </a:cubicBezTo>
                  <a:lnTo>
                    <a:pt x="2046" y="2684"/>
                  </a:lnTo>
                  <a:cubicBezTo>
                    <a:pt x="2602" y="2684"/>
                    <a:pt x="2986" y="2112"/>
                    <a:pt x="2775" y="1594"/>
                  </a:cubicBezTo>
                  <a:cubicBezTo>
                    <a:pt x="2473" y="864"/>
                    <a:pt x="1806" y="336"/>
                    <a:pt x="1066" y="53"/>
                  </a:cubicBezTo>
                  <a:cubicBezTo>
                    <a:pt x="972" y="17"/>
                    <a:pt x="877" y="0"/>
                    <a:pt x="783" y="0"/>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89"/>
            <p:cNvSpPr/>
            <p:nvPr/>
          </p:nvSpPr>
          <p:spPr>
            <a:xfrm>
              <a:off x="1905375" y="2205658"/>
              <a:ext cx="198379" cy="54501"/>
            </a:xfrm>
            <a:custGeom>
              <a:rect b="b" l="l" r="r" t="t"/>
              <a:pathLst>
                <a:path extrusionOk="0" h="2080" w="7571">
                  <a:moveTo>
                    <a:pt x="0" y="1"/>
                  </a:moveTo>
                  <a:lnTo>
                    <a:pt x="0" y="2079"/>
                  </a:lnTo>
                  <a:lnTo>
                    <a:pt x="7570" y="2079"/>
                  </a:lnTo>
                  <a:lnTo>
                    <a:pt x="7570" y="1"/>
                  </a:ln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89"/>
            <p:cNvSpPr/>
            <p:nvPr/>
          </p:nvSpPr>
          <p:spPr>
            <a:xfrm>
              <a:off x="2103728" y="2183019"/>
              <a:ext cx="25312" cy="77140"/>
            </a:xfrm>
            <a:custGeom>
              <a:rect b="b" l="l" r="r" t="t"/>
              <a:pathLst>
                <a:path extrusionOk="0" h="2944" w="966">
                  <a:moveTo>
                    <a:pt x="207" y="1"/>
                  </a:moveTo>
                  <a:cubicBezTo>
                    <a:pt x="92" y="1"/>
                    <a:pt x="0" y="92"/>
                    <a:pt x="0" y="207"/>
                  </a:cubicBezTo>
                  <a:lnTo>
                    <a:pt x="0" y="2943"/>
                  </a:lnTo>
                  <a:lnTo>
                    <a:pt x="754" y="2943"/>
                  </a:lnTo>
                  <a:cubicBezTo>
                    <a:pt x="869" y="2938"/>
                    <a:pt x="960" y="2847"/>
                    <a:pt x="965" y="2732"/>
                  </a:cubicBezTo>
                  <a:lnTo>
                    <a:pt x="965" y="207"/>
                  </a:lnTo>
                  <a:cubicBezTo>
                    <a:pt x="960" y="92"/>
                    <a:pt x="869" y="1"/>
                    <a:pt x="754"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89"/>
            <p:cNvSpPr/>
            <p:nvPr/>
          </p:nvSpPr>
          <p:spPr>
            <a:xfrm>
              <a:off x="1774441" y="2040896"/>
              <a:ext cx="160386" cy="219263"/>
            </a:xfrm>
            <a:custGeom>
              <a:rect b="b" l="l" r="r" t="t"/>
              <a:pathLst>
                <a:path extrusionOk="0" h="8368" w="6121">
                  <a:moveTo>
                    <a:pt x="3058" y="0"/>
                  </a:moveTo>
                  <a:cubicBezTo>
                    <a:pt x="1368" y="0"/>
                    <a:pt x="0" y="1373"/>
                    <a:pt x="0" y="3063"/>
                  </a:cubicBezTo>
                  <a:lnTo>
                    <a:pt x="0" y="7844"/>
                  </a:lnTo>
                  <a:cubicBezTo>
                    <a:pt x="0" y="8132"/>
                    <a:pt x="231" y="8362"/>
                    <a:pt x="524" y="8367"/>
                  </a:cubicBezTo>
                  <a:lnTo>
                    <a:pt x="5597" y="8367"/>
                  </a:lnTo>
                  <a:cubicBezTo>
                    <a:pt x="5885" y="8362"/>
                    <a:pt x="6121" y="8132"/>
                    <a:pt x="6121" y="7844"/>
                  </a:cubicBezTo>
                  <a:lnTo>
                    <a:pt x="6121" y="3063"/>
                  </a:lnTo>
                  <a:cubicBezTo>
                    <a:pt x="6121" y="1373"/>
                    <a:pt x="4748" y="0"/>
                    <a:pt x="3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89"/>
            <p:cNvSpPr/>
            <p:nvPr/>
          </p:nvSpPr>
          <p:spPr>
            <a:xfrm>
              <a:off x="1795325" y="2041001"/>
              <a:ext cx="139502" cy="196624"/>
            </a:xfrm>
            <a:custGeom>
              <a:rect b="b" l="l" r="r" t="t"/>
              <a:pathLst>
                <a:path extrusionOk="0" h="7504" w="5324">
                  <a:moveTo>
                    <a:pt x="2258" y="1"/>
                  </a:moveTo>
                  <a:cubicBezTo>
                    <a:pt x="1626" y="1"/>
                    <a:pt x="999" y="196"/>
                    <a:pt x="471" y="582"/>
                  </a:cubicBezTo>
                  <a:cubicBezTo>
                    <a:pt x="163" y="1067"/>
                    <a:pt x="0" y="1628"/>
                    <a:pt x="0" y="2200"/>
                  </a:cubicBezTo>
                  <a:lnTo>
                    <a:pt x="0" y="6981"/>
                  </a:lnTo>
                  <a:cubicBezTo>
                    <a:pt x="0" y="7269"/>
                    <a:pt x="235" y="7504"/>
                    <a:pt x="523" y="7504"/>
                  </a:cubicBezTo>
                  <a:lnTo>
                    <a:pt x="5324" y="7504"/>
                  </a:lnTo>
                  <a:lnTo>
                    <a:pt x="5324" y="3059"/>
                  </a:lnTo>
                  <a:cubicBezTo>
                    <a:pt x="5324" y="1912"/>
                    <a:pt x="4676" y="856"/>
                    <a:pt x="3653" y="337"/>
                  </a:cubicBezTo>
                  <a:cubicBezTo>
                    <a:pt x="3213" y="112"/>
                    <a:pt x="2735" y="1"/>
                    <a:pt x="2258"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89"/>
            <p:cNvSpPr/>
            <p:nvPr/>
          </p:nvSpPr>
          <p:spPr>
            <a:xfrm>
              <a:off x="1801770" y="2085414"/>
              <a:ext cx="92442" cy="79105"/>
            </a:xfrm>
            <a:custGeom>
              <a:rect b="b" l="l" r="r" t="t"/>
              <a:pathLst>
                <a:path extrusionOk="0" h="3019" w="3528">
                  <a:moveTo>
                    <a:pt x="2024" y="1"/>
                  </a:moveTo>
                  <a:cubicBezTo>
                    <a:pt x="2021" y="1"/>
                    <a:pt x="2018" y="1"/>
                    <a:pt x="2015" y="1"/>
                  </a:cubicBezTo>
                  <a:cubicBezTo>
                    <a:pt x="2013" y="1"/>
                    <a:pt x="2011" y="1"/>
                    <a:pt x="2009" y="1"/>
                  </a:cubicBezTo>
                  <a:cubicBezTo>
                    <a:pt x="669" y="1"/>
                    <a:pt x="0" y="1625"/>
                    <a:pt x="949" y="2574"/>
                  </a:cubicBezTo>
                  <a:cubicBezTo>
                    <a:pt x="1257" y="2881"/>
                    <a:pt x="1635" y="3019"/>
                    <a:pt x="2007" y="3019"/>
                  </a:cubicBezTo>
                  <a:cubicBezTo>
                    <a:pt x="2783" y="3019"/>
                    <a:pt x="3527" y="2417"/>
                    <a:pt x="3527" y="1508"/>
                  </a:cubicBezTo>
                  <a:cubicBezTo>
                    <a:pt x="3527" y="676"/>
                    <a:pt x="2855" y="1"/>
                    <a:pt x="202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89"/>
            <p:cNvSpPr/>
            <p:nvPr/>
          </p:nvSpPr>
          <p:spPr>
            <a:xfrm>
              <a:off x="1825641" y="2085336"/>
              <a:ext cx="68572" cy="59637"/>
            </a:xfrm>
            <a:custGeom>
              <a:rect b="b" l="l" r="r" t="t"/>
              <a:pathLst>
                <a:path extrusionOk="0" h="2276" w="2617">
                  <a:moveTo>
                    <a:pt x="1107" y="0"/>
                  </a:moveTo>
                  <a:cubicBezTo>
                    <a:pt x="900" y="0"/>
                    <a:pt x="687" y="44"/>
                    <a:pt x="480" y="138"/>
                  </a:cubicBezTo>
                  <a:cubicBezTo>
                    <a:pt x="0" y="1193"/>
                    <a:pt x="825" y="2275"/>
                    <a:pt x="1847" y="2275"/>
                  </a:cubicBezTo>
                  <a:cubicBezTo>
                    <a:pt x="2052" y="2275"/>
                    <a:pt x="2265" y="2231"/>
                    <a:pt x="2477" y="2135"/>
                  </a:cubicBezTo>
                  <a:cubicBezTo>
                    <a:pt x="2568" y="1938"/>
                    <a:pt x="2616" y="1727"/>
                    <a:pt x="2616" y="1511"/>
                  </a:cubicBezTo>
                  <a:cubicBezTo>
                    <a:pt x="2616" y="639"/>
                    <a:pt x="1901" y="0"/>
                    <a:pt x="1107"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89"/>
            <p:cNvSpPr/>
            <p:nvPr/>
          </p:nvSpPr>
          <p:spPr>
            <a:xfrm>
              <a:off x="1769017" y="2177621"/>
              <a:ext cx="365420" cy="87936"/>
            </a:xfrm>
            <a:custGeom>
              <a:rect b="b" l="l" r="r" t="t"/>
              <a:pathLst>
                <a:path extrusionOk="0" h="3356" w="13946">
                  <a:moveTo>
                    <a:pt x="13528" y="413"/>
                  </a:moveTo>
                  <a:lnTo>
                    <a:pt x="13528" y="2938"/>
                  </a:lnTo>
                  <a:lnTo>
                    <a:pt x="12981" y="2938"/>
                  </a:lnTo>
                  <a:lnTo>
                    <a:pt x="12981" y="413"/>
                  </a:lnTo>
                  <a:close/>
                  <a:moveTo>
                    <a:pt x="12981" y="0"/>
                  </a:moveTo>
                  <a:cubicBezTo>
                    <a:pt x="12750" y="0"/>
                    <a:pt x="12568" y="183"/>
                    <a:pt x="12568" y="413"/>
                  </a:cubicBezTo>
                  <a:lnTo>
                    <a:pt x="12568" y="864"/>
                  </a:lnTo>
                  <a:lnTo>
                    <a:pt x="6534" y="864"/>
                  </a:lnTo>
                  <a:lnTo>
                    <a:pt x="6534" y="744"/>
                  </a:lnTo>
                  <a:cubicBezTo>
                    <a:pt x="6534" y="607"/>
                    <a:pt x="6431" y="539"/>
                    <a:pt x="6328" y="539"/>
                  </a:cubicBezTo>
                  <a:cubicBezTo>
                    <a:pt x="6224" y="539"/>
                    <a:pt x="6121" y="607"/>
                    <a:pt x="6121" y="744"/>
                  </a:cubicBezTo>
                  <a:lnTo>
                    <a:pt x="6121" y="2621"/>
                  </a:lnTo>
                  <a:cubicBezTo>
                    <a:pt x="6121" y="2799"/>
                    <a:pt x="5982" y="2938"/>
                    <a:pt x="5804" y="2938"/>
                  </a:cubicBezTo>
                  <a:lnTo>
                    <a:pt x="731" y="2938"/>
                  </a:lnTo>
                  <a:cubicBezTo>
                    <a:pt x="553" y="2938"/>
                    <a:pt x="414" y="2799"/>
                    <a:pt x="414" y="2621"/>
                  </a:cubicBezTo>
                  <a:lnTo>
                    <a:pt x="414" y="1618"/>
                  </a:lnTo>
                  <a:cubicBezTo>
                    <a:pt x="414" y="1481"/>
                    <a:pt x="311" y="1413"/>
                    <a:pt x="207" y="1413"/>
                  </a:cubicBezTo>
                  <a:cubicBezTo>
                    <a:pt x="104" y="1413"/>
                    <a:pt x="1" y="1481"/>
                    <a:pt x="1" y="1618"/>
                  </a:cubicBezTo>
                  <a:lnTo>
                    <a:pt x="1" y="2626"/>
                  </a:lnTo>
                  <a:cubicBezTo>
                    <a:pt x="1" y="3029"/>
                    <a:pt x="327" y="3356"/>
                    <a:pt x="731" y="3356"/>
                  </a:cubicBezTo>
                  <a:lnTo>
                    <a:pt x="7283" y="3356"/>
                  </a:lnTo>
                  <a:cubicBezTo>
                    <a:pt x="7555" y="3356"/>
                    <a:pt x="7557" y="2943"/>
                    <a:pt x="7288" y="2943"/>
                  </a:cubicBezTo>
                  <a:cubicBezTo>
                    <a:pt x="7286" y="2943"/>
                    <a:pt x="7284" y="2943"/>
                    <a:pt x="7283" y="2943"/>
                  </a:cubicBezTo>
                  <a:lnTo>
                    <a:pt x="6462" y="2943"/>
                  </a:lnTo>
                  <a:cubicBezTo>
                    <a:pt x="6587" y="2684"/>
                    <a:pt x="6515" y="2549"/>
                    <a:pt x="6534" y="1277"/>
                  </a:cubicBezTo>
                  <a:lnTo>
                    <a:pt x="6774" y="1277"/>
                  </a:lnTo>
                  <a:lnTo>
                    <a:pt x="6774" y="1728"/>
                  </a:lnTo>
                  <a:cubicBezTo>
                    <a:pt x="6774" y="1867"/>
                    <a:pt x="6878" y="1937"/>
                    <a:pt x="6983" y="1937"/>
                  </a:cubicBezTo>
                  <a:cubicBezTo>
                    <a:pt x="7087" y="1937"/>
                    <a:pt x="7192" y="1867"/>
                    <a:pt x="7192" y="1728"/>
                  </a:cubicBezTo>
                  <a:lnTo>
                    <a:pt x="7192" y="1277"/>
                  </a:lnTo>
                  <a:lnTo>
                    <a:pt x="7417" y="1277"/>
                  </a:lnTo>
                  <a:lnTo>
                    <a:pt x="7417" y="2304"/>
                  </a:lnTo>
                  <a:cubicBezTo>
                    <a:pt x="7417" y="2441"/>
                    <a:pt x="7521" y="2510"/>
                    <a:pt x="7624" y="2510"/>
                  </a:cubicBezTo>
                  <a:cubicBezTo>
                    <a:pt x="7727" y="2510"/>
                    <a:pt x="7830" y="2441"/>
                    <a:pt x="7830" y="2304"/>
                  </a:cubicBezTo>
                  <a:lnTo>
                    <a:pt x="7830" y="1277"/>
                  </a:lnTo>
                  <a:lnTo>
                    <a:pt x="8056" y="1277"/>
                  </a:lnTo>
                  <a:lnTo>
                    <a:pt x="8056" y="1728"/>
                  </a:lnTo>
                  <a:cubicBezTo>
                    <a:pt x="8056" y="1867"/>
                    <a:pt x="8159" y="1937"/>
                    <a:pt x="8262" y="1937"/>
                  </a:cubicBezTo>
                  <a:cubicBezTo>
                    <a:pt x="8365" y="1937"/>
                    <a:pt x="8469" y="1867"/>
                    <a:pt x="8469" y="1728"/>
                  </a:cubicBezTo>
                  <a:lnTo>
                    <a:pt x="8469" y="1277"/>
                  </a:lnTo>
                  <a:lnTo>
                    <a:pt x="8704" y="1277"/>
                  </a:lnTo>
                  <a:lnTo>
                    <a:pt x="8704" y="1728"/>
                  </a:lnTo>
                  <a:cubicBezTo>
                    <a:pt x="8704" y="1867"/>
                    <a:pt x="8807" y="1937"/>
                    <a:pt x="8910" y="1937"/>
                  </a:cubicBezTo>
                  <a:cubicBezTo>
                    <a:pt x="9013" y="1937"/>
                    <a:pt x="9117" y="1867"/>
                    <a:pt x="9117" y="1728"/>
                  </a:cubicBezTo>
                  <a:lnTo>
                    <a:pt x="9117" y="1277"/>
                  </a:lnTo>
                  <a:lnTo>
                    <a:pt x="9342" y="1277"/>
                  </a:lnTo>
                  <a:lnTo>
                    <a:pt x="9342" y="1728"/>
                  </a:lnTo>
                  <a:cubicBezTo>
                    <a:pt x="9342" y="1867"/>
                    <a:pt x="9445" y="1937"/>
                    <a:pt x="9549" y="1937"/>
                  </a:cubicBezTo>
                  <a:cubicBezTo>
                    <a:pt x="9652" y="1937"/>
                    <a:pt x="9755" y="1867"/>
                    <a:pt x="9755" y="1728"/>
                  </a:cubicBezTo>
                  <a:lnTo>
                    <a:pt x="9755" y="1277"/>
                  </a:lnTo>
                  <a:lnTo>
                    <a:pt x="9981" y="1277"/>
                  </a:lnTo>
                  <a:lnTo>
                    <a:pt x="9981" y="2304"/>
                  </a:lnTo>
                  <a:cubicBezTo>
                    <a:pt x="9981" y="2441"/>
                    <a:pt x="10084" y="2510"/>
                    <a:pt x="10187" y="2510"/>
                  </a:cubicBezTo>
                  <a:cubicBezTo>
                    <a:pt x="10290" y="2510"/>
                    <a:pt x="10393" y="2441"/>
                    <a:pt x="10393" y="2304"/>
                  </a:cubicBezTo>
                  <a:lnTo>
                    <a:pt x="10393" y="1277"/>
                  </a:lnTo>
                  <a:lnTo>
                    <a:pt x="10624" y="1277"/>
                  </a:lnTo>
                  <a:lnTo>
                    <a:pt x="10624" y="1728"/>
                  </a:lnTo>
                  <a:cubicBezTo>
                    <a:pt x="10624" y="1867"/>
                    <a:pt x="10727" y="1937"/>
                    <a:pt x="10830" y="1937"/>
                  </a:cubicBezTo>
                  <a:cubicBezTo>
                    <a:pt x="10934" y="1937"/>
                    <a:pt x="11037" y="1867"/>
                    <a:pt x="11037" y="1728"/>
                  </a:cubicBezTo>
                  <a:lnTo>
                    <a:pt x="11037" y="1277"/>
                  </a:lnTo>
                  <a:lnTo>
                    <a:pt x="11262" y="1277"/>
                  </a:lnTo>
                  <a:lnTo>
                    <a:pt x="11262" y="1728"/>
                  </a:lnTo>
                  <a:cubicBezTo>
                    <a:pt x="11262" y="1867"/>
                    <a:pt x="11366" y="1937"/>
                    <a:pt x="11469" y="1937"/>
                  </a:cubicBezTo>
                  <a:cubicBezTo>
                    <a:pt x="11572" y="1937"/>
                    <a:pt x="11675" y="1867"/>
                    <a:pt x="11675" y="1728"/>
                  </a:cubicBezTo>
                  <a:lnTo>
                    <a:pt x="11675" y="1277"/>
                  </a:lnTo>
                  <a:lnTo>
                    <a:pt x="11901" y="1277"/>
                  </a:lnTo>
                  <a:lnTo>
                    <a:pt x="11901" y="1728"/>
                  </a:lnTo>
                  <a:cubicBezTo>
                    <a:pt x="11901" y="1867"/>
                    <a:pt x="12004" y="1937"/>
                    <a:pt x="12107" y="1937"/>
                  </a:cubicBezTo>
                  <a:cubicBezTo>
                    <a:pt x="12210" y="1937"/>
                    <a:pt x="12314" y="1867"/>
                    <a:pt x="12314" y="1728"/>
                  </a:cubicBezTo>
                  <a:lnTo>
                    <a:pt x="12314" y="1277"/>
                  </a:lnTo>
                  <a:lnTo>
                    <a:pt x="12563" y="1277"/>
                  </a:lnTo>
                  <a:lnTo>
                    <a:pt x="12563" y="2943"/>
                  </a:lnTo>
                  <a:lnTo>
                    <a:pt x="8113" y="2943"/>
                  </a:lnTo>
                  <a:cubicBezTo>
                    <a:pt x="7835" y="2943"/>
                    <a:pt x="7835" y="3356"/>
                    <a:pt x="8113" y="3356"/>
                  </a:cubicBezTo>
                  <a:lnTo>
                    <a:pt x="13528" y="3356"/>
                  </a:lnTo>
                  <a:cubicBezTo>
                    <a:pt x="13758" y="3356"/>
                    <a:pt x="13946" y="3168"/>
                    <a:pt x="13946" y="2943"/>
                  </a:cubicBezTo>
                  <a:lnTo>
                    <a:pt x="13946" y="413"/>
                  </a:lnTo>
                  <a:cubicBezTo>
                    <a:pt x="13946" y="183"/>
                    <a:pt x="13758" y="0"/>
                    <a:pt x="135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89"/>
            <p:cNvSpPr/>
            <p:nvPr/>
          </p:nvSpPr>
          <p:spPr>
            <a:xfrm>
              <a:off x="1846760" y="2017340"/>
              <a:ext cx="106566" cy="163530"/>
            </a:xfrm>
            <a:custGeom>
              <a:rect b="b" l="l" r="r" t="t"/>
              <a:pathLst>
                <a:path extrusionOk="0" h="6241" w="4067">
                  <a:moveTo>
                    <a:pt x="1769" y="0"/>
                  </a:moveTo>
                  <a:cubicBezTo>
                    <a:pt x="1520" y="0"/>
                    <a:pt x="1488" y="387"/>
                    <a:pt x="1753" y="415"/>
                  </a:cubicBezTo>
                  <a:cubicBezTo>
                    <a:pt x="1801" y="419"/>
                    <a:pt x="1853" y="429"/>
                    <a:pt x="1901" y="448"/>
                  </a:cubicBezTo>
                  <a:cubicBezTo>
                    <a:pt x="3005" y="875"/>
                    <a:pt x="3533" y="1730"/>
                    <a:pt x="3533" y="2099"/>
                  </a:cubicBezTo>
                  <a:cubicBezTo>
                    <a:pt x="3533" y="2296"/>
                    <a:pt x="3433" y="2483"/>
                    <a:pt x="3269" y="2589"/>
                  </a:cubicBezTo>
                  <a:cubicBezTo>
                    <a:pt x="2857" y="1711"/>
                    <a:pt x="2084" y="1058"/>
                    <a:pt x="1148" y="803"/>
                  </a:cubicBezTo>
                  <a:cubicBezTo>
                    <a:pt x="1162" y="751"/>
                    <a:pt x="1191" y="703"/>
                    <a:pt x="1220" y="655"/>
                  </a:cubicBezTo>
                  <a:cubicBezTo>
                    <a:pt x="1350" y="494"/>
                    <a:pt x="1204" y="316"/>
                    <a:pt x="1052" y="316"/>
                  </a:cubicBezTo>
                  <a:cubicBezTo>
                    <a:pt x="991" y="316"/>
                    <a:pt x="929" y="344"/>
                    <a:pt x="884" y="415"/>
                  </a:cubicBezTo>
                  <a:cubicBezTo>
                    <a:pt x="817" y="511"/>
                    <a:pt x="769" y="611"/>
                    <a:pt x="735" y="722"/>
                  </a:cubicBezTo>
                  <a:cubicBezTo>
                    <a:pt x="586" y="703"/>
                    <a:pt x="428" y="693"/>
                    <a:pt x="274" y="693"/>
                  </a:cubicBezTo>
                  <a:cubicBezTo>
                    <a:pt x="0" y="693"/>
                    <a:pt x="0" y="1106"/>
                    <a:pt x="274" y="1106"/>
                  </a:cubicBezTo>
                  <a:lnTo>
                    <a:pt x="279" y="1106"/>
                  </a:lnTo>
                  <a:cubicBezTo>
                    <a:pt x="418" y="1106"/>
                    <a:pt x="557" y="1115"/>
                    <a:pt x="697" y="1135"/>
                  </a:cubicBezTo>
                  <a:cubicBezTo>
                    <a:pt x="2108" y="1336"/>
                    <a:pt x="3154" y="2541"/>
                    <a:pt x="3154" y="3962"/>
                  </a:cubicBezTo>
                  <a:lnTo>
                    <a:pt x="3154" y="6036"/>
                  </a:lnTo>
                  <a:cubicBezTo>
                    <a:pt x="3154" y="6172"/>
                    <a:pt x="3257" y="6241"/>
                    <a:pt x="3361" y="6241"/>
                  </a:cubicBezTo>
                  <a:cubicBezTo>
                    <a:pt x="3464" y="6241"/>
                    <a:pt x="3567" y="6172"/>
                    <a:pt x="3567" y="6036"/>
                  </a:cubicBezTo>
                  <a:cubicBezTo>
                    <a:pt x="3533" y="4188"/>
                    <a:pt x="3658" y="3741"/>
                    <a:pt x="3418" y="2973"/>
                  </a:cubicBezTo>
                  <a:cubicBezTo>
                    <a:pt x="3869" y="2733"/>
                    <a:pt x="4066" y="2195"/>
                    <a:pt x="3874" y="1720"/>
                  </a:cubicBezTo>
                  <a:cubicBezTo>
                    <a:pt x="3581" y="1000"/>
                    <a:pt x="2914" y="395"/>
                    <a:pt x="2050" y="59"/>
                  </a:cubicBezTo>
                  <a:cubicBezTo>
                    <a:pt x="1969" y="31"/>
                    <a:pt x="1882" y="11"/>
                    <a:pt x="1796" y="2"/>
                  </a:cubicBezTo>
                  <a:cubicBezTo>
                    <a:pt x="1787" y="1"/>
                    <a:pt x="1778" y="0"/>
                    <a:pt x="17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89"/>
            <p:cNvSpPr/>
            <p:nvPr/>
          </p:nvSpPr>
          <p:spPr>
            <a:xfrm>
              <a:off x="1769017" y="2038486"/>
              <a:ext cx="71507" cy="165312"/>
            </a:xfrm>
            <a:custGeom>
              <a:rect b="b" l="l" r="r" t="t"/>
              <a:pathLst>
                <a:path extrusionOk="0" h="6309" w="2729">
                  <a:moveTo>
                    <a:pt x="2438" y="1"/>
                  </a:moveTo>
                  <a:cubicBezTo>
                    <a:pt x="2417" y="1"/>
                    <a:pt x="2395" y="4"/>
                    <a:pt x="2372" y="11"/>
                  </a:cubicBezTo>
                  <a:cubicBezTo>
                    <a:pt x="971" y="414"/>
                    <a:pt x="6" y="1696"/>
                    <a:pt x="1" y="3155"/>
                  </a:cubicBezTo>
                  <a:lnTo>
                    <a:pt x="1" y="6097"/>
                  </a:lnTo>
                  <a:cubicBezTo>
                    <a:pt x="1" y="6213"/>
                    <a:pt x="92" y="6304"/>
                    <a:pt x="207" y="6309"/>
                  </a:cubicBezTo>
                  <a:cubicBezTo>
                    <a:pt x="318" y="6309"/>
                    <a:pt x="414" y="6213"/>
                    <a:pt x="414" y="6097"/>
                  </a:cubicBezTo>
                  <a:lnTo>
                    <a:pt x="414" y="3155"/>
                  </a:lnTo>
                  <a:cubicBezTo>
                    <a:pt x="419" y="1878"/>
                    <a:pt x="1263" y="764"/>
                    <a:pt x="2487" y="409"/>
                  </a:cubicBezTo>
                  <a:cubicBezTo>
                    <a:pt x="2728" y="339"/>
                    <a:pt x="2653" y="1"/>
                    <a:pt x="24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89"/>
            <p:cNvSpPr/>
            <p:nvPr/>
          </p:nvSpPr>
          <p:spPr>
            <a:xfrm>
              <a:off x="1807876" y="2079990"/>
              <a:ext cx="85001" cy="52981"/>
            </a:xfrm>
            <a:custGeom>
              <a:rect b="b" l="l" r="r" t="t"/>
              <a:pathLst>
                <a:path extrusionOk="0" h="2022" w="3244">
                  <a:moveTo>
                    <a:pt x="1806" y="0"/>
                  </a:moveTo>
                  <a:cubicBezTo>
                    <a:pt x="892" y="0"/>
                    <a:pt x="0" y="727"/>
                    <a:pt x="73" y="1830"/>
                  </a:cubicBezTo>
                  <a:cubicBezTo>
                    <a:pt x="82" y="1960"/>
                    <a:pt x="180" y="2021"/>
                    <a:pt x="278" y="2021"/>
                  </a:cubicBezTo>
                  <a:cubicBezTo>
                    <a:pt x="387" y="2021"/>
                    <a:pt x="496" y="1945"/>
                    <a:pt x="486" y="1801"/>
                  </a:cubicBezTo>
                  <a:cubicBezTo>
                    <a:pt x="429" y="971"/>
                    <a:pt x="1105" y="412"/>
                    <a:pt x="1801" y="412"/>
                  </a:cubicBezTo>
                  <a:cubicBezTo>
                    <a:pt x="2159" y="412"/>
                    <a:pt x="2523" y="560"/>
                    <a:pt x="2795" y="894"/>
                  </a:cubicBezTo>
                  <a:cubicBezTo>
                    <a:pt x="2840" y="951"/>
                    <a:pt x="2896" y="975"/>
                    <a:pt x="2951" y="975"/>
                  </a:cubicBezTo>
                  <a:cubicBezTo>
                    <a:pt x="3103" y="975"/>
                    <a:pt x="3244" y="790"/>
                    <a:pt x="3117" y="635"/>
                  </a:cubicBezTo>
                  <a:cubicBezTo>
                    <a:pt x="2761" y="196"/>
                    <a:pt x="2280" y="0"/>
                    <a:pt x="18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89"/>
            <p:cNvSpPr/>
            <p:nvPr/>
          </p:nvSpPr>
          <p:spPr>
            <a:xfrm>
              <a:off x="1814898" y="2114185"/>
              <a:ext cx="87857" cy="55654"/>
            </a:xfrm>
            <a:custGeom>
              <a:rect b="b" l="l" r="r" t="t"/>
              <a:pathLst>
                <a:path extrusionOk="0" h="2124" w="3353">
                  <a:moveTo>
                    <a:pt x="3017" y="1"/>
                  </a:moveTo>
                  <a:cubicBezTo>
                    <a:pt x="2903" y="1"/>
                    <a:pt x="2787" y="86"/>
                    <a:pt x="2805" y="237"/>
                  </a:cubicBezTo>
                  <a:cubicBezTo>
                    <a:pt x="2887" y="828"/>
                    <a:pt x="2551" y="1399"/>
                    <a:pt x="1994" y="1620"/>
                  </a:cubicBezTo>
                  <a:cubicBezTo>
                    <a:pt x="1838" y="1680"/>
                    <a:pt x="1677" y="1708"/>
                    <a:pt x="1518" y="1708"/>
                  </a:cubicBezTo>
                  <a:cubicBezTo>
                    <a:pt x="1103" y="1708"/>
                    <a:pt x="703" y="1513"/>
                    <a:pt x="453" y="1159"/>
                  </a:cubicBezTo>
                  <a:cubicBezTo>
                    <a:pt x="408" y="1095"/>
                    <a:pt x="349" y="1068"/>
                    <a:pt x="290" y="1068"/>
                  </a:cubicBezTo>
                  <a:cubicBezTo>
                    <a:pt x="142" y="1068"/>
                    <a:pt x="0" y="1237"/>
                    <a:pt x="117" y="1399"/>
                  </a:cubicBezTo>
                  <a:cubicBezTo>
                    <a:pt x="439" y="1855"/>
                    <a:pt x="962" y="2124"/>
                    <a:pt x="1514" y="2124"/>
                  </a:cubicBezTo>
                  <a:cubicBezTo>
                    <a:pt x="2551" y="2124"/>
                    <a:pt x="3353" y="1212"/>
                    <a:pt x="3218" y="180"/>
                  </a:cubicBezTo>
                  <a:cubicBezTo>
                    <a:pt x="3201" y="57"/>
                    <a:pt x="3110" y="1"/>
                    <a:pt x="30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7" name="Google Shape;18877;p89"/>
          <p:cNvGrpSpPr/>
          <p:nvPr/>
        </p:nvGrpSpPr>
        <p:grpSpPr>
          <a:xfrm>
            <a:off x="1298499" y="2066286"/>
            <a:ext cx="365525" cy="164421"/>
            <a:chOff x="1298499" y="2066286"/>
            <a:chExt cx="365525" cy="164421"/>
          </a:xfrm>
        </p:grpSpPr>
        <p:sp>
          <p:nvSpPr>
            <p:cNvPr id="18878" name="Google Shape;18878;p89"/>
            <p:cNvSpPr/>
            <p:nvPr/>
          </p:nvSpPr>
          <p:spPr>
            <a:xfrm>
              <a:off x="1466536" y="2101398"/>
              <a:ext cx="191960" cy="89953"/>
            </a:xfrm>
            <a:custGeom>
              <a:rect b="b" l="l" r="r" t="t"/>
              <a:pathLst>
                <a:path extrusionOk="0" h="3433" w="7326">
                  <a:moveTo>
                    <a:pt x="168" y="0"/>
                  </a:moveTo>
                  <a:cubicBezTo>
                    <a:pt x="72" y="0"/>
                    <a:pt x="0" y="77"/>
                    <a:pt x="0" y="168"/>
                  </a:cubicBezTo>
                  <a:lnTo>
                    <a:pt x="0" y="3264"/>
                  </a:lnTo>
                  <a:cubicBezTo>
                    <a:pt x="0" y="3360"/>
                    <a:pt x="72" y="3432"/>
                    <a:pt x="168" y="3432"/>
                  </a:cubicBezTo>
                  <a:lnTo>
                    <a:pt x="7162" y="3432"/>
                  </a:lnTo>
                  <a:cubicBezTo>
                    <a:pt x="7253" y="3432"/>
                    <a:pt x="7325" y="3360"/>
                    <a:pt x="7325" y="3264"/>
                  </a:cubicBezTo>
                  <a:lnTo>
                    <a:pt x="7325" y="168"/>
                  </a:lnTo>
                  <a:cubicBezTo>
                    <a:pt x="7325" y="77"/>
                    <a:pt x="7253" y="0"/>
                    <a:pt x="7162"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89"/>
            <p:cNvSpPr/>
            <p:nvPr/>
          </p:nvSpPr>
          <p:spPr>
            <a:xfrm>
              <a:off x="1466536" y="2150580"/>
              <a:ext cx="191960" cy="40771"/>
            </a:xfrm>
            <a:custGeom>
              <a:rect b="b" l="l" r="r" t="t"/>
              <a:pathLst>
                <a:path extrusionOk="0" h="1556" w="7326">
                  <a:moveTo>
                    <a:pt x="0" y="0"/>
                  </a:moveTo>
                  <a:lnTo>
                    <a:pt x="0" y="1387"/>
                  </a:lnTo>
                  <a:cubicBezTo>
                    <a:pt x="0" y="1483"/>
                    <a:pt x="72" y="1555"/>
                    <a:pt x="168" y="1555"/>
                  </a:cubicBezTo>
                  <a:lnTo>
                    <a:pt x="7162" y="1555"/>
                  </a:lnTo>
                  <a:cubicBezTo>
                    <a:pt x="7253" y="1555"/>
                    <a:pt x="7325" y="1483"/>
                    <a:pt x="7325" y="1387"/>
                  </a:cubicBezTo>
                  <a:lnTo>
                    <a:pt x="732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89"/>
            <p:cNvSpPr/>
            <p:nvPr/>
          </p:nvSpPr>
          <p:spPr>
            <a:xfrm>
              <a:off x="1466536" y="2170703"/>
              <a:ext cx="191960" cy="20648"/>
            </a:xfrm>
            <a:custGeom>
              <a:rect b="b" l="l" r="r" t="t"/>
              <a:pathLst>
                <a:path extrusionOk="0" h="788" w="7326">
                  <a:moveTo>
                    <a:pt x="0" y="0"/>
                  </a:moveTo>
                  <a:lnTo>
                    <a:pt x="0" y="619"/>
                  </a:lnTo>
                  <a:cubicBezTo>
                    <a:pt x="0" y="711"/>
                    <a:pt x="72" y="787"/>
                    <a:pt x="168" y="787"/>
                  </a:cubicBezTo>
                  <a:lnTo>
                    <a:pt x="7162" y="787"/>
                  </a:lnTo>
                  <a:cubicBezTo>
                    <a:pt x="7253" y="787"/>
                    <a:pt x="7325" y="711"/>
                    <a:pt x="7325" y="619"/>
                  </a:cubicBezTo>
                  <a:lnTo>
                    <a:pt x="7325"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89"/>
            <p:cNvSpPr/>
            <p:nvPr/>
          </p:nvSpPr>
          <p:spPr>
            <a:xfrm>
              <a:off x="1304028" y="2101398"/>
              <a:ext cx="102164" cy="89953"/>
            </a:xfrm>
            <a:custGeom>
              <a:rect b="b" l="l" r="r" t="t"/>
              <a:pathLst>
                <a:path extrusionOk="0" h="3433" w="3899">
                  <a:moveTo>
                    <a:pt x="168" y="0"/>
                  </a:moveTo>
                  <a:cubicBezTo>
                    <a:pt x="72" y="0"/>
                    <a:pt x="0" y="77"/>
                    <a:pt x="0" y="168"/>
                  </a:cubicBezTo>
                  <a:lnTo>
                    <a:pt x="0" y="3264"/>
                  </a:lnTo>
                  <a:cubicBezTo>
                    <a:pt x="0" y="3360"/>
                    <a:pt x="72" y="3432"/>
                    <a:pt x="168" y="3432"/>
                  </a:cubicBezTo>
                  <a:lnTo>
                    <a:pt x="3730" y="3432"/>
                  </a:lnTo>
                  <a:cubicBezTo>
                    <a:pt x="3821" y="3432"/>
                    <a:pt x="3898" y="3360"/>
                    <a:pt x="3898" y="3264"/>
                  </a:cubicBezTo>
                  <a:lnTo>
                    <a:pt x="3898" y="168"/>
                  </a:lnTo>
                  <a:cubicBezTo>
                    <a:pt x="3898" y="77"/>
                    <a:pt x="3821" y="0"/>
                    <a:pt x="373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89"/>
            <p:cNvSpPr/>
            <p:nvPr/>
          </p:nvSpPr>
          <p:spPr>
            <a:xfrm>
              <a:off x="1322762" y="2101398"/>
              <a:ext cx="83429" cy="69332"/>
            </a:xfrm>
            <a:custGeom>
              <a:rect b="b" l="l" r="r" t="t"/>
              <a:pathLst>
                <a:path extrusionOk="0" h="2646" w="3184">
                  <a:moveTo>
                    <a:pt x="1" y="0"/>
                  </a:moveTo>
                  <a:lnTo>
                    <a:pt x="1" y="2477"/>
                  </a:lnTo>
                  <a:cubicBezTo>
                    <a:pt x="1" y="2568"/>
                    <a:pt x="77" y="2645"/>
                    <a:pt x="169" y="2645"/>
                  </a:cubicBezTo>
                  <a:lnTo>
                    <a:pt x="3183" y="2645"/>
                  </a:lnTo>
                  <a:lnTo>
                    <a:pt x="3183" y="168"/>
                  </a:lnTo>
                  <a:cubicBezTo>
                    <a:pt x="3183" y="101"/>
                    <a:pt x="3145" y="34"/>
                    <a:pt x="308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89"/>
            <p:cNvSpPr/>
            <p:nvPr/>
          </p:nvSpPr>
          <p:spPr>
            <a:xfrm>
              <a:off x="1304028" y="2150580"/>
              <a:ext cx="102164" cy="40771"/>
            </a:xfrm>
            <a:custGeom>
              <a:rect b="b" l="l" r="r" t="t"/>
              <a:pathLst>
                <a:path extrusionOk="0" h="1556" w="3899">
                  <a:moveTo>
                    <a:pt x="0" y="0"/>
                  </a:moveTo>
                  <a:lnTo>
                    <a:pt x="0" y="1387"/>
                  </a:lnTo>
                  <a:cubicBezTo>
                    <a:pt x="0" y="1483"/>
                    <a:pt x="72" y="1555"/>
                    <a:pt x="168" y="1555"/>
                  </a:cubicBezTo>
                  <a:lnTo>
                    <a:pt x="3730" y="1555"/>
                  </a:lnTo>
                  <a:cubicBezTo>
                    <a:pt x="3821" y="1555"/>
                    <a:pt x="3898" y="1483"/>
                    <a:pt x="3898" y="1387"/>
                  </a:cubicBezTo>
                  <a:lnTo>
                    <a:pt x="3898"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89"/>
            <p:cNvSpPr/>
            <p:nvPr/>
          </p:nvSpPr>
          <p:spPr>
            <a:xfrm>
              <a:off x="1304028" y="2150580"/>
              <a:ext cx="102164" cy="40771"/>
            </a:xfrm>
            <a:custGeom>
              <a:rect b="b" l="l" r="r" t="t"/>
              <a:pathLst>
                <a:path extrusionOk="0" h="1556" w="3899">
                  <a:moveTo>
                    <a:pt x="0" y="0"/>
                  </a:moveTo>
                  <a:lnTo>
                    <a:pt x="0" y="1387"/>
                  </a:lnTo>
                  <a:cubicBezTo>
                    <a:pt x="0" y="1479"/>
                    <a:pt x="72" y="1555"/>
                    <a:pt x="168" y="1555"/>
                  </a:cubicBezTo>
                  <a:lnTo>
                    <a:pt x="3730" y="1555"/>
                  </a:lnTo>
                  <a:cubicBezTo>
                    <a:pt x="3821" y="1555"/>
                    <a:pt x="3898" y="1479"/>
                    <a:pt x="3898" y="1387"/>
                  </a:cubicBezTo>
                  <a:lnTo>
                    <a:pt x="3898" y="768"/>
                  </a:lnTo>
                  <a:lnTo>
                    <a:pt x="888" y="768"/>
                  </a:lnTo>
                  <a:cubicBezTo>
                    <a:pt x="792" y="768"/>
                    <a:pt x="720" y="696"/>
                    <a:pt x="720" y="600"/>
                  </a:cubicBezTo>
                  <a:lnTo>
                    <a:pt x="720"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89"/>
            <p:cNvSpPr/>
            <p:nvPr/>
          </p:nvSpPr>
          <p:spPr>
            <a:xfrm>
              <a:off x="1378495" y="2071763"/>
              <a:ext cx="43418" cy="153520"/>
            </a:xfrm>
            <a:custGeom>
              <a:rect b="b" l="l" r="r" t="t"/>
              <a:pathLst>
                <a:path extrusionOk="0" h="5859" w="1657">
                  <a:moveTo>
                    <a:pt x="1428" y="0"/>
                  </a:moveTo>
                  <a:cubicBezTo>
                    <a:pt x="1351" y="0"/>
                    <a:pt x="1273" y="38"/>
                    <a:pt x="1229" y="123"/>
                  </a:cubicBezTo>
                  <a:lnTo>
                    <a:pt x="77" y="2331"/>
                  </a:lnTo>
                  <a:cubicBezTo>
                    <a:pt x="29" y="2427"/>
                    <a:pt x="0" y="2533"/>
                    <a:pt x="0" y="2643"/>
                  </a:cubicBezTo>
                  <a:lnTo>
                    <a:pt x="0" y="4314"/>
                  </a:lnTo>
                  <a:cubicBezTo>
                    <a:pt x="0" y="4472"/>
                    <a:pt x="58" y="4626"/>
                    <a:pt x="159" y="4751"/>
                  </a:cubicBezTo>
                  <a:lnTo>
                    <a:pt x="989" y="5725"/>
                  </a:lnTo>
                  <a:cubicBezTo>
                    <a:pt x="1066" y="5816"/>
                    <a:pt x="1172" y="5858"/>
                    <a:pt x="1277" y="5858"/>
                  </a:cubicBezTo>
                  <a:cubicBezTo>
                    <a:pt x="1433" y="5858"/>
                    <a:pt x="1587" y="5765"/>
                    <a:pt x="1642" y="5595"/>
                  </a:cubicBezTo>
                  <a:cubicBezTo>
                    <a:pt x="1651" y="5557"/>
                    <a:pt x="1656" y="5514"/>
                    <a:pt x="1656" y="5475"/>
                  </a:cubicBezTo>
                  <a:lnTo>
                    <a:pt x="1656" y="229"/>
                  </a:lnTo>
                  <a:cubicBezTo>
                    <a:pt x="1656" y="85"/>
                    <a:pt x="1543" y="0"/>
                    <a:pt x="1428"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89"/>
            <p:cNvSpPr/>
            <p:nvPr/>
          </p:nvSpPr>
          <p:spPr>
            <a:xfrm>
              <a:off x="1396837" y="2086672"/>
              <a:ext cx="25076" cy="131720"/>
            </a:xfrm>
            <a:custGeom>
              <a:rect b="b" l="l" r="r" t="t"/>
              <a:pathLst>
                <a:path extrusionOk="0" h="5027" w="957">
                  <a:moveTo>
                    <a:pt x="956" y="1"/>
                  </a:moveTo>
                  <a:lnTo>
                    <a:pt x="78" y="1690"/>
                  </a:lnTo>
                  <a:cubicBezTo>
                    <a:pt x="25" y="1786"/>
                    <a:pt x="1" y="1892"/>
                    <a:pt x="1" y="2002"/>
                  </a:cubicBezTo>
                  <a:lnTo>
                    <a:pt x="1" y="3673"/>
                  </a:lnTo>
                  <a:cubicBezTo>
                    <a:pt x="1" y="3831"/>
                    <a:pt x="59" y="3985"/>
                    <a:pt x="159" y="4105"/>
                  </a:cubicBezTo>
                  <a:lnTo>
                    <a:pt x="942" y="5026"/>
                  </a:lnTo>
                  <a:cubicBezTo>
                    <a:pt x="951" y="4988"/>
                    <a:pt x="956" y="4950"/>
                    <a:pt x="956" y="4906"/>
                  </a:cubicBezTo>
                  <a:lnTo>
                    <a:pt x="956"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89"/>
            <p:cNvSpPr/>
            <p:nvPr/>
          </p:nvSpPr>
          <p:spPr>
            <a:xfrm>
              <a:off x="1451574" y="2071763"/>
              <a:ext cx="43418" cy="153520"/>
            </a:xfrm>
            <a:custGeom>
              <a:rect b="b" l="l" r="r" t="t"/>
              <a:pathLst>
                <a:path extrusionOk="0" h="5859" w="1657">
                  <a:moveTo>
                    <a:pt x="228" y="0"/>
                  </a:moveTo>
                  <a:cubicBezTo>
                    <a:pt x="113" y="0"/>
                    <a:pt x="0" y="85"/>
                    <a:pt x="0" y="229"/>
                  </a:cubicBezTo>
                  <a:lnTo>
                    <a:pt x="0" y="5480"/>
                  </a:lnTo>
                  <a:cubicBezTo>
                    <a:pt x="0" y="5523"/>
                    <a:pt x="5" y="5562"/>
                    <a:pt x="19" y="5600"/>
                  </a:cubicBezTo>
                  <a:cubicBezTo>
                    <a:pt x="76" y="5766"/>
                    <a:pt x="229" y="5859"/>
                    <a:pt x="383" y="5859"/>
                  </a:cubicBezTo>
                  <a:cubicBezTo>
                    <a:pt x="487" y="5859"/>
                    <a:pt x="592" y="5816"/>
                    <a:pt x="667" y="5725"/>
                  </a:cubicBezTo>
                  <a:lnTo>
                    <a:pt x="1498" y="4751"/>
                  </a:lnTo>
                  <a:cubicBezTo>
                    <a:pt x="1599" y="4631"/>
                    <a:pt x="1656" y="4477"/>
                    <a:pt x="1656" y="4319"/>
                  </a:cubicBezTo>
                  <a:lnTo>
                    <a:pt x="1656" y="2643"/>
                  </a:lnTo>
                  <a:cubicBezTo>
                    <a:pt x="1656" y="2538"/>
                    <a:pt x="1632" y="2432"/>
                    <a:pt x="1579" y="2336"/>
                  </a:cubicBezTo>
                  <a:lnTo>
                    <a:pt x="427" y="123"/>
                  </a:lnTo>
                  <a:cubicBezTo>
                    <a:pt x="383" y="38"/>
                    <a:pt x="305" y="0"/>
                    <a:pt x="228"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89"/>
            <p:cNvSpPr/>
            <p:nvPr/>
          </p:nvSpPr>
          <p:spPr>
            <a:xfrm>
              <a:off x="1451443" y="2086934"/>
              <a:ext cx="25181" cy="131458"/>
            </a:xfrm>
            <a:custGeom>
              <a:rect b="b" l="l" r="r" t="t"/>
              <a:pathLst>
                <a:path extrusionOk="0" h="5017" w="961">
                  <a:moveTo>
                    <a:pt x="0" y="0"/>
                  </a:moveTo>
                  <a:lnTo>
                    <a:pt x="0" y="4896"/>
                  </a:lnTo>
                  <a:cubicBezTo>
                    <a:pt x="0" y="4940"/>
                    <a:pt x="10" y="4978"/>
                    <a:pt x="19" y="5016"/>
                  </a:cubicBezTo>
                  <a:lnTo>
                    <a:pt x="802" y="4104"/>
                  </a:lnTo>
                  <a:cubicBezTo>
                    <a:pt x="903" y="3980"/>
                    <a:pt x="960" y="3826"/>
                    <a:pt x="960" y="3668"/>
                  </a:cubicBezTo>
                  <a:lnTo>
                    <a:pt x="960" y="1997"/>
                  </a:lnTo>
                  <a:cubicBezTo>
                    <a:pt x="960" y="1892"/>
                    <a:pt x="931" y="1786"/>
                    <a:pt x="883" y="1690"/>
                  </a:cubicBezTo>
                  <a:lnTo>
                    <a:pt x="0"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89"/>
            <p:cNvSpPr/>
            <p:nvPr/>
          </p:nvSpPr>
          <p:spPr>
            <a:xfrm>
              <a:off x="1465016" y="2218104"/>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89"/>
            <p:cNvSpPr/>
            <p:nvPr/>
          </p:nvSpPr>
          <p:spPr>
            <a:xfrm>
              <a:off x="1465147" y="2218104"/>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89"/>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89"/>
            <p:cNvSpPr/>
            <p:nvPr/>
          </p:nvSpPr>
          <p:spPr>
            <a:xfrm>
              <a:off x="1465016" y="2218235"/>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89"/>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89"/>
            <p:cNvSpPr/>
            <p:nvPr/>
          </p:nvSpPr>
          <p:spPr>
            <a:xfrm>
              <a:off x="1446150" y="2091179"/>
              <a:ext cx="217874" cy="139476"/>
            </a:xfrm>
            <a:custGeom>
              <a:rect b="b" l="l" r="r" t="t"/>
              <a:pathLst>
                <a:path extrusionOk="0" h="5323" w="8315">
                  <a:moveTo>
                    <a:pt x="7892" y="597"/>
                  </a:moveTo>
                  <a:lnTo>
                    <a:pt x="7892" y="2056"/>
                  </a:lnTo>
                  <a:lnTo>
                    <a:pt x="2070" y="2056"/>
                  </a:lnTo>
                  <a:cubicBezTo>
                    <a:pt x="2065" y="1763"/>
                    <a:pt x="2089" y="1715"/>
                    <a:pt x="2046" y="1643"/>
                  </a:cubicBezTo>
                  <a:lnTo>
                    <a:pt x="1503" y="597"/>
                  </a:lnTo>
                  <a:lnTo>
                    <a:pt x="2108" y="597"/>
                  </a:lnTo>
                  <a:lnTo>
                    <a:pt x="2108" y="1048"/>
                  </a:lnTo>
                  <a:cubicBezTo>
                    <a:pt x="2108" y="1187"/>
                    <a:pt x="2212" y="1257"/>
                    <a:pt x="2317" y="1257"/>
                  </a:cubicBezTo>
                  <a:cubicBezTo>
                    <a:pt x="2421" y="1257"/>
                    <a:pt x="2526" y="1187"/>
                    <a:pt x="2526" y="1048"/>
                  </a:cubicBezTo>
                  <a:lnTo>
                    <a:pt x="2526" y="597"/>
                  </a:lnTo>
                  <a:lnTo>
                    <a:pt x="2751" y="597"/>
                  </a:lnTo>
                  <a:lnTo>
                    <a:pt x="2751" y="1624"/>
                  </a:lnTo>
                  <a:cubicBezTo>
                    <a:pt x="2751" y="1761"/>
                    <a:pt x="2854" y="1829"/>
                    <a:pt x="2958" y="1829"/>
                  </a:cubicBezTo>
                  <a:cubicBezTo>
                    <a:pt x="3061" y="1829"/>
                    <a:pt x="3164" y="1761"/>
                    <a:pt x="3164" y="1624"/>
                  </a:cubicBezTo>
                  <a:lnTo>
                    <a:pt x="3164" y="597"/>
                  </a:lnTo>
                  <a:lnTo>
                    <a:pt x="3390" y="597"/>
                  </a:lnTo>
                  <a:lnTo>
                    <a:pt x="3390" y="1048"/>
                  </a:lnTo>
                  <a:cubicBezTo>
                    <a:pt x="3390" y="1187"/>
                    <a:pt x="3493" y="1257"/>
                    <a:pt x="3596" y="1257"/>
                  </a:cubicBezTo>
                  <a:cubicBezTo>
                    <a:pt x="3699" y="1257"/>
                    <a:pt x="3802" y="1187"/>
                    <a:pt x="3802" y="1048"/>
                  </a:cubicBezTo>
                  <a:lnTo>
                    <a:pt x="3802" y="597"/>
                  </a:lnTo>
                  <a:lnTo>
                    <a:pt x="4028" y="597"/>
                  </a:lnTo>
                  <a:lnTo>
                    <a:pt x="4028" y="1048"/>
                  </a:lnTo>
                  <a:cubicBezTo>
                    <a:pt x="4028" y="1187"/>
                    <a:pt x="4132" y="1257"/>
                    <a:pt x="4237" y="1257"/>
                  </a:cubicBezTo>
                  <a:cubicBezTo>
                    <a:pt x="4341" y="1257"/>
                    <a:pt x="4446" y="1187"/>
                    <a:pt x="4446" y="1048"/>
                  </a:cubicBezTo>
                  <a:lnTo>
                    <a:pt x="4446" y="597"/>
                  </a:lnTo>
                  <a:lnTo>
                    <a:pt x="4671" y="597"/>
                  </a:lnTo>
                  <a:lnTo>
                    <a:pt x="4671" y="1048"/>
                  </a:lnTo>
                  <a:cubicBezTo>
                    <a:pt x="4671" y="1187"/>
                    <a:pt x="4774" y="1257"/>
                    <a:pt x="4878" y="1257"/>
                  </a:cubicBezTo>
                  <a:cubicBezTo>
                    <a:pt x="4981" y="1257"/>
                    <a:pt x="5084" y="1187"/>
                    <a:pt x="5084" y="1048"/>
                  </a:cubicBezTo>
                  <a:lnTo>
                    <a:pt x="5084" y="597"/>
                  </a:lnTo>
                  <a:lnTo>
                    <a:pt x="5310" y="597"/>
                  </a:lnTo>
                  <a:lnTo>
                    <a:pt x="5310" y="1624"/>
                  </a:lnTo>
                  <a:cubicBezTo>
                    <a:pt x="5310" y="1761"/>
                    <a:pt x="5413" y="1829"/>
                    <a:pt x="5516" y="1829"/>
                  </a:cubicBezTo>
                  <a:cubicBezTo>
                    <a:pt x="5619" y="1829"/>
                    <a:pt x="5723" y="1761"/>
                    <a:pt x="5723" y="1624"/>
                  </a:cubicBezTo>
                  <a:lnTo>
                    <a:pt x="5723" y="597"/>
                  </a:lnTo>
                  <a:lnTo>
                    <a:pt x="5948" y="597"/>
                  </a:lnTo>
                  <a:lnTo>
                    <a:pt x="5948" y="1048"/>
                  </a:lnTo>
                  <a:cubicBezTo>
                    <a:pt x="5948" y="1187"/>
                    <a:pt x="6053" y="1257"/>
                    <a:pt x="6157" y="1257"/>
                  </a:cubicBezTo>
                  <a:cubicBezTo>
                    <a:pt x="6261" y="1257"/>
                    <a:pt x="6366" y="1187"/>
                    <a:pt x="6366" y="1048"/>
                  </a:cubicBezTo>
                  <a:lnTo>
                    <a:pt x="6366" y="597"/>
                  </a:lnTo>
                  <a:lnTo>
                    <a:pt x="6591" y="597"/>
                  </a:lnTo>
                  <a:lnTo>
                    <a:pt x="6591" y="1048"/>
                  </a:lnTo>
                  <a:cubicBezTo>
                    <a:pt x="6591" y="1187"/>
                    <a:pt x="6695" y="1257"/>
                    <a:pt x="6798" y="1257"/>
                  </a:cubicBezTo>
                  <a:cubicBezTo>
                    <a:pt x="6901" y="1257"/>
                    <a:pt x="7004" y="1187"/>
                    <a:pt x="7004" y="1048"/>
                  </a:cubicBezTo>
                  <a:lnTo>
                    <a:pt x="7004" y="597"/>
                  </a:lnTo>
                  <a:lnTo>
                    <a:pt x="7230" y="597"/>
                  </a:lnTo>
                  <a:lnTo>
                    <a:pt x="7230" y="1048"/>
                  </a:lnTo>
                  <a:cubicBezTo>
                    <a:pt x="7230" y="1187"/>
                    <a:pt x="7334" y="1257"/>
                    <a:pt x="7438" y="1257"/>
                  </a:cubicBezTo>
                  <a:cubicBezTo>
                    <a:pt x="7542" y="1257"/>
                    <a:pt x="7645" y="1187"/>
                    <a:pt x="7643" y="1048"/>
                  </a:cubicBezTo>
                  <a:lnTo>
                    <a:pt x="7643" y="597"/>
                  </a:lnTo>
                  <a:close/>
                  <a:moveTo>
                    <a:pt x="1066" y="0"/>
                  </a:moveTo>
                  <a:cubicBezTo>
                    <a:pt x="968" y="0"/>
                    <a:pt x="871" y="67"/>
                    <a:pt x="860" y="184"/>
                  </a:cubicBezTo>
                  <a:cubicBezTo>
                    <a:pt x="855" y="227"/>
                    <a:pt x="860" y="265"/>
                    <a:pt x="879" y="304"/>
                  </a:cubicBezTo>
                  <a:lnTo>
                    <a:pt x="1037" y="601"/>
                  </a:lnTo>
                  <a:lnTo>
                    <a:pt x="1657" y="1792"/>
                  </a:lnTo>
                  <a:lnTo>
                    <a:pt x="1657" y="3746"/>
                  </a:lnTo>
                  <a:lnTo>
                    <a:pt x="721" y="4845"/>
                  </a:lnTo>
                  <a:lnTo>
                    <a:pt x="721" y="4850"/>
                  </a:lnTo>
                  <a:cubicBezTo>
                    <a:pt x="687" y="4888"/>
                    <a:pt x="639" y="4912"/>
                    <a:pt x="591" y="4912"/>
                  </a:cubicBezTo>
                  <a:cubicBezTo>
                    <a:pt x="495" y="4912"/>
                    <a:pt x="413" y="4835"/>
                    <a:pt x="413" y="4739"/>
                  </a:cubicBezTo>
                  <a:lnTo>
                    <a:pt x="413" y="3419"/>
                  </a:lnTo>
                  <a:cubicBezTo>
                    <a:pt x="413" y="3282"/>
                    <a:pt x="310" y="3214"/>
                    <a:pt x="207" y="3214"/>
                  </a:cubicBezTo>
                  <a:cubicBezTo>
                    <a:pt x="104" y="3214"/>
                    <a:pt x="1" y="3282"/>
                    <a:pt x="1" y="3419"/>
                  </a:cubicBezTo>
                  <a:lnTo>
                    <a:pt x="1" y="4734"/>
                  </a:lnTo>
                  <a:cubicBezTo>
                    <a:pt x="1" y="5092"/>
                    <a:pt x="292" y="5323"/>
                    <a:pt x="593" y="5323"/>
                  </a:cubicBezTo>
                  <a:cubicBezTo>
                    <a:pt x="752" y="5323"/>
                    <a:pt x="915" y="5258"/>
                    <a:pt x="1037" y="5114"/>
                  </a:cubicBezTo>
                  <a:lnTo>
                    <a:pt x="1959" y="4029"/>
                  </a:lnTo>
                  <a:lnTo>
                    <a:pt x="3730" y="4029"/>
                  </a:lnTo>
                  <a:cubicBezTo>
                    <a:pt x="4009" y="4029"/>
                    <a:pt x="4009" y="3616"/>
                    <a:pt x="3730" y="3616"/>
                  </a:cubicBezTo>
                  <a:lnTo>
                    <a:pt x="2070" y="3616"/>
                  </a:lnTo>
                  <a:lnTo>
                    <a:pt x="2070" y="2474"/>
                  </a:lnTo>
                  <a:lnTo>
                    <a:pt x="7897" y="2474"/>
                  </a:lnTo>
                  <a:lnTo>
                    <a:pt x="7897" y="3616"/>
                  </a:lnTo>
                  <a:lnTo>
                    <a:pt x="4561" y="3616"/>
                  </a:lnTo>
                  <a:cubicBezTo>
                    <a:pt x="4282" y="3616"/>
                    <a:pt x="4282" y="4029"/>
                    <a:pt x="4561" y="4029"/>
                  </a:cubicBezTo>
                  <a:lnTo>
                    <a:pt x="8103" y="4029"/>
                  </a:lnTo>
                  <a:cubicBezTo>
                    <a:pt x="8219" y="4029"/>
                    <a:pt x="8315" y="3938"/>
                    <a:pt x="8315" y="3822"/>
                  </a:cubicBezTo>
                  <a:lnTo>
                    <a:pt x="8315" y="390"/>
                  </a:lnTo>
                  <a:cubicBezTo>
                    <a:pt x="8315" y="275"/>
                    <a:pt x="8219" y="184"/>
                    <a:pt x="8103" y="184"/>
                  </a:cubicBezTo>
                  <a:lnTo>
                    <a:pt x="1287" y="184"/>
                  </a:lnTo>
                  <a:lnTo>
                    <a:pt x="1249" y="112"/>
                  </a:lnTo>
                  <a:cubicBezTo>
                    <a:pt x="1208" y="35"/>
                    <a:pt x="1137" y="0"/>
                    <a:pt x="10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89"/>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89"/>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89"/>
            <p:cNvSpPr/>
            <p:nvPr/>
          </p:nvSpPr>
          <p:spPr>
            <a:xfrm>
              <a:off x="1383893" y="2189307"/>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89"/>
            <p:cNvSpPr/>
            <p:nvPr/>
          </p:nvSpPr>
          <p:spPr>
            <a:xfrm>
              <a:off x="1298499" y="2066313"/>
              <a:ext cx="128943" cy="164394"/>
            </a:xfrm>
            <a:custGeom>
              <a:rect b="b" l="l" r="r" t="t"/>
              <a:pathLst>
                <a:path extrusionOk="0" h="6274" w="4921">
                  <a:moveTo>
                    <a:pt x="2847" y="3423"/>
                  </a:moveTo>
                  <a:lnTo>
                    <a:pt x="2847" y="4565"/>
                  </a:lnTo>
                  <a:lnTo>
                    <a:pt x="418" y="4565"/>
                  </a:lnTo>
                  <a:lnTo>
                    <a:pt x="418" y="3423"/>
                  </a:lnTo>
                  <a:close/>
                  <a:moveTo>
                    <a:pt x="4484" y="0"/>
                  </a:moveTo>
                  <a:cubicBezTo>
                    <a:pt x="4320" y="0"/>
                    <a:pt x="4172" y="91"/>
                    <a:pt x="4100" y="235"/>
                  </a:cubicBezTo>
                  <a:lnTo>
                    <a:pt x="3629" y="1133"/>
                  </a:lnTo>
                  <a:lnTo>
                    <a:pt x="211" y="1133"/>
                  </a:lnTo>
                  <a:cubicBezTo>
                    <a:pt x="96" y="1133"/>
                    <a:pt x="5" y="1229"/>
                    <a:pt x="5" y="1344"/>
                  </a:cubicBezTo>
                  <a:lnTo>
                    <a:pt x="5" y="1786"/>
                  </a:lnTo>
                  <a:cubicBezTo>
                    <a:pt x="5" y="1922"/>
                    <a:pt x="108" y="1991"/>
                    <a:pt x="211" y="1991"/>
                  </a:cubicBezTo>
                  <a:cubicBezTo>
                    <a:pt x="315" y="1991"/>
                    <a:pt x="418" y="1922"/>
                    <a:pt x="418" y="1786"/>
                  </a:cubicBezTo>
                  <a:lnTo>
                    <a:pt x="418" y="1550"/>
                  </a:lnTo>
                  <a:lnTo>
                    <a:pt x="701" y="1550"/>
                  </a:lnTo>
                  <a:lnTo>
                    <a:pt x="701" y="2573"/>
                  </a:lnTo>
                  <a:cubicBezTo>
                    <a:pt x="701" y="2710"/>
                    <a:pt x="804" y="2778"/>
                    <a:pt x="907" y="2778"/>
                  </a:cubicBezTo>
                  <a:cubicBezTo>
                    <a:pt x="1011" y="2778"/>
                    <a:pt x="1114" y="2710"/>
                    <a:pt x="1114" y="2573"/>
                  </a:cubicBezTo>
                  <a:lnTo>
                    <a:pt x="1114" y="1546"/>
                  </a:lnTo>
                  <a:lnTo>
                    <a:pt x="1339" y="1546"/>
                  </a:lnTo>
                  <a:lnTo>
                    <a:pt x="1339" y="1997"/>
                  </a:lnTo>
                  <a:cubicBezTo>
                    <a:pt x="1337" y="2136"/>
                    <a:pt x="1440" y="2206"/>
                    <a:pt x="1544" y="2206"/>
                  </a:cubicBezTo>
                  <a:cubicBezTo>
                    <a:pt x="1648" y="2206"/>
                    <a:pt x="1752" y="2136"/>
                    <a:pt x="1752" y="1997"/>
                  </a:cubicBezTo>
                  <a:lnTo>
                    <a:pt x="1752" y="1546"/>
                  </a:lnTo>
                  <a:lnTo>
                    <a:pt x="1978" y="1546"/>
                  </a:lnTo>
                  <a:lnTo>
                    <a:pt x="1978" y="1997"/>
                  </a:lnTo>
                  <a:cubicBezTo>
                    <a:pt x="1978" y="2136"/>
                    <a:pt x="2081" y="2206"/>
                    <a:pt x="2184" y="2206"/>
                  </a:cubicBezTo>
                  <a:cubicBezTo>
                    <a:pt x="2287" y="2206"/>
                    <a:pt x="2391" y="2136"/>
                    <a:pt x="2391" y="1997"/>
                  </a:cubicBezTo>
                  <a:lnTo>
                    <a:pt x="2391" y="1546"/>
                  </a:lnTo>
                  <a:lnTo>
                    <a:pt x="2616" y="1546"/>
                  </a:lnTo>
                  <a:lnTo>
                    <a:pt x="2616" y="1997"/>
                  </a:lnTo>
                  <a:cubicBezTo>
                    <a:pt x="2616" y="2136"/>
                    <a:pt x="2719" y="2206"/>
                    <a:pt x="2823" y="2206"/>
                  </a:cubicBezTo>
                  <a:cubicBezTo>
                    <a:pt x="2926" y="2206"/>
                    <a:pt x="3029" y="2136"/>
                    <a:pt x="3029" y="1997"/>
                  </a:cubicBezTo>
                  <a:lnTo>
                    <a:pt x="3029" y="1546"/>
                  </a:lnTo>
                  <a:lnTo>
                    <a:pt x="3260" y="1546"/>
                  </a:lnTo>
                  <a:lnTo>
                    <a:pt x="3260" y="1843"/>
                  </a:lnTo>
                  <a:cubicBezTo>
                    <a:pt x="2717" y="2904"/>
                    <a:pt x="2871" y="2458"/>
                    <a:pt x="2842" y="3010"/>
                  </a:cubicBezTo>
                  <a:lnTo>
                    <a:pt x="418" y="3010"/>
                  </a:lnTo>
                  <a:lnTo>
                    <a:pt x="418" y="2611"/>
                  </a:lnTo>
                  <a:cubicBezTo>
                    <a:pt x="418" y="2472"/>
                    <a:pt x="313" y="2403"/>
                    <a:pt x="209" y="2403"/>
                  </a:cubicBezTo>
                  <a:cubicBezTo>
                    <a:pt x="105" y="2403"/>
                    <a:pt x="0" y="2472"/>
                    <a:pt x="0" y="2611"/>
                  </a:cubicBezTo>
                  <a:lnTo>
                    <a:pt x="0" y="4771"/>
                  </a:lnTo>
                  <a:cubicBezTo>
                    <a:pt x="0" y="4887"/>
                    <a:pt x="96" y="4978"/>
                    <a:pt x="207" y="4978"/>
                  </a:cubicBezTo>
                  <a:lnTo>
                    <a:pt x="2957" y="4978"/>
                  </a:lnTo>
                  <a:lnTo>
                    <a:pt x="3207" y="5271"/>
                  </a:lnTo>
                  <a:cubicBezTo>
                    <a:pt x="3252" y="5325"/>
                    <a:pt x="3307" y="5348"/>
                    <a:pt x="3360" y="5348"/>
                  </a:cubicBezTo>
                  <a:cubicBezTo>
                    <a:pt x="3514" y="5348"/>
                    <a:pt x="3655" y="5159"/>
                    <a:pt x="3524" y="5002"/>
                  </a:cubicBezTo>
                  <a:lnTo>
                    <a:pt x="3260" y="4695"/>
                  </a:lnTo>
                  <a:lnTo>
                    <a:pt x="3260" y="2736"/>
                  </a:lnTo>
                  <a:cubicBezTo>
                    <a:pt x="4402" y="548"/>
                    <a:pt x="4467" y="415"/>
                    <a:pt x="4476" y="415"/>
                  </a:cubicBezTo>
                  <a:cubicBezTo>
                    <a:pt x="4477" y="415"/>
                    <a:pt x="4477" y="418"/>
                    <a:pt x="4479" y="418"/>
                  </a:cubicBezTo>
                  <a:cubicBezTo>
                    <a:pt x="4483" y="418"/>
                    <a:pt x="4486" y="413"/>
                    <a:pt x="4489" y="413"/>
                  </a:cubicBezTo>
                  <a:cubicBezTo>
                    <a:pt x="4510" y="413"/>
                    <a:pt x="4503" y="702"/>
                    <a:pt x="4503" y="5683"/>
                  </a:cubicBezTo>
                  <a:cubicBezTo>
                    <a:pt x="4503" y="5784"/>
                    <a:pt x="4421" y="5861"/>
                    <a:pt x="4325" y="5861"/>
                  </a:cubicBezTo>
                  <a:cubicBezTo>
                    <a:pt x="4205" y="5861"/>
                    <a:pt x="4162" y="5741"/>
                    <a:pt x="4061" y="5635"/>
                  </a:cubicBezTo>
                  <a:cubicBezTo>
                    <a:pt x="4014" y="5581"/>
                    <a:pt x="3959" y="5559"/>
                    <a:pt x="3905" y="5559"/>
                  </a:cubicBezTo>
                  <a:cubicBezTo>
                    <a:pt x="3751" y="5559"/>
                    <a:pt x="3612" y="5747"/>
                    <a:pt x="3744" y="5904"/>
                  </a:cubicBezTo>
                  <a:lnTo>
                    <a:pt x="3884" y="6067"/>
                  </a:lnTo>
                  <a:cubicBezTo>
                    <a:pt x="3989" y="6197"/>
                    <a:pt x="4152" y="6274"/>
                    <a:pt x="4325" y="6274"/>
                  </a:cubicBezTo>
                  <a:cubicBezTo>
                    <a:pt x="4328" y="6274"/>
                    <a:pt x="4331" y="6274"/>
                    <a:pt x="4334" y="6274"/>
                  </a:cubicBezTo>
                  <a:cubicBezTo>
                    <a:pt x="4656" y="6274"/>
                    <a:pt x="4920" y="6007"/>
                    <a:pt x="4916" y="5683"/>
                  </a:cubicBezTo>
                  <a:lnTo>
                    <a:pt x="4916" y="437"/>
                  </a:lnTo>
                  <a:cubicBezTo>
                    <a:pt x="4920" y="192"/>
                    <a:pt x="4724" y="0"/>
                    <a:pt x="44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89"/>
            <p:cNvSpPr/>
            <p:nvPr/>
          </p:nvSpPr>
          <p:spPr>
            <a:xfrm>
              <a:off x="1446019" y="2066286"/>
              <a:ext cx="24526" cy="98155"/>
            </a:xfrm>
            <a:custGeom>
              <a:rect b="b" l="l" r="r" t="t"/>
              <a:pathLst>
                <a:path extrusionOk="0" h="3746" w="936">
                  <a:moveTo>
                    <a:pt x="429" y="1"/>
                  </a:moveTo>
                  <a:cubicBezTo>
                    <a:pt x="193" y="1"/>
                    <a:pt x="1" y="196"/>
                    <a:pt x="1" y="438"/>
                  </a:cubicBezTo>
                  <a:lnTo>
                    <a:pt x="1" y="3544"/>
                  </a:lnTo>
                  <a:cubicBezTo>
                    <a:pt x="6" y="3654"/>
                    <a:pt x="97" y="3745"/>
                    <a:pt x="212" y="3745"/>
                  </a:cubicBezTo>
                  <a:cubicBezTo>
                    <a:pt x="327" y="3745"/>
                    <a:pt x="418" y="3654"/>
                    <a:pt x="418" y="3539"/>
                  </a:cubicBezTo>
                  <a:lnTo>
                    <a:pt x="418" y="438"/>
                  </a:lnTo>
                  <a:cubicBezTo>
                    <a:pt x="418" y="433"/>
                    <a:pt x="418" y="419"/>
                    <a:pt x="442" y="419"/>
                  </a:cubicBezTo>
                  <a:cubicBezTo>
                    <a:pt x="447" y="419"/>
                    <a:pt x="452" y="419"/>
                    <a:pt x="457" y="428"/>
                  </a:cubicBezTo>
                  <a:lnTo>
                    <a:pt x="500" y="519"/>
                  </a:lnTo>
                  <a:cubicBezTo>
                    <a:pt x="544" y="585"/>
                    <a:pt x="607" y="613"/>
                    <a:pt x="670" y="613"/>
                  </a:cubicBezTo>
                  <a:cubicBezTo>
                    <a:pt x="804" y="613"/>
                    <a:pt x="935" y="485"/>
                    <a:pt x="870" y="327"/>
                  </a:cubicBezTo>
                  <a:lnTo>
                    <a:pt x="822" y="236"/>
                  </a:lnTo>
                  <a:cubicBezTo>
                    <a:pt x="750" y="92"/>
                    <a:pt x="601" y="1"/>
                    <a:pt x="438" y="1"/>
                  </a:cubicBezTo>
                  <a:cubicBezTo>
                    <a:pt x="435" y="1"/>
                    <a:pt x="432" y="1"/>
                    <a:pt x="4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0" name="Google Shape;18900;p89"/>
          <p:cNvGrpSpPr/>
          <p:nvPr/>
        </p:nvGrpSpPr>
        <p:grpSpPr>
          <a:xfrm>
            <a:off x="854105" y="2085178"/>
            <a:ext cx="365551" cy="126663"/>
            <a:chOff x="854105" y="2085178"/>
            <a:chExt cx="365551" cy="126663"/>
          </a:xfrm>
        </p:grpSpPr>
        <p:sp>
          <p:nvSpPr>
            <p:cNvPr id="18901" name="Google Shape;18901;p89"/>
            <p:cNvSpPr/>
            <p:nvPr/>
          </p:nvSpPr>
          <p:spPr>
            <a:xfrm>
              <a:off x="859660" y="2090707"/>
              <a:ext cx="354467" cy="115736"/>
            </a:xfrm>
            <a:custGeom>
              <a:rect b="b" l="l" r="r" t="t"/>
              <a:pathLst>
                <a:path extrusionOk="0" h="4417" w="13528">
                  <a:moveTo>
                    <a:pt x="490" y="0"/>
                  </a:moveTo>
                  <a:cubicBezTo>
                    <a:pt x="216" y="5"/>
                    <a:pt x="0" y="231"/>
                    <a:pt x="0" y="504"/>
                  </a:cubicBezTo>
                  <a:lnTo>
                    <a:pt x="0" y="3908"/>
                  </a:lnTo>
                  <a:cubicBezTo>
                    <a:pt x="0" y="4191"/>
                    <a:pt x="226" y="4416"/>
                    <a:pt x="504" y="4416"/>
                  </a:cubicBezTo>
                  <a:lnTo>
                    <a:pt x="13023" y="4416"/>
                  </a:lnTo>
                  <a:cubicBezTo>
                    <a:pt x="13302" y="4416"/>
                    <a:pt x="13527" y="4191"/>
                    <a:pt x="13527" y="3908"/>
                  </a:cubicBezTo>
                  <a:lnTo>
                    <a:pt x="13527" y="504"/>
                  </a:lnTo>
                  <a:cubicBezTo>
                    <a:pt x="13527" y="240"/>
                    <a:pt x="13330" y="19"/>
                    <a:pt x="13071"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89"/>
            <p:cNvSpPr/>
            <p:nvPr/>
          </p:nvSpPr>
          <p:spPr>
            <a:xfrm>
              <a:off x="859660" y="2139758"/>
              <a:ext cx="354467" cy="66685"/>
            </a:xfrm>
            <a:custGeom>
              <a:rect b="b" l="l" r="r" t="t"/>
              <a:pathLst>
                <a:path extrusionOk="0" h="2545" w="13528">
                  <a:moveTo>
                    <a:pt x="0" y="0"/>
                  </a:moveTo>
                  <a:lnTo>
                    <a:pt x="0" y="2040"/>
                  </a:lnTo>
                  <a:cubicBezTo>
                    <a:pt x="0" y="2319"/>
                    <a:pt x="226" y="2544"/>
                    <a:pt x="504" y="2544"/>
                  </a:cubicBezTo>
                  <a:lnTo>
                    <a:pt x="13023" y="2544"/>
                  </a:lnTo>
                  <a:cubicBezTo>
                    <a:pt x="13302" y="2544"/>
                    <a:pt x="13527" y="2319"/>
                    <a:pt x="13527" y="2040"/>
                  </a:cubicBezTo>
                  <a:lnTo>
                    <a:pt x="13527" y="0"/>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89"/>
            <p:cNvSpPr/>
            <p:nvPr/>
          </p:nvSpPr>
          <p:spPr>
            <a:xfrm>
              <a:off x="859660" y="2163891"/>
              <a:ext cx="354467" cy="42553"/>
            </a:xfrm>
            <a:custGeom>
              <a:rect b="b" l="l" r="r" t="t"/>
              <a:pathLst>
                <a:path extrusionOk="0" h="1624" w="13528">
                  <a:moveTo>
                    <a:pt x="0" y="1"/>
                  </a:moveTo>
                  <a:lnTo>
                    <a:pt x="0" y="1119"/>
                  </a:lnTo>
                  <a:cubicBezTo>
                    <a:pt x="0" y="1398"/>
                    <a:pt x="226" y="1623"/>
                    <a:pt x="504" y="1623"/>
                  </a:cubicBezTo>
                  <a:lnTo>
                    <a:pt x="13023" y="1623"/>
                  </a:lnTo>
                  <a:cubicBezTo>
                    <a:pt x="13302" y="1623"/>
                    <a:pt x="13527" y="1398"/>
                    <a:pt x="13527" y="1119"/>
                  </a:cubicBezTo>
                  <a:lnTo>
                    <a:pt x="13527" y="1"/>
                  </a:lnTo>
                  <a:cubicBezTo>
                    <a:pt x="13527" y="279"/>
                    <a:pt x="13302" y="505"/>
                    <a:pt x="13023" y="505"/>
                  </a:cubicBezTo>
                  <a:lnTo>
                    <a:pt x="504" y="505"/>
                  </a:lnTo>
                  <a:cubicBezTo>
                    <a:pt x="226" y="505"/>
                    <a:pt x="0" y="279"/>
                    <a:pt x="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89"/>
            <p:cNvSpPr/>
            <p:nvPr/>
          </p:nvSpPr>
          <p:spPr>
            <a:xfrm>
              <a:off x="854105" y="2085178"/>
              <a:ext cx="365551" cy="126663"/>
            </a:xfrm>
            <a:custGeom>
              <a:rect b="b" l="l" r="r" t="t"/>
              <a:pathLst>
                <a:path extrusionOk="0" h="4834" w="13951">
                  <a:moveTo>
                    <a:pt x="207" y="0"/>
                  </a:moveTo>
                  <a:cubicBezTo>
                    <a:pt x="97" y="0"/>
                    <a:pt x="1" y="96"/>
                    <a:pt x="1" y="211"/>
                  </a:cubicBezTo>
                  <a:lnTo>
                    <a:pt x="1" y="4627"/>
                  </a:lnTo>
                  <a:cubicBezTo>
                    <a:pt x="1" y="4743"/>
                    <a:pt x="97" y="4834"/>
                    <a:pt x="207" y="4834"/>
                  </a:cubicBezTo>
                  <a:lnTo>
                    <a:pt x="1426" y="4834"/>
                  </a:lnTo>
                  <a:cubicBezTo>
                    <a:pt x="1700" y="4834"/>
                    <a:pt x="1700" y="4421"/>
                    <a:pt x="1426" y="4421"/>
                  </a:cubicBezTo>
                  <a:lnTo>
                    <a:pt x="418" y="4421"/>
                  </a:lnTo>
                  <a:lnTo>
                    <a:pt x="418" y="2290"/>
                  </a:lnTo>
                  <a:lnTo>
                    <a:pt x="13533" y="2290"/>
                  </a:lnTo>
                  <a:lnTo>
                    <a:pt x="13533" y="4421"/>
                  </a:lnTo>
                  <a:lnTo>
                    <a:pt x="2252" y="4421"/>
                  </a:lnTo>
                  <a:cubicBezTo>
                    <a:pt x="1979" y="4421"/>
                    <a:pt x="1979" y="4834"/>
                    <a:pt x="2252" y="4834"/>
                  </a:cubicBezTo>
                  <a:lnTo>
                    <a:pt x="13739" y="4834"/>
                  </a:lnTo>
                  <a:cubicBezTo>
                    <a:pt x="13854" y="4834"/>
                    <a:pt x="13950" y="4738"/>
                    <a:pt x="13950" y="4627"/>
                  </a:cubicBezTo>
                  <a:lnTo>
                    <a:pt x="13950" y="1810"/>
                  </a:lnTo>
                  <a:cubicBezTo>
                    <a:pt x="13948" y="1673"/>
                    <a:pt x="13844" y="1605"/>
                    <a:pt x="13740" y="1605"/>
                  </a:cubicBezTo>
                  <a:cubicBezTo>
                    <a:pt x="13636" y="1605"/>
                    <a:pt x="13533" y="1673"/>
                    <a:pt x="13533" y="1810"/>
                  </a:cubicBezTo>
                  <a:lnTo>
                    <a:pt x="13533" y="1877"/>
                  </a:lnTo>
                  <a:lnTo>
                    <a:pt x="418" y="1877"/>
                  </a:lnTo>
                  <a:lnTo>
                    <a:pt x="418" y="418"/>
                  </a:lnTo>
                  <a:lnTo>
                    <a:pt x="1383" y="418"/>
                  </a:lnTo>
                  <a:lnTo>
                    <a:pt x="1383" y="1330"/>
                  </a:lnTo>
                  <a:cubicBezTo>
                    <a:pt x="1383" y="1467"/>
                    <a:pt x="1486" y="1535"/>
                    <a:pt x="1590" y="1535"/>
                  </a:cubicBezTo>
                  <a:cubicBezTo>
                    <a:pt x="1693" y="1535"/>
                    <a:pt x="1796" y="1467"/>
                    <a:pt x="1796" y="1330"/>
                  </a:cubicBezTo>
                  <a:lnTo>
                    <a:pt x="1796" y="418"/>
                  </a:lnTo>
                  <a:lnTo>
                    <a:pt x="2473" y="418"/>
                  </a:lnTo>
                  <a:lnTo>
                    <a:pt x="2473" y="979"/>
                  </a:lnTo>
                  <a:cubicBezTo>
                    <a:pt x="2473" y="1116"/>
                    <a:pt x="2576" y="1184"/>
                    <a:pt x="2679" y="1184"/>
                  </a:cubicBezTo>
                  <a:cubicBezTo>
                    <a:pt x="2783" y="1184"/>
                    <a:pt x="2886" y="1116"/>
                    <a:pt x="2886" y="979"/>
                  </a:cubicBezTo>
                  <a:lnTo>
                    <a:pt x="2886" y="418"/>
                  </a:lnTo>
                  <a:lnTo>
                    <a:pt x="3539" y="418"/>
                  </a:lnTo>
                  <a:lnTo>
                    <a:pt x="3539" y="1330"/>
                  </a:lnTo>
                  <a:cubicBezTo>
                    <a:pt x="3539" y="1467"/>
                    <a:pt x="3642" y="1535"/>
                    <a:pt x="3745" y="1535"/>
                  </a:cubicBezTo>
                  <a:cubicBezTo>
                    <a:pt x="3848" y="1535"/>
                    <a:pt x="3951" y="1467"/>
                    <a:pt x="3951" y="1330"/>
                  </a:cubicBezTo>
                  <a:lnTo>
                    <a:pt x="3951" y="418"/>
                  </a:lnTo>
                  <a:lnTo>
                    <a:pt x="4623" y="418"/>
                  </a:lnTo>
                  <a:lnTo>
                    <a:pt x="4623" y="979"/>
                  </a:lnTo>
                  <a:cubicBezTo>
                    <a:pt x="4623" y="1116"/>
                    <a:pt x="4728" y="1184"/>
                    <a:pt x="4832" y="1184"/>
                  </a:cubicBezTo>
                  <a:cubicBezTo>
                    <a:pt x="4937" y="1184"/>
                    <a:pt x="5041" y="1116"/>
                    <a:pt x="5041" y="979"/>
                  </a:cubicBezTo>
                  <a:lnTo>
                    <a:pt x="5041" y="418"/>
                  </a:lnTo>
                  <a:lnTo>
                    <a:pt x="5689" y="418"/>
                  </a:lnTo>
                  <a:lnTo>
                    <a:pt x="5689" y="1330"/>
                  </a:lnTo>
                  <a:cubicBezTo>
                    <a:pt x="5689" y="1467"/>
                    <a:pt x="5794" y="1535"/>
                    <a:pt x="5898" y="1535"/>
                  </a:cubicBezTo>
                  <a:cubicBezTo>
                    <a:pt x="6002" y="1535"/>
                    <a:pt x="6107" y="1467"/>
                    <a:pt x="6107" y="1330"/>
                  </a:cubicBezTo>
                  <a:lnTo>
                    <a:pt x="6107" y="418"/>
                  </a:lnTo>
                  <a:lnTo>
                    <a:pt x="6779" y="418"/>
                  </a:lnTo>
                  <a:lnTo>
                    <a:pt x="6779" y="979"/>
                  </a:lnTo>
                  <a:cubicBezTo>
                    <a:pt x="6779" y="1116"/>
                    <a:pt x="6882" y="1184"/>
                    <a:pt x="6985" y="1184"/>
                  </a:cubicBezTo>
                  <a:cubicBezTo>
                    <a:pt x="7088" y="1184"/>
                    <a:pt x="7192" y="1116"/>
                    <a:pt x="7192" y="979"/>
                  </a:cubicBezTo>
                  <a:lnTo>
                    <a:pt x="7192" y="418"/>
                  </a:lnTo>
                  <a:lnTo>
                    <a:pt x="7844" y="418"/>
                  </a:lnTo>
                  <a:lnTo>
                    <a:pt x="7844" y="1330"/>
                  </a:lnTo>
                  <a:cubicBezTo>
                    <a:pt x="7844" y="1467"/>
                    <a:pt x="7948" y="1535"/>
                    <a:pt x="8051" y="1535"/>
                  </a:cubicBezTo>
                  <a:cubicBezTo>
                    <a:pt x="8154" y="1535"/>
                    <a:pt x="8257" y="1467"/>
                    <a:pt x="8257" y="1330"/>
                  </a:cubicBezTo>
                  <a:lnTo>
                    <a:pt x="8257" y="418"/>
                  </a:lnTo>
                  <a:lnTo>
                    <a:pt x="8929" y="418"/>
                  </a:lnTo>
                  <a:lnTo>
                    <a:pt x="8929" y="979"/>
                  </a:lnTo>
                  <a:cubicBezTo>
                    <a:pt x="8929" y="1116"/>
                    <a:pt x="9032" y="1184"/>
                    <a:pt x="9136" y="1184"/>
                  </a:cubicBezTo>
                  <a:cubicBezTo>
                    <a:pt x="9239" y="1184"/>
                    <a:pt x="9342" y="1116"/>
                    <a:pt x="9342" y="979"/>
                  </a:cubicBezTo>
                  <a:lnTo>
                    <a:pt x="9342" y="418"/>
                  </a:lnTo>
                  <a:lnTo>
                    <a:pt x="9995" y="418"/>
                  </a:lnTo>
                  <a:lnTo>
                    <a:pt x="9995" y="1330"/>
                  </a:lnTo>
                  <a:cubicBezTo>
                    <a:pt x="9995" y="1467"/>
                    <a:pt x="10098" y="1535"/>
                    <a:pt x="10202" y="1535"/>
                  </a:cubicBezTo>
                  <a:cubicBezTo>
                    <a:pt x="10306" y="1535"/>
                    <a:pt x="10410" y="1467"/>
                    <a:pt x="10413" y="1330"/>
                  </a:cubicBezTo>
                  <a:lnTo>
                    <a:pt x="10413" y="418"/>
                  </a:lnTo>
                  <a:lnTo>
                    <a:pt x="11085" y="418"/>
                  </a:lnTo>
                  <a:lnTo>
                    <a:pt x="11085" y="979"/>
                  </a:lnTo>
                  <a:cubicBezTo>
                    <a:pt x="11085" y="1116"/>
                    <a:pt x="11188" y="1184"/>
                    <a:pt x="11291" y="1184"/>
                  </a:cubicBezTo>
                  <a:cubicBezTo>
                    <a:pt x="11394" y="1184"/>
                    <a:pt x="11497" y="1116"/>
                    <a:pt x="11497" y="979"/>
                  </a:cubicBezTo>
                  <a:lnTo>
                    <a:pt x="11497" y="418"/>
                  </a:lnTo>
                  <a:lnTo>
                    <a:pt x="12150" y="418"/>
                  </a:lnTo>
                  <a:lnTo>
                    <a:pt x="12150" y="1330"/>
                  </a:lnTo>
                  <a:cubicBezTo>
                    <a:pt x="12150" y="1467"/>
                    <a:pt x="12253" y="1535"/>
                    <a:pt x="12357" y="1535"/>
                  </a:cubicBezTo>
                  <a:cubicBezTo>
                    <a:pt x="12460" y="1535"/>
                    <a:pt x="12563" y="1467"/>
                    <a:pt x="12563" y="1330"/>
                  </a:cubicBezTo>
                  <a:lnTo>
                    <a:pt x="12563" y="418"/>
                  </a:lnTo>
                  <a:lnTo>
                    <a:pt x="13533" y="418"/>
                  </a:lnTo>
                  <a:lnTo>
                    <a:pt x="13533" y="984"/>
                  </a:lnTo>
                  <a:cubicBezTo>
                    <a:pt x="13533" y="1099"/>
                    <a:pt x="13629" y="1190"/>
                    <a:pt x="13739" y="1190"/>
                  </a:cubicBezTo>
                  <a:cubicBezTo>
                    <a:pt x="13854" y="1190"/>
                    <a:pt x="13950" y="1094"/>
                    <a:pt x="13950" y="979"/>
                  </a:cubicBezTo>
                  <a:lnTo>
                    <a:pt x="13950" y="211"/>
                  </a:lnTo>
                  <a:cubicBezTo>
                    <a:pt x="13946" y="96"/>
                    <a:pt x="13854" y="0"/>
                    <a:pt x="137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5" name="Google Shape;18905;p89"/>
          <p:cNvGrpSpPr/>
          <p:nvPr/>
        </p:nvGrpSpPr>
        <p:grpSpPr>
          <a:xfrm>
            <a:off x="2315916" y="1965800"/>
            <a:ext cx="110706" cy="365472"/>
            <a:chOff x="2315916" y="1965800"/>
            <a:chExt cx="110706" cy="365472"/>
          </a:xfrm>
        </p:grpSpPr>
        <p:sp>
          <p:nvSpPr>
            <p:cNvPr id="18906" name="Google Shape;18906;p89"/>
            <p:cNvSpPr/>
            <p:nvPr/>
          </p:nvSpPr>
          <p:spPr>
            <a:xfrm>
              <a:off x="2321445" y="1971250"/>
              <a:ext cx="97133" cy="306386"/>
            </a:xfrm>
            <a:custGeom>
              <a:rect b="b" l="l" r="r" t="t"/>
              <a:pathLst>
                <a:path extrusionOk="0" h="11693" w="3707">
                  <a:moveTo>
                    <a:pt x="1921" y="1"/>
                  </a:moveTo>
                  <a:cubicBezTo>
                    <a:pt x="1759" y="1"/>
                    <a:pt x="1597" y="67"/>
                    <a:pt x="1479" y="201"/>
                  </a:cubicBezTo>
                  <a:lnTo>
                    <a:pt x="879" y="882"/>
                  </a:lnTo>
                  <a:cubicBezTo>
                    <a:pt x="313" y="1526"/>
                    <a:pt x="1" y="2351"/>
                    <a:pt x="1" y="3210"/>
                  </a:cubicBezTo>
                  <a:lnTo>
                    <a:pt x="1" y="5562"/>
                  </a:lnTo>
                  <a:lnTo>
                    <a:pt x="255" y="5769"/>
                  </a:lnTo>
                  <a:cubicBezTo>
                    <a:pt x="524" y="5990"/>
                    <a:pt x="548" y="6388"/>
                    <a:pt x="308" y="6633"/>
                  </a:cubicBezTo>
                  <a:lnTo>
                    <a:pt x="1" y="6955"/>
                  </a:lnTo>
                  <a:lnTo>
                    <a:pt x="1" y="8409"/>
                  </a:lnTo>
                  <a:cubicBezTo>
                    <a:pt x="1" y="8884"/>
                    <a:pt x="149" y="9350"/>
                    <a:pt x="423" y="9734"/>
                  </a:cubicBezTo>
                  <a:lnTo>
                    <a:pt x="1820" y="11692"/>
                  </a:lnTo>
                  <a:lnTo>
                    <a:pt x="2281" y="11064"/>
                  </a:lnTo>
                  <a:lnTo>
                    <a:pt x="3265" y="9715"/>
                  </a:lnTo>
                  <a:cubicBezTo>
                    <a:pt x="3548" y="9321"/>
                    <a:pt x="3702" y="8851"/>
                    <a:pt x="3702" y="8366"/>
                  </a:cubicBezTo>
                  <a:lnTo>
                    <a:pt x="3702" y="5274"/>
                  </a:lnTo>
                  <a:lnTo>
                    <a:pt x="3212" y="4876"/>
                  </a:lnTo>
                  <a:cubicBezTo>
                    <a:pt x="2948" y="4660"/>
                    <a:pt x="2924" y="4262"/>
                    <a:pt x="3164" y="4012"/>
                  </a:cubicBezTo>
                  <a:lnTo>
                    <a:pt x="3706" y="3455"/>
                  </a:lnTo>
                  <a:lnTo>
                    <a:pt x="3706" y="3100"/>
                  </a:lnTo>
                  <a:cubicBezTo>
                    <a:pt x="3706" y="2289"/>
                    <a:pt x="3428" y="1506"/>
                    <a:pt x="2919" y="877"/>
                  </a:cubicBezTo>
                  <a:lnTo>
                    <a:pt x="2382" y="220"/>
                  </a:lnTo>
                  <a:lnTo>
                    <a:pt x="2377" y="215"/>
                  </a:lnTo>
                  <a:cubicBezTo>
                    <a:pt x="2259" y="73"/>
                    <a:pt x="2090" y="1"/>
                    <a:pt x="192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89"/>
            <p:cNvSpPr/>
            <p:nvPr/>
          </p:nvSpPr>
          <p:spPr>
            <a:xfrm>
              <a:off x="2345210" y="1976883"/>
              <a:ext cx="73367" cy="284271"/>
            </a:xfrm>
            <a:custGeom>
              <a:rect b="b" l="l" r="r" t="t"/>
              <a:pathLst>
                <a:path extrusionOk="0" h="10849" w="2800">
                  <a:moveTo>
                    <a:pt x="1470" y="0"/>
                  </a:moveTo>
                  <a:lnTo>
                    <a:pt x="884" y="667"/>
                  </a:lnTo>
                  <a:cubicBezTo>
                    <a:pt x="313" y="1311"/>
                    <a:pt x="1" y="2136"/>
                    <a:pt x="1" y="2995"/>
                  </a:cubicBezTo>
                  <a:lnTo>
                    <a:pt x="1" y="5347"/>
                  </a:lnTo>
                  <a:lnTo>
                    <a:pt x="260" y="5554"/>
                  </a:lnTo>
                  <a:cubicBezTo>
                    <a:pt x="524" y="5775"/>
                    <a:pt x="548" y="6173"/>
                    <a:pt x="308" y="6418"/>
                  </a:cubicBezTo>
                  <a:lnTo>
                    <a:pt x="1" y="6740"/>
                  </a:lnTo>
                  <a:lnTo>
                    <a:pt x="1" y="8194"/>
                  </a:lnTo>
                  <a:cubicBezTo>
                    <a:pt x="1" y="8669"/>
                    <a:pt x="150" y="9135"/>
                    <a:pt x="428" y="9519"/>
                  </a:cubicBezTo>
                  <a:lnTo>
                    <a:pt x="1374" y="10849"/>
                  </a:lnTo>
                  <a:lnTo>
                    <a:pt x="2358" y="9500"/>
                  </a:lnTo>
                  <a:cubicBezTo>
                    <a:pt x="2641" y="9106"/>
                    <a:pt x="2795" y="8636"/>
                    <a:pt x="2795" y="8151"/>
                  </a:cubicBezTo>
                  <a:lnTo>
                    <a:pt x="2795" y="5059"/>
                  </a:lnTo>
                  <a:lnTo>
                    <a:pt x="2305" y="4661"/>
                  </a:lnTo>
                  <a:cubicBezTo>
                    <a:pt x="2041" y="4445"/>
                    <a:pt x="2017" y="4047"/>
                    <a:pt x="2257" y="3797"/>
                  </a:cubicBezTo>
                  <a:lnTo>
                    <a:pt x="2799" y="3240"/>
                  </a:lnTo>
                  <a:lnTo>
                    <a:pt x="2799" y="2885"/>
                  </a:lnTo>
                  <a:cubicBezTo>
                    <a:pt x="2799" y="2074"/>
                    <a:pt x="2521" y="1291"/>
                    <a:pt x="2012" y="662"/>
                  </a:cubicBezTo>
                  <a:lnTo>
                    <a:pt x="1475" y="5"/>
                  </a:lnTo>
                  <a:lnTo>
                    <a:pt x="1470"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89"/>
            <p:cNvSpPr/>
            <p:nvPr/>
          </p:nvSpPr>
          <p:spPr>
            <a:xfrm>
              <a:off x="2315916" y="1965800"/>
              <a:ext cx="88591" cy="255894"/>
            </a:xfrm>
            <a:custGeom>
              <a:rect b="b" l="l" r="r" t="t"/>
              <a:pathLst>
                <a:path extrusionOk="0" h="9766" w="3381">
                  <a:moveTo>
                    <a:pt x="2132" y="0"/>
                  </a:moveTo>
                  <a:cubicBezTo>
                    <a:pt x="1914" y="0"/>
                    <a:pt x="1696" y="89"/>
                    <a:pt x="1537" y="269"/>
                  </a:cubicBezTo>
                  <a:lnTo>
                    <a:pt x="937" y="951"/>
                  </a:lnTo>
                  <a:cubicBezTo>
                    <a:pt x="336" y="1633"/>
                    <a:pt x="5" y="2506"/>
                    <a:pt x="5" y="3414"/>
                  </a:cubicBezTo>
                  <a:lnTo>
                    <a:pt x="5" y="5766"/>
                  </a:lnTo>
                  <a:cubicBezTo>
                    <a:pt x="5" y="6015"/>
                    <a:pt x="476" y="6068"/>
                    <a:pt x="476" y="6433"/>
                  </a:cubicBezTo>
                  <a:cubicBezTo>
                    <a:pt x="476" y="6673"/>
                    <a:pt x="288" y="6750"/>
                    <a:pt x="63" y="7014"/>
                  </a:cubicBezTo>
                  <a:cubicBezTo>
                    <a:pt x="24" y="7052"/>
                    <a:pt x="0" y="7105"/>
                    <a:pt x="0" y="7158"/>
                  </a:cubicBezTo>
                  <a:lnTo>
                    <a:pt x="0" y="8622"/>
                  </a:lnTo>
                  <a:cubicBezTo>
                    <a:pt x="0" y="8967"/>
                    <a:pt x="72" y="9313"/>
                    <a:pt x="216" y="9630"/>
                  </a:cubicBezTo>
                  <a:cubicBezTo>
                    <a:pt x="252" y="9726"/>
                    <a:pt x="325" y="9766"/>
                    <a:pt x="400" y="9766"/>
                  </a:cubicBezTo>
                  <a:cubicBezTo>
                    <a:pt x="538" y="9766"/>
                    <a:pt x="680" y="9630"/>
                    <a:pt x="596" y="9462"/>
                  </a:cubicBezTo>
                  <a:cubicBezTo>
                    <a:pt x="480" y="9193"/>
                    <a:pt x="456" y="8406"/>
                    <a:pt x="418" y="7244"/>
                  </a:cubicBezTo>
                  <a:cubicBezTo>
                    <a:pt x="562" y="7062"/>
                    <a:pt x="893" y="6884"/>
                    <a:pt x="893" y="6433"/>
                  </a:cubicBezTo>
                  <a:cubicBezTo>
                    <a:pt x="893" y="5943"/>
                    <a:pt x="495" y="5751"/>
                    <a:pt x="418" y="5670"/>
                  </a:cubicBezTo>
                  <a:lnTo>
                    <a:pt x="418" y="3414"/>
                  </a:lnTo>
                  <a:cubicBezTo>
                    <a:pt x="418" y="2607"/>
                    <a:pt x="716" y="1830"/>
                    <a:pt x="1249" y="1225"/>
                  </a:cubicBezTo>
                  <a:lnTo>
                    <a:pt x="1849" y="543"/>
                  </a:lnTo>
                  <a:cubicBezTo>
                    <a:pt x="1923" y="457"/>
                    <a:pt x="2026" y="415"/>
                    <a:pt x="2130" y="415"/>
                  </a:cubicBezTo>
                  <a:cubicBezTo>
                    <a:pt x="2241" y="415"/>
                    <a:pt x="2352" y="463"/>
                    <a:pt x="2429" y="557"/>
                  </a:cubicBezTo>
                  <a:lnTo>
                    <a:pt x="2914" y="1157"/>
                  </a:lnTo>
                  <a:cubicBezTo>
                    <a:pt x="2960" y="1220"/>
                    <a:pt x="3019" y="1246"/>
                    <a:pt x="3076" y="1246"/>
                  </a:cubicBezTo>
                  <a:cubicBezTo>
                    <a:pt x="3233" y="1246"/>
                    <a:pt x="3380" y="1052"/>
                    <a:pt x="3236" y="893"/>
                  </a:cubicBezTo>
                  <a:lnTo>
                    <a:pt x="2751" y="293"/>
                  </a:lnTo>
                  <a:cubicBezTo>
                    <a:pt x="2591" y="99"/>
                    <a:pt x="2362" y="0"/>
                    <a:pt x="21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89"/>
            <p:cNvSpPr/>
            <p:nvPr/>
          </p:nvSpPr>
          <p:spPr>
            <a:xfrm>
              <a:off x="2329908" y="2004920"/>
              <a:ext cx="96713" cy="326352"/>
            </a:xfrm>
            <a:custGeom>
              <a:rect b="b" l="l" r="r" t="t"/>
              <a:pathLst>
                <a:path extrusionOk="0" h="12455" w="3691">
                  <a:moveTo>
                    <a:pt x="3003" y="0"/>
                  </a:moveTo>
                  <a:cubicBezTo>
                    <a:pt x="2861" y="0"/>
                    <a:pt x="2718" y="148"/>
                    <a:pt x="2817" y="317"/>
                  </a:cubicBezTo>
                  <a:cubicBezTo>
                    <a:pt x="3259" y="1191"/>
                    <a:pt x="3158" y="1940"/>
                    <a:pt x="3177" y="2084"/>
                  </a:cubicBezTo>
                  <a:lnTo>
                    <a:pt x="2697" y="2583"/>
                  </a:lnTo>
                  <a:cubicBezTo>
                    <a:pt x="2371" y="2914"/>
                    <a:pt x="2404" y="3457"/>
                    <a:pt x="2764" y="3749"/>
                  </a:cubicBezTo>
                  <a:lnTo>
                    <a:pt x="3177" y="4090"/>
                  </a:lnTo>
                  <a:lnTo>
                    <a:pt x="3177" y="7081"/>
                  </a:lnTo>
                  <a:cubicBezTo>
                    <a:pt x="3177" y="7522"/>
                    <a:pt x="3038" y="7950"/>
                    <a:pt x="2779" y="8305"/>
                  </a:cubicBezTo>
                  <a:lnTo>
                    <a:pt x="1742" y="9726"/>
                  </a:lnTo>
                  <a:lnTo>
                    <a:pt x="1742" y="4978"/>
                  </a:lnTo>
                  <a:lnTo>
                    <a:pt x="2683" y="4292"/>
                  </a:lnTo>
                  <a:cubicBezTo>
                    <a:pt x="2866" y="4159"/>
                    <a:pt x="2739" y="3912"/>
                    <a:pt x="2563" y="3912"/>
                  </a:cubicBezTo>
                  <a:cubicBezTo>
                    <a:pt x="2523" y="3912"/>
                    <a:pt x="2480" y="3925"/>
                    <a:pt x="2438" y="3956"/>
                  </a:cubicBezTo>
                  <a:lnTo>
                    <a:pt x="1742" y="4460"/>
                  </a:lnTo>
                  <a:lnTo>
                    <a:pt x="1742" y="298"/>
                  </a:lnTo>
                  <a:cubicBezTo>
                    <a:pt x="1742" y="159"/>
                    <a:pt x="1639" y="89"/>
                    <a:pt x="1535" y="89"/>
                  </a:cubicBezTo>
                  <a:cubicBezTo>
                    <a:pt x="1431" y="89"/>
                    <a:pt x="1327" y="159"/>
                    <a:pt x="1324" y="298"/>
                  </a:cubicBezTo>
                  <a:lnTo>
                    <a:pt x="1324" y="1628"/>
                  </a:lnTo>
                  <a:lnTo>
                    <a:pt x="839" y="1196"/>
                  </a:lnTo>
                  <a:cubicBezTo>
                    <a:pt x="795" y="1157"/>
                    <a:pt x="747" y="1140"/>
                    <a:pt x="702" y="1140"/>
                  </a:cubicBezTo>
                  <a:cubicBezTo>
                    <a:pt x="537" y="1140"/>
                    <a:pt x="404" y="1361"/>
                    <a:pt x="566" y="1508"/>
                  </a:cubicBezTo>
                  <a:cubicBezTo>
                    <a:pt x="1142" y="2021"/>
                    <a:pt x="1315" y="2175"/>
                    <a:pt x="1329" y="2185"/>
                  </a:cubicBezTo>
                  <a:lnTo>
                    <a:pt x="1329" y="6111"/>
                  </a:lnTo>
                  <a:lnTo>
                    <a:pt x="902" y="5718"/>
                  </a:lnTo>
                  <a:cubicBezTo>
                    <a:pt x="855" y="5670"/>
                    <a:pt x="803" y="5650"/>
                    <a:pt x="753" y="5650"/>
                  </a:cubicBezTo>
                  <a:cubicBezTo>
                    <a:pt x="583" y="5650"/>
                    <a:pt x="440" y="5880"/>
                    <a:pt x="619" y="6025"/>
                  </a:cubicBezTo>
                  <a:lnTo>
                    <a:pt x="1329" y="6678"/>
                  </a:lnTo>
                  <a:lnTo>
                    <a:pt x="1329" y="9807"/>
                  </a:lnTo>
                  <a:lnTo>
                    <a:pt x="489" y="8636"/>
                  </a:lnTo>
                  <a:cubicBezTo>
                    <a:pt x="444" y="8582"/>
                    <a:pt x="388" y="8559"/>
                    <a:pt x="334" y="8559"/>
                  </a:cubicBezTo>
                  <a:cubicBezTo>
                    <a:pt x="192" y="8559"/>
                    <a:pt x="59" y="8716"/>
                    <a:pt x="153" y="8876"/>
                  </a:cubicBezTo>
                  <a:lnTo>
                    <a:pt x="1329" y="10523"/>
                  </a:lnTo>
                  <a:lnTo>
                    <a:pt x="1329" y="10979"/>
                  </a:lnTo>
                  <a:lnTo>
                    <a:pt x="451" y="10139"/>
                  </a:lnTo>
                  <a:cubicBezTo>
                    <a:pt x="404" y="10091"/>
                    <a:pt x="352" y="10071"/>
                    <a:pt x="302" y="10071"/>
                  </a:cubicBezTo>
                  <a:cubicBezTo>
                    <a:pt x="138" y="10071"/>
                    <a:pt x="0" y="10289"/>
                    <a:pt x="162" y="10436"/>
                  </a:cubicBezTo>
                  <a:lnTo>
                    <a:pt x="1329" y="11559"/>
                  </a:lnTo>
                  <a:lnTo>
                    <a:pt x="1329" y="12246"/>
                  </a:lnTo>
                  <a:cubicBezTo>
                    <a:pt x="1329" y="12385"/>
                    <a:pt x="1432" y="12455"/>
                    <a:pt x="1535" y="12455"/>
                  </a:cubicBezTo>
                  <a:cubicBezTo>
                    <a:pt x="1639" y="12455"/>
                    <a:pt x="1742" y="12385"/>
                    <a:pt x="1742" y="12246"/>
                  </a:cubicBezTo>
                  <a:lnTo>
                    <a:pt x="1742" y="11555"/>
                  </a:lnTo>
                  <a:lnTo>
                    <a:pt x="2947" y="10340"/>
                  </a:lnTo>
                  <a:cubicBezTo>
                    <a:pt x="3084" y="10188"/>
                    <a:pt x="2952" y="9990"/>
                    <a:pt x="2794" y="9990"/>
                  </a:cubicBezTo>
                  <a:cubicBezTo>
                    <a:pt x="2747" y="9990"/>
                    <a:pt x="2698" y="10007"/>
                    <a:pt x="2654" y="10047"/>
                  </a:cubicBezTo>
                  <a:lnTo>
                    <a:pt x="1742" y="10964"/>
                  </a:lnTo>
                  <a:lnTo>
                    <a:pt x="1742" y="10431"/>
                  </a:lnTo>
                  <a:lnTo>
                    <a:pt x="3115" y="8554"/>
                  </a:lnTo>
                  <a:cubicBezTo>
                    <a:pt x="3427" y="8127"/>
                    <a:pt x="3595" y="7609"/>
                    <a:pt x="3595" y="7081"/>
                  </a:cubicBezTo>
                  <a:lnTo>
                    <a:pt x="3595" y="3994"/>
                  </a:lnTo>
                  <a:cubicBezTo>
                    <a:pt x="3595" y="3932"/>
                    <a:pt x="3566" y="3869"/>
                    <a:pt x="3518" y="3831"/>
                  </a:cubicBezTo>
                  <a:lnTo>
                    <a:pt x="3028" y="3433"/>
                  </a:lnTo>
                  <a:cubicBezTo>
                    <a:pt x="2855" y="3289"/>
                    <a:pt x="2841" y="3034"/>
                    <a:pt x="2995" y="2871"/>
                  </a:cubicBezTo>
                  <a:cubicBezTo>
                    <a:pt x="3499" y="2324"/>
                    <a:pt x="3590" y="2314"/>
                    <a:pt x="3590" y="2170"/>
                  </a:cubicBezTo>
                  <a:cubicBezTo>
                    <a:pt x="3571" y="1983"/>
                    <a:pt x="3691" y="1124"/>
                    <a:pt x="3187" y="130"/>
                  </a:cubicBezTo>
                  <a:cubicBezTo>
                    <a:pt x="3146" y="38"/>
                    <a:pt x="3075" y="0"/>
                    <a:pt x="30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0" name="Google Shape;18910;p89"/>
          <p:cNvGrpSpPr/>
          <p:nvPr/>
        </p:nvGrpSpPr>
        <p:grpSpPr>
          <a:xfrm>
            <a:off x="936878" y="3809408"/>
            <a:ext cx="198615" cy="365446"/>
            <a:chOff x="936878" y="3809408"/>
            <a:chExt cx="198615" cy="365446"/>
          </a:xfrm>
        </p:grpSpPr>
        <p:sp>
          <p:nvSpPr>
            <p:cNvPr id="18911" name="Google Shape;18911;p89"/>
            <p:cNvSpPr/>
            <p:nvPr/>
          </p:nvSpPr>
          <p:spPr>
            <a:xfrm>
              <a:off x="1023163" y="4029063"/>
              <a:ext cx="25940" cy="140262"/>
            </a:xfrm>
            <a:custGeom>
              <a:rect b="b" l="l" r="r" t="t"/>
              <a:pathLst>
                <a:path extrusionOk="0" h="5353" w="990">
                  <a:moveTo>
                    <a:pt x="240" y="1"/>
                  </a:moveTo>
                  <a:cubicBezTo>
                    <a:pt x="106" y="1"/>
                    <a:pt x="0" y="106"/>
                    <a:pt x="0" y="241"/>
                  </a:cubicBezTo>
                  <a:lnTo>
                    <a:pt x="0" y="4858"/>
                  </a:lnTo>
                  <a:cubicBezTo>
                    <a:pt x="0" y="5132"/>
                    <a:pt x="221" y="5353"/>
                    <a:pt x="495" y="5353"/>
                  </a:cubicBezTo>
                  <a:cubicBezTo>
                    <a:pt x="768" y="5353"/>
                    <a:pt x="989" y="5132"/>
                    <a:pt x="989" y="4858"/>
                  </a:cubicBezTo>
                  <a:lnTo>
                    <a:pt x="989" y="241"/>
                  </a:lnTo>
                  <a:cubicBezTo>
                    <a:pt x="989" y="106"/>
                    <a:pt x="879" y="1"/>
                    <a:pt x="749"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89"/>
            <p:cNvSpPr/>
            <p:nvPr/>
          </p:nvSpPr>
          <p:spPr>
            <a:xfrm>
              <a:off x="1026805" y="4035719"/>
              <a:ext cx="80153" cy="132087"/>
            </a:xfrm>
            <a:custGeom>
              <a:rect b="b" l="l" r="r" t="t"/>
              <a:pathLst>
                <a:path extrusionOk="0" h="5041" w="3059">
                  <a:moveTo>
                    <a:pt x="736" y="1"/>
                  </a:moveTo>
                  <a:cubicBezTo>
                    <a:pt x="700" y="1"/>
                    <a:pt x="664" y="8"/>
                    <a:pt x="629" y="25"/>
                  </a:cubicBezTo>
                  <a:lnTo>
                    <a:pt x="173" y="246"/>
                  </a:lnTo>
                  <a:cubicBezTo>
                    <a:pt x="53" y="303"/>
                    <a:pt x="1" y="447"/>
                    <a:pt x="58" y="567"/>
                  </a:cubicBezTo>
                  <a:lnTo>
                    <a:pt x="2050" y="4763"/>
                  </a:lnTo>
                  <a:cubicBezTo>
                    <a:pt x="2137" y="4939"/>
                    <a:pt x="2313" y="5041"/>
                    <a:pt x="2498" y="5041"/>
                  </a:cubicBezTo>
                  <a:cubicBezTo>
                    <a:pt x="2570" y="5041"/>
                    <a:pt x="2643" y="5025"/>
                    <a:pt x="2713" y="4993"/>
                  </a:cubicBezTo>
                  <a:cubicBezTo>
                    <a:pt x="2958" y="4873"/>
                    <a:pt x="3058" y="4580"/>
                    <a:pt x="2943" y="4331"/>
                  </a:cubicBezTo>
                  <a:lnTo>
                    <a:pt x="951" y="135"/>
                  </a:lnTo>
                  <a:cubicBezTo>
                    <a:pt x="910" y="50"/>
                    <a:pt x="825" y="1"/>
                    <a:pt x="73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89"/>
            <p:cNvSpPr/>
            <p:nvPr/>
          </p:nvSpPr>
          <p:spPr>
            <a:xfrm>
              <a:off x="965308" y="4035719"/>
              <a:ext cx="80127" cy="132139"/>
            </a:xfrm>
            <a:custGeom>
              <a:rect b="b" l="l" r="r" t="t"/>
              <a:pathLst>
                <a:path extrusionOk="0" h="5043" w="3058">
                  <a:moveTo>
                    <a:pt x="2328" y="1"/>
                  </a:moveTo>
                  <a:cubicBezTo>
                    <a:pt x="2239" y="1"/>
                    <a:pt x="2153" y="50"/>
                    <a:pt x="2112" y="135"/>
                  </a:cubicBezTo>
                  <a:lnTo>
                    <a:pt x="120" y="4331"/>
                  </a:lnTo>
                  <a:cubicBezTo>
                    <a:pt x="0" y="4580"/>
                    <a:pt x="101" y="4873"/>
                    <a:pt x="346" y="4993"/>
                  </a:cubicBezTo>
                  <a:cubicBezTo>
                    <a:pt x="416" y="5027"/>
                    <a:pt x="490" y="5043"/>
                    <a:pt x="563" y="5043"/>
                  </a:cubicBezTo>
                  <a:cubicBezTo>
                    <a:pt x="749" y="5043"/>
                    <a:pt x="927" y="4939"/>
                    <a:pt x="1013" y="4763"/>
                  </a:cubicBezTo>
                  <a:lnTo>
                    <a:pt x="3000" y="567"/>
                  </a:lnTo>
                  <a:cubicBezTo>
                    <a:pt x="3058" y="447"/>
                    <a:pt x="3010" y="303"/>
                    <a:pt x="2890" y="246"/>
                  </a:cubicBezTo>
                  <a:lnTo>
                    <a:pt x="2434" y="25"/>
                  </a:lnTo>
                  <a:cubicBezTo>
                    <a:pt x="2400" y="8"/>
                    <a:pt x="2363" y="1"/>
                    <a:pt x="23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89"/>
            <p:cNvSpPr/>
            <p:nvPr/>
          </p:nvSpPr>
          <p:spPr>
            <a:xfrm>
              <a:off x="1021512" y="3814858"/>
              <a:ext cx="28980" cy="40404"/>
            </a:xfrm>
            <a:custGeom>
              <a:rect b="b" l="l" r="r" t="t"/>
              <a:pathLst>
                <a:path extrusionOk="0" h="1542" w="1106">
                  <a:moveTo>
                    <a:pt x="553" y="1"/>
                  </a:moveTo>
                  <a:cubicBezTo>
                    <a:pt x="251" y="6"/>
                    <a:pt x="1" y="250"/>
                    <a:pt x="1" y="558"/>
                  </a:cubicBezTo>
                  <a:lnTo>
                    <a:pt x="1" y="1182"/>
                  </a:lnTo>
                  <a:cubicBezTo>
                    <a:pt x="1" y="1378"/>
                    <a:pt x="164" y="1542"/>
                    <a:pt x="361" y="1542"/>
                  </a:cubicBezTo>
                  <a:lnTo>
                    <a:pt x="755" y="1542"/>
                  </a:lnTo>
                  <a:cubicBezTo>
                    <a:pt x="947" y="1537"/>
                    <a:pt x="1105" y="1378"/>
                    <a:pt x="1105" y="1182"/>
                  </a:cubicBezTo>
                  <a:lnTo>
                    <a:pt x="1105" y="558"/>
                  </a:lnTo>
                  <a:cubicBezTo>
                    <a:pt x="1105" y="250"/>
                    <a:pt x="860" y="6"/>
                    <a:pt x="553"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89"/>
            <p:cNvSpPr/>
            <p:nvPr/>
          </p:nvSpPr>
          <p:spPr>
            <a:xfrm>
              <a:off x="960906" y="3853978"/>
              <a:ext cx="150455" cy="182396"/>
            </a:xfrm>
            <a:custGeom>
              <a:rect b="b" l="l" r="r" t="t"/>
              <a:pathLst>
                <a:path extrusionOk="0" h="6961" w="5742">
                  <a:moveTo>
                    <a:pt x="327" y="1"/>
                  </a:moveTo>
                  <a:cubicBezTo>
                    <a:pt x="144" y="1"/>
                    <a:pt x="0" y="145"/>
                    <a:pt x="0" y="327"/>
                  </a:cubicBezTo>
                  <a:lnTo>
                    <a:pt x="0" y="6635"/>
                  </a:lnTo>
                  <a:cubicBezTo>
                    <a:pt x="0" y="6817"/>
                    <a:pt x="144" y="6961"/>
                    <a:pt x="327" y="6961"/>
                  </a:cubicBezTo>
                  <a:lnTo>
                    <a:pt x="5415" y="6961"/>
                  </a:lnTo>
                  <a:cubicBezTo>
                    <a:pt x="5597" y="6961"/>
                    <a:pt x="5741" y="6817"/>
                    <a:pt x="5741" y="6635"/>
                  </a:cubicBezTo>
                  <a:lnTo>
                    <a:pt x="5741" y="327"/>
                  </a:lnTo>
                  <a:cubicBezTo>
                    <a:pt x="5741" y="145"/>
                    <a:pt x="5597" y="1"/>
                    <a:pt x="541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89"/>
            <p:cNvSpPr/>
            <p:nvPr/>
          </p:nvSpPr>
          <p:spPr>
            <a:xfrm>
              <a:off x="983152" y="3853978"/>
              <a:ext cx="128209" cy="182396"/>
            </a:xfrm>
            <a:custGeom>
              <a:rect b="b" l="l" r="r" t="t"/>
              <a:pathLst>
                <a:path extrusionOk="0" h="6961" w="4893">
                  <a:moveTo>
                    <a:pt x="332" y="1"/>
                  </a:moveTo>
                  <a:cubicBezTo>
                    <a:pt x="150" y="1"/>
                    <a:pt x="1" y="145"/>
                    <a:pt x="1" y="327"/>
                  </a:cubicBezTo>
                  <a:lnTo>
                    <a:pt x="1" y="6635"/>
                  </a:lnTo>
                  <a:cubicBezTo>
                    <a:pt x="1" y="6817"/>
                    <a:pt x="150" y="6961"/>
                    <a:pt x="332" y="6961"/>
                  </a:cubicBezTo>
                  <a:lnTo>
                    <a:pt x="4566" y="6961"/>
                  </a:lnTo>
                  <a:cubicBezTo>
                    <a:pt x="4748" y="6961"/>
                    <a:pt x="4892" y="6817"/>
                    <a:pt x="4892" y="6635"/>
                  </a:cubicBezTo>
                  <a:lnTo>
                    <a:pt x="4892" y="327"/>
                  </a:lnTo>
                  <a:cubicBezTo>
                    <a:pt x="4892" y="145"/>
                    <a:pt x="4748" y="1"/>
                    <a:pt x="456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89"/>
            <p:cNvSpPr/>
            <p:nvPr/>
          </p:nvSpPr>
          <p:spPr>
            <a:xfrm>
              <a:off x="942276" y="3837890"/>
              <a:ext cx="187820" cy="30080"/>
            </a:xfrm>
            <a:custGeom>
              <a:rect b="b" l="l" r="r" t="t"/>
              <a:pathLst>
                <a:path extrusionOk="0" h="1148" w="7168">
                  <a:moveTo>
                    <a:pt x="342" y="0"/>
                  </a:moveTo>
                  <a:cubicBezTo>
                    <a:pt x="154" y="5"/>
                    <a:pt x="1" y="154"/>
                    <a:pt x="1" y="346"/>
                  </a:cubicBezTo>
                  <a:lnTo>
                    <a:pt x="1" y="802"/>
                  </a:lnTo>
                  <a:cubicBezTo>
                    <a:pt x="1" y="994"/>
                    <a:pt x="154" y="1143"/>
                    <a:pt x="342" y="1147"/>
                  </a:cubicBezTo>
                  <a:lnTo>
                    <a:pt x="6822" y="1147"/>
                  </a:lnTo>
                  <a:cubicBezTo>
                    <a:pt x="7014" y="1143"/>
                    <a:pt x="7163" y="994"/>
                    <a:pt x="7168" y="802"/>
                  </a:cubicBezTo>
                  <a:lnTo>
                    <a:pt x="7168" y="346"/>
                  </a:lnTo>
                  <a:cubicBezTo>
                    <a:pt x="7163" y="154"/>
                    <a:pt x="7014" y="5"/>
                    <a:pt x="68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89"/>
            <p:cNvSpPr/>
            <p:nvPr/>
          </p:nvSpPr>
          <p:spPr>
            <a:xfrm>
              <a:off x="942276" y="4022408"/>
              <a:ext cx="187820" cy="30080"/>
            </a:xfrm>
            <a:custGeom>
              <a:rect b="b" l="l" r="r" t="t"/>
              <a:pathLst>
                <a:path extrusionOk="0" h="1148" w="7168">
                  <a:moveTo>
                    <a:pt x="342" y="0"/>
                  </a:moveTo>
                  <a:cubicBezTo>
                    <a:pt x="154" y="0"/>
                    <a:pt x="1" y="154"/>
                    <a:pt x="1" y="346"/>
                  </a:cubicBezTo>
                  <a:lnTo>
                    <a:pt x="1" y="802"/>
                  </a:lnTo>
                  <a:cubicBezTo>
                    <a:pt x="1" y="989"/>
                    <a:pt x="154" y="1143"/>
                    <a:pt x="342" y="1147"/>
                  </a:cubicBezTo>
                  <a:lnTo>
                    <a:pt x="6822" y="1147"/>
                  </a:lnTo>
                  <a:cubicBezTo>
                    <a:pt x="7014" y="1143"/>
                    <a:pt x="7163" y="989"/>
                    <a:pt x="7168" y="802"/>
                  </a:cubicBezTo>
                  <a:lnTo>
                    <a:pt x="7168" y="346"/>
                  </a:lnTo>
                  <a:cubicBezTo>
                    <a:pt x="7163" y="154"/>
                    <a:pt x="7014" y="0"/>
                    <a:pt x="68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89"/>
            <p:cNvSpPr/>
            <p:nvPr/>
          </p:nvSpPr>
          <p:spPr>
            <a:xfrm>
              <a:off x="968819" y="3837890"/>
              <a:ext cx="161276" cy="30080"/>
            </a:xfrm>
            <a:custGeom>
              <a:rect b="b" l="l" r="r" t="t"/>
              <a:pathLst>
                <a:path extrusionOk="0" h="1148" w="6155">
                  <a:moveTo>
                    <a:pt x="346" y="0"/>
                  </a:moveTo>
                  <a:cubicBezTo>
                    <a:pt x="154" y="5"/>
                    <a:pt x="1" y="154"/>
                    <a:pt x="1" y="346"/>
                  </a:cubicBezTo>
                  <a:lnTo>
                    <a:pt x="1" y="802"/>
                  </a:lnTo>
                  <a:cubicBezTo>
                    <a:pt x="1" y="994"/>
                    <a:pt x="154" y="1143"/>
                    <a:pt x="346" y="1147"/>
                  </a:cubicBezTo>
                  <a:lnTo>
                    <a:pt x="5809" y="1147"/>
                  </a:lnTo>
                  <a:cubicBezTo>
                    <a:pt x="6001" y="1143"/>
                    <a:pt x="6150" y="994"/>
                    <a:pt x="6155" y="802"/>
                  </a:cubicBezTo>
                  <a:lnTo>
                    <a:pt x="6155" y="346"/>
                  </a:lnTo>
                  <a:cubicBezTo>
                    <a:pt x="6150" y="154"/>
                    <a:pt x="6001" y="5"/>
                    <a:pt x="58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89"/>
            <p:cNvSpPr/>
            <p:nvPr/>
          </p:nvSpPr>
          <p:spPr>
            <a:xfrm>
              <a:off x="968819" y="4022408"/>
              <a:ext cx="161276" cy="30080"/>
            </a:xfrm>
            <a:custGeom>
              <a:rect b="b" l="l" r="r" t="t"/>
              <a:pathLst>
                <a:path extrusionOk="0" h="1148" w="6155">
                  <a:moveTo>
                    <a:pt x="346" y="0"/>
                  </a:moveTo>
                  <a:cubicBezTo>
                    <a:pt x="154" y="0"/>
                    <a:pt x="1" y="154"/>
                    <a:pt x="1" y="346"/>
                  </a:cubicBezTo>
                  <a:lnTo>
                    <a:pt x="1" y="802"/>
                  </a:lnTo>
                  <a:cubicBezTo>
                    <a:pt x="1" y="989"/>
                    <a:pt x="154" y="1143"/>
                    <a:pt x="346" y="1147"/>
                  </a:cubicBezTo>
                  <a:lnTo>
                    <a:pt x="5809" y="1147"/>
                  </a:lnTo>
                  <a:cubicBezTo>
                    <a:pt x="6001" y="1143"/>
                    <a:pt x="6150" y="989"/>
                    <a:pt x="6155" y="802"/>
                  </a:cubicBezTo>
                  <a:lnTo>
                    <a:pt x="6155" y="346"/>
                  </a:lnTo>
                  <a:cubicBezTo>
                    <a:pt x="6150" y="154"/>
                    <a:pt x="6001" y="0"/>
                    <a:pt x="58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89"/>
            <p:cNvSpPr/>
            <p:nvPr/>
          </p:nvSpPr>
          <p:spPr>
            <a:xfrm>
              <a:off x="936878" y="3809408"/>
              <a:ext cx="198615" cy="111492"/>
            </a:xfrm>
            <a:custGeom>
              <a:rect b="b" l="l" r="r" t="t"/>
              <a:pathLst>
                <a:path extrusionOk="0" h="4255" w="7580">
                  <a:moveTo>
                    <a:pt x="3789" y="1"/>
                  </a:moveTo>
                  <a:cubicBezTo>
                    <a:pt x="3608" y="1"/>
                    <a:pt x="3473" y="86"/>
                    <a:pt x="3500" y="252"/>
                  </a:cubicBezTo>
                  <a:cubicBezTo>
                    <a:pt x="3513" y="351"/>
                    <a:pt x="3599" y="423"/>
                    <a:pt x="3700" y="423"/>
                  </a:cubicBezTo>
                  <a:cubicBezTo>
                    <a:pt x="3711" y="423"/>
                    <a:pt x="3723" y="422"/>
                    <a:pt x="3735" y="420"/>
                  </a:cubicBezTo>
                  <a:cubicBezTo>
                    <a:pt x="3754" y="417"/>
                    <a:pt x="3772" y="416"/>
                    <a:pt x="3790" y="416"/>
                  </a:cubicBezTo>
                  <a:cubicBezTo>
                    <a:pt x="3978" y="416"/>
                    <a:pt x="4133" y="569"/>
                    <a:pt x="4133" y="766"/>
                  </a:cubicBezTo>
                  <a:lnTo>
                    <a:pt x="4133" y="886"/>
                  </a:lnTo>
                  <a:lnTo>
                    <a:pt x="3442" y="886"/>
                  </a:lnTo>
                  <a:lnTo>
                    <a:pt x="3442" y="809"/>
                  </a:lnTo>
                  <a:cubicBezTo>
                    <a:pt x="3442" y="672"/>
                    <a:pt x="3339" y="604"/>
                    <a:pt x="3236" y="604"/>
                  </a:cubicBezTo>
                  <a:cubicBezTo>
                    <a:pt x="3133" y="604"/>
                    <a:pt x="3029" y="672"/>
                    <a:pt x="3029" y="809"/>
                  </a:cubicBezTo>
                  <a:lnTo>
                    <a:pt x="3029" y="886"/>
                  </a:lnTo>
                  <a:lnTo>
                    <a:pt x="1757" y="886"/>
                  </a:lnTo>
                  <a:cubicBezTo>
                    <a:pt x="1484" y="886"/>
                    <a:pt x="1484" y="1294"/>
                    <a:pt x="1757" y="1294"/>
                  </a:cubicBezTo>
                  <a:lnTo>
                    <a:pt x="7028" y="1294"/>
                  </a:lnTo>
                  <a:cubicBezTo>
                    <a:pt x="7105" y="1298"/>
                    <a:pt x="7162" y="1356"/>
                    <a:pt x="7167" y="1433"/>
                  </a:cubicBezTo>
                  <a:lnTo>
                    <a:pt x="7167" y="1889"/>
                  </a:lnTo>
                  <a:cubicBezTo>
                    <a:pt x="7162" y="1966"/>
                    <a:pt x="7105" y="2028"/>
                    <a:pt x="7028" y="2028"/>
                  </a:cubicBezTo>
                  <a:lnTo>
                    <a:pt x="548" y="2028"/>
                  </a:lnTo>
                  <a:cubicBezTo>
                    <a:pt x="471" y="2028"/>
                    <a:pt x="413" y="1966"/>
                    <a:pt x="408" y="1889"/>
                  </a:cubicBezTo>
                  <a:lnTo>
                    <a:pt x="408" y="1433"/>
                  </a:lnTo>
                  <a:cubicBezTo>
                    <a:pt x="413" y="1356"/>
                    <a:pt x="471" y="1298"/>
                    <a:pt x="548" y="1294"/>
                  </a:cubicBezTo>
                  <a:lnTo>
                    <a:pt x="936" y="1294"/>
                  </a:lnTo>
                  <a:cubicBezTo>
                    <a:pt x="1210" y="1294"/>
                    <a:pt x="1210" y="886"/>
                    <a:pt x="936" y="886"/>
                  </a:cubicBezTo>
                  <a:lnTo>
                    <a:pt x="548" y="886"/>
                  </a:lnTo>
                  <a:cubicBezTo>
                    <a:pt x="245" y="886"/>
                    <a:pt x="0" y="1130"/>
                    <a:pt x="0" y="1433"/>
                  </a:cubicBezTo>
                  <a:lnTo>
                    <a:pt x="0" y="1889"/>
                  </a:lnTo>
                  <a:cubicBezTo>
                    <a:pt x="0" y="2191"/>
                    <a:pt x="245" y="2436"/>
                    <a:pt x="548" y="2441"/>
                  </a:cubicBezTo>
                  <a:lnTo>
                    <a:pt x="711" y="2441"/>
                  </a:lnTo>
                  <a:lnTo>
                    <a:pt x="711" y="4049"/>
                  </a:lnTo>
                  <a:cubicBezTo>
                    <a:pt x="711" y="4186"/>
                    <a:pt x="814" y="4254"/>
                    <a:pt x="917" y="4254"/>
                  </a:cubicBezTo>
                  <a:cubicBezTo>
                    <a:pt x="1020" y="4254"/>
                    <a:pt x="1124" y="4186"/>
                    <a:pt x="1124" y="4049"/>
                  </a:cubicBezTo>
                  <a:lnTo>
                    <a:pt x="1124" y="2441"/>
                  </a:lnTo>
                  <a:lnTo>
                    <a:pt x="6457" y="2441"/>
                  </a:lnTo>
                  <a:lnTo>
                    <a:pt x="6457" y="2950"/>
                  </a:lnTo>
                  <a:cubicBezTo>
                    <a:pt x="6457" y="3086"/>
                    <a:pt x="6559" y="3155"/>
                    <a:pt x="6661" y="3155"/>
                  </a:cubicBezTo>
                  <a:cubicBezTo>
                    <a:pt x="6764" y="3155"/>
                    <a:pt x="6867" y="3086"/>
                    <a:pt x="6870" y="2950"/>
                  </a:cubicBezTo>
                  <a:lnTo>
                    <a:pt x="6870" y="2441"/>
                  </a:lnTo>
                  <a:lnTo>
                    <a:pt x="7028" y="2441"/>
                  </a:lnTo>
                  <a:cubicBezTo>
                    <a:pt x="7335" y="2436"/>
                    <a:pt x="7580" y="2191"/>
                    <a:pt x="7580" y="1889"/>
                  </a:cubicBezTo>
                  <a:lnTo>
                    <a:pt x="7580" y="1433"/>
                  </a:lnTo>
                  <a:cubicBezTo>
                    <a:pt x="7580" y="1133"/>
                    <a:pt x="7335" y="885"/>
                    <a:pt x="7037" y="885"/>
                  </a:cubicBezTo>
                  <a:cubicBezTo>
                    <a:pt x="7034" y="885"/>
                    <a:pt x="7031" y="886"/>
                    <a:pt x="7028" y="886"/>
                  </a:cubicBezTo>
                  <a:lnTo>
                    <a:pt x="4546" y="886"/>
                  </a:lnTo>
                  <a:lnTo>
                    <a:pt x="4546" y="766"/>
                  </a:lnTo>
                  <a:cubicBezTo>
                    <a:pt x="4546" y="250"/>
                    <a:pt x="4100" y="1"/>
                    <a:pt x="37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89"/>
            <p:cNvSpPr/>
            <p:nvPr/>
          </p:nvSpPr>
          <p:spPr>
            <a:xfrm>
              <a:off x="936878" y="3902846"/>
              <a:ext cx="198615" cy="272008"/>
            </a:xfrm>
            <a:custGeom>
              <a:rect b="b" l="l" r="r" t="t"/>
              <a:pathLst>
                <a:path extrusionOk="0" h="10381" w="7580">
                  <a:moveTo>
                    <a:pt x="4484" y="5912"/>
                  </a:moveTo>
                  <a:lnTo>
                    <a:pt x="6188" y="9498"/>
                  </a:lnTo>
                  <a:cubicBezTo>
                    <a:pt x="6255" y="9642"/>
                    <a:pt x="6198" y="9815"/>
                    <a:pt x="6054" y="9882"/>
                  </a:cubicBezTo>
                  <a:cubicBezTo>
                    <a:pt x="6015" y="9901"/>
                    <a:pt x="5972" y="9911"/>
                    <a:pt x="5929" y="9911"/>
                  </a:cubicBezTo>
                  <a:cubicBezTo>
                    <a:pt x="5818" y="9911"/>
                    <a:pt x="5717" y="9848"/>
                    <a:pt x="5669" y="9752"/>
                  </a:cubicBezTo>
                  <a:lnTo>
                    <a:pt x="4489" y="7261"/>
                  </a:lnTo>
                  <a:lnTo>
                    <a:pt x="4018" y="6262"/>
                  </a:lnTo>
                  <a:lnTo>
                    <a:pt x="4177" y="5917"/>
                  </a:lnTo>
                  <a:lnTo>
                    <a:pt x="4177" y="5912"/>
                  </a:lnTo>
                  <a:close/>
                  <a:moveTo>
                    <a:pt x="3725" y="5912"/>
                  </a:moveTo>
                  <a:lnTo>
                    <a:pt x="1906" y="9752"/>
                  </a:lnTo>
                  <a:cubicBezTo>
                    <a:pt x="1858" y="9848"/>
                    <a:pt x="1757" y="9911"/>
                    <a:pt x="1647" y="9915"/>
                  </a:cubicBezTo>
                  <a:cubicBezTo>
                    <a:pt x="1604" y="9915"/>
                    <a:pt x="1560" y="9901"/>
                    <a:pt x="1522" y="9887"/>
                  </a:cubicBezTo>
                  <a:cubicBezTo>
                    <a:pt x="1378" y="9815"/>
                    <a:pt x="1320" y="9642"/>
                    <a:pt x="1388" y="9498"/>
                  </a:cubicBezTo>
                  <a:lnTo>
                    <a:pt x="3087" y="5917"/>
                  </a:lnTo>
                  <a:lnTo>
                    <a:pt x="3087" y="5912"/>
                  </a:lnTo>
                  <a:close/>
                  <a:moveTo>
                    <a:pt x="3788" y="6742"/>
                  </a:moveTo>
                  <a:lnTo>
                    <a:pt x="4076" y="7352"/>
                  </a:lnTo>
                  <a:lnTo>
                    <a:pt x="4076" y="9680"/>
                  </a:lnTo>
                  <a:cubicBezTo>
                    <a:pt x="4085" y="9843"/>
                    <a:pt x="3951" y="9983"/>
                    <a:pt x="3788" y="9983"/>
                  </a:cubicBezTo>
                  <a:cubicBezTo>
                    <a:pt x="3625" y="9983"/>
                    <a:pt x="3490" y="9843"/>
                    <a:pt x="3500" y="9680"/>
                  </a:cubicBezTo>
                  <a:lnTo>
                    <a:pt x="3500" y="7352"/>
                  </a:lnTo>
                  <a:lnTo>
                    <a:pt x="3788" y="6742"/>
                  </a:lnTo>
                  <a:close/>
                  <a:moveTo>
                    <a:pt x="6658" y="0"/>
                  </a:moveTo>
                  <a:cubicBezTo>
                    <a:pt x="6555" y="0"/>
                    <a:pt x="6452" y="70"/>
                    <a:pt x="6452" y="209"/>
                  </a:cubicBezTo>
                  <a:lnTo>
                    <a:pt x="6452" y="4357"/>
                  </a:lnTo>
                  <a:lnTo>
                    <a:pt x="1124" y="4357"/>
                  </a:lnTo>
                  <a:lnTo>
                    <a:pt x="1124" y="1309"/>
                  </a:lnTo>
                  <a:cubicBezTo>
                    <a:pt x="1124" y="1172"/>
                    <a:pt x="1020" y="1103"/>
                    <a:pt x="917" y="1103"/>
                  </a:cubicBezTo>
                  <a:cubicBezTo>
                    <a:pt x="814" y="1103"/>
                    <a:pt x="711" y="1172"/>
                    <a:pt x="711" y="1309"/>
                  </a:cubicBezTo>
                  <a:lnTo>
                    <a:pt x="711" y="4357"/>
                  </a:lnTo>
                  <a:lnTo>
                    <a:pt x="548" y="4357"/>
                  </a:lnTo>
                  <a:cubicBezTo>
                    <a:pt x="245" y="4357"/>
                    <a:pt x="0" y="4606"/>
                    <a:pt x="0" y="4909"/>
                  </a:cubicBezTo>
                  <a:lnTo>
                    <a:pt x="0" y="5365"/>
                  </a:lnTo>
                  <a:cubicBezTo>
                    <a:pt x="0" y="5667"/>
                    <a:pt x="245" y="5912"/>
                    <a:pt x="548" y="5912"/>
                  </a:cubicBezTo>
                  <a:lnTo>
                    <a:pt x="2631" y="5912"/>
                  </a:lnTo>
                  <a:lnTo>
                    <a:pt x="1018" y="9320"/>
                  </a:lnTo>
                  <a:cubicBezTo>
                    <a:pt x="850" y="9666"/>
                    <a:pt x="994" y="10083"/>
                    <a:pt x="1344" y="10251"/>
                  </a:cubicBezTo>
                  <a:cubicBezTo>
                    <a:pt x="1436" y="10299"/>
                    <a:pt x="1541" y="10323"/>
                    <a:pt x="1647" y="10323"/>
                  </a:cubicBezTo>
                  <a:cubicBezTo>
                    <a:pt x="1916" y="10323"/>
                    <a:pt x="2160" y="10170"/>
                    <a:pt x="2280" y="9925"/>
                  </a:cubicBezTo>
                  <a:lnTo>
                    <a:pt x="3087" y="8221"/>
                  </a:lnTo>
                  <a:lnTo>
                    <a:pt x="3087" y="9680"/>
                  </a:lnTo>
                  <a:cubicBezTo>
                    <a:pt x="3087" y="10064"/>
                    <a:pt x="3399" y="10381"/>
                    <a:pt x="3788" y="10381"/>
                  </a:cubicBezTo>
                  <a:cubicBezTo>
                    <a:pt x="4172" y="10381"/>
                    <a:pt x="4489" y="10064"/>
                    <a:pt x="4489" y="9680"/>
                  </a:cubicBezTo>
                  <a:lnTo>
                    <a:pt x="4489" y="8221"/>
                  </a:lnTo>
                  <a:lnTo>
                    <a:pt x="5300" y="9930"/>
                  </a:lnTo>
                  <a:cubicBezTo>
                    <a:pt x="5415" y="10170"/>
                    <a:pt x="5660" y="10323"/>
                    <a:pt x="5929" y="10323"/>
                  </a:cubicBezTo>
                  <a:cubicBezTo>
                    <a:pt x="6034" y="10323"/>
                    <a:pt x="6140" y="10299"/>
                    <a:pt x="6231" y="10256"/>
                  </a:cubicBezTo>
                  <a:cubicBezTo>
                    <a:pt x="6582" y="10088"/>
                    <a:pt x="6726" y="9671"/>
                    <a:pt x="6558" y="9320"/>
                  </a:cubicBezTo>
                  <a:lnTo>
                    <a:pt x="4945" y="5917"/>
                  </a:lnTo>
                  <a:lnTo>
                    <a:pt x="5818" y="5917"/>
                  </a:lnTo>
                  <a:cubicBezTo>
                    <a:pt x="6092" y="5917"/>
                    <a:pt x="6092" y="5504"/>
                    <a:pt x="5818" y="5504"/>
                  </a:cubicBezTo>
                  <a:lnTo>
                    <a:pt x="548" y="5504"/>
                  </a:lnTo>
                  <a:cubicBezTo>
                    <a:pt x="471" y="5499"/>
                    <a:pt x="408" y="5442"/>
                    <a:pt x="408" y="5365"/>
                  </a:cubicBezTo>
                  <a:lnTo>
                    <a:pt x="408" y="4909"/>
                  </a:lnTo>
                  <a:cubicBezTo>
                    <a:pt x="408" y="4832"/>
                    <a:pt x="471" y="4770"/>
                    <a:pt x="548" y="4770"/>
                  </a:cubicBezTo>
                  <a:lnTo>
                    <a:pt x="7028" y="4770"/>
                  </a:lnTo>
                  <a:cubicBezTo>
                    <a:pt x="7105" y="4770"/>
                    <a:pt x="7162" y="4832"/>
                    <a:pt x="7162" y="4909"/>
                  </a:cubicBezTo>
                  <a:lnTo>
                    <a:pt x="7162" y="5365"/>
                  </a:lnTo>
                  <a:cubicBezTo>
                    <a:pt x="7162" y="5442"/>
                    <a:pt x="7105" y="5499"/>
                    <a:pt x="7028" y="5504"/>
                  </a:cubicBezTo>
                  <a:lnTo>
                    <a:pt x="6644" y="5504"/>
                  </a:lnTo>
                  <a:cubicBezTo>
                    <a:pt x="6366" y="5504"/>
                    <a:pt x="6366" y="5917"/>
                    <a:pt x="6644" y="5917"/>
                  </a:cubicBezTo>
                  <a:lnTo>
                    <a:pt x="7028" y="5917"/>
                  </a:lnTo>
                  <a:cubicBezTo>
                    <a:pt x="7330" y="5912"/>
                    <a:pt x="7575" y="5667"/>
                    <a:pt x="7580" y="5365"/>
                  </a:cubicBezTo>
                  <a:lnTo>
                    <a:pt x="7580" y="4909"/>
                  </a:lnTo>
                  <a:cubicBezTo>
                    <a:pt x="7580" y="4606"/>
                    <a:pt x="7330" y="4357"/>
                    <a:pt x="7028" y="4357"/>
                  </a:cubicBezTo>
                  <a:lnTo>
                    <a:pt x="6865" y="4357"/>
                  </a:lnTo>
                  <a:lnTo>
                    <a:pt x="6865" y="209"/>
                  </a:lnTo>
                  <a:cubicBezTo>
                    <a:pt x="6865" y="70"/>
                    <a:pt x="6762" y="0"/>
                    <a:pt x="66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3" name="Google Shape;18923;p89"/>
          <p:cNvGrpSpPr/>
          <p:nvPr/>
        </p:nvGrpSpPr>
        <p:grpSpPr>
          <a:xfrm>
            <a:off x="2270140" y="3809460"/>
            <a:ext cx="202021" cy="365394"/>
            <a:chOff x="2270140" y="3809460"/>
            <a:chExt cx="202021" cy="365394"/>
          </a:xfrm>
        </p:grpSpPr>
        <p:sp>
          <p:nvSpPr>
            <p:cNvPr id="18924" name="Google Shape;18924;p89"/>
            <p:cNvSpPr/>
            <p:nvPr/>
          </p:nvSpPr>
          <p:spPr>
            <a:xfrm>
              <a:off x="2322466" y="3814832"/>
              <a:ext cx="38753" cy="56545"/>
            </a:xfrm>
            <a:custGeom>
              <a:rect b="b" l="l" r="r" t="t"/>
              <a:pathLst>
                <a:path extrusionOk="0" h="2158" w="1479">
                  <a:moveTo>
                    <a:pt x="745" y="0"/>
                  </a:moveTo>
                  <a:cubicBezTo>
                    <a:pt x="362" y="0"/>
                    <a:pt x="0" y="300"/>
                    <a:pt x="0" y="741"/>
                  </a:cubicBezTo>
                  <a:lnTo>
                    <a:pt x="0" y="1826"/>
                  </a:lnTo>
                  <a:cubicBezTo>
                    <a:pt x="0" y="2008"/>
                    <a:pt x="149" y="2157"/>
                    <a:pt x="331" y="2157"/>
                  </a:cubicBezTo>
                  <a:lnTo>
                    <a:pt x="1147" y="2157"/>
                  </a:lnTo>
                  <a:cubicBezTo>
                    <a:pt x="1171" y="2157"/>
                    <a:pt x="1195" y="2157"/>
                    <a:pt x="1215" y="2152"/>
                  </a:cubicBezTo>
                  <a:cubicBezTo>
                    <a:pt x="1368" y="2119"/>
                    <a:pt x="1479" y="1984"/>
                    <a:pt x="1479" y="1826"/>
                  </a:cubicBezTo>
                  <a:lnTo>
                    <a:pt x="1479" y="741"/>
                  </a:lnTo>
                  <a:cubicBezTo>
                    <a:pt x="1479" y="544"/>
                    <a:pt x="1402" y="357"/>
                    <a:pt x="1263" y="218"/>
                  </a:cubicBezTo>
                  <a:cubicBezTo>
                    <a:pt x="1248" y="203"/>
                    <a:pt x="1234" y="189"/>
                    <a:pt x="1219" y="175"/>
                  </a:cubicBezTo>
                  <a:cubicBezTo>
                    <a:pt x="1075" y="54"/>
                    <a:pt x="908" y="0"/>
                    <a:pt x="745"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89"/>
            <p:cNvSpPr/>
            <p:nvPr/>
          </p:nvSpPr>
          <p:spPr>
            <a:xfrm>
              <a:off x="2346468" y="3819391"/>
              <a:ext cx="15643" cy="51724"/>
            </a:xfrm>
            <a:custGeom>
              <a:rect b="b" l="l" r="r" t="t"/>
              <a:pathLst>
                <a:path extrusionOk="0" h="1974" w="597">
                  <a:moveTo>
                    <a:pt x="299" y="1"/>
                  </a:moveTo>
                  <a:cubicBezTo>
                    <a:pt x="135" y="145"/>
                    <a:pt x="35" y="351"/>
                    <a:pt x="35" y="567"/>
                  </a:cubicBezTo>
                  <a:lnTo>
                    <a:pt x="35" y="1652"/>
                  </a:lnTo>
                  <a:cubicBezTo>
                    <a:pt x="1" y="1820"/>
                    <a:pt x="131" y="1973"/>
                    <a:pt x="299" y="1973"/>
                  </a:cubicBezTo>
                  <a:cubicBezTo>
                    <a:pt x="471" y="1973"/>
                    <a:pt x="596" y="1820"/>
                    <a:pt x="563" y="1652"/>
                  </a:cubicBezTo>
                  <a:lnTo>
                    <a:pt x="563" y="567"/>
                  </a:lnTo>
                  <a:cubicBezTo>
                    <a:pt x="563" y="370"/>
                    <a:pt x="486" y="183"/>
                    <a:pt x="347" y="44"/>
                  </a:cubicBezTo>
                  <a:cubicBezTo>
                    <a:pt x="332" y="29"/>
                    <a:pt x="318" y="15"/>
                    <a:pt x="299"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89"/>
            <p:cNvSpPr/>
            <p:nvPr/>
          </p:nvSpPr>
          <p:spPr>
            <a:xfrm>
              <a:off x="2275669" y="3856991"/>
              <a:ext cx="132480" cy="312465"/>
            </a:xfrm>
            <a:custGeom>
              <a:rect b="b" l="l" r="r" t="t"/>
              <a:pathLst>
                <a:path extrusionOk="0" h="11925" w="5056">
                  <a:moveTo>
                    <a:pt x="2170" y="1"/>
                  </a:moveTo>
                  <a:cubicBezTo>
                    <a:pt x="975" y="6"/>
                    <a:pt x="5" y="975"/>
                    <a:pt x="0" y="2170"/>
                  </a:cubicBezTo>
                  <a:lnTo>
                    <a:pt x="0" y="11157"/>
                  </a:lnTo>
                  <a:cubicBezTo>
                    <a:pt x="0" y="11565"/>
                    <a:pt x="317" y="11901"/>
                    <a:pt x="730" y="11925"/>
                  </a:cubicBezTo>
                  <a:lnTo>
                    <a:pt x="4325" y="11925"/>
                  </a:lnTo>
                  <a:cubicBezTo>
                    <a:pt x="4733" y="11901"/>
                    <a:pt x="5055" y="11565"/>
                    <a:pt x="5050" y="11152"/>
                  </a:cubicBezTo>
                  <a:lnTo>
                    <a:pt x="5050" y="2170"/>
                  </a:lnTo>
                  <a:cubicBezTo>
                    <a:pt x="5050" y="1014"/>
                    <a:pt x="4138" y="58"/>
                    <a:pt x="2981"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89"/>
            <p:cNvSpPr/>
            <p:nvPr/>
          </p:nvSpPr>
          <p:spPr>
            <a:xfrm>
              <a:off x="2298308" y="3857385"/>
              <a:ext cx="111099" cy="312072"/>
            </a:xfrm>
            <a:custGeom>
              <a:rect b="b" l="l" r="r" t="t"/>
              <a:pathLst>
                <a:path extrusionOk="0" h="11910" w="4240">
                  <a:moveTo>
                    <a:pt x="2117" y="0"/>
                  </a:moveTo>
                  <a:cubicBezTo>
                    <a:pt x="941" y="0"/>
                    <a:pt x="0" y="979"/>
                    <a:pt x="48" y="2155"/>
                  </a:cubicBezTo>
                  <a:lnTo>
                    <a:pt x="48" y="11142"/>
                  </a:lnTo>
                  <a:cubicBezTo>
                    <a:pt x="48" y="11550"/>
                    <a:pt x="365" y="11886"/>
                    <a:pt x="778" y="11910"/>
                  </a:cubicBezTo>
                  <a:lnTo>
                    <a:pt x="3461" y="11910"/>
                  </a:lnTo>
                  <a:cubicBezTo>
                    <a:pt x="3869" y="11886"/>
                    <a:pt x="4191" y="11550"/>
                    <a:pt x="4186" y="11137"/>
                  </a:cubicBezTo>
                  <a:lnTo>
                    <a:pt x="4186" y="2155"/>
                  </a:lnTo>
                  <a:lnTo>
                    <a:pt x="4191" y="2155"/>
                  </a:lnTo>
                  <a:cubicBezTo>
                    <a:pt x="4239" y="979"/>
                    <a:pt x="3298" y="0"/>
                    <a:pt x="2117"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89"/>
            <p:cNvSpPr/>
            <p:nvPr/>
          </p:nvSpPr>
          <p:spPr>
            <a:xfrm>
              <a:off x="2275669" y="3937250"/>
              <a:ext cx="132349" cy="232207"/>
            </a:xfrm>
            <a:custGeom>
              <a:rect b="b" l="l" r="r" t="t"/>
              <a:pathLst>
                <a:path extrusionOk="0" h="8862" w="5051">
                  <a:moveTo>
                    <a:pt x="0" y="0"/>
                  </a:moveTo>
                  <a:lnTo>
                    <a:pt x="0" y="8127"/>
                  </a:lnTo>
                  <a:cubicBezTo>
                    <a:pt x="5" y="8526"/>
                    <a:pt x="327" y="8852"/>
                    <a:pt x="730" y="8862"/>
                  </a:cubicBezTo>
                  <a:lnTo>
                    <a:pt x="4325" y="8862"/>
                  </a:lnTo>
                  <a:cubicBezTo>
                    <a:pt x="4729" y="8852"/>
                    <a:pt x="5045" y="8526"/>
                    <a:pt x="5050" y="8127"/>
                  </a:cubicBezTo>
                  <a:lnTo>
                    <a:pt x="5050"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89"/>
            <p:cNvSpPr/>
            <p:nvPr/>
          </p:nvSpPr>
          <p:spPr>
            <a:xfrm>
              <a:off x="2299565" y="3937250"/>
              <a:ext cx="108452" cy="207314"/>
            </a:xfrm>
            <a:custGeom>
              <a:rect b="b" l="l" r="r" t="t"/>
              <a:pathLst>
                <a:path extrusionOk="0" h="7912" w="4139">
                  <a:moveTo>
                    <a:pt x="0" y="0"/>
                  </a:moveTo>
                  <a:lnTo>
                    <a:pt x="0" y="7172"/>
                  </a:lnTo>
                  <a:cubicBezTo>
                    <a:pt x="5" y="7575"/>
                    <a:pt x="327" y="7902"/>
                    <a:pt x="730" y="7911"/>
                  </a:cubicBezTo>
                  <a:lnTo>
                    <a:pt x="3413" y="7911"/>
                  </a:lnTo>
                  <a:cubicBezTo>
                    <a:pt x="3817" y="7897"/>
                    <a:pt x="4133" y="7575"/>
                    <a:pt x="4138" y="7172"/>
                  </a:cubicBezTo>
                  <a:lnTo>
                    <a:pt x="4138"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89"/>
            <p:cNvSpPr/>
            <p:nvPr/>
          </p:nvSpPr>
          <p:spPr>
            <a:xfrm>
              <a:off x="2350372" y="3991201"/>
              <a:ext cx="57646" cy="119510"/>
            </a:xfrm>
            <a:custGeom>
              <a:rect b="b" l="l" r="r" t="t"/>
              <a:pathLst>
                <a:path extrusionOk="0" h="4561" w="2200">
                  <a:moveTo>
                    <a:pt x="706" y="1"/>
                  </a:moveTo>
                  <a:cubicBezTo>
                    <a:pt x="673" y="1"/>
                    <a:pt x="639" y="1"/>
                    <a:pt x="610" y="5"/>
                  </a:cubicBezTo>
                  <a:cubicBezTo>
                    <a:pt x="260" y="53"/>
                    <a:pt x="1" y="356"/>
                    <a:pt x="1" y="706"/>
                  </a:cubicBezTo>
                  <a:lnTo>
                    <a:pt x="1" y="3855"/>
                  </a:lnTo>
                  <a:cubicBezTo>
                    <a:pt x="6" y="4244"/>
                    <a:pt x="318" y="4556"/>
                    <a:pt x="706" y="4561"/>
                  </a:cubicBezTo>
                  <a:lnTo>
                    <a:pt x="2199" y="4561"/>
                  </a:lnTo>
                  <a:lnTo>
                    <a:pt x="219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89"/>
            <p:cNvSpPr/>
            <p:nvPr/>
          </p:nvSpPr>
          <p:spPr>
            <a:xfrm>
              <a:off x="2270140" y="3809460"/>
              <a:ext cx="143537" cy="365394"/>
            </a:xfrm>
            <a:custGeom>
              <a:rect b="b" l="l" r="r" t="t"/>
              <a:pathLst>
                <a:path extrusionOk="0" h="13945" w="5478">
                  <a:moveTo>
                    <a:pt x="5060" y="7138"/>
                  </a:moveTo>
                  <a:lnTo>
                    <a:pt x="5055" y="11286"/>
                  </a:lnTo>
                  <a:lnTo>
                    <a:pt x="3768" y="11286"/>
                  </a:lnTo>
                  <a:cubicBezTo>
                    <a:pt x="3495" y="11286"/>
                    <a:pt x="3269" y="11060"/>
                    <a:pt x="3269" y="10786"/>
                  </a:cubicBezTo>
                  <a:lnTo>
                    <a:pt x="3269" y="7637"/>
                  </a:lnTo>
                  <a:cubicBezTo>
                    <a:pt x="3269" y="7364"/>
                    <a:pt x="3495" y="7138"/>
                    <a:pt x="3768" y="7138"/>
                  </a:cubicBezTo>
                  <a:close/>
                  <a:moveTo>
                    <a:pt x="2746" y="0"/>
                  </a:moveTo>
                  <a:cubicBezTo>
                    <a:pt x="2472" y="0"/>
                    <a:pt x="2472" y="413"/>
                    <a:pt x="2746" y="413"/>
                  </a:cubicBezTo>
                  <a:cubicBezTo>
                    <a:pt x="3000" y="418"/>
                    <a:pt x="3216" y="600"/>
                    <a:pt x="3264" y="850"/>
                  </a:cubicBezTo>
                  <a:cubicBezTo>
                    <a:pt x="3237" y="840"/>
                    <a:pt x="3209" y="835"/>
                    <a:pt x="3183" y="835"/>
                  </a:cubicBezTo>
                  <a:cubicBezTo>
                    <a:pt x="3059" y="835"/>
                    <a:pt x="2953" y="937"/>
                    <a:pt x="2957" y="1071"/>
                  </a:cubicBezTo>
                  <a:cubicBezTo>
                    <a:pt x="2957" y="1202"/>
                    <a:pt x="3066" y="1300"/>
                    <a:pt x="3187" y="1300"/>
                  </a:cubicBezTo>
                  <a:cubicBezTo>
                    <a:pt x="3216" y="1300"/>
                    <a:pt x="3245" y="1294"/>
                    <a:pt x="3274" y="1282"/>
                  </a:cubicBezTo>
                  <a:lnTo>
                    <a:pt x="3274" y="1618"/>
                  </a:lnTo>
                  <a:cubicBezTo>
                    <a:pt x="3216" y="1613"/>
                    <a:pt x="3159" y="1608"/>
                    <a:pt x="3101" y="1608"/>
                  </a:cubicBezTo>
                  <a:lnTo>
                    <a:pt x="2381" y="1608"/>
                  </a:lnTo>
                  <a:cubicBezTo>
                    <a:pt x="2323" y="1608"/>
                    <a:pt x="2266" y="1613"/>
                    <a:pt x="2203" y="1618"/>
                  </a:cubicBezTo>
                  <a:lnTo>
                    <a:pt x="2203" y="946"/>
                  </a:lnTo>
                  <a:cubicBezTo>
                    <a:pt x="2203" y="864"/>
                    <a:pt x="2223" y="783"/>
                    <a:pt x="2261" y="711"/>
                  </a:cubicBezTo>
                  <a:cubicBezTo>
                    <a:pt x="2344" y="544"/>
                    <a:pt x="2206" y="408"/>
                    <a:pt x="2068" y="408"/>
                  </a:cubicBezTo>
                  <a:cubicBezTo>
                    <a:pt x="2000" y="408"/>
                    <a:pt x="1931" y="442"/>
                    <a:pt x="1891" y="524"/>
                  </a:cubicBezTo>
                  <a:cubicBezTo>
                    <a:pt x="1824" y="653"/>
                    <a:pt x="1791" y="797"/>
                    <a:pt x="1791" y="946"/>
                  </a:cubicBezTo>
                  <a:lnTo>
                    <a:pt x="1791" y="1685"/>
                  </a:lnTo>
                  <a:cubicBezTo>
                    <a:pt x="1579" y="1738"/>
                    <a:pt x="1378" y="1820"/>
                    <a:pt x="1191" y="1930"/>
                  </a:cubicBezTo>
                  <a:cubicBezTo>
                    <a:pt x="988" y="2047"/>
                    <a:pt x="1107" y="2321"/>
                    <a:pt x="1292" y="2321"/>
                  </a:cubicBezTo>
                  <a:cubicBezTo>
                    <a:pt x="1327" y="2321"/>
                    <a:pt x="1364" y="2312"/>
                    <a:pt x="1402" y="2290"/>
                  </a:cubicBezTo>
                  <a:cubicBezTo>
                    <a:pt x="1647" y="2146"/>
                    <a:pt x="1920" y="2060"/>
                    <a:pt x="2203" y="2031"/>
                  </a:cubicBezTo>
                  <a:cubicBezTo>
                    <a:pt x="2266" y="2026"/>
                    <a:pt x="2323" y="2026"/>
                    <a:pt x="2381" y="2026"/>
                  </a:cubicBezTo>
                  <a:lnTo>
                    <a:pt x="3096" y="2026"/>
                  </a:lnTo>
                  <a:cubicBezTo>
                    <a:pt x="3154" y="2026"/>
                    <a:pt x="3216" y="2026"/>
                    <a:pt x="3269" y="2031"/>
                  </a:cubicBezTo>
                  <a:cubicBezTo>
                    <a:pt x="3408" y="2045"/>
                    <a:pt x="3548" y="2069"/>
                    <a:pt x="3677" y="2112"/>
                  </a:cubicBezTo>
                  <a:cubicBezTo>
                    <a:pt x="4498" y="2367"/>
                    <a:pt x="5060" y="3125"/>
                    <a:pt x="5060" y="3984"/>
                  </a:cubicBezTo>
                  <a:lnTo>
                    <a:pt x="5060" y="4575"/>
                  </a:lnTo>
                  <a:cubicBezTo>
                    <a:pt x="5060" y="4642"/>
                    <a:pt x="5002" y="4695"/>
                    <a:pt x="4935" y="4700"/>
                  </a:cubicBezTo>
                  <a:lnTo>
                    <a:pt x="543" y="4700"/>
                  </a:lnTo>
                  <a:cubicBezTo>
                    <a:pt x="475" y="4695"/>
                    <a:pt x="423" y="4642"/>
                    <a:pt x="418" y="4575"/>
                  </a:cubicBezTo>
                  <a:lnTo>
                    <a:pt x="418" y="3984"/>
                  </a:lnTo>
                  <a:cubicBezTo>
                    <a:pt x="418" y="3548"/>
                    <a:pt x="567" y="3120"/>
                    <a:pt x="840" y="2780"/>
                  </a:cubicBezTo>
                  <a:cubicBezTo>
                    <a:pt x="950" y="2621"/>
                    <a:pt x="815" y="2451"/>
                    <a:pt x="667" y="2451"/>
                  </a:cubicBezTo>
                  <a:cubicBezTo>
                    <a:pt x="614" y="2451"/>
                    <a:pt x="559" y="2473"/>
                    <a:pt x="514" y="2525"/>
                  </a:cubicBezTo>
                  <a:cubicBezTo>
                    <a:pt x="183" y="2938"/>
                    <a:pt x="5" y="3456"/>
                    <a:pt x="5" y="3984"/>
                  </a:cubicBezTo>
                  <a:lnTo>
                    <a:pt x="5" y="12716"/>
                  </a:lnTo>
                  <a:cubicBezTo>
                    <a:pt x="0" y="13388"/>
                    <a:pt x="543" y="13940"/>
                    <a:pt x="1219" y="13945"/>
                  </a:cubicBezTo>
                  <a:lnTo>
                    <a:pt x="1800" y="13945"/>
                  </a:lnTo>
                  <a:cubicBezTo>
                    <a:pt x="2079" y="13945"/>
                    <a:pt x="2079" y="13532"/>
                    <a:pt x="1800" y="13532"/>
                  </a:cubicBezTo>
                  <a:lnTo>
                    <a:pt x="1219" y="13532"/>
                  </a:lnTo>
                  <a:cubicBezTo>
                    <a:pt x="773" y="13523"/>
                    <a:pt x="418" y="13158"/>
                    <a:pt x="423" y="12716"/>
                  </a:cubicBezTo>
                  <a:lnTo>
                    <a:pt x="423" y="5098"/>
                  </a:lnTo>
                  <a:cubicBezTo>
                    <a:pt x="461" y="5108"/>
                    <a:pt x="504" y="5113"/>
                    <a:pt x="547" y="5113"/>
                  </a:cubicBezTo>
                  <a:lnTo>
                    <a:pt x="4935" y="5113"/>
                  </a:lnTo>
                  <a:cubicBezTo>
                    <a:pt x="4973" y="5113"/>
                    <a:pt x="5016" y="5108"/>
                    <a:pt x="5060" y="5098"/>
                  </a:cubicBezTo>
                  <a:lnTo>
                    <a:pt x="5060" y="6730"/>
                  </a:lnTo>
                  <a:lnTo>
                    <a:pt x="3768" y="6730"/>
                  </a:lnTo>
                  <a:cubicBezTo>
                    <a:pt x="3264" y="6730"/>
                    <a:pt x="2856" y="7138"/>
                    <a:pt x="2856" y="7642"/>
                  </a:cubicBezTo>
                  <a:lnTo>
                    <a:pt x="2856" y="10791"/>
                  </a:lnTo>
                  <a:cubicBezTo>
                    <a:pt x="2856" y="11295"/>
                    <a:pt x="3264" y="11703"/>
                    <a:pt x="3768" y="11703"/>
                  </a:cubicBezTo>
                  <a:lnTo>
                    <a:pt x="5060" y="11703"/>
                  </a:lnTo>
                  <a:lnTo>
                    <a:pt x="5060" y="12716"/>
                  </a:lnTo>
                  <a:cubicBezTo>
                    <a:pt x="5064" y="13158"/>
                    <a:pt x="4704" y="13527"/>
                    <a:pt x="4263" y="13532"/>
                  </a:cubicBezTo>
                  <a:lnTo>
                    <a:pt x="2631" y="13532"/>
                  </a:lnTo>
                  <a:cubicBezTo>
                    <a:pt x="2352" y="13532"/>
                    <a:pt x="2352" y="13945"/>
                    <a:pt x="2631" y="13945"/>
                  </a:cubicBezTo>
                  <a:lnTo>
                    <a:pt x="4263" y="13945"/>
                  </a:lnTo>
                  <a:cubicBezTo>
                    <a:pt x="4935" y="13940"/>
                    <a:pt x="5477" y="13388"/>
                    <a:pt x="5472" y="12716"/>
                  </a:cubicBezTo>
                  <a:lnTo>
                    <a:pt x="5472" y="3984"/>
                  </a:lnTo>
                  <a:cubicBezTo>
                    <a:pt x="5468" y="2900"/>
                    <a:pt x="4733" y="1954"/>
                    <a:pt x="3687" y="1685"/>
                  </a:cubicBezTo>
                  <a:lnTo>
                    <a:pt x="3687" y="946"/>
                  </a:lnTo>
                  <a:cubicBezTo>
                    <a:pt x="3682" y="428"/>
                    <a:pt x="3264" y="5"/>
                    <a:pt x="27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89"/>
            <p:cNvSpPr/>
            <p:nvPr/>
          </p:nvSpPr>
          <p:spPr>
            <a:xfrm>
              <a:off x="2443522" y="3862258"/>
              <a:ext cx="27382" cy="18630"/>
            </a:xfrm>
            <a:custGeom>
              <a:rect b="b" l="l" r="r" t="t"/>
              <a:pathLst>
                <a:path extrusionOk="0" h="711" w="1045">
                  <a:moveTo>
                    <a:pt x="296" y="1"/>
                  </a:moveTo>
                  <a:cubicBezTo>
                    <a:pt x="112" y="1"/>
                    <a:pt x="1" y="281"/>
                    <a:pt x="204" y="395"/>
                  </a:cubicBezTo>
                  <a:cubicBezTo>
                    <a:pt x="348" y="467"/>
                    <a:pt x="483" y="558"/>
                    <a:pt x="612" y="659"/>
                  </a:cubicBezTo>
                  <a:cubicBezTo>
                    <a:pt x="656" y="695"/>
                    <a:pt x="701" y="711"/>
                    <a:pt x="744" y="711"/>
                  </a:cubicBezTo>
                  <a:cubicBezTo>
                    <a:pt x="912" y="711"/>
                    <a:pt x="1044" y="480"/>
                    <a:pt x="876" y="342"/>
                  </a:cubicBezTo>
                  <a:cubicBezTo>
                    <a:pt x="728" y="222"/>
                    <a:pt x="569" y="117"/>
                    <a:pt x="401" y="30"/>
                  </a:cubicBezTo>
                  <a:cubicBezTo>
                    <a:pt x="365" y="10"/>
                    <a:pt x="329"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89"/>
            <p:cNvSpPr/>
            <p:nvPr/>
          </p:nvSpPr>
          <p:spPr>
            <a:xfrm>
              <a:off x="2376155" y="3841322"/>
              <a:ext cx="28980" cy="13599"/>
            </a:xfrm>
            <a:custGeom>
              <a:rect b="b" l="l" r="r" t="t"/>
              <a:pathLst>
                <a:path extrusionOk="0" h="519" w="1106">
                  <a:moveTo>
                    <a:pt x="288" y="0"/>
                  </a:moveTo>
                  <a:cubicBezTo>
                    <a:pt x="48" y="0"/>
                    <a:pt x="0" y="371"/>
                    <a:pt x="260" y="412"/>
                  </a:cubicBezTo>
                  <a:cubicBezTo>
                    <a:pt x="260" y="412"/>
                    <a:pt x="462" y="445"/>
                    <a:pt x="764" y="512"/>
                  </a:cubicBezTo>
                  <a:cubicBezTo>
                    <a:pt x="783" y="517"/>
                    <a:pt x="801" y="519"/>
                    <a:pt x="818" y="519"/>
                  </a:cubicBezTo>
                  <a:cubicBezTo>
                    <a:pt x="1044" y="519"/>
                    <a:pt x="1105" y="163"/>
                    <a:pt x="855" y="109"/>
                  </a:cubicBezTo>
                  <a:cubicBezTo>
                    <a:pt x="543" y="42"/>
                    <a:pt x="337" y="4"/>
                    <a:pt x="327" y="4"/>
                  </a:cubicBezTo>
                  <a:cubicBezTo>
                    <a:pt x="313" y="1"/>
                    <a:pt x="300"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89"/>
            <p:cNvSpPr/>
            <p:nvPr/>
          </p:nvSpPr>
          <p:spPr>
            <a:xfrm>
              <a:off x="2410507" y="3849419"/>
              <a:ext cx="28875" cy="15250"/>
            </a:xfrm>
            <a:custGeom>
              <a:rect b="b" l="l" r="r" t="t"/>
              <a:pathLst>
                <a:path extrusionOk="0" h="582" w="1102">
                  <a:moveTo>
                    <a:pt x="291" y="0"/>
                  </a:moveTo>
                  <a:cubicBezTo>
                    <a:pt x="77" y="0"/>
                    <a:pt x="1" y="336"/>
                    <a:pt x="240" y="410"/>
                  </a:cubicBezTo>
                  <a:cubicBezTo>
                    <a:pt x="413" y="458"/>
                    <a:pt x="576" y="511"/>
                    <a:pt x="730" y="568"/>
                  </a:cubicBezTo>
                  <a:cubicBezTo>
                    <a:pt x="757" y="578"/>
                    <a:pt x="782" y="582"/>
                    <a:pt x="806" y="582"/>
                  </a:cubicBezTo>
                  <a:cubicBezTo>
                    <a:pt x="1014" y="582"/>
                    <a:pt x="1101" y="261"/>
                    <a:pt x="869" y="175"/>
                  </a:cubicBezTo>
                  <a:lnTo>
                    <a:pt x="874" y="175"/>
                  </a:lnTo>
                  <a:cubicBezTo>
                    <a:pt x="715" y="117"/>
                    <a:pt x="543" y="64"/>
                    <a:pt x="360" y="11"/>
                  </a:cubicBezTo>
                  <a:cubicBezTo>
                    <a:pt x="336" y="4"/>
                    <a:pt x="313" y="0"/>
                    <a:pt x="2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89"/>
            <p:cNvSpPr/>
            <p:nvPr/>
          </p:nvSpPr>
          <p:spPr>
            <a:xfrm>
              <a:off x="2375579" y="3825339"/>
              <a:ext cx="28797" cy="12813"/>
            </a:xfrm>
            <a:custGeom>
              <a:rect b="b" l="l" r="r" t="t"/>
              <a:pathLst>
                <a:path extrusionOk="0" h="489" w="1099">
                  <a:moveTo>
                    <a:pt x="816" y="1"/>
                  </a:moveTo>
                  <a:cubicBezTo>
                    <a:pt x="803" y="1"/>
                    <a:pt x="790" y="2"/>
                    <a:pt x="776" y="4"/>
                  </a:cubicBezTo>
                  <a:lnTo>
                    <a:pt x="258" y="76"/>
                  </a:lnTo>
                  <a:cubicBezTo>
                    <a:pt x="0" y="109"/>
                    <a:pt x="27" y="489"/>
                    <a:pt x="282" y="489"/>
                  </a:cubicBezTo>
                  <a:cubicBezTo>
                    <a:pt x="284" y="489"/>
                    <a:pt x="285" y="489"/>
                    <a:pt x="287" y="489"/>
                  </a:cubicBezTo>
                  <a:lnTo>
                    <a:pt x="320" y="489"/>
                  </a:lnTo>
                  <a:lnTo>
                    <a:pt x="839" y="412"/>
                  </a:lnTo>
                  <a:cubicBezTo>
                    <a:pt x="1099" y="375"/>
                    <a:pt x="1055" y="1"/>
                    <a:pt x="8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89"/>
            <p:cNvSpPr/>
            <p:nvPr/>
          </p:nvSpPr>
          <p:spPr>
            <a:xfrm>
              <a:off x="2410559" y="3820072"/>
              <a:ext cx="28954" cy="12996"/>
            </a:xfrm>
            <a:custGeom>
              <a:rect b="b" l="l" r="r" t="t"/>
              <a:pathLst>
                <a:path extrusionOk="0" h="496" w="1105">
                  <a:moveTo>
                    <a:pt x="821" y="1"/>
                  </a:moveTo>
                  <a:cubicBezTo>
                    <a:pt x="810" y="1"/>
                    <a:pt x="798" y="2"/>
                    <a:pt x="785" y="3"/>
                  </a:cubicBezTo>
                  <a:lnTo>
                    <a:pt x="262" y="80"/>
                  </a:lnTo>
                  <a:cubicBezTo>
                    <a:pt x="1" y="117"/>
                    <a:pt x="46" y="495"/>
                    <a:pt x="290" y="495"/>
                  </a:cubicBezTo>
                  <a:cubicBezTo>
                    <a:pt x="301" y="495"/>
                    <a:pt x="313" y="495"/>
                    <a:pt x="325" y="493"/>
                  </a:cubicBezTo>
                  <a:lnTo>
                    <a:pt x="843" y="416"/>
                  </a:lnTo>
                  <a:cubicBezTo>
                    <a:pt x="1104" y="375"/>
                    <a:pt x="1064" y="1"/>
                    <a:pt x="8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89"/>
            <p:cNvSpPr/>
            <p:nvPr/>
          </p:nvSpPr>
          <p:spPr>
            <a:xfrm>
              <a:off x="2445042" y="3810901"/>
              <a:ext cx="27120" cy="16272"/>
            </a:xfrm>
            <a:custGeom>
              <a:rect b="b" l="l" r="r" t="t"/>
              <a:pathLst>
                <a:path extrusionOk="0" h="621" w="1035">
                  <a:moveTo>
                    <a:pt x="799" y="0"/>
                  </a:moveTo>
                  <a:cubicBezTo>
                    <a:pt x="765" y="0"/>
                    <a:pt x="730" y="9"/>
                    <a:pt x="698" y="27"/>
                  </a:cubicBezTo>
                  <a:cubicBezTo>
                    <a:pt x="554" y="99"/>
                    <a:pt x="406" y="161"/>
                    <a:pt x="252" y="209"/>
                  </a:cubicBezTo>
                  <a:cubicBezTo>
                    <a:pt x="1" y="274"/>
                    <a:pt x="78" y="621"/>
                    <a:pt x="296" y="621"/>
                  </a:cubicBezTo>
                  <a:cubicBezTo>
                    <a:pt x="320" y="621"/>
                    <a:pt x="345" y="617"/>
                    <a:pt x="372" y="608"/>
                  </a:cubicBezTo>
                  <a:cubicBezTo>
                    <a:pt x="550" y="550"/>
                    <a:pt x="727" y="478"/>
                    <a:pt x="890" y="392"/>
                  </a:cubicBezTo>
                  <a:cubicBezTo>
                    <a:pt x="996" y="339"/>
                    <a:pt x="1034" y="214"/>
                    <a:pt x="982" y="109"/>
                  </a:cubicBezTo>
                  <a:cubicBezTo>
                    <a:pt x="942" y="40"/>
                    <a:pt x="872" y="0"/>
                    <a:pt x="7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8" name="Google Shape;18938;p89"/>
          <p:cNvGrpSpPr/>
          <p:nvPr/>
        </p:nvGrpSpPr>
        <p:grpSpPr>
          <a:xfrm>
            <a:off x="3201010" y="1965826"/>
            <a:ext cx="115370" cy="365420"/>
            <a:chOff x="3201010" y="1965826"/>
            <a:chExt cx="115370" cy="365420"/>
          </a:xfrm>
        </p:grpSpPr>
        <p:sp>
          <p:nvSpPr>
            <p:cNvPr id="18939" name="Google Shape;18939;p89"/>
            <p:cNvSpPr/>
            <p:nvPr/>
          </p:nvSpPr>
          <p:spPr>
            <a:xfrm>
              <a:off x="3222025" y="2095109"/>
              <a:ext cx="61419" cy="230634"/>
            </a:xfrm>
            <a:custGeom>
              <a:rect b="b" l="l" r="r" t="t"/>
              <a:pathLst>
                <a:path extrusionOk="0" h="8802" w="2344">
                  <a:moveTo>
                    <a:pt x="409" y="0"/>
                  </a:moveTo>
                  <a:cubicBezTo>
                    <a:pt x="322" y="423"/>
                    <a:pt x="212" y="1052"/>
                    <a:pt x="140" y="1815"/>
                  </a:cubicBezTo>
                  <a:cubicBezTo>
                    <a:pt x="101" y="2175"/>
                    <a:pt x="77" y="2559"/>
                    <a:pt x="63" y="2967"/>
                  </a:cubicBezTo>
                  <a:cubicBezTo>
                    <a:pt x="1" y="4733"/>
                    <a:pt x="188" y="6893"/>
                    <a:pt x="1109" y="8765"/>
                  </a:cubicBezTo>
                  <a:cubicBezTo>
                    <a:pt x="1121" y="8789"/>
                    <a:pt x="1145" y="8801"/>
                    <a:pt x="1169" y="8801"/>
                  </a:cubicBezTo>
                  <a:cubicBezTo>
                    <a:pt x="1193" y="8801"/>
                    <a:pt x="1217" y="8789"/>
                    <a:pt x="1229" y="8765"/>
                  </a:cubicBezTo>
                  <a:cubicBezTo>
                    <a:pt x="2151" y="6889"/>
                    <a:pt x="2343" y="4733"/>
                    <a:pt x="2281" y="2967"/>
                  </a:cubicBezTo>
                  <a:cubicBezTo>
                    <a:pt x="2266" y="2564"/>
                    <a:pt x="2237" y="2180"/>
                    <a:pt x="2204" y="1820"/>
                  </a:cubicBezTo>
                  <a:cubicBezTo>
                    <a:pt x="2127" y="1052"/>
                    <a:pt x="2021" y="423"/>
                    <a:pt x="1935" y="0"/>
                  </a:cubicBezTo>
                  <a:cubicBezTo>
                    <a:pt x="1743" y="96"/>
                    <a:pt x="1532" y="154"/>
                    <a:pt x="1321" y="168"/>
                  </a:cubicBezTo>
                  <a:lnTo>
                    <a:pt x="1057" y="168"/>
                  </a:lnTo>
                  <a:cubicBezTo>
                    <a:pt x="831" y="159"/>
                    <a:pt x="610" y="101"/>
                    <a:pt x="4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89"/>
            <p:cNvSpPr/>
            <p:nvPr/>
          </p:nvSpPr>
          <p:spPr>
            <a:xfrm>
              <a:off x="3222025" y="2095109"/>
              <a:ext cx="44046" cy="230634"/>
            </a:xfrm>
            <a:custGeom>
              <a:rect b="b" l="l" r="r" t="t"/>
              <a:pathLst>
                <a:path extrusionOk="0" h="8802" w="1681">
                  <a:moveTo>
                    <a:pt x="409" y="0"/>
                  </a:moveTo>
                  <a:cubicBezTo>
                    <a:pt x="322" y="423"/>
                    <a:pt x="212" y="1052"/>
                    <a:pt x="140" y="1815"/>
                  </a:cubicBezTo>
                  <a:cubicBezTo>
                    <a:pt x="101" y="2175"/>
                    <a:pt x="77" y="2559"/>
                    <a:pt x="63" y="2967"/>
                  </a:cubicBezTo>
                  <a:cubicBezTo>
                    <a:pt x="1" y="4733"/>
                    <a:pt x="188" y="6889"/>
                    <a:pt x="1109" y="8765"/>
                  </a:cubicBezTo>
                  <a:cubicBezTo>
                    <a:pt x="1121" y="8789"/>
                    <a:pt x="1145" y="8801"/>
                    <a:pt x="1169" y="8801"/>
                  </a:cubicBezTo>
                  <a:cubicBezTo>
                    <a:pt x="1193" y="8801"/>
                    <a:pt x="1217" y="8789"/>
                    <a:pt x="1229" y="8765"/>
                  </a:cubicBezTo>
                  <a:cubicBezTo>
                    <a:pt x="1402" y="8410"/>
                    <a:pt x="1551" y="8045"/>
                    <a:pt x="1681" y="7671"/>
                  </a:cubicBezTo>
                  <a:cubicBezTo>
                    <a:pt x="1143" y="6087"/>
                    <a:pt x="1028" y="4397"/>
                    <a:pt x="1081" y="2967"/>
                  </a:cubicBezTo>
                  <a:cubicBezTo>
                    <a:pt x="1100" y="2559"/>
                    <a:pt x="1124" y="2175"/>
                    <a:pt x="1157" y="1815"/>
                  </a:cubicBezTo>
                  <a:cubicBezTo>
                    <a:pt x="1225" y="1143"/>
                    <a:pt x="1321" y="571"/>
                    <a:pt x="1397" y="159"/>
                  </a:cubicBezTo>
                  <a:cubicBezTo>
                    <a:pt x="1373" y="159"/>
                    <a:pt x="1345" y="163"/>
                    <a:pt x="1321" y="163"/>
                  </a:cubicBezTo>
                  <a:lnTo>
                    <a:pt x="1057" y="163"/>
                  </a:lnTo>
                  <a:cubicBezTo>
                    <a:pt x="831" y="154"/>
                    <a:pt x="610" y="101"/>
                    <a:pt x="40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89"/>
            <p:cNvSpPr/>
            <p:nvPr/>
          </p:nvSpPr>
          <p:spPr>
            <a:xfrm>
              <a:off x="3204285" y="1971224"/>
              <a:ext cx="108085" cy="142908"/>
            </a:xfrm>
            <a:custGeom>
              <a:rect b="b" l="l" r="r" t="t"/>
              <a:pathLst>
                <a:path extrusionOk="0" h="5454" w="4125">
                  <a:moveTo>
                    <a:pt x="3734" y="0"/>
                  </a:moveTo>
                  <a:cubicBezTo>
                    <a:pt x="3148" y="0"/>
                    <a:pt x="2568" y="159"/>
                    <a:pt x="2065" y="461"/>
                  </a:cubicBezTo>
                  <a:cubicBezTo>
                    <a:pt x="687" y="1287"/>
                    <a:pt x="188" y="2923"/>
                    <a:pt x="188" y="2923"/>
                  </a:cubicBezTo>
                  <a:cubicBezTo>
                    <a:pt x="140" y="3077"/>
                    <a:pt x="106" y="3240"/>
                    <a:pt x="92" y="3403"/>
                  </a:cubicBezTo>
                  <a:cubicBezTo>
                    <a:pt x="1" y="4459"/>
                    <a:pt x="702" y="5405"/>
                    <a:pt x="1729" y="5453"/>
                  </a:cubicBezTo>
                  <a:lnTo>
                    <a:pt x="1993" y="5453"/>
                  </a:lnTo>
                  <a:cubicBezTo>
                    <a:pt x="2511" y="5419"/>
                    <a:pt x="2986" y="5141"/>
                    <a:pt x="3260" y="4699"/>
                  </a:cubicBezTo>
                  <a:cubicBezTo>
                    <a:pt x="3529" y="4287"/>
                    <a:pt x="3610" y="3778"/>
                    <a:pt x="3495" y="3303"/>
                  </a:cubicBezTo>
                  <a:cubicBezTo>
                    <a:pt x="3476" y="3221"/>
                    <a:pt x="3447" y="3139"/>
                    <a:pt x="3418" y="3063"/>
                  </a:cubicBezTo>
                  <a:cubicBezTo>
                    <a:pt x="3337" y="2861"/>
                    <a:pt x="3236" y="2674"/>
                    <a:pt x="3198" y="2453"/>
                  </a:cubicBezTo>
                  <a:cubicBezTo>
                    <a:pt x="3150" y="2151"/>
                    <a:pt x="3178" y="1839"/>
                    <a:pt x="3274" y="1551"/>
                  </a:cubicBezTo>
                  <a:cubicBezTo>
                    <a:pt x="3380" y="1253"/>
                    <a:pt x="3529" y="974"/>
                    <a:pt x="3716" y="720"/>
                  </a:cubicBezTo>
                  <a:cubicBezTo>
                    <a:pt x="3759" y="662"/>
                    <a:pt x="3899" y="461"/>
                    <a:pt x="4033" y="288"/>
                  </a:cubicBezTo>
                  <a:cubicBezTo>
                    <a:pt x="4124" y="178"/>
                    <a:pt x="4047" y="10"/>
                    <a:pt x="3903" y="5"/>
                  </a:cubicBezTo>
                  <a:cubicBezTo>
                    <a:pt x="3847" y="2"/>
                    <a:pt x="3790" y="0"/>
                    <a:pt x="373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89"/>
            <p:cNvSpPr/>
            <p:nvPr/>
          </p:nvSpPr>
          <p:spPr>
            <a:xfrm>
              <a:off x="3225300" y="1971224"/>
              <a:ext cx="87071" cy="125798"/>
            </a:xfrm>
            <a:custGeom>
              <a:rect b="b" l="l" r="r" t="t"/>
              <a:pathLst>
                <a:path extrusionOk="0" h="4801" w="3323">
                  <a:moveTo>
                    <a:pt x="2932" y="0"/>
                  </a:moveTo>
                  <a:cubicBezTo>
                    <a:pt x="2346" y="0"/>
                    <a:pt x="1766" y="159"/>
                    <a:pt x="1263" y="461"/>
                  </a:cubicBezTo>
                  <a:cubicBezTo>
                    <a:pt x="783" y="984"/>
                    <a:pt x="418" y="1599"/>
                    <a:pt x="192" y="2266"/>
                  </a:cubicBezTo>
                  <a:cubicBezTo>
                    <a:pt x="140" y="2419"/>
                    <a:pt x="106" y="2583"/>
                    <a:pt x="92" y="2746"/>
                  </a:cubicBezTo>
                  <a:cubicBezTo>
                    <a:pt x="0" y="3807"/>
                    <a:pt x="701" y="4752"/>
                    <a:pt x="1733" y="4800"/>
                  </a:cubicBezTo>
                  <a:lnTo>
                    <a:pt x="1992" y="4800"/>
                  </a:lnTo>
                  <a:cubicBezTo>
                    <a:pt x="2151" y="4786"/>
                    <a:pt x="2309" y="4757"/>
                    <a:pt x="2458" y="4699"/>
                  </a:cubicBezTo>
                  <a:cubicBezTo>
                    <a:pt x="2727" y="4287"/>
                    <a:pt x="2808" y="3778"/>
                    <a:pt x="2693" y="3303"/>
                  </a:cubicBezTo>
                  <a:cubicBezTo>
                    <a:pt x="2674" y="3221"/>
                    <a:pt x="2645" y="3139"/>
                    <a:pt x="2616" y="3063"/>
                  </a:cubicBezTo>
                  <a:cubicBezTo>
                    <a:pt x="2535" y="2861"/>
                    <a:pt x="2434" y="2674"/>
                    <a:pt x="2396" y="2453"/>
                  </a:cubicBezTo>
                  <a:cubicBezTo>
                    <a:pt x="2348" y="2151"/>
                    <a:pt x="2376" y="1839"/>
                    <a:pt x="2472" y="1551"/>
                  </a:cubicBezTo>
                  <a:cubicBezTo>
                    <a:pt x="2578" y="1253"/>
                    <a:pt x="2727" y="974"/>
                    <a:pt x="2914" y="720"/>
                  </a:cubicBezTo>
                  <a:cubicBezTo>
                    <a:pt x="2957" y="662"/>
                    <a:pt x="3097" y="461"/>
                    <a:pt x="3231" y="288"/>
                  </a:cubicBezTo>
                  <a:cubicBezTo>
                    <a:pt x="3322" y="178"/>
                    <a:pt x="3245" y="10"/>
                    <a:pt x="3101" y="5"/>
                  </a:cubicBezTo>
                  <a:cubicBezTo>
                    <a:pt x="3045" y="2"/>
                    <a:pt x="2988" y="0"/>
                    <a:pt x="29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89"/>
            <p:cNvSpPr/>
            <p:nvPr/>
          </p:nvSpPr>
          <p:spPr>
            <a:xfrm>
              <a:off x="3223544" y="2142641"/>
              <a:ext cx="58117" cy="30211"/>
            </a:xfrm>
            <a:custGeom>
              <a:rect b="b" l="l" r="r" t="t"/>
              <a:pathLst>
                <a:path extrusionOk="0" h="1153" w="2218">
                  <a:moveTo>
                    <a:pt x="77" y="1"/>
                  </a:moveTo>
                  <a:cubicBezTo>
                    <a:pt x="43" y="356"/>
                    <a:pt x="15" y="745"/>
                    <a:pt x="0" y="1153"/>
                  </a:cubicBezTo>
                  <a:lnTo>
                    <a:pt x="2218" y="1153"/>
                  </a:lnTo>
                  <a:cubicBezTo>
                    <a:pt x="2203" y="745"/>
                    <a:pt x="2179" y="361"/>
                    <a:pt x="2141"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89"/>
            <p:cNvSpPr/>
            <p:nvPr/>
          </p:nvSpPr>
          <p:spPr>
            <a:xfrm>
              <a:off x="3223544" y="2142641"/>
              <a:ext cx="28823" cy="30211"/>
            </a:xfrm>
            <a:custGeom>
              <a:rect b="b" l="l" r="r" t="t"/>
              <a:pathLst>
                <a:path extrusionOk="0" h="1153" w="1100">
                  <a:moveTo>
                    <a:pt x="82" y="1"/>
                  </a:moveTo>
                  <a:cubicBezTo>
                    <a:pt x="43" y="356"/>
                    <a:pt x="15" y="745"/>
                    <a:pt x="0" y="1153"/>
                  </a:cubicBezTo>
                  <a:lnTo>
                    <a:pt x="1023" y="1153"/>
                  </a:lnTo>
                  <a:cubicBezTo>
                    <a:pt x="1042" y="745"/>
                    <a:pt x="1066" y="361"/>
                    <a:pt x="1099"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89"/>
            <p:cNvSpPr/>
            <p:nvPr/>
          </p:nvSpPr>
          <p:spPr>
            <a:xfrm>
              <a:off x="3201010" y="1965826"/>
              <a:ext cx="115370" cy="365420"/>
            </a:xfrm>
            <a:custGeom>
              <a:rect b="b" l="l" r="r" t="t"/>
              <a:pathLst>
                <a:path extrusionOk="0" h="13946" w="4403">
                  <a:moveTo>
                    <a:pt x="3862" y="0"/>
                  </a:moveTo>
                  <a:cubicBezTo>
                    <a:pt x="2969" y="0"/>
                    <a:pt x="2109" y="342"/>
                    <a:pt x="1455" y="960"/>
                  </a:cubicBezTo>
                  <a:cubicBezTo>
                    <a:pt x="884" y="1483"/>
                    <a:pt x="524" y="2117"/>
                    <a:pt x="323" y="2553"/>
                  </a:cubicBezTo>
                  <a:cubicBezTo>
                    <a:pt x="244" y="2717"/>
                    <a:pt x="380" y="2848"/>
                    <a:pt x="515" y="2848"/>
                  </a:cubicBezTo>
                  <a:cubicBezTo>
                    <a:pt x="587" y="2848"/>
                    <a:pt x="657" y="2812"/>
                    <a:pt x="697" y="2726"/>
                  </a:cubicBezTo>
                  <a:cubicBezTo>
                    <a:pt x="1329" y="1376"/>
                    <a:pt x="2390" y="417"/>
                    <a:pt x="3911" y="417"/>
                  </a:cubicBezTo>
                  <a:cubicBezTo>
                    <a:pt x="3926" y="417"/>
                    <a:pt x="3941" y="417"/>
                    <a:pt x="3956" y="417"/>
                  </a:cubicBezTo>
                  <a:cubicBezTo>
                    <a:pt x="3625" y="844"/>
                    <a:pt x="3351" y="1248"/>
                    <a:pt x="3203" y="1694"/>
                  </a:cubicBezTo>
                  <a:cubicBezTo>
                    <a:pt x="2929" y="2539"/>
                    <a:pt x="3227" y="3043"/>
                    <a:pt x="3351" y="3345"/>
                  </a:cubicBezTo>
                  <a:cubicBezTo>
                    <a:pt x="3740" y="4305"/>
                    <a:pt x="3097" y="5385"/>
                    <a:pt x="2103" y="5453"/>
                  </a:cubicBezTo>
                  <a:cubicBezTo>
                    <a:pt x="2063" y="5453"/>
                    <a:pt x="2005" y="5457"/>
                    <a:pt x="1933" y="5457"/>
                  </a:cubicBezTo>
                  <a:cubicBezTo>
                    <a:pt x="1786" y="5457"/>
                    <a:pt x="1579" y="5439"/>
                    <a:pt x="1340" y="5333"/>
                  </a:cubicBezTo>
                  <a:cubicBezTo>
                    <a:pt x="668" y="5030"/>
                    <a:pt x="303" y="4253"/>
                    <a:pt x="443" y="3461"/>
                  </a:cubicBezTo>
                  <a:cubicBezTo>
                    <a:pt x="470" y="3306"/>
                    <a:pt x="352" y="3218"/>
                    <a:pt x="235" y="3218"/>
                  </a:cubicBezTo>
                  <a:cubicBezTo>
                    <a:pt x="145" y="3218"/>
                    <a:pt x="55" y="3271"/>
                    <a:pt x="34" y="3389"/>
                  </a:cubicBezTo>
                  <a:cubicBezTo>
                    <a:pt x="10" y="3523"/>
                    <a:pt x="1" y="3662"/>
                    <a:pt x="1" y="3797"/>
                  </a:cubicBezTo>
                  <a:cubicBezTo>
                    <a:pt x="1" y="4550"/>
                    <a:pt x="361" y="5193"/>
                    <a:pt x="884" y="5549"/>
                  </a:cubicBezTo>
                  <a:cubicBezTo>
                    <a:pt x="452" y="8222"/>
                    <a:pt x="519" y="11352"/>
                    <a:pt x="1724" y="13791"/>
                  </a:cubicBezTo>
                  <a:cubicBezTo>
                    <a:pt x="1775" y="13894"/>
                    <a:pt x="1873" y="13945"/>
                    <a:pt x="1971" y="13945"/>
                  </a:cubicBezTo>
                  <a:cubicBezTo>
                    <a:pt x="2070" y="13945"/>
                    <a:pt x="2168" y="13894"/>
                    <a:pt x="2219" y="13791"/>
                  </a:cubicBezTo>
                  <a:cubicBezTo>
                    <a:pt x="2550" y="13114"/>
                    <a:pt x="2799" y="12399"/>
                    <a:pt x="2963" y="11659"/>
                  </a:cubicBezTo>
                  <a:cubicBezTo>
                    <a:pt x="2999" y="11502"/>
                    <a:pt x="2877" y="11404"/>
                    <a:pt x="2756" y="11404"/>
                  </a:cubicBezTo>
                  <a:cubicBezTo>
                    <a:pt x="2670" y="11404"/>
                    <a:pt x="2585" y="11454"/>
                    <a:pt x="2559" y="11568"/>
                  </a:cubicBezTo>
                  <a:cubicBezTo>
                    <a:pt x="2420" y="12178"/>
                    <a:pt x="2223" y="12768"/>
                    <a:pt x="1969" y="13344"/>
                  </a:cubicBezTo>
                  <a:cubicBezTo>
                    <a:pt x="1239" y="11717"/>
                    <a:pt x="1019" y="9864"/>
                    <a:pt x="1062" y="8107"/>
                  </a:cubicBezTo>
                  <a:lnTo>
                    <a:pt x="1364" y="8107"/>
                  </a:lnTo>
                  <a:cubicBezTo>
                    <a:pt x="1643" y="8107"/>
                    <a:pt x="1643" y="7690"/>
                    <a:pt x="1364" y="7690"/>
                  </a:cubicBezTo>
                  <a:lnTo>
                    <a:pt x="1076" y="7690"/>
                  </a:lnTo>
                  <a:cubicBezTo>
                    <a:pt x="1076" y="7627"/>
                    <a:pt x="1095" y="7277"/>
                    <a:pt x="1124" y="6955"/>
                  </a:cubicBezTo>
                  <a:lnTo>
                    <a:pt x="1873" y="6955"/>
                  </a:lnTo>
                  <a:cubicBezTo>
                    <a:pt x="2151" y="6955"/>
                    <a:pt x="2151" y="6538"/>
                    <a:pt x="1873" y="6538"/>
                  </a:cubicBezTo>
                  <a:lnTo>
                    <a:pt x="1167" y="6538"/>
                  </a:lnTo>
                  <a:cubicBezTo>
                    <a:pt x="1196" y="6250"/>
                    <a:pt x="1235" y="5986"/>
                    <a:pt x="1273" y="5745"/>
                  </a:cubicBezTo>
                  <a:cubicBezTo>
                    <a:pt x="1499" y="5827"/>
                    <a:pt x="1734" y="5868"/>
                    <a:pt x="1969" y="5868"/>
                  </a:cubicBezTo>
                  <a:cubicBezTo>
                    <a:pt x="2204" y="5868"/>
                    <a:pt x="2439" y="5827"/>
                    <a:pt x="2665" y="5745"/>
                  </a:cubicBezTo>
                  <a:cubicBezTo>
                    <a:pt x="2703" y="5986"/>
                    <a:pt x="2742" y="6254"/>
                    <a:pt x="2771" y="6542"/>
                  </a:cubicBezTo>
                  <a:lnTo>
                    <a:pt x="2703" y="6542"/>
                  </a:lnTo>
                  <a:cubicBezTo>
                    <a:pt x="2425" y="6542"/>
                    <a:pt x="2425" y="6955"/>
                    <a:pt x="2703" y="6955"/>
                  </a:cubicBezTo>
                  <a:lnTo>
                    <a:pt x="2814" y="6955"/>
                  </a:lnTo>
                  <a:cubicBezTo>
                    <a:pt x="2833" y="7214"/>
                    <a:pt x="2852" y="7430"/>
                    <a:pt x="2862" y="7694"/>
                  </a:cubicBezTo>
                  <a:lnTo>
                    <a:pt x="2195" y="7694"/>
                  </a:lnTo>
                  <a:cubicBezTo>
                    <a:pt x="1921" y="7694"/>
                    <a:pt x="1921" y="8107"/>
                    <a:pt x="2195" y="8107"/>
                  </a:cubicBezTo>
                  <a:lnTo>
                    <a:pt x="2876" y="8107"/>
                  </a:lnTo>
                  <a:cubicBezTo>
                    <a:pt x="2905" y="8995"/>
                    <a:pt x="2847" y="9888"/>
                    <a:pt x="2713" y="10771"/>
                  </a:cubicBezTo>
                  <a:cubicBezTo>
                    <a:pt x="2689" y="10922"/>
                    <a:pt x="2807" y="11009"/>
                    <a:pt x="2923" y="11009"/>
                  </a:cubicBezTo>
                  <a:cubicBezTo>
                    <a:pt x="3014" y="11009"/>
                    <a:pt x="3104" y="10954"/>
                    <a:pt x="3121" y="10834"/>
                  </a:cubicBezTo>
                  <a:cubicBezTo>
                    <a:pt x="3395" y="9130"/>
                    <a:pt x="3332" y="7262"/>
                    <a:pt x="3054" y="5539"/>
                  </a:cubicBezTo>
                  <a:cubicBezTo>
                    <a:pt x="3798" y="5011"/>
                    <a:pt x="4076" y="4037"/>
                    <a:pt x="3735" y="3192"/>
                  </a:cubicBezTo>
                  <a:cubicBezTo>
                    <a:pt x="3606" y="2870"/>
                    <a:pt x="3169" y="2217"/>
                    <a:pt x="4009" y="1046"/>
                  </a:cubicBezTo>
                  <a:cubicBezTo>
                    <a:pt x="4336" y="580"/>
                    <a:pt x="4403" y="571"/>
                    <a:pt x="4403" y="388"/>
                  </a:cubicBezTo>
                  <a:cubicBezTo>
                    <a:pt x="4403" y="182"/>
                    <a:pt x="4244" y="9"/>
                    <a:pt x="4038" y="4"/>
                  </a:cubicBezTo>
                  <a:cubicBezTo>
                    <a:pt x="3979" y="1"/>
                    <a:pt x="3921" y="0"/>
                    <a:pt x="38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6" name="Google Shape;18946;p89"/>
          <p:cNvGrpSpPr/>
          <p:nvPr/>
        </p:nvGrpSpPr>
        <p:grpSpPr>
          <a:xfrm>
            <a:off x="3520366" y="2010082"/>
            <a:ext cx="365551" cy="276856"/>
            <a:chOff x="3520366" y="2010082"/>
            <a:chExt cx="365551" cy="276856"/>
          </a:xfrm>
        </p:grpSpPr>
        <p:sp>
          <p:nvSpPr>
            <p:cNvPr id="18947" name="Google Shape;18947;p89"/>
            <p:cNvSpPr/>
            <p:nvPr/>
          </p:nvSpPr>
          <p:spPr>
            <a:xfrm>
              <a:off x="3525790" y="2062015"/>
              <a:ext cx="26" cy="1415"/>
            </a:xfrm>
            <a:custGeom>
              <a:rect b="b" l="l" r="r" t="t"/>
              <a:pathLst>
                <a:path extrusionOk="0" h="54" w="1">
                  <a:moveTo>
                    <a:pt x="0" y="1"/>
                  </a:moveTo>
                  <a:lnTo>
                    <a:pt x="0" y="54"/>
                  </a:lnTo>
                  <a:lnTo>
                    <a:pt x="0" y="54"/>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89"/>
            <p:cNvSpPr/>
            <p:nvPr/>
          </p:nvSpPr>
          <p:spPr>
            <a:xfrm>
              <a:off x="3525790" y="2042285"/>
              <a:ext cx="354598" cy="239255"/>
            </a:xfrm>
            <a:custGeom>
              <a:rect b="b" l="l" r="r" t="t"/>
              <a:pathLst>
                <a:path extrusionOk="0" h="9131" w="13533">
                  <a:moveTo>
                    <a:pt x="0" y="0"/>
                  </a:moveTo>
                  <a:lnTo>
                    <a:pt x="0" y="8074"/>
                  </a:lnTo>
                  <a:lnTo>
                    <a:pt x="0" y="8103"/>
                  </a:lnTo>
                  <a:cubicBezTo>
                    <a:pt x="15" y="8665"/>
                    <a:pt x="466" y="9116"/>
                    <a:pt x="1027" y="9130"/>
                  </a:cubicBezTo>
                  <a:lnTo>
                    <a:pt x="13532" y="9130"/>
                  </a:lnTo>
                  <a:lnTo>
                    <a:pt x="1353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89"/>
            <p:cNvSpPr/>
            <p:nvPr/>
          </p:nvSpPr>
          <p:spPr>
            <a:xfrm>
              <a:off x="3623499" y="2160642"/>
              <a:ext cx="236635" cy="71952"/>
            </a:xfrm>
            <a:custGeom>
              <a:rect b="b" l="l" r="r" t="t"/>
              <a:pathLst>
                <a:path extrusionOk="0" h="2746" w="9031">
                  <a:moveTo>
                    <a:pt x="179" y="0"/>
                  </a:moveTo>
                  <a:cubicBezTo>
                    <a:pt x="83" y="0"/>
                    <a:pt x="1" y="82"/>
                    <a:pt x="1" y="183"/>
                  </a:cubicBezTo>
                  <a:lnTo>
                    <a:pt x="1" y="2568"/>
                  </a:lnTo>
                  <a:cubicBezTo>
                    <a:pt x="1" y="2664"/>
                    <a:pt x="83" y="2746"/>
                    <a:pt x="179" y="2746"/>
                  </a:cubicBezTo>
                  <a:lnTo>
                    <a:pt x="8853" y="2746"/>
                  </a:lnTo>
                  <a:cubicBezTo>
                    <a:pt x="8949" y="2746"/>
                    <a:pt x="9030" y="2664"/>
                    <a:pt x="9030" y="2568"/>
                  </a:cubicBezTo>
                  <a:lnTo>
                    <a:pt x="9030" y="183"/>
                  </a:lnTo>
                  <a:cubicBezTo>
                    <a:pt x="9030" y="82"/>
                    <a:pt x="8949" y="0"/>
                    <a:pt x="8853"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89"/>
            <p:cNvSpPr/>
            <p:nvPr/>
          </p:nvSpPr>
          <p:spPr>
            <a:xfrm>
              <a:off x="3623499" y="2160746"/>
              <a:ext cx="236635" cy="46090"/>
            </a:xfrm>
            <a:custGeom>
              <a:rect b="b" l="l" r="r" t="t"/>
              <a:pathLst>
                <a:path extrusionOk="0" h="1759" w="9031">
                  <a:moveTo>
                    <a:pt x="162" y="0"/>
                  </a:moveTo>
                  <a:cubicBezTo>
                    <a:pt x="78" y="0"/>
                    <a:pt x="5" y="69"/>
                    <a:pt x="1" y="159"/>
                  </a:cubicBezTo>
                  <a:lnTo>
                    <a:pt x="1" y="1599"/>
                  </a:lnTo>
                  <a:cubicBezTo>
                    <a:pt x="6" y="1688"/>
                    <a:pt x="82" y="1758"/>
                    <a:pt x="170" y="1758"/>
                  </a:cubicBezTo>
                  <a:cubicBezTo>
                    <a:pt x="173" y="1758"/>
                    <a:pt x="176" y="1758"/>
                    <a:pt x="179" y="1758"/>
                  </a:cubicBezTo>
                  <a:lnTo>
                    <a:pt x="8853" y="1758"/>
                  </a:lnTo>
                  <a:cubicBezTo>
                    <a:pt x="8856" y="1758"/>
                    <a:pt x="8858" y="1758"/>
                    <a:pt x="8861" y="1758"/>
                  </a:cubicBezTo>
                  <a:cubicBezTo>
                    <a:pt x="8949" y="1758"/>
                    <a:pt x="9026" y="1688"/>
                    <a:pt x="9030" y="1599"/>
                  </a:cubicBezTo>
                  <a:lnTo>
                    <a:pt x="9030" y="159"/>
                  </a:lnTo>
                  <a:cubicBezTo>
                    <a:pt x="9026" y="69"/>
                    <a:pt x="8953" y="0"/>
                    <a:pt x="8869" y="0"/>
                  </a:cubicBezTo>
                  <a:cubicBezTo>
                    <a:pt x="8864" y="0"/>
                    <a:pt x="8858" y="0"/>
                    <a:pt x="8853" y="1"/>
                  </a:cubicBezTo>
                  <a:lnTo>
                    <a:pt x="179" y="1"/>
                  </a:lnTo>
                  <a:cubicBezTo>
                    <a:pt x="173" y="0"/>
                    <a:pt x="168" y="0"/>
                    <a:pt x="16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89"/>
            <p:cNvSpPr/>
            <p:nvPr/>
          </p:nvSpPr>
          <p:spPr>
            <a:xfrm>
              <a:off x="3525790" y="2015480"/>
              <a:ext cx="76616" cy="235613"/>
            </a:xfrm>
            <a:custGeom>
              <a:rect b="b" l="l" r="r" t="t"/>
              <a:pathLst>
                <a:path extrusionOk="0" h="8992" w="2924">
                  <a:moveTo>
                    <a:pt x="1018" y="1"/>
                  </a:moveTo>
                  <a:cubicBezTo>
                    <a:pt x="456" y="1"/>
                    <a:pt x="5" y="457"/>
                    <a:pt x="0" y="1014"/>
                  </a:cubicBezTo>
                  <a:lnTo>
                    <a:pt x="0" y="1028"/>
                  </a:lnTo>
                  <a:lnTo>
                    <a:pt x="0" y="1062"/>
                  </a:lnTo>
                  <a:lnTo>
                    <a:pt x="0" y="8992"/>
                  </a:lnTo>
                  <a:lnTo>
                    <a:pt x="10" y="8992"/>
                  </a:lnTo>
                  <a:cubicBezTo>
                    <a:pt x="72" y="8483"/>
                    <a:pt x="504" y="8103"/>
                    <a:pt x="1018" y="8099"/>
                  </a:cubicBezTo>
                  <a:lnTo>
                    <a:pt x="2386" y="8099"/>
                  </a:lnTo>
                  <a:cubicBezTo>
                    <a:pt x="2684" y="8099"/>
                    <a:pt x="2924" y="7859"/>
                    <a:pt x="2924" y="7566"/>
                  </a:cubicBezTo>
                  <a:lnTo>
                    <a:pt x="2924" y="534"/>
                  </a:lnTo>
                  <a:cubicBezTo>
                    <a:pt x="2924" y="241"/>
                    <a:pt x="2684" y="1"/>
                    <a:pt x="238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89"/>
            <p:cNvSpPr/>
            <p:nvPr/>
          </p:nvSpPr>
          <p:spPr>
            <a:xfrm>
              <a:off x="3525790" y="2015480"/>
              <a:ext cx="26936" cy="235613"/>
            </a:xfrm>
            <a:custGeom>
              <a:rect b="b" l="l" r="r" t="t"/>
              <a:pathLst>
                <a:path extrusionOk="0" h="8992" w="1028">
                  <a:moveTo>
                    <a:pt x="1018" y="1"/>
                  </a:moveTo>
                  <a:cubicBezTo>
                    <a:pt x="456" y="1"/>
                    <a:pt x="5" y="457"/>
                    <a:pt x="0" y="1014"/>
                  </a:cubicBezTo>
                  <a:lnTo>
                    <a:pt x="0" y="1028"/>
                  </a:lnTo>
                  <a:lnTo>
                    <a:pt x="0" y="1062"/>
                  </a:lnTo>
                  <a:lnTo>
                    <a:pt x="0" y="8992"/>
                  </a:lnTo>
                  <a:lnTo>
                    <a:pt x="10" y="8992"/>
                  </a:lnTo>
                  <a:cubicBezTo>
                    <a:pt x="72" y="8483"/>
                    <a:pt x="504" y="8103"/>
                    <a:pt x="1018" y="8099"/>
                  </a:cubicBezTo>
                  <a:lnTo>
                    <a:pt x="1027" y="8099"/>
                  </a:lnTo>
                  <a:lnTo>
                    <a:pt x="1027" y="1"/>
                  </a:ln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89"/>
            <p:cNvSpPr/>
            <p:nvPr/>
          </p:nvSpPr>
          <p:spPr>
            <a:xfrm>
              <a:off x="3520366" y="2010082"/>
              <a:ext cx="365551" cy="276856"/>
            </a:xfrm>
            <a:custGeom>
              <a:rect b="b" l="l" r="r" t="t"/>
              <a:pathLst>
                <a:path extrusionOk="0" h="10566" w="13951">
                  <a:moveTo>
                    <a:pt x="1225" y="0"/>
                  </a:moveTo>
                  <a:cubicBezTo>
                    <a:pt x="548" y="0"/>
                    <a:pt x="1" y="548"/>
                    <a:pt x="1" y="1220"/>
                  </a:cubicBezTo>
                  <a:lnTo>
                    <a:pt x="1" y="9303"/>
                  </a:lnTo>
                  <a:cubicBezTo>
                    <a:pt x="1" y="9999"/>
                    <a:pt x="567" y="10561"/>
                    <a:pt x="1258" y="10566"/>
                  </a:cubicBezTo>
                  <a:lnTo>
                    <a:pt x="5334" y="10566"/>
                  </a:lnTo>
                  <a:cubicBezTo>
                    <a:pt x="5606" y="10566"/>
                    <a:pt x="5607" y="10153"/>
                    <a:pt x="5339" y="10153"/>
                  </a:cubicBezTo>
                  <a:cubicBezTo>
                    <a:pt x="5337" y="10153"/>
                    <a:pt x="5335" y="10153"/>
                    <a:pt x="5334" y="10153"/>
                  </a:cubicBezTo>
                  <a:lnTo>
                    <a:pt x="1268" y="10153"/>
                  </a:lnTo>
                  <a:cubicBezTo>
                    <a:pt x="798" y="10148"/>
                    <a:pt x="418" y="9769"/>
                    <a:pt x="418" y="9303"/>
                  </a:cubicBezTo>
                  <a:lnTo>
                    <a:pt x="423" y="9222"/>
                  </a:lnTo>
                  <a:cubicBezTo>
                    <a:pt x="476" y="8814"/>
                    <a:pt x="817" y="8511"/>
                    <a:pt x="1225" y="8511"/>
                  </a:cubicBezTo>
                  <a:lnTo>
                    <a:pt x="1609" y="8511"/>
                  </a:lnTo>
                  <a:cubicBezTo>
                    <a:pt x="1887" y="8511"/>
                    <a:pt x="1887" y="8093"/>
                    <a:pt x="1609" y="8093"/>
                  </a:cubicBezTo>
                  <a:cubicBezTo>
                    <a:pt x="1584" y="8097"/>
                    <a:pt x="1554" y="8098"/>
                    <a:pt x="1521" y="8098"/>
                  </a:cubicBezTo>
                  <a:cubicBezTo>
                    <a:pt x="1460" y="8098"/>
                    <a:pt x="1386" y="8094"/>
                    <a:pt x="1303" y="8094"/>
                  </a:cubicBezTo>
                  <a:cubicBezTo>
                    <a:pt x="1056" y="8094"/>
                    <a:pt x="729" y="8128"/>
                    <a:pt x="418" y="8401"/>
                  </a:cubicBezTo>
                  <a:cubicBezTo>
                    <a:pt x="428" y="836"/>
                    <a:pt x="394" y="1205"/>
                    <a:pt x="442" y="1018"/>
                  </a:cubicBezTo>
                  <a:cubicBezTo>
                    <a:pt x="534" y="658"/>
                    <a:pt x="855" y="408"/>
                    <a:pt x="1225" y="408"/>
                  </a:cubicBezTo>
                  <a:lnTo>
                    <a:pt x="2924" y="408"/>
                  </a:lnTo>
                  <a:lnTo>
                    <a:pt x="2924" y="8098"/>
                  </a:lnTo>
                  <a:lnTo>
                    <a:pt x="2439" y="8098"/>
                  </a:lnTo>
                  <a:cubicBezTo>
                    <a:pt x="2161" y="8098"/>
                    <a:pt x="2161" y="8516"/>
                    <a:pt x="2439" y="8516"/>
                  </a:cubicBezTo>
                  <a:lnTo>
                    <a:pt x="3131" y="8516"/>
                  </a:lnTo>
                  <a:cubicBezTo>
                    <a:pt x="3246" y="8511"/>
                    <a:pt x="3337" y="8420"/>
                    <a:pt x="3337" y="8305"/>
                  </a:cubicBezTo>
                  <a:lnTo>
                    <a:pt x="3337" y="1436"/>
                  </a:lnTo>
                  <a:lnTo>
                    <a:pt x="13533" y="1436"/>
                  </a:lnTo>
                  <a:lnTo>
                    <a:pt x="13533" y="3293"/>
                  </a:lnTo>
                  <a:cubicBezTo>
                    <a:pt x="13533" y="3432"/>
                    <a:pt x="13637" y="3502"/>
                    <a:pt x="13742" y="3502"/>
                  </a:cubicBezTo>
                  <a:cubicBezTo>
                    <a:pt x="13846" y="3502"/>
                    <a:pt x="13950" y="3432"/>
                    <a:pt x="13950" y="3293"/>
                  </a:cubicBezTo>
                  <a:lnTo>
                    <a:pt x="13950" y="1229"/>
                  </a:lnTo>
                  <a:cubicBezTo>
                    <a:pt x="13950" y="1117"/>
                    <a:pt x="13859" y="1023"/>
                    <a:pt x="13747" y="1023"/>
                  </a:cubicBezTo>
                  <a:cubicBezTo>
                    <a:pt x="13745" y="1023"/>
                    <a:pt x="13742" y="1023"/>
                    <a:pt x="13739" y="1023"/>
                  </a:cubicBezTo>
                  <a:lnTo>
                    <a:pt x="3337" y="1023"/>
                  </a:lnTo>
                  <a:lnTo>
                    <a:pt x="3337" y="207"/>
                  </a:lnTo>
                  <a:cubicBezTo>
                    <a:pt x="3337" y="92"/>
                    <a:pt x="3246" y="0"/>
                    <a:pt x="31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89"/>
            <p:cNvSpPr/>
            <p:nvPr/>
          </p:nvSpPr>
          <p:spPr>
            <a:xfrm>
              <a:off x="3674699" y="2112717"/>
              <a:ext cx="211087" cy="174220"/>
            </a:xfrm>
            <a:custGeom>
              <a:rect b="b" l="l" r="r" t="t"/>
              <a:pathLst>
                <a:path extrusionOk="0" h="6649" w="8056">
                  <a:moveTo>
                    <a:pt x="7849" y="0"/>
                  </a:moveTo>
                  <a:cubicBezTo>
                    <a:pt x="7734" y="0"/>
                    <a:pt x="7643" y="91"/>
                    <a:pt x="7643" y="207"/>
                  </a:cubicBezTo>
                  <a:lnTo>
                    <a:pt x="7643" y="6236"/>
                  </a:lnTo>
                  <a:lnTo>
                    <a:pt x="274" y="6236"/>
                  </a:lnTo>
                  <a:cubicBezTo>
                    <a:pt x="1" y="6236"/>
                    <a:pt x="1" y="6649"/>
                    <a:pt x="274" y="6649"/>
                  </a:cubicBezTo>
                  <a:lnTo>
                    <a:pt x="7849" y="6649"/>
                  </a:lnTo>
                  <a:cubicBezTo>
                    <a:pt x="7964" y="6649"/>
                    <a:pt x="8056" y="6553"/>
                    <a:pt x="8056" y="6442"/>
                  </a:cubicBezTo>
                  <a:lnTo>
                    <a:pt x="8056" y="207"/>
                  </a:lnTo>
                  <a:cubicBezTo>
                    <a:pt x="8056" y="91"/>
                    <a:pt x="7964" y="0"/>
                    <a:pt x="7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89"/>
            <p:cNvSpPr/>
            <p:nvPr/>
          </p:nvSpPr>
          <p:spPr>
            <a:xfrm>
              <a:off x="3618101" y="2155349"/>
              <a:ext cx="247430" cy="82669"/>
            </a:xfrm>
            <a:custGeom>
              <a:rect b="b" l="l" r="r" t="t"/>
              <a:pathLst>
                <a:path extrusionOk="0" h="3155" w="9443">
                  <a:moveTo>
                    <a:pt x="199" y="0"/>
                  </a:moveTo>
                  <a:cubicBezTo>
                    <a:pt x="87" y="0"/>
                    <a:pt x="1" y="95"/>
                    <a:pt x="1" y="207"/>
                  </a:cubicBezTo>
                  <a:lnTo>
                    <a:pt x="1" y="2948"/>
                  </a:lnTo>
                  <a:cubicBezTo>
                    <a:pt x="1" y="3063"/>
                    <a:pt x="92" y="3154"/>
                    <a:pt x="207" y="3154"/>
                  </a:cubicBezTo>
                  <a:lnTo>
                    <a:pt x="5871" y="3154"/>
                  </a:lnTo>
                  <a:cubicBezTo>
                    <a:pt x="6150" y="3154"/>
                    <a:pt x="6150" y="2741"/>
                    <a:pt x="5871" y="2741"/>
                  </a:cubicBezTo>
                  <a:lnTo>
                    <a:pt x="413" y="2741"/>
                  </a:lnTo>
                  <a:lnTo>
                    <a:pt x="413" y="413"/>
                  </a:lnTo>
                  <a:lnTo>
                    <a:pt x="586" y="413"/>
                  </a:lnTo>
                  <a:lnTo>
                    <a:pt x="586" y="1460"/>
                  </a:lnTo>
                  <a:cubicBezTo>
                    <a:pt x="586" y="1597"/>
                    <a:pt x="689" y="1665"/>
                    <a:pt x="793" y="1665"/>
                  </a:cubicBezTo>
                  <a:cubicBezTo>
                    <a:pt x="896" y="1665"/>
                    <a:pt x="999" y="1597"/>
                    <a:pt x="999" y="1460"/>
                  </a:cubicBezTo>
                  <a:lnTo>
                    <a:pt x="999" y="413"/>
                  </a:lnTo>
                  <a:lnTo>
                    <a:pt x="1239" y="413"/>
                  </a:lnTo>
                  <a:lnTo>
                    <a:pt x="1239" y="874"/>
                  </a:lnTo>
                  <a:cubicBezTo>
                    <a:pt x="1239" y="1011"/>
                    <a:pt x="1342" y="1079"/>
                    <a:pt x="1445" y="1079"/>
                  </a:cubicBezTo>
                  <a:cubicBezTo>
                    <a:pt x="1549" y="1079"/>
                    <a:pt x="1652" y="1011"/>
                    <a:pt x="1652" y="874"/>
                  </a:cubicBezTo>
                  <a:lnTo>
                    <a:pt x="1652" y="413"/>
                  </a:lnTo>
                  <a:lnTo>
                    <a:pt x="1892" y="413"/>
                  </a:lnTo>
                  <a:lnTo>
                    <a:pt x="1892" y="874"/>
                  </a:lnTo>
                  <a:cubicBezTo>
                    <a:pt x="1892" y="1011"/>
                    <a:pt x="1995" y="1079"/>
                    <a:pt x="2098" y="1079"/>
                  </a:cubicBezTo>
                  <a:cubicBezTo>
                    <a:pt x="2201" y="1079"/>
                    <a:pt x="2305" y="1011"/>
                    <a:pt x="2305" y="874"/>
                  </a:cubicBezTo>
                  <a:lnTo>
                    <a:pt x="2305" y="413"/>
                  </a:lnTo>
                  <a:lnTo>
                    <a:pt x="2545" y="413"/>
                  </a:lnTo>
                  <a:lnTo>
                    <a:pt x="2545" y="874"/>
                  </a:lnTo>
                  <a:cubicBezTo>
                    <a:pt x="2545" y="1011"/>
                    <a:pt x="2649" y="1079"/>
                    <a:pt x="2754" y="1079"/>
                  </a:cubicBezTo>
                  <a:cubicBezTo>
                    <a:pt x="2858" y="1079"/>
                    <a:pt x="2962" y="1011"/>
                    <a:pt x="2962" y="874"/>
                  </a:cubicBezTo>
                  <a:lnTo>
                    <a:pt x="2962" y="413"/>
                  </a:lnTo>
                  <a:lnTo>
                    <a:pt x="3202" y="413"/>
                  </a:lnTo>
                  <a:lnTo>
                    <a:pt x="3202" y="1460"/>
                  </a:lnTo>
                  <a:cubicBezTo>
                    <a:pt x="3202" y="1597"/>
                    <a:pt x="3306" y="1665"/>
                    <a:pt x="3409" y="1665"/>
                  </a:cubicBezTo>
                  <a:cubicBezTo>
                    <a:pt x="3512" y="1665"/>
                    <a:pt x="3615" y="1597"/>
                    <a:pt x="3615" y="1460"/>
                  </a:cubicBezTo>
                  <a:lnTo>
                    <a:pt x="3615" y="413"/>
                  </a:lnTo>
                  <a:lnTo>
                    <a:pt x="3855" y="413"/>
                  </a:lnTo>
                  <a:lnTo>
                    <a:pt x="3855" y="874"/>
                  </a:lnTo>
                  <a:cubicBezTo>
                    <a:pt x="3855" y="1011"/>
                    <a:pt x="3958" y="1079"/>
                    <a:pt x="4062" y="1079"/>
                  </a:cubicBezTo>
                  <a:cubicBezTo>
                    <a:pt x="4165" y="1079"/>
                    <a:pt x="4268" y="1011"/>
                    <a:pt x="4268" y="874"/>
                  </a:cubicBezTo>
                  <a:lnTo>
                    <a:pt x="4268" y="413"/>
                  </a:lnTo>
                  <a:lnTo>
                    <a:pt x="4508" y="413"/>
                  </a:lnTo>
                  <a:lnTo>
                    <a:pt x="4508" y="874"/>
                  </a:lnTo>
                  <a:cubicBezTo>
                    <a:pt x="4508" y="1011"/>
                    <a:pt x="4611" y="1079"/>
                    <a:pt x="4714" y="1079"/>
                  </a:cubicBezTo>
                  <a:cubicBezTo>
                    <a:pt x="4818" y="1079"/>
                    <a:pt x="4921" y="1011"/>
                    <a:pt x="4921" y="874"/>
                  </a:cubicBezTo>
                  <a:lnTo>
                    <a:pt x="4921" y="413"/>
                  </a:lnTo>
                  <a:lnTo>
                    <a:pt x="5161" y="413"/>
                  </a:lnTo>
                  <a:lnTo>
                    <a:pt x="5161" y="874"/>
                  </a:lnTo>
                  <a:cubicBezTo>
                    <a:pt x="5161" y="1011"/>
                    <a:pt x="5265" y="1079"/>
                    <a:pt x="5370" y="1079"/>
                  </a:cubicBezTo>
                  <a:cubicBezTo>
                    <a:pt x="5474" y="1079"/>
                    <a:pt x="5578" y="1011"/>
                    <a:pt x="5578" y="874"/>
                  </a:cubicBezTo>
                  <a:lnTo>
                    <a:pt x="5578" y="413"/>
                  </a:lnTo>
                  <a:lnTo>
                    <a:pt x="5818" y="413"/>
                  </a:lnTo>
                  <a:lnTo>
                    <a:pt x="5818" y="1460"/>
                  </a:lnTo>
                  <a:cubicBezTo>
                    <a:pt x="5818" y="1597"/>
                    <a:pt x="5922" y="1665"/>
                    <a:pt x="6025" y="1665"/>
                  </a:cubicBezTo>
                  <a:cubicBezTo>
                    <a:pt x="6128" y="1665"/>
                    <a:pt x="6231" y="1597"/>
                    <a:pt x="6231" y="1460"/>
                  </a:cubicBezTo>
                  <a:lnTo>
                    <a:pt x="6231" y="413"/>
                  </a:lnTo>
                  <a:lnTo>
                    <a:pt x="6471" y="413"/>
                  </a:lnTo>
                  <a:lnTo>
                    <a:pt x="6471" y="874"/>
                  </a:lnTo>
                  <a:cubicBezTo>
                    <a:pt x="6471" y="1011"/>
                    <a:pt x="6575" y="1079"/>
                    <a:pt x="6678" y="1079"/>
                  </a:cubicBezTo>
                  <a:cubicBezTo>
                    <a:pt x="6781" y="1079"/>
                    <a:pt x="6884" y="1011"/>
                    <a:pt x="6884" y="874"/>
                  </a:cubicBezTo>
                  <a:lnTo>
                    <a:pt x="6884" y="413"/>
                  </a:lnTo>
                  <a:lnTo>
                    <a:pt x="7124" y="413"/>
                  </a:lnTo>
                  <a:lnTo>
                    <a:pt x="7124" y="874"/>
                  </a:lnTo>
                  <a:cubicBezTo>
                    <a:pt x="7124" y="1011"/>
                    <a:pt x="7227" y="1079"/>
                    <a:pt x="7331" y="1079"/>
                  </a:cubicBezTo>
                  <a:cubicBezTo>
                    <a:pt x="7434" y="1079"/>
                    <a:pt x="7537" y="1011"/>
                    <a:pt x="7537" y="874"/>
                  </a:cubicBezTo>
                  <a:lnTo>
                    <a:pt x="7537" y="413"/>
                  </a:lnTo>
                  <a:lnTo>
                    <a:pt x="7777" y="413"/>
                  </a:lnTo>
                  <a:lnTo>
                    <a:pt x="7777" y="874"/>
                  </a:lnTo>
                  <a:cubicBezTo>
                    <a:pt x="7777" y="1011"/>
                    <a:pt x="7881" y="1079"/>
                    <a:pt x="7986" y="1079"/>
                  </a:cubicBezTo>
                  <a:cubicBezTo>
                    <a:pt x="8090" y="1079"/>
                    <a:pt x="8195" y="1011"/>
                    <a:pt x="8195" y="874"/>
                  </a:cubicBezTo>
                  <a:lnTo>
                    <a:pt x="8195" y="413"/>
                  </a:lnTo>
                  <a:lnTo>
                    <a:pt x="8435" y="413"/>
                  </a:lnTo>
                  <a:lnTo>
                    <a:pt x="8435" y="1460"/>
                  </a:lnTo>
                  <a:cubicBezTo>
                    <a:pt x="8435" y="1597"/>
                    <a:pt x="8538" y="1665"/>
                    <a:pt x="8641" y="1665"/>
                  </a:cubicBezTo>
                  <a:cubicBezTo>
                    <a:pt x="8744" y="1665"/>
                    <a:pt x="8847" y="1597"/>
                    <a:pt x="8847" y="1460"/>
                  </a:cubicBezTo>
                  <a:lnTo>
                    <a:pt x="8847" y="413"/>
                  </a:lnTo>
                  <a:lnTo>
                    <a:pt x="9015" y="413"/>
                  </a:lnTo>
                  <a:lnTo>
                    <a:pt x="9015" y="2741"/>
                  </a:lnTo>
                  <a:lnTo>
                    <a:pt x="6687" y="2741"/>
                  </a:lnTo>
                  <a:cubicBezTo>
                    <a:pt x="6409" y="2741"/>
                    <a:pt x="6409" y="3154"/>
                    <a:pt x="6687" y="3154"/>
                  </a:cubicBezTo>
                  <a:lnTo>
                    <a:pt x="9236" y="3154"/>
                  </a:lnTo>
                  <a:cubicBezTo>
                    <a:pt x="9351" y="3154"/>
                    <a:pt x="9443" y="3063"/>
                    <a:pt x="9443" y="2948"/>
                  </a:cubicBezTo>
                  <a:lnTo>
                    <a:pt x="9443" y="207"/>
                  </a:lnTo>
                  <a:cubicBezTo>
                    <a:pt x="9443" y="92"/>
                    <a:pt x="9351" y="1"/>
                    <a:pt x="9236" y="1"/>
                  </a:cubicBezTo>
                  <a:lnTo>
                    <a:pt x="207" y="1"/>
                  </a:lnTo>
                  <a:cubicBezTo>
                    <a:pt x="204" y="0"/>
                    <a:pt x="201" y="0"/>
                    <a:pt x="1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89"/>
            <p:cNvSpPr/>
            <p:nvPr/>
          </p:nvSpPr>
          <p:spPr>
            <a:xfrm>
              <a:off x="3625019" y="2066417"/>
              <a:ext cx="204799" cy="71716"/>
            </a:xfrm>
            <a:custGeom>
              <a:rect b="b" l="l" r="r" t="t"/>
              <a:pathLst>
                <a:path extrusionOk="0" h="2737" w="7816">
                  <a:moveTo>
                    <a:pt x="274" y="1"/>
                  </a:moveTo>
                  <a:cubicBezTo>
                    <a:pt x="1" y="1"/>
                    <a:pt x="1" y="418"/>
                    <a:pt x="274" y="418"/>
                  </a:cubicBezTo>
                  <a:lnTo>
                    <a:pt x="3634" y="418"/>
                  </a:lnTo>
                  <a:cubicBezTo>
                    <a:pt x="3831" y="418"/>
                    <a:pt x="3994" y="577"/>
                    <a:pt x="3994" y="778"/>
                  </a:cubicBezTo>
                  <a:lnTo>
                    <a:pt x="3994" y="831"/>
                  </a:lnTo>
                  <a:cubicBezTo>
                    <a:pt x="3994" y="1033"/>
                    <a:pt x="3831" y="1191"/>
                    <a:pt x="3634" y="1191"/>
                  </a:cubicBezTo>
                  <a:lnTo>
                    <a:pt x="3385" y="1191"/>
                  </a:lnTo>
                  <a:cubicBezTo>
                    <a:pt x="2958" y="1191"/>
                    <a:pt x="2612" y="1537"/>
                    <a:pt x="2612" y="1964"/>
                  </a:cubicBezTo>
                  <a:cubicBezTo>
                    <a:pt x="2612" y="2391"/>
                    <a:pt x="2958" y="2737"/>
                    <a:pt x="3385" y="2737"/>
                  </a:cubicBezTo>
                  <a:lnTo>
                    <a:pt x="7542" y="2737"/>
                  </a:lnTo>
                  <a:cubicBezTo>
                    <a:pt x="7815" y="2737"/>
                    <a:pt x="7815" y="2324"/>
                    <a:pt x="7542" y="2324"/>
                  </a:cubicBezTo>
                  <a:lnTo>
                    <a:pt x="3385" y="2324"/>
                  </a:lnTo>
                  <a:cubicBezTo>
                    <a:pt x="3183" y="2324"/>
                    <a:pt x="3025" y="2166"/>
                    <a:pt x="3025" y="1964"/>
                  </a:cubicBezTo>
                  <a:cubicBezTo>
                    <a:pt x="3025" y="1767"/>
                    <a:pt x="3183" y="1604"/>
                    <a:pt x="3385" y="1604"/>
                  </a:cubicBezTo>
                  <a:lnTo>
                    <a:pt x="3634" y="1604"/>
                  </a:lnTo>
                  <a:cubicBezTo>
                    <a:pt x="4057" y="1604"/>
                    <a:pt x="4407" y="1258"/>
                    <a:pt x="4407" y="831"/>
                  </a:cubicBezTo>
                  <a:lnTo>
                    <a:pt x="4407" y="778"/>
                  </a:lnTo>
                  <a:cubicBezTo>
                    <a:pt x="4407" y="351"/>
                    <a:pt x="4057" y="1"/>
                    <a:pt x="36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7" name="Google Shape;18957;p89"/>
          <p:cNvGrpSpPr/>
          <p:nvPr/>
        </p:nvGrpSpPr>
        <p:grpSpPr>
          <a:xfrm>
            <a:off x="1298368" y="3809460"/>
            <a:ext cx="365420" cy="365394"/>
            <a:chOff x="1298368" y="3809460"/>
            <a:chExt cx="365420" cy="365394"/>
          </a:xfrm>
        </p:grpSpPr>
        <p:sp>
          <p:nvSpPr>
            <p:cNvPr id="18958" name="Google Shape;18958;p89"/>
            <p:cNvSpPr/>
            <p:nvPr/>
          </p:nvSpPr>
          <p:spPr>
            <a:xfrm>
              <a:off x="1306150" y="4053956"/>
              <a:ext cx="354598" cy="113614"/>
            </a:xfrm>
            <a:custGeom>
              <a:rect b="b" l="l" r="r" t="t"/>
              <a:pathLst>
                <a:path extrusionOk="0" h="4336" w="13533">
                  <a:moveTo>
                    <a:pt x="2171" y="1959"/>
                  </a:moveTo>
                  <a:cubicBezTo>
                    <a:pt x="2747" y="1959"/>
                    <a:pt x="3040" y="2660"/>
                    <a:pt x="2627" y="3068"/>
                  </a:cubicBezTo>
                  <a:cubicBezTo>
                    <a:pt x="2495" y="3200"/>
                    <a:pt x="2332" y="3259"/>
                    <a:pt x="2173" y="3259"/>
                  </a:cubicBezTo>
                  <a:cubicBezTo>
                    <a:pt x="1839" y="3259"/>
                    <a:pt x="1519" y="3000"/>
                    <a:pt x="1523" y="2607"/>
                  </a:cubicBezTo>
                  <a:cubicBezTo>
                    <a:pt x="1518" y="2252"/>
                    <a:pt x="1811" y="1959"/>
                    <a:pt x="2171" y="1959"/>
                  </a:cubicBezTo>
                  <a:close/>
                  <a:moveTo>
                    <a:pt x="1863" y="1"/>
                  </a:moveTo>
                  <a:cubicBezTo>
                    <a:pt x="1513" y="1"/>
                    <a:pt x="1167" y="102"/>
                    <a:pt x="875" y="289"/>
                  </a:cubicBezTo>
                  <a:cubicBezTo>
                    <a:pt x="831" y="313"/>
                    <a:pt x="788" y="342"/>
                    <a:pt x="750" y="375"/>
                  </a:cubicBezTo>
                  <a:cubicBezTo>
                    <a:pt x="279" y="726"/>
                    <a:pt x="1" y="1278"/>
                    <a:pt x="1" y="1863"/>
                  </a:cubicBezTo>
                  <a:lnTo>
                    <a:pt x="1" y="2526"/>
                  </a:lnTo>
                  <a:cubicBezTo>
                    <a:pt x="35" y="3529"/>
                    <a:pt x="855" y="4331"/>
                    <a:pt x="1863" y="4336"/>
                  </a:cubicBezTo>
                  <a:lnTo>
                    <a:pt x="12760" y="4336"/>
                  </a:lnTo>
                  <a:cubicBezTo>
                    <a:pt x="13187" y="4331"/>
                    <a:pt x="13533" y="3985"/>
                    <a:pt x="13533" y="3563"/>
                  </a:cubicBezTo>
                  <a:lnTo>
                    <a:pt x="13533" y="774"/>
                  </a:lnTo>
                  <a:cubicBezTo>
                    <a:pt x="13533" y="347"/>
                    <a:pt x="13187" y="1"/>
                    <a:pt x="12760"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89"/>
            <p:cNvSpPr/>
            <p:nvPr/>
          </p:nvSpPr>
          <p:spPr>
            <a:xfrm>
              <a:off x="1306281" y="4076699"/>
              <a:ext cx="354467" cy="90870"/>
            </a:xfrm>
            <a:custGeom>
              <a:rect b="b" l="l" r="r" t="t"/>
              <a:pathLst>
                <a:path extrusionOk="0" h="3468" w="13528">
                  <a:moveTo>
                    <a:pt x="2167" y="1091"/>
                  </a:moveTo>
                  <a:cubicBezTo>
                    <a:pt x="2320" y="1091"/>
                    <a:pt x="2475" y="1145"/>
                    <a:pt x="2602" y="1259"/>
                  </a:cubicBezTo>
                  <a:cubicBezTo>
                    <a:pt x="3044" y="1663"/>
                    <a:pt x="2751" y="2392"/>
                    <a:pt x="2166" y="2392"/>
                  </a:cubicBezTo>
                  <a:cubicBezTo>
                    <a:pt x="1710" y="2392"/>
                    <a:pt x="1393" y="1931"/>
                    <a:pt x="1561" y="1509"/>
                  </a:cubicBezTo>
                  <a:cubicBezTo>
                    <a:pt x="1663" y="1242"/>
                    <a:pt x="1912" y="1091"/>
                    <a:pt x="2167" y="1091"/>
                  </a:cubicBezTo>
                  <a:close/>
                  <a:moveTo>
                    <a:pt x="2930" y="1"/>
                  </a:moveTo>
                  <a:cubicBezTo>
                    <a:pt x="1638" y="1"/>
                    <a:pt x="1779" y="2"/>
                    <a:pt x="1710" y="7"/>
                  </a:cubicBezTo>
                  <a:cubicBezTo>
                    <a:pt x="850" y="83"/>
                    <a:pt x="154" y="731"/>
                    <a:pt x="20" y="1581"/>
                  </a:cubicBezTo>
                  <a:cubicBezTo>
                    <a:pt x="6" y="1648"/>
                    <a:pt x="1" y="1720"/>
                    <a:pt x="6" y="1792"/>
                  </a:cubicBezTo>
                  <a:cubicBezTo>
                    <a:pt x="106" y="2743"/>
                    <a:pt x="908" y="3463"/>
                    <a:pt x="1863" y="3468"/>
                  </a:cubicBezTo>
                  <a:lnTo>
                    <a:pt x="12755" y="3468"/>
                  </a:lnTo>
                  <a:cubicBezTo>
                    <a:pt x="13182" y="3468"/>
                    <a:pt x="13528" y="3122"/>
                    <a:pt x="13528" y="2695"/>
                  </a:cubicBezTo>
                  <a:lnTo>
                    <a:pt x="13528" y="775"/>
                  </a:lnTo>
                  <a:cubicBezTo>
                    <a:pt x="13528" y="347"/>
                    <a:pt x="13182" y="2"/>
                    <a:pt x="12755" y="2"/>
                  </a:cubicBezTo>
                  <a:cubicBezTo>
                    <a:pt x="6949" y="2"/>
                    <a:pt x="4223" y="1"/>
                    <a:pt x="2930"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89"/>
            <p:cNvSpPr/>
            <p:nvPr/>
          </p:nvSpPr>
          <p:spPr>
            <a:xfrm>
              <a:off x="1597076" y="4076726"/>
              <a:ext cx="37653" cy="68074"/>
            </a:xfrm>
            <a:custGeom>
              <a:rect b="b" l="l" r="r" t="t"/>
              <a:pathLst>
                <a:path extrusionOk="0" h="2598" w="1437">
                  <a:moveTo>
                    <a:pt x="318" y="1"/>
                  </a:moveTo>
                  <a:cubicBezTo>
                    <a:pt x="140" y="1"/>
                    <a:pt x="1" y="145"/>
                    <a:pt x="1" y="318"/>
                  </a:cubicBezTo>
                  <a:lnTo>
                    <a:pt x="1" y="2281"/>
                  </a:lnTo>
                  <a:cubicBezTo>
                    <a:pt x="1" y="2459"/>
                    <a:pt x="140" y="2598"/>
                    <a:pt x="318" y="2598"/>
                  </a:cubicBezTo>
                  <a:lnTo>
                    <a:pt x="1119" y="2598"/>
                  </a:lnTo>
                  <a:cubicBezTo>
                    <a:pt x="1292" y="2598"/>
                    <a:pt x="1436" y="2454"/>
                    <a:pt x="1436" y="2281"/>
                  </a:cubicBezTo>
                  <a:lnTo>
                    <a:pt x="1436" y="318"/>
                  </a:lnTo>
                  <a:cubicBezTo>
                    <a:pt x="1436" y="145"/>
                    <a:pt x="1292" y="1"/>
                    <a:pt x="1119"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89"/>
            <p:cNvSpPr/>
            <p:nvPr/>
          </p:nvSpPr>
          <p:spPr>
            <a:xfrm>
              <a:off x="1510163" y="4076726"/>
              <a:ext cx="37653" cy="68074"/>
            </a:xfrm>
            <a:custGeom>
              <a:rect b="b" l="l" r="r" t="t"/>
              <a:pathLst>
                <a:path extrusionOk="0" h="2598" w="1437">
                  <a:moveTo>
                    <a:pt x="318" y="1"/>
                  </a:moveTo>
                  <a:cubicBezTo>
                    <a:pt x="145" y="1"/>
                    <a:pt x="1" y="145"/>
                    <a:pt x="1" y="318"/>
                  </a:cubicBezTo>
                  <a:lnTo>
                    <a:pt x="1" y="2281"/>
                  </a:lnTo>
                  <a:cubicBezTo>
                    <a:pt x="6" y="2454"/>
                    <a:pt x="145" y="2598"/>
                    <a:pt x="318" y="2598"/>
                  </a:cubicBezTo>
                  <a:lnTo>
                    <a:pt x="1124" y="2598"/>
                  </a:lnTo>
                  <a:cubicBezTo>
                    <a:pt x="1297" y="2598"/>
                    <a:pt x="1436" y="2454"/>
                    <a:pt x="1436" y="2281"/>
                  </a:cubicBezTo>
                  <a:lnTo>
                    <a:pt x="1436" y="318"/>
                  </a:lnTo>
                  <a:cubicBezTo>
                    <a:pt x="1436" y="145"/>
                    <a:pt x="1297" y="1"/>
                    <a:pt x="112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89"/>
            <p:cNvSpPr/>
            <p:nvPr/>
          </p:nvSpPr>
          <p:spPr>
            <a:xfrm>
              <a:off x="1424140" y="4076726"/>
              <a:ext cx="37627" cy="68074"/>
            </a:xfrm>
            <a:custGeom>
              <a:rect b="b" l="l" r="r" t="t"/>
              <a:pathLst>
                <a:path extrusionOk="0" h="2598" w="1436">
                  <a:moveTo>
                    <a:pt x="317" y="1"/>
                  </a:moveTo>
                  <a:cubicBezTo>
                    <a:pt x="140" y="1"/>
                    <a:pt x="1" y="145"/>
                    <a:pt x="1" y="318"/>
                  </a:cubicBezTo>
                  <a:lnTo>
                    <a:pt x="1" y="2281"/>
                  </a:lnTo>
                  <a:cubicBezTo>
                    <a:pt x="1" y="2459"/>
                    <a:pt x="140" y="2598"/>
                    <a:pt x="317" y="2598"/>
                  </a:cubicBezTo>
                  <a:lnTo>
                    <a:pt x="1119" y="2598"/>
                  </a:lnTo>
                  <a:cubicBezTo>
                    <a:pt x="1292" y="2598"/>
                    <a:pt x="1436" y="2454"/>
                    <a:pt x="1436" y="2281"/>
                  </a:cubicBezTo>
                  <a:lnTo>
                    <a:pt x="1436" y="318"/>
                  </a:lnTo>
                  <a:cubicBezTo>
                    <a:pt x="1436" y="145"/>
                    <a:pt x="1292" y="1"/>
                    <a:pt x="1119"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89"/>
            <p:cNvSpPr/>
            <p:nvPr/>
          </p:nvSpPr>
          <p:spPr>
            <a:xfrm>
              <a:off x="1305285" y="3917205"/>
              <a:ext cx="342257" cy="250339"/>
            </a:xfrm>
            <a:custGeom>
              <a:rect b="b" l="l" r="r" t="t"/>
              <a:pathLst>
                <a:path extrusionOk="0" h="9554" w="13062">
                  <a:moveTo>
                    <a:pt x="2193" y="7178"/>
                  </a:moveTo>
                  <a:cubicBezTo>
                    <a:pt x="2522" y="7178"/>
                    <a:pt x="2852" y="7418"/>
                    <a:pt x="2852" y="7831"/>
                  </a:cubicBezTo>
                  <a:cubicBezTo>
                    <a:pt x="2852" y="8014"/>
                    <a:pt x="2775" y="8186"/>
                    <a:pt x="2640" y="8311"/>
                  </a:cubicBezTo>
                  <a:cubicBezTo>
                    <a:pt x="2507" y="8431"/>
                    <a:pt x="2356" y="8483"/>
                    <a:pt x="2210" y="8483"/>
                  </a:cubicBezTo>
                  <a:cubicBezTo>
                    <a:pt x="1783" y="8483"/>
                    <a:pt x="1398" y="8041"/>
                    <a:pt x="1608" y="7562"/>
                  </a:cubicBezTo>
                  <a:cubicBezTo>
                    <a:pt x="1726" y="7298"/>
                    <a:pt x="1959" y="7178"/>
                    <a:pt x="2193" y="7178"/>
                  </a:cubicBezTo>
                  <a:close/>
                  <a:moveTo>
                    <a:pt x="10786" y="0"/>
                  </a:moveTo>
                  <a:cubicBezTo>
                    <a:pt x="10654" y="0"/>
                    <a:pt x="10521" y="33"/>
                    <a:pt x="10398" y="103"/>
                  </a:cubicBezTo>
                  <a:lnTo>
                    <a:pt x="8238" y="1356"/>
                  </a:lnTo>
                  <a:cubicBezTo>
                    <a:pt x="8233" y="1356"/>
                    <a:pt x="884" y="5580"/>
                    <a:pt x="696" y="5738"/>
                  </a:cubicBezTo>
                  <a:cubicBezTo>
                    <a:pt x="245" y="6122"/>
                    <a:pt x="0" y="6689"/>
                    <a:pt x="34" y="7274"/>
                  </a:cubicBezTo>
                  <a:cubicBezTo>
                    <a:pt x="68" y="7850"/>
                    <a:pt x="317" y="8134"/>
                    <a:pt x="586" y="8623"/>
                  </a:cubicBezTo>
                  <a:cubicBezTo>
                    <a:pt x="922" y="9200"/>
                    <a:pt x="1537" y="9553"/>
                    <a:pt x="2200" y="9553"/>
                  </a:cubicBezTo>
                  <a:cubicBezTo>
                    <a:pt x="2238" y="9553"/>
                    <a:pt x="2276" y="9552"/>
                    <a:pt x="2314" y="9550"/>
                  </a:cubicBezTo>
                  <a:cubicBezTo>
                    <a:pt x="2967" y="9511"/>
                    <a:pt x="3289" y="9180"/>
                    <a:pt x="3850" y="8892"/>
                  </a:cubicBezTo>
                  <a:lnTo>
                    <a:pt x="12567" y="3857"/>
                  </a:lnTo>
                  <a:cubicBezTo>
                    <a:pt x="12937" y="3641"/>
                    <a:pt x="13062" y="3170"/>
                    <a:pt x="12851" y="2801"/>
                  </a:cubicBezTo>
                  <a:lnTo>
                    <a:pt x="11502" y="468"/>
                  </a:lnTo>
                  <a:lnTo>
                    <a:pt x="11459" y="386"/>
                  </a:lnTo>
                  <a:cubicBezTo>
                    <a:pt x="11314" y="138"/>
                    <a:pt x="11054" y="0"/>
                    <a:pt x="10786" y="0"/>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89"/>
            <p:cNvSpPr/>
            <p:nvPr/>
          </p:nvSpPr>
          <p:spPr>
            <a:xfrm>
              <a:off x="1307932" y="3929441"/>
              <a:ext cx="339611" cy="238128"/>
            </a:xfrm>
            <a:custGeom>
              <a:rect b="b" l="l" r="r" t="t"/>
              <a:pathLst>
                <a:path extrusionOk="0" h="9088" w="12961">
                  <a:moveTo>
                    <a:pt x="2092" y="6711"/>
                  </a:moveTo>
                  <a:cubicBezTo>
                    <a:pt x="2421" y="6711"/>
                    <a:pt x="2751" y="6951"/>
                    <a:pt x="2751" y="7364"/>
                  </a:cubicBezTo>
                  <a:cubicBezTo>
                    <a:pt x="2751" y="7547"/>
                    <a:pt x="2674" y="7719"/>
                    <a:pt x="2539" y="7844"/>
                  </a:cubicBezTo>
                  <a:cubicBezTo>
                    <a:pt x="2406" y="7964"/>
                    <a:pt x="2255" y="8016"/>
                    <a:pt x="2109" y="8016"/>
                  </a:cubicBezTo>
                  <a:cubicBezTo>
                    <a:pt x="1682" y="8016"/>
                    <a:pt x="1297" y="7574"/>
                    <a:pt x="1507" y="7095"/>
                  </a:cubicBezTo>
                  <a:cubicBezTo>
                    <a:pt x="1625" y="6831"/>
                    <a:pt x="1858" y="6711"/>
                    <a:pt x="2092" y="6711"/>
                  </a:cubicBezTo>
                  <a:close/>
                  <a:moveTo>
                    <a:pt x="11401" y="1"/>
                  </a:moveTo>
                  <a:lnTo>
                    <a:pt x="8545" y="1642"/>
                  </a:lnTo>
                  <a:lnTo>
                    <a:pt x="8473" y="1686"/>
                  </a:lnTo>
                  <a:lnTo>
                    <a:pt x="8137" y="1878"/>
                  </a:lnTo>
                  <a:lnTo>
                    <a:pt x="864" y="6078"/>
                  </a:lnTo>
                  <a:cubicBezTo>
                    <a:pt x="845" y="6092"/>
                    <a:pt x="826" y="6102"/>
                    <a:pt x="807" y="6116"/>
                  </a:cubicBezTo>
                  <a:cubicBezTo>
                    <a:pt x="730" y="6159"/>
                    <a:pt x="658" y="6212"/>
                    <a:pt x="595" y="6270"/>
                  </a:cubicBezTo>
                  <a:cubicBezTo>
                    <a:pt x="307" y="6515"/>
                    <a:pt x="96" y="6836"/>
                    <a:pt x="0" y="7201"/>
                  </a:cubicBezTo>
                  <a:cubicBezTo>
                    <a:pt x="39" y="7350"/>
                    <a:pt x="101" y="7499"/>
                    <a:pt x="178" y="7633"/>
                  </a:cubicBezTo>
                  <a:lnTo>
                    <a:pt x="485" y="8156"/>
                  </a:lnTo>
                  <a:cubicBezTo>
                    <a:pt x="528" y="8238"/>
                    <a:pt x="581" y="8315"/>
                    <a:pt x="634" y="8382"/>
                  </a:cubicBezTo>
                  <a:cubicBezTo>
                    <a:pt x="994" y="8828"/>
                    <a:pt x="1531" y="9088"/>
                    <a:pt x="2103" y="9088"/>
                  </a:cubicBezTo>
                  <a:lnTo>
                    <a:pt x="2208" y="9088"/>
                  </a:lnTo>
                  <a:cubicBezTo>
                    <a:pt x="2266" y="9083"/>
                    <a:pt x="2323" y="9078"/>
                    <a:pt x="2386" y="9068"/>
                  </a:cubicBezTo>
                  <a:cubicBezTo>
                    <a:pt x="2828" y="9001"/>
                    <a:pt x="2938" y="8896"/>
                    <a:pt x="4455" y="8017"/>
                  </a:cubicBezTo>
                  <a:lnTo>
                    <a:pt x="12462" y="3394"/>
                  </a:lnTo>
                  <a:cubicBezTo>
                    <a:pt x="12836" y="3178"/>
                    <a:pt x="12961" y="2708"/>
                    <a:pt x="12750" y="2334"/>
                  </a:cubicBezTo>
                  <a:lnTo>
                    <a:pt x="1140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89"/>
            <p:cNvSpPr/>
            <p:nvPr/>
          </p:nvSpPr>
          <p:spPr>
            <a:xfrm>
              <a:off x="1553449" y="3945582"/>
              <a:ext cx="62912" cy="71769"/>
            </a:xfrm>
            <a:custGeom>
              <a:rect b="b" l="l" r="r" t="t"/>
              <a:pathLst>
                <a:path extrusionOk="0" h="2739" w="2401">
                  <a:moveTo>
                    <a:pt x="1055" y="1"/>
                  </a:moveTo>
                  <a:cubicBezTo>
                    <a:pt x="1002" y="1"/>
                    <a:pt x="948" y="14"/>
                    <a:pt x="898" y="42"/>
                  </a:cubicBezTo>
                  <a:lnTo>
                    <a:pt x="202" y="446"/>
                  </a:lnTo>
                  <a:cubicBezTo>
                    <a:pt x="53" y="532"/>
                    <a:pt x="0" y="729"/>
                    <a:pt x="87" y="878"/>
                  </a:cubicBezTo>
                  <a:lnTo>
                    <a:pt x="1071" y="2577"/>
                  </a:lnTo>
                  <a:cubicBezTo>
                    <a:pt x="1129" y="2681"/>
                    <a:pt x="1236" y="2738"/>
                    <a:pt x="1346" y="2738"/>
                  </a:cubicBezTo>
                  <a:cubicBezTo>
                    <a:pt x="1399" y="2738"/>
                    <a:pt x="1453" y="2725"/>
                    <a:pt x="1503" y="2697"/>
                  </a:cubicBezTo>
                  <a:lnTo>
                    <a:pt x="2199" y="2294"/>
                  </a:lnTo>
                  <a:cubicBezTo>
                    <a:pt x="2348" y="2207"/>
                    <a:pt x="2400" y="2010"/>
                    <a:pt x="2314" y="1862"/>
                  </a:cubicBezTo>
                  <a:lnTo>
                    <a:pt x="1330" y="162"/>
                  </a:lnTo>
                  <a:cubicBezTo>
                    <a:pt x="1272" y="59"/>
                    <a:pt x="1165" y="1"/>
                    <a:pt x="105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89"/>
            <p:cNvSpPr/>
            <p:nvPr/>
          </p:nvSpPr>
          <p:spPr>
            <a:xfrm>
              <a:off x="1478222" y="3989026"/>
              <a:ext cx="62912" cy="71716"/>
            </a:xfrm>
            <a:custGeom>
              <a:rect b="b" l="l" r="r" t="t"/>
              <a:pathLst>
                <a:path extrusionOk="0" h="2737" w="2401">
                  <a:moveTo>
                    <a:pt x="1061" y="0"/>
                  </a:moveTo>
                  <a:cubicBezTo>
                    <a:pt x="1007" y="0"/>
                    <a:pt x="953" y="15"/>
                    <a:pt x="903" y="45"/>
                  </a:cubicBezTo>
                  <a:lnTo>
                    <a:pt x="202" y="444"/>
                  </a:lnTo>
                  <a:cubicBezTo>
                    <a:pt x="54" y="530"/>
                    <a:pt x="1" y="727"/>
                    <a:pt x="87" y="876"/>
                  </a:cubicBezTo>
                  <a:lnTo>
                    <a:pt x="1071" y="2580"/>
                  </a:lnTo>
                  <a:cubicBezTo>
                    <a:pt x="1129" y="2680"/>
                    <a:pt x="1235" y="2737"/>
                    <a:pt x="1345" y="2737"/>
                  </a:cubicBezTo>
                  <a:cubicBezTo>
                    <a:pt x="1399" y="2737"/>
                    <a:pt x="1453" y="2723"/>
                    <a:pt x="1503" y="2695"/>
                  </a:cubicBezTo>
                  <a:lnTo>
                    <a:pt x="2199" y="2292"/>
                  </a:lnTo>
                  <a:cubicBezTo>
                    <a:pt x="2348" y="2205"/>
                    <a:pt x="2401" y="2009"/>
                    <a:pt x="2314" y="1860"/>
                  </a:cubicBezTo>
                  <a:lnTo>
                    <a:pt x="1330" y="160"/>
                  </a:lnTo>
                  <a:cubicBezTo>
                    <a:pt x="1273" y="58"/>
                    <a:pt x="1168" y="0"/>
                    <a:pt x="106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89"/>
            <p:cNvSpPr/>
            <p:nvPr/>
          </p:nvSpPr>
          <p:spPr>
            <a:xfrm>
              <a:off x="1403650" y="4032103"/>
              <a:ext cx="62912" cy="71664"/>
            </a:xfrm>
            <a:custGeom>
              <a:rect b="b" l="l" r="r" t="t"/>
              <a:pathLst>
                <a:path extrusionOk="0" h="2735" w="2401">
                  <a:moveTo>
                    <a:pt x="1060" y="0"/>
                  </a:moveTo>
                  <a:cubicBezTo>
                    <a:pt x="1007" y="0"/>
                    <a:pt x="952" y="14"/>
                    <a:pt x="903" y="43"/>
                  </a:cubicBezTo>
                  <a:lnTo>
                    <a:pt x="207" y="446"/>
                  </a:lnTo>
                  <a:cubicBezTo>
                    <a:pt x="53" y="533"/>
                    <a:pt x="0" y="725"/>
                    <a:pt x="87" y="878"/>
                  </a:cubicBezTo>
                  <a:lnTo>
                    <a:pt x="1071" y="2577"/>
                  </a:lnTo>
                  <a:cubicBezTo>
                    <a:pt x="1129" y="2678"/>
                    <a:pt x="1235" y="2734"/>
                    <a:pt x="1345" y="2734"/>
                  </a:cubicBezTo>
                  <a:cubicBezTo>
                    <a:pt x="1398" y="2734"/>
                    <a:pt x="1452" y="2721"/>
                    <a:pt x="1503" y="2693"/>
                  </a:cubicBezTo>
                  <a:lnTo>
                    <a:pt x="2199" y="2289"/>
                  </a:lnTo>
                  <a:cubicBezTo>
                    <a:pt x="2352" y="2203"/>
                    <a:pt x="2400" y="2011"/>
                    <a:pt x="2314" y="1857"/>
                  </a:cubicBezTo>
                  <a:lnTo>
                    <a:pt x="1335" y="158"/>
                  </a:lnTo>
                  <a:cubicBezTo>
                    <a:pt x="1274" y="56"/>
                    <a:pt x="1168" y="0"/>
                    <a:pt x="106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89"/>
            <p:cNvSpPr/>
            <p:nvPr/>
          </p:nvSpPr>
          <p:spPr>
            <a:xfrm>
              <a:off x="1306150" y="3829033"/>
              <a:ext cx="253221" cy="338458"/>
            </a:xfrm>
            <a:custGeom>
              <a:rect b="b" l="l" r="r" t="t"/>
              <a:pathLst>
                <a:path extrusionOk="0" h="12917" w="9664">
                  <a:moveTo>
                    <a:pt x="2160" y="10543"/>
                  </a:moveTo>
                  <a:cubicBezTo>
                    <a:pt x="2489" y="10543"/>
                    <a:pt x="2819" y="10783"/>
                    <a:pt x="2819" y="11196"/>
                  </a:cubicBezTo>
                  <a:cubicBezTo>
                    <a:pt x="2819" y="11379"/>
                    <a:pt x="2742" y="11551"/>
                    <a:pt x="2607" y="11676"/>
                  </a:cubicBezTo>
                  <a:cubicBezTo>
                    <a:pt x="2474" y="11796"/>
                    <a:pt x="2323" y="11848"/>
                    <a:pt x="2177" y="11848"/>
                  </a:cubicBezTo>
                  <a:cubicBezTo>
                    <a:pt x="1750" y="11848"/>
                    <a:pt x="1365" y="11406"/>
                    <a:pt x="1575" y="10927"/>
                  </a:cubicBezTo>
                  <a:cubicBezTo>
                    <a:pt x="1693" y="10663"/>
                    <a:pt x="1926" y="10543"/>
                    <a:pt x="2160" y="10543"/>
                  </a:cubicBezTo>
                  <a:close/>
                  <a:moveTo>
                    <a:pt x="6369" y="0"/>
                  </a:moveTo>
                  <a:cubicBezTo>
                    <a:pt x="6101" y="0"/>
                    <a:pt x="5841" y="138"/>
                    <a:pt x="5699" y="386"/>
                  </a:cubicBezTo>
                  <a:lnTo>
                    <a:pt x="4336" y="2743"/>
                  </a:lnTo>
                  <a:lnTo>
                    <a:pt x="3472" y="4246"/>
                  </a:lnTo>
                  <a:lnTo>
                    <a:pt x="2958" y="5134"/>
                  </a:lnTo>
                  <a:lnTo>
                    <a:pt x="2545" y="5844"/>
                  </a:lnTo>
                  <a:lnTo>
                    <a:pt x="2492" y="5935"/>
                  </a:lnTo>
                  <a:lnTo>
                    <a:pt x="2315" y="6242"/>
                  </a:lnTo>
                  <a:lnTo>
                    <a:pt x="251" y="9819"/>
                  </a:lnTo>
                  <a:cubicBezTo>
                    <a:pt x="107" y="10068"/>
                    <a:pt x="20" y="10351"/>
                    <a:pt x="6" y="10639"/>
                  </a:cubicBezTo>
                  <a:cubicBezTo>
                    <a:pt x="6" y="10678"/>
                    <a:pt x="1" y="10711"/>
                    <a:pt x="1" y="10745"/>
                  </a:cubicBezTo>
                  <a:cubicBezTo>
                    <a:pt x="1" y="10841"/>
                    <a:pt x="11" y="10937"/>
                    <a:pt x="25" y="11033"/>
                  </a:cubicBezTo>
                  <a:cubicBezTo>
                    <a:pt x="92" y="11499"/>
                    <a:pt x="337" y="11921"/>
                    <a:pt x="707" y="12214"/>
                  </a:cubicBezTo>
                  <a:cubicBezTo>
                    <a:pt x="774" y="12262"/>
                    <a:pt x="841" y="12310"/>
                    <a:pt x="913" y="12353"/>
                  </a:cubicBezTo>
                  <a:lnTo>
                    <a:pt x="932" y="12368"/>
                  </a:lnTo>
                  <a:lnTo>
                    <a:pt x="1460" y="12670"/>
                  </a:lnTo>
                  <a:cubicBezTo>
                    <a:pt x="1754" y="12837"/>
                    <a:pt x="2073" y="12917"/>
                    <a:pt x="2389" y="12917"/>
                  </a:cubicBezTo>
                  <a:cubicBezTo>
                    <a:pt x="3033" y="12917"/>
                    <a:pt x="3660" y="12585"/>
                    <a:pt x="4004" y="11988"/>
                  </a:cubicBezTo>
                  <a:lnTo>
                    <a:pt x="7331" y="6228"/>
                  </a:lnTo>
                  <a:lnTo>
                    <a:pt x="8205" y="4716"/>
                  </a:lnTo>
                  <a:lnTo>
                    <a:pt x="9453" y="2551"/>
                  </a:lnTo>
                  <a:cubicBezTo>
                    <a:pt x="9664" y="2181"/>
                    <a:pt x="9539" y="1711"/>
                    <a:pt x="9169" y="1500"/>
                  </a:cubicBezTo>
                  <a:lnTo>
                    <a:pt x="6885" y="180"/>
                  </a:lnTo>
                  <a:lnTo>
                    <a:pt x="6755" y="103"/>
                  </a:lnTo>
                  <a:cubicBezTo>
                    <a:pt x="6633" y="33"/>
                    <a:pt x="6500" y="0"/>
                    <a:pt x="6369"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89"/>
            <p:cNvSpPr/>
            <p:nvPr/>
          </p:nvSpPr>
          <p:spPr>
            <a:xfrm>
              <a:off x="1320745" y="3833724"/>
              <a:ext cx="238626" cy="333846"/>
            </a:xfrm>
            <a:custGeom>
              <a:rect b="b" l="l" r="r" t="t"/>
              <a:pathLst>
                <a:path extrusionOk="0" h="12741" w="9107">
                  <a:moveTo>
                    <a:pt x="1603" y="10364"/>
                  </a:moveTo>
                  <a:cubicBezTo>
                    <a:pt x="1932" y="10364"/>
                    <a:pt x="2262" y="10604"/>
                    <a:pt x="2262" y="11017"/>
                  </a:cubicBezTo>
                  <a:cubicBezTo>
                    <a:pt x="2262" y="11200"/>
                    <a:pt x="2185" y="11372"/>
                    <a:pt x="2050" y="11497"/>
                  </a:cubicBezTo>
                  <a:cubicBezTo>
                    <a:pt x="1917" y="11617"/>
                    <a:pt x="1766" y="11669"/>
                    <a:pt x="1620" y="11669"/>
                  </a:cubicBezTo>
                  <a:cubicBezTo>
                    <a:pt x="1193" y="11669"/>
                    <a:pt x="808" y="11227"/>
                    <a:pt x="1018" y="10748"/>
                  </a:cubicBezTo>
                  <a:cubicBezTo>
                    <a:pt x="1136" y="10484"/>
                    <a:pt x="1369" y="10364"/>
                    <a:pt x="1603" y="10364"/>
                  </a:cubicBezTo>
                  <a:close/>
                  <a:moveTo>
                    <a:pt x="6328" y="1"/>
                  </a:moveTo>
                  <a:lnTo>
                    <a:pt x="5723" y="1023"/>
                  </a:lnTo>
                  <a:lnTo>
                    <a:pt x="5199" y="1906"/>
                  </a:lnTo>
                  <a:lnTo>
                    <a:pt x="4431" y="3212"/>
                  </a:lnTo>
                  <a:lnTo>
                    <a:pt x="3995" y="3961"/>
                  </a:lnTo>
                  <a:lnTo>
                    <a:pt x="3779" y="4335"/>
                  </a:lnTo>
                  <a:lnTo>
                    <a:pt x="3563" y="4710"/>
                  </a:lnTo>
                  <a:lnTo>
                    <a:pt x="3558" y="4715"/>
                  </a:lnTo>
                  <a:lnTo>
                    <a:pt x="3049" y="5603"/>
                  </a:lnTo>
                  <a:lnTo>
                    <a:pt x="3020" y="5651"/>
                  </a:lnTo>
                  <a:lnTo>
                    <a:pt x="2780" y="6063"/>
                  </a:lnTo>
                  <a:lnTo>
                    <a:pt x="1426" y="8401"/>
                  </a:lnTo>
                  <a:cubicBezTo>
                    <a:pt x="1426" y="8401"/>
                    <a:pt x="327" y="10307"/>
                    <a:pt x="313" y="10336"/>
                  </a:cubicBezTo>
                  <a:cubicBezTo>
                    <a:pt x="1" y="10912"/>
                    <a:pt x="20" y="11612"/>
                    <a:pt x="356" y="12174"/>
                  </a:cubicBezTo>
                  <a:lnTo>
                    <a:pt x="375" y="12189"/>
                  </a:lnTo>
                  <a:lnTo>
                    <a:pt x="898" y="12491"/>
                  </a:lnTo>
                  <a:cubicBezTo>
                    <a:pt x="1148" y="12635"/>
                    <a:pt x="1431" y="12717"/>
                    <a:pt x="1719" y="12736"/>
                  </a:cubicBezTo>
                  <a:cubicBezTo>
                    <a:pt x="1753" y="12736"/>
                    <a:pt x="1791" y="12741"/>
                    <a:pt x="1825" y="12741"/>
                  </a:cubicBezTo>
                  <a:cubicBezTo>
                    <a:pt x="1887" y="12741"/>
                    <a:pt x="1945" y="12736"/>
                    <a:pt x="2007" y="12731"/>
                  </a:cubicBezTo>
                  <a:cubicBezTo>
                    <a:pt x="2492" y="12683"/>
                    <a:pt x="2943" y="12448"/>
                    <a:pt x="3260" y="12078"/>
                  </a:cubicBezTo>
                  <a:cubicBezTo>
                    <a:pt x="3443" y="11857"/>
                    <a:pt x="3471" y="11752"/>
                    <a:pt x="4345" y="10259"/>
                  </a:cubicBezTo>
                  <a:lnTo>
                    <a:pt x="6774" y="6049"/>
                  </a:lnTo>
                  <a:lnTo>
                    <a:pt x="6784" y="6030"/>
                  </a:lnTo>
                  <a:lnTo>
                    <a:pt x="7648" y="4537"/>
                  </a:lnTo>
                  <a:lnTo>
                    <a:pt x="8896" y="2372"/>
                  </a:lnTo>
                  <a:cubicBezTo>
                    <a:pt x="9107" y="2002"/>
                    <a:pt x="8982" y="1532"/>
                    <a:pt x="8612" y="1321"/>
                  </a:cubicBezTo>
                  <a:lnTo>
                    <a:pt x="6328" y="1"/>
                  </a:ln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89"/>
            <p:cNvSpPr/>
            <p:nvPr/>
          </p:nvSpPr>
          <p:spPr>
            <a:xfrm>
              <a:off x="1456212" y="3859061"/>
              <a:ext cx="74127" cy="60554"/>
            </a:xfrm>
            <a:custGeom>
              <a:rect b="b" l="l" r="r" t="t"/>
              <a:pathLst>
                <a:path extrusionOk="0" h="2311" w="2829">
                  <a:moveTo>
                    <a:pt x="767" y="0"/>
                  </a:moveTo>
                  <a:cubicBezTo>
                    <a:pt x="657" y="0"/>
                    <a:pt x="548" y="57"/>
                    <a:pt x="490" y="157"/>
                  </a:cubicBezTo>
                  <a:lnTo>
                    <a:pt x="87" y="853"/>
                  </a:lnTo>
                  <a:cubicBezTo>
                    <a:pt x="1" y="1007"/>
                    <a:pt x="53" y="1199"/>
                    <a:pt x="207" y="1285"/>
                  </a:cubicBezTo>
                  <a:lnTo>
                    <a:pt x="1906" y="2269"/>
                  </a:lnTo>
                  <a:cubicBezTo>
                    <a:pt x="1955" y="2297"/>
                    <a:pt x="2009" y="2311"/>
                    <a:pt x="2062" y="2311"/>
                  </a:cubicBezTo>
                  <a:cubicBezTo>
                    <a:pt x="2172" y="2311"/>
                    <a:pt x="2280" y="2254"/>
                    <a:pt x="2338" y="2154"/>
                  </a:cubicBezTo>
                  <a:lnTo>
                    <a:pt x="2742" y="1458"/>
                  </a:lnTo>
                  <a:cubicBezTo>
                    <a:pt x="2828" y="1304"/>
                    <a:pt x="2775" y="1112"/>
                    <a:pt x="2622" y="1026"/>
                  </a:cubicBezTo>
                  <a:lnTo>
                    <a:pt x="922" y="42"/>
                  </a:lnTo>
                  <a:cubicBezTo>
                    <a:pt x="874" y="14"/>
                    <a:pt x="820" y="0"/>
                    <a:pt x="767"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89"/>
            <p:cNvSpPr/>
            <p:nvPr/>
          </p:nvSpPr>
          <p:spPr>
            <a:xfrm>
              <a:off x="1412192" y="3934027"/>
              <a:ext cx="73996" cy="60554"/>
            </a:xfrm>
            <a:custGeom>
              <a:rect b="b" l="l" r="r" t="t"/>
              <a:pathLst>
                <a:path extrusionOk="0" h="2311" w="2824">
                  <a:moveTo>
                    <a:pt x="765" y="0"/>
                  </a:moveTo>
                  <a:cubicBezTo>
                    <a:pt x="655" y="0"/>
                    <a:pt x="549" y="58"/>
                    <a:pt x="490" y="162"/>
                  </a:cubicBezTo>
                  <a:lnTo>
                    <a:pt x="87" y="858"/>
                  </a:lnTo>
                  <a:cubicBezTo>
                    <a:pt x="1" y="1007"/>
                    <a:pt x="53" y="1199"/>
                    <a:pt x="202" y="1290"/>
                  </a:cubicBezTo>
                  <a:lnTo>
                    <a:pt x="1906" y="2269"/>
                  </a:lnTo>
                  <a:cubicBezTo>
                    <a:pt x="1955" y="2297"/>
                    <a:pt x="2008" y="2311"/>
                    <a:pt x="2061" y="2311"/>
                  </a:cubicBezTo>
                  <a:cubicBezTo>
                    <a:pt x="2169" y="2311"/>
                    <a:pt x="2275" y="2254"/>
                    <a:pt x="2333" y="2154"/>
                  </a:cubicBezTo>
                  <a:lnTo>
                    <a:pt x="2737" y="1458"/>
                  </a:lnTo>
                  <a:cubicBezTo>
                    <a:pt x="2823" y="1304"/>
                    <a:pt x="2775" y="1112"/>
                    <a:pt x="2622" y="1026"/>
                  </a:cubicBezTo>
                  <a:lnTo>
                    <a:pt x="922" y="42"/>
                  </a:lnTo>
                  <a:cubicBezTo>
                    <a:pt x="872" y="14"/>
                    <a:pt x="818" y="0"/>
                    <a:pt x="765"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89"/>
            <p:cNvSpPr/>
            <p:nvPr/>
          </p:nvSpPr>
          <p:spPr>
            <a:xfrm>
              <a:off x="1369062" y="4008599"/>
              <a:ext cx="74101" cy="60580"/>
            </a:xfrm>
            <a:custGeom>
              <a:rect b="b" l="l" r="r" t="t"/>
              <a:pathLst>
                <a:path extrusionOk="0" h="2312" w="2828">
                  <a:moveTo>
                    <a:pt x="766" y="1"/>
                  </a:moveTo>
                  <a:cubicBezTo>
                    <a:pt x="656" y="1"/>
                    <a:pt x="548" y="57"/>
                    <a:pt x="490" y="157"/>
                  </a:cubicBezTo>
                  <a:lnTo>
                    <a:pt x="86" y="858"/>
                  </a:lnTo>
                  <a:cubicBezTo>
                    <a:pt x="0" y="1007"/>
                    <a:pt x="53" y="1199"/>
                    <a:pt x="206" y="1286"/>
                  </a:cubicBezTo>
                  <a:lnTo>
                    <a:pt x="1906" y="2270"/>
                  </a:lnTo>
                  <a:cubicBezTo>
                    <a:pt x="1956" y="2298"/>
                    <a:pt x="2010" y="2311"/>
                    <a:pt x="2064" y="2311"/>
                  </a:cubicBezTo>
                  <a:cubicBezTo>
                    <a:pt x="2174" y="2311"/>
                    <a:pt x="2280" y="2255"/>
                    <a:pt x="2338" y="2154"/>
                  </a:cubicBezTo>
                  <a:lnTo>
                    <a:pt x="2741" y="1458"/>
                  </a:lnTo>
                  <a:cubicBezTo>
                    <a:pt x="2827" y="1305"/>
                    <a:pt x="2775" y="1113"/>
                    <a:pt x="2621" y="1026"/>
                  </a:cubicBezTo>
                  <a:lnTo>
                    <a:pt x="922" y="42"/>
                  </a:lnTo>
                  <a:cubicBezTo>
                    <a:pt x="873" y="14"/>
                    <a:pt x="819"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89"/>
            <p:cNvSpPr/>
            <p:nvPr/>
          </p:nvSpPr>
          <p:spPr>
            <a:xfrm>
              <a:off x="1304657" y="3812971"/>
              <a:ext cx="115108" cy="354598"/>
            </a:xfrm>
            <a:custGeom>
              <a:rect b="b" l="l" r="r" t="t"/>
              <a:pathLst>
                <a:path extrusionOk="0" h="13533" w="4393">
                  <a:moveTo>
                    <a:pt x="2228" y="11156"/>
                  </a:moveTo>
                  <a:cubicBezTo>
                    <a:pt x="2808" y="11156"/>
                    <a:pt x="3097" y="11857"/>
                    <a:pt x="2688" y="12265"/>
                  </a:cubicBezTo>
                  <a:cubicBezTo>
                    <a:pt x="2555" y="12397"/>
                    <a:pt x="2392" y="12456"/>
                    <a:pt x="2232" y="12456"/>
                  </a:cubicBezTo>
                  <a:cubicBezTo>
                    <a:pt x="1898" y="12456"/>
                    <a:pt x="1580" y="12197"/>
                    <a:pt x="1580" y="11804"/>
                  </a:cubicBezTo>
                  <a:cubicBezTo>
                    <a:pt x="1580" y="11449"/>
                    <a:pt x="1868" y="11156"/>
                    <a:pt x="2228" y="11156"/>
                  </a:cubicBezTo>
                  <a:close/>
                  <a:moveTo>
                    <a:pt x="831" y="1"/>
                  </a:moveTo>
                  <a:cubicBezTo>
                    <a:pt x="404" y="1"/>
                    <a:pt x="58" y="346"/>
                    <a:pt x="58" y="774"/>
                  </a:cubicBezTo>
                  <a:cubicBezTo>
                    <a:pt x="58" y="12260"/>
                    <a:pt x="0" y="11872"/>
                    <a:pt x="188" y="12352"/>
                  </a:cubicBezTo>
                  <a:cubicBezTo>
                    <a:pt x="471" y="13062"/>
                    <a:pt x="1157" y="13528"/>
                    <a:pt x="1920" y="13533"/>
                  </a:cubicBezTo>
                  <a:lnTo>
                    <a:pt x="2530" y="13533"/>
                  </a:lnTo>
                  <a:cubicBezTo>
                    <a:pt x="2573" y="13533"/>
                    <a:pt x="2621" y="13533"/>
                    <a:pt x="2664" y="13528"/>
                  </a:cubicBezTo>
                  <a:cubicBezTo>
                    <a:pt x="3466" y="13465"/>
                    <a:pt x="4138" y="12904"/>
                    <a:pt x="4340" y="12126"/>
                  </a:cubicBezTo>
                  <a:cubicBezTo>
                    <a:pt x="4373" y="11977"/>
                    <a:pt x="4393" y="11828"/>
                    <a:pt x="4393" y="11680"/>
                  </a:cubicBezTo>
                  <a:lnTo>
                    <a:pt x="4393" y="11670"/>
                  </a:lnTo>
                  <a:lnTo>
                    <a:pt x="4393" y="774"/>
                  </a:lnTo>
                  <a:cubicBezTo>
                    <a:pt x="4393" y="346"/>
                    <a:pt x="4047" y="1"/>
                    <a:pt x="3625" y="1"/>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89"/>
            <p:cNvSpPr/>
            <p:nvPr/>
          </p:nvSpPr>
          <p:spPr>
            <a:xfrm>
              <a:off x="1327033" y="3812971"/>
              <a:ext cx="92731" cy="354467"/>
            </a:xfrm>
            <a:custGeom>
              <a:rect b="b" l="l" r="r" t="t"/>
              <a:pathLst>
                <a:path extrusionOk="0" h="13528" w="3539">
                  <a:moveTo>
                    <a:pt x="1385" y="11154"/>
                  </a:moveTo>
                  <a:cubicBezTo>
                    <a:pt x="1927" y="11154"/>
                    <a:pt x="2277" y="11865"/>
                    <a:pt x="1810" y="12289"/>
                  </a:cubicBezTo>
                  <a:cubicBezTo>
                    <a:pt x="1690" y="12395"/>
                    <a:pt x="1532" y="12457"/>
                    <a:pt x="1374" y="12457"/>
                  </a:cubicBezTo>
                  <a:cubicBezTo>
                    <a:pt x="654" y="12452"/>
                    <a:pt x="471" y="11459"/>
                    <a:pt x="1143" y="11200"/>
                  </a:cubicBezTo>
                  <a:cubicBezTo>
                    <a:pt x="1226" y="11168"/>
                    <a:pt x="1307" y="11154"/>
                    <a:pt x="1385" y="11154"/>
                  </a:cubicBezTo>
                  <a:close/>
                  <a:moveTo>
                    <a:pt x="850" y="1"/>
                  </a:moveTo>
                  <a:cubicBezTo>
                    <a:pt x="423" y="1"/>
                    <a:pt x="78" y="346"/>
                    <a:pt x="73" y="774"/>
                  </a:cubicBezTo>
                  <a:cubicBezTo>
                    <a:pt x="78" y="12404"/>
                    <a:pt x="1" y="11905"/>
                    <a:pt x="241" y="12433"/>
                  </a:cubicBezTo>
                  <a:cubicBezTo>
                    <a:pt x="514" y="13043"/>
                    <a:pt x="1095" y="13461"/>
                    <a:pt x="1762" y="13523"/>
                  </a:cubicBezTo>
                  <a:lnTo>
                    <a:pt x="1806" y="13528"/>
                  </a:lnTo>
                  <a:cubicBezTo>
                    <a:pt x="2780" y="13456"/>
                    <a:pt x="3534" y="12645"/>
                    <a:pt x="3539" y="11665"/>
                  </a:cubicBezTo>
                  <a:lnTo>
                    <a:pt x="3539" y="774"/>
                  </a:lnTo>
                  <a:cubicBezTo>
                    <a:pt x="3539" y="346"/>
                    <a:pt x="3193" y="1"/>
                    <a:pt x="2771" y="1"/>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89"/>
            <p:cNvSpPr/>
            <p:nvPr/>
          </p:nvSpPr>
          <p:spPr>
            <a:xfrm>
              <a:off x="1329051" y="3839017"/>
              <a:ext cx="67943" cy="37627"/>
            </a:xfrm>
            <a:custGeom>
              <a:rect b="b" l="l" r="r" t="t"/>
              <a:pathLst>
                <a:path extrusionOk="0" h="1436" w="2593">
                  <a:moveTo>
                    <a:pt x="313" y="0"/>
                  </a:moveTo>
                  <a:cubicBezTo>
                    <a:pt x="140" y="0"/>
                    <a:pt x="1" y="144"/>
                    <a:pt x="1" y="317"/>
                  </a:cubicBezTo>
                  <a:lnTo>
                    <a:pt x="1" y="1124"/>
                  </a:lnTo>
                  <a:cubicBezTo>
                    <a:pt x="1" y="1296"/>
                    <a:pt x="140" y="1436"/>
                    <a:pt x="313" y="1436"/>
                  </a:cubicBezTo>
                  <a:lnTo>
                    <a:pt x="2281" y="1436"/>
                  </a:lnTo>
                  <a:cubicBezTo>
                    <a:pt x="2454" y="1436"/>
                    <a:pt x="2593" y="1296"/>
                    <a:pt x="2593" y="1124"/>
                  </a:cubicBezTo>
                  <a:lnTo>
                    <a:pt x="2593" y="317"/>
                  </a:lnTo>
                  <a:cubicBezTo>
                    <a:pt x="2593" y="144"/>
                    <a:pt x="2454" y="0"/>
                    <a:pt x="2281"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89"/>
            <p:cNvSpPr/>
            <p:nvPr/>
          </p:nvSpPr>
          <p:spPr>
            <a:xfrm>
              <a:off x="1329051" y="3925930"/>
              <a:ext cx="68074" cy="37627"/>
            </a:xfrm>
            <a:custGeom>
              <a:rect b="b" l="l" r="r" t="t"/>
              <a:pathLst>
                <a:path extrusionOk="0" h="1436" w="2598">
                  <a:moveTo>
                    <a:pt x="313" y="0"/>
                  </a:moveTo>
                  <a:cubicBezTo>
                    <a:pt x="140" y="0"/>
                    <a:pt x="1" y="140"/>
                    <a:pt x="1" y="312"/>
                  </a:cubicBezTo>
                  <a:lnTo>
                    <a:pt x="1" y="1119"/>
                  </a:lnTo>
                  <a:cubicBezTo>
                    <a:pt x="1" y="1292"/>
                    <a:pt x="140" y="1436"/>
                    <a:pt x="313" y="1436"/>
                  </a:cubicBezTo>
                  <a:lnTo>
                    <a:pt x="2281" y="1436"/>
                  </a:lnTo>
                  <a:cubicBezTo>
                    <a:pt x="2454" y="1436"/>
                    <a:pt x="2598" y="1292"/>
                    <a:pt x="2593" y="1119"/>
                  </a:cubicBezTo>
                  <a:lnTo>
                    <a:pt x="2593" y="312"/>
                  </a:lnTo>
                  <a:cubicBezTo>
                    <a:pt x="2593" y="140"/>
                    <a:pt x="2454" y="0"/>
                    <a:pt x="2281"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89"/>
            <p:cNvSpPr/>
            <p:nvPr/>
          </p:nvSpPr>
          <p:spPr>
            <a:xfrm>
              <a:off x="1329051" y="4011953"/>
              <a:ext cx="67943" cy="37627"/>
            </a:xfrm>
            <a:custGeom>
              <a:rect b="b" l="l" r="r" t="t"/>
              <a:pathLst>
                <a:path extrusionOk="0" h="1436" w="2593">
                  <a:moveTo>
                    <a:pt x="313" y="1"/>
                  </a:moveTo>
                  <a:cubicBezTo>
                    <a:pt x="140" y="1"/>
                    <a:pt x="1" y="145"/>
                    <a:pt x="1" y="317"/>
                  </a:cubicBezTo>
                  <a:lnTo>
                    <a:pt x="1" y="1119"/>
                  </a:lnTo>
                  <a:cubicBezTo>
                    <a:pt x="1" y="1297"/>
                    <a:pt x="140" y="1436"/>
                    <a:pt x="313" y="1436"/>
                  </a:cubicBezTo>
                  <a:lnTo>
                    <a:pt x="2281" y="1436"/>
                  </a:lnTo>
                  <a:cubicBezTo>
                    <a:pt x="2454" y="1436"/>
                    <a:pt x="2593" y="1297"/>
                    <a:pt x="2593" y="1119"/>
                  </a:cubicBezTo>
                  <a:lnTo>
                    <a:pt x="2593" y="317"/>
                  </a:lnTo>
                  <a:cubicBezTo>
                    <a:pt x="2593" y="145"/>
                    <a:pt x="2454" y="1"/>
                    <a:pt x="228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89"/>
            <p:cNvSpPr/>
            <p:nvPr/>
          </p:nvSpPr>
          <p:spPr>
            <a:xfrm>
              <a:off x="1459618" y="4067686"/>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89"/>
            <p:cNvSpPr/>
            <p:nvPr/>
          </p:nvSpPr>
          <p:spPr>
            <a:xfrm>
              <a:off x="1298368" y="3809460"/>
              <a:ext cx="365420" cy="365394"/>
            </a:xfrm>
            <a:custGeom>
              <a:rect b="b" l="l" r="r" t="t"/>
              <a:pathLst>
                <a:path extrusionOk="0" h="13945" w="13946">
                  <a:moveTo>
                    <a:pt x="980" y="0"/>
                  </a:moveTo>
                  <a:cubicBezTo>
                    <a:pt x="437" y="0"/>
                    <a:pt x="0" y="442"/>
                    <a:pt x="0" y="980"/>
                  </a:cubicBezTo>
                  <a:lnTo>
                    <a:pt x="0" y="11876"/>
                  </a:lnTo>
                  <a:cubicBezTo>
                    <a:pt x="0" y="13019"/>
                    <a:pt x="927" y="13945"/>
                    <a:pt x="2069" y="13945"/>
                  </a:cubicBezTo>
                  <a:lnTo>
                    <a:pt x="12966" y="13945"/>
                  </a:lnTo>
                  <a:cubicBezTo>
                    <a:pt x="13503" y="13945"/>
                    <a:pt x="13940" y="13508"/>
                    <a:pt x="13945" y="12966"/>
                  </a:cubicBezTo>
                  <a:lnTo>
                    <a:pt x="13945" y="12457"/>
                  </a:lnTo>
                  <a:cubicBezTo>
                    <a:pt x="13945" y="12318"/>
                    <a:pt x="13841" y="12248"/>
                    <a:pt x="13736" y="12248"/>
                  </a:cubicBezTo>
                  <a:cubicBezTo>
                    <a:pt x="13632" y="12248"/>
                    <a:pt x="13527" y="12318"/>
                    <a:pt x="13527" y="12457"/>
                  </a:cubicBezTo>
                  <a:lnTo>
                    <a:pt x="13527" y="12966"/>
                  </a:lnTo>
                  <a:cubicBezTo>
                    <a:pt x="13527" y="13278"/>
                    <a:pt x="13273" y="13532"/>
                    <a:pt x="12961" y="13532"/>
                  </a:cubicBezTo>
                  <a:lnTo>
                    <a:pt x="3917" y="13532"/>
                  </a:lnTo>
                  <a:cubicBezTo>
                    <a:pt x="4061" y="13422"/>
                    <a:pt x="4196" y="13292"/>
                    <a:pt x="4306" y="13148"/>
                  </a:cubicBezTo>
                  <a:lnTo>
                    <a:pt x="4666" y="12942"/>
                  </a:lnTo>
                  <a:cubicBezTo>
                    <a:pt x="4762" y="13028"/>
                    <a:pt x="4887" y="13076"/>
                    <a:pt x="5021" y="13076"/>
                  </a:cubicBezTo>
                  <a:lnTo>
                    <a:pt x="5693" y="13076"/>
                  </a:lnTo>
                  <a:cubicBezTo>
                    <a:pt x="5967" y="13076"/>
                    <a:pt x="5967" y="12663"/>
                    <a:pt x="5693" y="12663"/>
                  </a:cubicBezTo>
                  <a:lnTo>
                    <a:pt x="5146" y="12663"/>
                  </a:lnTo>
                  <a:lnTo>
                    <a:pt x="5933" y="12212"/>
                  </a:lnTo>
                  <a:lnTo>
                    <a:pt x="5933" y="12351"/>
                  </a:lnTo>
                  <a:cubicBezTo>
                    <a:pt x="5933" y="12490"/>
                    <a:pt x="6037" y="12560"/>
                    <a:pt x="6140" y="12560"/>
                  </a:cubicBezTo>
                  <a:cubicBezTo>
                    <a:pt x="6243" y="12560"/>
                    <a:pt x="6346" y="12490"/>
                    <a:pt x="6346" y="12351"/>
                  </a:cubicBezTo>
                  <a:lnTo>
                    <a:pt x="6346" y="11972"/>
                  </a:lnTo>
                  <a:lnTo>
                    <a:pt x="6879" y="11665"/>
                  </a:lnTo>
                  <a:lnTo>
                    <a:pt x="6879" y="11713"/>
                  </a:lnTo>
                  <a:cubicBezTo>
                    <a:pt x="6879" y="11850"/>
                    <a:pt x="6982" y="11918"/>
                    <a:pt x="7086" y="11918"/>
                  </a:cubicBezTo>
                  <a:cubicBezTo>
                    <a:pt x="7189" y="11918"/>
                    <a:pt x="7292" y="11850"/>
                    <a:pt x="7292" y="11713"/>
                  </a:cubicBezTo>
                  <a:lnTo>
                    <a:pt x="7292" y="11425"/>
                  </a:lnTo>
                  <a:lnTo>
                    <a:pt x="7782" y="11142"/>
                  </a:lnTo>
                  <a:lnTo>
                    <a:pt x="7782" y="12553"/>
                  </a:lnTo>
                  <a:cubicBezTo>
                    <a:pt x="7782" y="12846"/>
                    <a:pt x="8017" y="13076"/>
                    <a:pt x="8305" y="13076"/>
                  </a:cubicBezTo>
                  <a:lnTo>
                    <a:pt x="8982" y="13076"/>
                  </a:lnTo>
                  <a:cubicBezTo>
                    <a:pt x="9255" y="13076"/>
                    <a:pt x="9255" y="12663"/>
                    <a:pt x="8982" y="12663"/>
                  </a:cubicBezTo>
                  <a:lnTo>
                    <a:pt x="8310" y="12663"/>
                  </a:lnTo>
                  <a:cubicBezTo>
                    <a:pt x="8247" y="12663"/>
                    <a:pt x="8199" y="12615"/>
                    <a:pt x="8199" y="12558"/>
                  </a:cubicBezTo>
                  <a:lnTo>
                    <a:pt x="8199" y="10902"/>
                  </a:lnTo>
                  <a:lnTo>
                    <a:pt x="8929" y="10484"/>
                  </a:lnTo>
                  <a:lnTo>
                    <a:pt x="9116" y="10484"/>
                  </a:lnTo>
                  <a:cubicBezTo>
                    <a:pt x="9174" y="10484"/>
                    <a:pt x="9222" y="10532"/>
                    <a:pt x="9222" y="10590"/>
                  </a:cubicBezTo>
                  <a:lnTo>
                    <a:pt x="9222" y="12351"/>
                  </a:lnTo>
                  <a:cubicBezTo>
                    <a:pt x="9222" y="12490"/>
                    <a:pt x="9325" y="12560"/>
                    <a:pt x="9428" y="12560"/>
                  </a:cubicBezTo>
                  <a:cubicBezTo>
                    <a:pt x="9531" y="12560"/>
                    <a:pt x="9634" y="12490"/>
                    <a:pt x="9634" y="12351"/>
                  </a:cubicBezTo>
                  <a:lnTo>
                    <a:pt x="9634" y="10590"/>
                  </a:lnTo>
                  <a:cubicBezTo>
                    <a:pt x="9634" y="10431"/>
                    <a:pt x="9567" y="10282"/>
                    <a:pt x="9442" y="10186"/>
                  </a:cubicBezTo>
                  <a:lnTo>
                    <a:pt x="10441" y="9610"/>
                  </a:lnTo>
                  <a:lnTo>
                    <a:pt x="12966" y="9610"/>
                  </a:lnTo>
                  <a:cubicBezTo>
                    <a:pt x="13278" y="9610"/>
                    <a:pt x="13527" y="9865"/>
                    <a:pt x="13527" y="10177"/>
                  </a:cubicBezTo>
                  <a:lnTo>
                    <a:pt x="13527" y="11626"/>
                  </a:lnTo>
                  <a:cubicBezTo>
                    <a:pt x="13527" y="11742"/>
                    <a:pt x="13623" y="11833"/>
                    <a:pt x="13739" y="11833"/>
                  </a:cubicBezTo>
                  <a:cubicBezTo>
                    <a:pt x="13849" y="11833"/>
                    <a:pt x="13945" y="11742"/>
                    <a:pt x="13945" y="11626"/>
                  </a:cubicBezTo>
                  <a:lnTo>
                    <a:pt x="13945" y="10177"/>
                  </a:lnTo>
                  <a:cubicBezTo>
                    <a:pt x="13945" y="9634"/>
                    <a:pt x="13503" y="9198"/>
                    <a:pt x="12966" y="9198"/>
                  </a:cubicBezTo>
                  <a:lnTo>
                    <a:pt x="11156" y="9198"/>
                  </a:lnTo>
                  <a:lnTo>
                    <a:pt x="12841" y="8223"/>
                  </a:lnTo>
                  <a:cubicBezTo>
                    <a:pt x="13311" y="7949"/>
                    <a:pt x="13470" y="7354"/>
                    <a:pt x="13201" y="6884"/>
                  </a:cubicBezTo>
                  <a:lnTo>
                    <a:pt x="12947" y="6442"/>
                  </a:lnTo>
                  <a:cubicBezTo>
                    <a:pt x="12903" y="6367"/>
                    <a:pt x="12837" y="6335"/>
                    <a:pt x="12772" y="6335"/>
                  </a:cubicBezTo>
                  <a:cubicBezTo>
                    <a:pt x="12630" y="6335"/>
                    <a:pt x="12491" y="6484"/>
                    <a:pt x="12587" y="6649"/>
                  </a:cubicBezTo>
                  <a:lnTo>
                    <a:pt x="12841" y="7090"/>
                  </a:lnTo>
                  <a:cubicBezTo>
                    <a:pt x="12995" y="7359"/>
                    <a:pt x="12903" y="7705"/>
                    <a:pt x="12635" y="7863"/>
                  </a:cubicBezTo>
                  <a:lnTo>
                    <a:pt x="8818" y="10066"/>
                  </a:lnTo>
                  <a:lnTo>
                    <a:pt x="4661" y="12466"/>
                  </a:lnTo>
                  <a:cubicBezTo>
                    <a:pt x="4666" y="12447"/>
                    <a:pt x="4671" y="12428"/>
                    <a:pt x="4681" y="12409"/>
                  </a:cubicBezTo>
                  <a:lnTo>
                    <a:pt x="5199" y="11506"/>
                  </a:lnTo>
                  <a:cubicBezTo>
                    <a:pt x="5225" y="11510"/>
                    <a:pt x="5249" y="11512"/>
                    <a:pt x="5273" y="11512"/>
                  </a:cubicBezTo>
                  <a:cubicBezTo>
                    <a:pt x="5498" y="11512"/>
                    <a:pt x="5647" y="11356"/>
                    <a:pt x="5933" y="11209"/>
                  </a:cubicBezTo>
                  <a:lnTo>
                    <a:pt x="6116" y="11103"/>
                  </a:lnTo>
                  <a:cubicBezTo>
                    <a:pt x="6313" y="10994"/>
                    <a:pt x="6209" y="10715"/>
                    <a:pt x="6019" y="10715"/>
                  </a:cubicBezTo>
                  <a:cubicBezTo>
                    <a:pt x="5992" y="10715"/>
                    <a:pt x="5963" y="10721"/>
                    <a:pt x="5933" y="10734"/>
                  </a:cubicBezTo>
                  <a:cubicBezTo>
                    <a:pt x="5909" y="10743"/>
                    <a:pt x="5929" y="10734"/>
                    <a:pt x="5506" y="10978"/>
                  </a:cubicBezTo>
                  <a:lnTo>
                    <a:pt x="5909" y="10273"/>
                  </a:lnTo>
                  <a:lnTo>
                    <a:pt x="5957" y="10359"/>
                  </a:lnTo>
                  <a:cubicBezTo>
                    <a:pt x="6001" y="10434"/>
                    <a:pt x="6066" y="10465"/>
                    <a:pt x="6130" y="10465"/>
                  </a:cubicBezTo>
                  <a:cubicBezTo>
                    <a:pt x="6273" y="10465"/>
                    <a:pt x="6413" y="10315"/>
                    <a:pt x="6317" y="10153"/>
                  </a:cubicBezTo>
                  <a:lnTo>
                    <a:pt x="6149" y="9860"/>
                  </a:lnTo>
                  <a:lnTo>
                    <a:pt x="6149" y="9855"/>
                  </a:lnTo>
                  <a:lnTo>
                    <a:pt x="6149" y="9850"/>
                  </a:lnTo>
                  <a:lnTo>
                    <a:pt x="6457" y="9327"/>
                  </a:lnTo>
                  <a:cubicBezTo>
                    <a:pt x="6499" y="9403"/>
                    <a:pt x="6564" y="9434"/>
                    <a:pt x="6628" y="9434"/>
                  </a:cubicBezTo>
                  <a:cubicBezTo>
                    <a:pt x="6769" y="9434"/>
                    <a:pt x="6909" y="9285"/>
                    <a:pt x="6817" y="9121"/>
                  </a:cubicBezTo>
                  <a:lnTo>
                    <a:pt x="6697" y="8914"/>
                  </a:lnTo>
                  <a:lnTo>
                    <a:pt x="6975" y="8425"/>
                  </a:lnTo>
                  <a:cubicBezTo>
                    <a:pt x="7690" y="9663"/>
                    <a:pt x="7662" y="9606"/>
                    <a:pt x="7662" y="9610"/>
                  </a:cubicBezTo>
                  <a:cubicBezTo>
                    <a:pt x="7758" y="9777"/>
                    <a:pt x="7932" y="9869"/>
                    <a:pt x="8111" y="9869"/>
                  </a:cubicBezTo>
                  <a:cubicBezTo>
                    <a:pt x="8200" y="9869"/>
                    <a:pt x="8290" y="9846"/>
                    <a:pt x="8372" y="9798"/>
                  </a:cubicBezTo>
                  <a:lnTo>
                    <a:pt x="8962" y="9462"/>
                  </a:lnTo>
                  <a:cubicBezTo>
                    <a:pt x="9165" y="9344"/>
                    <a:pt x="9050" y="9070"/>
                    <a:pt x="8865" y="9070"/>
                  </a:cubicBezTo>
                  <a:cubicBezTo>
                    <a:pt x="8831" y="9070"/>
                    <a:pt x="8794" y="9080"/>
                    <a:pt x="8756" y="9102"/>
                  </a:cubicBezTo>
                  <a:lnTo>
                    <a:pt x="8593" y="9198"/>
                  </a:lnTo>
                  <a:cubicBezTo>
                    <a:pt x="8156" y="9442"/>
                    <a:pt x="8170" y="9452"/>
                    <a:pt x="8118" y="9452"/>
                  </a:cubicBezTo>
                  <a:cubicBezTo>
                    <a:pt x="8007" y="9452"/>
                    <a:pt x="8074" y="9447"/>
                    <a:pt x="7220" y="8007"/>
                  </a:cubicBezTo>
                  <a:lnTo>
                    <a:pt x="7686" y="7201"/>
                  </a:lnTo>
                  <a:cubicBezTo>
                    <a:pt x="7762" y="7157"/>
                    <a:pt x="7786" y="7133"/>
                    <a:pt x="7830" y="7133"/>
                  </a:cubicBezTo>
                  <a:cubicBezTo>
                    <a:pt x="7868" y="7133"/>
                    <a:pt x="7902" y="7153"/>
                    <a:pt x="7926" y="7186"/>
                  </a:cubicBezTo>
                  <a:lnTo>
                    <a:pt x="8804" y="8713"/>
                  </a:lnTo>
                  <a:cubicBezTo>
                    <a:pt x="8848" y="8788"/>
                    <a:pt x="8913" y="8820"/>
                    <a:pt x="8979" y="8820"/>
                  </a:cubicBezTo>
                  <a:cubicBezTo>
                    <a:pt x="9120" y="8820"/>
                    <a:pt x="9259" y="8671"/>
                    <a:pt x="9164" y="8506"/>
                  </a:cubicBezTo>
                  <a:lnTo>
                    <a:pt x="8286" y="6980"/>
                  </a:lnTo>
                  <a:cubicBezTo>
                    <a:pt x="8214" y="6855"/>
                    <a:pt x="8094" y="6769"/>
                    <a:pt x="7954" y="6735"/>
                  </a:cubicBezTo>
                  <a:lnTo>
                    <a:pt x="8559" y="5689"/>
                  </a:lnTo>
                  <a:cubicBezTo>
                    <a:pt x="10743" y="4455"/>
                    <a:pt x="10691" y="4393"/>
                    <a:pt x="10959" y="4393"/>
                  </a:cubicBezTo>
                  <a:cubicBezTo>
                    <a:pt x="11161" y="4393"/>
                    <a:pt x="11348" y="4498"/>
                    <a:pt x="11449" y="4676"/>
                  </a:cubicBezTo>
                  <a:lnTo>
                    <a:pt x="12174" y="5933"/>
                  </a:lnTo>
                  <a:cubicBezTo>
                    <a:pt x="12217" y="6008"/>
                    <a:pt x="12282" y="6039"/>
                    <a:pt x="12347" y="6039"/>
                  </a:cubicBezTo>
                  <a:cubicBezTo>
                    <a:pt x="12489" y="6039"/>
                    <a:pt x="12630" y="5889"/>
                    <a:pt x="12534" y="5727"/>
                  </a:cubicBezTo>
                  <a:lnTo>
                    <a:pt x="11809" y="4469"/>
                  </a:lnTo>
                  <a:cubicBezTo>
                    <a:pt x="11629" y="4154"/>
                    <a:pt x="11299" y="3979"/>
                    <a:pt x="10960" y="3979"/>
                  </a:cubicBezTo>
                  <a:cubicBezTo>
                    <a:pt x="10793" y="3979"/>
                    <a:pt x="10625" y="4021"/>
                    <a:pt x="10470" y="4109"/>
                  </a:cubicBezTo>
                  <a:lnTo>
                    <a:pt x="8977" y="4973"/>
                  </a:lnTo>
                  <a:lnTo>
                    <a:pt x="9841" y="3476"/>
                  </a:lnTo>
                  <a:cubicBezTo>
                    <a:pt x="10110" y="3005"/>
                    <a:pt x="9946" y="2405"/>
                    <a:pt x="9481" y="2136"/>
                  </a:cubicBezTo>
                  <a:lnTo>
                    <a:pt x="9039" y="1882"/>
                  </a:lnTo>
                  <a:cubicBezTo>
                    <a:pt x="9001" y="1860"/>
                    <a:pt x="8965" y="1851"/>
                    <a:pt x="8930" y="1851"/>
                  </a:cubicBezTo>
                  <a:cubicBezTo>
                    <a:pt x="8745" y="1851"/>
                    <a:pt x="8631" y="2125"/>
                    <a:pt x="8833" y="2242"/>
                  </a:cubicBezTo>
                  <a:lnTo>
                    <a:pt x="9274" y="2496"/>
                  </a:lnTo>
                  <a:cubicBezTo>
                    <a:pt x="9543" y="2655"/>
                    <a:pt x="9634" y="3000"/>
                    <a:pt x="9481" y="3269"/>
                  </a:cubicBezTo>
                  <a:lnTo>
                    <a:pt x="8257" y="5386"/>
                  </a:lnTo>
                  <a:lnTo>
                    <a:pt x="7844" y="6106"/>
                  </a:lnTo>
                  <a:lnTo>
                    <a:pt x="7388" y="6898"/>
                  </a:lnTo>
                  <a:lnTo>
                    <a:pt x="6745" y="8007"/>
                  </a:lnTo>
                  <a:lnTo>
                    <a:pt x="5084" y="10882"/>
                  </a:lnTo>
                  <a:lnTo>
                    <a:pt x="4844" y="11295"/>
                  </a:lnTo>
                  <a:lnTo>
                    <a:pt x="4748" y="11458"/>
                  </a:lnTo>
                  <a:lnTo>
                    <a:pt x="4748" y="10172"/>
                  </a:lnTo>
                  <a:cubicBezTo>
                    <a:pt x="5093" y="10110"/>
                    <a:pt x="5151" y="9798"/>
                    <a:pt x="5290" y="9610"/>
                  </a:cubicBezTo>
                  <a:lnTo>
                    <a:pt x="5290" y="9606"/>
                  </a:lnTo>
                  <a:lnTo>
                    <a:pt x="5444" y="9337"/>
                  </a:lnTo>
                  <a:cubicBezTo>
                    <a:pt x="5539" y="9172"/>
                    <a:pt x="5400" y="9024"/>
                    <a:pt x="5258" y="9024"/>
                  </a:cubicBezTo>
                  <a:cubicBezTo>
                    <a:pt x="5193" y="9024"/>
                    <a:pt x="5128" y="9055"/>
                    <a:pt x="5084" y="9130"/>
                  </a:cubicBezTo>
                  <a:lnTo>
                    <a:pt x="4748" y="9716"/>
                  </a:lnTo>
                  <a:lnTo>
                    <a:pt x="4748" y="8660"/>
                  </a:lnTo>
                  <a:lnTo>
                    <a:pt x="4935" y="8770"/>
                  </a:lnTo>
                  <a:cubicBezTo>
                    <a:pt x="4972" y="8791"/>
                    <a:pt x="5008" y="8800"/>
                    <a:pt x="5041" y="8800"/>
                  </a:cubicBezTo>
                  <a:cubicBezTo>
                    <a:pt x="5228" y="8800"/>
                    <a:pt x="5345" y="8524"/>
                    <a:pt x="5141" y="8410"/>
                  </a:cubicBezTo>
                  <a:lnTo>
                    <a:pt x="4748" y="8180"/>
                  </a:lnTo>
                  <a:lnTo>
                    <a:pt x="4748" y="7561"/>
                  </a:lnTo>
                  <a:cubicBezTo>
                    <a:pt x="4834" y="7609"/>
                    <a:pt x="4873" y="7652"/>
                    <a:pt x="4959" y="7652"/>
                  </a:cubicBezTo>
                  <a:cubicBezTo>
                    <a:pt x="5170" y="7652"/>
                    <a:pt x="5247" y="7373"/>
                    <a:pt x="5065" y="7268"/>
                  </a:cubicBezTo>
                  <a:lnTo>
                    <a:pt x="4753" y="7085"/>
                  </a:lnTo>
                  <a:lnTo>
                    <a:pt x="4753" y="6524"/>
                  </a:lnTo>
                  <a:cubicBezTo>
                    <a:pt x="6159" y="7335"/>
                    <a:pt x="6125" y="7340"/>
                    <a:pt x="6303" y="7340"/>
                  </a:cubicBezTo>
                  <a:cubicBezTo>
                    <a:pt x="6490" y="7340"/>
                    <a:pt x="6663" y="7239"/>
                    <a:pt x="6759" y="7076"/>
                  </a:cubicBezTo>
                  <a:lnTo>
                    <a:pt x="6759" y="7071"/>
                  </a:lnTo>
                  <a:lnTo>
                    <a:pt x="7090" y="6495"/>
                  </a:lnTo>
                  <a:cubicBezTo>
                    <a:pt x="7170" y="6354"/>
                    <a:pt x="7062" y="6184"/>
                    <a:pt x="6910" y="6184"/>
                  </a:cubicBezTo>
                  <a:cubicBezTo>
                    <a:pt x="6897" y="6184"/>
                    <a:pt x="6883" y="6185"/>
                    <a:pt x="6870" y="6188"/>
                  </a:cubicBezTo>
                  <a:cubicBezTo>
                    <a:pt x="6812" y="6197"/>
                    <a:pt x="6759" y="6236"/>
                    <a:pt x="6730" y="6289"/>
                  </a:cubicBezTo>
                  <a:lnTo>
                    <a:pt x="6394" y="6869"/>
                  </a:lnTo>
                  <a:cubicBezTo>
                    <a:pt x="6375" y="6906"/>
                    <a:pt x="6337" y="6926"/>
                    <a:pt x="6298" y="6926"/>
                  </a:cubicBezTo>
                  <a:cubicBezTo>
                    <a:pt x="6280" y="6926"/>
                    <a:pt x="6262" y="6922"/>
                    <a:pt x="6245" y="6913"/>
                  </a:cubicBezTo>
                  <a:lnTo>
                    <a:pt x="4743" y="6044"/>
                  </a:lnTo>
                  <a:lnTo>
                    <a:pt x="4743" y="5362"/>
                  </a:lnTo>
                  <a:cubicBezTo>
                    <a:pt x="4892" y="5132"/>
                    <a:pt x="4897" y="5031"/>
                    <a:pt x="4997" y="5031"/>
                  </a:cubicBezTo>
                  <a:cubicBezTo>
                    <a:pt x="5000" y="5031"/>
                    <a:pt x="5003" y="5031"/>
                    <a:pt x="5005" y="5031"/>
                  </a:cubicBezTo>
                  <a:cubicBezTo>
                    <a:pt x="5051" y="5031"/>
                    <a:pt x="5053" y="5053"/>
                    <a:pt x="6581" y="5924"/>
                  </a:cubicBezTo>
                  <a:cubicBezTo>
                    <a:pt x="6619" y="5946"/>
                    <a:pt x="6656" y="5955"/>
                    <a:pt x="6691" y="5955"/>
                  </a:cubicBezTo>
                  <a:cubicBezTo>
                    <a:pt x="6875" y="5955"/>
                    <a:pt x="6990" y="5681"/>
                    <a:pt x="6788" y="5564"/>
                  </a:cubicBezTo>
                  <a:lnTo>
                    <a:pt x="5261" y="4685"/>
                  </a:lnTo>
                  <a:cubicBezTo>
                    <a:pt x="5179" y="4637"/>
                    <a:pt x="5087" y="4613"/>
                    <a:pt x="4997" y="4613"/>
                  </a:cubicBezTo>
                  <a:cubicBezTo>
                    <a:pt x="4909" y="4613"/>
                    <a:pt x="4821" y="4636"/>
                    <a:pt x="4743" y="4681"/>
                  </a:cubicBezTo>
                  <a:lnTo>
                    <a:pt x="4743" y="3620"/>
                  </a:lnTo>
                  <a:lnTo>
                    <a:pt x="6073" y="1311"/>
                  </a:lnTo>
                  <a:cubicBezTo>
                    <a:pt x="6179" y="1130"/>
                    <a:pt x="6370" y="1030"/>
                    <a:pt x="6566" y="1030"/>
                  </a:cubicBezTo>
                  <a:cubicBezTo>
                    <a:pt x="6663" y="1030"/>
                    <a:pt x="6760" y="1054"/>
                    <a:pt x="6850" y="1104"/>
                  </a:cubicBezTo>
                  <a:lnTo>
                    <a:pt x="8103" y="1829"/>
                  </a:lnTo>
                  <a:cubicBezTo>
                    <a:pt x="8141" y="1851"/>
                    <a:pt x="8178" y="1861"/>
                    <a:pt x="8213" y="1861"/>
                  </a:cubicBezTo>
                  <a:cubicBezTo>
                    <a:pt x="8398" y="1861"/>
                    <a:pt x="8517" y="1586"/>
                    <a:pt x="8314" y="1469"/>
                  </a:cubicBezTo>
                  <a:lnTo>
                    <a:pt x="7057" y="744"/>
                  </a:lnTo>
                  <a:cubicBezTo>
                    <a:pt x="6903" y="656"/>
                    <a:pt x="6735" y="615"/>
                    <a:pt x="6570" y="615"/>
                  </a:cubicBezTo>
                  <a:cubicBezTo>
                    <a:pt x="6229" y="615"/>
                    <a:pt x="5898" y="791"/>
                    <a:pt x="5717" y="1104"/>
                  </a:cubicBezTo>
                  <a:lnTo>
                    <a:pt x="4743" y="2789"/>
                  </a:lnTo>
                  <a:lnTo>
                    <a:pt x="4743" y="984"/>
                  </a:lnTo>
                  <a:cubicBezTo>
                    <a:pt x="4743" y="442"/>
                    <a:pt x="4301" y="5"/>
                    <a:pt x="3764" y="5"/>
                  </a:cubicBezTo>
                  <a:lnTo>
                    <a:pt x="3250" y="5"/>
                  </a:lnTo>
                  <a:cubicBezTo>
                    <a:pt x="2976" y="5"/>
                    <a:pt x="2976" y="418"/>
                    <a:pt x="3250" y="418"/>
                  </a:cubicBezTo>
                  <a:lnTo>
                    <a:pt x="3764" y="418"/>
                  </a:lnTo>
                  <a:cubicBezTo>
                    <a:pt x="4076" y="418"/>
                    <a:pt x="4325" y="672"/>
                    <a:pt x="4330" y="984"/>
                  </a:cubicBezTo>
                  <a:lnTo>
                    <a:pt x="4330" y="5252"/>
                  </a:lnTo>
                  <a:cubicBezTo>
                    <a:pt x="4330" y="11175"/>
                    <a:pt x="4364" y="11919"/>
                    <a:pt x="4287" y="12255"/>
                  </a:cubicBezTo>
                  <a:cubicBezTo>
                    <a:pt x="4234" y="12476"/>
                    <a:pt x="4138" y="12683"/>
                    <a:pt x="3999" y="12865"/>
                  </a:cubicBezTo>
                  <a:cubicBezTo>
                    <a:pt x="3965" y="12913"/>
                    <a:pt x="3917" y="12966"/>
                    <a:pt x="3879" y="13009"/>
                  </a:cubicBezTo>
                  <a:cubicBezTo>
                    <a:pt x="3567" y="13345"/>
                    <a:pt x="3130" y="13532"/>
                    <a:pt x="2669" y="13532"/>
                  </a:cubicBezTo>
                  <a:lnTo>
                    <a:pt x="2069" y="13532"/>
                  </a:lnTo>
                  <a:cubicBezTo>
                    <a:pt x="1157" y="13532"/>
                    <a:pt x="413" y="12793"/>
                    <a:pt x="413" y="11876"/>
                  </a:cubicBezTo>
                  <a:lnTo>
                    <a:pt x="413" y="980"/>
                  </a:lnTo>
                  <a:cubicBezTo>
                    <a:pt x="413" y="668"/>
                    <a:pt x="668" y="413"/>
                    <a:pt x="980" y="413"/>
                  </a:cubicBezTo>
                  <a:lnTo>
                    <a:pt x="2429" y="413"/>
                  </a:lnTo>
                  <a:cubicBezTo>
                    <a:pt x="2703" y="413"/>
                    <a:pt x="2703" y="0"/>
                    <a:pt x="2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89"/>
            <p:cNvSpPr/>
            <p:nvPr/>
          </p:nvSpPr>
          <p:spPr>
            <a:xfrm>
              <a:off x="1589163" y="4073214"/>
              <a:ext cx="48579" cy="78896"/>
            </a:xfrm>
            <a:custGeom>
              <a:rect b="b" l="l" r="r" t="t"/>
              <a:pathLst>
                <a:path extrusionOk="0" h="3011" w="1854">
                  <a:moveTo>
                    <a:pt x="524" y="0"/>
                  </a:moveTo>
                  <a:cubicBezTo>
                    <a:pt x="236" y="0"/>
                    <a:pt x="1" y="236"/>
                    <a:pt x="1" y="524"/>
                  </a:cubicBezTo>
                  <a:lnTo>
                    <a:pt x="1" y="2487"/>
                  </a:lnTo>
                  <a:cubicBezTo>
                    <a:pt x="1" y="2775"/>
                    <a:pt x="236" y="3010"/>
                    <a:pt x="524" y="3010"/>
                  </a:cubicBezTo>
                  <a:lnTo>
                    <a:pt x="1201" y="3010"/>
                  </a:lnTo>
                  <a:cubicBezTo>
                    <a:pt x="1474" y="3010"/>
                    <a:pt x="1474" y="2597"/>
                    <a:pt x="1201" y="2597"/>
                  </a:cubicBezTo>
                  <a:lnTo>
                    <a:pt x="524" y="2597"/>
                  </a:lnTo>
                  <a:cubicBezTo>
                    <a:pt x="466" y="2597"/>
                    <a:pt x="413" y="2549"/>
                    <a:pt x="418" y="2487"/>
                  </a:cubicBezTo>
                  <a:lnTo>
                    <a:pt x="418" y="524"/>
                  </a:lnTo>
                  <a:cubicBezTo>
                    <a:pt x="418" y="466"/>
                    <a:pt x="466" y="418"/>
                    <a:pt x="524" y="418"/>
                  </a:cubicBezTo>
                  <a:lnTo>
                    <a:pt x="1330" y="418"/>
                  </a:lnTo>
                  <a:cubicBezTo>
                    <a:pt x="1388" y="418"/>
                    <a:pt x="1436" y="466"/>
                    <a:pt x="1436" y="524"/>
                  </a:cubicBezTo>
                  <a:lnTo>
                    <a:pt x="1436" y="2285"/>
                  </a:lnTo>
                  <a:cubicBezTo>
                    <a:pt x="1436" y="2400"/>
                    <a:pt x="1532" y="2492"/>
                    <a:pt x="1647" y="2492"/>
                  </a:cubicBezTo>
                  <a:cubicBezTo>
                    <a:pt x="1757" y="2492"/>
                    <a:pt x="1853" y="2400"/>
                    <a:pt x="1853" y="2285"/>
                  </a:cubicBezTo>
                  <a:lnTo>
                    <a:pt x="1853" y="524"/>
                  </a:lnTo>
                  <a:cubicBezTo>
                    <a:pt x="1853" y="236"/>
                    <a:pt x="1618" y="0"/>
                    <a:pt x="13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89"/>
            <p:cNvSpPr/>
            <p:nvPr/>
          </p:nvSpPr>
          <p:spPr>
            <a:xfrm>
              <a:off x="1565529" y="4074656"/>
              <a:ext cx="10953" cy="47060"/>
            </a:xfrm>
            <a:custGeom>
              <a:rect b="b" l="l" r="r" t="t"/>
              <a:pathLst>
                <a:path extrusionOk="0" h="1796" w="418">
                  <a:moveTo>
                    <a:pt x="207" y="1"/>
                  </a:moveTo>
                  <a:cubicBezTo>
                    <a:pt x="103" y="1"/>
                    <a:pt x="0" y="70"/>
                    <a:pt x="0" y="209"/>
                  </a:cubicBezTo>
                  <a:lnTo>
                    <a:pt x="0" y="1587"/>
                  </a:lnTo>
                  <a:cubicBezTo>
                    <a:pt x="0" y="1726"/>
                    <a:pt x="104" y="1796"/>
                    <a:pt x="209" y="1796"/>
                  </a:cubicBezTo>
                  <a:cubicBezTo>
                    <a:pt x="313" y="1796"/>
                    <a:pt x="418" y="1726"/>
                    <a:pt x="418" y="1587"/>
                  </a:cubicBezTo>
                  <a:lnTo>
                    <a:pt x="418" y="209"/>
                  </a:lnTo>
                  <a:cubicBezTo>
                    <a:pt x="415" y="70"/>
                    <a:pt x="311"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89"/>
            <p:cNvSpPr/>
            <p:nvPr/>
          </p:nvSpPr>
          <p:spPr>
            <a:xfrm>
              <a:off x="1565529" y="4132589"/>
              <a:ext cx="10822" cy="18106"/>
            </a:xfrm>
            <a:custGeom>
              <a:rect b="b" l="l" r="r" t="t"/>
              <a:pathLst>
                <a:path extrusionOk="0" h="691" w="413">
                  <a:moveTo>
                    <a:pt x="206" y="0"/>
                  </a:moveTo>
                  <a:cubicBezTo>
                    <a:pt x="91" y="0"/>
                    <a:pt x="0" y="91"/>
                    <a:pt x="0" y="206"/>
                  </a:cubicBezTo>
                  <a:lnTo>
                    <a:pt x="0" y="485"/>
                  </a:lnTo>
                  <a:cubicBezTo>
                    <a:pt x="0" y="622"/>
                    <a:pt x="103" y="690"/>
                    <a:pt x="206" y="690"/>
                  </a:cubicBezTo>
                  <a:cubicBezTo>
                    <a:pt x="310" y="690"/>
                    <a:pt x="413" y="622"/>
                    <a:pt x="413" y="485"/>
                  </a:cubicBezTo>
                  <a:lnTo>
                    <a:pt x="413" y="206"/>
                  </a:lnTo>
                  <a:cubicBezTo>
                    <a:pt x="413" y="91"/>
                    <a:pt x="322"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89"/>
            <p:cNvSpPr/>
            <p:nvPr/>
          </p:nvSpPr>
          <p:spPr>
            <a:xfrm>
              <a:off x="1478720" y="4132589"/>
              <a:ext cx="10848" cy="18106"/>
            </a:xfrm>
            <a:custGeom>
              <a:rect b="b" l="l" r="r" t="t"/>
              <a:pathLst>
                <a:path extrusionOk="0" h="691" w="414">
                  <a:moveTo>
                    <a:pt x="207" y="0"/>
                  </a:moveTo>
                  <a:cubicBezTo>
                    <a:pt x="92" y="0"/>
                    <a:pt x="1" y="91"/>
                    <a:pt x="1" y="206"/>
                  </a:cubicBezTo>
                  <a:lnTo>
                    <a:pt x="1" y="485"/>
                  </a:lnTo>
                  <a:cubicBezTo>
                    <a:pt x="1" y="622"/>
                    <a:pt x="104" y="690"/>
                    <a:pt x="207" y="690"/>
                  </a:cubicBezTo>
                  <a:cubicBezTo>
                    <a:pt x="311" y="690"/>
                    <a:pt x="414" y="622"/>
                    <a:pt x="414" y="485"/>
                  </a:cubicBezTo>
                  <a:lnTo>
                    <a:pt x="414" y="206"/>
                  </a:lnTo>
                  <a:cubicBezTo>
                    <a:pt x="414" y="91"/>
                    <a:pt x="323"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89"/>
            <p:cNvSpPr/>
            <p:nvPr/>
          </p:nvSpPr>
          <p:spPr>
            <a:xfrm>
              <a:off x="1338117" y="4101697"/>
              <a:ext cx="52457" cy="44990"/>
            </a:xfrm>
            <a:custGeom>
              <a:rect b="b" l="l" r="r" t="t"/>
              <a:pathLst>
                <a:path extrusionOk="0" h="1717" w="2002">
                  <a:moveTo>
                    <a:pt x="855" y="416"/>
                  </a:moveTo>
                  <a:cubicBezTo>
                    <a:pt x="1248" y="416"/>
                    <a:pt x="1445" y="891"/>
                    <a:pt x="1167" y="1169"/>
                  </a:cubicBezTo>
                  <a:cubicBezTo>
                    <a:pt x="1077" y="1260"/>
                    <a:pt x="966" y="1300"/>
                    <a:pt x="857" y="1300"/>
                  </a:cubicBezTo>
                  <a:cubicBezTo>
                    <a:pt x="630" y="1300"/>
                    <a:pt x="413" y="1124"/>
                    <a:pt x="413" y="857"/>
                  </a:cubicBezTo>
                  <a:cubicBezTo>
                    <a:pt x="413" y="617"/>
                    <a:pt x="610" y="416"/>
                    <a:pt x="855" y="416"/>
                  </a:cubicBezTo>
                  <a:close/>
                  <a:moveTo>
                    <a:pt x="861" y="1"/>
                  </a:moveTo>
                  <a:cubicBezTo>
                    <a:pt x="422" y="1"/>
                    <a:pt x="0" y="341"/>
                    <a:pt x="0" y="857"/>
                  </a:cubicBezTo>
                  <a:cubicBezTo>
                    <a:pt x="0" y="1333"/>
                    <a:pt x="384" y="1717"/>
                    <a:pt x="855" y="1717"/>
                  </a:cubicBezTo>
                  <a:cubicBezTo>
                    <a:pt x="1618" y="1717"/>
                    <a:pt x="2002" y="795"/>
                    <a:pt x="1459" y="253"/>
                  </a:cubicBezTo>
                  <a:cubicBezTo>
                    <a:pt x="1285" y="79"/>
                    <a:pt x="1071" y="1"/>
                    <a:pt x="8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89"/>
            <p:cNvSpPr/>
            <p:nvPr/>
          </p:nvSpPr>
          <p:spPr>
            <a:xfrm>
              <a:off x="1321138" y="3835479"/>
              <a:ext cx="78870" cy="48579"/>
            </a:xfrm>
            <a:custGeom>
              <a:rect b="b" l="l" r="r" t="t"/>
              <a:pathLst>
                <a:path extrusionOk="0" h="1854" w="3010">
                  <a:moveTo>
                    <a:pt x="523" y="1"/>
                  </a:moveTo>
                  <a:cubicBezTo>
                    <a:pt x="235" y="1"/>
                    <a:pt x="0" y="236"/>
                    <a:pt x="0" y="524"/>
                  </a:cubicBezTo>
                  <a:lnTo>
                    <a:pt x="0" y="1331"/>
                  </a:lnTo>
                  <a:cubicBezTo>
                    <a:pt x="0" y="1619"/>
                    <a:pt x="235" y="1849"/>
                    <a:pt x="523" y="1854"/>
                  </a:cubicBezTo>
                  <a:lnTo>
                    <a:pt x="2487" y="1854"/>
                  </a:lnTo>
                  <a:cubicBezTo>
                    <a:pt x="2775" y="1849"/>
                    <a:pt x="3010" y="1619"/>
                    <a:pt x="3010" y="1331"/>
                  </a:cubicBezTo>
                  <a:lnTo>
                    <a:pt x="3010" y="654"/>
                  </a:lnTo>
                  <a:cubicBezTo>
                    <a:pt x="3010" y="517"/>
                    <a:pt x="2907" y="449"/>
                    <a:pt x="2804" y="449"/>
                  </a:cubicBezTo>
                  <a:cubicBezTo>
                    <a:pt x="2700" y="449"/>
                    <a:pt x="2597" y="517"/>
                    <a:pt x="2597" y="654"/>
                  </a:cubicBezTo>
                  <a:lnTo>
                    <a:pt x="2597" y="1331"/>
                  </a:lnTo>
                  <a:cubicBezTo>
                    <a:pt x="2597" y="1388"/>
                    <a:pt x="2549" y="1436"/>
                    <a:pt x="2487" y="1436"/>
                  </a:cubicBezTo>
                  <a:lnTo>
                    <a:pt x="523" y="1436"/>
                  </a:lnTo>
                  <a:cubicBezTo>
                    <a:pt x="461" y="1436"/>
                    <a:pt x="413" y="1388"/>
                    <a:pt x="413" y="1331"/>
                  </a:cubicBezTo>
                  <a:lnTo>
                    <a:pt x="413" y="524"/>
                  </a:lnTo>
                  <a:cubicBezTo>
                    <a:pt x="413" y="462"/>
                    <a:pt x="461" y="414"/>
                    <a:pt x="523" y="414"/>
                  </a:cubicBezTo>
                  <a:lnTo>
                    <a:pt x="2285" y="414"/>
                  </a:lnTo>
                  <a:cubicBezTo>
                    <a:pt x="2564" y="414"/>
                    <a:pt x="2564" y="1"/>
                    <a:pt x="22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89"/>
            <p:cNvSpPr/>
            <p:nvPr/>
          </p:nvSpPr>
          <p:spPr>
            <a:xfrm>
              <a:off x="1378731" y="3896741"/>
              <a:ext cx="21669" cy="10979"/>
            </a:xfrm>
            <a:custGeom>
              <a:rect b="b" l="l" r="r" t="t"/>
              <a:pathLst>
                <a:path extrusionOk="0" h="419" w="827">
                  <a:moveTo>
                    <a:pt x="274" y="1"/>
                  </a:moveTo>
                  <a:cubicBezTo>
                    <a:pt x="1" y="1"/>
                    <a:pt x="1" y="418"/>
                    <a:pt x="274" y="418"/>
                  </a:cubicBezTo>
                  <a:lnTo>
                    <a:pt x="553" y="418"/>
                  </a:lnTo>
                  <a:cubicBezTo>
                    <a:pt x="826" y="418"/>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89"/>
            <p:cNvSpPr/>
            <p:nvPr/>
          </p:nvSpPr>
          <p:spPr>
            <a:xfrm>
              <a:off x="1320745" y="3896741"/>
              <a:ext cx="50728" cy="10979"/>
            </a:xfrm>
            <a:custGeom>
              <a:rect b="b" l="l" r="r" t="t"/>
              <a:pathLst>
                <a:path extrusionOk="0" h="419" w="1936">
                  <a:moveTo>
                    <a:pt x="279" y="1"/>
                  </a:moveTo>
                  <a:cubicBezTo>
                    <a:pt x="1" y="1"/>
                    <a:pt x="1" y="418"/>
                    <a:pt x="279" y="418"/>
                  </a:cubicBezTo>
                  <a:lnTo>
                    <a:pt x="1657" y="418"/>
                  </a:lnTo>
                  <a:cubicBezTo>
                    <a:pt x="1935" y="418"/>
                    <a:pt x="1935" y="1"/>
                    <a:pt x="16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89"/>
            <p:cNvSpPr/>
            <p:nvPr/>
          </p:nvSpPr>
          <p:spPr>
            <a:xfrm>
              <a:off x="1321138" y="3922288"/>
              <a:ext cx="78870" cy="48553"/>
            </a:xfrm>
            <a:custGeom>
              <a:rect b="b" l="l" r="r" t="t"/>
              <a:pathLst>
                <a:path extrusionOk="0" h="1853" w="3010">
                  <a:moveTo>
                    <a:pt x="523" y="0"/>
                  </a:moveTo>
                  <a:cubicBezTo>
                    <a:pt x="235" y="0"/>
                    <a:pt x="0" y="235"/>
                    <a:pt x="0" y="523"/>
                  </a:cubicBezTo>
                  <a:lnTo>
                    <a:pt x="0" y="1330"/>
                  </a:lnTo>
                  <a:cubicBezTo>
                    <a:pt x="0" y="1618"/>
                    <a:pt x="235" y="1853"/>
                    <a:pt x="523" y="1853"/>
                  </a:cubicBezTo>
                  <a:lnTo>
                    <a:pt x="2487" y="1853"/>
                  </a:lnTo>
                  <a:cubicBezTo>
                    <a:pt x="2775" y="1853"/>
                    <a:pt x="3010" y="1618"/>
                    <a:pt x="3010" y="1330"/>
                  </a:cubicBezTo>
                  <a:lnTo>
                    <a:pt x="3010" y="658"/>
                  </a:lnTo>
                  <a:cubicBezTo>
                    <a:pt x="3010" y="543"/>
                    <a:pt x="2919" y="447"/>
                    <a:pt x="2804" y="447"/>
                  </a:cubicBezTo>
                  <a:cubicBezTo>
                    <a:pt x="2780" y="447"/>
                    <a:pt x="2760" y="451"/>
                    <a:pt x="2736" y="461"/>
                  </a:cubicBezTo>
                  <a:cubicBezTo>
                    <a:pt x="2655" y="485"/>
                    <a:pt x="2597" y="567"/>
                    <a:pt x="2597" y="653"/>
                  </a:cubicBezTo>
                  <a:lnTo>
                    <a:pt x="2597" y="1330"/>
                  </a:lnTo>
                  <a:cubicBezTo>
                    <a:pt x="2597" y="1387"/>
                    <a:pt x="2549" y="1435"/>
                    <a:pt x="2487" y="1435"/>
                  </a:cubicBezTo>
                  <a:lnTo>
                    <a:pt x="523" y="1435"/>
                  </a:lnTo>
                  <a:cubicBezTo>
                    <a:pt x="466" y="1435"/>
                    <a:pt x="413" y="1387"/>
                    <a:pt x="413" y="1330"/>
                  </a:cubicBezTo>
                  <a:lnTo>
                    <a:pt x="413" y="523"/>
                  </a:lnTo>
                  <a:cubicBezTo>
                    <a:pt x="413" y="466"/>
                    <a:pt x="466" y="418"/>
                    <a:pt x="523" y="418"/>
                  </a:cubicBezTo>
                  <a:lnTo>
                    <a:pt x="2285" y="418"/>
                  </a:lnTo>
                  <a:cubicBezTo>
                    <a:pt x="2564" y="418"/>
                    <a:pt x="2564" y="0"/>
                    <a:pt x="22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89"/>
            <p:cNvSpPr/>
            <p:nvPr/>
          </p:nvSpPr>
          <p:spPr>
            <a:xfrm>
              <a:off x="1378731" y="3983654"/>
              <a:ext cx="21669" cy="10848"/>
            </a:xfrm>
            <a:custGeom>
              <a:rect b="b" l="l" r="r" t="t"/>
              <a:pathLst>
                <a:path extrusionOk="0" h="414" w="827">
                  <a:moveTo>
                    <a:pt x="274" y="1"/>
                  </a:moveTo>
                  <a:cubicBezTo>
                    <a:pt x="1" y="1"/>
                    <a:pt x="1" y="413"/>
                    <a:pt x="274" y="413"/>
                  </a:cubicBezTo>
                  <a:lnTo>
                    <a:pt x="553" y="413"/>
                  </a:lnTo>
                  <a:cubicBezTo>
                    <a:pt x="826" y="413"/>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89"/>
            <p:cNvSpPr/>
            <p:nvPr/>
          </p:nvSpPr>
          <p:spPr>
            <a:xfrm>
              <a:off x="1320745" y="3983654"/>
              <a:ext cx="50807" cy="10848"/>
            </a:xfrm>
            <a:custGeom>
              <a:rect b="b" l="l" r="r" t="t"/>
              <a:pathLst>
                <a:path extrusionOk="0" h="414" w="1939">
                  <a:moveTo>
                    <a:pt x="279" y="1"/>
                  </a:moveTo>
                  <a:cubicBezTo>
                    <a:pt x="1" y="1"/>
                    <a:pt x="1" y="413"/>
                    <a:pt x="279" y="413"/>
                  </a:cubicBezTo>
                  <a:lnTo>
                    <a:pt x="1657" y="413"/>
                  </a:lnTo>
                  <a:cubicBezTo>
                    <a:pt x="1658" y="413"/>
                    <a:pt x="1660" y="413"/>
                    <a:pt x="1662" y="413"/>
                  </a:cubicBezTo>
                  <a:cubicBezTo>
                    <a:pt x="1935" y="413"/>
                    <a:pt x="1938" y="5"/>
                    <a:pt x="16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89"/>
            <p:cNvSpPr/>
            <p:nvPr/>
          </p:nvSpPr>
          <p:spPr>
            <a:xfrm>
              <a:off x="1321138" y="4008442"/>
              <a:ext cx="79498" cy="48448"/>
            </a:xfrm>
            <a:custGeom>
              <a:rect b="b" l="l" r="r" t="t"/>
              <a:pathLst>
                <a:path extrusionOk="0" h="1849" w="3034">
                  <a:moveTo>
                    <a:pt x="523" y="0"/>
                  </a:moveTo>
                  <a:cubicBezTo>
                    <a:pt x="235" y="0"/>
                    <a:pt x="0" y="235"/>
                    <a:pt x="0" y="523"/>
                  </a:cubicBezTo>
                  <a:lnTo>
                    <a:pt x="0" y="1330"/>
                  </a:lnTo>
                  <a:cubicBezTo>
                    <a:pt x="0" y="1618"/>
                    <a:pt x="235" y="1848"/>
                    <a:pt x="523" y="1848"/>
                  </a:cubicBezTo>
                  <a:lnTo>
                    <a:pt x="2487" y="1848"/>
                  </a:lnTo>
                  <a:cubicBezTo>
                    <a:pt x="2492" y="1849"/>
                    <a:pt x="2497" y="1849"/>
                    <a:pt x="2502" y="1849"/>
                  </a:cubicBezTo>
                  <a:cubicBezTo>
                    <a:pt x="2650" y="1849"/>
                    <a:pt x="2788" y="1782"/>
                    <a:pt x="2885" y="1671"/>
                  </a:cubicBezTo>
                  <a:cubicBezTo>
                    <a:pt x="2967" y="1575"/>
                    <a:pt x="3010" y="1455"/>
                    <a:pt x="3010" y="1330"/>
                  </a:cubicBezTo>
                  <a:cubicBezTo>
                    <a:pt x="3000" y="658"/>
                    <a:pt x="3034" y="629"/>
                    <a:pt x="2981" y="543"/>
                  </a:cubicBezTo>
                  <a:cubicBezTo>
                    <a:pt x="2937" y="477"/>
                    <a:pt x="2872" y="448"/>
                    <a:pt x="2807" y="448"/>
                  </a:cubicBezTo>
                  <a:cubicBezTo>
                    <a:pt x="2701" y="448"/>
                    <a:pt x="2597" y="527"/>
                    <a:pt x="2597" y="658"/>
                  </a:cubicBezTo>
                  <a:lnTo>
                    <a:pt x="2597" y="1330"/>
                  </a:lnTo>
                  <a:cubicBezTo>
                    <a:pt x="2597" y="1388"/>
                    <a:pt x="2549" y="1436"/>
                    <a:pt x="2492" y="1436"/>
                  </a:cubicBezTo>
                  <a:lnTo>
                    <a:pt x="523" y="1436"/>
                  </a:lnTo>
                  <a:cubicBezTo>
                    <a:pt x="461" y="1436"/>
                    <a:pt x="413" y="1388"/>
                    <a:pt x="413" y="1330"/>
                  </a:cubicBezTo>
                  <a:lnTo>
                    <a:pt x="413" y="523"/>
                  </a:lnTo>
                  <a:cubicBezTo>
                    <a:pt x="413" y="466"/>
                    <a:pt x="461" y="413"/>
                    <a:pt x="523" y="413"/>
                  </a:cubicBezTo>
                  <a:lnTo>
                    <a:pt x="2285" y="413"/>
                  </a:lnTo>
                  <a:cubicBezTo>
                    <a:pt x="2372" y="413"/>
                    <a:pt x="2448" y="360"/>
                    <a:pt x="2477" y="279"/>
                  </a:cubicBezTo>
                  <a:cubicBezTo>
                    <a:pt x="2525" y="144"/>
                    <a:pt x="2429" y="0"/>
                    <a:pt x="22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89"/>
            <p:cNvSpPr/>
            <p:nvPr/>
          </p:nvSpPr>
          <p:spPr>
            <a:xfrm>
              <a:off x="1320614" y="4069677"/>
              <a:ext cx="49103" cy="10848"/>
            </a:xfrm>
            <a:custGeom>
              <a:rect b="b" l="l" r="r" t="t"/>
              <a:pathLst>
                <a:path extrusionOk="0" h="414" w="1874">
                  <a:moveTo>
                    <a:pt x="255" y="1"/>
                  </a:moveTo>
                  <a:cubicBezTo>
                    <a:pt x="1" y="39"/>
                    <a:pt x="30" y="414"/>
                    <a:pt x="284" y="414"/>
                  </a:cubicBezTo>
                  <a:lnTo>
                    <a:pt x="1667" y="414"/>
                  </a:lnTo>
                  <a:cubicBezTo>
                    <a:pt x="1777" y="414"/>
                    <a:pt x="1873" y="323"/>
                    <a:pt x="1873" y="207"/>
                  </a:cubicBezTo>
                  <a:cubicBezTo>
                    <a:pt x="1873" y="92"/>
                    <a:pt x="1782" y="1"/>
                    <a:pt x="16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89"/>
            <p:cNvSpPr/>
            <p:nvPr/>
          </p:nvSpPr>
          <p:spPr>
            <a:xfrm>
              <a:off x="1378731" y="4069677"/>
              <a:ext cx="21669" cy="10979"/>
            </a:xfrm>
            <a:custGeom>
              <a:rect b="b" l="l" r="r" t="t"/>
              <a:pathLst>
                <a:path extrusionOk="0" h="419" w="827">
                  <a:moveTo>
                    <a:pt x="274" y="1"/>
                  </a:moveTo>
                  <a:cubicBezTo>
                    <a:pt x="1" y="1"/>
                    <a:pt x="1" y="419"/>
                    <a:pt x="274" y="419"/>
                  </a:cubicBezTo>
                  <a:lnTo>
                    <a:pt x="553" y="419"/>
                  </a:lnTo>
                  <a:cubicBezTo>
                    <a:pt x="826" y="419"/>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89"/>
            <p:cNvSpPr/>
            <p:nvPr/>
          </p:nvSpPr>
          <p:spPr>
            <a:xfrm>
              <a:off x="1546768" y="3942045"/>
              <a:ext cx="69437" cy="82512"/>
            </a:xfrm>
            <a:custGeom>
              <a:rect b="b" l="l" r="r" t="t"/>
              <a:pathLst>
                <a:path extrusionOk="0" h="3149" w="2650">
                  <a:moveTo>
                    <a:pt x="1219" y="1"/>
                  </a:moveTo>
                  <a:cubicBezTo>
                    <a:pt x="1130" y="1"/>
                    <a:pt x="1039" y="24"/>
                    <a:pt x="956" y="72"/>
                  </a:cubicBezTo>
                  <a:lnTo>
                    <a:pt x="260" y="470"/>
                  </a:lnTo>
                  <a:cubicBezTo>
                    <a:pt x="97" y="566"/>
                    <a:pt x="1" y="739"/>
                    <a:pt x="1" y="926"/>
                  </a:cubicBezTo>
                  <a:cubicBezTo>
                    <a:pt x="1" y="1171"/>
                    <a:pt x="73" y="1147"/>
                    <a:pt x="1052" y="2889"/>
                  </a:cubicBezTo>
                  <a:cubicBezTo>
                    <a:pt x="1143" y="3048"/>
                    <a:pt x="1316" y="3149"/>
                    <a:pt x="1503" y="3149"/>
                  </a:cubicBezTo>
                  <a:cubicBezTo>
                    <a:pt x="1734" y="3149"/>
                    <a:pt x="1825" y="3029"/>
                    <a:pt x="2348" y="2741"/>
                  </a:cubicBezTo>
                  <a:cubicBezTo>
                    <a:pt x="2551" y="2627"/>
                    <a:pt x="2434" y="2351"/>
                    <a:pt x="2248" y="2351"/>
                  </a:cubicBezTo>
                  <a:cubicBezTo>
                    <a:pt x="2214" y="2351"/>
                    <a:pt x="2178" y="2360"/>
                    <a:pt x="2142" y="2381"/>
                  </a:cubicBezTo>
                  <a:cubicBezTo>
                    <a:pt x="1527" y="2731"/>
                    <a:pt x="1556" y="2731"/>
                    <a:pt x="1503" y="2731"/>
                  </a:cubicBezTo>
                  <a:cubicBezTo>
                    <a:pt x="1383" y="2731"/>
                    <a:pt x="1451" y="2707"/>
                    <a:pt x="428" y="979"/>
                  </a:cubicBezTo>
                  <a:cubicBezTo>
                    <a:pt x="399" y="926"/>
                    <a:pt x="418" y="864"/>
                    <a:pt x="466" y="835"/>
                  </a:cubicBezTo>
                  <a:lnTo>
                    <a:pt x="1167" y="432"/>
                  </a:lnTo>
                  <a:cubicBezTo>
                    <a:pt x="1184" y="420"/>
                    <a:pt x="1202" y="415"/>
                    <a:pt x="1221" y="415"/>
                  </a:cubicBezTo>
                  <a:cubicBezTo>
                    <a:pt x="1257" y="415"/>
                    <a:pt x="1294" y="435"/>
                    <a:pt x="1316" y="470"/>
                  </a:cubicBezTo>
                  <a:lnTo>
                    <a:pt x="2195" y="1997"/>
                  </a:lnTo>
                  <a:cubicBezTo>
                    <a:pt x="2238" y="2072"/>
                    <a:pt x="2304" y="2103"/>
                    <a:pt x="2369" y="2103"/>
                  </a:cubicBezTo>
                  <a:cubicBezTo>
                    <a:pt x="2511" y="2103"/>
                    <a:pt x="2650" y="1955"/>
                    <a:pt x="2555" y="1790"/>
                  </a:cubicBezTo>
                  <a:lnTo>
                    <a:pt x="1671" y="264"/>
                  </a:lnTo>
                  <a:cubicBezTo>
                    <a:pt x="1575" y="94"/>
                    <a:pt x="1400" y="1"/>
                    <a:pt x="1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89"/>
            <p:cNvSpPr/>
            <p:nvPr/>
          </p:nvSpPr>
          <p:spPr>
            <a:xfrm>
              <a:off x="1552192" y="4021019"/>
              <a:ext cx="16979" cy="17294"/>
            </a:xfrm>
            <a:custGeom>
              <a:rect b="b" l="l" r="r" t="t"/>
              <a:pathLst>
                <a:path extrusionOk="0" h="660" w="648">
                  <a:moveTo>
                    <a:pt x="235" y="1"/>
                  </a:moveTo>
                  <a:cubicBezTo>
                    <a:pt x="200" y="1"/>
                    <a:pt x="163" y="10"/>
                    <a:pt x="130" y="29"/>
                  </a:cubicBezTo>
                  <a:cubicBezTo>
                    <a:pt x="34" y="87"/>
                    <a:pt x="0" y="216"/>
                    <a:pt x="58" y="312"/>
                  </a:cubicBezTo>
                  <a:lnTo>
                    <a:pt x="192" y="552"/>
                  </a:lnTo>
                  <a:cubicBezTo>
                    <a:pt x="236" y="628"/>
                    <a:pt x="302" y="659"/>
                    <a:pt x="367" y="659"/>
                  </a:cubicBezTo>
                  <a:cubicBezTo>
                    <a:pt x="509" y="659"/>
                    <a:pt x="648" y="510"/>
                    <a:pt x="552" y="346"/>
                  </a:cubicBezTo>
                  <a:lnTo>
                    <a:pt x="418" y="106"/>
                  </a:lnTo>
                  <a:cubicBezTo>
                    <a:pt x="379" y="38"/>
                    <a:pt x="308" y="1"/>
                    <a:pt x="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89"/>
            <p:cNvSpPr/>
            <p:nvPr/>
          </p:nvSpPr>
          <p:spPr>
            <a:xfrm>
              <a:off x="1523133" y="3970972"/>
              <a:ext cx="31574" cy="42291"/>
            </a:xfrm>
            <a:custGeom>
              <a:rect b="b" l="l" r="r" t="t"/>
              <a:pathLst>
                <a:path extrusionOk="0" h="1614" w="1205">
                  <a:moveTo>
                    <a:pt x="239" y="1"/>
                  </a:moveTo>
                  <a:cubicBezTo>
                    <a:pt x="204" y="1"/>
                    <a:pt x="168" y="10"/>
                    <a:pt x="135" y="29"/>
                  </a:cubicBezTo>
                  <a:cubicBezTo>
                    <a:pt x="39" y="86"/>
                    <a:pt x="0" y="211"/>
                    <a:pt x="58" y="312"/>
                  </a:cubicBezTo>
                  <a:lnTo>
                    <a:pt x="749" y="1507"/>
                  </a:lnTo>
                  <a:cubicBezTo>
                    <a:pt x="793" y="1583"/>
                    <a:pt x="859" y="1614"/>
                    <a:pt x="924" y="1614"/>
                  </a:cubicBezTo>
                  <a:cubicBezTo>
                    <a:pt x="1066" y="1614"/>
                    <a:pt x="1205" y="1465"/>
                    <a:pt x="1109" y="1301"/>
                  </a:cubicBezTo>
                  <a:lnTo>
                    <a:pt x="418" y="105"/>
                  </a:lnTo>
                  <a:cubicBezTo>
                    <a:pt x="379" y="38"/>
                    <a:pt x="311" y="1"/>
                    <a:pt x="2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89"/>
            <p:cNvSpPr/>
            <p:nvPr/>
          </p:nvSpPr>
          <p:spPr>
            <a:xfrm>
              <a:off x="1476964" y="4064489"/>
              <a:ext cx="17005" cy="17241"/>
            </a:xfrm>
            <a:custGeom>
              <a:rect b="b" l="l" r="r" t="t"/>
              <a:pathLst>
                <a:path extrusionOk="0" h="658" w="649">
                  <a:moveTo>
                    <a:pt x="237" y="1"/>
                  </a:moveTo>
                  <a:cubicBezTo>
                    <a:pt x="201" y="1"/>
                    <a:pt x="164" y="10"/>
                    <a:pt x="130" y="31"/>
                  </a:cubicBezTo>
                  <a:cubicBezTo>
                    <a:pt x="34" y="84"/>
                    <a:pt x="1" y="213"/>
                    <a:pt x="58" y="314"/>
                  </a:cubicBezTo>
                  <a:lnTo>
                    <a:pt x="193" y="554"/>
                  </a:lnTo>
                  <a:cubicBezTo>
                    <a:pt x="236" y="627"/>
                    <a:pt x="301" y="658"/>
                    <a:pt x="365" y="658"/>
                  </a:cubicBezTo>
                  <a:cubicBezTo>
                    <a:pt x="508" y="658"/>
                    <a:pt x="649" y="508"/>
                    <a:pt x="553" y="343"/>
                  </a:cubicBezTo>
                  <a:lnTo>
                    <a:pt x="418" y="103"/>
                  </a:lnTo>
                  <a:cubicBezTo>
                    <a:pt x="380" y="39"/>
                    <a:pt x="310" y="1"/>
                    <a:pt x="2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89"/>
            <p:cNvSpPr/>
            <p:nvPr/>
          </p:nvSpPr>
          <p:spPr>
            <a:xfrm>
              <a:off x="1448666" y="3854974"/>
              <a:ext cx="81437" cy="71611"/>
            </a:xfrm>
            <a:custGeom>
              <a:rect b="b" l="l" r="r" t="t"/>
              <a:pathLst>
                <a:path extrusionOk="0" h="2733" w="3108">
                  <a:moveTo>
                    <a:pt x="927" y="1"/>
                  </a:moveTo>
                  <a:cubicBezTo>
                    <a:pt x="740" y="1"/>
                    <a:pt x="567" y="102"/>
                    <a:pt x="471" y="265"/>
                  </a:cubicBezTo>
                  <a:cubicBezTo>
                    <a:pt x="116" y="918"/>
                    <a:pt x="1" y="995"/>
                    <a:pt x="1" y="1225"/>
                  </a:cubicBezTo>
                  <a:cubicBezTo>
                    <a:pt x="1" y="1412"/>
                    <a:pt x="101" y="1585"/>
                    <a:pt x="260" y="1681"/>
                  </a:cubicBezTo>
                  <a:cubicBezTo>
                    <a:pt x="2002" y="2656"/>
                    <a:pt x="1978" y="2732"/>
                    <a:pt x="2223" y="2732"/>
                  </a:cubicBezTo>
                  <a:cubicBezTo>
                    <a:pt x="2410" y="2732"/>
                    <a:pt x="2583" y="2632"/>
                    <a:pt x="2674" y="2468"/>
                  </a:cubicBezTo>
                  <a:lnTo>
                    <a:pt x="3015" y="1887"/>
                  </a:lnTo>
                  <a:cubicBezTo>
                    <a:pt x="3107" y="1723"/>
                    <a:pt x="2967" y="1574"/>
                    <a:pt x="2827" y="1574"/>
                  </a:cubicBezTo>
                  <a:cubicBezTo>
                    <a:pt x="2762" y="1574"/>
                    <a:pt x="2697" y="1606"/>
                    <a:pt x="2655" y="1681"/>
                  </a:cubicBezTo>
                  <a:lnTo>
                    <a:pt x="2314" y="2262"/>
                  </a:lnTo>
                  <a:cubicBezTo>
                    <a:pt x="2295" y="2297"/>
                    <a:pt x="2260" y="2317"/>
                    <a:pt x="2222" y="2317"/>
                  </a:cubicBezTo>
                  <a:cubicBezTo>
                    <a:pt x="2203" y="2317"/>
                    <a:pt x="2183" y="2312"/>
                    <a:pt x="2166" y="2300"/>
                  </a:cubicBezTo>
                  <a:cubicBezTo>
                    <a:pt x="404" y="1263"/>
                    <a:pt x="413" y="1340"/>
                    <a:pt x="413" y="1225"/>
                  </a:cubicBezTo>
                  <a:cubicBezTo>
                    <a:pt x="413" y="1172"/>
                    <a:pt x="413" y="1206"/>
                    <a:pt x="826" y="476"/>
                  </a:cubicBezTo>
                  <a:cubicBezTo>
                    <a:pt x="848" y="441"/>
                    <a:pt x="885" y="421"/>
                    <a:pt x="922" y="421"/>
                  </a:cubicBezTo>
                  <a:cubicBezTo>
                    <a:pt x="940" y="421"/>
                    <a:pt x="959" y="426"/>
                    <a:pt x="975" y="438"/>
                  </a:cubicBezTo>
                  <a:lnTo>
                    <a:pt x="2506" y="1316"/>
                  </a:lnTo>
                  <a:cubicBezTo>
                    <a:pt x="2543" y="1337"/>
                    <a:pt x="2579" y="1346"/>
                    <a:pt x="2613" y="1346"/>
                  </a:cubicBezTo>
                  <a:cubicBezTo>
                    <a:pt x="2799" y="1346"/>
                    <a:pt x="2916" y="1070"/>
                    <a:pt x="2713" y="956"/>
                  </a:cubicBezTo>
                  <a:cubicBezTo>
                    <a:pt x="1167" y="87"/>
                    <a:pt x="1172" y="1"/>
                    <a:pt x="9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89"/>
            <p:cNvSpPr/>
            <p:nvPr/>
          </p:nvSpPr>
          <p:spPr>
            <a:xfrm>
              <a:off x="1482624" y="3934656"/>
              <a:ext cx="22325" cy="14752"/>
            </a:xfrm>
            <a:custGeom>
              <a:rect b="b" l="l" r="r" t="t"/>
              <a:pathLst>
                <a:path extrusionOk="0" h="563" w="852">
                  <a:moveTo>
                    <a:pt x="300" y="1"/>
                  </a:moveTo>
                  <a:cubicBezTo>
                    <a:pt x="115" y="1"/>
                    <a:pt x="0" y="275"/>
                    <a:pt x="202" y="392"/>
                  </a:cubicBezTo>
                  <a:lnTo>
                    <a:pt x="442" y="531"/>
                  </a:lnTo>
                  <a:cubicBezTo>
                    <a:pt x="480" y="553"/>
                    <a:pt x="517" y="563"/>
                    <a:pt x="551" y="563"/>
                  </a:cubicBezTo>
                  <a:cubicBezTo>
                    <a:pt x="736" y="563"/>
                    <a:pt x="851" y="289"/>
                    <a:pt x="649" y="171"/>
                  </a:cubicBezTo>
                  <a:lnTo>
                    <a:pt x="409" y="32"/>
                  </a:lnTo>
                  <a:cubicBezTo>
                    <a:pt x="371" y="10"/>
                    <a:pt x="334"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89"/>
            <p:cNvSpPr/>
            <p:nvPr/>
          </p:nvSpPr>
          <p:spPr>
            <a:xfrm>
              <a:off x="1432420" y="3905728"/>
              <a:ext cx="47374" cy="29216"/>
            </a:xfrm>
            <a:custGeom>
              <a:rect b="b" l="l" r="r" t="t"/>
              <a:pathLst>
                <a:path extrusionOk="0" h="1115" w="1808">
                  <a:moveTo>
                    <a:pt x="300" y="1"/>
                  </a:moveTo>
                  <a:cubicBezTo>
                    <a:pt x="116" y="1"/>
                    <a:pt x="1" y="275"/>
                    <a:pt x="203" y="392"/>
                  </a:cubicBezTo>
                  <a:lnTo>
                    <a:pt x="1398" y="1083"/>
                  </a:lnTo>
                  <a:cubicBezTo>
                    <a:pt x="1436" y="1105"/>
                    <a:pt x="1473" y="1115"/>
                    <a:pt x="1507" y="1115"/>
                  </a:cubicBezTo>
                  <a:cubicBezTo>
                    <a:pt x="1692" y="1115"/>
                    <a:pt x="1808" y="841"/>
                    <a:pt x="1609" y="723"/>
                  </a:cubicBezTo>
                  <a:lnTo>
                    <a:pt x="409" y="32"/>
                  </a:lnTo>
                  <a:cubicBezTo>
                    <a:pt x="372" y="10"/>
                    <a:pt x="335"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89"/>
            <p:cNvSpPr/>
            <p:nvPr/>
          </p:nvSpPr>
          <p:spPr>
            <a:xfrm>
              <a:off x="1439102" y="4009883"/>
              <a:ext cx="21800" cy="14673"/>
            </a:xfrm>
            <a:custGeom>
              <a:rect b="b" l="l" r="r" t="t"/>
              <a:pathLst>
                <a:path extrusionOk="0" h="560" w="832">
                  <a:moveTo>
                    <a:pt x="304" y="0"/>
                  </a:moveTo>
                  <a:cubicBezTo>
                    <a:pt x="118" y="0"/>
                    <a:pt x="0" y="274"/>
                    <a:pt x="202" y="392"/>
                  </a:cubicBezTo>
                  <a:lnTo>
                    <a:pt x="442" y="531"/>
                  </a:lnTo>
                  <a:cubicBezTo>
                    <a:pt x="477" y="551"/>
                    <a:pt x="512" y="559"/>
                    <a:pt x="545" y="559"/>
                  </a:cubicBezTo>
                  <a:cubicBezTo>
                    <a:pt x="711" y="559"/>
                    <a:pt x="831" y="340"/>
                    <a:pt x="711" y="224"/>
                  </a:cubicBezTo>
                  <a:cubicBezTo>
                    <a:pt x="668" y="171"/>
                    <a:pt x="634" y="161"/>
                    <a:pt x="414" y="32"/>
                  </a:cubicBezTo>
                  <a:cubicBezTo>
                    <a:pt x="376" y="10"/>
                    <a:pt x="339" y="0"/>
                    <a:pt x="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2" name="Google Shape;19002;p89"/>
          <p:cNvGrpSpPr/>
          <p:nvPr/>
        </p:nvGrpSpPr>
        <p:grpSpPr>
          <a:xfrm>
            <a:off x="3963503" y="3350943"/>
            <a:ext cx="365394" cy="365472"/>
            <a:chOff x="3963503" y="3350943"/>
            <a:chExt cx="365394" cy="365472"/>
          </a:xfrm>
        </p:grpSpPr>
        <p:sp>
          <p:nvSpPr>
            <p:cNvPr id="19003" name="Google Shape;19003;p89"/>
            <p:cNvSpPr/>
            <p:nvPr/>
          </p:nvSpPr>
          <p:spPr>
            <a:xfrm>
              <a:off x="4062470" y="3404553"/>
              <a:ext cx="167198" cy="216642"/>
            </a:xfrm>
            <a:custGeom>
              <a:rect b="b" l="l" r="r" t="t"/>
              <a:pathLst>
                <a:path extrusionOk="0" h="8268" w="6381">
                  <a:moveTo>
                    <a:pt x="2918"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5219" y="8171"/>
                    <a:pt x="6380" y="6251"/>
                    <a:pt x="5646" y="4571"/>
                  </a:cubicBezTo>
                  <a:lnTo>
                    <a:pt x="3798" y="328"/>
                  </a:lnTo>
                  <a:cubicBezTo>
                    <a:pt x="3740" y="193"/>
                    <a:pt x="3639" y="78"/>
                    <a:pt x="3510" y="11"/>
                  </a:cubicBezTo>
                  <a:cubicBezTo>
                    <a:pt x="3499" y="4"/>
                    <a:pt x="3486" y="1"/>
                    <a:pt x="3474" y="1"/>
                  </a:cubicBezTo>
                  <a:cubicBezTo>
                    <a:pt x="3436" y="1"/>
                    <a:pt x="3399" y="33"/>
                    <a:pt x="3399" y="73"/>
                  </a:cubicBezTo>
                  <a:lnTo>
                    <a:pt x="3399" y="4432"/>
                  </a:lnTo>
                  <a:cubicBezTo>
                    <a:pt x="3399" y="4437"/>
                    <a:pt x="3399" y="4446"/>
                    <a:pt x="3399" y="4451"/>
                  </a:cubicBezTo>
                  <a:cubicBezTo>
                    <a:pt x="3932" y="4557"/>
                    <a:pt x="4292" y="5046"/>
                    <a:pt x="4240" y="5584"/>
                  </a:cubicBezTo>
                  <a:cubicBezTo>
                    <a:pt x="4187" y="6122"/>
                    <a:pt x="3735" y="6530"/>
                    <a:pt x="3193" y="6530"/>
                  </a:cubicBezTo>
                  <a:cubicBezTo>
                    <a:pt x="2655" y="6530"/>
                    <a:pt x="2204" y="6122"/>
                    <a:pt x="2151" y="5584"/>
                  </a:cubicBezTo>
                  <a:cubicBezTo>
                    <a:pt x="2099" y="5046"/>
                    <a:pt x="2459" y="4557"/>
                    <a:pt x="2987" y="4451"/>
                  </a:cubicBezTo>
                  <a:cubicBezTo>
                    <a:pt x="2987" y="4446"/>
                    <a:pt x="2987" y="4437"/>
                    <a:pt x="2987" y="4432"/>
                  </a:cubicBezTo>
                  <a:lnTo>
                    <a:pt x="2987" y="73"/>
                  </a:lnTo>
                  <a:cubicBezTo>
                    <a:pt x="2990" y="30"/>
                    <a:pt x="2956" y="0"/>
                    <a:pt x="291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89"/>
            <p:cNvSpPr/>
            <p:nvPr/>
          </p:nvSpPr>
          <p:spPr>
            <a:xfrm>
              <a:off x="4062470" y="3404553"/>
              <a:ext cx="96137" cy="216642"/>
            </a:xfrm>
            <a:custGeom>
              <a:rect b="b" l="l" r="r" t="t"/>
              <a:pathLst>
                <a:path extrusionOk="0" h="8268" w="3669">
                  <a:moveTo>
                    <a:pt x="2919"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3481" y="8258"/>
                    <a:pt x="3572" y="8248"/>
                    <a:pt x="3668" y="8234"/>
                  </a:cubicBezTo>
                  <a:cubicBezTo>
                    <a:pt x="2003" y="7975"/>
                    <a:pt x="990" y="6165"/>
                    <a:pt x="1686" y="4566"/>
                  </a:cubicBezTo>
                  <a:lnTo>
                    <a:pt x="2991" y="1566"/>
                  </a:lnTo>
                  <a:lnTo>
                    <a:pt x="2991" y="73"/>
                  </a:lnTo>
                  <a:cubicBezTo>
                    <a:pt x="2991" y="30"/>
                    <a:pt x="2956" y="0"/>
                    <a:pt x="2919"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89"/>
            <p:cNvSpPr/>
            <p:nvPr/>
          </p:nvSpPr>
          <p:spPr>
            <a:xfrm>
              <a:off x="4127766" y="3356393"/>
              <a:ext cx="36867" cy="36893"/>
            </a:xfrm>
            <a:custGeom>
              <a:rect b="b" l="l" r="r" t="t"/>
              <a:pathLst>
                <a:path extrusionOk="0" h="1408" w="1407">
                  <a:moveTo>
                    <a:pt x="187" y="1"/>
                  </a:moveTo>
                  <a:cubicBezTo>
                    <a:pt x="82" y="1"/>
                    <a:pt x="0" y="83"/>
                    <a:pt x="0" y="188"/>
                  </a:cubicBezTo>
                  <a:lnTo>
                    <a:pt x="0" y="1220"/>
                  </a:lnTo>
                  <a:cubicBezTo>
                    <a:pt x="0" y="1326"/>
                    <a:pt x="82" y="1407"/>
                    <a:pt x="187" y="1407"/>
                  </a:cubicBezTo>
                  <a:lnTo>
                    <a:pt x="1219" y="1407"/>
                  </a:lnTo>
                  <a:cubicBezTo>
                    <a:pt x="1325" y="1407"/>
                    <a:pt x="1407" y="1326"/>
                    <a:pt x="1407" y="1220"/>
                  </a:cubicBezTo>
                  <a:lnTo>
                    <a:pt x="1407" y="188"/>
                  </a:lnTo>
                  <a:cubicBezTo>
                    <a:pt x="1407" y="83"/>
                    <a:pt x="1325" y="1"/>
                    <a:pt x="1219"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89"/>
            <p:cNvSpPr/>
            <p:nvPr/>
          </p:nvSpPr>
          <p:spPr>
            <a:xfrm>
              <a:off x="4285872" y="3533495"/>
              <a:ext cx="37496" cy="37522"/>
            </a:xfrm>
            <a:custGeom>
              <a:rect b="b" l="l" r="r" t="t"/>
              <a:pathLst>
                <a:path extrusionOk="0" h="1432" w="1431">
                  <a:moveTo>
                    <a:pt x="235" y="1"/>
                  </a:moveTo>
                  <a:cubicBezTo>
                    <a:pt x="106" y="1"/>
                    <a:pt x="0" y="106"/>
                    <a:pt x="0" y="236"/>
                  </a:cubicBezTo>
                  <a:lnTo>
                    <a:pt x="0" y="1196"/>
                  </a:lnTo>
                  <a:cubicBezTo>
                    <a:pt x="0" y="1325"/>
                    <a:pt x="106" y="1431"/>
                    <a:pt x="235" y="1431"/>
                  </a:cubicBezTo>
                  <a:lnTo>
                    <a:pt x="1195" y="1431"/>
                  </a:lnTo>
                  <a:cubicBezTo>
                    <a:pt x="1325" y="1431"/>
                    <a:pt x="1431" y="1325"/>
                    <a:pt x="1431" y="1196"/>
                  </a:cubicBezTo>
                  <a:lnTo>
                    <a:pt x="1431" y="236"/>
                  </a:lnTo>
                  <a:cubicBezTo>
                    <a:pt x="1431" y="106"/>
                    <a:pt x="1325" y="1"/>
                    <a:pt x="1195"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89"/>
            <p:cNvSpPr/>
            <p:nvPr/>
          </p:nvSpPr>
          <p:spPr>
            <a:xfrm>
              <a:off x="3968639" y="3533495"/>
              <a:ext cx="37653" cy="37522"/>
            </a:xfrm>
            <a:custGeom>
              <a:rect b="b" l="l" r="r" t="t"/>
              <a:pathLst>
                <a:path extrusionOk="0" h="1432" w="1437">
                  <a:moveTo>
                    <a:pt x="241" y="1"/>
                  </a:moveTo>
                  <a:cubicBezTo>
                    <a:pt x="106" y="1"/>
                    <a:pt x="1" y="106"/>
                    <a:pt x="1" y="236"/>
                  </a:cubicBezTo>
                  <a:lnTo>
                    <a:pt x="1" y="1196"/>
                  </a:lnTo>
                  <a:cubicBezTo>
                    <a:pt x="1" y="1325"/>
                    <a:pt x="106" y="1431"/>
                    <a:pt x="241" y="1431"/>
                  </a:cubicBezTo>
                  <a:lnTo>
                    <a:pt x="1201" y="1431"/>
                  </a:lnTo>
                  <a:cubicBezTo>
                    <a:pt x="1331" y="1431"/>
                    <a:pt x="1436" y="1325"/>
                    <a:pt x="1436" y="1196"/>
                  </a:cubicBezTo>
                  <a:lnTo>
                    <a:pt x="1436" y="236"/>
                  </a:lnTo>
                  <a:cubicBezTo>
                    <a:pt x="1436" y="106"/>
                    <a:pt x="1331" y="1"/>
                    <a:pt x="120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89"/>
            <p:cNvSpPr/>
            <p:nvPr/>
          </p:nvSpPr>
          <p:spPr>
            <a:xfrm>
              <a:off x="4089013" y="3637886"/>
              <a:ext cx="114374" cy="73105"/>
            </a:xfrm>
            <a:custGeom>
              <a:rect b="b" l="l" r="r" t="t"/>
              <a:pathLst>
                <a:path extrusionOk="0" h="2790" w="4365">
                  <a:moveTo>
                    <a:pt x="1" y="1"/>
                  </a:moveTo>
                  <a:lnTo>
                    <a:pt x="1" y="2559"/>
                  </a:lnTo>
                  <a:cubicBezTo>
                    <a:pt x="1" y="2689"/>
                    <a:pt x="102" y="2790"/>
                    <a:pt x="231" y="2790"/>
                  </a:cubicBezTo>
                  <a:lnTo>
                    <a:pt x="4139" y="2790"/>
                  </a:lnTo>
                  <a:cubicBezTo>
                    <a:pt x="4263" y="2790"/>
                    <a:pt x="4364" y="2689"/>
                    <a:pt x="4364" y="2559"/>
                  </a:cubicBezTo>
                  <a:lnTo>
                    <a:pt x="4364"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89"/>
            <p:cNvSpPr/>
            <p:nvPr/>
          </p:nvSpPr>
          <p:spPr>
            <a:xfrm>
              <a:off x="4068758" y="3611867"/>
              <a:ext cx="154883" cy="44911"/>
            </a:xfrm>
            <a:custGeom>
              <a:rect b="b" l="l" r="r" t="t"/>
              <a:pathLst>
                <a:path extrusionOk="0" h="1714" w="5911">
                  <a:moveTo>
                    <a:pt x="500" y="0"/>
                  </a:moveTo>
                  <a:cubicBezTo>
                    <a:pt x="222" y="0"/>
                    <a:pt x="1" y="221"/>
                    <a:pt x="1" y="495"/>
                  </a:cubicBezTo>
                  <a:lnTo>
                    <a:pt x="1" y="1215"/>
                  </a:lnTo>
                  <a:cubicBezTo>
                    <a:pt x="1" y="1488"/>
                    <a:pt x="222" y="1714"/>
                    <a:pt x="500" y="1714"/>
                  </a:cubicBezTo>
                  <a:lnTo>
                    <a:pt x="5416" y="1714"/>
                  </a:lnTo>
                  <a:cubicBezTo>
                    <a:pt x="5689" y="1714"/>
                    <a:pt x="5910" y="1488"/>
                    <a:pt x="5910" y="1215"/>
                  </a:cubicBezTo>
                  <a:lnTo>
                    <a:pt x="5910" y="495"/>
                  </a:lnTo>
                  <a:cubicBezTo>
                    <a:pt x="5910" y="221"/>
                    <a:pt x="5689" y="0"/>
                    <a:pt x="5416"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89"/>
            <p:cNvSpPr/>
            <p:nvPr/>
          </p:nvSpPr>
          <p:spPr>
            <a:xfrm>
              <a:off x="4118202" y="3637886"/>
              <a:ext cx="85184" cy="73105"/>
            </a:xfrm>
            <a:custGeom>
              <a:rect b="b" l="l" r="r" t="t"/>
              <a:pathLst>
                <a:path extrusionOk="0" h="2790" w="3251">
                  <a:moveTo>
                    <a:pt x="0" y="1"/>
                  </a:moveTo>
                  <a:lnTo>
                    <a:pt x="0" y="2559"/>
                  </a:lnTo>
                  <a:cubicBezTo>
                    <a:pt x="0" y="2689"/>
                    <a:pt x="106" y="2790"/>
                    <a:pt x="231" y="2790"/>
                  </a:cubicBezTo>
                  <a:lnTo>
                    <a:pt x="3025" y="2790"/>
                  </a:lnTo>
                  <a:cubicBezTo>
                    <a:pt x="3149" y="2790"/>
                    <a:pt x="3250" y="2689"/>
                    <a:pt x="3250" y="2559"/>
                  </a:cubicBezTo>
                  <a:lnTo>
                    <a:pt x="3250"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89"/>
            <p:cNvSpPr/>
            <p:nvPr/>
          </p:nvSpPr>
          <p:spPr>
            <a:xfrm>
              <a:off x="4098079" y="3611867"/>
              <a:ext cx="125562" cy="44911"/>
            </a:xfrm>
            <a:custGeom>
              <a:rect b="b" l="l" r="r" t="t"/>
              <a:pathLst>
                <a:path extrusionOk="0" h="1714" w="4792">
                  <a:moveTo>
                    <a:pt x="500" y="0"/>
                  </a:moveTo>
                  <a:cubicBezTo>
                    <a:pt x="226" y="0"/>
                    <a:pt x="0" y="221"/>
                    <a:pt x="0" y="495"/>
                  </a:cubicBezTo>
                  <a:lnTo>
                    <a:pt x="0" y="1215"/>
                  </a:lnTo>
                  <a:cubicBezTo>
                    <a:pt x="0" y="1488"/>
                    <a:pt x="226" y="1714"/>
                    <a:pt x="500" y="1714"/>
                  </a:cubicBezTo>
                  <a:lnTo>
                    <a:pt x="4297" y="1714"/>
                  </a:lnTo>
                  <a:cubicBezTo>
                    <a:pt x="4570" y="1714"/>
                    <a:pt x="4791" y="1488"/>
                    <a:pt x="4791" y="1215"/>
                  </a:cubicBezTo>
                  <a:lnTo>
                    <a:pt x="4791" y="495"/>
                  </a:lnTo>
                  <a:cubicBezTo>
                    <a:pt x="4791" y="221"/>
                    <a:pt x="4570" y="0"/>
                    <a:pt x="429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89"/>
            <p:cNvSpPr/>
            <p:nvPr/>
          </p:nvSpPr>
          <p:spPr>
            <a:xfrm>
              <a:off x="3991671" y="3356393"/>
              <a:ext cx="36998" cy="36893"/>
            </a:xfrm>
            <a:custGeom>
              <a:rect b="b" l="l" r="r" t="t"/>
              <a:pathLst>
                <a:path extrusionOk="0" h="1408" w="1412">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89"/>
            <p:cNvSpPr/>
            <p:nvPr/>
          </p:nvSpPr>
          <p:spPr>
            <a:xfrm>
              <a:off x="4263731" y="3356393"/>
              <a:ext cx="36998" cy="36893"/>
            </a:xfrm>
            <a:custGeom>
              <a:rect b="b" l="l" r="r" t="t"/>
              <a:pathLst>
                <a:path extrusionOk="0" h="1408" w="1412">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89"/>
            <p:cNvSpPr/>
            <p:nvPr/>
          </p:nvSpPr>
          <p:spPr>
            <a:xfrm>
              <a:off x="3963503" y="3350943"/>
              <a:ext cx="365394" cy="365472"/>
            </a:xfrm>
            <a:custGeom>
              <a:rect b="b" l="l" r="r" t="t"/>
              <a:pathLst>
                <a:path extrusionOk="0" h="13948" w="13945">
                  <a:moveTo>
                    <a:pt x="7469" y="415"/>
                  </a:moveTo>
                  <a:lnTo>
                    <a:pt x="7469" y="1409"/>
                  </a:lnTo>
                  <a:lnTo>
                    <a:pt x="6476" y="1409"/>
                  </a:lnTo>
                  <a:lnTo>
                    <a:pt x="6476" y="415"/>
                  </a:lnTo>
                  <a:close/>
                  <a:moveTo>
                    <a:pt x="1426" y="7174"/>
                  </a:moveTo>
                  <a:lnTo>
                    <a:pt x="1426" y="8192"/>
                  </a:lnTo>
                  <a:lnTo>
                    <a:pt x="413" y="8192"/>
                  </a:lnTo>
                  <a:lnTo>
                    <a:pt x="413" y="7174"/>
                  </a:lnTo>
                  <a:close/>
                  <a:moveTo>
                    <a:pt x="13527" y="7174"/>
                  </a:moveTo>
                  <a:lnTo>
                    <a:pt x="13527" y="8192"/>
                  </a:lnTo>
                  <a:lnTo>
                    <a:pt x="12514" y="8192"/>
                  </a:lnTo>
                  <a:lnTo>
                    <a:pt x="12514" y="7174"/>
                  </a:lnTo>
                  <a:close/>
                  <a:moveTo>
                    <a:pt x="1782" y="1"/>
                  </a:moveTo>
                  <a:cubicBezTo>
                    <a:pt x="1699" y="1"/>
                    <a:pt x="1615" y="12"/>
                    <a:pt x="1531" y="36"/>
                  </a:cubicBezTo>
                  <a:cubicBezTo>
                    <a:pt x="1027" y="180"/>
                    <a:pt x="749" y="713"/>
                    <a:pt x="917" y="1207"/>
                  </a:cubicBezTo>
                  <a:cubicBezTo>
                    <a:pt x="952" y="1308"/>
                    <a:pt x="1030" y="1351"/>
                    <a:pt x="1108" y="1351"/>
                  </a:cubicBezTo>
                  <a:cubicBezTo>
                    <a:pt x="1236" y="1351"/>
                    <a:pt x="1364" y="1238"/>
                    <a:pt x="1311" y="1078"/>
                  </a:cubicBezTo>
                  <a:cubicBezTo>
                    <a:pt x="1191" y="725"/>
                    <a:pt x="1472" y="417"/>
                    <a:pt x="1785" y="417"/>
                  </a:cubicBezTo>
                  <a:cubicBezTo>
                    <a:pt x="1885" y="417"/>
                    <a:pt x="1989" y="449"/>
                    <a:pt x="2083" y="521"/>
                  </a:cubicBezTo>
                  <a:cubicBezTo>
                    <a:pt x="2467" y="815"/>
                    <a:pt x="2249" y="1415"/>
                    <a:pt x="1785" y="1415"/>
                  </a:cubicBezTo>
                  <a:cubicBezTo>
                    <a:pt x="1773" y="1415"/>
                    <a:pt x="1760" y="1415"/>
                    <a:pt x="1747" y="1414"/>
                  </a:cubicBezTo>
                  <a:cubicBezTo>
                    <a:pt x="1741" y="1413"/>
                    <a:pt x="1735" y="1413"/>
                    <a:pt x="1729" y="1413"/>
                  </a:cubicBezTo>
                  <a:cubicBezTo>
                    <a:pt x="1473" y="1413"/>
                    <a:pt x="1451" y="1808"/>
                    <a:pt x="1719" y="1827"/>
                  </a:cubicBezTo>
                  <a:cubicBezTo>
                    <a:pt x="1739" y="1828"/>
                    <a:pt x="1758" y="1829"/>
                    <a:pt x="1778" y="1829"/>
                  </a:cubicBezTo>
                  <a:cubicBezTo>
                    <a:pt x="2200" y="1829"/>
                    <a:pt x="2573" y="1538"/>
                    <a:pt x="2669" y="1126"/>
                  </a:cubicBezTo>
                  <a:lnTo>
                    <a:pt x="4728" y="1126"/>
                  </a:lnTo>
                  <a:cubicBezTo>
                    <a:pt x="2386" y="2033"/>
                    <a:pt x="816" y="4255"/>
                    <a:pt x="739" y="6766"/>
                  </a:cubicBezTo>
                  <a:lnTo>
                    <a:pt x="206" y="6766"/>
                  </a:lnTo>
                  <a:cubicBezTo>
                    <a:pt x="91" y="6766"/>
                    <a:pt x="0" y="6857"/>
                    <a:pt x="0" y="6972"/>
                  </a:cubicBezTo>
                  <a:lnTo>
                    <a:pt x="0" y="8403"/>
                  </a:lnTo>
                  <a:cubicBezTo>
                    <a:pt x="0" y="8513"/>
                    <a:pt x="91" y="8609"/>
                    <a:pt x="206" y="8609"/>
                  </a:cubicBezTo>
                  <a:lnTo>
                    <a:pt x="1637" y="8609"/>
                  </a:lnTo>
                  <a:cubicBezTo>
                    <a:pt x="1747" y="8609"/>
                    <a:pt x="1843" y="8513"/>
                    <a:pt x="1843" y="8403"/>
                  </a:cubicBezTo>
                  <a:lnTo>
                    <a:pt x="1843" y="6972"/>
                  </a:lnTo>
                  <a:cubicBezTo>
                    <a:pt x="1843" y="6857"/>
                    <a:pt x="1747" y="6766"/>
                    <a:pt x="1637" y="6766"/>
                  </a:cubicBezTo>
                  <a:lnTo>
                    <a:pt x="1157" y="6766"/>
                  </a:lnTo>
                  <a:cubicBezTo>
                    <a:pt x="1243" y="3972"/>
                    <a:pt x="3303" y="1635"/>
                    <a:pt x="6063" y="1193"/>
                  </a:cubicBezTo>
                  <a:lnTo>
                    <a:pt x="6063" y="1615"/>
                  </a:lnTo>
                  <a:cubicBezTo>
                    <a:pt x="6063" y="1731"/>
                    <a:pt x="6154" y="1827"/>
                    <a:pt x="6269" y="1827"/>
                  </a:cubicBezTo>
                  <a:lnTo>
                    <a:pt x="6672" y="1827"/>
                  </a:lnTo>
                  <a:cubicBezTo>
                    <a:pt x="6447" y="1903"/>
                    <a:pt x="6269" y="2076"/>
                    <a:pt x="6173" y="2292"/>
                  </a:cubicBezTo>
                  <a:lnTo>
                    <a:pt x="4335" y="6526"/>
                  </a:lnTo>
                  <a:cubicBezTo>
                    <a:pt x="3874" y="7577"/>
                    <a:pt x="4085" y="8797"/>
                    <a:pt x="4868" y="9632"/>
                  </a:cubicBezTo>
                  <a:cubicBezTo>
                    <a:pt x="4906" y="9670"/>
                    <a:pt x="4949" y="9713"/>
                    <a:pt x="4988" y="9752"/>
                  </a:cubicBezTo>
                  <a:lnTo>
                    <a:pt x="4517" y="9752"/>
                  </a:lnTo>
                  <a:cubicBezTo>
                    <a:pt x="4234" y="9752"/>
                    <a:pt x="3975" y="9920"/>
                    <a:pt x="3869" y="10179"/>
                  </a:cubicBezTo>
                  <a:cubicBezTo>
                    <a:pt x="3798" y="10343"/>
                    <a:pt x="3931" y="10470"/>
                    <a:pt x="4064" y="10470"/>
                  </a:cubicBezTo>
                  <a:cubicBezTo>
                    <a:pt x="4137" y="10470"/>
                    <a:pt x="4209" y="10432"/>
                    <a:pt x="4248" y="10342"/>
                  </a:cubicBezTo>
                  <a:cubicBezTo>
                    <a:pt x="4292" y="10232"/>
                    <a:pt x="4397" y="10165"/>
                    <a:pt x="4517" y="10160"/>
                  </a:cubicBezTo>
                  <a:lnTo>
                    <a:pt x="9433" y="10160"/>
                  </a:lnTo>
                  <a:cubicBezTo>
                    <a:pt x="9591" y="10160"/>
                    <a:pt x="9721" y="10289"/>
                    <a:pt x="9721" y="10453"/>
                  </a:cubicBezTo>
                  <a:lnTo>
                    <a:pt x="9721" y="11173"/>
                  </a:lnTo>
                  <a:cubicBezTo>
                    <a:pt x="9721" y="11331"/>
                    <a:pt x="9591" y="11461"/>
                    <a:pt x="9433" y="11461"/>
                  </a:cubicBezTo>
                  <a:lnTo>
                    <a:pt x="4517" y="11461"/>
                  </a:lnTo>
                  <a:cubicBezTo>
                    <a:pt x="4354" y="11461"/>
                    <a:pt x="4224" y="11331"/>
                    <a:pt x="4224" y="11173"/>
                  </a:cubicBezTo>
                  <a:lnTo>
                    <a:pt x="4224" y="11081"/>
                  </a:lnTo>
                  <a:cubicBezTo>
                    <a:pt x="4224" y="10945"/>
                    <a:pt x="4121" y="10876"/>
                    <a:pt x="4018" y="10876"/>
                  </a:cubicBezTo>
                  <a:cubicBezTo>
                    <a:pt x="3915" y="10876"/>
                    <a:pt x="3811" y="10945"/>
                    <a:pt x="3811" y="11081"/>
                  </a:cubicBezTo>
                  <a:lnTo>
                    <a:pt x="3811" y="11173"/>
                  </a:lnTo>
                  <a:cubicBezTo>
                    <a:pt x="3811" y="11561"/>
                    <a:pt x="4128" y="11873"/>
                    <a:pt x="4517" y="11878"/>
                  </a:cubicBezTo>
                  <a:lnTo>
                    <a:pt x="4584" y="11878"/>
                  </a:lnTo>
                  <a:lnTo>
                    <a:pt x="4584" y="13741"/>
                  </a:lnTo>
                  <a:cubicBezTo>
                    <a:pt x="4584" y="13856"/>
                    <a:pt x="4676" y="13947"/>
                    <a:pt x="4791" y="13947"/>
                  </a:cubicBezTo>
                  <a:lnTo>
                    <a:pt x="9154" y="13947"/>
                  </a:lnTo>
                  <a:cubicBezTo>
                    <a:pt x="9269" y="13947"/>
                    <a:pt x="9361" y="13856"/>
                    <a:pt x="9361" y="13741"/>
                  </a:cubicBezTo>
                  <a:lnTo>
                    <a:pt x="9361" y="13242"/>
                  </a:lnTo>
                  <a:cubicBezTo>
                    <a:pt x="9361" y="13105"/>
                    <a:pt x="9257" y="13036"/>
                    <a:pt x="9154" y="13036"/>
                  </a:cubicBezTo>
                  <a:cubicBezTo>
                    <a:pt x="9051" y="13036"/>
                    <a:pt x="8948" y="13105"/>
                    <a:pt x="8948" y="13242"/>
                  </a:cubicBezTo>
                  <a:lnTo>
                    <a:pt x="8948" y="13534"/>
                  </a:lnTo>
                  <a:lnTo>
                    <a:pt x="4997" y="13534"/>
                  </a:lnTo>
                  <a:lnTo>
                    <a:pt x="4997" y="11878"/>
                  </a:lnTo>
                  <a:lnTo>
                    <a:pt x="8948" y="11878"/>
                  </a:lnTo>
                  <a:lnTo>
                    <a:pt x="8948" y="12416"/>
                  </a:lnTo>
                  <a:cubicBezTo>
                    <a:pt x="8948" y="12553"/>
                    <a:pt x="9051" y="12621"/>
                    <a:pt x="9154" y="12621"/>
                  </a:cubicBezTo>
                  <a:cubicBezTo>
                    <a:pt x="9257" y="12621"/>
                    <a:pt x="9361" y="12553"/>
                    <a:pt x="9361" y="12416"/>
                  </a:cubicBezTo>
                  <a:lnTo>
                    <a:pt x="9361" y="11878"/>
                  </a:lnTo>
                  <a:lnTo>
                    <a:pt x="9428" y="11878"/>
                  </a:lnTo>
                  <a:cubicBezTo>
                    <a:pt x="9821" y="11873"/>
                    <a:pt x="10133" y="11561"/>
                    <a:pt x="10133" y="11173"/>
                  </a:cubicBezTo>
                  <a:lnTo>
                    <a:pt x="10133" y="10453"/>
                  </a:lnTo>
                  <a:cubicBezTo>
                    <a:pt x="10133" y="10064"/>
                    <a:pt x="9821" y="9747"/>
                    <a:pt x="9428" y="9747"/>
                  </a:cubicBezTo>
                  <a:lnTo>
                    <a:pt x="8962" y="9747"/>
                  </a:lnTo>
                  <a:cubicBezTo>
                    <a:pt x="9236" y="9488"/>
                    <a:pt x="9457" y="9176"/>
                    <a:pt x="9605" y="8830"/>
                  </a:cubicBezTo>
                  <a:cubicBezTo>
                    <a:pt x="9677" y="8665"/>
                    <a:pt x="9544" y="8538"/>
                    <a:pt x="9411" y="8538"/>
                  </a:cubicBezTo>
                  <a:cubicBezTo>
                    <a:pt x="9339" y="8538"/>
                    <a:pt x="9267" y="8575"/>
                    <a:pt x="9226" y="8662"/>
                  </a:cubicBezTo>
                  <a:cubicBezTo>
                    <a:pt x="9029" y="9109"/>
                    <a:pt x="8703" y="9488"/>
                    <a:pt x="8285" y="9747"/>
                  </a:cubicBezTo>
                  <a:lnTo>
                    <a:pt x="5669" y="9747"/>
                  </a:lnTo>
                  <a:cubicBezTo>
                    <a:pt x="4628" y="9113"/>
                    <a:pt x="4220" y="7803"/>
                    <a:pt x="4709" y="6684"/>
                  </a:cubicBezTo>
                  <a:lnTo>
                    <a:pt x="6552" y="2451"/>
                  </a:lnTo>
                  <a:cubicBezTo>
                    <a:pt x="6596" y="2355"/>
                    <a:pt x="6668" y="2273"/>
                    <a:pt x="6764" y="2225"/>
                  </a:cubicBezTo>
                  <a:lnTo>
                    <a:pt x="6764" y="6281"/>
                  </a:lnTo>
                  <a:cubicBezTo>
                    <a:pt x="6308" y="6358"/>
                    <a:pt x="5933" y="6680"/>
                    <a:pt x="5784" y="7112"/>
                  </a:cubicBezTo>
                  <a:cubicBezTo>
                    <a:pt x="5728" y="7275"/>
                    <a:pt x="5858" y="7389"/>
                    <a:pt x="5985" y="7389"/>
                  </a:cubicBezTo>
                  <a:cubicBezTo>
                    <a:pt x="6063" y="7389"/>
                    <a:pt x="6140" y="7346"/>
                    <a:pt x="6173" y="7246"/>
                  </a:cubicBezTo>
                  <a:cubicBezTo>
                    <a:pt x="6306" y="6863"/>
                    <a:pt x="6632" y="6684"/>
                    <a:pt x="6959" y="6684"/>
                  </a:cubicBezTo>
                  <a:cubicBezTo>
                    <a:pt x="7353" y="6684"/>
                    <a:pt x="7748" y="6944"/>
                    <a:pt x="7805" y="7419"/>
                  </a:cubicBezTo>
                  <a:lnTo>
                    <a:pt x="7815" y="7520"/>
                  </a:lnTo>
                  <a:cubicBezTo>
                    <a:pt x="7815" y="8047"/>
                    <a:pt x="7383" y="8364"/>
                    <a:pt x="6953" y="8364"/>
                  </a:cubicBezTo>
                  <a:cubicBezTo>
                    <a:pt x="6643" y="8364"/>
                    <a:pt x="6334" y="8199"/>
                    <a:pt x="6188" y="7832"/>
                  </a:cubicBezTo>
                  <a:cubicBezTo>
                    <a:pt x="6151" y="7740"/>
                    <a:pt x="6078" y="7701"/>
                    <a:pt x="6004" y="7701"/>
                  </a:cubicBezTo>
                  <a:cubicBezTo>
                    <a:pt x="5873" y="7701"/>
                    <a:pt x="5739" y="7823"/>
                    <a:pt x="5804" y="7985"/>
                  </a:cubicBezTo>
                  <a:cubicBezTo>
                    <a:pt x="6008" y="8500"/>
                    <a:pt x="6489" y="8779"/>
                    <a:pt x="6976" y="8779"/>
                  </a:cubicBezTo>
                  <a:cubicBezTo>
                    <a:pt x="7333" y="8779"/>
                    <a:pt x="7693" y="8629"/>
                    <a:pt x="7949" y="8312"/>
                  </a:cubicBezTo>
                  <a:cubicBezTo>
                    <a:pt x="8554" y="7563"/>
                    <a:pt x="8127" y="6440"/>
                    <a:pt x="7176" y="6281"/>
                  </a:cubicBezTo>
                  <a:lnTo>
                    <a:pt x="7176" y="2230"/>
                  </a:lnTo>
                  <a:cubicBezTo>
                    <a:pt x="7272" y="2278"/>
                    <a:pt x="7349" y="2355"/>
                    <a:pt x="7388" y="2451"/>
                  </a:cubicBezTo>
                  <a:lnTo>
                    <a:pt x="9231" y="6694"/>
                  </a:lnTo>
                  <a:cubicBezTo>
                    <a:pt x="9404" y="7078"/>
                    <a:pt x="9471" y="7505"/>
                    <a:pt x="9423" y="7923"/>
                  </a:cubicBezTo>
                  <a:cubicBezTo>
                    <a:pt x="9405" y="8073"/>
                    <a:pt x="9520" y="8156"/>
                    <a:pt x="9633" y="8156"/>
                  </a:cubicBezTo>
                  <a:cubicBezTo>
                    <a:pt x="9730" y="8156"/>
                    <a:pt x="9825" y="8096"/>
                    <a:pt x="9836" y="7966"/>
                  </a:cubicBezTo>
                  <a:cubicBezTo>
                    <a:pt x="9889" y="7476"/>
                    <a:pt x="9812" y="6977"/>
                    <a:pt x="9615" y="6526"/>
                  </a:cubicBezTo>
                  <a:lnTo>
                    <a:pt x="7767" y="2287"/>
                  </a:lnTo>
                  <a:cubicBezTo>
                    <a:pt x="7676" y="2071"/>
                    <a:pt x="7498" y="1899"/>
                    <a:pt x="7277" y="1822"/>
                  </a:cubicBezTo>
                  <a:lnTo>
                    <a:pt x="7676" y="1822"/>
                  </a:lnTo>
                  <a:cubicBezTo>
                    <a:pt x="7791" y="1822"/>
                    <a:pt x="7887" y="1726"/>
                    <a:pt x="7887" y="1611"/>
                  </a:cubicBezTo>
                  <a:lnTo>
                    <a:pt x="7887" y="1188"/>
                  </a:lnTo>
                  <a:cubicBezTo>
                    <a:pt x="10647" y="1630"/>
                    <a:pt x="12702" y="3967"/>
                    <a:pt x="12793" y="6761"/>
                  </a:cubicBezTo>
                  <a:lnTo>
                    <a:pt x="12308" y="6761"/>
                  </a:lnTo>
                  <a:cubicBezTo>
                    <a:pt x="12193" y="6761"/>
                    <a:pt x="12102" y="6852"/>
                    <a:pt x="12102" y="6968"/>
                  </a:cubicBezTo>
                  <a:lnTo>
                    <a:pt x="12102" y="8398"/>
                  </a:lnTo>
                  <a:cubicBezTo>
                    <a:pt x="12102" y="8508"/>
                    <a:pt x="12193" y="8604"/>
                    <a:pt x="12308" y="8604"/>
                  </a:cubicBezTo>
                  <a:lnTo>
                    <a:pt x="13738" y="8604"/>
                  </a:lnTo>
                  <a:cubicBezTo>
                    <a:pt x="13854" y="8604"/>
                    <a:pt x="13945" y="8508"/>
                    <a:pt x="13945" y="8398"/>
                  </a:cubicBezTo>
                  <a:lnTo>
                    <a:pt x="13945" y="6968"/>
                  </a:lnTo>
                  <a:cubicBezTo>
                    <a:pt x="13945" y="6852"/>
                    <a:pt x="13849" y="6761"/>
                    <a:pt x="13734" y="6761"/>
                  </a:cubicBezTo>
                  <a:lnTo>
                    <a:pt x="13206" y="6761"/>
                  </a:lnTo>
                  <a:cubicBezTo>
                    <a:pt x="13129" y="4251"/>
                    <a:pt x="11559" y="2028"/>
                    <a:pt x="9217" y="1121"/>
                  </a:cubicBezTo>
                  <a:lnTo>
                    <a:pt x="11276" y="1121"/>
                  </a:lnTo>
                  <a:cubicBezTo>
                    <a:pt x="11376" y="1562"/>
                    <a:pt x="11764" y="1830"/>
                    <a:pt x="12168" y="1830"/>
                  </a:cubicBezTo>
                  <a:cubicBezTo>
                    <a:pt x="12362" y="1830"/>
                    <a:pt x="12559" y="1768"/>
                    <a:pt x="12730" y="1635"/>
                  </a:cubicBezTo>
                  <a:cubicBezTo>
                    <a:pt x="13254" y="1217"/>
                    <a:pt x="13172" y="401"/>
                    <a:pt x="12572" y="103"/>
                  </a:cubicBezTo>
                  <a:cubicBezTo>
                    <a:pt x="12537" y="86"/>
                    <a:pt x="12503" y="78"/>
                    <a:pt x="12471" y="78"/>
                  </a:cubicBezTo>
                  <a:cubicBezTo>
                    <a:pt x="12279" y="78"/>
                    <a:pt x="12174" y="366"/>
                    <a:pt x="12385" y="473"/>
                  </a:cubicBezTo>
                  <a:cubicBezTo>
                    <a:pt x="12826" y="694"/>
                    <a:pt x="12716" y="1351"/>
                    <a:pt x="12226" y="1409"/>
                  </a:cubicBezTo>
                  <a:cubicBezTo>
                    <a:pt x="12203" y="1412"/>
                    <a:pt x="12180" y="1413"/>
                    <a:pt x="12157" y="1413"/>
                  </a:cubicBezTo>
                  <a:cubicBezTo>
                    <a:pt x="11717" y="1413"/>
                    <a:pt x="11486" y="851"/>
                    <a:pt x="11838" y="540"/>
                  </a:cubicBezTo>
                  <a:cubicBezTo>
                    <a:pt x="11994" y="399"/>
                    <a:pt x="11862" y="179"/>
                    <a:pt x="11698" y="179"/>
                  </a:cubicBezTo>
                  <a:cubicBezTo>
                    <a:pt x="11656" y="179"/>
                    <a:pt x="11611" y="194"/>
                    <a:pt x="11569" y="228"/>
                  </a:cubicBezTo>
                  <a:cubicBezTo>
                    <a:pt x="11425" y="353"/>
                    <a:pt x="11319" y="521"/>
                    <a:pt x="11276" y="708"/>
                  </a:cubicBezTo>
                  <a:lnTo>
                    <a:pt x="7882" y="708"/>
                  </a:lnTo>
                  <a:lnTo>
                    <a:pt x="7882" y="214"/>
                  </a:lnTo>
                  <a:cubicBezTo>
                    <a:pt x="7882" y="98"/>
                    <a:pt x="7791" y="7"/>
                    <a:pt x="7676" y="7"/>
                  </a:cubicBezTo>
                  <a:lnTo>
                    <a:pt x="6269" y="7"/>
                  </a:lnTo>
                  <a:cubicBezTo>
                    <a:pt x="6154" y="7"/>
                    <a:pt x="6063" y="98"/>
                    <a:pt x="6063" y="214"/>
                  </a:cubicBezTo>
                  <a:lnTo>
                    <a:pt x="6063" y="708"/>
                  </a:lnTo>
                  <a:lnTo>
                    <a:pt x="2669" y="708"/>
                  </a:lnTo>
                  <a:cubicBezTo>
                    <a:pt x="2573" y="284"/>
                    <a:pt x="2194" y="1"/>
                    <a:pt x="17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5" name="Google Shape;19015;p89"/>
          <p:cNvGrpSpPr/>
          <p:nvPr/>
        </p:nvGrpSpPr>
        <p:grpSpPr>
          <a:xfrm>
            <a:off x="858140" y="3364961"/>
            <a:ext cx="319880" cy="365918"/>
            <a:chOff x="858140" y="3364961"/>
            <a:chExt cx="319880" cy="365918"/>
          </a:xfrm>
        </p:grpSpPr>
        <p:sp>
          <p:nvSpPr>
            <p:cNvPr id="19016" name="Google Shape;19016;p89"/>
            <p:cNvSpPr/>
            <p:nvPr/>
          </p:nvSpPr>
          <p:spPr>
            <a:xfrm>
              <a:off x="867573" y="3543086"/>
              <a:ext cx="304159" cy="182369"/>
            </a:xfrm>
            <a:custGeom>
              <a:rect b="b" l="l" r="r" t="t"/>
              <a:pathLst>
                <a:path extrusionOk="0" h="6960" w="11608">
                  <a:moveTo>
                    <a:pt x="5802" y="1"/>
                  </a:moveTo>
                  <a:cubicBezTo>
                    <a:pt x="5726" y="1"/>
                    <a:pt x="5650" y="21"/>
                    <a:pt x="5583" y="62"/>
                  </a:cubicBezTo>
                  <a:lnTo>
                    <a:pt x="792" y="2827"/>
                  </a:lnTo>
                  <a:lnTo>
                    <a:pt x="293" y="3115"/>
                  </a:lnTo>
                  <a:cubicBezTo>
                    <a:pt x="0" y="3283"/>
                    <a:pt x="0" y="3705"/>
                    <a:pt x="293" y="3873"/>
                  </a:cubicBezTo>
                  <a:lnTo>
                    <a:pt x="5583" y="6902"/>
                  </a:lnTo>
                  <a:cubicBezTo>
                    <a:pt x="5650" y="6941"/>
                    <a:pt x="5726" y="6960"/>
                    <a:pt x="5802" y="6960"/>
                  </a:cubicBezTo>
                  <a:cubicBezTo>
                    <a:pt x="5877" y="6960"/>
                    <a:pt x="5953" y="6941"/>
                    <a:pt x="6020" y="6902"/>
                  </a:cubicBezTo>
                  <a:lnTo>
                    <a:pt x="11310" y="3873"/>
                  </a:lnTo>
                  <a:cubicBezTo>
                    <a:pt x="11607" y="3710"/>
                    <a:pt x="11607" y="3283"/>
                    <a:pt x="11315" y="3115"/>
                  </a:cubicBezTo>
                  <a:lnTo>
                    <a:pt x="10815" y="2827"/>
                  </a:lnTo>
                  <a:lnTo>
                    <a:pt x="6020" y="62"/>
                  </a:lnTo>
                  <a:cubicBezTo>
                    <a:pt x="5953" y="21"/>
                    <a:pt x="5877" y="1"/>
                    <a:pt x="5802"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89"/>
            <p:cNvSpPr/>
            <p:nvPr/>
          </p:nvSpPr>
          <p:spPr>
            <a:xfrm>
              <a:off x="888194" y="3543059"/>
              <a:ext cx="262785" cy="147441"/>
            </a:xfrm>
            <a:custGeom>
              <a:rect b="b" l="l" r="r" t="t"/>
              <a:pathLst>
                <a:path extrusionOk="0" h="5627" w="10029">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89"/>
            <p:cNvSpPr/>
            <p:nvPr/>
          </p:nvSpPr>
          <p:spPr>
            <a:xfrm>
              <a:off x="867573" y="3485230"/>
              <a:ext cx="304159" cy="182291"/>
            </a:xfrm>
            <a:custGeom>
              <a:rect b="b" l="l" r="r" t="t"/>
              <a:pathLst>
                <a:path extrusionOk="0" h="6957" w="11608">
                  <a:moveTo>
                    <a:pt x="5802" y="1"/>
                  </a:moveTo>
                  <a:cubicBezTo>
                    <a:pt x="5726" y="1"/>
                    <a:pt x="5650" y="21"/>
                    <a:pt x="5583" y="62"/>
                  </a:cubicBezTo>
                  <a:lnTo>
                    <a:pt x="792" y="2827"/>
                  </a:lnTo>
                  <a:lnTo>
                    <a:pt x="293" y="3115"/>
                  </a:lnTo>
                  <a:cubicBezTo>
                    <a:pt x="0" y="3283"/>
                    <a:pt x="0" y="3705"/>
                    <a:pt x="293" y="3873"/>
                  </a:cubicBezTo>
                  <a:lnTo>
                    <a:pt x="5583" y="6902"/>
                  </a:lnTo>
                  <a:cubicBezTo>
                    <a:pt x="5650" y="6938"/>
                    <a:pt x="5726" y="6956"/>
                    <a:pt x="5802" y="6956"/>
                  </a:cubicBezTo>
                  <a:cubicBezTo>
                    <a:pt x="5877" y="6956"/>
                    <a:pt x="5953" y="6938"/>
                    <a:pt x="6020" y="6902"/>
                  </a:cubicBezTo>
                  <a:lnTo>
                    <a:pt x="11310" y="3873"/>
                  </a:lnTo>
                  <a:cubicBezTo>
                    <a:pt x="11603" y="3705"/>
                    <a:pt x="11607" y="3283"/>
                    <a:pt x="11315" y="3115"/>
                  </a:cubicBezTo>
                  <a:lnTo>
                    <a:pt x="10815" y="2827"/>
                  </a:lnTo>
                  <a:lnTo>
                    <a:pt x="6020" y="62"/>
                  </a:lnTo>
                  <a:cubicBezTo>
                    <a:pt x="5953" y="21"/>
                    <a:pt x="5877" y="1"/>
                    <a:pt x="5802"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89"/>
            <p:cNvSpPr/>
            <p:nvPr/>
          </p:nvSpPr>
          <p:spPr>
            <a:xfrm>
              <a:off x="888194" y="3485204"/>
              <a:ext cx="262785" cy="147441"/>
            </a:xfrm>
            <a:custGeom>
              <a:rect b="b" l="l" r="r" t="t"/>
              <a:pathLst>
                <a:path extrusionOk="0" h="5627" w="10029">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89"/>
            <p:cNvSpPr/>
            <p:nvPr/>
          </p:nvSpPr>
          <p:spPr>
            <a:xfrm>
              <a:off x="867573" y="3427244"/>
              <a:ext cx="304159" cy="182369"/>
            </a:xfrm>
            <a:custGeom>
              <a:rect b="b" l="l" r="r" t="t"/>
              <a:pathLst>
                <a:path extrusionOk="0" h="6960" w="11608">
                  <a:moveTo>
                    <a:pt x="5802" y="1"/>
                  </a:moveTo>
                  <a:cubicBezTo>
                    <a:pt x="5726" y="1"/>
                    <a:pt x="5650" y="21"/>
                    <a:pt x="5583" y="62"/>
                  </a:cubicBezTo>
                  <a:lnTo>
                    <a:pt x="706" y="2875"/>
                  </a:lnTo>
                  <a:lnTo>
                    <a:pt x="293" y="3115"/>
                  </a:lnTo>
                  <a:cubicBezTo>
                    <a:pt x="0" y="3288"/>
                    <a:pt x="0" y="3705"/>
                    <a:pt x="293" y="3878"/>
                  </a:cubicBezTo>
                  <a:lnTo>
                    <a:pt x="5583" y="6902"/>
                  </a:lnTo>
                  <a:cubicBezTo>
                    <a:pt x="5650" y="6941"/>
                    <a:pt x="5726" y="6960"/>
                    <a:pt x="5802" y="6960"/>
                  </a:cubicBezTo>
                  <a:cubicBezTo>
                    <a:pt x="5877" y="6960"/>
                    <a:pt x="5953" y="6941"/>
                    <a:pt x="6020" y="6902"/>
                  </a:cubicBezTo>
                  <a:lnTo>
                    <a:pt x="11310" y="3878"/>
                  </a:lnTo>
                  <a:cubicBezTo>
                    <a:pt x="11607" y="3710"/>
                    <a:pt x="11607" y="3283"/>
                    <a:pt x="11315" y="3115"/>
                  </a:cubicBezTo>
                  <a:lnTo>
                    <a:pt x="10422" y="2601"/>
                  </a:lnTo>
                  <a:lnTo>
                    <a:pt x="6020" y="62"/>
                  </a:lnTo>
                  <a:cubicBezTo>
                    <a:pt x="5953" y="21"/>
                    <a:pt x="5877" y="1"/>
                    <a:pt x="5802"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89"/>
            <p:cNvSpPr/>
            <p:nvPr/>
          </p:nvSpPr>
          <p:spPr>
            <a:xfrm>
              <a:off x="885941" y="3427218"/>
              <a:ext cx="254715" cy="151870"/>
            </a:xfrm>
            <a:custGeom>
              <a:rect b="b" l="l" r="r" t="t"/>
              <a:pathLst>
                <a:path extrusionOk="0" h="5796" w="9721">
                  <a:moveTo>
                    <a:pt x="5101" y="0"/>
                  </a:moveTo>
                  <a:cubicBezTo>
                    <a:pt x="5025" y="0"/>
                    <a:pt x="4949" y="20"/>
                    <a:pt x="4882" y="58"/>
                  </a:cubicBezTo>
                  <a:lnTo>
                    <a:pt x="0" y="2876"/>
                  </a:lnTo>
                  <a:lnTo>
                    <a:pt x="5036" y="5756"/>
                  </a:lnTo>
                  <a:cubicBezTo>
                    <a:pt x="5081" y="5782"/>
                    <a:pt x="5132" y="5796"/>
                    <a:pt x="5183" y="5796"/>
                  </a:cubicBezTo>
                  <a:cubicBezTo>
                    <a:pt x="5234" y="5796"/>
                    <a:pt x="5285" y="5782"/>
                    <a:pt x="5333" y="5756"/>
                  </a:cubicBezTo>
                  <a:lnTo>
                    <a:pt x="6130" y="5300"/>
                  </a:lnTo>
                  <a:lnTo>
                    <a:pt x="9303" y="3485"/>
                  </a:lnTo>
                  <a:cubicBezTo>
                    <a:pt x="9562" y="3337"/>
                    <a:pt x="9721" y="3068"/>
                    <a:pt x="9721" y="2770"/>
                  </a:cubicBezTo>
                  <a:lnTo>
                    <a:pt x="9721" y="2602"/>
                  </a:lnTo>
                  <a:lnTo>
                    <a:pt x="5319" y="58"/>
                  </a:lnTo>
                  <a:cubicBezTo>
                    <a:pt x="5252" y="20"/>
                    <a:pt x="5176" y="0"/>
                    <a:pt x="510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89"/>
            <p:cNvSpPr/>
            <p:nvPr/>
          </p:nvSpPr>
          <p:spPr>
            <a:xfrm>
              <a:off x="864559" y="3370332"/>
              <a:ext cx="273973" cy="183391"/>
            </a:xfrm>
            <a:custGeom>
              <a:rect b="b" l="l" r="r" t="t"/>
              <a:pathLst>
                <a:path extrusionOk="0" h="6999" w="10456">
                  <a:moveTo>
                    <a:pt x="5919" y="1"/>
                  </a:moveTo>
                  <a:cubicBezTo>
                    <a:pt x="5867" y="1"/>
                    <a:pt x="5816" y="14"/>
                    <a:pt x="5770" y="40"/>
                  </a:cubicBezTo>
                  <a:lnTo>
                    <a:pt x="197" y="3256"/>
                  </a:lnTo>
                  <a:cubicBezTo>
                    <a:pt x="0" y="3376"/>
                    <a:pt x="0" y="3659"/>
                    <a:pt x="197" y="3775"/>
                  </a:cubicBezTo>
                  <a:lnTo>
                    <a:pt x="5770" y="6962"/>
                  </a:lnTo>
                  <a:cubicBezTo>
                    <a:pt x="5816" y="6986"/>
                    <a:pt x="5866" y="6998"/>
                    <a:pt x="5917" y="6998"/>
                  </a:cubicBezTo>
                  <a:cubicBezTo>
                    <a:pt x="5967" y="6998"/>
                    <a:pt x="6017" y="6986"/>
                    <a:pt x="6063" y="6962"/>
                  </a:cubicBezTo>
                  <a:lnTo>
                    <a:pt x="6865" y="6506"/>
                  </a:lnTo>
                  <a:lnTo>
                    <a:pt x="10455" y="4452"/>
                  </a:lnTo>
                  <a:lnTo>
                    <a:pt x="10455" y="2575"/>
                  </a:lnTo>
                  <a:lnTo>
                    <a:pt x="6797" y="463"/>
                  </a:lnTo>
                  <a:lnTo>
                    <a:pt x="6068" y="40"/>
                  </a:lnTo>
                  <a:cubicBezTo>
                    <a:pt x="6022" y="14"/>
                    <a:pt x="5971" y="1"/>
                    <a:pt x="5919"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89"/>
            <p:cNvSpPr/>
            <p:nvPr/>
          </p:nvSpPr>
          <p:spPr>
            <a:xfrm>
              <a:off x="1093333" y="3437778"/>
              <a:ext cx="45199" cy="49208"/>
            </a:xfrm>
            <a:custGeom>
              <a:rect b="b" l="l" r="r" t="t"/>
              <a:pathLst>
                <a:path extrusionOk="0" h="1878" w="1725">
                  <a:moveTo>
                    <a:pt x="1724" y="1"/>
                  </a:moveTo>
                  <a:lnTo>
                    <a:pt x="155" y="759"/>
                  </a:lnTo>
                  <a:cubicBezTo>
                    <a:pt x="1" y="831"/>
                    <a:pt x="1" y="1052"/>
                    <a:pt x="155" y="1129"/>
                  </a:cubicBezTo>
                  <a:lnTo>
                    <a:pt x="1724" y="1878"/>
                  </a:lnTo>
                  <a:lnTo>
                    <a:pt x="1724"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89"/>
            <p:cNvSpPr/>
            <p:nvPr/>
          </p:nvSpPr>
          <p:spPr>
            <a:xfrm>
              <a:off x="858140" y="3428947"/>
              <a:ext cx="140052" cy="214782"/>
            </a:xfrm>
            <a:custGeom>
              <a:rect b="b" l="l" r="r" t="t"/>
              <a:pathLst>
                <a:path extrusionOk="0" h="8197" w="5345">
                  <a:moveTo>
                    <a:pt x="1840" y="1"/>
                  </a:moveTo>
                  <a:cubicBezTo>
                    <a:pt x="1806" y="1"/>
                    <a:pt x="1770" y="10"/>
                    <a:pt x="1733" y="30"/>
                  </a:cubicBezTo>
                  <a:lnTo>
                    <a:pt x="336" y="842"/>
                  </a:lnTo>
                  <a:cubicBezTo>
                    <a:pt x="0" y="1038"/>
                    <a:pt x="0" y="1523"/>
                    <a:pt x="336" y="1720"/>
                  </a:cubicBezTo>
                  <a:lnTo>
                    <a:pt x="1445" y="2354"/>
                  </a:lnTo>
                  <a:lnTo>
                    <a:pt x="548" y="2872"/>
                  </a:lnTo>
                  <a:cubicBezTo>
                    <a:pt x="116" y="3122"/>
                    <a:pt x="116" y="3741"/>
                    <a:pt x="548" y="3991"/>
                  </a:cubicBezTo>
                  <a:lnTo>
                    <a:pt x="1493" y="4533"/>
                  </a:lnTo>
                  <a:lnTo>
                    <a:pt x="548" y="5085"/>
                  </a:lnTo>
                  <a:cubicBezTo>
                    <a:pt x="116" y="5330"/>
                    <a:pt x="116" y="5954"/>
                    <a:pt x="548" y="6199"/>
                  </a:cubicBezTo>
                  <a:lnTo>
                    <a:pt x="1498" y="6746"/>
                  </a:lnTo>
                  <a:lnTo>
                    <a:pt x="1200" y="6914"/>
                  </a:lnTo>
                  <a:cubicBezTo>
                    <a:pt x="1013" y="7020"/>
                    <a:pt x="1090" y="7303"/>
                    <a:pt x="1301" y="7303"/>
                  </a:cubicBezTo>
                  <a:cubicBezTo>
                    <a:pt x="1397" y="7303"/>
                    <a:pt x="1412" y="7260"/>
                    <a:pt x="1911" y="6981"/>
                  </a:cubicBezTo>
                  <a:lnTo>
                    <a:pt x="3985" y="8167"/>
                  </a:lnTo>
                  <a:cubicBezTo>
                    <a:pt x="4021" y="8187"/>
                    <a:pt x="4057" y="8196"/>
                    <a:pt x="4091" y="8196"/>
                  </a:cubicBezTo>
                  <a:cubicBezTo>
                    <a:pt x="4277" y="8196"/>
                    <a:pt x="4394" y="7921"/>
                    <a:pt x="4191" y="7807"/>
                  </a:cubicBezTo>
                  <a:lnTo>
                    <a:pt x="754" y="5844"/>
                  </a:lnTo>
                  <a:cubicBezTo>
                    <a:pt x="600" y="5752"/>
                    <a:pt x="600" y="5531"/>
                    <a:pt x="754" y="5440"/>
                  </a:cubicBezTo>
                  <a:lnTo>
                    <a:pt x="1916" y="4773"/>
                  </a:lnTo>
                  <a:cubicBezTo>
                    <a:pt x="1948" y="4789"/>
                    <a:pt x="1980" y="4796"/>
                    <a:pt x="2010" y="4796"/>
                  </a:cubicBezTo>
                  <a:cubicBezTo>
                    <a:pt x="2198" y="4796"/>
                    <a:pt x="2307" y="4515"/>
                    <a:pt x="2108" y="4403"/>
                  </a:cubicBezTo>
                  <a:lnTo>
                    <a:pt x="1916" y="4293"/>
                  </a:lnTo>
                  <a:lnTo>
                    <a:pt x="754" y="3635"/>
                  </a:lnTo>
                  <a:cubicBezTo>
                    <a:pt x="600" y="3544"/>
                    <a:pt x="600" y="3323"/>
                    <a:pt x="754" y="3237"/>
                  </a:cubicBezTo>
                  <a:lnTo>
                    <a:pt x="1863" y="2594"/>
                  </a:lnTo>
                  <a:lnTo>
                    <a:pt x="4935" y="4351"/>
                  </a:lnTo>
                  <a:cubicBezTo>
                    <a:pt x="4972" y="4371"/>
                    <a:pt x="5008" y="4380"/>
                    <a:pt x="5041" y="4380"/>
                  </a:cubicBezTo>
                  <a:cubicBezTo>
                    <a:pt x="5228" y="4380"/>
                    <a:pt x="5345" y="4104"/>
                    <a:pt x="5141" y="3991"/>
                  </a:cubicBezTo>
                  <a:lnTo>
                    <a:pt x="543" y="1360"/>
                  </a:lnTo>
                  <a:cubicBezTo>
                    <a:pt x="485" y="1326"/>
                    <a:pt x="485" y="1240"/>
                    <a:pt x="543" y="1202"/>
                  </a:cubicBezTo>
                  <a:lnTo>
                    <a:pt x="1945" y="390"/>
                  </a:lnTo>
                  <a:cubicBezTo>
                    <a:pt x="2144" y="277"/>
                    <a:pt x="2026" y="1"/>
                    <a:pt x="18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89"/>
            <p:cNvSpPr/>
            <p:nvPr/>
          </p:nvSpPr>
          <p:spPr>
            <a:xfrm>
              <a:off x="917619" y="3364961"/>
              <a:ext cx="187348" cy="64170"/>
            </a:xfrm>
            <a:custGeom>
              <a:rect b="b" l="l" r="r" t="t"/>
              <a:pathLst>
                <a:path extrusionOk="0" h="2449" w="7150">
                  <a:moveTo>
                    <a:pt x="3868" y="0"/>
                  </a:moveTo>
                  <a:cubicBezTo>
                    <a:pt x="3659" y="0"/>
                    <a:pt x="3746" y="32"/>
                    <a:pt x="183" y="2060"/>
                  </a:cubicBezTo>
                  <a:cubicBezTo>
                    <a:pt x="1" y="2165"/>
                    <a:pt x="78" y="2448"/>
                    <a:pt x="289" y="2448"/>
                  </a:cubicBezTo>
                  <a:cubicBezTo>
                    <a:pt x="295" y="2448"/>
                    <a:pt x="301" y="2449"/>
                    <a:pt x="306" y="2449"/>
                  </a:cubicBezTo>
                  <a:cubicBezTo>
                    <a:pt x="386" y="2449"/>
                    <a:pt x="427" y="2389"/>
                    <a:pt x="3846" y="428"/>
                  </a:cubicBezTo>
                  <a:cubicBezTo>
                    <a:pt x="3859" y="420"/>
                    <a:pt x="3867" y="413"/>
                    <a:pt x="3882" y="413"/>
                  </a:cubicBezTo>
                  <a:cubicBezTo>
                    <a:pt x="3967" y="413"/>
                    <a:pt x="4257" y="628"/>
                    <a:pt x="6741" y="2045"/>
                  </a:cubicBezTo>
                  <a:cubicBezTo>
                    <a:pt x="6778" y="2067"/>
                    <a:pt x="6815" y="2077"/>
                    <a:pt x="6850" y="2077"/>
                  </a:cubicBezTo>
                  <a:cubicBezTo>
                    <a:pt x="7034" y="2077"/>
                    <a:pt x="7149" y="1803"/>
                    <a:pt x="6947" y="1685"/>
                  </a:cubicBezTo>
                  <a:cubicBezTo>
                    <a:pt x="4076" y="53"/>
                    <a:pt x="4134" y="0"/>
                    <a:pt x="3889" y="0"/>
                  </a:cubicBezTo>
                  <a:cubicBezTo>
                    <a:pt x="3882" y="0"/>
                    <a:pt x="3875" y="0"/>
                    <a:pt x="38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89"/>
            <p:cNvSpPr/>
            <p:nvPr/>
          </p:nvSpPr>
          <p:spPr>
            <a:xfrm>
              <a:off x="921497" y="3419226"/>
              <a:ext cx="256522" cy="253693"/>
            </a:xfrm>
            <a:custGeom>
              <a:rect b="b" l="l" r="r" t="t"/>
              <a:pathLst>
                <a:path extrusionOk="0" h="9682" w="9790">
                  <a:moveTo>
                    <a:pt x="8071" y="1040"/>
                  </a:moveTo>
                  <a:lnTo>
                    <a:pt x="8071" y="2254"/>
                  </a:lnTo>
                  <a:lnTo>
                    <a:pt x="6809" y="1649"/>
                  </a:lnTo>
                  <a:lnTo>
                    <a:pt x="8071" y="1040"/>
                  </a:lnTo>
                  <a:close/>
                  <a:moveTo>
                    <a:pt x="7405" y="0"/>
                  </a:moveTo>
                  <a:cubicBezTo>
                    <a:pt x="7220" y="0"/>
                    <a:pt x="7105" y="275"/>
                    <a:pt x="7308" y="392"/>
                  </a:cubicBezTo>
                  <a:lnTo>
                    <a:pt x="7836" y="694"/>
                  </a:lnTo>
                  <a:lnTo>
                    <a:pt x="6237" y="1467"/>
                  </a:lnTo>
                  <a:cubicBezTo>
                    <a:pt x="6079" y="1544"/>
                    <a:pt x="6079" y="1765"/>
                    <a:pt x="6237" y="1842"/>
                  </a:cubicBezTo>
                  <a:lnTo>
                    <a:pt x="7831" y="2605"/>
                  </a:lnTo>
                  <a:lnTo>
                    <a:pt x="3789" y="4914"/>
                  </a:lnTo>
                  <a:cubicBezTo>
                    <a:pt x="3775" y="4921"/>
                    <a:pt x="3759" y="4924"/>
                    <a:pt x="3744" y="4924"/>
                  </a:cubicBezTo>
                  <a:cubicBezTo>
                    <a:pt x="3728" y="4924"/>
                    <a:pt x="3712" y="4921"/>
                    <a:pt x="3698" y="4914"/>
                  </a:cubicBezTo>
                  <a:lnTo>
                    <a:pt x="3444" y="4770"/>
                  </a:lnTo>
                  <a:cubicBezTo>
                    <a:pt x="3406" y="4748"/>
                    <a:pt x="3369" y="4738"/>
                    <a:pt x="3334" y="4738"/>
                  </a:cubicBezTo>
                  <a:cubicBezTo>
                    <a:pt x="3150" y="4738"/>
                    <a:pt x="3035" y="5012"/>
                    <a:pt x="3237" y="5130"/>
                  </a:cubicBezTo>
                  <a:lnTo>
                    <a:pt x="3492" y="5274"/>
                  </a:lnTo>
                  <a:cubicBezTo>
                    <a:pt x="3571" y="5319"/>
                    <a:pt x="3657" y="5342"/>
                    <a:pt x="3744" y="5342"/>
                  </a:cubicBezTo>
                  <a:cubicBezTo>
                    <a:pt x="3830" y="5342"/>
                    <a:pt x="3916" y="5319"/>
                    <a:pt x="3996" y="5274"/>
                  </a:cubicBezTo>
                  <a:lnTo>
                    <a:pt x="8042" y="2960"/>
                  </a:lnTo>
                  <a:lnTo>
                    <a:pt x="9151" y="3603"/>
                  </a:lnTo>
                  <a:cubicBezTo>
                    <a:pt x="9305" y="3690"/>
                    <a:pt x="9305" y="3910"/>
                    <a:pt x="9151" y="4002"/>
                  </a:cubicBezTo>
                  <a:cubicBezTo>
                    <a:pt x="6180" y="5696"/>
                    <a:pt x="7433" y="4981"/>
                    <a:pt x="3861" y="7026"/>
                  </a:cubicBezTo>
                  <a:cubicBezTo>
                    <a:pt x="3825" y="7045"/>
                    <a:pt x="3786" y="7055"/>
                    <a:pt x="3746" y="7055"/>
                  </a:cubicBezTo>
                  <a:cubicBezTo>
                    <a:pt x="3706" y="7055"/>
                    <a:pt x="3667" y="7045"/>
                    <a:pt x="3631" y="7026"/>
                  </a:cubicBezTo>
                  <a:lnTo>
                    <a:pt x="410" y="5182"/>
                  </a:lnTo>
                  <a:cubicBezTo>
                    <a:pt x="373" y="5162"/>
                    <a:pt x="337" y="5153"/>
                    <a:pt x="303" y="5153"/>
                  </a:cubicBezTo>
                  <a:cubicBezTo>
                    <a:pt x="117" y="5153"/>
                    <a:pt x="0" y="5429"/>
                    <a:pt x="203" y="5542"/>
                  </a:cubicBezTo>
                  <a:lnTo>
                    <a:pt x="3424" y="7386"/>
                  </a:lnTo>
                  <a:cubicBezTo>
                    <a:pt x="3523" y="7443"/>
                    <a:pt x="3633" y="7472"/>
                    <a:pt x="3744" y="7472"/>
                  </a:cubicBezTo>
                  <a:cubicBezTo>
                    <a:pt x="3854" y="7472"/>
                    <a:pt x="3964" y="7443"/>
                    <a:pt x="4063" y="7386"/>
                  </a:cubicBezTo>
                  <a:lnTo>
                    <a:pt x="7989" y="5139"/>
                  </a:lnTo>
                  <a:lnTo>
                    <a:pt x="9151" y="5811"/>
                  </a:lnTo>
                  <a:cubicBezTo>
                    <a:pt x="9305" y="5898"/>
                    <a:pt x="9305" y="6123"/>
                    <a:pt x="9151" y="6210"/>
                  </a:cubicBezTo>
                  <a:lnTo>
                    <a:pt x="3861" y="9239"/>
                  </a:lnTo>
                  <a:cubicBezTo>
                    <a:pt x="3825" y="9258"/>
                    <a:pt x="3786" y="9267"/>
                    <a:pt x="3746" y="9267"/>
                  </a:cubicBezTo>
                  <a:cubicBezTo>
                    <a:pt x="3706" y="9267"/>
                    <a:pt x="3667" y="9258"/>
                    <a:pt x="3631" y="9239"/>
                  </a:cubicBezTo>
                  <a:lnTo>
                    <a:pt x="2498" y="8586"/>
                  </a:lnTo>
                  <a:cubicBezTo>
                    <a:pt x="2461" y="8565"/>
                    <a:pt x="2425" y="8556"/>
                    <a:pt x="2392" y="8556"/>
                  </a:cubicBezTo>
                  <a:cubicBezTo>
                    <a:pt x="2205" y="8556"/>
                    <a:pt x="2088" y="8832"/>
                    <a:pt x="2291" y="8946"/>
                  </a:cubicBezTo>
                  <a:lnTo>
                    <a:pt x="3424" y="9599"/>
                  </a:lnTo>
                  <a:cubicBezTo>
                    <a:pt x="3523" y="9654"/>
                    <a:pt x="3633" y="9681"/>
                    <a:pt x="3744" y="9681"/>
                  </a:cubicBezTo>
                  <a:cubicBezTo>
                    <a:pt x="3854" y="9681"/>
                    <a:pt x="3964" y="9654"/>
                    <a:pt x="4063" y="9599"/>
                  </a:cubicBezTo>
                  <a:lnTo>
                    <a:pt x="7989" y="7352"/>
                  </a:lnTo>
                  <a:lnTo>
                    <a:pt x="9151" y="8024"/>
                  </a:lnTo>
                  <a:cubicBezTo>
                    <a:pt x="9305" y="8111"/>
                    <a:pt x="9305" y="8331"/>
                    <a:pt x="9151" y="8423"/>
                  </a:cubicBezTo>
                  <a:lnTo>
                    <a:pt x="8177" y="8979"/>
                  </a:lnTo>
                  <a:cubicBezTo>
                    <a:pt x="7994" y="9085"/>
                    <a:pt x="8071" y="9363"/>
                    <a:pt x="8282" y="9368"/>
                  </a:cubicBezTo>
                  <a:cubicBezTo>
                    <a:pt x="8378" y="9368"/>
                    <a:pt x="8340" y="9354"/>
                    <a:pt x="9357" y="8783"/>
                  </a:cubicBezTo>
                  <a:cubicBezTo>
                    <a:pt x="9789" y="8533"/>
                    <a:pt x="9789" y="7914"/>
                    <a:pt x="9357" y="7664"/>
                  </a:cubicBezTo>
                  <a:lnTo>
                    <a:pt x="8407" y="7117"/>
                  </a:lnTo>
                  <a:lnTo>
                    <a:pt x="9353" y="6575"/>
                  </a:lnTo>
                  <a:cubicBezTo>
                    <a:pt x="9785" y="6325"/>
                    <a:pt x="9785" y="5706"/>
                    <a:pt x="9353" y="5456"/>
                  </a:cubicBezTo>
                  <a:lnTo>
                    <a:pt x="8407" y="4904"/>
                  </a:lnTo>
                  <a:lnTo>
                    <a:pt x="9353" y="4362"/>
                  </a:lnTo>
                  <a:cubicBezTo>
                    <a:pt x="9785" y="4112"/>
                    <a:pt x="9785" y="3493"/>
                    <a:pt x="9353" y="3243"/>
                  </a:cubicBezTo>
                  <a:lnTo>
                    <a:pt x="8484" y="2744"/>
                  </a:lnTo>
                  <a:cubicBezTo>
                    <a:pt x="8484" y="550"/>
                    <a:pt x="8503" y="661"/>
                    <a:pt x="8436" y="574"/>
                  </a:cubicBezTo>
                  <a:cubicBezTo>
                    <a:pt x="8388" y="521"/>
                    <a:pt x="8412" y="555"/>
                    <a:pt x="7514" y="32"/>
                  </a:cubicBezTo>
                  <a:cubicBezTo>
                    <a:pt x="7476" y="10"/>
                    <a:pt x="7439" y="0"/>
                    <a:pt x="7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89"/>
            <p:cNvSpPr/>
            <p:nvPr/>
          </p:nvSpPr>
          <p:spPr>
            <a:xfrm>
              <a:off x="988654" y="3664482"/>
              <a:ext cx="138952" cy="66397"/>
            </a:xfrm>
            <a:custGeom>
              <a:rect b="b" l="l" r="r" t="t"/>
              <a:pathLst>
                <a:path extrusionOk="0" h="2534" w="5303">
                  <a:moveTo>
                    <a:pt x="5003" y="1"/>
                  </a:moveTo>
                  <a:cubicBezTo>
                    <a:pt x="4968" y="1"/>
                    <a:pt x="4931" y="10"/>
                    <a:pt x="4894" y="32"/>
                  </a:cubicBezTo>
                  <a:lnTo>
                    <a:pt x="1293" y="2087"/>
                  </a:lnTo>
                  <a:cubicBezTo>
                    <a:pt x="1257" y="2108"/>
                    <a:pt x="1218" y="2119"/>
                    <a:pt x="1178" y="2119"/>
                  </a:cubicBezTo>
                  <a:cubicBezTo>
                    <a:pt x="1139" y="2119"/>
                    <a:pt x="1099" y="2108"/>
                    <a:pt x="1063" y="2087"/>
                  </a:cubicBezTo>
                  <a:lnTo>
                    <a:pt x="410" y="1712"/>
                  </a:lnTo>
                  <a:cubicBezTo>
                    <a:pt x="373" y="1692"/>
                    <a:pt x="337" y="1683"/>
                    <a:pt x="304" y="1683"/>
                  </a:cubicBezTo>
                  <a:cubicBezTo>
                    <a:pt x="117" y="1683"/>
                    <a:pt x="0" y="1959"/>
                    <a:pt x="204" y="2072"/>
                  </a:cubicBezTo>
                  <a:cubicBezTo>
                    <a:pt x="794" y="2389"/>
                    <a:pt x="905" y="2533"/>
                    <a:pt x="1178" y="2533"/>
                  </a:cubicBezTo>
                  <a:cubicBezTo>
                    <a:pt x="1481" y="2533"/>
                    <a:pt x="1293" y="2533"/>
                    <a:pt x="5100" y="392"/>
                  </a:cubicBezTo>
                  <a:cubicBezTo>
                    <a:pt x="5302" y="275"/>
                    <a:pt x="5187" y="1"/>
                    <a:pt x="50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89"/>
            <p:cNvSpPr/>
            <p:nvPr/>
          </p:nvSpPr>
          <p:spPr>
            <a:xfrm>
              <a:off x="861022" y="3620252"/>
              <a:ext cx="124436" cy="88486"/>
            </a:xfrm>
            <a:custGeom>
              <a:rect b="b" l="l" r="r" t="t"/>
              <a:pathLst>
                <a:path extrusionOk="0" h="3377" w="4749">
                  <a:moveTo>
                    <a:pt x="483" y="1"/>
                  </a:moveTo>
                  <a:cubicBezTo>
                    <a:pt x="438" y="1"/>
                    <a:pt x="391" y="17"/>
                    <a:pt x="346" y="55"/>
                  </a:cubicBezTo>
                  <a:cubicBezTo>
                    <a:pt x="1" y="343"/>
                    <a:pt x="49" y="885"/>
                    <a:pt x="438" y="1111"/>
                  </a:cubicBezTo>
                  <a:cubicBezTo>
                    <a:pt x="4297" y="3305"/>
                    <a:pt x="4364" y="3377"/>
                    <a:pt x="4442" y="3377"/>
                  </a:cubicBezTo>
                  <a:cubicBezTo>
                    <a:pt x="4448" y="3377"/>
                    <a:pt x="4453" y="3376"/>
                    <a:pt x="4460" y="3376"/>
                  </a:cubicBezTo>
                  <a:cubicBezTo>
                    <a:pt x="4671" y="3376"/>
                    <a:pt x="4748" y="3093"/>
                    <a:pt x="4561" y="2992"/>
                  </a:cubicBezTo>
                  <a:lnTo>
                    <a:pt x="644" y="751"/>
                  </a:lnTo>
                  <a:cubicBezTo>
                    <a:pt x="505" y="669"/>
                    <a:pt x="486" y="477"/>
                    <a:pt x="610" y="371"/>
                  </a:cubicBezTo>
                  <a:cubicBezTo>
                    <a:pt x="786" y="234"/>
                    <a:pt x="653" y="1"/>
                    <a:pt x="4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9" name="Google Shape;19029;p89"/>
          <p:cNvGrpSpPr/>
          <p:nvPr/>
        </p:nvGrpSpPr>
        <p:grpSpPr>
          <a:xfrm>
            <a:off x="4014938" y="1504295"/>
            <a:ext cx="318125" cy="362931"/>
            <a:chOff x="4014938" y="1504295"/>
            <a:chExt cx="318125" cy="362931"/>
          </a:xfrm>
        </p:grpSpPr>
        <p:sp>
          <p:nvSpPr>
            <p:cNvPr id="19030" name="Google Shape;19030;p89"/>
            <p:cNvSpPr/>
            <p:nvPr/>
          </p:nvSpPr>
          <p:spPr>
            <a:xfrm>
              <a:off x="4020467" y="1509745"/>
              <a:ext cx="307172" cy="351821"/>
            </a:xfrm>
            <a:custGeom>
              <a:rect b="b" l="l" r="r" t="t"/>
              <a:pathLst>
                <a:path extrusionOk="0" h="13427" w="11723">
                  <a:moveTo>
                    <a:pt x="5864" y="0"/>
                  </a:moveTo>
                  <a:cubicBezTo>
                    <a:pt x="5757" y="0"/>
                    <a:pt x="5651" y="29"/>
                    <a:pt x="5555" y="86"/>
                  </a:cubicBezTo>
                  <a:lnTo>
                    <a:pt x="418" y="3043"/>
                  </a:lnTo>
                  <a:cubicBezTo>
                    <a:pt x="293" y="3115"/>
                    <a:pt x="188" y="3221"/>
                    <a:pt x="116" y="3346"/>
                  </a:cubicBezTo>
                  <a:lnTo>
                    <a:pt x="116" y="3351"/>
                  </a:lnTo>
                  <a:cubicBezTo>
                    <a:pt x="39" y="3475"/>
                    <a:pt x="1" y="3624"/>
                    <a:pt x="1" y="3768"/>
                  </a:cubicBezTo>
                  <a:lnTo>
                    <a:pt x="1" y="9711"/>
                  </a:lnTo>
                  <a:cubicBezTo>
                    <a:pt x="1" y="9922"/>
                    <a:pt x="116" y="10119"/>
                    <a:pt x="303" y="10224"/>
                  </a:cubicBezTo>
                  <a:lnTo>
                    <a:pt x="5876" y="13426"/>
                  </a:lnTo>
                  <a:lnTo>
                    <a:pt x="11440" y="10215"/>
                  </a:lnTo>
                  <a:cubicBezTo>
                    <a:pt x="11454" y="10205"/>
                    <a:pt x="11468" y="10196"/>
                    <a:pt x="11483" y="10186"/>
                  </a:cubicBezTo>
                  <a:cubicBezTo>
                    <a:pt x="11488" y="10181"/>
                    <a:pt x="11497" y="10176"/>
                    <a:pt x="11502" y="10172"/>
                  </a:cubicBezTo>
                  <a:lnTo>
                    <a:pt x="11526" y="10152"/>
                  </a:lnTo>
                  <a:lnTo>
                    <a:pt x="11550" y="10133"/>
                  </a:lnTo>
                  <a:lnTo>
                    <a:pt x="11564" y="10119"/>
                  </a:lnTo>
                  <a:lnTo>
                    <a:pt x="11574" y="10109"/>
                  </a:lnTo>
                  <a:lnTo>
                    <a:pt x="11588" y="10095"/>
                  </a:lnTo>
                  <a:lnTo>
                    <a:pt x="11593" y="10090"/>
                  </a:lnTo>
                  <a:cubicBezTo>
                    <a:pt x="11598" y="10080"/>
                    <a:pt x="11603" y="10076"/>
                    <a:pt x="11608" y="10066"/>
                  </a:cubicBezTo>
                  <a:cubicBezTo>
                    <a:pt x="11617" y="10056"/>
                    <a:pt x="11622" y="10052"/>
                    <a:pt x="11627" y="10042"/>
                  </a:cubicBezTo>
                  <a:lnTo>
                    <a:pt x="11632" y="10032"/>
                  </a:lnTo>
                  <a:cubicBezTo>
                    <a:pt x="11641" y="10023"/>
                    <a:pt x="11646" y="10018"/>
                    <a:pt x="11646" y="10008"/>
                  </a:cubicBezTo>
                  <a:cubicBezTo>
                    <a:pt x="11670" y="9975"/>
                    <a:pt x="11684" y="9936"/>
                    <a:pt x="11699" y="9898"/>
                  </a:cubicBezTo>
                  <a:cubicBezTo>
                    <a:pt x="11699" y="9893"/>
                    <a:pt x="11704" y="9888"/>
                    <a:pt x="11704" y="9879"/>
                  </a:cubicBezTo>
                  <a:cubicBezTo>
                    <a:pt x="11708" y="9874"/>
                    <a:pt x="11708" y="9860"/>
                    <a:pt x="11713" y="9855"/>
                  </a:cubicBezTo>
                  <a:cubicBezTo>
                    <a:pt x="11713" y="9845"/>
                    <a:pt x="11713" y="9845"/>
                    <a:pt x="11718" y="9836"/>
                  </a:cubicBezTo>
                  <a:cubicBezTo>
                    <a:pt x="11718" y="9821"/>
                    <a:pt x="11723" y="9807"/>
                    <a:pt x="11723" y="9792"/>
                  </a:cubicBezTo>
                  <a:lnTo>
                    <a:pt x="11723" y="9778"/>
                  </a:lnTo>
                  <a:lnTo>
                    <a:pt x="11723" y="9754"/>
                  </a:lnTo>
                  <a:cubicBezTo>
                    <a:pt x="11723" y="9749"/>
                    <a:pt x="11723" y="9740"/>
                    <a:pt x="11723" y="9735"/>
                  </a:cubicBezTo>
                  <a:lnTo>
                    <a:pt x="11723" y="9706"/>
                  </a:lnTo>
                  <a:lnTo>
                    <a:pt x="11723" y="3715"/>
                  </a:lnTo>
                  <a:cubicBezTo>
                    <a:pt x="11723" y="3451"/>
                    <a:pt x="11584" y="3207"/>
                    <a:pt x="11353" y="3072"/>
                  </a:cubicBezTo>
                  <a:lnTo>
                    <a:pt x="6683" y="379"/>
                  </a:lnTo>
                  <a:lnTo>
                    <a:pt x="6174" y="86"/>
                  </a:lnTo>
                  <a:cubicBezTo>
                    <a:pt x="6078" y="29"/>
                    <a:pt x="5971" y="0"/>
                    <a:pt x="586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89"/>
            <p:cNvSpPr/>
            <p:nvPr/>
          </p:nvSpPr>
          <p:spPr>
            <a:xfrm>
              <a:off x="4020467" y="1597262"/>
              <a:ext cx="307172" cy="264305"/>
            </a:xfrm>
            <a:custGeom>
              <a:rect b="b" l="l" r="r" t="t"/>
              <a:pathLst>
                <a:path extrusionOk="0" h="10087" w="11723">
                  <a:moveTo>
                    <a:pt x="11622" y="1"/>
                  </a:moveTo>
                  <a:lnTo>
                    <a:pt x="5862" y="3294"/>
                  </a:lnTo>
                  <a:lnTo>
                    <a:pt x="831" y="419"/>
                  </a:lnTo>
                  <a:lnTo>
                    <a:pt x="116" y="11"/>
                  </a:lnTo>
                  <a:cubicBezTo>
                    <a:pt x="39" y="135"/>
                    <a:pt x="1" y="284"/>
                    <a:pt x="1" y="428"/>
                  </a:cubicBezTo>
                  <a:lnTo>
                    <a:pt x="1" y="6371"/>
                  </a:lnTo>
                  <a:cubicBezTo>
                    <a:pt x="1" y="6582"/>
                    <a:pt x="116" y="6779"/>
                    <a:pt x="303" y="6884"/>
                  </a:cubicBezTo>
                  <a:lnTo>
                    <a:pt x="5876" y="10086"/>
                  </a:lnTo>
                  <a:lnTo>
                    <a:pt x="11440" y="6875"/>
                  </a:lnTo>
                  <a:cubicBezTo>
                    <a:pt x="11454" y="6865"/>
                    <a:pt x="11468" y="6856"/>
                    <a:pt x="11483" y="6846"/>
                  </a:cubicBezTo>
                  <a:cubicBezTo>
                    <a:pt x="11488" y="6841"/>
                    <a:pt x="11497" y="6836"/>
                    <a:pt x="11502" y="6832"/>
                  </a:cubicBezTo>
                  <a:lnTo>
                    <a:pt x="11526" y="6812"/>
                  </a:lnTo>
                  <a:lnTo>
                    <a:pt x="11550" y="6793"/>
                  </a:lnTo>
                  <a:lnTo>
                    <a:pt x="11564" y="6779"/>
                  </a:lnTo>
                  <a:lnTo>
                    <a:pt x="11574" y="6769"/>
                  </a:lnTo>
                  <a:lnTo>
                    <a:pt x="11588" y="6755"/>
                  </a:lnTo>
                  <a:lnTo>
                    <a:pt x="11593" y="6750"/>
                  </a:lnTo>
                  <a:cubicBezTo>
                    <a:pt x="11598" y="6740"/>
                    <a:pt x="11603" y="6736"/>
                    <a:pt x="11608" y="6726"/>
                  </a:cubicBezTo>
                  <a:cubicBezTo>
                    <a:pt x="11617" y="6716"/>
                    <a:pt x="11622" y="6712"/>
                    <a:pt x="11627" y="6702"/>
                  </a:cubicBezTo>
                  <a:lnTo>
                    <a:pt x="11632" y="6692"/>
                  </a:lnTo>
                  <a:cubicBezTo>
                    <a:pt x="11641" y="6683"/>
                    <a:pt x="11646" y="6678"/>
                    <a:pt x="11646" y="6668"/>
                  </a:cubicBezTo>
                  <a:cubicBezTo>
                    <a:pt x="11670" y="6635"/>
                    <a:pt x="11684" y="6596"/>
                    <a:pt x="11699" y="6558"/>
                  </a:cubicBezTo>
                  <a:cubicBezTo>
                    <a:pt x="11699" y="6553"/>
                    <a:pt x="11704" y="6548"/>
                    <a:pt x="11704" y="6539"/>
                  </a:cubicBezTo>
                  <a:cubicBezTo>
                    <a:pt x="11708" y="6534"/>
                    <a:pt x="11708" y="6520"/>
                    <a:pt x="11713" y="6515"/>
                  </a:cubicBezTo>
                  <a:cubicBezTo>
                    <a:pt x="11713" y="6505"/>
                    <a:pt x="11713" y="6505"/>
                    <a:pt x="11718" y="6496"/>
                  </a:cubicBezTo>
                  <a:cubicBezTo>
                    <a:pt x="11718" y="6481"/>
                    <a:pt x="11723" y="6467"/>
                    <a:pt x="11723" y="6452"/>
                  </a:cubicBezTo>
                  <a:lnTo>
                    <a:pt x="11723" y="6438"/>
                  </a:lnTo>
                  <a:lnTo>
                    <a:pt x="11723" y="6414"/>
                  </a:lnTo>
                  <a:cubicBezTo>
                    <a:pt x="11723" y="6409"/>
                    <a:pt x="11723" y="6400"/>
                    <a:pt x="11723" y="6395"/>
                  </a:cubicBezTo>
                  <a:lnTo>
                    <a:pt x="11723" y="6366"/>
                  </a:lnTo>
                  <a:lnTo>
                    <a:pt x="11723" y="371"/>
                  </a:lnTo>
                  <a:cubicBezTo>
                    <a:pt x="11723" y="241"/>
                    <a:pt x="11684" y="116"/>
                    <a:pt x="11622"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89"/>
            <p:cNvSpPr/>
            <p:nvPr/>
          </p:nvSpPr>
          <p:spPr>
            <a:xfrm>
              <a:off x="4020598" y="1597393"/>
              <a:ext cx="153468" cy="238757"/>
            </a:xfrm>
            <a:custGeom>
              <a:rect b="b" l="l" r="r" t="t"/>
              <a:pathLst>
                <a:path extrusionOk="0" h="9112" w="5857">
                  <a:moveTo>
                    <a:pt x="116" y="1"/>
                  </a:moveTo>
                  <a:lnTo>
                    <a:pt x="111" y="6"/>
                  </a:lnTo>
                  <a:cubicBezTo>
                    <a:pt x="39" y="130"/>
                    <a:pt x="0" y="274"/>
                    <a:pt x="0" y="423"/>
                  </a:cubicBezTo>
                  <a:lnTo>
                    <a:pt x="0" y="5727"/>
                  </a:lnTo>
                  <a:lnTo>
                    <a:pt x="5857" y="9112"/>
                  </a:lnTo>
                  <a:lnTo>
                    <a:pt x="5857" y="3289"/>
                  </a:lnTo>
                  <a:lnTo>
                    <a:pt x="116"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89"/>
            <p:cNvSpPr/>
            <p:nvPr/>
          </p:nvSpPr>
          <p:spPr>
            <a:xfrm>
              <a:off x="4174040" y="1597262"/>
              <a:ext cx="153599" cy="264436"/>
            </a:xfrm>
            <a:custGeom>
              <a:rect b="b" l="l" r="r" t="t"/>
              <a:pathLst>
                <a:path extrusionOk="0" h="10092" w="5862">
                  <a:moveTo>
                    <a:pt x="5761" y="1"/>
                  </a:moveTo>
                  <a:lnTo>
                    <a:pt x="1" y="3294"/>
                  </a:lnTo>
                  <a:lnTo>
                    <a:pt x="1" y="10091"/>
                  </a:lnTo>
                  <a:lnTo>
                    <a:pt x="5564" y="6880"/>
                  </a:lnTo>
                  <a:cubicBezTo>
                    <a:pt x="5747" y="6774"/>
                    <a:pt x="5862" y="6582"/>
                    <a:pt x="5862" y="6366"/>
                  </a:cubicBezTo>
                  <a:lnTo>
                    <a:pt x="5862" y="371"/>
                  </a:lnTo>
                  <a:cubicBezTo>
                    <a:pt x="5862" y="241"/>
                    <a:pt x="5828" y="116"/>
                    <a:pt x="57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89"/>
            <p:cNvSpPr/>
            <p:nvPr/>
          </p:nvSpPr>
          <p:spPr>
            <a:xfrm>
              <a:off x="4174040" y="1597393"/>
              <a:ext cx="153599" cy="238757"/>
            </a:xfrm>
            <a:custGeom>
              <a:rect b="b" l="l" r="r" t="t"/>
              <a:pathLst>
                <a:path extrusionOk="0" h="9112" w="5862">
                  <a:moveTo>
                    <a:pt x="5761" y="1"/>
                  </a:moveTo>
                  <a:lnTo>
                    <a:pt x="1" y="3294"/>
                  </a:lnTo>
                  <a:lnTo>
                    <a:pt x="1" y="9112"/>
                  </a:lnTo>
                  <a:lnTo>
                    <a:pt x="5564" y="5900"/>
                  </a:lnTo>
                  <a:cubicBezTo>
                    <a:pt x="5747" y="5795"/>
                    <a:pt x="5862" y="5598"/>
                    <a:pt x="5862" y="5387"/>
                  </a:cubicBezTo>
                  <a:lnTo>
                    <a:pt x="5862" y="366"/>
                  </a:lnTo>
                  <a:cubicBezTo>
                    <a:pt x="5862" y="236"/>
                    <a:pt x="5828" y="111"/>
                    <a:pt x="576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89"/>
            <p:cNvSpPr/>
            <p:nvPr/>
          </p:nvSpPr>
          <p:spPr>
            <a:xfrm>
              <a:off x="4015174" y="1504295"/>
              <a:ext cx="317889" cy="362931"/>
            </a:xfrm>
            <a:custGeom>
              <a:rect b="b" l="l" r="r" t="t"/>
              <a:pathLst>
                <a:path extrusionOk="0" h="13851" w="12132">
                  <a:moveTo>
                    <a:pt x="6064" y="0"/>
                  </a:moveTo>
                  <a:cubicBezTo>
                    <a:pt x="5921" y="0"/>
                    <a:pt x="5778" y="38"/>
                    <a:pt x="5651" y="112"/>
                  </a:cubicBezTo>
                  <a:lnTo>
                    <a:pt x="4988" y="496"/>
                  </a:lnTo>
                  <a:cubicBezTo>
                    <a:pt x="4789" y="610"/>
                    <a:pt x="4907" y="886"/>
                    <a:pt x="5093" y="886"/>
                  </a:cubicBezTo>
                  <a:cubicBezTo>
                    <a:pt x="5127" y="886"/>
                    <a:pt x="5163" y="877"/>
                    <a:pt x="5200" y="856"/>
                  </a:cubicBezTo>
                  <a:lnTo>
                    <a:pt x="5857" y="472"/>
                  </a:lnTo>
                  <a:cubicBezTo>
                    <a:pt x="5922" y="436"/>
                    <a:pt x="5994" y="418"/>
                    <a:pt x="6066" y="418"/>
                  </a:cubicBezTo>
                  <a:cubicBezTo>
                    <a:pt x="6137" y="418"/>
                    <a:pt x="6208" y="436"/>
                    <a:pt x="6270" y="472"/>
                  </a:cubicBezTo>
                  <a:lnTo>
                    <a:pt x="11450" y="3463"/>
                  </a:lnTo>
                  <a:cubicBezTo>
                    <a:pt x="11469" y="3472"/>
                    <a:pt x="11488" y="3487"/>
                    <a:pt x="11502" y="3496"/>
                  </a:cubicBezTo>
                  <a:lnTo>
                    <a:pt x="6064" y="6607"/>
                  </a:lnTo>
                  <a:lnTo>
                    <a:pt x="5281" y="6160"/>
                  </a:lnTo>
                  <a:cubicBezTo>
                    <a:pt x="5244" y="6138"/>
                    <a:pt x="5207" y="6129"/>
                    <a:pt x="5172" y="6129"/>
                  </a:cubicBezTo>
                  <a:cubicBezTo>
                    <a:pt x="4987" y="6129"/>
                    <a:pt x="4873" y="6403"/>
                    <a:pt x="5075" y="6520"/>
                  </a:cubicBezTo>
                  <a:lnTo>
                    <a:pt x="5857" y="6967"/>
                  </a:lnTo>
                  <a:lnTo>
                    <a:pt x="5857" y="13284"/>
                  </a:lnTo>
                  <a:lnTo>
                    <a:pt x="606" y="10255"/>
                  </a:lnTo>
                  <a:cubicBezTo>
                    <a:pt x="486" y="10183"/>
                    <a:pt x="414" y="10058"/>
                    <a:pt x="414" y="9919"/>
                  </a:cubicBezTo>
                  <a:lnTo>
                    <a:pt x="414" y="9458"/>
                  </a:lnTo>
                  <a:cubicBezTo>
                    <a:pt x="414" y="9321"/>
                    <a:pt x="311" y="9253"/>
                    <a:pt x="207" y="9253"/>
                  </a:cubicBezTo>
                  <a:cubicBezTo>
                    <a:pt x="104" y="9253"/>
                    <a:pt x="1" y="9321"/>
                    <a:pt x="1" y="9458"/>
                  </a:cubicBezTo>
                  <a:lnTo>
                    <a:pt x="1" y="9919"/>
                  </a:lnTo>
                  <a:cubicBezTo>
                    <a:pt x="1" y="10202"/>
                    <a:pt x="155" y="10466"/>
                    <a:pt x="399" y="10610"/>
                  </a:cubicBezTo>
                  <a:lnTo>
                    <a:pt x="5963" y="13821"/>
                  </a:lnTo>
                  <a:cubicBezTo>
                    <a:pt x="5994" y="13841"/>
                    <a:pt x="6030" y="13850"/>
                    <a:pt x="6066" y="13850"/>
                  </a:cubicBezTo>
                  <a:cubicBezTo>
                    <a:pt x="6102" y="13850"/>
                    <a:pt x="6138" y="13841"/>
                    <a:pt x="6169" y="13821"/>
                  </a:cubicBezTo>
                  <a:lnTo>
                    <a:pt x="8209" y="12645"/>
                  </a:lnTo>
                  <a:cubicBezTo>
                    <a:pt x="8412" y="12528"/>
                    <a:pt x="8297" y="12254"/>
                    <a:pt x="8112" y="12254"/>
                  </a:cubicBezTo>
                  <a:cubicBezTo>
                    <a:pt x="8078" y="12254"/>
                    <a:pt x="8041" y="12263"/>
                    <a:pt x="8003" y="12285"/>
                  </a:cubicBezTo>
                  <a:lnTo>
                    <a:pt x="6275" y="13284"/>
                  </a:lnTo>
                  <a:lnTo>
                    <a:pt x="6275" y="6962"/>
                  </a:lnTo>
                  <a:lnTo>
                    <a:pt x="11714" y="3851"/>
                  </a:lnTo>
                  <a:lnTo>
                    <a:pt x="11714" y="3871"/>
                  </a:lnTo>
                  <a:lnTo>
                    <a:pt x="11714" y="3885"/>
                  </a:lnTo>
                  <a:lnTo>
                    <a:pt x="11714" y="3919"/>
                  </a:lnTo>
                  <a:lnTo>
                    <a:pt x="11714" y="9914"/>
                  </a:lnTo>
                  <a:cubicBezTo>
                    <a:pt x="11714" y="10053"/>
                    <a:pt x="11642" y="10178"/>
                    <a:pt x="11522" y="10250"/>
                  </a:cubicBezTo>
                  <a:lnTo>
                    <a:pt x="8713" y="11868"/>
                  </a:lnTo>
                  <a:cubicBezTo>
                    <a:pt x="8511" y="11985"/>
                    <a:pt x="8629" y="12259"/>
                    <a:pt x="8812" y="12259"/>
                  </a:cubicBezTo>
                  <a:cubicBezTo>
                    <a:pt x="8846" y="12259"/>
                    <a:pt x="8883" y="12250"/>
                    <a:pt x="8920" y="12228"/>
                  </a:cubicBezTo>
                  <a:lnTo>
                    <a:pt x="11728" y="10610"/>
                  </a:lnTo>
                  <a:cubicBezTo>
                    <a:pt x="11978" y="10466"/>
                    <a:pt x="12131" y="10202"/>
                    <a:pt x="12131" y="9914"/>
                  </a:cubicBezTo>
                  <a:lnTo>
                    <a:pt x="12131" y="3919"/>
                  </a:lnTo>
                  <a:cubicBezTo>
                    <a:pt x="12131" y="3755"/>
                    <a:pt x="12088" y="3592"/>
                    <a:pt x="12006" y="3448"/>
                  </a:cubicBezTo>
                  <a:cubicBezTo>
                    <a:pt x="11920" y="3304"/>
                    <a:pt x="11805" y="3184"/>
                    <a:pt x="11661" y="3103"/>
                  </a:cubicBezTo>
                  <a:lnTo>
                    <a:pt x="6481" y="112"/>
                  </a:lnTo>
                  <a:cubicBezTo>
                    <a:pt x="6352" y="38"/>
                    <a:pt x="6208" y="0"/>
                    <a:pt x="60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89"/>
            <p:cNvSpPr/>
            <p:nvPr/>
          </p:nvSpPr>
          <p:spPr>
            <a:xfrm>
              <a:off x="4014938" y="1527196"/>
              <a:ext cx="124934" cy="208598"/>
            </a:xfrm>
            <a:custGeom>
              <a:rect b="b" l="l" r="r" t="t"/>
              <a:pathLst>
                <a:path extrusionOk="0" h="7961" w="4768">
                  <a:moveTo>
                    <a:pt x="4384" y="1"/>
                  </a:moveTo>
                  <a:cubicBezTo>
                    <a:pt x="4350" y="1"/>
                    <a:pt x="4314" y="9"/>
                    <a:pt x="4277" y="30"/>
                  </a:cubicBezTo>
                  <a:lnTo>
                    <a:pt x="524" y="2195"/>
                  </a:lnTo>
                  <a:cubicBezTo>
                    <a:pt x="202" y="2382"/>
                    <a:pt x="5" y="2728"/>
                    <a:pt x="5" y="3102"/>
                  </a:cubicBezTo>
                  <a:lnTo>
                    <a:pt x="5" y="7754"/>
                  </a:lnTo>
                  <a:cubicBezTo>
                    <a:pt x="1" y="7866"/>
                    <a:pt x="92" y="7960"/>
                    <a:pt x="208" y="7960"/>
                  </a:cubicBezTo>
                  <a:cubicBezTo>
                    <a:pt x="211" y="7960"/>
                    <a:pt x="214" y="7960"/>
                    <a:pt x="216" y="7960"/>
                  </a:cubicBezTo>
                  <a:cubicBezTo>
                    <a:pt x="332" y="7960"/>
                    <a:pt x="423" y="7869"/>
                    <a:pt x="423" y="7754"/>
                  </a:cubicBezTo>
                  <a:lnTo>
                    <a:pt x="423" y="3102"/>
                  </a:lnTo>
                  <a:lnTo>
                    <a:pt x="423" y="3049"/>
                  </a:lnTo>
                  <a:lnTo>
                    <a:pt x="423" y="3035"/>
                  </a:lnTo>
                  <a:cubicBezTo>
                    <a:pt x="423" y="3021"/>
                    <a:pt x="428" y="3001"/>
                    <a:pt x="428" y="2987"/>
                  </a:cubicBezTo>
                  <a:lnTo>
                    <a:pt x="428" y="2982"/>
                  </a:lnTo>
                  <a:lnTo>
                    <a:pt x="4359" y="5229"/>
                  </a:lnTo>
                  <a:cubicBezTo>
                    <a:pt x="4397" y="5251"/>
                    <a:pt x="4434" y="5260"/>
                    <a:pt x="4468" y="5260"/>
                  </a:cubicBezTo>
                  <a:cubicBezTo>
                    <a:pt x="4653" y="5260"/>
                    <a:pt x="4768" y="4986"/>
                    <a:pt x="4565" y="4869"/>
                  </a:cubicBezTo>
                  <a:lnTo>
                    <a:pt x="639" y="2622"/>
                  </a:lnTo>
                  <a:cubicBezTo>
                    <a:pt x="668" y="2598"/>
                    <a:pt x="701" y="2574"/>
                    <a:pt x="735" y="2555"/>
                  </a:cubicBezTo>
                  <a:lnTo>
                    <a:pt x="4484" y="390"/>
                  </a:lnTo>
                  <a:cubicBezTo>
                    <a:pt x="4687" y="276"/>
                    <a:pt x="4570" y="1"/>
                    <a:pt x="43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37" name="Google Shape;19037;p89"/>
          <p:cNvGrpSpPr/>
          <p:nvPr/>
        </p:nvGrpSpPr>
        <p:grpSpPr>
          <a:xfrm>
            <a:off x="1308797" y="3365118"/>
            <a:ext cx="311705" cy="365499"/>
            <a:chOff x="1308797" y="3365118"/>
            <a:chExt cx="311705" cy="365499"/>
          </a:xfrm>
        </p:grpSpPr>
        <p:sp>
          <p:nvSpPr>
            <p:cNvPr id="19038" name="Google Shape;19038;p89"/>
            <p:cNvSpPr/>
            <p:nvPr/>
          </p:nvSpPr>
          <p:spPr>
            <a:xfrm>
              <a:off x="1322003" y="3370673"/>
              <a:ext cx="56886" cy="181714"/>
            </a:xfrm>
            <a:custGeom>
              <a:rect b="b" l="l" r="r" t="t"/>
              <a:pathLst>
                <a:path extrusionOk="0" h="6935" w="2171">
                  <a:moveTo>
                    <a:pt x="1084" y="1"/>
                  </a:moveTo>
                  <a:cubicBezTo>
                    <a:pt x="1042" y="1"/>
                    <a:pt x="1002" y="22"/>
                    <a:pt x="980" y="66"/>
                  </a:cubicBezTo>
                  <a:lnTo>
                    <a:pt x="610" y="766"/>
                  </a:lnTo>
                  <a:lnTo>
                    <a:pt x="106" y="1717"/>
                  </a:lnTo>
                  <a:cubicBezTo>
                    <a:pt x="39" y="1851"/>
                    <a:pt x="1" y="1995"/>
                    <a:pt x="1" y="2144"/>
                  </a:cubicBezTo>
                  <a:lnTo>
                    <a:pt x="1" y="6239"/>
                  </a:lnTo>
                  <a:cubicBezTo>
                    <a:pt x="1" y="6623"/>
                    <a:pt x="313" y="6935"/>
                    <a:pt x="697" y="6935"/>
                  </a:cubicBezTo>
                  <a:lnTo>
                    <a:pt x="1474" y="6935"/>
                  </a:lnTo>
                  <a:cubicBezTo>
                    <a:pt x="1858" y="6935"/>
                    <a:pt x="2170" y="6623"/>
                    <a:pt x="2170" y="6239"/>
                  </a:cubicBezTo>
                  <a:lnTo>
                    <a:pt x="2170" y="2149"/>
                  </a:lnTo>
                  <a:lnTo>
                    <a:pt x="2170" y="2144"/>
                  </a:lnTo>
                  <a:cubicBezTo>
                    <a:pt x="2170" y="1995"/>
                    <a:pt x="2137" y="1846"/>
                    <a:pt x="2065" y="1717"/>
                  </a:cubicBezTo>
                  <a:lnTo>
                    <a:pt x="1561" y="762"/>
                  </a:lnTo>
                  <a:lnTo>
                    <a:pt x="1191" y="66"/>
                  </a:lnTo>
                  <a:cubicBezTo>
                    <a:pt x="1167" y="22"/>
                    <a:pt x="1125" y="1"/>
                    <a:pt x="108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89"/>
            <p:cNvSpPr/>
            <p:nvPr/>
          </p:nvSpPr>
          <p:spPr>
            <a:xfrm>
              <a:off x="1337986" y="3370673"/>
              <a:ext cx="24919" cy="24683"/>
            </a:xfrm>
            <a:custGeom>
              <a:rect b="b" l="l" r="r" t="t"/>
              <a:pathLst>
                <a:path extrusionOk="0" h="942" w="951">
                  <a:moveTo>
                    <a:pt x="474" y="1"/>
                  </a:moveTo>
                  <a:cubicBezTo>
                    <a:pt x="432" y="1"/>
                    <a:pt x="392" y="22"/>
                    <a:pt x="370" y="66"/>
                  </a:cubicBezTo>
                  <a:lnTo>
                    <a:pt x="0" y="762"/>
                  </a:lnTo>
                  <a:cubicBezTo>
                    <a:pt x="137" y="882"/>
                    <a:pt x="306" y="942"/>
                    <a:pt x="476" y="942"/>
                  </a:cubicBezTo>
                  <a:cubicBezTo>
                    <a:pt x="645" y="942"/>
                    <a:pt x="814" y="882"/>
                    <a:pt x="951" y="762"/>
                  </a:cubicBezTo>
                  <a:lnTo>
                    <a:pt x="581" y="66"/>
                  </a:lnTo>
                  <a:cubicBezTo>
                    <a:pt x="557" y="22"/>
                    <a:pt x="515" y="1"/>
                    <a:pt x="474"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89"/>
            <p:cNvSpPr/>
            <p:nvPr/>
          </p:nvSpPr>
          <p:spPr>
            <a:xfrm>
              <a:off x="1322003" y="3421427"/>
              <a:ext cx="56886" cy="130960"/>
            </a:xfrm>
            <a:custGeom>
              <a:rect b="b" l="l" r="r" t="t"/>
              <a:pathLst>
                <a:path extrusionOk="0" h="4998" w="2171">
                  <a:moveTo>
                    <a:pt x="25" y="1"/>
                  </a:moveTo>
                  <a:cubicBezTo>
                    <a:pt x="10" y="68"/>
                    <a:pt x="1" y="140"/>
                    <a:pt x="1" y="207"/>
                  </a:cubicBezTo>
                  <a:lnTo>
                    <a:pt x="1" y="4302"/>
                  </a:lnTo>
                  <a:cubicBezTo>
                    <a:pt x="1" y="4686"/>
                    <a:pt x="313" y="4998"/>
                    <a:pt x="697" y="4998"/>
                  </a:cubicBezTo>
                  <a:lnTo>
                    <a:pt x="1474" y="4998"/>
                  </a:lnTo>
                  <a:cubicBezTo>
                    <a:pt x="1858" y="4998"/>
                    <a:pt x="2170" y="4686"/>
                    <a:pt x="2170" y="4302"/>
                  </a:cubicBezTo>
                  <a:lnTo>
                    <a:pt x="2170" y="212"/>
                  </a:lnTo>
                  <a:cubicBezTo>
                    <a:pt x="2170" y="140"/>
                    <a:pt x="2166" y="68"/>
                    <a:pt x="2151"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89"/>
            <p:cNvSpPr/>
            <p:nvPr/>
          </p:nvSpPr>
          <p:spPr>
            <a:xfrm>
              <a:off x="1350432" y="3421427"/>
              <a:ext cx="28456" cy="130960"/>
            </a:xfrm>
            <a:custGeom>
              <a:rect b="b" l="l" r="r" t="t"/>
              <a:pathLst>
                <a:path extrusionOk="0" h="4998" w="1086">
                  <a:moveTo>
                    <a:pt x="1" y="1"/>
                  </a:moveTo>
                  <a:lnTo>
                    <a:pt x="1" y="4998"/>
                  </a:lnTo>
                  <a:lnTo>
                    <a:pt x="389" y="4998"/>
                  </a:lnTo>
                  <a:cubicBezTo>
                    <a:pt x="773" y="4998"/>
                    <a:pt x="1085" y="4686"/>
                    <a:pt x="1085" y="4302"/>
                  </a:cubicBezTo>
                  <a:lnTo>
                    <a:pt x="1085" y="212"/>
                  </a:lnTo>
                  <a:cubicBezTo>
                    <a:pt x="1085" y="140"/>
                    <a:pt x="1081" y="68"/>
                    <a:pt x="1061"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89"/>
            <p:cNvSpPr/>
            <p:nvPr/>
          </p:nvSpPr>
          <p:spPr>
            <a:xfrm>
              <a:off x="1378233" y="3370673"/>
              <a:ext cx="56886" cy="181714"/>
            </a:xfrm>
            <a:custGeom>
              <a:rect b="b" l="l" r="r" t="t"/>
              <a:pathLst>
                <a:path extrusionOk="0" h="6935" w="2171">
                  <a:moveTo>
                    <a:pt x="1083" y="1"/>
                  </a:moveTo>
                  <a:cubicBezTo>
                    <a:pt x="1042" y="1"/>
                    <a:pt x="1001" y="22"/>
                    <a:pt x="980" y="66"/>
                  </a:cubicBezTo>
                  <a:lnTo>
                    <a:pt x="610" y="762"/>
                  </a:lnTo>
                  <a:lnTo>
                    <a:pt x="106" y="1717"/>
                  </a:lnTo>
                  <a:cubicBezTo>
                    <a:pt x="34" y="1846"/>
                    <a:pt x="0" y="1995"/>
                    <a:pt x="0" y="2144"/>
                  </a:cubicBezTo>
                  <a:lnTo>
                    <a:pt x="0" y="6239"/>
                  </a:lnTo>
                  <a:cubicBezTo>
                    <a:pt x="0" y="6623"/>
                    <a:pt x="308" y="6935"/>
                    <a:pt x="697" y="6935"/>
                  </a:cubicBezTo>
                  <a:lnTo>
                    <a:pt x="1474" y="6935"/>
                  </a:lnTo>
                  <a:cubicBezTo>
                    <a:pt x="1858" y="6930"/>
                    <a:pt x="2165" y="6623"/>
                    <a:pt x="2170" y="6239"/>
                  </a:cubicBezTo>
                  <a:lnTo>
                    <a:pt x="2170" y="2149"/>
                  </a:lnTo>
                  <a:lnTo>
                    <a:pt x="2170" y="2144"/>
                  </a:lnTo>
                  <a:cubicBezTo>
                    <a:pt x="2170" y="1995"/>
                    <a:pt x="2132" y="1846"/>
                    <a:pt x="2065" y="1717"/>
                  </a:cubicBezTo>
                  <a:lnTo>
                    <a:pt x="1561" y="762"/>
                  </a:lnTo>
                  <a:lnTo>
                    <a:pt x="1186" y="66"/>
                  </a:lnTo>
                  <a:cubicBezTo>
                    <a:pt x="1165" y="22"/>
                    <a:pt x="1124" y="1"/>
                    <a:pt x="108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89"/>
            <p:cNvSpPr/>
            <p:nvPr/>
          </p:nvSpPr>
          <p:spPr>
            <a:xfrm>
              <a:off x="1394217" y="3370778"/>
              <a:ext cx="24919" cy="24578"/>
            </a:xfrm>
            <a:custGeom>
              <a:rect b="b" l="l" r="r" t="t"/>
              <a:pathLst>
                <a:path extrusionOk="0" h="938" w="951">
                  <a:moveTo>
                    <a:pt x="473" y="0"/>
                  </a:moveTo>
                  <a:cubicBezTo>
                    <a:pt x="432" y="0"/>
                    <a:pt x="391" y="21"/>
                    <a:pt x="370" y="62"/>
                  </a:cubicBezTo>
                  <a:lnTo>
                    <a:pt x="0" y="758"/>
                  </a:lnTo>
                  <a:cubicBezTo>
                    <a:pt x="135" y="878"/>
                    <a:pt x="304" y="938"/>
                    <a:pt x="474" y="938"/>
                  </a:cubicBezTo>
                  <a:cubicBezTo>
                    <a:pt x="643" y="938"/>
                    <a:pt x="814" y="878"/>
                    <a:pt x="951" y="758"/>
                  </a:cubicBezTo>
                  <a:lnTo>
                    <a:pt x="576" y="62"/>
                  </a:lnTo>
                  <a:cubicBezTo>
                    <a:pt x="555" y="21"/>
                    <a:pt x="514" y="0"/>
                    <a:pt x="47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89"/>
            <p:cNvSpPr/>
            <p:nvPr/>
          </p:nvSpPr>
          <p:spPr>
            <a:xfrm>
              <a:off x="1378233" y="3421427"/>
              <a:ext cx="56886" cy="130960"/>
            </a:xfrm>
            <a:custGeom>
              <a:rect b="b" l="l" r="r" t="t"/>
              <a:pathLst>
                <a:path extrusionOk="0" h="4998" w="2171">
                  <a:moveTo>
                    <a:pt x="24" y="1"/>
                  </a:moveTo>
                  <a:cubicBezTo>
                    <a:pt x="5" y="68"/>
                    <a:pt x="0" y="135"/>
                    <a:pt x="0" y="207"/>
                  </a:cubicBezTo>
                  <a:lnTo>
                    <a:pt x="0" y="4302"/>
                  </a:lnTo>
                  <a:cubicBezTo>
                    <a:pt x="0" y="4686"/>
                    <a:pt x="308" y="4998"/>
                    <a:pt x="697" y="4998"/>
                  </a:cubicBezTo>
                  <a:lnTo>
                    <a:pt x="1474" y="4998"/>
                  </a:lnTo>
                  <a:cubicBezTo>
                    <a:pt x="1858" y="4993"/>
                    <a:pt x="2165" y="4686"/>
                    <a:pt x="2170" y="4302"/>
                  </a:cubicBezTo>
                  <a:lnTo>
                    <a:pt x="2170" y="212"/>
                  </a:lnTo>
                  <a:cubicBezTo>
                    <a:pt x="2170" y="140"/>
                    <a:pt x="2161" y="68"/>
                    <a:pt x="214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89"/>
            <p:cNvSpPr/>
            <p:nvPr/>
          </p:nvSpPr>
          <p:spPr>
            <a:xfrm>
              <a:off x="1406663" y="3421427"/>
              <a:ext cx="28456" cy="130960"/>
            </a:xfrm>
            <a:custGeom>
              <a:rect b="b" l="l" r="r" t="t"/>
              <a:pathLst>
                <a:path extrusionOk="0" h="4998" w="1086">
                  <a:moveTo>
                    <a:pt x="0" y="1"/>
                  </a:moveTo>
                  <a:lnTo>
                    <a:pt x="0" y="4998"/>
                  </a:lnTo>
                  <a:lnTo>
                    <a:pt x="389" y="4998"/>
                  </a:lnTo>
                  <a:cubicBezTo>
                    <a:pt x="773" y="4993"/>
                    <a:pt x="1080" y="4686"/>
                    <a:pt x="1085" y="4302"/>
                  </a:cubicBezTo>
                  <a:lnTo>
                    <a:pt x="1085" y="212"/>
                  </a:lnTo>
                  <a:cubicBezTo>
                    <a:pt x="1085" y="140"/>
                    <a:pt x="1076" y="68"/>
                    <a:pt x="106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89"/>
            <p:cNvSpPr/>
            <p:nvPr/>
          </p:nvSpPr>
          <p:spPr>
            <a:xfrm>
              <a:off x="1434700" y="3370778"/>
              <a:ext cx="56886" cy="181610"/>
            </a:xfrm>
            <a:custGeom>
              <a:rect b="b" l="l" r="r" t="t"/>
              <a:pathLst>
                <a:path extrusionOk="0" h="6931" w="2171">
                  <a:moveTo>
                    <a:pt x="1084" y="0"/>
                  </a:moveTo>
                  <a:cubicBezTo>
                    <a:pt x="1042" y="0"/>
                    <a:pt x="1002" y="21"/>
                    <a:pt x="980" y="62"/>
                  </a:cubicBezTo>
                  <a:lnTo>
                    <a:pt x="610" y="762"/>
                  </a:lnTo>
                  <a:lnTo>
                    <a:pt x="106" y="1713"/>
                  </a:lnTo>
                  <a:cubicBezTo>
                    <a:pt x="34" y="1847"/>
                    <a:pt x="1" y="1991"/>
                    <a:pt x="1" y="2140"/>
                  </a:cubicBezTo>
                  <a:lnTo>
                    <a:pt x="1" y="6235"/>
                  </a:lnTo>
                  <a:cubicBezTo>
                    <a:pt x="1" y="6619"/>
                    <a:pt x="313" y="6931"/>
                    <a:pt x="697" y="6931"/>
                  </a:cubicBezTo>
                  <a:lnTo>
                    <a:pt x="1474"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89"/>
            <p:cNvSpPr/>
            <p:nvPr/>
          </p:nvSpPr>
          <p:spPr>
            <a:xfrm>
              <a:off x="1450683" y="3370778"/>
              <a:ext cx="24919" cy="24578"/>
            </a:xfrm>
            <a:custGeom>
              <a:rect b="b" l="l" r="r" t="t"/>
              <a:pathLst>
                <a:path extrusionOk="0" h="938" w="951">
                  <a:moveTo>
                    <a:pt x="474" y="0"/>
                  </a:moveTo>
                  <a:cubicBezTo>
                    <a:pt x="432" y="0"/>
                    <a:pt x="392" y="21"/>
                    <a:pt x="370" y="62"/>
                  </a:cubicBezTo>
                  <a:lnTo>
                    <a:pt x="0" y="758"/>
                  </a:lnTo>
                  <a:cubicBezTo>
                    <a:pt x="137" y="878"/>
                    <a:pt x="306" y="938"/>
                    <a:pt x="476" y="938"/>
                  </a:cubicBezTo>
                  <a:cubicBezTo>
                    <a:pt x="645" y="938"/>
                    <a:pt x="814" y="878"/>
                    <a:pt x="951" y="758"/>
                  </a:cubicBezTo>
                  <a:lnTo>
                    <a:pt x="581" y="62"/>
                  </a:lnTo>
                  <a:cubicBezTo>
                    <a:pt x="557" y="21"/>
                    <a:pt x="515" y="0"/>
                    <a:pt x="474"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89"/>
            <p:cNvSpPr/>
            <p:nvPr/>
          </p:nvSpPr>
          <p:spPr>
            <a:xfrm>
              <a:off x="1434700" y="3421427"/>
              <a:ext cx="56886" cy="130960"/>
            </a:xfrm>
            <a:custGeom>
              <a:rect b="b" l="l" r="r" t="t"/>
              <a:pathLst>
                <a:path extrusionOk="0" h="4998" w="2171">
                  <a:moveTo>
                    <a:pt x="25" y="1"/>
                  </a:moveTo>
                  <a:cubicBezTo>
                    <a:pt x="6" y="68"/>
                    <a:pt x="1" y="140"/>
                    <a:pt x="1" y="207"/>
                  </a:cubicBezTo>
                  <a:lnTo>
                    <a:pt x="1" y="4302"/>
                  </a:lnTo>
                  <a:cubicBezTo>
                    <a:pt x="1" y="4686"/>
                    <a:pt x="313" y="4998"/>
                    <a:pt x="697" y="4998"/>
                  </a:cubicBezTo>
                  <a:lnTo>
                    <a:pt x="1474" y="4998"/>
                  </a:lnTo>
                  <a:cubicBezTo>
                    <a:pt x="1859" y="4998"/>
                    <a:pt x="2171" y="4686"/>
                    <a:pt x="2171" y="4302"/>
                  </a:cubicBezTo>
                  <a:lnTo>
                    <a:pt x="2171" y="212"/>
                  </a:lnTo>
                  <a:cubicBezTo>
                    <a:pt x="2171" y="140"/>
                    <a:pt x="2161" y="68"/>
                    <a:pt x="2147"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89"/>
            <p:cNvSpPr/>
            <p:nvPr/>
          </p:nvSpPr>
          <p:spPr>
            <a:xfrm>
              <a:off x="1463129" y="3421427"/>
              <a:ext cx="28456" cy="130960"/>
            </a:xfrm>
            <a:custGeom>
              <a:rect b="b" l="l" r="r" t="t"/>
              <a:pathLst>
                <a:path extrusionOk="0" h="4998" w="1086">
                  <a:moveTo>
                    <a:pt x="1" y="1"/>
                  </a:moveTo>
                  <a:lnTo>
                    <a:pt x="1" y="4998"/>
                  </a:lnTo>
                  <a:lnTo>
                    <a:pt x="389" y="4998"/>
                  </a:lnTo>
                  <a:cubicBezTo>
                    <a:pt x="774" y="4998"/>
                    <a:pt x="1086" y="4686"/>
                    <a:pt x="1086" y="4302"/>
                  </a:cubicBezTo>
                  <a:lnTo>
                    <a:pt x="1086" y="212"/>
                  </a:lnTo>
                  <a:cubicBezTo>
                    <a:pt x="1086" y="140"/>
                    <a:pt x="1076" y="68"/>
                    <a:pt x="1062"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89"/>
            <p:cNvSpPr/>
            <p:nvPr/>
          </p:nvSpPr>
          <p:spPr>
            <a:xfrm>
              <a:off x="1491297" y="3370778"/>
              <a:ext cx="56886" cy="181610"/>
            </a:xfrm>
            <a:custGeom>
              <a:rect b="b" l="l" r="r" t="t"/>
              <a:pathLst>
                <a:path extrusionOk="0" h="6931" w="2171">
                  <a:moveTo>
                    <a:pt x="1084" y="0"/>
                  </a:moveTo>
                  <a:cubicBezTo>
                    <a:pt x="1043" y="0"/>
                    <a:pt x="1002" y="21"/>
                    <a:pt x="980" y="62"/>
                  </a:cubicBezTo>
                  <a:lnTo>
                    <a:pt x="611" y="762"/>
                  </a:lnTo>
                  <a:lnTo>
                    <a:pt x="107" y="1713"/>
                  </a:lnTo>
                  <a:cubicBezTo>
                    <a:pt x="35" y="1847"/>
                    <a:pt x="1" y="1991"/>
                    <a:pt x="1" y="2140"/>
                  </a:cubicBezTo>
                  <a:lnTo>
                    <a:pt x="1" y="6235"/>
                  </a:lnTo>
                  <a:cubicBezTo>
                    <a:pt x="1" y="6619"/>
                    <a:pt x="313" y="6931"/>
                    <a:pt x="697" y="6931"/>
                  </a:cubicBezTo>
                  <a:lnTo>
                    <a:pt x="1475"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89"/>
            <p:cNvSpPr/>
            <p:nvPr/>
          </p:nvSpPr>
          <p:spPr>
            <a:xfrm>
              <a:off x="1507280" y="3370778"/>
              <a:ext cx="24945" cy="24578"/>
            </a:xfrm>
            <a:custGeom>
              <a:rect b="b" l="l" r="r" t="t"/>
              <a:pathLst>
                <a:path extrusionOk="0" h="938" w="952">
                  <a:moveTo>
                    <a:pt x="474" y="0"/>
                  </a:moveTo>
                  <a:cubicBezTo>
                    <a:pt x="433" y="0"/>
                    <a:pt x="392" y="21"/>
                    <a:pt x="370" y="62"/>
                  </a:cubicBezTo>
                  <a:lnTo>
                    <a:pt x="1" y="758"/>
                  </a:lnTo>
                  <a:cubicBezTo>
                    <a:pt x="137" y="878"/>
                    <a:pt x="307" y="938"/>
                    <a:pt x="476" y="938"/>
                  </a:cubicBezTo>
                  <a:cubicBezTo>
                    <a:pt x="645" y="938"/>
                    <a:pt x="814" y="878"/>
                    <a:pt x="951" y="758"/>
                  </a:cubicBezTo>
                  <a:lnTo>
                    <a:pt x="581" y="62"/>
                  </a:lnTo>
                  <a:cubicBezTo>
                    <a:pt x="557" y="21"/>
                    <a:pt x="515" y="0"/>
                    <a:pt x="474"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89"/>
            <p:cNvSpPr/>
            <p:nvPr/>
          </p:nvSpPr>
          <p:spPr>
            <a:xfrm>
              <a:off x="1491297" y="3421427"/>
              <a:ext cx="56886" cy="130960"/>
            </a:xfrm>
            <a:custGeom>
              <a:rect b="b" l="l" r="r" t="t"/>
              <a:pathLst>
                <a:path extrusionOk="0" h="4998" w="2171">
                  <a:moveTo>
                    <a:pt x="25" y="1"/>
                  </a:moveTo>
                  <a:cubicBezTo>
                    <a:pt x="6" y="68"/>
                    <a:pt x="1" y="140"/>
                    <a:pt x="1" y="207"/>
                  </a:cubicBezTo>
                  <a:lnTo>
                    <a:pt x="1" y="4302"/>
                  </a:lnTo>
                  <a:cubicBezTo>
                    <a:pt x="1" y="4686"/>
                    <a:pt x="313" y="4998"/>
                    <a:pt x="697" y="4998"/>
                  </a:cubicBezTo>
                  <a:lnTo>
                    <a:pt x="1475" y="4998"/>
                  </a:lnTo>
                  <a:cubicBezTo>
                    <a:pt x="1859" y="4998"/>
                    <a:pt x="2171" y="4686"/>
                    <a:pt x="2171" y="4302"/>
                  </a:cubicBezTo>
                  <a:lnTo>
                    <a:pt x="2171" y="212"/>
                  </a:lnTo>
                  <a:cubicBezTo>
                    <a:pt x="2171" y="140"/>
                    <a:pt x="2161" y="68"/>
                    <a:pt x="214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89"/>
            <p:cNvSpPr/>
            <p:nvPr/>
          </p:nvSpPr>
          <p:spPr>
            <a:xfrm>
              <a:off x="1519727" y="3421427"/>
              <a:ext cx="28456" cy="130960"/>
            </a:xfrm>
            <a:custGeom>
              <a:rect b="b" l="l" r="r" t="t"/>
              <a:pathLst>
                <a:path extrusionOk="0" h="4998" w="1086">
                  <a:moveTo>
                    <a:pt x="1" y="1"/>
                  </a:moveTo>
                  <a:lnTo>
                    <a:pt x="1" y="4998"/>
                  </a:lnTo>
                  <a:lnTo>
                    <a:pt x="390" y="4998"/>
                  </a:lnTo>
                  <a:cubicBezTo>
                    <a:pt x="774" y="4998"/>
                    <a:pt x="1086" y="4686"/>
                    <a:pt x="1086" y="4302"/>
                  </a:cubicBezTo>
                  <a:lnTo>
                    <a:pt x="1086" y="212"/>
                  </a:lnTo>
                  <a:cubicBezTo>
                    <a:pt x="1086" y="140"/>
                    <a:pt x="1076" y="68"/>
                    <a:pt x="1062"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89"/>
            <p:cNvSpPr/>
            <p:nvPr/>
          </p:nvSpPr>
          <p:spPr>
            <a:xfrm>
              <a:off x="1548156" y="3370778"/>
              <a:ext cx="57017" cy="181610"/>
            </a:xfrm>
            <a:custGeom>
              <a:rect b="b" l="l" r="r" t="t"/>
              <a:pathLst>
                <a:path extrusionOk="0" h="6931" w="2176">
                  <a:moveTo>
                    <a:pt x="1087" y="0"/>
                  </a:moveTo>
                  <a:cubicBezTo>
                    <a:pt x="1046" y="0"/>
                    <a:pt x="1004" y="21"/>
                    <a:pt x="980" y="62"/>
                  </a:cubicBezTo>
                  <a:lnTo>
                    <a:pt x="610" y="762"/>
                  </a:lnTo>
                  <a:lnTo>
                    <a:pt x="111" y="1713"/>
                  </a:lnTo>
                  <a:cubicBezTo>
                    <a:pt x="39" y="1847"/>
                    <a:pt x="1" y="1991"/>
                    <a:pt x="1" y="2140"/>
                  </a:cubicBezTo>
                  <a:lnTo>
                    <a:pt x="1" y="6235"/>
                  </a:lnTo>
                  <a:cubicBezTo>
                    <a:pt x="1" y="6619"/>
                    <a:pt x="313" y="6931"/>
                    <a:pt x="697" y="6931"/>
                  </a:cubicBezTo>
                  <a:lnTo>
                    <a:pt x="1479" y="6931"/>
                  </a:lnTo>
                  <a:cubicBezTo>
                    <a:pt x="1863" y="6931"/>
                    <a:pt x="2175" y="6619"/>
                    <a:pt x="2175" y="6235"/>
                  </a:cubicBezTo>
                  <a:lnTo>
                    <a:pt x="2175" y="2145"/>
                  </a:lnTo>
                  <a:cubicBezTo>
                    <a:pt x="2175" y="1991"/>
                    <a:pt x="2137" y="1847"/>
                    <a:pt x="2065" y="1713"/>
                  </a:cubicBezTo>
                  <a:lnTo>
                    <a:pt x="1561" y="762"/>
                  </a:lnTo>
                  <a:lnTo>
                    <a:pt x="1191" y="62"/>
                  </a:lnTo>
                  <a:cubicBezTo>
                    <a:pt x="1170" y="21"/>
                    <a:pt x="1129" y="0"/>
                    <a:pt x="108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89"/>
            <p:cNvSpPr/>
            <p:nvPr/>
          </p:nvSpPr>
          <p:spPr>
            <a:xfrm>
              <a:off x="1564140" y="3370778"/>
              <a:ext cx="24919" cy="24578"/>
            </a:xfrm>
            <a:custGeom>
              <a:rect b="b" l="l" r="r" t="t"/>
              <a:pathLst>
                <a:path extrusionOk="0" h="938" w="951">
                  <a:moveTo>
                    <a:pt x="477" y="0"/>
                  </a:moveTo>
                  <a:cubicBezTo>
                    <a:pt x="436" y="0"/>
                    <a:pt x="394" y="21"/>
                    <a:pt x="370" y="62"/>
                  </a:cubicBezTo>
                  <a:lnTo>
                    <a:pt x="0" y="758"/>
                  </a:lnTo>
                  <a:cubicBezTo>
                    <a:pt x="137" y="878"/>
                    <a:pt x="306" y="938"/>
                    <a:pt x="476" y="938"/>
                  </a:cubicBezTo>
                  <a:cubicBezTo>
                    <a:pt x="645" y="938"/>
                    <a:pt x="814" y="878"/>
                    <a:pt x="951" y="758"/>
                  </a:cubicBezTo>
                  <a:lnTo>
                    <a:pt x="581" y="62"/>
                  </a:lnTo>
                  <a:cubicBezTo>
                    <a:pt x="560" y="21"/>
                    <a:pt x="519" y="0"/>
                    <a:pt x="47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89"/>
            <p:cNvSpPr/>
            <p:nvPr/>
          </p:nvSpPr>
          <p:spPr>
            <a:xfrm>
              <a:off x="1548156" y="3421427"/>
              <a:ext cx="57017" cy="130960"/>
            </a:xfrm>
            <a:custGeom>
              <a:rect b="b" l="l" r="r" t="t"/>
              <a:pathLst>
                <a:path extrusionOk="0" h="4998" w="2176">
                  <a:moveTo>
                    <a:pt x="25" y="1"/>
                  </a:moveTo>
                  <a:cubicBezTo>
                    <a:pt x="10" y="68"/>
                    <a:pt x="1" y="140"/>
                    <a:pt x="1" y="207"/>
                  </a:cubicBezTo>
                  <a:lnTo>
                    <a:pt x="1" y="4302"/>
                  </a:lnTo>
                  <a:cubicBezTo>
                    <a:pt x="1" y="4686"/>
                    <a:pt x="313" y="4998"/>
                    <a:pt x="697" y="4998"/>
                  </a:cubicBezTo>
                  <a:lnTo>
                    <a:pt x="1479" y="4998"/>
                  </a:lnTo>
                  <a:cubicBezTo>
                    <a:pt x="1863" y="4998"/>
                    <a:pt x="2175" y="4686"/>
                    <a:pt x="2175" y="4302"/>
                  </a:cubicBezTo>
                  <a:lnTo>
                    <a:pt x="2175" y="212"/>
                  </a:lnTo>
                  <a:cubicBezTo>
                    <a:pt x="2175" y="140"/>
                    <a:pt x="2166" y="68"/>
                    <a:pt x="2151"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89"/>
            <p:cNvSpPr/>
            <p:nvPr/>
          </p:nvSpPr>
          <p:spPr>
            <a:xfrm>
              <a:off x="1576586" y="3421427"/>
              <a:ext cx="28587" cy="130960"/>
            </a:xfrm>
            <a:custGeom>
              <a:rect b="b" l="l" r="r" t="t"/>
              <a:pathLst>
                <a:path extrusionOk="0" h="4998" w="1091">
                  <a:moveTo>
                    <a:pt x="1" y="1"/>
                  </a:moveTo>
                  <a:lnTo>
                    <a:pt x="1" y="4998"/>
                  </a:lnTo>
                  <a:lnTo>
                    <a:pt x="394" y="4998"/>
                  </a:lnTo>
                  <a:cubicBezTo>
                    <a:pt x="778" y="4998"/>
                    <a:pt x="1090" y="4686"/>
                    <a:pt x="1090" y="4302"/>
                  </a:cubicBezTo>
                  <a:lnTo>
                    <a:pt x="1090" y="212"/>
                  </a:lnTo>
                  <a:cubicBezTo>
                    <a:pt x="1085" y="140"/>
                    <a:pt x="1081" y="68"/>
                    <a:pt x="106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89"/>
            <p:cNvSpPr/>
            <p:nvPr/>
          </p:nvSpPr>
          <p:spPr>
            <a:xfrm>
              <a:off x="1314325" y="3493248"/>
              <a:ext cx="300647" cy="231840"/>
            </a:xfrm>
            <a:custGeom>
              <a:rect b="b" l="l" r="r" t="t"/>
              <a:pathLst>
                <a:path extrusionOk="0" h="8848" w="11474">
                  <a:moveTo>
                    <a:pt x="323" y="1"/>
                  </a:moveTo>
                  <a:cubicBezTo>
                    <a:pt x="145" y="1"/>
                    <a:pt x="1" y="145"/>
                    <a:pt x="1" y="322"/>
                  </a:cubicBezTo>
                  <a:lnTo>
                    <a:pt x="1" y="7926"/>
                  </a:lnTo>
                  <a:cubicBezTo>
                    <a:pt x="1" y="8435"/>
                    <a:pt x="438" y="8847"/>
                    <a:pt x="980" y="8847"/>
                  </a:cubicBezTo>
                  <a:lnTo>
                    <a:pt x="10494" y="8847"/>
                  </a:lnTo>
                  <a:cubicBezTo>
                    <a:pt x="11037" y="8847"/>
                    <a:pt x="11474" y="8435"/>
                    <a:pt x="11474" y="7926"/>
                  </a:cubicBezTo>
                  <a:lnTo>
                    <a:pt x="11474" y="7758"/>
                  </a:lnTo>
                  <a:lnTo>
                    <a:pt x="11474" y="298"/>
                  </a:lnTo>
                  <a:cubicBezTo>
                    <a:pt x="11464" y="130"/>
                    <a:pt x="11320" y="1"/>
                    <a:pt x="1115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89"/>
            <p:cNvSpPr/>
            <p:nvPr/>
          </p:nvSpPr>
          <p:spPr>
            <a:xfrm>
              <a:off x="1344537" y="3493248"/>
              <a:ext cx="270436" cy="203279"/>
            </a:xfrm>
            <a:custGeom>
              <a:rect b="b" l="l" r="r" t="t"/>
              <a:pathLst>
                <a:path extrusionOk="0" h="7758" w="10321">
                  <a:moveTo>
                    <a:pt x="0" y="1"/>
                  </a:moveTo>
                  <a:lnTo>
                    <a:pt x="0" y="6836"/>
                  </a:lnTo>
                  <a:cubicBezTo>
                    <a:pt x="0" y="7345"/>
                    <a:pt x="442" y="7758"/>
                    <a:pt x="979" y="7758"/>
                  </a:cubicBezTo>
                  <a:lnTo>
                    <a:pt x="10321" y="7758"/>
                  </a:lnTo>
                  <a:lnTo>
                    <a:pt x="10321" y="322"/>
                  </a:lnTo>
                  <a:cubicBezTo>
                    <a:pt x="10321" y="317"/>
                    <a:pt x="10321" y="308"/>
                    <a:pt x="10321" y="298"/>
                  </a:cubicBezTo>
                  <a:cubicBezTo>
                    <a:pt x="10311" y="130"/>
                    <a:pt x="10167" y="1"/>
                    <a:pt x="999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89"/>
            <p:cNvSpPr/>
            <p:nvPr/>
          </p:nvSpPr>
          <p:spPr>
            <a:xfrm>
              <a:off x="1314325" y="3596512"/>
              <a:ext cx="300647" cy="39644"/>
            </a:xfrm>
            <a:custGeom>
              <a:rect b="b" l="l" r="r" t="t"/>
              <a:pathLst>
                <a:path extrusionOk="0" h="1513" w="11474">
                  <a:moveTo>
                    <a:pt x="1" y="1"/>
                  </a:moveTo>
                  <a:lnTo>
                    <a:pt x="1" y="1513"/>
                  </a:lnTo>
                  <a:lnTo>
                    <a:pt x="11474" y="1513"/>
                  </a:lnTo>
                  <a:lnTo>
                    <a:pt x="11474"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89"/>
            <p:cNvSpPr/>
            <p:nvPr/>
          </p:nvSpPr>
          <p:spPr>
            <a:xfrm>
              <a:off x="1314325" y="3596512"/>
              <a:ext cx="30238" cy="39644"/>
            </a:xfrm>
            <a:custGeom>
              <a:rect b="b" l="l" r="r" t="t"/>
              <a:pathLst>
                <a:path extrusionOk="0" h="1513" w="1154">
                  <a:moveTo>
                    <a:pt x="1" y="1"/>
                  </a:moveTo>
                  <a:lnTo>
                    <a:pt x="1" y="1513"/>
                  </a:lnTo>
                  <a:lnTo>
                    <a:pt x="1153" y="1513"/>
                  </a:lnTo>
                  <a:lnTo>
                    <a:pt x="1153"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89"/>
            <p:cNvSpPr/>
            <p:nvPr/>
          </p:nvSpPr>
          <p:spPr>
            <a:xfrm>
              <a:off x="1308797" y="3365118"/>
              <a:ext cx="311705" cy="365499"/>
            </a:xfrm>
            <a:custGeom>
              <a:rect b="b" l="l" r="r" t="t"/>
              <a:pathLst>
                <a:path extrusionOk="0" h="13949" w="11896">
                  <a:moveTo>
                    <a:pt x="1590" y="527"/>
                  </a:moveTo>
                  <a:lnTo>
                    <a:pt x="1791" y="902"/>
                  </a:lnTo>
                  <a:cubicBezTo>
                    <a:pt x="1726" y="928"/>
                    <a:pt x="1658" y="941"/>
                    <a:pt x="1590" y="941"/>
                  </a:cubicBezTo>
                  <a:cubicBezTo>
                    <a:pt x="1521" y="941"/>
                    <a:pt x="1453" y="928"/>
                    <a:pt x="1388" y="902"/>
                  </a:cubicBezTo>
                  <a:lnTo>
                    <a:pt x="1590" y="527"/>
                  </a:lnTo>
                  <a:close/>
                  <a:moveTo>
                    <a:pt x="3764" y="527"/>
                  </a:moveTo>
                  <a:lnTo>
                    <a:pt x="3961" y="902"/>
                  </a:lnTo>
                  <a:cubicBezTo>
                    <a:pt x="3899" y="928"/>
                    <a:pt x="3831" y="941"/>
                    <a:pt x="3764" y="941"/>
                  </a:cubicBezTo>
                  <a:cubicBezTo>
                    <a:pt x="3696" y="941"/>
                    <a:pt x="3627" y="928"/>
                    <a:pt x="3563" y="902"/>
                  </a:cubicBezTo>
                  <a:lnTo>
                    <a:pt x="3764" y="527"/>
                  </a:lnTo>
                  <a:close/>
                  <a:moveTo>
                    <a:pt x="8104" y="542"/>
                  </a:moveTo>
                  <a:lnTo>
                    <a:pt x="8305" y="916"/>
                  </a:lnTo>
                  <a:cubicBezTo>
                    <a:pt x="8240" y="942"/>
                    <a:pt x="8172" y="956"/>
                    <a:pt x="8104" y="956"/>
                  </a:cubicBezTo>
                  <a:cubicBezTo>
                    <a:pt x="8036" y="956"/>
                    <a:pt x="7969" y="942"/>
                    <a:pt x="7907" y="916"/>
                  </a:cubicBezTo>
                  <a:lnTo>
                    <a:pt x="8104" y="542"/>
                  </a:lnTo>
                  <a:close/>
                  <a:moveTo>
                    <a:pt x="10273" y="542"/>
                  </a:moveTo>
                  <a:lnTo>
                    <a:pt x="10475" y="916"/>
                  </a:lnTo>
                  <a:cubicBezTo>
                    <a:pt x="10413" y="942"/>
                    <a:pt x="10345" y="956"/>
                    <a:pt x="10278" y="956"/>
                  </a:cubicBezTo>
                  <a:cubicBezTo>
                    <a:pt x="10210" y="956"/>
                    <a:pt x="10141" y="942"/>
                    <a:pt x="10076" y="916"/>
                  </a:cubicBezTo>
                  <a:lnTo>
                    <a:pt x="10273" y="542"/>
                  </a:lnTo>
                  <a:close/>
                  <a:moveTo>
                    <a:pt x="5929" y="542"/>
                  </a:moveTo>
                  <a:lnTo>
                    <a:pt x="6131" y="921"/>
                  </a:lnTo>
                  <a:cubicBezTo>
                    <a:pt x="6066" y="945"/>
                    <a:pt x="5997" y="957"/>
                    <a:pt x="5930" y="957"/>
                  </a:cubicBezTo>
                  <a:cubicBezTo>
                    <a:pt x="5862" y="957"/>
                    <a:pt x="5795" y="945"/>
                    <a:pt x="5732" y="921"/>
                  </a:cubicBezTo>
                  <a:lnTo>
                    <a:pt x="5929" y="542"/>
                  </a:lnTo>
                  <a:close/>
                  <a:moveTo>
                    <a:pt x="1983" y="1276"/>
                  </a:moveTo>
                  <a:lnTo>
                    <a:pt x="2338" y="1938"/>
                  </a:lnTo>
                  <a:lnTo>
                    <a:pt x="841" y="1938"/>
                  </a:lnTo>
                  <a:lnTo>
                    <a:pt x="1191" y="1276"/>
                  </a:lnTo>
                  <a:cubicBezTo>
                    <a:pt x="1318" y="1334"/>
                    <a:pt x="1454" y="1362"/>
                    <a:pt x="1589" y="1362"/>
                  </a:cubicBezTo>
                  <a:cubicBezTo>
                    <a:pt x="1724" y="1362"/>
                    <a:pt x="1858" y="1334"/>
                    <a:pt x="1983" y="1276"/>
                  </a:cubicBezTo>
                  <a:close/>
                  <a:moveTo>
                    <a:pt x="4158" y="1276"/>
                  </a:moveTo>
                  <a:lnTo>
                    <a:pt x="4508" y="1938"/>
                  </a:lnTo>
                  <a:lnTo>
                    <a:pt x="3015" y="1938"/>
                  </a:lnTo>
                  <a:lnTo>
                    <a:pt x="3366" y="1276"/>
                  </a:lnTo>
                  <a:cubicBezTo>
                    <a:pt x="3491" y="1334"/>
                    <a:pt x="3626" y="1362"/>
                    <a:pt x="3762" y="1362"/>
                  </a:cubicBezTo>
                  <a:cubicBezTo>
                    <a:pt x="3897" y="1362"/>
                    <a:pt x="4033" y="1334"/>
                    <a:pt x="4158" y="1276"/>
                  </a:cubicBezTo>
                  <a:close/>
                  <a:moveTo>
                    <a:pt x="6327" y="1290"/>
                  </a:moveTo>
                  <a:lnTo>
                    <a:pt x="6678" y="1953"/>
                  </a:lnTo>
                  <a:lnTo>
                    <a:pt x="5185" y="1953"/>
                  </a:lnTo>
                  <a:lnTo>
                    <a:pt x="5535" y="1290"/>
                  </a:lnTo>
                  <a:cubicBezTo>
                    <a:pt x="5660" y="1348"/>
                    <a:pt x="5796" y="1377"/>
                    <a:pt x="5931" y="1377"/>
                  </a:cubicBezTo>
                  <a:cubicBezTo>
                    <a:pt x="6067" y="1377"/>
                    <a:pt x="6203" y="1348"/>
                    <a:pt x="6327" y="1290"/>
                  </a:cubicBezTo>
                  <a:close/>
                  <a:moveTo>
                    <a:pt x="8502" y="1290"/>
                  </a:moveTo>
                  <a:lnTo>
                    <a:pt x="8852" y="1953"/>
                  </a:lnTo>
                  <a:lnTo>
                    <a:pt x="7360" y="1953"/>
                  </a:lnTo>
                  <a:lnTo>
                    <a:pt x="7710" y="1290"/>
                  </a:lnTo>
                  <a:cubicBezTo>
                    <a:pt x="7835" y="1348"/>
                    <a:pt x="7969" y="1377"/>
                    <a:pt x="8104" y="1377"/>
                  </a:cubicBezTo>
                  <a:cubicBezTo>
                    <a:pt x="8239" y="1377"/>
                    <a:pt x="8375" y="1348"/>
                    <a:pt x="8502" y="1290"/>
                  </a:cubicBezTo>
                  <a:close/>
                  <a:moveTo>
                    <a:pt x="10672" y="1286"/>
                  </a:moveTo>
                  <a:lnTo>
                    <a:pt x="11022" y="1953"/>
                  </a:lnTo>
                  <a:lnTo>
                    <a:pt x="9529" y="1953"/>
                  </a:lnTo>
                  <a:lnTo>
                    <a:pt x="9880" y="1286"/>
                  </a:lnTo>
                  <a:cubicBezTo>
                    <a:pt x="10004" y="1346"/>
                    <a:pt x="10140" y="1376"/>
                    <a:pt x="10276" y="1376"/>
                  </a:cubicBezTo>
                  <a:cubicBezTo>
                    <a:pt x="10411" y="1376"/>
                    <a:pt x="10547" y="1346"/>
                    <a:pt x="10672" y="1286"/>
                  </a:cubicBezTo>
                  <a:close/>
                  <a:moveTo>
                    <a:pt x="1383" y="2361"/>
                  </a:moveTo>
                  <a:lnTo>
                    <a:pt x="1378" y="4679"/>
                  </a:lnTo>
                  <a:lnTo>
                    <a:pt x="716" y="4679"/>
                  </a:lnTo>
                  <a:lnTo>
                    <a:pt x="716" y="2361"/>
                  </a:lnTo>
                  <a:close/>
                  <a:moveTo>
                    <a:pt x="2463" y="2361"/>
                  </a:moveTo>
                  <a:lnTo>
                    <a:pt x="2463" y="4679"/>
                  </a:lnTo>
                  <a:lnTo>
                    <a:pt x="1801" y="4679"/>
                  </a:lnTo>
                  <a:lnTo>
                    <a:pt x="1801" y="2361"/>
                  </a:lnTo>
                  <a:close/>
                  <a:moveTo>
                    <a:pt x="3553" y="2361"/>
                  </a:moveTo>
                  <a:lnTo>
                    <a:pt x="3553" y="4679"/>
                  </a:lnTo>
                  <a:lnTo>
                    <a:pt x="2886" y="4679"/>
                  </a:lnTo>
                  <a:lnTo>
                    <a:pt x="2886" y="2361"/>
                  </a:lnTo>
                  <a:close/>
                  <a:moveTo>
                    <a:pt x="4638" y="2361"/>
                  </a:moveTo>
                  <a:cubicBezTo>
                    <a:pt x="4638" y="2361"/>
                    <a:pt x="4638" y="2366"/>
                    <a:pt x="4638" y="2370"/>
                  </a:cubicBezTo>
                  <a:lnTo>
                    <a:pt x="4638" y="4679"/>
                  </a:lnTo>
                  <a:lnTo>
                    <a:pt x="3971" y="4679"/>
                  </a:lnTo>
                  <a:lnTo>
                    <a:pt x="3971" y="2361"/>
                  </a:lnTo>
                  <a:close/>
                  <a:moveTo>
                    <a:pt x="5723" y="2370"/>
                  </a:moveTo>
                  <a:lnTo>
                    <a:pt x="5723" y="4679"/>
                  </a:lnTo>
                  <a:lnTo>
                    <a:pt x="5060" y="4679"/>
                  </a:lnTo>
                  <a:lnTo>
                    <a:pt x="5060" y="2370"/>
                  </a:lnTo>
                  <a:close/>
                  <a:moveTo>
                    <a:pt x="6808" y="2370"/>
                  </a:moveTo>
                  <a:lnTo>
                    <a:pt x="6808" y="4679"/>
                  </a:lnTo>
                  <a:lnTo>
                    <a:pt x="6140" y="4679"/>
                  </a:lnTo>
                  <a:lnTo>
                    <a:pt x="6140" y="2370"/>
                  </a:lnTo>
                  <a:close/>
                  <a:moveTo>
                    <a:pt x="7897" y="2370"/>
                  </a:moveTo>
                  <a:lnTo>
                    <a:pt x="7897" y="4679"/>
                  </a:lnTo>
                  <a:lnTo>
                    <a:pt x="7230" y="4679"/>
                  </a:lnTo>
                  <a:lnTo>
                    <a:pt x="7230" y="2370"/>
                  </a:lnTo>
                  <a:close/>
                  <a:moveTo>
                    <a:pt x="8987" y="2370"/>
                  </a:moveTo>
                  <a:lnTo>
                    <a:pt x="8982" y="4679"/>
                  </a:lnTo>
                  <a:lnTo>
                    <a:pt x="8315" y="4679"/>
                  </a:lnTo>
                  <a:lnTo>
                    <a:pt x="8315" y="2370"/>
                  </a:lnTo>
                  <a:close/>
                  <a:moveTo>
                    <a:pt x="10067" y="2370"/>
                  </a:moveTo>
                  <a:lnTo>
                    <a:pt x="10067" y="4679"/>
                  </a:lnTo>
                  <a:lnTo>
                    <a:pt x="9400" y="4679"/>
                  </a:lnTo>
                  <a:lnTo>
                    <a:pt x="9400" y="2370"/>
                  </a:lnTo>
                  <a:close/>
                  <a:moveTo>
                    <a:pt x="11152" y="2370"/>
                  </a:moveTo>
                  <a:lnTo>
                    <a:pt x="11152" y="4679"/>
                  </a:lnTo>
                  <a:lnTo>
                    <a:pt x="10485" y="4679"/>
                  </a:lnTo>
                  <a:lnTo>
                    <a:pt x="10485" y="2370"/>
                  </a:lnTo>
                  <a:close/>
                  <a:moveTo>
                    <a:pt x="3762" y="0"/>
                  </a:moveTo>
                  <a:cubicBezTo>
                    <a:pt x="3650" y="0"/>
                    <a:pt x="3539" y="58"/>
                    <a:pt x="3476" y="167"/>
                  </a:cubicBezTo>
                  <a:cubicBezTo>
                    <a:pt x="3471" y="177"/>
                    <a:pt x="3529" y="71"/>
                    <a:pt x="2674" y="1679"/>
                  </a:cubicBezTo>
                  <a:lnTo>
                    <a:pt x="2252" y="878"/>
                  </a:lnTo>
                  <a:lnTo>
                    <a:pt x="1878" y="177"/>
                  </a:lnTo>
                  <a:cubicBezTo>
                    <a:pt x="1818" y="62"/>
                    <a:pt x="1704" y="4"/>
                    <a:pt x="1589" y="4"/>
                  </a:cubicBezTo>
                  <a:cubicBezTo>
                    <a:pt x="1474" y="4"/>
                    <a:pt x="1359" y="62"/>
                    <a:pt x="1297" y="177"/>
                  </a:cubicBezTo>
                  <a:lnTo>
                    <a:pt x="423" y="1828"/>
                  </a:lnTo>
                  <a:cubicBezTo>
                    <a:pt x="342" y="1991"/>
                    <a:pt x="294" y="2174"/>
                    <a:pt x="294" y="2356"/>
                  </a:cubicBezTo>
                  <a:lnTo>
                    <a:pt x="294" y="4737"/>
                  </a:lnTo>
                  <a:cubicBezTo>
                    <a:pt x="116" y="4828"/>
                    <a:pt x="1" y="5011"/>
                    <a:pt x="1" y="5212"/>
                  </a:cubicBezTo>
                  <a:lnTo>
                    <a:pt x="1" y="6479"/>
                  </a:lnTo>
                  <a:cubicBezTo>
                    <a:pt x="1" y="6619"/>
                    <a:pt x="105" y="6688"/>
                    <a:pt x="210" y="6688"/>
                  </a:cubicBezTo>
                  <a:cubicBezTo>
                    <a:pt x="314" y="6688"/>
                    <a:pt x="418" y="6619"/>
                    <a:pt x="418" y="6479"/>
                  </a:cubicBezTo>
                  <a:lnTo>
                    <a:pt x="418" y="5212"/>
                  </a:lnTo>
                  <a:cubicBezTo>
                    <a:pt x="418" y="5150"/>
                    <a:pt x="471" y="5102"/>
                    <a:pt x="534" y="5102"/>
                  </a:cubicBezTo>
                  <a:lnTo>
                    <a:pt x="11363" y="5102"/>
                  </a:lnTo>
                  <a:cubicBezTo>
                    <a:pt x="11421" y="5102"/>
                    <a:pt x="11469" y="5145"/>
                    <a:pt x="11473" y="5203"/>
                  </a:cubicBezTo>
                  <a:lnTo>
                    <a:pt x="11473" y="8620"/>
                  </a:lnTo>
                  <a:lnTo>
                    <a:pt x="8094" y="8620"/>
                  </a:lnTo>
                  <a:cubicBezTo>
                    <a:pt x="7816" y="8620"/>
                    <a:pt x="7816" y="9043"/>
                    <a:pt x="8094" y="9043"/>
                  </a:cubicBezTo>
                  <a:lnTo>
                    <a:pt x="11473" y="9043"/>
                  </a:lnTo>
                  <a:lnTo>
                    <a:pt x="11473" y="10132"/>
                  </a:lnTo>
                  <a:lnTo>
                    <a:pt x="5132" y="10132"/>
                  </a:lnTo>
                  <a:cubicBezTo>
                    <a:pt x="4849" y="10132"/>
                    <a:pt x="4849" y="10550"/>
                    <a:pt x="5132" y="10550"/>
                  </a:cubicBezTo>
                  <a:lnTo>
                    <a:pt x="11478" y="10550"/>
                  </a:lnTo>
                  <a:lnTo>
                    <a:pt x="11478" y="11390"/>
                  </a:lnTo>
                  <a:cubicBezTo>
                    <a:pt x="11473" y="11395"/>
                    <a:pt x="11473" y="11395"/>
                    <a:pt x="11478" y="11400"/>
                  </a:cubicBezTo>
                  <a:lnTo>
                    <a:pt x="11478" y="12821"/>
                  </a:lnTo>
                  <a:cubicBezTo>
                    <a:pt x="11478" y="13209"/>
                    <a:pt x="11133" y="13531"/>
                    <a:pt x="10705" y="13531"/>
                  </a:cubicBezTo>
                  <a:lnTo>
                    <a:pt x="1191" y="13531"/>
                  </a:lnTo>
                  <a:cubicBezTo>
                    <a:pt x="764" y="13531"/>
                    <a:pt x="423" y="13209"/>
                    <a:pt x="423" y="12821"/>
                  </a:cubicBezTo>
                  <a:lnTo>
                    <a:pt x="423" y="10555"/>
                  </a:lnTo>
                  <a:lnTo>
                    <a:pt x="4292" y="10555"/>
                  </a:lnTo>
                  <a:cubicBezTo>
                    <a:pt x="4571" y="10555"/>
                    <a:pt x="4571" y="10132"/>
                    <a:pt x="4292" y="10132"/>
                  </a:cubicBezTo>
                  <a:lnTo>
                    <a:pt x="418" y="10132"/>
                  </a:lnTo>
                  <a:lnTo>
                    <a:pt x="418" y="9043"/>
                  </a:lnTo>
                  <a:lnTo>
                    <a:pt x="7259" y="9043"/>
                  </a:lnTo>
                  <a:cubicBezTo>
                    <a:pt x="7537" y="9043"/>
                    <a:pt x="7537" y="8625"/>
                    <a:pt x="7259" y="8625"/>
                  </a:cubicBezTo>
                  <a:lnTo>
                    <a:pt x="418" y="8625"/>
                  </a:lnTo>
                  <a:lnTo>
                    <a:pt x="418" y="7315"/>
                  </a:lnTo>
                  <a:cubicBezTo>
                    <a:pt x="418" y="7175"/>
                    <a:pt x="314" y="7106"/>
                    <a:pt x="210" y="7106"/>
                  </a:cubicBezTo>
                  <a:cubicBezTo>
                    <a:pt x="105" y="7106"/>
                    <a:pt x="1" y="7175"/>
                    <a:pt x="1" y="7315"/>
                  </a:cubicBezTo>
                  <a:lnTo>
                    <a:pt x="1" y="12816"/>
                  </a:lnTo>
                  <a:cubicBezTo>
                    <a:pt x="1" y="13445"/>
                    <a:pt x="534" y="13949"/>
                    <a:pt x="1191" y="13949"/>
                  </a:cubicBezTo>
                  <a:lnTo>
                    <a:pt x="10705" y="13949"/>
                  </a:lnTo>
                  <a:cubicBezTo>
                    <a:pt x="11363" y="13949"/>
                    <a:pt x="11896" y="13440"/>
                    <a:pt x="11896" y="12816"/>
                  </a:cubicBezTo>
                  <a:cubicBezTo>
                    <a:pt x="11896" y="12734"/>
                    <a:pt x="11896" y="5342"/>
                    <a:pt x="11896" y="5193"/>
                  </a:cubicBezTo>
                  <a:lnTo>
                    <a:pt x="11896" y="5179"/>
                  </a:lnTo>
                  <a:cubicBezTo>
                    <a:pt x="11881" y="4977"/>
                    <a:pt x="11757" y="4804"/>
                    <a:pt x="11574" y="4723"/>
                  </a:cubicBezTo>
                  <a:lnTo>
                    <a:pt x="11574" y="2370"/>
                  </a:lnTo>
                  <a:cubicBezTo>
                    <a:pt x="11574" y="2188"/>
                    <a:pt x="11526" y="2006"/>
                    <a:pt x="11440" y="1842"/>
                  </a:cubicBezTo>
                  <a:cubicBezTo>
                    <a:pt x="11440" y="1842"/>
                    <a:pt x="10561" y="186"/>
                    <a:pt x="10557" y="172"/>
                  </a:cubicBezTo>
                  <a:cubicBezTo>
                    <a:pt x="10492" y="69"/>
                    <a:pt x="10386" y="18"/>
                    <a:pt x="10280" y="18"/>
                  </a:cubicBezTo>
                  <a:cubicBezTo>
                    <a:pt x="10164" y="18"/>
                    <a:pt x="10048" y="78"/>
                    <a:pt x="9985" y="196"/>
                  </a:cubicBezTo>
                  <a:lnTo>
                    <a:pt x="9616" y="892"/>
                  </a:lnTo>
                  <a:lnTo>
                    <a:pt x="9193" y="1694"/>
                  </a:lnTo>
                  <a:cubicBezTo>
                    <a:pt x="9193" y="1694"/>
                    <a:pt x="8387" y="182"/>
                    <a:pt x="8387" y="172"/>
                  </a:cubicBezTo>
                  <a:cubicBezTo>
                    <a:pt x="8323" y="69"/>
                    <a:pt x="8215" y="18"/>
                    <a:pt x="8109" y="18"/>
                  </a:cubicBezTo>
                  <a:cubicBezTo>
                    <a:pt x="7992" y="18"/>
                    <a:pt x="7876" y="78"/>
                    <a:pt x="7816" y="196"/>
                  </a:cubicBezTo>
                  <a:lnTo>
                    <a:pt x="7446" y="892"/>
                  </a:lnTo>
                  <a:lnTo>
                    <a:pt x="7019" y="1698"/>
                  </a:lnTo>
                  <a:cubicBezTo>
                    <a:pt x="6918" y="1506"/>
                    <a:pt x="6217" y="182"/>
                    <a:pt x="6212" y="177"/>
                  </a:cubicBezTo>
                  <a:cubicBezTo>
                    <a:pt x="6148" y="75"/>
                    <a:pt x="6040" y="21"/>
                    <a:pt x="5931" y="21"/>
                  </a:cubicBezTo>
                  <a:cubicBezTo>
                    <a:pt x="5845" y="21"/>
                    <a:pt x="5759" y="54"/>
                    <a:pt x="5694" y="124"/>
                  </a:cubicBezTo>
                  <a:cubicBezTo>
                    <a:pt x="5646" y="172"/>
                    <a:pt x="5675" y="124"/>
                    <a:pt x="5271" y="892"/>
                  </a:cubicBezTo>
                  <a:lnTo>
                    <a:pt x="4854" y="1684"/>
                  </a:lnTo>
                  <a:lnTo>
                    <a:pt x="4427" y="878"/>
                  </a:lnTo>
                  <a:cubicBezTo>
                    <a:pt x="4033" y="143"/>
                    <a:pt x="4057" y="167"/>
                    <a:pt x="4019" y="124"/>
                  </a:cubicBezTo>
                  <a:cubicBezTo>
                    <a:pt x="3951" y="41"/>
                    <a:pt x="3856" y="0"/>
                    <a:pt x="37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3" name="Google Shape;19063;p89"/>
          <p:cNvGrpSpPr/>
          <p:nvPr/>
        </p:nvGrpSpPr>
        <p:grpSpPr>
          <a:xfrm>
            <a:off x="2661291" y="1502933"/>
            <a:ext cx="336624" cy="365551"/>
            <a:chOff x="2661291" y="1502933"/>
            <a:chExt cx="336624" cy="365551"/>
          </a:xfrm>
        </p:grpSpPr>
        <p:sp>
          <p:nvSpPr>
            <p:cNvPr id="19064" name="Google Shape;19064;p89"/>
            <p:cNvSpPr/>
            <p:nvPr/>
          </p:nvSpPr>
          <p:spPr>
            <a:xfrm>
              <a:off x="2683694" y="1602188"/>
              <a:ext cx="222407" cy="244286"/>
            </a:xfrm>
            <a:custGeom>
              <a:rect b="b" l="l" r="r" t="t"/>
              <a:pathLst>
                <a:path extrusionOk="0" h="9323" w="8488">
                  <a:moveTo>
                    <a:pt x="0" y="0"/>
                  </a:moveTo>
                  <a:lnTo>
                    <a:pt x="0" y="9322"/>
                  </a:lnTo>
                  <a:lnTo>
                    <a:pt x="8487" y="9322"/>
                  </a:lnTo>
                  <a:lnTo>
                    <a:pt x="8487" y="869"/>
                  </a:lnTo>
                  <a:cubicBezTo>
                    <a:pt x="8487" y="389"/>
                    <a:pt x="8094" y="0"/>
                    <a:pt x="761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89"/>
            <p:cNvSpPr/>
            <p:nvPr/>
          </p:nvSpPr>
          <p:spPr>
            <a:xfrm>
              <a:off x="2716028" y="1642304"/>
              <a:ext cx="157608" cy="162534"/>
            </a:xfrm>
            <a:custGeom>
              <a:rect b="b" l="l" r="r" t="t"/>
              <a:pathLst>
                <a:path extrusionOk="0" h="6203" w="6015">
                  <a:moveTo>
                    <a:pt x="528" y="0"/>
                  </a:moveTo>
                  <a:cubicBezTo>
                    <a:pt x="235" y="0"/>
                    <a:pt x="0" y="231"/>
                    <a:pt x="0" y="524"/>
                  </a:cubicBezTo>
                  <a:lnTo>
                    <a:pt x="0" y="5679"/>
                  </a:lnTo>
                  <a:cubicBezTo>
                    <a:pt x="0" y="5967"/>
                    <a:pt x="235" y="6202"/>
                    <a:pt x="528" y="6202"/>
                  </a:cubicBezTo>
                  <a:lnTo>
                    <a:pt x="5492" y="6202"/>
                  </a:lnTo>
                  <a:cubicBezTo>
                    <a:pt x="5780" y="6202"/>
                    <a:pt x="6015" y="5967"/>
                    <a:pt x="6015" y="5679"/>
                  </a:cubicBezTo>
                  <a:lnTo>
                    <a:pt x="6015" y="524"/>
                  </a:lnTo>
                  <a:cubicBezTo>
                    <a:pt x="6015" y="236"/>
                    <a:pt x="5780" y="0"/>
                    <a:pt x="5492" y="0"/>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89"/>
            <p:cNvSpPr/>
            <p:nvPr/>
          </p:nvSpPr>
          <p:spPr>
            <a:xfrm>
              <a:off x="2737645" y="1642304"/>
              <a:ext cx="135991" cy="162534"/>
            </a:xfrm>
            <a:custGeom>
              <a:rect b="b" l="l" r="r" t="t"/>
              <a:pathLst>
                <a:path extrusionOk="0" h="6203" w="5190">
                  <a:moveTo>
                    <a:pt x="529" y="0"/>
                  </a:moveTo>
                  <a:cubicBezTo>
                    <a:pt x="236" y="0"/>
                    <a:pt x="1" y="231"/>
                    <a:pt x="1" y="524"/>
                  </a:cubicBezTo>
                  <a:lnTo>
                    <a:pt x="1" y="5679"/>
                  </a:lnTo>
                  <a:cubicBezTo>
                    <a:pt x="1" y="5967"/>
                    <a:pt x="236" y="6202"/>
                    <a:pt x="529" y="6202"/>
                  </a:cubicBezTo>
                  <a:lnTo>
                    <a:pt x="4667" y="6202"/>
                  </a:lnTo>
                  <a:cubicBezTo>
                    <a:pt x="4955" y="6202"/>
                    <a:pt x="5190" y="5967"/>
                    <a:pt x="5190" y="5679"/>
                  </a:cubicBezTo>
                  <a:lnTo>
                    <a:pt x="5190" y="524"/>
                  </a:lnTo>
                  <a:cubicBezTo>
                    <a:pt x="5190" y="231"/>
                    <a:pt x="4955" y="0"/>
                    <a:pt x="46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89"/>
            <p:cNvSpPr/>
            <p:nvPr/>
          </p:nvSpPr>
          <p:spPr>
            <a:xfrm>
              <a:off x="2723810" y="1720387"/>
              <a:ext cx="104810" cy="84451"/>
            </a:xfrm>
            <a:custGeom>
              <a:rect b="b" l="l" r="r" t="t"/>
              <a:pathLst>
                <a:path extrusionOk="0" h="3223" w="4000">
                  <a:moveTo>
                    <a:pt x="1986" y="0"/>
                  </a:moveTo>
                  <a:cubicBezTo>
                    <a:pt x="1767" y="0"/>
                    <a:pt x="1549" y="114"/>
                    <a:pt x="1436" y="342"/>
                  </a:cubicBezTo>
                  <a:lnTo>
                    <a:pt x="994" y="1201"/>
                  </a:lnTo>
                  <a:lnTo>
                    <a:pt x="980" y="1235"/>
                  </a:lnTo>
                  <a:lnTo>
                    <a:pt x="1" y="3170"/>
                  </a:lnTo>
                  <a:cubicBezTo>
                    <a:pt x="68" y="3203"/>
                    <a:pt x="150" y="3222"/>
                    <a:pt x="231" y="3222"/>
                  </a:cubicBezTo>
                  <a:lnTo>
                    <a:pt x="3999" y="3222"/>
                  </a:lnTo>
                  <a:lnTo>
                    <a:pt x="2996" y="1235"/>
                  </a:lnTo>
                  <a:lnTo>
                    <a:pt x="2977" y="1206"/>
                  </a:lnTo>
                  <a:lnTo>
                    <a:pt x="2540" y="342"/>
                  </a:lnTo>
                  <a:cubicBezTo>
                    <a:pt x="2425" y="114"/>
                    <a:pt x="2205" y="0"/>
                    <a:pt x="198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89"/>
            <p:cNvSpPr/>
            <p:nvPr/>
          </p:nvSpPr>
          <p:spPr>
            <a:xfrm>
              <a:off x="2723810" y="1775753"/>
              <a:ext cx="27696" cy="29085"/>
            </a:xfrm>
            <a:custGeom>
              <a:rect b="b" l="l" r="r" t="t"/>
              <a:pathLst>
                <a:path extrusionOk="0" h="1110" w="1057">
                  <a:moveTo>
                    <a:pt x="534" y="0"/>
                  </a:moveTo>
                  <a:lnTo>
                    <a:pt x="1" y="1057"/>
                  </a:lnTo>
                  <a:cubicBezTo>
                    <a:pt x="68" y="1090"/>
                    <a:pt x="150" y="1109"/>
                    <a:pt x="231" y="1109"/>
                  </a:cubicBezTo>
                  <a:lnTo>
                    <a:pt x="1057" y="1109"/>
                  </a:lnTo>
                  <a:cubicBezTo>
                    <a:pt x="769" y="1109"/>
                    <a:pt x="534" y="874"/>
                    <a:pt x="534" y="586"/>
                  </a:cubicBezTo>
                  <a:lnTo>
                    <a:pt x="534"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89"/>
            <p:cNvSpPr/>
            <p:nvPr/>
          </p:nvSpPr>
          <p:spPr>
            <a:xfrm>
              <a:off x="2794871" y="1665938"/>
              <a:ext cx="58510" cy="53453"/>
            </a:xfrm>
            <a:custGeom>
              <a:rect b="b" l="l" r="r" t="t"/>
              <a:pathLst>
                <a:path extrusionOk="0" h="2040" w="2233">
                  <a:moveTo>
                    <a:pt x="1153" y="1"/>
                  </a:moveTo>
                  <a:lnTo>
                    <a:pt x="1153" y="1"/>
                  </a:lnTo>
                  <a:cubicBezTo>
                    <a:pt x="375" y="107"/>
                    <a:pt x="1" y="1009"/>
                    <a:pt x="476" y="1633"/>
                  </a:cubicBezTo>
                  <a:cubicBezTo>
                    <a:pt x="685" y="1908"/>
                    <a:pt x="990" y="2039"/>
                    <a:pt x="1293" y="2039"/>
                  </a:cubicBezTo>
                  <a:cubicBezTo>
                    <a:pt x="1678" y="2039"/>
                    <a:pt x="2058" y="1827"/>
                    <a:pt x="2233" y="1427"/>
                  </a:cubicBezTo>
                  <a:lnTo>
                    <a:pt x="2233" y="1427"/>
                  </a:lnTo>
                  <a:cubicBezTo>
                    <a:pt x="2185" y="1433"/>
                    <a:pt x="2138" y="1436"/>
                    <a:pt x="2091" y="1436"/>
                  </a:cubicBezTo>
                  <a:cubicBezTo>
                    <a:pt x="1371" y="1436"/>
                    <a:pt x="851" y="691"/>
                    <a:pt x="1153"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89"/>
            <p:cNvSpPr/>
            <p:nvPr/>
          </p:nvSpPr>
          <p:spPr>
            <a:xfrm>
              <a:off x="2749986" y="1720466"/>
              <a:ext cx="51829" cy="44466"/>
            </a:xfrm>
            <a:custGeom>
              <a:rect b="b" l="l" r="r" t="t"/>
              <a:pathLst>
                <a:path extrusionOk="0" h="1697" w="1978">
                  <a:moveTo>
                    <a:pt x="987" y="1"/>
                  </a:moveTo>
                  <a:cubicBezTo>
                    <a:pt x="768" y="1"/>
                    <a:pt x="550" y="114"/>
                    <a:pt x="437" y="339"/>
                  </a:cubicBezTo>
                  <a:lnTo>
                    <a:pt x="0" y="1203"/>
                  </a:lnTo>
                  <a:cubicBezTo>
                    <a:pt x="247" y="1532"/>
                    <a:pt x="618" y="1696"/>
                    <a:pt x="989" y="1696"/>
                  </a:cubicBezTo>
                  <a:cubicBezTo>
                    <a:pt x="1360" y="1696"/>
                    <a:pt x="1731" y="1532"/>
                    <a:pt x="1978" y="1203"/>
                  </a:cubicBezTo>
                  <a:lnTo>
                    <a:pt x="1541" y="339"/>
                  </a:lnTo>
                  <a:cubicBezTo>
                    <a:pt x="1426" y="114"/>
                    <a:pt x="1206" y="1"/>
                    <a:pt x="987"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89"/>
            <p:cNvSpPr/>
            <p:nvPr/>
          </p:nvSpPr>
          <p:spPr>
            <a:xfrm>
              <a:off x="2666715" y="1508357"/>
              <a:ext cx="34116" cy="34220"/>
            </a:xfrm>
            <a:custGeom>
              <a:rect b="b" l="l" r="r" t="t"/>
              <a:pathLst>
                <a:path extrusionOk="0" h="1306" w="1302">
                  <a:moveTo>
                    <a:pt x="197" y="0"/>
                  </a:moveTo>
                  <a:cubicBezTo>
                    <a:pt x="87" y="0"/>
                    <a:pt x="0" y="87"/>
                    <a:pt x="0" y="197"/>
                  </a:cubicBezTo>
                  <a:lnTo>
                    <a:pt x="0" y="1109"/>
                  </a:lnTo>
                  <a:cubicBezTo>
                    <a:pt x="0" y="1215"/>
                    <a:pt x="87" y="1306"/>
                    <a:pt x="197" y="1306"/>
                  </a:cubicBezTo>
                  <a:lnTo>
                    <a:pt x="1104" y="1306"/>
                  </a:lnTo>
                  <a:cubicBezTo>
                    <a:pt x="1210" y="1306"/>
                    <a:pt x="1301" y="1215"/>
                    <a:pt x="1301" y="1109"/>
                  </a:cubicBezTo>
                  <a:lnTo>
                    <a:pt x="1301" y="197"/>
                  </a:lnTo>
                  <a:cubicBezTo>
                    <a:pt x="1301" y="87"/>
                    <a:pt x="1210"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89"/>
            <p:cNvSpPr/>
            <p:nvPr/>
          </p:nvSpPr>
          <p:spPr>
            <a:xfrm>
              <a:off x="2812872" y="1508357"/>
              <a:ext cx="34116" cy="34220"/>
            </a:xfrm>
            <a:custGeom>
              <a:rect b="b" l="l" r="r" t="t"/>
              <a:pathLst>
                <a:path extrusionOk="0" h="1306" w="1302">
                  <a:moveTo>
                    <a:pt x="197" y="0"/>
                  </a:moveTo>
                  <a:cubicBezTo>
                    <a:pt x="91" y="0"/>
                    <a:pt x="0" y="87"/>
                    <a:pt x="0" y="197"/>
                  </a:cubicBezTo>
                  <a:lnTo>
                    <a:pt x="0" y="1109"/>
                  </a:lnTo>
                  <a:cubicBezTo>
                    <a:pt x="0" y="1215"/>
                    <a:pt x="91"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89"/>
            <p:cNvSpPr/>
            <p:nvPr/>
          </p:nvSpPr>
          <p:spPr>
            <a:xfrm>
              <a:off x="2958401" y="1508357"/>
              <a:ext cx="34116" cy="34220"/>
            </a:xfrm>
            <a:custGeom>
              <a:rect b="b" l="l" r="r" t="t"/>
              <a:pathLst>
                <a:path extrusionOk="0" h="1306" w="1302">
                  <a:moveTo>
                    <a:pt x="197" y="0"/>
                  </a:moveTo>
                  <a:cubicBezTo>
                    <a:pt x="87" y="0"/>
                    <a:pt x="0" y="87"/>
                    <a:pt x="0" y="197"/>
                  </a:cubicBezTo>
                  <a:lnTo>
                    <a:pt x="0" y="1109"/>
                  </a:lnTo>
                  <a:cubicBezTo>
                    <a:pt x="0" y="1215"/>
                    <a:pt x="87"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89"/>
            <p:cNvSpPr/>
            <p:nvPr/>
          </p:nvSpPr>
          <p:spPr>
            <a:xfrm>
              <a:off x="2666715" y="1828944"/>
              <a:ext cx="34116" cy="34116"/>
            </a:xfrm>
            <a:custGeom>
              <a:rect b="b" l="l" r="r" t="t"/>
              <a:pathLst>
                <a:path extrusionOk="0" h="1302" w="1302">
                  <a:moveTo>
                    <a:pt x="197" y="1"/>
                  </a:moveTo>
                  <a:cubicBezTo>
                    <a:pt x="87" y="1"/>
                    <a:pt x="0" y="87"/>
                    <a:pt x="0" y="193"/>
                  </a:cubicBezTo>
                  <a:lnTo>
                    <a:pt x="0" y="1105"/>
                  </a:lnTo>
                  <a:cubicBezTo>
                    <a:pt x="0" y="1211"/>
                    <a:pt x="87" y="1302"/>
                    <a:pt x="197" y="1302"/>
                  </a:cubicBezTo>
                  <a:lnTo>
                    <a:pt x="1104" y="1302"/>
                  </a:lnTo>
                  <a:cubicBezTo>
                    <a:pt x="1210" y="1302"/>
                    <a:pt x="1301" y="1211"/>
                    <a:pt x="1301" y="1105"/>
                  </a:cubicBezTo>
                  <a:lnTo>
                    <a:pt x="1301" y="193"/>
                  </a:lnTo>
                  <a:cubicBezTo>
                    <a:pt x="1301" y="87"/>
                    <a:pt x="1210"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89"/>
            <p:cNvSpPr/>
            <p:nvPr/>
          </p:nvSpPr>
          <p:spPr>
            <a:xfrm>
              <a:off x="2813003" y="1828944"/>
              <a:ext cx="34089" cy="34116"/>
            </a:xfrm>
            <a:custGeom>
              <a:rect b="b" l="l" r="r" t="t"/>
              <a:pathLst>
                <a:path extrusionOk="0" h="1302" w="1301">
                  <a:moveTo>
                    <a:pt x="197" y="1"/>
                  </a:moveTo>
                  <a:cubicBezTo>
                    <a:pt x="86" y="1"/>
                    <a:pt x="0" y="87"/>
                    <a:pt x="0" y="193"/>
                  </a:cubicBezTo>
                  <a:lnTo>
                    <a:pt x="0" y="1105"/>
                  </a:lnTo>
                  <a:cubicBezTo>
                    <a:pt x="0" y="1211"/>
                    <a:pt x="86" y="1297"/>
                    <a:pt x="192" y="1302"/>
                  </a:cubicBezTo>
                  <a:lnTo>
                    <a:pt x="1099" y="1302"/>
                  </a:lnTo>
                  <a:cubicBezTo>
                    <a:pt x="1210" y="1302"/>
                    <a:pt x="1301" y="1211"/>
                    <a:pt x="1301" y="1105"/>
                  </a:cubicBezTo>
                  <a:lnTo>
                    <a:pt x="1301" y="193"/>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89"/>
            <p:cNvSpPr/>
            <p:nvPr/>
          </p:nvSpPr>
          <p:spPr>
            <a:xfrm>
              <a:off x="2958401" y="1828944"/>
              <a:ext cx="34116" cy="34116"/>
            </a:xfrm>
            <a:custGeom>
              <a:rect b="b" l="l" r="r" t="t"/>
              <a:pathLst>
                <a:path extrusionOk="0" h="1302" w="1302">
                  <a:moveTo>
                    <a:pt x="197" y="1"/>
                  </a:moveTo>
                  <a:cubicBezTo>
                    <a:pt x="87" y="1"/>
                    <a:pt x="0" y="87"/>
                    <a:pt x="0" y="193"/>
                  </a:cubicBezTo>
                  <a:lnTo>
                    <a:pt x="0" y="1105"/>
                  </a:lnTo>
                  <a:cubicBezTo>
                    <a:pt x="0" y="1211"/>
                    <a:pt x="87" y="1302"/>
                    <a:pt x="197" y="1302"/>
                  </a:cubicBezTo>
                  <a:lnTo>
                    <a:pt x="1104" y="1302"/>
                  </a:lnTo>
                  <a:cubicBezTo>
                    <a:pt x="1215" y="1302"/>
                    <a:pt x="1301" y="1211"/>
                    <a:pt x="1301" y="1105"/>
                  </a:cubicBezTo>
                  <a:lnTo>
                    <a:pt x="1301" y="193"/>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89"/>
            <p:cNvSpPr/>
            <p:nvPr/>
          </p:nvSpPr>
          <p:spPr>
            <a:xfrm>
              <a:off x="2666715" y="1669083"/>
              <a:ext cx="34116" cy="34116"/>
            </a:xfrm>
            <a:custGeom>
              <a:rect b="b" l="l" r="r" t="t"/>
              <a:pathLst>
                <a:path extrusionOk="0" h="1302" w="1302">
                  <a:moveTo>
                    <a:pt x="197" y="1"/>
                  </a:moveTo>
                  <a:cubicBezTo>
                    <a:pt x="87" y="1"/>
                    <a:pt x="0" y="87"/>
                    <a:pt x="0" y="198"/>
                  </a:cubicBezTo>
                  <a:lnTo>
                    <a:pt x="0" y="1105"/>
                  </a:lnTo>
                  <a:cubicBezTo>
                    <a:pt x="0" y="1211"/>
                    <a:pt x="87" y="1302"/>
                    <a:pt x="197" y="1302"/>
                  </a:cubicBezTo>
                  <a:lnTo>
                    <a:pt x="1104" y="1302"/>
                  </a:lnTo>
                  <a:cubicBezTo>
                    <a:pt x="1210" y="1302"/>
                    <a:pt x="1301" y="1211"/>
                    <a:pt x="1301" y="1105"/>
                  </a:cubicBezTo>
                  <a:lnTo>
                    <a:pt x="1301" y="198"/>
                  </a:lnTo>
                  <a:cubicBezTo>
                    <a:pt x="1301" y="87"/>
                    <a:pt x="1210"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89"/>
            <p:cNvSpPr/>
            <p:nvPr/>
          </p:nvSpPr>
          <p:spPr>
            <a:xfrm>
              <a:off x="2958401" y="1669083"/>
              <a:ext cx="34116" cy="34116"/>
            </a:xfrm>
            <a:custGeom>
              <a:rect b="b" l="l" r="r" t="t"/>
              <a:pathLst>
                <a:path extrusionOk="0" h="1302" w="1302">
                  <a:moveTo>
                    <a:pt x="197" y="1"/>
                  </a:moveTo>
                  <a:cubicBezTo>
                    <a:pt x="87" y="1"/>
                    <a:pt x="0" y="87"/>
                    <a:pt x="0" y="198"/>
                  </a:cubicBezTo>
                  <a:lnTo>
                    <a:pt x="0" y="1105"/>
                  </a:lnTo>
                  <a:cubicBezTo>
                    <a:pt x="0" y="1211"/>
                    <a:pt x="87" y="1302"/>
                    <a:pt x="197" y="1302"/>
                  </a:cubicBezTo>
                  <a:lnTo>
                    <a:pt x="1104" y="1302"/>
                  </a:lnTo>
                  <a:cubicBezTo>
                    <a:pt x="1215" y="1302"/>
                    <a:pt x="1301" y="1211"/>
                    <a:pt x="1301" y="1105"/>
                  </a:cubicBezTo>
                  <a:lnTo>
                    <a:pt x="1301" y="198"/>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89"/>
            <p:cNvSpPr/>
            <p:nvPr/>
          </p:nvSpPr>
          <p:spPr>
            <a:xfrm>
              <a:off x="2885322" y="1561364"/>
              <a:ext cx="66974" cy="62860"/>
            </a:xfrm>
            <a:custGeom>
              <a:rect b="b" l="l" r="r" t="t"/>
              <a:pathLst>
                <a:path extrusionOk="0" h="2399" w="2556">
                  <a:moveTo>
                    <a:pt x="2259" y="0"/>
                  </a:moveTo>
                  <a:cubicBezTo>
                    <a:pt x="2210" y="0"/>
                    <a:pt x="2158" y="19"/>
                    <a:pt x="2112" y="65"/>
                  </a:cubicBezTo>
                  <a:lnTo>
                    <a:pt x="135" y="2048"/>
                  </a:lnTo>
                  <a:cubicBezTo>
                    <a:pt x="0" y="2177"/>
                    <a:pt x="96" y="2398"/>
                    <a:pt x="279" y="2398"/>
                  </a:cubicBezTo>
                  <a:cubicBezTo>
                    <a:pt x="336" y="2398"/>
                    <a:pt x="389" y="2379"/>
                    <a:pt x="427" y="2341"/>
                  </a:cubicBezTo>
                  <a:lnTo>
                    <a:pt x="2405" y="358"/>
                  </a:lnTo>
                  <a:cubicBezTo>
                    <a:pt x="2556" y="207"/>
                    <a:pt x="2419" y="0"/>
                    <a:pt x="22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89"/>
            <p:cNvSpPr/>
            <p:nvPr/>
          </p:nvSpPr>
          <p:spPr>
            <a:xfrm>
              <a:off x="2881811" y="1592991"/>
              <a:ext cx="37365" cy="36526"/>
            </a:xfrm>
            <a:custGeom>
              <a:rect b="b" l="l" r="r" t="t"/>
              <a:pathLst>
                <a:path extrusionOk="0" h="1394" w="1426">
                  <a:moveTo>
                    <a:pt x="238" y="1"/>
                  </a:moveTo>
                  <a:cubicBezTo>
                    <a:pt x="196" y="1"/>
                    <a:pt x="155" y="32"/>
                    <a:pt x="149" y="82"/>
                  </a:cubicBezTo>
                  <a:lnTo>
                    <a:pt x="81" y="654"/>
                  </a:lnTo>
                  <a:lnTo>
                    <a:pt x="5" y="1292"/>
                  </a:lnTo>
                  <a:cubicBezTo>
                    <a:pt x="0" y="1345"/>
                    <a:pt x="41" y="1394"/>
                    <a:pt x="92" y="1394"/>
                  </a:cubicBezTo>
                  <a:cubicBezTo>
                    <a:pt x="96" y="1394"/>
                    <a:pt x="101" y="1394"/>
                    <a:pt x="105" y="1393"/>
                  </a:cubicBezTo>
                  <a:lnTo>
                    <a:pt x="749" y="1321"/>
                  </a:lnTo>
                  <a:lnTo>
                    <a:pt x="1315" y="1254"/>
                  </a:lnTo>
                  <a:cubicBezTo>
                    <a:pt x="1392" y="1244"/>
                    <a:pt x="1426" y="1153"/>
                    <a:pt x="1373" y="1095"/>
                  </a:cubicBezTo>
                  <a:lnTo>
                    <a:pt x="302" y="30"/>
                  </a:lnTo>
                  <a:cubicBezTo>
                    <a:pt x="284" y="10"/>
                    <a:pt x="261" y="1"/>
                    <a:pt x="238"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89"/>
            <p:cNvSpPr/>
            <p:nvPr/>
          </p:nvSpPr>
          <p:spPr>
            <a:xfrm>
              <a:off x="2915010" y="1559032"/>
              <a:ext cx="37365" cy="36579"/>
            </a:xfrm>
            <a:custGeom>
              <a:rect b="b" l="l" r="r" t="t"/>
              <a:pathLst>
                <a:path extrusionOk="0" h="1396" w="1426">
                  <a:moveTo>
                    <a:pt x="1328" y="0"/>
                  </a:moveTo>
                  <a:cubicBezTo>
                    <a:pt x="1325" y="0"/>
                    <a:pt x="1323" y="0"/>
                    <a:pt x="1320" y="1"/>
                  </a:cubicBezTo>
                  <a:lnTo>
                    <a:pt x="677" y="78"/>
                  </a:lnTo>
                  <a:lnTo>
                    <a:pt x="106" y="145"/>
                  </a:lnTo>
                  <a:cubicBezTo>
                    <a:pt x="29" y="154"/>
                    <a:pt x="0" y="246"/>
                    <a:pt x="53" y="298"/>
                  </a:cubicBezTo>
                  <a:lnTo>
                    <a:pt x="1123" y="1369"/>
                  </a:lnTo>
                  <a:cubicBezTo>
                    <a:pt x="1142" y="1387"/>
                    <a:pt x="1165" y="1396"/>
                    <a:pt x="1187" y="1396"/>
                  </a:cubicBezTo>
                  <a:cubicBezTo>
                    <a:pt x="1230" y="1396"/>
                    <a:pt x="1271" y="1366"/>
                    <a:pt x="1277" y="1316"/>
                  </a:cubicBezTo>
                  <a:lnTo>
                    <a:pt x="1344" y="745"/>
                  </a:lnTo>
                  <a:lnTo>
                    <a:pt x="1421" y="102"/>
                  </a:lnTo>
                  <a:cubicBezTo>
                    <a:pt x="1426" y="47"/>
                    <a:pt x="1382" y="0"/>
                    <a:pt x="1328"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89"/>
            <p:cNvSpPr/>
            <p:nvPr/>
          </p:nvSpPr>
          <p:spPr>
            <a:xfrm>
              <a:off x="2943806" y="1586335"/>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89"/>
            <p:cNvSpPr/>
            <p:nvPr/>
          </p:nvSpPr>
          <p:spPr>
            <a:xfrm>
              <a:off x="2661291" y="1502933"/>
              <a:ext cx="336624" cy="365551"/>
            </a:xfrm>
            <a:custGeom>
              <a:rect b="b" l="l" r="r" t="t"/>
              <a:pathLst>
                <a:path extrusionOk="0" h="13951" w="12847">
                  <a:moveTo>
                    <a:pt x="1302" y="418"/>
                  </a:moveTo>
                  <a:lnTo>
                    <a:pt x="1302" y="1306"/>
                  </a:lnTo>
                  <a:lnTo>
                    <a:pt x="414" y="1302"/>
                  </a:lnTo>
                  <a:lnTo>
                    <a:pt x="414" y="418"/>
                  </a:lnTo>
                  <a:close/>
                  <a:moveTo>
                    <a:pt x="6880" y="418"/>
                  </a:moveTo>
                  <a:lnTo>
                    <a:pt x="6880" y="1306"/>
                  </a:lnTo>
                  <a:lnTo>
                    <a:pt x="5996" y="1306"/>
                  </a:lnTo>
                  <a:lnTo>
                    <a:pt x="5996" y="418"/>
                  </a:lnTo>
                  <a:close/>
                  <a:moveTo>
                    <a:pt x="12434" y="418"/>
                  </a:moveTo>
                  <a:lnTo>
                    <a:pt x="12434" y="1306"/>
                  </a:lnTo>
                  <a:lnTo>
                    <a:pt x="11546" y="1306"/>
                  </a:lnTo>
                  <a:lnTo>
                    <a:pt x="11546" y="418"/>
                  </a:lnTo>
                  <a:close/>
                  <a:moveTo>
                    <a:pt x="10878" y="2367"/>
                  </a:moveTo>
                  <a:lnTo>
                    <a:pt x="10782" y="3183"/>
                  </a:lnTo>
                  <a:lnTo>
                    <a:pt x="10782" y="3188"/>
                  </a:lnTo>
                  <a:lnTo>
                    <a:pt x="10782" y="3193"/>
                  </a:lnTo>
                  <a:lnTo>
                    <a:pt x="10566" y="2977"/>
                  </a:lnTo>
                  <a:lnTo>
                    <a:pt x="10274" y="2684"/>
                  </a:lnTo>
                  <a:lnTo>
                    <a:pt x="10053" y="2463"/>
                  </a:lnTo>
                  <a:lnTo>
                    <a:pt x="10058" y="2463"/>
                  </a:lnTo>
                  <a:lnTo>
                    <a:pt x="10878" y="2367"/>
                  </a:lnTo>
                  <a:close/>
                  <a:moveTo>
                    <a:pt x="8742" y="3783"/>
                  </a:moveTo>
                  <a:lnTo>
                    <a:pt x="9472" y="4513"/>
                  </a:lnTo>
                  <a:lnTo>
                    <a:pt x="8641" y="4609"/>
                  </a:lnTo>
                  <a:lnTo>
                    <a:pt x="8742" y="3783"/>
                  </a:lnTo>
                  <a:close/>
                  <a:moveTo>
                    <a:pt x="1302" y="6548"/>
                  </a:moveTo>
                  <a:lnTo>
                    <a:pt x="1302" y="7436"/>
                  </a:lnTo>
                  <a:lnTo>
                    <a:pt x="414" y="7436"/>
                  </a:lnTo>
                  <a:lnTo>
                    <a:pt x="414" y="6548"/>
                  </a:lnTo>
                  <a:close/>
                  <a:moveTo>
                    <a:pt x="12429" y="6548"/>
                  </a:moveTo>
                  <a:lnTo>
                    <a:pt x="12429" y="7436"/>
                  </a:lnTo>
                  <a:lnTo>
                    <a:pt x="11541" y="7436"/>
                  </a:lnTo>
                  <a:lnTo>
                    <a:pt x="11541" y="6548"/>
                  </a:lnTo>
                  <a:close/>
                  <a:moveTo>
                    <a:pt x="8301" y="3995"/>
                  </a:moveTo>
                  <a:lnTo>
                    <a:pt x="8200" y="4820"/>
                  </a:lnTo>
                  <a:cubicBezTo>
                    <a:pt x="8186" y="4947"/>
                    <a:pt x="8283" y="5052"/>
                    <a:pt x="8407" y="5052"/>
                  </a:cubicBezTo>
                  <a:cubicBezTo>
                    <a:pt x="8414" y="5052"/>
                    <a:pt x="8422" y="5051"/>
                    <a:pt x="8430" y="5051"/>
                  </a:cubicBezTo>
                  <a:lnTo>
                    <a:pt x="9131" y="4969"/>
                  </a:lnTo>
                  <a:lnTo>
                    <a:pt x="9131" y="12885"/>
                  </a:lnTo>
                  <a:lnTo>
                    <a:pt x="7297" y="12885"/>
                  </a:lnTo>
                  <a:lnTo>
                    <a:pt x="7297" y="12443"/>
                  </a:lnTo>
                  <a:cubicBezTo>
                    <a:pt x="7297" y="12328"/>
                    <a:pt x="7201" y="12237"/>
                    <a:pt x="7091" y="12237"/>
                  </a:cubicBezTo>
                  <a:lnTo>
                    <a:pt x="5790" y="12237"/>
                  </a:lnTo>
                  <a:cubicBezTo>
                    <a:pt x="5675" y="12237"/>
                    <a:pt x="5584" y="12328"/>
                    <a:pt x="5584" y="12443"/>
                  </a:cubicBezTo>
                  <a:lnTo>
                    <a:pt x="5584" y="12885"/>
                  </a:lnTo>
                  <a:lnTo>
                    <a:pt x="1715" y="12885"/>
                  </a:lnTo>
                  <a:lnTo>
                    <a:pt x="1715" y="12443"/>
                  </a:lnTo>
                  <a:cubicBezTo>
                    <a:pt x="1715" y="12328"/>
                    <a:pt x="1623" y="12237"/>
                    <a:pt x="1508" y="12237"/>
                  </a:cubicBezTo>
                  <a:lnTo>
                    <a:pt x="1067" y="12237"/>
                  </a:lnTo>
                  <a:lnTo>
                    <a:pt x="1067" y="7849"/>
                  </a:lnTo>
                  <a:lnTo>
                    <a:pt x="1508" y="7849"/>
                  </a:lnTo>
                  <a:cubicBezTo>
                    <a:pt x="1623" y="7849"/>
                    <a:pt x="1715" y="7758"/>
                    <a:pt x="1715" y="7643"/>
                  </a:cubicBezTo>
                  <a:lnTo>
                    <a:pt x="1715" y="6342"/>
                  </a:lnTo>
                  <a:cubicBezTo>
                    <a:pt x="1715" y="6227"/>
                    <a:pt x="1623" y="6135"/>
                    <a:pt x="1508" y="6135"/>
                  </a:cubicBezTo>
                  <a:lnTo>
                    <a:pt x="1067" y="6135"/>
                  </a:lnTo>
                  <a:lnTo>
                    <a:pt x="1067" y="3995"/>
                  </a:lnTo>
                  <a:close/>
                  <a:moveTo>
                    <a:pt x="11133" y="1066"/>
                  </a:moveTo>
                  <a:lnTo>
                    <a:pt x="11133" y="1513"/>
                  </a:lnTo>
                  <a:cubicBezTo>
                    <a:pt x="11133" y="1623"/>
                    <a:pt x="11224" y="1719"/>
                    <a:pt x="11339" y="1719"/>
                  </a:cubicBezTo>
                  <a:lnTo>
                    <a:pt x="11781" y="1719"/>
                  </a:lnTo>
                  <a:lnTo>
                    <a:pt x="11781" y="6135"/>
                  </a:lnTo>
                  <a:lnTo>
                    <a:pt x="11339" y="6135"/>
                  </a:lnTo>
                  <a:cubicBezTo>
                    <a:pt x="11224" y="6135"/>
                    <a:pt x="11133" y="6227"/>
                    <a:pt x="11133" y="6342"/>
                  </a:cubicBezTo>
                  <a:lnTo>
                    <a:pt x="11133" y="7643"/>
                  </a:lnTo>
                  <a:cubicBezTo>
                    <a:pt x="11133" y="7758"/>
                    <a:pt x="11224" y="7849"/>
                    <a:pt x="11339" y="7849"/>
                  </a:cubicBezTo>
                  <a:lnTo>
                    <a:pt x="11781" y="7849"/>
                  </a:lnTo>
                  <a:lnTo>
                    <a:pt x="11781" y="12232"/>
                  </a:lnTo>
                  <a:lnTo>
                    <a:pt x="11339" y="12232"/>
                  </a:lnTo>
                  <a:cubicBezTo>
                    <a:pt x="11224" y="12232"/>
                    <a:pt x="11133" y="12328"/>
                    <a:pt x="11133" y="12443"/>
                  </a:cubicBezTo>
                  <a:lnTo>
                    <a:pt x="11133" y="12885"/>
                  </a:lnTo>
                  <a:lnTo>
                    <a:pt x="9544" y="12885"/>
                  </a:lnTo>
                  <a:lnTo>
                    <a:pt x="9544" y="4921"/>
                  </a:lnTo>
                  <a:lnTo>
                    <a:pt x="9942" y="4873"/>
                  </a:lnTo>
                  <a:cubicBezTo>
                    <a:pt x="10115" y="4849"/>
                    <a:pt x="10187" y="4643"/>
                    <a:pt x="10062" y="4518"/>
                  </a:cubicBezTo>
                  <a:lnTo>
                    <a:pt x="9549" y="4004"/>
                  </a:lnTo>
                  <a:lnTo>
                    <a:pt x="9549" y="3999"/>
                  </a:lnTo>
                  <a:lnTo>
                    <a:pt x="10274" y="3275"/>
                  </a:lnTo>
                  <a:cubicBezTo>
                    <a:pt x="10778" y="3755"/>
                    <a:pt x="10787" y="3851"/>
                    <a:pt x="10936" y="3851"/>
                  </a:cubicBezTo>
                  <a:cubicBezTo>
                    <a:pt x="11042" y="3851"/>
                    <a:pt x="11128" y="3774"/>
                    <a:pt x="11142" y="3668"/>
                  </a:cubicBezTo>
                  <a:lnTo>
                    <a:pt x="11142" y="3659"/>
                  </a:lnTo>
                  <a:lnTo>
                    <a:pt x="11320" y="2161"/>
                  </a:lnTo>
                  <a:cubicBezTo>
                    <a:pt x="11334" y="2034"/>
                    <a:pt x="11237" y="1929"/>
                    <a:pt x="11113" y="1929"/>
                  </a:cubicBezTo>
                  <a:cubicBezTo>
                    <a:pt x="11105" y="1929"/>
                    <a:pt x="11098" y="1930"/>
                    <a:pt x="11090" y="1930"/>
                  </a:cubicBezTo>
                  <a:lnTo>
                    <a:pt x="9577" y="2108"/>
                  </a:lnTo>
                  <a:cubicBezTo>
                    <a:pt x="9405" y="2132"/>
                    <a:pt x="9333" y="2339"/>
                    <a:pt x="9457" y="2463"/>
                  </a:cubicBezTo>
                  <a:lnTo>
                    <a:pt x="9981" y="2987"/>
                  </a:lnTo>
                  <a:lnTo>
                    <a:pt x="9981" y="2991"/>
                  </a:lnTo>
                  <a:lnTo>
                    <a:pt x="9251" y="3707"/>
                  </a:lnTo>
                  <a:lnTo>
                    <a:pt x="9126" y="3587"/>
                  </a:lnTo>
                  <a:lnTo>
                    <a:pt x="8733" y="3188"/>
                  </a:lnTo>
                  <a:cubicBezTo>
                    <a:pt x="8689" y="3145"/>
                    <a:pt x="8636" y="3125"/>
                    <a:pt x="8585" y="3125"/>
                  </a:cubicBezTo>
                  <a:cubicBezTo>
                    <a:pt x="8487" y="3125"/>
                    <a:pt x="8393" y="3195"/>
                    <a:pt x="8377" y="3308"/>
                  </a:cubicBezTo>
                  <a:lnTo>
                    <a:pt x="8344" y="3582"/>
                  </a:lnTo>
                  <a:lnTo>
                    <a:pt x="1062" y="3582"/>
                  </a:lnTo>
                  <a:lnTo>
                    <a:pt x="1062" y="1719"/>
                  </a:lnTo>
                  <a:lnTo>
                    <a:pt x="1503" y="1719"/>
                  </a:lnTo>
                  <a:cubicBezTo>
                    <a:pt x="1619" y="1719"/>
                    <a:pt x="1715" y="1623"/>
                    <a:pt x="1715" y="1513"/>
                  </a:cubicBezTo>
                  <a:lnTo>
                    <a:pt x="1715" y="1066"/>
                  </a:lnTo>
                  <a:lnTo>
                    <a:pt x="5579" y="1066"/>
                  </a:lnTo>
                  <a:lnTo>
                    <a:pt x="5579" y="1513"/>
                  </a:lnTo>
                  <a:cubicBezTo>
                    <a:pt x="5579" y="1623"/>
                    <a:pt x="5670" y="1719"/>
                    <a:pt x="5785" y="1719"/>
                  </a:cubicBezTo>
                  <a:lnTo>
                    <a:pt x="7086" y="1719"/>
                  </a:lnTo>
                  <a:cubicBezTo>
                    <a:pt x="7201" y="1719"/>
                    <a:pt x="7293" y="1623"/>
                    <a:pt x="7293" y="1513"/>
                  </a:cubicBezTo>
                  <a:lnTo>
                    <a:pt x="7293" y="1066"/>
                  </a:lnTo>
                  <a:close/>
                  <a:moveTo>
                    <a:pt x="1302" y="12649"/>
                  </a:moveTo>
                  <a:lnTo>
                    <a:pt x="1302" y="13533"/>
                  </a:lnTo>
                  <a:lnTo>
                    <a:pt x="414" y="13533"/>
                  </a:lnTo>
                  <a:lnTo>
                    <a:pt x="414" y="12649"/>
                  </a:lnTo>
                  <a:close/>
                  <a:moveTo>
                    <a:pt x="6880" y="12649"/>
                  </a:moveTo>
                  <a:lnTo>
                    <a:pt x="6880" y="13533"/>
                  </a:lnTo>
                  <a:lnTo>
                    <a:pt x="5996" y="13533"/>
                  </a:lnTo>
                  <a:lnTo>
                    <a:pt x="5996" y="12649"/>
                  </a:lnTo>
                  <a:close/>
                  <a:moveTo>
                    <a:pt x="12429" y="12649"/>
                  </a:moveTo>
                  <a:lnTo>
                    <a:pt x="12429" y="13537"/>
                  </a:lnTo>
                  <a:lnTo>
                    <a:pt x="11541" y="13537"/>
                  </a:lnTo>
                  <a:lnTo>
                    <a:pt x="11541" y="12649"/>
                  </a:lnTo>
                  <a:close/>
                  <a:moveTo>
                    <a:pt x="207" y="1"/>
                  </a:moveTo>
                  <a:cubicBezTo>
                    <a:pt x="97" y="6"/>
                    <a:pt x="1" y="97"/>
                    <a:pt x="1" y="212"/>
                  </a:cubicBezTo>
                  <a:lnTo>
                    <a:pt x="1" y="1513"/>
                  </a:lnTo>
                  <a:cubicBezTo>
                    <a:pt x="1" y="1623"/>
                    <a:pt x="97" y="1719"/>
                    <a:pt x="207" y="1719"/>
                  </a:cubicBezTo>
                  <a:lnTo>
                    <a:pt x="649" y="1719"/>
                  </a:lnTo>
                  <a:lnTo>
                    <a:pt x="649" y="6135"/>
                  </a:lnTo>
                  <a:lnTo>
                    <a:pt x="207" y="6135"/>
                  </a:lnTo>
                  <a:cubicBezTo>
                    <a:pt x="97" y="6135"/>
                    <a:pt x="1" y="6227"/>
                    <a:pt x="1" y="6342"/>
                  </a:cubicBezTo>
                  <a:lnTo>
                    <a:pt x="1" y="7643"/>
                  </a:lnTo>
                  <a:cubicBezTo>
                    <a:pt x="1" y="7758"/>
                    <a:pt x="97" y="7849"/>
                    <a:pt x="207" y="7849"/>
                  </a:cubicBezTo>
                  <a:lnTo>
                    <a:pt x="649" y="7849"/>
                  </a:lnTo>
                  <a:lnTo>
                    <a:pt x="649" y="12232"/>
                  </a:lnTo>
                  <a:lnTo>
                    <a:pt x="207" y="12232"/>
                  </a:lnTo>
                  <a:cubicBezTo>
                    <a:pt x="97" y="12232"/>
                    <a:pt x="1" y="12328"/>
                    <a:pt x="1" y="12438"/>
                  </a:cubicBezTo>
                  <a:lnTo>
                    <a:pt x="1" y="13739"/>
                  </a:lnTo>
                  <a:cubicBezTo>
                    <a:pt x="1" y="13854"/>
                    <a:pt x="97" y="13950"/>
                    <a:pt x="207" y="13950"/>
                  </a:cubicBezTo>
                  <a:lnTo>
                    <a:pt x="1508" y="13950"/>
                  </a:lnTo>
                  <a:cubicBezTo>
                    <a:pt x="1623" y="13950"/>
                    <a:pt x="1715" y="13854"/>
                    <a:pt x="1715" y="13739"/>
                  </a:cubicBezTo>
                  <a:lnTo>
                    <a:pt x="1715" y="13297"/>
                  </a:lnTo>
                  <a:lnTo>
                    <a:pt x="5584" y="13297"/>
                  </a:lnTo>
                  <a:lnTo>
                    <a:pt x="5584" y="13739"/>
                  </a:lnTo>
                  <a:cubicBezTo>
                    <a:pt x="5584" y="13854"/>
                    <a:pt x="5675" y="13950"/>
                    <a:pt x="5790" y="13950"/>
                  </a:cubicBezTo>
                  <a:lnTo>
                    <a:pt x="7091" y="13950"/>
                  </a:lnTo>
                  <a:cubicBezTo>
                    <a:pt x="7206" y="13950"/>
                    <a:pt x="7297" y="13854"/>
                    <a:pt x="7297" y="13739"/>
                  </a:cubicBezTo>
                  <a:lnTo>
                    <a:pt x="7297" y="13297"/>
                  </a:lnTo>
                  <a:lnTo>
                    <a:pt x="11133" y="13297"/>
                  </a:lnTo>
                  <a:lnTo>
                    <a:pt x="11133" y="13739"/>
                  </a:lnTo>
                  <a:cubicBezTo>
                    <a:pt x="11133" y="13854"/>
                    <a:pt x="11224" y="13950"/>
                    <a:pt x="11339" y="13950"/>
                  </a:cubicBezTo>
                  <a:lnTo>
                    <a:pt x="12640" y="13950"/>
                  </a:lnTo>
                  <a:cubicBezTo>
                    <a:pt x="12750" y="13950"/>
                    <a:pt x="12846" y="13854"/>
                    <a:pt x="12846" y="13739"/>
                  </a:cubicBezTo>
                  <a:lnTo>
                    <a:pt x="12846" y="12443"/>
                  </a:lnTo>
                  <a:cubicBezTo>
                    <a:pt x="12846" y="12328"/>
                    <a:pt x="12750" y="12237"/>
                    <a:pt x="12640" y="12237"/>
                  </a:cubicBezTo>
                  <a:lnTo>
                    <a:pt x="12198" y="12237"/>
                  </a:lnTo>
                  <a:lnTo>
                    <a:pt x="12198" y="7849"/>
                  </a:lnTo>
                  <a:lnTo>
                    <a:pt x="12640" y="7849"/>
                  </a:lnTo>
                  <a:cubicBezTo>
                    <a:pt x="12750" y="7849"/>
                    <a:pt x="12846" y="7758"/>
                    <a:pt x="12846" y="7643"/>
                  </a:cubicBezTo>
                  <a:lnTo>
                    <a:pt x="12846" y="6342"/>
                  </a:lnTo>
                  <a:cubicBezTo>
                    <a:pt x="12846" y="6227"/>
                    <a:pt x="12750" y="6135"/>
                    <a:pt x="12640" y="6135"/>
                  </a:cubicBezTo>
                  <a:lnTo>
                    <a:pt x="12198" y="6135"/>
                  </a:lnTo>
                  <a:lnTo>
                    <a:pt x="12198" y="1719"/>
                  </a:lnTo>
                  <a:lnTo>
                    <a:pt x="12640" y="1719"/>
                  </a:lnTo>
                  <a:cubicBezTo>
                    <a:pt x="12755" y="1719"/>
                    <a:pt x="12846" y="1623"/>
                    <a:pt x="12846" y="1513"/>
                  </a:cubicBezTo>
                  <a:lnTo>
                    <a:pt x="12846" y="212"/>
                  </a:lnTo>
                  <a:cubicBezTo>
                    <a:pt x="12846" y="97"/>
                    <a:pt x="12755" y="1"/>
                    <a:pt x="12640" y="1"/>
                  </a:cubicBezTo>
                  <a:lnTo>
                    <a:pt x="11339" y="1"/>
                  </a:lnTo>
                  <a:cubicBezTo>
                    <a:pt x="11224" y="1"/>
                    <a:pt x="11128" y="97"/>
                    <a:pt x="11133" y="212"/>
                  </a:cubicBezTo>
                  <a:lnTo>
                    <a:pt x="11133" y="654"/>
                  </a:lnTo>
                  <a:lnTo>
                    <a:pt x="7293" y="654"/>
                  </a:lnTo>
                  <a:lnTo>
                    <a:pt x="7293" y="212"/>
                  </a:lnTo>
                  <a:cubicBezTo>
                    <a:pt x="7293" y="97"/>
                    <a:pt x="7201" y="1"/>
                    <a:pt x="7086" y="1"/>
                  </a:cubicBezTo>
                  <a:lnTo>
                    <a:pt x="5790" y="1"/>
                  </a:lnTo>
                  <a:cubicBezTo>
                    <a:pt x="5675" y="6"/>
                    <a:pt x="5584" y="97"/>
                    <a:pt x="5584" y="212"/>
                  </a:cubicBezTo>
                  <a:lnTo>
                    <a:pt x="5584" y="654"/>
                  </a:lnTo>
                  <a:lnTo>
                    <a:pt x="1715" y="654"/>
                  </a:lnTo>
                  <a:lnTo>
                    <a:pt x="1715" y="212"/>
                  </a:lnTo>
                  <a:cubicBezTo>
                    <a:pt x="1715" y="97"/>
                    <a:pt x="1623" y="1"/>
                    <a:pt x="1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89"/>
            <p:cNvSpPr/>
            <p:nvPr/>
          </p:nvSpPr>
          <p:spPr>
            <a:xfrm>
              <a:off x="2924941" y="156746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89"/>
            <p:cNvSpPr/>
            <p:nvPr/>
          </p:nvSpPr>
          <p:spPr>
            <a:xfrm>
              <a:off x="2924941" y="156746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89"/>
            <p:cNvSpPr/>
            <p:nvPr/>
          </p:nvSpPr>
          <p:spPr>
            <a:xfrm>
              <a:off x="2953239" y="1599043"/>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89"/>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89"/>
            <p:cNvSpPr/>
            <p:nvPr/>
          </p:nvSpPr>
          <p:spPr>
            <a:xfrm>
              <a:off x="2924810" y="1567469"/>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89"/>
            <p:cNvSpPr/>
            <p:nvPr/>
          </p:nvSpPr>
          <p:spPr>
            <a:xfrm>
              <a:off x="2924810" y="1567469"/>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89"/>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89"/>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89"/>
            <p:cNvSpPr/>
            <p:nvPr/>
          </p:nvSpPr>
          <p:spPr>
            <a:xfrm>
              <a:off x="2922792" y="1581042"/>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89"/>
            <p:cNvSpPr/>
            <p:nvPr/>
          </p:nvSpPr>
          <p:spPr>
            <a:xfrm>
              <a:off x="2953239" y="1598650"/>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89"/>
            <p:cNvSpPr/>
            <p:nvPr/>
          </p:nvSpPr>
          <p:spPr>
            <a:xfrm>
              <a:off x="2953239" y="159878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5" name="Google Shape;19095;p89"/>
            <p:cNvSpPr/>
            <p:nvPr/>
          </p:nvSpPr>
          <p:spPr>
            <a:xfrm>
              <a:off x="2953239" y="159878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89"/>
            <p:cNvSpPr/>
            <p:nvPr/>
          </p:nvSpPr>
          <p:spPr>
            <a:xfrm>
              <a:off x="2922556" y="1581304"/>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89"/>
            <p:cNvSpPr/>
            <p:nvPr/>
          </p:nvSpPr>
          <p:spPr>
            <a:xfrm>
              <a:off x="2787587" y="1636906"/>
              <a:ext cx="91473" cy="102845"/>
            </a:xfrm>
            <a:custGeom>
              <a:rect b="b" l="l" r="r" t="t"/>
              <a:pathLst>
                <a:path extrusionOk="0" h="3925" w="3491">
                  <a:moveTo>
                    <a:pt x="274" y="0"/>
                  </a:moveTo>
                  <a:cubicBezTo>
                    <a:pt x="0" y="0"/>
                    <a:pt x="0" y="413"/>
                    <a:pt x="274" y="413"/>
                  </a:cubicBezTo>
                  <a:lnTo>
                    <a:pt x="2761" y="413"/>
                  </a:lnTo>
                  <a:cubicBezTo>
                    <a:pt x="2933" y="413"/>
                    <a:pt x="3077" y="552"/>
                    <a:pt x="3077" y="730"/>
                  </a:cubicBezTo>
                  <a:lnTo>
                    <a:pt x="3077" y="3715"/>
                  </a:lnTo>
                  <a:cubicBezTo>
                    <a:pt x="3077" y="3855"/>
                    <a:pt x="3181" y="3924"/>
                    <a:pt x="3284" y="3924"/>
                  </a:cubicBezTo>
                  <a:cubicBezTo>
                    <a:pt x="3387" y="3924"/>
                    <a:pt x="3490" y="3855"/>
                    <a:pt x="3490" y="3715"/>
                  </a:cubicBezTo>
                  <a:lnTo>
                    <a:pt x="3490" y="730"/>
                  </a:lnTo>
                  <a:cubicBezTo>
                    <a:pt x="3490" y="326"/>
                    <a:pt x="3164" y="0"/>
                    <a:pt x="27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89"/>
            <p:cNvSpPr/>
            <p:nvPr/>
          </p:nvSpPr>
          <p:spPr>
            <a:xfrm>
              <a:off x="2710604" y="1636906"/>
              <a:ext cx="69725" cy="124671"/>
            </a:xfrm>
            <a:custGeom>
              <a:rect b="b" l="l" r="r" t="t"/>
              <a:pathLst>
                <a:path extrusionOk="0" h="4758" w="2661">
                  <a:moveTo>
                    <a:pt x="735" y="0"/>
                  </a:moveTo>
                  <a:cubicBezTo>
                    <a:pt x="327" y="0"/>
                    <a:pt x="1" y="326"/>
                    <a:pt x="1" y="730"/>
                  </a:cubicBezTo>
                  <a:lnTo>
                    <a:pt x="1" y="4551"/>
                  </a:lnTo>
                  <a:cubicBezTo>
                    <a:pt x="1" y="4666"/>
                    <a:pt x="97" y="4757"/>
                    <a:pt x="207" y="4757"/>
                  </a:cubicBezTo>
                  <a:cubicBezTo>
                    <a:pt x="322" y="4757"/>
                    <a:pt x="418" y="4666"/>
                    <a:pt x="418" y="4551"/>
                  </a:cubicBezTo>
                  <a:lnTo>
                    <a:pt x="418" y="730"/>
                  </a:lnTo>
                  <a:cubicBezTo>
                    <a:pt x="418" y="552"/>
                    <a:pt x="558" y="413"/>
                    <a:pt x="735" y="413"/>
                  </a:cubicBezTo>
                  <a:lnTo>
                    <a:pt x="2386" y="413"/>
                  </a:lnTo>
                  <a:cubicBezTo>
                    <a:pt x="2660" y="413"/>
                    <a:pt x="2660" y="0"/>
                    <a:pt x="2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89"/>
            <p:cNvSpPr/>
            <p:nvPr/>
          </p:nvSpPr>
          <p:spPr>
            <a:xfrm>
              <a:off x="2710735" y="1714937"/>
              <a:ext cx="168325" cy="95298"/>
            </a:xfrm>
            <a:custGeom>
              <a:rect b="b" l="l" r="r" t="t"/>
              <a:pathLst>
                <a:path extrusionOk="0" h="3637" w="6424">
                  <a:moveTo>
                    <a:pt x="2486" y="415"/>
                  </a:moveTo>
                  <a:cubicBezTo>
                    <a:pt x="2632" y="415"/>
                    <a:pt x="2777" y="490"/>
                    <a:pt x="2852" y="641"/>
                  </a:cubicBezTo>
                  <a:lnTo>
                    <a:pt x="3231" y="1381"/>
                  </a:lnTo>
                  <a:cubicBezTo>
                    <a:pt x="3027" y="1592"/>
                    <a:pt x="2756" y="1697"/>
                    <a:pt x="2485" y="1697"/>
                  </a:cubicBezTo>
                  <a:cubicBezTo>
                    <a:pt x="2215" y="1697"/>
                    <a:pt x="1945" y="1592"/>
                    <a:pt x="1743" y="1381"/>
                  </a:cubicBezTo>
                  <a:lnTo>
                    <a:pt x="2117" y="641"/>
                  </a:lnTo>
                  <a:cubicBezTo>
                    <a:pt x="2194" y="490"/>
                    <a:pt x="2341" y="415"/>
                    <a:pt x="2486" y="415"/>
                  </a:cubicBezTo>
                  <a:close/>
                  <a:moveTo>
                    <a:pt x="3423" y="1765"/>
                  </a:moveTo>
                  <a:lnTo>
                    <a:pt x="4162" y="3219"/>
                  </a:lnTo>
                  <a:lnTo>
                    <a:pt x="807" y="3219"/>
                  </a:lnTo>
                  <a:lnTo>
                    <a:pt x="1546" y="1765"/>
                  </a:lnTo>
                  <a:cubicBezTo>
                    <a:pt x="1817" y="1995"/>
                    <a:pt x="2152" y="2110"/>
                    <a:pt x="2486" y="2110"/>
                  </a:cubicBezTo>
                  <a:cubicBezTo>
                    <a:pt x="2821" y="2110"/>
                    <a:pt x="3154" y="1995"/>
                    <a:pt x="3423" y="1765"/>
                  </a:cubicBezTo>
                  <a:close/>
                  <a:moveTo>
                    <a:pt x="2485" y="1"/>
                  </a:moveTo>
                  <a:cubicBezTo>
                    <a:pt x="2193" y="1"/>
                    <a:pt x="1901" y="152"/>
                    <a:pt x="1748" y="454"/>
                  </a:cubicBezTo>
                  <a:lnTo>
                    <a:pt x="1311" y="1313"/>
                  </a:lnTo>
                  <a:lnTo>
                    <a:pt x="1311" y="1318"/>
                  </a:lnTo>
                  <a:lnTo>
                    <a:pt x="442" y="3032"/>
                  </a:lnTo>
                  <a:cubicBezTo>
                    <a:pt x="423" y="2994"/>
                    <a:pt x="413" y="2950"/>
                    <a:pt x="413" y="2907"/>
                  </a:cubicBezTo>
                  <a:lnTo>
                    <a:pt x="413" y="2398"/>
                  </a:lnTo>
                  <a:cubicBezTo>
                    <a:pt x="413" y="2259"/>
                    <a:pt x="310" y="2189"/>
                    <a:pt x="207" y="2189"/>
                  </a:cubicBezTo>
                  <a:cubicBezTo>
                    <a:pt x="104" y="2189"/>
                    <a:pt x="0" y="2259"/>
                    <a:pt x="0" y="2398"/>
                  </a:cubicBezTo>
                  <a:lnTo>
                    <a:pt x="0" y="2907"/>
                  </a:lnTo>
                  <a:cubicBezTo>
                    <a:pt x="0" y="3310"/>
                    <a:pt x="327" y="3637"/>
                    <a:pt x="730" y="3637"/>
                  </a:cubicBezTo>
                  <a:lnTo>
                    <a:pt x="5694" y="3637"/>
                  </a:lnTo>
                  <a:cubicBezTo>
                    <a:pt x="6097" y="3632"/>
                    <a:pt x="6423" y="3310"/>
                    <a:pt x="6423" y="2907"/>
                  </a:cubicBezTo>
                  <a:lnTo>
                    <a:pt x="6423" y="1568"/>
                  </a:lnTo>
                  <a:cubicBezTo>
                    <a:pt x="6423" y="1453"/>
                    <a:pt x="6332" y="1361"/>
                    <a:pt x="6217" y="1361"/>
                  </a:cubicBezTo>
                  <a:cubicBezTo>
                    <a:pt x="6102" y="1361"/>
                    <a:pt x="6010" y="1453"/>
                    <a:pt x="6010" y="1568"/>
                  </a:cubicBezTo>
                  <a:lnTo>
                    <a:pt x="6010" y="2907"/>
                  </a:lnTo>
                  <a:cubicBezTo>
                    <a:pt x="6010" y="3080"/>
                    <a:pt x="5871" y="3224"/>
                    <a:pt x="5694" y="3224"/>
                  </a:cubicBezTo>
                  <a:lnTo>
                    <a:pt x="4628" y="3224"/>
                  </a:lnTo>
                  <a:lnTo>
                    <a:pt x="3221" y="454"/>
                  </a:lnTo>
                  <a:cubicBezTo>
                    <a:pt x="3068" y="152"/>
                    <a:pt x="2776" y="1"/>
                    <a:pt x="24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89"/>
            <p:cNvSpPr/>
            <p:nvPr/>
          </p:nvSpPr>
          <p:spPr>
            <a:xfrm>
              <a:off x="2788085" y="1660488"/>
              <a:ext cx="71847" cy="64380"/>
            </a:xfrm>
            <a:custGeom>
              <a:rect b="b" l="l" r="r" t="t"/>
              <a:pathLst>
                <a:path extrusionOk="0" h="2457" w="2742">
                  <a:moveTo>
                    <a:pt x="1119" y="531"/>
                  </a:moveTo>
                  <a:lnTo>
                    <a:pt x="1119" y="531"/>
                  </a:lnTo>
                  <a:cubicBezTo>
                    <a:pt x="1076" y="1145"/>
                    <a:pt x="1498" y="1702"/>
                    <a:pt x="2103" y="1827"/>
                  </a:cubicBezTo>
                  <a:cubicBezTo>
                    <a:pt x="1945" y="1969"/>
                    <a:pt x="1748" y="2039"/>
                    <a:pt x="1551" y="2039"/>
                  </a:cubicBezTo>
                  <a:cubicBezTo>
                    <a:pt x="1305" y="2039"/>
                    <a:pt x="1061" y="1930"/>
                    <a:pt x="898" y="1716"/>
                  </a:cubicBezTo>
                  <a:cubicBezTo>
                    <a:pt x="610" y="1332"/>
                    <a:pt x="711" y="780"/>
                    <a:pt x="1119" y="531"/>
                  </a:cubicBezTo>
                  <a:close/>
                  <a:moveTo>
                    <a:pt x="1409" y="1"/>
                  </a:moveTo>
                  <a:cubicBezTo>
                    <a:pt x="1401" y="1"/>
                    <a:pt x="1392" y="1"/>
                    <a:pt x="1383" y="2"/>
                  </a:cubicBezTo>
                  <a:cubicBezTo>
                    <a:pt x="452" y="132"/>
                    <a:pt x="1" y="1217"/>
                    <a:pt x="572" y="1966"/>
                  </a:cubicBezTo>
                  <a:cubicBezTo>
                    <a:pt x="821" y="2298"/>
                    <a:pt x="1187" y="2456"/>
                    <a:pt x="1550" y="2456"/>
                  </a:cubicBezTo>
                  <a:cubicBezTo>
                    <a:pt x="2012" y="2456"/>
                    <a:pt x="2470" y="2200"/>
                    <a:pt x="2679" y="1716"/>
                  </a:cubicBezTo>
                  <a:cubicBezTo>
                    <a:pt x="2742" y="1577"/>
                    <a:pt x="2637" y="1426"/>
                    <a:pt x="2494" y="1426"/>
                  </a:cubicBezTo>
                  <a:cubicBezTo>
                    <a:pt x="2484" y="1426"/>
                    <a:pt x="2474" y="1427"/>
                    <a:pt x="2463" y="1428"/>
                  </a:cubicBezTo>
                  <a:cubicBezTo>
                    <a:pt x="2425" y="1433"/>
                    <a:pt x="2386" y="1433"/>
                    <a:pt x="2348" y="1433"/>
                  </a:cubicBezTo>
                  <a:cubicBezTo>
                    <a:pt x="1897" y="1433"/>
                    <a:pt x="1532" y="1068"/>
                    <a:pt x="1532" y="617"/>
                  </a:cubicBezTo>
                  <a:cubicBezTo>
                    <a:pt x="1532" y="507"/>
                    <a:pt x="1556" y="396"/>
                    <a:pt x="1599" y="290"/>
                  </a:cubicBezTo>
                  <a:cubicBezTo>
                    <a:pt x="1663" y="150"/>
                    <a:pt x="1555" y="1"/>
                    <a:pt x="14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1" name="Google Shape;19101;p89"/>
          <p:cNvGrpSpPr/>
          <p:nvPr/>
        </p:nvGrpSpPr>
        <p:grpSpPr>
          <a:xfrm>
            <a:off x="854000" y="1591550"/>
            <a:ext cx="365787" cy="188501"/>
            <a:chOff x="854000" y="1591550"/>
            <a:chExt cx="365787" cy="188501"/>
          </a:xfrm>
        </p:grpSpPr>
        <p:sp>
          <p:nvSpPr>
            <p:cNvPr id="19102" name="Google Shape;19102;p89"/>
            <p:cNvSpPr/>
            <p:nvPr/>
          </p:nvSpPr>
          <p:spPr>
            <a:xfrm>
              <a:off x="859528" y="1597026"/>
              <a:ext cx="354834" cy="177496"/>
            </a:xfrm>
            <a:custGeom>
              <a:rect b="b" l="l" r="r" t="t"/>
              <a:pathLst>
                <a:path extrusionOk="0" h="6774" w="13542">
                  <a:moveTo>
                    <a:pt x="6769" y="0"/>
                  </a:moveTo>
                  <a:cubicBezTo>
                    <a:pt x="6697" y="0"/>
                    <a:pt x="6629" y="0"/>
                    <a:pt x="6562" y="5"/>
                  </a:cubicBezTo>
                  <a:cubicBezTo>
                    <a:pt x="6255" y="10"/>
                    <a:pt x="5948" y="44"/>
                    <a:pt x="5645" y="92"/>
                  </a:cubicBezTo>
                  <a:cubicBezTo>
                    <a:pt x="5511" y="116"/>
                    <a:pt x="5377" y="144"/>
                    <a:pt x="5242" y="173"/>
                  </a:cubicBezTo>
                  <a:cubicBezTo>
                    <a:pt x="4940" y="240"/>
                    <a:pt x="4647" y="332"/>
                    <a:pt x="4364" y="442"/>
                  </a:cubicBezTo>
                  <a:cubicBezTo>
                    <a:pt x="4296" y="466"/>
                    <a:pt x="4234" y="490"/>
                    <a:pt x="4167" y="519"/>
                  </a:cubicBezTo>
                  <a:cubicBezTo>
                    <a:pt x="4104" y="543"/>
                    <a:pt x="4042" y="572"/>
                    <a:pt x="3980" y="600"/>
                  </a:cubicBezTo>
                  <a:cubicBezTo>
                    <a:pt x="3701" y="725"/>
                    <a:pt x="3428" y="874"/>
                    <a:pt x="3168" y="1037"/>
                  </a:cubicBezTo>
                  <a:cubicBezTo>
                    <a:pt x="3053" y="1109"/>
                    <a:pt x="2938" y="1186"/>
                    <a:pt x="2828" y="1268"/>
                  </a:cubicBezTo>
                  <a:cubicBezTo>
                    <a:pt x="2578" y="1445"/>
                    <a:pt x="2338" y="1642"/>
                    <a:pt x="2117" y="1853"/>
                  </a:cubicBezTo>
                  <a:cubicBezTo>
                    <a:pt x="2069" y="1896"/>
                    <a:pt x="2016" y="1949"/>
                    <a:pt x="1968" y="1997"/>
                  </a:cubicBezTo>
                  <a:cubicBezTo>
                    <a:pt x="1920" y="2045"/>
                    <a:pt x="1872" y="2093"/>
                    <a:pt x="1824" y="2146"/>
                  </a:cubicBezTo>
                  <a:cubicBezTo>
                    <a:pt x="1618" y="2367"/>
                    <a:pt x="1421" y="2607"/>
                    <a:pt x="1243" y="2857"/>
                  </a:cubicBezTo>
                  <a:cubicBezTo>
                    <a:pt x="1167" y="2967"/>
                    <a:pt x="1090" y="3082"/>
                    <a:pt x="1013" y="3197"/>
                  </a:cubicBezTo>
                  <a:cubicBezTo>
                    <a:pt x="855" y="3461"/>
                    <a:pt x="711" y="3730"/>
                    <a:pt x="586" y="4009"/>
                  </a:cubicBezTo>
                  <a:cubicBezTo>
                    <a:pt x="557" y="4071"/>
                    <a:pt x="528" y="4133"/>
                    <a:pt x="504" y="4201"/>
                  </a:cubicBezTo>
                  <a:cubicBezTo>
                    <a:pt x="475" y="4263"/>
                    <a:pt x="451" y="4325"/>
                    <a:pt x="427" y="4393"/>
                  </a:cubicBezTo>
                  <a:cubicBezTo>
                    <a:pt x="322" y="4681"/>
                    <a:pt x="231" y="4973"/>
                    <a:pt x="163" y="5271"/>
                  </a:cubicBezTo>
                  <a:cubicBezTo>
                    <a:pt x="135" y="5405"/>
                    <a:pt x="106" y="5540"/>
                    <a:pt x="87" y="5674"/>
                  </a:cubicBezTo>
                  <a:cubicBezTo>
                    <a:pt x="43" y="5938"/>
                    <a:pt x="15" y="6202"/>
                    <a:pt x="5" y="6466"/>
                  </a:cubicBezTo>
                  <a:cubicBezTo>
                    <a:pt x="0" y="6634"/>
                    <a:pt x="130" y="6773"/>
                    <a:pt x="303" y="6773"/>
                  </a:cubicBezTo>
                  <a:lnTo>
                    <a:pt x="13235" y="6773"/>
                  </a:lnTo>
                  <a:cubicBezTo>
                    <a:pt x="13407" y="6773"/>
                    <a:pt x="13542" y="6629"/>
                    <a:pt x="13532" y="6461"/>
                  </a:cubicBezTo>
                  <a:cubicBezTo>
                    <a:pt x="13523" y="6197"/>
                    <a:pt x="13494" y="5933"/>
                    <a:pt x="13451" y="5674"/>
                  </a:cubicBezTo>
                  <a:cubicBezTo>
                    <a:pt x="13431" y="5535"/>
                    <a:pt x="13403" y="5401"/>
                    <a:pt x="13374" y="5266"/>
                  </a:cubicBezTo>
                  <a:cubicBezTo>
                    <a:pt x="13307" y="4969"/>
                    <a:pt x="13215" y="4676"/>
                    <a:pt x="13110" y="4388"/>
                  </a:cubicBezTo>
                  <a:cubicBezTo>
                    <a:pt x="13086" y="4325"/>
                    <a:pt x="13057" y="4258"/>
                    <a:pt x="13033" y="4196"/>
                  </a:cubicBezTo>
                  <a:cubicBezTo>
                    <a:pt x="13009" y="4133"/>
                    <a:pt x="12980" y="4066"/>
                    <a:pt x="12951" y="4004"/>
                  </a:cubicBezTo>
                  <a:cubicBezTo>
                    <a:pt x="12827" y="3725"/>
                    <a:pt x="12683" y="3457"/>
                    <a:pt x="12519" y="3197"/>
                  </a:cubicBezTo>
                  <a:cubicBezTo>
                    <a:pt x="12447" y="3077"/>
                    <a:pt x="12370" y="2962"/>
                    <a:pt x="12294" y="2852"/>
                  </a:cubicBezTo>
                  <a:cubicBezTo>
                    <a:pt x="12116" y="2602"/>
                    <a:pt x="11919" y="2367"/>
                    <a:pt x="11713" y="2141"/>
                  </a:cubicBezTo>
                  <a:cubicBezTo>
                    <a:pt x="11665" y="2093"/>
                    <a:pt x="11617" y="2040"/>
                    <a:pt x="11569" y="1992"/>
                  </a:cubicBezTo>
                  <a:cubicBezTo>
                    <a:pt x="11516" y="1944"/>
                    <a:pt x="11468" y="1896"/>
                    <a:pt x="11420" y="1848"/>
                  </a:cubicBezTo>
                  <a:cubicBezTo>
                    <a:pt x="11194" y="1637"/>
                    <a:pt x="10959" y="1445"/>
                    <a:pt x="10710" y="1263"/>
                  </a:cubicBezTo>
                  <a:cubicBezTo>
                    <a:pt x="10599" y="1186"/>
                    <a:pt x="10484" y="1109"/>
                    <a:pt x="10369" y="1032"/>
                  </a:cubicBezTo>
                  <a:cubicBezTo>
                    <a:pt x="10105" y="869"/>
                    <a:pt x="9836" y="725"/>
                    <a:pt x="9558" y="600"/>
                  </a:cubicBezTo>
                  <a:cubicBezTo>
                    <a:pt x="9495" y="572"/>
                    <a:pt x="9433" y="543"/>
                    <a:pt x="9366" y="514"/>
                  </a:cubicBezTo>
                  <a:cubicBezTo>
                    <a:pt x="9303" y="490"/>
                    <a:pt x="9241" y="466"/>
                    <a:pt x="9174" y="442"/>
                  </a:cubicBezTo>
                  <a:cubicBezTo>
                    <a:pt x="8890" y="332"/>
                    <a:pt x="8593" y="240"/>
                    <a:pt x="8295" y="173"/>
                  </a:cubicBezTo>
                  <a:cubicBezTo>
                    <a:pt x="8161" y="140"/>
                    <a:pt x="8026" y="116"/>
                    <a:pt x="7892" y="92"/>
                  </a:cubicBezTo>
                  <a:cubicBezTo>
                    <a:pt x="7585" y="44"/>
                    <a:pt x="7282" y="10"/>
                    <a:pt x="6975" y="5"/>
                  </a:cubicBezTo>
                  <a:cubicBezTo>
                    <a:pt x="6908" y="0"/>
                    <a:pt x="6836" y="0"/>
                    <a:pt x="676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89"/>
            <p:cNvSpPr/>
            <p:nvPr/>
          </p:nvSpPr>
          <p:spPr>
            <a:xfrm>
              <a:off x="859397" y="1597026"/>
              <a:ext cx="192719" cy="177365"/>
            </a:xfrm>
            <a:custGeom>
              <a:rect b="b" l="l" r="r" t="t"/>
              <a:pathLst>
                <a:path extrusionOk="0" h="6769" w="7355">
                  <a:moveTo>
                    <a:pt x="6774" y="0"/>
                  </a:moveTo>
                  <a:cubicBezTo>
                    <a:pt x="6702" y="0"/>
                    <a:pt x="6634" y="0"/>
                    <a:pt x="6567" y="5"/>
                  </a:cubicBezTo>
                  <a:cubicBezTo>
                    <a:pt x="6260" y="10"/>
                    <a:pt x="5953" y="44"/>
                    <a:pt x="5650" y="92"/>
                  </a:cubicBezTo>
                  <a:cubicBezTo>
                    <a:pt x="5516" y="116"/>
                    <a:pt x="5382" y="144"/>
                    <a:pt x="5247" y="173"/>
                  </a:cubicBezTo>
                  <a:cubicBezTo>
                    <a:pt x="4945" y="240"/>
                    <a:pt x="4652" y="332"/>
                    <a:pt x="4364" y="437"/>
                  </a:cubicBezTo>
                  <a:cubicBezTo>
                    <a:pt x="4297" y="461"/>
                    <a:pt x="4234" y="490"/>
                    <a:pt x="4172" y="514"/>
                  </a:cubicBezTo>
                  <a:cubicBezTo>
                    <a:pt x="4105" y="543"/>
                    <a:pt x="4042" y="572"/>
                    <a:pt x="3980" y="600"/>
                  </a:cubicBezTo>
                  <a:cubicBezTo>
                    <a:pt x="3701" y="725"/>
                    <a:pt x="3433" y="869"/>
                    <a:pt x="3173" y="1032"/>
                  </a:cubicBezTo>
                  <a:cubicBezTo>
                    <a:pt x="3053" y="1109"/>
                    <a:pt x="2938" y="1186"/>
                    <a:pt x="2828" y="1263"/>
                  </a:cubicBezTo>
                  <a:cubicBezTo>
                    <a:pt x="2578" y="1440"/>
                    <a:pt x="2343" y="1637"/>
                    <a:pt x="2122" y="1848"/>
                  </a:cubicBezTo>
                  <a:cubicBezTo>
                    <a:pt x="2069" y="1896"/>
                    <a:pt x="2021" y="1944"/>
                    <a:pt x="1973" y="1992"/>
                  </a:cubicBezTo>
                  <a:cubicBezTo>
                    <a:pt x="1921" y="2040"/>
                    <a:pt x="1877" y="2093"/>
                    <a:pt x="1829" y="2141"/>
                  </a:cubicBezTo>
                  <a:cubicBezTo>
                    <a:pt x="1618" y="2367"/>
                    <a:pt x="1426" y="2602"/>
                    <a:pt x="1248" y="2852"/>
                  </a:cubicBezTo>
                  <a:cubicBezTo>
                    <a:pt x="1167" y="2962"/>
                    <a:pt x="1090" y="3077"/>
                    <a:pt x="1018" y="3197"/>
                  </a:cubicBezTo>
                  <a:cubicBezTo>
                    <a:pt x="855" y="3457"/>
                    <a:pt x="711" y="3725"/>
                    <a:pt x="586" y="4009"/>
                  </a:cubicBezTo>
                  <a:cubicBezTo>
                    <a:pt x="557" y="4071"/>
                    <a:pt x="533" y="4133"/>
                    <a:pt x="504" y="4196"/>
                  </a:cubicBezTo>
                  <a:cubicBezTo>
                    <a:pt x="480" y="4258"/>
                    <a:pt x="452" y="4325"/>
                    <a:pt x="428" y="4388"/>
                  </a:cubicBezTo>
                  <a:cubicBezTo>
                    <a:pt x="322" y="4676"/>
                    <a:pt x="236" y="4969"/>
                    <a:pt x="168" y="5266"/>
                  </a:cubicBezTo>
                  <a:cubicBezTo>
                    <a:pt x="135" y="5401"/>
                    <a:pt x="111" y="5535"/>
                    <a:pt x="87" y="5674"/>
                  </a:cubicBezTo>
                  <a:cubicBezTo>
                    <a:pt x="44" y="5933"/>
                    <a:pt x="15" y="6197"/>
                    <a:pt x="5" y="6461"/>
                  </a:cubicBezTo>
                  <a:cubicBezTo>
                    <a:pt x="0" y="6629"/>
                    <a:pt x="135" y="6769"/>
                    <a:pt x="308" y="6769"/>
                  </a:cubicBezTo>
                  <a:lnTo>
                    <a:pt x="1469" y="6769"/>
                  </a:lnTo>
                  <a:cubicBezTo>
                    <a:pt x="1301" y="6769"/>
                    <a:pt x="1167" y="6629"/>
                    <a:pt x="1172" y="6461"/>
                  </a:cubicBezTo>
                  <a:cubicBezTo>
                    <a:pt x="1181" y="6197"/>
                    <a:pt x="1210" y="5933"/>
                    <a:pt x="1253" y="5674"/>
                  </a:cubicBezTo>
                  <a:cubicBezTo>
                    <a:pt x="1272" y="5535"/>
                    <a:pt x="1301" y="5401"/>
                    <a:pt x="1330" y="5266"/>
                  </a:cubicBezTo>
                  <a:cubicBezTo>
                    <a:pt x="1397" y="4969"/>
                    <a:pt x="1488" y="4676"/>
                    <a:pt x="1594" y="4388"/>
                  </a:cubicBezTo>
                  <a:cubicBezTo>
                    <a:pt x="1618" y="4325"/>
                    <a:pt x="1647" y="4258"/>
                    <a:pt x="1671" y="4196"/>
                  </a:cubicBezTo>
                  <a:cubicBezTo>
                    <a:pt x="1695" y="4133"/>
                    <a:pt x="1724" y="4066"/>
                    <a:pt x="1753" y="4004"/>
                  </a:cubicBezTo>
                  <a:cubicBezTo>
                    <a:pt x="1877" y="3725"/>
                    <a:pt x="2021" y="3457"/>
                    <a:pt x="2185" y="3197"/>
                  </a:cubicBezTo>
                  <a:cubicBezTo>
                    <a:pt x="2257" y="3077"/>
                    <a:pt x="2333" y="2962"/>
                    <a:pt x="2415" y="2852"/>
                  </a:cubicBezTo>
                  <a:cubicBezTo>
                    <a:pt x="2588" y="2602"/>
                    <a:pt x="2785" y="2367"/>
                    <a:pt x="2996" y="2141"/>
                  </a:cubicBezTo>
                  <a:cubicBezTo>
                    <a:pt x="3039" y="2093"/>
                    <a:pt x="3087" y="2040"/>
                    <a:pt x="3140" y="1992"/>
                  </a:cubicBezTo>
                  <a:cubicBezTo>
                    <a:pt x="3188" y="1944"/>
                    <a:pt x="3236" y="1896"/>
                    <a:pt x="3284" y="1848"/>
                  </a:cubicBezTo>
                  <a:cubicBezTo>
                    <a:pt x="3509" y="1637"/>
                    <a:pt x="3745" y="1440"/>
                    <a:pt x="3994" y="1263"/>
                  </a:cubicBezTo>
                  <a:cubicBezTo>
                    <a:pt x="4105" y="1186"/>
                    <a:pt x="4220" y="1104"/>
                    <a:pt x="4340" y="1032"/>
                  </a:cubicBezTo>
                  <a:cubicBezTo>
                    <a:pt x="4599" y="869"/>
                    <a:pt x="4868" y="725"/>
                    <a:pt x="5146" y="600"/>
                  </a:cubicBezTo>
                  <a:cubicBezTo>
                    <a:pt x="5209" y="572"/>
                    <a:pt x="5271" y="543"/>
                    <a:pt x="5338" y="514"/>
                  </a:cubicBezTo>
                  <a:cubicBezTo>
                    <a:pt x="5401" y="490"/>
                    <a:pt x="5463" y="461"/>
                    <a:pt x="5530" y="437"/>
                  </a:cubicBezTo>
                  <a:cubicBezTo>
                    <a:pt x="5814" y="332"/>
                    <a:pt x="6111" y="240"/>
                    <a:pt x="6409" y="173"/>
                  </a:cubicBezTo>
                  <a:cubicBezTo>
                    <a:pt x="6543" y="140"/>
                    <a:pt x="6678" y="116"/>
                    <a:pt x="6817" y="92"/>
                  </a:cubicBezTo>
                  <a:cubicBezTo>
                    <a:pt x="6990" y="63"/>
                    <a:pt x="7172" y="39"/>
                    <a:pt x="7354" y="24"/>
                  </a:cubicBezTo>
                  <a:cubicBezTo>
                    <a:pt x="7230" y="15"/>
                    <a:pt x="7105" y="5"/>
                    <a:pt x="6980" y="5"/>
                  </a:cubicBezTo>
                  <a:cubicBezTo>
                    <a:pt x="6913" y="0"/>
                    <a:pt x="6841" y="0"/>
                    <a:pt x="6774"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89"/>
            <p:cNvSpPr/>
            <p:nvPr/>
          </p:nvSpPr>
          <p:spPr>
            <a:xfrm>
              <a:off x="854000" y="1591550"/>
              <a:ext cx="365787" cy="188501"/>
            </a:xfrm>
            <a:custGeom>
              <a:rect b="b" l="l" r="r" t="t"/>
              <a:pathLst>
                <a:path extrusionOk="0" h="7194" w="13960">
                  <a:moveTo>
                    <a:pt x="6773" y="416"/>
                  </a:moveTo>
                  <a:lnTo>
                    <a:pt x="6773" y="5024"/>
                  </a:lnTo>
                  <a:cubicBezTo>
                    <a:pt x="6653" y="5034"/>
                    <a:pt x="6538" y="5058"/>
                    <a:pt x="6423" y="5091"/>
                  </a:cubicBezTo>
                  <a:lnTo>
                    <a:pt x="4651" y="838"/>
                  </a:lnTo>
                  <a:cubicBezTo>
                    <a:pt x="4925" y="737"/>
                    <a:pt x="5208" y="651"/>
                    <a:pt x="5492" y="584"/>
                  </a:cubicBezTo>
                  <a:lnTo>
                    <a:pt x="5751" y="1885"/>
                  </a:lnTo>
                  <a:cubicBezTo>
                    <a:pt x="5773" y="1999"/>
                    <a:pt x="5860" y="2050"/>
                    <a:pt x="5948" y="2050"/>
                  </a:cubicBezTo>
                  <a:cubicBezTo>
                    <a:pt x="6067" y="2050"/>
                    <a:pt x="6189" y="1957"/>
                    <a:pt x="6159" y="1803"/>
                  </a:cubicBezTo>
                  <a:lnTo>
                    <a:pt x="5900" y="502"/>
                  </a:lnTo>
                  <a:cubicBezTo>
                    <a:pt x="6188" y="454"/>
                    <a:pt x="6480" y="425"/>
                    <a:pt x="6773" y="416"/>
                  </a:cubicBezTo>
                  <a:close/>
                  <a:moveTo>
                    <a:pt x="7186" y="421"/>
                  </a:moveTo>
                  <a:cubicBezTo>
                    <a:pt x="7479" y="425"/>
                    <a:pt x="7772" y="454"/>
                    <a:pt x="8060" y="502"/>
                  </a:cubicBezTo>
                  <a:lnTo>
                    <a:pt x="7800" y="1798"/>
                  </a:lnTo>
                  <a:cubicBezTo>
                    <a:pt x="7767" y="1956"/>
                    <a:pt x="7890" y="2050"/>
                    <a:pt x="8010" y="2050"/>
                  </a:cubicBezTo>
                  <a:cubicBezTo>
                    <a:pt x="8099" y="2050"/>
                    <a:pt x="8186" y="1999"/>
                    <a:pt x="8208" y="1885"/>
                  </a:cubicBezTo>
                  <a:lnTo>
                    <a:pt x="8468" y="589"/>
                  </a:lnTo>
                  <a:cubicBezTo>
                    <a:pt x="8751" y="651"/>
                    <a:pt x="9034" y="737"/>
                    <a:pt x="9308" y="843"/>
                  </a:cubicBezTo>
                  <a:lnTo>
                    <a:pt x="7546" y="5091"/>
                  </a:lnTo>
                  <a:cubicBezTo>
                    <a:pt x="7426" y="5058"/>
                    <a:pt x="7306" y="5038"/>
                    <a:pt x="7186" y="5024"/>
                  </a:cubicBezTo>
                  <a:lnTo>
                    <a:pt x="7186" y="421"/>
                  </a:lnTo>
                  <a:close/>
                  <a:moveTo>
                    <a:pt x="9687" y="997"/>
                  </a:moveTo>
                  <a:cubicBezTo>
                    <a:pt x="9956" y="1121"/>
                    <a:pt x="10215" y="1261"/>
                    <a:pt x="10465" y="1414"/>
                  </a:cubicBezTo>
                  <a:lnTo>
                    <a:pt x="9730" y="2513"/>
                  </a:lnTo>
                  <a:cubicBezTo>
                    <a:pt x="9621" y="2674"/>
                    <a:pt x="9764" y="2836"/>
                    <a:pt x="9911" y="2836"/>
                  </a:cubicBezTo>
                  <a:cubicBezTo>
                    <a:pt x="9971" y="2836"/>
                    <a:pt x="10031" y="2809"/>
                    <a:pt x="10076" y="2744"/>
                  </a:cubicBezTo>
                  <a:lnTo>
                    <a:pt x="10805" y="1645"/>
                  </a:lnTo>
                  <a:cubicBezTo>
                    <a:pt x="11045" y="1817"/>
                    <a:pt x="11271" y="2005"/>
                    <a:pt x="11482" y="2206"/>
                  </a:cubicBezTo>
                  <a:cubicBezTo>
                    <a:pt x="8122" y="5566"/>
                    <a:pt x="8266" y="5413"/>
                    <a:pt x="8256" y="5432"/>
                  </a:cubicBezTo>
                  <a:cubicBezTo>
                    <a:pt x="8151" y="5355"/>
                    <a:pt x="8045" y="5288"/>
                    <a:pt x="7935" y="5235"/>
                  </a:cubicBezTo>
                  <a:lnTo>
                    <a:pt x="9687" y="997"/>
                  </a:lnTo>
                  <a:close/>
                  <a:moveTo>
                    <a:pt x="4267" y="1001"/>
                  </a:moveTo>
                  <a:lnTo>
                    <a:pt x="6034" y="5240"/>
                  </a:lnTo>
                  <a:cubicBezTo>
                    <a:pt x="5919" y="5298"/>
                    <a:pt x="5813" y="5365"/>
                    <a:pt x="5708" y="5442"/>
                  </a:cubicBezTo>
                  <a:cubicBezTo>
                    <a:pt x="5703" y="5427"/>
                    <a:pt x="2477" y="2206"/>
                    <a:pt x="2477" y="2206"/>
                  </a:cubicBezTo>
                  <a:cubicBezTo>
                    <a:pt x="2688" y="2005"/>
                    <a:pt x="2914" y="1817"/>
                    <a:pt x="3154" y="1645"/>
                  </a:cubicBezTo>
                  <a:lnTo>
                    <a:pt x="3888" y="2749"/>
                  </a:lnTo>
                  <a:cubicBezTo>
                    <a:pt x="3933" y="2816"/>
                    <a:pt x="3995" y="2844"/>
                    <a:pt x="4055" y="2844"/>
                  </a:cubicBezTo>
                  <a:cubicBezTo>
                    <a:pt x="4201" y="2844"/>
                    <a:pt x="4342" y="2681"/>
                    <a:pt x="4234" y="2518"/>
                  </a:cubicBezTo>
                  <a:lnTo>
                    <a:pt x="3495" y="1414"/>
                  </a:lnTo>
                  <a:cubicBezTo>
                    <a:pt x="3744" y="1261"/>
                    <a:pt x="4003" y="1121"/>
                    <a:pt x="4267" y="1001"/>
                  </a:cubicBezTo>
                  <a:close/>
                  <a:moveTo>
                    <a:pt x="11775" y="2499"/>
                  </a:moveTo>
                  <a:cubicBezTo>
                    <a:pt x="11977" y="2710"/>
                    <a:pt x="12159" y="2936"/>
                    <a:pt x="12332" y="3176"/>
                  </a:cubicBezTo>
                  <a:lnTo>
                    <a:pt x="11233" y="3910"/>
                  </a:lnTo>
                  <a:cubicBezTo>
                    <a:pt x="11046" y="4037"/>
                    <a:pt x="11171" y="4293"/>
                    <a:pt x="11348" y="4293"/>
                  </a:cubicBezTo>
                  <a:cubicBezTo>
                    <a:pt x="11385" y="4293"/>
                    <a:pt x="11424" y="4282"/>
                    <a:pt x="11463" y="4256"/>
                  </a:cubicBezTo>
                  <a:lnTo>
                    <a:pt x="12562" y="3522"/>
                  </a:lnTo>
                  <a:cubicBezTo>
                    <a:pt x="12716" y="3771"/>
                    <a:pt x="12850" y="4030"/>
                    <a:pt x="12970" y="4294"/>
                  </a:cubicBezTo>
                  <a:lnTo>
                    <a:pt x="8804" y="6022"/>
                  </a:lnTo>
                  <a:cubicBezTo>
                    <a:pt x="8732" y="5912"/>
                    <a:pt x="8650" y="5806"/>
                    <a:pt x="8564" y="5706"/>
                  </a:cubicBezTo>
                  <a:lnTo>
                    <a:pt x="11775" y="2499"/>
                  </a:lnTo>
                  <a:close/>
                  <a:moveTo>
                    <a:pt x="830" y="4678"/>
                  </a:moveTo>
                  <a:lnTo>
                    <a:pt x="4987" y="6402"/>
                  </a:lnTo>
                  <a:cubicBezTo>
                    <a:pt x="4944" y="6522"/>
                    <a:pt x="4911" y="6646"/>
                    <a:pt x="4887" y="6771"/>
                  </a:cubicBezTo>
                  <a:lnTo>
                    <a:pt x="422" y="6771"/>
                  </a:lnTo>
                  <a:cubicBezTo>
                    <a:pt x="427" y="6488"/>
                    <a:pt x="456" y="6205"/>
                    <a:pt x="504" y="5922"/>
                  </a:cubicBezTo>
                  <a:lnTo>
                    <a:pt x="1814" y="6186"/>
                  </a:lnTo>
                  <a:cubicBezTo>
                    <a:pt x="1831" y="6189"/>
                    <a:pt x="1846" y="6190"/>
                    <a:pt x="1861" y="6190"/>
                  </a:cubicBezTo>
                  <a:cubicBezTo>
                    <a:pt x="2092" y="6190"/>
                    <a:pt x="2148" y="5827"/>
                    <a:pt x="1891" y="5778"/>
                  </a:cubicBezTo>
                  <a:lnTo>
                    <a:pt x="576" y="5518"/>
                  </a:lnTo>
                  <a:cubicBezTo>
                    <a:pt x="643" y="5230"/>
                    <a:pt x="725" y="4952"/>
                    <a:pt x="830" y="4678"/>
                  </a:cubicBezTo>
                  <a:close/>
                  <a:moveTo>
                    <a:pt x="6989" y="5427"/>
                  </a:moveTo>
                  <a:cubicBezTo>
                    <a:pt x="7796" y="5427"/>
                    <a:pt x="8492" y="5989"/>
                    <a:pt x="8664" y="6771"/>
                  </a:cubicBezTo>
                  <a:lnTo>
                    <a:pt x="5309" y="6771"/>
                  </a:lnTo>
                  <a:cubicBezTo>
                    <a:pt x="5487" y="5989"/>
                    <a:pt x="6183" y="5427"/>
                    <a:pt x="6989" y="5427"/>
                  </a:cubicBezTo>
                  <a:close/>
                  <a:moveTo>
                    <a:pt x="6933" y="0"/>
                  </a:moveTo>
                  <a:cubicBezTo>
                    <a:pt x="5116" y="0"/>
                    <a:pt x="3274" y="708"/>
                    <a:pt x="1853" y="2245"/>
                  </a:cubicBezTo>
                  <a:cubicBezTo>
                    <a:pt x="1711" y="2397"/>
                    <a:pt x="1853" y="2597"/>
                    <a:pt x="2012" y="2597"/>
                  </a:cubicBezTo>
                  <a:cubicBezTo>
                    <a:pt x="2062" y="2597"/>
                    <a:pt x="2115" y="2577"/>
                    <a:pt x="2160" y="2528"/>
                  </a:cubicBezTo>
                  <a:lnTo>
                    <a:pt x="2184" y="2499"/>
                  </a:lnTo>
                  <a:cubicBezTo>
                    <a:pt x="2861" y="3176"/>
                    <a:pt x="5381" y="5696"/>
                    <a:pt x="5405" y="5720"/>
                  </a:cubicBezTo>
                  <a:cubicBezTo>
                    <a:pt x="5319" y="5816"/>
                    <a:pt x="5242" y="5917"/>
                    <a:pt x="5175" y="6027"/>
                  </a:cubicBezTo>
                  <a:lnTo>
                    <a:pt x="989" y="4294"/>
                  </a:lnTo>
                  <a:cubicBezTo>
                    <a:pt x="1109" y="4030"/>
                    <a:pt x="1243" y="3771"/>
                    <a:pt x="1402" y="3522"/>
                  </a:cubicBezTo>
                  <a:cubicBezTo>
                    <a:pt x="2559" y="4285"/>
                    <a:pt x="2511" y="4294"/>
                    <a:pt x="2621" y="4294"/>
                  </a:cubicBezTo>
                  <a:cubicBezTo>
                    <a:pt x="2827" y="4294"/>
                    <a:pt x="2909" y="4030"/>
                    <a:pt x="2736" y="3915"/>
                  </a:cubicBezTo>
                  <a:lnTo>
                    <a:pt x="1627" y="3176"/>
                  </a:lnTo>
                  <a:lnTo>
                    <a:pt x="1651" y="3147"/>
                  </a:lnTo>
                  <a:cubicBezTo>
                    <a:pt x="1784" y="2984"/>
                    <a:pt x="1637" y="2803"/>
                    <a:pt x="1485" y="2803"/>
                  </a:cubicBezTo>
                  <a:cubicBezTo>
                    <a:pt x="1423" y="2803"/>
                    <a:pt x="1360" y="2833"/>
                    <a:pt x="1315" y="2907"/>
                  </a:cubicBezTo>
                  <a:cubicBezTo>
                    <a:pt x="456" y="4093"/>
                    <a:pt x="0" y="5518"/>
                    <a:pt x="0" y="6982"/>
                  </a:cubicBezTo>
                  <a:cubicBezTo>
                    <a:pt x="0" y="7098"/>
                    <a:pt x="91" y="7189"/>
                    <a:pt x="206" y="7189"/>
                  </a:cubicBezTo>
                  <a:lnTo>
                    <a:pt x="9567" y="7189"/>
                  </a:lnTo>
                  <a:cubicBezTo>
                    <a:pt x="9845" y="7189"/>
                    <a:pt x="9845" y="6776"/>
                    <a:pt x="9567" y="6776"/>
                  </a:cubicBezTo>
                  <a:lnTo>
                    <a:pt x="9087" y="6776"/>
                  </a:lnTo>
                  <a:cubicBezTo>
                    <a:pt x="9063" y="6646"/>
                    <a:pt x="9029" y="6522"/>
                    <a:pt x="8986" y="6397"/>
                  </a:cubicBezTo>
                  <a:lnTo>
                    <a:pt x="13129" y="4678"/>
                  </a:lnTo>
                  <a:cubicBezTo>
                    <a:pt x="13230" y="4952"/>
                    <a:pt x="13316" y="5235"/>
                    <a:pt x="13378" y="5518"/>
                  </a:cubicBezTo>
                  <a:lnTo>
                    <a:pt x="12087" y="5778"/>
                  </a:lnTo>
                  <a:cubicBezTo>
                    <a:pt x="11830" y="5827"/>
                    <a:pt x="11886" y="6190"/>
                    <a:pt x="12117" y="6190"/>
                  </a:cubicBezTo>
                  <a:cubicBezTo>
                    <a:pt x="12132" y="6190"/>
                    <a:pt x="12148" y="6189"/>
                    <a:pt x="12164" y="6186"/>
                  </a:cubicBezTo>
                  <a:lnTo>
                    <a:pt x="13460" y="5926"/>
                  </a:lnTo>
                  <a:cubicBezTo>
                    <a:pt x="13503" y="6210"/>
                    <a:pt x="13532" y="6493"/>
                    <a:pt x="13542" y="6776"/>
                  </a:cubicBezTo>
                  <a:lnTo>
                    <a:pt x="10397" y="6776"/>
                  </a:lnTo>
                  <a:cubicBezTo>
                    <a:pt x="10124" y="6776"/>
                    <a:pt x="10124" y="7194"/>
                    <a:pt x="10397" y="7194"/>
                  </a:cubicBezTo>
                  <a:lnTo>
                    <a:pt x="13753" y="7194"/>
                  </a:lnTo>
                  <a:cubicBezTo>
                    <a:pt x="13863" y="7194"/>
                    <a:pt x="13959" y="7098"/>
                    <a:pt x="13959" y="6982"/>
                  </a:cubicBezTo>
                  <a:cubicBezTo>
                    <a:pt x="13959" y="6070"/>
                    <a:pt x="13782" y="5168"/>
                    <a:pt x="13436" y="4328"/>
                  </a:cubicBezTo>
                  <a:cubicBezTo>
                    <a:pt x="12306" y="1577"/>
                    <a:pt x="9646" y="0"/>
                    <a:pt x="69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5" name="Google Shape;19105;p89"/>
          <p:cNvGrpSpPr/>
          <p:nvPr/>
        </p:nvGrpSpPr>
        <p:grpSpPr>
          <a:xfrm>
            <a:off x="3562762" y="1502933"/>
            <a:ext cx="326536" cy="365551"/>
            <a:chOff x="3562762" y="1502933"/>
            <a:chExt cx="326536" cy="365551"/>
          </a:xfrm>
        </p:grpSpPr>
        <p:sp>
          <p:nvSpPr>
            <p:cNvPr id="19106" name="Google Shape;19106;p89"/>
            <p:cNvSpPr/>
            <p:nvPr/>
          </p:nvSpPr>
          <p:spPr>
            <a:xfrm>
              <a:off x="3597611" y="1508488"/>
              <a:ext cx="254715" cy="354572"/>
            </a:xfrm>
            <a:custGeom>
              <a:rect b="b" l="l" r="r" t="t"/>
              <a:pathLst>
                <a:path extrusionOk="0" h="13532" w="9721">
                  <a:moveTo>
                    <a:pt x="1258" y="0"/>
                  </a:moveTo>
                  <a:cubicBezTo>
                    <a:pt x="562" y="0"/>
                    <a:pt x="0" y="562"/>
                    <a:pt x="0" y="1258"/>
                  </a:cubicBezTo>
                  <a:lnTo>
                    <a:pt x="0" y="13532"/>
                  </a:lnTo>
                  <a:lnTo>
                    <a:pt x="7508" y="13532"/>
                  </a:lnTo>
                  <a:cubicBezTo>
                    <a:pt x="8146" y="13532"/>
                    <a:pt x="8669" y="13009"/>
                    <a:pt x="8669" y="12365"/>
                  </a:cubicBezTo>
                  <a:lnTo>
                    <a:pt x="8669" y="3216"/>
                  </a:lnTo>
                  <a:lnTo>
                    <a:pt x="8669" y="1114"/>
                  </a:lnTo>
                  <a:cubicBezTo>
                    <a:pt x="8669" y="523"/>
                    <a:pt x="9130" y="34"/>
                    <a:pt x="972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89"/>
            <p:cNvSpPr/>
            <p:nvPr/>
          </p:nvSpPr>
          <p:spPr>
            <a:xfrm>
              <a:off x="3625019" y="1508488"/>
              <a:ext cx="227307" cy="354572"/>
            </a:xfrm>
            <a:custGeom>
              <a:rect b="b" l="l" r="r" t="t"/>
              <a:pathLst>
                <a:path extrusionOk="0" h="13532" w="8675">
                  <a:moveTo>
                    <a:pt x="1263" y="0"/>
                  </a:moveTo>
                  <a:cubicBezTo>
                    <a:pt x="567" y="0"/>
                    <a:pt x="1" y="562"/>
                    <a:pt x="1" y="1258"/>
                  </a:cubicBezTo>
                  <a:lnTo>
                    <a:pt x="1" y="13532"/>
                  </a:lnTo>
                  <a:lnTo>
                    <a:pt x="6462" y="13532"/>
                  </a:lnTo>
                  <a:cubicBezTo>
                    <a:pt x="7100" y="13532"/>
                    <a:pt x="7623" y="13009"/>
                    <a:pt x="7623" y="12365"/>
                  </a:cubicBezTo>
                  <a:lnTo>
                    <a:pt x="7623" y="3216"/>
                  </a:lnTo>
                  <a:lnTo>
                    <a:pt x="7623" y="1114"/>
                  </a:lnTo>
                  <a:cubicBezTo>
                    <a:pt x="7623" y="523"/>
                    <a:pt x="8084" y="34"/>
                    <a:pt x="8675"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89"/>
            <p:cNvSpPr/>
            <p:nvPr/>
          </p:nvSpPr>
          <p:spPr>
            <a:xfrm>
              <a:off x="3824761" y="1508357"/>
              <a:ext cx="59008" cy="84424"/>
            </a:xfrm>
            <a:custGeom>
              <a:rect b="b" l="l" r="r" t="t"/>
              <a:pathLst>
                <a:path extrusionOk="0" h="3222" w="2252">
                  <a:moveTo>
                    <a:pt x="1119" y="0"/>
                  </a:moveTo>
                  <a:cubicBezTo>
                    <a:pt x="500" y="5"/>
                    <a:pt x="0" y="504"/>
                    <a:pt x="0" y="1119"/>
                  </a:cubicBezTo>
                  <a:lnTo>
                    <a:pt x="0" y="3221"/>
                  </a:lnTo>
                  <a:lnTo>
                    <a:pt x="1560" y="3221"/>
                  </a:lnTo>
                  <a:cubicBezTo>
                    <a:pt x="1944" y="3221"/>
                    <a:pt x="2252" y="2909"/>
                    <a:pt x="2252" y="2525"/>
                  </a:cubicBezTo>
                  <a:lnTo>
                    <a:pt x="2252" y="1123"/>
                  </a:lnTo>
                  <a:lnTo>
                    <a:pt x="2252" y="1119"/>
                  </a:lnTo>
                  <a:cubicBezTo>
                    <a:pt x="2247" y="504"/>
                    <a:pt x="1748" y="5"/>
                    <a:pt x="1133"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89"/>
            <p:cNvSpPr/>
            <p:nvPr/>
          </p:nvSpPr>
          <p:spPr>
            <a:xfrm>
              <a:off x="3568055" y="1778635"/>
              <a:ext cx="223272" cy="84320"/>
            </a:xfrm>
            <a:custGeom>
              <a:rect b="b" l="l" r="r" t="t"/>
              <a:pathLst>
                <a:path extrusionOk="0" h="3218" w="8521">
                  <a:moveTo>
                    <a:pt x="696" y="1"/>
                  </a:moveTo>
                  <a:cubicBezTo>
                    <a:pt x="312" y="1"/>
                    <a:pt x="0" y="313"/>
                    <a:pt x="0" y="697"/>
                  </a:cubicBezTo>
                  <a:lnTo>
                    <a:pt x="0" y="2103"/>
                  </a:lnTo>
                  <a:cubicBezTo>
                    <a:pt x="0" y="2171"/>
                    <a:pt x="10" y="2243"/>
                    <a:pt x="19" y="2310"/>
                  </a:cubicBezTo>
                  <a:cubicBezTo>
                    <a:pt x="120" y="2838"/>
                    <a:pt x="581" y="3217"/>
                    <a:pt x="1119" y="3217"/>
                  </a:cubicBezTo>
                  <a:lnTo>
                    <a:pt x="8521" y="3217"/>
                  </a:lnTo>
                  <a:lnTo>
                    <a:pt x="8521" y="3212"/>
                  </a:lnTo>
                  <a:cubicBezTo>
                    <a:pt x="8036" y="3150"/>
                    <a:pt x="7647" y="2785"/>
                    <a:pt x="7556" y="2310"/>
                  </a:cubicBezTo>
                  <a:cubicBezTo>
                    <a:pt x="7541" y="2243"/>
                    <a:pt x="7536" y="2171"/>
                    <a:pt x="7536" y="2103"/>
                  </a:cubicBezTo>
                  <a:lnTo>
                    <a:pt x="7536" y="697"/>
                  </a:lnTo>
                  <a:cubicBezTo>
                    <a:pt x="7536" y="313"/>
                    <a:pt x="7224" y="1"/>
                    <a:pt x="684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89"/>
            <p:cNvSpPr/>
            <p:nvPr/>
          </p:nvSpPr>
          <p:spPr>
            <a:xfrm>
              <a:off x="3568553" y="1839137"/>
              <a:ext cx="222774" cy="23818"/>
            </a:xfrm>
            <a:custGeom>
              <a:rect b="b" l="l" r="r" t="t"/>
              <a:pathLst>
                <a:path extrusionOk="0" h="909" w="8502">
                  <a:moveTo>
                    <a:pt x="0" y="1"/>
                  </a:moveTo>
                  <a:cubicBezTo>
                    <a:pt x="101" y="529"/>
                    <a:pt x="562" y="908"/>
                    <a:pt x="1100" y="908"/>
                  </a:cubicBezTo>
                  <a:lnTo>
                    <a:pt x="8502" y="908"/>
                  </a:lnTo>
                  <a:lnTo>
                    <a:pt x="8502" y="903"/>
                  </a:lnTo>
                  <a:cubicBezTo>
                    <a:pt x="8017" y="841"/>
                    <a:pt x="7628" y="476"/>
                    <a:pt x="7537"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89"/>
            <p:cNvSpPr/>
            <p:nvPr/>
          </p:nvSpPr>
          <p:spPr>
            <a:xfrm>
              <a:off x="3562762" y="1504924"/>
              <a:ext cx="267554" cy="363560"/>
            </a:xfrm>
            <a:custGeom>
              <a:rect b="b" l="l" r="r" t="t"/>
              <a:pathLst>
                <a:path extrusionOk="0" h="13875" w="10211">
                  <a:moveTo>
                    <a:pt x="2164" y="1"/>
                  </a:moveTo>
                  <a:cubicBezTo>
                    <a:pt x="2139" y="1"/>
                    <a:pt x="2112" y="6"/>
                    <a:pt x="2084" y="16"/>
                  </a:cubicBezTo>
                  <a:cubicBezTo>
                    <a:pt x="1508" y="232"/>
                    <a:pt x="1124" y="779"/>
                    <a:pt x="1124" y="1398"/>
                  </a:cubicBezTo>
                  <a:lnTo>
                    <a:pt x="1124" y="10240"/>
                  </a:lnTo>
                  <a:lnTo>
                    <a:pt x="207" y="10240"/>
                  </a:lnTo>
                  <a:cubicBezTo>
                    <a:pt x="92" y="10240"/>
                    <a:pt x="0" y="10336"/>
                    <a:pt x="0" y="10447"/>
                  </a:cubicBezTo>
                  <a:lnTo>
                    <a:pt x="0" y="12549"/>
                  </a:lnTo>
                  <a:cubicBezTo>
                    <a:pt x="0" y="13281"/>
                    <a:pt x="591" y="13874"/>
                    <a:pt x="1321" y="13874"/>
                  </a:cubicBezTo>
                  <a:cubicBezTo>
                    <a:pt x="1324" y="13874"/>
                    <a:pt x="1327" y="13874"/>
                    <a:pt x="1330" y="13874"/>
                  </a:cubicBezTo>
                  <a:lnTo>
                    <a:pt x="8843" y="13874"/>
                  </a:lnTo>
                  <a:cubicBezTo>
                    <a:pt x="9601" y="13869"/>
                    <a:pt x="10211" y="13260"/>
                    <a:pt x="10211" y="12501"/>
                  </a:cubicBezTo>
                  <a:lnTo>
                    <a:pt x="10211" y="6117"/>
                  </a:lnTo>
                  <a:cubicBezTo>
                    <a:pt x="10211" y="6007"/>
                    <a:pt x="10115" y="5911"/>
                    <a:pt x="10004" y="5911"/>
                  </a:cubicBezTo>
                  <a:cubicBezTo>
                    <a:pt x="9889" y="5911"/>
                    <a:pt x="9798" y="6002"/>
                    <a:pt x="9798" y="6117"/>
                  </a:cubicBezTo>
                  <a:lnTo>
                    <a:pt x="9798" y="12501"/>
                  </a:lnTo>
                  <a:cubicBezTo>
                    <a:pt x="9793" y="13029"/>
                    <a:pt x="9366" y="13457"/>
                    <a:pt x="8838" y="13457"/>
                  </a:cubicBezTo>
                  <a:cubicBezTo>
                    <a:pt x="8795" y="13457"/>
                    <a:pt x="8747" y="13452"/>
                    <a:pt x="8747" y="13452"/>
                  </a:cubicBezTo>
                  <a:cubicBezTo>
                    <a:pt x="8291" y="13394"/>
                    <a:pt x="7945" y="13005"/>
                    <a:pt x="7945" y="12549"/>
                  </a:cubicBezTo>
                  <a:lnTo>
                    <a:pt x="7945" y="11901"/>
                  </a:lnTo>
                  <a:cubicBezTo>
                    <a:pt x="7945" y="11762"/>
                    <a:pt x="7842" y="11693"/>
                    <a:pt x="7738" y="11693"/>
                  </a:cubicBezTo>
                  <a:cubicBezTo>
                    <a:pt x="7635" y="11693"/>
                    <a:pt x="7532" y="11762"/>
                    <a:pt x="7532" y="11901"/>
                  </a:cubicBezTo>
                  <a:lnTo>
                    <a:pt x="7532" y="12549"/>
                  </a:lnTo>
                  <a:cubicBezTo>
                    <a:pt x="7532" y="12885"/>
                    <a:pt x="7662" y="13212"/>
                    <a:pt x="7897" y="13457"/>
                  </a:cubicBezTo>
                  <a:cubicBezTo>
                    <a:pt x="4580" y="13457"/>
                    <a:pt x="2914" y="13460"/>
                    <a:pt x="2066" y="13460"/>
                  </a:cubicBezTo>
                  <a:cubicBezTo>
                    <a:pt x="1077" y="13460"/>
                    <a:pt x="1202" y="13456"/>
                    <a:pt x="1119" y="13437"/>
                  </a:cubicBezTo>
                  <a:cubicBezTo>
                    <a:pt x="706" y="13341"/>
                    <a:pt x="413" y="12972"/>
                    <a:pt x="408" y="12549"/>
                  </a:cubicBezTo>
                  <a:lnTo>
                    <a:pt x="408" y="10658"/>
                  </a:lnTo>
                  <a:lnTo>
                    <a:pt x="7532" y="10658"/>
                  </a:lnTo>
                  <a:lnTo>
                    <a:pt x="7532" y="11071"/>
                  </a:lnTo>
                  <a:cubicBezTo>
                    <a:pt x="7532" y="11208"/>
                    <a:pt x="7635" y="11276"/>
                    <a:pt x="7738" y="11276"/>
                  </a:cubicBezTo>
                  <a:cubicBezTo>
                    <a:pt x="7842" y="11276"/>
                    <a:pt x="7945" y="11208"/>
                    <a:pt x="7945" y="11071"/>
                  </a:cubicBezTo>
                  <a:lnTo>
                    <a:pt x="7945" y="10452"/>
                  </a:lnTo>
                  <a:cubicBezTo>
                    <a:pt x="7945" y="10336"/>
                    <a:pt x="7854" y="10240"/>
                    <a:pt x="7738" y="10240"/>
                  </a:cubicBezTo>
                  <a:lnTo>
                    <a:pt x="1537" y="10240"/>
                  </a:lnTo>
                  <a:lnTo>
                    <a:pt x="1537" y="1394"/>
                  </a:lnTo>
                  <a:cubicBezTo>
                    <a:pt x="1537" y="952"/>
                    <a:pt x="1815" y="558"/>
                    <a:pt x="2228" y="405"/>
                  </a:cubicBezTo>
                  <a:cubicBezTo>
                    <a:pt x="2459" y="319"/>
                    <a:pt x="2369" y="1"/>
                    <a:pt x="21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89"/>
            <p:cNvSpPr/>
            <p:nvPr/>
          </p:nvSpPr>
          <p:spPr>
            <a:xfrm>
              <a:off x="3633456" y="1502933"/>
              <a:ext cx="255841" cy="146027"/>
            </a:xfrm>
            <a:custGeom>
              <a:rect b="b" l="l" r="r" t="t"/>
              <a:pathLst>
                <a:path extrusionOk="0" h="5573" w="9764">
                  <a:moveTo>
                    <a:pt x="8411" y="418"/>
                  </a:moveTo>
                  <a:cubicBezTo>
                    <a:pt x="8414" y="418"/>
                    <a:pt x="8417" y="418"/>
                    <a:pt x="8420" y="418"/>
                  </a:cubicBezTo>
                  <a:lnTo>
                    <a:pt x="8434" y="418"/>
                  </a:lnTo>
                  <a:cubicBezTo>
                    <a:pt x="8938" y="418"/>
                    <a:pt x="9346" y="826"/>
                    <a:pt x="9346" y="1326"/>
                  </a:cubicBezTo>
                  <a:lnTo>
                    <a:pt x="9346" y="3217"/>
                  </a:lnTo>
                  <a:lnTo>
                    <a:pt x="7513" y="3217"/>
                  </a:lnTo>
                  <a:lnTo>
                    <a:pt x="7513" y="1748"/>
                  </a:lnTo>
                  <a:lnTo>
                    <a:pt x="7513" y="1326"/>
                  </a:lnTo>
                  <a:cubicBezTo>
                    <a:pt x="7508" y="825"/>
                    <a:pt x="7911" y="418"/>
                    <a:pt x="8411" y="418"/>
                  </a:cubicBezTo>
                  <a:close/>
                  <a:moveTo>
                    <a:pt x="274" y="1"/>
                  </a:moveTo>
                  <a:cubicBezTo>
                    <a:pt x="0" y="1"/>
                    <a:pt x="0" y="418"/>
                    <a:pt x="274" y="418"/>
                  </a:cubicBezTo>
                  <a:lnTo>
                    <a:pt x="7460" y="418"/>
                  </a:lnTo>
                  <a:cubicBezTo>
                    <a:pt x="7345" y="538"/>
                    <a:pt x="7253" y="682"/>
                    <a:pt x="7191" y="841"/>
                  </a:cubicBezTo>
                  <a:cubicBezTo>
                    <a:pt x="7129" y="994"/>
                    <a:pt x="7100" y="1162"/>
                    <a:pt x="7100" y="1326"/>
                  </a:cubicBezTo>
                  <a:lnTo>
                    <a:pt x="7100" y="1748"/>
                  </a:lnTo>
                  <a:lnTo>
                    <a:pt x="7100" y="5367"/>
                  </a:lnTo>
                  <a:cubicBezTo>
                    <a:pt x="7100" y="5504"/>
                    <a:pt x="7203" y="5573"/>
                    <a:pt x="7306" y="5573"/>
                  </a:cubicBezTo>
                  <a:cubicBezTo>
                    <a:pt x="7409" y="5573"/>
                    <a:pt x="7513" y="5504"/>
                    <a:pt x="7513" y="5367"/>
                  </a:cubicBezTo>
                  <a:lnTo>
                    <a:pt x="7513" y="3635"/>
                  </a:lnTo>
                  <a:lnTo>
                    <a:pt x="9553" y="3635"/>
                  </a:lnTo>
                  <a:cubicBezTo>
                    <a:pt x="9668" y="3635"/>
                    <a:pt x="9764" y="3539"/>
                    <a:pt x="9764" y="3428"/>
                  </a:cubicBezTo>
                  <a:lnTo>
                    <a:pt x="9764" y="1326"/>
                  </a:lnTo>
                  <a:cubicBezTo>
                    <a:pt x="9759" y="596"/>
                    <a:pt x="9169" y="6"/>
                    <a:pt x="84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89"/>
            <p:cNvSpPr/>
            <p:nvPr/>
          </p:nvSpPr>
          <p:spPr>
            <a:xfrm>
              <a:off x="3636967" y="1599043"/>
              <a:ext cx="148070" cy="10953"/>
            </a:xfrm>
            <a:custGeom>
              <a:rect b="b" l="l" r="r" t="t"/>
              <a:pathLst>
                <a:path extrusionOk="0" h="418" w="5651">
                  <a:moveTo>
                    <a:pt x="279" y="0"/>
                  </a:moveTo>
                  <a:cubicBezTo>
                    <a:pt x="1" y="0"/>
                    <a:pt x="1" y="418"/>
                    <a:pt x="279" y="418"/>
                  </a:cubicBezTo>
                  <a:lnTo>
                    <a:pt x="5372" y="418"/>
                  </a:lnTo>
                  <a:cubicBezTo>
                    <a:pt x="5651" y="418"/>
                    <a:pt x="5651" y="0"/>
                    <a:pt x="53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89"/>
            <p:cNvSpPr/>
            <p:nvPr/>
          </p:nvSpPr>
          <p:spPr>
            <a:xfrm>
              <a:off x="3637098" y="1643561"/>
              <a:ext cx="147939" cy="10848"/>
            </a:xfrm>
            <a:custGeom>
              <a:rect b="b" l="l" r="r" t="t"/>
              <a:pathLst>
                <a:path extrusionOk="0" h="414" w="5646">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89"/>
            <p:cNvSpPr/>
            <p:nvPr/>
          </p:nvSpPr>
          <p:spPr>
            <a:xfrm>
              <a:off x="3637098" y="1688080"/>
              <a:ext cx="147939" cy="10848"/>
            </a:xfrm>
            <a:custGeom>
              <a:rect b="b" l="l" r="r" t="t"/>
              <a:pathLst>
                <a:path extrusionOk="0" h="414" w="5646">
                  <a:moveTo>
                    <a:pt x="274" y="1"/>
                  </a:moveTo>
                  <a:cubicBezTo>
                    <a:pt x="0" y="1"/>
                    <a:pt x="0" y="414"/>
                    <a:pt x="274" y="414"/>
                  </a:cubicBezTo>
                  <a:lnTo>
                    <a:pt x="5367" y="414"/>
                  </a:lnTo>
                  <a:cubicBezTo>
                    <a:pt x="5646" y="414"/>
                    <a:pt x="5646" y="1"/>
                    <a:pt x="5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89"/>
            <p:cNvSpPr/>
            <p:nvPr/>
          </p:nvSpPr>
          <p:spPr>
            <a:xfrm>
              <a:off x="3637098" y="1732624"/>
              <a:ext cx="147939" cy="10822"/>
            </a:xfrm>
            <a:custGeom>
              <a:rect b="b" l="l" r="r" t="t"/>
              <a:pathLst>
                <a:path extrusionOk="0" h="413" w="5646">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17" name="Google Shape;19117;p89"/>
          <p:cNvGrpSpPr/>
          <p:nvPr/>
        </p:nvGrpSpPr>
        <p:grpSpPr>
          <a:xfrm>
            <a:off x="1302508" y="1502933"/>
            <a:ext cx="364162" cy="365551"/>
            <a:chOff x="1302508" y="1502933"/>
            <a:chExt cx="364162" cy="365551"/>
          </a:xfrm>
        </p:grpSpPr>
        <p:sp>
          <p:nvSpPr>
            <p:cNvPr id="19118" name="Google Shape;19118;p89"/>
            <p:cNvSpPr/>
            <p:nvPr/>
          </p:nvSpPr>
          <p:spPr>
            <a:xfrm>
              <a:off x="1457339" y="1716640"/>
              <a:ext cx="55366" cy="127947"/>
            </a:xfrm>
            <a:custGeom>
              <a:rect b="b" l="l" r="r" t="t"/>
              <a:pathLst>
                <a:path extrusionOk="0" h="4883" w="2113">
                  <a:moveTo>
                    <a:pt x="1" y="0"/>
                  </a:moveTo>
                  <a:lnTo>
                    <a:pt x="1" y="4882"/>
                  </a:lnTo>
                  <a:lnTo>
                    <a:pt x="2113" y="4882"/>
                  </a:lnTo>
                  <a:lnTo>
                    <a:pt x="211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89"/>
            <p:cNvSpPr/>
            <p:nvPr/>
          </p:nvSpPr>
          <p:spPr>
            <a:xfrm>
              <a:off x="1483384" y="1756756"/>
              <a:ext cx="29452" cy="87831"/>
            </a:xfrm>
            <a:custGeom>
              <a:rect b="b" l="l" r="r" t="t"/>
              <a:pathLst>
                <a:path extrusionOk="0" h="3352" w="1124">
                  <a:moveTo>
                    <a:pt x="573" y="1"/>
                  </a:moveTo>
                  <a:cubicBezTo>
                    <a:pt x="255" y="1"/>
                    <a:pt x="1" y="258"/>
                    <a:pt x="1" y="577"/>
                  </a:cubicBezTo>
                  <a:lnTo>
                    <a:pt x="1" y="3351"/>
                  </a:lnTo>
                  <a:lnTo>
                    <a:pt x="1124" y="3351"/>
                  </a:lnTo>
                  <a:lnTo>
                    <a:pt x="1124" y="1"/>
                  </a:lnTo>
                  <a:lnTo>
                    <a:pt x="581" y="1"/>
                  </a:lnTo>
                  <a:cubicBezTo>
                    <a:pt x="578" y="1"/>
                    <a:pt x="575" y="1"/>
                    <a:pt x="573"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89"/>
            <p:cNvSpPr/>
            <p:nvPr/>
          </p:nvSpPr>
          <p:spPr>
            <a:xfrm>
              <a:off x="1399981" y="1828315"/>
              <a:ext cx="170211" cy="34745"/>
            </a:xfrm>
            <a:custGeom>
              <a:rect b="b" l="l" r="r" t="t"/>
              <a:pathLst>
                <a:path extrusionOk="0" h="1326" w="6496">
                  <a:moveTo>
                    <a:pt x="620" y="1"/>
                  </a:moveTo>
                  <a:cubicBezTo>
                    <a:pt x="279" y="1"/>
                    <a:pt x="1" y="279"/>
                    <a:pt x="1" y="620"/>
                  </a:cubicBezTo>
                  <a:lnTo>
                    <a:pt x="1" y="702"/>
                  </a:lnTo>
                  <a:cubicBezTo>
                    <a:pt x="1" y="1043"/>
                    <a:pt x="279" y="1326"/>
                    <a:pt x="620" y="1326"/>
                  </a:cubicBezTo>
                  <a:lnTo>
                    <a:pt x="5872" y="1326"/>
                  </a:lnTo>
                  <a:cubicBezTo>
                    <a:pt x="6217" y="1326"/>
                    <a:pt x="6496" y="1047"/>
                    <a:pt x="6496" y="702"/>
                  </a:cubicBezTo>
                  <a:lnTo>
                    <a:pt x="6496" y="625"/>
                  </a:lnTo>
                  <a:cubicBezTo>
                    <a:pt x="6496" y="279"/>
                    <a:pt x="6217" y="1"/>
                    <a:pt x="5872"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89"/>
            <p:cNvSpPr/>
            <p:nvPr/>
          </p:nvSpPr>
          <p:spPr>
            <a:xfrm>
              <a:off x="1422751" y="1846683"/>
              <a:ext cx="147441" cy="16377"/>
            </a:xfrm>
            <a:custGeom>
              <a:rect b="b" l="l" r="r" t="t"/>
              <a:pathLst>
                <a:path extrusionOk="0" h="625" w="5627">
                  <a:moveTo>
                    <a:pt x="625" y="1"/>
                  </a:moveTo>
                  <a:cubicBezTo>
                    <a:pt x="279" y="1"/>
                    <a:pt x="1" y="279"/>
                    <a:pt x="1" y="625"/>
                  </a:cubicBezTo>
                  <a:lnTo>
                    <a:pt x="5003" y="625"/>
                  </a:lnTo>
                  <a:cubicBezTo>
                    <a:pt x="5348" y="625"/>
                    <a:pt x="5627" y="346"/>
                    <a:pt x="5627"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89"/>
            <p:cNvSpPr/>
            <p:nvPr/>
          </p:nvSpPr>
          <p:spPr>
            <a:xfrm>
              <a:off x="1308797" y="1508461"/>
              <a:ext cx="352476" cy="224424"/>
            </a:xfrm>
            <a:custGeom>
              <a:rect b="b" l="l" r="r" t="t"/>
              <a:pathLst>
                <a:path extrusionOk="0" h="8565" w="13452">
                  <a:moveTo>
                    <a:pt x="1360" y="1"/>
                  </a:moveTo>
                  <a:cubicBezTo>
                    <a:pt x="610" y="1"/>
                    <a:pt x="1" y="614"/>
                    <a:pt x="1" y="1364"/>
                  </a:cubicBezTo>
                  <a:lnTo>
                    <a:pt x="1" y="7201"/>
                  </a:lnTo>
                  <a:cubicBezTo>
                    <a:pt x="1" y="7955"/>
                    <a:pt x="615" y="8565"/>
                    <a:pt x="1369" y="8565"/>
                  </a:cubicBezTo>
                  <a:lnTo>
                    <a:pt x="12088" y="8565"/>
                  </a:lnTo>
                  <a:cubicBezTo>
                    <a:pt x="12841" y="8565"/>
                    <a:pt x="13451" y="7955"/>
                    <a:pt x="13451" y="7201"/>
                  </a:cubicBezTo>
                  <a:lnTo>
                    <a:pt x="13451" y="1364"/>
                  </a:lnTo>
                  <a:cubicBezTo>
                    <a:pt x="13451" y="614"/>
                    <a:pt x="12846" y="1"/>
                    <a:pt x="12097" y="1"/>
                  </a:cubicBezTo>
                  <a:cubicBezTo>
                    <a:pt x="12094" y="1"/>
                    <a:pt x="12091" y="1"/>
                    <a:pt x="12088" y="1"/>
                  </a:cubicBezTo>
                  <a:lnTo>
                    <a:pt x="1369" y="1"/>
                  </a:lnTo>
                  <a:cubicBezTo>
                    <a:pt x="1366" y="1"/>
                    <a:pt x="1363" y="1"/>
                    <a:pt x="1360"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89"/>
            <p:cNvSpPr/>
            <p:nvPr/>
          </p:nvSpPr>
          <p:spPr>
            <a:xfrm>
              <a:off x="1330047" y="1527851"/>
              <a:ext cx="310080" cy="182893"/>
            </a:xfrm>
            <a:custGeom>
              <a:rect b="b" l="l" r="r" t="t"/>
              <a:pathLst>
                <a:path extrusionOk="0" h="6980" w="11834">
                  <a:moveTo>
                    <a:pt x="860" y="0"/>
                  </a:moveTo>
                  <a:cubicBezTo>
                    <a:pt x="385" y="0"/>
                    <a:pt x="1" y="384"/>
                    <a:pt x="1" y="864"/>
                  </a:cubicBezTo>
                  <a:lnTo>
                    <a:pt x="1" y="6116"/>
                  </a:lnTo>
                  <a:cubicBezTo>
                    <a:pt x="1" y="6596"/>
                    <a:pt x="385" y="6980"/>
                    <a:pt x="860" y="6980"/>
                  </a:cubicBezTo>
                  <a:lnTo>
                    <a:pt x="10970" y="6980"/>
                  </a:lnTo>
                  <a:cubicBezTo>
                    <a:pt x="11411" y="6980"/>
                    <a:pt x="11781" y="6649"/>
                    <a:pt x="11829" y="6212"/>
                  </a:cubicBezTo>
                  <a:cubicBezTo>
                    <a:pt x="11834" y="6178"/>
                    <a:pt x="11834" y="6149"/>
                    <a:pt x="11834" y="6116"/>
                  </a:cubicBezTo>
                  <a:lnTo>
                    <a:pt x="11834" y="864"/>
                  </a:lnTo>
                  <a:cubicBezTo>
                    <a:pt x="11834" y="384"/>
                    <a:pt x="11450" y="0"/>
                    <a:pt x="10974"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89"/>
            <p:cNvSpPr/>
            <p:nvPr/>
          </p:nvSpPr>
          <p:spPr>
            <a:xfrm>
              <a:off x="1352948" y="1527851"/>
              <a:ext cx="287179" cy="162770"/>
            </a:xfrm>
            <a:custGeom>
              <a:rect b="b" l="l" r="r" t="t"/>
              <a:pathLst>
                <a:path extrusionOk="0" h="6212" w="10960">
                  <a:moveTo>
                    <a:pt x="5" y="0"/>
                  </a:moveTo>
                  <a:cubicBezTo>
                    <a:pt x="5" y="34"/>
                    <a:pt x="1" y="63"/>
                    <a:pt x="1" y="96"/>
                  </a:cubicBezTo>
                  <a:lnTo>
                    <a:pt x="1" y="5348"/>
                  </a:lnTo>
                  <a:cubicBezTo>
                    <a:pt x="1" y="5828"/>
                    <a:pt x="389" y="6212"/>
                    <a:pt x="865" y="6212"/>
                  </a:cubicBezTo>
                  <a:lnTo>
                    <a:pt x="10955" y="6212"/>
                  </a:lnTo>
                  <a:cubicBezTo>
                    <a:pt x="10960" y="6178"/>
                    <a:pt x="10960" y="6149"/>
                    <a:pt x="10960" y="6116"/>
                  </a:cubicBezTo>
                  <a:lnTo>
                    <a:pt x="10960" y="864"/>
                  </a:lnTo>
                  <a:cubicBezTo>
                    <a:pt x="10960" y="384"/>
                    <a:pt x="10576" y="0"/>
                    <a:pt x="10100"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89"/>
            <p:cNvSpPr/>
            <p:nvPr/>
          </p:nvSpPr>
          <p:spPr>
            <a:xfrm>
              <a:off x="1471566" y="1548106"/>
              <a:ext cx="88826" cy="72974"/>
            </a:xfrm>
            <a:custGeom>
              <a:rect b="b" l="l" r="r" t="t"/>
              <a:pathLst>
                <a:path extrusionOk="0" h="2785" w="3390">
                  <a:moveTo>
                    <a:pt x="202" y="0"/>
                  </a:moveTo>
                  <a:cubicBezTo>
                    <a:pt x="91" y="0"/>
                    <a:pt x="0" y="91"/>
                    <a:pt x="0" y="202"/>
                  </a:cubicBezTo>
                  <a:lnTo>
                    <a:pt x="0" y="2583"/>
                  </a:lnTo>
                  <a:cubicBezTo>
                    <a:pt x="0" y="2693"/>
                    <a:pt x="91" y="2784"/>
                    <a:pt x="202" y="2784"/>
                  </a:cubicBezTo>
                  <a:lnTo>
                    <a:pt x="3192" y="2784"/>
                  </a:lnTo>
                  <a:cubicBezTo>
                    <a:pt x="3303" y="2784"/>
                    <a:pt x="3389" y="2693"/>
                    <a:pt x="3389" y="2583"/>
                  </a:cubicBezTo>
                  <a:lnTo>
                    <a:pt x="3389" y="202"/>
                  </a:lnTo>
                  <a:cubicBezTo>
                    <a:pt x="3389" y="91"/>
                    <a:pt x="3298" y="0"/>
                    <a:pt x="31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89"/>
            <p:cNvSpPr/>
            <p:nvPr/>
          </p:nvSpPr>
          <p:spPr>
            <a:xfrm>
              <a:off x="1564664" y="1624329"/>
              <a:ext cx="58877" cy="56571"/>
            </a:xfrm>
            <a:custGeom>
              <a:rect b="b" l="l" r="r" t="t"/>
              <a:pathLst>
                <a:path extrusionOk="0" h="2159" w="2247">
                  <a:moveTo>
                    <a:pt x="240" y="0"/>
                  </a:moveTo>
                  <a:cubicBezTo>
                    <a:pt x="104" y="0"/>
                    <a:pt x="1" y="131"/>
                    <a:pt x="43" y="269"/>
                  </a:cubicBezTo>
                  <a:lnTo>
                    <a:pt x="552" y="2007"/>
                  </a:lnTo>
                  <a:cubicBezTo>
                    <a:pt x="580" y="2109"/>
                    <a:pt x="666" y="2159"/>
                    <a:pt x="752" y="2159"/>
                  </a:cubicBezTo>
                  <a:cubicBezTo>
                    <a:pt x="840" y="2159"/>
                    <a:pt x="928" y="2106"/>
                    <a:pt x="955" y="2002"/>
                  </a:cubicBezTo>
                  <a:lnTo>
                    <a:pt x="1142" y="1262"/>
                  </a:lnTo>
                  <a:cubicBezTo>
                    <a:pt x="1161" y="1186"/>
                    <a:pt x="1219" y="1128"/>
                    <a:pt x="1296" y="1114"/>
                  </a:cubicBezTo>
                  <a:lnTo>
                    <a:pt x="2030" y="922"/>
                  </a:lnTo>
                  <a:cubicBezTo>
                    <a:pt x="2241" y="874"/>
                    <a:pt x="2246" y="576"/>
                    <a:pt x="2040" y="518"/>
                  </a:cubicBezTo>
                  <a:lnTo>
                    <a:pt x="302" y="10"/>
                  </a:lnTo>
                  <a:cubicBezTo>
                    <a:pt x="281" y="3"/>
                    <a:pt x="260" y="0"/>
                    <a:pt x="24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89"/>
            <p:cNvSpPr/>
            <p:nvPr/>
          </p:nvSpPr>
          <p:spPr>
            <a:xfrm>
              <a:off x="1352712" y="1549232"/>
              <a:ext cx="118881" cy="140550"/>
            </a:xfrm>
            <a:custGeom>
              <a:rect b="b" l="l" r="r" t="t"/>
              <a:pathLst>
                <a:path extrusionOk="0" h="5364" w="4537">
                  <a:moveTo>
                    <a:pt x="2290" y="1804"/>
                  </a:moveTo>
                  <a:cubicBezTo>
                    <a:pt x="2320" y="1804"/>
                    <a:pt x="2350" y="1822"/>
                    <a:pt x="2362" y="1858"/>
                  </a:cubicBezTo>
                  <a:lnTo>
                    <a:pt x="2755" y="3140"/>
                  </a:lnTo>
                  <a:cubicBezTo>
                    <a:pt x="2770" y="3188"/>
                    <a:pt x="2731" y="3240"/>
                    <a:pt x="2683" y="3240"/>
                  </a:cubicBezTo>
                  <a:lnTo>
                    <a:pt x="1896" y="3240"/>
                  </a:lnTo>
                  <a:cubicBezTo>
                    <a:pt x="1843" y="3240"/>
                    <a:pt x="1810" y="3188"/>
                    <a:pt x="1824" y="3140"/>
                  </a:cubicBezTo>
                  <a:lnTo>
                    <a:pt x="2218" y="1858"/>
                  </a:lnTo>
                  <a:cubicBezTo>
                    <a:pt x="2230" y="1822"/>
                    <a:pt x="2260" y="1804"/>
                    <a:pt x="2290" y="1804"/>
                  </a:cubicBezTo>
                  <a:close/>
                  <a:moveTo>
                    <a:pt x="2122" y="0"/>
                  </a:moveTo>
                  <a:cubicBezTo>
                    <a:pt x="1781" y="0"/>
                    <a:pt x="1483" y="216"/>
                    <a:pt x="1383" y="538"/>
                  </a:cubicBezTo>
                  <a:lnTo>
                    <a:pt x="120" y="4460"/>
                  </a:lnTo>
                  <a:cubicBezTo>
                    <a:pt x="0" y="4820"/>
                    <a:pt x="197" y="5213"/>
                    <a:pt x="562" y="5329"/>
                  </a:cubicBezTo>
                  <a:cubicBezTo>
                    <a:pt x="634" y="5352"/>
                    <a:pt x="708" y="5364"/>
                    <a:pt x="780" y="5364"/>
                  </a:cubicBezTo>
                  <a:cubicBezTo>
                    <a:pt x="1070" y="5364"/>
                    <a:pt x="1339" y="5179"/>
                    <a:pt x="1435" y="4887"/>
                  </a:cubicBezTo>
                  <a:lnTo>
                    <a:pt x="1551" y="4541"/>
                  </a:lnTo>
                  <a:cubicBezTo>
                    <a:pt x="1637" y="4282"/>
                    <a:pt x="1877" y="4104"/>
                    <a:pt x="2155" y="4104"/>
                  </a:cubicBezTo>
                  <a:lnTo>
                    <a:pt x="2381" y="4104"/>
                  </a:lnTo>
                  <a:cubicBezTo>
                    <a:pt x="2655" y="4104"/>
                    <a:pt x="2899" y="4282"/>
                    <a:pt x="2986" y="4541"/>
                  </a:cubicBezTo>
                  <a:lnTo>
                    <a:pt x="3101" y="4887"/>
                  </a:lnTo>
                  <a:cubicBezTo>
                    <a:pt x="3193" y="5179"/>
                    <a:pt x="3464" y="5364"/>
                    <a:pt x="3756" y="5364"/>
                  </a:cubicBezTo>
                  <a:cubicBezTo>
                    <a:pt x="3829" y="5364"/>
                    <a:pt x="3902" y="5352"/>
                    <a:pt x="3975" y="5329"/>
                  </a:cubicBezTo>
                  <a:cubicBezTo>
                    <a:pt x="4335" y="5213"/>
                    <a:pt x="4536" y="4820"/>
                    <a:pt x="4416" y="4460"/>
                  </a:cubicBezTo>
                  <a:lnTo>
                    <a:pt x="3154" y="538"/>
                  </a:lnTo>
                  <a:cubicBezTo>
                    <a:pt x="3048" y="216"/>
                    <a:pt x="2751" y="0"/>
                    <a:pt x="241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89"/>
            <p:cNvSpPr/>
            <p:nvPr/>
          </p:nvSpPr>
          <p:spPr>
            <a:xfrm>
              <a:off x="1302508" y="1502933"/>
              <a:ext cx="137878" cy="208415"/>
            </a:xfrm>
            <a:custGeom>
              <a:rect b="b" l="l" r="r" t="t"/>
              <a:pathLst>
                <a:path extrusionOk="0" h="7954" w="5262">
                  <a:moveTo>
                    <a:pt x="1609" y="1"/>
                  </a:moveTo>
                  <a:cubicBezTo>
                    <a:pt x="740" y="6"/>
                    <a:pt x="34" y="706"/>
                    <a:pt x="34" y="1575"/>
                  </a:cubicBezTo>
                  <a:cubicBezTo>
                    <a:pt x="54" y="7801"/>
                    <a:pt x="1" y="7460"/>
                    <a:pt x="82" y="7796"/>
                  </a:cubicBezTo>
                  <a:cubicBezTo>
                    <a:pt x="110" y="7906"/>
                    <a:pt x="193" y="7953"/>
                    <a:pt x="277" y="7953"/>
                  </a:cubicBezTo>
                  <a:cubicBezTo>
                    <a:pt x="400" y="7953"/>
                    <a:pt x="525" y="7852"/>
                    <a:pt x="486" y="7696"/>
                  </a:cubicBezTo>
                  <a:cubicBezTo>
                    <a:pt x="418" y="7441"/>
                    <a:pt x="466" y="7648"/>
                    <a:pt x="452" y="1575"/>
                  </a:cubicBezTo>
                  <a:cubicBezTo>
                    <a:pt x="452" y="937"/>
                    <a:pt x="970" y="418"/>
                    <a:pt x="1609" y="418"/>
                  </a:cubicBezTo>
                  <a:lnTo>
                    <a:pt x="4988" y="418"/>
                  </a:lnTo>
                  <a:cubicBezTo>
                    <a:pt x="5262" y="418"/>
                    <a:pt x="5262" y="1"/>
                    <a:pt x="49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89"/>
            <p:cNvSpPr/>
            <p:nvPr/>
          </p:nvSpPr>
          <p:spPr>
            <a:xfrm>
              <a:off x="1447670" y="1502933"/>
              <a:ext cx="219000" cy="126401"/>
            </a:xfrm>
            <a:custGeom>
              <a:rect b="b" l="l" r="r" t="t"/>
              <a:pathLst>
                <a:path extrusionOk="0" h="4824" w="8358">
                  <a:moveTo>
                    <a:pt x="274" y="1"/>
                  </a:moveTo>
                  <a:cubicBezTo>
                    <a:pt x="0" y="1"/>
                    <a:pt x="0" y="418"/>
                    <a:pt x="274" y="418"/>
                  </a:cubicBezTo>
                  <a:lnTo>
                    <a:pt x="6788" y="418"/>
                  </a:lnTo>
                  <a:cubicBezTo>
                    <a:pt x="7426" y="418"/>
                    <a:pt x="7945" y="937"/>
                    <a:pt x="7945" y="1575"/>
                  </a:cubicBezTo>
                  <a:lnTo>
                    <a:pt x="7945" y="4619"/>
                  </a:lnTo>
                  <a:cubicBezTo>
                    <a:pt x="7945" y="4755"/>
                    <a:pt x="8048" y="4824"/>
                    <a:pt x="8151" y="4824"/>
                  </a:cubicBezTo>
                  <a:cubicBezTo>
                    <a:pt x="8254" y="4824"/>
                    <a:pt x="8357" y="4755"/>
                    <a:pt x="8357" y="4619"/>
                  </a:cubicBezTo>
                  <a:lnTo>
                    <a:pt x="8357" y="1575"/>
                  </a:lnTo>
                  <a:cubicBezTo>
                    <a:pt x="8357" y="706"/>
                    <a:pt x="7657" y="6"/>
                    <a:pt x="67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89"/>
            <p:cNvSpPr/>
            <p:nvPr/>
          </p:nvSpPr>
          <p:spPr>
            <a:xfrm>
              <a:off x="1313539" y="1640155"/>
              <a:ext cx="353131" cy="228329"/>
            </a:xfrm>
            <a:custGeom>
              <a:rect b="b" l="l" r="r" t="t"/>
              <a:pathLst>
                <a:path extrusionOk="0" h="8714" w="13477">
                  <a:moveTo>
                    <a:pt x="7395" y="3750"/>
                  </a:moveTo>
                  <a:lnTo>
                    <a:pt x="7395" y="6976"/>
                  </a:lnTo>
                  <a:lnTo>
                    <a:pt x="5700" y="6976"/>
                  </a:lnTo>
                  <a:lnTo>
                    <a:pt x="5700" y="3750"/>
                  </a:lnTo>
                  <a:close/>
                  <a:moveTo>
                    <a:pt x="9171" y="7388"/>
                  </a:moveTo>
                  <a:cubicBezTo>
                    <a:pt x="9401" y="7393"/>
                    <a:pt x="9588" y="7576"/>
                    <a:pt x="9588" y="7806"/>
                  </a:cubicBezTo>
                  <a:lnTo>
                    <a:pt x="9588" y="7883"/>
                  </a:lnTo>
                  <a:cubicBezTo>
                    <a:pt x="9588" y="8113"/>
                    <a:pt x="9401" y="8296"/>
                    <a:pt x="9171" y="8300"/>
                  </a:cubicBezTo>
                  <a:lnTo>
                    <a:pt x="3924" y="8300"/>
                  </a:lnTo>
                  <a:cubicBezTo>
                    <a:pt x="3694" y="8296"/>
                    <a:pt x="3506" y="8113"/>
                    <a:pt x="3506" y="7883"/>
                  </a:cubicBezTo>
                  <a:lnTo>
                    <a:pt x="3506" y="7806"/>
                  </a:lnTo>
                  <a:cubicBezTo>
                    <a:pt x="3506" y="7576"/>
                    <a:pt x="3694" y="7393"/>
                    <a:pt x="3924" y="7388"/>
                  </a:cubicBezTo>
                  <a:close/>
                  <a:moveTo>
                    <a:pt x="13270" y="1"/>
                  </a:moveTo>
                  <a:cubicBezTo>
                    <a:pt x="13155" y="1"/>
                    <a:pt x="13064" y="92"/>
                    <a:pt x="13064" y="207"/>
                  </a:cubicBezTo>
                  <a:lnTo>
                    <a:pt x="13064" y="2175"/>
                  </a:lnTo>
                  <a:cubicBezTo>
                    <a:pt x="13064" y="2814"/>
                    <a:pt x="12545" y="3332"/>
                    <a:pt x="11907" y="3332"/>
                  </a:cubicBezTo>
                  <a:lnTo>
                    <a:pt x="1188" y="3332"/>
                  </a:lnTo>
                  <a:cubicBezTo>
                    <a:pt x="909" y="3332"/>
                    <a:pt x="636" y="3231"/>
                    <a:pt x="425" y="3049"/>
                  </a:cubicBezTo>
                  <a:cubicBezTo>
                    <a:pt x="381" y="3013"/>
                    <a:pt x="336" y="2997"/>
                    <a:pt x="293" y="2997"/>
                  </a:cubicBezTo>
                  <a:cubicBezTo>
                    <a:pt x="130" y="2997"/>
                    <a:pt x="0" y="3217"/>
                    <a:pt x="156" y="3361"/>
                  </a:cubicBezTo>
                  <a:cubicBezTo>
                    <a:pt x="439" y="3611"/>
                    <a:pt x="809" y="3745"/>
                    <a:pt x="1188" y="3750"/>
                  </a:cubicBezTo>
                  <a:lnTo>
                    <a:pt x="5282" y="3750"/>
                  </a:lnTo>
                  <a:lnTo>
                    <a:pt x="5282" y="6976"/>
                  </a:lnTo>
                  <a:lnTo>
                    <a:pt x="3919" y="6976"/>
                  </a:lnTo>
                  <a:cubicBezTo>
                    <a:pt x="3463" y="6976"/>
                    <a:pt x="3094" y="7345"/>
                    <a:pt x="3094" y="7806"/>
                  </a:cubicBezTo>
                  <a:lnTo>
                    <a:pt x="3094" y="7883"/>
                  </a:lnTo>
                  <a:cubicBezTo>
                    <a:pt x="3094" y="8339"/>
                    <a:pt x="3463" y="8713"/>
                    <a:pt x="3924" y="8713"/>
                  </a:cubicBezTo>
                  <a:lnTo>
                    <a:pt x="9171" y="8713"/>
                  </a:lnTo>
                  <a:cubicBezTo>
                    <a:pt x="9631" y="8713"/>
                    <a:pt x="10001" y="8339"/>
                    <a:pt x="10006" y="7883"/>
                  </a:cubicBezTo>
                  <a:lnTo>
                    <a:pt x="10006" y="7806"/>
                  </a:lnTo>
                  <a:cubicBezTo>
                    <a:pt x="10001" y="7345"/>
                    <a:pt x="9631" y="6976"/>
                    <a:pt x="9175" y="6976"/>
                  </a:cubicBezTo>
                  <a:lnTo>
                    <a:pt x="7807" y="6976"/>
                  </a:lnTo>
                  <a:lnTo>
                    <a:pt x="7807" y="3750"/>
                  </a:lnTo>
                  <a:lnTo>
                    <a:pt x="11907" y="3750"/>
                  </a:lnTo>
                  <a:cubicBezTo>
                    <a:pt x="12776" y="3745"/>
                    <a:pt x="13476" y="3044"/>
                    <a:pt x="13476" y="2175"/>
                  </a:cubicBezTo>
                  <a:lnTo>
                    <a:pt x="13476" y="207"/>
                  </a:lnTo>
                  <a:cubicBezTo>
                    <a:pt x="13476" y="92"/>
                    <a:pt x="13385" y="1"/>
                    <a:pt x="13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89"/>
            <p:cNvSpPr/>
            <p:nvPr/>
          </p:nvSpPr>
          <p:spPr>
            <a:xfrm>
              <a:off x="1324518" y="1522427"/>
              <a:ext cx="196362" cy="143380"/>
            </a:xfrm>
            <a:custGeom>
              <a:rect b="b" l="l" r="r" t="t"/>
              <a:pathLst>
                <a:path extrusionOk="0" h="5472" w="7494">
                  <a:moveTo>
                    <a:pt x="1071" y="1"/>
                  </a:moveTo>
                  <a:cubicBezTo>
                    <a:pt x="481" y="1"/>
                    <a:pt x="6" y="481"/>
                    <a:pt x="1" y="1071"/>
                  </a:cubicBezTo>
                  <a:lnTo>
                    <a:pt x="1" y="5267"/>
                  </a:lnTo>
                  <a:cubicBezTo>
                    <a:pt x="1" y="5403"/>
                    <a:pt x="105" y="5472"/>
                    <a:pt x="210" y="5472"/>
                  </a:cubicBezTo>
                  <a:cubicBezTo>
                    <a:pt x="314" y="5472"/>
                    <a:pt x="418" y="5403"/>
                    <a:pt x="418" y="5267"/>
                  </a:cubicBezTo>
                  <a:lnTo>
                    <a:pt x="418" y="1071"/>
                  </a:lnTo>
                  <a:cubicBezTo>
                    <a:pt x="418" y="706"/>
                    <a:pt x="711" y="414"/>
                    <a:pt x="1071" y="414"/>
                  </a:cubicBezTo>
                  <a:lnTo>
                    <a:pt x="7220" y="414"/>
                  </a:lnTo>
                  <a:cubicBezTo>
                    <a:pt x="7494" y="414"/>
                    <a:pt x="7494" y="1"/>
                    <a:pt x="72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89"/>
            <p:cNvSpPr/>
            <p:nvPr/>
          </p:nvSpPr>
          <p:spPr>
            <a:xfrm>
              <a:off x="1324518" y="1522427"/>
              <a:ext cx="321033" cy="193741"/>
            </a:xfrm>
            <a:custGeom>
              <a:rect b="b" l="l" r="r" t="t"/>
              <a:pathLst>
                <a:path extrusionOk="0" h="7394" w="12252">
                  <a:moveTo>
                    <a:pt x="8046" y="1"/>
                  </a:moveTo>
                  <a:cubicBezTo>
                    <a:pt x="7772" y="1"/>
                    <a:pt x="7772" y="414"/>
                    <a:pt x="8046" y="414"/>
                  </a:cubicBezTo>
                  <a:lnTo>
                    <a:pt x="11185" y="414"/>
                  </a:lnTo>
                  <a:cubicBezTo>
                    <a:pt x="11545" y="414"/>
                    <a:pt x="11838" y="706"/>
                    <a:pt x="11838" y="1071"/>
                  </a:cubicBezTo>
                  <a:lnTo>
                    <a:pt x="11838" y="6323"/>
                  </a:lnTo>
                  <a:cubicBezTo>
                    <a:pt x="11838" y="6688"/>
                    <a:pt x="11545" y="6980"/>
                    <a:pt x="11185" y="6980"/>
                  </a:cubicBezTo>
                  <a:lnTo>
                    <a:pt x="1071" y="6980"/>
                  </a:lnTo>
                  <a:cubicBezTo>
                    <a:pt x="711" y="6980"/>
                    <a:pt x="418" y="6688"/>
                    <a:pt x="418" y="6328"/>
                  </a:cubicBezTo>
                  <a:lnTo>
                    <a:pt x="418" y="6092"/>
                  </a:lnTo>
                  <a:cubicBezTo>
                    <a:pt x="418" y="5977"/>
                    <a:pt x="322" y="5886"/>
                    <a:pt x="212" y="5886"/>
                  </a:cubicBezTo>
                  <a:cubicBezTo>
                    <a:pt x="97" y="5886"/>
                    <a:pt x="1" y="5977"/>
                    <a:pt x="1" y="6092"/>
                  </a:cubicBezTo>
                  <a:lnTo>
                    <a:pt x="1" y="6328"/>
                  </a:lnTo>
                  <a:cubicBezTo>
                    <a:pt x="6" y="6913"/>
                    <a:pt x="481" y="7393"/>
                    <a:pt x="1071" y="7393"/>
                  </a:cubicBezTo>
                  <a:lnTo>
                    <a:pt x="11185" y="7393"/>
                  </a:lnTo>
                  <a:cubicBezTo>
                    <a:pt x="11771" y="7393"/>
                    <a:pt x="12251" y="6913"/>
                    <a:pt x="12251" y="6328"/>
                  </a:cubicBezTo>
                  <a:lnTo>
                    <a:pt x="12251" y="1071"/>
                  </a:lnTo>
                  <a:cubicBezTo>
                    <a:pt x="12251" y="481"/>
                    <a:pt x="11771" y="1"/>
                    <a:pt x="111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89"/>
            <p:cNvSpPr/>
            <p:nvPr/>
          </p:nvSpPr>
          <p:spPr>
            <a:xfrm>
              <a:off x="1584263" y="167537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89"/>
            <p:cNvSpPr/>
            <p:nvPr/>
          </p:nvSpPr>
          <p:spPr>
            <a:xfrm>
              <a:off x="1466143" y="1542551"/>
              <a:ext cx="164054" cy="143773"/>
            </a:xfrm>
            <a:custGeom>
              <a:rect b="b" l="l" r="r" t="t"/>
              <a:pathLst>
                <a:path extrusionOk="0" h="5487" w="6261">
                  <a:moveTo>
                    <a:pt x="3087" y="418"/>
                  </a:moveTo>
                  <a:lnTo>
                    <a:pt x="1902" y="1335"/>
                  </a:lnTo>
                  <a:lnTo>
                    <a:pt x="697" y="418"/>
                  </a:lnTo>
                  <a:close/>
                  <a:moveTo>
                    <a:pt x="3390" y="707"/>
                  </a:moveTo>
                  <a:lnTo>
                    <a:pt x="3390" y="2468"/>
                  </a:lnTo>
                  <a:lnTo>
                    <a:pt x="2243" y="1595"/>
                  </a:lnTo>
                  <a:lnTo>
                    <a:pt x="3390" y="707"/>
                  </a:lnTo>
                  <a:close/>
                  <a:moveTo>
                    <a:pt x="414" y="726"/>
                  </a:moveTo>
                  <a:lnTo>
                    <a:pt x="1561" y="1599"/>
                  </a:lnTo>
                  <a:lnTo>
                    <a:pt x="414" y="2483"/>
                  </a:lnTo>
                  <a:lnTo>
                    <a:pt x="414" y="726"/>
                  </a:lnTo>
                  <a:close/>
                  <a:moveTo>
                    <a:pt x="1902" y="1859"/>
                  </a:moveTo>
                  <a:lnTo>
                    <a:pt x="3131" y="2795"/>
                  </a:lnTo>
                  <a:lnTo>
                    <a:pt x="692" y="2795"/>
                  </a:lnTo>
                  <a:lnTo>
                    <a:pt x="1902" y="1859"/>
                  </a:lnTo>
                  <a:close/>
                  <a:moveTo>
                    <a:pt x="3999" y="3332"/>
                  </a:moveTo>
                  <a:cubicBezTo>
                    <a:pt x="4000" y="3332"/>
                    <a:pt x="5742" y="3836"/>
                    <a:pt x="5742" y="3836"/>
                  </a:cubicBezTo>
                  <a:cubicBezTo>
                    <a:pt x="5742" y="3836"/>
                    <a:pt x="5742" y="3841"/>
                    <a:pt x="5742" y="3841"/>
                  </a:cubicBezTo>
                  <a:cubicBezTo>
                    <a:pt x="5732" y="3844"/>
                    <a:pt x="5731" y="3845"/>
                    <a:pt x="5732" y="3845"/>
                  </a:cubicBezTo>
                  <a:cubicBezTo>
                    <a:pt x="5732" y="3845"/>
                    <a:pt x="5734" y="3845"/>
                    <a:pt x="5734" y="3845"/>
                  </a:cubicBezTo>
                  <a:cubicBezTo>
                    <a:pt x="5736" y="3845"/>
                    <a:pt x="5682" y="3857"/>
                    <a:pt x="5003" y="4028"/>
                  </a:cubicBezTo>
                  <a:cubicBezTo>
                    <a:pt x="4854" y="4067"/>
                    <a:pt x="4739" y="4182"/>
                    <a:pt x="4700" y="4331"/>
                  </a:cubicBezTo>
                  <a:cubicBezTo>
                    <a:pt x="4531" y="4990"/>
                    <a:pt x="4512" y="5069"/>
                    <a:pt x="4513" y="5069"/>
                  </a:cubicBezTo>
                  <a:cubicBezTo>
                    <a:pt x="4513" y="5069"/>
                    <a:pt x="4515" y="5061"/>
                    <a:pt x="4515" y="5061"/>
                  </a:cubicBezTo>
                  <a:lnTo>
                    <a:pt x="4515" y="5061"/>
                  </a:lnTo>
                  <a:cubicBezTo>
                    <a:pt x="4515" y="5061"/>
                    <a:pt x="4515" y="5064"/>
                    <a:pt x="4513" y="5070"/>
                  </a:cubicBezTo>
                  <a:lnTo>
                    <a:pt x="4508" y="5070"/>
                  </a:lnTo>
                  <a:lnTo>
                    <a:pt x="3999" y="3332"/>
                  </a:lnTo>
                  <a:close/>
                  <a:moveTo>
                    <a:pt x="409" y="1"/>
                  </a:moveTo>
                  <a:cubicBezTo>
                    <a:pt x="183" y="1"/>
                    <a:pt x="1" y="188"/>
                    <a:pt x="1" y="414"/>
                  </a:cubicBezTo>
                  <a:lnTo>
                    <a:pt x="1" y="2795"/>
                  </a:lnTo>
                  <a:cubicBezTo>
                    <a:pt x="1" y="3020"/>
                    <a:pt x="183" y="3203"/>
                    <a:pt x="409" y="3207"/>
                  </a:cubicBezTo>
                  <a:lnTo>
                    <a:pt x="3395" y="3207"/>
                  </a:lnTo>
                  <a:cubicBezTo>
                    <a:pt x="3481" y="3203"/>
                    <a:pt x="3567" y="3174"/>
                    <a:pt x="3639" y="3121"/>
                  </a:cubicBezTo>
                  <a:lnTo>
                    <a:pt x="3639" y="3121"/>
                  </a:lnTo>
                  <a:cubicBezTo>
                    <a:pt x="3582" y="3217"/>
                    <a:pt x="3567" y="3337"/>
                    <a:pt x="3601" y="3447"/>
                  </a:cubicBezTo>
                  <a:lnTo>
                    <a:pt x="4110" y="5185"/>
                  </a:lnTo>
                  <a:cubicBezTo>
                    <a:pt x="4169" y="5387"/>
                    <a:pt x="4340" y="5486"/>
                    <a:pt x="4510" y="5486"/>
                  </a:cubicBezTo>
                  <a:cubicBezTo>
                    <a:pt x="4684" y="5486"/>
                    <a:pt x="4858" y="5382"/>
                    <a:pt x="4912" y="5176"/>
                  </a:cubicBezTo>
                  <a:lnTo>
                    <a:pt x="5104" y="4431"/>
                  </a:lnTo>
                  <a:lnTo>
                    <a:pt x="5838" y="4244"/>
                  </a:lnTo>
                  <a:cubicBezTo>
                    <a:pt x="6251" y="4139"/>
                    <a:pt x="6260" y="3563"/>
                    <a:pt x="5852" y="3443"/>
                  </a:cubicBezTo>
                  <a:lnTo>
                    <a:pt x="4120" y="2929"/>
                  </a:lnTo>
                  <a:cubicBezTo>
                    <a:pt x="4081" y="2918"/>
                    <a:pt x="4043" y="2912"/>
                    <a:pt x="4004" y="2912"/>
                  </a:cubicBezTo>
                  <a:cubicBezTo>
                    <a:pt x="3913" y="2912"/>
                    <a:pt x="3824" y="2943"/>
                    <a:pt x="3750" y="3001"/>
                  </a:cubicBezTo>
                  <a:cubicBezTo>
                    <a:pt x="3851" y="2828"/>
                    <a:pt x="3783" y="2886"/>
                    <a:pt x="3803" y="414"/>
                  </a:cubicBezTo>
                  <a:cubicBezTo>
                    <a:pt x="3803" y="366"/>
                    <a:pt x="3793" y="318"/>
                    <a:pt x="3779" y="274"/>
                  </a:cubicBezTo>
                  <a:cubicBezTo>
                    <a:pt x="3769" y="212"/>
                    <a:pt x="3735" y="164"/>
                    <a:pt x="3687" y="130"/>
                  </a:cubicBezTo>
                  <a:cubicBezTo>
                    <a:pt x="3611" y="49"/>
                    <a:pt x="3505" y="1"/>
                    <a:pt x="33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89"/>
            <p:cNvSpPr/>
            <p:nvPr/>
          </p:nvSpPr>
          <p:spPr>
            <a:xfrm>
              <a:off x="1348808" y="1543809"/>
              <a:ext cx="125929" cy="151398"/>
            </a:xfrm>
            <a:custGeom>
              <a:rect b="b" l="l" r="r" t="t"/>
              <a:pathLst>
                <a:path extrusionOk="0" h="5778" w="4806">
                  <a:moveTo>
                    <a:pt x="2271" y="1"/>
                  </a:moveTo>
                  <a:cubicBezTo>
                    <a:pt x="1844" y="1"/>
                    <a:pt x="1464" y="279"/>
                    <a:pt x="1335" y="683"/>
                  </a:cubicBezTo>
                  <a:cubicBezTo>
                    <a:pt x="0" y="4864"/>
                    <a:pt x="24" y="4633"/>
                    <a:pt x="24" y="4883"/>
                  </a:cubicBezTo>
                  <a:cubicBezTo>
                    <a:pt x="29" y="5320"/>
                    <a:pt x="346" y="5694"/>
                    <a:pt x="783" y="5766"/>
                  </a:cubicBezTo>
                  <a:cubicBezTo>
                    <a:pt x="832" y="5774"/>
                    <a:pt x="880" y="5778"/>
                    <a:pt x="928" y="5778"/>
                  </a:cubicBezTo>
                  <a:cubicBezTo>
                    <a:pt x="1311" y="5778"/>
                    <a:pt x="1658" y="5532"/>
                    <a:pt x="1781" y="5161"/>
                  </a:cubicBezTo>
                  <a:lnTo>
                    <a:pt x="1896" y="4816"/>
                  </a:lnTo>
                  <a:cubicBezTo>
                    <a:pt x="1954" y="4643"/>
                    <a:pt x="2117" y="4523"/>
                    <a:pt x="2304" y="4523"/>
                  </a:cubicBezTo>
                  <a:lnTo>
                    <a:pt x="2530" y="4523"/>
                  </a:lnTo>
                  <a:cubicBezTo>
                    <a:pt x="2717" y="4523"/>
                    <a:pt x="2880" y="4643"/>
                    <a:pt x="2938" y="4816"/>
                  </a:cubicBezTo>
                  <a:lnTo>
                    <a:pt x="3053" y="5161"/>
                  </a:lnTo>
                  <a:cubicBezTo>
                    <a:pt x="3177" y="5532"/>
                    <a:pt x="3524" y="5778"/>
                    <a:pt x="3902" y="5778"/>
                  </a:cubicBezTo>
                  <a:cubicBezTo>
                    <a:pt x="3950" y="5778"/>
                    <a:pt x="3998" y="5774"/>
                    <a:pt x="4047" y="5766"/>
                  </a:cubicBezTo>
                  <a:cubicBezTo>
                    <a:pt x="4484" y="5694"/>
                    <a:pt x="4805" y="5320"/>
                    <a:pt x="4805" y="4883"/>
                  </a:cubicBezTo>
                  <a:cubicBezTo>
                    <a:pt x="4805" y="4638"/>
                    <a:pt x="4752" y="4614"/>
                    <a:pt x="4277" y="3092"/>
                  </a:cubicBezTo>
                  <a:cubicBezTo>
                    <a:pt x="4248" y="2985"/>
                    <a:pt x="4167" y="2939"/>
                    <a:pt x="4085" y="2939"/>
                  </a:cubicBezTo>
                  <a:cubicBezTo>
                    <a:pt x="3955" y="2939"/>
                    <a:pt x="3822" y="3054"/>
                    <a:pt x="3884" y="3222"/>
                  </a:cubicBezTo>
                  <a:cubicBezTo>
                    <a:pt x="4388" y="4806"/>
                    <a:pt x="4392" y="4748"/>
                    <a:pt x="4392" y="4883"/>
                  </a:cubicBezTo>
                  <a:cubicBezTo>
                    <a:pt x="4390" y="5190"/>
                    <a:pt x="4146" y="5363"/>
                    <a:pt x="3902" y="5363"/>
                  </a:cubicBezTo>
                  <a:cubicBezTo>
                    <a:pt x="3712" y="5363"/>
                    <a:pt x="3522" y="5258"/>
                    <a:pt x="3447" y="5032"/>
                  </a:cubicBezTo>
                  <a:lnTo>
                    <a:pt x="3332" y="4686"/>
                  </a:lnTo>
                  <a:cubicBezTo>
                    <a:pt x="3218" y="4344"/>
                    <a:pt x="2901" y="4110"/>
                    <a:pt x="2541" y="4110"/>
                  </a:cubicBezTo>
                  <a:cubicBezTo>
                    <a:pt x="2537" y="4110"/>
                    <a:pt x="2534" y="4110"/>
                    <a:pt x="2530" y="4110"/>
                  </a:cubicBezTo>
                  <a:lnTo>
                    <a:pt x="2304" y="4110"/>
                  </a:lnTo>
                  <a:cubicBezTo>
                    <a:pt x="2301" y="4110"/>
                    <a:pt x="2297" y="4110"/>
                    <a:pt x="2293" y="4110"/>
                  </a:cubicBezTo>
                  <a:cubicBezTo>
                    <a:pt x="1933" y="4110"/>
                    <a:pt x="1612" y="4344"/>
                    <a:pt x="1503" y="4686"/>
                  </a:cubicBezTo>
                  <a:lnTo>
                    <a:pt x="1388" y="5032"/>
                  </a:lnTo>
                  <a:cubicBezTo>
                    <a:pt x="1314" y="5228"/>
                    <a:pt x="1127" y="5353"/>
                    <a:pt x="927" y="5353"/>
                  </a:cubicBezTo>
                  <a:cubicBezTo>
                    <a:pt x="878" y="5353"/>
                    <a:pt x="827" y="5345"/>
                    <a:pt x="778" y="5329"/>
                  </a:cubicBezTo>
                  <a:cubicBezTo>
                    <a:pt x="528" y="5248"/>
                    <a:pt x="389" y="4984"/>
                    <a:pt x="466" y="4734"/>
                  </a:cubicBezTo>
                  <a:lnTo>
                    <a:pt x="1728" y="812"/>
                  </a:lnTo>
                  <a:cubicBezTo>
                    <a:pt x="1805" y="577"/>
                    <a:pt x="2021" y="418"/>
                    <a:pt x="2266" y="418"/>
                  </a:cubicBezTo>
                  <a:lnTo>
                    <a:pt x="2559" y="418"/>
                  </a:lnTo>
                  <a:cubicBezTo>
                    <a:pt x="2808" y="418"/>
                    <a:pt x="3024" y="577"/>
                    <a:pt x="3101" y="812"/>
                  </a:cubicBezTo>
                  <a:lnTo>
                    <a:pt x="3624" y="2430"/>
                  </a:lnTo>
                  <a:cubicBezTo>
                    <a:pt x="3651" y="2518"/>
                    <a:pt x="3733" y="2576"/>
                    <a:pt x="3821" y="2576"/>
                  </a:cubicBezTo>
                  <a:cubicBezTo>
                    <a:pt x="3844" y="2576"/>
                    <a:pt x="3866" y="2572"/>
                    <a:pt x="3888" y="2564"/>
                  </a:cubicBezTo>
                  <a:cubicBezTo>
                    <a:pt x="3994" y="2531"/>
                    <a:pt x="4056" y="2411"/>
                    <a:pt x="4023" y="2305"/>
                  </a:cubicBezTo>
                  <a:lnTo>
                    <a:pt x="3500" y="683"/>
                  </a:lnTo>
                  <a:cubicBezTo>
                    <a:pt x="3365" y="279"/>
                    <a:pt x="2991" y="1"/>
                    <a:pt x="25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89"/>
            <p:cNvSpPr/>
            <p:nvPr/>
          </p:nvSpPr>
          <p:spPr>
            <a:xfrm>
              <a:off x="1393457" y="1586335"/>
              <a:ext cx="38518" cy="53217"/>
            </a:xfrm>
            <a:custGeom>
              <a:rect b="b" l="l" r="r" t="t"/>
              <a:pathLst>
                <a:path extrusionOk="0" h="2031" w="1470">
                  <a:moveTo>
                    <a:pt x="735" y="912"/>
                  </a:moveTo>
                  <a:lnTo>
                    <a:pt x="951" y="1613"/>
                  </a:lnTo>
                  <a:lnTo>
                    <a:pt x="519" y="1613"/>
                  </a:lnTo>
                  <a:lnTo>
                    <a:pt x="735" y="912"/>
                  </a:lnTo>
                  <a:close/>
                  <a:moveTo>
                    <a:pt x="735" y="0"/>
                  </a:moveTo>
                  <a:cubicBezTo>
                    <a:pt x="644" y="0"/>
                    <a:pt x="562" y="58"/>
                    <a:pt x="538" y="144"/>
                  </a:cubicBezTo>
                  <a:lnTo>
                    <a:pt x="44" y="1762"/>
                  </a:lnTo>
                  <a:cubicBezTo>
                    <a:pt x="0" y="1896"/>
                    <a:pt x="101" y="2031"/>
                    <a:pt x="240" y="2031"/>
                  </a:cubicBezTo>
                  <a:lnTo>
                    <a:pt x="1229" y="2031"/>
                  </a:lnTo>
                  <a:cubicBezTo>
                    <a:pt x="1368" y="2031"/>
                    <a:pt x="1469" y="1896"/>
                    <a:pt x="1426" y="1762"/>
                  </a:cubicBezTo>
                  <a:lnTo>
                    <a:pt x="932" y="144"/>
                  </a:lnTo>
                  <a:cubicBezTo>
                    <a:pt x="908" y="58"/>
                    <a:pt x="826" y="0"/>
                    <a:pt x="7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7" name="Google Shape;19137;p89"/>
          <p:cNvGrpSpPr/>
          <p:nvPr/>
        </p:nvGrpSpPr>
        <p:grpSpPr>
          <a:xfrm>
            <a:off x="2213019" y="1502933"/>
            <a:ext cx="336755" cy="365551"/>
            <a:chOff x="2213019" y="1502933"/>
            <a:chExt cx="336755" cy="365551"/>
          </a:xfrm>
        </p:grpSpPr>
        <p:sp>
          <p:nvSpPr>
            <p:cNvPr id="19138" name="Google Shape;19138;p89"/>
            <p:cNvSpPr/>
            <p:nvPr/>
          </p:nvSpPr>
          <p:spPr>
            <a:xfrm>
              <a:off x="2246872" y="1525336"/>
              <a:ext cx="268942" cy="319408"/>
            </a:xfrm>
            <a:custGeom>
              <a:rect b="b" l="l" r="r" t="t"/>
              <a:pathLst>
                <a:path extrusionOk="0" h="12190" w="10264">
                  <a:moveTo>
                    <a:pt x="5184" y="4619"/>
                  </a:moveTo>
                  <a:cubicBezTo>
                    <a:pt x="5337" y="4619"/>
                    <a:pt x="5489" y="4707"/>
                    <a:pt x="5544" y="4882"/>
                  </a:cubicBezTo>
                  <a:lnTo>
                    <a:pt x="6173" y="6937"/>
                  </a:lnTo>
                  <a:cubicBezTo>
                    <a:pt x="6240" y="7162"/>
                    <a:pt x="6072" y="7393"/>
                    <a:pt x="5837" y="7393"/>
                  </a:cubicBezTo>
                  <a:lnTo>
                    <a:pt x="4536" y="7393"/>
                  </a:lnTo>
                  <a:cubicBezTo>
                    <a:pt x="4296" y="7393"/>
                    <a:pt x="4128" y="7162"/>
                    <a:pt x="4200" y="6937"/>
                  </a:cubicBezTo>
                  <a:lnTo>
                    <a:pt x="4824" y="4882"/>
                  </a:lnTo>
                  <a:cubicBezTo>
                    <a:pt x="4880" y="4707"/>
                    <a:pt x="5032" y="4619"/>
                    <a:pt x="5184" y="4619"/>
                  </a:cubicBezTo>
                  <a:close/>
                  <a:moveTo>
                    <a:pt x="4800" y="0"/>
                  </a:moveTo>
                  <a:cubicBezTo>
                    <a:pt x="4032" y="0"/>
                    <a:pt x="3351" y="499"/>
                    <a:pt x="3115" y="1229"/>
                  </a:cubicBezTo>
                  <a:lnTo>
                    <a:pt x="235" y="10172"/>
                  </a:lnTo>
                  <a:cubicBezTo>
                    <a:pt x="0" y="10988"/>
                    <a:pt x="451" y="11842"/>
                    <a:pt x="1258" y="12106"/>
                  </a:cubicBezTo>
                  <a:cubicBezTo>
                    <a:pt x="1421" y="12160"/>
                    <a:pt x="1587" y="12185"/>
                    <a:pt x="1750" y="12185"/>
                  </a:cubicBezTo>
                  <a:cubicBezTo>
                    <a:pt x="2396" y="12185"/>
                    <a:pt x="2998" y="11787"/>
                    <a:pt x="3235" y="11151"/>
                  </a:cubicBezTo>
                  <a:lnTo>
                    <a:pt x="3495" y="10364"/>
                  </a:lnTo>
                  <a:cubicBezTo>
                    <a:pt x="3692" y="9769"/>
                    <a:pt x="4248" y="9365"/>
                    <a:pt x="4872" y="9365"/>
                  </a:cubicBezTo>
                  <a:lnTo>
                    <a:pt x="5386" y="9365"/>
                  </a:lnTo>
                  <a:cubicBezTo>
                    <a:pt x="5501" y="9365"/>
                    <a:pt x="5616" y="9380"/>
                    <a:pt x="5732" y="9409"/>
                  </a:cubicBezTo>
                  <a:cubicBezTo>
                    <a:pt x="6216" y="9529"/>
                    <a:pt x="6610" y="9889"/>
                    <a:pt x="6768" y="10369"/>
                  </a:cubicBezTo>
                  <a:lnTo>
                    <a:pt x="7028" y="11156"/>
                  </a:lnTo>
                  <a:cubicBezTo>
                    <a:pt x="7261" y="11792"/>
                    <a:pt x="7866" y="12190"/>
                    <a:pt x="8510" y="12190"/>
                  </a:cubicBezTo>
                  <a:cubicBezTo>
                    <a:pt x="8673" y="12190"/>
                    <a:pt x="8838" y="12164"/>
                    <a:pt x="9001" y="12111"/>
                  </a:cubicBezTo>
                  <a:cubicBezTo>
                    <a:pt x="9812" y="11847"/>
                    <a:pt x="10263" y="10988"/>
                    <a:pt x="10028" y="10172"/>
                  </a:cubicBezTo>
                  <a:lnTo>
                    <a:pt x="10037" y="10172"/>
                  </a:lnTo>
                  <a:lnTo>
                    <a:pt x="7157" y="1229"/>
                  </a:lnTo>
                  <a:cubicBezTo>
                    <a:pt x="6922" y="499"/>
                    <a:pt x="6240" y="0"/>
                    <a:pt x="547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89"/>
            <p:cNvSpPr/>
            <p:nvPr/>
          </p:nvSpPr>
          <p:spPr>
            <a:xfrm>
              <a:off x="2277791" y="1528349"/>
              <a:ext cx="238024" cy="316395"/>
            </a:xfrm>
            <a:custGeom>
              <a:rect b="b" l="l" r="r" t="t"/>
              <a:pathLst>
                <a:path extrusionOk="0" h="12075" w="9084">
                  <a:moveTo>
                    <a:pt x="4004" y="4504"/>
                  </a:moveTo>
                  <a:cubicBezTo>
                    <a:pt x="4157" y="4504"/>
                    <a:pt x="4309" y="4592"/>
                    <a:pt x="4364" y="4767"/>
                  </a:cubicBezTo>
                  <a:lnTo>
                    <a:pt x="4993" y="6822"/>
                  </a:lnTo>
                  <a:cubicBezTo>
                    <a:pt x="5060" y="7047"/>
                    <a:pt x="4892" y="7278"/>
                    <a:pt x="4657" y="7278"/>
                  </a:cubicBezTo>
                  <a:lnTo>
                    <a:pt x="3356" y="7278"/>
                  </a:lnTo>
                  <a:cubicBezTo>
                    <a:pt x="3116" y="7278"/>
                    <a:pt x="2948" y="7047"/>
                    <a:pt x="3020" y="6822"/>
                  </a:cubicBezTo>
                  <a:lnTo>
                    <a:pt x="3644" y="4767"/>
                  </a:lnTo>
                  <a:cubicBezTo>
                    <a:pt x="3700" y="4592"/>
                    <a:pt x="3852" y="4504"/>
                    <a:pt x="4004" y="4504"/>
                  </a:cubicBezTo>
                  <a:close/>
                  <a:moveTo>
                    <a:pt x="4556" y="0"/>
                  </a:moveTo>
                  <a:cubicBezTo>
                    <a:pt x="3884" y="0"/>
                    <a:pt x="3299" y="461"/>
                    <a:pt x="3140" y="1114"/>
                  </a:cubicBezTo>
                  <a:lnTo>
                    <a:pt x="255" y="10057"/>
                  </a:lnTo>
                  <a:cubicBezTo>
                    <a:pt x="1" y="10839"/>
                    <a:pt x="395" y="11684"/>
                    <a:pt x="1153" y="12001"/>
                  </a:cubicBezTo>
                  <a:cubicBezTo>
                    <a:pt x="1580" y="11823"/>
                    <a:pt x="1907" y="11473"/>
                    <a:pt x="2055" y="11036"/>
                  </a:cubicBezTo>
                  <a:lnTo>
                    <a:pt x="2315" y="10249"/>
                  </a:lnTo>
                  <a:cubicBezTo>
                    <a:pt x="2512" y="9654"/>
                    <a:pt x="3068" y="9250"/>
                    <a:pt x="3692" y="9250"/>
                  </a:cubicBezTo>
                  <a:lnTo>
                    <a:pt x="4206" y="9250"/>
                  </a:lnTo>
                  <a:cubicBezTo>
                    <a:pt x="4321" y="9250"/>
                    <a:pt x="4436" y="9265"/>
                    <a:pt x="4552" y="9294"/>
                  </a:cubicBezTo>
                  <a:cubicBezTo>
                    <a:pt x="5041" y="9414"/>
                    <a:pt x="5430" y="9774"/>
                    <a:pt x="5588" y="10254"/>
                  </a:cubicBezTo>
                  <a:lnTo>
                    <a:pt x="5848" y="11041"/>
                  </a:lnTo>
                  <a:cubicBezTo>
                    <a:pt x="6081" y="11677"/>
                    <a:pt x="6686" y="12075"/>
                    <a:pt x="7330" y="12075"/>
                  </a:cubicBezTo>
                  <a:cubicBezTo>
                    <a:pt x="7493" y="12075"/>
                    <a:pt x="7658" y="12049"/>
                    <a:pt x="7821" y="11996"/>
                  </a:cubicBezTo>
                  <a:cubicBezTo>
                    <a:pt x="8632" y="11732"/>
                    <a:pt x="9083" y="10873"/>
                    <a:pt x="8848" y="10057"/>
                  </a:cubicBezTo>
                  <a:lnTo>
                    <a:pt x="8857" y="10057"/>
                  </a:lnTo>
                  <a:lnTo>
                    <a:pt x="5977" y="1114"/>
                  </a:lnTo>
                  <a:cubicBezTo>
                    <a:pt x="5814" y="461"/>
                    <a:pt x="5228" y="0"/>
                    <a:pt x="455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89"/>
            <p:cNvSpPr/>
            <p:nvPr/>
          </p:nvSpPr>
          <p:spPr>
            <a:xfrm>
              <a:off x="2218574" y="1508488"/>
              <a:ext cx="33985" cy="34089"/>
            </a:xfrm>
            <a:custGeom>
              <a:rect b="b" l="l" r="r" t="t"/>
              <a:pathLst>
                <a:path extrusionOk="0" h="1301" w="1297">
                  <a:moveTo>
                    <a:pt x="221" y="0"/>
                  </a:moveTo>
                  <a:cubicBezTo>
                    <a:pt x="96" y="0"/>
                    <a:pt x="0" y="101"/>
                    <a:pt x="0" y="221"/>
                  </a:cubicBezTo>
                  <a:lnTo>
                    <a:pt x="0" y="1075"/>
                  </a:lnTo>
                  <a:cubicBezTo>
                    <a:pt x="0" y="1200"/>
                    <a:pt x="96" y="1301"/>
                    <a:pt x="221" y="1301"/>
                  </a:cubicBezTo>
                  <a:lnTo>
                    <a:pt x="1075" y="1301"/>
                  </a:lnTo>
                  <a:cubicBezTo>
                    <a:pt x="1195" y="1301"/>
                    <a:pt x="1296" y="1200"/>
                    <a:pt x="1296" y="1075"/>
                  </a:cubicBezTo>
                  <a:lnTo>
                    <a:pt x="1296" y="221"/>
                  </a:lnTo>
                  <a:cubicBezTo>
                    <a:pt x="1296" y="101"/>
                    <a:pt x="1195" y="0"/>
                    <a:pt x="1075"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89"/>
            <p:cNvSpPr/>
            <p:nvPr/>
          </p:nvSpPr>
          <p:spPr>
            <a:xfrm>
              <a:off x="2364705" y="1508488"/>
              <a:ext cx="34116" cy="34089"/>
            </a:xfrm>
            <a:custGeom>
              <a:rect b="b" l="l" r="r" t="t"/>
              <a:pathLst>
                <a:path extrusionOk="0" h="1301" w="1302">
                  <a:moveTo>
                    <a:pt x="227" y="0"/>
                  </a:moveTo>
                  <a:cubicBezTo>
                    <a:pt x="102" y="0"/>
                    <a:pt x="1" y="101"/>
                    <a:pt x="1" y="221"/>
                  </a:cubicBezTo>
                  <a:lnTo>
                    <a:pt x="1" y="1075"/>
                  </a:lnTo>
                  <a:cubicBezTo>
                    <a:pt x="1" y="1200"/>
                    <a:pt x="102" y="1301"/>
                    <a:pt x="227"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89"/>
            <p:cNvSpPr/>
            <p:nvPr/>
          </p:nvSpPr>
          <p:spPr>
            <a:xfrm>
              <a:off x="2510234" y="1508488"/>
              <a:ext cx="34116" cy="34089"/>
            </a:xfrm>
            <a:custGeom>
              <a:rect b="b" l="l" r="r" t="t"/>
              <a:pathLst>
                <a:path extrusionOk="0" h="1301" w="1302">
                  <a:moveTo>
                    <a:pt x="222" y="0"/>
                  </a:moveTo>
                  <a:cubicBezTo>
                    <a:pt x="102" y="0"/>
                    <a:pt x="1" y="101"/>
                    <a:pt x="1" y="221"/>
                  </a:cubicBezTo>
                  <a:lnTo>
                    <a:pt x="1" y="1075"/>
                  </a:lnTo>
                  <a:cubicBezTo>
                    <a:pt x="1" y="1200"/>
                    <a:pt x="102" y="1296"/>
                    <a:pt x="222"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89"/>
            <p:cNvSpPr/>
            <p:nvPr/>
          </p:nvSpPr>
          <p:spPr>
            <a:xfrm>
              <a:off x="2218574" y="1828944"/>
              <a:ext cx="33985" cy="34116"/>
            </a:xfrm>
            <a:custGeom>
              <a:rect b="b" l="l" r="r" t="t"/>
              <a:pathLst>
                <a:path extrusionOk="0" h="1302" w="1297">
                  <a:moveTo>
                    <a:pt x="221" y="1"/>
                  </a:moveTo>
                  <a:cubicBezTo>
                    <a:pt x="96" y="1"/>
                    <a:pt x="0" y="102"/>
                    <a:pt x="0" y="222"/>
                  </a:cubicBezTo>
                  <a:lnTo>
                    <a:pt x="0" y="1076"/>
                  </a:lnTo>
                  <a:cubicBezTo>
                    <a:pt x="0" y="1201"/>
                    <a:pt x="96" y="1302"/>
                    <a:pt x="221" y="1302"/>
                  </a:cubicBezTo>
                  <a:lnTo>
                    <a:pt x="1075" y="1302"/>
                  </a:lnTo>
                  <a:cubicBezTo>
                    <a:pt x="1195" y="1302"/>
                    <a:pt x="1296" y="1201"/>
                    <a:pt x="1296" y="1076"/>
                  </a:cubicBezTo>
                  <a:lnTo>
                    <a:pt x="1296" y="222"/>
                  </a:lnTo>
                  <a:cubicBezTo>
                    <a:pt x="1296" y="102"/>
                    <a:pt x="1195" y="1"/>
                    <a:pt x="107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89"/>
            <p:cNvSpPr/>
            <p:nvPr/>
          </p:nvSpPr>
          <p:spPr>
            <a:xfrm>
              <a:off x="2364705" y="1828944"/>
              <a:ext cx="34116" cy="34116"/>
            </a:xfrm>
            <a:custGeom>
              <a:rect b="b" l="l" r="r" t="t"/>
              <a:pathLst>
                <a:path extrusionOk="0" h="1302" w="1302">
                  <a:moveTo>
                    <a:pt x="236" y="1"/>
                  </a:moveTo>
                  <a:cubicBezTo>
                    <a:pt x="107" y="1"/>
                    <a:pt x="1" y="102"/>
                    <a:pt x="1" y="231"/>
                  </a:cubicBezTo>
                  <a:lnTo>
                    <a:pt x="1" y="1067"/>
                  </a:lnTo>
                  <a:cubicBezTo>
                    <a:pt x="1" y="1196"/>
                    <a:pt x="107" y="1297"/>
                    <a:pt x="236" y="1302"/>
                  </a:cubicBezTo>
                  <a:lnTo>
                    <a:pt x="1071" y="1302"/>
                  </a:lnTo>
                  <a:cubicBezTo>
                    <a:pt x="1196" y="1302"/>
                    <a:pt x="1302" y="1196"/>
                    <a:pt x="1302" y="1067"/>
                  </a:cubicBezTo>
                  <a:lnTo>
                    <a:pt x="1302" y="231"/>
                  </a:lnTo>
                  <a:cubicBezTo>
                    <a:pt x="1302" y="102"/>
                    <a:pt x="1196" y="1"/>
                    <a:pt x="1071"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89"/>
            <p:cNvSpPr/>
            <p:nvPr/>
          </p:nvSpPr>
          <p:spPr>
            <a:xfrm>
              <a:off x="2510234" y="1828944"/>
              <a:ext cx="34116" cy="34116"/>
            </a:xfrm>
            <a:custGeom>
              <a:rect b="b" l="l" r="r" t="t"/>
              <a:pathLst>
                <a:path extrusionOk="0" h="1302" w="1302">
                  <a:moveTo>
                    <a:pt x="222" y="1"/>
                  </a:moveTo>
                  <a:cubicBezTo>
                    <a:pt x="102" y="1"/>
                    <a:pt x="1" y="102"/>
                    <a:pt x="1" y="222"/>
                  </a:cubicBezTo>
                  <a:lnTo>
                    <a:pt x="1" y="1076"/>
                  </a:lnTo>
                  <a:cubicBezTo>
                    <a:pt x="1" y="1201"/>
                    <a:pt x="102" y="1297"/>
                    <a:pt x="222" y="1302"/>
                  </a:cubicBezTo>
                  <a:lnTo>
                    <a:pt x="1076" y="1302"/>
                  </a:lnTo>
                  <a:cubicBezTo>
                    <a:pt x="1201" y="1302"/>
                    <a:pt x="1302" y="1201"/>
                    <a:pt x="1302" y="1076"/>
                  </a:cubicBezTo>
                  <a:lnTo>
                    <a:pt x="1302" y="222"/>
                  </a:lnTo>
                  <a:cubicBezTo>
                    <a:pt x="1302" y="102"/>
                    <a:pt x="1201" y="1"/>
                    <a:pt x="1076"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6" name="Google Shape;19146;p89"/>
            <p:cNvSpPr/>
            <p:nvPr/>
          </p:nvSpPr>
          <p:spPr>
            <a:xfrm>
              <a:off x="2218574" y="1669083"/>
              <a:ext cx="33985" cy="34116"/>
            </a:xfrm>
            <a:custGeom>
              <a:rect b="b" l="l" r="r" t="t"/>
              <a:pathLst>
                <a:path extrusionOk="0" h="1302" w="1297">
                  <a:moveTo>
                    <a:pt x="221" y="1"/>
                  </a:moveTo>
                  <a:cubicBezTo>
                    <a:pt x="96" y="1"/>
                    <a:pt x="0" y="102"/>
                    <a:pt x="0" y="227"/>
                  </a:cubicBezTo>
                  <a:lnTo>
                    <a:pt x="0" y="1076"/>
                  </a:lnTo>
                  <a:cubicBezTo>
                    <a:pt x="0" y="1201"/>
                    <a:pt x="96" y="1302"/>
                    <a:pt x="221" y="1302"/>
                  </a:cubicBezTo>
                  <a:lnTo>
                    <a:pt x="1075" y="1302"/>
                  </a:lnTo>
                  <a:cubicBezTo>
                    <a:pt x="1195" y="1302"/>
                    <a:pt x="1296" y="1201"/>
                    <a:pt x="1296" y="1076"/>
                  </a:cubicBezTo>
                  <a:lnTo>
                    <a:pt x="1296" y="227"/>
                  </a:lnTo>
                  <a:cubicBezTo>
                    <a:pt x="1296" y="102"/>
                    <a:pt x="1195" y="1"/>
                    <a:pt x="107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89"/>
            <p:cNvSpPr/>
            <p:nvPr/>
          </p:nvSpPr>
          <p:spPr>
            <a:xfrm>
              <a:off x="2510234" y="1669083"/>
              <a:ext cx="34116" cy="34116"/>
            </a:xfrm>
            <a:custGeom>
              <a:rect b="b" l="l" r="r" t="t"/>
              <a:pathLst>
                <a:path extrusionOk="0" h="1302" w="1302">
                  <a:moveTo>
                    <a:pt x="222" y="1"/>
                  </a:moveTo>
                  <a:cubicBezTo>
                    <a:pt x="102" y="1"/>
                    <a:pt x="1" y="102"/>
                    <a:pt x="1" y="227"/>
                  </a:cubicBezTo>
                  <a:lnTo>
                    <a:pt x="1" y="1076"/>
                  </a:lnTo>
                  <a:cubicBezTo>
                    <a:pt x="1" y="1201"/>
                    <a:pt x="102" y="1302"/>
                    <a:pt x="222" y="1302"/>
                  </a:cubicBezTo>
                  <a:lnTo>
                    <a:pt x="1076" y="1302"/>
                  </a:lnTo>
                  <a:cubicBezTo>
                    <a:pt x="1201" y="1302"/>
                    <a:pt x="1302" y="1201"/>
                    <a:pt x="1302" y="1076"/>
                  </a:cubicBezTo>
                  <a:lnTo>
                    <a:pt x="1302" y="227"/>
                  </a:lnTo>
                  <a:cubicBezTo>
                    <a:pt x="1302" y="102"/>
                    <a:pt x="1201" y="1"/>
                    <a:pt x="1076"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89"/>
            <p:cNvSpPr/>
            <p:nvPr/>
          </p:nvSpPr>
          <p:spPr>
            <a:xfrm>
              <a:off x="2348879" y="1640889"/>
              <a:ext cx="67812" cy="83560"/>
            </a:xfrm>
            <a:custGeom>
              <a:rect b="b" l="l" r="r" t="t"/>
              <a:pathLst>
                <a:path extrusionOk="0" h="3189" w="2588">
                  <a:moveTo>
                    <a:pt x="1294" y="416"/>
                  </a:moveTo>
                  <a:cubicBezTo>
                    <a:pt x="1362" y="416"/>
                    <a:pt x="1431" y="455"/>
                    <a:pt x="1455" y="534"/>
                  </a:cubicBezTo>
                  <a:lnTo>
                    <a:pt x="2083" y="2584"/>
                  </a:lnTo>
                  <a:cubicBezTo>
                    <a:pt x="2112" y="2680"/>
                    <a:pt x="2040" y="2776"/>
                    <a:pt x="1944" y="2776"/>
                  </a:cubicBezTo>
                  <a:lnTo>
                    <a:pt x="643" y="2776"/>
                  </a:lnTo>
                  <a:cubicBezTo>
                    <a:pt x="543" y="2776"/>
                    <a:pt x="475" y="2680"/>
                    <a:pt x="504" y="2584"/>
                  </a:cubicBezTo>
                  <a:lnTo>
                    <a:pt x="1133" y="534"/>
                  </a:lnTo>
                  <a:cubicBezTo>
                    <a:pt x="1157" y="455"/>
                    <a:pt x="1225" y="416"/>
                    <a:pt x="1294" y="416"/>
                  </a:cubicBezTo>
                  <a:close/>
                  <a:moveTo>
                    <a:pt x="1294" y="0"/>
                  </a:moveTo>
                  <a:cubicBezTo>
                    <a:pt x="1056" y="0"/>
                    <a:pt x="819" y="138"/>
                    <a:pt x="735" y="414"/>
                  </a:cubicBezTo>
                  <a:lnTo>
                    <a:pt x="106" y="2464"/>
                  </a:lnTo>
                  <a:cubicBezTo>
                    <a:pt x="0" y="2824"/>
                    <a:pt x="269" y="3189"/>
                    <a:pt x="643" y="3189"/>
                  </a:cubicBezTo>
                  <a:lnTo>
                    <a:pt x="1944" y="3189"/>
                  </a:lnTo>
                  <a:cubicBezTo>
                    <a:pt x="2319" y="3189"/>
                    <a:pt x="2587" y="2824"/>
                    <a:pt x="2482" y="2464"/>
                  </a:cubicBezTo>
                  <a:lnTo>
                    <a:pt x="1853" y="414"/>
                  </a:lnTo>
                  <a:cubicBezTo>
                    <a:pt x="1769" y="138"/>
                    <a:pt x="1531" y="0"/>
                    <a:pt x="1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89"/>
            <p:cNvSpPr/>
            <p:nvPr/>
          </p:nvSpPr>
          <p:spPr>
            <a:xfrm>
              <a:off x="2213019" y="1502933"/>
              <a:ext cx="336755" cy="365551"/>
            </a:xfrm>
            <a:custGeom>
              <a:rect b="b" l="l" r="r" t="t"/>
              <a:pathLst>
                <a:path extrusionOk="0" h="13951" w="12852">
                  <a:moveTo>
                    <a:pt x="1302" y="418"/>
                  </a:moveTo>
                  <a:lnTo>
                    <a:pt x="1302" y="1306"/>
                  </a:lnTo>
                  <a:lnTo>
                    <a:pt x="418" y="1306"/>
                  </a:lnTo>
                  <a:lnTo>
                    <a:pt x="418" y="418"/>
                  </a:lnTo>
                  <a:close/>
                  <a:moveTo>
                    <a:pt x="6884" y="418"/>
                  </a:moveTo>
                  <a:lnTo>
                    <a:pt x="6884" y="1306"/>
                  </a:lnTo>
                  <a:lnTo>
                    <a:pt x="5996" y="1306"/>
                  </a:lnTo>
                  <a:lnTo>
                    <a:pt x="5996" y="418"/>
                  </a:lnTo>
                  <a:close/>
                  <a:moveTo>
                    <a:pt x="12434" y="418"/>
                  </a:moveTo>
                  <a:lnTo>
                    <a:pt x="12434" y="1306"/>
                  </a:lnTo>
                  <a:lnTo>
                    <a:pt x="11550" y="1306"/>
                  </a:lnTo>
                  <a:lnTo>
                    <a:pt x="11550" y="418"/>
                  </a:lnTo>
                  <a:close/>
                  <a:moveTo>
                    <a:pt x="1302" y="6548"/>
                  </a:moveTo>
                  <a:lnTo>
                    <a:pt x="1302" y="7436"/>
                  </a:lnTo>
                  <a:lnTo>
                    <a:pt x="418" y="7436"/>
                  </a:lnTo>
                  <a:lnTo>
                    <a:pt x="418" y="6548"/>
                  </a:lnTo>
                  <a:close/>
                  <a:moveTo>
                    <a:pt x="12438" y="6548"/>
                  </a:moveTo>
                  <a:lnTo>
                    <a:pt x="12438" y="7436"/>
                  </a:lnTo>
                  <a:lnTo>
                    <a:pt x="11550" y="7436"/>
                  </a:lnTo>
                  <a:lnTo>
                    <a:pt x="11550" y="6548"/>
                  </a:lnTo>
                  <a:close/>
                  <a:moveTo>
                    <a:pt x="1719" y="12726"/>
                  </a:moveTo>
                  <a:cubicBezTo>
                    <a:pt x="1767" y="12784"/>
                    <a:pt x="1825" y="12837"/>
                    <a:pt x="1887" y="12885"/>
                  </a:cubicBezTo>
                  <a:lnTo>
                    <a:pt x="1719" y="12885"/>
                  </a:lnTo>
                  <a:lnTo>
                    <a:pt x="1719" y="12726"/>
                  </a:lnTo>
                  <a:close/>
                  <a:moveTo>
                    <a:pt x="11137" y="12726"/>
                  </a:moveTo>
                  <a:lnTo>
                    <a:pt x="11137" y="12885"/>
                  </a:lnTo>
                  <a:lnTo>
                    <a:pt x="10969" y="12885"/>
                  </a:lnTo>
                  <a:cubicBezTo>
                    <a:pt x="11032" y="12837"/>
                    <a:pt x="11085" y="12784"/>
                    <a:pt x="11137" y="12726"/>
                  </a:cubicBezTo>
                  <a:close/>
                  <a:moveTo>
                    <a:pt x="11137" y="1066"/>
                  </a:moveTo>
                  <a:lnTo>
                    <a:pt x="11137" y="1513"/>
                  </a:lnTo>
                  <a:cubicBezTo>
                    <a:pt x="11137" y="1623"/>
                    <a:pt x="11229" y="1719"/>
                    <a:pt x="11344" y="1719"/>
                  </a:cubicBezTo>
                  <a:lnTo>
                    <a:pt x="11790" y="1719"/>
                  </a:lnTo>
                  <a:lnTo>
                    <a:pt x="11790" y="6135"/>
                  </a:lnTo>
                  <a:lnTo>
                    <a:pt x="11344" y="6135"/>
                  </a:lnTo>
                  <a:cubicBezTo>
                    <a:pt x="11229" y="6135"/>
                    <a:pt x="11137" y="6227"/>
                    <a:pt x="11137" y="6342"/>
                  </a:cubicBezTo>
                  <a:lnTo>
                    <a:pt x="11137" y="7643"/>
                  </a:lnTo>
                  <a:cubicBezTo>
                    <a:pt x="11137" y="7758"/>
                    <a:pt x="11229" y="7849"/>
                    <a:pt x="11344" y="7849"/>
                  </a:cubicBezTo>
                  <a:lnTo>
                    <a:pt x="11790" y="7849"/>
                  </a:lnTo>
                  <a:lnTo>
                    <a:pt x="11790" y="12237"/>
                  </a:lnTo>
                  <a:lnTo>
                    <a:pt x="11464" y="12237"/>
                  </a:lnTo>
                  <a:cubicBezTo>
                    <a:pt x="11641" y="11833"/>
                    <a:pt x="11661" y="11382"/>
                    <a:pt x="11526" y="10965"/>
                  </a:cubicBezTo>
                  <a:lnTo>
                    <a:pt x="9040" y="3255"/>
                  </a:lnTo>
                  <a:cubicBezTo>
                    <a:pt x="9006" y="3156"/>
                    <a:pt x="8928" y="3113"/>
                    <a:pt x="8848" y="3113"/>
                  </a:cubicBezTo>
                  <a:cubicBezTo>
                    <a:pt x="8721" y="3113"/>
                    <a:pt x="8591" y="3223"/>
                    <a:pt x="8641" y="3385"/>
                  </a:cubicBezTo>
                  <a:lnTo>
                    <a:pt x="11133" y="11089"/>
                  </a:lnTo>
                  <a:cubicBezTo>
                    <a:pt x="11449" y="12081"/>
                    <a:pt x="10658" y="12887"/>
                    <a:pt x="9810" y="12887"/>
                  </a:cubicBezTo>
                  <a:cubicBezTo>
                    <a:pt x="9501" y="12887"/>
                    <a:pt x="9184" y="12779"/>
                    <a:pt x="8910" y="12534"/>
                  </a:cubicBezTo>
                  <a:cubicBezTo>
                    <a:pt x="8865" y="12492"/>
                    <a:pt x="8816" y="12474"/>
                    <a:pt x="8770" y="12474"/>
                  </a:cubicBezTo>
                  <a:cubicBezTo>
                    <a:pt x="8604" y="12474"/>
                    <a:pt x="8468" y="12699"/>
                    <a:pt x="8637" y="12841"/>
                  </a:cubicBezTo>
                  <a:cubicBezTo>
                    <a:pt x="8651" y="12856"/>
                    <a:pt x="8665" y="12870"/>
                    <a:pt x="8685" y="12885"/>
                  </a:cubicBezTo>
                  <a:lnTo>
                    <a:pt x="7297" y="12885"/>
                  </a:lnTo>
                  <a:lnTo>
                    <a:pt x="7297" y="12443"/>
                  </a:lnTo>
                  <a:cubicBezTo>
                    <a:pt x="7297" y="12328"/>
                    <a:pt x="7206" y="12232"/>
                    <a:pt x="7091" y="12232"/>
                  </a:cubicBezTo>
                  <a:lnTo>
                    <a:pt x="5790" y="12232"/>
                  </a:lnTo>
                  <a:cubicBezTo>
                    <a:pt x="5675" y="12232"/>
                    <a:pt x="5584" y="12328"/>
                    <a:pt x="5584" y="12443"/>
                  </a:cubicBezTo>
                  <a:lnTo>
                    <a:pt x="5584" y="12885"/>
                  </a:lnTo>
                  <a:lnTo>
                    <a:pt x="4172" y="12885"/>
                  </a:lnTo>
                  <a:cubicBezTo>
                    <a:pt x="4748" y="12405"/>
                    <a:pt x="4758" y="11843"/>
                    <a:pt x="4984" y="11286"/>
                  </a:cubicBezTo>
                  <a:cubicBezTo>
                    <a:pt x="5152" y="10777"/>
                    <a:pt x="5632" y="10432"/>
                    <a:pt x="6169" y="10432"/>
                  </a:cubicBezTo>
                  <a:lnTo>
                    <a:pt x="6683" y="10432"/>
                  </a:lnTo>
                  <a:cubicBezTo>
                    <a:pt x="7220" y="10432"/>
                    <a:pt x="7700" y="10777"/>
                    <a:pt x="7868" y="11286"/>
                  </a:cubicBezTo>
                  <a:lnTo>
                    <a:pt x="8128" y="12069"/>
                  </a:lnTo>
                  <a:cubicBezTo>
                    <a:pt x="8161" y="12168"/>
                    <a:pt x="8239" y="12210"/>
                    <a:pt x="8317" y="12210"/>
                  </a:cubicBezTo>
                  <a:cubicBezTo>
                    <a:pt x="8445" y="12210"/>
                    <a:pt x="8575" y="12099"/>
                    <a:pt x="8521" y="11939"/>
                  </a:cubicBezTo>
                  <a:lnTo>
                    <a:pt x="8262" y="11157"/>
                  </a:lnTo>
                  <a:cubicBezTo>
                    <a:pt x="8038" y="10478"/>
                    <a:pt x="7405" y="10019"/>
                    <a:pt x="6694" y="10019"/>
                  </a:cubicBezTo>
                  <a:cubicBezTo>
                    <a:pt x="6690" y="10019"/>
                    <a:pt x="6686" y="10019"/>
                    <a:pt x="6683" y="10019"/>
                  </a:cubicBezTo>
                  <a:lnTo>
                    <a:pt x="6169" y="10019"/>
                  </a:lnTo>
                  <a:cubicBezTo>
                    <a:pt x="6165" y="10019"/>
                    <a:pt x="6162" y="10019"/>
                    <a:pt x="6158" y="10019"/>
                  </a:cubicBezTo>
                  <a:cubicBezTo>
                    <a:pt x="5447" y="10019"/>
                    <a:pt x="4814" y="10478"/>
                    <a:pt x="4590" y="11157"/>
                  </a:cubicBezTo>
                  <a:lnTo>
                    <a:pt x="4331" y="11944"/>
                  </a:lnTo>
                  <a:cubicBezTo>
                    <a:pt x="4143" y="12510"/>
                    <a:pt x="3616" y="12884"/>
                    <a:pt x="3033" y="12884"/>
                  </a:cubicBezTo>
                  <a:cubicBezTo>
                    <a:pt x="2959" y="12884"/>
                    <a:pt x="2884" y="12878"/>
                    <a:pt x="2809" y="12865"/>
                  </a:cubicBezTo>
                  <a:cubicBezTo>
                    <a:pt x="2147" y="12760"/>
                    <a:pt x="1657" y="12189"/>
                    <a:pt x="1652" y="11517"/>
                  </a:cubicBezTo>
                  <a:cubicBezTo>
                    <a:pt x="1652" y="11157"/>
                    <a:pt x="1767" y="11008"/>
                    <a:pt x="2171" y="9697"/>
                  </a:cubicBezTo>
                  <a:cubicBezTo>
                    <a:pt x="2233" y="9532"/>
                    <a:pt x="2098" y="9417"/>
                    <a:pt x="1968" y="9417"/>
                  </a:cubicBezTo>
                  <a:cubicBezTo>
                    <a:pt x="1887" y="9417"/>
                    <a:pt x="1806" y="9462"/>
                    <a:pt x="1777" y="9568"/>
                  </a:cubicBezTo>
                  <a:lnTo>
                    <a:pt x="1331" y="10965"/>
                  </a:lnTo>
                  <a:cubicBezTo>
                    <a:pt x="1191" y="11382"/>
                    <a:pt x="1215" y="11833"/>
                    <a:pt x="1393" y="12237"/>
                  </a:cubicBezTo>
                  <a:lnTo>
                    <a:pt x="1066" y="12237"/>
                  </a:lnTo>
                  <a:lnTo>
                    <a:pt x="1066" y="7849"/>
                  </a:lnTo>
                  <a:lnTo>
                    <a:pt x="1508" y="7849"/>
                  </a:lnTo>
                  <a:cubicBezTo>
                    <a:pt x="1623" y="7849"/>
                    <a:pt x="1719" y="7758"/>
                    <a:pt x="1719" y="7643"/>
                  </a:cubicBezTo>
                  <a:lnTo>
                    <a:pt x="1719" y="6342"/>
                  </a:lnTo>
                  <a:cubicBezTo>
                    <a:pt x="1719" y="6227"/>
                    <a:pt x="1623" y="6135"/>
                    <a:pt x="1508" y="6135"/>
                  </a:cubicBezTo>
                  <a:lnTo>
                    <a:pt x="1066" y="6135"/>
                  </a:lnTo>
                  <a:lnTo>
                    <a:pt x="1066" y="1719"/>
                  </a:lnTo>
                  <a:lnTo>
                    <a:pt x="1508" y="1719"/>
                  </a:lnTo>
                  <a:cubicBezTo>
                    <a:pt x="1623" y="1719"/>
                    <a:pt x="1719" y="1623"/>
                    <a:pt x="1719" y="1513"/>
                  </a:cubicBezTo>
                  <a:lnTo>
                    <a:pt x="1719" y="1066"/>
                  </a:lnTo>
                  <a:lnTo>
                    <a:pt x="4883" y="1066"/>
                  </a:lnTo>
                  <a:cubicBezTo>
                    <a:pt x="4566" y="1311"/>
                    <a:pt x="4331" y="1647"/>
                    <a:pt x="4211" y="2026"/>
                  </a:cubicBezTo>
                  <a:lnTo>
                    <a:pt x="2031" y="8780"/>
                  </a:lnTo>
                  <a:cubicBezTo>
                    <a:pt x="1969" y="8946"/>
                    <a:pt x="2103" y="9060"/>
                    <a:pt x="2234" y="9060"/>
                  </a:cubicBezTo>
                  <a:cubicBezTo>
                    <a:pt x="2315" y="9060"/>
                    <a:pt x="2395" y="9015"/>
                    <a:pt x="2425" y="8910"/>
                  </a:cubicBezTo>
                  <a:lnTo>
                    <a:pt x="4604" y="2151"/>
                  </a:lnTo>
                  <a:cubicBezTo>
                    <a:pt x="4753" y="1681"/>
                    <a:pt x="5118" y="1311"/>
                    <a:pt x="5584" y="1153"/>
                  </a:cubicBezTo>
                  <a:lnTo>
                    <a:pt x="5584" y="1513"/>
                  </a:lnTo>
                  <a:cubicBezTo>
                    <a:pt x="5584" y="1628"/>
                    <a:pt x="5675" y="1719"/>
                    <a:pt x="5790" y="1719"/>
                  </a:cubicBezTo>
                  <a:lnTo>
                    <a:pt x="7091" y="1719"/>
                  </a:lnTo>
                  <a:cubicBezTo>
                    <a:pt x="7206" y="1719"/>
                    <a:pt x="7297" y="1623"/>
                    <a:pt x="7297" y="1513"/>
                  </a:cubicBezTo>
                  <a:lnTo>
                    <a:pt x="7297" y="1162"/>
                  </a:lnTo>
                  <a:cubicBezTo>
                    <a:pt x="7748" y="1326"/>
                    <a:pt x="8099" y="1690"/>
                    <a:pt x="8248" y="2151"/>
                  </a:cubicBezTo>
                  <a:lnTo>
                    <a:pt x="8392" y="2598"/>
                  </a:lnTo>
                  <a:cubicBezTo>
                    <a:pt x="8423" y="2697"/>
                    <a:pt x="8501" y="2740"/>
                    <a:pt x="8581" y="2740"/>
                  </a:cubicBezTo>
                  <a:cubicBezTo>
                    <a:pt x="8708" y="2740"/>
                    <a:pt x="8838" y="2631"/>
                    <a:pt x="8785" y="2468"/>
                  </a:cubicBezTo>
                  <a:cubicBezTo>
                    <a:pt x="8670" y="2209"/>
                    <a:pt x="8617" y="1570"/>
                    <a:pt x="7974" y="1066"/>
                  </a:cubicBezTo>
                  <a:close/>
                  <a:moveTo>
                    <a:pt x="1302" y="12649"/>
                  </a:moveTo>
                  <a:lnTo>
                    <a:pt x="1302" y="13537"/>
                  </a:lnTo>
                  <a:lnTo>
                    <a:pt x="418" y="13537"/>
                  </a:lnTo>
                  <a:lnTo>
                    <a:pt x="418" y="12649"/>
                  </a:lnTo>
                  <a:close/>
                  <a:moveTo>
                    <a:pt x="6884" y="12649"/>
                  </a:moveTo>
                  <a:lnTo>
                    <a:pt x="6884" y="13537"/>
                  </a:lnTo>
                  <a:lnTo>
                    <a:pt x="5996" y="13537"/>
                  </a:lnTo>
                  <a:lnTo>
                    <a:pt x="5996" y="12649"/>
                  </a:lnTo>
                  <a:close/>
                  <a:moveTo>
                    <a:pt x="12438" y="12649"/>
                  </a:moveTo>
                  <a:lnTo>
                    <a:pt x="12438" y="13537"/>
                  </a:lnTo>
                  <a:lnTo>
                    <a:pt x="11550" y="13537"/>
                  </a:lnTo>
                  <a:lnTo>
                    <a:pt x="11550" y="12649"/>
                  </a:lnTo>
                  <a:close/>
                  <a:moveTo>
                    <a:pt x="212" y="1"/>
                  </a:moveTo>
                  <a:cubicBezTo>
                    <a:pt x="97" y="1"/>
                    <a:pt x="1" y="97"/>
                    <a:pt x="1" y="212"/>
                  </a:cubicBezTo>
                  <a:lnTo>
                    <a:pt x="1" y="1513"/>
                  </a:lnTo>
                  <a:cubicBezTo>
                    <a:pt x="1" y="1623"/>
                    <a:pt x="97" y="1719"/>
                    <a:pt x="212" y="1719"/>
                  </a:cubicBezTo>
                  <a:lnTo>
                    <a:pt x="654" y="1719"/>
                  </a:lnTo>
                  <a:lnTo>
                    <a:pt x="654" y="6135"/>
                  </a:lnTo>
                  <a:lnTo>
                    <a:pt x="212" y="6135"/>
                  </a:lnTo>
                  <a:cubicBezTo>
                    <a:pt x="97" y="6135"/>
                    <a:pt x="1" y="6227"/>
                    <a:pt x="1" y="6342"/>
                  </a:cubicBezTo>
                  <a:lnTo>
                    <a:pt x="1" y="7643"/>
                  </a:lnTo>
                  <a:cubicBezTo>
                    <a:pt x="1" y="7758"/>
                    <a:pt x="97" y="7849"/>
                    <a:pt x="212" y="7849"/>
                  </a:cubicBezTo>
                  <a:lnTo>
                    <a:pt x="654" y="7849"/>
                  </a:lnTo>
                  <a:lnTo>
                    <a:pt x="654" y="12237"/>
                  </a:lnTo>
                  <a:lnTo>
                    <a:pt x="212" y="12237"/>
                  </a:lnTo>
                  <a:cubicBezTo>
                    <a:pt x="97" y="12237"/>
                    <a:pt x="1" y="12328"/>
                    <a:pt x="1" y="12443"/>
                  </a:cubicBezTo>
                  <a:lnTo>
                    <a:pt x="1" y="13744"/>
                  </a:lnTo>
                  <a:cubicBezTo>
                    <a:pt x="1" y="13854"/>
                    <a:pt x="97" y="13950"/>
                    <a:pt x="212" y="13950"/>
                  </a:cubicBezTo>
                  <a:lnTo>
                    <a:pt x="1513" y="13950"/>
                  </a:lnTo>
                  <a:cubicBezTo>
                    <a:pt x="1623" y="13950"/>
                    <a:pt x="1719" y="13854"/>
                    <a:pt x="1719" y="13744"/>
                  </a:cubicBezTo>
                  <a:lnTo>
                    <a:pt x="1719" y="13297"/>
                  </a:lnTo>
                  <a:lnTo>
                    <a:pt x="5584" y="13297"/>
                  </a:lnTo>
                  <a:lnTo>
                    <a:pt x="5584" y="13744"/>
                  </a:lnTo>
                  <a:cubicBezTo>
                    <a:pt x="5584" y="13854"/>
                    <a:pt x="5675" y="13950"/>
                    <a:pt x="5790" y="13950"/>
                  </a:cubicBezTo>
                  <a:lnTo>
                    <a:pt x="7091" y="13950"/>
                  </a:lnTo>
                  <a:cubicBezTo>
                    <a:pt x="7206" y="13950"/>
                    <a:pt x="7297" y="13854"/>
                    <a:pt x="7297" y="13744"/>
                  </a:cubicBezTo>
                  <a:lnTo>
                    <a:pt x="7297" y="13297"/>
                  </a:lnTo>
                  <a:lnTo>
                    <a:pt x="11137" y="13297"/>
                  </a:lnTo>
                  <a:lnTo>
                    <a:pt x="11137" y="13744"/>
                  </a:lnTo>
                  <a:cubicBezTo>
                    <a:pt x="11137" y="13854"/>
                    <a:pt x="11229" y="13950"/>
                    <a:pt x="11344" y="13950"/>
                  </a:cubicBezTo>
                  <a:lnTo>
                    <a:pt x="12645" y="13950"/>
                  </a:lnTo>
                  <a:cubicBezTo>
                    <a:pt x="12760" y="13950"/>
                    <a:pt x="12851" y="13854"/>
                    <a:pt x="12851" y="13744"/>
                  </a:cubicBezTo>
                  <a:lnTo>
                    <a:pt x="12851" y="12443"/>
                  </a:lnTo>
                  <a:cubicBezTo>
                    <a:pt x="12851" y="12328"/>
                    <a:pt x="12760" y="12237"/>
                    <a:pt x="12645" y="12237"/>
                  </a:cubicBezTo>
                  <a:lnTo>
                    <a:pt x="12203" y="12237"/>
                  </a:lnTo>
                  <a:lnTo>
                    <a:pt x="12203" y="7849"/>
                  </a:lnTo>
                  <a:lnTo>
                    <a:pt x="12645" y="7849"/>
                  </a:lnTo>
                  <a:cubicBezTo>
                    <a:pt x="12760" y="7849"/>
                    <a:pt x="12851" y="7758"/>
                    <a:pt x="12851" y="7643"/>
                  </a:cubicBezTo>
                  <a:lnTo>
                    <a:pt x="12851" y="6342"/>
                  </a:lnTo>
                  <a:cubicBezTo>
                    <a:pt x="12851" y="6227"/>
                    <a:pt x="12760" y="6135"/>
                    <a:pt x="12645" y="6135"/>
                  </a:cubicBezTo>
                  <a:lnTo>
                    <a:pt x="12203" y="6135"/>
                  </a:lnTo>
                  <a:lnTo>
                    <a:pt x="12203" y="1719"/>
                  </a:lnTo>
                  <a:lnTo>
                    <a:pt x="12645" y="1719"/>
                  </a:lnTo>
                  <a:cubicBezTo>
                    <a:pt x="12755" y="1719"/>
                    <a:pt x="12851" y="1623"/>
                    <a:pt x="12851" y="1513"/>
                  </a:cubicBezTo>
                  <a:lnTo>
                    <a:pt x="12851" y="212"/>
                  </a:lnTo>
                  <a:cubicBezTo>
                    <a:pt x="12851" y="97"/>
                    <a:pt x="12755" y="1"/>
                    <a:pt x="12645" y="1"/>
                  </a:cubicBezTo>
                  <a:lnTo>
                    <a:pt x="11344" y="1"/>
                  </a:lnTo>
                  <a:cubicBezTo>
                    <a:pt x="11229" y="6"/>
                    <a:pt x="11137" y="97"/>
                    <a:pt x="11137" y="212"/>
                  </a:cubicBezTo>
                  <a:lnTo>
                    <a:pt x="11137" y="654"/>
                  </a:lnTo>
                  <a:lnTo>
                    <a:pt x="7297" y="654"/>
                  </a:lnTo>
                  <a:lnTo>
                    <a:pt x="7297" y="212"/>
                  </a:lnTo>
                  <a:cubicBezTo>
                    <a:pt x="7297" y="97"/>
                    <a:pt x="7206" y="1"/>
                    <a:pt x="7091" y="1"/>
                  </a:cubicBezTo>
                  <a:lnTo>
                    <a:pt x="5790" y="1"/>
                  </a:lnTo>
                  <a:cubicBezTo>
                    <a:pt x="5675" y="1"/>
                    <a:pt x="5584" y="97"/>
                    <a:pt x="5584" y="212"/>
                  </a:cubicBezTo>
                  <a:lnTo>
                    <a:pt x="5584" y="654"/>
                  </a:lnTo>
                  <a:lnTo>
                    <a:pt x="1719" y="654"/>
                  </a:lnTo>
                  <a:lnTo>
                    <a:pt x="1719" y="212"/>
                  </a:lnTo>
                  <a:cubicBezTo>
                    <a:pt x="1719" y="97"/>
                    <a:pt x="1623" y="1"/>
                    <a:pt x="1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0" name="Google Shape;19150;p89"/>
          <p:cNvGrpSpPr/>
          <p:nvPr/>
        </p:nvGrpSpPr>
        <p:grpSpPr>
          <a:xfrm>
            <a:off x="2202380" y="3365197"/>
            <a:ext cx="306255" cy="365499"/>
            <a:chOff x="2202380" y="3365197"/>
            <a:chExt cx="306255" cy="365499"/>
          </a:xfrm>
        </p:grpSpPr>
        <p:sp>
          <p:nvSpPr>
            <p:cNvPr id="19151" name="Google Shape;19151;p89"/>
            <p:cNvSpPr/>
            <p:nvPr/>
          </p:nvSpPr>
          <p:spPr>
            <a:xfrm>
              <a:off x="2230260" y="3427375"/>
              <a:ext cx="216118" cy="213288"/>
            </a:xfrm>
            <a:custGeom>
              <a:rect b="b" l="l" r="r" t="t"/>
              <a:pathLst>
                <a:path extrusionOk="0" h="8140" w="8248">
                  <a:moveTo>
                    <a:pt x="6300" y="0"/>
                  </a:moveTo>
                  <a:cubicBezTo>
                    <a:pt x="6208" y="0"/>
                    <a:pt x="6116" y="35"/>
                    <a:pt x="6044" y="105"/>
                  </a:cubicBezTo>
                  <a:lnTo>
                    <a:pt x="3548" y="2606"/>
                  </a:lnTo>
                  <a:lnTo>
                    <a:pt x="1431" y="4718"/>
                  </a:lnTo>
                  <a:cubicBezTo>
                    <a:pt x="1090" y="5063"/>
                    <a:pt x="946" y="5563"/>
                    <a:pt x="1061" y="6033"/>
                  </a:cubicBezTo>
                  <a:lnTo>
                    <a:pt x="308" y="6787"/>
                  </a:lnTo>
                  <a:cubicBezTo>
                    <a:pt x="0" y="7094"/>
                    <a:pt x="0" y="7598"/>
                    <a:pt x="308" y="7905"/>
                  </a:cubicBezTo>
                  <a:cubicBezTo>
                    <a:pt x="464" y="8062"/>
                    <a:pt x="668" y="8140"/>
                    <a:pt x="872" y="8140"/>
                  </a:cubicBezTo>
                  <a:cubicBezTo>
                    <a:pt x="1074" y="8140"/>
                    <a:pt x="1276" y="8063"/>
                    <a:pt x="1431" y="7910"/>
                  </a:cubicBezTo>
                  <a:lnTo>
                    <a:pt x="2185" y="7156"/>
                  </a:lnTo>
                  <a:cubicBezTo>
                    <a:pt x="2291" y="7181"/>
                    <a:pt x="2398" y="7193"/>
                    <a:pt x="2505" y="7193"/>
                  </a:cubicBezTo>
                  <a:cubicBezTo>
                    <a:pt x="2870" y="7193"/>
                    <a:pt x="3227" y="7050"/>
                    <a:pt x="3495" y="6782"/>
                  </a:cubicBezTo>
                  <a:lnTo>
                    <a:pt x="5612" y="4670"/>
                  </a:lnTo>
                  <a:lnTo>
                    <a:pt x="8108" y="2169"/>
                  </a:lnTo>
                  <a:cubicBezTo>
                    <a:pt x="8247" y="2030"/>
                    <a:pt x="8247" y="1804"/>
                    <a:pt x="8108" y="1665"/>
                  </a:cubicBezTo>
                  <a:lnTo>
                    <a:pt x="6553" y="105"/>
                  </a:lnTo>
                  <a:cubicBezTo>
                    <a:pt x="6483" y="35"/>
                    <a:pt x="6392" y="0"/>
                    <a:pt x="6300"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89"/>
            <p:cNvSpPr/>
            <p:nvPr/>
          </p:nvSpPr>
          <p:spPr>
            <a:xfrm>
              <a:off x="2225727" y="3427375"/>
              <a:ext cx="195366" cy="213184"/>
            </a:xfrm>
            <a:custGeom>
              <a:rect b="b" l="l" r="r" t="t"/>
              <a:pathLst>
                <a:path extrusionOk="0" h="8136" w="7456">
                  <a:moveTo>
                    <a:pt x="6473" y="0"/>
                  </a:moveTo>
                  <a:cubicBezTo>
                    <a:pt x="6381" y="0"/>
                    <a:pt x="6289" y="35"/>
                    <a:pt x="6217" y="105"/>
                  </a:cubicBezTo>
                  <a:lnTo>
                    <a:pt x="3721" y="2606"/>
                  </a:lnTo>
                  <a:lnTo>
                    <a:pt x="1604" y="4718"/>
                  </a:lnTo>
                  <a:cubicBezTo>
                    <a:pt x="1263" y="5063"/>
                    <a:pt x="1119" y="5563"/>
                    <a:pt x="1234" y="6033"/>
                  </a:cubicBezTo>
                  <a:lnTo>
                    <a:pt x="481" y="6787"/>
                  </a:lnTo>
                  <a:cubicBezTo>
                    <a:pt x="1" y="7267"/>
                    <a:pt x="308" y="8088"/>
                    <a:pt x="985" y="8136"/>
                  </a:cubicBezTo>
                  <a:cubicBezTo>
                    <a:pt x="966" y="7905"/>
                    <a:pt x="1052" y="7680"/>
                    <a:pt x="1215" y="7516"/>
                  </a:cubicBezTo>
                  <a:lnTo>
                    <a:pt x="1964" y="6768"/>
                  </a:lnTo>
                  <a:cubicBezTo>
                    <a:pt x="1854" y="6292"/>
                    <a:pt x="1993" y="5798"/>
                    <a:pt x="2338" y="5452"/>
                  </a:cubicBezTo>
                  <a:lnTo>
                    <a:pt x="4451" y="3340"/>
                  </a:lnTo>
                  <a:lnTo>
                    <a:pt x="6951" y="839"/>
                  </a:lnTo>
                  <a:cubicBezTo>
                    <a:pt x="7022" y="769"/>
                    <a:pt x="7114" y="734"/>
                    <a:pt x="7206" y="734"/>
                  </a:cubicBezTo>
                  <a:cubicBezTo>
                    <a:pt x="7296" y="734"/>
                    <a:pt x="7386" y="768"/>
                    <a:pt x="7455" y="834"/>
                  </a:cubicBezTo>
                  <a:lnTo>
                    <a:pt x="6726" y="105"/>
                  </a:lnTo>
                  <a:cubicBezTo>
                    <a:pt x="6656" y="35"/>
                    <a:pt x="6565" y="0"/>
                    <a:pt x="647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89"/>
            <p:cNvSpPr/>
            <p:nvPr/>
          </p:nvSpPr>
          <p:spPr>
            <a:xfrm>
              <a:off x="2323200" y="3427506"/>
              <a:ext cx="123178" cy="122235"/>
            </a:xfrm>
            <a:custGeom>
              <a:rect b="b" l="l" r="r" t="t"/>
              <a:pathLst>
                <a:path extrusionOk="0" h="4665" w="4701">
                  <a:moveTo>
                    <a:pt x="2753" y="0"/>
                  </a:moveTo>
                  <a:cubicBezTo>
                    <a:pt x="2661" y="0"/>
                    <a:pt x="2569" y="35"/>
                    <a:pt x="2497" y="105"/>
                  </a:cubicBezTo>
                  <a:lnTo>
                    <a:pt x="1" y="2601"/>
                  </a:lnTo>
                  <a:lnTo>
                    <a:pt x="2065" y="4665"/>
                  </a:lnTo>
                  <a:lnTo>
                    <a:pt x="4561" y="2164"/>
                  </a:lnTo>
                  <a:cubicBezTo>
                    <a:pt x="4700" y="2025"/>
                    <a:pt x="4700" y="1799"/>
                    <a:pt x="4561" y="1660"/>
                  </a:cubicBezTo>
                  <a:lnTo>
                    <a:pt x="3006" y="105"/>
                  </a:lnTo>
                  <a:cubicBezTo>
                    <a:pt x="2936" y="35"/>
                    <a:pt x="2845" y="0"/>
                    <a:pt x="2753"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89"/>
            <p:cNvSpPr/>
            <p:nvPr/>
          </p:nvSpPr>
          <p:spPr>
            <a:xfrm>
              <a:off x="2209507" y="3652953"/>
              <a:ext cx="51226" cy="72266"/>
            </a:xfrm>
            <a:custGeom>
              <a:rect b="b" l="l" r="r" t="t"/>
              <a:pathLst>
                <a:path extrusionOk="0" h="2758" w="1955">
                  <a:moveTo>
                    <a:pt x="1032" y="1"/>
                  </a:moveTo>
                  <a:cubicBezTo>
                    <a:pt x="964" y="1"/>
                    <a:pt x="896" y="38"/>
                    <a:pt x="864" y="112"/>
                  </a:cubicBezTo>
                  <a:lnTo>
                    <a:pt x="240" y="1548"/>
                  </a:lnTo>
                  <a:cubicBezTo>
                    <a:pt x="0" y="2095"/>
                    <a:pt x="375" y="2728"/>
                    <a:pt x="975" y="2757"/>
                  </a:cubicBezTo>
                  <a:lnTo>
                    <a:pt x="1090" y="2757"/>
                  </a:lnTo>
                  <a:cubicBezTo>
                    <a:pt x="1325" y="2748"/>
                    <a:pt x="1546" y="2632"/>
                    <a:pt x="1700" y="2450"/>
                  </a:cubicBezTo>
                  <a:cubicBezTo>
                    <a:pt x="1906" y="2196"/>
                    <a:pt x="1954" y="1850"/>
                    <a:pt x="1825" y="1548"/>
                  </a:cubicBezTo>
                  <a:lnTo>
                    <a:pt x="1340" y="429"/>
                  </a:lnTo>
                  <a:lnTo>
                    <a:pt x="1200" y="112"/>
                  </a:lnTo>
                  <a:cubicBezTo>
                    <a:pt x="1169" y="38"/>
                    <a:pt x="1101" y="1"/>
                    <a:pt x="1032"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89"/>
            <p:cNvSpPr/>
            <p:nvPr/>
          </p:nvSpPr>
          <p:spPr>
            <a:xfrm>
              <a:off x="2229133" y="3664193"/>
              <a:ext cx="31600" cy="52955"/>
            </a:xfrm>
            <a:custGeom>
              <a:rect b="b" l="l" r="r" t="t"/>
              <a:pathLst>
                <a:path extrusionOk="0" h="2021" w="1206">
                  <a:moveTo>
                    <a:pt x="591" y="0"/>
                  </a:moveTo>
                  <a:lnTo>
                    <a:pt x="235" y="816"/>
                  </a:lnTo>
                  <a:cubicBezTo>
                    <a:pt x="0" y="1354"/>
                    <a:pt x="365" y="1978"/>
                    <a:pt x="951" y="2021"/>
                  </a:cubicBezTo>
                  <a:cubicBezTo>
                    <a:pt x="1157" y="1767"/>
                    <a:pt x="1205" y="1421"/>
                    <a:pt x="1076" y="1119"/>
                  </a:cubicBezTo>
                  <a:lnTo>
                    <a:pt x="591" y="0"/>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89"/>
            <p:cNvSpPr/>
            <p:nvPr/>
          </p:nvSpPr>
          <p:spPr>
            <a:xfrm>
              <a:off x="2323200" y="3427375"/>
              <a:ext cx="97893" cy="87543"/>
            </a:xfrm>
            <a:custGeom>
              <a:rect b="b" l="l" r="r" t="t"/>
              <a:pathLst>
                <a:path extrusionOk="0" h="3341" w="3736">
                  <a:moveTo>
                    <a:pt x="2753" y="0"/>
                  </a:moveTo>
                  <a:cubicBezTo>
                    <a:pt x="2661" y="0"/>
                    <a:pt x="2569" y="35"/>
                    <a:pt x="2497" y="105"/>
                  </a:cubicBezTo>
                  <a:lnTo>
                    <a:pt x="1" y="2606"/>
                  </a:lnTo>
                  <a:lnTo>
                    <a:pt x="731" y="3340"/>
                  </a:lnTo>
                  <a:lnTo>
                    <a:pt x="3231" y="839"/>
                  </a:lnTo>
                  <a:cubicBezTo>
                    <a:pt x="3302" y="769"/>
                    <a:pt x="3394" y="734"/>
                    <a:pt x="3486" y="734"/>
                  </a:cubicBezTo>
                  <a:cubicBezTo>
                    <a:pt x="3576" y="734"/>
                    <a:pt x="3666" y="768"/>
                    <a:pt x="3735" y="834"/>
                  </a:cubicBezTo>
                  <a:lnTo>
                    <a:pt x="3006" y="105"/>
                  </a:lnTo>
                  <a:cubicBezTo>
                    <a:pt x="2936" y="35"/>
                    <a:pt x="2845" y="0"/>
                    <a:pt x="275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89"/>
            <p:cNvSpPr/>
            <p:nvPr/>
          </p:nvSpPr>
          <p:spPr>
            <a:xfrm>
              <a:off x="2379929" y="3369704"/>
              <a:ext cx="127580" cy="122470"/>
            </a:xfrm>
            <a:custGeom>
              <a:rect b="b" l="l" r="r" t="t"/>
              <a:pathLst>
                <a:path extrusionOk="0" h="4674" w="4869">
                  <a:moveTo>
                    <a:pt x="2892" y="0"/>
                  </a:moveTo>
                  <a:cubicBezTo>
                    <a:pt x="2445" y="0"/>
                    <a:pt x="2004" y="176"/>
                    <a:pt x="1671" y="506"/>
                  </a:cubicBezTo>
                  <a:lnTo>
                    <a:pt x="126" y="2051"/>
                  </a:lnTo>
                  <a:cubicBezTo>
                    <a:pt x="1" y="2181"/>
                    <a:pt x="1" y="2392"/>
                    <a:pt x="126" y="2522"/>
                  </a:cubicBezTo>
                  <a:lnTo>
                    <a:pt x="2185" y="4576"/>
                  </a:lnTo>
                  <a:cubicBezTo>
                    <a:pt x="2250" y="4641"/>
                    <a:pt x="2335" y="4674"/>
                    <a:pt x="2420" y="4674"/>
                  </a:cubicBezTo>
                  <a:cubicBezTo>
                    <a:pt x="2505" y="4674"/>
                    <a:pt x="2591" y="4641"/>
                    <a:pt x="2655" y="4576"/>
                  </a:cubicBezTo>
                  <a:lnTo>
                    <a:pt x="3927" y="3304"/>
                  </a:lnTo>
                  <a:lnTo>
                    <a:pt x="4201" y="3031"/>
                  </a:lnTo>
                  <a:cubicBezTo>
                    <a:pt x="4868" y="2359"/>
                    <a:pt x="4868" y="1269"/>
                    <a:pt x="4201" y="597"/>
                  </a:cubicBezTo>
                  <a:lnTo>
                    <a:pt x="4105" y="506"/>
                  </a:lnTo>
                  <a:cubicBezTo>
                    <a:pt x="3951" y="347"/>
                    <a:pt x="3764" y="223"/>
                    <a:pt x="3558" y="136"/>
                  </a:cubicBezTo>
                  <a:cubicBezTo>
                    <a:pt x="3343" y="45"/>
                    <a:pt x="3117" y="0"/>
                    <a:pt x="2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89"/>
            <p:cNvSpPr/>
            <p:nvPr/>
          </p:nvSpPr>
          <p:spPr>
            <a:xfrm>
              <a:off x="2439303" y="3373372"/>
              <a:ext cx="68205" cy="82931"/>
            </a:xfrm>
            <a:custGeom>
              <a:rect b="b" l="l" r="r" t="t"/>
              <a:pathLst>
                <a:path extrusionOk="0" h="3165" w="2603">
                  <a:moveTo>
                    <a:pt x="1297" y="1"/>
                  </a:moveTo>
                  <a:lnTo>
                    <a:pt x="130" y="1167"/>
                  </a:lnTo>
                  <a:cubicBezTo>
                    <a:pt x="1" y="1297"/>
                    <a:pt x="1" y="1503"/>
                    <a:pt x="130" y="1633"/>
                  </a:cubicBezTo>
                  <a:lnTo>
                    <a:pt x="1661" y="3164"/>
                  </a:lnTo>
                  <a:lnTo>
                    <a:pt x="1935" y="2891"/>
                  </a:lnTo>
                  <a:cubicBezTo>
                    <a:pt x="2602" y="2219"/>
                    <a:pt x="2602" y="1134"/>
                    <a:pt x="1935" y="457"/>
                  </a:cubicBezTo>
                  <a:lnTo>
                    <a:pt x="1839" y="366"/>
                  </a:lnTo>
                  <a:cubicBezTo>
                    <a:pt x="1685" y="207"/>
                    <a:pt x="1498" y="83"/>
                    <a:pt x="129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89"/>
            <p:cNvSpPr/>
            <p:nvPr/>
          </p:nvSpPr>
          <p:spPr>
            <a:xfrm>
              <a:off x="2347988" y="3390246"/>
              <a:ext cx="135991" cy="133345"/>
            </a:xfrm>
            <a:custGeom>
              <a:rect b="b" l="l" r="r" t="t"/>
              <a:pathLst>
                <a:path extrusionOk="0" h="5089" w="5190">
                  <a:moveTo>
                    <a:pt x="1025" y="0"/>
                  </a:moveTo>
                  <a:cubicBezTo>
                    <a:pt x="898" y="0"/>
                    <a:pt x="771" y="48"/>
                    <a:pt x="673" y="144"/>
                  </a:cubicBezTo>
                  <a:lnTo>
                    <a:pt x="193" y="624"/>
                  </a:lnTo>
                  <a:cubicBezTo>
                    <a:pt x="1" y="816"/>
                    <a:pt x="1" y="1133"/>
                    <a:pt x="193" y="1325"/>
                  </a:cubicBezTo>
                  <a:lnTo>
                    <a:pt x="802" y="1935"/>
                  </a:lnTo>
                  <a:lnTo>
                    <a:pt x="807" y="1939"/>
                  </a:lnTo>
                  <a:lnTo>
                    <a:pt x="3822" y="4949"/>
                  </a:lnTo>
                  <a:cubicBezTo>
                    <a:pt x="3917" y="5042"/>
                    <a:pt x="4042" y="5089"/>
                    <a:pt x="4167" y="5089"/>
                  </a:cubicBezTo>
                  <a:cubicBezTo>
                    <a:pt x="4294" y="5089"/>
                    <a:pt x="4421" y="5041"/>
                    <a:pt x="4518" y="4944"/>
                  </a:cubicBezTo>
                  <a:lnTo>
                    <a:pt x="4998" y="4464"/>
                  </a:lnTo>
                  <a:cubicBezTo>
                    <a:pt x="5190" y="4272"/>
                    <a:pt x="5190" y="3956"/>
                    <a:pt x="4998" y="3764"/>
                  </a:cubicBezTo>
                  <a:lnTo>
                    <a:pt x="1993" y="759"/>
                  </a:lnTo>
                  <a:lnTo>
                    <a:pt x="1378" y="144"/>
                  </a:lnTo>
                  <a:cubicBezTo>
                    <a:pt x="1280" y="48"/>
                    <a:pt x="1153" y="0"/>
                    <a:pt x="1025"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89"/>
            <p:cNvSpPr/>
            <p:nvPr/>
          </p:nvSpPr>
          <p:spPr>
            <a:xfrm>
              <a:off x="2364076" y="3406204"/>
              <a:ext cx="119903" cy="117387"/>
            </a:xfrm>
            <a:custGeom>
              <a:rect b="b" l="l" r="r" t="t"/>
              <a:pathLst>
                <a:path extrusionOk="0" h="4480" w="4576">
                  <a:moveTo>
                    <a:pt x="1024" y="1"/>
                  </a:moveTo>
                  <a:cubicBezTo>
                    <a:pt x="896" y="1"/>
                    <a:pt x="769" y="49"/>
                    <a:pt x="673" y="145"/>
                  </a:cubicBezTo>
                  <a:lnTo>
                    <a:pt x="193" y="625"/>
                  </a:lnTo>
                  <a:cubicBezTo>
                    <a:pt x="1" y="822"/>
                    <a:pt x="1" y="1129"/>
                    <a:pt x="188" y="1326"/>
                  </a:cubicBezTo>
                  <a:lnTo>
                    <a:pt x="193" y="1330"/>
                  </a:lnTo>
                  <a:lnTo>
                    <a:pt x="3208" y="4340"/>
                  </a:lnTo>
                  <a:cubicBezTo>
                    <a:pt x="3303" y="4433"/>
                    <a:pt x="3428" y="4480"/>
                    <a:pt x="3553" y="4480"/>
                  </a:cubicBezTo>
                  <a:cubicBezTo>
                    <a:pt x="3680" y="4480"/>
                    <a:pt x="3807" y="4432"/>
                    <a:pt x="3904" y="4335"/>
                  </a:cubicBezTo>
                  <a:lnTo>
                    <a:pt x="4384" y="3855"/>
                  </a:lnTo>
                  <a:cubicBezTo>
                    <a:pt x="4576" y="3663"/>
                    <a:pt x="4576" y="3347"/>
                    <a:pt x="4384" y="3155"/>
                  </a:cubicBezTo>
                  <a:lnTo>
                    <a:pt x="1379" y="145"/>
                  </a:lnTo>
                  <a:cubicBezTo>
                    <a:pt x="1280" y="49"/>
                    <a:pt x="1152" y="1"/>
                    <a:pt x="1024"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89"/>
            <p:cNvSpPr/>
            <p:nvPr/>
          </p:nvSpPr>
          <p:spPr>
            <a:xfrm>
              <a:off x="2277084" y="3365197"/>
              <a:ext cx="231551" cy="215751"/>
            </a:xfrm>
            <a:custGeom>
              <a:rect b="b" l="l" r="r" t="t"/>
              <a:pathLst>
                <a:path extrusionOk="0" h="8234" w="8837">
                  <a:moveTo>
                    <a:pt x="3681" y="3351"/>
                  </a:moveTo>
                  <a:lnTo>
                    <a:pt x="5447" y="5123"/>
                  </a:lnTo>
                  <a:lnTo>
                    <a:pt x="3825" y="6750"/>
                  </a:lnTo>
                  <a:lnTo>
                    <a:pt x="2054" y="4979"/>
                  </a:lnTo>
                  <a:lnTo>
                    <a:pt x="3681" y="3351"/>
                  </a:lnTo>
                  <a:close/>
                  <a:moveTo>
                    <a:pt x="7133" y="1"/>
                  </a:moveTo>
                  <a:cubicBezTo>
                    <a:pt x="6903" y="1"/>
                    <a:pt x="6851" y="359"/>
                    <a:pt x="7104" y="409"/>
                  </a:cubicBezTo>
                  <a:cubicBezTo>
                    <a:pt x="7660" y="515"/>
                    <a:pt x="7924" y="875"/>
                    <a:pt x="7977" y="918"/>
                  </a:cubicBezTo>
                  <a:cubicBezTo>
                    <a:pt x="8568" y="1508"/>
                    <a:pt x="8568" y="2463"/>
                    <a:pt x="7977" y="3059"/>
                  </a:cubicBezTo>
                  <a:lnTo>
                    <a:pt x="7156" y="3875"/>
                  </a:lnTo>
                  <a:lnTo>
                    <a:pt x="4924" y="1643"/>
                  </a:lnTo>
                  <a:lnTo>
                    <a:pt x="5745" y="827"/>
                  </a:lnTo>
                  <a:cubicBezTo>
                    <a:pt x="5923" y="649"/>
                    <a:pt x="6139" y="515"/>
                    <a:pt x="6379" y="447"/>
                  </a:cubicBezTo>
                  <a:cubicBezTo>
                    <a:pt x="6623" y="373"/>
                    <a:pt x="6546" y="38"/>
                    <a:pt x="6329" y="38"/>
                  </a:cubicBezTo>
                  <a:cubicBezTo>
                    <a:pt x="6307" y="38"/>
                    <a:pt x="6283" y="41"/>
                    <a:pt x="6259" y="49"/>
                  </a:cubicBezTo>
                  <a:cubicBezTo>
                    <a:pt x="5956" y="140"/>
                    <a:pt x="5678" y="303"/>
                    <a:pt x="5447" y="529"/>
                  </a:cubicBezTo>
                  <a:lnTo>
                    <a:pt x="4631" y="1350"/>
                  </a:lnTo>
                  <a:lnTo>
                    <a:pt x="4228" y="947"/>
                  </a:lnTo>
                  <a:cubicBezTo>
                    <a:pt x="4091" y="810"/>
                    <a:pt x="3911" y="741"/>
                    <a:pt x="3731" y="741"/>
                  </a:cubicBezTo>
                  <a:cubicBezTo>
                    <a:pt x="3551" y="741"/>
                    <a:pt x="3371" y="810"/>
                    <a:pt x="3235" y="947"/>
                  </a:cubicBezTo>
                  <a:lnTo>
                    <a:pt x="2755" y="1427"/>
                  </a:lnTo>
                  <a:cubicBezTo>
                    <a:pt x="2476" y="1705"/>
                    <a:pt x="2476" y="2147"/>
                    <a:pt x="2755" y="2425"/>
                  </a:cubicBezTo>
                  <a:lnTo>
                    <a:pt x="3383" y="3059"/>
                  </a:lnTo>
                  <a:lnTo>
                    <a:pt x="162" y="6280"/>
                  </a:lnTo>
                  <a:cubicBezTo>
                    <a:pt x="1" y="6427"/>
                    <a:pt x="146" y="6641"/>
                    <a:pt x="309" y="6641"/>
                  </a:cubicBezTo>
                  <a:cubicBezTo>
                    <a:pt x="358" y="6641"/>
                    <a:pt x="410" y="6621"/>
                    <a:pt x="455" y="6572"/>
                  </a:cubicBezTo>
                  <a:lnTo>
                    <a:pt x="1761" y="5267"/>
                  </a:lnTo>
                  <a:lnTo>
                    <a:pt x="3527" y="7038"/>
                  </a:lnTo>
                  <a:lnTo>
                    <a:pt x="2687" y="7878"/>
                  </a:lnTo>
                  <a:cubicBezTo>
                    <a:pt x="2558" y="8008"/>
                    <a:pt x="2654" y="8233"/>
                    <a:pt x="2836" y="8233"/>
                  </a:cubicBezTo>
                  <a:cubicBezTo>
                    <a:pt x="2838" y="8233"/>
                    <a:pt x="2840" y="8233"/>
                    <a:pt x="2842" y="8233"/>
                  </a:cubicBezTo>
                  <a:cubicBezTo>
                    <a:pt x="2996" y="8233"/>
                    <a:pt x="2908" y="8215"/>
                    <a:pt x="5783" y="5372"/>
                  </a:cubicBezTo>
                  <a:cubicBezTo>
                    <a:pt x="5899" y="5372"/>
                    <a:pt x="5995" y="5276"/>
                    <a:pt x="5995" y="5161"/>
                  </a:cubicBezTo>
                  <a:cubicBezTo>
                    <a:pt x="5995" y="5027"/>
                    <a:pt x="5884" y="4984"/>
                    <a:pt x="5740" y="4825"/>
                  </a:cubicBezTo>
                  <a:lnTo>
                    <a:pt x="3974" y="3054"/>
                  </a:lnTo>
                  <a:lnTo>
                    <a:pt x="3047" y="2132"/>
                  </a:lnTo>
                  <a:cubicBezTo>
                    <a:pt x="2932" y="2017"/>
                    <a:pt x="2932" y="1835"/>
                    <a:pt x="3047" y="1719"/>
                  </a:cubicBezTo>
                  <a:lnTo>
                    <a:pt x="3527" y="1239"/>
                  </a:lnTo>
                  <a:cubicBezTo>
                    <a:pt x="3585" y="1184"/>
                    <a:pt x="3659" y="1157"/>
                    <a:pt x="3733" y="1157"/>
                  </a:cubicBezTo>
                  <a:cubicBezTo>
                    <a:pt x="3807" y="1157"/>
                    <a:pt x="3880" y="1184"/>
                    <a:pt x="3935" y="1239"/>
                  </a:cubicBezTo>
                  <a:lnTo>
                    <a:pt x="7560" y="4859"/>
                  </a:lnTo>
                  <a:cubicBezTo>
                    <a:pt x="7670" y="4974"/>
                    <a:pt x="7670" y="5156"/>
                    <a:pt x="7560" y="5272"/>
                  </a:cubicBezTo>
                  <a:lnTo>
                    <a:pt x="7080" y="5752"/>
                  </a:lnTo>
                  <a:cubicBezTo>
                    <a:pt x="7022" y="5807"/>
                    <a:pt x="6948" y="5834"/>
                    <a:pt x="6873" y="5834"/>
                  </a:cubicBezTo>
                  <a:cubicBezTo>
                    <a:pt x="6799" y="5834"/>
                    <a:pt x="6724" y="5807"/>
                    <a:pt x="6667" y="5752"/>
                  </a:cubicBezTo>
                  <a:lnTo>
                    <a:pt x="6518" y="5603"/>
                  </a:lnTo>
                  <a:cubicBezTo>
                    <a:pt x="6474" y="5561"/>
                    <a:pt x="6425" y="5543"/>
                    <a:pt x="6379" y="5543"/>
                  </a:cubicBezTo>
                  <a:cubicBezTo>
                    <a:pt x="6221" y="5543"/>
                    <a:pt x="6084" y="5744"/>
                    <a:pt x="6225" y="5896"/>
                  </a:cubicBezTo>
                  <a:lnTo>
                    <a:pt x="6374" y="6044"/>
                  </a:lnTo>
                  <a:cubicBezTo>
                    <a:pt x="6511" y="6181"/>
                    <a:pt x="6691" y="6250"/>
                    <a:pt x="6871" y="6250"/>
                  </a:cubicBezTo>
                  <a:cubicBezTo>
                    <a:pt x="7052" y="6250"/>
                    <a:pt x="7233" y="6181"/>
                    <a:pt x="7372" y="6044"/>
                  </a:cubicBezTo>
                  <a:lnTo>
                    <a:pt x="7852" y="5564"/>
                  </a:lnTo>
                  <a:cubicBezTo>
                    <a:pt x="8126" y="5286"/>
                    <a:pt x="8126" y="4844"/>
                    <a:pt x="7852" y="4566"/>
                  </a:cubicBezTo>
                  <a:lnTo>
                    <a:pt x="7449" y="4168"/>
                  </a:lnTo>
                  <a:lnTo>
                    <a:pt x="8270" y="3347"/>
                  </a:lnTo>
                  <a:cubicBezTo>
                    <a:pt x="8630" y="2987"/>
                    <a:pt x="8836" y="2497"/>
                    <a:pt x="8832" y="1988"/>
                  </a:cubicBezTo>
                  <a:cubicBezTo>
                    <a:pt x="8832" y="1062"/>
                    <a:pt x="8208" y="577"/>
                    <a:pt x="8179" y="529"/>
                  </a:cubicBezTo>
                  <a:cubicBezTo>
                    <a:pt x="7905" y="260"/>
                    <a:pt x="7560" y="73"/>
                    <a:pt x="7180" y="6"/>
                  </a:cubicBezTo>
                  <a:cubicBezTo>
                    <a:pt x="7164" y="2"/>
                    <a:pt x="7148" y="1"/>
                    <a:pt x="71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89"/>
            <p:cNvSpPr/>
            <p:nvPr/>
          </p:nvSpPr>
          <p:spPr>
            <a:xfrm>
              <a:off x="2226749" y="3543426"/>
              <a:ext cx="116968" cy="102740"/>
            </a:xfrm>
            <a:custGeom>
              <a:rect b="b" l="l" r="r" t="t"/>
              <a:pathLst>
                <a:path extrusionOk="0" h="3921" w="4464">
                  <a:moveTo>
                    <a:pt x="1642" y="1"/>
                  </a:moveTo>
                  <a:cubicBezTo>
                    <a:pt x="1593" y="1"/>
                    <a:pt x="1543" y="19"/>
                    <a:pt x="1498" y="63"/>
                  </a:cubicBezTo>
                  <a:cubicBezTo>
                    <a:pt x="1483" y="92"/>
                    <a:pt x="826" y="610"/>
                    <a:pt x="970" y="1537"/>
                  </a:cubicBezTo>
                  <a:lnTo>
                    <a:pt x="293" y="2209"/>
                  </a:lnTo>
                  <a:cubicBezTo>
                    <a:pt x="106" y="2396"/>
                    <a:pt x="0" y="2651"/>
                    <a:pt x="0" y="2919"/>
                  </a:cubicBezTo>
                  <a:cubicBezTo>
                    <a:pt x="0" y="3523"/>
                    <a:pt x="493" y="3920"/>
                    <a:pt x="1007" y="3920"/>
                  </a:cubicBezTo>
                  <a:cubicBezTo>
                    <a:pt x="1254" y="3920"/>
                    <a:pt x="1505" y="3829"/>
                    <a:pt x="1709" y="3625"/>
                  </a:cubicBezTo>
                  <a:lnTo>
                    <a:pt x="2381" y="2953"/>
                  </a:lnTo>
                  <a:cubicBezTo>
                    <a:pt x="2466" y="2967"/>
                    <a:pt x="2551" y="2973"/>
                    <a:pt x="2635" y="2973"/>
                  </a:cubicBezTo>
                  <a:cubicBezTo>
                    <a:pt x="3058" y="2973"/>
                    <a:pt x="3469" y="2806"/>
                    <a:pt x="3773" y="2502"/>
                  </a:cubicBezTo>
                  <a:lnTo>
                    <a:pt x="4315" y="1959"/>
                  </a:lnTo>
                  <a:cubicBezTo>
                    <a:pt x="4463" y="1811"/>
                    <a:pt x="4324" y="1604"/>
                    <a:pt x="4164" y="1604"/>
                  </a:cubicBezTo>
                  <a:cubicBezTo>
                    <a:pt x="4116" y="1604"/>
                    <a:pt x="4067" y="1622"/>
                    <a:pt x="4023" y="1667"/>
                  </a:cubicBezTo>
                  <a:lnTo>
                    <a:pt x="3485" y="2209"/>
                  </a:lnTo>
                  <a:cubicBezTo>
                    <a:pt x="3259" y="2435"/>
                    <a:pt x="2952" y="2558"/>
                    <a:pt x="2639" y="2558"/>
                  </a:cubicBezTo>
                  <a:cubicBezTo>
                    <a:pt x="2546" y="2558"/>
                    <a:pt x="2453" y="2548"/>
                    <a:pt x="2362" y="2526"/>
                  </a:cubicBezTo>
                  <a:cubicBezTo>
                    <a:pt x="2347" y="2523"/>
                    <a:pt x="2332" y="2521"/>
                    <a:pt x="2317" y="2521"/>
                  </a:cubicBezTo>
                  <a:cubicBezTo>
                    <a:pt x="2264" y="2521"/>
                    <a:pt x="2211" y="2541"/>
                    <a:pt x="2170" y="2579"/>
                  </a:cubicBezTo>
                  <a:lnTo>
                    <a:pt x="1421" y="3332"/>
                  </a:lnTo>
                  <a:cubicBezTo>
                    <a:pt x="1306" y="3447"/>
                    <a:pt x="1155" y="3505"/>
                    <a:pt x="1004" y="3505"/>
                  </a:cubicBezTo>
                  <a:cubicBezTo>
                    <a:pt x="853" y="3505"/>
                    <a:pt x="703" y="3447"/>
                    <a:pt x="590" y="3332"/>
                  </a:cubicBezTo>
                  <a:cubicBezTo>
                    <a:pt x="360" y="3102"/>
                    <a:pt x="360" y="2732"/>
                    <a:pt x="590" y="2502"/>
                  </a:cubicBezTo>
                  <a:lnTo>
                    <a:pt x="1339" y="1753"/>
                  </a:lnTo>
                  <a:cubicBezTo>
                    <a:pt x="1392" y="1700"/>
                    <a:pt x="1411" y="1628"/>
                    <a:pt x="1397" y="1556"/>
                  </a:cubicBezTo>
                  <a:cubicBezTo>
                    <a:pt x="1224" y="812"/>
                    <a:pt x="1781" y="380"/>
                    <a:pt x="1791" y="356"/>
                  </a:cubicBezTo>
                  <a:cubicBezTo>
                    <a:pt x="1942" y="208"/>
                    <a:pt x="1803" y="1"/>
                    <a:pt x="16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89"/>
            <p:cNvSpPr/>
            <p:nvPr/>
          </p:nvSpPr>
          <p:spPr>
            <a:xfrm>
              <a:off x="2202380" y="3647529"/>
              <a:ext cx="67524" cy="83167"/>
            </a:xfrm>
            <a:custGeom>
              <a:rect b="b" l="l" r="r" t="t"/>
              <a:pathLst>
                <a:path extrusionOk="0" h="3174" w="2577">
                  <a:moveTo>
                    <a:pt x="1304" y="454"/>
                  </a:moveTo>
                  <a:lnTo>
                    <a:pt x="1905" y="1836"/>
                  </a:lnTo>
                  <a:cubicBezTo>
                    <a:pt x="2077" y="2230"/>
                    <a:pt x="1842" y="2748"/>
                    <a:pt x="1285" y="2758"/>
                  </a:cubicBezTo>
                  <a:cubicBezTo>
                    <a:pt x="805" y="2758"/>
                    <a:pt x="517" y="2259"/>
                    <a:pt x="700" y="1836"/>
                  </a:cubicBezTo>
                  <a:lnTo>
                    <a:pt x="1304" y="454"/>
                  </a:lnTo>
                  <a:close/>
                  <a:moveTo>
                    <a:pt x="1303" y="0"/>
                  </a:moveTo>
                  <a:cubicBezTo>
                    <a:pt x="1157" y="0"/>
                    <a:pt x="1012" y="79"/>
                    <a:pt x="944" y="238"/>
                  </a:cubicBezTo>
                  <a:lnTo>
                    <a:pt x="320" y="1673"/>
                  </a:lnTo>
                  <a:cubicBezTo>
                    <a:pt x="0" y="2383"/>
                    <a:pt x="528" y="3173"/>
                    <a:pt x="1292" y="3173"/>
                  </a:cubicBezTo>
                  <a:cubicBezTo>
                    <a:pt x="1318" y="3173"/>
                    <a:pt x="1345" y="3172"/>
                    <a:pt x="1372" y="3171"/>
                  </a:cubicBezTo>
                  <a:cubicBezTo>
                    <a:pt x="2125" y="3137"/>
                    <a:pt x="2577" y="2345"/>
                    <a:pt x="2284" y="1673"/>
                  </a:cubicBezTo>
                  <a:lnTo>
                    <a:pt x="1665" y="238"/>
                  </a:lnTo>
                  <a:cubicBezTo>
                    <a:pt x="1595" y="79"/>
                    <a:pt x="1448" y="0"/>
                    <a:pt x="13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4" name="Google Shape;19164;p89"/>
          <p:cNvGrpSpPr/>
          <p:nvPr/>
        </p:nvGrpSpPr>
        <p:grpSpPr>
          <a:xfrm>
            <a:off x="1759349" y="3365144"/>
            <a:ext cx="304525" cy="365394"/>
            <a:chOff x="1759349" y="3365144"/>
            <a:chExt cx="304525" cy="365394"/>
          </a:xfrm>
        </p:grpSpPr>
        <p:sp>
          <p:nvSpPr>
            <p:cNvPr id="19165" name="Google Shape;19165;p89"/>
            <p:cNvSpPr/>
            <p:nvPr/>
          </p:nvSpPr>
          <p:spPr>
            <a:xfrm>
              <a:off x="1884125" y="3689584"/>
              <a:ext cx="57121" cy="35504"/>
            </a:xfrm>
            <a:custGeom>
              <a:rect b="b" l="l" r="r" t="t"/>
              <a:pathLst>
                <a:path extrusionOk="0" h="1355" w="2180">
                  <a:moveTo>
                    <a:pt x="0" y="1"/>
                  </a:moveTo>
                  <a:lnTo>
                    <a:pt x="0" y="265"/>
                  </a:lnTo>
                  <a:cubicBezTo>
                    <a:pt x="0" y="870"/>
                    <a:pt x="485" y="1354"/>
                    <a:pt x="1090" y="1354"/>
                  </a:cubicBezTo>
                  <a:cubicBezTo>
                    <a:pt x="1690" y="1354"/>
                    <a:pt x="2179" y="870"/>
                    <a:pt x="2179" y="265"/>
                  </a:cubicBezTo>
                  <a:lnTo>
                    <a:pt x="2179"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89"/>
            <p:cNvSpPr/>
            <p:nvPr/>
          </p:nvSpPr>
          <p:spPr>
            <a:xfrm>
              <a:off x="1912659" y="3689584"/>
              <a:ext cx="28587" cy="31731"/>
            </a:xfrm>
            <a:custGeom>
              <a:rect b="b" l="l" r="r" t="t"/>
              <a:pathLst>
                <a:path extrusionOk="0" h="1211" w="1091">
                  <a:moveTo>
                    <a:pt x="1" y="1"/>
                  </a:moveTo>
                  <a:lnTo>
                    <a:pt x="1" y="265"/>
                  </a:lnTo>
                  <a:cubicBezTo>
                    <a:pt x="1" y="654"/>
                    <a:pt x="207" y="1014"/>
                    <a:pt x="548" y="1210"/>
                  </a:cubicBezTo>
                  <a:cubicBezTo>
                    <a:pt x="884" y="1014"/>
                    <a:pt x="1090" y="654"/>
                    <a:pt x="1090" y="265"/>
                  </a:cubicBezTo>
                  <a:lnTo>
                    <a:pt x="1090"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89"/>
            <p:cNvSpPr/>
            <p:nvPr/>
          </p:nvSpPr>
          <p:spPr>
            <a:xfrm>
              <a:off x="1814688" y="3423786"/>
              <a:ext cx="194475" cy="268733"/>
            </a:xfrm>
            <a:custGeom>
              <a:rect b="b" l="l" r="r" t="t"/>
              <a:pathLst>
                <a:path extrusionOk="0" h="10256" w="7422">
                  <a:moveTo>
                    <a:pt x="3729" y="1"/>
                  </a:moveTo>
                  <a:cubicBezTo>
                    <a:pt x="2326" y="1"/>
                    <a:pt x="1059" y="856"/>
                    <a:pt x="538" y="2167"/>
                  </a:cubicBezTo>
                  <a:cubicBezTo>
                    <a:pt x="0" y="3506"/>
                    <a:pt x="356" y="5037"/>
                    <a:pt x="1421" y="6007"/>
                  </a:cubicBezTo>
                  <a:cubicBezTo>
                    <a:pt x="1844" y="6391"/>
                    <a:pt x="2084" y="6938"/>
                    <a:pt x="2079" y="7514"/>
                  </a:cubicBezTo>
                  <a:lnTo>
                    <a:pt x="2079" y="9665"/>
                  </a:lnTo>
                  <a:cubicBezTo>
                    <a:pt x="2079" y="9991"/>
                    <a:pt x="2343" y="10255"/>
                    <a:pt x="2669" y="10255"/>
                  </a:cubicBezTo>
                  <a:lnTo>
                    <a:pt x="4810" y="10255"/>
                  </a:lnTo>
                  <a:cubicBezTo>
                    <a:pt x="5137" y="10255"/>
                    <a:pt x="5401" y="9991"/>
                    <a:pt x="5401" y="9665"/>
                  </a:cubicBezTo>
                  <a:lnTo>
                    <a:pt x="5401" y="7505"/>
                  </a:lnTo>
                  <a:cubicBezTo>
                    <a:pt x="5401" y="6924"/>
                    <a:pt x="5650" y="6372"/>
                    <a:pt x="6078" y="5983"/>
                  </a:cubicBezTo>
                  <a:cubicBezTo>
                    <a:pt x="7052" y="5080"/>
                    <a:pt x="7422" y="3708"/>
                    <a:pt x="7038" y="2440"/>
                  </a:cubicBezTo>
                  <a:cubicBezTo>
                    <a:pt x="6654" y="1178"/>
                    <a:pt x="5578" y="242"/>
                    <a:pt x="4268" y="40"/>
                  </a:cubicBezTo>
                  <a:cubicBezTo>
                    <a:pt x="4124" y="16"/>
                    <a:pt x="3970" y="2"/>
                    <a:pt x="3821" y="2"/>
                  </a:cubicBezTo>
                  <a:cubicBezTo>
                    <a:pt x="3791" y="1"/>
                    <a:pt x="3760" y="1"/>
                    <a:pt x="3729"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89"/>
            <p:cNvSpPr/>
            <p:nvPr/>
          </p:nvSpPr>
          <p:spPr>
            <a:xfrm>
              <a:off x="1843878" y="3424834"/>
              <a:ext cx="165154" cy="267685"/>
            </a:xfrm>
            <a:custGeom>
              <a:rect b="b" l="l" r="r" t="t"/>
              <a:pathLst>
                <a:path extrusionOk="0" h="10216" w="6303">
                  <a:moveTo>
                    <a:pt x="3149" y="0"/>
                  </a:moveTo>
                  <a:cubicBezTo>
                    <a:pt x="1839" y="207"/>
                    <a:pt x="759" y="1147"/>
                    <a:pt x="379" y="2420"/>
                  </a:cubicBezTo>
                  <a:cubicBezTo>
                    <a:pt x="0" y="3692"/>
                    <a:pt x="384" y="5074"/>
                    <a:pt x="1368" y="5967"/>
                  </a:cubicBezTo>
                  <a:cubicBezTo>
                    <a:pt x="1791" y="6351"/>
                    <a:pt x="2031" y="6898"/>
                    <a:pt x="2026" y="7474"/>
                  </a:cubicBezTo>
                  <a:lnTo>
                    <a:pt x="2026" y="9625"/>
                  </a:lnTo>
                  <a:cubicBezTo>
                    <a:pt x="2026" y="9951"/>
                    <a:pt x="2290" y="10215"/>
                    <a:pt x="2616" y="10215"/>
                  </a:cubicBezTo>
                  <a:lnTo>
                    <a:pt x="3696" y="10215"/>
                  </a:lnTo>
                  <a:cubicBezTo>
                    <a:pt x="4023" y="10215"/>
                    <a:pt x="4287" y="9951"/>
                    <a:pt x="4287" y="9625"/>
                  </a:cubicBezTo>
                  <a:lnTo>
                    <a:pt x="4287" y="7465"/>
                  </a:lnTo>
                  <a:cubicBezTo>
                    <a:pt x="4287" y="6884"/>
                    <a:pt x="4536" y="6332"/>
                    <a:pt x="4964" y="5943"/>
                  </a:cubicBezTo>
                  <a:lnTo>
                    <a:pt x="4964" y="5938"/>
                  </a:lnTo>
                  <a:cubicBezTo>
                    <a:pt x="5933" y="5040"/>
                    <a:pt x="6303" y="3668"/>
                    <a:pt x="5919" y="2400"/>
                  </a:cubicBezTo>
                  <a:cubicBezTo>
                    <a:pt x="5535" y="1138"/>
                    <a:pt x="4460" y="202"/>
                    <a:pt x="3149"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89"/>
            <p:cNvSpPr/>
            <p:nvPr/>
          </p:nvSpPr>
          <p:spPr>
            <a:xfrm>
              <a:off x="1869137" y="3623815"/>
              <a:ext cx="87071" cy="34482"/>
            </a:xfrm>
            <a:custGeom>
              <a:rect b="b" l="l" r="r" t="t"/>
              <a:pathLst>
                <a:path extrusionOk="0" h="1316" w="3323">
                  <a:moveTo>
                    <a:pt x="1" y="0"/>
                  </a:moveTo>
                  <a:lnTo>
                    <a:pt x="1" y="1315"/>
                  </a:lnTo>
                  <a:lnTo>
                    <a:pt x="3323" y="1315"/>
                  </a:lnTo>
                  <a:lnTo>
                    <a:pt x="332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89"/>
            <p:cNvSpPr/>
            <p:nvPr/>
          </p:nvSpPr>
          <p:spPr>
            <a:xfrm>
              <a:off x="1869137" y="3658272"/>
              <a:ext cx="87071" cy="34247"/>
            </a:xfrm>
            <a:custGeom>
              <a:rect b="b" l="l" r="r" t="t"/>
              <a:pathLst>
                <a:path extrusionOk="0" h="1307" w="3323">
                  <a:moveTo>
                    <a:pt x="1" y="0"/>
                  </a:moveTo>
                  <a:lnTo>
                    <a:pt x="1" y="716"/>
                  </a:lnTo>
                  <a:cubicBezTo>
                    <a:pt x="1" y="1042"/>
                    <a:pt x="265" y="1306"/>
                    <a:pt x="591" y="1306"/>
                  </a:cubicBezTo>
                  <a:lnTo>
                    <a:pt x="2732" y="1306"/>
                  </a:lnTo>
                  <a:cubicBezTo>
                    <a:pt x="3059" y="1306"/>
                    <a:pt x="3323" y="1042"/>
                    <a:pt x="3323" y="716"/>
                  </a:cubicBezTo>
                  <a:lnTo>
                    <a:pt x="3323"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89"/>
            <p:cNvSpPr/>
            <p:nvPr/>
          </p:nvSpPr>
          <p:spPr>
            <a:xfrm>
              <a:off x="1896938" y="3623815"/>
              <a:ext cx="59270" cy="34482"/>
            </a:xfrm>
            <a:custGeom>
              <a:rect b="b" l="l" r="r" t="t"/>
              <a:pathLst>
                <a:path extrusionOk="0" h="1316" w="2262">
                  <a:moveTo>
                    <a:pt x="1" y="0"/>
                  </a:moveTo>
                  <a:lnTo>
                    <a:pt x="1" y="1315"/>
                  </a:lnTo>
                  <a:lnTo>
                    <a:pt x="2262" y="1315"/>
                  </a:lnTo>
                  <a:lnTo>
                    <a:pt x="226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89"/>
            <p:cNvSpPr/>
            <p:nvPr/>
          </p:nvSpPr>
          <p:spPr>
            <a:xfrm>
              <a:off x="1896938" y="3658272"/>
              <a:ext cx="59270" cy="34247"/>
            </a:xfrm>
            <a:custGeom>
              <a:rect b="b" l="l" r="r" t="t"/>
              <a:pathLst>
                <a:path extrusionOk="0" h="1307" w="2262">
                  <a:moveTo>
                    <a:pt x="1" y="0"/>
                  </a:moveTo>
                  <a:lnTo>
                    <a:pt x="1" y="716"/>
                  </a:lnTo>
                  <a:cubicBezTo>
                    <a:pt x="1" y="1042"/>
                    <a:pt x="265" y="1306"/>
                    <a:pt x="591" y="1306"/>
                  </a:cubicBezTo>
                  <a:lnTo>
                    <a:pt x="1671" y="1306"/>
                  </a:lnTo>
                  <a:cubicBezTo>
                    <a:pt x="1998" y="1306"/>
                    <a:pt x="2262" y="1042"/>
                    <a:pt x="2262" y="716"/>
                  </a:cubicBezTo>
                  <a:lnTo>
                    <a:pt x="2262"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89"/>
            <p:cNvSpPr/>
            <p:nvPr/>
          </p:nvSpPr>
          <p:spPr>
            <a:xfrm>
              <a:off x="1777061" y="3569524"/>
              <a:ext cx="37155" cy="23215"/>
            </a:xfrm>
            <a:custGeom>
              <a:rect b="b" l="l" r="r" t="t"/>
              <a:pathLst>
                <a:path extrusionOk="0" h="886" w="1418">
                  <a:moveTo>
                    <a:pt x="1121" y="0"/>
                  </a:moveTo>
                  <a:cubicBezTo>
                    <a:pt x="1088" y="0"/>
                    <a:pt x="1054" y="9"/>
                    <a:pt x="1019" y="27"/>
                  </a:cubicBezTo>
                  <a:lnTo>
                    <a:pt x="217" y="488"/>
                  </a:lnTo>
                  <a:cubicBezTo>
                    <a:pt x="1" y="600"/>
                    <a:pt x="119" y="886"/>
                    <a:pt x="306" y="886"/>
                  </a:cubicBezTo>
                  <a:cubicBezTo>
                    <a:pt x="343" y="886"/>
                    <a:pt x="383" y="874"/>
                    <a:pt x="424" y="848"/>
                  </a:cubicBezTo>
                  <a:lnTo>
                    <a:pt x="1230" y="387"/>
                  </a:lnTo>
                  <a:cubicBezTo>
                    <a:pt x="1418" y="265"/>
                    <a:pt x="1304" y="0"/>
                    <a:pt x="11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89"/>
            <p:cNvSpPr/>
            <p:nvPr/>
          </p:nvSpPr>
          <p:spPr>
            <a:xfrm>
              <a:off x="2007015" y="3571201"/>
              <a:ext cx="36998" cy="23320"/>
            </a:xfrm>
            <a:custGeom>
              <a:rect b="b" l="l" r="r" t="t"/>
              <a:pathLst>
                <a:path extrusionOk="0" h="890" w="1412">
                  <a:moveTo>
                    <a:pt x="307" y="1"/>
                  </a:moveTo>
                  <a:cubicBezTo>
                    <a:pt x="120" y="1"/>
                    <a:pt x="1" y="288"/>
                    <a:pt x="216" y="400"/>
                  </a:cubicBezTo>
                  <a:cubicBezTo>
                    <a:pt x="1046" y="866"/>
                    <a:pt x="1027" y="890"/>
                    <a:pt x="1128" y="890"/>
                  </a:cubicBezTo>
                  <a:cubicBezTo>
                    <a:pt x="1334" y="885"/>
                    <a:pt x="1411" y="611"/>
                    <a:pt x="1229" y="501"/>
                  </a:cubicBezTo>
                  <a:lnTo>
                    <a:pt x="427" y="40"/>
                  </a:lnTo>
                  <a:cubicBezTo>
                    <a:pt x="386" y="13"/>
                    <a:pt x="345" y="1"/>
                    <a:pt x="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89"/>
            <p:cNvSpPr/>
            <p:nvPr/>
          </p:nvSpPr>
          <p:spPr>
            <a:xfrm>
              <a:off x="1822601" y="3479911"/>
              <a:ext cx="155171" cy="250627"/>
            </a:xfrm>
            <a:custGeom>
              <a:rect b="b" l="l" r="r" t="t"/>
              <a:pathLst>
                <a:path extrusionOk="0" h="9565" w="5922">
                  <a:moveTo>
                    <a:pt x="4691" y="418"/>
                  </a:moveTo>
                  <a:cubicBezTo>
                    <a:pt x="4907" y="418"/>
                    <a:pt x="5084" y="596"/>
                    <a:pt x="5084" y="817"/>
                  </a:cubicBezTo>
                  <a:cubicBezTo>
                    <a:pt x="5084" y="1033"/>
                    <a:pt x="4907" y="1210"/>
                    <a:pt x="4691" y="1210"/>
                  </a:cubicBezTo>
                  <a:lnTo>
                    <a:pt x="4244" y="1210"/>
                  </a:lnTo>
                  <a:lnTo>
                    <a:pt x="4244" y="817"/>
                  </a:lnTo>
                  <a:cubicBezTo>
                    <a:pt x="4244" y="596"/>
                    <a:pt x="4422" y="418"/>
                    <a:pt x="4638" y="418"/>
                  </a:cubicBezTo>
                  <a:close/>
                  <a:moveTo>
                    <a:pt x="2238" y="418"/>
                  </a:moveTo>
                  <a:cubicBezTo>
                    <a:pt x="2459" y="418"/>
                    <a:pt x="2636" y="596"/>
                    <a:pt x="2636" y="817"/>
                  </a:cubicBezTo>
                  <a:lnTo>
                    <a:pt x="2636" y="1215"/>
                  </a:lnTo>
                  <a:lnTo>
                    <a:pt x="2190" y="1215"/>
                  </a:lnTo>
                  <a:cubicBezTo>
                    <a:pt x="1969" y="1215"/>
                    <a:pt x="1791" y="1033"/>
                    <a:pt x="1791" y="817"/>
                  </a:cubicBezTo>
                  <a:cubicBezTo>
                    <a:pt x="1791" y="596"/>
                    <a:pt x="1969" y="418"/>
                    <a:pt x="2190" y="418"/>
                  </a:cubicBezTo>
                  <a:close/>
                  <a:moveTo>
                    <a:pt x="4892" y="5699"/>
                  </a:moveTo>
                  <a:lnTo>
                    <a:pt x="4892" y="6596"/>
                  </a:lnTo>
                  <a:lnTo>
                    <a:pt x="1988" y="6596"/>
                  </a:lnTo>
                  <a:lnTo>
                    <a:pt x="1988" y="5699"/>
                  </a:lnTo>
                  <a:close/>
                  <a:moveTo>
                    <a:pt x="4892" y="7014"/>
                  </a:moveTo>
                  <a:lnTo>
                    <a:pt x="4892" y="7585"/>
                  </a:lnTo>
                  <a:cubicBezTo>
                    <a:pt x="4892" y="7758"/>
                    <a:pt x="4748" y="7902"/>
                    <a:pt x="4571" y="7902"/>
                  </a:cubicBezTo>
                  <a:lnTo>
                    <a:pt x="2305" y="7902"/>
                  </a:lnTo>
                  <a:cubicBezTo>
                    <a:pt x="2132" y="7902"/>
                    <a:pt x="1988" y="7758"/>
                    <a:pt x="1988" y="7585"/>
                  </a:cubicBezTo>
                  <a:lnTo>
                    <a:pt x="1988" y="7014"/>
                  </a:lnTo>
                  <a:close/>
                  <a:moveTo>
                    <a:pt x="2190" y="1"/>
                  </a:moveTo>
                  <a:cubicBezTo>
                    <a:pt x="1743" y="1"/>
                    <a:pt x="1378" y="366"/>
                    <a:pt x="1378" y="812"/>
                  </a:cubicBezTo>
                  <a:cubicBezTo>
                    <a:pt x="1378" y="1263"/>
                    <a:pt x="1743" y="1628"/>
                    <a:pt x="2190" y="1628"/>
                  </a:cubicBezTo>
                  <a:lnTo>
                    <a:pt x="2636" y="1628"/>
                  </a:lnTo>
                  <a:lnTo>
                    <a:pt x="2636" y="3322"/>
                  </a:lnTo>
                  <a:cubicBezTo>
                    <a:pt x="2636" y="3462"/>
                    <a:pt x="2741" y="3531"/>
                    <a:pt x="2845" y="3531"/>
                  </a:cubicBezTo>
                  <a:cubicBezTo>
                    <a:pt x="2949" y="3531"/>
                    <a:pt x="3054" y="3462"/>
                    <a:pt x="3054" y="3322"/>
                  </a:cubicBezTo>
                  <a:lnTo>
                    <a:pt x="3054" y="1628"/>
                  </a:lnTo>
                  <a:lnTo>
                    <a:pt x="3822" y="1628"/>
                  </a:lnTo>
                  <a:lnTo>
                    <a:pt x="3822" y="5281"/>
                  </a:lnTo>
                  <a:lnTo>
                    <a:pt x="3059" y="5281"/>
                  </a:lnTo>
                  <a:lnTo>
                    <a:pt x="3059" y="4158"/>
                  </a:lnTo>
                  <a:cubicBezTo>
                    <a:pt x="3059" y="4019"/>
                    <a:pt x="2954" y="3949"/>
                    <a:pt x="2850" y="3949"/>
                  </a:cubicBezTo>
                  <a:cubicBezTo>
                    <a:pt x="2745" y="3949"/>
                    <a:pt x="2641" y="4019"/>
                    <a:pt x="2641" y="4158"/>
                  </a:cubicBezTo>
                  <a:lnTo>
                    <a:pt x="2641" y="5281"/>
                  </a:lnTo>
                  <a:lnTo>
                    <a:pt x="1988" y="5281"/>
                  </a:lnTo>
                  <a:cubicBezTo>
                    <a:pt x="1969" y="4676"/>
                    <a:pt x="1705" y="4105"/>
                    <a:pt x="1258" y="3697"/>
                  </a:cubicBezTo>
                  <a:cubicBezTo>
                    <a:pt x="913" y="3380"/>
                    <a:pt x="639" y="2996"/>
                    <a:pt x="452" y="2564"/>
                  </a:cubicBezTo>
                  <a:cubicBezTo>
                    <a:pt x="414" y="2472"/>
                    <a:pt x="341" y="2433"/>
                    <a:pt x="268" y="2433"/>
                  </a:cubicBezTo>
                  <a:cubicBezTo>
                    <a:pt x="135" y="2433"/>
                    <a:pt x="0" y="2559"/>
                    <a:pt x="68" y="2722"/>
                  </a:cubicBezTo>
                  <a:cubicBezTo>
                    <a:pt x="274" y="3212"/>
                    <a:pt x="586" y="3649"/>
                    <a:pt x="975" y="4004"/>
                  </a:cubicBezTo>
                  <a:cubicBezTo>
                    <a:pt x="1354" y="4350"/>
                    <a:pt x="1571" y="4835"/>
                    <a:pt x="1575" y="5348"/>
                  </a:cubicBezTo>
                  <a:lnTo>
                    <a:pt x="1575" y="7585"/>
                  </a:lnTo>
                  <a:cubicBezTo>
                    <a:pt x="1575" y="7926"/>
                    <a:pt x="1811" y="8224"/>
                    <a:pt x="2147" y="8300"/>
                  </a:cubicBezTo>
                  <a:cubicBezTo>
                    <a:pt x="2147" y="8483"/>
                    <a:pt x="2190" y="8660"/>
                    <a:pt x="2271" y="8824"/>
                  </a:cubicBezTo>
                  <a:cubicBezTo>
                    <a:pt x="2311" y="8910"/>
                    <a:pt x="2380" y="8946"/>
                    <a:pt x="2451" y="8946"/>
                  </a:cubicBezTo>
                  <a:cubicBezTo>
                    <a:pt x="2587" y="8946"/>
                    <a:pt x="2725" y="8811"/>
                    <a:pt x="2646" y="8646"/>
                  </a:cubicBezTo>
                  <a:cubicBezTo>
                    <a:pt x="2598" y="8545"/>
                    <a:pt x="2569" y="8430"/>
                    <a:pt x="2564" y="8320"/>
                  </a:cubicBezTo>
                  <a:lnTo>
                    <a:pt x="4326" y="8320"/>
                  </a:lnTo>
                  <a:cubicBezTo>
                    <a:pt x="4295" y="8803"/>
                    <a:pt x="3893" y="9150"/>
                    <a:pt x="3444" y="9150"/>
                  </a:cubicBezTo>
                  <a:cubicBezTo>
                    <a:pt x="3341" y="9150"/>
                    <a:pt x="3235" y="9132"/>
                    <a:pt x="3131" y="9092"/>
                  </a:cubicBezTo>
                  <a:cubicBezTo>
                    <a:pt x="3101" y="9081"/>
                    <a:pt x="3073" y="9076"/>
                    <a:pt x="3047" y="9076"/>
                  </a:cubicBezTo>
                  <a:cubicBezTo>
                    <a:pt x="2843" y="9076"/>
                    <a:pt x="2752" y="9392"/>
                    <a:pt x="2982" y="9481"/>
                  </a:cubicBezTo>
                  <a:cubicBezTo>
                    <a:pt x="3133" y="9538"/>
                    <a:pt x="3287" y="9564"/>
                    <a:pt x="3437" y="9564"/>
                  </a:cubicBezTo>
                  <a:cubicBezTo>
                    <a:pt x="4113" y="9564"/>
                    <a:pt x="4715" y="9027"/>
                    <a:pt x="4739" y="8300"/>
                  </a:cubicBezTo>
                  <a:cubicBezTo>
                    <a:pt x="5070" y="8219"/>
                    <a:pt x="5305" y="7921"/>
                    <a:pt x="5305" y="7580"/>
                  </a:cubicBezTo>
                  <a:lnTo>
                    <a:pt x="5305" y="5377"/>
                  </a:lnTo>
                  <a:cubicBezTo>
                    <a:pt x="5305" y="4916"/>
                    <a:pt x="5473" y="4470"/>
                    <a:pt x="5780" y="4124"/>
                  </a:cubicBezTo>
                  <a:cubicBezTo>
                    <a:pt x="5922" y="3968"/>
                    <a:pt x="5781" y="3771"/>
                    <a:pt x="5623" y="3771"/>
                  </a:cubicBezTo>
                  <a:cubicBezTo>
                    <a:pt x="5572" y="3771"/>
                    <a:pt x="5519" y="3792"/>
                    <a:pt x="5473" y="3841"/>
                  </a:cubicBezTo>
                  <a:lnTo>
                    <a:pt x="5478" y="3846"/>
                  </a:lnTo>
                  <a:cubicBezTo>
                    <a:pt x="5118" y="4244"/>
                    <a:pt x="4911" y="4748"/>
                    <a:pt x="4892" y="5281"/>
                  </a:cubicBezTo>
                  <a:lnTo>
                    <a:pt x="4244" y="5281"/>
                  </a:lnTo>
                  <a:lnTo>
                    <a:pt x="4244" y="1628"/>
                  </a:lnTo>
                  <a:lnTo>
                    <a:pt x="4691" y="1628"/>
                  </a:lnTo>
                  <a:cubicBezTo>
                    <a:pt x="5137" y="1628"/>
                    <a:pt x="5502" y="1263"/>
                    <a:pt x="5502" y="812"/>
                  </a:cubicBezTo>
                  <a:cubicBezTo>
                    <a:pt x="5502" y="366"/>
                    <a:pt x="5137" y="1"/>
                    <a:pt x="4691" y="1"/>
                  </a:cubicBezTo>
                  <a:lnTo>
                    <a:pt x="4638" y="1"/>
                  </a:lnTo>
                  <a:cubicBezTo>
                    <a:pt x="4191" y="1"/>
                    <a:pt x="3827" y="366"/>
                    <a:pt x="3827" y="812"/>
                  </a:cubicBezTo>
                  <a:lnTo>
                    <a:pt x="3827" y="1210"/>
                  </a:lnTo>
                  <a:lnTo>
                    <a:pt x="3059" y="1210"/>
                  </a:lnTo>
                  <a:lnTo>
                    <a:pt x="3059" y="812"/>
                  </a:lnTo>
                  <a:cubicBezTo>
                    <a:pt x="3054" y="366"/>
                    <a:pt x="2689" y="1"/>
                    <a:pt x="22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89"/>
            <p:cNvSpPr/>
            <p:nvPr/>
          </p:nvSpPr>
          <p:spPr>
            <a:xfrm>
              <a:off x="1816837" y="3418152"/>
              <a:ext cx="191829" cy="155721"/>
            </a:xfrm>
            <a:custGeom>
              <a:rect b="b" l="l" r="r" t="t"/>
              <a:pathLst>
                <a:path extrusionOk="0" h="5943" w="7321">
                  <a:moveTo>
                    <a:pt x="3691" y="1"/>
                  </a:moveTo>
                  <a:cubicBezTo>
                    <a:pt x="1810" y="1"/>
                    <a:pt x="0" y="1459"/>
                    <a:pt x="0" y="3659"/>
                  </a:cubicBezTo>
                  <a:cubicBezTo>
                    <a:pt x="0" y="3851"/>
                    <a:pt x="14" y="4043"/>
                    <a:pt x="43" y="4230"/>
                  </a:cubicBezTo>
                  <a:cubicBezTo>
                    <a:pt x="58" y="4358"/>
                    <a:pt x="153" y="4416"/>
                    <a:pt x="248" y="4416"/>
                  </a:cubicBezTo>
                  <a:cubicBezTo>
                    <a:pt x="367" y="4416"/>
                    <a:pt x="488" y="4325"/>
                    <a:pt x="456" y="4167"/>
                  </a:cubicBezTo>
                  <a:cubicBezTo>
                    <a:pt x="182" y="2319"/>
                    <a:pt x="1522" y="620"/>
                    <a:pt x="3384" y="457"/>
                  </a:cubicBezTo>
                  <a:cubicBezTo>
                    <a:pt x="3478" y="449"/>
                    <a:pt x="3571" y="445"/>
                    <a:pt x="3663" y="445"/>
                  </a:cubicBezTo>
                  <a:cubicBezTo>
                    <a:pt x="5405" y="445"/>
                    <a:pt x="6862" y="1838"/>
                    <a:pt x="6903" y="3615"/>
                  </a:cubicBezTo>
                  <a:lnTo>
                    <a:pt x="6903" y="3659"/>
                  </a:lnTo>
                  <a:cubicBezTo>
                    <a:pt x="6903" y="4359"/>
                    <a:pt x="6672" y="5046"/>
                    <a:pt x="6250" y="5607"/>
                  </a:cubicBezTo>
                  <a:cubicBezTo>
                    <a:pt x="6128" y="5768"/>
                    <a:pt x="6271" y="5943"/>
                    <a:pt x="6422" y="5943"/>
                  </a:cubicBezTo>
                  <a:cubicBezTo>
                    <a:pt x="6478" y="5943"/>
                    <a:pt x="6536" y="5918"/>
                    <a:pt x="6581" y="5857"/>
                  </a:cubicBezTo>
                  <a:cubicBezTo>
                    <a:pt x="7061" y="5223"/>
                    <a:pt x="7320" y="4451"/>
                    <a:pt x="7316" y="3659"/>
                  </a:cubicBezTo>
                  <a:lnTo>
                    <a:pt x="7316" y="3606"/>
                  </a:lnTo>
                  <a:cubicBezTo>
                    <a:pt x="7306" y="2655"/>
                    <a:pt x="6922" y="1748"/>
                    <a:pt x="6245" y="1076"/>
                  </a:cubicBezTo>
                  <a:cubicBezTo>
                    <a:pt x="5504" y="333"/>
                    <a:pt x="4589" y="1"/>
                    <a:pt x="36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89"/>
            <p:cNvSpPr/>
            <p:nvPr/>
          </p:nvSpPr>
          <p:spPr>
            <a:xfrm>
              <a:off x="1907262" y="3365144"/>
              <a:ext cx="10979" cy="35295"/>
            </a:xfrm>
            <a:custGeom>
              <a:rect b="b" l="l" r="r" t="t"/>
              <a:pathLst>
                <a:path extrusionOk="0" h="1347" w="419">
                  <a:moveTo>
                    <a:pt x="209" y="1"/>
                  </a:moveTo>
                  <a:cubicBezTo>
                    <a:pt x="105" y="1"/>
                    <a:pt x="0" y="70"/>
                    <a:pt x="0" y="209"/>
                  </a:cubicBezTo>
                  <a:lnTo>
                    <a:pt x="0" y="1141"/>
                  </a:lnTo>
                  <a:cubicBezTo>
                    <a:pt x="0" y="1256"/>
                    <a:pt x="92" y="1347"/>
                    <a:pt x="207" y="1347"/>
                  </a:cubicBezTo>
                  <a:cubicBezTo>
                    <a:pt x="322" y="1347"/>
                    <a:pt x="418" y="1256"/>
                    <a:pt x="418" y="1141"/>
                  </a:cubicBezTo>
                  <a:lnTo>
                    <a:pt x="418" y="209"/>
                  </a:lnTo>
                  <a:cubicBezTo>
                    <a:pt x="418" y="70"/>
                    <a:pt x="314" y="1"/>
                    <a:pt x="2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89"/>
            <p:cNvSpPr/>
            <p:nvPr/>
          </p:nvSpPr>
          <p:spPr>
            <a:xfrm>
              <a:off x="1833135" y="3384194"/>
              <a:ext cx="26674" cy="32203"/>
            </a:xfrm>
            <a:custGeom>
              <a:rect b="b" l="l" r="r" t="t"/>
              <a:pathLst>
                <a:path extrusionOk="0" h="1229" w="1018">
                  <a:moveTo>
                    <a:pt x="275" y="0"/>
                  </a:moveTo>
                  <a:cubicBezTo>
                    <a:pt x="136" y="0"/>
                    <a:pt x="1" y="145"/>
                    <a:pt x="84" y="308"/>
                  </a:cubicBezTo>
                  <a:lnTo>
                    <a:pt x="549" y="1110"/>
                  </a:lnTo>
                  <a:cubicBezTo>
                    <a:pt x="592" y="1194"/>
                    <a:pt x="660" y="1228"/>
                    <a:pt x="728" y="1228"/>
                  </a:cubicBezTo>
                  <a:cubicBezTo>
                    <a:pt x="873" y="1228"/>
                    <a:pt x="1017" y="1070"/>
                    <a:pt x="909" y="903"/>
                  </a:cubicBezTo>
                  <a:lnTo>
                    <a:pt x="444" y="97"/>
                  </a:lnTo>
                  <a:cubicBezTo>
                    <a:pt x="399" y="29"/>
                    <a:pt x="337"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89"/>
            <p:cNvSpPr/>
            <p:nvPr/>
          </p:nvSpPr>
          <p:spPr>
            <a:xfrm>
              <a:off x="1778214" y="3436415"/>
              <a:ext cx="37155" cy="23320"/>
            </a:xfrm>
            <a:custGeom>
              <a:rect b="b" l="l" r="r" t="t"/>
              <a:pathLst>
                <a:path extrusionOk="0" h="890" w="1418">
                  <a:moveTo>
                    <a:pt x="305" y="1"/>
                  </a:moveTo>
                  <a:cubicBezTo>
                    <a:pt x="118" y="1"/>
                    <a:pt x="0" y="286"/>
                    <a:pt x="216" y="398"/>
                  </a:cubicBezTo>
                  <a:lnTo>
                    <a:pt x="1023" y="864"/>
                  </a:lnTo>
                  <a:cubicBezTo>
                    <a:pt x="1057" y="882"/>
                    <a:pt x="1091" y="889"/>
                    <a:pt x="1122" y="889"/>
                  </a:cubicBezTo>
                  <a:cubicBezTo>
                    <a:pt x="1306" y="889"/>
                    <a:pt x="1418" y="627"/>
                    <a:pt x="1229" y="504"/>
                  </a:cubicBezTo>
                  <a:lnTo>
                    <a:pt x="423" y="38"/>
                  </a:lnTo>
                  <a:cubicBezTo>
                    <a:pt x="382" y="12"/>
                    <a:pt x="342" y="1"/>
                    <a:pt x="3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89"/>
            <p:cNvSpPr/>
            <p:nvPr/>
          </p:nvSpPr>
          <p:spPr>
            <a:xfrm>
              <a:off x="1759349" y="3508970"/>
              <a:ext cx="37129" cy="10979"/>
            </a:xfrm>
            <a:custGeom>
              <a:rect b="b" l="l" r="r" t="t"/>
              <a:pathLst>
                <a:path extrusionOk="0" h="419" w="1417">
                  <a:moveTo>
                    <a:pt x="279" y="1"/>
                  </a:moveTo>
                  <a:cubicBezTo>
                    <a:pt x="0" y="1"/>
                    <a:pt x="0" y="418"/>
                    <a:pt x="279" y="418"/>
                  </a:cubicBezTo>
                  <a:lnTo>
                    <a:pt x="1205" y="418"/>
                  </a:lnTo>
                  <a:cubicBezTo>
                    <a:pt x="1320" y="418"/>
                    <a:pt x="1416" y="327"/>
                    <a:pt x="1416" y="212"/>
                  </a:cubicBezTo>
                  <a:cubicBezTo>
                    <a:pt x="1416" y="97"/>
                    <a:pt x="1320" y="1"/>
                    <a:pt x="1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89"/>
            <p:cNvSpPr/>
            <p:nvPr/>
          </p:nvSpPr>
          <p:spPr>
            <a:xfrm>
              <a:off x="2024858" y="3511354"/>
              <a:ext cx="39016" cy="10848"/>
            </a:xfrm>
            <a:custGeom>
              <a:rect b="b" l="l" r="r" t="t"/>
              <a:pathLst>
                <a:path extrusionOk="0" h="414" w="1489">
                  <a:moveTo>
                    <a:pt x="279" y="1"/>
                  </a:moveTo>
                  <a:cubicBezTo>
                    <a:pt x="1" y="1"/>
                    <a:pt x="1" y="414"/>
                    <a:pt x="279" y="414"/>
                  </a:cubicBezTo>
                  <a:lnTo>
                    <a:pt x="1210" y="414"/>
                  </a:lnTo>
                  <a:cubicBezTo>
                    <a:pt x="1489" y="414"/>
                    <a:pt x="1489" y="1"/>
                    <a:pt x="1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89"/>
            <p:cNvSpPr/>
            <p:nvPr/>
          </p:nvSpPr>
          <p:spPr>
            <a:xfrm>
              <a:off x="2008875" y="3438826"/>
              <a:ext cx="36526" cy="22927"/>
            </a:xfrm>
            <a:custGeom>
              <a:rect b="b" l="l" r="r" t="t"/>
              <a:pathLst>
                <a:path extrusionOk="0" h="875" w="1394">
                  <a:moveTo>
                    <a:pt x="1097" y="1"/>
                  </a:moveTo>
                  <a:cubicBezTo>
                    <a:pt x="1064" y="1"/>
                    <a:pt x="1030" y="9"/>
                    <a:pt x="995" y="28"/>
                  </a:cubicBezTo>
                  <a:lnTo>
                    <a:pt x="193" y="489"/>
                  </a:lnTo>
                  <a:cubicBezTo>
                    <a:pt x="1" y="612"/>
                    <a:pt x="116" y="874"/>
                    <a:pt x="299" y="874"/>
                  </a:cubicBezTo>
                  <a:cubicBezTo>
                    <a:pt x="331" y="874"/>
                    <a:pt x="365" y="866"/>
                    <a:pt x="399" y="849"/>
                  </a:cubicBezTo>
                  <a:lnTo>
                    <a:pt x="1206" y="388"/>
                  </a:lnTo>
                  <a:cubicBezTo>
                    <a:pt x="1394" y="265"/>
                    <a:pt x="1280" y="1"/>
                    <a:pt x="1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89"/>
            <p:cNvSpPr/>
            <p:nvPr/>
          </p:nvSpPr>
          <p:spPr>
            <a:xfrm>
              <a:off x="1966008" y="3385373"/>
              <a:ext cx="25967" cy="31810"/>
            </a:xfrm>
            <a:custGeom>
              <a:rect b="b" l="l" r="r" t="t"/>
              <a:pathLst>
                <a:path extrusionOk="0" h="1214" w="991">
                  <a:moveTo>
                    <a:pt x="718" y="0"/>
                  </a:moveTo>
                  <a:cubicBezTo>
                    <a:pt x="655" y="0"/>
                    <a:pt x="592" y="30"/>
                    <a:pt x="547" y="100"/>
                  </a:cubicBezTo>
                  <a:lnTo>
                    <a:pt x="82" y="901"/>
                  </a:lnTo>
                  <a:cubicBezTo>
                    <a:pt x="0" y="1041"/>
                    <a:pt x="101" y="1213"/>
                    <a:pt x="264" y="1213"/>
                  </a:cubicBezTo>
                  <a:cubicBezTo>
                    <a:pt x="336" y="1213"/>
                    <a:pt x="403" y="1175"/>
                    <a:pt x="442" y="1113"/>
                  </a:cubicBezTo>
                  <a:lnTo>
                    <a:pt x="907" y="306"/>
                  </a:lnTo>
                  <a:cubicBezTo>
                    <a:pt x="990" y="144"/>
                    <a:pt x="856" y="0"/>
                    <a:pt x="7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4" name="Google Shape;19184;p89"/>
          <p:cNvGrpSpPr/>
          <p:nvPr/>
        </p:nvGrpSpPr>
        <p:grpSpPr>
          <a:xfrm>
            <a:off x="4110892" y="2421802"/>
            <a:ext cx="95115" cy="365368"/>
            <a:chOff x="4110892" y="2421802"/>
            <a:chExt cx="95115" cy="365368"/>
          </a:xfrm>
        </p:grpSpPr>
        <p:sp>
          <p:nvSpPr>
            <p:cNvPr id="19185" name="Google Shape;19185;p89"/>
            <p:cNvSpPr/>
            <p:nvPr/>
          </p:nvSpPr>
          <p:spPr>
            <a:xfrm>
              <a:off x="4116185" y="2427095"/>
              <a:ext cx="84424" cy="354782"/>
            </a:xfrm>
            <a:custGeom>
              <a:rect b="b" l="l" r="r" t="t"/>
              <a:pathLst>
                <a:path extrusionOk="0" h="13540" w="3222">
                  <a:moveTo>
                    <a:pt x="1611" y="1"/>
                  </a:moveTo>
                  <a:cubicBezTo>
                    <a:pt x="1395" y="1"/>
                    <a:pt x="1180" y="111"/>
                    <a:pt x="1066" y="329"/>
                  </a:cubicBezTo>
                  <a:lnTo>
                    <a:pt x="908" y="632"/>
                  </a:lnTo>
                  <a:lnTo>
                    <a:pt x="159" y="2758"/>
                  </a:lnTo>
                  <a:cubicBezTo>
                    <a:pt x="53" y="2955"/>
                    <a:pt x="1" y="3171"/>
                    <a:pt x="1" y="3392"/>
                  </a:cubicBezTo>
                  <a:lnTo>
                    <a:pt x="1" y="12579"/>
                  </a:lnTo>
                  <a:cubicBezTo>
                    <a:pt x="1" y="13107"/>
                    <a:pt x="433" y="13539"/>
                    <a:pt x="961" y="13539"/>
                  </a:cubicBezTo>
                  <a:lnTo>
                    <a:pt x="2262" y="13539"/>
                  </a:lnTo>
                  <a:cubicBezTo>
                    <a:pt x="2790" y="13539"/>
                    <a:pt x="3222" y="13107"/>
                    <a:pt x="3222" y="12579"/>
                  </a:cubicBezTo>
                  <a:lnTo>
                    <a:pt x="3222" y="3392"/>
                  </a:lnTo>
                  <a:cubicBezTo>
                    <a:pt x="3222" y="3171"/>
                    <a:pt x="3164" y="2950"/>
                    <a:pt x="3063" y="2753"/>
                  </a:cubicBezTo>
                  <a:lnTo>
                    <a:pt x="2314" y="632"/>
                  </a:lnTo>
                  <a:lnTo>
                    <a:pt x="2156" y="329"/>
                  </a:lnTo>
                  <a:cubicBezTo>
                    <a:pt x="2151" y="320"/>
                    <a:pt x="2142" y="305"/>
                    <a:pt x="2137" y="296"/>
                  </a:cubicBezTo>
                  <a:cubicBezTo>
                    <a:pt x="2016" y="98"/>
                    <a:pt x="1813" y="1"/>
                    <a:pt x="161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89"/>
            <p:cNvSpPr/>
            <p:nvPr/>
          </p:nvSpPr>
          <p:spPr>
            <a:xfrm>
              <a:off x="4143724" y="2434825"/>
              <a:ext cx="56886" cy="347052"/>
            </a:xfrm>
            <a:custGeom>
              <a:rect b="b" l="l" r="r" t="t"/>
              <a:pathLst>
                <a:path extrusionOk="0" h="13245" w="2171">
                  <a:moveTo>
                    <a:pt x="1086" y="1"/>
                  </a:moveTo>
                  <a:cubicBezTo>
                    <a:pt x="1081" y="10"/>
                    <a:pt x="1071" y="25"/>
                    <a:pt x="1067" y="34"/>
                  </a:cubicBezTo>
                  <a:lnTo>
                    <a:pt x="908" y="337"/>
                  </a:lnTo>
                  <a:lnTo>
                    <a:pt x="164" y="2463"/>
                  </a:lnTo>
                  <a:cubicBezTo>
                    <a:pt x="58" y="2655"/>
                    <a:pt x="1" y="2876"/>
                    <a:pt x="1" y="3097"/>
                  </a:cubicBezTo>
                  <a:lnTo>
                    <a:pt x="1" y="12284"/>
                  </a:lnTo>
                  <a:cubicBezTo>
                    <a:pt x="1" y="12812"/>
                    <a:pt x="428" y="13244"/>
                    <a:pt x="961" y="13244"/>
                  </a:cubicBezTo>
                  <a:lnTo>
                    <a:pt x="1211" y="13244"/>
                  </a:lnTo>
                  <a:cubicBezTo>
                    <a:pt x="1739" y="13244"/>
                    <a:pt x="2171" y="12812"/>
                    <a:pt x="2171" y="12284"/>
                  </a:cubicBezTo>
                  <a:lnTo>
                    <a:pt x="2171" y="3097"/>
                  </a:lnTo>
                  <a:cubicBezTo>
                    <a:pt x="2171" y="2871"/>
                    <a:pt x="2118" y="2655"/>
                    <a:pt x="2012" y="2458"/>
                  </a:cubicBezTo>
                  <a:lnTo>
                    <a:pt x="1268" y="337"/>
                  </a:lnTo>
                  <a:lnTo>
                    <a:pt x="1110" y="34"/>
                  </a:lnTo>
                  <a:cubicBezTo>
                    <a:pt x="1100" y="25"/>
                    <a:pt x="1095" y="10"/>
                    <a:pt x="1086"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89"/>
            <p:cNvSpPr/>
            <p:nvPr/>
          </p:nvSpPr>
          <p:spPr>
            <a:xfrm>
              <a:off x="4116185" y="2507903"/>
              <a:ext cx="84424" cy="273973"/>
            </a:xfrm>
            <a:custGeom>
              <a:rect b="b" l="l" r="r" t="t"/>
              <a:pathLst>
                <a:path extrusionOk="0" h="10456" w="3222">
                  <a:moveTo>
                    <a:pt x="34" y="1"/>
                  </a:moveTo>
                  <a:cubicBezTo>
                    <a:pt x="10" y="101"/>
                    <a:pt x="1" y="207"/>
                    <a:pt x="1" y="308"/>
                  </a:cubicBezTo>
                  <a:lnTo>
                    <a:pt x="1" y="9495"/>
                  </a:lnTo>
                  <a:cubicBezTo>
                    <a:pt x="1" y="10023"/>
                    <a:pt x="433" y="10455"/>
                    <a:pt x="961" y="10455"/>
                  </a:cubicBezTo>
                  <a:lnTo>
                    <a:pt x="2262" y="10455"/>
                  </a:lnTo>
                  <a:cubicBezTo>
                    <a:pt x="2790" y="10455"/>
                    <a:pt x="3222" y="10023"/>
                    <a:pt x="3222" y="9495"/>
                  </a:cubicBezTo>
                  <a:lnTo>
                    <a:pt x="3222" y="308"/>
                  </a:lnTo>
                  <a:cubicBezTo>
                    <a:pt x="3222" y="207"/>
                    <a:pt x="3212" y="101"/>
                    <a:pt x="3188"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89"/>
            <p:cNvSpPr/>
            <p:nvPr/>
          </p:nvSpPr>
          <p:spPr>
            <a:xfrm>
              <a:off x="4143724" y="2507903"/>
              <a:ext cx="56886" cy="273973"/>
            </a:xfrm>
            <a:custGeom>
              <a:rect b="b" l="l" r="r" t="t"/>
              <a:pathLst>
                <a:path extrusionOk="0" h="10456" w="2171">
                  <a:moveTo>
                    <a:pt x="34" y="1"/>
                  </a:moveTo>
                  <a:cubicBezTo>
                    <a:pt x="10" y="101"/>
                    <a:pt x="1" y="207"/>
                    <a:pt x="1" y="308"/>
                  </a:cubicBezTo>
                  <a:lnTo>
                    <a:pt x="1" y="9495"/>
                  </a:lnTo>
                  <a:cubicBezTo>
                    <a:pt x="1" y="10023"/>
                    <a:pt x="428" y="10455"/>
                    <a:pt x="961" y="10455"/>
                  </a:cubicBezTo>
                  <a:lnTo>
                    <a:pt x="1211" y="10455"/>
                  </a:lnTo>
                  <a:cubicBezTo>
                    <a:pt x="1739" y="10455"/>
                    <a:pt x="2171" y="10023"/>
                    <a:pt x="2171" y="9495"/>
                  </a:cubicBezTo>
                  <a:lnTo>
                    <a:pt x="2171" y="308"/>
                  </a:lnTo>
                  <a:cubicBezTo>
                    <a:pt x="2171" y="207"/>
                    <a:pt x="2161" y="101"/>
                    <a:pt x="213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89"/>
            <p:cNvSpPr/>
            <p:nvPr/>
          </p:nvSpPr>
          <p:spPr>
            <a:xfrm>
              <a:off x="4116316" y="2549906"/>
              <a:ext cx="84293" cy="189077"/>
            </a:xfrm>
            <a:custGeom>
              <a:rect b="b" l="l" r="r" t="t"/>
              <a:pathLst>
                <a:path extrusionOk="0" h="7216" w="3217">
                  <a:moveTo>
                    <a:pt x="0" y="1"/>
                  </a:moveTo>
                  <a:lnTo>
                    <a:pt x="0" y="7216"/>
                  </a:lnTo>
                  <a:lnTo>
                    <a:pt x="3217" y="7216"/>
                  </a:lnTo>
                  <a:lnTo>
                    <a:pt x="3217"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89"/>
            <p:cNvSpPr/>
            <p:nvPr/>
          </p:nvSpPr>
          <p:spPr>
            <a:xfrm>
              <a:off x="4143855" y="2549906"/>
              <a:ext cx="56755" cy="189077"/>
            </a:xfrm>
            <a:custGeom>
              <a:rect b="b" l="l" r="r" t="t"/>
              <a:pathLst>
                <a:path extrusionOk="0" h="7216" w="2166">
                  <a:moveTo>
                    <a:pt x="1" y="1"/>
                  </a:moveTo>
                  <a:lnTo>
                    <a:pt x="1" y="7216"/>
                  </a:lnTo>
                  <a:lnTo>
                    <a:pt x="2166" y="7216"/>
                  </a:lnTo>
                  <a:lnTo>
                    <a:pt x="2166"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89"/>
            <p:cNvSpPr/>
            <p:nvPr/>
          </p:nvSpPr>
          <p:spPr>
            <a:xfrm>
              <a:off x="4110892" y="2421802"/>
              <a:ext cx="95115" cy="365368"/>
            </a:xfrm>
            <a:custGeom>
              <a:rect b="b" l="l" r="r" t="t"/>
              <a:pathLst>
                <a:path extrusionOk="0" h="13944" w="3630">
                  <a:moveTo>
                    <a:pt x="3212" y="3493"/>
                  </a:moveTo>
                  <a:lnTo>
                    <a:pt x="3212" y="4683"/>
                  </a:lnTo>
                  <a:lnTo>
                    <a:pt x="2262" y="4683"/>
                  </a:lnTo>
                  <a:cubicBezTo>
                    <a:pt x="1988" y="4683"/>
                    <a:pt x="1988" y="5096"/>
                    <a:pt x="2262" y="5096"/>
                  </a:cubicBezTo>
                  <a:lnTo>
                    <a:pt x="3217" y="5096"/>
                  </a:lnTo>
                  <a:lnTo>
                    <a:pt x="3217" y="11898"/>
                  </a:lnTo>
                  <a:lnTo>
                    <a:pt x="414" y="11898"/>
                  </a:lnTo>
                  <a:lnTo>
                    <a:pt x="414" y="5096"/>
                  </a:lnTo>
                  <a:lnTo>
                    <a:pt x="1436" y="5096"/>
                  </a:lnTo>
                  <a:cubicBezTo>
                    <a:pt x="1710" y="5096"/>
                    <a:pt x="1710" y="4683"/>
                    <a:pt x="1436" y="4683"/>
                  </a:cubicBezTo>
                  <a:lnTo>
                    <a:pt x="414" y="4683"/>
                  </a:lnTo>
                  <a:lnTo>
                    <a:pt x="414" y="3493"/>
                  </a:lnTo>
                  <a:close/>
                  <a:moveTo>
                    <a:pt x="1815" y="1"/>
                  </a:moveTo>
                  <a:cubicBezTo>
                    <a:pt x="1529" y="1"/>
                    <a:pt x="1242" y="147"/>
                    <a:pt x="1086" y="440"/>
                  </a:cubicBezTo>
                  <a:lnTo>
                    <a:pt x="711" y="1352"/>
                  </a:lnTo>
                  <a:cubicBezTo>
                    <a:pt x="655" y="1517"/>
                    <a:pt x="784" y="1631"/>
                    <a:pt x="912" y="1631"/>
                  </a:cubicBezTo>
                  <a:cubicBezTo>
                    <a:pt x="989" y="1631"/>
                    <a:pt x="1066" y="1589"/>
                    <a:pt x="1100" y="1491"/>
                  </a:cubicBezTo>
                  <a:lnTo>
                    <a:pt x="1451" y="632"/>
                  </a:lnTo>
                  <a:cubicBezTo>
                    <a:pt x="1530" y="486"/>
                    <a:pt x="1673" y="412"/>
                    <a:pt x="1815" y="412"/>
                  </a:cubicBezTo>
                  <a:cubicBezTo>
                    <a:pt x="1957" y="412"/>
                    <a:pt x="2099" y="486"/>
                    <a:pt x="2176" y="632"/>
                  </a:cubicBezTo>
                  <a:lnTo>
                    <a:pt x="3092" y="3080"/>
                  </a:lnTo>
                  <a:lnTo>
                    <a:pt x="539" y="3080"/>
                  </a:lnTo>
                  <a:cubicBezTo>
                    <a:pt x="582" y="2994"/>
                    <a:pt x="539" y="3080"/>
                    <a:pt x="827" y="2274"/>
                  </a:cubicBezTo>
                  <a:cubicBezTo>
                    <a:pt x="883" y="2109"/>
                    <a:pt x="752" y="1995"/>
                    <a:pt x="623" y="1995"/>
                  </a:cubicBezTo>
                  <a:cubicBezTo>
                    <a:pt x="545" y="1995"/>
                    <a:pt x="467" y="2037"/>
                    <a:pt x="433" y="2135"/>
                  </a:cubicBezTo>
                  <a:lnTo>
                    <a:pt x="145" y="2936"/>
                  </a:lnTo>
                  <a:cubicBezTo>
                    <a:pt x="49" y="3143"/>
                    <a:pt x="1" y="3363"/>
                    <a:pt x="1" y="3594"/>
                  </a:cubicBezTo>
                  <a:lnTo>
                    <a:pt x="1" y="4880"/>
                  </a:lnTo>
                  <a:lnTo>
                    <a:pt x="1" y="4890"/>
                  </a:lnTo>
                  <a:lnTo>
                    <a:pt x="1" y="12109"/>
                  </a:lnTo>
                  <a:lnTo>
                    <a:pt x="1" y="12781"/>
                  </a:lnTo>
                  <a:cubicBezTo>
                    <a:pt x="1" y="13199"/>
                    <a:pt x="227" y="13583"/>
                    <a:pt x="591" y="13794"/>
                  </a:cubicBezTo>
                  <a:cubicBezTo>
                    <a:pt x="628" y="13815"/>
                    <a:pt x="664" y="13824"/>
                    <a:pt x="697" y="13824"/>
                  </a:cubicBezTo>
                  <a:cubicBezTo>
                    <a:pt x="883" y="13824"/>
                    <a:pt x="996" y="13548"/>
                    <a:pt x="793" y="13434"/>
                  </a:cubicBezTo>
                  <a:cubicBezTo>
                    <a:pt x="563" y="13300"/>
                    <a:pt x="414" y="13050"/>
                    <a:pt x="414" y="12781"/>
                  </a:cubicBezTo>
                  <a:lnTo>
                    <a:pt x="414" y="12311"/>
                  </a:lnTo>
                  <a:lnTo>
                    <a:pt x="3217" y="12311"/>
                  </a:lnTo>
                  <a:lnTo>
                    <a:pt x="3217" y="12781"/>
                  </a:lnTo>
                  <a:cubicBezTo>
                    <a:pt x="3217" y="13194"/>
                    <a:pt x="2881" y="13530"/>
                    <a:pt x="2468" y="13530"/>
                  </a:cubicBezTo>
                  <a:lnTo>
                    <a:pt x="1499" y="13530"/>
                  </a:lnTo>
                  <a:cubicBezTo>
                    <a:pt x="1225" y="13530"/>
                    <a:pt x="1225" y="13943"/>
                    <a:pt x="1499" y="13943"/>
                  </a:cubicBezTo>
                  <a:lnTo>
                    <a:pt x="2468" y="13943"/>
                  </a:lnTo>
                  <a:cubicBezTo>
                    <a:pt x="3107" y="13943"/>
                    <a:pt x="3630" y="13425"/>
                    <a:pt x="3630" y="12781"/>
                  </a:cubicBezTo>
                  <a:lnTo>
                    <a:pt x="3630" y="3594"/>
                  </a:lnTo>
                  <a:cubicBezTo>
                    <a:pt x="3630" y="3411"/>
                    <a:pt x="3457" y="2874"/>
                    <a:pt x="3457" y="2874"/>
                  </a:cubicBezTo>
                  <a:lnTo>
                    <a:pt x="2545" y="440"/>
                  </a:lnTo>
                  <a:cubicBezTo>
                    <a:pt x="2389" y="147"/>
                    <a:pt x="2102" y="1"/>
                    <a:pt x="18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2" name="Google Shape;19192;p89"/>
          <p:cNvGrpSpPr/>
          <p:nvPr/>
        </p:nvGrpSpPr>
        <p:grpSpPr>
          <a:xfrm>
            <a:off x="2769848" y="3805635"/>
            <a:ext cx="91473" cy="365525"/>
            <a:chOff x="2769848" y="3805635"/>
            <a:chExt cx="91473" cy="365525"/>
          </a:xfrm>
        </p:grpSpPr>
        <p:sp>
          <p:nvSpPr>
            <p:cNvPr id="19193" name="Google Shape;19193;p89"/>
            <p:cNvSpPr/>
            <p:nvPr/>
          </p:nvSpPr>
          <p:spPr>
            <a:xfrm>
              <a:off x="2776268" y="3941390"/>
              <a:ext cx="78765" cy="175373"/>
            </a:xfrm>
            <a:custGeom>
              <a:rect b="b" l="l" r="r" t="t"/>
              <a:pathLst>
                <a:path extrusionOk="0" h="6693" w="3006">
                  <a:moveTo>
                    <a:pt x="557" y="1"/>
                  </a:moveTo>
                  <a:cubicBezTo>
                    <a:pt x="250" y="1"/>
                    <a:pt x="0" y="246"/>
                    <a:pt x="5" y="553"/>
                  </a:cubicBezTo>
                  <a:lnTo>
                    <a:pt x="5" y="6692"/>
                  </a:lnTo>
                  <a:lnTo>
                    <a:pt x="3005" y="6692"/>
                  </a:lnTo>
                  <a:lnTo>
                    <a:pt x="3005" y="553"/>
                  </a:lnTo>
                  <a:cubicBezTo>
                    <a:pt x="3005" y="246"/>
                    <a:pt x="2761" y="1"/>
                    <a:pt x="24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89"/>
            <p:cNvSpPr/>
            <p:nvPr/>
          </p:nvSpPr>
          <p:spPr>
            <a:xfrm>
              <a:off x="2794636" y="3941390"/>
              <a:ext cx="60397" cy="175373"/>
            </a:xfrm>
            <a:custGeom>
              <a:rect b="b" l="l" r="r" t="t"/>
              <a:pathLst>
                <a:path extrusionOk="0" h="6693" w="2305">
                  <a:moveTo>
                    <a:pt x="552" y="1"/>
                  </a:moveTo>
                  <a:cubicBezTo>
                    <a:pt x="245" y="1"/>
                    <a:pt x="0" y="246"/>
                    <a:pt x="0" y="553"/>
                  </a:cubicBezTo>
                  <a:lnTo>
                    <a:pt x="0" y="6692"/>
                  </a:lnTo>
                  <a:lnTo>
                    <a:pt x="2304" y="6692"/>
                  </a:lnTo>
                  <a:lnTo>
                    <a:pt x="2304" y="553"/>
                  </a:lnTo>
                  <a:cubicBezTo>
                    <a:pt x="2304" y="246"/>
                    <a:pt x="2060" y="1"/>
                    <a:pt x="1752"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89"/>
            <p:cNvSpPr/>
            <p:nvPr/>
          </p:nvSpPr>
          <p:spPr>
            <a:xfrm>
              <a:off x="2794636" y="3811216"/>
              <a:ext cx="41531" cy="276856"/>
            </a:xfrm>
            <a:custGeom>
              <a:rect b="b" l="l" r="r" t="t"/>
              <a:pathLst>
                <a:path extrusionOk="0" h="10566" w="1585">
                  <a:moveTo>
                    <a:pt x="145" y="1"/>
                  </a:moveTo>
                  <a:cubicBezTo>
                    <a:pt x="68" y="1"/>
                    <a:pt x="0" y="61"/>
                    <a:pt x="0" y="149"/>
                  </a:cubicBezTo>
                  <a:lnTo>
                    <a:pt x="0" y="9995"/>
                  </a:lnTo>
                  <a:cubicBezTo>
                    <a:pt x="0" y="10311"/>
                    <a:pt x="255" y="10566"/>
                    <a:pt x="571" y="10566"/>
                  </a:cubicBezTo>
                  <a:lnTo>
                    <a:pt x="1013" y="10566"/>
                  </a:lnTo>
                  <a:cubicBezTo>
                    <a:pt x="1330" y="10566"/>
                    <a:pt x="1584" y="10311"/>
                    <a:pt x="1584" y="9995"/>
                  </a:cubicBezTo>
                  <a:lnTo>
                    <a:pt x="1584" y="874"/>
                  </a:lnTo>
                  <a:lnTo>
                    <a:pt x="754" y="351"/>
                  </a:lnTo>
                  <a:lnTo>
                    <a:pt x="226" y="25"/>
                  </a:lnTo>
                  <a:cubicBezTo>
                    <a:pt x="200" y="8"/>
                    <a:pt x="172" y="1"/>
                    <a:pt x="14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89"/>
            <p:cNvSpPr/>
            <p:nvPr/>
          </p:nvSpPr>
          <p:spPr>
            <a:xfrm>
              <a:off x="2814628" y="3820387"/>
              <a:ext cx="21905" cy="250575"/>
            </a:xfrm>
            <a:custGeom>
              <a:rect b="b" l="l" r="r" t="t"/>
              <a:pathLst>
                <a:path extrusionOk="0" h="9563" w="836">
                  <a:moveTo>
                    <a:pt x="0" y="1"/>
                  </a:moveTo>
                  <a:lnTo>
                    <a:pt x="0" y="8992"/>
                  </a:lnTo>
                  <a:cubicBezTo>
                    <a:pt x="0" y="9309"/>
                    <a:pt x="260" y="9563"/>
                    <a:pt x="572" y="9563"/>
                  </a:cubicBezTo>
                  <a:lnTo>
                    <a:pt x="836" y="9563"/>
                  </a:lnTo>
                  <a:lnTo>
                    <a:pt x="836" y="524"/>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89"/>
            <p:cNvSpPr/>
            <p:nvPr/>
          </p:nvSpPr>
          <p:spPr>
            <a:xfrm>
              <a:off x="2776268" y="4028303"/>
              <a:ext cx="78896" cy="32858"/>
            </a:xfrm>
            <a:custGeom>
              <a:rect b="b" l="l" r="r" t="t"/>
              <a:pathLst>
                <a:path extrusionOk="0" h="1254" w="3011">
                  <a:moveTo>
                    <a:pt x="629" y="1"/>
                  </a:moveTo>
                  <a:cubicBezTo>
                    <a:pt x="279" y="1"/>
                    <a:pt x="0" y="279"/>
                    <a:pt x="0" y="630"/>
                  </a:cubicBezTo>
                  <a:cubicBezTo>
                    <a:pt x="0" y="975"/>
                    <a:pt x="279" y="1254"/>
                    <a:pt x="629" y="1254"/>
                  </a:cubicBezTo>
                  <a:lnTo>
                    <a:pt x="2381" y="1254"/>
                  </a:lnTo>
                  <a:cubicBezTo>
                    <a:pt x="2732" y="1254"/>
                    <a:pt x="3010" y="975"/>
                    <a:pt x="3010" y="630"/>
                  </a:cubicBezTo>
                  <a:cubicBezTo>
                    <a:pt x="3010" y="279"/>
                    <a:pt x="2732" y="1"/>
                    <a:pt x="23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89"/>
            <p:cNvSpPr/>
            <p:nvPr/>
          </p:nvSpPr>
          <p:spPr>
            <a:xfrm>
              <a:off x="2776634" y="4107933"/>
              <a:ext cx="78398" cy="57750"/>
            </a:xfrm>
            <a:custGeom>
              <a:rect b="b" l="l" r="r" t="t"/>
              <a:pathLst>
                <a:path extrusionOk="0" h="2204" w="2992">
                  <a:moveTo>
                    <a:pt x="1" y="0"/>
                  </a:moveTo>
                  <a:lnTo>
                    <a:pt x="1" y="701"/>
                  </a:lnTo>
                  <a:cubicBezTo>
                    <a:pt x="1" y="1532"/>
                    <a:pt x="673" y="2204"/>
                    <a:pt x="1503" y="2204"/>
                  </a:cubicBezTo>
                  <a:cubicBezTo>
                    <a:pt x="1618" y="2204"/>
                    <a:pt x="1739" y="2189"/>
                    <a:pt x="1849" y="2160"/>
                  </a:cubicBezTo>
                  <a:lnTo>
                    <a:pt x="1911" y="2146"/>
                  </a:lnTo>
                  <a:cubicBezTo>
                    <a:pt x="1931" y="2141"/>
                    <a:pt x="1950" y="2132"/>
                    <a:pt x="1969" y="2127"/>
                  </a:cubicBezTo>
                  <a:lnTo>
                    <a:pt x="1993" y="2117"/>
                  </a:lnTo>
                  <a:cubicBezTo>
                    <a:pt x="2017" y="2112"/>
                    <a:pt x="2041" y="2103"/>
                    <a:pt x="2060" y="2093"/>
                  </a:cubicBezTo>
                  <a:lnTo>
                    <a:pt x="2089" y="2084"/>
                  </a:lnTo>
                  <a:lnTo>
                    <a:pt x="2118" y="2069"/>
                  </a:lnTo>
                  <a:lnTo>
                    <a:pt x="2147" y="2055"/>
                  </a:lnTo>
                  <a:lnTo>
                    <a:pt x="2175" y="2045"/>
                  </a:lnTo>
                  <a:lnTo>
                    <a:pt x="2199" y="2031"/>
                  </a:lnTo>
                  <a:cubicBezTo>
                    <a:pt x="2247" y="2007"/>
                    <a:pt x="2291" y="1978"/>
                    <a:pt x="2334" y="1949"/>
                  </a:cubicBezTo>
                  <a:lnTo>
                    <a:pt x="2358" y="1935"/>
                  </a:lnTo>
                  <a:lnTo>
                    <a:pt x="2387" y="1916"/>
                  </a:lnTo>
                  <a:lnTo>
                    <a:pt x="2411" y="1896"/>
                  </a:lnTo>
                  <a:lnTo>
                    <a:pt x="2435" y="1877"/>
                  </a:lnTo>
                  <a:cubicBezTo>
                    <a:pt x="2473" y="1848"/>
                    <a:pt x="2507" y="1815"/>
                    <a:pt x="2540" y="1786"/>
                  </a:cubicBezTo>
                  <a:lnTo>
                    <a:pt x="2564" y="1762"/>
                  </a:lnTo>
                  <a:lnTo>
                    <a:pt x="2588" y="1738"/>
                  </a:lnTo>
                  <a:lnTo>
                    <a:pt x="2612" y="1709"/>
                  </a:lnTo>
                  <a:lnTo>
                    <a:pt x="2636" y="1685"/>
                  </a:lnTo>
                  <a:lnTo>
                    <a:pt x="2660" y="1656"/>
                  </a:lnTo>
                  <a:cubicBezTo>
                    <a:pt x="2679" y="1632"/>
                    <a:pt x="2703" y="1599"/>
                    <a:pt x="2723" y="1570"/>
                  </a:cubicBezTo>
                  <a:lnTo>
                    <a:pt x="2747" y="1541"/>
                  </a:lnTo>
                  <a:cubicBezTo>
                    <a:pt x="2756" y="1522"/>
                    <a:pt x="2771" y="1503"/>
                    <a:pt x="2780" y="1484"/>
                  </a:cubicBezTo>
                  <a:cubicBezTo>
                    <a:pt x="2790" y="1469"/>
                    <a:pt x="2795" y="1460"/>
                    <a:pt x="2799" y="1450"/>
                  </a:cubicBezTo>
                  <a:lnTo>
                    <a:pt x="2819" y="1416"/>
                  </a:lnTo>
                  <a:lnTo>
                    <a:pt x="2833" y="1392"/>
                  </a:lnTo>
                  <a:cubicBezTo>
                    <a:pt x="2881" y="1301"/>
                    <a:pt x="2919" y="1205"/>
                    <a:pt x="2943" y="1109"/>
                  </a:cubicBezTo>
                  <a:cubicBezTo>
                    <a:pt x="2953" y="1085"/>
                    <a:pt x="2958" y="1056"/>
                    <a:pt x="2963" y="1042"/>
                  </a:cubicBezTo>
                  <a:cubicBezTo>
                    <a:pt x="2963" y="1027"/>
                    <a:pt x="2967" y="1013"/>
                    <a:pt x="2972" y="1003"/>
                  </a:cubicBezTo>
                  <a:cubicBezTo>
                    <a:pt x="2972" y="989"/>
                    <a:pt x="2977" y="979"/>
                    <a:pt x="2977" y="970"/>
                  </a:cubicBezTo>
                  <a:cubicBezTo>
                    <a:pt x="2977" y="960"/>
                    <a:pt x="2982" y="951"/>
                    <a:pt x="2982" y="936"/>
                  </a:cubicBezTo>
                  <a:cubicBezTo>
                    <a:pt x="2982" y="927"/>
                    <a:pt x="2987" y="907"/>
                    <a:pt x="2987" y="898"/>
                  </a:cubicBezTo>
                  <a:cubicBezTo>
                    <a:pt x="2991" y="888"/>
                    <a:pt x="2991" y="879"/>
                    <a:pt x="2991" y="874"/>
                  </a:cubicBezTo>
                  <a:cubicBezTo>
                    <a:pt x="2991" y="864"/>
                    <a:pt x="2987" y="864"/>
                    <a:pt x="2991" y="855"/>
                  </a:cubicBezTo>
                  <a:cubicBezTo>
                    <a:pt x="2991" y="840"/>
                    <a:pt x="2991" y="831"/>
                    <a:pt x="2991" y="816"/>
                  </a:cubicBezTo>
                  <a:lnTo>
                    <a:pt x="2991" y="773"/>
                  </a:lnTo>
                  <a:lnTo>
                    <a:pt x="2991" y="739"/>
                  </a:lnTo>
                  <a:lnTo>
                    <a:pt x="2991" y="701"/>
                  </a:lnTo>
                  <a:lnTo>
                    <a:pt x="299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89"/>
            <p:cNvSpPr/>
            <p:nvPr/>
          </p:nvSpPr>
          <p:spPr>
            <a:xfrm>
              <a:off x="2794871" y="4107933"/>
              <a:ext cx="60161" cy="56624"/>
            </a:xfrm>
            <a:custGeom>
              <a:rect b="b" l="l" r="r" t="t"/>
              <a:pathLst>
                <a:path extrusionOk="0" h="2161" w="2296">
                  <a:moveTo>
                    <a:pt x="1" y="0"/>
                  </a:moveTo>
                  <a:lnTo>
                    <a:pt x="1" y="701"/>
                  </a:lnTo>
                  <a:cubicBezTo>
                    <a:pt x="1" y="1397"/>
                    <a:pt x="476" y="2002"/>
                    <a:pt x="1153" y="2160"/>
                  </a:cubicBezTo>
                  <a:lnTo>
                    <a:pt x="1215" y="2146"/>
                  </a:lnTo>
                  <a:lnTo>
                    <a:pt x="1273" y="2127"/>
                  </a:lnTo>
                  <a:lnTo>
                    <a:pt x="1297" y="2117"/>
                  </a:lnTo>
                  <a:cubicBezTo>
                    <a:pt x="1321" y="2112"/>
                    <a:pt x="1345" y="2103"/>
                    <a:pt x="1364" y="2093"/>
                  </a:cubicBezTo>
                  <a:lnTo>
                    <a:pt x="1393" y="2084"/>
                  </a:lnTo>
                  <a:lnTo>
                    <a:pt x="1422" y="2069"/>
                  </a:lnTo>
                  <a:lnTo>
                    <a:pt x="1451" y="2055"/>
                  </a:lnTo>
                  <a:lnTo>
                    <a:pt x="1479" y="2045"/>
                  </a:lnTo>
                  <a:lnTo>
                    <a:pt x="1503" y="2031"/>
                  </a:lnTo>
                  <a:cubicBezTo>
                    <a:pt x="1551" y="2007"/>
                    <a:pt x="1595" y="1978"/>
                    <a:pt x="1638" y="1949"/>
                  </a:cubicBezTo>
                  <a:lnTo>
                    <a:pt x="1662" y="1935"/>
                  </a:lnTo>
                  <a:lnTo>
                    <a:pt x="1691" y="1916"/>
                  </a:lnTo>
                  <a:lnTo>
                    <a:pt x="1715" y="1896"/>
                  </a:lnTo>
                  <a:lnTo>
                    <a:pt x="1739" y="1877"/>
                  </a:lnTo>
                  <a:cubicBezTo>
                    <a:pt x="1777" y="1848"/>
                    <a:pt x="1811" y="1815"/>
                    <a:pt x="1844" y="1786"/>
                  </a:cubicBezTo>
                  <a:lnTo>
                    <a:pt x="1868" y="1762"/>
                  </a:lnTo>
                  <a:lnTo>
                    <a:pt x="1892" y="1738"/>
                  </a:lnTo>
                  <a:lnTo>
                    <a:pt x="1916" y="1709"/>
                  </a:lnTo>
                  <a:lnTo>
                    <a:pt x="1940" y="1685"/>
                  </a:lnTo>
                  <a:lnTo>
                    <a:pt x="1964" y="1656"/>
                  </a:lnTo>
                  <a:cubicBezTo>
                    <a:pt x="1983" y="1632"/>
                    <a:pt x="2007" y="1599"/>
                    <a:pt x="2027" y="1570"/>
                  </a:cubicBezTo>
                  <a:lnTo>
                    <a:pt x="2051" y="1541"/>
                  </a:lnTo>
                  <a:cubicBezTo>
                    <a:pt x="2060" y="1522"/>
                    <a:pt x="2075" y="1503"/>
                    <a:pt x="2084" y="1484"/>
                  </a:cubicBezTo>
                  <a:cubicBezTo>
                    <a:pt x="2094" y="1469"/>
                    <a:pt x="2099" y="1460"/>
                    <a:pt x="2103" y="1450"/>
                  </a:cubicBezTo>
                  <a:lnTo>
                    <a:pt x="2123" y="1416"/>
                  </a:lnTo>
                  <a:lnTo>
                    <a:pt x="2137" y="1392"/>
                  </a:lnTo>
                  <a:cubicBezTo>
                    <a:pt x="2185" y="1301"/>
                    <a:pt x="2223" y="1205"/>
                    <a:pt x="2247" y="1109"/>
                  </a:cubicBezTo>
                  <a:cubicBezTo>
                    <a:pt x="2257" y="1085"/>
                    <a:pt x="2262" y="1056"/>
                    <a:pt x="2267" y="1042"/>
                  </a:cubicBezTo>
                  <a:cubicBezTo>
                    <a:pt x="2267" y="1027"/>
                    <a:pt x="2271" y="1013"/>
                    <a:pt x="2276" y="1003"/>
                  </a:cubicBezTo>
                  <a:cubicBezTo>
                    <a:pt x="2276" y="989"/>
                    <a:pt x="2281" y="979"/>
                    <a:pt x="2281" y="970"/>
                  </a:cubicBezTo>
                  <a:cubicBezTo>
                    <a:pt x="2281" y="960"/>
                    <a:pt x="2286" y="951"/>
                    <a:pt x="2286" y="936"/>
                  </a:cubicBezTo>
                  <a:cubicBezTo>
                    <a:pt x="2286" y="927"/>
                    <a:pt x="2291" y="907"/>
                    <a:pt x="2291" y="898"/>
                  </a:cubicBezTo>
                  <a:cubicBezTo>
                    <a:pt x="2295" y="888"/>
                    <a:pt x="2295" y="879"/>
                    <a:pt x="2295" y="874"/>
                  </a:cubicBezTo>
                  <a:cubicBezTo>
                    <a:pt x="2295" y="864"/>
                    <a:pt x="2291" y="864"/>
                    <a:pt x="2295" y="855"/>
                  </a:cubicBezTo>
                  <a:cubicBezTo>
                    <a:pt x="2295" y="840"/>
                    <a:pt x="2295" y="831"/>
                    <a:pt x="2295" y="816"/>
                  </a:cubicBezTo>
                  <a:lnTo>
                    <a:pt x="2295" y="773"/>
                  </a:lnTo>
                  <a:lnTo>
                    <a:pt x="2295" y="739"/>
                  </a:lnTo>
                  <a:lnTo>
                    <a:pt x="2295" y="701"/>
                  </a:lnTo>
                  <a:lnTo>
                    <a:pt x="229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89"/>
            <p:cNvSpPr/>
            <p:nvPr/>
          </p:nvSpPr>
          <p:spPr>
            <a:xfrm>
              <a:off x="2769848" y="3805635"/>
              <a:ext cx="91473" cy="365525"/>
            </a:xfrm>
            <a:custGeom>
              <a:rect b="b" l="l" r="r" t="t"/>
              <a:pathLst>
                <a:path extrusionOk="0" h="13950" w="3491">
                  <a:moveTo>
                    <a:pt x="1167" y="2172"/>
                  </a:moveTo>
                  <a:lnTo>
                    <a:pt x="2334" y="2902"/>
                  </a:lnTo>
                  <a:lnTo>
                    <a:pt x="2334" y="4068"/>
                  </a:lnTo>
                  <a:lnTo>
                    <a:pt x="1167" y="3338"/>
                  </a:lnTo>
                  <a:lnTo>
                    <a:pt x="1167" y="2172"/>
                  </a:lnTo>
                  <a:close/>
                  <a:moveTo>
                    <a:pt x="1167" y="3833"/>
                  </a:moveTo>
                  <a:lnTo>
                    <a:pt x="2334" y="4563"/>
                  </a:lnTo>
                  <a:lnTo>
                    <a:pt x="2334" y="5729"/>
                  </a:lnTo>
                  <a:lnTo>
                    <a:pt x="1177" y="5009"/>
                  </a:lnTo>
                  <a:lnTo>
                    <a:pt x="1172" y="5004"/>
                  </a:lnTo>
                  <a:cubicBezTo>
                    <a:pt x="1167" y="4894"/>
                    <a:pt x="1167" y="4270"/>
                    <a:pt x="1167" y="3833"/>
                  </a:cubicBezTo>
                  <a:close/>
                  <a:moveTo>
                    <a:pt x="1167" y="5489"/>
                  </a:moveTo>
                  <a:lnTo>
                    <a:pt x="2334" y="6223"/>
                  </a:lnTo>
                  <a:lnTo>
                    <a:pt x="2334" y="7390"/>
                  </a:lnTo>
                  <a:lnTo>
                    <a:pt x="1167" y="6660"/>
                  </a:lnTo>
                  <a:lnTo>
                    <a:pt x="1167" y="5489"/>
                  </a:lnTo>
                  <a:close/>
                  <a:moveTo>
                    <a:pt x="1167" y="7150"/>
                  </a:moveTo>
                  <a:lnTo>
                    <a:pt x="2334" y="7879"/>
                  </a:lnTo>
                  <a:lnTo>
                    <a:pt x="2334" y="8287"/>
                  </a:lnTo>
                  <a:lnTo>
                    <a:pt x="1167" y="8287"/>
                  </a:lnTo>
                  <a:lnTo>
                    <a:pt x="1167" y="7150"/>
                  </a:lnTo>
                  <a:close/>
                  <a:moveTo>
                    <a:pt x="3044" y="5388"/>
                  </a:moveTo>
                  <a:lnTo>
                    <a:pt x="3044" y="8403"/>
                  </a:lnTo>
                  <a:cubicBezTo>
                    <a:pt x="2953" y="8350"/>
                    <a:pt x="2857" y="8316"/>
                    <a:pt x="2751" y="8302"/>
                  </a:cubicBezTo>
                  <a:lnTo>
                    <a:pt x="2751" y="5388"/>
                  </a:lnTo>
                  <a:close/>
                  <a:moveTo>
                    <a:pt x="2059" y="8710"/>
                  </a:moveTo>
                  <a:cubicBezTo>
                    <a:pt x="2726" y="8710"/>
                    <a:pt x="2689" y="8712"/>
                    <a:pt x="2751" y="8729"/>
                  </a:cubicBezTo>
                  <a:cubicBezTo>
                    <a:pt x="3207" y="8868"/>
                    <a:pt x="3106" y="9545"/>
                    <a:pt x="2626" y="9545"/>
                  </a:cubicBezTo>
                  <a:cubicBezTo>
                    <a:pt x="1784" y="9545"/>
                    <a:pt x="1335" y="9547"/>
                    <a:pt x="1090" y="9547"/>
                  </a:cubicBezTo>
                  <a:cubicBezTo>
                    <a:pt x="784" y="9547"/>
                    <a:pt x="795" y="9544"/>
                    <a:pt x="749" y="9531"/>
                  </a:cubicBezTo>
                  <a:cubicBezTo>
                    <a:pt x="591" y="9478"/>
                    <a:pt x="476" y="9344"/>
                    <a:pt x="457" y="9180"/>
                  </a:cubicBezTo>
                  <a:lnTo>
                    <a:pt x="457" y="9080"/>
                  </a:lnTo>
                  <a:cubicBezTo>
                    <a:pt x="481" y="8868"/>
                    <a:pt x="658" y="8710"/>
                    <a:pt x="869" y="8710"/>
                  </a:cubicBezTo>
                  <a:cubicBezTo>
                    <a:pt x="1413" y="8710"/>
                    <a:pt x="1792" y="8710"/>
                    <a:pt x="2059" y="8710"/>
                  </a:cubicBezTo>
                  <a:close/>
                  <a:moveTo>
                    <a:pt x="3044" y="9852"/>
                  </a:moveTo>
                  <a:lnTo>
                    <a:pt x="3044" y="11331"/>
                  </a:lnTo>
                  <a:lnTo>
                    <a:pt x="2823" y="11331"/>
                  </a:lnTo>
                  <a:cubicBezTo>
                    <a:pt x="2545" y="11331"/>
                    <a:pt x="2545" y="11748"/>
                    <a:pt x="2823" y="11748"/>
                  </a:cubicBezTo>
                  <a:lnTo>
                    <a:pt x="3044" y="11748"/>
                  </a:lnTo>
                  <a:cubicBezTo>
                    <a:pt x="3030" y="12099"/>
                    <a:pt x="3092" y="12372"/>
                    <a:pt x="2948" y="12728"/>
                  </a:cubicBezTo>
                  <a:cubicBezTo>
                    <a:pt x="2948" y="12728"/>
                    <a:pt x="2948" y="12728"/>
                    <a:pt x="2948" y="12732"/>
                  </a:cubicBezTo>
                  <a:cubicBezTo>
                    <a:pt x="2857" y="12944"/>
                    <a:pt x="2713" y="13131"/>
                    <a:pt x="2526" y="13275"/>
                  </a:cubicBezTo>
                  <a:cubicBezTo>
                    <a:pt x="2482" y="13299"/>
                    <a:pt x="2179" y="13533"/>
                    <a:pt x="1745" y="13533"/>
                  </a:cubicBezTo>
                  <a:cubicBezTo>
                    <a:pt x="1651" y="13533"/>
                    <a:pt x="1550" y="13522"/>
                    <a:pt x="1445" y="13496"/>
                  </a:cubicBezTo>
                  <a:cubicBezTo>
                    <a:pt x="1052" y="13400"/>
                    <a:pt x="721" y="13126"/>
                    <a:pt x="562" y="12752"/>
                  </a:cubicBezTo>
                  <a:cubicBezTo>
                    <a:pt x="409" y="12392"/>
                    <a:pt x="471" y="12185"/>
                    <a:pt x="457" y="11748"/>
                  </a:cubicBezTo>
                  <a:lnTo>
                    <a:pt x="1988" y="11748"/>
                  </a:lnTo>
                  <a:cubicBezTo>
                    <a:pt x="2266" y="11748"/>
                    <a:pt x="2266" y="11326"/>
                    <a:pt x="1988" y="11326"/>
                  </a:cubicBezTo>
                  <a:lnTo>
                    <a:pt x="457" y="11326"/>
                  </a:lnTo>
                  <a:lnTo>
                    <a:pt x="457" y="9852"/>
                  </a:lnTo>
                  <a:cubicBezTo>
                    <a:pt x="543" y="9900"/>
                    <a:pt x="644" y="9939"/>
                    <a:pt x="749" y="9953"/>
                  </a:cubicBezTo>
                  <a:lnTo>
                    <a:pt x="749" y="10774"/>
                  </a:lnTo>
                  <a:cubicBezTo>
                    <a:pt x="749" y="10889"/>
                    <a:pt x="841" y="10985"/>
                    <a:pt x="956" y="10985"/>
                  </a:cubicBezTo>
                  <a:lnTo>
                    <a:pt x="2540" y="10985"/>
                  </a:lnTo>
                  <a:cubicBezTo>
                    <a:pt x="2655" y="10985"/>
                    <a:pt x="2751" y="10889"/>
                    <a:pt x="2751" y="10774"/>
                  </a:cubicBezTo>
                  <a:lnTo>
                    <a:pt x="2751" y="10476"/>
                  </a:lnTo>
                  <a:cubicBezTo>
                    <a:pt x="2751" y="10337"/>
                    <a:pt x="2646" y="10268"/>
                    <a:pt x="2540" y="10268"/>
                  </a:cubicBezTo>
                  <a:cubicBezTo>
                    <a:pt x="2434" y="10268"/>
                    <a:pt x="2329" y="10337"/>
                    <a:pt x="2329" y="10476"/>
                  </a:cubicBezTo>
                  <a:lnTo>
                    <a:pt x="2329" y="10568"/>
                  </a:lnTo>
                  <a:lnTo>
                    <a:pt x="1167" y="10568"/>
                  </a:lnTo>
                  <a:lnTo>
                    <a:pt x="1167" y="9963"/>
                  </a:lnTo>
                  <a:lnTo>
                    <a:pt x="2626" y="9963"/>
                  </a:lnTo>
                  <a:cubicBezTo>
                    <a:pt x="2775" y="9963"/>
                    <a:pt x="2919" y="9924"/>
                    <a:pt x="3044" y="9852"/>
                  </a:cubicBezTo>
                  <a:close/>
                  <a:moveTo>
                    <a:pt x="1106" y="0"/>
                  </a:moveTo>
                  <a:cubicBezTo>
                    <a:pt x="921" y="0"/>
                    <a:pt x="749" y="149"/>
                    <a:pt x="749" y="358"/>
                  </a:cubicBezTo>
                  <a:lnTo>
                    <a:pt x="749" y="703"/>
                  </a:lnTo>
                  <a:cubicBezTo>
                    <a:pt x="749" y="842"/>
                    <a:pt x="855" y="912"/>
                    <a:pt x="961" y="912"/>
                  </a:cubicBezTo>
                  <a:cubicBezTo>
                    <a:pt x="1066" y="912"/>
                    <a:pt x="1172" y="842"/>
                    <a:pt x="1172" y="703"/>
                  </a:cubicBezTo>
                  <a:lnTo>
                    <a:pt x="1172" y="468"/>
                  </a:lnTo>
                  <a:lnTo>
                    <a:pt x="2334" y="1198"/>
                  </a:lnTo>
                  <a:lnTo>
                    <a:pt x="2334" y="2407"/>
                  </a:lnTo>
                  <a:lnTo>
                    <a:pt x="1167" y="1678"/>
                  </a:lnTo>
                  <a:lnTo>
                    <a:pt x="1167" y="1543"/>
                  </a:lnTo>
                  <a:cubicBezTo>
                    <a:pt x="1167" y="1402"/>
                    <a:pt x="1063" y="1331"/>
                    <a:pt x="958" y="1331"/>
                  </a:cubicBezTo>
                  <a:cubicBezTo>
                    <a:pt x="854" y="1331"/>
                    <a:pt x="749" y="1402"/>
                    <a:pt x="749" y="1543"/>
                  </a:cubicBezTo>
                  <a:lnTo>
                    <a:pt x="749" y="4971"/>
                  </a:lnTo>
                  <a:lnTo>
                    <a:pt x="245" y="4971"/>
                  </a:lnTo>
                  <a:cubicBezTo>
                    <a:pt x="130" y="4971"/>
                    <a:pt x="34" y="5067"/>
                    <a:pt x="34" y="5182"/>
                  </a:cubicBezTo>
                  <a:lnTo>
                    <a:pt x="34" y="7063"/>
                  </a:lnTo>
                  <a:cubicBezTo>
                    <a:pt x="34" y="7203"/>
                    <a:pt x="140" y="7272"/>
                    <a:pt x="245" y="7272"/>
                  </a:cubicBezTo>
                  <a:cubicBezTo>
                    <a:pt x="351" y="7272"/>
                    <a:pt x="457" y="7203"/>
                    <a:pt x="457" y="7063"/>
                  </a:cubicBezTo>
                  <a:lnTo>
                    <a:pt x="457" y="5388"/>
                  </a:lnTo>
                  <a:lnTo>
                    <a:pt x="749" y="5388"/>
                  </a:lnTo>
                  <a:lnTo>
                    <a:pt x="749" y="8297"/>
                  </a:lnTo>
                  <a:cubicBezTo>
                    <a:pt x="644" y="8311"/>
                    <a:pt x="543" y="8350"/>
                    <a:pt x="457" y="8403"/>
                  </a:cubicBezTo>
                  <a:lnTo>
                    <a:pt x="457" y="7899"/>
                  </a:lnTo>
                  <a:cubicBezTo>
                    <a:pt x="457" y="7759"/>
                    <a:pt x="351" y="7690"/>
                    <a:pt x="245" y="7690"/>
                  </a:cubicBezTo>
                  <a:cubicBezTo>
                    <a:pt x="140" y="7690"/>
                    <a:pt x="34" y="7759"/>
                    <a:pt x="34" y="7899"/>
                  </a:cubicBezTo>
                  <a:lnTo>
                    <a:pt x="34" y="11859"/>
                  </a:lnTo>
                  <a:cubicBezTo>
                    <a:pt x="44" y="12142"/>
                    <a:pt x="1" y="12387"/>
                    <a:pt x="111" y="12747"/>
                  </a:cubicBezTo>
                  <a:cubicBezTo>
                    <a:pt x="111" y="12747"/>
                    <a:pt x="111" y="12752"/>
                    <a:pt x="111" y="12752"/>
                  </a:cubicBezTo>
                  <a:cubicBezTo>
                    <a:pt x="348" y="13504"/>
                    <a:pt x="1035" y="13949"/>
                    <a:pt x="1748" y="13949"/>
                  </a:cubicBezTo>
                  <a:cubicBezTo>
                    <a:pt x="2091" y="13949"/>
                    <a:pt x="2439" y="13847"/>
                    <a:pt x="2746" y="13625"/>
                  </a:cubicBezTo>
                  <a:lnTo>
                    <a:pt x="2799" y="13587"/>
                  </a:lnTo>
                  <a:cubicBezTo>
                    <a:pt x="3034" y="13400"/>
                    <a:pt x="3217" y="13160"/>
                    <a:pt x="3332" y="12886"/>
                  </a:cubicBezTo>
                  <a:cubicBezTo>
                    <a:pt x="3490" y="12507"/>
                    <a:pt x="3462" y="12276"/>
                    <a:pt x="3462" y="11537"/>
                  </a:cubicBezTo>
                  <a:lnTo>
                    <a:pt x="3462" y="5177"/>
                  </a:lnTo>
                  <a:cubicBezTo>
                    <a:pt x="3462" y="5062"/>
                    <a:pt x="3366" y="4971"/>
                    <a:pt x="3250" y="4971"/>
                  </a:cubicBezTo>
                  <a:lnTo>
                    <a:pt x="2751" y="4971"/>
                  </a:lnTo>
                  <a:lnTo>
                    <a:pt x="2751" y="1087"/>
                  </a:lnTo>
                  <a:cubicBezTo>
                    <a:pt x="2751" y="1015"/>
                    <a:pt x="2718" y="948"/>
                    <a:pt x="2655" y="910"/>
                  </a:cubicBezTo>
                  <a:lnTo>
                    <a:pt x="1292" y="55"/>
                  </a:lnTo>
                  <a:cubicBezTo>
                    <a:pt x="1232" y="17"/>
                    <a:pt x="1168" y="0"/>
                    <a:pt x="11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01" name="Google Shape;19201;p89"/>
          <p:cNvGrpSpPr/>
          <p:nvPr/>
        </p:nvGrpSpPr>
        <p:grpSpPr>
          <a:xfrm>
            <a:off x="1794067" y="2421750"/>
            <a:ext cx="269807" cy="365525"/>
            <a:chOff x="1794067" y="2421750"/>
            <a:chExt cx="269807" cy="365525"/>
          </a:xfrm>
        </p:grpSpPr>
        <p:sp>
          <p:nvSpPr>
            <p:cNvPr id="19202" name="Google Shape;19202;p89"/>
            <p:cNvSpPr/>
            <p:nvPr/>
          </p:nvSpPr>
          <p:spPr>
            <a:xfrm>
              <a:off x="1812304" y="2427278"/>
              <a:ext cx="235980" cy="154228"/>
            </a:xfrm>
            <a:custGeom>
              <a:rect b="b" l="l" r="r" t="t"/>
              <a:pathLst>
                <a:path extrusionOk="0" h="5886" w="9006">
                  <a:moveTo>
                    <a:pt x="629" y="1"/>
                  </a:moveTo>
                  <a:cubicBezTo>
                    <a:pt x="283" y="1"/>
                    <a:pt x="0" y="279"/>
                    <a:pt x="0" y="625"/>
                  </a:cubicBezTo>
                  <a:lnTo>
                    <a:pt x="0" y="5886"/>
                  </a:lnTo>
                  <a:lnTo>
                    <a:pt x="9005" y="5886"/>
                  </a:lnTo>
                  <a:lnTo>
                    <a:pt x="9005" y="625"/>
                  </a:lnTo>
                  <a:cubicBezTo>
                    <a:pt x="9005" y="279"/>
                    <a:pt x="8727" y="1"/>
                    <a:pt x="838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89"/>
            <p:cNvSpPr/>
            <p:nvPr/>
          </p:nvSpPr>
          <p:spPr>
            <a:xfrm>
              <a:off x="1799334" y="2581480"/>
              <a:ext cx="258881" cy="45173"/>
            </a:xfrm>
            <a:custGeom>
              <a:rect b="b" l="l" r="r" t="t"/>
              <a:pathLst>
                <a:path extrusionOk="0" h="1724" w="9880">
                  <a:moveTo>
                    <a:pt x="495" y="1"/>
                  </a:moveTo>
                  <a:lnTo>
                    <a:pt x="1" y="1724"/>
                  </a:lnTo>
                  <a:lnTo>
                    <a:pt x="9880" y="1724"/>
                  </a:lnTo>
                  <a:lnTo>
                    <a:pt x="9496"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89"/>
            <p:cNvSpPr/>
            <p:nvPr/>
          </p:nvSpPr>
          <p:spPr>
            <a:xfrm>
              <a:off x="1799334" y="2626653"/>
              <a:ext cx="258881" cy="57750"/>
            </a:xfrm>
            <a:custGeom>
              <a:rect b="b" l="l" r="r" t="t"/>
              <a:pathLst>
                <a:path extrusionOk="0" h="2204" w="9880">
                  <a:moveTo>
                    <a:pt x="1" y="0"/>
                  </a:moveTo>
                  <a:lnTo>
                    <a:pt x="1" y="1896"/>
                  </a:lnTo>
                  <a:cubicBezTo>
                    <a:pt x="1" y="2064"/>
                    <a:pt x="140" y="2203"/>
                    <a:pt x="308" y="2203"/>
                  </a:cubicBezTo>
                  <a:lnTo>
                    <a:pt x="9572" y="2203"/>
                  </a:lnTo>
                  <a:cubicBezTo>
                    <a:pt x="9741" y="2203"/>
                    <a:pt x="9880" y="2064"/>
                    <a:pt x="9880" y="1896"/>
                  </a:cubicBezTo>
                  <a:lnTo>
                    <a:pt x="98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89"/>
            <p:cNvSpPr/>
            <p:nvPr/>
          </p:nvSpPr>
          <p:spPr>
            <a:xfrm>
              <a:off x="1832663" y="2427278"/>
              <a:ext cx="215620" cy="154228"/>
            </a:xfrm>
            <a:custGeom>
              <a:rect b="b" l="l" r="r" t="t"/>
              <a:pathLst>
                <a:path extrusionOk="0" h="5886" w="8229">
                  <a:moveTo>
                    <a:pt x="625" y="1"/>
                  </a:moveTo>
                  <a:cubicBezTo>
                    <a:pt x="279" y="1"/>
                    <a:pt x="1" y="279"/>
                    <a:pt x="1" y="625"/>
                  </a:cubicBezTo>
                  <a:lnTo>
                    <a:pt x="1" y="5886"/>
                  </a:lnTo>
                  <a:lnTo>
                    <a:pt x="8228" y="5886"/>
                  </a:lnTo>
                  <a:lnTo>
                    <a:pt x="8228" y="625"/>
                  </a:lnTo>
                  <a:cubicBezTo>
                    <a:pt x="8228" y="279"/>
                    <a:pt x="7950" y="1"/>
                    <a:pt x="7604"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89"/>
            <p:cNvSpPr/>
            <p:nvPr/>
          </p:nvSpPr>
          <p:spPr>
            <a:xfrm>
              <a:off x="1819588" y="2581480"/>
              <a:ext cx="238626" cy="45173"/>
            </a:xfrm>
            <a:custGeom>
              <a:rect b="b" l="l" r="r" t="t"/>
              <a:pathLst>
                <a:path extrusionOk="0" h="1724" w="9107">
                  <a:moveTo>
                    <a:pt x="500" y="1"/>
                  </a:moveTo>
                  <a:lnTo>
                    <a:pt x="1" y="1724"/>
                  </a:lnTo>
                  <a:lnTo>
                    <a:pt x="9107" y="1724"/>
                  </a:lnTo>
                  <a:lnTo>
                    <a:pt x="8723"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89"/>
            <p:cNvSpPr/>
            <p:nvPr/>
          </p:nvSpPr>
          <p:spPr>
            <a:xfrm>
              <a:off x="1819588" y="2626653"/>
              <a:ext cx="238626" cy="57750"/>
            </a:xfrm>
            <a:custGeom>
              <a:rect b="b" l="l" r="r" t="t"/>
              <a:pathLst>
                <a:path extrusionOk="0" h="2204" w="9107">
                  <a:moveTo>
                    <a:pt x="1" y="0"/>
                  </a:moveTo>
                  <a:lnTo>
                    <a:pt x="1" y="1896"/>
                  </a:lnTo>
                  <a:cubicBezTo>
                    <a:pt x="1" y="2064"/>
                    <a:pt x="140" y="2203"/>
                    <a:pt x="308" y="2203"/>
                  </a:cubicBezTo>
                  <a:lnTo>
                    <a:pt x="8799" y="2203"/>
                  </a:lnTo>
                  <a:cubicBezTo>
                    <a:pt x="8968" y="2203"/>
                    <a:pt x="9107" y="2064"/>
                    <a:pt x="9107" y="1896"/>
                  </a:cubicBezTo>
                  <a:lnTo>
                    <a:pt x="9107"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89"/>
            <p:cNvSpPr/>
            <p:nvPr/>
          </p:nvSpPr>
          <p:spPr>
            <a:xfrm>
              <a:off x="1999573" y="2445515"/>
              <a:ext cx="27067" cy="23687"/>
            </a:xfrm>
            <a:custGeom>
              <a:rect b="b" l="l" r="r" t="t"/>
              <a:pathLst>
                <a:path extrusionOk="0" h="904" w="1033">
                  <a:moveTo>
                    <a:pt x="121" y="1"/>
                  </a:moveTo>
                  <a:cubicBezTo>
                    <a:pt x="54" y="1"/>
                    <a:pt x="1" y="58"/>
                    <a:pt x="1" y="125"/>
                  </a:cubicBezTo>
                  <a:lnTo>
                    <a:pt x="1" y="778"/>
                  </a:lnTo>
                  <a:cubicBezTo>
                    <a:pt x="1" y="846"/>
                    <a:pt x="54" y="903"/>
                    <a:pt x="121" y="903"/>
                  </a:cubicBezTo>
                  <a:lnTo>
                    <a:pt x="908" y="903"/>
                  </a:lnTo>
                  <a:cubicBezTo>
                    <a:pt x="975" y="903"/>
                    <a:pt x="1033" y="846"/>
                    <a:pt x="1033" y="778"/>
                  </a:cubicBezTo>
                  <a:lnTo>
                    <a:pt x="1033" y="125"/>
                  </a:lnTo>
                  <a:cubicBezTo>
                    <a:pt x="1033" y="58"/>
                    <a:pt x="975" y="1"/>
                    <a:pt x="908"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89"/>
            <p:cNvSpPr/>
            <p:nvPr/>
          </p:nvSpPr>
          <p:spPr>
            <a:xfrm>
              <a:off x="2011914" y="2445515"/>
              <a:ext cx="14726" cy="14254"/>
            </a:xfrm>
            <a:custGeom>
              <a:rect b="b" l="l" r="r" t="t"/>
              <a:pathLst>
                <a:path extrusionOk="0" h="544" w="562">
                  <a:moveTo>
                    <a:pt x="0" y="1"/>
                  </a:moveTo>
                  <a:lnTo>
                    <a:pt x="0" y="423"/>
                  </a:lnTo>
                  <a:cubicBezTo>
                    <a:pt x="0" y="490"/>
                    <a:pt x="53" y="543"/>
                    <a:pt x="120" y="543"/>
                  </a:cubicBezTo>
                  <a:lnTo>
                    <a:pt x="562" y="543"/>
                  </a:lnTo>
                  <a:lnTo>
                    <a:pt x="562" y="125"/>
                  </a:lnTo>
                  <a:cubicBezTo>
                    <a:pt x="562" y="58"/>
                    <a:pt x="504" y="1"/>
                    <a:pt x="437"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89"/>
            <p:cNvSpPr/>
            <p:nvPr/>
          </p:nvSpPr>
          <p:spPr>
            <a:xfrm>
              <a:off x="1832034" y="2540185"/>
              <a:ext cx="25574" cy="22718"/>
            </a:xfrm>
            <a:custGeom>
              <a:rect b="b" l="l" r="r" t="t"/>
              <a:pathLst>
                <a:path extrusionOk="0" h="867" w="976">
                  <a:moveTo>
                    <a:pt x="540" y="0"/>
                  </a:moveTo>
                  <a:cubicBezTo>
                    <a:pt x="527" y="0"/>
                    <a:pt x="513" y="1"/>
                    <a:pt x="500" y="2"/>
                  </a:cubicBezTo>
                  <a:cubicBezTo>
                    <a:pt x="466" y="7"/>
                    <a:pt x="433" y="12"/>
                    <a:pt x="399" y="21"/>
                  </a:cubicBezTo>
                  <a:cubicBezTo>
                    <a:pt x="82" y="132"/>
                    <a:pt x="1" y="545"/>
                    <a:pt x="255" y="761"/>
                  </a:cubicBezTo>
                  <a:cubicBezTo>
                    <a:pt x="340" y="833"/>
                    <a:pt x="440" y="866"/>
                    <a:pt x="537" y="866"/>
                  </a:cubicBezTo>
                  <a:cubicBezTo>
                    <a:pt x="737" y="866"/>
                    <a:pt x="927" y="727"/>
                    <a:pt x="966" y="501"/>
                  </a:cubicBezTo>
                  <a:cubicBezTo>
                    <a:pt x="975" y="434"/>
                    <a:pt x="970" y="362"/>
                    <a:pt x="946" y="295"/>
                  </a:cubicBezTo>
                  <a:cubicBezTo>
                    <a:pt x="888" y="121"/>
                    <a:pt x="722" y="0"/>
                    <a:pt x="54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89"/>
            <p:cNvSpPr/>
            <p:nvPr/>
          </p:nvSpPr>
          <p:spPr>
            <a:xfrm>
              <a:off x="1997058" y="2540159"/>
              <a:ext cx="26334" cy="22665"/>
            </a:xfrm>
            <a:custGeom>
              <a:rect b="b" l="l" r="r" t="t"/>
              <a:pathLst>
                <a:path extrusionOk="0" h="865" w="1005">
                  <a:moveTo>
                    <a:pt x="556" y="0"/>
                  </a:moveTo>
                  <a:cubicBezTo>
                    <a:pt x="541" y="0"/>
                    <a:pt x="525" y="1"/>
                    <a:pt x="510" y="3"/>
                  </a:cubicBezTo>
                  <a:cubicBezTo>
                    <a:pt x="178" y="32"/>
                    <a:pt x="1" y="402"/>
                    <a:pt x="188" y="675"/>
                  </a:cubicBezTo>
                  <a:cubicBezTo>
                    <a:pt x="275" y="802"/>
                    <a:pt x="411" y="864"/>
                    <a:pt x="545" y="864"/>
                  </a:cubicBezTo>
                  <a:cubicBezTo>
                    <a:pt x="701" y="864"/>
                    <a:pt x="855" y="782"/>
                    <a:pt x="932" y="622"/>
                  </a:cubicBezTo>
                  <a:cubicBezTo>
                    <a:pt x="951" y="589"/>
                    <a:pt x="966" y="546"/>
                    <a:pt x="975" y="502"/>
                  </a:cubicBezTo>
                  <a:cubicBezTo>
                    <a:pt x="1004" y="315"/>
                    <a:pt x="913" y="128"/>
                    <a:pt x="740" y="46"/>
                  </a:cubicBezTo>
                  <a:cubicBezTo>
                    <a:pt x="682" y="16"/>
                    <a:pt x="619" y="0"/>
                    <a:pt x="556"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89"/>
            <p:cNvSpPr/>
            <p:nvPr/>
          </p:nvSpPr>
          <p:spPr>
            <a:xfrm>
              <a:off x="1844742" y="2540185"/>
              <a:ext cx="12865" cy="13206"/>
            </a:xfrm>
            <a:custGeom>
              <a:rect b="b" l="l" r="r" t="t"/>
              <a:pathLst>
                <a:path extrusionOk="0" h="504" w="491">
                  <a:moveTo>
                    <a:pt x="56" y="0"/>
                  </a:moveTo>
                  <a:cubicBezTo>
                    <a:pt x="43" y="0"/>
                    <a:pt x="29" y="1"/>
                    <a:pt x="15" y="2"/>
                  </a:cubicBezTo>
                  <a:cubicBezTo>
                    <a:pt x="1" y="69"/>
                    <a:pt x="5" y="141"/>
                    <a:pt x="29" y="209"/>
                  </a:cubicBezTo>
                  <a:cubicBezTo>
                    <a:pt x="87" y="387"/>
                    <a:pt x="253" y="503"/>
                    <a:pt x="439" y="503"/>
                  </a:cubicBezTo>
                  <a:cubicBezTo>
                    <a:pt x="452" y="503"/>
                    <a:pt x="467" y="503"/>
                    <a:pt x="481" y="501"/>
                  </a:cubicBezTo>
                  <a:cubicBezTo>
                    <a:pt x="490" y="434"/>
                    <a:pt x="485" y="362"/>
                    <a:pt x="461" y="295"/>
                  </a:cubicBezTo>
                  <a:cubicBezTo>
                    <a:pt x="403" y="117"/>
                    <a:pt x="238" y="0"/>
                    <a:pt x="5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89"/>
            <p:cNvSpPr/>
            <p:nvPr/>
          </p:nvSpPr>
          <p:spPr>
            <a:xfrm>
              <a:off x="2009530" y="2540159"/>
              <a:ext cx="13861" cy="13258"/>
            </a:xfrm>
            <a:custGeom>
              <a:rect b="b" l="l" r="r" t="t"/>
              <a:pathLst>
                <a:path extrusionOk="0" h="506" w="529">
                  <a:moveTo>
                    <a:pt x="80" y="0"/>
                  </a:moveTo>
                  <a:cubicBezTo>
                    <a:pt x="65" y="0"/>
                    <a:pt x="49" y="1"/>
                    <a:pt x="34" y="3"/>
                  </a:cubicBezTo>
                  <a:cubicBezTo>
                    <a:pt x="0" y="190"/>
                    <a:pt x="96" y="378"/>
                    <a:pt x="264" y="459"/>
                  </a:cubicBezTo>
                  <a:cubicBezTo>
                    <a:pt x="322" y="490"/>
                    <a:pt x="385" y="505"/>
                    <a:pt x="450" y="505"/>
                  </a:cubicBezTo>
                  <a:cubicBezTo>
                    <a:pt x="467" y="505"/>
                    <a:pt x="483" y="504"/>
                    <a:pt x="499" y="502"/>
                  </a:cubicBezTo>
                  <a:cubicBezTo>
                    <a:pt x="528" y="315"/>
                    <a:pt x="432" y="133"/>
                    <a:pt x="264" y="46"/>
                  </a:cubicBezTo>
                  <a:cubicBezTo>
                    <a:pt x="206" y="16"/>
                    <a:pt x="143" y="0"/>
                    <a:pt x="80"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89"/>
            <p:cNvSpPr/>
            <p:nvPr/>
          </p:nvSpPr>
          <p:spPr>
            <a:xfrm>
              <a:off x="1853940" y="2655057"/>
              <a:ext cx="149826" cy="126689"/>
            </a:xfrm>
            <a:custGeom>
              <a:rect b="b" l="l" r="r" t="t"/>
              <a:pathLst>
                <a:path extrusionOk="0" h="4835" w="5718">
                  <a:moveTo>
                    <a:pt x="0" y="1"/>
                  </a:moveTo>
                  <a:lnTo>
                    <a:pt x="0" y="4527"/>
                  </a:lnTo>
                  <a:cubicBezTo>
                    <a:pt x="0" y="4700"/>
                    <a:pt x="134" y="4835"/>
                    <a:pt x="307" y="4835"/>
                  </a:cubicBezTo>
                  <a:lnTo>
                    <a:pt x="5405" y="4835"/>
                  </a:lnTo>
                  <a:cubicBezTo>
                    <a:pt x="5408" y="4835"/>
                    <a:pt x="5411" y="4835"/>
                    <a:pt x="5414" y="4835"/>
                  </a:cubicBezTo>
                  <a:cubicBezTo>
                    <a:pt x="5583" y="4835"/>
                    <a:pt x="5717" y="4697"/>
                    <a:pt x="5717" y="4527"/>
                  </a:cubicBezTo>
                  <a:lnTo>
                    <a:pt x="5717"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89"/>
            <p:cNvSpPr/>
            <p:nvPr/>
          </p:nvSpPr>
          <p:spPr>
            <a:xfrm>
              <a:off x="1877705" y="2677591"/>
              <a:ext cx="102164" cy="81647"/>
            </a:xfrm>
            <a:custGeom>
              <a:rect b="b" l="l" r="r" t="t"/>
              <a:pathLst>
                <a:path extrusionOk="0" h="3116" w="3899">
                  <a:moveTo>
                    <a:pt x="226" y="0"/>
                  </a:moveTo>
                  <a:cubicBezTo>
                    <a:pt x="101" y="0"/>
                    <a:pt x="0" y="101"/>
                    <a:pt x="0" y="226"/>
                  </a:cubicBezTo>
                  <a:lnTo>
                    <a:pt x="0" y="2895"/>
                  </a:lnTo>
                  <a:cubicBezTo>
                    <a:pt x="0" y="3015"/>
                    <a:pt x="101" y="3115"/>
                    <a:pt x="226" y="3115"/>
                  </a:cubicBezTo>
                  <a:lnTo>
                    <a:pt x="3673" y="3115"/>
                  </a:lnTo>
                  <a:cubicBezTo>
                    <a:pt x="3793" y="3115"/>
                    <a:pt x="3898" y="3015"/>
                    <a:pt x="3898" y="2895"/>
                  </a:cubicBezTo>
                  <a:lnTo>
                    <a:pt x="3898" y="226"/>
                  </a:lnTo>
                  <a:cubicBezTo>
                    <a:pt x="3898" y="101"/>
                    <a:pt x="3797" y="0"/>
                    <a:pt x="367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89"/>
            <p:cNvSpPr/>
            <p:nvPr/>
          </p:nvSpPr>
          <p:spPr>
            <a:xfrm>
              <a:off x="1812304" y="2481360"/>
              <a:ext cx="235980" cy="42684"/>
            </a:xfrm>
            <a:custGeom>
              <a:rect b="b" l="l" r="r" t="t"/>
              <a:pathLst>
                <a:path extrusionOk="0" h="1629" w="9006">
                  <a:moveTo>
                    <a:pt x="0" y="1"/>
                  </a:moveTo>
                  <a:lnTo>
                    <a:pt x="0" y="1628"/>
                  </a:lnTo>
                  <a:lnTo>
                    <a:pt x="9005" y="1628"/>
                  </a:lnTo>
                  <a:lnTo>
                    <a:pt x="9005"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7" name="Google Shape;19217;p89"/>
            <p:cNvSpPr/>
            <p:nvPr/>
          </p:nvSpPr>
          <p:spPr>
            <a:xfrm>
              <a:off x="1832663" y="2481360"/>
              <a:ext cx="215620" cy="42684"/>
            </a:xfrm>
            <a:custGeom>
              <a:rect b="b" l="l" r="r" t="t"/>
              <a:pathLst>
                <a:path extrusionOk="0" h="1629" w="8229">
                  <a:moveTo>
                    <a:pt x="1" y="1"/>
                  </a:moveTo>
                  <a:lnTo>
                    <a:pt x="1" y="1628"/>
                  </a:lnTo>
                  <a:lnTo>
                    <a:pt x="8228" y="1628"/>
                  </a:lnTo>
                  <a:lnTo>
                    <a:pt x="8228"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89"/>
            <p:cNvSpPr/>
            <p:nvPr/>
          </p:nvSpPr>
          <p:spPr>
            <a:xfrm>
              <a:off x="1873172" y="2448293"/>
              <a:ext cx="111203" cy="111334"/>
            </a:xfrm>
            <a:custGeom>
              <a:rect b="b" l="l" r="r" t="t"/>
              <a:pathLst>
                <a:path extrusionOk="0" h="4249" w="4244">
                  <a:moveTo>
                    <a:pt x="2122" y="0"/>
                  </a:moveTo>
                  <a:cubicBezTo>
                    <a:pt x="951" y="0"/>
                    <a:pt x="1" y="951"/>
                    <a:pt x="1" y="2122"/>
                  </a:cubicBezTo>
                  <a:cubicBezTo>
                    <a:pt x="1" y="3298"/>
                    <a:pt x="951" y="4248"/>
                    <a:pt x="2122" y="4248"/>
                  </a:cubicBezTo>
                  <a:cubicBezTo>
                    <a:pt x="3294" y="4248"/>
                    <a:pt x="4244" y="3298"/>
                    <a:pt x="4244" y="2122"/>
                  </a:cubicBezTo>
                  <a:cubicBezTo>
                    <a:pt x="4244" y="951"/>
                    <a:pt x="3294" y="0"/>
                    <a:pt x="212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89"/>
            <p:cNvSpPr/>
            <p:nvPr/>
          </p:nvSpPr>
          <p:spPr>
            <a:xfrm>
              <a:off x="1891042" y="2470198"/>
              <a:ext cx="75358" cy="67288"/>
            </a:xfrm>
            <a:custGeom>
              <a:rect b="b" l="l" r="r" t="t"/>
              <a:pathLst>
                <a:path extrusionOk="0" h="2568" w="2876">
                  <a:moveTo>
                    <a:pt x="1440" y="1"/>
                  </a:moveTo>
                  <a:cubicBezTo>
                    <a:pt x="1074" y="1"/>
                    <a:pt x="711" y="156"/>
                    <a:pt x="456" y="456"/>
                  </a:cubicBezTo>
                  <a:cubicBezTo>
                    <a:pt x="0" y="998"/>
                    <a:pt x="67" y="1804"/>
                    <a:pt x="610" y="2260"/>
                  </a:cubicBezTo>
                  <a:cubicBezTo>
                    <a:pt x="850" y="2467"/>
                    <a:pt x="1145" y="2567"/>
                    <a:pt x="1438" y="2567"/>
                  </a:cubicBezTo>
                  <a:cubicBezTo>
                    <a:pt x="1800" y="2567"/>
                    <a:pt x="2160" y="2414"/>
                    <a:pt x="2415" y="2116"/>
                  </a:cubicBezTo>
                  <a:lnTo>
                    <a:pt x="2424" y="2102"/>
                  </a:lnTo>
                  <a:cubicBezTo>
                    <a:pt x="2876" y="1560"/>
                    <a:pt x="2804" y="753"/>
                    <a:pt x="2261" y="297"/>
                  </a:cubicBezTo>
                  <a:cubicBezTo>
                    <a:pt x="2021" y="98"/>
                    <a:pt x="1730" y="1"/>
                    <a:pt x="144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89"/>
            <p:cNvSpPr/>
            <p:nvPr/>
          </p:nvSpPr>
          <p:spPr>
            <a:xfrm>
              <a:off x="1909279" y="2470408"/>
              <a:ext cx="55602" cy="56152"/>
            </a:xfrm>
            <a:custGeom>
              <a:rect b="b" l="l" r="r" t="t"/>
              <a:pathLst>
                <a:path extrusionOk="0" h="2143" w="2122">
                  <a:moveTo>
                    <a:pt x="743" y="0"/>
                  </a:moveTo>
                  <a:cubicBezTo>
                    <a:pt x="627" y="0"/>
                    <a:pt x="509" y="16"/>
                    <a:pt x="394" y="49"/>
                  </a:cubicBezTo>
                  <a:cubicBezTo>
                    <a:pt x="34" y="481"/>
                    <a:pt x="0" y="1096"/>
                    <a:pt x="307" y="1561"/>
                  </a:cubicBezTo>
                  <a:cubicBezTo>
                    <a:pt x="549" y="1930"/>
                    <a:pt x="955" y="2143"/>
                    <a:pt x="1379" y="2143"/>
                  </a:cubicBezTo>
                  <a:cubicBezTo>
                    <a:pt x="1495" y="2143"/>
                    <a:pt x="1613" y="2127"/>
                    <a:pt x="1728" y="2094"/>
                  </a:cubicBezTo>
                  <a:cubicBezTo>
                    <a:pt x="2084" y="1662"/>
                    <a:pt x="2122" y="1048"/>
                    <a:pt x="1815" y="582"/>
                  </a:cubicBezTo>
                  <a:cubicBezTo>
                    <a:pt x="1574" y="213"/>
                    <a:pt x="1167" y="0"/>
                    <a:pt x="743"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89"/>
            <p:cNvSpPr/>
            <p:nvPr/>
          </p:nvSpPr>
          <p:spPr>
            <a:xfrm>
              <a:off x="1923979" y="2487911"/>
              <a:ext cx="21303" cy="21145"/>
            </a:xfrm>
            <a:custGeom>
              <a:rect b="b" l="l" r="r" t="t"/>
              <a:pathLst>
                <a:path extrusionOk="0" h="807" w="813">
                  <a:moveTo>
                    <a:pt x="409" y="0"/>
                  </a:moveTo>
                  <a:cubicBezTo>
                    <a:pt x="183" y="0"/>
                    <a:pt x="1" y="178"/>
                    <a:pt x="1" y="404"/>
                  </a:cubicBezTo>
                  <a:cubicBezTo>
                    <a:pt x="1" y="629"/>
                    <a:pt x="183" y="807"/>
                    <a:pt x="409" y="807"/>
                  </a:cubicBezTo>
                  <a:cubicBezTo>
                    <a:pt x="630" y="807"/>
                    <a:pt x="812" y="629"/>
                    <a:pt x="812" y="404"/>
                  </a:cubicBezTo>
                  <a:cubicBezTo>
                    <a:pt x="812" y="178"/>
                    <a:pt x="630" y="0"/>
                    <a:pt x="409"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89"/>
            <p:cNvSpPr/>
            <p:nvPr/>
          </p:nvSpPr>
          <p:spPr>
            <a:xfrm>
              <a:off x="1994044" y="2436973"/>
              <a:ext cx="38020" cy="34614"/>
            </a:xfrm>
            <a:custGeom>
              <a:rect b="b" l="l" r="r" t="t"/>
              <a:pathLst>
                <a:path extrusionOk="0" h="1321" w="1451">
                  <a:moveTo>
                    <a:pt x="1037" y="418"/>
                  </a:moveTo>
                  <a:lnTo>
                    <a:pt x="1037" y="903"/>
                  </a:lnTo>
                  <a:lnTo>
                    <a:pt x="418" y="903"/>
                  </a:lnTo>
                  <a:lnTo>
                    <a:pt x="418" y="418"/>
                  </a:lnTo>
                  <a:close/>
                  <a:moveTo>
                    <a:pt x="332" y="0"/>
                  </a:moveTo>
                  <a:cubicBezTo>
                    <a:pt x="149" y="0"/>
                    <a:pt x="1" y="149"/>
                    <a:pt x="5" y="331"/>
                  </a:cubicBezTo>
                  <a:lnTo>
                    <a:pt x="5" y="989"/>
                  </a:lnTo>
                  <a:cubicBezTo>
                    <a:pt x="1" y="1172"/>
                    <a:pt x="149" y="1316"/>
                    <a:pt x="332" y="1320"/>
                  </a:cubicBezTo>
                  <a:lnTo>
                    <a:pt x="1119" y="1320"/>
                  </a:lnTo>
                  <a:cubicBezTo>
                    <a:pt x="1301" y="1320"/>
                    <a:pt x="1450" y="1172"/>
                    <a:pt x="1450" y="989"/>
                  </a:cubicBezTo>
                  <a:lnTo>
                    <a:pt x="1450" y="331"/>
                  </a:lnTo>
                  <a:cubicBezTo>
                    <a:pt x="1450" y="149"/>
                    <a:pt x="1301" y="0"/>
                    <a:pt x="11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89"/>
            <p:cNvSpPr/>
            <p:nvPr/>
          </p:nvSpPr>
          <p:spPr>
            <a:xfrm>
              <a:off x="1830226" y="2534735"/>
              <a:ext cx="35950" cy="33723"/>
            </a:xfrm>
            <a:custGeom>
              <a:rect b="b" l="l" r="r" t="t"/>
              <a:pathLst>
                <a:path extrusionOk="0" h="1287" w="1372">
                  <a:moveTo>
                    <a:pt x="600" y="0"/>
                  </a:moveTo>
                  <a:cubicBezTo>
                    <a:pt x="367" y="0"/>
                    <a:pt x="180" y="126"/>
                    <a:pt x="257" y="316"/>
                  </a:cubicBezTo>
                  <a:cubicBezTo>
                    <a:pt x="287" y="398"/>
                    <a:pt x="366" y="448"/>
                    <a:pt x="452" y="448"/>
                  </a:cubicBezTo>
                  <a:cubicBezTo>
                    <a:pt x="477" y="448"/>
                    <a:pt x="501" y="444"/>
                    <a:pt x="526" y="436"/>
                  </a:cubicBezTo>
                  <a:cubicBezTo>
                    <a:pt x="554" y="425"/>
                    <a:pt x="582" y="419"/>
                    <a:pt x="610" y="419"/>
                  </a:cubicBezTo>
                  <a:cubicBezTo>
                    <a:pt x="746" y="419"/>
                    <a:pt x="859" y="547"/>
                    <a:pt x="823" y="695"/>
                  </a:cubicBezTo>
                  <a:cubicBezTo>
                    <a:pt x="797" y="806"/>
                    <a:pt x="701" y="870"/>
                    <a:pt x="603" y="870"/>
                  </a:cubicBezTo>
                  <a:cubicBezTo>
                    <a:pt x="544" y="870"/>
                    <a:pt x="485" y="846"/>
                    <a:pt x="439" y="796"/>
                  </a:cubicBezTo>
                  <a:cubicBezTo>
                    <a:pt x="393" y="748"/>
                    <a:pt x="341" y="729"/>
                    <a:pt x="290" y="729"/>
                  </a:cubicBezTo>
                  <a:cubicBezTo>
                    <a:pt x="136" y="729"/>
                    <a:pt x="1" y="914"/>
                    <a:pt x="127" y="1069"/>
                  </a:cubicBezTo>
                  <a:cubicBezTo>
                    <a:pt x="262" y="1221"/>
                    <a:pt x="431" y="1286"/>
                    <a:pt x="597" y="1286"/>
                  </a:cubicBezTo>
                  <a:cubicBezTo>
                    <a:pt x="993" y="1286"/>
                    <a:pt x="1371" y="911"/>
                    <a:pt x="1212" y="441"/>
                  </a:cubicBezTo>
                  <a:cubicBezTo>
                    <a:pt x="1109" y="126"/>
                    <a:pt x="832"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89"/>
            <p:cNvSpPr/>
            <p:nvPr/>
          </p:nvSpPr>
          <p:spPr>
            <a:xfrm>
              <a:off x="1994542" y="2534709"/>
              <a:ext cx="33618" cy="32622"/>
            </a:xfrm>
            <a:custGeom>
              <a:rect b="b" l="l" r="r" t="t"/>
              <a:pathLst>
                <a:path extrusionOk="0" h="1245" w="1283">
                  <a:moveTo>
                    <a:pt x="644" y="0"/>
                  </a:moveTo>
                  <a:cubicBezTo>
                    <a:pt x="289" y="0"/>
                    <a:pt x="1" y="288"/>
                    <a:pt x="1" y="643"/>
                  </a:cubicBezTo>
                  <a:cubicBezTo>
                    <a:pt x="1" y="982"/>
                    <a:pt x="277" y="1244"/>
                    <a:pt x="482" y="1244"/>
                  </a:cubicBezTo>
                  <a:cubicBezTo>
                    <a:pt x="559" y="1244"/>
                    <a:pt x="625" y="1207"/>
                    <a:pt x="663" y="1123"/>
                  </a:cubicBezTo>
                  <a:cubicBezTo>
                    <a:pt x="706" y="1018"/>
                    <a:pt x="658" y="893"/>
                    <a:pt x="553" y="850"/>
                  </a:cubicBezTo>
                  <a:cubicBezTo>
                    <a:pt x="385" y="778"/>
                    <a:pt x="370" y="547"/>
                    <a:pt x="524" y="451"/>
                  </a:cubicBezTo>
                  <a:cubicBezTo>
                    <a:pt x="563" y="428"/>
                    <a:pt x="603" y="417"/>
                    <a:pt x="643" y="417"/>
                  </a:cubicBezTo>
                  <a:cubicBezTo>
                    <a:pt x="766" y="417"/>
                    <a:pt x="877" y="520"/>
                    <a:pt x="870" y="658"/>
                  </a:cubicBezTo>
                  <a:cubicBezTo>
                    <a:pt x="860" y="797"/>
                    <a:pt x="967" y="876"/>
                    <a:pt x="1075" y="876"/>
                  </a:cubicBezTo>
                  <a:cubicBezTo>
                    <a:pt x="1179" y="876"/>
                    <a:pt x="1282" y="803"/>
                    <a:pt x="1282" y="643"/>
                  </a:cubicBezTo>
                  <a:cubicBezTo>
                    <a:pt x="1282" y="288"/>
                    <a:pt x="994" y="0"/>
                    <a:pt x="6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89"/>
            <p:cNvSpPr/>
            <p:nvPr/>
          </p:nvSpPr>
          <p:spPr>
            <a:xfrm>
              <a:off x="1915804" y="2482435"/>
              <a:ext cx="37208" cy="31050"/>
            </a:xfrm>
            <a:custGeom>
              <a:rect b="b" l="l" r="r" t="t"/>
              <a:pathLst>
                <a:path extrusionOk="0" h="1185" w="1420">
                  <a:moveTo>
                    <a:pt x="712" y="1"/>
                  </a:moveTo>
                  <a:cubicBezTo>
                    <a:pt x="570" y="1"/>
                    <a:pt x="425" y="51"/>
                    <a:pt x="303" y="166"/>
                  </a:cubicBezTo>
                  <a:cubicBezTo>
                    <a:pt x="1" y="449"/>
                    <a:pt x="58" y="939"/>
                    <a:pt x="418" y="1145"/>
                  </a:cubicBezTo>
                  <a:cubicBezTo>
                    <a:pt x="459" y="1173"/>
                    <a:pt x="500" y="1184"/>
                    <a:pt x="537" y="1184"/>
                  </a:cubicBezTo>
                  <a:cubicBezTo>
                    <a:pt x="725" y="1184"/>
                    <a:pt x="844" y="893"/>
                    <a:pt x="620" y="785"/>
                  </a:cubicBezTo>
                  <a:cubicBezTo>
                    <a:pt x="481" y="704"/>
                    <a:pt x="490" y="497"/>
                    <a:pt x="639" y="430"/>
                  </a:cubicBezTo>
                  <a:cubicBezTo>
                    <a:pt x="666" y="419"/>
                    <a:pt x="692" y="415"/>
                    <a:pt x="718" y="415"/>
                  </a:cubicBezTo>
                  <a:cubicBezTo>
                    <a:pt x="841" y="415"/>
                    <a:pt x="945" y="529"/>
                    <a:pt x="913" y="661"/>
                  </a:cubicBezTo>
                  <a:cubicBezTo>
                    <a:pt x="882" y="814"/>
                    <a:pt x="1002" y="908"/>
                    <a:pt x="1121" y="908"/>
                  </a:cubicBezTo>
                  <a:cubicBezTo>
                    <a:pt x="1203" y="908"/>
                    <a:pt x="1285" y="863"/>
                    <a:pt x="1316" y="761"/>
                  </a:cubicBezTo>
                  <a:cubicBezTo>
                    <a:pt x="1420" y="330"/>
                    <a:pt x="1074" y="1"/>
                    <a:pt x="7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89"/>
            <p:cNvSpPr/>
            <p:nvPr/>
          </p:nvSpPr>
          <p:spPr>
            <a:xfrm>
              <a:off x="1794067" y="2421750"/>
              <a:ext cx="269807" cy="365525"/>
            </a:xfrm>
            <a:custGeom>
              <a:rect b="b" l="l" r="r" t="t"/>
              <a:pathLst>
                <a:path extrusionOk="0" h="13950" w="10297">
                  <a:moveTo>
                    <a:pt x="9077" y="418"/>
                  </a:moveTo>
                  <a:cubicBezTo>
                    <a:pt x="9308" y="418"/>
                    <a:pt x="9495" y="605"/>
                    <a:pt x="9495" y="836"/>
                  </a:cubicBezTo>
                  <a:lnTo>
                    <a:pt x="9495" y="2069"/>
                  </a:lnTo>
                  <a:lnTo>
                    <a:pt x="7210" y="2069"/>
                  </a:lnTo>
                  <a:cubicBezTo>
                    <a:pt x="6776" y="1227"/>
                    <a:pt x="5957" y="806"/>
                    <a:pt x="5139" y="806"/>
                  </a:cubicBezTo>
                  <a:cubicBezTo>
                    <a:pt x="4322" y="806"/>
                    <a:pt x="3504" y="1227"/>
                    <a:pt x="3072" y="2069"/>
                  </a:cubicBezTo>
                  <a:lnTo>
                    <a:pt x="907" y="2069"/>
                  </a:lnTo>
                  <a:lnTo>
                    <a:pt x="907" y="836"/>
                  </a:lnTo>
                  <a:cubicBezTo>
                    <a:pt x="907" y="605"/>
                    <a:pt x="1095" y="418"/>
                    <a:pt x="1325" y="418"/>
                  </a:cubicBezTo>
                  <a:close/>
                  <a:moveTo>
                    <a:pt x="2904" y="2482"/>
                  </a:moveTo>
                  <a:cubicBezTo>
                    <a:pt x="2789" y="2876"/>
                    <a:pt x="2780" y="3293"/>
                    <a:pt x="2880" y="3697"/>
                  </a:cubicBezTo>
                  <a:lnTo>
                    <a:pt x="907" y="3697"/>
                  </a:lnTo>
                  <a:lnTo>
                    <a:pt x="907" y="2482"/>
                  </a:lnTo>
                  <a:close/>
                  <a:moveTo>
                    <a:pt x="5144" y="1223"/>
                  </a:moveTo>
                  <a:cubicBezTo>
                    <a:pt x="5748" y="1223"/>
                    <a:pt x="6353" y="1505"/>
                    <a:pt x="6735" y="2069"/>
                  </a:cubicBezTo>
                  <a:cubicBezTo>
                    <a:pt x="6793" y="2161"/>
                    <a:pt x="6845" y="2257"/>
                    <a:pt x="6893" y="2357"/>
                  </a:cubicBezTo>
                  <a:cubicBezTo>
                    <a:pt x="6908" y="2396"/>
                    <a:pt x="6922" y="2434"/>
                    <a:pt x="6946" y="2473"/>
                  </a:cubicBezTo>
                  <a:cubicBezTo>
                    <a:pt x="6988" y="2525"/>
                    <a:pt x="7050" y="2551"/>
                    <a:pt x="7112" y="2551"/>
                  </a:cubicBezTo>
                  <a:cubicBezTo>
                    <a:pt x="7169" y="2551"/>
                    <a:pt x="7226" y="2528"/>
                    <a:pt x="7268" y="2482"/>
                  </a:cubicBezTo>
                  <a:lnTo>
                    <a:pt x="9495" y="2482"/>
                  </a:lnTo>
                  <a:lnTo>
                    <a:pt x="9495" y="3697"/>
                  </a:lnTo>
                  <a:lnTo>
                    <a:pt x="7402" y="3697"/>
                  </a:lnTo>
                  <a:cubicBezTo>
                    <a:pt x="7445" y="3509"/>
                    <a:pt x="7469" y="3322"/>
                    <a:pt x="7469" y="3135"/>
                  </a:cubicBezTo>
                  <a:cubicBezTo>
                    <a:pt x="7469" y="3025"/>
                    <a:pt x="7378" y="2933"/>
                    <a:pt x="7268" y="2929"/>
                  </a:cubicBezTo>
                  <a:cubicBezTo>
                    <a:pt x="7153" y="2929"/>
                    <a:pt x="7057" y="3020"/>
                    <a:pt x="7057" y="3135"/>
                  </a:cubicBezTo>
                  <a:cubicBezTo>
                    <a:pt x="7057" y="4196"/>
                    <a:pt x="6202" y="5050"/>
                    <a:pt x="5141" y="5050"/>
                  </a:cubicBezTo>
                  <a:cubicBezTo>
                    <a:pt x="3624" y="5050"/>
                    <a:pt x="2693" y="3341"/>
                    <a:pt x="3557" y="2069"/>
                  </a:cubicBezTo>
                  <a:cubicBezTo>
                    <a:pt x="3936" y="1505"/>
                    <a:pt x="4540" y="1223"/>
                    <a:pt x="5144" y="1223"/>
                  </a:cubicBezTo>
                  <a:close/>
                  <a:moveTo>
                    <a:pt x="9495" y="4109"/>
                  </a:moveTo>
                  <a:lnTo>
                    <a:pt x="9495" y="5886"/>
                  </a:lnTo>
                  <a:lnTo>
                    <a:pt x="907" y="5886"/>
                  </a:lnTo>
                  <a:lnTo>
                    <a:pt x="907" y="4109"/>
                  </a:lnTo>
                  <a:lnTo>
                    <a:pt x="3024" y="4109"/>
                  </a:lnTo>
                  <a:cubicBezTo>
                    <a:pt x="3408" y="4935"/>
                    <a:pt x="4234" y="5463"/>
                    <a:pt x="5141" y="5463"/>
                  </a:cubicBezTo>
                  <a:cubicBezTo>
                    <a:pt x="6048" y="5463"/>
                    <a:pt x="6874" y="4935"/>
                    <a:pt x="7258" y="4109"/>
                  </a:cubicBezTo>
                  <a:close/>
                  <a:moveTo>
                    <a:pt x="9533" y="6303"/>
                  </a:moveTo>
                  <a:lnTo>
                    <a:pt x="9821" y="7609"/>
                  </a:lnTo>
                  <a:lnTo>
                    <a:pt x="475" y="7609"/>
                  </a:lnTo>
                  <a:lnTo>
                    <a:pt x="855" y="6303"/>
                  </a:lnTo>
                  <a:close/>
                  <a:moveTo>
                    <a:pt x="9874" y="8026"/>
                  </a:moveTo>
                  <a:lnTo>
                    <a:pt x="9874" y="9812"/>
                  </a:lnTo>
                  <a:lnTo>
                    <a:pt x="8209" y="9812"/>
                  </a:lnTo>
                  <a:lnTo>
                    <a:pt x="8209" y="9111"/>
                  </a:lnTo>
                  <a:lnTo>
                    <a:pt x="9058" y="9111"/>
                  </a:lnTo>
                  <a:cubicBezTo>
                    <a:pt x="9317" y="9097"/>
                    <a:pt x="9317" y="8713"/>
                    <a:pt x="9058" y="8698"/>
                  </a:cubicBezTo>
                  <a:lnTo>
                    <a:pt x="1224" y="8698"/>
                  </a:lnTo>
                  <a:cubicBezTo>
                    <a:pt x="1220" y="8698"/>
                    <a:pt x="1215" y="8698"/>
                    <a:pt x="1211" y="8698"/>
                  </a:cubicBezTo>
                  <a:cubicBezTo>
                    <a:pt x="937" y="8698"/>
                    <a:pt x="936" y="9112"/>
                    <a:pt x="1206" y="9112"/>
                  </a:cubicBezTo>
                  <a:cubicBezTo>
                    <a:pt x="1212" y="9112"/>
                    <a:pt x="1218" y="9112"/>
                    <a:pt x="1224" y="9111"/>
                  </a:cubicBezTo>
                  <a:lnTo>
                    <a:pt x="2074" y="9111"/>
                  </a:lnTo>
                  <a:lnTo>
                    <a:pt x="2074" y="9812"/>
                  </a:lnTo>
                  <a:lnTo>
                    <a:pt x="408" y="9812"/>
                  </a:lnTo>
                  <a:lnTo>
                    <a:pt x="408" y="8026"/>
                  </a:lnTo>
                  <a:close/>
                  <a:moveTo>
                    <a:pt x="7791" y="9116"/>
                  </a:moveTo>
                  <a:lnTo>
                    <a:pt x="7791" y="13532"/>
                  </a:lnTo>
                  <a:lnTo>
                    <a:pt x="2491" y="13532"/>
                  </a:lnTo>
                  <a:lnTo>
                    <a:pt x="2491" y="9116"/>
                  </a:lnTo>
                  <a:close/>
                  <a:moveTo>
                    <a:pt x="1325" y="0"/>
                  </a:moveTo>
                  <a:cubicBezTo>
                    <a:pt x="864" y="5"/>
                    <a:pt x="490" y="375"/>
                    <a:pt x="490" y="836"/>
                  </a:cubicBezTo>
                  <a:lnTo>
                    <a:pt x="490" y="6068"/>
                  </a:lnTo>
                  <a:lnTo>
                    <a:pt x="5" y="7758"/>
                  </a:lnTo>
                  <a:lnTo>
                    <a:pt x="5" y="7762"/>
                  </a:lnTo>
                  <a:cubicBezTo>
                    <a:pt x="5" y="7767"/>
                    <a:pt x="5" y="7772"/>
                    <a:pt x="0" y="7777"/>
                  </a:cubicBezTo>
                  <a:cubicBezTo>
                    <a:pt x="0" y="7786"/>
                    <a:pt x="0" y="7791"/>
                    <a:pt x="0" y="7796"/>
                  </a:cubicBezTo>
                  <a:cubicBezTo>
                    <a:pt x="0" y="7796"/>
                    <a:pt x="0" y="7801"/>
                    <a:pt x="0" y="7801"/>
                  </a:cubicBezTo>
                  <a:cubicBezTo>
                    <a:pt x="0" y="7806"/>
                    <a:pt x="0" y="7810"/>
                    <a:pt x="0" y="7820"/>
                  </a:cubicBezTo>
                  <a:lnTo>
                    <a:pt x="0" y="10023"/>
                  </a:lnTo>
                  <a:cubicBezTo>
                    <a:pt x="0" y="10134"/>
                    <a:pt x="96" y="10230"/>
                    <a:pt x="211" y="10230"/>
                  </a:cubicBezTo>
                  <a:lnTo>
                    <a:pt x="2083" y="10230"/>
                  </a:lnTo>
                  <a:lnTo>
                    <a:pt x="2083" y="13743"/>
                  </a:lnTo>
                  <a:cubicBezTo>
                    <a:pt x="2083" y="13854"/>
                    <a:pt x="2175" y="13950"/>
                    <a:pt x="2290" y="13950"/>
                  </a:cubicBezTo>
                  <a:lnTo>
                    <a:pt x="8007" y="13950"/>
                  </a:lnTo>
                  <a:cubicBezTo>
                    <a:pt x="8122" y="13950"/>
                    <a:pt x="8213" y="13854"/>
                    <a:pt x="8213" y="13743"/>
                  </a:cubicBezTo>
                  <a:lnTo>
                    <a:pt x="8213" y="10230"/>
                  </a:lnTo>
                  <a:lnTo>
                    <a:pt x="10086" y="10230"/>
                  </a:lnTo>
                  <a:cubicBezTo>
                    <a:pt x="10201" y="10230"/>
                    <a:pt x="10297" y="10134"/>
                    <a:pt x="10297" y="10019"/>
                  </a:cubicBezTo>
                  <a:lnTo>
                    <a:pt x="10297" y="7820"/>
                  </a:lnTo>
                  <a:cubicBezTo>
                    <a:pt x="10292" y="7810"/>
                    <a:pt x="10287" y="7796"/>
                    <a:pt x="10282" y="7786"/>
                  </a:cubicBezTo>
                  <a:cubicBezTo>
                    <a:pt x="10282" y="7777"/>
                    <a:pt x="10278" y="7762"/>
                    <a:pt x="10278" y="7753"/>
                  </a:cubicBezTo>
                  <a:lnTo>
                    <a:pt x="9913" y="6102"/>
                  </a:lnTo>
                  <a:cubicBezTo>
                    <a:pt x="9913" y="6097"/>
                    <a:pt x="9913" y="6097"/>
                    <a:pt x="9913" y="6097"/>
                  </a:cubicBezTo>
                  <a:lnTo>
                    <a:pt x="9913" y="836"/>
                  </a:lnTo>
                  <a:cubicBezTo>
                    <a:pt x="9908" y="375"/>
                    <a:pt x="9538" y="5"/>
                    <a:pt x="90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89"/>
            <p:cNvSpPr/>
            <p:nvPr/>
          </p:nvSpPr>
          <p:spPr>
            <a:xfrm>
              <a:off x="1878203" y="2465429"/>
              <a:ext cx="89586" cy="77507"/>
            </a:xfrm>
            <a:custGeom>
              <a:rect b="b" l="l" r="r" t="t"/>
              <a:pathLst>
                <a:path extrusionOk="0" h="2958" w="3419">
                  <a:moveTo>
                    <a:pt x="1704" y="0"/>
                  </a:moveTo>
                  <a:cubicBezTo>
                    <a:pt x="1691" y="0"/>
                    <a:pt x="1676" y="1"/>
                    <a:pt x="1661" y="4"/>
                  </a:cubicBezTo>
                  <a:cubicBezTo>
                    <a:pt x="447" y="225"/>
                    <a:pt x="1" y="1785"/>
                    <a:pt x="965" y="2601"/>
                  </a:cubicBezTo>
                  <a:cubicBezTo>
                    <a:pt x="1256" y="2847"/>
                    <a:pt x="1594" y="2958"/>
                    <a:pt x="1923" y="2958"/>
                  </a:cubicBezTo>
                  <a:cubicBezTo>
                    <a:pt x="2692" y="2958"/>
                    <a:pt x="3418" y="2356"/>
                    <a:pt x="3418" y="1473"/>
                  </a:cubicBezTo>
                  <a:cubicBezTo>
                    <a:pt x="3418" y="911"/>
                    <a:pt x="3102" y="398"/>
                    <a:pt x="2602" y="143"/>
                  </a:cubicBezTo>
                  <a:cubicBezTo>
                    <a:pt x="2571" y="127"/>
                    <a:pt x="2539" y="120"/>
                    <a:pt x="2508" y="120"/>
                  </a:cubicBezTo>
                  <a:cubicBezTo>
                    <a:pt x="2373" y="120"/>
                    <a:pt x="2260" y="258"/>
                    <a:pt x="2314" y="402"/>
                  </a:cubicBezTo>
                  <a:cubicBezTo>
                    <a:pt x="2319" y="412"/>
                    <a:pt x="2324" y="422"/>
                    <a:pt x="2329" y="431"/>
                  </a:cubicBezTo>
                  <a:cubicBezTo>
                    <a:pt x="2348" y="465"/>
                    <a:pt x="2377" y="494"/>
                    <a:pt x="2415" y="513"/>
                  </a:cubicBezTo>
                  <a:cubicBezTo>
                    <a:pt x="2881" y="748"/>
                    <a:pt x="3111" y="1290"/>
                    <a:pt x="2953" y="1790"/>
                  </a:cubicBezTo>
                  <a:cubicBezTo>
                    <a:pt x="2810" y="2243"/>
                    <a:pt x="2393" y="2540"/>
                    <a:pt x="1933" y="2540"/>
                  </a:cubicBezTo>
                  <a:cubicBezTo>
                    <a:pt x="1882" y="2540"/>
                    <a:pt x="1829" y="2537"/>
                    <a:pt x="1777" y="2529"/>
                  </a:cubicBezTo>
                  <a:cubicBezTo>
                    <a:pt x="1253" y="2457"/>
                    <a:pt x="865" y="2015"/>
                    <a:pt x="855" y="1487"/>
                  </a:cubicBezTo>
                  <a:cubicBezTo>
                    <a:pt x="845" y="964"/>
                    <a:pt x="1220" y="508"/>
                    <a:pt x="1738" y="412"/>
                  </a:cubicBezTo>
                  <a:cubicBezTo>
                    <a:pt x="1997" y="367"/>
                    <a:pt x="1938" y="0"/>
                    <a:pt x="17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89"/>
            <p:cNvSpPr/>
            <p:nvPr/>
          </p:nvSpPr>
          <p:spPr>
            <a:xfrm>
              <a:off x="1872281" y="2672298"/>
              <a:ext cx="112854" cy="92469"/>
            </a:xfrm>
            <a:custGeom>
              <a:rect b="b" l="l" r="r" t="t"/>
              <a:pathLst>
                <a:path extrusionOk="0" h="3529" w="4307">
                  <a:moveTo>
                    <a:pt x="3899" y="413"/>
                  </a:moveTo>
                  <a:lnTo>
                    <a:pt x="3899" y="3111"/>
                  </a:lnTo>
                  <a:lnTo>
                    <a:pt x="419" y="3111"/>
                  </a:lnTo>
                  <a:lnTo>
                    <a:pt x="419" y="413"/>
                  </a:lnTo>
                  <a:close/>
                  <a:moveTo>
                    <a:pt x="4109" y="0"/>
                  </a:moveTo>
                  <a:cubicBezTo>
                    <a:pt x="4106" y="0"/>
                    <a:pt x="4103" y="0"/>
                    <a:pt x="4100" y="0"/>
                  </a:cubicBezTo>
                  <a:lnTo>
                    <a:pt x="207" y="0"/>
                  </a:lnTo>
                  <a:cubicBezTo>
                    <a:pt x="92" y="0"/>
                    <a:pt x="1" y="92"/>
                    <a:pt x="1" y="207"/>
                  </a:cubicBezTo>
                  <a:lnTo>
                    <a:pt x="1" y="3322"/>
                  </a:lnTo>
                  <a:cubicBezTo>
                    <a:pt x="1" y="3433"/>
                    <a:pt x="92" y="3529"/>
                    <a:pt x="207" y="3529"/>
                  </a:cubicBezTo>
                  <a:lnTo>
                    <a:pt x="4100" y="3529"/>
                  </a:lnTo>
                  <a:cubicBezTo>
                    <a:pt x="4216" y="3529"/>
                    <a:pt x="4307" y="3433"/>
                    <a:pt x="4307" y="3317"/>
                  </a:cubicBezTo>
                  <a:lnTo>
                    <a:pt x="4307" y="202"/>
                  </a:lnTo>
                  <a:cubicBezTo>
                    <a:pt x="4307" y="94"/>
                    <a:pt x="4220" y="0"/>
                    <a:pt x="41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9" name="Google Shape;19229;p89"/>
          <p:cNvGrpSpPr/>
          <p:nvPr/>
        </p:nvGrpSpPr>
        <p:grpSpPr>
          <a:xfrm>
            <a:off x="3606782" y="2421750"/>
            <a:ext cx="211585" cy="365525"/>
            <a:chOff x="3606782" y="2421750"/>
            <a:chExt cx="211585" cy="365525"/>
          </a:xfrm>
        </p:grpSpPr>
        <p:sp>
          <p:nvSpPr>
            <p:cNvPr id="19230" name="Google Shape;19230;p89"/>
            <p:cNvSpPr/>
            <p:nvPr/>
          </p:nvSpPr>
          <p:spPr>
            <a:xfrm>
              <a:off x="3637229" y="2427278"/>
              <a:ext cx="150586" cy="196493"/>
            </a:xfrm>
            <a:custGeom>
              <a:rect b="b" l="l" r="r" t="t"/>
              <a:pathLst>
                <a:path extrusionOk="0" h="7499" w="5747">
                  <a:moveTo>
                    <a:pt x="1863" y="1"/>
                  </a:moveTo>
                  <a:cubicBezTo>
                    <a:pt x="835" y="1"/>
                    <a:pt x="0" y="831"/>
                    <a:pt x="0" y="1858"/>
                  </a:cubicBezTo>
                  <a:lnTo>
                    <a:pt x="0" y="7230"/>
                  </a:lnTo>
                  <a:cubicBezTo>
                    <a:pt x="0" y="7379"/>
                    <a:pt x="120" y="7499"/>
                    <a:pt x="269" y="7499"/>
                  </a:cubicBezTo>
                  <a:lnTo>
                    <a:pt x="5482" y="7499"/>
                  </a:lnTo>
                  <a:cubicBezTo>
                    <a:pt x="5626" y="7499"/>
                    <a:pt x="5746" y="7379"/>
                    <a:pt x="5746" y="7230"/>
                  </a:cubicBezTo>
                  <a:lnTo>
                    <a:pt x="5746" y="1858"/>
                  </a:lnTo>
                  <a:cubicBezTo>
                    <a:pt x="5746" y="831"/>
                    <a:pt x="4916" y="1"/>
                    <a:pt x="3888"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89"/>
            <p:cNvSpPr/>
            <p:nvPr/>
          </p:nvSpPr>
          <p:spPr>
            <a:xfrm>
              <a:off x="3664008" y="2451935"/>
              <a:ext cx="123807" cy="171836"/>
            </a:xfrm>
            <a:custGeom>
              <a:rect b="b" l="l" r="r" t="t"/>
              <a:pathLst>
                <a:path extrusionOk="0" h="6558" w="4725">
                  <a:moveTo>
                    <a:pt x="1340" y="0"/>
                  </a:moveTo>
                  <a:cubicBezTo>
                    <a:pt x="601" y="0"/>
                    <a:pt x="1" y="596"/>
                    <a:pt x="1" y="1335"/>
                  </a:cubicBezTo>
                  <a:lnTo>
                    <a:pt x="1" y="6558"/>
                  </a:lnTo>
                  <a:lnTo>
                    <a:pt x="4460" y="6558"/>
                  </a:lnTo>
                  <a:cubicBezTo>
                    <a:pt x="4604" y="6558"/>
                    <a:pt x="4724" y="6438"/>
                    <a:pt x="4724" y="6289"/>
                  </a:cubicBezTo>
                  <a:lnTo>
                    <a:pt x="4724" y="917"/>
                  </a:lnTo>
                  <a:cubicBezTo>
                    <a:pt x="4724" y="596"/>
                    <a:pt x="4643" y="279"/>
                    <a:pt x="447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89"/>
            <p:cNvSpPr/>
            <p:nvPr/>
          </p:nvSpPr>
          <p:spPr>
            <a:xfrm>
              <a:off x="3612180" y="2553312"/>
              <a:ext cx="200790" cy="228433"/>
            </a:xfrm>
            <a:custGeom>
              <a:rect b="b" l="l" r="r" t="t"/>
              <a:pathLst>
                <a:path extrusionOk="0" h="8718" w="7663">
                  <a:moveTo>
                    <a:pt x="385" y="0"/>
                  </a:moveTo>
                  <a:cubicBezTo>
                    <a:pt x="174" y="0"/>
                    <a:pt x="1" y="173"/>
                    <a:pt x="1" y="389"/>
                  </a:cubicBezTo>
                  <a:lnTo>
                    <a:pt x="1" y="8334"/>
                  </a:lnTo>
                  <a:cubicBezTo>
                    <a:pt x="1" y="8545"/>
                    <a:pt x="174" y="8718"/>
                    <a:pt x="385" y="8718"/>
                  </a:cubicBezTo>
                  <a:lnTo>
                    <a:pt x="7273" y="8718"/>
                  </a:lnTo>
                  <a:cubicBezTo>
                    <a:pt x="7489" y="8718"/>
                    <a:pt x="7662" y="8545"/>
                    <a:pt x="7662" y="8334"/>
                  </a:cubicBezTo>
                  <a:lnTo>
                    <a:pt x="7662" y="389"/>
                  </a:lnTo>
                  <a:cubicBezTo>
                    <a:pt x="7662" y="173"/>
                    <a:pt x="7489" y="0"/>
                    <a:pt x="7273"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89"/>
            <p:cNvSpPr/>
            <p:nvPr/>
          </p:nvSpPr>
          <p:spPr>
            <a:xfrm>
              <a:off x="3642391" y="2553312"/>
              <a:ext cx="170578" cy="200135"/>
            </a:xfrm>
            <a:custGeom>
              <a:rect b="b" l="l" r="r" t="t"/>
              <a:pathLst>
                <a:path extrusionOk="0" h="7638" w="6510">
                  <a:moveTo>
                    <a:pt x="0" y="0"/>
                  </a:moveTo>
                  <a:lnTo>
                    <a:pt x="0" y="7249"/>
                  </a:lnTo>
                  <a:cubicBezTo>
                    <a:pt x="0" y="7465"/>
                    <a:pt x="173" y="7638"/>
                    <a:pt x="389" y="7638"/>
                  </a:cubicBezTo>
                  <a:lnTo>
                    <a:pt x="6509" y="7638"/>
                  </a:lnTo>
                  <a:lnTo>
                    <a:pt x="6509" y="389"/>
                  </a:lnTo>
                  <a:cubicBezTo>
                    <a:pt x="6509" y="173"/>
                    <a:pt x="6336" y="0"/>
                    <a:pt x="612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89"/>
            <p:cNvSpPr/>
            <p:nvPr/>
          </p:nvSpPr>
          <p:spPr>
            <a:xfrm>
              <a:off x="3612180" y="2618347"/>
              <a:ext cx="200790" cy="98495"/>
            </a:xfrm>
            <a:custGeom>
              <a:rect b="b" l="l" r="r" t="t"/>
              <a:pathLst>
                <a:path extrusionOk="0" h="3759" w="7663">
                  <a:moveTo>
                    <a:pt x="1" y="0"/>
                  </a:moveTo>
                  <a:lnTo>
                    <a:pt x="1" y="3759"/>
                  </a:lnTo>
                  <a:lnTo>
                    <a:pt x="7662" y="3759"/>
                  </a:lnTo>
                  <a:lnTo>
                    <a:pt x="766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89"/>
            <p:cNvSpPr/>
            <p:nvPr/>
          </p:nvSpPr>
          <p:spPr>
            <a:xfrm>
              <a:off x="3612180" y="2618347"/>
              <a:ext cx="30238" cy="98495"/>
            </a:xfrm>
            <a:custGeom>
              <a:rect b="b" l="l" r="r" t="t"/>
              <a:pathLst>
                <a:path extrusionOk="0" h="3759" w="1154">
                  <a:moveTo>
                    <a:pt x="1" y="0"/>
                  </a:moveTo>
                  <a:lnTo>
                    <a:pt x="1" y="3759"/>
                  </a:lnTo>
                  <a:lnTo>
                    <a:pt x="1153" y="3759"/>
                  </a:lnTo>
                  <a:lnTo>
                    <a:pt x="1153"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89"/>
            <p:cNvSpPr/>
            <p:nvPr/>
          </p:nvSpPr>
          <p:spPr>
            <a:xfrm>
              <a:off x="3606782" y="2481151"/>
              <a:ext cx="211585" cy="306124"/>
            </a:xfrm>
            <a:custGeom>
              <a:rect b="b" l="l" r="r" t="t"/>
              <a:pathLst>
                <a:path extrusionOk="0" h="11683" w="8075">
                  <a:moveTo>
                    <a:pt x="7479" y="2961"/>
                  </a:moveTo>
                  <a:cubicBezTo>
                    <a:pt x="7580" y="2961"/>
                    <a:pt x="7657" y="3042"/>
                    <a:pt x="7657" y="3143"/>
                  </a:cubicBezTo>
                  <a:lnTo>
                    <a:pt x="7657" y="5030"/>
                  </a:lnTo>
                  <a:lnTo>
                    <a:pt x="6063" y="5030"/>
                  </a:lnTo>
                  <a:cubicBezTo>
                    <a:pt x="5785" y="5030"/>
                    <a:pt x="5785" y="5443"/>
                    <a:pt x="6063" y="5443"/>
                  </a:cubicBezTo>
                  <a:lnTo>
                    <a:pt x="7657" y="5443"/>
                  </a:lnTo>
                  <a:lnTo>
                    <a:pt x="7657" y="8784"/>
                  </a:lnTo>
                  <a:lnTo>
                    <a:pt x="3025" y="8784"/>
                  </a:lnTo>
                  <a:cubicBezTo>
                    <a:pt x="2751" y="8784"/>
                    <a:pt x="2751" y="9201"/>
                    <a:pt x="3025" y="9201"/>
                  </a:cubicBezTo>
                  <a:lnTo>
                    <a:pt x="7657" y="9201"/>
                  </a:lnTo>
                  <a:lnTo>
                    <a:pt x="7657" y="11088"/>
                  </a:lnTo>
                  <a:cubicBezTo>
                    <a:pt x="7657" y="11184"/>
                    <a:pt x="7580" y="11265"/>
                    <a:pt x="7479" y="11265"/>
                  </a:cubicBezTo>
                  <a:lnTo>
                    <a:pt x="591" y="11265"/>
                  </a:lnTo>
                  <a:cubicBezTo>
                    <a:pt x="495" y="11265"/>
                    <a:pt x="413" y="11184"/>
                    <a:pt x="413" y="11088"/>
                  </a:cubicBezTo>
                  <a:lnTo>
                    <a:pt x="413" y="9201"/>
                  </a:lnTo>
                  <a:lnTo>
                    <a:pt x="2199" y="9201"/>
                  </a:lnTo>
                  <a:cubicBezTo>
                    <a:pt x="2473" y="9201"/>
                    <a:pt x="2473" y="8788"/>
                    <a:pt x="2199" y="8788"/>
                  </a:cubicBezTo>
                  <a:lnTo>
                    <a:pt x="413" y="8788"/>
                  </a:lnTo>
                  <a:lnTo>
                    <a:pt x="413" y="5443"/>
                  </a:lnTo>
                  <a:lnTo>
                    <a:pt x="5233" y="5443"/>
                  </a:lnTo>
                  <a:cubicBezTo>
                    <a:pt x="5511" y="5443"/>
                    <a:pt x="5511" y="5030"/>
                    <a:pt x="5233" y="5030"/>
                  </a:cubicBezTo>
                  <a:lnTo>
                    <a:pt x="413" y="5030"/>
                  </a:lnTo>
                  <a:lnTo>
                    <a:pt x="413" y="3143"/>
                  </a:lnTo>
                  <a:cubicBezTo>
                    <a:pt x="413" y="3042"/>
                    <a:pt x="495" y="2961"/>
                    <a:pt x="591" y="2961"/>
                  </a:cubicBezTo>
                  <a:close/>
                  <a:moveTo>
                    <a:pt x="6908" y="0"/>
                  </a:moveTo>
                  <a:cubicBezTo>
                    <a:pt x="6805" y="0"/>
                    <a:pt x="6702" y="69"/>
                    <a:pt x="6702" y="206"/>
                  </a:cubicBezTo>
                  <a:lnTo>
                    <a:pt x="6702" y="2548"/>
                  </a:lnTo>
                  <a:lnTo>
                    <a:pt x="1369" y="2548"/>
                  </a:lnTo>
                  <a:lnTo>
                    <a:pt x="1369" y="1996"/>
                  </a:lnTo>
                  <a:cubicBezTo>
                    <a:pt x="1369" y="1857"/>
                    <a:pt x="1265" y="1787"/>
                    <a:pt x="1162" y="1787"/>
                  </a:cubicBezTo>
                  <a:cubicBezTo>
                    <a:pt x="1059" y="1787"/>
                    <a:pt x="956" y="1857"/>
                    <a:pt x="956" y="1996"/>
                  </a:cubicBezTo>
                  <a:lnTo>
                    <a:pt x="956" y="2548"/>
                  </a:lnTo>
                  <a:lnTo>
                    <a:pt x="591" y="2548"/>
                  </a:lnTo>
                  <a:cubicBezTo>
                    <a:pt x="265" y="2548"/>
                    <a:pt x="1" y="2812"/>
                    <a:pt x="1" y="3143"/>
                  </a:cubicBezTo>
                  <a:lnTo>
                    <a:pt x="1" y="11088"/>
                  </a:lnTo>
                  <a:cubicBezTo>
                    <a:pt x="1" y="11414"/>
                    <a:pt x="265" y="11683"/>
                    <a:pt x="591" y="11683"/>
                  </a:cubicBezTo>
                  <a:lnTo>
                    <a:pt x="7479" y="11683"/>
                  </a:lnTo>
                  <a:cubicBezTo>
                    <a:pt x="7806" y="11683"/>
                    <a:pt x="8075" y="11414"/>
                    <a:pt x="8075" y="11088"/>
                  </a:cubicBezTo>
                  <a:lnTo>
                    <a:pt x="8075" y="3143"/>
                  </a:lnTo>
                  <a:cubicBezTo>
                    <a:pt x="8075" y="2812"/>
                    <a:pt x="7806" y="2548"/>
                    <a:pt x="7479" y="2548"/>
                  </a:cubicBezTo>
                  <a:lnTo>
                    <a:pt x="7115" y="2548"/>
                  </a:lnTo>
                  <a:lnTo>
                    <a:pt x="7115" y="206"/>
                  </a:lnTo>
                  <a:cubicBezTo>
                    <a:pt x="7115" y="69"/>
                    <a:pt x="7011" y="0"/>
                    <a:pt x="69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89"/>
            <p:cNvSpPr/>
            <p:nvPr/>
          </p:nvSpPr>
          <p:spPr>
            <a:xfrm>
              <a:off x="3631805" y="2421750"/>
              <a:ext cx="161119" cy="95377"/>
            </a:xfrm>
            <a:custGeom>
              <a:rect b="b" l="l" r="r" t="t"/>
              <a:pathLst>
                <a:path extrusionOk="0" h="3640" w="6149">
                  <a:moveTo>
                    <a:pt x="2070" y="0"/>
                  </a:moveTo>
                  <a:cubicBezTo>
                    <a:pt x="927" y="5"/>
                    <a:pt x="6" y="927"/>
                    <a:pt x="1" y="2069"/>
                  </a:cubicBezTo>
                  <a:lnTo>
                    <a:pt x="1" y="3433"/>
                  </a:lnTo>
                  <a:cubicBezTo>
                    <a:pt x="1" y="3548"/>
                    <a:pt x="92" y="3639"/>
                    <a:pt x="207" y="3639"/>
                  </a:cubicBezTo>
                  <a:cubicBezTo>
                    <a:pt x="322" y="3639"/>
                    <a:pt x="414" y="3548"/>
                    <a:pt x="414" y="3433"/>
                  </a:cubicBezTo>
                  <a:lnTo>
                    <a:pt x="414" y="2069"/>
                  </a:lnTo>
                  <a:cubicBezTo>
                    <a:pt x="414" y="1157"/>
                    <a:pt x="1158" y="418"/>
                    <a:pt x="2070" y="418"/>
                  </a:cubicBezTo>
                  <a:lnTo>
                    <a:pt x="4095" y="418"/>
                  </a:lnTo>
                  <a:cubicBezTo>
                    <a:pt x="4099" y="418"/>
                    <a:pt x="4102" y="418"/>
                    <a:pt x="4106" y="418"/>
                  </a:cubicBezTo>
                  <a:cubicBezTo>
                    <a:pt x="4869" y="418"/>
                    <a:pt x="5531" y="949"/>
                    <a:pt x="5704" y="1695"/>
                  </a:cubicBezTo>
                  <a:cubicBezTo>
                    <a:pt x="5727" y="1808"/>
                    <a:pt x="5813" y="1858"/>
                    <a:pt x="5900" y="1858"/>
                  </a:cubicBezTo>
                  <a:cubicBezTo>
                    <a:pt x="6023" y="1858"/>
                    <a:pt x="6149" y="1759"/>
                    <a:pt x="6107" y="1599"/>
                  </a:cubicBezTo>
                  <a:cubicBezTo>
                    <a:pt x="5891" y="663"/>
                    <a:pt x="5055" y="0"/>
                    <a:pt x="40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8" name="Google Shape;19238;p89"/>
          <p:cNvGrpSpPr/>
          <p:nvPr/>
        </p:nvGrpSpPr>
        <p:grpSpPr>
          <a:xfrm>
            <a:off x="3104664" y="1503037"/>
            <a:ext cx="336755" cy="365341"/>
            <a:chOff x="3104664" y="1503037"/>
            <a:chExt cx="336755" cy="365341"/>
          </a:xfrm>
        </p:grpSpPr>
        <p:sp>
          <p:nvSpPr>
            <p:cNvPr id="19239" name="Google Shape;19239;p89"/>
            <p:cNvSpPr/>
            <p:nvPr/>
          </p:nvSpPr>
          <p:spPr>
            <a:xfrm>
              <a:off x="3121407" y="1506208"/>
              <a:ext cx="315347" cy="358136"/>
            </a:xfrm>
            <a:custGeom>
              <a:rect b="b" l="l" r="r" t="t"/>
              <a:pathLst>
                <a:path extrusionOk="0" h="13668" w="12035">
                  <a:moveTo>
                    <a:pt x="3965" y="1"/>
                  </a:moveTo>
                  <a:cubicBezTo>
                    <a:pt x="3173" y="1"/>
                    <a:pt x="2544" y="668"/>
                    <a:pt x="2588" y="1460"/>
                  </a:cubicBezTo>
                  <a:lnTo>
                    <a:pt x="1887" y="1460"/>
                  </a:lnTo>
                  <a:cubicBezTo>
                    <a:pt x="1560" y="1460"/>
                    <a:pt x="1292" y="1729"/>
                    <a:pt x="1292" y="2055"/>
                  </a:cubicBezTo>
                  <a:lnTo>
                    <a:pt x="1292" y="2766"/>
                  </a:lnTo>
                  <a:cubicBezTo>
                    <a:pt x="567" y="2809"/>
                    <a:pt x="0" y="3414"/>
                    <a:pt x="0" y="4138"/>
                  </a:cubicBezTo>
                  <a:cubicBezTo>
                    <a:pt x="0" y="4868"/>
                    <a:pt x="567" y="5473"/>
                    <a:pt x="1292" y="5516"/>
                  </a:cubicBezTo>
                  <a:lnTo>
                    <a:pt x="1292" y="11579"/>
                  </a:lnTo>
                  <a:cubicBezTo>
                    <a:pt x="1292" y="11905"/>
                    <a:pt x="1560" y="12174"/>
                    <a:pt x="1887" y="12174"/>
                  </a:cubicBezTo>
                  <a:lnTo>
                    <a:pt x="2592" y="12174"/>
                  </a:lnTo>
                  <a:lnTo>
                    <a:pt x="2592" y="12145"/>
                  </a:lnTo>
                  <a:lnTo>
                    <a:pt x="2592" y="12121"/>
                  </a:lnTo>
                  <a:cubicBezTo>
                    <a:pt x="2645" y="11401"/>
                    <a:pt x="3249" y="10844"/>
                    <a:pt x="3967" y="10844"/>
                  </a:cubicBezTo>
                  <a:cubicBezTo>
                    <a:pt x="3976" y="10844"/>
                    <a:pt x="3985" y="10844"/>
                    <a:pt x="3994" y="10844"/>
                  </a:cubicBezTo>
                  <a:cubicBezTo>
                    <a:pt x="4729" y="10859"/>
                    <a:pt x="5319" y="11440"/>
                    <a:pt x="5348" y="12174"/>
                  </a:cubicBezTo>
                  <a:lnTo>
                    <a:pt x="7950" y="12174"/>
                  </a:lnTo>
                  <a:cubicBezTo>
                    <a:pt x="7882" y="12966"/>
                    <a:pt x="8497" y="13652"/>
                    <a:pt x="9294" y="13667"/>
                  </a:cubicBezTo>
                  <a:cubicBezTo>
                    <a:pt x="9305" y="13667"/>
                    <a:pt x="9316" y="13667"/>
                    <a:pt x="9328" y="13667"/>
                  </a:cubicBezTo>
                  <a:cubicBezTo>
                    <a:pt x="10109" y="13667"/>
                    <a:pt x="10733" y="13017"/>
                    <a:pt x="10705" y="12232"/>
                  </a:cubicBezTo>
                  <a:lnTo>
                    <a:pt x="10705" y="12174"/>
                  </a:lnTo>
                  <a:lnTo>
                    <a:pt x="11161" y="12174"/>
                  </a:lnTo>
                  <a:cubicBezTo>
                    <a:pt x="11627" y="12174"/>
                    <a:pt x="12035" y="12044"/>
                    <a:pt x="12001" y="11334"/>
                  </a:cubicBezTo>
                  <a:lnTo>
                    <a:pt x="12001" y="10873"/>
                  </a:lnTo>
                  <a:cubicBezTo>
                    <a:pt x="11271" y="10830"/>
                    <a:pt x="10705" y="10225"/>
                    <a:pt x="10705" y="9495"/>
                  </a:cubicBezTo>
                  <a:cubicBezTo>
                    <a:pt x="10705" y="8766"/>
                    <a:pt x="11271" y="8161"/>
                    <a:pt x="12001" y="8118"/>
                  </a:cubicBezTo>
                  <a:lnTo>
                    <a:pt x="12001" y="2060"/>
                  </a:lnTo>
                  <a:cubicBezTo>
                    <a:pt x="12001" y="1729"/>
                    <a:pt x="11737" y="1465"/>
                    <a:pt x="11411" y="1465"/>
                  </a:cubicBezTo>
                  <a:lnTo>
                    <a:pt x="10705" y="1465"/>
                  </a:lnTo>
                  <a:cubicBezTo>
                    <a:pt x="10739" y="2170"/>
                    <a:pt x="10134" y="2862"/>
                    <a:pt x="9322" y="2862"/>
                  </a:cubicBezTo>
                  <a:cubicBezTo>
                    <a:pt x="8559" y="2862"/>
                    <a:pt x="7945" y="2242"/>
                    <a:pt x="7945" y="1484"/>
                  </a:cubicBezTo>
                  <a:lnTo>
                    <a:pt x="7945" y="1460"/>
                  </a:lnTo>
                  <a:lnTo>
                    <a:pt x="5343" y="1460"/>
                  </a:lnTo>
                  <a:cubicBezTo>
                    <a:pt x="5386" y="668"/>
                    <a:pt x="4757" y="1"/>
                    <a:pt x="3965"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89"/>
            <p:cNvSpPr/>
            <p:nvPr/>
          </p:nvSpPr>
          <p:spPr>
            <a:xfrm>
              <a:off x="3295601" y="1684935"/>
              <a:ext cx="141415" cy="180011"/>
            </a:xfrm>
            <a:custGeom>
              <a:rect b="b" l="l" r="r" t="t"/>
              <a:pathLst>
                <a:path extrusionOk="0" h="6870" w="5397">
                  <a:moveTo>
                    <a:pt x="1" y="1"/>
                  </a:moveTo>
                  <a:lnTo>
                    <a:pt x="1" y="1297"/>
                  </a:lnTo>
                  <a:cubicBezTo>
                    <a:pt x="730" y="1340"/>
                    <a:pt x="1306" y="1945"/>
                    <a:pt x="1306" y="2674"/>
                  </a:cubicBezTo>
                  <a:cubicBezTo>
                    <a:pt x="1306" y="3409"/>
                    <a:pt x="730" y="4014"/>
                    <a:pt x="1" y="4052"/>
                  </a:cubicBezTo>
                  <a:lnTo>
                    <a:pt x="1" y="5353"/>
                  </a:lnTo>
                  <a:lnTo>
                    <a:pt x="1302" y="5353"/>
                  </a:lnTo>
                  <a:lnTo>
                    <a:pt x="1302" y="5415"/>
                  </a:lnTo>
                  <a:cubicBezTo>
                    <a:pt x="1258" y="6203"/>
                    <a:pt x="1887" y="6870"/>
                    <a:pt x="2679" y="6870"/>
                  </a:cubicBezTo>
                  <a:cubicBezTo>
                    <a:pt x="3471" y="6870"/>
                    <a:pt x="4100" y="6203"/>
                    <a:pt x="4057" y="5415"/>
                  </a:cubicBezTo>
                  <a:lnTo>
                    <a:pt x="4057" y="5353"/>
                  </a:lnTo>
                  <a:lnTo>
                    <a:pt x="4518" y="5353"/>
                  </a:lnTo>
                  <a:cubicBezTo>
                    <a:pt x="4983" y="5353"/>
                    <a:pt x="5396" y="5223"/>
                    <a:pt x="5358" y="4513"/>
                  </a:cubicBezTo>
                  <a:lnTo>
                    <a:pt x="5358" y="4057"/>
                  </a:lnTo>
                  <a:cubicBezTo>
                    <a:pt x="4628" y="4014"/>
                    <a:pt x="4057" y="3409"/>
                    <a:pt x="4057" y="2679"/>
                  </a:cubicBezTo>
                  <a:cubicBezTo>
                    <a:pt x="4057" y="1950"/>
                    <a:pt x="4628" y="1345"/>
                    <a:pt x="5358" y="1302"/>
                  </a:cubicBezTo>
                  <a:lnTo>
                    <a:pt x="5358" y="1297"/>
                  </a:lnTo>
                  <a:lnTo>
                    <a:pt x="5358" y="1"/>
                  </a:lnTo>
                  <a:lnTo>
                    <a:pt x="4057" y="1"/>
                  </a:lnTo>
                  <a:cubicBezTo>
                    <a:pt x="4014" y="730"/>
                    <a:pt x="3409" y="1302"/>
                    <a:pt x="2679" y="1302"/>
                  </a:cubicBezTo>
                  <a:cubicBezTo>
                    <a:pt x="1945" y="1302"/>
                    <a:pt x="1340" y="730"/>
                    <a:pt x="13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89"/>
            <p:cNvSpPr/>
            <p:nvPr/>
          </p:nvSpPr>
          <p:spPr>
            <a:xfrm>
              <a:off x="3261407" y="1544568"/>
              <a:ext cx="174587" cy="174220"/>
            </a:xfrm>
            <a:custGeom>
              <a:rect b="b" l="l" r="r" t="t"/>
              <a:pathLst>
                <a:path extrusionOk="0" h="6649" w="6663">
                  <a:moveTo>
                    <a:pt x="1306" y="1"/>
                  </a:moveTo>
                  <a:lnTo>
                    <a:pt x="1306" y="1306"/>
                  </a:lnTo>
                  <a:cubicBezTo>
                    <a:pt x="571" y="1345"/>
                    <a:pt x="0" y="1950"/>
                    <a:pt x="0" y="2684"/>
                  </a:cubicBezTo>
                  <a:cubicBezTo>
                    <a:pt x="0" y="3414"/>
                    <a:pt x="571" y="4018"/>
                    <a:pt x="1306" y="4062"/>
                  </a:cubicBezTo>
                  <a:lnTo>
                    <a:pt x="1306" y="5358"/>
                  </a:lnTo>
                  <a:lnTo>
                    <a:pt x="2607" y="5358"/>
                  </a:lnTo>
                  <a:cubicBezTo>
                    <a:pt x="2650" y="6083"/>
                    <a:pt x="3255" y="6649"/>
                    <a:pt x="3979" y="6649"/>
                  </a:cubicBezTo>
                  <a:cubicBezTo>
                    <a:pt x="4709" y="6649"/>
                    <a:pt x="5314" y="6083"/>
                    <a:pt x="5357" y="5358"/>
                  </a:cubicBezTo>
                  <a:lnTo>
                    <a:pt x="6658" y="5358"/>
                  </a:lnTo>
                  <a:lnTo>
                    <a:pt x="6658" y="596"/>
                  </a:lnTo>
                  <a:lnTo>
                    <a:pt x="6663" y="596"/>
                  </a:lnTo>
                  <a:cubicBezTo>
                    <a:pt x="6663" y="265"/>
                    <a:pt x="6394" y="1"/>
                    <a:pt x="6068" y="1"/>
                  </a:cubicBezTo>
                  <a:lnTo>
                    <a:pt x="5362" y="1"/>
                  </a:lnTo>
                  <a:lnTo>
                    <a:pt x="5362" y="20"/>
                  </a:lnTo>
                  <a:cubicBezTo>
                    <a:pt x="5319" y="750"/>
                    <a:pt x="4714" y="1326"/>
                    <a:pt x="3984" y="1326"/>
                  </a:cubicBezTo>
                  <a:cubicBezTo>
                    <a:pt x="3250" y="1326"/>
                    <a:pt x="2645" y="750"/>
                    <a:pt x="2607" y="20"/>
                  </a:cubicBezTo>
                  <a:lnTo>
                    <a:pt x="2607"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89"/>
            <p:cNvSpPr/>
            <p:nvPr/>
          </p:nvSpPr>
          <p:spPr>
            <a:xfrm>
              <a:off x="3155234" y="1684935"/>
              <a:ext cx="176369" cy="140393"/>
            </a:xfrm>
            <a:custGeom>
              <a:rect b="b" l="l" r="r" t="t"/>
              <a:pathLst>
                <a:path extrusionOk="0" h="5358" w="6731">
                  <a:moveTo>
                    <a:pt x="1" y="1"/>
                  </a:moveTo>
                  <a:lnTo>
                    <a:pt x="1" y="4763"/>
                  </a:lnTo>
                  <a:cubicBezTo>
                    <a:pt x="1" y="5089"/>
                    <a:pt x="269" y="5358"/>
                    <a:pt x="596" y="5358"/>
                  </a:cubicBezTo>
                  <a:lnTo>
                    <a:pt x="1301" y="5358"/>
                  </a:lnTo>
                  <a:lnTo>
                    <a:pt x="1301" y="5329"/>
                  </a:lnTo>
                  <a:lnTo>
                    <a:pt x="1301" y="5305"/>
                  </a:lnTo>
                  <a:cubicBezTo>
                    <a:pt x="1349" y="4581"/>
                    <a:pt x="1949" y="4018"/>
                    <a:pt x="2675" y="4018"/>
                  </a:cubicBezTo>
                  <a:cubicBezTo>
                    <a:pt x="2681" y="4018"/>
                    <a:pt x="2687" y="4018"/>
                    <a:pt x="2694" y="4019"/>
                  </a:cubicBezTo>
                  <a:cubicBezTo>
                    <a:pt x="3423" y="4023"/>
                    <a:pt x="4023" y="4599"/>
                    <a:pt x="4057" y="5329"/>
                  </a:cubicBezTo>
                  <a:lnTo>
                    <a:pt x="4057" y="5358"/>
                  </a:lnTo>
                  <a:lnTo>
                    <a:pt x="5358" y="5358"/>
                  </a:lnTo>
                  <a:lnTo>
                    <a:pt x="5358" y="4057"/>
                  </a:lnTo>
                  <a:cubicBezTo>
                    <a:pt x="6116" y="4052"/>
                    <a:pt x="6731" y="3438"/>
                    <a:pt x="6731" y="2674"/>
                  </a:cubicBezTo>
                  <a:cubicBezTo>
                    <a:pt x="6731" y="1916"/>
                    <a:pt x="6116" y="1302"/>
                    <a:pt x="5358" y="1297"/>
                  </a:cubicBezTo>
                  <a:lnTo>
                    <a:pt x="5358" y="1"/>
                  </a:lnTo>
                  <a:lnTo>
                    <a:pt x="4057" y="1"/>
                  </a:lnTo>
                  <a:cubicBezTo>
                    <a:pt x="4018" y="730"/>
                    <a:pt x="3414" y="1302"/>
                    <a:pt x="2679" y="1302"/>
                  </a:cubicBezTo>
                  <a:cubicBezTo>
                    <a:pt x="1945" y="1302"/>
                    <a:pt x="1340" y="730"/>
                    <a:pt x="1301"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89"/>
            <p:cNvSpPr/>
            <p:nvPr/>
          </p:nvSpPr>
          <p:spPr>
            <a:xfrm>
              <a:off x="3121407" y="1506339"/>
              <a:ext cx="174351" cy="212581"/>
            </a:xfrm>
            <a:custGeom>
              <a:rect b="b" l="l" r="r" t="t"/>
              <a:pathLst>
                <a:path extrusionOk="0" h="8113" w="6654">
                  <a:moveTo>
                    <a:pt x="3975" y="0"/>
                  </a:moveTo>
                  <a:cubicBezTo>
                    <a:pt x="3183" y="0"/>
                    <a:pt x="2554" y="663"/>
                    <a:pt x="2597" y="1455"/>
                  </a:cubicBezTo>
                  <a:lnTo>
                    <a:pt x="2597" y="1460"/>
                  </a:lnTo>
                  <a:lnTo>
                    <a:pt x="1892" y="1460"/>
                  </a:lnTo>
                  <a:cubicBezTo>
                    <a:pt x="1560" y="1460"/>
                    <a:pt x="1296" y="1724"/>
                    <a:pt x="1296" y="2055"/>
                  </a:cubicBezTo>
                  <a:lnTo>
                    <a:pt x="1296" y="2761"/>
                  </a:lnTo>
                  <a:cubicBezTo>
                    <a:pt x="567" y="2804"/>
                    <a:pt x="0" y="3409"/>
                    <a:pt x="0" y="4133"/>
                  </a:cubicBezTo>
                  <a:cubicBezTo>
                    <a:pt x="0" y="4863"/>
                    <a:pt x="567" y="5468"/>
                    <a:pt x="1296" y="5511"/>
                  </a:cubicBezTo>
                  <a:lnTo>
                    <a:pt x="1296" y="6817"/>
                  </a:lnTo>
                  <a:lnTo>
                    <a:pt x="2597" y="6817"/>
                  </a:lnTo>
                  <a:cubicBezTo>
                    <a:pt x="2640" y="7542"/>
                    <a:pt x="3241" y="8113"/>
                    <a:pt x="3975" y="8113"/>
                  </a:cubicBezTo>
                  <a:cubicBezTo>
                    <a:pt x="4705" y="8113"/>
                    <a:pt x="5309" y="7542"/>
                    <a:pt x="5353" y="6817"/>
                  </a:cubicBezTo>
                  <a:lnTo>
                    <a:pt x="6653" y="6817"/>
                  </a:lnTo>
                  <a:lnTo>
                    <a:pt x="6653" y="5516"/>
                  </a:lnTo>
                  <a:cubicBezTo>
                    <a:pt x="5890" y="5516"/>
                    <a:pt x="5271" y="4897"/>
                    <a:pt x="5271" y="4138"/>
                  </a:cubicBezTo>
                  <a:cubicBezTo>
                    <a:pt x="5271" y="3378"/>
                    <a:pt x="5885" y="2761"/>
                    <a:pt x="6645" y="2761"/>
                  </a:cubicBezTo>
                  <a:cubicBezTo>
                    <a:pt x="6648" y="2761"/>
                    <a:pt x="6651" y="2761"/>
                    <a:pt x="6653" y="2761"/>
                  </a:cubicBezTo>
                  <a:lnTo>
                    <a:pt x="6653" y="1460"/>
                  </a:lnTo>
                  <a:lnTo>
                    <a:pt x="5353" y="1460"/>
                  </a:lnTo>
                  <a:lnTo>
                    <a:pt x="5353" y="1455"/>
                  </a:lnTo>
                  <a:cubicBezTo>
                    <a:pt x="5396" y="663"/>
                    <a:pt x="4767" y="0"/>
                    <a:pt x="3975"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89"/>
            <p:cNvSpPr/>
            <p:nvPr/>
          </p:nvSpPr>
          <p:spPr>
            <a:xfrm>
              <a:off x="3155234" y="1684935"/>
              <a:ext cx="34116" cy="140262"/>
            </a:xfrm>
            <a:custGeom>
              <a:rect b="b" l="l" r="r" t="t"/>
              <a:pathLst>
                <a:path extrusionOk="0" h="5353" w="1302">
                  <a:moveTo>
                    <a:pt x="1" y="1"/>
                  </a:moveTo>
                  <a:lnTo>
                    <a:pt x="1" y="4758"/>
                  </a:lnTo>
                  <a:cubicBezTo>
                    <a:pt x="1" y="5089"/>
                    <a:pt x="269" y="5353"/>
                    <a:pt x="596" y="5353"/>
                  </a:cubicBezTo>
                  <a:lnTo>
                    <a:pt x="1301" y="5353"/>
                  </a:lnTo>
                  <a:lnTo>
                    <a:pt x="1301" y="5329"/>
                  </a:lnTo>
                  <a:lnTo>
                    <a:pt x="1301" y="5300"/>
                  </a:lnTo>
                  <a:cubicBezTo>
                    <a:pt x="1090" y="5204"/>
                    <a:pt x="951" y="4993"/>
                    <a:pt x="951" y="4758"/>
                  </a:cubicBezTo>
                  <a:lnTo>
                    <a:pt x="951"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89"/>
            <p:cNvSpPr/>
            <p:nvPr/>
          </p:nvSpPr>
          <p:spPr>
            <a:xfrm>
              <a:off x="3121407" y="1508278"/>
              <a:ext cx="116627" cy="176683"/>
            </a:xfrm>
            <a:custGeom>
              <a:rect b="b" l="l" r="r" t="t"/>
              <a:pathLst>
                <a:path extrusionOk="0" h="6743" w="4451">
                  <a:moveTo>
                    <a:pt x="3977" y="1"/>
                  </a:moveTo>
                  <a:cubicBezTo>
                    <a:pt x="3244" y="1"/>
                    <a:pt x="2597" y="593"/>
                    <a:pt x="2597" y="1381"/>
                  </a:cubicBezTo>
                  <a:lnTo>
                    <a:pt x="2597" y="1386"/>
                  </a:lnTo>
                  <a:lnTo>
                    <a:pt x="1892" y="1386"/>
                  </a:lnTo>
                  <a:cubicBezTo>
                    <a:pt x="1560" y="1386"/>
                    <a:pt x="1296" y="1650"/>
                    <a:pt x="1296" y="1981"/>
                  </a:cubicBezTo>
                  <a:lnTo>
                    <a:pt x="1296" y="2687"/>
                  </a:lnTo>
                  <a:cubicBezTo>
                    <a:pt x="567" y="2730"/>
                    <a:pt x="0" y="3335"/>
                    <a:pt x="0" y="4059"/>
                  </a:cubicBezTo>
                  <a:cubicBezTo>
                    <a:pt x="0" y="4789"/>
                    <a:pt x="567" y="5394"/>
                    <a:pt x="1296" y="5437"/>
                  </a:cubicBezTo>
                  <a:lnTo>
                    <a:pt x="1296" y="6743"/>
                  </a:lnTo>
                  <a:lnTo>
                    <a:pt x="2247" y="6743"/>
                  </a:lnTo>
                  <a:lnTo>
                    <a:pt x="2247" y="5437"/>
                  </a:lnTo>
                  <a:cubicBezTo>
                    <a:pt x="1517" y="5394"/>
                    <a:pt x="951" y="4789"/>
                    <a:pt x="951" y="4059"/>
                  </a:cubicBezTo>
                  <a:cubicBezTo>
                    <a:pt x="951" y="3335"/>
                    <a:pt x="1517" y="2730"/>
                    <a:pt x="2247" y="2687"/>
                  </a:cubicBezTo>
                  <a:lnTo>
                    <a:pt x="2247" y="1981"/>
                  </a:lnTo>
                  <a:cubicBezTo>
                    <a:pt x="2247" y="1650"/>
                    <a:pt x="2511" y="1386"/>
                    <a:pt x="2842" y="1386"/>
                  </a:cubicBezTo>
                  <a:lnTo>
                    <a:pt x="3548" y="1386"/>
                  </a:lnTo>
                  <a:lnTo>
                    <a:pt x="3548" y="1381"/>
                  </a:lnTo>
                  <a:cubicBezTo>
                    <a:pt x="3548" y="805"/>
                    <a:pt x="3903" y="286"/>
                    <a:pt x="4445" y="90"/>
                  </a:cubicBezTo>
                  <a:lnTo>
                    <a:pt x="4450" y="85"/>
                  </a:lnTo>
                  <a:cubicBezTo>
                    <a:pt x="4292" y="28"/>
                    <a:pt x="4133" y="1"/>
                    <a:pt x="3977"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89"/>
            <p:cNvSpPr/>
            <p:nvPr/>
          </p:nvSpPr>
          <p:spPr>
            <a:xfrm>
              <a:off x="3383956" y="1783902"/>
              <a:ext cx="57331" cy="73341"/>
            </a:xfrm>
            <a:custGeom>
              <a:rect b="b" l="l" r="r" t="t"/>
              <a:pathLst>
                <a:path extrusionOk="0" h="2799" w="2188">
                  <a:moveTo>
                    <a:pt x="1580" y="0"/>
                  </a:moveTo>
                  <a:cubicBezTo>
                    <a:pt x="1365" y="0"/>
                    <a:pt x="1281" y="331"/>
                    <a:pt x="1520" y="410"/>
                  </a:cubicBezTo>
                  <a:cubicBezTo>
                    <a:pt x="1602" y="434"/>
                    <a:pt x="1688" y="453"/>
                    <a:pt x="1775" y="467"/>
                  </a:cubicBezTo>
                  <a:lnTo>
                    <a:pt x="1775" y="1370"/>
                  </a:lnTo>
                  <a:cubicBezTo>
                    <a:pt x="1632" y="1372"/>
                    <a:pt x="1508" y="1373"/>
                    <a:pt x="1398" y="1373"/>
                  </a:cubicBezTo>
                  <a:cubicBezTo>
                    <a:pt x="1074" y="1373"/>
                    <a:pt x="884" y="1365"/>
                    <a:pt x="765" y="1365"/>
                  </a:cubicBezTo>
                  <a:cubicBezTo>
                    <a:pt x="621" y="1365"/>
                    <a:pt x="582" y="1377"/>
                    <a:pt x="531" y="1432"/>
                  </a:cubicBezTo>
                  <a:cubicBezTo>
                    <a:pt x="493" y="1470"/>
                    <a:pt x="469" y="1528"/>
                    <a:pt x="474" y="1586"/>
                  </a:cubicBezTo>
                  <a:cubicBezTo>
                    <a:pt x="488" y="1902"/>
                    <a:pt x="373" y="2210"/>
                    <a:pt x="152" y="2440"/>
                  </a:cubicBezTo>
                  <a:cubicBezTo>
                    <a:pt x="0" y="2592"/>
                    <a:pt x="140" y="2798"/>
                    <a:pt x="298" y="2798"/>
                  </a:cubicBezTo>
                  <a:cubicBezTo>
                    <a:pt x="350" y="2798"/>
                    <a:pt x="404" y="2776"/>
                    <a:pt x="450" y="2723"/>
                  </a:cubicBezTo>
                  <a:cubicBezTo>
                    <a:pt x="699" y="2469"/>
                    <a:pt x="848" y="2138"/>
                    <a:pt x="882" y="1782"/>
                  </a:cubicBezTo>
                  <a:lnTo>
                    <a:pt x="1981" y="1782"/>
                  </a:lnTo>
                  <a:cubicBezTo>
                    <a:pt x="2091" y="1782"/>
                    <a:pt x="2187" y="1686"/>
                    <a:pt x="2187" y="1576"/>
                  </a:cubicBezTo>
                  <a:lnTo>
                    <a:pt x="2187" y="275"/>
                  </a:lnTo>
                  <a:cubicBezTo>
                    <a:pt x="2187" y="165"/>
                    <a:pt x="2096" y="74"/>
                    <a:pt x="1986" y="69"/>
                  </a:cubicBezTo>
                  <a:cubicBezTo>
                    <a:pt x="1871" y="69"/>
                    <a:pt x="1755" y="50"/>
                    <a:pt x="1650" y="11"/>
                  </a:cubicBezTo>
                  <a:cubicBezTo>
                    <a:pt x="1625" y="4"/>
                    <a:pt x="1602" y="0"/>
                    <a:pt x="15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89"/>
            <p:cNvSpPr/>
            <p:nvPr/>
          </p:nvSpPr>
          <p:spPr>
            <a:xfrm>
              <a:off x="3344547" y="1539171"/>
              <a:ext cx="96871" cy="63122"/>
            </a:xfrm>
            <a:custGeom>
              <a:rect b="b" l="l" r="r" t="t"/>
              <a:pathLst>
                <a:path extrusionOk="0" h="2409" w="3697">
                  <a:moveTo>
                    <a:pt x="2189" y="0"/>
                  </a:moveTo>
                  <a:cubicBezTo>
                    <a:pt x="2069" y="0"/>
                    <a:pt x="1973" y="96"/>
                    <a:pt x="1983" y="216"/>
                  </a:cubicBezTo>
                  <a:cubicBezTo>
                    <a:pt x="2011" y="797"/>
                    <a:pt x="1502" y="1397"/>
                    <a:pt x="811" y="1397"/>
                  </a:cubicBezTo>
                  <a:cubicBezTo>
                    <a:pt x="662" y="1397"/>
                    <a:pt x="518" y="1368"/>
                    <a:pt x="379" y="1316"/>
                  </a:cubicBezTo>
                  <a:cubicBezTo>
                    <a:pt x="350" y="1304"/>
                    <a:pt x="322" y="1299"/>
                    <a:pt x="296" y="1299"/>
                  </a:cubicBezTo>
                  <a:cubicBezTo>
                    <a:pt x="95" y="1299"/>
                    <a:pt x="0" y="1610"/>
                    <a:pt x="226" y="1700"/>
                  </a:cubicBezTo>
                  <a:cubicBezTo>
                    <a:pt x="419" y="1775"/>
                    <a:pt x="616" y="1810"/>
                    <a:pt x="808" y="1810"/>
                  </a:cubicBezTo>
                  <a:cubicBezTo>
                    <a:pt x="1583" y="1810"/>
                    <a:pt x="2286" y="1240"/>
                    <a:pt x="2386" y="413"/>
                  </a:cubicBezTo>
                  <a:lnTo>
                    <a:pt x="3279" y="413"/>
                  </a:lnTo>
                  <a:lnTo>
                    <a:pt x="3279" y="2204"/>
                  </a:lnTo>
                  <a:cubicBezTo>
                    <a:pt x="3279" y="2340"/>
                    <a:pt x="3383" y="2409"/>
                    <a:pt x="3487" y="2409"/>
                  </a:cubicBezTo>
                  <a:cubicBezTo>
                    <a:pt x="3592" y="2409"/>
                    <a:pt x="3696" y="2340"/>
                    <a:pt x="3696" y="2204"/>
                  </a:cubicBezTo>
                  <a:lnTo>
                    <a:pt x="3696" y="207"/>
                  </a:lnTo>
                  <a:cubicBezTo>
                    <a:pt x="3696" y="91"/>
                    <a:pt x="3600" y="0"/>
                    <a:pt x="34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89"/>
            <p:cNvSpPr/>
            <p:nvPr/>
          </p:nvSpPr>
          <p:spPr>
            <a:xfrm>
              <a:off x="3104664" y="1585287"/>
              <a:ext cx="336624" cy="283092"/>
            </a:xfrm>
            <a:custGeom>
              <a:rect b="b" l="l" r="r" t="t"/>
              <a:pathLst>
                <a:path extrusionOk="0" h="10804" w="12847">
                  <a:moveTo>
                    <a:pt x="6249" y="1"/>
                  </a:moveTo>
                  <a:cubicBezTo>
                    <a:pt x="6197" y="1"/>
                    <a:pt x="6143" y="22"/>
                    <a:pt x="6097" y="74"/>
                  </a:cubicBezTo>
                  <a:cubicBezTo>
                    <a:pt x="5262" y="1020"/>
                    <a:pt x="5819" y="2536"/>
                    <a:pt x="7081" y="2700"/>
                  </a:cubicBezTo>
                  <a:lnTo>
                    <a:pt x="7081" y="3593"/>
                  </a:lnTo>
                  <a:lnTo>
                    <a:pt x="5987" y="3593"/>
                  </a:lnTo>
                  <a:cubicBezTo>
                    <a:pt x="5872" y="3593"/>
                    <a:pt x="5780" y="3689"/>
                    <a:pt x="5780" y="3799"/>
                  </a:cubicBezTo>
                  <a:cubicBezTo>
                    <a:pt x="5761" y="4433"/>
                    <a:pt x="5243" y="4932"/>
                    <a:pt x="4609" y="4932"/>
                  </a:cubicBezTo>
                  <a:cubicBezTo>
                    <a:pt x="3976" y="4932"/>
                    <a:pt x="3462" y="4433"/>
                    <a:pt x="3438" y="3799"/>
                  </a:cubicBezTo>
                  <a:cubicBezTo>
                    <a:pt x="3438" y="3689"/>
                    <a:pt x="3347" y="3593"/>
                    <a:pt x="3231" y="3593"/>
                  </a:cubicBezTo>
                  <a:lnTo>
                    <a:pt x="2142" y="3593"/>
                  </a:lnTo>
                  <a:lnTo>
                    <a:pt x="2142" y="2503"/>
                  </a:lnTo>
                  <a:cubicBezTo>
                    <a:pt x="2142" y="2388"/>
                    <a:pt x="2046" y="2296"/>
                    <a:pt x="1935" y="2292"/>
                  </a:cubicBezTo>
                  <a:cubicBezTo>
                    <a:pt x="1033" y="2277"/>
                    <a:pt x="481" y="1293"/>
                    <a:pt x="947" y="516"/>
                  </a:cubicBezTo>
                  <a:cubicBezTo>
                    <a:pt x="1047" y="352"/>
                    <a:pt x="906" y="198"/>
                    <a:pt x="762" y="198"/>
                  </a:cubicBezTo>
                  <a:cubicBezTo>
                    <a:pt x="699" y="198"/>
                    <a:pt x="635" y="228"/>
                    <a:pt x="591" y="300"/>
                  </a:cubicBezTo>
                  <a:cubicBezTo>
                    <a:pt x="1" y="1274"/>
                    <a:pt x="611" y="2532"/>
                    <a:pt x="1724" y="2695"/>
                  </a:cubicBezTo>
                  <a:lnTo>
                    <a:pt x="1724" y="4481"/>
                  </a:lnTo>
                  <a:cubicBezTo>
                    <a:pt x="1724" y="4620"/>
                    <a:pt x="1827" y="4689"/>
                    <a:pt x="1931" y="4689"/>
                  </a:cubicBezTo>
                  <a:cubicBezTo>
                    <a:pt x="2034" y="4689"/>
                    <a:pt x="2137" y="4620"/>
                    <a:pt x="2137" y="4481"/>
                  </a:cubicBezTo>
                  <a:lnTo>
                    <a:pt x="2137" y="4010"/>
                  </a:lnTo>
                  <a:lnTo>
                    <a:pt x="3039" y="4010"/>
                  </a:lnTo>
                  <a:cubicBezTo>
                    <a:pt x="3145" y="4793"/>
                    <a:pt x="3817" y="5378"/>
                    <a:pt x="4609" y="5378"/>
                  </a:cubicBezTo>
                  <a:cubicBezTo>
                    <a:pt x="5401" y="5378"/>
                    <a:pt x="6073" y="4793"/>
                    <a:pt x="6179" y="4010"/>
                  </a:cubicBezTo>
                  <a:lnTo>
                    <a:pt x="7081" y="4010"/>
                  </a:lnTo>
                  <a:lnTo>
                    <a:pt x="7081" y="5100"/>
                  </a:lnTo>
                  <a:cubicBezTo>
                    <a:pt x="7081" y="5215"/>
                    <a:pt x="7172" y="5311"/>
                    <a:pt x="7288" y="5311"/>
                  </a:cubicBezTo>
                  <a:cubicBezTo>
                    <a:pt x="7917" y="5330"/>
                    <a:pt x="8421" y="5849"/>
                    <a:pt x="8421" y="6477"/>
                  </a:cubicBezTo>
                  <a:cubicBezTo>
                    <a:pt x="8421" y="7111"/>
                    <a:pt x="7917" y="7630"/>
                    <a:pt x="7288" y="7649"/>
                  </a:cubicBezTo>
                  <a:cubicBezTo>
                    <a:pt x="7172" y="7649"/>
                    <a:pt x="7081" y="7740"/>
                    <a:pt x="7081" y="7855"/>
                  </a:cubicBezTo>
                  <a:lnTo>
                    <a:pt x="7081" y="8950"/>
                  </a:lnTo>
                  <a:lnTo>
                    <a:pt x="6179" y="8950"/>
                  </a:lnTo>
                  <a:cubicBezTo>
                    <a:pt x="5900" y="8950"/>
                    <a:pt x="5900" y="9362"/>
                    <a:pt x="6179" y="9362"/>
                  </a:cubicBezTo>
                  <a:lnTo>
                    <a:pt x="8387" y="9362"/>
                  </a:lnTo>
                  <a:cubicBezTo>
                    <a:pt x="8463" y="10195"/>
                    <a:pt x="9164" y="10804"/>
                    <a:pt x="9965" y="10804"/>
                  </a:cubicBezTo>
                  <a:cubicBezTo>
                    <a:pt x="10075" y="10804"/>
                    <a:pt x="10186" y="10792"/>
                    <a:pt x="10297" y="10769"/>
                  </a:cubicBezTo>
                  <a:cubicBezTo>
                    <a:pt x="10549" y="10715"/>
                    <a:pt x="10490" y="10355"/>
                    <a:pt x="10262" y="10355"/>
                  </a:cubicBezTo>
                  <a:cubicBezTo>
                    <a:pt x="10246" y="10355"/>
                    <a:pt x="10229" y="10357"/>
                    <a:pt x="10211" y="10361"/>
                  </a:cubicBezTo>
                  <a:cubicBezTo>
                    <a:pt x="10126" y="10379"/>
                    <a:pt x="10042" y="10388"/>
                    <a:pt x="9960" y="10388"/>
                  </a:cubicBezTo>
                  <a:cubicBezTo>
                    <a:pt x="9313" y="10388"/>
                    <a:pt x="8765" y="9847"/>
                    <a:pt x="8795" y="9166"/>
                  </a:cubicBezTo>
                  <a:cubicBezTo>
                    <a:pt x="8800" y="9108"/>
                    <a:pt x="8776" y="9055"/>
                    <a:pt x="8737" y="9012"/>
                  </a:cubicBezTo>
                  <a:cubicBezTo>
                    <a:pt x="8684" y="8958"/>
                    <a:pt x="8642" y="8947"/>
                    <a:pt x="8489" y="8947"/>
                  </a:cubicBezTo>
                  <a:cubicBezTo>
                    <a:pt x="8373" y="8947"/>
                    <a:pt x="8191" y="8953"/>
                    <a:pt x="7890" y="8953"/>
                  </a:cubicBezTo>
                  <a:cubicBezTo>
                    <a:pt x="7775" y="8953"/>
                    <a:pt x="7643" y="8952"/>
                    <a:pt x="7489" y="8950"/>
                  </a:cubicBezTo>
                  <a:lnTo>
                    <a:pt x="7489" y="8052"/>
                  </a:lnTo>
                  <a:cubicBezTo>
                    <a:pt x="8281" y="7946"/>
                    <a:pt x="8867" y="7274"/>
                    <a:pt x="8867" y="6477"/>
                  </a:cubicBezTo>
                  <a:cubicBezTo>
                    <a:pt x="8867" y="5685"/>
                    <a:pt x="8281" y="5013"/>
                    <a:pt x="7489" y="4908"/>
                  </a:cubicBezTo>
                  <a:lnTo>
                    <a:pt x="7489" y="4010"/>
                  </a:lnTo>
                  <a:lnTo>
                    <a:pt x="8392" y="4010"/>
                  </a:lnTo>
                  <a:cubicBezTo>
                    <a:pt x="8502" y="4788"/>
                    <a:pt x="9174" y="5369"/>
                    <a:pt x="9961" y="5369"/>
                  </a:cubicBezTo>
                  <a:cubicBezTo>
                    <a:pt x="10749" y="5369"/>
                    <a:pt x="11421" y="4788"/>
                    <a:pt x="11531" y="4010"/>
                  </a:cubicBezTo>
                  <a:lnTo>
                    <a:pt x="12429" y="4010"/>
                  </a:lnTo>
                  <a:lnTo>
                    <a:pt x="12429" y="4908"/>
                  </a:lnTo>
                  <a:cubicBezTo>
                    <a:pt x="11248" y="5081"/>
                    <a:pt x="10667" y="6482"/>
                    <a:pt x="11411" y="7442"/>
                  </a:cubicBezTo>
                  <a:cubicBezTo>
                    <a:pt x="11457" y="7502"/>
                    <a:pt x="11514" y="7527"/>
                    <a:pt x="11570" y="7527"/>
                  </a:cubicBezTo>
                  <a:cubicBezTo>
                    <a:pt x="11720" y="7527"/>
                    <a:pt x="11860" y="7349"/>
                    <a:pt x="11738" y="7188"/>
                  </a:cubicBezTo>
                  <a:cubicBezTo>
                    <a:pt x="11157" y="6434"/>
                    <a:pt x="11685" y="5321"/>
                    <a:pt x="12645" y="5306"/>
                  </a:cubicBezTo>
                  <a:cubicBezTo>
                    <a:pt x="12755" y="5301"/>
                    <a:pt x="12846" y="5210"/>
                    <a:pt x="12846" y="5100"/>
                  </a:cubicBezTo>
                  <a:lnTo>
                    <a:pt x="12846" y="1274"/>
                  </a:lnTo>
                  <a:cubicBezTo>
                    <a:pt x="12846" y="1159"/>
                    <a:pt x="12755" y="1063"/>
                    <a:pt x="12645" y="1063"/>
                  </a:cubicBezTo>
                  <a:cubicBezTo>
                    <a:pt x="12530" y="1063"/>
                    <a:pt x="12434" y="1159"/>
                    <a:pt x="12434" y="1269"/>
                  </a:cubicBezTo>
                  <a:lnTo>
                    <a:pt x="12434" y="3593"/>
                  </a:lnTo>
                  <a:lnTo>
                    <a:pt x="11344" y="3593"/>
                  </a:lnTo>
                  <a:cubicBezTo>
                    <a:pt x="11229" y="3593"/>
                    <a:pt x="11138" y="3684"/>
                    <a:pt x="11138" y="3799"/>
                  </a:cubicBezTo>
                  <a:cubicBezTo>
                    <a:pt x="11133" y="4087"/>
                    <a:pt x="11022" y="4361"/>
                    <a:pt x="10830" y="4572"/>
                  </a:cubicBezTo>
                  <a:cubicBezTo>
                    <a:pt x="10589" y="4837"/>
                    <a:pt x="10279" y="4956"/>
                    <a:pt x="9974" y="4956"/>
                  </a:cubicBezTo>
                  <a:cubicBezTo>
                    <a:pt x="9378" y="4956"/>
                    <a:pt x="8801" y="4503"/>
                    <a:pt x="8795" y="3799"/>
                  </a:cubicBezTo>
                  <a:cubicBezTo>
                    <a:pt x="8795" y="3684"/>
                    <a:pt x="8699" y="3593"/>
                    <a:pt x="8589" y="3593"/>
                  </a:cubicBezTo>
                  <a:lnTo>
                    <a:pt x="7494" y="3593"/>
                  </a:lnTo>
                  <a:lnTo>
                    <a:pt x="7494" y="2503"/>
                  </a:lnTo>
                  <a:cubicBezTo>
                    <a:pt x="7494" y="2390"/>
                    <a:pt x="7407" y="2296"/>
                    <a:pt x="7296" y="2296"/>
                  </a:cubicBezTo>
                  <a:cubicBezTo>
                    <a:pt x="7293" y="2296"/>
                    <a:pt x="7290" y="2296"/>
                    <a:pt x="7288" y="2296"/>
                  </a:cubicBezTo>
                  <a:cubicBezTo>
                    <a:pt x="6280" y="2296"/>
                    <a:pt x="5747" y="1101"/>
                    <a:pt x="6409" y="348"/>
                  </a:cubicBezTo>
                  <a:cubicBezTo>
                    <a:pt x="6546" y="193"/>
                    <a:pt x="6405" y="1"/>
                    <a:pt x="62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89"/>
            <p:cNvSpPr/>
            <p:nvPr/>
          </p:nvSpPr>
          <p:spPr>
            <a:xfrm>
              <a:off x="3132805" y="1507177"/>
              <a:ext cx="83638" cy="80127"/>
            </a:xfrm>
            <a:custGeom>
              <a:rect b="b" l="l" r="r" t="t"/>
              <a:pathLst>
                <a:path extrusionOk="0" h="3058" w="3192">
                  <a:moveTo>
                    <a:pt x="2884" y="0"/>
                  </a:moveTo>
                  <a:cubicBezTo>
                    <a:pt x="2846" y="0"/>
                    <a:pt x="2804" y="12"/>
                    <a:pt x="2762" y="40"/>
                  </a:cubicBezTo>
                  <a:cubicBezTo>
                    <a:pt x="2321" y="285"/>
                    <a:pt x="2023" y="722"/>
                    <a:pt x="1961" y="1221"/>
                  </a:cubicBezTo>
                  <a:lnTo>
                    <a:pt x="857" y="1221"/>
                  </a:lnTo>
                  <a:cubicBezTo>
                    <a:pt x="741" y="1221"/>
                    <a:pt x="645" y="1312"/>
                    <a:pt x="645" y="1428"/>
                  </a:cubicBezTo>
                  <a:lnTo>
                    <a:pt x="645" y="2537"/>
                  </a:lnTo>
                  <a:cubicBezTo>
                    <a:pt x="497" y="2556"/>
                    <a:pt x="353" y="2599"/>
                    <a:pt x="218" y="2661"/>
                  </a:cubicBezTo>
                  <a:cubicBezTo>
                    <a:pt x="1" y="2757"/>
                    <a:pt x="100" y="3057"/>
                    <a:pt x="297" y="3057"/>
                  </a:cubicBezTo>
                  <a:cubicBezTo>
                    <a:pt x="327" y="3057"/>
                    <a:pt x="358" y="3051"/>
                    <a:pt x="391" y="3036"/>
                  </a:cubicBezTo>
                  <a:cubicBezTo>
                    <a:pt x="540" y="2969"/>
                    <a:pt x="698" y="2935"/>
                    <a:pt x="861" y="2935"/>
                  </a:cubicBezTo>
                  <a:cubicBezTo>
                    <a:pt x="972" y="2930"/>
                    <a:pt x="1063" y="2839"/>
                    <a:pt x="1063" y="2729"/>
                  </a:cubicBezTo>
                  <a:lnTo>
                    <a:pt x="1063" y="1634"/>
                  </a:lnTo>
                  <a:lnTo>
                    <a:pt x="2157" y="1634"/>
                  </a:lnTo>
                  <a:cubicBezTo>
                    <a:pt x="2273" y="1634"/>
                    <a:pt x="2364" y="1543"/>
                    <a:pt x="2364" y="1428"/>
                  </a:cubicBezTo>
                  <a:cubicBezTo>
                    <a:pt x="2364" y="1428"/>
                    <a:pt x="2340" y="746"/>
                    <a:pt x="2964" y="400"/>
                  </a:cubicBezTo>
                  <a:cubicBezTo>
                    <a:pt x="3192" y="297"/>
                    <a:pt x="3074" y="0"/>
                    <a:pt x="28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89"/>
            <p:cNvSpPr/>
            <p:nvPr/>
          </p:nvSpPr>
          <p:spPr>
            <a:xfrm>
              <a:off x="3221343" y="1503037"/>
              <a:ext cx="121920" cy="84189"/>
            </a:xfrm>
            <a:custGeom>
              <a:rect b="b" l="l" r="r" t="t"/>
              <a:pathLst>
                <a:path extrusionOk="0" h="3213" w="4653">
                  <a:moveTo>
                    <a:pt x="282" y="1"/>
                  </a:moveTo>
                  <a:cubicBezTo>
                    <a:pt x="29" y="1"/>
                    <a:pt x="1" y="386"/>
                    <a:pt x="267" y="414"/>
                  </a:cubicBezTo>
                  <a:cubicBezTo>
                    <a:pt x="871" y="467"/>
                    <a:pt x="1332" y="976"/>
                    <a:pt x="1327" y="1586"/>
                  </a:cubicBezTo>
                  <a:cubicBezTo>
                    <a:pt x="1327" y="1696"/>
                    <a:pt x="1419" y="1792"/>
                    <a:pt x="1534" y="1792"/>
                  </a:cubicBezTo>
                  <a:lnTo>
                    <a:pt x="2628" y="1792"/>
                  </a:lnTo>
                  <a:lnTo>
                    <a:pt x="2628" y="2690"/>
                  </a:lnTo>
                  <a:cubicBezTo>
                    <a:pt x="2484" y="2714"/>
                    <a:pt x="2340" y="2752"/>
                    <a:pt x="2206" y="2810"/>
                  </a:cubicBezTo>
                  <a:cubicBezTo>
                    <a:pt x="1982" y="2907"/>
                    <a:pt x="2085" y="3212"/>
                    <a:pt x="2283" y="3212"/>
                  </a:cubicBezTo>
                  <a:cubicBezTo>
                    <a:pt x="2310" y="3212"/>
                    <a:pt x="2339" y="3206"/>
                    <a:pt x="2369" y="3194"/>
                  </a:cubicBezTo>
                  <a:cubicBezTo>
                    <a:pt x="2518" y="3127"/>
                    <a:pt x="2676" y="3098"/>
                    <a:pt x="2835" y="3098"/>
                  </a:cubicBezTo>
                  <a:cubicBezTo>
                    <a:pt x="2950" y="3098"/>
                    <a:pt x="3041" y="3002"/>
                    <a:pt x="3041" y="2891"/>
                  </a:cubicBezTo>
                  <a:lnTo>
                    <a:pt x="3041" y="1792"/>
                  </a:lnTo>
                  <a:lnTo>
                    <a:pt x="3939" y="1792"/>
                  </a:lnTo>
                  <a:cubicBezTo>
                    <a:pt x="3968" y="2042"/>
                    <a:pt x="4054" y="2282"/>
                    <a:pt x="4198" y="2493"/>
                  </a:cubicBezTo>
                  <a:cubicBezTo>
                    <a:pt x="4243" y="2560"/>
                    <a:pt x="4303" y="2587"/>
                    <a:pt x="4363" y="2587"/>
                  </a:cubicBezTo>
                  <a:cubicBezTo>
                    <a:pt x="4510" y="2587"/>
                    <a:pt x="4653" y="2423"/>
                    <a:pt x="4544" y="2263"/>
                  </a:cubicBezTo>
                  <a:cubicBezTo>
                    <a:pt x="4409" y="2066"/>
                    <a:pt x="4337" y="1830"/>
                    <a:pt x="4342" y="1595"/>
                  </a:cubicBezTo>
                  <a:cubicBezTo>
                    <a:pt x="4347" y="1475"/>
                    <a:pt x="4251" y="1379"/>
                    <a:pt x="4136" y="1379"/>
                  </a:cubicBezTo>
                  <a:lnTo>
                    <a:pt x="1731" y="1379"/>
                  </a:lnTo>
                  <a:cubicBezTo>
                    <a:pt x="1635" y="645"/>
                    <a:pt x="1044" y="74"/>
                    <a:pt x="305" y="2"/>
                  </a:cubicBezTo>
                  <a:cubicBezTo>
                    <a:pt x="297" y="1"/>
                    <a:pt x="290" y="1"/>
                    <a:pt x="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89"/>
            <p:cNvSpPr/>
            <p:nvPr/>
          </p:nvSpPr>
          <p:spPr>
            <a:xfrm>
              <a:off x="3174598" y="1782985"/>
              <a:ext cx="90425" cy="47636"/>
            </a:xfrm>
            <a:custGeom>
              <a:rect b="b" l="l" r="r" t="t"/>
              <a:pathLst>
                <a:path extrusionOk="0" h="1818" w="3451">
                  <a:moveTo>
                    <a:pt x="1940" y="1"/>
                  </a:moveTo>
                  <a:cubicBezTo>
                    <a:pt x="1854" y="1"/>
                    <a:pt x="1768" y="8"/>
                    <a:pt x="1681" y="22"/>
                  </a:cubicBezTo>
                  <a:cubicBezTo>
                    <a:pt x="985" y="137"/>
                    <a:pt x="447" y="704"/>
                    <a:pt x="366" y="1405"/>
                  </a:cubicBezTo>
                  <a:lnTo>
                    <a:pt x="274" y="1405"/>
                  </a:lnTo>
                  <a:cubicBezTo>
                    <a:pt x="1" y="1405"/>
                    <a:pt x="1" y="1817"/>
                    <a:pt x="274" y="1817"/>
                  </a:cubicBezTo>
                  <a:lnTo>
                    <a:pt x="562" y="1817"/>
                  </a:lnTo>
                  <a:cubicBezTo>
                    <a:pt x="682" y="1817"/>
                    <a:pt x="774" y="1721"/>
                    <a:pt x="769" y="1601"/>
                  </a:cubicBezTo>
                  <a:cubicBezTo>
                    <a:pt x="745" y="1001"/>
                    <a:pt x="1259" y="416"/>
                    <a:pt x="1940" y="416"/>
                  </a:cubicBezTo>
                  <a:cubicBezTo>
                    <a:pt x="2391" y="416"/>
                    <a:pt x="2804" y="675"/>
                    <a:pt x="2996" y="1083"/>
                  </a:cubicBezTo>
                  <a:cubicBezTo>
                    <a:pt x="3037" y="1167"/>
                    <a:pt x="3106" y="1202"/>
                    <a:pt x="3175" y="1202"/>
                  </a:cubicBezTo>
                  <a:cubicBezTo>
                    <a:pt x="3312" y="1202"/>
                    <a:pt x="3450" y="1066"/>
                    <a:pt x="3371" y="901"/>
                  </a:cubicBezTo>
                  <a:lnTo>
                    <a:pt x="3371" y="901"/>
                  </a:lnTo>
                  <a:lnTo>
                    <a:pt x="3371" y="905"/>
                  </a:lnTo>
                  <a:cubicBezTo>
                    <a:pt x="3106" y="346"/>
                    <a:pt x="2543" y="1"/>
                    <a:pt x="19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89"/>
            <p:cNvSpPr/>
            <p:nvPr/>
          </p:nvSpPr>
          <p:spPr>
            <a:xfrm>
              <a:off x="3149837" y="1718972"/>
              <a:ext cx="17713" cy="111649"/>
            </a:xfrm>
            <a:custGeom>
              <a:rect b="b" l="l" r="r" t="t"/>
              <a:pathLst>
                <a:path extrusionOk="0" h="4261" w="676">
                  <a:moveTo>
                    <a:pt x="207" y="0"/>
                  </a:moveTo>
                  <a:cubicBezTo>
                    <a:pt x="103" y="0"/>
                    <a:pt x="0" y="70"/>
                    <a:pt x="0" y="209"/>
                  </a:cubicBezTo>
                  <a:lnTo>
                    <a:pt x="0" y="4054"/>
                  </a:lnTo>
                  <a:cubicBezTo>
                    <a:pt x="0" y="4169"/>
                    <a:pt x="91" y="4260"/>
                    <a:pt x="207" y="4260"/>
                  </a:cubicBezTo>
                  <a:lnTo>
                    <a:pt x="394" y="4260"/>
                  </a:lnTo>
                  <a:cubicBezTo>
                    <a:pt x="395" y="4260"/>
                    <a:pt x="397" y="4260"/>
                    <a:pt x="399" y="4260"/>
                  </a:cubicBezTo>
                  <a:cubicBezTo>
                    <a:pt x="653" y="4260"/>
                    <a:pt x="675" y="3876"/>
                    <a:pt x="413" y="3848"/>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53" name="Google Shape;19253;p89"/>
          <p:cNvGrpSpPr/>
          <p:nvPr/>
        </p:nvGrpSpPr>
        <p:grpSpPr>
          <a:xfrm>
            <a:off x="2241946" y="2421750"/>
            <a:ext cx="265562" cy="365525"/>
            <a:chOff x="2241946" y="2421750"/>
            <a:chExt cx="265562" cy="365525"/>
          </a:xfrm>
        </p:grpSpPr>
        <p:sp>
          <p:nvSpPr>
            <p:cNvPr id="19254" name="Google Shape;19254;p89"/>
            <p:cNvSpPr/>
            <p:nvPr/>
          </p:nvSpPr>
          <p:spPr>
            <a:xfrm>
              <a:off x="2279573" y="2518594"/>
              <a:ext cx="190309" cy="263152"/>
            </a:xfrm>
            <a:custGeom>
              <a:rect b="b" l="l" r="r" t="t"/>
              <a:pathLst>
                <a:path extrusionOk="0" h="10043" w="7263">
                  <a:moveTo>
                    <a:pt x="605" y="1"/>
                  </a:moveTo>
                  <a:cubicBezTo>
                    <a:pt x="303" y="1"/>
                    <a:pt x="43" y="226"/>
                    <a:pt x="5" y="529"/>
                  </a:cubicBezTo>
                  <a:cubicBezTo>
                    <a:pt x="0" y="553"/>
                    <a:pt x="0" y="577"/>
                    <a:pt x="0" y="605"/>
                  </a:cubicBezTo>
                  <a:lnTo>
                    <a:pt x="0" y="8766"/>
                  </a:lnTo>
                  <a:cubicBezTo>
                    <a:pt x="0" y="9471"/>
                    <a:pt x="576" y="10043"/>
                    <a:pt x="1282" y="10043"/>
                  </a:cubicBezTo>
                  <a:lnTo>
                    <a:pt x="5981" y="10043"/>
                  </a:lnTo>
                  <a:cubicBezTo>
                    <a:pt x="6687" y="10043"/>
                    <a:pt x="7258" y="9471"/>
                    <a:pt x="7263" y="8766"/>
                  </a:cubicBezTo>
                  <a:lnTo>
                    <a:pt x="7263" y="605"/>
                  </a:lnTo>
                  <a:cubicBezTo>
                    <a:pt x="7263" y="577"/>
                    <a:pt x="7258" y="553"/>
                    <a:pt x="7253" y="529"/>
                  </a:cubicBezTo>
                  <a:cubicBezTo>
                    <a:pt x="7220" y="226"/>
                    <a:pt x="6961" y="1"/>
                    <a:pt x="6658"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89"/>
            <p:cNvSpPr/>
            <p:nvPr/>
          </p:nvSpPr>
          <p:spPr>
            <a:xfrm>
              <a:off x="2308867" y="2518594"/>
              <a:ext cx="161014" cy="237133"/>
            </a:xfrm>
            <a:custGeom>
              <a:rect b="b" l="l" r="r" t="t"/>
              <a:pathLst>
                <a:path extrusionOk="0" h="9050" w="6145">
                  <a:moveTo>
                    <a:pt x="1" y="1"/>
                  </a:moveTo>
                  <a:lnTo>
                    <a:pt x="1" y="7767"/>
                  </a:lnTo>
                  <a:cubicBezTo>
                    <a:pt x="5" y="8478"/>
                    <a:pt x="577" y="9049"/>
                    <a:pt x="1282" y="9049"/>
                  </a:cubicBezTo>
                  <a:lnTo>
                    <a:pt x="5982" y="9049"/>
                  </a:lnTo>
                  <a:cubicBezTo>
                    <a:pt x="6025" y="9049"/>
                    <a:pt x="6068" y="9049"/>
                    <a:pt x="6111" y="9044"/>
                  </a:cubicBezTo>
                  <a:cubicBezTo>
                    <a:pt x="6131" y="8953"/>
                    <a:pt x="6140" y="8857"/>
                    <a:pt x="6145" y="8766"/>
                  </a:cubicBezTo>
                  <a:lnTo>
                    <a:pt x="6145" y="605"/>
                  </a:lnTo>
                  <a:cubicBezTo>
                    <a:pt x="6145" y="577"/>
                    <a:pt x="6140" y="553"/>
                    <a:pt x="6135" y="529"/>
                  </a:cubicBezTo>
                  <a:cubicBezTo>
                    <a:pt x="6102" y="226"/>
                    <a:pt x="5843" y="1"/>
                    <a:pt x="55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89"/>
            <p:cNvSpPr/>
            <p:nvPr/>
          </p:nvSpPr>
          <p:spPr>
            <a:xfrm>
              <a:off x="2279573" y="2518594"/>
              <a:ext cx="190309" cy="161407"/>
            </a:xfrm>
            <a:custGeom>
              <a:rect b="b" l="l" r="r" t="t"/>
              <a:pathLst>
                <a:path extrusionOk="0" h="6160" w="7263">
                  <a:moveTo>
                    <a:pt x="605" y="1"/>
                  </a:moveTo>
                  <a:cubicBezTo>
                    <a:pt x="269" y="1"/>
                    <a:pt x="0" y="269"/>
                    <a:pt x="0" y="605"/>
                  </a:cubicBezTo>
                  <a:lnTo>
                    <a:pt x="0" y="1460"/>
                  </a:lnTo>
                  <a:lnTo>
                    <a:pt x="883" y="1460"/>
                  </a:lnTo>
                  <a:cubicBezTo>
                    <a:pt x="1191" y="1460"/>
                    <a:pt x="1445" y="1714"/>
                    <a:pt x="1445" y="2026"/>
                  </a:cubicBezTo>
                  <a:lnTo>
                    <a:pt x="1445" y="3567"/>
                  </a:lnTo>
                  <a:cubicBezTo>
                    <a:pt x="1440" y="3913"/>
                    <a:pt x="1704" y="4206"/>
                    <a:pt x="2050" y="4239"/>
                  </a:cubicBezTo>
                  <a:cubicBezTo>
                    <a:pt x="2064" y="4240"/>
                    <a:pt x="2079" y="4241"/>
                    <a:pt x="2093" y="4241"/>
                  </a:cubicBezTo>
                  <a:cubicBezTo>
                    <a:pt x="2453" y="4241"/>
                    <a:pt x="2756" y="3951"/>
                    <a:pt x="2760" y="3586"/>
                  </a:cubicBezTo>
                  <a:lnTo>
                    <a:pt x="2760" y="5506"/>
                  </a:lnTo>
                  <a:cubicBezTo>
                    <a:pt x="2760" y="5866"/>
                    <a:pt x="3053" y="6159"/>
                    <a:pt x="3413" y="6159"/>
                  </a:cubicBezTo>
                  <a:cubicBezTo>
                    <a:pt x="3778" y="6159"/>
                    <a:pt x="4071" y="5866"/>
                    <a:pt x="4071" y="5506"/>
                  </a:cubicBezTo>
                  <a:lnTo>
                    <a:pt x="4071" y="2026"/>
                  </a:lnTo>
                  <a:cubicBezTo>
                    <a:pt x="4071" y="1714"/>
                    <a:pt x="4325" y="1460"/>
                    <a:pt x="4632" y="1460"/>
                  </a:cubicBezTo>
                  <a:lnTo>
                    <a:pt x="4820" y="1460"/>
                  </a:lnTo>
                  <a:cubicBezTo>
                    <a:pt x="5132" y="1460"/>
                    <a:pt x="5386" y="1714"/>
                    <a:pt x="5386" y="2026"/>
                  </a:cubicBezTo>
                  <a:lnTo>
                    <a:pt x="5386" y="3567"/>
                  </a:lnTo>
                  <a:cubicBezTo>
                    <a:pt x="5381" y="3913"/>
                    <a:pt x="5645" y="4206"/>
                    <a:pt x="5991" y="4234"/>
                  </a:cubicBezTo>
                  <a:cubicBezTo>
                    <a:pt x="6008" y="4236"/>
                    <a:pt x="6025" y="4236"/>
                    <a:pt x="6042" y="4236"/>
                  </a:cubicBezTo>
                  <a:cubicBezTo>
                    <a:pt x="6399" y="4236"/>
                    <a:pt x="6697" y="3949"/>
                    <a:pt x="6697" y="3586"/>
                  </a:cubicBezTo>
                  <a:lnTo>
                    <a:pt x="6697" y="2026"/>
                  </a:lnTo>
                  <a:cubicBezTo>
                    <a:pt x="6697" y="1714"/>
                    <a:pt x="6951" y="1460"/>
                    <a:pt x="7263" y="1460"/>
                  </a:cubicBezTo>
                  <a:lnTo>
                    <a:pt x="7263" y="605"/>
                  </a:lnTo>
                  <a:cubicBezTo>
                    <a:pt x="7258" y="269"/>
                    <a:pt x="6989" y="1"/>
                    <a:pt x="6658"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89"/>
            <p:cNvSpPr/>
            <p:nvPr/>
          </p:nvSpPr>
          <p:spPr>
            <a:xfrm>
              <a:off x="2328126" y="2427278"/>
              <a:ext cx="93097" cy="38885"/>
            </a:xfrm>
            <a:custGeom>
              <a:rect b="b" l="l" r="r" t="t"/>
              <a:pathLst>
                <a:path extrusionOk="0" h="1484" w="3553">
                  <a:moveTo>
                    <a:pt x="331" y="1"/>
                  </a:moveTo>
                  <a:cubicBezTo>
                    <a:pt x="149" y="1"/>
                    <a:pt x="5" y="145"/>
                    <a:pt x="0" y="327"/>
                  </a:cubicBezTo>
                  <a:lnTo>
                    <a:pt x="0" y="1153"/>
                  </a:lnTo>
                  <a:cubicBezTo>
                    <a:pt x="5" y="1335"/>
                    <a:pt x="149" y="1484"/>
                    <a:pt x="331" y="1484"/>
                  </a:cubicBezTo>
                  <a:lnTo>
                    <a:pt x="3221" y="1484"/>
                  </a:lnTo>
                  <a:cubicBezTo>
                    <a:pt x="3403" y="1484"/>
                    <a:pt x="3552" y="1335"/>
                    <a:pt x="3552" y="1153"/>
                  </a:cubicBezTo>
                  <a:lnTo>
                    <a:pt x="3552" y="327"/>
                  </a:lnTo>
                  <a:cubicBezTo>
                    <a:pt x="3552" y="145"/>
                    <a:pt x="3403" y="1"/>
                    <a:pt x="3221"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89"/>
            <p:cNvSpPr/>
            <p:nvPr/>
          </p:nvSpPr>
          <p:spPr>
            <a:xfrm>
              <a:off x="2352757" y="2427278"/>
              <a:ext cx="68467" cy="18656"/>
            </a:xfrm>
            <a:custGeom>
              <a:rect b="b" l="l" r="r" t="t"/>
              <a:pathLst>
                <a:path extrusionOk="0" h="712" w="2613">
                  <a:moveTo>
                    <a:pt x="1" y="1"/>
                  </a:moveTo>
                  <a:lnTo>
                    <a:pt x="1" y="380"/>
                  </a:lnTo>
                  <a:cubicBezTo>
                    <a:pt x="1" y="562"/>
                    <a:pt x="150" y="711"/>
                    <a:pt x="332" y="711"/>
                  </a:cubicBezTo>
                  <a:lnTo>
                    <a:pt x="2612" y="711"/>
                  </a:lnTo>
                  <a:lnTo>
                    <a:pt x="2612" y="327"/>
                  </a:lnTo>
                  <a:cubicBezTo>
                    <a:pt x="2612" y="145"/>
                    <a:pt x="2463" y="1"/>
                    <a:pt x="2281"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89"/>
            <p:cNvSpPr/>
            <p:nvPr/>
          </p:nvSpPr>
          <p:spPr>
            <a:xfrm>
              <a:off x="2317305" y="2587638"/>
              <a:ext cx="68939" cy="92364"/>
            </a:xfrm>
            <a:custGeom>
              <a:rect b="b" l="l" r="r" t="t"/>
              <a:pathLst>
                <a:path extrusionOk="0" h="3525" w="2631">
                  <a:moveTo>
                    <a:pt x="5" y="1"/>
                  </a:moveTo>
                  <a:lnTo>
                    <a:pt x="5" y="1"/>
                  </a:lnTo>
                  <a:cubicBezTo>
                    <a:pt x="5" y="7"/>
                    <a:pt x="5" y="13"/>
                    <a:pt x="5" y="19"/>
                  </a:cubicBezTo>
                  <a:lnTo>
                    <a:pt x="5" y="19"/>
                  </a:lnTo>
                  <a:lnTo>
                    <a:pt x="5" y="1"/>
                  </a:lnTo>
                  <a:close/>
                  <a:moveTo>
                    <a:pt x="5" y="19"/>
                  </a:moveTo>
                  <a:lnTo>
                    <a:pt x="5" y="937"/>
                  </a:lnTo>
                  <a:cubicBezTo>
                    <a:pt x="0" y="1283"/>
                    <a:pt x="264" y="1575"/>
                    <a:pt x="615" y="1604"/>
                  </a:cubicBezTo>
                  <a:cubicBezTo>
                    <a:pt x="631" y="1605"/>
                    <a:pt x="648" y="1606"/>
                    <a:pt x="665" y="1606"/>
                  </a:cubicBezTo>
                  <a:cubicBezTo>
                    <a:pt x="1022" y="1606"/>
                    <a:pt x="1316" y="1314"/>
                    <a:pt x="1320" y="951"/>
                  </a:cubicBezTo>
                  <a:lnTo>
                    <a:pt x="1320" y="131"/>
                  </a:lnTo>
                  <a:cubicBezTo>
                    <a:pt x="1317" y="127"/>
                    <a:pt x="1314" y="126"/>
                    <a:pt x="1312" y="126"/>
                  </a:cubicBezTo>
                  <a:cubicBezTo>
                    <a:pt x="1308" y="126"/>
                    <a:pt x="1306" y="131"/>
                    <a:pt x="1306" y="131"/>
                  </a:cubicBezTo>
                  <a:cubicBezTo>
                    <a:pt x="1251" y="446"/>
                    <a:pt x="974" y="670"/>
                    <a:pt x="662" y="670"/>
                  </a:cubicBezTo>
                  <a:cubicBezTo>
                    <a:pt x="646" y="670"/>
                    <a:pt x="631" y="669"/>
                    <a:pt x="615" y="668"/>
                  </a:cubicBezTo>
                  <a:cubicBezTo>
                    <a:pt x="271" y="640"/>
                    <a:pt x="10" y="357"/>
                    <a:pt x="5" y="19"/>
                  </a:cubicBezTo>
                  <a:close/>
                  <a:moveTo>
                    <a:pt x="1320" y="1931"/>
                  </a:moveTo>
                  <a:lnTo>
                    <a:pt x="1320" y="2871"/>
                  </a:lnTo>
                  <a:cubicBezTo>
                    <a:pt x="1320" y="3231"/>
                    <a:pt x="1613" y="3524"/>
                    <a:pt x="1973" y="3524"/>
                  </a:cubicBezTo>
                  <a:cubicBezTo>
                    <a:pt x="2338" y="3524"/>
                    <a:pt x="2631" y="3231"/>
                    <a:pt x="2631" y="2871"/>
                  </a:cubicBezTo>
                  <a:lnTo>
                    <a:pt x="2631" y="1931"/>
                  </a:lnTo>
                  <a:cubicBezTo>
                    <a:pt x="2631" y="2291"/>
                    <a:pt x="2338" y="2583"/>
                    <a:pt x="1973" y="2588"/>
                  </a:cubicBezTo>
                  <a:cubicBezTo>
                    <a:pt x="1613" y="2583"/>
                    <a:pt x="1320" y="2291"/>
                    <a:pt x="1320" y="193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89"/>
            <p:cNvSpPr/>
            <p:nvPr/>
          </p:nvSpPr>
          <p:spPr>
            <a:xfrm>
              <a:off x="2420569" y="2587533"/>
              <a:ext cx="34482" cy="42186"/>
            </a:xfrm>
            <a:custGeom>
              <a:rect b="b" l="l" r="r" t="t"/>
              <a:pathLst>
                <a:path extrusionOk="0" h="1610" w="1316">
                  <a:moveTo>
                    <a:pt x="5" y="0"/>
                  </a:moveTo>
                  <a:cubicBezTo>
                    <a:pt x="5" y="6"/>
                    <a:pt x="5" y="13"/>
                    <a:pt x="5" y="19"/>
                  </a:cubicBezTo>
                  <a:lnTo>
                    <a:pt x="5" y="19"/>
                  </a:lnTo>
                  <a:lnTo>
                    <a:pt x="5" y="0"/>
                  </a:lnTo>
                  <a:close/>
                  <a:moveTo>
                    <a:pt x="1316" y="15"/>
                  </a:moveTo>
                  <a:cubicBezTo>
                    <a:pt x="1316" y="192"/>
                    <a:pt x="1248" y="355"/>
                    <a:pt x="1124" y="480"/>
                  </a:cubicBezTo>
                  <a:cubicBezTo>
                    <a:pt x="1000" y="603"/>
                    <a:pt x="833" y="674"/>
                    <a:pt x="658" y="674"/>
                  </a:cubicBezTo>
                  <a:cubicBezTo>
                    <a:pt x="642" y="674"/>
                    <a:pt x="626" y="673"/>
                    <a:pt x="610" y="672"/>
                  </a:cubicBezTo>
                  <a:cubicBezTo>
                    <a:pt x="270" y="639"/>
                    <a:pt x="10" y="361"/>
                    <a:pt x="5" y="19"/>
                  </a:cubicBezTo>
                  <a:lnTo>
                    <a:pt x="5" y="19"/>
                  </a:lnTo>
                  <a:lnTo>
                    <a:pt x="5" y="936"/>
                  </a:lnTo>
                  <a:cubicBezTo>
                    <a:pt x="0" y="1282"/>
                    <a:pt x="264" y="1575"/>
                    <a:pt x="610" y="1608"/>
                  </a:cubicBezTo>
                  <a:cubicBezTo>
                    <a:pt x="624" y="1609"/>
                    <a:pt x="639" y="1610"/>
                    <a:pt x="653" y="1610"/>
                  </a:cubicBezTo>
                  <a:cubicBezTo>
                    <a:pt x="1013" y="1610"/>
                    <a:pt x="1316" y="1320"/>
                    <a:pt x="1316" y="955"/>
                  </a:cubicBezTo>
                  <a:lnTo>
                    <a:pt x="1316" y="15"/>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89"/>
            <p:cNvSpPr/>
            <p:nvPr/>
          </p:nvSpPr>
          <p:spPr>
            <a:xfrm>
              <a:off x="2241946" y="2421750"/>
              <a:ext cx="265562" cy="365525"/>
            </a:xfrm>
            <a:custGeom>
              <a:rect b="b" l="l" r="r" t="t"/>
              <a:pathLst>
                <a:path extrusionOk="0" h="13950" w="10135">
                  <a:moveTo>
                    <a:pt x="7052" y="1186"/>
                  </a:moveTo>
                  <a:cubicBezTo>
                    <a:pt x="8550" y="1325"/>
                    <a:pt x="9721" y="2473"/>
                    <a:pt x="9721" y="3860"/>
                  </a:cubicBezTo>
                  <a:lnTo>
                    <a:pt x="9721" y="5377"/>
                  </a:lnTo>
                  <a:lnTo>
                    <a:pt x="9717" y="5377"/>
                  </a:lnTo>
                  <a:cubicBezTo>
                    <a:pt x="9717" y="5626"/>
                    <a:pt x="9481" y="5833"/>
                    <a:pt x="9193" y="5833"/>
                  </a:cubicBezTo>
                  <a:lnTo>
                    <a:pt x="8905" y="5833"/>
                  </a:lnTo>
                  <a:cubicBezTo>
                    <a:pt x="8905" y="4229"/>
                    <a:pt x="8968" y="4042"/>
                    <a:pt x="8680" y="3740"/>
                  </a:cubicBezTo>
                  <a:cubicBezTo>
                    <a:pt x="8545" y="3601"/>
                    <a:pt x="8368" y="3514"/>
                    <a:pt x="8181" y="3495"/>
                  </a:cubicBezTo>
                  <a:cubicBezTo>
                    <a:pt x="8147" y="3490"/>
                    <a:pt x="8226" y="3489"/>
                    <a:pt x="7507" y="3489"/>
                  </a:cubicBezTo>
                  <a:cubicBezTo>
                    <a:pt x="6787" y="3489"/>
                    <a:pt x="5269" y="3490"/>
                    <a:pt x="2041" y="3490"/>
                  </a:cubicBezTo>
                  <a:cubicBezTo>
                    <a:pt x="1595" y="3490"/>
                    <a:pt x="1230" y="3850"/>
                    <a:pt x="1230" y="4301"/>
                  </a:cubicBezTo>
                  <a:lnTo>
                    <a:pt x="1230" y="5833"/>
                  </a:lnTo>
                  <a:lnTo>
                    <a:pt x="942" y="5833"/>
                  </a:lnTo>
                  <a:cubicBezTo>
                    <a:pt x="654" y="5833"/>
                    <a:pt x="419" y="5626"/>
                    <a:pt x="419" y="5377"/>
                  </a:cubicBezTo>
                  <a:lnTo>
                    <a:pt x="419" y="3860"/>
                  </a:lnTo>
                  <a:cubicBezTo>
                    <a:pt x="419" y="2473"/>
                    <a:pt x="1590" y="1325"/>
                    <a:pt x="3083" y="1186"/>
                  </a:cubicBezTo>
                  <a:lnTo>
                    <a:pt x="3083" y="1369"/>
                  </a:lnTo>
                  <a:cubicBezTo>
                    <a:pt x="3083" y="1666"/>
                    <a:pt x="3323" y="1906"/>
                    <a:pt x="3625" y="1906"/>
                  </a:cubicBezTo>
                  <a:lnTo>
                    <a:pt x="6515" y="1906"/>
                  </a:lnTo>
                  <a:cubicBezTo>
                    <a:pt x="6812" y="1906"/>
                    <a:pt x="7052" y="1666"/>
                    <a:pt x="7052" y="1369"/>
                  </a:cubicBezTo>
                  <a:lnTo>
                    <a:pt x="7052" y="1186"/>
                  </a:lnTo>
                  <a:close/>
                  <a:moveTo>
                    <a:pt x="8118" y="3903"/>
                  </a:moveTo>
                  <a:cubicBezTo>
                    <a:pt x="8224" y="3908"/>
                    <a:pt x="8315" y="3956"/>
                    <a:pt x="8387" y="4033"/>
                  </a:cubicBezTo>
                  <a:cubicBezTo>
                    <a:pt x="8550" y="4220"/>
                    <a:pt x="8469" y="4369"/>
                    <a:pt x="8488" y="4978"/>
                  </a:cubicBezTo>
                  <a:cubicBezTo>
                    <a:pt x="8157" y="5074"/>
                    <a:pt x="7926" y="5377"/>
                    <a:pt x="7926" y="5722"/>
                  </a:cubicBezTo>
                  <a:lnTo>
                    <a:pt x="7926" y="7282"/>
                  </a:lnTo>
                  <a:cubicBezTo>
                    <a:pt x="7926" y="7530"/>
                    <a:pt x="7724" y="7730"/>
                    <a:pt x="7475" y="7730"/>
                  </a:cubicBezTo>
                  <a:cubicBezTo>
                    <a:pt x="7464" y="7730"/>
                    <a:pt x="7453" y="7730"/>
                    <a:pt x="7441" y="7729"/>
                  </a:cubicBezTo>
                  <a:cubicBezTo>
                    <a:pt x="7206" y="7705"/>
                    <a:pt x="7024" y="7503"/>
                    <a:pt x="7028" y="7268"/>
                  </a:cubicBezTo>
                  <a:lnTo>
                    <a:pt x="7028" y="7254"/>
                  </a:lnTo>
                  <a:cubicBezTo>
                    <a:pt x="7028" y="7114"/>
                    <a:pt x="6925" y="7045"/>
                    <a:pt x="6822" y="7045"/>
                  </a:cubicBezTo>
                  <a:cubicBezTo>
                    <a:pt x="6719" y="7045"/>
                    <a:pt x="6616" y="7114"/>
                    <a:pt x="6616" y="7254"/>
                  </a:cubicBezTo>
                  <a:lnTo>
                    <a:pt x="6616" y="7268"/>
                  </a:lnTo>
                  <a:cubicBezTo>
                    <a:pt x="6611" y="7724"/>
                    <a:pt x="6956" y="8103"/>
                    <a:pt x="7413" y="8142"/>
                  </a:cubicBezTo>
                  <a:cubicBezTo>
                    <a:pt x="7435" y="8143"/>
                    <a:pt x="7457" y="8144"/>
                    <a:pt x="7479" y="8144"/>
                  </a:cubicBezTo>
                  <a:cubicBezTo>
                    <a:pt x="7949" y="8144"/>
                    <a:pt x="8339" y="7759"/>
                    <a:pt x="8344" y="7282"/>
                  </a:cubicBezTo>
                  <a:lnTo>
                    <a:pt x="8344" y="5722"/>
                  </a:lnTo>
                  <a:cubicBezTo>
                    <a:pt x="8339" y="5607"/>
                    <a:pt x="8397" y="5497"/>
                    <a:pt x="8488" y="5429"/>
                  </a:cubicBezTo>
                  <a:lnTo>
                    <a:pt x="8488" y="12462"/>
                  </a:lnTo>
                  <a:cubicBezTo>
                    <a:pt x="8488" y="13052"/>
                    <a:pt x="8008" y="13532"/>
                    <a:pt x="7417" y="13532"/>
                  </a:cubicBezTo>
                  <a:lnTo>
                    <a:pt x="2718" y="13532"/>
                  </a:lnTo>
                  <a:cubicBezTo>
                    <a:pt x="2123" y="13532"/>
                    <a:pt x="1643" y="13052"/>
                    <a:pt x="1643" y="12462"/>
                  </a:cubicBezTo>
                  <a:lnTo>
                    <a:pt x="1643" y="5367"/>
                  </a:lnTo>
                  <a:lnTo>
                    <a:pt x="2319" y="5367"/>
                  </a:lnTo>
                  <a:cubicBezTo>
                    <a:pt x="2516" y="5367"/>
                    <a:pt x="2675" y="5525"/>
                    <a:pt x="2675" y="5722"/>
                  </a:cubicBezTo>
                  <a:lnTo>
                    <a:pt x="2675" y="7018"/>
                  </a:lnTo>
                  <a:cubicBezTo>
                    <a:pt x="2675" y="7158"/>
                    <a:pt x="2778" y="7227"/>
                    <a:pt x="2881" y="7227"/>
                  </a:cubicBezTo>
                  <a:cubicBezTo>
                    <a:pt x="2984" y="7227"/>
                    <a:pt x="3087" y="7158"/>
                    <a:pt x="3087" y="7018"/>
                  </a:cubicBezTo>
                  <a:lnTo>
                    <a:pt x="3087" y="5722"/>
                  </a:lnTo>
                  <a:cubicBezTo>
                    <a:pt x="3087" y="5295"/>
                    <a:pt x="2742" y="4949"/>
                    <a:pt x="2319" y="4949"/>
                  </a:cubicBezTo>
                  <a:lnTo>
                    <a:pt x="1643" y="4949"/>
                  </a:lnTo>
                  <a:lnTo>
                    <a:pt x="1643" y="4301"/>
                  </a:lnTo>
                  <a:cubicBezTo>
                    <a:pt x="1643" y="4081"/>
                    <a:pt x="1820" y="3903"/>
                    <a:pt x="2041" y="3903"/>
                  </a:cubicBezTo>
                  <a:close/>
                  <a:moveTo>
                    <a:pt x="3620" y="0"/>
                  </a:moveTo>
                  <a:cubicBezTo>
                    <a:pt x="3323" y="0"/>
                    <a:pt x="3083" y="245"/>
                    <a:pt x="3083" y="543"/>
                  </a:cubicBezTo>
                  <a:lnTo>
                    <a:pt x="3083" y="773"/>
                  </a:lnTo>
                  <a:cubicBezTo>
                    <a:pt x="1359" y="912"/>
                    <a:pt x="1" y="2242"/>
                    <a:pt x="1" y="3860"/>
                  </a:cubicBezTo>
                  <a:lnTo>
                    <a:pt x="1" y="5377"/>
                  </a:lnTo>
                  <a:cubicBezTo>
                    <a:pt x="1" y="5857"/>
                    <a:pt x="423" y="6250"/>
                    <a:pt x="942" y="6250"/>
                  </a:cubicBezTo>
                  <a:lnTo>
                    <a:pt x="1230" y="6250"/>
                  </a:lnTo>
                  <a:lnTo>
                    <a:pt x="1230" y="12462"/>
                  </a:lnTo>
                  <a:cubicBezTo>
                    <a:pt x="1230" y="13283"/>
                    <a:pt x="1897" y="13945"/>
                    <a:pt x="2718" y="13950"/>
                  </a:cubicBezTo>
                  <a:lnTo>
                    <a:pt x="7417" y="13950"/>
                  </a:lnTo>
                  <a:cubicBezTo>
                    <a:pt x="8238" y="13945"/>
                    <a:pt x="8901" y="13283"/>
                    <a:pt x="8901" y="12462"/>
                  </a:cubicBezTo>
                  <a:lnTo>
                    <a:pt x="8901" y="6250"/>
                  </a:lnTo>
                  <a:lnTo>
                    <a:pt x="9193" y="6250"/>
                  </a:lnTo>
                  <a:cubicBezTo>
                    <a:pt x="9712" y="6250"/>
                    <a:pt x="10134" y="5857"/>
                    <a:pt x="10134" y="5377"/>
                  </a:cubicBezTo>
                  <a:lnTo>
                    <a:pt x="10134" y="3860"/>
                  </a:lnTo>
                  <a:cubicBezTo>
                    <a:pt x="10129" y="2242"/>
                    <a:pt x="8776" y="912"/>
                    <a:pt x="7048" y="768"/>
                  </a:cubicBezTo>
                  <a:lnTo>
                    <a:pt x="7048" y="543"/>
                  </a:lnTo>
                  <a:cubicBezTo>
                    <a:pt x="7048" y="240"/>
                    <a:pt x="6808" y="0"/>
                    <a:pt x="6510" y="0"/>
                  </a:cubicBezTo>
                  <a:lnTo>
                    <a:pt x="5084" y="0"/>
                  </a:lnTo>
                  <a:cubicBezTo>
                    <a:pt x="4808" y="0"/>
                    <a:pt x="4806" y="413"/>
                    <a:pt x="5080" y="413"/>
                  </a:cubicBezTo>
                  <a:cubicBezTo>
                    <a:pt x="5081" y="413"/>
                    <a:pt x="5083" y="413"/>
                    <a:pt x="5084" y="413"/>
                  </a:cubicBezTo>
                  <a:lnTo>
                    <a:pt x="6510" y="413"/>
                  </a:lnTo>
                  <a:cubicBezTo>
                    <a:pt x="6577" y="418"/>
                    <a:pt x="6635" y="471"/>
                    <a:pt x="6635" y="538"/>
                  </a:cubicBezTo>
                  <a:lnTo>
                    <a:pt x="6635" y="1364"/>
                  </a:lnTo>
                  <a:cubicBezTo>
                    <a:pt x="6635" y="1431"/>
                    <a:pt x="6577" y="1489"/>
                    <a:pt x="6510" y="1489"/>
                  </a:cubicBezTo>
                  <a:lnTo>
                    <a:pt x="3620" y="1489"/>
                  </a:lnTo>
                  <a:cubicBezTo>
                    <a:pt x="3553" y="1489"/>
                    <a:pt x="3500" y="1431"/>
                    <a:pt x="3500" y="1364"/>
                  </a:cubicBezTo>
                  <a:lnTo>
                    <a:pt x="3500" y="538"/>
                  </a:lnTo>
                  <a:cubicBezTo>
                    <a:pt x="3500" y="471"/>
                    <a:pt x="3553" y="418"/>
                    <a:pt x="3620" y="418"/>
                  </a:cubicBezTo>
                  <a:lnTo>
                    <a:pt x="4254" y="418"/>
                  </a:lnTo>
                  <a:cubicBezTo>
                    <a:pt x="4532" y="418"/>
                    <a:pt x="4532" y="0"/>
                    <a:pt x="42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89"/>
            <p:cNvSpPr/>
            <p:nvPr/>
          </p:nvSpPr>
          <p:spPr>
            <a:xfrm>
              <a:off x="2315811" y="2607080"/>
              <a:ext cx="76092" cy="78293"/>
            </a:xfrm>
            <a:custGeom>
              <a:rect b="b" l="l" r="r" t="t"/>
              <a:pathLst>
                <a:path extrusionOk="0" h="2988" w="2904">
                  <a:moveTo>
                    <a:pt x="1375" y="1"/>
                  </a:moveTo>
                  <a:cubicBezTo>
                    <a:pt x="1271" y="1"/>
                    <a:pt x="1166" y="70"/>
                    <a:pt x="1166" y="209"/>
                  </a:cubicBezTo>
                  <a:cubicBezTo>
                    <a:pt x="1166" y="473"/>
                    <a:pt x="947" y="653"/>
                    <a:pt x="717" y="653"/>
                  </a:cubicBezTo>
                  <a:cubicBezTo>
                    <a:pt x="621" y="653"/>
                    <a:pt x="522" y="621"/>
                    <a:pt x="436" y="550"/>
                  </a:cubicBezTo>
                  <a:cubicBezTo>
                    <a:pt x="392" y="512"/>
                    <a:pt x="345" y="495"/>
                    <a:pt x="300" y="495"/>
                  </a:cubicBezTo>
                  <a:cubicBezTo>
                    <a:pt x="133" y="495"/>
                    <a:pt x="0" y="722"/>
                    <a:pt x="163" y="862"/>
                  </a:cubicBezTo>
                  <a:cubicBezTo>
                    <a:pt x="323" y="998"/>
                    <a:pt x="524" y="1068"/>
                    <a:pt x="725" y="1068"/>
                  </a:cubicBezTo>
                  <a:cubicBezTo>
                    <a:pt x="879" y="1068"/>
                    <a:pt x="1034" y="1027"/>
                    <a:pt x="1171" y="944"/>
                  </a:cubicBezTo>
                  <a:lnTo>
                    <a:pt x="1171" y="2125"/>
                  </a:lnTo>
                  <a:cubicBezTo>
                    <a:pt x="1171" y="2642"/>
                    <a:pt x="1596" y="2987"/>
                    <a:pt x="2041" y="2987"/>
                  </a:cubicBezTo>
                  <a:cubicBezTo>
                    <a:pt x="2252" y="2987"/>
                    <a:pt x="2468" y="2909"/>
                    <a:pt x="2645" y="2734"/>
                  </a:cubicBezTo>
                  <a:cubicBezTo>
                    <a:pt x="2779" y="2600"/>
                    <a:pt x="2865" y="2422"/>
                    <a:pt x="2889" y="2230"/>
                  </a:cubicBezTo>
                  <a:cubicBezTo>
                    <a:pt x="2904" y="2120"/>
                    <a:pt x="2822" y="2014"/>
                    <a:pt x="2712" y="2000"/>
                  </a:cubicBezTo>
                  <a:cubicBezTo>
                    <a:pt x="2703" y="1999"/>
                    <a:pt x="2694" y="1998"/>
                    <a:pt x="2685" y="1998"/>
                  </a:cubicBezTo>
                  <a:cubicBezTo>
                    <a:pt x="2581" y="1998"/>
                    <a:pt x="2490" y="2076"/>
                    <a:pt x="2477" y="2182"/>
                  </a:cubicBezTo>
                  <a:cubicBezTo>
                    <a:pt x="2449" y="2408"/>
                    <a:pt x="2258" y="2572"/>
                    <a:pt x="2030" y="2572"/>
                  </a:cubicBezTo>
                  <a:cubicBezTo>
                    <a:pt x="2020" y="2572"/>
                    <a:pt x="2011" y="2572"/>
                    <a:pt x="2001" y="2571"/>
                  </a:cubicBezTo>
                  <a:cubicBezTo>
                    <a:pt x="1766" y="2557"/>
                    <a:pt x="1584" y="2360"/>
                    <a:pt x="1584" y="2125"/>
                  </a:cubicBezTo>
                  <a:lnTo>
                    <a:pt x="1584" y="209"/>
                  </a:lnTo>
                  <a:cubicBezTo>
                    <a:pt x="1584" y="70"/>
                    <a:pt x="1479" y="1"/>
                    <a:pt x="1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3" name="Google Shape;19263;p89"/>
            <p:cNvSpPr/>
            <p:nvPr/>
          </p:nvSpPr>
          <p:spPr>
            <a:xfrm>
              <a:off x="2380819" y="2551426"/>
              <a:ext cx="45304" cy="97185"/>
            </a:xfrm>
            <a:custGeom>
              <a:rect b="b" l="l" r="r" t="t"/>
              <a:pathLst>
                <a:path extrusionOk="0" h="3709" w="1729">
                  <a:moveTo>
                    <a:pt x="773" y="0"/>
                  </a:moveTo>
                  <a:cubicBezTo>
                    <a:pt x="346" y="0"/>
                    <a:pt x="0" y="346"/>
                    <a:pt x="0" y="773"/>
                  </a:cubicBezTo>
                  <a:lnTo>
                    <a:pt x="0" y="3500"/>
                  </a:lnTo>
                  <a:cubicBezTo>
                    <a:pt x="0" y="3639"/>
                    <a:pt x="105" y="3709"/>
                    <a:pt x="209" y="3709"/>
                  </a:cubicBezTo>
                  <a:cubicBezTo>
                    <a:pt x="314" y="3709"/>
                    <a:pt x="418" y="3639"/>
                    <a:pt x="418" y="3500"/>
                  </a:cubicBezTo>
                  <a:lnTo>
                    <a:pt x="418" y="773"/>
                  </a:lnTo>
                  <a:cubicBezTo>
                    <a:pt x="418" y="576"/>
                    <a:pt x="576" y="413"/>
                    <a:pt x="773" y="413"/>
                  </a:cubicBezTo>
                  <a:lnTo>
                    <a:pt x="960" y="413"/>
                  </a:lnTo>
                  <a:cubicBezTo>
                    <a:pt x="1152" y="413"/>
                    <a:pt x="1316" y="576"/>
                    <a:pt x="1316" y="773"/>
                  </a:cubicBezTo>
                  <a:lnTo>
                    <a:pt x="1316" y="1474"/>
                  </a:lnTo>
                  <a:cubicBezTo>
                    <a:pt x="1316" y="1611"/>
                    <a:pt x="1419" y="1679"/>
                    <a:pt x="1522" y="1679"/>
                  </a:cubicBezTo>
                  <a:cubicBezTo>
                    <a:pt x="1625" y="1679"/>
                    <a:pt x="1728" y="1611"/>
                    <a:pt x="1728" y="1474"/>
                  </a:cubicBezTo>
                  <a:lnTo>
                    <a:pt x="1728" y="773"/>
                  </a:lnTo>
                  <a:cubicBezTo>
                    <a:pt x="1728" y="346"/>
                    <a:pt x="1383" y="0"/>
                    <a:pt x="9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4" name="Google Shape;19264;p89"/>
          <p:cNvGrpSpPr/>
          <p:nvPr/>
        </p:nvGrpSpPr>
        <p:grpSpPr>
          <a:xfrm>
            <a:off x="2694018" y="2421881"/>
            <a:ext cx="254583" cy="365394"/>
            <a:chOff x="2694018" y="2421881"/>
            <a:chExt cx="254583" cy="365394"/>
          </a:xfrm>
        </p:grpSpPr>
        <p:sp>
          <p:nvSpPr>
            <p:cNvPr id="19265" name="Google Shape;19265;p89"/>
            <p:cNvSpPr/>
            <p:nvPr/>
          </p:nvSpPr>
          <p:spPr>
            <a:xfrm>
              <a:off x="2721295" y="2427278"/>
              <a:ext cx="220520" cy="83796"/>
            </a:xfrm>
            <a:custGeom>
              <a:rect b="b" l="l" r="r" t="t"/>
              <a:pathLst>
                <a:path extrusionOk="0" h="3198" w="8416">
                  <a:moveTo>
                    <a:pt x="1369" y="1"/>
                  </a:moveTo>
                  <a:cubicBezTo>
                    <a:pt x="615" y="5"/>
                    <a:pt x="1" y="615"/>
                    <a:pt x="1" y="1369"/>
                  </a:cubicBezTo>
                  <a:lnTo>
                    <a:pt x="1" y="1825"/>
                  </a:lnTo>
                  <a:lnTo>
                    <a:pt x="1" y="1902"/>
                  </a:lnTo>
                  <a:lnTo>
                    <a:pt x="1" y="1906"/>
                  </a:lnTo>
                  <a:cubicBezTo>
                    <a:pt x="1" y="1921"/>
                    <a:pt x="1" y="1935"/>
                    <a:pt x="5" y="1950"/>
                  </a:cubicBezTo>
                  <a:cubicBezTo>
                    <a:pt x="25" y="2161"/>
                    <a:pt x="92" y="2367"/>
                    <a:pt x="207" y="2550"/>
                  </a:cubicBezTo>
                  <a:lnTo>
                    <a:pt x="207" y="2554"/>
                  </a:lnTo>
                  <a:cubicBezTo>
                    <a:pt x="236" y="2598"/>
                    <a:pt x="265" y="2641"/>
                    <a:pt x="298" y="2679"/>
                  </a:cubicBezTo>
                  <a:cubicBezTo>
                    <a:pt x="558" y="3006"/>
                    <a:pt x="951" y="3198"/>
                    <a:pt x="1364" y="3198"/>
                  </a:cubicBezTo>
                  <a:lnTo>
                    <a:pt x="7043" y="3198"/>
                  </a:lnTo>
                  <a:cubicBezTo>
                    <a:pt x="7537" y="3193"/>
                    <a:pt x="7988" y="2934"/>
                    <a:pt x="8233" y="2506"/>
                  </a:cubicBezTo>
                  <a:cubicBezTo>
                    <a:pt x="8257" y="2458"/>
                    <a:pt x="8281" y="2410"/>
                    <a:pt x="8305" y="2362"/>
                  </a:cubicBezTo>
                  <a:cubicBezTo>
                    <a:pt x="8363" y="2218"/>
                    <a:pt x="8401" y="2065"/>
                    <a:pt x="8411" y="1911"/>
                  </a:cubicBezTo>
                  <a:lnTo>
                    <a:pt x="8411" y="1830"/>
                  </a:lnTo>
                  <a:lnTo>
                    <a:pt x="8411" y="1758"/>
                  </a:lnTo>
                  <a:cubicBezTo>
                    <a:pt x="8411" y="1714"/>
                    <a:pt x="8411" y="1676"/>
                    <a:pt x="8406" y="1633"/>
                  </a:cubicBezTo>
                  <a:lnTo>
                    <a:pt x="8406" y="1633"/>
                  </a:lnTo>
                  <a:lnTo>
                    <a:pt x="8411" y="1638"/>
                  </a:lnTo>
                  <a:lnTo>
                    <a:pt x="8411" y="1369"/>
                  </a:lnTo>
                  <a:lnTo>
                    <a:pt x="8416" y="1369"/>
                  </a:lnTo>
                  <a:cubicBezTo>
                    <a:pt x="8411" y="615"/>
                    <a:pt x="7801" y="5"/>
                    <a:pt x="7047" y="1"/>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89"/>
            <p:cNvSpPr/>
            <p:nvPr/>
          </p:nvSpPr>
          <p:spPr>
            <a:xfrm>
              <a:off x="2806715" y="2626260"/>
              <a:ext cx="49811" cy="155486"/>
            </a:xfrm>
            <a:custGeom>
              <a:rect b="b" l="l" r="r" t="t"/>
              <a:pathLst>
                <a:path extrusionOk="0" h="5934" w="1901">
                  <a:moveTo>
                    <a:pt x="480" y="1"/>
                  </a:moveTo>
                  <a:cubicBezTo>
                    <a:pt x="211" y="1"/>
                    <a:pt x="0" y="217"/>
                    <a:pt x="0" y="481"/>
                  </a:cubicBezTo>
                  <a:lnTo>
                    <a:pt x="0" y="5454"/>
                  </a:lnTo>
                  <a:cubicBezTo>
                    <a:pt x="0" y="5718"/>
                    <a:pt x="211" y="5934"/>
                    <a:pt x="480" y="5934"/>
                  </a:cubicBezTo>
                  <a:lnTo>
                    <a:pt x="1421" y="5934"/>
                  </a:lnTo>
                  <a:cubicBezTo>
                    <a:pt x="1685" y="5934"/>
                    <a:pt x="1901" y="5718"/>
                    <a:pt x="1901" y="5454"/>
                  </a:cubicBezTo>
                  <a:lnTo>
                    <a:pt x="1901" y="481"/>
                  </a:lnTo>
                  <a:cubicBezTo>
                    <a:pt x="1901" y="217"/>
                    <a:pt x="1685" y="1"/>
                    <a:pt x="1421"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89"/>
            <p:cNvSpPr/>
            <p:nvPr/>
          </p:nvSpPr>
          <p:spPr>
            <a:xfrm>
              <a:off x="2829852" y="2626260"/>
              <a:ext cx="26674" cy="134602"/>
            </a:xfrm>
            <a:custGeom>
              <a:rect b="b" l="l" r="r" t="t"/>
              <a:pathLst>
                <a:path extrusionOk="0" h="5137" w="1018">
                  <a:moveTo>
                    <a:pt x="0" y="1"/>
                  </a:moveTo>
                  <a:lnTo>
                    <a:pt x="0" y="4657"/>
                  </a:lnTo>
                  <a:cubicBezTo>
                    <a:pt x="0" y="4921"/>
                    <a:pt x="216" y="5132"/>
                    <a:pt x="480" y="5137"/>
                  </a:cubicBezTo>
                  <a:lnTo>
                    <a:pt x="1018" y="5137"/>
                  </a:lnTo>
                  <a:lnTo>
                    <a:pt x="1018" y="481"/>
                  </a:lnTo>
                  <a:cubicBezTo>
                    <a:pt x="1018" y="217"/>
                    <a:pt x="802" y="1"/>
                    <a:pt x="53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89"/>
            <p:cNvSpPr/>
            <p:nvPr/>
          </p:nvSpPr>
          <p:spPr>
            <a:xfrm>
              <a:off x="2721426" y="2437340"/>
              <a:ext cx="220389" cy="67602"/>
            </a:xfrm>
            <a:custGeom>
              <a:rect b="b" l="l" r="r" t="t"/>
              <a:pathLst>
                <a:path extrusionOk="0" h="2580" w="8411">
                  <a:moveTo>
                    <a:pt x="1369" y="1"/>
                  </a:moveTo>
                  <a:cubicBezTo>
                    <a:pt x="615" y="5"/>
                    <a:pt x="0" y="615"/>
                    <a:pt x="0" y="1369"/>
                  </a:cubicBezTo>
                  <a:lnTo>
                    <a:pt x="0" y="1441"/>
                  </a:lnTo>
                  <a:lnTo>
                    <a:pt x="0" y="1518"/>
                  </a:lnTo>
                  <a:cubicBezTo>
                    <a:pt x="0" y="1537"/>
                    <a:pt x="5" y="1551"/>
                    <a:pt x="5" y="1566"/>
                  </a:cubicBezTo>
                  <a:cubicBezTo>
                    <a:pt x="24" y="1777"/>
                    <a:pt x="92" y="1983"/>
                    <a:pt x="207" y="2166"/>
                  </a:cubicBezTo>
                  <a:lnTo>
                    <a:pt x="207" y="2170"/>
                  </a:lnTo>
                  <a:cubicBezTo>
                    <a:pt x="236" y="2214"/>
                    <a:pt x="265" y="2252"/>
                    <a:pt x="298" y="2290"/>
                  </a:cubicBezTo>
                  <a:lnTo>
                    <a:pt x="644" y="1858"/>
                  </a:lnTo>
                  <a:cubicBezTo>
                    <a:pt x="735" y="1743"/>
                    <a:pt x="867" y="1686"/>
                    <a:pt x="999" y="1686"/>
                  </a:cubicBezTo>
                  <a:cubicBezTo>
                    <a:pt x="1131" y="1686"/>
                    <a:pt x="1263" y="1743"/>
                    <a:pt x="1354" y="1858"/>
                  </a:cubicBezTo>
                  <a:lnTo>
                    <a:pt x="1825" y="2439"/>
                  </a:lnTo>
                  <a:cubicBezTo>
                    <a:pt x="1897" y="2533"/>
                    <a:pt x="2003" y="2580"/>
                    <a:pt x="2111" y="2580"/>
                  </a:cubicBezTo>
                  <a:cubicBezTo>
                    <a:pt x="2218" y="2580"/>
                    <a:pt x="2326" y="2533"/>
                    <a:pt x="2401" y="2439"/>
                  </a:cubicBezTo>
                  <a:lnTo>
                    <a:pt x="2866" y="1858"/>
                  </a:lnTo>
                  <a:cubicBezTo>
                    <a:pt x="2957" y="1743"/>
                    <a:pt x="3089" y="1686"/>
                    <a:pt x="3221" y="1686"/>
                  </a:cubicBezTo>
                  <a:cubicBezTo>
                    <a:pt x="3353" y="1686"/>
                    <a:pt x="3485" y="1743"/>
                    <a:pt x="3577" y="1858"/>
                  </a:cubicBezTo>
                  <a:lnTo>
                    <a:pt x="4047" y="2439"/>
                  </a:lnTo>
                  <a:cubicBezTo>
                    <a:pt x="4119" y="2533"/>
                    <a:pt x="4226" y="2580"/>
                    <a:pt x="4333" y="2580"/>
                  </a:cubicBezTo>
                  <a:cubicBezTo>
                    <a:pt x="4441" y="2580"/>
                    <a:pt x="4549" y="2533"/>
                    <a:pt x="4623" y="2439"/>
                  </a:cubicBezTo>
                  <a:lnTo>
                    <a:pt x="5089" y="1858"/>
                  </a:lnTo>
                  <a:cubicBezTo>
                    <a:pt x="5180" y="1743"/>
                    <a:pt x="5312" y="1686"/>
                    <a:pt x="5444" y="1686"/>
                  </a:cubicBezTo>
                  <a:cubicBezTo>
                    <a:pt x="5576" y="1686"/>
                    <a:pt x="5708" y="1743"/>
                    <a:pt x="5799" y="1858"/>
                  </a:cubicBezTo>
                  <a:lnTo>
                    <a:pt x="6270" y="2439"/>
                  </a:lnTo>
                  <a:cubicBezTo>
                    <a:pt x="6342" y="2533"/>
                    <a:pt x="6448" y="2580"/>
                    <a:pt x="6556" y="2580"/>
                  </a:cubicBezTo>
                  <a:cubicBezTo>
                    <a:pt x="6663" y="2580"/>
                    <a:pt x="6771" y="2533"/>
                    <a:pt x="6846" y="2439"/>
                  </a:cubicBezTo>
                  <a:lnTo>
                    <a:pt x="7311" y="1858"/>
                  </a:lnTo>
                  <a:cubicBezTo>
                    <a:pt x="7402" y="1743"/>
                    <a:pt x="7535" y="1686"/>
                    <a:pt x="7667" y="1686"/>
                  </a:cubicBezTo>
                  <a:cubicBezTo>
                    <a:pt x="7799" y="1686"/>
                    <a:pt x="7931" y="1743"/>
                    <a:pt x="8022" y="1858"/>
                  </a:cubicBezTo>
                  <a:lnTo>
                    <a:pt x="8233" y="2118"/>
                  </a:lnTo>
                  <a:cubicBezTo>
                    <a:pt x="8257" y="2074"/>
                    <a:pt x="8281" y="2026"/>
                    <a:pt x="8305" y="1974"/>
                  </a:cubicBezTo>
                  <a:cubicBezTo>
                    <a:pt x="8363" y="1830"/>
                    <a:pt x="8401" y="1681"/>
                    <a:pt x="8411" y="1522"/>
                  </a:cubicBezTo>
                  <a:lnTo>
                    <a:pt x="8411" y="1441"/>
                  </a:lnTo>
                  <a:lnTo>
                    <a:pt x="8411" y="1374"/>
                  </a:lnTo>
                  <a:cubicBezTo>
                    <a:pt x="8411" y="620"/>
                    <a:pt x="7801" y="5"/>
                    <a:pt x="704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89"/>
            <p:cNvSpPr/>
            <p:nvPr/>
          </p:nvSpPr>
          <p:spPr>
            <a:xfrm>
              <a:off x="2721295" y="2427278"/>
              <a:ext cx="220520" cy="51095"/>
            </a:xfrm>
            <a:custGeom>
              <a:rect b="b" l="l" r="r" t="t"/>
              <a:pathLst>
                <a:path extrusionOk="0" h="1950" w="8416">
                  <a:moveTo>
                    <a:pt x="1369" y="1"/>
                  </a:moveTo>
                  <a:cubicBezTo>
                    <a:pt x="615" y="5"/>
                    <a:pt x="1" y="615"/>
                    <a:pt x="1" y="1369"/>
                  </a:cubicBezTo>
                  <a:lnTo>
                    <a:pt x="1" y="1825"/>
                  </a:lnTo>
                  <a:cubicBezTo>
                    <a:pt x="1" y="1868"/>
                    <a:pt x="1" y="1911"/>
                    <a:pt x="5" y="1950"/>
                  </a:cubicBezTo>
                  <a:lnTo>
                    <a:pt x="649" y="1153"/>
                  </a:lnTo>
                  <a:cubicBezTo>
                    <a:pt x="740" y="1037"/>
                    <a:pt x="872" y="980"/>
                    <a:pt x="1004" y="980"/>
                  </a:cubicBezTo>
                  <a:cubicBezTo>
                    <a:pt x="1136" y="980"/>
                    <a:pt x="1268" y="1037"/>
                    <a:pt x="1359" y="1153"/>
                  </a:cubicBezTo>
                  <a:lnTo>
                    <a:pt x="1825" y="1734"/>
                  </a:lnTo>
                  <a:cubicBezTo>
                    <a:pt x="1899" y="1827"/>
                    <a:pt x="2007" y="1874"/>
                    <a:pt x="2115" y="1874"/>
                  </a:cubicBezTo>
                  <a:cubicBezTo>
                    <a:pt x="2222" y="1874"/>
                    <a:pt x="2329" y="1827"/>
                    <a:pt x="2401" y="1734"/>
                  </a:cubicBezTo>
                  <a:lnTo>
                    <a:pt x="2871" y="1153"/>
                  </a:lnTo>
                  <a:cubicBezTo>
                    <a:pt x="2962" y="1037"/>
                    <a:pt x="3094" y="980"/>
                    <a:pt x="3226" y="980"/>
                  </a:cubicBezTo>
                  <a:cubicBezTo>
                    <a:pt x="3358" y="980"/>
                    <a:pt x="3490" y="1037"/>
                    <a:pt x="3582" y="1153"/>
                  </a:cubicBezTo>
                  <a:lnTo>
                    <a:pt x="4047" y="1734"/>
                  </a:lnTo>
                  <a:cubicBezTo>
                    <a:pt x="4122" y="1827"/>
                    <a:pt x="4230" y="1874"/>
                    <a:pt x="4337" y="1874"/>
                  </a:cubicBezTo>
                  <a:cubicBezTo>
                    <a:pt x="4445" y="1874"/>
                    <a:pt x="4551" y="1827"/>
                    <a:pt x="4623" y="1734"/>
                  </a:cubicBezTo>
                  <a:lnTo>
                    <a:pt x="5094" y="1153"/>
                  </a:lnTo>
                  <a:cubicBezTo>
                    <a:pt x="5185" y="1037"/>
                    <a:pt x="5317" y="980"/>
                    <a:pt x="5449" y="980"/>
                  </a:cubicBezTo>
                  <a:cubicBezTo>
                    <a:pt x="5581" y="980"/>
                    <a:pt x="5713" y="1037"/>
                    <a:pt x="5804" y="1153"/>
                  </a:cubicBezTo>
                  <a:lnTo>
                    <a:pt x="6270" y="1734"/>
                  </a:lnTo>
                  <a:cubicBezTo>
                    <a:pt x="6344" y="1827"/>
                    <a:pt x="6452" y="1874"/>
                    <a:pt x="6560" y="1874"/>
                  </a:cubicBezTo>
                  <a:cubicBezTo>
                    <a:pt x="6667" y="1874"/>
                    <a:pt x="6774" y="1827"/>
                    <a:pt x="6846" y="1734"/>
                  </a:cubicBezTo>
                  <a:lnTo>
                    <a:pt x="7316" y="1153"/>
                  </a:lnTo>
                  <a:cubicBezTo>
                    <a:pt x="7407" y="1037"/>
                    <a:pt x="7540" y="980"/>
                    <a:pt x="7672" y="980"/>
                  </a:cubicBezTo>
                  <a:cubicBezTo>
                    <a:pt x="7804" y="980"/>
                    <a:pt x="7936" y="1037"/>
                    <a:pt x="8027" y="1153"/>
                  </a:cubicBezTo>
                  <a:lnTo>
                    <a:pt x="8416" y="1638"/>
                  </a:lnTo>
                  <a:lnTo>
                    <a:pt x="8416" y="1369"/>
                  </a:lnTo>
                  <a:cubicBezTo>
                    <a:pt x="8411" y="615"/>
                    <a:pt x="7801" y="5"/>
                    <a:pt x="7047"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89"/>
            <p:cNvSpPr/>
            <p:nvPr/>
          </p:nvSpPr>
          <p:spPr>
            <a:xfrm>
              <a:off x="2694018" y="2421881"/>
              <a:ext cx="254583" cy="294437"/>
            </a:xfrm>
            <a:custGeom>
              <a:rect b="b" l="l" r="r" t="t"/>
              <a:pathLst>
                <a:path extrusionOk="0" h="11237" w="9716">
                  <a:moveTo>
                    <a:pt x="8712" y="1396"/>
                  </a:moveTo>
                  <a:cubicBezTo>
                    <a:pt x="8785" y="1396"/>
                    <a:pt x="8857" y="1428"/>
                    <a:pt x="8905" y="1493"/>
                  </a:cubicBezTo>
                  <a:lnTo>
                    <a:pt x="9250" y="1920"/>
                  </a:lnTo>
                  <a:cubicBezTo>
                    <a:pt x="9250" y="2026"/>
                    <a:pt x="9250" y="2040"/>
                    <a:pt x="9250" y="2079"/>
                  </a:cubicBezTo>
                  <a:cubicBezTo>
                    <a:pt x="9226" y="2703"/>
                    <a:pt x="8713" y="3192"/>
                    <a:pt x="8088" y="3197"/>
                  </a:cubicBezTo>
                  <a:lnTo>
                    <a:pt x="2410" y="3197"/>
                  </a:lnTo>
                  <a:cubicBezTo>
                    <a:pt x="1839" y="3192"/>
                    <a:pt x="1354" y="2780"/>
                    <a:pt x="1263" y="2223"/>
                  </a:cubicBezTo>
                  <a:lnTo>
                    <a:pt x="1853" y="1493"/>
                  </a:lnTo>
                  <a:cubicBezTo>
                    <a:pt x="1901" y="1428"/>
                    <a:pt x="1973" y="1396"/>
                    <a:pt x="2045" y="1396"/>
                  </a:cubicBezTo>
                  <a:cubicBezTo>
                    <a:pt x="2117" y="1396"/>
                    <a:pt x="2189" y="1428"/>
                    <a:pt x="2237" y="1493"/>
                  </a:cubicBezTo>
                  <a:lnTo>
                    <a:pt x="2707" y="2074"/>
                  </a:lnTo>
                  <a:cubicBezTo>
                    <a:pt x="2823" y="2218"/>
                    <a:pt x="2989" y="2290"/>
                    <a:pt x="3156" y="2290"/>
                  </a:cubicBezTo>
                  <a:cubicBezTo>
                    <a:pt x="3323" y="2290"/>
                    <a:pt x="3490" y="2218"/>
                    <a:pt x="3605" y="2074"/>
                  </a:cubicBezTo>
                  <a:lnTo>
                    <a:pt x="4075" y="1493"/>
                  </a:lnTo>
                  <a:cubicBezTo>
                    <a:pt x="4123" y="1428"/>
                    <a:pt x="4195" y="1396"/>
                    <a:pt x="4267" y="1396"/>
                  </a:cubicBezTo>
                  <a:cubicBezTo>
                    <a:pt x="4339" y="1396"/>
                    <a:pt x="4411" y="1428"/>
                    <a:pt x="4459" y="1493"/>
                  </a:cubicBezTo>
                  <a:lnTo>
                    <a:pt x="4930" y="2074"/>
                  </a:lnTo>
                  <a:cubicBezTo>
                    <a:pt x="5045" y="2218"/>
                    <a:pt x="5212" y="2290"/>
                    <a:pt x="5379" y="2290"/>
                  </a:cubicBezTo>
                  <a:cubicBezTo>
                    <a:pt x="5546" y="2290"/>
                    <a:pt x="5712" y="2218"/>
                    <a:pt x="5828" y="2074"/>
                  </a:cubicBezTo>
                  <a:lnTo>
                    <a:pt x="6298" y="1493"/>
                  </a:lnTo>
                  <a:cubicBezTo>
                    <a:pt x="6346" y="1428"/>
                    <a:pt x="6418" y="1396"/>
                    <a:pt x="6490" y="1396"/>
                  </a:cubicBezTo>
                  <a:cubicBezTo>
                    <a:pt x="6562" y="1396"/>
                    <a:pt x="6634" y="1428"/>
                    <a:pt x="6682" y="1493"/>
                  </a:cubicBezTo>
                  <a:lnTo>
                    <a:pt x="7152" y="2074"/>
                  </a:lnTo>
                  <a:cubicBezTo>
                    <a:pt x="7268" y="2218"/>
                    <a:pt x="7434" y="2290"/>
                    <a:pt x="7601" y="2290"/>
                  </a:cubicBezTo>
                  <a:cubicBezTo>
                    <a:pt x="7768" y="2290"/>
                    <a:pt x="7935" y="2218"/>
                    <a:pt x="8050" y="2074"/>
                  </a:cubicBezTo>
                  <a:lnTo>
                    <a:pt x="8516" y="1493"/>
                  </a:lnTo>
                  <a:cubicBezTo>
                    <a:pt x="8566" y="1428"/>
                    <a:pt x="8639" y="1396"/>
                    <a:pt x="8712" y="1396"/>
                  </a:cubicBezTo>
                  <a:close/>
                  <a:moveTo>
                    <a:pt x="7651" y="0"/>
                  </a:moveTo>
                  <a:cubicBezTo>
                    <a:pt x="7120" y="0"/>
                    <a:pt x="6218" y="11"/>
                    <a:pt x="4586" y="11"/>
                  </a:cubicBezTo>
                  <a:cubicBezTo>
                    <a:pt x="3970" y="11"/>
                    <a:pt x="3252" y="9"/>
                    <a:pt x="2410" y="5"/>
                  </a:cubicBezTo>
                  <a:cubicBezTo>
                    <a:pt x="1541" y="5"/>
                    <a:pt x="835" y="706"/>
                    <a:pt x="835" y="1575"/>
                  </a:cubicBezTo>
                  <a:lnTo>
                    <a:pt x="835" y="1666"/>
                  </a:lnTo>
                  <a:cubicBezTo>
                    <a:pt x="360" y="1719"/>
                    <a:pt x="0" y="2117"/>
                    <a:pt x="0" y="2597"/>
                  </a:cubicBezTo>
                  <a:lnTo>
                    <a:pt x="0" y="4114"/>
                  </a:lnTo>
                  <a:cubicBezTo>
                    <a:pt x="0" y="4498"/>
                    <a:pt x="230" y="4839"/>
                    <a:pt x="590" y="4983"/>
                  </a:cubicBezTo>
                  <a:lnTo>
                    <a:pt x="605" y="4988"/>
                  </a:lnTo>
                  <a:lnTo>
                    <a:pt x="4560" y="6140"/>
                  </a:lnTo>
                  <a:cubicBezTo>
                    <a:pt x="4839" y="6255"/>
                    <a:pt x="5016" y="6524"/>
                    <a:pt x="5016" y="6821"/>
                  </a:cubicBezTo>
                  <a:lnTo>
                    <a:pt x="5016" y="7589"/>
                  </a:lnTo>
                  <a:lnTo>
                    <a:pt x="4776" y="7589"/>
                  </a:lnTo>
                  <a:cubicBezTo>
                    <a:pt x="4397" y="7589"/>
                    <a:pt x="4085" y="7901"/>
                    <a:pt x="4085" y="8281"/>
                  </a:cubicBezTo>
                  <a:lnTo>
                    <a:pt x="4085" y="8597"/>
                  </a:lnTo>
                  <a:cubicBezTo>
                    <a:pt x="4085" y="8737"/>
                    <a:pt x="4189" y="8806"/>
                    <a:pt x="4294" y="8806"/>
                  </a:cubicBezTo>
                  <a:cubicBezTo>
                    <a:pt x="4398" y="8806"/>
                    <a:pt x="4503" y="8737"/>
                    <a:pt x="4503" y="8597"/>
                  </a:cubicBezTo>
                  <a:lnTo>
                    <a:pt x="4503" y="8281"/>
                  </a:lnTo>
                  <a:cubicBezTo>
                    <a:pt x="4503" y="8127"/>
                    <a:pt x="4623" y="8007"/>
                    <a:pt x="4776" y="8007"/>
                  </a:cubicBezTo>
                  <a:lnTo>
                    <a:pt x="5722" y="8007"/>
                  </a:lnTo>
                  <a:cubicBezTo>
                    <a:pt x="5871" y="8007"/>
                    <a:pt x="5996" y="8127"/>
                    <a:pt x="5996" y="8281"/>
                  </a:cubicBezTo>
                  <a:lnTo>
                    <a:pt x="5996" y="11031"/>
                  </a:lnTo>
                  <a:cubicBezTo>
                    <a:pt x="5996" y="11168"/>
                    <a:pt x="6099" y="11236"/>
                    <a:pt x="6202" y="11236"/>
                  </a:cubicBezTo>
                  <a:cubicBezTo>
                    <a:pt x="6305" y="11236"/>
                    <a:pt x="6408" y="11168"/>
                    <a:pt x="6408" y="11031"/>
                  </a:cubicBezTo>
                  <a:lnTo>
                    <a:pt x="6408" y="8281"/>
                  </a:lnTo>
                  <a:cubicBezTo>
                    <a:pt x="6408" y="7901"/>
                    <a:pt x="6101" y="7589"/>
                    <a:pt x="5722" y="7589"/>
                  </a:cubicBezTo>
                  <a:lnTo>
                    <a:pt x="5429" y="7589"/>
                  </a:lnTo>
                  <a:lnTo>
                    <a:pt x="5429" y="6821"/>
                  </a:lnTo>
                  <a:cubicBezTo>
                    <a:pt x="5429" y="6293"/>
                    <a:pt x="5064" y="5861"/>
                    <a:pt x="4685" y="5746"/>
                  </a:cubicBezTo>
                  <a:lnTo>
                    <a:pt x="734" y="4594"/>
                  </a:lnTo>
                  <a:cubicBezTo>
                    <a:pt x="538" y="4512"/>
                    <a:pt x="413" y="4320"/>
                    <a:pt x="413" y="4114"/>
                  </a:cubicBezTo>
                  <a:lnTo>
                    <a:pt x="413" y="2597"/>
                  </a:lnTo>
                  <a:cubicBezTo>
                    <a:pt x="413" y="2348"/>
                    <a:pt x="590" y="2132"/>
                    <a:pt x="835" y="2088"/>
                  </a:cubicBezTo>
                  <a:cubicBezTo>
                    <a:pt x="864" y="2933"/>
                    <a:pt x="1560" y="3605"/>
                    <a:pt x="2405" y="3605"/>
                  </a:cubicBezTo>
                  <a:lnTo>
                    <a:pt x="8088" y="3605"/>
                  </a:lnTo>
                  <a:cubicBezTo>
                    <a:pt x="8938" y="3605"/>
                    <a:pt x="9634" y="2928"/>
                    <a:pt x="9663" y="2074"/>
                  </a:cubicBezTo>
                  <a:cubicBezTo>
                    <a:pt x="9663" y="1546"/>
                    <a:pt x="9716" y="1143"/>
                    <a:pt x="9370" y="663"/>
                  </a:cubicBezTo>
                  <a:cubicBezTo>
                    <a:pt x="9324" y="590"/>
                    <a:pt x="9261" y="561"/>
                    <a:pt x="9200" y="561"/>
                  </a:cubicBezTo>
                  <a:cubicBezTo>
                    <a:pt x="9049" y="561"/>
                    <a:pt x="8905" y="739"/>
                    <a:pt x="9034" y="903"/>
                  </a:cubicBezTo>
                  <a:cubicBezTo>
                    <a:pt x="9092" y="984"/>
                    <a:pt x="9140" y="1071"/>
                    <a:pt x="9173" y="1167"/>
                  </a:cubicBezTo>
                  <a:cubicBezTo>
                    <a:pt x="9045" y="1041"/>
                    <a:pt x="8879" y="979"/>
                    <a:pt x="8713" y="979"/>
                  </a:cubicBezTo>
                  <a:cubicBezTo>
                    <a:pt x="8519" y="979"/>
                    <a:pt x="8326" y="1063"/>
                    <a:pt x="8194" y="1229"/>
                  </a:cubicBezTo>
                  <a:cubicBezTo>
                    <a:pt x="7709" y="1820"/>
                    <a:pt x="7714" y="1872"/>
                    <a:pt x="7599" y="1872"/>
                  </a:cubicBezTo>
                  <a:cubicBezTo>
                    <a:pt x="7551" y="1872"/>
                    <a:pt x="7503" y="1848"/>
                    <a:pt x="7474" y="1810"/>
                  </a:cubicBezTo>
                  <a:lnTo>
                    <a:pt x="7004" y="1229"/>
                  </a:lnTo>
                  <a:cubicBezTo>
                    <a:pt x="6872" y="1063"/>
                    <a:pt x="6680" y="981"/>
                    <a:pt x="6488" y="981"/>
                  </a:cubicBezTo>
                  <a:cubicBezTo>
                    <a:pt x="6296" y="981"/>
                    <a:pt x="6104" y="1063"/>
                    <a:pt x="5972" y="1229"/>
                  </a:cubicBezTo>
                  <a:lnTo>
                    <a:pt x="5506" y="1810"/>
                  </a:lnTo>
                  <a:cubicBezTo>
                    <a:pt x="5472" y="1853"/>
                    <a:pt x="5424" y="1875"/>
                    <a:pt x="5377" y="1875"/>
                  </a:cubicBezTo>
                  <a:cubicBezTo>
                    <a:pt x="5330" y="1875"/>
                    <a:pt x="5283" y="1853"/>
                    <a:pt x="5252" y="1810"/>
                  </a:cubicBezTo>
                  <a:lnTo>
                    <a:pt x="4781" y="1229"/>
                  </a:lnTo>
                  <a:cubicBezTo>
                    <a:pt x="4649" y="1063"/>
                    <a:pt x="4457" y="981"/>
                    <a:pt x="4265" y="981"/>
                  </a:cubicBezTo>
                  <a:cubicBezTo>
                    <a:pt x="4073" y="981"/>
                    <a:pt x="3881" y="1063"/>
                    <a:pt x="3749" y="1229"/>
                  </a:cubicBezTo>
                  <a:lnTo>
                    <a:pt x="3283" y="1810"/>
                  </a:lnTo>
                  <a:cubicBezTo>
                    <a:pt x="3250" y="1853"/>
                    <a:pt x="3202" y="1875"/>
                    <a:pt x="3154" y="1875"/>
                  </a:cubicBezTo>
                  <a:cubicBezTo>
                    <a:pt x="3107" y="1875"/>
                    <a:pt x="3060" y="1853"/>
                    <a:pt x="3029" y="1810"/>
                  </a:cubicBezTo>
                  <a:lnTo>
                    <a:pt x="2559" y="1229"/>
                  </a:lnTo>
                  <a:cubicBezTo>
                    <a:pt x="2427" y="1063"/>
                    <a:pt x="2235" y="981"/>
                    <a:pt x="2043" y="981"/>
                  </a:cubicBezTo>
                  <a:cubicBezTo>
                    <a:pt x="1851" y="981"/>
                    <a:pt x="1659" y="1063"/>
                    <a:pt x="1527" y="1229"/>
                  </a:cubicBezTo>
                  <a:lnTo>
                    <a:pt x="1248" y="1580"/>
                  </a:lnTo>
                  <a:cubicBezTo>
                    <a:pt x="1248" y="936"/>
                    <a:pt x="1767" y="418"/>
                    <a:pt x="2410" y="418"/>
                  </a:cubicBezTo>
                  <a:cubicBezTo>
                    <a:pt x="3341" y="422"/>
                    <a:pt x="4122" y="423"/>
                    <a:pt x="4777" y="423"/>
                  </a:cubicBezTo>
                  <a:cubicBezTo>
                    <a:pt x="6347" y="423"/>
                    <a:pt x="7198" y="415"/>
                    <a:pt x="7682" y="415"/>
                  </a:cubicBezTo>
                  <a:cubicBezTo>
                    <a:pt x="8307" y="415"/>
                    <a:pt x="8319" y="428"/>
                    <a:pt x="8477" y="485"/>
                  </a:cubicBezTo>
                  <a:cubicBezTo>
                    <a:pt x="8505" y="495"/>
                    <a:pt x="8532" y="500"/>
                    <a:pt x="8557" y="500"/>
                  </a:cubicBezTo>
                  <a:cubicBezTo>
                    <a:pt x="8763" y="500"/>
                    <a:pt x="8852" y="182"/>
                    <a:pt x="8621" y="96"/>
                  </a:cubicBezTo>
                  <a:cubicBezTo>
                    <a:pt x="8403" y="17"/>
                    <a:pt x="8334" y="0"/>
                    <a:pt x="76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89"/>
            <p:cNvSpPr/>
            <p:nvPr/>
          </p:nvSpPr>
          <p:spPr>
            <a:xfrm>
              <a:off x="2801160" y="2663441"/>
              <a:ext cx="60921" cy="123833"/>
            </a:xfrm>
            <a:custGeom>
              <a:rect b="b" l="l" r="r" t="t"/>
              <a:pathLst>
                <a:path extrusionOk="0" h="4726" w="2325">
                  <a:moveTo>
                    <a:pt x="207" y="0"/>
                  </a:moveTo>
                  <a:cubicBezTo>
                    <a:pt x="104" y="0"/>
                    <a:pt x="1" y="70"/>
                    <a:pt x="1" y="209"/>
                  </a:cubicBezTo>
                  <a:lnTo>
                    <a:pt x="1" y="4035"/>
                  </a:lnTo>
                  <a:cubicBezTo>
                    <a:pt x="1" y="4414"/>
                    <a:pt x="308" y="4726"/>
                    <a:pt x="687" y="4726"/>
                  </a:cubicBezTo>
                  <a:lnTo>
                    <a:pt x="1633" y="4726"/>
                  </a:lnTo>
                  <a:cubicBezTo>
                    <a:pt x="2012" y="4726"/>
                    <a:pt x="2319" y="4414"/>
                    <a:pt x="2324" y="4035"/>
                  </a:cubicBezTo>
                  <a:lnTo>
                    <a:pt x="2324" y="2643"/>
                  </a:lnTo>
                  <a:cubicBezTo>
                    <a:pt x="2319" y="2527"/>
                    <a:pt x="2228" y="2431"/>
                    <a:pt x="2113" y="2431"/>
                  </a:cubicBezTo>
                  <a:cubicBezTo>
                    <a:pt x="1998" y="2431"/>
                    <a:pt x="1907" y="2527"/>
                    <a:pt x="1907" y="2638"/>
                  </a:cubicBezTo>
                  <a:lnTo>
                    <a:pt x="1907" y="4035"/>
                  </a:lnTo>
                  <a:cubicBezTo>
                    <a:pt x="1907" y="4183"/>
                    <a:pt x="1782" y="4308"/>
                    <a:pt x="1633" y="4308"/>
                  </a:cubicBezTo>
                  <a:lnTo>
                    <a:pt x="687" y="4308"/>
                  </a:lnTo>
                  <a:cubicBezTo>
                    <a:pt x="538" y="4308"/>
                    <a:pt x="414" y="4183"/>
                    <a:pt x="414" y="4035"/>
                  </a:cubicBezTo>
                  <a:lnTo>
                    <a:pt x="414" y="209"/>
                  </a:lnTo>
                  <a:cubicBezTo>
                    <a:pt x="414"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72" name="Google Shape;19272;p89"/>
          <p:cNvGrpSpPr/>
          <p:nvPr/>
        </p:nvGrpSpPr>
        <p:grpSpPr>
          <a:xfrm>
            <a:off x="3947519" y="4326147"/>
            <a:ext cx="365420" cy="263021"/>
            <a:chOff x="3947519" y="4326147"/>
            <a:chExt cx="365420" cy="263021"/>
          </a:xfrm>
        </p:grpSpPr>
        <p:sp>
          <p:nvSpPr>
            <p:cNvPr id="19273" name="Google Shape;19273;p89"/>
            <p:cNvSpPr/>
            <p:nvPr/>
          </p:nvSpPr>
          <p:spPr>
            <a:xfrm>
              <a:off x="4100725" y="4343755"/>
              <a:ext cx="105046" cy="39147"/>
            </a:xfrm>
            <a:custGeom>
              <a:rect b="b" l="l" r="r" t="t"/>
              <a:pathLst>
                <a:path extrusionOk="0" h="1494" w="4009">
                  <a:moveTo>
                    <a:pt x="1162" y="1"/>
                  </a:moveTo>
                  <a:cubicBezTo>
                    <a:pt x="874" y="1"/>
                    <a:pt x="615" y="169"/>
                    <a:pt x="490" y="433"/>
                  </a:cubicBezTo>
                  <a:lnTo>
                    <a:pt x="0" y="1494"/>
                  </a:lnTo>
                  <a:lnTo>
                    <a:pt x="4008" y="1494"/>
                  </a:lnTo>
                  <a:lnTo>
                    <a:pt x="3519" y="433"/>
                  </a:lnTo>
                  <a:cubicBezTo>
                    <a:pt x="3399" y="169"/>
                    <a:pt x="313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89"/>
            <p:cNvSpPr/>
            <p:nvPr/>
          </p:nvSpPr>
          <p:spPr>
            <a:xfrm>
              <a:off x="4229773" y="4358219"/>
              <a:ext cx="54973" cy="29976"/>
            </a:xfrm>
            <a:custGeom>
              <a:rect b="b" l="l" r="r" t="t"/>
              <a:pathLst>
                <a:path extrusionOk="0" h="1144" w="2098">
                  <a:moveTo>
                    <a:pt x="331" y="1"/>
                  </a:moveTo>
                  <a:cubicBezTo>
                    <a:pt x="149" y="1"/>
                    <a:pt x="0" y="149"/>
                    <a:pt x="0" y="332"/>
                  </a:cubicBezTo>
                  <a:lnTo>
                    <a:pt x="0" y="1143"/>
                  </a:lnTo>
                  <a:lnTo>
                    <a:pt x="2098" y="1143"/>
                  </a:lnTo>
                  <a:lnTo>
                    <a:pt x="2098" y="332"/>
                  </a:lnTo>
                  <a:cubicBezTo>
                    <a:pt x="2098" y="149"/>
                    <a:pt x="1949" y="1"/>
                    <a:pt x="17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89"/>
            <p:cNvSpPr/>
            <p:nvPr/>
          </p:nvSpPr>
          <p:spPr>
            <a:xfrm>
              <a:off x="3952917" y="4382876"/>
              <a:ext cx="354598" cy="200895"/>
            </a:xfrm>
            <a:custGeom>
              <a:rect b="b" l="l" r="r" t="t"/>
              <a:pathLst>
                <a:path extrusionOk="0" h="7667" w="13533">
                  <a:moveTo>
                    <a:pt x="827" y="1"/>
                  </a:moveTo>
                  <a:cubicBezTo>
                    <a:pt x="370" y="1"/>
                    <a:pt x="1" y="370"/>
                    <a:pt x="1" y="826"/>
                  </a:cubicBezTo>
                  <a:lnTo>
                    <a:pt x="1" y="6841"/>
                  </a:lnTo>
                  <a:cubicBezTo>
                    <a:pt x="1" y="7297"/>
                    <a:pt x="370" y="7666"/>
                    <a:pt x="827" y="7666"/>
                  </a:cubicBezTo>
                  <a:lnTo>
                    <a:pt x="12707" y="7666"/>
                  </a:lnTo>
                  <a:cubicBezTo>
                    <a:pt x="13163" y="7666"/>
                    <a:pt x="13533" y="7297"/>
                    <a:pt x="13533" y="6841"/>
                  </a:cubicBezTo>
                  <a:lnTo>
                    <a:pt x="13533" y="826"/>
                  </a:lnTo>
                  <a:cubicBezTo>
                    <a:pt x="13533" y="370"/>
                    <a:pt x="13163" y="1"/>
                    <a:pt x="12707"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89"/>
            <p:cNvSpPr/>
            <p:nvPr/>
          </p:nvSpPr>
          <p:spPr>
            <a:xfrm>
              <a:off x="4256945" y="4416572"/>
              <a:ext cx="50571" cy="140157"/>
            </a:xfrm>
            <a:custGeom>
              <a:rect b="b" l="l" r="r" t="t"/>
              <a:pathLst>
                <a:path extrusionOk="0" h="5349" w="1930">
                  <a:moveTo>
                    <a:pt x="725" y="1"/>
                  </a:moveTo>
                  <a:cubicBezTo>
                    <a:pt x="317" y="25"/>
                    <a:pt x="0" y="366"/>
                    <a:pt x="0" y="774"/>
                  </a:cubicBezTo>
                  <a:lnTo>
                    <a:pt x="0" y="4576"/>
                  </a:lnTo>
                  <a:cubicBezTo>
                    <a:pt x="0" y="5003"/>
                    <a:pt x="346" y="5348"/>
                    <a:pt x="773" y="5348"/>
                  </a:cubicBezTo>
                  <a:lnTo>
                    <a:pt x="1930" y="5348"/>
                  </a:lnTo>
                  <a:lnTo>
                    <a:pt x="193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89"/>
            <p:cNvSpPr/>
            <p:nvPr/>
          </p:nvSpPr>
          <p:spPr>
            <a:xfrm>
              <a:off x="4062601" y="4397470"/>
              <a:ext cx="179775" cy="172805"/>
            </a:xfrm>
            <a:custGeom>
              <a:rect b="b" l="l" r="r" t="t"/>
              <a:pathLst>
                <a:path extrusionOk="0" h="6595" w="6861">
                  <a:moveTo>
                    <a:pt x="3575" y="0"/>
                  </a:moveTo>
                  <a:cubicBezTo>
                    <a:pt x="3569" y="0"/>
                    <a:pt x="3564" y="0"/>
                    <a:pt x="3558" y="0"/>
                  </a:cubicBezTo>
                  <a:cubicBezTo>
                    <a:pt x="2223" y="0"/>
                    <a:pt x="1018" y="802"/>
                    <a:pt x="510" y="2036"/>
                  </a:cubicBezTo>
                  <a:cubicBezTo>
                    <a:pt x="1" y="3269"/>
                    <a:pt x="284" y="4685"/>
                    <a:pt x="1225" y="5631"/>
                  </a:cubicBezTo>
                  <a:cubicBezTo>
                    <a:pt x="1853" y="6260"/>
                    <a:pt x="2696" y="6595"/>
                    <a:pt x="3554" y="6595"/>
                  </a:cubicBezTo>
                  <a:cubicBezTo>
                    <a:pt x="3981" y="6595"/>
                    <a:pt x="4411" y="6512"/>
                    <a:pt x="4820" y="6341"/>
                  </a:cubicBezTo>
                  <a:cubicBezTo>
                    <a:pt x="6049" y="5833"/>
                    <a:pt x="6855" y="4628"/>
                    <a:pt x="6855" y="3298"/>
                  </a:cubicBezTo>
                  <a:cubicBezTo>
                    <a:pt x="6860" y="1480"/>
                    <a:pt x="5391" y="0"/>
                    <a:pt x="3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89"/>
            <p:cNvSpPr/>
            <p:nvPr/>
          </p:nvSpPr>
          <p:spPr>
            <a:xfrm>
              <a:off x="4078453" y="4412170"/>
              <a:ext cx="149197" cy="143328"/>
            </a:xfrm>
            <a:custGeom>
              <a:rect b="b" l="l" r="r" t="t"/>
              <a:pathLst>
                <a:path extrusionOk="0" h="5470" w="5694">
                  <a:moveTo>
                    <a:pt x="2962" y="1"/>
                  </a:moveTo>
                  <a:cubicBezTo>
                    <a:pt x="2959" y="1"/>
                    <a:pt x="2956" y="1"/>
                    <a:pt x="2953" y="1"/>
                  </a:cubicBezTo>
                  <a:cubicBezTo>
                    <a:pt x="1844" y="1"/>
                    <a:pt x="850" y="668"/>
                    <a:pt x="428" y="1691"/>
                  </a:cubicBezTo>
                  <a:cubicBezTo>
                    <a:pt x="1" y="2713"/>
                    <a:pt x="236" y="3884"/>
                    <a:pt x="1018" y="4667"/>
                  </a:cubicBezTo>
                  <a:cubicBezTo>
                    <a:pt x="1542" y="5191"/>
                    <a:pt x="2243" y="5469"/>
                    <a:pt x="2955" y="5469"/>
                  </a:cubicBezTo>
                  <a:cubicBezTo>
                    <a:pt x="3307" y="5469"/>
                    <a:pt x="3661" y="5402"/>
                    <a:pt x="3999" y="5262"/>
                  </a:cubicBezTo>
                  <a:cubicBezTo>
                    <a:pt x="5017" y="4840"/>
                    <a:pt x="5684" y="3841"/>
                    <a:pt x="5684" y="2737"/>
                  </a:cubicBezTo>
                  <a:cubicBezTo>
                    <a:pt x="5694" y="1228"/>
                    <a:pt x="4470" y="1"/>
                    <a:pt x="2962"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89"/>
            <p:cNvSpPr/>
            <p:nvPr/>
          </p:nvSpPr>
          <p:spPr>
            <a:xfrm>
              <a:off x="4093913" y="4430983"/>
              <a:ext cx="117125" cy="104286"/>
            </a:xfrm>
            <a:custGeom>
              <a:rect b="b" l="l" r="r" t="t"/>
              <a:pathLst>
                <a:path extrusionOk="0" h="3980" w="4470">
                  <a:moveTo>
                    <a:pt x="2351" y="1"/>
                  </a:moveTo>
                  <a:cubicBezTo>
                    <a:pt x="2140" y="1"/>
                    <a:pt x="1927" y="34"/>
                    <a:pt x="1719" y="104"/>
                  </a:cubicBezTo>
                  <a:cubicBezTo>
                    <a:pt x="1647" y="128"/>
                    <a:pt x="1575" y="161"/>
                    <a:pt x="1503" y="195"/>
                  </a:cubicBezTo>
                  <a:cubicBezTo>
                    <a:pt x="356" y="733"/>
                    <a:pt x="1" y="2192"/>
                    <a:pt x="769" y="3195"/>
                  </a:cubicBezTo>
                  <a:cubicBezTo>
                    <a:pt x="1166" y="3716"/>
                    <a:pt x="1760" y="3980"/>
                    <a:pt x="2354" y="3980"/>
                  </a:cubicBezTo>
                  <a:cubicBezTo>
                    <a:pt x="2909" y="3980"/>
                    <a:pt x="3464" y="3750"/>
                    <a:pt x="3860" y="3286"/>
                  </a:cubicBezTo>
                  <a:lnTo>
                    <a:pt x="3870" y="3277"/>
                  </a:lnTo>
                  <a:cubicBezTo>
                    <a:pt x="3904" y="3234"/>
                    <a:pt x="3942" y="3190"/>
                    <a:pt x="3971" y="3142"/>
                  </a:cubicBezTo>
                  <a:cubicBezTo>
                    <a:pt x="4470" y="2442"/>
                    <a:pt x="4460" y="1496"/>
                    <a:pt x="3952" y="805"/>
                  </a:cubicBezTo>
                  <a:cubicBezTo>
                    <a:pt x="3569" y="289"/>
                    <a:pt x="2969" y="1"/>
                    <a:pt x="2351"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89"/>
            <p:cNvSpPr/>
            <p:nvPr/>
          </p:nvSpPr>
          <p:spPr>
            <a:xfrm>
              <a:off x="4119591" y="4430983"/>
              <a:ext cx="91447" cy="87333"/>
            </a:xfrm>
            <a:custGeom>
              <a:rect b="b" l="l" r="r" t="t"/>
              <a:pathLst>
                <a:path extrusionOk="0" h="3333" w="3490">
                  <a:moveTo>
                    <a:pt x="1371" y="1"/>
                  </a:moveTo>
                  <a:cubicBezTo>
                    <a:pt x="1160" y="1"/>
                    <a:pt x="947" y="34"/>
                    <a:pt x="739" y="104"/>
                  </a:cubicBezTo>
                  <a:cubicBezTo>
                    <a:pt x="667" y="128"/>
                    <a:pt x="595" y="157"/>
                    <a:pt x="523" y="190"/>
                  </a:cubicBezTo>
                  <a:cubicBezTo>
                    <a:pt x="0" y="929"/>
                    <a:pt x="39" y="1928"/>
                    <a:pt x="619" y="2619"/>
                  </a:cubicBezTo>
                  <a:cubicBezTo>
                    <a:pt x="1007" y="3083"/>
                    <a:pt x="1570" y="3332"/>
                    <a:pt x="2144" y="3332"/>
                  </a:cubicBezTo>
                  <a:cubicBezTo>
                    <a:pt x="2430" y="3332"/>
                    <a:pt x="2719" y="3270"/>
                    <a:pt x="2991" y="3142"/>
                  </a:cubicBezTo>
                  <a:cubicBezTo>
                    <a:pt x="3490" y="2442"/>
                    <a:pt x="3480" y="1496"/>
                    <a:pt x="2972" y="805"/>
                  </a:cubicBezTo>
                  <a:cubicBezTo>
                    <a:pt x="2589" y="289"/>
                    <a:pt x="1989" y="1"/>
                    <a:pt x="1371"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89"/>
            <p:cNvSpPr/>
            <p:nvPr/>
          </p:nvSpPr>
          <p:spPr>
            <a:xfrm>
              <a:off x="4148257" y="4458208"/>
              <a:ext cx="32989" cy="32989"/>
            </a:xfrm>
            <a:custGeom>
              <a:rect b="b" l="l" r="r" t="t"/>
              <a:pathLst>
                <a:path extrusionOk="0" h="1259" w="1259">
                  <a:moveTo>
                    <a:pt x="630" y="1"/>
                  </a:moveTo>
                  <a:cubicBezTo>
                    <a:pt x="279" y="1"/>
                    <a:pt x="1" y="279"/>
                    <a:pt x="1" y="630"/>
                  </a:cubicBezTo>
                  <a:cubicBezTo>
                    <a:pt x="1" y="975"/>
                    <a:pt x="279" y="1259"/>
                    <a:pt x="630" y="1259"/>
                  </a:cubicBezTo>
                  <a:cubicBezTo>
                    <a:pt x="975" y="1259"/>
                    <a:pt x="1258" y="975"/>
                    <a:pt x="1258" y="630"/>
                  </a:cubicBezTo>
                  <a:cubicBezTo>
                    <a:pt x="1258" y="279"/>
                    <a:pt x="975" y="1"/>
                    <a:pt x="630"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89"/>
            <p:cNvSpPr/>
            <p:nvPr/>
          </p:nvSpPr>
          <p:spPr>
            <a:xfrm>
              <a:off x="3984622" y="4335711"/>
              <a:ext cx="33985" cy="29714"/>
            </a:xfrm>
            <a:custGeom>
              <a:rect b="b" l="l" r="r" t="t"/>
              <a:pathLst>
                <a:path extrusionOk="0" h="1134" w="1297">
                  <a:moveTo>
                    <a:pt x="332" y="0"/>
                  </a:moveTo>
                  <a:cubicBezTo>
                    <a:pt x="149" y="0"/>
                    <a:pt x="1" y="149"/>
                    <a:pt x="1" y="332"/>
                  </a:cubicBezTo>
                  <a:lnTo>
                    <a:pt x="1" y="802"/>
                  </a:lnTo>
                  <a:cubicBezTo>
                    <a:pt x="1" y="984"/>
                    <a:pt x="149" y="1129"/>
                    <a:pt x="332" y="1133"/>
                  </a:cubicBezTo>
                  <a:lnTo>
                    <a:pt x="965" y="1133"/>
                  </a:lnTo>
                  <a:cubicBezTo>
                    <a:pt x="1148" y="1129"/>
                    <a:pt x="1297" y="984"/>
                    <a:pt x="1297" y="802"/>
                  </a:cubicBezTo>
                  <a:lnTo>
                    <a:pt x="1297" y="332"/>
                  </a:lnTo>
                  <a:cubicBezTo>
                    <a:pt x="1297" y="149"/>
                    <a:pt x="1148" y="0"/>
                    <a:pt x="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89"/>
            <p:cNvSpPr/>
            <p:nvPr/>
          </p:nvSpPr>
          <p:spPr>
            <a:xfrm>
              <a:off x="3952917" y="4356830"/>
              <a:ext cx="97526" cy="226940"/>
            </a:xfrm>
            <a:custGeom>
              <a:rect b="b" l="l" r="r" t="t"/>
              <a:pathLst>
                <a:path extrusionOk="0" h="8661" w="3722">
                  <a:moveTo>
                    <a:pt x="831" y="1"/>
                  </a:moveTo>
                  <a:cubicBezTo>
                    <a:pt x="370" y="1"/>
                    <a:pt x="1" y="371"/>
                    <a:pt x="1" y="831"/>
                  </a:cubicBezTo>
                  <a:lnTo>
                    <a:pt x="1" y="7835"/>
                  </a:lnTo>
                  <a:cubicBezTo>
                    <a:pt x="1" y="8291"/>
                    <a:pt x="370" y="8660"/>
                    <a:pt x="831" y="8660"/>
                  </a:cubicBezTo>
                  <a:lnTo>
                    <a:pt x="2891" y="8660"/>
                  </a:lnTo>
                  <a:cubicBezTo>
                    <a:pt x="3347" y="8660"/>
                    <a:pt x="3716" y="8291"/>
                    <a:pt x="3721" y="7835"/>
                  </a:cubicBezTo>
                  <a:lnTo>
                    <a:pt x="3721" y="831"/>
                  </a:lnTo>
                  <a:cubicBezTo>
                    <a:pt x="3716" y="385"/>
                    <a:pt x="3366" y="15"/>
                    <a:pt x="2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89"/>
            <p:cNvSpPr/>
            <p:nvPr/>
          </p:nvSpPr>
          <p:spPr>
            <a:xfrm>
              <a:off x="3952917" y="4356830"/>
              <a:ext cx="76511" cy="201523"/>
            </a:xfrm>
            <a:custGeom>
              <a:rect b="b" l="l" r="r" t="t"/>
              <a:pathLst>
                <a:path extrusionOk="0" h="7691" w="2920">
                  <a:moveTo>
                    <a:pt x="831" y="1"/>
                  </a:moveTo>
                  <a:cubicBezTo>
                    <a:pt x="375" y="1"/>
                    <a:pt x="6" y="371"/>
                    <a:pt x="1" y="831"/>
                  </a:cubicBezTo>
                  <a:lnTo>
                    <a:pt x="1" y="7691"/>
                  </a:lnTo>
                  <a:lnTo>
                    <a:pt x="2094" y="7691"/>
                  </a:lnTo>
                  <a:cubicBezTo>
                    <a:pt x="2550" y="7691"/>
                    <a:pt x="2919" y="7321"/>
                    <a:pt x="2919" y="6865"/>
                  </a:cubicBezTo>
                  <a:lnTo>
                    <a:pt x="2919"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89"/>
            <p:cNvSpPr/>
            <p:nvPr/>
          </p:nvSpPr>
          <p:spPr>
            <a:xfrm>
              <a:off x="4229380" y="4400746"/>
              <a:ext cx="21800" cy="21774"/>
            </a:xfrm>
            <a:custGeom>
              <a:rect b="b" l="l" r="r" t="t"/>
              <a:pathLst>
                <a:path extrusionOk="0" h="831" w="832">
                  <a:moveTo>
                    <a:pt x="418" y="0"/>
                  </a:moveTo>
                  <a:cubicBezTo>
                    <a:pt x="188" y="0"/>
                    <a:pt x="1" y="187"/>
                    <a:pt x="1" y="413"/>
                  </a:cubicBezTo>
                  <a:cubicBezTo>
                    <a:pt x="1" y="643"/>
                    <a:pt x="188" y="831"/>
                    <a:pt x="418" y="831"/>
                  </a:cubicBezTo>
                  <a:cubicBezTo>
                    <a:pt x="644" y="831"/>
                    <a:pt x="831" y="643"/>
                    <a:pt x="831" y="413"/>
                  </a:cubicBezTo>
                  <a:cubicBezTo>
                    <a:pt x="831" y="187"/>
                    <a:pt x="644" y="0"/>
                    <a:pt x="418" y="0"/>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89"/>
            <p:cNvSpPr/>
            <p:nvPr/>
          </p:nvSpPr>
          <p:spPr>
            <a:xfrm>
              <a:off x="3947519" y="4326147"/>
              <a:ext cx="365420" cy="263021"/>
            </a:xfrm>
            <a:custGeom>
              <a:rect b="b" l="l" r="r" t="t"/>
              <a:pathLst>
                <a:path extrusionOk="0" h="10038" w="13946">
                  <a:moveTo>
                    <a:pt x="2381" y="413"/>
                  </a:moveTo>
                  <a:cubicBezTo>
                    <a:pt x="2449" y="413"/>
                    <a:pt x="2506" y="466"/>
                    <a:pt x="2506" y="538"/>
                  </a:cubicBezTo>
                  <a:lnTo>
                    <a:pt x="2506" y="965"/>
                  </a:lnTo>
                  <a:lnTo>
                    <a:pt x="1623" y="965"/>
                  </a:lnTo>
                  <a:lnTo>
                    <a:pt x="1623" y="538"/>
                  </a:lnTo>
                  <a:cubicBezTo>
                    <a:pt x="1623" y="466"/>
                    <a:pt x="1681" y="413"/>
                    <a:pt x="1748" y="413"/>
                  </a:cubicBezTo>
                  <a:close/>
                  <a:moveTo>
                    <a:pt x="12544" y="1431"/>
                  </a:moveTo>
                  <a:cubicBezTo>
                    <a:pt x="12611" y="1431"/>
                    <a:pt x="12664" y="1484"/>
                    <a:pt x="12664" y="1551"/>
                  </a:cubicBezTo>
                  <a:lnTo>
                    <a:pt x="12664" y="1954"/>
                  </a:lnTo>
                  <a:lnTo>
                    <a:pt x="10983" y="1954"/>
                  </a:lnTo>
                  <a:lnTo>
                    <a:pt x="10983" y="1551"/>
                  </a:lnTo>
                  <a:cubicBezTo>
                    <a:pt x="10983" y="1484"/>
                    <a:pt x="11036" y="1431"/>
                    <a:pt x="11103" y="1431"/>
                  </a:cubicBezTo>
                  <a:close/>
                  <a:moveTo>
                    <a:pt x="1738" y="1"/>
                  </a:moveTo>
                  <a:cubicBezTo>
                    <a:pt x="1441" y="1"/>
                    <a:pt x="1201" y="241"/>
                    <a:pt x="1201" y="538"/>
                  </a:cubicBezTo>
                  <a:lnTo>
                    <a:pt x="1201" y="965"/>
                  </a:lnTo>
                  <a:lnTo>
                    <a:pt x="1023" y="965"/>
                  </a:lnTo>
                  <a:cubicBezTo>
                    <a:pt x="788" y="965"/>
                    <a:pt x="557" y="1047"/>
                    <a:pt x="370" y="1196"/>
                  </a:cubicBezTo>
                  <a:cubicBezTo>
                    <a:pt x="202" y="1337"/>
                    <a:pt x="332" y="1567"/>
                    <a:pt x="502" y="1567"/>
                  </a:cubicBezTo>
                  <a:cubicBezTo>
                    <a:pt x="545" y="1567"/>
                    <a:pt x="590" y="1553"/>
                    <a:pt x="634" y="1518"/>
                  </a:cubicBezTo>
                  <a:cubicBezTo>
                    <a:pt x="784" y="1397"/>
                    <a:pt x="930" y="1378"/>
                    <a:pt x="1072" y="1378"/>
                  </a:cubicBezTo>
                  <a:cubicBezTo>
                    <a:pt x="1137" y="1378"/>
                    <a:pt x="1201" y="1382"/>
                    <a:pt x="1264" y="1382"/>
                  </a:cubicBezTo>
                  <a:cubicBezTo>
                    <a:pt x="1293" y="1382"/>
                    <a:pt x="1321" y="1381"/>
                    <a:pt x="1349" y="1378"/>
                  </a:cubicBezTo>
                  <a:lnTo>
                    <a:pt x="3092" y="1378"/>
                  </a:lnTo>
                  <a:cubicBezTo>
                    <a:pt x="3433" y="1378"/>
                    <a:pt x="3711" y="1657"/>
                    <a:pt x="3711" y="1998"/>
                  </a:cubicBezTo>
                  <a:lnTo>
                    <a:pt x="3711" y="2790"/>
                  </a:lnTo>
                  <a:cubicBezTo>
                    <a:pt x="3711" y="2929"/>
                    <a:pt x="3814" y="2998"/>
                    <a:pt x="3917" y="2998"/>
                  </a:cubicBezTo>
                  <a:cubicBezTo>
                    <a:pt x="4021" y="2998"/>
                    <a:pt x="4124" y="2929"/>
                    <a:pt x="4124" y="2790"/>
                  </a:cubicBezTo>
                  <a:lnTo>
                    <a:pt x="4124" y="2372"/>
                  </a:lnTo>
                  <a:lnTo>
                    <a:pt x="12947" y="2372"/>
                  </a:lnTo>
                  <a:cubicBezTo>
                    <a:pt x="13273" y="2396"/>
                    <a:pt x="13523" y="2665"/>
                    <a:pt x="13523" y="2991"/>
                  </a:cubicBezTo>
                  <a:lnTo>
                    <a:pt x="13523" y="3246"/>
                  </a:lnTo>
                  <a:lnTo>
                    <a:pt x="13168" y="3246"/>
                  </a:lnTo>
                  <a:cubicBezTo>
                    <a:pt x="12894" y="3246"/>
                    <a:pt x="12894" y="3658"/>
                    <a:pt x="13168" y="3658"/>
                  </a:cubicBezTo>
                  <a:lnTo>
                    <a:pt x="13523" y="3658"/>
                  </a:lnTo>
                  <a:lnTo>
                    <a:pt x="13523" y="8593"/>
                  </a:lnTo>
                  <a:lnTo>
                    <a:pt x="12572" y="8593"/>
                  </a:lnTo>
                  <a:cubicBezTo>
                    <a:pt x="12260" y="8593"/>
                    <a:pt x="12006" y="8339"/>
                    <a:pt x="12006" y="8027"/>
                  </a:cubicBezTo>
                  <a:lnTo>
                    <a:pt x="12006" y="4225"/>
                  </a:lnTo>
                  <a:cubicBezTo>
                    <a:pt x="12011" y="3975"/>
                    <a:pt x="12169" y="3759"/>
                    <a:pt x="12404" y="3682"/>
                  </a:cubicBezTo>
                  <a:cubicBezTo>
                    <a:pt x="12630" y="3598"/>
                    <a:pt x="12554" y="3282"/>
                    <a:pt x="12341" y="3282"/>
                  </a:cubicBezTo>
                  <a:cubicBezTo>
                    <a:pt x="12323" y="3282"/>
                    <a:pt x="12304" y="3284"/>
                    <a:pt x="12284" y="3289"/>
                  </a:cubicBezTo>
                  <a:cubicBezTo>
                    <a:pt x="11876" y="3414"/>
                    <a:pt x="11598" y="3793"/>
                    <a:pt x="11593" y="4225"/>
                  </a:cubicBezTo>
                  <a:lnTo>
                    <a:pt x="11593" y="8027"/>
                  </a:lnTo>
                  <a:cubicBezTo>
                    <a:pt x="11598" y="8569"/>
                    <a:pt x="12035" y="9006"/>
                    <a:pt x="12572" y="9006"/>
                  </a:cubicBezTo>
                  <a:lnTo>
                    <a:pt x="13528" y="9006"/>
                  </a:lnTo>
                  <a:cubicBezTo>
                    <a:pt x="13523" y="9347"/>
                    <a:pt x="13249" y="9620"/>
                    <a:pt x="12908" y="9625"/>
                  </a:cubicBezTo>
                  <a:lnTo>
                    <a:pt x="3927" y="9625"/>
                  </a:lnTo>
                  <a:cubicBezTo>
                    <a:pt x="4018" y="9500"/>
                    <a:pt x="4081" y="9361"/>
                    <a:pt x="4114" y="9212"/>
                  </a:cubicBezTo>
                  <a:cubicBezTo>
                    <a:pt x="4145" y="9055"/>
                    <a:pt x="4024" y="8961"/>
                    <a:pt x="3905" y="8961"/>
                  </a:cubicBezTo>
                  <a:cubicBezTo>
                    <a:pt x="3817" y="8961"/>
                    <a:pt x="3731" y="9012"/>
                    <a:pt x="3706" y="9126"/>
                  </a:cubicBezTo>
                  <a:cubicBezTo>
                    <a:pt x="3644" y="9414"/>
                    <a:pt x="3394" y="9620"/>
                    <a:pt x="3097" y="9625"/>
                  </a:cubicBezTo>
                  <a:lnTo>
                    <a:pt x="975" y="9625"/>
                  </a:lnTo>
                  <a:lnTo>
                    <a:pt x="946" y="9620"/>
                  </a:lnTo>
                  <a:cubicBezTo>
                    <a:pt x="639" y="9572"/>
                    <a:pt x="413" y="9313"/>
                    <a:pt x="413" y="9006"/>
                  </a:cubicBezTo>
                  <a:lnTo>
                    <a:pt x="413" y="2094"/>
                  </a:lnTo>
                  <a:cubicBezTo>
                    <a:pt x="413" y="1954"/>
                    <a:pt x="310" y="1885"/>
                    <a:pt x="207" y="1885"/>
                  </a:cubicBezTo>
                  <a:cubicBezTo>
                    <a:pt x="104" y="1885"/>
                    <a:pt x="0" y="1954"/>
                    <a:pt x="0" y="2094"/>
                  </a:cubicBezTo>
                  <a:lnTo>
                    <a:pt x="0" y="9001"/>
                  </a:lnTo>
                  <a:cubicBezTo>
                    <a:pt x="0" y="9505"/>
                    <a:pt x="365" y="9937"/>
                    <a:pt x="860" y="10023"/>
                  </a:cubicBezTo>
                  <a:cubicBezTo>
                    <a:pt x="884" y="10028"/>
                    <a:pt x="908" y="10028"/>
                    <a:pt x="932" y="10033"/>
                  </a:cubicBezTo>
                  <a:lnTo>
                    <a:pt x="980" y="10038"/>
                  </a:lnTo>
                  <a:lnTo>
                    <a:pt x="12913" y="10038"/>
                  </a:lnTo>
                  <a:cubicBezTo>
                    <a:pt x="13484" y="10033"/>
                    <a:pt x="13945" y="9572"/>
                    <a:pt x="13945" y="9006"/>
                  </a:cubicBezTo>
                  <a:lnTo>
                    <a:pt x="13945" y="2991"/>
                  </a:lnTo>
                  <a:cubicBezTo>
                    <a:pt x="13945" y="2487"/>
                    <a:pt x="13580" y="2055"/>
                    <a:pt x="13081" y="1969"/>
                  </a:cubicBezTo>
                  <a:lnTo>
                    <a:pt x="13081" y="1556"/>
                  </a:lnTo>
                  <a:cubicBezTo>
                    <a:pt x="13081" y="1258"/>
                    <a:pt x="12836" y="1013"/>
                    <a:pt x="12539" y="1013"/>
                  </a:cubicBezTo>
                  <a:lnTo>
                    <a:pt x="11103" y="1013"/>
                  </a:lnTo>
                  <a:cubicBezTo>
                    <a:pt x="10806" y="1013"/>
                    <a:pt x="10566" y="1258"/>
                    <a:pt x="10566" y="1556"/>
                  </a:cubicBezTo>
                  <a:lnTo>
                    <a:pt x="10566" y="1959"/>
                  </a:lnTo>
                  <a:lnTo>
                    <a:pt x="9985" y="1959"/>
                  </a:lnTo>
                  <a:lnTo>
                    <a:pt x="9548" y="1018"/>
                  </a:lnTo>
                  <a:cubicBezTo>
                    <a:pt x="9395" y="682"/>
                    <a:pt x="9059" y="471"/>
                    <a:pt x="8694" y="466"/>
                  </a:cubicBezTo>
                  <a:lnTo>
                    <a:pt x="7004" y="466"/>
                  </a:lnTo>
                  <a:cubicBezTo>
                    <a:pt x="6702" y="471"/>
                    <a:pt x="6414" y="615"/>
                    <a:pt x="6236" y="865"/>
                  </a:cubicBezTo>
                  <a:cubicBezTo>
                    <a:pt x="6119" y="1026"/>
                    <a:pt x="6261" y="1195"/>
                    <a:pt x="6409" y="1195"/>
                  </a:cubicBezTo>
                  <a:cubicBezTo>
                    <a:pt x="6467" y="1195"/>
                    <a:pt x="6527" y="1169"/>
                    <a:pt x="6572" y="1105"/>
                  </a:cubicBezTo>
                  <a:cubicBezTo>
                    <a:pt x="6673" y="965"/>
                    <a:pt x="6836" y="884"/>
                    <a:pt x="7004" y="884"/>
                  </a:cubicBezTo>
                  <a:lnTo>
                    <a:pt x="8694" y="884"/>
                  </a:lnTo>
                  <a:cubicBezTo>
                    <a:pt x="8895" y="884"/>
                    <a:pt x="9083" y="1004"/>
                    <a:pt x="9174" y="1191"/>
                  </a:cubicBezTo>
                  <a:lnTo>
                    <a:pt x="9524" y="1959"/>
                  </a:lnTo>
                  <a:lnTo>
                    <a:pt x="6164" y="1959"/>
                  </a:lnTo>
                  <a:lnTo>
                    <a:pt x="6231" y="1820"/>
                  </a:lnTo>
                  <a:cubicBezTo>
                    <a:pt x="6310" y="1654"/>
                    <a:pt x="6173" y="1520"/>
                    <a:pt x="6037" y="1520"/>
                  </a:cubicBezTo>
                  <a:cubicBezTo>
                    <a:pt x="5966" y="1520"/>
                    <a:pt x="5895" y="1557"/>
                    <a:pt x="5857" y="1647"/>
                  </a:cubicBezTo>
                  <a:lnTo>
                    <a:pt x="5708" y="1959"/>
                  </a:lnTo>
                  <a:lnTo>
                    <a:pt x="4129" y="1959"/>
                  </a:lnTo>
                  <a:cubicBezTo>
                    <a:pt x="4105" y="1402"/>
                    <a:pt x="3649" y="965"/>
                    <a:pt x="3092" y="965"/>
                  </a:cubicBezTo>
                  <a:lnTo>
                    <a:pt x="2914" y="965"/>
                  </a:lnTo>
                  <a:lnTo>
                    <a:pt x="2914" y="538"/>
                  </a:lnTo>
                  <a:cubicBezTo>
                    <a:pt x="2914" y="241"/>
                    <a:pt x="2669" y="1"/>
                    <a:pt x="23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89"/>
            <p:cNvSpPr/>
            <p:nvPr/>
          </p:nvSpPr>
          <p:spPr>
            <a:xfrm>
              <a:off x="4044862" y="4415603"/>
              <a:ext cx="10979" cy="134576"/>
            </a:xfrm>
            <a:custGeom>
              <a:rect b="b" l="l" r="r" t="t"/>
              <a:pathLst>
                <a:path extrusionOk="0" h="5136" w="419">
                  <a:moveTo>
                    <a:pt x="210" y="1"/>
                  </a:moveTo>
                  <a:cubicBezTo>
                    <a:pt x="105" y="1"/>
                    <a:pt x="1" y="69"/>
                    <a:pt x="1" y="206"/>
                  </a:cubicBezTo>
                  <a:lnTo>
                    <a:pt x="1" y="4929"/>
                  </a:lnTo>
                  <a:cubicBezTo>
                    <a:pt x="6" y="5045"/>
                    <a:pt x="97" y="5136"/>
                    <a:pt x="212" y="5136"/>
                  </a:cubicBezTo>
                  <a:cubicBezTo>
                    <a:pt x="322" y="5136"/>
                    <a:pt x="418" y="5040"/>
                    <a:pt x="418" y="4929"/>
                  </a:cubicBezTo>
                  <a:lnTo>
                    <a:pt x="418" y="206"/>
                  </a:lnTo>
                  <a:cubicBezTo>
                    <a:pt x="418" y="69"/>
                    <a:pt x="314" y="1"/>
                    <a:pt x="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89"/>
            <p:cNvSpPr/>
            <p:nvPr/>
          </p:nvSpPr>
          <p:spPr>
            <a:xfrm>
              <a:off x="4222357" y="4397313"/>
              <a:ext cx="40273" cy="30605"/>
            </a:xfrm>
            <a:custGeom>
              <a:rect b="b" l="l" r="r" t="t"/>
              <a:pathLst>
                <a:path extrusionOk="0" h="1168" w="1537">
                  <a:moveTo>
                    <a:pt x="926" y="0"/>
                  </a:moveTo>
                  <a:cubicBezTo>
                    <a:pt x="752" y="0"/>
                    <a:pt x="629" y="246"/>
                    <a:pt x="806" y="376"/>
                  </a:cubicBezTo>
                  <a:cubicBezTo>
                    <a:pt x="941" y="472"/>
                    <a:pt x="917" y="678"/>
                    <a:pt x="763" y="736"/>
                  </a:cubicBezTo>
                  <a:cubicBezTo>
                    <a:pt x="736" y="747"/>
                    <a:pt x="709" y="752"/>
                    <a:pt x="683" y="752"/>
                  </a:cubicBezTo>
                  <a:cubicBezTo>
                    <a:pt x="560" y="752"/>
                    <a:pt x="457" y="640"/>
                    <a:pt x="485" y="506"/>
                  </a:cubicBezTo>
                  <a:cubicBezTo>
                    <a:pt x="504" y="395"/>
                    <a:pt x="427" y="285"/>
                    <a:pt x="317" y="266"/>
                  </a:cubicBezTo>
                  <a:cubicBezTo>
                    <a:pt x="303" y="263"/>
                    <a:pt x="289" y="261"/>
                    <a:pt x="276" y="261"/>
                  </a:cubicBezTo>
                  <a:cubicBezTo>
                    <a:pt x="180" y="261"/>
                    <a:pt x="94" y="332"/>
                    <a:pt x="77" y="429"/>
                  </a:cubicBezTo>
                  <a:cubicBezTo>
                    <a:pt x="0" y="813"/>
                    <a:pt x="298" y="1168"/>
                    <a:pt x="686" y="1168"/>
                  </a:cubicBezTo>
                  <a:cubicBezTo>
                    <a:pt x="1286" y="1168"/>
                    <a:pt x="1536" y="390"/>
                    <a:pt x="1046" y="40"/>
                  </a:cubicBezTo>
                  <a:cubicBezTo>
                    <a:pt x="1006" y="12"/>
                    <a:pt x="965" y="0"/>
                    <a:pt x="9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89"/>
            <p:cNvSpPr/>
            <p:nvPr/>
          </p:nvSpPr>
          <p:spPr>
            <a:xfrm>
              <a:off x="4063623" y="4391313"/>
              <a:ext cx="183653" cy="183653"/>
            </a:xfrm>
            <a:custGeom>
              <a:rect b="b" l="l" r="r" t="t"/>
              <a:pathLst>
                <a:path extrusionOk="0" h="7009" w="7009">
                  <a:moveTo>
                    <a:pt x="3481" y="1"/>
                  </a:moveTo>
                  <a:cubicBezTo>
                    <a:pt x="2745" y="1"/>
                    <a:pt x="1993" y="235"/>
                    <a:pt x="1335" y="754"/>
                  </a:cubicBezTo>
                  <a:cubicBezTo>
                    <a:pt x="1161" y="889"/>
                    <a:pt x="1295" y="1127"/>
                    <a:pt x="1466" y="1127"/>
                  </a:cubicBezTo>
                  <a:cubicBezTo>
                    <a:pt x="1508" y="1127"/>
                    <a:pt x="1552" y="1113"/>
                    <a:pt x="1594" y="1080"/>
                  </a:cubicBezTo>
                  <a:cubicBezTo>
                    <a:pt x="2175" y="621"/>
                    <a:pt x="2838" y="414"/>
                    <a:pt x="3487" y="414"/>
                  </a:cubicBezTo>
                  <a:cubicBezTo>
                    <a:pt x="5084" y="414"/>
                    <a:pt x="6596" y="1668"/>
                    <a:pt x="6596" y="3504"/>
                  </a:cubicBezTo>
                  <a:cubicBezTo>
                    <a:pt x="6596" y="5208"/>
                    <a:pt x="5213" y="6591"/>
                    <a:pt x="3504" y="6591"/>
                  </a:cubicBezTo>
                  <a:cubicBezTo>
                    <a:pt x="1800" y="6591"/>
                    <a:pt x="418" y="5208"/>
                    <a:pt x="418" y="3504"/>
                  </a:cubicBezTo>
                  <a:cubicBezTo>
                    <a:pt x="413" y="2827"/>
                    <a:pt x="634" y="2165"/>
                    <a:pt x="1051" y="1627"/>
                  </a:cubicBezTo>
                  <a:cubicBezTo>
                    <a:pt x="1119" y="1541"/>
                    <a:pt x="1104" y="1411"/>
                    <a:pt x="1013" y="1339"/>
                  </a:cubicBezTo>
                  <a:cubicBezTo>
                    <a:pt x="975" y="1310"/>
                    <a:pt x="931" y="1296"/>
                    <a:pt x="888" y="1296"/>
                  </a:cubicBezTo>
                  <a:cubicBezTo>
                    <a:pt x="825" y="1296"/>
                    <a:pt x="764" y="1324"/>
                    <a:pt x="725" y="1378"/>
                  </a:cubicBezTo>
                  <a:cubicBezTo>
                    <a:pt x="255" y="1987"/>
                    <a:pt x="0" y="2736"/>
                    <a:pt x="5" y="3504"/>
                  </a:cubicBezTo>
                  <a:cubicBezTo>
                    <a:pt x="5" y="5439"/>
                    <a:pt x="1570" y="7008"/>
                    <a:pt x="3504" y="7008"/>
                  </a:cubicBezTo>
                  <a:cubicBezTo>
                    <a:pt x="5444" y="7008"/>
                    <a:pt x="7008" y="5439"/>
                    <a:pt x="7008" y="3504"/>
                  </a:cubicBezTo>
                  <a:cubicBezTo>
                    <a:pt x="7008" y="1419"/>
                    <a:pt x="5293" y="1"/>
                    <a:pt x="3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89"/>
            <p:cNvSpPr/>
            <p:nvPr/>
          </p:nvSpPr>
          <p:spPr>
            <a:xfrm>
              <a:off x="4092917" y="4425638"/>
              <a:ext cx="138768" cy="114977"/>
            </a:xfrm>
            <a:custGeom>
              <a:rect b="b" l="l" r="r" t="t"/>
              <a:pathLst>
                <a:path extrusionOk="0" h="4388" w="5296">
                  <a:moveTo>
                    <a:pt x="2391" y="1"/>
                  </a:moveTo>
                  <a:cubicBezTo>
                    <a:pt x="1033" y="1"/>
                    <a:pt x="1" y="1215"/>
                    <a:pt x="226" y="2554"/>
                  </a:cubicBezTo>
                  <a:cubicBezTo>
                    <a:pt x="245" y="2675"/>
                    <a:pt x="335" y="2729"/>
                    <a:pt x="425" y="2729"/>
                  </a:cubicBezTo>
                  <a:cubicBezTo>
                    <a:pt x="541" y="2729"/>
                    <a:pt x="658" y="2640"/>
                    <a:pt x="634" y="2487"/>
                  </a:cubicBezTo>
                  <a:cubicBezTo>
                    <a:pt x="438" y="1327"/>
                    <a:pt x="1370" y="412"/>
                    <a:pt x="2398" y="412"/>
                  </a:cubicBezTo>
                  <a:cubicBezTo>
                    <a:pt x="2807" y="412"/>
                    <a:pt x="3231" y="557"/>
                    <a:pt x="3606" y="889"/>
                  </a:cubicBezTo>
                  <a:cubicBezTo>
                    <a:pt x="4388" y="1618"/>
                    <a:pt x="4359" y="2866"/>
                    <a:pt x="3538" y="3558"/>
                  </a:cubicBezTo>
                  <a:cubicBezTo>
                    <a:pt x="3203" y="3842"/>
                    <a:pt x="2796" y="3978"/>
                    <a:pt x="2393" y="3978"/>
                  </a:cubicBezTo>
                  <a:cubicBezTo>
                    <a:pt x="1816" y="3978"/>
                    <a:pt x="1245" y="3698"/>
                    <a:pt x="903" y="3169"/>
                  </a:cubicBezTo>
                  <a:lnTo>
                    <a:pt x="903" y="3174"/>
                  </a:lnTo>
                  <a:cubicBezTo>
                    <a:pt x="858" y="3105"/>
                    <a:pt x="795" y="3077"/>
                    <a:pt x="734" y="3077"/>
                  </a:cubicBezTo>
                  <a:cubicBezTo>
                    <a:pt x="589" y="3077"/>
                    <a:pt x="449" y="3237"/>
                    <a:pt x="557" y="3399"/>
                  </a:cubicBezTo>
                  <a:cubicBezTo>
                    <a:pt x="985" y="4050"/>
                    <a:pt x="1686" y="4387"/>
                    <a:pt x="2392" y="4387"/>
                  </a:cubicBezTo>
                  <a:cubicBezTo>
                    <a:pt x="2977" y="4387"/>
                    <a:pt x="3565" y="4156"/>
                    <a:pt x="4004" y="3682"/>
                  </a:cubicBezTo>
                  <a:cubicBezTo>
                    <a:pt x="5295" y="2286"/>
                    <a:pt x="4297" y="1"/>
                    <a:pt x="23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89"/>
            <p:cNvSpPr/>
            <p:nvPr/>
          </p:nvSpPr>
          <p:spPr>
            <a:xfrm>
              <a:off x="4136177" y="4453072"/>
              <a:ext cx="55759" cy="43653"/>
            </a:xfrm>
            <a:custGeom>
              <a:rect b="b" l="l" r="r" t="t"/>
              <a:pathLst>
                <a:path extrusionOk="0" h="1666" w="2128">
                  <a:moveTo>
                    <a:pt x="975" y="0"/>
                  </a:moveTo>
                  <a:cubicBezTo>
                    <a:pt x="960" y="0"/>
                    <a:pt x="944" y="2"/>
                    <a:pt x="927" y="5"/>
                  </a:cubicBezTo>
                  <a:cubicBezTo>
                    <a:pt x="145" y="158"/>
                    <a:pt x="1" y="1219"/>
                    <a:pt x="716" y="1575"/>
                  </a:cubicBezTo>
                  <a:cubicBezTo>
                    <a:pt x="842" y="1637"/>
                    <a:pt x="970" y="1665"/>
                    <a:pt x="1092" y="1665"/>
                  </a:cubicBezTo>
                  <a:cubicBezTo>
                    <a:pt x="1664" y="1665"/>
                    <a:pt x="2128" y="1050"/>
                    <a:pt x="1839" y="461"/>
                  </a:cubicBezTo>
                  <a:cubicBezTo>
                    <a:pt x="1800" y="370"/>
                    <a:pt x="1728" y="333"/>
                    <a:pt x="1657" y="333"/>
                  </a:cubicBezTo>
                  <a:cubicBezTo>
                    <a:pt x="1519" y="333"/>
                    <a:pt x="1381" y="471"/>
                    <a:pt x="1470" y="638"/>
                  </a:cubicBezTo>
                  <a:cubicBezTo>
                    <a:pt x="1612" y="935"/>
                    <a:pt x="1380" y="1241"/>
                    <a:pt x="1093" y="1241"/>
                  </a:cubicBezTo>
                  <a:cubicBezTo>
                    <a:pt x="1031" y="1241"/>
                    <a:pt x="967" y="1227"/>
                    <a:pt x="903" y="1195"/>
                  </a:cubicBezTo>
                  <a:cubicBezTo>
                    <a:pt x="548" y="1018"/>
                    <a:pt x="615" y="490"/>
                    <a:pt x="1004" y="408"/>
                  </a:cubicBezTo>
                  <a:cubicBezTo>
                    <a:pt x="1261" y="359"/>
                    <a:pt x="1205" y="0"/>
                    <a:pt x="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2" name="Google Shape;19292;p89"/>
          <p:cNvGrpSpPr/>
          <p:nvPr/>
        </p:nvGrpSpPr>
        <p:grpSpPr>
          <a:xfrm>
            <a:off x="3430072" y="4291874"/>
            <a:ext cx="368931" cy="331488"/>
            <a:chOff x="3430072" y="4291874"/>
            <a:chExt cx="368931" cy="331488"/>
          </a:xfrm>
        </p:grpSpPr>
        <p:sp>
          <p:nvSpPr>
            <p:cNvPr id="19293" name="Google Shape;19293;p89"/>
            <p:cNvSpPr/>
            <p:nvPr/>
          </p:nvSpPr>
          <p:spPr>
            <a:xfrm>
              <a:off x="3435968" y="4367652"/>
              <a:ext cx="356878" cy="179802"/>
            </a:xfrm>
            <a:custGeom>
              <a:rect b="b" l="l" r="r" t="t"/>
              <a:pathLst>
                <a:path extrusionOk="0" h="6862" w="13620">
                  <a:moveTo>
                    <a:pt x="6511" y="0"/>
                  </a:moveTo>
                  <a:cubicBezTo>
                    <a:pt x="3146" y="0"/>
                    <a:pt x="853" y="2254"/>
                    <a:pt x="140" y="3058"/>
                  </a:cubicBezTo>
                  <a:cubicBezTo>
                    <a:pt x="1" y="3212"/>
                    <a:pt x="10" y="3447"/>
                    <a:pt x="154" y="3596"/>
                  </a:cubicBezTo>
                  <a:cubicBezTo>
                    <a:pt x="2548" y="6038"/>
                    <a:pt x="4824" y="6862"/>
                    <a:pt x="6802" y="6862"/>
                  </a:cubicBezTo>
                  <a:cubicBezTo>
                    <a:pt x="7005" y="6862"/>
                    <a:pt x="7206" y="6853"/>
                    <a:pt x="7403" y="6836"/>
                  </a:cubicBezTo>
                  <a:cubicBezTo>
                    <a:pt x="10461" y="6587"/>
                    <a:pt x="12721" y="4441"/>
                    <a:pt x="13466" y="3639"/>
                  </a:cubicBezTo>
                  <a:cubicBezTo>
                    <a:pt x="13619" y="3476"/>
                    <a:pt x="13605" y="3222"/>
                    <a:pt x="13442" y="3078"/>
                  </a:cubicBezTo>
                  <a:cubicBezTo>
                    <a:pt x="11291" y="1186"/>
                    <a:pt x="9323" y="322"/>
                    <a:pt x="7595" y="78"/>
                  </a:cubicBezTo>
                  <a:cubicBezTo>
                    <a:pt x="7222" y="25"/>
                    <a:pt x="6861" y="0"/>
                    <a:pt x="651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89"/>
            <p:cNvSpPr/>
            <p:nvPr/>
          </p:nvSpPr>
          <p:spPr>
            <a:xfrm>
              <a:off x="3479490" y="4369670"/>
              <a:ext cx="313356" cy="177129"/>
            </a:xfrm>
            <a:custGeom>
              <a:rect b="b" l="l" r="r" t="t"/>
              <a:pathLst>
                <a:path extrusionOk="0" h="6760" w="11959">
                  <a:moveTo>
                    <a:pt x="5934" y="1"/>
                  </a:moveTo>
                  <a:cubicBezTo>
                    <a:pt x="2881" y="236"/>
                    <a:pt x="807" y="2276"/>
                    <a:pt x="135" y="3034"/>
                  </a:cubicBezTo>
                  <a:cubicBezTo>
                    <a:pt x="1" y="3188"/>
                    <a:pt x="5" y="3428"/>
                    <a:pt x="149" y="3577"/>
                  </a:cubicBezTo>
                  <a:cubicBezTo>
                    <a:pt x="2127" y="5593"/>
                    <a:pt x="4023" y="6505"/>
                    <a:pt x="5742" y="6759"/>
                  </a:cubicBezTo>
                  <a:cubicBezTo>
                    <a:pt x="8800" y="6510"/>
                    <a:pt x="11060" y="4364"/>
                    <a:pt x="11805" y="3562"/>
                  </a:cubicBezTo>
                  <a:cubicBezTo>
                    <a:pt x="11958" y="3399"/>
                    <a:pt x="11944" y="3145"/>
                    <a:pt x="11781" y="2996"/>
                  </a:cubicBezTo>
                  <a:cubicBezTo>
                    <a:pt x="9630" y="1105"/>
                    <a:pt x="7662" y="245"/>
                    <a:pt x="5934"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5" name="Google Shape;19295;p89"/>
            <p:cNvSpPr/>
            <p:nvPr/>
          </p:nvSpPr>
          <p:spPr>
            <a:xfrm>
              <a:off x="3510173" y="4369512"/>
              <a:ext cx="201026" cy="176395"/>
            </a:xfrm>
            <a:custGeom>
              <a:rect b="b" l="l" r="r" t="t"/>
              <a:pathLst>
                <a:path extrusionOk="0" h="6732" w="7672">
                  <a:moveTo>
                    <a:pt x="3977" y="1"/>
                  </a:moveTo>
                  <a:cubicBezTo>
                    <a:pt x="3687" y="1"/>
                    <a:pt x="3393" y="39"/>
                    <a:pt x="3102" y="117"/>
                  </a:cubicBezTo>
                  <a:cubicBezTo>
                    <a:pt x="2992" y="146"/>
                    <a:pt x="2886" y="179"/>
                    <a:pt x="2780" y="223"/>
                  </a:cubicBezTo>
                  <a:cubicBezTo>
                    <a:pt x="807" y="971"/>
                    <a:pt x="1" y="3333"/>
                    <a:pt x="1110" y="5133"/>
                  </a:cubicBezTo>
                  <a:cubicBezTo>
                    <a:pt x="1755" y="6177"/>
                    <a:pt x="2861" y="6731"/>
                    <a:pt x="3980" y="6731"/>
                  </a:cubicBezTo>
                  <a:cubicBezTo>
                    <a:pt x="4784" y="6731"/>
                    <a:pt x="5595" y="6445"/>
                    <a:pt x="6246" y="5848"/>
                  </a:cubicBezTo>
                  <a:lnTo>
                    <a:pt x="6251" y="5848"/>
                  </a:lnTo>
                  <a:cubicBezTo>
                    <a:pt x="7393" y="4802"/>
                    <a:pt x="7672" y="3107"/>
                    <a:pt x="6928" y="1749"/>
                  </a:cubicBezTo>
                  <a:cubicBezTo>
                    <a:pt x="6324" y="651"/>
                    <a:pt x="5182" y="1"/>
                    <a:pt x="397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89"/>
            <p:cNvSpPr/>
            <p:nvPr/>
          </p:nvSpPr>
          <p:spPr>
            <a:xfrm>
              <a:off x="3545652" y="4369512"/>
              <a:ext cx="165547" cy="159049"/>
            </a:xfrm>
            <a:custGeom>
              <a:rect b="b" l="l" r="r" t="t"/>
              <a:pathLst>
                <a:path extrusionOk="0" h="6070" w="6318">
                  <a:moveTo>
                    <a:pt x="2623" y="1"/>
                  </a:moveTo>
                  <a:cubicBezTo>
                    <a:pt x="2333" y="1"/>
                    <a:pt x="2039" y="39"/>
                    <a:pt x="1748" y="117"/>
                  </a:cubicBezTo>
                  <a:cubicBezTo>
                    <a:pt x="1638" y="146"/>
                    <a:pt x="1532" y="179"/>
                    <a:pt x="1426" y="223"/>
                  </a:cubicBezTo>
                  <a:cubicBezTo>
                    <a:pt x="284" y="1269"/>
                    <a:pt x="1" y="2963"/>
                    <a:pt x="749" y="4322"/>
                  </a:cubicBezTo>
                  <a:cubicBezTo>
                    <a:pt x="1349" y="5417"/>
                    <a:pt x="2493" y="6070"/>
                    <a:pt x="3698" y="6070"/>
                  </a:cubicBezTo>
                  <a:cubicBezTo>
                    <a:pt x="3988" y="6070"/>
                    <a:pt x="4281" y="6032"/>
                    <a:pt x="4570" y="5954"/>
                  </a:cubicBezTo>
                  <a:cubicBezTo>
                    <a:pt x="4681" y="5925"/>
                    <a:pt x="4786" y="5887"/>
                    <a:pt x="4892" y="5848"/>
                  </a:cubicBezTo>
                  <a:cubicBezTo>
                    <a:pt x="6039" y="4802"/>
                    <a:pt x="6318" y="3107"/>
                    <a:pt x="5574" y="1749"/>
                  </a:cubicBezTo>
                  <a:cubicBezTo>
                    <a:pt x="4970" y="651"/>
                    <a:pt x="3828" y="1"/>
                    <a:pt x="2623"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89"/>
            <p:cNvSpPr/>
            <p:nvPr/>
          </p:nvSpPr>
          <p:spPr>
            <a:xfrm>
              <a:off x="3582518" y="4429228"/>
              <a:ext cx="62519" cy="56597"/>
            </a:xfrm>
            <a:custGeom>
              <a:rect b="b" l="l" r="r" t="t"/>
              <a:pathLst>
                <a:path extrusionOk="0" h="2160" w="2386">
                  <a:moveTo>
                    <a:pt x="1218" y="0"/>
                  </a:moveTo>
                  <a:cubicBezTo>
                    <a:pt x="806" y="0"/>
                    <a:pt x="416" y="235"/>
                    <a:pt x="235" y="627"/>
                  </a:cubicBezTo>
                  <a:cubicBezTo>
                    <a:pt x="0" y="1126"/>
                    <a:pt x="182" y="1721"/>
                    <a:pt x="653" y="2005"/>
                  </a:cubicBezTo>
                  <a:cubicBezTo>
                    <a:pt x="828" y="2109"/>
                    <a:pt x="1021" y="2159"/>
                    <a:pt x="1213" y="2159"/>
                  </a:cubicBezTo>
                  <a:cubicBezTo>
                    <a:pt x="1540" y="2159"/>
                    <a:pt x="1862" y="2012"/>
                    <a:pt x="2074" y="1736"/>
                  </a:cubicBezTo>
                  <a:cubicBezTo>
                    <a:pt x="2165" y="1611"/>
                    <a:pt x="2232" y="1467"/>
                    <a:pt x="2266" y="1313"/>
                  </a:cubicBezTo>
                  <a:cubicBezTo>
                    <a:pt x="2386" y="776"/>
                    <a:pt x="2079" y="233"/>
                    <a:pt x="1560" y="56"/>
                  </a:cubicBezTo>
                  <a:cubicBezTo>
                    <a:pt x="1447" y="18"/>
                    <a:pt x="1332" y="0"/>
                    <a:pt x="1218" y="0"/>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89"/>
            <p:cNvSpPr/>
            <p:nvPr/>
          </p:nvSpPr>
          <p:spPr>
            <a:xfrm>
              <a:off x="3636600" y="4397968"/>
              <a:ext cx="31705" cy="31862"/>
            </a:xfrm>
            <a:custGeom>
              <a:rect b="b" l="l" r="r" t="t"/>
              <a:pathLst>
                <a:path extrusionOk="0" h="1216" w="1210">
                  <a:moveTo>
                    <a:pt x="605" y="1"/>
                  </a:moveTo>
                  <a:cubicBezTo>
                    <a:pt x="269" y="1"/>
                    <a:pt x="0" y="274"/>
                    <a:pt x="0" y="610"/>
                  </a:cubicBezTo>
                  <a:cubicBezTo>
                    <a:pt x="0" y="941"/>
                    <a:pt x="269" y="1215"/>
                    <a:pt x="605" y="1215"/>
                  </a:cubicBezTo>
                  <a:cubicBezTo>
                    <a:pt x="941" y="1215"/>
                    <a:pt x="1210" y="941"/>
                    <a:pt x="1210" y="610"/>
                  </a:cubicBezTo>
                  <a:cubicBezTo>
                    <a:pt x="1210" y="274"/>
                    <a:pt x="941" y="1"/>
                    <a:pt x="60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89"/>
            <p:cNvSpPr/>
            <p:nvPr/>
          </p:nvSpPr>
          <p:spPr>
            <a:xfrm>
              <a:off x="3430072" y="4362097"/>
              <a:ext cx="368931" cy="190649"/>
            </a:xfrm>
            <a:custGeom>
              <a:rect b="b" l="l" r="r" t="t"/>
              <a:pathLst>
                <a:path extrusionOk="0" h="7276" w="14080">
                  <a:moveTo>
                    <a:pt x="6723" y="1"/>
                  </a:moveTo>
                  <a:cubicBezTo>
                    <a:pt x="5287" y="1"/>
                    <a:pt x="3849" y="400"/>
                    <a:pt x="2448" y="1259"/>
                  </a:cubicBezTo>
                  <a:cubicBezTo>
                    <a:pt x="1618" y="1768"/>
                    <a:pt x="864" y="2397"/>
                    <a:pt x="211" y="3126"/>
                  </a:cubicBezTo>
                  <a:cubicBezTo>
                    <a:pt x="0" y="3362"/>
                    <a:pt x="10" y="3722"/>
                    <a:pt x="231" y="3947"/>
                  </a:cubicBezTo>
                  <a:cubicBezTo>
                    <a:pt x="1339" y="5075"/>
                    <a:pt x="2487" y="5930"/>
                    <a:pt x="3653" y="6482"/>
                  </a:cubicBezTo>
                  <a:cubicBezTo>
                    <a:pt x="3687" y="6498"/>
                    <a:pt x="3719" y="6505"/>
                    <a:pt x="3750" y="6505"/>
                  </a:cubicBezTo>
                  <a:cubicBezTo>
                    <a:pt x="3943" y="6505"/>
                    <a:pt x="4047" y="6211"/>
                    <a:pt x="3831" y="6107"/>
                  </a:cubicBezTo>
                  <a:cubicBezTo>
                    <a:pt x="2712" y="5575"/>
                    <a:pt x="1603" y="4749"/>
                    <a:pt x="533" y="3659"/>
                  </a:cubicBezTo>
                  <a:cubicBezTo>
                    <a:pt x="461" y="3587"/>
                    <a:pt x="461" y="3472"/>
                    <a:pt x="528" y="3400"/>
                  </a:cubicBezTo>
                  <a:cubicBezTo>
                    <a:pt x="1042" y="2814"/>
                    <a:pt x="2717" y="1130"/>
                    <a:pt x="5184" y="587"/>
                  </a:cubicBezTo>
                  <a:lnTo>
                    <a:pt x="5184" y="587"/>
                  </a:lnTo>
                  <a:cubicBezTo>
                    <a:pt x="4704" y="875"/>
                    <a:pt x="4301" y="1274"/>
                    <a:pt x="4008" y="1749"/>
                  </a:cubicBezTo>
                  <a:cubicBezTo>
                    <a:pt x="3905" y="1909"/>
                    <a:pt x="4046" y="2065"/>
                    <a:pt x="4190" y="2065"/>
                  </a:cubicBezTo>
                  <a:cubicBezTo>
                    <a:pt x="4252" y="2065"/>
                    <a:pt x="4315" y="2036"/>
                    <a:pt x="4359" y="1965"/>
                  </a:cubicBezTo>
                  <a:cubicBezTo>
                    <a:pt x="4955" y="1009"/>
                    <a:pt x="5983" y="480"/>
                    <a:pt x="7039" y="480"/>
                  </a:cubicBezTo>
                  <a:cubicBezTo>
                    <a:pt x="7548" y="480"/>
                    <a:pt x="8064" y="603"/>
                    <a:pt x="8540" y="861"/>
                  </a:cubicBezTo>
                  <a:cubicBezTo>
                    <a:pt x="10009" y="1658"/>
                    <a:pt x="10599" y="3458"/>
                    <a:pt x="9898" y="4970"/>
                  </a:cubicBezTo>
                  <a:cubicBezTo>
                    <a:pt x="9364" y="6114"/>
                    <a:pt x="8228" y="6797"/>
                    <a:pt x="7035" y="6797"/>
                  </a:cubicBezTo>
                  <a:cubicBezTo>
                    <a:pt x="6652" y="6797"/>
                    <a:pt x="6262" y="6726"/>
                    <a:pt x="5885" y="6578"/>
                  </a:cubicBezTo>
                  <a:cubicBezTo>
                    <a:pt x="4330" y="5968"/>
                    <a:pt x="3519" y="4259"/>
                    <a:pt x="4032" y="2670"/>
                  </a:cubicBezTo>
                  <a:cubicBezTo>
                    <a:pt x="4086" y="2508"/>
                    <a:pt x="3955" y="2398"/>
                    <a:pt x="3828" y="2398"/>
                  </a:cubicBezTo>
                  <a:cubicBezTo>
                    <a:pt x="3748" y="2398"/>
                    <a:pt x="3670" y="2441"/>
                    <a:pt x="3639" y="2541"/>
                  </a:cubicBezTo>
                  <a:cubicBezTo>
                    <a:pt x="3159" y="4024"/>
                    <a:pt x="3696" y="5647"/>
                    <a:pt x="4968" y="6549"/>
                  </a:cubicBezTo>
                  <a:cubicBezTo>
                    <a:pt x="4839" y="6511"/>
                    <a:pt x="4709" y="6467"/>
                    <a:pt x="4580" y="6419"/>
                  </a:cubicBezTo>
                  <a:cubicBezTo>
                    <a:pt x="4551" y="6409"/>
                    <a:pt x="4524" y="6404"/>
                    <a:pt x="4498" y="6404"/>
                  </a:cubicBezTo>
                  <a:cubicBezTo>
                    <a:pt x="4290" y="6404"/>
                    <a:pt x="4205" y="6723"/>
                    <a:pt x="4436" y="6808"/>
                  </a:cubicBezTo>
                  <a:cubicBezTo>
                    <a:pt x="5312" y="7125"/>
                    <a:pt x="6184" y="7275"/>
                    <a:pt x="7042" y="7275"/>
                  </a:cubicBezTo>
                  <a:cubicBezTo>
                    <a:pt x="8565" y="7275"/>
                    <a:pt x="10046" y="6804"/>
                    <a:pt x="11439" y="5954"/>
                  </a:cubicBezTo>
                  <a:cubicBezTo>
                    <a:pt x="12327" y="5407"/>
                    <a:pt x="13138" y="4749"/>
                    <a:pt x="13849" y="3986"/>
                  </a:cubicBezTo>
                  <a:cubicBezTo>
                    <a:pt x="14079" y="3736"/>
                    <a:pt x="14055" y="3347"/>
                    <a:pt x="13801" y="3126"/>
                  </a:cubicBezTo>
                  <a:cubicBezTo>
                    <a:pt x="13374" y="2747"/>
                    <a:pt x="12927" y="2392"/>
                    <a:pt x="12466" y="2061"/>
                  </a:cubicBezTo>
                  <a:cubicBezTo>
                    <a:pt x="12424" y="2029"/>
                    <a:pt x="12381" y="2016"/>
                    <a:pt x="12340" y="2016"/>
                  </a:cubicBezTo>
                  <a:cubicBezTo>
                    <a:pt x="12164" y="2016"/>
                    <a:pt x="12035" y="2268"/>
                    <a:pt x="12226" y="2397"/>
                  </a:cubicBezTo>
                  <a:cubicBezTo>
                    <a:pt x="12678" y="2723"/>
                    <a:pt x="13110" y="3069"/>
                    <a:pt x="13527" y="3434"/>
                  </a:cubicBezTo>
                  <a:cubicBezTo>
                    <a:pt x="13609" y="3506"/>
                    <a:pt x="13614" y="3626"/>
                    <a:pt x="13542" y="3707"/>
                  </a:cubicBezTo>
                  <a:cubicBezTo>
                    <a:pt x="13004" y="4283"/>
                    <a:pt x="11362" y="5882"/>
                    <a:pt x="9097" y="6554"/>
                  </a:cubicBezTo>
                  <a:cubicBezTo>
                    <a:pt x="11041" y="5176"/>
                    <a:pt x="11118" y="2315"/>
                    <a:pt x="9250" y="837"/>
                  </a:cubicBezTo>
                  <a:lnTo>
                    <a:pt x="9250" y="837"/>
                  </a:lnTo>
                  <a:cubicBezTo>
                    <a:pt x="10057" y="1110"/>
                    <a:pt x="10830" y="1485"/>
                    <a:pt x="11550" y="1941"/>
                  </a:cubicBezTo>
                  <a:cubicBezTo>
                    <a:pt x="11590" y="1968"/>
                    <a:pt x="11631" y="1980"/>
                    <a:pt x="11669" y="1980"/>
                  </a:cubicBezTo>
                  <a:cubicBezTo>
                    <a:pt x="11850" y="1980"/>
                    <a:pt x="11973" y="1710"/>
                    <a:pt x="11770" y="1590"/>
                  </a:cubicBezTo>
                  <a:cubicBezTo>
                    <a:pt x="10135" y="565"/>
                    <a:pt x="8431" y="1"/>
                    <a:pt x="672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89"/>
            <p:cNvSpPr/>
            <p:nvPr/>
          </p:nvSpPr>
          <p:spPr>
            <a:xfrm>
              <a:off x="3574343" y="4423752"/>
              <a:ext cx="83403" cy="67288"/>
            </a:xfrm>
            <a:custGeom>
              <a:rect b="b" l="l" r="r" t="t"/>
              <a:pathLst>
                <a:path extrusionOk="0" h="2568" w="3183">
                  <a:moveTo>
                    <a:pt x="1524" y="1"/>
                  </a:moveTo>
                  <a:cubicBezTo>
                    <a:pt x="621" y="1"/>
                    <a:pt x="1" y="910"/>
                    <a:pt x="331" y="1748"/>
                  </a:cubicBezTo>
                  <a:cubicBezTo>
                    <a:pt x="366" y="1843"/>
                    <a:pt x="441" y="1883"/>
                    <a:pt x="516" y="1883"/>
                  </a:cubicBezTo>
                  <a:cubicBezTo>
                    <a:pt x="647" y="1883"/>
                    <a:pt x="779" y="1763"/>
                    <a:pt x="715" y="1599"/>
                  </a:cubicBezTo>
                  <a:cubicBezTo>
                    <a:pt x="478" y="981"/>
                    <a:pt x="972" y="413"/>
                    <a:pt x="1532" y="413"/>
                  </a:cubicBezTo>
                  <a:cubicBezTo>
                    <a:pt x="1706" y="413"/>
                    <a:pt x="1888" y="469"/>
                    <a:pt x="2055" y="596"/>
                  </a:cubicBezTo>
                  <a:cubicBezTo>
                    <a:pt x="2712" y="1095"/>
                    <a:pt x="2357" y="2156"/>
                    <a:pt x="1527" y="2156"/>
                  </a:cubicBezTo>
                  <a:cubicBezTo>
                    <a:pt x="1402" y="2156"/>
                    <a:pt x="1277" y="2127"/>
                    <a:pt x="1162" y="2074"/>
                  </a:cubicBezTo>
                  <a:cubicBezTo>
                    <a:pt x="1129" y="2059"/>
                    <a:pt x="1098" y="2053"/>
                    <a:pt x="1069" y="2053"/>
                  </a:cubicBezTo>
                  <a:cubicBezTo>
                    <a:pt x="874" y="2053"/>
                    <a:pt x="772" y="2349"/>
                    <a:pt x="989" y="2449"/>
                  </a:cubicBezTo>
                  <a:cubicBezTo>
                    <a:pt x="1162" y="2529"/>
                    <a:pt x="1346" y="2568"/>
                    <a:pt x="1527" y="2568"/>
                  </a:cubicBezTo>
                  <a:cubicBezTo>
                    <a:pt x="1918" y="2568"/>
                    <a:pt x="2300" y="2388"/>
                    <a:pt x="2549" y="2060"/>
                  </a:cubicBezTo>
                  <a:cubicBezTo>
                    <a:pt x="3183" y="1229"/>
                    <a:pt x="2602" y="1"/>
                    <a:pt x="1531" y="1"/>
                  </a:cubicBezTo>
                  <a:cubicBezTo>
                    <a:pt x="1529" y="1"/>
                    <a:pt x="1527" y="1"/>
                    <a:pt x="15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89"/>
            <p:cNvSpPr/>
            <p:nvPr/>
          </p:nvSpPr>
          <p:spPr>
            <a:xfrm>
              <a:off x="3624993" y="4392413"/>
              <a:ext cx="50623" cy="42631"/>
            </a:xfrm>
            <a:custGeom>
              <a:rect b="b" l="l" r="r" t="t"/>
              <a:pathLst>
                <a:path extrusionOk="0" h="1627" w="1932">
                  <a:moveTo>
                    <a:pt x="1048" y="414"/>
                  </a:moveTo>
                  <a:cubicBezTo>
                    <a:pt x="1174" y="414"/>
                    <a:pt x="1300" y="472"/>
                    <a:pt x="1379" y="592"/>
                  </a:cubicBezTo>
                  <a:cubicBezTo>
                    <a:pt x="1538" y="827"/>
                    <a:pt x="1408" y="1149"/>
                    <a:pt x="1130" y="1206"/>
                  </a:cubicBezTo>
                  <a:cubicBezTo>
                    <a:pt x="1102" y="1211"/>
                    <a:pt x="1075" y="1214"/>
                    <a:pt x="1049" y="1214"/>
                  </a:cubicBezTo>
                  <a:cubicBezTo>
                    <a:pt x="741" y="1214"/>
                    <a:pt x="535" y="867"/>
                    <a:pt x="717" y="597"/>
                  </a:cubicBezTo>
                  <a:lnTo>
                    <a:pt x="717" y="592"/>
                  </a:lnTo>
                  <a:cubicBezTo>
                    <a:pt x="794" y="474"/>
                    <a:pt x="921" y="414"/>
                    <a:pt x="1048" y="414"/>
                  </a:cubicBezTo>
                  <a:close/>
                  <a:moveTo>
                    <a:pt x="1041" y="0"/>
                  </a:moveTo>
                  <a:cubicBezTo>
                    <a:pt x="789" y="0"/>
                    <a:pt x="535" y="116"/>
                    <a:pt x="371" y="366"/>
                  </a:cubicBezTo>
                  <a:cubicBezTo>
                    <a:pt x="1" y="922"/>
                    <a:pt x="420" y="1627"/>
                    <a:pt x="1041" y="1627"/>
                  </a:cubicBezTo>
                  <a:cubicBezTo>
                    <a:pt x="1096" y="1627"/>
                    <a:pt x="1153" y="1621"/>
                    <a:pt x="1211" y="1609"/>
                  </a:cubicBezTo>
                  <a:cubicBezTo>
                    <a:pt x="1648" y="1518"/>
                    <a:pt x="1931" y="1091"/>
                    <a:pt x="1845" y="649"/>
                  </a:cubicBezTo>
                  <a:cubicBezTo>
                    <a:pt x="1760" y="237"/>
                    <a:pt x="1402" y="0"/>
                    <a:pt x="10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89"/>
            <p:cNvSpPr/>
            <p:nvPr/>
          </p:nvSpPr>
          <p:spPr>
            <a:xfrm>
              <a:off x="3608931" y="4291874"/>
              <a:ext cx="10822" cy="46745"/>
            </a:xfrm>
            <a:custGeom>
              <a:rect b="b" l="l" r="r" t="t"/>
              <a:pathLst>
                <a:path extrusionOk="0" h="1784" w="413">
                  <a:moveTo>
                    <a:pt x="207" y="1"/>
                  </a:moveTo>
                  <a:cubicBezTo>
                    <a:pt x="103" y="1"/>
                    <a:pt x="0" y="70"/>
                    <a:pt x="0" y="209"/>
                  </a:cubicBezTo>
                  <a:lnTo>
                    <a:pt x="0" y="1573"/>
                  </a:lnTo>
                  <a:cubicBezTo>
                    <a:pt x="0" y="1688"/>
                    <a:pt x="91" y="1784"/>
                    <a:pt x="207" y="1784"/>
                  </a:cubicBezTo>
                  <a:cubicBezTo>
                    <a:pt x="322" y="1779"/>
                    <a:pt x="413" y="1688"/>
                    <a:pt x="413" y="1573"/>
                  </a:cubicBezTo>
                  <a:lnTo>
                    <a:pt x="413" y="209"/>
                  </a:lnTo>
                  <a:cubicBezTo>
                    <a:pt x="413"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89"/>
            <p:cNvSpPr/>
            <p:nvPr/>
          </p:nvSpPr>
          <p:spPr>
            <a:xfrm>
              <a:off x="3524899" y="4306207"/>
              <a:ext cx="25547" cy="44597"/>
            </a:xfrm>
            <a:custGeom>
              <a:rect b="b" l="l" r="r" t="t"/>
              <a:pathLst>
                <a:path extrusionOk="0" h="1702" w="975">
                  <a:moveTo>
                    <a:pt x="263" y="1"/>
                  </a:moveTo>
                  <a:cubicBezTo>
                    <a:pt x="134" y="1"/>
                    <a:pt x="1" y="118"/>
                    <a:pt x="58" y="282"/>
                  </a:cubicBezTo>
                  <a:lnTo>
                    <a:pt x="529" y="1563"/>
                  </a:lnTo>
                  <a:cubicBezTo>
                    <a:pt x="563" y="1660"/>
                    <a:pt x="639" y="1701"/>
                    <a:pt x="715" y="1701"/>
                  </a:cubicBezTo>
                  <a:cubicBezTo>
                    <a:pt x="844" y="1701"/>
                    <a:pt x="974" y="1586"/>
                    <a:pt x="917" y="1424"/>
                  </a:cubicBezTo>
                  <a:lnTo>
                    <a:pt x="447" y="138"/>
                  </a:lnTo>
                  <a:cubicBezTo>
                    <a:pt x="413" y="42"/>
                    <a:pt x="339"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89"/>
            <p:cNvSpPr/>
            <p:nvPr/>
          </p:nvSpPr>
          <p:spPr>
            <a:xfrm>
              <a:off x="3446737" y="4342236"/>
              <a:ext cx="38229" cy="38413"/>
            </a:xfrm>
            <a:custGeom>
              <a:rect b="b" l="l" r="r" t="t"/>
              <a:pathLst>
                <a:path extrusionOk="0" h="1466" w="1459">
                  <a:moveTo>
                    <a:pt x="294" y="0"/>
                  </a:moveTo>
                  <a:cubicBezTo>
                    <a:pt x="140" y="0"/>
                    <a:pt x="1" y="186"/>
                    <a:pt x="132" y="342"/>
                  </a:cubicBezTo>
                  <a:lnTo>
                    <a:pt x="1011" y="1388"/>
                  </a:lnTo>
                  <a:cubicBezTo>
                    <a:pt x="1057" y="1443"/>
                    <a:pt x="1112" y="1466"/>
                    <a:pt x="1166" y="1466"/>
                  </a:cubicBezTo>
                  <a:cubicBezTo>
                    <a:pt x="1319" y="1466"/>
                    <a:pt x="1459" y="1281"/>
                    <a:pt x="1327" y="1124"/>
                  </a:cubicBezTo>
                  <a:lnTo>
                    <a:pt x="449" y="78"/>
                  </a:lnTo>
                  <a:cubicBezTo>
                    <a:pt x="403" y="23"/>
                    <a:pt x="347"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89"/>
            <p:cNvSpPr/>
            <p:nvPr/>
          </p:nvSpPr>
          <p:spPr>
            <a:xfrm>
              <a:off x="3743507" y="4345144"/>
              <a:ext cx="36710" cy="38439"/>
            </a:xfrm>
            <a:custGeom>
              <a:rect b="b" l="l" r="r" t="t"/>
              <a:pathLst>
                <a:path extrusionOk="0" h="1467" w="1401">
                  <a:moveTo>
                    <a:pt x="1105" y="0"/>
                  </a:moveTo>
                  <a:cubicBezTo>
                    <a:pt x="1051" y="0"/>
                    <a:pt x="997" y="23"/>
                    <a:pt x="951" y="77"/>
                  </a:cubicBezTo>
                  <a:lnTo>
                    <a:pt x="72" y="1124"/>
                  </a:lnTo>
                  <a:cubicBezTo>
                    <a:pt x="0" y="1215"/>
                    <a:pt x="10" y="1345"/>
                    <a:pt x="101" y="1417"/>
                  </a:cubicBezTo>
                  <a:cubicBezTo>
                    <a:pt x="139" y="1450"/>
                    <a:pt x="186" y="1467"/>
                    <a:pt x="233" y="1467"/>
                  </a:cubicBezTo>
                  <a:cubicBezTo>
                    <a:pt x="292" y="1467"/>
                    <a:pt x="351" y="1441"/>
                    <a:pt x="394" y="1393"/>
                  </a:cubicBezTo>
                  <a:lnTo>
                    <a:pt x="1272" y="346"/>
                  </a:lnTo>
                  <a:cubicBezTo>
                    <a:pt x="1401" y="189"/>
                    <a:pt x="1259" y="0"/>
                    <a:pt x="11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89"/>
            <p:cNvSpPr/>
            <p:nvPr/>
          </p:nvSpPr>
          <p:spPr>
            <a:xfrm>
              <a:off x="3678341" y="4306679"/>
              <a:ext cx="25390" cy="44518"/>
            </a:xfrm>
            <a:custGeom>
              <a:rect b="b" l="l" r="r" t="t"/>
              <a:pathLst>
                <a:path extrusionOk="0" h="1699" w="969">
                  <a:moveTo>
                    <a:pt x="709" y="1"/>
                  </a:moveTo>
                  <a:cubicBezTo>
                    <a:pt x="632" y="1"/>
                    <a:pt x="555" y="42"/>
                    <a:pt x="519" y="139"/>
                  </a:cubicBezTo>
                  <a:lnTo>
                    <a:pt x="54" y="1420"/>
                  </a:lnTo>
                  <a:cubicBezTo>
                    <a:pt x="1" y="1555"/>
                    <a:pt x="102" y="1699"/>
                    <a:pt x="246" y="1699"/>
                  </a:cubicBezTo>
                  <a:cubicBezTo>
                    <a:pt x="332" y="1699"/>
                    <a:pt x="414" y="1646"/>
                    <a:pt x="443" y="1564"/>
                  </a:cubicBezTo>
                  <a:lnTo>
                    <a:pt x="908" y="278"/>
                  </a:lnTo>
                  <a:cubicBezTo>
                    <a:pt x="968" y="116"/>
                    <a:pt x="838" y="1"/>
                    <a:pt x="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89"/>
            <p:cNvSpPr/>
            <p:nvPr/>
          </p:nvSpPr>
          <p:spPr>
            <a:xfrm>
              <a:off x="3607149" y="4576696"/>
              <a:ext cx="10848" cy="46667"/>
            </a:xfrm>
            <a:custGeom>
              <a:rect b="b" l="l" r="r" t="t"/>
              <a:pathLst>
                <a:path extrusionOk="0" h="1781" w="414">
                  <a:moveTo>
                    <a:pt x="207" y="1"/>
                  </a:moveTo>
                  <a:cubicBezTo>
                    <a:pt x="92" y="1"/>
                    <a:pt x="1" y="92"/>
                    <a:pt x="1" y="207"/>
                  </a:cubicBezTo>
                  <a:lnTo>
                    <a:pt x="1" y="1575"/>
                  </a:lnTo>
                  <a:cubicBezTo>
                    <a:pt x="1" y="1712"/>
                    <a:pt x="104" y="1780"/>
                    <a:pt x="207" y="1780"/>
                  </a:cubicBezTo>
                  <a:cubicBezTo>
                    <a:pt x="311" y="1780"/>
                    <a:pt x="414" y="1712"/>
                    <a:pt x="414" y="1575"/>
                  </a:cubicBezTo>
                  <a:lnTo>
                    <a:pt x="414" y="207"/>
                  </a:lnTo>
                  <a:cubicBezTo>
                    <a:pt x="414" y="92"/>
                    <a:pt x="323"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89"/>
            <p:cNvSpPr/>
            <p:nvPr/>
          </p:nvSpPr>
          <p:spPr>
            <a:xfrm>
              <a:off x="3676507" y="4564433"/>
              <a:ext cx="25574" cy="44597"/>
            </a:xfrm>
            <a:custGeom>
              <a:rect b="b" l="l" r="r" t="t"/>
              <a:pathLst>
                <a:path extrusionOk="0" h="1702" w="976">
                  <a:moveTo>
                    <a:pt x="262" y="1"/>
                  </a:moveTo>
                  <a:cubicBezTo>
                    <a:pt x="133" y="1"/>
                    <a:pt x="1" y="118"/>
                    <a:pt x="61" y="281"/>
                  </a:cubicBezTo>
                  <a:lnTo>
                    <a:pt x="527" y="1563"/>
                  </a:lnTo>
                  <a:cubicBezTo>
                    <a:pt x="563" y="1660"/>
                    <a:pt x="640" y="1701"/>
                    <a:pt x="717" y="1701"/>
                  </a:cubicBezTo>
                  <a:cubicBezTo>
                    <a:pt x="846" y="1701"/>
                    <a:pt x="976" y="1586"/>
                    <a:pt x="916" y="1424"/>
                  </a:cubicBezTo>
                  <a:lnTo>
                    <a:pt x="450" y="137"/>
                  </a:lnTo>
                  <a:cubicBezTo>
                    <a:pt x="415" y="41"/>
                    <a:pt x="339" y="1"/>
                    <a:pt x="2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89"/>
            <p:cNvSpPr/>
            <p:nvPr/>
          </p:nvSpPr>
          <p:spPr>
            <a:xfrm>
              <a:off x="3742066" y="4534562"/>
              <a:ext cx="38256" cy="38518"/>
            </a:xfrm>
            <a:custGeom>
              <a:rect b="b" l="l" r="r" t="t"/>
              <a:pathLst>
                <a:path extrusionOk="0" h="1470" w="1460">
                  <a:moveTo>
                    <a:pt x="295" y="1"/>
                  </a:moveTo>
                  <a:cubicBezTo>
                    <a:pt x="141" y="1"/>
                    <a:pt x="0" y="189"/>
                    <a:pt x="132" y="346"/>
                  </a:cubicBezTo>
                  <a:lnTo>
                    <a:pt x="1011" y="1393"/>
                  </a:lnTo>
                  <a:cubicBezTo>
                    <a:pt x="1055" y="1447"/>
                    <a:pt x="1109" y="1470"/>
                    <a:pt x="1162" y="1470"/>
                  </a:cubicBezTo>
                  <a:cubicBezTo>
                    <a:pt x="1316" y="1470"/>
                    <a:pt x="1459" y="1281"/>
                    <a:pt x="1327" y="1124"/>
                  </a:cubicBezTo>
                  <a:lnTo>
                    <a:pt x="449" y="77"/>
                  </a:lnTo>
                  <a:cubicBezTo>
                    <a:pt x="403" y="23"/>
                    <a:pt x="349"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89"/>
            <p:cNvSpPr/>
            <p:nvPr/>
          </p:nvSpPr>
          <p:spPr>
            <a:xfrm>
              <a:off x="3446737" y="4531680"/>
              <a:ext cx="36683" cy="38413"/>
            </a:xfrm>
            <a:custGeom>
              <a:rect b="b" l="l" r="r" t="t"/>
              <a:pathLst>
                <a:path extrusionOk="0" h="1466" w="1400">
                  <a:moveTo>
                    <a:pt x="1169" y="1"/>
                  </a:moveTo>
                  <a:cubicBezTo>
                    <a:pt x="1109" y="1"/>
                    <a:pt x="1051" y="26"/>
                    <a:pt x="1011" y="77"/>
                  </a:cubicBezTo>
                  <a:lnTo>
                    <a:pt x="132" y="1123"/>
                  </a:lnTo>
                  <a:cubicBezTo>
                    <a:pt x="1" y="1280"/>
                    <a:pt x="140" y="1465"/>
                    <a:pt x="294" y="1465"/>
                  </a:cubicBezTo>
                  <a:cubicBezTo>
                    <a:pt x="347" y="1465"/>
                    <a:pt x="403" y="1442"/>
                    <a:pt x="449" y="1387"/>
                  </a:cubicBezTo>
                  <a:lnTo>
                    <a:pt x="1327" y="341"/>
                  </a:lnTo>
                  <a:cubicBezTo>
                    <a:pt x="1399" y="255"/>
                    <a:pt x="1390" y="125"/>
                    <a:pt x="1303" y="48"/>
                  </a:cubicBezTo>
                  <a:cubicBezTo>
                    <a:pt x="1263" y="16"/>
                    <a:pt x="1216" y="1"/>
                    <a:pt x="11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89"/>
            <p:cNvSpPr/>
            <p:nvPr/>
          </p:nvSpPr>
          <p:spPr>
            <a:xfrm>
              <a:off x="3523196" y="4564066"/>
              <a:ext cx="25128" cy="44544"/>
            </a:xfrm>
            <a:custGeom>
              <a:rect b="b" l="l" r="r" t="t"/>
              <a:pathLst>
                <a:path extrusionOk="0" h="1700" w="959">
                  <a:moveTo>
                    <a:pt x="725" y="0"/>
                  </a:moveTo>
                  <a:cubicBezTo>
                    <a:pt x="639" y="0"/>
                    <a:pt x="560" y="54"/>
                    <a:pt x="526" y="137"/>
                  </a:cubicBezTo>
                  <a:lnTo>
                    <a:pt x="61" y="1419"/>
                  </a:lnTo>
                  <a:cubicBezTo>
                    <a:pt x="0" y="1582"/>
                    <a:pt x="132" y="1699"/>
                    <a:pt x="262" y="1699"/>
                  </a:cubicBezTo>
                  <a:cubicBezTo>
                    <a:pt x="338" y="1699"/>
                    <a:pt x="414" y="1659"/>
                    <a:pt x="450" y="1563"/>
                  </a:cubicBezTo>
                  <a:lnTo>
                    <a:pt x="920" y="276"/>
                  </a:lnTo>
                  <a:cubicBezTo>
                    <a:pt x="958" y="171"/>
                    <a:pt x="901" y="51"/>
                    <a:pt x="795" y="12"/>
                  </a:cubicBezTo>
                  <a:cubicBezTo>
                    <a:pt x="772" y="4"/>
                    <a:pt x="748" y="0"/>
                    <a:pt x="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12" name="Google Shape;19312;p89"/>
          <p:cNvGrpSpPr/>
          <p:nvPr/>
        </p:nvGrpSpPr>
        <p:grpSpPr>
          <a:xfrm>
            <a:off x="3153479" y="2421881"/>
            <a:ext cx="225158" cy="364267"/>
            <a:chOff x="3153479" y="2421881"/>
            <a:chExt cx="225158" cy="364267"/>
          </a:xfrm>
        </p:grpSpPr>
        <p:sp>
          <p:nvSpPr>
            <p:cNvPr id="19313" name="Google Shape;19313;p89"/>
            <p:cNvSpPr/>
            <p:nvPr/>
          </p:nvSpPr>
          <p:spPr>
            <a:xfrm>
              <a:off x="3238008" y="2600608"/>
              <a:ext cx="56990" cy="180326"/>
            </a:xfrm>
            <a:custGeom>
              <a:rect b="b" l="l" r="r" t="t"/>
              <a:pathLst>
                <a:path extrusionOk="0" h="6882" w="2175">
                  <a:moveTo>
                    <a:pt x="1090" y="5218"/>
                  </a:moveTo>
                  <a:cubicBezTo>
                    <a:pt x="1170" y="5218"/>
                    <a:pt x="1252" y="5242"/>
                    <a:pt x="1330" y="5295"/>
                  </a:cubicBezTo>
                  <a:cubicBezTo>
                    <a:pt x="1685" y="5530"/>
                    <a:pt x="1517" y="6077"/>
                    <a:pt x="1090" y="6077"/>
                  </a:cubicBezTo>
                  <a:lnTo>
                    <a:pt x="1090" y="6082"/>
                  </a:lnTo>
                  <a:cubicBezTo>
                    <a:pt x="927" y="6077"/>
                    <a:pt x="778" y="5986"/>
                    <a:pt x="706" y="5837"/>
                  </a:cubicBezTo>
                  <a:cubicBezTo>
                    <a:pt x="701" y="5828"/>
                    <a:pt x="696" y="5818"/>
                    <a:pt x="691" y="5813"/>
                  </a:cubicBezTo>
                  <a:cubicBezTo>
                    <a:pt x="568" y="5507"/>
                    <a:pt x="811" y="5218"/>
                    <a:pt x="1090" y="5218"/>
                  </a:cubicBezTo>
                  <a:close/>
                  <a:moveTo>
                    <a:pt x="341" y="0"/>
                  </a:moveTo>
                  <a:cubicBezTo>
                    <a:pt x="159" y="0"/>
                    <a:pt x="10" y="149"/>
                    <a:pt x="10" y="336"/>
                  </a:cubicBezTo>
                  <a:lnTo>
                    <a:pt x="10" y="5789"/>
                  </a:lnTo>
                  <a:cubicBezTo>
                    <a:pt x="0" y="6327"/>
                    <a:pt x="394" y="6793"/>
                    <a:pt x="927" y="6869"/>
                  </a:cubicBezTo>
                  <a:cubicBezTo>
                    <a:pt x="981" y="6878"/>
                    <a:pt x="1036" y="6882"/>
                    <a:pt x="1090" y="6882"/>
                  </a:cubicBezTo>
                  <a:cubicBezTo>
                    <a:pt x="1561" y="6882"/>
                    <a:pt x="1989" y="6571"/>
                    <a:pt x="2127" y="6106"/>
                  </a:cubicBezTo>
                  <a:cubicBezTo>
                    <a:pt x="2155" y="6005"/>
                    <a:pt x="2175" y="5895"/>
                    <a:pt x="2175" y="5789"/>
                  </a:cubicBezTo>
                  <a:lnTo>
                    <a:pt x="2175" y="336"/>
                  </a:lnTo>
                  <a:cubicBezTo>
                    <a:pt x="2170" y="149"/>
                    <a:pt x="2026" y="5"/>
                    <a:pt x="184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89"/>
            <p:cNvSpPr/>
            <p:nvPr/>
          </p:nvSpPr>
          <p:spPr>
            <a:xfrm>
              <a:off x="3260778" y="2600608"/>
              <a:ext cx="34220" cy="160386"/>
            </a:xfrm>
            <a:custGeom>
              <a:rect b="b" l="l" r="r" t="t"/>
              <a:pathLst>
                <a:path extrusionOk="0" h="6121" w="1306">
                  <a:moveTo>
                    <a:pt x="0" y="0"/>
                  </a:moveTo>
                  <a:lnTo>
                    <a:pt x="0" y="5041"/>
                  </a:lnTo>
                  <a:cubicBezTo>
                    <a:pt x="0" y="5117"/>
                    <a:pt x="10" y="5194"/>
                    <a:pt x="24" y="5271"/>
                  </a:cubicBezTo>
                  <a:cubicBezTo>
                    <a:pt x="80" y="5241"/>
                    <a:pt x="140" y="5222"/>
                    <a:pt x="200" y="5222"/>
                  </a:cubicBezTo>
                  <a:cubicBezTo>
                    <a:pt x="207" y="5222"/>
                    <a:pt x="214" y="5223"/>
                    <a:pt x="221" y="5223"/>
                  </a:cubicBezTo>
                  <a:cubicBezTo>
                    <a:pt x="223" y="5223"/>
                    <a:pt x="225" y="5223"/>
                    <a:pt x="227" y="5223"/>
                  </a:cubicBezTo>
                  <a:cubicBezTo>
                    <a:pt x="612" y="5223"/>
                    <a:pt x="800" y="5695"/>
                    <a:pt x="518" y="5962"/>
                  </a:cubicBezTo>
                  <a:cubicBezTo>
                    <a:pt x="686" y="6068"/>
                    <a:pt x="883" y="6121"/>
                    <a:pt x="1085" y="6121"/>
                  </a:cubicBezTo>
                  <a:cubicBezTo>
                    <a:pt x="1142" y="6121"/>
                    <a:pt x="1200" y="6116"/>
                    <a:pt x="1258" y="6106"/>
                  </a:cubicBezTo>
                  <a:cubicBezTo>
                    <a:pt x="1291" y="6005"/>
                    <a:pt x="1306" y="5895"/>
                    <a:pt x="1306" y="5789"/>
                  </a:cubicBezTo>
                  <a:lnTo>
                    <a:pt x="1306" y="336"/>
                  </a:lnTo>
                  <a:cubicBezTo>
                    <a:pt x="1306" y="149"/>
                    <a:pt x="1157" y="0"/>
                    <a:pt x="974"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89"/>
            <p:cNvSpPr/>
            <p:nvPr/>
          </p:nvSpPr>
          <p:spPr>
            <a:xfrm>
              <a:off x="3197237" y="2543879"/>
              <a:ext cx="138637" cy="86180"/>
            </a:xfrm>
            <a:custGeom>
              <a:rect b="b" l="l" r="r" t="t"/>
              <a:pathLst>
                <a:path extrusionOk="0" h="3289" w="5291">
                  <a:moveTo>
                    <a:pt x="1" y="0"/>
                  </a:moveTo>
                  <a:lnTo>
                    <a:pt x="1" y="2127"/>
                  </a:lnTo>
                  <a:cubicBezTo>
                    <a:pt x="1" y="2770"/>
                    <a:pt x="524" y="3289"/>
                    <a:pt x="1167" y="3289"/>
                  </a:cubicBezTo>
                  <a:lnTo>
                    <a:pt x="4124" y="3289"/>
                  </a:lnTo>
                  <a:cubicBezTo>
                    <a:pt x="4768" y="3289"/>
                    <a:pt x="5291" y="2770"/>
                    <a:pt x="5291" y="2127"/>
                  </a:cubicBezTo>
                  <a:lnTo>
                    <a:pt x="529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89"/>
            <p:cNvSpPr/>
            <p:nvPr/>
          </p:nvSpPr>
          <p:spPr>
            <a:xfrm>
              <a:off x="3216234" y="2543879"/>
              <a:ext cx="119641" cy="67314"/>
            </a:xfrm>
            <a:custGeom>
              <a:rect b="b" l="l" r="r" t="t"/>
              <a:pathLst>
                <a:path extrusionOk="0" h="2569" w="4566">
                  <a:moveTo>
                    <a:pt x="1" y="0"/>
                  </a:moveTo>
                  <a:lnTo>
                    <a:pt x="1" y="1714"/>
                  </a:lnTo>
                  <a:cubicBezTo>
                    <a:pt x="1" y="2185"/>
                    <a:pt x="380" y="2569"/>
                    <a:pt x="850" y="2569"/>
                  </a:cubicBezTo>
                  <a:lnTo>
                    <a:pt x="4479" y="2569"/>
                  </a:lnTo>
                  <a:cubicBezTo>
                    <a:pt x="4537" y="2425"/>
                    <a:pt x="4566" y="2276"/>
                    <a:pt x="4566" y="2127"/>
                  </a:cubicBezTo>
                  <a:lnTo>
                    <a:pt x="4566"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89"/>
            <p:cNvSpPr/>
            <p:nvPr/>
          </p:nvSpPr>
          <p:spPr>
            <a:xfrm>
              <a:off x="3183166" y="2426021"/>
              <a:ext cx="166936" cy="115736"/>
            </a:xfrm>
            <a:custGeom>
              <a:rect b="b" l="l" r="r" t="t"/>
              <a:pathLst>
                <a:path extrusionOk="0" h="4417" w="6371">
                  <a:moveTo>
                    <a:pt x="514" y="1"/>
                  </a:moveTo>
                  <a:cubicBezTo>
                    <a:pt x="231" y="1"/>
                    <a:pt x="0" y="231"/>
                    <a:pt x="0" y="519"/>
                  </a:cubicBezTo>
                  <a:lnTo>
                    <a:pt x="0" y="4417"/>
                  </a:lnTo>
                  <a:lnTo>
                    <a:pt x="6370" y="4417"/>
                  </a:lnTo>
                  <a:lnTo>
                    <a:pt x="6370" y="519"/>
                  </a:lnTo>
                  <a:cubicBezTo>
                    <a:pt x="6370" y="231"/>
                    <a:pt x="6140" y="1"/>
                    <a:pt x="58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89"/>
            <p:cNvSpPr/>
            <p:nvPr/>
          </p:nvSpPr>
          <p:spPr>
            <a:xfrm>
              <a:off x="3202032" y="2426152"/>
              <a:ext cx="148070" cy="82905"/>
            </a:xfrm>
            <a:custGeom>
              <a:rect b="b" l="l" r="r" t="t"/>
              <a:pathLst>
                <a:path extrusionOk="0" h="3164" w="5651">
                  <a:moveTo>
                    <a:pt x="0" y="0"/>
                  </a:moveTo>
                  <a:lnTo>
                    <a:pt x="0" y="2487"/>
                  </a:lnTo>
                  <a:cubicBezTo>
                    <a:pt x="0" y="2861"/>
                    <a:pt x="303" y="3164"/>
                    <a:pt x="672" y="3164"/>
                  </a:cubicBezTo>
                  <a:lnTo>
                    <a:pt x="5650" y="3164"/>
                  </a:lnTo>
                  <a:lnTo>
                    <a:pt x="5650" y="514"/>
                  </a:lnTo>
                  <a:cubicBezTo>
                    <a:pt x="5645" y="226"/>
                    <a:pt x="5420" y="0"/>
                    <a:pt x="513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89"/>
            <p:cNvSpPr/>
            <p:nvPr/>
          </p:nvSpPr>
          <p:spPr>
            <a:xfrm>
              <a:off x="3153479" y="2525380"/>
              <a:ext cx="218372" cy="40404"/>
            </a:xfrm>
            <a:custGeom>
              <a:rect b="b" l="l" r="r" t="t"/>
              <a:pathLst>
                <a:path extrusionOk="0" h="1542" w="8334">
                  <a:moveTo>
                    <a:pt x="1071" y="1"/>
                  </a:moveTo>
                  <a:cubicBezTo>
                    <a:pt x="1032" y="1"/>
                    <a:pt x="994" y="1"/>
                    <a:pt x="956" y="10"/>
                  </a:cubicBezTo>
                  <a:cubicBezTo>
                    <a:pt x="927" y="10"/>
                    <a:pt x="903" y="15"/>
                    <a:pt x="879" y="25"/>
                  </a:cubicBezTo>
                  <a:cubicBezTo>
                    <a:pt x="831" y="34"/>
                    <a:pt x="783" y="54"/>
                    <a:pt x="735" y="78"/>
                  </a:cubicBezTo>
                  <a:cubicBezTo>
                    <a:pt x="0" y="433"/>
                    <a:pt x="250" y="1542"/>
                    <a:pt x="1071" y="1542"/>
                  </a:cubicBezTo>
                  <a:lnTo>
                    <a:pt x="7566" y="1542"/>
                  </a:lnTo>
                  <a:cubicBezTo>
                    <a:pt x="7954" y="1542"/>
                    <a:pt x="8281" y="1249"/>
                    <a:pt x="8329" y="860"/>
                  </a:cubicBezTo>
                  <a:cubicBezTo>
                    <a:pt x="8334" y="831"/>
                    <a:pt x="8334" y="798"/>
                    <a:pt x="8334" y="769"/>
                  </a:cubicBezTo>
                  <a:cubicBezTo>
                    <a:pt x="8334" y="754"/>
                    <a:pt x="8334" y="740"/>
                    <a:pt x="8334" y="726"/>
                  </a:cubicBezTo>
                  <a:cubicBezTo>
                    <a:pt x="8310" y="318"/>
                    <a:pt x="7974" y="1"/>
                    <a:pt x="7566"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89"/>
            <p:cNvSpPr/>
            <p:nvPr/>
          </p:nvSpPr>
          <p:spPr>
            <a:xfrm>
              <a:off x="3178502" y="2525380"/>
              <a:ext cx="193348" cy="19285"/>
            </a:xfrm>
            <a:custGeom>
              <a:rect b="b" l="l" r="r" t="t"/>
              <a:pathLst>
                <a:path extrusionOk="0" h="736" w="7379">
                  <a:moveTo>
                    <a:pt x="116" y="1"/>
                  </a:moveTo>
                  <a:cubicBezTo>
                    <a:pt x="77" y="1"/>
                    <a:pt x="39" y="6"/>
                    <a:pt x="1" y="10"/>
                  </a:cubicBezTo>
                  <a:cubicBezTo>
                    <a:pt x="20" y="418"/>
                    <a:pt x="361" y="735"/>
                    <a:pt x="769" y="735"/>
                  </a:cubicBezTo>
                  <a:lnTo>
                    <a:pt x="7263" y="735"/>
                  </a:lnTo>
                  <a:cubicBezTo>
                    <a:pt x="7302" y="735"/>
                    <a:pt x="7340" y="730"/>
                    <a:pt x="7379" y="726"/>
                  </a:cubicBezTo>
                  <a:cubicBezTo>
                    <a:pt x="7355" y="318"/>
                    <a:pt x="7019" y="1"/>
                    <a:pt x="6611"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89"/>
            <p:cNvSpPr/>
            <p:nvPr/>
          </p:nvSpPr>
          <p:spPr>
            <a:xfrm>
              <a:off x="3219247" y="2426152"/>
              <a:ext cx="106330" cy="82669"/>
            </a:xfrm>
            <a:custGeom>
              <a:rect b="b" l="l" r="r" t="t"/>
              <a:pathLst>
                <a:path extrusionOk="0" h="3155" w="4058">
                  <a:moveTo>
                    <a:pt x="1" y="0"/>
                  </a:moveTo>
                  <a:lnTo>
                    <a:pt x="1" y="1532"/>
                  </a:lnTo>
                  <a:cubicBezTo>
                    <a:pt x="1" y="1810"/>
                    <a:pt x="231" y="2041"/>
                    <a:pt x="510" y="2041"/>
                  </a:cubicBezTo>
                  <a:cubicBezTo>
                    <a:pt x="793" y="2041"/>
                    <a:pt x="1019" y="1810"/>
                    <a:pt x="1019" y="1532"/>
                  </a:cubicBezTo>
                  <a:lnTo>
                    <a:pt x="1019" y="576"/>
                  </a:lnTo>
                  <a:cubicBezTo>
                    <a:pt x="1043" y="836"/>
                    <a:pt x="1263" y="1037"/>
                    <a:pt x="1523" y="1037"/>
                  </a:cubicBezTo>
                  <a:cubicBezTo>
                    <a:pt x="1787" y="1037"/>
                    <a:pt x="2003" y="836"/>
                    <a:pt x="2027" y="576"/>
                  </a:cubicBezTo>
                  <a:lnTo>
                    <a:pt x="2027" y="2650"/>
                  </a:lnTo>
                  <a:cubicBezTo>
                    <a:pt x="2027" y="2929"/>
                    <a:pt x="2257" y="3154"/>
                    <a:pt x="2535" y="3154"/>
                  </a:cubicBezTo>
                  <a:cubicBezTo>
                    <a:pt x="2819" y="3154"/>
                    <a:pt x="3044" y="2929"/>
                    <a:pt x="3044" y="2650"/>
                  </a:cubicBezTo>
                  <a:lnTo>
                    <a:pt x="3044" y="1695"/>
                  </a:lnTo>
                  <a:cubicBezTo>
                    <a:pt x="3067" y="1955"/>
                    <a:pt x="3288" y="2152"/>
                    <a:pt x="3550" y="2152"/>
                  </a:cubicBezTo>
                  <a:cubicBezTo>
                    <a:pt x="3559" y="2152"/>
                    <a:pt x="3568" y="2151"/>
                    <a:pt x="3577" y="2151"/>
                  </a:cubicBezTo>
                  <a:cubicBezTo>
                    <a:pt x="3846" y="2137"/>
                    <a:pt x="4057" y="1911"/>
                    <a:pt x="4057" y="1642"/>
                  </a:cubicBezTo>
                  <a:lnTo>
                    <a:pt x="4057"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89"/>
            <p:cNvSpPr/>
            <p:nvPr/>
          </p:nvSpPr>
          <p:spPr>
            <a:xfrm>
              <a:off x="3219247" y="2426152"/>
              <a:ext cx="26700" cy="30578"/>
            </a:xfrm>
            <a:custGeom>
              <a:rect b="b" l="l" r="r" t="t"/>
              <a:pathLst>
                <a:path extrusionOk="0" h="1167" w="1019">
                  <a:moveTo>
                    <a:pt x="1" y="0"/>
                  </a:moveTo>
                  <a:lnTo>
                    <a:pt x="1" y="658"/>
                  </a:lnTo>
                  <a:cubicBezTo>
                    <a:pt x="1" y="941"/>
                    <a:pt x="231" y="1167"/>
                    <a:pt x="510" y="1167"/>
                  </a:cubicBezTo>
                  <a:cubicBezTo>
                    <a:pt x="793" y="1167"/>
                    <a:pt x="1019" y="941"/>
                    <a:pt x="1019" y="658"/>
                  </a:cubicBezTo>
                  <a:lnTo>
                    <a:pt x="101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89"/>
            <p:cNvSpPr/>
            <p:nvPr/>
          </p:nvSpPr>
          <p:spPr>
            <a:xfrm>
              <a:off x="3272333" y="2426152"/>
              <a:ext cx="53243" cy="59270"/>
            </a:xfrm>
            <a:custGeom>
              <a:rect b="b" l="l" r="r" t="t"/>
              <a:pathLst>
                <a:path extrusionOk="0" h="2262" w="2032">
                  <a:moveTo>
                    <a:pt x="1" y="0"/>
                  </a:moveTo>
                  <a:lnTo>
                    <a:pt x="1" y="1753"/>
                  </a:lnTo>
                  <a:cubicBezTo>
                    <a:pt x="1" y="2036"/>
                    <a:pt x="231" y="2261"/>
                    <a:pt x="509" y="2261"/>
                  </a:cubicBezTo>
                  <a:cubicBezTo>
                    <a:pt x="793" y="2261"/>
                    <a:pt x="1018" y="2036"/>
                    <a:pt x="1018" y="1753"/>
                  </a:cubicBezTo>
                  <a:lnTo>
                    <a:pt x="1018" y="792"/>
                  </a:lnTo>
                  <a:cubicBezTo>
                    <a:pt x="1041" y="1057"/>
                    <a:pt x="1262" y="1254"/>
                    <a:pt x="1524" y="1254"/>
                  </a:cubicBezTo>
                  <a:cubicBezTo>
                    <a:pt x="1533" y="1254"/>
                    <a:pt x="1542" y="1254"/>
                    <a:pt x="1551" y="1253"/>
                  </a:cubicBezTo>
                  <a:cubicBezTo>
                    <a:pt x="1820" y="1239"/>
                    <a:pt x="2031" y="1013"/>
                    <a:pt x="2031" y="744"/>
                  </a:cubicBezTo>
                  <a:lnTo>
                    <a:pt x="2031"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89"/>
            <p:cNvSpPr/>
            <p:nvPr/>
          </p:nvSpPr>
          <p:spPr>
            <a:xfrm>
              <a:off x="3155103" y="2421881"/>
              <a:ext cx="223534" cy="364267"/>
            </a:xfrm>
            <a:custGeom>
              <a:rect b="b" l="l" r="r" t="t"/>
              <a:pathLst>
                <a:path extrusionOk="0" h="13902" w="8531">
                  <a:moveTo>
                    <a:pt x="6294" y="413"/>
                  </a:moveTo>
                  <a:lnTo>
                    <a:pt x="6294" y="1848"/>
                  </a:lnTo>
                  <a:cubicBezTo>
                    <a:pt x="6291" y="2042"/>
                    <a:pt x="6143" y="2143"/>
                    <a:pt x="5995" y="2143"/>
                  </a:cubicBezTo>
                  <a:cubicBezTo>
                    <a:pt x="5860" y="2143"/>
                    <a:pt x="5724" y="2058"/>
                    <a:pt x="5699" y="1882"/>
                  </a:cubicBezTo>
                  <a:lnTo>
                    <a:pt x="5699" y="1037"/>
                  </a:lnTo>
                  <a:cubicBezTo>
                    <a:pt x="5699" y="898"/>
                    <a:pt x="5594" y="828"/>
                    <a:pt x="5490" y="828"/>
                  </a:cubicBezTo>
                  <a:cubicBezTo>
                    <a:pt x="5385" y="828"/>
                    <a:pt x="5281" y="898"/>
                    <a:pt x="5281" y="1037"/>
                  </a:cubicBezTo>
                  <a:lnTo>
                    <a:pt x="5281" y="2050"/>
                  </a:lnTo>
                  <a:lnTo>
                    <a:pt x="5281" y="2856"/>
                  </a:lnTo>
                  <a:cubicBezTo>
                    <a:pt x="5281" y="3020"/>
                    <a:pt x="5147" y="3154"/>
                    <a:pt x="4983" y="3154"/>
                  </a:cubicBezTo>
                  <a:cubicBezTo>
                    <a:pt x="4815" y="3154"/>
                    <a:pt x="4681" y="3020"/>
                    <a:pt x="4681" y="2856"/>
                  </a:cubicBezTo>
                  <a:lnTo>
                    <a:pt x="4681" y="783"/>
                  </a:lnTo>
                  <a:cubicBezTo>
                    <a:pt x="4681" y="672"/>
                    <a:pt x="4595" y="581"/>
                    <a:pt x="4484" y="576"/>
                  </a:cubicBezTo>
                  <a:lnTo>
                    <a:pt x="4475" y="576"/>
                  </a:lnTo>
                  <a:cubicBezTo>
                    <a:pt x="4364" y="576"/>
                    <a:pt x="4278" y="658"/>
                    <a:pt x="4268" y="763"/>
                  </a:cubicBezTo>
                  <a:cubicBezTo>
                    <a:pt x="4247" y="941"/>
                    <a:pt x="4107" y="1030"/>
                    <a:pt x="3968" y="1030"/>
                  </a:cubicBezTo>
                  <a:cubicBezTo>
                    <a:pt x="3829" y="1030"/>
                    <a:pt x="3690" y="941"/>
                    <a:pt x="3668" y="763"/>
                  </a:cubicBezTo>
                  <a:cubicBezTo>
                    <a:pt x="3657" y="639"/>
                    <a:pt x="3561" y="578"/>
                    <a:pt x="3464" y="578"/>
                  </a:cubicBezTo>
                  <a:cubicBezTo>
                    <a:pt x="3360" y="578"/>
                    <a:pt x="3255" y="648"/>
                    <a:pt x="3255" y="783"/>
                  </a:cubicBezTo>
                  <a:lnTo>
                    <a:pt x="3255" y="1738"/>
                  </a:lnTo>
                  <a:cubicBezTo>
                    <a:pt x="3255" y="1906"/>
                    <a:pt x="3121" y="2040"/>
                    <a:pt x="2953" y="2040"/>
                  </a:cubicBezTo>
                  <a:cubicBezTo>
                    <a:pt x="2790" y="2040"/>
                    <a:pt x="2655" y="1906"/>
                    <a:pt x="2655" y="1738"/>
                  </a:cubicBezTo>
                  <a:lnTo>
                    <a:pt x="2655" y="413"/>
                  </a:lnTo>
                  <a:close/>
                  <a:moveTo>
                    <a:pt x="6683" y="5741"/>
                  </a:moveTo>
                  <a:lnTo>
                    <a:pt x="6683" y="6821"/>
                  </a:lnTo>
                  <a:lnTo>
                    <a:pt x="6688" y="6821"/>
                  </a:lnTo>
                  <a:cubicBezTo>
                    <a:pt x="6688" y="7354"/>
                    <a:pt x="6260" y="7781"/>
                    <a:pt x="5728" y="7781"/>
                  </a:cubicBezTo>
                  <a:lnTo>
                    <a:pt x="2771" y="7781"/>
                  </a:lnTo>
                  <a:cubicBezTo>
                    <a:pt x="2243" y="7781"/>
                    <a:pt x="1810" y="7354"/>
                    <a:pt x="1810" y="6821"/>
                  </a:cubicBezTo>
                  <a:lnTo>
                    <a:pt x="1810" y="5741"/>
                  </a:lnTo>
                  <a:close/>
                  <a:moveTo>
                    <a:pt x="1585" y="0"/>
                  </a:moveTo>
                  <a:cubicBezTo>
                    <a:pt x="1186" y="0"/>
                    <a:pt x="865" y="322"/>
                    <a:pt x="865" y="720"/>
                  </a:cubicBezTo>
                  <a:lnTo>
                    <a:pt x="865" y="1479"/>
                  </a:lnTo>
                  <a:cubicBezTo>
                    <a:pt x="865" y="1618"/>
                    <a:pt x="969" y="1688"/>
                    <a:pt x="1074" y="1688"/>
                  </a:cubicBezTo>
                  <a:cubicBezTo>
                    <a:pt x="1178" y="1688"/>
                    <a:pt x="1282" y="1618"/>
                    <a:pt x="1282" y="1479"/>
                  </a:cubicBezTo>
                  <a:lnTo>
                    <a:pt x="1282" y="720"/>
                  </a:lnTo>
                  <a:cubicBezTo>
                    <a:pt x="1282" y="552"/>
                    <a:pt x="1417" y="413"/>
                    <a:pt x="1590" y="413"/>
                  </a:cubicBezTo>
                  <a:lnTo>
                    <a:pt x="2247" y="413"/>
                  </a:lnTo>
                  <a:lnTo>
                    <a:pt x="2247" y="1738"/>
                  </a:lnTo>
                  <a:cubicBezTo>
                    <a:pt x="2247" y="2136"/>
                    <a:pt x="2569" y="2453"/>
                    <a:pt x="2963" y="2453"/>
                  </a:cubicBezTo>
                  <a:cubicBezTo>
                    <a:pt x="3361" y="2453"/>
                    <a:pt x="3678" y="2136"/>
                    <a:pt x="3678" y="1738"/>
                  </a:cubicBezTo>
                  <a:lnTo>
                    <a:pt x="3678" y="1383"/>
                  </a:lnTo>
                  <a:cubicBezTo>
                    <a:pt x="3774" y="1426"/>
                    <a:pt x="3876" y="1448"/>
                    <a:pt x="3977" y="1448"/>
                  </a:cubicBezTo>
                  <a:cubicBezTo>
                    <a:pt x="4079" y="1448"/>
                    <a:pt x="4179" y="1426"/>
                    <a:pt x="4273" y="1383"/>
                  </a:cubicBezTo>
                  <a:lnTo>
                    <a:pt x="4273" y="2856"/>
                  </a:lnTo>
                  <a:cubicBezTo>
                    <a:pt x="4273" y="3250"/>
                    <a:pt x="4595" y="3572"/>
                    <a:pt x="4988" y="3572"/>
                  </a:cubicBezTo>
                  <a:cubicBezTo>
                    <a:pt x="5387" y="3572"/>
                    <a:pt x="5704" y="3250"/>
                    <a:pt x="5704" y="2856"/>
                  </a:cubicBezTo>
                  <a:lnTo>
                    <a:pt x="5704" y="2501"/>
                  </a:lnTo>
                  <a:cubicBezTo>
                    <a:pt x="5800" y="2544"/>
                    <a:pt x="5900" y="2564"/>
                    <a:pt x="5997" y="2564"/>
                  </a:cubicBezTo>
                  <a:cubicBezTo>
                    <a:pt x="6376" y="2564"/>
                    <a:pt x="6717" y="2261"/>
                    <a:pt x="6721" y="1848"/>
                  </a:cubicBezTo>
                  <a:lnTo>
                    <a:pt x="6721" y="413"/>
                  </a:lnTo>
                  <a:lnTo>
                    <a:pt x="6928" y="413"/>
                  </a:lnTo>
                  <a:cubicBezTo>
                    <a:pt x="7096" y="413"/>
                    <a:pt x="7230" y="552"/>
                    <a:pt x="7230" y="720"/>
                  </a:cubicBezTo>
                  <a:lnTo>
                    <a:pt x="7230" y="3788"/>
                  </a:lnTo>
                  <a:lnTo>
                    <a:pt x="5497" y="3788"/>
                  </a:lnTo>
                  <a:cubicBezTo>
                    <a:pt x="5219" y="3788"/>
                    <a:pt x="5219" y="4200"/>
                    <a:pt x="5497" y="4200"/>
                  </a:cubicBezTo>
                  <a:lnTo>
                    <a:pt x="7504" y="4200"/>
                  </a:lnTo>
                  <a:cubicBezTo>
                    <a:pt x="7509" y="4200"/>
                    <a:pt x="7515" y="4200"/>
                    <a:pt x="7521" y="4200"/>
                  </a:cubicBezTo>
                  <a:cubicBezTo>
                    <a:pt x="7830" y="4200"/>
                    <a:pt x="8084" y="4451"/>
                    <a:pt x="8084" y="4762"/>
                  </a:cubicBezTo>
                  <a:cubicBezTo>
                    <a:pt x="8084" y="5070"/>
                    <a:pt x="7834" y="5324"/>
                    <a:pt x="7529" y="5324"/>
                  </a:cubicBezTo>
                  <a:cubicBezTo>
                    <a:pt x="7520" y="5324"/>
                    <a:pt x="7512" y="5324"/>
                    <a:pt x="7504" y="5324"/>
                  </a:cubicBezTo>
                  <a:lnTo>
                    <a:pt x="1009" y="5324"/>
                  </a:lnTo>
                  <a:cubicBezTo>
                    <a:pt x="1000" y="5324"/>
                    <a:pt x="992" y="5324"/>
                    <a:pt x="984" y="5324"/>
                  </a:cubicBezTo>
                  <a:cubicBezTo>
                    <a:pt x="678" y="5324"/>
                    <a:pt x="428" y="5070"/>
                    <a:pt x="428" y="4762"/>
                  </a:cubicBezTo>
                  <a:cubicBezTo>
                    <a:pt x="428" y="4451"/>
                    <a:pt x="682" y="4200"/>
                    <a:pt x="992" y="4200"/>
                  </a:cubicBezTo>
                  <a:cubicBezTo>
                    <a:pt x="997" y="4200"/>
                    <a:pt x="1003" y="4200"/>
                    <a:pt x="1009" y="4200"/>
                  </a:cubicBezTo>
                  <a:lnTo>
                    <a:pt x="4667" y="4200"/>
                  </a:lnTo>
                  <a:cubicBezTo>
                    <a:pt x="4945" y="4200"/>
                    <a:pt x="4945" y="3788"/>
                    <a:pt x="4667" y="3788"/>
                  </a:cubicBezTo>
                  <a:lnTo>
                    <a:pt x="1282" y="3788"/>
                  </a:lnTo>
                  <a:lnTo>
                    <a:pt x="1282" y="2314"/>
                  </a:lnTo>
                  <a:cubicBezTo>
                    <a:pt x="1282" y="2175"/>
                    <a:pt x="1178" y="2105"/>
                    <a:pt x="1074" y="2105"/>
                  </a:cubicBezTo>
                  <a:cubicBezTo>
                    <a:pt x="969" y="2105"/>
                    <a:pt x="865" y="2175"/>
                    <a:pt x="865" y="2314"/>
                  </a:cubicBezTo>
                  <a:lnTo>
                    <a:pt x="865" y="3797"/>
                  </a:lnTo>
                  <a:cubicBezTo>
                    <a:pt x="361" y="3874"/>
                    <a:pt x="1" y="4325"/>
                    <a:pt x="34" y="4834"/>
                  </a:cubicBezTo>
                  <a:cubicBezTo>
                    <a:pt x="73" y="5343"/>
                    <a:pt x="500" y="5741"/>
                    <a:pt x="1009" y="5741"/>
                  </a:cubicBezTo>
                  <a:lnTo>
                    <a:pt x="1407" y="5741"/>
                  </a:lnTo>
                  <a:lnTo>
                    <a:pt x="1407" y="6821"/>
                  </a:lnTo>
                  <a:cubicBezTo>
                    <a:pt x="1407" y="7580"/>
                    <a:pt x="2022" y="8194"/>
                    <a:pt x="2780" y="8194"/>
                  </a:cubicBezTo>
                  <a:lnTo>
                    <a:pt x="2967" y="8194"/>
                  </a:lnTo>
                  <a:lnTo>
                    <a:pt x="2967" y="12649"/>
                  </a:lnTo>
                  <a:cubicBezTo>
                    <a:pt x="2987" y="13345"/>
                    <a:pt x="3558" y="13902"/>
                    <a:pt x="4254" y="13902"/>
                  </a:cubicBezTo>
                  <a:cubicBezTo>
                    <a:pt x="4955" y="13902"/>
                    <a:pt x="5526" y="13345"/>
                    <a:pt x="5545" y="12649"/>
                  </a:cubicBezTo>
                  <a:lnTo>
                    <a:pt x="5545" y="10902"/>
                  </a:lnTo>
                  <a:cubicBezTo>
                    <a:pt x="5545" y="10765"/>
                    <a:pt x="5441" y="10696"/>
                    <a:pt x="5336" y="10696"/>
                  </a:cubicBezTo>
                  <a:cubicBezTo>
                    <a:pt x="5232" y="10696"/>
                    <a:pt x="5127" y="10765"/>
                    <a:pt x="5127" y="10902"/>
                  </a:cubicBezTo>
                  <a:lnTo>
                    <a:pt x="5127" y="12649"/>
                  </a:lnTo>
                  <a:cubicBezTo>
                    <a:pt x="5127" y="13134"/>
                    <a:pt x="4739" y="13522"/>
                    <a:pt x="4254" y="13522"/>
                  </a:cubicBezTo>
                  <a:cubicBezTo>
                    <a:pt x="3774" y="13522"/>
                    <a:pt x="3380" y="13134"/>
                    <a:pt x="3380" y="12649"/>
                  </a:cubicBezTo>
                  <a:lnTo>
                    <a:pt x="3380" y="8199"/>
                  </a:lnTo>
                  <a:lnTo>
                    <a:pt x="5127" y="8199"/>
                  </a:lnTo>
                  <a:lnTo>
                    <a:pt x="5127" y="10076"/>
                  </a:lnTo>
                  <a:cubicBezTo>
                    <a:pt x="5127" y="10213"/>
                    <a:pt x="5232" y="10281"/>
                    <a:pt x="5336" y="10281"/>
                  </a:cubicBezTo>
                  <a:cubicBezTo>
                    <a:pt x="5441" y="10281"/>
                    <a:pt x="5545" y="10213"/>
                    <a:pt x="5545" y="10076"/>
                  </a:cubicBezTo>
                  <a:lnTo>
                    <a:pt x="5545" y="8199"/>
                  </a:lnTo>
                  <a:lnTo>
                    <a:pt x="5732" y="8199"/>
                  </a:lnTo>
                  <a:cubicBezTo>
                    <a:pt x="6491" y="8199"/>
                    <a:pt x="7105" y="7585"/>
                    <a:pt x="7105" y="6826"/>
                  </a:cubicBezTo>
                  <a:lnTo>
                    <a:pt x="7105" y="5746"/>
                  </a:lnTo>
                  <a:lnTo>
                    <a:pt x="7504" y="5746"/>
                  </a:lnTo>
                  <a:cubicBezTo>
                    <a:pt x="7507" y="5746"/>
                    <a:pt x="7510" y="5746"/>
                    <a:pt x="7513" y="5746"/>
                  </a:cubicBezTo>
                  <a:cubicBezTo>
                    <a:pt x="8027" y="5746"/>
                    <a:pt x="8454" y="5349"/>
                    <a:pt x="8492" y="4839"/>
                  </a:cubicBezTo>
                  <a:cubicBezTo>
                    <a:pt x="8531" y="4320"/>
                    <a:pt x="8161" y="3864"/>
                    <a:pt x="7648" y="3797"/>
                  </a:cubicBezTo>
                  <a:lnTo>
                    <a:pt x="7648" y="720"/>
                  </a:lnTo>
                  <a:cubicBezTo>
                    <a:pt x="7648" y="322"/>
                    <a:pt x="7321" y="0"/>
                    <a:pt x="69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89"/>
            <p:cNvSpPr/>
            <p:nvPr/>
          </p:nvSpPr>
          <p:spPr>
            <a:xfrm>
              <a:off x="3249301" y="2733166"/>
              <a:ext cx="38544" cy="33356"/>
            </a:xfrm>
            <a:custGeom>
              <a:rect b="b" l="l" r="r" t="t"/>
              <a:pathLst>
                <a:path extrusionOk="0" h="1273" w="1471">
                  <a:moveTo>
                    <a:pt x="736" y="1"/>
                  </a:moveTo>
                  <a:cubicBezTo>
                    <a:pt x="501" y="1"/>
                    <a:pt x="445" y="364"/>
                    <a:pt x="702" y="418"/>
                  </a:cubicBezTo>
                  <a:cubicBezTo>
                    <a:pt x="966" y="466"/>
                    <a:pt x="928" y="855"/>
                    <a:pt x="659" y="855"/>
                  </a:cubicBezTo>
                  <a:cubicBezTo>
                    <a:pt x="553" y="855"/>
                    <a:pt x="457" y="778"/>
                    <a:pt x="443" y="673"/>
                  </a:cubicBezTo>
                  <a:cubicBezTo>
                    <a:pt x="424" y="551"/>
                    <a:pt x="332" y="496"/>
                    <a:pt x="240" y="496"/>
                  </a:cubicBezTo>
                  <a:cubicBezTo>
                    <a:pt x="121" y="496"/>
                    <a:pt x="0" y="586"/>
                    <a:pt x="30" y="740"/>
                  </a:cubicBezTo>
                  <a:cubicBezTo>
                    <a:pt x="86" y="1072"/>
                    <a:pt x="369" y="1273"/>
                    <a:pt x="662" y="1273"/>
                  </a:cubicBezTo>
                  <a:cubicBezTo>
                    <a:pt x="818" y="1273"/>
                    <a:pt x="977" y="1216"/>
                    <a:pt x="1105" y="1090"/>
                  </a:cubicBezTo>
                  <a:cubicBezTo>
                    <a:pt x="1470" y="730"/>
                    <a:pt x="1288" y="106"/>
                    <a:pt x="784" y="6"/>
                  </a:cubicBezTo>
                  <a:cubicBezTo>
                    <a:pt x="767" y="2"/>
                    <a:pt x="751" y="1"/>
                    <a:pt x="7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6" name="Google Shape;19326;p89"/>
          <p:cNvGrpSpPr/>
          <p:nvPr/>
        </p:nvGrpSpPr>
        <p:grpSpPr>
          <a:xfrm>
            <a:off x="3967643" y="3839881"/>
            <a:ext cx="365551" cy="297503"/>
            <a:chOff x="3967643" y="3839881"/>
            <a:chExt cx="365551" cy="297503"/>
          </a:xfrm>
        </p:grpSpPr>
        <p:sp>
          <p:nvSpPr>
            <p:cNvPr id="19327" name="Google Shape;19327;p89"/>
            <p:cNvSpPr/>
            <p:nvPr/>
          </p:nvSpPr>
          <p:spPr>
            <a:xfrm>
              <a:off x="3973172" y="3871219"/>
              <a:ext cx="354598" cy="260767"/>
            </a:xfrm>
            <a:custGeom>
              <a:rect b="b" l="l" r="r" t="t"/>
              <a:pathLst>
                <a:path extrusionOk="0" h="9952" w="13533">
                  <a:moveTo>
                    <a:pt x="1143" y="0"/>
                  </a:moveTo>
                  <a:cubicBezTo>
                    <a:pt x="1038" y="0"/>
                    <a:pt x="932" y="15"/>
                    <a:pt x="831" y="43"/>
                  </a:cubicBezTo>
                  <a:lnTo>
                    <a:pt x="788" y="58"/>
                  </a:lnTo>
                  <a:cubicBezTo>
                    <a:pt x="318" y="211"/>
                    <a:pt x="1" y="648"/>
                    <a:pt x="1" y="1143"/>
                  </a:cubicBezTo>
                  <a:lnTo>
                    <a:pt x="1" y="8804"/>
                  </a:lnTo>
                  <a:cubicBezTo>
                    <a:pt x="1" y="9437"/>
                    <a:pt x="514" y="9951"/>
                    <a:pt x="1148" y="9951"/>
                  </a:cubicBezTo>
                  <a:lnTo>
                    <a:pt x="12385" y="9951"/>
                  </a:lnTo>
                  <a:cubicBezTo>
                    <a:pt x="13019" y="9951"/>
                    <a:pt x="13533" y="9437"/>
                    <a:pt x="13533" y="8804"/>
                  </a:cubicBezTo>
                  <a:lnTo>
                    <a:pt x="13533" y="1143"/>
                  </a:lnTo>
                  <a:cubicBezTo>
                    <a:pt x="13533" y="514"/>
                    <a:pt x="13019" y="0"/>
                    <a:pt x="12385"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89"/>
            <p:cNvSpPr/>
            <p:nvPr/>
          </p:nvSpPr>
          <p:spPr>
            <a:xfrm>
              <a:off x="3993426" y="3871088"/>
              <a:ext cx="337383" cy="237735"/>
            </a:xfrm>
            <a:custGeom>
              <a:rect b="b" l="l" r="r" t="t"/>
              <a:pathLst>
                <a:path extrusionOk="0" h="9073" w="12876">
                  <a:moveTo>
                    <a:pt x="370" y="0"/>
                  </a:moveTo>
                  <a:cubicBezTo>
                    <a:pt x="265" y="0"/>
                    <a:pt x="159" y="15"/>
                    <a:pt x="53" y="44"/>
                  </a:cubicBezTo>
                  <a:lnTo>
                    <a:pt x="15" y="58"/>
                  </a:lnTo>
                  <a:cubicBezTo>
                    <a:pt x="5" y="116"/>
                    <a:pt x="1" y="178"/>
                    <a:pt x="1" y="240"/>
                  </a:cubicBezTo>
                  <a:lnTo>
                    <a:pt x="1" y="7897"/>
                  </a:lnTo>
                  <a:cubicBezTo>
                    <a:pt x="1" y="8530"/>
                    <a:pt x="514" y="9044"/>
                    <a:pt x="1143" y="9044"/>
                  </a:cubicBezTo>
                  <a:lnTo>
                    <a:pt x="12385" y="9044"/>
                  </a:lnTo>
                  <a:cubicBezTo>
                    <a:pt x="12427" y="9064"/>
                    <a:pt x="12470" y="9073"/>
                    <a:pt x="12510" y="9073"/>
                  </a:cubicBezTo>
                  <a:cubicBezTo>
                    <a:pt x="12715" y="9073"/>
                    <a:pt x="12876" y="8846"/>
                    <a:pt x="12760" y="8646"/>
                  </a:cubicBezTo>
                  <a:lnTo>
                    <a:pt x="12760" y="1148"/>
                  </a:lnTo>
                  <a:cubicBezTo>
                    <a:pt x="12760" y="514"/>
                    <a:pt x="12246" y="0"/>
                    <a:pt x="1161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89"/>
            <p:cNvSpPr/>
            <p:nvPr/>
          </p:nvSpPr>
          <p:spPr>
            <a:xfrm>
              <a:off x="4043604" y="3844912"/>
              <a:ext cx="20412" cy="51357"/>
            </a:xfrm>
            <a:custGeom>
              <a:rect b="b" l="l" r="r" t="t"/>
              <a:pathLst>
                <a:path extrusionOk="0" h="1960" w="779">
                  <a:moveTo>
                    <a:pt x="390" y="1"/>
                  </a:moveTo>
                  <a:cubicBezTo>
                    <a:pt x="174" y="1"/>
                    <a:pt x="1" y="174"/>
                    <a:pt x="1" y="385"/>
                  </a:cubicBezTo>
                  <a:lnTo>
                    <a:pt x="1" y="1575"/>
                  </a:lnTo>
                  <a:cubicBezTo>
                    <a:pt x="1" y="1787"/>
                    <a:pt x="174" y="1959"/>
                    <a:pt x="390" y="1959"/>
                  </a:cubicBezTo>
                  <a:cubicBezTo>
                    <a:pt x="601" y="1959"/>
                    <a:pt x="778" y="1787"/>
                    <a:pt x="778" y="1575"/>
                  </a:cubicBezTo>
                  <a:lnTo>
                    <a:pt x="778" y="385"/>
                  </a:lnTo>
                  <a:cubicBezTo>
                    <a:pt x="778" y="174"/>
                    <a:pt x="601" y="1"/>
                    <a:pt x="39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89"/>
            <p:cNvSpPr/>
            <p:nvPr/>
          </p:nvSpPr>
          <p:spPr>
            <a:xfrm>
              <a:off x="4108010" y="3844912"/>
              <a:ext cx="20412" cy="51357"/>
            </a:xfrm>
            <a:custGeom>
              <a:rect b="b" l="l" r="r" t="t"/>
              <a:pathLst>
                <a:path extrusionOk="0" h="1960" w="779">
                  <a:moveTo>
                    <a:pt x="389" y="1"/>
                  </a:moveTo>
                  <a:cubicBezTo>
                    <a:pt x="173" y="1"/>
                    <a:pt x="1" y="174"/>
                    <a:pt x="1" y="385"/>
                  </a:cubicBezTo>
                  <a:lnTo>
                    <a:pt x="1" y="1575"/>
                  </a:lnTo>
                  <a:cubicBezTo>
                    <a:pt x="1" y="1787"/>
                    <a:pt x="173" y="1959"/>
                    <a:pt x="389" y="1959"/>
                  </a:cubicBezTo>
                  <a:cubicBezTo>
                    <a:pt x="601" y="1959"/>
                    <a:pt x="778" y="1787"/>
                    <a:pt x="778" y="1575"/>
                  </a:cubicBezTo>
                  <a:lnTo>
                    <a:pt x="778" y="385"/>
                  </a:lnTo>
                  <a:cubicBezTo>
                    <a:pt x="778" y="174"/>
                    <a:pt x="601" y="1"/>
                    <a:pt x="38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89"/>
            <p:cNvSpPr/>
            <p:nvPr/>
          </p:nvSpPr>
          <p:spPr>
            <a:xfrm>
              <a:off x="4172546" y="3844912"/>
              <a:ext cx="20255" cy="51357"/>
            </a:xfrm>
            <a:custGeom>
              <a:rect b="b" l="l" r="r" t="t"/>
              <a:pathLst>
                <a:path extrusionOk="0" h="1960" w="773">
                  <a:moveTo>
                    <a:pt x="384" y="1"/>
                  </a:moveTo>
                  <a:cubicBezTo>
                    <a:pt x="173" y="1"/>
                    <a:pt x="0" y="174"/>
                    <a:pt x="0" y="385"/>
                  </a:cubicBezTo>
                  <a:lnTo>
                    <a:pt x="0" y="1575"/>
                  </a:lnTo>
                  <a:cubicBezTo>
                    <a:pt x="0" y="1787"/>
                    <a:pt x="173" y="1959"/>
                    <a:pt x="384" y="1959"/>
                  </a:cubicBezTo>
                  <a:cubicBezTo>
                    <a:pt x="600" y="1959"/>
                    <a:pt x="773" y="1787"/>
                    <a:pt x="773" y="1575"/>
                  </a:cubicBezTo>
                  <a:lnTo>
                    <a:pt x="773" y="385"/>
                  </a:lnTo>
                  <a:cubicBezTo>
                    <a:pt x="773" y="174"/>
                    <a:pt x="600" y="1"/>
                    <a:pt x="3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89"/>
            <p:cNvSpPr/>
            <p:nvPr/>
          </p:nvSpPr>
          <p:spPr>
            <a:xfrm>
              <a:off x="4236926" y="3844912"/>
              <a:ext cx="20281" cy="51357"/>
            </a:xfrm>
            <a:custGeom>
              <a:rect b="b" l="l" r="r" t="t"/>
              <a:pathLst>
                <a:path extrusionOk="0" h="1960" w="774">
                  <a:moveTo>
                    <a:pt x="385" y="1"/>
                  </a:moveTo>
                  <a:cubicBezTo>
                    <a:pt x="174" y="1"/>
                    <a:pt x="1" y="174"/>
                    <a:pt x="1" y="385"/>
                  </a:cubicBezTo>
                  <a:lnTo>
                    <a:pt x="1" y="1575"/>
                  </a:lnTo>
                  <a:cubicBezTo>
                    <a:pt x="1" y="1787"/>
                    <a:pt x="174" y="1959"/>
                    <a:pt x="385" y="1959"/>
                  </a:cubicBezTo>
                  <a:cubicBezTo>
                    <a:pt x="601" y="1959"/>
                    <a:pt x="774" y="1787"/>
                    <a:pt x="774" y="1575"/>
                  </a:cubicBezTo>
                  <a:lnTo>
                    <a:pt x="774" y="385"/>
                  </a:lnTo>
                  <a:cubicBezTo>
                    <a:pt x="774" y="174"/>
                    <a:pt x="601" y="1"/>
                    <a:pt x="38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89"/>
            <p:cNvSpPr/>
            <p:nvPr/>
          </p:nvSpPr>
          <p:spPr>
            <a:xfrm>
              <a:off x="4043604" y="3844912"/>
              <a:ext cx="20412" cy="28587"/>
            </a:xfrm>
            <a:custGeom>
              <a:rect b="b" l="l" r="r" t="t"/>
              <a:pathLst>
                <a:path extrusionOk="0" h="1091" w="779">
                  <a:moveTo>
                    <a:pt x="390" y="1"/>
                  </a:moveTo>
                  <a:cubicBezTo>
                    <a:pt x="174" y="1"/>
                    <a:pt x="1" y="174"/>
                    <a:pt x="1" y="385"/>
                  </a:cubicBezTo>
                  <a:lnTo>
                    <a:pt x="1" y="707"/>
                  </a:lnTo>
                  <a:cubicBezTo>
                    <a:pt x="1" y="918"/>
                    <a:pt x="174" y="1091"/>
                    <a:pt x="390" y="1091"/>
                  </a:cubicBezTo>
                  <a:cubicBezTo>
                    <a:pt x="601" y="1091"/>
                    <a:pt x="778" y="918"/>
                    <a:pt x="778" y="707"/>
                  </a:cubicBezTo>
                  <a:lnTo>
                    <a:pt x="778" y="385"/>
                  </a:lnTo>
                  <a:cubicBezTo>
                    <a:pt x="778" y="174"/>
                    <a:pt x="601" y="1"/>
                    <a:pt x="390"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89"/>
            <p:cNvSpPr/>
            <p:nvPr/>
          </p:nvSpPr>
          <p:spPr>
            <a:xfrm>
              <a:off x="4108010" y="3844912"/>
              <a:ext cx="20412" cy="28587"/>
            </a:xfrm>
            <a:custGeom>
              <a:rect b="b" l="l" r="r" t="t"/>
              <a:pathLst>
                <a:path extrusionOk="0" h="1091" w="779">
                  <a:moveTo>
                    <a:pt x="389" y="1"/>
                  </a:moveTo>
                  <a:cubicBezTo>
                    <a:pt x="173" y="1"/>
                    <a:pt x="1" y="174"/>
                    <a:pt x="1" y="385"/>
                  </a:cubicBezTo>
                  <a:lnTo>
                    <a:pt x="1" y="707"/>
                  </a:lnTo>
                  <a:cubicBezTo>
                    <a:pt x="1" y="918"/>
                    <a:pt x="173" y="1091"/>
                    <a:pt x="389" y="1091"/>
                  </a:cubicBezTo>
                  <a:cubicBezTo>
                    <a:pt x="601" y="1091"/>
                    <a:pt x="778" y="918"/>
                    <a:pt x="778" y="707"/>
                  </a:cubicBezTo>
                  <a:lnTo>
                    <a:pt x="778" y="385"/>
                  </a:lnTo>
                  <a:cubicBezTo>
                    <a:pt x="778" y="174"/>
                    <a:pt x="601" y="1"/>
                    <a:pt x="3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89"/>
            <p:cNvSpPr/>
            <p:nvPr/>
          </p:nvSpPr>
          <p:spPr>
            <a:xfrm>
              <a:off x="4172546" y="3844912"/>
              <a:ext cx="20255" cy="28587"/>
            </a:xfrm>
            <a:custGeom>
              <a:rect b="b" l="l" r="r" t="t"/>
              <a:pathLst>
                <a:path extrusionOk="0" h="1091" w="773">
                  <a:moveTo>
                    <a:pt x="384" y="1"/>
                  </a:moveTo>
                  <a:cubicBezTo>
                    <a:pt x="173" y="1"/>
                    <a:pt x="0" y="174"/>
                    <a:pt x="0" y="385"/>
                  </a:cubicBezTo>
                  <a:lnTo>
                    <a:pt x="0" y="707"/>
                  </a:lnTo>
                  <a:cubicBezTo>
                    <a:pt x="0" y="918"/>
                    <a:pt x="173" y="1091"/>
                    <a:pt x="384" y="1091"/>
                  </a:cubicBezTo>
                  <a:cubicBezTo>
                    <a:pt x="600" y="1091"/>
                    <a:pt x="773" y="918"/>
                    <a:pt x="773" y="707"/>
                  </a:cubicBezTo>
                  <a:lnTo>
                    <a:pt x="773" y="385"/>
                  </a:lnTo>
                  <a:cubicBezTo>
                    <a:pt x="773" y="174"/>
                    <a:pt x="600" y="1"/>
                    <a:pt x="38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89"/>
            <p:cNvSpPr/>
            <p:nvPr/>
          </p:nvSpPr>
          <p:spPr>
            <a:xfrm>
              <a:off x="4236926" y="3844912"/>
              <a:ext cx="20281" cy="28587"/>
            </a:xfrm>
            <a:custGeom>
              <a:rect b="b" l="l" r="r" t="t"/>
              <a:pathLst>
                <a:path extrusionOk="0" h="1091" w="774">
                  <a:moveTo>
                    <a:pt x="385" y="1"/>
                  </a:moveTo>
                  <a:cubicBezTo>
                    <a:pt x="174" y="1"/>
                    <a:pt x="1" y="174"/>
                    <a:pt x="1" y="385"/>
                  </a:cubicBezTo>
                  <a:lnTo>
                    <a:pt x="1" y="707"/>
                  </a:lnTo>
                  <a:cubicBezTo>
                    <a:pt x="1" y="918"/>
                    <a:pt x="174" y="1091"/>
                    <a:pt x="385" y="1091"/>
                  </a:cubicBezTo>
                  <a:cubicBezTo>
                    <a:pt x="601" y="1091"/>
                    <a:pt x="774" y="918"/>
                    <a:pt x="774" y="707"/>
                  </a:cubicBezTo>
                  <a:lnTo>
                    <a:pt x="774" y="385"/>
                  </a:lnTo>
                  <a:cubicBezTo>
                    <a:pt x="774" y="174"/>
                    <a:pt x="601" y="1"/>
                    <a:pt x="38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89"/>
            <p:cNvSpPr/>
            <p:nvPr/>
          </p:nvSpPr>
          <p:spPr>
            <a:xfrm>
              <a:off x="4168590" y="3935651"/>
              <a:ext cx="142070" cy="138952"/>
            </a:xfrm>
            <a:custGeom>
              <a:rect b="b" l="l" r="r" t="t"/>
              <a:pathLst>
                <a:path extrusionOk="0" h="5303" w="5422">
                  <a:moveTo>
                    <a:pt x="4338" y="1"/>
                  </a:moveTo>
                  <a:cubicBezTo>
                    <a:pt x="4086" y="1"/>
                    <a:pt x="3834" y="97"/>
                    <a:pt x="3641" y="287"/>
                  </a:cubicBezTo>
                  <a:lnTo>
                    <a:pt x="3627" y="297"/>
                  </a:lnTo>
                  <a:lnTo>
                    <a:pt x="3002" y="925"/>
                  </a:lnTo>
                  <a:lnTo>
                    <a:pt x="727" y="3201"/>
                  </a:lnTo>
                  <a:cubicBezTo>
                    <a:pt x="631" y="3297"/>
                    <a:pt x="559" y="3412"/>
                    <a:pt x="521" y="3542"/>
                  </a:cubicBezTo>
                  <a:lnTo>
                    <a:pt x="233" y="4478"/>
                  </a:lnTo>
                  <a:lnTo>
                    <a:pt x="22" y="5159"/>
                  </a:lnTo>
                  <a:cubicBezTo>
                    <a:pt x="1" y="5235"/>
                    <a:pt x="57" y="5303"/>
                    <a:pt x="125" y="5303"/>
                  </a:cubicBezTo>
                  <a:cubicBezTo>
                    <a:pt x="135" y="5303"/>
                    <a:pt x="146" y="5301"/>
                    <a:pt x="156" y="5298"/>
                  </a:cubicBezTo>
                  <a:lnTo>
                    <a:pt x="842" y="5087"/>
                  </a:lnTo>
                  <a:lnTo>
                    <a:pt x="1774" y="4799"/>
                  </a:lnTo>
                  <a:cubicBezTo>
                    <a:pt x="1841" y="4775"/>
                    <a:pt x="1908" y="4746"/>
                    <a:pt x="1970" y="4708"/>
                  </a:cubicBezTo>
                  <a:cubicBezTo>
                    <a:pt x="2023" y="4674"/>
                    <a:pt x="2071" y="4636"/>
                    <a:pt x="2119" y="4588"/>
                  </a:cubicBezTo>
                  <a:lnTo>
                    <a:pt x="4395" y="2313"/>
                  </a:lnTo>
                  <a:lnTo>
                    <a:pt x="5033" y="1674"/>
                  </a:lnTo>
                  <a:lnTo>
                    <a:pt x="5033" y="1679"/>
                  </a:lnTo>
                  <a:cubicBezTo>
                    <a:pt x="5422" y="1285"/>
                    <a:pt x="5417" y="657"/>
                    <a:pt x="5019" y="273"/>
                  </a:cubicBezTo>
                  <a:cubicBezTo>
                    <a:pt x="4827" y="91"/>
                    <a:pt x="4583" y="1"/>
                    <a:pt x="4338"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89"/>
            <p:cNvSpPr/>
            <p:nvPr/>
          </p:nvSpPr>
          <p:spPr>
            <a:xfrm>
              <a:off x="4168590" y="4052829"/>
              <a:ext cx="22089" cy="21669"/>
            </a:xfrm>
            <a:custGeom>
              <a:rect b="b" l="l" r="r" t="t"/>
              <a:pathLst>
                <a:path extrusionOk="0" h="827" w="843">
                  <a:moveTo>
                    <a:pt x="233" y="1"/>
                  </a:moveTo>
                  <a:lnTo>
                    <a:pt x="22" y="687"/>
                  </a:lnTo>
                  <a:cubicBezTo>
                    <a:pt x="1" y="758"/>
                    <a:pt x="56" y="826"/>
                    <a:pt x="125" y="826"/>
                  </a:cubicBezTo>
                  <a:cubicBezTo>
                    <a:pt x="135" y="826"/>
                    <a:pt x="146" y="825"/>
                    <a:pt x="156" y="822"/>
                  </a:cubicBezTo>
                  <a:lnTo>
                    <a:pt x="842" y="610"/>
                  </a:lnTo>
                  <a:cubicBezTo>
                    <a:pt x="818" y="284"/>
                    <a:pt x="559" y="25"/>
                    <a:pt x="23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89"/>
            <p:cNvSpPr/>
            <p:nvPr/>
          </p:nvSpPr>
          <p:spPr>
            <a:xfrm>
              <a:off x="4184495" y="3959758"/>
              <a:ext cx="99255" cy="99255"/>
            </a:xfrm>
            <a:custGeom>
              <a:rect b="b" l="l" r="r" t="t"/>
              <a:pathLst>
                <a:path extrusionOk="0" h="3788" w="3788">
                  <a:moveTo>
                    <a:pt x="2395" y="1"/>
                  </a:moveTo>
                  <a:lnTo>
                    <a:pt x="120" y="2276"/>
                  </a:lnTo>
                  <a:cubicBezTo>
                    <a:pt x="72" y="2324"/>
                    <a:pt x="34" y="2372"/>
                    <a:pt x="0" y="2425"/>
                  </a:cubicBezTo>
                  <a:lnTo>
                    <a:pt x="653" y="3082"/>
                  </a:lnTo>
                  <a:lnTo>
                    <a:pt x="1349" y="3774"/>
                  </a:lnTo>
                  <a:lnTo>
                    <a:pt x="1363" y="3788"/>
                  </a:lnTo>
                  <a:cubicBezTo>
                    <a:pt x="1416" y="3754"/>
                    <a:pt x="1464" y="3716"/>
                    <a:pt x="1512" y="3668"/>
                  </a:cubicBezTo>
                  <a:lnTo>
                    <a:pt x="3788" y="1393"/>
                  </a:lnTo>
                  <a:lnTo>
                    <a:pt x="2395"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89"/>
            <p:cNvSpPr/>
            <p:nvPr/>
          </p:nvSpPr>
          <p:spPr>
            <a:xfrm>
              <a:off x="4263967" y="3935573"/>
              <a:ext cx="46693" cy="43968"/>
            </a:xfrm>
            <a:custGeom>
              <a:rect b="b" l="l" r="r" t="t"/>
              <a:pathLst>
                <a:path extrusionOk="0" h="1678" w="1782">
                  <a:moveTo>
                    <a:pt x="696" y="1"/>
                  </a:moveTo>
                  <a:cubicBezTo>
                    <a:pt x="444" y="1"/>
                    <a:pt x="193" y="96"/>
                    <a:pt x="1" y="285"/>
                  </a:cubicBezTo>
                  <a:lnTo>
                    <a:pt x="1393" y="1677"/>
                  </a:lnTo>
                  <a:cubicBezTo>
                    <a:pt x="1782" y="1288"/>
                    <a:pt x="1777" y="655"/>
                    <a:pt x="1379" y="271"/>
                  </a:cubicBezTo>
                  <a:cubicBezTo>
                    <a:pt x="1187" y="91"/>
                    <a:pt x="941" y="1"/>
                    <a:pt x="69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89"/>
            <p:cNvSpPr/>
            <p:nvPr/>
          </p:nvSpPr>
          <p:spPr>
            <a:xfrm>
              <a:off x="4201579" y="3976868"/>
              <a:ext cx="82171" cy="82145"/>
            </a:xfrm>
            <a:custGeom>
              <a:rect b="b" l="l" r="r" t="t"/>
              <a:pathLst>
                <a:path extrusionOk="0" h="3135" w="3136">
                  <a:moveTo>
                    <a:pt x="2396" y="0"/>
                  </a:moveTo>
                  <a:lnTo>
                    <a:pt x="121" y="2281"/>
                  </a:lnTo>
                  <a:cubicBezTo>
                    <a:pt x="73" y="2324"/>
                    <a:pt x="35" y="2372"/>
                    <a:pt x="1" y="2429"/>
                  </a:cubicBezTo>
                  <a:lnTo>
                    <a:pt x="697" y="3121"/>
                  </a:lnTo>
                  <a:lnTo>
                    <a:pt x="711" y="3135"/>
                  </a:lnTo>
                  <a:cubicBezTo>
                    <a:pt x="764" y="3101"/>
                    <a:pt x="812" y="3063"/>
                    <a:pt x="860" y="3015"/>
                  </a:cubicBezTo>
                  <a:lnTo>
                    <a:pt x="3136" y="740"/>
                  </a:lnTo>
                  <a:lnTo>
                    <a:pt x="2396" y="0"/>
                  </a:ln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89"/>
            <p:cNvSpPr/>
            <p:nvPr/>
          </p:nvSpPr>
          <p:spPr>
            <a:xfrm>
              <a:off x="4263967" y="3935599"/>
              <a:ext cx="46693" cy="43942"/>
            </a:xfrm>
            <a:custGeom>
              <a:rect b="b" l="l" r="r" t="t"/>
              <a:pathLst>
                <a:path extrusionOk="0" h="1677" w="1782">
                  <a:moveTo>
                    <a:pt x="693" y="0"/>
                  </a:moveTo>
                  <a:cubicBezTo>
                    <a:pt x="443" y="0"/>
                    <a:pt x="192" y="95"/>
                    <a:pt x="1" y="284"/>
                  </a:cubicBezTo>
                  <a:lnTo>
                    <a:pt x="654" y="937"/>
                  </a:lnTo>
                  <a:lnTo>
                    <a:pt x="1393" y="1676"/>
                  </a:lnTo>
                  <a:cubicBezTo>
                    <a:pt x="1782" y="1287"/>
                    <a:pt x="1777" y="654"/>
                    <a:pt x="1379" y="275"/>
                  </a:cubicBezTo>
                  <a:cubicBezTo>
                    <a:pt x="1186" y="92"/>
                    <a:pt x="939" y="0"/>
                    <a:pt x="693"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89"/>
            <p:cNvSpPr/>
            <p:nvPr/>
          </p:nvSpPr>
          <p:spPr>
            <a:xfrm>
              <a:off x="4281077" y="3952709"/>
              <a:ext cx="28587" cy="26831"/>
            </a:xfrm>
            <a:custGeom>
              <a:rect b="b" l="l" r="r" t="t"/>
              <a:pathLst>
                <a:path extrusionOk="0" h="1024" w="1091">
                  <a:moveTo>
                    <a:pt x="696" y="1"/>
                  </a:moveTo>
                  <a:cubicBezTo>
                    <a:pt x="440" y="1"/>
                    <a:pt x="189" y="99"/>
                    <a:pt x="1" y="284"/>
                  </a:cubicBezTo>
                  <a:lnTo>
                    <a:pt x="740" y="1023"/>
                  </a:lnTo>
                  <a:cubicBezTo>
                    <a:pt x="994" y="769"/>
                    <a:pt x="1090" y="390"/>
                    <a:pt x="985" y="44"/>
                  </a:cubicBezTo>
                  <a:cubicBezTo>
                    <a:pt x="890" y="15"/>
                    <a:pt x="792" y="1"/>
                    <a:pt x="6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89"/>
            <p:cNvSpPr/>
            <p:nvPr/>
          </p:nvSpPr>
          <p:spPr>
            <a:xfrm>
              <a:off x="4247250" y="3943040"/>
              <a:ext cx="53217" cy="53217"/>
            </a:xfrm>
            <a:custGeom>
              <a:rect b="b" l="l" r="r" t="t"/>
              <a:pathLst>
                <a:path extrusionOk="0" h="2031" w="2031">
                  <a:moveTo>
                    <a:pt x="639" y="0"/>
                  </a:moveTo>
                  <a:lnTo>
                    <a:pt x="625" y="10"/>
                  </a:lnTo>
                  <a:lnTo>
                    <a:pt x="0" y="639"/>
                  </a:lnTo>
                  <a:lnTo>
                    <a:pt x="1393" y="2031"/>
                  </a:lnTo>
                  <a:lnTo>
                    <a:pt x="2031" y="1392"/>
                  </a:lnTo>
                  <a:lnTo>
                    <a:pt x="63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89"/>
            <p:cNvSpPr/>
            <p:nvPr/>
          </p:nvSpPr>
          <p:spPr>
            <a:xfrm>
              <a:off x="4264360" y="3960125"/>
              <a:ext cx="36107" cy="36133"/>
            </a:xfrm>
            <a:custGeom>
              <a:rect b="b" l="l" r="r" t="t"/>
              <a:pathLst>
                <a:path extrusionOk="0" h="1379" w="1378">
                  <a:moveTo>
                    <a:pt x="639" y="1"/>
                  </a:moveTo>
                  <a:lnTo>
                    <a:pt x="629" y="15"/>
                  </a:lnTo>
                  <a:lnTo>
                    <a:pt x="0" y="639"/>
                  </a:lnTo>
                  <a:lnTo>
                    <a:pt x="740" y="1379"/>
                  </a:lnTo>
                  <a:lnTo>
                    <a:pt x="1378" y="740"/>
                  </a:lnTo>
                  <a:lnTo>
                    <a:pt x="639"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89"/>
            <p:cNvSpPr/>
            <p:nvPr/>
          </p:nvSpPr>
          <p:spPr>
            <a:xfrm>
              <a:off x="4264360" y="3960125"/>
              <a:ext cx="36107" cy="36133"/>
            </a:xfrm>
            <a:custGeom>
              <a:rect b="b" l="l" r="r" t="t"/>
              <a:pathLst>
                <a:path extrusionOk="0" h="1379" w="1378">
                  <a:moveTo>
                    <a:pt x="639" y="1"/>
                  </a:moveTo>
                  <a:lnTo>
                    <a:pt x="629" y="15"/>
                  </a:lnTo>
                  <a:lnTo>
                    <a:pt x="0" y="639"/>
                  </a:lnTo>
                  <a:lnTo>
                    <a:pt x="740" y="1379"/>
                  </a:lnTo>
                  <a:lnTo>
                    <a:pt x="1378" y="740"/>
                  </a:lnTo>
                  <a:lnTo>
                    <a:pt x="639"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89"/>
            <p:cNvSpPr/>
            <p:nvPr/>
          </p:nvSpPr>
          <p:spPr>
            <a:xfrm>
              <a:off x="4176555" y="3871141"/>
              <a:ext cx="156639" cy="266244"/>
            </a:xfrm>
            <a:custGeom>
              <a:rect b="b" l="l" r="r" t="t"/>
              <a:pathLst>
                <a:path extrusionOk="0" h="10161" w="5978">
                  <a:moveTo>
                    <a:pt x="5284" y="0"/>
                  </a:moveTo>
                  <a:cubicBezTo>
                    <a:pt x="5108" y="0"/>
                    <a:pt x="4981" y="249"/>
                    <a:pt x="5166" y="382"/>
                  </a:cubicBezTo>
                  <a:cubicBezTo>
                    <a:pt x="5411" y="555"/>
                    <a:pt x="5559" y="843"/>
                    <a:pt x="5559" y="1146"/>
                  </a:cubicBezTo>
                  <a:lnTo>
                    <a:pt x="5559" y="8807"/>
                  </a:lnTo>
                  <a:cubicBezTo>
                    <a:pt x="5559" y="9325"/>
                    <a:pt x="5142" y="9748"/>
                    <a:pt x="4623" y="9748"/>
                  </a:cubicBezTo>
                  <a:lnTo>
                    <a:pt x="274" y="9748"/>
                  </a:lnTo>
                  <a:cubicBezTo>
                    <a:pt x="1" y="9748"/>
                    <a:pt x="1" y="10160"/>
                    <a:pt x="274" y="10160"/>
                  </a:cubicBezTo>
                  <a:lnTo>
                    <a:pt x="4623" y="10160"/>
                  </a:lnTo>
                  <a:cubicBezTo>
                    <a:pt x="5367" y="10160"/>
                    <a:pt x="5972" y="9556"/>
                    <a:pt x="5977" y="8807"/>
                  </a:cubicBezTo>
                  <a:lnTo>
                    <a:pt x="5977" y="1146"/>
                  </a:lnTo>
                  <a:cubicBezTo>
                    <a:pt x="5977" y="709"/>
                    <a:pt x="5761" y="296"/>
                    <a:pt x="5406" y="42"/>
                  </a:cubicBezTo>
                  <a:cubicBezTo>
                    <a:pt x="5365" y="13"/>
                    <a:pt x="5323" y="0"/>
                    <a:pt x="5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89"/>
            <p:cNvSpPr/>
            <p:nvPr/>
          </p:nvSpPr>
          <p:spPr>
            <a:xfrm>
              <a:off x="3967774" y="3940839"/>
              <a:ext cx="201523" cy="196545"/>
            </a:xfrm>
            <a:custGeom>
              <a:rect b="b" l="l" r="r" t="t"/>
              <a:pathLst>
                <a:path extrusionOk="0" h="7501" w="7691">
                  <a:moveTo>
                    <a:pt x="207" y="0"/>
                  </a:moveTo>
                  <a:cubicBezTo>
                    <a:pt x="103" y="0"/>
                    <a:pt x="0" y="70"/>
                    <a:pt x="0" y="209"/>
                  </a:cubicBezTo>
                  <a:lnTo>
                    <a:pt x="0" y="6147"/>
                  </a:lnTo>
                  <a:cubicBezTo>
                    <a:pt x="0" y="6896"/>
                    <a:pt x="605" y="7500"/>
                    <a:pt x="1349" y="7500"/>
                  </a:cubicBezTo>
                  <a:lnTo>
                    <a:pt x="7417" y="7500"/>
                  </a:lnTo>
                  <a:cubicBezTo>
                    <a:pt x="7690" y="7500"/>
                    <a:pt x="7690" y="7088"/>
                    <a:pt x="7417" y="7088"/>
                  </a:cubicBezTo>
                  <a:lnTo>
                    <a:pt x="1354" y="7088"/>
                  </a:lnTo>
                  <a:cubicBezTo>
                    <a:pt x="831" y="7088"/>
                    <a:pt x="413" y="6665"/>
                    <a:pt x="413" y="6147"/>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89"/>
            <p:cNvSpPr/>
            <p:nvPr/>
          </p:nvSpPr>
          <p:spPr>
            <a:xfrm>
              <a:off x="3967643" y="3839881"/>
              <a:ext cx="334082" cy="90084"/>
            </a:xfrm>
            <a:custGeom>
              <a:rect b="b" l="l" r="r" t="t"/>
              <a:pathLst>
                <a:path extrusionOk="0" h="3438" w="12750">
                  <a:moveTo>
                    <a:pt x="3281" y="397"/>
                  </a:moveTo>
                  <a:cubicBezTo>
                    <a:pt x="3371" y="397"/>
                    <a:pt x="3461" y="457"/>
                    <a:pt x="3461" y="577"/>
                  </a:cubicBezTo>
                  <a:lnTo>
                    <a:pt x="3461" y="1767"/>
                  </a:lnTo>
                  <a:cubicBezTo>
                    <a:pt x="3461" y="1885"/>
                    <a:pt x="3371" y="1944"/>
                    <a:pt x="3281" y="1944"/>
                  </a:cubicBezTo>
                  <a:cubicBezTo>
                    <a:pt x="3191" y="1944"/>
                    <a:pt x="3101" y="1885"/>
                    <a:pt x="3101" y="1767"/>
                  </a:cubicBezTo>
                  <a:cubicBezTo>
                    <a:pt x="3111" y="1374"/>
                    <a:pt x="3111" y="1043"/>
                    <a:pt x="3111" y="577"/>
                  </a:cubicBezTo>
                  <a:lnTo>
                    <a:pt x="3101" y="577"/>
                  </a:lnTo>
                  <a:cubicBezTo>
                    <a:pt x="3101" y="457"/>
                    <a:pt x="3191" y="397"/>
                    <a:pt x="3281" y="397"/>
                  </a:cubicBezTo>
                  <a:close/>
                  <a:moveTo>
                    <a:pt x="5744" y="397"/>
                  </a:moveTo>
                  <a:cubicBezTo>
                    <a:pt x="5834" y="397"/>
                    <a:pt x="5924" y="457"/>
                    <a:pt x="5924" y="577"/>
                  </a:cubicBezTo>
                  <a:lnTo>
                    <a:pt x="5924" y="1767"/>
                  </a:lnTo>
                  <a:cubicBezTo>
                    <a:pt x="5924" y="1885"/>
                    <a:pt x="5834" y="1944"/>
                    <a:pt x="5744" y="1944"/>
                  </a:cubicBezTo>
                  <a:cubicBezTo>
                    <a:pt x="5654" y="1944"/>
                    <a:pt x="5564" y="1885"/>
                    <a:pt x="5564" y="1767"/>
                  </a:cubicBezTo>
                  <a:lnTo>
                    <a:pt x="5564" y="577"/>
                  </a:lnTo>
                  <a:cubicBezTo>
                    <a:pt x="5564" y="457"/>
                    <a:pt x="5654" y="397"/>
                    <a:pt x="5744" y="397"/>
                  </a:cubicBezTo>
                  <a:close/>
                  <a:moveTo>
                    <a:pt x="8202" y="397"/>
                  </a:moveTo>
                  <a:cubicBezTo>
                    <a:pt x="8292" y="397"/>
                    <a:pt x="8382" y="457"/>
                    <a:pt x="8382" y="577"/>
                  </a:cubicBezTo>
                  <a:lnTo>
                    <a:pt x="8382" y="1767"/>
                  </a:lnTo>
                  <a:cubicBezTo>
                    <a:pt x="8382" y="1885"/>
                    <a:pt x="8292" y="1944"/>
                    <a:pt x="8202" y="1944"/>
                  </a:cubicBezTo>
                  <a:cubicBezTo>
                    <a:pt x="8112" y="1944"/>
                    <a:pt x="8022" y="1885"/>
                    <a:pt x="8022" y="1767"/>
                  </a:cubicBezTo>
                  <a:lnTo>
                    <a:pt x="8022" y="577"/>
                  </a:lnTo>
                  <a:cubicBezTo>
                    <a:pt x="8022" y="457"/>
                    <a:pt x="8112" y="397"/>
                    <a:pt x="8202" y="397"/>
                  </a:cubicBezTo>
                  <a:close/>
                  <a:moveTo>
                    <a:pt x="10664" y="397"/>
                  </a:moveTo>
                  <a:cubicBezTo>
                    <a:pt x="10754" y="397"/>
                    <a:pt x="10844" y="457"/>
                    <a:pt x="10844" y="577"/>
                  </a:cubicBezTo>
                  <a:lnTo>
                    <a:pt x="10844" y="1767"/>
                  </a:lnTo>
                  <a:cubicBezTo>
                    <a:pt x="10844" y="1885"/>
                    <a:pt x="10754" y="1944"/>
                    <a:pt x="10664" y="1944"/>
                  </a:cubicBezTo>
                  <a:cubicBezTo>
                    <a:pt x="10574" y="1944"/>
                    <a:pt x="10484" y="1885"/>
                    <a:pt x="10484" y="1767"/>
                  </a:cubicBezTo>
                  <a:lnTo>
                    <a:pt x="10484" y="1403"/>
                  </a:lnTo>
                  <a:lnTo>
                    <a:pt x="10484" y="577"/>
                  </a:lnTo>
                  <a:cubicBezTo>
                    <a:pt x="10484" y="457"/>
                    <a:pt x="10574" y="397"/>
                    <a:pt x="10664" y="397"/>
                  </a:cubicBezTo>
                  <a:close/>
                  <a:moveTo>
                    <a:pt x="3289" y="1"/>
                  </a:moveTo>
                  <a:cubicBezTo>
                    <a:pt x="2967" y="1"/>
                    <a:pt x="2703" y="255"/>
                    <a:pt x="2693" y="577"/>
                  </a:cubicBezTo>
                  <a:lnTo>
                    <a:pt x="2693" y="985"/>
                  </a:lnTo>
                  <a:lnTo>
                    <a:pt x="1359" y="985"/>
                  </a:lnTo>
                  <a:cubicBezTo>
                    <a:pt x="610" y="985"/>
                    <a:pt x="5" y="1595"/>
                    <a:pt x="5" y="2339"/>
                  </a:cubicBezTo>
                  <a:lnTo>
                    <a:pt x="5" y="3227"/>
                  </a:lnTo>
                  <a:cubicBezTo>
                    <a:pt x="0" y="3342"/>
                    <a:pt x="96" y="3438"/>
                    <a:pt x="212" y="3438"/>
                  </a:cubicBezTo>
                  <a:cubicBezTo>
                    <a:pt x="322" y="3438"/>
                    <a:pt x="418" y="3342"/>
                    <a:pt x="418" y="3232"/>
                  </a:cubicBezTo>
                  <a:lnTo>
                    <a:pt x="418" y="2339"/>
                  </a:lnTo>
                  <a:cubicBezTo>
                    <a:pt x="418" y="1823"/>
                    <a:pt x="831" y="1403"/>
                    <a:pt x="1350" y="1403"/>
                  </a:cubicBezTo>
                  <a:cubicBezTo>
                    <a:pt x="1353" y="1403"/>
                    <a:pt x="1356" y="1403"/>
                    <a:pt x="1359" y="1403"/>
                  </a:cubicBezTo>
                  <a:lnTo>
                    <a:pt x="2698" y="1403"/>
                  </a:lnTo>
                  <a:lnTo>
                    <a:pt x="2698" y="1767"/>
                  </a:lnTo>
                  <a:cubicBezTo>
                    <a:pt x="2708" y="2084"/>
                    <a:pt x="2967" y="2339"/>
                    <a:pt x="3289" y="2339"/>
                  </a:cubicBezTo>
                  <a:cubicBezTo>
                    <a:pt x="3610" y="2339"/>
                    <a:pt x="3874" y="2084"/>
                    <a:pt x="3884" y="1767"/>
                  </a:cubicBezTo>
                  <a:lnTo>
                    <a:pt x="3884" y="1403"/>
                  </a:lnTo>
                  <a:lnTo>
                    <a:pt x="5151" y="1403"/>
                  </a:lnTo>
                  <a:lnTo>
                    <a:pt x="5151" y="1767"/>
                  </a:lnTo>
                  <a:cubicBezTo>
                    <a:pt x="5166" y="2084"/>
                    <a:pt x="5425" y="2339"/>
                    <a:pt x="5746" y="2339"/>
                  </a:cubicBezTo>
                  <a:cubicBezTo>
                    <a:pt x="6068" y="2339"/>
                    <a:pt x="6332" y="2084"/>
                    <a:pt x="6342" y="1767"/>
                  </a:cubicBezTo>
                  <a:lnTo>
                    <a:pt x="6342" y="1403"/>
                  </a:lnTo>
                  <a:lnTo>
                    <a:pt x="7609" y="1403"/>
                  </a:lnTo>
                  <a:lnTo>
                    <a:pt x="7609" y="1767"/>
                  </a:lnTo>
                  <a:cubicBezTo>
                    <a:pt x="7623" y="2084"/>
                    <a:pt x="7883" y="2339"/>
                    <a:pt x="8204" y="2339"/>
                  </a:cubicBezTo>
                  <a:cubicBezTo>
                    <a:pt x="8526" y="2339"/>
                    <a:pt x="8790" y="2084"/>
                    <a:pt x="8799" y="1767"/>
                  </a:cubicBezTo>
                  <a:lnTo>
                    <a:pt x="8799" y="1403"/>
                  </a:lnTo>
                  <a:lnTo>
                    <a:pt x="10067" y="1403"/>
                  </a:lnTo>
                  <a:lnTo>
                    <a:pt x="10067" y="1767"/>
                  </a:lnTo>
                  <a:cubicBezTo>
                    <a:pt x="10081" y="2084"/>
                    <a:pt x="10340" y="2339"/>
                    <a:pt x="10662" y="2339"/>
                  </a:cubicBezTo>
                  <a:cubicBezTo>
                    <a:pt x="10983" y="2339"/>
                    <a:pt x="11248" y="2084"/>
                    <a:pt x="11257" y="1767"/>
                  </a:cubicBezTo>
                  <a:lnTo>
                    <a:pt x="11257" y="1403"/>
                  </a:lnTo>
                  <a:lnTo>
                    <a:pt x="12472" y="1403"/>
                  </a:lnTo>
                  <a:cubicBezTo>
                    <a:pt x="12750" y="1403"/>
                    <a:pt x="12750" y="985"/>
                    <a:pt x="12472" y="985"/>
                  </a:cubicBezTo>
                  <a:lnTo>
                    <a:pt x="11257" y="985"/>
                  </a:lnTo>
                  <a:lnTo>
                    <a:pt x="11257" y="577"/>
                  </a:lnTo>
                  <a:cubicBezTo>
                    <a:pt x="11248" y="255"/>
                    <a:pt x="10983" y="1"/>
                    <a:pt x="10662" y="1"/>
                  </a:cubicBezTo>
                  <a:cubicBezTo>
                    <a:pt x="10340" y="1"/>
                    <a:pt x="10081" y="255"/>
                    <a:pt x="10071" y="577"/>
                  </a:cubicBezTo>
                  <a:lnTo>
                    <a:pt x="10071" y="985"/>
                  </a:lnTo>
                  <a:lnTo>
                    <a:pt x="8799" y="985"/>
                  </a:lnTo>
                  <a:lnTo>
                    <a:pt x="8799" y="577"/>
                  </a:lnTo>
                  <a:cubicBezTo>
                    <a:pt x="8785" y="255"/>
                    <a:pt x="8526" y="1"/>
                    <a:pt x="8204" y="1"/>
                  </a:cubicBezTo>
                  <a:cubicBezTo>
                    <a:pt x="7883" y="1"/>
                    <a:pt x="7619" y="255"/>
                    <a:pt x="7609" y="577"/>
                  </a:cubicBezTo>
                  <a:lnTo>
                    <a:pt x="7609" y="985"/>
                  </a:lnTo>
                  <a:lnTo>
                    <a:pt x="6342" y="985"/>
                  </a:lnTo>
                  <a:lnTo>
                    <a:pt x="6342" y="577"/>
                  </a:lnTo>
                  <a:cubicBezTo>
                    <a:pt x="6327" y="255"/>
                    <a:pt x="6068" y="1"/>
                    <a:pt x="5746" y="1"/>
                  </a:cubicBezTo>
                  <a:cubicBezTo>
                    <a:pt x="5425" y="1"/>
                    <a:pt x="5161" y="255"/>
                    <a:pt x="5151" y="577"/>
                  </a:cubicBezTo>
                  <a:lnTo>
                    <a:pt x="5151" y="985"/>
                  </a:lnTo>
                  <a:lnTo>
                    <a:pt x="3884" y="985"/>
                  </a:lnTo>
                  <a:lnTo>
                    <a:pt x="3884" y="577"/>
                  </a:lnTo>
                  <a:cubicBezTo>
                    <a:pt x="3870" y="255"/>
                    <a:pt x="3610" y="1"/>
                    <a:pt x="32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89"/>
            <p:cNvSpPr/>
            <p:nvPr/>
          </p:nvSpPr>
          <p:spPr>
            <a:xfrm>
              <a:off x="3993059" y="3920271"/>
              <a:ext cx="161381" cy="157503"/>
            </a:xfrm>
            <a:custGeom>
              <a:rect b="b" l="l" r="r" t="t"/>
              <a:pathLst>
                <a:path extrusionOk="0" h="6011" w="6159">
                  <a:moveTo>
                    <a:pt x="207" y="0"/>
                  </a:moveTo>
                  <a:cubicBezTo>
                    <a:pt x="91" y="0"/>
                    <a:pt x="0" y="96"/>
                    <a:pt x="0" y="207"/>
                  </a:cubicBezTo>
                  <a:lnTo>
                    <a:pt x="0" y="1536"/>
                  </a:lnTo>
                  <a:cubicBezTo>
                    <a:pt x="0" y="2516"/>
                    <a:pt x="797" y="3312"/>
                    <a:pt x="1781" y="3317"/>
                  </a:cubicBezTo>
                  <a:lnTo>
                    <a:pt x="2506" y="3317"/>
                  </a:lnTo>
                  <a:cubicBezTo>
                    <a:pt x="3135" y="3317"/>
                    <a:pt x="3644" y="3826"/>
                    <a:pt x="3644" y="4455"/>
                  </a:cubicBezTo>
                  <a:cubicBezTo>
                    <a:pt x="3648" y="5314"/>
                    <a:pt x="4340" y="6005"/>
                    <a:pt x="5199" y="6010"/>
                  </a:cubicBezTo>
                  <a:lnTo>
                    <a:pt x="5880" y="6010"/>
                  </a:lnTo>
                  <a:cubicBezTo>
                    <a:pt x="6159" y="6010"/>
                    <a:pt x="6159" y="5593"/>
                    <a:pt x="5880" y="5593"/>
                  </a:cubicBezTo>
                  <a:lnTo>
                    <a:pt x="5199" y="5593"/>
                  </a:lnTo>
                  <a:cubicBezTo>
                    <a:pt x="4570" y="5593"/>
                    <a:pt x="4056" y="5084"/>
                    <a:pt x="4056" y="4455"/>
                  </a:cubicBezTo>
                  <a:cubicBezTo>
                    <a:pt x="4056" y="3596"/>
                    <a:pt x="3365" y="2900"/>
                    <a:pt x="2506" y="2900"/>
                  </a:cubicBezTo>
                  <a:lnTo>
                    <a:pt x="1781" y="2900"/>
                  </a:lnTo>
                  <a:cubicBezTo>
                    <a:pt x="1027" y="2900"/>
                    <a:pt x="413" y="2290"/>
                    <a:pt x="413" y="1536"/>
                  </a:cubicBezTo>
                  <a:lnTo>
                    <a:pt x="413" y="207"/>
                  </a:lnTo>
                  <a:cubicBezTo>
                    <a:pt x="413" y="96"/>
                    <a:pt x="322"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89"/>
            <p:cNvSpPr/>
            <p:nvPr/>
          </p:nvSpPr>
          <p:spPr>
            <a:xfrm>
              <a:off x="4161148" y="3930594"/>
              <a:ext cx="156324" cy="150848"/>
            </a:xfrm>
            <a:custGeom>
              <a:rect b="b" l="l" r="r" t="t"/>
              <a:pathLst>
                <a:path extrusionOk="0" h="5757" w="5966">
                  <a:moveTo>
                    <a:pt x="3925" y="768"/>
                  </a:moveTo>
                  <a:lnTo>
                    <a:pt x="5024" y="1867"/>
                  </a:lnTo>
                  <a:lnTo>
                    <a:pt x="4679" y="2213"/>
                  </a:lnTo>
                  <a:lnTo>
                    <a:pt x="3579" y="1114"/>
                  </a:lnTo>
                  <a:lnTo>
                    <a:pt x="3925" y="768"/>
                  </a:lnTo>
                  <a:close/>
                  <a:moveTo>
                    <a:pt x="3286" y="1406"/>
                  </a:moveTo>
                  <a:lnTo>
                    <a:pt x="3690" y="1810"/>
                  </a:lnTo>
                  <a:lnTo>
                    <a:pt x="1573" y="3927"/>
                  </a:lnTo>
                  <a:lnTo>
                    <a:pt x="1170" y="3523"/>
                  </a:lnTo>
                  <a:lnTo>
                    <a:pt x="3286" y="1406"/>
                  </a:lnTo>
                  <a:close/>
                  <a:moveTo>
                    <a:pt x="968" y="3907"/>
                  </a:moveTo>
                  <a:lnTo>
                    <a:pt x="1890" y="4824"/>
                  </a:lnTo>
                  <a:lnTo>
                    <a:pt x="1280" y="5011"/>
                  </a:lnTo>
                  <a:cubicBezTo>
                    <a:pt x="1189" y="4781"/>
                    <a:pt x="1011" y="4603"/>
                    <a:pt x="781" y="4517"/>
                  </a:cubicBezTo>
                  <a:lnTo>
                    <a:pt x="968" y="3907"/>
                  </a:lnTo>
                  <a:close/>
                  <a:moveTo>
                    <a:pt x="656" y="4915"/>
                  </a:moveTo>
                  <a:cubicBezTo>
                    <a:pt x="757" y="4959"/>
                    <a:pt x="834" y="5035"/>
                    <a:pt x="882" y="5136"/>
                  </a:cubicBezTo>
                  <a:lnTo>
                    <a:pt x="560" y="5232"/>
                  </a:lnTo>
                  <a:lnTo>
                    <a:pt x="656" y="4915"/>
                  </a:lnTo>
                  <a:close/>
                  <a:moveTo>
                    <a:pt x="4453" y="1"/>
                  </a:moveTo>
                  <a:cubicBezTo>
                    <a:pt x="4439" y="1"/>
                    <a:pt x="4425" y="2"/>
                    <a:pt x="4410" y="5"/>
                  </a:cubicBezTo>
                  <a:cubicBezTo>
                    <a:pt x="3834" y="106"/>
                    <a:pt x="3642" y="518"/>
                    <a:pt x="3142" y="960"/>
                  </a:cubicBezTo>
                  <a:cubicBezTo>
                    <a:pt x="3142" y="960"/>
                    <a:pt x="843" y="3254"/>
                    <a:pt x="819" y="3307"/>
                  </a:cubicBezTo>
                  <a:cubicBezTo>
                    <a:pt x="608" y="3442"/>
                    <a:pt x="522" y="3999"/>
                    <a:pt x="42" y="5491"/>
                  </a:cubicBezTo>
                  <a:cubicBezTo>
                    <a:pt x="0" y="5628"/>
                    <a:pt x="104" y="5757"/>
                    <a:pt x="238" y="5757"/>
                  </a:cubicBezTo>
                  <a:cubicBezTo>
                    <a:pt x="260" y="5757"/>
                    <a:pt x="283" y="5753"/>
                    <a:pt x="306" y="5746"/>
                  </a:cubicBezTo>
                  <a:lnTo>
                    <a:pt x="2115" y="5189"/>
                  </a:lnTo>
                  <a:cubicBezTo>
                    <a:pt x="2456" y="5083"/>
                    <a:pt x="2600" y="4863"/>
                    <a:pt x="2710" y="4767"/>
                  </a:cubicBezTo>
                  <a:cubicBezTo>
                    <a:pt x="2861" y="4616"/>
                    <a:pt x="2725" y="4409"/>
                    <a:pt x="2564" y="4409"/>
                  </a:cubicBezTo>
                  <a:cubicBezTo>
                    <a:pt x="2515" y="4409"/>
                    <a:pt x="2464" y="4428"/>
                    <a:pt x="2418" y="4474"/>
                  </a:cubicBezTo>
                  <a:lnTo>
                    <a:pt x="2269" y="4623"/>
                  </a:lnTo>
                  <a:lnTo>
                    <a:pt x="1866" y="4219"/>
                  </a:lnTo>
                  <a:lnTo>
                    <a:pt x="3983" y="2102"/>
                  </a:lnTo>
                  <a:lnTo>
                    <a:pt x="4386" y="2506"/>
                  </a:lnTo>
                  <a:lnTo>
                    <a:pt x="3003" y="3888"/>
                  </a:lnTo>
                  <a:cubicBezTo>
                    <a:pt x="2878" y="4018"/>
                    <a:pt x="2970" y="4239"/>
                    <a:pt x="3152" y="4239"/>
                  </a:cubicBezTo>
                  <a:cubicBezTo>
                    <a:pt x="3315" y="4239"/>
                    <a:pt x="3258" y="4191"/>
                    <a:pt x="4818" y="2659"/>
                  </a:cubicBezTo>
                  <a:lnTo>
                    <a:pt x="4827" y="2654"/>
                  </a:lnTo>
                  <a:lnTo>
                    <a:pt x="4832" y="2645"/>
                  </a:lnTo>
                  <a:lnTo>
                    <a:pt x="5461" y="2016"/>
                  </a:lnTo>
                  <a:cubicBezTo>
                    <a:pt x="5965" y="1512"/>
                    <a:pt x="5917" y="682"/>
                    <a:pt x="5355" y="240"/>
                  </a:cubicBezTo>
                  <a:cubicBezTo>
                    <a:pt x="5312" y="206"/>
                    <a:pt x="5268" y="191"/>
                    <a:pt x="5226" y="191"/>
                  </a:cubicBezTo>
                  <a:cubicBezTo>
                    <a:pt x="5057" y="191"/>
                    <a:pt x="4928" y="428"/>
                    <a:pt x="5101" y="566"/>
                  </a:cubicBezTo>
                  <a:cubicBezTo>
                    <a:pt x="5399" y="802"/>
                    <a:pt x="5480" y="1224"/>
                    <a:pt x="5293" y="1560"/>
                  </a:cubicBezTo>
                  <a:lnTo>
                    <a:pt x="4237" y="499"/>
                  </a:lnTo>
                  <a:cubicBezTo>
                    <a:pt x="4314" y="456"/>
                    <a:pt x="4395" y="427"/>
                    <a:pt x="4482" y="413"/>
                  </a:cubicBezTo>
                  <a:cubicBezTo>
                    <a:pt x="4740" y="367"/>
                    <a:pt x="4690" y="1"/>
                    <a:pt x="4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2" name="Google Shape;19352;p89"/>
          <p:cNvGrpSpPr/>
          <p:nvPr/>
        </p:nvGrpSpPr>
        <p:grpSpPr>
          <a:xfrm>
            <a:off x="3220505" y="3805687"/>
            <a:ext cx="80153" cy="365472"/>
            <a:chOff x="3220505" y="3805687"/>
            <a:chExt cx="80153" cy="365472"/>
          </a:xfrm>
        </p:grpSpPr>
        <p:sp>
          <p:nvSpPr>
            <p:cNvPr id="19353" name="Google Shape;19353;p89"/>
            <p:cNvSpPr/>
            <p:nvPr/>
          </p:nvSpPr>
          <p:spPr>
            <a:xfrm>
              <a:off x="3225929" y="3814072"/>
              <a:ext cx="69332" cy="351611"/>
            </a:xfrm>
            <a:custGeom>
              <a:rect b="b" l="l" r="r" t="t"/>
              <a:pathLst>
                <a:path extrusionOk="0" h="13419" w="2646">
                  <a:moveTo>
                    <a:pt x="1325" y="1"/>
                  </a:moveTo>
                  <a:cubicBezTo>
                    <a:pt x="1289" y="1"/>
                    <a:pt x="1253" y="19"/>
                    <a:pt x="1234" y="55"/>
                  </a:cubicBezTo>
                  <a:lnTo>
                    <a:pt x="744" y="981"/>
                  </a:lnTo>
                  <a:lnTo>
                    <a:pt x="135" y="2138"/>
                  </a:lnTo>
                  <a:cubicBezTo>
                    <a:pt x="48" y="2301"/>
                    <a:pt x="0" y="2479"/>
                    <a:pt x="5" y="2661"/>
                  </a:cubicBezTo>
                  <a:lnTo>
                    <a:pt x="5" y="12098"/>
                  </a:lnTo>
                  <a:cubicBezTo>
                    <a:pt x="0" y="12829"/>
                    <a:pt x="596" y="13419"/>
                    <a:pt x="1318" y="13419"/>
                  </a:cubicBezTo>
                  <a:cubicBezTo>
                    <a:pt x="1327" y="13419"/>
                    <a:pt x="1336" y="13419"/>
                    <a:pt x="1344" y="13419"/>
                  </a:cubicBezTo>
                  <a:cubicBezTo>
                    <a:pt x="1522" y="13419"/>
                    <a:pt x="1700" y="13380"/>
                    <a:pt x="1858" y="13303"/>
                  </a:cubicBezTo>
                  <a:cubicBezTo>
                    <a:pt x="2333" y="13087"/>
                    <a:pt x="2636" y="12617"/>
                    <a:pt x="2645" y="12098"/>
                  </a:cubicBezTo>
                  <a:lnTo>
                    <a:pt x="2645" y="12079"/>
                  </a:lnTo>
                  <a:lnTo>
                    <a:pt x="2645" y="2661"/>
                  </a:lnTo>
                  <a:cubicBezTo>
                    <a:pt x="2645" y="2584"/>
                    <a:pt x="2636" y="2503"/>
                    <a:pt x="2621" y="2426"/>
                  </a:cubicBezTo>
                  <a:cubicBezTo>
                    <a:pt x="2616" y="2421"/>
                    <a:pt x="2616" y="2416"/>
                    <a:pt x="2616" y="2412"/>
                  </a:cubicBezTo>
                  <a:cubicBezTo>
                    <a:pt x="2597" y="2316"/>
                    <a:pt x="2564" y="2224"/>
                    <a:pt x="2516" y="2138"/>
                  </a:cubicBezTo>
                  <a:lnTo>
                    <a:pt x="1906" y="981"/>
                  </a:lnTo>
                  <a:lnTo>
                    <a:pt x="1416" y="55"/>
                  </a:lnTo>
                  <a:cubicBezTo>
                    <a:pt x="1397" y="19"/>
                    <a:pt x="1361" y="1"/>
                    <a:pt x="132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89"/>
            <p:cNvSpPr/>
            <p:nvPr/>
          </p:nvSpPr>
          <p:spPr>
            <a:xfrm>
              <a:off x="3226060" y="4099365"/>
              <a:ext cx="69201" cy="31731"/>
            </a:xfrm>
            <a:custGeom>
              <a:rect b="b" l="l" r="r" t="t"/>
              <a:pathLst>
                <a:path extrusionOk="0" h="1211" w="2641">
                  <a:moveTo>
                    <a:pt x="0" y="1"/>
                  </a:moveTo>
                  <a:lnTo>
                    <a:pt x="0" y="1210"/>
                  </a:lnTo>
                  <a:lnTo>
                    <a:pt x="2640" y="1210"/>
                  </a:lnTo>
                  <a:lnTo>
                    <a:pt x="2640" y="1191"/>
                  </a:lnTo>
                  <a:lnTo>
                    <a:pt x="264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89"/>
            <p:cNvSpPr/>
            <p:nvPr/>
          </p:nvSpPr>
          <p:spPr>
            <a:xfrm>
              <a:off x="3245423" y="3814072"/>
              <a:ext cx="30342" cy="31391"/>
            </a:xfrm>
            <a:custGeom>
              <a:rect b="b" l="l" r="r" t="t"/>
              <a:pathLst>
                <a:path extrusionOk="0" h="1198" w="1158">
                  <a:moveTo>
                    <a:pt x="581" y="1"/>
                  </a:moveTo>
                  <a:cubicBezTo>
                    <a:pt x="545" y="1"/>
                    <a:pt x="509" y="19"/>
                    <a:pt x="490" y="55"/>
                  </a:cubicBezTo>
                  <a:lnTo>
                    <a:pt x="0" y="981"/>
                  </a:lnTo>
                  <a:cubicBezTo>
                    <a:pt x="166" y="1125"/>
                    <a:pt x="372" y="1197"/>
                    <a:pt x="579" y="1197"/>
                  </a:cubicBezTo>
                  <a:cubicBezTo>
                    <a:pt x="785" y="1197"/>
                    <a:pt x="992" y="1125"/>
                    <a:pt x="1157" y="981"/>
                  </a:cubicBezTo>
                  <a:lnTo>
                    <a:pt x="672" y="55"/>
                  </a:lnTo>
                  <a:cubicBezTo>
                    <a:pt x="653" y="19"/>
                    <a:pt x="617" y="1"/>
                    <a:pt x="58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89"/>
            <p:cNvSpPr/>
            <p:nvPr/>
          </p:nvSpPr>
          <p:spPr>
            <a:xfrm>
              <a:off x="3225929" y="4131070"/>
              <a:ext cx="69332" cy="34614"/>
            </a:xfrm>
            <a:custGeom>
              <a:rect b="b" l="l" r="r" t="t"/>
              <a:pathLst>
                <a:path extrusionOk="0" h="1321" w="2646">
                  <a:moveTo>
                    <a:pt x="0" y="0"/>
                  </a:moveTo>
                  <a:cubicBezTo>
                    <a:pt x="0" y="731"/>
                    <a:pt x="591" y="1321"/>
                    <a:pt x="1318" y="1321"/>
                  </a:cubicBezTo>
                  <a:cubicBezTo>
                    <a:pt x="1327" y="1321"/>
                    <a:pt x="1336" y="1321"/>
                    <a:pt x="1344" y="1321"/>
                  </a:cubicBezTo>
                  <a:cubicBezTo>
                    <a:pt x="1522" y="1321"/>
                    <a:pt x="1700" y="1277"/>
                    <a:pt x="1858" y="1205"/>
                  </a:cubicBezTo>
                  <a:cubicBezTo>
                    <a:pt x="2333" y="989"/>
                    <a:pt x="2636" y="519"/>
                    <a:pt x="264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89"/>
            <p:cNvSpPr/>
            <p:nvPr/>
          </p:nvSpPr>
          <p:spPr>
            <a:xfrm>
              <a:off x="3254227" y="4099365"/>
              <a:ext cx="41033" cy="31731"/>
            </a:xfrm>
            <a:custGeom>
              <a:rect b="b" l="l" r="r" t="t"/>
              <a:pathLst>
                <a:path extrusionOk="0" h="1211" w="1566">
                  <a:moveTo>
                    <a:pt x="0" y="1"/>
                  </a:moveTo>
                  <a:lnTo>
                    <a:pt x="0" y="1210"/>
                  </a:lnTo>
                  <a:lnTo>
                    <a:pt x="1565" y="1210"/>
                  </a:lnTo>
                  <a:lnTo>
                    <a:pt x="1565" y="1191"/>
                  </a:lnTo>
                  <a:lnTo>
                    <a:pt x="1565"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89"/>
            <p:cNvSpPr/>
            <p:nvPr/>
          </p:nvSpPr>
          <p:spPr>
            <a:xfrm>
              <a:off x="3254227" y="4131070"/>
              <a:ext cx="41033" cy="31600"/>
            </a:xfrm>
            <a:custGeom>
              <a:rect b="b" l="l" r="r" t="t"/>
              <a:pathLst>
                <a:path extrusionOk="0" h="1206" w="1566">
                  <a:moveTo>
                    <a:pt x="0" y="0"/>
                  </a:moveTo>
                  <a:cubicBezTo>
                    <a:pt x="0" y="519"/>
                    <a:pt x="303" y="994"/>
                    <a:pt x="778" y="1205"/>
                  </a:cubicBezTo>
                  <a:cubicBezTo>
                    <a:pt x="1253" y="989"/>
                    <a:pt x="1556" y="519"/>
                    <a:pt x="15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89"/>
            <p:cNvSpPr/>
            <p:nvPr/>
          </p:nvSpPr>
          <p:spPr>
            <a:xfrm>
              <a:off x="3226060" y="3877115"/>
              <a:ext cx="69201" cy="222276"/>
            </a:xfrm>
            <a:custGeom>
              <a:rect b="b" l="l" r="r" t="t"/>
              <a:pathLst>
                <a:path extrusionOk="0" h="8483" w="2641">
                  <a:moveTo>
                    <a:pt x="29" y="1"/>
                  </a:moveTo>
                  <a:cubicBezTo>
                    <a:pt x="10" y="87"/>
                    <a:pt x="0" y="169"/>
                    <a:pt x="0" y="255"/>
                  </a:cubicBezTo>
                  <a:lnTo>
                    <a:pt x="0" y="8483"/>
                  </a:lnTo>
                  <a:lnTo>
                    <a:pt x="2640" y="8483"/>
                  </a:lnTo>
                  <a:lnTo>
                    <a:pt x="2640" y="255"/>
                  </a:lnTo>
                  <a:cubicBezTo>
                    <a:pt x="2640" y="174"/>
                    <a:pt x="2631" y="97"/>
                    <a:pt x="2616" y="20"/>
                  </a:cubicBezTo>
                  <a:cubicBezTo>
                    <a:pt x="2611" y="15"/>
                    <a:pt x="2611" y="6"/>
                    <a:pt x="261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89"/>
            <p:cNvSpPr/>
            <p:nvPr/>
          </p:nvSpPr>
          <p:spPr>
            <a:xfrm>
              <a:off x="3258891" y="3877115"/>
              <a:ext cx="36369" cy="222276"/>
            </a:xfrm>
            <a:custGeom>
              <a:rect b="b" l="l" r="r" t="t"/>
              <a:pathLst>
                <a:path extrusionOk="0" h="8483" w="1388">
                  <a:moveTo>
                    <a:pt x="0" y="1"/>
                  </a:moveTo>
                  <a:lnTo>
                    <a:pt x="0" y="8483"/>
                  </a:lnTo>
                  <a:lnTo>
                    <a:pt x="1387" y="8483"/>
                  </a:lnTo>
                  <a:lnTo>
                    <a:pt x="1387" y="255"/>
                  </a:lnTo>
                  <a:cubicBezTo>
                    <a:pt x="1387" y="174"/>
                    <a:pt x="1378" y="97"/>
                    <a:pt x="1363" y="20"/>
                  </a:cubicBezTo>
                  <a:cubicBezTo>
                    <a:pt x="1363" y="15"/>
                    <a:pt x="1363" y="6"/>
                    <a:pt x="1363"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89"/>
            <p:cNvSpPr/>
            <p:nvPr/>
          </p:nvSpPr>
          <p:spPr>
            <a:xfrm>
              <a:off x="3220505" y="3805687"/>
              <a:ext cx="80153" cy="365472"/>
            </a:xfrm>
            <a:custGeom>
              <a:rect b="b" l="l" r="r" t="t"/>
              <a:pathLst>
                <a:path extrusionOk="0" h="13948" w="3059">
                  <a:moveTo>
                    <a:pt x="1532" y="653"/>
                  </a:moveTo>
                  <a:lnTo>
                    <a:pt x="1835" y="1224"/>
                  </a:lnTo>
                  <a:lnTo>
                    <a:pt x="1839" y="1234"/>
                  </a:lnTo>
                  <a:cubicBezTo>
                    <a:pt x="1741" y="1284"/>
                    <a:pt x="1635" y="1310"/>
                    <a:pt x="1530" y="1310"/>
                  </a:cubicBezTo>
                  <a:cubicBezTo>
                    <a:pt x="1424" y="1310"/>
                    <a:pt x="1319" y="1284"/>
                    <a:pt x="1220" y="1234"/>
                  </a:cubicBezTo>
                  <a:lnTo>
                    <a:pt x="1532" y="653"/>
                  </a:lnTo>
                  <a:close/>
                  <a:moveTo>
                    <a:pt x="2031" y="1599"/>
                  </a:moveTo>
                  <a:lnTo>
                    <a:pt x="2521" y="2520"/>
                  </a:lnTo>
                  <a:lnTo>
                    <a:pt x="539" y="2520"/>
                  </a:lnTo>
                  <a:lnTo>
                    <a:pt x="1028" y="1599"/>
                  </a:lnTo>
                  <a:cubicBezTo>
                    <a:pt x="1187" y="1683"/>
                    <a:pt x="1359" y="1725"/>
                    <a:pt x="1532" y="1725"/>
                  </a:cubicBezTo>
                  <a:cubicBezTo>
                    <a:pt x="1704" y="1725"/>
                    <a:pt x="1875" y="1683"/>
                    <a:pt x="2031" y="1599"/>
                  </a:cubicBezTo>
                  <a:close/>
                  <a:moveTo>
                    <a:pt x="2646" y="11415"/>
                  </a:moveTo>
                  <a:lnTo>
                    <a:pt x="2646" y="12212"/>
                  </a:lnTo>
                  <a:lnTo>
                    <a:pt x="419" y="12212"/>
                  </a:lnTo>
                  <a:lnTo>
                    <a:pt x="419" y="11415"/>
                  </a:lnTo>
                  <a:close/>
                  <a:moveTo>
                    <a:pt x="1527" y="0"/>
                  </a:moveTo>
                  <a:cubicBezTo>
                    <a:pt x="1451" y="0"/>
                    <a:pt x="1383" y="44"/>
                    <a:pt x="1345" y="111"/>
                  </a:cubicBezTo>
                  <a:lnTo>
                    <a:pt x="769" y="1205"/>
                  </a:lnTo>
                  <a:lnTo>
                    <a:pt x="155" y="2362"/>
                  </a:lnTo>
                  <a:cubicBezTo>
                    <a:pt x="54" y="2554"/>
                    <a:pt x="1" y="2765"/>
                    <a:pt x="1" y="2981"/>
                  </a:cubicBezTo>
                  <a:lnTo>
                    <a:pt x="1" y="6701"/>
                  </a:lnTo>
                  <a:cubicBezTo>
                    <a:pt x="1" y="6841"/>
                    <a:pt x="105" y="6910"/>
                    <a:pt x="210" y="6910"/>
                  </a:cubicBezTo>
                  <a:cubicBezTo>
                    <a:pt x="314" y="6910"/>
                    <a:pt x="419" y="6841"/>
                    <a:pt x="419" y="6701"/>
                  </a:cubicBezTo>
                  <a:lnTo>
                    <a:pt x="419" y="2938"/>
                  </a:lnTo>
                  <a:lnTo>
                    <a:pt x="1321" y="2938"/>
                  </a:lnTo>
                  <a:lnTo>
                    <a:pt x="1321" y="10993"/>
                  </a:lnTo>
                  <a:lnTo>
                    <a:pt x="1321" y="11002"/>
                  </a:lnTo>
                  <a:lnTo>
                    <a:pt x="414" y="11002"/>
                  </a:lnTo>
                  <a:lnTo>
                    <a:pt x="414" y="7532"/>
                  </a:lnTo>
                  <a:cubicBezTo>
                    <a:pt x="414" y="7393"/>
                    <a:pt x="311" y="7323"/>
                    <a:pt x="207" y="7323"/>
                  </a:cubicBezTo>
                  <a:cubicBezTo>
                    <a:pt x="104" y="7323"/>
                    <a:pt x="1" y="7393"/>
                    <a:pt x="1" y="7532"/>
                  </a:cubicBezTo>
                  <a:lnTo>
                    <a:pt x="1" y="12418"/>
                  </a:lnTo>
                  <a:lnTo>
                    <a:pt x="1" y="12423"/>
                  </a:lnTo>
                  <a:cubicBezTo>
                    <a:pt x="1" y="12697"/>
                    <a:pt x="78" y="12971"/>
                    <a:pt x="222" y="13206"/>
                  </a:cubicBezTo>
                  <a:cubicBezTo>
                    <a:pt x="265" y="13281"/>
                    <a:pt x="329" y="13313"/>
                    <a:pt x="393" y="13313"/>
                  </a:cubicBezTo>
                  <a:cubicBezTo>
                    <a:pt x="535" y="13313"/>
                    <a:pt x="675" y="13157"/>
                    <a:pt x="572" y="12995"/>
                  </a:cubicBezTo>
                  <a:cubicBezTo>
                    <a:pt x="505" y="12879"/>
                    <a:pt x="457" y="12755"/>
                    <a:pt x="433" y="12625"/>
                  </a:cubicBezTo>
                  <a:lnTo>
                    <a:pt x="2622" y="12625"/>
                  </a:lnTo>
                  <a:cubicBezTo>
                    <a:pt x="2516" y="13143"/>
                    <a:pt x="2075" y="13518"/>
                    <a:pt x="1547" y="13532"/>
                  </a:cubicBezTo>
                  <a:cubicBezTo>
                    <a:pt x="1536" y="13532"/>
                    <a:pt x="1525" y="13533"/>
                    <a:pt x="1514" y="13533"/>
                  </a:cubicBezTo>
                  <a:cubicBezTo>
                    <a:pt x="1370" y="13533"/>
                    <a:pt x="1225" y="13504"/>
                    <a:pt x="1095" y="13446"/>
                  </a:cubicBezTo>
                  <a:cubicBezTo>
                    <a:pt x="1064" y="13432"/>
                    <a:pt x="1034" y="13426"/>
                    <a:pt x="1006" y="13426"/>
                  </a:cubicBezTo>
                  <a:cubicBezTo>
                    <a:pt x="807" y="13426"/>
                    <a:pt x="709" y="13732"/>
                    <a:pt x="932" y="13825"/>
                  </a:cubicBezTo>
                  <a:cubicBezTo>
                    <a:pt x="1128" y="13909"/>
                    <a:pt x="1329" y="13948"/>
                    <a:pt x="1525" y="13948"/>
                  </a:cubicBezTo>
                  <a:cubicBezTo>
                    <a:pt x="2333" y="13948"/>
                    <a:pt x="3059" y="13284"/>
                    <a:pt x="3059" y="12418"/>
                  </a:cubicBezTo>
                  <a:lnTo>
                    <a:pt x="3059" y="11223"/>
                  </a:lnTo>
                  <a:cubicBezTo>
                    <a:pt x="3059" y="11218"/>
                    <a:pt x="3059" y="11214"/>
                    <a:pt x="3059" y="11209"/>
                  </a:cubicBezTo>
                  <a:lnTo>
                    <a:pt x="3059" y="11190"/>
                  </a:lnTo>
                  <a:lnTo>
                    <a:pt x="3059" y="9414"/>
                  </a:lnTo>
                  <a:cubicBezTo>
                    <a:pt x="3059" y="9277"/>
                    <a:pt x="2955" y="9208"/>
                    <a:pt x="2852" y="9208"/>
                  </a:cubicBezTo>
                  <a:cubicBezTo>
                    <a:pt x="2749" y="9208"/>
                    <a:pt x="2646" y="9277"/>
                    <a:pt x="2646" y="9414"/>
                  </a:cubicBezTo>
                  <a:lnTo>
                    <a:pt x="2646" y="10998"/>
                  </a:lnTo>
                  <a:lnTo>
                    <a:pt x="1739" y="10998"/>
                  </a:lnTo>
                  <a:lnTo>
                    <a:pt x="1739" y="10988"/>
                  </a:lnTo>
                  <a:lnTo>
                    <a:pt x="1739" y="2933"/>
                  </a:lnTo>
                  <a:lnTo>
                    <a:pt x="2646" y="2933"/>
                  </a:lnTo>
                  <a:lnTo>
                    <a:pt x="2646" y="2981"/>
                  </a:lnTo>
                  <a:lnTo>
                    <a:pt x="2646" y="8588"/>
                  </a:lnTo>
                  <a:cubicBezTo>
                    <a:pt x="2646" y="8725"/>
                    <a:pt x="2749" y="8793"/>
                    <a:pt x="2852" y="8793"/>
                  </a:cubicBezTo>
                  <a:cubicBezTo>
                    <a:pt x="2955" y="8793"/>
                    <a:pt x="3059" y="8725"/>
                    <a:pt x="3059" y="8588"/>
                  </a:cubicBezTo>
                  <a:lnTo>
                    <a:pt x="3059" y="2981"/>
                  </a:lnTo>
                  <a:cubicBezTo>
                    <a:pt x="3059" y="2765"/>
                    <a:pt x="3006" y="2549"/>
                    <a:pt x="2905" y="2362"/>
                  </a:cubicBezTo>
                  <a:lnTo>
                    <a:pt x="1710" y="111"/>
                  </a:lnTo>
                  <a:cubicBezTo>
                    <a:pt x="1676" y="44"/>
                    <a:pt x="1604" y="0"/>
                    <a:pt x="15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62" name="Google Shape;19362;p89"/>
          <p:cNvGrpSpPr/>
          <p:nvPr/>
        </p:nvGrpSpPr>
        <p:grpSpPr>
          <a:xfrm>
            <a:off x="1347157" y="2421723"/>
            <a:ext cx="280655" cy="365551"/>
            <a:chOff x="1347157" y="2421723"/>
            <a:chExt cx="280655" cy="365551"/>
          </a:xfrm>
        </p:grpSpPr>
        <p:sp>
          <p:nvSpPr>
            <p:cNvPr id="19363" name="Google Shape;19363;p89"/>
            <p:cNvSpPr/>
            <p:nvPr/>
          </p:nvSpPr>
          <p:spPr>
            <a:xfrm>
              <a:off x="1348546" y="2427357"/>
              <a:ext cx="273607" cy="354520"/>
            </a:xfrm>
            <a:custGeom>
              <a:rect b="b" l="l" r="r" t="t"/>
              <a:pathLst>
                <a:path extrusionOk="0" h="13530" w="10442">
                  <a:moveTo>
                    <a:pt x="5529" y="0"/>
                  </a:moveTo>
                  <a:cubicBezTo>
                    <a:pt x="4771" y="0"/>
                    <a:pt x="4010" y="189"/>
                    <a:pt x="3318" y="574"/>
                  </a:cubicBezTo>
                  <a:cubicBezTo>
                    <a:pt x="1638" y="1515"/>
                    <a:pt x="725" y="3411"/>
                    <a:pt x="1047" y="5307"/>
                  </a:cubicBezTo>
                  <a:lnTo>
                    <a:pt x="207" y="7793"/>
                  </a:lnTo>
                  <a:cubicBezTo>
                    <a:pt x="1" y="8398"/>
                    <a:pt x="423" y="9051"/>
                    <a:pt x="1061" y="9080"/>
                  </a:cubicBezTo>
                  <a:lnTo>
                    <a:pt x="1426" y="9080"/>
                  </a:lnTo>
                  <a:cubicBezTo>
                    <a:pt x="1532" y="9080"/>
                    <a:pt x="1618" y="9166"/>
                    <a:pt x="1618" y="9272"/>
                  </a:cubicBezTo>
                  <a:lnTo>
                    <a:pt x="1618" y="11005"/>
                  </a:lnTo>
                  <a:cubicBezTo>
                    <a:pt x="1618" y="11513"/>
                    <a:pt x="2031" y="11926"/>
                    <a:pt x="2540" y="11926"/>
                  </a:cubicBezTo>
                  <a:lnTo>
                    <a:pt x="3860" y="11705"/>
                  </a:lnTo>
                  <a:cubicBezTo>
                    <a:pt x="3871" y="11704"/>
                    <a:pt x="3882" y="11703"/>
                    <a:pt x="3893" y="11703"/>
                  </a:cubicBezTo>
                  <a:cubicBezTo>
                    <a:pt x="3999" y="11703"/>
                    <a:pt x="4086" y="11784"/>
                    <a:pt x="4086" y="11893"/>
                  </a:cubicBezTo>
                  <a:lnTo>
                    <a:pt x="4086" y="13241"/>
                  </a:lnTo>
                  <a:cubicBezTo>
                    <a:pt x="4086" y="13400"/>
                    <a:pt x="4210" y="13529"/>
                    <a:pt x="4369" y="13529"/>
                  </a:cubicBezTo>
                  <a:lnTo>
                    <a:pt x="8588" y="13529"/>
                  </a:lnTo>
                  <a:cubicBezTo>
                    <a:pt x="8747" y="13529"/>
                    <a:pt x="8876" y="13400"/>
                    <a:pt x="8876" y="13241"/>
                  </a:cubicBezTo>
                  <a:lnTo>
                    <a:pt x="8876" y="8763"/>
                  </a:lnTo>
                  <a:cubicBezTo>
                    <a:pt x="8876" y="8470"/>
                    <a:pt x="8915" y="8177"/>
                    <a:pt x="8996" y="7899"/>
                  </a:cubicBezTo>
                  <a:cubicBezTo>
                    <a:pt x="9073" y="7616"/>
                    <a:pt x="9193" y="7352"/>
                    <a:pt x="9352" y="7102"/>
                  </a:cubicBezTo>
                  <a:cubicBezTo>
                    <a:pt x="9587" y="6737"/>
                    <a:pt x="9764" y="6339"/>
                    <a:pt x="9889" y="5921"/>
                  </a:cubicBezTo>
                  <a:lnTo>
                    <a:pt x="9884" y="5921"/>
                  </a:lnTo>
                  <a:cubicBezTo>
                    <a:pt x="10441" y="4145"/>
                    <a:pt x="9860" y="2201"/>
                    <a:pt x="8411" y="1025"/>
                  </a:cubicBezTo>
                  <a:cubicBezTo>
                    <a:pt x="7579" y="348"/>
                    <a:pt x="6557" y="0"/>
                    <a:pt x="5529"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4" name="Google Shape;19364;p89"/>
            <p:cNvSpPr/>
            <p:nvPr/>
          </p:nvSpPr>
          <p:spPr>
            <a:xfrm>
              <a:off x="1475969" y="2654428"/>
              <a:ext cx="35740" cy="22220"/>
            </a:xfrm>
            <a:custGeom>
              <a:rect b="b" l="l" r="r" t="t"/>
              <a:pathLst>
                <a:path extrusionOk="0" h="848" w="1364">
                  <a:moveTo>
                    <a:pt x="0" y="1"/>
                  </a:moveTo>
                  <a:lnTo>
                    <a:pt x="0" y="169"/>
                  </a:lnTo>
                  <a:cubicBezTo>
                    <a:pt x="0" y="562"/>
                    <a:pt x="326" y="847"/>
                    <a:pt x="682" y="847"/>
                  </a:cubicBezTo>
                  <a:cubicBezTo>
                    <a:pt x="796" y="847"/>
                    <a:pt x="912" y="818"/>
                    <a:pt x="1023" y="754"/>
                  </a:cubicBezTo>
                  <a:lnTo>
                    <a:pt x="1028" y="750"/>
                  </a:lnTo>
                  <a:cubicBezTo>
                    <a:pt x="1234" y="630"/>
                    <a:pt x="1364" y="409"/>
                    <a:pt x="1364" y="169"/>
                  </a:cubicBezTo>
                  <a:lnTo>
                    <a:pt x="1364"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89"/>
            <p:cNvSpPr/>
            <p:nvPr/>
          </p:nvSpPr>
          <p:spPr>
            <a:xfrm>
              <a:off x="1494205" y="2654428"/>
              <a:ext cx="17503" cy="19652"/>
            </a:xfrm>
            <a:custGeom>
              <a:rect b="b" l="l" r="r" t="t"/>
              <a:pathLst>
                <a:path extrusionOk="0" h="750" w="668">
                  <a:moveTo>
                    <a:pt x="0" y="1"/>
                  </a:moveTo>
                  <a:lnTo>
                    <a:pt x="0" y="169"/>
                  </a:lnTo>
                  <a:cubicBezTo>
                    <a:pt x="0" y="404"/>
                    <a:pt x="125" y="630"/>
                    <a:pt x="332" y="750"/>
                  </a:cubicBezTo>
                  <a:cubicBezTo>
                    <a:pt x="538" y="630"/>
                    <a:pt x="668" y="409"/>
                    <a:pt x="668" y="169"/>
                  </a:cubicBezTo>
                  <a:lnTo>
                    <a:pt x="66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89"/>
            <p:cNvSpPr/>
            <p:nvPr/>
          </p:nvSpPr>
          <p:spPr>
            <a:xfrm>
              <a:off x="1432708" y="2488514"/>
              <a:ext cx="121265" cy="167722"/>
            </a:xfrm>
            <a:custGeom>
              <a:rect b="b" l="l" r="r" t="t"/>
              <a:pathLst>
                <a:path extrusionOk="0" h="6401" w="4628">
                  <a:moveTo>
                    <a:pt x="2328" y="1"/>
                  </a:moveTo>
                  <a:cubicBezTo>
                    <a:pt x="1453" y="1"/>
                    <a:pt x="660" y="533"/>
                    <a:pt x="331" y="1350"/>
                  </a:cubicBezTo>
                  <a:cubicBezTo>
                    <a:pt x="0" y="2190"/>
                    <a:pt x="221" y="3146"/>
                    <a:pt x="888" y="3750"/>
                  </a:cubicBezTo>
                  <a:cubicBezTo>
                    <a:pt x="1147" y="3990"/>
                    <a:pt x="1296" y="4331"/>
                    <a:pt x="1296" y="4691"/>
                  </a:cubicBezTo>
                  <a:lnTo>
                    <a:pt x="1296" y="6035"/>
                  </a:lnTo>
                  <a:cubicBezTo>
                    <a:pt x="1296" y="6131"/>
                    <a:pt x="1334" y="6227"/>
                    <a:pt x="1402" y="6294"/>
                  </a:cubicBezTo>
                  <a:cubicBezTo>
                    <a:pt x="1416" y="6304"/>
                    <a:pt x="1430" y="6318"/>
                    <a:pt x="1445" y="6328"/>
                  </a:cubicBezTo>
                  <a:cubicBezTo>
                    <a:pt x="1454" y="6338"/>
                    <a:pt x="1464" y="6342"/>
                    <a:pt x="1474" y="6347"/>
                  </a:cubicBezTo>
                  <a:cubicBezTo>
                    <a:pt x="1531" y="6386"/>
                    <a:pt x="1598" y="6400"/>
                    <a:pt x="1666" y="6400"/>
                  </a:cubicBezTo>
                  <a:lnTo>
                    <a:pt x="3000" y="6400"/>
                  </a:lnTo>
                  <a:cubicBezTo>
                    <a:pt x="3067" y="6400"/>
                    <a:pt x="3135" y="6386"/>
                    <a:pt x="3192" y="6347"/>
                  </a:cubicBezTo>
                  <a:cubicBezTo>
                    <a:pt x="3202" y="6342"/>
                    <a:pt x="3211" y="6338"/>
                    <a:pt x="3221" y="6328"/>
                  </a:cubicBezTo>
                  <a:cubicBezTo>
                    <a:pt x="3235" y="6318"/>
                    <a:pt x="3245" y="6304"/>
                    <a:pt x="3259" y="6294"/>
                  </a:cubicBezTo>
                  <a:cubicBezTo>
                    <a:pt x="3331" y="6227"/>
                    <a:pt x="3370" y="6131"/>
                    <a:pt x="3370" y="6035"/>
                  </a:cubicBezTo>
                  <a:lnTo>
                    <a:pt x="3370" y="4686"/>
                  </a:lnTo>
                  <a:cubicBezTo>
                    <a:pt x="3370" y="4322"/>
                    <a:pt x="3523" y="3981"/>
                    <a:pt x="3792" y="3736"/>
                  </a:cubicBezTo>
                  <a:cubicBezTo>
                    <a:pt x="4397" y="3179"/>
                    <a:pt x="4627" y="2334"/>
                    <a:pt x="4402" y="1547"/>
                  </a:cubicBezTo>
                  <a:cubicBezTo>
                    <a:pt x="4171" y="765"/>
                    <a:pt x="3514" y="174"/>
                    <a:pt x="2712" y="35"/>
                  </a:cubicBezTo>
                  <a:lnTo>
                    <a:pt x="2664" y="25"/>
                  </a:lnTo>
                  <a:cubicBezTo>
                    <a:pt x="2573" y="11"/>
                    <a:pt x="2482" y="1"/>
                    <a:pt x="2386" y="1"/>
                  </a:cubicBezTo>
                  <a:cubicBezTo>
                    <a:pt x="2366" y="1"/>
                    <a:pt x="2347" y="1"/>
                    <a:pt x="2328"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89"/>
            <p:cNvSpPr/>
            <p:nvPr/>
          </p:nvSpPr>
          <p:spPr>
            <a:xfrm>
              <a:off x="1440988" y="2489404"/>
              <a:ext cx="112985" cy="166831"/>
            </a:xfrm>
            <a:custGeom>
              <a:rect b="b" l="l" r="r" t="t"/>
              <a:pathLst>
                <a:path extrusionOk="0" h="6367" w="4312">
                  <a:moveTo>
                    <a:pt x="2391" y="1"/>
                  </a:moveTo>
                  <a:cubicBezTo>
                    <a:pt x="630" y="313"/>
                    <a:pt x="1" y="2511"/>
                    <a:pt x="1326" y="3716"/>
                  </a:cubicBezTo>
                  <a:cubicBezTo>
                    <a:pt x="1590" y="3956"/>
                    <a:pt x="1739" y="4297"/>
                    <a:pt x="1734" y="4657"/>
                  </a:cubicBezTo>
                  <a:lnTo>
                    <a:pt x="1734" y="6001"/>
                  </a:lnTo>
                  <a:cubicBezTo>
                    <a:pt x="1734" y="6203"/>
                    <a:pt x="1902" y="6366"/>
                    <a:pt x="2103" y="6366"/>
                  </a:cubicBezTo>
                  <a:lnTo>
                    <a:pt x="2684" y="6366"/>
                  </a:lnTo>
                  <a:cubicBezTo>
                    <a:pt x="2886" y="6366"/>
                    <a:pt x="3054" y="6203"/>
                    <a:pt x="3054" y="6001"/>
                  </a:cubicBezTo>
                  <a:lnTo>
                    <a:pt x="3054" y="4652"/>
                  </a:lnTo>
                  <a:cubicBezTo>
                    <a:pt x="3054" y="4288"/>
                    <a:pt x="3207" y="3947"/>
                    <a:pt x="3476" y="3702"/>
                  </a:cubicBezTo>
                  <a:cubicBezTo>
                    <a:pt x="4076" y="3145"/>
                    <a:pt x="4311" y="2300"/>
                    <a:pt x="4081" y="1513"/>
                  </a:cubicBezTo>
                  <a:cubicBezTo>
                    <a:pt x="3851" y="731"/>
                    <a:pt x="3198" y="140"/>
                    <a:pt x="2391"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89"/>
            <p:cNvSpPr/>
            <p:nvPr/>
          </p:nvSpPr>
          <p:spPr>
            <a:xfrm>
              <a:off x="1466667" y="2613421"/>
              <a:ext cx="54344" cy="21538"/>
            </a:xfrm>
            <a:custGeom>
              <a:rect b="b" l="l" r="r" t="t"/>
              <a:pathLst>
                <a:path extrusionOk="0" h="822" w="2074">
                  <a:moveTo>
                    <a:pt x="0" y="1"/>
                  </a:moveTo>
                  <a:lnTo>
                    <a:pt x="0" y="822"/>
                  </a:lnTo>
                  <a:lnTo>
                    <a:pt x="2074" y="822"/>
                  </a:lnTo>
                  <a:lnTo>
                    <a:pt x="2074"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89"/>
            <p:cNvSpPr/>
            <p:nvPr/>
          </p:nvSpPr>
          <p:spPr>
            <a:xfrm>
              <a:off x="1466667" y="2634933"/>
              <a:ext cx="54344" cy="21303"/>
            </a:xfrm>
            <a:custGeom>
              <a:rect b="b" l="l" r="r" t="t"/>
              <a:pathLst>
                <a:path extrusionOk="0" h="813" w="2074">
                  <a:moveTo>
                    <a:pt x="0" y="1"/>
                  </a:moveTo>
                  <a:lnTo>
                    <a:pt x="0" y="447"/>
                  </a:lnTo>
                  <a:cubicBezTo>
                    <a:pt x="0" y="543"/>
                    <a:pt x="38" y="639"/>
                    <a:pt x="106" y="706"/>
                  </a:cubicBezTo>
                  <a:cubicBezTo>
                    <a:pt x="120" y="721"/>
                    <a:pt x="134" y="730"/>
                    <a:pt x="149" y="740"/>
                  </a:cubicBezTo>
                  <a:cubicBezTo>
                    <a:pt x="158" y="750"/>
                    <a:pt x="168" y="754"/>
                    <a:pt x="178" y="759"/>
                  </a:cubicBezTo>
                  <a:cubicBezTo>
                    <a:pt x="235" y="798"/>
                    <a:pt x="302" y="812"/>
                    <a:pt x="370" y="812"/>
                  </a:cubicBezTo>
                  <a:lnTo>
                    <a:pt x="1704" y="812"/>
                  </a:lnTo>
                  <a:cubicBezTo>
                    <a:pt x="1771" y="812"/>
                    <a:pt x="1839" y="798"/>
                    <a:pt x="1896" y="759"/>
                  </a:cubicBezTo>
                  <a:cubicBezTo>
                    <a:pt x="1906" y="754"/>
                    <a:pt x="1915" y="750"/>
                    <a:pt x="1925" y="740"/>
                  </a:cubicBezTo>
                  <a:cubicBezTo>
                    <a:pt x="1939" y="730"/>
                    <a:pt x="1954" y="721"/>
                    <a:pt x="1963" y="706"/>
                  </a:cubicBezTo>
                  <a:cubicBezTo>
                    <a:pt x="2035" y="639"/>
                    <a:pt x="2074" y="543"/>
                    <a:pt x="2074" y="447"/>
                  </a:cubicBezTo>
                  <a:lnTo>
                    <a:pt x="2074"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89"/>
            <p:cNvSpPr/>
            <p:nvPr/>
          </p:nvSpPr>
          <p:spPr>
            <a:xfrm>
              <a:off x="1486397" y="2613421"/>
              <a:ext cx="34614" cy="21538"/>
            </a:xfrm>
            <a:custGeom>
              <a:rect b="b" l="l" r="r" t="t"/>
              <a:pathLst>
                <a:path extrusionOk="0" h="822" w="1321">
                  <a:moveTo>
                    <a:pt x="1" y="1"/>
                  </a:moveTo>
                  <a:lnTo>
                    <a:pt x="1" y="822"/>
                  </a:lnTo>
                  <a:lnTo>
                    <a:pt x="1321" y="822"/>
                  </a:lnTo>
                  <a:lnTo>
                    <a:pt x="1321"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89"/>
            <p:cNvSpPr/>
            <p:nvPr/>
          </p:nvSpPr>
          <p:spPr>
            <a:xfrm>
              <a:off x="1486397" y="2634933"/>
              <a:ext cx="34614" cy="21303"/>
            </a:xfrm>
            <a:custGeom>
              <a:rect b="b" l="l" r="r" t="t"/>
              <a:pathLst>
                <a:path extrusionOk="0" h="813" w="1321">
                  <a:moveTo>
                    <a:pt x="1" y="1"/>
                  </a:moveTo>
                  <a:lnTo>
                    <a:pt x="1" y="447"/>
                  </a:lnTo>
                  <a:cubicBezTo>
                    <a:pt x="1" y="649"/>
                    <a:pt x="169" y="812"/>
                    <a:pt x="370" y="812"/>
                  </a:cubicBezTo>
                  <a:lnTo>
                    <a:pt x="951" y="812"/>
                  </a:lnTo>
                  <a:cubicBezTo>
                    <a:pt x="1018" y="812"/>
                    <a:pt x="1086" y="798"/>
                    <a:pt x="1143" y="759"/>
                  </a:cubicBezTo>
                  <a:cubicBezTo>
                    <a:pt x="1153" y="754"/>
                    <a:pt x="1162" y="750"/>
                    <a:pt x="1172" y="740"/>
                  </a:cubicBezTo>
                  <a:cubicBezTo>
                    <a:pt x="1186" y="730"/>
                    <a:pt x="1201" y="721"/>
                    <a:pt x="1210" y="706"/>
                  </a:cubicBezTo>
                  <a:cubicBezTo>
                    <a:pt x="1282" y="639"/>
                    <a:pt x="1321" y="543"/>
                    <a:pt x="1321" y="447"/>
                  </a:cubicBezTo>
                  <a:lnTo>
                    <a:pt x="1321"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89"/>
            <p:cNvSpPr/>
            <p:nvPr/>
          </p:nvSpPr>
          <p:spPr>
            <a:xfrm>
              <a:off x="1372076" y="2659852"/>
              <a:ext cx="138009" cy="127423"/>
            </a:xfrm>
            <a:custGeom>
              <a:rect b="b" l="l" r="r" t="t"/>
              <a:pathLst>
                <a:path extrusionOk="0" h="4863" w="5267">
                  <a:moveTo>
                    <a:pt x="279" y="0"/>
                  </a:moveTo>
                  <a:cubicBezTo>
                    <a:pt x="0" y="0"/>
                    <a:pt x="0" y="413"/>
                    <a:pt x="279" y="413"/>
                  </a:cubicBezTo>
                  <a:lnTo>
                    <a:pt x="519" y="413"/>
                  </a:lnTo>
                  <a:lnTo>
                    <a:pt x="519" y="2132"/>
                  </a:lnTo>
                  <a:cubicBezTo>
                    <a:pt x="519" y="2751"/>
                    <a:pt x="1023" y="3260"/>
                    <a:pt x="1647" y="3260"/>
                  </a:cubicBezTo>
                  <a:cubicBezTo>
                    <a:pt x="1648" y="3260"/>
                    <a:pt x="1649" y="3260"/>
                    <a:pt x="1650" y="3260"/>
                  </a:cubicBezTo>
                  <a:cubicBezTo>
                    <a:pt x="1677" y="3260"/>
                    <a:pt x="1664" y="3255"/>
                    <a:pt x="2981" y="3039"/>
                  </a:cubicBezTo>
                  <a:lnTo>
                    <a:pt x="2981" y="4368"/>
                  </a:lnTo>
                  <a:cubicBezTo>
                    <a:pt x="2981" y="4642"/>
                    <a:pt x="3202" y="4858"/>
                    <a:pt x="3476" y="4863"/>
                  </a:cubicBezTo>
                  <a:lnTo>
                    <a:pt x="4988" y="4863"/>
                  </a:lnTo>
                  <a:cubicBezTo>
                    <a:pt x="5266" y="4858"/>
                    <a:pt x="5266" y="4445"/>
                    <a:pt x="4988" y="4445"/>
                  </a:cubicBezTo>
                  <a:lnTo>
                    <a:pt x="3471" y="4445"/>
                  </a:lnTo>
                  <a:cubicBezTo>
                    <a:pt x="3428" y="4445"/>
                    <a:pt x="3394" y="4412"/>
                    <a:pt x="3394" y="4368"/>
                  </a:cubicBezTo>
                  <a:lnTo>
                    <a:pt x="3394" y="2794"/>
                  </a:lnTo>
                  <a:cubicBezTo>
                    <a:pt x="3394" y="2676"/>
                    <a:pt x="3298" y="2585"/>
                    <a:pt x="3186" y="2585"/>
                  </a:cubicBezTo>
                  <a:cubicBezTo>
                    <a:pt x="3175" y="2585"/>
                    <a:pt x="3165" y="2586"/>
                    <a:pt x="3154" y="2588"/>
                  </a:cubicBezTo>
                  <a:lnTo>
                    <a:pt x="1628" y="2847"/>
                  </a:lnTo>
                  <a:cubicBezTo>
                    <a:pt x="1239" y="2837"/>
                    <a:pt x="932" y="2520"/>
                    <a:pt x="932" y="2132"/>
                  </a:cubicBezTo>
                  <a:lnTo>
                    <a:pt x="932" y="207"/>
                  </a:lnTo>
                  <a:cubicBezTo>
                    <a:pt x="932" y="91"/>
                    <a:pt x="836" y="0"/>
                    <a:pt x="7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89"/>
            <p:cNvSpPr/>
            <p:nvPr/>
          </p:nvSpPr>
          <p:spPr>
            <a:xfrm>
              <a:off x="1347157" y="2442004"/>
              <a:ext cx="88040" cy="221306"/>
            </a:xfrm>
            <a:custGeom>
              <a:rect b="b" l="l" r="r" t="t"/>
              <a:pathLst>
                <a:path extrusionOk="0" h="8446" w="3360">
                  <a:moveTo>
                    <a:pt x="3055" y="0"/>
                  </a:moveTo>
                  <a:cubicBezTo>
                    <a:pt x="3018" y="0"/>
                    <a:pt x="2978" y="12"/>
                    <a:pt x="2939" y="39"/>
                  </a:cubicBezTo>
                  <a:cubicBezTo>
                    <a:pt x="1619" y="922"/>
                    <a:pt x="831" y="2405"/>
                    <a:pt x="831" y="3994"/>
                  </a:cubicBezTo>
                  <a:cubicBezTo>
                    <a:pt x="831" y="4244"/>
                    <a:pt x="850" y="4488"/>
                    <a:pt x="889" y="4733"/>
                  </a:cubicBezTo>
                  <a:cubicBezTo>
                    <a:pt x="68" y="7225"/>
                    <a:pt x="1" y="7210"/>
                    <a:pt x="1" y="7551"/>
                  </a:cubicBezTo>
                  <a:cubicBezTo>
                    <a:pt x="1" y="7858"/>
                    <a:pt x="121" y="8156"/>
                    <a:pt x="332" y="8377"/>
                  </a:cubicBezTo>
                  <a:cubicBezTo>
                    <a:pt x="378" y="8425"/>
                    <a:pt x="430" y="8445"/>
                    <a:pt x="480" y="8445"/>
                  </a:cubicBezTo>
                  <a:cubicBezTo>
                    <a:pt x="639" y="8445"/>
                    <a:pt x="776" y="8242"/>
                    <a:pt x="630" y="8089"/>
                  </a:cubicBezTo>
                  <a:cubicBezTo>
                    <a:pt x="428" y="7882"/>
                    <a:pt x="361" y="7575"/>
                    <a:pt x="457" y="7301"/>
                  </a:cubicBezTo>
                  <a:lnTo>
                    <a:pt x="1297" y="4815"/>
                  </a:lnTo>
                  <a:cubicBezTo>
                    <a:pt x="1306" y="4781"/>
                    <a:pt x="1311" y="4748"/>
                    <a:pt x="1306" y="4714"/>
                  </a:cubicBezTo>
                  <a:cubicBezTo>
                    <a:pt x="1263" y="4474"/>
                    <a:pt x="1244" y="4234"/>
                    <a:pt x="1244" y="3994"/>
                  </a:cubicBezTo>
                  <a:cubicBezTo>
                    <a:pt x="1244" y="2544"/>
                    <a:pt x="1964" y="1191"/>
                    <a:pt x="3169" y="384"/>
                  </a:cubicBezTo>
                  <a:cubicBezTo>
                    <a:pt x="3359" y="258"/>
                    <a:pt x="3232" y="0"/>
                    <a:pt x="30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89"/>
            <p:cNvSpPr/>
            <p:nvPr/>
          </p:nvSpPr>
          <p:spPr>
            <a:xfrm>
              <a:off x="1438289" y="2421723"/>
              <a:ext cx="189523" cy="168901"/>
            </a:xfrm>
            <a:custGeom>
              <a:rect b="b" l="l" r="r" t="t"/>
              <a:pathLst>
                <a:path extrusionOk="0" h="6446" w="7233">
                  <a:moveTo>
                    <a:pt x="2116" y="1"/>
                  </a:moveTo>
                  <a:cubicBezTo>
                    <a:pt x="1476" y="1"/>
                    <a:pt x="830" y="130"/>
                    <a:pt x="219" y="395"/>
                  </a:cubicBezTo>
                  <a:cubicBezTo>
                    <a:pt x="1" y="492"/>
                    <a:pt x="98" y="794"/>
                    <a:pt x="297" y="794"/>
                  </a:cubicBezTo>
                  <a:cubicBezTo>
                    <a:pt x="325" y="794"/>
                    <a:pt x="355" y="788"/>
                    <a:pt x="387" y="774"/>
                  </a:cubicBezTo>
                  <a:cubicBezTo>
                    <a:pt x="939" y="534"/>
                    <a:pt x="1539" y="414"/>
                    <a:pt x="2144" y="414"/>
                  </a:cubicBezTo>
                  <a:cubicBezTo>
                    <a:pt x="5034" y="433"/>
                    <a:pt x="7184" y="3198"/>
                    <a:pt x="6234" y="6175"/>
                  </a:cubicBezTo>
                  <a:cubicBezTo>
                    <a:pt x="6184" y="6336"/>
                    <a:pt x="6312" y="6446"/>
                    <a:pt x="6439" y="6446"/>
                  </a:cubicBezTo>
                  <a:cubicBezTo>
                    <a:pt x="6519" y="6446"/>
                    <a:pt x="6599" y="6402"/>
                    <a:pt x="6632" y="6299"/>
                  </a:cubicBezTo>
                  <a:cubicBezTo>
                    <a:pt x="7232" y="4413"/>
                    <a:pt x="6695" y="2574"/>
                    <a:pt x="5461" y="1365"/>
                  </a:cubicBezTo>
                  <a:cubicBezTo>
                    <a:pt x="4547" y="473"/>
                    <a:pt x="3341" y="1"/>
                    <a:pt x="21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89"/>
            <p:cNvSpPr/>
            <p:nvPr/>
          </p:nvSpPr>
          <p:spPr>
            <a:xfrm>
              <a:off x="1517211" y="2599743"/>
              <a:ext cx="87438" cy="187531"/>
            </a:xfrm>
            <a:custGeom>
              <a:rect b="b" l="l" r="r" t="t"/>
              <a:pathLst>
                <a:path extrusionOk="0" h="7157" w="3337">
                  <a:moveTo>
                    <a:pt x="3102" y="0"/>
                  </a:moveTo>
                  <a:cubicBezTo>
                    <a:pt x="3027" y="0"/>
                    <a:pt x="2955" y="40"/>
                    <a:pt x="2915" y="110"/>
                  </a:cubicBezTo>
                  <a:cubicBezTo>
                    <a:pt x="2723" y="475"/>
                    <a:pt x="2233" y="1080"/>
                    <a:pt x="2233" y="2184"/>
                  </a:cubicBezTo>
                  <a:lnTo>
                    <a:pt x="2233" y="6662"/>
                  </a:lnTo>
                  <a:cubicBezTo>
                    <a:pt x="2233" y="6706"/>
                    <a:pt x="2195" y="6739"/>
                    <a:pt x="2151" y="6739"/>
                  </a:cubicBezTo>
                  <a:lnTo>
                    <a:pt x="274" y="6739"/>
                  </a:lnTo>
                  <a:cubicBezTo>
                    <a:pt x="1" y="6739"/>
                    <a:pt x="1" y="7157"/>
                    <a:pt x="274" y="7157"/>
                  </a:cubicBezTo>
                  <a:lnTo>
                    <a:pt x="2151" y="7157"/>
                  </a:lnTo>
                  <a:cubicBezTo>
                    <a:pt x="2425" y="7152"/>
                    <a:pt x="2646" y="6936"/>
                    <a:pt x="2646" y="6662"/>
                  </a:cubicBezTo>
                  <a:lnTo>
                    <a:pt x="2646" y="2184"/>
                  </a:lnTo>
                  <a:cubicBezTo>
                    <a:pt x="2646" y="1205"/>
                    <a:pt x="3073" y="701"/>
                    <a:pt x="3284" y="307"/>
                  </a:cubicBezTo>
                  <a:cubicBezTo>
                    <a:pt x="3337" y="206"/>
                    <a:pt x="3299" y="77"/>
                    <a:pt x="3198" y="24"/>
                  </a:cubicBezTo>
                  <a:cubicBezTo>
                    <a:pt x="3167" y="8"/>
                    <a:pt x="3134" y="0"/>
                    <a:pt x="31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89"/>
            <p:cNvSpPr/>
            <p:nvPr/>
          </p:nvSpPr>
          <p:spPr>
            <a:xfrm>
              <a:off x="1406899" y="2577392"/>
              <a:ext cx="28744" cy="18578"/>
            </a:xfrm>
            <a:custGeom>
              <a:rect b="b" l="l" r="r" t="t"/>
              <a:pathLst>
                <a:path extrusionOk="0" h="709" w="1097">
                  <a:moveTo>
                    <a:pt x="795" y="0"/>
                  </a:moveTo>
                  <a:cubicBezTo>
                    <a:pt x="761" y="0"/>
                    <a:pt x="724" y="10"/>
                    <a:pt x="687" y="32"/>
                  </a:cubicBezTo>
                  <a:lnTo>
                    <a:pt x="183" y="320"/>
                  </a:lnTo>
                  <a:cubicBezTo>
                    <a:pt x="1" y="426"/>
                    <a:pt x="73" y="709"/>
                    <a:pt x="289" y="709"/>
                  </a:cubicBezTo>
                  <a:cubicBezTo>
                    <a:pt x="323" y="709"/>
                    <a:pt x="356" y="699"/>
                    <a:pt x="390" y="680"/>
                  </a:cubicBezTo>
                  <a:lnTo>
                    <a:pt x="894" y="392"/>
                  </a:lnTo>
                  <a:cubicBezTo>
                    <a:pt x="1096" y="275"/>
                    <a:pt x="978" y="0"/>
                    <a:pt x="7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89"/>
            <p:cNvSpPr/>
            <p:nvPr/>
          </p:nvSpPr>
          <p:spPr>
            <a:xfrm>
              <a:off x="1549912" y="2578650"/>
              <a:ext cx="28587" cy="18578"/>
            </a:xfrm>
            <a:custGeom>
              <a:rect b="b" l="l" r="r" t="t"/>
              <a:pathLst>
                <a:path extrusionOk="0" h="709" w="1091">
                  <a:moveTo>
                    <a:pt x="300" y="0"/>
                  </a:moveTo>
                  <a:cubicBezTo>
                    <a:pt x="115" y="0"/>
                    <a:pt x="0" y="275"/>
                    <a:pt x="202" y="392"/>
                  </a:cubicBezTo>
                  <a:cubicBezTo>
                    <a:pt x="702" y="670"/>
                    <a:pt x="711" y="709"/>
                    <a:pt x="807" y="709"/>
                  </a:cubicBezTo>
                  <a:cubicBezTo>
                    <a:pt x="1019" y="709"/>
                    <a:pt x="1091" y="430"/>
                    <a:pt x="913" y="325"/>
                  </a:cubicBezTo>
                  <a:lnTo>
                    <a:pt x="409" y="32"/>
                  </a:lnTo>
                  <a:cubicBezTo>
                    <a:pt x="371" y="10"/>
                    <a:pt x="334"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89"/>
            <p:cNvSpPr/>
            <p:nvPr/>
          </p:nvSpPr>
          <p:spPr>
            <a:xfrm>
              <a:off x="1427022" y="2483116"/>
              <a:ext cx="133738" cy="199008"/>
            </a:xfrm>
            <a:custGeom>
              <a:rect b="b" l="l" r="r" t="t"/>
              <a:pathLst>
                <a:path extrusionOk="0" h="7595" w="5104">
                  <a:moveTo>
                    <a:pt x="1787" y="1883"/>
                  </a:moveTo>
                  <a:cubicBezTo>
                    <a:pt x="1880" y="1883"/>
                    <a:pt x="1974" y="1940"/>
                    <a:pt x="1974" y="2055"/>
                  </a:cubicBezTo>
                  <a:lnTo>
                    <a:pt x="1974" y="2228"/>
                  </a:lnTo>
                  <a:lnTo>
                    <a:pt x="1772" y="2228"/>
                  </a:lnTo>
                  <a:cubicBezTo>
                    <a:pt x="1676" y="2223"/>
                    <a:pt x="1599" y="2151"/>
                    <a:pt x="1599" y="2055"/>
                  </a:cubicBezTo>
                  <a:cubicBezTo>
                    <a:pt x="1599" y="1940"/>
                    <a:pt x="1693" y="1883"/>
                    <a:pt x="1787" y="1883"/>
                  </a:cubicBezTo>
                  <a:close/>
                  <a:moveTo>
                    <a:pt x="3313" y="1883"/>
                  </a:moveTo>
                  <a:cubicBezTo>
                    <a:pt x="3407" y="1883"/>
                    <a:pt x="3500" y="1940"/>
                    <a:pt x="3500" y="2055"/>
                  </a:cubicBezTo>
                  <a:cubicBezTo>
                    <a:pt x="3500" y="2151"/>
                    <a:pt x="3424" y="2223"/>
                    <a:pt x="3328" y="2228"/>
                  </a:cubicBezTo>
                  <a:lnTo>
                    <a:pt x="3126" y="2228"/>
                  </a:lnTo>
                  <a:lnTo>
                    <a:pt x="3126" y="2055"/>
                  </a:lnTo>
                  <a:cubicBezTo>
                    <a:pt x="3126" y="1940"/>
                    <a:pt x="3220" y="1883"/>
                    <a:pt x="3313" y="1883"/>
                  </a:cubicBezTo>
                  <a:close/>
                  <a:moveTo>
                    <a:pt x="2713" y="2641"/>
                  </a:moveTo>
                  <a:lnTo>
                    <a:pt x="2713" y="4768"/>
                  </a:lnTo>
                  <a:lnTo>
                    <a:pt x="2387" y="4768"/>
                  </a:lnTo>
                  <a:lnTo>
                    <a:pt x="2387" y="2641"/>
                  </a:lnTo>
                  <a:close/>
                  <a:moveTo>
                    <a:pt x="3380" y="5180"/>
                  </a:moveTo>
                  <a:lnTo>
                    <a:pt x="3380" y="5588"/>
                  </a:lnTo>
                  <a:lnTo>
                    <a:pt x="1719" y="5588"/>
                  </a:lnTo>
                  <a:lnTo>
                    <a:pt x="1719" y="5180"/>
                  </a:lnTo>
                  <a:close/>
                  <a:moveTo>
                    <a:pt x="3380" y="6001"/>
                  </a:moveTo>
                  <a:lnTo>
                    <a:pt x="3380" y="6241"/>
                  </a:lnTo>
                  <a:cubicBezTo>
                    <a:pt x="3380" y="6328"/>
                    <a:pt x="3308" y="6400"/>
                    <a:pt x="3222" y="6400"/>
                  </a:cubicBezTo>
                  <a:lnTo>
                    <a:pt x="1883" y="6400"/>
                  </a:lnTo>
                  <a:cubicBezTo>
                    <a:pt x="1791" y="6400"/>
                    <a:pt x="1719" y="6328"/>
                    <a:pt x="1719" y="6241"/>
                  </a:cubicBezTo>
                  <a:lnTo>
                    <a:pt x="1719" y="6001"/>
                  </a:lnTo>
                  <a:close/>
                  <a:moveTo>
                    <a:pt x="3011" y="6817"/>
                  </a:moveTo>
                  <a:cubicBezTo>
                    <a:pt x="2963" y="7028"/>
                    <a:pt x="2772" y="7176"/>
                    <a:pt x="2552" y="7177"/>
                  </a:cubicBezTo>
                  <a:lnTo>
                    <a:pt x="2552" y="7177"/>
                  </a:lnTo>
                  <a:cubicBezTo>
                    <a:pt x="2333" y="7176"/>
                    <a:pt x="2142" y="7028"/>
                    <a:pt x="2094" y="6817"/>
                  </a:cubicBezTo>
                  <a:close/>
                  <a:moveTo>
                    <a:pt x="2556" y="1"/>
                  </a:moveTo>
                  <a:cubicBezTo>
                    <a:pt x="2544" y="1"/>
                    <a:pt x="2533" y="1"/>
                    <a:pt x="2521" y="1"/>
                  </a:cubicBezTo>
                  <a:cubicBezTo>
                    <a:pt x="1551" y="15"/>
                    <a:pt x="687" y="620"/>
                    <a:pt x="342" y="1527"/>
                  </a:cubicBezTo>
                  <a:cubicBezTo>
                    <a:pt x="1" y="2435"/>
                    <a:pt x="246" y="3457"/>
                    <a:pt x="966" y="4110"/>
                  </a:cubicBezTo>
                  <a:cubicBezTo>
                    <a:pt x="1187" y="4312"/>
                    <a:pt x="1307" y="4600"/>
                    <a:pt x="1307" y="4897"/>
                  </a:cubicBezTo>
                  <a:lnTo>
                    <a:pt x="1307" y="6241"/>
                  </a:lnTo>
                  <a:cubicBezTo>
                    <a:pt x="1307" y="6476"/>
                    <a:pt x="1451" y="6683"/>
                    <a:pt x="1667" y="6774"/>
                  </a:cubicBezTo>
                  <a:cubicBezTo>
                    <a:pt x="1700" y="7235"/>
                    <a:pt x="2089" y="7595"/>
                    <a:pt x="2550" y="7595"/>
                  </a:cubicBezTo>
                  <a:cubicBezTo>
                    <a:pt x="3016" y="7595"/>
                    <a:pt x="3404" y="7235"/>
                    <a:pt x="3438" y="6774"/>
                  </a:cubicBezTo>
                  <a:cubicBezTo>
                    <a:pt x="3654" y="6683"/>
                    <a:pt x="3793" y="6472"/>
                    <a:pt x="3793" y="6241"/>
                  </a:cubicBezTo>
                  <a:lnTo>
                    <a:pt x="3793" y="4892"/>
                  </a:lnTo>
                  <a:cubicBezTo>
                    <a:pt x="3793" y="4816"/>
                    <a:pt x="3803" y="4739"/>
                    <a:pt x="3817" y="4662"/>
                  </a:cubicBezTo>
                  <a:cubicBezTo>
                    <a:pt x="3856" y="4503"/>
                    <a:pt x="3733" y="4406"/>
                    <a:pt x="3612" y="4406"/>
                  </a:cubicBezTo>
                  <a:cubicBezTo>
                    <a:pt x="3525" y="4406"/>
                    <a:pt x="3438" y="4456"/>
                    <a:pt x="3414" y="4571"/>
                  </a:cubicBezTo>
                  <a:cubicBezTo>
                    <a:pt x="3400" y="4633"/>
                    <a:pt x="3390" y="4700"/>
                    <a:pt x="3385" y="4768"/>
                  </a:cubicBezTo>
                  <a:lnTo>
                    <a:pt x="3126" y="4768"/>
                  </a:lnTo>
                  <a:lnTo>
                    <a:pt x="3126" y="2641"/>
                  </a:lnTo>
                  <a:lnTo>
                    <a:pt x="3328" y="2641"/>
                  </a:lnTo>
                  <a:cubicBezTo>
                    <a:pt x="3333" y="2641"/>
                    <a:pt x="3339" y="2641"/>
                    <a:pt x="3345" y="2641"/>
                  </a:cubicBezTo>
                  <a:cubicBezTo>
                    <a:pt x="3668" y="2641"/>
                    <a:pt x="3932" y="2381"/>
                    <a:pt x="3932" y="2055"/>
                  </a:cubicBezTo>
                  <a:cubicBezTo>
                    <a:pt x="3932" y="1730"/>
                    <a:pt x="3668" y="1470"/>
                    <a:pt x="3345" y="1470"/>
                  </a:cubicBezTo>
                  <a:cubicBezTo>
                    <a:pt x="3339" y="1470"/>
                    <a:pt x="3333" y="1470"/>
                    <a:pt x="3328" y="1470"/>
                  </a:cubicBezTo>
                  <a:lnTo>
                    <a:pt x="3299" y="1470"/>
                  </a:lnTo>
                  <a:cubicBezTo>
                    <a:pt x="2972" y="1470"/>
                    <a:pt x="2713" y="1734"/>
                    <a:pt x="2713" y="2055"/>
                  </a:cubicBezTo>
                  <a:lnTo>
                    <a:pt x="2713" y="2228"/>
                  </a:lnTo>
                  <a:lnTo>
                    <a:pt x="2387" y="2228"/>
                  </a:lnTo>
                  <a:lnTo>
                    <a:pt x="2387" y="2055"/>
                  </a:lnTo>
                  <a:cubicBezTo>
                    <a:pt x="2387" y="1734"/>
                    <a:pt x="2123" y="1470"/>
                    <a:pt x="1801" y="1470"/>
                  </a:cubicBezTo>
                  <a:lnTo>
                    <a:pt x="1772" y="1470"/>
                  </a:lnTo>
                  <a:cubicBezTo>
                    <a:pt x="1455" y="1479"/>
                    <a:pt x="1206" y="1739"/>
                    <a:pt x="1206" y="2055"/>
                  </a:cubicBezTo>
                  <a:cubicBezTo>
                    <a:pt x="1206" y="2372"/>
                    <a:pt x="1455" y="2631"/>
                    <a:pt x="1772" y="2641"/>
                  </a:cubicBezTo>
                  <a:lnTo>
                    <a:pt x="1974" y="2641"/>
                  </a:lnTo>
                  <a:lnTo>
                    <a:pt x="1974" y="4768"/>
                  </a:lnTo>
                  <a:lnTo>
                    <a:pt x="1715" y="4768"/>
                  </a:lnTo>
                  <a:cubicBezTo>
                    <a:pt x="1681" y="4398"/>
                    <a:pt x="1513" y="4052"/>
                    <a:pt x="1239" y="3803"/>
                  </a:cubicBezTo>
                  <a:cubicBezTo>
                    <a:pt x="644" y="3260"/>
                    <a:pt x="443" y="2411"/>
                    <a:pt x="731" y="1657"/>
                  </a:cubicBezTo>
                  <a:cubicBezTo>
                    <a:pt x="1023" y="908"/>
                    <a:pt x="1743" y="414"/>
                    <a:pt x="2545" y="414"/>
                  </a:cubicBezTo>
                  <a:lnTo>
                    <a:pt x="2593" y="414"/>
                  </a:lnTo>
                  <a:cubicBezTo>
                    <a:pt x="3635" y="447"/>
                    <a:pt x="4470" y="1292"/>
                    <a:pt x="4494" y="2334"/>
                  </a:cubicBezTo>
                  <a:lnTo>
                    <a:pt x="4494" y="2363"/>
                  </a:lnTo>
                  <a:cubicBezTo>
                    <a:pt x="4494" y="2891"/>
                    <a:pt x="4278" y="3400"/>
                    <a:pt x="3894" y="3769"/>
                  </a:cubicBezTo>
                  <a:cubicBezTo>
                    <a:pt x="3738" y="3914"/>
                    <a:pt x="3875" y="4128"/>
                    <a:pt x="4037" y="4128"/>
                  </a:cubicBezTo>
                  <a:cubicBezTo>
                    <a:pt x="4084" y="4128"/>
                    <a:pt x="4133" y="4110"/>
                    <a:pt x="4177" y="4067"/>
                  </a:cubicBezTo>
                  <a:cubicBezTo>
                    <a:pt x="4883" y="3400"/>
                    <a:pt x="5104" y="2367"/>
                    <a:pt x="4734" y="1470"/>
                  </a:cubicBezTo>
                  <a:cubicBezTo>
                    <a:pt x="4374" y="583"/>
                    <a:pt x="3512" y="1"/>
                    <a:pt x="25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89"/>
            <p:cNvSpPr/>
            <p:nvPr/>
          </p:nvSpPr>
          <p:spPr>
            <a:xfrm>
              <a:off x="1488415" y="2449996"/>
              <a:ext cx="10848" cy="26071"/>
            </a:xfrm>
            <a:custGeom>
              <a:rect b="b" l="l" r="r" t="t"/>
              <a:pathLst>
                <a:path extrusionOk="0" h="995" w="414">
                  <a:moveTo>
                    <a:pt x="207" y="0"/>
                  </a:moveTo>
                  <a:cubicBezTo>
                    <a:pt x="104" y="0"/>
                    <a:pt x="1" y="70"/>
                    <a:pt x="1" y="209"/>
                  </a:cubicBezTo>
                  <a:lnTo>
                    <a:pt x="1" y="790"/>
                  </a:lnTo>
                  <a:cubicBezTo>
                    <a:pt x="1" y="927"/>
                    <a:pt x="104" y="995"/>
                    <a:pt x="207" y="995"/>
                  </a:cubicBezTo>
                  <a:cubicBezTo>
                    <a:pt x="310" y="995"/>
                    <a:pt x="413" y="927"/>
                    <a:pt x="413" y="790"/>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89"/>
            <p:cNvSpPr/>
            <p:nvPr/>
          </p:nvSpPr>
          <p:spPr>
            <a:xfrm>
              <a:off x="1441276" y="2461708"/>
              <a:ext cx="21014" cy="24080"/>
            </a:xfrm>
            <a:custGeom>
              <a:rect b="b" l="l" r="r" t="t"/>
              <a:pathLst>
                <a:path extrusionOk="0" h="919" w="802">
                  <a:moveTo>
                    <a:pt x="281" y="1"/>
                  </a:moveTo>
                  <a:cubicBezTo>
                    <a:pt x="139" y="1"/>
                    <a:pt x="0" y="149"/>
                    <a:pt x="95" y="314"/>
                  </a:cubicBezTo>
                  <a:lnTo>
                    <a:pt x="383" y="813"/>
                  </a:lnTo>
                  <a:cubicBezTo>
                    <a:pt x="422" y="881"/>
                    <a:pt x="493" y="918"/>
                    <a:pt x="566" y="918"/>
                  </a:cubicBezTo>
                  <a:cubicBezTo>
                    <a:pt x="602" y="918"/>
                    <a:pt x="638" y="909"/>
                    <a:pt x="671" y="890"/>
                  </a:cubicBezTo>
                  <a:cubicBezTo>
                    <a:pt x="767" y="832"/>
                    <a:pt x="801" y="708"/>
                    <a:pt x="743" y="607"/>
                  </a:cubicBezTo>
                  <a:lnTo>
                    <a:pt x="455" y="108"/>
                  </a:lnTo>
                  <a:cubicBezTo>
                    <a:pt x="412" y="32"/>
                    <a:pt x="346"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89"/>
            <p:cNvSpPr/>
            <p:nvPr/>
          </p:nvSpPr>
          <p:spPr>
            <a:xfrm>
              <a:off x="1407135" y="2494514"/>
              <a:ext cx="27355" cy="18578"/>
            </a:xfrm>
            <a:custGeom>
              <a:rect b="b" l="l" r="r" t="t"/>
              <a:pathLst>
                <a:path extrusionOk="0" h="709" w="1044">
                  <a:moveTo>
                    <a:pt x="300" y="0"/>
                  </a:moveTo>
                  <a:cubicBezTo>
                    <a:pt x="116" y="0"/>
                    <a:pt x="1" y="274"/>
                    <a:pt x="203" y="392"/>
                  </a:cubicBezTo>
                  <a:cubicBezTo>
                    <a:pt x="702" y="670"/>
                    <a:pt x="712" y="708"/>
                    <a:pt x="808" y="708"/>
                  </a:cubicBezTo>
                  <a:cubicBezTo>
                    <a:pt x="880" y="708"/>
                    <a:pt x="947" y="665"/>
                    <a:pt x="986" y="603"/>
                  </a:cubicBezTo>
                  <a:cubicBezTo>
                    <a:pt x="1043" y="502"/>
                    <a:pt x="1010" y="377"/>
                    <a:pt x="909" y="320"/>
                  </a:cubicBezTo>
                  <a:lnTo>
                    <a:pt x="410" y="32"/>
                  </a:lnTo>
                  <a:cubicBezTo>
                    <a:pt x="372" y="10"/>
                    <a:pt x="335"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89"/>
            <p:cNvSpPr/>
            <p:nvPr/>
          </p:nvSpPr>
          <p:spPr>
            <a:xfrm>
              <a:off x="1395474" y="2539739"/>
              <a:ext cx="27801" cy="10822"/>
            </a:xfrm>
            <a:custGeom>
              <a:rect b="b" l="l" r="r" t="t"/>
              <a:pathLst>
                <a:path extrusionOk="0" h="413" w="1061">
                  <a:moveTo>
                    <a:pt x="279" y="0"/>
                  </a:moveTo>
                  <a:cubicBezTo>
                    <a:pt x="0" y="0"/>
                    <a:pt x="0" y="413"/>
                    <a:pt x="279" y="413"/>
                  </a:cubicBezTo>
                  <a:lnTo>
                    <a:pt x="855" y="413"/>
                  </a:lnTo>
                  <a:cubicBezTo>
                    <a:pt x="970" y="413"/>
                    <a:pt x="1061" y="322"/>
                    <a:pt x="1061" y="206"/>
                  </a:cubicBezTo>
                  <a:cubicBezTo>
                    <a:pt x="1061" y="91"/>
                    <a:pt x="970" y="0"/>
                    <a:pt x="8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89"/>
            <p:cNvSpPr/>
            <p:nvPr/>
          </p:nvSpPr>
          <p:spPr>
            <a:xfrm>
              <a:off x="1561127" y="2541233"/>
              <a:ext cx="27801" cy="10848"/>
            </a:xfrm>
            <a:custGeom>
              <a:rect b="b" l="l" r="r" t="t"/>
              <a:pathLst>
                <a:path extrusionOk="0" h="414" w="1061">
                  <a:moveTo>
                    <a:pt x="274" y="1"/>
                  </a:moveTo>
                  <a:cubicBezTo>
                    <a:pt x="0" y="1"/>
                    <a:pt x="0" y="413"/>
                    <a:pt x="274" y="413"/>
                  </a:cubicBezTo>
                  <a:lnTo>
                    <a:pt x="855" y="413"/>
                  </a:lnTo>
                  <a:cubicBezTo>
                    <a:pt x="970" y="413"/>
                    <a:pt x="1061" y="322"/>
                    <a:pt x="1061" y="207"/>
                  </a:cubicBezTo>
                  <a:cubicBezTo>
                    <a:pt x="1061" y="92"/>
                    <a:pt x="970" y="1"/>
                    <a:pt x="8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89"/>
            <p:cNvSpPr/>
            <p:nvPr/>
          </p:nvSpPr>
          <p:spPr>
            <a:xfrm>
              <a:off x="1550646" y="2495772"/>
              <a:ext cx="29137" cy="18656"/>
            </a:xfrm>
            <a:custGeom>
              <a:rect b="b" l="l" r="r" t="t"/>
              <a:pathLst>
                <a:path extrusionOk="0" h="712" w="1112">
                  <a:moveTo>
                    <a:pt x="812" y="0"/>
                  </a:moveTo>
                  <a:cubicBezTo>
                    <a:pt x="777" y="0"/>
                    <a:pt x="740" y="10"/>
                    <a:pt x="702" y="32"/>
                  </a:cubicBezTo>
                  <a:lnTo>
                    <a:pt x="203" y="320"/>
                  </a:lnTo>
                  <a:cubicBezTo>
                    <a:pt x="1" y="437"/>
                    <a:pt x="116" y="711"/>
                    <a:pt x="301" y="711"/>
                  </a:cubicBezTo>
                  <a:cubicBezTo>
                    <a:pt x="335" y="711"/>
                    <a:pt x="372" y="701"/>
                    <a:pt x="410" y="680"/>
                  </a:cubicBezTo>
                  <a:lnTo>
                    <a:pt x="909" y="392"/>
                  </a:lnTo>
                  <a:cubicBezTo>
                    <a:pt x="1111" y="274"/>
                    <a:pt x="996" y="0"/>
                    <a:pt x="8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89"/>
            <p:cNvSpPr/>
            <p:nvPr/>
          </p:nvSpPr>
          <p:spPr>
            <a:xfrm>
              <a:off x="1524155" y="2462416"/>
              <a:ext cx="22010" cy="24159"/>
            </a:xfrm>
            <a:custGeom>
              <a:rect b="b" l="l" r="r" t="t"/>
              <a:pathLst>
                <a:path extrusionOk="0" h="922" w="840">
                  <a:moveTo>
                    <a:pt x="556" y="1"/>
                  </a:moveTo>
                  <a:cubicBezTo>
                    <a:pt x="492" y="1"/>
                    <a:pt x="427" y="31"/>
                    <a:pt x="384" y="105"/>
                  </a:cubicBezTo>
                  <a:lnTo>
                    <a:pt x="96" y="609"/>
                  </a:lnTo>
                  <a:cubicBezTo>
                    <a:pt x="0" y="773"/>
                    <a:pt x="140" y="922"/>
                    <a:pt x="281" y="922"/>
                  </a:cubicBezTo>
                  <a:cubicBezTo>
                    <a:pt x="346" y="922"/>
                    <a:pt x="412" y="890"/>
                    <a:pt x="456" y="815"/>
                  </a:cubicBezTo>
                  <a:lnTo>
                    <a:pt x="744" y="316"/>
                  </a:lnTo>
                  <a:cubicBezTo>
                    <a:pt x="840" y="150"/>
                    <a:pt x="699" y="1"/>
                    <a:pt x="5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6" name="Google Shape;19386;p89"/>
          <p:cNvGrpSpPr/>
          <p:nvPr/>
        </p:nvGrpSpPr>
        <p:grpSpPr>
          <a:xfrm>
            <a:off x="3507658" y="3832256"/>
            <a:ext cx="395474" cy="312491"/>
            <a:chOff x="3507658" y="3832256"/>
            <a:chExt cx="395474" cy="312491"/>
          </a:xfrm>
        </p:grpSpPr>
        <p:sp>
          <p:nvSpPr>
            <p:cNvPr id="19387" name="Google Shape;19387;p89"/>
            <p:cNvSpPr/>
            <p:nvPr/>
          </p:nvSpPr>
          <p:spPr>
            <a:xfrm>
              <a:off x="3526655" y="3837680"/>
              <a:ext cx="355358" cy="301460"/>
            </a:xfrm>
            <a:custGeom>
              <a:rect b="b" l="l" r="r" t="t"/>
              <a:pathLst>
                <a:path extrusionOk="0" h="11505" w="13562">
                  <a:moveTo>
                    <a:pt x="8492" y="0"/>
                  </a:moveTo>
                  <a:cubicBezTo>
                    <a:pt x="7671" y="0"/>
                    <a:pt x="6875" y="612"/>
                    <a:pt x="6832" y="1578"/>
                  </a:cubicBezTo>
                  <a:lnTo>
                    <a:pt x="6827" y="1578"/>
                  </a:lnTo>
                  <a:cubicBezTo>
                    <a:pt x="6784" y="695"/>
                    <a:pt x="6059" y="3"/>
                    <a:pt x="5175" y="3"/>
                  </a:cubicBezTo>
                  <a:cubicBezTo>
                    <a:pt x="4940" y="3"/>
                    <a:pt x="4705" y="56"/>
                    <a:pt x="4494" y="152"/>
                  </a:cubicBezTo>
                  <a:cubicBezTo>
                    <a:pt x="4283" y="248"/>
                    <a:pt x="4095" y="387"/>
                    <a:pt x="3947" y="555"/>
                  </a:cubicBezTo>
                  <a:cubicBezTo>
                    <a:pt x="3811" y="525"/>
                    <a:pt x="3675" y="510"/>
                    <a:pt x="3540" y="510"/>
                  </a:cubicBezTo>
                  <a:cubicBezTo>
                    <a:pt x="2792" y="510"/>
                    <a:pt x="2102" y="969"/>
                    <a:pt x="1830" y="1693"/>
                  </a:cubicBezTo>
                  <a:cubicBezTo>
                    <a:pt x="1815" y="1741"/>
                    <a:pt x="1796" y="1789"/>
                    <a:pt x="1786" y="1837"/>
                  </a:cubicBezTo>
                  <a:cubicBezTo>
                    <a:pt x="1666" y="2250"/>
                    <a:pt x="1700" y="2696"/>
                    <a:pt x="1878" y="3090"/>
                  </a:cubicBezTo>
                  <a:lnTo>
                    <a:pt x="1834" y="3104"/>
                  </a:lnTo>
                  <a:cubicBezTo>
                    <a:pt x="884" y="3440"/>
                    <a:pt x="217" y="4290"/>
                    <a:pt x="111" y="5288"/>
                  </a:cubicBezTo>
                  <a:cubicBezTo>
                    <a:pt x="1" y="6287"/>
                    <a:pt x="481" y="7257"/>
                    <a:pt x="1340" y="7785"/>
                  </a:cubicBezTo>
                  <a:cubicBezTo>
                    <a:pt x="500" y="8997"/>
                    <a:pt x="1373" y="10646"/>
                    <a:pt x="2836" y="10646"/>
                  </a:cubicBezTo>
                  <a:cubicBezTo>
                    <a:pt x="2845" y="10646"/>
                    <a:pt x="2853" y="10646"/>
                    <a:pt x="2862" y="10645"/>
                  </a:cubicBezTo>
                  <a:cubicBezTo>
                    <a:pt x="3135" y="10641"/>
                    <a:pt x="3399" y="10578"/>
                    <a:pt x="3644" y="10458"/>
                  </a:cubicBezTo>
                  <a:cubicBezTo>
                    <a:pt x="3898" y="11094"/>
                    <a:pt x="4509" y="11503"/>
                    <a:pt x="5181" y="11503"/>
                  </a:cubicBezTo>
                  <a:cubicBezTo>
                    <a:pt x="5235" y="11503"/>
                    <a:pt x="5289" y="11500"/>
                    <a:pt x="5343" y="11495"/>
                  </a:cubicBezTo>
                  <a:cubicBezTo>
                    <a:pt x="6078" y="11418"/>
                    <a:pt x="6673" y="10871"/>
                    <a:pt x="6803" y="10141"/>
                  </a:cubicBezTo>
                  <a:cubicBezTo>
                    <a:pt x="6812" y="10093"/>
                    <a:pt x="6817" y="10045"/>
                    <a:pt x="6822" y="9997"/>
                  </a:cubicBezTo>
                  <a:cubicBezTo>
                    <a:pt x="6827" y="9969"/>
                    <a:pt x="6827" y="9940"/>
                    <a:pt x="6827" y="9911"/>
                  </a:cubicBezTo>
                  <a:cubicBezTo>
                    <a:pt x="6832" y="9940"/>
                    <a:pt x="6832" y="9964"/>
                    <a:pt x="6832" y="9988"/>
                  </a:cubicBezTo>
                  <a:cubicBezTo>
                    <a:pt x="6836" y="10026"/>
                    <a:pt x="6841" y="10060"/>
                    <a:pt x="6846" y="10093"/>
                  </a:cubicBezTo>
                  <a:cubicBezTo>
                    <a:pt x="6971" y="10900"/>
                    <a:pt x="7662" y="11500"/>
                    <a:pt x="8478" y="11505"/>
                  </a:cubicBezTo>
                  <a:cubicBezTo>
                    <a:pt x="8809" y="11505"/>
                    <a:pt x="9136" y="11404"/>
                    <a:pt x="9414" y="11212"/>
                  </a:cubicBezTo>
                  <a:cubicBezTo>
                    <a:pt x="9683" y="11025"/>
                    <a:pt x="9889" y="10765"/>
                    <a:pt x="10014" y="10463"/>
                  </a:cubicBezTo>
                  <a:cubicBezTo>
                    <a:pt x="10254" y="10578"/>
                    <a:pt x="10523" y="10645"/>
                    <a:pt x="10792" y="10645"/>
                  </a:cubicBezTo>
                  <a:cubicBezTo>
                    <a:pt x="10799" y="10646"/>
                    <a:pt x="10805" y="10646"/>
                    <a:pt x="10812" y="10646"/>
                  </a:cubicBezTo>
                  <a:cubicBezTo>
                    <a:pt x="11677" y="10646"/>
                    <a:pt x="12420" y="10039"/>
                    <a:pt x="12601" y="9196"/>
                  </a:cubicBezTo>
                  <a:cubicBezTo>
                    <a:pt x="12611" y="9157"/>
                    <a:pt x="12616" y="9119"/>
                    <a:pt x="12621" y="9081"/>
                  </a:cubicBezTo>
                  <a:cubicBezTo>
                    <a:pt x="12630" y="9013"/>
                    <a:pt x="12635" y="8951"/>
                    <a:pt x="12640" y="8884"/>
                  </a:cubicBezTo>
                  <a:cubicBezTo>
                    <a:pt x="12654" y="8490"/>
                    <a:pt x="12539" y="8106"/>
                    <a:pt x="12318" y="7785"/>
                  </a:cubicBezTo>
                  <a:cubicBezTo>
                    <a:pt x="12433" y="7713"/>
                    <a:pt x="12544" y="7636"/>
                    <a:pt x="12645" y="7545"/>
                  </a:cubicBezTo>
                  <a:cubicBezTo>
                    <a:pt x="12673" y="7521"/>
                    <a:pt x="12702" y="7492"/>
                    <a:pt x="12731" y="7468"/>
                  </a:cubicBezTo>
                  <a:cubicBezTo>
                    <a:pt x="12793" y="7410"/>
                    <a:pt x="12851" y="7353"/>
                    <a:pt x="12909" y="7285"/>
                  </a:cubicBezTo>
                  <a:cubicBezTo>
                    <a:pt x="13331" y="6810"/>
                    <a:pt x="13562" y="6200"/>
                    <a:pt x="13562" y="5567"/>
                  </a:cubicBezTo>
                  <a:cubicBezTo>
                    <a:pt x="13562" y="4444"/>
                    <a:pt x="12846" y="3445"/>
                    <a:pt x="11781" y="3090"/>
                  </a:cubicBezTo>
                  <a:cubicBezTo>
                    <a:pt x="11968" y="2677"/>
                    <a:pt x="11997" y="2211"/>
                    <a:pt x="11857" y="1779"/>
                  </a:cubicBezTo>
                  <a:cubicBezTo>
                    <a:pt x="11848" y="1751"/>
                    <a:pt x="11838" y="1722"/>
                    <a:pt x="11829" y="1693"/>
                  </a:cubicBezTo>
                  <a:cubicBezTo>
                    <a:pt x="11556" y="969"/>
                    <a:pt x="10862" y="510"/>
                    <a:pt x="10116" y="510"/>
                  </a:cubicBezTo>
                  <a:cubicBezTo>
                    <a:pt x="9982" y="510"/>
                    <a:pt x="9847" y="525"/>
                    <a:pt x="9712" y="555"/>
                  </a:cubicBezTo>
                  <a:cubicBezTo>
                    <a:pt x="9371" y="173"/>
                    <a:pt x="8928" y="0"/>
                    <a:pt x="8492"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89"/>
            <p:cNvSpPr/>
            <p:nvPr/>
          </p:nvSpPr>
          <p:spPr>
            <a:xfrm>
              <a:off x="3526655" y="3918751"/>
              <a:ext cx="331593" cy="220389"/>
            </a:xfrm>
            <a:custGeom>
              <a:rect b="b" l="l" r="r" t="t"/>
              <a:pathLst>
                <a:path extrusionOk="0" h="8411" w="12655">
                  <a:moveTo>
                    <a:pt x="1882" y="1"/>
                  </a:moveTo>
                  <a:cubicBezTo>
                    <a:pt x="922" y="318"/>
                    <a:pt x="231" y="1167"/>
                    <a:pt x="116" y="2170"/>
                  </a:cubicBezTo>
                  <a:cubicBezTo>
                    <a:pt x="1" y="3178"/>
                    <a:pt x="481" y="4163"/>
                    <a:pt x="1340" y="4691"/>
                  </a:cubicBezTo>
                  <a:cubicBezTo>
                    <a:pt x="870" y="5372"/>
                    <a:pt x="922" y="6289"/>
                    <a:pt x="1460" y="6918"/>
                  </a:cubicBezTo>
                  <a:cubicBezTo>
                    <a:pt x="1817" y="7331"/>
                    <a:pt x="2327" y="7552"/>
                    <a:pt x="2847" y="7552"/>
                  </a:cubicBezTo>
                  <a:cubicBezTo>
                    <a:pt x="3117" y="7552"/>
                    <a:pt x="3390" y="7492"/>
                    <a:pt x="3644" y="7369"/>
                  </a:cubicBezTo>
                  <a:cubicBezTo>
                    <a:pt x="3896" y="7997"/>
                    <a:pt x="4507" y="8405"/>
                    <a:pt x="5173" y="8405"/>
                  </a:cubicBezTo>
                  <a:cubicBezTo>
                    <a:pt x="5229" y="8405"/>
                    <a:pt x="5286" y="8402"/>
                    <a:pt x="5343" y="8396"/>
                  </a:cubicBezTo>
                  <a:cubicBezTo>
                    <a:pt x="6078" y="8324"/>
                    <a:pt x="6673" y="7777"/>
                    <a:pt x="6808" y="7052"/>
                  </a:cubicBezTo>
                  <a:cubicBezTo>
                    <a:pt x="6817" y="7004"/>
                    <a:pt x="6822" y="6951"/>
                    <a:pt x="6827" y="6903"/>
                  </a:cubicBezTo>
                  <a:cubicBezTo>
                    <a:pt x="6827" y="6875"/>
                    <a:pt x="6832" y="6846"/>
                    <a:pt x="6832" y="6822"/>
                  </a:cubicBezTo>
                  <a:cubicBezTo>
                    <a:pt x="6832" y="6846"/>
                    <a:pt x="6832" y="6870"/>
                    <a:pt x="6836" y="6899"/>
                  </a:cubicBezTo>
                  <a:cubicBezTo>
                    <a:pt x="6836" y="6932"/>
                    <a:pt x="6841" y="6966"/>
                    <a:pt x="6851" y="7004"/>
                  </a:cubicBezTo>
                  <a:cubicBezTo>
                    <a:pt x="6976" y="7811"/>
                    <a:pt x="7667" y="8406"/>
                    <a:pt x="8483" y="8411"/>
                  </a:cubicBezTo>
                  <a:cubicBezTo>
                    <a:pt x="8819" y="8411"/>
                    <a:pt x="9145" y="8310"/>
                    <a:pt x="9419" y="8118"/>
                  </a:cubicBezTo>
                  <a:cubicBezTo>
                    <a:pt x="9688" y="7931"/>
                    <a:pt x="9899" y="7671"/>
                    <a:pt x="10019" y="7369"/>
                  </a:cubicBezTo>
                  <a:cubicBezTo>
                    <a:pt x="10264" y="7484"/>
                    <a:pt x="10528" y="7551"/>
                    <a:pt x="10801" y="7551"/>
                  </a:cubicBezTo>
                  <a:cubicBezTo>
                    <a:pt x="10808" y="7552"/>
                    <a:pt x="10815" y="7552"/>
                    <a:pt x="10822" y="7552"/>
                  </a:cubicBezTo>
                  <a:cubicBezTo>
                    <a:pt x="11682" y="7552"/>
                    <a:pt x="12430" y="6945"/>
                    <a:pt x="12611" y="6097"/>
                  </a:cubicBezTo>
                  <a:cubicBezTo>
                    <a:pt x="12616" y="6063"/>
                    <a:pt x="12625" y="6025"/>
                    <a:pt x="12630" y="5987"/>
                  </a:cubicBezTo>
                  <a:cubicBezTo>
                    <a:pt x="12640" y="5919"/>
                    <a:pt x="12645" y="5857"/>
                    <a:pt x="12645" y="5790"/>
                  </a:cubicBezTo>
                  <a:cubicBezTo>
                    <a:pt x="12654" y="5545"/>
                    <a:pt x="12611" y="5305"/>
                    <a:pt x="12525" y="5079"/>
                  </a:cubicBezTo>
                  <a:cubicBezTo>
                    <a:pt x="12252" y="5796"/>
                    <a:pt x="11567" y="6265"/>
                    <a:pt x="10803" y="6265"/>
                  </a:cubicBezTo>
                  <a:cubicBezTo>
                    <a:pt x="10800" y="6265"/>
                    <a:pt x="10796" y="6265"/>
                    <a:pt x="10792" y="6265"/>
                  </a:cubicBezTo>
                  <a:cubicBezTo>
                    <a:pt x="10561" y="6260"/>
                    <a:pt x="10336" y="6217"/>
                    <a:pt x="10125" y="6131"/>
                  </a:cubicBezTo>
                  <a:cubicBezTo>
                    <a:pt x="10108" y="6123"/>
                    <a:pt x="10091" y="6119"/>
                    <a:pt x="10074" y="6119"/>
                  </a:cubicBezTo>
                  <a:cubicBezTo>
                    <a:pt x="10029" y="6119"/>
                    <a:pt x="9987" y="6146"/>
                    <a:pt x="9966" y="6188"/>
                  </a:cubicBezTo>
                  <a:cubicBezTo>
                    <a:pt x="9837" y="6447"/>
                    <a:pt x="9649" y="6663"/>
                    <a:pt x="9414" y="6827"/>
                  </a:cubicBezTo>
                  <a:cubicBezTo>
                    <a:pt x="9140" y="7019"/>
                    <a:pt x="8814" y="7119"/>
                    <a:pt x="8478" y="7119"/>
                  </a:cubicBezTo>
                  <a:cubicBezTo>
                    <a:pt x="7662" y="7115"/>
                    <a:pt x="6971" y="6519"/>
                    <a:pt x="6846" y="5713"/>
                  </a:cubicBezTo>
                  <a:cubicBezTo>
                    <a:pt x="6836" y="5651"/>
                    <a:pt x="6832" y="5593"/>
                    <a:pt x="6832" y="5531"/>
                  </a:cubicBezTo>
                  <a:cubicBezTo>
                    <a:pt x="6827" y="5607"/>
                    <a:pt x="6817" y="5684"/>
                    <a:pt x="6803" y="5761"/>
                  </a:cubicBezTo>
                  <a:cubicBezTo>
                    <a:pt x="6678" y="6452"/>
                    <a:pt x="6136" y="6990"/>
                    <a:pt x="5439" y="7100"/>
                  </a:cubicBezTo>
                  <a:cubicBezTo>
                    <a:pt x="5352" y="7114"/>
                    <a:pt x="5265" y="7121"/>
                    <a:pt x="5178" y="7121"/>
                  </a:cubicBezTo>
                  <a:cubicBezTo>
                    <a:pt x="4580" y="7121"/>
                    <a:pt x="4019" y="6796"/>
                    <a:pt x="3726" y="6255"/>
                  </a:cubicBezTo>
                  <a:cubicBezTo>
                    <a:pt x="3677" y="6161"/>
                    <a:pt x="3573" y="6101"/>
                    <a:pt x="3466" y="6101"/>
                  </a:cubicBezTo>
                  <a:cubicBezTo>
                    <a:pt x="3458" y="6101"/>
                    <a:pt x="3450" y="6101"/>
                    <a:pt x="3443" y="6102"/>
                  </a:cubicBezTo>
                  <a:cubicBezTo>
                    <a:pt x="3377" y="6107"/>
                    <a:pt x="3316" y="6110"/>
                    <a:pt x="3257" y="6110"/>
                  </a:cubicBezTo>
                  <a:cubicBezTo>
                    <a:pt x="2209" y="6110"/>
                    <a:pt x="2292" y="5283"/>
                    <a:pt x="2310" y="4892"/>
                  </a:cubicBezTo>
                  <a:cubicBezTo>
                    <a:pt x="2314" y="4767"/>
                    <a:pt x="2262" y="4647"/>
                    <a:pt x="2156" y="4571"/>
                  </a:cubicBezTo>
                  <a:cubicBezTo>
                    <a:pt x="1513" y="4095"/>
                    <a:pt x="1210" y="3332"/>
                    <a:pt x="1210" y="2473"/>
                  </a:cubicBezTo>
                  <a:cubicBezTo>
                    <a:pt x="1210" y="1940"/>
                    <a:pt x="1369" y="1422"/>
                    <a:pt x="1676" y="985"/>
                  </a:cubicBezTo>
                  <a:cubicBezTo>
                    <a:pt x="1815" y="802"/>
                    <a:pt x="1964" y="630"/>
                    <a:pt x="2132" y="471"/>
                  </a:cubicBezTo>
                  <a:cubicBezTo>
                    <a:pt x="2257" y="351"/>
                    <a:pt x="1983" y="159"/>
                    <a:pt x="1892" y="15"/>
                  </a:cubicBezTo>
                  <a:lnTo>
                    <a:pt x="1882"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89"/>
            <p:cNvSpPr/>
            <p:nvPr/>
          </p:nvSpPr>
          <p:spPr>
            <a:xfrm>
              <a:off x="3507658" y="3832256"/>
              <a:ext cx="395474" cy="312491"/>
            </a:xfrm>
            <a:custGeom>
              <a:rect b="b" l="l" r="r" t="t"/>
              <a:pathLst>
                <a:path extrusionOk="0" h="11926" w="15093">
                  <a:moveTo>
                    <a:pt x="5894" y="0"/>
                  </a:moveTo>
                  <a:cubicBezTo>
                    <a:pt x="5434" y="0"/>
                    <a:pt x="4970" y="169"/>
                    <a:pt x="4604" y="522"/>
                  </a:cubicBezTo>
                  <a:lnTo>
                    <a:pt x="4595" y="532"/>
                  </a:lnTo>
                  <a:lnTo>
                    <a:pt x="4580" y="532"/>
                  </a:lnTo>
                  <a:cubicBezTo>
                    <a:pt x="4472" y="515"/>
                    <a:pt x="4365" y="507"/>
                    <a:pt x="4260" y="507"/>
                  </a:cubicBezTo>
                  <a:cubicBezTo>
                    <a:pt x="2923" y="507"/>
                    <a:pt x="1901" y="1818"/>
                    <a:pt x="2315" y="3153"/>
                  </a:cubicBezTo>
                  <a:lnTo>
                    <a:pt x="2324" y="3177"/>
                  </a:lnTo>
                  <a:lnTo>
                    <a:pt x="2300" y="3187"/>
                  </a:lnTo>
                  <a:cubicBezTo>
                    <a:pt x="308" y="4051"/>
                    <a:pt x="1" y="6753"/>
                    <a:pt x="1753" y="8040"/>
                  </a:cubicBezTo>
                  <a:lnTo>
                    <a:pt x="1772" y="8054"/>
                  </a:lnTo>
                  <a:lnTo>
                    <a:pt x="1763" y="8073"/>
                  </a:lnTo>
                  <a:cubicBezTo>
                    <a:pt x="1364" y="8827"/>
                    <a:pt x="1465" y="9700"/>
                    <a:pt x="2031" y="10353"/>
                  </a:cubicBezTo>
                  <a:cubicBezTo>
                    <a:pt x="2418" y="10815"/>
                    <a:pt x="2982" y="11067"/>
                    <a:pt x="3560" y="11067"/>
                  </a:cubicBezTo>
                  <a:cubicBezTo>
                    <a:pt x="3786" y="11067"/>
                    <a:pt x="4014" y="11028"/>
                    <a:pt x="4235" y="10948"/>
                  </a:cubicBezTo>
                  <a:lnTo>
                    <a:pt x="4259" y="10939"/>
                  </a:lnTo>
                  <a:lnTo>
                    <a:pt x="4268" y="10958"/>
                  </a:lnTo>
                  <a:cubicBezTo>
                    <a:pt x="4393" y="11179"/>
                    <a:pt x="4561" y="11371"/>
                    <a:pt x="4758" y="11529"/>
                  </a:cubicBezTo>
                  <a:cubicBezTo>
                    <a:pt x="4801" y="11563"/>
                    <a:pt x="4846" y="11577"/>
                    <a:pt x="4888" y="11577"/>
                  </a:cubicBezTo>
                  <a:cubicBezTo>
                    <a:pt x="5062" y="11577"/>
                    <a:pt x="5195" y="11332"/>
                    <a:pt x="5017" y="11193"/>
                  </a:cubicBezTo>
                  <a:cubicBezTo>
                    <a:pt x="4816" y="11035"/>
                    <a:pt x="4657" y="10828"/>
                    <a:pt x="4556" y="10588"/>
                  </a:cubicBezTo>
                  <a:cubicBezTo>
                    <a:pt x="4525" y="10505"/>
                    <a:pt x="4446" y="10455"/>
                    <a:pt x="4363" y="10455"/>
                  </a:cubicBezTo>
                  <a:cubicBezTo>
                    <a:pt x="4332" y="10455"/>
                    <a:pt x="4299" y="10462"/>
                    <a:pt x="4268" y="10478"/>
                  </a:cubicBezTo>
                  <a:cubicBezTo>
                    <a:pt x="4037" y="10589"/>
                    <a:pt x="3799" y="10640"/>
                    <a:pt x="3568" y="10640"/>
                  </a:cubicBezTo>
                  <a:cubicBezTo>
                    <a:pt x="2661" y="10640"/>
                    <a:pt x="1855" y="9857"/>
                    <a:pt x="1955" y="8851"/>
                  </a:cubicBezTo>
                  <a:cubicBezTo>
                    <a:pt x="2041" y="8030"/>
                    <a:pt x="2737" y="7406"/>
                    <a:pt x="3563" y="7406"/>
                  </a:cubicBezTo>
                  <a:cubicBezTo>
                    <a:pt x="3822" y="7387"/>
                    <a:pt x="3822" y="7007"/>
                    <a:pt x="3563" y="6988"/>
                  </a:cubicBezTo>
                  <a:cubicBezTo>
                    <a:pt x="2972" y="6988"/>
                    <a:pt x="2415" y="7243"/>
                    <a:pt x="2027" y="7684"/>
                  </a:cubicBezTo>
                  <a:lnTo>
                    <a:pt x="2012" y="7704"/>
                  </a:lnTo>
                  <a:lnTo>
                    <a:pt x="1993" y="7689"/>
                  </a:lnTo>
                  <a:cubicBezTo>
                    <a:pt x="510" y="6590"/>
                    <a:pt x="779" y="4300"/>
                    <a:pt x="2473" y="3571"/>
                  </a:cubicBezTo>
                  <a:lnTo>
                    <a:pt x="2492" y="3561"/>
                  </a:lnTo>
                  <a:lnTo>
                    <a:pt x="2507" y="3580"/>
                  </a:lnTo>
                  <a:cubicBezTo>
                    <a:pt x="2876" y="4199"/>
                    <a:pt x="3539" y="4579"/>
                    <a:pt x="4259" y="4583"/>
                  </a:cubicBezTo>
                  <a:cubicBezTo>
                    <a:pt x="4518" y="4564"/>
                    <a:pt x="4518" y="4180"/>
                    <a:pt x="4259" y="4161"/>
                  </a:cubicBezTo>
                  <a:cubicBezTo>
                    <a:pt x="3356" y="4151"/>
                    <a:pt x="2636" y="3403"/>
                    <a:pt x="2660" y="2500"/>
                  </a:cubicBezTo>
                  <a:cubicBezTo>
                    <a:pt x="2688" y="1624"/>
                    <a:pt x="3404" y="933"/>
                    <a:pt x="4271" y="933"/>
                  </a:cubicBezTo>
                  <a:cubicBezTo>
                    <a:pt x="4297" y="933"/>
                    <a:pt x="4324" y="934"/>
                    <a:pt x="4350" y="935"/>
                  </a:cubicBezTo>
                  <a:cubicBezTo>
                    <a:pt x="4883" y="959"/>
                    <a:pt x="5368" y="1252"/>
                    <a:pt x="5641" y="1713"/>
                  </a:cubicBezTo>
                  <a:cubicBezTo>
                    <a:pt x="5687" y="1783"/>
                    <a:pt x="5750" y="1812"/>
                    <a:pt x="5813" y="1812"/>
                  </a:cubicBezTo>
                  <a:cubicBezTo>
                    <a:pt x="5956" y="1812"/>
                    <a:pt x="6095" y="1660"/>
                    <a:pt x="6001" y="1497"/>
                  </a:cubicBezTo>
                  <a:cubicBezTo>
                    <a:pt x="5795" y="1151"/>
                    <a:pt x="5488" y="873"/>
                    <a:pt x="5123" y="700"/>
                  </a:cubicBezTo>
                  <a:lnTo>
                    <a:pt x="5075" y="681"/>
                  </a:lnTo>
                  <a:lnTo>
                    <a:pt x="5118" y="652"/>
                  </a:lnTo>
                  <a:cubicBezTo>
                    <a:pt x="5364" y="496"/>
                    <a:pt x="5630" y="424"/>
                    <a:pt x="5890" y="424"/>
                  </a:cubicBezTo>
                  <a:cubicBezTo>
                    <a:pt x="6641" y="424"/>
                    <a:pt x="7336" y="1021"/>
                    <a:pt x="7336" y="1866"/>
                  </a:cubicBezTo>
                  <a:lnTo>
                    <a:pt x="7336" y="4934"/>
                  </a:lnTo>
                  <a:lnTo>
                    <a:pt x="7307" y="4934"/>
                  </a:lnTo>
                  <a:cubicBezTo>
                    <a:pt x="6880" y="4915"/>
                    <a:pt x="6587" y="4756"/>
                    <a:pt x="6390" y="4439"/>
                  </a:cubicBezTo>
                  <a:cubicBezTo>
                    <a:pt x="6345" y="4366"/>
                    <a:pt x="6280" y="4336"/>
                    <a:pt x="6215" y="4336"/>
                  </a:cubicBezTo>
                  <a:cubicBezTo>
                    <a:pt x="6069" y="4336"/>
                    <a:pt x="5927" y="4493"/>
                    <a:pt x="6030" y="4660"/>
                  </a:cubicBezTo>
                  <a:cubicBezTo>
                    <a:pt x="6304" y="5102"/>
                    <a:pt x="6731" y="5337"/>
                    <a:pt x="7307" y="5351"/>
                  </a:cubicBezTo>
                  <a:lnTo>
                    <a:pt x="7331" y="5351"/>
                  </a:lnTo>
                  <a:lnTo>
                    <a:pt x="7331" y="8553"/>
                  </a:lnTo>
                  <a:lnTo>
                    <a:pt x="7288" y="8510"/>
                  </a:lnTo>
                  <a:cubicBezTo>
                    <a:pt x="7009" y="8241"/>
                    <a:pt x="6640" y="8097"/>
                    <a:pt x="6256" y="8097"/>
                  </a:cubicBezTo>
                  <a:lnTo>
                    <a:pt x="4950" y="8097"/>
                  </a:lnTo>
                  <a:cubicBezTo>
                    <a:pt x="4691" y="8116"/>
                    <a:pt x="4691" y="8496"/>
                    <a:pt x="4950" y="8515"/>
                  </a:cubicBezTo>
                  <a:lnTo>
                    <a:pt x="6256" y="8515"/>
                  </a:lnTo>
                  <a:cubicBezTo>
                    <a:pt x="6851" y="8515"/>
                    <a:pt x="7336" y="9000"/>
                    <a:pt x="7336" y="9595"/>
                  </a:cubicBezTo>
                  <a:lnTo>
                    <a:pt x="7336" y="10060"/>
                  </a:lnTo>
                  <a:cubicBezTo>
                    <a:pt x="7336" y="10870"/>
                    <a:pt x="6677" y="11504"/>
                    <a:pt x="5899" y="11504"/>
                  </a:cubicBezTo>
                  <a:cubicBezTo>
                    <a:pt x="5823" y="11504"/>
                    <a:pt x="5747" y="11498"/>
                    <a:pt x="5670" y="11486"/>
                  </a:cubicBezTo>
                  <a:cubicBezTo>
                    <a:pt x="5663" y="11484"/>
                    <a:pt x="5657" y="11482"/>
                    <a:pt x="5651" y="11482"/>
                  </a:cubicBezTo>
                  <a:cubicBezTo>
                    <a:pt x="5646" y="11482"/>
                    <a:pt x="5641" y="11484"/>
                    <a:pt x="5636" y="11486"/>
                  </a:cubicBezTo>
                  <a:cubicBezTo>
                    <a:pt x="5629" y="11485"/>
                    <a:pt x="5621" y="11485"/>
                    <a:pt x="5614" y="11485"/>
                  </a:cubicBezTo>
                  <a:cubicBezTo>
                    <a:pt x="5352" y="11485"/>
                    <a:pt x="5327" y="11885"/>
                    <a:pt x="5603" y="11904"/>
                  </a:cubicBezTo>
                  <a:cubicBezTo>
                    <a:pt x="5699" y="11919"/>
                    <a:pt x="5795" y="11926"/>
                    <a:pt x="5890" y="11926"/>
                  </a:cubicBezTo>
                  <a:cubicBezTo>
                    <a:pt x="6560" y="11926"/>
                    <a:pt x="7187" y="11565"/>
                    <a:pt x="7523" y="10968"/>
                  </a:cubicBezTo>
                  <a:lnTo>
                    <a:pt x="7547" y="10924"/>
                  </a:lnTo>
                  <a:lnTo>
                    <a:pt x="7571" y="10968"/>
                  </a:lnTo>
                  <a:cubicBezTo>
                    <a:pt x="7903" y="11565"/>
                    <a:pt x="8533" y="11926"/>
                    <a:pt x="9204" y="11926"/>
                  </a:cubicBezTo>
                  <a:cubicBezTo>
                    <a:pt x="9299" y="11926"/>
                    <a:pt x="9395" y="11919"/>
                    <a:pt x="9491" y="11904"/>
                  </a:cubicBezTo>
                  <a:cubicBezTo>
                    <a:pt x="9756" y="11863"/>
                    <a:pt x="9708" y="11483"/>
                    <a:pt x="9463" y="11483"/>
                  </a:cubicBezTo>
                  <a:cubicBezTo>
                    <a:pt x="9451" y="11483"/>
                    <a:pt x="9438" y="11484"/>
                    <a:pt x="9424" y="11486"/>
                  </a:cubicBezTo>
                  <a:cubicBezTo>
                    <a:pt x="9345" y="11499"/>
                    <a:pt x="9266" y="11505"/>
                    <a:pt x="9188" y="11505"/>
                  </a:cubicBezTo>
                  <a:cubicBezTo>
                    <a:pt x="8412" y="11505"/>
                    <a:pt x="7753" y="10873"/>
                    <a:pt x="7753" y="10065"/>
                  </a:cubicBezTo>
                  <a:lnTo>
                    <a:pt x="7753" y="8217"/>
                  </a:lnTo>
                  <a:cubicBezTo>
                    <a:pt x="7753" y="7622"/>
                    <a:pt x="8238" y="7137"/>
                    <a:pt x="8833" y="7137"/>
                  </a:cubicBezTo>
                  <a:lnTo>
                    <a:pt x="10725" y="7137"/>
                  </a:lnTo>
                  <a:cubicBezTo>
                    <a:pt x="10732" y="7138"/>
                    <a:pt x="10740" y="7138"/>
                    <a:pt x="10747" y="7138"/>
                  </a:cubicBezTo>
                  <a:cubicBezTo>
                    <a:pt x="11020" y="7138"/>
                    <a:pt x="11020" y="6719"/>
                    <a:pt x="10747" y="6719"/>
                  </a:cubicBezTo>
                  <a:cubicBezTo>
                    <a:pt x="10740" y="6719"/>
                    <a:pt x="10732" y="6719"/>
                    <a:pt x="10725" y="6719"/>
                  </a:cubicBezTo>
                  <a:lnTo>
                    <a:pt x="8833" y="6719"/>
                  </a:lnTo>
                  <a:cubicBezTo>
                    <a:pt x="8449" y="6719"/>
                    <a:pt x="8080" y="6863"/>
                    <a:pt x="7806" y="7132"/>
                  </a:cubicBezTo>
                  <a:lnTo>
                    <a:pt x="7758" y="7175"/>
                  </a:lnTo>
                  <a:lnTo>
                    <a:pt x="7758" y="6311"/>
                  </a:lnTo>
                  <a:lnTo>
                    <a:pt x="7782" y="6311"/>
                  </a:lnTo>
                  <a:cubicBezTo>
                    <a:pt x="8675" y="6273"/>
                    <a:pt x="9376" y="5539"/>
                    <a:pt x="9371" y="4646"/>
                  </a:cubicBezTo>
                  <a:cubicBezTo>
                    <a:pt x="9383" y="4495"/>
                    <a:pt x="9273" y="4419"/>
                    <a:pt x="9162" y="4419"/>
                  </a:cubicBezTo>
                  <a:cubicBezTo>
                    <a:pt x="9052" y="4419"/>
                    <a:pt x="8941" y="4495"/>
                    <a:pt x="8953" y="4646"/>
                  </a:cubicBezTo>
                  <a:cubicBezTo>
                    <a:pt x="8953" y="5303"/>
                    <a:pt x="8445" y="5846"/>
                    <a:pt x="7787" y="5889"/>
                  </a:cubicBezTo>
                  <a:lnTo>
                    <a:pt x="7758" y="5889"/>
                  </a:lnTo>
                  <a:lnTo>
                    <a:pt x="7758" y="1866"/>
                  </a:lnTo>
                  <a:cubicBezTo>
                    <a:pt x="7758" y="1022"/>
                    <a:pt x="8451" y="426"/>
                    <a:pt x="9200" y="426"/>
                  </a:cubicBezTo>
                  <a:cubicBezTo>
                    <a:pt x="9461" y="426"/>
                    <a:pt x="9728" y="498"/>
                    <a:pt x="9976" y="657"/>
                  </a:cubicBezTo>
                  <a:lnTo>
                    <a:pt x="10019" y="681"/>
                  </a:lnTo>
                  <a:lnTo>
                    <a:pt x="9971" y="705"/>
                  </a:lnTo>
                  <a:cubicBezTo>
                    <a:pt x="9606" y="873"/>
                    <a:pt x="9299" y="1151"/>
                    <a:pt x="9093" y="1497"/>
                  </a:cubicBezTo>
                  <a:cubicBezTo>
                    <a:pt x="8999" y="1660"/>
                    <a:pt x="9138" y="1812"/>
                    <a:pt x="9281" y="1812"/>
                  </a:cubicBezTo>
                  <a:cubicBezTo>
                    <a:pt x="9344" y="1812"/>
                    <a:pt x="9407" y="1783"/>
                    <a:pt x="9453" y="1713"/>
                  </a:cubicBezTo>
                  <a:cubicBezTo>
                    <a:pt x="9767" y="1193"/>
                    <a:pt x="10301" y="935"/>
                    <a:pt x="10834" y="935"/>
                  </a:cubicBezTo>
                  <a:cubicBezTo>
                    <a:pt x="11385" y="935"/>
                    <a:pt x="11934" y="1210"/>
                    <a:pt x="12242" y="1756"/>
                  </a:cubicBezTo>
                  <a:cubicBezTo>
                    <a:pt x="12851" y="2831"/>
                    <a:pt x="12074" y="4166"/>
                    <a:pt x="10835" y="4166"/>
                  </a:cubicBezTo>
                  <a:cubicBezTo>
                    <a:pt x="10828" y="4165"/>
                    <a:pt x="10820" y="4165"/>
                    <a:pt x="10813" y="4165"/>
                  </a:cubicBezTo>
                  <a:cubicBezTo>
                    <a:pt x="10540" y="4165"/>
                    <a:pt x="10540" y="4584"/>
                    <a:pt x="10813" y="4584"/>
                  </a:cubicBezTo>
                  <a:cubicBezTo>
                    <a:pt x="10820" y="4584"/>
                    <a:pt x="10828" y="4584"/>
                    <a:pt x="10835" y="4583"/>
                  </a:cubicBezTo>
                  <a:cubicBezTo>
                    <a:pt x="11555" y="4583"/>
                    <a:pt x="12222" y="4204"/>
                    <a:pt x="12587" y="3585"/>
                  </a:cubicBezTo>
                  <a:lnTo>
                    <a:pt x="12602" y="3566"/>
                  </a:lnTo>
                  <a:lnTo>
                    <a:pt x="12621" y="3575"/>
                  </a:lnTo>
                  <a:cubicBezTo>
                    <a:pt x="14315" y="4305"/>
                    <a:pt x="14584" y="6595"/>
                    <a:pt x="13101" y="7694"/>
                  </a:cubicBezTo>
                  <a:lnTo>
                    <a:pt x="13082" y="7708"/>
                  </a:lnTo>
                  <a:lnTo>
                    <a:pt x="13067" y="7689"/>
                  </a:lnTo>
                  <a:cubicBezTo>
                    <a:pt x="12678" y="7247"/>
                    <a:pt x="12122" y="6993"/>
                    <a:pt x="11531" y="6993"/>
                  </a:cubicBezTo>
                  <a:cubicBezTo>
                    <a:pt x="11524" y="6992"/>
                    <a:pt x="11516" y="6992"/>
                    <a:pt x="11509" y="6992"/>
                  </a:cubicBezTo>
                  <a:cubicBezTo>
                    <a:pt x="11236" y="6992"/>
                    <a:pt x="11236" y="7412"/>
                    <a:pt x="11509" y="7412"/>
                  </a:cubicBezTo>
                  <a:cubicBezTo>
                    <a:pt x="11516" y="7412"/>
                    <a:pt x="11524" y="7411"/>
                    <a:pt x="11531" y="7411"/>
                  </a:cubicBezTo>
                  <a:cubicBezTo>
                    <a:pt x="12299" y="7411"/>
                    <a:pt x="12962" y="7953"/>
                    <a:pt x="13115" y="8707"/>
                  </a:cubicBezTo>
                  <a:cubicBezTo>
                    <a:pt x="13245" y="9307"/>
                    <a:pt x="13014" y="9931"/>
                    <a:pt x="12520" y="10300"/>
                  </a:cubicBezTo>
                  <a:cubicBezTo>
                    <a:pt x="12231" y="10529"/>
                    <a:pt x="11882" y="10645"/>
                    <a:pt x="11529" y="10645"/>
                  </a:cubicBezTo>
                  <a:cubicBezTo>
                    <a:pt x="11290" y="10645"/>
                    <a:pt x="11049" y="10592"/>
                    <a:pt x="10826" y="10483"/>
                  </a:cubicBezTo>
                  <a:cubicBezTo>
                    <a:pt x="10795" y="10468"/>
                    <a:pt x="10763" y="10461"/>
                    <a:pt x="10732" y="10461"/>
                  </a:cubicBezTo>
                  <a:cubicBezTo>
                    <a:pt x="10648" y="10461"/>
                    <a:pt x="10569" y="10510"/>
                    <a:pt x="10538" y="10593"/>
                  </a:cubicBezTo>
                  <a:cubicBezTo>
                    <a:pt x="10442" y="10833"/>
                    <a:pt x="10283" y="11044"/>
                    <a:pt x="10077" y="11198"/>
                  </a:cubicBezTo>
                  <a:cubicBezTo>
                    <a:pt x="9899" y="11337"/>
                    <a:pt x="10032" y="11582"/>
                    <a:pt x="10206" y="11582"/>
                  </a:cubicBezTo>
                  <a:cubicBezTo>
                    <a:pt x="10248" y="11582"/>
                    <a:pt x="10293" y="11568"/>
                    <a:pt x="10336" y="11534"/>
                  </a:cubicBezTo>
                  <a:cubicBezTo>
                    <a:pt x="10538" y="11380"/>
                    <a:pt x="10701" y="11184"/>
                    <a:pt x="10826" y="10963"/>
                  </a:cubicBezTo>
                  <a:lnTo>
                    <a:pt x="10835" y="10944"/>
                  </a:lnTo>
                  <a:lnTo>
                    <a:pt x="10859" y="10953"/>
                  </a:lnTo>
                  <a:cubicBezTo>
                    <a:pt x="11077" y="11030"/>
                    <a:pt x="11304" y="11068"/>
                    <a:pt x="11529" y="11068"/>
                  </a:cubicBezTo>
                  <a:cubicBezTo>
                    <a:pt x="11963" y="11068"/>
                    <a:pt x="12393" y="10927"/>
                    <a:pt x="12750" y="10656"/>
                  </a:cubicBezTo>
                  <a:cubicBezTo>
                    <a:pt x="13302" y="10252"/>
                    <a:pt x="13610" y="9600"/>
                    <a:pt x="13566" y="8918"/>
                  </a:cubicBezTo>
                  <a:cubicBezTo>
                    <a:pt x="13552" y="8625"/>
                    <a:pt x="13470" y="8337"/>
                    <a:pt x="13331" y="8078"/>
                  </a:cubicBezTo>
                  <a:lnTo>
                    <a:pt x="13322" y="8059"/>
                  </a:lnTo>
                  <a:lnTo>
                    <a:pt x="13341" y="8044"/>
                  </a:lnTo>
                  <a:cubicBezTo>
                    <a:pt x="15093" y="6758"/>
                    <a:pt x="14786" y="4055"/>
                    <a:pt x="12794" y="3191"/>
                  </a:cubicBezTo>
                  <a:lnTo>
                    <a:pt x="12798" y="3187"/>
                  </a:lnTo>
                  <a:lnTo>
                    <a:pt x="12779" y="3177"/>
                  </a:lnTo>
                  <a:lnTo>
                    <a:pt x="12784" y="3153"/>
                  </a:lnTo>
                  <a:cubicBezTo>
                    <a:pt x="13198" y="1818"/>
                    <a:pt x="12180" y="507"/>
                    <a:pt x="10839" y="507"/>
                  </a:cubicBezTo>
                  <a:cubicBezTo>
                    <a:pt x="10734" y="507"/>
                    <a:pt x="10627" y="515"/>
                    <a:pt x="10518" y="532"/>
                  </a:cubicBezTo>
                  <a:lnTo>
                    <a:pt x="10509" y="532"/>
                  </a:lnTo>
                  <a:lnTo>
                    <a:pt x="10499" y="522"/>
                  </a:lnTo>
                  <a:cubicBezTo>
                    <a:pt x="10132" y="169"/>
                    <a:pt x="9667" y="0"/>
                    <a:pt x="9206" y="0"/>
                  </a:cubicBezTo>
                  <a:cubicBezTo>
                    <a:pt x="8559" y="0"/>
                    <a:pt x="7921" y="334"/>
                    <a:pt x="7576" y="959"/>
                  </a:cubicBezTo>
                  <a:lnTo>
                    <a:pt x="7552" y="1002"/>
                  </a:lnTo>
                  <a:lnTo>
                    <a:pt x="7528" y="959"/>
                  </a:lnTo>
                  <a:cubicBezTo>
                    <a:pt x="7180" y="334"/>
                    <a:pt x="6541" y="0"/>
                    <a:pt x="5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90" name="Google Shape;19390;p89"/>
          <p:cNvGrpSpPr/>
          <p:nvPr/>
        </p:nvGrpSpPr>
        <p:grpSpPr>
          <a:xfrm>
            <a:off x="3962481" y="2901255"/>
            <a:ext cx="365158" cy="365368"/>
            <a:chOff x="3962481" y="2901255"/>
            <a:chExt cx="365158" cy="365368"/>
          </a:xfrm>
        </p:grpSpPr>
        <p:sp>
          <p:nvSpPr>
            <p:cNvPr id="19391" name="Google Shape;19391;p89"/>
            <p:cNvSpPr/>
            <p:nvPr/>
          </p:nvSpPr>
          <p:spPr>
            <a:xfrm>
              <a:off x="4221964" y="3072777"/>
              <a:ext cx="24683" cy="24552"/>
            </a:xfrm>
            <a:custGeom>
              <a:rect b="b" l="l" r="r" t="t"/>
              <a:pathLst>
                <a:path extrusionOk="0" fill="none" h="937" w="942">
                  <a:moveTo>
                    <a:pt x="941" y="936"/>
                  </a:moveTo>
                  <a:lnTo>
                    <a:pt x="1" y="0"/>
                  </a:lnTo>
                </a:path>
              </a:pathLst>
            </a:custGeom>
            <a:noFill/>
            <a:ln cap="rnd" cmpd="sng" w="225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89"/>
            <p:cNvSpPr/>
            <p:nvPr/>
          </p:nvSpPr>
          <p:spPr>
            <a:xfrm>
              <a:off x="3968901" y="2983584"/>
              <a:ext cx="353341" cy="277642"/>
            </a:xfrm>
            <a:custGeom>
              <a:rect b="b" l="l" r="r" t="t"/>
              <a:pathLst>
                <a:path extrusionOk="0" h="10596" w="13485">
                  <a:moveTo>
                    <a:pt x="693" y="1"/>
                  </a:moveTo>
                  <a:cubicBezTo>
                    <a:pt x="308" y="1"/>
                    <a:pt x="0" y="316"/>
                    <a:pt x="0" y="702"/>
                  </a:cubicBezTo>
                  <a:lnTo>
                    <a:pt x="0" y="9890"/>
                  </a:lnTo>
                  <a:cubicBezTo>
                    <a:pt x="0" y="10278"/>
                    <a:pt x="313" y="10595"/>
                    <a:pt x="701" y="10595"/>
                  </a:cubicBezTo>
                  <a:lnTo>
                    <a:pt x="12779" y="10595"/>
                  </a:lnTo>
                  <a:cubicBezTo>
                    <a:pt x="13168" y="10595"/>
                    <a:pt x="13484" y="10278"/>
                    <a:pt x="13484" y="9890"/>
                  </a:cubicBezTo>
                  <a:lnTo>
                    <a:pt x="13484" y="702"/>
                  </a:lnTo>
                  <a:cubicBezTo>
                    <a:pt x="13484" y="316"/>
                    <a:pt x="13172" y="1"/>
                    <a:pt x="12788" y="1"/>
                  </a:cubicBezTo>
                  <a:cubicBezTo>
                    <a:pt x="12785" y="1"/>
                    <a:pt x="12782" y="1"/>
                    <a:pt x="12779" y="1"/>
                  </a:cubicBezTo>
                  <a:lnTo>
                    <a:pt x="701" y="1"/>
                  </a:lnTo>
                  <a:cubicBezTo>
                    <a:pt x="698" y="1"/>
                    <a:pt x="696" y="1"/>
                    <a:pt x="693"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89"/>
            <p:cNvSpPr/>
            <p:nvPr/>
          </p:nvSpPr>
          <p:spPr>
            <a:xfrm>
              <a:off x="3991906" y="2982850"/>
              <a:ext cx="332850" cy="278873"/>
            </a:xfrm>
            <a:custGeom>
              <a:rect b="b" l="l" r="r" t="t"/>
              <a:pathLst>
                <a:path extrusionOk="0" h="10643" w="12703">
                  <a:moveTo>
                    <a:pt x="11954" y="0"/>
                  </a:moveTo>
                  <a:lnTo>
                    <a:pt x="707" y="53"/>
                  </a:lnTo>
                  <a:cubicBezTo>
                    <a:pt x="318" y="53"/>
                    <a:pt x="1" y="370"/>
                    <a:pt x="6" y="759"/>
                  </a:cubicBezTo>
                  <a:lnTo>
                    <a:pt x="44" y="9946"/>
                  </a:lnTo>
                  <a:cubicBezTo>
                    <a:pt x="44" y="10332"/>
                    <a:pt x="356" y="10642"/>
                    <a:pt x="741" y="10642"/>
                  </a:cubicBezTo>
                  <a:cubicBezTo>
                    <a:pt x="744" y="10642"/>
                    <a:pt x="747" y="10642"/>
                    <a:pt x="750" y="10642"/>
                  </a:cubicBezTo>
                  <a:lnTo>
                    <a:pt x="12002" y="10594"/>
                  </a:lnTo>
                  <a:cubicBezTo>
                    <a:pt x="12390" y="10594"/>
                    <a:pt x="12702" y="10278"/>
                    <a:pt x="12702" y="9889"/>
                  </a:cubicBezTo>
                  <a:lnTo>
                    <a:pt x="12659" y="701"/>
                  </a:lnTo>
                  <a:cubicBezTo>
                    <a:pt x="12659" y="312"/>
                    <a:pt x="12342" y="0"/>
                    <a:pt x="1195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89"/>
            <p:cNvSpPr/>
            <p:nvPr/>
          </p:nvSpPr>
          <p:spPr>
            <a:xfrm>
              <a:off x="3992535" y="3007375"/>
              <a:ext cx="45566" cy="27198"/>
            </a:xfrm>
            <a:custGeom>
              <a:rect b="b" l="l" r="r" t="t"/>
              <a:pathLst>
                <a:path extrusionOk="0" h="1038" w="1739">
                  <a:moveTo>
                    <a:pt x="145" y="0"/>
                  </a:moveTo>
                  <a:cubicBezTo>
                    <a:pt x="68" y="0"/>
                    <a:pt x="1" y="67"/>
                    <a:pt x="1" y="144"/>
                  </a:cubicBezTo>
                  <a:lnTo>
                    <a:pt x="1" y="893"/>
                  </a:lnTo>
                  <a:cubicBezTo>
                    <a:pt x="1" y="970"/>
                    <a:pt x="68" y="1037"/>
                    <a:pt x="145" y="1037"/>
                  </a:cubicBezTo>
                  <a:lnTo>
                    <a:pt x="1595" y="1037"/>
                  </a:lnTo>
                  <a:cubicBezTo>
                    <a:pt x="1671" y="1037"/>
                    <a:pt x="1739" y="970"/>
                    <a:pt x="1739" y="893"/>
                  </a:cubicBezTo>
                  <a:lnTo>
                    <a:pt x="1739" y="144"/>
                  </a:lnTo>
                  <a:cubicBezTo>
                    <a:pt x="1739" y="67"/>
                    <a:pt x="1671" y="0"/>
                    <a:pt x="159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89"/>
            <p:cNvSpPr/>
            <p:nvPr/>
          </p:nvSpPr>
          <p:spPr>
            <a:xfrm>
              <a:off x="4252778" y="3007375"/>
              <a:ext cx="45566" cy="27198"/>
            </a:xfrm>
            <a:custGeom>
              <a:rect b="b" l="l" r="r" t="t"/>
              <a:pathLst>
                <a:path extrusionOk="0" h="1038" w="1739">
                  <a:moveTo>
                    <a:pt x="145" y="0"/>
                  </a:moveTo>
                  <a:cubicBezTo>
                    <a:pt x="68" y="0"/>
                    <a:pt x="1" y="67"/>
                    <a:pt x="1" y="144"/>
                  </a:cubicBezTo>
                  <a:lnTo>
                    <a:pt x="1" y="893"/>
                  </a:lnTo>
                  <a:cubicBezTo>
                    <a:pt x="1" y="970"/>
                    <a:pt x="68" y="1037"/>
                    <a:pt x="145" y="1037"/>
                  </a:cubicBezTo>
                  <a:lnTo>
                    <a:pt x="1594" y="1037"/>
                  </a:lnTo>
                  <a:cubicBezTo>
                    <a:pt x="1671" y="1037"/>
                    <a:pt x="1738" y="970"/>
                    <a:pt x="1738" y="893"/>
                  </a:cubicBezTo>
                  <a:lnTo>
                    <a:pt x="1738" y="144"/>
                  </a:lnTo>
                  <a:cubicBezTo>
                    <a:pt x="1738" y="67"/>
                    <a:pt x="1671" y="0"/>
                    <a:pt x="159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89"/>
            <p:cNvSpPr/>
            <p:nvPr/>
          </p:nvSpPr>
          <p:spPr>
            <a:xfrm>
              <a:off x="4014178" y="3007375"/>
              <a:ext cx="23923" cy="27198"/>
            </a:xfrm>
            <a:custGeom>
              <a:rect b="b" l="l" r="r" t="t"/>
              <a:pathLst>
                <a:path extrusionOk="0" h="1038" w="913">
                  <a:moveTo>
                    <a:pt x="145" y="0"/>
                  </a:moveTo>
                  <a:cubicBezTo>
                    <a:pt x="68" y="0"/>
                    <a:pt x="1" y="67"/>
                    <a:pt x="1" y="144"/>
                  </a:cubicBezTo>
                  <a:lnTo>
                    <a:pt x="1" y="893"/>
                  </a:lnTo>
                  <a:cubicBezTo>
                    <a:pt x="1" y="970"/>
                    <a:pt x="68" y="1037"/>
                    <a:pt x="149" y="1037"/>
                  </a:cubicBezTo>
                  <a:lnTo>
                    <a:pt x="769" y="1037"/>
                  </a:lnTo>
                  <a:cubicBezTo>
                    <a:pt x="845" y="1037"/>
                    <a:pt x="913" y="970"/>
                    <a:pt x="913" y="893"/>
                  </a:cubicBezTo>
                  <a:lnTo>
                    <a:pt x="913" y="144"/>
                  </a:lnTo>
                  <a:cubicBezTo>
                    <a:pt x="913" y="67"/>
                    <a:pt x="845" y="0"/>
                    <a:pt x="76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89"/>
            <p:cNvSpPr/>
            <p:nvPr/>
          </p:nvSpPr>
          <p:spPr>
            <a:xfrm>
              <a:off x="4274553" y="3007375"/>
              <a:ext cx="23792" cy="27198"/>
            </a:xfrm>
            <a:custGeom>
              <a:rect b="b" l="l" r="r" t="t"/>
              <a:pathLst>
                <a:path extrusionOk="0" h="1038" w="908">
                  <a:moveTo>
                    <a:pt x="144" y="0"/>
                  </a:moveTo>
                  <a:cubicBezTo>
                    <a:pt x="63" y="0"/>
                    <a:pt x="0" y="67"/>
                    <a:pt x="0" y="144"/>
                  </a:cubicBezTo>
                  <a:lnTo>
                    <a:pt x="0" y="893"/>
                  </a:lnTo>
                  <a:cubicBezTo>
                    <a:pt x="0" y="970"/>
                    <a:pt x="63" y="1037"/>
                    <a:pt x="144" y="1037"/>
                  </a:cubicBezTo>
                  <a:lnTo>
                    <a:pt x="763" y="1037"/>
                  </a:lnTo>
                  <a:cubicBezTo>
                    <a:pt x="840" y="1037"/>
                    <a:pt x="907" y="970"/>
                    <a:pt x="907" y="893"/>
                  </a:cubicBezTo>
                  <a:lnTo>
                    <a:pt x="907" y="144"/>
                  </a:lnTo>
                  <a:cubicBezTo>
                    <a:pt x="907" y="67"/>
                    <a:pt x="845" y="5"/>
                    <a:pt x="763"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89"/>
            <p:cNvSpPr/>
            <p:nvPr/>
          </p:nvSpPr>
          <p:spPr>
            <a:xfrm>
              <a:off x="4117705" y="3067720"/>
              <a:ext cx="135729" cy="132087"/>
            </a:xfrm>
            <a:custGeom>
              <a:rect b="b" l="l" r="r" t="t"/>
              <a:pathLst>
                <a:path extrusionOk="0" h="5041" w="5180">
                  <a:moveTo>
                    <a:pt x="4449" y="0"/>
                  </a:moveTo>
                  <a:cubicBezTo>
                    <a:pt x="4276" y="0"/>
                    <a:pt x="4104" y="66"/>
                    <a:pt x="3975" y="198"/>
                  </a:cubicBezTo>
                  <a:lnTo>
                    <a:pt x="3548" y="621"/>
                  </a:lnTo>
                  <a:lnTo>
                    <a:pt x="451" y="3678"/>
                  </a:lnTo>
                  <a:cubicBezTo>
                    <a:pt x="384" y="3746"/>
                    <a:pt x="341" y="3822"/>
                    <a:pt x="312" y="3914"/>
                  </a:cubicBezTo>
                  <a:lnTo>
                    <a:pt x="173" y="4370"/>
                  </a:lnTo>
                  <a:lnTo>
                    <a:pt x="120" y="4538"/>
                  </a:lnTo>
                  <a:lnTo>
                    <a:pt x="34" y="4811"/>
                  </a:lnTo>
                  <a:cubicBezTo>
                    <a:pt x="1" y="4928"/>
                    <a:pt x="90" y="5040"/>
                    <a:pt x="205" y="5040"/>
                  </a:cubicBezTo>
                  <a:cubicBezTo>
                    <a:pt x="222" y="5040"/>
                    <a:pt x="241" y="5038"/>
                    <a:pt x="259" y="5032"/>
                  </a:cubicBezTo>
                  <a:lnTo>
                    <a:pt x="528" y="4950"/>
                  </a:lnTo>
                  <a:lnTo>
                    <a:pt x="1157" y="4758"/>
                  </a:lnTo>
                  <a:cubicBezTo>
                    <a:pt x="1243" y="4730"/>
                    <a:pt x="1320" y="4682"/>
                    <a:pt x="1387" y="4619"/>
                  </a:cubicBezTo>
                  <a:lnTo>
                    <a:pt x="4488" y="1557"/>
                  </a:lnTo>
                  <a:lnTo>
                    <a:pt x="4920" y="1129"/>
                  </a:lnTo>
                  <a:cubicBezTo>
                    <a:pt x="5160" y="894"/>
                    <a:pt x="5180" y="515"/>
                    <a:pt x="4973" y="251"/>
                  </a:cubicBezTo>
                  <a:cubicBezTo>
                    <a:pt x="4954" y="227"/>
                    <a:pt x="4935" y="203"/>
                    <a:pt x="4911" y="184"/>
                  </a:cubicBezTo>
                  <a:cubicBezTo>
                    <a:pt x="4781" y="61"/>
                    <a:pt x="4615" y="0"/>
                    <a:pt x="4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89"/>
            <p:cNvSpPr/>
            <p:nvPr/>
          </p:nvSpPr>
          <p:spPr>
            <a:xfrm>
              <a:off x="4122107" y="3067825"/>
              <a:ext cx="125798" cy="114531"/>
            </a:xfrm>
            <a:custGeom>
              <a:rect b="b" l="l" r="r" t="t"/>
              <a:pathLst>
                <a:path extrusionOk="0" h="4371" w="4801">
                  <a:moveTo>
                    <a:pt x="4281" y="1"/>
                  </a:moveTo>
                  <a:cubicBezTo>
                    <a:pt x="4108" y="1"/>
                    <a:pt x="3936" y="67"/>
                    <a:pt x="3807" y="199"/>
                  </a:cubicBezTo>
                  <a:lnTo>
                    <a:pt x="3380" y="617"/>
                  </a:lnTo>
                  <a:lnTo>
                    <a:pt x="283" y="3679"/>
                  </a:lnTo>
                  <a:cubicBezTo>
                    <a:pt x="216" y="3746"/>
                    <a:pt x="168" y="3823"/>
                    <a:pt x="144" y="3910"/>
                  </a:cubicBezTo>
                  <a:lnTo>
                    <a:pt x="0" y="4370"/>
                  </a:lnTo>
                  <a:lnTo>
                    <a:pt x="0" y="4370"/>
                  </a:lnTo>
                  <a:lnTo>
                    <a:pt x="269" y="4289"/>
                  </a:lnTo>
                  <a:lnTo>
                    <a:pt x="605" y="4183"/>
                  </a:lnTo>
                  <a:lnTo>
                    <a:pt x="898" y="4092"/>
                  </a:lnTo>
                  <a:cubicBezTo>
                    <a:pt x="984" y="4063"/>
                    <a:pt x="1061" y="4020"/>
                    <a:pt x="1128" y="3953"/>
                  </a:cubicBezTo>
                  <a:lnTo>
                    <a:pt x="3941" y="1173"/>
                  </a:lnTo>
                  <a:lnTo>
                    <a:pt x="4224" y="890"/>
                  </a:lnTo>
                  <a:lnTo>
                    <a:pt x="4656" y="463"/>
                  </a:lnTo>
                  <a:cubicBezTo>
                    <a:pt x="4719" y="401"/>
                    <a:pt x="4772" y="329"/>
                    <a:pt x="4800" y="247"/>
                  </a:cubicBezTo>
                  <a:cubicBezTo>
                    <a:pt x="4786" y="223"/>
                    <a:pt x="4762" y="204"/>
                    <a:pt x="4743" y="185"/>
                  </a:cubicBezTo>
                  <a:cubicBezTo>
                    <a:pt x="4613" y="62"/>
                    <a:pt x="4447" y="1"/>
                    <a:pt x="42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89"/>
            <p:cNvSpPr/>
            <p:nvPr/>
          </p:nvSpPr>
          <p:spPr>
            <a:xfrm>
              <a:off x="4127373" y="3083965"/>
              <a:ext cx="98024" cy="93491"/>
            </a:xfrm>
            <a:custGeom>
              <a:rect b="b" l="l" r="r" t="t"/>
              <a:pathLst>
                <a:path extrusionOk="0" h="3568" w="3741">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89"/>
            <p:cNvSpPr/>
            <p:nvPr/>
          </p:nvSpPr>
          <p:spPr>
            <a:xfrm>
              <a:off x="3968901" y="3223205"/>
              <a:ext cx="23661" cy="10848"/>
            </a:xfrm>
            <a:custGeom>
              <a:rect b="b" l="l" r="r" t="t"/>
              <a:pathLst>
                <a:path extrusionOk="0" h="414" w="903">
                  <a:moveTo>
                    <a:pt x="0" y="0"/>
                  </a:moveTo>
                  <a:lnTo>
                    <a:pt x="0" y="413"/>
                  </a:lnTo>
                  <a:lnTo>
                    <a:pt x="903" y="413"/>
                  </a:lnTo>
                  <a:lnTo>
                    <a:pt x="903"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89"/>
            <p:cNvSpPr/>
            <p:nvPr/>
          </p:nvSpPr>
          <p:spPr>
            <a:xfrm>
              <a:off x="3968901" y="3047491"/>
              <a:ext cx="23661" cy="10979"/>
            </a:xfrm>
            <a:custGeom>
              <a:rect b="b" l="l" r="r" t="t"/>
              <a:pathLst>
                <a:path extrusionOk="0" h="419" w="903">
                  <a:moveTo>
                    <a:pt x="0" y="1"/>
                  </a:moveTo>
                  <a:lnTo>
                    <a:pt x="0" y="418"/>
                  </a:lnTo>
                  <a:lnTo>
                    <a:pt x="903" y="418"/>
                  </a:lnTo>
                  <a:lnTo>
                    <a:pt x="903"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89"/>
            <p:cNvSpPr/>
            <p:nvPr/>
          </p:nvSpPr>
          <p:spPr>
            <a:xfrm>
              <a:off x="4127373" y="3083965"/>
              <a:ext cx="107954" cy="106828"/>
            </a:xfrm>
            <a:custGeom>
              <a:rect b="b" l="l" r="r" t="t"/>
              <a:pathLst>
                <a:path extrusionOk="0" h="4077" w="4120">
                  <a:moveTo>
                    <a:pt x="3179" y="1"/>
                  </a:moveTo>
                  <a:lnTo>
                    <a:pt x="82" y="3058"/>
                  </a:lnTo>
                  <a:cubicBezTo>
                    <a:pt x="49" y="3092"/>
                    <a:pt x="25" y="3126"/>
                    <a:pt x="1" y="3159"/>
                  </a:cubicBezTo>
                  <a:lnTo>
                    <a:pt x="404" y="3562"/>
                  </a:lnTo>
                  <a:lnTo>
                    <a:pt x="908" y="4066"/>
                  </a:lnTo>
                  <a:lnTo>
                    <a:pt x="922" y="4076"/>
                  </a:lnTo>
                  <a:cubicBezTo>
                    <a:pt x="956" y="4052"/>
                    <a:pt x="990" y="4028"/>
                    <a:pt x="1018" y="3999"/>
                  </a:cubicBezTo>
                  <a:lnTo>
                    <a:pt x="4119" y="937"/>
                  </a:lnTo>
                  <a:lnTo>
                    <a:pt x="3183" y="1"/>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89"/>
            <p:cNvSpPr/>
            <p:nvPr/>
          </p:nvSpPr>
          <p:spPr>
            <a:xfrm>
              <a:off x="4127373" y="3083965"/>
              <a:ext cx="98024" cy="93491"/>
            </a:xfrm>
            <a:custGeom>
              <a:rect b="b" l="l" r="r" t="t"/>
              <a:pathLst>
                <a:path extrusionOk="0" h="3568" w="3741">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89"/>
            <p:cNvSpPr/>
            <p:nvPr/>
          </p:nvSpPr>
          <p:spPr>
            <a:xfrm>
              <a:off x="3962481" y="3223205"/>
              <a:ext cx="364791" cy="10848"/>
            </a:xfrm>
            <a:custGeom>
              <a:rect b="b" l="l" r="r" t="t"/>
              <a:pathLst>
                <a:path extrusionOk="0" h="414" w="13922">
                  <a:moveTo>
                    <a:pt x="279" y="0"/>
                  </a:moveTo>
                  <a:cubicBezTo>
                    <a:pt x="1" y="0"/>
                    <a:pt x="1" y="413"/>
                    <a:pt x="279" y="413"/>
                  </a:cubicBezTo>
                  <a:lnTo>
                    <a:pt x="13643" y="413"/>
                  </a:lnTo>
                  <a:cubicBezTo>
                    <a:pt x="13921" y="413"/>
                    <a:pt x="13921" y="0"/>
                    <a:pt x="136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89"/>
            <p:cNvSpPr/>
            <p:nvPr/>
          </p:nvSpPr>
          <p:spPr>
            <a:xfrm>
              <a:off x="4109713" y="3062322"/>
              <a:ext cx="155040" cy="145162"/>
            </a:xfrm>
            <a:custGeom>
              <a:rect b="b" l="l" r="r" t="t"/>
              <a:pathLst>
                <a:path extrusionOk="0" h="5540" w="5917">
                  <a:moveTo>
                    <a:pt x="4760" y="414"/>
                  </a:moveTo>
                  <a:cubicBezTo>
                    <a:pt x="4875" y="414"/>
                    <a:pt x="4985" y="462"/>
                    <a:pt x="5072" y="539"/>
                  </a:cubicBezTo>
                  <a:cubicBezTo>
                    <a:pt x="5158" y="625"/>
                    <a:pt x="5211" y="745"/>
                    <a:pt x="5211" y="870"/>
                  </a:cubicBezTo>
                  <a:cubicBezTo>
                    <a:pt x="5211" y="918"/>
                    <a:pt x="5201" y="966"/>
                    <a:pt x="5187" y="1009"/>
                  </a:cubicBezTo>
                  <a:lnTo>
                    <a:pt x="4616" y="438"/>
                  </a:lnTo>
                  <a:cubicBezTo>
                    <a:pt x="4664" y="423"/>
                    <a:pt x="4712" y="414"/>
                    <a:pt x="4760" y="414"/>
                  </a:cubicBezTo>
                  <a:close/>
                  <a:moveTo>
                    <a:pt x="4285" y="692"/>
                  </a:moveTo>
                  <a:lnTo>
                    <a:pt x="4928" y="1335"/>
                  </a:lnTo>
                  <a:lnTo>
                    <a:pt x="4793" y="1470"/>
                  </a:lnTo>
                  <a:lnTo>
                    <a:pt x="4145" y="827"/>
                  </a:lnTo>
                  <a:lnTo>
                    <a:pt x="4285" y="692"/>
                  </a:lnTo>
                  <a:close/>
                  <a:moveTo>
                    <a:pt x="756" y="4364"/>
                  </a:moveTo>
                  <a:lnTo>
                    <a:pt x="1217" y="4825"/>
                  </a:lnTo>
                  <a:lnTo>
                    <a:pt x="555" y="5027"/>
                  </a:lnTo>
                  <a:lnTo>
                    <a:pt x="756" y="4364"/>
                  </a:lnTo>
                  <a:close/>
                  <a:moveTo>
                    <a:pt x="4760" y="1"/>
                  </a:moveTo>
                  <a:cubicBezTo>
                    <a:pt x="4529" y="1"/>
                    <a:pt x="4313" y="87"/>
                    <a:pt x="4145" y="246"/>
                  </a:cubicBezTo>
                  <a:lnTo>
                    <a:pt x="4141" y="251"/>
                  </a:lnTo>
                  <a:lnTo>
                    <a:pt x="4136" y="255"/>
                  </a:lnTo>
                  <a:lnTo>
                    <a:pt x="612" y="3736"/>
                  </a:lnTo>
                  <a:cubicBezTo>
                    <a:pt x="574" y="3769"/>
                    <a:pt x="545" y="3808"/>
                    <a:pt x="516" y="3851"/>
                  </a:cubicBezTo>
                  <a:cubicBezTo>
                    <a:pt x="507" y="3865"/>
                    <a:pt x="497" y="3880"/>
                    <a:pt x="488" y="3894"/>
                  </a:cubicBezTo>
                  <a:cubicBezTo>
                    <a:pt x="459" y="3947"/>
                    <a:pt x="435" y="4000"/>
                    <a:pt x="420" y="4052"/>
                  </a:cubicBezTo>
                  <a:lnTo>
                    <a:pt x="46" y="5272"/>
                  </a:lnTo>
                  <a:cubicBezTo>
                    <a:pt x="0" y="5409"/>
                    <a:pt x="107" y="5540"/>
                    <a:pt x="243" y="5540"/>
                  </a:cubicBezTo>
                  <a:cubicBezTo>
                    <a:pt x="263" y="5540"/>
                    <a:pt x="284" y="5537"/>
                    <a:pt x="305" y="5531"/>
                  </a:cubicBezTo>
                  <a:lnTo>
                    <a:pt x="1524" y="5156"/>
                  </a:lnTo>
                  <a:cubicBezTo>
                    <a:pt x="1640" y="5118"/>
                    <a:pt x="1750" y="5056"/>
                    <a:pt x="1836" y="4969"/>
                  </a:cubicBezTo>
                  <a:lnTo>
                    <a:pt x="3709" y="3121"/>
                  </a:lnTo>
                  <a:cubicBezTo>
                    <a:pt x="3860" y="2970"/>
                    <a:pt x="3721" y="2761"/>
                    <a:pt x="3559" y="2761"/>
                  </a:cubicBezTo>
                  <a:cubicBezTo>
                    <a:pt x="3511" y="2761"/>
                    <a:pt x="3461" y="2779"/>
                    <a:pt x="3416" y="2824"/>
                  </a:cubicBezTo>
                  <a:lnTo>
                    <a:pt x="1606" y="4619"/>
                  </a:lnTo>
                  <a:lnTo>
                    <a:pt x="958" y="3971"/>
                  </a:lnTo>
                  <a:lnTo>
                    <a:pt x="3853" y="1110"/>
                  </a:lnTo>
                  <a:lnTo>
                    <a:pt x="4501" y="1758"/>
                  </a:lnTo>
                  <a:lnTo>
                    <a:pt x="4006" y="2243"/>
                  </a:lnTo>
                  <a:cubicBezTo>
                    <a:pt x="3920" y="2324"/>
                    <a:pt x="3920" y="2459"/>
                    <a:pt x="4001" y="2545"/>
                  </a:cubicBezTo>
                  <a:cubicBezTo>
                    <a:pt x="4042" y="2584"/>
                    <a:pt x="4095" y="2603"/>
                    <a:pt x="4148" y="2603"/>
                  </a:cubicBezTo>
                  <a:cubicBezTo>
                    <a:pt x="4201" y="2603"/>
                    <a:pt x="4253" y="2584"/>
                    <a:pt x="4294" y="2545"/>
                  </a:cubicBezTo>
                  <a:lnTo>
                    <a:pt x="4909" y="1940"/>
                  </a:lnTo>
                  <a:cubicBezTo>
                    <a:pt x="4933" y="1921"/>
                    <a:pt x="4952" y="1902"/>
                    <a:pt x="4966" y="1878"/>
                  </a:cubicBezTo>
                  <a:lnTo>
                    <a:pt x="5369" y="1479"/>
                  </a:lnTo>
                  <a:cubicBezTo>
                    <a:pt x="5917" y="932"/>
                    <a:pt x="5533" y="1"/>
                    <a:pt x="47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89"/>
            <p:cNvSpPr/>
            <p:nvPr/>
          </p:nvSpPr>
          <p:spPr>
            <a:xfrm>
              <a:off x="3987138" y="3001951"/>
              <a:ext cx="56388" cy="38020"/>
            </a:xfrm>
            <a:custGeom>
              <a:rect b="b" l="l" r="r" t="t"/>
              <a:pathLst>
                <a:path extrusionOk="0" h="1451" w="2152">
                  <a:moveTo>
                    <a:pt x="1738" y="414"/>
                  </a:moveTo>
                  <a:lnTo>
                    <a:pt x="1738" y="1038"/>
                  </a:lnTo>
                  <a:lnTo>
                    <a:pt x="413" y="1038"/>
                  </a:lnTo>
                  <a:lnTo>
                    <a:pt x="413" y="414"/>
                  </a:lnTo>
                  <a:close/>
                  <a:moveTo>
                    <a:pt x="351" y="1"/>
                  </a:moveTo>
                  <a:cubicBezTo>
                    <a:pt x="159" y="1"/>
                    <a:pt x="1" y="159"/>
                    <a:pt x="1" y="351"/>
                  </a:cubicBezTo>
                  <a:lnTo>
                    <a:pt x="1" y="1100"/>
                  </a:lnTo>
                  <a:cubicBezTo>
                    <a:pt x="1" y="1292"/>
                    <a:pt x="159" y="1451"/>
                    <a:pt x="351" y="1451"/>
                  </a:cubicBezTo>
                  <a:lnTo>
                    <a:pt x="1801" y="1451"/>
                  </a:lnTo>
                  <a:cubicBezTo>
                    <a:pt x="1993" y="1451"/>
                    <a:pt x="2151" y="1292"/>
                    <a:pt x="2151" y="1100"/>
                  </a:cubicBezTo>
                  <a:lnTo>
                    <a:pt x="2151" y="356"/>
                  </a:lnTo>
                  <a:cubicBezTo>
                    <a:pt x="2151" y="159"/>
                    <a:pt x="1993" y="1"/>
                    <a:pt x="18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89"/>
            <p:cNvSpPr/>
            <p:nvPr/>
          </p:nvSpPr>
          <p:spPr>
            <a:xfrm>
              <a:off x="4247381" y="3001951"/>
              <a:ext cx="56362" cy="38020"/>
            </a:xfrm>
            <a:custGeom>
              <a:rect b="b" l="l" r="r" t="t"/>
              <a:pathLst>
                <a:path extrusionOk="0" h="1451" w="2151">
                  <a:moveTo>
                    <a:pt x="1738" y="414"/>
                  </a:moveTo>
                  <a:lnTo>
                    <a:pt x="1738" y="1038"/>
                  </a:lnTo>
                  <a:lnTo>
                    <a:pt x="413" y="1038"/>
                  </a:lnTo>
                  <a:lnTo>
                    <a:pt x="413" y="414"/>
                  </a:lnTo>
                  <a:close/>
                  <a:moveTo>
                    <a:pt x="351" y="1"/>
                  </a:moveTo>
                  <a:cubicBezTo>
                    <a:pt x="159" y="1"/>
                    <a:pt x="0" y="159"/>
                    <a:pt x="0" y="356"/>
                  </a:cubicBezTo>
                  <a:lnTo>
                    <a:pt x="0" y="1100"/>
                  </a:lnTo>
                  <a:cubicBezTo>
                    <a:pt x="0" y="1292"/>
                    <a:pt x="159" y="1451"/>
                    <a:pt x="351" y="1451"/>
                  </a:cubicBezTo>
                  <a:lnTo>
                    <a:pt x="1800" y="1451"/>
                  </a:lnTo>
                  <a:cubicBezTo>
                    <a:pt x="1992" y="1451"/>
                    <a:pt x="2151" y="1292"/>
                    <a:pt x="2151" y="1100"/>
                  </a:cubicBezTo>
                  <a:lnTo>
                    <a:pt x="2151" y="356"/>
                  </a:lnTo>
                  <a:cubicBezTo>
                    <a:pt x="2151" y="159"/>
                    <a:pt x="1992" y="1"/>
                    <a:pt x="18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89"/>
            <p:cNvSpPr/>
            <p:nvPr/>
          </p:nvSpPr>
          <p:spPr>
            <a:xfrm>
              <a:off x="3963372" y="2901255"/>
              <a:ext cx="364267" cy="365368"/>
            </a:xfrm>
            <a:custGeom>
              <a:rect b="b" l="l" r="r" t="t"/>
              <a:pathLst>
                <a:path extrusionOk="0" h="13944" w="13902">
                  <a:moveTo>
                    <a:pt x="12159" y="0"/>
                  </a:moveTo>
                  <a:cubicBezTo>
                    <a:pt x="12056" y="0"/>
                    <a:pt x="11953" y="68"/>
                    <a:pt x="11953" y="205"/>
                  </a:cubicBezTo>
                  <a:lnTo>
                    <a:pt x="11953" y="685"/>
                  </a:lnTo>
                  <a:cubicBezTo>
                    <a:pt x="11948" y="1098"/>
                    <a:pt x="11617" y="1429"/>
                    <a:pt x="11204" y="1429"/>
                  </a:cubicBezTo>
                  <a:lnTo>
                    <a:pt x="7921" y="1429"/>
                  </a:lnTo>
                  <a:cubicBezTo>
                    <a:pt x="7282" y="1429"/>
                    <a:pt x="6764" y="1948"/>
                    <a:pt x="6764" y="2591"/>
                  </a:cubicBezTo>
                  <a:lnTo>
                    <a:pt x="6764" y="2937"/>
                  </a:lnTo>
                  <a:lnTo>
                    <a:pt x="912" y="2937"/>
                  </a:lnTo>
                  <a:cubicBezTo>
                    <a:pt x="408" y="2937"/>
                    <a:pt x="5" y="3340"/>
                    <a:pt x="0" y="3844"/>
                  </a:cubicBezTo>
                  <a:lnTo>
                    <a:pt x="0" y="9441"/>
                  </a:lnTo>
                  <a:cubicBezTo>
                    <a:pt x="0" y="9578"/>
                    <a:pt x="105" y="9646"/>
                    <a:pt x="209" y="9646"/>
                  </a:cubicBezTo>
                  <a:cubicBezTo>
                    <a:pt x="313" y="9646"/>
                    <a:pt x="418" y="9578"/>
                    <a:pt x="418" y="9441"/>
                  </a:cubicBezTo>
                  <a:lnTo>
                    <a:pt x="418" y="5999"/>
                  </a:lnTo>
                  <a:lnTo>
                    <a:pt x="13484" y="5999"/>
                  </a:lnTo>
                  <a:lnTo>
                    <a:pt x="13484" y="13032"/>
                  </a:lnTo>
                  <a:cubicBezTo>
                    <a:pt x="13484" y="13305"/>
                    <a:pt x="13263" y="13526"/>
                    <a:pt x="12990" y="13526"/>
                  </a:cubicBezTo>
                  <a:lnTo>
                    <a:pt x="912" y="13526"/>
                  </a:lnTo>
                  <a:cubicBezTo>
                    <a:pt x="639" y="13526"/>
                    <a:pt x="418" y="13305"/>
                    <a:pt x="418" y="13032"/>
                  </a:cubicBezTo>
                  <a:lnTo>
                    <a:pt x="418" y="10267"/>
                  </a:lnTo>
                  <a:cubicBezTo>
                    <a:pt x="418" y="10130"/>
                    <a:pt x="315" y="10061"/>
                    <a:pt x="211" y="10061"/>
                  </a:cubicBezTo>
                  <a:cubicBezTo>
                    <a:pt x="108" y="10061"/>
                    <a:pt x="5" y="10130"/>
                    <a:pt x="5" y="10267"/>
                  </a:cubicBezTo>
                  <a:lnTo>
                    <a:pt x="5" y="13032"/>
                  </a:lnTo>
                  <a:cubicBezTo>
                    <a:pt x="5" y="13536"/>
                    <a:pt x="413" y="13939"/>
                    <a:pt x="912" y="13944"/>
                  </a:cubicBezTo>
                  <a:lnTo>
                    <a:pt x="12990" y="13944"/>
                  </a:lnTo>
                  <a:cubicBezTo>
                    <a:pt x="13494" y="13939"/>
                    <a:pt x="13897" y="13536"/>
                    <a:pt x="13902" y="13032"/>
                  </a:cubicBezTo>
                  <a:lnTo>
                    <a:pt x="13902" y="3844"/>
                  </a:lnTo>
                  <a:cubicBezTo>
                    <a:pt x="13897" y="3345"/>
                    <a:pt x="13494" y="2937"/>
                    <a:pt x="12990" y="2937"/>
                  </a:cubicBezTo>
                  <a:lnTo>
                    <a:pt x="10988" y="2937"/>
                  </a:lnTo>
                  <a:cubicBezTo>
                    <a:pt x="10714" y="2937"/>
                    <a:pt x="10714" y="3349"/>
                    <a:pt x="10988" y="3349"/>
                  </a:cubicBezTo>
                  <a:lnTo>
                    <a:pt x="12990" y="3349"/>
                  </a:lnTo>
                  <a:cubicBezTo>
                    <a:pt x="13263" y="3349"/>
                    <a:pt x="13489" y="3570"/>
                    <a:pt x="13489" y="3844"/>
                  </a:cubicBezTo>
                  <a:lnTo>
                    <a:pt x="13489" y="5586"/>
                  </a:lnTo>
                  <a:lnTo>
                    <a:pt x="418" y="5586"/>
                  </a:lnTo>
                  <a:lnTo>
                    <a:pt x="418" y="3844"/>
                  </a:lnTo>
                  <a:cubicBezTo>
                    <a:pt x="418" y="3570"/>
                    <a:pt x="639" y="3349"/>
                    <a:pt x="912" y="3349"/>
                  </a:cubicBezTo>
                  <a:lnTo>
                    <a:pt x="10162" y="3349"/>
                  </a:lnTo>
                  <a:cubicBezTo>
                    <a:pt x="10434" y="3349"/>
                    <a:pt x="10436" y="2937"/>
                    <a:pt x="10167" y="2937"/>
                  </a:cubicBezTo>
                  <a:cubicBezTo>
                    <a:pt x="10166" y="2937"/>
                    <a:pt x="10164" y="2937"/>
                    <a:pt x="10162" y="2937"/>
                  </a:cubicBezTo>
                  <a:lnTo>
                    <a:pt x="7177" y="2937"/>
                  </a:lnTo>
                  <a:lnTo>
                    <a:pt x="7177" y="2591"/>
                  </a:lnTo>
                  <a:cubicBezTo>
                    <a:pt x="7181" y="2178"/>
                    <a:pt x="7513" y="1847"/>
                    <a:pt x="7921" y="1847"/>
                  </a:cubicBezTo>
                  <a:lnTo>
                    <a:pt x="11204" y="1847"/>
                  </a:lnTo>
                  <a:cubicBezTo>
                    <a:pt x="11847" y="1842"/>
                    <a:pt x="12366" y="1324"/>
                    <a:pt x="12366" y="685"/>
                  </a:cubicBezTo>
                  <a:lnTo>
                    <a:pt x="12366" y="205"/>
                  </a:lnTo>
                  <a:cubicBezTo>
                    <a:pt x="12366" y="68"/>
                    <a:pt x="12263" y="0"/>
                    <a:pt x="121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10" name="Google Shape;19410;p89"/>
          <p:cNvGrpSpPr/>
          <p:nvPr/>
        </p:nvGrpSpPr>
        <p:grpSpPr>
          <a:xfrm>
            <a:off x="3520995" y="2925728"/>
            <a:ext cx="365551" cy="316238"/>
            <a:chOff x="3520995" y="2925728"/>
            <a:chExt cx="365551" cy="316238"/>
          </a:xfrm>
        </p:grpSpPr>
        <p:sp>
          <p:nvSpPr>
            <p:cNvPr id="19411" name="Google Shape;19411;p89"/>
            <p:cNvSpPr/>
            <p:nvPr/>
          </p:nvSpPr>
          <p:spPr>
            <a:xfrm>
              <a:off x="3526524" y="2931152"/>
              <a:ext cx="354598" cy="152708"/>
            </a:xfrm>
            <a:custGeom>
              <a:rect b="b" l="l" r="r" t="t"/>
              <a:pathLst>
                <a:path extrusionOk="0" h="5828" w="13533">
                  <a:moveTo>
                    <a:pt x="591" y="0"/>
                  </a:moveTo>
                  <a:cubicBezTo>
                    <a:pt x="265" y="0"/>
                    <a:pt x="1" y="264"/>
                    <a:pt x="1" y="596"/>
                  </a:cubicBezTo>
                  <a:lnTo>
                    <a:pt x="1" y="5237"/>
                  </a:lnTo>
                  <a:cubicBezTo>
                    <a:pt x="1" y="5564"/>
                    <a:pt x="265" y="5828"/>
                    <a:pt x="591" y="5828"/>
                  </a:cubicBezTo>
                  <a:lnTo>
                    <a:pt x="12938" y="5828"/>
                  </a:lnTo>
                  <a:cubicBezTo>
                    <a:pt x="13264" y="5828"/>
                    <a:pt x="13533" y="5564"/>
                    <a:pt x="13533" y="5237"/>
                  </a:cubicBezTo>
                  <a:lnTo>
                    <a:pt x="13533" y="596"/>
                  </a:lnTo>
                  <a:cubicBezTo>
                    <a:pt x="13533" y="264"/>
                    <a:pt x="13264" y="0"/>
                    <a:pt x="12938"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89"/>
            <p:cNvSpPr/>
            <p:nvPr/>
          </p:nvSpPr>
          <p:spPr>
            <a:xfrm>
              <a:off x="3544656" y="2931152"/>
              <a:ext cx="336466" cy="134602"/>
            </a:xfrm>
            <a:custGeom>
              <a:rect b="b" l="l" r="r" t="t"/>
              <a:pathLst>
                <a:path extrusionOk="0" h="5137" w="12841">
                  <a:moveTo>
                    <a:pt x="0" y="0"/>
                  </a:moveTo>
                  <a:lnTo>
                    <a:pt x="0" y="4546"/>
                  </a:lnTo>
                  <a:cubicBezTo>
                    <a:pt x="0" y="4873"/>
                    <a:pt x="264" y="5137"/>
                    <a:pt x="591" y="5137"/>
                  </a:cubicBezTo>
                  <a:lnTo>
                    <a:pt x="12841" y="5137"/>
                  </a:lnTo>
                  <a:lnTo>
                    <a:pt x="12841" y="596"/>
                  </a:lnTo>
                  <a:cubicBezTo>
                    <a:pt x="12841" y="264"/>
                    <a:pt x="12572" y="0"/>
                    <a:pt x="12246"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89"/>
            <p:cNvSpPr/>
            <p:nvPr/>
          </p:nvSpPr>
          <p:spPr>
            <a:xfrm>
              <a:off x="3526524" y="3083834"/>
              <a:ext cx="354598" cy="152734"/>
            </a:xfrm>
            <a:custGeom>
              <a:rect b="b" l="l" r="r" t="t"/>
              <a:pathLst>
                <a:path extrusionOk="0" h="5829" w="13533">
                  <a:moveTo>
                    <a:pt x="12946" y="1"/>
                  </a:moveTo>
                  <a:cubicBezTo>
                    <a:pt x="12944" y="1"/>
                    <a:pt x="12941" y="1"/>
                    <a:pt x="12938" y="1"/>
                  </a:cubicBezTo>
                  <a:lnTo>
                    <a:pt x="591" y="1"/>
                  </a:lnTo>
                  <a:cubicBezTo>
                    <a:pt x="265" y="1"/>
                    <a:pt x="1" y="265"/>
                    <a:pt x="1" y="591"/>
                  </a:cubicBezTo>
                  <a:lnTo>
                    <a:pt x="1" y="5233"/>
                  </a:lnTo>
                  <a:cubicBezTo>
                    <a:pt x="1" y="5559"/>
                    <a:pt x="265" y="5823"/>
                    <a:pt x="591" y="5828"/>
                  </a:cubicBezTo>
                  <a:lnTo>
                    <a:pt x="12938" y="5828"/>
                  </a:lnTo>
                  <a:cubicBezTo>
                    <a:pt x="13264" y="5828"/>
                    <a:pt x="13533" y="5559"/>
                    <a:pt x="13533" y="5233"/>
                  </a:cubicBezTo>
                  <a:lnTo>
                    <a:pt x="13533" y="596"/>
                  </a:lnTo>
                  <a:cubicBezTo>
                    <a:pt x="13533" y="268"/>
                    <a:pt x="13274" y="1"/>
                    <a:pt x="1294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89"/>
            <p:cNvSpPr/>
            <p:nvPr/>
          </p:nvSpPr>
          <p:spPr>
            <a:xfrm>
              <a:off x="3545285" y="3101835"/>
              <a:ext cx="335837" cy="134733"/>
            </a:xfrm>
            <a:custGeom>
              <a:rect b="b" l="l" r="r" t="t"/>
              <a:pathLst>
                <a:path extrusionOk="0" h="5142" w="12817">
                  <a:moveTo>
                    <a:pt x="595" y="0"/>
                  </a:moveTo>
                  <a:cubicBezTo>
                    <a:pt x="264" y="0"/>
                    <a:pt x="0" y="269"/>
                    <a:pt x="0" y="595"/>
                  </a:cubicBezTo>
                  <a:lnTo>
                    <a:pt x="0" y="5141"/>
                  </a:lnTo>
                  <a:lnTo>
                    <a:pt x="12222" y="5141"/>
                  </a:lnTo>
                  <a:cubicBezTo>
                    <a:pt x="12548" y="5141"/>
                    <a:pt x="12817" y="4872"/>
                    <a:pt x="12817" y="4546"/>
                  </a:cubicBezTo>
                  <a:lnTo>
                    <a:pt x="12817" y="5"/>
                  </a:lnTo>
                  <a:lnTo>
                    <a:pt x="59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89"/>
            <p:cNvSpPr/>
            <p:nvPr/>
          </p:nvSpPr>
          <p:spPr>
            <a:xfrm>
              <a:off x="3551940" y="3105740"/>
              <a:ext cx="43182" cy="42893"/>
            </a:xfrm>
            <a:custGeom>
              <a:rect b="b" l="l" r="r" t="t"/>
              <a:pathLst>
                <a:path extrusionOk="0" h="1637" w="1648">
                  <a:moveTo>
                    <a:pt x="821" y="0"/>
                  </a:moveTo>
                  <a:cubicBezTo>
                    <a:pt x="370" y="0"/>
                    <a:pt x="1" y="365"/>
                    <a:pt x="1" y="816"/>
                  </a:cubicBezTo>
                  <a:cubicBezTo>
                    <a:pt x="1" y="1272"/>
                    <a:pt x="370" y="1637"/>
                    <a:pt x="821" y="1637"/>
                  </a:cubicBezTo>
                  <a:lnTo>
                    <a:pt x="826" y="1637"/>
                  </a:lnTo>
                  <a:cubicBezTo>
                    <a:pt x="1282" y="1637"/>
                    <a:pt x="1647" y="1272"/>
                    <a:pt x="1647" y="816"/>
                  </a:cubicBezTo>
                  <a:cubicBezTo>
                    <a:pt x="1647" y="365"/>
                    <a:pt x="1282" y="0"/>
                    <a:pt x="826" y="0"/>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89"/>
            <p:cNvSpPr/>
            <p:nvPr/>
          </p:nvSpPr>
          <p:spPr>
            <a:xfrm>
              <a:off x="3551940" y="3171770"/>
              <a:ext cx="43182" cy="42920"/>
            </a:xfrm>
            <a:custGeom>
              <a:rect b="b" l="l" r="r" t="t"/>
              <a:pathLst>
                <a:path extrusionOk="0" h="1638" w="1648">
                  <a:moveTo>
                    <a:pt x="821" y="0"/>
                  </a:moveTo>
                  <a:cubicBezTo>
                    <a:pt x="370" y="0"/>
                    <a:pt x="1" y="365"/>
                    <a:pt x="1" y="821"/>
                  </a:cubicBezTo>
                  <a:cubicBezTo>
                    <a:pt x="1" y="1272"/>
                    <a:pt x="370" y="1637"/>
                    <a:pt x="821" y="1637"/>
                  </a:cubicBezTo>
                  <a:lnTo>
                    <a:pt x="826" y="1637"/>
                  </a:lnTo>
                  <a:cubicBezTo>
                    <a:pt x="1282" y="1637"/>
                    <a:pt x="1647" y="1272"/>
                    <a:pt x="1647" y="821"/>
                  </a:cubicBezTo>
                  <a:cubicBezTo>
                    <a:pt x="1647" y="365"/>
                    <a:pt x="1282" y="0"/>
                    <a:pt x="82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89"/>
            <p:cNvSpPr/>
            <p:nvPr/>
          </p:nvSpPr>
          <p:spPr>
            <a:xfrm>
              <a:off x="3617106" y="3105740"/>
              <a:ext cx="43156" cy="42893"/>
            </a:xfrm>
            <a:custGeom>
              <a:rect b="b" l="l" r="r" t="t"/>
              <a:pathLst>
                <a:path extrusionOk="0" h="1637" w="1647">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B4C3D0"/>
            </a:solidFill>
            <a:ln cap="flat" cmpd="sng" w="1550">
              <a:solidFill>
                <a:srgbClr val="B4C3D0"/>
              </a:solidFill>
              <a:prstDash val="solid"/>
              <a:miter lim="48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89"/>
            <p:cNvSpPr/>
            <p:nvPr/>
          </p:nvSpPr>
          <p:spPr>
            <a:xfrm>
              <a:off x="3617106" y="3171770"/>
              <a:ext cx="43156" cy="42920"/>
            </a:xfrm>
            <a:custGeom>
              <a:rect b="b" l="l" r="r" t="t"/>
              <a:pathLst>
                <a:path extrusionOk="0" h="1638" w="1647">
                  <a:moveTo>
                    <a:pt x="812"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4" y="0"/>
                  </a:cubicBezTo>
                  <a:cubicBezTo>
                    <a:pt x="832" y="0"/>
                    <a:pt x="829" y="0"/>
                    <a:pt x="826" y="0"/>
                  </a:cubicBezTo>
                  <a:lnTo>
                    <a:pt x="821" y="0"/>
                  </a:lnTo>
                  <a:cubicBezTo>
                    <a:pt x="818" y="0"/>
                    <a:pt x="815" y="0"/>
                    <a:pt x="8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89"/>
            <p:cNvSpPr/>
            <p:nvPr/>
          </p:nvSpPr>
          <p:spPr>
            <a:xfrm>
              <a:off x="3682245" y="3171770"/>
              <a:ext cx="43051" cy="42920"/>
            </a:xfrm>
            <a:custGeom>
              <a:rect b="b" l="l" r="r" t="t"/>
              <a:pathLst>
                <a:path extrusionOk="0" h="1638" w="1643">
                  <a:moveTo>
                    <a:pt x="822" y="0"/>
                  </a:moveTo>
                  <a:cubicBezTo>
                    <a:pt x="366" y="0"/>
                    <a:pt x="1" y="365"/>
                    <a:pt x="1" y="821"/>
                  </a:cubicBezTo>
                  <a:cubicBezTo>
                    <a:pt x="1" y="1272"/>
                    <a:pt x="366" y="1637"/>
                    <a:pt x="822" y="1637"/>
                  </a:cubicBezTo>
                  <a:lnTo>
                    <a:pt x="826" y="1637"/>
                  </a:lnTo>
                  <a:cubicBezTo>
                    <a:pt x="1278" y="1637"/>
                    <a:pt x="1642" y="1272"/>
                    <a:pt x="1642" y="821"/>
                  </a:cubicBezTo>
                  <a:cubicBezTo>
                    <a:pt x="1642" y="365"/>
                    <a:pt x="1278" y="0"/>
                    <a:pt x="826"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89"/>
            <p:cNvSpPr/>
            <p:nvPr/>
          </p:nvSpPr>
          <p:spPr>
            <a:xfrm>
              <a:off x="3747280" y="3105740"/>
              <a:ext cx="43156" cy="42893"/>
            </a:xfrm>
            <a:custGeom>
              <a:rect b="b" l="l" r="r" t="t"/>
              <a:pathLst>
                <a:path extrusionOk="0" h="1637" w="1647">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89"/>
            <p:cNvSpPr/>
            <p:nvPr/>
          </p:nvSpPr>
          <p:spPr>
            <a:xfrm>
              <a:off x="3747280" y="3171770"/>
              <a:ext cx="43156" cy="42920"/>
            </a:xfrm>
            <a:custGeom>
              <a:rect b="b" l="l" r="r" t="t"/>
              <a:pathLst>
                <a:path extrusionOk="0" h="1638" w="1647">
                  <a:moveTo>
                    <a:pt x="813"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5" y="0"/>
                  </a:cubicBezTo>
                  <a:cubicBezTo>
                    <a:pt x="832" y="0"/>
                    <a:pt x="829" y="0"/>
                    <a:pt x="826" y="0"/>
                  </a:cubicBezTo>
                  <a:lnTo>
                    <a:pt x="821" y="0"/>
                  </a:lnTo>
                  <a:cubicBezTo>
                    <a:pt x="818" y="0"/>
                    <a:pt x="815" y="0"/>
                    <a:pt x="813"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89"/>
            <p:cNvSpPr/>
            <p:nvPr/>
          </p:nvSpPr>
          <p:spPr>
            <a:xfrm>
              <a:off x="3812419" y="3105740"/>
              <a:ext cx="43182" cy="42893"/>
            </a:xfrm>
            <a:custGeom>
              <a:rect b="b" l="l" r="r" t="t"/>
              <a:pathLst>
                <a:path extrusionOk="0" h="1637" w="1648">
                  <a:moveTo>
                    <a:pt x="822" y="0"/>
                  </a:moveTo>
                  <a:cubicBezTo>
                    <a:pt x="371" y="0"/>
                    <a:pt x="1" y="365"/>
                    <a:pt x="1" y="816"/>
                  </a:cubicBezTo>
                  <a:cubicBezTo>
                    <a:pt x="1" y="1272"/>
                    <a:pt x="371" y="1637"/>
                    <a:pt x="822" y="1637"/>
                  </a:cubicBezTo>
                  <a:lnTo>
                    <a:pt x="827" y="1637"/>
                  </a:lnTo>
                  <a:cubicBezTo>
                    <a:pt x="1278" y="1637"/>
                    <a:pt x="1647" y="1272"/>
                    <a:pt x="1647" y="816"/>
                  </a:cubicBezTo>
                  <a:cubicBezTo>
                    <a:pt x="1647" y="365"/>
                    <a:pt x="1278" y="0"/>
                    <a:pt x="82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89"/>
            <p:cNvSpPr/>
            <p:nvPr/>
          </p:nvSpPr>
          <p:spPr>
            <a:xfrm>
              <a:off x="3812419" y="3171770"/>
              <a:ext cx="43182" cy="42920"/>
            </a:xfrm>
            <a:custGeom>
              <a:rect b="b" l="l" r="r" t="t"/>
              <a:pathLst>
                <a:path extrusionOk="0" h="1638" w="1648">
                  <a:moveTo>
                    <a:pt x="822" y="0"/>
                  </a:moveTo>
                  <a:cubicBezTo>
                    <a:pt x="371" y="0"/>
                    <a:pt x="1" y="365"/>
                    <a:pt x="1" y="821"/>
                  </a:cubicBezTo>
                  <a:cubicBezTo>
                    <a:pt x="1" y="1272"/>
                    <a:pt x="371" y="1637"/>
                    <a:pt x="822" y="1637"/>
                  </a:cubicBezTo>
                  <a:lnTo>
                    <a:pt x="827" y="1637"/>
                  </a:lnTo>
                  <a:cubicBezTo>
                    <a:pt x="1278" y="1637"/>
                    <a:pt x="1647" y="1272"/>
                    <a:pt x="1647" y="821"/>
                  </a:cubicBezTo>
                  <a:cubicBezTo>
                    <a:pt x="1647" y="365"/>
                    <a:pt x="1278" y="0"/>
                    <a:pt x="827"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89"/>
            <p:cNvSpPr/>
            <p:nvPr/>
          </p:nvSpPr>
          <p:spPr>
            <a:xfrm>
              <a:off x="3559722" y="3113234"/>
              <a:ext cx="40011" cy="35400"/>
            </a:xfrm>
            <a:custGeom>
              <a:rect b="b" l="l" r="r" t="t"/>
              <a:pathLst>
                <a:path extrusionOk="0" h="1351" w="1527">
                  <a:moveTo>
                    <a:pt x="1101" y="1"/>
                  </a:moveTo>
                  <a:cubicBezTo>
                    <a:pt x="1091" y="1"/>
                    <a:pt x="1081" y="1"/>
                    <a:pt x="1072" y="2"/>
                  </a:cubicBezTo>
                  <a:lnTo>
                    <a:pt x="1067" y="2"/>
                  </a:lnTo>
                  <a:cubicBezTo>
                    <a:pt x="1061" y="2"/>
                    <a:pt x="1055" y="2"/>
                    <a:pt x="1050" y="2"/>
                  </a:cubicBezTo>
                  <a:cubicBezTo>
                    <a:pt x="341" y="2"/>
                    <a:pt x="1" y="875"/>
                    <a:pt x="524" y="1351"/>
                  </a:cubicBezTo>
                  <a:lnTo>
                    <a:pt x="529" y="1351"/>
                  </a:lnTo>
                  <a:cubicBezTo>
                    <a:pt x="985" y="1351"/>
                    <a:pt x="1350" y="986"/>
                    <a:pt x="1350" y="530"/>
                  </a:cubicBezTo>
                  <a:cubicBezTo>
                    <a:pt x="1526" y="317"/>
                    <a:pt x="1367" y="1"/>
                    <a:pt x="1101"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89"/>
            <p:cNvSpPr/>
            <p:nvPr/>
          </p:nvSpPr>
          <p:spPr>
            <a:xfrm>
              <a:off x="3559775" y="3179395"/>
              <a:ext cx="39933" cy="35295"/>
            </a:xfrm>
            <a:custGeom>
              <a:rect b="b" l="l" r="r" t="t"/>
              <a:pathLst>
                <a:path extrusionOk="0" h="1347" w="1524">
                  <a:moveTo>
                    <a:pt x="1104" y="0"/>
                  </a:moveTo>
                  <a:cubicBezTo>
                    <a:pt x="1093" y="0"/>
                    <a:pt x="1081" y="1"/>
                    <a:pt x="1070" y="2"/>
                  </a:cubicBezTo>
                  <a:lnTo>
                    <a:pt x="1065" y="2"/>
                  </a:lnTo>
                  <a:cubicBezTo>
                    <a:pt x="1057" y="2"/>
                    <a:pt x="1050" y="2"/>
                    <a:pt x="1042" y="2"/>
                  </a:cubicBezTo>
                  <a:cubicBezTo>
                    <a:pt x="337" y="2"/>
                    <a:pt x="0" y="871"/>
                    <a:pt x="522" y="1346"/>
                  </a:cubicBezTo>
                  <a:lnTo>
                    <a:pt x="527" y="1346"/>
                  </a:lnTo>
                  <a:cubicBezTo>
                    <a:pt x="983" y="1346"/>
                    <a:pt x="1348" y="981"/>
                    <a:pt x="1348" y="530"/>
                  </a:cubicBezTo>
                  <a:cubicBezTo>
                    <a:pt x="1523" y="314"/>
                    <a:pt x="1367" y="0"/>
                    <a:pt x="1104"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89"/>
            <p:cNvSpPr/>
            <p:nvPr/>
          </p:nvSpPr>
          <p:spPr>
            <a:xfrm>
              <a:off x="3624757" y="3113234"/>
              <a:ext cx="40011" cy="35400"/>
            </a:xfrm>
            <a:custGeom>
              <a:rect b="b" l="l" r="r" t="t"/>
              <a:pathLst>
                <a:path extrusionOk="0" h="1351" w="1527">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0"/>
                  </a:cubicBezTo>
                  <a:cubicBezTo>
                    <a:pt x="1526" y="317"/>
                    <a:pt x="1371" y="1"/>
                    <a:pt x="1105" y="1"/>
                  </a:cubicBezTo>
                  <a:close/>
                </a:path>
              </a:pathLst>
            </a:custGeom>
            <a:solidFill>
              <a:srgbClr val="C2CED8"/>
            </a:solidFill>
            <a:ln cap="flat" cmpd="sng" w="1550">
              <a:solidFill>
                <a:srgbClr val="B4C3D0"/>
              </a:solidFill>
              <a:prstDash val="solid"/>
              <a:miter lim="48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89"/>
            <p:cNvSpPr/>
            <p:nvPr/>
          </p:nvSpPr>
          <p:spPr>
            <a:xfrm>
              <a:off x="3624757" y="3179264"/>
              <a:ext cx="40011" cy="35426"/>
            </a:xfrm>
            <a:custGeom>
              <a:rect b="b" l="l" r="r" t="t"/>
              <a:pathLst>
                <a:path extrusionOk="0" h="1352" w="1527">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5"/>
                  </a:cubicBezTo>
                  <a:lnTo>
                    <a:pt x="1355" y="530"/>
                  </a:lnTo>
                  <a:cubicBezTo>
                    <a:pt x="1526" y="317"/>
                    <a:pt x="1371" y="1"/>
                    <a:pt x="110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89"/>
            <p:cNvSpPr/>
            <p:nvPr/>
          </p:nvSpPr>
          <p:spPr>
            <a:xfrm>
              <a:off x="3689949" y="3179395"/>
              <a:ext cx="39933" cy="35295"/>
            </a:xfrm>
            <a:custGeom>
              <a:rect b="b" l="l" r="r" t="t"/>
              <a:pathLst>
                <a:path extrusionOk="0" h="1347" w="1524">
                  <a:moveTo>
                    <a:pt x="1105" y="0"/>
                  </a:moveTo>
                  <a:cubicBezTo>
                    <a:pt x="1093" y="0"/>
                    <a:pt x="1082" y="1"/>
                    <a:pt x="1070" y="2"/>
                  </a:cubicBezTo>
                  <a:lnTo>
                    <a:pt x="1065" y="2"/>
                  </a:lnTo>
                  <a:cubicBezTo>
                    <a:pt x="1058" y="2"/>
                    <a:pt x="1050" y="2"/>
                    <a:pt x="1042" y="2"/>
                  </a:cubicBezTo>
                  <a:cubicBezTo>
                    <a:pt x="342" y="2"/>
                    <a:pt x="0" y="871"/>
                    <a:pt x="528" y="1346"/>
                  </a:cubicBezTo>
                  <a:lnTo>
                    <a:pt x="532" y="1346"/>
                  </a:lnTo>
                  <a:cubicBezTo>
                    <a:pt x="984" y="1346"/>
                    <a:pt x="1348" y="981"/>
                    <a:pt x="1348" y="530"/>
                  </a:cubicBezTo>
                  <a:cubicBezTo>
                    <a:pt x="1523" y="314"/>
                    <a:pt x="1372" y="0"/>
                    <a:pt x="11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89"/>
            <p:cNvSpPr/>
            <p:nvPr/>
          </p:nvSpPr>
          <p:spPr>
            <a:xfrm>
              <a:off x="3754931" y="3113234"/>
              <a:ext cx="40011" cy="35400"/>
            </a:xfrm>
            <a:custGeom>
              <a:rect b="b" l="l" r="r" t="t"/>
              <a:pathLst>
                <a:path extrusionOk="0" h="1351" w="1527">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0"/>
                  </a:cubicBezTo>
                  <a:cubicBezTo>
                    <a:pt x="1526" y="317"/>
                    <a:pt x="1371" y="1"/>
                    <a:pt x="1105"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89"/>
            <p:cNvSpPr/>
            <p:nvPr/>
          </p:nvSpPr>
          <p:spPr>
            <a:xfrm>
              <a:off x="3754931" y="3179264"/>
              <a:ext cx="40011" cy="35426"/>
            </a:xfrm>
            <a:custGeom>
              <a:rect b="b" l="l" r="r" t="t"/>
              <a:pathLst>
                <a:path extrusionOk="0" h="1352" w="1527">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5"/>
                  </a:cubicBezTo>
                  <a:lnTo>
                    <a:pt x="1355" y="530"/>
                  </a:lnTo>
                  <a:cubicBezTo>
                    <a:pt x="1526" y="317"/>
                    <a:pt x="1371" y="1"/>
                    <a:pt x="1105"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89"/>
            <p:cNvSpPr/>
            <p:nvPr/>
          </p:nvSpPr>
          <p:spPr>
            <a:xfrm>
              <a:off x="3820097" y="3113234"/>
              <a:ext cx="39985" cy="35400"/>
            </a:xfrm>
            <a:custGeom>
              <a:rect b="b" l="l" r="r" t="t"/>
              <a:pathLst>
                <a:path extrusionOk="0" h="1351" w="1526">
                  <a:moveTo>
                    <a:pt x="1101" y="1"/>
                  </a:moveTo>
                  <a:cubicBezTo>
                    <a:pt x="1091" y="1"/>
                    <a:pt x="1081" y="1"/>
                    <a:pt x="1071" y="2"/>
                  </a:cubicBezTo>
                  <a:lnTo>
                    <a:pt x="1066" y="2"/>
                  </a:lnTo>
                  <a:cubicBezTo>
                    <a:pt x="1061" y="2"/>
                    <a:pt x="1055" y="2"/>
                    <a:pt x="1049" y="2"/>
                  </a:cubicBezTo>
                  <a:cubicBezTo>
                    <a:pt x="346" y="2"/>
                    <a:pt x="0" y="875"/>
                    <a:pt x="529" y="1351"/>
                  </a:cubicBezTo>
                  <a:lnTo>
                    <a:pt x="534" y="1351"/>
                  </a:lnTo>
                  <a:cubicBezTo>
                    <a:pt x="985" y="1351"/>
                    <a:pt x="1354" y="986"/>
                    <a:pt x="1354" y="530"/>
                  </a:cubicBezTo>
                  <a:cubicBezTo>
                    <a:pt x="1526" y="317"/>
                    <a:pt x="1371" y="1"/>
                    <a:pt x="110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89"/>
            <p:cNvSpPr/>
            <p:nvPr/>
          </p:nvSpPr>
          <p:spPr>
            <a:xfrm>
              <a:off x="3820123" y="3179395"/>
              <a:ext cx="39933" cy="35295"/>
            </a:xfrm>
            <a:custGeom>
              <a:rect b="b" l="l" r="r" t="t"/>
              <a:pathLst>
                <a:path extrusionOk="0" h="1347" w="1524">
                  <a:moveTo>
                    <a:pt x="1105" y="0"/>
                  </a:moveTo>
                  <a:cubicBezTo>
                    <a:pt x="1094" y="0"/>
                    <a:pt x="1082" y="1"/>
                    <a:pt x="1070" y="2"/>
                  </a:cubicBezTo>
                  <a:lnTo>
                    <a:pt x="1065" y="2"/>
                  </a:lnTo>
                  <a:cubicBezTo>
                    <a:pt x="1058" y="2"/>
                    <a:pt x="1050" y="2"/>
                    <a:pt x="1043" y="2"/>
                  </a:cubicBezTo>
                  <a:cubicBezTo>
                    <a:pt x="343" y="2"/>
                    <a:pt x="1" y="871"/>
                    <a:pt x="528" y="1346"/>
                  </a:cubicBezTo>
                  <a:lnTo>
                    <a:pt x="533" y="1346"/>
                  </a:lnTo>
                  <a:cubicBezTo>
                    <a:pt x="984" y="1346"/>
                    <a:pt x="1353" y="981"/>
                    <a:pt x="1353" y="530"/>
                  </a:cubicBezTo>
                  <a:cubicBezTo>
                    <a:pt x="1524" y="314"/>
                    <a:pt x="1372" y="0"/>
                    <a:pt x="1105" y="0"/>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89"/>
            <p:cNvSpPr/>
            <p:nvPr/>
          </p:nvSpPr>
          <p:spPr>
            <a:xfrm>
              <a:off x="3548298" y="2952900"/>
              <a:ext cx="98259" cy="63803"/>
            </a:xfrm>
            <a:custGeom>
              <a:rect b="b" l="l" r="r" t="t"/>
              <a:pathLst>
                <a:path extrusionOk="0" h="2435" w="3750">
                  <a:moveTo>
                    <a:pt x="1772" y="1"/>
                  </a:moveTo>
                  <a:cubicBezTo>
                    <a:pt x="1551" y="6"/>
                    <a:pt x="1368" y="183"/>
                    <a:pt x="1368" y="409"/>
                  </a:cubicBezTo>
                  <a:lnTo>
                    <a:pt x="1368" y="438"/>
                  </a:lnTo>
                  <a:lnTo>
                    <a:pt x="1368" y="462"/>
                  </a:lnTo>
                  <a:cubicBezTo>
                    <a:pt x="1373" y="651"/>
                    <a:pt x="1224" y="812"/>
                    <a:pt x="1036" y="812"/>
                  </a:cubicBezTo>
                  <a:cubicBezTo>
                    <a:pt x="1033" y="812"/>
                    <a:pt x="1030" y="812"/>
                    <a:pt x="1028" y="812"/>
                  </a:cubicBezTo>
                  <a:cubicBezTo>
                    <a:pt x="802" y="812"/>
                    <a:pt x="620" y="994"/>
                    <a:pt x="620" y="1220"/>
                  </a:cubicBezTo>
                  <a:cubicBezTo>
                    <a:pt x="620" y="1244"/>
                    <a:pt x="624" y="1268"/>
                    <a:pt x="629" y="1292"/>
                  </a:cubicBezTo>
                  <a:cubicBezTo>
                    <a:pt x="658" y="1431"/>
                    <a:pt x="548" y="1561"/>
                    <a:pt x="404" y="1566"/>
                  </a:cubicBezTo>
                  <a:cubicBezTo>
                    <a:pt x="183" y="1566"/>
                    <a:pt x="0" y="1748"/>
                    <a:pt x="0" y="1969"/>
                  </a:cubicBezTo>
                  <a:lnTo>
                    <a:pt x="0" y="2031"/>
                  </a:lnTo>
                  <a:cubicBezTo>
                    <a:pt x="0" y="2252"/>
                    <a:pt x="183" y="2434"/>
                    <a:pt x="404" y="2434"/>
                  </a:cubicBezTo>
                  <a:lnTo>
                    <a:pt x="1844" y="2434"/>
                  </a:lnTo>
                  <a:cubicBezTo>
                    <a:pt x="2069" y="2434"/>
                    <a:pt x="2252" y="2252"/>
                    <a:pt x="2252" y="2031"/>
                  </a:cubicBezTo>
                  <a:lnTo>
                    <a:pt x="2252" y="1964"/>
                  </a:lnTo>
                  <a:cubicBezTo>
                    <a:pt x="2247" y="1777"/>
                    <a:pt x="2396" y="1628"/>
                    <a:pt x="2583" y="1623"/>
                  </a:cubicBezTo>
                  <a:lnTo>
                    <a:pt x="3337" y="1623"/>
                  </a:lnTo>
                  <a:cubicBezTo>
                    <a:pt x="3562" y="1623"/>
                    <a:pt x="3745" y="1441"/>
                    <a:pt x="3745" y="1220"/>
                  </a:cubicBezTo>
                  <a:lnTo>
                    <a:pt x="3749" y="1220"/>
                  </a:lnTo>
                  <a:cubicBezTo>
                    <a:pt x="3745" y="994"/>
                    <a:pt x="3567" y="817"/>
                    <a:pt x="3341" y="812"/>
                  </a:cubicBezTo>
                  <a:cubicBezTo>
                    <a:pt x="3339" y="812"/>
                    <a:pt x="3336" y="812"/>
                    <a:pt x="3334" y="812"/>
                  </a:cubicBezTo>
                  <a:cubicBezTo>
                    <a:pt x="3189" y="812"/>
                    <a:pt x="3083" y="675"/>
                    <a:pt x="3116" y="534"/>
                  </a:cubicBezTo>
                  <a:cubicBezTo>
                    <a:pt x="3121" y="500"/>
                    <a:pt x="3125" y="471"/>
                    <a:pt x="3125" y="438"/>
                  </a:cubicBezTo>
                  <a:lnTo>
                    <a:pt x="3125" y="409"/>
                  </a:lnTo>
                  <a:cubicBezTo>
                    <a:pt x="3125" y="183"/>
                    <a:pt x="2943" y="6"/>
                    <a:pt x="2722" y="1"/>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89"/>
            <p:cNvSpPr/>
            <p:nvPr/>
          </p:nvSpPr>
          <p:spPr>
            <a:xfrm>
              <a:off x="3565906" y="2952900"/>
              <a:ext cx="80651" cy="63803"/>
            </a:xfrm>
            <a:custGeom>
              <a:rect b="b" l="l" r="r" t="t"/>
              <a:pathLst>
                <a:path extrusionOk="0" h="2435" w="3078">
                  <a:moveTo>
                    <a:pt x="1777" y="1"/>
                  </a:moveTo>
                  <a:cubicBezTo>
                    <a:pt x="1551" y="1"/>
                    <a:pt x="1369" y="183"/>
                    <a:pt x="1369" y="404"/>
                  </a:cubicBezTo>
                  <a:lnTo>
                    <a:pt x="1369" y="438"/>
                  </a:lnTo>
                  <a:lnTo>
                    <a:pt x="1369" y="462"/>
                  </a:lnTo>
                  <a:cubicBezTo>
                    <a:pt x="1378" y="654"/>
                    <a:pt x="1220" y="812"/>
                    <a:pt x="1028" y="812"/>
                  </a:cubicBezTo>
                  <a:cubicBezTo>
                    <a:pt x="773" y="812"/>
                    <a:pt x="581" y="1042"/>
                    <a:pt x="629" y="1292"/>
                  </a:cubicBezTo>
                  <a:cubicBezTo>
                    <a:pt x="658" y="1431"/>
                    <a:pt x="548" y="1561"/>
                    <a:pt x="408" y="1566"/>
                  </a:cubicBezTo>
                  <a:cubicBezTo>
                    <a:pt x="183" y="1566"/>
                    <a:pt x="0" y="1748"/>
                    <a:pt x="0" y="1969"/>
                  </a:cubicBezTo>
                  <a:lnTo>
                    <a:pt x="0" y="2031"/>
                  </a:lnTo>
                  <a:cubicBezTo>
                    <a:pt x="0" y="2252"/>
                    <a:pt x="183" y="2434"/>
                    <a:pt x="408" y="2434"/>
                  </a:cubicBezTo>
                  <a:lnTo>
                    <a:pt x="1172" y="2434"/>
                  </a:lnTo>
                  <a:cubicBezTo>
                    <a:pt x="1397" y="2434"/>
                    <a:pt x="1580" y="2252"/>
                    <a:pt x="1580" y="2031"/>
                  </a:cubicBezTo>
                  <a:lnTo>
                    <a:pt x="1580" y="1964"/>
                  </a:lnTo>
                  <a:cubicBezTo>
                    <a:pt x="1575" y="1777"/>
                    <a:pt x="1724" y="1628"/>
                    <a:pt x="1911" y="1623"/>
                  </a:cubicBezTo>
                  <a:lnTo>
                    <a:pt x="2665" y="1623"/>
                  </a:lnTo>
                  <a:cubicBezTo>
                    <a:pt x="2890" y="1623"/>
                    <a:pt x="3073" y="1441"/>
                    <a:pt x="3073" y="1220"/>
                  </a:cubicBezTo>
                  <a:lnTo>
                    <a:pt x="3077" y="1215"/>
                  </a:lnTo>
                  <a:cubicBezTo>
                    <a:pt x="3073" y="994"/>
                    <a:pt x="2895" y="812"/>
                    <a:pt x="2669" y="812"/>
                  </a:cubicBezTo>
                  <a:cubicBezTo>
                    <a:pt x="2521" y="812"/>
                    <a:pt x="2410" y="673"/>
                    <a:pt x="2444" y="529"/>
                  </a:cubicBezTo>
                  <a:cubicBezTo>
                    <a:pt x="2449" y="500"/>
                    <a:pt x="2453" y="466"/>
                    <a:pt x="2453" y="438"/>
                  </a:cubicBezTo>
                  <a:lnTo>
                    <a:pt x="2453" y="404"/>
                  </a:lnTo>
                  <a:cubicBezTo>
                    <a:pt x="2453" y="183"/>
                    <a:pt x="2271" y="1"/>
                    <a:pt x="205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89"/>
            <p:cNvSpPr/>
            <p:nvPr/>
          </p:nvSpPr>
          <p:spPr>
            <a:xfrm>
              <a:off x="3632565" y="2998309"/>
              <a:ext cx="84424" cy="63803"/>
            </a:xfrm>
            <a:custGeom>
              <a:rect b="b" l="l" r="r" t="t"/>
              <a:pathLst>
                <a:path extrusionOk="0" h="2435" w="3222">
                  <a:moveTo>
                    <a:pt x="1897" y="1"/>
                  </a:moveTo>
                  <a:cubicBezTo>
                    <a:pt x="1676" y="1"/>
                    <a:pt x="1493" y="183"/>
                    <a:pt x="1493" y="409"/>
                  </a:cubicBezTo>
                  <a:lnTo>
                    <a:pt x="1493" y="471"/>
                  </a:lnTo>
                  <a:cubicBezTo>
                    <a:pt x="1498" y="658"/>
                    <a:pt x="1349" y="812"/>
                    <a:pt x="1162" y="812"/>
                  </a:cubicBezTo>
                  <a:lnTo>
                    <a:pt x="404" y="812"/>
                  </a:lnTo>
                  <a:cubicBezTo>
                    <a:pt x="178" y="812"/>
                    <a:pt x="1" y="994"/>
                    <a:pt x="1" y="1220"/>
                  </a:cubicBezTo>
                  <a:cubicBezTo>
                    <a:pt x="1" y="1441"/>
                    <a:pt x="178" y="1623"/>
                    <a:pt x="404" y="1623"/>
                  </a:cubicBezTo>
                  <a:cubicBezTo>
                    <a:pt x="553" y="1623"/>
                    <a:pt x="663" y="1762"/>
                    <a:pt x="629" y="1906"/>
                  </a:cubicBezTo>
                  <a:cubicBezTo>
                    <a:pt x="625" y="1935"/>
                    <a:pt x="620" y="1969"/>
                    <a:pt x="620" y="1998"/>
                  </a:cubicBezTo>
                  <a:lnTo>
                    <a:pt x="620" y="2031"/>
                  </a:lnTo>
                  <a:cubicBezTo>
                    <a:pt x="620" y="2252"/>
                    <a:pt x="802" y="2434"/>
                    <a:pt x="1028" y="2434"/>
                  </a:cubicBezTo>
                  <a:lnTo>
                    <a:pt x="1445" y="2434"/>
                  </a:lnTo>
                  <a:cubicBezTo>
                    <a:pt x="1671" y="2434"/>
                    <a:pt x="1849" y="2252"/>
                    <a:pt x="1853" y="2031"/>
                  </a:cubicBezTo>
                  <a:lnTo>
                    <a:pt x="1853" y="1998"/>
                  </a:lnTo>
                  <a:lnTo>
                    <a:pt x="1853" y="1974"/>
                  </a:lnTo>
                  <a:cubicBezTo>
                    <a:pt x="1844" y="1782"/>
                    <a:pt x="1998" y="1623"/>
                    <a:pt x="2194" y="1623"/>
                  </a:cubicBezTo>
                  <a:cubicBezTo>
                    <a:pt x="2444" y="1623"/>
                    <a:pt x="2636" y="1393"/>
                    <a:pt x="2593" y="1143"/>
                  </a:cubicBezTo>
                  <a:cubicBezTo>
                    <a:pt x="2564" y="1004"/>
                    <a:pt x="2670" y="870"/>
                    <a:pt x="2814" y="870"/>
                  </a:cubicBezTo>
                  <a:cubicBezTo>
                    <a:pt x="3039" y="870"/>
                    <a:pt x="3217" y="687"/>
                    <a:pt x="3222" y="466"/>
                  </a:cubicBezTo>
                  <a:lnTo>
                    <a:pt x="3222" y="404"/>
                  </a:lnTo>
                  <a:cubicBezTo>
                    <a:pt x="3217" y="178"/>
                    <a:pt x="3034" y="1"/>
                    <a:pt x="281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89"/>
            <p:cNvSpPr/>
            <p:nvPr/>
          </p:nvSpPr>
          <p:spPr>
            <a:xfrm>
              <a:off x="3655702" y="2998309"/>
              <a:ext cx="61288" cy="61917"/>
            </a:xfrm>
            <a:custGeom>
              <a:rect b="b" l="l" r="r" t="t"/>
              <a:pathLst>
                <a:path extrusionOk="0" h="2363" w="2339">
                  <a:moveTo>
                    <a:pt x="1897" y="1"/>
                  </a:moveTo>
                  <a:cubicBezTo>
                    <a:pt x="1676" y="1"/>
                    <a:pt x="1494" y="183"/>
                    <a:pt x="1494" y="409"/>
                  </a:cubicBezTo>
                  <a:lnTo>
                    <a:pt x="1494" y="471"/>
                  </a:lnTo>
                  <a:cubicBezTo>
                    <a:pt x="1499" y="658"/>
                    <a:pt x="1350" y="812"/>
                    <a:pt x="1163" y="812"/>
                  </a:cubicBezTo>
                  <a:lnTo>
                    <a:pt x="404" y="812"/>
                  </a:lnTo>
                  <a:cubicBezTo>
                    <a:pt x="183" y="812"/>
                    <a:pt x="1" y="994"/>
                    <a:pt x="1" y="1220"/>
                  </a:cubicBezTo>
                  <a:cubicBezTo>
                    <a:pt x="1" y="1441"/>
                    <a:pt x="183" y="1623"/>
                    <a:pt x="404" y="1623"/>
                  </a:cubicBezTo>
                  <a:cubicBezTo>
                    <a:pt x="553" y="1623"/>
                    <a:pt x="663" y="1762"/>
                    <a:pt x="634" y="1906"/>
                  </a:cubicBezTo>
                  <a:cubicBezTo>
                    <a:pt x="625" y="1935"/>
                    <a:pt x="620" y="1969"/>
                    <a:pt x="620" y="1998"/>
                  </a:cubicBezTo>
                  <a:lnTo>
                    <a:pt x="620" y="2031"/>
                  </a:lnTo>
                  <a:cubicBezTo>
                    <a:pt x="524" y="2170"/>
                    <a:pt x="625" y="2362"/>
                    <a:pt x="793" y="2362"/>
                  </a:cubicBezTo>
                  <a:cubicBezTo>
                    <a:pt x="966" y="2362"/>
                    <a:pt x="1066" y="2170"/>
                    <a:pt x="970" y="2031"/>
                  </a:cubicBezTo>
                  <a:lnTo>
                    <a:pt x="970" y="1998"/>
                  </a:lnTo>
                  <a:lnTo>
                    <a:pt x="970" y="1974"/>
                  </a:lnTo>
                  <a:cubicBezTo>
                    <a:pt x="961" y="1782"/>
                    <a:pt x="1115" y="1623"/>
                    <a:pt x="1311" y="1623"/>
                  </a:cubicBezTo>
                  <a:cubicBezTo>
                    <a:pt x="1561" y="1623"/>
                    <a:pt x="1753" y="1393"/>
                    <a:pt x="1710" y="1143"/>
                  </a:cubicBezTo>
                  <a:cubicBezTo>
                    <a:pt x="1681" y="1004"/>
                    <a:pt x="1787" y="870"/>
                    <a:pt x="1931" y="870"/>
                  </a:cubicBezTo>
                  <a:cubicBezTo>
                    <a:pt x="2156" y="870"/>
                    <a:pt x="2334" y="687"/>
                    <a:pt x="2339" y="466"/>
                  </a:cubicBezTo>
                  <a:lnTo>
                    <a:pt x="2339" y="404"/>
                  </a:lnTo>
                  <a:cubicBezTo>
                    <a:pt x="2334" y="183"/>
                    <a:pt x="2151" y="1"/>
                    <a:pt x="193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89"/>
            <p:cNvSpPr/>
            <p:nvPr/>
          </p:nvSpPr>
          <p:spPr>
            <a:xfrm>
              <a:off x="3715706" y="2963696"/>
              <a:ext cx="121946" cy="138402"/>
            </a:xfrm>
            <a:custGeom>
              <a:rect b="b" l="l" r="r" t="t"/>
              <a:pathLst>
                <a:path extrusionOk="0" h="5282" w="4654">
                  <a:moveTo>
                    <a:pt x="4598" y="1"/>
                  </a:moveTo>
                  <a:cubicBezTo>
                    <a:pt x="4591" y="1"/>
                    <a:pt x="4583" y="3"/>
                    <a:pt x="4575" y="6"/>
                  </a:cubicBezTo>
                  <a:cubicBezTo>
                    <a:pt x="3169" y="606"/>
                    <a:pt x="2031" y="1720"/>
                    <a:pt x="1229" y="2733"/>
                  </a:cubicBezTo>
                  <a:cubicBezTo>
                    <a:pt x="1042" y="2968"/>
                    <a:pt x="874" y="3194"/>
                    <a:pt x="721" y="3410"/>
                  </a:cubicBezTo>
                  <a:cubicBezTo>
                    <a:pt x="399" y="3871"/>
                    <a:pt x="154" y="4279"/>
                    <a:pt x="1" y="4552"/>
                  </a:cubicBezTo>
                  <a:cubicBezTo>
                    <a:pt x="154" y="4591"/>
                    <a:pt x="298" y="4658"/>
                    <a:pt x="423" y="4754"/>
                  </a:cubicBezTo>
                  <a:lnTo>
                    <a:pt x="442" y="4768"/>
                  </a:lnTo>
                  <a:lnTo>
                    <a:pt x="490" y="4807"/>
                  </a:lnTo>
                  <a:lnTo>
                    <a:pt x="505" y="4821"/>
                  </a:lnTo>
                  <a:lnTo>
                    <a:pt x="524" y="4840"/>
                  </a:lnTo>
                  <a:lnTo>
                    <a:pt x="572" y="4879"/>
                  </a:lnTo>
                  <a:cubicBezTo>
                    <a:pt x="692" y="4989"/>
                    <a:pt x="788" y="5128"/>
                    <a:pt x="855" y="5282"/>
                  </a:cubicBezTo>
                  <a:cubicBezTo>
                    <a:pt x="1100" y="5085"/>
                    <a:pt x="1465" y="4787"/>
                    <a:pt x="1868" y="4399"/>
                  </a:cubicBezTo>
                  <a:cubicBezTo>
                    <a:pt x="2060" y="4211"/>
                    <a:pt x="2257" y="4015"/>
                    <a:pt x="2463" y="3794"/>
                  </a:cubicBezTo>
                  <a:cubicBezTo>
                    <a:pt x="3342" y="2839"/>
                    <a:pt x="4263" y="1547"/>
                    <a:pt x="4642" y="64"/>
                  </a:cubicBezTo>
                  <a:cubicBezTo>
                    <a:pt x="4654" y="29"/>
                    <a:pt x="4628" y="1"/>
                    <a:pt x="4598"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89"/>
            <p:cNvSpPr/>
            <p:nvPr/>
          </p:nvSpPr>
          <p:spPr>
            <a:xfrm>
              <a:off x="3734572" y="3035281"/>
              <a:ext cx="45697" cy="43549"/>
            </a:xfrm>
            <a:custGeom>
              <a:rect b="b" l="l" r="r" t="t"/>
              <a:pathLst>
                <a:path extrusionOk="0" h="1662" w="1744">
                  <a:moveTo>
                    <a:pt x="505" y="1"/>
                  </a:moveTo>
                  <a:cubicBezTo>
                    <a:pt x="317" y="236"/>
                    <a:pt x="149" y="462"/>
                    <a:pt x="1" y="678"/>
                  </a:cubicBezTo>
                  <a:lnTo>
                    <a:pt x="1148" y="1662"/>
                  </a:lnTo>
                  <a:cubicBezTo>
                    <a:pt x="1340" y="1479"/>
                    <a:pt x="1541" y="1278"/>
                    <a:pt x="1743" y="1062"/>
                  </a:cubicBezTo>
                  <a:lnTo>
                    <a:pt x="505" y="1"/>
                  </a:ln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89"/>
            <p:cNvSpPr/>
            <p:nvPr/>
          </p:nvSpPr>
          <p:spPr>
            <a:xfrm>
              <a:off x="3635710" y="3073799"/>
              <a:ext cx="114374" cy="79184"/>
            </a:xfrm>
            <a:custGeom>
              <a:rect b="b" l="l" r="r" t="t"/>
              <a:pathLst>
                <a:path extrusionOk="0" h="3022" w="4365">
                  <a:moveTo>
                    <a:pt x="3035" y="1"/>
                  </a:moveTo>
                  <a:cubicBezTo>
                    <a:pt x="2771" y="1"/>
                    <a:pt x="2509" y="88"/>
                    <a:pt x="2290" y="245"/>
                  </a:cubicBezTo>
                  <a:cubicBezTo>
                    <a:pt x="2118" y="365"/>
                    <a:pt x="1978" y="528"/>
                    <a:pt x="1882" y="720"/>
                  </a:cubicBezTo>
                  <a:cubicBezTo>
                    <a:pt x="1854" y="773"/>
                    <a:pt x="1829" y="830"/>
                    <a:pt x="1810" y="888"/>
                  </a:cubicBezTo>
                  <a:cubicBezTo>
                    <a:pt x="1762" y="1037"/>
                    <a:pt x="1729" y="1190"/>
                    <a:pt x="1642" y="1334"/>
                  </a:cubicBezTo>
                  <a:cubicBezTo>
                    <a:pt x="1527" y="1526"/>
                    <a:pt x="1364" y="1685"/>
                    <a:pt x="1167" y="1795"/>
                  </a:cubicBezTo>
                  <a:cubicBezTo>
                    <a:pt x="1057" y="1867"/>
                    <a:pt x="932" y="1920"/>
                    <a:pt x="807" y="1968"/>
                  </a:cubicBezTo>
                  <a:cubicBezTo>
                    <a:pt x="716" y="2001"/>
                    <a:pt x="620" y="2025"/>
                    <a:pt x="524" y="2049"/>
                  </a:cubicBezTo>
                  <a:cubicBezTo>
                    <a:pt x="476" y="2064"/>
                    <a:pt x="303" y="2107"/>
                    <a:pt x="145" y="2141"/>
                  </a:cubicBezTo>
                  <a:cubicBezTo>
                    <a:pt x="39" y="2160"/>
                    <a:pt x="1" y="2290"/>
                    <a:pt x="82" y="2362"/>
                  </a:cubicBezTo>
                  <a:cubicBezTo>
                    <a:pt x="621" y="2861"/>
                    <a:pt x="1219" y="3021"/>
                    <a:pt x="1765" y="3021"/>
                  </a:cubicBezTo>
                  <a:cubicBezTo>
                    <a:pt x="2738" y="3021"/>
                    <a:pt x="3543" y="2510"/>
                    <a:pt x="3543" y="2510"/>
                  </a:cubicBezTo>
                  <a:cubicBezTo>
                    <a:pt x="3644" y="2443"/>
                    <a:pt x="3740" y="2371"/>
                    <a:pt x="3826" y="2285"/>
                  </a:cubicBezTo>
                  <a:cubicBezTo>
                    <a:pt x="4220" y="1896"/>
                    <a:pt x="4364" y="1344"/>
                    <a:pt x="4215" y="873"/>
                  </a:cubicBezTo>
                  <a:cubicBezTo>
                    <a:pt x="4153" y="677"/>
                    <a:pt x="4042" y="504"/>
                    <a:pt x="3894" y="360"/>
                  </a:cubicBezTo>
                  <a:lnTo>
                    <a:pt x="3846" y="321"/>
                  </a:lnTo>
                  <a:lnTo>
                    <a:pt x="3826" y="307"/>
                  </a:lnTo>
                  <a:lnTo>
                    <a:pt x="3812" y="293"/>
                  </a:lnTo>
                  <a:cubicBezTo>
                    <a:pt x="3793" y="278"/>
                    <a:pt x="3778" y="264"/>
                    <a:pt x="3764" y="254"/>
                  </a:cubicBezTo>
                  <a:lnTo>
                    <a:pt x="3745" y="240"/>
                  </a:lnTo>
                  <a:cubicBezTo>
                    <a:pt x="3528" y="76"/>
                    <a:pt x="3280" y="1"/>
                    <a:pt x="303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0" name="Google Shape;19440;p89"/>
            <p:cNvSpPr/>
            <p:nvPr/>
          </p:nvSpPr>
          <p:spPr>
            <a:xfrm>
              <a:off x="3656855" y="3073799"/>
              <a:ext cx="89324" cy="56755"/>
            </a:xfrm>
            <a:custGeom>
              <a:rect b="b" l="l" r="r" t="t"/>
              <a:pathLst>
                <a:path extrusionOk="0" h="2166" w="3409">
                  <a:moveTo>
                    <a:pt x="2228" y="1"/>
                  </a:moveTo>
                  <a:cubicBezTo>
                    <a:pt x="1964" y="1"/>
                    <a:pt x="1702" y="88"/>
                    <a:pt x="1483" y="245"/>
                  </a:cubicBezTo>
                  <a:cubicBezTo>
                    <a:pt x="1311" y="365"/>
                    <a:pt x="1171" y="528"/>
                    <a:pt x="1075" y="720"/>
                  </a:cubicBezTo>
                  <a:cubicBezTo>
                    <a:pt x="1047" y="773"/>
                    <a:pt x="1022" y="830"/>
                    <a:pt x="1003" y="888"/>
                  </a:cubicBezTo>
                  <a:cubicBezTo>
                    <a:pt x="955" y="1037"/>
                    <a:pt x="922" y="1195"/>
                    <a:pt x="835" y="1334"/>
                  </a:cubicBezTo>
                  <a:cubicBezTo>
                    <a:pt x="715" y="1526"/>
                    <a:pt x="557" y="1685"/>
                    <a:pt x="360" y="1800"/>
                  </a:cubicBezTo>
                  <a:cubicBezTo>
                    <a:pt x="245" y="1867"/>
                    <a:pt x="125" y="1920"/>
                    <a:pt x="0" y="1968"/>
                  </a:cubicBezTo>
                  <a:cubicBezTo>
                    <a:pt x="330" y="2111"/>
                    <a:pt x="665" y="2166"/>
                    <a:pt x="981" y="2166"/>
                  </a:cubicBezTo>
                  <a:cubicBezTo>
                    <a:pt x="1956" y="2166"/>
                    <a:pt x="2760" y="1651"/>
                    <a:pt x="2760" y="1651"/>
                  </a:cubicBezTo>
                  <a:cubicBezTo>
                    <a:pt x="2866" y="1589"/>
                    <a:pt x="2957" y="1517"/>
                    <a:pt x="3043" y="1430"/>
                  </a:cubicBezTo>
                  <a:cubicBezTo>
                    <a:pt x="3207" y="1272"/>
                    <a:pt x="3331" y="1085"/>
                    <a:pt x="3408" y="873"/>
                  </a:cubicBezTo>
                  <a:cubicBezTo>
                    <a:pt x="3346" y="677"/>
                    <a:pt x="3235" y="504"/>
                    <a:pt x="3087" y="365"/>
                  </a:cubicBezTo>
                  <a:lnTo>
                    <a:pt x="3039" y="321"/>
                  </a:lnTo>
                  <a:lnTo>
                    <a:pt x="3019" y="307"/>
                  </a:lnTo>
                  <a:lnTo>
                    <a:pt x="3005" y="293"/>
                  </a:lnTo>
                  <a:cubicBezTo>
                    <a:pt x="2986" y="278"/>
                    <a:pt x="2971" y="264"/>
                    <a:pt x="2957" y="254"/>
                  </a:cubicBezTo>
                  <a:lnTo>
                    <a:pt x="2938" y="240"/>
                  </a:lnTo>
                  <a:cubicBezTo>
                    <a:pt x="2721" y="76"/>
                    <a:pt x="2473" y="1"/>
                    <a:pt x="2228"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89"/>
            <p:cNvSpPr/>
            <p:nvPr/>
          </p:nvSpPr>
          <p:spPr>
            <a:xfrm>
              <a:off x="3520995" y="2925728"/>
              <a:ext cx="365551" cy="316238"/>
            </a:xfrm>
            <a:custGeom>
              <a:rect b="b" l="l" r="r" t="t"/>
              <a:pathLst>
                <a:path extrusionOk="0" h="12069" w="13951">
                  <a:moveTo>
                    <a:pt x="8684" y="4480"/>
                  </a:moveTo>
                  <a:lnTo>
                    <a:pt x="9596" y="5257"/>
                  </a:lnTo>
                  <a:cubicBezTo>
                    <a:pt x="9491" y="5363"/>
                    <a:pt x="9395" y="5459"/>
                    <a:pt x="9294" y="5564"/>
                  </a:cubicBezTo>
                  <a:lnTo>
                    <a:pt x="8430" y="4825"/>
                  </a:lnTo>
                  <a:cubicBezTo>
                    <a:pt x="8555" y="4652"/>
                    <a:pt x="8684" y="4484"/>
                    <a:pt x="8684" y="4480"/>
                  </a:cubicBezTo>
                  <a:close/>
                  <a:moveTo>
                    <a:pt x="13149" y="414"/>
                  </a:moveTo>
                  <a:cubicBezTo>
                    <a:pt x="13360" y="414"/>
                    <a:pt x="13533" y="587"/>
                    <a:pt x="13537" y="803"/>
                  </a:cubicBezTo>
                  <a:lnTo>
                    <a:pt x="13537" y="5444"/>
                  </a:lnTo>
                  <a:lnTo>
                    <a:pt x="13533" y="5440"/>
                  </a:lnTo>
                  <a:cubicBezTo>
                    <a:pt x="13533" y="5656"/>
                    <a:pt x="13360" y="5828"/>
                    <a:pt x="13149" y="5828"/>
                  </a:cubicBezTo>
                  <a:lnTo>
                    <a:pt x="9616" y="5828"/>
                  </a:lnTo>
                  <a:cubicBezTo>
                    <a:pt x="9616" y="5828"/>
                    <a:pt x="9745" y="5699"/>
                    <a:pt x="9827" y="5612"/>
                  </a:cubicBezTo>
                  <a:cubicBezTo>
                    <a:pt x="9846" y="5569"/>
                    <a:pt x="11689" y="3851"/>
                    <a:pt x="12275" y="1561"/>
                  </a:cubicBezTo>
                  <a:cubicBezTo>
                    <a:pt x="12318" y="1391"/>
                    <a:pt x="12187" y="1241"/>
                    <a:pt x="12029" y="1241"/>
                  </a:cubicBezTo>
                  <a:cubicBezTo>
                    <a:pt x="11995" y="1241"/>
                    <a:pt x="11960" y="1248"/>
                    <a:pt x="11925" y="1263"/>
                  </a:cubicBezTo>
                  <a:cubicBezTo>
                    <a:pt x="11137" y="1599"/>
                    <a:pt x="10365" y="2123"/>
                    <a:pt x="9630" y="2809"/>
                  </a:cubicBezTo>
                  <a:cubicBezTo>
                    <a:pt x="9494" y="2960"/>
                    <a:pt x="9625" y="3161"/>
                    <a:pt x="9783" y="3161"/>
                  </a:cubicBezTo>
                  <a:cubicBezTo>
                    <a:pt x="9826" y="3161"/>
                    <a:pt x="9871" y="3146"/>
                    <a:pt x="9913" y="3111"/>
                  </a:cubicBezTo>
                  <a:cubicBezTo>
                    <a:pt x="10470" y="2579"/>
                    <a:pt x="11099" y="2132"/>
                    <a:pt x="11781" y="1787"/>
                  </a:cubicBezTo>
                  <a:lnTo>
                    <a:pt x="11781" y="1787"/>
                  </a:lnTo>
                  <a:cubicBezTo>
                    <a:pt x="11449" y="2847"/>
                    <a:pt x="10811" y="3908"/>
                    <a:pt x="9875" y="4955"/>
                  </a:cubicBezTo>
                  <a:lnTo>
                    <a:pt x="8944" y="4158"/>
                  </a:lnTo>
                  <a:cubicBezTo>
                    <a:pt x="9078" y="4000"/>
                    <a:pt x="9212" y="3841"/>
                    <a:pt x="9347" y="3692"/>
                  </a:cubicBezTo>
                  <a:cubicBezTo>
                    <a:pt x="9475" y="3539"/>
                    <a:pt x="9339" y="3350"/>
                    <a:pt x="9184" y="3350"/>
                  </a:cubicBezTo>
                  <a:cubicBezTo>
                    <a:pt x="9135" y="3350"/>
                    <a:pt x="9085" y="3369"/>
                    <a:pt x="9040" y="3414"/>
                  </a:cubicBezTo>
                  <a:cubicBezTo>
                    <a:pt x="8732" y="3755"/>
                    <a:pt x="8440" y="4110"/>
                    <a:pt x="8171" y="4480"/>
                  </a:cubicBezTo>
                  <a:cubicBezTo>
                    <a:pt x="8171" y="4489"/>
                    <a:pt x="7907" y="4811"/>
                    <a:pt x="7518" y="5449"/>
                  </a:cubicBezTo>
                  <a:cubicBezTo>
                    <a:pt x="7487" y="5447"/>
                    <a:pt x="7457" y="5446"/>
                    <a:pt x="7426" y="5446"/>
                  </a:cubicBezTo>
                  <a:cubicBezTo>
                    <a:pt x="7055" y="5446"/>
                    <a:pt x="6698" y="5580"/>
                    <a:pt x="6419" y="5828"/>
                  </a:cubicBezTo>
                  <a:lnTo>
                    <a:pt x="802" y="5828"/>
                  </a:lnTo>
                  <a:cubicBezTo>
                    <a:pt x="591" y="5828"/>
                    <a:pt x="418" y="5656"/>
                    <a:pt x="418" y="5444"/>
                  </a:cubicBezTo>
                  <a:lnTo>
                    <a:pt x="418" y="803"/>
                  </a:lnTo>
                  <a:cubicBezTo>
                    <a:pt x="418" y="587"/>
                    <a:pt x="591" y="414"/>
                    <a:pt x="802" y="414"/>
                  </a:cubicBezTo>
                  <a:close/>
                  <a:moveTo>
                    <a:pt x="8190" y="5166"/>
                  </a:moveTo>
                  <a:lnTo>
                    <a:pt x="8992" y="5852"/>
                  </a:lnTo>
                  <a:cubicBezTo>
                    <a:pt x="8948" y="5891"/>
                    <a:pt x="8828" y="6001"/>
                    <a:pt x="8651" y="6155"/>
                  </a:cubicBezTo>
                  <a:cubicBezTo>
                    <a:pt x="8574" y="6035"/>
                    <a:pt x="8483" y="5924"/>
                    <a:pt x="8372" y="5828"/>
                  </a:cubicBezTo>
                  <a:cubicBezTo>
                    <a:pt x="8248" y="5708"/>
                    <a:pt x="8099" y="5617"/>
                    <a:pt x="7940" y="5550"/>
                  </a:cubicBezTo>
                  <a:cubicBezTo>
                    <a:pt x="8075" y="5339"/>
                    <a:pt x="8166" y="5200"/>
                    <a:pt x="8190" y="5166"/>
                  </a:cubicBezTo>
                  <a:close/>
                  <a:moveTo>
                    <a:pt x="4491" y="7078"/>
                  </a:moveTo>
                  <a:cubicBezTo>
                    <a:pt x="4729" y="7078"/>
                    <a:pt x="4954" y="7216"/>
                    <a:pt x="5055" y="7446"/>
                  </a:cubicBezTo>
                  <a:cubicBezTo>
                    <a:pt x="4935" y="7484"/>
                    <a:pt x="4628" y="7561"/>
                    <a:pt x="4484" y="7590"/>
                  </a:cubicBezTo>
                  <a:cubicBezTo>
                    <a:pt x="4215" y="7643"/>
                    <a:pt x="4119" y="7974"/>
                    <a:pt x="4316" y="8161"/>
                  </a:cubicBezTo>
                  <a:cubicBezTo>
                    <a:pt x="4369" y="8209"/>
                    <a:pt x="4422" y="8257"/>
                    <a:pt x="4479" y="8301"/>
                  </a:cubicBezTo>
                  <a:cubicBezTo>
                    <a:pt x="4177" y="8296"/>
                    <a:pt x="3927" y="8065"/>
                    <a:pt x="3889" y="7768"/>
                  </a:cubicBezTo>
                  <a:cubicBezTo>
                    <a:pt x="3846" y="7470"/>
                    <a:pt x="4033" y="7187"/>
                    <a:pt x="4321" y="7100"/>
                  </a:cubicBezTo>
                  <a:lnTo>
                    <a:pt x="4326" y="7100"/>
                  </a:lnTo>
                  <a:cubicBezTo>
                    <a:pt x="4381" y="7085"/>
                    <a:pt x="4436" y="7078"/>
                    <a:pt x="4491" y="7078"/>
                  </a:cubicBezTo>
                  <a:close/>
                  <a:moveTo>
                    <a:pt x="7401" y="5856"/>
                  </a:moveTo>
                  <a:cubicBezTo>
                    <a:pt x="7689" y="5856"/>
                    <a:pt x="7976" y="5982"/>
                    <a:pt x="8200" y="6241"/>
                  </a:cubicBezTo>
                  <a:cubicBezTo>
                    <a:pt x="8641" y="6750"/>
                    <a:pt x="8468" y="7576"/>
                    <a:pt x="7806" y="7979"/>
                  </a:cubicBezTo>
                  <a:cubicBezTo>
                    <a:pt x="7475" y="8171"/>
                    <a:pt x="7120" y="8310"/>
                    <a:pt x="6745" y="8392"/>
                  </a:cubicBezTo>
                  <a:cubicBezTo>
                    <a:pt x="6494" y="8446"/>
                    <a:pt x="6553" y="8801"/>
                    <a:pt x="6780" y="8801"/>
                  </a:cubicBezTo>
                  <a:cubicBezTo>
                    <a:pt x="6797" y="8801"/>
                    <a:pt x="6814" y="8799"/>
                    <a:pt x="6832" y="8795"/>
                  </a:cubicBezTo>
                  <a:cubicBezTo>
                    <a:pt x="7249" y="8709"/>
                    <a:pt x="7657" y="8550"/>
                    <a:pt x="8027" y="8329"/>
                  </a:cubicBezTo>
                  <a:cubicBezTo>
                    <a:pt x="8190" y="8229"/>
                    <a:pt x="8339" y="8099"/>
                    <a:pt x="8464" y="7950"/>
                  </a:cubicBezTo>
                  <a:cubicBezTo>
                    <a:pt x="8588" y="8397"/>
                    <a:pt x="8992" y="8709"/>
                    <a:pt x="9457" y="8709"/>
                  </a:cubicBezTo>
                  <a:lnTo>
                    <a:pt x="9462" y="8709"/>
                  </a:lnTo>
                  <a:cubicBezTo>
                    <a:pt x="9476" y="8709"/>
                    <a:pt x="9490" y="8710"/>
                    <a:pt x="9504" y="8710"/>
                  </a:cubicBezTo>
                  <a:cubicBezTo>
                    <a:pt x="9572" y="8710"/>
                    <a:pt x="9638" y="8700"/>
                    <a:pt x="9702" y="8685"/>
                  </a:cubicBezTo>
                  <a:cubicBezTo>
                    <a:pt x="9944" y="8617"/>
                    <a:pt x="9881" y="8276"/>
                    <a:pt x="9658" y="8276"/>
                  </a:cubicBezTo>
                  <a:cubicBezTo>
                    <a:pt x="9641" y="8276"/>
                    <a:pt x="9624" y="8277"/>
                    <a:pt x="9606" y="8281"/>
                  </a:cubicBezTo>
                  <a:cubicBezTo>
                    <a:pt x="9558" y="8293"/>
                    <a:pt x="9509" y="8299"/>
                    <a:pt x="9462" y="8299"/>
                  </a:cubicBezTo>
                  <a:cubicBezTo>
                    <a:pt x="9160" y="8299"/>
                    <a:pt x="8889" y="8073"/>
                    <a:pt x="8848" y="7758"/>
                  </a:cubicBezTo>
                  <a:cubicBezTo>
                    <a:pt x="8804" y="7393"/>
                    <a:pt x="9092" y="7072"/>
                    <a:pt x="9457" y="7072"/>
                  </a:cubicBezTo>
                  <a:lnTo>
                    <a:pt x="9462" y="7072"/>
                  </a:lnTo>
                  <a:cubicBezTo>
                    <a:pt x="9885" y="7072"/>
                    <a:pt x="10177" y="7484"/>
                    <a:pt x="10043" y="7878"/>
                  </a:cubicBezTo>
                  <a:cubicBezTo>
                    <a:pt x="9989" y="8042"/>
                    <a:pt x="10120" y="8156"/>
                    <a:pt x="10248" y="8156"/>
                  </a:cubicBezTo>
                  <a:cubicBezTo>
                    <a:pt x="10326" y="8156"/>
                    <a:pt x="10404" y="8113"/>
                    <a:pt x="10437" y="8013"/>
                  </a:cubicBezTo>
                  <a:cubicBezTo>
                    <a:pt x="10686" y="7279"/>
                    <a:pt x="10092" y="6658"/>
                    <a:pt x="9447" y="6658"/>
                  </a:cubicBezTo>
                  <a:cubicBezTo>
                    <a:pt x="9247" y="6658"/>
                    <a:pt x="9043" y="6717"/>
                    <a:pt x="8857" y="6851"/>
                  </a:cubicBezTo>
                  <a:cubicBezTo>
                    <a:pt x="8857" y="6750"/>
                    <a:pt x="8843" y="6649"/>
                    <a:pt x="8819" y="6553"/>
                  </a:cubicBezTo>
                  <a:cubicBezTo>
                    <a:pt x="8929" y="6457"/>
                    <a:pt x="9049" y="6352"/>
                    <a:pt x="9179" y="6236"/>
                  </a:cubicBezTo>
                  <a:lnTo>
                    <a:pt x="13149" y="6236"/>
                  </a:lnTo>
                  <a:cubicBezTo>
                    <a:pt x="13360" y="6236"/>
                    <a:pt x="13533" y="6409"/>
                    <a:pt x="13533" y="6620"/>
                  </a:cubicBezTo>
                  <a:lnTo>
                    <a:pt x="13533" y="11267"/>
                  </a:lnTo>
                  <a:lnTo>
                    <a:pt x="13537" y="11272"/>
                  </a:lnTo>
                  <a:cubicBezTo>
                    <a:pt x="13533" y="11483"/>
                    <a:pt x="13360" y="11656"/>
                    <a:pt x="13149" y="11656"/>
                  </a:cubicBezTo>
                  <a:lnTo>
                    <a:pt x="802" y="11656"/>
                  </a:lnTo>
                  <a:cubicBezTo>
                    <a:pt x="591" y="11656"/>
                    <a:pt x="418" y="11483"/>
                    <a:pt x="418" y="11272"/>
                  </a:cubicBezTo>
                  <a:lnTo>
                    <a:pt x="418" y="6630"/>
                  </a:lnTo>
                  <a:cubicBezTo>
                    <a:pt x="418" y="6414"/>
                    <a:pt x="591" y="6241"/>
                    <a:pt x="802" y="6241"/>
                  </a:cubicBezTo>
                  <a:lnTo>
                    <a:pt x="6092" y="6241"/>
                  </a:lnTo>
                  <a:cubicBezTo>
                    <a:pt x="5862" y="6654"/>
                    <a:pt x="6015" y="6889"/>
                    <a:pt x="5430" y="7273"/>
                  </a:cubicBezTo>
                  <a:cubicBezTo>
                    <a:pt x="5263" y="6897"/>
                    <a:pt x="4892" y="6661"/>
                    <a:pt x="4494" y="6661"/>
                  </a:cubicBezTo>
                  <a:cubicBezTo>
                    <a:pt x="4401" y="6661"/>
                    <a:pt x="4305" y="6675"/>
                    <a:pt x="4211" y="6702"/>
                  </a:cubicBezTo>
                  <a:lnTo>
                    <a:pt x="4206" y="6702"/>
                  </a:lnTo>
                  <a:cubicBezTo>
                    <a:pt x="3625" y="6865"/>
                    <a:pt x="3308" y="7499"/>
                    <a:pt x="3529" y="8061"/>
                  </a:cubicBezTo>
                  <a:cubicBezTo>
                    <a:pt x="3689" y="8470"/>
                    <a:pt x="4080" y="8714"/>
                    <a:pt x="4487" y="8714"/>
                  </a:cubicBezTo>
                  <a:cubicBezTo>
                    <a:pt x="4643" y="8714"/>
                    <a:pt x="4801" y="8679"/>
                    <a:pt x="4950" y="8603"/>
                  </a:cubicBezTo>
                  <a:cubicBezTo>
                    <a:pt x="5262" y="8757"/>
                    <a:pt x="5603" y="8848"/>
                    <a:pt x="5948" y="8872"/>
                  </a:cubicBezTo>
                  <a:lnTo>
                    <a:pt x="5963" y="8872"/>
                  </a:lnTo>
                  <a:cubicBezTo>
                    <a:pt x="6227" y="8867"/>
                    <a:pt x="6241" y="8478"/>
                    <a:pt x="5977" y="8454"/>
                  </a:cubicBezTo>
                  <a:cubicBezTo>
                    <a:pt x="5511" y="8430"/>
                    <a:pt x="5070" y="8257"/>
                    <a:pt x="4715" y="7960"/>
                  </a:cubicBezTo>
                  <a:cubicBezTo>
                    <a:pt x="5319" y="7821"/>
                    <a:pt x="5867" y="7638"/>
                    <a:pt x="6198" y="7091"/>
                  </a:cubicBezTo>
                  <a:cubicBezTo>
                    <a:pt x="6260" y="6971"/>
                    <a:pt x="6313" y="6841"/>
                    <a:pt x="6352" y="6707"/>
                  </a:cubicBezTo>
                  <a:cubicBezTo>
                    <a:pt x="6433" y="6443"/>
                    <a:pt x="6462" y="6409"/>
                    <a:pt x="6592" y="6241"/>
                  </a:cubicBezTo>
                  <a:cubicBezTo>
                    <a:pt x="6649" y="6174"/>
                    <a:pt x="6716" y="6112"/>
                    <a:pt x="6788" y="6059"/>
                  </a:cubicBezTo>
                  <a:cubicBezTo>
                    <a:pt x="6976" y="5924"/>
                    <a:pt x="7189" y="5856"/>
                    <a:pt x="7401" y="5856"/>
                  </a:cubicBezTo>
                  <a:close/>
                  <a:moveTo>
                    <a:pt x="802" y="1"/>
                  </a:moveTo>
                  <a:cubicBezTo>
                    <a:pt x="361" y="1"/>
                    <a:pt x="1" y="356"/>
                    <a:pt x="1" y="803"/>
                  </a:cubicBezTo>
                  <a:lnTo>
                    <a:pt x="1" y="5444"/>
                  </a:lnTo>
                  <a:cubicBezTo>
                    <a:pt x="1" y="5670"/>
                    <a:pt x="97" y="5886"/>
                    <a:pt x="265" y="6035"/>
                  </a:cubicBezTo>
                  <a:cubicBezTo>
                    <a:pt x="97" y="6188"/>
                    <a:pt x="1" y="6404"/>
                    <a:pt x="1" y="6630"/>
                  </a:cubicBezTo>
                  <a:lnTo>
                    <a:pt x="1" y="11267"/>
                  </a:lnTo>
                  <a:cubicBezTo>
                    <a:pt x="1" y="11709"/>
                    <a:pt x="361" y="12069"/>
                    <a:pt x="802" y="12069"/>
                  </a:cubicBezTo>
                  <a:lnTo>
                    <a:pt x="13149" y="12069"/>
                  </a:lnTo>
                  <a:cubicBezTo>
                    <a:pt x="13590" y="12069"/>
                    <a:pt x="13950" y="11709"/>
                    <a:pt x="13950" y="11267"/>
                  </a:cubicBezTo>
                  <a:lnTo>
                    <a:pt x="13950" y="6625"/>
                  </a:lnTo>
                  <a:cubicBezTo>
                    <a:pt x="13950" y="6400"/>
                    <a:pt x="13854" y="6184"/>
                    <a:pt x="13686" y="6035"/>
                  </a:cubicBezTo>
                  <a:cubicBezTo>
                    <a:pt x="13854" y="5881"/>
                    <a:pt x="13950" y="5665"/>
                    <a:pt x="13950" y="5440"/>
                  </a:cubicBezTo>
                  <a:lnTo>
                    <a:pt x="13950" y="803"/>
                  </a:lnTo>
                  <a:cubicBezTo>
                    <a:pt x="13950" y="356"/>
                    <a:pt x="13590" y="1"/>
                    <a:pt x="13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89"/>
            <p:cNvSpPr/>
            <p:nvPr/>
          </p:nvSpPr>
          <p:spPr>
            <a:xfrm>
              <a:off x="3544892" y="3100316"/>
              <a:ext cx="60161" cy="53872"/>
            </a:xfrm>
            <a:custGeom>
              <a:rect b="b" l="l" r="r" t="t"/>
              <a:pathLst>
                <a:path extrusionOk="0" h="2056" w="2296">
                  <a:moveTo>
                    <a:pt x="1090" y="1"/>
                  </a:moveTo>
                  <a:cubicBezTo>
                    <a:pt x="476" y="1"/>
                    <a:pt x="1" y="538"/>
                    <a:pt x="73" y="1148"/>
                  </a:cubicBezTo>
                  <a:cubicBezTo>
                    <a:pt x="135" y="1675"/>
                    <a:pt x="585" y="2055"/>
                    <a:pt x="1094" y="2055"/>
                  </a:cubicBezTo>
                  <a:cubicBezTo>
                    <a:pt x="1173"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3"/>
                    <a:pt x="1090" y="413"/>
                  </a:cubicBezTo>
                  <a:lnTo>
                    <a:pt x="1095" y="413"/>
                  </a:lnTo>
                  <a:cubicBezTo>
                    <a:pt x="1518" y="413"/>
                    <a:pt x="1811" y="826"/>
                    <a:pt x="1676" y="1220"/>
                  </a:cubicBezTo>
                  <a:cubicBezTo>
                    <a:pt x="1623" y="1384"/>
                    <a:pt x="1752" y="1497"/>
                    <a:pt x="1879" y="1497"/>
                  </a:cubicBezTo>
                  <a:cubicBezTo>
                    <a:pt x="1957" y="1497"/>
                    <a:pt x="2035" y="1455"/>
                    <a:pt x="2070" y="1354"/>
                  </a:cubicBezTo>
                  <a:cubicBezTo>
                    <a:pt x="2295" y="687"/>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89"/>
            <p:cNvSpPr/>
            <p:nvPr/>
          </p:nvSpPr>
          <p:spPr>
            <a:xfrm>
              <a:off x="3544892" y="3166346"/>
              <a:ext cx="60161" cy="53872"/>
            </a:xfrm>
            <a:custGeom>
              <a:rect b="b" l="l" r="r" t="t"/>
              <a:pathLst>
                <a:path extrusionOk="0" h="2056" w="2296">
                  <a:moveTo>
                    <a:pt x="1090" y="1"/>
                  </a:moveTo>
                  <a:cubicBezTo>
                    <a:pt x="476" y="1"/>
                    <a:pt x="1" y="538"/>
                    <a:pt x="73" y="1148"/>
                  </a:cubicBezTo>
                  <a:cubicBezTo>
                    <a:pt x="135" y="1679"/>
                    <a:pt x="584" y="2055"/>
                    <a:pt x="1092" y="2055"/>
                  </a:cubicBezTo>
                  <a:cubicBezTo>
                    <a:pt x="1172"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4"/>
                    <a:pt x="1090" y="414"/>
                  </a:cubicBezTo>
                  <a:lnTo>
                    <a:pt x="1095" y="414"/>
                  </a:lnTo>
                  <a:cubicBezTo>
                    <a:pt x="1518" y="414"/>
                    <a:pt x="1811" y="826"/>
                    <a:pt x="1676" y="1225"/>
                  </a:cubicBezTo>
                  <a:cubicBezTo>
                    <a:pt x="1623" y="1385"/>
                    <a:pt x="1751" y="1498"/>
                    <a:pt x="1878" y="1498"/>
                  </a:cubicBezTo>
                  <a:cubicBezTo>
                    <a:pt x="1957" y="1498"/>
                    <a:pt x="2035" y="1455"/>
                    <a:pt x="2070" y="1354"/>
                  </a:cubicBezTo>
                  <a:cubicBezTo>
                    <a:pt x="2295" y="692"/>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89"/>
            <p:cNvSpPr/>
            <p:nvPr/>
          </p:nvSpPr>
          <p:spPr>
            <a:xfrm>
              <a:off x="3610057" y="3166346"/>
              <a:ext cx="60030" cy="53872"/>
            </a:xfrm>
            <a:custGeom>
              <a:rect b="b" l="l" r="r" t="t"/>
              <a:pathLst>
                <a:path extrusionOk="0" h="2056" w="2291">
                  <a:moveTo>
                    <a:pt x="1090" y="1"/>
                  </a:moveTo>
                  <a:cubicBezTo>
                    <a:pt x="476" y="1"/>
                    <a:pt x="0" y="538"/>
                    <a:pt x="72" y="1148"/>
                  </a:cubicBezTo>
                  <a:cubicBezTo>
                    <a:pt x="135" y="1679"/>
                    <a:pt x="584" y="2055"/>
                    <a:pt x="1091" y="2055"/>
                  </a:cubicBezTo>
                  <a:cubicBezTo>
                    <a:pt x="1171" y="2055"/>
                    <a:pt x="1253" y="2046"/>
                    <a:pt x="1335" y="2026"/>
                  </a:cubicBezTo>
                  <a:cubicBezTo>
                    <a:pt x="1587" y="1969"/>
                    <a:pt x="1525" y="1615"/>
                    <a:pt x="1301" y="1615"/>
                  </a:cubicBezTo>
                  <a:cubicBezTo>
                    <a:pt x="1281" y="1615"/>
                    <a:pt x="1261" y="1617"/>
                    <a:pt x="1239" y="1623"/>
                  </a:cubicBezTo>
                  <a:cubicBezTo>
                    <a:pt x="1190" y="1635"/>
                    <a:pt x="1141" y="1641"/>
                    <a:pt x="1093" y="1641"/>
                  </a:cubicBezTo>
                  <a:cubicBezTo>
                    <a:pt x="788" y="1641"/>
                    <a:pt x="518" y="1415"/>
                    <a:pt x="480" y="1100"/>
                  </a:cubicBezTo>
                  <a:cubicBezTo>
                    <a:pt x="437" y="735"/>
                    <a:pt x="720" y="414"/>
                    <a:pt x="1090" y="414"/>
                  </a:cubicBezTo>
                  <a:lnTo>
                    <a:pt x="1095" y="414"/>
                  </a:lnTo>
                  <a:cubicBezTo>
                    <a:pt x="1512" y="414"/>
                    <a:pt x="1810" y="826"/>
                    <a:pt x="1676" y="1225"/>
                  </a:cubicBezTo>
                  <a:cubicBezTo>
                    <a:pt x="1619" y="1385"/>
                    <a:pt x="1748" y="1498"/>
                    <a:pt x="1877" y="1498"/>
                  </a:cubicBezTo>
                  <a:cubicBezTo>
                    <a:pt x="1956" y="1498"/>
                    <a:pt x="2034" y="1455"/>
                    <a:pt x="2069" y="1354"/>
                  </a:cubicBezTo>
                  <a:cubicBezTo>
                    <a:pt x="2290" y="692"/>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89"/>
            <p:cNvSpPr/>
            <p:nvPr/>
          </p:nvSpPr>
          <p:spPr>
            <a:xfrm>
              <a:off x="3675092" y="3166346"/>
              <a:ext cx="60135" cy="53872"/>
            </a:xfrm>
            <a:custGeom>
              <a:rect b="b" l="l" r="r" t="t"/>
              <a:pathLst>
                <a:path extrusionOk="0" h="2056" w="2295">
                  <a:moveTo>
                    <a:pt x="1095" y="1"/>
                  </a:moveTo>
                  <a:cubicBezTo>
                    <a:pt x="475" y="1"/>
                    <a:pt x="0" y="538"/>
                    <a:pt x="72" y="1148"/>
                  </a:cubicBezTo>
                  <a:cubicBezTo>
                    <a:pt x="138" y="1679"/>
                    <a:pt x="588" y="2055"/>
                    <a:pt x="1093" y="2055"/>
                  </a:cubicBezTo>
                  <a:cubicBezTo>
                    <a:pt x="1172" y="2055"/>
                    <a:pt x="1253" y="2046"/>
                    <a:pt x="1335" y="2026"/>
                  </a:cubicBezTo>
                  <a:cubicBezTo>
                    <a:pt x="1591" y="1969"/>
                    <a:pt x="1526" y="1615"/>
                    <a:pt x="1301" y="1615"/>
                  </a:cubicBezTo>
                  <a:cubicBezTo>
                    <a:pt x="1281" y="1615"/>
                    <a:pt x="1260" y="1617"/>
                    <a:pt x="1239" y="1623"/>
                  </a:cubicBezTo>
                  <a:cubicBezTo>
                    <a:pt x="1190" y="1635"/>
                    <a:pt x="1142" y="1641"/>
                    <a:pt x="1094" y="1641"/>
                  </a:cubicBezTo>
                  <a:cubicBezTo>
                    <a:pt x="792" y="1641"/>
                    <a:pt x="522" y="1415"/>
                    <a:pt x="485" y="1100"/>
                  </a:cubicBezTo>
                  <a:cubicBezTo>
                    <a:pt x="437" y="735"/>
                    <a:pt x="725" y="414"/>
                    <a:pt x="1095" y="414"/>
                  </a:cubicBezTo>
                  <a:lnTo>
                    <a:pt x="1099" y="414"/>
                  </a:lnTo>
                  <a:cubicBezTo>
                    <a:pt x="1517" y="414"/>
                    <a:pt x="1810" y="826"/>
                    <a:pt x="1680" y="1225"/>
                  </a:cubicBezTo>
                  <a:cubicBezTo>
                    <a:pt x="1624" y="1385"/>
                    <a:pt x="1753" y="1498"/>
                    <a:pt x="1880" y="1498"/>
                  </a:cubicBezTo>
                  <a:cubicBezTo>
                    <a:pt x="1958" y="1498"/>
                    <a:pt x="2036" y="1455"/>
                    <a:pt x="2069" y="1354"/>
                  </a:cubicBezTo>
                  <a:cubicBezTo>
                    <a:pt x="2295" y="692"/>
                    <a:pt x="1800" y="1"/>
                    <a:pt x="10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89"/>
            <p:cNvSpPr/>
            <p:nvPr/>
          </p:nvSpPr>
          <p:spPr>
            <a:xfrm>
              <a:off x="3740100" y="3166346"/>
              <a:ext cx="60161" cy="53872"/>
            </a:xfrm>
            <a:custGeom>
              <a:rect b="b" l="l" r="r" t="t"/>
              <a:pathLst>
                <a:path extrusionOk="0" h="2056" w="2296">
                  <a:moveTo>
                    <a:pt x="1095" y="1"/>
                  </a:moveTo>
                  <a:cubicBezTo>
                    <a:pt x="476" y="1"/>
                    <a:pt x="1" y="538"/>
                    <a:pt x="73" y="1153"/>
                  </a:cubicBezTo>
                  <a:cubicBezTo>
                    <a:pt x="139" y="1679"/>
                    <a:pt x="589" y="2055"/>
                    <a:pt x="1096" y="2055"/>
                  </a:cubicBezTo>
                  <a:cubicBezTo>
                    <a:pt x="1177" y="2055"/>
                    <a:pt x="1258" y="2046"/>
                    <a:pt x="1340" y="2026"/>
                  </a:cubicBezTo>
                  <a:cubicBezTo>
                    <a:pt x="1596" y="1969"/>
                    <a:pt x="1531" y="1615"/>
                    <a:pt x="1306" y="1615"/>
                  </a:cubicBezTo>
                  <a:cubicBezTo>
                    <a:pt x="1287" y="1615"/>
                    <a:pt x="1266" y="1617"/>
                    <a:pt x="1244" y="1623"/>
                  </a:cubicBezTo>
                  <a:cubicBezTo>
                    <a:pt x="1196" y="1635"/>
                    <a:pt x="1147" y="1641"/>
                    <a:pt x="1100" y="1641"/>
                  </a:cubicBezTo>
                  <a:cubicBezTo>
                    <a:pt x="798" y="1641"/>
                    <a:pt x="527" y="1415"/>
                    <a:pt x="486" y="1100"/>
                  </a:cubicBezTo>
                  <a:cubicBezTo>
                    <a:pt x="442" y="735"/>
                    <a:pt x="730" y="414"/>
                    <a:pt x="1095" y="414"/>
                  </a:cubicBezTo>
                  <a:lnTo>
                    <a:pt x="1100" y="414"/>
                  </a:lnTo>
                  <a:cubicBezTo>
                    <a:pt x="1523" y="414"/>
                    <a:pt x="1815" y="826"/>
                    <a:pt x="1681" y="1220"/>
                  </a:cubicBezTo>
                  <a:cubicBezTo>
                    <a:pt x="1627" y="1384"/>
                    <a:pt x="1758" y="1495"/>
                    <a:pt x="1886" y="1495"/>
                  </a:cubicBezTo>
                  <a:cubicBezTo>
                    <a:pt x="1964" y="1495"/>
                    <a:pt x="2042" y="1453"/>
                    <a:pt x="2075" y="1354"/>
                  </a:cubicBezTo>
                  <a:cubicBezTo>
                    <a:pt x="2295" y="687"/>
                    <a:pt x="1801" y="1"/>
                    <a:pt x="11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89"/>
            <p:cNvSpPr/>
            <p:nvPr/>
          </p:nvSpPr>
          <p:spPr>
            <a:xfrm>
              <a:off x="3805397" y="3100316"/>
              <a:ext cx="60004" cy="53872"/>
            </a:xfrm>
            <a:custGeom>
              <a:rect b="b" l="l" r="r" t="t"/>
              <a:pathLst>
                <a:path extrusionOk="0" h="2056" w="2290">
                  <a:moveTo>
                    <a:pt x="1090" y="1"/>
                  </a:moveTo>
                  <a:cubicBezTo>
                    <a:pt x="475" y="1"/>
                    <a:pt x="0" y="538"/>
                    <a:pt x="72" y="1148"/>
                  </a:cubicBezTo>
                  <a:cubicBezTo>
                    <a:pt x="134" y="1675"/>
                    <a:pt x="584" y="2055"/>
                    <a:pt x="1093" y="2055"/>
                  </a:cubicBezTo>
                  <a:cubicBezTo>
                    <a:pt x="1173"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3"/>
                    <a:pt x="1090" y="413"/>
                  </a:cubicBezTo>
                  <a:lnTo>
                    <a:pt x="1095" y="413"/>
                  </a:lnTo>
                  <a:cubicBezTo>
                    <a:pt x="1512" y="413"/>
                    <a:pt x="1810" y="826"/>
                    <a:pt x="1675" y="1220"/>
                  </a:cubicBezTo>
                  <a:cubicBezTo>
                    <a:pt x="1619" y="1384"/>
                    <a:pt x="1749" y="1497"/>
                    <a:pt x="1877" y="1497"/>
                  </a:cubicBezTo>
                  <a:cubicBezTo>
                    <a:pt x="1956" y="1497"/>
                    <a:pt x="2034" y="1455"/>
                    <a:pt x="2069" y="1354"/>
                  </a:cubicBezTo>
                  <a:cubicBezTo>
                    <a:pt x="2290" y="687"/>
                    <a:pt x="1795"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89"/>
            <p:cNvSpPr/>
            <p:nvPr/>
          </p:nvSpPr>
          <p:spPr>
            <a:xfrm>
              <a:off x="3805397" y="3166346"/>
              <a:ext cx="60004" cy="53872"/>
            </a:xfrm>
            <a:custGeom>
              <a:rect b="b" l="l" r="r" t="t"/>
              <a:pathLst>
                <a:path extrusionOk="0" h="2056" w="2290">
                  <a:moveTo>
                    <a:pt x="1090" y="1"/>
                  </a:moveTo>
                  <a:cubicBezTo>
                    <a:pt x="475" y="1"/>
                    <a:pt x="0" y="538"/>
                    <a:pt x="72" y="1148"/>
                  </a:cubicBezTo>
                  <a:cubicBezTo>
                    <a:pt x="134" y="1679"/>
                    <a:pt x="583" y="2055"/>
                    <a:pt x="1091" y="2055"/>
                  </a:cubicBezTo>
                  <a:cubicBezTo>
                    <a:pt x="1171"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4"/>
                    <a:pt x="1090" y="414"/>
                  </a:cubicBezTo>
                  <a:lnTo>
                    <a:pt x="1095" y="414"/>
                  </a:lnTo>
                  <a:cubicBezTo>
                    <a:pt x="1512" y="414"/>
                    <a:pt x="1810" y="826"/>
                    <a:pt x="1675" y="1225"/>
                  </a:cubicBezTo>
                  <a:cubicBezTo>
                    <a:pt x="1619" y="1385"/>
                    <a:pt x="1748" y="1498"/>
                    <a:pt x="1877" y="1498"/>
                  </a:cubicBezTo>
                  <a:cubicBezTo>
                    <a:pt x="1956" y="1498"/>
                    <a:pt x="2034" y="1455"/>
                    <a:pt x="2069" y="1354"/>
                  </a:cubicBezTo>
                  <a:cubicBezTo>
                    <a:pt x="2290" y="692"/>
                    <a:pt x="1795"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89"/>
            <p:cNvSpPr/>
            <p:nvPr/>
          </p:nvSpPr>
          <p:spPr>
            <a:xfrm>
              <a:off x="3542900" y="2947503"/>
              <a:ext cx="108950" cy="74599"/>
            </a:xfrm>
            <a:custGeom>
              <a:rect b="b" l="l" r="r" t="t"/>
              <a:pathLst>
                <a:path extrusionOk="0" h="2847" w="4158">
                  <a:moveTo>
                    <a:pt x="1978" y="0"/>
                  </a:moveTo>
                  <a:cubicBezTo>
                    <a:pt x="1637" y="0"/>
                    <a:pt x="1368" y="274"/>
                    <a:pt x="1368" y="615"/>
                  </a:cubicBezTo>
                  <a:lnTo>
                    <a:pt x="1368" y="687"/>
                  </a:lnTo>
                  <a:cubicBezTo>
                    <a:pt x="1363" y="759"/>
                    <a:pt x="1301" y="812"/>
                    <a:pt x="1234" y="812"/>
                  </a:cubicBezTo>
                  <a:cubicBezTo>
                    <a:pt x="850" y="812"/>
                    <a:pt x="566" y="1157"/>
                    <a:pt x="634" y="1532"/>
                  </a:cubicBezTo>
                  <a:cubicBezTo>
                    <a:pt x="634" y="1532"/>
                    <a:pt x="634" y="1536"/>
                    <a:pt x="634" y="1536"/>
                  </a:cubicBezTo>
                  <a:cubicBezTo>
                    <a:pt x="634" y="1546"/>
                    <a:pt x="629" y="1560"/>
                    <a:pt x="614" y="1560"/>
                  </a:cubicBezTo>
                  <a:cubicBezTo>
                    <a:pt x="274" y="1560"/>
                    <a:pt x="0" y="1834"/>
                    <a:pt x="0" y="2175"/>
                  </a:cubicBezTo>
                  <a:lnTo>
                    <a:pt x="0" y="2232"/>
                  </a:lnTo>
                  <a:cubicBezTo>
                    <a:pt x="0" y="2535"/>
                    <a:pt x="216" y="2789"/>
                    <a:pt x="514" y="2837"/>
                  </a:cubicBezTo>
                  <a:cubicBezTo>
                    <a:pt x="529" y="2840"/>
                    <a:pt x="543" y="2841"/>
                    <a:pt x="556" y="2841"/>
                  </a:cubicBezTo>
                  <a:cubicBezTo>
                    <a:pt x="789" y="2841"/>
                    <a:pt x="835" y="2475"/>
                    <a:pt x="581" y="2429"/>
                  </a:cubicBezTo>
                  <a:cubicBezTo>
                    <a:pt x="485" y="2415"/>
                    <a:pt x="413" y="2328"/>
                    <a:pt x="413" y="2232"/>
                  </a:cubicBezTo>
                  <a:lnTo>
                    <a:pt x="413" y="2175"/>
                  </a:lnTo>
                  <a:cubicBezTo>
                    <a:pt x="413" y="2064"/>
                    <a:pt x="504" y="1973"/>
                    <a:pt x="614" y="1973"/>
                  </a:cubicBezTo>
                  <a:cubicBezTo>
                    <a:pt x="883" y="1973"/>
                    <a:pt x="1090" y="1724"/>
                    <a:pt x="1037" y="1460"/>
                  </a:cubicBezTo>
                  <a:cubicBezTo>
                    <a:pt x="1018" y="1335"/>
                    <a:pt x="1109" y="1224"/>
                    <a:pt x="1234" y="1224"/>
                  </a:cubicBezTo>
                  <a:cubicBezTo>
                    <a:pt x="1546" y="1224"/>
                    <a:pt x="1795" y="965"/>
                    <a:pt x="1781" y="653"/>
                  </a:cubicBezTo>
                  <a:cubicBezTo>
                    <a:pt x="1771" y="500"/>
                    <a:pt x="1867" y="413"/>
                    <a:pt x="1978" y="413"/>
                  </a:cubicBezTo>
                  <a:lnTo>
                    <a:pt x="2928" y="413"/>
                  </a:lnTo>
                  <a:cubicBezTo>
                    <a:pt x="3034" y="413"/>
                    <a:pt x="3125" y="504"/>
                    <a:pt x="3125" y="610"/>
                  </a:cubicBezTo>
                  <a:lnTo>
                    <a:pt x="3125" y="644"/>
                  </a:lnTo>
                  <a:cubicBezTo>
                    <a:pt x="3125" y="687"/>
                    <a:pt x="3106" y="711"/>
                    <a:pt x="3106" y="788"/>
                  </a:cubicBezTo>
                  <a:cubicBezTo>
                    <a:pt x="3111" y="1032"/>
                    <a:pt x="3307" y="1224"/>
                    <a:pt x="3547" y="1224"/>
                  </a:cubicBezTo>
                  <a:cubicBezTo>
                    <a:pt x="3811" y="1224"/>
                    <a:pt x="3811" y="1623"/>
                    <a:pt x="3547" y="1623"/>
                  </a:cubicBezTo>
                  <a:lnTo>
                    <a:pt x="2789" y="1623"/>
                  </a:lnTo>
                  <a:cubicBezTo>
                    <a:pt x="2491" y="1623"/>
                    <a:pt x="2247" y="1868"/>
                    <a:pt x="2251" y="2165"/>
                  </a:cubicBezTo>
                  <a:lnTo>
                    <a:pt x="2251" y="2237"/>
                  </a:lnTo>
                  <a:cubicBezTo>
                    <a:pt x="2251" y="2343"/>
                    <a:pt x="2160" y="2434"/>
                    <a:pt x="2055" y="2434"/>
                  </a:cubicBezTo>
                  <a:lnTo>
                    <a:pt x="1373" y="2434"/>
                  </a:lnTo>
                  <a:cubicBezTo>
                    <a:pt x="1094" y="2434"/>
                    <a:pt x="1094" y="2847"/>
                    <a:pt x="1373" y="2847"/>
                  </a:cubicBezTo>
                  <a:lnTo>
                    <a:pt x="2055" y="2847"/>
                  </a:lnTo>
                  <a:cubicBezTo>
                    <a:pt x="2391" y="2847"/>
                    <a:pt x="2664" y="2573"/>
                    <a:pt x="2664" y="2237"/>
                  </a:cubicBezTo>
                  <a:lnTo>
                    <a:pt x="2664" y="2170"/>
                  </a:lnTo>
                  <a:cubicBezTo>
                    <a:pt x="2659" y="2098"/>
                    <a:pt x="2717" y="2036"/>
                    <a:pt x="2789" y="2036"/>
                  </a:cubicBezTo>
                  <a:lnTo>
                    <a:pt x="3547" y="2036"/>
                  </a:lnTo>
                  <a:cubicBezTo>
                    <a:pt x="3883" y="2036"/>
                    <a:pt x="4157" y="1762"/>
                    <a:pt x="4157" y="1426"/>
                  </a:cubicBezTo>
                  <a:cubicBezTo>
                    <a:pt x="4157" y="1085"/>
                    <a:pt x="3883" y="812"/>
                    <a:pt x="3543" y="812"/>
                  </a:cubicBezTo>
                  <a:cubicBezTo>
                    <a:pt x="3528" y="812"/>
                    <a:pt x="3519" y="802"/>
                    <a:pt x="3519" y="788"/>
                  </a:cubicBezTo>
                  <a:cubicBezTo>
                    <a:pt x="3624" y="394"/>
                    <a:pt x="3331" y="5"/>
                    <a:pt x="29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89"/>
            <p:cNvSpPr/>
            <p:nvPr/>
          </p:nvSpPr>
          <p:spPr>
            <a:xfrm>
              <a:off x="3627037" y="2992781"/>
              <a:ext cx="95325" cy="74730"/>
            </a:xfrm>
            <a:custGeom>
              <a:rect b="b" l="l" r="r" t="t"/>
              <a:pathLst>
                <a:path extrusionOk="0" h="2852" w="3638">
                  <a:moveTo>
                    <a:pt x="2112" y="0"/>
                  </a:moveTo>
                  <a:cubicBezTo>
                    <a:pt x="1772" y="0"/>
                    <a:pt x="1498" y="274"/>
                    <a:pt x="1498" y="615"/>
                  </a:cubicBezTo>
                  <a:lnTo>
                    <a:pt x="1498" y="682"/>
                  </a:lnTo>
                  <a:cubicBezTo>
                    <a:pt x="1503" y="754"/>
                    <a:pt x="1445" y="812"/>
                    <a:pt x="1373" y="812"/>
                  </a:cubicBezTo>
                  <a:lnTo>
                    <a:pt x="615" y="812"/>
                  </a:lnTo>
                  <a:cubicBezTo>
                    <a:pt x="279" y="812"/>
                    <a:pt x="0" y="1085"/>
                    <a:pt x="0" y="1426"/>
                  </a:cubicBezTo>
                  <a:cubicBezTo>
                    <a:pt x="0" y="1762"/>
                    <a:pt x="279" y="2041"/>
                    <a:pt x="615" y="2041"/>
                  </a:cubicBezTo>
                  <a:cubicBezTo>
                    <a:pt x="617" y="2040"/>
                    <a:pt x="619" y="2040"/>
                    <a:pt x="620" y="2040"/>
                  </a:cubicBezTo>
                  <a:cubicBezTo>
                    <a:pt x="632" y="2040"/>
                    <a:pt x="639" y="2051"/>
                    <a:pt x="639" y="2060"/>
                  </a:cubicBezTo>
                  <a:cubicBezTo>
                    <a:pt x="629" y="2108"/>
                    <a:pt x="624" y="2156"/>
                    <a:pt x="624" y="2209"/>
                  </a:cubicBezTo>
                  <a:lnTo>
                    <a:pt x="624" y="2237"/>
                  </a:lnTo>
                  <a:cubicBezTo>
                    <a:pt x="624" y="2573"/>
                    <a:pt x="898" y="2847"/>
                    <a:pt x="1234" y="2852"/>
                  </a:cubicBezTo>
                  <a:lnTo>
                    <a:pt x="1656" y="2852"/>
                  </a:lnTo>
                  <a:cubicBezTo>
                    <a:pt x="1988" y="2852"/>
                    <a:pt x="2290" y="2583"/>
                    <a:pt x="2266" y="2170"/>
                  </a:cubicBezTo>
                  <a:cubicBezTo>
                    <a:pt x="2266" y="2098"/>
                    <a:pt x="2329" y="2036"/>
                    <a:pt x="2401" y="2036"/>
                  </a:cubicBezTo>
                  <a:cubicBezTo>
                    <a:pt x="2785" y="2036"/>
                    <a:pt x="3073" y="1695"/>
                    <a:pt x="3005" y="1316"/>
                  </a:cubicBezTo>
                  <a:cubicBezTo>
                    <a:pt x="3005" y="1301"/>
                    <a:pt x="3010" y="1287"/>
                    <a:pt x="3025" y="1287"/>
                  </a:cubicBezTo>
                  <a:cubicBezTo>
                    <a:pt x="3361" y="1287"/>
                    <a:pt x="3634" y="1013"/>
                    <a:pt x="3634" y="677"/>
                  </a:cubicBezTo>
                  <a:lnTo>
                    <a:pt x="3634" y="615"/>
                  </a:lnTo>
                  <a:cubicBezTo>
                    <a:pt x="3637" y="236"/>
                    <a:pt x="3306" y="6"/>
                    <a:pt x="3075" y="6"/>
                  </a:cubicBezTo>
                  <a:cubicBezTo>
                    <a:pt x="2958" y="6"/>
                    <a:pt x="2866" y="65"/>
                    <a:pt x="2857" y="192"/>
                  </a:cubicBezTo>
                  <a:cubicBezTo>
                    <a:pt x="2842" y="308"/>
                    <a:pt x="2929" y="408"/>
                    <a:pt x="3044" y="418"/>
                  </a:cubicBezTo>
                  <a:cubicBezTo>
                    <a:pt x="3145" y="428"/>
                    <a:pt x="3221" y="514"/>
                    <a:pt x="3221" y="615"/>
                  </a:cubicBezTo>
                  <a:lnTo>
                    <a:pt x="3221" y="677"/>
                  </a:lnTo>
                  <a:cubicBezTo>
                    <a:pt x="3221" y="783"/>
                    <a:pt x="3135" y="874"/>
                    <a:pt x="3025" y="874"/>
                  </a:cubicBezTo>
                  <a:cubicBezTo>
                    <a:pt x="2751" y="874"/>
                    <a:pt x="2549" y="1124"/>
                    <a:pt x="2597" y="1393"/>
                  </a:cubicBezTo>
                  <a:cubicBezTo>
                    <a:pt x="2621" y="1513"/>
                    <a:pt x="2525" y="1623"/>
                    <a:pt x="2401" y="1623"/>
                  </a:cubicBezTo>
                  <a:cubicBezTo>
                    <a:pt x="2088" y="1623"/>
                    <a:pt x="1839" y="1882"/>
                    <a:pt x="1853" y="2194"/>
                  </a:cubicBezTo>
                  <a:cubicBezTo>
                    <a:pt x="1863" y="2353"/>
                    <a:pt x="1767" y="2434"/>
                    <a:pt x="1656" y="2434"/>
                  </a:cubicBezTo>
                  <a:lnTo>
                    <a:pt x="1239" y="2434"/>
                  </a:lnTo>
                  <a:cubicBezTo>
                    <a:pt x="1128" y="2434"/>
                    <a:pt x="1037" y="2348"/>
                    <a:pt x="1037" y="2237"/>
                  </a:cubicBezTo>
                  <a:lnTo>
                    <a:pt x="1037" y="2209"/>
                  </a:lnTo>
                  <a:cubicBezTo>
                    <a:pt x="1037" y="2161"/>
                    <a:pt x="1056" y="2141"/>
                    <a:pt x="1056" y="2060"/>
                  </a:cubicBezTo>
                  <a:cubicBezTo>
                    <a:pt x="1056" y="1820"/>
                    <a:pt x="860" y="1623"/>
                    <a:pt x="615" y="1623"/>
                  </a:cubicBezTo>
                  <a:cubicBezTo>
                    <a:pt x="351" y="1623"/>
                    <a:pt x="351" y="1229"/>
                    <a:pt x="615" y="1229"/>
                  </a:cubicBezTo>
                  <a:lnTo>
                    <a:pt x="1373" y="1229"/>
                  </a:lnTo>
                  <a:cubicBezTo>
                    <a:pt x="1671" y="1229"/>
                    <a:pt x="1916" y="985"/>
                    <a:pt x="1911" y="682"/>
                  </a:cubicBezTo>
                  <a:lnTo>
                    <a:pt x="1911" y="615"/>
                  </a:lnTo>
                  <a:cubicBezTo>
                    <a:pt x="1911" y="504"/>
                    <a:pt x="2002" y="418"/>
                    <a:pt x="2112" y="418"/>
                  </a:cubicBezTo>
                  <a:lnTo>
                    <a:pt x="2233" y="418"/>
                  </a:lnTo>
                  <a:cubicBezTo>
                    <a:pt x="2506" y="413"/>
                    <a:pt x="2506" y="0"/>
                    <a:pt x="22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1" name="Google Shape;19451;p89"/>
          <p:cNvGrpSpPr/>
          <p:nvPr/>
        </p:nvGrpSpPr>
        <p:grpSpPr>
          <a:xfrm>
            <a:off x="894378" y="2422038"/>
            <a:ext cx="284926" cy="365237"/>
            <a:chOff x="894378" y="2422038"/>
            <a:chExt cx="284926" cy="365237"/>
          </a:xfrm>
        </p:grpSpPr>
        <p:sp>
          <p:nvSpPr>
            <p:cNvPr id="19452" name="Google Shape;19452;p89"/>
            <p:cNvSpPr/>
            <p:nvPr/>
          </p:nvSpPr>
          <p:spPr>
            <a:xfrm>
              <a:off x="1017739" y="2427278"/>
              <a:ext cx="38282" cy="90844"/>
            </a:xfrm>
            <a:custGeom>
              <a:rect b="b" l="l" r="r" t="t"/>
              <a:pathLst>
                <a:path extrusionOk="0" h="3467" w="1461">
                  <a:moveTo>
                    <a:pt x="731" y="1"/>
                  </a:moveTo>
                  <a:cubicBezTo>
                    <a:pt x="327" y="1"/>
                    <a:pt x="1" y="327"/>
                    <a:pt x="1" y="730"/>
                  </a:cubicBezTo>
                  <a:lnTo>
                    <a:pt x="1" y="2737"/>
                  </a:lnTo>
                  <a:cubicBezTo>
                    <a:pt x="1" y="3140"/>
                    <a:pt x="327" y="3466"/>
                    <a:pt x="731" y="3466"/>
                  </a:cubicBezTo>
                  <a:cubicBezTo>
                    <a:pt x="1134" y="3466"/>
                    <a:pt x="1460" y="3140"/>
                    <a:pt x="1460" y="2737"/>
                  </a:cubicBezTo>
                  <a:lnTo>
                    <a:pt x="1460" y="730"/>
                  </a:lnTo>
                  <a:cubicBezTo>
                    <a:pt x="1460" y="327"/>
                    <a:pt x="1134" y="1"/>
                    <a:pt x="73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89"/>
            <p:cNvSpPr/>
            <p:nvPr/>
          </p:nvSpPr>
          <p:spPr>
            <a:xfrm>
              <a:off x="1038885" y="2430423"/>
              <a:ext cx="17136" cy="84424"/>
            </a:xfrm>
            <a:custGeom>
              <a:rect b="b" l="l" r="r" t="t"/>
              <a:pathLst>
                <a:path extrusionOk="0" h="3222" w="654">
                  <a:moveTo>
                    <a:pt x="327" y="1"/>
                  </a:moveTo>
                  <a:cubicBezTo>
                    <a:pt x="125" y="135"/>
                    <a:pt x="5" y="365"/>
                    <a:pt x="0" y="610"/>
                  </a:cubicBezTo>
                  <a:lnTo>
                    <a:pt x="0" y="2617"/>
                  </a:lnTo>
                  <a:cubicBezTo>
                    <a:pt x="5" y="2862"/>
                    <a:pt x="125" y="3087"/>
                    <a:pt x="327" y="3222"/>
                  </a:cubicBezTo>
                  <a:cubicBezTo>
                    <a:pt x="528" y="3087"/>
                    <a:pt x="653" y="2862"/>
                    <a:pt x="653" y="2617"/>
                  </a:cubicBezTo>
                  <a:lnTo>
                    <a:pt x="653" y="610"/>
                  </a:lnTo>
                  <a:cubicBezTo>
                    <a:pt x="653" y="365"/>
                    <a:pt x="528" y="140"/>
                    <a:pt x="32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89"/>
            <p:cNvSpPr/>
            <p:nvPr/>
          </p:nvSpPr>
          <p:spPr>
            <a:xfrm>
              <a:off x="909968" y="2483116"/>
              <a:ext cx="133711" cy="278375"/>
            </a:xfrm>
            <a:custGeom>
              <a:rect b="b" l="l" r="r" t="t"/>
              <a:pathLst>
                <a:path extrusionOk="0" h="10624" w="5103">
                  <a:moveTo>
                    <a:pt x="4431" y="1"/>
                  </a:moveTo>
                  <a:lnTo>
                    <a:pt x="0" y="10624"/>
                  </a:lnTo>
                  <a:lnTo>
                    <a:pt x="624" y="10264"/>
                  </a:lnTo>
                  <a:cubicBezTo>
                    <a:pt x="898" y="10105"/>
                    <a:pt x="1114" y="9861"/>
                    <a:pt x="1239" y="9568"/>
                  </a:cubicBezTo>
                  <a:lnTo>
                    <a:pt x="5103" y="289"/>
                  </a:lnTo>
                  <a:lnTo>
                    <a:pt x="4431"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89"/>
            <p:cNvSpPr/>
            <p:nvPr/>
          </p:nvSpPr>
          <p:spPr>
            <a:xfrm>
              <a:off x="924668" y="2686500"/>
              <a:ext cx="38151" cy="38020"/>
            </a:xfrm>
            <a:custGeom>
              <a:rect b="b" l="l" r="r" t="t"/>
              <a:pathLst>
                <a:path extrusionOk="0" h="1451" w="1456">
                  <a:moveTo>
                    <a:pt x="730" y="1"/>
                  </a:moveTo>
                  <a:cubicBezTo>
                    <a:pt x="327" y="1"/>
                    <a:pt x="1" y="327"/>
                    <a:pt x="1" y="726"/>
                  </a:cubicBezTo>
                  <a:cubicBezTo>
                    <a:pt x="1" y="1129"/>
                    <a:pt x="327" y="1451"/>
                    <a:pt x="730" y="1451"/>
                  </a:cubicBezTo>
                  <a:cubicBezTo>
                    <a:pt x="1129" y="1451"/>
                    <a:pt x="1455" y="1129"/>
                    <a:pt x="1455" y="726"/>
                  </a:cubicBezTo>
                  <a:cubicBezTo>
                    <a:pt x="1455" y="327"/>
                    <a:pt x="1129" y="1"/>
                    <a:pt x="73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89"/>
            <p:cNvSpPr/>
            <p:nvPr/>
          </p:nvSpPr>
          <p:spPr>
            <a:xfrm>
              <a:off x="1029819" y="2483116"/>
              <a:ext cx="133738" cy="278375"/>
            </a:xfrm>
            <a:custGeom>
              <a:rect b="b" l="l" r="r" t="t"/>
              <a:pathLst>
                <a:path extrusionOk="0" h="10624" w="5104">
                  <a:moveTo>
                    <a:pt x="673" y="1"/>
                  </a:moveTo>
                  <a:lnTo>
                    <a:pt x="1" y="289"/>
                  </a:lnTo>
                  <a:lnTo>
                    <a:pt x="3860" y="9568"/>
                  </a:lnTo>
                  <a:cubicBezTo>
                    <a:pt x="3985" y="9861"/>
                    <a:pt x="4201" y="10105"/>
                    <a:pt x="4479" y="10264"/>
                  </a:cubicBezTo>
                  <a:lnTo>
                    <a:pt x="5103" y="10624"/>
                  </a:lnTo>
                  <a:lnTo>
                    <a:pt x="67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89"/>
            <p:cNvSpPr/>
            <p:nvPr/>
          </p:nvSpPr>
          <p:spPr>
            <a:xfrm>
              <a:off x="1110837" y="2686631"/>
              <a:ext cx="37994" cy="38020"/>
            </a:xfrm>
            <a:custGeom>
              <a:rect b="b" l="l" r="r" t="t"/>
              <a:pathLst>
                <a:path extrusionOk="0" h="1451" w="1450">
                  <a:moveTo>
                    <a:pt x="725" y="1"/>
                  </a:moveTo>
                  <a:cubicBezTo>
                    <a:pt x="322" y="1"/>
                    <a:pt x="0" y="322"/>
                    <a:pt x="0" y="726"/>
                  </a:cubicBezTo>
                  <a:cubicBezTo>
                    <a:pt x="0" y="1124"/>
                    <a:pt x="322" y="1450"/>
                    <a:pt x="725" y="1450"/>
                  </a:cubicBezTo>
                  <a:cubicBezTo>
                    <a:pt x="1123" y="1450"/>
                    <a:pt x="1450" y="1124"/>
                    <a:pt x="1450" y="726"/>
                  </a:cubicBezTo>
                  <a:cubicBezTo>
                    <a:pt x="1450" y="322"/>
                    <a:pt x="1123" y="1"/>
                    <a:pt x="72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89"/>
            <p:cNvSpPr/>
            <p:nvPr/>
          </p:nvSpPr>
          <p:spPr>
            <a:xfrm>
              <a:off x="994236" y="2473264"/>
              <a:ext cx="85918" cy="75437"/>
            </a:xfrm>
            <a:custGeom>
              <a:rect b="b" l="l" r="r" t="t"/>
              <a:pathLst>
                <a:path extrusionOk="0" h="2879" w="3279">
                  <a:moveTo>
                    <a:pt x="1642" y="1"/>
                  </a:moveTo>
                  <a:cubicBezTo>
                    <a:pt x="1400" y="1"/>
                    <a:pt x="1156" y="62"/>
                    <a:pt x="932" y="190"/>
                  </a:cubicBezTo>
                  <a:cubicBezTo>
                    <a:pt x="245" y="574"/>
                    <a:pt x="0" y="1438"/>
                    <a:pt x="375" y="2129"/>
                  </a:cubicBezTo>
                  <a:cubicBezTo>
                    <a:pt x="635" y="2606"/>
                    <a:pt x="1129" y="2879"/>
                    <a:pt x="1640" y="2879"/>
                  </a:cubicBezTo>
                  <a:cubicBezTo>
                    <a:pt x="1864" y="2879"/>
                    <a:pt x="2092" y="2826"/>
                    <a:pt x="2304" y="2715"/>
                  </a:cubicBezTo>
                  <a:cubicBezTo>
                    <a:pt x="2333" y="2700"/>
                    <a:pt x="2362" y="2686"/>
                    <a:pt x="2391" y="2671"/>
                  </a:cubicBezTo>
                  <a:cubicBezTo>
                    <a:pt x="3058" y="2259"/>
                    <a:pt x="3279" y="1390"/>
                    <a:pt x="2880" y="708"/>
                  </a:cubicBezTo>
                  <a:cubicBezTo>
                    <a:pt x="2613" y="254"/>
                    <a:pt x="2134" y="1"/>
                    <a:pt x="164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89"/>
            <p:cNvSpPr/>
            <p:nvPr/>
          </p:nvSpPr>
          <p:spPr>
            <a:xfrm>
              <a:off x="1016377" y="2473054"/>
              <a:ext cx="61261" cy="71349"/>
            </a:xfrm>
            <a:custGeom>
              <a:rect b="b" l="l" r="r" t="t"/>
              <a:pathLst>
                <a:path extrusionOk="0" h="2723" w="2338">
                  <a:moveTo>
                    <a:pt x="879" y="1"/>
                  </a:moveTo>
                  <a:cubicBezTo>
                    <a:pt x="850" y="15"/>
                    <a:pt x="826" y="30"/>
                    <a:pt x="797" y="49"/>
                  </a:cubicBezTo>
                  <a:cubicBezTo>
                    <a:pt x="259" y="380"/>
                    <a:pt x="0" y="1019"/>
                    <a:pt x="154" y="1628"/>
                  </a:cubicBezTo>
                  <a:cubicBezTo>
                    <a:pt x="303" y="2238"/>
                    <a:pt x="831" y="2684"/>
                    <a:pt x="1459" y="2723"/>
                  </a:cubicBezTo>
                  <a:cubicBezTo>
                    <a:pt x="1488" y="2708"/>
                    <a:pt x="1517" y="2694"/>
                    <a:pt x="1546" y="2679"/>
                  </a:cubicBezTo>
                  <a:cubicBezTo>
                    <a:pt x="2079" y="2348"/>
                    <a:pt x="2338" y="1710"/>
                    <a:pt x="2189" y="1095"/>
                  </a:cubicBezTo>
                  <a:cubicBezTo>
                    <a:pt x="2035" y="486"/>
                    <a:pt x="1507" y="44"/>
                    <a:pt x="879"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89"/>
            <p:cNvSpPr/>
            <p:nvPr/>
          </p:nvSpPr>
          <p:spPr>
            <a:xfrm>
              <a:off x="1024919" y="2499099"/>
              <a:ext cx="23792" cy="23687"/>
            </a:xfrm>
            <a:custGeom>
              <a:rect b="b" l="l" r="r" t="t"/>
              <a:pathLst>
                <a:path extrusionOk="0" h="904" w="908">
                  <a:moveTo>
                    <a:pt x="457" y="1"/>
                  </a:moveTo>
                  <a:cubicBezTo>
                    <a:pt x="207" y="1"/>
                    <a:pt x="1" y="202"/>
                    <a:pt x="1" y="452"/>
                  </a:cubicBezTo>
                  <a:cubicBezTo>
                    <a:pt x="1" y="701"/>
                    <a:pt x="207" y="903"/>
                    <a:pt x="457" y="903"/>
                  </a:cubicBezTo>
                  <a:cubicBezTo>
                    <a:pt x="706" y="903"/>
                    <a:pt x="908" y="701"/>
                    <a:pt x="908" y="452"/>
                  </a:cubicBezTo>
                  <a:cubicBezTo>
                    <a:pt x="908" y="202"/>
                    <a:pt x="706" y="1"/>
                    <a:pt x="45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89"/>
            <p:cNvSpPr/>
            <p:nvPr/>
          </p:nvSpPr>
          <p:spPr>
            <a:xfrm>
              <a:off x="894378" y="2422038"/>
              <a:ext cx="284926" cy="365237"/>
            </a:xfrm>
            <a:custGeom>
              <a:rect b="b" l="l" r="r" t="t"/>
              <a:pathLst>
                <a:path extrusionOk="0" h="13939" w="10874">
                  <a:moveTo>
                    <a:pt x="4301" y="4598"/>
                  </a:moveTo>
                  <a:cubicBezTo>
                    <a:pt x="4383" y="4674"/>
                    <a:pt x="4469" y="4742"/>
                    <a:pt x="4565" y="4799"/>
                  </a:cubicBezTo>
                  <a:lnTo>
                    <a:pt x="2386" y="10036"/>
                  </a:lnTo>
                  <a:cubicBezTo>
                    <a:pt x="2294" y="9979"/>
                    <a:pt x="2189" y="9940"/>
                    <a:pt x="2083" y="9921"/>
                  </a:cubicBezTo>
                  <a:lnTo>
                    <a:pt x="4301" y="4598"/>
                  </a:lnTo>
                  <a:close/>
                  <a:moveTo>
                    <a:pt x="6571" y="4598"/>
                  </a:moveTo>
                  <a:lnTo>
                    <a:pt x="8794" y="9921"/>
                  </a:lnTo>
                  <a:cubicBezTo>
                    <a:pt x="8684" y="9940"/>
                    <a:pt x="8583" y="9979"/>
                    <a:pt x="8492" y="10036"/>
                  </a:cubicBezTo>
                  <a:lnTo>
                    <a:pt x="8487" y="10036"/>
                  </a:lnTo>
                  <a:lnTo>
                    <a:pt x="6312" y="4799"/>
                  </a:lnTo>
                  <a:cubicBezTo>
                    <a:pt x="6403" y="4742"/>
                    <a:pt x="6490" y="4674"/>
                    <a:pt x="6571" y="4598"/>
                  </a:cubicBezTo>
                  <a:close/>
                  <a:moveTo>
                    <a:pt x="1378" y="11601"/>
                  </a:moveTo>
                  <a:cubicBezTo>
                    <a:pt x="1469" y="11664"/>
                    <a:pt x="1570" y="11712"/>
                    <a:pt x="1675" y="11740"/>
                  </a:cubicBezTo>
                  <a:cubicBezTo>
                    <a:pt x="1570" y="12024"/>
                    <a:pt x="1373" y="12264"/>
                    <a:pt x="1114" y="12417"/>
                  </a:cubicBezTo>
                  <a:lnTo>
                    <a:pt x="1018" y="12470"/>
                  </a:lnTo>
                  <a:lnTo>
                    <a:pt x="1378" y="11601"/>
                  </a:lnTo>
                  <a:close/>
                  <a:moveTo>
                    <a:pt x="9495" y="11601"/>
                  </a:moveTo>
                  <a:lnTo>
                    <a:pt x="9855" y="12475"/>
                  </a:lnTo>
                  <a:lnTo>
                    <a:pt x="9764" y="12417"/>
                  </a:lnTo>
                  <a:cubicBezTo>
                    <a:pt x="9500" y="12264"/>
                    <a:pt x="9303" y="12024"/>
                    <a:pt x="9202" y="11740"/>
                  </a:cubicBezTo>
                  <a:cubicBezTo>
                    <a:pt x="9308" y="11712"/>
                    <a:pt x="9408" y="11668"/>
                    <a:pt x="9495" y="11601"/>
                  </a:cubicBezTo>
                  <a:close/>
                  <a:moveTo>
                    <a:pt x="5450" y="0"/>
                  </a:moveTo>
                  <a:cubicBezTo>
                    <a:pt x="5422" y="0"/>
                    <a:pt x="5394" y="1"/>
                    <a:pt x="5367" y="4"/>
                  </a:cubicBezTo>
                  <a:cubicBezTo>
                    <a:pt x="4882" y="42"/>
                    <a:pt x="4512" y="445"/>
                    <a:pt x="4507" y="930"/>
                  </a:cubicBezTo>
                  <a:lnTo>
                    <a:pt x="4507" y="2030"/>
                  </a:lnTo>
                  <a:cubicBezTo>
                    <a:pt x="4383" y="2116"/>
                    <a:pt x="4267" y="2217"/>
                    <a:pt x="4171" y="2337"/>
                  </a:cubicBezTo>
                  <a:cubicBezTo>
                    <a:pt x="4040" y="2493"/>
                    <a:pt x="4182" y="2678"/>
                    <a:pt x="4335" y="2678"/>
                  </a:cubicBezTo>
                  <a:cubicBezTo>
                    <a:pt x="4388" y="2678"/>
                    <a:pt x="4443" y="2656"/>
                    <a:pt x="4488" y="2601"/>
                  </a:cubicBezTo>
                  <a:cubicBezTo>
                    <a:pt x="4748" y="2287"/>
                    <a:pt x="5087" y="2151"/>
                    <a:pt x="5420" y="2151"/>
                  </a:cubicBezTo>
                  <a:cubicBezTo>
                    <a:pt x="6154" y="2151"/>
                    <a:pt x="6863" y="2809"/>
                    <a:pt x="6648" y="3690"/>
                  </a:cubicBezTo>
                  <a:cubicBezTo>
                    <a:pt x="6505" y="4293"/>
                    <a:pt x="5973" y="4634"/>
                    <a:pt x="5435" y="4634"/>
                  </a:cubicBezTo>
                  <a:cubicBezTo>
                    <a:pt x="5039" y="4634"/>
                    <a:pt x="4641" y="4449"/>
                    <a:pt x="4392" y="4046"/>
                  </a:cubicBezTo>
                  <a:cubicBezTo>
                    <a:pt x="4243" y="3806"/>
                    <a:pt x="4181" y="3522"/>
                    <a:pt x="4215" y="3244"/>
                  </a:cubicBezTo>
                  <a:cubicBezTo>
                    <a:pt x="4233" y="3095"/>
                    <a:pt x="4118" y="3011"/>
                    <a:pt x="4005" y="3011"/>
                  </a:cubicBezTo>
                  <a:cubicBezTo>
                    <a:pt x="3911" y="3011"/>
                    <a:pt x="3817" y="3069"/>
                    <a:pt x="3802" y="3196"/>
                  </a:cubicBezTo>
                  <a:cubicBezTo>
                    <a:pt x="3758" y="3551"/>
                    <a:pt x="3835" y="3916"/>
                    <a:pt x="4018" y="4228"/>
                  </a:cubicBezTo>
                  <a:lnTo>
                    <a:pt x="1594" y="10017"/>
                  </a:lnTo>
                  <a:cubicBezTo>
                    <a:pt x="1506" y="10158"/>
                    <a:pt x="1611" y="10334"/>
                    <a:pt x="1765" y="10334"/>
                  </a:cubicBezTo>
                  <a:cubicBezTo>
                    <a:pt x="1779" y="10334"/>
                    <a:pt x="1794" y="10332"/>
                    <a:pt x="1810" y="10329"/>
                  </a:cubicBezTo>
                  <a:cubicBezTo>
                    <a:pt x="1844" y="10323"/>
                    <a:pt x="1878" y="10320"/>
                    <a:pt x="1912" y="10320"/>
                  </a:cubicBezTo>
                  <a:cubicBezTo>
                    <a:pt x="1983" y="10320"/>
                    <a:pt x="2052" y="10334"/>
                    <a:pt x="2117" y="10363"/>
                  </a:cubicBezTo>
                  <a:cubicBezTo>
                    <a:pt x="2640" y="10584"/>
                    <a:pt x="2472" y="11356"/>
                    <a:pt x="1915" y="11356"/>
                  </a:cubicBezTo>
                  <a:cubicBezTo>
                    <a:pt x="1579" y="11356"/>
                    <a:pt x="1334" y="11044"/>
                    <a:pt x="1411" y="10723"/>
                  </a:cubicBezTo>
                  <a:cubicBezTo>
                    <a:pt x="1445" y="10566"/>
                    <a:pt x="1321" y="10468"/>
                    <a:pt x="1201" y="10468"/>
                  </a:cubicBezTo>
                  <a:cubicBezTo>
                    <a:pt x="1116" y="10468"/>
                    <a:pt x="1032" y="10518"/>
                    <a:pt x="1008" y="10632"/>
                  </a:cubicBezTo>
                  <a:cubicBezTo>
                    <a:pt x="955" y="10838"/>
                    <a:pt x="984" y="11059"/>
                    <a:pt x="1080" y="11251"/>
                  </a:cubicBezTo>
                  <a:lnTo>
                    <a:pt x="403" y="12873"/>
                  </a:lnTo>
                  <a:lnTo>
                    <a:pt x="72" y="13651"/>
                  </a:lnTo>
                  <a:cubicBezTo>
                    <a:pt x="1" y="13814"/>
                    <a:pt x="134" y="13938"/>
                    <a:pt x="267" y="13938"/>
                  </a:cubicBezTo>
                  <a:cubicBezTo>
                    <a:pt x="340" y="13938"/>
                    <a:pt x="413" y="13900"/>
                    <a:pt x="451" y="13809"/>
                  </a:cubicBezTo>
                  <a:lnTo>
                    <a:pt x="754" y="13104"/>
                  </a:lnTo>
                  <a:lnTo>
                    <a:pt x="1320" y="12777"/>
                  </a:lnTo>
                  <a:cubicBezTo>
                    <a:pt x="1939" y="12422"/>
                    <a:pt x="2064" y="11851"/>
                    <a:pt x="2122" y="11750"/>
                  </a:cubicBezTo>
                  <a:cubicBezTo>
                    <a:pt x="2746" y="11606"/>
                    <a:pt x="3043" y="10886"/>
                    <a:pt x="2702" y="10344"/>
                  </a:cubicBezTo>
                  <a:lnTo>
                    <a:pt x="4939" y="4972"/>
                  </a:lnTo>
                  <a:cubicBezTo>
                    <a:pt x="5100" y="5022"/>
                    <a:pt x="5268" y="5048"/>
                    <a:pt x="5436" y="5048"/>
                  </a:cubicBezTo>
                  <a:cubicBezTo>
                    <a:pt x="5604" y="5048"/>
                    <a:pt x="5772" y="5022"/>
                    <a:pt x="5933" y="4972"/>
                  </a:cubicBezTo>
                  <a:lnTo>
                    <a:pt x="8170" y="10344"/>
                  </a:lnTo>
                  <a:cubicBezTo>
                    <a:pt x="8088" y="10473"/>
                    <a:pt x="8040" y="10622"/>
                    <a:pt x="8026" y="10771"/>
                  </a:cubicBezTo>
                  <a:cubicBezTo>
                    <a:pt x="8013" y="10920"/>
                    <a:pt x="8125" y="10998"/>
                    <a:pt x="8236" y="10998"/>
                  </a:cubicBezTo>
                  <a:cubicBezTo>
                    <a:pt x="8337" y="10998"/>
                    <a:pt x="8437" y="10934"/>
                    <a:pt x="8444" y="10800"/>
                  </a:cubicBezTo>
                  <a:cubicBezTo>
                    <a:pt x="8453" y="10651"/>
                    <a:pt x="8530" y="10512"/>
                    <a:pt x="8650" y="10425"/>
                  </a:cubicBezTo>
                  <a:cubicBezTo>
                    <a:pt x="8750" y="10350"/>
                    <a:pt x="8856" y="10317"/>
                    <a:pt x="8958" y="10317"/>
                  </a:cubicBezTo>
                  <a:cubicBezTo>
                    <a:pt x="9311" y="10317"/>
                    <a:pt x="9612" y="10709"/>
                    <a:pt x="9418" y="11078"/>
                  </a:cubicBezTo>
                  <a:cubicBezTo>
                    <a:pt x="9327" y="11256"/>
                    <a:pt x="9146" y="11358"/>
                    <a:pt x="8959" y="11358"/>
                  </a:cubicBezTo>
                  <a:cubicBezTo>
                    <a:pt x="8879" y="11358"/>
                    <a:pt x="8797" y="11339"/>
                    <a:pt x="8722" y="11299"/>
                  </a:cubicBezTo>
                  <a:cubicBezTo>
                    <a:pt x="8686" y="11279"/>
                    <a:pt x="8647" y="11268"/>
                    <a:pt x="8609" y="11268"/>
                  </a:cubicBezTo>
                  <a:cubicBezTo>
                    <a:pt x="8592" y="11268"/>
                    <a:pt x="8575" y="11270"/>
                    <a:pt x="8559" y="11275"/>
                  </a:cubicBezTo>
                  <a:cubicBezTo>
                    <a:pt x="8372" y="11328"/>
                    <a:pt x="8352" y="11592"/>
                    <a:pt x="8535" y="11668"/>
                  </a:cubicBezTo>
                  <a:cubicBezTo>
                    <a:pt x="8602" y="11702"/>
                    <a:pt x="8679" y="11731"/>
                    <a:pt x="8756" y="11750"/>
                  </a:cubicBezTo>
                  <a:cubicBezTo>
                    <a:pt x="8818" y="11851"/>
                    <a:pt x="8943" y="12422"/>
                    <a:pt x="9557" y="12777"/>
                  </a:cubicBezTo>
                  <a:lnTo>
                    <a:pt x="10124" y="13099"/>
                  </a:lnTo>
                  <a:lnTo>
                    <a:pt x="10426" y="13809"/>
                  </a:lnTo>
                  <a:cubicBezTo>
                    <a:pt x="10463" y="13899"/>
                    <a:pt x="10535" y="13937"/>
                    <a:pt x="10608" y="13937"/>
                  </a:cubicBezTo>
                  <a:cubicBezTo>
                    <a:pt x="10740" y="13937"/>
                    <a:pt x="10873" y="13812"/>
                    <a:pt x="10805" y="13651"/>
                  </a:cubicBezTo>
                  <a:lnTo>
                    <a:pt x="10474" y="12873"/>
                  </a:lnTo>
                  <a:lnTo>
                    <a:pt x="9802" y="11251"/>
                  </a:lnTo>
                  <a:cubicBezTo>
                    <a:pt x="10047" y="10742"/>
                    <a:pt x="9797" y="10132"/>
                    <a:pt x="9260" y="9955"/>
                  </a:cubicBezTo>
                  <a:lnTo>
                    <a:pt x="6869" y="4228"/>
                  </a:lnTo>
                  <a:cubicBezTo>
                    <a:pt x="7306" y="3479"/>
                    <a:pt x="7090" y="2524"/>
                    <a:pt x="6379" y="2030"/>
                  </a:cubicBezTo>
                  <a:lnTo>
                    <a:pt x="6379" y="1636"/>
                  </a:lnTo>
                  <a:cubicBezTo>
                    <a:pt x="6379" y="1499"/>
                    <a:pt x="6276" y="1431"/>
                    <a:pt x="6173" y="1431"/>
                  </a:cubicBezTo>
                  <a:cubicBezTo>
                    <a:pt x="6070" y="1431"/>
                    <a:pt x="5967" y="1499"/>
                    <a:pt x="5967" y="1636"/>
                  </a:cubicBezTo>
                  <a:lnTo>
                    <a:pt x="5967" y="1823"/>
                  </a:lnTo>
                  <a:cubicBezTo>
                    <a:pt x="5796" y="1766"/>
                    <a:pt x="5619" y="1737"/>
                    <a:pt x="5442" y="1737"/>
                  </a:cubicBezTo>
                  <a:cubicBezTo>
                    <a:pt x="5265" y="1737"/>
                    <a:pt x="5088" y="1766"/>
                    <a:pt x="4920" y="1823"/>
                  </a:cubicBezTo>
                  <a:lnTo>
                    <a:pt x="4920" y="930"/>
                  </a:lnTo>
                  <a:cubicBezTo>
                    <a:pt x="4920" y="657"/>
                    <a:pt x="5127" y="431"/>
                    <a:pt x="5400" y="407"/>
                  </a:cubicBezTo>
                  <a:cubicBezTo>
                    <a:pt x="5415" y="406"/>
                    <a:pt x="5431" y="405"/>
                    <a:pt x="5446" y="405"/>
                  </a:cubicBezTo>
                  <a:cubicBezTo>
                    <a:pt x="5696" y="405"/>
                    <a:pt x="5916" y="590"/>
                    <a:pt x="5957" y="844"/>
                  </a:cubicBezTo>
                  <a:cubicBezTo>
                    <a:pt x="5978" y="961"/>
                    <a:pt x="6068" y="1015"/>
                    <a:pt x="6158" y="1015"/>
                  </a:cubicBezTo>
                  <a:cubicBezTo>
                    <a:pt x="6274" y="1015"/>
                    <a:pt x="6392" y="926"/>
                    <a:pt x="6365" y="772"/>
                  </a:cubicBezTo>
                  <a:cubicBezTo>
                    <a:pt x="6288" y="324"/>
                    <a:pt x="5896" y="0"/>
                    <a:pt x="54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89"/>
            <p:cNvSpPr/>
            <p:nvPr/>
          </p:nvSpPr>
          <p:spPr>
            <a:xfrm>
              <a:off x="1014490" y="2493885"/>
              <a:ext cx="39644" cy="34430"/>
            </a:xfrm>
            <a:custGeom>
              <a:rect b="b" l="l" r="r" t="t"/>
              <a:pathLst>
                <a:path extrusionOk="0" h="1314" w="1513">
                  <a:moveTo>
                    <a:pt x="937" y="0"/>
                  </a:moveTo>
                  <a:cubicBezTo>
                    <a:pt x="829" y="0"/>
                    <a:pt x="743" y="54"/>
                    <a:pt x="725" y="171"/>
                  </a:cubicBezTo>
                  <a:cubicBezTo>
                    <a:pt x="701" y="286"/>
                    <a:pt x="783" y="392"/>
                    <a:pt x="893" y="411"/>
                  </a:cubicBezTo>
                  <a:cubicBezTo>
                    <a:pt x="1191" y="464"/>
                    <a:pt x="1152" y="896"/>
                    <a:pt x="855" y="900"/>
                  </a:cubicBezTo>
                  <a:lnTo>
                    <a:pt x="855" y="896"/>
                  </a:lnTo>
                  <a:cubicBezTo>
                    <a:pt x="725" y="896"/>
                    <a:pt x="619" y="800"/>
                    <a:pt x="610" y="675"/>
                  </a:cubicBezTo>
                  <a:cubicBezTo>
                    <a:pt x="601" y="566"/>
                    <a:pt x="510" y="487"/>
                    <a:pt x="403" y="487"/>
                  </a:cubicBezTo>
                  <a:cubicBezTo>
                    <a:pt x="396" y="487"/>
                    <a:pt x="390" y="487"/>
                    <a:pt x="384" y="488"/>
                  </a:cubicBezTo>
                  <a:cubicBezTo>
                    <a:pt x="0" y="526"/>
                    <a:pt x="240" y="1313"/>
                    <a:pt x="855" y="1313"/>
                  </a:cubicBezTo>
                  <a:cubicBezTo>
                    <a:pt x="1219" y="1313"/>
                    <a:pt x="1512" y="1016"/>
                    <a:pt x="1512" y="651"/>
                  </a:cubicBezTo>
                  <a:cubicBezTo>
                    <a:pt x="1512" y="250"/>
                    <a:pt x="1171" y="0"/>
                    <a:pt x="9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89"/>
            <p:cNvSpPr/>
            <p:nvPr/>
          </p:nvSpPr>
          <p:spPr>
            <a:xfrm>
              <a:off x="936485" y="2697950"/>
              <a:ext cx="16403" cy="16377"/>
            </a:xfrm>
            <a:custGeom>
              <a:rect b="b" l="l" r="r" t="t"/>
              <a:pathLst>
                <a:path extrusionOk="0" h="625" w="626">
                  <a:moveTo>
                    <a:pt x="313" y="1"/>
                  </a:moveTo>
                  <a:cubicBezTo>
                    <a:pt x="140" y="1"/>
                    <a:pt x="1" y="140"/>
                    <a:pt x="1" y="313"/>
                  </a:cubicBezTo>
                  <a:cubicBezTo>
                    <a:pt x="1" y="481"/>
                    <a:pt x="140" y="625"/>
                    <a:pt x="313" y="625"/>
                  </a:cubicBezTo>
                  <a:cubicBezTo>
                    <a:pt x="486" y="625"/>
                    <a:pt x="625" y="481"/>
                    <a:pt x="625" y="313"/>
                  </a:cubicBezTo>
                  <a:cubicBezTo>
                    <a:pt x="625" y="140"/>
                    <a:pt x="486" y="1"/>
                    <a:pt x="3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89"/>
            <p:cNvSpPr/>
            <p:nvPr/>
          </p:nvSpPr>
          <p:spPr>
            <a:xfrm>
              <a:off x="1121134" y="2697819"/>
              <a:ext cx="16377" cy="16377"/>
            </a:xfrm>
            <a:custGeom>
              <a:rect b="b" l="l" r="r" t="t"/>
              <a:pathLst>
                <a:path extrusionOk="0" h="625" w="625">
                  <a:moveTo>
                    <a:pt x="313" y="1"/>
                  </a:moveTo>
                  <a:cubicBezTo>
                    <a:pt x="140" y="1"/>
                    <a:pt x="1" y="140"/>
                    <a:pt x="1" y="313"/>
                  </a:cubicBezTo>
                  <a:cubicBezTo>
                    <a:pt x="1" y="486"/>
                    <a:pt x="140" y="625"/>
                    <a:pt x="313" y="625"/>
                  </a:cubicBezTo>
                  <a:cubicBezTo>
                    <a:pt x="481" y="625"/>
                    <a:pt x="625" y="486"/>
                    <a:pt x="625" y="313"/>
                  </a:cubicBezTo>
                  <a:cubicBezTo>
                    <a:pt x="625" y="140"/>
                    <a:pt x="481" y="1"/>
                    <a:pt x="3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65" name="Google Shape;19465;p89"/>
          <p:cNvGrpSpPr/>
          <p:nvPr/>
        </p:nvGrpSpPr>
        <p:grpSpPr>
          <a:xfrm>
            <a:off x="3077518" y="2928637"/>
            <a:ext cx="376844" cy="310369"/>
            <a:chOff x="3077518" y="2928637"/>
            <a:chExt cx="376844" cy="310369"/>
          </a:xfrm>
        </p:grpSpPr>
        <p:sp>
          <p:nvSpPr>
            <p:cNvPr id="19466" name="Google Shape;19466;p89"/>
            <p:cNvSpPr/>
            <p:nvPr/>
          </p:nvSpPr>
          <p:spPr>
            <a:xfrm>
              <a:off x="3077518" y="3029254"/>
              <a:ext cx="75489" cy="10979"/>
            </a:xfrm>
            <a:custGeom>
              <a:rect b="b" l="l" r="r" t="t"/>
              <a:pathLst>
                <a:path extrusionOk="0" h="419" w="2881">
                  <a:moveTo>
                    <a:pt x="278" y="1"/>
                  </a:moveTo>
                  <a:cubicBezTo>
                    <a:pt x="0" y="1"/>
                    <a:pt x="0" y="418"/>
                    <a:pt x="278" y="418"/>
                  </a:cubicBezTo>
                  <a:lnTo>
                    <a:pt x="2602" y="418"/>
                  </a:lnTo>
                  <a:cubicBezTo>
                    <a:pt x="2880" y="413"/>
                    <a:pt x="2880" y="1"/>
                    <a:pt x="260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89"/>
            <p:cNvSpPr/>
            <p:nvPr/>
          </p:nvSpPr>
          <p:spPr>
            <a:xfrm>
              <a:off x="3291461" y="3042199"/>
              <a:ext cx="65166" cy="52353"/>
            </a:xfrm>
            <a:custGeom>
              <a:rect b="b" l="l" r="r" t="t"/>
              <a:pathLst>
                <a:path extrusionOk="0" h="1998" w="2487">
                  <a:moveTo>
                    <a:pt x="0" y="1"/>
                  </a:moveTo>
                  <a:lnTo>
                    <a:pt x="0" y="1182"/>
                  </a:lnTo>
                  <a:cubicBezTo>
                    <a:pt x="0" y="1633"/>
                    <a:pt x="365" y="1998"/>
                    <a:pt x="812" y="1998"/>
                  </a:cubicBezTo>
                  <a:lnTo>
                    <a:pt x="1676" y="1998"/>
                  </a:lnTo>
                  <a:cubicBezTo>
                    <a:pt x="2088" y="1998"/>
                    <a:pt x="2439" y="1686"/>
                    <a:pt x="2482" y="1273"/>
                  </a:cubicBezTo>
                  <a:cubicBezTo>
                    <a:pt x="2487" y="1244"/>
                    <a:pt x="2487" y="1211"/>
                    <a:pt x="2487" y="1182"/>
                  </a:cubicBezTo>
                  <a:lnTo>
                    <a:pt x="248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89"/>
            <p:cNvSpPr/>
            <p:nvPr/>
          </p:nvSpPr>
          <p:spPr>
            <a:xfrm>
              <a:off x="3310196" y="3042199"/>
              <a:ext cx="46431" cy="33487"/>
            </a:xfrm>
            <a:custGeom>
              <a:rect b="b" l="l" r="r" t="t"/>
              <a:pathLst>
                <a:path extrusionOk="0" h="1278" w="1772">
                  <a:moveTo>
                    <a:pt x="1" y="1"/>
                  </a:moveTo>
                  <a:lnTo>
                    <a:pt x="1" y="462"/>
                  </a:lnTo>
                  <a:cubicBezTo>
                    <a:pt x="1" y="913"/>
                    <a:pt x="365" y="1278"/>
                    <a:pt x="817" y="1278"/>
                  </a:cubicBezTo>
                  <a:lnTo>
                    <a:pt x="1676" y="1278"/>
                  </a:lnTo>
                  <a:cubicBezTo>
                    <a:pt x="1709" y="1278"/>
                    <a:pt x="1738" y="1278"/>
                    <a:pt x="1767" y="1273"/>
                  </a:cubicBezTo>
                  <a:cubicBezTo>
                    <a:pt x="1772" y="1244"/>
                    <a:pt x="1772" y="1211"/>
                    <a:pt x="1772" y="1182"/>
                  </a:cubicBezTo>
                  <a:lnTo>
                    <a:pt x="177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89"/>
            <p:cNvSpPr/>
            <p:nvPr/>
          </p:nvSpPr>
          <p:spPr>
            <a:xfrm>
              <a:off x="3167576" y="2934139"/>
              <a:ext cx="94984" cy="99465"/>
            </a:xfrm>
            <a:custGeom>
              <a:rect b="b" l="l" r="r" t="t"/>
              <a:pathLst>
                <a:path extrusionOk="0" h="3796" w="3625">
                  <a:moveTo>
                    <a:pt x="1231" y="0"/>
                  </a:moveTo>
                  <a:cubicBezTo>
                    <a:pt x="1150" y="0"/>
                    <a:pt x="1073" y="47"/>
                    <a:pt x="1037" y="126"/>
                  </a:cubicBezTo>
                  <a:lnTo>
                    <a:pt x="298" y="1874"/>
                  </a:lnTo>
                  <a:cubicBezTo>
                    <a:pt x="0" y="2574"/>
                    <a:pt x="326" y="3386"/>
                    <a:pt x="1027" y="3688"/>
                  </a:cubicBezTo>
                  <a:lnTo>
                    <a:pt x="1032" y="3688"/>
                  </a:lnTo>
                  <a:cubicBezTo>
                    <a:pt x="1206" y="3761"/>
                    <a:pt x="1387" y="3795"/>
                    <a:pt x="1565" y="3795"/>
                  </a:cubicBezTo>
                  <a:cubicBezTo>
                    <a:pt x="2103" y="3795"/>
                    <a:pt x="2615" y="3480"/>
                    <a:pt x="2842" y="2954"/>
                  </a:cubicBezTo>
                  <a:lnTo>
                    <a:pt x="3586" y="1206"/>
                  </a:lnTo>
                  <a:cubicBezTo>
                    <a:pt x="3624" y="1101"/>
                    <a:pt x="3576" y="986"/>
                    <a:pt x="3475" y="938"/>
                  </a:cubicBezTo>
                  <a:lnTo>
                    <a:pt x="1771" y="213"/>
                  </a:lnTo>
                  <a:lnTo>
                    <a:pt x="1310" y="16"/>
                  </a:lnTo>
                  <a:cubicBezTo>
                    <a:pt x="1284" y="5"/>
                    <a:pt x="1257" y="0"/>
                    <a:pt x="123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89"/>
            <p:cNvSpPr/>
            <p:nvPr/>
          </p:nvSpPr>
          <p:spPr>
            <a:xfrm>
              <a:off x="3189691" y="2939694"/>
              <a:ext cx="73000" cy="88957"/>
            </a:xfrm>
            <a:custGeom>
              <a:rect b="b" l="l" r="r" t="t"/>
              <a:pathLst>
                <a:path extrusionOk="0" h="3395" w="2786">
                  <a:moveTo>
                    <a:pt x="927" y="1"/>
                  </a:moveTo>
                  <a:lnTo>
                    <a:pt x="298" y="1474"/>
                  </a:lnTo>
                  <a:cubicBezTo>
                    <a:pt x="1" y="2180"/>
                    <a:pt x="327" y="2987"/>
                    <a:pt x="1028" y="3289"/>
                  </a:cubicBezTo>
                  <a:lnTo>
                    <a:pt x="1033" y="3289"/>
                  </a:lnTo>
                  <a:cubicBezTo>
                    <a:pt x="1141" y="3362"/>
                    <a:pt x="1259" y="3395"/>
                    <a:pt x="1375" y="3395"/>
                  </a:cubicBezTo>
                  <a:cubicBezTo>
                    <a:pt x="1707" y="3395"/>
                    <a:pt x="2016" y="3120"/>
                    <a:pt x="1998" y="2742"/>
                  </a:cubicBezTo>
                  <a:lnTo>
                    <a:pt x="2742" y="994"/>
                  </a:lnTo>
                  <a:cubicBezTo>
                    <a:pt x="2785" y="889"/>
                    <a:pt x="2732" y="769"/>
                    <a:pt x="2631" y="726"/>
                  </a:cubicBezTo>
                  <a:lnTo>
                    <a:pt x="92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89"/>
            <p:cNvSpPr/>
            <p:nvPr/>
          </p:nvSpPr>
          <p:spPr>
            <a:xfrm>
              <a:off x="3116612" y="3012406"/>
              <a:ext cx="322789" cy="44911"/>
            </a:xfrm>
            <a:custGeom>
              <a:rect b="b" l="l" r="r" t="t"/>
              <a:pathLst>
                <a:path extrusionOk="0" h="1714" w="12319">
                  <a:moveTo>
                    <a:pt x="1743" y="0"/>
                  </a:moveTo>
                  <a:cubicBezTo>
                    <a:pt x="1475" y="5"/>
                    <a:pt x="1211" y="67"/>
                    <a:pt x="966" y="178"/>
                  </a:cubicBezTo>
                  <a:lnTo>
                    <a:pt x="265" y="509"/>
                  </a:lnTo>
                  <a:cubicBezTo>
                    <a:pt x="1" y="706"/>
                    <a:pt x="15" y="1100"/>
                    <a:pt x="289" y="1282"/>
                  </a:cubicBezTo>
                  <a:lnTo>
                    <a:pt x="1009" y="1570"/>
                  </a:lnTo>
                  <a:cubicBezTo>
                    <a:pt x="1239" y="1666"/>
                    <a:pt x="1484" y="1714"/>
                    <a:pt x="1734" y="1714"/>
                  </a:cubicBezTo>
                  <a:lnTo>
                    <a:pt x="11459" y="1714"/>
                  </a:lnTo>
                  <a:cubicBezTo>
                    <a:pt x="11930" y="1709"/>
                    <a:pt x="12314" y="1325"/>
                    <a:pt x="12318" y="855"/>
                  </a:cubicBezTo>
                  <a:lnTo>
                    <a:pt x="12314" y="855"/>
                  </a:lnTo>
                  <a:cubicBezTo>
                    <a:pt x="12314" y="384"/>
                    <a:pt x="11930" y="0"/>
                    <a:pt x="1145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2" name="Google Shape;19472;p89"/>
            <p:cNvSpPr/>
            <p:nvPr/>
          </p:nvSpPr>
          <p:spPr>
            <a:xfrm>
              <a:off x="3116612" y="3022075"/>
              <a:ext cx="322789" cy="35242"/>
            </a:xfrm>
            <a:custGeom>
              <a:rect b="b" l="l" r="r" t="t"/>
              <a:pathLst>
                <a:path extrusionOk="0" h="1345" w="12319">
                  <a:moveTo>
                    <a:pt x="12160" y="1"/>
                  </a:moveTo>
                  <a:cubicBezTo>
                    <a:pt x="12002" y="236"/>
                    <a:pt x="11733" y="375"/>
                    <a:pt x="11454" y="375"/>
                  </a:cubicBezTo>
                  <a:lnTo>
                    <a:pt x="1734" y="375"/>
                  </a:lnTo>
                  <a:cubicBezTo>
                    <a:pt x="1484" y="375"/>
                    <a:pt x="1235" y="327"/>
                    <a:pt x="1004" y="231"/>
                  </a:cubicBezTo>
                  <a:lnTo>
                    <a:pt x="500" y="30"/>
                  </a:lnTo>
                  <a:lnTo>
                    <a:pt x="265" y="140"/>
                  </a:lnTo>
                  <a:cubicBezTo>
                    <a:pt x="251" y="150"/>
                    <a:pt x="236" y="164"/>
                    <a:pt x="222" y="179"/>
                  </a:cubicBezTo>
                  <a:lnTo>
                    <a:pt x="198" y="198"/>
                  </a:lnTo>
                  <a:cubicBezTo>
                    <a:pt x="1" y="414"/>
                    <a:pt x="44" y="750"/>
                    <a:pt x="289" y="913"/>
                  </a:cubicBezTo>
                  <a:lnTo>
                    <a:pt x="1009" y="1201"/>
                  </a:lnTo>
                  <a:lnTo>
                    <a:pt x="1052" y="1220"/>
                  </a:lnTo>
                  <a:cubicBezTo>
                    <a:pt x="1196" y="1273"/>
                    <a:pt x="1350" y="1311"/>
                    <a:pt x="1503" y="1331"/>
                  </a:cubicBezTo>
                  <a:lnTo>
                    <a:pt x="1547" y="1335"/>
                  </a:lnTo>
                  <a:cubicBezTo>
                    <a:pt x="1609" y="1340"/>
                    <a:pt x="1676" y="1345"/>
                    <a:pt x="1734" y="1345"/>
                  </a:cubicBezTo>
                  <a:lnTo>
                    <a:pt x="11459" y="1345"/>
                  </a:lnTo>
                  <a:cubicBezTo>
                    <a:pt x="11930" y="1340"/>
                    <a:pt x="12314" y="956"/>
                    <a:pt x="12318" y="486"/>
                  </a:cubicBezTo>
                  <a:cubicBezTo>
                    <a:pt x="12314" y="313"/>
                    <a:pt x="12261" y="145"/>
                    <a:pt x="12160"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89"/>
            <p:cNvSpPr/>
            <p:nvPr/>
          </p:nvSpPr>
          <p:spPr>
            <a:xfrm>
              <a:off x="3116612" y="3012275"/>
              <a:ext cx="45828" cy="45042"/>
            </a:xfrm>
            <a:custGeom>
              <a:rect b="b" l="l" r="r" t="t"/>
              <a:pathLst>
                <a:path extrusionOk="0" h="1719" w="1749">
                  <a:moveTo>
                    <a:pt x="1748" y="0"/>
                  </a:moveTo>
                  <a:cubicBezTo>
                    <a:pt x="1475" y="5"/>
                    <a:pt x="1211" y="68"/>
                    <a:pt x="966" y="183"/>
                  </a:cubicBezTo>
                  <a:lnTo>
                    <a:pt x="265" y="514"/>
                  </a:lnTo>
                  <a:cubicBezTo>
                    <a:pt x="1" y="711"/>
                    <a:pt x="15" y="1105"/>
                    <a:pt x="289" y="1282"/>
                  </a:cubicBezTo>
                  <a:lnTo>
                    <a:pt x="1009" y="1575"/>
                  </a:lnTo>
                  <a:cubicBezTo>
                    <a:pt x="1239" y="1666"/>
                    <a:pt x="1484" y="1714"/>
                    <a:pt x="1734" y="1719"/>
                  </a:cubicBezTo>
                  <a:lnTo>
                    <a:pt x="1748" y="1719"/>
                  </a:lnTo>
                  <a:lnTo>
                    <a:pt x="1748"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89"/>
            <p:cNvSpPr/>
            <p:nvPr/>
          </p:nvSpPr>
          <p:spPr>
            <a:xfrm>
              <a:off x="3116743" y="3022835"/>
              <a:ext cx="45697" cy="34482"/>
            </a:xfrm>
            <a:custGeom>
              <a:rect b="b" l="l" r="r" t="t"/>
              <a:pathLst>
                <a:path extrusionOk="0" h="1316" w="1744">
                  <a:moveTo>
                    <a:pt x="500" y="1"/>
                  </a:moveTo>
                  <a:lnTo>
                    <a:pt x="265" y="111"/>
                  </a:lnTo>
                  <a:cubicBezTo>
                    <a:pt x="1" y="308"/>
                    <a:pt x="15" y="702"/>
                    <a:pt x="289" y="884"/>
                  </a:cubicBezTo>
                  <a:cubicBezTo>
                    <a:pt x="1028" y="1177"/>
                    <a:pt x="1244" y="1316"/>
                    <a:pt x="1729" y="1316"/>
                  </a:cubicBezTo>
                  <a:lnTo>
                    <a:pt x="1743" y="1316"/>
                  </a:lnTo>
                  <a:lnTo>
                    <a:pt x="1743" y="346"/>
                  </a:lnTo>
                  <a:lnTo>
                    <a:pt x="1734" y="346"/>
                  </a:lnTo>
                  <a:cubicBezTo>
                    <a:pt x="1484" y="346"/>
                    <a:pt x="1239" y="298"/>
                    <a:pt x="1009" y="207"/>
                  </a:cubicBezTo>
                  <a:lnTo>
                    <a:pt x="50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89"/>
            <p:cNvSpPr/>
            <p:nvPr/>
          </p:nvSpPr>
          <p:spPr>
            <a:xfrm>
              <a:off x="3398000" y="3012275"/>
              <a:ext cx="41400" cy="45042"/>
            </a:xfrm>
            <a:custGeom>
              <a:rect b="b" l="l" r="r" t="t"/>
              <a:pathLst>
                <a:path extrusionOk="0" h="1719" w="1580">
                  <a:moveTo>
                    <a:pt x="0" y="0"/>
                  </a:moveTo>
                  <a:lnTo>
                    <a:pt x="0" y="1719"/>
                  </a:lnTo>
                  <a:lnTo>
                    <a:pt x="720" y="1719"/>
                  </a:lnTo>
                  <a:cubicBezTo>
                    <a:pt x="1191" y="1714"/>
                    <a:pt x="1575" y="1330"/>
                    <a:pt x="1579" y="860"/>
                  </a:cubicBezTo>
                  <a:cubicBezTo>
                    <a:pt x="1575" y="385"/>
                    <a:pt x="1191" y="0"/>
                    <a:pt x="720"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89"/>
            <p:cNvSpPr/>
            <p:nvPr/>
          </p:nvSpPr>
          <p:spPr>
            <a:xfrm>
              <a:off x="3398000" y="3022075"/>
              <a:ext cx="41400" cy="35242"/>
            </a:xfrm>
            <a:custGeom>
              <a:rect b="b" l="l" r="r" t="t"/>
              <a:pathLst>
                <a:path extrusionOk="0" h="1345" w="1580">
                  <a:moveTo>
                    <a:pt x="1426" y="1"/>
                  </a:moveTo>
                  <a:cubicBezTo>
                    <a:pt x="1267" y="236"/>
                    <a:pt x="1003" y="375"/>
                    <a:pt x="720" y="375"/>
                  </a:cubicBezTo>
                  <a:lnTo>
                    <a:pt x="0" y="375"/>
                  </a:lnTo>
                  <a:lnTo>
                    <a:pt x="0" y="1345"/>
                  </a:lnTo>
                  <a:lnTo>
                    <a:pt x="720" y="1345"/>
                  </a:lnTo>
                  <a:cubicBezTo>
                    <a:pt x="1191" y="1340"/>
                    <a:pt x="1575" y="956"/>
                    <a:pt x="1579" y="486"/>
                  </a:cubicBezTo>
                  <a:cubicBezTo>
                    <a:pt x="1579" y="313"/>
                    <a:pt x="1527" y="145"/>
                    <a:pt x="1426"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89"/>
            <p:cNvSpPr/>
            <p:nvPr/>
          </p:nvSpPr>
          <p:spPr>
            <a:xfrm>
              <a:off x="3077518" y="2928637"/>
              <a:ext cx="226783" cy="134104"/>
            </a:xfrm>
            <a:custGeom>
              <a:rect b="b" l="l" r="r" t="t"/>
              <a:pathLst>
                <a:path extrusionOk="0" h="5118" w="8655">
                  <a:moveTo>
                    <a:pt x="3029" y="3418"/>
                  </a:moveTo>
                  <a:lnTo>
                    <a:pt x="3029" y="4690"/>
                  </a:lnTo>
                  <a:cubicBezTo>
                    <a:pt x="2727" y="4657"/>
                    <a:pt x="2607" y="4585"/>
                    <a:pt x="1882" y="4292"/>
                  </a:cubicBezTo>
                  <a:cubicBezTo>
                    <a:pt x="1747" y="4191"/>
                    <a:pt x="1743" y="3994"/>
                    <a:pt x="1867" y="3884"/>
                  </a:cubicBezTo>
                  <a:cubicBezTo>
                    <a:pt x="2578" y="3553"/>
                    <a:pt x="2707" y="3461"/>
                    <a:pt x="3029" y="3418"/>
                  </a:cubicBezTo>
                  <a:close/>
                  <a:moveTo>
                    <a:pt x="4667" y="0"/>
                  </a:moveTo>
                  <a:cubicBezTo>
                    <a:pt x="4505" y="0"/>
                    <a:pt x="4351" y="97"/>
                    <a:pt x="4287" y="255"/>
                  </a:cubicBezTo>
                  <a:lnTo>
                    <a:pt x="3543" y="2002"/>
                  </a:lnTo>
                  <a:cubicBezTo>
                    <a:pt x="3408" y="2314"/>
                    <a:pt x="3379" y="2660"/>
                    <a:pt x="3456" y="2986"/>
                  </a:cubicBezTo>
                  <a:lnTo>
                    <a:pt x="3279" y="2986"/>
                  </a:lnTo>
                  <a:cubicBezTo>
                    <a:pt x="2640" y="2986"/>
                    <a:pt x="2323" y="3226"/>
                    <a:pt x="1671" y="3519"/>
                  </a:cubicBezTo>
                  <a:cubicBezTo>
                    <a:pt x="1551" y="3596"/>
                    <a:pt x="1455" y="3711"/>
                    <a:pt x="1407" y="3845"/>
                  </a:cubicBezTo>
                  <a:lnTo>
                    <a:pt x="274" y="3845"/>
                  </a:lnTo>
                  <a:cubicBezTo>
                    <a:pt x="0" y="3845"/>
                    <a:pt x="0" y="4258"/>
                    <a:pt x="274" y="4258"/>
                  </a:cubicBezTo>
                  <a:lnTo>
                    <a:pt x="1387" y="4258"/>
                  </a:lnTo>
                  <a:cubicBezTo>
                    <a:pt x="1435" y="4455"/>
                    <a:pt x="1594" y="4628"/>
                    <a:pt x="1704" y="4671"/>
                  </a:cubicBezTo>
                  <a:cubicBezTo>
                    <a:pt x="2448" y="4969"/>
                    <a:pt x="2712" y="5117"/>
                    <a:pt x="3226" y="5117"/>
                  </a:cubicBezTo>
                  <a:lnTo>
                    <a:pt x="6370" y="5117"/>
                  </a:lnTo>
                  <a:cubicBezTo>
                    <a:pt x="6648" y="5117"/>
                    <a:pt x="6648" y="4705"/>
                    <a:pt x="6370" y="4705"/>
                  </a:cubicBezTo>
                  <a:lnTo>
                    <a:pt x="6375" y="4700"/>
                  </a:lnTo>
                  <a:lnTo>
                    <a:pt x="3447" y="4700"/>
                  </a:lnTo>
                  <a:lnTo>
                    <a:pt x="3447" y="3399"/>
                  </a:lnTo>
                  <a:lnTo>
                    <a:pt x="8381" y="3399"/>
                  </a:lnTo>
                  <a:cubicBezTo>
                    <a:pt x="8655" y="3399"/>
                    <a:pt x="8655" y="2986"/>
                    <a:pt x="8381" y="2986"/>
                  </a:cubicBezTo>
                  <a:lnTo>
                    <a:pt x="6581" y="2986"/>
                  </a:lnTo>
                  <a:cubicBezTo>
                    <a:pt x="7229" y="1426"/>
                    <a:pt x="7244" y="1484"/>
                    <a:pt x="7244" y="1335"/>
                  </a:cubicBezTo>
                  <a:cubicBezTo>
                    <a:pt x="7244" y="1172"/>
                    <a:pt x="7148" y="1018"/>
                    <a:pt x="6994" y="956"/>
                  </a:cubicBezTo>
                  <a:lnTo>
                    <a:pt x="6730" y="840"/>
                  </a:lnTo>
                  <a:cubicBezTo>
                    <a:pt x="6699" y="828"/>
                    <a:pt x="6670" y="822"/>
                    <a:pt x="6643" y="822"/>
                  </a:cubicBezTo>
                  <a:cubicBezTo>
                    <a:pt x="6442" y="822"/>
                    <a:pt x="6343" y="1127"/>
                    <a:pt x="6567" y="1224"/>
                  </a:cubicBezTo>
                  <a:lnTo>
                    <a:pt x="6831" y="1335"/>
                  </a:lnTo>
                  <a:lnTo>
                    <a:pt x="6130" y="2986"/>
                  </a:lnTo>
                  <a:lnTo>
                    <a:pt x="3888" y="2986"/>
                  </a:lnTo>
                  <a:cubicBezTo>
                    <a:pt x="3845" y="2866"/>
                    <a:pt x="3826" y="2741"/>
                    <a:pt x="3826" y="2616"/>
                  </a:cubicBezTo>
                  <a:cubicBezTo>
                    <a:pt x="3826" y="2458"/>
                    <a:pt x="3859" y="2304"/>
                    <a:pt x="3917" y="2160"/>
                  </a:cubicBezTo>
                  <a:lnTo>
                    <a:pt x="4666" y="418"/>
                  </a:lnTo>
                  <a:lnTo>
                    <a:pt x="5808" y="903"/>
                  </a:lnTo>
                  <a:cubicBezTo>
                    <a:pt x="5838" y="915"/>
                    <a:pt x="5867" y="921"/>
                    <a:pt x="5894" y="921"/>
                  </a:cubicBezTo>
                  <a:cubicBezTo>
                    <a:pt x="6091" y="921"/>
                    <a:pt x="6191" y="616"/>
                    <a:pt x="5967" y="519"/>
                  </a:cubicBezTo>
                  <a:lnTo>
                    <a:pt x="4829" y="34"/>
                  </a:lnTo>
                  <a:cubicBezTo>
                    <a:pt x="4776" y="11"/>
                    <a:pt x="4721" y="0"/>
                    <a:pt x="46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89"/>
            <p:cNvSpPr/>
            <p:nvPr/>
          </p:nvSpPr>
          <p:spPr>
            <a:xfrm>
              <a:off x="3258996" y="3006878"/>
              <a:ext cx="195366" cy="232128"/>
            </a:xfrm>
            <a:custGeom>
              <a:rect b="b" l="l" r="r" t="t"/>
              <a:pathLst>
                <a:path extrusionOk="0" h="8859" w="7456">
                  <a:moveTo>
                    <a:pt x="6025" y="413"/>
                  </a:moveTo>
                  <a:cubicBezTo>
                    <a:pt x="6385" y="413"/>
                    <a:pt x="6673" y="706"/>
                    <a:pt x="6673" y="1066"/>
                  </a:cubicBezTo>
                  <a:cubicBezTo>
                    <a:pt x="6673" y="1426"/>
                    <a:pt x="6385" y="1714"/>
                    <a:pt x="6025" y="1714"/>
                  </a:cubicBezTo>
                  <a:lnTo>
                    <a:pt x="5512" y="1714"/>
                  </a:lnTo>
                  <a:lnTo>
                    <a:pt x="5512" y="413"/>
                  </a:lnTo>
                  <a:close/>
                  <a:moveTo>
                    <a:pt x="2281" y="0"/>
                  </a:moveTo>
                  <a:cubicBezTo>
                    <a:pt x="2007" y="0"/>
                    <a:pt x="2007" y="413"/>
                    <a:pt x="2281" y="413"/>
                  </a:cubicBezTo>
                  <a:lnTo>
                    <a:pt x="5099" y="413"/>
                  </a:lnTo>
                  <a:lnTo>
                    <a:pt x="5099" y="1714"/>
                  </a:lnTo>
                  <a:lnTo>
                    <a:pt x="274" y="1714"/>
                  </a:lnTo>
                  <a:cubicBezTo>
                    <a:pt x="1" y="1714"/>
                    <a:pt x="1" y="2131"/>
                    <a:pt x="274" y="2131"/>
                  </a:cubicBezTo>
                  <a:lnTo>
                    <a:pt x="1033" y="2131"/>
                  </a:lnTo>
                  <a:lnTo>
                    <a:pt x="1033" y="2535"/>
                  </a:lnTo>
                  <a:cubicBezTo>
                    <a:pt x="1033" y="3096"/>
                    <a:pt x="1489" y="3552"/>
                    <a:pt x="2051" y="3552"/>
                  </a:cubicBezTo>
                  <a:lnTo>
                    <a:pt x="2343" y="3552"/>
                  </a:lnTo>
                  <a:lnTo>
                    <a:pt x="2343" y="4359"/>
                  </a:lnTo>
                  <a:cubicBezTo>
                    <a:pt x="2343" y="5093"/>
                    <a:pt x="2939" y="5693"/>
                    <a:pt x="3678" y="5693"/>
                  </a:cubicBezTo>
                  <a:lnTo>
                    <a:pt x="3875" y="5693"/>
                  </a:lnTo>
                  <a:cubicBezTo>
                    <a:pt x="4484" y="5693"/>
                    <a:pt x="4983" y="6188"/>
                    <a:pt x="4983" y="6802"/>
                  </a:cubicBezTo>
                  <a:lnTo>
                    <a:pt x="4983" y="8650"/>
                  </a:lnTo>
                  <a:cubicBezTo>
                    <a:pt x="4983" y="8789"/>
                    <a:pt x="5087" y="8859"/>
                    <a:pt x="5190" y="8859"/>
                  </a:cubicBezTo>
                  <a:cubicBezTo>
                    <a:pt x="5293" y="8859"/>
                    <a:pt x="5396" y="8789"/>
                    <a:pt x="5396" y="8650"/>
                  </a:cubicBezTo>
                  <a:lnTo>
                    <a:pt x="5396" y="6802"/>
                  </a:lnTo>
                  <a:cubicBezTo>
                    <a:pt x="5396" y="5962"/>
                    <a:pt x="4715" y="5280"/>
                    <a:pt x="3875" y="5276"/>
                  </a:cubicBezTo>
                  <a:lnTo>
                    <a:pt x="3683" y="5276"/>
                  </a:lnTo>
                  <a:cubicBezTo>
                    <a:pt x="3174" y="5276"/>
                    <a:pt x="2761" y="4863"/>
                    <a:pt x="2761" y="4359"/>
                  </a:cubicBezTo>
                  <a:lnTo>
                    <a:pt x="2761" y="3552"/>
                  </a:lnTo>
                  <a:cubicBezTo>
                    <a:pt x="2773" y="3551"/>
                    <a:pt x="2787" y="3551"/>
                    <a:pt x="2804" y="3551"/>
                  </a:cubicBezTo>
                  <a:cubicBezTo>
                    <a:pt x="2829" y="3551"/>
                    <a:pt x="2859" y="3552"/>
                    <a:pt x="2893" y="3552"/>
                  </a:cubicBezTo>
                  <a:cubicBezTo>
                    <a:pt x="3011" y="3552"/>
                    <a:pt x="3179" y="3541"/>
                    <a:pt x="3371" y="3447"/>
                  </a:cubicBezTo>
                  <a:cubicBezTo>
                    <a:pt x="3581" y="3339"/>
                    <a:pt x="3476" y="3052"/>
                    <a:pt x="3284" y="3052"/>
                  </a:cubicBezTo>
                  <a:cubicBezTo>
                    <a:pt x="3252" y="3052"/>
                    <a:pt x="3219" y="3059"/>
                    <a:pt x="3183" y="3077"/>
                  </a:cubicBezTo>
                  <a:cubicBezTo>
                    <a:pt x="3080" y="3129"/>
                    <a:pt x="3017" y="3139"/>
                    <a:pt x="2790" y="3139"/>
                  </a:cubicBezTo>
                  <a:cubicBezTo>
                    <a:pt x="2639" y="3139"/>
                    <a:pt x="2414" y="3135"/>
                    <a:pt x="2055" y="3135"/>
                  </a:cubicBezTo>
                  <a:cubicBezTo>
                    <a:pt x="1719" y="3135"/>
                    <a:pt x="1446" y="2861"/>
                    <a:pt x="1446" y="2525"/>
                  </a:cubicBezTo>
                  <a:lnTo>
                    <a:pt x="1446" y="2127"/>
                  </a:lnTo>
                  <a:lnTo>
                    <a:pt x="3524" y="2127"/>
                  </a:lnTo>
                  <a:lnTo>
                    <a:pt x="3524" y="2583"/>
                  </a:lnTo>
                  <a:cubicBezTo>
                    <a:pt x="3511" y="2731"/>
                    <a:pt x="3623" y="2812"/>
                    <a:pt x="3734" y="2812"/>
                  </a:cubicBezTo>
                  <a:cubicBezTo>
                    <a:pt x="3830" y="2812"/>
                    <a:pt x="3926" y="2751"/>
                    <a:pt x="3937" y="2621"/>
                  </a:cubicBezTo>
                  <a:cubicBezTo>
                    <a:pt x="3937" y="2592"/>
                    <a:pt x="3942" y="2559"/>
                    <a:pt x="3942" y="2525"/>
                  </a:cubicBezTo>
                  <a:lnTo>
                    <a:pt x="3942" y="2127"/>
                  </a:lnTo>
                  <a:lnTo>
                    <a:pt x="6030" y="2127"/>
                  </a:lnTo>
                  <a:cubicBezTo>
                    <a:pt x="6980" y="2127"/>
                    <a:pt x="7456" y="979"/>
                    <a:pt x="6784" y="307"/>
                  </a:cubicBezTo>
                  <a:lnTo>
                    <a:pt x="6784" y="307"/>
                  </a:lnTo>
                  <a:lnTo>
                    <a:pt x="6779" y="312"/>
                  </a:lnTo>
                  <a:cubicBezTo>
                    <a:pt x="6577" y="110"/>
                    <a:pt x="6308" y="0"/>
                    <a:pt x="60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79" name="Google Shape;19479;p89"/>
          <p:cNvGrpSpPr/>
          <p:nvPr/>
        </p:nvGrpSpPr>
        <p:grpSpPr>
          <a:xfrm>
            <a:off x="2637656" y="2901098"/>
            <a:ext cx="365289" cy="365525"/>
            <a:chOff x="2637656" y="2901098"/>
            <a:chExt cx="365289" cy="365525"/>
          </a:xfrm>
        </p:grpSpPr>
        <p:sp>
          <p:nvSpPr>
            <p:cNvPr id="19480" name="Google Shape;19480;p89"/>
            <p:cNvSpPr/>
            <p:nvPr/>
          </p:nvSpPr>
          <p:spPr>
            <a:xfrm>
              <a:off x="2696769" y="2959058"/>
              <a:ext cx="300778" cy="302167"/>
            </a:xfrm>
            <a:custGeom>
              <a:rect b="b" l="l" r="r" t="t"/>
              <a:pathLst>
                <a:path extrusionOk="0" h="11532" w="11479">
                  <a:moveTo>
                    <a:pt x="10983" y="1"/>
                  </a:moveTo>
                  <a:cubicBezTo>
                    <a:pt x="10980" y="1"/>
                    <a:pt x="10977" y="1"/>
                    <a:pt x="10974" y="1"/>
                  </a:cubicBezTo>
                  <a:lnTo>
                    <a:pt x="682" y="1"/>
                  </a:lnTo>
                  <a:cubicBezTo>
                    <a:pt x="679" y="1"/>
                    <a:pt x="677" y="1"/>
                    <a:pt x="674" y="1"/>
                  </a:cubicBezTo>
                  <a:cubicBezTo>
                    <a:pt x="303" y="1"/>
                    <a:pt x="1" y="306"/>
                    <a:pt x="1" y="678"/>
                  </a:cubicBezTo>
                  <a:lnTo>
                    <a:pt x="1" y="11022"/>
                  </a:lnTo>
                  <a:cubicBezTo>
                    <a:pt x="1" y="11301"/>
                    <a:pt x="226" y="11531"/>
                    <a:pt x="509" y="11531"/>
                  </a:cubicBezTo>
                  <a:lnTo>
                    <a:pt x="1724" y="11531"/>
                  </a:lnTo>
                  <a:cubicBezTo>
                    <a:pt x="2007" y="11531"/>
                    <a:pt x="2233" y="11301"/>
                    <a:pt x="2233" y="11022"/>
                  </a:cubicBezTo>
                  <a:lnTo>
                    <a:pt x="2233" y="2233"/>
                  </a:lnTo>
                  <a:lnTo>
                    <a:pt x="10974" y="2233"/>
                  </a:lnTo>
                  <a:cubicBezTo>
                    <a:pt x="11252" y="2233"/>
                    <a:pt x="11478" y="2003"/>
                    <a:pt x="11478" y="1724"/>
                  </a:cubicBezTo>
                  <a:lnTo>
                    <a:pt x="11478" y="505"/>
                  </a:lnTo>
                  <a:cubicBezTo>
                    <a:pt x="11478" y="229"/>
                    <a:pt x="11257" y="1"/>
                    <a:pt x="10983"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89"/>
            <p:cNvSpPr/>
            <p:nvPr/>
          </p:nvSpPr>
          <p:spPr>
            <a:xfrm>
              <a:off x="2696769" y="3126230"/>
              <a:ext cx="58510" cy="55366"/>
            </a:xfrm>
            <a:custGeom>
              <a:rect b="b" l="l" r="r" t="t"/>
              <a:pathLst>
                <a:path extrusionOk="0" h="2113" w="2233">
                  <a:moveTo>
                    <a:pt x="1" y="0"/>
                  </a:moveTo>
                  <a:lnTo>
                    <a:pt x="1" y="2113"/>
                  </a:lnTo>
                  <a:lnTo>
                    <a:pt x="2233" y="2113"/>
                  </a:lnTo>
                  <a:lnTo>
                    <a:pt x="223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89"/>
            <p:cNvSpPr/>
            <p:nvPr/>
          </p:nvSpPr>
          <p:spPr>
            <a:xfrm>
              <a:off x="2859775" y="2959058"/>
              <a:ext cx="25574" cy="58536"/>
            </a:xfrm>
            <a:custGeom>
              <a:rect b="b" l="l" r="r" t="t"/>
              <a:pathLst>
                <a:path extrusionOk="0" h="2234" w="976">
                  <a:moveTo>
                    <a:pt x="1" y="1"/>
                  </a:moveTo>
                  <a:lnTo>
                    <a:pt x="1" y="2233"/>
                  </a:lnTo>
                  <a:lnTo>
                    <a:pt x="975" y="2233"/>
                  </a:lnTo>
                  <a:lnTo>
                    <a:pt x="97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89"/>
            <p:cNvSpPr/>
            <p:nvPr/>
          </p:nvSpPr>
          <p:spPr>
            <a:xfrm>
              <a:off x="2642949" y="2906627"/>
              <a:ext cx="300883" cy="302010"/>
            </a:xfrm>
            <a:custGeom>
              <a:rect b="b" l="l" r="r" t="t"/>
              <a:pathLst>
                <a:path extrusionOk="0" h="11526" w="11483">
                  <a:moveTo>
                    <a:pt x="9759" y="0"/>
                  </a:moveTo>
                  <a:cubicBezTo>
                    <a:pt x="9476" y="0"/>
                    <a:pt x="9250" y="226"/>
                    <a:pt x="9250" y="504"/>
                  </a:cubicBezTo>
                  <a:lnTo>
                    <a:pt x="9250" y="9298"/>
                  </a:lnTo>
                  <a:lnTo>
                    <a:pt x="509" y="9298"/>
                  </a:lnTo>
                  <a:cubicBezTo>
                    <a:pt x="231" y="9298"/>
                    <a:pt x="0" y="9524"/>
                    <a:pt x="0" y="9802"/>
                  </a:cubicBezTo>
                  <a:lnTo>
                    <a:pt x="0" y="11022"/>
                  </a:lnTo>
                  <a:cubicBezTo>
                    <a:pt x="0" y="11297"/>
                    <a:pt x="226" y="11526"/>
                    <a:pt x="500" y="11526"/>
                  </a:cubicBezTo>
                  <a:cubicBezTo>
                    <a:pt x="503" y="11526"/>
                    <a:pt x="506" y="11526"/>
                    <a:pt x="509" y="11526"/>
                  </a:cubicBezTo>
                  <a:lnTo>
                    <a:pt x="10801" y="11526"/>
                  </a:lnTo>
                  <a:cubicBezTo>
                    <a:pt x="11175" y="11526"/>
                    <a:pt x="11482" y="11223"/>
                    <a:pt x="11482" y="10849"/>
                  </a:cubicBezTo>
                  <a:lnTo>
                    <a:pt x="11482" y="504"/>
                  </a:lnTo>
                  <a:cubicBezTo>
                    <a:pt x="11482" y="226"/>
                    <a:pt x="11257" y="0"/>
                    <a:pt x="10978"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89"/>
            <p:cNvSpPr/>
            <p:nvPr/>
          </p:nvSpPr>
          <p:spPr>
            <a:xfrm>
              <a:off x="2749855" y="2901098"/>
              <a:ext cx="253090" cy="313067"/>
            </a:xfrm>
            <a:custGeom>
              <a:rect b="b" l="l" r="r" t="t"/>
              <a:pathLst>
                <a:path extrusionOk="0" h="11948" w="9659">
                  <a:moveTo>
                    <a:pt x="8943" y="2419"/>
                  </a:moveTo>
                  <a:cubicBezTo>
                    <a:pt x="9111" y="2419"/>
                    <a:pt x="9246" y="2554"/>
                    <a:pt x="9246" y="2717"/>
                  </a:cubicBezTo>
                  <a:lnTo>
                    <a:pt x="9246" y="3936"/>
                  </a:lnTo>
                  <a:lnTo>
                    <a:pt x="9246" y="3941"/>
                  </a:lnTo>
                  <a:cubicBezTo>
                    <a:pt x="9246" y="4104"/>
                    <a:pt x="9111" y="4239"/>
                    <a:pt x="8948" y="4239"/>
                  </a:cubicBezTo>
                  <a:lnTo>
                    <a:pt x="8588" y="4239"/>
                  </a:lnTo>
                  <a:lnTo>
                    <a:pt x="8588" y="3413"/>
                  </a:lnTo>
                  <a:cubicBezTo>
                    <a:pt x="8588" y="3274"/>
                    <a:pt x="8485" y="3204"/>
                    <a:pt x="8382" y="3204"/>
                  </a:cubicBezTo>
                  <a:cubicBezTo>
                    <a:pt x="8278" y="3204"/>
                    <a:pt x="8175" y="3274"/>
                    <a:pt x="8175" y="3413"/>
                  </a:cubicBezTo>
                  <a:lnTo>
                    <a:pt x="8175" y="4239"/>
                  </a:lnTo>
                  <a:lnTo>
                    <a:pt x="7609" y="4239"/>
                  </a:lnTo>
                  <a:lnTo>
                    <a:pt x="7609" y="2419"/>
                  </a:lnTo>
                  <a:close/>
                  <a:moveTo>
                    <a:pt x="5674" y="0"/>
                  </a:moveTo>
                  <a:cubicBezTo>
                    <a:pt x="5281" y="0"/>
                    <a:pt x="4964" y="322"/>
                    <a:pt x="4964" y="715"/>
                  </a:cubicBezTo>
                  <a:lnTo>
                    <a:pt x="4964" y="2007"/>
                  </a:lnTo>
                  <a:lnTo>
                    <a:pt x="4052" y="2007"/>
                  </a:lnTo>
                  <a:cubicBezTo>
                    <a:pt x="3773" y="2007"/>
                    <a:pt x="3773" y="2419"/>
                    <a:pt x="4052" y="2419"/>
                  </a:cubicBezTo>
                  <a:lnTo>
                    <a:pt x="4964" y="2419"/>
                  </a:lnTo>
                  <a:lnTo>
                    <a:pt x="4964" y="4239"/>
                  </a:lnTo>
                  <a:lnTo>
                    <a:pt x="4273" y="4239"/>
                  </a:lnTo>
                  <a:lnTo>
                    <a:pt x="4273" y="3773"/>
                  </a:lnTo>
                  <a:cubicBezTo>
                    <a:pt x="4273" y="3636"/>
                    <a:pt x="4169" y="3568"/>
                    <a:pt x="4066" y="3568"/>
                  </a:cubicBezTo>
                  <a:cubicBezTo>
                    <a:pt x="3963" y="3568"/>
                    <a:pt x="3860" y="3636"/>
                    <a:pt x="3860" y="3773"/>
                  </a:cubicBezTo>
                  <a:lnTo>
                    <a:pt x="3860" y="4239"/>
                  </a:lnTo>
                  <a:lnTo>
                    <a:pt x="2996" y="4239"/>
                  </a:lnTo>
                  <a:lnTo>
                    <a:pt x="2996" y="3408"/>
                  </a:lnTo>
                  <a:cubicBezTo>
                    <a:pt x="2996" y="3271"/>
                    <a:pt x="2893" y="3203"/>
                    <a:pt x="2789" y="3203"/>
                  </a:cubicBezTo>
                  <a:cubicBezTo>
                    <a:pt x="2686" y="3203"/>
                    <a:pt x="2583" y="3271"/>
                    <a:pt x="2583" y="3408"/>
                  </a:cubicBezTo>
                  <a:lnTo>
                    <a:pt x="2583" y="4239"/>
                  </a:lnTo>
                  <a:lnTo>
                    <a:pt x="1709" y="4239"/>
                  </a:lnTo>
                  <a:lnTo>
                    <a:pt x="1709" y="3773"/>
                  </a:lnTo>
                  <a:cubicBezTo>
                    <a:pt x="1709" y="3636"/>
                    <a:pt x="1605" y="3568"/>
                    <a:pt x="1500" y="3568"/>
                  </a:cubicBezTo>
                  <a:cubicBezTo>
                    <a:pt x="1396" y="3568"/>
                    <a:pt x="1292" y="3636"/>
                    <a:pt x="1292" y="3773"/>
                  </a:cubicBezTo>
                  <a:lnTo>
                    <a:pt x="1292" y="4239"/>
                  </a:lnTo>
                  <a:lnTo>
                    <a:pt x="413" y="4239"/>
                  </a:lnTo>
                  <a:lnTo>
                    <a:pt x="413" y="3408"/>
                  </a:lnTo>
                  <a:cubicBezTo>
                    <a:pt x="413" y="3271"/>
                    <a:pt x="310" y="3203"/>
                    <a:pt x="207" y="3203"/>
                  </a:cubicBezTo>
                  <a:cubicBezTo>
                    <a:pt x="104" y="3203"/>
                    <a:pt x="0" y="3271"/>
                    <a:pt x="0" y="3408"/>
                  </a:cubicBezTo>
                  <a:lnTo>
                    <a:pt x="0" y="6005"/>
                  </a:lnTo>
                  <a:cubicBezTo>
                    <a:pt x="0" y="6142"/>
                    <a:pt x="104" y="6210"/>
                    <a:pt x="207" y="6210"/>
                  </a:cubicBezTo>
                  <a:cubicBezTo>
                    <a:pt x="310" y="6210"/>
                    <a:pt x="413" y="6142"/>
                    <a:pt x="413" y="6005"/>
                  </a:cubicBezTo>
                  <a:lnTo>
                    <a:pt x="413" y="4652"/>
                  </a:lnTo>
                  <a:lnTo>
                    <a:pt x="4964" y="4652"/>
                  </a:lnTo>
                  <a:lnTo>
                    <a:pt x="4964" y="7119"/>
                  </a:lnTo>
                  <a:cubicBezTo>
                    <a:pt x="4964" y="7258"/>
                    <a:pt x="5067" y="7328"/>
                    <a:pt x="5170" y="7328"/>
                  </a:cubicBezTo>
                  <a:cubicBezTo>
                    <a:pt x="5273" y="7328"/>
                    <a:pt x="5377" y="7258"/>
                    <a:pt x="5377" y="7119"/>
                  </a:cubicBezTo>
                  <a:lnTo>
                    <a:pt x="5377" y="715"/>
                  </a:lnTo>
                  <a:cubicBezTo>
                    <a:pt x="5377" y="552"/>
                    <a:pt x="5511" y="418"/>
                    <a:pt x="5674" y="418"/>
                  </a:cubicBezTo>
                  <a:lnTo>
                    <a:pt x="6894" y="418"/>
                  </a:lnTo>
                  <a:cubicBezTo>
                    <a:pt x="7062" y="418"/>
                    <a:pt x="7196" y="552"/>
                    <a:pt x="7196" y="715"/>
                  </a:cubicBezTo>
                  <a:lnTo>
                    <a:pt x="7196" y="11060"/>
                  </a:lnTo>
                  <a:cubicBezTo>
                    <a:pt x="7196" y="11319"/>
                    <a:pt x="6985" y="11530"/>
                    <a:pt x="6721" y="11530"/>
                  </a:cubicBezTo>
                  <a:lnTo>
                    <a:pt x="2156" y="11530"/>
                  </a:lnTo>
                  <a:cubicBezTo>
                    <a:pt x="1882" y="11530"/>
                    <a:pt x="1882" y="11948"/>
                    <a:pt x="2156" y="11948"/>
                  </a:cubicBezTo>
                  <a:lnTo>
                    <a:pt x="6721" y="11948"/>
                  </a:lnTo>
                  <a:cubicBezTo>
                    <a:pt x="7210" y="11943"/>
                    <a:pt x="7609" y="11549"/>
                    <a:pt x="7609" y="11060"/>
                  </a:cubicBezTo>
                  <a:lnTo>
                    <a:pt x="7609" y="4652"/>
                  </a:lnTo>
                  <a:lnTo>
                    <a:pt x="8948" y="4652"/>
                  </a:lnTo>
                  <a:cubicBezTo>
                    <a:pt x="9342" y="4652"/>
                    <a:pt x="9658" y="4330"/>
                    <a:pt x="9658" y="3936"/>
                  </a:cubicBezTo>
                  <a:lnTo>
                    <a:pt x="9658" y="2717"/>
                  </a:lnTo>
                  <a:cubicBezTo>
                    <a:pt x="9658" y="2323"/>
                    <a:pt x="9342" y="2007"/>
                    <a:pt x="8948" y="2007"/>
                  </a:cubicBezTo>
                  <a:lnTo>
                    <a:pt x="7609" y="2007"/>
                  </a:lnTo>
                  <a:lnTo>
                    <a:pt x="7609" y="715"/>
                  </a:lnTo>
                  <a:cubicBezTo>
                    <a:pt x="7609" y="322"/>
                    <a:pt x="7287" y="0"/>
                    <a:pt x="6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89"/>
            <p:cNvSpPr/>
            <p:nvPr/>
          </p:nvSpPr>
          <p:spPr>
            <a:xfrm>
              <a:off x="2637656" y="2953529"/>
              <a:ext cx="253221" cy="313094"/>
            </a:xfrm>
            <a:custGeom>
              <a:rect b="b" l="l" r="r" t="t"/>
              <a:pathLst>
                <a:path extrusionOk="0" h="11949" w="9664">
                  <a:moveTo>
                    <a:pt x="4282" y="9942"/>
                  </a:moveTo>
                  <a:lnTo>
                    <a:pt x="4282" y="11233"/>
                  </a:lnTo>
                  <a:cubicBezTo>
                    <a:pt x="4282" y="11397"/>
                    <a:pt x="4148" y="11531"/>
                    <a:pt x="3980" y="11531"/>
                  </a:cubicBezTo>
                  <a:lnTo>
                    <a:pt x="2765" y="11531"/>
                  </a:lnTo>
                  <a:cubicBezTo>
                    <a:pt x="2597" y="11531"/>
                    <a:pt x="2463" y="11397"/>
                    <a:pt x="2463" y="11233"/>
                  </a:cubicBezTo>
                  <a:lnTo>
                    <a:pt x="2463" y="9942"/>
                  </a:lnTo>
                  <a:close/>
                  <a:moveTo>
                    <a:pt x="2943" y="1"/>
                  </a:moveTo>
                  <a:cubicBezTo>
                    <a:pt x="2453" y="6"/>
                    <a:pt x="2055" y="399"/>
                    <a:pt x="2055" y="889"/>
                  </a:cubicBezTo>
                  <a:lnTo>
                    <a:pt x="2055" y="7297"/>
                  </a:lnTo>
                  <a:lnTo>
                    <a:pt x="716" y="7297"/>
                  </a:lnTo>
                  <a:cubicBezTo>
                    <a:pt x="322" y="7297"/>
                    <a:pt x="1" y="7619"/>
                    <a:pt x="1" y="8012"/>
                  </a:cubicBezTo>
                  <a:lnTo>
                    <a:pt x="1" y="9232"/>
                  </a:lnTo>
                  <a:cubicBezTo>
                    <a:pt x="1" y="9625"/>
                    <a:pt x="322" y="9942"/>
                    <a:pt x="716" y="9947"/>
                  </a:cubicBezTo>
                  <a:lnTo>
                    <a:pt x="2055" y="9947"/>
                  </a:lnTo>
                  <a:lnTo>
                    <a:pt x="2055" y="11233"/>
                  </a:lnTo>
                  <a:cubicBezTo>
                    <a:pt x="2055" y="11627"/>
                    <a:pt x="2372" y="11944"/>
                    <a:pt x="2765" y="11949"/>
                  </a:cubicBezTo>
                  <a:lnTo>
                    <a:pt x="3985" y="11949"/>
                  </a:lnTo>
                  <a:cubicBezTo>
                    <a:pt x="4378" y="11944"/>
                    <a:pt x="4700" y="11627"/>
                    <a:pt x="4700" y="11233"/>
                  </a:cubicBezTo>
                  <a:lnTo>
                    <a:pt x="4700" y="9947"/>
                  </a:lnTo>
                  <a:lnTo>
                    <a:pt x="5612" y="9947"/>
                  </a:lnTo>
                  <a:cubicBezTo>
                    <a:pt x="5886" y="9947"/>
                    <a:pt x="5886" y="9529"/>
                    <a:pt x="5612" y="9529"/>
                  </a:cubicBezTo>
                  <a:lnTo>
                    <a:pt x="711" y="9529"/>
                  </a:lnTo>
                  <a:cubicBezTo>
                    <a:pt x="548" y="9529"/>
                    <a:pt x="413" y="9395"/>
                    <a:pt x="413" y="9232"/>
                  </a:cubicBezTo>
                  <a:lnTo>
                    <a:pt x="413" y="8012"/>
                  </a:lnTo>
                  <a:cubicBezTo>
                    <a:pt x="413" y="7844"/>
                    <a:pt x="548" y="7710"/>
                    <a:pt x="711" y="7710"/>
                  </a:cubicBezTo>
                  <a:lnTo>
                    <a:pt x="1412" y="7710"/>
                  </a:lnTo>
                  <a:lnTo>
                    <a:pt x="1412" y="8540"/>
                  </a:lnTo>
                  <a:cubicBezTo>
                    <a:pt x="1412" y="8677"/>
                    <a:pt x="1515" y="8746"/>
                    <a:pt x="1618" y="8746"/>
                  </a:cubicBezTo>
                  <a:cubicBezTo>
                    <a:pt x="1721" y="8746"/>
                    <a:pt x="1825" y="8677"/>
                    <a:pt x="1825" y="8540"/>
                  </a:cubicBezTo>
                  <a:lnTo>
                    <a:pt x="1825" y="7710"/>
                  </a:lnTo>
                  <a:lnTo>
                    <a:pt x="2689" y="7710"/>
                  </a:lnTo>
                  <a:lnTo>
                    <a:pt x="2689" y="8233"/>
                  </a:lnTo>
                  <a:cubicBezTo>
                    <a:pt x="2689" y="8370"/>
                    <a:pt x="2793" y="8438"/>
                    <a:pt x="2897" y="8438"/>
                  </a:cubicBezTo>
                  <a:cubicBezTo>
                    <a:pt x="3002" y="8438"/>
                    <a:pt x="3106" y="8370"/>
                    <a:pt x="3106" y="8233"/>
                  </a:cubicBezTo>
                  <a:lnTo>
                    <a:pt x="3106" y="7710"/>
                  </a:lnTo>
                  <a:lnTo>
                    <a:pt x="3970" y="7710"/>
                  </a:lnTo>
                  <a:lnTo>
                    <a:pt x="3970" y="8540"/>
                  </a:lnTo>
                  <a:cubicBezTo>
                    <a:pt x="3970" y="8641"/>
                    <a:pt x="4047" y="8732"/>
                    <a:pt x="4148" y="8742"/>
                  </a:cubicBezTo>
                  <a:cubicBezTo>
                    <a:pt x="4153" y="8744"/>
                    <a:pt x="4158" y="8746"/>
                    <a:pt x="4162" y="8746"/>
                  </a:cubicBezTo>
                  <a:cubicBezTo>
                    <a:pt x="4167" y="8746"/>
                    <a:pt x="4172" y="8744"/>
                    <a:pt x="4177" y="8742"/>
                  </a:cubicBezTo>
                  <a:cubicBezTo>
                    <a:pt x="4292" y="8742"/>
                    <a:pt x="4383" y="8651"/>
                    <a:pt x="4383" y="8536"/>
                  </a:cubicBezTo>
                  <a:lnTo>
                    <a:pt x="4383" y="7710"/>
                  </a:lnTo>
                  <a:lnTo>
                    <a:pt x="5247" y="7710"/>
                  </a:lnTo>
                  <a:lnTo>
                    <a:pt x="5247" y="8228"/>
                  </a:lnTo>
                  <a:cubicBezTo>
                    <a:pt x="5247" y="8368"/>
                    <a:pt x="5352" y="8437"/>
                    <a:pt x="5456" y="8437"/>
                  </a:cubicBezTo>
                  <a:cubicBezTo>
                    <a:pt x="5560" y="8437"/>
                    <a:pt x="5665" y="8368"/>
                    <a:pt x="5665" y="8228"/>
                  </a:cubicBezTo>
                  <a:lnTo>
                    <a:pt x="5665" y="7710"/>
                  </a:lnTo>
                  <a:lnTo>
                    <a:pt x="6529" y="7710"/>
                  </a:lnTo>
                  <a:lnTo>
                    <a:pt x="6529" y="8536"/>
                  </a:lnTo>
                  <a:cubicBezTo>
                    <a:pt x="6529" y="8675"/>
                    <a:pt x="6632" y="8744"/>
                    <a:pt x="6735" y="8744"/>
                  </a:cubicBezTo>
                  <a:cubicBezTo>
                    <a:pt x="6838" y="8744"/>
                    <a:pt x="6942" y="8675"/>
                    <a:pt x="6942" y="8536"/>
                  </a:cubicBezTo>
                  <a:lnTo>
                    <a:pt x="6942" y="7710"/>
                  </a:lnTo>
                  <a:lnTo>
                    <a:pt x="7815" y="7710"/>
                  </a:lnTo>
                  <a:lnTo>
                    <a:pt x="7815" y="8228"/>
                  </a:lnTo>
                  <a:cubicBezTo>
                    <a:pt x="7815" y="8368"/>
                    <a:pt x="7919" y="8437"/>
                    <a:pt x="8022" y="8437"/>
                  </a:cubicBezTo>
                  <a:cubicBezTo>
                    <a:pt x="8125" y="8437"/>
                    <a:pt x="8228" y="8368"/>
                    <a:pt x="8228" y="8228"/>
                  </a:cubicBezTo>
                  <a:lnTo>
                    <a:pt x="8228" y="7710"/>
                  </a:lnTo>
                  <a:lnTo>
                    <a:pt x="9246" y="7710"/>
                  </a:lnTo>
                  <a:lnTo>
                    <a:pt x="9246" y="8536"/>
                  </a:lnTo>
                  <a:cubicBezTo>
                    <a:pt x="9246" y="8675"/>
                    <a:pt x="9350" y="8744"/>
                    <a:pt x="9455" y="8744"/>
                  </a:cubicBezTo>
                  <a:cubicBezTo>
                    <a:pt x="9559" y="8744"/>
                    <a:pt x="9663" y="8675"/>
                    <a:pt x="9663" y="8536"/>
                  </a:cubicBezTo>
                  <a:lnTo>
                    <a:pt x="9663" y="7422"/>
                  </a:lnTo>
                  <a:lnTo>
                    <a:pt x="9663" y="5948"/>
                  </a:lnTo>
                  <a:cubicBezTo>
                    <a:pt x="9663" y="5809"/>
                    <a:pt x="9559" y="5739"/>
                    <a:pt x="9455" y="5739"/>
                  </a:cubicBezTo>
                  <a:cubicBezTo>
                    <a:pt x="9350" y="5739"/>
                    <a:pt x="9246" y="5809"/>
                    <a:pt x="9246" y="5948"/>
                  </a:cubicBezTo>
                  <a:lnTo>
                    <a:pt x="9246" y="7297"/>
                  </a:lnTo>
                  <a:lnTo>
                    <a:pt x="4700" y="7297"/>
                  </a:lnTo>
                  <a:lnTo>
                    <a:pt x="4700" y="4825"/>
                  </a:lnTo>
                  <a:cubicBezTo>
                    <a:pt x="4700" y="4688"/>
                    <a:pt x="4597" y="4620"/>
                    <a:pt x="4494" y="4620"/>
                  </a:cubicBezTo>
                  <a:cubicBezTo>
                    <a:pt x="4390" y="4620"/>
                    <a:pt x="4287" y="4688"/>
                    <a:pt x="4287" y="4825"/>
                  </a:cubicBezTo>
                  <a:lnTo>
                    <a:pt x="4287" y="7297"/>
                  </a:lnTo>
                  <a:lnTo>
                    <a:pt x="2468" y="7297"/>
                  </a:lnTo>
                  <a:lnTo>
                    <a:pt x="2468" y="889"/>
                  </a:lnTo>
                  <a:cubicBezTo>
                    <a:pt x="2468" y="630"/>
                    <a:pt x="2679" y="418"/>
                    <a:pt x="2943" y="418"/>
                  </a:cubicBezTo>
                  <a:lnTo>
                    <a:pt x="7508" y="418"/>
                  </a:lnTo>
                  <a:cubicBezTo>
                    <a:pt x="7782" y="418"/>
                    <a:pt x="7782" y="1"/>
                    <a:pt x="7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86" name="Google Shape;19486;p89"/>
          <p:cNvGrpSpPr/>
          <p:nvPr/>
        </p:nvGrpSpPr>
        <p:grpSpPr>
          <a:xfrm>
            <a:off x="2195804" y="2946376"/>
            <a:ext cx="365394" cy="274969"/>
            <a:chOff x="2195804" y="2946376"/>
            <a:chExt cx="365394" cy="274969"/>
          </a:xfrm>
        </p:grpSpPr>
        <p:sp>
          <p:nvSpPr>
            <p:cNvPr id="19487" name="Google Shape;19487;p89"/>
            <p:cNvSpPr/>
            <p:nvPr/>
          </p:nvSpPr>
          <p:spPr>
            <a:xfrm>
              <a:off x="2201332" y="2951774"/>
              <a:ext cx="354467" cy="264174"/>
            </a:xfrm>
            <a:custGeom>
              <a:rect b="b" l="l" r="r" t="t"/>
              <a:pathLst>
                <a:path extrusionOk="0" h="10082" w="13528">
                  <a:moveTo>
                    <a:pt x="706" y="1"/>
                  </a:moveTo>
                  <a:cubicBezTo>
                    <a:pt x="312" y="1"/>
                    <a:pt x="0" y="317"/>
                    <a:pt x="0" y="706"/>
                  </a:cubicBezTo>
                  <a:lnTo>
                    <a:pt x="0" y="9375"/>
                  </a:lnTo>
                  <a:cubicBezTo>
                    <a:pt x="0" y="9764"/>
                    <a:pt x="312" y="10081"/>
                    <a:pt x="706" y="10081"/>
                  </a:cubicBezTo>
                  <a:lnTo>
                    <a:pt x="12827" y="10081"/>
                  </a:lnTo>
                  <a:cubicBezTo>
                    <a:pt x="13216" y="10081"/>
                    <a:pt x="13528" y="9764"/>
                    <a:pt x="13528" y="9375"/>
                  </a:cubicBezTo>
                  <a:lnTo>
                    <a:pt x="13528" y="706"/>
                  </a:lnTo>
                  <a:cubicBezTo>
                    <a:pt x="13528" y="317"/>
                    <a:pt x="13216" y="1"/>
                    <a:pt x="1282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89"/>
            <p:cNvSpPr/>
            <p:nvPr/>
          </p:nvSpPr>
          <p:spPr>
            <a:xfrm>
              <a:off x="2221456" y="2951774"/>
              <a:ext cx="334344" cy="264174"/>
            </a:xfrm>
            <a:custGeom>
              <a:rect b="b" l="l" r="r" t="t"/>
              <a:pathLst>
                <a:path extrusionOk="0" h="10082" w="12760">
                  <a:moveTo>
                    <a:pt x="706" y="1"/>
                  </a:moveTo>
                  <a:cubicBezTo>
                    <a:pt x="317" y="1"/>
                    <a:pt x="0" y="317"/>
                    <a:pt x="0" y="706"/>
                  </a:cubicBezTo>
                  <a:lnTo>
                    <a:pt x="0" y="9375"/>
                  </a:lnTo>
                  <a:cubicBezTo>
                    <a:pt x="0" y="9764"/>
                    <a:pt x="317" y="10081"/>
                    <a:pt x="706" y="10081"/>
                  </a:cubicBezTo>
                  <a:lnTo>
                    <a:pt x="12059" y="10081"/>
                  </a:lnTo>
                  <a:cubicBezTo>
                    <a:pt x="12448" y="10081"/>
                    <a:pt x="12760" y="9764"/>
                    <a:pt x="12760" y="9375"/>
                  </a:cubicBezTo>
                  <a:lnTo>
                    <a:pt x="12760" y="706"/>
                  </a:lnTo>
                  <a:cubicBezTo>
                    <a:pt x="12760" y="317"/>
                    <a:pt x="12448" y="1"/>
                    <a:pt x="1205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89"/>
            <p:cNvSpPr/>
            <p:nvPr/>
          </p:nvSpPr>
          <p:spPr>
            <a:xfrm>
              <a:off x="2201201" y="2951774"/>
              <a:ext cx="354598" cy="45697"/>
            </a:xfrm>
            <a:custGeom>
              <a:rect b="b" l="l" r="r" t="t"/>
              <a:pathLst>
                <a:path extrusionOk="0" h="1744" w="13533">
                  <a:moveTo>
                    <a:pt x="706" y="1"/>
                  </a:moveTo>
                  <a:cubicBezTo>
                    <a:pt x="317" y="1"/>
                    <a:pt x="1" y="317"/>
                    <a:pt x="1" y="706"/>
                  </a:cubicBezTo>
                  <a:lnTo>
                    <a:pt x="1" y="1743"/>
                  </a:lnTo>
                  <a:lnTo>
                    <a:pt x="13533" y="1743"/>
                  </a:lnTo>
                  <a:lnTo>
                    <a:pt x="13533" y="706"/>
                  </a:lnTo>
                  <a:cubicBezTo>
                    <a:pt x="13533" y="317"/>
                    <a:pt x="13216" y="1"/>
                    <a:pt x="12827"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89"/>
            <p:cNvSpPr/>
            <p:nvPr/>
          </p:nvSpPr>
          <p:spPr>
            <a:xfrm>
              <a:off x="2221456" y="2951774"/>
              <a:ext cx="334344" cy="45697"/>
            </a:xfrm>
            <a:custGeom>
              <a:rect b="b" l="l" r="r" t="t"/>
              <a:pathLst>
                <a:path extrusionOk="0" h="1744" w="1276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89"/>
            <p:cNvSpPr/>
            <p:nvPr/>
          </p:nvSpPr>
          <p:spPr>
            <a:xfrm>
              <a:off x="2221456" y="2951774"/>
              <a:ext cx="334344" cy="45697"/>
            </a:xfrm>
            <a:custGeom>
              <a:rect b="b" l="l" r="r" t="t"/>
              <a:pathLst>
                <a:path extrusionOk="0" h="1744" w="1276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89"/>
            <p:cNvSpPr/>
            <p:nvPr/>
          </p:nvSpPr>
          <p:spPr>
            <a:xfrm>
              <a:off x="2225491" y="3048251"/>
              <a:ext cx="188553" cy="138742"/>
            </a:xfrm>
            <a:custGeom>
              <a:rect b="b" l="l" r="r" t="t"/>
              <a:pathLst>
                <a:path extrusionOk="0" h="5295" w="7196">
                  <a:moveTo>
                    <a:pt x="451" y="0"/>
                  </a:moveTo>
                  <a:cubicBezTo>
                    <a:pt x="202" y="0"/>
                    <a:pt x="0" y="202"/>
                    <a:pt x="0" y="452"/>
                  </a:cubicBezTo>
                  <a:lnTo>
                    <a:pt x="0" y="4844"/>
                  </a:lnTo>
                  <a:cubicBezTo>
                    <a:pt x="0" y="5093"/>
                    <a:pt x="202" y="5295"/>
                    <a:pt x="451" y="5295"/>
                  </a:cubicBezTo>
                  <a:lnTo>
                    <a:pt x="6744" y="5295"/>
                  </a:lnTo>
                  <a:cubicBezTo>
                    <a:pt x="6994" y="5295"/>
                    <a:pt x="7196" y="5093"/>
                    <a:pt x="7196" y="4844"/>
                  </a:cubicBezTo>
                  <a:lnTo>
                    <a:pt x="7196" y="452"/>
                  </a:lnTo>
                  <a:cubicBezTo>
                    <a:pt x="7196" y="202"/>
                    <a:pt x="6994" y="0"/>
                    <a:pt x="674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89"/>
            <p:cNvSpPr/>
            <p:nvPr/>
          </p:nvSpPr>
          <p:spPr>
            <a:xfrm>
              <a:off x="2229264" y="3099137"/>
              <a:ext cx="108321" cy="87857"/>
            </a:xfrm>
            <a:custGeom>
              <a:rect b="b" l="l" r="r" t="t"/>
              <a:pathLst>
                <a:path extrusionOk="0" h="3353" w="4134">
                  <a:moveTo>
                    <a:pt x="2035" y="0"/>
                  </a:moveTo>
                  <a:cubicBezTo>
                    <a:pt x="1807" y="0"/>
                    <a:pt x="1579" y="118"/>
                    <a:pt x="1459" y="353"/>
                  </a:cubicBezTo>
                  <a:lnTo>
                    <a:pt x="1003" y="1251"/>
                  </a:lnTo>
                  <a:lnTo>
                    <a:pt x="984" y="1284"/>
                  </a:lnTo>
                  <a:lnTo>
                    <a:pt x="0" y="3233"/>
                  </a:lnTo>
                  <a:cubicBezTo>
                    <a:pt x="82" y="3310"/>
                    <a:pt x="192" y="3353"/>
                    <a:pt x="307" y="3353"/>
                  </a:cubicBezTo>
                  <a:lnTo>
                    <a:pt x="4133" y="3353"/>
                  </a:lnTo>
                  <a:lnTo>
                    <a:pt x="3082" y="1284"/>
                  </a:lnTo>
                  <a:lnTo>
                    <a:pt x="3067" y="1251"/>
                  </a:lnTo>
                  <a:lnTo>
                    <a:pt x="2611" y="353"/>
                  </a:lnTo>
                  <a:cubicBezTo>
                    <a:pt x="2491" y="118"/>
                    <a:pt x="2263" y="0"/>
                    <a:pt x="2035"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89"/>
            <p:cNvSpPr/>
            <p:nvPr/>
          </p:nvSpPr>
          <p:spPr>
            <a:xfrm>
              <a:off x="2324720" y="3066226"/>
              <a:ext cx="65925" cy="60371"/>
            </a:xfrm>
            <a:custGeom>
              <a:rect b="b" l="l" r="r" t="t"/>
              <a:pathLst>
                <a:path extrusionOk="0" h="2304" w="2516">
                  <a:moveTo>
                    <a:pt x="1297" y="1"/>
                  </a:moveTo>
                  <a:lnTo>
                    <a:pt x="1297" y="1"/>
                  </a:lnTo>
                  <a:cubicBezTo>
                    <a:pt x="418" y="121"/>
                    <a:pt x="0" y="1143"/>
                    <a:pt x="533" y="1844"/>
                  </a:cubicBezTo>
                  <a:cubicBezTo>
                    <a:pt x="768" y="2155"/>
                    <a:pt x="1111" y="2303"/>
                    <a:pt x="1453" y="2303"/>
                  </a:cubicBezTo>
                  <a:cubicBezTo>
                    <a:pt x="1886" y="2303"/>
                    <a:pt x="2317" y="2063"/>
                    <a:pt x="2516" y="1609"/>
                  </a:cubicBezTo>
                  <a:lnTo>
                    <a:pt x="2516" y="1609"/>
                  </a:lnTo>
                  <a:cubicBezTo>
                    <a:pt x="2459" y="1617"/>
                    <a:pt x="2404" y="1620"/>
                    <a:pt x="2349" y="1620"/>
                  </a:cubicBezTo>
                  <a:cubicBezTo>
                    <a:pt x="1536" y="1620"/>
                    <a:pt x="955" y="779"/>
                    <a:pt x="1297"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89"/>
            <p:cNvSpPr/>
            <p:nvPr/>
          </p:nvSpPr>
          <p:spPr>
            <a:xfrm>
              <a:off x="2255545" y="3099137"/>
              <a:ext cx="54108" cy="46274"/>
            </a:xfrm>
            <a:custGeom>
              <a:rect b="b" l="l" r="r" t="t"/>
              <a:pathLst>
                <a:path extrusionOk="0" h="1766" w="2065">
                  <a:moveTo>
                    <a:pt x="1032" y="0"/>
                  </a:moveTo>
                  <a:cubicBezTo>
                    <a:pt x="804" y="0"/>
                    <a:pt x="576" y="118"/>
                    <a:pt x="456" y="353"/>
                  </a:cubicBezTo>
                  <a:lnTo>
                    <a:pt x="0" y="1251"/>
                  </a:lnTo>
                  <a:cubicBezTo>
                    <a:pt x="257" y="1594"/>
                    <a:pt x="644" y="1765"/>
                    <a:pt x="1031" y="1765"/>
                  </a:cubicBezTo>
                  <a:cubicBezTo>
                    <a:pt x="1418" y="1765"/>
                    <a:pt x="1805" y="1594"/>
                    <a:pt x="2064" y="1251"/>
                  </a:cubicBezTo>
                  <a:lnTo>
                    <a:pt x="1608" y="353"/>
                  </a:lnTo>
                  <a:cubicBezTo>
                    <a:pt x="1488" y="118"/>
                    <a:pt x="1260" y="0"/>
                    <a:pt x="1032"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89"/>
            <p:cNvSpPr/>
            <p:nvPr/>
          </p:nvSpPr>
          <p:spPr>
            <a:xfrm>
              <a:off x="2195804" y="2946376"/>
              <a:ext cx="365394" cy="274969"/>
            </a:xfrm>
            <a:custGeom>
              <a:rect b="b" l="l" r="r" t="t"/>
              <a:pathLst>
                <a:path extrusionOk="0" h="10494" w="13945">
                  <a:moveTo>
                    <a:pt x="13537" y="2155"/>
                  </a:moveTo>
                  <a:lnTo>
                    <a:pt x="13537" y="9581"/>
                  </a:lnTo>
                  <a:lnTo>
                    <a:pt x="13532" y="9581"/>
                  </a:lnTo>
                  <a:cubicBezTo>
                    <a:pt x="13532" y="9860"/>
                    <a:pt x="13311" y="10081"/>
                    <a:pt x="13033" y="10081"/>
                  </a:cubicBezTo>
                  <a:lnTo>
                    <a:pt x="912" y="10081"/>
                  </a:lnTo>
                  <a:cubicBezTo>
                    <a:pt x="639" y="10081"/>
                    <a:pt x="418" y="9860"/>
                    <a:pt x="418" y="9581"/>
                  </a:cubicBezTo>
                  <a:lnTo>
                    <a:pt x="418" y="2155"/>
                  </a:lnTo>
                  <a:close/>
                  <a:moveTo>
                    <a:pt x="912" y="0"/>
                  </a:moveTo>
                  <a:cubicBezTo>
                    <a:pt x="408" y="0"/>
                    <a:pt x="0" y="408"/>
                    <a:pt x="0" y="912"/>
                  </a:cubicBezTo>
                  <a:lnTo>
                    <a:pt x="0" y="9581"/>
                  </a:lnTo>
                  <a:cubicBezTo>
                    <a:pt x="0" y="10085"/>
                    <a:pt x="408" y="10493"/>
                    <a:pt x="912" y="10493"/>
                  </a:cubicBezTo>
                  <a:lnTo>
                    <a:pt x="13033" y="10493"/>
                  </a:lnTo>
                  <a:cubicBezTo>
                    <a:pt x="13537" y="10493"/>
                    <a:pt x="13945" y="10085"/>
                    <a:pt x="13945" y="9581"/>
                  </a:cubicBezTo>
                  <a:lnTo>
                    <a:pt x="13945" y="912"/>
                  </a:lnTo>
                  <a:cubicBezTo>
                    <a:pt x="13945" y="408"/>
                    <a:pt x="13537" y="0"/>
                    <a:pt x="13038" y="0"/>
                  </a:cubicBezTo>
                  <a:lnTo>
                    <a:pt x="4556" y="0"/>
                  </a:lnTo>
                  <a:cubicBezTo>
                    <a:pt x="4277" y="0"/>
                    <a:pt x="4277" y="413"/>
                    <a:pt x="4556" y="413"/>
                  </a:cubicBezTo>
                  <a:lnTo>
                    <a:pt x="13038" y="413"/>
                  </a:lnTo>
                  <a:cubicBezTo>
                    <a:pt x="13311" y="413"/>
                    <a:pt x="13532" y="639"/>
                    <a:pt x="13532" y="912"/>
                  </a:cubicBezTo>
                  <a:lnTo>
                    <a:pt x="13532" y="1738"/>
                  </a:lnTo>
                  <a:lnTo>
                    <a:pt x="413" y="1738"/>
                  </a:lnTo>
                  <a:lnTo>
                    <a:pt x="413" y="912"/>
                  </a:lnTo>
                  <a:cubicBezTo>
                    <a:pt x="413" y="639"/>
                    <a:pt x="639" y="413"/>
                    <a:pt x="912" y="413"/>
                  </a:cubicBezTo>
                  <a:lnTo>
                    <a:pt x="3725" y="413"/>
                  </a:lnTo>
                  <a:cubicBezTo>
                    <a:pt x="4004" y="413"/>
                    <a:pt x="4004" y="0"/>
                    <a:pt x="3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89"/>
            <p:cNvSpPr/>
            <p:nvPr/>
          </p:nvSpPr>
          <p:spPr>
            <a:xfrm>
              <a:off x="2218678" y="3015158"/>
              <a:ext cx="43418" cy="10848"/>
            </a:xfrm>
            <a:custGeom>
              <a:rect b="b" l="l" r="r" t="t"/>
              <a:pathLst>
                <a:path extrusionOk="0" h="414" w="1657">
                  <a:moveTo>
                    <a:pt x="274" y="1"/>
                  </a:moveTo>
                  <a:cubicBezTo>
                    <a:pt x="1" y="1"/>
                    <a:pt x="1" y="414"/>
                    <a:pt x="274" y="414"/>
                  </a:cubicBezTo>
                  <a:lnTo>
                    <a:pt x="1383" y="414"/>
                  </a:lnTo>
                  <a:cubicBezTo>
                    <a:pt x="1657" y="414"/>
                    <a:pt x="1657"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89"/>
            <p:cNvSpPr/>
            <p:nvPr/>
          </p:nvSpPr>
          <p:spPr>
            <a:xfrm>
              <a:off x="2272891" y="3015158"/>
              <a:ext cx="43418" cy="10848"/>
            </a:xfrm>
            <a:custGeom>
              <a:rect b="b" l="l" r="r" t="t"/>
              <a:pathLst>
                <a:path extrusionOk="0" h="414" w="1657">
                  <a:moveTo>
                    <a:pt x="279" y="1"/>
                  </a:moveTo>
                  <a:cubicBezTo>
                    <a:pt x="1" y="1"/>
                    <a:pt x="1" y="414"/>
                    <a:pt x="279" y="414"/>
                  </a:cubicBezTo>
                  <a:lnTo>
                    <a:pt x="1383" y="414"/>
                  </a:lnTo>
                  <a:cubicBezTo>
                    <a:pt x="1657" y="414"/>
                    <a:pt x="1657"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89"/>
            <p:cNvSpPr/>
            <p:nvPr/>
          </p:nvSpPr>
          <p:spPr>
            <a:xfrm>
              <a:off x="2327235" y="3015158"/>
              <a:ext cx="43287" cy="10848"/>
            </a:xfrm>
            <a:custGeom>
              <a:rect b="b" l="l" r="r" t="t"/>
              <a:pathLst>
                <a:path extrusionOk="0" h="414" w="1652">
                  <a:moveTo>
                    <a:pt x="274" y="1"/>
                  </a:moveTo>
                  <a:cubicBezTo>
                    <a:pt x="0" y="1"/>
                    <a:pt x="0" y="414"/>
                    <a:pt x="274" y="414"/>
                  </a:cubicBezTo>
                  <a:lnTo>
                    <a:pt x="1378" y="414"/>
                  </a:lnTo>
                  <a:cubicBezTo>
                    <a:pt x="1652" y="414"/>
                    <a:pt x="1652" y="1"/>
                    <a:pt x="13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89"/>
            <p:cNvSpPr/>
            <p:nvPr/>
          </p:nvSpPr>
          <p:spPr>
            <a:xfrm>
              <a:off x="2381448" y="3015158"/>
              <a:ext cx="43418" cy="10848"/>
            </a:xfrm>
            <a:custGeom>
              <a:rect b="b" l="l" r="r" t="t"/>
              <a:pathLst>
                <a:path extrusionOk="0" h="414" w="1657">
                  <a:moveTo>
                    <a:pt x="279" y="1"/>
                  </a:moveTo>
                  <a:cubicBezTo>
                    <a:pt x="0" y="1"/>
                    <a:pt x="0" y="414"/>
                    <a:pt x="279" y="414"/>
                  </a:cubicBezTo>
                  <a:lnTo>
                    <a:pt x="1383" y="414"/>
                  </a:lnTo>
                  <a:cubicBezTo>
                    <a:pt x="1656" y="414"/>
                    <a:pt x="1656"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89"/>
            <p:cNvSpPr/>
            <p:nvPr/>
          </p:nvSpPr>
          <p:spPr>
            <a:xfrm>
              <a:off x="2435792" y="3015158"/>
              <a:ext cx="43418" cy="10848"/>
            </a:xfrm>
            <a:custGeom>
              <a:rect b="b" l="l" r="r" t="t"/>
              <a:pathLst>
                <a:path extrusionOk="0" h="414" w="1657">
                  <a:moveTo>
                    <a:pt x="274" y="1"/>
                  </a:moveTo>
                  <a:cubicBezTo>
                    <a:pt x="0" y="1"/>
                    <a:pt x="0" y="414"/>
                    <a:pt x="274" y="414"/>
                  </a:cubicBezTo>
                  <a:lnTo>
                    <a:pt x="1378" y="414"/>
                  </a:lnTo>
                  <a:cubicBezTo>
                    <a:pt x="1656" y="414"/>
                    <a:pt x="1656" y="1"/>
                    <a:pt x="13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89"/>
            <p:cNvSpPr/>
            <p:nvPr/>
          </p:nvSpPr>
          <p:spPr>
            <a:xfrm>
              <a:off x="2490005" y="3015158"/>
              <a:ext cx="43418" cy="10848"/>
            </a:xfrm>
            <a:custGeom>
              <a:rect b="b" l="l" r="r" t="t"/>
              <a:pathLst>
                <a:path extrusionOk="0" h="414" w="1657">
                  <a:moveTo>
                    <a:pt x="278" y="1"/>
                  </a:moveTo>
                  <a:cubicBezTo>
                    <a:pt x="0" y="1"/>
                    <a:pt x="0" y="414"/>
                    <a:pt x="278" y="414"/>
                  </a:cubicBezTo>
                  <a:lnTo>
                    <a:pt x="1382" y="414"/>
                  </a:lnTo>
                  <a:cubicBezTo>
                    <a:pt x="1656" y="414"/>
                    <a:pt x="1656" y="1"/>
                    <a:pt x="13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89"/>
            <p:cNvSpPr/>
            <p:nvPr/>
          </p:nvSpPr>
          <p:spPr>
            <a:xfrm>
              <a:off x="2225229" y="2970640"/>
              <a:ext cx="268445" cy="10848"/>
            </a:xfrm>
            <a:custGeom>
              <a:rect b="b" l="l" r="r" t="t"/>
              <a:pathLst>
                <a:path extrusionOk="0" h="414" w="10245">
                  <a:moveTo>
                    <a:pt x="212" y="1"/>
                  </a:moveTo>
                  <a:cubicBezTo>
                    <a:pt x="96" y="1"/>
                    <a:pt x="0" y="92"/>
                    <a:pt x="0" y="207"/>
                  </a:cubicBezTo>
                  <a:cubicBezTo>
                    <a:pt x="0" y="322"/>
                    <a:pt x="96" y="413"/>
                    <a:pt x="212" y="413"/>
                  </a:cubicBezTo>
                  <a:lnTo>
                    <a:pt x="9966" y="413"/>
                  </a:lnTo>
                  <a:cubicBezTo>
                    <a:pt x="10244" y="413"/>
                    <a:pt x="10244" y="1"/>
                    <a:pt x="99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89"/>
            <p:cNvSpPr/>
            <p:nvPr/>
          </p:nvSpPr>
          <p:spPr>
            <a:xfrm>
              <a:off x="2511806" y="2962884"/>
              <a:ext cx="32046" cy="25888"/>
            </a:xfrm>
            <a:custGeom>
              <a:rect b="b" l="l" r="r" t="t"/>
              <a:pathLst>
                <a:path extrusionOk="0" h="988" w="1223">
                  <a:moveTo>
                    <a:pt x="302" y="1"/>
                  </a:moveTo>
                  <a:cubicBezTo>
                    <a:pt x="137" y="1"/>
                    <a:pt x="1" y="222"/>
                    <a:pt x="166" y="369"/>
                  </a:cubicBezTo>
                  <a:lnTo>
                    <a:pt x="310" y="498"/>
                  </a:lnTo>
                  <a:lnTo>
                    <a:pt x="166" y="628"/>
                  </a:lnTo>
                  <a:cubicBezTo>
                    <a:pt x="27" y="753"/>
                    <a:pt x="114" y="983"/>
                    <a:pt x="301" y="988"/>
                  </a:cubicBezTo>
                  <a:cubicBezTo>
                    <a:pt x="426" y="988"/>
                    <a:pt x="469" y="892"/>
                    <a:pt x="622" y="772"/>
                  </a:cubicBezTo>
                  <a:cubicBezTo>
                    <a:pt x="776" y="892"/>
                    <a:pt x="824" y="988"/>
                    <a:pt x="944" y="988"/>
                  </a:cubicBezTo>
                  <a:cubicBezTo>
                    <a:pt x="1131" y="983"/>
                    <a:pt x="1223" y="753"/>
                    <a:pt x="1083" y="628"/>
                  </a:cubicBezTo>
                  <a:lnTo>
                    <a:pt x="935" y="498"/>
                  </a:lnTo>
                  <a:lnTo>
                    <a:pt x="1083" y="369"/>
                  </a:lnTo>
                  <a:cubicBezTo>
                    <a:pt x="1170" y="292"/>
                    <a:pt x="1175" y="162"/>
                    <a:pt x="1103" y="76"/>
                  </a:cubicBezTo>
                  <a:cubicBezTo>
                    <a:pt x="1061" y="29"/>
                    <a:pt x="1003" y="5"/>
                    <a:pt x="946" y="5"/>
                  </a:cubicBezTo>
                  <a:cubicBezTo>
                    <a:pt x="897" y="5"/>
                    <a:pt x="849" y="22"/>
                    <a:pt x="810" y="57"/>
                  </a:cubicBezTo>
                  <a:lnTo>
                    <a:pt x="622" y="220"/>
                  </a:lnTo>
                  <a:lnTo>
                    <a:pt x="440" y="57"/>
                  </a:lnTo>
                  <a:cubicBezTo>
                    <a:pt x="396" y="17"/>
                    <a:pt x="348" y="1"/>
                    <a:pt x="3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89"/>
            <p:cNvSpPr/>
            <p:nvPr/>
          </p:nvSpPr>
          <p:spPr>
            <a:xfrm>
              <a:off x="2220067" y="3042958"/>
              <a:ext cx="105439" cy="85813"/>
            </a:xfrm>
            <a:custGeom>
              <a:rect b="b" l="l" r="r" t="t"/>
              <a:pathLst>
                <a:path extrusionOk="0" h="3275" w="4024">
                  <a:moveTo>
                    <a:pt x="658" y="1"/>
                  </a:moveTo>
                  <a:cubicBezTo>
                    <a:pt x="293" y="1"/>
                    <a:pt x="1" y="294"/>
                    <a:pt x="1" y="658"/>
                  </a:cubicBezTo>
                  <a:lnTo>
                    <a:pt x="1" y="3073"/>
                  </a:lnTo>
                  <a:cubicBezTo>
                    <a:pt x="1" y="3183"/>
                    <a:pt x="92" y="3274"/>
                    <a:pt x="207" y="3274"/>
                  </a:cubicBezTo>
                  <a:cubicBezTo>
                    <a:pt x="322" y="3274"/>
                    <a:pt x="413" y="3178"/>
                    <a:pt x="413" y="3068"/>
                  </a:cubicBezTo>
                  <a:lnTo>
                    <a:pt x="413" y="654"/>
                  </a:lnTo>
                  <a:cubicBezTo>
                    <a:pt x="413" y="519"/>
                    <a:pt x="519" y="414"/>
                    <a:pt x="653" y="414"/>
                  </a:cubicBezTo>
                  <a:lnTo>
                    <a:pt x="3750" y="414"/>
                  </a:lnTo>
                  <a:cubicBezTo>
                    <a:pt x="4023" y="414"/>
                    <a:pt x="4023" y="1"/>
                    <a:pt x="37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89"/>
            <p:cNvSpPr/>
            <p:nvPr/>
          </p:nvSpPr>
          <p:spPr>
            <a:xfrm>
              <a:off x="2220067" y="3093686"/>
              <a:ext cx="138506" cy="98862"/>
            </a:xfrm>
            <a:custGeom>
              <a:rect b="b" l="l" r="r" t="t"/>
              <a:pathLst>
                <a:path extrusionOk="0" h="3773" w="5286">
                  <a:moveTo>
                    <a:pt x="2384" y="411"/>
                  </a:moveTo>
                  <a:cubicBezTo>
                    <a:pt x="2539" y="411"/>
                    <a:pt x="2694" y="491"/>
                    <a:pt x="2775" y="652"/>
                  </a:cubicBezTo>
                  <a:lnTo>
                    <a:pt x="3169" y="1430"/>
                  </a:lnTo>
                  <a:cubicBezTo>
                    <a:pt x="2955" y="1655"/>
                    <a:pt x="2670" y="1768"/>
                    <a:pt x="2384" y="1768"/>
                  </a:cubicBezTo>
                  <a:cubicBezTo>
                    <a:pt x="2098" y="1768"/>
                    <a:pt x="1813" y="1655"/>
                    <a:pt x="1599" y="1430"/>
                  </a:cubicBezTo>
                  <a:lnTo>
                    <a:pt x="1993" y="652"/>
                  </a:lnTo>
                  <a:cubicBezTo>
                    <a:pt x="2074" y="491"/>
                    <a:pt x="2229" y="411"/>
                    <a:pt x="2384" y="411"/>
                  </a:cubicBezTo>
                  <a:close/>
                  <a:moveTo>
                    <a:pt x="3366" y="1809"/>
                  </a:moveTo>
                  <a:lnTo>
                    <a:pt x="4148" y="3350"/>
                  </a:lnTo>
                  <a:lnTo>
                    <a:pt x="629" y="3350"/>
                  </a:lnTo>
                  <a:lnTo>
                    <a:pt x="1407" y="1809"/>
                  </a:lnTo>
                  <a:cubicBezTo>
                    <a:pt x="1688" y="2054"/>
                    <a:pt x="2037" y="2176"/>
                    <a:pt x="2386" y="2176"/>
                  </a:cubicBezTo>
                  <a:cubicBezTo>
                    <a:pt x="2736" y="2176"/>
                    <a:pt x="3085" y="2054"/>
                    <a:pt x="3366" y="1809"/>
                  </a:cubicBezTo>
                  <a:close/>
                  <a:moveTo>
                    <a:pt x="2384" y="0"/>
                  </a:moveTo>
                  <a:cubicBezTo>
                    <a:pt x="2083" y="0"/>
                    <a:pt x="1782" y="155"/>
                    <a:pt x="1623" y="465"/>
                  </a:cubicBezTo>
                  <a:lnTo>
                    <a:pt x="1172" y="1362"/>
                  </a:lnTo>
                  <a:lnTo>
                    <a:pt x="413" y="2851"/>
                  </a:lnTo>
                  <a:lnTo>
                    <a:pt x="413" y="1958"/>
                  </a:lnTo>
                  <a:cubicBezTo>
                    <a:pt x="413" y="1821"/>
                    <a:pt x="310" y="1753"/>
                    <a:pt x="207" y="1753"/>
                  </a:cubicBezTo>
                  <a:cubicBezTo>
                    <a:pt x="104" y="1753"/>
                    <a:pt x="1" y="1821"/>
                    <a:pt x="1" y="1958"/>
                  </a:cubicBezTo>
                  <a:lnTo>
                    <a:pt x="1" y="3110"/>
                  </a:lnTo>
                  <a:cubicBezTo>
                    <a:pt x="1" y="3292"/>
                    <a:pt x="73" y="3465"/>
                    <a:pt x="207" y="3590"/>
                  </a:cubicBezTo>
                  <a:cubicBezTo>
                    <a:pt x="327" y="3705"/>
                    <a:pt x="490" y="3767"/>
                    <a:pt x="658" y="3772"/>
                  </a:cubicBezTo>
                  <a:lnTo>
                    <a:pt x="5012" y="3772"/>
                  </a:lnTo>
                  <a:cubicBezTo>
                    <a:pt x="5286" y="3772"/>
                    <a:pt x="5286" y="3355"/>
                    <a:pt x="5012" y="3355"/>
                  </a:cubicBezTo>
                  <a:lnTo>
                    <a:pt x="4609" y="3355"/>
                  </a:lnTo>
                  <a:lnTo>
                    <a:pt x="3145" y="465"/>
                  </a:lnTo>
                  <a:cubicBezTo>
                    <a:pt x="2986" y="155"/>
                    <a:pt x="2685" y="0"/>
                    <a:pt x="23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89"/>
            <p:cNvSpPr/>
            <p:nvPr/>
          </p:nvSpPr>
          <p:spPr>
            <a:xfrm>
              <a:off x="2332764" y="3042827"/>
              <a:ext cx="86809" cy="149459"/>
            </a:xfrm>
            <a:custGeom>
              <a:rect b="b" l="l" r="r" t="t"/>
              <a:pathLst>
                <a:path extrusionOk="0" h="5704" w="3313">
                  <a:moveTo>
                    <a:pt x="279" y="1"/>
                  </a:moveTo>
                  <a:cubicBezTo>
                    <a:pt x="1" y="1"/>
                    <a:pt x="1" y="414"/>
                    <a:pt x="279" y="414"/>
                  </a:cubicBezTo>
                  <a:lnTo>
                    <a:pt x="2650" y="414"/>
                  </a:lnTo>
                  <a:cubicBezTo>
                    <a:pt x="2785" y="419"/>
                    <a:pt x="2890" y="524"/>
                    <a:pt x="2890" y="654"/>
                  </a:cubicBezTo>
                  <a:lnTo>
                    <a:pt x="2890" y="5051"/>
                  </a:lnTo>
                  <a:cubicBezTo>
                    <a:pt x="2890" y="5180"/>
                    <a:pt x="2785" y="5286"/>
                    <a:pt x="2650" y="5291"/>
                  </a:cubicBezTo>
                  <a:lnTo>
                    <a:pt x="1537" y="5291"/>
                  </a:lnTo>
                  <a:cubicBezTo>
                    <a:pt x="1263" y="5291"/>
                    <a:pt x="1263" y="5704"/>
                    <a:pt x="1537" y="5704"/>
                  </a:cubicBezTo>
                  <a:lnTo>
                    <a:pt x="2650" y="5704"/>
                  </a:lnTo>
                  <a:cubicBezTo>
                    <a:pt x="3015" y="5704"/>
                    <a:pt x="3313" y="5406"/>
                    <a:pt x="3313" y="5041"/>
                  </a:cubicBezTo>
                  <a:lnTo>
                    <a:pt x="3313" y="659"/>
                  </a:lnTo>
                  <a:cubicBezTo>
                    <a:pt x="3308" y="294"/>
                    <a:pt x="3015" y="1"/>
                    <a:pt x="26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89"/>
            <p:cNvSpPr/>
            <p:nvPr/>
          </p:nvSpPr>
          <p:spPr>
            <a:xfrm>
              <a:off x="2443705" y="3042827"/>
              <a:ext cx="89822" cy="10848"/>
            </a:xfrm>
            <a:custGeom>
              <a:rect b="b" l="l" r="r" t="t"/>
              <a:pathLst>
                <a:path extrusionOk="0" h="414" w="3428">
                  <a:moveTo>
                    <a:pt x="279" y="1"/>
                  </a:moveTo>
                  <a:cubicBezTo>
                    <a:pt x="1" y="1"/>
                    <a:pt x="1" y="414"/>
                    <a:pt x="279" y="414"/>
                  </a:cubicBezTo>
                  <a:lnTo>
                    <a:pt x="3154" y="414"/>
                  </a:lnTo>
                  <a:cubicBezTo>
                    <a:pt x="3428" y="414"/>
                    <a:pt x="3428" y="1"/>
                    <a:pt x="31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89"/>
            <p:cNvSpPr/>
            <p:nvPr/>
          </p:nvSpPr>
          <p:spPr>
            <a:xfrm>
              <a:off x="2432884" y="3065990"/>
              <a:ext cx="100644" cy="10953"/>
            </a:xfrm>
            <a:custGeom>
              <a:rect b="b" l="l" r="r" t="t"/>
              <a:pathLst>
                <a:path extrusionOk="0" h="418" w="3841">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89"/>
            <p:cNvSpPr/>
            <p:nvPr/>
          </p:nvSpPr>
          <p:spPr>
            <a:xfrm>
              <a:off x="2432884" y="3089127"/>
              <a:ext cx="100644" cy="10979"/>
            </a:xfrm>
            <a:custGeom>
              <a:rect b="b" l="l" r="r" t="t"/>
              <a:pathLst>
                <a:path extrusionOk="0" h="419" w="3841">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1" name="Google Shape;19511;p89"/>
            <p:cNvSpPr/>
            <p:nvPr/>
          </p:nvSpPr>
          <p:spPr>
            <a:xfrm>
              <a:off x="2432884" y="3112264"/>
              <a:ext cx="100644" cy="10979"/>
            </a:xfrm>
            <a:custGeom>
              <a:rect b="b" l="l" r="r" t="t"/>
              <a:pathLst>
                <a:path extrusionOk="0" h="419" w="3841">
                  <a:moveTo>
                    <a:pt x="279" y="1"/>
                  </a:moveTo>
                  <a:cubicBezTo>
                    <a:pt x="1" y="1"/>
                    <a:pt x="1" y="418"/>
                    <a:pt x="279" y="418"/>
                  </a:cubicBezTo>
                  <a:lnTo>
                    <a:pt x="3567" y="418"/>
                  </a:lnTo>
                  <a:cubicBezTo>
                    <a:pt x="3841" y="418"/>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2" name="Google Shape;19512;p89"/>
            <p:cNvSpPr/>
            <p:nvPr/>
          </p:nvSpPr>
          <p:spPr>
            <a:xfrm>
              <a:off x="2432884" y="3135401"/>
              <a:ext cx="100644" cy="10979"/>
            </a:xfrm>
            <a:custGeom>
              <a:rect b="b" l="l" r="r" t="t"/>
              <a:pathLst>
                <a:path extrusionOk="0" h="419" w="3841">
                  <a:moveTo>
                    <a:pt x="279" y="1"/>
                  </a:moveTo>
                  <a:cubicBezTo>
                    <a:pt x="1" y="1"/>
                    <a:pt x="1" y="419"/>
                    <a:pt x="279" y="419"/>
                  </a:cubicBezTo>
                  <a:lnTo>
                    <a:pt x="3567" y="419"/>
                  </a:lnTo>
                  <a:cubicBezTo>
                    <a:pt x="3841" y="419"/>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89"/>
            <p:cNvSpPr/>
            <p:nvPr/>
          </p:nvSpPr>
          <p:spPr>
            <a:xfrm>
              <a:off x="2432884" y="3158669"/>
              <a:ext cx="100644" cy="10848"/>
            </a:xfrm>
            <a:custGeom>
              <a:rect b="b" l="l" r="r" t="t"/>
              <a:pathLst>
                <a:path extrusionOk="0" h="414" w="3841">
                  <a:moveTo>
                    <a:pt x="279" y="1"/>
                  </a:moveTo>
                  <a:cubicBezTo>
                    <a:pt x="1" y="1"/>
                    <a:pt x="1" y="414"/>
                    <a:pt x="279" y="414"/>
                  </a:cubicBezTo>
                  <a:lnTo>
                    <a:pt x="3567" y="414"/>
                  </a:lnTo>
                  <a:cubicBezTo>
                    <a:pt x="3841" y="414"/>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89"/>
            <p:cNvSpPr/>
            <p:nvPr/>
          </p:nvSpPr>
          <p:spPr>
            <a:xfrm>
              <a:off x="2432884" y="3181832"/>
              <a:ext cx="74494" cy="10848"/>
            </a:xfrm>
            <a:custGeom>
              <a:rect b="b" l="l" r="r" t="t"/>
              <a:pathLst>
                <a:path extrusionOk="0" h="414" w="2843">
                  <a:moveTo>
                    <a:pt x="279" y="0"/>
                  </a:moveTo>
                  <a:cubicBezTo>
                    <a:pt x="1" y="0"/>
                    <a:pt x="1" y="413"/>
                    <a:pt x="279" y="413"/>
                  </a:cubicBezTo>
                  <a:lnTo>
                    <a:pt x="2569" y="413"/>
                  </a:lnTo>
                  <a:cubicBezTo>
                    <a:pt x="2842" y="413"/>
                    <a:pt x="2842" y="0"/>
                    <a:pt x="25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89"/>
            <p:cNvSpPr/>
            <p:nvPr/>
          </p:nvSpPr>
          <p:spPr>
            <a:xfrm>
              <a:off x="2325847" y="3060776"/>
              <a:ext cx="71349" cy="71271"/>
            </a:xfrm>
            <a:custGeom>
              <a:rect b="b" l="l" r="r" t="t"/>
              <a:pathLst>
                <a:path extrusionOk="0" h="2720" w="2723">
                  <a:moveTo>
                    <a:pt x="956" y="521"/>
                  </a:moveTo>
                  <a:lnTo>
                    <a:pt x="956" y="521"/>
                  </a:lnTo>
                  <a:cubicBezTo>
                    <a:pt x="879" y="1241"/>
                    <a:pt x="1378" y="1898"/>
                    <a:pt x="2094" y="2018"/>
                  </a:cubicBezTo>
                  <a:cubicBezTo>
                    <a:pt x="1905" y="2210"/>
                    <a:pt x="1657" y="2304"/>
                    <a:pt x="1411" y="2304"/>
                  </a:cubicBezTo>
                  <a:cubicBezTo>
                    <a:pt x="1125" y="2304"/>
                    <a:pt x="842" y="2177"/>
                    <a:pt x="654" y="1927"/>
                  </a:cubicBezTo>
                  <a:cubicBezTo>
                    <a:pt x="303" y="1466"/>
                    <a:pt x="447" y="799"/>
                    <a:pt x="956" y="521"/>
                  </a:cubicBezTo>
                  <a:close/>
                  <a:moveTo>
                    <a:pt x="1251" y="1"/>
                  </a:moveTo>
                  <a:cubicBezTo>
                    <a:pt x="1242" y="1"/>
                    <a:pt x="1234" y="1"/>
                    <a:pt x="1225" y="2"/>
                  </a:cubicBezTo>
                  <a:cubicBezTo>
                    <a:pt x="514" y="98"/>
                    <a:pt x="1" y="732"/>
                    <a:pt x="49" y="1447"/>
                  </a:cubicBezTo>
                  <a:cubicBezTo>
                    <a:pt x="97" y="2162"/>
                    <a:pt x="692" y="2719"/>
                    <a:pt x="1412" y="2719"/>
                  </a:cubicBezTo>
                  <a:cubicBezTo>
                    <a:pt x="1954" y="2719"/>
                    <a:pt x="2444" y="2398"/>
                    <a:pt x="2660" y="1898"/>
                  </a:cubicBezTo>
                  <a:cubicBezTo>
                    <a:pt x="2723" y="1760"/>
                    <a:pt x="2618" y="1608"/>
                    <a:pt x="2475" y="1608"/>
                  </a:cubicBezTo>
                  <a:cubicBezTo>
                    <a:pt x="2465" y="1608"/>
                    <a:pt x="2455" y="1609"/>
                    <a:pt x="2444" y="1610"/>
                  </a:cubicBezTo>
                  <a:cubicBezTo>
                    <a:pt x="2398" y="1617"/>
                    <a:pt x="2354" y="1620"/>
                    <a:pt x="2309" y="1620"/>
                  </a:cubicBezTo>
                  <a:cubicBezTo>
                    <a:pt x="1643" y="1620"/>
                    <a:pt x="1166" y="930"/>
                    <a:pt x="1441" y="290"/>
                  </a:cubicBezTo>
                  <a:cubicBezTo>
                    <a:pt x="1504" y="150"/>
                    <a:pt x="1396" y="1"/>
                    <a:pt x="12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6" name="Google Shape;19516;p89"/>
          <p:cNvGrpSpPr/>
          <p:nvPr/>
        </p:nvGrpSpPr>
        <p:grpSpPr>
          <a:xfrm>
            <a:off x="1312334" y="2901098"/>
            <a:ext cx="377342" cy="365525"/>
            <a:chOff x="1312334" y="2901098"/>
            <a:chExt cx="377342" cy="365525"/>
          </a:xfrm>
        </p:grpSpPr>
        <p:sp>
          <p:nvSpPr>
            <p:cNvPr id="19517" name="Google Shape;19517;p89"/>
            <p:cNvSpPr/>
            <p:nvPr/>
          </p:nvSpPr>
          <p:spPr>
            <a:xfrm>
              <a:off x="1317863" y="2906574"/>
              <a:ext cx="371813" cy="354651"/>
            </a:xfrm>
            <a:custGeom>
              <a:rect b="b" l="l" r="r" t="t"/>
              <a:pathLst>
                <a:path extrusionOk="0" h="13535" w="14190">
                  <a:moveTo>
                    <a:pt x="2667" y="5653"/>
                  </a:moveTo>
                  <a:cubicBezTo>
                    <a:pt x="2733" y="5653"/>
                    <a:pt x="2801" y="5678"/>
                    <a:pt x="2857" y="5734"/>
                  </a:cubicBezTo>
                  <a:lnTo>
                    <a:pt x="7834" y="10721"/>
                  </a:lnTo>
                  <a:cubicBezTo>
                    <a:pt x="8007" y="10889"/>
                    <a:pt x="7887" y="11182"/>
                    <a:pt x="7642" y="11187"/>
                  </a:cubicBezTo>
                  <a:lnTo>
                    <a:pt x="2665" y="11187"/>
                  </a:lnTo>
                  <a:cubicBezTo>
                    <a:pt x="2511" y="11187"/>
                    <a:pt x="2391" y="11062"/>
                    <a:pt x="2391" y="10913"/>
                  </a:cubicBezTo>
                  <a:lnTo>
                    <a:pt x="2391" y="5931"/>
                  </a:lnTo>
                  <a:cubicBezTo>
                    <a:pt x="2391" y="5764"/>
                    <a:pt x="2526" y="5653"/>
                    <a:pt x="2667" y="5653"/>
                  </a:cubicBezTo>
                  <a:close/>
                  <a:moveTo>
                    <a:pt x="497" y="0"/>
                  </a:moveTo>
                  <a:cubicBezTo>
                    <a:pt x="244" y="0"/>
                    <a:pt x="0" y="198"/>
                    <a:pt x="0" y="497"/>
                  </a:cubicBezTo>
                  <a:lnTo>
                    <a:pt x="0" y="13040"/>
                  </a:lnTo>
                  <a:cubicBezTo>
                    <a:pt x="0" y="13313"/>
                    <a:pt x="221" y="13534"/>
                    <a:pt x="495" y="13534"/>
                  </a:cubicBezTo>
                  <a:lnTo>
                    <a:pt x="13038" y="13534"/>
                  </a:lnTo>
                  <a:cubicBezTo>
                    <a:pt x="13417" y="13529"/>
                    <a:pt x="13652" y="13112"/>
                    <a:pt x="13456" y="12785"/>
                  </a:cubicBezTo>
                  <a:cubicBezTo>
                    <a:pt x="13408" y="12704"/>
                    <a:pt x="14190" y="13501"/>
                    <a:pt x="840" y="146"/>
                  </a:cubicBezTo>
                  <a:cubicBezTo>
                    <a:pt x="741" y="45"/>
                    <a:pt x="618" y="0"/>
                    <a:pt x="49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89"/>
            <p:cNvSpPr/>
            <p:nvPr/>
          </p:nvSpPr>
          <p:spPr>
            <a:xfrm>
              <a:off x="1348939" y="2919335"/>
              <a:ext cx="314089" cy="314325"/>
            </a:xfrm>
            <a:custGeom>
              <a:rect b="b" l="l" r="r" t="t"/>
              <a:pathLst>
                <a:path extrusionOk="0" h="11996" w="11987">
                  <a:moveTo>
                    <a:pt x="1479" y="5166"/>
                  </a:moveTo>
                  <a:cubicBezTo>
                    <a:pt x="1547" y="5166"/>
                    <a:pt x="1615" y="5191"/>
                    <a:pt x="1671" y="5247"/>
                  </a:cubicBezTo>
                  <a:lnTo>
                    <a:pt x="6648" y="10234"/>
                  </a:lnTo>
                  <a:cubicBezTo>
                    <a:pt x="6821" y="10402"/>
                    <a:pt x="6696" y="10695"/>
                    <a:pt x="6456" y="10700"/>
                  </a:cubicBezTo>
                  <a:lnTo>
                    <a:pt x="1474" y="10700"/>
                  </a:lnTo>
                  <a:cubicBezTo>
                    <a:pt x="1325" y="10700"/>
                    <a:pt x="1200" y="10575"/>
                    <a:pt x="1200" y="10426"/>
                  </a:cubicBezTo>
                  <a:lnTo>
                    <a:pt x="1200" y="5444"/>
                  </a:lnTo>
                  <a:cubicBezTo>
                    <a:pt x="1200" y="5277"/>
                    <a:pt x="1337" y="5166"/>
                    <a:pt x="1479" y="5166"/>
                  </a:cubicBezTo>
                  <a:close/>
                  <a:moveTo>
                    <a:pt x="0" y="0"/>
                  </a:moveTo>
                  <a:lnTo>
                    <a:pt x="0" y="11501"/>
                  </a:lnTo>
                  <a:cubicBezTo>
                    <a:pt x="0" y="11775"/>
                    <a:pt x="221" y="11996"/>
                    <a:pt x="494" y="11996"/>
                  </a:cubicBezTo>
                  <a:lnTo>
                    <a:pt x="11986" y="11996"/>
                  </a:lnTo>
                  <a:lnTo>
                    <a:pt x="2247" y="2251"/>
                  </a:lnTo>
                  <a:lnTo>
                    <a:pt x="53" y="58"/>
                  </a:lnTo>
                  <a:lnTo>
                    <a:pt x="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89"/>
            <p:cNvSpPr/>
            <p:nvPr/>
          </p:nvSpPr>
          <p:spPr>
            <a:xfrm>
              <a:off x="1312439" y="2984265"/>
              <a:ext cx="290455" cy="282358"/>
            </a:xfrm>
            <a:custGeom>
              <a:rect b="b" l="l" r="r" t="t"/>
              <a:pathLst>
                <a:path extrusionOk="0" h="10776" w="11085">
                  <a:moveTo>
                    <a:pt x="207" y="0"/>
                  </a:moveTo>
                  <a:cubicBezTo>
                    <a:pt x="104" y="0"/>
                    <a:pt x="1" y="69"/>
                    <a:pt x="1" y="205"/>
                  </a:cubicBezTo>
                  <a:lnTo>
                    <a:pt x="1" y="10075"/>
                  </a:lnTo>
                  <a:cubicBezTo>
                    <a:pt x="1" y="10459"/>
                    <a:pt x="313" y="10776"/>
                    <a:pt x="702" y="10776"/>
                  </a:cubicBezTo>
                  <a:lnTo>
                    <a:pt x="10806" y="10776"/>
                  </a:lnTo>
                  <a:cubicBezTo>
                    <a:pt x="11085" y="10776"/>
                    <a:pt x="11085" y="10358"/>
                    <a:pt x="10806" y="10358"/>
                  </a:cubicBezTo>
                  <a:lnTo>
                    <a:pt x="702" y="10358"/>
                  </a:lnTo>
                  <a:cubicBezTo>
                    <a:pt x="543" y="10358"/>
                    <a:pt x="414" y="10228"/>
                    <a:pt x="414" y="10070"/>
                  </a:cubicBezTo>
                  <a:lnTo>
                    <a:pt x="414" y="205"/>
                  </a:lnTo>
                  <a:cubicBezTo>
                    <a:pt x="414" y="69"/>
                    <a:pt x="311"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89"/>
            <p:cNvSpPr/>
            <p:nvPr/>
          </p:nvSpPr>
          <p:spPr>
            <a:xfrm>
              <a:off x="1312334" y="2901098"/>
              <a:ext cx="365394" cy="365525"/>
            </a:xfrm>
            <a:custGeom>
              <a:rect b="b" l="l" r="r" t="t"/>
              <a:pathLst>
                <a:path extrusionOk="0" h="13950" w="13945">
                  <a:moveTo>
                    <a:pt x="706" y="0"/>
                  </a:moveTo>
                  <a:cubicBezTo>
                    <a:pt x="317" y="0"/>
                    <a:pt x="0" y="312"/>
                    <a:pt x="0" y="701"/>
                  </a:cubicBezTo>
                  <a:lnTo>
                    <a:pt x="0" y="2554"/>
                  </a:lnTo>
                  <a:cubicBezTo>
                    <a:pt x="0" y="2691"/>
                    <a:pt x="103" y="2759"/>
                    <a:pt x="207" y="2759"/>
                  </a:cubicBezTo>
                  <a:cubicBezTo>
                    <a:pt x="310" y="2759"/>
                    <a:pt x="413" y="2691"/>
                    <a:pt x="413" y="2554"/>
                  </a:cubicBezTo>
                  <a:lnTo>
                    <a:pt x="413" y="706"/>
                  </a:lnTo>
                  <a:cubicBezTo>
                    <a:pt x="413" y="545"/>
                    <a:pt x="538" y="418"/>
                    <a:pt x="697" y="418"/>
                  </a:cubicBezTo>
                  <a:cubicBezTo>
                    <a:pt x="700" y="418"/>
                    <a:pt x="703" y="418"/>
                    <a:pt x="706" y="418"/>
                  </a:cubicBezTo>
                  <a:cubicBezTo>
                    <a:pt x="778" y="418"/>
                    <a:pt x="850" y="447"/>
                    <a:pt x="903" y="499"/>
                  </a:cubicBezTo>
                  <a:lnTo>
                    <a:pt x="1301" y="898"/>
                  </a:lnTo>
                  <a:lnTo>
                    <a:pt x="739" y="1455"/>
                  </a:lnTo>
                  <a:cubicBezTo>
                    <a:pt x="610" y="1584"/>
                    <a:pt x="701" y="1810"/>
                    <a:pt x="883" y="1810"/>
                  </a:cubicBezTo>
                  <a:cubicBezTo>
                    <a:pt x="1032" y="1810"/>
                    <a:pt x="1047" y="1704"/>
                    <a:pt x="1594" y="1191"/>
                  </a:cubicBezTo>
                  <a:lnTo>
                    <a:pt x="2251" y="1848"/>
                  </a:lnTo>
                  <a:lnTo>
                    <a:pt x="2031" y="2064"/>
                  </a:lnTo>
                  <a:cubicBezTo>
                    <a:pt x="1879" y="2213"/>
                    <a:pt x="2019" y="2424"/>
                    <a:pt x="2181" y="2424"/>
                  </a:cubicBezTo>
                  <a:cubicBezTo>
                    <a:pt x="2229" y="2424"/>
                    <a:pt x="2279" y="2405"/>
                    <a:pt x="2323" y="2362"/>
                  </a:cubicBezTo>
                  <a:lnTo>
                    <a:pt x="2544" y="2141"/>
                  </a:lnTo>
                  <a:lnTo>
                    <a:pt x="3207" y="2803"/>
                  </a:lnTo>
                  <a:lnTo>
                    <a:pt x="2645" y="3360"/>
                  </a:lnTo>
                  <a:cubicBezTo>
                    <a:pt x="2494" y="3511"/>
                    <a:pt x="2631" y="3718"/>
                    <a:pt x="2792" y="3718"/>
                  </a:cubicBezTo>
                  <a:cubicBezTo>
                    <a:pt x="2841" y="3718"/>
                    <a:pt x="2892" y="3699"/>
                    <a:pt x="2938" y="3653"/>
                  </a:cubicBezTo>
                  <a:lnTo>
                    <a:pt x="3495" y="3096"/>
                  </a:lnTo>
                  <a:lnTo>
                    <a:pt x="4157" y="3754"/>
                  </a:lnTo>
                  <a:lnTo>
                    <a:pt x="3936" y="3970"/>
                  </a:lnTo>
                  <a:cubicBezTo>
                    <a:pt x="3784" y="4118"/>
                    <a:pt x="3924" y="4330"/>
                    <a:pt x="4087" y="4330"/>
                  </a:cubicBezTo>
                  <a:cubicBezTo>
                    <a:pt x="4135" y="4330"/>
                    <a:pt x="4184" y="4311"/>
                    <a:pt x="4229" y="4267"/>
                  </a:cubicBezTo>
                  <a:lnTo>
                    <a:pt x="4450" y="4047"/>
                  </a:lnTo>
                  <a:lnTo>
                    <a:pt x="5108" y="4709"/>
                  </a:lnTo>
                  <a:lnTo>
                    <a:pt x="4551" y="5266"/>
                  </a:lnTo>
                  <a:cubicBezTo>
                    <a:pt x="4400" y="5417"/>
                    <a:pt x="4537" y="5624"/>
                    <a:pt x="4697" y="5624"/>
                  </a:cubicBezTo>
                  <a:cubicBezTo>
                    <a:pt x="4746" y="5624"/>
                    <a:pt x="4798" y="5605"/>
                    <a:pt x="4844" y="5559"/>
                  </a:cubicBezTo>
                  <a:lnTo>
                    <a:pt x="5405" y="5002"/>
                  </a:lnTo>
                  <a:lnTo>
                    <a:pt x="6063" y="5660"/>
                  </a:lnTo>
                  <a:lnTo>
                    <a:pt x="5842" y="5876"/>
                  </a:lnTo>
                  <a:cubicBezTo>
                    <a:pt x="5690" y="6024"/>
                    <a:pt x="5830" y="6235"/>
                    <a:pt x="5993" y="6235"/>
                  </a:cubicBezTo>
                  <a:cubicBezTo>
                    <a:pt x="6040" y="6235"/>
                    <a:pt x="6090" y="6217"/>
                    <a:pt x="6135" y="6173"/>
                  </a:cubicBezTo>
                  <a:lnTo>
                    <a:pt x="6356" y="5952"/>
                  </a:lnTo>
                  <a:lnTo>
                    <a:pt x="7018" y="6615"/>
                  </a:lnTo>
                  <a:lnTo>
                    <a:pt x="6457" y="7172"/>
                  </a:lnTo>
                  <a:cubicBezTo>
                    <a:pt x="6306" y="7322"/>
                    <a:pt x="6442" y="7530"/>
                    <a:pt x="6603" y="7530"/>
                  </a:cubicBezTo>
                  <a:cubicBezTo>
                    <a:pt x="6652" y="7530"/>
                    <a:pt x="6703" y="7510"/>
                    <a:pt x="6749" y="7464"/>
                  </a:cubicBezTo>
                  <a:lnTo>
                    <a:pt x="7311" y="6908"/>
                  </a:lnTo>
                  <a:lnTo>
                    <a:pt x="7969" y="7565"/>
                  </a:lnTo>
                  <a:lnTo>
                    <a:pt x="7748" y="7781"/>
                  </a:lnTo>
                  <a:cubicBezTo>
                    <a:pt x="7596" y="7930"/>
                    <a:pt x="7736" y="8141"/>
                    <a:pt x="7898" y="8141"/>
                  </a:cubicBezTo>
                  <a:cubicBezTo>
                    <a:pt x="7946" y="8141"/>
                    <a:pt x="7996" y="8123"/>
                    <a:pt x="8041" y="8079"/>
                  </a:cubicBezTo>
                  <a:lnTo>
                    <a:pt x="8261" y="7858"/>
                  </a:lnTo>
                  <a:lnTo>
                    <a:pt x="8919" y="8520"/>
                  </a:lnTo>
                  <a:lnTo>
                    <a:pt x="8362" y="9077"/>
                  </a:lnTo>
                  <a:cubicBezTo>
                    <a:pt x="8211" y="9228"/>
                    <a:pt x="8348" y="9435"/>
                    <a:pt x="8509" y="9435"/>
                  </a:cubicBezTo>
                  <a:cubicBezTo>
                    <a:pt x="8558" y="9435"/>
                    <a:pt x="8609" y="9416"/>
                    <a:pt x="8655" y="9370"/>
                  </a:cubicBezTo>
                  <a:lnTo>
                    <a:pt x="9212" y="8813"/>
                  </a:lnTo>
                  <a:lnTo>
                    <a:pt x="9874" y="9471"/>
                  </a:lnTo>
                  <a:lnTo>
                    <a:pt x="9653" y="9687"/>
                  </a:lnTo>
                  <a:cubicBezTo>
                    <a:pt x="9502" y="9834"/>
                    <a:pt x="9640" y="10044"/>
                    <a:pt x="9801" y="10044"/>
                  </a:cubicBezTo>
                  <a:cubicBezTo>
                    <a:pt x="9850" y="10044"/>
                    <a:pt x="9901" y="10025"/>
                    <a:pt x="9946" y="9980"/>
                  </a:cubicBezTo>
                  <a:lnTo>
                    <a:pt x="10167" y="9764"/>
                  </a:lnTo>
                  <a:lnTo>
                    <a:pt x="10830" y="10426"/>
                  </a:lnTo>
                  <a:lnTo>
                    <a:pt x="10268" y="10983"/>
                  </a:lnTo>
                  <a:cubicBezTo>
                    <a:pt x="10121" y="11134"/>
                    <a:pt x="10258" y="11341"/>
                    <a:pt x="10417" y="11341"/>
                  </a:cubicBezTo>
                  <a:cubicBezTo>
                    <a:pt x="10466" y="11341"/>
                    <a:pt x="10516" y="11322"/>
                    <a:pt x="10561" y="11276"/>
                  </a:cubicBezTo>
                  <a:lnTo>
                    <a:pt x="11122" y="10719"/>
                  </a:lnTo>
                  <a:lnTo>
                    <a:pt x="11785" y="11381"/>
                  </a:lnTo>
                  <a:lnTo>
                    <a:pt x="11564" y="11593"/>
                  </a:lnTo>
                  <a:cubicBezTo>
                    <a:pt x="11412" y="11744"/>
                    <a:pt x="11551" y="11953"/>
                    <a:pt x="11713" y="11953"/>
                  </a:cubicBezTo>
                  <a:cubicBezTo>
                    <a:pt x="11761" y="11953"/>
                    <a:pt x="11812" y="11934"/>
                    <a:pt x="11857" y="11890"/>
                  </a:cubicBezTo>
                  <a:lnTo>
                    <a:pt x="12078" y="11674"/>
                  </a:lnTo>
                  <a:lnTo>
                    <a:pt x="12735" y="12332"/>
                  </a:lnTo>
                  <a:lnTo>
                    <a:pt x="12178" y="12889"/>
                  </a:lnTo>
                  <a:cubicBezTo>
                    <a:pt x="12028" y="13040"/>
                    <a:pt x="12164" y="13247"/>
                    <a:pt x="12323" y="13247"/>
                  </a:cubicBezTo>
                  <a:cubicBezTo>
                    <a:pt x="12371" y="13247"/>
                    <a:pt x="12422" y="13227"/>
                    <a:pt x="12466" y="13182"/>
                  </a:cubicBezTo>
                  <a:lnTo>
                    <a:pt x="13028" y="12625"/>
                  </a:lnTo>
                  <a:lnTo>
                    <a:pt x="13450" y="13047"/>
                  </a:lnTo>
                  <a:cubicBezTo>
                    <a:pt x="13503" y="13095"/>
                    <a:pt x="13532" y="13167"/>
                    <a:pt x="13532" y="13244"/>
                  </a:cubicBezTo>
                  <a:cubicBezTo>
                    <a:pt x="13537" y="13400"/>
                    <a:pt x="13412" y="13532"/>
                    <a:pt x="13253" y="13532"/>
                  </a:cubicBezTo>
                  <a:cubicBezTo>
                    <a:pt x="13250" y="13532"/>
                    <a:pt x="13247" y="13532"/>
                    <a:pt x="13244" y="13532"/>
                  </a:cubicBezTo>
                  <a:lnTo>
                    <a:pt x="11641" y="13532"/>
                  </a:lnTo>
                  <a:cubicBezTo>
                    <a:pt x="11362" y="13532"/>
                    <a:pt x="11362" y="13950"/>
                    <a:pt x="11641" y="13950"/>
                  </a:cubicBezTo>
                  <a:lnTo>
                    <a:pt x="13244" y="13950"/>
                  </a:lnTo>
                  <a:cubicBezTo>
                    <a:pt x="13628" y="13945"/>
                    <a:pt x="13945" y="13633"/>
                    <a:pt x="13945" y="13244"/>
                  </a:cubicBezTo>
                  <a:cubicBezTo>
                    <a:pt x="13945" y="13057"/>
                    <a:pt x="13868" y="12879"/>
                    <a:pt x="13739" y="12749"/>
                  </a:cubicBezTo>
                  <a:lnTo>
                    <a:pt x="1195" y="207"/>
                  </a:lnTo>
                  <a:cubicBezTo>
                    <a:pt x="1066" y="77"/>
                    <a:pt x="888" y="0"/>
                    <a:pt x="7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89"/>
            <p:cNvSpPr/>
            <p:nvPr/>
          </p:nvSpPr>
          <p:spPr>
            <a:xfrm>
              <a:off x="1374958" y="3039185"/>
              <a:ext cx="61392" cy="72240"/>
            </a:xfrm>
            <a:custGeom>
              <a:rect b="b" l="l" r="r" t="t"/>
              <a:pathLst>
                <a:path extrusionOk="0" h="2757" w="2343">
                  <a:moveTo>
                    <a:pt x="208" y="0"/>
                  </a:moveTo>
                  <a:cubicBezTo>
                    <a:pt x="101" y="0"/>
                    <a:pt x="1" y="84"/>
                    <a:pt x="1" y="207"/>
                  </a:cubicBezTo>
                  <a:lnTo>
                    <a:pt x="1" y="2550"/>
                  </a:lnTo>
                  <a:cubicBezTo>
                    <a:pt x="1" y="2660"/>
                    <a:pt x="92" y="2756"/>
                    <a:pt x="207" y="2756"/>
                  </a:cubicBezTo>
                  <a:cubicBezTo>
                    <a:pt x="322" y="2756"/>
                    <a:pt x="414" y="2660"/>
                    <a:pt x="414" y="2545"/>
                  </a:cubicBezTo>
                  <a:lnTo>
                    <a:pt x="414" y="706"/>
                  </a:lnTo>
                  <a:lnTo>
                    <a:pt x="1902" y="2194"/>
                  </a:lnTo>
                  <a:cubicBezTo>
                    <a:pt x="1946" y="2239"/>
                    <a:pt x="1995" y="2257"/>
                    <a:pt x="2043" y="2257"/>
                  </a:cubicBezTo>
                  <a:cubicBezTo>
                    <a:pt x="2203" y="2257"/>
                    <a:pt x="2342" y="2049"/>
                    <a:pt x="2194" y="1902"/>
                  </a:cubicBezTo>
                  <a:lnTo>
                    <a:pt x="356" y="63"/>
                  </a:lnTo>
                  <a:cubicBezTo>
                    <a:pt x="312" y="20"/>
                    <a:pt x="260" y="0"/>
                    <a:pt x="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89"/>
            <p:cNvSpPr/>
            <p:nvPr/>
          </p:nvSpPr>
          <p:spPr>
            <a:xfrm>
              <a:off x="1436141" y="3102648"/>
              <a:ext cx="106513" cy="102478"/>
            </a:xfrm>
            <a:custGeom>
              <a:rect b="b" l="l" r="r" t="t"/>
              <a:pathLst>
                <a:path extrusionOk="0" h="3911" w="4065">
                  <a:moveTo>
                    <a:pt x="297" y="0"/>
                  </a:moveTo>
                  <a:cubicBezTo>
                    <a:pt x="138" y="0"/>
                    <a:pt x="0" y="207"/>
                    <a:pt x="147" y="358"/>
                  </a:cubicBezTo>
                  <a:lnTo>
                    <a:pt x="3287" y="3497"/>
                  </a:lnTo>
                  <a:lnTo>
                    <a:pt x="887" y="3497"/>
                  </a:lnTo>
                  <a:cubicBezTo>
                    <a:pt x="776" y="3497"/>
                    <a:pt x="680" y="3589"/>
                    <a:pt x="680" y="3704"/>
                  </a:cubicBezTo>
                  <a:cubicBezTo>
                    <a:pt x="680" y="3819"/>
                    <a:pt x="776" y="3910"/>
                    <a:pt x="891" y="3910"/>
                  </a:cubicBezTo>
                  <a:lnTo>
                    <a:pt x="3786" y="3910"/>
                  </a:lnTo>
                  <a:cubicBezTo>
                    <a:pt x="3973" y="3910"/>
                    <a:pt x="4064" y="3685"/>
                    <a:pt x="3935" y="3555"/>
                  </a:cubicBezTo>
                  <a:lnTo>
                    <a:pt x="440" y="65"/>
                  </a:lnTo>
                  <a:cubicBezTo>
                    <a:pt x="395" y="19"/>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89"/>
            <p:cNvSpPr/>
            <p:nvPr/>
          </p:nvSpPr>
          <p:spPr>
            <a:xfrm>
              <a:off x="1374958" y="3122142"/>
              <a:ext cx="69961" cy="82983"/>
            </a:xfrm>
            <a:custGeom>
              <a:rect b="b" l="l" r="r" t="t"/>
              <a:pathLst>
                <a:path extrusionOk="0" h="3167" w="2670">
                  <a:moveTo>
                    <a:pt x="208" y="0"/>
                  </a:moveTo>
                  <a:cubicBezTo>
                    <a:pt x="104" y="0"/>
                    <a:pt x="1" y="70"/>
                    <a:pt x="1" y="209"/>
                  </a:cubicBezTo>
                  <a:lnTo>
                    <a:pt x="1" y="2960"/>
                  </a:lnTo>
                  <a:cubicBezTo>
                    <a:pt x="1" y="3075"/>
                    <a:pt x="92" y="3166"/>
                    <a:pt x="207" y="3166"/>
                  </a:cubicBezTo>
                  <a:lnTo>
                    <a:pt x="2396" y="3166"/>
                  </a:lnTo>
                  <a:cubicBezTo>
                    <a:pt x="2670" y="3166"/>
                    <a:pt x="2670" y="2753"/>
                    <a:pt x="2396" y="2753"/>
                  </a:cubicBezTo>
                  <a:lnTo>
                    <a:pt x="418" y="2753"/>
                  </a:lnTo>
                  <a:lnTo>
                    <a:pt x="418" y="209"/>
                  </a:lnTo>
                  <a:cubicBezTo>
                    <a:pt x="416" y="70"/>
                    <a:pt x="312" y="0"/>
                    <a:pt x="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4" name="Google Shape;19524;p89"/>
          <p:cNvGrpSpPr/>
          <p:nvPr/>
        </p:nvGrpSpPr>
        <p:grpSpPr>
          <a:xfrm>
            <a:off x="859660" y="2901229"/>
            <a:ext cx="377133" cy="365341"/>
            <a:chOff x="859660" y="2901229"/>
            <a:chExt cx="377133" cy="365341"/>
          </a:xfrm>
        </p:grpSpPr>
        <p:sp>
          <p:nvSpPr>
            <p:cNvPr id="19525" name="Google Shape;19525;p89"/>
            <p:cNvSpPr/>
            <p:nvPr/>
          </p:nvSpPr>
          <p:spPr>
            <a:xfrm>
              <a:off x="859660" y="2989007"/>
              <a:ext cx="311810" cy="272087"/>
            </a:xfrm>
            <a:custGeom>
              <a:rect b="b" l="l" r="r" t="t"/>
              <a:pathLst>
                <a:path extrusionOk="0" h="10384" w="11900">
                  <a:moveTo>
                    <a:pt x="9188" y="7061"/>
                  </a:moveTo>
                  <a:cubicBezTo>
                    <a:pt x="9597" y="7061"/>
                    <a:pt x="9999" y="7331"/>
                    <a:pt x="10090" y="7806"/>
                  </a:cubicBezTo>
                  <a:cubicBezTo>
                    <a:pt x="10207" y="8413"/>
                    <a:pt x="9722" y="8897"/>
                    <a:pt x="9188" y="8897"/>
                  </a:cubicBezTo>
                  <a:cubicBezTo>
                    <a:pt x="9017" y="8897"/>
                    <a:pt x="8842" y="8847"/>
                    <a:pt x="8679" y="8737"/>
                  </a:cubicBezTo>
                  <a:cubicBezTo>
                    <a:pt x="8256" y="8454"/>
                    <a:pt x="8146" y="7882"/>
                    <a:pt x="8434" y="7460"/>
                  </a:cubicBezTo>
                  <a:lnTo>
                    <a:pt x="8434" y="7460"/>
                  </a:lnTo>
                  <a:lnTo>
                    <a:pt x="8434" y="7465"/>
                  </a:lnTo>
                  <a:cubicBezTo>
                    <a:pt x="8622" y="7189"/>
                    <a:pt x="8906" y="7061"/>
                    <a:pt x="9188" y="7061"/>
                  </a:cubicBezTo>
                  <a:close/>
                  <a:moveTo>
                    <a:pt x="5165" y="0"/>
                  </a:moveTo>
                  <a:cubicBezTo>
                    <a:pt x="3658" y="0"/>
                    <a:pt x="2249" y="744"/>
                    <a:pt x="1406" y="1988"/>
                  </a:cubicBezTo>
                  <a:cubicBezTo>
                    <a:pt x="0" y="4066"/>
                    <a:pt x="542" y="6889"/>
                    <a:pt x="2611" y="8300"/>
                  </a:cubicBezTo>
                  <a:cubicBezTo>
                    <a:pt x="2611" y="8300"/>
                    <a:pt x="5385" y="10384"/>
                    <a:pt x="8115" y="10384"/>
                  </a:cubicBezTo>
                  <a:cubicBezTo>
                    <a:pt x="9318" y="10384"/>
                    <a:pt x="10513" y="9979"/>
                    <a:pt x="11458" y="8814"/>
                  </a:cubicBezTo>
                  <a:lnTo>
                    <a:pt x="11473" y="8799"/>
                  </a:lnTo>
                  <a:cubicBezTo>
                    <a:pt x="11549" y="8684"/>
                    <a:pt x="11607" y="8564"/>
                    <a:pt x="11650" y="8439"/>
                  </a:cubicBezTo>
                  <a:cubicBezTo>
                    <a:pt x="11900" y="7690"/>
                    <a:pt x="11535" y="6879"/>
                    <a:pt x="10815" y="6562"/>
                  </a:cubicBezTo>
                  <a:cubicBezTo>
                    <a:pt x="10647" y="6490"/>
                    <a:pt x="10493" y="6404"/>
                    <a:pt x="10345" y="6303"/>
                  </a:cubicBezTo>
                  <a:cubicBezTo>
                    <a:pt x="10345" y="6303"/>
                    <a:pt x="8904" y="5487"/>
                    <a:pt x="9087" y="3749"/>
                  </a:cubicBezTo>
                  <a:cubicBezTo>
                    <a:pt x="9217" y="2583"/>
                    <a:pt x="8688" y="1441"/>
                    <a:pt x="7719" y="783"/>
                  </a:cubicBezTo>
                  <a:cubicBezTo>
                    <a:pt x="6970" y="269"/>
                    <a:pt x="6082" y="0"/>
                    <a:pt x="5179" y="0"/>
                  </a:cubicBezTo>
                  <a:cubicBezTo>
                    <a:pt x="5175" y="0"/>
                    <a:pt x="5170" y="0"/>
                    <a:pt x="516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89"/>
            <p:cNvSpPr/>
            <p:nvPr/>
          </p:nvSpPr>
          <p:spPr>
            <a:xfrm>
              <a:off x="876744" y="2989007"/>
              <a:ext cx="294726" cy="250496"/>
            </a:xfrm>
            <a:custGeom>
              <a:rect b="b" l="l" r="r" t="t"/>
              <a:pathLst>
                <a:path extrusionOk="0" h="9560" w="11248">
                  <a:moveTo>
                    <a:pt x="8541" y="7058"/>
                  </a:moveTo>
                  <a:cubicBezTo>
                    <a:pt x="8713" y="7058"/>
                    <a:pt x="8890" y="7108"/>
                    <a:pt x="9054" y="7220"/>
                  </a:cubicBezTo>
                  <a:cubicBezTo>
                    <a:pt x="9472" y="7503"/>
                    <a:pt x="9582" y="8074"/>
                    <a:pt x="9299" y="8492"/>
                  </a:cubicBezTo>
                  <a:cubicBezTo>
                    <a:pt x="9111" y="8768"/>
                    <a:pt x="8826" y="8895"/>
                    <a:pt x="8544" y="8895"/>
                  </a:cubicBezTo>
                  <a:cubicBezTo>
                    <a:pt x="8133" y="8895"/>
                    <a:pt x="7729" y="8626"/>
                    <a:pt x="7638" y="8151"/>
                  </a:cubicBezTo>
                  <a:cubicBezTo>
                    <a:pt x="7522" y="7544"/>
                    <a:pt x="8006" y="7058"/>
                    <a:pt x="8541" y="7058"/>
                  </a:cubicBezTo>
                  <a:close/>
                  <a:moveTo>
                    <a:pt x="4510" y="0"/>
                  </a:moveTo>
                  <a:cubicBezTo>
                    <a:pt x="3244" y="0"/>
                    <a:pt x="2032" y="528"/>
                    <a:pt x="1172" y="1460"/>
                  </a:cubicBezTo>
                  <a:cubicBezTo>
                    <a:pt x="1" y="3519"/>
                    <a:pt x="610" y="6135"/>
                    <a:pt x="2569" y="7474"/>
                  </a:cubicBezTo>
                  <a:cubicBezTo>
                    <a:pt x="2569" y="7474"/>
                    <a:pt x="5341" y="9559"/>
                    <a:pt x="8071" y="9559"/>
                  </a:cubicBezTo>
                  <a:cubicBezTo>
                    <a:pt x="9104" y="9559"/>
                    <a:pt x="10130" y="9261"/>
                    <a:pt x="10998" y="8439"/>
                  </a:cubicBezTo>
                  <a:cubicBezTo>
                    <a:pt x="11248" y="7690"/>
                    <a:pt x="10883" y="6879"/>
                    <a:pt x="10163" y="6562"/>
                  </a:cubicBezTo>
                  <a:cubicBezTo>
                    <a:pt x="9995" y="6490"/>
                    <a:pt x="9841" y="6404"/>
                    <a:pt x="9693" y="6303"/>
                  </a:cubicBezTo>
                  <a:cubicBezTo>
                    <a:pt x="9693" y="6303"/>
                    <a:pt x="8252" y="5487"/>
                    <a:pt x="8435" y="3749"/>
                  </a:cubicBezTo>
                  <a:cubicBezTo>
                    <a:pt x="8565" y="2583"/>
                    <a:pt x="8036" y="1441"/>
                    <a:pt x="7067" y="783"/>
                  </a:cubicBezTo>
                  <a:cubicBezTo>
                    <a:pt x="6318" y="269"/>
                    <a:pt x="5430" y="0"/>
                    <a:pt x="4527" y="0"/>
                  </a:cubicBezTo>
                  <a:cubicBezTo>
                    <a:pt x="4522" y="0"/>
                    <a:pt x="4516" y="0"/>
                    <a:pt x="4510"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89"/>
            <p:cNvSpPr/>
            <p:nvPr/>
          </p:nvSpPr>
          <p:spPr>
            <a:xfrm>
              <a:off x="954120" y="3029857"/>
              <a:ext cx="79367" cy="48737"/>
            </a:xfrm>
            <a:custGeom>
              <a:rect b="b" l="l" r="r" t="t"/>
              <a:pathLst>
                <a:path extrusionOk="0" h="1860" w="3029">
                  <a:moveTo>
                    <a:pt x="2584" y="0"/>
                  </a:moveTo>
                  <a:cubicBezTo>
                    <a:pt x="2574" y="0"/>
                    <a:pt x="2564" y="1"/>
                    <a:pt x="2554" y="2"/>
                  </a:cubicBezTo>
                  <a:lnTo>
                    <a:pt x="1555" y="54"/>
                  </a:lnTo>
                  <a:lnTo>
                    <a:pt x="974" y="83"/>
                  </a:lnTo>
                  <a:cubicBezTo>
                    <a:pt x="734" y="98"/>
                    <a:pt x="547" y="294"/>
                    <a:pt x="547" y="534"/>
                  </a:cubicBezTo>
                  <a:lnTo>
                    <a:pt x="547" y="554"/>
                  </a:lnTo>
                  <a:cubicBezTo>
                    <a:pt x="552" y="654"/>
                    <a:pt x="595" y="755"/>
                    <a:pt x="662" y="827"/>
                  </a:cubicBezTo>
                  <a:cubicBezTo>
                    <a:pt x="701" y="875"/>
                    <a:pt x="667" y="947"/>
                    <a:pt x="610" y="947"/>
                  </a:cubicBezTo>
                  <a:lnTo>
                    <a:pt x="451" y="957"/>
                  </a:lnTo>
                  <a:cubicBezTo>
                    <a:pt x="197" y="971"/>
                    <a:pt x="0" y="1182"/>
                    <a:pt x="14" y="1437"/>
                  </a:cubicBezTo>
                  <a:cubicBezTo>
                    <a:pt x="28" y="1676"/>
                    <a:pt x="230" y="1860"/>
                    <a:pt x="467" y="1860"/>
                  </a:cubicBezTo>
                  <a:cubicBezTo>
                    <a:pt x="473" y="1860"/>
                    <a:pt x="479" y="1859"/>
                    <a:pt x="485" y="1859"/>
                  </a:cubicBezTo>
                  <a:lnTo>
                    <a:pt x="974" y="1830"/>
                  </a:lnTo>
                  <a:lnTo>
                    <a:pt x="1085" y="1826"/>
                  </a:lnTo>
                  <a:lnTo>
                    <a:pt x="2055" y="1778"/>
                  </a:lnTo>
                  <a:cubicBezTo>
                    <a:pt x="2290" y="1768"/>
                    <a:pt x="2477" y="1576"/>
                    <a:pt x="2491" y="1341"/>
                  </a:cubicBezTo>
                  <a:cubicBezTo>
                    <a:pt x="2491" y="1235"/>
                    <a:pt x="2458" y="1130"/>
                    <a:pt x="2391" y="1048"/>
                  </a:cubicBezTo>
                  <a:cubicBezTo>
                    <a:pt x="2347" y="995"/>
                    <a:pt x="2381" y="914"/>
                    <a:pt x="2448" y="909"/>
                  </a:cubicBezTo>
                  <a:lnTo>
                    <a:pt x="2597" y="899"/>
                  </a:lnTo>
                  <a:cubicBezTo>
                    <a:pt x="2837" y="890"/>
                    <a:pt x="3024" y="693"/>
                    <a:pt x="3024" y="453"/>
                  </a:cubicBezTo>
                  <a:cubicBezTo>
                    <a:pt x="3024" y="443"/>
                    <a:pt x="3024" y="438"/>
                    <a:pt x="3029" y="429"/>
                  </a:cubicBezTo>
                  <a:cubicBezTo>
                    <a:pt x="3019" y="246"/>
                    <a:pt x="2899" y="88"/>
                    <a:pt x="2727" y="26"/>
                  </a:cubicBezTo>
                  <a:cubicBezTo>
                    <a:pt x="2683" y="10"/>
                    <a:pt x="2632" y="0"/>
                    <a:pt x="258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89"/>
            <p:cNvSpPr/>
            <p:nvPr/>
          </p:nvSpPr>
          <p:spPr>
            <a:xfrm>
              <a:off x="973981" y="3029988"/>
              <a:ext cx="59401" cy="47715"/>
            </a:xfrm>
            <a:custGeom>
              <a:rect b="b" l="l" r="r" t="t"/>
              <a:pathLst>
                <a:path extrusionOk="0" h="1821" w="2267">
                  <a:moveTo>
                    <a:pt x="1825" y="0"/>
                  </a:moveTo>
                  <a:cubicBezTo>
                    <a:pt x="1816" y="0"/>
                    <a:pt x="1806" y="0"/>
                    <a:pt x="1796" y="1"/>
                  </a:cubicBezTo>
                  <a:lnTo>
                    <a:pt x="797" y="54"/>
                  </a:lnTo>
                  <a:cubicBezTo>
                    <a:pt x="653" y="136"/>
                    <a:pt x="562" y="294"/>
                    <a:pt x="562" y="457"/>
                  </a:cubicBezTo>
                  <a:lnTo>
                    <a:pt x="562" y="481"/>
                  </a:lnTo>
                  <a:cubicBezTo>
                    <a:pt x="567" y="587"/>
                    <a:pt x="610" y="693"/>
                    <a:pt x="682" y="769"/>
                  </a:cubicBezTo>
                  <a:cubicBezTo>
                    <a:pt x="720" y="817"/>
                    <a:pt x="687" y="894"/>
                    <a:pt x="624" y="899"/>
                  </a:cubicBezTo>
                  <a:lnTo>
                    <a:pt x="461" y="909"/>
                  </a:lnTo>
                  <a:cubicBezTo>
                    <a:pt x="202" y="923"/>
                    <a:pt x="0" y="1149"/>
                    <a:pt x="15" y="1408"/>
                  </a:cubicBezTo>
                  <a:cubicBezTo>
                    <a:pt x="24" y="1595"/>
                    <a:pt x="149" y="1758"/>
                    <a:pt x="327" y="1821"/>
                  </a:cubicBezTo>
                  <a:lnTo>
                    <a:pt x="1297" y="1773"/>
                  </a:lnTo>
                  <a:cubicBezTo>
                    <a:pt x="1532" y="1763"/>
                    <a:pt x="1719" y="1571"/>
                    <a:pt x="1733" y="1336"/>
                  </a:cubicBezTo>
                  <a:cubicBezTo>
                    <a:pt x="1733" y="1230"/>
                    <a:pt x="1700" y="1125"/>
                    <a:pt x="1633" y="1043"/>
                  </a:cubicBezTo>
                  <a:cubicBezTo>
                    <a:pt x="1589" y="990"/>
                    <a:pt x="1623" y="909"/>
                    <a:pt x="1690" y="904"/>
                  </a:cubicBezTo>
                  <a:lnTo>
                    <a:pt x="1839" y="894"/>
                  </a:lnTo>
                  <a:cubicBezTo>
                    <a:pt x="2079" y="885"/>
                    <a:pt x="2266" y="688"/>
                    <a:pt x="2266" y="448"/>
                  </a:cubicBezTo>
                  <a:cubicBezTo>
                    <a:pt x="2266" y="438"/>
                    <a:pt x="2266" y="433"/>
                    <a:pt x="2266" y="424"/>
                  </a:cubicBezTo>
                  <a:cubicBezTo>
                    <a:pt x="2257" y="241"/>
                    <a:pt x="2137" y="88"/>
                    <a:pt x="1969" y="25"/>
                  </a:cubicBezTo>
                  <a:cubicBezTo>
                    <a:pt x="1921" y="9"/>
                    <a:pt x="1873" y="0"/>
                    <a:pt x="1825"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89"/>
            <p:cNvSpPr/>
            <p:nvPr/>
          </p:nvSpPr>
          <p:spPr>
            <a:xfrm>
              <a:off x="997616" y="3112762"/>
              <a:ext cx="62938" cy="70721"/>
            </a:xfrm>
            <a:custGeom>
              <a:rect b="b" l="l" r="r" t="t"/>
              <a:pathLst>
                <a:path extrusionOk="0" h="2699" w="2402">
                  <a:moveTo>
                    <a:pt x="1951" y="1"/>
                  </a:moveTo>
                  <a:cubicBezTo>
                    <a:pt x="1876" y="1"/>
                    <a:pt x="1799" y="19"/>
                    <a:pt x="1729" y="58"/>
                  </a:cubicBezTo>
                  <a:lnTo>
                    <a:pt x="913" y="519"/>
                  </a:lnTo>
                  <a:lnTo>
                    <a:pt x="351" y="836"/>
                  </a:lnTo>
                  <a:cubicBezTo>
                    <a:pt x="212" y="918"/>
                    <a:pt x="126" y="1067"/>
                    <a:pt x="126" y="1225"/>
                  </a:cubicBezTo>
                  <a:cubicBezTo>
                    <a:pt x="126" y="1364"/>
                    <a:pt x="188" y="1494"/>
                    <a:pt x="299" y="1580"/>
                  </a:cubicBezTo>
                  <a:cubicBezTo>
                    <a:pt x="390" y="1652"/>
                    <a:pt x="380" y="1791"/>
                    <a:pt x="279" y="1849"/>
                  </a:cubicBezTo>
                  <a:lnTo>
                    <a:pt x="275" y="1854"/>
                  </a:lnTo>
                  <a:cubicBezTo>
                    <a:pt x="87" y="1969"/>
                    <a:pt x="1" y="2199"/>
                    <a:pt x="68" y="2411"/>
                  </a:cubicBezTo>
                  <a:cubicBezTo>
                    <a:pt x="136" y="2591"/>
                    <a:pt x="307" y="2699"/>
                    <a:pt x="487" y="2699"/>
                  </a:cubicBezTo>
                  <a:cubicBezTo>
                    <a:pt x="561" y="2699"/>
                    <a:pt x="636" y="2680"/>
                    <a:pt x="707" y="2641"/>
                  </a:cubicBezTo>
                  <a:lnTo>
                    <a:pt x="1139" y="2396"/>
                  </a:lnTo>
                  <a:lnTo>
                    <a:pt x="2075" y="1868"/>
                  </a:lnTo>
                  <a:cubicBezTo>
                    <a:pt x="2271" y="1758"/>
                    <a:pt x="2363" y="1523"/>
                    <a:pt x="2281" y="1311"/>
                  </a:cubicBezTo>
                  <a:cubicBezTo>
                    <a:pt x="2238" y="1187"/>
                    <a:pt x="2142" y="1095"/>
                    <a:pt x="2017" y="1052"/>
                  </a:cubicBezTo>
                  <a:cubicBezTo>
                    <a:pt x="1964" y="1028"/>
                    <a:pt x="1959" y="956"/>
                    <a:pt x="2007" y="932"/>
                  </a:cubicBezTo>
                  <a:lnTo>
                    <a:pt x="2171" y="836"/>
                  </a:lnTo>
                  <a:cubicBezTo>
                    <a:pt x="2315" y="759"/>
                    <a:pt x="2401" y="610"/>
                    <a:pt x="2401" y="447"/>
                  </a:cubicBezTo>
                  <a:cubicBezTo>
                    <a:pt x="2401" y="370"/>
                    <a:pt x="2377" y="294"/>
                    <a:pt x="2339" y="226"/>
                  </a:cubicBezTo>
                  <a:cubicBezTo>
                    <a:pt x="2258" y="81"/>
                    <a:pt x="2107" y="1"/>
                    <a:pt x="195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89"/>
            <p:cNvSpPr/>
            <p:nvPr/>
          </p:nvSpPr>
          <p:spPr>
            <a:xfrm>
              <a:off x="1014359" y="3112762"/>
              <a:ext cx="46300" cy="62807"/>
            </a:xfrm>
            <a:custGeom>
              <a:rect b="b" l="l" r="r" t="t"/>
              <a:pathLst>
                <a:path extrusionOk="0" h="2397" w="1767">
                  <a:moveTo>
                    <a:pt x="1317" y="1"/>
                  </a:moveTo>
                  <a:cubicBezTo>
                    <a:pt x="1242" y="1"/>
                    <a:pt x="1165" y="19"/>
                    <a:pt x="1095" y="58"/>
                  </a:cubicBezTo>
                  <a:lnTo>
                    <a:pt x="279" y="519"/>
                  </a:lnTo>
                  <a:cubicBezTo>
                    <a:pt x="188" y="610"/>
                    <a:pt x="140" y="731"/>
                    <a:pt x="140" y="855"/>
                  </a:cubicBezTo>
                  <a:cubicBezTo>
                    <a:pt x="140" y="937"/>
                    <a:pt x="159" y="1014"/>
                    <a:pt x="197" y="1086"/>
                  </a:cubicBezTo>
                  <a:cubicBezTo>
                    <a:pt x="231" y="1139"/>
                    <a:pt x="269" y="1187"/>
                    <a:pt x="317" y="1225"/>
                  </a:cubicBezTo>
                  <a:cubicBezTo>
                    <a:pt x="418" y="1297"/>
                    <a:pt x="404" y="1446"/>
                    <a:pt x="298" y="1508"/>
                  </a:cubicBezTo>
                  <a:lnTo>
                    <a:pt x="293" y="1508"/>
                  </a:lnTo>
                  <a:cubicBezTo>
                    <a:pt x="92" y="1628"/>
                    <a:pt x="0" y="1873"/>
                    <a:pt x="72" y="2094"/>
                  </a:cubicBezTo>
                  <a:cubicBezTo>
                    <a:pt x="144" y="2271"/>
                    <a:pt x="312" y="2391"/>
                    <a:pt x="500" y="2396"/>
                  </a:cubicBezTo>
                  <a:lnTo>
                    <a:pt x="1436" y="1868"/>
                  </a:lnTo>
                  <a:cubicBezTo>
                    <a:pt x="1632" y="1758"/>
                    <a:pt x="1724" y="1523"/>
                    <a:pt x="1642" y="1311"/>
                  </a:cubicBezTo>
                  <a:cubicBezTo>
                    <a:pt x="1599" y="1191"/>
                    <a:pt x="1503" y="1095"/>
                    <a:pt x="1383" y="1052"/>
                  </a:cubicBezTo>
                  <a:cubicBezTo>
                    <a:pt x="1330" y="1033"/>
                    <a:pt x="1325" y="961"/>
                    <a:pt x="1373" y="932"/>
                  </a:cubicBezTo>
                  <a:lnTo>
                    <a:pt x="1536" y="841"/>
                  </a:lnTo>
                  <a:cubicBezTo>
                    <a:pt x="1680" y="759"/>
                    <a:pt x="1767" y="610"/>
                    <a:pt x="1767" y="447"/>
                  </a:cubicBezTo>
                  <a:cubicBezTo>
                    <a:pt x="1767" y="370"/>
                    <a:pt x="1743" y="294"/>
                    <a:pt x="1704" y="226"/>
                  </a:cubicBezTo>
                  <a:cubicBezTo>
                    <a:pt x="1624" y="81"/>
                    <a:pt x="1473" y="1"/>
                    <a:pt x="13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89"/>
            <p:cNvSpPr/>
            <p:nvPr/>
          </p:nvSpPr>
          <p:spPr>
            <a:xfrm>
              <a:off x="905933" y="3087555"/>
              <a:ext cx="66947" cy="68126"/>
            </a:xfrm>
            <a:custGeom>
              <a:rect b="b" l="l" r="r" t="t"/>
              <a:pathLst>
                <a:path extrusionOk="0" h="2600" w="2555">
                  <a:moveTo>
                    <a:pt x="500" y="1"/>
                  </a:moveTo>
                  <a:cubicBezTo>
                    <a:pt x="473" y="1"/>
                    <a:pt x="446" y="3"/>
                    <a:pt x="418" y="8"/>
                  </a:cubicBezTo>
                  <a:cubicBezTo>
                    <a:pt x="149" y="70"/>
                    <a:pt x="1" y="353"/>
                    <a:pt x="97" y="608"/>
                  </a:cubicBezTo>
                  <a:lnTo>
                    <a:pt x="274" y="1068"/>
                  </a:lnTo>
                  <a:lnTo>
                    <a:pt x="370" y="1313"/>
                  </a:lnTo>
                  <a:lnTo>
                    <a:pt x="663" y="2067"/>
                  </a:lnTo>
                  <a:cubicBezTo>
                    <a:pt x="733" y="2248"/>
                    <a:pt x="905" y="2365"/>
                    <a:pt x="1091" y="2365"/>
                  </a:cubicBezTo>
                  <a:cubicBezTo>
                    <a:pt x="1123" y="2365"/>
                    <a:pt x="1154" y="2362"/>
                    <a:pt x="1186" y="2355"/>
                  </a:cubicBezTo>
                  <a:cubicBezTo>
                    <a:pt x="1311" y="2326"/>
                    <a:pt x="1417" y="2245"/>
                    <a:pt x="1479" y="2134"/>
                  </a:cubicBezTo>
                  <a:cubicBezTo>
                    <a:pt x="1493" y="2109"/>
                    <a:pt x="1516" y="2097"/>
                    <a:pt x="1539" y="2097"/>
                  </a:cubicBezTo>
                  <a:cubicBezTo>
                    <a:pt x="1564" y="2097"/>
                    <a:pt x="1589" y="2111"/>
                    <a:pt x="1599" y="2139"/>
                  </a:cubicBezTo>
                  <a:lnTo>
                    <a:pt x="1666" y="2317"/>
                  </a:lnTo>
                  <a:cubicBezTo>
                    <a:pt x="1733" y="2489"/>
                    <a:pt x="1901" y="2600"/>
                    <a:pt x="2089" y="2600"/>
                  </a:cubicBezTo>
                  <a:cubicBezTo>
                    <a:pt x="2141" y="2600"/>
                    <a:pt x="2199" y="2590"/>
                    <a:pt x="2247" y="2571"/>
                  </a:cubicBezTo>
                  <a:cubicBezTo>
                    <a:pt x="2439" y="2499"/>
                    <a:pt x="2554" y="2307"/>
                    <a:pt x="2530" y="2105"/>
                  </a:cubicBezTo>
                  <a:cubicBezTo>
                    <a:pt x="2525" y="2067"/>
                    <a:pt x="2521" y="2033"/>
                    <a:pt x="2506" y="1995"/>
                  </a:cubicBezTo>
                  <a:lnTo>
                    <a:pt x="2117" y="996"/>
                  </a:lnTo>
                  <a:lnTo>
                    <a:pt x="1935" y="521"/>
                  </a:lnTo>
                  <a:cubicBezTo>
                    <a:pt x="1868" y="348"/>
                    <a:pt x="1700" y="233"/>
                    <a:pt x="1513" y="233"/>
                  </a:cubicBezTo>
                  <a:cubicBezTo>
                    <a:pt x="1354" y="233"/>
                    <a:pt x="1205" y="320"/>
                    <a:pt x="1129" y="459"/>
                  </a:cubicBezTo>
                  <a:cubicBezTo>
                    <a:pt x="1115" y="484"/>
                    <a:pt x="1090" y="496"/>
                    <a:pt x="1065" y="496"/>
                  </a:cubicBezTo>
                  <a:cubicBezTo>
                    <a:pt x="1037" y="496"/>
                    <a:pt x="1009" y="480"/>
                    <a:pt x="999" y="449"/>
                  </a:cubicBezTo>
                  <a:lnTo>
                    <a:pt x="937" y="296"/>
                  </a:lnTo>
                  <a:cubicBezTo>
                    <a:pt x="865" y="115"/>
                    <a:pt x="691" y="1"/>
                    <a:pt x="500"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89"/>
            <p:cNvSpPr/>
            <p:nvPr/>
          </p:nvSpPr>
          <p:spPr>
            <a:xfrm>
              <a:off x="913113" y="3103539"/>
              <a:ext cx="59637" cy="52143"/>
            </a:xfrm>
            <a:custGeom>
              <a:rect b="b" l="l" r="r" t="t"/>
              <a:pathLst>
                <a:path extrusionOk="0" h="1990" w="2276">
                  <a:moveTo>
                    <a:pt x="450" y="0"/>
                  </a:moveTo>
                  <a:cubicBezTo>
                    <a:pt x="422" y="0"/>
                    <a:pt x="394" y="2"/>
                    <a:pt x="365" y="7"/>
                  </a:cubicBezTo>
                  <a:cubicBezTo>
                    <a:pt x="154" y="55"/>
                    <a:pt x="5" y="238"/>
                    <a:pt x="0" y="458"/>
                  </a:cubicBezTo>
                  <a:lnTo>
                    <a:pt x="96" y="703"/>
                  </a:lnTo>
                  <a:lnTo>
                    <a:pt x="389" y="1457"/>
                  </a:lnTo>
                  <a:cubicBezTo>
                    <a:pt x="459" y="1638"/>
                    <a:pt x="631" y="1755"/>
                    <a:pt x="817" y="1755"/>
                  </a:cubicBezTo>
                  <a:cubicBezTo>
                    <a:pt x="849" y="1755"/>
                    <a:pt x="880" y="1752"/>
                    <a:pt x="912" y="1745"/>
                  </a:cubicBezTo>
                  <a:cubicBezTo>
                    <a:pt x="1037" y="1716"/>
                    <a:pt x="1143" y="1635"/>
                    <a:pt x="1205" y="1524"/>
                  </a:cubicBezTo>
                  <a:cubicBezTo>
                    <a:pt x="1219" y="1499"/>
                    <a:pt x="1242" y="1487"/>
                    <a:pt x="1265" y="1487"/>
                  </a:cubicBezTo>
                  <a:cubicBezTo>
                    <a:pt x="1290" y="1487"/>
                    <a:pt x="1315" y="1501"/>
                    <a:pt x="1325" y="1529"/>
                  </a:cubicBezTo>
                  <a:lnTo>
                    <a:pt x="1392" y="1707"/>
                  </a:lnTo>
                  <a:cubicBezTo>
                    <a:pt x="1459" y="1879"/>
                    <a:pt x="1627" y="1990"/>
                    <a:pt x="1815" y="1990"/>
                  </a:cubicBezTo>
                  <a:cubicBezTo>
                    <a:pt x="1867" y="1990"/>
                    <a:pt x="1925" y="1980"/>
                    <a:pt x="1973" y="1961"/>
                  </a:cubicBezTo>
                  <a:cubicBezTo>
                    <a:pt x="2160" y="1884"/>
                    <a:pt x="2275" y="1697"/>
                    <a:pt x="2256" y="1495"/>
                  </a:cubicBezTo>
                  <a:cubicBezTo>
                    <a:pt x="2251" y="1457"/>
                    <a:pt x="2242" y="1419"/>
                    <a:pt x="2227" y="1385"/>
                  </a:cubicBezTo>
                  <a:lnTo>
                    <a:pt x="1843" y="386"/>
                  </a:lnTo>
                  <a:cubicBezTo>
                    <a:pt x="1752" y="295"/>
                    <a:pt x="1632" y="242"/>
                    <a:pt x="1503" y="242"/>
                  </a:cubicBezTo>
                  <a:cubicBezTo>
                    <a:pt x="1335" y="242"/>
                    <a:pt x="1181" y="329"/>
                    <a:pt x="1099" y="473"/>
                  </a:cubicBezTo>
                  <a:cubicBezTo>
                    <a:pt x="1086" y="500"/>
                    <a:pt x="1060" y="514"/>
                    <a:pt x="1034" y="514"/>
                  </a:cubicBezTo>
                  <a:cubicBezTo>
                    <a:pt x="1006" y="514"/>
                    <a:pt x="977" y="498"/>
                    <a:pt x="965" y="468"/>
                  </a:cubicBezTo>
                  <a:lnTo>
                    <a:pt x="907" y="305"/>
                  </a:lnTo>
                  <a:cubicBezTo>
                    <a:pt x="828" y="116"/>
                    <a:pt x="648" y="0"/>
                    <a:pt x="450"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89"/>
            <p:cNvSpPr/>
            <p:nvPr/>
          </p:nvSpPr>
          <p:spPr>
            <a:xfrm>
              <a:off x="1108950" y="2906574"/>
              <a:ext cx="121868" cy="138297"/>
            </a:xfrm>
            <a:custGeom>
              <a:rect b="b" l="l" r="r" t="t"/>
              <a:pathLst>
                <a:path extrusionOk="0" h="5278" w="4651">
                  <a:moveTo>
                    <a:pt x="4588" y="1"/>
                  </a:moveTo>
                  <a:cubicBezTo>
                    <a:pt x="4584" y="1"/>
                    <a:pt x="4579" y="1"/>
                    <a:pt x="4575" y="2"/>
                  </a:cubicBezTo>
                  <a:cubicBezTo>
                    <a:pt x="3168" y="607"/>
                    <a:pt x="2035" y="1716"/>
                    <a:pt x="1229" y="2734"/>
                  </a:cubicBezTo>
                  <a:cubicBezTo>
                    <a:pt x="1042" y="2964"/>
                    <a:pt x="874" y="3194"/>
                    <a:pt x="720" y="3410"/>
                  </a:cubicBezTo>
                  <a:cubicBezTo>
                    <a:pt x="399" y="3871"/>
                    <a:pt x="154" y="4275"/>
                    <a:pt x="0" y="4548"/>
                  </a:cubicBezTo>
                  <a:cubicBezTo>
                    <a:pt x="154" y="4587"/>
                    <a:pt x="298" y="4659"/>
                    <a:pt x="423" y="4750"/>
                  </a:cubicBezTo>
                  <a:lnTo>
                    <a:pt x="442" y="4764"/>
                  </a:lnTo>
                  <a:cubicBezTo>
                    <a:pt x="456" y="4779"/>
                    <a:pt x="471" y="4793"/>
                    <a:pt x="485" y="4803"/>
                  </a:cubicBezTo>
                  <a:lnTo>
                    <a:pt x="504" y="4822"/>
                  </a:lnTo>
                  <a:lnTo>
                    <a:pt x="523" y="4836"/>
                  </a:lnTo>
                  <a:lnTo>
                    <a:pt x="567" y="4875"/>
                  </a:lnTo>
                  <a:cubicBezTo>
                    <a:pt x="687" y="4990"/>
                    <a:pt x="787" y="5124"/>
                    <a:pt x="850" y="5278"/>
                  </a:cubicBezTo>
                  <a:cubicBezTo>
                    <a:pt x="1099" y="5086"/>
                    <a:pt x="1459" y="4783"/>
                    <a:pt x="1867" y="4395"/>
                  </a:cubicBezTo>
                  <a:cubicBezTo>
                    <a:pt x="2055" y="4212"/>
                    <a:pt x="2256" y="4010"/>
                    <a:pt x="2458" y="3790"/>
                  </a:cubicBezTo>
                  <a:cubicBezTo>
                    <a:pt x="3336" y="2839"/>
                    <a:pt x="4258" y="1548"/>
                    <a:pt x="4642" y="65"/>
                  </a:cubicBezTo>
                  <a:cubicBezTo>
                    <a:pt x="4650" y="31"/>
                    <a:pt x="4622" y="1"/>
                    <a:pt x="4588"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89"/>
            <p:cNvSpPr/>
            <p:nvPr/>
          </p:nvSpPr>
          <p:spPr>
            <a:xfrm>
              <a:off x="1127685" y="2978186"/>
              <a:ext cx="45671" cy="43549"/>
            </a:xfrm>
            <a:custGeom>
              <a:rect b="b" l="l" r="r" t="t"/>
              <a:pathLst>
                <a:path extrusionOk="0" h="1662" w="1743">
                  <a:moveTo>
                    <a:pt x="504" y="1"/>
                  </a:moveTo>
                  <a:cubicBezTo>
                    <a:pt x="322" y="231"/>
                    <a:pt x="154" y="461"/>
                    <a:pt x="0" y="677"/>
                  </a:cubicBezTo>
                  <a:lnTo>
                    <a:pt x="1152" y="1662"/>
                  </a:lnTo>
                  <a:cubicBezTo>
                    <a:pt x="1340" y="1479"/>
                    <a:pt x="1541" y="1277"/>
                    <a:pt x="1743" y="1057"/>
                  </a:cubicBezTo>
                  <a:lnTo>
                    <a:pt x="504" y="1"/>
                  </a:ln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89"/>
            <p:cNvSpPr/>
            <p:nvPr/>
          </p:nvSpPr>
          <p:spPr>
            <a:xfrm>
              <a:off x="1028954" y="3016625"/>
              <a:ext cx="115736" cy="79132"/>
            </a:xfrm>
            <a:custGeom>
              <a:rect b="b" l="l" r="r" t="t"/>
              <a:pathLst>
                <a:path extrusionOk="0" h="3020" w="4417">
                  <a:moveTo>
                    <a:pt x="3033" y="0"/>
                  </a:moveTo>
                  <a:cubicBezTo>
                    <a:pt x="2768" y="0"/>
                    <a:pt x="2505" y="88"/>
                    <a:pt x="2285" y="243"/>
                  </a:cubicBezTo>
                  <a:cubicBezTo>
                    <a:pt x="2112" y="367"/>
                    <a:pt x="1973" y="531"/>
                    <a:pt x="1877" y="718"/>
                  </a:cubicBezTo>
                  <a:cubicBezTo>
                    <a:pt x="1848" y="775"/>
                    <a:pt x="1824" y="828"/>
                    <a:pt x="1810" y="891"/>
                  </a:cubicBezTo>
                  <a:cubicBezTo>
                    <a:pt x="1757" y="1039"/>
                    <a:pt x="1723" y="1193"/>
                    <a:pt x="1637" y="1332"/>
                  </a:cubicBezTo>
                  <a:cubicBezTo>
                    <a:pt x="1522" y="1524"/>
                    <a:pt x="1359" y="1683"/>
                    <a:pt x="1167" y="1798"/>
                  </a:cubicBezTo>
                  <a:cubicBezTo>
                    <a:pt x="970" y="1913"/>
                    <a:pt x="763" y="1995"/>
                    <a:pt x="547" y="2047"/>
                  </a:cubicBezTo>
                  <a:lnTo>
                    <a:pt x="523" y="2052"/>
                  </a:lnTo>
                  <a:cubicBezTo>
                    <a:pt x="475" y="2062"/>
                    <a:pt x="298" y="2110"/>
                    <a:pt x="139" y="2139"/>
                  </a:cubicBezTo>
                  <a:cubicBezTo>
                    <a:pt x="39" y="2158"/>
                    <a:pt x="0" y="2287"/>
                    <a:pt x="77" y="2359"/>
                  </a:cubicBezTo>
                  <a:cubicBezTo>
                    <a:pt x="616" y="2859"/>
                    <a:pt x="1214" y="3019"/>
                    <a:pt x="1759" y="3019"/>
                  </a:cubicBezTo>
                  <a:cubicBezTo>
                    <a:pt x="2733" y="3019"/>
                    <a:pt x="3538" y="2508"/>
                    <a:pt x="3538" y="2508"/>
                  </a:cubicBezTo>
                  <a:cubicBezTo>
                    <a:pt x="3639" y="2446"/>
                    <a:pt x="3735" y="2374"/>
                    <a:pt x="3821" y="2287"/>
                  </a:cubicBezTo>
                  <a:cubicBezTo>
                    <a:pt x="4316" y="1803"/>
                    <a:pt x="4416" y="1068"/>
                    <a:pt x="4047" y="540"/>
                  </a:cubicBezTo>
                  <a:cubicBezTo>
                    <a:pt x="3999" y="478"/>
                    <a:pt x="3946" y="415"/>
                    <a:pt x="3888" y="363"/>
                  </a:cubicBezTo>
                  <a:lnTo>
                    <a:pt x="3840" y="324"/>
                  </a:lnTo>
                  <a:lnTo>
                    <a:pt x="3826" y="305"/>
                  </a:lnTo>
                  <a:lnTo>
                    <a:pt x="3807" y="291"/>
                  </a:lnTo>
                  <a:cubicBezTo>
                    <a:pt x="3792" y="276"/>
                    <a:pt x="3773" y="267"/>
                    <a:pt x="3759" y="252"/>
                  </a:cubicBezTo>
                  <a:lnTo>
                    <a:pt x="3740" y="238"/>
                  </a:lnTo>
                  <a:cubicBezTo>
                    <a:pt x="3523" y="74"/>
                    <a:pt x="3277" y="0"/>
                    <a:pt x="303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89"/>
            <p:cNvSpPr/>
            <p:nvPr/>
          </p:nvSpPr>
          <p:spPr>
            <a:xfrm>
              <a:off x="1043287" y="3016625"/>
              <a:ext cx="91709" cy="58903"/>
            </a:xfrm>
            <a:custGeom>
              <a:rect b="b" l="l" r="r" t="t"/>
              <a:pathLst>
                <a:path extrusionOk="0" h="2248" w="3500">
                  <a:moveTo>
                    <a:pt x="2486" y="0"/>
                  </a:moveTo>
                  <a:cubicBezTo>
                    <a:pt x="2221" y="0"/>
                    <a:pt x="1958" y="88"/>
                    <a:pt x="1738" y="243"/>
                  </a:cubicBezTo>
                  <a:cubicBezTo>
                    <a:pt x="1565" y="367"/>
                    <a:pt x="1426" y="531"/>
                    <a:pt x="1330" y="718"/>
                  </a:cubicBezTo>
                  <a:cubicBezTo>
                    <a:pt x="1301" y="775"/>
                    <a:pt x="1277" y="828"/>
                    <a:pt x="1263" y="891"/>
                  </a:cubicBezTo>
                  <a:cubicBezTo>
                    <a:pt x="1210" y="1039"/>
                    <a:pt x="1176" y="1193"/>
                    <a:pt x="1090" y="1332"/>
                  </a:cubicBezTo>
                  <a:cubicBezTo>
                    <a:pt x="975" y="1524"/>
                    <a:pt x="812" y="1683"/>
                    <a:pt x="620" y="1798"/>
                  </a:cubicBezTo>
                  <a:cubicBezTo>
                    <a:pt x="423" y="1913"/>
                    <a:pt x="216" y="1995"/>
                    <a:pt x="0" y="2047"/>
                  </a:cubicBezTo>
                  <a:cubicBezTo>
                    <a:pt x="333" y="2193"/>
                    <a:pt x="670" y="2248"/>
                    <a:pt x="989" y="2248"/>
                  </a:cubicBezTo>
                  <a:cubicBezTo>
                    <a:pt x="1963" y="2248"/>
                    <a:pt x="2770" y="1735"/>
                    <a:pt x="2770" y="1735"/>
                  </a:cubicBezTo>
                  <a:cubicBezTo>
                    <a:pt x="2871" y="1673"/>
                    <a:pt x="2967" y="1601"/>
                    <a:pt x="3053" y="1515"/>
                  </a:cubicBezTo>
                  <a:cubicBezTo>
                    <a:pt x="3317" y="1260"/>
                    <a:pt x="3476" y="915"/>
                    <a:pt x="3500" y="545"/>
                  </a:cubicBezTo>
                  <a:cubicBezTo>
                    <a:pt x="3452" y="478"/>
                    <a:pt x="3399" y="420"/>
                    <a:pt x="3341" y="363"/>
                  </a:cubicBezTo>
                  <a:lnTo>
                    <a:pt x="3293" y="324"/>
                  </a:lnTo>
                  <a:lnTo>
                    <a:pt x="3279" y="305"/>
                  </a:lnTo>
                  <a:lnTo>
                    <a:pt x="3260" y="291"/>
                  </a:lnTo>
                  <a:cubicBezTo>
                    <a:pt x="3245" y="276"/>
                    <a:pt x="3226" y="267"/>
                    <a:pt x="3212" y="252"/>
                  </a:cubicBezTo>
                  <a:lnTo>
                    <a:pt x="3193" y="238"/>
                  </a:lnTo>
                  <a:cubicBezTo>
                    <a:pt x="2976" y="74"/>
                    <a:pt x="2730" y="0"/>
                    <a:pt x="24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7" name="Google Shape;19537;p89"/>
            <p:cNvSpPr/>
            <p:nvPr/>
          </p:nvSpPr>
          <p:spPr>
            <a:xfrm>
              <a:off x="1070721" y="3168521"/>
              <a:ext cx="59113" cy="58956"/>
            </a:xfrm>
            <a:custGeom>
              <a:rect b="b" l="l" r="r" t="t"/>
              <a:pathLst>
                <a:path extrusionOk="0" h="2250" w="2256">
                  <a:moveTo>
                    <a:pt x="1122" y="1"/>
                  </a:moveTo>
                  <a:cubicBezTo>
                    <a:pt x="847" y="1"/>
                    <a:pt x="568" y="102"/>
                    <a:pt x="341" y="326"/>
                  </a:cubicBezTo>
                  <a:cubicBezTo>
                    <a:pt x="193" y="477"/>
                    <a:pt x="330" y="686"/>
                    <a:pt x="490" y="686"/>
                  </a:cubicBezTo>
                  <a:cubicBezTo>
                    <a:pt x="538" y="686"/>
                    <a:pt x="588" y="667"/>
                    <a:pt x="633" y="623"/>
                  </a:cubicBezTo>
                  <a:cubicBezTo>
                    <a:pt x="770" y="489"/>
                    <a:pt x="948" y="422"/>
                    <a:pt x="1127" y="422"/>
                  </a:cubicBezTo>
                  <a:cubicBezTo>
                    <a:pt x="1287" y="422"/>
                    <a:pt x="1448" y="476"/>
                    <a:pt x="1579" y="585"/>
                  </a:cubicBezTo>
                  <a:cubicBezTo>
                    <a:pt x="1858" y="815"/>
                    <a:pt x="1920" y="1219"/>
                    <a:pt x="1718" y="1521"/>
                  </a:cubicBezTo>
                  <a:cubicBezTo>
                    <a:pt x="1575" y="1736"/>
                    <a:pt x="1357" y="1834"/>
                    <a:pt x="1142" y="1834"/>
                  </a:cubicBezTo>
                  <a:cubicBezTo>
                    <a:pt x="808" y="1834"/>
                    <a:pt x="478" y="1600"/>
                    <a:pt x="432" y="1204"/>
                  </a:cubicBezTo>
                  <a:cubicBezTo>
                    <a:pt x="417" y="1079"/>
                    <a:pt x="322" y="1021"/>
                    <a:pt x="227" y="1021"/>
                  </a:cubicBezTo>
                  <a:cubicBezTo>
                    <a:pt x="114" y="1021"/>
                    <a:pt x="1" y="1104"/>
                    <a:pt x="19" y="1252"/>
                  </a:cubicBezTo>
                  <a:cubicBezTo>
                    <a:pt x="92" y="1879"/>
                    <a:pt x="615" y="2250"/>
                    <a:pt x="1146" y="2250"/>
                  </a:cubicBezTo>
                  <a:cubicBezTo>
                    <a:pt x="1488" y="2250"/>
                    <a:pt x="1834" y="2095"/>
                    <a:pt x="2064" y="1756"/>
                  </a:cubicBezTo>
                  <a:cubicBezTo>
                    <a:pt x="2189" y="1569"/>
                    <a:pt x="2256" y="1353"/>
                    <a:pt x="2256" y="1127"/>
                  </a:cubicBezTo>
                  <a:cubicBezTo>
                    <a:pt x="2256" y="447"/>
                    <a:pt x="1700" y="1"/>
                    <a:pt x="1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89"/>
            <p:cNvSpPr/>
            <p:nvPr/>
          </p:nvSpPr>
          <p:spPr>
            <a:xfrm>
              <a:off x="878525" y="2983505"/>
              <a:ext cx="199113" cy="84503"/>
            </a:xfrm>
            <a:custGeom>
              <a:rect b="b" l="l" r="r" t="t"/>
              <a:pathLst>
                <a:path extrusionOk="0" h="3225" w="7599">
                  <a:moveTo>
                    <a:pt x="4499" y="1"/>
                  </a:moveTo>
                  <a:cubicBezTo>
                    <a:pt x="2689" y="1"/>
                    <a:pt x="848" y="1011"/>
                    <a:pt x="53" y="2937"/>
                  </a:cubicBezTo>
                  <a:cubicBezTo>
                    <a:pt x="0" y="3071"/>
                    <a:pt x="96" y="3220"/>
                    <a:pt x="245" y="3225"/>
                  </a:cubicBezTo>
                  <a:cubicBezTo>
                    <a:pt x="326" y="3225"/>
                    <a:pt x="403" y="3172"/>
                    <a:pt x="437" y="3095"/>
                  </a:cubicBezTo>
                  <a:cubicBezTo>
                    <a:pt x="1145" y="1381"/>
                    <a:pt x="2784" y="418"/>
                    <a:pt x="4460" y="418"/>
                  </a:cubicBezTo>
                  <a:cubicBezTo>
                    <a:pt x="5295" y="418"/>
                    <a:pt x="6140" y="657"/>
                    <a:pt x="6884" y="1161"/>
                  </a:cubicBezTo>
                  <a:cubicBezTo>
                    <a:pt x="6980" y="1228"/>
                    <a:pt x="7076" y="1300"/>
                    <a:pt x="7162" y="1377"/>
                  </a:cubicBezTo>
                  <a:cubicBezTo>
                    <a:pt x="7207" y="1416"/>
                    <a:pt x="7255" y="1432"/>
                    <a:pt x="7300" y="1432"/>
                  </a:cubicBezTo>
                  <a:cubicBezTo>
                    <a:pt x="7466" y="1432"/>
                    <a:pt x="7598" y="1208"/>
                    <a:pt x="7436" y="1065"/>
                  </a:cubicBezTo>
                  <a:cubicBezTo>
                    <a:pt x="6613" y="349"/>
                    <a:pt x="5562" y="1"/>
                    <a:pt x="44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89"/>
            <p:cNvSpPr/>
            <p:nvPr/>
          </p:nvSpPr>
          <p:spPr>
            <a:xfrm>
              <a:off x="862804" y="3077939"/>
              <a:ext cx="143642" cy="172910"/>
            </a:xfrm>
            <a:custGeom>
              <a:rect b="b" l="l" r="r" t="t"/>
              <a:pathLst>
                <a:path extrusionOk="0" h="6599" w="5482">
                  <a:moveTo>
                    <a:pt x="596" y="1"/>
                  </a:moveTo>
                  <a:cubicBezTo>
                    <a:pt x="510" y="1"/>
                    <a:pt x="425" y="49"/>
                    <a:pt x="398" y="159"/>
                  </a:cubicBezTo>
                  <a:cubicBezTo>
                    <a:pt x="0" y="2045"/>
                    <a:pt x="778" y="3989"/>
                    <a:pt x="2371" y="5079"/>
                  </a:cubicBezTo>
                  <a:cubicBezTo>
                    <a:pt x="3221" y="5688"/>
                    <a:pt x="4133" y="6188"/>
                    <a:pt x="5103" y="6581"/>
                  </a:cubicBezTo>
                  <a:cubicBezTo>
                    <a:pt x="5132" y="6593"/>
                    <a:pt x="5160" y="6598"/>
                    <a:pt x="5186" y="6598"/>
                  </a:cubicBezTo>
                  <a:cubicBezTo>
                    <a:pt x="5387" y="6598"/>
                    <a:pt x="5482" y="6287"/>
                    <a:pt x="5256" y="6197"/>
                  </a:cubicBezTo>
                  <a:lnTo>
                    <a:pt x="5256" y="6192"/>
                  </a:lnTo>
                  <a:cubicBezTo>
                    <a:pt x="4320" y="5813"/>
                    <a:pt x="3437" y="5328"/>
                    <a:pt x="2616" y="4743"/>
                  </a:cubicBezTo>
                  <a:lnTo>
                    <a:pt x="2607" y="4738"/>
                  </a:lnTo>
                  <a:cubicBezTo>
                    <a:pt x="1152" y="3744"/>
                    <a:pt x="442" y="1968"/>
                    <a:pt x="806" y="245"/>
                  </a:cubicBezTo>
                  <a:cubicBezTo>
                    <a:pt x="834" y="92"/>
                    <a:pt x="714" y="1"/>
                    <a:pt x="5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89"/>
            <p:cNvSpPr/>
            <p:nvPr/>
          </p:nvSpPr>
          <p:spPr>
            <a:xfrm>
              <a:off x="948565" y="3024564"/>
              <a:ext cx="90713" cy="59427"/>
            </a:xfrm>
            <a:custGeom>
              <a:rect b="b" l="l" r="r" t="t"/>
              <a:pathLst>
                <a:path extrusionOk="0" h="2268" w="3462">
                  <a:moveTo>
                    <a:pt x="2795" y="0"/>
                  </a:moveTo>
                  <a:cubicBezTo>
                    <a:pt x="2780" y="0"/>
                    <a:pt x="2766" y="1"/>
                    <a:pt x="2751" y="2"/>
                  </a:cubicBezTo>
                  <a:lnTo>
                    <a:pt x="1172" y="84"/>
                  </a:lnTo>
                  <a:cubicBezTo>
                    <a:pt x="730" y="103"/>
                    <a:pt x="438" y="549"/>
                    <a:pt x="591" y="962"/>
                  </a:cubicBezTo>
                  <a:cubicBezTo>
                    <a:pt x="250" y="1010"/>
                    <a:pt x="1" y="1308"/>
                    <a:pt x="15" y="1653"/>
                  </a:cubicBezTo>
                  <a:cubicBezTo>
                    <a:pt x="39" y="1999"/>
                    <a:pt x="327" y="2263"/>
                    <a:pt x="673" y="2268"/>
                  </a:cubicBezTo>
                  <a:cubicBezTo>
                    <a:pt x="706" y="2268"/>
                    <a:pt x="687" y="2268"/>
                    <a:pt x="1191" y="2239"/>
                  </a:cubicBezTo>
                  <a:cubicBezTo>
                    <a:pt x="1468" y="2229"/>
                    <a:pt x="1451" y="1825"/>
                    <a:pt x="1190" y="1825"/>
                  </a:cubicBezTo>
                  <a:cubicBezTo>
                    <a:pt x="1184" y="1825"/>
                    <a:pt x="1178" y="1826"/>
                    <a:pt x="1172" y="1826"/>
                  </a:cubicBezTo>
                  <a:lnTo>
                    <a:pt x="682" y="1850"/>
                  </a:lnTo>
                  <a:cubicBezTo>
                    <a:pt x="677" y="1850"/>
                    <a:pt x="671" y="1851"/>
                    <a:pt x="666" y="1851"/>
                  </a:cubicBezTo>
                  <a:cubicBezTo>
                    <a:pt x="534" y="1851"/>
                    <a:pt x="428" y="1744"/>
                    <a:pt x="428" y="1610"/>
                  </a:cubicBezTo>
                  <a:cubicBezTo>
                    <a:pt x="438" y="1485"/>
                    <a:pt x="538" y="1380"/>
                    <a:pt x="668" y="1370"/>
                  </a:cubicBezTo>
                  <a:lnTo>
                    <a:pt x="826" y="1365"/>
                  </a:lnTo>
                  <a:cubicBezTo>
                    <a:pt x="1066" y="1356"/>
                    <a:pt x="1186" y="1072"/>
                    <a:pt x="1028" y="895"/>
                  </a:cubicBezTo>
                  <a:cubicBezTo>
                    <a:pt x="894" y="746"/>
                    <a:pt x="994" y="501"/>
                    <a:pt x="1196" y="496"/>
                  </a:cubicBezTo>
                  <a:lnTo>
                    <a:pt x="2775" y="415"/>
                  </a:lnTo>
                  <a:cubicBezTo>
                    <a:pt x="2780" y="415"/>
                    <a:pt x="2785" y="414"/>
                    <a:pt x="2789" y="414"/>
                  </a:cubicBezTo>
                  <a:cubicBezTo>
                    <a:pt x="3098" y="414"/>
                    <a:pt x="3116" y="881"/>
                    <a:pt x="2799" y="895"/>
                  </a:cubicBezTo>
                  <a:lnTo>
                    <a:pt x="2651" y="904"/>
                  </a:lnTo>
                  <a:cubicBezTo>
                    <a:pt x="2411" y="914"/>
                    <a:pt x="2291" y="1192"/>
                    <a:pt x="2439" y="1380"/>
                  </a:cubicBezTo>
                  <a:cubicBezTo>
                    <a:pt x="2568" y="1532"/>
                    <a:pt x="2456" y="1768"/>
                    <a:pt x="2258" y="1768"/>
                  </a:cubicBezTo>
                  <a:cubicBezTo>
                    <a:pt x="2256" y="1768"/>
                    <a:pt x="2254" y="1768"/>
                    <a:pt x="2252" y="1768"/>
                  </a:cubicBezTo>
                  <a:lnTo>
                    <a:pt x="1998" y="1783"/>
                  </a:lnTo>
                  <a:cubicBezTo>
                    <a:pt x="1732" y="1802"/>
                    <a:pt x="1748" y="2196"/>
                    <a:pt x="2012" y="2196"/>
                  </a:cubicBezTo>
                  <a:cubicBezTo>
                    <a:pt x="2015" y="2196"/>
                    <a:pt x="2018" y="2196"/>
                    <a:pt x="2022" y="2196"/>
                  </a:cubicBezTo>
                  <a:lnTo>
                    <a:pt x="2276" y="2186"/>
                  </a:lnTo>
                  <a:cubicBezTo>
                    <a:pt x="2718" y="2167"/>
                    <a:pt x="3015" y="1720"/>
                    <a:pt x="2867" y="1303"/>
                  </a:cubicBezTo>
                  <a:cubicBezTo>
                    <a:pt x="3207" y="1264"/>
                    <a:pt x="3462" y="962"/>
                    <a:pt x="3443" y="621"/>
                  </a:cubicBezTo>
                  <a:cubicBezTo>
                    <a:pt x="3424" y="271"/>
                    <a:pt x="3136" y="0"/>
                    <a:pt x="27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89"/>
            <p:cNvSpPr/>
            <p:nvPr/>
          </p:nvSpPr>
          <p:spPr>
            <a:xfrm>
              <a:off x="991720" y="3107364"/>
              <a:ext cx="80520" cy="81595"/>
            </a:xfrm>
            <a:custGeom>
              <a:rect b="b" l="l" r="r" t="t"/>
              <a:pathLst>
                <a:path extrusionOk="0" h="3114" w="3073">
                  <a:moveTo>
                    <a:pt x="2180" y="0"/>
                  </a:moveTo>
                  <a:cubicBezTo>
                    <a:pt x="1882" y="0"/>
                    <a:pt x="1824" y="130"/>
                    <a:pt x="480" y="865"/>
                  </a:cubicBezTo>
                  <a:cubicBezTo>
                    <a:pt x="96" y="1081"/>
                    <a:pt x="29" y="1609"/>
                    <a:pt x="351" y="1911"/>
                  </a:cubicBezTo>
                  <a:cubicBezTo>
                    <a:pt x="101" y="2084"/>
                    <a:pt x="0" y="2401"/>
                    <a:pt x="101" y="2689"/>
                  </a:cubicBezTo>
                  <a:cubicBezTo>
                    <a:pt x="200" y="2954"/>
                    <a:pt x="453" y="3113"/>
                    <a:pt x="715" y="3113"/>
                  </a:cubicBezTo>
                  <a:cubicBezTo>
                    <a:pt x="823" y="3113"/>
                    <a:pt x="932" y="3087"/>
                    <a:pt x="1032" y="3029"/>
                  </a:cubicBezTo>
                  <a:lnTo>
                    <a:pt x="1383" y="2828"/>
                  </a:lnTo>
                  <a:cubicBezTo>
                    <a:pt x="1599" y="2720"/>
                    <a:pt x="1484" y="2430"/>
                    <a:pt x="1298" y="2430"/>
                  </a:cubicBezTo>
                  <a:cubicBezTo>
                    <a:pt x="1261" y="2430"/>
                    <a:pt x="1221" y="2442"/>
                    <a:pt x="1181" y="2468"/>
                  </a:cubicBezTo>
                  <a:lnTo>
                    <a:pt x="831" y="2665"/>
                  </a:lnTo>
                  <a:cubicBezTo>
                    <a:pt x="793" y="2686"/>
                    <a:pt x="752" y="2696"/>
                    <a:pt x="711" y="2696"/>
                  </a:cubicBezTo>
                  <a:cubicBezTo>
                    <a:pt x="615" y="2696"/>
                    <a:pt x="522" y="2638"/>
                    <a:pt x="485" y="2540"/>
                  </a:cubicBezTo>
                  <a:cubicBezTo>
                    <a:pt x="452" y="2425"/>
                    <a:pt x="500" y="2300"/>
                    <a:pt x="600" y="2237"/>
                  </a:cubicBezTo>
                  <a:lnTo>
                    <a:pt x="610" y="2237"/>
                  </a:lnTo>
                  <a:cubicBezTo>
                    <a:pt x="836" y="2103"/>
                    <a:pt x="860" y="1781"/>
                    <a:pt x="653" y="1623"/>
                  </a:cubicBezTo>
                  <a:cubicBezTo>
                    <a:pt x="514" y="1517"/>
                    <a:pt x="533" y="1306"/>
                    <a:pt x="682" y="1220"/>
                  </a:cubicBezTo>
                  <a:cubicBezTo>
                    <a:pt x="2124" y="418"/>
                    <a:pt x="2066" y="413"/>
                    <a:pt x="2176" y="413"/>
                  </a:cubicBezTo>
                  <a:cubicBezTo>
                    <a:pt x="2177" y="413"/>
                    <a:pt x="2178" y="413"/>
                    <a:pt x="2180" y="413"/>
                  </a:cubicBezTo>
                  <a:cubicBezTo>
                    <a:pt x="2309" y="413"/>
                    <a:pt x="2420" y="519"/>
                    <a:pt x="2420" y="653"/>
                  </a:cubicBezTo>
                  <a:cubicBezTo>
                    <a:pt x="2420" y="855"/>
                    <a:pt x="2213" y="893"/>
                    <a:pt x="2132" y="956"/>
                  </a:cubicBezTo>
                  <a:cubicBezTo>
                    <a:pt x="1930" y="1071"/>
                    <a:pt x="1954" y="1369"/>
                    <a:pt x="2170" y="1450"/>
                  </a:cubicBezTo>
                  <a:cubicBezTo>
                    <a:pt x="2372" y="1522"/>
                    <a:pt x="2386" y="1796"/>
                    <a:pt x="2199" y="1892"/>
                  </a:cubicBezTo>
                  <a:lnTo>
                    <a:pt x="1896" y="2060"/>
                  </a:lnTo>
                  <a:cubicBezTo>
                    <a:pt x="1679" y="2168"/>
                    <a:pt x="1796" y="2455"/>
                    <a:pt x="1983" y="2455"/>
                  </a:cubicBezTo>
                  <a:cubicBezTo>
                    <a:pt x="2019" y="2455"/>
                    <a:pt x="2058" y="2445"/>
                    <a:pt x="2098" y="2420"/>
                  </a:cubicBezTo>
                  <a:lnTo>
                    <a:pt x="2400" y="2252"/>
                  </a:lnTo>
                  <a:cubicBezTo>
                    <a:pt x="2789" y="2036"/>
                    <a:pt x="2861" y="1508"/>
                    <a:pt x="2540" y="1201"/>
                  </a:cubicBezTo>
                  <a:cubicBezTo>
                    <a:pt x="3072" y="845"/>
                    <a:pt x="2828" y="0"/>
                    <a:pt x="21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89"/>
            <p:cNvSpPr/>
            <p:nvPr/>
          </p:nvSpPr>
          <p:spPr>
            <a:xfrm>
              <a:off x="902029" y="3082131"/>
              <a:ext cx="75699" cy="79105"/>
            </a:xfrm>
            <a:custGeom>
              <a:rect b="b" l="l" r="r" t="t"/>
              <a:pathLst>
                <a:path extrusionOk="0" h="3019" w="2889">
                  <a:moveTo>
                    <a:pt x="647" y="0"/>
                  </a:moveTo>
                  <a:cubicBezTo>
                    <a:pt x="603" y="0"/>
                    <a:pt x="559" y="5"/>
                    <a:pt x="514" y="13"/>
                  </a:cubicBezTo>
                  <a:cubicBezTo>
                    <a:pt x="217" y="80"/>
                    <a:pt x="1" y="344"/>
                    <a:pt x="6" y="651"/>
                  </a:cubicBezTo>
                  <a:cubicBezTo>
                    <a:pt x="6" y="848"/>
                    <a:pt x="78" y="935"/>
                    <a:pt x="241" y="1381"/>
                  </a:cubicBezTo>
                  <a:cubicBezTo>
                    <a:pt x="274" y="1482"/>
                    <a:pt x="351" y="1524"/>
                    <a:pt x="428" y="1524"/>
                  </a:cubicBezTo>
                  <a:cubicBezTo>
                    <a:pt x="561" y="1524"/>
                    <a:pt x="698" y="1399"/>
                    <a:pt x="625" y="1232"/>
                  </a:cubicBezTo>
                  <a:cubicBezTo>
                    <a:pt x="438" y="733"/>
                    <a:pt x="418" y="728"/>
                    <a:pt x="418" y="651"/>
                  </a:cubicBezTo>
                  <a:cubicBezTo>
                    <a:pt x="418" y="527"/>
                    <a:pt x="519" y="421"/>
                    <a:pt x="644" y="411"/>
                  </a:cubicBezTo>
                  <a:cubicBezTo>
                    <a:pt x="750" y="416"/>
                    <a:pt x="846" y="479"/>
                    <a:pt x="884" y="575"/>
                  </a:cubicBezTo>
                  <a:cubicBezTo>
                    <a:pt x="922" y="637"/>
                    <a:pt x="951" y="911"/>
                    <a:pt x="1206" y="911"/>
                  </a:cubicBezTo>
                  <a:cubicBezTo>
                    <a:pt x="1306" y="906"/>
                    <a:pt x="1398" y="853"/>
                    <a:pt x="1446" y="767"/>
                  </a:cubicBezTo>
                  <a:cubicBezTo>
                    <a:pt x="1490" y="679"/>
                    <a:pt x="1575" y="637"/>
                    <a:pt x="1659" y="637"/>
                  </a:cubicBezTo>
                  <a:cubicBezTo>
                    <a:pt x="1755" y="637"/>
                    <a:pt x="1851" y="693"/>
                    <a:pt x="1887" y="800"/>
                  </a:cubicBezTo>
                  <a:cubicBezTo>
                    <a:pt x="2478" y="2341"/>
                    <a:pt x="2473" y="2274"/>
                    <a:pt x="2473" y="2360"/>
                  </a:cubicBezTo>
                  <a:cubicBezTo>
                    <a:pt x="2487" y="2521"/>
                    <a:pt x="2358" y="2616"/>
                    <a:pt x="2230" y="2616"/>
                  </a:cubicBezTo>
                  <a:cubicBezTo>
                    <a:pt x="2137" y="2616"/>
                    <a:pt x="2044" y="2565"/>
                    <a:pt x="2007" y="2452"/>
                  </a:cubicBezTo>
                  <a:lnTo>
                    <a:pt x="1940" y="2274"/>
                  </a:lnTo>
                  <a:cubicBezTo>
                    <a:pt x="1897" y="2160"/>
                    <a:pt x="1792" y="2101"/>
                    <a:pt x="1687" y="2101"/>
                  </a:cubicBezTo>
                  <a:cubicBezTo>
                    <a:pt x="1592" y="2101"/>
                    <a:pt x="1498" y="2148"/>
                    <a:pt x="1446" y="2245"/>
                  </a:cubicBezTo>
                  <a:cubicBezTo>
                    <a:pt x="1400" y="2328"/>
                    <a:pt x="1318" y="2369"/>
                    <a:pt x="1236" y="2369"/>
                  </a:cubicBezTo>
                  <a:cubicBezTo>
                    <a:pt x="1138" y="2369"/>
                    <a:pt x="1040" y="2312"/>
                    <a:pt x="1004" y="2202"/>
                  </a:cubicBezTo>
                  <a:lnTo>
                    <a:pt x="927" y="2005"/>
                  </a:lnTo>
                  <a:cubicBezTo>
                    <a:pt x="894" y="1904"/>
                    <a:pt x="817" y="1862"/>
                    <a:pt x="740" y="1862"/>
                  </a:cubicBezTo>
                  <a:cubicBezTo>
                    <a:pt x="607" y="1862"/>
                    <a:pt x="470" y="1987"/>
                    <a:pt x="543" y="2154"/>
                  </a:cubicBezTo>
                  <a:lnTo>
                    <a:pt x="620" y="2356"/>
                  </a:lnTo>
                  <a:cubicBezTo>
                    <a:pt x="723" y="2624"/>
                    <a:pt x="974" y="2779"/>
                    <a:pt x="1234" y="2779"/>
                  </a:cubicBezTo>
                  <a:cubicBezTo>
                    <a:pt x="1373" y="2779"/>
                    <a:pt x="1515" y="2734"/>
                    <a:pt x="1638" y="2639"/>
                  </a:cubicBezTo>
                  <a:cubicBezTo>
                    <a:pt x="1760" y="2900"/>
                    <a:pt x="1992" y="3019"/>
                    <a:pt x="2224" y="3019"/>
                  </a:cubicBezTo>
                  <a:cubicBezTo>
                    <a:pt x="2557" y="3019"/>
                    <a:pt x="2888" y="2774"/>
                    <a:pt x="2886" y="2360"/>
                  </a:cubicBezTo>
                  <a:cubicBezTo>
                    <a:pt x="2886" y="2149"/>
                    <a:pt x="2838" y="2149"/>
                    <a:pt x="2271" y="651"/>
                  </a:cubicBezTo>
                  <a:cubicBezTo>
                    <a:pt x="2169" y="384"/>
                    <a:pt x="1917" y="231"/>
                    <a:pt x="1657" y="231"/>
                  </a:cubicBezTo>
                  <a:cubicBezTo>
                    <a:pt x="1516" y="231"/>
                    <a:pt x="1372" y="277"/>
                    <a:pt x="1249" y="373"/>
                  </a:cubicBezTo>
                  <a:cubicBezTo>
                    <a:pt x="1134" y="140"/>
                    <a:pt x="901" y="0"/>
                    <a:pt x="64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89"/>
            <p:cNvSpPr/>
            <p:nvPr/>
          </p:nvSpPr>
          <p:spPr>
            <a:xfrm>
              <a:off x="1011267" y="2901229"/>
              <a:ext cx="225525" cy="365341"/>
            </a:xfrm>
            <a:custGeom>
              <a:rect b="b" l="l" r="r" t="t"/>
              <a:pathLst>
                <a:path extrusionOk="0" h="13943" w="8607">
                  <a:moveTo>
                    <a:pt x="8316" y="0"/>
                  </a:moveTo>
                  <a:cubicBezTo>
                    <a:pt x="8285" y="0"/>
                    <a:pt x="8253" y="6"/>
                    <a:pt x="8221" y="19"/>
                  </a:cubicBezTo>
                  <a:cubicBezTo>
                    <a:pt x="7434" y="355"/>
                    <a:pt x="6661" y="874"/>
                    <a:pt x="5927" y="1565"/>
                  </a:cubicBezTo>
                  <a:cubicBezTo>
                    <a:pt x="5746" y="1708"/>
                    <a:pt x="5891" y="1940"/>
                    <a:pt x="6059" y="1940"/>
                  </a:cubicBezTo>
                  <a:cubicBezTo>
                    <a:pt x="6110" y="1940"/>
                    <a:pt x="6163" y="1919"/>
                    <a:pt x="6210" y="1867"/>
                  </a:cubicBezTo>
                  <a:cubicBezTo>
                    <a:pt x="6762" y="1334"/>
                    <a:pt x="7391" y="888"/>
                    <a:pt x="8077" y="538"/>
                  </a:cubicBezTo>
                  <a:lnTo>
                    <a:pt x="8077" y="538"/>
                  </a:lnTo>
                  <a:cubicBezTo>
                    <a:pt x="7626" y="1978"/>
                    <a:pt x="6651" y="3269"/>
                    <a:pt x="5576" y="4325"/>
                  </a:cubicBezTo>
                  <a:cubicBezTo>
                    <a:pt x="5551" y="4315"/>
                    <a:pt x="5526" y="4311"/>
                    <a:pt x="5502" y="4311"/>
                  </a:cubicBezTo>
                  <a:cubicBezTo>
                    <a:pt x="5368" y="4311"/>
                    <a:pt x="5259" y="4446"/>
                    <a:pt x="5307" y="4584"/>
                  </a:cubicBezTo>
                  <a:cubicBezTo>
                    <a:pt x="5178" y="4704"/>
                    <a:pt x="5058" y="4810"/>
                    <a:pt x="4947" y="4911"/>
                  </a:cubicBezTo>
                  <a:cubicBezTo>
                    <a:pt x="4775" y="4642"/>
                    <a:pt x="4530" y="4431"/>
                    <a:pt x="4237" y="4301"/>
                  </a:cubicBezTo>
                  <a:cubicBezTo>
                    <a:pt x="4314" y="4181"/>
                    <a:pt x="4395" y="4056"/>
                    <a:pt x="4487" y="3922"/>
                  </a:cubicBezTo>
                  <a:cubicBezTo>
                    <a:pt x="4712" y="4099"/>
                    <a:pt x="4751" y="4186"/>
                    <a:pt x="4875" y="4186"/>
                  </a:cubicBezTo>
                  <a:cubicBezTo>
                    <a:pt x="5067" y="4186"/>
                    <a:pt x="5154" y="3946"/>
                    <a:pt x="5010" y="3821"/>
                  </a:cubicBezTo>
                  <a:lnTo>
                    <a:pt x="4722" y="3581"/>
                  </a:lnTo>
                  <a:cubicBezTo>
                    <a:pt x="4784" y="3490"/>
                    <a:pt x="4770" y="3518"/>
                    <a:pt x="4799" y="3475"/>
                  </a:cubicBezTo>
                  <a:cubicBezTo>
                    <a:pt x="4799" y="3475"/>
                    <a:pt x="4971" y="3245"/>
                    <a:pt x="4976" y="3235"/>
                  </a:cubicBezTo>
                  <a:lnTo>
                    <a:pt x="5485" y="3667"/>
                  </a:lnTo>
                  <a:cubicBezTo>
                    <a:pt x="5529" y="3704"/>
                    <a:pt x="5576" y="3720"/>
                    <a:pt x="5620" y="3720"/>
                  </a:cubicBezTo>
                  <a:cubicBezTo>
                    <a:pt x="5788" y="3720"/>
                    <a:pt x="5921" y="3496"/>
                    <a:pt x="5754" y="3355"/>
                  </a:cubicBezTo>
                  <a:lnTo>
                    <a:pt x="5235" y="2909"/>
                  </a:lnTo>
                  <a:cubicBezTo>
                    <a:pt x="5370" y="2750"/>
                    <a:pt x="5504" y="2592"/>
                    <a:pt x="5639" y="2443"/>
                  </a:cubicBezTo>
                  <a:cubicBezTo>
                    <a:pt x="5780" y="2291"/>
                    <a:pt x="5639" y="2095"/>
                    <a:pt x="5481" y="2095"/>
                  </a:cubicBezTo>
                  <a:cubicBezTo>
                    <a:pt x="5430" y="2095"/>
                    <a:pt x="5377" y="2115"/>
                    <a:pt x="5331" y="2165"/>
                  </a:cubicBezTo>
                  <a:cubicBezTo>
                    <a:pt x="5024" y="2506"/>
                    <a:pt x="4731" y="2861"/>
                    <a:pt x="4463" y="3230"/>
                  </a:cubicBezTo>
                  <a:cubicBezTo>
                    <a:pt x="4463" y="3240"/>
                    <a:pt x="4179" y="3600"/>
                    <a:pt x="3810" y="4200"/>
                  </a:cubicBezTo>
                  <a:cubicBezTo>
                    <a:pt x="3781" y="4198"/>
                    <a:pt x="3752" y="4198"/>
                    <a:pt x="3723" y="4198"/>
                  </a:cubicBezTo>
                  <a:cubicBezTo>
                    <a:pt x="3152" y="4198"/>
                    <a:pt x="2626" y="4514"/>
                    <a:pt x="2370" y="5031"/>
                  </a:cubicBezTo>
                  <a:cubicBezTo>
                    <a:pt x="2259" y="5242"/>
                    <a:pt x="2235" y="5467"/>
                    <a:pt x="2139" y="5631"/>
                  </a:cubicBezTo>
                  <a:cubicBezTo>
                    <a:pt x="2038" y="5789"/>
                    <a:pt x="1899" y="5928"/>
                    <a:pt x="1736" y="6024"/>
                  </a:cubicBezTo>
                  <a:cubicBezTo>
                    <a:pt x="1539" y="6135"/>
                    <a:pt x="1328" y="6216"/>
                    <a:pt x="1107" y="6264"/>
                  </a:cubicBezTo>
                  <a:cubicBezTo>
                    <a:pt x="1035" y="6283"/>
                    <a:pt x="901" y="6317"/>
                    <a:pt x="781" y="6341"/>
                  </a:cubicBezTo>
                  <a:cubicBezTo>
                    <a:pt x="507" y="6389"/>
                    <a:pt x="411" y="6730"/>
                    <a:pt x="613" y="6917"/>
                  </a:cubicBezTo>
                  <a:cubicBezTo>
                    <a:pt x="757" y="7051"/>
                    <a:pt x="915" y="7167"/>
                    <a:pt x="1083" y="7267"/>
                  </a:cubicBezTo>
                  <a:cubicBezTo>
                    <a:pt x="1123" y="7293"/>
                    <a:pt x="1163" y="7304"/>
                    <a:pt x="1200" y="7304"/>
                  </a:cubicBezTo>
                  <a:cubicBezTo>
                    <a:pt x="1384" y="7304"/>
                    <a:pt x="1502" y="7028"/>
                    <a:pt x="1294" y="6912"/>
                  </a:cubicBezTo>
                  <a:cubicBezTo>
                    <a:pt x="1194" y="6855"/>
                    <a:pt x="1098" y="6787"/>
                    <a:pt x="1011" y="6715"/>
                  </a:cubicBezTo>
                  <a:cubicBezTo>
                    <a:pt x="1626" y="6571"/>
                    <a:pt x="2168" y="6384"/>
                    <a:pt x="2490" y="5847"/>
                  </a:cubicBezTo>
                  <a:cubicBezTo>
                    <a:pt x="2629" y="5621"/>
                    <a:pt x="2648" y="5386"/>
                    <a:pt x="2739" y="5218"/>
                  </a:cubicBezTo>
                  <a:cubicBezTo>
                    <a:pt x="2917" y="4866"/>
                    <a:pt x="3290" y="4612"/>
                    <a:pt x="3696" y="4612"/>
                  </a:cubicBezTo>
                  <a:cubicBezTo>
                    <a:pt x="3937" y="4612"/>
                    <a:pt x="4190" y="4702"/>
                    <a:pt x="4419" y="4915"/>
                  </a:cubicBezTo>
                  <a:cubicBezTo>
                    <a:pt x="4952" y="5415"/>
                    <a:pt x="4799" y="6307"/>
                    <a:pt x="4103" y="6735"/>
                  </a:cubicBezTo>
                  <a:cubicBezTo>
                    <a:pt x="3635" y="7013"/>
                    <a:pt x="3015" y="7213"/>
                    <a:pt x="2420" y="7213"/>
                  </a:cubicBezTo>
                  <a:cubicBezTo>
                    <a:pt x="2276" y="7213"/>
                    <a:pt x="2134" y="7202"/>
                    <a:pt x="1995" y="7176"/>
                  </a:cubicBezTo>
                  <a:cubicBezTo>
                    <a:pt x="1979" y="7173"/>
                    <a:pt x="1963" y="7172"/>
                    <a:pt x="1949" y="7172"/>
                  </a:cubicBezTo>
                  <a:cubicBezTo>
                    <a:pt x="1718" y="7172"/>
                    <a:pt x="1666" y="7535"/>
                    <a:pt x="1918" y="7584"/>
                  </a:cubicBezTo>
                  <a:cubicBezTo>
                    <a:pt x="2089" y="7614"/>
                    <a:pt x="2261" y="7629"/>
                    <a:pt x="2434" y="7629"/>
                  </a:cubicBezTo>
                  <a:cubicBezTo>
                    <a:pt x="2650" y="7629"/>
                    <a:pt x="2866" y="7606"/>
                    <a:pt x="3080" y="7560"/>
                  </a:cubicBezTo>
                  <a:cubicBezTo>
                    <a:pt x="3143" y="8722"/>
                    <a:pt x="3911" y="9648"/>
                    <a:pt x="4943" y="10100"/>
                  </a:cubicBezTo>
                  <a:cubicBezTo>
                    <a:pt x="5696" y="10426"/>
                    <a:pt x="5970" y="11362"/>
                    <a:pt x="5504" y="12039"/>
                  </a:cubicBezTo>
                  <a:cubicBezTo>
                    <a:pt x="4642" y="13097"/>
                    <a:pt x="3533" y="13527"/>
                    <a:pt x="2316" y="13527"/>
                  </a:cubicBezTo>
                  <a:cubicBezTo>
                    <a:pt x="1683" y="13527"/>
                    <a:pt x="1021" y="13411"/>
                    <a:pt x="349" y="13205"/>
                  </a:cubicBezTo>
                  <a:cubicBezTo>
                    <a:pt x="326" y="13199"/>
                    <a:pt x="305" y="13196"/>
                    <a:pt x="285" y="13196"/>
                  </a:cubicBezTo>
                  <a:cubicBezTo>
                    <a:pt x="73" y="13196"/>
                    <a:pt x="1" y="13520"/>
                    <a:pt x="229" y="13599"/>
                  </a:cubicBezTo>
                  <a:cubicBezTo>
                    <a:pt x="949" y="13820"/>
                    <a:pt x="1655" y="13942"/>
                    <a:pt x="2329" y="13942"/>
                  </a:cubicBezTo>
                  <a:cubicBezTo>
                    <a:pt x="3675" y="13942"/>
                    <a:pt x="4890" y="13454"/>
                    <a:pt x="5831" y="12293"/>
                  </a:cubicBezTo>
                  <a:cubicBezTo>
                    <a:pt x="5840" y="12284"/>
                    <a:pt x="5850" y="12269"/>
                    <a:pt x="5855" y="12260"/>
                  </a:cubicBezTo>
                  <a:cubicBezTo>
                    <a:pt x="6455" y="11367"/>
                    <a:pt x="6095" y="10148"/>
                    <a:pt x="5111" y="9720"/>
                  </a:cubicBezTo>
                  <a:cubicBezTo>
                    <a:pt x="4208" y="9327"/>
                    <a:pt x="3512" y="8501"/>
                    <a:pt x="3488" y="7455"/>
                  </a:cubicBezTo>
                  <a:cubicBezTo>
                    <a:pt x="3776" y="7368"/>
                    <a:pt x="4055" y="7243"/>
                    <a:pt x="4319" y="7085"/>
                  </a:cubicBezTo>
                  <a:cubicBezTo>
                    <a:pt x="4976" y="6677"/>
                    <a:pt x="5259" y="5943"/>
                    <a:pt x="5106" y="5314"/>
                  </a:cubicBezTo>
                  <a:cubicBezTo>
                    <a:pt x="6608" y="4032"/>
                    <a:pt x="8063" y="2270"/>
                    <a:pt x="8562" y="317"/>
                  </a:cubicBezTo>
                  <a:cubicBezTo>
                    <a:pt x="8606" y="149"/>
                    <a:pt x="8473" y="0"/>
                    <a:pt x="83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4" name="Google Shape;19544;p89"/>
          <p:cNvGrpSpPr/>
          <p:nvPr/>
        </p:nvGrpSpPr>
        <p:grpSpPr>
          <a:xfrm>
            <a:off x="3090671" y="3365275"/>
            <a:ext cx="323365" cy="365420"/>
            <a:chOff x="3090671" y="3365275"/>
            <a:chExt cx="323365" cy="365420"/>
          </a:xfrm>
        </p:grpSpPr>
        <p:sp>
          <p:nvSpPr>
            <p:cNvPr id="19545" name="Google Shape;19545;p89"/>
            <p:cNvSpPr/>
            <p:nvPr/>
          </p:nvSpPr>
          <p:spPr>
            <a:xfrm>
              <a:off x="3191577" y="3371066"/>
              <a:ext cx="96635" cy="230503"/>
            </a:xfrm>
            <a:custGeom>
              <a:rect b="b" l="l" r="r" t="t"/>
              <a:pathLst>
                <a:path extrusionOk="0" h="8797" w="3688">
                  <a:moveTo>
                    <a:pt x="1200" y="1"/>
                  </a:moveTo>
                  <a:cubicBezTo>
                    <a:pt x="1152" y="1"/>
                    <a:pt x="1103" y="12"/>
                    <a:pt x="1057" y="36"/>
                  </a:cubicBezTo>
                  <a:cubicBezTo>
                    <a:pt x="1033" y="51"/>
                    <a:pt x="1009" y="65"/>
                    <a:pt x="980" y="79"/>
                  </a:cubicBezTo>
                  <a:cubicBezTo>
                    <a:pt x="318" y="473"/>
                    <a:pt x="1" y="1255"/>
                    <a:pt x="202" y="1999"/>
                  </a:cubicBezTo>
                  <a:lnTo>
                    <a:pt x="2036" y="8797"/>
                  </a:lnTo>
                  <a:lnTo>
                    <a:pt x="3687" y="8350"/>
                  </a:lnTo>
                  <a:lnTo>
                    <a:pt x="3467" y="7524"/>
                  </a:lnTo>
                  <a:lnTo>
                    <a:pt x="1547" y="382"/>
                  </a:lnTo>
                  <a:lnTo>
                    <a:pt x="1499" y="228"/>
                  </a:lnTo>
                  <a:cubicBezTo>
                    <a:pt x="1460" y="87"/>
                    <a:pt x="1333" y="1"/>
                    <a:pt x="120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89"/>
            <p:cNvSpPr/>
            <p:nvPr/>
          </p:nvSpPr>
          <p:spPr>
            <a:xfrm>
              <a:off x="3215736" y="3371197"/>
              <a:ext cx="66685" cy="201445"/>
            </a:xfrm>
            <a:custGeom>
              <a:rect b="b" l="l" r="r" t="t"/>
              <a:pathLst>
                <a:path extrusionOk="0" h="7688" w="2545">
                  <a:moveTo>
                    <a:pt x="281" y="0"/>
                  </a:moveTo>
                  <a:cubicBezTo>
                    <a:pt x="232" y="0"/>
                    <a:pt x="182" y="12"/>
                    <a:pt x="135" y="36"/>
                  </a:cubicBezTo>
                  <a:cubicBezTo>
                    <a:pt x="111" y="46"/>
                    <a:pt x="87" y="60"/>
                    <a:pt x="63" y="74"/>
                  </a:cubicBezTo>
                  <a:cubicBezTo>
                    <a:pt x="1" y="343"/>
                    <a:pt x="10" y="622"/>
                    <a:pt x="82" y="890"/>
                  </a:cubicBezTo>
                  <a:lnTo>
                    <a:pt x="1916" y="7687"/>
                  </a:lnTo>
                  <a:lnTo>
                    <a:pt x="2545" y="7519"/>
                  </a:lnTo>
                  <a:lnTo>
                    <a:pt x="625" y="382"/>
                  </a:lnTo>
                  <a:lnTo>
                    <a:pt x="581" y="223"/>
                  </a:lnTo>
                  <a:cubicBezTo>
                    <a:pt x="539" y="86"/>
                    <a:pt x="414" y="0"/>
                    <a:pt x="28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89"/>
            <p:cNvSpPr/>
            <p:nvPr/>
          </p:nvSpPr>
          <p:spPr>
            <a:xfrm>
              <a:off x="3216496" y="3371197"/>
              <a:ext cx="95744" cy="230372"/>
            </a:xfrm>
            <a:custGeom>
              <a:rect b="b" l="l" r="r" t="t"/>
              <a:pathLst>
                <a:path extrusionOk="0" h="8792" w="3654">
                  <a:moveTo>
                    <a:pt x="2485" y="0"/>
                  </a:moveTo>
                  <a:cubicBezTo>
                    <a:pt x="2350" y="0"/>
                    <a:pt x="2223" y="87"/>
                    <a:pt x="2184" y="228"/>
                  </a:cubicBezTo>
                  <a:lnTo>
                    <a:pt x="2141" y="382"/>
                  </a:lnTo>
                  <a:lnTo>
                    <a:pt x="0" y="8350"/>
                  </a:lnTo>
                  <a:lnTo>
                    <a:pt x="672" y="8528"/>
                  </a:lnTo>
                  <a:lnTo>
                    <a:pt x="1652" y="8792"/>
                  </a:lnTo>
                  <a:lnTo>
                    <a:pt x="3485" y="1994"/>
                  </a:lnTo>
                  <a:cubicBezTo>
                    <a:pt x="3653" y="1370"/>
                    <a:pt x="3457" y="708"/>
                    <a:pt x="2972" y="276"/>
                  </a:cubicBezTo>
                  <a:cubicBezTo>
                    <a:pt x="2871" y="185"/>
                    <a:pt x="2751" y="103"/>
                    <a:pt x="2631" y="36"/>
                  </a:cubicBezTo>
                  <a:cubicBezTo>
                    <a:pt x="2584" y="12"/>
                    <a:pt x="2534" y="0"/>
                    <a:pt x="2485"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89"/>
            <p:cNvSpPr/>
            <p:nvPr/>
          </p:nvSpPr>
          <p:spPr>
            <a:xfrm>
              <a:off x="3234104" y="3378403"/>
              <a:ext cx="78136" cy="223167"/>
            </a:xfrm>
            <a:custGeom>
              <a:rect b="b" l="l" r="r" t="t"/>
              <a:pathLst>
                <a:path extrusionOk="0" h="8517" w="2982">
                  <a:moveTo>
                    <a:pt x="2300" y="1"/>
                  </a:moveTo>
                  <a:cubicBezTo>
                    <a:pt x="2242" y="39"/>
                    <a:pt x="2194" y="102"/>
                    <a:pt x="2175" y="174"/>
                  </a:cubicBezTo>
                  <a:lnTo>
                    <a:pt x="2132" y="327"/>
                  </a:lnTo>
                  <a:lnTo>
                    <a:pt x="0" y="8253"/>
                  </a:lnTo>
                  <a:lnTo>
                    <a:pt x="980" y="8517"/>
                  </a:lnTo>
                  <a:lnTo>
                    <a:pt x="2813" y="1719"/>
                  </a:lnTo>
                  <a:cubicBezTo>
                    <a:pt x="2981" y="1095"/>
                    <a:pt x="2785" y="428"/>
                    <a:pt x="2300"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89"/>
            <p:cNvSpPr/>
            <p:nvPr/>
          </p:nvSpPr>
          <p:spPr>
            <a:xfrm>
              <a:off x="3227422" y="3520761"/>
              <a:ext cx="169583" cy="204406"/>
            </a:xfrm>
            <a:custGeom>
              <a:rect b="b" l="l" r="r" t="t"/>
              <a:pathLst>
                <a:path extrusionOk="0" h="7801" w="6472">
                  <a:moveTo>
                    <a:pt x="3789" y="4056"/>
                  </a:moveTo>
                  <a:cubicBezTo>
                    <a:pt x="3814" y="4056"/>
                    <a:pt x="3840" y="4057"/>
                    <a:pt x="3865" y="4058"/>
                  </a:cubicBezTo>
                  <a:cubicBezTo>
                    <a:pt x="4604" y="4092"/>
                    <a:pt x="5176" y="4725"/>
                    <a:pt x="5137" y="5464"/>
                  </a:cubicBezTo>
                  <a:cubicBezTo>
                    <a:pt x="5096" y="6243"/>
                    <a:pt x="4452" y="6736"/>
                    <a:pt x="3789" y="6736"/>
                  </a:cubicBezTo>
                  <a:cubicBezTo>
                    <a:pt x="3437" y="6736"/>
                    <a:pt x="3080" y="6598"/>
                    <a:pt x="2804" y="6290"/>
                  </a:cubicBezTo>
                  <a:cubicBezTo>
                    <a:pt x="2020" y="5426"/>
                    <a:pt x="2646" y="4056"/>
                    <a:pt x="3789" y="4056"/>
                  </a:cubicBezTo>
                  <a:close/>
                  <a:moveTo>
                    <a:pt x="955" y="0"/>
                  </a:moveTo>
                  <a:cubicBezTo>
                    <a:pt x="881" y="0"/>
                    <a:pt x="805" y="10"/>
                    <a:pt x="731" y="31"/>
                  </a:cubicBezTo>
                  <a:cubicBezTo>
                    <a:pt x="275" y="151"/>
                    <a:pt x="1" y="621"/>
                    <a:pt x="126" y="1077"/>
                  </a:cubicBezTo>
                  <a:lnTo>
                    <a:pt x="1470" y="6069"/>
                  </a:lnTo>
                  <a:cubicBezTo>
                    <a:pt x="1784" y="7120"/>
                    <a:pt x="2745" y="7801"/>
                    <a:pt x="3792" y="7801"/>
                  </a:cubicBezTo>
                  <a:cubicBezTo>
                    <a:pt x="4008" y="7801"/>
                    <a:pt x="4228" y="7772"/>
                    <a:pt x="4446" y="7711"/>
                  </a:cubicBezTo>
                  <a:cubicBezTo>
                    <a:pt x="5718" y="7356"/>
                    <a:pt x="6472" y="6045"/>
                    <a:pt x="6136" y="4764"/>
                  </a:cubicBezTo>
                  <a:cubicBezTo>
                    <a:pt x="5837" y="3652"/>
                    <a:pt x="4841" y="2969"/>
                    <a:pt x="3794" y="2969"/>
                  </a:cubicBezTo>
                  <a:cubicBezTo>
                    <a:pt x="3358" y="2969"/>
                    <a:pt x="2913" y="3087"/>
                    <a:pt x="2507" y="3343"/>
                  </a:cubicBezTo>
                  <a:lnTo>
                    <a:pt x="1777" y="631"/>
                  </a:lnTo>
                  <a:cubicBezTo>
                    <a:pt x="1673" y="250"/>
                    <a:pt x="1328" y="0"/>
                    <a:pt x="955"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89"/>
            <p:cNvSpPr/>
            <p:nvPr/>
          </p:nvSpPr>
          <p:spPr>
            <a:xfrm>
              <a:off x="3108568" y="3520551"/>
              <a:ext cx="168587" cy="204851"/>
            </a:xfrm>
            <a:custGeom>
              <a:rect b="b" l="l" r="r" t="t"/>
              <a:pathLst>
                <a:path extrusionOk="0" h="7818" w="6434">
                  <a:moveTo>
                    <a:pt x="2625" y="4055"/>
                  </a:moveTo>
                  <a:cubicBezTo>
                    <a:pt x="2742" y="4055"/>
                    <a:pt x="2863" y="4071"/>
                    <a:pt x="2986" y="4104"/>
                  </a:cubicBezTo>
                  <a:cubicBezTo>
                    <a:pt x="3702" y="4296"/>
                    <a:pt x="4124" y="5031"/>
                    <a:pt x="3932" y="5746"/>
                  </a:cubicBezTo>
                  <a:cubicBezTo>
                    <a:pt x="3758" y="6389"/>
                    <a:pt x="3198" y="6735"/>
                    <a:pt x="2633" y="6735"/>
                  </a:cubicBezTo>
                  <a:cubicBezTo>
                    <a:pt x="2186" y="6735"/>
                    <a:pt x="1737" y="6519"/>
                    <a:pt x="1474" y="6063"/>
                  </a:cubicBezTo>
                  <a:cubicBezTo>
                    <a:pt x="943" y="5141"/>
                    <a:pt x="1648" y="4055"/>
                    <a:pt x="2625" y="4055"/>
                  </a:cubicBezTo>
                  <a:close/>
                  <a:moveTo>
                    <a:pt x="5488" y="0"/>
                  </a:moveTo>
                  <a:cubicBezTo>
                    <a:pt x="5110" y="0"/>
                    <a:pt x="4762" y="251"/>
                    <a:pt x="4657" y="634"/>
                  </a:cubicBezTo>
                  <a:lnTo>
                    <a:pt x="3927" y="3346"/>
                  </a:lnTo>
                  <a:cubicBezTo>
                    <a:pt x="3529" y="3095"/>
                    <a:pt x="3079" y="2971"/>
                    <a:pt x="2631" y="2971"/>
                  </a:cubicBezTo>
                  <a:cubicBezTo>
                    <a:pt x="2086" y="2971"/>
                    <a:pt x="1543" y="3155"/>
                    <a:pt x="1100" y="3519"/>
                  </a:cubicBezTo>
                  <a:cubicBezTo>
                    <a:pt x="294" y="4176"/>
                    <a:pt x="1" y="5280"/>
                    <a:pt x="370" y="6255"/>
                  </a:cubicBezTo>
                  <a:cubicBezTo>
                    <a:pt x="728" y="7198"/>
                    <a:pt x="1629" y="7817"/>
                    <a:pt x="2631" y="7817"/>
                  </a:cubicBezTo>
                  <a:cubicBezTo>
                    <a:pt x="2665" y="7817"/>
                    <a:pt x="2698" y="7816"/>
                    <a:pt x="2732" y="7815"/>
                  </a:cubicBezTo>
                  <a:cubicBezTo>
                    <a:pt x="3774" y="7772"/>
                    <a:pt x="4671" y="7071"/>
                    <a:pt x="4964" y="6068"/>
                  </a:cubicBezTo>
                  <a:lnTo>
                    <a:pt x="6308" y="1080"/>
                  </a:lnTo>
                  <a:cubicBezTo>
                    <a:pt x="6433" y="619"/>
                    <a:pt x="6164" y="154"/>
                    <a:pt x="5703" y="29"/>
                  </a:cubicBezTo>
                  <a:lnTo>
                    <a:pt x="5708" y="29"/>
                  </a:lnTo>
                  <a:cubicBezTo>
                    <a:pt x="5635" y="10"/>
                    <a:pt x="5561" y="0"/>
                    <a:pt x="5488"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89"/>
            <p:cNvSpPr/>
            <p:nvPr/>
          </p:nvSpPr>
          <p:spPr>
            <a:xfrm>
              <a:off x="3244663" y="3536640"/>
              <a:ext cx="15381" cy="15381"/>
            </a:xfrm>
            <a:custGeom>
              <a:rect b="b" l="l" r="r" t="t"/>
              <a:pathLst>
                <a:path extrusionOk="0" h="587" w="587">
                  <a:moveTo>
                    <a:pt x="293" y="1"/>
                  </a:moveTo>
                  <a:cubicBezTo>
                    <a:pt x="130" y="1"/>
                    <a:pt x="1" y="130"/>
                    <a:pt x="1" y="293"/>
                  </a:cubicBezTo>
                  <a:cubicBezTo>
                    <a:pt x="1" y="457"/>
                    <a:pt x="130" y="586"/>
                    <a:pt x="293" y="586"/>
                  </a:cubicBezTo>
                  <a:cubicBezTo>
                    <a:pt x="452" y="586"/>
                    <a:pt x="586" y="457"/>
                    <a:pt x="586" y="293"/>
                  </a:cubicBezTo>
                  <a:cubicBezTo>
                    <a:pt x="586" y="130"/>
                    <a:pt x="452"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89"/>
            <p:cNvSpPr/>
            <p:nvPr/>
          </p:nvSpPr>
          <p:spPr>
            <a:xfrm>
              <a:off x="3283024" y="3621143"/>
              <a:ext cx="84555" cy="81149"/>
            </a:xfrm>
            <a:custGeom>
              <a:rect b="b" l="l" r="r" t="t"/>
              <a:pathLst>
                <a:path extrusionOk="0" h="3097" w="3227">
                  <a:moveTo>
                    <a:pt x="1674" y="1"/>
                  </a:moveTo>
                  <a:cubicBezTo>
                    <a:pt x="1482" y="1"/>
                    <a:pt x="1287" y="37"/>
                    <a:pt x="1100" y="112"/>
                  </a:cubicBezTo>
                  <a:cubicBezTo>
                    <a:pt x="394" y="395"/>
                    <a:pt x="1" y="1153"/>
                    <a:pt x="169" y="1897"/>
                  </a:cubicBezTo>
                  <a:cubicBezTo>
                    <a:pt x="333" y="2601"/>
                    <a:pt x="964" y="3096"/>
                    <a:pt x="1678" y="3096"/>
                  </a:cubicBezTo>
                  <a:cubicBezTo>
                    <a:pt x="1714" y="3096"/>
                    <a:pt x="1750" y="3095"/>
                    <a:pt x="1786" y="3093"/>
                  </a:cubicBezTo>
                  <a:cubicBezTo>
                    <a:pt x="2550" y="3035"/>
                    <a:pt x="3154" y="2435"/>
                    <a:pt x="3217" y="1677"/>
                  </a:cubicBezTo>
                  <a:cubicBezTo>
                    <a:pt x="3226" y="1561"/>
                    <a:pt x="3145" y="1461"/>
                    <a:pt x="3030" y="1451"/>
                  </a:cubicBezTo>
                  <a:cubicBezTo>
                    <a:pt x="3024" y="1451"/>
                    <a:pt x="3018" y="1450"/>
                    <a:pt x="3012" y="1450"/>
                  </a:cubicBezTo>
                  <a:cubicBezTo>
                    <a:pt x="2904" y="1450"/>
                    <a:pt x="2813" y="1534"/>
                    <a:pt x="2804" y="1643"/>
                  </a:cubicBezTo>
                  <a:cubicBezTo>
                    <a:pt x="2753" y="2228"/>
                    <a:pt x="2263" y="2676"/>
                    <a:pt x="1674" y="2676"/>
                  </a:cubicBezTo>
                  <a:cubicBezTo>
                    <a:pt x="1659" y="2676"/>
                    <a:pt x="1643" y="2676"/>
                    <a:pt x="1628" y="2675"/>
                  </a:cubicBezTo>
                  <a:cubicBezTo>
                    <a:pt x="1023" y="2651"/>
                    <a:pt x="548" y="2152"/>
                    <a:pt x="543" y="1547"/>
                  </a:cubicBezTo>
                  <a:cubicBezTo>
                    <a:pt x="543" y="841"/>
                    <a:pt x="1111" y="415"/>
                    <a:pt x="1686" y="415"/>
                  </a:cubicBezTo>
                  <a:cubicBezTo>
                    <a:pt x="2053" y="415"/>
                    <a:pt x="2422" y="588"/>
                    <a:pt x="2650" y="971"/>
                  </a:cubicBezTo>
                  <a:cubicBezTo>
                    <a:pt x="2693" y="1044"/>
                    <a:pt x="2757" y="1074"/>
                    <a:pt x="2821" y="1074"/>
                  </a:cubicBezTo>
                  <a:cubicBezTo>
                    <a:pt x="2964" y="1074"/>
                    <a:pt x="3105" y="922"/>
                    <a:pt x="3006" y="760"/>
                  </a:cubicBezTo>
                  <a:cubicBezTo>
                    <a:pt x="2720" y="277"/>
                    <a:pt x="2206" y="1"/>
                    <a:pt x="16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89"/>
            <p:cNvSpPr/>
            <p:nvPr/>
          </p:nvSpPr>
          <p:spPr>
            <a:xfrm>
              <a:off x="3132595" y="3621090"/>
              <a:ext cx="88957" cy="81123"/>
            </a:xfrm>
            <a:custGeom>
              <a:rect b="b" l="l" r="r" t="t"/>
              <a:pathLst>
                <a:path extrusionOk="0" h="3096" w="3395">
                  <a:moveTo>
                    <a:pt x="1721" y="1"/>
                  </a:moveTo>
                  <a:cubicBezTo>
                    <a:pt x="1104" y="1"/>
                    <a:pt x="527" y="370"/>
                    <a:pt x="289" y="963"/>
                  </a:cubicBezTo>
                  <a:cubicBezTo>
                    <a:pt x="1" y="1669"/>
                    <a:pt x="269" y="2480"/>
                    <a:pt x="922" y="2874"/>
                  </a:cubicBezTo>
                  <a:cubicBezTo>
                    <a:pt x="1170" y="3023"/>
                    <a:pt x="1445" y="3095"/>
                    <a:pt x="1717" y="3095"/>
                  </a:cubicBezTo>
                  <a:cubicBezTo>
                    <a:pt x="2162" y="3095"/>
                    <a:pt x="2601" y="2903"/>
                    <a:pt x="2905" y="2543"/>
                  </a:cubicBezTo>
                  <a:cubicBezTo>
                    <a:pt x="3394" y="1957"/>
                    <a:pt x="3385" y="1103"/>
                    <a:pt x="2881" y="527"/>
                  </a:cubicBezTo>
                  <a:cubicBezTo>
                    <a:pt x="2842" y="483"/>
                    <a:pt x="2785" y="460"/>
                    <a:pt x="2728" y="460"/>
                  </a:cubicBezTo>
                  <a:cubicBezTo>
                    <a:pt x="2678" y="460"/>
                    <a:pt x="2628" y="477"/>
                    <a:pt x="2588" y="512"/>
                  </a:cubicBezTo>
                  <a:cubicBezTo>
                    <a:pt x="2501" y="584"/>
                    <a:pt x="2497" y="714"/>
                    <a:pt x="2569" y="800"/>
                  </a:cubicBezTo>
                  <a:cubicBezTo>
                    <a:pt x="2938" y="1223"/>
                    <a:pt x="2948" y="1847"/>
                    <a:pt x="2588" y="2274"/>
                  </a:cubicBezTo>
                  <a:cubicBezTo>
                    <a:pt x="2367" y="2539"/>
                    <a:pt x="2045" y="2680"/>
                    <a:pt x="1718" y="2680"/>
                  </a:cubicBezTo>
                  <a:cubicBezTo>
                    <a:pt x="1519" y="2680"/>
                    <a:pt x="1318" y="2628"/>
                    <a:pt x="1138" y="2519"/>
                  </a:cubicBezTo>
                  <a:cubicBezTo>
                    <a:pt x="658" y="2231"/>
                    <a:pt x="461" y="1640"/>
                    <a:pt x="673" y="1122"/>
                  </a:cubicBezTo>
                  <a:cubicBezTo>
                    <a:pt x="846" y="685"/>
                    <a:pt x="1268" y="416"/>
                    <a:pt x="1721" y="416"/>
                  </a:cubicBezTo>
                  <a:cubicBezTo>
                    <a:pt x="1806" y="416"/>
                    <a:pt x="1892" y="425"/>
                    <a:pt x="1978" y="445"/>
                  </a:cubicBezTo>
                  <a:cubicBezTo>
                    <a:pt x="1999" y="450"/>
                    <a:pt x="2018" y="453"/>
                    <a:pt x="2037" y="453"/>
                  </a:cubicBezTo>
                  <a:cubicBezTo>
                    <a:pt x="2260" y="453"/>
                    <a:pt x="2323" y="104"/>
                    <a:pt x="2074" y="42"/>
                  </a:cubicBezTo>
                  <a:cubicBezTo>
                    <a:pt x="1956" y="14"/>
                    <a:pt x="1838" y="1"/>
                    <a:pt x="17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89"/>
            <p:cNvSpPr/>
            <p:nvPr/>
          </p:nvSpPr>
          <p:spPr>
            <a:xfrm>
              <a:off x="3279749" y="3505957"/>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89"/>
            <p:cNvSpPr/>
            <p:nvPr/>
          </p:nvSpPr>
          <p:spPr>
            <a:xfrm>
              <a:off x="3279880" y="3505695"/>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6" name="Google Shape;19556;p89"/>
            <p:cNvSpPr/>
            <p:nvPr/>
          </p:nvSpPr>
          <p:spPr>
            <a:xfrm>
              <a:off x="3258001" y="3628322"/>
              <a:ext cx="26" cy="288"/>
            </a:xfrm>
            <a:custGeom>
              <a:rect b="b" l="l" r="r" t="t"/>
              <a:pathLst>
                <a:path extrusionOk="0" h="11" w="1">
                  <a:moveTo>
                    <a:pt x="0" y="6"/>
                  </a:moveTo>
                  <a:lnTo>
                    <a:pt x="0" y="6"/>
                  </a:lnTo>
                  <a:lnTo>
                    <a:pt x="0" y="11"/>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7" name="Google Shape;19557;p89"/>
            <p:cNvSpPr/>
            <p:nvPr/>
          </p:nvSpPr>
          <p:spPr>
            <a:xfrm>
              <a:off x="3090671" y="3365275"/>
              <a:ext cx="323365" cy="365420"/>
            </a:xfrm>
            <a:custGeom>
              <a:rect b="b" l="l" r="r" t="t"/>
              <a:pathLst>
                <a:path extrusionOk="0" h="13946" w="12341">
                  <a:moveTo>
                    <a:pt x="5051" y="414"/>
                  </a:moveTo>
                  <a:cubicBezTo>
                    <a:pt x="5096" y="414"/>
                    <a:pt x="5139" y="442"/>
                    <a:pt x="5153" y="488"/>
                  </a:cubicBezTo>
                  <a:lnTo>
                    <a:pt x="5954" y="3464"/>
                  </a:lnTo>
                  <a:lnTo>
                    <a:pt x="5282" y="5965"/>
                  </a:lnTo>
                  <a:lnTo>
                    <a:pt x="4250" y="2148"/>
                  </a:lnTo>
                  <a:cubicBezTo>
                    <a:pt x="4068" y="1467"/>
                    <a:pt x="4380" y="756"/>
                    <a:pt x="5004" y="425"/>
                  </a:cubicBezTo>
                  <a:cubicBezTo>
                    <a:pt x="5019" y="418"/>
                    <a:pt x="5035" y="414"/>
                    <a:pt x="5051" y="414"/>
                  </a:cubicBezTo>
                  <a:close/>
                  <a:moveTo>
                    <a:pt x="7049" y="7568"/>
                  </a:moveTo>
                  <a:lnTo>
                    <a:pt x="7524" y="9315"/>
                  </a:lnTo>
                  <a:cubicBezTo>
                    <a:pt x="7543" y="9378"/>
                    <a:pt x="7586" y="9430"/>
                    <a:pt x="7649" y="9454"/>
                  </a:cubicBezTo>
                  <a:cubicBezTo>
                    <a:pt x="7675" y="9465"/>
                    <a:pt x="7699" y="9469"/>
                    <a:pt x="7722" y="9469"/>
                  </a:cubicBezTo>
                  <a:cubicBezTo>
                    <a:pt x="7859" y="9469"/>
                    <a:pt x="7959" y="9299"/>
                    <a:pt x="8441" y="9171"/>
                  </a:cubicBezTo>
                  <a:cubicBezTo>
                    <a:pt x="8642" y="9117"/>
                    <a:pt x="8839" y="9092"/>
                    <a:pt x="9030" y="9092"/>
                  </a:cubicBezTo>
                  <a:cubicBezTo>
                    <a:pt x="10643" y="9092"/>
                    <a:pt x="11817" y="10892"/>
                    <a:pt x="10937" y="12416"/>
                  </a:cubicBezTo>
                  <a:lnTo>
                    <a:pt x="10937" y="12421"/>
                  </a:lnTo>
                  <a:cubicBezTo>
                    <a:pt x="10505" y="13170"/>
                    <a:pt x="9767" y="13524"/>
                    <a:pt x="9031" y="13524"/>
                  </a:cubicBezTo>
                  <a:cubicBezTo>
                    <a:pt x="8108" y="13524"/>
                    <a:pt x="7190" y="12966"/>
                    <a:pt x="6890" y="11931"/>
                  </a:cubicBezTo>
                  <a:cubicBezTo>
                    <a:pt x="6852" y="11802"/>
                    <a:pt x="6506" y="10506"/>
                    <a:pt x="6382" y="10054"/>
                  </a:cubicBezTo>
                  <a:lnTo>
                    <a:pt x="6382" y="10050"/>
                  </a:lnTo>
                  <a:lnTo>
                    <a:pt x="6382" y="10045"/>
                  </a:lnTo>
                  <a:lnTo>
                    <a:pt x="6660" y="9008"/>
                  </a:lnTo>
                  <a:cubicBezTo>
                    <a:pt x="6905" y="8101"/>
                    <a:pt x="6809" y="8461"/>
                    <a:pt x="7049" y="7568"/>
                  </a:cubicBezTo>
                  <a:close/>
                  <a:moveTo>
                    <a:pt x="6165" y="6115"/>
                  </a:moveTo>
                  <a:cubicBezTo>
                    <a:pt x="6220" y="6115"/>
                    <a:pt x="6277" y="6122"/>
                    <a:pt x="6334" y="6137"/>
                  </a:cubicBezTo>
                  <a:cubicBezTo>
                    <a:pt x="6684" y="6233"/>
                    <a:pt x="6890" y="6598"/>
                    <a:pt x="6790" y="6949"/>
                  </a:cubicBezTo>
                  <a:lnTo>
                    <a:pt x="6324" y="8667"/>
                  </a:lnTo>
                  <a:lnTo>
                    <a:pt x="6329" y="8662"/>
                  </a:lnTo>
                  <a:lnTo>
                    <a:pt x="6329" y="8662"/>
                  </a:lnTo>
                  <a:cubicBezTo>
                    <a:pt x="6305" y="8754"/>
                    <a:pt x="5479" y="11816"/>
                    <a:pt x="5446" y="11931"/>
                  </a:cubicBezTo>
                  <a:cubicBezTo>
                    <a:pt x="5182" y="12843"/>
                    <a:pt x="4361" y="13487"/>
                    <a:pt x="3410" y="13525"/>
                  </a:cubicBezTo>
                  <a:cubicBezTo>
                    <a:pt x="3380" y="13526"/>
                    <a:pt x="3350" y="13527"/>
                    <a:pt x="3320" y="13527"/>
                  </a:cubicBezTo>
                  <a:cubicBezTo>
                    <a:pt x="2405" y="13527"/>
                    <a:pt x="1575" y="12964"/>
                    <a:pt x="1250" y="12099"/>
                  </a:cubicBezTo>
                  <a:cubicBezTo>
                    <a:pt x="909" y="11211"/>
                    <a:pt x="1178" y="10203"/>
                    <a:pt x="1917" y="9598"/>
                  </a:cubicBezTo>
                  <a:cubicBezTo>
                    <a:pt x="2321" y="9266"/>
                    <a:pt x="2817" y="9097"/>
                    <a:pt x="3316" y="9097"/>
                  </a:cubicBezTo>
                  <a:cubicBezTo>
                    <a:pt x="3726" y="9097"/>
                    <a:pt x="4137" y="9211"/>
                    <a:pt x="4500" y="9440"/>
                  </a:cubicBezTo>
                  <a:cubicBezTo>
                    <a:pt x="4535" y="9461"/>
                    <a:pt x="4572" y="9470"/>
                    <a:pt x="4609" y="9470"/>
                  </a:cubicBezTo>
                  <a:cubicBezTo>
                    <a:pt x="4699" y="9470"/>
                    <a:pt x="4785" y="9412"/>
                    <a:pt x="4812" y="9320"/>
                  </a:cubicBezTo>
                  <a:lnTo>
                    <a:pt x="4812" y="9306"/>
                  </a:lnTo>
                  <a:lnTo>
                    <a:pt x="5052" y="8413"/>
                  </a:lnTo>
                  <a:lnTo>
                    <a:pt x="5278" y="7568"/>
                  </a:lnTo>
                  <a:lnTo>
                    <a:pt x="5537" y="6608"/>
                  </a:lnTo>
                  <a:cubicBezTo>
                    <a:pt x="5609" y="6314"/>
                    <a:pt x="5874" y="6115"/>
                    <a:pt x="6165" y="6115"/>
                  </a:cubicBezTo>
                  <a:close/>
                  <a:moveTo>
                    <a:pt x="5056" y="0"/>
                  </a:moveTo>
                  <a:cubicBezTo>
                    <a:pt x="4975" y="0"/>
                    <a:pt x="4894" y="19"/>
                    <a:pt x="4817" y="60"/>
                  </a:cubicBezTo>
                  <a:cubicBezTo>
                    <a:pt x="4020" y="478"/>
                    <a:pt x="3621" y="1390"/>
                    <a:pt x="3857" y="2259"/>
                  </a:cubicBezTo>
                  <a:lnTo>
                    <a:pt x="5071" y="6766"/>
                  </a:lnTo>
                  <a:cubicBezTo>
                    <a:pt x="4831" y="7669"/>
                    <a:pt x="4894" y="7429"/>
                    <a:pt x="4486" y="8955"/>
                  </a:cubicBezTo>
                  <a:cubicBezTo>
                    <a:pt x="4332" y="8878"/>
                    <a:pt x="4173" y="8821"/>
                    <a:pt x="4010" y="8773"/>
                  </a:cubicBezTo>
                  <a:cubicBezTo>
                    <a:pt x="3772" y="8709"/>
                    <a:pt x="3538" y="8679"/>
                    <a:pt x="3311" y="8679"/>
                  </a:cubicBezTo>
                  <a:cubicBezTo>
                    <a:pt x="1395" y="8679"/>
                    <a:pt x="1" y="10816"/>
                    <a:pt x="1044" y="12627"/>
                  </a:cubicBezTo>
                  <a:cubicBezTo>
                    <a:pt x="1555" y="13518"/>
                    <a:pt x="2433" y="13941"/>
                    <a:pt x="3307" y="13941"/>
                  </a:cubicBezTo>
                  <a:cubicBezTo>
                    <a:pt x="4403" y="13941"/>
                    <a:pt x="5493" y="13278"/>
                    <a:pt x="5854" y="12042"/>
                  </a:cubicBezTo>
                  <a:lnTo>
                    <a:pt x="6175" y="10851"/>
                  </a:lnTo>
                  <a:cubicBezTo>
                    <a:pt x="6511" y="12099"/>
                    <a:pt x="6492" y="12042"/>
                    <a:pt x="6502" y="12066"/>
                  </a:cubicBezTo>
                  <a:cubicBezTo>
                    <a:pt x="6804" y="13074"/>
                    <a:pt x="7673" y="13808"/>
                    <a:pt x="8719" y="13928"/>
                  </a:cubicBezTo>
                  <a:cubicBezTo>
                    <a:pt x="8820" y="13940"/>
                    <a:pt x="8921" y="13946"/>
                    <a:pt x="9022" y="13946"/>
                  </a:cubicBezTo>
                  <a:cubicBezTo>
                    <a:pt x="9954" y="13946"/>
                    <a:pt x="10829" y="13451"/>
                    <a:pt x="11302" y="12627"/>
                  </a:cubicBezTo>
                  <a:cubicBezTo>
                    <a:pt x="12340" y="10812"/>
                    <a:pt x="10947" y="8679"/>
                    <a:pt x="9035" y="8679"/>
                  </a:cubicBezTo>
                  <a:cubicBezTo>
                    <a:pt x="8808" y="8679"/>
                    <a:pt x="8574" y="8709"/>
                    <a:pt x="8335" y="8773"/>
                  </a:cubicBezTo>
                  <a:cubicBezTo>
                    <a:pt x="8167" y="8816"/>
                    <a:pt x="8009" y="8878"/>
                    <a:pt x="7860" y="8955"/>
                  </a:cubicBezTo>
                  <a:lnTo>
                    <a:pt x="7270" y="6771"/>
                  </a:lnTo>
                  <a:lnTo>
                    <a:pt x="7620" y="5475"/>
                  </a:lnTo>
                  <a:cubicBezTo>
                    <a:pt x="7663" y="5317"/>
                    <a:pt x="7538" y="5214"/>
                    <a:pt x="7415" y="5214"/>
                  </a:cubicBezTo>
                  <a:cubicBezTo>
                    <a:pt x="7333" y="5214"/>
                    <a:pt x="7251" y="5261"/>
                    <a:pt x="7222" y="5369"/>
                  </a:cubicBezTo>
                  <a:lnTo>
                    <a:pt x="7222" y="5374"/>
                  </a:lnTo>
                  <a:lnTo>
                    <a:pt x="7222" y="5379"/>
                  </a:lnTo>
                  <a:lnTo>
                    <a:pt x="7015" y="6128"/>
                  </a:lnTo>
                  <a:cubicBezTo>
                    <a:pt x="6810" y="5862"/>
                    <a:pt x="6496" y="5714"/>
                    <a:pt x="6173" y="5714"/>
                  </a:cubicBezTo>
                  <a:cubicBezTo>
                    <a:pt x="6035" y="5714"/>
                    <a:pt x="5896" y="5741"/>
                    <a:pt x="5762" y="5797"/>
                  </a:cubicBezTo>
                  <a:lnTo>
                    <a:pt x="6684" y="2369"/>
                  </a:lnTo>
                  <a:cubicBezTo>
                    <a:pt x="6727" y="2212"/>
                    <a:pt x="6600" y="2109"/>
                    <a:pt x="6476" y="2109"/>
                  </a:cubicBezTo>
                  <a:cubicBezTo>
                    <a:pt x="6392" y="2109"/>
                    <a:pt x="6310" y="2155"/>
                    <a:pt x="6281" y="2264"/>
                  </a:cubicBezTo>
                  <a:lnTo>
                    <a:pt x="6175" y="2672"/>
                  </a:lnTo>
                  <a:cubicBezTo>
                    <a:pt x="5546" y="339"/>
                    <a:pt x="5609" y="569"/>
                    <a:pt x="5556" y="377"/>
                  </a:cubicBezTo>
                  <a:cubicBezTo>
                    <a:pt x="5489" y="145"/>
                    <a:pt x="5278" y="0"/>
                    <a:pt x="50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89"/>
            <p:cNvSpPr/>
            <p:nvPr/>
          </p:nvSpPr>
          <p:spPr>
            <a:xfrm>
              <a:off x="3279749" y="3506088"/>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89"/>
            <p:cNvSpPr/>
            <p:nvPr/>
          </p:nvSpPr>
          <p:spPr>
            <a:xfrm>
              <a:off x="3281137" y="3542561"/>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89"/>
            <p:cNvSpPr/>
            <p:nvPr/>
          </p:nvSpPr>
          <p:spPr>
            <a:xfrm>
              <a:off x="3216732" y="360895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1" name="Google Shape;19561;p89"/>
            <p:cNvSpPr/>
            <p:nvPr/>
          </p:nvSpPr>
          <p:spPr>
            <a:xfrm>
              <a:off x="3216863" y="360895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89"/>
            <p:cNvSpPr/>
            <p:nvPr/>
          </p:nvSpPr>
          <p:spPr>
            <a:xfrm>
              <a:off x="3216732" y="3609090"/>
              <a:ext cx="26" cy="288"/>
            </a:xfrm>
            <a:custGeom>
              <a:rect b="b" l="l" r="r" t="t"/>
              <a:pathLst>
                <a:path extrusionOk="0" h="11" w="1">
                  <a:moveTo>
                    <a:pt x="1" y="10"/>
                  </a:moveTo>
                  <a:lnTo>
                    <a:pt x="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89"/>
            <p:cNvSpPr/>
            <p:nvPr/>
          </p:nvSpPr>
          <p:spPr>
            <a:xfrm>
              <a:off x="3246681" y="345601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89"/>
            <p:cNvSpPr/>
            <p:nvPr/>
          </p:nvSpPr>
          <p:spPr>
            <a:xfrm>
              <a:off x="3258001" y="3628322"/>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5" name="Google Shape;19565;p89"/>
            <p:cNvSpPr/>
            <p:nvPr/>
          </p:nvSpPr>
          <p:spPr>
            <a:xfrm>
              <a:off x="3216732" y="3609352"/>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89"/>
            <p:cNvSpPr/>
            <p:nvPr/>
          </p:nvSpPr>
          <p:spPr>
            <a:xfrm>
              <a:off x="3258001" y="3628217"/>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89"/>
            <p:cNvSpPr/>
            <p:nvPr/>
          </p:nvSpPr>
          <p:spPr>
            <a:xfrm>
              <a:off x="3246681" y="345601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89"/>
            <p:cNvSpPr/>
            <p:nvPr/>
          </p:nvSpPr>
          <p:spPr>
            <a:xfrm>
              <a:off x="3258001" y="3628584"/>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9" name="Google Shape;19569;p89"/>
            <p:cNvSpPr/>
            <p:nvPr/>
          </p:nvSpPr>
          <p:spPr>
            <a:xfrm>
              <a:off x="3258001" y="3628217"/>
              <a:ext cx="26" cy="131"/>
            </a:xfrm>
            <a:custGeom>
              <a:rect b="b" l="l" r="r" t="t"/>
              <a:pathLst>
                <a:path extrusionOk="0" h="5" w="1">
                  <a:moveTo>
                    <a:pt x="0" y="0"/>
                  </a:moveTo>
                  <a:lnTo>
                    <a:pt x="0" y="0"/>
                  </a:lnTo>
                  <a:lnTo>
                    <a:pt x="0" y="5"/>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89"/>
            <p:cNvSpPr/>
            <p:nvPr/>
          </p:nvSpPr>
          <p:spPr>
            <a:xfrm>
              <a:off x="3271338" y="3405968"/>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89"/>
            <p:cNvSpPr/>
            <p:nvPr/>
          </p:nvSpPr>
          <p:spPr>
            <a:xfrm>
              <a:off x="3260018" y="3365275"/>
              <a:ext cx="54737" cy="126217"/>
            </a:xfrm>
            <a:custGeom>
              <a:rect b="b" l="l" r="r" t="t"/>
              <a:pathLst>
                <a:path extrusionOk="0" h="4817" w="2089">
                  <a:moveTo>
                    <a:pt x="820" y="0"/>
                  </a:moveTo>
                  <a:cubicBezTo>
                    <a:pt x="598" y="0"/>
                    <a:pt x="389" y="145"/>
                    <a:pt x="322" y="377"/>
                  </a:cubicBezTo>
                  <a:cubicBezTo>
                    <a:pt x="269" y="569"/>
                    <a:pt x="322" y="372"/>
                    <a:pt x="29" y="1462"/>
                  </a:cubicBezTo>
                  <a:cubicBezTo>
                    <a:pt x="0" y="1572"/>
                    <a:pt x="67" y="1683"/>
                    <a:pt x="178" y="1712"/>
                  </a:cubicBezTo>
                  <a:cubicBezTo>
                    <a:pt x="196" y="1716"/>
                    <a:pt x="214" y="1719"/>
                    <a:pt x="232" y="1719"/>
                  </a:cubicBezTo>
                  <a:cubicBezTo>
                    <a:pt x="324" y="1719"/>
                    <a:pt x="408" y="1660"/>
                    <a:pt x="432" y="1568"/>
                  </a:cubicBezTo>
                  <a:lnTo>
                    <a:pt x="432" y="1558"/>
                  </a:lnTo>
                  <a:lnTo>
                    <a:pt x="432" y="1553"/>
                  </a:lnTo>
                  <a:lnTo>
                    <a:pt x="720" y="492"/>
                  </a:lnTo>
                  <a:cubicBezTo>
                    <a:pt x="735" y="445"/>
                    <a:pt x="776" y="415"/>
                    <a:pt x="823" y="415"/>
                  </a:cubicBezTo>
                  <a:cubicBezTo>
                    <a:pt x="838" y="415"/>
                    <a:pt x="854" y="418"/>
                    <a:pt x="869" y="425"/>
                  </a:cubicBezTo>
                  <a:cubicBezTo>
                    <a:pt x="1493" y="752"/>
                    <a:pt x="1805" y="1472"/>
                    <a:pt x="1618" y="2148"/>
                  </a:cubicBezTo>
                  <a:lnTo>
                    <a:pt x="970" y="4563"/>
                  </a:lnTo>
                  <a:cubicBezTo>
                    <a:pt x="935" y="4718"/>
                    <a:pt x="1056" y="4817"/>
                    <a:pt x="1176" y="4817"/>
                  </a:cubicBezTo>
                  <a:cubicBezTo>
                    <a:pt x="1256" y="4817"/>
                    <a:pt x="1336" y="4773"/>
                    <a:pt x="1368" y="4673"/>
                  </a:cubicBezTo>
                  <a:cubicBezTo>
                    <a:pt x="1997" y="2259"/>
                    <a:pt x="2088" y="2192"/>
                    <a:pt x="2088" y="1760"/>
                  </a:cubicBezTo>
                  <a:cubicBezTo>
                    <a:pt x="2088" y="1044"/>
                    <a:pt x="1695" y="392"/>
                    <a:pt x="1061" y="60"/>
                  </a:cubicBezTo>
                  <a:cubicBezTo>
                    <a:pt x="983" y="19"/>
                    <a:pt x="900" y="0"/>
                    <a:pt x="8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2" name="Google Shape;19572;p89"/>
          <p:cNvGrpSpPr/>
          <p:nvPr/>
        </p:nvGrpSpPr>
        <p:grpSpPr>
          <a:xfrm>
            <a:off x="861651" y="4280581"/>
            <a:ext cx="346554" cy="364844"/>
            <a:chOff x="861651" y="4280581"/>
            <a:chExt cx="346554" cy="364844"/>
          </a:xfrm>
        </p:grpSpPr>
        <p:sp>
          <p:nvSpPr>
            <p:cNvPr id="19573" name="Google Shape;19573;p89"/>
            <p:cNvSpPr/>
            <p:nvPr/>
          </p:nvSpPr>
          <p:spPr>
            <a:xfrm>
              <a:off x="1034849" y="4379102"/>
              <a:ext cx="168063" cy="261003"/>
            </a:xfrm>
            <a:custGeom>
              <a:rect b="b" l="l" r="r" t="t"/>
              <a:pathLst>
                <a:path extrusionOk="0" h="9961" w="6414">
                  <a:moveTo>
                    <a:pt x="6414" y="1"/>
                  </a:moveTo>
                  <a:lnTo>
                    <a:pt x="1" y="3548"/>
                  </a:lnTo>
                  <a:lnTo>
                    <a:pt x="1" y="9961"/>
                  </a:lnTo>
                  <a:lnTo>
                    <a:pt x="6414" y="6409"/>
                  </a:lnTo>
                  <a:lnTo>
                    <a:pt x="6414"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89"/>
            <p:cNvSpPr/>
            <p:nvPr/>
          </p:nvSpPr>
          <p:spPr>
            <a:xfrm>
              <a:off x="1034849" y="4519338"/>
              <a:ext cx="168063" cy="120767"/>
            </a:xfrm>
            <a:custGeom>
              <a:rect b="b" l="l" r="r" t="t"/>
              <a:pathLst>
                <a:path extrusionOk="0" h="4609" w="6414">
                  <a:moveTo>
                    <a:pt x="4043" y="1"/>
                  </a:moveTo>
                  <a:lnTo>
                    <a:pt x="1" y="2238"/>
                  </a:lnTo>
                  <a:lnTo>
                    <a:pt x="1" y="4609"/>
                  </a:lnTo>
                  <a:lnTo>
                    <a:pt x="6414" y="1057"/>
                  </a:lnTo>
                  <a:lnTo>
                    <a:pt x="4043"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89"/>
            <p:cNvSpPr/>
            <p:nvPr/>
          </p:nvSpPr>
          <p:spPr>
            <a:xfrm>
              <a:off x="866944" y="4379102"/>
              <a:ext cx="167932" cy="261003"/>
            </a:xfrm>
            <a:custGeom>
              <a:rect b="b" l="l" r="r" t="t"/>
              <a:pathLst>
                <a:path extrusionOk="0" h="9961" w="6409">
                  <a:moveTo>
                    <a:pt x="0" y="1"/>
                  </a:moveTo>
                  <a:lnTo>
                    <a:pt x="0" y="6409"/>
                  </a:lnTo>
                  <a:lnTo>
                    <a:pt x="6409" y="9961"/>
                  </a:lnTo>
                  <a:lnTo>
                    <a:pt x="6409" y="3548"/>
                  </a:lnTo>
                  <a:lnTo>
                    <a:pt x="0"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89"/>
            <p:cNvSpPr/>
            <p:nvPr/>
          </p:nvSpPr>
          <p:spPr>
            <a:xfrm>
              <a:off x="866944" y="4379102"/>
              <a:ext cx="62152" cy="167932"/>
            </a:xfrm>
            <a:custGeom>
              <a:rect b="b" l="l" r="r" t="t"/>
              <a:pathLst>
                <a:path extrusionOk="0" h="6409" w="2372">
                  <a:moveTo>
                    <a:pt x="0" y="1"/>
                  </a:moveTo>
                  <a:lnTo>
                    <a:pt x="0" y="6409"/>
                  </a:lnTo>
                  <a:lnTo>
                    <a:pt x="2372" y="5353"/>
                  </a:lnTo>
                  <a:lnTo>
                    <a:pt x="2372" y="1311"/>
                  </a:lnTo>
                  <a:lnTo>
                    <a:pt x="0"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89"/>
            <p:cNvSpPr/>
            <p:nvPr/>
          </p:nvSpPr>
          <p:spPr>
            <a:xfrm>
              <a:off x="866944" y="4286031"/>
              <a:ext cx="335968" cy="186038"/>
            </a:xfrm>
            <a:custGeom>
              <a:rect b="b" l="l" r="r" t="t"/>
              <a:pathLst>
                <a:path extrusionOk="0" h="7100" w="12822">
                  <a:moveTo>
                    <a:pt x="6409" y="0"/>
                  </a:moveTo>
                  <a:lnTo>
                    <a:pt x="0" y="3553"/>
                  </a:lnTo>
                  <a:lnTo>
                    <a:pt x="6409" y="7100"/>
                  </a:lnTo>
                  <a:lnTo>
                    <a:pt x="12822" y="3553"/>
                  </a:lnTo>
                  <a:lnTo>
                    <a:pt x="640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8" name="Google Shape;19578;p89"/>
            <p:cNvSpPr/>
            <p:nvPr/>
          </p:nvSpPr>
          <p:spPr>
            <a:xfrm>
              <a:off x="1034849" y="4286031"/>
              <a:ext cx="168063" cy="127423"/>
            </a:xfrm>
            <a:custGeom>
              <a:rect b="b" l="l" r="r" t="t"/>
              <a:pathLst>
                <a:path extrusionOk="0" h="4863" w="6414">
                  <a:moveTo>
                    <a:pt x="1" y="0"/>
                  </a:moveTo>
                  <a:lnTo>
                    <a:pt x="1" y="2626"/>
                  </a:lnTo>
                  <a:lnTo>
                    <a:pt x="4043" y="4863"/>
                  </a:lnTo>
                  <a:lnTo>
                    <a:pt x="6414" y="3553"/>
                  </a:lnTo>
                  <a:lnTo>
                    <a:pt x="1"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89"/>
            <p:cNvSpPr/>
            <p:nvPr/>
          </p:nvSpPr>
          <p:spPr>
            <a:xfrm>
              <a:off x="1034849" y="4413428"/>
              <a:ext cx="105937" cy="164552"/>
            </a:xfrm>
            <a:custGeom>
              <a:rect b="b" l="l" r="r" t="t"/>
              <a:pathLst>
                <a:path extrusionOk="0" h="6280" w="4043">
                  <a:moveTo>
                    <a:pt x="4043" y="1"/>
                  </a:moveTo>
                  <a:lnTo>
                    <a:pt x="1" y="2238"/>
                  </a:lnTo>
                  <a:lnTo>
                    <a:pt x="1" y="6280"/>
                  </a:lnTo>
                  <a:lnTo>
                    <a:pt x="4043" y="4043"/>
                  </a:lnTo>
                  <a:lnTo>
                    <a:pt x="4043"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89"/>
            <p:cNvSpPr/>
            <p:nvPr/>
          </p:nvSpPr>
          <p:spPr>
            <a:xfrm>
              <a:off x="929070" y="4413428"/>
              <a:ext cx="105806" cy="164552"/>
            </a:xfrm>
            <a:custGeom>
              <a:rect b="b" l="l" r="r" t="t"/>
              <a:pathLst>
                <a:path extrusionOk="0" h="6280" w="4038">
                  <a:moveTo>
                    <a:pt x="1" y="1"/>
                  </a:moveTo>
                  <a:lnTo>
                    <a:pt x="1" y="4043"/>
                  </a:lnTo>
                  <a:lnTo>
                    <a:pt x="4038" y="6280"/>
                  </a:lnTo>
                  <a:lnTo>
                    <a:pt x="4038" y="2238"/>
                  </a:lnTo>
                  <a:lnTo>
                    <a:pt x="1"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1" name="Google Shape;19581;p89"/>
            <p:cNvSpPr/>
            <p:nvPr/>
          </p:nvSpPr>
          <p:spPr>
            <a:xfrm>
              <a:off x="929070" y="4354839"/>
              <a:ext cx="211716" cy="117230"/>
            </a:xfrm>
            <a:custGeom>
              <a:rect b="b" l="l" r="r" t="t"/>
              <a:pathLst>
                <a:path extrusionOk="0" h="4474" w="8080">
                  <a:moveTo>
                    <a:pt x="4038" y="0"/>
                  </a:moveTo>
                  <a:lnTo>
                    <a:pt x="1" y="2237"/>
                  </a:lnTo>
                  <a:lnTo>
                    <a:pt x="4038" y="4474"/>
                  </a:lnTo>
                  <a:lnTo>
                    <a:pt x="8080" y="2237"/>
                  </a:lnTo>
                  <a:lnTo>
                    <a:pt x="4038" y="0"/>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89"/>
            <p:cNvSpPr/>
            <p:nvPr/>
          </p:nvSpPr>
          <p:spPr>
            <a:xfrm>
              <a:off x="1101011" y="4500368"/>
              <a:ext cx="27879" cy="17687"/>
            </a:xfrm>
            <a:custGeom>
              <a:rect b="b" l="l" r="r" t="t"/>
              <a:pathLst>
                <a:path extrusionOk="0" h="675" w="1064">
                  <a:moveTo>
                    <a:pt x="772" y="0"/>
                  </a:moveTo>
                  <a:cubicBezTo>
                    <a:pt x="742" y="0"/>
                    <a:pt x="710" y="8"/>
                    <a:pt x="678" y="24"/>
                  </a:cubicBezTo>
                  <a:lnTo>
                    <a:pt x="198" y="288"/>
                  </a:lnTo>
                  <a:cubicBezTo>
                    <a:pt x="1" y="403"/>
                    <a:pt x="112" y="674"/>
                    <a:pt x="295" y="674"/>
                  </a:cubicBezTo>
                  <a:cubicBezTo>
                    <a:pt x="326" y="674"/>
                    <a:pt x="360" y="666"/>
                    <a:pt x="394" y="648"/>
                  </a:cubicBezTo>
                  <a:lnTo>
                    <a:pt x="874" y="379"/>
                  </a:lnTo>
                  <a:cubicBezTo>
                    <a:pt x="1064" y="264"/>
                    <a:pt x="953" y="0"/>
                    <a:pt x="7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89"/>
            <p:cNvSpPr/>
            <p:nvPr/>
          </p:nvSpPr>
          <p:spPr>
            <a:xfrm>
              <a:off x="1101037" y="4484882"/>
              <a:ext cx="28613" cy="17949"/>
            </a:xfrm>
            <a:custGeom>
              <a:rect b="b" l="l" r="r" t="t"/>
              <a:pathLst>
                <a:path extrusionOk="0" h="685" w="1092">
                  <a:moveTo>
                    <a:pt x="789" y="0"/>
                  </a:moveTo>
                  <a:cubicBezTo>
                    <a:pt x="754" y="0"/>
                    <a:pt x="716" y="10"/>
                    <a:pt x="677" y="34"/>
                  </a:cubicBezTo>
                  <a:lnTo>
                    <a:pt x="197" y="303"/>
                  </a:lnTo>
                  <a:cubicBezTo>
                    <a:pt x="0" y="413"/>
                    <a:pt x="111" y="685"/>
                    <a:pt x="294" y="685"/>
                  </a:cubicBezTo>
                  <a:cubicBezTo>
                    <a:pt x="325" y="685"/>
                    <a:pt x="359" y="677"/>
                    <a:pt x="393" y="658"/>
                  </a:cubicBezTo>
                  <a:lnTo>
                    <a:pt x="873" y="394"/>
                  </a:lnTo>
                  <a:cubicBezTo>
                    <a:pt x="1091" y="285"/>
                    <a:pt x="977" y="0"/>
                    <a:pt x="7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89"/>
            <p:cNvSpPr/>
            <p:nvPr/>
          </p:nvSpPr>
          <p:spPr>
            <a:xfrm>
              <a:off x="861651" y="4280581"/>
              <a:ext cx="346554" cy="364844"/>
            </a:xfrm>
            <a:custGeom>
              <a:rect b="b" l="l" r="r" t="t"/>
              <a:pathLst>
                <a:path extrusionOk="0" h="13924" w="13226">
                  <a:moveTo>
                    <a:pt x="6404" y="549"/>
                  </a:moveTo>
                  <a:lnTo>
                    <a:pt x="6409" y="2709"/>
                  </a:lnTo>
                  <a:lnTo>
                    <a:pt x="2569" y="4836"/>
                  </a:lnTo>
                  <a:lnTo>
                    <a:pt x="620" y="3756"/>
                  </a:lnTo>
                  <a:lnTo>
                    <a:pt x="6404" y="549"/>
                  </a:lnTo>
                  <a:close/>
                  <a:moveTo>
                    <a:pt x="6812" y="549"/>
                  </a:moveTo>
                  <a:lnTo>
                    <a:pt x="12597" y="3756"/>
                  </a:lnTo>
                  <a:lnTo>
                    <a:pt x="10653" y="4836"/>
                  </a:lnTo>
                  <a:lnTo>
                    <a:pt x="6812" y="2709"/>
                  </a:lnTo>
                  <a:lnTo>
                    <a:pt x="6812" y="549"/>
                  </a:lnTo>
                  <a:close/>
                  <a:moveTo>
                    <a:pt x="6611" y="3064"/>
                  </a:moveTo>
                  <a:lnTo>
                    <a:pt x="10235" y="5066"/>
                  </a:lnTo>
                  <a:lnTo>
                    <a:pt x="6611" y="7073"/>
                  </a:lnTo>
                  <a:lnTo>
                    <a:pt x="2991" y="5066"/>
                  </a:lnTo>
                  <a:lnTo>
                    <a:pt x="6611" y="3064"/>
                  </a:lnTo>
                  <a:close/>
                  <a:moveTo>
                    <a:pt x="409" y="4101"/>
                  </a:moveTo>
                  <a:lnTo>
                    <a:pt x="2367" y="5186"/>
                  </a:lnTo>
                  <a:lnTo>
                    <a:pt x="2367" y="8978"/>
                  </a:lnTo>
                  <a:lnTo>
                    <a:pt x="409" y="9852"/>
                  </a:lnTo>
                  <a:lnTo>
                    <a:pt x="409" y="4101"/>
                  </a:lnTo>
                  <a:close/>
                  <a:moveTo>
                    <a:pt x="2775" y="5412"/>
                  </a:moveTo>
                  <a:lnTo>
                    <a:pt x="4259" y="6233"/>
                  </a:lnTo>
                  <a:lnTo>
                    <a:pt x="6409" y="7428"/>
                  </a:lnTo>
                  <a:lnTo>
                    <a:pt x="6409" y="10999"/>
                  </a:lnTo>
                  <a:lnTo>
                    <a:pt x="2775" y="8988"/>
                  </a:lnTo>
                  <a:lnTo>
                    <a:pt x="2775" y="5412"/>
                  </a:lnTo>
                  <a:close/>
                  <a:moveTo>
                    <a:pt x="10451" y="5417"/>
                  </a:moveTo>
                  <a:lnTo>
                    <a:pt x="10451" y="8993"/>
                  </a:lnTo>
                  <a:lnTo>
                    <a:pt x="6817" y="11004"/>
                  </a:lnTo>
                  <a:lnTo>
                    <a:pt x="6817" y="7428"/>
                  </a:lnTo>
                  <a:lnTo>
                    <a:pt x="10451" y="5417"/>
                  </a:lnTo>
                  <a:close/>
                  <a:moveTo>
                    <a:pt x="6613" y="1"/>
                  </a:moveTo>
                  <a:cubicBezTo>
                    <a:pt x="6580" y="1"/>
                    <a:pt x="6546" y="9"/>
                    <a:pt x="6515" y="26"/>
                  </a:cubicBezTo>
                  <a:lnTo>
                    <a:pt x="106" y="3578"/>
                  </a:lnTo>
                  <a:cubicBezTo>
                    <a:pt x="39" y="3617"/>
                    <a:pt x="1" y="3684"/>
                    <a:pt x="1" y="3761"/>
                  </a:cubicBezTo>
                  <a:lnTo>
                    <a:pt x="1" y="10169"/>
                  </a:lnTo>
                  <a:cubicBezTo>
                    <a:pt x="1" y="10241"/>
                    <a:pt x="39" y="10308"/>
                    <a:pt x="106" y="10346"/>
                  </a:cubicBezTo>
                  <a:lnTo>
                    <a:pt x="2929" y="11911"/>
                  </a:lnTo>
                  <a:cubicBezTo>
                    <a:pt x="2962" y="11928"/>
                    <a:pt x="2994" y="11935"/>
                    <a:pt x="3024" y="11935"/>
                  </a:cubicBezTo>
                  <a:cubicBezTo>
                    <a:pt x="3204" y="11935"/>
                    <a:pt x="3315" y="11671"/>
                    <a:pt x="3126" y="11556"/>
                  </a:cubicBezTo>
                  <a:lnTo>
                    <a:pt x="658" y="10188"/>
                  </a:lnTo>
                  <a:lnTo>
                    <a:pt x="2559" y="9338"/>
                  </a:lnTo>
                  <a:lnTo>
                    <a:pt x="6409" y="11470"/>
                  </a:lnTo>
                  <a:lnTo>
                    <a:pt x="6409" y="13375"/>
                  </a:lnTo>
                  <a:lnTo>
                    <a:pt x="3937" y="12003"/>
                  </a:lnTo>
                  <a:cubicBezTo>
                    <a:pt x="3904" y="11987"/>
                    <a:pt x="3873" y="11980"/>
                    <a:pt x="3843" y="11980"/>
                  </a:cubicBezTo>
                  <a:cubicBezTo>
                    <a:pt x="3659" y="11980"/>
                    <a:pt x="3549" y="12242"/>
                    <a:pt x="3735" y="12358"/>
                  </a:cubicBezTo>
                  <a:lnTo>
                    <a:pt x="6515" y="13899"/>
                  </a:lnTo>
                  <a:cubicBezTo>
                    <a:pt x="6546" y="13915"/>
                    <a:pt x="6580" y="13924"/>
                    <a:pt x="6613" y="13924"/>
                  </a:cubicBezTo>
                  <a:cubicBezTo>
                    <a:pt x="6647" y="13924"/>
                    <a:pt x="6680" y="13915"/>
                    <a:pt x="6712" y="13899"/>
                  </a:cubicBezTo>
                  <a:lnTo>
                    <a:pt x="9625" y="12286"/>
                  </a:lnTo>
                  <a:cubicBezTo>
                    <a:pt x="9843" y="12177"/>
                    <a:pt x="9725" y="11892"/>
                    <a:pt x="9540" y="11892"/>
                  </a:cubicBezTo>
                  <a:cubicBezTo>
                    <a:pt x="9505" y="11892"/>
                    <a:pt x="9467" y="11902"/>
                    <a:pt x="9429" y="11926"/>
                  </a:cubicBezTo>
                  <a:lnTo>
                    <a:pt x="6817" y="13375"/>
                  </a:lnTo>
                  <a:lnTo>
                    <a:pt x="6817" y="11470"/>
                  </a:lnTo>
                  <a:lnTo>
                    <a:pt x="10667" y="9338"/>
                  </a:lnTo>
                  <a:lnTo>
                    <a:pt x="12568" y="10188"/>
                  </a:lnTo>
                  <a:lnTo>
                    <a:pt x="10235" y="11479"/>
                  </a:lnTo>
                  <a:cubicBezTo>
                    <a:pt x="10017" y="11584"/>
                    <a:pt x="10132" y="11873"/>
                    <a:pt x="10320" y="11873"/>
                  </a:cubicBezTo>
                  <a:cubicBezTo>
                    <a:pt x="10355" y="11873"/>
                    <a:pt x="10393" y="11863"/>
                    <a:pt x="10432" y="11839"/>
                  </a:cubicBezTo>
                  <a:lnTo>
                    <a:pt x="13120" y="10346"/>
                  </a:lnTo>
                  <a:cubicBezTo>
                    <a:pt x="13154" y="10332"/>
                    <a:pt x="13178" y="10303"/>
                    <a:pt x="13197" y="10274"/>
                  </a:cubicBezTo>
                  <a:cubicBezTo>
                    <a:pt x="13216" y="10241"/>
                    <a:pt x="13226" y="10207"/>
                    <a:pt x="13226" y="10169"/>
                  </a:cubicBezTo>
                  <a:lnTo>
                    <a:pt x="13226" y="8374"/>
                  </a:lnTo>
                  <a:cubicBezTo>
                    <a:pt x="13226" y="8239"/>
                    <a:pt x="13124" y="8172"/>
                    <a:pt x="13022" y="8172"/>
                  </a:cubicBezTo>
                  <a:cubicBezTo>
                    <a:pt x="12920" y="8172"/>
                    <a:pt x="12818" y="8239"/>
                    <a:pt x="12818" y="8374"/>
                  </a:cubicBezTo>
                  <a:lnTo>
                    <a:pt x="12818" y="9857"/>
                  </a:lnTo>
                  <a:lnTo>
                    <a:pt x="10859" y="8978"/>
                  </a:lnTo>
                  <a:lnTo>
                    <a:pt x="10859" y="5191"/>
                  </a:lnTo>
                  <a:lnTo>
                    <a:pt x="12818" y="4106"/>
                  </a:lnTo>
                  <a:lnTo>
                    <a:pt x="12818" y="7485"/>
                  </a:lnTo>
                  <a:cubicBezTo>
                    <a:pt x="12818" y="7622"/>
                    <a:pt x="12920" y="7691"/>
                    <a:pt x="13022" y="7691"/>
                  </a:cubicBezTo>
                  <a:cubicBezTo>
                    <a:pt x="13124" y="7691"/>
                    <a:pt x="13226" y="7622"/>
                    <a:pt x="13226" y="7485"/>
                  </a:cubicBezTo>
                  <a:lnTo>
                    <a:pt x="13226" y="3761"/>
                  </a:lnTo>
                  <a:cubicBezTo>
                    <a:pt x="13226" y="3684"/>
                    <a:pt x="13187" y="3617"/>
                    <a:pt x="13120" y="3578"/>
                  </a:cubicBezTo>
                  <a:lnTo>
                    <a:pt x="6712" y="26"/>
                  </a:lnTo>
                  <a:cubicBezTo>
                    <a:pt x="6680" y="9"/>
                    <a:pt x="6647" y="1"/>
                    <a:pt x="66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5" name="Google Shape;19585;p89"/>
          <p:cNvGrpSpPr/>
          <p:nvPr/>
        </p:nvGrpSpPr>
        <p:grpSpPr>
          <a:xfrm>
            <a:off x="1385020" y="4280607"/>
            <a:ext cx="330440" cy="364791"/>
            <a:chOff x="1385020" y="4280607"/>
            <a:chExt cx="330440" cy="364791"/>
          </a:xfrm>
        </p:grpSpPr>
        <p:sp>
          <p:nvSpPr>
            <p:cNvPr id="19586" name="Google Shape;19586;p89"/>
            <p:cNvSpPr/>
            <p:nvPr/>
          </p:nvSpPr>
          <p:spPr>
            <a:xfrm>
              <a:off x="1489934" y="4286031"/>
              <a:ext cx="220127" cy="354074"/>
            </a:xfrm>
            <a:custGeom>
              <a:rect b="b" l="l" r="r" t="t"/>
              <a:pathLst>
                <a:path extrusionOk="0" h="13513" w="8401">
                  <a:moveTo>
                    <a:pt x="274" y="0"/>
                  </a:moveTo>
                  <a:cubicBezTo>
                    <a:pt x="120" y="0"/>
                    <a:pt x="0" y="125"/>
                    <a:pt x="0" y="274"/>
                  </a:cubicBezTo>
                  <a:lnTo>
                    <a:pt x="0" y="13513"/>
                  </a:lnTo>
                  <a:lnTo>
                    <a:pt x="6701" y="13513"/>
                  </a:lnTo>
                  <a:cubicBezTo>
                    <a:pt x="7637" y="13513"/>
                    <a:pt x="8401" y="12750"/>
                    <a:pt x="8401" y="11814"/>
                  </a:cubicBezTo>
                  <a:lnTo>
                    <a:pt x="8401" y="274"/>
                  </a:lnTo>
                  <a:cubicBezTo>
                    <a:pt x="8401" y="125"/>
                    <a:pt x="8276" y="0"/>
                    <a:pt x="812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89"/>
            <p:cNvSpPr/>
            <p:nvPr/>
          </p:nvSpPr>
          <p:spPr>
            <a:xfrm>
              <a:off x="1645132" y="4286031"/>
              <a:ext cx="64930" cy="354074"/>
            </a:xfrm>
            <a:custGeom>
              <a:rect b="b" l="l" r="r" t="t"/>
              <a:pathLst>
                <a:path extrusionOk="0" h="13513" w="2478">
                  <a:moveTo>
                    <a:pt x="1426" y="0"/>
                  </a:moveTo>
                  <a:cubicBezTo>
                    <a:pt x="1575" y="0"/>
                    <a:pt x="1695" y="125"/>
                    <a:pt x="1695" y="274"/>
                  </a:cubicBezTo>
                  <a:lnTo>
                    <a:pt x="1695" y="11814"/>
                  </a:lnTo>
                  <a:cubicBezTo>
                    <a:pt x="1695" y="12755"/>
                    <a:pt x="937" y="13513"/>
                    <a:pt x="1" y="13513"/>
                  </a:cubicBezTo>
                  <a:lnTo>
                    <a:pt x="778" y="13513"/>
                  </a:lnTo>
                  <a:cubicBezTo>
                    <a:pt x="1714" y="13513"/>
                    <a:pt x="2478" y="12755"/>
                    <a:pt x="2478" y="11814"/>
                  </a:cubicBezTo>
                  <a:lnTo>
                    <a:pt x="2478" y="274"/>
                  </a:lnTo>
                  <a:cubicBezTo>
                    <a:pt x="2478" y="125"/>
                    <a:pt x="2353" y="0"/>
                    <a:pt x="220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89"/>
            <p:cNvSpPr/>
            <p:nvPr/>
          </p:nvSpPr>
          <p:spPr>
            <a:xfrm>
              <a:off x="1398095" y="4577455"/>
              <a:ext cx="264671" cy="62650"/>
            </a:xfrm>
            <a:custGeom>
              <a:rect b="b" l="l" r="r" t="t"/>
              <a:pathLst>
                <a:path extrusionOk="0" h="2391" w="10101">
                  <a:moveTo>
                    <a:pt x="275" y="0"/>
                  </a:moveTo>
                  <a:cubicBezTo>
                    <a:pt x="121" y="0"/>
                    <a:pt x="1" y="120"/>
                    <a:pt x="1" y="274"/>
                  </a:cubicBezTo>
                  <a:lnTo>
                    <a:pt x="1" y="692"/>
                  </a:lnTo>
                  <a:cubicBezTo>
                    <a:pt x="1" y="1628"/>
                    <a:pt x="759" y="2391"/>
                    <a:pt x="1700" y="2391"/>
                  </a:cubicBezTo>
                  <a:lnTo>
                    <a:pt x="10101" y="2391"/>
                  </a:lnTo>
                  <a:cubicBezTo>
                    <a:pt x="9160" y="2391"/>
                    <a:pt x="8401" y="1628"/>
                    <a:pt x="8401" y="692"/>
                  </a:cubicBezTo>
                  <a:lnTo>
                    <a:pt x="8401" y="274"/>
                  </a:lnTo>
                  <a:cubicBezTo>
                    <a:pt x="8401" y="120"/>
                    <a:pt x="8281" y="0"/>
                    <a:pt x="8128"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89"/>
            <p:cNvSpPr/>
            <p:nvPr/>
          </p:nvSpPr>
          <p:spPr>
            <a:xfrm>
              <a:off x="1521115" y="4393304"/>
              <a:ext cx="30342" cy="25888"/>
            </a:xfrm>
            <a:custGeom>
              <a:rect b="b" l="l" r="r" t="t"/>
              <a:pathLst>
                <a:path extrusionOk="0" h="988" w="1158">
                  <a:moveTo>
                    <a:pt x="663" y="1"/>
                  </a:moveTo>
                  <a:cubicBezTo>
                    <a:pt x="221" y="1"/>
                    <a:pt x="1" y="534"/>
                    <a:pt x="313" y="841"/>
                  </a:cubicBezTo>
                  <a:cubicBezTo>
                    <a:pt x="414" y="942"/>
                    <a:pt x="538" y="987"/>
                    <a:pt x="660" y="987"/>
                  </a:cubicBezTo>
                  <a:cubicBezTo>
                    <a:pt x="914" y="987"/>
                    <a:pt x="1157" y="791"/>
                    <a:pt x="1157" y="495"/>
                  </a:cubicBezTo>
                  <a:cubicBezTo>
                    <a:pt x="1157" y="222"/>
                    <a:pt x="937" y="1"/>
                    <a:pt x="663" y="1"/>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89"/>
            <p:cNvSpPr/>
            <p:nvPr/>
          </p:nvSpPr>
          <p:spPr>
            <a:xfrm>
              <a:off x="1521115" y="4449797"/>
              <a:ext cx="30342" cy="25862"/>
            </a:xfrm>
            <a:custGeom>
              <a:rect b="b" l="l" r="r" t="t"/>
              <a:pathLst>
                <a:path extrusionOk="0" h="987" w="1158">
                  <a:moveTo>
                    <a:pt x="663" y="0"/>
                  </a:moveTo>
                  <a:cubicBezTo>
                    <a:pt x="221" y="0"/>
                    <a:pt x="1" y="528"/>
                    <a:pt x="313" y="840"/>
                  </a:cubicBezTo>
                  <a:cubicBezTo>
                    <a:pt x="414" y="941"/>
                    <a:pt x="538" y="986"/>
                    <a:pt x="659" y="986"/>
                  </a:cubicBezTo>
                  <a:cubicBezTo>
                    <a:pt x="914" y="986"/>
                    <a:pt x="1157" y="789"/>
                    <a:pt x="1157" y="490"/>
                  </a:cubicBezTo>
                  <a:cubicBezTo>
                    <a:pt x="1157" y="221"/>
                    <a:pt x="937" y="0"/>
                    <a:pt x="663" y="0"/>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89"/>
            <p:cNvSpPr/>
            <p:nvPr/>
          </p:nvSpPr>
          <p:spPr>
            <a:xfrm>
              <a:off x="1521115" y="4506132"/>
              <a:ext cx="30342" cy="25993"/>
            </a:xfrm>
            <a:custGeom>
              <a:rect b="b" l="l" r="r" t="t"/>
              <a:pathLst>
                <a:path extrusionOk="0" h="992" w="1158">
                  <a:moveTo>
                    <a:pt x="663" y="1"/>
                  </a:moveTo>
                  <a:cubicBezTo>
                    <a:pt x="221" y="1"/>
                    <a:pt x="1" y="534"/>
                    <a:pt x="313" y="846"/>
                  </a:cubicBezTo>
                  <a:cubicBezTo>
                    <a:pt x="414" y="947"/>
                    <a:pt x="538" y="992"/>
                    <a:pt x="659" y="992"/>
                  </a:cubicBezTo>
                  <a:cubicBezTo>
                    <a:pt x="914" y="992"/>
                    <a:pt x="1157" y="794"/>
                    <a:pt x="1157" y="495"/>
                  </a:cubicBezTo>
                  <a:cubicBezTo>
                    <a:pt x="1157" y="222"/>
                    <a:pt x="937" y="1"/>
                    <a:pt x="663" y="1"/>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89"/>
            <p:cNvSpPr/>
            <p:nvPr/>
          </p:nvSpPr>
          <p:spPr>
            <a:xfrm>
              <a:off x="1527797" y="4319728"/>
              <a:ext cx="144271" cy="30971"/>
            </a:xfrm>
            <a:custGeom>
              <a:rect b="b" l="l" r="r" t="t"/>
              <a:pathLst>
                <a:path extrusionOk="0" h="1182" w="5506">
                  <a:moveTo>
                    <a:pt x="0" y="1"/>
                  </a:moveTo>
                  <a:lnTo>
                    <a:pt x="0" y="1182"/>
                  </a:lnTo>
                  <a:lnTo>
                    <a:pt x="5506" y="1182"/>
                  </a:lnTo>
                  <a:lnTo>
                    <a:pt x="5506" y="1"/>
                  </a:ln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89"/>
            <p:cNvSpPr/>
            <p:nvPr/>
          </p:nvSpPr>
          <p:spPr>
            <a:xfrm>
              <a:off x="1489934" y="4468401"/>
              <a:ext cx="28141" cy="28299"/>
            </a:xfrm>
            <a:custGeom>
              <a:rect b="b" l="l" r="r" t="t"/>
              <a:pathLst>
                <a:path extrusionOk="0" h="1080" w="1074">
                  <a:moveTo>
                    <a:pt x="706" y="1"/>
                  </a:moveTo>
                  <a:lnTo>
                    <a:pt x="0" y="630"/>
                  </a:lnTo>
                  <a:lnTo>
                    <a:pt x="874" y="1066"/>
                  </a:lnTo>
                  <a:cubicBezTo>
                    <a:pt x="892" y="1075"/>
                    <a:pt x="911" y="1079"/>
                    <a:pt x="929" y="1079"/>
                  </a:cubicBezTo>
                  <a:cubicBezTo>
                    <a:pt x="1008" y="1079"/>
                    <a:pt x="1073" y="1000"/>
                    <a:pt x="1042" y="918"/>
                  </a:cubicBezTo>
                  <a:lnTo>
                    <a:pt x="706"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4" name="Google Shape;19594;p89"/>
            <p:cNvSpPr/>
            <p:nvPr/>
          </p:nvSpPr>
          <p:spPr>
            <a:xfrm>
              <a:off x="1391072" y="4359031"/>
              <a:ext cx="118383" cy="126191"/>
            </a:xfrm>
            <a:custGeom>
              <a:rect b="b" l="l" r="r" t="t"/>
              <a:pathLst>
                <a:path extrusionOk="0" h="4816" w="4518">
                  <a:moveTo>
                    <a:pt x="782" y="1"/>
                  </a:moveTo>
                  <a:cubicBezTo>
                    <a:pt x="734" y="1"/>
                    <a:pt x="686" y="18"/>
                    <a:pt x="648" y="51"/>
                  </a:cubicBezTo>
                  <a:lnTo>
                    <a:pt x="87" y="555"/>
                  </a:lnTo>
                  <a:cubicBezTo>
                    <a:pt x="5" y="627"/>
                    <a:pt x="0" y="752"/>
                    <a:pt x="72" y="839"/>
                  </a:cubicBezTo>
                  <a:lnTo>
                    <a:pt x="3586" y="4751"/>
                  </a:lnTo>
                  <a:cubicBezTo>
                    <a:pt x="3624" y="4794"/>
                    <a:pt x="3679" y="4816"/>
                    <a:pt x="3734" y="4816"/>
                  </a:cubicBezTo>
                  <a:cubicBezTo>
                    <a:pt x="3782" y="4816"/>
                    <a:pt x="3831" y="4799"/>
                    <a:pt x="3869" y="4765"/>
                  </a:cubicBezTo>
                  <a:lnTo>
                    <a:pt x="4426" y="4261"/>
                  </a:lnTo>
                  <a:cubicBezTo>
                    <a:pt x="4512" y="4189"/>
                    <a:pt x="4517" y="4059"/>
                    <a:pt x="4445" y="3978"/>
                  </a:cubicBezTo>
                  <a:lnTo>
                    <a:pt x="931" y="66"/>
                  </a:lnTo>
                  <a:cubicBezTo>
                    <a:pt x="891" y="22"/>
                    <a:pt x="836" y="1"/>
                    <a:pt x="782" y="1"/>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89"/>
            <p:cNvSpPr/>
            <p:nvPr/>
          </p:nvSpPr>
          <p:spPr>
            <a:xfrm>
              <a:off x="1391072" y="4366892"/>
              <a:ext cx="108688" cy="118330"/>
            </a:xfrm>
            <a:custGeom>
              <a:rect b="b" l="l" r="r" t="t"/>
              <a:pathLst>
                <a:path extrusionOk="0" h="4516" w="4148">
                  <a:moveTo>
                    <a:pt x="365" y="1"/>
                  </a:moveTo>
                  <a:lnTo>
                    <a:pt x="87" y="255"/>
                  </a:lnTo>
                  <a:cubicBezTo>
                    <a:pt x="5" y="327"/>
                    <a:pt x="0" y="452"/>
                    <a:pt x="72" y="539"/>
                  </a:cubicBezTo>
                  <a:lnTo>
                    <a:pt x="3586" y="4451"/>
                  </a:lnTo>
                  <a:cubicBezTo>
                    <a:pt x="3624" y="4494"/>
                    <a:pt x="3679" y="4516"/>
                    <a:pt x="3734" y="4516"/>
                  </a:cubicBezTo>
                  <a:cubicBezTo>
                    <a:pt x="3782" y="4516"/>
                    <a:pt x="3831" y="4499"/>
                    <a:pt x="3869" y="4465"/>
                  </a:cubicBezTo>
                  <a:lnTo>
                    <a:pt x="4148" y="4211"/>
                  </a:lnTo>
                  <a:lnTo>
                    <a:pt x="365" y="1"/>
                  </a:ln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89"/>
            <p:cNvSpPr/>
            <p:nvPr/>
          </p:nvSpPr>
          <p:spPr>
            <a:xfrm>
              <a:off x="1391072" y="4359058"/>
              <a:ext cx="34351" cy="33015"/>
            </a:xfrm>
            <a:custGeom>
              <a:rect b="b" l="l" r="r" t="t"/>
              <a:pathLst>
                <a:path extrusionOk="0" h="1260" w="1311">
                  <a:moveTo>
                    <a:pt x="783" y="1"/>
                  </a:moveTo>
                  <a:cubicBezTo>
                    <a:pt x="735" y="1"/>
                    <a:pt x="687" y="19"/>
                    <a:pt x="648" y="55"/>
                  </a:cubicBezTo>
                  <a:lnTo>
                    <a:pt x="87" y="554"/>
                  </a:lnTo>
                  <a:cubicBezTo>
                    <a:pt x="5" y="631"/>
                    <a:pt x="0" y="756"/>
                    <a:pt x="72" y="838"/>
                  </a:cubicBezTo>
                  <a:lnTo>
                    <a:pt x="451" y="1260"/>
                  </a:lnTo>
                  <a:lnTo>
                    <a:pt x="1311" y="492"/>
                  </a:lnTo>
                  <a:lnTo>
                    <a:pt x="931" y="69"/>
                  </a:lnTo>
                  <a:cubicBezTo>
                    <a:pt x="891" y="24"/>
                    <a:pt x="837" y="1"/>
                    <a:pt x="783" y="1"/>
                  </a:cubicBez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89"/>
            <p:cNvSpPr/>
            <p:nvPr/>
          </p:nvSpPr>
          <p:spPr>
            <a:xfrm>
              <a:off x="1385020" y="4280607"/>
              <a:ext cx="330440" cy="364791"/>
            </a:xfrm>
            <a:custGeom>
              <a:rect b="b" l="l" r="r" t="t"/>
              <a:pathLst>
                <a:path extrusionOk="0" h="13922" w="12611">
                  <a:moveTo>
                    <a:pt x="1014" y="3203"/>
                  </a:moveTo>
                  <a:lnTo>
                    <a:pt x="1254" y="3472"/>
                  </a:lnTo>
                  <a:lnTo>
                    <a:pt x="697" y="3966"/>
                  </a:lnTo>
                  <a:lnTo>
                    <a:pt x="457" y="3697"/>
                  </a:lnTo>
                  <a:lnTo>
                    <a:pt x="1014" y="3203"/>
                  </a:lnTo>
                  <a:close/>
                  <a:moveTo>
                    <a:pt x="1522" y="3774"/>
                  </a:moveTo>
                  <a:lnTo>
                    <a:pt x="4518" y="7105"/>
                  </a:lnTo>
                  <a:lnTo>
                    <a:pt x="4393" y="7220"/>
                  </a:lnTo>
                  <a:lnTo>
                    <a:pt x="1398" y="3884"/>
                  </a:lnTo>
                  <a:lnTo>
                    <a:pt x="1522" y="3774"/>
                  </a:lnTo>
                  <a:close/>
                  <a:moveTo>
                    <a:pt x="1095" y="4158"/>
                  </a:moveTo>
                  <a:lnTo>
                    <a:pt x="4091" y="7494"/>
                  </a:lnTo>
                  <a:lnTo>
                    <a:pt x="3966" y="7605"/>
                  </a:lnTo>
                  <a:lnTo>
                    <a:pt x="970" y="4273"/>
                  </a:lnTo>
                  <a:lnTo>
                    <a:pt x="1095" y="4158"/>
                  </a:lnTo>
                  <a:close/>
                  <a:moveTo>
                    <a:pt x="4633" y="7552"/>
                  </a:moveTo>
                  <a:lnTo>
                    <a:pt x="4782" y="7955"/>
                  </a:lnTo>
                  <a:lnTo>
                    <a:pt x="4398" y="7763"/>
                  </a:lnTo>
                  <a:lnTo>
                    <a:pt x="4633" y="7552"/>
                  </a:lnTo>
                  <a:close/>
                  <a:moveTo>
                    <a:pt x="4278" y="1"/>
                  </a:moveTo>
                  <a:cubicBezTo>
                    <a:pt x="4014" y="1"/>
                    <a:pt x="3798" y="212"/>
                    <a:pt x="3798" y="476"/>
                  </a:cubicBezTo>
                  <a:lnTo>
                    <a:pt x="3798" y="5694"/>
                  </a:lnTo>
                  <a:lnTo>
                    <a:pt x="1311" y="2924"/>
                  </a:lnTo>
                  <a:cubicBezTo>
                    <a:pt x="1231" y="2834"/>
                    <a:pt x="1121" y="2788"/>
                    <a:pt x="1009" y="2788"/>
                  </a:cubicBezTo>
                  <a:cubicBezTo>
                    <a:pt x="914" y="2788"/>
                    <a:pt x="818" y="2822"/>
                    <a:pt x="740" y="2891"/>
                  </a:cubicBezTo>
                  <a:lnTo>
                    <a:pt x="183" y="3395"/>
                  </a:lnTo>
                  <a:cubicBezTo>
                    <a:pt x="15" y="3544"/>
                    <a:pt x="1" y="3798"/>
                    <a:pt x="150" y="3966"/>
                  </a:cubicBezTo>
                  <a:lnTo>
                    <a:pt x="3663" y="7878"/>
                  </a:lnTo>
                  <a:cubicBezTo>
                    <a:pt x="3702" y="7917"/>
                    <a:pt x="3750" y="7950"/>
                    <a:pt x="3798" y="7974"/>
                  </a:cubicBezTo>
                  <a:lnTo>
                    <a:pt x="3798" y="11123"/>
                  </a:lnTo>
                  <a:lnTo>
                    <a:pt x="3006" y="11123"/>
                  </a:lnTo>
                  <a:cubicBezTo>
                    <a:pt x="2737" y="11123"/>
                    <a:pt x="2737" y="11531"/>
                    <a:pt x="3006" y="11531"/>
                  </a:cubicBezTo>
                  <a:lnTo>
                    <a:pt x="8627" y="11531"/>
                  </a:lnTo>
                  <a:cubicBezTo>
                    <a:pt x="8665" y="11531"/>
                    <a:pt x="8694" y="11560"/>
                    <a:pt x="8694" y="11598"/>
                  </a:cubicBezTo>
                  <a:lnTo>
                    <a:pt x="8694" y="12021"/>
                  </a:lnTo>
                  <a:cubicBezTo>
                    <a:pt x="8694" y="12602"/>
                    <a:pt x="8963" y="13154"/>
                    <a:pt x="9424" y="13514"/>
                  </a:cubicBezTo>
                  <a:lnTo>
                    <a:pt x="2199" y="13514"/>
                  </a:lnTo>
                  <a:cubicBezTo>
                    <a:pt x="1374" y="13509"/>
                    <a:pt x="706" y="12842"/>
                    <a:pt x="706" y="12021"/>
                  </a:cubicBezTo>
                  <a:lnTo>
                    <a:pt x="706" y="11598"/>
                  </a:lnTo>
                  <a:cubicBezTo>
                    <a:pt x="706" y="11560"/>
                    <a:pt x="735" y="11531"/>
                    <a:pt x="774" y="11531"/>
                  </a:cubicBezTo>
                  <a:lnTo>
                    <a:pt x="2118" y="11531"/>
                  </a:lnTo>
                  <a:cubicBezTo>
                    <a:pt x="2391" y="11531"/>
                    <a:pt x="2391" y="11123"/>
                    <a:pt x="2118" y="11123"/>
                  </a:cubicBezTo>
                  <a:lnTo>
                    <a:pt x="774" y="11123"/>
                  </a:lnTo>
                  <a:cubicBezTo>
                    <a:pt x="510" y="11123"/>
                    <a:pt x="298" y="11334"/>
                    <a:pt x="298" y="11598"/>
                  </a:cubicBezTo>
                  <a:lnTo>
                    <a:pt x="298" y="12021"/>
                  </a:lnTo>
                  <a:cubicBezTo>
                    <a:pt x="294" y="13067"/>
                    <a:pt x="1148" y="13922"/>
                    <a:pt x="2199" y="13922"/>
                  </a:cubicBezTo>
                  <a:lnTo>
                    <a:pt x="10705" y="13922"/>
                  </a:lnTo>
                  <a:cubicBezTo>
                    <a:pt x="11757" y="13922"/>
                    <a:pt x="12606" y="13072"/>
                    <a:pt x="12606" y="12021"/>
                  </a:cubicBezTo>
                  <a:lnTo>
                    <a:pt x="12606" y="6472"/>
                  </a:lnTo>
                  <a:cubicBezTo>
                    <a:pt x="12606" y="6335"/>
                    <a:pt x="12504" y="6266"/>
                    <a:pt x="12402" y="6266"/>
                  </a:cubicBezTo>
                  <a:cubicBezTo>
                    <a:pt x="12300" y="6266"/>
                    <a:pt x="12198" y="6335"/>
                    <a:pt x="12198" y="6472"/>
                  </a:cubicBezTo>
                  <a:lnTo>
                    <a:pt x="12198" y="12021"/>
                  </a:lnTo>
                  <a:cubicBezTo>
                    <a:pt x="12198" y="12846"/>
                    <a:pt x="11531" y="13514"/>
                    <a:pt x="10705" y="13514"/>
                  </a:cubicBezTo>
                  <a:lnTo>
                    <a:pt x="10600" y="13514"/>
                  </a:lnTo>
                  <a:cubicBezTo>
                    <a:pt x="9774" y="13514"/>
                    <a:pt x="9107" y="12846"/>
                    <a:pt x="9102" y="12021"/>
                  </a:cubicBezTo>
                  <a:lnTo>
                    <a:pt x="9102" y="11598"/>
                  </a:lnTo>
                  <a:cubicBezTo>
                    <a:pt x="9102" y="11339"/>
                    <a:pt x="8891" y="11123"/>
                    <a:pt x="8627" y="11123"/>
                  </a:cubicBezTo>
                  <a:lnTo>
                    <a:pt x="4206" y="11123"/>
                  </a:lnTo>
                  <a:lnTo>
                    <a:pt x="4206" y="8123"/>
                  </a:lnTo>
                  <a:lnTo>
                    <a:pt x="4791" y="8411"/>
                  </a:lnTo>
                  <a:cubicBezTo>
                    <a:pt x="4840" y="8436"/>
                    <a:pt x="4890" y="8448"/>
                    <a:pt x="4938" y="8448"/>
                  </a:cubicBezTo>
                  <a:cubicBezTo>
                    <a:pt x="5145" y="8448"/>
                    <a:pt x="5320" y="8235"/>
                    <a:pt x="5238" y="8013"/>
                  </a:cubicBezTo>
                  <a:lnTo>
                    <a:pt x="4926" y="7168"/>
                  </a:lnTo>
                  <a:cubicBezTo>
                    <a:pt x="4926" y="7153"/>
                    <a:pt x="4926" y="7139"/>
                    <a:pt x="4931" y="7129"/>
                  </a:cubicBezTo>
                  <a:cubicBezTo>
                    <a:pt x="4935" y="7019"/>
                    <a:pt x="4897" y="6913"/>
                    <a:pt x="4825" y="6836"/>
                  </a:cubicBezTo>
                  <a:lnTo>
                    <a:pt x="4206" y="6145"/>
                  </a:lnTo>
                  <a:lnTo>
                    <a:pt x="4206" y="481"/>
                  </a:lnTo>
                  <a:cubicBezTo>
                    <a:pt x="4206" y="443"/>
                    <a:pt x="4235" y="414"/>
                    <a:pt x="4273" y="414"/>
                  </a:cubicBezTo>
                  <a:lnTo>
                    <a:pt x="12131" y="414"/>
                  </a:lnTo>
                  <a:cubicBezTo>
                    <a:pt x="12169" y="414"/>
                    <a:pt x="12198" y="443"/>
                    <a:pt x="12198" y="481"/>
                  </a:cubicBezTo>
                  <a:lnTo>
                    <a:pt x="12198" y="3140"/>
                  </a:lnTo>
                  <a:cubicBezTo>
                    <a:pt x="12198" y="3277"/>
                    <a:pt x="12300" y="3346"/>
                    <a:pt x="12402" y="3346"/>
                  </a:cubicBezTo>
                  <a:cubicBezTo>
                    <a:pt x="12504" y="3346"/>
                    <a:pt x="12606" y="3277"/>
                    <a:pt x="12606" y="3140"/>
                  </a:cubicBezTo>
                  <a:lnTo>
                    <a:pt x="12606" y="481"/>
                  </a:lnTo>
                  <a:cubicBezTo>
                    <a:pt x="12611" y="217"/>
                    <a:pt x="12395" y="1"/>
                    <a:pt x="121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89"/>
            <p:cNvSpPr/>
            <p:nvPr/>
          </p:nvSpPr>
          <p:spPr>
            <a:xfrm>
              <a:off x="1704638" y="4380727"/>
              <a:ext cx="10717" cy="51567"/>
            </a:xfrm>
            <a:custGeom>
              <a:rect b="b" l="l" r="r" t="t"/>
              <a:pathLst>
                <a:path extrusionOk="0" h="1968" w="409">
                  <a:moveTo>
                    <a:pt x="207" y="1"/>
                  </a:moveTo>
                  <a:cubicBezTo>
                    <a:pt x="91" y="1"/>
                    <a:pt x="0" y="92"/>
                    <a:pt x="0" y="203"/>
                  </a:cubicBezTo>
                  <a:lnTo>
                    <a:pt x="0" y="1763"/>
                  </a:lnTo>
                  <a:cubicBezTo>
                    <a:pt x="0" y="1899"/>
                    <a:pt x="102" y="1968"/>
                    <a:pt x="204" y="1968"/>
                  </a:cubicBezTo>
                  <a:cubicBezTo>
                    <a:pt x="306" y="1968"/>
                    <a:pt x="408" y="1899"/>
                    <a:pt x="408" y="1763"/>
                  </a:cubicBezTo>
                  <a:lnTo>
                    <a:pt x="408" y="203"/>
                  </a:lnTo>
                  <a:cubicBezTo>
                    <a:pt x="408" y="92"/>
                    <a:pt x="317"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89"/>
            <p:cNvSpPr/>
            <p:nvPr/>
          </p:nvSpPr>
          <p:spPr>
            <a:xfrm>
              <a:off x="1514067" y="4387907"/>
              <a:ext cx="42789" cy="36683"/>
            </a:xfrm>
            <a:custGeom>
              <a:rect b="b" l="l" r="r" t="t"/>
              <a:pathLst>
                <a:path extrusionOk="0" h="1400" w="1633">
                  <a:moveTo>
                    <a:pt x="928" y="410"/>
                  </a:moveTo>
                  <a:cubicBezTo>
                    <a:pt x="1077" y="410"/>
                    <a:pt x="1220" y="526"/>
                    <a:pt x="1220" y="701"/>
                  </a:cubicBezTo>
                  <a:cubicBezTo>
                    <a:pt x="1220" y="860"/>
                    <a:pt x="1090" y="989"/>
                    <a:pt x="932" y="989"/>
                  </a:cubicBezTo>
                  <a:cubicBezTo>
                    <a:pt x="673" y="989"/>
                    <a:pt x="543" y="677"/>
                    <a:pt x="726" y="495"/>
                  </a:cubicBezTo>
                  <a:cubicBezTo>
                    <a:pt x="784" y="436"/>
                    <a:pt x="857" y="410"/>
                    <a:pt x="928" y="410"/>
                  </a:cubicBezTo>
                  <a:close/>
                  <a:moveTo>
                    <a:pt x="932" y="1"/>
                  </a:moveTo>
                  <a:cubicBezTo>
                    <a:pt x="308" y="5"/>
                    <a:pt x="1" y="754"/>
                    <a:pt x="438" y="1196"/>
                  </a:cubicBezTo>
                  <a:cubicBezTo>
                    <a:pt x="580" y="1337"/>
                    <a:pt x="755" y="1400"/>
                    <a:pt x="926" y="1400"/>
                  </a:cubicBezTo>
                  <a:cubicBezTo>
                    <a:pt x="1287" y="1400"/>
                    <a:pt x="1633" y="1121"/>
                    <a:pt x="1633" y="701"/>
                  </a:cubicBezTo>
                  <a:cubicBezTo>
                    <a:pt x="1628" y="313"/>
                    <a:pt x="1316" y="1"/>
                    <a:pt x="9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0" name="Google Shape;19600;p89"/>
            <p:cNvSpPr/>
            <p:nvPr/>
          </p:nvSpPr>
          <p:spPr>
            <a:xfrm>
              <a:off x="1565633" y="4402003"/>
              <a:ext cx="40535" cy="10717"/>
            </a:xfrm>
            <a:custGeom>
              <a:rect b="b" l="l" r="r" t="t"/>
              <a:pathLst>
                <a:path extrusionOk="0" h="409" w="1547">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1" name="Google Shape;19601;p89"/>
            <p:cNvSpPr/>
            <p:nvPr/>
          </p:nvSpPr>
          <p:spPr>
            <a:xfrm>
              <a:off x="1565764" y="4414816"/>
              <a:ext cx="105439" cy="10717"/>
            </a:xfrm>
            <a:custGeom>
              <a:rect b="b" l="l" r="r" t="t"/>
              <a:pathLst>
                <a:path extrusionOk="0" h="409" w="4024">
                  <a:moveTo>
                    <a:pt x="274" y="1"/>
                  </a:moveTo>
                  <a:cubicBezTo>
                    <a:pt x="1" y="1"/>
                    <a:pt x="1" y="409"/>
                    <a:pt x="274" y="409"/>
                  </a:cubicBezTo>
                  <a:lnTo>
                    <a:pt x="3754" y="409"/>
                  </a:lnTo>
                  <a:cubicBezTo>
                    <a:pt x="4023" y="409"/>
                    <a:pt x="4023"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89"/>
            <p:cNvSpPr/>
            <p:nvPr/>
          </p:nvSpPr>
          <p:spPr>
            <a:xfrm>
              <a:off x="1565633" y="4386911"/>
              <a:ext cx="14385" cy="10717"/>
            </a:xfrm>
            <a:custGeom>
              <a:rect b="b" l="l" r="r" t="t"/>
              <a:pathLst>
                <a:path extrusionOk="0" h="409" w="549">
                  <a:moveTo>
                    <a:pt x="274" y="0"/>
                  </a:moveTo>
                  <a:cubicBezTo>
                    <a:pt x="2" y="5"/>
                    <a:pt x="1" y="408"/>
                    <a:pt x="270" y="408"/>
                  </a:cubicBezTo>
                  <a:cubicBezTo>
                    <a:pt x="271" y="408"/>
                    <a:pt x="273" y="408"/>
                    <a:pt x="274" y="408"/>
                  </a:cubicBezTo>
                  <a:cubicBezTo>
                    <a:pt x="548" y="408"/>
                    <a:pt x="548"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89"/>
            <p:cNvSpPr/>
            <p:nvPr/>
          </p:nvSpPr>
          <p:spPr>
            <a:xfrm>
              <a:off x="1514067" y="4444373"/>
              <a:ext cx="42789" cy="36657"/>
            </a:xfrm>
            <a:custGeom>
              <a:rect b="b" l="l" r="r" t="t"/>
              <a:pathLst>
                <a:path extrusionOk="0" h="1399" w="1633">
                  <a:moveTo>
                    <a:pt x="929" y="410"/>
                  </a:moveTo>
                  <a:cubicBezTo>
                    <a:pt x="1077" y="410"/>
                    <a:pt x="1220" y="525"/>
                    <a:pt x="1220" y="697"/>
                  </a:cubicBezTo>
                  <a:cubicBezTo>
                    <a:pt x="1220" y="860"/>
                    <a:pt x="1090" y="990"/>
                    <a:pt x="932" y="990"/>
                  </a:cubicBezTo>
                  <a:cubicBezTo>
                    <a:pt x="673" y="990"/>
                    <a:pt x="543" y="678"/>
                    <a:pt x="726" y="495"/>
                  </a:cubicBezTo>
                  <a:cubicBezTo>
                    <a:pt x="785" y="436"/>
                    <a:pt x="857" y="410"/>
                    <a:pt x="929" y="410"/>
                  </a:cubicBezTo>
                  <a:close/>
                  <a:moveTo>
                    <a:pt x="932" y="1"/>
                  </a:moveTo>
                  <a:cubicBezTo>
                    <a:pt x="308" y="1"/>
                    <a:pt x="1" y="754"/>
                    <a:pt x="438" y="1191"/>
                  </a:cubicBezTo>
                  <a:cubicBezTo>
                    <a:pt x="581" y="1334"/>
                    <a:pt x="756" y="1398"/>
                    <a:pt x="927" y="1398"/>
                  </a:cubicBezTo>
                  <a:cubicBezTo>
                    <a:pt x="1286" y="1398"/>
                    <a:pt x="1630" y="1119"/>
                    <a:pt x="1633" y="697"/>
                  </a:cubicBezTo>
                  <a:cubicBezTo>
                    <a:pt x="1628" y="313"/>
                    <a:pt x="1316" y="1"/>
                    <a:pt x="9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89"/>
            <p:cNvSpPr/>
            <p:nvPr/>
          </p:nvSpPr>
          <p:spPr>
            <a:xfrm>
              <a:off x="1565633" y="4458470"/>
              <a:ext cx="40535" cy="10717"/>
            </a:xfrm>
            <a:custGeom>
              <a:rect b="b" l="l" r="r" t="t"/>
              <a:pathLst>
                <a:path extrusionOk="0" h="409" w="1547">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89"/>
            <p:cNvSpPr/>
            <p:nvPr/>
          </p:nvSpPr>
          <p:spPr>
            <a:xfrm>
              <a:off x="1565764" y="4471309"/>
              <a:ext cx="105439" cy="10717"/>
            </a:xfrm>
            <a:custGeom>
              <a:rect b="b" l="l" r="r" t="t"/>
              <a:pathLst>
                <a:path extrusionOk="0" h="409" w="4024">
                  <a:moveTo>
                    <a:pt x="274" y="0"/>
                  </a:moveTo>
                  <a:cubicBezTo>
                    <a:pt x="1" y="0"/>
                    <a:pt x="1" y="408"/>
                    <a:pt x="274" y="408"/>
                  </a:cubicBezTo>
                  <a:lnTo>
                    <a:pt x="3754" y="408"/>
                  </a:lnTo>
                  <a:cubicBezTo>
                    <a:pt x="4023" y="408"/>
                    <a:pt x="4023" y="0"/>
                    <a:pt x="37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89"/>
            <p:cNvSpPr/>
            <p:nvPr/>
          </p:nvSpPr>
          <p:spPr>
            <a:xfrm>
              <a:off x="1565633" y="4443377"/>
              <a:ext cx="14385" cy="10717"/>
            </a:xfrm>
            <a:custGeom>
              <a:rect b="b" l="l" r="r" t="t"/>
              <a:pathLst>
                <a:path extrusionOk="0" h="409" w="549">
                  <a:moveTo>
                    <a:pt x="274" y="0"/>
                  </a:moveTo>
                  <a:cubicBezTo>
                    <a:pt x="1" y="0"/>
                    <a:pt x="1" y="408"/>
                    <a:pt x="274" y="408"/>
                  </a:cubicBezTo>
                  <a:cubicBezTo>
                    <a:pt x="548" y="408"/>
                    <a:pt x="548"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7" name="Google Shape;19607;p89"/>
            <p:cNvSpPr/>
            <p:nvPr/>
          </p:nvSpPr>
          <p:spPr>
            <a:xfrm>
              <a:off x="1514067" y="4500866"/>
              <a:ext cx="42789" cy="36552"/>
            </a:xfrm>
            <a:custGeom>
              <a:rect b="b" l="l" r="r" t="t"/>
              <a:pathLst>
                <a:path extrusionOk="0" h="1395" w="1633">
                  <a:moveTo>
                    <a:pt x="928" y="405"/>
                  </a:moveTo>
                  <a:cubicBezTo>
                    <a:pt x="1077" y="405"/>
                    <a:pt x="1220" y="521"/>
                    <a:pt x="1220" y="696"/>
                  </a:cubicBezTo>
                  <a:cubicBezTo>
                    <a:pt x="1220" y="855"/>
                    <a:pt x="1090" y="984"/>
                    <a:pt x="932" y="984"/>
                  </a:cubicBezTo>
                  <a:lnTo>
                    <a:pt x="932" y="989"/>
                  </a:lnTo>
                  <a:cubicBezTo>
                    <a:pt x="673" y="989"/>
                    <a:pt x="543" y="672"/>
                    <a:pt x="726" y="490"/>
                  </a:cubicBezTo>
                  <a:cubicBezTo>
                    <a:pt x="784" y="431"/>
                    <a:pt x="857" y="405"/>
                    <a:pt x="928" y="405"/>
                  </a:cubicBezTo>
                  <a:close/>
                  <a:moveTo>
                    <a:pt x="932" y="0"/>
                  </a:moveTo>
                  <a:cubicBezTo>
                    <a:pt x="308" y="0"/>
                    <a:pt x="1" y="754"/>
                    <a:pt x="438" y="1191"/>
                  </a:cubicBezTo>
                  <a:cubicBezTo>
                    <a:pt x="580" y="1331"/>
                    <a:pt x="755" y="1394"/>
                    <a:pt x="926" y="1394"/>
                  </a:cubicBezTo>
                  <a:cubicBezTo>
                    <a:pt x="1287" y="1394"/>
                    <a:pt x="1633" y="1116"/>
                    <a:pt x="1633" y="696"/>
                  </a:cubicBezTo>
                  <a:cubicBezTo>
                    <a:pt x="1628" y="312"/>
                    <a:pt x="1316" y="0"/>
                    <a:pt x="9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89"/>
            <p:cNvSpPr/>
            <p:nvPr/>
          </p:nvSpPr>
          <p:spPr>
            <a:xfrm>
              <a:off x="1565633" y="4514936"/>
              <a:ext cx="40535" cy="10717"/>
            </a:xfrm>
            <a:custGeom>
              <a:rect b="b" l="l" r="r" t="t"/>
              <a:pathLst>
                <a:path extrusionOk="0" h="409" w="1547">
                  <a:moveTo>
                    <a:pt x="274" y="1"/>
                  </a:moveTo>
                  <a:cubicBezTo>
                    <a:pt x="1" y="1"/>
                    <a:pt x="1" y="409"/>
                    <a:pt x="274" y="409"/>
                  </a:cubicBezTo>
                  <a:lnTo>
                    <a:pt x="1273" y="409"/>
                  </a:lnTo>
                  <a:cubicBezTo>
                    <a:pt x="1547" y="409"/>
                    <a:pt x="1547" y="1"/>
                    <a:pt x="12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89"/>
            <p:cNvSpPr/>
            <p:nvPr/>
          </p:nvSpPr>
          <p:spPr>
            <a:xfrm>
              <a:off x="1565633" y="4527775"/>
              <a:ext cx="105570" cy="10717"/>
            </a:xfrm>
            <a:custGeom>
              <a:rect b="b" l="l" r="r" t="t"/>
              <a:pathLst>
                <a:path extrusionOk="0" h="409" w="4029">
                  <a:moveTo>
                    <a:pt x="274" y="0"/>
                  </a:moveTo>
                  <a:cubicBezTo>
                    <a:pt x="1" y="0"/>
                    <a:pt x="1" y="408"/>
                    <a:pt x="274" y="408"/>
                  </a:cubicBezTo>
                  <a:lnTo>
                    <a:pt x="3755" y="408"/>
                  </a:lnTo>
                  <a:cubicBezTo>
                    <a:pt x="4028" y="408"/>
                    <a:pt x="4028" y="0"/>
                    <a:pt x="37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89"/>
            <p:cNvSpPr/>
            <p:nvPr/>
          </p:nvSpPr>
          <p:spPr>
            <a:xfrm>
              <a:off x="1565633" y="4499844"/>
              <a:ext cx="14385" cy="10717"/>
            </a:xfrm>
            <a:custGeom>
              <a:rect b="b" l="l" r="r" t="t"/>
              <a:pathLst>
                <a:path extrusionOk="0" h="409" w="549">
                  <a:moveTo>
                    <a:pt x="274" y="1"/>
                  </a:moveTo>
                  <a:cubicBezTo>
                    <a:pt x="1" y="1"/>
                    <a:pt x="1" y="409"/>
                    <a:pt x="274" y="409"/>
                  </a:cubicBezTo>
                  <a:cubicBezTo>
                    <a:pt x="548" y="409"/>
                    <a:pt x="548"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89"/>
            <p:cNvSpPr/>
            <p:nvPr/>
          </p:nvSpPr>
          <p:spPr>
            <a:xfrm>
              <a:off x="1522504" y="4314330"/>
              <a:ext cx="154988" cy="41793"/>
            </a:xfrm>
            <a:custGeom>
              <a:rect b="b" l="l" r="r" t="t"/>
              <a:pathLst>
                <a:path extrusionOk="0" h="1595" w="5915">
                  <a:moveTo>
                    <a:pt x="5506" y="408"/>
                  </a:moveTo>
                  <a:lnTo>
                    <a:pt x="5506" y="1186"/>
                  </a:lnTo>
                  <a:lnTo>
                    <a:pt x="408" y="1186"/>
                  </a:lnTo>
                  <a:lnTo>
                    <a:pt x="408" y="408"/>
                  </a:lnTo>
                  <a:close/>
                  <a:moveTo>
                    <a:pt x="202" y="0"/>
                  </a:moveTo>
                  <a:cubicBezTo>
                    <a:pt x="92" y="0"/>
                    <a:pt x="0" y="92"/>
                    <a:pt x="0" y="207"/>
                  </a:cubicBezTo>
                  <a:lnTo>
                    <a:pt x="0" y="1388"/>
                  </a:lnTo>
                  <a:cubicBezTo>
                    <a:pt x="0" y="1498"/>
                    <a:pt x="92" y="1594"/>
                    <a:pt x="202" y="1594"/>
                  </a:cubicBezTo>
                  <a:lnTo>
                    <a:pt x="5708" y="1594"/>
                  </a:lnTo>
                  <a:cubicBezTo>
                    <a:pt x="5818" y="1594"/>
                    <a:pt x="5914" y="1498"/>
                    <a:pt x="5914" y="1388"/>
                  </a:cubicBezTo>
                  <a:lnTo>
                    <a:pt x="5914" y="207"/>
                  </a:lnTo>
                  <a:cubicBezTo>
                    <a:pt x="5914" y="92"/>
                    <a:pt x="5818" y="0"/>
                    <a:pt x="57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2" name="Google Shape;19612;p89"/>
          <p:cNvGrpSpPr/>
          <p:nvPr/>
        </p:nvGrpSpPr>
        <p:grpSpPr>
          <a:xfrm>
            <a:off x="1737836" y="1500941"/>
            <a:ext cx="392016" cy="369560"/>
            <a:chOff x="1737836" y="1500941"/>
            <a:chExt cx="392016" cy="369560"/>
          </a:xfrm>
        </p:grpSpPr>
        <p:sp>
          <p:nvSpPr>
            <p:cNvPr id="19613" name="Google Shape;19613;p89"/>
            <p:cNvSpPr/>
            <p:nvPr/>
          </p:nvSpPr>
          <p:spPr>
            <a:xfrm>
              <a:off x="1755575" y="1596266"/>
              <a:ext cx="148935" cy="264043"/>
            </a:xfrm>
            <a:custGeom>
              <a:rect b="b" l="l" r="r" t="t"/>
              <a:pathLst>
                <a:path extrusionOk="0" h="10077" w="5684">
                  <a:moveTo>
                    <a:pt x="0" y="1"/>
                  </a:moveTo>
                  <a:lnTo>
                    <a:pt x="0" y="9534"/>
                  </a:lnTo>
                  <a:cubicBezTo>
                    <a:pt x="0" y="9831"/>
                    <a:pt x="245" y="10076"/>
                    <a:pt x="543" y="10076"/>
                  </a:cubicBezTo>
                  <a:lnTo>
                    <a:pt x="5146" y="10076"/>
                  </a:lnTo>
                  <a:cubicBezTo>
                    <a:pt x="5444" y="10076"/>
                    <a:pt x="5684" y="9831"/>
                    <a:pt x="5684" y="9534"/>
                  </a:cubicBezTo>
                  <a:lnTo>
                    <a:pt x="5684" y="1"/>
                  </a:lnTo>
                  <a:lnTo>
                    <a:pt x="4642" y="1"/>
                  </a:lnTo>
                  <a:cubicBezTo>
                    <a:pt x="4637" y="668"/>
                    <a:pt x="4095" y="1210"/>
                    <a:pt x="3423" y="1210"/>
                  </a:cubicBezTo>
                  <a:lnTo>
                    <a:pt x="3365" y="1210"/>
                  </a:lnTo>
                  <a:cubicBezTo>
                    <a:pt x="2717" y="1177"/>
                    <a:pt x="2213" y="649"/>
                    <a:pt x="2208" y="1"/>
                  </a:cubicBezTo>
                  <a:cubicBezTo>
                    <a:pt x="1543" y="1"/>
                    <a:pt x="960" y="3"/>
                    <a:pt x="562" y="3"/>
                  </a:cubicBezTo>
                  <a:cubicBezTo>
                    <a:pt x="363" y="3"/>
                    <a:pt x="210" y="2"/>
                    <a:pt x="11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89"/>
            <p:cNvSpPr/>
            <p:nvPr/>
          </p:nvSpPr>
          <p:spPr>
            <a:xfrm>
              <a:off x="1755575" y="1596266"/>
              <a:ext cx="148935" cy="112723"/>
            </a:xfrm>
            <a:custGeom>
              <a:rect b="b" l="l" r="r" t="t"/>
              <a:pathLst>
                <a:path extrusionOk="0" h="4302" w="5684">
                  <a:moveTo>
                    <a:pt x="0" y="1"/>
                  </a:moveTo>
                  <a:lnTo>
                    <a:pt x="0" y="2511"/>
                  </a:lnTo>
                  <a:cubicBezTo>
                    <a:pt x="591" y="3596"/>
                    <a:pt x="1719" y="4278"/>
                    <a:pt x="2952" y="4302"/>
                  </a:cubicBezTo>
                  <a:lnTo>
                    <a:pt x="5362" y="4302"/>
                  </a:lnTo>
                  <a:cubicBezTo>
                    <a:pt x="5473" y="4302"/>
                    <a:pt x="5578" y="4292"/>
                    <a:pt x="5684" y="4278"/>
                  </a:cubicBezTo>
                  <a:lnTo>
                    <a:pt x="5684" y="1"/>
                  </a:lnTo>
                  <a:lnTo>
                    <a:pt x="4642" y="1"/>
                  </a:lnTo>
                  <a:cubicBezTo>
                    <a:pt x="4637" y="668"/>
                    <a:pt x="4095" y="1210"/>
                    <a:pt x="3423" y="1210"/>
                  </a:cubicBezTo>
                  <a:lnTo>
                    <a:pt x="3365" y="1210"/>
                  </a:lnTo>
                  <a:cubicBezTo>
                    <a:pt x="2717" y="1177"/>
                    <a:pt x="2213" y="649"/>
                    <a:pt x="2208" y="1"/>
                  </a:cubicBezTo>
                  <a:cubicBezTo>
                    <a:pt x="1543" y="1"/>
                    <a:pt x="960" y="3"/>
                    <a:pt x="561" y="3"/>
                  </a:cubicBezTo>
                  <a:cubicBezTo>
                    <a:pt x="361" y="3"/>
                    <a:pt x="207" y="2"/>
                    <a:pt x="11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89"/>
            <p:cNvSpPr/>
            <p:nvPr/>
          </p:nvSpPr>
          <p:spPr>
            <a:xfrm>
              <a:off x="1843747" y="1506339"/>
              <a:ext cx="151319" cy="179513"/>
            </a:xfrm>
            <a:custGeom>
              <a:rect b="b" l="l" r="r" t="t"/>
              <a:pathLst>
                <a:path extrusionOk="0" h="6851" w="5775">
                  <a:moveTo>
                    <a:pt x="0" y="0"/>
                  </a:moveTo>
                  <a:lnTo>
                    <a:pt x="0" y="2209"/>
                  </a:lnTo>
                  <a:lnTo>
                    <a:pt x="58" y="2209"/>
                  </a:lnTo>
                  <a:cubicBezTo>
                    <a:pt x="730" y="2209"/>
                    <a:pt x="1277" y="2751"/>
                    <a:pt x="1277" y="3423"/>
                  </a:cubicBezTo>
                  <a:lnTo>
                    <a:pt x="1277" y="3433"/>
                  </a:lnTo>
                  <a:cubicBezTo>
                    <a:pt x="1272" y="4100"/>
                    <a:pt x="730" y="4642"/>
                    <a:pt x="58" y="4642"/>
                  </a:cubicBezTo>
                  <a:lnTo>
                    <a:pt x="0" y="4642"/>
                  </a:lnTo>
                  <a:lnTo>
                    <a:pt x="0" y="6850"/>
                  </a:lnTo>
                  <a:lnTo>
                    <a:pt x="2415" y="6850"/>
                  </a:lnTo>
                  <a:cubicBezTo>
                    <a:pt x="4277" y="6817"/>
                    <a:pt x="5775" y="5290"/>
                    <a:pt x="5775" y="3428"/>
                  </a:cubicBezTo>
                  <a:cubicBezTo>
                    <a:pt x="5775" y="1560"/>
                    <a:pt x="4277" y="34"/>
                    <a:pt x="241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89"/>
            <p:cNvSpPr/>
            <p:nvPr/>
          </p:nvSpPr>
          <p:spPr>
            <a:xfrm>
              <a:off x="1737836" y="1506339"/>
              <a:ext cx="205925" cy="179513"/>
            </a:xfrm>
            <a:custGeom>
              <a:rect b="b" l="l" r="r" t="t"/>
              <a:pathLst>
                <a:path extrusionOk="0" h="6851" w="7859">
                  <a:moveTo>
                    <a:pt x="4100" y="2209"/>
                  </a:moveTo>
                  <a:cubicBezTo>
                    <a:pt x="4772" y="2209"/>
                    <a:pt x="5319" y="2756"/>
                    <a:pt x="5319" y="3428"/>
                  </a:cubicBezTo>
                  <a:lnTo>
                    <a:pt x="5319" y="3433"/>
                  </a:lnTo>
                  <a:cubicBezTo>
                    <a:pt x="5314" y="4105"/>
                    <a:pt x="4772" y="4647"/>
                    <a:pt x="4100" y="4647"/>
                  </a:cubicBezTo>
                  <a:lnTo>
                    <a:pt x="4042" y="4647"/>
                  </a:lnTo>
                  <a:cubicBezTo>
                    <a:pt x="3394" y="4613"/>
                    <a:pt x="2890" y="4081"/>
                    <a:pt x="2885" y="3437"/>
                  </a:cubicBezTo>
                  <a:lnTo>
                    <a:pt x="2885" y="3428"/>
                  </a:lnTo>
                  <a:cubicBezTo>
                    <a:pt x="2885" y="2775"/>
                    <a:pt x="3394" y="2242"/>
                    <a:pt x="4042" y="2209"/>
                  </a:cubicBezTo>
                  <a:close/>
                  <a:moveTo>
                    <a:pt x="4110" y="1"/>
                  </a:moveTo>
                  <a:cubicBezTo>
                    <a:pt x="2806" y="1"/>
                    <a:pt x="1524" y="741"/>
                    <a:pt x="951" y="2089"/>
                  </a:cubicBezTo>
                  <a:cubicBezTo>
                    <a:pt x="0" y="4321"/>
                    <a:pt x="1613" y="6807"/>
                    <a:pt x="4042" y="6850"/>
                  </a:cubicBezTo>
                  <a:lnTo>
                    <a:pt x="4100" y="6850"/>
                  </a:lnTo>
                  <a:cubicBezTo>
                    <a:pt x="4930" y="6850"/>
                    <a:pt x="5737" y="6548"/>
                    <a:pt x="6361" y="5996"/>
                  </a:cubicBezTo>
                  <a:cubicBezTo>
                    <a:pt x="6394" y="5967"/>
                    <a:pt x="6428" y="5938"/>
                    <a:pt x="6457" y="5909"/>
                  </a:cubicBezTo>
                  <a:cubicBezTo>
                    <a:pt x="6481" y="5885"/>
                    <a:pt x="6500" y="5866"/>
                    <a:pt x="6524" y="5847"/>
                  </a:cubicBezTo>
                  <a:cubicBezTo>
                    <a:pt x="7858" y="4513"/>
                    <a:pt x="7858" y="2343"/>
                    <a:pt x="6524" y="1004"/>
                  </a:cubicBezTo>
                  <a:cubicBezTo>
                    <a:pt x="5841" y="323"/>
                    <a:pt x="4971" y="1"/>
                    <a:pt x="411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89"/>
            <p:cNvSpPr/>
            <p:nvPr/>
          </p:nvSpPr>
          <p:spPr>
            <a:xfrm>
              <a:off x="1844376" y="1733986"/>
              <a:ext cx="173356" cy="69489"/>
            </a:xfrm>
            <a:custGeom>
              <a:rect b="b" l="l" r="r" t="t"/>
              <a:pathLst>
                <a:path extrusionOk="0" h="2652" w="6616">
                  <a:moveTo>
                    <a:pt x="6279" y="1"/>
                  </a:moveTo>
                  <a:lnTo>
                    <a:pt x="5660" y="164"/>
                  </a:lnTo>
                  <a:lnTo>
                    <a:pt x="327" y="1599"/>
                  </a:lnTo>
                  <a:lnTo>
                    <a:pt x="211" y="1633"/>
                  </a:lnTo>
                  <a:cubicBezTo>
                    <a:pt x="67" y="1676"/>
                    <a:pt x="0" y="1835"/>
                    <a:pt x="67" y="1964"/>
                  </a:cubicBezTo>
                  <a:cubicBezTo>
                    <a:pt x="77" y="1983"/>
                    <a:pt x="87" y="2003"/>
                    <a:pt x="101" y="2022"/>
                  </a:cubicBezTo>
                  <a:cubicBezTo>
                    <a:pt x="336" y="2418"/>
                    <a:pt x="759" y="2651"/>
                    <a:pt x="1202" y="2651"/>
                  </a:cubicBezTo>
                  <a:cubicBezTo>
                    <a:pt x="1311" y="2651"/>
                    <a:pt x="1422" y="2637"/>
                    <a:pt x="1532" y="2607"/>
                  </a:cubicBezTo>
                  <a:lnTo>
                    <a:pt x="6615" y="1234"/>
                  </a:lnTo>
                  <a:lnTo>
                    <a:pt x="627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8" name="Google Shape;19618;p89"/>
            <p:cNvSpPr/>
            <p:nvPr/>
          </p:nvSpPr>
          <p:spPr>
            <a:xfrm>
              <a:off x="1844376" y="1738388"/>
              <a:ext cx="151712" cy="49339"/>
            </a:xfrm>
            <a:custGeom>
              <a:rect b="b" l="l" r="r" t="t"/>
              <a:pathLst>
                <a:path extrusionOk="0" h="1883" w="5790">
                  <a:moveTo>
                    <a:pt x="5660" y="1"/>
                  </a:moveTo>
                  <a:lnTo>
                    <a:pt x="327" y="1431"/>
                  </a:lnTo>
                  <a:lnTo>
                    <a:pt x="211" y="1465"/>
                  </a:lnTo>
                  <a:cubicBezTo>
                    <a:pt x="67" y="1508"/>
                    <a:pt x="0" y="1667"/>
                    <a:pt x="67" y="1796"/>
                  </a:cubicBezTo>
                  <a:cubicBezTo>
                    <a:pt x="77" y="1815"/>
                    <a:pt x="91" y="1835"/>
                    <a:pt x="101" y="1854"/>
                  </a:cubicBezTo>
                  <a:cubicBezTo>
                    <a:pt x="192" y="1873"/>
                    <a:pt x="283" y="1883"/>
                    <a:pt x="375" y="1883"/>
                  </a:cubicBezTo>
                  <a:cubicBezTo>
                    <a:pt x="487" y="1883"/>
                    <a:pt x="598" y="1868"/>
                    <a:pt x="706" y="1839"/>
                  </a:cubicBezTo>
                  <a:lnTo>
                    <a:pt x="5789" y="466"/>
                  </a:lnTo>
                  <a:lnTo>
                    <a:pt x="566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9" name="Google Shape;19619;p89"/>
            <p:cNvSpPr/>
            <p:nvPr/>
          </p:nvSpPr>
          <p:spPr>
            <a:xfrm>
              <a:off x="1844376" y="1718134"/>
              <a:ext cx="173356" cy="69463"/>
            </a:xfrm>
            <a:custGeom>
              <a:rect b="b" l="l" r="r" t="t"/>
              <a:pathLst>
                <a:path extrusionOk="0" h="2651" w="6616">
                  <a:moveTo>
                    <a:pt x="1202" y="1"/>
                  </a:moveTo>
                  <a:cubicBezTo>
                    <a:pt x="844" y="1"/>
                    <a:pt x="496" y="153"/>
                    <a:pt x="250" y="428"/>
                  </a:cubicBezTo>
                  <a:cubicBezTo>
                    <a:pt x="178" y="505"/>
                    <a:pt x="115" y="591"/>
                    <a:pt x="67" y="683"/>
                  </a:cubicBezTo>
                  <a:cubicBezTo>
                    <a:pt x="0" y="817"/>
                    <a:pt x="67" y="975"/>
                    <a:pt x="211" y="1019"/>
                  </a:cubicBezTo>
                  <a:lnTo>
                    <a:pt x="327" y="1047"/>
                  </a:lnTo>
                  <a:lnTo>
                    <a:pt x="6279" y="2651"/>
                  </a:lnTo>
                  <a:lnTo>
                    <a:pt x="6418" y="2147"/>
                  </a:lnTo>
                  <a:lnTo>
                    <a:pt x="6615" y="1417"/>
                  </a:lnTo>
                  <a:lnTo>
                    <a:pt x="1532" y="44"/>
                  </a:lnTo>
                  <a:cubicBezTo>
                    <a:pt x="1422" y="15"/>
                    <a:pt x="1312" y="1"/>
                    <a:pt x="1202"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89"/>
            <p:cNvSpPr/>
            <p:nvPr/>
          </p:nvSpPr>
          <p:spPr>
            <a:xfrm>
              <a:off x="1850900" y="1718134"/>
              <a:ext cx="166831" cy="56257"/>
            </a:xfrm>
            <a:custGeom>
              <a:rect b="b" l="l" r="r" t="t"/>
              <a:pathLst>
                <a:path extrusionOk="0" h="2147" w="6367">
                  <a:moveTo>
                    <a:pt x="952" y="1"/>
                  </a:moveTo>
                  <a:cubicBezTo>
                    <a:pt x="593" y="1"/>
                    <a:pt x="243" y="153"/>
                    <a:pt x="1" y="428"/>
                  </a:cubicBezTo>
                  <a:cubicBezTo>
                    <a:pt x="30" y="471"/>
                    <a:pt x="73" y="505"/>
                    <a:pt x="126" y="524"/>
                  </a:cubicBezTo>
                  <a:lnTo>
                    <a:pt x="241" y="553"/>
                  </a:lnTo>
                  <a:lnTo>
                    <a:pt x="6169" y="2147"/>
                  </a:lnTo>
                  <a:lnTo>
                    <a:pt x="6366" y="1417"/>
                  </a:lnTo>
                  <a:lnTo>
                    <a:pt x="1283" y="44"/>
                  </a:lnTo>
                  <a:cubicBezTo>
                    <a:pt x="1173" y="15"/>
                    <a:pt x="1062" y="1"/>
                    <a:pt x="95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89"/>
            <p:cNvSpPr/>
            <p:nvPr/>
          </p:nvSpPr>
          <p:spPr>
            <a:xfrm>
              <a:off x="1955422" y="1657789"/>
              <a:ext cx="159652" cy="119824"/>
            </a:xfrm>
            <a:custGeom>
              <a:rect b="b" l="l" r="r" t="t"/>
              <a:pathLst>
                <a:path extrusionOk="0" h="4573" w="6093">
                  <a:moveTo>
                    <a:pt x="4100" y="805"/>
                  </a:moveTo>
                  <a:cubicBezTo>
                    <a:pt x="4118" y="805"/>
                    <a:pt x="4135" y="805"/>
                    <a:pt x="4153" y="806"/>
                  </a:cubicBezTo>
                  <a:cubicBezTo>
                    <a:pt x="5046" y="850"/>
                    <a:pt x="5435" y="1949"/>
                    <a:pt x="4772" y="2544"/>
                  </a:cubicBezTo>
                  <a:cubicBezTo>
                    <a:pt x="4573" y="2726"/>
                    <a:pt x="4338" y="2806"/>
                    <a:pt x="4108" y="2806"/>
                  </a:cubicBezTo>
                  <a:cubicBezTo>
                    <a:pt x="3576" y="2806"/>
                    <a:pt x="3072" y="2376"/>
                    <a:pt x="3102" y="1757"/>
                  </a:cubicBezTo>
                  <a:cubicBezTo>
                    <a:pt x="3130" y="1218"/>
                    <a:pt x="3571" y="805"/>
                    <a:pt x="4100" y="805"/>
                  </a:cubicBezTo>
                  <a:close/>
                  <a:moveTo>
                    <a:pt x="4082" y="0"/>
                  </a:moveTo>
                  <a:cubicBezTo>
                    <a:pt x="3933" y="0"/>
                    <a:pt x="3781" y="19"/>
                    <a:pt x="3630" y="57"/>
                  </a:cubicBezTo>
                  <a:cubicBezTo>
                    <a:pt x="2454" y="374"/>
                    <a:pt x="1921" y="1738"/>
                    <a:pt x="2569" y="2770"/>
                  </a:cubicBezTo>
                  <a:lnTo>
                    <a:pt x="543" y="3317"/>
                  </a:lnTo>
                  <a:cubicBezTo>
                    <a:pt x="203" y="3408"/>
                    <a:pt x="1" y="3758"/>
                    <a:pt x="92" y="4099"/>
                  </a:cubicBezTo>
                  <a:cubicBezTo>
                    <a:pt x="168" y="4385"/>
                    <a:pt x="427" y="4572"/>
                    <a:pt x="709" y="4572"/>
                  </a:cubicBezTo>
                  <a:cubicBezTo>
                    <a:pt x="763" y="4572"/>
                    <a:pt x="819" y="4565"/>
                    <a:pt x="875" y="4550"/>
                  </a:cubicBezTo>
                  <a:lnTo>
                    <a:pt x="4604" y="3542"/>
                  </a:lnTo>
                  <a:cubicBezTo>
                    <a:pt x="5550" y="3259"/>
                    <a:pt x="6092" y="2270"/>
                    <a:pt x="5824" y="1325"/>
                  </a:cubicBezTo>
                  <a:cubicBezTo>
                    <a:pt x="5601" y="525"/>
                    <a:pt x="4876" y="0"/>
                    <a:pt x="4082"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2" name="Google Shape;19622;p89"/>
            <p:cNvSpPr/>
            <p:nvPr/>
          </p:nvSpPr>
          <p:spPr>
            <a:xfrm>
              <a:off x="1955317" y="1744074"/>
              <a:ext cx="155721" cy="120060"/>
            </a:xfrm>
            <a:custGeom>
              <a:rect b="b" l="l" r="r" t="t"/>
              <a:pathLst>
                <a:path extrusionOk="0" h="4582" w="5943">
                  <a:moveTo>
                    <a:pt x="4101" y="1765"/>
                  </a:moveTo>
                  <a:cubicBezTo>
                    <a:pt x="4188" y="1765"/>
                    <a:pt x="4276" y="1776"/>
                    <a:pt x="4364" y="1800"/>
                  </a:cubicBezTo>
                  <a:cubicBezTo>
                    <a:pt x="5223" y="2035"/>
                    <a:pt x="5372" y="3192"/>
                    <a:pt x="4599" y="3634"/>
                  </a:cubicBezTo>
                  <a:cubicBezTo>
                    <a:pt x="4434" y="3729"/>
                    <a:pt x="4263" y="3771"/>
                    <a:pt x="4098" y="3771"/>
                  </a:cubicBezTo>
                  <a:cubicBezTo>
                    <a:pt x="3486" y="3771"/>
                    <a:pt x="2953" y="3187"/>
                    <a:pt x="3135" y="2510"/>
                  </a:cubicBezTo>
                  <a:cubicBezTo>
                    <a:pt x="3255" y="2060"/>
                    <a:pt x="3658" y="1765"/>
                    <a:pt x="4101" y="1765"/>
                  </a:cubicBezTo>
                  <a:close/>
                  <a:moveTo>
                    <a:pt x="704" y="0"/>
                  </a:moveTo>
                  <a:cubicBezTo>
                    <a:pt x="423" y="0"/>
                    <a:pt x="167" y="191"/>
                    <a:pt x="91" y="475"/>
                  </a:cubicBezTo>
                  <a:cubicBezTo>
                    <a:pt x="0" y="816"/>
                    <a:pt x="202" y="1166"/>
                    <a:pt x="543" y="1257"/>
                  </a:cubicBezTo>
                  <a:lnTo>
                    <a:pt x="2568" y="1805"/>
                  </a:lnTo>
                  <a:cubicBezTo>
                    <a:pt x="2151" y="2462"/>
                    <a:pt x="2203" y="3312"/>
                    <a:pt x="2698" y="3917"/>
                  </a:cubicBezTo>
                  <a:cubicBezTo>
                    <a:pt x="3050" y="4347"/>
                    <a:pt x="3567" y="4581"/>
                    <a:pt x="4100" y="4581"/>
                  </a:cubicBezTo>
                  <a:cubicBezTo>
                    <a:pt x="4315" y="4581"/>
                    <a:pt x="4533" y="4543"/>
                    <a:pt x="4743" y="4464"/>
                  </a:cubicBezTo>
                  <a:cubicBezTo>
                    <a:pt x="5472" y="4186"/>
                    <a:pt x="5943" y="3475"/>
                    <a:pt x="5909" y="2698"/>
                  </a:cubicBezTo>
                  <a:cubicBezTo>
                    <a:pt x="5880" y="1920"/>
                    <a:pt x="5352" y="1248"/>
                    <a:pt x="4604" y="1032"/>
                  </a:cubicBezTo>
                  <a:lnTo>
                    <a:pt x="874" y="24"/>
                  </a:lnTo>
                  <a:cubicBezTo>
                    <a:pt x="817" y="8"/>
                    <a:pt x="760" y="0"/>
                    <a:pt x="7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3" name="Google Shape;19623;p89"/>
            <p:cNvSpPr/>
            <p:nvPr/>
          </p:nvSpPr>
          <p:spPr>
            <a:xfrm>
              <a:off x="2025252" y="1673170"/>
              <a:ext cx="74599" cy="62231"/>
            </a:xfrm>
            <a:custGeom>
              <a:rect b="b" l="l" r="r" t="t"/>
              <a:pathLst>
                <a:path extrusionOk="0" h="2375" w="2847">
                  <a:moveTo>
                    <a:pt x="1437" y="1"/>
                  </a:moveTo>
                  <a:cubicBezTo>
                    <a:pt x="1176" y="1"/>
                    <a:pt x="910" y="85"/>
                    <a:pt x="682" y="267"/>
                  </a:cubicBezTo>
                  <a:cubicBezTo>
                    <a:pt x="0" y="815"/>
                    <a:pt x="101" y="1880"/>
                    <a:pt x="874" y="2293"/>
                  </a:cubicBezTo>
                  <a:cubicBezTo>
                    <a:pt x="909" y="2311"/>
                    <a:pt x="942" y="2319"/>
                    <a:pt x="974" y="2319"/>
                  </a:cubicBezTo>
                  <a:cubicBezTo>
                    <a:pt x="1164" y="2319"/>
                    <a:pt x="1276" y="2035"/>
                    <a:pt x="1066" y="1923"/>
                  </a:cubicBezTo>
                  <a:cubicBezTo>
                    <a:pt x="427" y="1587"/>
                    <a:pt x="528" y="632"/>
                    <a:pt x="1234" y="440"/>
                  </a:cubicBezTo>
                  <a:cubicBezTo>
                    <a:pt x="1300" y="423"/>
                    <a:pt x="1367" y="415"/>
                    <a:pt x="1433" y="415"/>
                  </a:cubicBezTo>
                  <a:cubicBezTo>
                    <a:pt x="1776" y="415"/>
                    <a:pt x="2094" y="636"/>
                    <a:pt x="2199" y="983"/>
                  </a:cubicBezTo>
                  <a:cubicBezTo>
                    <a:pt x="2328" y="1391"/>
                    <a:pt x="2107" y="1827"/>
                    <a:pt x="1704" y="1971"/>
                  </a:cubicBezTo>
                  <a:cubicBezTo>
                    <a:pt x="1483" y="2048"/>
                    <a:pt x="1541" y="2375"/>
                    <a:pt x="1776" y="2375"/>
                  </a:cubicBezTo>
                  <a:cubicBezTo>
                    <a:pt x="2088" y="2375"/>
                    <a:pt x="2847" y="1760"/>
                    <a:pt x="2616" y="901"/>
                  </a:cubicBezTo>
                  <a:cubicBezTo>
                    <a:pt x="2463" y="338"/>
                    <a:pt x="1959" y="1"/>
                    <a:pt x="14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89"/>
            <p:cNvSpPr/>
            <p:nvPr/>
          </p:nvSpPr>
          <p:spPr>
            <a:xfrm>
              <a:off x="1967632" y="1755656"/>
              <a:ext cx="14071" cy="11634"/>
            </a:xfrm>
            <a:custGeom>
              <a:rect b="b" l="l" r="r" t="t"/>
              <a:pathLst>
                <a:path extrusionOk="0" h="444" w="537">
                  <a:moveTo>
                    <a:pt x="284" y="1"/>
                  </a:moveTo>
                  <a:cubicBezTo>
                    <a:pt x="265" y="1"/>
                    <a:pt x="245" y="3"/>
                    <a:pt x="226" y="9"/>
                  </a:cubicBezTo>
                  <a:cubicBezTo>
                    <a:pt x="34" y="62"/>
                    <a:pt x="1" y="316"/>
                    <a:pt x="173" y="412"/>
                  </a:cubicBezTo>
                  <a:cubicBezTo>
                    <a:pt x="209" y="434"/>
                    <a:pt x="247" y="444"/>
                    <a:pt x="284" y="444"/>
                  </a:cubicBezTo>
                  <a:cubicBezTo>
                    <a:pt x="418" y="444"/>
                    <a:pt x="536" y="313"/>
                    <a:pt x="495" y="163"/>
                  </a:cubicBezTo>
                  <a:cubicBezTo>
                    <a:pt x="471" y="67"/>
                    <a:pt x="380" y="1"/>
                    <a:pt x="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89"/>
            <p:cNvSpPr/>
            <p:nvPr/>
          </p:nvSpPr>
          <p:spPr>
            <a:xfrm>
              <a:off x="2031147" y="1785422"/>
              <a:ext cx="64668" cy="63724"/>
            </a:xfrm>
            <a:custGeom>
              <a:rect b="b" l="l" r="r" t="t"/>
              <a:pathLst>
                <a:path extrusionOk="0" h="2432" w="2468">
                  <a:moveTo>
                    <a:pt x="1230" y="1"/>
                  </a:moveTo>
                  <a:cubicBezTo>
                    <a:pt x="608" y="1"/>
                    <a:pt x="1" y="472"/>
                    <a:pt x="1" y="1216"/>
                  </a:cubicBezTo>
                  <a:cubicBezTo>
                    <a:pt x="1" y="1935"/>
                    <a:pt x="594" y="2431"/>
                    <a:pt x="1222" y="2431"/>
                  </a:cubicBezTo>
                  <a:cubicBezTo>
                    <a:pt x="1450" y="2431"/>
                    <a:pt x="1682" y="2366"/>
                    <a:pt x="1892" y="2224"/>
                  </a:cubicBezTo>
                  <a:cubicBezTo>
                    <a:pt x="2082" y="2097"/>
                    <a:pt x="1959" y="1840"/>
                    <a:pt x="1780" y="1840"/>
                  </a:cubicBezTo>
                  <a:cubicBezTo>
                    <a:pt x="1742" y="1840"/>
                    <a:pt x="1702" y="1851"/>
                    <a:pt x="1662" y="1878"/>
                  </a:cubicBezTo>
                  <a:cubicBezTo>
                    <a:pt x="1514" y="1977"/>
                    <a:pt x="1360" y="2021"/>
                    <a:pt x="1213" y="2021"/>
                  </a:cubicBezTo>
                  <a:cubicBezTo>
                    <a:pt x="641" y="2021"/>
                    <a:pt x="168" y="1367"/>
                    <a:pt x="538" y="784"/>
                  </a:cubicBezTo>
                  <a:cubicBezTo>
                    <a:pt x="691" y="549"/>
                    <a:pt x="948" y="415"/>
                    <a:pt x="1216" y="415"/>
                  </a:cubicBezTo>
                  <a:cubicBezTo>
                    <a:pt x="1310" y="415"/>
                    <a:pt x="1406" y="432"/>
                    <a:pt x="1498" y="467"/>
                  </a:cubicBezTo>
                  <a:cubicBezTo>
                    <a:pt x="1854" y="601"/>
                    <a:pt x="2065" y="966"/>
                    <a:pt x="2007" y="1340"/>
                  </a:cubicBezTo>
                  <a:cubicBezTo>
                    <a:pt x="1983" y="1493"/>
                    <a:pt x="2099" y="1579"/>
                    <a:pt x="2213" y="1579"/>
                  </a:cubicBezTo>
                  <a:cubicBezTo>
                    <a:pt x="2305" y="1579"/>
                    <a:pt x="2396" y="1524"/>
                    <a:pt x="2415" y="1403"/>
                  </a:cubicBezTo>
                  <a:cubicBezTo>
                    <a:pt x="2468" y="1072"/>
                    <a:pt x="2382" y="731"/>
                    <a:pt x="2170" y="462"/>
                  </a:cubicBezTo>
                  <a:cubicBezTo>
                    <a:pt x="1918" y="143"/>
                    <a:pt x="1572" y="1"/>
                    <a:pt x="12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89"/>
            <p:cNvSpPr/>
            <p:nvPr/>
          </p:nvSpPr>
          <p:spPr>
            <a:xfrm>
              <a:off x="1973554"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89"/>
            <p:cNvSpPr/>
            <p:nvPr/>
          </p:nvSpPr>
          <p:spPr>
            <a:xfrm>
              <a:off x="2014928"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89"/>
            <p:cNvSpPr/>
            <p:nvPr/>
          </p:nvSpPr>
          <p:spPr>
            <a:xfrm>
              <a:off x="1910039" y="1732100"/>
              <a:ext cx="131" cy="26"/>
            </a:xfrm>
            <a:custGeom>
              <a:rect b="b" l="l" r="r" t="t"/>
              <a:pathLst>
                <a:path extrusionOk="0" h="1" w="5">
                  <a:moveTo>
                    <a:pt x="5" y="1"/>
                  </a:move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89"/>
            <p:cNvSpPr/>
            <p:nvPr/>
          </p:nvSpPr>
          <p:spPr>
            <a:xfrm>
              <a:off x="1973790" y="1738021"/>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89"/>
            <p:cNvSpPr/>
            <p:nvPr/>
          </p:nvSpPr>
          <p:spPr>
            <a:xfrm>
              <a:off x="1973554" y="1738021"/>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89"/>
            <p:cNvSpPr/>
            <p:nvPr/>
          </p:nvSpPr>
          <p:spPr>
            <a:xfrm>
              <a:off x="1750151" y="1500941"/>
              <a:ext cx="379700" cy="369560"/>
            </a:xfrm>
            <a:custGeom>
              <a:rect b="b" l="l" r="r" t="t"/>
              <a:pathLst>
                <a:path extrusionOk="0" h="14104" w="14491">
                  <a:moveTo>
                    <a:pt x="11942" y="6169"/>
                  </a:moveTo>
                  <a:cubicBezTo>
                    <a:pt x="12209" y="6169"/>
                    <a:pt x="12483" y="6238"/>
                    <a:pt x="12746" y="6389"/>
                  </a:cubicBezTo>
                  <a:cubicBezTo>
                    <a:pt x="13979" y="7100"/>
                    <a:pt x="13744" y="8948"/>
                    <a:pt x="12386" y="9341"/>
                  </a:cubicBezTo>
                  <a:lnTo>
                    <a:pt x="12371" y="9346"/>
                  </a:lnTo>
                  <a:lnTo>
                    <a:pt x="10998" y="9716"/>
                  </a:lnTo>
                  <a:lnTo>
                    <a:pt x="9774" y="9389"/>
                  </a:lnTo>
                  <a:lnTo>
                    <a:pt x="9318" y="9269"/>
                  </a:lnTo>
                  <a:lnTo>
                    <a:pt x="10129" y="9048"/>
                  </a:lnTo>
                  <a:lnTo>
                    <a:pt x="10451" y="8962"/>
                  </a:lnTo>
                  <a:cubicBezTo>
                    <a:pt x="10585" y="8924"/>
                    <a:pt x="10643" y="8765"/>
                    <a:pt x="10571" y="8650"/>
                  </a:cubicBezTo>
                  <a:cubicBezTo>
                    <a:pt x="10485" y="8511"/>
                    <a:pt x="10417" y="8367"/>
                    <a:pt x="10379" y="8208"/>
                  </a:cubicBezTo>
                  <a:cubicBezTo>
                    <a:pt x="10080" y="7111"/>
                    <a:pt x="10953" y="6169"/>
                    <a:pt x="11942" y="6169"/>
                  </a:cubicBezTo>
                  <a:close/>
                  <a:moveTo>
                    <a:pt x="4745" y="8498"/>
                  </a:moveTo>
                  <a:cubicBezTo>
                    <a:pt x="4837" y="8498"/>
                    <a:pt x="4930" y="8510"/>
                    <a:pt x="5022" y="8535"/>
                  </a:cubicBezTo>
                  <a:lnTo>
                    <a:pt x="5680" y="8712"/>
                  </a:lnTo>
                  <a:lnTo>
                    <a:pt x="6092" y="8823"/>
                  </a:lnTo>
                  <a:lnTo>
                    <a:pt x="6102" y="8823"/>
                  </a:lnTo>
                  <a:lnTo>
                    <a:pt x="7926" y="9317"/>
                  </a:lnTo>
                  <a:cubicBezTo>
                    <a:pt x="7917" y="9336"/>
                    <a:pt x="7830" y="9437"/>
                    <a:pt x="7830" y="9442"/>
                  </a:cubicBezTo>
                  <a:lnTo>
                    <a:pt x="7825" y="9442"/>
                  </a:lnTo>
                  <a:cubicBezTo>
                    <a:pt x="7811" y="9461"/>
                    <a:pt x="7796" y="9485"/>
                    <a:pt x="7787" y="9509"/>
                  </a:cubicBezTo>
                  <a:cubicBezTo>
                    <a:pt x="7672" y="9706"/>
                    <a:pt x="7638" y="9941"/>
                    <a:pt x="7705" y="10162"/>
                  </a:cubicBezTo>
                  <a:cubicBezTo>
                    <a:pt x="5041" y="9447"/>
                    <a:pt x="6731" y="9903"/>
                    <a:pt x="3803" y="9111"/>
                  </a:cubicBezTo>
                  <a:cubicBezTo>
                    <a:pt x="3788" y="9106"/>
                    <a:pt x="3779" y="9092"/>
                    <a:pt x="3788" y="9072"/>
                  </a:cubicBezTo>
                  <a:cubicBezTo>
                    <a:pt x="3979" y="8714"/>
                    <a:pt x="4352" y="8498"/>
                    <a:pt x="4745" y="8498"/>
                  </a:cubicBezTo>
                  <a:close/>
                  <a:moveTo>
                    <a:pt x="6040" y="10148"/>
                  </a:moveTo>
                  <a:lnTo>
                    <a:pt x="7720" y="10599"/>
                  </a:lnTo>
                  <a:lnTo>
                    <a:pt x="7724" y="10599"/>
                  </a:lnTo>
                  <a:lnTo>
                    <a:pt x="5027" y="11329"/>
                  </a:lnTo>
                  <a:cubicBezTo>
                    <a:pt x="4934" y="11353"/>
                    <a:pt x="4841" y="11365"/>
                    <a:pt x="4749" y="11365"/>
                  </a:cubicBezTo>
                  <a:cubicBezTo>
                    <a:pt x="4354" y="11365"/>
                    <a:pt x="3983" y="11148"/>
                    <a:pt x="3788" y="10786"/>
                  </a:cubicBezTo>
                  <a:cubicBezTo>
                    <a:pt x="3783" y="10772"/>
                    <a:pt x="3788" y="10753"/>
                    <a:pt x="3807" y="10748"/>
                  </a:cubicBezTo>
                  <a:lnTo>
                    <a:pt x="3807" y="10748"/>
                  </a:lnTo>
                  <a:cubicBezTo>
                    <a:pt x="3806" y="10748"/>
                    <a:pt x="3805" y="10749"/>
                    <a:pt x="3805" y="10749"/>
                  </a:cubicBezTo>
                  <a:cubicBezTo>
                    <a:pt x="3813" y="10749"/>
                    <a:pt x="4059" y="10679"/>
                    <a:pt x="6040" y="10148"/>
                  </a:cubicBezTo>
                  <a:close/>
                  <a:moveTo>
                    <a:pt x="8525" y="9498"/>
                  </a:moveTo>
                  <a:cubicBezTo>
                    <a:pt x="8563" y="9498"/>
                    <a:pt x="8602" y="9503"/>
                    <a:pt x="8641" y="9514"/>
                  </a:cubicBezTo>
                  <a:cubicBezTo>
                    <a:pt x="10974" y="10143"/>
                    <a:pt x="11906" y="10392"/>
                    <a:pt x="12237" y="10479"/>
                  </a:cubicBezTo>
                  <a:cubicBezTo>
                    <a:pt x="12237" y="10479"/>
                    <a:pt x="12275" y="10493"/>
                    <a:pt x="12390" y="10527"/>
                  </a:cubicBezTo>
                  <a:cubicBezTo>
                    <a:pt x="13230" y="10777"/>
                    <a:pt x="13725" y="11645"/>
                    <a:pt x="13504" y="12495"/>
                  </a:cubicBezTo>
                  <a:lnTo>
                    <a:pt x="13499" y="12495"/>
                  </a:lnTo>
                  <a:cubicBezTo>
                    <a:pt x="13301" y="13227"/>
                    <a:pt x="12640" y="13691"/>
                    <a:pt x="11936" y="13691"/>
                  </a:cubicBezTo>
                  <a:cubicBezTo>
                    <a:pt x="11721" y="13691"/>
                    <a:pt x="11502" y="13648"/>
                    <a:pt x="11291" y="13556"/>
                  </a:cubicBezTo>
                  <a:cubicBezTo>
                    <a:pt x="10384" y="13157"/>
                    <a:pt x="10043" y="12049"/>
                    <a:pt x="10571" y="11213"/>
                  </a:cubicBezTo>
                  <a:cubicBezTo>
                    <a:pt x="10643" y="11093"/>
                    <a:pt x="10585" y="10940"/>
                    <a:pt x="10451" y="10901"/>
                  </a:cubicBezTo>
                  <a:lnTo>
                    <a:pt x="10115" y="10815"/>
                  </a:lnTo>
                  <a:lnTo>
                    <a:pt x="10105" y="10815"/>
                  </a:lnTo>
                  <a:lnTo>
                    <a:pt x="9328" y="10604"/>
                  </a:lnTo>
                  <a:lnTo>
                    <a:pt x="8896" y="10484"/>
                  </a:lnTo>
                  <a:lnTo>
                    <a:pt x="8416" y="10354"/>
                  </a:lnTo>
                  <a:cubicBezTo>
                    <a:pt x="8214" y="10301"/>
                    <a:pt x="8080" y="10119"/>
                    <a:pt x="8094" y="9912"/>
                  </a:cubicBezTo>
                  <a:lnTo>
                    <a:pt x="8094" y="9898"/>
                  </a:lnTo>
                  <a:cubicBezTo>
                    <a:pt x="8115" y="9665"/>
                    <a:pt x="8305" y="9498"/>
                    <a:pt x="8525" y="9498"/>
                  </a:cubicBezTo>
                  <a:close/>
                  <a:moveTo>
                    <a:pt x="3567" y="0"/>
                  </a:moveTo>
                  <a:cubicBezTo>
                    <a:pt x="2343" y="24"/>
                    <a:pt x="1215" y="658"/>
                    <a:pt x="562" y="1694"/>
                  </a:cubicBezTo>
                  <a:cubicBezTo>
                    <a:pt x="458" y="1856"/>
                    <a:pt x="599" y="2013"/>
                    <a:pt x="744" y="2013"/>
                  </a:cubicBezTo>
                  <a:cubicBezTo>
                    <a:pt x="806" y="2013"/>
                    <a:pt x="868" y="1984"/>
                    <a:pt x="913" y="1915"/>
                  </a:cubicBezTo>
                  <a:cubicBezTo>
                    <a:pt x="1512" y="962"/>
                    <a:pt x="2549" y="411"/>
                    <a:pt x="3634" y="411"/>
                  </a:cubicBezTo>
                  <a:cubicBezTo>
                    <a:pt x="3931" y="411"/>
                    <a:pt x="4231" y="452"/>
                    <a:pt x="4528" y="538"/>
                  </a:cubicBezTo>
                  <a:cubicBezTo>
                    <a:pt x="5905" y="936"/>
                    <a:pt x="6851" y="2194"/>
                    <a:pt x="6851" y="3629"/>
                  </a:cubicBezTo>
                  <a:cubicBezTo>
                    <a:pt x="6851" y="5412"/>
                    <a:pt x="5396" y="6848"/>
                    <a:pt x="3646" y="6848"/>
                  </a:cubicBezTo>
                  <a:cubicBezTo>
                    <a:pt x="3553" y="6848"/>
                    <a:pt x="3460" y="6844"/>
                    <a:pt x="3366" y="6836"/>
                  </a:cubicBezTo>
                  <a:cubicBezTo>
                    <a:pt x="1782" y="6701"/>
                    <a:pt x="534" y="5434"/>
                    <a:pt x="428" y="3845"/>
                  </a:cubicBezTo>
                  <a:cubicBezTo>
                    <a:pt x="399" y="3432"/>
                    <a:pt x="452" y="3010"/>
                    <a:pt x="582" y="2616"/>
                  </a:cubicBezTo>
                  <a:cubicBezTo>
                    <a:pt x="635" y="2453"/>
                    <a:pt x="506" y="2341"/>
                    <a:pt x="379" y="2341"/>
                  </a:cubicBezTo>
                  <a:cubicBezTo>
                    <a:pt x="301" y="2341"/>
                    <a:pt x="223" y="2383"/>
                    <a:pt x="188" y="2482"/>
                  </a:cubicBezTo>
                  <a:cubicBezTo>
                    <a:pt x="63" y="2856"/>
                    <a:pt x="1" y="3245"/>
                    <a:pt x="1" y="3634"/>
                  </a:cubicBezTo>
                  <a:lnTo>
                    <a:pt x="1" y="3667"/>
                  </a:lnTo>
                  <a:lnTo>
                    <a:pt x="1" y="7061"/>
                  </a:lnTo>
                  <a:cubicBezTo>
                    <a:pt x="1" y="7200"/>
                    <a:pt x="104" y="7270"/>
                    <a:pt x="207" y="7270"/>
                  </a:cubicBezTo>
                  <a:cubicBezTo>
                    <a:pt x="310" y="7270"/>
                    <a:pt x="414" y="7200"/>
                    <a:pt x="414" y="7061"/>
                  </a:cubicBezTo>
                  <a:lnTo>
                    <a:pt x="414" y="5314"/>
                  </a:lnTo>
                  <a:cubicBezTo>
                    <a:pt x="438" y="5357"/>
                    <a:pt x="457" y="5400"/>
                    <a:pt x="481" y="5439"/>
                  </a:cubicBezTo>
                  <a:cubicBezTo>
                    <a:pt x="1134" y="6570"/>
                    <a:pt x="2339" y="7263"/>
                    <a:pt x="3639" y="7263"/>
                  </a:cubicBezTo>
                  <a:cubicBezTo>
                    <a:pt x="3657" y="7263"/>
                    <a:pt x="3675" y="7263"/>
                    <a:pt x="3692" y="7263"/>
                  </a:cubicBezTo>
                  <a:lnTo>
                    <a:pt x="5684" y="7263"/>
                  </a:lnTo>
                  <a:lnTo>
                    <a:pt x="5684" y="8280"/>
                  </a:lnTo>
                  <a:lnTo>
                    <a:pt x="5137" y="8132"/>
                  </a:lnTo>
                  <a:cubicBezTo>
                    <a:pt x="5010" y="8098"/>
                    <a:pt x="4881" y="8082"/>
                    <a:pt x="4754" y="8082"/>
                  </a:cubicBezTo>
                  <a:cubicBezTo>
                    <a:pt x="4207" y="8082"/>
                    <a:pt x="3688" y="8382"/>
                    <a:pt x="3423" y="8880"/>
                  </a:cubicBezTo>
                  <a:cubicBezTo>
                    <a:pt x="3361" y="8996"/>
                    <a:pt x="3356" y="9135"/>
                    <a:pt x="3409" y="9260"/>
                  </a:cubicBezTo>
                  <a:cubicBezTo>
                    <a:pt x="3491" y="9447"/>
                    <a:pt x="3635" y="9500"/>
                    <a:pt x="3812" y="9543"/>
                  </a:cubicBezTo>
                  <a:lnTo>
                    <a:pt x="5243" y="9927"/>
                  </a:lnTo>
                  <a:cubicBezTo>
                    <a:pt x="3933" y="10279"/>
                    <a:pt x="3805" y="10315"/>
                    <a:pt x="3810" y="10315"/>
                  </a:cubicBezTo>
                  <a:cubicBezTo>
                    <a:pt x="3811" y="10315"/>
                    <a:pt x="3821" y="10312"/>
                    <a:pt x="3822" y="10312"/>
                  </a:cubicBezTo>
                  <a:cubicBezTo>
                    <a:pt x="3823" y="10312"/>
                    <a:pt x="3821" y="10313"/>
                    <a:pt x="3812" y="10316"/>
                  </a:cubicBezTo>
                  <a:cubicBezTo>
                    <a:pt x="3759" y="10340"/>
                    <a:pt x="3515" y="10349"/>
                    <a:pt x="3409" y="10599"/>
                  </a:cubicBezTo>
                  <a:cubicBezTo>
                    <a:pt x="3356" y="10719"/>
                    <a:pt x="3361" y="10858"/>
                    <a:pt x="3423" y="10978"/>
                  </a:cubicBezTo>
                  <a:cubicBezTo>
                    <a:pt x="3688" y="11477"/>
                    <a:pt x="4207" y="11776"/>
                    <a:pt x="4754" y="11776"/>
                  </a:cubicBezTo>
                  <a:cubicBezTo>
                    <a:pt x="4881" y="11776"/>
                    <a:pt x="5010" y="11760"/>
                    <a:pt x="5137" y="11727"/>
                  </a:cubicBezTo>
                  <a:lnTo>
                    <a:pt x="5684" y="11578"/>
                  </a:lnTo>
                  <a:lnTo>
                    <a:pt x="5684" y="13172"/>
                  </a:lnTo>
                  <a:cubicBezTo>
                    <a:pt x="5684" y="13354"/>
                    <a:pt x="5536" y="13503"/>
                    <a:pt x="5348" y="13503"/>
                  </a:cubicBezTo>
                  <a:lnTo>
                    <a:pt x="4532" y="13503"/>
                  </a:lnTo>
                  <a:cubicBezTo>
                    <a:pt x="4254" y="13503"/>
                    <a:pt x="4254" y="13921"/>
                    <a:pt x="4532" y="13921"/>
                  </a:cubicBezTo>
                  <a:lnTo>
                    <a:pt x="5348" y="13921"/>
                  </a:lnTo>
                  <a:cubicBezTo>
                    <a:pt x="5761" y="13916"/>
                    <a:pt x="6097" y="13585"/>
                    <a:pt x="6097" y="13172"/>
                  </a:cubicBezTo>
                  <a:lnTo>
                    <a:pt x="6097" y="11468"/>
                  </a:lnTo>
                  <a:lnTo>
                    <a:pt x="8526" y="10810"/>
                  </a:lnTo>
                  <a:lnTo>
                    <a:pt x="8536" y="10810"/>
                  </a:lnTo>
                  <a:lnTo>
                    <a:pt x="10091" y="11233"/>
                  </a:lnTo>
                  <a:cubicBezTo>
                    <a:pt x="9481" y="12577"/>
                    <a:pt x="10465" y="14098"/>
                    <a:pt x="11944" y="14103"/>
                  </a:cubicBezTo>
                  <a:cubicBezTo>
                    <a:pt x="13499" y="14103"/>
                    <a:pt x="14464" y="12413"/>
                    <a:pt x="13706" y="11074"/>
                  </a:cubicBezTo>
                  <a:cubicBezTo>
                    <a:pt x="13144" y="10071"/>
                    <a:pt x="12146" y="10076"/>
                    <a:pt x="11795" y="9932"/>
                  </a:cubicBezTo>
                  <a:cubicBezTo>
                    <a:pt x="12141" y="9788"/>
                    <a:pt x="13139" y="9788"/>
                    <a:pt x="13710" y="8784"/>
                  </a:cubicBezTo>
                  <a:cubicBezTo>
                    <a:pt x="14491" y="7399"/>
                    <a:pt x="13433" y="5754"/>
                    <a:pt x="11956" y="5754"/>
                  </a:cubicBezTo>
                  <a:cubicBezTo>
                    <a:pt x="11779" y="5754"/>
                    <a:pt x="11597" y="5777"/>
                    <a:pt x="11411" y="5827"/>
                  </a:cubicBezTo>
                  <a:cubicBezTo>
                    <a:pt x="10201" y="6154"/>
                    <a:pt x="9573" y="7488"/>
                    <a:pt x="10091" y="8626"/>
                  </a:cubicBezTo>
                  <a:lnTo>
                    <a:pt x="8536" y="9048"/>
                  </a:lnTo>
                  <a:lnTo>
                    <a:pt x="8526" y="9048"/>
                  </a:lnTo>
                  <a:lnTo>
                    <a:pt x="6102" y="8391"/>
                  </a:lnTo>
                  <a:lnTo>
                    <a:pt x="6102" y="7263"/>
                  </a:lnTo>
                  <a:cubicBezTo>
                    <a:pt x="6774" y="7229"/>
                    <a:pt x="7427" y="7008"/>
                    <a:pt x="7984" y="6624"/>
                  </a:cubicBezTo>
                  <a:cubicBezTo>
                    <a:pt x="8168" y="6495"/>
                    <a:pt x="8044" y="6243"/>
                    <a:pt x="7869" y="6243"/>
                  </a:cubicBezTo>
                  <a:cubicBezTo>
                    <a:pt x="7830" y="6243"/>
                    <a:pt x="7789" y="6255"/>
                    <a:pt x="7748" y="6283"/>
                  </a:cubicBezTo>
                  <a:cubicBezTo>
                    <a:pt x="7021" y="6788"/>
                    <a:pt x="6321" y="6852"/>
                    <a:pt x="5841" y="6852"/>
                  </a:cubicBezTo>
                  <a:cubicBezTo>
                    <a:pt x="5677" y="6852"/>
                    <a:pt x="5538" y="6845"/>
                    <a:pt x="5433" y="6845"/>
                  </a:cubicBezTo>
                  <a:cubicBezTo>
                    <a:pt x="5389" y="6845"/>
                    <a:pt x="5351" y="6846"/>
                    <a:pt x="5320" y="6850"/>
                  </a:cubicBezTo>
                  <a:cubicBezTo>
                    <a:pt x="5444" y="6783"/>
                    <a:pt x="5569" y="6711"/>
                    <a:pt x="5684" y="6629"/>
                  </a:cubicBezTo>
                  <a:cubicBezTo>
                    <a:pt x="5833" y="6528"/>
                    <a:pt x="5968" y="6418"/>
                    <a:pt x="6102" y="6298"/>
                  </a:cubicBezTo>
                  <a:cubicBezTo>
                    <a:pt x="7941" y="4594"/>
                    <a:pt x="7542" y="1579"/>
                    <a:pt x="5315" y="418"/>
                  </a:cubicBezTo>
                  <a:lnTo>
                    <a:pt x="5982" y="418"/>
                  </a:lnTo>
                  <a:cubicBezTo>
                    <a:pt x="7235" y="442"/>
                    <a:pt x="8363" y="1190"/>
                    <a:pt x="8867" y="2343"/>
                  </a:cubicBezTo>
                  <a:cubicBezTo>
                    <a:pt x="9371" y="3490"/>
                    <a:pt x="9160" y="4829"/>
                    <a:pt x="8329" y="5765"/>
                  </a:cubicBezTo>
                  <a:cubicBezTo>
                    <a:pt x="8189" y="5920"/>
                    <a:pt x="8329" y="6118"/>
                    <a:pt x="8486" y="6118"/>
                  </a:cubicBezTo>
                  <a:cubicBezTo>
                    <a:pt x="8537" y="6118"/>
                    <a:pt x="8591" y="6096"/>
                    <a:pt x="8637" y="6043"/>
                  </a:cubicBezTo>
                  <a:cubicBezTo>
                    <a:pt x="9904" y="4613"/>
                    <a:pt x="9851" y="2448"/>
                    <a:pt x="8512" y="1085"/>
                  </a:cubicBezTo>
                  <a:cubicBezTo>
                    <a:pt x="7811" y="374"/>
                    <a:pt x="6860" y="0"/>
                    <a:pt x="59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89"/>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3" name="Google Shape;19633;p89"/>
            <p:cNvSpPr/>
            <p:nvPr/>
          </p:nvSpPr>
          <p:spPr>
            <a:xfrm>
              <a:off x="1909908" y="1732100"/>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89"/>
            <p:cNvSpPr/>
            <p:nvPr/>
          </p:nvSpPr>
          <p:spPr>
            <a:xfrm>
              <a:off x="2015190" y="1784190"/>
              <a:ext cx="26" cy="26"/>
            </a:xfrm>
            <a:custGeom>
              <a:rect b="b" l="l" r="r" t="t"/>
              <a:pathLst>
                <a:path extrusionOk="0" h="1" w="1">
                  <a:moveTo>
                    <a:pt x="0" y="0"/>
                  </a:move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89"/>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6" name="Google Shape;19636;p89"/>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89"/>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89"/>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89"/>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89"/>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89"/>
            <p:cNvSpPr/>
            <p:nvPr/>
          </p:nvSpPr>
          <p:spPr>
            <a:xfrm>
              <a:off x="2014928"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2" name="Google Shape;19642;p89"/>
            <p:cNvSpPr/>
            <p:nvPr/>
          </p:nvSpPr>
          <p:spPr>
            <a:xfrm>
              <a:off x="2015059"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3" name="Google Shape;19643;p89"/>
            <p:cNvSpPr/>
            <p:nvPr/>
          </p:nvSpPr>
          <p:spPr>
            <a:xfrm>
              <a:off x="2015190"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89"/>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5" name="Google Shape;19645;p89"/>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6" name="Google Shape;19646;p89"/>
            <p:cNvSpPr/>
            <p:nvPr/>
          </p:nvSpPr>
          <p:spPr>
            <a:xfrm>
              <a:off x="1804731" y="1558665"/>
              <a:ext cx="80782" cy="74808"/>
            </a:xfrm>
            <a:custGeom>
              <a:rect b="b" l="l" r="r" t="t"/>
              <a:pathLst>
                <a:path extrusionOk="0" h="2855" w="3083">
                  <a:moveTo>
                    <a:pt x="1551" y="417"/>
                  </a:moveTo>
                  <a:cubicBezTo>
                    <a:pt x="1600" y="417"/>
                    <a:pt x="1650" y="420"/>
                    <a:pt x="1700" y="428"/>
                  </a:cubicBezTo>
                  <a:cubicBezTo>
                    <a:pt x="2502" y="548"/>
                    <a:pt x="2843" y="1522"/>
                    <a:pt x="2286" y="2117"/>
                  </a:cubicBezTo>
                  <a:cubicBezTo>
                    <a:pt x="2080" y="2337"/>
                    <a:pt x="1815" y="2439"/>
                    <a:pt x="1553" y="2439"/>
                  </a:cubicBezTo>
                  <a:cubicBezTo>
                    <a:pt x="1107" y="2439"/>
                    <a:pt x="672" y="2144"/>
                    <a:pt x="563" y="1642"/>
                  </a:cubicBezTo>
                  <a:cubicBezTo>
                    <a:pt x="425" y="1000"/>
                    <a:pt x="919" y="417"/>
                    <a:pt x="1551" y="417"/>
                  </a:cubicBezTo>
                  <a:close/>
                  <a:moveTo>
                    <a:pt x="1557" y="1"/>
                  </a:moveTo>
                  <a:cubicBezTo>
                    <a:pt x="747" y="1"/>
                    <a:pt x="1" y="712"/>
                    <a:pt x="145" y="1647"/>
                  </a:cubicBezTo>
                  <a:cubicBezTo>
                    <a:pt x="253" y="2347"/>
                    <a:pt x="856" y="2854"/>
                    <a:pt x="1554" y="2854"/>
                  </a:cubicBezTo>
                  <a:cubicBezTo>
                    <a:pt x="1602" y="2854"/>
                    <a:pt x="1651" y="2852"/>
                    <a:pt x="1700" y="2847"/>
                  </a:cubicBezTo>
                  <a:cubicBezTo>
                    <a:pt x="2277" y="2784"/>
                    <a:pt x="2761" y="2381"/>
                    <a:pt x="2920" y="1820"/>
                  </a:cubicBezTo>
                  <a:cubicBezTo>
                    <a:pt x="3083" y="1258"/>
                    <a:pt x="2881" y="658"/>
                    <a:pt x="2421" y="303"/>
                  </a:cubicBezTo>
                  <a:cubicBezTo>
                    <a:pt x="2150" y="94"/>
                    <a:pt x="1849" y="1"/>
                    <a:pt x="15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89"/>
            <p:cNvSpPr/>
            <p:nvPr/>
          </p:nvSpPr>
          <p:spPr>
            <a:xfrm>
              <a:off x="1750151" y="1702229"/>
              <a:ext cx="104181" cy="163477"/>
            </a:xfrm>
            <a:custGeom>
              <a:rect b="b" l="l" r="r" t="t"/>
              <a:pathLst>
                <a:path extrusionOk="0" h="6239" w="3976">
                  <a:moveTo>
                    <a:pt x="207" y="1"/>
                  </a:moveTo>
                  <a:cubicBezTo>
                    <a:pt x="104" y="1"/>
                    <a:pt x="1" y="70"/>
                    <a:pt x="1" y="210"/>
                  </a:cubicBezTo>
                  <a:lnTo>
                    <a:pt x="1" y="5490"/>
                  </a:lnTo>
                  <a:cubicBezTo>
                    <a:pt x="1" y="5903"/>
                    <a:pt x="337" y="6239"/>
                    <a:pt x="750" y="6239"/>
                  </a:cubicBezTo>
                  <a:lnTo>
                    <a:pt x="3702" y="6239"/>
                  </a:lnTo>
                  <a:cubicBezTo>
                    <a:pt x="3975" y="6239"/>
                    <a:pt x="3975" y="5826"/>
                    <a:pt x="3702" y="5826"/>
                  </a:cubicBezTo>
                  <a:lnTo>
                    <a:pt x="750" y="5826"/>
                  </a:lnTo>
                  <a:cubicBezTo>
                    <a:pt x="562" y="5826"/>
                    <a:pt x="414" y="5677"/>
                    <a:pt x="414" y="5490"/>
                  </a:cubicBezTo>
                  <a:lnTo>
                    <a:pt x="414" y="2461"/>
                  </a:lnTo>
                  <a:lnTo>
                    <a:pt x="956" y="2461"/>
                  </a:lnTo>
                  <a:cubicBezTo>
                    <a:pt x="1230" y="2461"/>
                    <a:pt x="1230" y="2043"/>
                    <a:pt x="956" y="2043"/>
                  </a:cubicBezTo>
                  <a:lnTo>
                    <a:pt x="414" y="2043"/>
                  </a:lnTo>
                  <a:lnTo>
                    <a:pt x="414" y="210"/>
                  </a:lnTo>
                  <a:cubicBezTo>
                    <a:pt x="414"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89"/>
            <p:cNvSpPr/>
            <p:nvPr/>
          </p:nvSpPr>
          <p:spPr>
            <a:xfrm>
              <a:off x="1785132" y="1755761"/>
              <a:ext cx="42920" cy="10953"/>
            </a:xfrm>
            <a:custGeom>
              <a:rect b="b" l="l" r="r" t="t"/>
              <a:pathLst>
                <a:path extrusionOk="0" h="418" w="1638">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89"/>
            <p:cNvSpPr/>
            <p:nvPr/>
          </p:nvSpPr>
          <p:spPr>
            <a:xfrm>
              <a:off x="1830672" y="1755761"/>
              <a:ext cx="42893" cy="10953"/>
            </a:xfrm>
            <a:custGeom>
              <a:rect b="b" l="l" r="r" t="t"/>
              <a:pathLst>
                <a:path extrusionOk="0" h="418" w="1637">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0" name="Google Shape;19650;p89"/>
          <p:cNvGrpSpPr/>
          <p:nvPr/>
        </p:nvGrpSpPr>
        <p:grpSpPr>
          <a:xfrm>
            <a:off x="1879330" y="4298346"/>
            <a:ext cx="379884" cy="329182"/>
            <a:chOff x="1879330" y="4298346"/>
            <a:chExt cx="379884" cy="329182"/>
          </a:xfrm>
        </p:grpSpPr>
        <p:sp>
          <p:nvSpPr>
            <p:cNvPr id="19651" name="Google Shape;19651;p89"/>
            <p:cNvSpPr/>
            <p:nvPr/>
          </p:nvSpPr>
          <p:spPr>
            <a:xfrm>
              <a:off x="1880850" y="4403366"/>
              <a:ext cx="223272" cy="214913"/>
            </a:xfrm>
            <a:custGeom>
              <a:rect b="b" l="l" r="r" t="t"/>
              <a:pathLst>
                <a:path extrusionOk="0" h="8202" w="8521">
                  <a:moveTo>
                    <a:pt x="4421" y="1"/>
                  </a:moveTo>
                  <a:cubicBezTo>
                    <a:pt x="2765" y="1"/>
                    <a:pt x="1272" y="999"/>
                    <a:pt x="634"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1" y="4100"/>
                  </a:cubicBezTo>
                  <a:cubicBezTo>
                    <a:pt x="8521" y="1839"/>
                    <a:pt x="6687" y="1"/>
                    <a:pt x="442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2" name="Google Shape;19652;p89"/>
            <p:cNvSpPr/>
            <p:nvPr/>
          </p:nvSpPr>
          <p:spPr>
            <a:xfrm>
              <a:off x="2020718" y="4403366"/>
              <a:ext cx="223403" cy="214913"/>
            </a:xfrm>
            <a:custGeom>
              <a:rect b="b" l="l" r="r" t="t"/>
              <a:pathLst>
                <a:path extrusionOk="0" h="8202" w="8526">
                  <a:moveTo>
                    <a:pt x="4426" y="1"/>
                  </a:moveTo>
                  <a:cubicBezTo>
                    <a:pt x="2765" y="1"/>
                    <a:pt x="1272" y="999"/>
                    <a:pt x="639"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5" y="4100"/>
                  </a:cubicBezTo>
                  <a:cubicBezTo>
                    <a:pt x="8525" y="1839"/>
                    <a:pt x="6687" y="1"/>
                    <a:pt x="4426"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3" name="Google Shape;19653;p89"/>
            <p:cNvSpPr/>
            <p:nvPr/>
          </p:nvSpPr>
          <p:spPr>
            <a:xfrm>
              <a:off x="2034291" y="4543366"/>
              <a:ext cx="64930" cy="49077"/>
            </a:xfrm>
            <a:custGeom>
              <a:rect b="b" l="l" r="r" t="t"/>
              <a:pathLst>
                <a:path extrusionOk="0" h="1873" w="2478">
                  <a:moveTo>
                    <a:pt x="1" y="1"/>
                  </a:moveTo>
                  <a:cubicBezTo>
                    <a:pt x="231" y="725"/>
                    <a:pt x="658" y="1373"/>
                    <a:pt x="1239" y="1873"/>
                  </a:cubicBezTo>
                  <a:cubicBezTo>
                    <a:pt x="1815" y="1373"/>
                    <a:pt x="2247" y="725"/>
                    <a:pt x="2478" y="1"/>
                  </a:cubicBezTo>
                  <a:lnTo>
                    <a:pt x="2478" y="1"/>
                  </a:lnTo>
                  <a:cubicBezTo>
                    <a:pt x="2074" y="128"/>
                    <a:pt x="1657" y="191"/>
                    <a:pt x="1239" y="191"/>
                  </a:cubicBezTo>
                  <a:cubicBezTo>
                    <a:pt x="822" y="191"/>
                    <a:pt x="404" y="128"/>
                    <a:pt x="1"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89"/>
            <p:cNvSpPr/>
            <p:nvPr/>
          </p:nvSpPr>
          <p:spPr>
            <a:xfrm>
              <a:off x="1950784" y="4333458"/>
              <a:ext cx="223403" cy="214887"/>
            </a:xfrm>
            <a:custGeom>
              <a:rect b="b" l="l" r="r" t="t"/>
              <a:pathLst>
                <a:path extrusionOk="0" h="8201" w="8526">
                  <a:moveTo>
                    <a:pt x="4426" y="0"/>
                  </a:moveTo>
                  <a:cubicBezTo>
                    <a:pt x="2765" y="0"/>
                    <a:pt x="1272" y="998"/>
                    <a:pt x="639" y="2535"/>
                  </a:cubicBezTo>
                  <a:cubicBezTo>
                    <a:pt x="0" y="4066"/>
                    <a:pt x="351" y="5828"/>
                    <a:pt x="1527" y="6999"/>
                  </a:cubicBezTo>
                  <a:cubicBezTo>
                    <a:pt x="2310" y="7782"/>
                    <a:pt x="3358" y="8201"/>
                    <a:pt x="4424" y="8201"/>
                  </a:cubicBezTo>
                  <a:cubicBezTo>
                    <a:pt x="4952" y="8201"/>
                    <a:pt x="5484" y="8098"/>
                    <a:pt x="5991" y="7887"/>
                  </a:cubicBezTo>
                  <a:cubicBezTo>
                    <a:pt x="7522" y="7253"/>
                    <a:pt x="8521" y="5760"/>
                    <a:pt x="8526" y="4099"/>
                  </a:cubicBezTo>
                  <a:cubicBezTo>
                    <a:pt x="8526" y="1839"/>
                    <a:pt x="6687" y="0"/>
                    <a:pt x="4426"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5" name="Google Shape;19655;p89"/>
            <p:cNvSpPr/>
            <p:nvPr/>
          </p:nvSpPr>
          <p:spPr>
            <a:xfrm>
              <a:off x="2021216" y="4429280"/>
              <a:ext cx="83036" cy="119012"/>
            </a:xfrm>
            <a:custGeom>
              <a:rect b="b" l="l" r="r" t="t"/>
              <a:pathLst>
                <a:path extrusionOk="0" h="4542" w="3169">
                  <a:moveTo>
                    <a:pt x="1733" y="1"/>
                  </a:moveTo>
                  <a:cubicBezTo>
                    <a:pt x="490" y="1071"/>
                    <a:pt x="0" y="2785"/>
                    <a:pt x="495" y="4355"/>
                  </a:cubicBezTo>
                  <a:cubicBezTo>
                    <a:pt x="898" y="4479"/>
                    <a:pt x="1317" y="4542"/>
                    <a:pt x="1736" y="4542"/>
                  </a:cubicBezTo>
                  <a:cubicBezTo>
                    <a:pt x="2155" y="4542"/>
                    <a:pt x="2573" y="4479"/>
                    <a:pt x="2977" y="4355"/>
                  </a:cubicBezTo>
                  <a:cubicBezTo>
                    <a:pt x="3101" y="3951"/>
                    <a:pt x="3164" y="3534"/>
                    <a:pt x="3164" y="3111"/>
                  </a:cubicBezTo>
                  <a:cubicBezTo>
                    <a:pt x="3169" y="1916"/>
                    <a:pt x="2645" y="778"/>
                    <a:pt x="1733"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6" name="Google Shape;19656;p89"/>
            <p:cNvSpPr/>
            <p:nvPr/>
          </p:nvSpPr>
          <p:spPr>
            <a:xfrm>
              <a:off x="1946382" y="4403418"/>
              <a:ext cx="120269" cy="139974"/>
            </a:xfrm>
            <a:custGeom>
              <a:rect b="b" l="l" r="r" t="t"/>
              <a:pathLst>
                <a:path extrusionOk="0" h="5342" w="4590">
                  <a:moveTo>
                    <a:pt x="1918" y="0"/>
                  </a:moveTo>
                  <a:cubicBezTo>
                    <a:pt x="1504" y="0"/>
                    <a:pt x="1087" y="63"/>
                    <a:pt x="682" y="191"/>
                  </a:cubicBezTo>
                  <a:cubicBezTo>
                    <a:pt x="0" y="2351"/>
                    <a:pt x="1196" y="4655"/>
                    <a:pt x="3351" y="5342"/>
                  </a:cubicBezTo>
                  <a:cubicBezTo>
                    <a:pt x="3226" y="4938"/>
                    <a:pt x="3159" y="4521"/>
                    <a:pt x="3164" y="4098"/>
                  </a:cubicBezTo>
                  <a:cubicBezTo>
                    <a:pt x="3159" y="2903"/>
                    <a:pt x="3682" y="1765"/>
                    <a:pt x="4589" y="988"/>
                  </a:cubicBezTo>
                  <a:cubicBezTo>
                    <a:pt x="3836" y="342"/>
                    <a:pt x="2885" y="0"/>
                    <a:pt x="191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89"/>
            <p:cNvSpPr/>
            <p:nvPr/>
          </p:nvSpPr>
          <p:spPr>
            <a:xfrm>
              <a:off x="2066756" y="4403418"/>
              <a:ext cx="107430" cy="139974"/>
            </a:xfrm>
            <a:custGeom>
              <a:rect b="b" l="l" r="r" t="t"/>
              <a:pathLst>
                <a:path extrusionOk="0" h="5342" w="4100">
                  <a:moveTo>
                    <a:pt x="2672" y="0"/>
                  </a:moveTo>
                  <a:cubicBezTo>
                    <a:pt x="1704" y="0"/>
                    <a:pt x="753" y="342"/>
                    <a:pt x="0" y="988"/>
                  </a:cubicBezTo>
                  <a:cubicBezTo>
                    <a:pt x="1248" y="2063"/>
                    <a:pt x="1733" y="3772"/>
                    <a:pt x="1239" y="5342"/>
                  </a:cubicBezTo>
                  <a:cubicBezTo>
                    <a:pt x="2943" y="4799"/>
                    <a:pt x="4100" y="3215"/>
                    <a:pt x="4100" y="1429"/>
                  </a:cubicBezTo>
                  <a:cubicBezTo>
                    <a:pt x="4100" y="1012"/>
                    <a:pt x="4032" y="594"/>
                    <a:pt x="3908" y="191"/>
                  </a:cubicBezTo>
                  <a:cubicBezTo>
                    <a:pt x="3502" y="63"/>
                    <a:pt x="3085" y="0"/>
                    <a:pt x="2672" y="0"/>
                  </a:cubicBez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89"/>
            <p:cNvSpPr/>
            <p:nvPr/>
          </p:nvSpPr>
          <p:spPr>
            <a:xfrm>
              <a:off x="2014037" y="4303770"/>
              <a:ext cx="91971" cy="78765"/>
            </a:xfrm>
            <a:custGeom>
              <a:rect b="b" l="l" r="r" t="t"/>
              <a:pathLst>
                <a:path extrusionOk="0" h="3006" w="3510">
                  <a:moveTo>
                    <a:pt x="2007" y="0"/>
                  </a:moveTo>
                  <a:cubicBezTo>
                    <a:pt x="673" y="0"/>
                    <a:pt x="1" y="1618"/>
                    <a:pt x="946" y="2564"/>
                  </a:cubicBezTo>
                  <a:cubicBezTo>
                    <a:pt x="1252" y="2869"/>
                    <a:pt x="1628" y="3006"/>
                    <a:pt x="1996" y="3006"/>
                  </a:cubicBezTo>
                  <a:cubicBezTo>
                    <a:pt x="2769" y="3006"/>
                    <a:pt x="3510" y="2406"/>
                    <a:pt x="3510" y="1503"/>
                  </a:cubicBezTo>
                  <a:cubicBezTo>
                    <a:pt x="3510" y="672"/>
                    <a:pt x="2838" y="0"/>
                    <a:pt x="20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9" name="Google Shape;19659;p89"/>
            <p:cNvSpPr/>
            <p:nvPr/>
          </p:nvSpPr>
          <p:spPr>
            <a:xfrm>
              <a:off x="2058817" y="4303875"/>
              <a:ext cx="47191" cy="78529"/>
            </a:xfrm>
            <a:custGeom>
              <a:rect b="b" l="l" r="r" t="t"/>
              <a:pathLst>
                <a:path extrusionOk="0" h="2997" w="1801">
                  <a:moveTo>
                    <a:pt x="298" y="1"/>
                  </a:moveTo>
                  <a:cubicBezTo>
                    <a:pt x="198" y="1"/>
                    <a:pt x="97" y="11"/>
                    <a:pt x="1" y="35"/>
                  </a:cubicBezTo>
                  <a:cubicBezTo>
                    <a:pt x="692" y="179"/>
                    <a:pt x="1191" y="793"/>
                    <a:pt x="1191" y="1499"/>
                  </a:cubicBezTo>
                  <a:cubicBezTo>
                    <a:pt x="1191" y="2209"/>
                    <a:pt x="692" y="2824"/>
                    <a:pt x="1" y="2968"/>
                  </a:cubicBezTo>
                  <a:cubicBezTo>
                    <a:pt x="97" y="2987"/>
                    <a:pt x="198" y="2996"/>
                    <a:pt x="298" y="2996"/>
                  </a:cubicBezTo>
                  <a:cubicBezTo>
                    <a:pt x="1129" y="2996"/>
                    <a:pt x="1801" y="2324"/>
                    <a:pt x="1801" y="1499"/>
                  </a:cubicBezTo>
                  <a:cubicBezTo>
                    <a:pt x="1796" y="673"/>
                    <a:pt x="1124" y="1"/>
                    <a:pt x="298"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0" name="Google Shape;19660;p89"/>
            <p:cNvSpPr/>
            <p:nvPr/>
          </p:nvSpPr>
          <p:spPr>
            <a:xfrm>
              <a:off x="2178824" y="4524526"/>
              <a:ext cx="25050" cy="21879"/>
            </a:xfrm>
            <a:custGeom>
              <a:rect b="b" l="l" r="r" t="t"/>
              <a:pathLst>
                <a:path extrusionOk="0" h="835" w="956">
                  <a:moveTo>
                    <a:pt x="478" y="1"/>
                  </a:moveTo>
                  <a:cubicBezTo>
                    <a:pt x="429" y="1"/>
                    <a:pt x="379" y="26"/>
                    <a:pt x="355" y="76"/>
                  </a:cubicBezTo>
                  <a:lnTo>
                    <a:pt x="0" y="835"/>
                  </a:lnTo>
                  <a:lnTo>
                    <a:pt x="955" y="835"/>
                  </a:lnTo>
                  <a:lnTo>
                    <a:pt x="605" y="76"/>
                  </a:lnTo>
                  <a:cubicBezTo>
                    <a:pt x="579" y="26"/>
                    <a:pt x="528" y="1"/>
                    <a:pt x="478"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1" name="Google Shape;19661;p89"/>
            <p:cNvSpPr/>
            <p:nvPr/>
          </p:nvSpPr>
          <p:spPr>
            <a:xfrm>
              <a:off x="2175156" y="4545122"/>
              <a:ext cx="32491" cy="77140"/>
            </a:xfrm>
            <a:custGeom>
              <a:rect b="b" l="l" r="r" t="t"/>
              <a:pathLst>
                <a:path extrusionOk="0" h="2944" w="1240">
                  <a:moveTo>
                    <a:pt x="275" y="1"/>
                  </a:moveTo>
                  <a:cubicBezTo>
                    <a:pt x="121" y="1"/>
                    <a:pt x="1" y="126"/>
                    <a:pt x="1" y="274"/>
                  </a:cubicBezTo>
                  <a:lnTo>
                    <a:pt x="1" y="2670"/>
                  </a:lnTo>
                  <a:cubicBezTo>
                    <a:pt x="1" y="2819"/>
                    <a:pt x="121" y="2943"/>
                    <a:pt x="275" y="2943"/>
                  </a:cubicBezTo>
                  <a:lnTo>
                    <a:pt x="966" y="2943"/>
                  </a:lnTo>
                  <a:cubicBezTo>
                    <a:pt x="1115" y="2943"/>
                    <a:pt x="1239" y="2819"/>
                    <a:pt x="1239" y="2670"/>
                  </a:cubicBezTo>
                  <a:lnTo>
                    <a:pt x="1239" y="274"/>
                  </a:lnTo>
                  <a:cubicBezTo>
                    <a:pt x="1239" y="126"/>
                    <a:pt x="1115" y="1"/>
                    <a:pt x="966"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89"/>
            <p:cNvSpPr/>
            <p:nvPr/>
          </p:nvSpPr>
          <p:spPr>
            <a:xfrm>
              <a:off x="2191402" y="4545122"/>
              <a:ext cx="16246" cy="77140"/>
            </a:xfrm>
            <a:custGeom>
              <a:rect b="b" l="l" r="r" t="t"/>
              <a:pathLst>
                <a:path extrusionOk="0" h="2944" w="620">
                  <a:moveTo>
                    <a:pt x="0" y="1"/>
                  </a:moveTo>
                  <a:lnTo>
                    <a:pt x="0" y="2943"/>
                  </a:lnTo>
                  <a:lnTo>
                    <a:pt x="346" y="2943"/>
                  </a:lnTo>
                  <a:cubicBezTo>
                    <a:pt x="495" y="2943"/>
                    <a:pt x="619" y="2819"/>
                    <a:pt x="619" y="2670"/>
                  </a:cubicBezTo>
                  <a:lnTo>
                    <a:pt x="619" y="274"/>
                  </a:lnTo>
                  <a:cubicBezTo>
                    <a:pt x="619" y="126"/>
                    <a:pt x="495" y="1"/>
                    <a:pt x="346" y="1"/>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89"/>
            <p:cNvSpPr/>
            <p:nvPr/>
          </p:nvSpPr>
          <p:spPr>
            <a:xfrm>
              <a:off x="2175156" y="4603370"/>
              <a:ext cx="32491" cy="18892"/>
            </a:xfrm>
            <a:custGeom>
              <a:rect b="b" l="l" r="r" t="t"/>
              <a:pathLst>
                <a:path extrusionOk="0" h="721" w="1240">
                  <a:moveTo>
                    <a:pt x="1" y="0"/>
                  </a:moveTo>
                  <a:lnTo>
                    <a:pt x="1" y="447"/>
                  </a:lnTo>
                  <a:cubicBezTo>
                    <a:pt x="1" y="596"/>
                    <a:pt x="121" y="720"/>
                    <a:pt x="275" y="720"/>
                  </a:cubicBezTo>
                  <a:lnTo>
                    <a:pt x="966" y="720"/>
                  </a:lnTo>
                  <a:cubicBezTo>
                    <a:pt x="1115" y="720"/>
                    <a:pt x="1239" y="596"/>
                    <a:pt x="1239" y="447"/>
                  </a:cubicBezTo>
                  <a:lnTo>
                    <a:pt x="1239" y="0"/>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89"/>
            <p:cNvSpPr/>
            <p:nvPr/>
          </p:nvSpPr>
          <p:spPr>
            <a:xfrm>
              <a:off x="1916826" y="4519338"/>
              <a:ext cx="78241" cy="76380"/>
            </a:xfrm>
            <a:custGeom>
              <a:rect b="b" l="l" r="r" t="t"/>
              <a:pathLst>
                <a:path extrusionOk="0" h="2915" w="2986">
                  <a:moveTo>
                    <a:pt x="1488" y="1"/>
                  </a:moveTo>
                  <a:cubicBezTo>
                    <a:pt x="533" y="6"/>
                    <a:pt x="0" y="1100"/>
                    <a:pt x="581" y="1858"/>
                  </a:cubicBezTo>
                  <a:cubicBezTo>
                    <a:pt x="821" y="2166"/>
                    <a:pt x="970" y="2530"/>
                    <a:pt x="1018" y="2915"/>
                  </a:cubicBezTo>
                  <a:lnTo>
                    <a:pt x="1968" y="2915"/>
                  </a:lnTo>
                  <a:cubicBezTo>
                    <a:pt x="2016" y="2526"/>
                    <a:pt x="2170" y="2161"/>
                    <a:pt x="2410" y="1849"/>
                  </a:cubicBezTo>
                  <a:cubicBezTo>
                    <a:pt x="2986" y="1090"/>
                    <a:pt x="2444" y="1"/>
                    <a:pt x="1488"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5" name="Google Shape;19665;p89"/>
            <p:cNvSpPr/>
            <p:nvPr/>
          </p:nvSpPr>
          <p:spPr>
            <a:xfrm>
              <a:off x="1949264" y="4519391"/>
              <a:ext cx="36762" cy="76328"/>
            </a:xfrm>
            <a:custGeom>
              <a:rect b="b" l="l" r="r" t="t"/>
              <a:pathLst>
                <a:path extrusionOk="0" h="2913" w="1403">
                  <a:moveTo>
                    <a:pt x="250" y="0"/>
                  </a:moveTo>
                  <a:cubicBezTo>
                    <a:pt x="168" y="0"/>
                    <a:pt x="85" y="9"/>
                    <a:pt x="1" y="28"/>
                  </a:cubicBezTo>
                  <a:cubicBezTo>
                    <a:pt x="817" y="215"/>
                    <a:pt x="1167" y="1184"/>
                    <a:pt x="658" y="1847"/>
                  </a:cubicBezTo>
                  <a:cubicBezTo>
                    <a:pt x="418" y="2159"/>
                    <a:pt x="269" y="2524"/>
                    <a:pt x="221" y="2913"/>
                  </a:cubicBezTo>
                  <a:lnTo>
                    <a:pt x="730" y="2913"/>
                  </a:lnTo>
                  <a:cubicBezTo>
                    <a:pt x="778" y="2524"/>
                    <a:pt x="927" y="2159"/>
                    <a:pt x="1167" y="1847"/>
                  </a:cubicBezTo>
                  <a:cubicBezTo>
                    <a:pt x="1321" y="1650"/>
                    <a:pt x="1402" y="1405"/>
                    <a:pt x="1402" y="1151"/>
                  </a:cubicBezTo>
                  <a:cubicBezTo>
                    <a:pt x="1402" y="503"/>
                    <a:pt x="868" y="0"/>
                    <a:pt x="250" y="0"/>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6" name="Google Shape;19666;p89"/>
            <p:cNvSpPr/>
            <p:nvPr/>
          </p:nvSpPr>
          <p:spPr>
            <a:xfrm>
              <a:off x="1939071" y="4594801"/>
              <a:ext cx="33618" cy="27460"/>
            </a:xfrm>
            <a:custGeom>
              <a:rect b="b" l="l" r="r" t="t"/>
              <a:pathLst>
                <a:path extrusionOk="0" h="1048" w="1283">
                  <a:moveTo>
                    <a:pt x="174" y="1"/>
                  </a:moveTo>
                  <a:cubicBezTo>
                    <a:pt x="78" y="1"/>
                    <a:pt x="1" y="78"/>
                    <a:pt x="1" y="174"/>
                  </a:cubicBezTo>
                  <a:lnTo>
                    <a:pt x="1" y="875"/>
                  </a:lnTo>
                  <a:cubicBezTo>
                    <a:pt x="1" y="971"/>
                    <a:pt x="78" y="1047"/>
                    <a:pt x="174" y="1047"/>
                  </a:cubicBezTo>
                  <a:lnTo>
                    <a:pt x="1115" y="1047"/>
                  </a:lnTo>
                  <a:cubicBezTo>
                    <a:pt x="1206" y="1043"/>
                    <a:pt x="1283" y="971"/>
                    <a:pt x="1283" y="875"/>
                  </a:cubicBezTo>
                  <a:lnTo>
                    <a:pt x="1283" y="174"/>
                  </a:lnTo>
                  <a:cubicBezTo>
                    <a:pt x="1283" y="78"/>
                    <a:pt x="1206" y="1"/>
                    <a:pt x="1115" y="1"/>
                  </a:cubicBezTo>
                  <a:close/>
                </a:path>
              </a:pathLst>
            </a:custGeom>
            <a:solidFill>
              <a:srgbClr val="D4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89"/>
            <p:cNvSpPr/>
            <p:nvPr/>
          </p:nvSpPr>
          <p:spPr>
            <a:xfrm>
              <a:off x="1879330" y="4298346"/>
              <a:ext cx="379884" cy="329182"/>
            </a:xfrm>
            <a:custGeom>
              <a:rect b="b" l="l" r="r" t="t"/>
              <a:pathLst>
                <a:path extrusionOk="0" h="12563" w="14498">
                  <a:moveTo>
                    <a:pt x="7153" y="414"/>
                  </a:moveTo>
                  <a:cubicBezTo>
                    <a:pt x="8305" y="414"/>
                    <a:pt x="8881" y="1810"/>
                    <a:pt x="8065" y="2622"/>
                  </a:cubicBezTo>
                  <a:cubicBezTo>
                    <a:pt x="7801" y="2886"/>
                    <a:pt x="7476" y="3004"/>
                    <a:pt x="7158" y="3004"/>
                  </a:cubicBezTo>
                  <a:cubicBezTo>
                    <a:pt x="6494" y="3004"/>
                    <a:pt x="5857" y="2489"/>
                    <a:pt x="5857" y="1710"/>
                  </a:cubicBezTo>
                  <a:cubicBezTo>
                    <a:pt x="5857" y="994"/>
                    <a:pt x="6438" y="418"/>
                    <a:pt x="7153" y="414"/>
                  </a:cubicBezTo>
                  <a:close/>
                  <a:moveTo>
                    <a:pt x="9823" y="4212"/>
                  </a:moveTo>
                  <a:cubicBezTo>
                    <a:pt x="10182" y="4212"/>
                    <a:pt x="10544" y="4262"/>
                    <a:pt x="10897" y="4364"/>
                  </a:cubicBezTo>
                  <a:cubicBezTo>
                    <a:pt x="10998" y="4715"/>
                    <a:pt x="11046" y="5075"/>
                    <a:pt x="11046" y="5439"/>
                  </a:cubicBezTo>
                  <a:cubicBezTo>
                    <a:pt x="11046" y="7000"/>
                    <a:pt x="10120" y="8406"/>
                    <a:pt x="8689" y="9020"/>
                  </a:cubicBezTo>
                  <a:cubicBezTo>
                    <a:pt x="8944" y="7840"/>
                    <a:pt x="8694" y="6611"/>
                    <a:pt x="7998" y="5627"/>
                  </a:cubicBezTo>
                  <a:cubicBezTo>
                    <a:pt x="7840" y="5401"/>
                    <a:pt x="7662" y="5195"/>
                    <a:pt x="7465" y="5007"/>
                  </a:cubicBezTo>
                  <a:cubicBezTo>
                    <a:pt x="8151" y="4486"/>
                    <a:pt x="8981" y="4212"/>
                    <a:pt x="9823" y="4212"/>
                  </a:cubicBezTo>
                  <a:close/>
                  <a:moveTo>
                    <a:pt x="11910" y="8934"/>
                  </a:moveTo>
                  <a:lnTo>
                    <a:pt x="12045" y="9217"/>
                  </a:lnTo>
                  <a:lnTo>
                    <a:pt x="11776" y="9217"/>
                  </a:lnTo>
                  <a:lnTo>
                    <a:pt x="11910" y="8934"/>
                  </a:lnTo>
                  <a:close/>
                  <a:moveTo>
                    <a:pt x="7153" y="5276"/>
                  </a:moveTo>
                  <a:cubicBezTo>
                    <a:pt x="7340" y="5454"/>
                    <a:pt x="7513" y="5651"/>
                    <a:pt x="7662" y="5862"/>
                  </a:cubicBezTo>
                  <a:cubicBezTo>
                    <a:pt x="8344" y="6827"/>
                    <a:pt x="8550" y="8051"/>
                    <a:pt x="8224" y="9184"/>
                  </a:cubicBezTo>
                  <a:cubicBezTo>
                    <a:pt x="7873" y="9284"/>
                    <a:pt x="7512" y="9335"/>
                    <a:pt x="7150" y="9335"/>
                  </a:cubicBezTo>
                  <a:cubicBezTo>
                    <a:pt x="6788" y="9335"/>
                    <a:pt x="6426" y="9284"/>
                    <a:pt x="6073" y="9184"/>
                  </a:cubicBezTo>
                  <a:cubicBezTo>
                    <a:pt x="5977" y="8833"/>
                    <a:pt x="5924" y="8473"/>
                    <a:pt x="5924" y="8108"/>
                  </a:cubicBezTo>
                  <a:cubicBezTo>
                    <a:pt x="5924" y="7038"/>
                    <a:pt x="6371" y="6011"/>
                    <a:pt x="7153" y="5276"/>
                  </a:cubicBezTo>
                  <a:close/>
                  <a:moveTo>
                    <a:pt x="6241" y="9644"/>
                  </a:moveTo>
                  <a:cubicBezTo>
                    <a:pt x="6541" y="9709"/>
                    <a:pt x="6846" y="9742"/>
                    <a:pt x="7151" y="9742"/>
                  </a:cubicBezTo>
                  <a:cubicBezTo>
                    <a:pt x="7456" y="9742"/>
                    <a:pt x="7760" y="9709"/>
                    <a:pt x="8060" y="9644"/>
                  </a:cubicBezTo>
                  <a:lnTo>
                    <a:pt x="8060" y="9644"/>
                  </a:lnTo>
                  <a:cubicBezTo>
                    <a:pt x="7849" y="10134"/>
                    <a:pt x="7537" y="10580"/>
                    <a:pt x="7148" y="10945"/>
                  </a:cubicBezTo>
                  <a:cubicBezTo>
                    <a:pt x="6760" y="10580"/>
                    <a:pt x="6452" y="10134"/>
                    <a:pt x="6241" y="9644"/>
                  </a:cubicBezTo>
                  <a:close/>
                  <a:moveTo>
                    <a:pt x="2925" y="8640"/>
                  </a:moveTo>
                  <a:cubicBezTo>
                    <a:pt x="3702" y="8640"/>
                    <a:pt x="4153" y="9533"/>
                    <a:pt x="3678" y="10163"/>
                  </a:cubicBezTo>
                  <a:cubicBezTo>
                    <a:pt x="3462" y="10441"/>
                    <a:pt x="3308" y="10768"/>
                    <a:pt x="3231" y="11113"/>
                  </a:cubicBezTo>
                  <a:lnTo>
                    <a:pt x="2612" y="11113"/>
                  </a:lnTo>
                  <a:cubicBezTo>
                    <a:pt x="2540" y="10768"/>
                    <a:pt x="2391" y="10446"/>
                    <a:pt x="2175" y="10168"/>
                  </a:cubicBezTo>
                  <a:cubicBezTo>
                    <a:pt x="2036" y="9990"/>
                    <a:pt x="1969" y="9774"/>
                    <a:pt x="1978" y="9553"/>
                  </a:cubicBezTo>
                  <a:cubicBezTo>
                    <a:pt x="1998" y="9064"/>
                    <a:pt x="2386" y="8670"/>
                    <a:pt x="2876" y="8641"/>
                  </a:cubicBezTo>
                  <a:cubicBezTo>
                    <a:pt x="2893" y="8640"/>
                    <a:pt x="2909" y="8640"/>
                    <a:pt x="2925" y="8640"/>
                  </a:cubicBezTo>
                  <a:close/>
                  <a:moveTo>
                    <a:pt x="11709" y="9625"/>
                  </a:moveTo>
                  <a:lnTo>
                    <a:pt x="11709" y="11440"/>
                  </a:lnTo>
                  <a:lnTo>
                    <a:pt x="11497" y="11440"/>
                  </a:lnTo>
                  <a:lnTo>
                    <a:pt x="11497" y="9692"/>
                  </a:lnTo>
                  <a:cubicBezTo>
                    <a:pt x="11497" y="9654"/>
                    <a:pt x="11526" y="9625"/>
                    <a:pt x="11565" y="9625"/>
                  </a:cubicBezTo>
                  <a:close/>
                  <a:moveTo>
                    <a:pt x="12256" y="9625"/>
                  </a:moveTo>
                  <a:cubicBezTo>
                    <a:pt x="12294" y="9625"/>
                    <a:pt x="12323" y="9654"/>
                    <a:pt x="12328" y="9692"/>
                  </a:cubicBezTo>
                  <a:lnTo>
                    <a:pt x="12328" y="11440"/>
                  </a:lnTo>
                  <a:lnTo>
                    <a:pt x="12112" y="11440"/>
                  </a:lnTo>
                  <a:lnTo>
                    <a:pt x="12117" y="9625"/>
                  </a:lnTo>
                  <a:close/>
                  <a:moveTo>
                    <a:pt x="3361" y="11555"/>
                  </a:moveTo>
                  <a:lnTo>
                    <a:pt x="3361" y="11632"/>
                  </a:lnTo>
                  <a:lnTo>
                    <a:pt x="2487" y="11632"/>
                  </a:lnTo>
                  <a:lnTo>
                    <a:pt x="2487" y="11555"/>
                  </a:lnTo>
                  <a:close/>
                  <a:moveTo>
                    <a:pt x="2943" y="4527"/>
                  </a:moveTo>
                  <a:cubicBezTo>
                    <a:pt x="2482" y="6659"/>
                    <a:pt x="3687" y="8800"/>
                    <a:pt x="5751" y="9510"/>
                  </a:cubicBezTo>
                  <a:cubicBezTo>
                    <a:pt x="5972" y="10153"/>
                    <a:pt x="6342" y="10739"/>
                    <a:pt x="6832" y="11214"/>
                  </a:cubicBezTo>
                  <a:cubicBezTo>
                    <a:pt x="6155" y="11728"/>
                    <a:pt x="5329" y="12006"/>
                    <a:pt x="4479" y="12006"/>
                  </a:cubicBezTo>
                  <a:cubicBezTo>
                    <a:pt x="4244" y="12006"/>
                    <a:pt x="4004" y="11982"/>
                    <a:pt x="3769" y="11939"/>
                  </a:cubicBezTo>
                  <a:lnTo>
                    <a:pt x="3769" y="11488"/>
                  </a:lnTo>
                  <a:cubicBezTo>
                    <a:pt x="3769" y="11377"/>
                    <a:pt x="3721" y="11267"/>
                    <a:pt x="3635" y="11200"/>
                  </a:cubicBezTo>
                  <a:cubicBezTo>
                    <a:pt x="3697" y="10912"/>
                    <a:pt x="3822" y="10643"/>
                    <a:pt x="4004" y="10408"/>
                  </a:cubicBezTo>
                  <a:cubicBezTo>
                    <a:pt x="4687" y="9509"/>
                    <a:pt x="4036" y="8232"/>
                    <a:pt x="2924" y="8232"/>
                  </a:cubicBezTo>
                  <a:cubicBezTo>
                    <a:pt x="2902" y="8232"/>
                    <a:pt x="2879" y="8232"/>
                    <a:pt x="2857" y="8233"/>
                  </a:cubicBezTo>
                  <a:cubicBezTo>
                    <a:pt x="1767" y="8291"/>
                    <a:pt x="1182" y="9548"/>
                    <a:pt x="1854" y="10417"/>
                  </a:cubicBezTo>
                  <a:cubicBezTo>
                    <a:pt x="2031" y="10643"/>
                    <a:pt x="2151" y="10912"/>
                    <a:pt x="2214" y="11195"/>
                  </a:cubicBezTo>
                  <a:cubicBezTo>
                    <a:pt x="2199" y="11209"/>
                    <a:pt x="2180" y="11224"/>
                    <a:pt x="2170" y="11243"/>
                  </a:cubicBezTo>
                  <a:cubicBezTo>
                    <a:pt x="1047" y="10412"/>
                    <a:pt x="452" y="9049"/>
                    <a:pt x="610" y="7662"/>
                  </a:cubicBezTo>
                  <a:cubicBezTo>
                    <a:pt x="774" y="6275"/>
                    <a:pt x="1662" y="5079"/>
                    <a:pt x="2943" y="4527"/>
                  </a:cubicBezTo>
                  <a:close/>
                  <a:moveTo>
                    <a:pt x="12323" y="11848"/>
                  </a:moveTo>
                  <a:lnTo>
                    <a:pt x="12323" y="12088"/>
                  </a:lnTo>
                  <a:cubicBezTo>
                    <a:pt x="12323" y="12126"/>
                    <a:pt x="12294" y="12155"/>
                    <a:pt x="12256" y="12155"/>
                  </a:cubicBezTo>
                  <a:lnTo>
                    <a:pt x="11565" y="12155"/>
                  </a:lnTo>
                  <a:cubicBezTo>
                    <a:pt x="11526" y="12155"/>
                    <a:pt x="11497" y="12126"/>
                    <a:pt x="11497" y="12088"/>
                  </a:cubicBezTo>
                  <a:lnTo>
                    <a:pt x="11497" y="11848"/>
                  </a:lnTo>
                  <a:close/>
                  <a:moveTo>
                    <a:pt x="3361" y="12045"/>
                  </a:moveTo>
                  <a:lnTo>
                    <a:pt x="3361" y="12160"/>
                  </a:lnTo>
                  <a:lnTo>
                    <a:pt x="2487" y="12155"/>
                  </a:lnTo>
                  <a:lnTo>
                    <a:pt x="2487" y="12045"/>
                  </a:lnTo>
                  <a:close/>
                  <a:moveTo>
                    <a:pt x="7148" y="1"/>
                  </a:moveTo>
                  <a:cubicBezTo>
                    <a:pt x="6299" y="1"/>
                    <a:pt x="5574" y="634"/>
                    <a:pt x="5463" y="1479"/>
                  </a:cubicBezTo>
                  <a:cubicBezTo>
                    <a:pt x="4340" y="1954"/>
                    <a:pt x="3476" y="2886"/>
                    <a:pt x="3078" y="4038"/>
                  </a:cubicBezTo>
                  <a:cubicBezTo>
                    <a:pt x="1537" y="4571"/>
                    <a:pt x="428" y="5929"/>
                    <a:pt x="212" y="7547"/>
                  </a:cubicBezTo>
                  <a:cubicBezTo>
                    <a:pt x="1" y="9164"/>
                    <a:pt x="721" y="10768"/>
                    <a:pt x="2074" y="11675"/>
                  </a:cubicBezTo>
                  <a:lnTo>
                    <a:pt x="2074" y="12184"/>
                  </a:lnTo>
                  <a:cubicBezTo>
                    <a:pt x="2074" y="12395"/>
                    <a:pt x="2247" y="12563"/>
                    <a:pt x="2454" y="12563"/>
                  </a:cubicBezTo>
                  <a:lnTo>
                    <a:pt x="3395" y="12563"/>
                  </a:lnTo>
                  <a:cubicBezTo>
                    <a:pt x="3539" y="12563"/>
                    <a:pt x="3668" y="12477"/>
                    <a:pt x="3731" y="12347"/>
                  </a:cubicBezTo>
                  <a:cubicBezTo>
                    <a:pt x="3980" y="12390"/>
                    <a:pt x="4230" y="12409"/>
                    <a:pt x="4479" y="12409"/>
                  </a:cubicBezTo>
                  <a:cubicBezTo>
                    <a:pt x="4486" y="12409"/>
                    <a:pt x="4493" y="12409"/>
                    <a:pt x="4500" y="12409"/>
                  </a:cubicBezTo>
                  <a:cubicBezTo>
                    <a:pt x="5463" y="12409"/>
                    <a:pt x="6395" y="12083"/>
                    <a:pt x="7148" y="11483"/>
                  </a:cubicBezTo>
                  <a:cubicBezTo>
                    <a:pt x="7772" y="11982"/>
                    <a:pt x="8531" y="12294"/>
                    <a:pt x="9323" y="12385"/>
                  </a:cubicBezTo>
                  <a:lnTo>
                    <a:pt x="9347" y="12385"/>
                  </a:lnTo>
                  <a:cubicBezTo>
                    <a:pt x="9601" y="12381"/>
                    <a:pt x="9620" y="12011"/>
                    <a:pt x="9371" y="11977"/>
                  </a:cubicBezTo>
                  <a:cubicBezTo>
                    <a:pt x="8675" y="11896"/>
                    <a:pt x="8017" y="11632"/>
                    <a:pt x="7460" y="11209"/>
                  </a:cubicBezTo>
                  <a:cubicBezTo>
                    <a:pt x="7955" y="10734"/>
                    <a:pt x="8329" y="10153"/>
                    <a:pt x="8550" y="9505"/>
                  </a:cubicBezTo>
                  <a:cubicBezTo>
                    <a:pt x="10609" y="8795"/>
                    <a:pt x="11814" y="6659"/>
                    <a:pt x="11358" y="4527"/>
                  </a:cubicBezTo>
                  <a:lnTo>
                    <a:pt x="11358" y="4527"/>
                  </a:lnTo>
                  <a:cubicBezTo>
                    <a:pt x="13797" y="5574"/>
                    <a:pt x="14498" y="8704"/>
                    <a:pt x="12731" y="10691"/>
                  </a:cubicBezTo>
                  <a:lnTo>
                    <a:pt x="12731" y="9688"/>
                  </a:lnTo>
                  <a:cubicBezTo>
                    <a:pt x="12731" y="9534"/>
                    <a:pt x="12659" y="9395"/>
                    <a:pt x="12539" y="9304"/>
                  </a:cubicBezTo>
                  <a:lnTo>
                    <a:pt x="12217" y="8627"/>
                  </a:lnTo>
                  <a:cubicBezTo>
                    <a:pt x="12157" y="8495"/>
                    <a:pt x="12034" y="8429"/>
                    <a:pt x="11910" y="8429"/>
                  </a:cubicBezTo>
                  <a:cubicBezTo>
                    <a:pt x="11787" y="8429"/>
                    <a:pt x="11663" y="8495"/>
                    <a:pt x="11603" y="8627"/>
                  </a:cubicBezTo>
                  <a:lnTo>
                    <a:pt x="11281" y="9308"/>
                  </a:lnTo>
                  <a:cubicBezTo>
                    <a:pt x="11157" y="9395"/>
                    <a:pt x="11085" y="9539"/>
                    <a:pt x="11085" y="9692"/>
                  </a:cubicBezTo>
                  <a:lnTo>
                    <a:pt x="11085" y="11790"/>
                  </a:lnTo>
                  <a:cubicBezTo>
                    <a:pt x="10806" y="11886"/>
                    <a:pt x="10513" y="11953"/>
                    <a:pt x="10216" y="11982"/>
                  </a:cubicBezTo>
                  <a:cubicBezTo>
                    <a:pt x="9953" y="12001"/>
                    <a:pt x="9971" y="12390"/>
                    <a:pt x="10235" y="12390"/>
                  </a:cubicBezTo>
                  <a:cubicBezTo>
                    <a:pt x="10236" y="12390"/>
                    <a:pt x="10238" y="12390"/>
                    <a:pt x="10240" y="12390"/>
                  </a:cubicBezTo>
                  <a:lnTo>
                    <a:pt x="10259" y="12390"/>
                  </a:lnTo>
                  <a:cubicBezTo>
                    <a:pt x="10547" y="12361"/>
                    <a:pt x="10830" y="12304"/>
                    <a:pt x="11104" y="12217"/>
                  </a:cubicBezTo>
                  <a:cubicBezTo>
                    <a:pt x="11166" y="12419"/>
                    <a:pt x="11349" y="12558"/>
                    <a:pt x="11565" y="12563"/>
                  </a:cubicBezTo>
                  <a:lnTo>
                    <a:pt x="12256" y="12563"/>
                  </a:lnTo>
                  <a:cubicBezTo>
                    <a:pt x="12520" y="12558"/>
                    <a:pt x="12731" y="12347"/>
                    <a:pt x="12731" y="12083"/>
                  </a:cubicBezTo>
                  <a:lnTo>
                    <a:pt x="12731" y="11277"/>
                  </a:lnTo>
                  <a:cubicBezTo>
                    <a:pt x="13619" y="10460"/>
                    <a:pt x="14123" y="9313"/>
                    <a:pt x="14123" y="8108"/>
                  </a:cubicBezTo>
                  <a:cubicBezTo>
                    <a:pt x="14123" y="6275"/>
                    <a:pt x="12957" y="4643"/>
                    <a:pt x="11224" y="4043"/>
                  </a:cubicBezTo>
                  <a:cubicBezTo>
                    <a:pt x="11070" y="3601"/>
                    <a:pt x="10849" y="3188"/>
                    <a:pt x="10561" y="2819"/>
                  </a:cubicBezTo>
                  <a:cubicBezTo>
                    <a:pt x="10517" y="2760"/>
                    <a:pt x="10461" y="2736"/>
                    <a:pt x="10405" y="2736"/>
                  </a:cubicBezTo>
                  <a:cubicBezTo>
                    <a:pt x="10257" y="2736"/>
                    <a:pt x="10117" y="2911"/>
                    <a:pt x="10240" y="3068"/>
                  </a:cubicBezTo>
                  <a:cubicBezTo>
                    <a:pt x="10437" y="3327"/>
                    <a:pt x="10605" y="3606"/>
                    <a:pt x="10734" y="3908"/>
                  </a:cubicBezTo>
                  <a:cubicBezTo>
                    <a:pt x="10432" y="3842"/>
                    <a:pt x="10127" y="3810"/>
                    <a:pt x="9823" y="3810"/>
                  </a:cubicBezTo>
                  <a:cubicBezTo>
                    <a:pt x="8863" y="3810"/>
                    <a:pt x="7919" y="4133"/>
                    <a:pt x="7153" y="4739"/>
                  </a:cubicBezTo>
                  <a:cubicBezTo>
                    <a:pt x="6798" y="4460"/>
                    <a:pt x="6404" y="4235"/>
                    <a:pt x="5982" y="4076"/>
                  </a:cubicBezTo>
                  <a:cubicBezTo>
                    <a:pt x="5950" y="4062"/>
                    <a:pt x="5920" y="4056"/>
                    <a:pt x="5892" y="4056"/>
                  </a:cubicBezTo>
                  <a:cubicBezTo>
                    <a:pt x="5686" y="4056"/>
                    <a:pt x="5593" y="4388"/>
                    <a:pt x="5838" y="4460"/>
                  </a:cubicBezTo>
                  <a:cubicBezTo>
                    <a:pt x="6198" y="4595"/>
                    <a:pt x="6534" y="4782"/>
                    <a:pt x="6841" y="5012"/>
                  </a:cubicBezTo>
                  <a:cubicBezTo>
                    <a:pt x="5766" y="6044"/>
                    <a:pt x="5300" y="7561"/>
                    <a:pt x="5612" y="9020"/>
                  </a:cubicBezTo>
                  <a:cubicBezTo>
                    <a:pt x="3807" y="8248"/>
                    <a:pt x="2862" y="6251"/>
                    <a:pt x="3404" y="4364"/>
                  </a:cubicBezTo>
                  <a:cubicBezTo>
                    <a:pt x="3740" y="4268"/>
                    <a:pt x="4089" y="4215"/>
                    <a:pt x="4434" y="4215"/>
                  </a:cubicBezTo>
                  <a:cubicBezTo>
                    <a:pt x="4449" y="4215"/>
                    <a:pt x="4464" y="4215"/>
                    <a:pt x="4479" y="4215"/>
                  </a:cubicBezTo>
                  <a:cubicBezTo>
                    <a:pt x="4657" y="4215"/>
                    <a:pt x="4835" y="4225"/>
                    <a:pt x="5007" y="4249"/>
                  </a:cubicBezTo>
                  <a:cubicBezTo>
                    <a:pt x="5020" y="4251"/>
                    <a:pt x="5032" y="4252"/>
                    <a:pt x="5043" y="4252"/>
                  </a:cubicBezTo>
                  <a:cubicBezTo>
                    <a:pt x="5285" y="4252"/>
                    <a:pt x="5322" y="3878"/>
                    <a:pt x="5065" y="3846"/>
                  </a:cubicBezTo>
                  <a:cubicBezTo>
                    <a:pt x="4868" y="3817"/>
                    <a:pt x="4676" y="3803"/>
                    <a:pt x="4479" y="3803"/>
                  </a:cubicBezTo>
                  <a:cubicBezTo>
                    <a:pt x="4172" y="3803"/>
                    <a:pt x="3870" y="3836"/>
                    <a:pt x="3567" y="3903"/>
                  </a:cubicBezTo>
                  <a:cubicBezTo>
                    <a:pt x="3942" y="3035"/>
                    <a:pt x="4614" y="2334"/>
                    <a:pt x="5463" y="1926"/>
                  </a:cubicBezTo>
                  <a:cubicBezTo>
                    <a:pt x="5574" y="2775"/>
                    <a:pt x="6294" y="3409"/>
                    <a:pt x="7148" y="3409"/>
                  </a:cubicBezTo>
                  <a:cubicBezTo>
                    <a:pt x="8003" y="3409"/>
                    <a:pt x="8728" y="2775"/>
                    <a:pt x="8838" y="1926"/>
                  </a:cubicBezTo>
                  <a:cubicBezTo>
                    <a:pt x="9126" y="2065"/>
                    <a:pt x="9395" y="2242"/>
                    <a:pt x="9644" y="2444"/>
                  </a:cubicBezTo>
                  <a:cubicBezTo>
                    <a:pt x="9687" y="2481"/>
                    <a:pt x="9733" y="2496"/>
                    <a:pt x="9776" y="2496"/>
                  </a:cubicBezTo>
                  <a:cubicBezTo>
                    <a:pt x="9940" y="2496"/>
                    <a:pt x="10071" y="2269"/>
                    <a:pt x="9904" y="2132"/>
                  </a:cubicBezTo>
                  <a:cubicBezTo>
                    <a:pt x="9582" y="1863"/>
                    <a:pt x="9222" y="1642"/>
                    <a:pt x="8838" y="1479"/>
                  </a:cubicBezTo>
                  <a:cubicBezTo>
                    <a:pt x="8723" y="634"/>
                    <a:pt x="8003" y="1"/>
                    <a:pt x="71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89"/>
            <p:cNvSpPr/>
            <p:nvPr/>
          </p:nvSpPr>
          <p:spPr>
            <a:xfrm>
              <a:off x="2061332" y="4315483"/>
              <a:ext cx="22665" cy="33094"/>
            </a:xfrm>
            <a:custGeom>
              <a:rect b="b" l="l" r="r" t="t"/>
              <a:pathLst>
                <a:path extrusionOk="0" h="1263" w="865">
                  <a:moveTo>
                    <a:pt x="205" y="1"/>
                  </a:moveTo>
                  <a:cubicBezTo>
                    <a:pt x="103" y="1"/>
                    <a:pt x="1" y="69"/>
                    <a:pt x="1" y="206"/>
                  </a:cubicBezTo>
                  <a:lnTo>
                    <a:pt x="1" y="1056"/>
                  </a:lnTo>
                  <a:cubicBezTo>
                    <a:pt x="1" y="1171"/>
                    <a:pt x="92" y="1262"/>
                    <a:pt x="207" y="1262"/>
                  </a:cubicBezTo>
                  <a:lnTo>
                    <a:pt x="596" y="1262"/>
                  </a:lnTo>
                  <a:cubicBezTo>
                    <a:pt x="865" y="1262"/>
                    <a:pt x="865" y="849"/>
                    <a:pt x="596" y="849"/>
                  </a:cubicBezTo>
                  <a:lnTo>
                    <a:pt x="409" y="849"/>
                  </a:lnTo>
                  <a:lnTo>
                    <a:pt x="409" y="206"/>
                  </a:lnTo>
                  <a:cubicBezTo>
                    <a:pt x="409" y="69"/>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89"/>
            <p:cNvSpPr/>
            <p:nvPr/>
          </p:nvSpPr>
          <p:spPr>
            <a:xfrm>
              <a:off x="2046738" y="4465178"/>
              <a:ext cx="39906" cy="59558"/>
            </a:xfrm>
            <a:custGeom>
              <a:rect b="b" l="l" r="r" t="t"/>
              <a:pathLst>
                <a:path extrusionOk="0" h="2273" w="1523">
                  <a:moveTo>
                    <a:pt x="762" y="0"/>
                  </a:moveTo>
                  <a:cubicBezTo>
                    <a:pt x="660" y="0"/>
                    <a:pt x="558" y="68"/>
                    <a:pt x="558" y="205"/>
                  </a:cubicBezTo>
                  <a:lnTo>
                    <a:pt x="558" y="277"/>
                  </a:lnTo>
                  <a:cubicBezTo>
                    <a:pt x="1" y="503"/>
                    <a:pt x="159" y="1329"/>
                    <a:pt x="759" y="1329"/>
                  </a:cubicBezTo>
                  <a:cubicBezTo>
                    <a:pt x="870" y="1329"/>
                    <a:pt x="932" y="1449"/>
                    <a:pt x="875" y="1540"/>
                  </a:cubicBezTo>
                  <a:cubicBezTo>
                    <a:pt x="849" y="1583"/>
                    <a:pt x="805" y="1605"/>
                    <a:pt x="760" y="1605"/>
                  </a:cubicBezTo>
                  <a:cubicBezTo>
                    <a:pt x="711" y="1605"/>
                    <a:pt x="662" y="1578"/>
                    <a:pt x="639" y="1525"/>
                  </a:cubicBezTo>
                  <a:cubicBezTo>
                    <a:pt x="599" y="1444"/>
                    <a:pt x="531" y="1409"/>
                    <a:pt x="463" y="1409"/>
                  </a:cubicBezTo>
                  <a:cubicBezTo>
                    <a:pt x="327" y="1409"/>
                    <a:pt x="190" y="1545"/>
                    <a:pt x="270" y="1708"/>
                  </a:cubicBezTo>
                  <a:cubicBezTo>
                    <a:pt x="327" y="1828"/>
                    <a:pt x="433" y="1924"/>
                    <a:pt x="558" y="1977"/>
                  </a:cubicBezTo>
                  <a:lnTo>
                    <a:pt x="558" y="2068"/>
                  </a:lnTo>
                  <a:cubicBezTo>
                    <a:pt x="558" y="2205"/>
                    <a:pt x="660" y="2273"/>
                    <a:pt x="762" y="2273"/>
                  </a:cubicBezTo>
                  <a:cubicBezTo>
                    <a:pt x="864" y="2273"/>
                    <a:pt x="966" y="2205"/>
                    <a:pt x="966" y="2068"/>
                  </a:cubicBezTo>
                  <a:lnTo>
                    <a:pt x="966" y="1977"/>
                  </a:lnTo>
                  <a:cubicBezTo>
                    <a:pt x="1523" y="1751"/>
                    <a:pt x="1364" y="925"/>
                    <a:pt x="764" y="925"/>
                  </a:cubicBezTo>
                  <a:cubicBezTo>
                    <a:pt x="659" y="925"/>
                    <a:pt x="591" y="815"/>
                    <a:pt x="639" y="724"/>
                  </a:cubicBezTo>
                  <a:cubicBezTo>
                    <a:pt x="665" y="673"/>
                    <a:pt x="712" y="648"/>
                    <a:pt x="761" y="648"/>
                  </a:cubicBezTo>
                  <a:cubicBezTo>
                    <a:pt x="804" y="648"/>
                    <a:pt x="847" y="668"/>
                    <a:pt x="875" y="709"/>
                  </a:cubicBezTo>
                  <a:cubicBezTo>
                    <a:pt x="919" y="775"/>
                    <a:pt x="979" y="802"/>
                    <a:pt x="1038" y="802"/>
                  </a:cubicBezTo>
                  <a:cubicBezTo>
                    <a:pt x="1182" y="802"/>
                    <a:pt x="1321" y="639"/>
                    <a:pt x="1215" y="479"/>
                  </a:cubicBezTo>
                  <a:cubicBezTo>
                    <a:pt x="1153" y="392"/>
                    <a:pt x="1067" y="320"/>
                    <a:pt x="966" y="282"/>
                  </a:cubicBezTo>
                  <a:lnTo>
                    <a:pt x="966" y="205"/>
                  </a:lnTo>
                  <a:cubicBezTo>
                    <a:pt x="966" y="68"/>
                    <a:pt x="864" y="0"/>
                    <a:pt x="7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89"/>
            <p:cNvSpPr/>
            <p:nvPr/>
          </p:nvSpPr>
          <p:spPr>
            <a:xfrm>
              <a:off x="1912214" y="4493660"/>
              <a:ext cx="19442" cy="14909"/>
            </a:xfrm>
            <a:custGeom>
              <a:rect b="b" l="l" r="r" t="t"/>
              <a:pathLst>
                <a:path extrusionOk="0" h="569" w="742">
                  <a:moveTo>
                    <a:pt x="293" y="1"/>
                  </a:moveTo>
                  <a:cubicBezTo>
                    <a:pt x="135" y="1"/>
                    <a:pt x="0" y="205"/>
                    <a:pt x="147" y="352"/>
                  </a:cubicBezTo>
                  <a:lnTo>
                    <a:pt x="306" y="506"/>
                  </a:lnTo>
                  <a:cubicBezTo>
                    <a:pt x="350" y="550"/>
                    <a:pt x="400" y="569"/>
                    <a:pt x="448" y="569"/>
                  </a:cubicBezTo>
                  <a:cubicBezTo>
                    <a:pt x="606" y="569"/>
                    <a:pt x="741" y="365"/>
                    <a:pt x="594" y="218"/>
                  </a:cubicBezTo>
                  <a:lnTo>
                    <a:pt x="435" y="64"/>
                  </a:ln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89"/>
            <p:cNvSpPr/>
            <p:nvPr/>
          </p:nvSpPr>
          <p:spPr>
            <a:xfrm>
              <a:off x="1903148" y="4507757"/>
              <a:ext cx="20700" cy="12184"/>
            </a:xfrm>
            <a:custGeom>
              <a:rect b="b" l="l" r="r" t="t"/>
              <a:pathLst>
                <a:path extrusionOk="0" h="465" w="790">
                  <a:moveTo>
                    <a:pt x="287" y="1"/>
                  </a:moveTo>
                  <a:cubicBezTo>
                    <a:pt x="73" y="1"/>
                    <a:pt x="1" y="323"/>
                    <a:pt x="229" y="400"/>
                  </a:cubicBezTo>
                  <a:lnTo>
                    <a:pt x="441" y="457"/>
                  </a:lnTo>
                  <a:cubicBezTo>
                    <a:pt x="461" y="462"/>
                    <a:pt x="481" y="465"/>
                    <a:pt x="499" y="465"/>
                  </a:cubicBezTo>
                  <a:cubicBezTo>
                    <a:pt x="719" y="465"/>
                    <a:pt x="790" y="126"/>
                    <a:pt x="546" y="64"/>
                  </a:cubicBezTo>
                  <a:lnTo>
                    <a:pt x="335" y="6"/>
                  </a:lnTo>
                  <a:cubicBezTo>
                    <a:pt x="318" y="2"/>
                    <a:pt x="302" y="1"/>
                    <a:pt x="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89"/>
            <p:cNvSpPr/>
            <p:nvPr/>
          </p:nvSpPr>
          <p:spPr>
            <a:xfrm>
              <a:off x="1927516" y="4484358"/>
              <a:ext cx="13861" cy="16272"/>
            </a:xfrm>
            <a:custGeom>
              <a:rect b="b" l="l" r="r" t="t"/>
              <a:pathLst>
                <a:path extrusionOk="0" h="621" w="529">
                  <a:moveTo>
                    <a:pt x="246" y="1"/>
                  </a:moveTo>
                  <a:cubicBezTo>
                    <a:pt x="124" y="1"/>
                    <a:pt x="0" y="102"/>
                    <a:pt x="43" y="261"/>
                  </a:cubicBezTo>
                  <a:lnTo>
                    <a:pt x="101" y="467"/>
                  </a:lnTo>
                  <a:cubicBezTo>
                    <a:pt x="125" y="558"/>
                    <a:pt x="202" y="621"/>
                    <a:pt x="298" y="621"/>
                  </a:cubicBezTo>
                  <a:cubicBezTo>
                    <a:pt x="432" y="621"/>
                    <a:pt x="528" y="491"/>
                    <a:pt x="495" y="361"/>
                  </a:cubicBezTo>
                  <a:lnTo>
                    <a:pt x="437" y="150"/>
                  </a:lnTo>
                  <a:cubicBezTo>
                    <a:pt x="408" y="46"/>
                    <a:pt x="328" y="1"/>
                    <a:pt x="2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3" name="Google Shape;19673;p89"/>
          <p:cNvGrpSpPr/>
          <p:nvPr/>
        </p:nvGrpSpPr>
        <p:grpSpPr>
          <a:xfrm>
            <a:off x="2399816" y="4298215"/>
            <a:ext cx="365394" cy="329706"/>
            <a:chOff x="2399816" y="4298215"/>
            <a:chExt cx="365394" cy="329706"/>
          </a:xfrm>
        </p:grpSpPr>
        <p:sp>
          <p:nvSpPr>
            <p:cNvPr id="19674" name="Google Shape;19674;p89"/>
            <p:cNvSpPr/>
            <p:nvPr/>
          </p:nvSpPr>
          <p:spPr>
            <a:xfrm>
              <a:off x="2502818" y="4311186"/>
              <a:ext cx="138899" cy="52588"/>
            </a:xfrm>
            <a:custGeom>
              <a:rect b="b" l="l" r="r" t="t"/>
              <a:pathLst>
                <a:path extrusionOk="0" h="2007" w="5301">
                  <a:moveTo>
                    <a:pt x="274" y="0"/>
                  </a:moveTo>
                  <a:cubicBezTo>
                    <a:pt x="125" y="0"/>
                    <a:pt x="1" y="120"/>
                    <a:pt x="1" y="269"/>
                  </a:cubicBezTo>
                  <a:lnTo>
                    <a:pt x="1" y="1733"/>
                  </a:lnTo>
                  <a:cubicBezTo>
                    <a:pt x="1" y="1882"/>
                    <a:pt x="125" y="2007"/>
                    <a:pt x="274" y="2007"/>
                  </a:cubicBezTo>
                  <a:lnTo>
                    <a:pt x="4955" y="2007"/>
                  </a:lnTo>
                  <a:cubicBezTo>
                    <a:pt x="5171" y="2002"/>
                    <a:pt x="5300" y="1767"/>
                    <a:pt x="5180" y="1584"/>
                  </a:cubicBezTo>
                  <a:lnTo>
                    <a:pt x="4234" y="120"/>
                  </a:lnTo>
                  <a:cubicBezTo>
                    <a:pt x="4186" y="44"/>
                    <a:pt x="4100" y="0"/>
                    <a:pt x="4009"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5" name="Google Shape;19675;p89"/>
            <p:cNvSpPr/>
            <p:nvPr/>
          </p:nvSpPr>
          <p:spPr>
            <a:xfrm>
              <a:off x="2419442" y="4303508"/>
              <a:ext cx="138742" cy="52615"/>
            </a:xfrm>
            <a:custGeom>
              <a:rect b="b" l="l" r="r" t="t"/>
              <a:pathLst>
                <a:path extrusionOk="0" h="2008" w="5295">
                  <a:moveTo>
                    <a:pt x="274" y="1"/>
                  </a:moveTo>
                  <a:cubicBezTo>
                    <a:pt x="120" y="1"/>
                    <a:pt x="0" y="121"/>
                    <a:pt x="0" y="274"/>
                  </a:cubicBezTo>
                  <a:lnTo>
                    <a:pt x="0" y="1733"/>
                  </a:lnTo>
                  <a:cubicBezTo>
                    <a:pt x="0" y="1887"/>
                    <a:pt x="120" y="2007"/>
                    <a:pt x="274" y="2007"/>
                  </a:cubicBezTo>
                  <a:lnTo>
                    <a:pt x="4954" y="2007"/>
                  </a:lnTo>
                  <a:cubicBezTo>
                    <a:pt x="5165" y="2007"/>
                    <a:pt x="5295" y="1767"/>
                    <a:pt x="5180" y="1589"/>
                  </a:cubicBezTo>
                  <a:lnTo>
                    <a:pt x="4234" y="125"/>
                  </a:lnTo>
                  <a:cubicBezTo>
                    <a:pt x="4186" y="44"/>
                    <a:pt x="4099" y="1"/>
                    <a:pt x="4003" y="1"/>
                  </a:cubicBez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6" name="Google Shape;19676;p89"/>
            <p:cNvSpPr/>
            <p:nvPr/>
          </p:nvSpPr>
          <p:spPr>
            <a:xfrm>
              <a:off x="2405214" y="4333327"/>
              <a:ext cx="354729" cy="243028"/>
            </a:xfrm>
            <a:custGeom>
              <a:rect b="b" l="l" r="r" t="t"/>
              <a:pathLst>
                <a:path extrusionOk="0" h="9275" w="13538">
                  <a:moveTo>
                    <a:pt x="274" y="0"/>
                  </a:moveTo>
                  <a:cubicBezTo>
                    <a:pt x="121" y="0"/>
                    <a:pt x="1" y="125"/>
                    <a:pt x="1" y="274"/>
                  </a:cubicBezTo>
                  <a:lnTo>
                    <a:pt x="1" y="9001"/>
                  </a:lnTo>
                  <a:cubicBezTo>
                    <a:pt x="1" y="9149"/>
                    <a:pt x="121" y="9274"/>
                    <a:pt x="274" y="9274"/>
                  </a:cubicBezTo>
                  <a:lnTo>
                    <a:pt x="13264" y="9274"/>
                  </a:lnTo>
                  <a:cubicBezTo>
                    <a:pt x="13417" y="9274"/>
                    <a:pt x="13537" y="9149"/>
                    <a:pt x="13537" y="9001"/>
                  </a:cubicBezTo>
                  <a:lnTo>
                    <a:pt x="13537" y="274"/>
                  </a:lnTo>
                  <a:cubicBezTo>
                    <a:pt x="13537" y="125"/>
                    <a:pt x="13417" y="0"/>
                    <a:pt x="1326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7" name="Google Shape;19677;p89"/>
            <p:cNvSpPr/>
            <p:nvPr/>
          </p:nvSpPr>
          <p:spPr>
            <a:xfrm>
              <a:off x="2416664" y="4398964"/>
              <a:ext cx="329575" cy="177391"/>
            </a:xfrm>
            <a:custGeom>
              <a:rect b="b" l="l" r="r" t="t"/>
              <a:pathLst>
                <a:path extrusionOk="0" h="6770" w="12578">
                  <a:moveTo>
                    <a:pt x="4109" y="1"/>
                  </a:moveTo>
                  <a:cubicBezTo>
                    <a:pt x="3778" y="1"/>
                    <a:pt x="3509" y="270"/>
                    <a:pt x="3509" y="601"/>
                  </a:cubicBezTo>
                  <a:lnTo>
                    <a:pt x="3509" y="5809"/>
                  </a:lnTo>
                  <a:lnTo>
                    <a:pt x="600" y="5809"/>
                  </a:lnTo>
                  <a:cubicBezTo>
                    <a:pt x="269" y="5809"/>
                    <a:pt x="0" y="6078"/>
                    <a:pt x="0" y="6409"/>
                  </a:cubicBezTo>
                  <a:lnTo>
                    <a:pt x="0" y="6769"/>
                  </a:lnTo>
                  <a:lnTo>
                    <a:pt x="12577" y="6769"/>
                  </a:lnTo>
                  <a:lnTo>
                    <a:pt x="12577" y="601"/>
                  </a:lnTo>
                  <a:cubicBezTo>
                    <a:pt x="12577" y="270"/>
                    <a:pt x="12313" y="1"/>
                    <a:pt x="11982"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8" name="Google Shape;19678;p89"/>
            <p:cNvSpPr/>
            <p:nvPr/>
          </p:nvSpPr>
          <p:spPr>
            <a:xfrm>
              <a:off x="2726588" y="4333327"/>
              <a:ext cx="33356" cy="243028"/>
            </a:xfrm>
            <a:custGeom>
              <a:rect b="b" l="l" r="r" t="t"/>
              <a:pathLst>
                <a:path extrusionOk="0" h="9275" w="1273">
                  <a:moveTo>
                    <a:pt x="0" y="0"/>
                  </a:moveTo>
                  <a:cubicBezTo>
                    <a:pt x="149" y="0"/>
                    <a:pt x="269" y="125"/>
                    <a:pt x="269" y="274"/>
                  </a:cubicBezTo>
                  <a:lnTo>
                    <a:pt x="269" y="9001"/>
                  </a:lnTo>
                  <a:cubicBezTo>
                    <a:pt x="269" y="9149"/>
                    <a:pt x="149" y="9274"/>
                    <a:pt x="0" y="9274"/>
                  </a:cubicBezTo>
                  <a:lnTo>
                    <a:pt x="999" y="9274"/>
                  </a:lnTo>
                  <a:cubicBezTo>
                    <a:pt x="1152" y="9274"/>
                    <a:pt x="1272" y="9149"/>
                    <a:pt x="1272" y="9001"/>
                  </a:cubicBezTo>
                  <a:lnTo>
                    <a:pt x="1272" y="274"/>
                  </a:lnTo>
                  <a:cubicBezTo>
                    <a:pt x="1272" y="125"/>
                    <a:pt x="1148" y="0"/>
                    <a:pt x="999"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9" name="Google Shape;19679;p89"/>
            <p:cNvSpPr/>
            <p:nvPr/>
          </p:nvSpPr>
          <p:spPr>
            <a:xfrm>
              <a:off x="2517151" y="4407663"/>
              <a:ext cx="220520" cy="214834"/>
            </a:xfrm>
            <a:custGeom>
              <a:rect b="b" l="l" r="r" t="t"/>
              <a:pathLst>
                <a:path extrusionOk="0" h="8199" w="8416">
                  <a:moveTo>
                    <a:pt x="266" y="0"/>
                  </a:moveTo>
                  <a:cubicBezTo>
                    <a:pt x="116" y="0"/>
                    <a:pt x="1" y="123"/>
                    <a:pt x="1" y="269"/>
                  </a:cubicBezTo>
                  <a:lnTo>
                    <a:pt x="1" y="8199"/>
                  </a:lnTo>
                  <a:lnTo>
                    <a:pt x="6716" y="8199"/>
                  </a:lnTo>
                  <a:cubicBezTo>
                    <a:pt x="7657" y="8199"/>
                    <a:pt x="8416" y="7436"/>
                    <a:pt x="8416" y="6500"/>
                  </a:cubicBezTo>
                  <a:lnTo>
                    <a:pt x="8416" y="269"/>
                  </a:lnTo>
                  <a:cubicBezTo>
                    <a:pt x="8416" y="120"/>
                    <a:pt x="8296" y="0"/>
                    <a:pt x="8147" y="0"/>
                  </a:cubicBezTo>
                  <a:lnTo>
                    <a:pt x="274" y="0"/>
                  </a:lnTo>
                  <a:cubicBezTo>
                    <a:pt x="272" y="0"/>
                    <a:pt x="269" y="0"/>
                    <a:pt x="266" y="0"/>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89"/>
            <p:cNvSpPr/>
            <p:nvPr/>
          </p:nvSpPr>
          <p:spPr>
            <a:xfrm>
              <a:off x="2679423" y="4407663"/>
              <a:ext cx="58248" cy="214834"/>
            </a:xfrm>
            <a:custGeom>
              <a:rect b="b" l="l" r="r" t="t"/>
              <a:pathLst>
                <a:path extrusionOk="0" h="8199" w="2223">
                  <a:moveTo>
                    <a:pt x="1426" y="0"/>
                  </a:moveTo>
                  <a:cubicBezTo>
                    <a:pt x="1575" y="0"/>
                    <a:pt x="1699" y="120"/>
                    <a:pt x="1699" y="269"/>
                  </a:cubicBezTo>
                  <a:lnTo>
                    <a:pt x="1699" y="6500"/>
                  </a:lnTo>
                  <a:cubicBezTo>
                    <a:pt x="1699" y="7436"/>
                    <a:pt x="936" y="8199"/>
                    <a:pt x="0" y="8199"/>
                  </a:cubicBezTo>
                  <a:lnTo>
                    <a:pt x="523" y="8199"/>
                  </a:lnTo>
                  <a:cubicBezTo>
                    <a:pt x="1459" y="8199"/>
                    <a:pt x="2223" y="7436"/>
                    <a:pt x="2223" y="6500"/>
                  </a:cubicBezTo>
                  <a:lnTo>
                    <a:pt x="2223" y="269"/>
                  </a:lnTo>
                  <a:cubicBezTo>
                    <a:pt x="2223" y="120"/>
                    <a:pt x="2103" y="0"/>
                    <a:pt x="1954"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89"/>
            <p:cNvSpPr/>
            <p:nvPr/>
          </p:nvSpPr>
          <p:spPr>
            <a:xfrm>
              <a:off x="2425206" y="4559847"/>
              <a:ext cx="265064" cy="62650"/>
            </a:xfrm>
            <a:custGeom>
              <a:rect b="b" l="l" r="r" t="t"/>
              <a:pathLst>
                <a:path extrusionOk="0" h="2391" w="10116">
                  <a:moveTo>
                    <a:pt x="270" y="0"/>
                  </a:moveTo>
                  <a:cubicBezTo>
                    <a:pt x="121" y="0"/>
                    <a:pt x="1" y="120"/>
                    <a:pt x="1" y="269"/>
                  </a:cubicBezTo>
                  <a:lnTo>
                    <a:pt x="1" y="692"/>
                  </a:lnTo>
                  <a:cubicBezTo>
                    <a:pt x="1" y="1628"/>
                    <a:pt x="759" y="2391"/>
                    <a:pt x="1700" y="2391"/>
                  </a:cubicBezTo>
                  <a:lnTo>
                    <a:pt x="10115" y="2391"/>
                  </a:lnTo>
                  <a:cubicBezTo>
                    <a:pt x="9179" y="2391"/>
                    <a:pt x="8416" y="1633"/>
                    <a:pt x="8416" y="692"/>
                  </a:cubicBezTo>
                  <a:lnTo>
                    <a:pt x="8416" y="269"/>
                  </a:lnTo>
                  <a:cubicBezTo>
                    <a:pt x="8416" y="120"/>
                    <a:pt x="8296" y="0"/>
                    <a:pt x="8142"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89"/>
            <p:cNvSpPr/>
            <p:nvPr/>
          </p:nvSpPr>
          <p:spPr>
            <a:xfrm>
              <a:off x="2649605" y="4449168"/>
              <a:ext cx="58143" cy="19390"/>
            </a:xfrm>
            <a:custGeom>
              <a:rect b="b" l="l" r="r" t="t"/>
              <a:pathLst>
                <a:path extrusionOk="0" h="740" w="2219">
                  <a:moveTo>
                    <a:pt x="1" y="0"/>
                  </a:moveTo>
                  <a:lnTo>
                    <a:pt x="1" y="739"/>
                  </a:lnTo>
                  <a:lnTo>
                    <a:pt x="2218" y="739"/>
                  </a:lnTo>
                  <a:lnTo>
                    <a:pt x="2218" y="0"/>
                  </a:ln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3" name="Google Shape;19683;p89"/>
            <p:cNvSpPr/>
            <p:nvPr/>
          </p:nvSpPr>
          <p:spPr>
            <a:xfrm>
              <a:off x="2399816" y="4298215"/>
              <a:ext cx="262890" cy="92862"/>
            </a:xfrm>
            <a:custGeom>
              <a:rect b="b" l="l" r="r" t="t"/>
              <a:pathLst>
                <a:path extrusionOk="0" h="3544" w="10033">
                  <a:moveTo>
                    <a:pt x="4757" y="409"/>
                  </a:moveTo>
                  <a:cubicBezTo>
                    <a:pt x="4781" y="409"/>
                    <a:pt x="4805" y="419"/>
                    <a:pt x="4815" y="438"/>
                  </a:cubicBezTo>
                  <a:lnTo>
                    <a:pt x="5266" y="1139"/>
                  </a:lnTo>
                  <a:lnTo>
                    <a:pt x="955" y="1139"/>
                  </a:lnTo>
                  <a:lnTo>
                    <a:pt x="955" y="476"/>
                  </a:lnTo>
                  <a:cubicBezTo>
                    <a:pt x="955" y="438"/>
                    <a:pt x="984" y="409"/>
                    <a:pt x="1023" y="409"/>
                  </a:cubicBezTo>
                  <a:close/>
                  <a:moveTo>
                    <a:pt x="7940" y="697"/>
                  </a:moveTo>
                  <a:cubicBezTo>
                    <a:pt x="7964" y="697"/>
                    <a:pt x="7988" y="707"/>
                    <a:pt x="8002" y="731"/>
                  </a:cubicBezTo>
                  <a:lnTo>
                    <a:pt x="8266" y="1139"/>
                  </a:lnTo>
                  <a:lnTo>
                    <a:pt x="5751" y="1139"/>
                  </a:lnTo>
                  <a:lnTo>
                    <a:pt x="5463" y="697"/>
                  </a:lnTo>
                  <a:close/>
                  <a:moveTo>
                    <a:pt x="1023" y="1"/>
                  </a:moveTo>
                  <a:cubicBezTo>
                    <a:pt x="759" y="1"/>
                    <a:pt x="547" y="212"/>
                    <a:pt x="547" y="476"/>
                  </a:cubicBezTo>
                  <a:lnTo>
                    <a:pt x="547" y="1139"/>
                  </a:lnTo>
                  <a:lnTo>
                    <a:pt x="480" y="1139"/>
                  </a:lnTo>
                  <a:cubicBezTo>
                    <a:pt x="216" y="1139"/>
                    <a:pt x="5" y="1350"/>
                    <a:pt x="0" y="1614"/>
                  </a:cubicBezTo>
                  <a:lnTo>
                    <a:pt x="0" y="3337"/>
                  </a:lnTo>
                  <a:cubicBezTo>
                    <a:pt x="0" y="3452"/>
                    <a:pt x="91" y="3544"/>
                    <a:pt x="207" y="3544"/>
                  </a:cubicBezTo>
                  <a:cubicBezTo>
                    <a:pt x="317" y="3544"/>
                    <a:pt x="408" y="3452"/>
                    <a:pt x="408" y="3342"/>
                  </a:cubicBezTo>
                  <a:lnTo>
                    <a:pt x="408" y="1614"/>
                  </a:lnTo>
                  <a:cubicBezTo>
                    <a:pt x="408" y="1575"/>
                    <a:pt x="442" y="1547"/>
                    <a:pt x="480" y="1547"/>
                  </a:cubicBezTo>
                  <a:lnTo>
                    <a:pt x="9759" y="1547"/>
                  </a:lnTo>
                  <a:cubicBezTo>
                    <a:pt x="10033" y="1547"/>
                    <a:pt x="10033" y="1139"/>
                    <a:pt x="9759" y="1139"/>
                  </a:cubicBezTo>
                  <a:lnTo>
                    <a:pt x="8751" y="1139"/>
                  </a:lnTo>
                  <a:lnTo>
                    <a:pt x="8343" y="510"/>
                  </a:lnTo>
                  <a:cubicBezTo>
                    <a:pt x="8252" y="371"/>
                    <a:pt x="8103" y="289"/>
                    <a:pt x="7940" y="289"/>
                  </a:cubicBezTo>
                  <a:lnTo>
                    <a:pt x="5204" y="289"/>
                  </a:lnTo>
                  <a:lnTo>
                    <a:pt x="5156" y="217"/>
                  </a:lnTo>
                  <a:cubicBezTo>
                    <a:pt x="5069" y="83"/>
                    <a:pt x="4916" y="1"/>
                    <a:pt x="4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89"/>
            <p:cNvSpPr/>
            <p:nvPr/>
          </p:nvSpPr>
          <p:spPr>
            <a:xfrm>
              <a:off x="2399947" y="4328034"/>
              <a:ext cx="365263" cy="299888"/>
            </a:xfrm>
            <a:custGeom>
              <a:rect b="b" l="l" r="r" t="t"/>
              <a:pathLst>
                <a:path extrusionOk="0" h="11445" w="13940">
                  <a:moveTo>
                    <a:pt x="9111" y="9049"/>
                  </a:moveTo>
                  <a:cubicBezTo>
                    <a:pt x="9145" y="9049"/>
                    <a:pt x="9178" y="9083"/>
                    <a:pt x="9178" y="9116"/>
                  </a:cubicBezTo>
                  <a:lnTo>
                    <a:pt x="9178" y="9539"/>
                  </a:lnTo>
                  <a:cubicBezTo>
                    <a:pt x="9178" y="10124"/>
                    <a:pt x="9442" y="10672"/>
                    <a:pt x="9903" y="11036"/>
                  </a:cubicBezTo>
                  <a:lnTo>
                    <a:pt x="2664" y="11036"/>
                  </a:lnTo>
                  <a:cubicBezTo>
                    <a:pt x="1839" y="11032"/>
                    <a:pt x="1171" y="10364"/>
                    <a:pt x="1171" y="9539"/>
                  </a:cubicBezTo>
                  <a:lnTo>
                    <a:pt x="1171" y="9116"/>
                  </a:lnTo>
                  <a:cubicBezTo>
                    <a:pt x="1171" y="9083"/>
                    <a:pt x="1200" y="9049"/>
                    <a:pt x="1238" y="9049"/>
                  </a:cubicBezTo>
                  <a:close/>
                  <a:moveTo>
                    <a:pt x="10647" y="1"/>
                  </a:moveTo>
                  <a:cubicBezTo>
                    <a:pt x="10373" y="1"/>
                    <a:pt x="10373" y="409"/>
                    <a:pt x="10647" y="409"/>
                  </a:cubicBezTo>
                  <a:lnTo>
                    <a:pt x="13465" y="409"/>
                  </a:lnTo>
                  <a:cubicBezTo>
                    <a:pt x="13503" y="409"/>
                    <a:pt x="13532" y="437"/>
                    <a:pt x="13537" y="476"/>
                  </a:cubicBezTo>
                  <a:lnTo>
                    <a:pt x="13537" y="9203"/>
                  </a:lnTo>
                  <a:cubicBezTo>
                    <a:pt x="13532" y="9241"/>
                    <a:pt x="13503" y="9270"/>
                    <a:pt x="13465" y="9270"/>
                  </a:cubicBezTo>
                  <a:lnTo>
                    <a:pt x="13095" y="9270"/>
                  </a:lnTo>
                  <a:lnTo>
                    <a:pt x="13095" y="3308"/>
                  </a:lnTo>
                  <a:cubicBezTo>
                    <a:pt x="13090" y="3049"/>
                    <a:pt x="12879" y="2833"/>
                    <a:pt x="12620" y="2833"/>
                  </a:cubicBezTo>
                  <a:lnTo>
                    <a:pt x="7133" y="2833"/>
                  </a:lnTo>
                  <a:cubicBezTo>
                    <a:pt x="6860" y="2833"/>
                    <a:pt x="6860" y="3241"/>
                    <a:pt x="7133" y="3241"/>
                  </a:cubicBezTo>
                  <a:lnTo>
                    <a:pt x="12620" y="3241"/>
                  </a:lnTo>
                  <a:cubicBezTo>
                    <a:pt x="12654" y="3241"/>
                    <a:pt x="12687" y="3270"/>
                    <a:pt x="12687" y="3308"/>
                  </a:cubicBezTo>
                  <a:lnTo>
                    <a:pt x="12687" y="9539"/>
                  </a:lnTo>
                  <a:cubicBezTo>
                    <a:pt x="12682" y="10364"/>
                    <a:pt x="12015" y="11032"/>
                    <a:pt x="11189" y="11036"/>
                  </a:cubicBezTo>
                  <a:lnTo>
                    <a:pt x="11079" y="11036"/>
                  </a:lnTo>
                  <a:cubicBezTo>
                    <a:pt x="10253" y="11032"/>
                    <a:pt x="9586" y="10364"/>
                    <a:pt x="9586" y="9539"/>
                  </a:cubicBezTo>
                  <a:lnTo>
                    <a:pt x="9586" y="9116"/>
                  </a:lnTo>
                  <a:cubicBezTo>
                    <a:pt x="9581" y="8857"/>
                    <a:pt x="9370" y="8641"/>
                    <a:pt x="9106" y="8641"/>
                  </a:cubicBezTo>
                  <a:lnTo>
                    <a:pt x="4680" y="8641"/>
                  </a:lnTo>
                  <a:lnTo>
                    <a:pt x="4680" y="3308"/>
                  </a:lnTo>
                  <a:cubicBezTo>
                    <a:pt x="4680" y="3270"/>
                    <a:pt x="4709" y="3241"/>
                    <a:pt x="4747" y="3241"/>
                  </a:cubicBezTo>
                  <a:lnTo>
                    <a:pt x="6240" y="3241"/>
                  </a:lnTo>
                  <a:cubicBezTo>
                    <a:pt x="6514" y="3241"/>
                    <a:pt x="6514" y="2833"/>
                    <a:pt x="6240" y="2833"/>
                  </a:cubicBezTo>
                  <a:lnTo>
                    <a:pt x="4747" y="2833"/>
                  </a:lnTo>
                  <a:cubicBezTo>
                    <a:pt x="4483" y="2833"/>
                    <a:pt x="4272" y="3049"/>
                    <a:pt x="4272" y="3308"/>
                  </a:cubicBezTo>
                  <a:lnTo>
                    <a:pt x="4272" y="8641"/>
                  </a:lnTo>
                  <a:lnTo>
                    <a:pt x="1238" y="8641"/>
                  </a:lnTo>
                  <a:cubicBezTo>
                    <a:pt x="974" y="8641"/>
                    <a:pt x="763" y="8857"/>
                    <a:pt x="758" y="9116"/>
                  </a:cubicBezTo>
                  <a:lnTo>
                    <a:pt x="758" y="9270"/>
                  </a:lnTo>
                  <a:lnTo>
                    <a:pt x="475" y="9270"/>
                  </a:lnTo>
                  <a:cubicBezTo>
                    <a:pt x="437" y="9270"/>
                    <a:pt x="408" y="9241"/>
                    <a:pt x="408" y="9203"/>
                  </a:cubicBezTo>
                  <a:lnTo>
                    <a:pt x="408" y="3092"/>
                  </a:lnTo>
                  <a:cubicBezTo>
                    <a:pt x="408" y="2955"/>
                    <a:pt x="306" y="2887"/>
                    <a:pt x="204" y="2887"/>
                  </a:cubicBezTo>
                  <a:cubicBezTo>
                    <a:pt x="102" y="2887"/>
                    <a:pt x="0" y="2955"/>
                    <a:pt x="0" y="3092"/>
                  </a:cubicBezTo>
                  <a:lnTo>
                    <a:pt x="0" y="9203"/>
                  </a:lnTo>
                  <a:cubicBezTo>
                    <a:pt x="0" y="9467"/>
                    <a:pt x="211" y="9678"/>
                    <a:pt x="475" y="9678"/>
                  </a:cubicBezTo>
                  <a:lnTo>
                    <a:pt x="763" y="9678"/>
                  </a:lnTo>
                  <a:cubicBezTo>
                    <a:pt x="840" y="10672"/>
                    <a:pt x="1666" y="11440"/>
                    <a:pt x="2664" y="11444"/>
                  </a:cubicBezTo>
                  <a:lnTo>
                    <a:pt x="11185" y="11444"/>
                  </a:lnTo>
                  <a:cubicBezTo>
                    <a:pt x="12183" y="11440"/>
                    <a:pt x="13009" y="10672"/>
                    <a:pt x="13086" y="9678"/>
                  </a:cubicBezTo>
                  <a:lnTo>
                    <a:pt x="13465" y="9678"/>
                  </a:lnTo>
                  <a:cubicBezTo>
                    <a:pt x="13729" y="9678"/>
                    <a:pt x="13940" y="9467"/>
                    <a:pt x="13940" y="9203"/>
                  </a:cubicBezTo>
                  <a:lnTo>
                    <a:pt x="13940" y="476"/>
                  </a:lnTo>
                  <a:cubicBezTo>
                    <a:pt x="13940" y="217"/>
                    <a:pt x="13729" y="5"/>
                    <a:pt x="134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89"/>
            <p:cNvSpPr/>
            <p:nvPr/>
          </p:nvSpPr>
          <p:spPr>
            <a:xfrm>
              <a:off x="2541939" y="4486638"/>
              <a:ext cx="25050" cy="10717"/>
            </a:xfrm>
            <a:custGeom>
              <a:rect b="b" l="l" r="r" t="t"/>
              <a:pathLst>
                <a:path extrusionOk="0" h="409" w="956">
                  <a:moveTo>
                    <a:pt x="269" y="1"/>
                  </a:moveTo>
                  <a:cubicBezTo>
                    <a:pt x="1" y="1"/>
                    <a:pt x="1" y="409"/>
                    <a:pt x="269" y="409"/>
                  </a:cubicBezTo>
                  <a:lnTo>
                    <a:pt x="687" y="409"/>
                  </a:lnTo>
                  <a:cubicBezTo>
                    <a:pt x="956" y="409"/>
                    <a:pt x="956" y="1"/>
                    <a:pt x="6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6" name="Google Shape;19686;p89"/>
            <p:cNvSpPr/>
            <p:nvPr/>
          </p:nvSpPr>
          <p:spPr>
            <a:xfrm>
              <a:off x="2571626" y="4486638"/>
              <a:ext cx="143170" cy="10717"/>
            </a:xfrm>
            <a:custGeom>
              <a:rect b="b" l="l" r="r" t="t"/>
              <a:pathLst>
                <a:path extrusionOk="0" h="409" w="5464">
                  <a:moveTo>
                    <a:pt x="207" y="1"/>
                  </a:moveTo>
                  <a:cubicBezTo>
                    <a:pt x="92" y="1"/>
                    <a:pt x="0" y="92"/>
                    <a:pt x="0" y="207"/>
                  </a:cubicBezTo>
                  <a:cubicBezTo>
                    <a:pt x="0" y="318"/>
                    <a:pt x="92" y="409"/>
                    <a:pt x="207" y="409"/>
                  </a:cubicBezTo>
                  <a:lnTo>
                    <a:pt x="5194" y="409"/>
                  </a:lnTo>
                  <a:cubicBezTo>
                    <a:pt x="5463" y="409"/>
                    <a:pt x="5463" y="1"/>
                    <a:pt x="51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89"/>
            <p:cNvSpPr/>
            <p:nvPr/>
          </p:nvSpPr>
          <p:spPr>
            <a:xfrm>
              <a:off x="2541939" y="4504508"/>
              <a:ext cx="172858" cy="10717"/>
            </a:xfrm>
            <a:custGeom>
              <a:rect b="b" l="l" r="r" t="t"/>
              <a:pathLst>
                <a:path extrusionOk="0" h="409" w="6597">
                  <a:moveTo>
                    <a:pt x="269" y="0"/>
                  </a:moveTo>
                  <a:cubicBezTo>
                    <a:pt x="1" y="0"/>
                    <a:pt x="1" y="408"/>
                    <a:pt x="269" y="408"/>
                  </a:cubicBezTo>
                  <a:lnTo>
                    <a:pt x="6327" y="408"/>
                  </a:lnTo>
                  <a:cubicBezTo>
                    <a:pt x="6596" y="408"/>
                    <a:pt x="6596" y="0"/>
                    <a:pt x="6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89"/>
            <p:cNvSpPr/>
            <p:nvPr/>
          </p:nvSpPr>
          <p:spPr>
            <a:xfrm>
              <a:off x="2541939" y="4522352"/>
              <a:ext cx="172858" cy="10717"/>
            </a:xfrm>
            <a:custGeom>
              <a:rect b="b" l="l" r="r" t="t"/>
              <a:pathLst>
                <a:path extrusionOk="0" h="409" w="6597">
                  <a:moveTo>
                    <a:pt x="269" y="1"/>
                  </a:moveTo>
                  <a:cubicBezTo>
                    <a:pt x="1" y="1"/>
                    <a:pt x="1" y="409"/>
                    <a:pt x="269" y="409"/>
                  </a:cubicBezTo>
                  <a:lnTo>
                    <a:pt x="6327" y="409"/>
                  </a:lnTo>
                  <a:cubicBezTo>
                    <a:pt x="6596" y="409"/>
                    <a:pt x="6596" y="1"/>
                    <a:pt x="63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9" name="Google Shape;19689;p89"/>
            <p:cNvSpPr/>
            <p:nvPr/>
          </p:nvSpPr>
          <p:spPr>
            <a:xfrm>
              <a:off x="2644312" y="4443744"/>
              <a:ext cx="68703" cy="30211"/>
            </a:xfrm>
            <a:custGeom>
              <a:rect b="b" l="l" r="r" t="t"/>
              <a:pathLst>
                <a:path extrusionOk="0" h="1153" w="2622">
                  <a:moveTo>
                    <a:pt x="2214" y="409"/>
                  </a:moveTo>
                  <a:lnTo>
                    <a:pt x="2214" y="745"/>
                  </a:lnTo>
                  <a:lnTo>
                    <a:pt x="409" y="745"/>
                  </a:lnTo>
                  <a:lnTo>
                    <a:pt x="409" y="409"/>
                  </a:lnTo>
                  <a:close/>
                  <a:moveTo>
                    <a:pt x="203" y="1"/>
                  </a:moveTo>
                  <a:cubicBezTo>
                    <a:pt x="92" y="1"/>
                    <a:pt x="1" y="92"/>
                    <a:pt x="1" y="207"/>
                  </a:cubicBezTo>
                  <a:lnTo>
                    <a:pt x="1" y="946"/>
                  </a:lnTo>
                  <a:cubicBezTo>
                    <a:pt x="1" y="1062"/>
                    <a:pt x="92" y="1153"/>
                    <a:pt x="203" y="1153"/>
                  </a:cubicBezTo>
                  <a:lnTo>
                    <a:pt x="2420" y="1153"/>
                  </a:lnTo>
                  <a:cubicBezTo>
                    <a:pt x="2531" y="1153"/>
                    <a:pt x="2622" y="1062"/>
                    <a:pt x="2622" y="946"/>
                  </a:cubicBezTo>
                  <a:lnTo>
                    <a:pt x="2622" y="207"/>
                  </a:lnTo>
                  <a:cubicBezTo>
                    <a:pt x="2622" y="92"/>
                    <a:pt x="2531" y="1"/>
                    <a:pt x="2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90" name="Google Shape;19690;p89"/>
          <p:cNvGrpSpPr/>
          <p:nvPr/>
        </p:nvGrpSpPr>
        <p:grpSpPr>
          <a:xfrm>
            <a:off x="2915743" y="4295071"/>
            <a:ext cx="366547" cy="335968"/>
            <a:chOff x="2915743" y="4295071"/>
            <a:chExt cx="366547" cy="335968"/>
          </a:xfrm>
        </p:grpSpPr>
        <p:sp>
          <p:nvSpPr>
            <p:cNvPr id="19691" name="Google Shape;19691;p89"/>
            <p:cNvSpPr/>
            <p:nvPr/>
          </p:nvSpPr>
          <p:spPr>
            <a:xfrm>
              <a:off x="2921167" y="4300495"/>
              <a:ext cx="326536" cy="267921"/>
            </a:xfrm>
            <a:custGeom>
              <a:rect b="b" l="l" r="r" t="t"/>
              <a:pathLst>
                <a:path extrusionOk="0" h="10225" w="12462">
                  <a:moveTo>
                    <a:pt x="552" y="0"/>
                  </a:moveTo>
                  <a:cubicBezTo>
                    <a:pt x="245" y="0"/>
                    <a:pt x="0" y="245"/>
                    <a:pt x="0" y="552"/>
                  </a:cubicBezTo>
                  <a:lnTo>
                    <a:pt x="0" y="9956"/>
                  </a:lnTo>
                  <a:cubicBezTo>
                    <a:pt x="0" y="10105"/>
                    <a:pt x="120" y="10225"/>
                    <a:pt x="269" y="10225"/>
                  </a:cubicBezTo>
                  <a:lnTo>
                    <a:pt x="12188" y="10225"/>
                  </a:lnTo>
                  <a:cubicBezTo>
                    <a:pt x="12337" y="10225"/>
                    <a:pt x="12462" y="10105"/>
                    <a:pt x="12462" y="9956"/>
                  </a:cubicBezTo>
                  <a:lnTo>
                    <a:pt x="12462" y="552"/>
                  </a:lnTo>
                  <a:cubicBezTo>
                    <a:pt x="12462" y="245"/>
                    <a:pt x="12212" y="0"/>
                    <a:pt x="11910"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89"/>
            <p:cNvSpPr/>
            <p:nvPr/>
          </p:nvSpPr>
          <p:spPr>
            <a:xfrm>
              <a:off x="2952846" y="4313518"/>
              <a:ext cx="294857" cy="254898"/>
            </a:xfrm>
            <a:custGeom>
              <a:rect b="b" l="l" r="r" t="t"/>
              <a:pathLst>
                <a:path extrusionOk="0" h="9728" w="11253">
                  <a:moveTo>
                    <a:pt x="4603" y="1"/>
                  </a:moveTo>
                  <a:cubicBezTo>
                    <a:pt x="3527" y="1"/>
                    <a:pt x="2456" y="414"/>
                    <a:pt x="1643" y="1227"/>
                  </a:cubicBezTo>
                  <a:cubicBezTo>
                    <a:pt x="116" y="2758"/>
                    <a:pt x="1" y="5196"/>
                    <a:pt x="1379" y="6857"/>
                  </a:cubicBezTo>
                  <a:cubicBezTo>
                    <a:pt x="2202" y="7849"/>
                    <a:pt x="3396" y="8370"/>
                    <a:pt x="4605" y="8370"/>
                  </a:cubicBezTo>
                  <a:cubicBezTo>
                    <a:pt x="5420" y="8370"/>
                    <a:pt x="6242" y="8134"/>
                    <a:pt x="6961" y="7645"/>
                  </a:cubicBezTo>
                  <a:lnTo>
                    <a:pt x="7705" y="8389"/>
                  </a:lnTo>
                  <a:cubicBezTo>
                    <a:pt x="7576" y="8614"/>
                    <a:pt x="7614" y="8897"/>
                    <a:pt x="7797" y="9085"/>
                  </a:cubicBezTo>
                  <a:lnTo>
                    <a:pt x="8440" y="9728"/>
                  </a:lnTo>
                  <a:lnTo>
                    <a:pt x="10979" y="9728"/>
                  </a:lnTo>
                  <a:cubicBezTo>
                    <a:pt x="11128" y="9728"/>
                    <a:pt x="11253" y="9608"/>
                    <a:pt x="11253" y="9459"/>
                  </a:cubicBezTo>
                  <a:lnTo>
                    <a:pt x="11253" y="9137"/>
                  </a:lnTo>
                  <a:lnTo>
                    <a:pt x="9496" y="7385"/>
                  </a:lnTo>
                  <a:cubicBezTo>
                    <a:pt x="9386" y="7273"/>
                    <a:pt x="9239" y="7214"/>
                    <a:pt x="9090" y="7214"/>
                  </a:cubicBezTo>
                  <a:cubicBezTo>
                    <a:pt x="8990" y="7214"/>
                    <a:pt x="8890" y="7240"/>
                    <a:pt x="8800" y="7294"/>
                  </a:cubicBezTo>
                  <a:lnTo>
                    <a:pt x="8056" y="6545"/>
                  </a:lnTo>
                  <a:cubicBezTo>
                    <a:pt x="9275" y="4760"/>
                    <a:pt x="8934" y="2345"/>
                    <a:pt x="7269" y="963"/>
                  </a:cubicBezTo>
                  <a:cubicBezTo>
                    <a:pt x="6492" y="319"/>
                    <a:pt x="5546" y="1"/>
                    <a:pt x="4603"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89"/>
            <p:cNvSpPr/>
            <p:nvPr/>
          </p:nvSpPr>
          <p:spPr>
            <a:xfrm>
              <a:off x="3217491" y="4300495"/>
              <a:ext cx="30211" cy="267921"/>
            </a:xfrm>
            <a:custGeom>
              <a:rect b="b" l="l" r="r" t="t"/>
              <a:pathLst>
                <a:path extrusionOk="0" h="10225" w="1153">
                  <a:moveTo>
                    <a:pt x="9" y="0"/>
                  </a:moveTo>
                  <a:cubicBezTo>
                    <a:pt x="7" y="0"/>
                    <a:pt x="4" y="0"/>
                    <a:pt x="1" y="0"/>
                  </a:cubicBezTo>
                  <a:lnTo>
                    <a:pt x="18" y="0"/>
                  </a:lnTo>
                  <a:cubicBezTo>
                    <a:pt x="15" y="0"/>
                    <a:pt x="12" y="0"/>
                    <a:pt x="9" y="0"/>
                  </a:cubicBezTo>
                  <a:close/>
                  <a:moveTo>
                    <a:pt x="18" y="0"/>
                  </a:moveTo>
                  <a:cubicBezTo>
                    <a:pt x="317" y="5"/>
                    <a:pt x="558" y="251"/>
                    <a:pt x="558" y="552"/>
                  </a:cubicBezTo>
                  <a:lnTo>
                    <a:pt x="558" y="9956"/>
                  </a:lnTo>
                  <a:cubicBezTo>
                    <a:pt x="558" y="10105"/>
                    <a:pt x="433" y="10225"/>
                    <a:pt x="284" y="10225"/>
                  </a:cubicBezTo>
                  <a:lnTo>
                    <a:pt x="879" y="10225"/>
                  </a:lnTo>
                  <a:cubicBezTo>
                    <a:pt x="1028" y="10225"/>
                    <a:pt x="1153" y="10105"/>
                    <a:pt x="1153" y="9956"/>
                  </a:cubicBezTo>
                  <a:lnTo>
                    <a:pt x="1153" y="552"/>
                  </a:lnTo>
                  <a:cubicBezTo>
                    <a:pt x="1153" y="245"/>
                    <a:pt x="903" y="0"/>
                    <a:pt x="60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89"/>
            <p:cNvSpPr/>
            <p:nvPr/>
          </p:nvSpPr>
          <p:spPr>
            <a:xfrm>
              <a:off x="2921167" y="4300495"/>
              <a:ext cx="326536" cy="39382"/>
            </a:xfrm>
            <a:custGeom>
              <a:rect b="b" l="l" r="r" t="t"/>
              <a:pathLst>
                <a:path extrusionOk="0" h="1503" w="12462">
                  <a:moveTo>
                    <a:pt x="552" y="0"/>
                  </a:moveTo>
                  <a:cubicBezTo>
                    <a:pt x="245" y="0"/>
                    <a:pt x="0" y="245"/>
                    <a:pt x="0" y="552"/>
                  </a:cubicBezTo>
                  <a:lnTo>
                    <a:pt x="0" y="1503"/>
                  </a:lnTo>
                  <a:lnTo>
                    <a:pt x="12462" y="1503"/>
                  </a:lnTo>
                  <a:lnTo>
                    <a:pt x="12462" y="552"/>
                  </a:lnTo>
                  <a:cubicBezTo>
                    <a:pt x="12462" y="245"/>
                    <a:pt x="12212" y="0"/>
                    <a:pt x="11910"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89"/>
            <p:cNvSpPr/>
            <p:nvPr/>
          </p:nvSpPr>
          <p:spPr>
            <a:xfrm>
              <a:off x="3001661" y="4313360"/>
              <a:ext cx="143170" cy="26517"/>
            </a:xfrm>
            <a:custGeom>
              <a:rect b="b" l="l" r="r" t="t"/>
              <a:pathLst>
                <a:path extrusionOk="0" h="1012" w="5464">
                  <a:moveTo>
                    <a:pt x="2730" y="0"/>
                  </a:moveTo>
                  <a:cubicBezTo>
                    <a:pt x="1757" y="0"/>
                    <a:pt x="785" y="337"/>
                    <a:pt x="0" y="1012"/>
                  </a:cubicBezTo>
                  <a:lnTo>
                    <a:pt x="5463" y="1012"/>
                  </a:lnTo>
                  <a:cubicBezTo>
                    <a:pt x="4676" y="337"/>
                    <a:pt x="3703" y="0"/>
                    <a:pt x="2730"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89"/>
            <p:cNvSpPr/>
            <p:nvPr/>
          </p:nvSpPr>
          <p:spPr>
            <a:xfrm>
              <a:off x="3217491" y="4300495"/>
              <a:ext cx="30211" cy="39382"/>
            </a:xfrm>
            <a:custGeom>
              <a:rect b="b" l="l" r="r" t="t"/>
              <a:pathLst>
                <a:path extrusionOk="0" h="1503" w="1153">
                  <a:moveTo>
                    <a:pt x="9" y="0"/>
                  </a:moveTo>
                  <a:cubicBezTo>
                    <a:pt x="7" y="0"/>
                    <a:pt x="4" y="0"/>
                    <a:pt x="1" y="0"/>
                  </a:cubicBezTo>
                  <a:lnTo>
                    <a:pt x="18" y="0"/>
                  </a:lnTo>
                  <a:cubicBezTo>
                    <a:pt x="15" y="0"/>
                    <a:pt x="12" y="0"/>
                    <a:pt x="9" y="0"/>
                  </a:cubicBezTo>
                  <a:close/>
                  <a:moveTo>
                    <a:pt x="605" y="0"/>
                  </a:moveTo>
                  <a:cubicBezTo>
                    <a:pt x="602" y="0"/>
                    <a:pt x="599" y="0"/>
                    <a:pt x="596" y="0"/>
                  </a:cubicBezTo>
                  <a:lnTo>
                    <a:pt x="18" y="0"/>
                  </a:lnTo>
                  <a:cubicBezTo>
                    <a:pt x="317" y="5"/>
                    <a:pt x="558" y="251"/>
                    <a:pt x="558" y="552"/>
                  </a:cubicBezTo>
                  <a:lnTo>
                    <a:pt x="558" y="1503"/>
                  </a:lnTo>
                  <a:lnTo>
                    <a:pt x="1153" y="1503"/>
                  </a:lnTo>
                  <a:lnTo>
                    <a:pt x="1153" y="552"/>
                  </a:lnTo>
                  <a:cubicBezTo>
                    <a:pt x="1153" y="248"/>
                    <a:pt x="908" y="0"/>
                    <a:pt x="605"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89"/>
            <p:cNvSpPr/>
            <p:nvPr/>
          </p:nvSpPr>
          <p:spPr>
            <a:xfrm>
              <a:off x="3129320" y="4479091"/>
              <a:ext cx="62414" cy="62545"/>
            </a:xfrm>
            <a:custGeom>
              <a:rect b="b" l="l" r="r" t="t"/>
              <a:pathLst>
                <a:path extrusionOk="0" h="2387" w="2382">
                  <a:moveTo>
                    <a:pt x="634" y="1"/>
                  </a:moveTo>
                  <a:lnTo>
                    <a:pt x="1" y="639"/>
                  </a:lnTo>
                  <a:lnTo>
                    <a:pt x="1748" y="2386"/>
                  </a:lnTo>
                  <a:lnTo>
                    <a:pt x="2382" y="1753"/>
                  </a:lnTo>
                  <a:lnTo>
                    <a:pt x="634" y="1"/>
                  </a:ln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8" name="Google Shape;19698;p89"/>
            <p:cNvSpPr/>
            <p:nvPr/>
          </p:nvSpPr>
          <p:spPr>
            <a:xfrm>
              <a:off x="2964192" y="4322007"/>
              <a:ext cx="210327" cy="202283"/>
            </a:xfrm>
            <a:custGeom>
              <a:rect b="b" l="l" r="r" t="t"/>
              <a:pathLst>
                <a:path extrusionOk="0" h="7720" w="8027">
                  <a:moveTo>
                    <a:pt x="4167" y="0"/>
                  </a:moveTo>
                  <a:cubicBezTo>
                    <a:pt x="2602" y="0"/>
                    <a:pt x="1195" y="941"/>
                    <a:pt x="600" y="2381"/>
                  </a:cubicBezTo>
                  <a:cubicBezTo>
                    <a:pt x="0" y="3826"/>
                    <a:pt x="331" y="5487"/>
                    <a:pt x="1435" y="6591"/>
                  </a:cubicBezTo>
                  <a:cubicBezTo>
                    <a:pt x="2173" y="7329"/>
                    <a:pt x="3160" y="7720"/>
                    <a:pt x="4164" y="7720"/>
                  </a:cubicBezTo>
                  <a:cubicBezTo>
                    <a:pt x="4661" y="7720"/>
                    <a:pt x="5163" y="7623"/>
                    <a:pt x="5640" y="7426"/>
                  </a:cubicBezTo>
                  <a:cubicBezTo>
                    <a:pt x="7085" y="6831"/>
                    <a:pt x="8026" y="5420"/>
                    <a:pt x="8026" y="3860"/>
                  </a:cubicBezTo>
                  <a:cubicBezTo>
                    <a:pt x="8026" y="1728"/>
                    <a:pt x="6298" y="0"/>
                    <a:pt x="4167"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9" name="Google Shape;19699;p89"/>
            <p:cNvSpPr/>
            <p:nvPr/>
          </p:nvSpPr>
          <p:spPr>
            <a:xfrm>
              <a:off x="2983922" y="4340244"/>
              <a:ext cx="172229" cy="165809"/>
            </a:xfrm>
            <a:custGeom>
              <a:rect b="b" l="l" r="r" t="t"/>
              <a:pathLst>
                <a:path extrusionOk="0" h="6328" w="6573">
                  <a:moveTo>
                    <a:pt x="3414" y="0"/>
                  </a:moveTo>
                  <a:cubicBezTo>
                    <a:pt x="2132" y="0"/>
                    <a:pt x="980" y="773"/>
                    <a:pt x="490" y="1954"/>
                  </a:cubicBezTo>
                  <a:cubicBezTo>
                    <a:pt x="1" y="3135"/>
                    <a:pt x="269" y="4493"/>
                    <a:pt x="1177" y="5401"/>
                  </a:cubicBezTo>
                  <a:cubicBezTo>
                    <a:pt x="1781" y="6005"/>
                    <a:pt x="2590" y="6327"/>
                    <a:pt x="3414" y="6327"/>
                  </a:cubicBezTo>
                  <a:cubicBezTo>
                    <a:pt x="3821" y="6327"/>
                    <a:pt x="4232" y="6249"/>
                    <a:pt x="4623" y="6087"/>
                  </a:cubicBezTo>
                  <a:cubicBezTo>
                    <a:pt x="5804" y="5597"/>
                    <a:pt x="6572" y="4440"/>
                    <a:pt x="6572" y="3164"/>
                  </a:cubicBezTo>
                  <a:cubicBezTo>
                    <a:pt x="6572" y="1416"/>
                    <a:pt x="5156" y="0"/>
                    <a:pt x="341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89"/>
            <p:cNvSpPr/>
            <p:nvPr/>
          </p:nvSpPr>
          <p:spPr>
            <a:xfrm>
              <a:off x="3160658" y="4511084"/>
              <a:ext cx="115867" cy="114557"/>
            </a:xfrm>
            <a:custGeom>
              <a:rect b="b" l="l" r="r" t="t"/>
              <a:pathLst>
                <a:path extrusionOk="0" h="4372" w="4422">
                  <a:moveTo>
                    <a:pt x="1160" y="0"/>
                  </a:moveTo>
                  <a:cubicBezTo>
                    <a:pt x="1096" y="0"/>
                    <a:pt x="1032" y="25"/>
                    <a:pt x="984" y="76"/>
                  </a:cubicBezTo>
                  <a:lnTo>
                    <a:pt x="96" y="959"/>
                  </a:lnTo>
                  <a:cubicBezTo>
                    <a:pt x="0" y="1055"/>
                    <a:pt x="0" y="1213"/>
                    <a:pt x="96" y="1314"/>
                  </a:cubicBezTo>
                  <a:lnTo>
                    <a:pt x="3082" y="4300"/>
                  </a:lnTo>
                  <a:cubicBezTo>
                    <a:pt x="3132" y="4348"/>
                    <a:pt x="3197" y="4372"/>
                    <a:pt x="3261" y="4372"/>
                  </a:cubicBezTo>
                  <a:cubicBezTo>
                    <a:pt x="3325" y="4372"/>
                    <a:pt x="3389" y="4348"/>
                    <a:pt x="3437" y="4300"/>
                  </a:cubicBezTo>
                  <a:lnTo>
                    <a:pt x="4320" y="3412"/>
                  </a:lnTo>
                  <a:cubicBezTo>
                    <a:pt x="4421" y="3316"/>
                    <a:pt x="4421" y="3158"/>
                    <a:pt x="4320" y="3062"/>
                  </a:cubicBezTo>
                  <a:lnTo>
                    <a:pt x="1339" y="76"/>
                  </a:lnTo>
                  <a:cubicBezTo>
                    <a:pt x="1289" y="25"/>
                    <a:pt x="1224" y="0"/>
                    <a:pt x="1160"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1" name="Google Shape;19701;p89"/>
            <p:cNvSpPr/>
            <p:nvPr/>
          </p:nvSpPr>
          <p:spPr>
            <a:xfrm>
              <a:off x="3177113" y="4511084"/>
              <a:ext cx="99412" cy="98731"/>
            </a:xfrm>
            <a:custGeom>
              <a:rect b="b" l="l" r="r" t="t"/>
              <a:pathLst>
                <a:path extrusionOk="0" h="3768" w="3794">
                  <a:moveTo>
                    <a:pt x="532" y="0"/>
                  </a:moveTo>
                  <a:cubicBezTo>
                    <a:pt x="468" y="0"/>
                    <a:pt x="404" y="25"/>
                    <a:pt x="356" y="76"/>
                  </a:cubicBezTo>
                  <a:lnTo>
                    <a:pt x="1" y="426"/>
                  </a:lnTo>
                  <a:cubicBezTo>
                    <a:pt x="51" y="378"/>
                    <a:pt x="116" y="354"/>
                    <a:pt x="180" y="354"/>
                  </a:cubicBezTo>
                  <a:cubicBezTo>
                    <a:pt x="244" y="354"/>
                    <a:pt x="308" y="378"/>
                    <a:pt x="356" y="426"/>
                  </a:cubicBezTo>
                  <a:lnTo>
                    <a:pt x="3342" y="3412"/>
                  </a:lnTo>
                  <a:cubicBezTo>
                    <a:pt x="3438" y="3508"/>
                    <a:pt x="3438" y="3666"/>
                    <a:pt x="3342" y="3767"/>
                  </a:cubicBezTo>
                  <a:lnTo>
                    <a:pt x="3692" y="3412"/>
                  </a:lnTo>
                  <a:cubicBezTo>
                    <a:pt x="3793" y="3316"/>
                    <a:pt x="3793" y="3158"/>
                    <a:pt x="3692" y="3062"/>
                  </a:cubicBezTo>
                  <a:lnTo>
                    <a:pt x="711" y="76"/>
                  </a:lnTo>
                  <a:cubicBezTo>
                    <a:pt x="661" y="25"/>
                    <a:pt x="596" y="0"/>
                    <a:pt x="53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2" name="Google Shape;19702;p89"/>
            <p:cNvSpPr/>
            <p:nvPr/>
          </p:nvSpPr>
          <p:spPr>
            <a:xfrm>
              <a:off x="3027943" y="4375775"/>
              <a:ext cx="70485" cy="68808"/>
            </a:xfrm>
            <a:custGeom>
              <a:rect b="b" l="l" r="r" t="t"/>
              <a:pathLst>
                <a:path extrusionOk="0" h="2626" w="2690">
                  <a:moveTo>
                    <a:pt x="2459" y="1"/>
                  </a:moveTo>
                  <a:cubicBezTo>
                    <a:pt x="2441" y="1"/>
                    <a:pt x="2424" y="3"/>
                    <a:pt x="2406" y="8"/>
                  </a:cubicBezTo>
                  <a:lnTo>
                    <a:pt x="217" y="536"/>
                  </a:lnTo>
                  <a:cubicBezTo>
                    <a:pt x="54" y="574"/>
                    <a:pt x="1" y="776"/>
                    <a:pt x="121" y="891"/>
                  </a:cubicBezTo>
                  <a:lnTo>
                    <a:pt x="1854" y="2566"/>
                  </a:lnTo>
                  <a:cubicBezTo>
                    <a:pt x="1894" y="2607"/>
                    <a:pt x="1946" y="2625"/>
                    <a:pt x="1997" y="2625"/>
                  </a:cubicBezTo>
                  <a:cubicBezTo>
                    <a:pt x="2090" y="2625"/>
                    <a:pt x="2182" y="2563"/>
                    <a:pt x="2204" y="2460"/>
                  </a:cubicBezTo>
                  <a:lnTo>
                    <a:pt x="2660" y="252"/>
                  </a:lnTo>
                  <a:cubicBezTo>
                    <a:pt x="2690" y="117"/>
                    <a:pt x="2586" y="1"/>
                    <a:pt x="2459"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89"/>
            <p:cNvSpPr/>
            <p:nvPr/>
          </p:nvSpPr>
          <p:spPr>
            <a:xfrm>
              <a:off x="3056582" y="4403366"/>
              <a:ext cx="70747" cy="68624"/>
            </a:xfrm>
            <a:custGeom>
              <a:rect b="b" l="l" r="r" t="t"/>
              <a:pathLst>
                <a:path extrusionOk="0" h="2619" w="2700">
                  <a:moveTo>
                    <a:pt x="234" y="1"/>
                  </a:moveTo>
                  <a:cubicBezTo>
                    <a:pt x="105" y="1"/>
                    <a:pt x="1" y="122"/>
                    <a:pt x="31" y="255"/>
                  </a:cubicBezTo>
                  <a:lnTo>
                    <a:pt x="525" y="2454"/>
                  </a:lnTo>
                  <a:cubicBezTo>
                    <a:pt x="547" y="2558"/>
                    <a:pt x="636" y="2619"/>
                    <a:pt x="728" y="2619"/>
                  </a:cubicBezTo>
                  <a:cubicBezTo>
                    <a:pt x="780" y="2619"/>
                    <a:pt x="834" y="2598"/>
                    <a:pt x="876" y="2555"/>
                  </a:cubicBezTo>
                  <a:lnTo>
                    <a:pt x="2585" y="851"/>
                  </a:lnTo>
                  <a:cubicBezTo>
                    <a:pt x="2700" y="735"/>
                    <a:pt x="2642" y="534"/>
                    <a:pt x="2479" y="500"/>
                  </a:cubicBezTo>
                  <a:lnTo>
                    <a:pt x="281" y="6"/>
                  </a:lnTo>
                  <a:cubicBezTo>
                    <a:pt x="265" y="2"/>
                    <a:pt x="250" y="1"/>
                    <a:pt x="23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89"/>
            <p:cNvSpPr/>
            <p:nvPr/>
          </p:nvSpPr>
          <p:spPr>
            <a:xfrm>
              <a:off x="3056582" y="4403366"/>
              <a:ext cx="35426" cy="41217"/>
            </a:xfrm>
            <a:custGeom>
              <a:rect b="b" l="l" r="r" t="t"/>
              <a:pathLst>
                <a:path extrusionOk="0" h="1573" w="1352">
                  <a:moveTo>
                    <a:pt x="234" y="1"/>
                  </a:moveTo>
                  <a:cubicBezTo>
                    <a:pt x="105" y="1"/>
                    <a:pt x="1" y="122"/>
                    <a:pt x="31" y="255"/>
                  </a:cubicBezTo>
                  <a:lnTo>
                    <a:pt x="189" y="966"/>
                  </a:lnTo>
                  <a:lnTo>
                    <a:pt x="761" y="1513"/>
                  </a:lnTo>
                  <a:cubicBezTo>
                    <a:pt x="801" y="1553"/>
                    <a:pt x="852" y="1572"/>
                    <a:pt x="903" y="1572"/>
                  </a:cubicBezTo>
                  <a:cubicBezTo>
                    <a:pt x="997" y="1572"/>
                    <a:pt x="1089" y="1509"/>
                    <a:pt x="1111" y="1403"/>
                  </a:cubicBezTo>
                  <a:lnTo>
                    <a:pt x="1351" y="246"/>
                  </a:lnTo>
                  <a:lnTo>
                    <a:pt x="281" y="6"/>
                  </a:lnTo>
                  <a:cubicBezTo>
                    <a:pt x="265" y="2"/>
                    <a:pt x="250" y="1"/>
                    <a:pt x="234"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89"/>
            <p:cNvSpPr/>
            <p:nvPr/>
          </p:nvSpPr>
          <p:spPr>
            <a:xfrm>
              <a:off x="2985180" y="4335004"/>
              <a:ext cx="184937" cy="176343"/>
            </a:xfrm>
            <a:custGeom>
              <a:rect b="b" l="l" r="r" t="t"/>
              <a:pathLst>
                <a:path extrusionOk="0" h="6730" w="7058">
                  <a:moveTo>
                    <a:pt x="3360" y="409"/>
                  </a:moveTo>
                  <a:cubicBezTo>
                    <a:pt x="4130" y="409"/>
                    <a:pt x="4888" y="710"/>
                    <a:pt x="5454" y="1276"/>
                  </a:cubicBezTo>
                  <a:cubicBezTo>
                    <a:pt x="6606" y="2428"/>
                    <a:pt x="6606" y="4300"/>
                    <a:pt x="5454" y="5457"/>
                  </a:cubicBezTo>
                  <a:cubicBezTo>
                    <a:pt x="4889" y="6021"/>
                    <a:pt x="4134" y="6322"/>
                    <a:pt x="3365" y="6322"/>
                  </a:cubicBezTo>
                  <a:cubicBezTo>
                    <a:pt x="2984" y="6322"/>
                    <a:pt x="2599" y="6248"/>
                    <a:pt x="2233" y="6095"/>
                  </a:cubicBezTo>
                  <a:cubicBezTo>
                    <a:pt x="1129" y="5639"/>
                    <a:pt x="409" y="4559"/>
                    <a:pt x="409" y="3364"/>
                  </a:cubicBezTo>
                  <a:cubicBezTo>
                    <a:pt x="409" y="2168"/>
                    <a:pt x="1129" y="1093"/>
                    <a:pt x="2233" y="632"/>
                  </a:cubicBezTo>
                  <a:cubicBezTo>
                    <a:pt x="2597" y="482"/>
                    <a:pt x="2980" y="409"/>
                    <a:pt x="3360" y="409"/>
                  </a:cubicBezTo>
                  <a:close/>
                  <a:moveTo>
                    <a:pt x="3365" y="0"/>
                  </a:moveTo>
                  <a:cubicBezTo>
                    <a:pt x="2932" y="0"/>
                    <a:pt x="2495" y="84"/>
                    <a:pt x="2079" y="258"/>
                  </a:cubicBezTo>
                  <a:cubicBezTo>
                    <a:pt x="821" y="776"/>
                    <a:pt x="1" y="2005"/>
                    <a:pt x="1" y="3364"/>
                  </a:cubicBezTo>
                  <a:cubicBezTo>
                    <a:pt x="1" y="4727"/>
                    <a:pt x="821" y="5951"/>
                    <a:pt x="2079" y="6474"/>
                  </a:cubicBezTo>
                  <a:cubicBezTo>
                    <a:pt x="2495" y="6646"/>
                    <a:pt x="2932" y="6730"/>
                    <a:pt x="3365" y="6730"/>
                  </a:cubicBezTo>
                  <a:cubicBezTo>
                    <a:pt x="4240" y="6730"/>
                    <a:pt x="5100" y="6389"/>
                    <a:pt x="5742" y="5745"/>
                  </a:cubicBezTo>
                  <a:cubicBezTo>
                    <a:pt x="7057" y="4429"/>
                    <a:pt x="7057" y="2303"/>
                    <a:pt x="5742" y="987"/>
                  </a:cubicBezTo>
                  <a:cubicBezTo>
                    <a:pt x="5100" y="343"/>
                    <a:pt x="4240" y="0"/>
                    <a:pt x="33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89"/>
            <p:cNvSpPr/>
            <p:nvPr/>
          </p:nvSpPr>
          <p:spPr>
            <a:xfrm>
              <a:off x="2915743" y="4295071"/>
              <a:ext cx="366547" cy="335968"/>
            </a:xfrm>
            <a:custGeom>
              <a:rect b="b" l="l" r="r" t="t"/>
              <a:pathLst>
                <a:path extrusionOk="0" h="12822" w="13989">
                  <a:moveTo>
                    <a:pt x="6016" y="1221"/>
                  </a:moveTo>
                  <a:cubicBezTo>
                    <a:pt x="6485" y="1221"/>
                    <a:pt x="6958" y="1311"/>
                    <a:pt x="7413" y="1499"/>
                  </a:cubicBezTo>
                  <a:cubicBezTo>
                    <a:pt x="9025" y="2171"/>
                    <a:pt x="9942" y="3884"/>
                    <a:pt x="9601" y="5593"/>
                  </a:cubicBezTo>
                  <a:cubicBezTo>
                    <a:pt x="9261" y="7307"/>
                    <a:pt x="7758" y="8541"/>
                    <a:pt x="6016" y="8541"/>
                  </a:cubicBezTo>
                  <a:cubicBezTo>
                    <a:pt x="5046" y="8541"/>
                    <a:pt x="4115" y="8157"/>
                    <a:pt x="3428" y="7475"/>
                  </a:cubicBezTo>
                  <a:cubicBezTo>
                    <a:pt x="2190" y="6241"/>
                    <a:pt x="1998" y="4302"/>
                    <a:pt x="2967" y="2852"/>
                  </a:cubicBezTo>
                  <a:cubicBezTo>
                    <a:pt x="3664" y="1807"/>
                    <a:pt x="4822" y="1221"/>
                    <a:pt x="6016" y="1221"/>
                  </a:cubicBezTo>
                  <a:close/>
                  <a:moveTo>
                    <a:pt x="9054" y="7581"/>
                  </a:moveTo>
                  <a:lnTo>
                    <a:pt x="9913" y="8445"/>
                  </a:lnTo>
                  <a:lnTo>
                    <a:pt x="9573" y="8785"/>
                  </a:lnTo>
                  <a:lnTo>
                    <a:pt x="8709" y="7926"/>
                  </a:lnTo>
                  <a:cubicBezTo>
                    <a:pt x="8771" y="7873"/>
                    <a:pt x="8829" y="7821"/>
                    <a:pt x="8886" y="7763"/>
                  </a:cubicBezTo>
                  <a:cubicBezTo>
                    <a:pt x="8949" y="7701"/>
                    <a:pt x="9001" y="7643"/>
                    <a:pt x="9054" y="7581"/>
                  </a:cubicBezTo>
                  <a:close/>
                  <a:moveTo>
                    <a:pt x="10509" y="8449"/>
                  </a:moveTo>
                  <a:cubicBezTo>
                    <a:pt x="10521" y="8449"/>
                    <a:pt x="10533" y="8454"/>
                    <a:pt x="10542" y="8464"/>
                  </a:cubicBezTo>
                  <a:lnTo>
                    <a:pt x="13101" y="11022"/>
                  </a:lnTo>
                  <a:lnTo>
                    <a:pt x="12150" y="11973"/>
                  </a:lnTo>
                  <a:lnTo>
                    <a:pt x="9592" y="9414"/>
                  </a:lnTo>
                  <a:cubicBezTo>
                    <a:pt x="9582" y="9405"/>
                    <a:pt x="9573" y="9395"/>
                    <a:pt x="9577" y="9381"/>
                  </a:cubicBezTo>
                  <a:cubicBezTo>
                    <a:pt x="9577" y="9371"/>
                    <a:pt x="9582" y="9357"/>
                    <a:pt x="9592" y="9352"/>
                  </a:cubicBezTo>
                  <a:lnTo>
                    <a:pt x="10475" y="8464"/>
                  </a:lnTo>
                  <a:cubicBezTo>
                    <a:pt x="10485" y="8454"/>
                    <a:pt x="10497" y="8449"/>
                    <a:pt x="10509" y="8449"/>
                  </a:cubicBezTo>
                  <a:close/>
                  <a:moveTo>
                    <a:pt x="13389" y="11310"/>
                  </a:moveTo>
                  <a:lnTo>
                    <a:pt x="13523" y="11450"/>
                  </a:lnTo>
                  <a:cubicBezTo>
                    <a:pt x="13542" y="11464"/>
                    <a:pt x="13542" y="11498"/>
                    <a:pt x="13523" y="11512"/>
                  </a:cubicBezTo>
                  <a:lnTo>
                    <a:pt x="13523" y="11517"/>
                  </a:lnTo>
                  <a:lnTo>
                    <a:pt x="12640" y="12400"/>
                  </a:lnTo>
                  <a:cubicBezTo>
                    <a:pt x="12630" y="12407"/>
                    <a:pt x="12618" y="12411"/>
                    <a:pt x="12606" y="12411"/>
                  </a:cubicBezTo>
                  <a:cubicBezTo>
                    <a:pt x="12594" y="12411"/>
                    <a:pt x="12582" y="12407"/>
                    <a:pt x="12573" y="12400"/>
                  </a:cubicBezTo>
                  <a:lnTo>
                    <a:pt x="12438" y="12261"/>
                  </a:lnTo>
                  <a:lnTo>
                    <a:pt x="13389" y="11310"/>
                  </a:lnTo>
                  <a:close/>
                  <a:moveTo>
                    <a:pt x="759" y="1"/>
                  </a:moveTo>
                  <a:cubicBezTo>
                    <a:pt x="342" y="1"/>
                    <a:pt x="1" y="342"/>
                    <a:pt x="1" y="759"/>
                  </a:cubicBezTo>
                  <a:lnTo>
                    <a:pt x="1" y="10163"/>
                  </a:lnTo>
                  <a:cubicBezTo>
                    <a:pt x="6" y="10422"/>
                    <a:pt x="217" y="10633"/>
                    <a:pt x="476" y="10638"/>
                  </a:cubicBezTo>
                  <a:lnTo>
                    <a:pt x="6808" y="10638"/>
                  </a:lnTo>
                  <a:cubicBezTo>
                    <a:pt x="7076" y="10638"/>
                    <a:pt x="7076" y="10230"/>
                    <a:pt x="6808" y="10230"/>
                  </a:cubicBezTo>
                  <a:lnTo>
                    <a:pt x="476" y="10230"/>
                  </a:lnTo>
                  <a:cubicBezTo>
                    <a:pt x="438" y="10230"/>
                    <a:pt x="409" y="10197"/>
                    <a:pt x="409" y="10163"/>
                  </a:cubicBezTo>
                  <a:lnTo>
                    <a:pt x="409" y="1916"/>
                  </a:lnTo>
                  <a:lnTo>
                    <a:pt x="3241" y="1916"/>
                  </a:lnTo>
                  <a:cubicBezTo>
                    <a:pt x="3207" y="1950"/>
                    <a:pt x="3174" y="1979"/>
                    <a:pt x="3140" y="2012"/>
                  </a:cubicBezTo>
                  <a:cubicBezTo>
                    <a:pt x="1643" y="3510"/>
                    <a:pt x="1547" y="5905"/>
                    <a:pt x="2919" y="7518"/>
                  </a:cubicBezTo>
                  <a:cubicBezTo>
                    <a:pt x="3721" y="8459"/>
                    <a:pt x="4864" y="8951"/>
                    <a:pt x="6019" y="8951"/>
                  </a:cubicBezTo>
                  <a:cubicBezTo>
                    <a:pt x="6844" y="8951"/>
                    <a:pt x="7674" y="8701"/>
                    <a:pt x="8392" y="8185"/>
                  </a:cubicBezTo>
                  <a:lnTo>
                    <a:pt x="9285" y="9078"/>
                  </a:lnTo>
                  <a:cubicBezTo>
                    <a:pt x="9121" y="9261"/>
                    <a:pt x="9131" y="9534"/>
                    <a:pt x="9299" y="9702"/>
                  </a:cubicBezTo>
                  <a:lnTo>
                    <a:pt x="9827" y="10230"/>
                  </a:lnTo>
                  <a:lnTo>
                    <a:pt x="7696" y="10230"/>
                  </a:lnTo>
                  <a:cubicBezTo>
                    <a:pt x="7422" y="10230"/>
                    <a:pt x="7422" y="10638"/>
                    <a:pt x="7696" y="10638"/>
                  </a:cubicBezTo>
                  <a:lnTo>
                    <a:pt x="10235" y="10638"/>
                  </a:lnTo>
                  <a:lnTo>
                    <a:pt x="12285" y="12688"/>
                  </a:lnTo>
                  <a:cubicBezTo>
                    <a:pt x="12374" y="12777"/>
                    <a:pt x="12490" y="12821"/>
                    <a:pt x="12606" y="12821"/>
                  </a:cubicBezTo>
                  <a:cubicBezTo>
                    <a:pt x="12723" y="12821"/>
                    <a:pt x="12839" y="12777"/>
                    <a:pt x="12928" y="12688"/>
                  </a:cubicBezTo>
                  <a:lnTo>
                    <a:pt x="13811" y="11805"/>
                  </a:lnTo>
                  <a:cubicBezTo>
                    <a:pt x="13989" y="11622"/>
                    <a:pt x="13989" y="11339"/>
                    <a:pt x="13811" y="11161"/>
                  </a:cubicBezTo>
                  <a:lnTo>
                    <a:pt x="12870" y="10216"/>
                  </a:lnTo>
                  <a:cubicBezTo>
                    <a:pt x="12870" y="10197"/>
                    <a:pt x="12870" y="10177"/>
                    <a:pt x="12870" y="10163"/>
                  </a:cubicBezTo>
                  <a:lnTo>
                    <a:pt x="12870" y="8166"/>
                  </a:lnTo>
                  <a:cubicBezTo>
                    <a:pt x="12870" y="8029"/>
                    <a:pt x="12768" y="7961"/>
                    <a:pt x="12666" y="7961"/>
                  </a:cubicBezTo>
                  <a:cubicBezTo>
                    <a:pt x="12564" y="7961"/>
                    <a:pt x="12462" y="8029"/>
                    <a:pt x="12462" y="8166"/>
                  </a:cubicBezTo>
                  <a:lnTo>
                    <a:pt x="12462" y="9808"/>
                  </a:lnTo>
                  <a:lnTo>
                    <a:pt x="10830" y="8176"/>
                  </a:lnTo>
                  <a:cubicBezTo>
                    <a:pt x="10741" y="8086"/>
                    <a:pt x="10624" y="8042"/>
                    <a:pt x="10508" y="8042"/>
                  </a:cubicBezTo>
                  <a:cubicBezTo>
                    <a:pt x="10400" y="8042"/>
                    <a:pt x="10292" y="8080"/>
                    <a:pt x="10206" y="8157"/>
                  </a:cubicBezTo>
                  <a:lnTo>
                    <a:pt x="9313" y="7264"/>
                  </a:lnTo>
                  <a:cubicBezTo>
                    <a:pt x="10475" y="5646"/>
                    <a:pt x="10293" y="3424"/>
                    <a:pt x="8886" y="2012"/>
                  </a:cubicBezTo>
                  <a:cubicBezTo>
                    <a:pt x="8853" y="1979"/>
                    <a:pt x="8819" y="1950"/>
                    <a:pt x="8785" y="1916"/>
                  </a:cubicBezTo>
                  <a:lnTo>
                    <a:pt x="12462" y="1916"/>
                  </a:lnTo>
                  <a:lnTo>
                    <a:pt x="12462" y="7278"/>
                  </a:lnTo>
                  <a:cubicBezTo>
                    <a:pt x="12462" y="7413"/>
                    <a:pt x="12564" y="7480"/>
                    <a:pt x="12666" y="7480"/>
                  </a:cubicBezTo>
                  <a:cubicBezTo>
                    <a:pt x="12768" y="7480"/>
                    <a:pt x="12870" y="7413"/>
                    <a:pt x="12870" y="7278"/>
                  </a:cubicBezTo>
                  <a:lnTo>
                    <a:pt x="12870" y="759"/>
                  </a:lnTo>
                  <a:cubicBezTo>
                    <a:pt x="12870" y="337"/>
                    <a:pt x="12530" y="1"/>
                    <a:pt x="12112" y="1"/>
                  </a:cubicBezTo>
                  <a:lnTo>
                    <a:pt x="10269" y="1"/>
                  </a:lnTo>
                  <a:cubicBezTo>
                    <a:pt x="9995" y="1"/>
                    <a:pt x="9995" y="409"/>
                    <a:pt x="10269" y="409"/>
                  </a:cubicBezTo>
                  <a:lnTo>
                    <a:pt x="12112" y="409"/>
                  </a:lnTo>
                  <a:cubicBezTo>
                    <a:pt x="12304" y="409"/>
                    <a:pt x="12462" y="563"/>
                    <a:pt x="12462" y="759"/>
                  </a:cubicBezTo>
                  <a:lnTo>
                    <a:pt x="12462" y="1508"/>
                  </a:lnTo>
                  <a:lnTo>
                    <a:pt x="8272" y="1508"/>
                  </a:lnTo>
                  <a:cubicBezTo>
                    <a:pt x="7588" y="1052"/>
                    <a:pt x="6800" y="824"/>
                    <a:pt x="6013" y="824"/>
                  </a:cubicBezTo>
                  <a:cubicBezTo>
                    <a:pt x="5226" y="824"/>
                    <a:pt x="4439" y="1052"/>
                    <a:pt x="3755" y="1508"/>
                  </a:cubicBezTo>
                  <a:lnTo>
                    <a:pt x="409" y="1508"/>
                  </a:lnTo>
                  <a:lnTo>
                    <a:pt x="409" y="759"/>
                  </a:lnTo>
                  <a:cubicBezTo>
                    <a:pt x="409" y="563"/>
                    <a:pt x="567" y="409"/>
                    <a:pt x="759" y="409"/>
                  </a:cubicBezTo>
                  <a:lnTo>
                    <a:pt x="9381" y="409"/>
                  </a:lnTo>
                  <a:cubicBezTo>
                    <a:pt x="9649" y="409"/>
                    <a:pt x="9649" y="1"/>
                    <a:pt x="93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89"/>
            <p:cNvSpPr/>
            <p:nvPr/>
          </p:nvSpPr>
          <p:spPr>
            <a:xfrm>
              <a:off x="2947082" y="4315221"/>
              <a:ext cx="12472" cy="10717"/>
            </a:xfrm>
            <a:custGeom>
              <a:rect b="b" l="l" r="r" t="t"/>
              <a:pathLst>
                <a:path extrusionOk="0" h="409" w="476">
                  <a:moveTo>
                    <a:pt x="274" y="0"/>
                  </a:moveTo>
                  <a:cubicBezTo>
                    <a:pt x="0" y="0"/>
                    <a:pt x="0" y="408"/>
                    <a:pt x="274" y="408"/>
                  </a:cubicBezTo>
                  <a:cubicBezTo>
                    <a:pt x="384" y="408"/>
                    <a:pt x="475" y="317"/>
                    <a:pt x="475" y="206"/>
                  </a:cubicBezTo>
                  <a:cubicBezTo>
                    <a:pt x="475" y="91"/>
                    <a:pt x="384"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89"/>
            <p:cNvSpPr/>
            <p:nvPr/>
          </p:nvSpPr>
          <p:spPr>
            <a:xfrm>
              <a:off x="2961021" y="4315221"/>
              <a:ext cx="12499" cy="10717"/>
            </a:xfrm>
            <a:custGeom>
              <a:rect b="b" l="l" r="r" t="t"/>
              <a:pathLst>
                <a:path extrusionOk="0" h="409" w="477">
                  <a:moveTo>
                    <a:pt x="275" y="0"/>
                  </a:moveTo>
                  <a:cubicBezTo>
                    <a:pt x="1" y="0"/>
                    <a:pt x="1" y="408"/>
                    <a:pt x="275" y="408"/>
                  </a:cubicBezTo>
                  <a:cubicBezTo>
                    <a:pt x="385" y="408"/>
                    <a:pt x="476" y="317"/>
                    <a:pt x="476" y="206"/>
                  </a:cubicBezTo>
                  <a:cubicBezTo>
                    <a:pt x="476" y="91"/>
                    <a:pt x="385"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89"/>
            <p:cNvSpPr/>
            <p:nvPr/>
          </p:nvSpPr>
          <p:spPr>
            <a:xfrm>
              <a:off x="2974883" y="4315221"/>
              <a:ext cx="12603" cy="10717"/>
            </a:xfrm>
            <a:custGeom>
              <a:rect b="b" l="l" r="r" t="t"/>
              <a:pathLst>
                <a:path extrusionOk="0" h="409" w="481">
                  <a:moveTo>
                    <a:pt x="274" y="0"/>
                  </a:moveTo>
                  <a:cubicBezTo>
                    <a:pt x="0" y="0"/>
                    <a:pt x="0" y="408"/>
                    <a:pt x="274" y="408"/>
                  </a:cubicBezTo>
                  <a:cubicBezTo>
                    <a:pt x="389" y="408"/>
                    <a:pt x="480" y="317"/>
                    <a:pt x="475" y="206"/>
                  </a:cubicBezTo>
                  <a:cubicBezTo>
                    <a:pt x="475" y="91"/>
                    <a:pt x="389"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89"/>
            <p:cNvSpPr/>
            <p:nvPr/>
          </p:nvSpPr>
          <p:spPr>
            <a:xfrm>
              <a:off x="3022440" y="4434311"/>
              <a:ext cx="12577" cy="10691"/>
            </a:xfrm>
            <a:custGeom>
              <a:rect b="b" l="l" r="r" t="t"/>
              <a:pathLst>
                <a:path extrusionOk="0" h="408" w="480">
                  <a:moveTo>
                    <a:pt x="281" y="1"/>
                  </a:moveTo>
                  <a:cubicBezTo>
                    <a:pt x="279" y="1"/>
                    <a:pt x="276" y="1"/>
                    <a:pt x="273" y="1"/>
                  </a:cubicBezTo>
                  <a:cubicBezTo>
                    <a:pt x="271" y="1"/>
                    <a:pt x="269" y="1"/>
                    <a:pt x="267" y="1"/>
                  </a:cubicBezTo>
                  <a:cubicBezTo>
                    <a:pt x="89" y="1"/>
                    <a:pt x="1" y="218"/>
                    <a:pt x="129" y="346"/>
                  </a:cubicBezTo>
                  <a:cubicBezTo>
                    <a:pt x="171" y="388"/>
                    <a:pt x="223" y="407"/>
                    <a:pt x="273" y="407"/>
                  </a:cubicBezTo>
                  <a:cubicBezTo>
                    <a:pt x="379" y="407"/>
                    <a:pt x="480" y="326"/>
                    <a:pt x="480" y="202"/>
                  </a:cubicBezTo>
                  <a:cubicBezTo>
                    <a:pt x="480" y="95"/>
                    <a:pt x="393"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89"/>
            <p:cNvSpPr/>
            <p:nvPr/>
          </p:nvSpPr>
          <p:spPr>
            <a:xfrm>
              <a:off x="3022414" y="4452050"/>
              <a:ext cx="12603" cy="10795"/>
            </a:xfrm>
            <a:custGeom>
              <a:rect b="b" l="l" r="r" t="t"/>
              <a:pathLst>
                <a:path extrusionOk="0" h="412" w="481">
                  <a:moveTo>
                    <a:pt x="274" y="1"/>
                  </a:moveTo>
                  <a:cubicBezTo>
                    <a:pt x="92" y="1"/>
                    <a:pt x="1" y="221"/>
                    <a:pt x="130" y="351"/>
                  </a:cubicBezTo>
                  <a:cubicBezTo>
                    <a:pt x="172" y="393"/>
                    <a:pt x="224" y="412"/>
                    <a:pt x="274" y="412"/>
                  </a:cubicBezTo>
                  <a:cubicBezTo>
                    <a:pt x="380" y="412"/>
                    <a:pt x="481" y="330"/>
                    <a:pt x="481" y="207"/>
                  </a:cubicBezTo>
                  <a:cubicBezTo>
                    <a:pt x="481" y="97"/>
                    <a:pt x="389"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89"/>
            <p:cNvSpPr/>
            <p:nvPr/>
          </p:nvSpPr>
          <p:spPr>
            <a:xfrm>
              <a:off x="3037795" y="4434311"/>
              <a:ext cx="12446" cy="10691"/>
            </a:xfrm>
            <a:custGeom>
              <a:rect b="b" l="l" r="r" t="t"/>
              <a:pathLst>
                <a:path extrusionOk="0" h="408" w="475">
                  <a:moveTo>
                    <a:pt x="281" y="1"/>
                  </a:moveTo>
                  <a:cubicBezTo>
                    <a:pt x="278" y="1"/>
                    <a:pt x="275" y="1"/>
                    <a:pt x="273" y="1"/>
                  </a:cubicBezTo>
                  <a:cubicBezTo>
                    <a:pt x="271" y="1"/>
                    <a:pt x="269" y="1"/>
                    <a:pt x="267" y="1"/>
                  </a:cubicBezTo>
                  <a:cubicBezTo>
                    <a:pt x="88" y="1"/>
                    <a:pt x="0" y="218"/>
                    <a:pt x="124" y="346"/>
                  </a:cubicBezTo>
                  <a:cubicBezTo>
                    <a:pt x="166" y="388"/>
                    <a:pt x="218" y="407"/>
                    <a:pt x="268" y="407"/>
                  </a:cubicBezTo>
                  <a:cubicBezTo>
                    <a:pt x="374" y="407"/>
                    <a:pt x="474" y="326"/>
                    <a:pt x="474" y="202"/>
                  </a:cubicBezTo>
                  <a:cubicBezTo>
                    <a:pt x="474" y="95"/>
                    <a:pt x="388"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89"/>
            <p:cNvSpPr/>
            <p:nvPr/>
          </p:nvSpPr>
          <p:spPr>
            <a:xfrm>
              <a:off x="3037769" y="4452050"/>
              <a:ext cx="12472" cy="10795"/>
            </a:xfrm>
            <a:custGeom>
              <a:rect b="b" l="l" r="r" t="t"/>
              <a:pathLst>
                <a:path extrusionOk="0" h="412" w="476">
                  <a:moveTo>
                    <a:pt x="274" y="1"/>
                  </a:moveTo>
                  <a:cubicBezTo>
                    <a:pt x="91" y="1"/>
                    <a:pt x="0" y="221"/>
                    <a:pt x="125" y="351"/>
                  </a:cubicBezTo>
                  <a:cubicBezTo>
                    <a:pt x="167" y="393"/>
                    <a:pt x="219" y="412"/>
                    <a:pt x="269" y="412"/>
                  </a:cubicBezTo>
                  <a:cubicBezTo>
                    <a:pt x="375" y="412"/>
                    <a:pt x="475" y="330"/>
                    <a:pt x="475" y="207"/>
                  </a:cubicBezTo>
                  <a:cubicBezTo>
                    <a:pt x="475" y="97"/>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89"/>
            <p:cNvSpPr/>
            <p:nvPr/>
          </p:nvSpPr>
          <p:spPr>
            <a:xfrm>
              <a:off x="3021156" y="4370325"/>
              <a:ext cx="110706" cy="106932"/>
            </a:xfrm>
            <a:custGeom>
              <a:rect b="b" l="l" r="r" t="t"/>
              <a:pathLst>
                <a:path extrusionOk="0" h="4081" w="4225">
                  <a:moveTo>
                    <a:pt x="2713" y="412"/>
                  </a:moveTo>
                  <a:cubicBezTo>
                    <a:pt x="2713" y="412"/>
                    <a:pt x="2713" y="417"/>
                    <a:pt x="2713" y="417"/>
                  </a:cubicBezTo>
                  <a:lnTo>
                    <a:pt x="2540" y="1257"/>
                  </a:lnTo>
                  <a:lnTo>
                    <a:pt x="1676" y="1065"/>
                  </a:lnTo>
                  <a:cubicBezTo>
                    <a:pt x="1644" y="1058"/>
                    <a:pt x="1613" y="1055"/>
                    <a:pt x="1582" y="1055"/>
                  </a:cubicBezTo>
                  <a:cubicBezTo>
                    <a:pt x="1326" y="1055"/>
                    <a:pt x="1121" y="1294"/>
                    <a:pt x="1181" y="1560"/>
                  </a:cubicBezTo>
                  <a:lnTo>
                    <a:pt x="1191" y="1603"/>
                  </a:lnTo>
                  <a:lnTo>
                    <a:pt x="519" y="955"/>
                  </a:lnTo>
                  <a:lnTo>
                    <a:pt x="519" y="945"/>
                  </a:lnTo>
                  <a:lnTo>
                    <a:pt x="2713" y="412"/>
                  </a:lnTo>
                  <a:close/>
                  <a:moveTo>
                    <a:pt x="1582" y="1465"/>
                  </a:moveTo>
                  <a:cubicBezTo>
                    <a:pt x="1583" y="1465"/>
                    <a:pt x="1585" y="1466"/>
                    <a:pt x="1585" y="1468"/>
                  </a:cubicBezTo>
                  <a:lnTo>
                    <a:pt x="2458" y="1660"/>
                  </a:lnTo>
                  <a:lnTo>
                    <a:pt x="2257" y="2625"/>
                  </a:lnTo>
                  <a:cubicBezTo>
                    <a:pt x="2257" y="2625"/>
                    <a:pt x="2257" y="2630"/>
                    <a:pt x="2252" y="2630"/>
                  </a:cubicBezTo>
                  <a:lnTo>
                    <a:pt x="2247" y="2630"/>
                  </a:lnTo>
                  <a:lnTo>
                    <a:pt x="1724" y="2126"/>
                  </a:lnTo>
                  <a:lnTo>
                    <a:pt x="1580" y="1473"/>
                  </a:lnTo>
                  <a:cubicBezTo>
                    <a:pt x="1580" y="1468"/>
                    <a:pt x="1580" y="1468"/>
                    <a:pt x="1580" y="1468"/>
                  </a:cubicBezTo>
                  <a:cubicBezTo>
                    <a:pt x="1580" y="1466"/>
                    <a:pt x="1581" y="1465"/>
                    <a:pt x="1582" y="1465"/>
                  </a:cubicBezTo>
                  <a:close/>
                  <a:moveTo>
                    <a:pt x="2857" y="1747"/>
                  </a:moveTo>
                  <a:lnTo>
                    <a:pt x="3783" y="1953"/>
                  </a:lnTo>
                  <a:cubicBezTo>
                    <a:pt x="3783" y="1953"/>
                    <a:pt x="3788" y="1953"/>
                    <a:pt x="3788" y="1958"/>
                  </a:cubicBezTo>
                  <a:cubicBezTo>
                    <a:pt x="3788" y="1963"/>
                    <a:pt x="3793" y="1968"/>
                    <a:pt x="3788" y="1968"/>
                  </a:cubicBezTo>
                  <a:lnTo>
                    <a:pt x="2084" y="3672"/>
                  </a:lnTo>
                  <a:lnTo>
                    <a:pt x="2079" y="3672"/>
                  </a:lnTo>
                  <a:cubicBezTo>
                    <a:pt x="2074" y="3672"/>
                    <a:pt x="2074" y="3672"/>
                    <a:pt x="2074" y="3667"/>
                  </a:cubicBezTo>
                  <a:lnTo>
                    <a:pt x="1887" y="2846"/>
                  </a:lnTo>
                  <a:lnTo>
                    <a:pt x="1964" y="2923"/>
                  </a:lnTo>
                  <a:cubicBezTo>
                    <a:pt x="2046" y="3002"/>
                    <a:pt x="2148" y="3038"/>
                    <a:pt x="2248" y="3038"/>
                  </a:cubicBezTo>
                  <a:cubicBezTo>
                    <a:pt x="2434" y="3038"/>
                    <a:pt x="2616" y="2913"/>
                    <a:pt x="2660" y="2707"/>
                  </a:cubicBezTo>
                  <a:lnTo>
                    <a:pt x="2857" y="1747"/>
                  </a:lnTo>
                  <a:close/>
                  <a:moveTo>
                    <a:pt x="2720" y="0"/>
                  </a:moveTo>
                  <a:cubicBezTo>
                    <a:pt x="2686" y="0"/>
                    <a:pt x="2652" y="5"/>
                    <a:pt x="2617" y="14"/>
                  </a:cubicBezTo>
                  <a:lnTo>
                    <a:pt x="423" y="542"/>
                  </a:lnTo>
                  <a:cubicBezTo>
                    <a:pt x="106" y="619"/>
                    <a:pt x="1" y="1017"/>
                    <a:pt x="236" y="1243"/>
                  </a:cubicBezTo>
                  <a:lnTo>
                    <a:pt x="1354" y="2328"/>
                  </a:lnTo>
                  <a:lnTo>
                    <a:pt x="1676" y="3758"/>
                  </a:lnTo>
                  <a:cubicBezTo>
                    <a:pt x="1722" y="3961"/>
                    <a:pt x="1899" y="4081"/>
                    <a:pt x="2082" y="4081"/>
                  </a:cubicBezTo>
                  <a:cubicBezTo>
                    <a:pt x="2185" y="4081"/>
                    <a:pt x="2289" y="4043"/>
                    <a:pt x="2372" y="3960"/>
                  </a:cubicBezTo>
                  <a:lnTo>
                    <a:pt x="4081" y="2251"/>
                  </a:lnTo>
                  <a:cubicBezTo>
                    <a:pt x="4186" y="2145"/>
                    <a:pt x="4225" y="1992"/>
                    <a:pt x="4186" y="1848"/>
                  </a:cubicBezTo>
                  <a:cubicBezTo>
                    <a:pt x="4143" y="1704"/>
                    <a:pt x="4023" y="1588"/>
                    <a:pt x="3879" y="1560"/>
                  </a:cubicBezTo>
                  <a:lnTo>
                    <a:pt x="2943" y="1348"/>
                  </a:lnTo>
                  <a:lnTo>
                    <a:pt x="3116" y="499"/>
                  </a:lnTo>
                  <a:cubicBezTo>
                    <a:pt x="3171" y="237"/>
                    <a:pt x="2969" y="0"/>
                    <a:pt x="27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89"/>
            <p:cNvSpPr/>
            <p:nvPr/>
          </p:nvSpPr>
          <p:spPr>
            <a:xfrm>
              <a:off x="2946060" y="4507154"/>
              <a:ext cx="17267" cy="10717"/>
            </a:xfrm>
            <a:custGeom>
              <a:rect b="b" l="l" r="r" t="t"/>
              <a:pathLst>
                <a:path extrusionOk="0" h="409" w="659">
                  <a:moveTo>
                    <a:pt x="274" y="0"/>
                  </a:moveTo>
                  <a:cubicBezTo>
                    <a:pt x="1" y="0"/>
                    <a:pt x="1" y="408"/>
                    <a:pt x="274" y="408"/>
                  </a:cubicBezTo>
                  <a:lnTo>
                    <a:pt x="385" y="408"/>
                  </a:lnTo>
                  <a:cubicBezTo>
                    <a:pt x="658" y="408"/>
                    <a:pt x="658" y="0"/>
                    <a:pt x="3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6" name="Google Shape;19716;p89"/>
            <p:cNvSpPr/>
            <p:nvPr/>
          </p:nvSpPr>
          <p:spPr>
            <a:xfrm>
              <a:off x="2961781" y="4507154"/>
              <a:ext cx="32622" cy="10717"/>
            </a:xfrm>
            <a:custGeom>
              <a:rect b="b" l="l" r="r" t="t"/>
              <a:pathLst>
                <a:path extrusionOk="0" h="409" w="1245">
                  <a:moveTo>
                    <a:pt x="274" y="0"/>
                  </a:moveTo>
                  <a:cubicBezTo>
                    <a:pt x="1" y="0"/>
                    <a:pt x="1" y="408"/>
                    <a:pt x="274" y="408"/>
                  </a:cubicBezTo>
                  <a:lnTo>
                    <a:pt x="970" y="408"/>
                  </a:lnTo>
                  <a:cubicBezTo>
                    <a:pt x="1244" y="408"/>
                    <a:pt x="1244" y="0"/>
                    <a:pt x="9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7" name="Google Shape;19717;p89"/>
            <p:cNvSpPr/>
            <p:nvPr/>
          </p:nvSpPr>
          <p:spPr>
            <a:xfrm>
              <a:off x="2946060" y="4521225"/>
              <a:ext cx="48344" cy="10717"/>
            </a:xfrm>
            <a:custGeom>
              <a:rect b="b" l="l" r="r" t="t"/>
              <a:pathLst>
                <a:path extrusionOk="0" h="409" w="1845">
                  <a:moveTo>
                    <a:pt x="274" y="1"/>
                  </a:moveTo>
                  <a:cubicBezTo>
                    <a:pt x="1" y="1"/>
                    <a:pt x="1" y="409"/>
                    <a:pt x="274" y="409"/>
                  </a:cubicBezTo>
                  <a:lnTo>
                    <a:pt x="1570" y="409"/>
                  </a:lnTo>
                  <a:cubicBezTo>
                    <a:pt x="1844" y="409"/>
                    <a:pt x="1844" y="1"/>
                    <a:pt x="15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8" name="Google Shape;19718;p89"/>
            <p:cNvSpPr/>
            <p:nvPr/>
          </p:nvSpPr>
          <p:spPr>
            <a:xfrm>
              <a:off x="2946060" y="4535453"/>
              <a:ext cx="48344" cy="10717"/>
            </a:xfrm>
            <a:custGeom>
              <a:rect b="b" l="l" r="r" t="t"/>
              <a:pathLst>
                <a:path extrusionOk="0" h="409" w="1845">
                  <a:moveTo>
                    <a:pt x="274" y="0"/>
                  </a:moveTo>
                  <a:cubicBezTo>
                    <a:pt x="1" y="0"/>
                    <a:pt x="1" y="408"/>
                    <a:pt x="274" y="408"/>
                  </a:cubicBezTo>
                  <a:lnTo>
                    <a:pt x="1570" y="408"/>
                  </a:lnTo>
                  <a:cubicBezTo>
                    <a:pt x="1844" y="408"/>
                    <a:pt x="1844" y="0"/>
                    <a:pt x="15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9" name="Google Shape;19719;p89"/>
            <p:cNvSpPr/>
            <p:nvPr/>
          </p:nvSpPr>
          <p:spPr>
            <a:xfrm>
              <a:off x="3213482" y="4357250"/>
              <a:ext cx="10717" cy="121082"/>
            </a:xfrm>
            <a:custGeom>
              <a:rect b="b" l="l" r="r" t="t"/>
              <a:pathLst>
                <a:path extrusionOk="0" h="4621" w="409">
                  <a:moveTo>
                    <a:pt x="204" y="0"/>
                  </a:moveTo>
                  <a:cubicBezTo>
                    <a:pt x="102" y="0"/>
                    <a:pt x="0" y="69"/>
                    <a:pt x="0" y="206"/>
                  </a:cubicBezTo>
                  <a:lnTo>
                    <a:pt x="0" y="4415"/>
                  </a:lnTo>
                  <a:cubicBezTo>
                    <a:pt x="0" y="4552"/>
                    <a:pt x="102" y="4621"/>
                    <a:pt x="204" y="4621"/>
                  </a:cubicBezTo>
                  <a:cubicBezTo>
                    <a:pt x="306" y="4621"/>
                    <a:pt x="408" y="4552"/>
                    <a:pt x="408" y="4415"/>
                  </a:cubicBezTo>
                  <a:lnTo>
                    <a:pt x="408" y="206"/>
                  </a:lnTo>
                  <a:cubicBezTo>
                    <a:pt x="408" y="69"/>
                    <a:pt x="30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20" name="Google Shape;19720;p89"/>
          <p:cNvGrpSpPr/>
          <p:nvPr/>
        </p:nvGrpSpPr>
        <p:grpSpPr>
          <a:xfrm>
            <a:off x="5712834" y="3812971"/>
            <a:ext cx="347550" cy="324046"/>
            <a:chOff x="5712834" y="3812971"/>
            <a:chExt cx="347550" cy="324046"/>
          </a:xfrm>
        </p:grpSpPr>
        <p:sp>
          <p:nvSpPr>
            <p:cNvPr id="19721" name="Google Shape;19721;p89"/>
            <p:cNvSpPr/>
            <p:nvPr/>
          </p:nvSpPr>
          <p:spPr>
            <a:xfrm>
              <a:off x="5928795" y="3936988"/>
              <a:ext cx="75856" cy="75882"/>
            </a:xfrm>
            <a:custGeom>
              <a:rect b="b" l="l" r="r" t="t"/>
              <a:pathLst>
                <a:path extrusionOk="0" h="2896" w="2895">
                  <a:moveTo>
                    <a:pt x="1445" y="1"/>
                  </a:moveTo>
                  <a:cubicBezTo>
                    <a:pt x="648" y="1"/>
                    <a:pt x="0" y="649"/>
                    <a:pt x="0" y="1450"/>
                  </a:cubicBezTo>
                  <a:cubicBezTo>
                    <a:pt x="0" y="2247"/>
                    <a:pt x="648" y="2895"/>
                    <a:pt x="1445" y="2895"/>
                  </a:cubicBezTo>
                  <a:cubicBezTo>
                    <a:pt x="2247" y="2895"/>
                    <a:pt x="2895" y="2247"/>
                    <a:pt x="2895" y="1450"/>
                  </a:cubicBezTo>
                  <a:cubicBezTo>
                    <a:pt x="2895" y="649"/>
                    <a:pt x="2247" y="1"/>
                    <a:pt x="144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2" name="Google Shape;19722;p89"/>
            <p:cNvSpPr/>
            <p:nvPr/>
          </p:nvSpPr>
          <p:spPr>
            <a:xfrm>
              <a:off x="5924498" y="3966806"/>
              <a:ext cx="84424" cy="46064"/>
            </a:xfrm>
            <a:custGeom>
              <a:rect b="b" l="l" r="r" t="t"/>
              <a:pathLst>
                <a:path extrusionOk="0" h="1758" w="3222">
                  <a:moveTo>
                    <a:pt x="198" y="0"/>
                  </a:moveTo>
                  <a:lnTo>
                    <a:pt x="198" y="0"/>
                  </a:lnTo>
                  <a:cubicBezTo>
                    <a:pt x="1" y="903"/>
                    <a:pt x="687" y="1757"/>
                    <a:pt x="1609" y="1757"/>
                  </a:cubicBezTo>
                  <a:cubicBezTo>
                    <a:pt x="2536" y="1757"/>
                    <a:pt x="3222" y="903"/>
                    <a:pt x="3025" y="0"/>
                  </a:cubicBezTo>
                  <a:lnTo>
                    <a:pt x="3025" y="0"/>
                  </a:lnTo>
                  <a:cubicBezTo>
                    <a:pt x="2876" y="663"/>
                    <a:pt x="2291" y="1138"/>
                    <a:pt x="1614" y="1138"/>
                  </a:cubicBezTo>
                  <a:cubicBezTo>
                    <a:pt x="932" y="1138"/>
                    <a:pt x="347" y="663"/>
                    <a:pt x="198"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3" name="Google Shape;19723;p89"/>
            <p:cNvSpPr/>
            <p:nvPr/>
          </p:nvSpPr>
          <p:spPr>
            <a:xfrm>
              <a:off x="5717865" y="3931721"/>
              <a:ext cx="81149" cy="86547"/>
            </a:xfrm>
            <a:custGeom>
              <a:rect b="b" l="l" r="r" t="t"/>
              <a:pathLst>
                <a:path extrusionOk="0" h="3303" w="3097">
                  <a:moveTo>
                    <a:pt x="826" y="0"/>
                  </a:moveTo>
                  <a:cubicBezTo>
                    <a:pt x="370" y="0"/>
                    <a:pt x="0" y="370"/>
                    <a:pt x="0" y="826"/>
                  </a:cubicBezTo>
                  <a:lnTo>
                    <a:pt x="0" y="2477"/>
                  </a:lnTo>
                  <a:cubicBezTo>
                    <a:pt x="0" y="2933"/>
                    <a:pt x="370" y="3303"/>
                    <a:pt x="826" y="3303"/>
                  </a:cubicBezTo>
                  <a:lnTo>
                    <a:pt x="3096" y="3303"/>
                  </a:lnTo>
                  <a:lnTo>
                    <a:pt x="309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89"/>
            <p:cNvSpPr/>
            <p:nvPr/>
          </p:nvSpPr>
          <p:spPr>
            <a:xfrm>
              <a:off x="5717865" y="3932219"/>
              <a:ext cx="81149" cy="86049"/>
            </a:xfrm>
            <a:custGeom>
              <a:rect b="b" l="l" r="r" t="t"/>
              <a:pathLst>
                <a:path extrusionOk="0" h="3284" w="3097">
                  <a:moveTo>
                    <a:pt x="643" y="0"/>
                  </a:moveTo>
                  <a:lnTo>
                    <a:pt x="643" y="0"/>
                  </a:lnTo>
                  <a:cubicBezTo>
                    <a:pt x="264" y="87"/>
                    <a:pt x="0" y="418"/>
                    <a:pt x="0" y="807"/>
                  </a:cubicBezTo>
                  <a:lnTo>
                    <a:pt x="0" y="2458"/>
                  </a:lnTo>
                  <a:cubicBezTo>
                    <a:pt x="0" y="2914"/>
                    <a:pt x="370" y="3284"/>
                    <a:pt x="826" y="3284"/>
                  </a:cubicBezTo>
                  <a:lnTo>
                    <a:pt x="3096" y="3284"/>
                  </a:lnTo>
                  <a:lnTo>
                    <a:pt x="3096" y="2664"/>
                  </a:lnTo>
                  <a:lnTo>
                    <a:pt x="1032" y="2664"/>
                  </a:lnTo>
                  <a:cubicBezTo>
                    <a:pt x="807" y="2664"/>
                    <a:pt x="619" y="2477"/>
                    <a:pt x="619" y="2252"/>
                  </a:cubicBezTo>
                  <a:lnTo>
                    <a:pt x="619" y="183"/>
                  </a:lnTo>
                  <a:cubicBezTo>
                    <a:pt x="619" y="125"/>
                    <a:pt x="629" y="63"/>
                    <a:pt x="643"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89"/>
            <p:cNvSpPr/>
            <p:nvPr/>
          </p:nvSpPr>
          <p:spPr>
            <a:xfrm>
              <a:off x="5798988" y="3839645"/>
              <a:ext cx="135231" cy="270436"/>
            </a:xfrm>
            <a:custGeom>
              <a:rect b="b" l="l" r="r" t="t"/>
              <a:pathLst>
                <a:path extrusionOk="0" h="10321" w="5161">
                  <a:moveTo>
                    <a:pt x="5161" y="0"/>
                  </a:moveTo>
                  <a:cubicBezTo>
                    <a:pt x="5161" y="0"/>
                    <a:pt x="3096" y="3509"/>
                    <a:pt x="0" y="3509"/>
                  </a:cubicBezTo>
                  <a:lnTo>
                    <a:pt x="0" y="6812"/>
                  </a:lnTo>
                  <a:cubicBezTo>
                    <a:pt x="3096" y="6812"/>
                    <a:pt x="5161" y="10321"/>
                    <a:pt x="5161" y="10321"/>
                  </a:cubicBezTo>
                  <a:lnTo>
                    <a:pt x="516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6" name="Google Shape;19726;p89"/>
            <p:cNvSpPr/>
            <p:nvPr/>
          </p:nvSpPr>
          <p:spPr>
            <a:xfrm>
              <a:off x="5798988" y="4002022"/>
              <a:ext cx="135231" cy="108190"/>
            </a:xfrm>
            <a:custGeom>
              <a:rect b="b" l="l" r="r" t="t"/>
              <a:pathLst>
                <a:path extrusionOk="0" h="4129" w="5161">
                  <a:moveTo>
                    <a:pt x="0" y="0"/>
                  </a:moveTo>
                  <a:lnTo>
                    <a:pt x="0" y="620"/>
                  </a:lnTo>
                  <a:cubicBezTo>
                    <a:pt x="3096" y="620"/>
                    <a:pt x="5161" y="4129"/>
                    <a:pt x="5161" y="4129"/>
                  </a:cubicBezTo>
                  <a:lnTo>
                    <a:pt x="5161" y="2890"/>
                  </a:lnTo>
                  <a:cubicBezTo>
                    <a:pt x="5161" y="2890"/>
                    <a:pt x="3096" y="0"/>
                    <a:pt x="0" y="0"/>
                  </a:cubicBezTo>
                  <a:close/>
                </a:path>
              </a:pathLst>
            </a:custGeom>
            <a:solidFill>
              <a:srgbClr val="D1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89"/>
            <p:cNvSpPr/>
            <p:nvPr/>
          </p:nvSpPr>
          <p:spPr>
            <a:xfrm>
              <a:off x="5934193" y="3818002"/>
              <a:ext cx="32491" cy="313854"/>
            </a:xfrm>
            <a:custGeom>
              <a:rect b="b" l="l" r="r" t="t"/>
              <a:pathLst>
                <a:path extrusionOk="0" h="11978" w="1240">
                  <a:moveTo>
                    <a:pt x="1" y="1"/>
                  </a:moveTo>
                  <a:lnTo>
                    <a:pt x="1" y="11977"/>
                  </a:lnTo>
                  <a:lnTo>
                    <a:pt x="1239" y="11977"/>
                  </a:lnTo>
                  <a:lnTo>
                    <a:pt x="1239" y="1"/>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89"/>
            <p:cNvSpPr/>
            <p:nvPr/>
          </p:nvSpPr>
          <p:spPr>
            <a:xfrm>
              <a:off x="5934193" y="4104789"/>
              <a:ext cx="32491" cy="27067"/>
            </a:xfrm>
            <a:custGeom>
              <a:rect b="b" l="l" r="r" t="t"/>
              <a:pathLst>
                <a:path extrusionOk="0" h="1033" w="1240">
                  <a:moveTo>
                    <a:pt x="1" y="0"/>
                  </a:moveTo>
                  <a:lnTo>
                    <a:pt x="1" y="1032"/>
                  </a:lnTo>
                  <a:lnTo>
                    <a:pt x="1239" y="1032"/>
                  </a:lnTo>
                  <a:lnTo>
                    <a:pt x="1239"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89"/>
            <p:cNvSpPr/>
            <p:nvPr/>
          </p:nvSpPr>
          <p:spPr>
            <a:xfrm>
              <a:off x="5755728" y="3931721"/>
              <a:ext cx="43287" cy="86547"/>
            </a:xfrm>
            <a:custGeom>
              <a:rect b="b" l="l" r="r" t="t"/>
              <a:pathLst>
                <a:path extrusionOk="0" h="3303" w="1652">
                  <a:moveTo>
                    <a:pt x="0" y="0"/>
                  </a:moveTo>
                  <a:lnTo>
                    <a:pt x="0" y="3303"/>
                  </a:lnTo>
                  <a:lnTo>
                    <a:pt x="1651" y="3303"/>
                  </a:lnTo>
                  <a:lnTo>
                    <a:pt x="1651" y="0"/>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89"/>
            <p:cNvSpPr/>
            <p:nvPr/>
          </p:nvSpPr>
          <p:spPr>
            <a:xfrm>
              <a:off x="5755728" y="4002022"/>
              <a:ext cx="43287" cy="16246"/>
            </a:xfrm>
            <a:custGeom>
              <a:rect b="b" l="l" r="r" t="t"/>
              <a:pathLst>
                <a:path extrusionOk="0" h="620" w="1652">
                  <a:moveTo>
                    <a:pt x="0" y="0"/>
                  </a:moveTo>
                  <a:lnTo>
                    <a:pt x="0" y="620"/>
                  </a:lnTo>
                  <a:lnTo>
                    <a:pt x="1651" y="620"/>
                  </a:lnTo>
                  <a:lnTo>
                    <a:pt x="1651"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89"/>
            <p:cNvSpPr/>
            <p:nvPr/>
          </p:nvSpPr>
          <p:spPr>
            <a:xfrm>
              <a:off x="5771947" y="4045283"/>
              <a:ext cx="32465" cy="32491"/>
            </a:xfrm>
            <a:custGeom>
              <a:rect b="b" l="l" r="r" t="t"/>
              <a:pathLst>
                <a:path extrusionOk="0" h="1240" w="1239">
                  <a:moveTo>
                    <a:pt x="0" y="1"/>
                  </a:moveTo>
                  <a:lnTo>
                    <a:pt x="0" y="1239"/>
                  </a:lnTo>
                  <a:lnTo>
                    <a:pt x="1239" y="1239"/>
                  </a:lnTo>
                  <a:lnTo>
                    <a:pt x="123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2" name="Google Shape;19732;p89"/>
            <p:cNvSpPr/>
            <p:nvPr/>
          </p:nvSpPr>
          <p:spPr>
            <a:xfrm>
              <a:off x="5755728" y="4018242"/>
              <a:ext cx="43287" cy="81149"/>
            </a:xfrm>
            <a:custGeom>
              <a:rect b="b" l="l" r="r" t="t"/>
              <a:pathLst>
                <a:path extrusionOk="0" h="3097" w="1652">
                  <a:moveTo>
                    <a:pt x="0" y="1"/>
                  </a:moveTo>
                  <a:lnTo>
                    <a:pt x="0" y="3097"/>
                  </a:lnTo>
                  <a:lnTo>
                    <a:pt x="826" y="3097"/>
                  </a:lnTo>
                  <a:lnTo>
                    <a:pt x="165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89"/>
            <p:cNvSpPr/>
            <p:nvPr/>
          </p:nvSpPr>
          <p:spPr>
            <a:xfrm>
              <a:off x="5712834" y="3812971"/>
              <a:ext cx="296848" cy="324046"/>
            </a:xfrm>
            <a:custGeom>
              <a:rect b="b" l="l" r="r" t="t"/>
              <a:pathLst>
                <a:path extrusionOk="0" h="12367" w="11329">
                  <a:moveTo>
                    <a:pt x="9884" y="4950"/>
                  </a:moveTo>
                  <a:cubicBezTo>
                    <a:pt x="10494" y="5041"/>
                    <a:pt x="10940" y="5569"/>
                    <a:pt x="10940" y="6183"/>
                  </a:cubicBezTo>
                  <a:cubicBezTo>
                    <a:pt x="10940" y="6803"/>
                    <a:pt x="10494" y="7326"/>
                    <a:pt x="9884" y="7422"/>
                  </a:cubicBezTo>
                  <a:lnTo>
                    <a:pt x="9884" y="7417"/>
                  </a:lnTo>
                  <a:lnTo>
                    <a:pt x="9884" y="4950"/>
                  </a:lnTo>
                  <a:close/>
                  <a:moveTo>
                    <a:pt x="1445" y="4724"/>
                  </a:moveTo>
                  <a:lnTo>
                    <a:pt x="1445" y="7638"/>
                  </a:lnTo>
                  <a:lnTo>
                    <a:pt x="1018" y="7638"/>
                  </a:lnTo>
                  <a:cubicBezTo>
                    <a:pt x="672" y="7638"/>
                    <a:pt x="389" y="7355"/>
                    <a:pt x="384" y="7009"/>
                  </a:cubicBezTo>
                  <a:lnTo>
                    <a:pt x="389" y="7009"/>
                  </a:lnTo>
                  <a:lnTo>
                    <a:pt x="389" y="5358"/>
                  </a:lnTo>
                  <a:cubicBezTo>
                    <a:pt x="389" y="5007"/>
                    <a:pt x="672" y="4724"/>
                    <a:pt x="1018" y="4724"/>
                  </a:cubicBezTo>
                  <a:close/>
                  <a:moveTo>
                    <a:pt x="3096" y="4724"/>
                  </a:moveTo>
                  <a:lnTo>
                    <a:pt x="3096" y="7638"/>
                  </a:lnTo>
                  <a:lnTo>
                    <a:pt x="1834" y="7638"/>
                  </a:lnTo>
                  <a:lnTo>
                    <a:pt x="1834" y="4724"/>
                  </a:lnTo>
                  <a:close/>
                  <a:moveTo>
                    <a:pt x="3303" y="9059"/>
                  </a:moveTo>
                  <a:lnTo>
                    <a:pt x="3303" y="9908"/>
                  </a:lnTo>
                  <a:lnTo>
                    <a:pt x="2938" y="9908"/>
                  </a:lnTo>
                  <a:lnTo>
                    <a:pt x="3164" y="9059"/>
                  </a:lnTo>
                  <a:close/>
                  <a:moveTo>
                    <a:pt x="3039" y="8027"/>
                  </a:moveTo>
                  <a:lnTo>
                    <a:pt x="2314" y="10739"/>
                  </a:lnTo>
                  <a:lnTo>
                    <a:pt x="1834" y="10739"/>
                  </a:lnTo>
                  <a:lnTo>
                    <a:pt x="1834" y="8027"/>
                  </a:lnTo>
                  <a:close/>
                  <a:moveTo>
                    <a:pt x="9495" y="390"/>
                  </a:moveTo>
                  <a:lnTo>
                    <a:pt x="9495" y="11972"/>
                  </a:lnTo>
                  <a:lnTo>
                    <a:pt x="8645" y="11972"/>
                  </a:lnTo>
                  <a:lnTo>
                    <a:pt x="8645" y="3812"/>
                  </a:lnTo>
                  <a:cubicBezTo>
                    <a:pt x="8638" y="3690"/>
                    <a:pt x="8545" y="3628"/>
                    <a:pt x="8451" y="3628"/>
                  </a:cubicBezTo>
                  <a:cubicBezTo>
                    <a:pt x="8357" y="3628"/>
                    <a:pt x="8264" y="3690"/>
                    <a:pt x="8257" y="3812"/>
                  </a:cubicBezTo>
                  <a:lnTo>
                    <a:pt x="8257" y="10710"/>
                  </a:lnTo>
                  <a:cubicBezTo>
                    <a:pt x="7930" y="10259"/>
                    <a:pt x="7565" y="9836"/>
                    <a:pt x="7167" y="9448"/>
                  </a:cubicBezTo>
                  <a:cubicBezTo>
                    <a:pt x="6672" y="8958"/>
                    <a:pt x="6106" y="8540"/>
                    <a:pt x="5492" y="8209"/>
                  </a:cubicBezTo>
                  <a:cubicBezTo>
                    <a:pt x="4872" y="7873"/>
                    <a:pt x="4186" y="7681"/>
                    <a:pt x="3485" y="7643"/>
                  </a:cubicBezTo>
                  <a:lnTo>
                    <a:pt x="3485" y="4719"/>
                  </a:lnTo>
                  <a:cubicBezTo>
                    <a:pt x="4186" y="4681"/>
                    <a:pt x="4872" y="4489"/>
                    <a:pt x="5492" y="4153"/>
                  </a:cubicBezTo>
                  <a:cubicBezTo>
                    <a:pt x="6106" y="3822"/>
                    <a:pt x="6672" y="3404"/>
                    <a:pt x="7167" y="2914"/>
                  </a:cubicBezTo>
                  <a:cubicBezTo>
                    <a:pt x="7565" y="2526"/>
                    <a:pt x="7930" y="2103"/>
                    <a:pt x="8257" y="1657"/>
                  </a:cubicBezTo>
                  <a:lnTo>
                    <a:pt x="8257" y="2886"/>
                  </a:lnTo>
                  <a:cubicBezTo>
                    <a:pt x="8264" y="3008"/>
                    <a:pt x="8357" y="3069"/>
                    <a:pt x="8451" y="3069"/>
                  </a:cubicBezTo>
                  <a:cubicBezTo>
                    <a:pt x="8545" y="3069"/>
                    <a:pt x="8638" y="3008"/>
                    <a:pt x="8645" y="2886"/>
                  </a:cubicBezTo>
                  <a:lnTo>
                    <a:pt x="8645" y="390"/>
                  </a:lnTo>
                  <a:close/>
                  <a:moveTo>
                    <a:pt x="8453" y="1"/>
                  </a:moveTo>
                  <a:cubicBezTo>
                    <a:pt x="8343" y="1"/>
                    <a:pt x="8257" y="87"/>
                    <a:pt x="8257" y="193"/>
                  </a:cubicBezTo>
                  <a:lnTo>
                    <a:pt x="8257" y="966"/>
                  </a:lnTo>
                  <a:cubicBezTo>
                    <a:pt x="7868" y="1575"/>
                    <a:pt x="7407" y="2142"/>
                    <a:pt x="6889" y="2646"/>
                  </a:cubicBezTo>
                  <a:cubicBezTo>
                    <a:pt x="6092" y="3418"/>
                    <a:pt x="4820" y="4340"/>
                    <a:pt x="3288" y="4340"/>
                  </a:cubicBezTo>
                  <a:lnTo>
                    <a:pt x="1018" y="4340"/>
                  </a:lnTo>
                  <a:cubicBezTo>
                    <a:pt x="456" y="4340"/>
                    <a:pt x="0" y="4796"/>
                    <a:pt x="0" y="5358"/>
                  </a:cubicBezTo>
                  <a:lnTo>
                    <a:pt x="0" y="7009"/>
                  </a:lnTo>
                  <a:cubicBezTo>
                    <a:pt x="0" y="7575"/>
                    <a:pt x="456" y="8031"/>
                    <a:pt x="1018" y="8031"/>
                  </a:cubicBezTo>
                  <a:lnTo>
                    <a:pt x="1445" y="8031"/>
                  </a:lnTo>
                  <a:lnTo>
                    <a:pt x="1445" y="10936"/>
                  </a:lnTo>
                  <a:cubicBezTo>
                    <a:pt x="1445" y="11041"/>
                    <a:pt x="1531" y="11128"/>
                    <a:pt x="1637" y="11128"/>
                  </a:cubicBezTo>
                  <a:lnTo>
                    <a:pt x="2463" y="11128"/>
                  </a:lnTo>
                  <a:cubicBezTo>
                    <a:pt x="2554" y="11128"/>
                    <a:pt x="2631" y="11070"/>
                    <a:pt x="2650" y="10984"/>
                  </a:cubicBezTo>
                  <a:lnTo>
                    <a:pt x="2832" y="10302"/>
                  </a:lnTo>
                  <a:lnTo>
                    <a:pt x="3495" y="10302"/>
                  </a:lnTo>
                  <a:cubicBezTo>
                    <a:pt x="3600" y="10302"/>
                    <a:pt x="3687" y="10216"/>
                    <a:pt x="3687" y="10110"/>
                  </a:cubicBezTo>
                  <a:lnTo>
                    <a:pt x="3687" y="8867"/>
                  </a:lnTo>
                  <a:cubicBezTo>
                    <a:pt x="3687" y="8756"/>
                    <a:pt x="3600" y="8670"/>
                    <a:pt x="3495" y="8670"/>
                  </a:cubicBezTo>
                  <a:lnTo>
                    <a:pt x="3264" y="8670"/>
                  </a:lnTo>
                  <a:lnTo>
                    <a:pt x="3437" y="8031"/>
                  </a:lnTo>
                  <a:cubicBezTo>
                    <a:pt x="4901" y="8084"/>
                    <a:pt x="6116" y="8972"/>
                    <a:pt x="6889" y="9721"/>
                  </a:cubicBezTo>
                  <a:cubicBezTo>
                    <a:pt x="7407" y="10225"/>
                    <a:pt x="7868" y="10792"/>
                    <a:pt x="8257" y="11401"/>
                  </a:cubicBezTo>
                  <a:lnTo>
                    <a:pt x="8257" y="12169"/>
                  </a:lnTo>
                  <a:cubicBezTo>
                    <a:pt x="8257" y="12280"/>
                    <a:pt x="8343" y="12366"/>
                    <a:pt x="8449" y="12366"/>
                  </a:cubicBezTo>
                  <a:lnTo>
                    <a:pt x="9687" y="12366"/>
                  </a:lnTo>
                  <a:cubicBezTo>
                    <a:pt x="9797" y="12366"/>
                    <a:pt x="9884" y="12280"/>
                    <a:pt x="9884" y="12169"/>
                  </a:cubicBezTo>
                  <a:lnTo>
                    <a:pt x="9884" y="7811"/>
                  </a:lnTo>
                  <a:cubicBezTo>
                    <a:pt x="10710" y="7715"/>
                    <a:pt x="11329" y="7014"/>
                    <a:pt x="11329" y="6183"/>
                  </a:cubicBezTo>
                  <a:cubicBezTo>
                    <a:pt x="11329" y="5353"/>
                    <a:pt x="10710" y="4652"/>
                    <a:pt x="9884" y="4556"/>
                  </a:cubicBezTo>
                  <a:lnTo>
                    <a:pt x="9884" y="193"/>
                  </a:lnTo>
                  <a:cubicBezTo>
                    <a:pt x="9884" y="87"/>
                    <a:pt x="9797" y="1"/>
                    <a:pt x="9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89"/>
            <p:cNvSpPr/>
            <p:nvPr/>
          </p:nvSpPr>
          <p:spPr>
            <a:xfrm>
              <a:off x="6030042" y="3969819"/>
              <a:ext cx="30342" cy="10219"/>
            </a:xfrm>
            <a:custGeom>
              <a:rect b="b" l="l" r="r" t="t"/>
              <a:pathLst>
                <a:path extrusionOk="0" h="390" w="1158">
                  <a:moveTo>
                    <a:pt x="256" y="0"/>
                  </a:moveTo>
                  <a:cubicBezTo>
                    <a:pt x="0" y="0"/>
                    <a:pt x="0" y="390"/>
                    <a:pt x="256" y="390"/>
                  </a:cubicBezTo>
                  <a:cubicBezTo>
                    <a:pt x="260" y="390"/>
                    <a:pt x="265" y="390"/>
                    <a:pt x="269" y="389"/>
                  </a:cubicBezTo>
                  <a:lnTo>
                    <a:pt x="888" y="389"/>
                  </a:lnTo>
                  <a:cubicBezTo>
                    <a:pt x="893" y="390"/>
                    <a:pt x="898" y="390"/>
                    <a:pt x="902" y="390"/>
                  </a:cubicBezTo>
                  <a:cubicBezTo>
                    <a:pt x="1157" y="390"/>
                    <a:pt x="1157" y="0"/>
                    <a:pt x="902" y="0"/>
                  </a:cubicBezTo>
                  <a:cubicBezTo>
                    <a:pt x="898" y="0"/>
                    <a:pt x="893" y="0"/>
                    <a:pt x="888" y="1"/>
                  </a:cubicBezTo>
                  <a:lnTo>
                    <a:pt x="269" y="1"/>
                  </a:lnTo>
                  <a:cubicBezTo>
                    <a:pt x="265" y="0"/>
                    <a:pt x="260" y="0"/>
                    <a:pt x="2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89"/>
            <p:cNvSpPr/>
            <p:nvPr/>
          </p:nvSpPr>
          <p:spPr>
            <a:xfrm>
              <a:off x="6009787" y="3908820"/>
              <a:ext cx="24997" cy="21538"/>
            </a:xfrm>
            <a:custGeom>
              <a:rect b="b" l="l" r="r" t="t"/>
              <a:pathLst>
                <a:path extrusionOk="0" h="822" w="954">
                  <a:moveTo>
                    <a:pt x="685" y="1"/>
                  </a:moveTo>
                  <a:cubicBezTo>
                    <a:pt x="643" y="1"/>
                    <a:pt x="598" y="17"/>
                    <a:pt x="557" y="53"/>
                  </a:cubicBezTo>
                  <a:lnTo>
                    <a:pt x="116" y="490"/>
                  </a:lnTo>
                  <a:cubicBezTo>
                    <a:pt x="1" y="610"/>
                    <a:pt x="82" y="817"/>
                    <a:pt x="255" y="821"/>
                  </a:cubicBezTo>
                  <a:cubicBezTo>
                    <a:pt x="308" y="821"/>
                    <a:pt x="356" y="797"/>
                    <a:pt x="389" y="764"/>
                  </a:cubicBezTo>
                  <a:lnTo>
                    <a:pt x="831" y="327"/>
                  </a:lnTo>
                  <a:cubicBezTo>
                    <a:pt x="954" y="186"/>
                    <a:pt x="831" y="1"/>
                    <a:pt x="6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6" name="Google Shape;19736;p89"/>
            <p:cNvSpPr/>
            <p:nvPr/>
          </p:nvSpPr>
          <p:spPr>
            <a:xfrm>
              <a:off x="6009604" y="4019761"/>
              <a:ext cx="25207" cy="21329"/>
            </a:xfrm>
            <a:custGeom>
              <a:rect b="b" l="l" r="r" t="t"/>
              <a:pathLst>
                <a:path extrusionOk="0" h="814" w="962">
                  <a:moveTo>
                    <a:pt x="268" y="1"/>
                  </a:moveTo>
                  <a:cubicBezTo>
                    <a:pt x="122" y="1"/>
                    <a:pt x="0" y="185"/>
                    <a:pt x="123" y="327"/>
                  </a:cubicBezTo>
                  <a:lnTo>
                    <a:pt x="564" y="764"/>
                  </a:lnTo>
                  <a:cubicBezTo>
                    <a:pt x="605" y="799"/>
                    <a:pt x="649" y="814"/>
                    <a:pt x="691" y="814"/>
                  </a:cubicBezTo>
                  <a:cubicBezTo>
                    <a:pt x="838" y="814"/>
                    <a:pt x="961" y="632"/>
                    <a:pt x="838" y="490"/>
                  </a:cubicBezTo>
                  <a:lnTo>
                    <a:pt x="396" y="53"/>
                  </a:lnTo>
                  <a:cubicBezTo>
                    <a:pt x="355" y="16"/>
                    <a:pt x="311" y="1"/>
                    <a:pt x="2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37" name="Google Shape;19737;p89"/>
          <p:cNvGrpSpPr/>
          <p:nvPr/>
        </p:nvGrpSpPr>
        <p:grpSpPr>
          <a:xfrm>
            <a:off x="6181466" y="3859140"/>
            <a:ext cx="347943" cy="231709"/>
            <a:chOff x="6181466" y="3859140"/>
            <a:chExt cx="347943" cy="231709"/>
          </a:xfrm>
        </p:grpSpPr>
        <p:sp>
          <p:nvSpPr>
            <p:cNvPr id="19738" name="Google Shape;19738;p89"/>
            <p:cNvSpPr/>
            <p:nvPr/>
          </p:nvSpPr>
          <p:spPr>
            <a:xfrm>
              <a:off x="6186890" y="3864538"/>
              <a:ext cx="337121" cy="220782"/>
            </a:xfrm>
            <a:custGeom>
              <a:rect b="b" l="l" r="r" t="t"/>
              <a:pathLst>
                <a:path extrusionOk="0" h="8426" w="12866">
                  <a:moveTo>
                    <a:pt x="447" y="1"/>
                  </a:moveTo>
                  <a:cubicBezTo>
                    <a:pt x="202" y="1"/>
                    <a:pt x="0" y="198"/>
                    <a:pt x="0" y="442"/>
                  </a:cubicBezTo>
                  <a:lnTo>
                    <a:pt x="0" y="7984"/>
                  </a:lnTo>
                  <a:cubicBezTo>
                    <a:pt x="0" y="8228"/>
                    <a:pt x="202" y="8425"/>
                    <a:pt x="447" y="8425"/>
                  </a:cubicBezTo>
                  <a:lnTo>
                    <a:pt x="12419" y="8425"/>
                  </a:lnTo>
                  <a:cubicBezTo>
                    <a:pt x="12663" y="8425"/>
                    <a:pt x="12865" y="8228"/>
                    <a:pt x="12865" y="7984"/>
                  </a:cubicBezTo>
                  <a:lnTo>
                    <a:pt x="12865" y="442"/>
                  </a:lnTo>
                  <a:cubicBezTo>
                    <a:pt x="12865" y="198"/>
                    <a:pt x="12663" y="1"/>
                    <a:pt x="12419" y="1"/>
                  </a:cubicBezTo>
                  <a:close/>
                </a:path>
              </a:pathLst>
            </a:custGeom>
            <a:solidFill>
              <a:srgbClr val="DCE3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89"/>
            <p:cNvSpPr/>
            <p:nvPr/>
          </p:nvSpPr>
          <p:spPr>
            <a:xfrm>
              <a:off x="6221713" y="3887806"/>
              <a:ext cx="267449" cy="174351"/>
            </a:xfrm>
            <a:custGeom>
              <a:rect b="b" l="l" r="r" t="t"/>
              <a:pathLst>
                <a:path extrusionOk="0" h="6654" w="10207">
                  <a:moveTo>
                    <a:pt x="1" y="1"/>
                  </a:moveTo>
                  <a:lnTo>
                    <a:pt x="1" y="6654"/>
                  </a:lnTo>
                  <a:lnTo>
                    <a:pt x="10206" y="6654"/>
                  </a:lnTo>
                  <a:lnTo>
                    <a:pt x="10206" y="1"/>
                  </a:ln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89"/>
            <p:cNvSpPr/>
            <p:nvPr/>
          </p:nvSpPr>
          <p:spPr>
            <a:xfrm>
              <a:off x="6297307" y="3910969"/>
              <a:ext cx="116260" cy="93097"/>
            </a:xfrm>
            <a:custGeom>
              <a:rect b="b" l="l" r="r" t="t"/>
              <a:pathLst>
                <a:path extrusionOk="0" h="3553" w="4437">
                  <a:moveTo>
                    <a:pt x="1775" y="1026"/>
                  </a:moveTo>
                  <a:cubicBezTo>
                    <a:pt x="1807" y="1026"/>
                    <a:pt x="1841" y="1034"/>
                    <a:pt x="1873" y="1051"/>
                  </a:cubicBezTo>
                  <a:lnTo>
                    <a:pt x="2934" y="1579"/>
                  </a:lnTo>
                  <a:cubicBezTo>
                    <a:pt x="3097" y="1656"/>
                    <a:pt x="3097" y="1891"/>
                    <a:pt x="2934" y="1973"/>
                  </a:cubicBezTo>
                  <a:lnTo>
                    <a:pt x="1873" y="2501"/>
                  </a:lnTo>
                  <a:cubicBezTo>
                    <a:pt x="1841" y="2518"/>
                    <a:pt x="1807" y="2526"/>
                    <a:pt x="1775" y="2526"/>
                  </a:cubicBezTo>
                  <a:cubicBezTo>
                    <a:pt x="1661" y="2526"/>
                    <a:pt x="1556" y="2431"/>
                    <a:pt x="1556" y="2304"/>
                  </a:cubicBezTo>
                  <a:lnTo>
                    <a:pt x="1556" y="1248"/>
                  </a:lnTo>
                  <a:cubicBezTo>
                    <a:pt x="1556" y="1121"/>
                    <a:pt x="1661" y="1026"/>
                    <a:pt x="1775" y="1026"/>
                  </a:cubicBezTo>
                  <a:close/>
                  <a:moveTo>
                    <a:pt x="889" y="0"/>
                  </a:moveTo>
                  <a:cubicBezTo>
                    <a:pt x="399" y="0"/>
                    <a:pt x="1" y="399"/>
                    <a:pt x="1" y="888"/>
                  </a:cubicBezTo>
                  <a:lnTo>
                    <a:pt x="1" y="2664"/>
                  </a:lnTo>
                  <a:cubicBezTo>
                    <a:pt x="1" y="3154"/>
                    <a:pt x="399" y="3552"/>
                    <a:pt x="889" y="3552"/>
                  </a:cubicBezTo>
                  <a:lnTo>
                    <a:pt x="3548" y="3552"/>
                  </a:lnTo>
                  <a:cubicBezTo>
                    <a:pt x="4038" y="3552"/>
                    <a:pt x="4436" y="3154"/>
                    <a:pt x="4436" y="2664"/>
                  </a:cubicBezTo>
                  <a:lnTo>
                    <a:pt x="4436" y="888"/>
                  </a:lnTo>
                  <a:cubicBezTo>
                    <a:pt x="4436" y="399"/>
                    <a:pt x="4038" y="0"/>
                    <a:pt x="3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1" name="Google Shape;19741;p89"/>
            <p:cNvSpPr/>
            <p:nvPr/>
          </p:nvSpPr>
          <p:spPr>
            <a:xfrm>
              <a:off x="6279830" y="4021386"/>
              <a:ext cx="23294" cy="23294"/>
            </a:xfrm>
            <a:custGeom>
              <a:rect b="b" l="l" r="r" t="t"/>
              <a:pathLst>
                <a:path extrusionOk="0" h="889" w="889">
                  <a:moveTo>
                    <a:pt x="447" y="1"/>
                  </a:moveTo>
                  <a:cubicBezTo>
                    <a:pt x="202" y="1"/>
                    <a:pt x="1" y="202"/>
                    <a:pt x="1" y="447"/>
                  </a:cubicBezTo>
                  <a:cubicBezTo>
                    <a:pt x="1" y="692"/>
                    <a:pt x="202" y="889"/>
                    <a:pt x="447" y="889"/>
                  </a:cubicBezTo>
                  <a:cubicBezTo>
                    <a:pt x="692" y="889"/>
                    <a:pt x="889" y="692"/>
                    <a:pt x="889" y="447"/>
                  </a:cubicBezTo>
                  <a:cubicBezTo>
                    <a:pt x="889" y="202"/>
                    <a:pt x="692" y="1"/>
                    <a:pt x="4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89"/>
            <p:cNvSpPr/>
            <p:nvPr/>
          </p:nvSpPr>
          <p:spPr>
            <a:xfrm>
              <a:off x="6181466" y="3859140"/>
              <a:ext cx="347943" cy="231709"/>
            </a:xfrm>
            <a:custGeom>
              <a:rect b="b" l="l" r="r" t="t"/>
              <a:pathLst>
                <a:path extrusionOk="0" h="8843" w="13279">
                  <a:moveTo>
                    <a:pt x="12626" y="413"/>
                  </a:moveTo>
                  <a:cubicBezTo>
                    <a:pt x="12755" y="413"/>
                    <a:pt x="12861" y="519"/>
                    <a:pt x="12861" y="648"/>
                  </a:cubicBezTo>
                  <a:lnTo>
                    <a:pt x="12861" y="8190"/>
                  </a:lnTo>
                  <a:cubicBezTo>
                    <a:pt x="12861" y="8319"/>
                    <a:pt x="12755" y="8425"/>
                    <a:pt x="12626" y="8425"/>
                  </a:cubicBezTo>
                  <a:lnTo>
                    <a:pt x="654" y="8425"/>
                  </a:lnTo>
                  <a:cubicBezTo>
                    <a:pt x="519" y="8425"/>
                    <a:pt x="419" y="8319"/>
                    <a:pt x="419" y="8190"/>
                  </a:cubicBezTo>
                  <a:lnTo>
                    <a:pt x="419" y="648"/>
                  </a:lnTo>
                  <a:cubicBezTo>
                    <a:pt x="419" y="519"/>
                    <a:pt x="519" y="413"/>
                    <a:pt x="654" y="413"/>
                  </a:cubicBezTo>
                  <a:close/>
                  <a:moveTo>
                    <a:pt x="654" y="0"/>
                  </a:moveTo>
                  <a:cubicBezTo>
                    <a:pt x="294" y="0"/>
                    <a:pt x="1" y="288"/>
                    <a:pt x="1" y="648"/>
                  </a:cubicBezTo>
                  <a:lnTo>
                    <a:pt x="1" y="8190"/>
                  </a:lnTo>
                  <a:cubicBezTo>
                    <a:pt x="1" y="8550"/>
                    <a:pt x="294" y="8842"/>
                    <a:pt x="654" y="8842"/>
                  </a:cubicBezTo>
                  <a:lnTo>
                    <a:pt x="12626" y="8842"/>
                  </a:lnTo>
                  <a:cubicBezTo>
                    <a:pt x="12986" y="8842"/>
                    <a:pt x="13278" y="8550"/>
                    <a:pt x="13278" y="8190"/>
                  </a:cubicBezTo>
                  <a:lnTo>
                    <a:pt x="13278" y="648"/>
                  </a:lnTo>
                  <a:cubicBezTo>
                    <a:pt x="13278" y="288"/>
                    <a:pt x="12986" y="0"/>
                    <a:pt x="126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89"/>
            <p:cNvSpPr/>
            <p:nvPr/>
          </p:nvSpPr>
          <p:spPr>
            <a:xfrm>
              <a:off x="6216315" y="3882277"/>
              <a:ext cx="278244" cy="185304"/>
            </a:xfrm>
            <a:custGeom>
              <a:rect b="b" l="l" r="r" t="t"/>
              <a:pathLst>
                <a:path extrusionOk="0" h="7072" w="10619">
                  <a:moveTo>
                    <a:pt x="10201" y="418"/>
                  </a:moveTo>
                  <a:lnTo>
                    <a:pt x="10201" y="6654"/>
                  </a:lnTo>
                  <a:lnTo>
                    <a:pt x="418" y="6654"/>
                  </a:lnTo>
                  <a:lnTo>
                    <a:pt x="418" y="418"/>
                  </a:lnTo>
                  <a:close/>
                  <a:moveTo>
                    <a:pt x="212" y="1"/>
                  </a:moveTo>
                  <a:cubicBezTo>
                    <a:pt x="97" y="1"/>
                    <a:pt x="1" y="97"/>
                    <a:pt x="1" y="212"/>
                  </a:cubicBezTo>
                  <a:lnTo>
                    <a:pt x="1" y="6865"/>
                  </a:lnTo>
                  <a:cubicBezTo>
                    <a:pt x="1" y="6975"/>
                    <a:pt x="97" y="7071"/>
                    <a:pt x="212" y="7071"/>
                  </a:cubicBezTo>
                  <a:lnTo>
                    <a:pt x="10412" y="7071"/>
                  </a:lnTo>
                  <a:cubicBezTo>
                    <a:pt x="10523" y="7071"/>
                    <a:pt x="10619" y="6975"/>
                    <a:pt x="10619" y="6865"/>
                  </a:cubicBezTo>
                  <a:lnTo>
                    <a:pt x="10619" y="212"/>
                  </a:lnTo>
                  <a:cubicBezTo>
                    <a:pt x="10619" y="97"/>
                    <a:pt x="10523" y="1"/>
                    <a:pt x="104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89"/>
            <p:cNvSpPr/>
            <p:nvPr/>
          </p:nvSpPr>
          <p:spPr>
            <a:xfrm>
              <a:off x="6198838" y="3963662"/>
              <a:ext cx="10953" cy="22508"/>
            </a:xfrm>
            <a:custGeom>
              <a:rect b="b" l="l" r="r" t="t"/>
              <a:pathLst>
                <a:path extrusionOk="0" h="859" w="418">
                  <a:moveTo>
                    <a:pt x="212" y="0"/>
                  </a:moveTo>
                  <a:cubicBezTo>
                    <a:pt x="96" y="0"/>
                    <a:pt x="0" y="96"/>
                    <a:pt x="0" y="207"/>
                  </a:cubicBezTo>
                  <a:lnTo>
                    <a:pt x="0" y="653"/>
                  </a:lnTo>
                  <a:cubicBezTo>
                    <a:pt x="0" y="790"/>
                    <a:pt x="105" y="858"/>
                    <a:pt x="209" y="858"/>
                  </a:cubicBezTo>
                  <a:cubicBezTo>
                    <a:pt x="314" y="858"/>
                    <a:pt x="418" y="790"/>
                    <a:pt x="418" y="653"/>
                  </a:cubicBezTo>
                  <a:lnTo>
                    <a:pt x="418" y="207"/>
                  </a:lnTo>
                  <a:cubicBezTo>
                    <a:pt x="418" y="92"/>
                    <a:pt x="322" y="0"/>
                    <a:pt x="2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89"/>
            <p:cNvSpPr/>
            <p:nvPr/>
          </p:nvSpPr>
          <p:spPr>
            <a:xfrm>
              <a:off x="6501084" y="3957871"/>
              <a:ext cx="10953" cy="34220"/>
            </a:xfrm>
            <a:custGeom>
              <a:rect b="b" l="l" r="r" t="t"/>
              <a:pathLst>
                <a:path extrusionOk="0" h="1306" w="418">
                  <a:moveTo>
                    <a:pt x="207" y="1"/>
                  </a:moveTo>
                  <a:cubicBezTo>
                    <a:pt x="92" y="1"/>
                    <a:pt x="0" y="92"/>
                    <a:pt x="0" y="207"/>
                  </a:cubicBezTo>
                  <a:lnTo>
                    <a:pt x="0" y="1100"/>
                  </a:lnTo>
                  <a:cubicBezTo>
                    <a:pt x="0" y="1237"/>
                    <a:pt x="105" y="1305"/>
                    <a:pt x="209" y="1305"/>
                  </a:cubicBezTo>
                  <a:cubicBezTo>
                    <a:pt x="314" y="1305"/>
                    <a:pt x="418" y="1237"/>
                    <a:pt x="418" y="1100"/>
                  </a:cubicBezTo>
                  <a:lnTo>
                    <a:pt x="418" y="212"/>
                  </a:lnTo>
                  <a:cubicBezTo>
                    <a:pt x="418" y="97"/>
                    <a:pt x="322"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89"/>
            <p:cNvSpPr/>
            <p:nvPr/>
          </p:nvSpPr>
          <p:spPr>
            <a:xfrm>
              <a:off x="6499328" y="3882277"/>
              <a:ext cx="12708" cy="11031"/>
            </a:xfrm>
            <a:custGeom>
              <a:rect b="b" l="l" r="r" t="t"/>
              <a:pathLst>
                <a:path extrusionOk="0" h="421" w="485">
                  <a:moveTo>
                    <a:pt x="274" y="1"/>
                  </a:moveTo>
                  <a:cubicBezTo>
                    <a:pt x="275" y="1"/>
                    <a:pt x="276" y="1"/>
                    <a:pt x="277" y="1"/>
                  </a:cubicBezTo>
                  <a:lnTo>
                    <a:pt x="277" y="1"/>
                  </a:lnTo>
                  <a:cubicBezTo>
                    <a:pt x="278" y="1"/>
                    <a:pt x="278" y="1"/>
                    <a:pt x="279" y="1"/>
                  </a:cubicBezTo>
                  <a:close/>
                  <a:moveTo>
                    <a:pt x="277" y="1"/>
                  </a:moveTo>
                  <a:cubicBezTo>
                    <a:pt x="91" y="6"/>
                    <a:pt x="0" y="227"/>
                    <a:pt x="130" y="361"/>
                  </a:cubicBezTo>
                  <a:cubicBezTo>
                    <a:pt x="173" y="402"/>
                    <a:pt x="224" y="420"/>
                    <a:pt x="275" y="420"/>
                  </a:cubicBezTo>
                  <a:cubicBezTo>
                    <a:pt x="382" y="420"/>
                    <a:pt x="485" y="336"/>
                    <a:pt x="485" y="212"/>
                  </a:cubicBezTo>
                  <a:cubicBezTo>
                    <a:pt x="485" y="93"/>
                    <a:pt x="391" y="3"/>
                    <a:pt x="2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89"/>
            <p:cNvSpPr/>
            <p:nvPr/>
          </p:nvSpPr>
          <p:spPr>
            <a:xfrm>
              <a:off x="6198838" y="3934603"/>
              <a:ext cx="10953" cy="16717"/>
            </a:xfrm>
            <a:custGeom>
              <a:rect b="b" l="l" r="r" t="t"/>
              <a:pathLst>
                <a:path extrusionOk="0" h="638" w="418">
                  <a:moveTo>
                    <a:pt x="212" y="1"/>
                  </a:moveTo>
                  <a:cubicBezTo>
                    <a:pt x="96" y="1"/>
                    <a:pt x="0" y="97"/>
                    <a:pt x="0" y="207"/>
                  </a:cubicBezTo>
                  <a:lnTo>
                    <a:pt x="0" y="433"/>
                  </a:lnTo>
                  <a:cubicBezTo>
                    <a:pt x="0" y="569"/>
                    <a:pt x="105" y="638"/>
                    <a:pt x="209" y="638"/>
                  </a:cubicBezTo>
                  <a:cubicBezTo>
                    <a:pt x="314" y="638"/>
                    <a:pt x="418" y="569"/>
                    <a:pt x="418" y="433"/>
                  </a:cubicBezTo>
                  <a:lnTo>
                    <a:pt x="418" y="207"/>
                  </a:lnTo>
                  <a:cubicBezTo>
                    <a:pt x="418" y="92"/>
                    <a:pt x="322"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8" name="Google Shape;19748;p89"/>
            <p:cNvSpPr/>
            <p:nvPr/>
          </p:nvSpPr>
          <p:spPr>
            <a:xfrm>
              <a:off x="6198838" y="3998511"/>
              <a:ext cx="10953" cy="16717"/>
            </a:xfrm>
            <a:custGeom>
              <a:rect b="b" l="l" r="r" t="t"/>
              <a:pathLst>
                <a:path extrusionOk="0" h="638" w="418">
                  <a:moveTo>
                    <a:pt x="212" y="0"/>
                  </a:moveTo>
                  <a:cubicBezTo>
                    <a:pt x="96" y="0"/>
                    <a:pt x="0" y="96"/>
                    <a:pt x="0" y="211"/>
                  </a:cubicBezTo>
                  <a:lnTo>
                    <a:pt x="0" y="432"/>
                  </a:lnTo>
                  <a:cubicBezTo>
                    <a:pt x="0" y="569"/>
                    <a:pt x="105" y="637"/>
                    <a:pt x="209" y="637"/>
                  </a:cubicBezTo>
                  <a:cubicBezTo>
                    <a:pt x="314" y="637"/>
                    <a:pt x="418" y="569"/>
                    <a:pt x="418" y="432"/>
                  </a:cubicBezTo>
                  <a:lnTo>
                    <a:pt x="418" y="206"/>
                  </a:lnTo>
                  <a:cubicBezTo>
                    <a:pt x="418" y="91"/>
                    <a:pt x="322" y="0"/>
                    <a:pt x="2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9" name="Google Shape;19749;p89"/>
            <p:cNvSpPr/>
            <p:nvPr/>
          </p:nvSpPr>
          <p:spPr>
            <a:xfrm>
              <a:off x="6237827" y="4015962"/>
              <a:ext cx="235220" cy="34168"/>
            </a:xfrm>
            <a:custGeom>
              <a:rect b="b" l="l" r="r" t="t"/>
              <a:pathLst>
                <a:path extrusionOk="0" h="1304" w="8977">
                  <a:moveTo>
                    <a:pt x="2050" y="419"/>
                  </a:moveTo>
                  <a:cubicBezTo>
                    <a:pt x="2261" y="419"/>
                    <a:pt x="2367" y="673"/>
                    <a:pt x="2218" y="817"/>
                  </a:cubicBezTo>
                  <a:cubicBezTo>
                    <a:pt x="2169" y="866"/>
                    <a:pt x="2109" y="888"/>
                    <a:pt x="2050" y="888"/>
                  </a:cubicBezTo>
                  <a:cubicBezTo>
                    <a:pt x="1930" y="888"/>
                    <a:pt x="1815" y="796"/>
                    <a:pt x="1815" y="654"/>
                  </a:cubicBezTo>
                  <a:cubicBezTo>
                    <a:pt x="1815" y="525"/>
                    <a:pt x="1921" y="419"/>
                    <a:pt x="2050" y="419"/>
                  </a:cubicBezTo>
                  <a:close/>
                  <a:moveTo>
                    <a:pt x="2050" y="0"/>
                  </a:moveTo>
                  <a:cubicBezTo>
                    <a:pt x="1791" y="0"/>
                    <a:pt x="1532" y="148"/>
                    <a:pt x="1431" y="443"/>
                  </a:cubicBezTo>
                  <a:lnTo>
                    <a:pt x="274" y="443"/>
                  </a:lnTo>
                  <a:cubicBezTo>
                    <a:pt x="0" y="443"/>
                    <a:pt x="0" y="861"/>
                    <a:pt x="274" y="861"/>
                  </a:cubicBezTo>
                  <a:lnTo>
                    <a:pt x="1431" y="861"/>
                  </a:lnTo>
                  <a:cubicBezTo>
                    <a:pt x="1532" y="1156"/>
                    <a:pt x="1791" y="1303"/>
                    <a:pt x="2050" y="1303"/>
                  </a:cubicBezTo>
                  <a:cubicBezTo>
                    <a:pt x="2308" y="1303"/>
                    <a:pt x="2566" y="1156"/>
                    <a:pt x="2665" y="861"/>
                  </a:cubicBezTo>
                  <a:lnTo>
                    <a:pt x="8703" y="861"/>
                  </a:lnTo>
                  <a:cubicBezTo>
                    <a:pt x="8977" y="861"/>
                    <a:pt x="8977" y="443"/>
                    <a:pt x="8703" y="443"/>
                  </a:cubicBezTo>
                  <a:lnTo>
                    <a:pt x="2665" y="443"/>
                  </a:lnTo>
                  <a:cubicBezTo>
                    <a:pt x="2566" y="148"/>
                    <a:pt x="2308" y="0"/>
                    <a:pt x="20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0" name="Google Shape;19750;p89"/>
            <p:cNvSpPr/>
            <p:nvPr/>
          </p:nvSpPr>
          <p:spPr>
            <a:xfrm>
              <a:off x="6332654" y="3932402"/>
              <a:ext cx="52353" cy="50230"/>
            </a:xfrm>
            <a:custGeom>
              <a:rect b="b" l="l" r="r" t="t"/>
              <a:pathLst>
                <a:path extrusionOk="0" h="1917" w="1998">
                  <a:moveTo>
                    <a:pt x="430" y="417"/>
                  </a:moveTo>
                  <a:cubicBezTo>
                    <a:pt x="432" y="417"/>
                    <a:pt x="433" y="418"/>
                    <a:pt x="433" y="421"/>
                  </a:cubicBezTo>
                  <a:lnTo>
                    <a:pt x="1489" y="949"/>
                  </a:lnTo>
                  <a:cubicBezTo>
                    <a:pt x="1499" y="953"/>
                    <a:pt x="1499" y="968"/>
                    <a:pt x="1489" y="973"/>
                  </a:cubicBezTo>
                  <a:lnTo>
                    <a:pt x="433" y="1501"/>
                  </a:lnTo>
                  <a:cubicBezTo>
                    <a:pt x="431" y="1501"/>
                    <a:pt x="429" y="1502"/>
                    <a:pt x="428" y="1502"/>
                  </a:cubicBezTo>
                  <a:cubicBezTo>
                    <a:pt x="420" y="1502"/>
                    <a:pt x="414" y="1494"/>
                    <a:pt x="414" y="1486"/>
                  </a:cubicBezTo>
                  <a:lnTo>
                    <a:pt x="414" y="430"/>
                  </a:lnTo>
                  <a:cubicBezTo>
                    <a:pt x="414" y="425"/>
                    <a:pt x="418" y="421"/>
                    <a:pt x="423" y="421"/>
                  </a:cubicBezTo>
                  <a:cubicBezTo>
                    <a:pt x="423" y="418"/>
                    <a:pt x="424" y="417"/>
                    <a:pt x="426" y="417"/>
                  </a:cubicBezTo>
                  <a:cubicBezTo>
                    <a:pt x="427" y="417"/>
                    <a:pt x="428" y="418"/>
                    <a:pt x="428" y="421"/>
                  </a:cubicBezTo>
                  <a:cubicBezTo>
                    <a:pt x="428" y="418"/>
                    <a:pt x="429" y="417"/>
                    <a:pt x="430" y="417"/>
                  </a:cubicBezTo>
                  <a:close/>
                  <a:moveTo>
                    <a:pt x="432" y="0"/>
                  </a:moveTo>
                  <a:cubicBezTo>
                    <a:pt x="205" y="0"/>
                    <a:pt x="1" y="183"/>
                    <a:pt x="1" y="430"/>
                  </a:cubicBezTo>
                  <a:lnTo>
                    <a:pt x="1" y="1486"/>
                  </a:lnTo>
                  <a:cubicBezTo>
                    <a:pt x="1" y="1635"/>
                    <a:pt x="78" y="1774"/>
                    <a:pt x="202" y="1851"/>
                  </a:cubicBezTo>
                  <a:cubicBezTo>
                    <a:pt x="270" y="1895"/>
                    <a:pt x="349" y="1917"/>
                    <a:pt x="428" y="1917"/>
                  </a:cubicBezTo>
                  <a:cubicBezTo>
                    <a:pt x="495" y="1917"/>
                    <a:pt x="563" y="1901"/>
                    <a:pt x="625" y="1870"/>
                  </a:cubicBezTo>
                  <a:lnTo>
                    <a:pt x="1681" y="1342"/>
                  </a:lnTo>
                  <a:cubicBezTo>
                    <a:pt x="1998" y="1184"/>
                    <a:pt x="1998" y="733"/>
                    <a:pt x="1681" y="574"/>
                  </a:cubicBezTo>
                  <a:lnTo>
                    <a:pt x="625" y="46"/>
                  </a:lnTo>
                  <a:cubicBezTo>
                    <a:pt x="562" y="15"/>
                    <a:pt x="496" y="0"/>
                    <a:pt x="4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1" name="Google Shape;19751;p89"/>
            <p:cNvSpPr/>
            <p:nvPr/>
          </p:nvSpPr>
          <p:spPr>
            <a:xfrm>
              <a:off x="6291909" y="3905545"/>
              <a:ext cx="127056" cy="103919"/>
            </a:xfrm>
            <a:custGeom>
              <a:rect b="b" l="l" r="r" t="t"/>
              <a:pathLst>
                <a:path extrusionOk="0" h="3966" w="4849">
                  <a:moveTo>
                    <a:pt x="3754" y="418"/>
                  </a:moveTo>
                  <a:cubicBezTo>
                    <a:pt x="4129" y="418"/>
                    <a:pt x="4436" y="721"/>
                    <a:pt x="4436" y="1095"/>
                  </a:cubicBezTo>
                  <a:lnTo>
                    <a:pt x="4436" y="2871"/>
                  </a:lnTo>
                  <a:cubicBezTo>
                    <a:pt x="4436" y="3246"/>
                    <a:pt x="4129" y="3548"/>
                    <a:pt x="3754" y="3548"/>
                  </a:cubicBezTo>
                  <a:lnTo>
                    <a:pt x="1095" y="3548"/>
                  </a:lnTo>
                  <a:cubicBezTo>
                    <a:pt x="721" y="3548"/>
                    <a:pt x="413" y="3246"/>
                    <a:pt x="413" y="2871"/>
                  </a:cubicBezTo>
                  <a:lnTo>
                    <a:pt x="413" y="1095"/>
                  </a:lnTo>
                  <a:cubicBezTo>
                    <a:pt x="413" y="721"/>
                    <a:pt x="721" y="418"/>
                    <a:pt x="1095" y="418"/>
                  </a:cubicBezTo>
                  <a:close/>
                  <a:moveTo>
                    <a:pt x="1095" y="1"/>
                  </a:moveTo>
                  <a:cubicBezTo>
                    <a:pt x="490" y="1"/>
                    <a:pt x="1" y="490"/>
                    <a:pt x="1" y="1095"/>
                  </a:cubicBezTo>
                  <a:lnTo>
                    <a:pt x="1" y="2871"/>
                  </a:lnTo>
                  <a:cubicBezTo>
                    <a:pt x="1" y="3476"/>
                    <a:pt x="490" y="3966"/>
                    <a:pt x="1095" y="3966"/>
                  </a:cubicBezTo>
                  <a:lnTo>
                    <a:pt x="3754" y="3966"/>
                  </a:lnTo>
                  <a:cubicBezTo>
                    <a:pt x="4359" y="3966"/>
                    <a:pt x="4849" y="3476"/>
                    <a:pt x="4849" y="2871"/>
                  </a:cubicBezTo>
                  <a:lnTo>
                    <a:pt x="4849" y="1095"/>
                  </a:lnTo>
                  <a:cubicBezTo>
                    <a:pt x="4849" y="490"/>
                    <a:pt x="4359"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2" name="Google Shape;19752;p89"/>
          <p:cNvGrpSpPr/>
          <p:nvPr/>
        </p:nvGrpSpPr>
        <p:grpSpPr>
          <a:xfrm>
            <a:off x="2656024" y="3365144"/>
            <a:ext cx="298735" cy="365472"/>
            <a:chOff x="2656024" y="3365144"/>
            <a:chExt cx="298735" cy="365472"/>
          </a:xfrm>
        </p:grpSpPr>
        <p:sp>
          <p:nvSpPr>
            <p:cNvPr id="19753" name="Google Shape;19753;p89"/>
            <p:cNvSpPr/>
            <p:nvPr/>
          </p:nvSpPr>
          <p:spPr>
            <a:xfrm>
              <a:off x="2793509" y="3554379"/>
              <a:ext cx="23792" cy="170840"/>
            </a:xfrm>
            <a:custGeom>
              <a:rect b="b" l="l" r="r" t="t"/>
              <a:pathLst>
                <a:path extrusionOk="0" h="6520" w="908">
                  <a:moveTo>
                    <a:pt x="0" y="0"/>
                  </a:moveTo>
                  <a:lnTo>
                    <a:pt x="0" y="6068"/>
                  </a:lnTo>
                  <a:cubicBezTo>
                    <a:pt x="0" y="6318"/>
                    <a:pt x="206" y="6519"/>
                    <a:pt x="456" y="6519"/>
                  </a:cubicBezTo>
                  <a:cubicBezTo>
                    <a:pt x="701" y="6519"/>
                    <a:pt x="907" y="6318"/>
                    <a:pt x="907" y="6068"/>
                  </a:cubicBezTo>
                  <a:lnTo>
                    <a:pt x="907"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89"/>
            <p:cNvSpPr/>
            <p:nvPr/>
          </p:nvSpPr>
          <p:spPr>
            <a:xfrm>
              <a:off x="2793509" y="3554379"/>
              <a:ext cx="23661" cy="39147"/>
            </a:xfrm>
            <a:custGeom>
              <a:rect b="b" l="l" r="r" t="t"/>
              <a:pathLst>
                <a:path extrusionOk="0" h="1494" w="903">
                  <a:moveTo>
                    <a:pt x="0" y="0"/>
                  </a:moveTo>
                  <a:lnTo>
                    <a:pt x="0" y="1493"/>
                  </a:lnTo>
                  <a:lnTo>
                    <a:pt x="902" y="1493"/>
                  </a:lnTo>
                  <a:lnTo>
                    <a:pt x="90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5" name="Google Shape;19755;p89"/>
            <p:cNvSpPr/>
            <p:nvPr/>
          </p:nvSpPr>
          <p:spPr>
            <a:xfrm>
              <a:off x="2720797" y="3431541"/>
              <a:ext cx="169321" cy="156612"/>
            </a:xfrm>
            <a:custGeom>
              <a:rect b="b" l="l" r="r" t="t"/>
              <a:pathLst>
                <a:path extrusionOk="0" h="5977" w="6462">
                  <a:moveTo>
                    <a:pt x="3234" y="1"/>
                  </a:moveTo>
                  <a:cubicBezTo>
                    <a:pt x="3095" y="1"/>
                    <a:pt x="2958" y="74"/>
                    <a:pt x="2890" y="215"/>
                  </a:cubicBezTo>
                  <a:lnTo>
                    <a:pt x="2237" y="1530"/>
                  </a:lnTo>
                  <a:lnTo>
                    <a:pt x="2218" y="1568"/>
                  </a:lnTo>
                  <a:cubicBezTo>
                    <a:pt x="2165" y="1684"/>
                    <a:pt x="2060" y="1760"/>
                    <a:pt x="1935" y="1780"/>
                  </a:cubicBezTo>
                  <a:lnTo>
                    <a:pt x="889" y="1928"/>
                  </a:lnTo>
                  <a:lnTo>
                    <a:pt x="437" y="1996"/>
                  </a:lnTo>
                  <a:cubicBezTo>
                    <a:pt x="125" y="2039"/>
                    <a:pt x="0" y="2423"/>
                    <a:pt x="226" y="2648"/>
                  </a:cubicBezTo>
                  <a:lnTo>
                    <a:pt x="1306" y="3700"/>
                  </a:lnTo>
                  <a:cubicBezTo>
                    <a:pt x="1397" y="3791"/>
                    <a:pt x="1436" y="3916"/>
                    <a:pt x="1417" y="4040"/>
                  </a:cubicBezTo>
                  <a:lnTo>
                    <a:pt x="1157" y="5528"/>
                  </a:lnTo>
                  <a:cubicBezTo>
                    <a:pt x="1116" y="5775"/>
                    <a:pt x="1314" y="5977"/>
                    <a:pt x="1537" y="5977"/>
                  </a:cubicBezTo>
                  <a:cubicBezTo>
                    <a:pt x="1595" y="5977"/>
                    <a:pt x="1656" y="5963"/>
                    <a:pt x="1714" y="5932"/>
                  </a:cubicBezTo>
                  <a:lnTo>
                    <a:pt x="2233" y="5658"/>
                  </a:lnTo>
                  <a:lnTo>
                    <a:pt x="3053" y="5226"/>
                  </a:lnTo>
                  <a:cubicBezTo>
                    <a:pt x="3108" y="5197"/>
                    <a:pt x="3169" y="5184"/>
                    <a:pt x="3231" y="5184"/>
                  </a:cubicBezTo>
                  <a:cubicBezTo>
                    <a:pt x="3250" y="5184"/>
                    <a:pt x="3269" y="5185"/>
                    <a:pt x="3289" y="5188"/>
                  </a:cubicBezTo>
                  <a:cubicBezTo>
                    <a:pt x="3327" y="5192"/>
                    <a:pt x="3370" y="5207"/>
                    <a:pt x="3409" y="5226"/>
                  </a:cubicBezTo>
                  <a:lnTo>
                    <a:pt x="4743" y="5932"/>
                  </a:lnTo>
                  <a:cubicBezTo>
                    <a:pt x="4802" y="5963"/>
                    <a:pt x="4864" y="5977"/>
                    <a:pt x="4923" y="5977"/>
                  </a:cubicBezTo>
                  <a:cubicBezTo>
                    <a:pt x="5146" y="5977"/>
                    <a:pt x="5342" y="5775"/>
                    <a:pt x="5300" y="5528"/>
                  </a:cubicBezTo>
                  <a:lnTo>
                    <a:pt x="5295" y="5509"/>
                  </a:lnTo>
                  <a:lnTo>
                    <a:pt x="5041" y="4040"/>
                  </a:lnTo>
                  <a:cubicBezTo>
                    <a:pt x="5022" y="3916"/>
                    <a:pt x="5060" y="3791"/>
                    <a:pt x="5151" y="3700"/>
                  </a:cubicBezTo>
                  <a:lnTo>
                    <a:pt x="6236" y="2648"/>
                  </a:lnTo>
                  <a:cubicBezTo>
                    <a:pt x="6462" y="2428"/>
                    <a:pt x="6337" y="2039"/>
                    <a:pt x="6025" y="1996"/>
                  </a:cubicBezTo>
                  <a:lnTo>
                    <a:pt x="4527" y="1780"/>
                  </a:lnTo>
                  <a:cubicBezTo>
                    <a:pt x="4402" y="1760"/>
                    <a:pt x="4297" y="1684"/>
                    <a:pt x="4239" y="1568"/>
                  </a:cubicBezTo>
                  <a:lnTo>
                    <a:pt x="3572" y="215"/>
                  </a:lnTo>
                  <a:cubicBezTo>
                    <a:pt x="3562" y="186"/>
                    <a:pt x="3543" y="162"/>
                    <a:pt x="3529" y="138"/>
                  </a:cubicBezTo>
                  <a:cubicBezTo>
                    <a:pt x="3451" y="45"/>
                    <a:pt x="3342" y="1"/>
                    <a:pt x="3234"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6" name="Google Shape;19756;p89"/>
            <p:cNvSpPr/>
            <p:nvPr/>
          </p:nvSpPr>
          <p:spPr>
            <a:xfrm>
              <a:off x="2720666" y="3482060"/>
              <a:ext cx="58641" cy="106094"/>
            </a:xfrm>
            <a:custGeom>
              <a:rect b="b" l="l" r="r" t="t"/>
              <a:pathLst>
                <a:path extrusionOk="0" h="4049" w="2238">
                  <a:moveTo>
                    <a:pt x="894" y="0"/>
                  </a:moveTo>
                  <a:lnTo>
                    <a:pt x="442" y="68"/>
                  </a:lnTo>
                  <a:cubicBezTo>
                    <a:pt x="125" y="111"/>
                    <a:pt x="1" y="500"/>
                    <a:pt x="231" y="720"/>
                  </a:cubicBezTo>
                  <a:lnTo>
                    <a:pt x="1311" y="1772"/>
                  </a:lnTo>
                  <a:cubicBezTo>
                    <a:pt x="1398" y="1863"/>
                    <a:pt x="1441" y="1988"/>
                    <a:pt x="1417" y="2112"/>
                  </a:cubicBezTo>
                  <a:lnTo>
                    <a:pt x="1162" y="3600"/>
                  </a:lnTo>
                  <a:cubicBezTo>
                    <a:pt x="1121" y="3847"/>
                    <a:pt x="1316" y="4049"/>
                    <a:pt x="1540" y="4049"/>
                  </a:cubicBezTo>
                  <a:cubicBezTo>
                    <a:pt x="1599" y="4049"/>
                    <a:pt x="1660" y="4035"/>
                    <a:pt x="1719" y="4004"/>
                  </a:cubicBezTo>
                  <a:lnTo>
                    <a:pt x="2238" y="3730"/>
                  </a:lnTo>
                  <a:cubicBezTo>
                    <a:pt x="2026" y="3697"/>
                    <a:pt x="1882" y="3500"/>
                    <a:pt x="1921" y="3288"/>
                  </a:cubicBezTo>
                  <a:lnTo>
                    <a:pt x="2175" y="1800"/>
                  </a:lnTo>
                  <a:cubicBezTo>
                    <a:pt x="2194" y="1676"/>
                    <a:pt x="2156" y="1546"/>
                    <a:pt x="2065" y="1460"/>
                  </a:cubicBezTo>
                  <a:lnTo>
                    <a:pt x="985" y="404"/>
                  </a:lnTo>
                  <a:cubicBezTo>
                    <a:pt x="879" y="303"/>
                    <a:pt x="841" y="144"/>
                    <a:pt x="894"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89"/>
            <p:cNvSpPr/>
            <p:nvPr/>
          </p:nvSpPr>
          <p:spPr>
            <a:xfrm>
              <a:off x="2800662" y="3365144"/>
              <a:ext cx="10848" cy="38963"/>
            </a:xfrm>
            <a:custGeom>
              <a:rect b="b" l="l" r="r" t="t"/>
              <a:pathLst>
                <a:path extrusionOk="0" h="1487" w="414">
                  <a:moveTo>
                    <a:pt x="207" y="1"/>
                  </a:moveTo>
                  <a:cubicBezTo>
                    <a:pt x="104" y="1"/>
                    <a:pt x="1" y="70"/>
                    <a:pt x="1" y="209"/>
                  </a:cubicBezTo>
                  <a:lnTo>
                    <a:pt x="1" y="1280"/>
                  </a:lnTo>
                  <a:cubicBezTo>
                    <a:pt x="1" y="1390"/>
                    <a:pt x="92" y="1486"/>
                    <a:pt x="207" y="1486"/>
                  </a:cubicBezTo>
                  <a:cubicBezTo>
                    <a:pt x="322" y="1486"/>
                    <a:pt x="413" y="1390"/>
                    <a:pt x="413" y="1280"/>
                  </a:cubicBezTo>
                  <a:lnTo>
                    <a:pt x="413" y="209"/>
                  </a:lnTo>
                  <a:cubicBezTo>
                    <a:pt x="413"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89"/>
            <p:cNvSpPr/>
            <p:nvPr/>
          </p:nvSpPr>
          <p:spPr>
            <a:xfrm>
              <a:off x="2843189" y="3376071"/>
              <a:ext cx="24237" cy="36946"/>
            </a:xfrm>
            <a:custGeom>
              <a:rect b="b" l="l" r="r" t="t"/>
              <a:pathLst>
                <a:path extrusionOk="0" h="1410" w="925">
                  <a:moveTo>
                    <a:pt x="650" y="0"/>
                  </a:moveTo>
                  <a:cubicBezTo>
                    <a:pt x="575" y="0"/>
                    <a:pt x="502" y="39"/>
                    <a:pt x="466" y="133"/>
                  </a:cubicBezTo>
                  <a:lnTo>
                    <a:pt x="58" y="1122"/>
                  </a:lnTo>
                  <a:cubicBezTo>
                    <a:pt x="0" y="1261"/>
                    <a:pt x="101" y="1410"/>
                    <a:pt x="250" y="1410"/>
                  </a:cubicBezTo>
                  <a:cubicBezTo>
                    <a:pt x="331" y="1410"/>
                    <a:pt x="408" y="1357"/>
                    <a:pt x="442" y="1280"/>
                  </a:cubicBezTo>
                  <a:lnTo>
                    <a:pt x="850" y="296"/>
                  </a:lnTo>
                  <a:cubicBezTo>
                    <a:pt x="924" y="129"/>
                    <a:pt x="785" y="0"/>
                    <a:pt x="6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9" name="Google Shape;19759;p89"/>
            <p:cNvSpPr/>
            <p:nvPr/>
          </p:nvSpPr>
          <p:spPr>
            <a:xfrm>
              <a:off x="2879270" y="3407304"/>
              <a:ext cx="34561" cy="30631"/>
            </a:xfrm>
            <a:custGeom>
              <a:rect b="b" l="l" r="r" t="t"/>
              <a:pathLst>
                <a:path extrusionOk="0" h="1169" w="1319">
                  <a:moveTo>
                    <a:pt x="1025" y="0"/>
                  </a:moveTo>
                  <a:cubicBezTo>
                    <a:pt x="978" y="0"/>
                    <a:pt x="929" y="18"/>
                    <a:pt x="884" y="60"/>
                  </a:cubicBezTo>
                  <a:lnTo>
                    <a:pt x="130" y="813"/>
                  </a:lnTo>
                  <a:cubicBezTo>
                    <a:pt x="1" y="948"/>
                    <a:pt x="92" y="1168"/>
                    <a:pt x="279" y="1168"/>
                  </a:cubicBezTo>
                  <a:cubicBezTo>
                    <a:pt x="433" y="1168"/>
                    <a:pt x="418" y="1082"/>
                    <a:pt x="1182" y="352"/>
                  </a:cubicBezTo>
                  <a:cubicBezTo>
                    <a:pt x="1319" y="201"/>
                    <a:pt x="1184" y="0"/>
                    <a:pt x="10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89"/>
            <p:cNvSpPr/>
            <p:nvPr/>
          </p:nvSpPr>
          <p:spPr>
            <a:xfrm>
              <a:off x="2903428" y="3453552"/>
              <a:ext cx="41295" cy="21617"/>
            </a:xfrm>
            <a:custGeom>
              <a:rect b="b" l="l" r="r" t="t"/>
              <a:pathLst>
                <a:path extrusionOk="0" h="825" w="1576">
                  <a:moveTo>
                    <a:pt x="1283" y="1"/>
                  </a:moveTo>
                  <a:cubicBezTo>
                    <a:pt x="1257" y="1"/>
                    <a:pt x="1230" y="6"/>
                    <a:pt x="1201" y="18"/>
                  </a:cubicBezTo>
                  <a:lnTo>
                    <a:pt x="212" y="426"/>
                  </a:lnTo>
                  <a:cubicBezTo>
                    <a:pt x="0" y="512"/>
                    <a:pt x="63" y="824"/>
                    <a:pt x="293" y="824"/>
                  </a:cubicBezTo>
                  <a:cubicBezTo>
                    <a:pt x="365" y="824"/>
                    <a:pt x="317" y="824"/>
                    <a:pt x="1359" y="402"/>
                  </a:cubicBezTo>
                  <a:cubicBezTo>
                    <a:pt x="1575" y="304"/>
                    <a:pt x="1481" y="1"/>
                    <a:pt x="1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89"/>
            <p:cNvSpPr/>
            <p:nvPr/>
          </p:nvSpPr>
          <p:spPr>
            <a:xfrm>
              <a:off x="2912232" y="3507974"/>
              <a:ext cx="42527" cy="10953"/>
            </a:xfrm>
            <a:custGeom>
              <a:rect b="b" l="l" r="r" t="t"/>
              <a:pathLst>
                <a:path extrusionOk="0" h="418" w="1623">
                  <a:moveTo>
                    <a:pt x="279" y="0"/>
                  </a:moveTo>
                  <a:cubicBezTo>
                    <a:pt x="0" y="0"/>
                    <a:pt x="0" y="418"/>
                    <a:pt x="279" y="418"/>
                  </a:cubicBezTo>
                  <a:lnTo>
                    <a:pt x="1345" y="418"/>
                  </a:lnTo>
                  <a:cubicBezTo>
                    <a:pt x="1623" y="418"/>
                    <a:pt x="1623" y="0"/>
                    <a:pt x="13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89"/>
            <p:cNvSpPr/>
            <p:nvPr/>
          </p:nvSpPr>
          <p:spPr>
            <a:xfrm>
              <a:off x="2902406" y="3551444"/>
              <a:ext cx="41819" cy="21748"/>
            </a:xfrm>
            <a:custGeom>
              <a:rect b="b" l="l" r="r" t="t"/>
              <a:pathLst>
                <a:path extrusionOk="0" h="830" w="1596">
                  <a:moveTo>
                    <a:pt x="298" y="1"/>
                  </a:moveTo>
                  <a:cubicBezTo>
                    <a:pt x="97" y="1"/>
                    <a:pt x="0" y="317"/>
                    <a:pt x="231" y="405"/>
                  </a:cubicBezTo>
                  <a:lnTo>
                    <a:pt x="1216" y="813"/>
                  </a:lnTo>
                  <a:cubicBezTo>
                    <a:pt x="1244" y="824"/>
                    <a:pt x="1272" y="829"/>
                    <a:pt x="1298" y="829"/>
                  </a:cubicBezTo>
                  <a:cubicBezTo>
                    <a:pt x="1500" y="829"/>
                    <a:pt x="1596" y="527"/>
                    <a:pt x="1379" y="429"/>
                  </a:cubicBezTo>
                  <a:lnTo>
                    <a:pt x="390" y="21"/>
                  </a:lnTo>
                  <a:cubicBezTo>
                    <a:pt x="358" y="7"/>
                    <a:pt x="327"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89"/>
            <p:cNvSpPr/>
            <p:nvPr/>
          </p:nvSpPr>
          <p:spPr>
            <a:xfrm>
              <a:off x="2877986" y="3588547"/>
              <a:ext cx="34640" cy="30631"/>
            </a:xfrm>
            <a:custGeom>
              <a:rect b="b" l="l" r="r" t="t"/>
              <a:pathLst>
                <a:path extrusionOk="0" h="1169" w="1322">
                  <a:moveTo>
                    <a:pt x="294" y="0"/>
                  </a:moveTo>
                  <a:cubicBezTo>
                    <a:pt x="137" y="0"/>
                    <a:pt x="0" y="201"/>
                    <a:pt x="141" y="353"/>
                  </a:cubicBezTo>
                  <a:cubicBezTo>
                    <a:pt x="904" y="1082"/>
                    <a:pt x="895" y="1169"/>
                    <a:pt x="1043" y="1169"/>
                  </a:cubicBezTo>
                  <a:cubicBezTo>
                    <a:pt x="1226" y="1169"/>
                    <a:pt x="1322" y="943"/>
                    <a:pt x="1187" y="813"/>
                  </a:cubicBezTo>
                  <a:lnTo>
                    <a:pt x="434" y="60"/>
                  </a:lnTo>
                  <a:cubicBezTo>
                    <a:pt x="390" y="18"/>
                    <a:pt x="341"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89"/>
            <p:cNvSpPr/>
            <p:nvPr/>
          </p:nvSpPr>
          <p:spPr>
            <a:xfrm>
              <a:off x="2841695" y="3613072"/>
              <a:ext cx="24316" cy="36788"/>
            </a:xfrm>
            <a:custGeom>
              <a:rect b="b" l="l" r="r" t="t"/>
              <a:pathLst>
                <a:path extrusionOk="0" h="1404" w="928">
                  <a:moveTo>
                    <a:pt x="261" y="0"/>
                  </a:moveTo>
                  <a:cubicBezTo>
                    <a:pt x="131" y="0"/>
                    <a:pt x="0" y="122"/>
                    <a:pt x="62" y="285"/>
                  </a:cubicBezTo>
                  <a:lnTo>
                    <a:pt x="470" y="1269"/>
                  </a:lnTo>
                  <a:cubicBezTo>
                    <a:pt x="508" y="1364"/>
                    <a:pt x="583" y="1404"/>
                    <a:pt x="658" y="1404"/>
                  </a:cubicBezTo>
                  <a:cubicBezTo>
                    <a:pt x="793" y="1404"/>
                    <a:pt x="928" y="1277"/>
                    <a:pt x="854" y="1111"/>
                  </a:cubicBezTo>
                  <a:lnTo>
                    <a:pt x="446" y="127"/>
                  </a:lnTo>
                  <a:cubicBezTo>
                    <a:pt x="407" y="38"/>
                    <a:pt x="334" y="0"/>
                    <a:pt x="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89"/>
            <p:cNvSpPr/>
            <p:nvPr/>
          </p:nvSpPr>
          <p:spPr>
            <a:xfrm>
              <a:off x="2743383" y="3612444"/>
              <a:ext cx="23844" cy="36919"/>
            </a:xfrm>
            <a:custGeom>
              <a:rect b="b" l="l" r="r" t="t"/>
              <a:pathLst>
                <a:path extrusionOk="0" h="1409" w="910">
                  <a:moveTo>
                    <a:pt x="674" y="1"/>
                  </a:moveTo>
                  <a:cubicBezTo>
                    <a:pt x="591" y="1"/>
                    <a:pt x="515" y="48"/>
                    <a:pt x="483" y="127"/>
                  </a:cubicBezTo>
                  <a:lnTo>
                    <a:pt x="75" y="1116"/>
                  </a:lnTo>
                  <a:cubicBezTo>
                    <a:pt x="1" y="1282"/>
                    <a:pt x="136" y="1409"/>
                    <a:pt x="270" y="1409"/>
                  </a:cubicBezTo>
                  <a:cubicBezTo>
                    <a:pt x="346" y="1409"/>
                    <a:pt x="421" y="1369"/>
                    <a:pt x="459" y="1274"/>
                  </a:cubicBezTo>
                  <a:lnTo>
                    <a:pt x="867" y="285"/>
                  </a:lnTo>
                  <a:cubicBezTo>
                    <a:pt x="910" y="180"/>
                    <a:pt x="862" y="60"/>
                    <a:pt x="756" y="17"/>
                  </a:cubicBezTo>
                  <a:cubicBezTo>
                    <a:pt x="729" y="6"/>
                    <a:pt x="701" y="1"/>
                    <a:pt x="6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89"/>
            <p:cNvSpPr/>
            <p:nvPr/>
          </p:nvSpPr>
          <p:spPr>
            <a:xfrm>
              <a:off x="2696324" y="3587420"/>
              <a:ext cx="35504" cy="30971"/>
            </a:xfrm>
            <a:custGeom>
              <a:rect b="b" l="l" r="r" t="t"/>
              <a:pathLst>
                <a:path extrusionOk="0" h="1182" w="1355">
                  <a:moveTo>
                    <a:pt x="1060" y="1"/>
                  </a:moveTo>
                  <a:cubicBezTo>
                    <a:pt x="1013" y="1"/>
                    <a:pt x="965" y="18"/>
                    <a:pt x="920" y="60"/>
                  </a:cubicBezTo>
                  <a:lnTo>
                    <a:pt x="915" y="64"/>
                  </a:lnTo>
                  <a:lnTo>
                    <a:pt x="162" y="818"/>
                  </a:lnTo>
                  <a:cubicBezTo>
                    <a:pt x="1" y="968"/>
                    <a:pt x="141" y="1182"/>
                    <a:pt x="304" y="1182"/>
                  </a:cubicBezTo>
                  <a:cubicBezTo>
                    <a:pt x="354" y="1182"/>
                    <a:pt x="408" y="1161"/>
                    <a:pt x="454" y="1111"/>
                  </a:cubicBezTo>
                  <a:lnTo>
                    <a:pt x="1213" y="357"/>
                  </a:lnTo>
                  <a:cubicBezTo>
                    <a:pt x="1354" y="205"/>
                    <a:pt x="1219" y="1"/>
                    <a:pt x="10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89"/>
            <p:cNvSpPr/>
            <p:nvPr/>
          </p:nvSpPr>
          <p:spPr>
            <a:xfrm>
              <a:off x="2665693" y="3550317"/>
              <a:ext cx="40168" cy="21722"/>
            </a:xfrm>
            <a:custGeom>
              <a:rect b="b" l="l" r="r" t="t"/>
              <a:pathLst>
                <a:path extrusionOk="0" h="829" w="1533">
                  <a:moveTo>
                    <a:pt x="1298" y="0"/>
                  </a:moveTo>
                  <a:cubicBezTo>
                    <a:pt x="1271" y="0"/>
                    <a:pt x="1243" y="6"/>
                    <a:pt x="1215" y="16"/>
                  </a:cubicBezTo>
                  <a:lnTo>
                    <a:pt x="231" y="424"/>
                  </a:lnTo>
                  <a:cubicBezTo>
                    <a:pt x="0" y="513"/>
                    <a:pt x="97" y="829"/>
                    <a:pt x="298" y="829"/>
                  </a:cubicBezTo>
                  <a:cubicBezTo>
                    <a:pt x="327" y="829"/>
                    <a:pt x="358" y="823"/>
                    <a:pt x="390" y="808"/>
                  </a:cubicBezTo>
                  <a:lnTo>
                    <a:pt x="1379" y="400"/>
                  </a:lnTo>
                  <a:cubicBezTo>
                    <a:pt x="1484" y="352"/>
                    <a:pt x="1532" y="232"/>
                    <a:pt x="1489" y="127"/>
                  </a:cubicBezTo>
                  <a:cubicBezTo>
                    <a:pt x="1457" y="47"/>
                    <a:pt x="1381" y="0"/>
                    <a:pt x="1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8" name="Google Shape;19768;p89"/>
            <p:cNvSpPr/>
            <p:nvPr/>
          </p:nvSpPr>
          <p:spPr>
            <a:xfrm>
              <a:off x="2656024" y="3506585"/>
              <a:ext cx="40640" cy="10848"/>
            </a:xfrm>
            <a:custGeom>
              <a:rect b="b" l="l" r="r" t="t"/>
              <a:pathLst>
                <a:path extrusionOk="0" h="414" w="1551">
                  <a:moveTo>
                    <a:pt x="274" y="0"/>
                  </a:moveTo>
                  <a:cubicBezTo>
                    <a:pt x="0" y="0"/>
                    <a:pt x="0" y="413"/>
                    <a:pt x="274" y="413"/>
                  </a:cubicBezTo>
                  <a:lnTo>
                    <a:pt x="1344" y="413"/>
                  </a:lnTo>
                  <a:cubicBezTo>
                    <a:pt x="1460" y="413"/>
                    <a:pt x="1551" y="322"/>
                    <a:pt x="1551" y="207"/>
                  </a:cubicBezTo>
                  <a:cubicBezTo>
                    <a:pt x="1551" y="92"/>
                    <a:pt x="1460" y="0"/>
                    <a:pt x="13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89"/>
            <p:cNvSpPr/>
            <p:nvPr/>
          </p:nvSpPr>
          <p:spPr>
            <a:xfrm>
              <a:off x="2666191" y="3452084"/>
              <a:ext cx="42186" cy="21879"/>
            </a:xfrm>
            <a:custGeom>
              <a:rect b="b" l="l" r="r" t="t"/>
              <a:pathLst>
                <a:path extrusionOk="0" h="835" w="1610">
                  <a:moveTo>
                    <a:pt x="302" y="0"/>
                  </a:moveTo>
                  <a:cubicBezTo>
                    <a:pt x="97" y="0"/>
                    <a:pt x="0" y="317"/>
                    <a:pt x="232" y="405"/>
                  </a:cubicBezTo>
                  <a:lnTo>
                    <a:pt x="1220" y="813"/>
                  </a:lnTo>
                  <a:cubicBezTo>
                    <a:pt x="1253" y="828"/>
                    <a:pt x="1284" y="834"/>
                    <a:pt x="1313" y="834"/>
                  </a:cubicBezTo>
                  <a:cubicBezTo>
                    <a:pt x="1514" y="834"/>
                    <a:pt x="1610" y="521"/>
                    <a:pt x="1379" y="429"/>
                  </a:cubicBezTo>
                  <a:lnTo>
                    <a:pt x="395" y="21"/>
                  </a:lnTo>
                  <a:cubicBezTo>
                    <a:pt x="362" y="7"/>
                    <a:pt x="331" y="0"/>
                    <a:pt x="3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89"/>
            <p:cNvSpPr/>
            <p:nvPr/>
          </p:nvSpPr>
          <p:spPr>
            <a:xfrm>
              <a:off x="2697319" y="3405994"/>
              <a:ext cx="35190" cy="30945"/>
            </a:xfrm>
            <a:custGeom>
              <a:rect b="b" l="l" r="r" t="t"/>
              <a:pathLst>
                <a:path extrusionOk="0" h="1181" w="1343">
                  <a:moveTo>
                    <a:pt x="305" y="1"/>
                  </a:moveTo>
                  <a:cubicBezTo>
                    <a:pt x="142" y="1"/>
                    <a:pt x="1" y="217"/>
                    <a:pt x="162" y="364"/>
                  </a:cubicBezTo>
                  <a:cubicBezTo>
                    <a:pt x="920" y="1098"/>
                    <a:pt x="911" y="1180"/>
                    <a:pt x="1065" y="1180"/>
                  </a:cubicBezTo>
                  <a:cubicBezTo>
                    <a:pt x="1247" y="1180"/>
                    <a:pt x="1343" y="959"/>
                    <a:pt x="1213" y="830"/>
                  </a:cubicBezTo>
                  <a:lnTo>
                    <a:pt x="455" y="71"/>
                  </a:lnTo>
                  <a:cubicBezTo>
                    <a:pt x="408" y="21"/>
                    <a:pt x="356" y="1"/>
                    <a:pt x="3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1" name="Google Shape;19771;p89"/>
            <p:cNvSpPr/>
            <p:nvPr/>
          </p:nvSpPr>
          <p:spPr>
            <a:xfrm>
              <a:off x="2744694" y="3375521"/>
              <a:ext cx="24578" cy="36998"/>
            </a:xfrm>
            <a:custGeom>
              <a:rect b="b" l="l" r="r" t="t"/>
              <a:pathLst>
                <a:path extrusionOk="0" h="1412" w="938">
                  <a:moveTo>
                    <a:pt x="271" y="0"/>
                  </a:moveTo>
                  <a:cubicBezTo>
                    <a:pt x="137" y="0"/>
                    <a:pt x="0" y="127"/>
                    <a:pt x="77" y="293"/>
                  </a:cubicBezTo>
                  <a:lnTo>
                    <a:pt x="485" y="1282"/>
                  </a:lnTo>
                  <a:cubicBezTo>
                    <a:pt x="523" y="1373"/>
                    <a:pt x="596" y="1411"/>
                    <a:pt x="670" y="1411"/>
                  </a:cubicBezTo>
                  <a:cubicBezTo>
                    <a:pt x="803" y="1411"/>
                    <a:pt x="937" y="1287"/>
                    <a:pt x="869" y="1124"/>
                  </a:cubicBezTo>
                  <a:lnTo>
                    <a:pt x="457" y="135"/>
                  </a:lnTo>
                  <a:cubicBezTo>
                    <a:pt x="420" y="40"/>
                    <a:pt x="346"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2" name="Google Shape;19772;p89"/>
            <p:cNvSpPr/>
            <p:nvPr/>
          </p:nvSpPr>
          <p:spPr>
            <a:xfrm>
              <a:off x="2745453" y="3551732"/>
              <a:ext cx="121029" cy="123650"/>
            </a:xfrm>
            <a:custGeom>
              <a:rect b="b" l="l" r="r" t="t"/>
              <a:pathLst>
                <a:path extrusionOk="0" h="4719" w="4619">
                  <a:moveTo>
                    <a:pt x="4236" y="0"/>
                  </a:moveTo>
                  <a:cubicBezTo>
                    <a:pt x="4121" y="0"/>
                    <a:pt x="4003" y="89"/>
                    <a:pt x="4028" y="241"/>
                  </a:cubicBezTo>
                  <a:lnTo>
                    <a:pt x="4153" y="980"/>
                  </a:lnTo>
                  <a:cubicBezTo>
                    <a:pt x="4153" y="990"/>
                    <a:pt x="4153" y="999"/>
                    <a:pt x="4153" y="1009"/>
                  </a:cubicBezTo>
                  <a:cubicBezTo>
                    <a:pt x="4153" y="1109"/>
                    <a:pt x="4069" y="1181"/>
                    <a:pt x="3977" y="1181"/>
                  </a:cubicBezTo>
                  <a:cubicBezTo>
                    <a:pt x="3951" y="1181"/>
                    <a:pt x="3924" y="1175"/>
                    <a:pt x="3898" y="1162"/>
                  </a:cubicBezTo>
                  <a:cubicBezTo>
                    <a:pt x="3898" y="1162"/>
                    <a:pt x="2549" y="452"/>
                    <a:pt x="2530" y="442"/>
                  </a:cubicBezTo>
                  <a:cubicBezTo>
                    <a:pt x="2451" y="406"/>
                    <a:pt x="2367" y="388"/>
                    <a:pt x="2283" y="388"/>
                  </a:cubicBezTo>
                  <a:cubicBezTo>
                    <a:pt x="2189" y="388"/>
                    <a:pt x="2096" y="411"/>
                    <a:pt x="2012" y="457"/>
                  </a:cubicBezTo>
                  <a:lnTo>
                    <a:pt x="672" y="1158"/>
                  </a:lnTo>
                  <a:cubicBezTo>
                    <a:pt x="645" y="1172"/>
                    <a:pt x="617" y="1179"/>
                    <a:pt x="589" y="1179"/>
                  </a:cubicBezTo>
                  <a:cubicBezTo>
                    <a:pt x="499" y="1179"/>
                    <a:pt x="418" y="1108"/>
                    <a:pt x="418" y="1009"/>
                  </a:cubicBezTo>
                  <a:cubicBezTo>
                    <a:pt x="428" y="922"/>
                    <a:pt x="437" y="841"/>
                    <a:pt x="456" y="759"/>
                  </a:cubicBezTo>
                  <a:cubicBezTo>
                    <a:pt x="486" y="605"/>
                    <a:pt x="366" y="514"/>
                    <a:pt x="248" y="514"/>
                  </a:cubicBezTo>
                  <a:cubicBezTo>
                    <a:pt x="157" y="514"/>
                    <a:pt x="67" y="568"/>
                    <a:pt x="48" y="687"/>
                  </a:cubicBezTo>
                  <a:cubicBezTo>
                    <a:pt x="24" y="793"/>
                    <a:pt x="10" y="898"/>
                    <a:pt x="0" y="1009"/>
                  </a:cubicBezTo>
                  <a:cubicBezTo>
                    <a:pt x="4" y="1349"/>
                    <a:pt x="285" y="1596"/>
                    <a:pt x="592" y="1596"/>
                  </a:cubicBezTo>
                  <a:cubicBezTo>
                    <a:pt x="682" y="1596"/>
                    <a:pt x="776" y="1574"/>
                    <a:pt x="864" y="1527"/>
                  </a:cubicBezTo>
                  <a:lnTo>
                    <a:pt x="1623" y="1129"/>
                  </a:lnTo>
                  <a:lnTo>
                    <a:pt x="1623" y="1897"/>
                  </a:lnTo>
                  <a:cubicBezTo>
                    <a:pt x="1623" y="2036"/>
                    <a:pt x="1727" y="2106"/>
                    <a:pt x="1832" y="2106"/>
                  </a:cubicBezTo>
                  <a:cubicBezTo>
                    <a:pt x="1936" y="2106"/>
                    <a:pt x="2040" y="2036"/>
                    <a:pt x="2040" y="1897"/>
                  </a:cubicBezTo>
                  <a:lnTo>
                    <a:pt x="2040" y="913"/>
                  </a:lnTo>
                  <a:cubicBezTo>
                    <a:pt x="2126" y="876"/>
                    <a:pt x="2202" y="805"/>
                    <a:pt x="2288" y="805"/>
                  </a:cubicBezTo>
                  <a:cubicBezTo>
                    <a:pt x="2313" y="805"/>
                    <a:pt x="2339" y="811"/>
                    <a:pt x="2367" y="826"/>
                  </a:cubicBezTo>
                  <a:lnTo>
                    <a:pt x="2530" y="913"/>
                  </a:lnTo>
                  <a:lnTo>
                    <a:pt x="2530" y="4513"/>
                  </a:lnTo>
                  <a:cubicBezTo>
                    <a:pt x="2530" y="4650"/>
                    <a:pt x="2633" y="4718"/>
                    <a:pt x="2736" y="4718"/>
                  </a:cubicBezTo>
                  <a:cubicBezTo>
                    <a:pt x="2840" y="4718"/>
                    <a:pt x="2943" y="4650"/>
                    <a:pt x="2943" y="4513"/>
                  </a:cubicBezTo>
                  <a:lnTo>
                    <a:pt x="2943" y="1129"/>
                  </a:lnTo>
                  <a:cubicBezTo>
                    <a:pt x="3658" y="1484"/>
                    <a:pt x="3740" y="1599"/>
                    <a:pt x="3980" y="1599"/>
                  </a:cubicBezTo>
                  <a:cubicBezTo>
                    <a:pt x="4345" y="1599"/>
                    <a:pt x="4618" y="1268"/>
                    <a:pt x="4556" y="908"/>
                  </a:cubicBezTo>
                  <a:lnTo>
                    <a:pt x="4436" y="173"/>
                  </a:lnTo>
                  <a:cubicBezTo>
                    <a:pt x="4415" y="54"/>
                    <a:pt x="4326" y="0"/>
                    <a:pt x="42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3" name="Google Shape;19773;p89"/>
            <p:cNvSpPr/>
            <p:nvPr/>
          </p:nvSpPr>
          <p:spPr>
            <a:xfrm>
              <a:off x="2795631" y="3426170"/>
              <a:ext cx="101535" cy="114872"/>
            </a:xfrm>
            <a:custGeom>
              <a:rect b="b" l="l" r="r" t="t"/>
              <a:pathLst>
                <a:path extrusionOk="0" h="4384" w="3875">
                  <a:moveTo>
                    <a:pt x="372" y="1"/>
                  </a:moveTo>
                  <a:cubicBezTo>
                    <a:pt x="166" y="1"/>
                    <a:pt x="1" y="113"/>
                    <a:pt x="58" y="290"/>
                  </a:cubicBezTo>
                  <a:cubicBezTo>
                    <a:pt x="86" y="376"/>
                    <a:pt x="167" y="434"/>
                    <a:pt x="256" y="434"/>
                  </a:cubicBezTo>
                  <a:cubicBezTo>
                    <a:pt x="277" y="434"/>
                    <a:pt x="297" y="431"/>
                    <a:pt x="317" y="424"/>
                  </a:cubicBezTo>
                  <a:cubicBezTo>
                    <a:pt x="336" y="418"/>
                    <a:pt x="355" y="415"/>
                    <a:pt x="373" y="415"/>
                  </a:cubicBezTo>
                  <a:cubicBezTo>
                    <a:pt x="437" y="415"/>
                    <a:pt x="499" y="451"/>
                    <a:pt x="529" y="511"/>
                  </a:cubicBezTo>
                  <a:lnTo>
                    <a:pt x="1196" y="1865"/>
                  </a:lnTo>
                  <a:cubicBezTo>
                    <a:pt x="1282" y="2037"/>
                    <a:pt x="1450" y="2162"/>
                    <a:pt x="1642" y="2186"/>
                  </a:cubicBezTo>
                  <a:lnTo>
                    <a:pt x="3140" y="2407"/>
                  </a:lnTo>
                  <a:cubicBezTo>
                    <a:pt x="3279" y="2426"/>
                    <a:pt x="3337" y="2599"/>
                    <a:pt x="3236" y="2700"/>
                  </a:cubicBezTo>
                  <a:lnTo>
                    <a:pt x="2156" y="3756"/>
                  </a:lnTo>
                  <a:cubicBezTo>
                    <a:pt x="2041" y="3866"/>
                    <a:pt x="1974" y="4020"/>
                    <a:pt x="1974" y="4178"/>
                  </a:cubicBezTo>
                  <a:cubicBezTo>
                    <a:pt x="1974" y="4315"/>
                    <a:pt x="2078" y="4383"/>
                    <a:pt x="2182" y="4383"/>
                  </a:cubicBezTo>
                  <a:cubicBezTo>
                    <a:pt x="2287" y="4383"/>
                    <a:pt x="2391" y="4315"/>
                    <a:pt x="2391" y="4178"/>
                  </a:cubicBezTo>
                  <a:cubicBezTo>
                    <a:pt x="2391" y="4044"/>
                    <a:pt x="2425" y="4097"/>
                    <a:pt x="3524" y="2997"/>
                  </a:cubicBezTo>
                  <a:cubicBezTo>
                    <a:pt x="3874" y="2657"/>
                    <a:pt x="3682" y="2061"/>
                    <a:pt x="3198" y="1994"/>
                  </a:cubicBezTo>
                  <a:lnTo>
                    <a:pt x="1700" y="1773"/>
                  </a:lnTo>
                  <a:cubicBezTo>
                    <a:pt x="1647" y="1769"/>
                    <a:pt x="1594" y="1730"/>
                    <a:pt x="1570" y="1682"/>
                  </a:cubicBezTo>
                  <a:lnTo>
                    <a:pt x="903" y="328"/>
                  </a:lnTo>
                  <a:cubicBezTo>
                    <a:pt x="788" y="97"/>
                    <a:pt x="562" y="1"/>
                    <a:pt x="3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89"/>
            <p:cNvSpPr/>
            <p:nvPr/>
          </p:nvSpPr>
          <p:spPr>
            <a:xfrm>
              <a:off x="2713617" y="3443804"/>
              <a:ext cx="83953" cy="111072"/>
            </a:xfrm>
            <a:custGeom>
              <a:rect b="b" l="l" r="r" t="t"/>
              <a:pathLst>
                <a:path extrusionOk="0" h="4239" w="3204">
                  <a:moveTo>
                    <a:pt x="2922" y="0"/>
                  </a:moveTo>
                  <a:cubicBezTo>
                    <a:pt x="2851" y="0"/>
                    <a:pt x="2781" y="37"/>
                    <a:pt x="2742" y="126"/>
                  </a:cubicBezTo>
                  <a:lnTo>
                    <a:pt x="2305" y="1009"/>
                  </a:lnTo>
                  <a:cubicBezTo>
                    <a:pt x="2281" y="1062"/>
                    <a:pt x="2228" y="1096"/>
                    <a:pt x="2175" y="1105"/>
                  </a:cubicBezTo>
                  <a:lnTo>
                    <a:pt x="678" y="1321"/>
                  </a:lnTo>
                  <a:cubicBezTo>
                    <a:pt x="193" y="1393"/>
                    <a:pt x="1" y="1988"/>
                    <a:pt x="351" y="2329"/>
                  </a:cubicBezTo>
                  <a:cubicBezTo>
                    <a:pt x="1470" y="3443"/>
                    <a:pt x="1508" y="3385"/>
                    <a:pt x="1484" y="3539"/>
                  </a:cubicBezTo>
                  <a:lnTo>
                    <a:pt x="1407" y="3990"/>
                  </a:lnTo>
                  <a:cubicBezTo>
                    <a:pt x="1378" y="4147"/>
                    <a:pt x="1497" y="4238"/>
                    <a:pt x="1615" y="4238"/>
                  </a:cubicBezTo>
                  <a:cubicBezTo>
                    <a:pt x="1706" y="4238"/>
                    <a:pt x="1797" y="4184"/>
                    <a:pt x="1815" y="4062"/>
                  </a:cubicBezTo>
                  <a:lnTo>
                    <a:pt x="1892" y="3606"/>
                  </a:lnTo>
                  <a:cubicBezTo>
                    <a:pt x="1926" y="3414"/>
                    <a:pt x="1863" y="3222"/>
                    <a:pt x="1724" y="3088"/>
                  </a:cubicBezTo>
                  <a:lnTo>
                    <a:pt x="644" y="2032"/>
                  </a:lnTo>
                  <a:cubicBezTo>
                    <a:pt x="539" y="1931"/>
                    <a:pt x="596" y="1753"/>
                    <a:pt x="740" y="1734"/>
                  </a:cubicBezTo>
                  <a:lnTo>
                    <a:pt x="2233" y="1518"/>
                  </a:lnTo>
                  <a:cubicBezTo>
                    <a:pt x="2425" y="1489"/>
                    <a:pt x="2588" y="1369"/>
                    <a:pt x="2675" y="1192"/>
                  </a:cubicBezTo>
                  <a:lnTo>
                    <a:pt x="3111" y="308"/>
                  </a:lnTo>
                  <a:cubicBezTo>
                    <a:pt x="3204" y="143"/>
                    <a:pt x="3062" y="0"/>
                    <a:pt x="29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5" name="Google Shape;19775;p89"/>
            <p:cNvSpPr/>
            <p:nvPr/>
          </p:nvSpPr>
          <p:spPr>
            <a:xfrm>
              <a:off x="2788085" y="3617710"/>
              <a:ext cx="34614" cy="112907"/>
            </a:xfrm>
            <a:custGeom>
              <a:rect b="b" l="l" r="r" t="t"/>
              <a:pathLst>
                <a:path extrusionOk="0" h="4309" w="1321">
                  <a:moveTo>
                    <a:pt x="209" y="0"/>
                  </a:moveTo>
                  <a:cubicBezTo>
                    <a:pt x="105" y="0"/>
                    <a:pt x="1" y="70"/>
                    <a:pt x="1" y="209"/>
                  </a:cubicBezTo>
                  <a:lnTo>
                    <a:pt x="1" y="3651"/>
                  </a:lnTo>
                  <a:cubicBezTo>
                    <a:pt x="1" y="4016"/>
                    <a:pt x="298" y="4309"/>
                    <a:pt x="663" y="4309"/>
                  </a:cubicBezTo>
                  <a:cubicBezTo>
                    <a:pt x="1028" y="4309"/>
                    <a:pt x="1321" y="4016"/>
                    <a:pt x="1321" y="3651"/>
                  </a:cubicBezTo>
                  <a:lnTo>
                    <a:pt x="1321" y="2821"/>
                  </a:lnTo>
                  <a:cubicBezTo>
                    <a:pt x="1321" y="2705"/>
                    <a:pt x="1230" y="2614"/>
                    <a:pt x="1114" y="2614"/>
                  </a:cubicBezTo>
                  <a:cubicBezTo>
                    <a:pt x="999" y="2614"/>
                    <a:pt x="903" y="2705"/>
                    <a:pt x="903" y="2821"/>
                  </a:cubicBezTo>
                  <a:lnTo>
                    <a:pt x="903" y="3651"/>
                  </a:lnTo>
                  <a:cubicBezTo>
                    <a:pt x="903" y="3812"/>
                    <a:pt x="782" y="3892"/>
                    <a:pt x="661" y="3892"/>
                  </a:cubicBezTo>
                  <a:cubicBezTo>
                    <a:pt x="539" y="3892"/>
                    <a:pt x="418" y="3812"/>
                    <a:pt x="418" y="3651"/>
                  </a:cubicBezTo>
                  <a:lnTo>
                    <a:pt x="418" y="209"/>
                  </a:lnTo>
                  <a:cubicBezTo>
                    <a:pt x="418" y="70"/>
                    <a:pt x="314" y="0"/>
                    <a:pt x="2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6" name="Google Shape;19776;p89"/>
          <p:cNvGrpSpPr/>
          <p:nvPr/>
        </p:nvGrpSpPr>
        <p:grpSpPr>
          <a:xfrm>
            <a:off x="7172235" y="3803355"/>
            <a:ext cx="387561" cy="384312"/>
            <a:chOff x="7172235" y="3803355"/>
            <a:chExt cx="387561" cy="384312"/>
          </a:xfrm>
        </p:grpSpPr>
        <p:sp>
          <p:nvSpPr>
            <p:cNvPr id="19777" name="Google Shape;19777;p89"/>
            <p:cNvSpPr/>
            <p:nvPr/>
          </p:nvSpPr>
          <p:spPr>
            <a:xfrm>
              <a:off x="7256004" y="3991594"/>
              <a:ext cx="112854" cy="112959"/>
            </a:xfrm>
            <a:custGeom>
              <a:rect b="b" l="l" r="r" t="t"/>
              <a:pathLst>
                <a:path extrusionOk="0" h="4311" w="4307">
                  <a:moveTo>
                    <a:pt x="1186" y="0"/>
                  </a:moveTo>
                  <a:lnTo>
                    <a:pt x="1" y="1186"/>
                  </a:lnTo>
                  <a:lnTo>
                    <a:pt x="3126" y="4311"/>
                  </a:lnTo>
                  <a:lnTo>
                    <a:pt x="4306" y="3125"/>
                  </a:lnTo>
                  <a:lnTo>
                    <a:pt x="1186"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89"/>
            <p:cNvSpPr/>
            <p:nvPr/>
          </p:nvSpPr>
          <p:spPr>
            <a:xfrm>
              <a:off x="7262031" y="3994607"/>
              <a:ext cx="55759" cy="55733"/>
            </a:xfrm>
            <a:custGeom>
              <a:rect b="b" l="l" r="r" t="t"/>
              <a:pathLst>
                <a:path extrusionOk="0" h="2127" w="2128">
                  <a:moveTo>
                    <a:pt x="1071" y="0"/>
                  </a:moveTo>
                  <a:lnTo>
                    <a:pt x="1" y="1296"/>
                  </a:lnTo>
                  <a:lnTo>
                    <a:pt x="827" y="2127"/>
                  </a:lnTo>
                  <a:lnTo>
                    <a:pt x="2127" y="1056"/>
                  </a:lnTo>
                  <a:lnTo>
                    <a:pt x="1071"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89"/>
            <p:cNvSpPr/>
            <p:nvPr/>
          </p:nvSpPr>
          <p:spPr>
            <a:xfrm>
              <a:off x="7310217" y="4042767"/>
              <a:ext cx="55733" cy="55759"/>
            </a:xfrm>
            <a:custGeom>
              <a:rect b="b" l="l" r="r" t="t"/>
              <a:pathLst>
                <a:path extrusionOk="0" h="2128" w="2127">
                  <a:moveTo>
                    <a:pt x="1071" y="1"/>
                  </a:moveTo>
                  <a:lnTo>
                    <a:pt x="0" y="1302"/>
                  </a:lnTo>
                  <a:lnTo>
                    <a:pt x="831" y="2127"/>
                  </a:lnTo>
                  <a:lnTo>
                    <a:pt x="2127" y="1057"/>
                  </a:lnTo>
                  <a:lnTo>
                    <a:pt x="10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89"/>
            <p:cNvSpPr/>
            <p:nvPr/>
          </p:nvSpPr>
          <p:spPr>
            <a:xfrm>
              <a:off x="7338149" y="3862337"/>
              <a:ext cx="73341" cy="65087"/>
            </a:xfrm>
            <a:custGeom>
              <a:rect b="b" l="l" r="r" t="t"/>
              <a:pathLst>
                <a:path extrusionOk="0" h="2484" w="2799">
                  <a:moveTo>
                    <a:pt x="1122" y="1"/>
                  </a:moveTo>
                  <a:cubicBezTo>
                    <a:pt x="857" y="1"/>
                    <a:pt x="610" y="90"/>
                    <a:pt x="427" y="272"/>
                  </a:cubicBezTo>
                  <a:cubicBezTo>
                    <a:pt x="0" y="694"/>
                    <a:pt x="91" y="1477"/>
                    <a:pt x="629" y="2015"/>
                  </a:cubicBezTo>
                  <a:cubicBezTo>
                    <a:pt x="938" y="2323"/>
                    <a:pt x="1326" y="2483"/>
                    <a:pt x="1682" y="2483"/>
                  </a:cubicBezTo>
                  <a:cubicBezTo>
                    <a:pt x="1945" y="2483"/>
                    <a:pt x="2190" y="2396"/>
                    <a:pt x="2371" y="2216"/>
                  </a:cubicBezTo>
                  <a:cubicBezTo>
                    <a:pt x="2799" y="1789"/>
                    <a:pt x="2707" y="1006"/>
                    <a:pt x="2170" y="469"/>
                  </a:cubicBezTo>
                  <a:cubicBezTo>
                    <a:pt x="1865" y="161"/>
                    <a:pt x="1477" y="1"/>
                    <a:pt x="1122" y="1"/>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89"/>
            <p:cNvSpPr/>
            <p:nvPr/>
          </p:nvSpPr>
          <p:spPr>
            <a:xfrm>
              <a:off x="7323056" y="3861787"/>
              <a:ext cx="84922" cy="85053"/>
            </a:xfrm>
            <a:custGeom>
              <a:rect b="b" l="l" r="r" t="t"/>
              <a:pathLst>
                <a:path extrusionOk="0" h="3246" w="3241">
                  <a:moveTo>
                    <a:pt x="936" y="0"/>
                  </a:moveTo>
                  <a:lnTo>
                    <a:pt x="0" y="941"/>
                  </a:lnTo>
                  <a:lnTo>
                    <a:pt x="2299" y="3245"/>
                  </a:lnTo>
                  <a:lnTo>
                    <a:pt x="3240" y="2304"/>
                  </a:lnTo>
                  <a:lnTo>
                    <a:pt x="936"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89"/>
            <p:cNvSpPr/>
            <p:nvPr/>
          </p:nvSpPr>
          <p:spPr>
            <a:xfrm>
              <a:off x="7322925" y="3871455"/>
              <a:ext cx="75358" cy="75254"/>
            </a:xfrm>
            <a:custGeom>
              <a:rect b="b" l="l" r="r" t="t"/>
              <a:pathLst>
                <a:path extrusionOk="0" h="2872" w="2876">
                  <a:moveTo>
                    <a:pt x="572" y="1"/>
                  </a:moveTo>
                  <a:lnTo>
                    <a:pt x="0" y="572"/>
                  </a:lnTo>
                  <a:lnTo>
                    <a:pt x="2304" y="2871"/>
                  </a:lnTo>
                  <a:lnTo>
                    <a:pt x="2876" y="2305"/>
                  </a:lnTo>
                  <a:lnTo>
                    <a:pt x="57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89"/>
            <p:cNvSpPr/>
            <p:nvPr/>
          </p:nvSpPr>
          <p:spPr>
            <a:xfrm>
              <a:off x="7203442" y="3878635"/>
              <a:ext cx="187689" cy="187689"/>
            </a:xfrm>
            <a:custGeom>
              <a:rect b="b" l="l" r="r" t="t"/>
              <a:pathLst>
                <a:path extrusionOk="0" h="7163" w="7163">
                  <a:moveTo>
                    <a:pt x="4699" y="0"/>
                  </a:moveTo>
                  <a:lnTo>
                    <a:pt x="0" y="5698"/>
                  </a:lnTo>
                  <a:lnTo>
                    <a:pt x="1464" y="7162"/>
                  </a:lnTo>
                  <a:lnTo>
                    <a:pt x="7162" y="2463"/>
                  </a:lnTo>
                  <a:lnTo>
                    <a:pt x="4699"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89"/>
            <p:cNvSpPr/>
            <p:nvPr/>
          </p:nvSpPr>
          <p:spPr>
            <a:xfrm>
              <a:off x="7203442" y="3933712"/>
              <a:ext cx="187689" cy="132611"/>
            </a:xfrm>
            <a:custGeom>
              <a:rect b="b" l="l" r="r" t="t"/>
              <a:pathLst>
                <a:path extrusionOk="0" h="5061" w="7163">
                  <a:moveTo>
                    <a:pt x="6802" y="1"/>
                  </a:moveTo>
                  <a:lnTo>
                    <a:pt x="1771" y="4148"/>
                  </a:lnTo>
                  <a:lnTo>
                    <a:pt x="552" y="2929"/>
                  </a:lnTo>
                  <a:lnTo>
                    <a:pt x="0" y="3596"/>
                  </a:lnTo>
                  <a:lnTo>
                    <a:pt x="1464" y="5060"/>
                  </a:lnTo>
                  <a:lnTo>
                    <a:pt x="7162" y="361"/>
                  </a:lnTo>
                  <a:lnTo>
                    <a:pt x="6802"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89"/>
            <p:cNvSpPr/>
            <p:nvPr/>
          </p:nvSpPr>
          <p:spPr>
            <a:xfrm>
              <a:off x="7178392" y="4012084"/>
              <a:ext cx="79263" cy="79263"/>
            </a:xfrm>
            <a:custGeom>
              <a:rect b="b" l="l" r="r" t="t"/>
              <a:pathLst>
                <a:path extrusionOk="0" h="3025" w="3025">
                  <a:moveTo>
                    <a:pt x="942" y="0"/>
                  </a:moveTo>
                  <a:lnTo>
                    <a:pt x="1" y="941"/>
                  </a:lnTo>
                  <a:lnTo>
                    <a:pt x="2084" y="3025"/>
                  </a:lnTo>
                  <a:lnTo>
                    <a:pt x="3025" y="2084"/>
                  </a:lnTo>
                  <a:lnTo>
                    <a:pt x="942"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89"/>
            <p:cNvSpPr/>
            <p:nvPr/>
          </p:nvSpPr>
          <p:spPr>
            <a:xfrm>
              <a:off x="7178392" y="4024399"/>
              <a:ext cx="66947" cy="66947"/>
            </a:xfrm>
            <a:custGeom>
              <a:rect b="b" l="l" r="r" t="t"/>
              <a:pathLst>
                <a:path extrusionOk="0" h="2555" w="2555">
                  <a:moveTo>
                    <a:pt x="471" y="1"/>
                  </a:moveTo>
                  <a:lnTo>
                    <a:pt x="1" y="471"/>
                  </a:lnTo>
                  <a:lnTo>
                    <a:pt x="2084" y="2555"/>
                  </a:lnTo>
                  <a:lnTo>
                    <a:pt x="2555" y="2084"/>
                  </a:lnTo>
                  <a:lnTo>
                    <a:pt x="4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7" name="Google Shape;19787;p89"/>
            <p:cNvSpPr/>
            <p:nvPr/>
          </p:nvSpPr>
          <p:spPr>
            <a:xfrm>
              <a:off x="7428941" y="3953128"/>
              <a:ext cx="73367" cy="65087"/>
            </a:xfrm>
            <a:custGeom>
              <a:rect b="b" l="l" r="r" t="t"/>
              <a:pathLst>
                <a:path extrusionOk="0" h="2484" w="2800">
                  <a:moveTo>
                    <a:pt x="1120" y="1"/>
                  </a:moveTo>
                  <a:cubicBezTo>
                    <a:pt x="856" y="1"/>
                    <a:pt x="610" y="88"/>
                    <a:pt x="428" y="268"/>
                  </a:cubicBezTo>
                  <a:cubicBezTo>
                    <a:pt x="1" y="695"/>
                    <a:pt x="92" y="1478"/>
                    <a:pt x="630" y="2015"/>
                  </a:cubicBezTo>
                  <a:cubicBezTo>
                    <a:pt x="938" y="2323"/>
                    <a:pt x="1325" y="2483"/>
                    <a:pt x="1679" y="2483"/>
                  </a:cubicBezTo>
                  <a:cubicBezTo>
                    <a:pt x="1944" y="2483"/>
                    <a:pt x="2190" y="2394"/>
                    <a:pt x="2372" y="2212"/>
                  </a:cubicBezTo>
                  <a:cubicBezTo>
                    <a:pt x="2799" y="1790"/>
                    <a:pt x="2708" y="1007"/>
                    <a:pt x="2175" y="470"/>
                  </a:cubicBezTo>
                  <a:cubicBezTo>
                    <a:pt x="1866" y="161"/>
                    <a:pt x="1477" y="1"/>
                    <a:pt x="1120" y="1"/>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8" name="Google Shape;19788;p89"/>
            <p:cNvSpPr/>
            <p:nvPr/>
          </p:nvSpPr>
          <p:spPr>
            <a:xfrm>
              <a:off x="7413743" y="3952578"/>
              <a:ext cx="85053" cy="84949"/>
            </a:xfrm>
            <a:custGeom>
              <a:rect b="b" l="l" r="r" t="t"/>
              <a:pathLst>
                <a:path extrusionOk="0" h="3242" w="3246">
                  <a:moveTo>
                    <a:pt x="941" y="1"/>
                  </a:moveTo>
                  <a:lnTo>
                    <a:pt x="0" y="942"/>
                  </a:lnTo>
                  <a:lnTo>
                    <a:pt x="2304" y="3241"/>
                  </a:lnTo>
                  <a:lnTo>
                    <a:pt x="3245" y="2305"/>
                  </a:lnTo>
                  <a:lnTo>
                    <a:pt x="941"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9" name="Google Shape;19789;p89"/>
            <p:cNvSpPr/>
            <p:nvPr/>
          </p:nvSpPr>
          <p:spPr>
            <a:xfrm>
              <a:off x="7413743" y="3962273"/>
              <a:ext cx="75358" cy="75254"/>
            </a:xfrm>
            <a:custGeom>
              <a:rect b="b" l="l" r="r" t="t"/>
              <a:pathLst>
                <a:path extrusionOk="0" h="2872" w="2876">
                  <a:moveTo>
                    <a:pt x="571" y="1"/>
                  </a:moveTo>
                  <a:lnTo>
                    <a:pt x="0" y="572"/>
                  </a:lnTo>
                  <a:lnTo>
                    <a:pt x="2304" y="2871"/>
                  </a:lnTo>
                  <a:lnTo>
                    <a:pt x="2875" y="2305"/>
                  </a:lnTo>
                  <a:lnTo>
                    <a:pt x="5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89"/>
            <p:cNvSpPr/>
            <p:nvPr/>
          </p:nvSpPr>
          <p:spPr>
            <a:xfrm>
              <a:off x="7294234" y="3969322"/>
              <a:ext cx="187689" cy="187820"/>
            </a:xfrm>
            <a:custGeom>
              <a:rect b="b" l="l" r="r" t="t"/>
              <a:pathLst>
                <a:path extrusionOk="0" h="7168" w="7163">
                  <a:moveTo>
                    <a:pt x="4700" y="0"/>
                  </a:moveTo>
                  <a:lnTo>
                    <a:pt x="1" y="5703"/>
                  </a:lnTo>
                  <a:lnTo>
                    <a:pt x="1465" y="7167"/>
                  </a:lnTo>
                  <a:lnTo>
                    <a:pt x="7163" y="2468"/>
                  </a:lnTo>
                  <a:lnTo>
                    <a:pt x="4700"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89"/>
            <p:cNvSpPr/>
            <p:nvPr/>
          </p:nvSpPr>
          <p:spPr>
            <a:xfrm>
              <a:off x="7294234" y="4024530"/>
              <a:ext cx="187689" cy="132611"/>
            </a:xfrm>
            <a:custGeom>
              <a:rect b="b" l="l" r="r" t="t"/>
              <a:pathLst>
                <a:path extrusionOk="0" h="5061" w="7163">
                  <a:moveTo>
                    <a:pt x="6803" y="1"/>
                  </a:moveTo>
                  <a:lnTo>
                    <a:pt x="1772" y="4148"/>
                  </a:lnTo>
                  <a:lnTo>
                    <a:pt x="553" y="2924"/>
                  </a:lnTo>
                  <a:lnTo>
                    <a:pt x="1" y="3596"/>
                  </a:lnTo>
                  <a:lnTo>
                    <a:pt x="1465" y="5060"/>
                  </a:lnTo>
                  <a:lnTo>
                    <a:pt x="7163" y="361"/>
                  </a:lnTo>
                  <a:lnTo>
                    <a:pt x="6803"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89"/>
            <p:cNvSpPr/>
            <p:nvPr/>
          </p:nvSpPr>
          <p:spPr>
            <a:xfrm>
              <a:off x="7269210" y="4102902"/>
              <a:ext cx="79263" cy="79263"/>
            </a:xfrm>
            <a:custGeom>
              <a:rect b="b" l="l" r="r" t="t"/>
              <a:pathLst>
                <a:path extrusionOk="0" h="3025" w="3025">
                  <a:moveTo>
                    <a:pt x="941" y="0"/>
                  </a:moveTo>
                  <a:lnTo>
                    <a:pt x="1" y="941"/>
                  </a:lnTo>
                  <a:lnTo>
                    <a:pt x="2084" y="3024"/>
                  </a:lnTo>
                  <a:lnTo>
                    <a:pt x="3025" y="2084"/>
                  </a:lnTo>
                  <a:lnTo>
                    <a:pt x="941"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89"/>
            <p:cNvSpPr/>
            <p:nvPr/>
          </p:nvSpPr>
          <p:spPr>
            <a:xfrm>
              <a:off x="7269210" y="4115217"/>
              <a:ext cx="66947" cy="66947"/>
            </a:xfrm>
            <a:custGeom>
              <a:rect b="b" l="l" r="r" t="t"/>
              <a:pathLst>
                <a:path extrusionOk="0" h="2555" w="2555">
                  <a:moveTo>
                    <a:pt x="471" y="1"/>
                  </a:moveTo>
                  <a:lnTo>
                    <a:pt x="1" y="471"/>
                  </a:lnTo>
                  <a:lnTo>
                    <a:pt x="2084" y="2554"/>
                  </a:lnTo>
                  <a:lnTo>
                    <a:pt x="2554" y="2084"/>
                  </a:lnTo>
                  <a:lnTo>
                    <a:pt x="4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89"/>
            <p:cNvSpPr/>
            <p:nvPr/>
          </p:nvSpPr>
          <p:spPr>
            <a:xfrm>
              <a:off x="7457868" y="3839017"/>
              <a:ext cx="65925" cy="63122"/>
            </a:xfrm>
            <a:custGeom>
              <a:rect b="b" l="l" r="r" t="t"/>
              <a:pathLst>
                <a:path extrusionOk="0" h="2409" w="2516">
                  <a:moveTo>
                    <a:pt x="2211" y="0"/>
                  </a:moveTo>
                  <a:cubicBezTo>
                    <a:pt x="2162" y="0"/>
                    <a:pt x="2111" y="19"/>
                    <a:pt x="2065" y="63"/>
                  </a:cubicBezTo>
                  <a:lnTo>
                    <a:pt x="83" y="2040"/>
                  </a:lnTo>
                  <a:cubicBezTo>
                    <a:pt x="1" y="2127"/>
                    <a:pt x="1" y="2261"/>
                    <a:pt x="83" y="2348"/>
                  </a:cubicBezTo>
                  <a:cubicBezTo>
                    <a:pt x="126" y="2388"/>
                    <a:pt x="181" y="2409"/>
                    <a:pt x="236" y="2409"/>
                  </a:cubicBezTo>
                  <a:cubicBezTo>
                    <a:pt x="291" y="2409"/>
                    <a:pt x="347" y="2388"/>
                    <a:pt x="390" y="2348"/>
                  </a:cubicBezTo>
                  <a:lnTo>
                    <a:pt x="2368" y="365"/>
                  </a:lnTo>
                  <a:cubicBezTo>
                    <a:pt x="2515" y="210"/>
                    <a:pt x="2375" y="0"/>
                    <a:pt x="22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89"/>
            <p:cNvSpPr/>
            <p:nvPr/>
          </p:nvSpPr>
          <p:spPr>
            <a:xfrm>
              <a:off x="7435491" y="3806028"/>
              <a:ext cx="33068" cy="81909"/>
            </a:xfrm>
            <a:custGeom>
              <a:rect b="b" l="l" r="r" t="t"/>
              <a:pathLst>
                <a:path extrusionOk="0" h="3126" w="1262">
                  <a:moveTo>
                    <a:pt x="1000" y="1"/>
                  </a:moveTo>
                  <a:cubicBezTo>
                    <a:pt x="915" y="1"/>
                    <a:pt x="833" y="47"/>
                    <a:pt x="802" y="155"/>
                  </a:cubicBezTo>
                  <a:lnTo>
                    <a:pt x="34" y="2848"/>
                  </a:lnTo>
                  <a:cubicBezTo>
                    <a:pt x="1" y="2963"/>
                    <a:pt x="68" y="3083"/>
                    <a:pt x="183" y="3117"/>
                  </a:cubicBezTo>
                  <a:cubicBezTo>
                    <a:pt x="202" y="3123"/>
                    <a:pt x="222" y="3126"/>
                    <a:pt x="241" y="3126"/>
                  </a:cubicBezTo>
                  <a:cubicBezTo>
                    <a:pt x="333" y="3126"/>
                    <a:pt x="419" y="3063"/>
                    <a:pt x="447" y="2968"/>
                  </a:cubicBezTo>
                  <a:lnTo>
                    <a:pt x="1215" y="275"/>
                  </a:lnTo>
                  <a:cubicBezTo>
                    <a:pt x="1261" y="110"/>
                    <a:pt x="1129" y="1"/>
                    <a:pt x="10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89"/>
            <p:cNvSpPr/>
            <p:nvPr/>
          </p:nvSpPr>
          <p:spPr>
            <a:xfrm>
              <a:off x="7390868" y="3803355"/>
              <a:ext cx="35478" cy="81909"/>
            </a:xfrm>
            <a:custGeom>
              <a:rect b="b" l="l" r="r" t="t"/>
              <a:pathLst>
                <a:path extrusionOk="0" h="3126" w="1354">
                  <a:moveTo>
                    <a:pt x="270" y="1"/>
                  </a:moveTo>
                  <a:cubicBezTo>
                    <a:pt x="136" y="1"/>
                    <a:pt x="0" y="117"/>
                    <a:pt x="62" y="286"/>
                  </a:cubicBezTo>
                  <a:lnTo>
                    <a:pt x="883" y="2965"/>
                  </a:lnTo>
                  <a:cubicBezTo>
                    <a:pt x="913" y="3077"/>
                    <a:pt x="997" y="3125"/>
                    <a:pt x="1083" y="3125"/>
                  </a:cubicBezTo>
                  <a:cubicBezTo>
                    <a:pt x="1217" y="3125"/>
                    <a:pt x="1354" y="3009"/>
                    <a:pt x="1295" y="2840"/>
                  </a:cubicBezTo>
                  <a:lnTo>
                    <a:pt x="470" y="161"/>
                  </a:lnTo>
                  <a:cubicBezTo>
                    <a:pt x="440" y="49"/>
                    <a:pt x="355" y="1"/>
                    <a:pt x="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89"/>
            <p:cNvSpPr/>
            <p:nvPr/>
          </p:nvSpPr>
          <p:spPr>
            <a:xfrm>
              <a:off x="7471965" y="3892941"/>
              <a:ext cx="85053" cy="31469"/>
            </a:xfrm>
            <a:custGeom>
              <a:rect b="b" l="l" r="r" t="t"/>
              <a:pathLst>
                <a:path extrusionOk="0" h="1201" w="3246">
                  <a:moveTo>
                    <a:pt x="2945" y="1"/>
                  </a:moveTo>
                  <a:cubicBezTo>
                    <a:pt x="2924" y="1"/>
                    <a:pt x="2900" y="4"/>
                    <a:pt x="2876" y="11"/>
                  </a:cubicBezTo>
                  <a:lnTo>
                    <a:pt x="178" y="779"/>
                  </a:lnTo>
                  <a:cubicBezTo>
                    <a:pt x="63" y="813"/>
                    <a:pt x="1" y="933"/>
                    <a:pt x="34" y="1043"/>
                  </a:cubicBezTo>
                  <a:cubicBezTo>
                    <a:pt x="62" y="1138"/>
                    <a:pt x="145" y="1201"/>
                    <a:pt x="238" y="1201"/>
                  </a:cubicBezTo>
                  <a:cubicBezTo>
                    <a:pt x="258" y="1201"/>
                    <a:pt x="278" y="1198"/>
                    <a:pt x="298" y="1192"/>
                  </a:cubicBezTo>
                  <a:lnTo>
                    <a:pt x="2996" y="424"/>
                  </a:lnTo>
                  <a:cubicBezTo>
                    <a:pt x="3245" y="350"/>
                    <a:pt x="3168" y="1"/>
                    <a:pt x="29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89"/>
            <p:cNvSpPr/>
            <p:nvPr/>
          </p:nvSpPr>
          <p:spPr>
            <a:xfrm>
              <a:off x="7473171" y="3935494"/>
              <a:ext cx="86625" cy="32963"/>
            </a:xfrm>
            <a:custGeom>
              <a:rect b="b" l="l" r="r" t="t"/>
              <a:pathLst>
                <a:path extrusionOk="0" h="1258" w="3306">
                  <a:moveTo>
                    <a:pt x="304" y="1"/>
                  </a:moveTo>
                  <a:cubicBezTo>
                    <a:pt x="81" y="1"/>
                    <a:pt x="1" y="339"/>
                    <a:pt x="243" y="423"/>
                  </a:cubicBezTo>
                  <a:lnTo>
                    <a:pt x="2921" y="1243"/>
                  </a:lnTo>
                  <a:cubicBezTo>
                    <a:pt x="2949" y="1253"/>
                    <a:pt x="2975" y="1257"/>
                    <a:pt x="3000" y="1257"/>
                  </a:cubicBezTo>
                  <a:cubicBezTo>
                    <a:pt x="3222" y="1257"/>
                    <a:pt x="3305" y="904"/>
                    <a:pt x="3046" y="835"/>
                  </a:cubicBezTo>
                  <a:lnTo>
                    <a:pt x="367" y="10"/>
                  </a:lnTo>
                  <a:cubicBezTo>
                    <a:pt x="345" y="4"/>
                    <a:pt x="324" y="1"/>
                    <a:pt x="3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89"/>
            <p:cNvSpPr/>
            <p:nvPr/>
          </p:nvSpPr>
          <p:spPr>
            <a:xfrm>
              <a:off x="7232448" y="3926585"/>
              <a:ext cx="83088" cy="92888"/>
            </a:xfrm>
            <a:custGeom>
              <a:rect b="b" l="l" r="r" t="t"/>
              <a:pathLst>
                <a:path extrusionOk="0" h="3545" w="3171">
                  <a:moveTo>
                    <a:pt x="2925" y="0"/>
                  </a:moveTo>
                  <a:cubicBezTo>
                    <a:pt x="2865" y="0"/>
                    <a:pt x="2806" y="26"/>
                    <a:pt x="2767" y="76"/>
                  </a:cubicBezTo>
                  <a:lnTo>
                    <a:pt x="127" y="3196"/>
                  </a:lnTo>
                  <a:cubicBezTo>
                    <a:pt x="1" y="3358"/>
                    <a:pt x="142" y="3545"/>
                    <a:pt x="300" y="3545"/>
                  </a:cubicBezTo>
                  <a:cubicBezTo>
                    <a:pt x="352" y="3545"/>
                    <a:pt x="406" y="3524"/>
                    <a:pt x="453" y="3475"/>
                  </a:cubicBezTo>
                  <a:lnTo>
                    <a:pt x="3093" y="355"/>
                  </a:lnTo>
                  <a:cubicBezTo>
                    <a:pt x="3170" y="263"/>
                    <a:pt x="3156" y="124"/>
                    <a:pt x="3064" y="52"/>
                  </a:cubicBezTo>
                  <a:cubicBezTo>
                    <a:pt x="3023" y="18"/>
                    <a:pt x="2974" y="0"/>
                    <a:pt x="29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89"/>
            <p:cNvSpPr/>
            <p:nvPr/>
          </p:nvSpPr>
          <p:spPr>
            <a:xfrm>
              <a:off x="7172235" y="3856022"/>
              <a:ext cx="335235" cy="331645"/>
            </a:xfrm>
            <a:custGeom>
              <a:rect b="b" l="l" r="r" t="t"/>
              <a:pathLst>
                <a:path extrusionOk="0" h="12657" w="12794">
                  <a:moveTo>
                    <a:pt x="7453" y="457"/>
                  </a:moveTo>
                  <a:cubicBezTo>
                    <a:pt x="7755" y="457"/>
                    <a:pt x="8091" y="601"/>
                    <a:pt x="8353" y="863"/>
                  </a:cubicBezTo>
                  <a:lnTo>
                    <a:pt x="8353" y="868"/>
                  </a:lnTo>
                  <a:cubicBezTo>
                    <a:pt x="8675" y="1190"/>
                    <a:pt x="8819" y="1617"/>
                    <a:pt x="8737" y="1963"/>
                  </a:cubicBezTo>
                  <a:lnTo>
                    <a:pt x="7254" y="479"/>
                  </a:lnTo>
                  <a:cubicBezTo>
                    <a:pt x="7318" y="464"/>
                    <a:pt x="7384" y="457"/>
                    <a:pt x="7453" y="457"/>
                  </a:cubicBezTo>
                  <a:close/>
                  <a:moveTo>
                    <a:pt x="6692" y="527"/>
                  </a:moveTo>
                  <a:lnTo>
                    <a:pt x="8694" y="2524"/>
                  </a:lnTo>
                  <a:lnTo>
                    <a:pt x="8271" y="2947"/>
                  </a:lnTo>
                  <a:lnTo>
                    <a:pt x="6275" y="945"/>
                  </a:lnTo>
                  <a:lnTo>
                    <a:pt x="6692" y="527"/>
                  </a:lnTo>
                  <a:close/>
                  <a:moveTo>
                    <a:pt x="10910" y="3920"/>
                  </a:moveTo>
                  <a:cubicBezTo>
                    <a:pt x="11215" y="3920"/>
                    <a:pt x="11554" y="4065"/>
                    <a:pt x="11819" y="4329"/>
                  </a:cubicBezTo>
                  <a:cubicBezTo>
                    <a:pt x="12140" y="4651"/>
                    <a:pt x="12280" y="5083"/>
                    <a:pt x="12203" y="5424"/>
                  </a:cubicBezTo>
                  <a:lnTo>
                    <a:pt x="10720" y="3940"/>
                  </a:lnTo>
                  <a:cubicBezTo>
                    <a:pt x="10781" y="3927"/>
                    <a:pt x="10845" y="3920"/>
                    <a:pt x="10910" y="3920"/>
                  </a:cubicBezTo>
                  <a:close/>
                  <a:moveTo>
                    <a:pt x="10158" y="3988"/>
                  </a:moveTo>
                  <a:lnTo>
                    <a:pt x="10196" y="4022"/>
                  </a:lnTo>
                  <a:lnTo>
                    <a:pt x="12155" y="5985"/>
                  </a:lnTo>
                  <a:lnTo>
                    <a:pt x="11737" y="6408"/>
                  </a:lnTo>
                  <a:lnTo>
                    <a:pt x="9736" y="4406"/>
                  </a:lnTo>
                  <a:lnTo>
                    <a:pt x="10158" y="3988"/>
                  </a:lnTo>
                  <a:close/>
                  <a:moveTo>
                    <a:pt x="5151" y="6244"/>
                  </a:moveTo>
                  <a:lnTo>
                    <a:pt x="6433" y="7531"/>
                  </a:lnTo>
                  <a:lnTo>
                    <a:pt x="5636" y="8496"/>
                  </a:lnTo>
                  <a:lnTo>
                    <a:pt x="4186" y="7041"/>
                  </a:lnTo>
                  <a:lnTo>
                    <a:pt x="5151" y="6244"/>
                  </a:lnTo>
                  <a:close/>
                  <a:moveTo>
                    <a:pt x="4642" y="9725"/>
                  </a:moveTo>
                  <a:lnTo>
                    <a:pt x="4772" y="9854"/>
                  </a:lnTo>
                  <a:lnTo>
                    <a:pt x="6419" y="11501"/>
                  </a:lnTo>
                  <a:lnTo>
                    <a:pt x="5785" y="12144"/>
                  </a:lnTo>
                  <a:lnTo>
                    <a:pt x="4004" y="10363"/>
                  </a:lnTo>
                  <a:lnTo>
                    <a:pt x="4642" y="9725"/>
                  </a:lnTo>
                  <a:close/>
                  <a:moveTo>
                    <a:pt x="6687" y="1"/>
                  </a:moveTo>
                  <a:cubicBezTo>
                    <a:pt x="6632" y="1"/>
                    <a:pt x="6577" y="21"/>
                    <a:pt x="6534" y="62"/>
                  </a:cubicBezTo>
                  <a:lnTo>
                    <a:pt x="5948" y="652"/>
                  </a:lnTo>
                  <a:cubicBezTo>
                    <a:pt x="5929" y="647"/>
                    <a:pt x="5909" y="644"/>
                    <a:pt x="5890" y="644"/>
                  </a:cubicBezTo>
                  <a:cubicBezTo>
                    <a:pt x="5826" y="644"/>
                    <a:pt x="5763" y="673"/>
                    <a:pt x="5722" y="724"/>
                  </a:cubicBezTo>
                  <a:lnTo>
                    <a:pt x="1441" y="5918"/>
                  </a:lnTo>
                  <a:lnTo>
                    <a:pt x="1330" y="5803"/>
                  </a:lnTo>
                  <a:cubicBezTo>
                    <a:pt x="1287" y="5762"/>
                    <a:pt x="1232" y="5742"/>
                    <a:pt x="1177" y="5742"/>
                  </a:cubicBezTo>
                  <a:cubicBezTo>
                    <a:pt x="1121" y="5742"/>
                    <a:pt x="1066" y="5762"/>
                    <a:pt x="1023" y="5803"/>
                  </a:cubicBezTo>
                  <a:lnTo>
                    <a:pt x="82" y="6744"/>
                  </a:lnTo>
                  <a:cubicBezTo>
                    <a:pt x="1" y="6830"/>
                    <a:pt x="1" y="6965"/>
                    <a:pt x="82" y="7051"/>
                  </a:cubicBezTo>
                  <a:lnTo>
                    <a:pt x="946" y="7915"/>
                  </a:lnTo>
                  <a:cubicBezTo>
                    <a:pt x="994" y="7966"/>
                    <a:pt x="1048" y="7987"/>
                    <a:pt x="1100" y="7987"/>
                  </a:cubicBezTo>
                  <a:cubicBezTo>
                    <a:pt x="1268" y="7987"/>
                    <a:pt x="1413" y="7766"/>
                    <a:pt x="1249" y="7613"/>
                  </a:cubicBezTo>
                  <a:lnTo>
                    <a:pt x="538" y="6897"/>
                  </a:lnTo>
                  <a:lnTo>
                    <a:pt x="1177" y="6264"/>
                  </a:lnTo>
                  <a:lnTo>
                    <a:pt x="1301" y="6388"/>
                  </a:lnTo>
                  <a:lnTo>
                    <a:pt x="1306" y="6388"/>
                  </a:lnTo>
                  <a:lnTo>
                    <a:pt x="2828" y="7910"/>
                  </a:lnTo>
                  <a:lnTo>
                    <a:pt x="2953" y="8035"/>
                  </a:lnTo>
                  <a:lnTo>
                    <a:pt x="2314" y="8673"/>
                  </a:lnTo>
                  <a:lnTo>
                    <a:pt x="1844" y="8203"/>
                  </a:lnTo>
                  <a:cubicBezTo>
                    <a:pt x="1798" y="8161"/>
                    <a:pt x="1749" y="8143"/>
                    <a:pt x="1701" y="8143"/>
                  </a:cubicBezTo>
                  <a:cubicBezTo>
                    <a:pt x="1537" y="8143"/>
                    <a:pt x="1396" y="8354"/>
                    <a:pt x="1541" y="8510"/>
                  </a:cubicBezTo>
                  <a:lnTo>
                    <a:pt x="2161" y="9129"/>
                  </a:lnTo>
                  <a:cubicBezTo>
                    <a:pt x="2204" y="9170"/>
                    <a:pt x="2259" y="9191"/>
                    <a:pt x="2314" y="9191"/>
                  </a:cubicBezTo>
                  <a:cubicBezTo>
                    <a:pt x="2370" y="9191"/>
                    <a:pt x="2425" y="9170"/>
                    <a:pt x="2468" y="9129"/>
                  </a:cubicBezTo>
                  <a:lnTo>
                    <a:pt x="3404" y="8189"/>
                  </a:lnTo>
                  <a:cubicBezTo>
                    <a:pt x="3490" y="8107"/>
                    <a:pt x="3490" y="7968"/>
                    <a:pt x="3404" y="7886"/>
                  </a:cubicBezTo>
                  <a:lnTo>
                    <a:pt x="3294" y="7771"/>
                  </a:lnTo>
                  <a:lnTo>
                    <a:pt x="3846" y="7315"/>
                  </a:lnTo>
                  <a:lnTo>
                    <a:pt x="5358" y="8827"/>
                  </a:lnTo>
                  <a:lnTo>
                    <a:pt x="4902" y="9379"/>
                  </a:lnTo>
                  <a:lnTo>
                    <a:pt x="4786" y="9269"/>
                  </a:lnTo>
                  <a:cubicBezTo>
                    <a:pt x="4746" y="9225"/>
                    <a:pt x="4690" y="9204"/>
                    <a:pt x="4635" y="9204"/>
                  </a:cubicBezTo>
                  <a:cubicBezTo>
                    <a:pt x="4580" y="9204"/>
                    <a:pt x="4525" y="9225"/>
                    <a:pt x="4484" y="9269"/>
                  </a:cubicBezTo>
                  <a:lnTo>
                    <a:pt x="3543" y="10209"/>
                  </a:lnTo>
                  <a:cubicBezTo>
                    <a:pt x="3462" y="10291"/>
                    <a:pt x="3462" y="10425"/>
                    <a:pt x="3543" y="10512"/>
                  </a:cubicBezTo>
                  <a:lnTo>
                    <a:pt x="5626" y="12595"/>
                  </a:lnTo>
                  <a:cubicBezTo>
                    <a:pt x="5667" y="12636"/>
                    <a:pt x="5722" y="12656"/>
                    <a:pt x="5778" y="12656"/>
                  </a:cubicBezTo>
                  <a:cubicBezTo>
                    <a:pt x="5833" y="12656"/>
                    <a:pt x="5888" y="12636"/>
                    <a:pt x="5929" y="12595"/>
                  </a:cubicBezTo>
                  <a:lnTo>
                    <a:pt x="6870" y="11654"/>
                  </a:lnTo>
                  <a:cubicBezTo>
                    <a:pt x="6956" y="11568"/>
                    <a:pt x="6956" y="11434"/>
                    <a:pt x="6870" y="11352"/>
                  </a:cubicBezTo>
                  <a:lnTo>
                    <a:pt x="6755" y="11237"/>
                  </a:lnTo>
                  <a:lnTo>
                    <a:pt x="9207" y="9216"/>
                  </a:lnTo>
                  <a:cubicBezTo>
                    <a:pt x="9397" y="9072"/>
                    <a:pt x="9258" y="8824"/>
                    <a:pt x="9080" y="8824"/>
                  </a:cubicBezTo>
                  <a:cubicBezTo>
                    <a:pt x="9032" y="8824"/>
                    <a:pt x="8982" y="8842"/>
                    <a:pt x="8934" y="8885"/>
                  </a:cubicBezTo>
                  <a:lnTo>
                    <a:pt x="6452" y="10930"/>
                  </a:lnTo>
                  <a:lnTo>
                    <a:pt x="5204" y="9686"/>
                  </a:lnTo>
                  <a:lnTo>
                    <a:pt x="9361" y="4641"/>
                  </a:lnTo>
                  <a:lnTo>
                    <a:pt x="11497" y="6773"/>
                  </a:lnTo>
                  <a:lnTo>
                    <a:pt x="9596" y="8347"/>
                  </a:lnTo>
                  <a:cubicBezTo>
                    <a:pt x="9410" y="8488"/>
                    <a:pt x="9552" y="8736"/>
                    <a:pt x="9728" y="8736"/>
                  </a:cubicBezTo>
                  <a:cubicBezTo>
                    <a:pt x="9775" y="8736"/>
                    <a:pt x="9824" y="8719"/>
                    <a:pt x="9870" y="8678"/>
                  </a:cubicBezTo>
                  <a:lnTo>
                    <a:pt x="11958" y="6955"/>
                  </a:lnTo>
                  <a:cubicBezTo>
                    <a:pt x="12025" y="6902"/>
                    <a:pt x="12049" y="6811"/>
                    <a:pt x="12025" y="6725"/>
                  </a:cubicBezTo>
                  <a:lnTo>
                    <a:pt x="12616" y="6139"/>
                  </a:lnTo>
                  <a:cubicBezTo>
                    <a:pt x="12697" y="6052"/>
                    <a:pt x="12697" y="5918"/>
                    <a:pt x="12616" y="5832"/>
                  </a:cubicBezTo>
                  <a:lnTo>
                    <a:pt x="12539" y="5764"/>
                  </a:lnTo>
                  <a:cubicBezTo>
                    <a:pt x="12793" y="5236"/>
                    <a:pt x="12630" y="4536"/>
                    <a:pt x="12121" y="4027"/>
                  </a:cubicBezTo>
                  <a:cubicBezTo>
                    <a:pt x="11771" y="3674"/>
                    <a:pt x="11330" y="3488"/>
                    <a:pt x="10916" y="3488"/>
                  </a:cubicBezTo>
                  <a:cubicBezTo>
                    <a:pt x="10728" y="3488"/>
                    <a:pt x="10545" y="3526"/>
                    <a:pt x="10379" y="3604"/>
                  </a:cubicBezTo>
                  <a:lnTo>
                    <a:pt x="10307" y="3532"/>
                  </a:lnTo>
                  <a:cubicBezTo>
                    <a:pt x="10264" y="3489"/>
                    <a:pt x="10208" y="3468"/>
                    <a:pt x="10154" y="3468"/>
                  </a:cubicBezTo>
                  <a:cubicBezTo>
                    <a:pt x="10099" y="3468"/>
                    <a:pt x="10045" y="3489"/>
                    <a:pt x="10004" y="3532"/>
                  </a:cubicBezTo>
                  <a:lnTo>
                    <a:pt x="9414" y="4118"/>
                  </a:lnTo>
                  <a:cubicBezTo>
                    <a:pt x="9390" y="4113"/>
                    <a:pt x="9366" y="4108"/>
                    <a:pt x="9337" y="4108"/>
                  </a:cubicBezTo>
                  <a:cubicBezTo>
                    <a:pt x="9279" y="4113"/>
                    <a:pt x="9222" y="4142"/>
                    <a:pt x="9183" y="4185"/>
                  </a:cubicBezTo>
                  <a:lnTo>
                    <a:pt x="6707" y="7195"/>
                  </a:lnTo>
                  <a:lnTo>
                    <a:pt x="5482" y="5971"/>
                  </a:lnTo>
                  <a:lnTo>
                    <a:pt x="6039" y="5510"/>
                  </a:lnTo>
                  <a:cubicBezTo>
                    <a:pt x="6229" y="5369"/>
                    <a:pt x="6088" y="5121"/>
                    <a:pt x="5910" y="5121"/>
                  </a:cubicBezTo>
                  <a:cubicBezTo>
                    <a:pt x="5862" y="5121"/>
                    <a:pt x="5813" y="5138"/>
                    <a:pt x="5766" y="5179"/>
                  </a:cubicBezTo>
                  <a:lnTo>
                    <a:pt x="5026" y="5788"/>
                  </a:lnTo>
                  <a:lnTo>
                    <a:pt x="2991" y="7469"/>
                  </a:lnTo>
                  <a:lnTo>
                    <a:pt x="1748" y="6225"/>
                  </a:lnTo>
                  <a:lnTo>
                    <a:pt x="5905" y="1180"/>
                  </a:lnTo>
                  <a:lnTo>
                    <a:pt x="8036" y="3312"/>
                  </a:lnTo>
                  <a:lnTo>
                    <a:pt x="6423" y="4641"/>
                  </a:lnTo>
                  <a:cubicBezTo>
                    <a:pt x="6233" y="4782"/>
                    <a:pt x="6377" y="5031"/>
                    <a:pt x="6555" y="5031"/>
                  </a:cubicBezTo>
                  <a:cubicBezTo>
                    <a:pt x="6602" y="5031"/>
                    <a:pt x="6651" y="5013"/>
                    <a:pt x="6697" y="4972"/>
                  </a:cubicBezTo>
                  <a:lnTo>
                    <a:pt x="8492" y="3494"/>
                  </a:lnTo>
                  <a:cubicBezTo>
                    <a:pt x="8559" y="3436"/>
                    <a:pt x="8583" y="3345"/>
                    <a:pt x="8559" y="3264"/>
                  </a:cubicBezTo>
                  <a:lnTo>
                    <a:pt x="9145" y="2673"/>
                  </a:lnTo>
                  <a:cubicBezTo>
                    <a:pt x="9231" y="2592"/>
                    <a:pt x="9231" y="2457"/>
                    <a:pt x="9145" y="2371"/>
                  </a:cubicBezTo>
                  <a:lnTo>
                    <a:pt x="9073" y="2299"/>
                  </a:lnTo>
                  <a:cubicBezTo>
                    <a:pt x="9323" y="1771"/>
                    <a:pt x="9164" y="1070"/>
                    <a:pt x="8655" y="556"/>
                  </a:cubicBezTo>
                  <a:cubicBezTo>
                    <a:pt x="8302" y="207"/>
                    <a:pt x="7861" y="22"/>
                    <a:pt x="7448" y="22"/>
                  </a:cubicBezTo>
                  <a:cubicBezTo>
                    <a:pt x="7260" y="22"/>
                    <a:pt x="7078" y="61"/>
                    <a:pt x="6913" y="139"/>
                  </a:cubicBezTo>
                  <a:lnTo>
                    <a:pt x="6841" y="62"/>
                  </a:lnTo>
                  <a:cubicBezTo>
                    <a:pt x="6798" y="21"/>
                    <a:pt x="6743" y="1"/>
                    <a:pt x="66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89"/>
            <p:cNvSpPr/>
            <p:nvPr/>
          </p:nvSpPr>
          <p:spPr>
            <a:xfrm>
              <a:off x="7323240" y="4017377"/>
              <a:ext cx="82983" cy="92862"/>
            </a:xfrm>
            <a:custGeom>
              <a:rect b="b" l="l" r="r" t="t"/>
              <a:pathLst>
                <a:path extrusionOk="0" h="3544" w="3167">
                  <a:moveTo>
                    <a:pt x="2928" y="0"/>
                  </a:moveTo>
                  <a:cubicBezTo>
                    <a:pt x="2867" y="0"/>
                    <a:pt x="2806" y="26"/>
                    <a:pt x="2763" y="77"/>
                  </a:cubicBezTo>
                  <a:lnTo>
                    <a:pt x="123" y="3197"/>
                  </a:lnTo>
                  <a:cubicBezTo>
                    <a:pt x="1" y="3358"/>
                    <a:pt x="141" y="3543"/>
                    <a:pt x="298" y="3543"/>
                  </a:cubicBezTo>
                  <a:cubicBezTo>
                    <a:pt x="351" y="3543"/>
                    <a:pt x="406" y="3522"/>
                    <a:pt x="454" y="3471"/>
                  </a:cubicBezTo>
                  <a:lnTo>
                    <a:pt x="3094" y="350"/>
                  </a:lnTo>
                  <a:cubicBezTo>
                    <a:pt x="3166" y="259"/>
                    <a:pt x="3156" y="125"/>
                    <a:pt x="3065" y="48"/>
                  </a:cubicBezTo>
                  <a:cubicBezTo>
                    <a:pt x="3025" y="16"/>
                    <a:pt x="2976" y="0"/>
                    <a:pt x="29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2" name="Google Shape;19802;p89"/>
          <p:cNvGrpSpPr/>
          <p:nvPr/>
        </p:nvGrpSpPr>
        <p:grpSpPr>
          <a:xfrm>
            <a:off x="6655443" y="3799215"/>
            <a:ext cx="428280" cy="351638"/>
            <a:chOff x="6655443" y="3799215"/>
            <a:chExt cx="428280" cy="351638"/>
          </a:xfrm>
        </p:grpSpPr>
        <p:sp>
          <p:nvSpPr>
            <p:cNvPr id="19803" name="Google Shape;19803;p89"/>
            <p:cNvSpPr/>
            <p:nvPr/>
          </p:nvSpPr>
          <p:spPr>
            <a:xfrm>
              <a:off x="6723334" y="3960387"/>
              <a:ext cx="293468" cy="184177"/>
            </a:xfrm>
            <a:custGeom>
              <a:rect b="b" l="l" r="r" t="t"/>
              <a:pathLst>
                <a:path extrusionOk="0" h="7029" w="11200">
                  <a:moveTo>
                    <a:pt x="0" y="1"/>
                  </a:moveTo>
                  <a:lnTo>
                    <a:pt x="0" y="5382"/>
                  </a:lnTo>
                  <a:cubicBezTo>
                    <a:pt x="0" y="5770"/>
                    <a:pt x="456" y="6126"/>
                    <a:pt x="1220" y="6409"/>
                  </a:cubicBezTo>
                  <a:cubicBezTo>
                    <a:pt x="1637" y="6558"/>
                    <a:pt x="2069" y="6673"/>
                    <a:pt x="2506" y="6754"/>
                  </a:cubicBezTo>
                  <a:cubicBezTo>
                    <a:pt x="3236" y="6894"/>
                    <a:pt x="3975" y="6975"/>
                    <a:pt x="4714" y="7009"/>
                  </a:cubicBezTo>
                  <a:cubicBezTo>
                    <a:pt x="5002" y="7023"/>
                    <a:pt x="5300" y="7028"/>
                    <a:pt x="5598" y="7028"/>
                  </a:cubicBezTo>
                  <a:cubicBezTo>
                    <a:pt x="8694" y="7028"/>
                    <a:pt x="11199" y="6294"/>
                    <a:pt x="11199" y="5382"/>
                  </a:cubicBezTo>
                  <a:lnTo>
                    <a:pt x="11199" y="1"/>
                  </a:lnTo>
                  <a:close/>
                </a:path>
              </a:pathLst>
            </a:custGeom>
            <a:solidFill>
              <a:srgbClr val="B2C1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89"/>
            <p:cNvSpPr/>
            <p:nvPr/>
          </p:nvSpPr>
          <p:spPr>
            <a:xfrm>
              <a:off x="6998905" y="3960387"/>
              <a:ext cx="17896" cy="161774"/>
            </a:xfrm>
            <a:custGeom>
              <a:rect b="b" l="l" r="r" t="t"/>
              <a:pathLst>
                <a:path extrusionOk="0" h="6174" w="683">
                  <a:moveTo>
                    <a:pt x="1" y="1"/>
                  </a:moveTo>
                  <a:lnTo>
                    <a:pt x="1" y="6174"/>
                  </a:lnTo>
                  <a:cubicBezTo>
                    <a:pt x="433" y="5938"/>
                    <a:pt x="682" y="5670"/>
                    <a:pt x="682" y="5382"/>
                  </a:cubicBezTo>
                  <a:lnTo>
                    <a:pt x="682" y="1"/>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89"/>
            <p:cNvSpPr/>
            <p:nvPr/>
          </p:nvSpPr>
          <p:spPr>
            <a:xfrm>
              <a:off x="6723334" y="3949434"/>
              <a:ext cx="293468" cy="70223"/>
            </a:xfrm>
            <a:custGeom>
              <a:rect b="b" l="l" r="r" t="t"/>
              <a:pathLst>
                <a:path extrusionOk="0" h="2680" w="11200">
                  <a:moveTo>
                    <a:pt x="0" y="1"/>
                  </a:moveTo>
                  <a:lnTo>
                    <a:pt x="0" y="1033"/>
                  </a:lnTo>
                  <a:cubicBezTo>
                    <a:pt x="0" y="1854"/>
                    <a:pt x="2045" y="2535"/>
                    <a:pt x="4714" y="2660"/>
                  </a:cubicBezTo>
                  <a:cubicBezTo>
                    <a:pt x="5002" y="2675"/>
                    <a:pt x="5300" y="2679"/>
                    <a:pt x="5598" y="2679"/>
                  </a:cubicBezTo>
                  <a:cubicBezTo>
                    <a:pt x="8694" y="2679"/>
                    <a:pt x="11199" y="1945"/>
                    <a:pt x="11199" y="1033"/>
                  </a:cubicBezTo>
                  <a:lnTo>
                    <a:pt x="11199"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89"/>
            <p:cNvSpPr/>
            <p:nvPr/>
          </p:nvSpPr>
          <p:spPr>
            <a:xfrm>
              <a:off x="6998905" y="3949434"/>
              <a:ext cx="17896" cy="47846"/>
            </a:xfrm>
            <a:custGeom>
              <a:rect b="b" l="l" r="r" t="t"/>
              <a:pathLst>
                <a:path extrusionOk="0" h="1826" w="683">
                  <a:moveTo>
                    <a:pt x="1" y="1"/>
                  </a:moveTo>
                  <a:lnTo>
                    <a:pt x="1" y="1825"/>
                  </a:lnTo>
                  <a:cubicBezTo>
                    <a:pt x="433" y="1590"/>
                    <a:pt x="682" y="1321"/>
                    <a:pt x="682" y="1033"/>
                  </a:cubicBezTo>
                  <a:lnTo>
                    <a:pt x="682" y="1"/>
                  </a:ln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89"/>
            <p:cNvSpPr/>
            <p:nvPr/>
          </p:nvSpPr>
          <p:spPr>
            <a:xfrm>
              <a:off x="6723334" y="3906174"/>
              <a:ext cx="293468" cy="86442"/>
            </a:xfrm>
            <a:custGeom>
              <a:rect b="b" l="l" r="r" t="t"/>
              <a:pathLst>
                <a:path extrusionOk="0" h="3299" w="11200">
                  <a:moveTo>
                    <a:pt x="5598" y="1"/>
                  </a:moveTo>
                  <a:cubicBezTo>
                    <a:pt x="2506" y="1"/>
                    <a:pt x="0" y="740"/>
                    <a:pt x="0" y="1652"/>
                  </a:cubicBezTo>
                  <a:cubicBezTo>
                    <a:pt x="0" y="2559"/>
                    <a:pt x="2506" y="3298"/>
                    <a:pt x="5598" y="3298"/>
                  </a:cubicBezTo>
                  <a:cubicBezTo>
                    <a:pt x="8694" y="3298"/>
                    <a:pt x="11199" y="2559"/>
                    <a:pt x="11199" y="1652"/>
                  </a:cubicBezTo>
                  <a:cubicBezTo>
                    <a:pt x="11199" y="740"/>
                    <a:pt x="8694" y="1"/>
                    <a:pt x="559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8" name="Google Shape;19808;p89"/>
            <p:cNvSpPr/>
            <p:nvPr/>
          </p:nvSpPr>
          <p:spPr>
            <a:xfrm>
              <a:off x="6846852" y="3906305"/>
              <a:ext cx="169949" cy="86311"/>
            </a:xfrm>
            <a:custGeom>
              <a:rect b="b" l="l" r="r" t="t"/>
              <a:pathLst>
                <a:path extrusionOk="0" h="3294" w="6486">
                  <a:moveTo>
                    <a:pt x="884" y="0"/>
                  </a:moveTo>
                  <a:cubicBezTo>
                    <a:pt x="586" y="0"/>
                    <a:pt x="288" y="5"/>
                    <a:pt x="0" y="20"/>
                  </a:cubicBezTo>
                  <a:cubicBezTo>
                    <a:pt x="2674" y="144"/>
                    <a:pt x="4719" y="826"/>
                    <a:pt x="4719" y="1647"/>
                  </a:cubicBezTo>
                  <a:cubicBezTo>
                    <a:pt x="4719" y="2468"/>
                    <a:pt x="2674" y="3145"/>
                    <a:pt x="0" y="3269"/>
                  </a:cubicBezTo>
                  <a:cubicBezTo>
                    <a:pt x="288" y="3284"/>
                    <a:pt x="586" y="3293"/>
                    <a:pt x="884" y="3293"/>
                  </a:cubicBezTo>
                  <a:cubicBezTo>
                    <a:pt x="3980" y="3293"/>
                    <a:pt x="6485" y="2554"/>
                    <a:pt x="6485" y="1647"/>
                  </a:cubicBezTo>
                  <a:cubicBezTo>
                    <a:pt x="6485" y="735"/>
                    <a:pt x="3980" y="0"/>
                    <a:pt x="884" y="0"/>
                  </a:cubicBezTo>
                  <a:close/>
                </a:path>
              </a:pathLst>
            </a:custGeom>
            <a:solidFill>
              <a:srgbClr val="AD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9" name="Google Shape;19809;p89"/>
            <p:cNvSpPr/>
            <p:nvPr/>
          </p:nvSpPr>
          <p:spPr>
            <a:xfrm>
              <a:off x="6885448" y="3927424"/>
              <a:ext cx="21931" cy="22036"/>
            </a:xfrm>
            <a:custGeom>
              <a:rect b="b" l="l" r="r" t="t"/>
              <a:pathLst>
                <a:path extrusionOk="0" h="841" w="837">
                  <a:moveTo>
                    <a:pt x="419" y="1"/>
                  </a:moveTo>
                  <a:cubicBezTo>
                    <a:pt x="188" y="1"/>
                    <a:pt x="1" y="188"/>
                    <a:pt x="1" y="419"/>
                  </a:cubicBezTo>
                  <a:cubicBezTo>
                    <a:pt x="1" y="654"/>
                    <a:pt x="188" y="841"/>
                    <a:pt x="419" y="841"/>
                  </a:cubicBezTo>
                  <a:cubicBezTo>
                    <a:pt x="649" y="841"/>
                    <a:pt x="836" y="654"/>
                    <a:pt x="836" y="419"/>
                  </a:cubicBezTo>
                  <a:cubicBezTo>
                    <a:pt x="836" y="188"/>
                    <a:pt x="649" y="1"/>
                    <a:pt x="419"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89"/>
            <p:cNvSpPr/>
            <p:nvPr/>
          </p:nvSpPr>
          <p:spPr>
            <a:xfrm>
              <a:off x="6832624" y="3927424"/>
              <a:ext cx="22036" cy="22036"/>
            </a:xfrm>
            <a:custGeom>
              <a:rect b="b" l="l" r="r" t="t"/>
              <a:pathLst>
                <a:path extrusionOk="0" h="841" w="841">
                  <a:moveTo>
                    <a:pt x="423" y="1"/>
                  </a:moveTo>
                  <a:cubicBezTo>
                    <a:pt x="193" y="1"/>
                    <a:pt x="1" y="188"/>
                    <a:pt x="1" y="419"/>
                  </a:cubicBezTo>
                  <a:cubicBezTo>
                    <a:pt x="1" y="654"/>
                    <a:pt x="193" y="841"/>
                    <a:pt x="423" y="841"/>
                  </a:cubicBezTo>
                  <a:cubicBezTo>
                    <a:pt x="654" y="841"/>
                    <a:pt x="841" y="654"/>
                    <a:pt x="841" y="419"/>
                  </a:cubicBezTo>
                  <a:cubicBezTo>
                    <a:pt x="841" y="188"/>
                    <a:pt x="654" y="1"/>
                    <a:pt x="423"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89"/>
            <p:cNvSpPr/>
            <p:nvPr/>
          </p:nvSpPr>
          <p:spPr>
            <a:xfrm>
              <a:off x="6702555" y="3799215"/>
              <a:ext cx="335942" cy="351638"/>
            </a:xfrm>
            <a:custGeom>
              <a:rect b="b" l="l" r="r" t="t"/>
              <a:pathLst>
                <a:path extrusionOk="0" h="13420" w="12821">
                  <a:moveTo>
                    <a:pt x="5387" y="5133"/>
                  </a:moveTo>
                  <a:cubicBezTo>
                    <a:pt x="5434" y="5133"/>
                    <a:pt x="5481" y="5151"/>
                    <a:pt x="5517" y="5187"/>
                  </a:cubicBezTo>
                  <a:cubicBezTo>
                    <a:pt x="5627" y="5297"/>
                    <a:pt x="5546" y="5489"/>
                    <a:pt x="5387" y="5489"/>
                  </a:cubicBezTo>
                  <a:cubicBezTo>
                    <a:pt x="5229" y="5489"/>
                    <a:pt x="5147" y="5297"/>
                    <a:pt x="5258" y="5187"/>
                  </a:cubicBezTo>
                  <a:cubicBezTo>
                    <a:pt x="5294" y="5151"/>
                    <a:pt x="5340" y="5133"/>
                    <a:pt x="5387" y="5133"/>
                  </a:cubicBezTo>
                  <a:close/>
                  <a:moveTo>
                    <a:pt x="7401" y="5133"/>
                  </a:moveTo>
                  <a:cubicBezTo>
                    <a:pt x="7445" y="5133"/>
                    <a:pt x="7491" y="5149"/>
                    <a:pt x="7528" y="5187"/>
                  </a:cubicBezTo>
                  <a:cubicBezTo>
                    <a:pt x="7600" y="5254"/>
                    <a:pt x="7600" y="5369"/>
                    <a:pt x="7528" y="5441"/>
                  </a:cubicBezTo>
                  <a:cubicBezTo>
                    <a:pt x="7492" y="5476"/>
                    <a:pt x="7447" y="5492"/>
                    <a:pt x="7404" y="5492"/>
                  </a:cubicBezTo>
                  <a:cubicBezTo>
                    <a:pt x="7310" y="5492"/>
                    <a:pt x="7221" y="5420"/>
                    <a:pt x="7221" y="5312"/>
                  </a:cubicBezTo>
                  <a:cubicBezTo>
                    <a:pt x="7221" y="5205"/>
                    <a:pt x="7309" y="5133"/>
                    <a:pt x="7401" y="5133"/>
                  </a:cubicBezTo>
                  <a:close/>
                  <a:moveTo>
                    <a:pt x="11757" y="6521"/>
                  </a:moveTo>
                  <a:lnTo>
                    <a:pt x="11757" y="6766"/>
                  </a:lnTo>
                  <a:lnTo>
                    <a:pt x="11757" y="6780"/>
                  </a:lnTo>
                  <a:cubicBezTo>
                    <a:pt x="11743" y="7035"/>
                    <a:pt x="11282" y="7452"/>
                    <a:pt x="10010" y="7779"/>
                  </a:cubicBezTo>
                  <a:cubicBezTo>
                    <a:pt x="9011" y="8033"/>
                    <a:pt x="7725" y="8177"/>
                    <a:pt x="6395" y="8177"/>
                  </a:cubicBezTo>
                  <a:cubicBezTo>
                    <a:pt x="5061" y="8177"/>
                    <a:pt x="3774" y="8033"/>
                    <a:pt x="2776" y="7779"/>
                  </a:cubicBezTo>
                  <a:cubicBezTo>
                    <a:pt x="1489" y="7448"/>
                    <a:pt x="1033" y="7030"/>
                    <a:pt x="1033" y="6766"/>
                  </a:cubicBezTo>
                  <a:lnTo>
                    <a:pt x="1033" y="6521"/>
                  </a:lnTo>
                  <a:cubicBezTo>
                    <a:pt x="1336" y="6752"/>
                    <a:pt x="1782" y="6953"/>
                    <a:pt x="2368" y="7126"/>
                  </a:cubicBezTo>
                  <a:cubicBezTo>
                    <a:pt x="3448" y="7443"/>
                    <a:pt x="4874" y="7616"/>
                    <a:pt x="6395" y="7616"/>
                  </a:cubicBezTo>
                  <a:cubicBezTo>
                    <a:pt x="7912" y="7616"/>
                    <a:pt x="9343" y="7443"/>
                    <a:pt x="10418" y="7126"/>
                  </a:cubicBezTo>
                  <a:cubicBezTo>
                    <a:pt x="11004" y="6953"/>
                    <a:pt x="11450" y="6752"/>
                    <a:pt x="11757" y="6521"/>
                  </a:cubicBezTo>
                  <a:close/>
                  <a:moveTo>
                    <a:pt x="11752" y="7558"/>
                  </a:moveTo>
                  <a:lnTo>
                    <a:pt x="11752" y="11533"/>
                  </a:lnTo>
                  <a:cubicBezTo>
                    <a:pt x="11752" y="11811"/>
                    <a:pt x="11292" y="12176"/>
                    <a:pt x="10308" y="12464"/>
                  </a:cubicBezTo>
                  <a:lnTo>
                    <a:pt x="10308" y="8192"/>
                  </a:lnTo>
                  <a:cubicBezTo>
                    <a:pt x="10826" y="8048"/>
                    <a:pt x="11373" y="7841"/>
                    <a:pt x="11752" y="7558"/>
                  </a:cubicBezTo>
                  <a:close/>
                  <a:moveTo>
                    <a:pt x="1033" y="7558"/>
                  </a:moveTo>
                  <a:cubicBezTo>
                    <a:pt x="1355" y="7798"/>
                    <a:pt x="1840" y="8014"/>
                    <a:pt x="2478" y="8192"/>
                  </a:cubicBezTo>
                  <a:cubicBezTo>
                    <a:pt x="2478" y="8681"/>
                    <a:pt x="2478" y="9200"/>
                    <a:pt x="2478" y="9776"/>
                  </a:cubicBezTo>
                  <a:cubicBezTo>
                    <a:pt x="2478" y="9905"/>
                    <a:pt x="2589" y="10011"/>
                    <a:pt x="2718" y="10011"/>
                  </a:cubicBezTo>
                  <a:cubicBezTo>
                    <a:pt x="2848" y="10011"/>
                    <a:pt x="2958" y="9905"/>
                    <a:pt x="2958" y="9771"/>
                  </a:cubicBezTo>
                  <a:cubicBezTo>
                    <a:pt x="2958" y="9248"/>
                    <a:pt x="2954" y="8763"/>
                    <a:pt x="2954" y="8307"/>
                  </a:cubicBezTo>
                  <a:lnTo>
                    <a:pt x="2954" y="8307"/>
                  </a:lnTo>
                  <a:cubicBezTo>
                    <a:pt x="3880" y="8518"/>
                    <a:pt x="4994" y="8633"/>
                    <a:pt x="6155" y="8648"/>
                  </a:cubicBezTo>
                  <a:lnTo>
                    <a:pt x="6155" y="12939"/>
                  </a:lnTo>
                  <a:cubicBezTo>
                    <a:pt x="5944" y="12939"/>
                    <a:pt x="5733" y="12929"/>
                    <a:pt x="5522" y="12925"/>
                  </a:cubicBezTo>
                  <a:cubicBezTo>
                    <a:pt x="4792" y="12891"/>
                    <a:pt x="4062" y="12809"/>
                    <a:pt x="3347" y="12675"/>
                  </a:cubicBezTo>
                  <a:cubicBezTo>
                    <a:pt x="3208" y="12646"/>
                    <a:pt x="3078" y="12622"/>
                    <a:pt x="2954" y="12589"/>
                  </a:cubicBezTo>
                  <a:cubicBezTo>
                    <a:pt x="2949" y="11974"/>
                    <a:pt x="2954" y="11379"/>
                    <a:pt x="2954" y="10765"/>
                  </a:cubicBezTo>
                  <a:cubicBezTo>
                    <a:pt x="2954" y="10635"/>
                    <a:pt x="2848" y="10529"/>
                    <a:pt x="2718" y="10525"/>
                  </a:cubicBezTo>
                  <a:cubicBezTo>
                    <a:pt x="2584" y="10525"/>
                    <a:pt x="2478" y="10630"/>
                    <a:pt x="2478" y="10760"/>
                  </a:cubicBezTo>
                  <a:cubicBezTo>
                    <a:pt x="2474" y="11331"/>
                    <a:pt x="2474" y="11893"/>
                    <a:pt x="2478" y="12464"/>
                  </a:cubicBezTo>
                  <a:cubicBezTo>
                    <a:pt x="2344" y="12425"/>
                    <a:pt x="2214" y="12382"/>
                    <a:pt x="2094" y="12339"/>
                  </a:cubicBezTo>
                  <a:cubicBezTo>
                    <a:pt x="1427" y="12094"/>
                    <a:pt x="1033" y="11792"/>
                    <a:pt x="1033" y="11533"/>
                  </a:cubicBezTo>
                  <a:lnTo>
                    <a:pt x="1033" y="7558"/>
                  </a:lnTo>
                  <a:close/>
                  <a:moveTo>
                    <a:pt x="12439" y="1"/>
                  </a:moveTo>
                  <a:cubicBezTo>
                    <a:pt x="12393" y="1"/>
                    <a:pt x="12348" y="20"/>
                    <a:pt x="12314" y="65"/>
                  </a:cubicBezTo>
                  <a:lnTo>
                    <a:pt x="8416" y="3958"/>
                  </a:lnTo>
                  <a:cubicBezTo>
                    <a:pt x="8003" y="3910"/>
                    <a:pt x="7567" y="3881"/>
                    <a:pt x="7125" y="3862"/>
                  </a:cubicBezTo>
                  <a:cubicBezTo>
                    <a:pt x="6847" y="3891"/>
                    <a:pt x="6832" y="4289"/>
                    <a:pt x="7106" y="4337"/>
                  </a:cubicBezTo>
                  <a:cubicBezTo>
                    <a:pt x="7413" y="4347"/>
                    <a:pt x="7706" y="4366"/>
                    <a:pt x="7984" y="4390"/>
                  </a:cubicBezTo>
                  <a:lnTo>
                    <a:pt x="7663" y="4712"/>
                  </a:lnTo>
                  <a:cubicBezTo>
                    <a:pt x="7574" y="4673"/>
                    <a:pt x="7485" y="4655"/>
                    <a:pt x="7399" y="4655"/>
                  </a:cubicBezTo>
                  <a:cubicBezTo>
                    <a:pt x="7010" y="4655"/>
                    <a:pt x="6677" y="5012"/>
                    <a:pt x="6755" y="5436"/>
                  </a:cubicBezTo>
                  <a:cubicBezTo>
                    <a:pt x="6817" y="5771"/>
                    <a:pt x="7105" y="5971"/>
                    <a:pt x="7401" y="5971"/>
                  </a:cubicBezTo>
                  <a:cubicBezTo>
                    <a:pt x="7565" y="5971"/>
                    <a:pt x="7731" y="5910"/>
                    <a:pt x="7864" y="5777"/>
                  </a:cubicBezTo>
                  <a:cubicBezTo>
                    <a:pt x="8056" y="5585"/>
                    <a:pt x="8109" y="5297"/>
                    <a:pt x="7999" y="5048"/>
                  </a:cubicBezTo>
                  <a:lnTo>
                    <a:pt x="8594" y="4457"/>
                  </a:lnTo>
                  <a:cubicBezTo>
                    <a:pt x="10663" y="4721"/>
                    <a:pt x="11752" y="5312"/>
                    <a:pt x="11752" y="5734"/>
                  </a:cubicBezTo>
                  <a:cubicBezTo>
                    <a:pt x="11752" y="6320"/>
                    <a:pt x="9712" y="7140"/>
                    <a:pt x="6391" y="7140"/>
                  </a:cubicBezTo>
                  <a:cubicBezTo>
                    <a:pt x="3069" y="7140"/>
                    <a:pt x="1029" y="6320"/>
                    <a:pt x="1029" y="5734"/>
                  </a:cubicBezTo>
                  <a:cubicBezTo>
                    <a:pt x="1029" y="5307"/>
                    <a:pt x="2138" y="4712"/>
                    <a:pt x="4192" y="4457"/>
                  </a:cubicBezTo>
                  <a:lnTo>
                    <a:pt x="4782" y="5048"/>
                  </a:lnTo>
                  <a:cubicBezTo>
                    <a:pt x="4677" y="5297"/>
                    <a:pt x="4730" y="5585"/>
                    <a:pt x="4922" y="5777"/>
                  </a:cubicBezTo>
                  <a:cubicBezTo>
                    <a:pt x="5055" y="5912"/>
                    <a:pt x="5223" y="5974"/>
                    <a:pt x="5388" y="5974"/>
                  </a:cubicBezTo>
                  <a:cubicBezTo>
                    <a:pt x="5686" y="5974"/>
                    <a:pt x="5975" y="5773"/>
                    <a:pt x="6040" y="5436"/>
                  </a:cubicBezTo>
                  <a:cubicBezTo>
                    <a:pt x="6118" y="5010"/>
                    <a:pt x="5782" y="4653"/>
                    <a:pt x="5392" y="4653"/>
                  </a:cubicBezTo>
                  <a:cubicBezTo>
                    <a:pt x="5304" y="4653"/>
                    <a:pt x="5213" y="4672"/>
                    <a:pt x="5123" y="4712"/>
                  </a:cubicBezTo>
                  <a:lnTo>
                    <a:pt x="4797" y="4390"/>
                  </a:lnTo>
                  <a:cubicBezTo>
                    <a:pt x="5224" y="4351"/>
                    <a:pt x="5685" y="4332"/>
                    <a:pt x="6179" y="4323"/>
                  </a:cubicBezTo>
                  <a:cubicBezTo>
                    <a:pt x="6190" y="4324"/>
                    <a:pt x="6200" y="4325"/>
                    <a:pt x="6211" y="4325"/>
                  </a:cubicBezTo>
                  <a:cubicBezTo>
                    <a:pt x="6341" y="4325"/>
                    <a:pt x="6448" y="4216"/>
                    <a:pt x="6448" y="4083"/>
                  </a:cubicBezTo>
                  <a:cubicBezTo>
                    <a:pt x="6448" y="3950"/>
                    <a:pt x="6338" y="3845"/>
                    <a:pt x="6207" y="3845"/>
                  </a:cubicBezTo>
                  <a:cubicBezTo>
                    <a:pt x="6196" y="3845"/>
                    <a:pt x="6186" y="3846"/>
                    <a:pt x="6175" y="3847"/>
                  </a:cubicBezTo>
                  <a:cubicBezTo>
                    <a:pt x="5570" y="3857"/>
                    <a:pt x="4965" y="3891"/>
                    <a:pt x="4365" y="3958"/>
                  </a:cubicBezTo>
                  <a:lnTo>
                    <a:pt x="472" y="65"/>
                  </a:lnTo>
                  <a:cubicBezTo>
                    <a:pt x="423" y="28"/>
                    <a:pt x="372" y="12"/>
                    <a:pt x="323" y="12"/>
                  </a:cubicBezTo>
                  <a:cubicBezTo>
                    <a:pt x="145" y="12"/>
                    <a:pt x="0" y="224"/>
                    <a:pt x="136" y="401"/>
                  </a:cubicBezTo>
                  <a:lnTo>
                    <a:pt x="3770" y="4035"/>
                  </a:lnTo>
                  <a:cubicBezTo>
                    <a:pt x="1960" y="4313"/>
                    <a:pt x="553" y="4889"/>
                    <a:pt x="553" y="5734"/>
                  </a:cubicBezTo>
                  <a:lnTo>
                    <a:pt x="553" y="11533"/>
                  </a:lnTo>
                  <a:cubicBezTo>
                    <a:pt x="553" y="11873"/>
                    <a:pt x="793" y="12363"/>
                    <a:pt x="1926" y="12781"/>
                  </a:cubicBezTo>
                  <a:cubicBezTo>
                    <a:pt x="2358" y="12934"/>
                    <a:pt x="2800" y="13059"/>
                    <a:pt x="3251" y="13141"/>
                  </a:cubicBezTo>
                  <a:cubicBezTo>
                    <a:pt x="3990" y="13280"/>
                    <a:pt x="4744" y="13366"/>
                    <a:pt x="5498" y="13400"/>
                  </a:cubicBezTo>
                  <a:cubicBezTo>
                    <a:pt x="5791" y="13414"/>
                    <a:pt x="6093" y="13419"/>
                    <a:pt x="6391" y="13419"/>
                  </a:cubicBezTo>
                  <a:cubicBezTo>
                    <a:pt x="6981" y="13419"/>
                    <a:pt x="7562" y="13390"/>
                    <a:pt x="8123" y="13342"/>
                  </a:cubicBezTo>
                  <a:cubicBezTo>
                    <a:pt x="8397" y="13280"/>
                    <a:pt x="8359" y="12877"/>
                    <a:pt x="8075" y="12867"/>
                  </a:cubicBezTo>
                  <a:cubicBezTo>
                    <a:pt x="7610" y="12910"/>
                    <a:pt x="7120" y="12934"/>
                    <a:pt x="6631" y="12944"/>
                  </a:cubicBezTo>
                  <a:lnTo>
                    <a:pt x="6631" y="8652"/>
                  </a:lnTo>
                  <a:cubicBezTo>
                    <a:pt x="7787" y="8638"/>
                    <a:pt x="8906" y="8518"/>
                    <a:pt x="9828" y="8312"/>
                  </a:cubicBezTo>
                  <a:lnTo>
                    <a:pt x="9828" y="12593"/>
                  </a:lnTo>
                  <a:cubicBezTo>
                    <a:pt x="9578" y="12651"/>
                    <a:pt x="9304" y="12704"/>
                    <a:pt x="9002" y="12752"/>
                  </a:cubicBezTo>
                  <a:cubicBezTo>
                    <a:pt x="8853" y="12757"/>
                    <a:pt x="8747" y="12886"/>
                    <a:pt x="8767" y="13030"/>
                  </a:cubicBezTo>
                  <a:cubicBezTo>
                    <a:pt x="8787" y="13150"/>
                    <a:pt x="8889" y="13233"/>
                    <a:pt x="9003" y="13233"/>
                  </a:cubicBezTo>
                  <a:cubicBezTo>
                    <a:pt x="9027" y="13233"/>
                    <a:pt x="9050" y="13230"/>
                    <a:pt x="9074" y="13222"/>
                  </a:cubicBezTo>
                  <a:cubicBezTo>
                    <a:pt x="9343" y="13179"/>
                    <a:pt x="9712" y="13112"/>
                    <a:pt x="10101" y="13011"/>
                  </a:cubicBezTo>
                  <a:cubicBezTo>
                    <a:pt x="10120" y="13011"/>
                    <a:pt x="10135" y="13006"/>
                    <a:pt x="10149" y="13002"/>
                  </a:cubicBezTo>
                  <a:cubicBezTo>
                    <a:pt x="11128" y="12747"/>
                    <a:pt x="12228" y="12296"/>
                    <a:pt x="12228" y="11537"/>
                  </a:cubicBezTo>
                  <a:lnTo>
                    <a:pt x="12228" y="6790"/>
                  </a:lnTo>
                  <a:lnTo>
                    <a:pt x="12228" y="6771"/>
                  </a:lnTo>
                  <a:lnTo>
                    <a:pt x="12228" y="5734"/>
                  </a:lnTo>
                  <a:cubicBezTo>
                    <a:pt x="12232" y="5211"/>
                    <a:pt x="11685" y="4755"/>
                    <a:pt x="10663" y="4414"/>
                  </a:cubicBezTo>
                  <a:cubicBezTo>
                    <a:pt x="10120" y="4246"/>
                    <a:pt x="9573" y="4116"/>
                    <a:pt x="9011" y="4035"/>
                  </a:cubicBezTo>
                  <a:lnTo>
                    <a:pt x="12650" y="401"/>
                  </a:lnTo>
                  <a:cubicBezTo>
                    <a:pt x="12821" y="268"/>
                    <a:pt x="12614" y="1"/>
                    <a:pt x="124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89"/>
            <p:cNvSpPr/>
            <p:nvPr/>
          </p:nvSpPr>
          <p:spPr>
            <a:xfrm>
              <a:off x="6695795" y="3846458"/>
              <a:ext cx="49313" cy="65428"/>
            </a:xfrm>
            <a:custGeom>
              <a:rect b="b" l="l" r="r" t="t"/>
              <a:pathLst>
                <a:path extrusionOk="0" h="2497" w="1882">
                  <a:moveTo>
                    <a:pt x="273" y="0"/>
                  </a:moveTo>
                  <a:cubicBezTo>
                    <a:pt x="229" y="0"/>
                    <a:pt x="184" y="12"/>
                    <a:pt x="144" y="38"/>
                  </a:cubicBezTo>
                  <a:cubicBezTo>
                    <a:pt x="24" y="120"/>
                    <a:pt x="0" y="283"/>
                    <a:pt x="91" y="398"/>
                  </a:cubicBezTo>
                  <a:lnTo>
                    <a:pt x="1397" y="2409"/>
                  </a:lnTo>
                  <a:cubicBezTo>
                    <a:pt x="1448" y="2471"/>
                    <a:pt x="1511" y="2497"/>
                    <a:pt x="1574" y="2497"/>
                  </a:cubicBezTo>
                  <a:cubicBezTo>
                    <a:pt x="1731" y="2497"/>
                    <a:pt x="1881" y="2332"/>
                    <a:pt x="1795" y="2150"/>
                  </a:cubicBezTo>
                  <a:lnTo>
                    <a:pt x="490" y="139"/>
                  </a:lnTo>
                  <a:cubicBezTo>
                    <a:pt x="448" y="49"/>
                    <a:pt x="362"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89"/>
            <p:cNvSpPr/>
            <p:nvPr/>
          </p:nvSpPr>
          <p:spPr>
            <a:xfrm>
              <a:off x="6655443" y="3895142"/>
              <a:ext cx="69803" cy="34902"/>
            </a:xfrm>
            <a:custGeom>
              <a:rect b="b" l="l" r="r" t="t"/>
              <a:pathLst>
                <a:path extrusionOk="0" h="1332" w="2664">
                  <a:moveTo>
                    <a:pt x="333" y="1"/>
                  </a:moveTo>
                  <a:cubicBezTo>
                    <a:pt x="107" y="1"/>
                    <a:pt x="0" y="318"/>
                    <a:pt x="220" y="446"/>
                  </a:cubicBezTo>
                  <a:lnTo>
                    <a:pt x="2308" y="1315"/>
                  </a:lnTo>
                  <a:cubicBezTo>
                    <a:pt x="2337" y="1326"/>
                    <a:pt x="2367" y="1331"/>
                    <a:pt x="2396" y="1331"/>
                  </a:cubicBezTo>
                  <a:cubicBezTo>
                    <a:pt x="2490" y="1331"/>
                    <a:pt x="2580" y="1276"/>
                    <a:pt x="2620" y="1185"/>
                  </a:cubicBezTo>
                  <a:lnTo>
                    <a:pt x="2615" y="1185"/>
                  </a:lnTo>
                  <a:cubicBezTo>
                    <a:pt x="2663" y="1065"/>
                    <a:pt x="2606" y="926"/>
                    <a:pt x="2486" y="878"/>
                  </a:cubicBezTo>
                  <a:lnTo>
                    <a:pt x="398" y="9"/>
                  </a:lnTo>
                  <a:cubicBezTo>
                    <a:pt x="375" y="3"/>
                    <a:pt x="354" y="1"/>
                    <a:pt x="3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89"/>
            <p:cNvSpPr/>
            <p:nvPr/>
          </p:nvSpPr>
          <p:spPr>
            <a:xfrm>
              <a:off x="6994634" y="3847794"/>
              <a:ext cx="49523" cy="65585"/>
            </a:xfrm>
            <a:custGeom>
              <a:rect b="b" l="l" r="r" t="t"/>
              <a:pathLst>
                <a:path extrusionOk="0" h="2503" w="1890">
                  <a:moveTo>
                    <a:pt x="1582" y="0"/>
                  </a:moveTo>
                  <a:cubicBezTo>
                    <a:pt x="1519" y="0"/>
                    <a:pt x="1454" y="26"/>
                    <a:pt x="1402" y="88"/>
                  </a:cubicBezTo>
                  <a:lnTo>
                    <a:pt x="1407" y="88"/>
                  </a:lnTo>
                  <a:lnTo>
                    <a:pt x="101" y="2104"/>
                  </a:lnTo>
                  <a:cubicBezTo>
                    <a:pt x="1" y="2209"/>
                    <a:pt x="25" y="2387"/>
                    <a:pt x="149" y="2464"/>
                  </a:cubicBezTo>
                  <a:cubicBezTo>
                    <a:pt x="190" y="2490"/>
                    <a:pt x="235" y="2503"/>
                    <a:pt x="279" y="2503"/>
                  </a:cubicBezTo>
                  <a:cubicBezTo>
                    <a:pt x="372" y="2503"/>
                    <a:pt x="461" y="2449"/>
                    <a:pt x="500" y="2358"/>
                  </a:cubicBezTo>
                  <a:lnTo>
                    <a:pt x="1801" y="347"/>
                  </a:lnTo>
                  <a:cubicBezTo>
                    <a:pt x="1890" y="165"/>
                    <a:pt x="1741" y="0"/>
                    <a:pt x="15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89"/>
            <p:cNvSpPr/>
            <p:nvPr/>
          </p:nvSpPr>
          <p:spPr>
            <a:xfrm>
              <a:off x="7013762" y="3894854"/>
              <a:ext cx="69961" cy="35635"/>
            </a:xfrm>
            <a:custGeom>
              <a:rect b="b" l="l" r="r" t="t"/>
              <a:pathLst>
                <a:path extrusionOk="0" h="1360" w="2670">
                  <a:moveTo>
                    <a:pt x="2402" y="0"/>
                  </a:moveTo>
                  <a:cubicBezTo>
                    <a:pt x="2371" y="0"/>
                    <a:pt x="2340" y="7"/>
                    <a:pt x="2309" y="20"/>
                  </a:cubicBezTo>
                  <a:lnTo>
                    <a:pt x="221" y="889"/>
                  </a:lnTo>
                  <a:cubicBezTo>
                    <a:pt x="77" y="922"/>
                    <a:pt x="0" y="1076"/>
                    <a:pt x="53" y="1210"/>
                  </a:cubicBezTo>
                  <a:cubicBezTo>
                    <a:pt x="93" y="1304"/>
                    <a:pt x="184" y="1360"/>
                    <a:pt x="278" y="1360"/>
                  </a:cubicBezTo>
                  <a:cubicBezTo>
                    <a:pt x="319" y="1360"/>
                    <a:pt x="361" y="1349"/>
                    <a:pt x="399" y="1326"/>
                  </a:cubicBezTo>
                  <a:lnTo>
                    <a:pt x="2487" y="457"/>
                  </a:lnTo>
                  <a:cubicBezTo>
                    <a:pt x="2612" y="409"/>
                    <a:pt x="2669" y="269"/>
                    <a:pt x="2621" y="145"/>
                  </a:cubicBezTo>
                  <a:cubicBezTo>
                    <a:pt x="2582" y="55"/>
                    <a:pt x="2494" y="0"/>
                    <a:pt x="2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16" name="Google Shape;19816;p89"/>
          <p:cNvGrpSpPr/>
          <p:nvPr/>
        </p:nvGrpSpPr>
        <p:grpSpPr>
          <a:xfrm>
            <a:off x="5224551" y="3793267"/>
            <a:ext cx="366547" cy="363507"/>
            <a:chOff x="5224551" y="3793267"/>
            <a:chExt cx="366547" cy="363507"/>
          </a:xfrm>
        </p:grpSpPr>
        <p:sp>
          <p:nvSpPr>
            <p:cNvPr id="19817" name="Google Shape;19817;p89"/>
            <p:cNvSpPr/>
            <p:nvPr/>
          </p:nvSpPr>
          <p:spPr>
            <a:xfrm>
              <a:off x="5259898" y="3798586"/>
              <a:ext cx="296481" cy="97185"/>
            </a:xfrm>
            <a:custGeom>
              <a:rect b="b" l="l" r="r" t="t"/>
              <a:pathLst>
                <a:path extrusionOk="0" h="3709" w="11315">
                  <a:moveTo>
                    <a:pt x="5667" y="0"/>
                  </a:moveTo>
                  <a:cubicBezTo>
                    <a:pt x="5639" y="0"/>
                    <a:pt x="5612" y="7"/>
                    <a:pt x="5588" y="22"/>
                  </a:cubicBezTo>
                  <a:lnTo>
                    <a:pt x="0" y="3271"/>
                  </a:lnTo>
                  <a:lnTo>
                    <a:pt x="408" y="3708"/>
                  </a:lnTo>
                  <a:lnTo>
                    <a:pt x="10921" y="3708"/>
                  </a:lnTo>
                  <a:lnTo>
                    <a:pt x="11315" y="3276"/>
                  </a:lnTo>
                  <a:lnTo>
                    <a:pt x="5746" y="22"/>
                  </a:lnTo>
                  <a:cubicBezTo>
                    <a:pt x="5722" y="7"/>
                    <a:pt x="5695" y="0"/>
                    <a:pt x="5667" y="0"/>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89"/>
            <p:cNvSpPr/>
            <p:nvPr/>
          </p:nvSpPr>
          <p:spPr>
            <a:xfrm>
              <a:off x="5296110" y="3823452"/>
              <a:ext cx="223927" cy="73446"/>
            </a:xfrm>
            <a:custGeom>
              <a:rect b="b" l="l" r="r" t="t"/>
              <a:pathLst>
                <a:path extrusionOk="0" h="2803" w="8546">
                  <a:moveTo>
                    <a:pt x="4282" y="0"/>
                  </a:moveTo>
                  <a:cubicBezTo>
                    <a:pt x="4261" y="0"/>
                    <a:pt x="4239" y="6"/>
                    <a:pt x="4220" y="18"/>
                  </a:cubicBezTo>
                  <a:lnTo>
                    <a:pt x="1" y="2471"/>
                  </a:lnTo>
                  <a:lnTo>
                    <a:pt x="313" y="2802"/>
                  </a:lnTo>
                  <a:lnTo>
                    <a:pt x="8253" y="2802"/>
                  </a:lnTo>
                  <a:lnTo>
                    <a:pt x="8545" y="2476"/>
                  </a:lnTo>
                  <a:lnTo>
                    <a:pt x="4340" y="18"/>
                  </a:lnTo>
                  <a:cubicBezTo>
                    <a:pt x="4323" y="6"/>
                    <a:pt x="4303" y="0"/>
                    <a:pt x="428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89"/>
            <p:cNvSpPr/>
            <p:nvPr/>
          </p:nvSpPr>
          <p:spPr>
            <a:xfrm>
              <a:off x="5258771" y="4108300"/>
              <a:ext cx="298604" cy="21538"/>
            </a:xfrm>
            <a:custGeom>
              <a:rect b="b" l="l" r="r" t="t"/>
              <a:pathLst>
                <a:path extrusionOk="0" h="822" w="11396">
                  <a:moveTo>
                    <a:pt x="389" y="1"/>
                  </a:moveTo>
                  <a:cubicBezTo>
                    <a:pt x="173" y="1"/>
                    <a:pt x="0" y="169"/>
                    <a:pt x="0" y="385"/>
                  </a:cubicBezTo>
                  <a:lnTo>
                    <a:pt x="0" y="821"/>
                  </a:lnTo>
                  <a:lnTo>
                    <a:pt x="11396" y="821"/>
                  </a:lnTo>
                  <a:lnTo>
                    <a:pt x="11396" y="385"/>
                  </a:lnTo>
                  <a:cubicBezTo>
                    <a:pt x="11396" y="169"/>
                    <a:pt x="11223" y="1"/>
                    <a:pt x="1101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0" name="Google Shape;19820;p89"/>
            <p:cNvSpPr/>
            <p:nvPr/>
          </p:nvSpPr>
          <p:spPr>
            <a:xfrm>
              <a:off x="5247818" y="4129812"/>
              <a:ext cx="320640" cy="21538"/>
            </a:xfrm>
            <a:custGeom>
              <a:rect b="b" l="l" r="r" t="t"/>
              <a:pathLst>
                <a:path extrusionOk="0" h="822" w="12237">
                  <a:moveTo>
                    <a:pt x="399" y="0"/>
                  </a:moveTo>
                  <a:cubicBezTo>
                    <a:pt x="178" y="0"/>
                    <a:pt x="1" y="178"/>
                    <a:pt x="1" y="399"/>
                  </a:cubicBezTo>
                  <a:lnTo>
                    <a:pt x="1" y="821"/>
                  </a:lnTo>
                  <a:lnTo>
                    <a:pt x="12236" y="821"/>
                  </a:lnTo>
                  <a:lnTo>
                    <a:pt x="12236" y="399"/>
                  </a:lnTo>
                  <a:cubicBezTo>
                    <a:pt x="12236" y="178"/>
                    <a:pt x="12059" y="0"/>
                    <a:pt x="11838"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1" name="Google Shape;19821;p89"/>
            <p:cNvSpPr/>
            <p:nvPr/>
          </p:nvSpPr>
          <p:spPr>
            <a:xfrm>
              <a:off x="5257382" y="3883797"/>
              <a:ext cx="301381" cy="36238"/>
            </a:xfrm>
            <a:custGeom>
              <a:rect b="b" l="l" r="r" t="t"/>
              <a:pathLst>
                <a:path extrusionOk="0" h="1383" w="11502">
                  <a:moveTo>
                    <a:pt x="11323" y="0"/>
                  </a:moveTo>
                  <a:cubicBezTo>
                    <a:pt x="11320" y="0"/>
                    <a:pt x="11317" y="0"/>
                    <a:pt x="11315" y="0"/>
                  </a:cubicBezTo>
                  <a:lnTo>
                    <a:pt x="192" y="0"/>
                  </a:lnTo>
                  <a:cubicBezTo>
                    <a:pt x="87" y="0"/>
                    <a:pt x="0" y="82"/>
                    <a:pt x="0" y="187"/>
                  </a:cubicBezTo>
                  <a:lnTo>
                    <a:pt x="0" y="1196"/>
                  </a:lnTo>
                  <a:cubicBezTo>
                    <a:pt x="0" y="1301"/>
                    <a:pt x="87" y="1383"/>
                    <a:pt x="192" y="1383"/>
                  </a:cubicBezTo>
                  <a:lnTo>
                    <a:pt x="11315" y="1383"/>
                  </a:lnTo>
                  <a:cubicBezTo>
                    <a:pt x="11420" y="1383"/>
                    <a:pt x="11502" y="1296"/>
                    <a:pt x="11502" y="1196"/>
                  </a:cubicBezTo>
                  <a:lnTo>
                    <a:pt x="11502" y="187"/>
                  </a:lnTo>
                  <a:cubicBezTo>
                    <a:pt x="11502" y="85"/>
                    <a:pt x="11424" y="0"/>
                    <a:pt x="11323"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2" name="Google Shape;19822;p89"/>
            <p:cNvSpPr/>
            <p:nvPr/>
          </p:nvSpPr>
          <p:spPr>
            <a:xfrm>
              <a:off x="5303420" y="3920008"/>
              <a:ext cx="214467" cy="188317"/>
            </a:xfrm>
            <a:custGeom>
              <a:rect b="b" l="l" r="r" t="t"/>
              <a:pathLst>
                <a:path extrusionOk="0" h="7187" w="8185">
                  <a:moveTo>
                    <a:pt x="0" y="1"/>
                  </a:moveTo>
                  <a:lnTo>
                    <a:pt x="0" y="7187"/>
                  </a:lnTo>
                  <a:lnTo>
                    <a:pt x="8185" y="7187"/>
                  </a:lnTo>
                  <a:lnTo>
                    <a:pt x="81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3" name="Google Shape;19823;p89"/>
            <p:cNvSpPr/>
            <p:nvPr/>
          </p:nvSpPr>
          <p:spPr>
            <a:xfrm>
              <a:off x="5303420" y="3920008"/>
              <a:ext cx="214467" cy="188186"/>
            </a:xfrm>
            <a:custGeom>
              <a:rect b="b" l="l" r="r" t="t"/>
              <a:pathLst>
                <a:path extrusionOk="0" h="7182" w="8185">
                  <a:moveTo>
                    <a:pt x="0" y="1"/>
                  </a:moveTo>
                  <a:lnTo>
                    <a:pt x="0" y="1201"/>
                  </a:lnTo>
                  <a:lnTo>
                    <a:pt x="4733" y="1201"/>
                  </a:lnTo>
                  <a:cubicBezTo>
                    <a:pt x="6485" y="1201"/>
                    <a:pt x="7902" y="2622"/>
                    <a:pt x="7902" y="4374"/>
                  </a:cubicBezTo>
                  <a:lnTo>
                    <a:pt x="7902" y="7182"/>
                  </a:lnTo>
                  <a:lnTo>
                    <a:pt x="8185" y="7182"/>
                  </a:lnTo>
                  <a:lnTo>
                    <a:pt x="8185"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4" name="Google Shape;19824;p89"/>
            <p:cNvSpPr/>
            <p:nvPr/>
          </p:nvSpPr>
          <p:spPr>
            <a:xfrm>
              <a:off x="5264090" y="3920008"/>
              <a:ext cx="73943" cy="171705"/>
            </a:xfrm>
            <a:custGeom>
              <a:rect b="b" l="l" r="r" t="t"/>
              <a:pathLst>
                <a:path extrusionOk="0" h="6553" w="2822">
                  <a:moveTo>
                    <a:pt x="426" y="1"/>
                  </a:moveTo>
                  <a:cubicBezTo>
                    <a:pt x="210" y="1"/>
                    <a:pt x="28" y="169"/>
                    <a:pt x="13" y="385"/>
                  </a:cubicBezTo>
                  <a:cubicBezTo>
                    <a:pt x="0" y="637"/>
                    <a:pt x="205" y="806"/>
                    <a:pt x="418" y="806"/>
                  </a:cubicBezTo>
                  <a:cubicBezTo>
                    <a:pt x="521" y="806"/>
                    <a:pt x="626" y="767"/>
                    <a:pt x="709" y="678"/>
                  </a:cubicBezTo>
                  <a:cubicBezTo>
                    <a:pt x="721" y="663"/>
                    <a:pt x="736" y="657"/>
                    <a:pt x="752" y="657"/>
                  </a:cubicBezTo>
                  <a:cubicBezTo>
                    <a:pt x="783" y="657"/>
                    <a:pt x="813" y="681"/>
                    <a:pt x="810" y="716"/>
                  </a:cubicBezTo>
                  <a:lnTo>
                    <a:pt x="810" y="6553"/>
                  </a:lnTo>
                  <a:lnTo>
                    <a:pt x="2015" y="6553"/>
                  </a:lnTo>
                  <a:lnTo>
                    <a:pt x="2015" y="716"/>
                  </a:lnTo>
                  <a:cubicBezTo>
                    <a:pt x="2015" y="681"/>
                    <a:pt x="2044" y="657"/>
                    <a:pt x="2075" y="657"/>
                  </a:cubicBezTo>
                  <a:cubicBezTo>
                    <a:pt x="2091" y="657"/>
                    <a:pt x="2108" y="663"/>
                    <a:pt x="2121" y="678"/>
                  </a:cubicBezTo>
                  <a:cubicBezTo>
                    <a:pt x="2194" y="755"/>
                    <a:pt x="2298" y="803"/>
                    <a:pt x="2407" y="803"/>
                  </a:cubicBezTo>
                  <a:cubicBezTo>
                    <a:pt x="2412" y="803"/>
                    <a:pt x="2418" y="803"/>
                    <a:pt x="2423" y="802"/>
                  </a:cubicBezTo>
                  <a:cubicBezTo>
                    <a:pt x="2644" y="802"/>
                    <a:pt x="2821" y="620"/>
                    <a:pt x="2817" y="399"/>
                  </a:cubicBezTo>
                  <a:cubicBezTo>
                    <a:pt x="2817"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89"/>
            <p:cNvSpPr/>
            <p:nvPr/>
          </p:nvSpPr>
          <p:spPr>
            <a:xfrm>
              <a:off x="5280781" y="4091713"/>
              <a:ext cx="40902" cy="16612"/>
            </a:xfrm>
            <a:custGeom>
              <a:rect b="b" l="l" r="r" t="t"/>
              <a:pathLst>
                <a:path extrusionOk="0" h="634" w="1561">
                  <a:moveTo>
                    <a:pt x="149" y="0"/>
                  </a:moveTo>
                  <a:cubicBezTo>
                    <a:pt x="67" y="0"/>
                    <a:pt x="0" y="67"/>
                    <a:pt x="0" y="154"/>
                  </a:cubicBezTo>
                  <a:lnTo>
                    <a:pt x="0" y="634"/>
                  </a:lnTo>
                  <a:lnTo>
                    <a:pt x="1560" y="634"/>
                  </a:lnTo>
                  <a:lnTo>
                    <a:pt x="1556" y="154"/>
                  </a:lnTo>
                  <a:cubicBezTo>
                    <a:pt x="1556" y="67"/>
                    <a:pt x="1488" y="0"/>
                    <a:pt x="1407"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89"/>
            <p:cNvSpPr/>
            <p:nvPr/>
          </p:nvSpPr>
          <p:spPr>
            <a:xfrm>
              <a:off x="5373145" y="3920008"/>
              <a:ext cx="73812" cy="171705"/>
            </a:xfrm>
            <a:custGeom>
              <a:rect b="b" l="l" r="r" t="t"/>
              <a:pathLst>
                <a:path extrusionOk="0" h="6553" w="2817">
                  <a:moveTo>
                    <a:pt x="421" y="1"/>
                  </a:moveTo>
                  <a:cubicBezTo>
                    <a:pt x="205" y="1"/>
                    <a:pt x="23"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0" y="6553"/>
                  </a:lnTo>
                  <a:lnTo>
                    <a:pt x="2010" y="716"/>
                  </a:lnTo>
                  <a:cubicBezTo>
                    <a:pt x="2010" y="681"/>
                    <a:pt x="2041" y="657"/>
                    <a:pt x="2073" y="657"/>
                  </a:cubicBezTo>
                  <a:cubicBezTo>
                    <a:pt x="2088" y="657"/>
                    <a:pt x="2104" y="663"/>
                    <a:pt x="2116" y="678"/>
                  </a:cubicBezTo>
                  <a:cubicBezTo>
                    <a:pt x="2189" y="755"/>
                    <a:pt x="2293" y="803"/>
                    <a:pt x="2402" y="803"/>
                  </a:cubicBezTo>
                  <a:cubicBezTo>
                    <a:pt x="2407" y="803"/>
                    <a:pt x="2413" y="803"/>
                    <a:pt x="2418" y="802"/>
                  </a:cubicBezTo>
                  <a:cubicBezTo>
                    <a:pt x="2639" y="802"/>
                    <a:pt x="2816" y="620"/>
                    <a:pt x="2816" y="399"/>
                  </a:cubicBezTo>
                  <a:cubicBezTo>
                    <a:pt x="2812"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89"/>
            <p:cNvSpPr/>
            <p:nvPr/>
          </p:nvSpPr>
          <p:spPr>
            <a:xfrm>
              <a:off x="5389705" y="4091713"/>
              <a:ext cx="40902" cy="16612"/>
            </a:xfrm>
            <a:custGeom>
              <a:rect b="b" l="l" r="r" t="t"/>
              <a:pathLst>
                <a:path extrusionOk="0" h="634" w="1561">
                  <a:moveTo>
                    <a:pt x="154" y="0"/>
                  </a:moveTo>
                  <a:cubicBezTo>
                    <a:pt x="67" y="0"/>
                    <a:pt x="0" y="67"/>
                    <a:pt x="0" y="154"/>
                  </a:cubicBezTo>
                  <a:lnTo>
                    <a:pt x="0" y="634"/>
                  </a:lnTo>
                  <a:lnTo>
                    <a:pt x="1560" y="634"/>
                  </a:lnTo>
                  <a:lnTo>
                    <a:pt x="1560" y="154"/>
                  </a:lnTo>
                  <a:cubicBezTo>
                    <a:pt x="1560" y="67"/>
                    <a:pt x="1493" y="0"/>
                    <a:pt x="1407"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89"/>
            <p:cNvSpPr/>
            <p:nvPr/>
          </p:nvSpPr>
          <p:spPr>
            <a:xfrm>
              <a:off x="5482069" y="3920008"/>
              <a:ext cx="73812" cy="171705"/>
            </a:xfrm>
            <a:custGeom>
              <a:rect b="b" l="l" r="r" t="t"/>
              <a:pathLst>
                <a:path extrusionOk="0" h="6553" w="2817">
                  <a:moveTo>
                    <a:pt x="426" y="1"/>
                  </a:moveTo>
                  <a:cubicBezTo>
                    <a:pt x="205" y="1"/>
                    <a:pt x="27"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5" y="6553"/>
                  </a:lnTo>
                  <a:lnTo>
                    <a:pt x="2015" y="716"/>
                  </a:lnTo>
                  <a:cubicBezTo>
                    <a:pt x="2015" y="681"/>
                    <a:pt x="2044" y="657"/>
                    <a:pt x="2075" y="657"/>
                  </a:cubicBezTo>
                  <a:cubicBezTo>
                    <a:pt x="2091" y="657"/>
                    <a:pt x="2107" y="663"/>
                    <a:pt x="2120" y="678"/>
                  </a:cubicBezTo>
                  <a:cubicBezTo>
                    <a:pt x="2194" y="755"/>
                    <a:pt x="2293" y="803"/>
                    <a:pt x="2402" y="803"/>
                  </a:cubicBezTo>
                  <a:cubicBezTo>
                    <a:pt x="2407" y="803"/>
                    <a:pt x="2413" y="803"/>
                    <a:pt x="2418" y="802"/>
                  </a:cubicBezTo>
                  <a:cubicBezTo>
                    <a:pt x="2639" y="802"/>
                    <a:pt x="2816" y="620"/>
                    <a:pt x="2816" y="399"/>
                  </a:cubicBezTo>
                  <a:cubicBezTo>
                    <a:pt x="2816"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89"/>
            <p:cNvSpPr/>
            <p:nvPr/>
          </p:nvSpPr>
          <p:spPr>
            <a:xfrm>
              <a:off x="5498629" y="4091713"/>
              <a:ext cx="41033" cy="16612"/>
            </a:xfrm>
            <a:custGeom>
              <a:rect b="b" l="l" r="r" t="t"/>
              <a:pathLst>
                <a:path extrusionOk="0" h="634" w="1566">
                  <a:moveTo>
                    <a:pt x="154" y="0"/>
                  </a:moveTo>
                  <a:cubicBezTo>
                    <a:pt x="67" y="0"/>
                    <a:pt x="0" y="67"/>
                    <a:pt x="0" y="154"/>
                  </a:cubicBezTo>
                  <a:lnTo>
                    <a:pt x="0" y="634"/>
                  </a:lnTo>
                  <a:lnTo>
                    <a:pt x="1560" y="634"/>
                  </a:lnTo>
                  <a:lnTo>
                    <a:pt x="1565" y="154"/>
                  </a:lnTo>
                  <a:cubicBezTo>
                    <a:pt x="1565" y="67"/>
                    <a:pt x="1493" y="0"/>
                    <a:pt x="1412"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89"/>
            <p:cNvSpPr/>
            <p:nvPr/>
          </p:nvSpPr>
          <p:spPr>
            <a:xfrm>
              <a:off x="5224551" y="3793267"/>
              <a:ext cx="366547" cy="363507"/>
            </a:xfrm>
            <a:custGeom>
              <a:rect b="b" l="l" r="r" t="t"/>
              <a:pathLst>
                <a:path extrusionOk="0" h="13873" w="13989">
                  <a:moveTo>
                    <a:pt x="7014" y="412"/>
                  </a:moveTo>
                  <a:lnTo>
                    <a:pt x="11867" y="3249"/>
                  </a:lnTo>
                  <a:lnTo>
                    <a:pt x="11032" y="3249"/>
                  </a:lnTo>
                  <a:lnTo>
                    <a:pt x="7177" y="993"/>
                  </a:lnTo>
                  <a:cubicBezTo>
                    <a:pt x="7127" y="964"/>
                    <a:pt x="7070" y="950"/>
                    <a:pt x="7014" y="950"/>
                  </a:cubicBezTo>
                  <a:cubicBezTo>
                    <a:pt x="6957" y="950"/>
                    <a:pt x="6901" y="964"/>
                    <a:pt x="6850" y="993"/>
                  </a:cubicBezTo>
                  <a:lnTo>
                    <a:pt x="5828" y="1588"/>
                  </a:lnTo>
                  <a:cubicBezTo>
                    <a:pt x="5630" y="1705"/>
                    <a:pt x="5746" y="1973"/>
                    <a:pt x="5925" y="1973"/>
                  </a:cubicBezTo>
                  <a:cubicBezTo>
                    <a:pt x="5958" y="1973"/>
                    <a:pt x="5994" y="1964"/>
                    <a:pt x="6030" y="1943"/>
                  </a:cubicBezTo>
                  <a:lnTo>
                    <a:pt x="7014" y="1372"/>
                  </a:lnTo>
                  <a:lnTo>
                    <a:pt x="10230" y="3249"/>
                  </a:lnTo>
                  <a:lnTo>
                    <a:pt x="3778" y="3249"/>
                  </a:lnTo>
                  <a:lnTo>
                    <a:pt x="5209" y="2418"/>
                  </a:lnTo>
                  <a:cubicBezTo>
                    <a:pt x="5403" y="2305"/>
                    <a:pt x="5290" y="2038"/>
                    <a:pt x="5109" y="2038"/>
                  </a:cubicBezTo>
                  <a:cubicBezTo>
                    <a:pt x="5075" y="2038"/>
                    <a:pt x="5039" y="2047"/>
                    <a:pt x="5002" y="2068"/>
                  </a:cubicBezTo>
                  <a:lnTo>
                    <a:pt x="2972" y="3249"/>
                  </a:lnTo>
                  <a:lnTo>
                    <a:pt x="2137" y="3249"/>
                  </a:lnTo>
                  <a:lnTo>
                    <a:pt x="7014" y="412"/>
                  </a:lnTo>
                  <a:close/>
                  <a:moveTo>
                    <a:pt x="12558" y="3657"/>
                  </a:moveTo>
                  <a:lnTo>
                    <a:pt x="12558" y="4636"/>
                  </a:lnTo>
                  <a:lnTo>
                    <a:pt x="1460" y="4636"/>
                  </a:lnTo>
                  <a:lnTo>
                    <a:pt x="1460" y="3657"/>
                  </a:lnTo>
                  <a:close/>
                  <a:moveTo>
                    <a:pt x="1926" y="5044"/>
                  </a:moveTo>
                  <a:cubicBezTo>
                    <a:pt x="1929" y="5044"/>
                    <a:pt x="1932" y="5044"/>
                    <a:pt x="1935" y="5044"/>
                  </a:cubicBezTo>
                  <a:lnTo>
                    <a:pt x="3922" y="5044"/>
                  </a:lnTo>
                  <a:cubicBezTo>
                    <a:pt x="4038" y="5044"/>
                    <a:pt x="4129" y="5135"/>
                    <a:pt x="4119" y="5251"/>
                  </a:cubicBezTo>
                  <a:cubicBezTo>
                    <a:pt x="4114" y="5356"/>
                    <a:pt x="4033" y="5433"/>
                    <a:pt x="3927" y="5438"/>
                  </a:cubicBezTo>
                  <a:cubicBezTo>
                    <a:pt x="3870" y="5438"/>
                    <a:pt x="3817" y="5419"/>
                    <a:pt x="3778" y="5380"/>
                  </a:cubicBezTo>
                  <a:cubicBezTo>
                    <a:pt x="3724" y="5321"/>
                    <a:pt x="3654" y="5294"/>
                    <a:pt x="3586" y="5294"/>
                  </a:cubicBezTo>
                  <a:cubicBezTo>
                    <a:pt x="3452" y="5294"/>
                    <a:pt x="3322" y="5398"/>
                    <a:pt x="3322" y="5558"/>
                  </a:cubicBezTo>
                  <a:lnTo>
                    <a:pt x="3322" y="11188"/>
                  </a:lnTo>
                  <a:lnTo>
                    <a:pt x="2525" y="11188"/>
                  </a:lnTo>
                  <a:lnTo>
                    <a:pt x="2525" y="5558"/>
                  </a:lnTo>
                  <a:cubicBezTo>
                    <a:pt x="2525" y="5398"/>
                    <a:pt x="2396" y="5294"/>
                    <a:pt x="2262" y="5294"/>
                  </a:cubicBezTo>
                  <a:cubicBezTo>
                    <a:pt x="2194" y="5294"/>
                    <a:pt x="2124" y="5321"/>
                    <a:pt x="2069" y="5380"/>
                  </a:cubicBezTo>
                  <a:lnTo>
                    <a:pt x="2069" y="5375"/>
                  </a:lnTo>
                  <a:cubicBezTo>
                    <a:pt x="2029" y="5419"/>
                    <a:pt x="1977" y="5438"/>
                    <a:pt x="1926" y="5438"/>
                  </a:cubicBezTo>
                  <a:cubicBezTo>
                    <a:pt x="1821" y="5438"/>
                    <a:pt x="1719" y="5355"/>
                    <a:pt x="1729" y="5231"/>
                  </a:cubicBezTo>
                  <a:cubicBezTo>
                    <a:pt x="1733" y="5124"/>
                    <a:pt x="1820" y="5044"/>
                    <a:pt x="1926" y="5044"/>
                  </a:cubicBezTo>
                  <a:close/>
                  <a:moveTo>
                    <a:pt x="8084" y="5044"/>
                  </a:moveTo>
                  <a:cubicBezTo>
                    <a:pt x="8137" y="5044"/>
                    <a:pt x="8190" y="5068"/>
                    <a:pt x="8223" y="5102"/>
                  </a:cubicBezTo>
                  <a:lnTo>
                    <a:pt x="8228" y="5107"/>
                  </a:lnTo>
                  <a:cubicBezTo>
                    <a:pt x="8267" y="5145"/>
                    <a:pt x="8286" y="5198"/>
                    <a:pt x="8281" y="5251"/>
                  </a:cubicBezTo>
                  <a:cubicBezTo>
                    <a:pt x="8276" y="5356"/>
                    <a:pt x="8190" y="5438"/>
                    <a:pt x="8089" y="5438"/>
                  </a:cubicBezTo>
                  <a:cubicBezTo>
                    <a:pt x="8031" y="5438"/>
                    <a:pt x="7979" y="5419"/>
                    <a:pt x="7940" y="5380"/>
                  </a:cubicBezTo>
                  <a:cubicBezTo>
                    <a:pt x="7885" y="5321"/>
                    <a:pt x="7816" y="5294"/>
                    <a:pt x="7748" y="5294"/>
                  </a:cubicBezTo>
                  <a:cubicBezTo>
                    <a:pt x="7613" y="5294"/>
                    <a:pt x="7484" y="5398"/>
                    <a:pt x="7484" y="5558"/>
                  </a:cubicBezTo>
                  <a:lnTo>
                    <a:pt x="7484" y="11188"/>
                  </a:lnTo>
                  <a:lnTo>
                    <a:pt x="6687" y="11188"/>
                  </a:lnTo>
                  <a:lnTo>
                    <a:pt x="6687" y="5558"/>
                  </a:lnTo>
                  <a:cubicBezTo>
                    <a:pt x="6687" y="5398"/>
                    <a:pt x="6556" y="5294"/>
                    <a:pt x="6421" y="5294"/>
                  </a:cubicBezTo>
                  <a:cubicBezTo>
                    <a:pt x="6353" y="5294"/>
                    <a:pt x="6284" y="5321"/>
                    <a:pt x="6231" y="5380"/>
                  </a:cubicBezTo>
                  <a:cubicBezTo>
                    <a:pt x="6189" y="5424"/>
                    <a:pt x="6137" y="5443"/>
                    <a:pt x="6086" y="5443"/>
                  </a:cubicBezTo>
                  <a:cubicBezTo>
                    <a:pt x="5980" y="5443"/>
                    <a:pt x="5879" y="5359"/>
                    <a:pt x="5886" y="5236"/>
                  </a:cubicBezTo>
                  <a:cubicBezTo>
                    <a:pt x="5895" y="5126"/>
                    <a:pt x="5986" y="5044"/>
                    <a:pt x="6097" y="5044"/>
                  </a:cubicBezTo>
                  <a:close/>
                  <a:moveTo>
                    <a:pt x="3500" y="11592"/>
                  </a:moveTo>
                  <a:lnTo>
                    <a:pt x="3500" y="11822"/>
                  </a:lnTo>
                  <a:lnTo>
                    <a:pt x="2348" y="11822"/>
                  </a:lnTo>
                  <a:lnTo>
                    <a:pt x="2348" y="11592"/>
                  </a:lnTo>
                  <a:close/>
                  <a:moveTo>
                    <a:pt x="5516" y="5044"/>
                  </a:moveTo>
                  <a:cubicBezTo>
                    <a:pt x="5439" y="5260"/>
                    <a:pt x="5492" y="5495"/>
                    <a:pt x="5650" y="5659"/>
                  </a:cubicBezTo>
                  <a:cubicBezTo>
                    <a:pt x="5763" y="5781"/>
                    <a:pt x="5921" y="5846"/>
                    <a:pt x="6082" y="5846"/>
                  </a:cubicBezTo>
                  <a:cubicBezTo>
                    <a:pt x="6148" y="5846"/>
                    <a:pt x="6215" y="5835"/>
                    <a:pt x="6279" y="5812"/>
                  </a:cubicBezTo>
                  <a:lnTo>
                    <a:pt x="6279" y="11236"/>
                  </a:lnTo>
                  <a:cubicBezTo>
                    <a:pt x="6169" y="11299"/>
                    <a:pt x="6102" y="11419"/>
                    <a:pt x="6102" y="11544"/>
                  </a:cubicBezTo>
                  <a:lnTo>
                    <a:pt x="6102" y="11822"/>
                  </a:lnTo>
                  <a:lnTo>
                    <a:pt x="3913" y="11822"/>
                  </a:lnTo>
                  <a:lnTo>
                    <a:pt x="3913" y="11544"/>
                  </a:lnTo>
                  <a:cubicBezTo>
                    <a:pt x="3908" y="11414"/>
                    <a:pt x="3841" y="11299"/>
                    <a:pt x="3730" y="11232"/>
                  </a:cubicBezTo>
                  <a:lnTo>
                    <a:pt x="3730" y="5812"/>
                  </a:lnTo>
                  <a:cubicBezTo>
                    <a:pt x="3796" y="5835"/>
                    <a:pt x="3862" y="5845"/>
                    <a:pt x="3926" y="5845"/>
                  </a:cubicBezTo>
                  <a:cubicBezTo>
                    <a:pt x="4236" y="5845"/>
                    <a:pt x="4511" y="5603"/>
                    <a:pt x="4527" y="5270"/>
                  </a:cubicBezTo>
                  <a:cubicBezTo>
                    <a:pt x="4532" y="5193"/>
                    <a:pt x="4522" y="5116"/>
                    <a:pt x="4498" y="5044"/>
                  </a:cubicBezTo>
                  <a:close/>
                  <a:moveTo>
                    <a:pt x="7662" y="11592"/>
                  </a:moveTo>
                  <a:lnTo>
                    <a:pt x="7662" y="11822"/>
                  </a:lnTo>
                  <a:lnTo>
                    <a:pt x="6505" y="11822"/>
                  </a:lnTo>
                  <a:lnTo>
                    <a:pt x="6505" y="11592"/>
                  </a:lnTo>
                  <a:close/>
                  <a:moveTo>
                    <a:pt x="12241" y="5044"/>
                  </a:moveTo>
                  <a:cubicBezTo>
                    <a:pt x="12352" y="5044"/>
                    <a:pt x="12443" y="5140"/>
                    <a:pt x="12438" y="5251"/>
                  </a:cubicBezTo>
                  <a:cubicBezTo>
                    <a:pt x="12433" y="5356"/>
                    <a:pt x="12347" y="5433"/>
                    <a:pt x="12246" y="5438"/>
                  </a:cubicBezTo>
                  <a:lnTo>
                    <a:pt x="12241" y="5438"/>
                  </a:lnTo>
                  <a:cubicBezTo>
                    <a:pt x="12188" y="5438"/>
                    <a:pt x="12136" y="5419"/>
                    <a:pt x="12097" y="5380"/>
                  </a:cubicBezTo>
                  <a:cubicBezTo>
                    <a:pt x="12042" y="5321"/>
                    <a:pt x="11972" y="5294"/>
                    <a:pt x="11904" y="5294"/>
                  </a:cubicBezTo>
                  <a:cubicBezTo>
                    <a:pt x="11768" y="5294"/>
                    <a:pt x="11638" y="5398"/>
                    <a:pt x="11641" y="5558"/>
                  </a:cubicBezTo>
                  <a:lnTo>
                    <a:pt x="11641" y="11188"/>
                  </a:lnTo>
                  <a:lnTo>
                    <a:pt x="10840" y="11188"/>
                  </a:lnTo>
                  <a:lnTo>
                    <a:pt x="10840" y="9158"/>
                  </a:lnTo>
                  <a:cubicBezTo>
                    <a:pt x="10842" y="9021"/>
                    <a:pt x="10741" y="8953"/>
                    <a:pt x="10640" y="8953"/>
                  </a:cubicBezTo>
                  <a:cubicBezTo>
                    <a:pt x="10538" y="8953"/>
                    <a:pt x="10436" y="9021"/>
                    <a:pt x="10436" y="9158"/>
                  </a:cubicBezTo>
                  <a:lnTo>
                    <a:pt x="10436" y="11236"/>
                  </a:lnTo>
                  <a:cubicBezTo>
                    <a:pt x="10326" y="11299"/>
                    <a:pt x="10254" y="11419"/>
                    <a:pt x="10254" y="11544"/>
                  </a:cubicBezTo>
                  <a:lnTo>
                    <a:pt x="10254" y="11822"/>
                  </a:lnTo>
                  <a:lnTo>
                    <a:pt x="8065" y="11822"/>
                  </a:lnTo>
                  <a:lnTo>
                    <a:pt x="8065" y="11544"/>
                  </a:lnTo>
                  <a:cubicBezTo>
                    <a:pt x="8065" y="11414"/>
                    <a:pt x="7998" y="11299"/>
                    <a:pt x="7883" y="11236"/>
                  </a:cubicBezTo>
                  <a:lnTo>
                    <a:pt x="7883" y="5812"/>
                  </a:lnTo>
                  <a:cubicBezTo>
                    <a:pt x="7950" y="5835"/>
                    <a:pt x="8018" y="5846"/>
                    <a:pt x="8083" y="5846"/>
                  </a:cubicBezTo>
                  <a:cubicBezTo>
                    <a:pt x="8478" y="5846"/>
                    <a:pt x="8791" y="5452"/>
                    <a:pt x="8651" y="5044"/>
                  </a:cubicBezTo>
                  <a:lnTo>
                    <a:pt x="9668" y="5044"/>
                  </a:lnTo>
                  <a:cubicBezTo>
                    <a:pt x="9596" y="5255"/>
                    <a:pt x="9649" y="5495"/>
                    <a:pt x="9803" y="5659"/>
                  </a:cubicBezTo>
                  <a:cubicBezTo>
                    <a:pt x="9919" y="5779"/>
                    <a:pt x="10077" y="5845"/>
                    <a:pt x="10241" y="5845"/>
                  </a:cubicBezTo>
                  <a:cubicBezTo>
                    <a:pt x="10306" y="5845"/>
                    <a:pt x="10372" y="5834"/>
                    <a:pt x="10436" y="5812"/>
                  </a:cubicBezTo>
                  <a:lnTo>
                    <a:pt x="10436" y="8159"/>
                  </a:lnTo>
                  <a:cubicBezTo>
                    <a:pt x="10436" y="8294"/>
                    <a:pt x="10537" y="8361"/>
                    <a:pt x="10638" y="8361"/>
                  </a:cubicBezTo>
                  <a:cubicBezTo>
                    <a:pt x="10739" y="8361"/>
                    <a:pt x="10840" y="8294"/>
                    <a:pt x="10840" y="8159"/>
                  </a:cubicBezTo>
                  <a:lnTo>
                    <a:pt x="10840" y="5558"/>
                  </a:lnTo>
                  <a:cubicBezTo>
                    <a:pt x="10843" y="5397"/>
                    <a:pt x="10711" y="5292"/>
                    <a:pt x="10574" y="5292"/>
                  </a:cubicBezTo>
                  <a:cubicBezTo>
                    <a:pt x="10506" y="5292"/>
                    <a:pt x="10438" y="5318"/>
                    <a:pt x="10383" y="5375"/>
                  </a:cubicBezTo>
                  <a:cubicBezTo>
                    <a:pt x="10342" y="5421"/>
                    <a:pt x="10290" y="5441"/>
                    <a:pt x="10239" y="5441"/>
                  </a:cubicBezTo>
                  <a:cubicBezTo>
                    <a:pt x="10136" y="5441"/>
                    <a:pt x="10036" y="5357"/>
                    <a:pt x="10043" y="5231"/>
                  </a:cubicBezTo>
                  <a:cubicBezTo>
                    <a:pt x="10052" y="5126"/>
                    <a:pt x="10143" y="5044"/>
                    <a:pt x="10254" y="5044"/>
                  </a:cubicBezTo>
                  <a:close/>
                  <a:moveTo>
                    <a:pt x="11819" y="11592"/>
                  </a:moveTo>
                  <a:lnTo>
                    <a:pt x="11819" y="11822"/>
                  </a:lnTo>
                  <a:lnTo>
                    <a:pt x="10662" y="11822"/>
                  </a:lnTo>
                  <a:lnTo>
                    <a:pt x="10662" y="11592"/>
                  </a:lnTo>
                  <a:close/>
                  <a:moveTo>
                    <a:pt x="12313" y="12225"/>
                  </a:moveTo>
                  <a:cubicBezTo>
                    <a:pt x="12414" y="12225"/>
                    <a:pt x="12496" y="12307"/>
                    <a:pt x="12496" y="12408"/>
                  </a:cubicBezTo>
                  <a:lnTo>
                    <a:pt x="12496" y="12638"/>
                  </a:lnTo>
                  <a:lnTo>
                    <a:pt x="5871" y="12638"/>
                  </a:lnTo>
                  <a:cubicBezTo>
                    <a:pt x="5617" y="12652"/>
                    <a:pt x="5617" y="13032"/>
                    <a:pt x="5871" y="13046"/>
                  </a:cubicBezTo>
                  <a:lnTo>
                    <a:pt x="12726" y="13046"/>
                  </a:lnTo>
                  <a:cubicBezTo>
                    <a:pt x="12832" y="13046"/>
                    <a:pt x="12923" y="13132"/>
                    <a:pt x="12923" y="13243"/>
                  </a:cubicBezTo>
                  <a:lnTo>
                    <a:pt x="12923" y="13464"/>
                  </a:lnTo>
                  <a:lnTo>
                    <a:pt x="1090" y="13464"/>
                  </a:lnTo>
                  <a:lnTo>
                    <a:pt x="1090" y="13243"/>
                  </a:lnTo>
                  <a:cubicBezTo>
                    <a:pt x="1090" y="13132"/>
                    <a:pt x="1177" y="13046"/>
                    <a:pt x="1287" y="13046"/>
                  </a:cubicBezTo>
                  <a:lnTo>
                    <a:pt x="4868" y="13046"/>
                  </a:lnTo>
                  <a:cubicBezTo>
                    <a:pt x="5122" y="13032"/>
                    <a:pt x="5122" y="12652"/>
                    <a:pt x="4868" y="12638"/>
                  </a:cubicBezTo>
                  <a:lnTo>
                    <a:pt x="1513" y="12638"/>
                  </a:lnTo>
                  <a:lnTo>
                    <a:pt x="1513" y="12408"/>
                  </a:lnTo>
                  <a:cubicBezTo>
                    <a:pt x="1513" y="12307"/>
                    <a:pt x="1589" y="12225"/>
                    <a:pt x="1690" y="12225"/>
                  </a:cubicBezTo>
                  <a:close/>
                  <a:moveTo>
                    <a:pt x="7018" y="0"/>
                  </a:moveTo>
                  <a:cubicBezTo>
                    <a:pt x="6956" y="0"/>
                    <a:pt x="6894" y="16"/>
                    <a:pt x="6836" y="47"/>
                  </a:cubicBezTo>
                  <a:lnTo>
                    <a:pt x="1244" y="3302"/>
                  </a:lnTo>
                  <a:cubicBezTo>
                    <a:pt x="1229" y="3311"/>
                    <a:pt x="1210" y="3321"/>
                    <a:pt x="1201" y="3335"/>
                  </a:cubicBezTo>
                  <a:cubicBezTo>
                    <a:pt x="1105" y="3412"/>
                    <a:pt x="1052" y="3527"/>
                    <a:pt x="1052" y="3647"/>
                  </a:cubicBezTo>
                  <a:lnTo>
                    <a:pt x="1052" y="4651"/>
                  </a:lnTo>
                  <a:cubicBezTo>
                    <a:pt x="1052" y="4833"/>
                    <a:pt x="1177" y="4991"/>
                    <a:pt x="1359" y="5035"/>
                  </a:cubicBezTo>
                  <a:cubicBezTo>
                    <a:pt x="1277" y="5251"/>
                    <a:pt x="1325" y="5491"/>
                    <a:pt x="1489" y="5659"/>
                  </a:cubicBezTo>
                  <a:cubicBezTo>
                    <a:pt x="1601" y="5781"/>
                    <a:pt x="1759" y="5846"/>
                    <a:pt x="1920" y="5846"/>
                  </a:cubicBezTo>
                  <a:cubicBezTo>
                    <a:pt x="1986" y="5846"/>
                    <a:pt x="2053" y="5835"/>
                    <a:pt x="2117" y="5812"/>
                  </a:cubicBezTo>
                  <a:lnTo>
                    <a:pt x="2117" y="11236"/>
                  </a:lnTo>
                  <a:cubicBezTo>
                    <a:pt x="2007" y="11299"/>
                    <a:pt x="1940" y="11414"/>
                    <a:pt x="1940" y="11544"/>
                  </a:cubicBezTo>
                  <a:lnTo>
                    <a:pt x="1940" y="11822"/>
                  </a:lnTo>
                  <a:lnTo>
                    <a:pt x="1690" y="11822"/>
                  </a:lnTo>
                  <a:cubicBezTo>
                    <a:pt x="1364" y="11822"/>
                    <a:pt x="1105" y="12081"/>
                    <a:pt x="1105" y="12408"/>
                  </a:cubicBezTo>
                  <a:lnTo>
                    <a:pt x="1105" y="12667"/>
                  </a:lnTo>
                  <a:cubicBezTo>
                    <a:pt x="850" y="12748"/>
                    <a:pt x="682" y="12979"/>
                    <a:pt x="682" y="13243"/>
                  </a:cubicBezTo>
                  <a:lnTo>
                    <a:pt x="682" y="13464"/>
                  </a:lnTo>
                  <a:lnTo>
                    <a:pt x="279" y="13464"/>
                  </a:lnTo>
                  <a:cubicBezTo>
                    <a:pt x="274" y="13463"/>
                    <a:pt x="270" y="13463"/>
                    <a:pt x="265" y="13463"/>
                  </a:cubicBezTo>
                  <a:cubicBezTo>
                    <a:pt x="0" y="13463"/>
                    <a:pt x="0" y="13872"/>
                    <a:pt x="265" y="13872"/>
                  </a:cubicBezTo>
                  <a:cubicBezTo>
                    <a:pt x="270" y="13872"/>
                    <a:pt x="274" y="13872"/>
                    <a:pt x="279" y="13872"/>
                  </a:cubicBezTo>
                  <a:lnTo>
                    <a:pt x="13734" y="13872"/>
                  </a:lnTo>
                  <a:cubicBezTo>
                    <a:pt x="13988" y="13857"/>
                    <a:pt x="13988" y="13478"/>
                    <a:pt x="13734" y="13464"/>
                  </a:cubicBezTo>
                  <a:lnTo>
                    <a:pt x="13326" y="13464"/>
                  </a:lnTo>
                  <a:lnTo>
                    <a:pt x="13326" y="13243"/>
                  </a:lnTo>
                  <a:cubicBezTo>
                    <a:pt x="13326" y="12979"/>
                    <a:pt x="13158" y="12748"/>
                    <a:pt x="12908" y="12667"/>
                  </a:cubicBezTo>
                  <a:lnTo>
                    <a:pt x="12908" y="12408"/>
                  </a:lnTo>
                  <a:cubicBezTo>
                    <a:pt x="12908" y="12081"/>
                    <a:pt x="12644" y="11817"/>
                    <a:pt x="12318" y="11817"/>
                  </a:cubicBezTo>
                  <a:lnTo>
                    <a:pt x="12227" y="11817"/>
                  </a:lnTo>
                  <a:lnTo>
                    <a:pt x="12227" y="11544"/>
                  </a:lnTo>
                  <a:cubicBezTo>
                    <a:pt x="12227" y="11414"/>
                    <a:pt x="12155" y="11294"/>
                    <a:pt x="12044" y="11232"/>
                  </a:cubicBezTo>
                  <a:lnTo>
                    <a:pt x="12044" y="5812"/>
                  </a:lnTo>
                  <a:cubicBezTo>
                    <a:pt x="12112" y="5835"/>
                    <a:pt x="12179" y="5846"/>
                    <a:pt x="12243" y="5846"/>
                  </a:cubicBezTo>
                  <a:cubicBezTo>
                    <a:pt x="12664" y="5846"/>
                    <a:pt x="12988" y="5393"/>
                    <a:pt x="12784" y="4977"/>
                  </a:cubicBezTo>
                  <a:cubicBezTo>
                    <a:pt x="12894" y="4905"/>
                    <a:pt x="12961" y="4780"/>
                    <a:pt x="12961" y="4646"/>
                  </a:cubicBezTo>
                  <a:lnTo>
                    <a:pt x="12961" y="3642"/>
                  </a:lnTo>
                  <a:cubicBezTo>
                    <a:pt x="12961" y="3498"/>
                    <a:pt x="12880" y="3364"/>
                    <a:pt x="12750" y="3297"/>
                  </a:cubicBezTo>
                  <a:lnTo>
                    <a:pt x="7196" y="47"/>
                  </a:lnTo>
                  <a:cubicBezTo>
                    <a:pt x="7141" y="16"/>
                    <a:pt x="7080" y="0"/>
                    <a:pt x="70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1" name="Google Shape;19831;p89"/>
          <p:cNvGrpSpPr/>
          <p:nvPr/>
        </p:nvGrpSpPr>
        <p:grpSpPr>
          <a:xfrm>
            <a:off x="7075390" y="3349554"/>
            <a:ext cx="375429" cy="363822"/>
            <a:chOff x="7075390" y="3349554"/>
            <a:chExt cx="375429" cy="363822"/>
          </a:xfrm>
        </p:grpSpPr>
        <p:sp>
          <p:nvSpPr>
            <p:cNvPr id="19832" name="Google Shape;19832;p89"/>
            <p:cNvSpPr/>
            <p:nvPr/>
          </p:nvSpPr>
          <p:spPr>
            <a:xfrm>
              <a:off x="7075390" y="3437018"/>
              <a:ext cx="309949" cy="270646"/>
            </a:xfrm>
            <a:custGeom>
              <a:rect b="b" l="l" r="r" t="t"/>
              <a:pathLst>
                <a:path extrusionOk="0" h="10329" w="11829">
                  <a:moveTo>
                    <a:pt x="9133" y="7022"/>
                  </a:moveTo>
                  <a:cubicBezTo>
                    <a:pt x="9540" y="7022"/>
                    <a:pt x="9942" y="7290"/>
                    <a:pt x="10033" y="7763"/>
                  </a:cubicBezTo>
                  <a:cubicBezTo>
                    <a:pt x="10145" y="8365"/>
                    <a:pt x="9665" y="8847"/>
                    <a:pt x="9136" y="8847"/>
                  </a:cubicBezTo>
                  <a:cubicBezTo>
                    <a:pt x="8965" y="8847"/>
                    <a:pt x="8789" y="8797"/>
                    <a:pt x="8626" y="8684"/>
                  </a:cubicBezTo>
                  <a:cubicBezTo>
                    <a:pt x="8209" y="8401"/>
                    <a:pt x="8103" y="7835"/>
                    <a:pt x="8386" y="7422"/>
                  </a:cubicBezTo>
                  <a:cubicBezTo>
                    <a:pt x="8572" y="7148"/>
                    <a:pt x="8854" y="7022"/>
                    <a:pt x="9133" y="7022"/>
                  </a:cubicBezTo>
                  <a:close/>
                  <a:moveTo>
                    <a:pt x="5132" y="1"/>
                  </a:moveTo>
                  <a:cubicBezTo>
                    <a:pt x="3635" y="1"/>
                    <a:pt x="2235" y="739"/>
                    <a:pt x="1392" y="1979"/>
                  </a:cubicBezTo>
                  <a:cubicBezTo>
                    <a:pt x="0" y="4043"/>
                    <a:pt x="533" y="6851"/>
                    <a:pt x="2593" y="8257"/>
                  </a:cubicBezTo>
                  <a:cubicBezTo>
                    <a:pt x="2593" y="8257"/>
                    <a:pt x="5351" y="10329"/>
                    <a:pt x="8068" y="10329"/>
                  </a:cubicBezTo>
                  <a:cubicBezTo>
                    <a:pt x="9265" y="10329"/>
                    <a:pt x="10455" y="9926"/>
                    <a:pt x="11396" y="8766"/>
                  </a:cubicBezTo>
                  <a:lnTo>
                    <a:pt x="11406" y="8747"/>
                  </a:lnTo>
                  <a:cubicBezTo>
                    <a:pt x="11483" y="8636"/>
                    <a:pt x="11540" y="8516"/>
                    <a:pt x="11583" y="8392"/>
                  </a:cubicBezTo>
                  <a:cubicBezTo>
                    <a:pt x="11828" y="7648"/>
                    <a:pt x="11468" y="6841"/>
                    <a:pt x="10753" y="6529"/>
                  </a:cubicBezTo>
                  <a:cubicBezTo>
                    <a:pt x="10590" y="6457"/>
                    <a:pt x="10431" y="6371"/>
                    <a:pt x="10283" y="6270"/>
                  </a:cubicBezTo>
                  <a:cubicBezTo>
                    <a:pt x="10283" y="6270"/>
                    <a:pt x="8852" y="5454"/>
                    <a:pt x="9034" y="3731"/>
                  </a:cubicBezTo>
                  <a:cubicBezTo>
                    <a:pt x="9159" y="2569"/>
                    <a:pt x="8636" y="1436"/>
                    <a:pt x="7676" y="778"/>
                  </a:cubicBezTo>
                  <a:cubicBezTo>
                    <a:pt x="6927" y="270"/>
                    <a:pt x="6049" y="1"/>
                    <a:pt x="5146" y="1"/>
                  </a:cubicBezTo>
                  <a:cubicBezTo>
                    <a:pt x="5141" y="1"/>
                    <a:pt x="5137" y="1"/>
                    <a:pt x="5132" y="1"/>
                  </a:cubicBezTo>
                  <a:close/>
                </a:path>
              </a:pathLst>
            </a:custGeom>
            <a:solidFill>
              <a:srgbClr val="D7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89"/>
            <p:cNvSpPr/>
            <p:nvPr/>
          </p:nvSpPr>
          <p:spPr>
            <a:xfrm>
              <a:off x="7092370" y="3437018"/>
              <a:ext cx="293101" cy="249055"/>
            </a:xfrm>
            <a:custGeom>
              <a:rect b="b" l="l" r="r" t="t"/>
              <a:pathLst>
                <a:path extrusionOk="0" h="9505" w="11186">
                  <a:moveTo>
                    <a:pt x="8495" y="7017"/>
                  </a:moveTo>
                  <a:cubicBezTo>
                    <a:pt x="8666" y="7017"/>
                    <a:pt x="8842" y="7066"/>
                    <a:pt x="9006" y="7177"/>
                  </a:cubicBezTo>
                  <a:cubicBezTo>
                    <a:pt x="9419" y="7460"/>
                    <a:pt x="9529" y="8027"/>
                    <a:pt x="9246" y="8444"/>
                  </a:cubicBezTo>
                  <a:cubicBezTo>
                    <a:pt x="9058" y="8718"/>
                    <a:pt x="8776" y="8844"/>
                    <a:pt x="8496" y="8844"/>
                  </a:cubicBezTo>
                  <a:cubicBezTo>
                    <a:pt x="8088" y="8844"/>
                    <a:pt x="7686" y="8575"/>
                    <a:pt x="7594" y="8099"/>
                  </a:cubicBezTo>
                  <a:cubicBezTo>
                    <a:pt x="7482" y="7496"/>
                    <a:pt x="7963" y="7017"/>
                    <a:pt x="8495" y="7017"/>
                  </a:cubicBezTo>
                  <a:close/>
                  <a:moveTo>
                    <a:pt x="4481" y="1"/>
                  </a:moveTo>
                  <a:cubicBezTo>
                    <a:pt x="3220" y="1"/>
                    <a:pt x="2022" y="528"/>
                    <a:pt x="1167" y="1451"/>
                  </a:cubicBezTo>
                  <a:cubicBezTo>
                    <a:pt x="0" y="3500"/>
                    <a:pt x="605" y="6102"/>
                    <a:pt x="2549" y="7432"/>
                  </a:cubicBezTo>
                  <a:cubicBezTo>
                    <a:pt x="2549" y="7432"/>
                    <a:pt x="5307" y="9504"/>
                    <a:pt x="8024" y="9504"/>
                  </a:cubicBezTo>
                  <a:cubicBezTo>
                    <a:pt x="9050" y="9504"/>
                    <a:pt x="10072" y="9208"/>
                    <a:pt x="10935" y="8392"/>
                  </a:cubicBezTo>
                  <a:cubicBezTo>
                    <a:pt x="11185" y="7648"/>
                    <a:pt x="10825" y="6841"/>
                    <a:pt x="10105" y="6529"/>
                  </a:cubicBezTo>
                  <a:cubicBezTo>
                    <a:pt x="9942" y="6457"/>
                    <a:pt x="9783" y="6371"/>
                    <a:pt x="9635" y="6270"/>
                  </a:cubicBezTo>
                  <a:cubicBezTo>
                    <a:pt x="9635" y="6270"/>
                    <a:pt x="8204" y="5454"/>
                    <a:pt x="8386" y="3731"/>
                  </a:cubicBezTo>
                  <a:cubicBezTo>
                    <a:pt x="8511" y="2569"/>
                    <a:pt x="7988" y="1436"/>
                    <a:pt x="7028" y="778"/>
                  </a:cubicBezTo>
                  <a:cubicBezTo>
                    <a:pt x="6279" y="270"/>
                    <a:pt x="5401" y="1"/>
                    <a:pt x="4498" y="1"/>
                  </a:cubicBezTo>
                  <a:cubicBezTo>
                    <a:pt x="4493" y="1"/>
                    <a:pt x="4487" y="1"/>
                    <a:pt x="4481"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89"/>
            <p:cNvSpPr/>
            <p:nvPr/>
          </p:nvSpPr>
          <p:spPr>
            <a:xfrm>
              <a:off x="7169457" y="3477736"/>
              <a:ext cx="78660" cy="48370"/>
            </a:xfrm>
            <a:custGeom>
              <a:rect b="b" l="l" r="r" t="t"/>
              <a:pathLst>
                <a:path extrusionOk="0" h="1846" w="3002">
                  <a:moveTo>
                    <a:pt x="2565" y="1"/>
                  </a:moveTo>
                  <a:cubicBezTo>
                    <a:pt x="2555" y="1"/>
                    <a:pt x="2545" y="1"/>
                    <a:pt x="2536" y="2"/>
                  </a:cubicBezTo>
                  <a:lnTo>
                    <a:pt x="1542" y="55"/>
                  </a:lnTo>
                  <a:lnTo>
                    <a:pt x="961" y="84"/>
                  </a:lnTo>
                  <a:cubicBezTo>
                    <a:pt x="726" y="98"/>
                    <a:pt x="543" y="295"/>
                    <a:pt x="543" y="530"/>
                  </a:cubicBezTo>
                  <a:lnTo>
                    <a:pt x="543" y="554"/>
                  </a:lnTo>
                  <a:cubicBezTo>
                    <a:pt x="548" y="655"/>
                    <a:pt x="587" y="751"/>
                    <a:pt x="654" y="823"/>
                  </a:cubicBezTo>
                  <a:cubicBezTo>
                    <a:pt x="692" y="871"/>
                    <a:pt x="663" y="943"/>
                    <a:pt x="601" y="943"/>
                  </a:cubicBezTo>
                  <a:lnTo>
                    <a:pt x="443" y="953"/>
                  </a:lnTo>
                  <a:cubicBezTo>
                    <a:pt x="193" y="962"/>
                    <a:pt x="1" y="1178"/>
                    <a:pt x="11" y="1428"/>
                  </a:cubicBezTo>
                  <a:cubicBezTo>
                    <a:pt x="25" y="1666"/>
                    <a:pt x="226" y="1846"/>
                    <a:pt x="458" y="1846"/>
                  </a:cubicBezTo>
                  <a:cubicBezTo>
                    <a:pt x="464" y="1846"/>
                    <a:pt x="470" y="1846"/>
                    <a:pt x="476" y="1845"/>
                  </a:cubicBezTo>
                  <a:lnTo>
                    <a:pt x="966" y="1817"/>
                  </a:lnTo>
                  <a:lnTo>
                    <a:pt x="1076" y="1812"/>
                  </a:lnTo>
                  <a:lnTo>
                    <a:pt x="2036" y="1764"/>
                  </a:lnTo>
                  <a:cubicBezTo>
                    <a:pt x="2271" y="1754"/>
                    <a:pt x="2459" y="1567"/>
                    <a:pt x="2468" y="1332"/>
                  </a:cubicBezTo>
                  <a:cubicBezTo>
                    <a:pt x="2473" y="1226"/>
                    <a:pt x="2439" y="1121"/>
                    <a:pt x="2372" y="1039"/>
                  </a:cubicBezTo>
                  <a:cubicBezTo>
                    <a:pt x="2329" y="986"/>
                    <a:pt x="2363" y="905"/>
                    <a:pt x="2430" y="900"/>
                  </a:cubicBezTo>
                  <a:lnTo>
                    <a:pt x="2579" y="890"/>
                  </a:lnTo>
                  <a:cubicBezTo>
                    <a:pt x="2814" y="876"/>
                    <a:pt x="3001" y="684"/>
                    <a:pt x="3001" y="449"/>
                  </a:cubicBezTo>
                  <a:cubicBezTo>
                    <a:pt x="3001" y="439"/>
                    <a:pt x="3001" y="429"/>
                    <a:pt x="3001" y="425"/>
                  </a:cubicBezTo>
                  <a:cubicBezTo>
                    <a:pt x="2992" y="242"/>
                    <a:pt x="2876" y="89"/>
                    <a:pt x="2704" y="26"/>
                  </a:cubicBezTo>
                  <a:cubicBezTo>
                    <a:pt x="2660" y="10"/>
                    <a:pt x="2613" y="1"/>
                    <a:pt x="2565" y="1"/>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89"/>
            <p:cNvSpPr/>
            <p:nvPr/>
          </p:nvSpPr>
          <p:spPr>
            <a:xfrm>
              <a:off x="7189083" y="3477736"/>
              <a:ext cx="59139" cy="47479"/>
            </a:xfrm>
            <a:custGeom>
              <a:rect b="b" l="l" r="r" t="t"/>
              <a:pathLst>
                <a:path extrusionOk="0" h="1812" w="2257">
                  <a:moveTo>
                    <a:pt x="1816" y="1"/>
                  </a:moveTo>
                  <a:cubicBezTo>
                    <a:pt x="1806" y="1"/>
                    <a:pt x="1796" y="1"/>
                    <a:pt x="1787" y="2"/>
                  </a:cubicBezTo>
                  <a:lnTo>
                    <a:pt x="793" y="50"/>
                  </a:lnTo>
                  <a:cubicBezTo>
                    <a:pt x="649" y="137"/>
                    <a:pt x="562" y="290"/>
                    <a:pt x="562" y="458"/>
                  </a:cubicBezTo>
                  <a:lnTo>
                    <a:pt x="562" y="482"/>
                  </a:lnTo>
                  <a:cubicBezTo>
                    <a:pt x="567" y="588"/>
                    <a:pt x="610" y="689"/>
                    <a:pt x="678" y="765"/>
                  </a:cubicBezTo>
                  <a:cubicBezTo>
                    <a:pt x="721" y="813"/>
                    <a:pt x="687" y="890"/>
                    <a:pt x="625" y="895"/>
                  </a:cubicBezTo>
                  <a:lnTo>
                    <a:pt x="462" y="905"/>
                  </a:lnTo>
                  <a:cubicBezTo>
                    <a:pt x="202" y="919"/>
                    <a:pt x="1" y="1140"/>
                    <a:pt x="15" y="1399"/>
                  </a:cubicBezTo>
                  <a:cubicBezTo>
                    <a:pt x="25" y="1586"/>
                    <a:pt x="150" y="1749"/>
                    <a:pt x="327" y="1812"/>
                  </a:cubicBezTo>
                  <a:lnTo>
                    <a:pt x="1287" y="1764"/>
                  </a:lnTo>
                  <a:cubicBezTo>
                    <a:pt x="1522" y="1754"/>
                    <a:pt x="1710" y="1567"/>
                    <a:pt x="1719" y="1332"/>
                  </a:cubicBezTo>
                  <a:cubicBezTo>
                    <a:pt x="1724" y="1226"/>
                    <a:pt x="1690" y="1121"/>
                    <a:pt x="1623" y="1039"/>
                  </a:cubicBezTo>
                  <a:cubicBezTo>
                    <a:pt x="1580" y="986"/>
                    <a:pt x="1614" y="905"/>
                    <a:pt x="1681" y="900"/>
                  </a:cubicBezTo>
                  <a:lnTo>
                    <a:pt x="1830" y="890"/>
                  </a:lnTo>
                  <a:cubicBezTo>
                    <a:pt x="2065" y="876"/>
                    <a:pt x="2252" y="684"/>
                    <a:pt x="2252" y="449"/>
                  </a:cubicBezTo>
                  <a:cubicBezTo>
                    <a:pt x="2252" y="439"/>
                    <a:pt x="2252" y="429"/>
                    <a:pt x="2257" y="425"/>
                  </a:cubicBezTo>
                  <a:cubicBezTo>
                    <a:pt x="2247" y="242"/>
                    <a:pt x="2127" y="84"/>
                    <a:pt x="1959" y="26"/>
                  </a:cubicBezTo>
                  <a:cubicBezTo>
                    <a:pt x="1912" y="10"/>
                    <a:pt x="1864" y="1"/>
                    <a:pt x="1816"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89"/>
            <p:cNvSpPr/>
            <p:nvPr/>
          </p:nvSpPr>
          <p:spPr>
            <a:xfrm>
              <a:off x="7212482" y="3559934"/>
              <a:ext cx="62676" cy="70328"/>
            </a:xfrm>
            <a:custGeom>
              <a:rect b="b" l="l" r="r" t="t"/>
              <a:pathLst>
                <a:path extrusionOk="0" h="2684" w="2392">
                  <a:moveTo>
                    <a:pt x="1941" y="1"/>
                  </a:moveTo>
                  <a:cubicBezTo>
                    <a:pt x="1868" y="1"/>
                    <a:pt x="1793" y="19"/>
                    <a:pt x="1724" y="57"/>
                  </a:cubicBezTo>
                  <a:lnTo>
                    <a:pt x="913" y="518"/>
                  </a:lnTo>
                  <a:lnTo>
                    <a:pt x="356" y="835"/>
                  </a:lnTo>
                  <a:cubicBezTo>
                    <a:pt x="217" y="912"/>
                    <a:pt x="130" y="1061"/>
                    <a:pt x="130" y="1224"/>
                  </a:cubicBezTo>
                  <a:cubicBezTo>
                    <a:pt x="130" y="1358"/>
                    <a:pt x="193" y="1488"/>
                    <a:pt x="298" y="1574"/>
                  </a:cubicBezTo>
                  <a:cubicBezTo>
                    <a:pt x="389" y="1646"/>
                    <a:pt x="380" y="1785"/>
                    <a:pt x="279" y="1843"/>
                  </a:cubicBezTo>
                  <a:lnTo>
                    <a:pt x="274" y="1843"/>
                  </a:lnTo>
                  <a:cubicBezTo>
                    <a:pt x="87" y="1958"/>
                    <a:pt x="1" y="2189"/>
                    <a:pt x="68" y="2395"/>
                  </a:cubicBezTo>
                  <a:cubicBezTo>
                    <a:pt x="136" y="2575"/>
                    <a:pt x="307" y="2683"/>
                    <a:pt x="487" y="2683"/>
                  </a:cubicBezTo>
                  <a:cubicBezTo>
                    <a:pt x="561" y="2683"/>
                    <a:pt x="636" y="2665"/>
                    <a:pt x="706" y="2625"/>
                  </a:cubicBezTo>
                  <a:lnTo>
                    <a:pt x="1134" y="2385"/>
                  </a:lnTo>
                  <a:lnTo>
                    <a:pt x="2065" y="1862"/>
                  </a:lnTo>
                  <a:cubicBezTo>
                    <a:pt x="2262" y="1752"/>
                    <a:pt x="2348" y="1517"/>
                    <a:pt x="2271" y="1305"/>
                  </a:cubicBezTo>
                  <a:cubicBezTo>
                    <a:pt x="2228" y="1185"/>
                    <a:pt x="2132" y="1094"/>
                    <a:pt x="2012" y="1046"/>
                  </a:cubicBezTo>
                  <a:cubicBezTo>
                    <a:pt x="1959" y="1027"/>
                    <a:pt x="1954" y="955"/>
                    <a:pt x="2002" y="926"/>
                  </a:cubicBezTo>
                  <a:lnTo>
                    <a:pt x="2166" y="835"/>
                  </a:lnTo>
                  <a:cubicBezTo>
                    <a:pt x="2305" y="758"/>
                    <a:pt x="2391" y="609"/>
                    <a:pt x="2391" y="446"/>
                  </a:cubicBezTo>
                  <a:cubicBezTo>
                    <a:pt x="2391" y="369"/>
                    <a:pt x="2372" y="292"/>
                    <a:pt x="2334" y="230"/>
                  </a:cubicBezTo>
                  <a:cubicBezTo>
                    <a:pt x="2249" y="83"/>
                    <a:pt x="2097" y="1"/>
                    <a:pt x="1941"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89"/>
            <p:cNvSpPr/>
            <p:nvPr/>
          </p:nvSpPr>
          <p:spPr>
            <a:xfrm>
              <a:off x="7229225" y="3560065"/>
              <a:ext cx="46038" cy="62388"/>
            </a:xfrm>
            <a:custGeom>
              <a:rect b="b" l="l" r="r" t="t"/>
              <a:pathLst>
                <a:path extrusionOk="0" h="2381" w="1757">
                  <a:moveTo>
                    <a:pt x="1305" y="0"/>
                  </a:moveTo>
                  <a:cubicBezTo>
                    <a:pt x="1232" y="0"/>
                    <a:pt x="1158" y="19"/>
                    <a:pt x="1090" y="57"/>
                  </a:cubicBezTo>
                  <a:lnTo>
                    <a:pt x="274" y="518"/>
                  </a:lnTo>
                  <a:cubicBezTo>
                    <a:pt x="187" y="609"/>
                    <a:pt x="139" y="724"/>
                    <a:pt x="139" y="849"/>
                  </a:cubicBezTo>
                  <a:cubicBezTo>
                    <a:pt x="139" y="931"/>
                    <a:pt x="158" y="1008"/>
                    <a:pt x="197" y="1080"/>
                  </a:cubicBezTo>
                  <a:cubicBezTo>
                    <a:pt x="226" y="1132"/>
                    <a:pt x="269" y="1180"/>
                    <a:pt x="317" y="1219"/>
                  </a:cubicBezTo>
                  <a:cubicBezTo>
                    <a:pt x="413" y="1291"/>
                    <a:pt x="403" y="1440"/>
                    <a:pt x="298" y="1497"/>
                  </a:cubicBezTo>
                  <a:lnTo>
                    <a:pt x="293" y="1502"/>
                  </a:lnTo>
                  <a:cubicBezTo>
                    <a:pt x="91" y="1622"/>
                    <a:pt x="0" y="1862"/>
                    <a:pt x="77" y="2083"/>
                  </a:cubicBezTo>
                  <a:cubicBezTo>
                    <a:pt x="144" y="2256"/>
                    <a:pt x="307" y="2376"/>
                    <a:pt x="495" y="2380"/>
                  </a:cubicBezTo>
                  <a:lnTo>
                    <a:pt x="1426" y="1857"/>
                  </a:lnTo>
                  <a:cubicBezTo>
                    <a:pt x="1623" y="1747"/>
                    <a:pt x="1709" y="1512"/>
                    <a:pt x="1632" y="1300"/>
                  </a:cubicBezTo>
                  <a:cubicBezTo>
                    <a:pt x="1584" y="1185"/>
                    <a:pt x="1493" y="1089"/>
                    <a:pt x="1378" y="1046"/>
                  </a:cubicBezTo>
                  <a:cubicBezTo>
                    <a:pt x="1320" y="1027"/>
                    <a:pt x="1315" y="955"/>
                    <a:pt x="1368" y="926"/>
                  </a:cubicBezTo>
                  <a:lnTo>
                    <a:pt x="1531" y="835"/>
                  </a:lnTo>
                  <a:cubicBezTo>
                    <a:pt x="1671" y="758"/>
                    <a:pt x="1757" y="609"/>
                    <a:pt x="1757" y="446"/>
                  </a:cubicBezTo>
                  <a:cubicBezTo>
                    <a:pt x="1752" y="369"/>
                    <a:pt x="1733" y="292"/>
                    <a:pt x="1695" y="225"/>
                  </a:cubicBezTo>
                  <a:cubicBezTo>
                    <a:pt x="1613" y="82"/>
                    <a:pt x="1461" y="0"/>
                    <a:pt x="1305"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89"/>
            <p:cNvSpPr/>
            <p:nvPr/>
          </p:nvSpPr>
          <p:spPr>
            <a:xfrm>
              <a:off x="7121297" y="3534989"/>
              <a:ext cx="66554" cy="67969"/>
            </a:xfrm>
            <a:custGeom>
              <a:rect b="b" l="l" r="r" t="t"/>
              <a:pathLst>
                <a:path extrusionOk="0" h="2594" w="2540">
                  <a:moveTo>
                    <a:pt x="493" y="0"/>
                  </a:moveTo>
                  <a:cubicBezTo>
                    <a:pt x="468" y="0"/>
                    <a:pt x="443" y="2"/>
                    <a:pt x="418" y="6"/>
                  </a:cubicBezTo>
                  <a:cubicBezTo>
                    <a:pt x="149" y="68"/>
                    <a:pt x="0" y="352"/>
                    <a:pt x="96" y="606"/>
                  </a:cubicBezTo>
                  <a:lnTo>
                    <a:pt x="274" y="1057"/>
                  </a:lnTo>
                  <a:lnTo>
                    <a:pt x="365" y="1302"/>
                  </a:lnTo>
                  <a:lnTo>
                    <a:pt x="658" y="2061"/>
                  </a:lnTo>
                  <a:cubicBezTo>
                    <a:pt x="728" y="2241"/>
                    <a:pt x="898" y="2354"/>
                    <a:pt x="1084" y="2354"/>
                  </a:cubicBezTo>
                  <a:cubicBezTo>
                    <a:pt x="1116" y="2354"/>
                    <a:pt x="1149" y="2351"/>
                    <a:pt x="1181" y="2344"/>
                  </a:cubicBezTo>
                  <a:cubicBezTo>
                    <a:pt x="1301" y="2315"/>
                    <a:pt x="1407" y="2238"/>
                    <a:pt x="1469" y="2123"/>
                  </a:cubicBezTo>
                  <a:cubicBezTo>
                    <a:pt x="1483" y="2101"/>
                    <a:pt x="1505" y="2090"/>
                    <a:pt x="1528" y="2090"/>
                  </a:cubicBezTo>
                  <a:cubicBezTo>
                    <a:pt x="1554" y="2090"/>
                    <a:pt x="1579" y="2104"/>
                    <a:pt x="1589" y="2133"/>
                  </a:cubicBezTo>
                  <a:lnTo>
                    <a:pt x="1657" y="2305"/>
                  </a:lnTo>
                  <a:cubicBezTo>
                    <a:pt x="1724" y="2478"/>
                    <a:pt x="1892" y="2593"/>
                    <a:pt x="2079" y="2593"/>
                  </a:cubicBezTo>
                  <a:cubicBezTo>
                    <a:pt x="2132" y="2589"/>
                    <a:pt x="2185" y="2579"/>
                    <a:pt x="2237" y="2560"/>
                  </a:cubicBezTo>
                  <a:cubicBezTo>
                    <a:pt x="2425" y="2488"/>
                    <a:pt x="2540" y="2291"/>
                    <a:pt x="2516" y="2089"/>
                  </a:cubicBezTo>
                  <a:cubicBezTo>
                    <a:pt x="2511" y="2056"/>
                    <a:pt x="2501" y="2017"/>
                    <a:pt x="2487" y="1984"/>
                  </a:cubicBezTo>
                  <a:lnTo>
                    <a:pt x="2103" y="985"/>
                  </a:lnTo>
                  <a:lnTo>
                    <a:pt x="1921" y="515"/>
                  </a:lnTo>
                  <a:cubicBezTo>
                    <a:pt x="1853" y="342"/>
                    <a:pt x="1690" y="232"/>
                    <a:pt x="1503" y="232"/>
                  </a:cubicBezTo>
                  <a:cubicBezTo>
                    <a:pt x="1345" y="232"/>
                    <a:pt x="1201" y="318"/>
                    <a:pt x="1119" y="452"/>
                  </a:cubicBezTo>
                  <a:cubicBezTo>
                    <a:pt x="1105" y="478"/>
                    <a:pt x="1080" y="490"/>
                    <a:pt x="1056" y="490"/>
                  </a:cubicBezTo>
                  <a:cubicBezTo>
                    <a:pt x="1029" y="490"/>
                    <a:pt x="1002" y="475"/>
                    <a:pt x="989" y="448"/>
                  </a:cubicBezTo>
                  <a:lnTo>
                    <a:pt x="932" y="289"/>
                  </a:lnTo>
                  <a:cubicBezTo>
                    <a:pt x="855" y="111"/>
                    <a:pt x="681" y="0"/>
                    <a:pt x="49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9" name="Google Shape;19839;p89"/>
            <p:cNvSpPr/>
            <p:nvPr/>
          </p:nvSpPr>
          <p:spPr>
            <a:xfrm>
              <a:off x="7128477" y="3550789"/>
              <a:ext cx="59375" cy="52169"/>
            </a:xfrm>
            <a:custGeom>
              <a:rect b="b" l="l" r="r" t="t"/>
              <a:pathLst>
                <a:path extrusionOk="0" h="1991" w="2266">
                  <a:moveTo>
                    <a:pt x="442" y="1"/>
                  </a:moveTo>
                  <a:cubicBezTo>
                    <a:pt x="415" y="1"/>
                    <a:pt x="387" y="3"/>
                    <a:pt x="360" y="8"/>
                  </a:cubicBezTo>
                  <a:cubicBezTo>
                    <a:pt x="149" y="56"/>
                    <a:pt x="0" y="238"/>
                    <a:pt x="0" y="454"/>
                  </a:cubicBezTo>
                  <a:lnTo>
                    <a:pt x="91" y="699"/>
                  </a:lnTo>
                  <a:lnTo>
                    <a:pt x="384" y="1458"/>
                  </a:lnTo>
                  <a:cubicBezTo>
                    <a:pt x="454" y="1638"/>
                    <a:pt x="624" y="1751"/>
                    <a:pt x="810" y="1751"/>
                  </a:cubicBezTo>
                  <a:cubicBezTo>
                    <a:pt x="842" y="1751"/>
                    <a:pt x="875" y="1748"/>
                    <a:pt x="907" y="1741"/>
                  </a:cubicBezTo>
                  <a:cubicBezTo>
                    <a:pt x="1027" y="1712"/>
                    <a:pt x="1133" y="1635"/>
                    <a:pt x="1195" y="1520"/>
                  </a:cubicBezTo>
                  <a:cubicBezTo>
                    <a:pt x="1209" y="1498"/>
                    <a:pt x="1231" y="1487"/>
                    <a:pt x="1254" y="1487"/>
                  </a:cubicBezTo>
                  <a:cubicBezTo>
                    <a:pt x="1280" y="1487"/>
                    <a:pt x="1305" y="1501"/>
                    <a:pt x="1315" y="1530"/>
                  </a:cubicBezTo>
                  <a:lnTo>
                    <a:pt x="1383" y="1702"/>
                  </a:lnTo>
                  <a:cubicBezTo>
                    <a:pt x="1450" y="1875"/>
                    <a:pt x="1618" y="1990"/>
                    <a:pt x="1805" y="1990"/>
                  </a:cubicBezTo>
                  <a:cubicBezTo>
                    <a:pt x="1858" y="1986"/>
                    <a:pt x="1911" y="1976"/>
                    <a:pt x="1963" y="1957"/>
                  </a:cubicBezTo>
                  <a:cubicBezTo>
                    <a:pt x="2151" y="1880"/>
                    <a:pt x="2266" y="1688"/>
                    <a:pt x="2237" y="1486"/>
                  </a:cubicBezTo>
                  <a:cubicBezTo>
                    <a:pt x="2237" y="1453"/>
                    <a:pt x="2227" y="1414"/>
                    <a:pt x="2213" y="1381"/>
                  </a:cubicBezTo>
                  <a:lnTo>
                    <a:pt x="1829" y="387"/>
                  </a:lnTo>
                  <a:cubicBezTo>
                    <a:pt x="1738" y="291"/>
                    <a:pt x="1618" y="243"/>
                    <a:pt x="1488" y="243"/>
                  </a:cubicBezTo>
                  <a:cubicBezTo>
                    <a:pt x="1325" y="243"/>
                    <a:pt x="1171" y="329"/>
                    <a:pt x="1090" y="473"/>
                  </a:cubicBezTo>
                  <a:cubicBezTo>
                    <a:pt x="1076" y="498"/>
                    <a:pt x="1051" y="510"/>
                    <a:pt x="1026" y="510"/>
                  </a:cubicBezTo>
                  <a:cubicBezTo>
                    <a:pt x="997" y="510"/>
                    <a:pt x="968" y="495"/>
                    <a:pt x="955" y="464"/>
                  </a:cubicBezTo>
                  <a:lnTo>
                    <a:pt x="898" y="305"/>
                  </a:lnTo>
                  <a:cubicBezTo>
                    <a:pt x="822" y="120"/>
                    <a:pt x="638" y="1"/>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0" name="Google Shape;19840;p89"/>
            <p:cNvSpPr/>
            <p:nvPr/>
          </p:nvSpPr>
          <p:spPr>
            <a:xfrm>
              <a:off x="7323161" y="3355004"/>
              <a:ext cx="121239" cy="137511"/>
            </a:xfrm>
            <a:custGeom>
              <a:rect b="b" l="l" r="r" t="t"/>
              <a:pathLst>
                <a:path extrusionOk="0" h="5248" w="4627">
                  <a:moveTo>
                    <a:pt x="4568" y="1"/>
                  </a:moveTo>
                  <a:cubicBezTo>
                    <a:pt x="4561" y="1"/>
                    <a:pt x="4554" y="2"/>
                    <a:pt x="4547" y="6"/>
                  </a:cubicBezTo>
                  <a:cubicBezTo>
                    <a:pt x="3145" y="606"/>
                    <a:pt x="2022" y="1710"/>
                    <a:pt x="1215" y="2718"/>
                  </a:cubicBezTo>
                  <a:cubicBezTo>
                    <a:pt x="1033" y="2948"/>
                    <a:pt x="865" y="3174"/>
                    <a:pt x="716" y="3390"/>
                  </a:cubicBezTo>
                  <a:cubicBezTo>
                    <a:pt x="395" y="3851"/>
                    <a:pt x="154" y="4249"/>
                    <a:pt x="1" y="4523"/>
                  </a:cubicBezTo>
                  <a:cubicBezTo>
                    <a:pt x="154" y="4561"/>
                    <a:pt x="294" y="4633"/>
                    <a:pt x="419" y="4725"/>
                  </a:cubicBezTo>
                  <a:lnTo>
                    <a:pt x="438" y="4739"/>
                  </a:lnTo>
                  <a:cubicBezTo>
                    <a:pt x="457" y="4753"/>
                    <a:pt x="471" y="4763"/>
                    <a:pt x="486" y="4777"/>
                  </a:cubicBezTo>
                  <a:lnTo>
                    <a:pt x="505" y="4792"/>
                  </a:lnTo>
                  <a:lnTo>
                    <a:pt x="524" y="4811"/>
                  </a:lnTo>
                  <a:lnTo>
                    <a:pt x="567" y="4849"/>
                  </a:lnTo>
                  <a:cubicBezTo>
                    <a:pt x="687" y="4960"/>
                    <a:pt x="783" y="5099"/>
                    <a:pt x="851" y="5248"/>
                  </a:cubicBezTo>
                  <a:cubicBezTo>
                    <a:pt x="1095" y="5056"/>
                    <a:pt x="1455" y="4758"/>
                    <a:pt x="1859" y="4369"/>
                  </a:cubicBezTo>
                  <a:cubicBezTo>
                    <a:pt x="2046" y="4192"/>
                    <a:pt x="2247" y="3990"/>
                    <a:pt x="2444" y="3769"/>
                  </a:cubicBezTo>
                  <a:cubicBezTo>
                    <a:pt x="3318" y="2824"/>
                    <a:pt x="4240" y="1542"/>
                    <a:pt x="4619" y="64"/>
                  </a:cubicBezTo>
                  <a:cubicBezTo>
                    <a:pt x="4627" y="32"/>
                    <a:pt x="4599" y="1"/>
                    <a:pt x="4568"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1" name="Google Shape;19841;p89"/>
            <p:cNvSpPr/>
            <p:nvPr/>
          </p:nvSpPr>
          <p:spPr>
            <a:xfrm>
              <a:off x="7341791" y="3426222"/>
              <a:ext cx="45435" cy="43287"/>
            </a:xfrm>
            <a:custGeom>
              <a:rect b="b" l="l" r="r" t="t"/>
              <a:pathLst>
                <a:path extrusionOk="0" h="1652" w="1734">
                  <a:moveTo>
                    <a:pt x="504" y="0"/>
                  </a:moveTo>
                  <a:cubicBezTo>
                    <a:pt x="322" y="230"/>
                    <a:pt x="154" y="461"/>
                    <a:pt x="0" y="672"/>
                  </a:cubicBezTo>
                  <a:lnTo>
                    <a:pt x="1148" y="1651"/>
                  </a:lnTo>
                  <a:cubicBezTo>
                    <a:pt x="1335" y="1474"/>
                    <a:pt x="1536" y="1272"/>
                    <a:pt x="1733" y="1051"/>
                  </a:cubicBezTo>
                  <a:lnTo>
                    <a:pt x="504"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2" name="Google Shape;19842;p89"/>
            <p:cNvSpPr/>
            <p:nvPr/>
          </p:nvSpPr>
          <p:spPr>
            <a:xfrm>
              <a:off x="7243689" y="3464530"/>
              <a:ext cx="115108" cy="78686"/>
            </a:xfrm>
            <a:custGeom>
              <a:rect b="b" l="l" r="r" t="t"/>
              <a:pathLst>
                <a:path extrusionOk="0" h="3003" w="4393">
                  <a:moveTo>
                    <a:pt x="3011" y="0"/>
                  </a:moveTo>
                  <a:cubicBezTo>
                    <a:pt x="2749" y="0"/>
                    <a:pt x="2491" y="86"/>
                    <a:pt x="2275" y="242"/>
                  </a:cubicBezTo>
                  <a:cubicBezTo>
                    <a:pt x="2103" y="362"/>
                    <a:pt x="1963" y="525"/>
                    <a:pt x="1867" y="717"/>
                  </a:cubicBezTo>
                  <a:cubicBezTo>
                    <a:pt x="1839" y="770"/>
                    <a:pt x="1815" y="828"/>
                    <a:pt x="1795" y="885"/>
                  </a:cubicBezTo>
                  <a:cubicBezTo>
                    <a:pt x="1747" y="1034"/>
                    <a:pt x="1714" y="1188"/>
                    <a:pt x="1627" y="1327"/>
                  </a:cubicBezTo>
                  <a:cubicBezTo>
                    <a:pt x="1512" y="1514"/>
                    <a:pt x="1349" y="1673"/>
                    <a:pt x="1157" y="1788"/>
                  </a:cubicBezTo>
                  <a:cubicBezTo>
                    <a:pt x="965" y="1898"/>
                    <a:pt x="759" y="1980"/>
                    <a:pt x="543" y="2033"/>
                  </a:cubicBezTo>
                  <a:lnTo>
                    <a:pt x="519" y="2037"/>
                  </a:lnTo>
                  <a:cubicBezTo>
                    <a:pt x="471" y="2052"/>
                    <a:pt x="298" y="2095"/>
                    <a:pt x="139" y="2124"/>
                  </a:cubicBezTo>
                  <a:cubicBezTo>
                    <a:pt x="39" y="2148"/>
                    <a:pt x="0" y="2273"/>
                    <a:pt x="77" y="2345"/>
                  </a:cubicBezTo>
                  <a:cubicBezTo>
                    <a:pt x="613" y="2843"/>
                    <a:pt x="1208" y="3002"/>
                    <a:pt x="1750" y="3002"/>
                  </a:cubicBezTo>
                  <a:cubicBezTo>
                    <a:pt x="2718" y="3002"/>
                    <a:pt x="3519" y="2493"/>
                    <a:pt x="3519" y="2493"/>
                  </a:cubicBezTo>
                  <a:cubicBezTo>
                    <a:pt x="3620" y="2431"/>
                    <a:pt x="3711" y="2359"/>
                    <a:pt x="3797" y="2273"/>
                  </a:cubicBezTo>
                  <a:cubicBezTo>
                    <a:pt x="4292" y="1793"/>
                    <a:pt x="4392" y="1058"/>
                    <a:pt x="4023" y="540"/>
                  </a:cubicBezTo>
                  <a:cubicBezTo>
                    <a:pt x="3980" y="477"/>
                    <a:pt x="3927" y="415"/>
                    <a:pt x="3864" y="362"/>
                  </a:cubicBezTo>
                  <a:lnTo>
                    <a:pt x="3821" y="319"/>
                  </a:lnTo>
                  <a:lnTo>
                    <a:pt x="3802" y="305"/>
                  </a:lnTo>
                  <a:lnTo>
                    <a:pt x="3783" y="290"/>
                  </a:lnTo>
                  <a:cubicBezTo>
                    <a:pt x="3768" y="276"/>
                    <a:pt x="3754" y="266"/>
                    <a:pt x="3740" y="252"/>
                  </a:cubicBezTo>
                  <a:lnTo>
                    <a:pt x="3720" y="237"/>
                  </a:lnTo>
                  <a:cubicBezTo>
                    <a:pt x="3502" y="75"/>
                    <a:pt x="3255" y="0"/>
                    <a:pt x="3011" y="0"/>
                  </a:cubicBezTo>
                  <a:close/>
                </a:path>
              </a:pathLst>
            </a:custGeom>
            <a:solidFill>
              <a:srgbClr val="C3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89"/>
            <p:cNvSpPr/>
            <p:nvPr/>
          </p:nvSpPr>
          <p:spPr>
            <a:xfrm>
              <a:off x="7257891" y="3464530"/>
              <a:ext cx="91211" cy="58536"/>
            </a:xfrm>
            <a:custGeom>
              <a:rect b="b" l="l" r="r" t="t"/>
              <a:pathLst>
                <a:path extrusionOk="0" h="2234" w="3481">
                  <a:moveTo>
                    <a:pt x="2469" y="0"/>
                  </a:moveTo>
                  <a:cubicBezTo>
                    <a:pt x="2207" y="0"/>
                    <a:pt x="1949" y="86"/>
                    <a:pt x="1733" y="242"/>
                  </a:cubicBezTo>
                  <a:cubicBezTo>
                    <a:pt x="1561" y="362"/>
                    <a:pt x="1421" y="525"/>
                    <a:pt x="1325" y="717"/>
                  </a:cubicBezTo>
                  <a:cubicBezTo>
                    <a:pt x="1297" y="770"/>
                    <a:pt x="1273" y="828"/>
                    <a:pt x="1253" y="885"/>
                  </a:cubicBezTo>
                  <a:cubicBezTo>
                    <a:pt x="1205" y="1034"/>
                    <a:pt x="1172" y="1188"/>
                    <a:pt x="1085" y="1327"/>
                  </a:cubicBezTo>
                  <a:cubicBezTo>
                    <a:pt x="970" y="1514"/>
                    <a:pt x="807" y="1673"/>
                    <a:pt x="615" y="1788"/>
                  </a:cubicBezTo>
                  <a:cubicBezTo>
                    <a:pt x="423" y="1898"/>
                    <a:pt x="217" y="1980"/>
                    <a:pt x="1" y="2033"/>
                  </a:cubicBezTo>
                  <a:cubicBezTo>
                    <a:pt x="333" y="2179"/>
                    <a:pt x="670" y="2234"/>
                    <a:pt x="988" y="2234"/>
                  </a:cubicBezTo>
                  <a:cubicBezTo>
                    <a:pt x="1957" y="2234"/>
                    <a:pt x="2756" y="1725"/>
                    <a:pt x="2756" y="1725"/>
                  </a:cubicBezTo>
                  <a:cubicBezTo>
                    <a:pt x="2857" y="1663"/>
                    <a:pt x="2953" y="1586"/>
                    <a:pt x="3034" y="1505"/>
                  </a:cubicBezTo>
                  <a:cubicBezTo>
                    <a:pt x="3298" y="1250"/>
                    <a:pt x="3462" y="909"/>
                    <a:pt x="3481" y="545"/>
                  </a:cubicBezTo>
                  <a:cubicBezTo>
                    <a:pt x="3438" y="477"/>
                    <a:pt x="3385" y="415"/>
                    <a:pt x="3322" y="362"/>
                  </a:cubicBezTo>
                  <a:lnTo>
                    <a:pt x="3279" y="319"/>
                  </a:lnTo>
                  <a:lnTo>
                    <a:pt x="3260" y="305"/>
                  </a:lnTo>
                  <a:lnTo>
                    <a:pt x="3241" y="290"/>
                  </a:lnTo>
                  <a:cubicBezTo>
                    <a:pt x="3226" y="276"/>
                    <a:pt x="3212" y="266"/>
                    <a:pt x="3198" y="252"/>
                  </a:cubicBezTo>
                  <a:lnTo>
                    <a:pt x="3178" y="237"/>
                  </a:lnTo>
                  <a:cubicBezTo>
                    <a:pt x="2960" y="75"/>
                    <a:pt x="2713" y="0"/>
                    <a:pt x="2469" y="0"/>
                  </a:cubicBezTo>
                  <a:close/>
                </a:path>
              </a:pathLst>
            </a:custGeom>
            <a:solidFill>
              <a:srgbClr val="CFD9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89"/>
            <p:cNvSpPr/>
            <p:nvPr/>
          </p:nvSpPr>
          <p:spPr>
            <a:xfrm>
              <a:off x="7285272" y="3615535"/>
              <a:ext cx="58798" cy="58615"/>
            </a:xfrm>
            <a:custGeom>
              <a:rect b="b" l="l" r="r" t="t"/>
              <a:pathLst>
                <a:path extrusionOk="0" h="2237" w="2244">
                  <a:moveTo>
                    <a:pt x="1120" y="1"/>
                  </a:moveTo>
                  <a:cubicBezTo>
                    <a:pt x="847" y="1"/>
                    <a:pt x="569" y="101"/>
                    <a:pt x="343" y="326"/>
                  </a:cubicBezTo>
                  <a:cubicBezTo>
                    <a:pt x="188" y="473"/>
                    <a:pt x="328" y="683"/>
                    <a:pt x="488" y="683"/>
                  </a:cubicBezTo>
                  <a:cubicBezTo>
                    <a:pt x="536" y="683"/>
                    <a:pt x="586" y="664"/>
                    <a:pt x="631" y="619"/>
                  </a:cubicBezTo>
                  <a:cubicBezTo>
                    <a:pt x="770" y="476"/>
                    <a:pt x="956" y="404"/>
                    <a:pt x="1142" y="404"/>
                  </a:cubicBezTo>
                  <a:cubicBezTo>
                    <a:pt x="1301" y="404"/>
                    <a:pt x="1460" y="457"/>
                    <a:pt x="1591" y="566"/>
                  </a:cubicBezTo>
                  <a:cubicBezTo>
                    <a:pt x="1874" y="801"/>
                    <a:pt x="1927" y="1219"/>
                    <a:pt x="1711" y="1516"/>
                  </a:cubicBezTo>
                  <a:cubicBezTo>
                    <a:pt x="1568" y="1727"/>
                    <a:pt x="1350" y="1824"/>
                    <a:pt x="1135" y="1824"/>
                  </a:cubicBezTo>
                  <a:cubicBezTo>
                    <a:pt x="802" y="1824"/>
                    <a:pt x="473" y="1593"/>
                    <a:pt x="429" y="1199"/>
                  </a:cubicBezTo>
                  <a:cubicBezTo>
                    <a:pt x="414" y="1074"/>
                    <a:pt x="320" y="1016"/>
                    <a:pt x="225" y="1016"/>
                  </a:cubicBezTo>
                  <a:cubicBezTo>
                    <a:pt x="113" y="1016"/>
                    <a:pt x="1" y="1097"/>
                    <a:pt x="16" y="1243"/>
                  </a:cubicBezTo>
                  <a:cubicBezTo>
                    <a:pt x="89" y="1867"/>
                    <a:pt x="612" y="2236"/>
                    <a:pt x="1140" y="2236"/>
                  </a:cubicBezTo>
                  <a:cubicBezTo>
                    <a:pt x="1481" y="2236"/>
                    <a:pt x="1824" y="2083"/>
                    <a:pt x="2052" y="1747"/>
                  </a:cubicBezTo>
                  <a:cubicBezTo>
                    <a:pt x="2177" y="1559"/>
                    <a:pt x="2244" y="1343"/>
                    <a:pt x="2244" y="1118"/>
                  </a:cubicBezTo>
                  <a:cubicBezTo>
                    <a:pt x="2244" y="445"/>
                    <a:pt x="1693" y="1"/>
                    <a:pt x="11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89"/>
            <p:cNvSpPr/>
            <p:nvPr/>
          </p:nvSpPr>
          <p:spPr>
            <a:xfrm>
              <a:off x="7094125" y="3431541"/>
              <a:ext cx="197986" cy="84005"/>
            </a:xfrm>
            <a:custGeom>
              <a:rect b="b" l="l" r="r" t="t"/>
              <a:pathLst>
                <a:path extrusionOk="0" h="3206" w="7556">
                  <a:moveTo>
                    <a:pt x="4473" y="0"/>
                  </a:moveTo>
                  <a:cubicBezTo>
                    <a:pt x="2674" y="0"/>
                    <a:pt x="843" y="1005"/>
                    <a:pt x="53" y="2922"/>
                  </a:cubicBezTo>
                  <a:cubicBezTo>
                    <a:pt x="1" y="3056"/>
                    <a:pt x="97" y="3205"/>
                    <a:pt x="245" y="3205"/>
                  </a:cubicBezTo>
                  <a:cubicBezTo>
                    <a:pt x="327" y="3205"/>
                    <a:pt x="404" y="3152"/>
                    <a:pt x="433" y="3076"/>
                  </a:cubicBezTo>
                  <a:cubicBezTo>
                    <a:pt x="1137" y="1372"/>
                    <a:pt x="2765" y="416"/>
                    <a:pt x="4432" y="416"/>
                  </a:cubicBezTo>
                  <a:cubicBezTo>
                    <a:pt x="5263" y="416"/>
                    <a:pt x="6104" y="654"/>
                    <a:pt x="6846" y="1155"/>
                  </a:cubicBezTo>
                  <a:cubicBezTo>
                    <a:pt x="6942" y="1223"/>
                    <a:pt x="7033" y="1295"/>
                    <a:pt x="7124" y="1372"/>
                  </a:cubicBezTo>
                  <a:cubicBezTo>
                    <a:pt x="7168" y="1410"/>
                    <a:pt x="7215" y="1427"/>
                    <a:pt x="7259" y="1427"/>
                  </a:cubicBezTo>
                  <a:cubicBezTo>
                    <a:pt x="7424" y="1427"/>
                    <a:pt x="7555" y="1203"/>
                    <a:pt x="7393" y="1059"/>
                  </a:cubicBezTo>
                  <a:cubicBezTo>
                    <a:pt x="6576" y="347"/>
                    <a:pt x="5530" y="0"/>
                    <a:pt x="44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89"/>
            <p:cNvSpPr/>
            <p:nvPr/>
          </p:nvSpPr>
          <p:spPr>
            <a:xfrm>
              <a:off x="7078404" y="3525268"/>
              <a:ext cx="142908" cy="171967"/>
            </a:xfrm>
            <a:custGeom>
              <a:rect b="b" l="l" r="r" t="t"/>
              <a:pathLst>
                <a:path extrusionOk="0" h="6563" w="5454">
                  <a:moveTo>
                    <a:pt x="595" y="0"/>
                  </a:moveTo>
                  <a:cubicBezTo>
                    <a:pt x="507" y="0"/>
                    <a:pt x="421" y="51"/>
                    <a:pt x="399" y="166"/>
                  </a:cubicBezTo>
                  <a:cubicBezTo>
                    <a:pt x="1" y="2043"/>
                    <a:pt x="778" y="3972"/>
                    <a:pt x="2362" y="5057"/>
                  </a:cubicBezTo>
                  <a:cubicBezTo>
                    <a:pt x="3202" y="5657"/>
                    <a:pt x="4114" y="6156"/>
                    <a:pt x="5074" y="6545"/>
                  </a:cubicBezTo>
                  <a:cubicBezTo>
                    <a:pt x="5104" y="6557"/>
                    <a:pt x="5131" y="6562"/>
                    <a:pt x="5157" y="6562"/>
                  </a:cubicBezTo>
                  <a:cubicBezTo>
                    <a:pt x="5359" y="6562"/>
                    <a:pt x="5453" y="6251"/>
                    <a:pt x="5228" y="6161"/>
                  </a:cubicBezTo>
                  <a:lnTo>
                    <a:pt x="5228" y="6161"/>
                  </a:lnTo>
                  <a:lnTo>
                    <a:pt x="5228" y="6166"/>
                  </a:lnTo>
                  <a:cubicBezTo>
                    <a:pt x="4302" y="5787"/>
                    <a:pt x="3418" y="5307"/>
                    <a:pt x="2602" y="4726"/>
                  </a:cubicBezTo>
                  <a:lnTo>
                    <a:pt x="2598" y="4716"/>
                  </a:lnTo>
                  <a:cubicBezTo>
                    <a:pt x="1148" y="3728"/>
                    <a:pt x="437" y="1966"/>
                    <a:pt x="802" y="247"/>
                  </a:cubicBezTo>
                  <a:cubicBezTo>
                    <a:pt x="833" y="93"/>
                    <a:pt x="712" y="0"/>
                    <a:pt x="5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89"/>
            <p:cNvSpPr/>
            <p:nvPr/>
          </p:nvSpPr>
          <p:spPr>
            <a:xfrm>
              <a:off x="7163798" y="3472339"/>
              <a:ext cx="90084" cy="59165"/>
            </a:xfrm>
            <a:custGeom>
              <a:rect b="b" l="l" r="r" t="t"/>
              <a:pathLst>
                <a:path extrusionOk="0" h="2258" w="3438">
                  <a:moveTo>
                    <a:pt x="2772" y="1"/>
                  </a:moveTo>
                  <a:cubicBezTo>
                    <a:pt x="2761" y="1"/>
                    <a:pt x="2749" y="1"/>
                    <a:pt x="2737" y="2"/>
                  </a:cubicBezTo>
                  <a:lnTo>
                    <a:pt x="1163" y="83"/>
                  </a:lnTo>
                  <a:cubicBezTo>
                    <a:pt x="726" y="107"/>
                    <a:pt x="433" y="544"/>
                    <a:pt x="587" y="957"/>
                  </a:cubicBezTo>
                  <a:cubicBezTo>
                    <a:pt x="246" y="1005"/>
                    <a:pt x="1" y="1303"/>
                    <a:pt x="15" y="1648"/>
                  </a:cubicBezTo>
                  <a:cubicBezTo>
                    <a:pt x="39" y="1989"/>
                    <a:pt x="323" y="2253"/>
                    <a:pt x="668" y="2258"/>
                  </a:cubicBezTo>
                  <a:cubicBezTo>
                    <a:pt x="702" y="2258"/>
                    <a:pt x="683" y="2258"/>
                    <a:pt x="1187" y="2229"/>
                  </a:cubicBezTo>
                  <a:cubicBezTo>
                    <a:pt x="1459" y="2220"/>
                    <a:pt x="1442" y="1820"/>
                    <a:pt x="1181" y="1820"/>
                  </a:cubicBezTo>
                  <a:cubicBezTo>
                    <a:pt x="1175" y="1820"/>
                    <a:pt x="1169" y="1821"/>
                    <a:pt x="1163" y="1821"/>
                  </a:cubicBezTo>
                  <a:lnTo>
                    <a:pt x="678" y="1845"/>
                  </a:lnTo>
                  <a:cubicBezTo>
                    <a:pt x="675" y="1845"/>
                    <a:pt x="672" y="1845"/>
                    <a:pt x="669" y="1845"/>
                  </a:cubicBezTo>
                  <a:cubicBezTo>
                    <a:pt x="538" y="1845"/>
                    <a:pt x="428" y="1741"/>
                    <a:pt x="428" y="1605"/>
                  </a:cubicBezTo>
                  <a:cubicBezTo>
                    <a:pt x="433" y="1475"/>
                    <a:pt x="539" y="1370"/>
                    <a:pt x="668" y="1365"/>
                  </a:cubicBezTo>
                  <a:lnTo>
                    <a:pt x="827" y="1355"/>
                  </a:lnTo>
                  <a:cubicBezTo>
                    <a:pt x="1057" y="1346"/>
                    <a:pt x="1177" y="1067"/>
                    <a:pt x="1019" y="895"/>
                  </a:cubicBezTo>
                  <a:cubicBezTo>
                    <a:pt x="889" y="741"/>
                    <a:pt x="985" y="506"/>
                    <a:pt x="1187" y="496"/>
                  </a:cubicBezTo>
                  <a:lnTo>
                    <a:pt x="2761" y="415"/>
                  </a:lnTo>
                  <a:cubicBezTo>
                    <a:pt x="2767" y="414"/>
                    <a:pt x="2773" y="414"/>
                    <a:pt x="2779" y="414"/>
                  </a:cubicBezTo>
                  <a:cubicBezTo>
                    <a:pt x="3079" y="414"/>
                    <a:pt x="3096" y="876"/>
                    <a:pt x="2785" y="895"/>
                  </a:cubicBezTo>
                  <a:lnTo>
                    <a:pt x="2636" y="899"/>
                  </a:lnTo>
                  <a:cubicBezTo>
                    <a:pt x="2401" y="914"/>
                    <a:pt x="2276" y="1192"/>
                    <a:pt x="2425" y="1375"/>
                  </a:cubicBezTo>
                  <a:cubicBezTo>
                    <a:pt x="2550" y="1533"/>
                    <a:pt x="2439" y="1763"/>
                    <a:pt x="2238" y="1763"/>
                  </a:cubicBezTo>
                  <a:lnTo>
                    <a:pt x="1988" y="1778"/>
                  </a:lnTo>
                  <a:cubicBezTo>
                    <a:pt x="1723" y="1797"/>
                    <a:pt x="1738" y="2191"/>
                    <a:pt x="1998" y="2191"/>
                  </a:cubicBezTo>
                  <a:cubicBezTo>
                    <a:pt x="2001" y="2191"/>
                    <a:pt x="2004" y="2191"/>
                    <a:pt x="2007" y="2191"/>
                  </a:cubicBezTo>
                  <a:lnTo>
                    <a:pt x="2262" y="2176"/>
                  </a:lnTo>
                  <a:cubicBezTo>
                    <a:pt x="2704" y="2157"/>
                    <a:pt x="2996" y="1715"/>
                    <a:pt x="2852" y="1303"/>
                  </a:cubicBezTo>
                  <a:cubicBezTo>
                    <a:pt x="3188" y="1259"/>
                    <a:pt x="3438" y="962"/>
                    <a:pt x="3419" y="621"/>
                  </a:cubicBezTo>
                  <a:cubicBezTo>
                    <a:pt x="3400" y="273"/>
                    <a:pt x="3117" y="1"/>
                    <a:pt x="27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89"/>
            <p:cNvSpPr/>
            <p:nvPr/>
          </p:nvSpPr>
          <p:spPr>
            <a:xfrm>
              <a:off x="7206586" y="3554510"/>
              <a:ext cx="80258" cy="81097"/>
            </a:xfrm>
            <a:custGeom>
              <a:rect b="b" l="l" r="r" t="t"/>
              <a:pathLst>
                <a:path extrusionOk="0" h="3095" w="3063">
                  <a:moveTo>
                    <a:pt x="2165" y="0"/>
                  </a:moveTo>
                  <a:cubicBezTo>
                    <a:pt x="1872" y="0"/>
                    <a:pt x="1819" y="130"/>
                    <a:pt x="475" y="859"/>
                  </a:cubicBezTo>
                  <a:cubicBezTo>
                    <a:pt x="96" y="1076"/>
                    <a:pt x="34" y="1599"/>
                    <a:pt x="350" y="1901"/>
                  </a:cubicBezTo>
                  <a:cubicBezTo>
                    <a:pt x="106" y="2074"/>
                    <a:pt x="0" y="2391"/>
                    <a:pt x="101" y="2674"/>
                  </a:cubicBezTo>
                  <a:cubicBezTo>
                    <a:pt x="199" y="2938"/>
                    <a:pt x="448" y="3095"/>
                    <a:pt x="709" y="3095"/>
                  </a:cubicBezTo>
                  <a:cubicBezTo>
                    <a:pt x="818" y="3095"/>
                    <a:pt x="929" y="3068"/>
                    <a:pt x="1032" y="3010"/>
                  </a:cubicBezTo>
                  <a:lnTo>
                    <a:pt x="1378" y="2818"/>
                  </a:lnTo>
                  <a:cubicBezTo>
                    <a:pt x="1581" y="2704"/>
                    <a:pt x="1467" y="2428"/>
                    <a:pt x="1282" y="2428"/>
                  </a:cubicBezTo>
                  <a:cubicBezTo>
                    <a:pt x="1249" y="2428"/>
                    <a:pt x="1213" y="2437"/>
                    <a:pt x="1176" y="2458"/>
                  </a:cubicBezTo>
                  <a:lnTo>
                    <a:pt x="830" y="2655"/>
                  </a:lnTo>
                  <a:cubicBezTo>
                    <a:pt x="792" y="2676"/>
                    <a:pt x="751" y="2686"/>
                    <a:pt x="711" y="2686"/>
                  </a:cubicBezTo>
                  <a:cubicBezTo>
                    <a:pt x="615" y="2686"/>
                    <a:pt x="522" y="2628"/>
                    <a:pt x="485" y="2530"/>
                  </a:cubicBezTo>
                  <a:cubicBezTo>
                    <a:pt x="451" y="2415"/>
                    <a:pt x="499" y="2295"/>
                    <a:pt x="600" y="2232"/>
                  </a:cubicBezTo>
                  <a:lnTo>
                    <a:pt x="605" y="2228"/>
                  </a:lnTo>
                  <a:cubicBezTo>
                    <a:pt x="835" y="2098"/>
                    <a:pt x="859" y="1776"/>
                    <a:pt x="653" y="1618"/>
                  </a:cubicBezTo>
                  <a:cubicBezTo>
                    <a:pt x="514" y="1512"/>
                    <a:pt x="533" y="1301"/>
                    <a:pt x="682" y="1220"/>
                  </a:cubicBezTo>
                  <a:cubicBezTo>
                    <a:pt x="2114" y="418"/>
                    <a:pt x="2056" y="413"/>
                    <a:pt x="2161" y="413"/>
                  </a:cubicBezTo>
                  <a:cubicBezTo>
                    <a:pt x="2162" y="413"/>
                    <a:pt x="2164" y="413"/>
                    <a:pt x="2165" y="413"/>
                  </a:cubicBezTo>
                  <a:cubicBezTo>
                    <a:pt x="2299" y="413"/>
                    <a:pt x="2405" y="519"/>
                    <a:pt x="2405" y="653"/>
                  </a:cubicBezTo>
                  <a:cubicBezTo>
                    <a:pt x="2405" y="855"/>
                    <a:pt x="2203" y="893"/>
                    <a:pt x="2122" y="951"/>
                  </a:cubicBezTo>
                  <a:cubicBezTo>
                    <a:pt x="1920" y="1066"/>
                    <a:pt x="1944" y="1364"/>
                    <a:pt x="2160" y="1445"/>
                  </a:cubicBezTo>
                  <a:cubicBezTo>
                    <a:pt x="2357" y="1517"/>
                    <a:pt x="2371" y="1786"/>
                    <a:pt x="2189" y="1882"/>
                  </a:cubicBezTo>
                  <a:lnTo>
                    <a:pt x="1891" y="2050"/>
                  </a:lnTo>
                  <a:cubicBezTo>
                    <a:pt x="1688" y="2164"/>
                    <a:pt x="1802" y="2440"/>
                    <a:pt x="1987" y="2440"/>
                  </a:cubicBezTo>
                  <a:cubicBezTo>
                    <a:pt x="2020" y="2440"/>
                    <a:pt x="2056" y="2431"/>
                    <a:pt x="2093" y="2410"/>
                  </a:cubicBezTo>
                  <a:lnTo>
                    <a:pt x="2391" y="2242"/>
                  </a:lnTo>
                  <a:cubicBezTo>
                    <a:pt x="2779" y="2031"/>
                    <a:pt x="2847" y="1503"/>
                    <a:pt x="2525" y="1196"/>
                  </a:cubicBezTo>
                  <a:cubicBezTo>
                    <a:pt x="3063" y="845"/>
                    <a:pt x="2818" y="0"/>
                    <a:pt x="21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89"/>
            <p:cNvSpPr/>
            <p:nvPr/>
          </p:nvSpPr>
          <p:spPr>
            <a:xfrm>
              <a:off x="7117655" y="3529539"/>
              <a:ext cx="75096" cy="77559"/>
            </a:xfrm>
            <a:custGeom>
              <a:rect b="b" l="l" r="r" t="t"/>
              <a:pathLst>
                <a:path extrusionOk="0" h="2960" w="2866">
                  <a:moveTo>
                    <a:pt x="642" y="0"/>
                  </a:moveTo>
                  <a:cubicBezTo>
                    <a:pt x="600" y="0"/>
                    <a:pt x="557" y="4"/>
                    <a:pt x="514" y="12"/>
                  </a:cubicBezTo>
                  <a:cubicBezTo>
                    <a:pt x="216" y="80"/>
                    <a:pt x="0" y="344"/>
                    <a:pt x="5" y="651"/>
                  </a:cubicBezTo>
                  <a:cubicBezTo>
                    <a:pt x="5" y="843"/>
                    <a:pt x="77" y="929"/>
                    <a:pt x="235" y="1376"/>
                  </a:cubicBezTo>
                  <a:cubicBezTo>
                    <a:pt x="272" y="1468"/>
                    <a:pt x="347" y="1508"/>
                    <a:pt x="421" y="1508"/>
                  </a:cubicBezTo>
                  <a:cubicBezTo>
                    <a:pt x="552" y="1508"/>
                    <a:pt x="684" y="1389"/>
                    <a:pt x="619" y="1227"/>
                  </a:cubicBezTo>
                  <a:cubicBezTo>
                    <a:pt x="437" y="732"/>
                    <a:pt x="413" y="728"/>
                    <a:pt x="413" y="651"/>
                  </a:cubicBezTo>
                  <a:cubicBezTo>
                    <a:pt x="413" y="521"/>
                    <a:pt x="514" y="416"/>
                    <a:pt x="643" y="411"/>
                  </a:cubicBezTo>
                  <a:cubicBezTo>
                    <a:pt x="749" y="416"/>
                    <a:pt x="840" y="478"/>
                    <a:pt x="884" y="569"/>
                  </a:cubicBezTo>
                  <a:cubicBezTo>
                    <a:pt x="922" y="632"/>
                    <a:pt x="946" y="905"/>
                    <a:pt x="1200" y="905"/>
                  </a:cubicBezTo>
                  <a:cubicBezTo>
                    <a:pt x="1301" y="900"/>
                    <a:pt x="1392" y="848"/>
                    <a:pt x="1440" y="761"/>
                  </a:cubicBezTo>
                  <a:cubicBezTo>
                    <a:pt x="1487" y="681"/>
                    <a:pt x="1568" y="642"/>
                    <a:pt x="1648" y="642"/>
                  </a:cubicBezTo>
                  <a:cubicBezTo>
                    <a:pt x="1741" y="642"/>
                    <a:pt x="1834" y="694"/>
                    <a:pt x="1872" y="795"/>
                  </a:cubicBezTo>
                  <a:cubicBezTo>
                    <a:pt x="2458" y="2331"/>
                    <a:pt x="2453" y="2269"/>
                    <a:pt x="2453" y="2350"/>
                  </a:cubicBezTo>
                  <a:cubicBezTo>
                    <a:pt x="2459" y="2505"/>
                    <a:pt x="2336" y="2595"/>
                    <a:pt x="2213" y="2595"/>
                  </a:cubicBezTo>
                  <a:cubicBezTo>
                    <a:pt x="2123" y="2595"/>
                    <a:pt x="2033" y="2547"/>
                    <a:pt x="1992" y="2441"/>
                  </a:cubicBezTo>
                  <a:lnTo>
                    <a:pt x="1925" y="2264"/>
                  </a:lnTo>
                  <a:cubicBezTo>
                    <a:pt x="1882" y="2149"/>
                    <a:pt x="1777" y="2090"/>
                    <a:pt x="1672" y="2090"/>
                  </a:cubicBezTo>
                  <a:cubicBezTo>
                    <a:pt x="1579" y="2090"/>
                    <a:pt x="1485" y="2136"/>
                    <a:pt x="1431" y="2230"/>
                  </a:cubicBezTo>
                  <a:cubicBezTo>
                    <a:pt x="1384" y="2314"/>
                    <a:pt x="1303" y="2354"/>
                    <a:pt x="1221" y="2354"/>
                  </a:cubicBezTo>
                  <a:cubicBezTo>
                    <a:pt x="1126" y="2354"/>
                    <a:pt x="1030" y="2298"/>
                    <a:pt x="994" y="2192"/>
                  </a:cubicBezTo>
                  <a:lnTo>
                    <a:pt x="917" y="1995"/>
                  </a:lnTo>
                  <a:cubicBezTo>
                    <a:pt x="882" y="1900"/>
                    <a:pt x="808" y="1860"/>
                    <a:pt x="733" y="1860"/>
                  </a:cubicBezTo>
                  <a:cubicBezTo>
                    <a:pt x="604" y="1860"/>
                    <a:pt x="472" y="1980"/>
                    <a:pt x="533" y="2144"/>
                  </a:cubicBezTo>
                  <a:lnTo>
                    <a:pt x="610" y="2341"/>
                  </a:lnTo>
                  <a:cubicBezTo>
                    <a:pt x="1244" y="2480"/>
                    <a:pt x="1863" y="2686"/>
                    <a:pt x="2453" y="2960"/>
                  </a:cubicBezTo>
                  <a:cubicBezTo>
                    <a:pt x="2703" y="2859"/>
                    <a:pt x="2866" y="2619"/>
                    <a:pt x="2866" y="2350"/>
                  </a:cubicBezTo>
                  <a:cubicBezTo>
                    <a:pt x="2866" y="2139"/>
                    <a:pt x="2818" y="2139"/>
                    <a:pt x="2256" y="646"/>
                  </a:cubicBezTo>
                  <a:cubicBezTo>
                    <a:pt x="2154" y="382"/>
                    <a:pt x="1905" y="231"/>
                    <a:pt x="1648" y="231"/>
                  </a:cubicBezTo>
                  <a:cubicBezTo>
                    <a:pt x="1508" y="231"/>
                    <a:pt x="1366" y="276"/>
                    <a:pt x="1244" y="372"/>
                  </a:cubicBezTo>
                  <a:cubicBezTo>
                    <a:pt x="1128" y="142"/>
                    <a:pt x="894"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0" name="Google Shape;19850;p89"/>
            <p:cNvSpPr/>
            <p:nvPr/>
          </p:nvSpPr>
          <p:spPr>
            <a:xfrm>
              <a:off x="7226002" y="3349554"/>
              <a:ext cx="224817" cy="363822"/>
            </a:xfrm>
            <a:custGeom>
              <a:rect b="b" l="l" r="r" t="t"/>
              <a:pathLst>
                <a:path extrusionOk="0" h="13885" w="8580">
                  <a:moveTo>
                    <a:pt x="8279" y="1"/>
                  </a:moveTo>
                  <a:cubicBezTo>
                    <a:pt x="8246" y="1"/>
                    <a:pt x="8212" y="7"/>
                    <a:pt x="8178" y="22"/>
                  </a:cubicBezTo>
                  <a:cubicBezTo>
                    <a:pt x="7395" y="358"/>
                    <a:pt x="6627" y="876"/>
                    <a:pt x="5898" y="1563"/>
                  </a:cubicBezTo>
                  <a:cubicBezTo>
                    <a:pt x="5742" y="1708"/>
                    <a:pt x="5876" y="1922"/>
                    <a:pt x="6039" y="1922"/>
                  </a:cubicBezTo>
                  <a:cubicBezTo>
                    <a:pt x="6086" y="1922"/>
                    <a:pt x="6136" y="1904"/>
                    <a:pt x="6181" y="1860"/>
                  </a:cubicBezTo>
                  <a:cubicBezTo>
                    <a:pt x="6728" y="1332"/>
                    <a:pt x="7357" y="891"/>
                    <a:pt x="8034" y="540"/>
                  </a:cubicBezTo>
                  <a:lnTo>
                    <a:pt x="8034" y="540"/>
                  </a:lnTo>
                  <a:cubicBezTo>
                    <a:pt x="7587" y="1971"/>
                    <a:pt x="6618" y="3257"/>
                    <a:pt x="5552" y="4308"/>
                  </a:cubicBezTo>
                  <a:cubicBezTo>
                    <a:pt x="5527" y="4299"/>
                    <a:pt x="5501" y="4294"/>
                    <a:pt x="5477" y="4294"/>
                  </a:cubicBezTo>
                  <a:cubicBezTo>
                    <a:pt x="5343" y="4294"/>
                    <a:pt x="5234" y="4426"/>
                    <a:pt x="5279" y="4568"/>
                  </a:cubicBezTo>
                  <a:cubicBezTo>
                    <a:pt x="5154" y="4688"/>
                    <a:pt x="5034" y="4793"/>
                    <a:pt x="4919" y="4889"/>
                  </a:cubicBezTo>
                  <a:cubicBezTo>
                    <a:pt x="4751" y="4621"/>
                    <a:pt x="4506" y="4409"/>
                    <a:pt x="4213" y="4284"/>
                  </a:cubicBezTo>
                  <a:cubicBezTo>
                    <a:pt x="4290" y="4164"/>
                    <a:pt x="4371" y="4040"/>
                    <a:pt x="4463" y="3905"/>
                  </a:cubicBezTo>
                  <a:cubicBezTo>
                    <a:pt x="4688" y="4083"/>
                    <a:pt x="4727" y="4169"/>
                    <a:pt x="4847" y="4169"/>
                  </a:cubicBezTo>
                  <a:cubicBezTo>
                    <a:pt x="5039" y="4164"/>
                    <a:pt x="5120" y="3934"/>
                    <a:pt x="4981" y="3809"/>
                  </a:cubicBezTo>
                  <a:lnTo>
                    <a:pt x="4698" y="3569"/>
                  </a:lnTo>
                  <a:cubicBezTo>
                    <a:pt x="4760" y="3483"/>
                    <a:pt x="4741" y="3512"/>
                    <a:pt x="4775" y="3468"/>
                  </a:cubicBezTo>
                  <a:cubicBezTo>
                    <a:pt x="4775" y="3464"/>
                    <a:pt x="4947" y="3238"/>
                    <a:pt x="4952" y="3228"/>
                  </a:cubicBezTo>
                  <a:lnTo>
                    <a:pt x="5456" y="3660"/>
                  </a:lnTo>
                  <a:cubicBezTo>
                    <a:pt x="5501" y="3700"/>
                    <a:pt x="5549" y="3717"/>
                    <a:pt x="5594" y="3717"/>
                  </a:cubicBezTo>
                  <a:cubicBezTo>
                    <a:pt x="5762" y="3717"/>
                    <a:pt x="5895" y="3488"/>
                    <a:pt x="5725" y="3348"/>
                  </a:cubicBezTo>
                  <a:lnTo>
                    <a:pt x="5207" y="2907"/>
                  </a:lnTo>
                  <a:cubicBezTo>
                    <a:pt x="5341" y="2748"/>
                    <a:pt x="5475" y="2590"/>
                    <a:pt x="5610" y="2446"/>
                  </a:cubicBezTo>
                  <a:cubicBezTo>
                    <a:pt x="5748" y="2294"/>
                    <a:pt x="5609" y="2098"/>
                    <a:pt x="5452" y="2098"/>
                  </a:cubicBezTo>
                  <a:cubicBezTo>
                    <a:pt x="5401" y="2098"/>
                    <a:pt x="5348" y="2118"/>
                    <a:pt x="5303" y="2168"/>
                  </a:cubicBezTo>
                  <a:cubicBezTo>
                    <a:pt x="4995" y="2504"/>
                    <a:pt x="4707" y="2859"/>
                    <a:pt x="4439" y="3228"/>
                  </a:cubicBezTo>
                  <a:cubicBezTo>
                    <a:pt x="4439" y="3233"/>
                    <a:pt x="4160" y="3588"/>
                    <a:pt x="3790" y="4193"/>
                  </a:cubicBezTo>
                  <a:cubicBezTo>
                    <a:pt x="3758" y="4191"/>
                    <a:pt x="3726" y="4190"/>
                    <a:pt x="3694" y="4190"/>
                  </a:cubicBezTo>
                  <a:cubicBezTo>
                    <a:pt x="3130" y="4190"/>
                    <a:pt x="2610" y="4505"/>
                    <a:pt x="2355" y="5014"/>
                  </a:cubicBezTo>
                  <a:cubicBezTo>
                    <a:pt x="2250" y="5225"/>
                    <a:pt x="2226" y="5451"/>
                    <a:pt x="2125" y="5614"/>
                  </a:cubicBezTo>
                  <a:cubicBezTo>
                    <a:pt x="2024" y="5773"/>
                    <a:pt x="1890" y="5907"/>
                    <a:pt x="1726" y="6008"/>
                  </a:cubicBezTo>
                  <a:cubicBezTo>
                    <a:pt x="1530" y="6118"/>
                    <a:pt x="1323" y="6200"/>
                    <a:pt x="1102" y="6248"/>
                  </a:cubicBezTo>
                  <a:cubicBezTo>
                    <a:pt x="1030" y="6262"/>
                    <a:pt x="896" y="6301"/>
                    <a:pt x="776" y="6320"/>
                  </a:cubicBezTo>
                  <a:cubicBezTo>
                    <a:pt x="507" y="6373"/>
                    <a:pt x="411" y="6709"/>
                    <a:pt x="608" y="6896"/>
                  </a:cubicBezTo>
                  <a:cubicBezTo>
                    <a:pt x="752" y="7025"/>
                    <a:pt x="910" y="7145"/>
                    <a:pt x="1078" y="7246"/>
                  </a:cubicBezTo>
                  <a:cubicBezTo>
                    <a:pt x="1116" y="7268"/>
                    <a:pt x="1152" y="7278"/>
                    <a:pt x="1187" y="7278"/>
                  </a:cubicBezTo>
                  <a:cubicBezTo>
                    <a:pt x="1369" y="7278"/>
                    <a:pt x="1487" y="7008"/>
                    <a:pt x="1290" y="6891"/>
                  </a:cubicBezTo>
                  <a:cubicBezTo>
                    <a:pt x="1189" y="6833"/>
                    <a:pt x="1093" y="6766"/>
                    <a:pt x="1006" y="6694"/>
                  </a:cubicBezTo>
                  <a:cubicBezTo>
                    <a:pt x="1616" y="6555"/>
                    <a:pt x="2158" y="6363"/>
                    <a:pt x="2480" y="5830"/>
                  </a:cubicBezTo>
                  <a:cubicBezTo>
                    <a:pt x="2614" y="5605"/>
                    <a:pt x="2638" y="5374"/>
                    <a:pt x="2725" y="5206"/>
                  </a:cubicBezTo>
                  <a:cubicBezTo>
                    <a:pt x="2899" y="4855"/>
                    <a:pt x="3270" y="4604"/>
                    <a:pt x="3673" y="4604"/>
                  </a:cubicBezTo>
                  <a:cubicBezTo>
                    <a:pt x="3916" y="4604"/>
                    <a:pt x="4170" y="4694"/>
                    <a:pt x="4400" y="4909"/>
                  </a:cubicBezTo>
                  <a:cubicBezTo>
                    <a:pt x="4923" y="5403"/>
                    <a:pt x="4775" y="6286"/>
                    <a:pt x="4079" y="6718"/>
                  </a:cubicBezTo>
                  <a:cubicBezTo>
                    <a:pt x="3620" y="6996"/>
                    <a:pt x="3004" y="7193"/>
                    <a:pt x="2414" y="7193"/>
                  </a:cubicBezTo>
                  <a:cubicBezTo>
                    <a:pt x="2269" y="7193"/>
                    <a:pt x="2125" y="7181"/>
                    <a:pt x="1986" y="7155"/>
                  </a:cubicBezTo>
                  <a:cubicBezTo>
                    <a:pt x="1969" y="7152"/>
                    <a:pt x="1954" y="7150"/>
                    <a:pt x="1939" y="7150"/>
                  </a:cubicBezTo>
                  <a:cubicBezTo>
                    <a:pt x="1709" y="7150"/>
                    <a:pt x="1657" y="7513"/>
                    <a:pt x="1914" y="7558"/>
                  </a:cubicBezTo>
                  <a:cubicBezTo>
                    <a:pt x="2088" y="7589"/>
                    <a:pt x="2265" y="7605"/>
                    <a:pt x="2443" y="7605"/>
                  </a:cubicBezTo>
                  <a:cubicBezTo>
                    <a:pt x="2652" y="7605"/>
                    <a:pt x="2861" y="7583"/>
                    <a:pt x="3066" y="7539"/>
                  </a:cubicBezTo>
                  <a:cubicBezTo>
                    <a:pt x="3128" y="8691"/>
                    <a:pt x="3896" y="9618"/>
                    <a:pt x="4919" y="10064"/>
                  </a:cubicBezTo>
                  <a:cubicBezTo>
                    <a:pt x="5672" y="10390"/>
                    <a:pt x="5941" y="11317"/>
                    <a:pt x="5480" y="11994"/>
                  </a:cubicBezTo>
                  <a:cubicBezTo>
                    <a:pt x="4622" y="13044"/>
                    <a:pt x="3519" y="13471"/>
                    <a:pt x="2311" y="13471"/>
                  </a:cubicBezTo>
                  <a:cubicBezTo>
                    <a:pt x="1681" y="13471"/>
                    <a:pt x="1022" y="13355"/>
                    <a:pt x="354" y="13151"/>
                  </a:cubicBezTo>
                  <a:cubicBezTo>
                    <a:pt x="331" y="13144"/>
                    <a:pt x="310" y="13141"/>
                    <a:pt x="290" y="13141"/>
                  </a:cubicBezTo>
                  <a:cubicBezTo>
                    <a:pt x="77" y="13141"/>
                    <a:pt x="1" y="13465"/>
                    <a:pt x="233" y="13544"/>
                  </a:cubicBezTo>
                  <a:cubicBezTo>
                    <a:pt x="948" y="13763"/>
                    <a:pt x="1649" y="13884"/>
                    <a:pt x="2318" y="13884"/>
                  </a:cubicBezTo>
                  <a:cubicBezTo>
                    <a:pt x="3657" y="13884"/>
                    <a:pt x="4869" y="13399"/>
                    <a:pt x="5807" y="12243"/>
                  </a:cubicBezTo>
                  <a:cubicBezTo>
                    <a:pt x="5816" y="12234"/>
                    <a:pt x="5821" y="12224"/>
                    <a:pt x="5831" y="12210"/>
                  </a:cubicBezTo>
                  <a:cubicBezTo>
                    <a:pt x="6421" y="11322"/>
                    <a:pt x="6066" y="10112"/>
                    <a:pt x="5087" y="9690"/>
                  </a:cubicBezTo>
                  <a:cubicBezTo>
                    <a:pt x="4189" y="9296"/>
                    <a:pt x="3498" y="8475"/>
                    <a:pt x="3474" y="7433"/>
                  </a:cubicBezTo>
                  <a:cubicBezTo>
                    <a:pt x="3762" y="7347"/>
                    <a:pt x="4040" y="7222"/>
                    <a:pt x="4299" y="7069"/>
                  </a:cubicBezTo>
                  <a:cubicBezTo>
                    <a:pt x="4952" y="6661"/>
                    <a:pt x="5240" y="5931"/>
                    <a:pt x="5087" y="5302"/>
                  </a:cubicBezTo>
                  <a:cubicBezTo>
                    <a:pt x="6579" y="4030"/>
                    <a:pt x="8024" y="2278"/>
                    <a:pt x="8524" y="334"/>
                  </a:cubicBezTo>
                  <a:cubicBezTo>
                    <a:pt x="8579" y="162"/>
                    <a:pt x="8443" y="1"/>
                    <a:pt x="8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51" name="Google Shape;19851;p89"/>
          <p:cNvGrpSpPr/>
          <p:nvPr/>
        </p:nvGrpSpPr>
        <p:grpSpPr>
          <a:xfrm>
            <a:off x="6641451" y="3400544"/>
            <a:ext cx="363402" cy="261527"/>
            <a:chOff x="6641451" y="3400544"/>
            <a:chExt cx="363402" cy="261527"/>
          </a:xfrm>
        </p:grpSpPr>
        <p:sp>
          <p:nvSpPr>
            <p:cNvPr id="19852" name="Google Shape;19852;p89"/>
            <p:cNvSpPr/>
            <p:nvPr/>
          </p:nvSpPr>
          <p:spPr>
            <a:xfrm>
              <a:off x="6793897" y="3418152"/>
              <a:ext cx="104417" cy="38780"/>
            </a:xfrm>
            <a:custGeom>
              <a:rect b="b" l="l" r="r" t="t"/>
              <a:pathLst>
                <a:path extrusionOk="0" h="1480" w="3985">
                  <a:moveTo>
                    <a:pt x="1152" y="1"/>
                  </a:moveTo>
                  <a:cubicBezTo>
                    <a:pt x="869" y="1"/>
                    <a:pt x="605" y="169"/>
                    <a:pt x="485" y="428"/>
                  </a:cubicBezTo>
                  <a:lnTo>
                    <a:pt x="0" y="1479"/>
                  </a:lnTo>
                  <a:lnTo>
                    <a:pt x="3985" y="1479"/>
                  </a:lnTo>
                  <a:lnTo>
                    <a:pt x="3500" y="428"/>
                  </a:lnTo>
                  <a:cubicBezTo>
                    <a:pt x="3375" y="169"/>
                    <a:pt x="3116" y="1"/>
                    <a:pt x="28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3" name="Google Shape;19853;p89"/>
            <p:cNvSpPr/>
            <p:nvPr/>
          </p:nvSpPr>
          <p:spPr>
            <a:xfrm>
              <a:off x="6922184" y="3432380"/>
              <a:ext cx="54737" cy="29818"/>
            </a:xfrm>
            <a:custGeom>
              <a:rect b="b" l="l" r="r" t="t"/>
              <a:pathLst>
                <a:path extrusionOk="0" h="1138" w="2089">
                  <a:moveTo>
                    <a:pt x="332" y="0"/>
                  </a:moveTo>
                  <a:cubicBezTo>
                    <a:pt x="149" y="5"/>
                    <a:pt x="1" y="149"/>
                    <a:pt x="1" y="331"/>
                  </a:cubicBezTo>
                  <a:lnTo>
                    <a:pt x="1" y="1138"/>
                  </a:lnTo>
                  <a:lnTo>
                    <a:pt x="2089" y="1138"/>
                  </a:lnTo>
                  <a:lnTo>
                    <a:pt x="2089" y="331"/>
                  </a:lnTo>
                  <a:cubicBezTo>
                    <a:pt x="2089" y="149"/>
                    <a:pt x="1940" y="5"/>
                    <a:pt x="17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89"/>
            <p:cNvSpPr/>
            <p:nvPr/>
          </p:nvSpPr>
          <p:spPr>
            <a:xfrm>
              <a:off x="6646848" y="3456905"/>
              <a:ext cx="352712" cy="199873"/>
            </a:xfrm>
            <a:custGeom>
              <a:rect b="b" l="l" r="r" t="t"/>
              <a:pathLst>
                <a:path extrusionOk="0" h="7628" w="13461">
                  <a:moveTo>
                    <a:pt x="822" y="0"/>
                  </a:moveTo>
                  <a:cubicBezTo>
                    <a:pt x="370" y="5"/>
                    <a:pt x="1" y="370"/>
                    <a:pt x="1" y="826"/>
                  </a:cubicBezTo>
                  <a:lnTo>
                    <a:pt x="1" y="6802"/>
                  </a:lnTo>
                  <a:cubicBezTo>
                    <a:pt x="1" y="7258"/>
                    <a:pt x="370" y="7623"/>
                    <a:pt x="822" y="7628"/>
                  </a:cubicBezTo>
                  <a:lnTo>
                    <a:pt x="12635" y="7628"/>
                  </a:lnTo>
                  <a:cubicBezTo>
                    <a:pt x="13091" y="7623"/>
                    <a:pt x="13456" y="7258"/>
                    <a:pt x="13461" y="6802"/>
                  </a:cubicBezTo>
                  <a:lnTo>
                    <a:pt x="13461" y="826"/>
                  </a:lnTo>
                  <a:cubicBezTo>
                    <a:pt x="13456" y="370"/>
                    <a:pt x="13091" y="5"/>
                    <a:pt x="1263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89"/>
            <p:cNvSpPr/>
            <p:nvPr/>
          </p:nvSpPr>
          <p:spPr>
            <a:xfrm>
              <a:off x="6949225" y="3490471"/>
              <a:ext cx="50204" cy="139397"/>
            </a:xfrm>
            <a:custGeom>
              <a:rect b="b" l="l" r="r" t="t"/>
              <a:pathLst>
                <a:path extrusionOk="0" h="5320" w="1916">
                  <a:moveTo>
                    <a:pt x="1916" y="1"/>
                  </a:moveTo>
                  <a:lnTo>
                    <a:pt x="764" y="6"/>
                  </a:lnTo>
                  <a:lnTo>
                    <a:pt x="721" y="6"/>
                  </a:lnTo>
                  <a:cubicBezTo>
                    <a:pt x="313" y="30"/>
                    <a:pt x="1" y="366"/>
                    <a:pt x="1" y="769"/>
                  </a:cubicBezTo>
                  <a:lnTo>
                    <a:pt x="1" y="4556"/>
                  </a:lnTo>
                  <a:cubicBezTo>
                    <a:pt x="1" y="4979"/>
                    <a:pt x="342" y="5320"/>
                    <a:pt x="769" y="5320"/>
                  </a:cubicBezTo>
                  <a:lnTo>
                    <a:pt x="1916" y="5320"/>
                  </a:lnTo>
                  <a:lnTo>
                    <a:pt x="1916"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89"/>
            <p:cNvSpPr/>
            <p:nvPr/>
          </p:nvSpPr>
          <p:spPr>
            <a:xfrm>
              <a:off x="6755903" y="3471500"/>
              <a:ext cx="178884" cy="171862"/>
            </a:xfrm>
            <a:custGeom>
              <a:rect b="b" l="l" r="r" t="t"/>
              <a:pathLst>
                <a:path extrusionOk="0" h="6559" w="6827">
                  <a:moveTo>
                    <a:pt x="3556" y="0"/>
                  </a:moveTo>
                  <a:cubicBezTo>
                    <a:pt x="3550" y="0"/>
                    <a:pt x="3544" y="0"/>
                    <a:pt x="3538" y="0"/>
                  </a:cubicBezTo>
                  <a:cubicBezTo>
                    <a:pt x="2214" y="0"/>
                    <a:pt x="1014" y="797"/>
                    <a:pt x="510" y="2026"/>
                  </a:cubicBezTo>
                  <a:cubicBezTo>
                    <a:pt x="1" y="3250"/>
                    <a:pt x="279" y="4661"/>
                    <a:pt x="1220" y="5597"/>
                  </a:cubicBezTo>
                  <a:cubicBezTo>
                    <a:pt x="1845" y="6226"/>
                    <a:pt x="2683" y="6559"/>
                    <a:pt x="3535" y="6559"/>
                  </a:cubicBezTo>
                  <a:cubicBezTo>
                    <a:pt x="3958" y="6559"/>
                    <a:pt x="4385" y="6476"/>
                    <a:pt x="4791" y="6308"/>
                  </a:cubicBezTo>
                  <a:cubicBezTo>
                    <a:pt x="6015" y="5804"/>
                    <a:pt x="6817" y="4604"/>
                    <a:pt x="6817" y="3279"/>
                  </a:cubicBezTo>
                  <a:cubicBezTo>
                    <a:pt x="6827" y="1470"/>
                    <a:pt x="5363" y="0"/>
                    <a:pt x="35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89"/>
            <p:cNvSpPr/>
            <p:nvPr/>
          </p:nvSpPr>
          <p:spPr>
            <a:xfrm>
              <a:off x="6771756" y="3486200"/>
              <a:ext cx="148306" cy="142437"/>
            </a:xfrm>
            <a:custGeom>
              <a:rect b="b" l="l" r="r" t="t"/>
              <a:pathLst>
                <a:path extrusionOk="0" h="5436" w="5660">
                  <a:moveTo>
                    <a:pt x="2951" y="1"/>
                  </a:moveTo>
                  <a:cubicBezTo>
                    <a:pt x="2945" y="1"/>
                    <a:pt x="2939" y="1"/>
                    <a:pt x="2933" y="1"/>
                  </a:cubicBezTo>
                  <a:cubicBezTo>
                    <a:pt x="1834" y="1"/>
                    <a:pt x="841" y="663"/>
                    <a:pt x="423" y="1676"/>
                  </a:cubicBezTo>
                  <a:cubicBezTo>
                    <a:pt x="1" y="2694"/>
                    <a:pt x="231" y="3865"/>
                    <a:pt x="1009" y="4643"/>
                  </a:cubicBezTo>
                  <a:cubicBezTo>
                    <a:pt x="1529" y="5159"/>
                    <a:pt x="2225" y="5436"/>
                    <a:pt x="2933" y="5436"/>
                  </a:cubicBezTo>
                  <a:cubicBezTo>
                    <a:pt x="3284" y="5436"/>
                    <a:pt x="3638" y="5368"/>
                    <a:pt x="3975" y="5228"/>
                  </a:cubicBezTo>
                  <a:cubicBezTo>
                    <a:pt x="4988" y="4811"/>
                    <a:pt x="5650" y="3817"/>
                    <a:pt x="5650" y="2718"/>
                  </a:cubicBezTo>
                  <a:cubicBezTo>
                    <a:pt x="5660" y="1221"/>
                    <a:pt x="4446" y="1"/>
                    <a:pt x="2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8" name="Google Shape;19858;p89"/>
            <p:cNvSpPr/>
            <p:nvPr/>
          </p:nvSpPr>
          <p:spPr>
            <a:xfrm>
              <a:off x="6786717" y="3504961"/>
              <a:ext cx="116758" cy="103814"/>
            </a:xfrm>
            <a:custGeom>
              <a:rect b="b" l="l" r="r" t="t"/>
              <a:pathLst>
                <a:path extrusionOk="0" h="3962" w="4456">
                  <a:moveTo>
                    <a:pt x="2346" y="0"/>
                  </a:moveTo>
                  <a:cubicBezTo>
                    <a:pt x="2138" y="0"/>
                    <a:pt x="1929" y="33"/>
                    <a:pt x="1724" y="101"/>
                  </a:cubicBezTo>
                  <a:cubicBezTo>
                    <a:pt x="1652" y="125"/>
                    <a:pt x="1580" y="154"/>
                    <a:pt x="1508" y="187"/>
                  </a:cubicBezTo>
                  <a:cubicBezTo>
                    <a:pt x="361" y="720"/>
                    <a:pt x="1" y="2179"/>
                    <a:pt x="769" y="3183"/>
                  </a:cubicBezTo>
                  <a:cubicBezTo>
                    <a:pt x="1164" y="3701"/>
                    <a:pt x="1752" y="3961"/>
                    <a:pt x="2342" y="3961"/>
                  </a:cubicBezTo>
                  <a:cubicBezTo>
                    <a:pt x="2900" y="3961"/>
                    <a:pt x="3459" y="3728"/>
                    <a:pt x="3855" y="3259"/>
                  </a:cubicBezTo>
                  <a:lnTo>
                    <a:pt x="3860" y="3255"/>
                  </a:lnTo>
                  <a:cubicBezTo>
                    <a:pt x="3899" y="3211"/>
                    <a:pt x="3932" y="3168"/>
                    <a:pt x="3966" y="3120"/>
                  </a:cubicBezTo>
                  <a:cubicBezTo>
                    <a:pt x="4455" y="2424"/>
                    <a:pt x="4446" y="1488"/>
                    <a:pt x="3937" y="802"/>
                  </a:cubicBezTo>
                  <a:cubicBezTo>
                    <a:pt x="3556" y="288"/>
                    <a:pt x="2961" y="0"/>
                    <a:pt x="2346"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9" name="Google Shape;19859;p89"/>
            <p:cNvSpPr/>
            <p:nvPr/>
          </p:nvSpPr>
          <p:spPr>
            <a:xfrm>
              <a:off x="6812632" y="3504961"/>
              <a:ext cx="90844" cy="86625"/>
            </a:xfrm>
            <a:custGeom>
              <a:rect b="b" l="l" r="r" t="t"/>
              <a:pathLst>
                <a:path extrusionOk="0" h="3306" w="3467">
                  <a:moveTo>
                    <a:pt x="1357" y="0"/>
                  </a:moveTo>
                  <a:cubicBezTo>
                    <a:pt x="1149" y="0"/>
                    <a:pt x="940" y="33"/>
                    <a:pt x="735" y="101"/>
                  </a:cubicBezTo>
                  <a:cubicBezTo>
                    <a:pt x="663" y="125"/>
                    <a:pt x="591" y="154"/>
                    <a:pt x="519" y="187"/>
                  </a:cubicBezTo>
                  <a:cubicBezTo>
                    <a:pt x="1" y="922"/>
                    <a:pt x="44" y="1910"/>
                    <a:pt x="620" y="2597"/>
                  </a:cubicBezTo>
                  <a:cubicBezTo>
                    <a:pt x="1006" y="3057"/>
                    <a:pt x="1566" y="3306"/>
                    <a:pt x="2140" y="3306"/>
                  </a:cubicBezTo>
                  <a:cubicBezTo>
                    <a:pt x="2422" y="3306"/>
                    <a:pt x="2708" y="3245"/>
                    <a:pt x="2977" y="3120"/>
                  </a:cubicBezTo>
                  <a:lnTo>
                    <a:pt x="2972" y="3120"/>
                  </a:lnTo>
                  <a:cubicBezTo>
                    <a:pt x="3466" y="2424"/>
                    <a:pt x="3457" y="1488"/>
                    <a:pt x="2948" y="802"/>
                  </a:cubicBezTo>
                  <a:cubicBezTo>
                    <a:pt x="2567" y="288"/>
                    <a:pt x="1972" y="0"/>
                    <a:pt x="1357"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89"/>
            <p:cNvSpPr/>
            <p:nvPr/>
          </p:nvSpPr>
          <p:spPr>
            <a:xfrm>
              <a:off x="6841061" y="3531871"/>
              <a:ext cx="32858" cy="32858"/>
            </a:xfrm>
            <a:custGeom>
              <a:rect b="b" l="l" r="r" t="t"/>
              <a:pathLst>
                <a:path extrusionOk="0" h="1254" w="1254">
                  <a:moveTo>
                    <a:pt x="625" y="0"/>
                  </a:moveTo>
                  <a:cubicBezTo>
                    <a:pt x="279" y="0"/>
                    <a:pt x="0" y="279"/>
                    <a:pt x="0" y="624"/>
                  </a:cubicBezTo>
                  <a:cubicBezTo>
                    <a:pt x="0" y="970"/>
                    <a:pt x="279" y="1253"/>
                    <a:pt x="625" y="1253"/>
                  </a:cubicBezTo>
                  <a:cubicBezTo>
                    <a:pt x="975" y="1253"/>
                    <a:pt x="1253" y="970"/>
                    <a:pt x="1253" y="624"/>
                  </a:cubicBezTo>
                  <a:cubicBezTo>
                    <a:pt x="1253" y="279"/>
                    <a:pt x="975" y="0"/>
                    <a:pt x="625"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89"/>
            <p:cNvSpPr/>
            <p:nvPr/>
          </p:nvSpPr>
          <p:spPr>
            <a:xfrm>
              <a:off x="6678291" y="3409977"/>
              <a:ext cx="33880" cy="29583"/>
            </a:xfrm>
            <a:custGeom>
              <a:rect b="b" l="l" r="r" t="t"/>
              <a:pathLst>
                <a:path extrusionOk="0" h="1129" w="1293">
                  <a:moveTo>
                    <a:pt x="332" y="1"/>
                  </a:moveTo>
                  <a:cubicBezTo>
                    <a:pt x="150" y="1"/>
                    <a:pt x="6" y="150"/>
                    <a:pt x="1" y="332"/>
                  </a:cubicBezTo>
                  <a:lnTo>
                    <a:pt x="1" y="798"/>
                  </a:lnTo>
                  <a:cubicBezTo>
                    <a:pt x="6" y="980"/>
                    <a:pt x="150" y="1124"/>
                    <a:pt x="332" y="1129"/>
                  </a:cubicBezTo>
                  <a:lnTo>
                    <a:pt x="966" y="1129"/>
                  </a:lnTo>
                  <a:cubicBezTo>
                    <a:pt x="1143" y="1124"/>
                    <a:pt x="1292" y="980"/>
                    <a:pt x="1292" y="798"/>
                  </a:cubicBezTo>
                  <a:lnTo>
                    <a:pt x="1292" y="332"/>
                  </a:lnTo>
                  <a:cubicBezTo>
                    <a:pt x="1292" y="150"/>
                    <a:pt x="1143" y="1"/>
                    <a:pt x="961"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89"/>
            <p:cNvSpPr/>
            <p:nvPr/>
          </p:nvSpPr>
          <p:spPr>
            <a:xfrm>
              <a:off x="6646848" y="3431122"/>
              <a:ext cx="97002" cy="225551"/>
            </a:xfrm>
            <a:custGeom>
              <a:rect b="b" l="l" r="r" t="t"/>
              <a:pathLst>
                <a:path extrusionOk="0" h="8608" w="3702">
                  <a:moveTo>
                    <a:pt x="827" y="0"/>
                  </a:moveTo>
                  <a:cubicBezTo>
                    <a:pt x="370" y="0"/>
                    <a:pt x="6" y="370"/>
                    <a:pt x="1" y="821"/>
                  </a:cubicBezTo>
                  <a:lnTo>
                    <a:pt x="1" y="7781"/>
                  </a:lnTo>
                  <a:cubicBezTo>
                    <a:pt x="6" y="8237"/>
                    <a:pt x="370" y="8607"/>
                    <a:pt x="827" y="8607"/>
                  </a:cubicBezTo>
                  <a:lnTo>
                    <a:pt x="2876" y="8607"/>
                  </a:lnTo>
                  <a:cubicBezTo>
                    <a:pt x="3332" y="8607"/>
                    <a:pt x="3697" y="8237"/>
                    <a:pt x="3702" y="7781"/>
                  </a:cubicBezTo>
                  <a:lnTo>
                    <a:pt x="3702" y="821"/>
                  </a:lnTo>
                  <a:cubicBezTo>
                    <a:pt x="3697" y="379"/>
                    <a:pt x="3347" y="15"/>
                    <a:pt x="2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89"/>
            <p:cNvSpPr/>
            <p:nvPr/>
          </p:nvSpPr>
          <p:spPr>
            <a:xfrm>
              <a:off x="6646848" y="3431122"/>
              <a:ext cx="76144" cy="200502"/>
            </a:xfrm>
            <a:custGeom>
              <a:rect b="b" l="l" r="r" t="t"/>
              <a:pathLst>
                <a:path extrusionOk="0" h="7652" w="2906">
                  <a:moveTo>
                    <a:pt x="827" y="0"/>
                  </a:moveTo>
                  <a:cubicBezTo>
                    <a:pt x="370" y="0"/>
                    <a:pt x="6" y="370"/>
                    <a:pt x="1" y="821"/>
                  </a:cubicBezTo>
                  <a:lnTo>
                    <a:pt x="1" y="7652"/>
                  </a:lnTo>
                  <a:lnTo>
                    <a:pt x="2079" y="7652"/>
                  </a:lnTo>
                  <a:cubicBezTo>
                    <a:pt x="2535" y="7647"/>
                    <a:pt x="2900" y="7282"/>
                    <a:pt x="2905" y="6826"/>
                  </a:cubicBezTo>
                  <a:lnTo>
                    <a:pt x="290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89"/>
            <p:cNvSpPr/>
            <p:nvPr/>
          </p:nvSpPr>
          <p:spPr>
            <a:xfrm>
              <a:off x="6921818" y="3474749"/>
              <a:ext cx="21643" cy="21669"/>
            </a:xfrm>
            <a:custGeom>
              <a:rect b="b" l="l" r="r" t="t"/>
              <a:pathLst>
                <a:path extrusionOk="0" h="827" w="826">
                  <a:moveTo>
                    <a:pt x="413" y="1"/>
                  </a:moveTo>
                  <a:cubicBezTo>
                    <a:pt x="187" y="1"/>
                    <a:pt x="0" y="188"/>
                    <a:pt x="0" y="414"/>
                  </a:cubicBezTo>
                  <a:cubicBezTo>
                    <a:pt x="0" y="639"/>
                    <a:pt x="187" y="827"/>
                    <a:pt x="413" y="827"/>
                  </a:cubicBezTo>
                  <a:cubicBezTo>
                    <a:pt x="639" y="827"/>
                    <a:pt x="826" y="639"/>
                    <a:pt x="826" y="414"/>
                  </a:cubicBezTo>
                  <a:cubicBezTo>
                    <a:pt x="826" y="188"/>
                    <a:pt x="639" y="1"/>
                    <a:pt x="413"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89"/>
            <p:cNvSpPr/>
            <p:nvPr/>
          </p:nvSpPr>
          <p:spPr>
            <a:xfrm>
              <a:off x="6641451" y="3400544"/>
              <a:ext cx="363402" cy="261527"/>
            </a:xfrm>
            <a:custGeom>
              <a:rect b="b" l="l" r="r" t="t"/>
              <a:pathLst>
                <a:path extrusionOk="0" h="9981" w="13869">
                  <a:moveTo>
                    <a:pt x="2372" y="414"/>
                  </a:moveTo>
                  <a:cubicBezTo>
                    <a:pt x="2439" y="414"/>
                    <a:pt x="2497" y="466"/>
                    <a:pt x="2497" y="538"/>
                  </a:cubicBezTo>
                  <a:lnTo>
                    <a:pt x="2492" y="961"/>
                  </a:lnTo>
                  <a:lnTo>
                    <a:pt x="1618" y="961"/>
                  </a:lnTo>
                  <a:lnTo>
                    <a:pt x="1618" y="538"/>
                  </a:lnTo>
                  <a:cubicBezTo>
                    <a:pt x="1618" y="466"/>
                    <a:pt x="1676" y="414"/>
                    <a:pt x="1743" y="414"/>
                  </a:cubicBezTo>
                  <a:close/>
                  <a:moveTo>
                    <a:pt x="12472" y="1422"/>
                  </a:moveTo>
                  <a:cubicBezTo>
                    <a:pt x="12539" y="1422"/>
                    <a:pt x="12596" y="1474"/>
                    <a:pt x="12601" y="1546"/>
                  </a:cubicBezTo>
                  <a:lnTo>
                    <a:pt x="12601" y="1945"/>
                  </a:lnTo>
                  <a:lnTo>
                    <a:pt x="12601" y="1950"/>
                  </a:lnTo>
                  <a:lnTo>
                    <a:pt x="10921" y="1950"/>
                  </a:lnTo>
                  <a:lnTo>
                    <a:pt x="10921" y="1546"/>
                  </a:lnTo>
                  <a:cubicBezTo>
                    <a:pt x="10921" y="1479"/>
                    <a:pt x="10974" y="1422"/>
                    <a:pt x="11041" y="1422"/>
                  </a:cubicBezTo>
                  <a:close/>
                  <a:moveTo>
                    <a:pt x="1738" y="1"/>
                  </a:moveTo>
                  <a:cubicBezTo>
                    <a:pt x="1441" y="1"/>
                    <a:pt x="1205" y="241"/>
                    <a:pt x="1205" y="538"/>
                  </a:cubicBezTo>
                  <a:lnTo>
                    <a:pt x="1205" y="961"/>
                  </a:lnTo>
                  <a:lnTo>
                    <a:pt x="1033" y="961"/>
                  </a:lnTo>
                  <a:cubicBezTo>
                    <a:pt x="793" y="961"/>
                    <a:pt x="562" y="1042"/>
                    <a:pt x="380" y="1191"/>
                  </a:cubicBezTo>
                  <a:cubicBezTo>
                    <a:pt x="211" y="1333"/>
                    <a:pt x="342" y="1563"/>
                    <a:pt x="509" y="1563"/>
                  </a:cubicBezTo>
                  <a:cubicBezTo>
                    <a:pt x="551" y="1563"/>
                    <a:pt x="596" y="1548"/>
                    <a:pt x="639" y="1513"/>
                  </a:cubicBezTo>
                  <a:cubicBezTo>
                    <a:pt x="789" y="1392"/>
                    <a:pt x="935" y="1373"/>
                    <a:pt x="1077" y="1373"/>
                  </a:cubicBezTo>
                  <a:cubicBezTo>
                    <a:pt x="1142" y="1373"/>
                    <a:pt x="1206" y="1377"/>
                    <a:pt x="1269" y="1377"/>
                  </a:cubicBezTo>
                  <a:cubicBezTo>
                    <a:pt x="1298" y="1377"/>
                    <a:pt x="1326" y="1376"/>
                    <a:pt x="1354" y="1374"/>
                  </a:cubicBezTo>
                  <a:lnTo>
                    <a:pt x="3082" y="1374"/>
                  </a:lnTo>
                  <a:cubicBezTo>
                    <a:pt x="3423" y="1374"/>
                    <a:pt x="3697" y="1652"/>
                    <a:pt x="3697" y="1993"/>
                  </a:cubicBezTo>
                  <a:lnTo>
                    <a:pt x="3697" y="2780"/>
                  </a:lnTo>
                  <a:cubicBezTo>
                    <a:pt x="3697" y="2917"/>
                    <a:pt x="3800" y="2985"/>
                    <a:pt x="3903" y="2985"/>
                  </a:cubicBezTo>
                  <a:cubicBezTo>
                    <a:pt x="4006" y="2985"/>
                    <a:pt x="4109" y="2917"/>
                    <a:pt x="4109" y="2780"/>
                  </a:cubicBezTo>
                  <a:lnTo>
                    <a:pt x="4109" y="2358"/>
                  </a:lnTo>
                  <a:lnTo>
                    <a:pt x="12884" y="2358"/>
                  </a:lnTo>
                  <a:cubicBezTo>
                    <a:pt x="13206" y="2382"/>
                    <a:pt x="13456" y="2651"/>
                    <a:pt x="13456" y="2977"/>
                  </a:cubicBezTo>
                  <a:lnTo>
                    <a:pt x="13456" y="3227"/>
                  </a:lnTo>
                  <a:lnTo>
                    <a:pt x="13105" y="3227"/>
                  </a:lnTo>
                  <a:cubicBezTo>
                    <a:pt x="12832" y="3227"/>
                    <a:pt x="12832" y="3639"/>
                    <a:pt x="13105" y="3639"/>
                  </a:cubicBezTo>
                  <a:lnTo>
                    <a:pt x="13456" y="3639"/>
                  </a:lnTo>
                  <a:lnTo>
                    <a:pt x="13456" y="8545"/>
                  </a:lnTo>
                  <a:lnTo>
                    <a:pt x="12510" y="8545"/>
                  </a:lnTo>
                  <a:cubicBezTo>
                    <a:pt x="12198" y="8545"/>
                    <a:pt x="11948" y="8296"/>
                    <a:pt x="11948" y="7984"/>
                  </a:cubicBezTo>
                  <a:lnTo>
                    <a:pt x="11948" y="4201"/>
                  </a:lnTo>
                  <a:cubicBezTo>
                    <a:pt x="11948" y="3951"/>
                    <a:pt x="12107" y="3735"/>
                    <a:pt x="12347" y="3659"/>
                  </a:cubicBezTo>
                  <a:cubicBezTo>
                    <a:pt x="12568" y="3579"/>
                    <a:pt x="12491" y="3263"/>
                    <a:pt x="12283" y="3263"/>
                  </a:cubicBezTo>
                  <a:cubicBezTo>
                    <a:pt x="12265" y="3263"/>
                    <a:pt x="12246" y="3265"/>
                    <a:pt x="12227" y="3270"/>
                  </a:cubicBezTo>
                  <a:cubicBezTo>
                    <a:pt x="11819" y="3395"/>
                    <a:pt x="11540" y="3769"/>
                    <a:pt x="11540" y="4196"/>
                  </a:cubicBezTo>
                  <a:lnTo>
                    <a:pt x="11540" y="7984"/>
                  </a:lnTo>
                  <a:cubicBezTo>
                    <a:pt x="11540" y="8521"/>
                    <a:pt x="11972" y="8953"/>
                    <a:pt x="12510" y="8958"/>
                  </a:cubicBezTo>
                  <a:lnTo>
                    <a:pt x="13460" y="8958"/>
                  </a:lnTo>
                  <a:cubicBezTo>
                    <a:pt x="13456" y="9294"/>
                    <a:pt x="13182" y="9568"/>
                    <a:pt x="12841" y="9568"/>
                  </a:cubicBezTo>
                  <a:lnTo>
                    <a:pt x="3903" y="9568"/>
                  </a:lnTo>
                  <a:cubicBezTo>
                    <a:pt x="3994" y="9448"/>
                    <a:pt x="4057" y="9308"/>
                    <a:pt x="4090" y="9160"/>
                  </a:cubicBezTo>
                  <a:cubicBezTo>
                    <a:pt x="4121" y="9004"/>
                    <a:pt x="3999" y="8910"/>
                    <a:pt x="3880" y="8910"/>
                  </a:cubicBezTo>
                  <a:cubicBezTo>
                    <a:pt x="3794" y="8910"/>
                    <a:pt x="3709" y="8960"/>
                    <a:pt x="3687" y="9073"/>
                  </a:cubicBezTo>
                  <a:cubicBezTo>
                    <a:pt x="3625" y="9361"/>
                    <a:pt x="3370" y="9568"/>
                    <a:pt x="3077" y="9568"/>
                  </a:cubicBezTo>
                  <a:lnTo>
                    <a:pt x="965" y="9568"/>
                  </a:lnTo>
                  <a:lnTo>
                    <a:pt x="937" y="9563"/>
                  </a:lnTo>
                  <a:cubicBezTo>
                    <a:pt x="634" y="9520"/>
                    <a:pt x="413" y="9260"/>
                    <a:pt x="413" y="8953"/>
                  </a:cubicBezTo>
                  <a:lnTo>
                    <a:pt x="413" y="2084"/>
                  </a:lnTo>
                  <a:cubicBezTo>
                    <a:pt x="413" y="1945"/>
                    <a:pt x="310" y="1875"/>
                    <a:pt x="207" y="1875"/>
                  </a:cubicBezTo>
                  <a:cubicBezTo>
                    <a:pt x="104" y="1875"/>
                    <a:pt x="0" y="1945"/>
                    <a:pt x="0" y="2084"/>
                  </a:cubicBezTo>
                  <a:lnTo>
                    <a:pt x="0" y="8953"/>
                  </a:lnTo>
                  <a:cubicBezTo>
                    <a:pt x="0" y="9452"/>
                    <a:pt x="360" y="9880"/>
                    <a:pt x="855" y="9966"/>
                  </a:cubicBezTo>
                  <a:cubicBezTo>
                    <a:pt x="879" y="9971"/>
                    <a:pt x="903" y="9976"/>
                    <a:pt x="927" y="9976"/>
                  </a:cubicBezTo>
                  <a:lnTo>
                    <a:pt x="975" y="9980"/>
                  </a:lnTo>
                  <a:lnTo>
                    <a:pt x="12841" y="9980"/>
                  </a:lnTo>
                  <a:cubicBezTo>
                    <a:pt x="13408" y="9980"/>
                    <a:pt x="13868" y="9520"/>
                    <a:pt x="13868" y="8953"/>
                  </a:cubicBezTo>
                  <a:lnTo>
                    <a:pt x="13868" y="2972"/>
                  </a:lnTo>
                  <a:cubicBezTo>
                    <a:pt x="13868" y="2473"/>
                    <a:pt x="13504" y="2046"/>
                    <a:pt x="13009" y="1959"/>
                  </a:cubicBezTo>
                  <a:lnTo>
                    <a:pt x="13009" y="1546"/>
                  </a:lnTo>
                  <a:cubicBezTo>
                    <a:pt x="13009" y="1249"/>
                    <a:pt x="12769" y="1014"/>
                    <a:pt x="12472" y="1014"/>
                  </a:cubicBezTo>
                  <a:lnTo>
                    <a:pt x="11046" y="1014"/>
                  </a:lnTo>
                  <a:cubicBezTo>
                    <a:pt x="10748" y="1014"/>
                    <a:pt x="10508" y="1249"/>
                    <a:pt x="10508" y="1546"/>
                  </a:cubicBezTo>
                  <a:lnTo>
                    <a:pt x="10508" y="1945"/>
                  </a:lnTo>
                  <a:lnTo>
                    <a:pt x="9937" y="1945"/>
                  </a:lnTo>
                  <a:lnTo>
                    <a:pt x="9500" y="1014"/>
                  </a:lnTo>
                  <a:cubicBezTo>
                    <a:pt x="9347" y="678"/>
                    <a:pt x="9015" y="466"/>
                    <a:pt x="8651" y="466"/>
                  </a:cubicBezTo>
                  <a:lnTo>
                    <a:pt x="6970" y="466"/>
                  </a:lnTo>
                  <a:cubicBezTo>
                    <a:pt x="6668" y="466"/>
                    <a:pt x="6380" y="615"/>
                    <a:pt x="6207" y="860"/>
                  </a:cubicBezTo>
                  <a:cubicBezTo>
                    <a:pt x="6090" y="1022"/>
                    <a:pt x="6230" y="1191"/>
                    <a:pt x="6378" y="1191"/>
                  </a:cubicBezTo>
                  <a:cubicBezTo>
                    <a:pt x="6437" y="1191"/>
                    <a:pt x="6497" y="1164"/>
                    <a:pt x="6543" y="1100"/>
                  </a:cubicBezTo>
                  <a:cubicBezTo>
                    <a:pt x="6639" y="961"/>
                    <a:pt x="6802" y="879"/>
                    <a:pt x="6970" y="879"/>
                  </a:cubicBezTo>
                  <a:lnTo>
                    <a:pt x="8646" y="879"/>
                  </a:lnTo>
                  <a:cubicBezTo>
                    <a:pt x="8852" y="879"/>
                    <a:pt x="9039" y="999"/>
                    <a:pt x="9126" y="1186"/>
                  </a:cubicBezTo>
                  <a:lnTo>
                    <a:pt x="9481" y="1950"/>
                  </a:lnTo>
                  <a:lnTo>
                    <a:pt x="6140" y="1950"/>
                  </a:lnTo>
                  <a:lnTo>
                    <a:pt x="6202" y="1810"/>
                  </a:lnTo>
                  <a:cubicBezTo>
                    <a:pt x="6278" y="1647"/>
                    <a:pt x="6143" y="1516"/>
                    <a:pt x="6008" y="1516"/>
                  </a:cubicBezTo>
                  <a:cubicBezTo>
                    <a:pt x="5938" y="1516"/>
                    <a:pt x="5868" y="1552"/>
                    <a:pt x="5828" y="1638"/>
                  </a:cubicBezTo>
                  <a:lnTo>
                    <a:pt x="5684" y="1950"/>
                  </a:lnTo>
                  <a:lnTo>
                    <a:pt x="4109" y="1950"/>
                  </a:lnTo>
                  <a:cubicBezTo>
                    <a:pt x="4085" y="1398"/>
                    <a:pt x="3634" y="961"/>
                    <a:pt x="3082" y="961"/>
                  </a:cubicBezTo>
                  <a:lnTo>
                    <a:pt x="2905" y="961"/>
                  </a:lnTo>
                  <a:lnTo>
                    <a:pt x="2905" y="538"/>
                  </a:lnTo>
                  <a:cubicBezTo>
                    <a:pt x="2905" y="241"/>
                    <a:pt x="2665"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6" name="Google Shape;19866;p89"/>
            <p:cNvSpPr/>
            <p:nvPr/>
          </p:nvSpPr>
          <p:spPr>
            <a:xfrm>
              <a:off x="6738426" y="3489501"/>
              <a:ext cx="10717" cy="133816"/>
            </a:xfrm>
            <a:custGeom>
              <a:rect b="b" l="l" r="r" t="t"/>
              <a:pathLst>
                <a:path extrusionOk="0" h="5107" w="409">
                  <a:moveTo>
                    <a:pt x="204" y="1"/>
                  </a:moveTo>
                  <a:cubicBezTo>
                    <a:pt x="102" y="1"/>
                    <a:pt x="0" y="69"/>
                    <a:pt x="0" y="206"/>
                  </a:cubicBezTo>
                  <a:lnTo>
                    <a:pt x="0" y="4901"/>
                  </a:lnTo>
                  <a:cubicBezTo>
                    <a:pt x="0" y="5016"/>
                    <a:pt x="92" y="5107"/>
                    <a:pt x="207" y="5107"/>
                  </a:cubicBezTo>
                  <a:cubicBezTo>
                    <a:pt x="317" y="5107"/>
                    <a:pt x="408" y="5016"/>
                    <a:pt x="408" y="4901"/>
                  </a:cubicBezTo>
                  <a:lnTo>
                    <a:pt x="408" y="206"/>
                  </a:lnTo>
                  <a:cubicBezTo>
                    <a:pt x="408" y="69"/>
                    <a:pt x="30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7" name="Google Shape;19867;p89"/>
            <p:cNvSpPr/>
            <p:nvPr/>
          </p:nvSpPr>
          <p:spPr>
            <a:xfrm>
              <a:off x="6914900" y="3471291"/>
              <a:ext cx="40011" cy="30526"/>
            </a:xfrm>
            <a:custGeom>
              <a:rect b="b" l="l" r="r" t="t"/>
              <a:pathLst>
                <a:path extrusionOk="0" h="1165" w="1527">
                  <a:moveTo>
                    <a:pt x="915" y="0"/>
                  </a:moveTo>
                  <a:cubicBezTo>
                    <a:pt x="739" y="0"/>
                    <a:pt x="613" y="248"/>
                    <a:pt x="797" y="378"/>
                  </a:cubicBezTo>
                  <a:cubicBezTo>
                    <a:pt x="931" y="474"/>
                    <a:pt x="903" y="675"/>
                    <a:pt x="754" y="738"/>
                  </a:cubicBezTo>
                  <a:cubicBezTo>
                    <a:pt x="728" y="747"/>
                    <a:pt x="703" y="752"/>
                    <a:pt x="678" y="752"/>
                  </a:cubicBezTo>
                  <a:cubicBezTo>
                    <a:pt x="554" y="752"/>
                    <a:pt x="451" y="640"/>
                    <a:pt x="475" y="507"/>
                  </a:cubicBezTo>
                  <a:cubicBezTo>
                    <a:pt x="495" y="392"/>
                    <a:pt x="423" y="287"/>
                    <a:pt x="312" y="267"/>
                  </a:cubicBezTo>
                  <a:cubicBezTo>
                    <a:pt x="297" y="264"/>
                    <a:pt x="283" y="263"/>
                    <a:pt x="268" y="263"/>
                  </a:cubicBezTo>
                  <a:cubicBezTo>
                    <a:pt x="171" y="263"/>
                    <a:pt x="89" y="330"/>
                    <a:pt x="72" y="431"/>
                  </a:cubicBezTo>
                  <a:cubicBezTo>
                    <a:pt x="0" y="810"/>
                    <a:pt x="288" y="1160"/>
                    <a:pt x="677" y="1165"/>
                  </a:cubicBezTo>
                  <a:cubicBezTo>
                    <a:pt x="1277" y="1165"/>
                    <a:pt x="1527" y="392"/>
                    <a:pt x="1037" y="42"/>
                  </a:cubicBezTo>
                  <a:cubicBezTo>
                    <a:pt x="996" y="13"/>
                    <a:pt x="954" y="0"/>
                    <a:pt x="9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89"/>
            <p:cNvSpPr/>
            <p:nvPr/>
          </p:nvSpPr>
          <p:spPr>
            <a:xfrm>
              <a:off x="6757030" y="3465395"/>
              <a:ext cx="182658" cy="181452"/>
            </a:xfrm>
            <a:custGeom>
              <a:rect b="b" l="l" r="r" t="t"/>
              <a:pathLst>
                <a:path extrusionOk="0" h="6925" w="6971">
                  <a:moveTo>
                    <a:pt x="3462" y="1"/>
                  </a:moveTo>
                  <a:cubicBezTo>
                    <a:pt x="2731" y="1"/>
                    <a:pt x="1985" y="233"/>
                    <a:pt x="1331" y="747"/>
                  </a:cubicBezTo>
                  <a:cubicBezTo>
                    <a:pt x="1157" y="886"/>
                    <a:pt x="1287" y="1120"/>
                    <a:pt x="1457" y="1120"/>
                  </a:cubicBezTo>
                  <a:cubicBezTo>
                    <a:pt x="1498" y="1120"/>
                    <a:pt x="1542" y="1106"/>
                    <a:pt x="1585" y="1073"/>
                  </a:cubicBezTo>
                  <a:cubicBezTo>
                    <a:pt x="2161" y="617"/>
                    <a:pt x="2819" y="412"/>
                    <a:pt x="3464" y="412"/>
                  </a:cubicBezTo>
                  <a:cubicBezTo>
                    <a:pt x="5052" y="412"/>
                    <a:pt x="6558" y="1659"/>
                    <a:pt x="6558" y="3483"/>
                  </a:cubicBezTo>
                  <a:cubicBezTo>
                    <a:pt x="6558" y="5182"/>
                    <a:pt x="5185" y="6555"/>
                    <a:pt x="3486" y="6555"/>
                  </a:cubicBezTo>
                  <a:cubicBezTo>
                    <a:pt x="1791" y="6555"/>
                    <a:pt x="414" y="5182"/>
                    <a:pt x="414" y="3483"/>
                  </a:cubicBezTo>
                  <a:cubicBezTo>
                    <a:pt x="414" y="2811"/>
                    <a:pt x="635" y="2153"/>
                    <a:pt x="1043" y="1620"/>
                  </a:cubicBezTo>
                  <a:cubicBezTo>
                    <a:pt x="1115" y="1529"/>
                    <a:pt x="1095" y="1400"/>
                    <a:pt x="1004" y="1332"/>
                  </a:cubicBezTo>
                  <a:cubicBezTo>
                    <a:pt x="967" y="1303"/>
                    <a:pt x="922" y="1288"/>
                    <a:pt x="879" y="1288"/>
                  </a:cubicBezTo>
                  <a:cubicBezTo>
                    <a:pt x="817" y="1288"/>
                    <a:pt x="756" y="1317"/>
                    <a:pt x="716" y="1371"/>
                  </a:cubicBezTo>
                  <a:cubicBezTo>
                    <a:pt x="251" y="1976"/>
                    <a:pt x="1" y="2720"/>
                    <a:pt x="1" y="3483"/>
                  </a:cubicBezTo>
                  <a:cubicBezTo>
                    <a:pt x="25" y="5389"/>
                    <a:pt x="1580" y="6925"/>
                    <a:pt x="3486" y="6925"/>
                  </a:cubicBezTo>
                  <a:cubicBezTo>
                    <a:pt x="5392" y="6925"/>
                    <a:pt x="6942" y="5389"/>
                    <a:pt x="6971" y="3483"/>
                  </a:cubicBezTo>
                  <a:cubicBezTo>
                    <a:pt x="6971" y="1410"/>
                    <a:pt x="5263" y="1"/>
                    <a:pt x="3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89"/>
            <p:cNvSpPr/>
            <p:nvPr/>
          </p:nvSpPr>
          <p:spPr>
            <a:xfrm>
              <a:off x="6786220" y="3499406"/>
              <a:ext cx="137878" cy="114505"/>
            </a:xfrm>
            <a:custGeom>
              <a:rect b="b" l="l" r="r" t="t"/>
              <a:pathLst>
                <a:path extrusionOk="0" h="4370" w="5262">
                  <a:moveTo>
                    <a:pt x="2377" y="1"/>
                  </a:moveTo>
                  <a:cubicBezTo>
                    <a:pt x="1028" y="1"/>
                    <a:pt x="1" y="1215"/>
                    <a:pt x="221" y="2545"/>
                  </a:cubicBezTo>
                  <a:cubicBezTo>
                    <a:pt x="240" y="2663"/>
                    <a:pt x="329" y="2716"/>
                    <a:pt x="420" y="2716"/>
                  </a:cubicBezTo>
                  <a:cubicBezTo>
                    <a:pt x="536" y="2716"/>
                    <a:pt x="654" y="2629"/>
                    <a:pt x="629" y="2478"/>
                  </a:cubicBezTo>
                  <a:cubicBezTo>
                    <a:pt x="434" y="1321"/>
                    <a:pt x="1359" y="413"/>
                    <a:pt x="2380" y="413"/>
                  </a:cubicBezTo>
                  <a:cubicBezTo>
                    <a:pt x="2787" y="413"/>
                    <a:pt x="3209" y="557"/>
                    <a:pt x="3582" y="889"/>
                  </a:cubicBezTo>
                  <a:cubicBezTo>
                    <a:pt x="4359" y="1614"/>
                    <a:pt x="4330" y="2857"/>
                    <a:pt x="3519" y="3543"/>
                  </a:cubicBezTo>
                  <a:cubicBezTo>
                    <a:pt x="3184" y="3824"/>
                    <a:pt x="2778" y="3959"/>
                    <a:pt x="2377" y="3959"/>
                  </a:cubicBezTo>
                  <a:cubicBezTo>
                    <a:pt x="1802" y="3959"/>
                    <a:pt x="1235" y="3682"/>
                    <a:pt x="893" y="3159"/>
                  </a:cubicBezTo>
                  <a:cubicBezTo>
                    <a:pt x="849" y="3091"/>
                    <a:pt x="788" y="3063"/>
                    <a:pt x="727" y="3063"/>
                  </a:cubicBezTo>
                  <a:cubicBezTo>
                    <a:pt x="583" y="3063"/>
                    <a:pt x="443" y="3223"/>
                    <a:pt x="548" y="3385"/>
                  </a:cubicBezTo>
                  <a:cubicBezTo>
                    <a:pt x="976" y="4034"/>
                    <a:pt x="1675" y="4369"/>
                    <a:pt x="2377" y="4369"/>
                  </a:cubicBezTo>
                  <a:cubicBezTo>
                    <a:pt x="2959" y="4369"/>
                    <a:pt x="3543" y="4140"/>
                    <a:pt x="3980" y="3668"/>
                  </a:cubicBezTo>
                  <a:cubicBezTo>
                    <a:pt x="5262" y="2276"/>
                    <a:pt x="4273" y="1"/>
                    <a:pt x="23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89"/>
            <p:cNvSpPr/>
            <p:nvPr/>
          </p:nvSpPr>
          <p:spPr>
            <a:xfrm>
              <a:off x="6829244" y="3526709"/>
              <a:ext cx="55392" cy="43496"/>
            </a:xfrm>
            <a:custGeom>
              <a:rect b="b" l="l" r="r" t="t"/>
              <a:pathLst>
                <a:path extrusionOk="0" h="1660" w="2114">
                  <a:moveTo>
                    <a:pt x="964" y="0"/>
                  </a:moveTo>
                  <a:cubicBezTo>
                    <a:pt x="949" y="0"/>
                    <a:pt x="934" y="2"/>
                    <a:pt x="917" y="5"/>
                  </a:cubicBezTo>
                  <a:cubicBezTo>
                    <a:pt x="135" y="164"/>
                    <a:pt x="0" y="1215"/>
                    <a:pt x="706" y="1570"/>
                  </a:cubicBezTo>
                  <a:cubicBezTo>
                    <a:pt x="830" y="1632"/>
                    <a:pt x="956" y="1659"/>
                    <a:pt x="1078" y="1659"/>
                  </a:cubicBezTo>
                  <a:cubicBezTo>
                    <a:pt x="1648" y="1659"/>
                    <a:pt x="2113" y="1047"/>
                    <a:pt x="1824" y="461"/>
                  </a:cubicBezTo>
                  <a:cubicBezTo>
                    <a:pt x="1784" y="377"/>
                    <a:pt x="1715" y="342"/>
                    <a:pt x="1646" y="342"/>
                  </a:cubicBezTo>
                  <a:cubicBezTo>
                    <a:pt x="1511" y="342"/>
                    <a:pt x="1375" y="477"/>
                    <a:pt x="1455" y="639"/>
                  </a:cubicBezTo>
                  <a:cubicBezTo>
                    <a:pt x="1601" y="936"/>
                    <a:pt x="1369" y="1246"/>
                    <a:pt x="1081" y="1246"/>
                  </a:cubicBezTo>
                  <a:cubicBezTo>
                    <a:pt x="1020" y="1246"/>
                    <a:pt x="956" y="1232"/>
                    <a:pt x="893" y="1200"/>
                  </a:cubicBezTo>
                  <a:cubicBezTo>
                    <a:pt x="533" y="1023"/>
                    <a:pt x="605" y="490"/>
                    <a:pt x="994" y="413"/>
                  </a:cubicBezTo>
                  <a:cubicBezTo>
                    <a:pt x="1246" y="359"/>
                    <a:pt x="1194" y="0"/>
                    <a:pt x="9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1" name="Google Shape;19871;p89"/>
          <p:cNvGrpSpPr/>
          <p:nvPr/>
        </p:nvGrpSpPr>
        <p:grpSpPr>
          <a:xfrm>
            <a:off x="7658737" y="3349606"/>
            <a:ext cx="110208" cy="363219"/>
            <a:chOff x="7658737" y="3349606"/>
            <a:chExt cx="110208" cy="363219"/>
          </a:xfrm>
        </p:grpSpPr>
        <p:sp>
          <p:nvSpPr>
            <p:cNvPr id="19872" name="Google Shape;19872;p89"/>
            <p:cNvSpPr/>
            <p:nvPr/>
          </p:nvSpPr>
          <p:spPr>
            <a:xfrm>
              <a:off x="7664292" y="3354978"/>
              <a:ext cx="96478" cy="304840"/>
            </a:xfrm>
            <a:custGeom>
              <a:rect b="b" l="l" r="r" t="t"/>
              <a:pathLst>
                <a:path extrusionOk="0" h="11634" w="3682">
                  <a:moveTo>
                    <a:pt x="1911" y="1"/>
                  </a:moveTo>
                  <a:cubicBezTo>
                    <a:pt x="1750" y="1"/>
                    <a:pt x="1589" y="67"/>
                    <a:pt x="1474" y="199"/>
                  </a:cubicBezTo>
                  <a:lnTo>
                    <a:pt x="874" y="876"/>
                  </a:lnTo>
                  <a:cubicBezTo>
                    <a:pt x="312" y="1514"/>
                    <a:pt x="0" y="2340"/>
                    <a:pt x="0" y="3189"/>
                  </a:cubicBezTo>
                  <a:lnTo>
                    <a:pt x="0" y="5532"/>
                  </a:lnTo>
                  <a:lnTo>
                    <a:pt x="255" y="5738"/>
                  </a:lnTo>
                  <a:cubicBezTo>
                    <a:pt x="519" y="5954"/>
                    <a:pt x="543" y="6353"/>
                    <a:pt x="307" y="6598"/>
                  </a:cubicBezTo>
                  <a:lnTo>
                    <a:pt x="0" y="6914"/>
                  </a:lnTo>
                  <a:lnTo>
                    <a:pt x="0" y="8369"/>
                  </a:lnTo>
                  <a:cubicBezTo>
                    <a:pt x="0" y="8839"/>
                    <a:pt x="149" y="9300"/>
                    <a:pt x="423" y="9689"/>
                  </a:cubicBezTo>
                  <a:lnTo>
                    <a:pt x="1810" y="11633"/>
                  </a:lnTo>
                  <a:lnTo>
                    <a:pt x="2266" y="11009"/>
                  </a:lnTo>
                  <a:lnTo>
                    <a:pt x="3245" y="9665"/>
                  </a:lnTo>
                  <a:cubicBezTo>
                    <a:pt x="3528" y="9276"/>
                    <a:pt x="3682" y="8806"/>
                    <a:pt x="3682" y="8326"/>
                  </a:cubicBezTo>
                  <a:lnTo>
                    <a:pt x="3682" y="5249"/>
                  </a:lnTo>
                  <a:lnTo>
                    <a:pt x="3197" y="4850"/>
                  </a:lnTo>
                  <a:cubicBezTo>
                    <a:pt x="2928" y="4634"/>
                    <a:pt x="2909" y="4241"/>
                    <a:pt x="3144" y="3996"/>
                  </a:cubicBezTo>
                  <a:lnTo>
                    <a:pt x="3682" y="3434"/>
                  </a:lnTo>
                  <a:lnTo>
                    <a:pt x="3682" y="3084"/>
                  </a:lnTo>
                  <a:cubicBezTo>
                    <a:pt x="3682" y="2282"/>
                    <a:pt x="3408" y="1500"/>
                    <a:pt x="2900" y="876"/>
                  </a:cubicBezTo>
                  <a:lnTo>
                    <a:pt x="2367" y="218"/>
                  </a:lnTo>
                  <a:lnTo>
                    <a:pt x="2362" y="213"/>
                  </a:lnTo>
                  <a:cubicBezTo>
                    <a:pt x="2245" y="72"/>
                    <a:pt x="2078" y="1"/>
                    <a:pt x="1911" y="1"/>
                  </a:cubicBezTo>
                  <a:close/>
                </a:path>
              </a:pathLst>
            </a:custGeom>
            <a:solidFill>
              <a:srgbClr val="B7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3" name="Google Shape;19873;p89"/>
            <p:cNvSpPr/>
            <p:nvPr/>
          </p:nvSpPr>
          <p:spPr>
            <a:xfrm>
              <a:off x="7687926" y="3360690"/>
              <a:ext cx="72843" cy="282777"/>
            </a:xfrm>
            <a:custGeom>
              <a:rect b="b" l="l" r="r" t="t"/>
              <a:pathLst>
                <a:path extrusionOk="0" h="10792" w="2780">
                  <a:moveTo>
                    <a:pt x="1460" y="0"/>
                  </a:moveTo>
                  <a:lnTo>
                    <a:pt x="879" y="658"/>
                  </a:lnTo>
                  <a:cubicBezTo>
                    <a:pt x="313" y="1296"/>
                    <a:pt x="1" y="2122"/>
                    <a:pt x="1" y="2971"/>
                  </a:cubicBezTo>
                  <a:lnTo>
                    <a:pt x="1" y="5314"/>
                  </a:lnTo>
                  <a:lnTo>
                    <a:pt x="260" y="5520"/>
                  </a:lnTo>
                  <a:cubicBezTo>
                    <a:pt x="524" y="5736"/>
                    <a:pt x="543" y="6135"/>
                    <a:pt x="308" y="6380"/>
                  </a:cubicBezTo>
                  <a:lnTo>
                    <a:pt x="1" y="6696"/>
                  </a:lnTo>
                  <a:lnTo>
                    <a:pt x="1" y="8151"/>
                  </a:lnTo>
                  <a:cubicBezTo>
                    <a:pt x="1" y="8621"/>
                    <a:pt x="149" y="9082"/>
                    <a:pt x="423" y="9471"/>
                  </a:cubicBezTo>
                  <a:lnTo>
                    <a:pt x="1364" y="10791"/>
                  </a:lnTo>
                  <a:lnTo>
                    <a:pt x="2343" y="9447"/>
                  </a:lnTo>
                  <a:cubicBezTo>
                    <a:pt x="2626" y="9058"/>
                    <a:pt x="2780" y="8588"/>
                    <a:pt x="2780" y="8108"/>
                  </a:cubicBezTo>
                  <a:lnTo>
                    <a:pt x="2780" y="5031"/>
                  </a:lnTo>
                  <a:lnTo>
                    <a:pt x="2295" y="4632"/>
                  </a:lnTo>
                  <a:cubicBezTo>
                    <a:pt x="2026" y="4416"/>
                    <a:pt x="2007" y="4023"/>
                    <a:pt x="2242" y="3778"/>
                  </a:cubicBezTo>
                  <a:lnTo>
                    <a:pt x="2780" y="3221"/>
                  </a:lnTo>
                  <a:lnTo>
                    <a:pt x="2780" y="2866"/>
                  </a:lnTo>
                  <a:cubicBezTo>
                    <a:pt x="2780" y="2064"/>
                    <a:pt x="2506" y="1287"/>
                    <a:pt x="1998" y="663"/>
                  </a:cubicBezTo>
                  <a:lnTo>
                    <a:pt x="1465" y="0"/>
                  </a:lnTo>
                  <a:close/>
                </a:path>
              </a:pathLst>
            </a:custGeom>
            <a:solidFill>
              <a:srgbClr val="C3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89"/>
            <p:cNvSpPr/>
            <p:nvPr/>
          </p:nvSpPr>
          <p:spPr>
            <a:xfrm>
              <a:off x="7658737" y="3349606"/>
              <a:ext cx="88067" cy="254452"/>
            </a:xfrm>
            <a:custGeom>
              <a:rect b="b" l="l" r="r" t="t"/>
              <a:pathLst>
                <a:path extrusionOk="0" h="9711" w="3361">
                  <a:moveTo>
                    <a:pt x="2122" y="1"/>
                  </a:moveTo>
                  <a:cubicBezTo>
                    <a:pt x="1905" y="1"/>
                    <a:pt x="1687" y="89"/>
                    <a:pt x="1527" y="270"/>
                  </a:cubicBezTo>
                  <a:lnTo>
                    <a:pt x="932" y="946"/>
                  </a:lnTo>
                  <a:cubicBezTo>
                    <a:pt x="332" y="1623"/>
                    <a:pt x="6" y="2497"/>
                    <a:pt x="6" y="3399"/>
                  </a:cubicBezTo>
                  <a:lnTo>
                    <a:pt x="6" y="5737"/>
                  </a:lnTo>
                  <a:cubicBezTo>
                    <a:pt x="6" y="5987"/>
                    <a:pt x="476" y="6039"/>
                    <a:pt x="476" y="6399"/>
                  </a:cubicBezTo>
                  <a:cubicBezTo>
                    <a:pt x="476" y="6635"/>
                    <a:pt x="289" y="6711"/>
                    <a:pt x="63" y="6975"/>
                  </a:cubicBezTo>
                  <a:cubicBezTo>
                    <a:pt x="25" y="7014"/>
                    <a:pt x="6" y="7067"/>
                    <a:pt x="6" y="7119"/>
                  </a:cubicBezTo>
                  <a:lnTo>
                    <a:pt x="6" y="8574"/>
                  </a:lnTo>
                  <a:cubicBezTo>
                    <a:pt x="1" y="8920"/>
                    <a:pt x="73" y="9260"/>
                    <a:pt x="217" y="9577"/>
                  </a:cubicBezTo>
                  <a:cubicBezTo>
                    <a:pt x="252" y="9672"/>
                    <a:pt x="326" y="9711"/>
                    <a:pt x="400" y="9711"/>
                  </a:cubicBezTo>
                  <a:cubicBezTo>
                    <a:pt x="538" y="9711"/>
                    <a:pt x="679" y="9577"/>
                    <a:pt x="591" y="9409"/>
                  </a:cubicBezTo>
                  <a:cubicBezTo>
                    <a:pt x="476" y="9145"/>
                    <a:pt x="457" y="8358"/>
                    <a:pt x="419" y="7206"/>
                  </a:cubicBezTo>
                  <a:cubicBezTo>
                    <a:pt x="558" y="7023"/>
                    <a:pt x="889" y="6846"/>
                    <a:pt x="889" y="6399"/>
                  </a:cubicBezTo>
                  <a:cubicBezTo>
                    <a:pt x="889" y="5910"/>
                    <a:pt x="495" y="5723"/>
                    <a:pt x="419" y="5636"/>
                  </a:cubicBezTo>
                  <a:lnTo>
                    <a:pt x="419" y="3399"/>
                  </a:lnTo>
                  <a:cubicBezTo>
                    <a:pt x="419" y="2593"/>
                    <a:pt x="711" y="1820"/>
                    <a:pt x="1244" y="1220"/>
                  </a:cubicBezTo>
                  <a:lnTo>
                    <a:pt x="1839" y="543"/>
                  </a:lnTo>
                  <a:cubicBezTo>
                    <a:pt x="1915" y="456"/>
                    <a:pt x="2020" y="413"/>
                    <a:pt x="2125" y="413"/>
                  </a:cubicBezTo>
                  <a:cubicBezTo>
                    <a:pt x="2234" y="413"/>
                    <a:pt x="2342" y="460"/>
                    <a:pt x="2416" y="553"/>
                  </a:cubicBezTo>
                  <a:lnTo>
                    <a:pt x="2896" y="1148"/>
                  </a:lnTo>
                  <a:cubicBezTo>
                    <a:pt x="2942" y="1213"/>
                    <a:pt x="3002" y="1240"/>
                    <a:pt x="3060" y="1240"/>
                  </a:cubicBezTo>
                  <a:cubicBezTo>
                    <a:pt x="3216" y="1240"/>
                    <a:pt x="3361" y="1046"/>
                    <a:pt x="3217" y="889"/>
                  </a:cubicBezTo>
                  <a:lnTo>
                    <a:pt x="2737" y="294"/>
                  </a:lnTo>
                  <a:cubicBezTo>
                    <a:pt x="2580" y="99"/>
                    <a:pt x="2351" y="1"/>
                    <a:pt x="2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89"/>
            <p:cNvSpPr/>
            <p:nvPr/>
          </p:nvSpPr>
          <p:spPr>
            <a:xfrm>
              <a:off x="7672729" y="3388596"/>
              <a:ext cx="96216" cy="324230"/>
            </a:xfrm>
            <a:custGeom>
              <a:rect b="b" l="l" r="r" t="t"/>
              <a:pathLst>
                <a:path extrusionOk="0" h="12374" w="3672">
                  <a:moveTo>
                    <a:pt x="2985" y="0"/>
                  </a:moveTo>
                  <a:cubicBezTo>
                    <a:pt x="2844" y="0"/>
                    <a:pt x="2703" y="144"/>
                    <a:pt x="2798" y="313"/>
                  </a:cubicBezTo>
                  <a:cubicBezTo>
                    <a:pt x="3240" y="1182"/>
                    <a:pt x="3139" y="1926"/>
                    <a:pt x="3154" y="2070"/>
                  </a:cubicBezTo>
                  <a:lnTo>
                    <a:pt x="2674" y="2564"/>
                  </a:lnTo>
                  <a:cubicBezTo>
                    <a:pt x="2352" y="2900"/>
                    <a:pt x="2386" y="3438"/>
                    <a:pt x="2741" y="3731"/>
                  </a:cubicBezTo>
                  <a:lnTo>
                    <a:pt x="3154" y="4067"/>
                  </a:lnTo>
                  <a:lnTo>
                    <a:pt x="3154" y="7043"/>
                  </a:lnTo>
                  <a:cubicBezTo>
                    <a:pt x="3154" y="7480"/>
                    <a:pt x="3014" y="7907"/>
                    <a:pt x="2755" y="8262"/>
                  </a:cubicBezTo>
                  <a:lnTo>
                    <a:pt x="1728" y="9673"/>
                  </a:lnTo>
                  <a:lnTo>
                    <a:pt x="1728" y="4950"/>
                  </a:lnTo>
                  <a:lnTo>
                    <a:pt x="2664" y="4268"/>
                  </a:lnTo>
                  <a:cubicBezTo>
                    <a:pt x="2829" y="4130"/>
                    <a:pt x="2707" y="3895"/>
                    <a:pt x="2536" y="3895"/>
                  </a:cubicBezTo>
                  <a:cubicBezTo>
                    <a:pt x="2498" y="3895"/>
                    <a:pt x="2459" y="3906"/>
                    <a:pt x="2419" y="3932"/>
                  </a:cubicBezTo>
                  <a:lnTo>
                    <a:pt x="1728" y="4436"/>
                  </a:lnTo>
                  <a:lnTo>
                    <a:pt x="1728" y="298"/>
                  </a:lnTo>
                  <a:cubicBezTo>
                    <a:pt x="1735" y="152"/>
                    <a:pt x="1627" y="79"/>
                    <a:pt x="1520" y="79"/>
                  </a:cubicBezTo>
                  <a:cubicBezTo>
                    <a:pt x="1412" y="79"/>
                    <a:pt x="1305" y="152"/>
                    <a:pt x="1315" y="298"/>
                  </a:cubicBezTo>
                  <a:lnTo>
                    <a:pt x="1315" y="1618"/>
                  </a:lnTo>
                  <a:lnTo>
                    <a:pt x="835" y="1186"/>
                  </a:lnTo>
                  <a:cubicBezTo>
                    <a:pt x="792" y="1153"/>
                    <a:pt x="747" y="1138"/>
                    <a:pt x="704" y="1138"/>
                  </a:cubicBezTo>
                  <a:cubicBezTo>
                    <a:pt x="540" y="1138"/>
                    <a:pt x="408" y="1350"/>
                    <a:pt x="557" y="1498"/>
                  </a:cubicBezTo>
                  <a:cubicBezTo>
                    <a:pt x="1133" y="2007"/>
                    <a:pt x="1305" y="2161"/>
                    <a:pt x="1315" y="2170"/>
                  </a:cubicBezTo>
                  <a:lnTo>
                    <a:pt x="1315" y="6078"/>
                  </a:lnTo>
                  <a:lnTo>
                    <a:pt x="893" y="5684"/>
                  </a:lnTo>
                  <a:cubicBezTo>
                    <a:pt x="846" y="5636"/>
                    <a:pt x="794" y="5616"/>
                    <a:pt x="744" y="5616"/>
                  </a:cubicBezTo>
                  <a:cubicBezTo>
                    <a:pt x="576" y="5616"/>
                    <a:pt x="435" y="5846"/>
                    <a:pt x="609" y="5987"/>
                  </a:cubicBezTo>
                  <a:lnTo>
                    <a:pt x="1315" y="6639"/>
                  </a:lnTo>
                  <a:lnTo>
                    <a:pt x="1315" y="9750"/>
                  </a:lnTo>
                  <a:lnTo>
                    <a:pt x="485" y="8584"/>
                  </a:lnTo>
                  <a:cubicBezTo>
                    <a:pt x="439" y="8526"/>
                    <a:pt x="382" y="8502"/>
                    <a:pt x="326" y="8502"/>
                  </a:cubicBezTo>
                  <a:cubicBezTo>
                    <a:pt x="181" y="8502"/>
                    <a:pt x="43" y="8664"/>
                    <a:pt x="144" y="8824"/>
                  </a:cubicBezTo>
                  <a:lnTo>
                    <a:pt x="1315" y="10460"/>
                  </a:lnTo>
                  <a:lnTo>
                    <a:pt x="1315" y="10916"/>
                  </a:lnTo>
                  <a:lnTo>
                    <a:pt x="441" y="10076"/>
                  </a:lnTo>
                  <a:cubicBezTo>
                    <a:pt x="396" y="10033"/>
                    <a:pt x="347" y="10015"/>
                    <a:pt x="299" y="10015"/>
                  </a:cubicBezTo>
                  <a:cubicBezTo>
                    <a:pt x="137" y="10015"/>
                    <a:pt x="1" y="10230"/>
                    <a:pt x="153" y="10379"/>
                  </a:cubicBezTo>
                  <a:lnTo>
                    <a:pt x="1315" y="11492"/>
                  </a:lnTo>
                  <a:lnTo>
                    <a:pt x="1315" y="12179"/>
                  </a:lnTo>
                  <a:cubicBezTo>
                    <a:pt x="1322" y="12309"/>
                    <a:pt x="1422" y="12373"/>
                    <a:pt x="1522" y="12373"/>
                  </a:cubicBezTo>
                  <a:cubicBezTo>
                    <a:pt x="1621" y="12373"/>
                    <a:pt x="1721" y="12309"/>
                    <a:pt x="1728" y="12179"/>
                  </a:cubicBezTo>
                  <a:lnTo>
                    <a:pt x="1728" y="11492"/>
                  </a:lnTo>
                  <a:lnTo>
                    <a:pt x="2928" y="10283"/>
                  </a:lnTo>
                  <a:cubicBezTo>
                    <a:pt x="3062" y="10130"/>
                    <a:pt x="2928" y="9935"/>
                    <a:pt x="2771" y="9935"/>
                  </a:cubicBezTo>
                  <a:cubicBezTo>
                    <a:pt x="2726" y="9935"/>
                    <a:pt x="2678" y="9951"/>
                    <a:pt x="2635" y="9990"/>
                  </a:cubicBezTo>
                  <a:lnTo>
                    <a:pt x="1728" y="10907"/>
                  </a:lnTo>
                  <a:lnTo>
                    <a:pt x="1728" y="10374"/>
                  </a:lnTo>
                  <a:lnTo>
                    <a:pt x="3091" y="8502"/>
                  </a:lnTo>
                  <a:cubicBezTo>
                    <a:pt x="3403" y="8080"/>
                    <a:pt x="3571" y="7566"/>
                    <a:pt x="3571" y="7043"/>
                  </a:cubicBezTo>
                  <a:lnTo>
                    <a:pt x="3571" y="3971"/>
                  </a:lnTo>
                  <a:cubicBezTo>
                    <a:pt x="3571" y="3908"/>
                    <a:pt x="3542" y="3851"/>
                    <a:pt x="3494" y="3807"/>
                  </a:cubicBezTo>
                  <a:lnTo>
                    <a:pt x="3005" y="3409"/>
                  </a:lnTo>
                  <a:cubicBezTo>
                    <a:pt x="2837" y="3270"/>
                    <a:pt x="2822" y="3015"/>
                    <a:pt x="2976" y="2857"/>
                  </a:cubicBezTo>
                  <a:cubicBezTo>
                    <a:pt x="3475" y="2310"/>
                    <a:pt x="3566" y="2300"/>
                    <a:pt x="3566" y="2156"/>
                  </a:cubicBezTo>
                  <a:cubicBezTo>
                    <a:pt x="3552" y="1969"/>
                    <a:pt x="3672" y="1119"/>
                    <a:pt x="3168" y="126"/>
                  </a:cubicBezTo>
                  <a:cubicBezTo>
                    <a:pt x="3128" y="37"/>
                    <a:pt x="3057" y="0"/>
                    <a:pt x="29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6" name="Google Shape;19876;p89"/>
          <p:cNvGrpSpPr/>
          <p:nvPr/>
        </p:nvGrpSpPr>
        <p:grpSpPr>
          <a:xfrm>
            <a:off x="7975263" y="3383696"/>
            <a:ext cx="363717" cy="295355"/>
            <a:chOff x="7975263" y="3383696"/>
            <a:chExt cx="363717" cy="295355"/>
          </a:xfrm>
        </p:grpSpPr>
        <p:sp>
          <p:nvSpPr>
            <p:cNvPr id="19877" name="Google Shape;19877;p89"/>
            <p:cNvSpPr/>
            <p:nvPr/>
          </p:nvSpPr>
          <p:spPr>
            <a:xfrm>
              <a:off x="7980870" y="3406702"/>
              <a:ext cx="352843" cy="255632"/>
            </a:xfrm>
            <a:custGeom>
              <a:rect b="b" l="l" r="r" t="t"/>
              <a:pathLst>
                <a:path extrusionOk="0" h="9756" w="13466">
                  <a:moveTo>
                    <a:pt x="380" y="1"/>
                  </a:moveTo>
                  <a:cubicBezTo>
                    <a:pt x="168" y="1"/>
                    <a:pt x="0" y="174"/>
                    <a:pt x="0" y="380"/>
                  </a:cubicBezTo>
                  <a:lnTo>
                    <a:pt x="0" y="9376"/>
                  </a:lnTo>
                  <a:cubicBezTo>
                    <a:pt x="0" y="9587"/>
                    <a:pt x="168" y="9755"/>
                    <a:pt x="380" y="9755"/>
                  </a:cubicBezTo>
                  <a:lnTo>
                    <a:pt x="13086" y="9755"/>
                  </a:lnTo>
                  <a:cubicBezTo>
                    <a:pt x="13292" y="9755"/>
                    <a:pt x="13465" y="9587"/>
                    <a:pt x="13465" y="9376"/>
                  </a:cubicBezTo>
                  <a:lnTo>
                    <a:pt x="13465" y="380"/>
                  </a:lnTo>
                  <a:cubicBezTo>
                    <a:pt x="13465" y="174"/>
                    <a:pt x="13292" y="1"/>
                    <a:pt x="13086"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8" name="Google Shape;19878;p89"/>
            <p:cNvSpPr/>
            <p:nvPr/>
          </p:nvSpPr>
          <p:spPr>
            <a:xfrm>
              <a:off x="8302349" y="3406702"/>
              <a:ext cx="31364" cy="255632"/>
            </a:xfrm>
            <a:custGeom>
              <a:rect b="b" l="l" r="r" t="t"/>
              <a:pathLst>
                <a:path extrusionOk="0" h="9756" w="1197">
                  <a:moveTo>
                    <a:pt x="1" y="1"/>
                  </a:moveTo>
                  <a:cubicBezTo>
                    <a:pt x="212" y="1"/>
                    <a:pt x="380" y="174"/>
                    <a:pt x="380" y="380"/>
                  </a:cubicBezTo>
                  <a:lnTo>
                    <a:pt x="380" y="9376"/>
                  </a:lnTo>
                  <a:cubicBezTo>
                    <a:pt x="380" y="9587"/>
                    <a:pt x="212" y="9755"/>
                    <a:pt x="1" y="9755"/>
                  </a:cubicBezTo>
                  <a:lnTo>
                    <a:pt x="817" y="9755"/>
                  </a:lnTo>
                  <a:cubicBezTo>
                    <a:pt x="1023" y="9755"/>
                    <a:pt x="1196" y="9587"/>
                    <a:pt x="1196" y="9376"/>
                  </a:cubicBezTo>
                  <a:lnTo>
                    <a:pt x="1196" y="380"/>
                  </a:lnTo>
                  <a:cubicBezTo>
                    <a:pt x="1196" y="174"/>
                    <a:pt x="1023" y="1"/>
                    <a:pt x="8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9" name="Google Shape;19879;p89"/>
            <p:cNvSpPr/>
            <p:nvPr/>
          </p:nvSpPr>
          <p:spPr>
            <a:xfrm>
              <a:off x="8001125" y="3388989"/>
              <a:ext cx="156114" cy="229298"/>
            </a:xfrm>
            <a:custGeom>
              <a:rect b="b" l="l" r="r" t="t"/>
              <a:pathLst>
                <a:path extrusionOk="0" h="8751" w="5958">
                  <a:moveTo>
                    <a:pt x="0" y="0"/>
                  </a:moveTo>
                  <a:lnTo>
                    <a:pt x="0" y="8751"/>
                  </a:lnTo>
                  <a:lnTo>
                    <a:pt x="5957" y="8751"/>
                  </a:lnTo>
                  <a:lnTo>
                    <a:pt x="5957"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0" name="Google Shape;19880;p89"/>
            <p:cNvSpPr/>
            <p:nvPr/>
          </p:nvSpPr>
          <p:spPr>
            <a:xfrm>
              <a:off x="8157213" y="3388989"/>
              <a:ext cx="156246" cy="229298"/>
            </a:xfrm>
            <a:custGeom>
              <a:rect b="b" l="l" r="r" t="t"/>
              <a:pathLst>
                <a:path extrusionOk="0" h="8751" w="5963">
                  <a:moveTo>
                    <a:pt x="0" y="0"/>
                  </a:moveTo>
                  <a:lnTo>
                    <a:pt x="0" y="8751"/>
                  </a:lnTo>
                  <a:lnTo>
                    <a:pt x="5962" y="8751"/>
                  </a:lnTo>
                  <a:lnTo>
                    <a:pt x="59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1" name="Google Shape;19881;p89"/>
            <p:cNvSpPr/>
            <p:nvPr/>
          </p:nvSpPr>
          <p:spPr>
            <a:xfrm>
              <a:off x="8001125" y="3618260"/>
              <a:ext cx="156114" cy="21303"/>
            </a:xfrm>
            <a:custGeom>
              <a:rect b="b" l="l" r="r" t="t"/>
              <a:pathLst>
                <a:path extrusionOk="0" h="813" w="5958">
                  <a:moveTo>
                    <a:pt x="0" y="1"/>
                  </a:moveTo>
                  <a:lnTo>
                    <a:pt x="0" y="812"/>
                  </a:lnTo>
                  <a:lnTo>
                    <a:pt x="5957" y="812"/>
                  </a:lnTo>
                  <a:lnTo>
                    <a:pt x="5957"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2" name="Google Shape;19882;p89"/>
            <p:cNvSpPr/>
            <p:nvPr/>
          </p:nvSpPr>
          <p:spPr>
            <a:xfrm>
              <a:off x="8157213" y="3618260"/>
              <a:ext cx="156246" cy="21303"/>
            </a:xfrm>
            <a:custGeom>
              <a:rect b="b" l="l" r="r" t="t"/>
              <a:pathLst>
                <a:path extrusionOk="0" h="813" w="5963">
                  <a:moveTo>
                    <a:pt x="0" y="1"/>
                  </a:moveTo>
                  <a:lnTo>
                    <a:pt x="0" y="812"/>
                  </a:lnTo>
                  <a:lnTo>
                    <a:pt x="5962" y="812"/>
                  </a:lnTo>
                  <a:lnTo>
                    <a:pt x="596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89"/>
            <p:cNvSpPr/>
            <p:nvPr/>
          </p:nvSpPr>
          <p:spPr>
            <a:xfrm>
              <a:off x="8141858" y="3639537"/>
              <a:ext cx="30605" cy="34116"/>
            </a:xfrm>
            <a:custGeom>
              <a:rect b="b" l="l" r="r" t="t"/>
              <a:pathLst>
                <a:path extrusionOk="0" h="1302" w="1168">
                  <a:moveTo>
                    <a:pt x="1" y="0"/>
                  </a:moveTo>
                  <a:lnTo>
                    <a:pt x="1" y="1085"/>
                  </a:lnTo>
                  <a:cubicBezTo>
                    <a:pt x="1" y="1205"/>
                    <a:pt x="102" y="1301"/>
                    <a:pt x="222" y="1301"/>
                  </a:cubicBezTo>
                  <a:lnTo>
                    <a:pt x="951" y="1301"/>
                  </a:lnTo>
                  <a:cubicBezTo>
                    <a:pt x="1071" y="1301"/>
                    <a:pt x="1167" y="1205"/>
                    <a:pt x="1167" y="1085"/>
                  </a:cubicBezTo>
                  <a:lnTo>
                    <a:pt x="1167"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89"/>
            <p:cNvSpPr/>
            <p:nvPr/>
          </p:nvSpPr>
          <p:spPr>
            <a:xfrm>
              <a:off x="8188158" y="3425069"/>
              <a:ext cx="95115" cy="35504"/>
            </a:xfrm>
            <a:custGeom>
              <a:rect b="b" l="l" r="r" t="t"/>
              <a:pathLst>
                <a:path extrusionOk="0" h="1355" w="3630">
                  <a:moveTo>
                    <a:pt x="0" y="1"/>
                  </a:moveTo>
                  <a:lnTo>
                    <a:pt x="0" y="1354"/>
                  </a:lnTo>
                  <a:lnTo>
                    <a:pt x="3629" y="1354"/>
                  </a:lnTo>
                  <a:lnTo>
                    <a:pt x="362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89"/>
            <p:cNvSpPr/>
            <p:nvPr/>
          </p:nvSpPr>
          <p:spPr>
            <a:xfrm>
              <a:off x="7975263" y="3383696"/>
              <a:ext cx="363717" cy="295355"/>
            </a:xfrm>
            <a:custGeom>
              <a:rect b="b" l="l" r="r" t="t"/>
              <a:pathLst>
                <a:path extrusionOk="0" h="11272" w="13881">
                  <a:moveTo>
                    <a:pt x="6743" y="409"/>
                  </a:moveTo>
                  <a:lnTo>
                    <a:pt x="6743" y="8751"/>
                  </a:lnTo>
                  <a:lnTo>
                    <a:pt x="1189" y="8751"/>
                  </a:lnTo>
                  <a:lnTo>
                    <a:pt x="1189" y="409"/>
                  </a:lnTo>
                  <a:close/>
                  <a:moveTo>
                    <a:pt x="6743" y="9155"/>
                  </a:moveTo>
                  <a:lnTo>
                    <a:pt x="6743" y="9563"/>
                  </a:lnTo>
                  <a:lnTo>
                    <a:pt x="1189" y="9563"/>
                  </a:lnTo>
                  <a:lnTo>
                    <a:pt x="1189" y="9155"/>
                  </a:lnTo>
                  <a:close/>
                  <a:moveTo>
                    <a:pt x="12700" y="9155"/>
                  </a:moveTo>
                  <a:lnTo>
                    <a:pt x="12700" y="9563"/>
                  </a:lnTo>
                  <a:lnTo>
                    <a:pt x="7146" y="9563"/>
                  </a:lnTo>
                  <a:lnTo>
                    <a:pt x="7146" y="9155"/>
                  </a:lnTo>
                  <a:close/>
                  <a:moveTo>
                    <a:pt x="7324" y="9971"/>
                  </a:moveTo>
                  <a:lnTo>
                    <a:pt x="7324" y="10849"/>
                  </a:lnTo>
                  <a:cubicBezTo>
                    <a:pt x="7324" y="10859"/>
                    <a:pt x="7319" y="10863"/>
                    <a:pt x="7309" y="10863"/>
                  </a:cubicBezTo>
                  <a:lnTo>
                    <a:pt x="6580" y="10863"/>
                  </a:lnTo>
                  <a:cubicBezTo>
                    <a:pt x="6570" y="10863"/>
                    <a:pt x="6565" y="10859"/>
                    <a:pt x="6565" y="10849"/>
                  </a:cubicBezTo>
                  <a:lnTo>
                    <a:pt x="6565" y="9971"/>
                  </a:lnTo>
                  <a:close/>
                  <a:moveTo>
                    <a:pt x="11297" y="0"/>
                  </a:moveTo>
                  <a:cubicBezTo>
                    <a:pt x="11293" y="0"/>
                    <a:pt x="11288" y="0"/>
                    <a:pt x="11284" y="1"/>
                  </a:cubicBezTo>
                  <a:lnTo>
                    <a:pt x="987" y="1"/>
                  </a:lnTo>
                  <a:cubicBezTo>
                    <a:pt x="872" y="1"/>
                    <a:pt x="781" y="92"/>
                    <a:pt x="781" y="202"/>
                  </a:cubicBezTo>
                  <a:lnTo>
                    <a:pt x="781" y="677"/>
                  </a:lnTo>
                  <a:lnTo>
                    <a:pt x="594" y="677"/>
                  </a:lnTo>
                  <a:cubicBezTo>
                    <a:pt x="272" y="677"/>
                    <a:pt x="8" y="937"/>
                    <a:pt x="8" y="1263"/>
                  </a:cubicBezTo>
                  <a:lnTo>
                    <a:pt x="8" y="2161"/>
                  </a:lnTo>
                  <a:cubicBezTo>
                    <a:pt x="15" y="2288"/>
                    <a:pt x="114" y="2351"/>
                    <a:pt x="212" y="2351"/>
                  </a:cubicBezTo>
                  <a:cubicBezTo>
                    <a:pt x="310" y="2351"/>
                    <a:pt x="409" y="2288"/>
                    <a:pt x="416" y="2161"/>
                  </a:cubicBezTo>
                  <a:lnTo>
                    <a:pt x="416" y="1263"/>
                  </a:lnTo>
                  <a:cubicBezTo>
                    <a:pt x="416" y="1162"/>
                    <a:pt x="493" y="1085"/>
                    <a:pt x="594" y="1085"/>
                  </a:cubicBezTo>
                  <a:lnTo>
                    <a:pt x="781" y="1085"/>
                  </a:lnTo>
                  <a:lnTo>
                    <a:pt x="781" y="9769"/>
                  </a:lnTo>
                  <a:cubicBezTo>
                    <a:pt x="781" y="9879"/>
                    <a:pt x="872" y="9971"/>
                    <a:pt x="987" y="9971"/>
                  </a:cubicBezTo>
                  <a:lnTo>
                    <a:pt x="6157" y="9971"/>
                  </a:lnTo>
                  <a:lnTo>
                    <a:pt x="6157" y="10431"/>
                  </a:lnTo>
                  <a:lnTo>
                    <a:pt x="589" y="10431"/>
                  </a:lnTo>
                  <a:cubicBezTo>
                    <a:pt x="493" y="10431"/>
                    <a:pt x="416" y="10350"/>
                    <a:pt x="416" y="10254"/>
                  </a:cubicBezTo>
                  <a:lnTo>
                    <a:pt x="416" y="3025"/>
                  </a:lnTo>
                  <a:cubicBezTo>
                    <a:pt x="423" y="2883"/>
                    <a:pt x="318" y="2812"/>
                    <a:pt x="212" y="2812"/>
                  </a:cubicBezTo>
                  <a:cubicBezTo>
                    <a:pt x="106" y="2812"/>
                    <a:pt x="1" y="2883"/>
                    <a:pt x="8" y="3025"/>
                  </a:cubicBezTo>
                  <a:lnTo>
                    <a:pt x="8" y="10254"/>
                  </a:lnTo>
                  <a:cubicBezTo>
                    <a:pt x="8" y="10575"/>
                    <a:pt x="267" y="10835"/>
                    <a:pt x="589" y="10835"/>
                  </a:cubicBezTo>
                  <a:lnTo>
                    <a:pt x="6157" y="10835"/>
                  </a:lnTo>
                  <a:lnTo>
                    <a:pt x="6157" y="10849"/>
                  </a:lnTo>
                  <a:cubicBezTo>
                    <a:pt x="6157" y="11084"/>
                    <a:pt x="6344" y="11271"/>
                    <a:pt x="6580" y="11271"/>
                  </a:cubicBezTo>
                  <a:lnTo>
                    <a:pt x="7309" y="11271"/>
                  </a:lnTo>
                  <a:cubicBezTo>
                    <a:pt x="7540" y="11271"/>
                    <a:pt x="7727" y="11084"/>
                    <a:pt x="7727" y="10849"/>
                  </a:cubicBezTo>
                  <a:lnTo>
                    <a:pt x="7727" y="10835"/>
                  </a:lnTo>
                  <a:lnTo>
                    <a:pt x="13300" y="10835"/>
                  </a:lnTo>
                  <a:cubicBezTo>
                    <a:pt x="13622" y="10835"/>
                    <a:pt x="13881" y="10575"/>
                    <a:pt x="13881" y="10254"/>
                  </a:cubicBezTo>
                  <a:lnTo>
                    <a:pt x="13881" y="1258"/>
                  </a:lnTo>
                  <a:cubicBezTo>
                    <a:pt x="13881" y="937"/>
                    <a:pt x="13622" y="677"/>
                    <a:pt x="13300" y="677"/>
                  </a:cubicBezTo>
                  <a:lnTo>
                    <a:pt x="13108" y="677"/>
                  </a:lnTo>
                  <a:lnTo>
                    <a:pt x="13108" y="202"/>
                  </a:lnTo>
                  <a:cubicBezTo>
                    <a:pt x="13108" y="92"/>
                    <a:pt x="13017" y="1"/>
                    <a:pt x="12906" y="1"/>
                  </a:cubicBezTo>
                  <a:lnTo>
                    <a:pt x="12134" y="1"/>
                  </a:lnTo>
                  <a:cubicBezTo>
                    <a:pt x="11879" y="15"/>
                    <a:pt x="11879" y="394"/>
                    <a:pt x="12134" y="404"/>
                  </a:cubicBezTo>
                  <a:lnTo>
                    <a:pt x="12700" y="404"/>
                  </a:lnTo>
                  <a:lnTo>
                    <a:pt x="12700" y="7354"/>
                  </a:lnTo>
                  <a:cubicBezTo>
                    <a:pt x="12707" y="7482"/>
                    <a:pt x="12806" y="7545"/>
                    <a:pt x="12904" y="7545"/>
                  </a:cubicBezTo>
                  <a:cubicBezTo>
                    <a:pt x="13002" y="7545"/>
                    <a:pt x="13101" y="7482"/>
                    <a:pt x="13108" y="7354"/>
                  </a:cubicBezTo>
                  <a:lnTo>
                    <a:pt x="13108" y="1085"/>
                  </a:lnTo>
                  <a:lnTo>
                    <a:pt x="13300" y="1085"/>
                  </a:lnTo>
                  <a:cubicBezTo>
                    <a:pt x="13396" y="1085"/>
                    <a:pt x="13473" y="1162"/>
                    <a:pt x="13473" y="1258"/>
                  </a:cubicBezTo>
                  <a:lnTo>
                    <a:pt x="13473" y="10254"/>
                  </a:lnTo>
                  <a:cubicBezTo>
                    <a:pt x="13473" y="10350"/>
                    <a:pt x="13396" y="10427"/>
                    <a:pt x="13300" y="10431"/>
                  </a:cubicBezTo>
                  <a:lnTo>
                    <a:pt x="7732" y="10431"/>
                  </a:lnTo>
                  <a:lnTo>
                    <a:pt x="7732" y="9971"/>
                  </a:lnTo>
                  <a:lnTo>
                    <a:pt x="12906" y="9971"/>
                  </a:lnTo>
                  <a:cubicBezTo>
                    <a:pt x="13017" y="9971"/>
                    <a:pt x="13108" y="9879"/>
                    <a:pt x="13108" y="9764"/>
                  </a:cubicBezTo>
                  <a:lnTo>
                    <a:pt x="13108" y="8223"/>
                  </a:lnTo>
                  <a:cubicBezTo>
                    <a:pt x="13101" y="8096"/>
                    <a:pt x="13002" y="8033"/>
                    <a:pt x="12904" y="8033"/>
                  </a:cubicBezTo>
                  <a:cubicBezTo>
                    <a:pt x="12806" y="8033"/>
                    <a:pt x="12707" y="8096"/>
                    <a:pt x="12700" y="8223"/>
                  </a:cubicBezTo>
                  <a:lnTo>
                    <a:pt x="12700" y="8751"/>
                  </a:lnTo>
                  <a:lnTo>
                    <a:pt x="7146" y="8751"/>
                  </a:lnTo>
                  <a:lnTo>
                    <a:pt x="7146" y="409"/>
                  </a:lnTo>
                  <a:lnTo>
                    <a:pt x="11284" y="409"/>
                  </a:lnTo>
                  <a:cubicBezTo>
                    <a:pt x="11288" y="409"/>
                    <a:pt x="11293" y="409"/>
                    <a:pt x="11297" y="409"/>
                  </a:cubicBezTo>
                  <a:cubicBezTo>
                    <a:pt x="11563" y="409"/>
                    <a:pt x="11563" y="0"/>
                    <a:pt x="11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89"/>
            <p:cNvSpPr/>
            <p:nvPr/>
          </p:nvSpPr>
          <p:spPr>
            <a:xfrm>
              <a:off x="8054945" y="3419803"/>
              <a:ext cx="79027" cy="10717"/>
            </a:xfrm>
            <a:custGeom>
              <a:rect b="b" l="l" r="r" t="t"/>
              <a:pathLst>
                <a:path extrusionOk="0" h="409" w="3016">
                  <a:moveTo>
                    <a:pt x="260" y="0"/>
                  </a:moveTo>
                  <a:cubicBezTo>
                    <a:pt x="1" y="15"/>
                    <a:pt x="1" y="394"/>
                    <a:pt x="260" y="408"/>
                  </a:cubicBezTo>
                  <a:lnTo>
                    <a:pt x="2761" y="408"/>
                  </a:lnTo>
                  <a:cubicBezTo>
                    <a:pt x="3015" y="394"/>
                    <a:pt x="3015" y="15"/>
                    <a:pt x="27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89"/>
            <p:cNvSpPr/>
            <p:nvPr/>
          </p:nvSpPr>
          <p:spPr>
            <a:xfrm>
              <a:off x="8025388" y="3441053"/>
              <a:ext cx="109212" cy="10717"/>
            </a:xfrm>
            <a:custGeom>
              <a:rect b="b" l="l" r="r" t="t"/>
              <a:pathLst>
                <a:path extrusionOk="0" h="409" w="4168">
                  <a:moveTo>
                    <a:pt x="3903" y="0"/>
                  </a:moveTo>
                  <a:cubicBezTo>
                    <a:pt x="3898" y="0"/>
                    <a:pt x="3894" y="0"/>
                    <a:pt x="3889" y="0"/>
                  </a:cubicBezTo>
                  <a:lnTo>
                    <a:pt x="260" y="0"/>
                  </a:lnTo>
                  <a:cubicBezTo>
                    <a:pt x="1" y="15"/>
                    <a:pt x="1" y="394"/>
                    <a:pt x="260" y="408"/>
                  </a:cubicBezTo>
                  <a:lnTo>
                    <a:pt x="3889" y="408"/>
                  </a:lnTo>
                  <a:cubicBezTo>
                    <a:pt x="3894" y="409"/>
                    <a:pt x="3898" y="409"/>
                    <a:pt x="3903" y="409"/>
                  </a:cubicBezTo>
                  <a:cubicBezTo>
                    <a:pt x="4168" y="409"/>
                    <a:pt x="4168" y="0"/>
                    <a:pt x="3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89"/>
            <p:cNvSpPr/>
            <p:nvPr/>
          </p:nvSpPr>
          <p:spPr>
            <a:xfrm>
              <a:off x="8025388" y="3462408"/>
              <a:ext cx="109212" cy="10638"/>
            </a:xfrm>
            <a:custGeom>
              <a:rect b="b" l="l" r="r" t="t"/>
              <a:pathLst>
                <a:path extrusionOk="0" h="406" w="4168">
                  <a:moveTo>
                    <a:pt x="3907" y="1"/>
                  </a:moveTo>
                  <a:cubicBezTo>
                    <a:pt x="3901" y="1"/>
                    <a:pt x="3895" y="1"/>
                    <a:pt x="3889" y="1"/>
                  </a:cubicBezTo>
                  <a:lnTo>
                    <a:pt x="260" y="1"/>
                  </a:lnTo>
                  <a:cubicBezTo>
                    <a:pt x="1" y="11"/>
                    <a:pt x="1" y="390"/>
                    <a:pt x="260" y="405"/>
                  </a:cubicBezTo>
                  <a:lnTo>
                    <a:pt x="3889" y="405"/>
                  </a:lnTo>
                  <a:cubicBezTo>
                    <a:pt x="3894" y="405"/>
                    <a:pt x="3898" y="405"/>
                    <a:pt x="3903" y="405"/>
                  </a:cubicBezTo>
                  <a:cubicBezTo>
                    <a:pt x="4166" y="405"/>
                    <a:pt x="4168" y="1"/>
                    <a:pt x="3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89"/>
            <p:cNvSpPr/>
            <p:nvPr/>
          </p:nvSpPr>
          <p:spPr>
            <a:xfrm>
              <a:off x="8024890" y="3483684"/>
              <a:ext cx="87700" cy="10743"/>
            </a:xfrm>
            <a:custGeom>
              <a:rect b="b" l="l" r="r" t="t"/>
              <a:pathLst>
                <a:path extrusionOk="0" h="410" w="3347">
                  <a:moveTo>
                    <a:pt x="265" y="0"/>
                  </a:moveTo>
                  <a:cubicBezTo>
                    <a:pt x="0" y="0"/>
                    <a:pt x="0" y="409"/>
                    <a:pt x="265" y="409"/>
                  </a:cubicBezTo>
                  <a:cubicBezTo>
                    <a:pt x="270" y="409"/>
                    <a:pt x="274" y="409"/>
                    <a:pt x="279" y="409"/>
                  </a:cubicBezTo>
                  <a:lnTo>
                    <a:pt x="3063" y="409"/>
                  </a:lnTo>
                  <a:cubicBezTo>
                    <a:pt x="3068" y="409"/>
                    <a:pt x="3072" y="409"/>
                    <a:pt x="3077" y="409"/>
                  </a:cubicBezTo>
                  <a:cubicBezTo>
                    <a:pt x="3347" y="409"/>
                    <a:pt x="3347" y="0"/>
                    <a:pt x="3077" y="0"/>
                  </a:cubicBezTo>
                  <a:cubicBezTo>
                    <a:pt x="3072" y="0"/>
                    <a:pt x="3068" y="0"/>
                    <a:pt x="3063" y="1"/>
                  </a:cubicBezTo>
                  <a:lnTo>
                    <a:pt x="279" y="1"/>
                  </a:lnTo>
                  <a:cubicBezTo>
                    <a:pt x="274" y="0"/>
                    <a:pt x="270" y="0"/>
                    <a:pt x="2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0" name="Google Shape;19890;p89"/>
            <p:cNvSpPr/>
            <p:nvPr/>
          </p:nvSpPr>
          <p:spPr>
            <a:xfrm>
              <a:off x="8054945" y="3525949"/>
              <a:ext cx="79656" cy="10717"/>
            </a:xfrm>
            <a:custGeom>
              <a:rect b="b" l="l" r="r" t="t"/>
              <a:pathLst>
                <a:path extrusionOk="0" h="409" w="3040">
                  <a:moveTo>
                    <a:pt x="2775" y="0"/>
                  </a:moveTo>
                  <a:cubicBezTo>
                    <a:pt x="2770" y="0"/>
                    <a:pt x="2766" y="0"/>
                    <a:pt x="2761" y="1"/>
                  </a:cubicBezTo>
                  <a:lnTo>
                    <a:pt x="260" y="1"/>
                  </a:lnTo>
                  <a:cubicBezTo>
                    <a:pt x="1" y="15"/>
                    <a:pt x="1" y="394"/>
                    <a:pt x="260" y="409"/>
                  </a:cubicBezTo>
                  <a:lnTo>
                    <a:pt x="2761" y="409"/>
                  </a:lnTo>
                  <a:cubicBezTo>
                    <a:pt x="2766" y="409"/>
                    <a:pt x="2770" y="409"/>
                    <a:pt x="2775" y="409"/>
                  </a:cubicBezTo>
                  <a:cubicBezTo>
                    <a:pt x="3040" y="409"/>
                    <a:pt x="3040" y="0"/>
                    <a:pt x="27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89"/>
            <p:cNvSpPr/>
            <p:nvPr/>
          </p:nvSpPr>
          <p:spPr>
            <a:xfrm>
              <a:off x="8025388" y="3547330"/>
              <a:ext cx="109212" cy="10612"/>
            </a:xfrm>
            <a:custGeom>
              <a:rect b="b" l="l" r="r" t="t"/>
              <a:pathLst>
                <a:path extrusionOk="0" h="405" w="4168">
                  <a:moveTo>
                    <a:pt x="3907" y="0"/>
                  </a:moveTo>
                  <a:cubicBezTo>
                    <a:pt x="3901" y="0"/>
                    <a:pt x="3895" y="0"/>
                    <a:pt x="3889" y="1"/>
                  </a:cubicBezTo>
                  <a:lnTo>
                    <a:pt x="260" y="1"/>
                  </a:lnTo>
                  <a:cubicBezTo>
                    <a:pt x="1" y="15"/>
                    <a:pt x="1" y="389"/>
                    <a:pt x="260" y="404"/>
                  </a:cubicBezTo>
                  <a:lnTo>
                    <a:pt x="3889" y="404"/>
                  </a:lnTo>
                  <a:cubicBezTo>
                    <a:pt x="3894" y="404"/>
                    <a:pt x="3898" y="404"/>
                    <a:pt x="3903" y="404"/>
                  </a:cubicBezTo>
                  <a:cubicBezTo>
                    <a:pt x="4166" y="404"/>
                    <a:pt x="4168" y="0"/>
                    <a:pt x="39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89"/>
            <p:cNvSpPr/>
            <p:nvPr/>
          </p:nvSpPr>
          <p:spPr>
            <a:xfrm>
              <a:off x="8025388" y="3568581"/>
              <a:ext cx="54370" cy="10743"/>
            </a:xfrm>
            <a:custGeom>
              <a:rect b="b" l="l" r="r" t="t"/>
              <a:pathLst>
                <a:path extrusionOk="0" h="410" w="2075">
                  <a:moveTo>
                    <a:pt x="1805" y="1"/>
                  </a:moveTo>
                  <a:cubicBezTo>
                    <a:pt x="1801" y="1"/>
                    <a:pt x="1796" y="1"/>
                    <a:pt x="1791" y="1"/>
                  </a:cubicBezTo>
                  <a:lnTo>
                    <a:pt x="260" y="1"/>
                  </a:lnTo>
                  <a:cubicBezTo>
                    <a:pt x="1" y="15"/>
                    <a:pt x="1" y="395"/>
                    <a:pt x="260" y="409"/>
                  </a:cubicBezTo>
                  <a:lnTo>
                    <a:pt x="1791" y="409"/>
                  </a:lnTo>
                  <a:cubicBezTo>
                    <a:pt x="1796" y="409"/>
                    <a:pt x="1801" y="409"/>
                    <a:pt x="1805" y="409"/>
                  </a:cubicBezTo>
                  <a:cubicBezTo>
                    <a:pt x="2075" y="409"/>
                    <a:pt x="2075" y="1"/>
                    <a:pt x="18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3" name="Google Shape;19893;p89"/>
            <p:cNvSpPr/>
            <p:nvPr/>
          </p:nvSpPr>
          <p:spPr>
            <a:xfrm>
              <a:off x="8208151" y="3490733"/>
              <a:ext cx="79656" cy="10612"/>
            </a:xfrm>
            <a:custGeom>
              <a:rect b="b" l="l" r="r" t="t"/>
              <a:pathLst>
                <a:path extrusionOk="0" h="405" w="3040">
                  <a:moveTo>
                    <a:pt x="270" y="0"/>
                  </a:moveTo>
                  <a:cubicBezTo>
                    <a:pt x="2" y="0"/>
                    <a:pt x="0" y="404"/>
                    <a:pt x="266" y="404"/>
                  </a:cubicBezTo>
                  <a:cubicBezTo>
                    <a:pt x="271" y="404"/>
                    <a:pt x="278" y="404"/>
                    <a:pt x="284" y="404"/>
                  </a:cubicBezTo>
                  <a:lnTo>
                    <a:pt x="2780" y="404"/>
                  </a:lnTo>
                  <a:cubicBezTo>
                    <a:pt x="3039" y="389"/>
                    <a:pt x="3039" y="15"/>
                    <a:pt x="2780" y="1"/>
                  </a:cubicBezTo>
                  <a:lnTo>
                    <a:pt x="284" y="1"/>
                  </a:lnTo>
                  <a:cubicBezTo>
                    <a:pt x="279" y="0"/>
                    <a:pt x="274"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4" name="Google Shape;19894;p89"/>
            <p:cNvSpPr/>
            <p:nvPr/>
          </p:nvSpPr>
          <p:spPr>
            <a:xfrm>
              <a:off x="8178463" y="3511983"/>
              <a:ext cx="107954" cy="10743"/>
            </a:xfrm>
            <a:custGeom>
              <a:rect b="b" l="l" r="r" t="t"/>
              <a:pathLst>
                <a:path extrusionOk="0" h="410" w="4120">
                  <a:moveTo>
                    <a:pt x="270" y="0"/>
                  </a:moveTo>
                  <a:cubicBezTo>
                    <a:pt x="0" y="0"/>
                    <a:pt x="0" y="409"/>
                    <a:pt x="270" y="409"/>
                  </a:cubicBezTo>
                  <a:cubicBezTo>
                    <a:pt x="275" y="409"/>
                    <a:pt x="279" y="409"/>
                    <a:pt x="284" y="409"/>
                  </a:cubicBezTo>
                  <a:lnTo>
                    <a:pt x="3913" y="409"/>
                  </a:lnTo>
                  <a:cubicBezTo>
                    <a:pt x="4028" y="409"/>
                    <a:pt x="4119" y="318"/>
                    <a:pt x="4119" y="202"/>
                  </a:cubicBezTo>
                  <a:cubicBezTo>
                    <a:pt x="4119" y="92"/>
                    <a:pt x="4028" y="1"/>
                    <a:pt x="3913" y="1"/>
                  </a:cubicBezTo>
                  <a:lnTo>
                    <a:pt x="284" y="1"/>
                  </a:lnTo>
                  <a:cubicBezTo>
                    <a:pt x="279" y="1"/>
                    <a:pt x="275"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5" name="Google Shape;19895;p89"/>
            <p:cNvSpPr/>
            <p:nvPr/>
          </p:nvSpPr>
          <p:spPr>
            <a:xfrm>
              <a:off x="8179223" y="3533260"/>
              <a:ext cx="53741" cy="10717"/>
            </a:xfrm>
            <a:custGeom>
              <a:rect b="b" l="l" r="r" t="t"/>
              <a:pathLst>
                <a:path extrusionOk="0" h="409" w="2051">
                  <a:moveTo>
                    <a:pt x="255" y="0"/>
                  </a:moveTo>
                  <a:cubicBezTo>
                    <a:pt x="0" y="14"/>
                    <a:pt x="0" y="394"/>
                    <a:pt x="255" y="408"/>
                  </a:cubicBezTo>
                  <a:lnTo>
                    <a:pt x="1796" y="408"/>
                  </a:lnTo>
                  <a:cubicBezTo>
                    <a:pt x="2050" y="394"/>
                    <a:pt x="2050" y="14"/>
                    <a:pt x="17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89"/>
            <p:cNvSpPr/>
            <p:nvPr/>
          </p:nvSpPr>
          <p:spPr>
            <a:xfrm>
              <a:off x="8182865" y="3419803"/>
              <a:ext cx="105806" cy="46169"/>
            </a:xfrm>
            <a:custGeom>
              <a:rect b="b" l="l" r="r" t="t"/>
              <a:pathLst>
                <a:path extrusionOk="0" h="1762" w="4038">
                  <a:moveTo>
                    <a:pt x="3630" y="408"/>
                  </a:moveTo>
                  <a:lnTo>
                    <a:pt x="3630" y="1354"/>
                  </a:lnTo>
                  <a:lnTo>
                    <a:pt x="404" y="1354"/>
                  </a:lnTo>
                  <a:lnTo>
                    <a:pt x="404" y="408"/>
                  </a:lnTo>
                  <a:close/>
                  <a:moveTo>
                    <a:pt x="202" y="0"/>
                  </a:moveTo>
                  <a:cubicBezTo>
                    <a:pt x="92" y="0"/>
                    <a:pt x="1" y="91"/>
                    <a:pt x="1" y="202"/>
                  </a:cubicBezTo>
                  <a:lnTo>
                    <a:pt x="1" y="1555"/>
                  </a:lnTo>
                  <a:cubicBezTo>
                    <a:pt x="1" y="1671"/>
                    <a:pt x="92" y="1762"/>
                    <a:pt x="202" y="1762"/>
                  </a:cubicBezTo>
                  <a:lnTo>
                    <a:pt x="3831" y="1762"/>
                  </a:lnTo>
                  <a:cubicBezTo>
                    <a:pt x="3947" y="1762"/>
                    <a:pt x="4038" y="1671"/>
                    <a:pt x="4038" y="1555"/>
                  </a:cubicBezTo>
                  <a:lnTo>
                    <a:pt x="4038" y="202"/>
                  </a:lnTo>
                  <a:cubicBezTo>
                    <a:pt x="4038" y="91"/>
                    <a:pt x="3947" y="0"/>
                    <a:pt x="38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7" name="Google Shape;19897;p89"/>
          <p:cNvGrpSpPr/>
          <p:nvPr/>
        </p:nvGrpSpPr>
        <p:grpSpPr>
          <a:xfrm>
            <a:off x="4891988" y="2428300"/>
            <a:ext cx="285424" cy="363507"/>
            <a:chOff x="4891988" y="2428300"/>
            <a:chExt cx="285424" cy="363507"/>
          </a:xfrm>
        </p:grpSpPr>
        <p:sp>
          <p:nvSpPr>
            <p:cNvPr id="19898" name="Google Shape;19898;p89"/>
            <p:cNvSpPr/>
            <p:nvPr/>
          </p:nvSpPr>
          <p:spPr>
            <a:xfrm>
              <a:off x="4897412" y="2594188"/>
              <a:ext cx="79001" cy="192222"/>
            </a:xfrm>
            <a:custGeom>
              <a:rect b="b" l="l" r="r" t="t"/>
              <a:pathLst>
                <a:path extrusionOk="0" h="7336" w="3015">
                  <a:moveTo>
                    <a:pt x="1507" y="1"/>
                  </a:moveTo>
                  <a:cubicBezTo>
                    <a:pt x="672" y="1"/>
                    <a:pt x="0" y="178"/>
                    <a:pt x="0" y="3975"/>
                  </a:cubicBezTo>
                  <a:cubicBezTo>
                    <a:pt x="0" y="5833"/>
                    <a:pt x="461" y="7335"/>
                    <a:pt x="1507" y="7335"/>
                  </a:cubicBezTo>
                  <a:cubicBezTo>
                    <a:pt x="2602" y="7335"/>
                    <a:pt x="3015" y="5828"/>
                    <a:pt x="3015" y="3975"/>
                  </a:cubicBezTo>
                  <a:cubicBezTo>
                    <a:pt x="3015" y="178"/>
                    <a:pt x="2338" y="1"/>
                    <a:pt x="1507"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89"/>
            <p:cNvSpPr/>
            <p:nvPr/>
          </p:nvSpPr>
          <p:spPr>
            <a:xfrm>
              <a:off x="4936900" y="2594188"/>
              <a:ext cx="39513" cy="192222"/>
            </a:xfrm>
            <a:custGeom>
              <a:rect b="b" l="l" r="r" t="t"/>
              <a:pathLst>
                <a:path extrusionOk="0" h="7336" w="1508">
                  <a:moveTo>
                    <a:pt x="0" y="1"/>
                  </a:moveTo>
                  <a:lnTo>
                    <a:pt x="0" y="7335"/>
                  </a:lnTo>
                  <a:cubicBezTo>
                    <a:pt x="1095" y="7335"/>
                    <a:pt x="1508" y="5833"/>
                    <a:pt x="1508" y="3975"/>
                  </a:cubicBezTo>
                  <a:cubicBezTo>
                    <a:pt x="1508" y="178"/>
                    <a:pt x="831" y="1"/>
                    <a:pt x="0"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89"/>
            <p:cNvSpPr/>
            <p:nvPr/>
          </p:nvSpPr>
          <p:spPr>
            <a:xfrm>
              <a:off x="4904959" y="2433698"/>
              <a:ext cx="192719" cy="212476"/>
            </a:xfrm>
            <a:custGeom>
              <a:rect b="b" l="l" r="r" t="t"/>
              <a:pathLst>
                <a:path extrusionOk="0" h="8109" w="7355">
                  <a:moveTo>
                    <a:pt x="0" y="0"/>
                  </a:moveTo>
                  <a:cubicBezTo>
                    <a:pt x="1095" y="1450"/>
                    <a:pt x="4368" y="5780"/>
                    <a:pt x="4733" y="6279"/>
                  </a:cubicBezTo>
                  <a:cubicBezTo>
                    <a:pt x="5175" y="6879"/>
                    <a:pt x="7354" y="8108"/>
                    <a:pt x="7354" y="8108"/>
                  </a:cubicBezTo>
                  <a:cubicBezTo>
                    <a:pt x="7354" y="8108"/>
                    <a:pt x="6481" y="3764"/>
                    <a:pt x="6222" y="3764"/>
                  </a:cubicBezTo>
                  <a:cubicBezTo>
                    <a:pt x="6221" y="3764"/>
                    <a:pt x="6221" y="3764"/>
                    <a:pt x="6221" y="3764"/>
                  </a:cubicBezTo>
                  <a:cubicBezTo>
                    <a:pt x="6217" y="3764"/>
                    <a:pt x="6213" y="3764"/>
                    <a:pt x="6208" y="3764"/>
                  </a:cubicBezTo>
                  <a:cubicBezTo>
                    <a:pt x="5944" y="3764"/>
                    <a:pt x="5394" y="3614"/>
                    <a:pt x="5031" y="2669"/>
                  </a:cubicBezTo>
                  <a:cubicBezTo>
                    <a:pt x="4853" y="2218"/>
                    <a:pt x="4258" y="1076"/>
                    <a:pt x="368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89"/>
            <p:cNvSpPr/>
            <p:nvPr/>
          </p:nvSpPr>
          <p:spPr>
            <a:xfrm>
              <a:off x="4959407" y="2433698"/>
              <a:ext cx="115239" cy="113614"/>
            </a:xfrm>
            <a:custGeom>
              <a:rect b="b" l="l" r="r" t="t"/>
              <a:pathLst>
                <a:path extrusionOk="0" h="4336" w="4398">
                  <a:moveTo>
                    <a:pt x="1" y="0"/>
                  </a:moveTo>
                  <a:cubicBezTo>
                    <a:pt x="1421" y="2674"/>
                    <a:pt x="1628" y="2420"/>
                    <a:pt x="2838" y="3807"/>
                  </a:cubicBezTo>
                  <a:cubicBezTo>
                    <a:pt x="3102" y="4109"/>
                    <a:pt x="3721" y="4258"/>
                    <a:pt x="4398" y="4335"/>
                  </a:cubicBezTo>
                  <a:cubicBezTo>
                    <a:pt x="4292" y="3989"/>
                    <a:pt x="4201" y="3764"/>
                    <a:pt x="4143" y="3764"/>
                  </a:cubicBezTo>
                  <a:cubicBezTo>
                    <a:pt x="4139" y="3764"/>
                    <a:pt x="4135" y="3764"/>
                    <a:pt x="4130" y="3764"/>
                  </a:cubicBezTo>
                  <a:cubicBezTo>
                    <a:pt x="3866" y="3764"/>
                    <a:pt x="3316" y="3614"/>
                    <a:pt x="2953" y="2669"/>
                  </a:cubicBezTo>
                  <a:cubicBezTo>
                    <a:pt x="2780" y="2213"/>
                    <a:pt x="2185" y="1076"/>
                    <a:pt x="160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89"/>
            <p:cNvSpPr/>
            <p:nvPr/>
          </p:nvSpPr>
          <p:spPr>
            <a:xfrm>
              <a:off x="4900661" y="2433698"/>
              <a:ext cx="82040" cy="292341"/>
            </a:xfrm>
            <a:custGeom>
              <a:rect b="b" l="l" r="r" t="t"/>
              <a:pathLst>
                <a:path extrusionOk="0" h="11157" w="3131">
                  <a:moveTo>
                    <a:pt x="97" y="0"/>
                  </a:moveTo>
                  <a:cubicBezTo>
                    <a:pt x="202" y="1325"/>
                    <a:pt x="639" y="3130"/>
                    <a:pt x="78" y="6236"/>
                  </a:cubicBezTo>
                  <a:cubicBezTo>
                    <a:pt x="1" y="6673"/>
                    <a:pt x="10" y="7676"/>
                    <a:pt x="10" y="8406"/>
                  </a:cubicBezTo>
                  <a:cubicBezTo>
                    <a:pt x="10" y="9923"/>
                    <a:pt x="10" y="11156"/>
                    <a:pt x="1244" y="11156"/>
                  </a:cubicBezTo>
                  <a:cubicBezTo>
                    <a:pt x="2478" y="11156"/>
                    <a:pt x="2478" y="9923"/>
                    <a:pt x="2478" y="8406"/>
                  </a:cubicBezTo>
                  <a:cubicBezTo>
                    <a:pt x="2478" y="7239"/>
                    <a:pt x="2161" y="5574"/>
                    <a:pt x="2300" y="4762"/>
                  </a:cubicBezTo>
                  <a:cubicBezTo>
                    <a:pt x="2315" y="4661"/>
                    <a:pt x="2876" y="1633"/>
                    <a:pt x="313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89"/>
            <p:cNvSpPr/>
            <p:nvPr/>
          </p:nvSpPr>
          <p:spPr>
            <a:xfrm>
              <a:off x="4918165" y="2433698"/>
              <a:ext cx="64537" cy="292341"/>
            </a:xfrm>
            <a:custGeom>
              <a:rect b="b" l="l" r="r" t="t"/>
              <a:pathLst>
                <a:path extrusionOk="0" h="11157" w="2463">
                  <a:moveTo>
                    <a:pt x="1056" y="0"/>
                  </a:moveTo>
                  <a:cubicBezTo>
                    <a:pt x="807" y="1637"/>
                    <a:pt x="975" y="4661"/>
                    <a:pt x="955" y="4762"/>
                  </a:cubicBezTo>
                  <a:cubicBezTo>
                    <a:pt x="821" y="5574"/>
                    <a:pt x="1349" y="7743"/>
                    <a:pt x="1349" y="8910"/>
                  </a:cubicBezTo>
                  <a:cubicBezTo>
                    <a:pt x="1349" y="10071"/>
                    <a:pt x="802" y="10763"/>
                    <a:pt x="0" y="11031"/>
                  </a:cubicBezTo>
                  <a:cubicBezTo>
                    <a:pt x="169" y="11113"/>
                    <a:pt x="359" y="11157"/>
                    <a:pt x="546" y="11157"/>
                  </a:cubicBezTo>
                  <a:cubicBezTo>
                    <a:pt x="556" y="11157"/>
                    <a:pt x="566" y="11156"/>
                    <a:pt x="576" y="11156"/>
                  </a:cubicBezTo>
                  <a:cubicBezTo>
                    <a:pt x="1810" y="11156"/>
                    <a:pt x="1810" y="9923"/>
                    <a:pt x="1810" y="8406"/>
                  </a:cubicBezTo>
                  <a:cubicBezTo>
                    <a:pt x="1810" y="7239"/>
                    <a:pt x="1493" y="5574"/>
                    <a:pt x="1632" y="4762"/>
                  </a:cubicBezTo>
                  <a:cubicBezTo>
                    <a:pt x="1647" y="4661"/>
                    <a:pt x="2208" y="1633"/>
                    <a:pt x="24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89"/>
            <p:cNvSpPr/>
            <p:nvPr/>
          </p:nvSpPr>
          <p:spPr>
            <a:xfrm>
              <a:off x="5063300" y="2529154"/>
              <a:ext cx="109317" cy="157005"/>
            </a:xfrm>
            <a:custGeom>
              <a:rect b="b" l="l" r="r" t="t"/>
              <a:pathLst>
                <a:path extrusionOk="0" h="5992" w="4172">
                  <a:moveTo>
                    <a:pt x="1348" y="1"/>
                  </a:moveTo>
                  <a:cubicBezTo>
                    <a:pt x="1345" y="1"/>
                    <a:pt x="1343" y="1"/>
                    <a:pt x="1340" y="1"/>
                  </a:cubicBezTo>
                  <a:lnTo>
                    <a:pt x="202" y="10"/>
                  </a:lnTo>
                  <a:cubicBezTo>
                    <a:pt x="125" y="15"/>
                    <a:pt x="58" y="78"/>
                    <a:pt x="58" y="159"/>
                  </a:cubicBezTo>
                  <a:cubicBezTo>
                    <a:pt x="1" y="1964"/>
                    <a:pt x="428" y="3548"/>
                    <a:pt x="557" y="3980"/>
                  </a:cubicBezTo>
                  <a:cubicBezTo>
                    <a:pt x="581" y="4057"/>
                    <a:pt x="629" y="4119"/>
                    <a:pt x="692" y="4167"/>
                  </a:cubicBezTo>
                  <a:lnTo>
                    <a:pt x="3025" y="5862"/>
                  </a:lnTo>
                  <a:cubicBezTo>
                    <a:pt x="3141" y="5948"/>
                    <a:pt x="3279" y="5991"/>
                    <a:pt x="3417" y="5991"/>
                  </a:cubicBezTo>
                  <a:cubicBezTo>
                    <a:pt x="3541" y="5991"/>
                    <a:pt x="3665" y="5956"/>
                    <a:pt x="3774" y="5886"/>
                  </a:cubicBezTo>
                  <a:cubicBezTo>
                    <a:pt x="4100" y="5675"/>
                    <a:pt x="4172" y="5228"/>
                    <a:pt x="3932" y="4921"/>
                  </a:cubicBezTo>
                  <a:cubicBezTo>
                    <a:pt x="3510" y="4398"/>
                    <a:pt x="2775" y="3630"/>
                    <a:pt x="2199" y="2751"/>
                  </a:cubicBezTo>
                  <a:cubicBezTo>
                    <a:pt x="1661" y="1931"/>
                    <a:pt x="1599" y="913"/>
                    <a:pt x="1657" y="356"/>
                  </a:cubicBezTo>
                  <a:cubicBezTo>
                    <a:pt x="1680" y="167"/>
                    <a:pt x="1536" y="1"/>
                    <a:pt x="1348"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89"/>
            <p:cNvSpPr/>
            <p:nvPr/>
          </p:nvSpPr>
          <p:spPr>
            <a:xfrm>
              <a:off x="5064558" y="2529154"/>
              <a:ext cx="106566" cy="146446"/>
            </a:xfrm>
            <a:custGeom>
              <a:rect b="b" l="l" r="r" t="t"/>
              <a:pathLst>
                <a:path extrusionOk="0" h="5589" w="4067">
                  <a:moveTo>
                    <a:pt x="1300" y="1"/>
                  </a:moveTo>
                  <a:cubicBezTo>
                    <a:pt x="1297" y="1"/>
                    <a:pt x="1295" y="1"/>
                    <a:pt x="1292" y="1"/>
                  </a:cubicBezTo>
                  <a:lnTo>
                    <a:pt x="154" y="10"/>
                  </a:lnTo>
                  <a:cubicBezTo>
                    <a:pt x="77" y="10"/>
                    <a:pt x="10" y="78"/>
                    <a:pt x="5" y="154"/>
                  </a:cubicBezTo>
                  <a:cubicBezTo>
                    <a:pt x="1" y="318"/>
                    <a:pt x="1" y="481"/>
                    <a:pt x="5" y="639"/>
                  </a:cubicBezTo>
                  <a:cubicBezTo>
                    <a:pt x="5" y="639"/>
                    <a:pt x="161" y="596"/>
                    <a:pt x="354" y="596"/>
                  </a:cubicBezTo>
                  <a:cubicBezTo>
                    <a:pt x="640" y="596"/>
                    <a:pt x="1008" y="691"/>
                    <a:pt x="1071" y="1158"/>
                  </a:cubicBezTo>
                  <a:cubicBezTo>
                    <a:pt x="1181" y="1926"/>
                    <a:pt x="1493" y="3903"/>
                    <a:pt x="3975" y="5588"/>
                  </a:cubicBezTo>
                  <a:cubicBezTo>
                    <a:pt x="4066" y="5367"/>
                    <a:pt x="4033" y="5108"/>
                    <a:pt x="3879" y="4921"/>
                  </a:cubicBezTo>
                  <a:cubicBezTo>
                    <a:pt x="3462" y="4398"/>
                    <a:pt x="2727" y="3630"/>
                    <a:pt x="2151" y="2751"/>
                  </a:cubicBezTo>
                  <a:cubicBezTo>
                    <a:pt x="1613" y="1931"/>
                    <a:pt x="1551" y="913"/>
                    <a:pt x="1609" y="356"/>
                  </a:cubicBezTo>
                  <a:cubicBezTo>
                    <a:pt x="1632" y="167"/>
                    <a:pt x="1488" y="1"/>
                    <a:pt x="1300"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89"/>
            <p:cNvSpPr/>
            <p:nvPr/>
          </p:nvSpPr>
          <p:spPr>
            <a:xfrm>
              <a:off x="4891988" y="2428300"/>
              <a:ext cx="96504" cy="363507"/>
            </a:xfrm>
            <a:custGeom>
              <a:rect b="b" l="l" r="r" t="t"/>
              <a:pathLst>
                <a:path extrusionOk="0" h="13873" w="3683">
                  <a:moveTo>
                    <a:pt x="3222" y="408"/>
                  </a:moveTo>
                  <a:cubicBezTo>
                    <a:pt x="3001" y="1819"/>
                    <a:pt x="2602" y="3975"/>
                    <a:pt x="2468" y="4709"/>
                  </a:cubicBezTo>
                  <a:cubicBezTo>
                    <a:pt x="2444" y="4843"/>
                    <a:pt x="2430" y="4920"/>
                    <a:pt x="2430" y="4935"/>
                  </a:cubicBezTo>
                  <a:cubicBezTo>
                    <a:pt x="2377" y="5256"/>
                    <a:pt x="2386" y="5688"/>
                    <a:pt x="2420" y="6168"/>
                  </a:cubicBezTo>
                  <a:cubicBezTo>
                    <a:pt x="2154" y="6218"/>
                    <a:pt x="1882" y="6237"/>
                    <a:pt x="1627" y="6237"/>
                  </a:cubicBezTo>
                  <a:cubicBezTo>
                    <a:pt x="1246" y="6237"/>
                    <a:pt x="901" y="6196"/>
                    <a:pt x="663" y="6159"/>
                  </a:cubicBezTo>
                  <a:cubicBezTo>
                    <a:pt x="1052" y="3797"/>
                    <a:pt x="860" y="2194"/>
                    <a:pt x="721" y="1008"/>
                  </a:cubicBezTo>
                  <a:cubicBezTo>
                    <a:pt x="697" y="797"/>
                    <a:pt x="673" y="600"/>
                    <a:pt x="653" y="408"/>
                  </a:cubicBezTo>
                  <a:close/>
                  <a:moveTo>
                    <a:pt x="596" y="6572"/>
                  </a:moveTo>
                  <a:cubicBezTo>
                    <a:pt x="932" y="6629"/>
                    <a:pt x="1273" y="6658"/>
                    <a:pt x="1614" y="6658"/>
                  </a:cubicBezTo>
                  <a:cubicBezTo>
                    <a:pt x="1897" y="6658"/>
                    <a:pt x="2180" y="6634"/>
                    <a:pt x="2454" y="6586"/>
                  </a:cubicBezTo>
                  <a:cubicBezTo>
                    <a:pt x="2458" y="6639"/>
                    <a:pt x="2463" y="6692"/>
                    <a:pt x="2473" y="6744"/>
                  </a:cubicBezTo>
                  <a:lnTo>
                    <a:pt x="2473" y="6749"/>
                  </a:lnTo>
                  <a:lnTo>
                    <a:pt x="2478" y="6821"/>
                  </a:lnTo>
                  <a:cubicBezTo>
                    <a:pt x="2204" y="7239"/>
                    <a:pt x="1887" y="7623"/>
                    <a:pt x="1532" y="7964"/>
                  </a:cubicBezTo>
                  <a:cubicBezTo>
                    <a:pt x="1369" y="7820"/>
                    <a:pt x="1220" y="7661"/>
                    <a:pt x="1085" y="7493"/>
                  </a:cubicBezTo>
                  <a:cubicBezTo>
                    <a:pt x="893" y="7263"/>
                    <a:pt x="725" y="7013"/>
                    <a:pt x="577" y="6754"/>
                  </a:cubicBezTo>
                  <a:cubicBezTo>
                    <a:pt x="581" y="6687"/>
                    <a:pt x="586" y="6624"/>
                    <a:pt x="596" y="6572"/>
                  </a:cubicBezTo>
                  <a:close/>
                  <a:moveTo>
                    <a:pt x="2540" y="7460"/>
                  </a:moveTo>
                  <a:cubicBezTo>
                    <a:pt x="2578" y="7863"/>
                    <a:pt x="2607" y="8266"/>
                    <a:pt x="2607" y="8612"/>
                  </a:cubicBezTo>
                  <a:lnTo>
                    <a:pt x="2607" y="8631"/>
                  </a:lnTo>
                  <a:cubicBezTo>
                    <a:pt x="2338" y="8535"/>
                    <a:pt x="2089" y="8396"/>
                    <a:pt x="1858" y="8232"/>
                  </a:cubicBezTo>
                  <a:cubicBezTo>
                    <a:pt x="1988" y="8108"/>
                    <a:pt x="2113" y="7973"/>
                    <a:pt x="2238" y="7834"/>
                  </a:cubicBezTo>
                  <a:cubicBezTo>
                    <a:pt x="2348" y="7704"/>
                    <a:pt x="2449" y="7575"/>
                    <a:pt x="2540" y="7460"/>
                  </a:cubicBezTo>
                  <a:close/>
                  <a:moveTo>
                    <a:pt x="548" y="7484"/>
                  </a:moveTo>
                  <a:cubicBezTo>
                    <a:pt x="745" y="7757"/>
                    <a:pt x="965" y="8012"/>
                    <a:pt x="1210" y="8242"/>
                  </a:cubicBezTo>
                  <a:cubicBezTo>
                    <a:pt x="1004" y="8405"/>
                    <a:pt x="783" y="8549"/>
                    <a:pt x="548" y="8664"/>
                  </a:cubicBezTo>
                  <a:lnTo>
                    <a:pt x="548" y="8612"/>
                  </a:lnTo>
                  <a:lnTo>
                    <a:pt x="548" y="8343"/>
                  </a:lnTo>
                  <a:lnTo>
                    <a:pt x="548" y="7959"/>
                  </a:lnTo>
                  <a:cubicBezTo>
                    <a:pt x="548" y="7800"/>
                    <a:pt x="548" y="7637"/>
                    <a:pt x="548" y="7484"/>
                  </a:cubicBezTo>
                  <a:close/>
                  <a:moveTo>
                    <a:pt x="1537" y="8511"/>
                  </a:moveTo>
                  <a:cubicBezTo>
                    <a:pt x="1858" y="8760"/>
                    <a:pt x="2218" y="8948"/>
                    <a:pt x="2607" y="9072"/>
                  </a:cubicBezTo>
                  <a:cubicBezTo>
                    <a:pt x="2598" y="9625"/>
                    <a:pt x="2574" y="10129"/>
                    <a:pt x="2463" y="10498"/>
                  </a:cubicBezTo>
                  <a:cubicBezTo>
                    <a:pt x="2319" y="10964"/>
                    <a:pt x="2055" y="11161"/>
                    <a:pt x="1575" y="11161"/>
                  </a:cubicBezTo>
                  <a:cubicBezTo>
                    <a:pt x="1100" y="11161"/>
                    <a:pt x="836" y="10959"/>
                    <a:pt x="692" y="10498"/>
                  </a:cubicBezTo>
                  <a:cubicBezTo>
                    <a:pt x="581" y="10138"/>
                    <a:pt x="553" y="9653"/>
                    <a:pt x="548" y="9120"/>
                  </a:cubicBezTo>
                  <a:cubicBezTo>
                    <a:pt x="903" y="8962"/>
                    <a:pt x="1239" y="8760"/>
                    <a:pt x="1537" y="8511"/>
                  </a:cubicBezTo>
                  <a:close/>
                  <a:moveTo>
                    <a:pt x="2991" y="9466"/>
                  </a:moveTo>
                  <a:cubicBezTo>
                    <a:pt x="3001" y="9730"/>
                    <a:pt x="3006" y="10009"/>
                    <a:pt x="3006" y="10306"/>
                  </a:cubicBezTo>
                  <a:cubicBezTo>
                    <a:pt x="3006" y="11257"/>
                    <a:pt x="2876" y="13469"/>
                    <a:pt x="1700" y="13469"/>
                  </a:cubicBezTo>
                  <a:cubicBezTo>
                    <a:pt x="869" y="13469"/>
                    <a:pt x="500" y="12245"/>
                    <a:pt x="413" y="10930"/>
                  </a:cubicBezTo>
                  <a:lnTo>
                    <a:pt x="413" y="10930"/>
                  </a:lnTo>
                  <a:lnTo>
                    <a:pt x="418" y="10935"/>
                  </a:lnTo>
                  <a:cubicBezTo>
                    <a:pt x="428" y="10959"/>
                    <a:pt x="442" y="10983"/>
                    <a:pt x="457" y="11002"/>
                  </a:cubicBezTo>
                  <a:lnTo>
                    <a:pt x="466" y="11017"/>
                  </a:lnTo>
                  <a:cubicBezTo>
                    <a:pt x="476" y="11036"/>
                    <a:pt x="490" y="11060"/>
                    <a:pt x="505" y="11074"/>
                  </a:cubicBezTo>
                  <a:lnTo>
                    <a:pt x="505" y="11079"/>
                  </a:lnTo>
                  <a:cubicBezTo>
                    <a:pt x="519" y="11098"/>
                    <a:pt x="533" y="11122"/>
                    <a:pt x="553" y="11141"/>
                  </a:cubicBezTo>
                  <a:lnTo>
                    <a:pt x="562" y="11151"/>
                  </a:lnTo>
                  <a:cubicBezTo>
                    <a:pt x="577" y="11170"/>
                    <a:pt x="591" y="11189"/>
                    <a:pt x="610" y="11204"/>
                  </a:cubicBezTo>
                  <a:lnTo>
                    <a:pt x="615" y="11213"/>
                  </a:lnTo>
                  <a:cubicBezTo>
                    <a:pt x="634" y="11233"/>
                    <a:pt x="649" y="11247"/>
                    <a:pt x="668" y="11261"/>
                  </a:cubicBezTo>
                  <a:lnTo>
                    <a:pt x="673" y="11266"/>
                  </a:lnTo>
                  <a:cubicBezTo>
                    <a:pt x="687" y="11285"/>
                    <a:pt x="706" y="11300"/>
                    <a:pt x="725" y="11314"/>
                  </a:cubicBezTo>
                  <a:lnTo>
                    <a:pt x="740" y="11324"/>
                  </a:lnTo>
                  <a:cubicBezTo>
                    <a:pt x="754" y="11338"/>
                    <a:pt x="773" y="11353"/>
                    <a:pt x="797" y="11362"/>
                  </a:cubicBezTo>
                  <a:lnTo>
                    <a:pt x="807" y="11372"/>
                  </a:lnTo>
                  <a:cubicBezTo>
                    <a:pt x="826" y="11381"/>
                    <a:pt x="845" y="11396"/>
                    <a:pt x="865" y="11405"/>
                  </a:cubicBezTo>
                  <a:lnTo>
                    <a:pt x="874" y="11410"/>
                  </a:lnTo>
                  <a:cubicBezTo>
                    <a:pt x="898" y="11420"/>
                    <a:pt x="917" y="11429"/>
                    <a:pt x="941" y="11444"/>
                  </a:cubicBezTo>
                  <a:lnTo>
                    <a:pt x="951" y="11449"/>
                  </a:lnTo>
                  <a:cubicBezTo>
                    <a:pt x="975" y="11458"/>
                    <a:pt x="999" y="11468"/>
                    <a:pt x="1023" y="11477"/>
                  </a:cubicBezTo>
                  <a:lnTo>
                    <a:pt x="1028" y="11477"/>
                  </a:lnTo>
                  <a:cubicBezTo>
                    <a:pt x="1052" y="11487"/>
                    <a:pt x="1071" y="11492"/>
                    <a:pt x="1095" y="11501"/>
                  </a:cubicBezTo>
                  <a:lnTo>
                    <a:pt x="1109" y="11501"/>
                  </a:lnTo>
                  <a:cubicBezTo>
                    <a:pt x="1133" y="11511"/>
                    <a:pt x="1157" y="11516"/>
                    <a:pt x="1181" y="11521"/>
                  </a:cubicBezTo>
                  <a:lnTo>
                    <a:pt x="1196" y="11525"/>
                  </a:lnTo>
                  <a:cubicBezTo>
                    <a:pt x="1225" y="11530"/>
                    <a:pt x="1249" y="11535"/>
                    <a:pt x="1277" y="11540"/>
                  </a:cubicBezTo>
                  <a:lnTo>
                    <a:pt x="1282" y="11540"/>
                  </a:lnTo>
                  <a:cubicBezTo>
                    <a:pt x="1306" y="11545"/>
                    <a:pt x="1335" y="11549"/>
                    <a:pt x="1359" y="11554"/>
                  </a:cubicBezTo>
                  <a:lnTo>
                    <a:pt x="1373" y="11554"/>
                  </a:lnTo>
                  <a:cubicBezTo>
                    <a:pt x="1402" y="11554"/>
                    <a:pt x="1431" y="11559"/>
                    <a:pt x="1460" y="11559"/>
                  </a:cubicBezTo>
                  <a:lnTo>
                    <a:pt x="1566" y="11559"/>
                  </a:lnTo>
                  <a:cubicBezTo>
                    <a:pt x="1628" y="11559"/>
                    <a:pt x="1686" y="11554"/>
                    <a:pt x="1743" y="11549"/>
                  </a:cubicBezTo>
                  <a:cubicBezTo>
                    <a:pt x="2300" y="11497"/>
                    <a:pt x="2660" y="11189"/>
                    <a:pt x="2842" y="10609"/>
                  </a:cubicBezTo>
                  <a:cubicBezTo>
                    <a:pt x="2847" y="10580"/>
                    <a:pt x="2857" y="10551"/>
                    <a:pt x="2866" y="10522"/>
                  </a:cubicBezTo>
                  <a:lnTo>
                    <a:pt x="2881" y="10508"/>
                  </a:lnTo>
                  <a:cubicBezTo>
                    <a:pt x="2890" y="10479"/>
                    <a:pt x="2895" y="10450"/>
                    <a:pt x="2905" y="10421"/>
                  </a:cubicBezTo>
                  <a:lnTo>
                    <a:pt x="2905" y="10397"/>
                  </a:lnTo>
                  <a:cubicBezTo>
                    <a:pt x="2914" y="10369"/>
                    <a:pt x="2919" y="10340"/>
                    <a:pt x="2924" y="10311"/>
                  </a:cubicBezTo>
                  <a:lnTo>
                    <a:pt x="2924" y="10297"/>
                  </a:lnTo>
                  <a:cubicBezTo>
                    <a:pt x="2929" y="10268"/>
                    <a:pt x="2934" y="10234"/>
                    <a:pt x="2938" y="10201"/>
                  </a:cubicBezTo>
                  <a:lnTo>
                    <a:pt x="2943" y="10177"/>
                  </a:lnTo>
                  <a:cubicBezTo>
                    <a:pt x="2948" y="10143"/>
                    <a:pt x="2953" y="10109"/>
                    <a:pt x="2958" y="10081"/>
                  </a:cubicBezTo>
                  <a:lnTo>
                    <a:pt x="2958" y="10057"/>
                  </a:lnTo>
                  <a:cubicBezTo>
                    <a:pt x="2962" y="10028"/>
                    <a:pt x="2962" y="9999"/>
                    <a:pt x="2967" y="9970"/>
                  </a:cubicBezTo>
                  <a:lnTo>
                    <a:pt x="2967" y="9946"/>
                  </a:lnTo>
                  <a:cubicBezTo>
                    <a:pt x="2967" y="9913"/>
                    <a:pt x="2972" y="9874"/>
                    <a:pt x="2977" y="9841"/>
                  </a:cubicBezTo>
                  <a:lnTo>
                    <a:pt x="2977" y="9812"/>
                  </a:lnTo>
                  <a:cubicBezTo>
                    <a:pt x="2977" y="9778"/>
                    <a:pt x="2982" y="9745"/>
                    <a:pt x="2982" y="9706"/>
                  </a:cubicBezTo>
                  <a:lnTo>
                    <a:pt x="2982" y="9692"/>
                  </a:lnTo>
                  <a:cubicBezTo>
                    <a:pt x="2982" y="9658"/>
                    <a:pt x="2982" y="9625"/>
                    <a:pt x="2986" y="9591"/>
                  </a:cubicBezTo>
                  <a:lnTo>
                    <a:pt x="2986" y="9562"/>
                  </a:lnTo>
                  <a:cubicBezTo>
                    <a:pt x="2986" y="9528"/>
                    <a:pt x="2986" y="9500"/>
                    <a:pt x="2991" y="9466"/>
                  </a:cubicBezTo>
                  <a:close/>
                  <a:moveTo>
                    <a:pt x="428" y="0"/>
                  </a:moveTo>
                  <a:cubicBezTo>
                    <a:pt x="313" y="0"/>
                    <a:pt x="217" y="101"/>
                    <a:pt x="226" y="221"/>
                  </a:cubicBezTo>
                  <a:cubicBezTo>
                    <a:pt x="245" y="480"/>
                    <a:pt x="279" y="763"/>
                    <a:pt x="317" y="1056"/>
                  </a:cubicBezTo>
                  <a:cubicBezTo>
                    <a:pt x="461" y="2271"/>
                    <a:pt x="658" y="3931"/>
                    <a:pt x="207" y="6408"/>
                  </a:cubicBezTo>
                  <a:cubicBezTo>
                    <a:pt x="149" y="6735"/>
                    <a:pt x="140" y="7340"/>
                    <a:pt x="140" y="7944"/>
                  </a:cubicBezTo>
                  <a:cubicBezTo>
                    <a:pt x="44" y="8544"/>
                    <a:pt x="1" y="9317"/>
                    <a:pt x="1" y="10306"/>
                  </a:cubicBezTo>
                  <a:cubicBezTo>
                    <a:pt x="1" y="11295"/>
                    <a:pt x="130" y="12149"/>
                    <a:pt x="380" y="12759"/>
                  </a:cubicBezTo>
                  <a:cubicBezTo>
                    <a:pt x="749" y="13681"/>
                    <a:pt x="1311" y="13873"/>
                    <a:pt x="1714" y="13873"/>
                  </a:cubicBezTo>
                  <a:cubicBezTo>
                    <a:pt x="2818" y="13873"/>
                    <a:pt x="3423" y="12605"/>
                    <a:pt x="3423" y="10306"/>
                  </a:cubicBezTo>
                  <a:cubicBezTo>
                    <a:pt x="3423" y="8362"/>
                    <a:pt x="3255" y="7229"/>
                    <a:pt x="2871" y="6653"/>
                  </a:cubicBezTo>
                  <a:cubicBezTo>
                    <a:pt x="2814" y="6010"/>
                    <a:pt x="2766" y="5386"/>
                    <a:pt x="2833" y="5002"/>
                  </a:cubicBezTo>
                  <a:cubicBezTo>
                    <a:pt x="2833" y="4987"/>
                    <a:pt x="2847" y="4911"/>
                    <a:pt x="2871" y="4786"/>
                  </a:cubicBezTo>
                  <a:cubicBezTo>
                    <a:pt x="3010" y="4003"/>
                    <a:pt x="3447" y="1632"/>
                    <a:pt x="3663" y="235"/>
                  </a:cubicBezTo>
                  <a:cubicBezTo>
                    <a:pt x="3682" y="110"/>
                    <a:pt x="3586" y="0"/>
                    <a:pt x="34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89"/>
            <p:cNvSpPr/>
            <p:nvPr/>
          </p:nvSpPr>
          <p:spPr>
            <a:xfrm>
              <a:off x="4977435" y="2432309"/>
              <a:ext cx="199977" cy="259169"/>
            </a:xfrm>
            <a:custGeom>
              <a:rect b="b" l="l" r="r" t="t"/>
              <a:pathLst>
                <a:path extrusionOk="0" h="9891" w="7632">
                  <a:moveTo>
                    <a:pt x="2586" y="3634"/>
                  </a:moveTo>
                  <a:cubicBezTo>
                    <a:pt x="2735" y="3788"/>
                    <a:pt x="2922" y="3903"/>
                    <a:pt x="3129" y="3970"/>
                  </a:cubicBezTo>
                  <a:lnTo>
                    <a:pt x="3129" y="3985"/>
                  </a:lnTo>
                  <a:lnTo>
                    <a:pt x="3129" y="4100"/>
                  </a:lnTo>
                  <a:lnTo>
                    <a:pt x="3129" y="4220"/>
                  </a:lnTo>
                  <a:lnTo>
                    <a:pt x="3129" y="4239"/>
                  </a:lnTo>
                  <a:cubicBezTo>
                    <a:pt x="3129" y="4316"/>
                    <a:pt x="3129" y="4393"/>
                    <a:pt x="3129" y="4470"/>
                  </a:cubicBezTo>
                  <a:lnTo>
                    <a:pt x="3129" y="4489"/>
                  </a:lnTo>
                  <a:cubicBezTo>
                    <a:pt x="3134" y="4566"/>
                    <a:pt x="3134" y="4642"/>
                    <a:pt x="3138" y="4719"/>
                  </a:cubicBezTo>
                  <a:lnTo>
                    <a:pt x="3138" y="4734"/>
                  </a:lnTo>
                  <a:cubicBezTo>
                    <a:pt x="3143" y="4810"/>
                    <a:pt x="3148" y="4887"/>
                    <a:pt x="3153" y="4959"/>
                  </a:cubicBezTo>
                  <a:lnTo>
                    <a:pt x="3153" y="4978"/>
                  </a:lnTo>
                  <a:cubicBezTo>
                    <a:pt x="3158" y="5050"/>
                    <a:pt x="3162" y="5127"/>
                    <a:pt x="3167" y="5199"/>
                  </a:cubicBezTo>
                  <a:lnTo>
                    <a:pt x="3167" y="5214"/>
                  </a:lnTo>
                  <a:cubicBezTo>
                    <a:pt x="3172" y="5262"/>
                    <a:pt x="3177" y="5305"/>
                    <a:pt x="3182" y="5353"/>
                  </a:cubicBezTo>
                  <a:cubicBezTo>
                    <a:pt x="2980" y="5641"/>
                    <a:pt x="2634" y="6011"/>
                    <a:pt x="2130" y="6207"/>
                  </a:cubicBezTo>
                  <a:cubicBezTo>
                    <a:pt x="2054" y="6107"/>
                    <a:pt x="1886" y="5881"/>
                    <a:pt x="1612" y="5516"/>
                  </a:cubicBezTo>
                  <a:cubicBezTo>
                    <a:pt x="2020" y="4998"/>
                    <a:pt x="2385" y="4153"/>
                    <a:pt x="2586" y="3634"/>
                  </a:cubicBezTo>
                  <a:close/>
                  <a:moveTo>
                    <a:pt x="3254" y="5929"/>
                  </a:moveTo>
                  <a:cubicBezTo>
                    <a:pt x="3258" y="5982"/>
                    <a:pt x="3268" y="6035"/>
                    <a:pt x="3273" y="6083"/>
                  </a:cubicBezTo>
                  <a:lnTo>
                    <a:pt x="3273" y="6092"/>
                  </a:lnTo>
                  <a:cubicBezTo>
                    <a:pt x="3287" y="6155"/>
                    <a:pt x="3297" y="6222"/>
                    <a:pt x="3306" y="6284"/>
                  </a:cubicBezTo>
                  <a:lnTo>
                    <a:pt x="3306" y="6289"/>
                  </a:lnTo>
                  <a:cubicBezTo>
                    <a:pt x="3316" y="6351"/>
                    <a:pt x="3330" y="6414"/>
                    <a:pt x="3340" y="6476"/>
                  </a:cubicBezTo>
                  <a:lnTo>
                    <a:pt x="3340" y="6481"/>
                  </a:lnTo>
                  <a:cubicBezTo>
                    <a:pt x="3345" y="6510"/>
                    <a:pt x="3350" y="6543"/>
                    <a:pt x="3354" y="6572"/>
                  </a:cubicBezTo>
                  <a:lnTo>
                    <a:pt x="3374" y="6659"/>
                  </a:lnTo>
                  <a:lnTo>
                    <a:pt x="3374" y="6663"/>
                  </a:lnTo>
                  <a:lnTo>
                    <a:pt x="3388" y="6745"/>
                  </a:lnTo>
                  <a:lnTo>
                    <a:pt x="3388" y="6750"/>
                  </a:lnTo>
                  <a:lnTo>
                    <a:pt x="3407" y="6827"/>
                  </a:lnTo>
                  <a:lnTo>
                    <a:pt x="3407" y="6831"/>
                  </a:lnTo>
                  <a:lnTo>
                    <a:pt x="3422" y="6908"/>
                  </a:lnTo>
                  <a:lnTo>
                    <a:pt x="3422" y="6913"/>
                  </a:lnTo>
                  <a:lnTo>
                    <a:pt x="3441" y="6985"/>
                  </a:lnTo>
                  <a:lnTo>
                    <a:pt x="3441" y="6995"/>
                  </a:lnTo>
                  <a:lnTo>
                    <a:pt x="3455" y="7062"/>
                  </a:lnTo>
                  <a:lnTo>
                    <a:pt x="3455" y="7071"/>
                  </a:lnTo>
                  <a:lnTo>
                    <a:pt x="3470" y="7134"/>
                  </a:lnTo>
                  <a:lnTo>
                    <a:pt x="3470" y="7143"/>
                  </a:lnTo>
                  <a:lnTo>
                    <a:pt x="3484" y="7206"/>
                  </a:lnTo>
                  <a:lnTo>
                    <a:pt x="3484" y="7215"/>
                  </a:lnTo>
                  <a:lnTo>
                    <a:pt x="3498" y="7268"/>
                  </a:lnTo>
                  <a:lnTo>
                    <a:pt x="3498" y="7278"/>
                  </a:lnTo>
                  <a:cubicBezTo>
                    <a:pt x="3138" y="7047"/>
                    <a:pt x="2788" y="6793"/>
                    <a:pt x="2452" y="6524"/>
                  </a:cubicBezTo>
                  <a:cubicBezTo>
                    <a:pt x="2754" y="6380"/>
                    <a:pt x="3023" y="6179"/>
                    <a:pt x="3254" y="5929"/>
                  </a:cubicBezTo>
                  <a:close/>
                  <a:moveTo>
                    <a:pt x="4641" y="3898"/>
                  </a:moveTo>
                  <a:cubicBezTo>
                    <a:pt x="4674" y="3898"/>
                    <a:pt x="4703" y="3913"/>
                    <a:pt x="4727" y="3937"/>
                  </a:cubicBezTo>
                  <a:cubicBezTo>
                    <a:pt x="4746" y="3961"/>
                    <a:pt x="4756" y="3994"/>
                    <a:pt x="4756" y="4028"/>
                  </a:cubicBezTo>
                  <a:cubicBezTo>
                    <a:pt x="4679" y="4714"/>
                    <a:pt x="4790" y="5737"/>
                    <a:pt x="5327" y="6558"/>
                  </a:cubicBezTo>
                  <a:cubicBezTo>
                    <a:pt x="5740" y="7191"/>
                    <a:pt x="6239" y="7767"/>
                    <a:pt x="6638" y="8233"/>
                  </a:cubicBezTo>
                  <a:cubicBezTo>
                    <a:pt x="6796" y="8415"/>
                    <a:pt x="6950" y="8593"/>
                    <a:pt x="7070" y="8742"/>
                  </a:cubicBezTo>
                  <a:cubicBezTo>
                    <a:pt x="7142" y="8847"/>
                    <a:pt x="7166" y="8972"/>
                    <a:pt x="7142" y="9097"/>
                  </a:cubicBezTo>
                  <a:cubicBezTo>
                    <a:pt x="7123" y="9227"/>
                    <a:pt x="7046" y="9337"/>
                    <a:pt x="6940" y="9409"/>
                  </a:cubicBezTo>
                  <a:cubicBezTo>
                    <a:pt x="6863" y="9457"/>
                    <a:pt x="6776" y="9481"/>
                    <a:pt x="6691" y="9481"/>
                  </a:cubicBezTo>
                  <a:cubicBezTo>
                    <a:pt x="6595" y="9481"/>
                    <a:pt x="6500" y="9451"/>
                    <a:pt x="6422" y="9390"/>
                  </a:cubicBezTo>
                  <a:lnTo>
                    <a:pt x="4089" y="7695"/>
                  </a:lnTo>
                  <a:cubicBezTo>
                    <a:pt x="4065" y="7681"/>
                    <a:pt x="4050" y="7662"/>
                    <a:pt x="4041" y="7638"/>
                  </a:cubicBezTo>
                  <a:cubicBezTo>
                    <a:pt x="4041" y="7633"/>
                    <a:pt x="4041" y="7628"/>
                    <a:pt x="4036" y="7628"/>
                  </a:cubicBezTo>
                  <a:cubicBezTo>
                    <a:pt x="4031" y="7623"/>
                    <a:pt x="4031" y="7619"/>
                    <a:pt x="4031" y="7614"/>
                  </a:cubicBezTo>
                  <a:cubicBezTo>
                    <a:pt x="3988" y="7475"/>
                    <a:pt x="3916" y="7215"/>
                    <a:pt x="3839" y="6870"/>
                  </a:cubicBezTo>
                  <a:lnTo>
                    <a:pt x="3830" y="6822"/>
                  </a:lnTo>
                  <a:lnTo>
                    <a:pt x="3815" y="6774"/>
                  </a:lnTo>
                  <a:lnTo>
                    <a:pt x="3815" y="6769"/>
                  </a:lnTo>
                  <a:lnTo>
                    <a:pt x="3806" y="6721"/>
                  </a:lnTo>
                  <a:lnTo>
                    <a:pt x="3806" y="6716"/>
                  </a:lnTo>
                  <a:lnTo>
                    <a:pt x="3796" y="6668"/>
                  </a:lnTo>
                  <a:lnTo>
                    <a:pt x="3796" y="6663"/>
                  </a:lnTo>
                  <a:lnTo>
                    <a:pt x="3786" y="6615"/>
                  </a:lnTo>
                  <a:lnTo>
                    <a:pt x="3786" y="6606"/>
                  </a:lnTo>
                  <a:lnTo>
                    <a:pt x="3777" y="6558"/>
                  </a:lnTo>
                  <a:lnTo>
                    <a:pt x="3777" y="6553"/>
                  </a:lnTo>
                  <a:lnTo>
                    <a:pt x="3767" y="6505"/>
                  </a:lnTo>
                  <a:lnTo>
                    <a:pt x="3767" y="6495"/>
                  </a:lnTo>
                  <a:lnTo>
                    <a:pt x="3758" y="6447"/>
                  </a:lnTo>
                  <a:lnTo>
                    <a:pt x="3758" y="6438"/>
                  </a:lnTo>
                  <a:lnTo>
                    <a:pt x="3753" y="6385"/>
                  </a:lnTo>
                  <a:lnTo>
                    <a:pt x="3753" y="6380"/>
                  </a:lnTo>
                  <a:lnTo>
                    <a:pt x="3743" y="6327"/>
                  </a:lnTo>
                  <a:lnTo>
                    <a:pt x="3743" y="6318"/>
                  </a:lnTo>
                  <a:lnTo>
                    <a:pt x="3734" y="6270"/>
                  </a:lnTo>
                  <a:lnTo>
                    <a:pt x="3734" y="6255"/>
                  </a:lnTo>
                  <a:lnTo>
                    <a:pt x="3724" y="6207"/>
                  </a:lnTo>
                  <a:lnTo>
                    <a:pt x="3724" y="6193"/>
                  </a:lnTo>
                  <a:lnTo>
                    <a:pt x="3714" y="6145"/>
                  </a:lnTo>
                  <a:lnTo>
                    <a:pt x="3714" y="6131"/>
                  </a:lnTo>
                  <a:lnTo>
                    <a:pt x="3710" y="6083"/>
                  </a:lnTo>
                  <a:lnTo>
                    <a:pt x="3710" y="6068"/>
                  </a:lnTo>
                  <a:lnTo>
                    <a:pt x="3700" y="6015"/>
                  </a:lnTo>
                  <a:lnTo>
                    <a:pt x="3700" y="6001"/>
                  </a:lnTo>
                  <a:lnTo>
                    <a:pt x="3690" y="5953"/>
                  </a:lnTo>
                  <a:lnTo>
                    <a:pt x="3690" y="5939"/>
                  </a:lnTo>
                  <a:lnTo>
                    <a:pt x="3686" y="5886"/>
                  </a:lnTo>
                  <a:lnTo>
                    <a:pt x="3686" y="5871"/>
                  </a:lnTo>
                  <a:lnTo>
                    <a:pt x="3676" y="5819"/>
                  </a:lnTo>
                  <a:lnTo>
                    <a:pt x="3676" y="5804"/>
                  </a:lnTo>
                  <a:lnTo>
                    <a:pt x="3671" y="5751"/>
                  </a:lnTo>
                  <a:lnTo>
                    <a:pt x="3671" y="5737"/>
                  </a:lnTo>
                  <a:lnTo>
                    <a:pt x="3666" y="5684"/>
                  </a:lnTo>
                  <a:lnTo>
                    <a:pt x="3666" y="5665"/>
                  </a:lnTo>
                  <a:lnTo>
                    <a:pt x="3657" y="5612"/>
                  </a:lnTo>
                  <a:lnTo>
                    <a:pt x="3657" y="5598"/>
                  </a:lnTo>
                  <a:lnTo>
                    <a:pt x="3652" y="5545"/>
                  </a:lnTo>
                  <a:lnTo>
                    <a:pt x="3652" y="5526"/>
                  </a:lnTo>
                  <a:lnTo>
                    <a:pt x="3647" y="5473"/>
                  </a:lnTo>
                  <a:lnTo>
                    <a:pt x="3647" y="5454"/>
                  </a:lnTo>
                  <a:lnTo>
                    <a:pt x="3642" y="5401"/>
                  </a:lnTo>
                  <a:lnTo>
                    <a:pt x="3642" y="5382"/>
                  </a:lnTo>
                  <a:lnTo>
                    <a:pt x="3633" y="5329"/>
                  </a:lnTo>
                  <a:lnTo>
                    <a:pt x="3633" y="5310"/>
                  </a:lnTo>
                  <a:lnTo>
                    <a:pt x="3628" y="5257"/>
                  </a:lnTo>
                  <a:lnTo>
                    <a:pt x="3628" y="5233"/>
                  </a:lnTo>
                  <a:cubicBezTo>
                    <a:pt x="3628" y="5219"/>
                    <a:pt x="3628" y="5199"/>
                    <a:pt x="3623" y="5180"/>
                  </a:cubicBezTo>
                  <a:lnTo>
                    <a:pt x="3623" y="5161"/>
                  </a:lnTo>
                  <a:lnTo>
                    <a:pt x="3618" y="5108"/>
                  </a:lnTo>
                  <a:lnTo>
                    <a:pt x="3618" y="5084"/>
                  </a:lnTo>
                  <a:cubicBezTo>
                    <a:pt x="3618" y="5070"/>
                    <a:pt x="3618" y="5050"/>
                    <a:pt x="3618" y="5031"/>
                  </a:cubicBezTo>
                  <a:lnTo>
                    <a:pt x="3618" y="5012"/>
                  </a:lnTo>
                  <a:lnTo>
                    <a:pt x="3561" y="4959"/>
                  </a:lnTo>
                  <a:lnTo>
                    <a:pt x="3561" y="4930"/>
                  </a:lnTo>
                  <a:lnTo>
                    <a:pt x="3556" y="4882"/>
                  </a:lnTo>
                  <a:lnTo>
                    <a:pt x="3556" y="4854"/>
                  </a:lnTo>
                  <a:lnTo>
                    <a:pt x="3556" y="4806"/>
                  </a:lnTo>
                  <a:lnTo>
                    <a:pt x="3556" y="4777"/>
                  </a:lnTo>
                  <a:lnTo>
                    <a:pt x="3556" y="4729"/>
                  </a:lnTo>
                  <a:lnTo>
                    <a:pt x="3556" y="4700"/>
                  </a:lnTo>
                  <a:lnTo>
                    <a:pt x="3556" y="4647"/>
                  </a:lnTo>
                  <a:lnTo>
                    <a:pt x="3556" y="4623"/>
                  </a:lnTo>
                  <a:lnTo>
                    <a:pt x="3556" y="4570"/>
                  </a:lnTo>
                  <a:lnTo>
                    <a:pt x="3556" y="4542"/>
                  </a:lnTo>
                  <a:lnTo>
                    <a:pt x="3556" y="4494"/>
                  </a:lnTo>
                  <a:lnTo>
                    <a:pt x="3556" y="4460"/>
                  </a:lnTo>
                  <a:lnTo>
                    <a:pt x="3556" y="4412"/>
                  </a:lnTo>
                  <a:lnTo>
                    <a:pt x="3556" y="4383"/>
                  </a:lnTo>
                  <a:lnTo>
                    <a:pt x="3556" y="4335"/>
                  </a:lnTo>
                  <a:lnTo>
                    <a:pt x="3556" y="4302"/>
                  </a:lnTo>
                  <a:lnTo>
                    <a:pt x="3556" y="4254"/>
                  </a:lnTo>
                  <a:lnTo>
                    <a:pt x="3556" y="4220"/>
                  </a:lnTo>
                  <a:lnTo>
                    <a:pt x="3556" y="4172"/>
                  </a:lnTo>
                  <a:lnTo>
                    <a:pt x="3556" y="4138"/>
                  </a:lnTo>
                  <a:lnTo>
                    <a:pt x="3556" y="4090"/>
                  </a:lnTo>
                  <a:lnTo>
                    <a:pt x="3556" y="4057"/>
                  </a:lnTo>
                  <a:lnTo>
                    <a:pt x="3556" y="4009"/>
                  </a:lnTo>
                  <a:lnTo>
                    <a:pt x="3556" y="3975"/>
                  </a:lnTo>
                  <a:lnTo>
                    <a:pt x="3556" y="3927"/>
                  </a:lnTo>
                  <a:lnTo>
                    <a:pt x="3556" y="3913"/>
                  </a:lnTo>
                  <a:lnTo>
                    <a:pt x="4641" y="3898"/>
                  </a:lnTo>
                  <a:close/>
                  <a:moveTo>
                    <a:pt x="1004" y="1"/>
                  </a:moveTo>
                  <a:cubicBezTo>
                    <a:pt x="868" y="1"/>
                    <a:pt x="731" y="141"/>
                    <a:pt x="815" y="303"/>
                  </a:cubicBezTo>
                  <a:lnTo>
                    <a:pt x="868" y="404"/>
                  </a:lnTo>
                  <a:cubicBezTo>
                    <a:pt x="1525" y="1623"/>
                    <a:pt x="1938" y="2454"/>
                    <a:pt x="2068" y="2794"/>
                  </a:cubicBezTo>
                  <a:cubicBezTo>
                    <a:pt x="2130" y="2953"/>
                    <a:pt x="2202" y="3102"/>
                    <a:pt x="2284" y="3246"/>
                  </a:cubicBezTo>
                  <a:cubicBezTo>
                    <a:pt x="2217" y="3428"/>
                    <a:pt x="2106" y="3721"/>
                    <a:pt x="1967" y="4033"/>
                  </a:cubicBezTo>
                  <a:cubicBezTo>
                    <a:pt x="1799" y="4431"/>
                    <a:pt x="1588" y="4815"/>
                    <a:pt x="1348" y="5171"/>
                  </a:cubicBezTo>
                  <a:lnTo>
                    <a:pt x="445" y="3970"/>
                  </a:lnTo>
                  <a:cubicBezTo>
                    <a:pt x="401" y="3911"/>
                    <a:pt x="344" y="3887"/>
                    <a:pt x="288" y="3887"/>
                  </a:cubicBezTo>
                  <a:cubicBezTo>
                    <a:pt x="140" y="3887"/>
                    <a:pt x="1" y="4059"/>
                    <a:pt x="119" y="4215"/>
                  </a:cubicBezTo>
                  <a:cubicBezTo>
                    <a:pt x="1127" y="5555"/>
                    <a:pt x="1645" y="6246"/>
                    <a:pt x="1799" y="6452"/>
                  </a:cubicBezTo>
                  <a:cubicBezTo>
                    <a:pt x="2025" y="6759"/>
                    <a:pt x="2668" y="7239"/>
                    <a:pt x="3700" y="7878"/>
                  </a:cubicBezTo>
                  <a:cubicBezTo>
                    <a:pt x="3738" y="7935"/>
                    <a:pt x="3786" y="7988"/>
                    <a:pt x="3844" y="8027"/>
                  </a:cubicBezTo>
                  <a:lnTo>
                    <a:pt x="6177" y="9721"/>
                  </a:lnTo>
                  <a:cubicBezTo>
                    <a:pt x="6329" y="9835"/>
                    <a:pt x="6507" y="9890"/>
                    <a:pt x="6686" y="9890"/>
                  </a:cubicBezTo>
                  <a:cubicBezTo>
                    <a:pt x="6913" y="9890"/>
                    <a:pt x="7140" y="9800"/>
                    <a:pt x="7310" y="9625"/>
                  </a:cubicBezTo>
                  <a:cubicBezTo>
                    <a:pt x="7607" y="9318"/>
                    <a:pt x="7631" y="8828"/>
                    <a:pt x="7363" y="8492"/>
                  </a:cubicBezTo>
                  <a:lnTo>
                    <a:pt x="7367" y="8487"/>
                  </a:lnTo>
                  <a:cubicBezTo>
                    <a:pt x="7243" y="8334"/>
                    <a:pt x="7089" y="8156"/>
                    <a:pt x="6926" y="7964"/>
                  </a:cubicBezTo>
                  <a:cubicBezTo>
                    <a:pt x="6532" y="7513"/>
                    <a:pt x="6047" y="6947"/>
                    <a:pt x="5644" y="6332"/>
                  </a:cubicBezTo>
                  <a:cubicBezTo>
                    <a:pt x="5164" y="5603"/>
                    <a:pt x="5073" y="4657"/>
                    <a:pt x="5140" y="4071"/>
                  </a:cubicBezTo>
                  <a:cubicBezTo>
                    <a:pt x="5174" y="3759"/>
                    <a:pt x="4929" y="3490"/>
                    <a:pt x="4612" y="3490"/>
                  </a:cubicBezTo>
                  <a:lnTo>
                    <a:pt x="3479" y="3505"/>
                  </a:lnTo>
                  <a:cubicBezTo>
                    <a:pt x="3398" y="3505"/>
                    <a:pt x="3321" y="3534"/>
                    <a:pt x="3258" y="3586"/>
                  </a:cubicBezTo>
                  <a:cubicBezTo>
                    <a:pt x="3033" y="3519"/>
                    <a:pt x="2706" y="3303"/>
                    <a:pt x="2452" y="2650"/>
                  </a:cubicBezTo>
                  <a:cubicBezTo>
                    <a:pt x="2313" y="2286"/>
                    <a:pt x="1900" y="1465"/>
                    <a:pt x="1228" y="212"/>
                  </a:cubicBezTo>
                  <a:lnTo>
                    <a:pt x="1175" y="111"/>
                  </a:lnTo>
                  <a:cubicBezTo>
                    <a:pt x="1135" y="33"/>
                    <a:pt x="1069" y="1"/>
                    <a:pt x="10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08" name="Google Shape;19908;p89"/>
          <p:cNvGrpSpPr/>
          <p:nvPr/>
        </p:nvGrpSpPr>
        <p:grpSpPr>
          <a:xfrm>
            <a:off x="6632909" y="2447821"/>
            <a:ext cx="368302" cy="324361"/>
            <a:chOff x="6632909" y="2447821"/>
            <a:chExt cx="368302" cy="324361"/>
          </a:xfrm>
        </p:grpSpPr>
        <p:sp>
          <p:nvSpPr>
            <p:cNvPr id="19909" name="Google Shape;19909;p89"/>
            <p:cNvSpPr/>
            <p:nvPr/>
          </p:nvSpPr>
          <p:spPr>
            <a:xfrm>
              <a:off x="6667994" y="2500986"/>
              <a:ext cx="262523" cy="238495"/>
            </a:xfrm>
            <a:custGeom>
              <a:rect b="b" l="l" r="r" t="t"/>
              <a:pathLst>
                <a:path extrusionOk="0" h="9102" w="10019">
                  <a:moveTo>
                    <a:pt x="1215" y="1"/>
                  </a:moveTo>
                  <a:lnTo>
                    <a:pt x="0" y="797"/>
                  </a:lnTo>
                  <a:lnTo>
                    <a:pt x="1354" y="9102"/>
                  </a:lnTo>
                  <a:lnTo>
                    <a:pt x="10018" y="9102"/>
                  </a:lnTo>
                  <a:lnTo>
                    <a:pt x="1215"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89"/>
            <p:cNvSpPr/>
            <p:nvPr/>
          </p:nvSpPr>
          <p:spPr>
            <a:xfrm>
              <a:off x="6703446" y="2500986"/>
              <a:ext cx="262549" cy="238495"/>
            </a:xfrm>
            <a:custGeom>
              <a:rect b="b" l="l" r="r" t="t"/>
              <a:pathLst>
                <a:path extrusionOk="0" h="9102" w="10020">
                  <a:moveTo>
                    <a:pt x="8805" y="1"/>
                  </a:moveTo>
                  <a:lnTo>
                    <a:pt x="1" y="9102"/>
                  </a:lnTo>
                  <a:lnTo>
                    <a:pt x="8665" y="9102"/>
                  </a:lnTo>
                  <a:lnTo>
                    <a:pt x="10019" y="797"/>
                  </a:lnTo>
                  <a:lnTo>
                    <a:pt x="8805"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89"/>
            <p:cNvSpPr/>
            <p:nvPr/>
          </p:nvSpPr>
          <p:spPr>
            <a:xfrm>
              <a:off x="6703446" y="2622120"/>
              <a:ext cx="227071" cy="117361"/>
            </a:xfrm>
            <a:custGeom>
              <a:rect b="b" l="l" r="r" t="t"/>
              <a:pathLst>
                <a:path extrusionOk="0" h="4479" w="8666">
                  <a:moveTo>
                    <a:pt x="4331" y="0"/>
                  </a:moveTo>
                  <a:lnTo>
                    <a:pt x="1" y="4479"/>
                  </a:lnTo>
                  <a:lnTo>
                    <a:pt x="8665" y="4479"/>
                  </a:lnTo>
                  <a:lnTo>
                    <a:pt x="4331"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2" name="Google Shape;19912;p89"/>
            <p:cNvSpPr/>
            <p:nvPr/>
          </p:nvSpPr>
          <p:spPr>
            <a:xfrm>
              <a:off x="6638935" y="2453219"/>
              <a:ext cx="61157" cy="66659"/>
            </a:xfrm>
            <a:custGeom>
              <a:rect b="b" l="l" r="r" t="t"/>
              <a:pathLst>
                <a:path extrusionOk="0" h="2544" w="2334">
                  <a:moveTo>
                    <a:pt x="915" y="1"/>
                  </a:moveTo>
                  <a:cubicBezTo>
                    <a:pt x="828" y="1"/>
                    <a:pt x="740" y="25"/>
                    <a:pt x="663" y="76"/>
                  </a:cubicBezTo>
                  <a:lnTo>
                    <a:pt x="274" y="331"/>
                  </a:lnTo>
                  <a:cubicBezTo>
                    <a:pt x="58" y="475"/>
                    <a:pt x="0" y="758"/>
                    <a:pt x="140" y="974"/>
                  </a:cubicBezTo>
                  <a:lnTo>
                    <a:pt x="1172" y="2544"/>
                  </a:lnTo>
                  <a:lnTo>
                    <a:pt x="2333" y="1776"/>
                  </a:lnTo>
                  <a:lnTo>
                    <a:pt x="1301" y="211"/>
                  </a:lnTo>
                  <a:cubicBezTo>
                    <a:pt x="1213" y="74"/>
                    <a:pt x="1065" y="1"/>
                    <a:pt x="9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3" name="Google Shape;19913;p89"/>
            <p:cNvSpPr/>
            <p:nvPr/>
          </p:nvSpPr>
          <p:spPr>
            <a:xfrm>
              <a:off x="6653137" y="2453219"/>
              <a:ext cx="46955" cy="56466"/>
            </a:xfrm>
            <a:custGeom>
              <a:rect b="b" l="l" r="r" t="t"/>
              <a:pathLst>
                <a:path extrusionOk="0" h="2155" w="1792">
                  <a:moveTo>
                    <a:pt x="373" y="1"/>
                  </a:moveTo>
                  <a:cubicBezTo>
                    <a:pt x="286" y="1"/>
                    <a:pt x="198" y="25"/>
                    <a:pt x="121" y="76"/>
                  </a:cubicBezTo>
                  <a:lnTo>
                    <a:pt x="25" y="134"/>
                  </a:lnTo>
                  <a:cubicBezTo>
                    <a:pt x="1" y="254"/>
                    <a:pt x="30" y="374"/>
                    <a:pt x="92" y="475"/>
                  </a:cubicBezTo>
                  <a:lnTo>
                    <a:pt x="1211" y="2155"/>
                  </a:lnTo>
                  <a:lnTo>
                    <a:pt x="1791" y="1776"/>
                  </a:lnTo>
                  <a:lnTo>
                    <a:pt x="759" y="211"/>
                  </a:lnTo>
                  <a:cubicBezTo>
                    <a:pt x="671" y="74"/>
                    <a:pt x="523" y="1"/>
                    <a:pt x="373"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4" name="Google Shape;19914;p89"/>
            <p:cNvSpPr/>
            <p:nvPr/>
          </p:nvSpPr>
          <p:spPr>
            <a:xfrm>
              <a:off x="6657670" y="2486024"/>
              <a:ext cx="56388" cy="46012"/>
            </a:xfrm>
            <a:custGeom>
              <a:rect b="b" l="l" r="r" t="t"/>
              <a:pathLst>
                <a:path extrusionOk="0" h="1756" w="2152">
                  <a:moveTo>
                    <a:pt x="1527" y="0"/>
                  </a:moveTo>
                  <a:cubicBezTo>
                    <a:pt x="1510" y="0"/>
                    <a:pt x="1494" y="5"/>
                    <a:pt x="1479" y="15"/>
                  </a:cubicBezTo>
                  <a:lnTo>
                    <a:pt x="39" y="960"/>
                  </a:lnTo>
                  <a:cubicBezTo>
                    <a:pt x="15" y="980"/>
                    <a:pt x="1" y="1013"/>
                    <a:pt x="6" y="1047"/>
                  </a:cubicBezTo>
                  <a:lnTo>
                    <a:pt x="164" y="1695"/>
                  </a:lnTo>
                  <a:cubicBezTo>
                    <a:pt x="174" y="1732"/>
                    <a:pt x="208" y="1755"/>
                    <a:pt x="243" y="1755"/>
                  </a:cubicBezTo>
                  <a:cubicBezTo>
                    <a:pt x="257" y="1755"/>
                    <a:pt x="271" y="1751"/>
                    <a:pt x="284" y="1743"/>
                  </a:cubicBezTo>
                  <a:lnTo>
                    <a:pt x="2103" y="548"/>
                  </a:lnTo>
                  <a:cubicBezTo>
                    <a:pt x="2146" y="519"/>
                    <a:pt x="2151" y="452"/>
                    <a:pt x="2108" y="418"/>
                  </a:cubicBezTo>
                  <a:lnTo>
                    <a:pt x="1570" y="15"/>
                  </a:lnTo>
                  <a:cubicBezTo>
                    <a:pt x="1558" y="5"/>
                    <a:pt x="1543" y="0"/>
                    <a:pt x="152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89"/>
            <p:cNvSpPr/>
            <p:nvPr/>
          </p:nvSpPr>
          <p:spPr>
            <a:xfrm>
              <a:off x="6933897" y="2453297"/>
              <a:ext cx="61130" cy="66581"/>
            </a:xfrm>
            <a:custGeom>
              <a:rect b="b" l="l" r="r" t="t"/>
              <a:pathLst>
                <a:path extrusionOk="0" h="2541" w="2333">
                  <a:moveTo>
                    <a:pt x="1418" y="0"/>
                  </a:moveTo>
                  <a:cubicBezTo>
                    <a:pt x="1268" y="0"/>
                    <a:pt x="1120" y="74"/>
                    <a:pt x="1032" y="208"/>
                  </a:cubicBezTo>
                  <a:lnTo>
                    <a:pt x="0" y="1773"/>
                  </a:lnTo>
                  <a:lnTo>
                    <a:pt x="1162" y="2541"/>
                  </a:lnTo>
                  <a:lnTo>
                    <a:pt x="2194" y="971"/>
                  </a:lnTo>
                  <a:cubicBezTo>
                    <a:pt x="2333" y="755"/>
                    <a:pt x="2275" y="472"/>
                    <a:pt x="2059" y="328"/>
                  </a:cubicBezTo>
                  <a:lnTo>
                    <a:pt x="1671" y="78"/>
                  </a:lnTo>
                  <a:cubicBezTo>
                    <a:pt x="1593" y="25"/>
                    <a:pt x="1505" y="0"/>
                    <a:pt x="141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6" name="Google Shape;19916;p89"/>
            <p:cNvSpPr/>
            <p:nvPr/>
          </p:nvSpPr>
          <p:spPr>
            <a:xfrm>
              <a:off x="6950247" y="2456966"/>
              <a:ext cx="44780" cy="62912"/>
            </a:xfrm>
            <a:custGeom>
              <a:rect b="b" l="l" r="r" t="t"/>
              <a:pathLst>
                <a:path extrusionOk="0" h="2401" w="1709">
                  <a:moveTo>
                    <a:pt x="1152" y="1"/>
                  </a:moveTo>
                  <a:cubicBezTo>
                    <a:pt x="1176" y="121"/>
                    <a:pt x="1152" y="245"/>
                    <a:pt x="1085" y="346"/>
                  </a:cubicBezTo>
                  <a:lnTo>
                    <a:pt x="0" y="2045"/>
                  </a:lnTo>
                  <a:lnTo>
                    <a:pt x="538" y="2401"/>
                  </a:lnTo>
                  <a:lnTo>
                    <a:pt x="1570" y="831"/>
                  </a:lnTo>
                  <a:cubicBezTo>
                    <a:pt x="1709" y="615"/>
                    <a:pt x="1651" y="332"/>
                    <a:pt x="1435" y="188"/>
                  </a:cubicBezTo>
                  <a:lnTo>
                    <a:pt x="115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7" name="Google Shape;19917;p89"/>
            <p:cNvSpPr/>
            <p:nvPr/>
          </p:nvSpPr>
          <p:spPr>
            <a:xfrm>
              <a:off x="6919931" y="2486024"/>
              <a:ext cx="56362" cy="46012"/>
            </a:xfrm>
            <a:custGeom>
              <a:rect b="b" l="l" r="r" t="t"/>
              <a:pathLst>
                <a:path extrusionOk="0" h="1756" w="2151">
                  <a:moveTo>
                    <a:pt x="625" y="0"/>
                  </a:moveTo>
                  <a:cubicBezTo>
                    <a:pt x="609" y="0"/>
                    <a:pt x="593" y="5"/>
                    <a:pt x="581" y="15"/>
                  </a:cubicBezTo>
                  <a:lnTo>
                    <a:pt x="43" y="418"/>
                  </a:lnTo>
                  <a:cubicBezTo>
                    <a:pt x="0" y="452"/>
                    <a:pt x="0" y="519"/>
                    <a:pt x="48" y="548"/>
                  </a:cubicBezTo>
                  <a:lnTo>
                    <a:pt x="1868" y="1743"/>
                  </a:lnTo>
                  <a:cubicBezTo>
                    <a:pt x="1880" y="1751"/>
                    <a:pt x="1894" y="1755"/>
                    <a:pt x="1909" y="1755"/>
                  </a:cubicBezTo>
                  <a:cubicBezTo>
                    <a:pt x="1943" y="1755"/>
                    <a:pt x="1977" y="1732"/>
                    <a:pt x="1988" y="1695"/>
                  </a:cubicBezTo>
                  <a:lnTo>
                    <a:pt x="2146" y="1047"/>
                  </a:lnTo>
                  <a:cubicBezTo>
                    <a:pt x="2151" y="1013"/>
                    <a:pt x="2136" y="980"/>
                    <a:pt x="2112" y="960"/>
                  </a:cubicBezTo>
                  <a:lnTo>
                    <a:pt x="672" y="15"/>
                  </a:lnTo>
                  <a:cubicBezTo>
                    <a:pt x="658" y="5"/>
                    <a:pt x="641" y="0"/>
                    <a:pt x="62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8" name="Google Shape;19918;p89"/>
            <p:cNvSpPr/>
            <p:nvPr/>
          </p:nvSpPr>
          <p:spPr>
            <a:xfrm>
              <a:off x="6703446" y="2711916"/>
              <a:ext cx="227071" cy="54999"/>
            </a:xfrm>
            <a:custGeom>
              <a:rect b="b" l="l" r="r" t="t"/>
              <a:pathLst>
                <a:path extrusionOk="0" h="2099" w="8666">
                  <a:moveTo>
                    <a:pt x="4331" y="1"/>
                  </a:moveTo>
                  <a:cubicBezTo>
                    <a:pt x="1940" y="1"/>
                    <a:pt x="1" y="471"/>
                    <a:pt x="1" y="1052"/>
                  </a:cubicBezTo>
                  <a:cubicBezTo>
                    <a:pt x="1" y="1628"/>
                    <a:pt x="1940" y="2098"/>
                    <a:pt x="4331" y="2098"/>
                  </a:cubicBezTo>
                  <a:cubicBezTo>
                    <a:pt x="6726" y="2098"/>
                    <a:pt x="8665" y="1628"/>
                    <a:pt x="8665" y="1052"/>
                  </a:cubicBezTo>
                  <a:cubicBezTo>
                    <a:pt x="8665" y="471"/>
                    <a:pt x="6726" y="1"/>
                    <a:pt x="43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89"/>
            <p:cNvSpPr/>
            <p:nvPr/>
          </p:nvSpPr>
          <p:spPr>
            <a:xfrm>
              <a:off x="6677558" y="2486155"/>
              <a:ext cx="36500" cy="29818"/>
            </a:xfrm>
            <a:custGeom>
              <a:rect b="b" l="l" r="r" t="t"/>
              <a:pathLst>
                <a:path extrusionOk="0" h="1138" w="1393">
                  <a:moveTo>
                    <a:pt x="768" y="0"/>
                  </a:moveTo>
                  <a:cubicBezTo>
                    <a:pt x="751" y="0"/>
                    <a:pt x="735" y="5"/>
                    <a:pt x="720" y="15"/>
                  </a:cubicBezTo>
                  <a:lnTo>
                    <a:pt x="0" y="485"/>
                  </a:lnTo>
                  <a:lnTo>
                    <a:pt x="437" y="1138"/>
                  </a:lnTo>
                  <a:lnTo>
                    <a:pt x="1344" y="547"/>
                  </a:lnTo>
                  <a:cubicBezTo>
                    <a:pt x="1387" y="514"/>
                    <a:pt x="1392" y="447"/>
                    <a:pt x="1349" y="418"/>
                  </a:cubicBezTo>
                  <a:lnTo>
                    <a:pt x="811" y="15"/>
                  </a:lnTo>
                  <a:cubicBezTo>
                    <a:pt x="799" y="5"/>
                    <a:pt x="784" y="0"/>
                    <a:pt x="76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89"/>
            <p:cNvSpPr/>
            <p:nvPr/>
          </p:nvSpPr>
          <p:spPr>
            <a:xfrm>
              <a:off x="6946212" y="2499466"/>
              <a:ext cx="30080" cy="32648"/>
            </a:xfrm>
            <a:custGeom>
              <a:rect b="b" l="l" r="r" t="t"/>
              <a:pathLst>
                <a:path extrusionOk="0" h="1246" w="1148">
                  <a:moveTo>
                    <a:pt x="423" y="1"/>
                  </a:moveTo>
                  <a:lnTo>
                    <a:pt x="1" y="663"/>
                  </a:lnTo>
                  <a:lnTo>
                    <a:pt x="865" y="1230"/>
                  </a:lnTo>
                  <a:cubicBezTo>
                    <a:pt x="878" y="1240"/>
                    <a:pt x="894" y="1245"/>
                    <a:pt x="909" y="1245"/>
                  </a:cubicBezTo>
                  <a:cubicBezTo>
                    <a:pt x="942" y="1245"/>
                    <a:pt x="975" y="1223"/>
                    <a:pt x="985" y="1187"/>
                  </a:cubicBezTo>
                  <a:lnTo>
                    <a:pt x="1138" y="534"/>
                  </a:lnTo>
                  <a:cubicBezTo>
                    <a:pt x="1148" y="500"/>
                    <a:pt x="1133" y="467"/>
                    <a:pt x="1105" y="452"/>
                  </a:cubicBezTo>
                  <a:lnTo>
                    <a:pt x="423"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89"/>
            <p:cNvSpPr/>
            <p:nvPr/>
          </p:nvSpPr>
          <p:spPr>
            <a:xfrm>
              <a:off x="6632909" y="2447821"/>
              <a:ext cx="97159" cy="91342"/>
            </a:xfrm>
            <a:custGeom>
              <a:rect b="b" l="l" r="r" t="t"/>
              <a:pathLst>
                <a:path extrusionOk="0" h="3486" w="3708">
                  <a:moveTo>
                    <a:pt x="1143" y="407"/>
                  </a:moveTo>
                  <a:cubicBezTo>
                    <a:pt x="1162" y="407"/>
                    <a:pt x="1181" y="412"/>
                    <a:pt x="1200" y="417"/>
                  </a:cubicBezTo>
                  <a:cubicBezTo>
                    <a:pt x="1267" y="426"/>
                    <a:pt x="1325" y="470"/>
                    <a:pt x="1363" y="527"/>
                  </a:cubicBezTo>
                  <a:lnTo>
                    <a:pt x="2007" y="1506"/>
                  </a:lnTo>
                  <a:lnTo>
                    <a:pt x="1498" y="1838"/>
                  </a:lnTo>
                  <a:lnTo>
                    <a:pt x="1181" y="2049"/>
                  </a:lnTo>
                  <a:lnTo>
                    <a:pt x="538" y="1070"/>
                  </a:lnTo>
                  <a:cubicBezTo>
                    <a:pt x="461" y="950"/>
                    <a:pt x="494" y="786"/>
                    <a:pt x="614" y="710"/>
                  </a:cubicBezTo>
                  <a:lnTo>
                    <a:pt x="1003" y="450"/>
                  </a:lnTo>
                  <a:cubicBezTo>
                    <a:pt x="1047" y="426"/>
                    <a:pt x="1095" y="407"/>
                    <a:pt x="1143" y="407"/>
                  </a:cubicBezTo>
                  <a:close/>
                  <a:moveTo>
                    <a:pt x="2467" y="1694"/>
                  </a:moveTo>
                  <a:lnTo>
                    <a:pt x="2789" y="1934"/>
                  </a:lnTo>
                  <a:lnTo>
                    <a:pt x="1267" y="2937"/>
                  </a:lnTo>
                  <a:lnTo>
                    <a:pt x="1171" y="2543"/>
                  </a:lnTo>
                  <a:lnTo>
                    <a:pt x="2467" y="1694"/>
                  </a:lnTo>
                  <a:close/>
                  <a:moveTo>
                    <a:pt x="1146" y="1"/>
                  </a:moveTo>
                  <a:cubicBezTo>
                    <a:pt x="1021" y="1"/>
                    <a:pt x="895" y="36"/>
                    <a:pt x="782" y="109"/>
                  </a:cubicBezTo>
                  <a:lnTo>
                    <a:pt x="394" y="369"/>
                  </a:lnTo>
                  <a:cubicBezTo>
                    <a:pt x="86" y="570"/>
                    <a:pt x="0" y="983"/>
                    <a:pt x="202" y="1290"/>
                  </a:cubicBezTo>
                  <a:lnTo>
                    <a:pt x="845" y="2270"/>
                  </a:lnTo>
                  <a:lnTo>
                    <a:pt x="835" y="2279"/>
                  </a:lnTo>
                  <a:cubicBezTo>
                    <a:pt x="811" y="2294"/>
                    <a:pt x="787" y="2318"/>
                    <a:pt x="773" y="2342"/>
                  </a:cubicBezTo>
                  <a:lnTo>
                    <a:pt x="254" y="3167"/>
                  </a:lnTo>
                  <a:cubicBezTo>
                    <a:pt x="144" y="3328"/>
                    <a:pt x="285" y="3486"/>
                    <a:pt x="430" y="3486"/>
                  </a:cubicBezTo>
                  <a:cubicBezTo>
                    <a:pt x="493" y="3486"/>
                    <a:pt x="556" y="3456"/>
                    <a:pt x="600" y="3383"/>
                  </a:cubicBezTo>
                  <a:lnTo>
                    <a:pt x="854" y="2970"/>
                  </a:lnTo>
                  <a:lnTo>
                    <a:pt x="912" y="3201"/>
                  </a:lnTo>
                  <a:cubicBezTo>
                    <a:pt x="942" y="3332"/>
                    <a:pt x="1061" y="3417"/>
                    <a:pt x="1185" y="3417"/>
                  </a:cubicBezTo>
                  <a:cubicBezTo>
                    <a:pt x="1237" y="3417"/>
                    <a:pt x="1291" y="3402"/>
                    <a:pt x="1339" y="3369"/>
                  </a:cubicBezTo>
                  <a:lnTo>
                    <a:pt x="3159" y="2174"/>
                  </a:lnTo>
                  <a:cubicBezTo>
                    <a:pt x="3235" y="2126"/>
                    <a:pt x="3283" y="2039"/>
                    <a:pt x="3288" y="1953"/>
                  </a:cubicBezTo>
                  <a:cubicBezTo>
                    <a:pt x="3288" y="1857"/>
                    <a:pt x="3245" y="1770"/>
                    <a:pt x="3173" y="1718"/>
                  </a:cubicBezTo>
                  <a:lnTo>
                    <a:pt x="2981" y="1574"/>
                  </a:lnTo>
                  <a:lnTo>
                    <a:pt x="3461" y="1497"/>
                  </a:lnTo>
                  <a:cubicBezTo>
                    <a:pt x="3708" y="1450"/>
                    <a:pt x="3661" y="1092"/>
                    <a:pt x="3426" y="1092"/>
                  </a:cubicBezTo>
                  <a:cubicBezTo>
                    <a:pt x="3419" y="1092"/>
                    <a:pt x="3411" y="1093"/>
                    <a:pt x="3403" y="1094"/>
                  </a:cubicBezTo>
                  <a:lnTo>
                    <a:pt x="2448" y="1247"/>
                  </a:lnTo>
                  <a:cubicBezTo>
                    <a:pt x="2419" y="1247"/>
                    <a:pt x="2391" y="1262"/>
                    <a:pt x="2367" y="1276"/>
                  </a:cubicBezTo>
                  <a:lnTo>
                    <a:pt x="2347" y="1290"/>
                  </a:lnTo>
                  <a:lnTo>
                    <a:pt x="1704" y="302"/>
                  </a:lnTo>
                  <a:cubicBezTo>
                    <a:pt x="1576" y="107"/>
                    <a:pt x="1363" y="1"/>
                    <a:pt x="11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89"/>
            <p:cNvSpPr/>
            <p:nvPr/>
          </p:nvSpPr>
          <p:spPr>
            <a:xfrm>
              <a:off x="6903502" y="2447926"/>
              <a:ext cx="97709" cy="91368"/>
            </a:xfrm>
            <a:custGeom>
              <a:rect b="b" l="l" r="r" t="t"/>
              <a:pathLst>
                <a:path extrusionOk="0" h="3487" w="3729">
                  <a:moveTo>
                    <a:pt x="2576" y="404"/>
                  </a:moveTo>
                  <a:cubicBezTo>
                    <a:pt x="2625" y="404"/>
                    <a:pt x="2676" y="418"/>
                    <a:pt x="2720" y="446"/>
                  </a:cubicBezTo>
                  <a:lnTo>
                    <a:pt x="3109" y="701"/>
                  </a:lnTo>
                  <a:cubicBezTo>
                    <a:pt x="3229" y="782"/>
                    <a:pt x="3263" y="941"/>
                    <a:pt x="3186" y="1066"/>
                  </a:cubicBezTo>
                  <a:lnTo>
                    <a:pt x="2538" y="2045"/>
                  </a:lnTo>
                  <a:lnTo>
                    <a:pt x="2322" y="1901"/>
                  </a:lnTo>
                  <a:lnTo>
                    <a:pt x="2125" y="1771"/>
                  </a:lnTo>
                  <a:lnTo>
                    <a:pt x="1712" y="1502"/>
                  </a:lnTo>
                  <a:lnTo>
                    <a:pt x="2360" y="523"/>
                  </a:lnTo>
                  <a:cubicBezTo>
                    <a:pt x="2409" y="444"/>
                    <a:pt x="2491" y="404"/>
                    <a:pt x="2576" y="404"/>
                  </a:cubicBezTo>
                  <a:close/>
                  <a:moveTo>
                    <a:pt x="1256" y="1690"/>
                  </a:moveTo>
                  <a:lnTo>
                    <a:pt x="1323" y="1733"/>
                  </a:lnTo>
                  <a:lnTo>
                    <a:pt x="1328" y="1733"/>
                  </a:lnTo>
                  <a:lnTo>
                    <a:pt x="2552" y="2539"/>
                  </a:lnTo>
                  <a:lnTo>
                    <a:pt x="2456" y="2933"/>
                  </a:lnTo>
                  <a:lnTo>
                    <a:pt x="934" y="1930"/>
                  </a:lnTo>
                  <a:lnTo>
                    <a:pt x="1256" y="1690"/>
                  </a:lnTo>
                  <a:close/>
                  <a:moveTo>
                    <a:pt x="2574" y="0"/>
                  </a:moveTo>
                  <a:cubicBezTo>
                    <a:pt x="2358" y="0"/>
                    <a:pt x="2147" y="105"/>
                    <a:pt x="2019" y="302"/>
                  </a:cubicBezTo>
                  <a:lnTo>
                    <a:pt x="1376" y="1282"/>
                  </a:lnTo>
                  <a:lnTo>
                    <a:pt x="1362" y="1272"/>
                  </a:lnTo>
                  <a:cubicBezTo>
                    <a:pt x="1338" y="1253"/>
                    <a:pt x="1309" y="1243"/>
                    <a:pt x="1280" y="1243"/>
                  </a:cubicBezTo>
                  <a:lnTo>
                    <a:pt x="325" y="1094"/>
                  </a:lnTo>
                  <a:cubicBezTo>
                    <a:pt x="308" y="1091"/>
                    <a:pt x="293" y="1090"/>
                    <a:pt x="278" y="1090"/>
                  </a:cubicBezTo>
                  <a:cubicBezTo>
                    <a:pt x="40" y="1090"/>
                    <a:pt x="0" y="1466"/>
                    <a:pt x="262" y="1498"/>
                  </a:cubicBezTo>
                  <a:lnTo>
                    <a:pt x="742" y="1570"/>
                  </a:lnTo>
                  <a:lnTo>
                    <a:pt x="546" y="1714"/>
                  </a:lnTo>
                  <a:cubicBezTo>
                    <a:pt x="392" y="1834"/>
                    <a:pt x="397" y="2069"/>
                    <a:pt x="565" y="2179"/>
                  </a:cubicBezTo>
                  <a:lnTo>
                    <a:pt x="2379" y="3370"/>
                  </a:lnTo>
                  <a:cubicBezTo>
                    <a:pt x="2429" y="3403"/>
                    <a:pt x="2483" y="3418"/>
                    <a:pt x="2536" y="3418"/>
                  </a:cubicBezTo>
                  <a:cubicBezTo>
                    <a:pt x="2660" y="3418"/>
                    <a:pt x="2778" y="3336"/>
                    <a:pt x="2811" y="3202"/>
                  </a:cubicBezTo>
                  <a:lnTo>
                    <a:pt x="2869" y="2966"/>
                  </a:lnTo>
                  <a:lnTo>
                    <a:pt x="3128" y="3384"/>
                  </a:lnTo>
                  <a:cubicBezTo>
                    <a:pt x="3170" y="3457"/>
                    <a:pt x="3233" y="3487"/>
                    <a:pt x="3296" y="3487"/>
                  </a:cubicBezTo>
                  <a:cubicBezTo>
                    <a:pt x="3440" y="3487"/>
                    <a:pt x="3584" y="3327"/>
                    <a:pt x="3474" y="3163"/>
                  </a:cubicBezTo>
                  <a:lnTo>
                    <a:pt x="2960" y="2338"/>
                  </a:lnTo>
                  <a:cubicBezTo>
                    <a:pt x="2941" y="2314"/>
                    <a:pt x="2922" y="2294"/>
                    <a:pt x="2898" y="2280"/>
                  </a:cubicBezTo>
                  <a:lnTo>
                    <a:pt x="2883" y="2270"/>
                  </a:lnTo>
                  <a:lnTo>
                    <a:pt x="3527" y="1286"/>
                  </a:lnTo>
                  <a:cubicBezTo>
                    <a:pt x="3728" y="979"/>
                    <a:pt x="3642" y="566"/>
                    <a:pt x="3335" y="365"/>
                  </a:cubicBezTo>
                  <a:lnTo>
                    <a:pt x="2941" y="110"/>
                  </a:lnTo>
                  <a:cubicBezTo>
                    <a:pt x="2828" y="36"/>
                    <a:pt x="2700" y="0"/>
                    <a:pt x="25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89"/>
            <p:cNvSpPr/>
            <p:nvPr/>
          </p:nvSpPr>
          <p:spPr>
            <a:xfrm>
              <a:off x="6667548" y="2518463"/>
              <a:ext cx="298682" cy="253719"/>
            </a:xfrm>
            <a:custGeom>
              <a:rect b="b" l="l" r="r" t="t"/>
              <a:pathLst>
                <a:path extrusionOk="0" h="9683" w="11399">
                  <a:moveTo>
                    <a:pt x="5701" y="4249"/>
                  </a:moveTo>
                  <a:lnTo>
                    <a:pt x="8855" y="7508"/>
                  </a:lnTo>
                  <a:lnTo>
                    <a:pt x="8821" y="7499"/>
                  </a:lnTo>
                  <a:lnTo>
                    <a:pt x="8807" y="7499"/>
                  </a:lnTo>
                  <a:lnTo>
                    <a:pt x="8744" y="7484"/>
                  </a:lnTo>
                  <a:lnTo>
                    <a:pt x="8730" y="7484"/>
                  </a:lnTo>
                  <a:lnTo>
                    <a:pt x="8663" y="7470"/>
                  </a:lnTo>
                  <a:lnTo>
                    <a:pt x="8648" y="7470"/>
                  </a:lnTo>
                  <a:lnTo>
                    <a:pt x="8581" y="7456"/>
                  </a:lnTo>
                  <a:lnTo>
                    <a:pt x="8567" y="7451"/>
                  </a:lnTo>
                  <a:lnTo>
                    <a:pt x="8499" y="7436"/>
                  </a:lnTo>
                  <a:lnTo>
                    <a:pt x="8480" y="7432"/>
                  </a:lnTo>
                  <a:lnTo>
                    <a:pt x="8418" y="7422"/>
                  </a:lnTo>
                  <a:lnTo>
                    <a:pt x="8389" y="7417"/>
                  </a:lnTo>
                  <a:lnTo>
                    <a:pt x="8336" y="7408"/>
                  </a:lnTo>
                  <a:lnTo>
                    <a:pt x="8293" y="7398"/>
                  </a:lnTo>
                  <a:lnTo>
                    <a:pt x="8255" y="7393"/>
                  </a:lnTo>
                  <a:lnTo>
                    <a:pt x="8197" y="7384"/>
                  </a:lnTo>
                  <a:lnTo>
                    <a:pt x="8173" y="7379"/>
                  </a:lnTo>
                  <a:lnTo>
                    <a:pt x="8101" y="7369"/>
                  </a:lnTo>
                  <a:lnTo>
                    <a:pt x="8087" y="7369"/>
                  </a:lnTo>
                  <a:cubicBezTo>
                    <a:pt x="7549" y="7288"/>
                    <a:pt x="7007" y="7235"/>
                    <a:pt x="6459" y="7211"/>
                  </a:cubicBezTo>
                  <a:cubicBezTo>
                    <a:pt x="6358" y="7206"/>
                    <a:pt x="6253" y="7206"/>
                    <a:pt x="6152" y="7201"/>
                  </a:cubicBezTo>
                  <a:lnTo>
                    <a:pt x="5254" y="7201"/>
                  </a:lnTo>
                  <a:cubicBezTo>
                    <a:pt x="5077" y="7206"/>
                    <a:pt x="4904" y="7216"/>
                    <a:pt x="4736" y="7220"/>
                  </a:cubicBezTo>
                  <a:cubicBezTo>
                    <a:pt x="4261" y="7249"/>
                    <a:pt x="3786" y="7297"/>
                    <a:pt x="3315" y="7369"/>
                  </a:cubicBezTo>
                  <a:lnTo>
                    <a:pt x="3301" y="7369"/>
                  </a:lnTo>
                  <a:lnTo>
                    <a:pt x="3233" y="7379"/>
                  </a:lnTo>
                  <a:lnTo>
                    <a:pt x="3205" y="7384"/>
                  </a:lnTo>
                  <a:lnTo>
                    <a:pt x="3147" y="7393"/>
                  </a:lnTo>
                  <a:lnTo>
                    <a:pt x="3109" y="7398"/>
                  </a:lnTo>
                  <a:lnTo>
                    <a:pt x="3065" y="7408"/>
                  </a:lnTo>
                  <a:lnTo>
                    <a:pt x="3017" y="7417"/>
                  </a:lnTo>
                  <a:lnTo>
                    <a:pt x="2984" y="7422"/>
                  </a:lnTo>
                  <a:lnTo>
                    <a:pt x="2926" y="7432"/>
                  </a:lnTo>
                  <a:lnTo>
                    <a:pt x="2902" y="7436"/>
                  </a:lnTo>
                  <a:lnTo>
                    <a:pt x="2840" y="7451"/>
                  </a:lnTo>
                  <a:lnTo>
                    <a:pt x="2825" y="7456"/>
                  </a:lnTo>
                  <a:lnTo>
                    <a:pt x="2753" y="7470"/>
                  </a:lnTo>
                  <a:lnTo>
                    <a:pt x="2744" y="7470"/>
                  </a:lnTo>
                  <a:lnTo>
                    <a:pt x="2672" y="7484"/>
                  </a:lnTo>
                  <a:lnTo>
                    <a:pt x="2662" y="7484"/>
                  </a:lnTo>
                  <a:lnTo>
                    <a:pt x="2595" y="7499"/>
                  </a:lnTo>
                  <a:lnTo>
                    <a:pt x="2581" y="7499"/>
                  </a:lnTo>
                  <a:lnTo>
                    <a:pt x="2547" y="7508"/>
                  </a:lnTo>
                  <a:lnTo>
                    <a:pt x="5701" y="4249"/>
                  </a:lnTo>
                  <a:close/>
                  <a:moveTo>
                    <a:pt x="5864" y="7595"/>
                  </a:moveTo>
                  <a:cubicBezTo>
                    <a:pt x="7007" y="7609"/>
                    <a:pt x="8072" y="7729"/>
                    <a:pt x="8826" y="7926"/>
                  </a:cubicBezTo>
                  <a:lnTo>
                    <a:pt x="8845" y="7931"/>
                  </a:lnTo>
                  <a:lnTo>
                    <a:pt x="8922" y="7950"/>
                  </a:lnTo>
                  <a:lnTo>
                    <a:pt x="8941" y="7955"/>
                  </a:lnTo>
                  <a:cubicBezTo>
                    <a:pt x="8999" y="7969"/>
                    <a:pt x="9061" y="7988"/>
                    <a:pt x="9114" y="8008"/>
                  </a:cubicBezTo>
                  <a:cubicBezTo>
                    <a:pt x="9243" y="8046"/>
                    <a:pt x="9373" y="8099"/>
                    <a:pt x="9498" y="8156"/>
                  </a:cubicBezTo>
                  <a:lnTo>
                    <a:pt x="9503" y="8156"/>
                  </a:lnTo>
                  <a:cubicBezTo>
                    <a:pt x="9762" y="8286"/>
                    <a:pt x="9834" y="8392"/>
                    <a:pt x="9834" y="8440"/>
                  </a:cubicBezTo>
                  <a:cubicBezTo>
                    <a:pt x="9834" y="8512"/>
                    <a:pt x="9632" y="8756"/>
                    <a:pt x="8720" y="8977"/>
                  </a:cubicBezTo>
                  <a:cubicBezTo>
                    <a:pt x="7914" y="9174"/>
                    <a:pt x="6843" y="9280"/>
                    <a:pt x="5701" y="9280"/>
                  </a:cubicBezTo>
                  <a:cubicBezTo>
                    <a:pt x="4563" y="9280"/>
                    <a:pt x="3488" y="9169"/>
                    <a:pt x="2686" y="8977"/>
                  </a:cubicBezTo>
                  <a:cubicBezTo>
                    <a:pt x="1774" y="8756"/>
                    <a:pt x="1573" y="8512"/>
                    <a:pt x="1573" y="8440"/>
                  </a:cubicBezTo>
                  <a:cubicBezTo>
                    <a:pt x="1573" y="8392"/>
                    <a:pt x="1645" y="8286"/>
                    <a:pt x="1904" y="8156"/>
                  </a:cubicBezTo>
                  <a:lnTo>
                    <a:pt x="1909" y="8156"/>
                  </a:lnTo>
                  <a:cubicBezTo>
                    <a:pt x="2033" y="8099"/>
                    <a:pt x="2158" y="8046"/>
                    <a:pt x="2293" y="8008"/>
                  </a:cubicBezTo>
                  <a:cubicBezTo>
                    <a:pt x="2345" y="7988"/>
                    <a:pt x="2408" y="7974"/>
                    <a:pt x="2465" y="7955"/>
                  </a:cubicBezTo>
                  <a:lnTo>
                    <a:pt x="2485" y="7950"/>
                  </a:lnTo>
                  <a:lnTo>
                    <a:pt x="2561" y="7931"/>
                  </a:lnTo>
                  <a:lnTo>
                    <a:pt x="2581" y="7926"/>
                  </a:lnTo>
                  <a:cubicBezTo>
                    <a:pt x="3334" y="7729"/>
                    <a:pt x="4400" y="7609"/>
                    <a:pt x="5542" y="7595"/>
                  </a:cubicBezTo>
                  <a:close/>
                  <a:moveTo>
                    <a:pt x="9325" y="0"/>
                  </a:moveTo>
                  <a:cubicBezTo>
                    <a:pt x="9274" y="0"/>
                    <a:pt x="9222" y="22"/>
                    <a:pt x="9176" y="73"/>
                  </a:cubicBezTo>
                  <a:lnTo>
                    <a:pt x="5701" y="3663"/>
                  </a:lnTo>
                  <a:lnTo>
                    <a:pt x="2230" y="73"/>
                  </a:lnTo>
                  <a:cubicBezTo>
                    <a:pt x="2187" y="32"/>
                    <a:pt x="2138" y="14"/>
                    <a:pt x="2092" y="14"/>
                  </a:cubicBezTo>
                  <a:cubicBezTo>
                    <a:pt x="1938" y="14"/>
                    <a:pt x="1805" y="205"/>
                    <a:pt x="1937" y="356"/>
                  </a:cubicBezTo>
                  <a:lnTo>
                    <a:pt x="5418" y="3956"/>
                  </a:lnTo>
                  <a:lnTo>
                    <a:pt x="1697" y="7806"/>
                  </a:lnTo>
                  <a:lnTo>
                    <a:pt x="1683" y="7811"/>
                  </a:lnTo>
                  <a:lnTo>
                    <a:pt x="1654" y="7825"/>
                  </a:lnTo>
                  <a:lnTo>
                    <a:pt x="1630" y="7840"/>
                  </a:lnTo>
                  <a:lnTo>
                    <a:pt x="1601" y="7854"/>
                  </a:lnTo>
                  <a:lnTo>
                    <a:pt x="1577" y="7868"/>
                  </a:lnTo>
                  <a:lnTo>
                    <a:pt x="1553" y="7888"/>
                  </a:lnTo>
                  <a:lnTo>
                    <a:pt x="1529" y="7897"/>
                  </a:lnTo>
                  <a:lnTo>
                    <a:pt x="1505" y="7916"/>
                  </a:lnTo>
                  <a:lnTo>
                    <a:pt x="1491" y="7926"/>
                  </a:lnTo>
                  <a:lnTo>
                    <a:pt x="430" y="1398"/>
                  </a:lnTo>
                  <a:cubicBezTo>
                    <a:pt x="413" y="1277"/>
                    <a:pt x="324" y="1223"/>
                    <a:pt x="233" y="1223"/>
                  </a:cubicBezTo>
                  <a:cubicBezTo>
                    <a:pt x="118" y="1223"/>
                    <a:pt x="0" y="1312"/>
                    <a:pt x="27" y="1465"/>
                  </a:cubicBezTo>
                  <a:lnTo>
                    <a:pt x="1169" y="8459"/>
                  </a:lnTo>
                  <a:cubicBezTo>
                    <a:pt x="1184" y="8843"/>
                    <a:pt x="1664" y="9150"/>
                    <a:pt x="2590" y="9371"/>
                  </a:cubicBezTo>
                  <a:cubicBezTo>
                    <a:pt x="3426" y="9572"/>
                    <a:pt x="4530" y="9683"/>
                    <a:pt x="5706" y="9683"/>
                  </a:cubicBezTo>
                  <a:cubicBezTo>
                    <a:pt x="6877" y="9683"/>
                    <a:pt x="7986" y="9572"/>
                    <a:pt x="8816" y="9371"/>
                  </a:cubicBezTo>
                  <a:cubicBezTo>
                    <a:pt x="9743" y="9150"/>
                    <a:pt x="10223" y="8843"/>
                    <a:pt x="10237" y="8459"/>
                  </a:cubicBezTo>
                  <a:lnTo>
                    <a:pt x="11380" y="1465"/>
                  </a:lnTo>
                  <a:cubicBezTo>
                    <a:pt x="11399" y="1350"/>
                    <a:pt x="11322" y="1244"/>
                    <a:pt x="11212" y="1230"/>
                  </a:cubicBezTo>
                  <a:cubicBezTo>
                    <a:pt x="11200" y="1228"/>
                    <a:pt x="11188" y="1227"/>
                    <a:pt x="11176" y="1227"/>
                  </a:cubicBezTo>
                  <a:cubicBezTo>
                    <a:pt x="11076" y="1227"/>
                    <a:pt x="10994" y="1299"/>
                    <a:pt x="10976" y="1398"/>
                  </a:cubicBezTo>
                  <a:lnTo>
                    <a:pt x="9915" y="7921"/>
                  </a:lnTo>
                  <a:lnTo>
                    <a:pt x="9901" y="7916"/>
                  </a:lnTo>
                  <a:lnTo>
                    <a:pt x="9872" y="7897"/>
                  </a:lnTo>
                  <a:lnTo>
                    <a:pt x="9853" y="7883"/>
                  </a:lnTo>
                  <a:lnTo>
                    <a:pt x="9824" y="7868"/>
                  </a:lnTo>
                  <a:lnTo>
                    <a:pt x="9805" y="7854"/>
                  </a:lnTo>
                  <a:lnTo>
                    <a:pt x="9776" y="7840"/>
                  </a:lnTo>
                  <a:lnTo>
                    <a:pt x="9752" y="7825"/>
                  </a:lnTo>
                  <a:lnTo>
                    <a:pt x="9723" y="7811"/>
                  </a:lnTo>
                  <a:lnTo>
                    <a:pt x="9709" y="7801"/>
                  </a:lnTo>
                  <a:lnTo>
                    <a:pt x="5984" y="3956"/>
                  </a:lnTo>
                  <a:lnTo>
                    <a:pt x="9469" y="356"/>
                  </a:lnTo>
                  <a:cubicBezTo>
                    <a:pt x="9622" y="207"/>
                    <a:pt x="9483" y="0"/>
                    <a:pt x="93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24" name="Google Shape;19924;p89"/>
          <p:cNvGrpSpPr/>
          <p:nvPr/>
        </p:nvGrpSpPr>
        <p:grpSpPr>
          <a:xfrm>
            <a:off x="1754187" y="2901098"/>
            <a:ext cx="365289" cy="365525"/>
            <a:chOff x="1754187" y="2901098"/>
            <a:chExt cx="365289" cy="365525"/>
          </a:xfrm>
        </p:grpSpPr>
        <p:sp>
          <p:nvSpPr>
            <p:cNvPr id="19925" name="Google Shape;19925;p89"/>
            <p:cNvSpPr/>
            <p:nvPr/>
          </p:nvSpPr>
          <p:spPr>
            <a:xfrm>
              <a:off x="1758091" y="3085485"/>
              <a:ext cx="354598" cy="101011"/>
            </a:xfrm>
            <a:custGeom>
              <a:rect b="b" l="l" r="r" t="t"/>
              <a:pathLst>
                <a:path extrusionOk="0" h="3855" w="13533">
                  <a:moveTo>
                    <a:pt x="207" y="0"/>
                  </a:moveTo>
                  <a:cubicBezTo>
                    <a:pt x="91" y="0"/>
                    <a:pt x="0" y="91"/>
                    <a:pt x="5" y="202"/>
                  </a:cubicBezTo>
                  <a:lnTo>
                    <a:pt x="5" y="3653"/>
                  </a:lnTo>
                  <a:cubicBezTo>
                    <a:pt x="5" y="3764"/>
                    <a:pt x="91" y="3855"/>
                    <a:pt x="207" y="3855"/>
                  </a:cubicBezTo>
                  <a:lnTo>
                    <a:pt x="13326" y="3855"/>
                  </a:lnTo>
                  <a:cubicBezTo>
                    <a:pt x="13398" y="3855"/>
                    <a:pt x="13460" y="3821"/>
                    <a:pt x="13499" y="3764"/>
                  </a:cubicBezTo>
                  <a:cubicBezTo>
                    <a:pt x="13518" y="3730"/>
                    <a:pt x="13532" y="3692"/>
                    <a:pt x="13532" y="3653"/>
                  </a:cubicBezTo>
                  <a:lnTo>
                    <a:pt x="13532" y="202"/>
                  </a:lnTo>
                  <a:cubicBezTo>
                    <a:pt x="13532" y="91"/>
                    <a:pt x="13441" y="0"/>
                    <a:pt x="133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89"/>
            <p:cNvSpPr/>
            <p:nvPr/>
          </p:nvSpPr>
          <p:spPr>
            <a:xfrm>
              <a:off x="1779839" y="3085485"/>
              <a:ext cx="332850" cy="101011"/>
            </a:xfrm>
            <a:custGeom>
              <a:rect b="b" l="l" r="r" t="t"/>
              <a:pathLst>
                <a:path extrusionOk="0" h="3855" w="12703">
                  <a:moveTo>
                    <a:pt x="202" y="0"/>
                  </a:moveTo>
                  <a:cubicBezTo>
                    <a:pt x="92" y="0"/>
                    <a:pt x="1" y="91"/>
                    <a:pt x="1" y="202"/>
                  </a:cubicBezTo>
                  <a:lnTo>
                    <a:pt x="1" y="3653"/>
                  </a:lnTo>
                  <a:cubicBezTo>
                    <a:pt x="1" y="3764"/>
                    <a:pt x="92" y="3855"/>
                    <a:pt x="202" y="3855"/>
                  </a:cubicBezTo>
                  <a:lnTo>
                    <a:pt x="12496" y="3855"/>
                  </a:lnTo>
                  <a:cubicBezTo>
                    <a:pt x="12568" y="3855"/>
                    <a:pt x="12630" y="3821"/>
                    <a:pt x="12669" y="3764"/>
                  </a:cubicBezTo>
                  <a:cubicBezTo>
                    <a:pt x="12688" y="3730"/>
                    <a:pt x="12702" y="3692"/>
                    <a:pt x="12702" y="3653"/>
                  </a:cubicBezTo>
                  <a:lnTo>
                    <a:pt x="12702" y="202"/>
                  </a:lnTo>
                  <a:cubicBezTo>
                    <a:pt x="12702" y="91"/>
                    <a:pt x="12611" y="0"/>
                    <a:pt x="12501"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89"/>
            <p:cNvSpPr/>
            <p:nvPr/>
          </p:nvSpPr>
          <p:spPr>
            <a:xfrm>
              <a:off x="2043017" y="3186522"/>
              <a:ext cx="68258" cy="74599"/>
            </a:xfrm>
            <a:custGeom>
              <a:rect b="b" l="l" r="r" t="t"/>
              <a:pathLst>
                <a:path extrusionOk="0" h="2847" w="2605">
                  <a:moveTo>
                    <a:pt x="319" y="0"/>
                  </a:moveTo>
                  <a:cubicBezTo>
                    <a:pt x="182" y="0"/>
                    <a:pt x="55" y="108"/>
                    <a:pt x="52" y="263"/>
                  </a:cubicBezTo>
                  <a:lnTo>
                    <a:pt x="4" y="2572"/>
                  </a:lnTo>
                  <a:cubicBezTo>
                    <a:pt x="1" y="2742"/>
                    <a:pt x="137" y="2847"/>
                    <a:pt x="275" y="2847"/>
                  </a:cubicBezTo>
                  <a:cubicBezTo>
                    <a:pt x="359" y="2847"/>
                    <a:pt x="444" y="2808"/>
                    <a:pt x="498" y="2721"/>
                  </a:cubicBezTo>
                  <a:lnTo>
                    <a:pt x="652" y="2471"/>
                  </a:lnTo>
                  <a:lnTo>
                    <a:pt x="1012" y="1895"/>
                  </a:lnTo>
                  <a:cubicBezTo>
                    <a:pt x="1058" y="1817"/>
                    <a:pt x="1147" y="1770"/>
                    <a:pt x="1239" y="1770"/>
                  </a:cubicBezTo>
                  <a:cubicBezTo>
                    <a:pt x="1243" y="1770"/>
                    <a:pt x="1247" y="1770"/>
                    <a:pt x="1252" y="1770"/>
                  </a:cubicBezTo>
                  <a:lnTo>
                    <a:pt x="2221" y="1823"/>
                  </a:lnTo>
                  <a:cubicBezTo>
                    <a:pt x="2229" y="1823"/>
                    <a:pt x="2236" y="1824"/>
                    <a:pt x="2243" y="1824"/>
                  </a:cubicBezTo>
                  <a:cubicBezTo>
                    <a:pt x="2501" y="1824"/>
                    <a:pt x="2604" y="1483"/>
                    <a:pt x="2385" y="1333"/>
                  </a:cubicBezTo>
                  <a:lnTo>
                    <a:pt x="724" y="220"/>
                  </a:lnTo>
                  <a:lnTo>
                    <a:pt x="469" y="47"/>
                  </a:lnTo>
                  <a:cubicBezTo>
                    <a:pt x="422" y="15"/>
                    <a:pt x="370"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8" name="Google Shape;19928;p89"/>
            <p:cNvSpPr/>
            <p:nvPr/>
          </p:nvSpPr>
          <p:spPr>
            <a:xfrm>
              <a:off x="2060075" y="3192129"/>
              <a:ext cx="51200" cy="59139"/>
            </a:xfrm>
            <a:custGeom>
              <a:rect b="b" l="l" r="r" t="t"/>
              <a:pathLst>
                <a:path extrusionOk="0" h="2257" w="1954">
                  <a:moveTo>
                    <a:pt x="73" y="1"/>
                  </a:moveTo>
                  <a:cubicBezTo>
                    <a:pt x="54" y="39"/>
                    <a:pt x="44" y="78"/>
                    <a:pt x="44" y="121"/>
                  </a:cubicBezTo>
                  <a:lnTo>
                    <a:pt x="1" y="2257"/>
                  </a:lnTo>
                  <a:lnTo>
                    <a:pt x="361" y="1681"/>
                  </a:lnTo>
                  <a:cubicBezTo>
                    <a:pt x="407" y="1603"/>
                    <a:pt x="496" y="1556"/>
                    <a:pt x="588" y="1556"/>
                  </a:cubicBezTo>
                  <a:cubicBezTo>
                    <a:pt x="592" y="1556"/>
                    <a:pt x="596" y="1556"/>
                    <a:pt x="601" y="1556"/>
                  </a:cubicBezTo>
                  <a:lnTo>
                    <a:pt x="1570" y="1609"/>
                  </a:lnTo>
                  <a:cubicBezTo>
                    <a:pt x="1578" y="1609"/>
                    <a:pt x="1585" y="1610"/>
                    <a:pt x="1592" y="1610"/>
                  </a:cubicBezTo>
                  <a:cubicBezTo>
                    <a:pt x="1850" y="1610"/>
                    <a:pt x="1953" y="1269"/>
                    <a:pt x="1734" y="1119"/>
                  </a:cubicBezTo>
                  <a:lnTo>
                    <a:pt x="7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9" name="Google Shape;19929;p89"/>
            <p:cNvSpPr/>
            <p:nvPr/>
          </p:nvSpPr>
          <p:spPr>
            <a:xfrm>
              <a:off x="1913419" y="2907125"/>
              <a:ext cx="200659" cy="155355"/>
            </a:xfrm>
            <a:custGeom>
              <a:rect b="b" l="l" r="r" t="t"/>
              <a:pathLst>
                <a:path extrusionOk="0" h="5929" w="7658">
                  <a:moveTo>
                    <a:pt x="375" y="1"/>
                  </a:moveTo>
                  <a:cubicBezTo>
                    <a:pt x="169" y="1"/>
                    <a:pt x="1" y="169"/>
                    <a:pt x="1" y="375"/>
                  </a:cubicBezTo>
                  <a:lnTo>
                    <a:pt x="1" y="5559"/>
                  </a:lnTo>
                  <a:cubicBezTo>
                    <a:pt x="1" y="5761"/>
                    <a:pt x="169" y="5929"/>
                    <a:pt x="375" y="5929"/>
                  </a:cubicBezTo>
                  <a:lnTo>
                    <a:pt x="7283" y="5929"/>
                  </a:lnTo>
                  <a:cubicBezTo>
                    <a:pt x="7489" y="5929"/>
                    <a:pt x="7657" y="5761"/>
                    <a:pt x="7657" y="5559"/>
                  </a:cubicBezTo>
                  <a:lnTo>
                    <a:pt x="7657" y="370"/>
                  </a:lnTo>
                  <a:cubicBezTo>
                    <a:pt x="7657" y="164"/>
                    <a:pt x="7489" y="1"/>
                    <a:pt x="728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89"/>
            <p:cNvSpPr/>
            <p:nvPr/>
          </p:nvSpPr>
          <p:spPr>
            <a:xfrm>
              <a:off x="1940224" y="2907125"/>
              <a:ext cx="173854" cy="155355"/>
            </a:xfrm>
            <a:custGeom>
              <a:rect b="b" l="l" r="r" t="t"/>
              <a:pathLst>
                <a:path extrusionOk="0" h="5929" w="6635">
                  <a:moveTo>
                    <a:pt x="374" y="1"/>
                  </a:moveTo>
                  <a:cubicBezTo>
                    <a:pt x="168" y="1"/>
                    <a:pt x="0" y="169"/>
                    <a:pt x="0" y="375"/>
                  </a:cubicBezTo>
                  <a:lnTo>
                    <a:pt x="0" y="5559"/>
                  </a:lnTo>
                  <a:cubicBezTo>
                    <a:pt x="0" y="5761"/>
                    <a:pt x="168" y="5929"/>
                    <a:pt x="374" y="5929"/>
                  </a:cubicBezTo>
                  <a:lnTo>
                    <a:pt x="6260" y="5929"/>
                  </a:lnTo>
                  <a:cubicBezTo>
                    <a:pt x="6466" y="5929"/>
                    <a:pt x="6634" y="5761"/>
                    <a:pt x="6634" y="5559"/>
                  </a:cubicBezTo>
                  <a:lnTo>
                    <a:pt x="6634" y="370"/>
                  </a:lnTo>
                  <a:cubicBezTo>
                    <a:pt x="6634" y="164"/>
                    <a:pt x="6466" y="1"/>
                    <a:pt x="626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1" name="Google Shape;19931;p89"/>
            <p:cNvSpPr/>
            <p:nvPr/>
          </p:nvSpPr>
          <p:spPr>
            <a:xfrm>
              <a:off x="1759480" y="2906627"/>
              <a:ext cx="128943" cy="155355"/>
            </a:xfrm>
            <a:custGeom>
              <a:rect b="b" l="l" r="r" t="t"/>
              <a:pathLst>
                <a:path extrusionOk="0" h="5929" w="4921">
                  <a:moveTo>
                    <a:pt x="163" y="0"/>
                  </a:moveTo>
                  <a:cubicBezTo>
                    <a:pt x="72" y="0"/>
                    <a:pt x="0" y="72"/>
                    <a:pt x="0" y="159"/>
                  </a:cubicBezTo>
                  <a:lnTo>
                    <a:pt x="0" y="5770"/>
                  </a:lnTo>
                  <a:cubicBezTo>
                    <a:pt x="0" y="5857"/>
                    <a:pt x="72" y="5929"/>
                    <a:pt x="163" y="5929"/>
                  </a:cubicBezTo>
                  <a:lnTo>
                    <a:pt x="4757" y="5929"/>
                  </a:lnTo>
                  <a:cubicBezTo>
                    <a:pt x="4848" y="5929"/>
                    <a:pt x="4920" y="5857"/>
                    <a:pt x="4920" y="5770"/>
                  </a:cubicBezTo>
                  <a:lnTo>
                    <a:pt x="4920" y="159"/>
                  </a:lnTo>
                  <a:cubicBezTo>
                    <a:pt x="4920" y="72"/>
                    <a:pt x="4848" y="0"/>
                    <a:pt x="4757"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2" name="Google Shape;19932;p89"/>
            <p:cNvSpPr/>
            <p:nvPr/>
          </p:nvSpPr>
          <p:spPr>
            <a:xfrm>
              <a:off x="1781228" y="2906627"/>
              <a:ext cx="107194" cy="155355"/>
            </a:xfrm>
            <a:custGeom>
              <a:rect b="b" l="l" r="r" t="t"/>
              <a:pathLst>
                <a:path extrusionOk="0" h="5929" w="4091">
                  <a:moveTo>
                    <a:pt x="159" y="0"/>
                  </a:moveTo>
                  <a:cubicBezTo>
                    <a:pt x="73" y="0"/>
                    <a:pt x="1" y="72"/>
                    <a:pt x="1" y="159"/>
                  </a:cubicBezTo>
                  <a:lnTo>
                    <a:pt x="1" y="5770"/>
                  </a:lnTo>
                  <a:cubicBezTo>
                    <a:pt x="1" y="5857"/>
                    <a:pt x="73" y="5929"/>
                    <a:pt x="159" y="5929"/>
                  </a:cubicBezTo>
                  <a:lnTo>
                    <a:pt x="3927" y="5929"/>
                  </a:lnTo>
                  <a:cubicBezTo>
                    <a:pt x="4018" y="5929"/>
                    <a:pt x="4090" y="5857"/>
                    <a:pt x="4090" y="5770"/>
                  </a:cubicBezTo>
                  <a:lnTo>
                    <a:pt x="4090" y="159"/>
                  </a:lnTo>
                  <a:cubicBezTo>
                    <a:pt x="4090" y="72"/>
                    <a:pt x="4018" y="0"/>
                    <a:pt x="3927"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89"/>
            <p:cNvSpPr/>
            <p:nvPr/>
          </p:nvSpPr>
          <p:spPr>
            <a:xfrm>
              <a:off x="1908022" y="2901596"/>
              <a:ext cx="211454" cy="166307"/>
            </a:xfrm>
            <a:custGeom>
              <a:rect b="b" l="l" r="r" t="t"/>
              <a:pathLst>
                <a:path extrusionOk="0" h="6347" w="8070">
                  <a:moveTo>
                    <a:pt x="7657" y="413"/>
                  </a:moveTo>
                  <a:lnTo>
                    <a:pt x="7657" y="5933"/>
                  </a:lnTo>
                  <a:lnTo>
                    <a:pt x="413" y="5933"/>
                  </a:lnTo>
                  <a:lnTo>
                    <a:pt x="413" y="413"/>
                  </a:lnTo>
                  <a:close/>
                  <a:moveTo>
                    <a:pt x="207" y="0"/>
                  </a:moveTo>
                  <a:cubicBezTo>
                    <a:pt x="91" y="0"/>
                    <a:pt x="0" y="91"/>
                    <a:pt x="0" y="207"/>
                  </a:cubicBezTo>
                  <a:lnTo>
                    <a:pt x="0" y="6140"/>
                  </a:lnTo>
                  <a:cubicBezTo>
                    <a:pt x="0" y="6255"/>
                    <a:pt x="91" y="6346"/>
                    <a:pt x="207" y="6346"/>
                  </a:cubicBezTo>
                  <a:lnTo>
                    <a:pt x="7863" y="6346"/>
                  </a:lnTo>
                  <a:cubicBezTo>
                    <a:pt x="7978" y="6346"/>
                    <a:pt x="8069" y="6255"/>
                    <a:pt x="8069" y="6140"/>
                  </a:cubicBezTo>
                  <a:lnTo>
                    <a:pt x="8069" y="207"/>
                  </a:lnTo>
                  <a:cubicBezTo>
                    <a:pt x="8069" y="91"/>
                    <a:pt x="7978" y="0"/>
                    <a:pt x="78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89"/>
            <p:cNvSpPr/>
            <p:nvPr/>
          </p:nvSpPr>
          <p:spPr>
            <a:xfrm>
              <a:off x="1754318" y="2901098"/>
              <a:ext cx="139502" cy="166281"/>
            </a:xfrm>
            <a:custGeom>
              <a:rect b="b" l="l" r="r" t="t"/>
              <a:pathLst>
                <a:path extrusionOk="0" h="6346" w="5324">
                  <a:moveTo>
                    <a:pt x="4589" y="418"/>
                  </a:moveTo>
                  <a:lnTo>
                    <a:pt x="2616" y="2775"/>
                  </a:lnTo>
                  <a:lnTo>
                    <a:pt x="644" y="418"/>
                  </a:lnTo>
                  <a:close/>
                  <a:moveTo>
                    <a:pt x="403" y="778"/>
                  </a:moveTo>
                  <a:lnTo>
                    <a:pt x="2348" y="3096"/>
                  </a:lnTo>
                  <a:lnTo>
                    <a:pt x="403" y="5415"/>
                  </a:lnTo>
                  <a:lnTo>
                    <a:pt x="403" y="778"/>
                  </a:lnTo>
                  <a:close/>
                  <a:moveTo>
                    <a:pt x="4911" y="682"/>
                  </a:moveTo>
                  <a:lnTo>
                    <a:pt x="4911" y="5516"/>
                  </a:lnTo>
                  <a:lnTo>
                    <a:pt x="2885" y="3096"/>
                  </a:lnTo>
                  <a:lnTo>
                    <a:pt x="4911" y="682"/>
                  </a:lnTo>
                  <a:close/>
                  <a:moveTo>
                    <a:pt x="2616" y="3418"/>
                  </a:moveTo>
                  <a:lnTo>
                    <a:pt x="4724" y="5933"/>
                  </a:lnTo>
                  <a:lnTo>
                    <a:pt x="509" y="5933"/>
                  </a:lnTo>
                  <a:lnTo>
                    <a:pt x="2616" y="3418"/>
                  </a:lnTo>
                  <a:close/>
                  <a:moveTo>
                    <a:pt x="197" y="0"/>
                  </a:moveTo>
                  <a:cubicBezTo>
                    <a:pt x="183" y="5"/>
                    <a:pt x="168" y="5"/>
                    <a:pt x="159" y="5"/>
                  </a:cubicBezTo>
                  <a:lnTo>
                    <a:pt x="154" y="5"/>
                  </a:lnTo>
                  <a:lnTo>
                    <a:pt x="135" y="10"/>
                  </a:lnTo>
                  <a:lnTo>
                    <a:pt x="130" y="10"/>
                  </a:lnTo>
                  <a:lnTo>
                    <a:pt x="120" y="14"/>
                  </a:lnTo>
                  <a:lnTo>
                    <a:pt x="106" y="19"/>
                  </a:lnTo>
                  <a:lnTo>
                    <a:pt x="101" y="24"/>
                  </a:lnTo>
                  <a:lnTo>
                    <a:pt x="82" y="34"/>
                  </a:lnTo>
                  <a:lnTo>
                    <a:pt x="67" y="48"/>
                  </a:lnTo>
                  <a:lnTo>
                    <a:pt x="63" y="48"/>
                  </a:lnTo>
                  <a:lnTo>
                    <a:pt x="53" y="58"/>
                  </a:lnTo>
                  <a:lnTo>
                    <a:pt x="48" y="67"/>
                  </a:lnTo>
                  <a:lnTo>
                    <a:pt x="39" y="77"/>
                  </a:lnTo>
                  <a:lnTo>
                    <a:pt x="34" y="82"/>
                  </a:lnTo>
                  <a:lnTo>
                    <a:pt x="29" y="91"/>
                  </a:lnTo>
                  <a:lnTo>
                    <a:pt x="19" y="101"/>
                  </a:lnTo>
                  <a:lnTo>
                    <a:pt x="15" y="110"/>
                  </a:lnTo>
                  <a:lnTo>
                    <a:pt x="15" y="115"/>
                  </a:lnTo>
                  <a:lnTo>
                    <a:pt x="10" y="125"/>
                  </a:lnTo>
                  <a:lnTo>
                    <a:pt x="5" y="134"/>
                  </a:lnTo>
                  <a:lnTo>
                    <a:pt x="0" y="144"/>
                  </a:lnTo>
                  <a:lnTo>
                    <a:pt x="0" y="154"/>
                  </a:lnTo>
                  <a:lnTo>
                    <a:pt x="0" y="168"/>
                  </a:lnTo>
                  <a:lnTo>
                    <a:pt x="0" y="173"/>
                  </a:lnTo>
                  <a:lnTo>
                    <a:pt x="0" y="187"/>
                  </a:lnTo>
                  <a:lnTo>
                    <a:pt x="0" y="197"/>
                  </a:lnTo>
                  <a:lnTo>
                    <a:pt x="0" y="207"/>
                  </a:lnTo>
                  <a:lnTo>
                    <a:pt x="0" y="6140"/>
                  </a:lnTo>
                  <a:cubicBezTo>
                    <a:pt x="0" y="6250"/>
                    <a:pt x="87" y="6341"/>
                    <a:pt x="197" y="6346"/>
                  </a:cubicBezTo>
                  <a:lnTo>
                    <a:pt x="5117" y="6346"/>
                  </a:lnTo>
                  <a:cubicBezTo>
                    <a:pt x="5233" y="6346"/>
                    <a:pt x="5324" y="6255"/>
                    <a:pt x="5324" y="6140"/>
                  </a:cubicBezTo>
                  <a:lnTo>
                    <a:pt x="5324" y="211"/>
                  </a:lnTo>
                  <a:cubicBezTo>
                    <a:pt x="5324" y="96"/>
                    <a:pt x="5233" y="0"/>
                    <a:pt x="51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89"/>
            <p:cNvSpPr/>
            <p:nvPr/>
          </p:nvSpPr>
          <p:spPr>
            <a:xfrm>
              <a:off x="1938574" y="2928375"/>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89"/>
            <p:cNvSpPr/>
            <p:nvPr/>
          </p:nvSpPr>
          <p:spPr>
            <a:xfrm>
              <a:off x="2018439" y="2928375"/>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89"/>
            <p:cNvSpPr/>
            <p:nvPr/>
          </p:nvSpPr>
          <p:spPr>
            <a:xfrm>
              <a:off x="1938574" y="2962333"/>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8" name="Google Shape;19938;p89"/>
            <p:cNvSpPr/>
            <p:nvPr/>
          </p:nvSpPr>
          <p:spPr>
            <a:xfrm>
              <a:off x="2018439" y="2962333"/>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9" name="Google Shape;19939;p89"/>
            <p:cNvSpPr/>
            <p:nvPr/>
          </p:nvSpPr>
          <p:spPr>
            <a:xfrm>
              <a:off x="1938574" y="2996292"/>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89"/>
            <p:cNvSpPr/>
            <p:nvPr/>
          </p:nvSpPr>
          <p:spPr>
            <a:xfrm>
              <a:off x="2018439" y="2996292"/>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89"/>
            <p:cNvSpPr/>
            <p:nvPr/>
          </p:nvSpPr>
          <p:spPr>
            <a:xfrm>
              <a:off x="1938574" y="3030250"/>
              <a:ext cx="70459" cy="10979"/>
            </a:xfrm>
            <a:custGeom>
              <a:rect b="b" l="l" r="r" t="t"/>
              <a:pathLst>
                <a:path extrusionOk="0" h="419" w="2689">
                  <a:moveTo>
                    <a:pt x="274" y="1"/>
                  </a:moveTo>
                  <a:cubicBezTo>
                    <a:pt x="1" y="1"/>
                    <a:pt x="1" y="419"/>
                    <a:pt x="274" y="419"/>
                  </a:cubicBezTo>
                  <a:lnTo>
                    <a:pt x="2415" y="419"/>
                  </a:lnTo>
                  <a:cubicBezTo>
                    <a:pt x="2689" y="419"/>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2" name="Google Shape;19942;p89"/>
            <p:cNvSpPr/>
            <p:nvPr/>
          </p:nvSpPr>
          <p:spPr>
            <a:xfrm>
              <a:off x="2018439" y="3030250"/>
              <a:ext cx="70590" cy="10979"/>
            </a:xfrm>
            <a:custGeom>
              <a:rect b="b" l="l" r="r" t="t"/>
              <a:pathLst>
                <a:path extrusionOk="0" h="419" w="2694">
                  <a:moveTo>
                    <a:pt x="279" y="1"/>
                  </a:moveTo>
                  <a:cubicBezTo>
                    <a:pt x="1" y="1"/>
                    <a:pt x="1" y="419"/>
                    <a:pt x="279" y="419"/>
                  </a:cubicBezTo>
                  <a:lnTo>
                    <a:pt x="2415" y="419"/>
                  </a:lnTo>
                  <a:cubicBezTo>
                    <a:pt x="2694" y="419"/>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3" name="Google Shape;19943;p89"/>
            <p:cNvSpPr/>
            <p:nvPr/>
          </p:nvSpPr>
          <p:spPr>
            <a:xfrm>
              <a:off x="1754187" y="3080061"/>
              <a:ext cx="365289" cy="186562"/>
            </a:xfrm>
            <a:custGeom>
              <a:rect b="b" l="l" r="r" t="t"/>
              <a:pathLst>
                <a:path extrusionOk="0" h="7120" w="13941">
                  <a:moveTo>
                    <a:pt x="12275" y="414"/>
                  </a:moveTo>
                  <a:lnTo>
                    <a:pt x="6970" y="1854"/>
                  </a:lnTo>
                  <a:lnTo>
                    <a:pt x="1666" y="414"/>
                  </a:lnTo>
                  <a:close/>
                  <a:moveTo>
                    <a:pt x="413" y="505"/>
                  </a:moveTo>
                  <a:lnTo>
                    <a:pt x="6178" y="2065"/>
                  </a:lnTo>
                  <a:lnTo>
                    <a:pt x="413" y="3630"/>
                  </a:lnTo>
                  <a:lnTo>
                    <a:pt x="413" y="505"/>
                  </a:lnTo>
                  <a:close/>
                  <a:moveTo>
                    <a:pt x="13528" y="505"/>
                  </a:moveTo>
                  <a:lnTo>
                    <a:pt x="13528" y="3630"/>
                  </a:lnTo>
                  <a:lnTo>
                    <a:pt x="7763" y="2070"/>
                  </a:lnTo>
                  <a:lnTo>
                    <a:pt x="13528" y="505"/>
                  </a:lnTo>
                  <a:close/>
                  <a:moveTo>
                    <a:pt x="6970" y="2281"/>
                  </a:moveTo>
                  <a:lnTo>
                    <a:pt x="12779" y="3855"/>
                  </a:lnTo>
                  <a:lnTo>
                    <a:pt x="1167" y="3855"/>
                  </a:lnTo>
                  <a:lnTo>
                    <a:pt x="6970" y="2281"/>
                  </a:lnTo>
                  <a:close/>
                  <a:moveTo>
                    <a:pt x="13257" y="6097"/>
                  </a:moveTo>
                  <a:cubicBezTo>
                    <a:pt x="13257" y="6097"/>
                    <a:pt x="13257" y="6097"/>
                    <a:pt x="13257" y="6097"/>
                  </a:cubicBezTo>
                  <a:cubicBezTo>
                    <a:pt x="13258" y="6097"/>
                    <a:pt x="13258" y="6097"/>
                    <a:pt x="13257" y="6097"/>
                  </a:cubicBezTo>
                  <a:close/>
                  <a:moveTo>
                    <a:pt x="11340" y="4273"/>
                  </a:moveTo>
                  <a:cubicBezTo>
                    <a:pt x="11351" y="4273"/>
                    <a:pt x="11362" y="4276"/>
                    <a:pt x="11372" y="4283"/>
                  </a:cubicBezTo>
                  <a:lnTo>
                    <a:pt x="13292" y="5569"/>
                  </a:lnTo>
                  <a:cubicBezTo>
                    <a:pt x="13340" y="5603"/>
                    <a:pt x="13321" y="5679"/>
                    <a:pt x="13259" y="5679"/>
                  </a:cubicBezTo>
                  <a:lnTo>
                    <a:pt x="13254" y="5679"/>
                  </a:lnTo>
                  <a:lnTo>
                    <a:pt x="12284" y="5627"/>
                  </a:lnTo>
                  <a:cubicBezTo>
                    <a:pt x="12276" y="5626"/>
                    <a:pt x="12267" y="5626"/>
                    <a:pt x="12258" y="5626"/>
                  </a:cubicBezTo>
                  <a:cubicBezTo>
                    <a:pt x="12095" y="5626"/>
                    <a:pt x="11944" y="5711"/>
                    <a:pt x="11857" y="5847"/>
                  </a:cubicBezTo>
                  <a:cubicBezTo>
                    <a:pt x="11319" y="6692"/>
                    <a:pt x="11348" y="6702"/>
                    <a:pt x="11295" y="6702"/>
                  </a:cubicBezTo>
                  <a:cubicBezTo>
                    <a:pt x="11293" y="6702"/>
                    <a:pt x="11290" y="6702"/>
                    <a:pt x="11287" y="6702"/>
                  </a:cubicBezTo>
                  <a:cubicBezTo>
                    <a:pt x="11253" y="6702"/>
                    <a:pt x="11228" y="6675"/>
                    <a:pt x="11228" y="6644"/>
                  </a:cubicBezTo>
                  <a:lnTo>
                    <a:pt x="11281" y="4331"/>
                  </a:lnTo>
                  <a:cubicBezTo>
                    <a:pt x="11281" y="4295"/>
                    <a:pt x="11309" y="4273"/>
                    <a:pt x="11340" y="4273"/>
                  </a:cubicBezTo>
                  <a:close/>
                  <a:moveTo>
                    <a:pt x="408" y="1"/>
                  </a:moveTo>
                  <a:cubicBezTo>
                    <a:pt x="192" y="1"/>
                    <a:pt x="10" y="174"/>
                    <a:pt x="0" y="390"/>
                  </a:cubicBezTo>
                  <a:lnTo>
                    <a:pt x="0" y="409"/>
                  </a:lnTo>
                  <a:lnTo>
                    <a:pt x="0" y="3860"/>
                  </a:lnTo>
                  <a:cubicBezTo>
                    <a:pt x="0" y="4086"/>
                    <a:pt x="183" y="4268"/>
                    <a:pt x="408" y="4273"/>
                  </a:cubicBezTo>
                  <a:lnTo>
                    <a:pt x="10868" y="4273"/>
                  </a:lnTo>
                  <a:cubicBezTo>
                    <a:pt x="10863" y="4321"/>
                    <a:pt x="10868" y="4182"/>
                    <a:pt x="10815" y="6630"/>
                  </a:cubicBezTo>
                  <a:cubicBezTo>
                    <a:pt x="10811" y="6760"/>
                    <a:pt x="10859" y="6884"/>
                    <a:pt x="10950" y="6971"/>
                  </a:cubicBezTo>
                  <a:cubicBezTo>
                    <a:pt x="11041" y="7067"/>
                    <a:pt x="11166" y="7115"/>
                    <a:pt x="11295" y="7120"/>
                  </a:cubicBezTo>
                  <a:cubicBezTo>
                    <a:pt x="11459" y="7115"/>
                    <a:pt x="11608" y="7033"/>
                    <a:pt x="11694" y="6894"/>
                  </a:cubicBezTo>
                  <a:cubicBezTo>
                    <a:pt x="12227" y="6059"/>
                    <a:pt x="12193" y="6039"/>
                    <a:pt x="12260" y="6039"/>
                  </a:cubicBezTo>
                  <a:cubicBezTo>
                    <a:pt x="13181" y="6090"/>
                    <a:pt x="13254" y="6096"/>
                    <a:pt x="13257" y="6097"/>
                  </a:cubicBezTo>
                  <a:lnTo>
                    <a:pt x="13257" y="6097"/>
                  </a:lnTo>
                  <a:cubicBezTo>
                    <a:pt x="13258" y="6097"/>
                    <a:pt x="13258" y="6097"/>
                    <a:pt x="13259" y="6097"/>
                  </a:cubicBezTo>
                  <a:cubicBezTo>
                    <a:pt x="13470" y="6097"/>
                    <a:pt x="13652" y="5958"/>
                    <a:pt x="13715" y="5756"/>
                  </a:cubicBezTo>
                  <a:cubicBezTo>
                    <a:pt x="13777" y="5559"/>
                    <a:pt x="13700" y="5339"/>
                    <a:pt x="13523" y="5228"/>
                  </a:cubicBezTo>
                  <a:lnTo>
                    <a:pt x="12102" y="4268"/>
                  </a:lnTo>
                  <a:lnTo>
                    <a:pt x="13532" y="4268"/>
                  </a:lnTo>
                  <a:cubicBezTo>
                    <a:pt x="13758" y="4268"/>
                    <a:pt x="13940" y="4086"/>
                    <a:pt x="13940" y="3860"/>
                  </a:cubicBezTo>
                  <a:lnTo>
                    <a:pt x="13940" y="409"/>
                  </a:lnTo>
                  <a:lnTo>
                    <a:pt x="13940" y="390"/>
                  </a:lnTo>
                  <a:cubicBezTo>
                    <a:pt x="13936" y="231"/>
                    <a:pt x="13835" y="92"/>
                    <a:pt x="13686" y="30"/>
                  </a:cubicBezTo>
                  <a:cubicBezTo>
                    <a:pt x="13638" y="10"/>
                    <a:pt x="13585" y="1"/>
                    <a:pt x="135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4" name="Google Shape;19944;p89"/>
          <p:cNvGrpSpPr/>
          <p:nvPr/>
        </p:nvGrpSpPr>
        <p:grpSpPr>
          <a:xfrm>
            <a:off x="5770820" y="2015349"/>
            <a:ext cx="363507" cy="303032"/>
            <a:chOff x="5770820" y="2015349"/>
            <a:chExt cx="363507" cy="303032"/>
          </a:xfrm>
        </p:grpSpPr>
        <p:sp>
          <p:nvSpPr>
            <p:cNvPr id="19945" name="Google Shape;19945;p89"/>
            <p:cNvSpPr/>
            <p:nvPr/>
          </p:nvSpPr>
          <p:spPr>
            <a:xfrm>
              <a:off x="5787040" y="2020615"/>
              <a:ext cx="331069" cy="160595"/>
            </a:xfrm>
            <a:custGeom>
              <a:rect b="b" l="l" r="r" t="t"/>
              <a:pathLst>
                <a:path extrusionOk="0" h="6129" w="12635">
                  <a:moveTo>
                    <a:pt x="12526" y="0"/>
                  </a:moveTo>
                  <a:cubicBezTo>
                    <a:pt x="12520" y="0"/>
                    <a:pt x="12515" y="1"/>
                    <a:pt x="12510" y="2"/>
                  </a:cubicBezTo>
                  <a:cubicBezTo>
                    <a:pt x="10460" y="318"/>
                    <a:pt x="8391" y="482"/>
                    <a:pt x="6317" y="486"/>
                  </a:cubicBezTo>
                  <a:cubicBezTo>
                    <a:pt x="4249" y="482"/>
                    <a:pt x="2180" y="323"/>
                    <a:pt x="130" y="6"/>
                  </a:cubicBezTo>
                  <a:cubicBezTo>
                    <a:pt x="122" y="5"/>
                    <a:pt x="115" y="4"/>
                    <a:pt x="108" y="4"/>
                  </a:cubicBezTo>
                  <a:cubicBezTo>
                    <a:pt x="50" y="4"/>
                    <a:pt x="1" y="52"/>
                    <a:pt x="5" y="112"/>
                  </a:cubicBezTo>
                  <a:lnTo>
                    <a:pt x="5" y="6021"/>
                  </a:lnTo>
                  <a:cubicBezTo>
                    <a:pt x="1" y="6081"/>
                    <a:pt x="50" y="6129"/>
                    <a:pt x="108" y="6129"/>
                  </a:cubicBezTo>
                  <a:cubicBezTo>
                    <a:pt x="115" y="6129"/>
                    <a:pt x="122" y="6128"/>
                    <a:pt x="130" y="6127"/>
                  </a:cubicBezTo>
                  <a:cubicBezTo>
                    <a:pt x="2180" y="5805"/>
                    <a:pt x="4249" y="5644"/>
                    <a:pt x="6318" y="5644"/>
                  </a:cubicBezTo>
                  <a:cubicBezTo>
                    <a:pt x="8388" y="5644"/>
                    <a:pt x="10458" y="5805"/>
                    <a:pt x="12510" y="6127"/>
                  </a:cubicBezTo>
                  <a:cubicBezTo>
                    <a:pt x="12517" y="6128"/>
                    <a:pt x="12525" y="6129"/>
                    <a:pt x="12532" y="6129"/>
                  </a:cubicBezTo>
                  <a:cubicBezTo>
                    <a:pt x="12589" y="6129"/>
                    <a:pt x="12635" y="6081"/>
                    <a:pt x="12635" y="6021"/>
                  </a:cubicBezTo>
                  <a:lnTo>
                    <a:pt x="12635" y="112"/>
                  </a:lnTo>
                  <a:cubicBezTo>
                    <a:pt x="12635" y="50"/>
                    <a:pt x="12586" y="0"/>
                    <a:pt x="1252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6" name="Google Shape;19946;p89"/>
            <p:cNvSpPr/>
            <p:nvPr/>
          </p:nvSpPr>
          <p:spPr>
            <a:xfrm>
              <a:off x="5808421" y="2045639"/>
              <a:ext cx="288437" cy="110653"/>
            </a:xfrm>
            <a:custGeom>
              <a:rect b="b" l="l" r="r" t="t"/>
              <a:pathLst>
                <a:path extrusionOk="0" h="4223" w="11008">
                  <a:moveTo>
                    <a:pt x="187" y="0"/>
                  </a:moveTo>
                  <a:cubicBezTo>
                    <a:pt x="87" y="0"/>
                    <a:pt x="0" y="82"/>
                    <a:pt x="0" y="184"/>
                  </a:cubicBezTo>
                  <a:lnTo>
                    <a:pt x="0" y="4034"/>
                  </a:lnTo>
                  <a:cubicBezTo>
                    <a:pt x="0" y="4137"/>
                    <a:pt x="87" y="4223"/>
                    <a:pt x="188" y="4223"/>
                  </a:cubicBezTo>
                  <a:cubicBezTo>
                    <a:pt x="196" y="4223"/>
                    <a:pt x="204" y="4222"/>
                    <a:pt x="212" y="4221"/>
                  </a:cubicBezTo>
                  <a:cubicBezTo>
                    <a:pt x="1968" y="3991"/>
                    <a:pt x="3736" y="3876"/>
                    <a:pt x="5504" y="3876"/>
                  </a:cubicBezTo>
                  <a:cubicBezTo>
                    <a:pt x="7272" y="3876"/>
                    <a:pt x="9039" y="3991"/>
                    <a:pt x="10796" y="4221"/>
                  </a:cubicBezTo>
                  <a:cubicBezTo>
                    <a:pt x="10804" y="4222"/>
                    <a:pt x="10812" y="4223"/>
                    <a:pt x="10819" y="4223"/>
                  </a:cubicBezTo>
                  <a:cubicBezTo>
                    <a:pt x="10920" y="4223"/>
                    <a:pt x="11007" y="4137"/>
                    <a:pt x="11007" y="4034"/>
                  </a:cubicBezTo>
                  <a:lnTo>
                    <a:pt x="11007" y="184"/>
                  </a:lnTo>
                  <a:cubicBezTo>
                    <a:pt x="11007" y="82"/>
                    <a:pt x="10921" y="0"/>
                    <a:pt x="10820" y="0"/>
                  </a:cubicBezTo>
                  <a:cubicBezTo>
                    <a:pt x="10812" y="0"/>
                    <a:pt x="10804" y="1"/>
                    <a:pt x="10796" y="2"/>
                  </a:cubicBezTo>
                  <a:cubicBezTo>
                    <a:pt x="9039" y="227"/>
                    <a:pt x="7273" y="338"/>
                    <a:pt x="5506" y="343"/>
                  </a:cubicBezTo>
                  <a:cubicBezTo>
                    <a:pt x="3735" y="338"/>
                    <a:pt x="1968" y="227"/>
                    <a:pt x="212" y="2"/>
                  </a:cubicBezTo>
                  <a:cubicBezTo>
                    <a:pt x="203" y="1"/>
                    <a:pt x="195" y="0"/>
                    <a:pt x="18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89"/>
            <p:cNvSpPr/>
            <p:nvPr/>
          </p:nvSpPr>
          <p:spPr>
            <a:xfrm>
              <a:off x="5887919" y="2206051"/>
              <a:ext cx="64930" cy="54475"/>
            </a:xfrm>
            <a:custGeom>
              <a:rect b="b" l="l" r="r" t="t"/>
              <a:pathLst>
                <a:path extrusionOk="0" h="2079" w="2478">
                  <a:moveTo>
                    <a:pt x="1804" y="0"/>
                  </a:moveTo>
                  <a:cubicBezTo>
                    <a:pt x="1801" y="0"/>
                    <a:pt x="1798" y="0"/>
                    <a:pt x="1795" y="0"/>
                  </a:cubicBezTo>
                  <a:lnTo>
                    <a:pt x="677" y="0"/>
                  </a:lnTo>
                  <a:cubicBezTo>
                    <a:pt x="303" y="0"/>
                    <a:pt x="0" y="302"/>
                    <a:pt x="0" y="677"/>
                  </a:cubicBezTo>
                  <a:lnTo>
                    <a:pt x="0" y="2079"/>
                  </a:lnTo>
                  <a:lnTo>
                    <a:pt x="2477" y="2079"/>
                  </a:lnTo>
                  <a:lnTo>
                    <a:pt x="2477" y="677"/>
                  </a:lnTo>
                  <a:cubicBezTo>
                    <a:pt x="2477" y="305"/>
                    <a:pt x="2175" y="0"/>
                    <a:pt x="180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89"/>
            <p:cNvSpPr/>
            <p:nvPr/>
          </p:nvSpPr>
          <p:spPr>
            <a:xfrm>
              <a:off x="5823120" y="2206051"/>
              <a:ext cx="64825" cy="54475"/>
            </a:xfrm>
            <a:custGeom>
              <a:rect b="b" l="l" r="r" t="t"/>
              <a:pathLst>
                <a:path extrusionOk="0" h="2079" w="2474">
                  <a:moveTo>
                    <a:pt x="678" y="0"/>
                  </a:moveTo>
                  <a:cubicBezTo>
                    <a:pt x="303" y="0"/>
                    <a:pt x="1" y="302"/>
                    <a:pt x="1" y="677"/>
                  </a:cubicBezTo>
                  <a:lnTo>
                    <a:pt x="1" y="2079"/>
                  </a:lnTo>
                  <a:lnTo>
                    <a:pt x="2473" y="2079"/>
                  </a:lnTo>
                  <a:lnTo>
                    <a:pt x="2473" y="677"/>
                  </a:lnTo>
                  <a:cubicBezTo>
                    <a:pt x="2473" y="302"/>
                    <a:pt x="2171"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9" name="Google Shape;19949;p89"/>
            <p:cNvSpPr/>
            <p:nvPr/>
          </p:nvSpPr>
          <p:spPr>
            <a:xfrm>
              <a:off x="5952692" y="2206051"/>
              <a:ext cx="64799" cy="54475"/>
            </a:xfrm>
            <a:custGeom>
              <a:rect b="b" l="l" r="r" t="t"/>
              <a:pathLst>
                <a:path extrusionOk="0" h="2079" w="2473">
                  <a:moveTo>
                    <a:pt x="677" y="0"/>
                  </a:moveTo>
                  <a:cubicBezTo>
                    <a:pt x="303" y="0"/>
                    <a:pt x="0" y="302"/>
                    <a:pt x="0" y="677"/>
                  </a:cubicBezTo>
                  <a:lnTo>
                    <a:pt x="0" y="2079"/>
                  </a:lnTo>
                  <a:lnTo>
                    <a:pt x="2472" y="2079"/>
                  </a:lnTo>
                  <a:lnTo>
                    <a:pt x="2472" y="677"/>
                  </a:lnTo>
                  <a:cubicBezTo>
                    <a:pt x="2472" y="302"/>
                    <a:pt x="2170"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89"/>
            <p:cNvSpPr/>
            <p:nvPr/>
          </p:nvSpPr>
          <p:spPr>
            <a:xfrm>
              <a:off x="6017333" y="2206051"/>
              <a:ext cx="64799" cy="54475"/>
            </a:xfrm>
            <a:custGeom>
              <a:rect b="b" l="l" r="r" t="t"/>
              <a:pathLst>
                <a:path extrusionOk="0" h="2079" w="2473">
                  <a:moveTo>
                    <a:pt x="682" y="0"/>
                  </a:moveTo>
                  <a:cubicBezTo>
                    <a:pt x="308" y="0"/>
                    <a:pt x="1" y="302"/>
                    <a:pt x="1" y="677"/>
                  </a:cubicBezTo>
                  <a:lnTo>
                    <a:pt x="1" y="2079"/>
                  </a:lnTo>
                  <a:lnTo>
                    <a:pt x="2473" y="2079"/>
                  </a:lnTo>
                  <a:lnTo>
                    <a:pt x="2473" y="677"/>
                  </a:lnTo>
                  <a:cubicBezTo>
                    <a:pt x="2473" y="302"/>
                    <a:pt x="2170"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89"/>
            <p:cNvSpPr/>
            <p:nvPr/>
          </p:nvSpPr>
          <p:spPr>
            <a:xfrm>
              <a:off x="6033553" y="2206051"/>
              <a:ext cx="48710" cy="54475"/>
            </a:xfrm>
            <a:custGeom>
              <a:rect b="b" l="l" r="r" t="t"/>
              <a:pathLst>
                <a:path extrusionOk="0" h="2079" w="1859">
                  <a:moveTo>
                    <a:pt x="1186" y="0"/>
                  </a:moveTo>
                  <a:cubicBezTo>
                    <a:pt x="1183" y="0"/>
                    <a:pt x="1180" y="0"/>
                    <a:pt x="1177" y="0"/>
                  </a:cubicBezTo>
                  <a:lnTo>
                    <a:pt x="1" y="0"/>
                  </a:lnTo>
                  <a:cubicBezTo>
                    <a:pt x="351" y="34"/>
                    <a:pt x="615" y="326"/>
                    <a:pt x="615" y="677"/>
                  </a:cubicBezTo>
                  <a:lnTo>
                    <a:pt x="615" y="2079"/>
                  </a:lnTo>
                  <a:lnTo>
                    <a:pt x="1859" y="2079"/>
                  </a:lnTo>
                  <a:lnTo>
                    <a:pt x="1859" y="677"/>
                  </a:lnTo>
                  <a:cubicBezTo>
                    <a:pt x="1859" y="305"/>
                    <a:pt x="1556" y="0"/>
                    <a:pt x="118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89"/>
            <p:cNvSpPr/>
            <p:nvPr/>
          </p:nvSpPr>
          <p:spPr>
            <a:xfrm>
              <a:off x="5968911" y="2206051"/>
              <a:ext cx="48710" cy="54475"/>
            </a:xfrm>
            <a:custGeom>
              <a:rect b="b" l="l" r="r" t="t"/>
              <a:pathLst>
                <a:path extrusionOk="0" h="2079" w="1859">
                  <a:moveTo>
                    <a:pt x="1185" y="0"/>
                  </a:moveTo>
                  <a:cubicBezTo>
                    <a:pt x="1182" y="0"/>
                    <a:pt x="1179" y="0"/>
                    <a:pt x="1177" y="0"/>
                  </a:cubicBezTo>
                  <a:lnTo>
                    <a:pt x="0" y="0"/>
                  </a:lnTo>
                  <a:cubicBezTo>
                    <a:pt x="346" y="34"/>
                    <a:pt x="615" y="326"/>
                    <a:pt x="615" y="677"/>
                  </a:cubicBezTo>
                  <a:lnTo>
                    <a:pt x="615" y="2079"/>
                  </a:lnTo>
                  <a:lnTo>
                    <a:pt x="1858" y="2079"/>
                  </a:lnTo>
                  <a:lnTo>
                    <a:pt x="1858" y="677"/>
                  </a:lnTo>
                  <a:cubicBezTo>
                    <a:pt x="1858" y="305"/>
                    <a:pt x="1556" y="0"/>
                    <a:pt x="118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89"/>
            <p:cNvSpPr/>
            <p:nvPr/>
          </p:nvSpPr>
          <p:spPr>
            <a:xfrm>
              <a:off x="5904008" y="2206051"/>
              <a:ext cx="48710" cy="54475"/>
            </a:xfrm>
            <a:custGeom>
              <a:rect b="b" l="l" r="r" t="t"/>
              <a:pathLst>
                <a:path extrusionOk="0" h="2079" w="1859">
                  <a:moveTo>
                    <a:pt x="1185" y="0"/>
                  </a:moveTo>
                  <a:cubicBezTo>
                    <a:pt x="1182" y="0"/>
                    <a:pt x="1180" y="0"/>
                    <a:pt x="1177" y="0"/>
                  </a:cubicBezTo>
                  <a:lnTo>
                    <a:pt x="1" y="0"/>
                  </a:lnTo>
                  <a:cubicBezTo>
                    <a:pt x="351" y="34"/>
                    <a:pt x="615" y="326"/>
                    <a:pt x="615" y="677"/>
                  </a:cubicBezTo>
                  <a:lnTo>
                    <a:pt x="615" y="2079"/>
                  </a:lnTo>
                  <a:lnTo>
                    <a:pt x="1858" y="2079"/>
                  </a:lnTo>
                  <a:lnTo>
                    <a:pt x="1858" y="677"/>
                  </a:lnTo>
                  <a:cubicBezTo>
                    <a:pt x="1858" y="301"/>
                    <a:pt x="1556" y="0"/>
                    <a:pt x="118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89"/>
            <p:cNvSpPr/>
            <p:nvPr/>
          </p:nvSpPr>
          <p:spPr>
            <a:xfrm>
              <a:off x="5839602" y="2206051"/>
              <a:ext cx="48579" cy="54475"/>
            </a:xfrm>
            <a:custGeom>
              <a:rect b="b" l="l" r="r" t="t"/>
              <a:pathLst>
                <a:path extrusionOk="0" h="2079" w="1854">
                  <a:moveTo>
                    <a:pt x="1186" y="0"/>
                  </a:moveTo>
                  <a:cubicBezTo>
                    <a:pt x="1183" y="0"/>
                    <a:pt x="1180" y="0"/>
                    <a:pt x="1177" y="0"/>
                  </a:cubicBezTo>
                  <a:lnTo>
                    <a:pt x="1" y="0"/>
                  </a:lnTo>
                  <a:cubicBezTo>
                    <a:pt x="346" y="34"/>
                    <a:pt x="615" y="326"/>
                    <a:pt x="615" y="677"/>
                  </a:cubicBezTo>
                  <a:lnTo>
                    <a:pt x="615" y="2079"/>
                  </a:lnTo>
                  <a:lnTo>
                    <a:pt x="1854" y="2079"/>
                  </a:lnTo>
                  <a:lnTo>
                    <a:pt x="1854" y="677"/>
                  </a:lnTo>
                  <a:cubicBezTo>
                    <a:pt x="1854" y="305"/>
                    <a:pt x="1556" y="0"/>
                    <a:pt x="118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5" name="Google Shape;19955;p89"/>
            <p:cNvSpPr/>
            <p:nvPr/>
          </p:nvSpPr>
          <p:spPr>
            <a:xfrm>
              <a:off x="5790813" y="2243887"/>
              <a:ext cx="64799" cy="54501"/>
            </a:xfrm>
            <a:custGeom>
              <a:rect b="b" l="l" r="r" t="t"/>
              <a:pathLst>
                <a:path extrusionOk="0" h="2080" w="2473">
                  <a:moveTo>
                    <a:pt x="677" y="1"/>
                  </a:moveTo>
                  <a:cubicBezTo>
                    <a:pt x="303" y="1"/>
                    <a:pt x="0" y="303"/>
                    <a:pt x="0" y="678"/>
                  </a:cubicBezTo>
                  <a:lnTo>
                    <a:pt x="0" y="2079"/>
                  </a:lnTo>
                  <a:lnTo>
                    <a:pt x="2472" y="2079"/>
                  </a:lnTo>
                  <a:lnTo>
                    <a:pt x="2472" y="678"/>
                  </a:lnTo>
                  <a:cubicBezTo>
                    <a:pt x="2472" y="303"/>
                    <a:pt x="2165" y="1"/>
                    <a:pt x="179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6" name="Google Shape;19956;p89"/>
            <p:cNvSpPr/>
            <p:nvPr/>
          </p:nvSpPr>
          <p:spPr>
            <a:xfrm>
              <a:off x="5855585" y="2243887"/>
              <a:ext cx="64668" cy="54501"/>
            </a:xfrm>
            <a:custGeom>
              <a:rect b="b" l="l" r="r" t="t"/>
              <a:pathLst>
                <a:path extrusionOk="0" h="2080" w="2468">
                  <a:moveTo>
                    <a:pt x="677" y="1"/>
                  </a:moveTo>
                  <a:cubicBezTo>
                    <a:pt x="303" y="1"/>
                    <a:pt x="0" y="303"/>
                    <a:pt x="0" y="678"/>
                  </a:cubicBezTo>
                  <a:lnTo>
                    <a:pt x="0" y="2079"/>
                  </a:lnTo>
                  <a:lnTo>
                    <a:pt x="2468" y="2079"/>
                  </a:lnTo>
                  <a:lnTo>
                    <a:pt x="2468" y="678"/>
                  </a:lnTo>
                  <a:cubicBezTo>
                    <a:pt x="2468" y="303"/>
                    <a:pt x="2165" y="1"/>
                    <a:pt x="179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89"/>
            <p:cNvSpPr/>
            <p:nvPr/>
          </p:nvSpPr>
          <p:spPr>
            <a:xfrm>
              <a:off x="5920227" y="2243887"/>
              <a:ext cx="64799" cy="54501"/>
            </a:xfrm>
            <a:custGeom>
              <a:rect b="b" l="l" r="r" t="t"/>
              <a:pathLst>
                <a:path extrusionOk="0" h="2080" w="2473">
                  <a:moveTo>
                    <a:pt x="682" y="1"/>
                  </a:moveTo>
                  <a:cubicBezTo>
                    <a:pt x="308" y="1"/>
                    <a:pt x="1" y="303"/>
                    <a:pt x="1" y="678"/>
                  </a:cubicBezTo>
                  <a:lnTo>
                    <a:pt x="1" y="2079"/>
                  </a:lnTo>
                  <a:lnTo>
                    <a:pt x="2473" y="2079"/>
                  </a:lnTo>
                  <a:lnTo>
                    <a:pt x="2473" y="678"/>
                  </a:lnTo>
                  <a:cubicBezTo>
                    <a:pt x="2473" y="303"/>
                    <a:pt x="2170" y="1"/>
                    <a:pt x="179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89"/>
            <p:cNvSpPr/>
            <p:nvPr/>
          </p:nvSpPr>
          <p:spPr>
            <a:xfrm>
              <a:off x="5985000" y="2243887"/>
              <a:ext cx="64825" cy="54501"/>
            </a:xfrm>
            <a:custGeom>
              <a:rect b="b" l="l" r="r" t="t"/>
              <a:pathLst>
                <a:path extrusionOk="0" h="2080" w="2474">
                  <a:moveTo>
                    <a:pt x="683" y="1"/>
                  </a:moveTo>
                  <a:cubicBezTo>
                    <a:pt x="308" y="1"/>
                    <a:pt x="1" y="303"/>
                    <a:pt x="1" y="678"/>
                  </a:cubicBezTo>
                  <a:lnTo>
                    <a:pt x="1" y="2079"/>
                  </a:lnTo>
                  <a:lnTo>
                    <a:pt x="2473" y="2079"/>
                  </a:lnTo>
                  <a:lnTo>
                    <a:pt x="2473" y="678"/>
                  </a:lnTo>
                  <a:cubicBezTo>
                    <a:pt x="2473" y="303"/>
                    <a:pt x="2171" y="1"/>
                    <a:pt x="179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89"/>
            <p:cNvSpPr/>
            <p:nvPr/>
          </p:nvSpPr>
          <p:spPr>
            <a:xfrm>
              <a:off x="6049798" y="2243887"/>
              <a:ext cx="64799" cy="54501"/>
            </a:xfrm>
            <a:custGeom>
              <a:rect b="b" l="l" r="r" t="t"/>
              <a:pathLst>
                <a:path extrusionOk="0" h="2080" w="2473">
                  <a:moveTo>
                    <a:pt x="677" y="1"/>
                  </a:moveTo>
                  <a:cubicBezTo>
                    <a:pt x="302" y="1"/>
                    <a:pt x="0" y="303"/>
                    <a:pt x="0" y="678"/>
                  </a:cubicBezTo>
                  <a:lnTo>
                    <a:pt x="0" y="2079"/>
                  </a:lnTo>
                  <a:lnTo>
                    <a:pt x="2472" y="2079"/>
                  </a:lnTo>
                  <a:lnTo>
                    <a:pt x="2472" y="678"/>
                  </a:lnTo>
                  <a:cubicBezTo>
                    <a:pt x="2472" y="308"/>
                    <a:pt x="2170" y="1"/>
                    <a:pt x="179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0" name="Google Shape;19960;p89"/>
            <p:cNvSpPr/>
            <p:nvPr/>
          </p:nvSpPr>
          <p:spPr>
            <a:xfrm>
              <a:off x="6066018" y="2243887"/>
              <a:ext cx="48579" cy="54501"/>
            </a:xfrm>
            <a:custGeom>
              <a:rect b="b" l="l" r="r" t="t"/>
              <a:pathLst>
                <a:path extrusionOk="0" h="2080" w="1854">
                  <a:moveTo>
                    <a:pt x="58" y="1"/>
                  </a:moveTo>
                  <a:cubicBezTo>
                    <a:pt x="39" y="1"/>
                    <a:pt x="15" y="1"/>
                    <a:pt x="0" y="6"/>
                  </a:cubicBezTo>
                  <a:cubicBezTo>
                    <a:pt x="346" y="39"/>
                    <a:pt x="615" y="327"/>
                    <a:pt x="615" y="678"/>
                  </a:cubicBezTo>
                  <a:lnTo>
                    <a:pt x="615" y="2079"/>
                  </a:lnTo>
                  <a:lnTo>
                    <a:pt x="1853" y="2079"/>
                  </a:lnTo>
                  <a:lnTo>
                    <a:pt x="1853" y="678"/>
                  </a:lnTo>
                  <a:cubicBezTo>
                    <a:pt x="1853"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1" name="Google Shape;19961;p89"/>
            <p:cNvSpPr/>
            <p:nvPr/>
          </p:nvSpPr>
          <p:spPr>
            <a:xfrm>
              <a:off x="6001245" y="2243887"/>
              <a:ext cx="48684" cy="54501"/>
            </a:xfrm>
            <a:custGeom>
              <a:rect b="b" l="l" r="r" t="t"/>
              <a:pathLst>
                <a:path extrusionOk="0" h="2080" w="1858">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89"/>
            <p:cNvSpPr/>
            <p:nvPr/>
          </p:nvSpPr>
          <p:spPr>
            <a:xfrm>
              <a:off x="5936341" y="2243887"/>
              <a:ext cx="48684" cy="54501"/>
            </a:xfrm>
            <a:custGeom>
              <a:rect b="b" l="l" r="r" t="t"/>
              <a:pathLst>
                <a:path extrusionOk="0" h="2080" w="1858">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89"/>
            <p:cNvSpPr/>
            <p:nvPr/>
          </p:nvSpPr>
          <p:spPr>
            <a:xfrm>
              <a:off x="5871674" y="2243887"/>
              <a:ext cx="48579" cy="54501"/>
            </a:xfrm>
            <a:custGeom>
              <a:rect b="b" l="l" r="r" t="t"/>
              <a:pathLst>
                <a:path extrusionOk="0" h="2080" w="1854">
                  <a:moveTo>
                    <a:pt x="58" y="1"/>
                  </a:moveTo>
                  <a:cubicBezTo>
                    <a:pt x="39" y="1"/>
                    <a:pt x="15" y="1"/>
                    <a:pt x="1" y="6"/>
                  </a:cubicBezTo>
                  <a:cubicBezTo>
                    <a:pt x="346" y="39"/>
                    <a:pt x="615" y="327"/>
                    <a:pt x="615" y="678"/>
                  </a:cubicBezTo>
                  <a:lnTo>
                    <a:pt x="615" y="2079"/>
                  </a:lnTo>
                  <a:lnTo>
                    <a:pt x="1854" y="2079"/>
                  </a:lnTo>
                  <a:lnTo>
                    <a:pt x="1854" y="678"/>
                  </a:lnTo>
                  <a:cubicBezTo>
                    <a:pt x="1854" y="303"/>
                    <a:pt x="1551" y="1"/>
                    <a:pt x="117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4" name="Google Shape;19964;p89"/>
            <p:cNvSpPr/>
            <p:nvPr/>
          </p:nvSpPr>
          <p:spPr>
            <a:xfrm>
              <a:off x="5806770" y="2243887"/>
              <a:ext cx="48710" cy="54501"/>
            </a:xfrm>
            <a:custGeom>
              <a:rect b="b" l="l" r="r" t="t"/>
              <a:pathLst>
                <a:path extrusionOk="0" h="2080" w="1859">
                  <a:moveTo>
                    <a:pt x="63" y="1"/>
                  </a:moveTo>
                  <a:cubicBezTo>
                    <a:pt x="44" y="1"/>
                    <a:pt x="20" y="1"/>
                    <a:pt x="1" y="6"/>
                  </a:cubicBezTo>
                  <a:cubicBezTo>
                    <a:pt x="351" y="39"/>
                    <a:pt x="615" y="327"/>
                    <a:pt x="620" y="678"/>
                  </a:cubicBezTo>
                  <a:lnTo>
                    <a:pt x="620" y="2079"/>
                  </a:lnTo>
                  <a:lnTo>
                    <a:pt x="1859" y="2079"/>
                  </a:lnTo>
                  <a:lnTo>
                    <a:pt x="1859" y="678"/>
                  </a:lnTo>
                  <a:cubicBezTo>
                    <a:pt x="1859" y="303"/>
                    <a:pt x="1556" y="1"/>
                    <a:pt x="117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5" name="Google Shape;19965;p89"/>
            <p:cNvSpPr/>
            <p:nvPr/>
          </p:nvSpPr>
          <p:spPr>
            <a:xfrm>
              <a:off x="5776218" y="2294458"/>
              <a:ext cx="352843" cy="18525"/>
            </a:xfrm>
            <a:custGeom>
              <a:rect b="b" l="l" r="r" t="t"/>
              <a:pathLst>
                <a:path extrusionOk="0" h="707" w="13466">
                  <a:moveTo>
                    <a:pt x="53" y="1"/>
                  </a:moveTo>
                  <a:cubicBezTo>
                    <a:pt x="24" y="1"/>
                    <a:pt x="0" y="25"/>
                    <a:pt x="0" y="53"/>
                  </a:cubicBez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6" name="Google Shape;19966;p89"/>
            <p:cNvSpPr/>
            <p:nvPr/>
          </p:nvSpPr>
          <p:spPr>
            <a:xfrm>
              <a:off x="5776218" y="2294458"/>
              <a:ext cx="352843" cy="18525"/>
            </a:xfrm>
            <a:custGeom>
              <a:rect b="b" l="l" r="r" t="t"/>
              <a:pathLst>
                <a:path extrusionOk="0" h="707" w="13466">
                  <a:moveTo>
                    <a:pt x="12054" y="1"/>
                  </a:moveTo>
                  <a:lnTo>
                    <a:pt x="12054" y="433"/>
                  </a:lnTo>
                  <a:cubicBezTo>
                    <a:pt x="12054" y="461"/>
                    <a:pt x="12030" y="481"/>
                    <a:pt x="12001" y="481"/>
                  </a:cubicBezTo>
                  <a:lnTo>
                    <a:pt x="0" y="481"/>
                  </a:ln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7" name="Google Shape;19967;p89"/>
            <p:cNvSpPr/>
            <p:nvPr/>
          </p:nvSpPr>
          <p:spPr>
            <a:xfrm>
              <a:off x="5781878" y="2015349"/>
              <a:ext cx="341628" cy="78529"/>
            </a:xfrm>
            <a:custGeom>
              <a:rect b="b" l="l" r="r" t="t"/>
              <a:pathLst>
                <a:path extrusionOk="0" h="2997" w="13038">
                  <a:moveTo>
                    <a:pt x="307" y="1"/>
                  </a:moveTo>
                  <a:cubicBezTo>
                    <a:pt x="142" y="1"/>
                    <a:pt x="0" y="139"/>
                    <a:pt x="0" y="313"/>
                  </a:cubicBezTo>
                  <a:lnTo>
                    <a:pt x="0" y="2795"/>
                  </a:lnTo>
                  <a:cubicBezTo>
                    <a:pt x="0" y="2905"/>
                    <a:pt x="92" y="2996"/>
                    <a:pt x="202" y="2996"/>
                  </a:cubicBezTo>
                  <a:cubicBezTo>
                    <a:pt x="312" y="2996"/>
                    <a:pt x="404" y="2905"/>
                    <a:pt x="404" y="2795"/>
                  </a:cubicBezTo>
                  <a:lnTo>
                    <a:pt x="404" y="423"/>
                  </a:lnTo>
                  <a:cubicBezTo>
                    <a:pt x="2425" y="731"/>
                    <a:pt x="4470" y="884"/>
                    <a:pt x="6514" y="889"/>
                  </a:cubicBezTo>
                  <a:cubicBezTo>
                    <a:pt x="8564" y="884"/>
                    <a:pt x="10604" y="731"/>
                    <a:pt x="12630" y="423"/>
                  </a:cubicBezTo>
                  <a:lnTo>
                    <a:pt x="12630" y="2790"/>
                  </a:lnTo>
                  <a:cubicBezTo>
                    <a:pt x="12630" y="2927"/>
                    <a:pt x="12732" y="2995"/>
                    <a:pt x="12834" y="2995"/>
                  </a:cubicBezTo>
                  <a:cubicBezTo>
                    <a:pt x="12936" y="2995"/>
                    <a:pt x="13038" y="2927"/>
                    <a:pt x="13038" y="2790"/>
                  </a:cubicBezTo>
                  <a:lnTo>
                    <a:pt x="13038" y="313"/>
                  </a:lnTo>
                  <a:cubicBezTo>
                    <a:pt x="13034" y="139"/>
                    <a:pt x="12896" y="1"/>
                    <a:pt x="12731" y="1"/>
                  </a:cubicBezTo>
                  <a:cubicBezTo>
                    <a:pt x="12714" y="1"/>
                    <a:pt x="12696" y="3"/>
                    <a:pt x="12678" y="6"/>
                  </a:cubicBezTo>
                  <a:cubicBezTo>
                    <a:pt x="10638" y="318"/>
                    <a:pt x="8579" y="476"/>
                    <a:pt x="6519" y="486"/>
                  </a:cubicBezTo>
                  <a:cubicBezTo>
                    <a:pt x="4455" y="476"/>
                    <a:pt x="2401" y="318"/>
                    <a:pt x="360" y="6"/>
                  </a:cubicBezTo>
                  <a:cubicBezTo>
                    <a:pt x="343" y="3"/>
                    <a:pt x="325" y="1"/>
                    <a:pt x="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8" name="Google Shape;19968;p89"/>
            <p:cNvSpPr/>
            <p:nvPr/>
          </p:nvSpPr>
          <p:spPr>
            <a:xfrm>
              <a:off x="5781747" y="2108053"/>
              <a:ext cx="341654" cy="78476"/>
            </a:xfrm>
            <a:custGeom>
              <a:rect b="b" l="l" r="r" t="t"/>
              <a:pathLst>
                <a:path extrusionOk="0" h="2995" w="13039">
                  <a:moveTo>
                    <a:pt x="205" y="1"/>
                  </a:moveTo>
                  <a:cubicBezTo>
                    <a:pt x="103" y="1"/>
                    <a:pt x="1" y="68"/>
                    <a:pt x="1" y="202"/>
                  </a:cubicBezTo>
                  <a:lnTo>
                    <a:pt x="1" y="2684"/>
                  </a:lnTo>
                  <a:cubicBezTo>
                    <a:pt x="1" y="2775"/>
                    <a:pt x="39" y="2862"/>
                    <a:pt x="111" y="2919"/>
                  </a:cubicBezTo>
                  <a:cubicBezTo>
                    <a:pt x="171" y="2967"/>
                    <a:pt x="244" y="2995"/>
                    <a:pt x="319" y="2995"/>
                  </a:cubicBezTo>
                  <a:cubicBezTo>
                    <a:pt x="334" y="2995"/>
                    <a:pt x="350" y="2994"/>
                    <a:pt x="365" y="2991"/>
                  </a:cubicBezTo>
                  <a:cubicBezTo>
                    <a:pt x="2406" y="2672"/>
                    <a:pt x="4464" y="2512"/>
                    <a:pt x="6522" y="2512"/>
                  </a:cubicBezTo>
                  <a:cubicBezTo>
                    <a:pt x="8580" y="2512"/>
                    <a:pt x="10638" y="2672"/>
                    <a:pt x="12678" y="2991"/>
                  </a:cubicBezTo>
                  <a:cubicBezTo>
                    <a:pt x="12694" y="2994"/>
                    <a:pt x="12709" y="2995"/>
                    <a:pt x="12725" y="2995"/>
                  </a:cubicBezTo>
                  <a:cubicBezTo>
                    <a:pt x="12893" y="2995"/>
                    <a:pt x="13038" y="2856"/>
                    <a:pt x="13038" y="2684"/>
                  </a:cubicBezTo>
                  <a:lnTo>
                    <a:pt x="13038" y="202"/>
                  </a:lnTo>
                  <a:cubicBezTo>
                    <a:pt x="13038" y="68"/>
                    <a:pt x="12936" y="1"/>
                    <a:pt x="12834" y="1"/>
                  </a:cubicBezTo>
                  <a:cubicBezTo>
                    <a:pt x="12732" y="1"/>
                    <a:pt x="12630" y="68"/>
                    <a:pt x="12630" y="202"/>
                  </a:cubicBezTo>
                  <a:lnTo>
                    <a:pt x="12630" y="2574"/>
                  </a:lnTo>
                  <a:cubicBezTo>
                    <a:pt x="10604" y="2262"/>
                    <a:pt x="8561" y="2106"/>
                    <a:pt x="6518" y="2106"/>
                  </a:cubicBezTo>
                  <a:cubicBezTo>
                    <a:pt x="4475" y="2106"/>
                    <a:pt x="2432" y="2262"/>
                    <a:pt x="409" y="2574"/>
                  </a:cubicBezTo>
                  <a:lnTo>
                    <a:pt x="409" y="202"/>
                  </a:lnTo>
                  <a:cubicBezTo>
                    <a:pt x="409"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9" name="Google Shape;19969;p89"/>
            <p:cNvSpPr/>
            <p:nvPr/>
          </p:nvSpPr>
          <p:spPr>
            <a:xfrm>
              <a:off x="5803128" y="2040294"/>
              <a:ext cx="298997" cy="121318"/>
            </a:xfrm>
            <a:custGeom>
              <a:rect b="b" l="l" r="r" t="t"/>
              <a:pathLst>
                <a:path extrusionOk="0" h="4630" w="11411">
                  <a:moveTo>
                    <a:pt x="11003" y="407"/>
                  </a:moveTo>
                  <a:lnTo>
                    <a:pt x="11003" y="4219"/>
                  </a:lnTo>
                  <a:cubicBezTo>
                    <a:pt x="9244" y="3991"/>
                    <a:pt x="7474" y="3877"/>
                    <a:pt x="5703" y="3877"/>
                  </a:cubicBezTo>
                  <a:cubicBezTo>
                    <a:pt x="3933" y="3877"/>
                    <a:pt x="2163" y="3991"/>
                    <a:pt x="404" y="4219"/>
                  </a:cubicBezTo>
                  <a:lnTo>
                    <a:pt x="404" y="407"/>
                  </a:lnTo>
                  <a:cubicBezTo>
                    <a:pt x="2161" y="633"/>
                    <a:pt x="3932" y="748"/>
                    <a:pt x="5703" y="753"/>
                  </a:cubicBezTo>
                  <a:cubicBezTo>
                    <a:pt x="7475" y="748"/>
                    <a:pt x="9246" y="633"/>
                    <a:pt x="11003" y="407"/>
                  </a:cubicBezTo>
                  <a:close/>
                  <a:moveTo>
                    <a:pt x="386" y="0"/>
                  </a:moveTo>
                  <a:cubicBezTo>
                    <a:pt x="175" y="0"/>
                    <a:pt x="1" y="172"/>
                    <a:pt x="1" y="388"/>
                  </a:cubicBezTo>
                  <a:lnTo>
                    <a:pt x="1" y="4238"/>
                  </a:lnTo>
                  <a:cubicBezTo>
                    <a:pt x="1" y="4457"/>
                    <a:pt x="179" y="4630"/>
                    <a:pt x="393" y="4630"/>
                  </a:cubicBezTo>
                  <a:cubicBezTo>
                    <a:pt x="410" y="4630"/>
                    <a:pt x="426" y="4629"/>
                    <a:pt x="442" y="4627"/>
                  </a:cubicBezTo>
                  <a:cubicBezTo>
                    <a:pt x="2190" y="4399"/>
                    <a:pt x="3948" y="4285"/>
                    <a:pt x="5706" y="4285"/>
                  </a:cubicBezTo>
                  <a:cubicBezTo>
                    <a:pt x="7464" y="4285"/>
                    <a:pt x="9222" y="4399"/>
                    <a:pt x="10969" y="4627"/>
                  </a:cubicBezTo>
                  <a:cubicBezTo>
                    <a:pt x="10986" y="4629"/>
                    <a:pt x="11002" y="4630"/>
                    <a:pt x="11018" y="4630"/>
                  </a:cubicBezTo>
                  <a:cubicBezTo>
                    <a:pt x="11232" y="4630"/>
                    <a:pt x="11411" y="4457"/>
                    <a:pt x="11411" y="4238"/>
                  </a:cubicBezTo>
                  <a:lnTo>
                    <a:pt x="11411" y="388"/>
                  </a:lnTo>
                  <a:cubicBezTo>
                    <a:pt x="11411" y="172"/>
                    <a:pt x="11236" y="0"/>
                    <a:pt x="11025" y="0"/>
                  </a:cubicBezTo>
                  <a:cubicBezTo>
                    <a:pt x="11007" y="0"/>
                    <a:pt x="10988" y="1"/>
                    <a:pt x="10969" y="4"/>
                  </a:cubicBezTo>
                  <a:cubicBezTo>
                    <a:pt x="9222" y="225"/>
                    <a:pt x="7465" y="340"/>
                    <a:pt x="5703" y="345"/>
                  </a:cubicBezTo>
                  <a:cubicBezTo>
                    <a:pt x="3947" y="340"/>
                    <a:pt x="2185" y="225"/>
                    <a:pt x="442" y="4"/>
                  </a:cubicBezTo>
                  <a:cubicBezTo>
                    <a:pt x="423" y="1"/>
                    <a:pt x="405" y="0"/>
                    <a:pt x="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0" name="Google Shape;19970;p89"/>
            <p:cNvSpPr/>
            <p:nvPr/>
          </p:nvSpPr>
          <p:spPr>
            <a:xfrm>
              <a:off x="5770820" y="2200627"/>
              <a:ext cx="363507" cy="117754"/>
            </a:xfrm>
            <a:custGeom>
              <a:rect b="b" l="l" r="r" t="t"/>
              <a:pathLst>
                <a:path extrusionOk="0" h="4494" w="13873">
                  <a:moveTo>
                    <a:pt x="3792" y="409"/>
                  </a:moveTo>
                  <a:cubicBezTo>
                    <a:pt x="4056" y="409"/>
                    <a:pt x="4267" y="620"/>
                    <a:pt x="4267" y="884"/>
                  </a:cubicBezTo>
                  <a:lnTo>
                    <a:pt x="4267" y="1450"/>
                  </a:lnTo>
                  <a:lnTo>
                    <a:pt x="3816" y="1450"/>
                  </a:lnTo>
                  <a:lnTo>
                    <a:pt x="3778" y="1455"/>
                  </a:lnTo>
                  <a:lnTo>
                    <a:pt x="3773" y="1455"/>
                  </a:lnTo>
                  <a:cubicBezTo>
                    <a:pt x="3623" y="1657"/>
                    <a:pt x="3395" y="1758"/>
                    <a:pt x="3168" y="1758"/>
                  </a:cubicBezTo>
                  <a:cubicBezTo>
                    <a:pt x="2937" y="1758"/>
                    <a:pt x="2706" y="1654"/>
                    <a:pt x="2559" y="1446"/>
                  </a:cubicBezTo>
                  <a:lnTo>
                    <a:pt x="2203" y="1446"/>
                  </a:lnTo>
                  <a:lnTo>
                    <a:pt x="2203" y="884"/>
                  </a:lnTo>
                  <a:cubicBezTo>
                    <a:pt x="2203" y="620"/>
                    <a:pt x="2415" y="409"/>
                    <a:pt x="2679" y="409"/>
                  </a:cubicBezTo>
                  <a:close/>
                  <a:moveTo>
                    <a:pt x="8737" y="409"/>
                  </a:moveTo>
                  <a:cubicBezTo>
                    <a:pt x="8996" y="409"/>
                    <a:pt x="9207" y="625"/>
                    <a:pt x="9212" y="884"/>
                  </a:cubicBezTo>
                  <a:lnTo>
                    <a:pt x="9212" y="1450"/>
                  </a:lnTo>
                  <a:lnTo>
                    <a:pt x="8789" y="1450"/>
                  </a:lnTo>
                  <a:lnTo>
                    <a:pt x="8751" y="1455"/>
                  </a:lnTo>
                  <a:lnTo>
                    <a:pt x="8741" y="1455"/>
                  </a:lnTo>
                  <a:lnTo>
                    <a:pt x="8703" y="1460"/>
                  </a:lnTo>
                  <a:lnTo>
                    <a:pt x="8693" y="1460"/>
                  </a:lnTo>
                  <a:lnTo>
                    <a:pt x="8655" y="1465"/>
                  </a:lnTo>
                  <a:lnTo>
                    <a:pt x="8650" y="1465"/>
                  </a:lnTo>
                  <a:lnTo>
                    <a:pt x="8607" y="1479"/>
                  </a:lnTo>
                  <a:cubicBezTo>
                    <a:pt x="8525" y="1666"/>
                    <a:pt x="8350" y="1760"/>
                    <a:pt x="8175" y="1760"/>
                  </a:cubicBezTo>
                  <a:cubicBezTo>
                    <a:pt x="8000" y="1760"/>
                    <a:pt x="7824" y="1666"/>
                    <a:pt x="7743" y="1479"/>
                  </a:cubicBezTo>
                  <a:lnTo>
                    <a:pt x="7700" y="1465"/>
                  </a:lnTo>
                  <a:lnTo>
                    <a:pt x="7695" y="1465"/>
                  </a:lnTo>
                  <a:lnTo>
                    <a:pt x="7656" y="1460"/>
                  </a:lnTo>
                  <a:lnTo>
                    <a:pt x="7642" y="1460"/>
                  </a:lnTo>
                  <a:lnTo>
                    <a:pt x="7608" y="1455"/>
                  </a:lnTo>
                  <a:lnTo>
                    <a:pt x="7594" y="1455"/>
                  </a:lnTo>
                  <a:lnTo>
                    <a:pt x="7560" y="1450"/>
                  </a:lnTo>
                  <a:lnTo>
                    <a:pt x="7152" y="1450"/>
                  </a:lnTo>
                  <a:lnTo>
                    <a:pt x="7152" y="884"/>
                  </a:lnTo>
                  <a:lnTo>
                    <a:pt x="7143" y="884"/>
                  </a:lnTo>
                  <a:cubicBezTo>
                    <a:pt x="7143" y="625"/>
                    <a:pt x="7359" y="409"/>
                    <a:pt x="7618" y="409"/>
                  </a:cubicBezTo>
                  <a:close/>
                  <a:moveTo>
                    <a:pt x="11204" y="409"/>
                  </a:moveTo>
                  <a:cubicBezTo>
                    <a:pt x="11468" y="409"/>
                    <a:pt x="11679" y="625"/>
                    <a:pt x="11679" y="884"/>
                  </a:cubicBezTo>
                  <a:lnTo>
                    <a:pt x="11679" y="1450"/>
                  </a:lnTo>
                  <a:lnTo>
                    <a:pt x="11257" y="1450"/>
                  </a:lnTo>
                  <a:lnTo>
                    <a:pt x="11223" y="1455"/>
                  </a:lnTo>
                  <a:lnTo>
                    <a:pt x="11209" y="1455"/>
                  </a:lnTo>
                  <a:lnTo>
                    <a:pt x="11175" y="1460"/>
                  </a:lnTo>
                  <a:lnTo>
                    <a:pt x="11165" y="1460"/>
                  </a:lnTo>
                  <a:lnTo>
                    <a:pt x="11127" y="1465"/>
                  </a:lnTo>
                  <a:lnTo>
                    <a:pt x="11117" y="1465"/>
                  </a:lnTo>
                  <a:lnTo>
                    <a:pt x="11074" y="1479"/>
                  </a:lnTo>
                  <a:cubicBezTo>
                    <a:pt x="10993" y="1666"/>
                    <a:pt x="10817" y="1760"/>
                    <a:pt x="10642" y="1760"/>
                  </a:cubicBezTo>
                  <a:cubicBezTo>
                    <a:pt x="10467" y="1760"/>
                    <a:pt x="10292" y="1666"/>
                    <a:pt x="10210" y="1479"/>
                  </a:cubicBezTo>
                  <a:lnTo>
                    <a:pt x="10167" y="1465"/>
                  </a:lnTo>
                  <a:lnTo>
                    <a:pt x="10162" y="1465"/>
                  </a:lnTo>
                  <a:lnTo>
                    <a:pt x="10124" y="1460"/>
                  </a:lnTo>
                  <a:lnTo>
                    <a:pt x="10114" y="1460"/>
                  </a:lnTo>
                  <a:lnTo>
                    <a:pt x="10076" y="1455"/>
                  </a:lnTo>
                  <a:lnTo>
                    <a:pt x="10066" y="1455"/>
                  </a:lnTo>
                  <a:lnTo>
                    <a:pt x="10028" y="1450"/>
                  </a:lnTo>
                  <a:lnTo>
                    <a:pt x="9620" y="1450"/>
                  </a:lnTo>
                  <a:lnTo>
                    <a:pt x="9620" y="884"/>
                  </a:lnTo>
                  <a:lnTo>
                    <a:pt x="9615" y="884"/>
                  </a:lnTo>
                  <a:cubicBezTo>
                    <a:pt x="9615" y="625"/>
                    <a:pt x="9831" y="409"/>
                    <a:pt x="10090" y="409"/>
                  </a:cubicBezTo>
                  <a:close/>
                  <a:moveTo>
                    <a:pt x="6264" y="409"/>
                  </a:moveTo>
                  <a:cubicBezTo>
                    <a:pt x="6528" y="409"/>
                    <a:pt x="6740" y="625"/>
                    <a:pt x="6740" y="884"/>
                  </a:cubicBezTo>
                  <a:lnTo>
                    <a:pt x="6740" y="1450"/>
                  </a:lnTo>
                  <a:lnTo>
                    <a:pt x="6288" y="1450"/>
                  </a:lnTo>
                  <a:lnTo>
                    <a:pt x="6250" y="1455"/>
                  </a:lnTo>
                  <a:lnTo>
                    <a:pt x="6245" y="1455"/>
                  </a:lnTo>
                  <a:cubicBezTo>
                    <a:pt x="6096" y="1659"/>
                    <a:pt x="5869" y="1760"/>
                    <a:pt x="5642" y="1760"/>
                  </a:cubicBezTo>
                  <a:cubicBezTo>
                    <a:pt x="5410" y="1760"/>
                    <a:pt x="5179" y="1654"/>
                    <a:pt x="5031" y="1446"/>
                  </a:cubicBezTo>
                  <a:lnTo>
                    <a:pt x="4676" y="1446"/>
                  </a:lnTo>
                  <a:lnTo>
                    <a:pt x="4676" y="884"/>
                  </a:lnTo>
                  <a:cubicBezTo>
                    <a:pt x="4676" y="625"/>
                    <a:pt x="4887" y="409"/>
                    <a:pt x="5151" y="409"/>
                  </a:cubicBezTo>
                  <a:close/>
                  <a:moveTo>
                    <a:pt x="2554" y="1858"/>
                  </a:moveTo>
                  <a:cubicBezTo>
                    <a:pt x="2813" y="1858"/>
                    <a:pt x="3024" y="2070"/>
                    <a:pt x="3029" y="2329"/>
                  </a:cubicBezTo>
                  <a:lnTo>
                    <a:pt x="3029" y="3380"/>
                  </a:lnTo>
                  <a:lnTo>
                    <a:pt x="960" y="3380"/>
                  </a:lnTo>
                  <a:lnTo>
                    <a:pt x="960" y="2329"/>
                  </a:lnTo>
                  <a:cubicBezTo>
                    <a:pt x="960" y="2070"/>
                    <a:pt x="1176" y="1858"/>
                    <a:pt x="1435" y="1858"/>
                  </a:cubicBezTo>
                  <a:close/>
                  <a:moveTo>
                    <a:pt x="5021" y="1858"/>
                  </a:moveTo>
                  <a:cubicBezTo>
                    <a:pt x="5285" y="1858"/>
                    <a:pt x="5496" y="2070"/>
                    <a:pt x="5496" y="2334"/>
                  </a:cubicBezTo>
                  <a:lnTo>
                    <a:pt x="5496" y="3380"/>
                  </a:lnTo>
                  <a:lnTo>
                    <a:pt x="3432" y="3380"/>
                  </a:lnTo>
                  <a:lnTo>
                    <a:pt x="3432" y="2329"/>
                  </a:lnTo>
                  <a:lnTo>
                    <a:pt x="3432" y="2290"/>
                  </a:lnTo>
                  <a:cubicBezTo>
                    <a:pt x="3451" y="2079"/>
                    <a:pt x="3605" y="1906"/>
                    <a:pt x="3811" y="1868"/>
                  </a:cubicBezTo>
                  <a:lnTo>
                    <a:pt x="3826" y="1868"/>
                  </a:lnTo>
                  <a:lnTo>
                    <a:pt x="3859" y="1863"/>
                  </a:lnTo>
                  <a:lnTo>
                    <a:pt x="4469" y="1863"/>
                  </a:lnTo>
                  <a:lnTo>
                    <a:pt x="4469" y="1858"/>
                  </a:lnTo>
                  <a:close/>
                  <a:moveTo>
                    <a:pt x="7541" y="1858"/>
                  </a:moveTo>
                  <a:lnTo>
                    <a:pt x="7565" y="1863"/>
                  </a:lnTo>
                  <a:lnTo>
                    <a:pt x="7589" y="1863"/>
                  </a:lnTo>
                  <a:lnTo>
                    <a:pt x="7613" y="1873"/>
                  </a:lnTo>
                  <a:lnTo>
                    <a:pt x="7632" y="1878"/>
                  </a:lnTo>
                  <a:lnTo>
                    <a:pt x="7661" y="1887"/>
                  </a:lnTo>
                  <a:lnTo>
                    <a:pt x="7676" y="1892"/>
                  </a:lnTo>
                  <a:lnTo>
                    <a:pt x="7704" y="1906"/>
                  </a:lnTo>
                  <a:lnTo>
                    <a:pt x="7714" y="1911"/>
                  </a:lnTo>
                  <a:lnTo>
                    <a:pt x="7743" y="1926"/>
                  </a:lnTo>
                  <a:lnTo>
                    <a:pt x="7752" y="1930"/>
                  </a:lnTo>
                  <a:lnTo>
                    <a:pt x="7781" y="1950"/>
                  </a:lnTo>
                  <a:lnTo>
                    <a:pt x="7786" y="1959"/>
                  </a:lnTo>
                  <a:lnTo>
                    <a:pt x="7815" y="1978"/>
                  </a:lnTo>
                  <a:lnTo>
                    <a:pt x="7820" y="1988"/>
                  </a:lnTo>
                  <a:lnTo>
                    <a:pt x="7844" y="2007"/>
                  </a:lnTo>
                  <a:lnTo>
                    <a:pt x="7853" y="2017"/>
                  </a:lnTo>
                  <a:lnTo>
                    <a:pt x="7872" y="2041"/>
                  </a:lnTo>
                  <a:lnTo>
                    <a:pt x="7882" y="2055"/>
                  </a:lnTo>
                  <a:lnTo>
                    <a:pt x="7896" y="2079"/>
                  </a:lnTo>
                  <a:lnTo>
                    <a:pt x="7906" y="2094"/>
                  </a:lnTo>
                  <a:lnTo>
                    <a:pt x="7920" y="2118"/>
                  </a:lnTo>
                  <a:lnTo>
                    <a:pt x="7925" y="2132"/>
                  </a:lnTo>
                  <a:lnTo>
                    <a:pt x="7935" y="2156"/>
                  </a:lnTo>
                  <a:lnTo>
                    <a:pt x="7944" y="2175"/>
                  </a:lnTo>
                  <a:cubicBezTo>
                    <a:pt x="7944" y="2185"/>
                    <a:pt x="7949" y="2190"/>
                    <a:pt x="7949" y="2199"/>
                  </a:cubicBezTo>
                  <a:cubicBezTo>
                    <a:pt x="7954" y="2209"/>
                    <a:pt x="7954" y="2214"/>
                    <a:pt x="7954" y="2218"/>
                  </a:cubicBezTo>
                  <a:cubicBezTo>
                    <a:pt x="7959" y="2223"/>
                    <a:pt x="7959" y="2238"/>
                    <a:pt x="7964" y="2247"/>
                  </a:cubicBezTo>
                  <a:cubicBezTo>
                    <a:pt x="7964" y="2252"/>
                    <a:pt x="7964" y="2257"/>
                    <a:pt x="7964" y="2262"/>
                  </a:cubicBezTo>
                  <a:cubicBezTo>
                    <a:pt x="7964" y="2271"/>
                    <a:pt x="7964" y="2281"/>
                    <a:pt x="7964" y="2290"/>
                  </a:cubicBezTo>
                  <a:cubicBezTo>
                    <a:pt x="7968" y="2300"/>
                    <a:pt x="7964" y="2319"/>
                    <a:pt x="7964" y="2329"/>
                  </a:cubicBezTo>
                  <a:lnTo>
                    <a:pt x="7964" y="3380"/>
                  </a:lnTo>
                  <a:lnTo>
                    <a:pt x="5900" y="3380"/>
                  </a:lnTo>
                  <a:lnTo>
                    <a:pt x="5900" y="2329"/>
                  </a:lnTo>
                  <a:lnTo>
                    <a:pt x="5900" y="2290"/>
                  </a:lnTo>
                  <a:cubicBezTo>
                    <a:pt x="5924" y="2079"/>
                    <a:pt x="6077" y="1906"/>
                    <a:pt x="6284" y="1868"/>
                  </a:cubicBezTo>
                  <a:lnTo>
                    <a:pt x="6293" y="1868"/>
                  </a:lnTo>
                  <a:lnTo>
                    <a:pt x="6327" y="1863"/>
                  </a:lnTo>
                  <a:lnTo>
                    <a:pt x="6375" y="1863"/>
                  </a:lnTo>
                  <a:lnTo>
                    <a:pt x="6946" y="1858"/>
                  </a:lnTo>
                  <a:close/>
                  <a:moveTo>
                    <a:pt x="10013" y="1858"/>
                  </a:moveTo>
                  <a:lnTo>
                    <a:pt x="10033" y="1863"/>
                  </a:lnTo>
                  <a:lnTo>
                    <a:pt x="10057" y="1863"/>
                  </a:lnTo>
                  <a:lnTo>
                    <a:pt x="10085" y="1873"/>
                  </a:lnTo>
                  <a:lnTo>
                    <a:pt x="10100" y="1878"/>
                  </a:lnTo>
                  <a:lnTo>
                    <a:pt x="10129" y="1887"/>
                  </a:lnTo>
                  <a:lnTo>
                    <a:pt x="10143" y="1892"/>
                  </a:lnTo>
                  <a:lnTo>
                    <a:pt x="10172" y="1906"/>
                  </a:lnTo>
                  <a:lnTo>
                    <a:pt x="10181" y="1911"/>
                  </a:lnTo>
                  <a:lnTo>
                    <a:pt x="10210" y="1926"/>
                  </a:lnTo>
                  <a:lnTo>
                    <a:pt x="10220" y="1930"/>
                  </a:lnTo>
                  <a:lnTo>
                    <a:pt x="10249" y="1950"/>
                  </a:lnTo>
                  <a:lnTo>
                    <a:pt x="10258" y="1959"/>
                  </a:lnTo>
                  <a:lnTo>
                    <a:pt x="10282" y="1978"/>
                  </a:lnTo>
                  <a:lnTo>
                    <a:pt x="10292" y="1988"/>
                  </a:lnTo>
                  <a:lnTo>
                    <a:pt x="10311" y="2007"/>
                  </a:lnTo>
                  <a:lnTo>
                    <a:pt x="10321" y="2017"/>
                  </a:lnTo>
                  <a:lnTo>
                    <a:pt x="10340" y="2041"/>
                  </a:lnTo>
                  <a:lnTo>
                    <a:pt x="10349" y="2055"/>
                  </a:lnTo>
                  <a:lnTo>
                    <a:pt x="10369" y="2079"/>
                  </a:lnTo>
                  <a:lnTo>
                    <a:pt x="10373" y="2094"/>
                  </a:lnTo>
                  <a:lnTo>
                    <a:pt x="10388" y="2118"/>
                  </a:lnTo>
                  <a:lnTo>
                    <a:pt x="10397" y="2132"/>
                  </a:lnTo>
                  <a:lnTo>
                    <a:pt x="10407" y="2156"/>
                  </a:lnTo>
                  <a:lnTo>
                    <a:pt x="10412" y="2175"/>
                  </a:lnTo>
                  <a:cubicBezTo>
                    <a:pt x="10412" y="2185"/>
                    <a:pt x="10417" y="2190"/>
                    <a:pt x="10421" y="2199"/>
                  </a:cubicBezTo>
                  <a:cubicBezTo>
                    <a:pt x="10421" y="2209"/>
                    <a:pt x="10421" y="2214"/>
                    <a:pt x="10426" y="2218"/>
                  </a:cubicBezTo>
                  <a:cubicBezTo>
                    <a:pt x="10426" y="2223"/>
                    <a:pt x="10431" y="2238"/>
                    <a:pt x="10431" y="2247"/>
                  </a:cubicBezTo>
                  <a:cubicBezTo>
                    <a:pt x="10431" y="2252"/>
                    <a:pt x="10431" y="2257"/>
                    <a:pt x="10431" y="2262"/>
                  </a:cubicBezTo>
                  <a:cubicBezTo>
                    <a:pt x="10431" y="2271"/>
                    <a:pt x="10431" y="2281"/>
                    <a:pt x="10436" y="2290"/>
                  </a:cubicBezTo>
                  <a:cubicBezTo>
                    <a:pt x="10441" y="2300"/>
                    <a:pt x="10436" y="2319"/>
                    <a:pt x="10436" y="2329"/>
                  </a:cubicBezTo>
                  <a:lnTo>
                    <a:pt x="10436" y="3380"/>
                  </a:lnTo>
                  <a:lnTo>
                    <a:pt x="8372" y="3380"/>
                  </a:lnTo>
                  <a:lnTo>
                    <a:pt x="8372" y="2329"/>
                  </a:lnTo>
                  <a:lnTo>
                    <a:pt x="8372" y="2295"/>
                  </a:lnTo>
                  <a:cubicBezTo>
                    <a:pt x="8372" y="2281"/>
                    <a:pt x="8372" y="2271"/>
                    <a:pt x="8372" y="2262"/>
                  </a:cubicBezTo>
                  <a:cubicBezTo>
                    <a:pt x="8377" y="2252"/>
                    <a:pt x="8372" y="2252"/>
                    <a:pt x="8372" y="2247"/>
                  </a:cubicBezTo>
                  <a:cubicBezTo>
                    <a:pt x="8372" y="2242"/>
                    <a:pt x="8377" y="2228"/>
                    <a:pt x="8381" y="2218"/>
                  </a:cubicBezTo>
                  <a:lnTo>
                    <a:pt x="8386" y="2199"/>
                  </a:lnTo>
                  <a:cubicBezTo>
                    <a:pt x="8386" y="2194"/>
                    <a:pt x="8391" y="2185"/>
                    <a:pt x="8391" y="2175"/>
                  </a:cubicBezTo>
                  <a:lnTo>
                    <a:pt x="8401" y="2156"/>
                  </a:lnTo>
                  <a:lnTo>
                    <a:pt x="8410" y="2132"/>
                  </a:lnTo>
                  <a:lnTo>
                    <a:pt x="8415" y="2118"/>
                  </a:lnTo>
                  <a:lnTo>
                    <a:pt x="8429" y="2094"/>
                  </a:lnTo>
                  <a:lnTo>
                    <a:pt x="8439" y="2079"/>
                  </a:lnTo>
                  <a:lnTo>
                    <a:pt x="8453" y="2055"/>
                  </a:lnTo>
                  <a:lnTo>
                    <a:pt x="8463" y="2041"/>
                  </a:lnTo>
                  <a:lnTo>
                    <a:pt x="8482" y="2022"/>
                  </a:lnTo>
                  <a:lnTo>
                    <a:pt x="8492" y="2012"/>
                  </a:lnTo>
                  <a:lnTo>
                    <a:pt x="8516" y="1988"/>
                  </a:lnTo>
                  <a:lnTo>
                    <a:pt x="8521" y="1978"/>
                  </a:lnTo>
                  <a:lnTo>
                    <a:pt x="8549" y="1959"/>
                  </a:lnTo>
                  <a:lnTo>
                    <a:pt x="8554" y="1954"/>
                  </a:lnTo>
                  <a:lnTo>
                    <a:pt x="8583" y="1935"/>
                  </a:lnTo>
                  <a:lnTo>
                    <a:pt x="8593" y="1926"/>
                  </a:lnTo>
                  <a:lnTo>
                    <a:pt x="8621" y="1911"/>
                  </a:lnTo>
                  <a:lnTo>
                    <a:pt x="8631" y="1906"/>
                  </a:lnTo>
                  <a:lnTo>
                    <a:pt x="8660" y="1892"/>
                  </a:lnTo>
                  <a:lnTo>
                    <a:pt x="8674" y="1887"/>
                  </a:lnTo>
                  <a:lnTo>
                    <a:pt x="8703" y="1878"/>
                  </a:lnTo>
                  <a:lnTo>
                    <a:pt x="8722" y="1873"/>
                  </a:lnTo>
                  <a:lnTo>
                    <a:pt x="8746" y="1868"/>
                  </a:lnTo>
                  <a:lnTo>
                    <a:pt x="8770" y="1863"/>
                  </a:lnTo>
                  <a:lnTo>
                    <a:pt x="8794" y="1858"/>
                  </a:lnTo>
                  <a:close/>
                  <a:moveTo>
                    <a:pt x="12438" y="1858"/>
                  </a:moveTo>
                  <a:cubicBezTo>
                    <a:pt x="12697" y="1858"/>
                    <a:pt x="12913" y="2070"/>
                    <a:pt x="12913" y="2334"/>
                  </a:cubicBezTo>
                  <a:lnTo>
                    <a:pt x="12913" y="3380"/>
                  </a:lnTo>
                  <a:lnTo>
                    <a:pt x="10844" y="3380"/>
                  </a:lnTo>
                  <a:lnTo>
                    <a:pt x="10844" y="2329"/>
                  </a:lnTo>
                  <a:lnTo>
                    <a:pt x="10844" y="2295"/>
                  </a:lnTo>
                  <a:cubicBezTo>
                    <a:pt x="10844" y="2281"/>
                    <a:pt x="10844" y="2271"/>
                    <a:pt x="10849" y="2262"/>
                  </a:cubicBezTo>
                  <a:cubicBezTo>
                    <a:pt x="10853" y="2252"/>
                    <a:pt x="10849" y="2252"/>
                    <a:pt x="10849" y="2247"/>
                  </a:cubicBezTo>
                  <a:cubicBezTo>
                    <a:pt x="10849" y="2242"/>
                    <a:pt x="10853" y="2228"/>
                    <a:pt x="10853" y="2218"/>
                  </a:cubicBezTo>
                  <a:lnTo>
                    <a:pt x="10858" y="2199"/>
                  </a:lnTo>
                  <a:cubicBezTo>
                    <a:pt x="10858" y="2194"/>
                    <a:pt x="10863" y="2185"/>
                    <a:pt x="10868" y="2175"/>
                  </a:cubicBezTo>
                  <a:lnTo>
                    <a:pt x="10873" y="2156"/>
                  </a:lnTo>
                  <a:lnTo>
                    <a:pt x="10882" y="2132"/>
                  </a:lnTo>
                  <a:lnTo>
                    <a:pt x="10892" y="2118"/>
                  </a:lnTo>
                  <a:lnTo>
                    <a:pt x="10901" y="2094"/>
                  </a:lnTo>
                  <a:lnTo>
                    <a:pt x="10911" y="2079"/>
                  </a:lnTo>
                  <a:lnTo>
                    <a:pt x="10925" y="2055"/>
                  </a:lnTo>
                  <a:lnTo>
                    <a:pt x="10935" y="2041"/>
                  </a:lnTo>
                  <a:lnTo>
                    <a:pt x="10954" y="2022"/>
                  </a:lnTo>
                  <a:lnTo>
                    <a:pt x="10964" y="2012"/>
                  </a:lnTo>
                  <a:lnTo>
                    <a:pt x="10988" y="1988"/>
                  </a:lnTo>
                  <a:lnTo>
                    <a:pt x="10997" y="1978"/>
                  </a:lnTo>
                  <a:lnTo>
                    <a:pt x="11021" y="1959"/>
                  </a:lnTo>
                  <a:lnTo>
                    <a:pt x="11031" y="1954"/>
                  </a:lnTo>
                  <a:lnTo>
                    <a:pt x="11055" y="1935"/>
                  </a:lnTo>
                  <a:lnTo>
                    <a:pt x="11065" y="1926"/>
                  </a:lnTo>
                  <a:lnTo>
                    <a:pt x="11093" y="1911"/>
                  </a:lnTo>
                  <a:lnTo>
                    <a:pt x="11103" y="1906"/>
                  </a:lnTo>
                  <a:lnTo>
                    <a:pt x="11137" y="1892"/>
                  </a:lnTo>
                  <a:lnTo>
                    <a:pt x="11146" y="1887"/>
                  </a:lnTo>
                  <a:lnTo>
                    <a:pt x="11175" y="1878"/>
                  </a:lnTo>
                  <a:lnTo>
                    <a:pt x="11194" y="1873"/>
                  </a:lnTo>
                  <a:lnTo>
                    <a:pt x="11218" y="1868"/>
                  </a:lnTo>
                  <a:lnTo>
                    <a:pt x="11242" y="1863"/>
                  </a:lnTo>
                  <a:lnTo>
                    <a:pt x="11266" y="1858"/>
                  </a:lnTo>
                  <a:close/>
                  <a:moveTo>
                    <a:pt x="13465" y="3788"/>
                  </a:moveTo>
                  <a:lnTo>
                    <a:pt x="13465" y="4086"/>
                  </a:lnTo>
                  <a:lnTo>
                    <a:pt x="413" y="4086"/>
                  </a:lnTo>
                  <a:lnTo>
                    <a:pt x="413" y="3788"/>
                  </a:lnTo>
                  <a:close/>
                  <a:moveTo>
                    <a:pt x="2674" y="1"/>
                  </a:moveTo>
                  <a:cubicBezTo>
                    <a:pt x="2184" y="1"/>
                    <a:pt x="1791" y="399"/>
                    <a:pt x="1791" y="884"/>
                  </a:cubicBezTo>
                  <a:lnTo>
                    <a:pt x="1791" y="1450"/>
                  </a:lnTo>
                  <a:lnTo>
                    <a:pt x="1431" y="1450"/>
                  </a:lnTo>
                  <a:cubicBezTo>
                    <a:pt x="946" y="1450"/>
                    <a:pt x="552" y="1844"/>
                    <a:pt x="552" y="2329"/>
                  </a:cubicBezTo>
                  <a:lnTo>
                    <a:pt x="552" y="3380"/>
                  </a:lnTo>
                  <a:lnTo>
                    <a:pt x="254" y="3380"/>
                  </a:lnTo>
                  <a:cubicBezTo>
                    <a:pt x="115" y="3380"/>
                    <a:pt x="0" y="3490"/>
                    <a:pt x="0" y="3634"/>
                  </a:cubicBezTo>
                  <a:lnTo>
                    <a:pt x="0" y="4239"/>
                  </a:lnTo>
                  <a:cubicBezTo>
                    <a:pt x="0" y="4378"/>
                    <a:pt x="115" y="4494"/>
                    <a:pt x="254" y="4494"/>
                  </a:cubicBezTo>
                  <a:lnTo>
                    <a:pt x="13618" y="4494"/>
                  </a:lnTo>
                  <a:cubicBezTo>
                    <a:pt x="13758" y="4494"/>
                    <a:pt x="13868" y="4378"/>
                    <a:pt x="13868" y="4239"/>
                  </a:cubicBezTo>
                  <a:lnTo>
                    <a:pt x="13868" y="3634"/>
                  </a:lnTo>
                  <a:cubicBezTo>
                    <a:pt x="13873" y="3495"/>
                    <a:pt x="13758" y="3380"/>
                    <a:pt x="13618" y="3380"/>
                  </a:cubicBezTo>
                  <a:lnTo>
                    <a:pt x="13321" y="3380"/>
                  </a:lnTo>
                  <a:lnTo>
                    <a:pt x="13321" y="2329"/>
                  </a:lnTo>
                  <a:cubicBezTo>
                    <a:pt x="13316" y="1844"/>
                    <a:pt x="12922" y="1450"/>
                    <a:pt x="12438" y="1450"/>
                  </a:cubicBezTo>
                  <a:lnTo>
                    <a:pt x="12087" y="1450"/>
                  </a:lnTo>
                  <a:lnTo>
                    <a:pt x="12087" y="884"/>
                  </a:lnTo>
                  <a:cubicBezTo>
                    <a:pt x="12087" y="394"/>
                    <a:pt x="11693" y="1"/>
                    <a:pt x="11204" y="1"/>
                  </a:cubicBezTo>
                  <a:lnTo>
                    <a:pt x="10090" y="1"/>
                  </a:lnTo>
                  <a:cubicBezTo>
                    <a:pt x="9913" y="214"/>
                    <a:pt x="9661" y="321"/>
                    <a:pt x="9409" y="321"/>
                  </a:cubicBezTo>
                  <a:cubicBezTo>
                    <a:pt x="9158" y="321"/>
                    <a:pt x="8907" y="214"/>
                    <a:pt x="8732" y="1"/>
                  </a:cubicBezTo>
                  <a:lnTo>
                    <a:pt x="7618" y="1"/>
                  </a:lnTo>
                  <a:cubicBezTo>
                    <a:pt x="7440" y="214"/>
                    <a:pt x="7188" y="321"/>
                    <a:pt x="6937" y="321"/>
                  </a:cubicBezTo>
                  <a:cubicBezTo>
                    <a:pt x="6686" y="321"/>
                    <a:pt x="6435" y="214"/>
                    <a:pt x="6260" y="1"/>
                  </a:cubicBezTo>
                  <a:lnTo>
                    <a:pt x="5146" y="1"/>
                  </a:lnTo>
                  <a:cubicBezTo>
                    <a:pt x="4968" y="214"/>
                    <a:pt x="4718" y="321"/>
                    <a:pt x="4467" y="321"/>
                  </a:cubicBezTo>
                  <a:cubicBezTo>
                    <a:pt x="4216" y="321"/>
                    <a:pt x="3965" y="214"/>
                    <a:pt x="3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71" name="Google Shape;19971;p89"/>
          <p:cNvGrpSpPr/>
          <p:nvPr/>
        </p:nvGrpSpPr>
        <p:grpSpPr>
          <a:xfrm>
            <a:off x="5322417" y="1986736"/>
            <a:ext cx="368931" cy="359944"/>
            <a:chOff x="5322417" y="1986736"/>
            <a:chExt cx="368931" cy="359944"/>
          </a:xfrm>
        </p:grpSpPr>
        <p:sp>
          <p:nvSpPr>
            <p:cNvPr id="19972" name="Google Shape;19972;p89"/>
            <p:cNvSpPr/>
            <p:nvPr/>
          </p:nvSpPr>
          <p:spPr>
            <a:xfrm>
              <a:off x="5650944" y="2058111"/>
              <a:ext cx="21538" cy="194737"/>
            </a:xfrm>
            <a:custGeom>
              <a:rect b="b" l="l" r="r" t="t"/>
              <a:pathLst>
                <a:path extrusionOk="0" h="7432" w="822">
                  <a:moveTo>
                    <a:pt x="0" y="1"/>
                  </a:moveTo>
                  <a:lnTo>
                    <a:pt x="0" y="7432"/>
                  </a:lnTo>
                  <a:lnTo>
                    <a:pt x="821" y="7432"/>
                  </a:lnTo>
                  <a:lnTo>
                    <a:pt x="821"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3" name="Google Shape;19973;p89"/>
            <p:cNvSpPr/>
            <p:nvPr/>
          </p:nvSpPr>
          <p:spPr>
            <a:xfrm>
              <a:off x="5661765" y="2058111"/>
              <a:ext cx="10717" cy="194737"/>
            </a:xfrm>
            <a:custGeom>
              <a:rect b="b" l="l" r="r" t="t"/>
              <a:pathLst>
                <a:path extrusionOk="0" h="7432" w="409">
                  <a:moveTo>
                    <a:pt x="0" y="1"/>
                  </a:moveTo>
                  <a:lnTo>
                    <a:pt x="0" y="7432"/>
                  </a:lnTo>
                  <a:lnTo>
                    <a:pt x="408" y="7432"/>
                  </a:lnTo>
                  <a:lnTo>
                    <a:pt x="408"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4" name="Google Shape;19974;p89"/>
            <p:cNvSpPr/>
            <p:nvPr/>
          </p:nvSpPr>
          <p:spPr>
            <a:xfrm>
              <a:off x="5644655" y="2220121"/>
              <a:ext cx="34247" cy="121291"/>
            </a:xfrm>
            <a:custGeom>
              <a:rect b="b" l="l" r="r" t="t"/>
              <a:pathLst>
                <a:path extrusionOk="0" h="4629" w="1307">
                  <a:moveTo>
                    <a:pt x="245" y="1"/>
                  </a:moveTo>
                  <a:lnTo>
                    <a:pt x="15" y="4258"/>
                  </a:lnTo>
                  <a:cubicBezTo>
                    <a:pt x="0" y="4460"/>
                    <a:pt x="164" y="4628"/>
                    <a:pt x="365" y="4628"/>
                  </a:cubicBezTo>
                  <a:lnTo>
                    <a:pt x="941" y="4628"/>
                  </a:lnTo>
                  <a:cubicBezTo>
                    <a:pt x="1143" y="4628"/>
                    <a:pt x="1306" y="4460"/>
                    <a:pt x="1292" y="4258"/>
                  </a:cubicBezTo>
                  <a:lnTo>
                    <a:pt x="1061"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5" name="Google Shape;19975;p89"/>
            <p:cNvSpPr/>
            <p:nvPr/>
          </p:nvSpPr>
          <p:spPr>
            <a:xfrm>
              <a:off x="5639860" y="2044538"/>
              <a:ext cx="46326" cy="35373"/>
            </a:xfrm>
            <a:custGeom>
              <a:rect b="b" l="l" r="r" t="t"/>
              <a:pathLst>
                <a:path extrusionOk="0" h="1350" w="1768">
                  <a:moveTo>
                    <a:pt x="1" y="1"/>
                  </a:moveTo>
                  <a:lnTo>
                    <a:pt x="1" y="1349"/>
                  </a:lnTo>
                  <a:lnTo>
                    <a:pt x="1129" y="1349"/>
                  </a:lnTo>
                  <a:cubicBezTo>
                    <a:pt x="1479" y="1345"/>
                    <a:pt x="1767" y="1061"/>
                    <a:pt x="1767" y="711"/>
                  </a:cubicBezTo>
                  <a:lnTo>
                    <a:pt x="1767" y="639"/>
                  </a:lnTo>
                  <a:cubicBezTo>
                    <a:pt x="1767" y="284"/>
                    <a:pt x="1479" y="1"/>
                    <a:pt x="11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6" name="Google Shape;19976;p89"/>
            <p:cNvSpPr/>
            <p:nvPr/>
          </p:nvSpPr>
          <p:spPr>
            <a:xfrm>
              <a:off x="5473841" y="1995356"/>
              <a:ext cx="47322" cy="47322"/>
            </a:xfrm>
            <a:custGeom>
              <a:rect b="b" l="l" r="r" t="t"/>
              <a:pathLst>
                <a:path extrusionOk="0" h="1806" w="1806">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7" name="Google Shape;19977;p89"/>
            <p:cNvSpPr/>
            <p:nvPr/>
          </p:nvSpPr>
          <p:spPr>
            <a:xfrm>
              <a:off x="5484296" y="2005811"/>
              <a:ext cx="26438" cy="26438"/>
            </a:xfrm>
            <a:custGeom>
              <a:rect b="b" l="l" r="r" t="t"/>
              <a:pathLst>
                <a:path extrusionOk="0" h="1009" w="1009">
                  <a:moveTo>
                    <a:pt x="504" y="0"/>
                  </a:moveTo>
                  <a:cubicBezTo>
                    <a:pt x="226" y="0"/>
                    <a:pt x="0" y="226"/>
                    <a:pt x="0" y="504"/>
                  </a:cubicBezTo>
                  <a:cubicBezTo>
                    <a:pt x="0" y="783"/>
                    <a:pt x="226" y="1008"/>
                    <a:pt x="504" y="1008"/>
                  </a:cubicBezTo>
                  <a:cubicBezTo>
                    <a:pt x="782" y="1008"/>
                    <a:pt x="1008" y="783"/>
                    <a:pt x="1008" y="504"/>
                  </a:cubicBezTo>
                  <a:cubicBezTo>
                    <a:pt x="1008" y="226"/>
                    <a:pt x="782" y="0"/>
                    <a:pt x="50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89"/>
            <p:cNvSpPr/>
            <p:nvPr/>
          </p:nvSpPr>
          <p:spPr>
            <a:xfrm>
              <a:off x="5429821" y="2020196"/>
              <a:ext cx="135362" cy="60842"/>
            </a:xfrm>
            <a:custGeom>
              <a:rect b="b" l="l" r="r" t="t"/>
              <a:pathLst>
                <a:path extrusionOk="0" h="2322" w="5166">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9" name="Google Shape;19979;p89"/>
            <p:cNvSpPr/>
            <p:nvPr/>
          </p:nvSpPr>
          <p:spPr>
            <a:xfrm>
              <a:off x="5473841" y="1995356"/>
              <a:ext cx="47322" cy="47322"/>
            </a:xfrm>
            <a:custGeom>
              <a:rect b="b" l="l" r="r" t="t"/>
              <a:pathLst>
                <a:path extrusionOk="0" h="1806" w="1806">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0" name="Google Shape;19980;p89"/>
            <p:cNvSpPr/>
            <p:nvPr/>
          </p:nvSpPr>
          <p:spPr>
            <a:xfrm>
              <a:off x="5429821" y="2020196"/>
              <a:ext cx="135362" cy="60842"/>
            </a:xfrm>
            <a:custGeom>
              <a:rect b="b" l="l" r="r" t="t"/>
              <a:pathLst>
                <a:path extrusionOk="0" h="2322" w="5166">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1" name="Google Shape;19981;p89"/>
            <p:cNvSpPr/>
            <p:nvPr/>
          </p:nvSpPr>
          <p:spPr>
            <a:xfrm>
              <a:off x="5442031" y="2030808"/>
              <a:ext cx="111203" cy="39540"/>
            </a:xfrm>
            <a:custGeom>
              <a:rect b="b" l="l" r="r" t="t"/>
              <a:pathLst>
                <a:path extrusionOk="0" h="1509" w="4244">
                  <a:moveTo>
                    <a:pt x="2122" y="0"/>
                  </a:moveTo>
                  <a:cubicBezTo>
                    <a:pt x="1991" y="0"/>
                    <a:pt x="1860" y="28"/>
                    <a:pt x="1738" y="83"/>
                  </a:cubicBezTo>
                  <a:lnTo>
                    <a:pt x="10" y="889"/>
                  </a:lnTo>
                  <a:cubicBezTo>
                    <a:pt x="5" y="889"/>
                    <a:pt x="5" y="894"/>
                    <a:pt x="5" y="894"/>
                  </a:cubicBezTo>
                  <a:cubicBezTo>
                    <a:pt x="0" y="899"/>
                    <a:pt x="0" y="904"/>
                    <a:pt x="5" y="904"/>
                  </a:cubicBezTo>
                  <a:lnTo>
                    <a:pt x="283" y="1504"/>
                  </a:lnTo>
                  <a:cubicBezTo>
                    <a:pt x="283" y="1509"/>
                    <a:pt x="288" y="1509"/>
                    <a:pt x="293" y="1509"/>
                  </a:cubicBezTo>
                  <a:lnTo>
                    <a:pt x="298" y="1509"/>
                  </a:lnTo>
                  <a:lnTo>
                    <a:pt x="1397" y="1000"/>
                  </a:lnTo>
                  <a:cubicBezTo>
                    <a:pt x="1627" y="892"/>
                    <a:pt x="1875" y="838"/>
                    <a:pt x="2122" y="838"/>
                  </a:cubicBezTo>
                  <a:cubicBezTo>
                    <a:pt x="2369" y="838"/>
                    <a:pt x="2616" y="892"/>
                    <a:pt x="2847" y="1000"/>
                  </a:cubicBezTo>
                  <a:lnTo>
                    <a:pt x="3946" y="1509"/>
                  </a:lnTo>
                  <a:lnTo>
                    <a:pt x="3951" y="1509"/>
                  </a:lnTo>
                  <a:cubicBezTo>
                    <a:pt x="3956" y="1509"/>
                    <a:pt x="3960" y="1509"/>
                    <a:pt x="3960" y="1504"/>
                  </a:cubicBezTo>
                  <a:lnTo>
                    <a:pt x="4239" y="904"/>
                  </a:lnTo>
                  <a:cubicBezTo>
                    <a:pt x="4244" y="899"/>
                    <a:pt x="4239" y="894"/>
                    <a:pt x="4234" y="889"/>
                  </a:cubicBezTo>
                  <a:lnTo>
                    <a:pt x="2506" y="83"/>
                  </a:lnTo>
                  <a:cubicBezTo>
                    <a:pt x="2383" y="28"/>
                    <a:pt x="2253" y="0"/>
                    <a:pt x="212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2" name="Google Shape;19982;p89"/>
            <p:cNvSpPr/>
            <p:nvPr/>
          </p:nvSpPr>
          <p:spPr>
            <a:xfrm>
              <a:off x="5333343" y="1992212"/>
              <a:ext cx="139895" cy="139895"/>
            </a:xfrm>
            <a:custGeom>
              <a:rect b="b" l="l" r="r" t="t"/>
              <a:pathLst>
                <a:path extrusionOk="0" h="5339" w="5339">
                  <a:moveTo>
                    <a:pt x="2670" y="1"/>
                  </a:moveTo>
                  <a:cubicBezTo>
                    <a:pt x="1196" y="1"/>
                    <a:pt x="1" y="1196"/>
                    <a:pt x="1" y="2670"/>
                  </a:cubicBezTo>
                  <a:cubicBezTo>
                    <a:pt x="1" y="4143"/>
                    <a:pt x="1196" y="5339"/>
                    <a:pt x="2670" y="5339"/>
                  </a:cubicBezTo>
                  <a:cubicBezTo>
                    <a:pt x="4143" y="5339"/>
                    <a:pt x="5339" y="4143"/>
                    <a:pt x="5339" y="2670"/>
                  </a:cubicBezTo>
                  <a:cubicBezTo>
                    <a:pt x="5339" y="1196"/>
                    <a:pt x="4143" y="1"/>
                    <a:pt x="2670"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89"/>
            <p:cNvSpPr/>
            <p:nvPr/>
          </p:nvSpPr>
          <p:spPr>
            <a:xfrm>
              <a:off x="5353860" y="2012729"/>
              <a:ext cx="126296" cy="119457"/>
            </a:xfrm>
            <a:custGeom>
              <a:rect b="b" l="l" r="r" t="t"/>
              <a:pathLst>
                <a:path extrusionOk="0" h="4559" w="4820">
                  <a:moveTo>
                    <a:pt x="3778" y="0"/>
                  </a:moveTo>
                  <a:lnTo>
                    <a:pt x="0" y="3778"/>
                  </a:lnTo>
                  <a:cubicBezTo>
                    <a:pt x="520" y="4298"/>
                    <a:pt x="1202" y="4559"/>
                    <a:pt x="1884" y="4559"/>
                  </a:cubicBezTo>
                  <a:cubicBezTo>
                    <a:pt x="2568" y="4559"/>
                    <a:pt x="3252" y="4297"/>
                    <a:pt x="3773" y="3773"/>
                  </a:cubicBezTo>
                  <a:cubicBezTo>
                    <a:pt x="4820" y="2731"/>
                    <a:pt x="4820" y="1042"/>
                    <a:pt x="377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89"/>
            <p:cNvSpPr/>
            <p:nvPr/>
          </p:nvSpPr>
          <p:spPr>
            <a:xfrm>
              <a:off x="5344427" y="2018126"/>
              <a:ext cx="106304" cy="88067"/>
            </a:xfrm>
            <a:custGeom>
              <a:rect b="b" l="l" r="r" t="t"/>
              <a:pathLst>
                <a:path extrusionOk="0" h="3361" w="4057">
                  <a:moveTo>
                    <a:pt x="2247" y="1"/>
                  </a:moveTo>
                  <a:cubicBezTo>
                    <a:pt x="749" y="1"/>
                    <a:pt x="0" y="1810"/>
                    <a:pt x="1061" y="2871"/>
                  </a:cubicBezTo>
                  <a:cubicBezTo>
                    <a:pt x="1387" y="3197"/>
                    <a:pt x="1817" y="3361"/>
                    <a:pt x="2247" y="3361"/>
                  </a:cubicBezTo>
                  <a:cubicBezTo>
                    <a:pt x="2676" y="3361"/>
                    <a:pt x="3106" y="3197"/>
                    <a:pt x="3432" y="2871"/>
                  </a:cubicBezTo>
                  <a:cubicBezTo>
                    <a:pt x="3917" y="2391"/>
                    <a:pt x="4056" y="1666"/>
                    <a:pt x="3797" y="1037"/>
                  </a:cubicBezTo>
                  <a:cubicBezTo>
                    <a:pt x="3538" y="409"/>
                    <a:pt x="2928" y="1"/>
                    <a:pt x="2247"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89"/>
            <p:cNvSpPr/>
            <p:nvPr/>
          </p:nvSpPr>
          <p:spPr>
            <a:xfrm>
              <a:off x="5372228" y="2031070"/>
              <a:ext cx="80258" cy="75778"/>
            </a:xfrm>
            <a:custGeom>
              <a:rect b="b" l="l" r="r" t="t"/>
              <a:pathLst>
                <a:path extrusionOk="0" h="2892" w="3063">
                  <a:moveTo>
                    <a:pt x="2371" y="1"/>
                  </a:moveTo>
                  <a:lnTo>
                    <a:pt x="0" y="2377"/>
                  </a:lnTo>
                  <a:cubicBezTo>
                    <a:pt x="328" y="2720"/>
                    <a:pt x="768" y="2891"/>
                    <a:pt x="1209" y="2891"/>
                  </a:cubicBezTo>
                  <a:cubicBezTo>
                    <a:pt x="1638" y="2891"/>
                    <a:pt x="2068" y="2728"/>
                    <a:pt x="2395" y="2401"/>
                  </a:cubicBezTo>
                  <a:cubicBezTo>
                    <a:pt x="3063" y="1734"/>
                    <a:pt x="3053" y="654"/>
                    <a:pt x="2371"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6" name="Google Shape;19986;p89"/>
            <p:cNvSpPr/>
            <p:nvPr/>
          </p:nvSpPr>
          <p:spPr>
            <a:xfrm>
              <a:off x="5521897" y="1992212"/>
              <a:ext cx="139895" cy="139895"/>
            </a:xfrm>
            <a:custGeom>
              <a:rect b="b" l="l" r="r" t="t"/>
              <a:pathLst>
                <a:path extrusionOk="0" h="5339" w="5339">
                  <a:moveTo>
                    <a:pt x="2669" y="1"/>
                  </a:moveTo>
                  <a:cubicBezTo>
                    <a:pt x="1196" y="1"/>
                    <a:pt x="0" y="1196"/>
                    <a:pt x="0" y="2670"/>
                  </a:cubicBezTo>
                  <a:cubicBezTo>
                    <a:pt x="0" y="4143"/>
                    <a:pt x="1196" y="5339"/>
                    <a:pt x="2669" y="5339"/>
                  </a:cubicBezTo>
                  <a:cubicBezTo>
                    <a:pt x="4143" y="5339"/>
                    <a:pt x="5338" y="4143"/>
                    <a:pt x="5338" y="2670"/>
                  </a:cubicBezTo>
                  <a:cubicBezTo>
                    <a:pt x="5338" y="1196"/>
                    <a:pt x="4143" y="1"/>
                    <a:pt x="266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7" name="Google Shape;19987;p89"/>
            <p:cNvSpPr/>
            <p:nvPr/>
          </p:nvSpPr>
          <p:spPr>
            <a:xfrm>
              <a:off x="5542387" y="2012729"/>
              <a:ext cx="126322" cy="119431"/>
            </a:xfrm>
            <a:custGeom>
              <a:rect b="b" l="l" r="r" t="t"/>
              <a:pathLst>
                <a:path extrusionOk="0" h="4558" w="4821">
                  <a:moveTo>
                    <a:pt x="3774" y="0"/>
                  </a:moveTo>
                  <a:lnTo>
                    <a:pt x="1" y="3773"/>
                  </a:lnTo>
                  <a:cubicBezTo>
                    <a:pt x="522" y="4296"/>
                    <a:pt x="1204" y="4558"/>
                    <a:pt x="1887" y="4558"/>
                  </a:cubicBezTo>
                  <a:cubicBezTo>
                    <a:pt x="2570" y="4558"/>
                    <a:pt x="3253" y="4296"/>
                    <a:pt x="3774" y="3773"/>
                  </a:cubicBezTo>
                  <a:cubicBezTo>
                    <a:pt x="4820" y="2731"/>
                    <a:pt x="4820" y="1042"/>
                    <a:pt x="377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89"/>
            <p:cNvSpPr/>
            <p:nvPr/>
          </p:nvSpPr>
          <p:spPr>
            <a:xfrm>
              <a:off x="5532954" y="2018126"/>
              <a:ext cx="106304" cy="88067"/>
            </a:xfrm>
            <a:custGeom>
              <a:rect b="b" l="l" r="r" t="t"/>
              <a:pathLst>
                <a:path extrusionOk="0" h="3361" w="4057">
                  <a:moveTo>
                    <a:pt x="2247" y="1"/>
                  </a:moveTo>
                  <a:cubicBezTo>
                    <a:pt x="750" y="1"/>
                    <a:pt x="1" y="1810"/>
                    <a:pt x="1062" y="2871"/>
                  </a:cubicBezTo>
                  <a:cubicBezTo>
                    <a:pt x="1388" y="3197"/>
                    <a:pt x="1818" y="3361"/>
                    <a:pt x="2247" y="3361"/>
                  </a:cubicBezTo>
                  <a:cubicBezTo>
                    <a:pt x="2677" y="3361"/>
                    <a:pt x="3107" y="3197"/>
                    <a:pt x="3433" y="2871"/>
                  </a:cubicBezTo>
                  <a:cubicBezTo>
                    <a:pt x="3918" y="2391"/>
                    <a:pt x="4057" y="1666"/>
                    <a:pt x="3798" y="1037"/>
                  </a:cubicBezTo>
                  <a:cubicBezTo>
                    <a:pt x="3539" y="409"/>
                    <a:pt x="2929" y="1"/>
                    <a:pt x="2247"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9" name="Google Shape;19989;p89"/>
            <p:cNvSpPr/>
            <p:nvPr/>
          </p:nvSpPr>
          <p:spPr>
            <a:xfrm>
              <a:off x="5560624" y="2031070"/>
              <a:ext cx="80415" cy="75778"/>
            </a:xfrm>
            <a:custGeom>
              <a:rect b="b" l="l" r="r" t="t"/>
              <a:pathLst>
                <a:path extrusionOk="0" h="2892" w="3069">
                  <a:moveTo>
                    <a:pt x="2377" y="1"/>
                  </a:moveTo>
                  <a:lnTo>
                    <a:pt x="1" y="2377"/>
                  </a:lnTo>
                  <a:cubicBezTo>
                    <a:pt x="331" y="2720"/>
                    <a:pt x="773" y="2891"/>
                    <a:pt x="1214" y="2891"/>
                  </a:cubicBezTo>
                  <a:cubicBezTo>
                    <a:pt x="1644" y="2891"/>
                    <a:pt x="2074" y="2728"/>
                    <a:pt x="2401" y="2401"/>
                  </a:cubicBezTo>
                  <a:cubicBezTo>
                    <a:pt x="3068" y="1734"/>
                    <a:pt x="3059" y="654"/>
                    <a:pt x="2377"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0" name="Google Shape;19990;p89"/>
            <p:cNvSpPr/>
            <p:nvPr/>
          </p:nvSpPr>
          <p:spPr>
            <a:xfrm>
              <a:off x="5661765" y="2220121"/>
              <a:ext cx="17136" cy="121291"/>
            </a:xfrm>
            <a:custGeom>
              <a:rect b="b" l="l" r="r" t="t"/>
              <a:pathLst>
                <a:path extrusionOk="0" h="4629" w="654">
                  <a:moveTo>
                    <a:pt x="0" y="1"/>
                  </a:moveTo>
                  <a:lnTo>
                    <a:pt x="0" y="4628"/>
                  </a:lnTo>
                  <a:lnTo>
                    <a:pt x="288" y="4628"/>
                  </a:lnTo>
                  <a:cubicBezTo>
                    <a:pt x="490" y="4628"/>
                    <a:pt x="653" y="4460"/>
                    <a:pt x="639" y="4258"/>
                  </a:cubicBezTo>
                  <a:lnTo>
                    <a:pt x="408"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89"/>
            <p:cNvSpPr/>
            <p:nvPr/>
          </p:nvSpPr>
          <p:spPr>
            <a:xfrm>
              <a:off x="5350454" y="2012833"/>
              <a:ext cx="106932" cy="98521"/>
            </a:xfrm>
            <a:custGeom>
              <a:rect b="b" l="l" r="r" t="t"/>
              <a:pathLst>
                <a:path extrusionOk="0" h="3760" w="4081">
                  <a:moveTo>
                    <a:pt x="2027" y="404"/>
                  </a:moveTo>
                  <a:cubicBezTo>
                    <a:pt x="2391" y="404"/>
                    <a:pt x="2762" y="539"/>
                    <a:pt x="3063" y="841"/>
                  </a:cubicBezTo>
                  <a:cubicBezTo>
                    <a:pt x="3639" y="1417"/>
                    <a:pt x="3639" y="2353"/>
                    <a:pt x="3063" y="2929"/>
                  </a:cubicBezTo>
                  <a:cubicBezTo>
                    <a:pt x="2762" y="3228"/>
                    <a:pt x="2393" y="3362"/>
                    <a:pt x="2030" y="3362"/>
                  </a:cubicBezTo>
                  <a:cubicBezTo>
                    <a:pt x="1269" y="3362"/>
                    <a:pt x="538" y="2773"/>
                    <a:pt x="538" y="1883"/>
                  </a:cubicBezTo>
                  <a:cubicBezTo>
                    <a:pt x="538" y="993"/>
                    <a:pt x="1267" y="404"/>
                    <a:pt x="2027" y="404"/>
                  </a:cubicBezTo>
                  <a:close/>
                  <a:moveTo>
                    <a:pt x="2017" y="1"/>
                  </a:moveTo>
                  <a:cubicBezTo>
                    <a:pt x="1119" y="1"/>
                    <a:pt x="351" y="639"/>
                    <a:pt x="173" y="1518"/>
                  </a:cubicBezTo>
                  <a:cubicBezTo>
                    <a:pt x="1" y="2396"/>
                    <a:pt x="471" y="3275"/>
                    <a:pt x="1301" y="3615"/>
                  </a:cubicBezTo>
                  <a:cubicBezTo>
                    <a:pt x="1535" y="3713"/>
                    <a:pt x="1778" y="3760"/>
                    <a:pt x="2019" y="3760"/>
                  </a:cubicBezTo>
                  <a:cubicBezTo>
                    <a:pt x="2630" y="3760"/>
                    <a:pt x="3223" y="3458"/>
                    <a:pt x="3582" y="2924"/>
                  </a:cubicBezTo>
                  <a:cubicBezTo>
                    <a:pt x="4081" y="2180"/>
                    <a:pt x="3980" y="1187"/>
                    <a:pt x="3346" y="553"/>
                  </a:cubicBezTo>
                  <a:cubicBezTo>
                    <a:pt x="2996" y="198"/>
                    <a:pt x="2516" y="1"/>
                    <a:pt x="20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2" name="Google Shape;19992;p89"/>
            <p:cNvSpPr/>
            <p:nvPr/>
          </p:nvSpPr>
          <p:spPr>
            <a:xfrm>
              <a:off x="5539007" y="2012833"/>
              <a:ext cx="106932" cy="98521"/>
            </a:xfrm>
            <a:custGeom>
              <a:rect b="b" l="l" r="r" t="t"/>
              <a:pathLst>
                <a:path extrusionOk="0" h="3760" w="4081">
                  <a:moveTo>
                    <a:pt x="2025" y="404"/>
                  </a:moveTo>
                  <a:cubicBezTo>
                    <a:pt x="2388" y="404"/>
                    <a:pt x="2758" y="539"/>
                    <a:pt x="3058" y="841"/>
                  </a:cubicBezTo>
                  <a:cubicBezTo>
                    <a:pt x="3639" y="1417"/>
                    <a:pt x="3639" y="2353"/>
                    <a:pt x="3063" y="2929"/>
                  </a:cubicBezTo>
                  <a:lnTo>
                    <a:pt x="3058" y="2929"/>
                  </a:lnTo>
                  <a:cubicBezTo>
                    <a:pt x="2759" y="3228"/>
                    <a:pt x="2390" y="3362"/>
                    <a:pt x="2028" y="3362"/>
                  </a:cubicBezTo>
                  <a:cubicBezTo>
                    <a:pt x="1268" y="3362"/>
                    <a:pt x="538" y="2773"/>
                    <a:pt x="538" y="1883"/>
                  </a:cubicBezTo>
                  <a:cubicBezTo>
                    <a:pt x="538" y="993"/>
                    <a:pt x="1267" y="404"/>
                    <a:pt x="2025" y="404"/>
                  </a:cubicBezTo>
                  <a:close/>
                  <a:moveTo>
                    <a:pt x="2016" y="1"/>
                  </a:moveTo>
                  <a:cubicBezTo>
                    <a:pt x="1119" y="1"/>
                    <a:pt x="351" y="639"/>
                    <a:pt x="173" y="1518"/>
                  </a:cubicBezTo>
                  <a:cubicBezTo>
                    <a:pt x="0" y="2396"/>
                    <a:pt x="471" y="3275"/>
                    <a:pt x="1301" y="3615"/>
                  </a:cubicBezTo>
                  <a:cubicBezTo>
                    <a:pt x="1534" y="3713"/>
                    <a:pt x="1778" y="3760"/>
                    <a:pt x="2018" y="3760"/>
                  </a:cubicBezTo>
                  <a:cubicBezTo>
                    <a:pt x="2630" y="3760"/>
                    <a:pt x="3223" y="3458"/>
                    <a:pt x="3581" y="2924"/>
                  </a:cubicBezTo>
                  <a:cubicBezTo>
                    <a:pt x="4080" y="2180"/>
                    <a:pt x="3980" y="1187"/>
                    <a:pt x="3346" y="553"/>
                  </a:cubicBezTo>
                  <a:cubicBezTo>
                    <a:pt x="2996" y="198"/>
                    <a:pt x="2516" y="1"/>
                    <a:pt x="20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89"/>
            <p:cNvSpPr/>
            <p:nvPr/>
          </p:nvSpPr>
          <p:spPr>
            <a:xfrm>
              <a:off x="5322417" y="1986736"/>
              <a:ext cx="368931" cy="150769"/>
            </a:xfrm>
            <a:custGeom>
              <a:rect b="b" l="l" r="r" t="t"/>
              <a:pathLst>
                <a:path extrusionOk="0" h="5754" w="14080">
                  <a:moveTo>
                    <a:pt x="6682" y="531"/>
                  </a:moveTo>
                  <a:cubicBezTo>
                    <a:pt x="7071" y="531"/>
                    <a:pt x="7383" y="843"/>
                    <a:pt x="7383" y="1232"/>
                  </a:cubicBezTo>
                  <a:lnTo>
                    <a:pt x="7383" y="1242"/>
                  </a:lnTo>
                  <a:lnTo>
                    <a:pt x="7325" y="1213"/>
                  </a:lnTo>
                  <a:cubicBezTo>
                    <a:pt x="7258" y="1179"/>
                    <a:pt x="7186" y="1155"/>
                    <a:pt x="7119" y="1136"/>
                  </a:cubicBezTo>
                  <a:lnTo>
                    <a:pt x="7090" y="1127"/>
                  </a:lnTo>
                  <a:cubicBezTo>
                    <a:pt x="6957" y="1090"/>
                    <a:pt x="6820" y="1071"/>
                    <a:pt x="6683" y="1071"/>
                  </a:cubicBezTo>
                  <a:cubicBezTo>
                    <a:pt x="6464" y="1071"/>
                    <a:pt x="6245" y="1118"/>
                    <a:pt x="6044" y="1213"/>
                  </a:cubicBezTo>
                  <a:lnTo>
                    <a:pt x="5986" y="1242"/>
                  </a:lnTo>
                  <a:lnTo>
                    <a:pt x="5986" y="1232"/>
                  </a:lnTo>
                  <a:cubicBezTo>
                    <a:pt x="5986" y="843"/>
                    <a:pt x="6298" y="536"/>
                    <a:pt x="6682" y="531"/>
                  </a:cubicBezTo>
                  <a:close/>
                  <a:moveTo>
                    <a:pt x="6683" y="1478"/>
                  </a:moveTo>
                  <a:cubicBezTo>
                    <a:pt x="6843" y="1478"/>
                    <a:pt x="7004" y="1513"/>
                    <a:pt x="7153" y="1583"/>
                  </a:cubicBezTo>
                  <a:lnTo>
                    <a:pt x="7618" y="1799"/>
                  </a:lnTo>
                  <a:cubicBezTo>
                    <a:pt x="7479" y="2149"/>
                    <a:pt x="7407" y="2523"/>
                    <a:pt x="7412" y="2903"/>
                  </a:cubicBezTo>
                  <a:lnTo>
                    <a:pt x="7325" y="2859"/>
                  </a:lnTo>
                  <a:cubicBezTo>
                    <a:pt x="7121" y="2766"/>
                    <a:pt x="6902" y="2719"/>
                    <a:pt x="6683" y="2719"/>
                  </a:cubicBezTo>
                  <a:cubicBezTo>
                    <a:pt x="6464" y="2719"/>
                    <a:pt x="6245" y="2766"/>
                    <a:pt x="6044" y="2859"/>
                  </a:cubicBezTo>
                  <a:lnTo>
                    <a:pt x="5957" y="2903"/>
                  </a:lnTo>
                  <a:cubicBezTo>
                    <a:pt x="5962" y="2523"/>
                    <a:pt x="5890" y="2149"/>
                    <a:pt x="5746" y="1799"/>
                  </a:cubicBezTo>
                  <a:lnTo>
                    <a:pt x="5919" y="1717"/>
                  </a:lnTo>
                  <a:lnTo>
                    <a:pt x="6216" y="1583"/>
                  </a:lnTo>
                  <a:cubicBezTo>
                    <a:pt x="6363" y="1513"/>
                    <a:pt x="6522" y="1478"/>
                    <a:pt x="6683" y="1478"/>
                  </a:cubicBezTo>
                  <a:close/>
                  <a:moveTo>
                    <a:pt x="13244" y="2408"/>
                  </a:moveTo>
                  <a:cubicBezTo>
                    <a:pt x="13484" y="2408"/>
                    <a:pt x="13681" y="2600"/>
                    <a:pt x="13681" y="2840"/>
                  </a:cubicBezTo>
                  <a:lnTo>
                    <a:pt x="13681" y="2912"/>
                  </a:lnTo>
                  <a:cubicBezTo>
                    <a:pt x="13681" y="3152"/>
                    <a:pt x="13484" y="3349"/>
                    <a:pt x="13244" y="3349"/>
                  </a:cubicBezTo>
                  <a:lnTo>
                    <a:pt x="13114" y="3349"/>
                  </a:lnTo>
                  <a:cubicBezTo>
                    <a:pt x="13114" y="3330"/>
                    <a:pt x="13119" y="3315"/>
                    <a:pt x="13119" y="3296"/>
                  </a:cubicBezTo>
                  <a:lnTo>
                    <a:pt x="13119" y="3282"/>
                  </a:lnTo>
                  <a:cubicBezTo>
                    <a:pt x="13129" y="3239"/>
                    <a:pt x="13134" y="3195"/>
                    <a:pt x="13138" y="3152"/>
                  </a:cubicBezTo>
                  <a:cubicBezTo>
                    <a:pt x="13143" y="3085"/>
                    <a:pt x="13148" y="3018"/>
                    <a:pt x="13148" y="2951"/>
                  </a:cubicBezTo>
                  <a:lnTo>
                    <a:pt x="13148" y="2941"/>
                  </a:lnTo>
                  <a:lnTo>
                    <a:pt x="13148" y="2811"/>
                  </a:lnTo>
                  <a:lnTo>
                    <a:pt x="13148" y="2807"/>
                  </a:lnTo>
                  <a:cubicBezTo>
                    <a:pt x="13148" y="2739"/>
                    <a:pt x="13143" y="2667"/>
                    <a:pt x="13138" y="2600"/>
                  </a:cubicBezTo>
                  <a:cubicBezTo>
                    <a:pt x="13134" y="2557"/>
                    <a:pt x="13129" y="2514"/>
                    <a:pt x="13119" y="2475"/>
                  </a:cubicBezTo>
                  <a:lnTo>
                    <a:pt x="13119" y="2456"/>
                  </a:lnTo>
                  <a:cubicBezTo>
                    <a:pt x="13119" y="2442"/>
                    <a:pt x="13114" y="2423"/>
                    <a:pt x="13114" y="2408"/>
                  </a:cubicBezTo>
                  <a:close/>
                  <a:moveTo>
                    <a:pt x="3084" y="407"/>
                  </a:moveTo>
                  <a:cubicBezTo>
                    <a:pt x="4025" y="407"/>
                    <a:pt x="4898" y="943"/>
                    <a:pt x="5309" y="1808"/>
                  </a:cubicBezTo>
                  <a:lnTo>
                    <a:pt x="5333" y="1856"/>
                  </a:lnTo>
                  <a:cubicBezTo>
                    <a:pt x="5343" y="1880"/>
                    <a:pt x="5352" y="1904"/>
                    <a:pt x="5367" y="1928"/>
                  </a:cubicBezTo>
                  <a:lnTo>
                    <a:pt x="5372" y="1952"/>
                  </a:lnTo>
                  <a:cubicBezTo>
                    <a:pt x="5386" y="1986"/>
                    <a:pt x="5400" y="2019"/>
                    <a:pt x="5415" y="2058"/>
                  </a:cubicBezTo>
                  <a:lnTo>
                    <a:pt x="5415" y="2067"/>
                  </a:lnTo>
                  <a:cubicBezTo>
                    <a:pt x="5727" y="2960"/>
                    <a:pt x="5501" y="3954"/>
                    <a:pt x="4829" y="4621"/>
                  </a:cubicBezTo>
                  <a:cubicBezTo>
                    <a:pt x="4356" y="5095"/>
                    <a:pt x="3723" y="5344"/>
                    <a:pt x="3082" y="5344"/>
                  </a:cubicBezTo>
                  <a:cubicBezTo>
                    <a:pt x="2697" y="5344"/>
                    <a:pt x="2308" y="5253"/>
                    <a:pt x="1949" y="5068"/>
                  </a:cubicBezTo>
                  <a:cubicBezTo>
                    <a:pt x="999" y="4578"/>
                    <a:pt x="471" y="3522"/>
                    <a:pt x="653" y="2461"/>
                  </a:cubicBezTo>
                  <a:cubicBezTo>
                    <a:pt x="831" y="1400"/>
                    <a:pt x="1680" y="579"/>
                    <a:pt x="2741" y="430"/>
                  </a:cubicBezTo>
                  <a:cubicBezTo>
                    <a:pt x="2856" y="414"/>
                    <a:pt x="2971" y="407"/>
                    <a:pt x="3084" y="407"/>
                  </a:cubicBezTo>
                  <a:close/>
                  <a:moveTo>
                    <a:pt x="10276" y="407"/>
                  </a:moveTo>
                  <a:cubicBezTo>
                    <a:pt x="10362" y="407"/>
                    <a:pt x="10449" y="412"/>
                    <a:pt x="10537" y="421"/>
                  </a:cubicBezTo>
                  <a:cubicBezTo>
                    <a:pt x="11574" y="526"/>
                    <a:pt x="12433" y="1275"/>
                    <a:pt x="12678" y="2288"/>
                  </a:cubicBezTo>
                  <a:cubicBezTo>
                    <a:pt x="12774" y="2677"/>
                    <a:pt x="12774" y="3080"/>
                    <a:pt x="12678" y="3469"/>
                  </a:cubicBezTo>
                  <a:lnTo>
                    <a:pt x="12678" y="3464"/>
                  </a:lnTo>
                  <a:cubicBezTo>
                    <a:pt x="12400" y="4594"/>
                    <a:pt x="11389" y="5344"/>
                    <a:pt x="10286" y="5344"/>
                  </a:cubicBezTo>
                  <a:cubicBezTo>
                    <a:pt x="10053" y="5344"/>
                    <a:pt x="9816" y="5311"/>
                    <a:pt x="9581" y="5240"/>
                  </a:cubicBezTo>
                  <a:cubicBezTo>
                    <a:pt x="8233" y="4842"/>
                    <a:pt x="7489" y="3397"/>
                    <a:pt x="7954" y="2067"/>
                  </a:cubicBezTo>
                  <a:lnTo>
                    <a:pt x="7954" y="2053"/>
                  </a:lnTo>
                  <a:cubicBezTo>
                    <a:pt x="7969" y="2019"/>
                    <a:pt x="7983" y="1986"/>
                    <a:pt x="7997" y="1947"/>
                  </a:cubicBezTo>
                  <a:lnTo>
                    <a:pt x="8002" y="1928"/>
                  </a:lnTo>
                  <a:cubicBezTo>
                    <a:pt x="8012" y="1904"/>
                    <a:pt x="8026" y="1880"/>
                    <a:pt x="8036" y="1856"/>
                  </a:cubicBezTo>
                  <a:lnTo>
                    <a:pt x="8060" y="1808"/>
                  </a:lnTo>
                  <a:cubicBezTo>
                    <a:pt x="8469" y="947"/>
                    <a:pt x="9336" y="407"/>
                    <a:pt x="10276" y="407"/>
                  </a:cubicBezTo>
                  <a:close/>
                  <a:moveTo>
                    <a:pt x="3077" y="1"/>
                  </a:moveTo>
                  <a:cubicBezTo>
                    <a:pt x="2747" y="1"/>
                    <a:pt x="2413" y="57"/>
                    <a:pt x="2088" y="176"/>
                  </a:cubicBezTo>
                  <a:cubicBezTo>
                    <a:pt x="778" y="656"/>
                    <a:pt x="0" y="2010"/>
                    <a:pt x="250" y="3383"/>
                  </a:cubicBezTo>
                  <a:cubicBezTo>
                    <a:pt x="494" y="4757"/>
                    <a:pt x="1684" y="5754"/>
                    <a:pt x="3077" y="5754"/>
                  </a:cubicBezTo>
                  <a:cubicBezTo>
                    <a:pt x="3080" y="5754"/>
                    <a:pt x="3083" y="5754"/>
                    <a:pt x="3087" y="5754"/>
                  </a:cubicBezTo>
                  <a:cubicBezTo>
                    <a:pt x="4484" y="5749"/>
                    <a:pt x="5674" y="4746"/>
                    <a:pt x="5914" y="3368"/>
                  </a:cubicBezTo>
                  <a:lnTo>
                    <a:pt x="6212" y="3229"/>
                  </a:lnTo>
                  <a:cubicBezTo>
                    <a:pt x="6360" y="3159"/>
                    <a:pt x="6521" y="3125"/>
                    <a:pt x="6682" y="3125"/>
                  </a:cubicBezTo>
                  <a:cubicBezTo>
                    <a:pt x="6843" y="3125"/>
                    <a:pt x="7004" y="3159"/>
                    <a:pt x="7153" y="3229"/>
                  </a:cubicBezTo>
                  <a:lnTo>
                    <a:pt x="7450" y="3368"/>
                  </a:lnTo>
                  <a:cubicBezTo>
                    <a:pt x="7676" y="4674"/>
                    <a:pt x="8761" y="5653"/>
                    <a:pt x="10081" y="5744"/>
                  </a:cubicBezTo>
                  <a:cubicBezTo>
                    <a:pt x="10148" y="5749"/>
                    <a:pt x="10214" y="5751"/>
                    <a:pt x="10280" y="5751"/>
                  </a:cubicBezTo>
                  <a:cubicBezTo>
                    <a:pt x="11521" y="5751"/>
                    <a:pt x="12631" y="4951"/>
                    <a:pt x="13014" y="3757"/>
                  </a:cubicBezTo>
                  <a:lnTo>
                    <a:pt x="13239" y="3757"/>
                  </a:lnTo>
                  <a:cubicBezTo>
                    <a:pt x="13705" y="3757"/>
                    <a:pt x="14079" y="3378"/>
                    <a:pt x="14079" y="2917"/>
                  </a:cubicBezTo>
                  <a:lnTo>
                    <a:pt x="14079" y="2845"/>
                  </a:lnTo>
                  <a:cubicBezTo>
                    <a:pt x="14079" y="2379"/>
                    <a:pt x="13705" y="2005"/>
                    <a:pt x="13244" y="2005"/>
                  </a:cubicBezTo>
                  <a:lnTo>
                    <a:pt x="13018" y="2005"/>
                  </a:lnTo>
                  <a:cubicBezTo>
                    <a:pt x="12673" y="920"/>
                    <a:pt x="11718" y="142"/>
                    <a:pt x="10589" y="22"/>
                  </a:cubicBezTo>
                  <a:cubicBezTo>
                    <a:pt x="10484" y="11"/>
                    <a:pt x="10380" y="5"/>
                    <a:pt x="10275" y="5"/>
                  </a:cubicBezTo>
                  <a:cubicBezTo>
                    <a:pt x="9262" y="5"/>
                    <a:pt x="8314" y="546"/>
                    <a:pt x="7796" y="1439"/>
                  </a:cubicBezTo>
                  <a:lnTo>
                    <a:pt x="7772" y="1424"/>
                  </a:lnTo>
                  <a:cubicBezTo>
                    <a:pt x="7887" y="747"/>
                    <a:pt x="7369" y="128"/>
                    <a:pt x="6682" y="128"/>
                  </a:cubicBezTo>
                  <a:cubicBezTo>
                    <a:pt x="5996" y="128"/>
                    <a:pt x="5477" y="747"/>
                    <a:pt x="5592" y="1424"/>
                  </a:cubicBezTo>
                  <a:lnTo>
                    <a:pt x="5568" y="1439"/>
                  </a:lnTo>
                  <a:cubicBezTo>
                    <a:pt x="5041" y="528"/>
                    <a:pt x="4080" y="1"/>
                    <a:pt x="30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89"/>
            <p:cNvSpPr/>
            <p:nvPr/>
          </p:nvSpPr>
          <p:spPr>
            <a:xfrm>
              <a:off x="5639231" y="2099747"/>
              <a:ext cx="45068" cy="246932"/>
            </a:xfrm>
            <a:custGeom>
              <a:rect b="b" l="l" r="r" t="t"/>
              <a:pathLst>
                <a:path extrusionOk="0" h="9424" w="1720">
                  <a:moveTo>
                    <a:pt x="1076" y="4796"/>
                  </a:moveTo>
                  <a:lnTo>
                    <a:pt x="1297" y="8862"/>
                  </a:lnTo>
                  <a:cubicBezTo>
                    <a:pt x="1302" y="8900"/>
                    <a:pt x="1287" y="8944"/>
                    <a:pt x="1259" y="8972"/>
                  </a:cubicBezTo>
                  <a:cubicBezTo>
                    <a:pt x="1230" y="9001"/>
                    <a:pt x="1191" y="9020"/>
                    <a:pt x="1148" y="9020"/>
                  </a:cubicBezTo>
                  <a:lnTo>
                    <a:pt x="572" y="9020"/>
                  </a:lnTo>
                  <a:cubicBezTo>
                    <a:pt x="486" y="9020"/>
                    <a:pt x="419" y="8948"/>
                    <a:pt x="423" y="8862"/>
                  </a:cubicBezTo>
                  <a:lnTo>
                    <a:pt x="644" y="4796"/>
                  </a:lnTo>
                  <a:close/>
                  <a:moveTo>
                    <a:pt x="1268" y="1"/>
                  </a:moveTo>
                  <a:cubicBezTo>
                    <a:pt x="1167" y="1"/>
                    <a:pt x="1067" y="68"/>
                    <a:pt x="1067" y="202"/>
                  </a:cubicBezTo>
                  <a:lnTo>
                    <a:pt x="1067" y="4393"/>
                  </a:lnTo>
                  <a:lnTo>
                    <a:pt x="654" y="4393"/>
                  </a:lnTo>
                  <a:lnTo>
                    <a:pt x="654" y="1105"/>
                  </a:lnTo>
                  <a:cubicBezTo>
                    <a:pt x="654" y="968"/>
                    <a:pt x="552" y="900"/>
                    <a:pt x="450" y="900"/>
                  </a:cubicBezTo>
                  <a:cubicBezTo>
                    <a:pt x="348" y="900"/>
                    <a:pt x="246" y="968"/>
                    <a:pt x="246" y="1105"/>
                  </a:cubicBezTo>
                  <a:lnTo>
                    <a:pt x="246" y="4619"/>
                  </a:lnTo>
                  <a:lnTo>
                    <a:pt x="20" y="8838"/>
                  </a:lnTo>
                  <a:cubicBezTo>
                    <a:pt x="1" y="9160"/>
                    <a:pt x="255" y="9424"/>
                    <a:pt x="572" y="9424"/>
                  </a:cubicBezTo>
                  <a:lnTo>
                    <a:pt x="1148" y="9424"/>
                  </a:lnTo>
                  <a:cubicBezTo>
                    <a:pt x="1470" y="9424"/>
                    <a:pt x="1719" y="9160"/>
                    <a:pt x="1705" y="8838"/>
                  </a:cubicBezTo>
                  <a:lnTo>
                    <a:pt x="1470" y="4585"/>
                  </a:lnTo>
                  <a:lnTo>
                    <a:pt x="1470" y="202"/>
                  </a:lnTo>
                  <a:cubicBezTo>
                    <a:pt x="1470" y="68"/>
                    <a:pt x="1369" y="1"/>
                    <a:pt x="12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95" name="Google Shape;19995;p89"/>
          <p:cNvGrpSpPr/>
          <p:nvPr/>
        </p:nvGrpSpPr>
        <p:grpSpPr>
          <a:xfrm>
            <a:off x="6189641" y="2466268"/>
            <a:ext cx="363298" cy="287572"/>
            <a:chOff x="6189641" y="2466268"/>
            <a:chExt cx="363298" cy="287572"/>
          </a:xfrm>
        </p:grpSpPr>
        <p:sp>
          <p:nvSpPr>
            <p:cNvPr id="19996" name="Google Shape;19996;p89"/>
            <p:cNvSpPr/>
            <p:nvPr/>
          </p:nvSpPr>
          <p:spPr>
            <a:xfrm>
              <a:off x="6285621" y="2471691"/>
              <a:ext cx="250208" cy="31836"/>
            </a:xfrm>
            <a:custGeom>
              <a:rect b="b" l="l" r="r" t="t"/>
              <a:pathLst>
                <a:path extrusionOk="0" h="1215" w="9549">
                  <a:moveTo>
                    <a:pt x="1" y="0"/>
                  </a:moveTo>
                  <a:cubicBezTo>
                    <a:pt x="629" y="0"/>
                    <a:pt x="1138" y="504"/>
                    <a:pt x="1148" y="1215"/>
                  </a:cubicBezTo>
                  <a:lnTo>
                    <a:pt x="9548" y="1215"/>
                  </a:lnTo>
                  <a:cubicBezTo>
                    <a:pt x="9539" y="504"/>
                    <a:pt x="9030" y="0"/>
                    <a:pt x="840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7" name="Google Shape;19997;p89"/>
            <p:cNvSpPr/>
            <p:nvPr/>
          </p:nvSpPr>
          <p:spPr>
            <a:xfrm>
              <a:off x="6255567" y="2471691"/>
              <a:ext cx="250181" cy="276856"/>
            </a:xfrm>
            <a:custGeom>
              <a:rect b="b" l="l" r="r" t="t"/>
              <a:pathLst>
                <a:path extrusionOk="0" h="10566" w="9548">
                  <a:moveTo>
                    <a:pt x="1148" y="0"/>
                  </a:moveTo>
                  <a:cubicBezTo>
                    <a:pt x="514" y="0"/>
                    <a:pt x="0" y="509"/>
                    <a:pt x="0" y="1143"/>
                  </a:cubicBezTo>
                  <a:lnTo>
                    <a:pt x="0" y="10565"/>
                  </a:lnTo>
                  <a:lnTo>
                    <a:pt x="7253" y="10565"/>
                  </a:lnTo>
                  <a:cubicBezTo>
                    <a:pt x="7887" y="10565"/>
                    <a:pt x="8401" y="10052"/>
                    <a:pt x="8401" y="9418"/>
                  </a:cubicBezTo>
                  <a:lnTo>
                    <a:pt x="8401" y="1143"/>
                  </a:lnTo>
                  <a:cubicBezTo>
                    <a:pt x="8401" y="509"/>
                    <a:pt x="8914" y="0"/>
                    <a:pt x="954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89"/>
            <p:cNvSpPr/>
            <p:nvPr/>
          </p:nvSpPr>
          <p:spPr>
            <a:xfrm>
              <a:off x="6409139" y="2471691"/>
              <a:ext cx="96609" cy="276725"/>
            </a:xfrm>
            <a:custGeom>
              <a:rect b="b" l="l" r="r" t="t"/>
              <a:pathLst>
                <a:path extrusionOk="0" h="10561" w="3687">
                  <a:moveTo>
                    <a:pt x="2286" y="0"/>
                  </a:moveTo>
                  <a:cubicBezTo>
                    <a:pt x="1657" y="0"/>
                    <a:pt x="1148" y="512"/>
                    <a:pt x="1148" y="1143"/>
                  </a:cubicBezTo>
                  <a:lnTo>
                    <a:pt x="1148" y="9413"/>
                  </a:lnTo>
                  <a:cubicBezTo>
                    <a:pt x="1148" y="10047"/>
                    <a:pt x="634" y="10561"/>
                    <a:pt x="0" y="10561"/>
                  </a:cubicBezTo>
                  <a:lnTo>
                    <a:pt x="1392" y="10561"/>
                  </a:lnTo>
                  <a:cubicBezTo>
                    <a:pt x="2026" y="10561"/>
                    <a:pt x="2540" y="10047"/>
                    <a:pt x="2540" y="9413"/>
                  </a:cubicBezTo>
                  <a:lnTo>
                    <a:pt x="2540" y="1143"/>
                  </a:lnTo>
                  <a:cubicBezTo>
                    <a:pt x="2540" y="509"/>
                    <a:pt x="3053" y="0"/>
                    <a:pt x="3687" y="0"/>
                  </a:cubicBezTo>
                  <a:lnTo>
                    <a:pt x="2295" y="0"/>
                  </a:lnTo>
                  <a:cubicBezTo>
                    <a:pt x="2292" y="0"/>
                    <a:pt x="2289" y="0"/>
                    <a:pt x="2286"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9" name="Google Shape;19999;p89"/>
            <p:cNvSpPr/>
            <p:nvPr/>
          </p:nvSpPr>
          <p:spPr>
            <a:xfrm>
              <a:off x="6194934" y="2716580"/>
              <a:ext cx="250077" cy="31836"/>
            </a:xfrm>
            <a:custGeom>
              <a:rect b="b" l="l" r="r" t="t"/>
              <a:pathLst>
                <a:path extrusionOk="0" h="1215" w="9544">
                  <a:moveTo>
                    <a:pt x="1" y="0"/>
                  </a:moveTo>
                  <a:cubicBezTo>
                    <a:pt x="5" y="711"/>
                    <a:pt x="514" y="1215"/>
                    <a:pt x="1143" y="1215"/>
                  </a:cubicBezTo>
                  <a:lnTo>
                    <a:pt x="9543" y="1215"/>
                  </a:lnTo>
                  <a:cubicBezTo>
                    <a:pt x="8915" y="1215"/>
                    <a:pt x="8406" y="711"/>
                    <a:pt x="840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0" name="Google Shape;20000;p89"/>
            <p:cNvSpPr/>
            <p:nvPr/>
          </p:nvSpPr>
          <p:spPr>
            <a:xfrm>
              <a:off x="6394676" y="2564422"/>
              <a:ext cx="152839" cy="95325"/>
            </a:xfrm>
            <a:custGeom>
              <a:rect b="b" l="l" r="r" t="t"/>
              <a:pathLst>
                <a:path extrusionOk="0" h="3638" w="5833">
                  <a:moveTo>
                    <a:pt x="5586" y="0"/>
                  </a:moveTo>
                  <a:cubicBezTo>
                    <a:pt x="4023" y="0"/>
                    <a:pt x="1990" y="394"/>
                    <a:pt x="951" y="1578"/>
                  </a:cubicBezTo>
                  <a:cubicBezTo>
                    <a:pt x="452" y="2154"/>
                    <a:pt x="240" y="2903"/>
                    <a:pt x="0" y="3637"/>
                  </a:cubicBezTo>
                  <a:cubicBezTo>
                    <a:pt x="663" y="3311"/>
                    <a:pt x="1090" y="3268"/>
                    <a:pt x="2012" y="2980"/>
                  </a:cubicBezTo>
                  <a:cubicBezTo>
                    <a:pt x="2602" y="2797"/>
                    <a:pt x="3836" y="1986"/>
                    <a:pt x="4397" y="1377"/>
                  </a:cubicBezTo>
                  <a:cubicBezTo>
                    <a:pt x="4844" y="887"/>
                    <a:pt x="5324" y="426"/>
                    <a:pt x="5833" y="4"/>
                  </a:cubicBezTo>
                  <a:cubicBezTo>
                    <a:pt x="5752" y="1"/>
                    <a:pt x="5669" y="0"/>
                    <a:pt x="5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1" name="Google Shape;20001;p89"/>
            <p:cNvSpPr/>
            <p:nvPr/>
          </p:nvSpPr>
          <p:spPr>
            <a:xfrm>
              <a:off x="6394676" y="2564501"/>
              <a:ext cx="152839" cy="95246"/>
            </a:xfrm>
            <a:custGeom>
              <a:rect b="b" l="l" r="r" t="t"/>
              <a:pathLst>
                <a:path extrusionOk="0" h="3635" w="5833">
                  <a:moveTo>
                    <a:pt x="5798" y="0"/>
                  </a:moveTo>
                  <a:cubicBezTo>
                    <a:pt x="4186" y="0"/>
                    <a:pt x="239" y="2905"/>
                    <a:pt x="0" y="3634"/>
                  </a:cubicBezTo>
                  <a:cubicBezTo>
                    <a:pt x="663" y="3308"/>
                    <a:pt x="1090" y="3265"/>
                    <a:pt x="2012" y="2977"/>
                  </a:cubicBezTo>
                  <a:cubicBezTo>
                    <a:pt x="2602" y="2794"/>
                    <a:pt x="3836" y="1983"/>
                    <a:pt x="4397" y="1374"/>
                  </a:cubicBezTo>
                  <a:cubicBezTo>
                    <a:pt x="4844" y="884"/>
                    <a:pt x="5324" y="423"/>
                    <a:pt x="5833" y="1"/>
                  </a:cubicBezTo>
                  <a:cubicBezTo>
                    <a:pt x="5821" y="0"/>
                    <a:pt x="5809" y="0"/>
                    <a:pt x="5798"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2" name="Google Shape;20002;p89"/>
            <p:cNvSpPr/>
            <p:nvPr/>
          </p:nvSpPr>
          <p:spPr>
            <a:xfrm>
              <a:off x="6324479" y="2520874"/>
              <a:ext cx="125824" cy="10586"/>
            </a:xfrm>
            <a:custGeom>
              <a:rect b="b" l="l" r="r" t="t"/>
              <a:pathLst>
                <a:path extrusionOk="0" h="404" w="4802">
                  <a:moveTo>
                    <a:pt x="270" y="0"/>
                  </a:moveTo>
                  <a:cubicBezTo>
                    <a:pt x="1" y="0"/>
                    <a:pt x="1" y="403"/>
                    <a:pt x="270" y="403"/>
                  </a:cubicBezTo>
                  <a:lnTo>
                    <a:pt x="4599" y="403"/>
                  </a:lnTo>
                  <a:cubicBezTo>
                    <a:pt x="4710" y="403"/>
                    <a:pt x="4801" y="312"/>
                    <a:pt x="4801" y="202"/>
                  </a:cubicBezTo>
                  <a:cubicBezTo>
                    <a:pt x="4801" y="86"/>
                    <a:pt x="4710" y="0"/>
                    <a:pt x="45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3" name="Google Shape;20003;p89"/>
            <p:cNvSpPr/>
            <p:nvPr/>
          </p:nvSpPr>
          <p:spPr>
            <a:xfrm>
              <a:off x="6281717" y="2520847"/>
              <a:ext cx="32098" cy="10612"/>
            </a:xfrm>
            <a:custGeom>
              <a:rect b="b" l="l" r="r" t="t"/>
              <a:pathLst>
                <a:path extrusionOk="0" h="405" w="1225">
                  <a:moveTo>
                    <a:pt x="265" y="1"/>
                  </a:moveTo>
                  <a:cubicBezTo>
                    <a:pt x="1" y="1"/>
                    <a:pt x="2" y="404"/>
                    <a:pt x="270" y="404"/>
                  </a:cubicBezTo>
                  <a:lnTo>
                    <a:pt x="956" y="404"/>
                  </a:lnTo>
                  <a:cubicBezTo>
                    <a:pt x="1223" y="404"/>
                    <a:pt x="1225" y="1"/>
                    <a:pt x="961" y="1"/>
                  </a:cubicBezTo>
                  <a:cubicBezTo>
                    <a:pt x="959" y="1"/>
                    <a:pt x="958" y="1"/>
                    <a:pt x="956" y="1"/>
                  </a:cubicBezTo>
                  <a:lnTo>
                    <a:pt x="270" y="1"/>
                  </a:lnTo>
                  <a:cubicBezTo>
                    <a:pt x="268" y="1"/>
                    <a:pt x="266" y="1"/>
                    <a:pt x="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89"/>
            <p:cNvSpPr/>
            <p:nvPr/>
          </p:nvSpPr>
          <p:spPr>
            <a:xfrm>
              <a:off x="6281717" y="2684115"/>
              <a:ext cx="69961" cy="10717"/>
            </a:xfrm>
            <a:custGeom>
              <a:rect b="b" l="l" r="r" t="t"/>
              <a:pathLst>
                <a:path extrusionOk="0" h="409" w="2670">
                  <a:moveTo>
                    <a:pt x="270" y="1"/>
                  </a:moveTo>
                  <a:cubicBezTo>
                    <a:pt x="1" y="1"/>
                    <a:pt x="1" y="404"/>
                    <a:pt x="270" y="409"/>
                  </a:cubicBezTo>
                  <a:lnTo>
                    <a:pt x="2396" y="409"/>
                  </a:lnTo>
                  <a:cubicBezTo>
                    <a:pt x="2670" y="409"/>
                    <a:pt x="2670" y="1"/>
                    <a:pt x="2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5" name="Google Shape;20005;p89"/>
            <p:cNvSpPr/>
            <p:nvPr/>
          </p:nvSpPr>
          <p:spPr>
            <a:xfrm>
              <a:off x="6281717" y="2629666"/>
              <a:ext cx="90477" cy="10717"/>
            </a:xfrm>
            <a:custGeom>
              <a:rect b="b" l="l" r="r" t="t"/>
              <a:pathLst>
                <a:path extrusionOk="0" h="409" w="3453">
                  <a:moveTo>
                    <a:pt x="270" y="0"/>
                  </a:moveTo>
                  <a:cubicBezTo>
                    <a:pt x="1" y="0"/>
                    <a:pt x="1" y="408"/>
                    <a:pt x="270" y="408"/>
                  </a:cubicBezTo>
                  <a:lnTo>
                    <a:pt x="3250" y="408"/>
                  </a:lnTo>
                  <a:cubicBezTo>
                    <a:pt x="3361" y="408"/>
                    <a:pt x="3452" y="317"/>
                    <a:pt x="3452" y="202"/>
                  </a:cubicBezTo>
                  <a:cubicBezTo>
                    <a:pt x="3452" y="91"/>
                    <a:pt x="3361" y="0"/>
                    <a:pt x="32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89"/>
            <p:cNvSpPr/>
            <p:nvPr/>
          </p:nvSpPr>
          <p:spPr>
            <a:xfrm>
              <a:off x="6281717" y="2575191"/>
              <a:ext cx="128576" cy="10717"/>
            </a:xfrm>
            <a:custGeom>
              <a:rect b="b" l="l" r="r" t="t"/>
              <a:pathLst>
                <a:path extrusionOk="0" h="409" w="4907">
                  <a:moveTo>
                    <a:pt x="274" y="1"/>
                  </a:moveTo>
                  <a:cubicBezTo>
                    <a:pt x="1" y="1"/>
                    <a:pt x="1" y="409"/>
                    <a:pt x="274" y="409"/>
                  </a:cubicBezTo>
                  <a:lnTo>
                    <a:pt x="4705" y="409"/>
                  </a:lnTo>
                  <a:cubicBezTo>
                    <a:pt x="4815" y="409"/>
                    <a:pt x="4907" y="318"/>
                    <a:pt x="4907" y="207"/>
                  </a:cubicBezTo>
                  <a:cubicBezTo>
                    <a:pt x="4907" y="92"/>
                    <a:pt x="4815" y="1"/>
                    <a:pt x="47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89"/>
            <p:cNvSpPr/>
            <p:nvPr/>
          </p:nvSpPr>
          <p:spPr>
            <a:xfrm>
              <a:off x="6189641" y="2466268"/>
              <a:ext cx="351716" cy="287572"/>
            </a:xfrm>
            <a:custGeom>
              <a:rect b="b" l="l" r="r" t="t"/>
              <a:pathLst>
                <a:path extrusionOk="0" h="10975" w="13423">
                  <a:moveTo>
                    <a:pt x="12059" y="418"/>
                  </a:moveTo>
                  <a:cubicBezTo>
                    <a:pt x="12525" y="418"/>
                    <a:pt x="12894" y="754"/>
                    <a:pt x="12981" y="1225"/>
                  </a:cubicBezTo>
                  <a:lnTo>
                    <a:pt x="11123" y="1225"/>
                  </a:lnTo>
                  <a:lnTo>
                    <a:pt x="11128" y="1210"/>
                  </a:lnTo>
                  <a:cubicBezTo>
                    <a:pt x="11128" y="1206"/>
                    <a:pt x="11128" y="1201"/>
                    <a:pt x="11133" y="1196"/>
                  </a:cubicBezTo>
                  <a:cubicBezTo>
                    <a:pt x="11138" y="1186"/>
                    <a:pt x="11133" y="1177"/>
                    <a:pt x="11138" y="1167"/>
                  </a:cubicBezTo>
                  <a:lnTo>
                    <a:pt x="11142" y="1148"/>
                  </a:lnTo>
                  <a:lnTo>
                    <a:pt x="11147" y="1124"/>
                  </a:lnTo>
                  <a:lnTo>
                    <a:pt x="11152" y="1105"/>
                  </a:lnTo>
                  <a:lnTo>
                    <a:pt x="11162" y="1081"/>
                  </a:lnTo>
                  <a:lnTo>
                    <a:pt x="11166" y="1062"/>
                  </a:lnTo>
                  <a:lnTo>
                    <a:pt x="11171" y="1038"/>
                  </a:lnTo>
                  <a:lnTo>
                    <a:pt x="11181" y="1018"/>
                  </a:lnTo>
                  <a:lnTo>
                    <a:pt x="11190" y="999"/>
                  </a:lnTo>
                  <a:lnTo>
                    <a:pt x="11200" y="980"/>
                  </a:lnTo>
                  <a:lnTo>
                    <a:pt x="11205" y="961"/>
                  </a:lnTo>
                  <a:lnTo>
                    <a:pt x="11214" y="937"/>
                  </a:lnTo>
                  <a:lnTo>
                    <a:pt x="11224" y="922"/>
                  </a:lnTo>
                  <a:lnTo>
                    <a:pt x="11238" y="898"/>
                  </a:lnTo>
                  <a:lnTo>
                    <a:pt x="11243" y="889"/>
                  </a:lnTo>
                  <a:cubicBezTo>
                    <a:pt x="11258" y="855"/>
                    <a:pt x="11277" y="826"/>
                    <a:pt x="11301" y="793"/>
                  </a:cubicBezTo>
                  <a:lnTo>
                    <a:pt x="11325" y="764"/>
                  </a:lnTo>
                  <a:lnTo>
                    <a:pt x="11325" y="759"/>
                  </a:lnTo>
                  <a:lnTo>
                    <a:pt x="11349" y="735"/>
                  </a:lnTo>
                  <a:lnTo>
                    <a:pt x="11354" y="730"/>
                  </a:lnTo>
                  <a:lnTo>
                    <a:pt x="11378" y="702"/>
                  </a:lnTo>
                  <a:lnTo>
                    <a:pt x="11382" y="697"/>
                  </a:lnTo>
                  <a:lnTo>
                    <a:pt x="11406" y="673"/>
                  </a:lnTo>
                  <a:lnTo>
                    <a:pt x="11411" y="673"/>
                  </a:lnTo>
                  <a:lnTo>
                    <a:pt x="11440" y="644"/>
                  </a:lnTo>
                  <a:cubicBezTo>
                    <a:pt x="11565" y="534"/>
                    <a:pt x="11723" y="462"/>
                    <a:pt x="11886" y="428"/>
                  </a:cubicBezTo>
                  <a:lnTo>
                    <a:pt x="11930" y="423"/>
                  </a:lnTo>
                  <a:lnTo>
                    <a:pt x="11968" y="418"/>
                  </a:lnTo>
                  <a:close/>
                  <a:moveTo>
                    <a:pt x="8406" y="9760"/>
                  </a:moveTo>
                  <a:cubicBezTo>
                    <a:pt x="8411" y="9779"/>
                    <a:pt x="8411" y="9798"/>
                    <a:pt x="8416" y="9817"/>
                  </a:cubicBezTo>
                  <a:cubicBezTo>
                    <a:pt x="8416" y="9827"/>
                    <a:pt x="8416" y="9832"/>
                    <a:pt x="8421" y="9836"/>
                  </a:cubicBezTo>
                  <a:cubicBezTo>
                    <a:pt x="8425" y="9846"/>
                    <a:pt x="8425" y="9865"/>
                    <a:pt x="8430" y="9880"/>
                  </a:cubicBezTo>
                  <a:lnTo>
                    <a:pt x="8435" y="9904"/>
                  </a:lnTo>
                  <a:cubicBezTo>
                    <a:pt x="8435" y="9913"/>
                    <a:pt x="8440" y="9928"/>
                    <a:pt x="8445" y="9937"/>
                  </a:cubicBezTo>
                  <a:lnTo>
                    <a:pt x="8449" y="9966"/>
                  </a:lnTo>
                  <a:cubicBezTo>
                    <a:pt x="8454" y="9976"/>
                    <a:pt x="8454" y="9985"/>
                    <a:pt x="8459" y="10000"/>
                  </a:cubicBezTo>
                  <a:lnTo>
                    <a:pt x="8469" y="10024"/>
                  </a:lnTo>
                  <a:lnTo>
                    <a:pt x="8478" y="10057"/>
                  </a:lnTo>
                  <a:lnTo>
                    <a:pt x="8488" y="10081"/>
                  </a:lnTo>
                  <a:lnTo>
                    <a:pt x="8497" y="10115"/>
                  </a:lnTo>
                  <a:lnTo>
                    <a:pt x="8507" y="10139"/>
                  </a:lnTo>
                  <a:lnTo>
                    <a:pt x="8521" y="10168"/>
                  </a:lnTo>
                  <a:lnTo>
                    <a:pt x="8531" y="10192"/>
                  </a:lnTo>
                  <a:lnTo>
                    <a:pt x="8550" y="10225"/>
                  </a:lnTo>
                  <a:lnTo>
                    <a:pt x="8560" y="10244"/>
                  </a:lnTo>
                  <a:lnTo>
                    <a:pt x="8579" y="10283"/>
                  </a:lnTo>
                  <a:lnTo>
                    <a:pt x="8589" y="10297"/>
                  </a:lnTo>
                  <a:cubicBezTo>
                    <a:pt x="8598" y="10316"/>
                    <a:pt x="8608" y="10331"/>
                    <a:pt x="8617" y="10345"/>
                  </a:cubicBezTo>
                  <a:lnTo>
                    <a:pt x="8622" y="10360"/>
                  </a:lnTo>
                  <a:lnTo>
                    <a:pt x="8651" y="10398"/>
                  </a:lnTo>
                  <a:lnTo>
                    <a:pt x="8661" y="10412"/>
                  </a:lnTo>
                  <a:lnTo>
                    <a:pt x="8685" y="10441"/>
                  </a:lnTo>
                  <a:lnTo>
                    <a:pt x="8699" y="10460"/>
                  </a:lnTo>
                  <a:lnTo>
                    <a:pt x="8718" y="10489"/>
                  </a:lnTo>
                  <a:lnTo>
                    <a:pt x="8733" y="10508"/>
                  </a:lnTo>
                  <a:lnTo>
                    <a:pt x="8757" y="10532"/>
                  </a:lnTo>
                  <a:lnTo>
                    <a:pt x="8771" y="10552"/>
                  </a:lnTo>
                  <a:lnTo>
                    <a:pt x="8785" y="10561"/>
                  </a:lnTo>
                  <a:lnTo>
                    <a:pt x="1340" y="10566"/>
                  </a:lnTo>
                  <a:cubicBezTo>
                    <a:pt x="875" y="10566"/>
                    <a:pt x="505" y="10230"/>
                    <a:pt x="419" y="9760"/>
                  </a:cubicBezTo>
                  <a:close/>
                  <a:moveTo>
                    <a:pt x="3668" y="1"/>
                  </a:moveTo>
                  <a:cubicBezTo>
                    <a:pt x="2924" y="1"/>
                    <a:pt x="2319" y="606"/>
                    <a:pt x="2319" y="1350"/>
                  </a:cubicBezTo>
                  <a:lnTo>
                    <a:pt x="2319" y="9352"/>
                  </a:lnTo>
                  <a:lnTo>
                    <a:pt x="203" y="9352"/>
                  </a:lnTo>
                  <a:cubicBezTo>
                    <a:pt x="92" y="9352"/>
                    <a:pt x="1" y="9443"/>
                    <a:pt x="1" y="9558"/>
                  </a:cubicBezTo>
                  <a:cubicBezTo>
                    <a:pt x="11" y="10364"/>
                    <a:pt x="591" y="10974"/>
                    <a:pt x="1350" y="10974"/>
                  </a:cubicBezTo>
                  <a:lnTo>
                    <a:pt x="9779" y="10974"/>
                  </a:lnTo>
                  <a:cubicBezTo>
                    <a:pt x="10523" y="10969"/>
                    <a:pt x="11118" y="10364"/>
                    <a:pt x="11123" y="9620"/>
                  </a:cubicBezTo>
                  <a:lnTo>
                    <a:pt x="11123" y="7158"/>
                  </a:lnTo>
                  <a:cubicBezTo>
                    <a:pt x="11123" y="7047"/>
                    <a:pt x="11027" y="6956"/>
                    <a:pt x="10917" y="6956"/>
                  </a:cubicBezTo>
                  <a:cubicBezTo>
                    <a:pt x="10802" y="6956"/>
                    <a:pt x="10715" y="7047"/>
                    <a:pt x="10715" y="7158"/>
                  </a:cubicBezTo>
                  <a:lnTo>
                    <a:pt x="10715" y="9620"/>
                  </a:lnTo>
                  <a:cubicBezTo>
                    <a:pt x="10710" y="10144"/>
                    <a:pt x="10288" y="10566"/>
                    <a:pt x="9769" y="10566"/>
                  </a:cubicBezTo>
                  <a:lnTo>
                    <a:pt x="9745" y="10566"/>
                  </a:lnTo>
                  <a:cubicBezTo>
                    <a:pt x="9213" y="10566"/>
                    <a:pt x="8805" y="10129"/>
                    <a:pt x="8800" y="9553"/>
                  </a:cubicBezTo>
                  <a:cubicBezTo>
                    <a:pt x="8800" y="9443"/>
                    <a:pt x="8709" y="9352"/>
                    <a:pt x="8598" y="9352"/>
                  </a:cubicBezTo>
                  <a:lnTo>
                    <a:pt x="2718" y="9352"/>
                  </a:lnTo>
                  <a:lnTo>
                    <a:pt x="2718" y="1350"/>
                  </a:lnTo>
                  <a:cubicBezTo>
                    <a:pt x="2718" y="831"/>
                    <a:pt x="3140" y="409"/>
                    <a:pt x="3659" y="409"/>
                  </a:cubicBezTo>
                  <a:lnTo>
                    <a:pt x="11099" y="409"/>
                  </a:lnTo>
                  <a:lnTo>
                    <a:pt x="11085" y="428"/>
                  </a:lnTo>
                  <a:lnTo>
                    <a:pt x="11061" y="447"/>
                  </a:lnTo>
                  <a:lnTo>
                    <a:pt x="11042" y="476"/>
                  </a:lnTo>
                  <a:lnTo>
                    <a:pt x="11022" y="500"/>
                  </a:lnTo>
                  <a:lnTo>
                    <a:pt x="10998" y="524"/>
                  </a:lnTo>
                  <a:lnTo>
                    <a:pt x="10979" y="548"/>
                  </a:lnTo>
                  <a:lnTo>
                    <a:pt x="10965" y="577"/>
                  </a:lnTo>
                  <a:lnTo>
                    <a:pt x="10946" y="601"/>
                  </a:lnTo>
                  <a:lnTo>
                    <a:pt x="10926" y="630"/>
                  </a:lnTo>
                  <a:lnTo>
                    <a:pt x="10907" y="654"/>
                  </a:lnTo>
                  <a:lnTo>
                    <a:pt x="10893" y="682"/>
                  </a:lnTo>
                  <a:lnTo>
                    <a:pt x="10878" y="711"/>
                  </a:lnTo>
                  <a:lnTo>
                    <a:pt x="10864" y="740"/>
                  </a:lnTo>
                  <a:lnTo>
                    <a:pt x="10850" y="769"/>
                  </a:lnTo>
                  <a:lnTo>
                    <a:pt x="10835" y="802"/>
                  </a:lnTo>
                  <a:lnTo>
                    <a:pt x="10821" y="831"/>
                  </a:lnTo>
                  <a:cubicBezTo>
                    <a:pt x="10816" y="841"/>
                    <a:pt x="10811" y="850"/>
                    <a:pt x="10811" y="860"/>
                  </a:cubicBezTo>
                  <a:cubicBezTo>
                    <a:pt x="10806" y="870"/>
                    <a:pt x="10802" y="879"/>
                    <a:pt x="10797" y="889"/>
                  </a:cubicBezTo>
                  <a:cubicBezTo>
                    <a:pt x="10792" y="898"/>
                    <a:pt x="10792" y="913"/>
                    <a:pt x="10787" y="922"/>
                  </a:cubicBezTo>
                  <a:cubicBezTo>
                    <a:pt x="10782" y="932"/>
                    <a:pt x="10778" y="942"/>
                    <a:pt x="10778" y="951"/>
                  </a:cubicBezTo>
                  <a:cubicBezTo>
                    <a:pt x="10773" y="961"/>
                    <a:pt x="10768" y="975"/>
                    <a:pt x="10768" y="985"/>
                  </a:cubicBezTo>
                  <a:cubicBezTo>
                    <a:pt x="10763" y="994"/>
                    <a:pt x="10758" y="1004"/>
                    <a:pt x="10758" y="1014"/>
                  </a:cubicBezTo>
                  <a:cubicBezTo>
                    <a:pt x="10754" y="1028"/>
                    <a:pt x="10754" y="1038"/>
                    <a:pt x="10749" y="1052"/>
                  </a:cubicBezTo>
                  <a:cubicBezTo>
                    <a:pt x="10749" y="1062"/>
                    <a:pt x="10744" y="1071"/>
                    <a:pt x="10744" y="1081"/>
                  </a:cubicBezTo>
                  <a:cubicBezTo>
                    <a:pt x="10739" y="1090"/>
                    <a:pt x="10739" y="1105"/>
                    <a:pt x="10734" y="1119"/>
                  </a:cubicBezTo>
                  <a:cubicBezTo>
                    <a:pt x="10734" y="1129"/>
                    <a:pt x="10734" y="1138"/>
                    <a:pt x="10730" y="1148"/>
                  </a:cubicBezTo>
                  <a:cubicBezTo>
                    <a:pt x="10730" y="1158"/>
                    <a:pt x="10730" y="1172"/>
                    <a:pt x="10725" y="1186"/>
                  </a:cubicBezTo>
                  <a:cubicBezTo>
                    <a:pt x="10725" y="1201"/>
                    <a:pt x="10725" y="1206"/>
                    <a:pt x="10725" y="1215"/>
                  </a:cubicBezTo>
                  <a:cubicBezTo>
                    <a:pt x="10720" y="1225"/>
                    <a:pt x="10725" y="1244"/>
                    <a:pt x="10720" y="1258"/>
                  </a:cubicBezTo>
                  <a:cubicBezTo>
                    <a:pt x="10715" y="1273"/>
                    <a:pt x="10720" y="1273"/>
                    <a:pt x="10720" y="1282"/>
                  </a:cubicBezTo>
                  <a:lnTo>
                    <a:pt x="10720" y="1350"/>
                  </a:lnTo>
                  <a:lnTo>
                    <a:pt x="10720" y="3154"/>
                  </a:lnTo>
                  <a:cubicBezTo>
                    <a:pt x="10720" y="3291"/>
                    <a:pt x="10822" y="3360"/>
                    <a:pt x="10924" y="3360"/>
                  </a:cubicBezTo>
                  <a:cubicBezTo>
                    <a:pt x="11026" y="3360"/>
                    <a:pt x="11128" y="3291"/>
                    <a:pt x="11128" y="3154"/>
                  </a:cubicBezTo>
                  <a:lnTo>
                    <a:pt x="11128" y="1623"/>
                  </a:lnTo>
                  <a:lnTo>
                    <a:pt x="13216" y="1623"/>
                  </a:lnTo>
                  <a:cubicBezTo>
                    <a:pt x="13331" y="1623"/>
                    <a:pt x="13422" y="1527"/>
                    <a:pt x="13422" y="1417"/>
                  </a:cubicBezTo>
                  <a:cubicBezTo>
                    <a:pt x="13413" y="610"/>
                    <a:pt x="12832" y="1"/>
                    <a:pt x="120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89"/>
            <p:cNvSpPr/>
            <p:nvPr/>
          </p:nvSpPr>
          <p:spPr>
            <a:xfrm>
              <a:off x="6379478" y="2559365"/>
              <a:ext cx="173461" cy="138061"/>
            </a:xfrm>
            <a:custGeom>
              <a:rect b="b" l="l" r="r" t="t"/>
              <a:pathLst>
                <a:path extrusionOk="0" h="5269" w="6620">
                  <a:moveTo>
                    <a:pt x="4651" y="523"/>
                  </a:moveTo>
                  <a:lnTo>
                    <a:pt x="4651" y="523"/>
                  </a:lnTo>
                  <a:cubicBezTo>
                    <a:pt x="4037" y="826"/>
                    <a:pt x="3446" y="1171"/>
                    <a:pt x="2875" y="1555"/>
                  </a:cubicBezTo>
                  <a:cubicBezTo>
                    <a:pt x="2256" y="1963"/>
                    <a:pt x="1670" y="2414"/>
                    <a:pt x="1108" y="2904"/>
                  </a:cubicBezTo>
                  <a:cubicBezTo>
                    <a:pt x="1243" y="2539"/>
                    <a:pt x="1435" y="2203"/>
                    <a:pt x="1684" y="1910"/>
                  </a:cubicBezTo>
                  <a:cubicBezTo>
                    <a:pt x="2160" y="1368"/>
                    <a:pt x="2884" y="960"/>
                    <a:pt x="3840" y="696"/>
                  </a:cubicBezTo>
                  <a:cubicBezTo>
                    <a:pt x="4109" y="624"/>
                    <a:pt x="4377" y="566"/>
                    <a:pt x="4651" y="523"/>
                  </a:cubicBezTo>
                  <a:close/>
                  <a:moveTo>
                    <a:pt x="5741" y="518"/>
                  </a:moveTo>
                  <a:lnTo>
                    <a:pt x="5741" y="518"/>
                  </a:lnTo>
                  <a:cubicBezTo>
                    <a:pt x="5443" y="787"/>
                    <a:pt x="5150" y="1085"/>
                    <a:pt x="4829" y="1430"/>
                  </a:cubicBezTo>
                  <a:cubicBezTo>
                    <a:pt x="4272" y="2040"/>
                    <a:pt x="3062" y="2818"/>
                    <a:pt x="2529" y="2981"/>
                  </a:cubicBezTo>
                  <a:cubicBezTo>
                    <a:pt x="2236" y="3072"/>
                    <a:pt x="1992" y="3139"/>
                    <a:pt x="1771" y="3197"/>
                  </a:cubicBezTo>
                  <a:cubicBezTo>
                    <a:pt x="1579" y="3250"/>
                    <a:pt x="1401" y="3298"/>
                    <a:pt x="1224" y="3355"/>
                  </a:cubicBezTo>
                  <a:cubicBezTo>
                    <a:pt x="1300" y="3278"/>
                    <a:pt x="1396" y="3197"/>
                    <a:pt x="1502" y="3101"/>
                  </a:cubicBezTo>
                  <a:cubicBezTo>
                    <a:pt x="2011" y="2664"/>
                    <a:pt x="2544" y="2261"/>
                    <a:pt x="3100" y="1891"/>
                  </a:cubicBezTo>
                  <a:cubicBezTo>
                    <a:pt x="4128" y="1205"/>
                    <a:pt x="5059" y="725"/>
                    <a:pt x="5741" y="518"/>
                  </a:cubicBezTo>
                  <a:close/>
                  <a:moveTo>
                    <a:pt x="6163" y="1"/>
                  </a:moveTo>
                  <a:cubicBezTo>
                    <a:pt x="4500" y="1"/>
                    <a:pt x="2448" y="435"/>
                    <a:pt x="1387" y="1646"/>
                  </a:cubicBezTo>
                  <a:cubicBezTo>
                    <a:pt x="892" y="2208"/>
                    <a:pt x="667" y="2918"/>
                    <a:pt x="451" y="3605"/>
                  </a:cubicBezTo>
                  <a:lnTo>
                    <a:pt x="393" y="3773"/>
                  </a:lnTo>
                  <a:lnTo>
                    <a:pt x="393" y="3782"/>
                  </a:lnTo>
                  <a:lnTo>
                    <a:pt x="52" y="5002"/>
                  </a:lnTo>
                  <a:cubicBezTo>
                    <a:pt x="1" y="5163"/>
                    <a:pt x="128" y="5269"/>
                    <a:pt x="252" y="5269"/>
                  </a:cubicBezTo>
                  <a:cubicBezTo>
                    <a:pt x="335" y="5269"/>
                    <a:pt x="416" y="5222"/>
                    <a:pt x="441" y="5112"/>
                  </a:cubicBezTo>
                  <a:lnTo>
                    <a:pt x="763" y="3984"/>
                  </a:lnTo>
                  <a:cubicBezTo>
                    <a:pt x="1152" y="3802"/>
                    <a:pt x="1464" y="3715"/>
                    <a:pt x="1886" y="3600"/>
                  </a:cubicBezTo>
                  <a:cubicBezTo>
                    <a:pt x="2107" y="3538"/>
                    <a:pt x="2356" y="3470"/>
                    <a:pt x="2659" y="3379"/>
                  </a:cubicBezTo>
                  <a:cubicBezTo>
                    <a:pt x="3312" y="3178"/>
                    <a:pt x="4560" y="2338"/>
                    <a:pt x="5136" y="1718"/>
                  </a:cubicBezTo>
                  <a:cubicBezTo>
                    <a:pt x="5577" y="1234"/>
                    <a:pt x="6048" y="778"/>
                    <a:pt x="6552" y="365"/>
                  </a:cubicBezTo>
                  <a:cubicBezTo>
                    <a:pt x="6561" y="355"/>
                    <a:pt x="6566" y="350"/>
                    <a:pt x="6571" y="346"/>
                  </a:cubicBezTo>
                  <a:cubicBezTo>
                    <a:pt x="6581" y="336"/>
                    <a:pt x="6585" y="326"/>
                    <a:pt x="6590" y="322"/>
                  </a:cubicBezTo>
                  <a:lnTo>
                    <a:pt x="6590" y="317"/>
                  </a:lnTo>
                  <a:cubicBezTo>
                    <a:pt x="6600" y="302"/>
                    <a:pt x="6605" y="283"/>
                    <a:pt x="6614" y="264"/>
                  </a:cubicBezTo>
                  <a:lnTo>
                    <a:pt x="6614" y="259"/>
                  </a:lnTo>
                  <a:cubicBezTo>
                    <a:pt x="6614" y="254"/>
                    <a:pt x="6614" y="245"/>
                    <a:pt x="6619" y="235"/>
                  </a:cubicBezTo>
                  <a:lnTo>
                    <a:pt x="6619" y="216"/>
                  </a:lnTo>
                  <a:lnTo>
                    <a:pt x="6619" y="197"/>
                  </a:lnTo>
                  <a:lnTo>
                    <a:pt x="6619" y="187"/>
                  </a:lnTo>
                  <a:cubicBezTo>
                    <a:pt x="6614" y="168"/>
                    <a:pt x="6614" y="149"/>
                    <a:pt x="6609" y="134"/>
                  </a:cubicBezTo>
                  <a:lnTo>
                    <a:pt x="6609" y="129"/>
                  </a:lnTo>
                  <a:cubicBezTo>
                    <a:pt x="6605" y="120"/>
                    <a:pt x="6600" y="110"/>
                    <a:pt x="6595" y="101"/>
                  </a:cubicBezTo>
                  <a:cubicBezTo>
                    <a:pt x="6590" y="91"/>
                    <a:pt x="6585" y="86"/>
                    <a:pt x="6581" y="77"/>
                  </a:cubicBezTo>
                  <a:cubicBezTo>
                    <a:pt x="6576" y="67"/>
                    <a:pt x="6566" y="62"/>
                    <a:pt x="6561" y="53"/>
                  </a:cubicBezTo>
                  <a:lnTo>
                    <a:pt x="6557" y="53"/>
                  </a:lnTo>
                  <a:cubicBezTo>
                    <a:pt x="6552" y="43"/>
                    <a:pt x="6547" y="38"/>
                    <a:pt x="6537" y="33"/>
                  </a:cubicBezTo>
                  <a:cubicBezTo>
                    <a:pt x="6533" y="29"/>
                    <a:pt x="6523" y="24"/>
                    <a:pt x="6518" y="19"/>
                  </a:cubicBezTo>
                  <a:lnTo>
                    <a:pt x="6513" y="19"/>
                  </a:lnTo>
                  <a:cubicBezTo>
                    <a:pt x="6504" y="14"/>
                    <a:pt x="6494" y="14"/>
                    <a:pt x="6485" y="9"/>
                  </a:cubicBezTo>
                  <a:cubicBezTo>
                    <a:pt x="6480" y="5"/>
                    <a:pt x="6470" y="5"/>
                    <a:pt x="6461" y="5"/>
                  </a:cubicBezTo>
                  <a:lnTo>
                    <a:pt x="6456" y="5"/>
                  </a:lnTo>
                  <a:cubicBezTo>
                    <a:pt x="6451" y="2"/>
                    <a:pt x="6446" y="1"/>
                    <a:pt x="6441" y="1"/>
                  </a:cubicBezTo>
                  <a:cubicBezTo>
                    <a:pt x="6437" y="1"/>
                    <a:pt x="6432" y="2"/>
                    <a:pt x="6427" y="5"/>
                  </a:cubicBezTo>
                  <a:cubicBezTo>
                    <a:pt x="6340" y="2"/>
                    <a:pt x="6252" y="1"/>
                    <a:pt x="6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9" name="Google Shape;20009;p89"/>
          <p:cNvGrpSpPr/>
          <p:nvPr/>
        </p:nvGrpSpPr>
        <p:grpSpPr>
          <a:xfrm>
            <a:off x="7076255" y="2428248"/>
            <a:ext cx="369455" cy="363638"/>
            <a:chOff x="7076255" y="2428248"/>
            <a:chExt cx="369455" cy="363638"/>
          </a:xfrm>
        </p:grpSpPr>
        <p:sp>
          <p:nvSpPr>
            <p:cNvPr id="20010" name="Google Shape;20010;p89"/>
            <p:cNvSpPr/>
            <p:nvPr/>
          </p:nvSpPr>
          <p:spPr>
            <a:xfrm>
              <a:off x="7082544" y="2433567"/>
              <a:ext cx="358136" cy="352974"/>
            </a:xfrm>
            <a:custGeom>
              <a:rect b="b" l="l" r="r" t="t"/>
              <a:pathLst>
                <a:path extrusionOk="0" h="13471" w="13668">
                  <a:moveTo>
                    <a:pt x="2706" y="0"/>
                  </a:moveTo>
                  <a:cubicBezTo>
                    <a:pt x="2674" y="0"/>
                    <a:pt x="2641" y="2"/>
                    <a:pt x="2608" y="5"/>
                  </a:cubicBezTo>
                  <a:cubicBezTo>
                    <a:pt x="2003" y="68"/>
                    <a:pt x="1412" y="188"/>
                    <a:pt x="831" y="361"/>
                  </a:cubicBezTo>
                  <a:cubicBezTo>
                    <a:pt x="289" y="519"/>
                    <a:pt x="1" y="1114"/>
                    <a:pt x="222" y="1642"/>
                  </a:cubicBezTo>
                  <a:lnTo>
                    <a:pt x="1988" y="5910"/>
                  </a:lnTo>
                  <a:cubicBezTo>
                    <a:pt x="2025" y="5995"/>
                    <a:pt x="2109" y="6049"/>
                    <a:pt x="2195" y="6049"/>
                  </a:cubicBezTo>
                  <a:cubicBezTo>
                    <a:pt x="2221" y="6049"/>
                    <a:pt x="2247" y="6044"/>
                    <a:pt x="2272" y="6035"/>
                  </a:cubicBezTo>
                  <a:cubicBezTo>
                    <a:pt x="2651" y="5900"/>
                    <a:pt x="3049" y="5823"/>
                    <a:pt x="3448" y="5804"/>
                  </a:cubicBezTo>
                  <a:cubicBezTo>
                    <a:pt x="3568" y="5795"/>
                    <a:pt x="3664" y="5694"/>
                    <a:pt x="3664" y="5574"/>
                  </a:cubicBezTo>
                  <a:cubicBezTo>
                    <a:pt x="3664" y="5694"/>
                    <a:pt x="3755" y="5795"/>
                    <a:pt x="3875" y="5804"/>
                  </a:cubicBezTo>
                  <a:cubicBezTo>
                    <a:pt x="4278" y="5823"/>
                    <a:pt x="4676" y="5900"/>
                    <a:pt x="5051" y="6035"/>
                  </a:cubicBezTo>
                  <a:cubicBezTo>
                    <a:pt x="5077" y="6044"/>
                    <a:pt x="5104" y="6049"/>
                    <a:pt x="5130" y="6049"/>
                  </a:cubicBezTo>
                  <a:cubicBezTo>
                    <a:pt x="5219" y="6049"/>
                    <a:pt x="5302" y="5995"/>
                    <a:pt x="5339" y="5910"/>
                  </a:cubicBezTo>
                  <a:lnTo>
                    <a:pt x="5339" y="5910"/>
                  </a:lnTo>
                  <a:cubicBezTo>
                    <a:pt x="5291" y="6020"/>
                    <a:pt x="5339" y="6150"/>
                    <a:pt x="5449" y="6203"/>
                  </a:cubicBezTo>
                  <a:cubicBezTo>
                    <a:pt x="5809" y="6375"/>
                    <a:pt x="6145" y="6596"/>
                    <a:pt x="6443" y="6870"/>
                  </a:cubicBezTo>
                  <a:cubicBezTo>
                    <a:pt x="6474" y="6827"/>
                    <a:pt x="6515" y="6809"/>
                    <a:pt x="6558" y="6809"/>
                  </a:cubicBezTo>
                  <a:cubicBezTo>
                    <a:pt x="6716" y="6809"/>
                    <a:pt x="6900" y="7054"/>
                    <a:pt x="6745" y="7167"/>
                  </a:cubicBezTo>
                  <a:cubicBezTo>
                    <a:pt x="7014" y="7465"/>
                    <a:pt x="7240" y="7801"/>
                    <a:pt x="7413" y="8166"/>
                  </a:cubicBezTo>
                  <a:cubicBezTo>
                    <a:pt x="7452" y="8245"/>
                    <a:pt x="7533" y="8292"/>
                    <a:pt x="7617" y="8292"/>
                  </a:cubicBezTo>
                  <a:cubicBezTo>
                    <a:pt x="7645" y="8292"/>
                    <a:pt x="7673" y="8287"/>
                    <a:pt x="7701" y="8276"/>
                  </a:cubicBezTo>
                  <a:lnTo>
                    <a:pt x="7701" y="8276"/>
                  </a:lnTo>
                  <a:cubicBezTo>
                    <a:pt x="7590" y="8319"/>
                    <a:pt x="7537" y="8444"/>
                    <a:pt x="7576" y="8559"/>
                  </a:cubicBezTo>
                  <a:cubicBezTo>
                    <a:pt x="7710" y="8939"/>
                    <a:pt x="7787" y="9332"/>
                    <a:pt x="7811" y="9736"/>
                  </a:cubicBezTo>
                  <a:cubicBezTo>
                    <a:pt x="7816" y="9856"/>
                    <a:pt x="7917" y="9947"/>
                    <a:pt x="8037" y="9947"/>
                  </a:cubicBezTo>
                  <a:cubicBezTo>
                    <a:pt x="7917" y="9947"/>
                    <a:pt x="7816" y="10043"/>
                    <a:pt x="7811" y="10163"/>
                  </a:cubicBezTo>
                  <a:cubicBezTo>
                    <a:pt x="7787" y="10561"/>
                    <a:pt x="7710" y="10960"/>
                    <a:pt x="7576" y="11339"/>
                  </a:cubicBezTo>
                  <a:cubicBezTo>
                    <a:pt x="7533" y="11454"/>
                    <a:pt x="7590" y="11584"/>
                    <a:pt x="7705" y="11632"/>
                  </a:cubicBezTo>
                  <a:lnTo>
                    <a:pt x="11973" y="13398"/>
                  </a:lnTo>
                  <a:cubicBezTo>
                    <a:pt x="12092" y="13447"/>
                    <a:pt x="12216" y="13471"/>
                    <a:pt x="12338" y="13471"/>
                  </a:cubicBezTo>
                  <a:cubicBezTo>
                    <a:pt x="12747" y="13471"/>
                    <a:pt x="13132" y="13206"/>
                    <a:pt x="13255" y="12784"/>
                  </a:cubicBezTo>
                  <a:cubicBezTo>
                    <a:pt x="13427" y="12203"/>
                    <a:pt x="13543" y="11612"/>
                    <a:pt x="13605" y="11012"/>
                  </a:cubicBezTo>
                  <a:cubicBezTo>
                    <a:pt x="13667" y="10446"/>
                    <a:pt x="13226" y="9956"/>
                    <a:pt x="12654" y="9952"/>
                  </a:cubicBezTo>
                  <a:cubicBezTo>
                    <a:pt x="13226" y="9952"/>
                    <a:pt x="13667" y="9457"/>
                    <a:pt x="13605" y="8895"/>
                  </a:cubicBezTo>
                  <a:cubicBezTo>
                    <a:pt x="13543" y="8295"/>
                    <a:pt x="13427" y="7700"/>
                    <a:pt x="13255" y="7119"/>
                  </a:cubicBezTo>
                  <a:cubicBezTo>
                    <a:pt x="13132" y="6701"/>
                    <a:pt x="12748" y="6437"/>
                    <a:pt x="12338" y="6437"/>
                  </a:cubicBezTo>
                  <a:cubicBezTo>
                    <a:pt x="12216" y="6437"/>
                    <a:pt x="12093" y="6460"/>
                    <a:pt x="11973" y="6510"/>
                  </a:cubicBezTo>
                  <a:cubicBezTo>
                    <a:pt x="12496" y="6294"/>
                    <a:pt x="12717" y="5665"/>
                    <a:pt x="12448" y="5171"/>
                  </a:cubicBezTo>
                  <a:cubicBezTo>
                    <a:pt x="12314" y="4921"/>
                    <a:pt x="12170" y="4686"/>
                    <a:pt x="12016" y="4450"/>
                  </a:cubicBezTo>
                  <a:cubicBezTo>
                    <a:pt x="11838" y="4182"/>
                    <a:pt x="11646" y="3918"/>
                    <a:pt x="11440" y="3668"/>
                  </a:cubicBezTo>
                  <a:cubicBezTo>
                    <a:pt x="11251" y="3433"/>
                    <a:pt x="10974" y="3313"/>
                    <a:pt x="10697" y="3313"/>
                  </a:cubicBezTo>
                  <a:cubicBezTo>
                    <a:pt x="10454" y="3313"/>
                    <a:pt x="10210" y="3405"/>
                    <a:pt x="10024" y="3591"/>
                  </a:cubicBezTo>
                  <a:cubicBezTo>
                    <a:pt x="10422" y="3193"/>
                    <a:pt x="10389" y="2530"/>
                    <a:pt x="9947" y="2175"/>
                  </a:cubicBezTo>
                  <a:cubicBezTo>
                    <a:pt x="9702" y="1974"/>
                    <a:pt x="9448" y="1786"/>
                    <a:pt x="9184" y="1614"/>
                  </a:cubicBezTo>
                  <a:cubicBezTo>
                    <a:pt x="8944" y="1450"/>
                    <a:pt x="8699" y="1306"/>
                    <a:pt x="8445" y="1167"/>
                  </a:cubicBezTo>
                  <a:cubicBezTo>
                    <a:pt x="8299" y="1088"/>
                    <a:pt x="8142" y="1051"/>
                    <a:pt x="7988" y="1051"/>
                  </a:cubicBezTo>
                  <a:cubicBezTo>
                    <a:pt x="7616" y="1051"/>
                    <a:pt x="7260" y="1268"/>
                    <a:pt x="7107" y="1639"/>
                  </a:cubicBezTo>
                  <a:lnTo>
                    <a:pt x="7107" y="1639"/>
                  </a:lnTo>
                  <a:cubicBezTo>
                    <a:pt x="7320" y="1117"/>
                    <a:pt x="7037" y="519"/>
                    <a:pt x="6496" y="361"/>
                  </a:cubicBezTo>
                  <a:cubicBezTo>
                    <a:pt x="6208" y="274"/>
                    <a:pt x="5920" y="202"/>
                    <a:pt x="5622" y="145"/>
                  </a:cubicBezTo>
                  <a:cubicBezTo>
                    <a:pt x="5324" y="87"/>
                    <a:pt x="5027" y="39"/>
                    <a:pt x="4724" y="5"/>
                  </a:cubicBezTo>
                  <a:cubicBezTo>
                    <a:pt x="4691" y="2"/>
                    <a:pt x="4658" y="0"/>
                    <a:pt x="4625" y="0"/>
                  </a:cubicBezTo>
                  <a:cubicBezTo>
                    <a:pt x="4102" y="0"/>
                    <a:pt x="3668" y="423"/>
                    <a:pt x="3664" y="956"/>
                  </a:cubicBezTo>
                  <a:cubicBezTo>
                    <a:pt x="3664" y="423"/>
                    <a:pt x="3226" y="0"/>
                    <a:pt x="2706"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1" name="Google Shape;20011;p89"/>
            <p:cNvSpPr/>
            <p:nvPr/>
          </p:nvSpPr>
          <p:spPr>
            <a:xfrm>
              <a:off x="7268319" y="2550168"/>
              <a:ext cx="147441" cy="100749"/>
            </a:xfrm>
            <a:custGeom>
              <a:rect b="b" l="l" r="r" t="t"/>
              <a:pathLst>
                <a:path extrusionOk="0" h="3845" w="5627">
                  <a:moveTo>
                    <a:pt x="4926" y="0"/>
                  </a:moveTo>
                  <a:lnTo>
                    <a:pt x="1" y="3159"/>
                  </a:lnTo>
                  <a:cubicBezTo>
                    <a:pt x="121" y="3337"/>
                    <a:pt x="231" y="3524"/>
                    <a:pt x="323" y="3721"/>
                  </a:cubicBezTo>
                  <a:cubicBezTo>
                    <a:pt x="361" y="3798"/>
                    <a:pt x="442" y="3845"/>
                    <a:pt x="526" y="3845"/>
                  </a:cubicBezTo>
                  <a:cubicBezTo>
                    <a:pt x="556" y="3845"/>
                    <a:pt x="586" y="3839"/>
                    <a:pt x="615" y="3826"/>
                  </a:cubicBezTo>
                  <a:lnTo>
                    <a:pt x="4883" y="2060"/>
                  </a:lnTo>
                  <a:cubicBezTo>
                    <a:pt x="5406" y="1844"/>
                    <a:pt x="5627" y="1215"/>
                    <a:pt x="5358" y="721"/>
                  </a:cubicBezTo>
                  <a:cubicBezTo>
                    <a:pt x="5224" y="471"/>
                    <a:pt x="5080" y="236"/>
                    <a:pt x="492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89"/>
            <p:cNvSpPr/>
            <p:nvPr/>
          </p:nvSpPr>
          <p:spPr>
            <a:xfrm>
              <a:off x="7285194" y="2641353"/>
              <a:ext cx="155355" cy="52981"/>
            </a:xfrm>
            <a:custGeom>
              <a:rect b="b" l="l" r="r" t="t"/>
              <a:pathLst>
                <a:path extrusionOk="0" h="2022" w="5929">
                  <a:moveTo>
                    <a:pt x="5722" y="1"/>
                  </a:moveTo>
                  <a:lnTo>
                    <a:pt x="0" y="1201"/>
                  </a:lnTo>
                  <a:cubicBezTo>
                    <a:pt x="43" y="1397"/>
                    <a:pt x="67" y="1604"/>
                    <a:pt x="77" y="1806"/>
                  </a:cubicBezTo>
                  <a:cubicBezTo>
                    <a:pt x="82" y="1926"/>
                    <a:pt x="183" y="2022"/>
                    <a:pt x="303" y="2022"/>
                  </a:cubicBezTo>
                  <a:lnTo>
                    <a:pt x="4925" y="2022"/>
                  </a:lnTo>
                  <a:cubicBezTo>
                    <a:pt x="5492" y="2017"/>
                    <a:pt x="5929" y="1527"/>
                    <a:pt x="5871" y="965"/>
                  </a:cubicBezTo>
                  <a:cubicBezTo>
                    <a:pt x="5837" y="639"/>
                    <a:pt x="5789" y="313"/>
                    <a:pt x="572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3" name="Google Shape;20013;p89"/>
            <p:cNvSpPr/>
            <p:nvPr/>
          </p:nvSpPr>
          <p:spPr>
            <a:xfrm>
              <a:off x="7238763" y="2475831"/>
              <a:ext cx="116889" cy="139292"/>
            </a:xfrm>
            <a:custGeom>
              <a:rect b="b" l="l" r="r" t="t"/>
              <a:pathLst>
                <a:path extrusionOk="0" h="5316" w="4461">
                  <a:moveTo>
                    <a:pt x="3222" y="1"/>
                  </a:moveTo>
                  <a:lnTo>
                    <a:pt x="1" y="4882"/>
                  </a:lnTo>
                  <a:cubicBezTo>
                    <a:pt x="169" y="4993"/>
                    <a:pt x="327" y="5118"/>
                    <a:pt x="481" y="5257"/>
                  </a:cubicBezTo>
                  <a:cubicBezTo>
                    <a:pt x="525" y="5296"/>
                    <a:pt x="578" y="5315"/>
                    <a:pt x="632" y="5315"/>
                  </a:cubicBezTo>
                  <a:cubicBezTo>
                    <a:pt x="690" y="5315"/>
                    <a:pt x="748" y="5292"/>
                    <a:pt x="793" y="5247"/>
                  </a:cubicBezTo>
                  <a:lnTo>
                    <a:pt x="4057" y="1978"/>
                  </a:lnTo>
                  <a:cubicBezTo>
                    <a:pt x="4460" y="1580"/>
                    <a:pt x="4427" y="917"/>
                    <a:pt x="3985" y="562"/>
                  </a:cubicBezTo>
                  <a:cubicBezTo>
                    <a:pt x="3740" y="361"/>
                    <a:pt x="3486" y="173"/>
                    <a:pt x="322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4" name="Google Shape;20014;p89"/>
            <p:cNvSpPr/>
            <p:nvPr/>
          </p:nvSpPr>
          <p:spPr>
            <a:xfrm>
              <a:off x="7280032" y="2713672"/>
              <a:ext cx="155852" cy="72869"/>
            </a:xfrm>
            <a:custGeom>
              <a:rect b="b" l="l" r="r" t="t"/>
              <a:pathLst>
                <a:path extrusionOk="0" h="2781" w="5948">
                  <a:moveTo>
                    <a:pt x="216" y="1"/>
                  </a:moveTo>
                  <a:cubicBezTo>
                    <a:pt x="173" y="222"/>
                    <a:pt x="116" y="438"/>
                    <a:pt x="39" y="654"/>
                  </a:cubicBezTo>
                  <a:cubicBezTo>
                    <a:pt x="0" y="769"/>
                    <a:pt x="58" y="894"/>
                    <a:pt x="168" y="942"/>
                  </a:cubicBezTo>
                  <a:lnTo>
                    <a:pt x="4436" y="2708"/>
                  </a:lnTo>
                  <a:cubicBezTo>
                    <a:pt x="4556" y="2758"/>
                    <a:pt x="4679" y="2781"/>
                    <a:pt x="4801" y="2781"/>
                  </a:cubicBezTo>
                  <a:cubicBezTo>
                    <a:pt x="5211" y="2781"/>
                    <a:pt x="5595" y="2517"/>
                    <a:pt x="5718" y="2098"/>
                  </a:cubicBezTo>
                  <a:cubicBezTo>
                    <a:pt x="5809" y="1786"/>
                    <a:pt x="5886" y="1470"/>
                    <a:pt x="5948" y="1148"/>
                  </a:cubicBezTo>
                  <a:lnTo>
                    <a:pt x="2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5" name="Google Shape;20015;p89"/>
            <p:cNvSpPr/>
            <p:nvPr/>
          </p:nvSpPr>
          <p:spPr>
            <a:xfrm>
              <a:off x="7128974" y="2433567"/>
              <a:ext cx="49575" cy="153861"/>
            </a:xfrm>
            <a:custGeom>
              <a:rect b="b" l="l" r="r" t="t"/>
              <a:pathLst>
                <a:path extrusionOk="0" h="5872" w="1892">
                  <a:moveTo>
                    <a:pt x="934" y="0"/>
                  </a:moveTo>
                  <a:cubicBezTo>
                    <a:pt x="902" y="0"/>
                    <a:pt x="869" y="2"/>
                    <a:pt x="836" y="5"/>
                  </a:cubicBezTo>
                  <a:cubicBezTo>
                    <a:pt x="552" y="34"/>
                    <a:pt x="274" y="77"/>
                    <a:pt x="0" y="130"/>
                  </a:cubicBezTo>
                  <a:lnTo>
                    <a:pt x="1100" y="5871"/>
                  </a:lnTo>
                  <a:cubicBezTo>
                    <a:pt x="1292" y="5838"/>
                    <a:pt x="1484" y="5814"/>
                    <a:pt x="1680" y="5804"/>
                  </a:cubicBezTo>
                  <a:cubicBezTo>
                    <a:pt x="1800" y="5795"/>
                    <a:pt x="1892" y="5694"/>
                    <a:pt x="1892" y="5574"/>
                  </a:cubicBezTo>
                  <a:lnTo>
                    <a:pt x="1892" y="956"/>
                  </a:lnTo>
                  <a:cubicBezTo>
                    <a:pt x="1892" y="423"/>
                    <a:pt x="1454" y="0"/>
                    <a:pt x="93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6" name="Google Shape;20016;p89"/>
            <p:cNvSpPr/>
            <p:nvPr/>
          </p:nvSpPr>
          <p:spPr>
            <a:xfrm>
              <a:off x="7199276" y="2437340"/>
              <a:ext cx="75123" cy="154804"/>
            </a:xfrm>
            <a:custGeom>
              <a:rect b="b" l="l" r="r" t="t"/>
              <a:pathLst>
                <a:path extrusionOk="0" h="5908" w="2867">
                  <a:moveTo>
                    <a:pt x="1167" y="1"/>
                  </a:moveTo>
                  <a:lnTo>
                    <a:pt x="1" y="5727"/>
                  </a:lnTo>
                  <a:cubicBezTo>
                    <a:pt x="202" y="5771"/>
                    <a:pt x="404" y="5823"/>
                    <a:pt x="601" y="5895"/>
                  </a:cubicBezTo>
                  <a:cubicBezTo>
                    <a:pt x="624" y="5903"/>
                    <a:pt x="648" y="5907"/>
                    <a:pt x="671" y="5907"/>
                  </a:cubicBezTo>
                  <a:cubicBezTo>
                    <a:pt x="760" y="5907"/>
                    <a:pt x="846" y="5853"/>
                    <a:pt x="884" y="5766"/>
                  </a:cubicBezTo>
                  <a:lnTo>
                    <a:pt x="2650" y="1498"/>
                  </a:lnTo>
                  <a:cubicBezTo>
                    <a:pt x="2866" y="970"/>
                    <a:pt x="2583" y="375"/>
                    <a:pt x="2041" y="217"/>
                  </a:cubicBezTo>
                  <a:cubicBezTo>
                    <a:pt x="1753" y="130"/>
                    <a:pt x="1460" y="58"/>
                    <a:pt x="1167"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7" name="Google Shape;20017;p89"/>
            <p:cNvSpPr/>
            <p:nvPr/>
          </p:nvSpPr>
          <p:spPr>
            <a:xfrm>
              <a:off x="7151849" y="2668892"/>
              <a:ext cx="52353" cy="52353"/>
            </a:xfrm>
            <a:custGeom>
              <a:rect b="b" l="l" r="r" t="t"/>
              <a:pathLst>
                <a:path extrusionOk="0" h="1998" w="1998">
                  <a:moveTo>
                    <a:pt x="999" y="1"/>
                  </a:moveTo>
                  <a:cubicBezTo>
                    <a:pt x="447" y="1"/>
                    <a:pt x="1" y="447"/>
                    <a:pt x="1" y="999"/>
                  </a:cubicBezTo>
                  <a:cubicBezTo>
                    <a:pt x="1" y="1551"/>
                    <a:pt x="447" y="1998"/>
                    <a:pt x="999" y="1998"/>
                  </a:cubicBezTo>
                  <a:cubicBezTo>
                    <a:pt x="1551" y="1998"/>
                    <a:pt x="1998" y="1551"/>
                    <a:pt x="1998" y="999"/>
                  </a:cubicBezTo>
                  <a:cubicBezTo>
                    <a:pt x="1998" y="447"/>
                    <a:pt x="1551" y="1"/>
                    <a:pt x="999"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8" name="Google Shape;20018;p89"/>
            <p:cNvSpPr/>
            <p:nvPr/>
          </p:nvSpPr>
          <p:spPr>
            <a:xfrm>
              <a:off x="7151849" y="2695068"/>
              <a:ext cx="52484" cy="26176"/>
            </a:xfrm>
            <a:custGeom>
              <a:rect b="b" l="l" r="r" t="t"/>
              <a:pathLst>
                <a:path extrusionOk="0" h="999" w="2003">
                  <a:moveTo>
                    <a:pt x="1" y="0"/>
                  </a:moveTo>
                  <a:cubicBezTo>
                    <a:pt x="1" y="552"/>
                    <a:pt x="447" y="999"/>
                    <a:pt x="999" y="999"/>
                  </a:cubicBezTo>
                  <a:cubicBezTo>
                    <a:pt x="1551" y="999"/>
                    <a:pt x="2003" y="552"/>
                    <a:pt x="200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9" name="Google Shape;20019;p89"/>
            <p:cNvSpPr/>
            <p:nvPr/>
          </p:nvSpPr>
          <p:spPr>
            <a:xfrm>
              <a:off x="7076255" y="2428248"/>
              <a:ext cx="369455" cy="363638"/>
            </a:xfrm>
            <a:custGeom>
              <a:rect b="b" l="l" r="r" t="t"/>
              <a:pathLst>
                <a:path extrusionOk="0" h="13878" w="14100">
                  <a:moveTo>
                    <a:pt x="4819" y="406"/>
                  </a:moveTo>
                  <a:lnTo>
                    <a:pt x="4819" y="406"/>
                  </a:lnTo>
                  <a:cubicBezTo>
                    <a:pt x="4648" y="415"/>
                    <a:pt x="4483" y="481"/>
                    <a:pt x="4355" y="597"/>
                  </a:cubicBezTo>
                  <a:cubicBezTo>
                    <a:pt x="4339" y="612"/>
                    <a:pt x="4323" y="627"/>
                    <a:pt x="4309" y="643"/>
                  </a:cubicBezTo>
                  <a:lnTo>
                    <a:pt x="4309" y="643"/>
                  </a:lnTo>
                  <a:cubicBezTo>
                    <a:pt x="4501" y="640"/>
                    <a:pt x="4691" y="556"/>
                    <a:pt x="4819" y="406"/>
                  </a:cubicBezTo>
                  <a:close/>
                  <a:moveTo>
                    <a:pt x="8229" y="1455"/>
                  </a:moveTo>
                  <a:cubicBezTo>
                    <a:pt x="8351" y="1455"/>
                    <a:pt x="8474" y="1485"/>
                    <a:pt x="8589" y="1548"/>
                  </a:cubicBezTo>
                  <a:cubicBezTo>
                    <a:pt x="8833" y="1682"/>
                    <a:pt x="9078" y="1826"/>
                    <a:pt x="9309" y="1985"/>
                  </a:cubicBezTo>
                  <a:cubicBezTo>
                    <a:pt x="9568" y="2153"/>
                    <a:pt x="9818" y="2340"/>
                    <a:pt x="10058" y="2532"/>
                  </a:cubicBezTo>
                  <a:cubicBezTo>
                    <a:pt x="10226" y="2666"/>
                    <a:pt x="10326" y="2868"/>
                    <a:pt x="10336" y="3079"/>
                  </a:cubicBezTo>
                  <a:lnTo>
                    <a:pt x="10336" y="3117"/>
                  </a:lnTo>
                  <a:cubicBezTo>
                    <a:pt x="10336" y="3319"/>
                    <a:pt x="10259" y="3511"/>
                    <a:pt x="10115" y="3655"/>
                  </a:cubicBezTo>
                  <a:lnTo>
                    <a:pt x="6851" y="6919"/>
                  </a:lnTo>
                  <a:cubicBezTo>
                    <a:pt x="6846" y="6924"/>
                    <a:pt x="6841" y="6929"/>
                    <a:pt x="6832" y="6929"/>
                  </a:cubicBezTo>
                  <a:cubicBezTo>
                    <a:pt x="6827" y="6929"/>
                    <a:pt x="6822" y="6924"/>
                    <a:pt x="6817" y="6924"/>
                  </a:cubicBezTo>
                  <a:cubicBezTo>
                    <a:pt x="6505" y="6641"/>
                    <a:pt x="6155" y="6406"/>
                    <a:pt x="5771" y="6223"/>
                  </a:cubicBezTo>
                  <a:cubicBezTo>
                    <a:pt x="5761" y="6218"/>
                    <a:pt x="5756" y="6204"/>
                    <a:pt x="5761" y="6190"/>
                  </a:cubicBezTo>
                  <a:lnTo>
                    <a:pt x="7533" y="1922"/>
                  </a:lnTo>
                  <a:cubicBezTo>
                    <a:pt x="7652" y="1630"/>
                    <a:pt x="7935" y="1455"/>
                    <a:pt x="8229" y="1455"/>
                  </a:cubicBezTo>
                  <a:close/>
                  <a:moveTo>
                    <a:pt x="10940" y="3718"/>
                  </a:moveTo>
                  <a:cubicBezTo>
                    <a:pt x="11158" y="3718"/>
                    <a:pt x="11376" y="3812"/>
                    <a:pt x="11526" y="3996"/>
                  </a:cubicBezTo>
                  <a:cubicBezTo>
                    <a:pt x="11723" y="4245"/>
                    <a:pt x="11915" y="4500"/>
                    <a:pt x="12088" y="4769"/>
                  </a:cubicBezTo>
                  <a:cubicBezTo>
                    <a:pt x="12237" y="4994"/>
                    <a:pt x="12381" y="5229"/>
                    <a:pt x="12510" y="5470"/>
                  </a:cubicBezTo>
                  <a:cubicBezTo>
                    <a:pt x="12626" y="5681"/>
                    <a:pt x="12630" y="5935"/>
                    <a:pt x="12525" y="6156"/>
                  </a:cubicBezTo>
                  <a:lnTo>
                    <a:pt x="12520" y="6170"/>
                  </a:lnTo>
                  <a:cubicBezTo>
                    <a:pt x="12438" y="6334"/>
                    <a:pt x="12304" y="6458"/>
                    <a:pt x="12136" y="6530"/>
                  </a:cubicBezTo>
                  <a:lnTo>
                    <a:pt x="7869" y="8297"/>
                  </a:lnTo>
                  <a:lnTo>
                    <a:pt x="7849" y="8297"/>
                  </a:lnTo>
                  <a:cubicBezTo>
                    <a:pt x="7845" y="8297"/>
                    <a:pt x="7840" y="8292"/>
                    <a:pt x="7840" y="8287"/>
                  </a:cubicBezTo>
                  <a:cubicBezTo>
                    <a:pt x="7657" y="7903"/>
                    <a:pt x="7422" y="7553"/>
                    <a:pt x="7139" y="7241"/>
                  </a:cubicBezTo>
                  <a:cubicBezTo>
                    <a:pt x="7129" y="7231"/>
                    <a:pt x="7129" y="7217"/>
                    <a:pt x="7139" y="7207"/>
                  </a:cubicBezTo>
                  <a:lnTo>
                    <a:pt x="10408" y="3938"/>
                  </a:lnTo>
                  <a:cubicBezTo>
                    <a:pt x="10556" y="3790"/>
                    <a:pt x="10748" y="3718"/>
                    <a:pt x="10940" y="3718"/>
                  </a:cubicBezTo>
                  <a:close/>
                  <a:moveTo>
                    <a:pt x="3904" y="6151"/>
                  </a:moveTo>
                  <a:cubicBezTo>
                    <a:pt x="3961" y="6190"/>
                    <a:pt x="4033" y="6209"/>
                    <a:pt x="4105" y="6214"/>
                  </a:cubicBezTo>
                  <a:cubicBezTo>
                    <a:pt x="4216" y="6218"/>
                    <a:pt x="4326" y="6228"/>
                    <a:pt x="4432" y="6242"/>
                  </a:cubicBezTo>
                  <a:lnTo>
                    <a:pt x="3884" y="8988"/>
                  </a:lnTo>
                  <a:lnTo>
                    <a:pt x="3832" y="8988"/>
                  </a:lnTo>
                  <a:lnTo>
                    <a:pt x="3342" y="6242"/>
                  </a:lnTo>
                  <a:cubicBezTo>
                    <a:pt x="3462" y="6228"/>
                    <a:pt x="3582" y="6214"/>
                    <a:pt x="3702" y="6209"/>
                  </a:cubicBezTo>
                  <a:cubicBezTo>
                    <a:pt x="3712" y="6209"/>
                    <a:pt x="3726" y="6209"/>
                    <a:pt x="3736" y="6204"/>
                  </a:cubicBezTo>
                  <a:lnTo>
                    <a:pt x="3745" y="6204"/>
                  </a:lnTo>
                  <a:lnTo>
                    <a:pt x="3784" y="6199"/>
                  </a:lnTo>
                  <a:lnTo>
                    <a:pt x="3817" y="6185"/>
                  </a:lnTo>
                  <a:lnTo>
                    <a:pt x="3822" y="6185"/>
                  </a:lnTo>
                  <a:lnTo>
                    <a:pt x="3856" y="6175"/>
                  </a:lnTo>
                  <a:lnTo>
                    <a:pt x="3860" y="6175"/>
                  </a:lnTo>
                  <a:lnTo>
                    <a:pt x="3889" y="6156"/>
                  </a:lnTo>
                  <a:lnTo>
                    <a:pt x="3894" y="6151"/>
                  </a:lnTo>
                  <a:close/>
                  <a:moveTo>
                    <a:pt x="4825" y="6310"/>
                  </a:moveTo>
                  <a:cubicBezTo>
                    <a:pt x="4960" y="6343"/>
                    <a:pt x="5094" y="6382"/>
                    <a:pt x="5224" y="6430"/>
                  </a:cubicBezTo>
                  <a:lnTo>
                    <a:pt x="5252" y="6439"/>
                  </a:lnTo>
                  <a:lnTo>
                    <a:pt x="5262" y="6439"/>
                  </a:lnTo>
                  <a:lnTo>
                    <a:pt x="5286" y="6444"/>
                  </a:lnTo>
                  <a:lnTo>
                    <a:pt x="5296" y="6444"/>
                  </a:lnTo>
                  <a:lnTo>
                    <a:pt x="5329" y="6449"/>
                  </a:lnTo>
                  <a:lnTo>
                    <a:pt x="5435" y="6449"/>
                  </a:lnTo>
                  <a:cubicBezTo>
                    <a:pt x="5478" y="6506"/>
                    <a:pt x="5531" y="6554"/>
                    <a:pt x="5598" y="6583"/>
                  </a:cubicBezTo>
                  <a:cubicBezTo>
                    <a:pt x="5704" y="6636"/>
                    <a:pt x="5804" y="6689"/>
                    <a:pt x="5905" y="6751"/>
                  </a:cubicBezTo>
                  <a:lnTo>
                    <a:pt x="4340" y="9074"/>
                  </a:lnTo>
                  <a:lnTo>
                    <a:pt x="4278" y="9050"/>
                  </a:lnTo>
                  <a:lnTo>
                    <a:pt x="4825" y="6310"/>
                  </a:lnTo>
                  <a:close/>
                  <a:moveTo>
                    <a:pt x="6241" y="6977"/>
                  </a:moveTo>
                  <a:cubicBezTo>
                    <a:pt x="6347" y="7054"/>
                    <a:pt x="6453" y="7135"/>
                    <a:pt x="6549" y="7222"/>
                  </a:cubicBezTo>
                  <a:cubicBezTo>
                    <a:pt x="6558" y="7231"/>
                    <a:pt x="6568" y="7241"/>
                    <a:pt x="6577" y="7246"/>
                  </a:cubicBezTo>
                  <a:lnTo>
                    <a:pt x="6582" y="7250"/>
                  </a:lnTo>
                  <a:lnTo>
                    <a:pt x="6611" y="7270"/>
                  </a:lnTo>
                  <a:cubicBezTo>
                    <a:pt x="6621" y="7274"/>
                    <a:pt x="6630" y="7279"/>
                    <a:pt x="6640" y="7284"/>
                  </a:cubicBezTo>
                  <a:lnTo>
                    <a:pt x="6649" y="7289"/>
                  </a:lnTo>
                  <a:lnTo>
                    <a:pt x="6678" y="7303"/>
                  </a:lnTo>
                  <a:lnTo>
                    <a:pt x="6683" y="7303"/>
                  </a:lnTo>
                  <a:lnTo>
                    <a:pt x="6717" y="7313"/>
                  </a:lnTo>
                  <a:lnTo>
                    <a:pt x="6721" y="7313"/>
                  </a:lnTo>
                  <a:lnTo>
                    <a:pt x="6736" y="7318"/>
                  </a:lnTo>
                  <a:cubicBezTo>
                    <a:pt x="6750" y="7385"/>
                    <a:pt x="6784" y="7452"/>
                    <a:pt x="6837" y="7505"/>
                  </a:cubicBezTo>
                  <a:cubicBezTo>
                    <a:pt x="6909" y="7586"/>
                    <a:pt x="6981" y="7673"/>
                    <a:pt x="7048" y="7759"/>
                  </a:cubicBezTo>
                  <a:lnTo>
                    <a:pt x="4734" y="9334"/>
                  </a:lnTo>
                  <a:lnTo>
                    <a:pt x="4768" y="9372"/>
                  </a:lnTo>
                  <a:cubicBezTo>
                    <a:pt x="4739" y="9344"/>
                    <a:pt x="4711" y="9316"/>
                    <a:pt x="4683" y="9288"/>
                  </a:cubicBezTo>
                  <a:lnTo>
                    <a:pt x="4683" y="9288"/>
                  </a:lnTo>
                  <a:lnTo>
                    <a:pt x="6241" y="6977"/>
                  </a:lnTo>
                  <a:close/>
                  <a:moveTo>
                    <a:pt x="7278" y="8100"/>
                  </a:moveTo>
                  <a:cubicBezTo>
                    <a:pt x="7350" y="8215"/>
                    <a:pt x="7413" y="8335"/>
                    <a:pt x="7475" y="8460"/>
                  </a:cubicBezTo>
                  <a:cubicBezTo>
                    <a:pt x="7480" y="8474"/>
                    <a:pt x="7489" y="8489"/>
                    <a:pt x="7499" y="8503"/>
                  </a:cubicBezTo>
                  <a:lnTo>
                    <a:pt x="7504" y="8513"/>
                  </a:lnTo>
                  <a:cubicBezTo>
                    <a:pt x="7509" y="8522"/>
                    <a:pt x="7518" y="8537"/>
                    <a:pt x="7533" y="8546"/>
                  </a:cubicBezTo>
                  <a:lnTo>
                    <a:pt x="7537" y="8556"/>
                  </a:lnTo>
                  <a:cubicBezTo>
                    <a:pt x="7547" y="8566"/>
                    <a:pt x="7557" y="8575"/>
                    <a:pt x="7566" y="8590"/>
                  </a:cubicBezTo>
                  <a:lnTo>
                    <a:pt x="7571" y="8594"/>
                  </a:lnTo>
                  <a:cubicBezTo>
                    <a:pt x="7585" y="8604"/>
                    <a:pt x="7595" y="8614"/>
                    <a:pt x="7609" y="8623"/>
                  </a:cubicBezTo>
                  <a:cubicBezTo>
                    <a:pt x="7600" y="8695"/>
                    <a:pt x="7605" y="8767"/>
                    <a:pt x="7629" y="8834"/>
                  </a:cubicBezTo>
                  <a:cubicBezTo>
                    <a:pt x="7667" y="8945"/>
                    <a:pt x="7701" y="9055"/>
                    <a:pt x="7729" y="9170"/>
                  </a:cubicBezTo>
                  <a:lnTo>
                    <a:pt x="4993" y="9718"/>
                  </a:lnTo>
                  <a:cubicBezTo>
                    <a:pt x="4984" y="9703"/>
                    <a:pt x="4974" y="9684"/>
                    <a:pt x="4969" y="9670"/>
                  </a:cubicBezTo>
                  <a:lnTo>
                    <a:pt x="7278" y="8100"/>
                  </a:lnTo>
                  <a:close/>
                  <a:moveTo>
                    <a:pt x="12584" y="6837"/>
                  </a:moveTo>
                  <a:cubicBezTo>
                    <a:pt x="12693" y="6837"/>
                    <a:pt x="12803" y="6861"/>
                    <a:pt x="12904" y="6910"/>
                  </a:cubicBezTo>
                  <a:cubicBezTo>
                    <a:pt x="13101" y="7001"/>
                    <a:pt x="13245" y="7174"/>
                    <a:pt x="13302" y="7375"/>
                  </a:cubicBezTo>
                  <a:cubicBezTo>
                    <a:pt x="13471" y="7946"/>
                    <a:pt x="13586" y="8527"/>
                    <a:pt x="13648" y="9118"/>
                  </a:cubicBezTo>
                  <a:cubicBezTo>
                    <a:pt x="13667" y="9314"/>
                    <a:pt x="13610" y="9511"/>
                    <a:pt x="13490" y="9665"/>
                  </a:cubicBezTo>
                  <a:lnTo>
                    <a:pt x="13485" y="9679"/>
                  </a:lnTo>
                  <a:lnTo>
                    <a:pt x="13480" y="9684"/>
                  </a:lnTo>
                  <a:lnTo>
                    <a:pt x="13461" y="9708"/>
                  </a:lnTo>
                  <a:lnTo>
                    <a:pt x="13432" y="9737"/>
                  </a:lnTo>
                  <a:lnTo>
                    <a:pt x="13423" y="9747"/>
                  </a:lnTo>
                  <a:lnTo>
                    <a:pt x="13403" y="9766"/>
                  </a:lnTo>
                  <a:lnTo>
                    <a:pt x="13389" y="9775"/>
                  </a:lnTo>
                  <a:lnTo>
                    <a:pt x="13375" y="9790"/>
                  </a:lnTo>
                  <a:lnTo>
                    <a:pt x="13360" y="9804"/>
                  </a:lnTo>
                  <a:lnTo>
                    <a:pt x="13341" y="9814"/>
                  </a:lnTo>
                  <a:lnTo>
                    <a:pt x="13326" y="9823"/>
                  </a:lnTo>
                  <a:lnTo>
                    <a:pt x="13312" y="9838"/>
                  </a:lnTo>
                  <a:lnTo>
                    <a:pt x="13298" y="9847"/>
                  </a:lnTo>
                  <a:lnTo>
                    <a:pt x="13278" y="9857"/>
                  </a:lnTo>
                  <a:lnTo>
                    <a:pt x="13264" y="9867"/>
                  </a:lnTo>
                  <a:lnTo>
                    <a:pt x="13245" y="9876"/>
                  </a:lnTo>
                  <a:lnTo>
                    <a:pt x="13226" y="9881"/>
                  </a:lnTo>
                  <a:lnTo>
                    <a:pt x="13206" y="9891"/>
                  </a:lnTo>
                  <a:lnTo>
                    <a:pt x="13192" y="9900"/>
                  </a:lnTo>
                  <a:lnTo>
                    <a:pt x="13173" y="9905"/>
                  </a:lnTo>
                  <a:lnTo>
                    <a:pt x="13158" y="9915"/>
                  </a:lnTo>
                  <a:lnTo>
                    <a:pt x="13134" y="9919"/>
                  </a:lnTo>
                  <a:lnTo>
                    <a:pt x="13120" y="9924"/>
                  </a:lnTo>
                  <a:lnTo>
                    <a:pt x="13096" y="9934"/>
                  </a:lnTo>
                  <a:lnTo>
                    <a:pt x="13082" y="9934"/>
                  </a:lnTo>
                  <a:lnTo>
                    <a:pt x="13062" y="9939"/>
                  </a:lnTo>
                  <a:lnTo>
                    <a:pt x="13043" y="9939"/>
                  </a:lnTo>
                  <a:lnTo>
                    <a:pt x="13024" y="9943"/>
                  </a:lnTo>
                  <a:lnTo>
                    <a:pt x="13005" y="9943"/>
                  </a:lnTo>
                  <a:lnTo>
                    <a:pt x="12981" y="9948"/>
                  </a:lnTo>
                  <a:lnTo>
                    <a:pt x="8281" y="9948"/>
                  </a:lnTo>
                  <a:cubicBezTo>
                    <a:pt x="8267" y="9948"/>
                    <a:pt x="8257" y="9939"/>
                    <a:pt x="8257" y="9924"/>
                  </a:cubicBezTo>
                  <a:cubicBezTo>
                    <a:pt x="8233" y="9506"/>
                    <a:pt x="8152" y="9089"/>
                    <a:pt x="8013" y="8695"/>
                  </a:cubicBezTo>
                  <a:cubicBezTo>
                    <a:pt x="8008" y="8681"/>
                    <a:pt x="8013" y="8666"/>
                    <a:pt x="8027" y="8662"/>
                  </a:cubicBezTo>
                  <a:lnTo>
                    <a:pt x="12294" y="6895"/>
                  </a:lnTo>
                  <a:cubicBezTo>
                    <a:pt x="12387" y="6857"/>
                    <a:pt x="12486" y="6837"/>
                    <a:pt x="12584" y="6837"/>
                  </a:cubicBezTo>
                  <a:close/>
                  <a:moveTo>
                    <a:pt x="7816" y="9564"/>
                  </a:moveTo>
                  <a:cubicBezTo>
                    <a:pt x="7835" y="9694"/>
                    <a:pt x="7849" y="9823"/>
                    <a:pt x="7854" y="9953"/>
                  </a:cubicBezTo>
                  <a:cubicBezTo>
                    <a:pt x="7854" y="9967"/>
                    <a:pt x="7854" y="9977"/>
                    <a:pt x="7859" y="9991"/>
                  </a:cubicBezTo>
                  <a:lnTo>
                    <a:pt x="7859" y="10001"/>
                  </a:lnTo>
                  <a:cubicBezTo>
                    <a:pt x="7859" y="10011"/>
                    <a:pt x="7864" y="10025"/>
                    <a:pt x="7864" y="10035"/>
                  </a:cubicBezTo>
                  <a:cubicBezTo>
                    <a:pt x="7864" y="10049"/>
                    <a:pt x="7873" y="10059"/>
                    <a:pt x="7878" y="10068"/>
                  </a:cubicBezTo>
                  <a:lnTo>
                    <a:pt x="7878" y="10078"/>
                  </a:lnTo>
                  <a:cubicBezTo>
                    <a:pt x="7878" y="10087"/>
                    <a:pt x="7883" y="10097"/>
                    <a:pt x="7888" y="10111"/>
                  </a:cubicBezTo>
                  <a:cubicBezTo>
                    <a:pt x="7893" y="10121"/>
                    <a:pt x="7897" y="10131"/>
                    <a:pt x="7907" y="10140"/>
                  </a:cubicBezTo>
                  <a:lnTo>
                    <a:pt x="7912" y="10150"/>
                  </a:lnTo>
                  <a:lnTo>
                    <a:pt x="7912" y="10155"/>
                  </a:lnTo>
                  <a:cubicBezTo>
                    <a:pt x="7873" y="10217"/>
                    <a:pt x="7854" y="10289"/>
                    <a:pt x="7849" y="10361"/>
                  </a:cubicBezTo>
                  <a:lnTo>
                    <a:pt x="7854" y="10361"/>
                  </a:lnTo>
                  <a:cubicBezTo>
                    <a:pt x="7849" y="10467"/>
                    <a:pt x="7840" y="10572"/>
                    <a:pt x="7825" y="10673"/>
                  </a:cubicBezTo>
                  <a:lnTo>
                    <a:pt x="5084" y="10183"/>
                  </a:lnTo>
                  <a:lnTo>
                    <a:pt x="5084" y="10111"/>
                  </a:lnTo>
                  <a:lnTo>
                    <a:pt x="7816" y="9564"/>
                  </a:lnTo>
                  <a:close/>
                  <a:moveTo>
                    <a:pt x="3883" y="9385"/>
                  </a:moveTo>
                  <a:cubicBezTo>
                    <a:pt x="4293" y="9385"/>
                    <a:pt x="4686" y="9704"/>
                    <a:pt x="4686" y="10188"/>
                  </a:cubicBezTo>
                  <a:cubicBezTo>
                    <a:pt x="4681" y="10625"/>
                    <a:pt x="4326" y="10980"/>
                    <a:pt x="3884" y="10980"/>
                  </a:cubicBezTo>
                  <a:lnTo>
                    <a:pt x="3884" y="10985"/>
                  </a:lnTo>
                  <a:cubicBezTo>
                    <a:pt x="3174" y="10985"/>
                    <a:pt x="2819" y="10126"/>
                    <a:pt x="3323" y="9622"/>
                  </a:cubicBezTo>
                  <a:cubicBezTo>
                    <a:pt x="3486" y="9459"/>
                    <a:pt x="3686" y="9385"/>
                    <a:pt x="3883" y="9385"/>
                  </a:cubicBezTo>
                  <a:close/>
                  <a:moveTo>
                    <a:pt x="2935" y="1"/>
                  </a:moveTo>
                  <a:cubicBezTo>
                    <a:pt x="2895" y="1"/>
                    <a:pt x="2854" y="3"/>
                    <a:pt x="2814" y="7"/>
                  </a:cubicBezTo>
                  <a:cubicBezTo>
                    <a:pt x="2204" y="74"/>
                    <a:pt x="1599" y="194"/>
                    <a:pt x="1009" y="367"/>
                  </a:cubicBezTo>
                  <a:cubicBezTo>
                    <a:pt x="347" y="564"/>
                    <a:pt x="1" y="1289"/>
                    <a:pt x="265" y="1922"/>
                  </a:cubicBezTo>
                  <a:lnTo>
                    <a:pt x="606" y="2743"/>
                  </a:lnTo>
                  <a:cubicBezTo>
                    <a:pt x="640" y="2838"/>
                    <a:pt x="714" y="2877"/>
                    <a:pt x="788" y="2877"/>
                  </a:cubicBezTo>
                  <a:cubicBezTo>
                    <a:pt x="921" y="2877"/>
                    <a:pt x="1057" y="2751"/>
                    <a:pt x="980" y="2585"/>
                  </a:cubicBezTo>
                  <a:lnTo>
                    <a:pt x="639" y="1769"/>
                  </a:lnTo>
                  <a:cubicBezTo>
                    <a:pt x="558" y="1567"/>
                    <a:pt x="563" y="1346"/>
                    <a:pt x="654" y="1154"/>
                  </a:cubicBezTo>
                  <a:cubicBezTo>
                    <a:pt x="745" y="957"/>
                    <a:pt x="918" y="813"/>
                    <a:pt x="1119" y="756"/>
                  </a:cubicBezTo>
                  <a:cubicBezTo>
                    <a:pt x="1691" y="588"/>
                    <a:pt x="2271" y="472"/>
                    <a:pt x="2862" y="410"/>
                  </a:cubicBezTo>
                  <a:cubicBezTo>
                    <a:pt x="2889" y="407"/>
                    <a:pt x="2916" y="406"/>
                    <a:pt x="2943" y="406"/>
                  </a:cubicBezTo>
                  <a:cubicBezTo>
                    <a:pt x="3127" y="406"/>
                    <a:pt x="3309" y="476"/>
                    <a:pt x="3448" y="602"/>
                  </a:cubicBezTo>
                  <a:cubicBezTo>
                    <a:pt x="3606" y="741"/>
                    <a:pt x="3697" y="948"/>
                    <a:pt x="3697" y="1159"/>
                  </a:cubicBezTo>
                  <a:lnTo>
                    <a:pt x="3697" y="5782"/>
                  </a:lnTo>
                  <a:cubicBezTo>
                    <a:pt x="3697" y="5786"/>
                    <a:pt x="3697" y="5786"/>
                    <a:pt x="3697" y="5791"/>
                  </a:cubicBezTo>
                  <a:cubicBezTo>
                    <a:pt x="3692" y="5801"/>
                    <a:pt x="3688" y="5806"/>
                    <a:pt x="3678" y="5806"/>
                  </a:cubicBezTo>
                  <a:cubicBezTo>
                    <a:pt x="3256" y="5830"/>
                    <a:pt x="2838" y="5911"/>
                    <a:pt x="2444" y="6055"/>
                  </a:cubicBezTo>
                  <a:cubicBezTo>
                    <a:pt x="2430" y="6055"/>
                    <a:pt x="2416" y="6050"/>
                    <a:pt x="2411" y="6036"/>
                  </a:cubicBezTo>
                  <a:lnTo>
                    <a:pt x="1340" y="3458"/>
                  </a:lnTo>
                  <a:cubicBezTo>
                    <a:pt x="1307" y="3362"/>
                    <a:pt x="1235" y="3321"/>
                    <a:pt x="1161" y="3321"/>
                  </a:cubicBezTo>
                  <a:cubicBezTo>
                    <a:pt x="1030" y="3321"/>
                    <a:pt x="894" y="3449"/>
                    <a:pt x="971" y="3612"/>
                  </a:cubicBezTo>
                  <a:lnTo>
                    <a:pt x="2041" y="6190"/>
                  </a:lnTo>
                  <a:cubicBezTo>
                    <a:pt x="2108" y="6354"/>
                    <a:pt x="2266" y="6455"/>
                    <a:pt x="2435" y="6455"/>
                  </a:cubicBezTo>
                  <a:cubicBezTo>
                    <a:pt x="2482" y="6455"/>
                    <a:pt x="2531" y="6447"/>
                    <a:pt x="2579" y="6430"/>
                  </a:cubicBezTo>
                  <a:cubicBezTo>
                    <a:pt x="2699" y="6391"/>
                    <a:pt x="2819" y="6353"/>
                    <a:pt x="2944" y="6324"/>
                  </a:cubicBezTo>
                  <a:lnTo>
                    <a:pt x="3438" y="9070"/>
                  </a:lnTo>
                  <a:cubicBezTo>
                    <a:pt x="2627" y="9396"/>
                    <a:pt x="2425" y="10452"/>
                    <a:pt x="3054" y="11052"/>
                  </a:cubicBezTo>
                  <a:cubicBezTo>
                    <a:pt x="3292" y="11279"/>
                    <a:pt x="3587" y="11385"/>
                    <a:pt x="3879" y="11385"/>
                  </a:cubicBezTo>
                  <a:cubicBezTo>
                    <a:pt x="4364" y="11385"/>
                    <a:pt x="4837" y="11092"/>
                    <a:pt x="5017" y="10577"/>
                  </a:cubicBezTo>
                  <a:lnTo>
                    <a:pt x="7749" y="11071"/>
                  </a:lnTo>
                  <a:cubicBezTo>
                    <a:pt x="7715" y="11211"/>
                    <a:pt x="7677" y="11345"/>
                    <a:pt x="7629" y="11479"/>
                  </a:cubicBezTo>
                  <a:cubicBezTo>
                    <a:pt x="7552" y="11695"/>
                    <a:pt x="7657" y="11931"/>
                    <a:pt x="7869" y="12022"/>
                  </a:cubicBezTo>
                  <a:lnTo>
                    <a:pt x="10341" y="13044"/>
                  </a:lnTo>
                  <a:cubicBezTo>
                    <a:pt x="10367" y="13054"/>
                    <a:pt x="10392" y="13058"/>
                    <a:pt x="10416" y="13058"/>
                  </a:cubicBezTo>
                  <a:cubicBezTo>
                    <a:pt x="10612" y="13058"/>
                    <a:pt x="10704" y="12769"/>
                    <a:pt x="10494" y="12675"/>
                  </a:cubicBezTo>
                  <a:lnTo>
                    <a:pt x="8022" y="11647"/>
                  </a:lnTo>
                  <a:cubicBezTo>
                    <a:pt x="8013" y="11643"/>
                    <a:pt x="8003" y="11628"/>
                    <a:pt x="8008" y="11619"/>
                  </a:cubicBezTo>
                  <a:cubicBezTo>
                    <a:pt x="8147" y="11220"/>
                    <a:pt x="8233" y="10803"/>
                    <a:pt x="8253" y="10385"/>
                  </a:cubicBezTo>
                  <a:cubicBezTo>
                    <a:pt x="8253" y="10371"/>
                    <a:pt x="8267" y="10361"/>
                    <a:pt x="8281" y="10361"/>
                  </a:cubicBezTo>
                  <a:lnTo>
                    <a:pt x="12899" y="10361"/>
                  </a:lnTo>
                  <a:cubicBezTo>
                    <a:pt x="13115" y="10361"/>
                    <a:pt x="13317" y="10447"/>
                    <a:pt x="13461" y="10611"/>
                  </a:cubicBezTo>
                  <a:cubicBezTo>
                    <a:pt x="13605" y="10769"/>
                    <a:pt x="13672" y="10980"/>
                    <a:pt x="13648" y="11196"/>
                  </a:cubicBezTo>
                  <a:cubicBezTo>
                    <a:pt x="13586" y="11787"/>
                    <a:pt x="13471" y="12367"/>
                    <a:pt x="13307" y="12939"/>
                  </a:cubicBezTo>
                  <a:cubicBezTo>
                    <a:pt x="13245" y="13140"/>
                    <a:pt x="13101" y="13313"/>
                    <a:pt x="12909" y="13404"/>
                  </a:cubicBezTo>
                  <a:cubicBezTo>
                    <a:pt x="12808" y="13452"/>
                    <a:pt x="12697" y="13476"/>
                    <a:pt x="12586" y="13476"/>
                  </a:cubicBezTo>
                  <a:cubicBezTo>
                    <a:pt x="12487" y="13476"/>
                    <a:pt x="12387" y="13457"/>
                    <a:pt x="12294" y="13419"/>
                  </a:cubicBezTo>
                  <a:lnTo>
                    <a:pt x="11363" y="13035"/>
                  </a:lnTo>
                  <a:cubicBezTo>
                    <a:pt x="11330" y="13019"/>
                    <a:pt x="11298" y="13012"/>
                    <a:pt x="11269" y="13012"/>
                  </a:cubicBezTo>
                  <a:cubicBezTo>
                    <a:pt x="11074" y="13012"/>
                    <a:pt x="10980" y="13321"/>
                    <a:pt x="11210" y="13404"/>
                  </a:cubicBezTo>
                  <a:lnTo>
                    <a:pt x="12141" y="13788"/>
                  </a:lnTo>
                  <a:cubicBezTo>
                    <a:pt x="12286" y="13849"/>
                    <a:pt x="12436" y="13877"/>
                    <a:pt x="12584" y="13877"/>
                  </a:cubicBezTo>
                  <a:cubicBezTo>
                    <a:pt x="13079" y="13877"/>
                    <a:pt x="13543" y="13556"/>
                    <a:pt x="13691" y="13049"/>
                  </a:cubicBezTo>
                  <a:cubicBezTo>
                    <a:pt x="13869" y="12459"/>
                    <a:pt x="13989" y="11854"/>
                    <a:pt x="14051" y="11239"/>
                  </a:cubicBezTo>
                  <a:cubicBezTo>
                    <a:pt x="14099" y="10817"/>
                    <a:pt x="13907" y="10399"/>
                    <a:pt x="13552" y="10159"/>
                  </a:cubicBezTo>
                  <a:lnTo>
                    <a:pt x="13547" y="10155"/>
                  </a:lnTo>
                  <a:lnTo>
                    <a:pt x="13562" y="10150"/>
                  </a:lnTo>
                  <a:lnTo>
                    <a:pt x="13591" y="10126"/>
                  </a:lnTo>
                  <a:lnTo>
                    <a:pt x="13615" y="10107"/>
                  </a:lnTo>
                  <a:lnTo>
                    <a:pt x="13643" y="10083"/>
                  </a:lnTo>
                  <a:lnTo>
                    <a:pt x="13663" y="10068"/>
                  </a:lnTo>
                  <a:lnTo>
                    <a:pt x="13696" y="10035"/>
                  </a:lnTo>
                  <a:lnTo>
                    <a:pt x="13711" y="10020"/>
                  </a:lnTo>
                  <a:cubicBezTo>
                    <a:pt x="13725" y="10006"/>
                    <a:pt x="13744" y="9991"/>
                    <a:pt x="13759" y="9977"/>
                  </a:cubicBezTo>
                  <a:cubicBezTo>
                    <a:pt x="13979" y="9727"/>
                    <a:pt x="14085" y="9401"/>
                    <a:pt x="14047" y="9074"/>
                  </a:cubicBezTo>
                  <a:cubicBezTo>
                    <a:pt x="13984" y="8460"/>
                    <a:pt x="13864" y="7855"/>
                    <a:pt x="13687" y="7265"/>
                  </a:cubicBezTo>
                  <a:cubicBezTo>
                    <a:pt x="13567" y="6857"/>
                    <a:pt x="13230" y="6550"/>
                    <a:pt x="12818" y="6463"/>
                  </a:cubicBezTo>
                  <a:lnTo>
                    <a:pt x="12822" y="6449"/>
                  </a:lnTo>
                  <a:lnTo>
                    <a:pt x="12842" y="6415"/>
                  </a:lnTo>
                  <a:lnTo>
                    <a:pt x="12856" y="6391"/>
                  </a:lnTo>
                  <a:lnTo>
                    <a:pt x="12875" y="6358"/>
                  </a:lnTo>
                  <a:lnTo>
                    <a:pt x="12885" y="6334"/>
                  </a:lnTo>
                  <a:cubicBezTo>
                    <a:pt x="12894" y="6324"/>
                    <a:pt x="12899" y="6310"/>
                    <a:pt x="12904" y="6295"/>
                  </a:cubicBezTo>
                  <a:lnTo>
                    <a:pt x="12914" y="6276"/>
                  </a:lnTo>
                  <a:cubicBezTo>
                    <a:pt x="12923" y="6257"/>
                    <a:pt x="12928" y="6233"/>
                    <a:pt x="12938" y="6214"/>
                  </a:cubicBezTo>
                  <a:cubicBezTo>
                    <a:pt x="13038" y="5926"/>
                    <a:pt x="13024" y="5609"/>
                    <a:pt x="12890" y="5330"/>
                  </a:cubicBezTo>
                  <a:cubicBezTo>
                    <a:pt x="12880" y="5311"/>
                    <a:pt x="12870" y="5292"/>
                    <a:pt x="12861" y="5277"/>
                  </a:cubicBezTo>
                  <a:cubicBezTo>
                    <a:pt x="12726" y="5028"/>
                    <a:pt x="12578" y="4783"/>
                    <a:pt x="12424" y="4543"/>
                  </a:cubicBezTo>
                  <a:cubicBezTo>
                    <a:pt x="12242" y="4269"/>
                    <a:pt x="12045" y="4001"/>
                    <a:pt x="11838" y="3746"/>
                  </a:cubicBezTo>
                  <a:cubicBezTo>
                    <a:pt x="11615" y="3467"/>
                    <a:pt x="11283" y="3314"/>
                    <a:pt x="10937" y="3314"/>
                  </a:cubicBezTo>
                  <a:cubicBezTo>
                    <a:pt x="10867" y="3314"/>
                    <a:pt x="10796" y="3320"/>
                    <a:pt x="10725" y="3333"/>
                  </a:cubicBezTo>
                  <a:lnTo>
                    <a:pt x="10725" y="3319"/>
                  </a:lnTo>
                  <a:cubicBezTo>
                    <a:pt x="10725" y="3314"/>
                    <a:pt x="10725" y="3295"/>
                    <a:pt x="10730" y="3281"/>
                  </a:cubicBezTo>
                  <a:cubicBezTo>
                    <a:pt x="10730" y="3271"/>
                    <a:pt x="10730" y="3266"/>
                    <a:pt x="10734" y="3257"/>
                  </a:cubicBezTo>
                  <a:cubicBezTo>
                    <a:pt x="10734" y="3247"/>
                    <a:pt x="10734" y="3228"/>
                    <a:pt x="10734" y="3213"/>
                  </a:cubicBezTo>
                  <a:cubicBezTo>
                    <a:pt x="10739" y="3204"/>
                    <a:pt x="10734" y="3199"/>
                    <a:pt x="10734" y="3189"/>
                  </a:cubicBezTo>
                  <a:lnTo>
                    <a:pt x="10734" y="3146"/>
                  </a:lnTo>
                  <a:lnTo>
                    <a:pt x="10734" y="3127"/>
                  </a:lnTo>
                  <a:lnTo>
                    <a:pt x="10734" y="3060"/>
                  </a:lnTo>
                  <a:cubicBezTo>
                    <a:pt x="10720" y="2733"/>
                    <a:pt x="10562" y="2426"/>
                    <a:pt x="10307" y="2220"/>
                  </a:cubicBezTo>
                  <a:cubicBezTo>
                    <a:pt x="10058" y="2018"/>
                    <a:pt x="9798" y="1826"/>
                    <a:pt x="9529" y="1649"/>
                  </a:cubicBezTo>
                  <a:cubicBezTo>
                    <a:pt x="9289" y="1485"/>
                    <a:pt x="9035" y="1332"/>
                    <a:pt x="8776" y="1193"/>
                  </a:cubicBezTo>
                  <a:cubicBezTo>
                    <a:pt x="8603" y="1100"/>
                    <a:pt x="8413" y="1054"/>
                    <a:pt x="8224" y="1054"/>
                  </a:cubicBezTo>
                  <a:cubicBezTo>
                    <a:pt x="8002" y="1054"/>
                    <a:pt x="7782" y="1116"/>
                    <a:pt x="7590" y="1241"/>
                  </a:cubicBezTo>
                  <a:lnTo>
                    <a:pt x="7585" y="1226"/>
                  </a:lnTo>
                  <a:cubicBezTo>
                    <a:pt x="7585" y="1217"/>
                    <a:pt x="7581" y="1202"/>
                    <a:pt x="7576" y="1188"/>
                  </a:cubicBezTo>
                  <a:lnTo>
                    <a:pt x="7571" y="1164"/>
                  </a:lnTo>
                  <a:cubicBezTo>
                    <a:pt x="7566" y="1149"/>
                    <a:pt x="7561" y="1135"/>
                    <a:pt x="7557" y="1125"/>
                  </a:cubicBezTo>
                  <a:lnTo>
                    <a:pt x="7552" y="1101"/>
                  </a:lnTo>
                  <a:cubicBezTo>
                    <a:pt x="7547" y="1087"/>
                    <a:pt x="7542" y="1073"/>
                    <a:pt x="7533" y="1058"/>
                  </a:cubicBezTo>
                  <a:lnTo>
                    <a:pt x="7528" y="1039"/>
                  </a:lnTo>
                  <a:cubicBezTo>
                    <a:pt x="7518" y="1020"/>
                    <a:pt x="7509" y="996"/>
                    <a:pt x="7499" y="976"/>
                  </a:cubicBezTo>
                  <a:cubicBezTo>
                    <a:pt x="7422" y="813"/>
                    <a:pt x="7307" y="669"/>
                    <a:pt x="7163" y="559"/>
                  </a:cubicBezTo>
                  <a:lnTo>
                    <a:pt x="7153" y="554"/>
                  </a:lnTo>
                  <a:cubicBezTo>
                    <a:pt x="7043" y="468"/>
                    <a:pt x="6918" y="405"/>
                    <a:pt x="6784" y="367"/>
                  </a:cubicBezTo>
                  <a:cubicBezTo>
                    <a:pt x="6496" y="280"/>
                    <a:pt x="6193" y="208"/>
                    <a:pt x="5896" y="146"/>
                  </a:cubicBezTo>
                  <a:cubicBezTo>
                    <a:pt x="5598" y="88"/>
                    <a:pt x="5286" y="40"/>
                    <a:pt x="4974" y="7"/>
                  </a:cubicBezTo>
                  <a:cubicBezTo>
                    <a:pt x="4965" y="168"/>
                    <a:pt x="4906" y="303"/>
                    <a:pt x="4819" y="406"/>
                  </a:cubicBezTo>
                  <a:lnTo>
                    <a:pt x="4819" y="406"/>
                  </a:lnTo>
                  <a:cubicBezTo>
                    <a:pt x="4831" y="406"/>
                    <a:pt x="4844" y="405"/>
                    <a:pt x="4856" y="405"/>
                  </a:cubicBezTo>
                  <a:cubicBezTo>
                    <a:pt x="4884" y="405"/>
                    <a:pt x="4912" y="407"/>
                    <a:pt x="4940" y="410"/>
                  </a:cubicBezTo>
                  <a:cubicBezTo>
                    <a:pt x="5238" y="439"/>
                    <a:pt x="5536" y="487"/>
                    <a:pt x="5824" y="544"/>
                  </a:cubicBezTo>
                  <a:cubicBezTo>
                    <a:pt x="6117" y="602"/>
                    <a:pt x="6400" y="669"/>
                    <a:pt x="6678" y="751"/>
                  </a:cubicBezTo>
                  <a:cubicBezTo>
                    <a:pt x="6885" y="813"/>
                    <a:pt x="7053" y="957"/>
                    <a:pt x="7144" y="1149"/>
                  </a:cubicBezTo>
                  <a:cubicBezTo>
                    <a:pt x="7235" y="1341"/>
                    <a:pt x="7245" y="1567"/>
                    <a:pt x="7163" y="1764"/>
                  </a:cubicBezTo>
                  <a:lnTo>
                    <a:pt x="5392" y="6031"/>
                  </a:lnTo>
                  <a:cubicBezTo>
                    <a:pt x="5392" y="6031"/>
                    <a:pt x="5392" y="6036"/>
                    <a:pt x="5392" y="6036"/>
                  </a:cubicBezTo>
                  <a:lnTo>
                    <a:pt x="5392" y="6041"/>
                  </a:lnTo>
                  <a:lnTo>
                    <a:pt x="5368" y="6041"/>
                  </a:lnTo>
                  <a:cubicBezTo>
                    <a:pt x="4974" y="5897"/>
                    <a:pt x="4556" y="5815"/>
                    <a:pt x="4134" y="5796"/>
                  </a:cubicBezTo>
                  <a:cubicBezTo>
                    <a:pt x="4124" y="5791"/>
                    <a:pt x="4110" y="5782"/>
                    <a:pt x="4115" y="5767"/>
                  </a:cubicBezTo>
                  <a:lnTo>
                    <a:pt x="4115" y="5767"/>
                  </a:lnTo>
                  <a:lnTo>
                    <a:pt x="4105" y="5777"/>
                  </a:lnTo>
                  <a:lnTo>
                    <a:pt x="4105" y="1159"/>
                  </a:lnTo>
                  <a:cubicBezTo>
                    <a:pt x="4105" y="965"/>
                    <a:pt x="4179" y="783"/>
                    <a:pt x="4309" y="643"/>
                  </a:cubicBezTo>
                  <a:lnTo>
                    <a:pt x="4309" y="643"/>
                  </a:lnTo>
                  <a:cubicBezTo>
                    <a:pt x="4304" y="643"/>
                    <a:pt x="4300" y="643"/>
                    <a:pt x="4296" y="643"/>
                  </a:cubicBezTo>
                  <a:cubicBezTo>
                    <a:pt x="4074" y="643"/>
                    <a:pt x="3850" y="536"/>
                    <a:pt x="3716" y="300"/>
                  </a:cubicBezTo>
                  <a:cubicBezTo>
                    <a:pt x="3501" y="106"/>
                    <a:pt x="3224" y="1"/>
                    <a:pt x="29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20" name="Google Shape;20020;p89"/>
          <p:cNvGrpSpPr/>
          <p:nvPr/>
        </p:nvGrpSpPr>
        <p:grpSpPr>
          <a:xfrm>
            <a:off x="5331090" y="3337029"/>
            <a:ext cx="316238" cy="388688"/>
            <a:chOff x="5331090" y="3337029"/>
            <a:chExt cx="316238" cy="388688"/>
          </a:xfrm>
        </p:grpSpPr>
        <p:sp>
          <p:nvSpPr>
            <p:cNvPr id="20021" name="Google Shape;20021;p89"/>
            <p:cNvSpPr/>
            <p:nvPr/>
          </p:nvSpPr>
          <p:spPr>
            <a:xfrm>
              <a:off x="5475859" y="3342689"/>
              <a:ext cx="26438" cy="33487"/>
            </a:xfrm>
            <a:custGeom>
              <a:rect b="b" l="l" r="r" t="t"/>
              <a:pathLst>
                <a:path extrusionOk="0" h="1278" w="1009">
                  <a:moveTo>
                    <a:pt x="116" y="1"/>
                  </a:moveTo>
                  <a:cubicBezTo>
                    <a:pt x="53" y="1"/>
                    <a:pt x="0" y="53"/>
                    <a:pt x="0" y="116"/>
                  </a:cubicBezTo>
                  <a:lnTo>
                    <a:pt x="0" y="1278"/>
                  </a:lnTo>
                  <a:lnTo>
                    <a:pt x="1008" y="1278"/>
                  </a:lnTo>
                  <a:lnTo>
                    <a:pt x="1008" y="116"/>
                  </a:lnTo>
                  <a:cubicBezTo>
                    <a:pt x="1008" y="53"/>
                    <a:pt x="960" y="1"/>
                    <a:pt x="893"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89"/>
            <p:cNvSpPr/>
            <p:nvPr/>
          </p:nvSpPr>
          <p:spPr>
            <a:xfrm>
              <a:off x="5489065" y="3342689"/>
              <a:ext cx="13232" cy="33487"/>
            </a:xfrm>
            <a:custGeom>
              <a:rect b="b" l="l" r="r" t="t"/>
              <a:pathLst>
                <a:path extrusionOk="0" h="1278" w="505">
                  <a:moveTo>
                    <a:pt x="0" y="1"/>
                  </a:moveTo>
                  <a:lnTo>
                    <a:pt x="0" y="1278"/>
                  </a:lnTo>
                  <a:lnTo>
                    <a:pt x="504" y="1278"/>
                  </a:lnTo>
                  <a:lnTo>
                    <a:pt x="504" y="116"/>
                  </a:lnTo>
                  <a:cubicBezTo>
                    <a:pt x="504" y="53"/>
                    <a:pt x="456" y="1"/>
                    <a:pt x="3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89"/>
            <p:cNvSpPr/>
            <p:nvPr/>
          </p:nvSpPr>
          <p:spPr>
            <a:xfrm>
              <a:off x="5477483" y="3471107"/>
              <a:ext cx="23294" cy="214861"/>
            </a:xfrm>
            <a:custGeom>
              <a:rect b="b" l="l" r="r" t="t"/>
              <a:pathLst>
                <a:path extrusionOk="0" h="8200" w="889">
                  <a:moveTo>
                    <a:pt x="1" y="1"/>
                  </a:moveTo>
                  <a:lnTo>
                    <a:pt x="1" y="7974"/>
                  </a:lnTo>
                  <a:cubicBezTo>
                    <a:pt x="1" y="8099"/>
                    <a:pt x="102" y="8199"/>
                    <a:pt x="226" y="8199"/>
                  </a:cubicBezTo>
                  <a:lnTo>
                    <a:pt x="658" y="8199"/>
                  </a:lnTo>
                  <a:cubicBezTo>
                    <a:pt x="783" y="8199"/>
                    <a:pt x="889" y="8099"/>
                    <a:pt x="889" y="7974"/>
                  </a:cubicBezTo>
                  <a:lnTo>
                    <a:pt x="88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89"/>
            <p:cNvSpPr/>
            <p:nvPr/>
          </p:nvSpPr>
          <p:spPr>
            <a:xfrm>
              <a:off x="5483274" y="3471107"/>
              <a:ext cx="17503" cy="214992"/>
            </a:xfrm>
            <a:custGeom>
              <a:rect b="b" l="l" r="r" t="t"/>
              <a:pathLst>
                <a:path extrusionOk="0" h="8205" w="668">
                  <a:moveTo>
                    <a:pt x="221" y="1"/>
                  </a:moveTo>
                  <a:lnTo>
                    <a:pt x="221" y="7974"/>
                  </a:lnTo>
                  <a:cubicBezTo>
                    <a:pt x="221" y="8099"/>
                    <a:pt x="125" y="8199"/>
                    <a:pt x="1" y="8204"/>
                  </a:cubicBezTo>
                  <a:lnTo>
                    <a:pt x="437" y="8204"/>
                  </a:lnTo>
                  <a:cubicBezTo>
                    <a:pt x="567" y="8204"/>
                    <a:pt x="668" y="8099"/>
                    <a:pt x="668" y="7974"/>
                  </a:cubicBezTo>
                  <a:lnTo>
                    <a:pt x="66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89"/>
            <p:cNvSpPr/>
            <p:nvPr/>
          </p:nvSpPr>
          <p:spPr>
            <a:xfrm>
              <a:off x="5499755" y="3455386"/>
              <a:ext cx="101142" cy="264671"/>
            </a:xfrm>
            <a:custGeom>
              <a:rect b="b" l="l" r="r" t="t"/>
              <a:pathLst>
                <a:path extrusionOk="0" h="10101" w="3860">
                  <a:moveTo>
                    <a:pt x="0" y="1"/>
                  </a:moveTo>
                  <a:lnTo>
                    <a:pt x="2900" y="9932"/>
                  </a:lnTo>
                  <a:cubicBezTo>
                    <a:pt x="2929" y="10033"/>
                    <a:pt x="3020" y="10100"/>
                    <a:pt x="3121" y="10100"/>
                  </a:cubicBezTo>
                  <a:lnTo>
                    <a:pt x="3601" y="10100"/>
                  </a:lnTo>
                  <a:cubicBezTo>
                    <a:pt x="3754" y="10100"/>
                    <a:pt x="3860" y="9952"/>
                    <a:pt x="3821" y="9808"/>
                  </a:cubicBezTo>
                  <a:lnTo>
                    <a:pt x="95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6" name="Google Shape;20026;p89"/>
            <p:cNvSpPr/>
            <p:nvPr/>
          </p:nvSpPr>
          <p:spPr>
            <a:xfrm>
              <a:off x="5512333" y="3455386"/>
              <a:ext cx="88564" cy="264671"/>
            </a:xfrm>
            <a:custGeom>
              <a:rect b="b" l="l" r="r" t="t"/>
              <a:pathLst>
                <a:path extrusionOk="0" h="10101" w="3380">
                  <a:moveTo>
                    <a:pt x="1" y="1"/>
                  </a:moveTo>
                  <a:lnTo>
                    <a:pt x="2861" y="9808"/>
                  </a:lnTo>
                  <a:cubicBezTo>
                    <a:pt x="2905" y="9952"/>
                    <a:pt x="2794" y="10100"/>
                    <a:pt x="2641" y="10100"/>
                  </a:cubicBezTo>
                  <a:lnTo>
                    <a:pt x="3116" y="10100"/>
                  </a:lnTo>
                  <a:cubicBezTo>
                    <a:pt x="3269" y="10100"/>
                    <a:pt x="3380" y="9952"/>
                    <a:pt x="3337" y="9808"/>
                  </a:cubicBezTo>
                  <a:lnTo>
                    <a:pt x="476"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89"/>
            <p:cNvSpPr/>
            <p:nvPr/>
          </p:nvSpPr>
          <p:spPr>
            <a:xfrm>
              <a:off x="5377364" y="3455386"/>
              <a:ext cx="101168" cy="264671"/>
            </a:xfrm>
            <a:custGeom>
              <a:rect b="b" l="l" r="r" t="t"/>
              <a:pathLst>
                <a:path extrusionOk="0" h="10101" w="3861">
                  <a:moveTo>
                    <a:pt x="2905" y="1"/>
                  </a:moveTo>
                  <a:lnTo>
                    <a:pt x="44" y="9808"/>
                  </a:lnTo>
                  <a:cubicBezTo>
                    <a:pt x="1" y="9952"/>
                    <a:pt x="111" y="10100"/>
                    <a:pt x="260" y="10100"/>
                  </a:cubicBezTo>
                  <a:lnTo>
                    <a:pt x="740" y="10100"/>
                  </a:lnTo>
                  <a:cubicBezTo>
                    <a:pt x="846" y="10100"/>
                    <a:pt x="932" y="10033"/>
                    <a:pt x="961" y="9932"/>
                  </a:cubicBezTo>
                  <a:lnTo>
                    <a:pt x="3860"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8" name="Google Shape;20028;p89"/>
            <p:cNvSpPr/>
            <p:nvPr/>
          </p:nvSpPr>
          <p:spPr>
            <a:xfrm>
              <a:off x="5383914" y="3455386"/>
              <a:ext cx="94486" cy="264540"/>
            </a:xfrm>
            <a:custGeom>
              <a:rect b="b" l="l" r="r" t="t"/>
              <a:pathLst>
                <a:path extrusionOk="0" h="10096" w="3606">
                  <a:moveTo>
                    <a:pt x="3111" y="1"/>
                  </a:moveTo>
                  <a:lnTo>
                    <a:pt x="212" y="9932"/>
                  </a:lnTo>
                  <a:cubicBezTo>
                    <a:pt x="183" y="10028"/>
                    <a:pt x="96" y="10096"/>
                    <a:pt x="0" y="10096"/>
                  </a:cubicBezTo>
                  <a:lnTo>
                    <a:pt x="490" y="10096"/>
                  </a:lnTo>
                  <a:cubicBezTo>
                    <a:pt x="591" y="10096"/>
                    <a:pt x="677" y="10028"/>
                    <a:pt x="706" y="9932"/>
                  </a:cubicBezTo>
                  <a:lnTo>
                    <a:pt x="3605"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9" name="Google Shape;20029;p89"/>
            <p:cNvSpPr/>
            <p:nvPr/>
          </p:nvSpPr>
          <p:spPr>
            <a:xfrm>
              <a:off x="5487545" y="3561427"/>
              <a:ext cx="3066" cy="2411"/>
            </a:xfrm>
            <a:custGeom>
              <a:rect b="b" l="l" r="r" t="t"/>
              <a:pathLst>
                <a:path extrusionOk="0" h="92" w="117">
                  <a:moveTo>
                    <a:pt x="58" y="0"/>
                  </a:moveTo>
                  <a:cubicBezTo>
                    <a:pt x="1" y="0"/>
                    <a:pt x="1" y="91"/>
                    <a:pt x="58" y="91"/>
                  </a:cubicBezTo>
                  <a:cubicBezTo>
                    <a:pt x="116" y="91"/>
                    <a:pt x="116" y="0"/>
                    <a:pt x="58"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89"/>
            <p:cNvSpPr/>
            <p:nvPr/>
          </p:nvSpPr>
          <p:spPr>
            <a:xfrm>
              <a:off x="5351580" y="3376778"/>
              <a:ext cx="275100" cy="188684"/>
            </a:xfrm>
            <a:custGeom>
              <a:rect b="b" l="l" r="r" t="t"/>
              <a:pathLst>
                <a:path extrusionOk="0" h="7201" w="10499">
                  <a:moveTo>
                    <a:pt x="207" y="1"/>
                  </a:moveTo>
                  <a:cubicBezTo>
                    <a:pt x="92" y="1"/>
                    <a:pt x="1" y="97"/>
                    <a:pt x="1" y="212"/>
                  </a:cubicBezTo>
                  <a:lnTo>
                    <a:pt x="1" y="6990"/>
                  </a:lnTo>
                  <a:cubicBezTo>
                    <a:pt x="1" y="7105"/>
                    <a:pt x="92" y="7201"/>
                    <a:pt x="207" y="7201"/>
                  </a:cubicBezTo>
                  <a:lnTo>
                    <a:pt x="10288" y="7201"/>
                  </a:lnTo>
                  <a:cubicBezTo>
                    <a:pt x="10403" y="7201"/>
                    <a:pt x="10499" y="7105"/>
                    <a:pt x="10499" y="6990"/>
                  </a:cubicBezTo>
                  <a:lnTo>
                    <a:pt x="10499" y="212"/>
                  </a:lnTo>
                  <a:cubicBezTo>
                    <a:pt x="10499" y="97"/>
                    <a:pt x="10403" y="1"/>
                    <a:pt x="10288"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1" name="Google Shape;20031;p89"/>
            <p:cNvSpPr/>
            <p:nvPr/>
          </p:nvSpPr>
          <p:spPr>
            <a:xfrm>
              <a:off x="5580512" y="3376778"/>
              <a:ext cx="46169" cy="188684"/>
            </a:xfrm>
            <a:custGeom>
              <a:rect b="b" l="l" r="r" t="t"/>
              <a:pathLst>
                <a:path extrusionOk="0" h="7201" w="1762">
                  <a:moveTo>
                    <a:pt x="0" y="1"/>
                  </a:moveTo>
                  <a:cubicBezTo>
                    <a:pt x="115" y="1"/>
                    <a:pt x="207" y="97"/>
                    <a:pt x="207" y="212"/>
                  </a:cubicBezTo>
                  <a:lnTo>
                    <a:pt x="207" y="6990"/>
                  </a:lnTo>
                  <a:cubicBezTo>
                    <a:pt x="207" y="7105"/>
                    <a:pt x="115" y="7201"/>
                    <a:pt x="0" y="7201"/>
                  </a:cubicBezTo>
                  <a:lnTo>
                    <a:pt x="1551" y="7201"/>
                  </a:lnTo>
                  <a:cubicBezTo>
                    <a:pt x="1666" y="7201"/>
                    <a:pt x="1762" y="7105"/>
                    <a:pt x="1762" y="6990"/>
                  </a:cubicBezTo>
                  <a:lnTo>
                    <a:pt x="1762" y="212"/>
                  </a:lnTo>
                  <a:cubicBezTo>
                    <a:pt x="1762" y="97"/>
                    <a:pt x="1666" y="1"/>
                    <a:pt x="1551"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2" name="Google Shape;20032;p89"/>
            <p:cNvSpPr/>
            <p:nvPr/>
          </p:nvSpPr>
          <p:spPr>
            <a:xfrm>
              <a:off x="5455473" y="3365328"/>
              <a:ext cx="67445" cy="22927"/>
            </a:xfrm>
            <a:custGeom>
              <a:rect b="b" l="l" r="r" t="t"/>
              <a:pathLst>
                <a:path extrusionOk="0" h="875" w="2574">
                  <a:moveTo>
                    <a:pt x="92" y="1"/>
                  </a:moveTo>
                  <a:cubicBezTo>
                    <a:pt x="44" y="1"/>
                    <a:pt x="1" y="44"/>
                    <a:pt x="1" y="92"/>
                  </a:cubicBezTo>
                  <a:lnTo>
                    <a:pt x="1" y="783"/>
                  </a:lnTo>
                  <a:cubicBezTo>
                    <a:pt x="1" y="831"/>
                    <a:pt x="39" y="874"/>
                    <a:pt x="92" y="874"/>
                  </a:cubicBezTo>
                  <a:lnTo>
                    <a:pt x="2478" y="874"/>
                  </a:lnTo>
                  <a:cubicBezTo>
                    <a:pt x="2531" y="874"/>
                    <a:pt x="2574" y="836"/>
                    <a:pt x="2574" y="783"/>
                  </a:cubicBezTo>
                  <a:lnTo>
                    <a:pt x="2574" y="92"/>
                  </a:lnTo>
                  <a:cubicBezTo>
                    <a:pt x="2574" y="44"/>
                    <a:pt x="2531" y="1"/>
                    <a:pt x="247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3" name="Google Shape;20033;p89"/>
            <p:cNvSpPr/>
            <p:nvPr/>
          </p:nvSpPr>
          <p:spPr>
            <a:xfrm>
              <a:off x="5378254" y="3418545"/>
              <a:ext cx="225158" cy="113850"/>
            </a:xfrm>
            <a:custGeom>
              <a:rect b="b" l="l" r="r" t="t"/>
              <a:pathLst>
                <a:path extrusionOk="0" h="4345" w="8593">
                  <a:moveTo>
                    <a:pt x="5521" y="0"/>
                  </a:moveTo>
                  <a:lnTo>
                    <a:pt x="2876" y="3408"/>
                  </a:lnTo>
                  <a:lnTo>
                    <a:pt x="1853" y="1964"/>
                  </a:lnTo>
                  <a:lnTo>
                    <a:pt x="0" y="4344"/>
                  </a:lnTo>
                  <a:lnTo>
                    <a:pt x="8593" y="4344"/>
                  </a:lnTo>
                  <a:lnTo>
                    <a:pt x="5521"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89"/>
            <p:cNvSpPr/>
            <p:nvPr/>
          </p:nvSpPr>
          <p:spPr>
            <a:xfrm>
              <a:off x="5426808" y="3469981"/>
              <a:ext cx="44177" cy="62414"/>
            </a:xfrm>
            <a:custGeom>
              <a:rect b="b" l="l" r="r" t="t"/>
              <a:pathLst>
                <a:path extrusionOk="0" h="2382" w="1686">
                  <a:moveTo>
                    <a:pt x="0" y="1"/>
                  </a:moveTo>
                  <a:lnTo>
                    <a:pt x="716" y="2381"/>
                  </a:lnTo>
                  <a:lnTo>
                    <a:pt x="1685" y="2381"/>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89"/>
            <p:cNvSpPr/>
            <p:nvPr/>
          </p:nvSpPr>
          <p:spPr>
            <a:xfrm>
              <a:off x="5522892" y="3418545"/>
              <a:ext cx="80520" cy="113850"/>
            </a:xfrm>
            <a:custGeom>
              <a:rect b="b" l="l" r="r" t="t"/>
              <a:pathLst>
                <a:path extrusionOk="0" h="4345" w="3073">
                  <a:moveTo>
                    <a:pt x="1" y="0"/>
                  </a:moveTo>
                  <a:lnTo>
                    <a:pt x="1402" y="4344"/>
                  </a:lnTo>
                  <a:lnTo>
                    <a:pt x="3073" y="4344"/>
                  </a:lnTo>
                  <a:lnTo>
                    <a:pt x="1"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89"/>
            <p:cNvSpPr/>
            <p:nvPr/>
          </p:nvSpPr>
          <p:spPr>
            <a:xfrm>
              <a:off x="5351580" y="3532369"/>
              <a:ext cx="275100" cy="33094"/>
            </a:xfrm>
            <a:custGeom>
              <a:rect b="b" l="l" r="r" t="t"/>
              <a:pathLst>
                <a:path extrusionOk="0" h="1263" w="10499">
                  <a:moveTo>
                    <a:pt x="1" y="0"/>
                  </a:moveTo>
                  <a:lnTo>
                    <a:pt x="1" y="1052"/>
                  </a:lnTo>
                  <a:cubicBezTo>
                    <a:pt x="1" y="1167"/>
                    <a:pt x="92" y="1263"/>
                    <a:pt x="212" y="1263"/>
                  </a:cubicBezTo>
                  <a:lnTo>
                    <a:pt x="10293" y="1263"/>
                  </a:lnTo>
                  <a:cubicBezTo>
                    <a:pt x="10408" y="1263"/>
                    <a:pt x="10499" y="1167"/>
                    <a:pt x="10499" y="1052"/>
                  </a:cubicBezTo>
                  <a:lnTo>
                    <a:pt x="1049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7" name="Google Shape;20037;p89"/>
            <p:cNvSpPr/>
            <p:nvPr/>
          </p:nvSpPr>
          <p:spPr>
            <a:xfrm>
              <a:off x="5351580" y="3532369"/>
              <a:ext cx="275100" cy="33094"/>
            </a:xfrm>
            <a:custGeom>
              <a:rect b="b" l="l" r="r" t="t"/>
              <a:pathLst>
                <a:path extrusionOk="0" h="1263" w="10499">
                  <a:moveTo>
                    <a:pt x="8944" y="0"/>
                  </a:moveTo>
                  <a:lnTo>
                    <a:pt x="8944" y="360"/>
                  </a:lnTo>
                  <a:cubicBezTo>
                    <a:pt x="8944" y="485"/>
                    <a:pt x="8843" y="586"/>
                    <a:pt x="8718" y="586"/>
                  </a:cubicBezTo>
                  <a:lnTo>
                    <a:pt x="212" y="586"/>
                  </a:lnTo>
                  <a:cubicBezTo>
                    <a:pt x="92" y="538"/>
                    <a:pt x="1" y="442"/>
                    <a:pt x="1" y="327"/>
                  </a:cubicBezTo>
                  <a:lnTo>
                    <a:pt x="1" y="1052"/>
                  </a:lnTo>
                  <a:cubicBezTo>
                    <a:pt x="1" y="1167"/>
                    <a:pt x="92" y="1263"/>
                    <a:pt x="212" y="1263"/>
                  </a:cubicBezTo>
                  <a:lnTo>
                    <a:pt x="10293" y="1263"/>
                  </a:lnTo>
                  <a:cubicBezTo>
                    <a:pt x="10408" y="1263"/>
                    <a:pt x="10499" y="1167"/>
                    <a:pt x="10499" y="1052"/>
                  </a:cubicBezTo>
                  <a:lnTo>
                    <a:pt x="10499"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89"/>
            <p:cNvSpPr/>
            <p:nvPr/>
          </p:nvSpPr>
          <p:spPr>
            <a:xfrm>
              <a:off x="5336750" y="3557156"/>
              <a:ext cx="304787" cy="22901"/>
            </a:xfrm>
            <a:custGeom>
              <a:rect b="b" l="l" r="r" t="t"/>
              <a:pathLst>
                <a:path extrusionOk="0" h="874" w="11632">
                  <a:moveTo>
                    <a:pt x="159" y="0"/>
                  </a:moveTo>
                  <a:cubicBezTo>
                    <a:pt x="72" y="0"/>
                    <a:pt x="0" y="67"/>
                    <a:pt x="0" y="15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89"/>
            <p:cNvSpPr/>
            <p:nvPr/>
          </p:nvSpPr>
          <p:spPr>
            <a:xfrm>
              <a:off x="5336750" y="3557156"/>
              <a:ext cx="304787" cy="22901"/>
            </a:xfrm>
            <a:custGeom>
              <a:rect b="b" l="l" r="r" t="t"/>
              <a:pathLst>
                <a:path extrusionOk="0" h="874" w="11632">
                  <a:moveTo>
                    <a:pt x="10071" y="0"/>
                  </a:moveTo>
                  <a:lnTo>
                    <a:pt x="10071" y="240"/>
                  </a:lnTo>
                  <a:cubicBezTo>
                    <a:pt x="10071" y="403"/>
                    <a:pt x="9937" y="538"/>
                    <a:pt x="9774" y="538"/>
                  </a:cubicBezTo>
                  <a:lnTo>
                    <a:pt x="159" y="538"/>
                  </a:lnTo>
                  <a:cubicBezTo>
                    <a:pt x="72" y="538"/>
                    <a:pt x="0" y="470"/>
                    <a:pt x="0" y="38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89"/>
            <p:cNvSpPr/>
            <p:nvPr/>
          </p:nvSpPr>
          <p:spPr>
            <a:xfrm>
              <a:off x="5487309" y="3418545"/>
              <a:ext cx="72345" cy="53977"/>
            </a:xfrm>
            <a:custGeom>
              <a:rect b="b" l="l" r="r" t="t"/>
              <a:pathLst>
                <a:path extrusionOk="0" h="2060" w="2761">
                  <a:moveTo>
                    <a:pt x="1359" y="0"/>
                  </a:moveTo>
                  <a:lnTo>
                    <a:pt x="0" y="1747"/>
                  </a:lnTo>
                  <a:lnTo>
                    <a:pt x="908" y="1459"/>
                  </a:lnTo>
                  <a:lnTo>
                    <a:pt x="1354" y="2060"/>
                  </a:lnTo>
                  <a:lnTo>
                    <a:pt x="1671" y="1407"/>
                  </a:lnTo>
                  <a:lnTo>
                    <a:pt x="2760" y="1983"/>
                  </a:lnTo>
                  <a:lnTo>
                    <a:pt x="135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89"/>
            <p:cNvSpPr/>
            <p:nvPr/>
          </p:nvSpPr>
          <p:spPr>
            <a:xfrm>
              <a:off x="5522892" y="3418545"/>
              <a:ext cx="36762" cy="51960"/>
            </a:xfrm>
            <a:custGeom>
              <a:rect b="b" l="l" r="r" t="t"/>
              <a:pathLst>
                <a:path extrusionOk="0" h="1983" w="1403">
                  <a:moveTo>
                    <a:pt x="1" y="0"/>
                  </a:moveTo>
                  <a:lnTo>
                    <a:pt x="481" y="1498"/>
                  </a:lnTo>
                  <a:lnTo>
                    <a:pt x="1402" y="1983"/>
                  </a:lnTo>
                  <a:lnTo>
                    <a:pt x="1"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89"/>
            <p:cNvSpPr/>
            <p:nvPr/>
          </p:nvSpPr>
          <p:spPr>
            <a:xfrm>
              <a:off x="5399898" y="3469981"/>
              <a:ext cx="44282" cy="41400"/>
            </a:xfrm>
            <a:custGeom>
              <a:rect b="b" l="l" r="r" t="t"/>
              <a:pathLst>
                <a:path extrusionOk="0" h="1580" w="1690">
                  <a:moveTo>
                    <a:pt x="1027" y="1"/>
                  </a:moveTo>
                  <a:lnTo>
                    <a:pt x="0" y="1321"/>
                  </a:lnTo>
                  <a:lnTo>
                    <a:pt x="749" y="1186"/>
                  </a:lnTo>
                  <a:lnTo>
                    <a:pt x="1027" y="1580"/>
                  </a:lnTo>
                  <a:lnTo>
                    <a:pt x="1690" y="937"/>
                  </a:lnTo>
                  <a:lnTo>
                    <a:pt x="10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3" name="Google Shape;20043;p89"/>
            <p:cNvSpPr/>
            <p:nvPr/>
          </p:nvSpPr>
          <p:spPr>
            <a:xfrm>
              <a:off x="5426808" y="3469981"/>
              <a:ext cx="17372" cy="31967"/>
            </a:xfrm>
            <a:custGeom>
              <a:rect b="b" l="l" r="r" t="t"/>
              <a:pathLst>
                <a:path extrusionOk="0" h="1220" w="663">
                  <a:moveTo>
                    <a:pt x="0" y="1"/>
                  </a:moveTo>
                  <a:lnTo>
                    <a:pt x="370" y="1220"/>
                  </a:lnTo>
                  <a:lnTo>
                    <a:pt x="663" y="937"/>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4" name="Google Shape;20044;p89"/>
            <p:cNvSpPr/>
            <p:nvPr/>
          </p:nvSpPr>
          <p:spPr>
            <a:xfrm>
              <a:off x="5489196" y="3365328"/>
              <a:ext cx="33723" cy="22927"/>
            </a:xfrm>
            <a:custGeom>
              <a:rect b="b" l="l" r="r" t="t"/>
              <a:pathLst>
                <a:path extrusionOk="0" h="875" w="1287">
                  <a:moveTo>
                    <a:pt x="0" y="1"/>
                  </a:moveTo>
                  <a:lnTo>
                    <a:pt x="0" y="874"/>
                  </a:lnTo>
                  <a:lnTo>
                    <a:pt x="1191" y="874"/>
                  </a:lnTo>
                  <a:cubicBezTo>
                    <a:pt x="1244" y="874"/>
                    <a:pt x="1287" y="836"/>
                    <a:pt x="1287" y="783"/>
                  </a:cubicBezTo>
                  <a:lnTo>
                    <a:pt x="1287" y="92"/>
                  </a:lnTo>
                  <a:cubicBezTo>
                    <a:pt x="1287" y="44"/>
                    <a:pt x="1244" y="1"/>
                    <a:pt x="1191"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89"/>
            <p:cNvSpPr/>
            <p:nvPr/>
          </p:nvSpPr>
          <p:spPr>
            <a:xfrm>
              <a:off x="5400893" y="3337029"/>
              <a:ext cx="231447" cy="127947"/>
            </a:xfrm>
            <a:custGeom>
              <a:rect b="b" l="l" r="r" t="t"/>
              <a:pathLst>
                <a:path extrusionOk="0" h="4883" w="8833">
                  <a:moveTo>
                    <a:pt x="3653" y="433"/>
                  </a:moveTo>
                  <a:lnTo>
                    <a:pt x="3653" y="865"/>
                  </a:lnTo>
                  <a:lnTo>
                    <a:pt x="3082" y="865"/>
                  </a:lnTo>
                  <a:lnTo>
                    <a:pt x="3082" y="433"/>
                  </a:lnTo>
                  <a:close/>
                  <a:moveTo>
                    <a:pt x="4436" y="1297"/>
                  </a:moveTo>
                  <a:lnTo>
                    <a:pt x="4436" y="1738"/>
                  </a:lnTo>
                  <a:lnTo>
                    <a:pt x="2300" y="1738"/>
                  </a:lnTo>
                  <a:lnTo>
                    <a:pt x="2300" y="1518"/>
                  </a:lnTo>
                  <a:lnTo>
                    <a:pt x="2300" y="1297"/>
                  </a:lnTo>
                  <a:close/>
                  <a:moveTo>
                    <a:pt x="2981" y="1"/>
                  </a:moveTo>
                  <a:cubicBezTo>
                    <a:pt x="2794" y="1"/>
                    <a:pt x="2645" y="149"/>
                    <a:pt x="2645" y="332"/>
                  </a:cubicBezTo>
                  <a:lnTo>
                    <a:pt x="2645" y="865"/>
                  </a:lnTo>
                  <a:lnTo>
                    <a:pt x="2175" y="865"/>
                  </a:lnTo>
                  <a:cubicBezTo>
                    <a:pt x="2002" y="865"/>
                    <a:pt x="1863" y="999"/>
                    <a:pt x="1863" y="1172"/>
                  </a:cubicBezTo>
                  <a:lnTo>
                    <a:pt x="1863" y="1302"/>
                  </a:lnTo>
                  <a:lnTo>
                    <a:pt x="288" y="1302"/>
                  </a:lnTo>
                  <a:cubicBezTo>
                    <a:pt x="0" y="1302"/>
                    <a:pt x="0" y="1734"/>
                    <a:pt x="288" y="1734"/>
                  </a:cubicBezTo>
                  <a:lnTo>
                    <a:pt x="1863" y="1734"/>
                  </a:lnTo>
                  <a:lnTo>
                    <a:pt x="1863" y="1863"/>
                  </a:lnTo>
                  <a:cubicBezTo>
                    <a:pt x="1863" y="2036"/>
                    <a:pt x="2002" y="2175"/>
                    <a:pt x="2175" y="2175"/>
                  </a:cubicBezTo>
                  <a:lnTo>
                    <a:pt x="4561" y="2175"/>
                  </a:lnTo>
                  <a:cubicBezTo>
                    <a:pt x="4734" y="2175"/>
                    <a:pt x="4873" y="2036"/>
                    <a:pt x="4873" y="1863"/>
                  </a:cubicBezTo>
                  <a:lnTo>
                    <a:pt x="4873" y="1734"/>
                  </a:lnTo>
                  <a:lnTo>
                    <a:pt x="8401" y="1734"/>
                  </a:lnTo>
                  <a:lnTo>
                    <a:pt x="8401" y="4666"/>
                  </a:lnTo>
                  <a:cubicBezTo>
                    <a:pt x="8401" y="4810"/>
                    <a:pt x="8509" y="4882"/>
                    <a:pt x="8617" y="4882"/>
                  </a:cubicBezTo>
                  <a:cubicBezTo>
                    <a:pt x="8725" y="4882"/>
                    <a:pt x="8833" y="4810"/>
                    <a:pt x="8833" y="4666"/>
                  </a:cubicBezTo>
                  <a:lnTo>
                    <a:pt x="8833" y="1729"/>
                  </a:lnTo>
                  <a:cubicBezTo>
                    <a:pt x="8833" y="1494"/>
                    <a:pt x="8641" y="1302"/>
                    <a:pt x="8406" y="1302"/>
                  </a:cubicBezTo>
                  <a:lnTo>
                    <a:pt x="4873" y="1302"/>
                  </a:lnTo>
                  <a:lnTo>
                    <a:pt x="4873" y="1172"/>
                  </a:lnTo>
                  <a:cubicBezTo>
                    <a:pt x="4873" y="999"/>
                    <a:pt x="4734" y="865"/>
                    <a:pt x="4561" y="865"/>
                  </a:cubicBezTo>
                  <a:lnTo>
                    <a:pt x="4090" y="865"/>
                  </a:lnTo>
                  <a:lnTo>
                    <a:pt x="4090" y="332"/>
                  </a:lnTo>
                  <a:cubicBezTo>
                    <a:pt x="4090" y="149"/>
                    <a:pt x="3941"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89"/>
            <p:cNvSpPr/>
            <p:nvPr/>
          </p:nvSpPr>
          <p:spPr>
            <a:xfrm>
              <a:off x="5331090" y="3371119"/>
              <a:ext cx="316238" cy="354598"/>
            </a:xfrm>
            <a:custGeom>
              <a:rect b="b" l="l" r="r" t="t"/>
              <a:pathLst>
                <a:path extrusionOk="0" h="13533" w="12069">
                  <a:moveTo>
                    <a:pt x="7311" y="2175"/>
                  </a:moveTo>
                  <a:lnTo>
                    <a:pt x="8017" y="3178"/>
                  </a:lnTo>
                  <a:lnTo>
                    <a:pt x="7734" y="3025"/>
                  </a:lnTo>
                  <a:cubicBezTo>
                    <a:pt x="7700" y="3007"/>
                    <a:pt x="7665" y="2999"/>
                    <a:pt x="7630" y="2999"/>
                  </a:cubicBezTo>
                  <a:cubicBezTo>
                    <a:pt x="7550" y="2999"/>
                    <a:pt x="7473" y="3043"/>
                    <a:pt x="7436" y="3121"/>
                  </a:cubicBezTo>
                  <a:lnTo>
                    <a:pt x="7278" y="3452"/>
                  </a:lnTo>
                  <a:lnTo>
                    <a:pt x="7042" y="3140"/>
                  </a:lnTo>
                  <a:cubicBezTo>
                    <a:pt x="7003" y="3083"/>
                    <a:pt x="6940" y="3052"/>
                    <a:pt x="6872" y="3052"/>
                  </a:cubicBezTo>
                  <a:cubicBezTo>
                    <a:pt x="6849" y="3052"/>
                    <a:pt x="6826" y="3056"/>
                    <a:pt x="6802" y="3063"/>
                  </a:cubicBezTo>
                  <a:lnTo>
                    <a:pt x="6562" y="3140"/>
                  </a:lnTo>
                  <a:lnTo>
                    <a:pt x="6562" y="3140"/>
                  </a:lnTo>
                  <a:lnTo>
                    <a:pt x="7311" y="2175"/>
                  </a:lnTo>
                  <a:close/>
                  <a:moveTo>
                    <a:pt x="3644" y="4134"/>
                  </a:moveTo>
                  <a:lnTo>
                    <a:pt x="4028" y="4681"/>
                  </a:lnTo>
                  <a:lnTo>
                    <a:pt x="3682" y="5017"/>
                  </a:lnTo>
                  <a:lnTo>
                    <a:pt x="3553" y="4834"/>
                  </a:lnTo>
                  <a:cubicBezTo>
                    <a:pt x="3512" y="4773"/>
                    <a:pt x="3444" y="4740"/>
                    <a:pt x="3374" y="4740"/>
                  </a:cubicBezTo>
                  <a:cubicBezTo>
                    <a:pt x="3361" y="4740"/>
                    <a:pt x="3349" y="4741"/>
                    <a:pt x="3337" y="4743"/>
                  </a:cubicBezTo>
                  <a:lnTo>
                    <a:pt x="3140" y="4777"/>
                  </a:lnTo>
                  <a:lnTo>
                    <a:pt x="3178" y="4734"/>
                  </a:lnTo>
                  <a:lnTo>
                    <a:pt x="3644" y="4134"/>
                  </a:lnTo>
                  <a:close/>
                  <a:moveTo>
                    <a:pt x="7729" y="3519"/>
                  </a:moveTo>
                  <a:lnTo>
                    <a:pt x="8569" y="3966"/>
                  </a:lnTo>
                  <a:lnTo>
                    <a:pt x="9970" y="5943"/>
                  </a:lnTo>
                  <a:lnTo>
                    <a:pt x="2247" y="5943"/>
                  </a:lnTo>
                  <a:lnTo>
                    <a:pt x="2741" y="5295"/>
                  </a:lnTo>
                  <a:lnTo>
                    <a:pt x="3279" y="5194"/>
                  </a:lnTo>
                  <a:lnTo>
                    <a:pt x="3471" y="5478"/>
                  </a:lnTo>
                  <a:cubicBezTo>
                    <a:pt x="3509" y="5526"/>
                    <a:pt x="3567" y="5559"/>
                    <a:pt x="3629" y="5569"/>
                  </a:cubicBezTo>
                  <a:lnTo>
                    <a:pt x="3649" y="5569"/>
                  </a:lnTo>
                  <a:cubicBezTo>
                    <a:pt x="3706" y="5569"/>
                    <a:pt x="3759" y="5545"/>
                    <a:pt x="3802" y="5506"/>
                  </a:cubicBezTo>
                  <a:lnTo>
                    <a:pt x="4282" y="5041"/>
                  </a:lnTo>
                  <a:lnTo>
                    <a:pt x="4493" y="5343"/>
                  </a:lnTo>
                  <a:cubicBezTo>
                    <a:pt x="4535" y="5402"/>
                    <a:pt x="4602" y="5432"/>
                    <a:pt x="4668" y="5432"/>
                  </a:cubicBezTo>
                  <a:cubicBezTo>
                    <a:pt x="4733" y="5432"/>
                    <a:pt x="4797" y="5404"/>
                    <a:pt x="4839" y="5348"/>
                  </a:cubicBezTo>
                  <a:lnTo>
                    <a:pt x="6092" y="3745"/>
                  </a:lnTo>
                  <a:lnTo>
                    <a:pt x="6788" y="3524"/>
                  </a:lnTo>
                  <a:lnTo>
                    <a:pt x="7138" y="4004"/>
                  </a:lnTo>
                  <a:cubicBezTo>
                    <a:pt x="7182" y="4057"/>
                    <a:pt x="7244" y="4090"/>
                    <a:pt x="7311" y="4090"/>
                  </a:cubicBezTo>
                  <a:lnTo>
                    <a:pt x="7335" y="4090"/>
                  </a:lnTo>
                  <a:cubicBezTo>
                    <a:pt x="7407" y="4081"/>
                    <a:pt x="7474" y="4038"/>
                    <a:pt x="7508" y="3970"/>
                  </a:cubicBezTo>
                  <a:lnTo>
                    <a:pt x="7729" y="3519"/>
                  </a:lnTo>
                  <a:close/>
                  <a:moveTo>
                    <a:pt x="11065" y="6375"/>
                  </a:moveTo>
                  <a:lnTo>
                    <a:pt x="11065" y="6884"/>
                  </a:lnTo>
                  <a:lnTo>
                    <a:pt x="999" y="6884"/>
                  </a:lnTo>
                  <a:lnTo>
                    <a:pt x="999" y="6375"/>
                  </a:lnTo>
                  <a:close/>
                  <a:moveTo>
                    <a:pt x="11631" y="7316"/>
                  </a:moveTo>
                  <a:lnTo>
                    <a:pt x="11631" y="7762"/>
                  </a:lnTo>
                  <a:lnTo>
                    <a:pt x="432" y="7762"/>
                  </a:lnTo>
                  <a:lnTo>
                    <a:pt x="432" y="7316"/>
                  </a:lnTo>
                  <a:close/>
                  <a:moveTo>
                    <a:pt x="5367" y="8195"/>
                  </a:moveTo>
                  <a:lnTo>
                    <a:pt x="5367" y="9481"/>
                  </a:lnTo>
                  <a:lnTo>
                    <a:pt x="4023" y="9481"/>
                  </a:lnTo>
                  <a:lnTo>
                    <a:pt x="4397" y="8195"/>
                  </a:lnTo>
                  <a:close/>
                  <a:moveTo>
                    <a:pt x="7662" y="8190"/>
                  </a:moveTo>
                  <a:lnTo>
                    <a:pt x="8036" y="9476"/>
                  </a:lnTo>
                  <a:lnTo>
                    <a:pt x="6692" y="9481"/>
                  </a:lnTo>
                  <a:lnTo>
                    <a:pt x="6692" y="8190"/>
                  </a:lnTo>
                  <a:close/>
                  <a:moveTo>
                    <a:pt x="6255" y="8190"/>
                  </a:moveTo>
                  <a:lnTo>
                    <a:pt x="6255" y="11790"/>
                  </a:lnTo>
                  <a:cubicBezTo>
                    <a:pt x="6255" y="11799"/>
                    <a:pt x="6250" y="11804"/>
                    <a:pt x="6245" y="11804"/>
                  </a:cubicBezTo>
                  <a:lnTo>
                    <a:pt x="5813" y="11804"/>
                  </a:lnTo>
                  <a:cubicBezTo>
                    <a:pt x="5809" y="11804"/>
                    <a:pt x="5804" y="11799"/>
                    <a:pt x="5804" y="11790"/>
                  </a:cubicBezTo>
                  <a:lnTo>
                    <a:pt x="5804" y="8190"/>
                  </a:lnTo>
                  <a:close/>
                  <a:moveTo>
                    <a:pt x="3946" y="8190"/>
                  </a:moveTo>
                  <a:lnTo>
                    <a:pt x="2516" y="13096"/>
                  </a:lnTo>
                  <a:cubicBezTo>
                    <a:pt x="2511" y="13100"/>
                    <a:pt x="2511" y="13100"/>
                    <a:pt x="2506" y="13100"/>
                  </a:cubicBezTo>
                  <a:lnTo>
                    <a:pt x="2026" y="13100"/>
                  </a:lnTo>
                  <a:cubicBezTo>
                    <a:pt x="2016" y="13100"/>
                    <a:pt x="2012" y="13096"/>
                    <a:pt x="2012" y="13086"/>
                  </a:cubicBezTo>
                  <a:lnTo>
                    <a:pt x="3447" y="8190"/>
                  </a:lnTo>
                  <a:close/>
                  <a:moveTo>
                    <a:pt x="8617" y="8190"/>
                  </a:moveTo>
                  <a:lnTo>
                    <a:pt x="10042" y="13086"/>
                  </a:lnTo>
                  <a:cubicBezTo>
                    <a:pt x="10047" y="13096"/>
                    <a:pt x="10042" y="13100"/>
                    <a:pt x="10033" y="13100"/>
                  </a:cubicBezTo>
                  <a:lnTo>
                    <a:pt x="9553" y="13100"/>
                  </a:lnTo>
                  <a:cubicBezTo>
                    <a:pt x="9548" y="13100"/>
                    <a:pt x="9543" y="13096"/>
                    <a:pt x="9543" y="13091"/>
                  </a:cubicBezTo>
                  <a:lnTo>
                    <a:pt x="8118" y="8190"/>
                  </a:lnTo>
                  <a:close/>
                  <a:moveTo>
                    <a:pt x="994" y="1"/>
                  </a:moveTo>
                  <a:cubicBezTo>
                    <a:pt x="754" y="1"/>
                    <a:pt x="567" y="188"/>
                    <a:pt x="567" y="428"/>
                  </a:cubicBezTo>
                  <a:lnTo>
                    <a:pt x="567" y="6884"/>
                  </a:lnTo>
                  <a:lnTo>
                    <a:pt x="370" y="6884"/>
                  </a:lnTo>
                  <a:cubicBezTo>
                    <a:pt x="367" y="6884"/>
                    <a:pt x="364" y="6884"/>
                    <a:pt x="362" y="6884"/>
                  </a:cubicBezTo>
                  <a:cubicBezTo>
                    <a:pt x="164" y="6884"/>
                    <a:pt x="0" y="7050"/>
                    <a:pt x="0" y="7254"/>
                  </a:cubicBezTo>
                  <a:lnTo>
                    <a:pt x="0" y="7820"/>
                  </a:lnTo>
                  <a:cubicBezTo>
                    <a:pt x="0" y="8027"/>
                    <a:pt x="168" y="8195"/>
                    <a:pt x="370" y="8195"/>
                  </a:cubicBezTo>
                  <a:lnTo>
                    <a:pt x="2991" y="8195"/>
                  </a:lnTo>
                  <a:lnTo>
                    <a:pt x="1599" y="12961"/>
                  </a:lnTo>
                  <a:cubicBezTo>
                    <a:pt x="1517" y="13244"/>
                    <a:pt x="1728" y="13532"/>
                    <a:pt x="2026" y="13532"/>
                  </a:cubicBezTo>
                  <a:lnTo>
                    <a:pt x="2506" y="13532"/>
                  </a:lnTo>
                  <a:cubicBezTo>
                    <a:pt x="2703" y="13532"/>
                    <a:pt x="2880" y="13398"/>
                    <a:pt x="2933" y="13211"/>
                  </a:cubicBezTo>
                  <a:lnTo>
                    <a:pt x="3898" y="9913"/>
                  </a:lnTo>
                  <a:lnTo>
                    <a:pt x="5372" y="9913"/>
                  </a:lnTo>
                  <a:lnTo>
                    <a:pt x="5372" y="11790"/>
                  </a:lnTo>
                  <a:cubicBezTo>
                    <a:pt x="5372" y="12035"/>
                    <a:pt x="5573" y="12236"/>
                    <a:pt x="5818" y="12236"/>
                  </a:cubicBezTo>
                  <a:lnTo>
                    <a:pt x="6250" y="12236"/>
                  </a:lnTo>
                  <a:cubicBezTo>
                    <a:pt x="6495" y="12236"/>
                    <a:pt x="6692" y="12035"/>
                    <a:pt x="6692" y="11790"/>
                  </a:cubicBezTo>
                  <a:lnTo>
                    <a:pt x="6692" y="9913"/>
                  </a:lnTo>
                  <a:lnTo>
                    <a:pt x="8170" y="9913"/>
                  </a:lnTo>
                  <a:lnTo>
                    <a:pt x="9130" y="13211"/>
                  </a:lnTo>
                  <a:cubicBezTo>
                    <a:pt x="9188" y="13403"/>
                    <a:pt x="9361" y="13532"/>
                    <a:pt x="9558" y="13532"/>
                  </a:cubicBezTo>
                  <a:lnTo>
                    <a:pt x="10038" y="13532"/>
                  </a:lnTo>
                  <a:cubicBezTo>
                    <a:pt x="10335" y="13532"/>
                    <a:pt x="10551" y="13249"/>
                    <a:pt x="10465" y="12961"/>
                  </a:cubicBezTo>
                  <a:lnTo>
                    <a:pt x="9073" y="8195"/>
                  </a:lnTo>
                  <a:lnTo>
                    <a:pt x="11694" y="8195"/>
                  </a:lnTo>
                  <a:cubicBezTo>
                    <a:pt x="11900" y="8195"/>
                    <a:pt x="12068" y="8027"/>
                    <a:pt x="12068" y="7820"/>
                  </a:cubicBezTo>
                  <a:lnTo>
                    <a:pt x="12068" y="7254"/>
                  </a:lnTo>
                  <a:cubicBezTo>
                    <a:pt x="12068" y="7050"/>
                    <a:pt x="11905" y="6884"/>
                    <a:pt x="11698" y="6884"/>
                  </a:cubicBezTo>
                  <a:cubicBezTo>
                    <a:pt x="11695" y="6884"/>
                    <a:pt x="11692" y="6884"/>
                    <a:pt x="11689" y="6884"/>
                  </a:cubicBezTo>
                  <a:lnTo>
                    <a:pt x="11497" y="6884"/>
                  </a:lnTo>
                  <a:lnTo>
                    <a:pt x="11497" y="4374"/>
                  </a:lnTo>
                  <a:cubicBezTo>
                    <a:pt x="11497" y="4230"/>
                    <a:pt x="11389" y="4158"/>
                    <a:pt x="11281" y="4158"/>
                  </a:cubicBezTo>
                  <a:cubicBezTo>
                    <a:pt x="11173" y="4158"/>
                    <a:pt x="11065" y="4230"/>
                    <a:pt x="11065" y="4374"/>
                  </a:cubicBezTo>
                  <a:lnTo>
                    <a:pt x="11065" y="5934"/>
                  </a:lnTo>
                  <a:lnTo>
                    <a:pt x="10503" y="5934"/>
                  </a:lnTo>
                  <a:lnTo>
                    <a:pt x="8900" y="3668"/>
                  </a:lnTo>
                  <a:lnTo>
                    <a:pt x="7498" y="1685"/>
                  </a:lnTo>
                  <a:cubicBezTo>
                    <a:pt x="7454" y="1624"/>
                    <a:pt x="7386" y="1592"/>
                    <a:pt x="7319" y="1592"/>
                  </a:cubicBezTo>
                  <a:cubicBezTo>
                    <a:pt x="7256" y="1592"/>
                    <a:pt x="7192" y="1620"/>
                    <a:pt x="7148" y="1676"/>
                  </a:cubicBezTo>
                  <a:lnTo>
                    <a:pt x="4681" y="4854"/>
                  </a:lnTo>
                  <a:lnTo>
                    <a:pt x="3831" y="3644"/>
                  </a:lnTo>
                  <a:cubicBezTo>
                    <a:pt x="3793" y="3596"/>
                    <a:pt x="3740" y="3562"/>
                    <a:pt x="3682" y="3557"/>
                  </a:cubicBezTo>
                  <a:lnTo>
                    <a:pt x="3658" y="3557"/>
                  </a:lnTo>
                  <a:cubicBezTo>
                    <a:pt x="3654" y="3557"/>
                    <a:pt x="3650" y="3557"/>
                    <a:pt x="3645" y="3557"/>
                  </a:cubicBezTo>
                  <a:cubicBezTo>
                    <a:pt x="3582" y="3557"/>
                    <a:pt x="3521" y="3590"/>
                    <a:pt x="3481" y="3639"/>
                  </a:cubicBezTo>
                  <a:lnTo>
                    <a:pt x="2453" y="4959"/>
                  </a:lnTo>
                  <a:lnTo>
                    <a:pt x="1695" y="5938"/>
                  </a:lnTo>
                  <a:lnTo>
                    <a:pt x="999" y="5938"/>
                  </a:lnTo>
                  <a:lnTo>
                    <a:pt x="999" y="433"/>
                  </a:lnTo>
                  <a:lnTo>
                    <a:pt x="1944" y="433"/>
                  </a:lnTo>
                  <a:cubicBezTo>
                    <a:pt x="2232" y="433"/>
                    <a:pt x="2232" y="1"/>
                    <a:pt x="1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7" name="Google Shape;20047;p89"/>
          <p:cNvGrpSpPr/>
          <p:nvPr/>
        </p:nvGrpSpPr>
        <p:grpSpPr>
          <a:xfrm>
            <a:off x="7995963" y="1985163"/>
            <a:ext cx="343279" cy="363402"/>
            <a:chOff x="7995963" y="1985163"/>
            <a:chExt cx="343279" cy="363402"/>
          </a:xfrm>
        </p:grpSpPr>
        <p:sp>
          <p:nvSpPr>
            <p:cNvPr id="20048" name="Google Shape;20048;p89"/>
            <p:cNvSpPr/>
            <p:nvPr/>
          </p:nvSpPr>
          <p:spPr>
            <a:xfrm>
              <a:off x="8067155" y="2040110"/>
              <a:ext cx="265798" cy="241666"/>
            </a:xfrm>
            <a:custGeom>
              <a:rect b="b" l="l" r="r" t="t"/>
              <a:pathLst>
                <a:path extrusionOk="0" h="9223" w="10144">
                  <a:moveTo>
                    <a:pt x="7837" y="0"/>
                  </a:moveTo>
                  <a:cubicBezTo>
                    <a:pt x="7691" y="0"/>
                    <a:pt x="7545" y="46"/>
                    <a:pt x="7422" y="141"/>
                  </a:cubicBezTo>
                  <a:lnTo>
                    <a:pt x="3245" y="3333"/>
                  </a:lnTo>
                  <a:cubicBezTo>
                    <a:pt x="3218" y="3354"/>
                    <a:pt x="3189" y="3363"/>
                    <a:pt x="3160" y="3363"/>
                  </a:cubicBezTo>
                  <a:cubicBezTo>
                    <a:pt x="3083" y="3363"/>
                    <a:pt x="3014" y="3296"/>
                    <a:pt x="3025" y="3208"/>
                  </a:cubicBezTo>
                  <a:lnTo>
                    <a:pt x="3221" y="1874"/>
                  </a:lnTo>
                  <a:cubicBezTo>
                    <a:pt x="3269" y="1509"/>
                    <a:pt x="3010" y="1178"/>
                    <a:pt x="2650" y="1130"/>
                  </a:cubicBezTo>
                  <a:cubicBezTo>
                    <a:pt x="2614" y="1125"/>
                    <a:pt x="2580" y="1123"/>
                    <a:pt x="2546" y="1123"/>
                  </a:cubicBezTo>
                  <a:cubicBezTo>
                    <a:pt x="2242" y="1123"/>
                    <a:pt x="2044" y="1320"/>
                    <a:pt x="1901" y="1701"/>
                  </a:cubicBezTo>
                  <a:lnTo>
                    <a:pt x="648" y="5080"/>
                  </a:lnTo>
                  <a:cubicBezTo>
                    <a:pt x="620" y="5191"/>
                    <a:pt x="389" y="5464"/>
                    <a:pt x="0" y="5767"/>
                  </a:cubicBezTo>
                  <a:lnTo>
                    <a:pt x="2641" y="9223"/>
                  </a:lnTo>
                  <a:lnTo>
                    <a:pt x="3313" y="8714"/>
                  </a:lnTo>
                  <a:cubicBezTo>
                    <a:pt x="3620" y="8484"/>
                    <a:pt x="4565" y="8244"/>
                    <a:pt x="4950" y="8224"/>
                  </a:cubicBezTo>
                  <a:cubicBezTo>
                    <a:pt x="5338" y="8205"/>
                    <a:pt x="5713" y="8076"/>
                    <a:pt x="6025" y="7840"/>
                  </a:cubicBezTo>
                  <a:lnTo>
                    <a:pt x="9793" y="5027"/>
                  </a:lnTo>
                  <a:cubicBezTo>
                    <a:pt x="10086" y="4802"/>
                    <a:pt x="10143" y="4384"/>
                    <a:pt x="9918" y="4091"/>
                  </a:cubicBezTo>
                  <a:cubicBezTo>
                    <a:pt x="9788" y="3920"/>
                    <a:pt x="9591" y="3831"/>
                    <a:pt x="9392" y="3831"/>
                  </a:cubicBezTo>
                  <a:cubicBezTo>
                    <a:pt x="9250" y="3831"/>
                    <a:pt x="9108" y="3875"/>
                    <a:pt x="8987" y="3967"/>
                  </a:cubicBezTo>
                  <a:lnTo>
                    <a:pt x="9716" y="3410"/>
                  </a:lnTo>
                  <a:cubicBezTo>
                    <a:pt x="10009" y="3189"/>
                    <a:pt x="10067" y="2771"/>
                    <a:pt x="9841" y="2478"/>
                  </a:cubicBezTo>
                  <a:cubicBezTo>
                    <a:pt x="9711" y="2307"/>
                    <a:pt x="9514" y="2216"/>
                    <a:pt x="9313" y="2216"/>
                  </a:cubicBezTo>
                  <a:cubicBezTo>
                    <a:pt x="9174" y="2216"/>
                    <a:pt x="9034" y="2260"/>
                    <a:pt x="8914" y="2350"/>
                  </a:cubicBezTo>
                  <a:lnTo>
                    <a:pt x="8914" y="2350"/>
                  </a:lnTo>
                  <a:lnTo>
                    <a:pt x="9663" y="1778"/>
                  </a:lnTo>
                  <a:cubicBezTo>
                    <a:pt x="9956" y="1552"/>
                    <a:pt x="10014" y="1134"/>
                    <a:pt x="9788" y="842"/>
                  </a:cubicBezTo>
                  <a:cubicBezTo>
                    <a:pt x="9659" y="670"/>
                    <a:pt x="9462" y="581"/>
                    <a:pt x="9262" y="581"/>
                  </a:cubicBezTo>
                  <a:cubicBezTo>
                    <a:pt x="9121" y="581"/>
                    <a:pt x="8978" y="625"/>
                    <a:pt x="8857" y="717"/>
                  </a:cubicBezTo>
                  <a:lnTo>
                    <a:pt x="8248" y="1183"/>
                  </a:lnTo>
                  <a:lnTo>
                    <a:pt x="8248" y="1183"/>
                  </a:lnTo>
                  <a:cubicBezTo>
                    <a:pt x="8541" y="957"/>
                    <a:pt x="8587" y="533"/>
                    <a:pt x="8358" y="242"/>
                  </a:cubicBezTo>
                  <a:cubicBezTo>
                    <a:pt x="8223" y="82"/>
                    <a:pt x="8031" y="0"/>
                    <a:pt x="783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9" name="Google Shape;20049;p89"/>
            <p:cNvSpPr/>
            <p:nvPr/>
          </p:nvSpPr>
          <p:spPr>
            <a:xfrm>
              <a:off x="8257333" y="2141776"/>
              <a:ext cx="75620" cy="75358"/>
            </a:xfrm>
            <a:custGeom>
              <a:rect b="b" l="l" r="r" t="t"/>
              <a:pathLst>
                <a:path extrusionOk="0" h="2876" w="2886">
                  <a:moveTo>
                    <a:pt x="2391" y="0"/>
                  </a:moveTo>
                  <a:lnTo>
                    <a:pt x="2391" y="0"/>
                  </a:lnTo>
                  <a:cubicBezTo>
                    <a:pt x="2420" y="235"/>
                    <a:pt x="2324" y="466"/>
                    <a:pt x="2132" y="615"/>
                  </a:cubicBezTo>
                  <a:lnTo>
                    <a:pt x="351" y="1949"/>
                  </a:lnTo>
                  <a:cubicBezTo>
                    <a:pt x="58" y="2165"/>
                    <a:pt x="0" y="2583"/>
                    <a:pt x="221" y="2875"/>
                  </a:cubicBezTo>
                  <a:lnTo>
                    <a:pt x="2540" y="1143"/>
                  </a:lnTo>
                  <a:cubicBezTo>
                    <a:pt x="2828" y="917"/>
                    <a:pt x="2885" y="499"/>
                    <a:pt x="2665" y="211"/>
                  </a:cubicBezTo>
                  <a:cubicBezTo>
                    <a:pt x="2593" y="115"/>
                    <a:pt x="2497" y="43"/>
                    <a:pt x="2391"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0" name="Google Shape;20050;p89"/>
            <p:cNvSpPr/>
            <p:nvPr/>
          </p:nvSpPr>
          <p:spPr>
            <a:xfrm>
              <a:off x="8236449" y="2099380"/>
              <a:ext cx="94486" cy="90713"/>
            </a:xfrm>
            <a:custGeom>
              <a:rect b="b" l="l" r="r" t="t"/>
              <a:pathLst>
                <a:path extrusionOk="0" h="3462" w="3606">
                  <a:moveTo>
                    <a:pt x="3111" y="0"/>
                  </a:moveTo>
                  <a:cubicBezTo>
                    <a:pt x="3140" y="236"/>
                    <a:pt x="3039" y="471"/>
                    <a:pt x="2852" y="615"/>
                  </a:cubicBezTo>
                  <a:lnTo>
                    <a:pt x="2122" y="1172"/>
                  </a:lnTo>
                  <a:lnTo>
                    <a:pt x="351" y="2525"/>
                  </a:lnTo>
                  <a:cubicBezTo>
                    <a:pt x="58" y="2746"/>
                    <a:pt x="1" y="3169"/>
                    <a:pt x="226" y="3461"/>
                  </a:cubicBezTo>
                  <a:lnTo>
                    <a:pt x="2526" y="1705"/>
                  </a:lnTo>
                  <a:lnTo>
                    <a:pt x="3255" y="1143"/>
                  </a:lnTo>
                  <a:cubicBezTo>
                    <a:pt x="3548" y="922"/>
                    <a:pt x="3606" y="504"/>
                    <a:pt x="3380" y="212"/>
                  </a:cubicBezTo>
                  <a:cubicBezTo>
                    <a:pt x="3313" y="120"/>
                    <a:pt x="3217" y="48"/>
                    <a:pt x="3111"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89"/>
            <p:cNvSpPr/>
            <p:nvPr/>
          </p:nvSpPr>
          <p:spPr>
            <a:xfrm>
              <a:off x="8215330" y="2056618"/>
              <a:ext cx="114217" cy="105675"/>
            </a:xfrm>
            <a:custGeom>
              <a:rect b="b" l="l" r="r" t="t"/>
              <a:pathLst>
                <a:path extrusionOk="0" h="4033" w="4359">
                  <a:moveTo>
                    <a:pt x="3864" y="0"/>
                  </a:moveTo>
                  <a:lnTo>
                    <a:pt x="3864" y="0"/>
                  </a:lnTo>
                  <a:cubicBezTo>
                    <a:pt x="3893" y="236"/>
                    <a:pt x="3797" y="466"/>
                    <a:pt x="3605" y="615"/>
                  </a:cubicBezTo>
                  <a:lnTo>
                    <a:pt x="351" y="3101"/>
                  </a:lnTo>
                  <a:cubicBezTo>
                    <a:pt x="58" y="3322"/>
                    <a:pt x="0" y="3740"/>
                    <a:pt x="226" y="4033"/>
                  </a:cubicBezTo>
                  <a:lnTo>
                    <a:pt x="4013" y="1143"/>
                  </a:lnTo>
                  <a:cubicBezTo>
                    <a:pt x="4301" y="917"/>
                    <a:pt x="4359" y="500"/>
                    <a:pt x="4138" y="212"/>
                  </a:cubicBezTo>
                  <a:cubicBezTo>
                    <a:pt x="4066" y="116"/>
                    <a:pt x="3970" y="44"/>
                    <a:pt x="386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89"/>
            <p:cNvSpPr/>
            <p:nvPr/>
          </p:nvSpPr>
          <p:spPr>
            <a:xfrm>
              <a:off x="8194185" y="2041263"/>
              <a:ext cx="98128" cy="93360"/>
            </a:xfrm>
            <a:custGeom>
              <a:rect b="b" l="l" r="r" t="t"/>
              <a:pathLst>
                <a:path extrusionOk="0" h="3563" w="3745">
                  <a:moveTo>
                    <a:pt x="3246" y="1"/>
                  </a:moveTo>
                  <a:cubicBezTo>
                    <a:pt x="3274" y="236"/>
                    <a:pt x="3178" y="466"/>
                    <a:pt x="2991" y="610"/>
                  </a:cubicBezTo>
                  <a:lnTo>
                    <a:pt x="351" y="2626"/>
                  </a:lnTo>
                  <a:cubicBezTo>
                    <a:pt x="58" y="2852"/>
                    <a:pt x="1" y="3270"/>
                    <a:pt x="226" y="3563"/>
                  </a:cubicBezTo>
                  <a:lnTo>
                    <a:pt x="3394" y="1143"/>
                  </a:lnTo>
                  <a:cubicBezTo>
                    <a:pt x="3692" y="918"/>
                    <a:pt x="3745" y="486"/>
                    <a:pt x="3510" y="198"/>
                  </a:cubicBezTo>
                  <a:cubicBezTo>
                    <a:pt x="3438" y="111"/>
                    <a:pt x="3346" y="44"/>
                    <a:pt x="3246"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89"/>
            <p:cNvSpPr/>
            <p:nvPr/>
          </p:nvSpPr>
          <p:spPr>
            <a:xfrm>
              <a:off x="8110677" y="1990456"/>
              <a:ext cx="201523" cy="282280"/>
            </a:xfrm>
            <a:custGeom>
              <a:rect b="b" l="l" r="r" t="t"/>
              <a:pathLst>
                <a:path extrusionOk="0" h="10773" w="7691">
                  <a:moveTo>
                    <a:pt x="4364" y="0"/>
                  </a:moveTo>
                  <a:cubicBezTo>
                    <a:pt x="3994" y="0"/>
                    <a:pt x="3697" y="298"/>
                    <a:pt x="3697" y="668"/>
                  </a:cubicBezTo>
                  <a:lnTo>
                    <a:pt x="3697" y="1441"/>
                  </a:lnTo>
                  <a:cubicBezTo>
                    <a:pt x="3697" y="1072"/>
                    <a:pt x="3399" y="778"/>
                    <a:pt x="3033" y="778"/>
                  </a:cubicBezTo>
                  <a:cubicBezTo>
                    <a:pt x="3027" y="778"/>
                    <a:pt x="3021" y="778"/>
                    <a:pt x="3015" y="778"/>
                  </a:cubicBezTo>
                  <a:cubicBezTo>
                    <a:pt x="2650" y="793"/>
                    <a:pt x="2367" y="1095"/>
                    <a:pt x="2367" y="1460"/>
                  </a:cubicBezTo>
                  <a:lnTo>
                    <a:pt x="2376" y="6721"/>
                  </a:lnTo>
                  <a:cubicBezTo>
                    <a:pt x="2376" y="6801"/>
                    <a:pt x="2310" y="6856"/>
                    <a:pt x="2240" y="6856"/>
                  </a:cubicBezTo>
                  <a:cubicBezTo>
                    <a:pt x="2205" y="6856"/>
                    <a:pt x="2170" y="6842"/>
                    <a:pt x="2141" y="6812"/>
                  </a:cubicBezTo>
                  <a:lnTo>
                    <a:pt x="1200" y="5852"/>
                  </a:lnTo>
                  <a:cubicBezTo>
                    <a:pt x="1071" y="5722"/>
                    <a:pt x="900" y="5658"/>
                    <a:pt x="730" y="5658"/>
                  </a:cubicBezTo>
                  <a:cubicBezTo>
                    <a:pt x="560" y="5658"/>
                    <a:pt x="389" y="5722"/>
                    <a:pt x="260" y="5852"/>
                  </a:cubicBezTo>
                  <a:cubicBezTo>
                    <a:pt x="0" y="6111"/>
                    <a:pt x="0" y="6534"/>
                    <a:pt x="260" y="6793"/>
                  </a:cubicBezTo>
                  <a:lnTo>
                    <a:pt x="2189" y="9841"/>
                  </a:lnTo>
                  <a:cubicBezTo>
                    <a:pt x="2261" y="9932"/>
                    <a:pt x="2343" y="10283"/>
                    <a:pt x="2343" y="10772"/>
                  </a:cubicBezTo>
                  <a:lnTo>
                    <a:pt x="6692" y="10763"/>
                  </a:lnTo>
                  <a:lnTo>
                    <a:pt x="6692" y="9923"/>
                  </a:lnTo>
                  <a:cubicBezTo>
                    <a:pt x="6697" y="9539"/>
                    <a:pt x="7081" y="8641"/>
                    <a:pt x="7297" y="8324"/>
                  </a:cubicBezTo>
                  <a:cubicBezTo>
                    <a:pt x="7518" y="8002"/>
                    <a:pt x="7642" y="7628"/>
                    <a:pt x="7647" y="7239"/>
                  </a:cubicBezTo>
                  <a:lnTo>
                    <a:pt x="7690" y="2530"/>
                  </a:lnTo>
                  <a:cubicBezTo>
                    <a:pt x="7690" y="2165"/>
                    <a:pt x="7393" y="1868"/>
                    <a:pt x="7023" y="1868"/>
                  </a:cubicBezTo>
                  <a:cubicBezTo>
                    <a:pt x="6659" y="1868"/>
                    <a:pt x="6365" y="2156"/>
                    <a:pt x="6361" y="2513"/>
                  </a:cubicBezTo>
                  <a:lnTo>
                    <a:pt x="6361" y="2513"/>
                  </a:lnTo>
                  <a:lnTo>
                    <a:pt x="6361" y="1613"/>
                  </a:lnTo>
                  <a:cubicBezTo>
                    <a:pt x="6361" y="1247"/>
                    <a:pt x="6063" y="951"/>
                    <a:pt x="5702" y="951"/>
                  </a:cubicBezTo>
                  <a:cubicBezTo>
                    <a:pt x="5699" y="951"/>
                    <a:pt x="5696" y="951"/>
                    <a:pt x="5693" y="951"/>
                  </a:cubicBezTo>
                  <a:cubicBezTo>
                    <a:pt x="5330" y="951"/>
                    <a:pt x="5036" y="1239"/>
                    <a:pt x="5031" y="1596"/>
                  </a:cubicBezTo>
                  <a:lnTo>
                    <a:pt x="5031" y="1596"/>
                  </a:lnTo>
                  <a:lnTo>
                    <a:pt x="5031" y="663"/>
                  </a:lnTo>
                  <a:cubicBezTo>
                    <a:pt x="5026" y="298"/>
                    <a:pt x="4729" y="0"/>
                    <a:pt x="436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89"/>
            <p:cNvSpPr/>
            <p:nvPr/>
          </p:nvSpPr>
          <p:spPr>
            <a:xfrm>
              <a:off x="8285998" y="2039376"/>
              <a:ext cx="26071" cy="93228"/>
            </a:xfrm>
            <a:custGeom>
              <a:rect b="b" l="l" r="r" t="t"/>
              <a:pathLst>
                <a:path extrusionOk="0" h="3558" w="995">
                  <a:moveTo>
                    <a:pt x="310" y="0"/>
                  </a:moveTo>
                  <a:cubicBezTo>
                    <a:pt x="202" y="0"/>
                    <a:pt x="95" y="33"/>
                    <a:pt x="1" y="87"/>
                  </a:cubicBezTo>
                  <a:cubicBezTo>
                    <a:pt x="207" y="207"/>
                    <a:pt x="337" y="423"/>
                    <a:pt x="337" y="663"/>
                  </a:cubicBezTo>
                  <a:lnTo>
                    <a:pt x="318" y="2895"/>
                  </a:lnTo>
                  <a:cubicBezTo>
                    <a:pt x="313" y="3260"/>
                    <a:pt x="606" y="3558"/>
                    <a:pt x="971" y="3558"/>
                  </a:cubicBezTo>
                  <a:lnTo>
                    <a:pt x="995" y="663"/>
                  </a:lnTo>
                  <a:cubicBezTo>
                    <a:pt x="995" y="297"/>
                    <a:pt x="702" y="1"/>
                    <a:pt x="341" y="1"/>
                  </a:cubicBezTo>
                  <a:cubicBezTo>
                    <a:pt x="338" y="1"/>
                    <a:pt x="335" y="1"/>
                    <a:pt x="332" y="1"/>
                  </a:cubicBezTo>
                  <a:cubicBezTo>
                    <a:pt x="325" y="0"/>
                    <a:pt x="318" y="0"/>
                    <a:pt x="31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89"/>
            <p:cNvSpPr/>
            <p:nvPr/>
          </p:nvSpPr>
          <p:spPr>
            <a:xfrm>
              <a:off x="8251044" y="2015349"/>
              <a:ext cx="26307" cy="117256"/>
            </a:xfrm>
            <a:custGeom>
              <a:rect b="b" l="l" r="r" t="t"/>
              <a:pathLst>
                <a:path extrusionOk="0" h="4475" w="1004">
                  <a:moveTo>
                    <a:pt x="314" y="0"/>
                  </a:moveTo>
                  <a:cubicBezTo>
                    <a:pt x="202" y="0"/>
                    <a:pt x="95" y="33"/>
                    <a:pt x="0" y="87"/>
                  </a:cubicBezTo>
                  <a:cubicBezTo>
                    <a:pt x="207" y="207"/>
                    <a:pt x="332" y="428"/>
                    <a:pt x="332" y="663"/>
                  </a:cubicBezTo>
                  <a:lnTo>
                    <a:pt x="332" y="1580"/>
                  </a:lnTo>
                  <a:lnTo>
                    <a:pt x="332" y="3822"/>
                  </a:lnTo>
                  <a:cubicBezTo>
                    <a:pt x="332" y="4182"/>
                    <a:pt x="629" y="4475"/>
                    <a:pt x="989" y="4475"/>
                  </a:cubicBezTo>
                  <a:lnTo>
                    <a:pt x="1004" y="4475"/>
                  </a:lnTo>
                  <a:lnTo>
                    <a:pt x="999" y="1580"/>
                  </a:lnTo>
                  <a:lnTo>
                    <a:pt x="999" y="663"/>
                  </a:lnTo>
                  <a:cubicBezTo>
                    <a:pt x="999" y="297"/>
                    <a:pt x="706" y="1"/>
                    <a:pt x="345" y="1"/>
                  </a:cubicBezTo>
                  <a:cubicBezTo>
                    <a:pt x="342" y="1"/>
                    <a:pt x="339" y="1"/>
                    <a:pt x="336" y="1"/>
                  </a:cubicBezTo>
                  <a:cubicBezTo>
                    <a:pt x="329" y="1"/>
                    <a:pt x="321" y="0"/>
                    <a:pt x="31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89"/>
            <p:cNvSpPr/>
            <p:nvPr/>
          </p:nvSpPr>
          <p:spPr>
            <a:xfrm>
              <a:off x="8216195" y="1990456"/>
              <a:ext cx="26307" cy="142280"/>
            </a:xfrm>
            <a:custGeom>
              <a:rect b="b" l="l" r="r" t="t"/>
              <a:pathLst>
                <a:path extrusionOk="0" h="5430" w="1004">
                  <a:moveTo>
                    <a:pt x="332" y="0"/>
                  </a:moveTo>
                  <a:cubicBezTo>
                    <a:pt x="217" y="0"/>
                    <a:pt x="102" y="29"/>
                    <a:pt x="1" y="92"/>
                  </a:cubicBezTo>
                  <a:cubicBezTo>
                    <a:pt x="202" y="207"/>
                    <a:pt x="327" y="428"/>
                    <a:pt x="332" y="663"/>
                  </a:cubicBezTo>
                  <a:lnTo>
                    <a:pt x="337" y="4772"/>
                  </a:lnTo>
                  <a:cubicBezTo>
                    <a:pt x="337" y="5132"/>
                    <a:pt x="630" y="5430"/>
                    <a:pt x="990" y="5430"/>
                  </a:cubicBezTo>
                  <a:lnTo>
                    <a:pt x="1004" y="5430"/>
                  </a:lnTo>
                  <a:lnTo>
                    <a:pt x="999" y="663"/>
                  </a:lnTo>
                  <a:cubicBezTo>
                    <a:pt x="999" y="298"/>
                    <a:pt x="702" y="0"/>
                    <a:pt x="33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7" name="Google Shape;20057;p89"/>
            <p:cNvSpPr/>
            <p:nvPr/>
          </p:nvSpPr>
          <p:spPr>
            <a:xfrm>
              <a:off x="8181372" y="2010816"/>
              <a:ext cx="26307" cy="121920"/>
            </a:xfrm>
            <a:custGeom>
              <a:rect b="b" l="l" r="r" t="t"/>
              <a:pathLst>
                <a:path extrusionOk="0" h="4653" w="1004">
                  <a:moveTo>
                    <a:pt x="330" y="1"/>
                  </a:moveTo>
                  <a:cubicBezTo>
                    <a:pt x="324" y="1"/>
                    <a:pt x="318" y="1"/>
                    <a:pt x="312" y="1"/>
                  </a:cubicBezTo>
                  <a:cubicBezTo>
                    <a:pt x="202" y="6"/>
                    <a:pt x="96" y="35"/>
                    <a:pt x="0" y="92"/>
                  </a:cubicBezTo>
                  <a:cubicBezTo>
                    <a:pt x="206" y="212"/>
                    <a:pt x="331" y="428"/>
                    <a:pt x="331" y="664"/>
                  </a:cubicBezTo>
                  <a:lnTo>
                    <a:pt x="336" y="4000"/>
                  </a:lnTo>
                  <a:cubicBezTo>
                    <a:pt x="336" y="4360"/>
                    <a:pt x="629" y="4653"/>
                    <a:pt x="994" y="4653"/>
                  </a:cubicBezTo>
                  <a:lnTo>
                    <a:pt x="1003" y="4653"/>
                  </a:lnTo>
                  <a:lnTo>
                    <a:pt x="999" y="664"/>
                  </a:lnTo>
                  <a:cubicBezTo>
                    <a:pt x="999" y="295"/>
                    <a:pt x="696" y="1"/>
                    <a:pt x="3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89"/>
            <p:cNvSpPr/>
            <p:nvPr/>
          </p:nvSpPr>
          <p:spPr>
            <a:xfrm>
              <a:off x="8046141" y="2178590"/>
              <a:ext cx="103788" cy="119903"/>
            </a:xfrm>
            <a:custGeom>
              <a:rect b="b" l="l" r="r" t="t"/>
              <a:pathLst>
                <a:path extrusionOk="0" h="4576" w="3961">
                  <a:moveTo>
                    <a:pt x="995" y="0"/>
                  </a:moveTo>
                  <a:cubicBezTo>
                    <a:pt x="958" y="0"/>
                    <a:pt x="920" y="12"/>
                    <a:pt x="889" y="35"/>
                  </a:cubicBezTo>
                  <a:lnTo>
                    <a:pt x="92" y="645"/>
                  </a:lnTo>
                  <a:cubicBezTo>
                    <a:pt x="15" y="702"/>
                    <a:pt x="1" y="818"/>
                    <a:pt x="58" y="894"/>
                  </a:cubicBezTo>
                  <a:lnTo>
                    <a:pt x="2819" y="4504"/>
                  </a:lnTo>
                  <a:cubicBezTo>
                    <a:pt x="2856" y="4550"/>
                    <a:pt x="2910" y="4575"/>
                    <a:pt x="2964" y="4575"/>
                  </a:cubicBezTo>
                  <a:cubicBezTo>
                    <a:pt x="3002" y="4575"/>
                    <a:pt x="3040" y="4563"/>
                    <a:pt x="3073" y="4538"/>
                  </a:cubicBezTo>
                  <a:lnTo>
                    <a:pt x="3865" y="3933"/>
                  </a:lnTo>
                  <a:cubicBezTo>
                    <a:pt x="3942" y="3871"/>
                    <a:pt x="3961" y="3760"/>
                    <a:pt x="3899" y="3679"/>
                  </a:cubicBezTo>
                  <a:lnTo>
                    <a:pt x="1138" y="69"/>
                  </a:lnTo>
                  <a:cubicBezTo>
                    <a:pt x="1102" y="24"/>
                    <a:pt x="1048" y="0"/>
                    <a:pt x="9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89"/>
            <p:cNvSpPr/>
            <p:nvPr/>
          </p:nvSpPr>
          <p:spPr>
            <a:xfrm>
              <a:off x="8084894" y="2230445"/>
              <a:ext cx="64930" cy="68048"/>
            </a:xfrm>
            <a:custGeom>
              <a:rect b="b" l="l" r="r" t="t"/>
              <a:pathLst>
                <a:path extrusionOk="0" h="2597" w="2478">
                  <a:moveTo>
                    <a:pt x="1119" y="0"/>
                  </a:moveTo>
                  <a:lnTo>
                    <a:pt x="0" y="768"/>
                  </a:lnTo>
                  <a:lnTo>
                    <a:pt x="1340" y="2525"/>
                  </a:lnTo>
                  <a:cubicBezTo>
                    <a:pt x="1374" y="2571"/>
                    <a:pt x="1428" y="2596"/>
                    <a:pt x="1484" y="2596"/>
                  </a:cubicBezTo>
                  <a:cubicBezTo>
                    <a:pt x="1522" y="2596"/>
                    <a:pt x="1561" y="2584"/>
                    <a:pt x="1594" y="2559"/>
                  </a:cubicBezTo>
                  <a:lnTo>
                    <a:pt x="2386" y="1954"/>
                  </a:lnTo>
                  <a:cubicBezTo>
                    <a:pt x="2463" y="1892"/>
                    <a:pt x="2477" y="1781"/>
                    <a:pt x="2420" y="1700"/>
                  </a:cubicBezTo>
                  <a:lnTo>
                    <a:pt x="1119"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0" name="Google Shape;20060;p89"/>
            <p:cNvSpPr/>
            <p:nvPr/>
          </p:nvSpPr>
          <p:spPr>
            <a:xfrm>
              <a:off x="8002513" y="2187945"/>
              <a:ext cx="132585" cy="146524"/>
            </a:xfrm>
            <a:custGeom>
              <a:rect b="b" l="l" r="r" t="t"/>
              <a:pathLst>
                <a:path extrusionOk="0" h="5592" w="5060">
                  <a:moveTo>
                    <a:pt x="1842" y="0"/>
                  </a:moveTo>
                  <a:cubicBezTo>
                    <a:pt x="1805" y="0"/>
                    <a:pt x="1767" y="11"/>
                    <a:pt x="1733" y="33"/>
                  </a:cubicBezTo>
                  <a:lnTo>
                    <a:pt x="115" y="1137"/>
                  </a:lnTo>
                  <a:cubicBezTo>
                    <a:pt x="24" y="1195"/>
                    <a:pt x="0" y="1325"/>
                    <a:pt x="67" y="1411"/>
                  </a:cubicBezTo>
                  <a:lnTo>
                    <a:pt x="3202" y="5515"/>
                  </a:lnTo>
                  <a:cubicBezTo>
                    <a:pt x="3239" y="5566"/>
                    <a:pt x="3296" y="5592"/>
                    <a:pt x="3355" y="5592"/>
                  </a:cubicBezTo>
                  <a:cubicBezTo>
                    <a:pt x="3400" y="5592"/>
                    <a:pt x="3447" y="5576"/>
                    <a:pt x="3485" y="5544"/>
                  </a:cubicBezTo>
                  <a:lnTo>
                    <a:pt x="4973" y="4272"/>
                  </a:lnTo>
                  <a:cubicBezTo>
                    <a:pt x="5050" y="4205"/>
                    <a:pt x="5060" y="4090"/>
                    <a:pt x="4997" y="4008"/>
                  </a:cubicBezTo>
                  <a:lnTo>
                    <a:pt x="1997" y="77"/>
                  </a:lnTo>
                  <a:cubicBezTo>
                    <a:pt x="1959" y="27"/>
                    <a:pt x="1901" y="0"/>
                    <a:pt x="184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1" name="Google Shape;20061;p89"/>
            <p:cNvSpPr/>
            <p:nvPr/>
          </p:nvSpPr>
          <p:spPr>
            <a:xfrm>
              <a:off x="8065137" y="2263513"/>
              <a:ext cx="69961" cy="70956"/>
            </a:xfrm>
            <a:custGeom>
              <a:rect b="b" l="l" r="r" t="t"/>
              <a:pathLst>
                <a:path extrusionOk="0" h="2708" w="2670">
                  <a:moveTo>
                    <a:pt x="1753" y="1"/>
                  </a:moveTo>
                  <a:cubicBezTo>
                    <a:pt x="1801" y="82"/>
                    <a:pt x="1782" y="183"/>
                    <a:pt x="1710" y="246"/>
                  </a:cubicBezTo>
                  <a:lnTo>
                    <a:pt x="207" y="1537"/>
                  </a:lnTo>
                  <a:cubicBezTo>
                    <a:pt x="171" y="1567"/>
                    <a:pt x="127" y="1584"/>
                    <a:pt x="81" y="1584"/>
                  </a:cubicBezTo>
                  <a:cubicBezTo>
                    <a:pt x="55" y="1584"/>
                    <a:pt x="27" y="1578"/>
                    <a:pt x="1" y="1566"/>
                  </a:cubicBezTo>
                  <a:lnTo>
                    <a:pt x="1" y="1566"/>
                  </a:lnTo>
                  <a:lnTo>
                    <a:pt x="817" y="2631"/>
                  </a:lnTo>
                  <a:cubicBezTo>
                    <a:pt x="854" y="2682"/>
                    <a:pt x="911" y="2708"/>
                    <a:pt x="969" y="2708"/>
                  </a:cubicBezTo>
                  <a:cubicBezTo>
                    <a:pt x="1014" y="2708"/>
                    <a:pt x="1059" y="2692"/>
                    <a:pt x="1095" y="2660"/>
                  </a:cubicBezTo>
                  <a:lnTo>
                    <a:pt x="2583" y="1388"/>
                  </a:lnTo>
                  <a:cubicBezTo>
                    <a:pt x="2660" y="1321"/>
                    <a:pt x="2670" y="1201"/>
                    <a:pt x="2607" y="1124"/>
                  </a:cubicBezTo>
                  <a:lnTo>
                    <a:pt x="1753"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2" name="Google Shape;20062;p89"/>
            <p:cNvSpPr/>
            <p:nvPr/>
          </p:nvSpPr>
          <p:spPr>
            <a:xfrm>
              <a:off x="8164261" y="2258980"/>
              <a:ext cx="128445" cy="35766"/>
            </a:xfrm>
            <a:custGeom>
              <a:rect b="b" l="l" r="r" t="t"/>
              <a:pathLst>
                <a:path extrusionOk="0" h="1365" w="4902">
                  <a:moveTo>
                    <a:pt x="4724" y="1"/>
                  </a:moveTo>
                  <a:lnTo>
                    <a:pt x="178" y="11"/>
                  </a:lnTo>
                  <a:cubicBezTo>
                    <a:pt x="77" y="11"/>
                    <a:pt x="0" y="87"/>
                    <a:pt x="0" y="188"/>
                  </a:cubicBezTo>
                  <a:lnTo>
                    <a:pt x="0" y="1187"/>
                  </a:lnTo>
                  <a:cubicBezTo>
                    <a:pt x="0" y="1287"/>
                    <a:pt x="77" y="1364"/>
                    <a:pt x="178" y="1364"/>
                  </a:cubicBezTo>
                  <a:lnTo>
                    <a:pt x="4724" y="1359"/>
                  </a:lnTo>
                  <a:cubicBezTo>
                    <a:pt x="4820" y="1359"/>
                    <a:pt x="4901" y="1278"/>
                    <a:pt x="4901" y="1182"/>
                  </a:cubicBezTo>
                  <a:lnTo>
                    <a:pt x="4901" y="183"/>
                  </a:lnTo>
                  <a:cubicBezTo>
                    <a:pt x="4901" y="83"/>
                    <a:pt x="4820" y="1"/>
                    <a:pt x="4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3" name="Google Shape;20063;p89"/>
            <p:cNvSpPr/>
            <p:nvPr/>
          </p:nvSpPr>
          <p:spPr>
            <a:xfrm>
              <a:off x="8228536" y="2258980"/>
              <a:ext cx="64170" cy="35766"/>
            </a:xfrm>
            <a:custGeom>
              <a:rect b="b" l="l" r="r" t="t"/>
              <a:pathLst>
                <a:path extrusionOk="0" h="1365" w="2449">
                  <a:moveTo>
                    <a:pt x="2266" y="1"/>
                  </a:moveTo>
                  <a:lnTo>
                    <a:pt x="0" y="6"/>
                  </a:lnTo>
                  <a:lnTo>
                    <a:pt x="0" y="1364"/>
                  </a:lnTo>
                  <a:lnTo>
                    <a:pt x="2271" y="1359"/>
                  </a:lnTo>
                  <a:cubicBezTo>
                    <a:pt x="2367" y="1359"/>
                    <a:pt x="2448" y="1278"/>
                    <a:pt x="2448" y="1177"/>
                  </a:cubicBezTo>
                  <a:lnTo>
                    <a:pt x="2448" y="183"/>
                  </a:lnTo>
                  <a:cubicBezTo>
                    <a:pt x="2448" y="83"/>
                    <a:pt x="2367" y="1"/>
                    <a:pt x="2266"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4" name="Google Shape;20064;p89"/>
            <p:cNvSpPr/>
            <p:nvPr/>
          </p:nvSpPr>
          <p:spPr>
            <a:xfrm>
              <a:off x="8155588" y="2281619"/>
              <a:ext cx="145791" cy="61681"/>
            </a:xfrm>
            <a:custGeom>
              <a:rect b="b" l="l" r="r" t="t"/>
              <a:pathLst>
                <a:path extrusionOk="0" h="2354" w="5564">
                  <a:moveTo>
                    <a:pt x="5256" y="1"/>
                  </a:moveTo>
                  <a:lnTo>
                    <a:pt x="307" y="11"/>
                  </a:lnTo>
                  <a:cubicBezTo>
                    <a:pt x="206" y="11"/>
                    <a:pt x="120" y="87"/>
                    <a:pt x="115" y="188"/>
                  </a:cubicBezTo>
                  <a:lnTo>
                    <a:pt x="10" y="2147"/>
                  </a:lnTo>
                  <a:cubicBezTo>
                    <a:pt x="0" y="2257"/>
                    <a:pt x="91" y="2353"/>
                    <a:pt x="202" y="2353"/>
                  </a:cubicBezTo>
                  <a:lnTo>
                    <a:pt x="5367" y="2344"/>
                  </a:lnTo>
                  <a:cubicBezTo>
                    <a:pt x="5477" y="2344"/>
                    <a:pt x="5564" y="2247"/>
                    <a:pt x="5559" y="2137"/>
                  </a:cubicBezTo>
                  <a:lnTo>
                    <a:pt x="5448" y="183"/>
                  </a:lnTo>
                  <a:cubicBezTo>
                    <a:pt x="5439" y="83"/>
                    <a:pt x="5357" y="1"/>
                    <a:pt x="525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89"/>
            <p:cNvSpPr/>
            <p:nvPr/>
          </p:nvSpPr>
          <p:spPr>
            <a:xfrm>
              <a:off x="8160095" y="2281619"/>
              <a:ext cx="141284" cy="61550"/>
            </a:xfrm>
            <a:custGeom>
              <a:rect b="b" l="l" r="r" t="t"/>
              <a:pathLst>
                <a:path extrusionOk="0" h="2349" w="5392">
                  <a:moveTo>
                    <a:pt x="3582" y="1"/>
                  </a:moveTo>
                  <a:cubicBezTo>
                    <a:pt x="3673" y="15"/>
                    <a:pt x="3740" y="92"/>
                    <a:pt x="3745" y="183"/>
                  </a:cubicBezTo>
                  <a:lnTo>
                    <a:pt x="3860" y="2137"/>
                  </a:lnTo>
                  <a:cubicBezTo>
                    <a:pt x="3865" y="2247"/>
                    <a:pt x="3779" y="2344"/>
                    <a:pt x="3668" y="2344"/>
                  </a:cubicBezTo>
                  <a:lnTo>
                    <a:pt x="1" y="2348"/>
                  </a:lnTo>
                  <a:lnTo>
                    <a:pt x="30" y="2348"/>
                  </a:lnTo>
                  <a:lnTo>
                    <a:pt x="5195" y="2344"/>
                  </a:lnTo>
                  <a:cubicBezTo>
                    <a:pt x="5305" y="2339"/>
                    <a:pt x="5392" y="2247"/>
                    <a:pt x="5387" y="2137"/>
                  </a:cubicBezTo>
                  <a:lnTo>
                    <a:pt x="5276" y="183"/>
                  </a:lnTo>
                  <a:cubicBezTo>
                    <a:pt x="5267" y="83"/>
                    <a:pt x="5185" y="1"/>
                    <a:pt x="508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89"/>
            <p:cNvSpPr/>
            <p:nvPr/>
          </p:nvSpPr>
          <p:spPr>
            <a:xfrm>
              <a:off x="8166148" y="2144658"/>
              <a:ext cx="119510" cy="96006"/>
            </a:xfrm>
            <a:custGeom>
              <a:rect b="b" l="l" r="r" t="t"/>
              <a:pathLst>
                <a:path extrusionOk="0" h="3664" w="4561">
                  <a:moveTo>
                    <a:pt x="1973" y="1"/>
                  </a:moveTo>
                  <a:cubicBezTo>
                    <a:pt x="1560" y="1"/>
                    <a:pt x="1229" y="337"/>
                    <a:pt x="1229" y="745"/>
                  </a:cubicBezTo>
                  <a:lnTo>
                    <a:pt x="1229" y="831"/>
                  </a:lnTo>
                  <a:cubicBezTo>
                    <a:pt x="1234" y="1129"/>
                    <a:pt x="1114" y="1412"/>
                    <a:pt x="908" y="1618"/>
                  </a:cubicBezTo>
                  <a:cubicBezTo>
                    <a:pt x="696" y="1825"/>
                    <a:pt x="413" y="1945"/>
                    <a:pt x="120" y="1945"/>
                  </a:cubicBezTo>
                  <a:lnTo>
                    <a:pt x="111" y="1945"/>
                  </a:lnTo>
                  <a:cubicBezTo>
                    <a:pt x="43" y="1945"/>
                    <a:pt x="0" y="2021"/>
                    <a:pt x="39" y="2079"/>
                  </a:cubicBezTo>
                  <a:lnTo>
                    <a:pt x="883" y="3418"/>
                  </a:lnTo>
                  <a:cubicBezTo>
                    <a:pt x="984" y="3572"/>
                    <a:pt x="1148" y="3663"/>
                    <a:pt x="1330" y="3663"/>
                  </a:cubicBezTo>
                  <a:lnTo>
                    <a:pt x="3231" y="3663"/>
                  </a:lnTo>
                  <a:cubicBezTo>
                    <a:pt x="3461" y="3663"/>
                    <a:pt x="3668" y="3510"/>
                    <a:pt x="3735" y="3284"/>
                  </a:cubicBezTo>
                  <a:cubicBezTo>
                    <a:pt x="3908" y="2722"/>
                    <a:pt x="4200" y="2137"/>
                    <a:pt x="4378" y="1882"/>
                  </a:cubicBezTo>
                  <a:cubicBezTo>
                    <a:pt x="4488" y="1724"/>
                    <a:pt x="4546" y="1537"/>
                    <a:pt x="4551" y="1345"/>
                  </a:cubicBezTo>
                  <a:lnTo>
                    <a:pt x="4556" y="749"/>
                  </a:lnTo>
                  <a:cubicBezTo>
                    <a:pt x="4560" y="341"/>
                    <a:pt x="4224" y="5"/>
                    <a:pt x="38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89"/>
            <p:cNvSpPr/>
            <p:nvPr/>
          </p:nvSpPr>
          <p:spPr>
            <a:xfrm>
              <a:off x="7995963" y="1985163"/>
              <a:ext cx="343279" cy="363402"/>
            </a:xfrm>
            <a:custGeom>
              <a:rect b="b" l="l" r="r" t="t"/>
              <a:pathLst>
                <a:path extrusionOk="0" h="13869" w="13101">
                  <a:moveTo>
                    <a:pt x="12265" y="2977"/>
                  </a:moveTo>
                  <a:lnTo>
                    <a:pt x="12265" y="2977"/>
                  </a:lnTo>
                  <a:cubicBezTo>
                    <a:pt x="12500" y="3164"/>
                    <a:pt x="12496" y="3519"/>
                    <a:pt x="12260" y="3707"/>
                  </a:cubicBezTo>
                  <a:lnTo>
                    <a:pt x="12265" y="2977"/>
                  </a:lnTo>
                  <a:close/>
                  <a:moveTo>
                    <a:pt x="12251" y="4566"/>
                  </a:moveTo>
                  <a:cubicBezTo>
                    <a:pt x="12544" y="4724"/>
                    <a:pt x="12577" y="5137"/>
                    <a:pt x="12313" y="5339"/>
                  </a:cubicBezTo>
                  <a:lnTo>
                    <a:pt x="12241" y="5392"/>
                  </a:lnTo>
                  <a:lnTo>
                    <a:pt x="12251" y="4566"/>
                  </a:lnTo>
                  <a:close/>
                  <a:moveTo>
                    <a:pt x="12236" y="6140"/>
                  </a:moveTo>
                  <a:cubicBezTo>
                    <a:pt x="12457" y="6208"/>
                    <a:pt x="12596" y="6419"/>
                    <a:pt x="12568" y="6649"/>
                  </a:cubicBezTo>
                  <a:cubicBezTo>
                    <a:pt x="12548" y="6769"/>
                    <a:pt x="12486" y="6880"/>
                    <a:pt x="12390" y="6952"/>
                  </a:cubicBezTo>
                  <a:lnTo>
                    <a:pt x="12227" y="7072"/>
                  </a:lnTo>
                  <a:lnTo>
                    <a:pt x="12236" y="6140"/>
                  </a:lnTo>
                  <a:close/>
                  <a:moveTo>
                    <a:pt x="11118" y="10657"/>
                  </a:moveTo>
                  <a:lnTo>
                    <a:pt x="11118" y="11113"/>
                  </a:lnTo>
                  <a:lnTo>
                    <a:pt x="8871" y="11118"/>
                  </a:lnTo>
                  <a:lnTo>
                    <a:pt x="6620" y="11123"/>
                  </a:lnTo>
                  <a:lnTo>
                    <a:pt x="6620" y="10667"/>
                  </a:lnTo>
                  <a:lnTo>
                    <a:pt x="9707" y="10657"/>
                  </a:lnTo>
                  <a:close/>
                  <a:moveTo>
                    <a:pt x="2905" y="7595"/>
                  </a:moveTo>
                  <a:lnTo>
                    <a:pt x="2943" y="7643"/>
                  </a:lnTo>
                  <a:lnTo>
                    <a:pt x="4906" y="10216"/>
                  </a:lnTo>
                  <a:lnTo>
                    <a:pt x="5631" y="11166"/>
                  </a:lnTo>
                  <a:lnTo>
                    <a:pt x="5271" y="11445"/>
                  </a:lnTo>
                  <a:lnTo>
                    <a:pt x="2545" y="7873"/>
                  </a:lnTo>
                  <a:lnTo>
                    <a:pt x="2905" y="7595"/>
                  </a:lnTo>
                  <a:close/>
                  <a:moveTo>
                    <a:pt x="2089" y="7945"/>
                  </a:moveTo>
                  <a:lnTo>
                    <a:pt x="5084" y="11862"/>
                  </a:lnTo>
                  <a:lnTo>
                    <a:pt x="3610" y="13125"/>
                  </a:lnTo>
                  <a:lnTo>
                    <a:pt x="485" y="9035"/>
                  </a:lnTo>
                  <a:lnTo>
                    <a:pt x="2089" y="7945"/>
                  </a:lnTo>
                  <a:close/>
                  <a:moveTo>
                    <a:pt x="11339" y="11517"/>
                  </a:moveTo>
                  <a:lnTo>
                    <a:pt x="11449" y="13456"/>
                  </a:lnTo>
                  <a:lnTo>
                    <a:pt x="6303" y="13461"/>
                  </a:lnTo>
                  <a:lnTo>
                    <a:pt x="6409" y="11526"/>
                  </a:lnTo>
                  <a:lnTo>
                    <a:pt x="8867" y="11521"/>
                  </a:lnTo>
                  <a:lnTo>
                    <a:pt x="11324" y="11517"/>
                  </a:lnTo>
                  <a:close/>
                  <a:moveTo>
                    <a:pt x="8737" y="1"/>
                  </a:moveTo>
                  <a:cubicBezTo>
                    <a:pt x="8257" y="1"/>
                    <a:pt x="7868" y="390"/>
                    <a:pt x="7873" y="870"/>
                  </a:cubicBezTo>
                  <a:lnTo>
                    <a:pt x="7873" y="913"/>
                  </a:lnTo>
                  <a:cubicBezTo>
                    <a:pt x="7731" y="826"/>
                    <a:pt x="7571" y="778"/>
                    <a:pt x="7411" y="778"/>
                  </a:cubicBezTo>
                  <a:cubicBezTo>
                    <a:pt x="7403" y="778"/>
                    <a:pt x="7396" y="778"/>
                    <a:pt x="7388" y="779"/>
                  </a:cubicBezTo>
                  <a:cubicBezTo>
                    <a:pt x="6913" y="798"/>
                    <a:pt x="6538" y="1191"/>
                    <a:pt x="6543" y="1662"/>
                  </a:cubicBezTo>
                  <a:lnTo>
                    <a:pt x="6548" y="4729"/>
                  </a:lnTo>
                  <a:lnTo>
                    <a:pt x="5967" y="5166"/>
                  </a:lnTo>
                  <a:lnTo>
                    <a:pt x="6135" y="3995"/>
                  </a:lnTo>
                  <a:cubicBezTo>
                    <a:pt x="6198" y="3519"/>
                    <a:pt x="5866" y="3083"/>
                    <a:pt x="5391" y="3020"/>
                  </a:cubicBezTo>
                  <a:cubicBezTo>
                    <a:pt x="5347" y="3014"/>
                    <a:pt x="5304" y="3012"/>
                    <a:pt x="5263" y="3012"/>
                  </a:cubicBezTo>
                  <a:cubicBezTo>
                    <a:pt x="4699" y="3012"/>
                    <a:pt x="4498" y="3537"/>
                    <a:pt x="4426" y="3721"/>
                  </a:cubicBezTo>
                  <a:lnTo>
                    <a:pt x="4076" y="4671"/>
                  </a:lnTo>
                  <a:cubicBezTo>
                    <a:pt x="4027" y="4826"/>
                    <a:pt x="4151" y="4937"/>
                    <a:pt x="4274" y="4937"/>
                  </a:cubicBezTo>
                  <a:cubicBezTo>
                    <a:pt x="4346" y="4937"/>
                    <a:pt x="4418" y="4899"/>
                    <a:pt x="4455" y="4811"/>
                  </a:cubicBezTo>
                  <a:lnTo>
                    <a:pt x="4806" y="3865"/>
                  </a:lnTo>
                  <a:cubicBezTo>
                    <a:pt x="4949" y="3489"/>
                    <a:pt x="5107" y="3416"/>
                    <a:pt x="5252" y="3416"/>
                  </a:cubicBezTo>
                  <a:cubicBezTo>
                    <a:pt x="5281" y="3416"/>
                    <a:pt x="5310" y="3419"/>
                    <a:pt x="5338" y="3423"/>
                  </a:cubicBezTo>
                  <a:cubicBezTo>
                    <a:pt x="5588" y="3457"/>
                    <a:pt x="5766" y="3687"/>
                    <a:pt x="5732" y="3942"/>
                  </a:cubicBezTo>
                  <a:lnTo>
                    <a:pt x="5540" y="5272"/>
                  </a:lnTo>
                  <a:cubicBezTo>
                    <a:pt x="5508" y="5491"/>
                    <a:pt x="5685" y="5658"/>
                    <a:pt x="5878" y="5658"/>
                  </a:cubicBezTo>
                  <a:cubicBezTo>
                    <a:pt x="5947" y="5658"/>
                    <a:pt x="6018" y="5636"/>
                    <a:pt x="6082" y="5588"/>
                  </a:cubicBezTo>
                  <a:lnTo>
                    <a:pt x="6543" y="5238"/>
                  </a:lnTo>
                  <a:lnTo>
                    <a:pt x="6543" y="6755"/>
                  </a:lnTo>
                  <a:lnTo>
                    <a:pt x="5713" y="5910"/>
                  </a:lnTo>
                  <a:cubicBezTo>
                    <a:pt x="5545" y="5742"/>
                    <a:pt x="5323" y="5658"/>
                    <a:pt x="5101" y="5658"/>
                  </a:cubicBezTo>
                  <a:cubicBezTo>
                    <a:pt x="4879" y="5658"/>
                    <a:pt x="4657" y="5742"/>
                    <a:pt x="4489" y="5910"/>
                  </a:cubicBezTo>
                  <a:lnTo>
                    <a:pt x="4455" y="5944"/>
                  </a:lnTo>
                  <a:cubicBezTo>
                    <a:pt x="4177" y="6256"/>
                    <a:pt x="4158" y="6721"/>
                    <a:pt x="4417" y="7052"/>
                  </a:cubicBezTo>
                  <a:lnTo>
                    <a:pt x="4441" y="7081"/>
                  </a:lnTo>
                  <a:lnTo>
                    <a:pt x="4446" y="7086"/>
                  </a:lnTo>
                  <a:lnTo>
                    <a:pt x="4470" y="7120"/>
                  </a:lnTo>
                  <a:lnTo>
                    <a:pt x="6390" y="10144"/>
                  </a:lnTo>
                  <a:lnTo>
                    <a:pt x="6399" y="10158"/>
                  </a:lnTo>
                  <a:lnTo>
                    <a:pt x="6399" y="10163"/>
                  </a:lnTo>
                  <a:lnTo>
                    <a:pt x="6399" y="10168"/>
                  </a:lnTo>
                  <a:lnTo>
                    <a:pt x="6404" y="10173"/>
                  </a:lnTo>
                  <a:lnTo>
                    <a:pt x="6409" y="10182"/>
                  </a:lnTo>
                  <a:cubicBezTo>
                    <a:pt x="6414" y="10197"/>
                    <a:pt x="6418" y="10216"/>
                    <a:pt x="6428" y="10240"/>
                  </a:cubicBezTo>
                  <a:lnTo>
                    <a:pt x="6428" y="10245"/>
                  </a:lnTo>
                  <a:lnTo>
                    <a:pt x="6428" y="10259"/>
                  </a:lnTo>
                  <a:lnTo>
                    <a:pt x="6428" y="10269"/>
                  </a:lnTo>
                  <a:lnTo>
                    <a:pt x="6428" y="10273"/>
                  </a:lnTo>
                  <a:cubicBezTo>
                    <a:pt x="6351" y="10307"/>
                    <a:pt x="6284" y="10369"/>
                    <a:pt x="6246" y="10446"/>
                  </a:cubicBezTo>
                  <a:cubicBezTo>
                    <a:pt x="6121" y="10494"/>
                    <a:pt x="6001" y="10557"/>
                    <a:pt x="5890" y="10629"/>
                  </a:cubicBezTo>
                  <a:lnTo>
                    <a:pt x="5794" y="10705"/>
                  </a:lnTo>
                  <a:lnTo>
                    <a:pt x="3687" y="7950"/>
                  </a:lnTo>
                  <a:lnTo>
                    <a:pt x="3356" y="7518"/>
                  </a:lnTo>
                  <a:cubicBezTo>
                    <a:pt x="3437" y="7432"/>
                    <a:pt x="3500" y="7331"/>
                    <a:pt x="3543" y="7220"/>
                  </a:cubicBezTo>
                  <a:lnTo>
                    <a:pt x="4110" y="5699"/>
                  </a:lnTo>
                  <a:cubicBezTo>
                    <a:pt x="4158" y="5544"/>
                    <a:pt x="4032" y="5436"/>
                    <a:pt x="3908" y="5436"/>
                  </a:cubicBezTo>
                  <a:cubicBezTo>
                    <a:pt x="3835" y="5436"/>
                    <a:pt x="3763" y="5473"/>
                    <a:pt x="3725" y="5560"/>
                  </a:cubicBezTo>
                  <a:lnTo>
                    <a:pt x="3159" y="7086"/>
                  </a:lnTo>
                  <a:cubicBezTo>
                    <a:pt x="3159" y="7091"/>
                    <a:pt x="3159" y="7100"/>
                    <a:pt x="3154" y="7105"/>
                  </a:cubicBezTo>
                  <a:cubicBezTo>
                    <a:pt x="3135" y="7144"/>
                    <a:pt x="3111" y="7177"/>
                    <a:pt x="3082" y="7211"/>
                  </a:cubicBezTo>
                  <a:cubicBezTo>
                    <a:pt x="3024" y="7179"/>
                    <a:pt x="2960" y="7164"/>
                    <a:pt x="2896" y="7164"/>
                  </a:cubicBezTo>
                  <a:cubicBezTo>
                    <a:pt x="2813" y="7164"/>
                    <a:pt x="2730" y="7190"/>
                    <a:pt x="2660" y="7244"/>
                  </a:cubicBezTo>
                  <a:lnTo>
                    <a:pt x="2247" y="7561"/>
                  </a:lnTo>
                  <a:cubicBezTo>
                    <a:pt x="2191" y="7534"/>
                    <a:pt x="2131" y="7521"/>
                    <a:pt x="2072" y="7521"/>
                  </a:cubicBezTo>
                  <a:cubicBezTo>
                    <a:pt x="1995" y="7521"/>
                    <a:pt x="1919" y="7544"/>
                    <a:pt x="1853" y="7590"/>
                  </a:cubicBezTo>
                  <a:lnTo>
                    <a:pt x="231" y="8694"/>
                  </a:lnTo>
                  <a:cubicBezTo>
                    <a:pt x="44" y="8819"/>
                    <a:pt x="0" y="9078"/>
                    <a:pt x="140" y="9260"/>
                  </a:cubicBezTo>
                  <a:lnTo>
                    <a:pt x="3293" y="13384"/>
                  </a:lnTo>
                  <a:cubicBezTo>
                    <a:pt x="3370" y="13484"/>
                    <a:pt x="3487" y="13537"/>
                    <a:pt x="3606" y="13537"/>
                  </a:cubicBezTo>
                  <a:cubicBezTo>
                    <a:pt x="3697" y="13537"/>
                    <a:pt x="3790" y="13506"/>
                    <a:pt x="3865" y="13441"/>
                  </a:cubicBezTo>
                  <a:lnTo>
                    <a:pt x="5353" y="12165"/>
                  </a:lnTo>
                  <a:cubicBezTo>
                    <a:pt x="5458" y="12073"/>
                    <a:pt x="5511" y="11934"/>
                    <a:pt x="5487" y="11795"/>
                  </a:cubicBezTo>
                  <a:lnTo>
                    <a:pt x="5900" y="11478"/>
                  </a:lnTo>
                  <a:cubicBezTo>
                    <a:pt x="6030" y="11377"/>
                    <a:pt x="6082" y="11209"/>
                    <a:pt x="6034" y="11056"/>
                  </a:cubicBezTo>
                  <a:lnTo>
                    <a:pt x="6150" y="10969"/>
                  </a:lnTo>
                  <a:cubicBezTo>
                    <a:pt x="6169" y="10955"/>
                    <a:pt x="6193" y="10941"/>
                    <a:pt x="6217" y="10926"/>
                  </a:cubicBezTo>
                  <a:lnTo>
                    <a:pt x="6217" y="11161"/>
                  </a:lnTo>
                  <a:cubicBezTo>
                    <a:pt x="6092" y="11224"/>
                    <a:pt x="6010" y="11353"/>
                    <a:pt x="6001" y="11493"/>
                  </a:cubicBezTo>
                  <a:lnTo>
                    <a:pt x="5895" y="13451"/>
                  </a:lnTo>
                  <a:cubicBezTo>
                    <a:pt x="5881" y="13677"/>
                    <a:pt x="6063" y="13869"/>
                    <a:pt x="6294" y="13869"/>
                  </a:cubicBezTo>
                  <a:lnTo>
                    <a:pt x="11459" y="13864"/>
                  </a:lnTo>
                  <a:cubicBezTo>
                    <a:pt x="11684" y="13864"/>
                    <a:pt x="11867" y="13672"/>
                    <a:pt x="11852" y="13441"/>
                  </a:cubicBezTo>
                  <a:lnTo>
                    <a:pt x="11742" y="11488"/>
                  </a:lnTo>
                  <a:cubicBezTo>
                    <a:pt x="11732" y="11344"/>
                    <a:pt x="11651" y="11219"/>
                    <a:pt x="11526" y="11157"/>
                  </a:cubicBezTo>
                  <a:lnTo>
                    <a:pt x="11526" y="10633"/>
                  </a:lnTo>
                  <a:cubicBezTo>
                    <a:pt x="11526" y="10470"/>
                    <a:pt x="11425" y="10326"/>
                    <a:pt x="11272" y="10273"/>
                  </a:cubicBezTo>
                  <a:lnTo>
                    <a:pt x="11272" y="10129"/>
                  </a:lnTo>
                  <a:cubicBezTo>
                    <a:pt x="11272" y="9995"/>
                    <a:pt x="11339" y="9750"/>
                    <a:pt x="11449" y="9457"/>
                  </a:cubicBezTo>
                  <a:cubicBezTo>
                    <a:pt x="11519" y="9294"/>
                    <a:pt x="11386" y="9174"/>
                    <a:pt x="11256" y="9174"/>
                  </a:cubicBezTo>
                  <a:cubicBezTo>
                    <a:pt x="11179" y="9174"/>
                    <a:pt x="11104" y="9216"/>
                    <a:pt x="11070" y="9313"/>
                  </a:cubicBezTo>
                  <a:cubicBezTo>
                    <a:pt x="10979" y="9553"/>
                    <a:pt x="10868" y="9889"/>
                    <a:pt x="10868" y="10125"/>
                  </a:cubicBezTo>
                  <a:lnTo>
                    <a:pt x="10868" y="10249"/>
                  </a:lnTo>
                  <a:lnTo>
                    <a:pt x="9155" y="10249"/>
                  </a:lnTo>
                  <a:lnTo>
                    <a:pt x="6855" y="10254"/>
                  </a:lnTo>
                  <a:cubicBezTo>
                    <a:pt x="6836" y="10139"/>
                    <a:pt x="6798" y="10024"/>
                    <a:pt x="6735" y="9923"/>
                  </a:cubicBezTo>
                  <a:lnTo>
                    <a:pt x="4810" y="6889"/>
                  </a:lnTo>
                  <a:cubicBezTo>
                    <a:pt x="4801" y="6875"/>
                    <a:pt x="4791" y="6860"/>
                    <a:pt x="4782" y="6851"/>
                  </a:cubicBezTo>
                  <a:cubicBezTo>
                    <a:pt x="4609" y="6668"/>
                    <a:pt x="4614" y="6385"/>
                    <a:pt x="4786" y="6208"/>
                  </a:cubicBezTo>
                  <a:cubicBezTo>
                    <a:pt x="4877" y="6117"/>
                    <a:pt x="4995" y="6071"/>
                    <a:pt x="5114" y="6071"/>
                  </a:cubicBezTo>
                  <a:cubicBezTo>
                    <a:pt x="5228" y="6071"/>
                    <a:pt x="5343" y="6113"/>
                    <a:pt x="5434" y="6198"/>
                  </a:cubicBezTo>
                  <a:lnTo>
                    <a:pt x="6375" y="7158"/>
                  </a:lnTo>
                  <a:cubicBezTo>
                    <a:pt x="6444" y="7228"/>
                    <a:pt x="6528" y="7259"/>
                    <a:pt x="6612" y="7259"/>
                  </a:cubicBezTo>
                  <a:cubicBezTo>
                    <a:pt x="6787" y="7259"/>
                    <a:pt x="6956" y="7123"/>
                    <a:pt x="6956" y="6918"/>
                  </a:cubicBezTo>
                  <a:lnTo>
                    <a:pt x="6956" y="4820"/>
                  </a:lnTo>
                  <a:lnTo>
                    <a:pt x="6951" y="1657"/>
                  </a:lnTo>
                  <a:cubicBezTo>
                    <a:pt x="6946" y="1403"/>
                    <a:pt x="7148" y="1191"/>
                    <a:pt x="7403" y="1177"/>
                  </a:cubicBezTo>
                  <a:cubicBezTo>
                    <a:pt x="7405" y="1177"/>
                    <a:pt x="7408" y="1177"/>
                    <a:pt x="7411" y="1177"/>
                  </a:cubicBezTo>
                  <a:cubicBezTo>
                    <a:pt x="7667" y="1177"/>
                    <a:pt x="7873" y="1381"/>
                    <a:pt x="7873" y="1638"/>
                  </a:cubicBezTo>
                  <a:lnTo>
                    <a:pt x="7883" y="5627"/>
                  </a:lnTo>
                  <a:cubicBezTo>
                    <a:pt x="7883" y="5737"/>
                    <a:pt x="7974" y="5828"/>
                    <a:pt x="8084" y="5828"/>
                  </a:cubicBezTo>
                  <a:cubicBezTo>
                    <a:pt x="8195" y="5828"/>
                    <a:pt x="8286" y="5737"/>
                    <a:pt x="8286" y="5627"/>
                  </a:cubicBezTo>
                  <a:lnTo>
                    <a:pt x="8281" y="1638"/>
                  </a:lnTo>
                  <a:lnTo>
                    <a:pt x="8281" y="860"/>
                  </a:lnTo>
                  <a:cubicBezTo>
                    <a:pt x="8281" y="606"/>
                    <a:pt x="8487" y="399"/>
                    <a:pt x="8742" y="399"/>
                  </a:cubicBezTo>
                  <a:cubicBezTo>
                    <a:pt x="8996" y="399"/>
                    <a:pt x="9203" y="606"/>
                    <a:pt x="9203" y="860"/>
                  </a:cubicBezTo>
                  <a:lnTo>
                    <a:pt x="9212" y="5622"/>
                  </a:lnTo>
                  <a:cubicBezTo>
                    <a:pt x="9212" y="5737"/>
                    <a:pt x="9303" y="5828"/>
                    <a:pt x="9414" y="5828"/>
                  </a:cubicBezTo>
                  <a:cubicBezTo>
                    <a:pt x="9529" y="5824"/>
                    <a:pt x="9620" y="5732"/>
                    <a:pt x="9615" y="5622"/>
                  </a:cubicBezTo>
                  <a:lnTo>
                    <a:pt x="9611" y="1811"/>
                  </a:lnTo>
                  <a:cubicBezTo>
                    <a:pt x="9611" y="1556"/>
                    <a:pt x="9817" y="1350"/>
                    <a:pt x="10071" y="1350"/>
                  </a:cubicBezTo>
                  <a:cubicBezTo>
                    <a:pt x="10331" y="1350"/>
                    <a:pt x="10537" y="1556"/>
                    <a:pt x="10537" y="1811"/>
                  </a:cubicBezTo>
                  <a:lnTo>
                    <a:pt x="10542" y="5622"/>
                  </a:lnTo>
                  <a:cubicBezTo>
                    <a:pt x="10542" y="5737"/>
                    <a:pt x="10633" y="5828"/>
                    <a:pt x="10743" y="5828"/>
                  </a:cubicBezTo>
                  <a:cubicBezTo>
                    <a:pt x="10854" y="5828"/>
                    <a:pt x="10945" y="5737"/>
                    <a:pt x="10945" y="5622"/>
                  </a:cubicBezTo>
                  <a:lnTo>
                    <a:pt x="10945" y="2732"/>
                  </a:lnTo>
                  <a:lnTo>
                    <a:pt x="10945" y="2727"/>
                  </a:lnTo>
                  <a:cubicBezTo>
                    <a:pt x="10945" y="2473"/>
                    <a:pt x="11152" y="2267"/>
                    <a:pt x="11406" y="2267"/>
                  </a:cubicBezTo>
                  <a:cubicBezTo>
                    <a:pt x="11660" y="2267"/>
                    <a:pt x="11867" y="2473"/>
                    <a:pt x="11867" y="2723"/>
                  </a:cubicBezTo>
                  <a:lnTo>
                    <a:pt x="11824" y="7432"/>
                  </a:lnTo>
                  <a:lnTo>
                    <a:pt x="11824" y="7470"/>
                  </a:lnTo>
                  <a:cubicBezTo>
                    <a:pt x="11809" y="7806"/>
                    <a:pt x="11704" y="8128"/>
                    <a:pt x="11516" y="8401"/>
                  </a:cubicBezTo>
                  <a:cubicBezTo>
                    <a:pt x="11417" y="8559"/>
                    <a:pt x="11551" y="8715"/>
                    <a:pt x="11691" y="8715"/>
                  </a:cubicBezTo>
                  <a:cubicBezTo>
                    <a:pt x="11747" y="8715"/>
                    <a:pt x="11804" y="8690"/>
                    <a:pt x="11848" y="8632"/>
                  </a:cubicBezTo>
                  <a:cubicBezTo>
                    <a:pt x="12064" y="8320"/>
                    <a:pt x="12193" y="7960"/>
                    <a:pt x="12222" y="7585"/>
                  </a:cubicBezTo>
                  <a:lnTo>
                    <a:pt x="12644" y="7273"/>
                  </a:lnTo>
                  <a:cubicBezTo>
                    <a:pt x="13019" y="6980"/>
                    <a:pt x="13086" y="6438"/>
                    <a:pt x="12798" y="6064"/>
                  </a:cubicBezTo>
                  <a:cubicBezTo>
                    <a:pt x="12702" y="5929"/>
                    <a:pt x="12568" y="5833"/>
                    <a:pt x="12414" y="5776"/>
                  </a:cubicBezTo>
                  <a:lnTo>
                    <a:pt x="12558" y="5665"/>
                  </a:lnTo>
                  <a:cubicBezTo>
                    <a:pt x="13100" y="5248"/>
                    <a:pt x="12976" y="4398"/>
                    <a:pt x="12337" y="4158"/>
                  </a:cubicBezTo>
                  <a:lnTo>
                    <a:pt x="12505" y="4028"/>
                  </a:lnTo>
                  <a:cubicBezTo>
                    <a:pt x="13067" y="3601"/>
                    <a:pt x="12913" y="2723"/>
                    <a:pt x="12241" y="2511"/>
                  </a:cubicBezTo>
                  <a:cubicBezTo>
                    <a:pt x="12140" y="2132"/>
                    <a:pt x="11795" y="1863"/>
                    <a:pt x="11401" y="1863"/>
                  </a:cubicBezTo>
                  <a:cubicBezTo>
                    <a:pt x="11238" y="1863"/>
                    <a:pt x="11080" y="1911"/>
                    <a:pt x="10940" y="1998"/>
                  </a:cubicBezTo>
                  <a:lnTo>
                    <a:pt x="10940" y="1815"/>
                  </a:lnTo>
                  <a:cubicBezTo>
                    <a:pt x="10940" y="1335"/>
                    <a:pt x="10551" y="947"/>
                    <a:pt x="10071" y="947"/>
                  </a:cubicBezTo>
                  <a:cubicBezTo>
                    <a:pt x="9908" y="947"/>
                    <a:pt x="9750" y="990"/>
                    <a:pt x="9611" y="1081"/>
                  </a:cubicBezTo>
                  <a:lnTo>
                    <a:pt x="9611" y="865"/>
                  </a:lnTo>
                  <a:cubicBezTo>
                    <a:pt x="9606" y="385"/>
                    <a:pt x="9217" y="1"/>
                    <a:pt x="8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8" name="Google Shape;20068;p89"/>
          <p:cNvGrpSpPr/>
          <p:nvPr/>
        </p:nvGrpSpPr>
        <p:grpSpPr>
          <a:xfrm>
            <a:off x="5743255" y="2433410"/>
            <a:ext cx="364162" cy="353236"/>
            <a:chOff x="5743255" y="2433410"/>
            <a:chExt cx="364162" cy="353236"/>
          </a:xfrm>
        </p:grpSpPr>
        <p:sp>
          <p:nvSpPr>
            <p:cNvPr id="20069" name="Google Shape;20069;p89"/>
            <p:cNvSpPr/>
            <p:nvPr/>
          </p:nvSpPr>
          <p:spPr>
            <a:xfrm>
              <a:off x="6077704" y="2456075"/>
              <a:ext cx="18263" cy="325304"/>
            </a:xfrm>
            <a:custGeom>
              <a:rect b="b" l="l" r="r" t="t"/>
              <a:pathLst>
                <a:path extrusionOk="0" h="12415" w="697">
                  <a:moveTo>
                    <a:pt x="346" y="1"/>
                  </a:moveTo>
                  <a:cubicBezTo>
                    <a:pt x="154" y="1"/>
                    <a:pt x="1" y="155"/>
                    <a:pt x="1" y="347"/>
                  </a:cubicBezTo>
                  <a:lnTo>
                    <a:pt x="1" y="12064"/>
                  </a:lnTo>
                  <a:cubicBezTo>
                    <a:pt x="1" y="12256"/>
                    <a:pt x="154" y="12414"/>
                    <a:pt x="346" y="12414"/>
                  </a:cubicBezTo>
                  <a:cubicBezTo>
                    <a:pt x="538" y="12414"/>
                    <a:pt x="697" y="12256"/>
                    <a:pt x="697" y="12064"/>
                  </a:cubicBezTo>
                  <a:lnTo>
                    <a:pt x="697" y="347"/>
                  </a:lnTo>
                  <a:cubicBezTo>
                    <a:pt x="697" y="155"/>
                    <a:pt x="538" y="1"/>
                    <a:pt x="34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89"/>
            <p:cNvSpPr/>
            <p:nvPr/>
          </p:nvSpPr>
          <p:spPr>
            <a:xfrm>
              <a:off x="6077704" y="2723235"/>
              <a:ext cx="18263" cy="58143"/>
            </a:xfrm>
            <a:custGeom>
              <a:rect b="b" l="l" r="r" t="t"/>
              <a:pathLst>
                <a:path extrusionOk="0" h="2219" w="697">
                  <a:moveTo>
                    <a:pt x="1" y="1"/>
                  </a:moveTo>
                  <a:lnTo>
                    <a:pt x="1" y="1868"/>
                  </a:lnTo>
                  <a:cubicBezTo>
                    <a:pt x="1" y="2060"/>
                    <a:pt x="154" y="2218"/>
                    <a:pt x="346" y="2218"/>
                  </a:cubicBezTo>
                  <a:cubicBezTo>
                    <a:pt x="538" y="2218"/>
                    <a:pt x="697" y="2060"/>
                    <a:pt x="697" y="1868"/>
                  </a:cubicBezTo>
                  <a:lnTo>
                    <a:pt x="697"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89"/>
            <p:cNvSpPr/>
            <p:nvPr/>
          </p:nvSpPr>
          <p:spPr>
            <a:xfrm>
              <a:off x="5987017" y="2640593"/>
              <a:ext cx="18263" cy="137511"/>
            </a:xfrm>
            <a:custGeom>
              <a:rect b="b" l="l" r="r" t="t"/>
              <a:pathLst>
                <a:path extrusionOk="0" h="5248" w="697">
                  <a:moveTo>
                    <a:pt x="1" y="1"/>
                  </a:moveTo>
                  <a:lnTo>
                    <a:pt x="1" y="4897"/>
                  </a:lnTo>
                  <a:cubicBezTo>
                    <a:pt x="1" y="5089"/>
                    <a:pt x="159" y="5247"/>
                    <a:pt x="351" y="5247"/>
                  </a:cubicBezTo>
                  <a:cubicBezTo>
                    <a:pt x="543" y="5247"/>
                    <a:pt x="697" y="5089"/>
                    <a:pt x="697" y="4897"/>
                  </a:cubicBezTo>
                  <a:lnTo>
                    <a:pt x="69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89"/>
            <p:cNvSpPr/>
            <p:nvPr/>
          </p:nvSpPr>
          <p:spPr>
            <a:xfrm>
              <a:off x="5987017" y="2723235"/>
              <a:ext cx="18263" cy="54868"/>
            </a:xfrm>
            <a:custGeom>
              <a:rect b="b" l="l" r="r" t="t"/>
              <a:pathLst>
                <a:path extrusionOk="0" h="2094" w="697">
                  <a:moveTo>
                    <a:pt x="1" y="1"/>
                  </a:moveTo>
                  <a:lnTo>
                    <a:pt x="1" y="1743"/>
                  </a:lnTo>
                  <a:cubicBezTo>
                    <a:pt x="1" y="1935"/>
                    <a:pt x="159" y="2093"/>
                    <a:pt x="351" y="2093"/>
                  </a:cubicBezTo>
                  <a:cubicBezTo>
                    <a:pt x="543" y="2093"/>
                    <a:pt x="697" y="1935"/>
                    <a:pt x="697" y="1743"/>
                  </a:cubicBezTo>
                  <a:lnTo>
                    <a:pt x="697"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89"/>
            <p:cNvSpPr/>
            <p:nvPr/>
          </p:nvSpPr>
          <p:spPr>
            <a:xfrm>
              <a:off x="5748810" y="2438729"/>
              <a:ext cx="353079" cy="119641"/>
            </a:xfrm>
            <a:custGeom>
              <a:rect b="b" l="l" r="r" t="t"/>
              <a:pathLst>
                <a:path extrusionOk="0" h="4566" w="13475">
                  <a:moveTo>
                    <a:pt x="230" y="0"/>
                  </a:moveTo>
                  <a:cubicBezTo>
                    <a:pt x="163" y="5"/>
                    <a:pt x="101" y="39"/>
                    <a:pt x="58" y="92"/>
                  </a:cubicBezTo>
                  <a:cubicBezTo>
                    <a:pt x="14" y="144"/>
                    <a:pt x="0" y="207"/>
                    <a:pt x="10" y="274"/>
                  </a:cubicBezTo>
                  <a:cubicBezTo>
                    <a:pt x="125" y="1119"/>
                    <a:pt x="590" y="3183"/>
                    <a:pt x="2295" y="4143"/>
                  </a:cubicBezTo>
                  <a:cubicBezTo>
                    <a:pt x="2775" y="4417"/>
                    <a:pt x="3317" y="4565"/>
                    <a:pt x="3874" y="4565"/>
                  </a:cubicBezTo>
                  <a:cubicBezTo>
                    <a:pt x="3946" y="4565"/>
                    <a:pt x="4023" y="4565"/>
                    <a:pt x="4095" y="4561"/>
                  </a:cubicBezTo>
                  <a:cubicBezTo>
                    <a:pt x="5223" y="4479"/>
                    <a:pt x="6159" y="3841"/>
                    <a:pt x="6615" y="3466"/>
                  </a:cubicBezTo>
                  <a:cubicBezTo>
                    <a:pt x="6651" y="3437"/>
                    <a:pt x="6694" y="3423"/>
                    <a:pt x="6737" y="3423"/>
                  </a:cubicBezTo>
                  <a:cubicBezTo>
                    <a:pt x="6779" y="3423"/>
                    <a:pt x="6821" y="3437"/>
                    <a:pt x="6855" y="3466"/>
                  </a:cubicBezTo>
                  <a:cubicBezTo>
                    <a:pt x="7316" y="3841"/>
                    <a:pt x="8247" y="4479"/>
                    <a:pt x="9375" y="4561"/>
                  </a:cubicBezTo>
                  <a:cubicBezTo>
                    <a:pt x="9450" y="4565"/>
                    <a:pt x="9521" y="4565"/>
                    <a:pt x="9597" y="4565"/>
                  </a:cubicBezTo>
                  <a:lnTo>
                    <a:pt x="9596" y="4565"/>
                  </a:lnTo>
                  <a:cubicBezTo>
                    <a:pt x="10153" y="4565"/>
                    <a:pt x="10695" y="4417"/>
                    <a:pt x="11180" y="4143"/>
                  </a:cubicBezTo>
                  <a:cubicBezTo>
                    <a:pt x="12884" y="3183"/>
                    <a:pt x="13345" y="1114"/>
                    <a:pt x="13465" y="274"/>
                  </a:cubicBezTo>
                  <a:cubicBezTo>
                    <a:pt x="13474" y="207"/>
                    <a:pt x="13455" y="144"/>
                    <a:pt x="13412" y="92"/>
                  </a:cubicBezTo>
                  <a:cubicBezTo>
                    <a:pt x="13369" y="39"/>
                    <a:pt x="13306" y="5"/>
                    <a:pt x="13239" y="0"/>
                  </a:cubicBezTo>
                  <a:lnTo>
                    <a:pt x="13225" y="0"/>
                  </a:lnTo>
                  <a:cubicBezTo>
                    <a:pt x="13162" y="0"/>
                    <a:pt x="13105" y="24"/>
                    <a:pt x="13062" y="68"/>
                  </a:cubicBezTo>
                  <a:cubicBezTo>
                    <a:pt x="12750" y="356"/>
                    <a:pt x="11986" y="855"/>
                    <a:pt x="10378" y="941"/>
                  </a:cubicBezTo>
                  <a:cubicBezTo>
                    <a:pt x="9097" y="1009"/>
                    <a:pt x="8108" y="1556"/>
                    <a:pt x="7508" y="2007"/>
                  </a:cubicBezTo>
                  <a:cubicBezTo>
                    <a:pt x="7464" y="2041"/>
                    <a:pt x="7426" y="2069"/>
                    <a:pt x="7388" y="2098"/>
                  </a:cubicBezTo>
                  <a:cubicBezTo>
                    <a:pt x="7196" y="2249"/>
                    <a:pt x="6965" y="2325"/>
                    <a:pt x="6735" y="2325"/>
                  </a:cubicBezTo>
                  <a:cubicBezTo>
                    <a:pt x="6506" y="2325"/>
                    <a:pt x="6276" y="2249"/>
                    <a:pt x="6087" y="2098"/>
                  </a:cubicBezTo>
                  <a:cubicBezTo>
                    <a:pt x="6044" y="2069"/>
                    <a:pt x="6005" y="2036"/>
                    <a:pt x="5967" y="2007"/>
                  </a:cubicBezTo>
                  <a:cubicBezTo>
                    <a:pt x="5362" y="1556"/>
                    <a:pt x="4373" y="1009"/>
                    <a:pt x="3096" y="941"/>
                  </a:cubicBezTo>
                  <a:cubicBezTo>
                    <a:pt x="1483" y="855"/>
                    <a:pt x="720" y="356"/>
                    <a:pt x="408" y="68"/>
                  </a:cubicBezTo>
                  <a:cubicBezTo>
                    <a:pt x="365" y="24"/>
                    <a:pt x="307" y="0"/>
                    <a:pt x="245" y="0"/>
                  </a:cubicBezTo>
                  <a:close/>
                  <a:moveTo>
                    <a:pt x="9596" y="4565"/>
                  </a:moveTo>
                  <a:cubicBezTo>
                    <a:pt x="9596" y="4565"/>
                    <a:pt x="9596" y="4565"/>
                    <a:pt x="9596" y="4565"/>
                  </a:cubicBezTo>
                  <a:lnTo>
                    <a:pt x="9601" y="4565"/>
                  </a:lnTo>
                  <a:cubicBezTo>
                    <a:pt x="9599" y="4565"/>
                    <a:pt x="9598" y="4565"/>
                    <a:pt x="9597" y="4565"/>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4" name="Google Shape;20074;p89"/>
            <p:cNvSpPr/>
            <p:nvPr/>
          </p:nvSpPr>
          <p:spPr>
            <a:xfrm>
              <a:off x="5980362" y="2438729"/>
              <a:ext cx="121527" cy="119772"/>
            </a:xfrm>
            <a:custGeom>
              <a:rect b="b" l="l" r="r" t="t"/>
              <a:pathLst>
                <a:path extrusionOk="0" h="4571" w="4638">
                  <a:moveTo>
                    <a:pt x="4388" y="0"/>
                  </a:moveTo>
                  <a:cubicBezTo>
                    <a:pt x="4330" y="0"/>
                    <a:pt x="4273" y="24"/>
                    <a:pt x="4229" y="68"/>
                  </a:cubicBezTo>
                  <a:cubicBezTo>
                    <a:pt x="4037" y="245"/>
                    <a:pt x="3677" y="500"/>
                    <a:pt x="3058" y="692"/>
                  </a:cubicBezTo>
                  <a:cubicBezTo>
                    <a:pt x="2856" y="1671"/>
                    <a:pt x="2314" y="3317"/>
                    <a:pt x="845" y="4143"/>
                  </a:cubicBezTo>
                  <a:cubicBezTo>
                    <a:pt x="581" y="4297"/>
                    <a:pt x="293" y="4407"/>
                    <a:pt x="0" y="4479"/>
                  </a:cubicBezTo>
                  <a:cubicBezTo>
                    <a:pt x="178" y="4522"/>
                    <a:pt x="356" y="4546"/>
                    <a:pt x="538" y="4561"/>
                  </a:cubicBezTo>
                  <a:cubicBezTo>
                    <a:pt x="615" y="4565"/>
                    <a:pt x="687" y="4570"/>
                    <a:pt x="764" y="4570"/>
                  </a:cubicBezTo>
                  <a:cubicBezTo>
                    <a:pt x="1316" y="4565"/>
                    <a:pt x="1863" y="4421"/>
                    <a:pt x="2343" y="4143"/>
                  </a:cubicBezTo>
                  <a:cubicBezTo>
                    <a:pt x="4047" y="3183"/>
                    <a:pt x="4508" y="1119"/>
                    <a:pt x="4628" y="279"/>
                  </a:cubicBezTo>
                  <a:cubicBezTo>
                    <a:pt x="4637" y="212"/>
                    <a:pt x="4618" y="144"/>
                    <a:pt x="4580" y="92"/>
                  </a:cubicBezTo>
                  <a:cubicBezTo>
                    <a:pt x="4537" y="39"/>
                    <a:pt x="4474" y="5"/>
                    <a:pt x="4407"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5" name="Google Shape;20075;p89"/>
            <p:cNvSpPr/>
            <p:nvPr/>
          </p:nvSpPr>
          <p:spPr>
            <a:xfrm>
              <a:off x="5775589" y="2473945"/>
              <a:ext cx="128314" cy="63174"/>
            </a:xfrm>
            <a:custGeom>
              <a:rect b="b" l="l" r="r" t="t"/>
              <a:pathLst>
                <a:path extrusionOk="0" h="2411" w="4897">
                  <a:moveTo>
                    <a:pt x="0" y="1"/>
                  </a:moveTo>
                  <a:lnTo>
                    <a:pt x="226" y="485"/>
                  </a:lnTo>
                  <a:cubicBezTo>
                    <a:pt x="572" y="1215"/>
                    <a:pt x="1042" y="1757"/>
                    <a:pt x="1628" y="2084"/>
                  </a:cubicBezTo>
                  <a:cubicBezTo>
                    <a:pt x="1988" y="2295"/>
                    <a:pt x="2401" y="2405"/>
                    <a:pt x="2818" y="2410"/>
                  </a:cubicBezTo>
                  <a:cubicBezTo>
                    <a:pt x="2876" y="2410"/>
                    <a:pt x="2933" y="2410"/>
                    <a:pt x="2991" y="2401"/>
                  </a:cubicBezTo>
                  <a:cubicBezTo>
                    <a:pt x="3639" y="2357"/>
                    <a:pt x="4225" y="2060"/>
                    <a:pt x="4604" y="1820"/>
                  </a:cubicBezTo>
                  <a:lnTo>
                    <a:pt x="4897" y="1633"/>
                  </a:lnTo>
                  <a:lnTo>
                    <a:pt x="4628" y="1412"/>
                  </a:lnTo>
                  <a:cubicBezTo>
                    <a:pt x="4081" y="965"/>
                    <a:pt x="3178" y="413"/>
                    <a:pt x="2002" y="356"/>
                  </a:cubicBezTo>
                  <a:cubicBezTo>
                    <a:pt x="1498" y="332"/>
                    <a:pt x="1004" y="260"/>
                    <a:pt x="519" y="135"/>
                  </a:cubicBezTo>
                  <a:lnTo>
                    <a:pt x="0" y="1"/>
                  </a:ln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6" name="Google Shape;20076;p89"/>
            <p:cNvSpPr/>
            <p:nvPr/>
          </p:nvSpPr>
          <p:spPr>
            <a:xfrm>
              <a:off x="5946901" y="2473945"/>
              <a:ext cx="128183" cy="63174"/>
            </a:xfrm>
            <a:custGeom>
              <a:rect b="b" l="l" r="r" t="t"/>
              <a:pathLst>
                <a:path extrusionOk="0" h="2411" w="4892">
                  <a:moveTo>
                    <a:pt x="4892" y="1"/>
                  </a:moveTo>
                  <a:lnTo>
                    <a:pt x="4378" y="135"/>
                  </a:lnTo>
                  <a:cubicBezTo>
                    <a:pt x="3889" y="260"/>
                    <a:pt x="3394" y="332"/>
                    <a:pt x="2890" y="356"/>
                  </a:cubicBezTo>
                  <a:cubicBezTo>
                    <a:pt x="1714" y="413"/>
                    <a:pt x="816" y="965"/>
                    <a:pt x="264" y="1412"/>
                  </a:cubicBezTo>
                  <a:lnTo>
                    <a:pt x="0" y="1633"/>
                  </a:lnTo>
                  <a:lnTo>
                    <a:pt x="288" y="1820"/>
                  </a:lnTo>
                  <a:cubicBezTo>
                    <a:pt x="668" y="2060"/>
                    <a:pt x="1253" y="2357"/>
                    <a:pt x="1901" y="2401"/>
                  </a:cubicBezTo>
                  <a:cubicBezTo>
                    <a:pt x="1959" y="2410"/>
                    <a:pt x="2017" y="2410"/>
                    <a:pt x="2074" y="2410"/>
                  </a:cubicBezTo>
                  <a:cubicBezTo>
                    <a:pt x="2492" y="2405"/>
                    <a:pt x="2905" y="2295"/>
                    <a:pt x="3265" y="2084"/>
                  </a:cubicBezTo>
                  <a:cubicBezTo>
                    <a:pt x="3850" y="1757"/>
                    <a:pt x="4321" y="1215"/>
                    <a:pt x="4666" y="485"/>
                  </a:cubicBezTo>
                  <a:lnTo>
                    <a:pt x="4892" y="1"/>
                  </a:ln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7" name="Google Shape;20077;p89"/>
            <p:cNvSpPr/>
            <p:nvPr/>
          </p:nvSpPr>
          <p:spPr>
            <a:xfrm>
              <a:off x="6007403" y="2473945"/>
              <a:ext cx="67681" cy="62781"/>
            </a:xfrm>
            <a:custGeom>
              <a:rect b="b" l="l" r="r" t="t"/>
              <a:pathLst>
                <a:path extrusionOk="0" h="2396" w="2583">
                  <a:moveTo>
                    <a:pt x="2583" y="1"/>
                  </a:moveTo>
                  <a:lnTo>
                    <a:pt x="2069" y="135"/>
                  </a:lnTo>
                  <a:cubicBezTo>
                    <a:pt x="1738" y="221"/>
                    <a:pt x="1397" y="279"/>
                    <a:pt x="1061" y="317"/>
                  </a:cubicBezTo>
                  <a:cubicBezTo>
                    <a:pt x="999" y="802"/>
                    <a:pt x="778" y="1748"/>
                    <a:pt x="0" y="2396"/>
                  </a:cubicBezTo>
                  <a:cubicBezTo>
                    <a:pt x="336" y="2362"/>
                    <a:pt x="663" y="2257"/>
                    <a:pt x="956" y="2084"/>
                  </a:cubicBezTo>
                  <a:cubicBezTo>
                    <a:pt x="1541" y="1757"/>
                    <a:pt x="2012" y="1215"/>
                    <a:pt x="2357" y="485"/>
                  </a:cubicBezTo>
                  <a:lnTo>
                    <a:pt x="2583" y="1"/>
                  </a:ln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8" name="Google Shape;20078;p89"/>
            <p:cNvSpPr/>
            <p:nvPr/>
          </p:nvSpPr>
          <p:spPr>
            <a:xfrm>
              <a:off x="5827785" y="2498968"/>
              <a:ext cx="75987" cy="38151"/>
            </a:xfrm>
            <a:custGeom>
              <a:rect b="b" l="l" r="r" t="t"/>
              <a:pathLst>
                <a:path extrusionOk="0" h="1456" w="2900">
                  <a:moveTo>
                    <a:pt x="1973" y="1"/>
                  </a:moveTo>
                  <a:cubicBezTo>
                    <a:pt x="1609" y="404"/>
                    <a:pt x="855" y="1143"/>
                    <a:pt x="1" y="1302"/>
                  </a:cubicBezTo>
                  <a:cubicBezTo>
                    <a:pt x="265" y="1402"/>
                    <a:pt x="543" y="1455"/>
                    <a:pt x="826" y="1455"/>
                  </a:cubicBezTo>
                  <a:cubicBezTo>
                    <a:pt x="884" y="1455"/>
                    <a:pt x="941" y="1455"/>
                    <a:pt x="999" y="1446"/>
                  </a:cubicBezTo>
                  <a:cubicBezTo>
                    <a:pt x="1647" y="1402"/>
                    <a:pt x="2233" y="1105"/>
                    <a:pt x="2612" y="865"/>
                  </a:cubicBezTo>
                  <a:lnTo>
                    <a:pt x="2900" y="678"/>
                  </a:lnTo>
                  <a:lnTo>
                    <a:pt x="2636" y="457"/>
                  </a:lnTo>
                  <a:cubicBezTo>
                    <a:pt x="2430" y="289"/>
                    <a:pt x="2209" y="135"/>
                    <a:pt x="1973"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9" name="Google Shape;20079;p89"/>
            <p:cNvSpPr/>
            <p:nvPr/>
          </p:nvSpPr>
          <p:spPr>
            <a:xfrm>
              <a:off x="5839733" y="2609045"/>
              <a:ext cx="171207" cy="71087"/>
            </a:xfrm>
            <a:custGeom>
              <a:rect b="b" l="l" r="r" t="t"/>
              <a:pathLst>
                <a:path extrusionOk="0" h="2713" w="6534">
                  <a:moveTo>
                    <a:pt x="2428" y="1"/>
                  </a:moveTo>
                  <a:cubicBezTo>
                    <a:pt x="2093" y="1"/>
                    <a:pt x="1725" y="114"/>
                    <a:pt x="1417" y="422"/>
                  </a:cubicBezTo>
                  <a:cubicBezTo>
                    <a:pt x="687" y="1152"/>
                    <a:pt x="1" y="1253"/>
                    <a:pt x="1" y="1253"/>
                  </a:cubicBezTo>
                  <a:cubicBezTo>
                    <a:pt x="1" y="1253"/>
                    <a:pt x="850" y="1666"/>
                    <a:pt x="1484" y="2294"/>
                  </a:cubicBezTo>
                  <a:cubicBezTo>
                    <a:pt x="1879" y="2690"/>
                    <a:pt x="2971" y="2712"/>
                    <a:pt x="3216" y="2712"/>
                  </a:cubicBezTo>
                  <a:cubicBezTo>
                    <a:pt x="3247" y="2712"/>
                    <a:pt x="3265" y="2712"/>
                    <a:pt x="3265" y="2712"/>
                  </a:cubicBezTo>
                  <a:cubicBezTo>
                    <a:pt x="3265" y="2712"/>
                    <a:pt x="3282" y="2712"/>
                    <a:pt x="3314" y="2712"/>
                  </a:cubicBezTo>
                  <a:cubicBezTo>
                    <a:pt x="3559" y="2712"/>
                    <a:pt x="4655" y="2690"/>
                    <a:pt x="5050" y="2294"/>
                  </a:cubicBezTo>
                  <a:cubicBezTo>
                    <a:pt x="5684" y="1666"/>
                    <a:pt x="6534" y="1253"/>
                    <a:pt x="6534" y="1253"/>
                  </a:cubicBezTo>
                  <a:cubicBezTo>
                    <a:pt x="6534" y="1253"/>
                    <a:pt x="5847" y="1152"/>
                    <a:pt x="5118" y="422"/>
                  </a:cubicBezTo>
                  <a:cubicBezTo>
                    <a:pt x="4809" y="114"/>
                    <a:pt x="4441" y="1"/>
                    <a:pt x="4106" y="1"/>
                  </a:cubicBezTo>
                  <a:cubicBezTo>
                    <a:pt x="3754" y="1"/>
                    <a:pt x="3439" y="126"/>
                    <a:pt x="3270" y="278"/>
                  </a:cubicBezTo>
                  <a:cubicBezTo>
                    <a:pt x="3097" y="126"/>
                    <a:pt x="2781" y="1"/>
                    <a:pt x="242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0" name="Google Shape;20080;p89"/>
            <p:cNvSpPr/>
            <p:nvPr/>
          </p:nvSpPr>
          <p:spPr>
            <a:xfrm>
              <a:off x="5839733" y="2640593"/>
              <a:ext cx="171207" cy="39540"/>
            </a:xfrm>
            <a:custGeom>
              <a:rect b="b" l="l" r="r" t="t"/>
              <a:pathLst>
                <a:path extrusionOk="0" h="1509" w="6534">
                  <a:moveTo>
                    <a:pt x="3270" y="1"/>
                  </a:moveTo>
                  <a:lnTo>
                    <a:pt x="3159" y="49"/>
                  </a:lnTo>
                  <a:cubicBezTo>
                    <a:pt x="2785" y="190"/>
                    <a:pt x="2309" y="237"/>
                    <a:pt x="1841" y="237"/>
                  </a:cubicBezTo>
                  <a:cubicBezTo>
                    <a:pt x="905" y="237"/>
                    <a:pt x="1" y="49"/>
                    <a:pt x="1" y="49"/>
                  </a:cubicBezTo>
                  <a:lnTo>
                    <a:pt x="1" y="49"/>
                  </a:lnTo>
                  <a:cubicBezTo>
                    <a:pt x="1" y="49"/>
                    <a:pt x="850" y="462"/>
                    <a:pt x="1484" y="1090"/>
                  </a:cubicBezTo>
                  <a:cubicBezTo>
                    <a:pt x="1879" y="1486"/>
                    <a:pt x="2971" y="1508"/>
                    <a:pt x="3216" y="1508"/>
                  </a:cubicBezTo>
                  <a:cubicBezTo>
                    <a:pt x="3247" y="1508"/>
                    <a:pt x="3265" y="1508"/>
                    <a:pt x="3265" y="1508"/>
                  </a:cubicBezTo>
                  <a:cubicBezTo>
                    <a:pt x="3265" y="1508"/>
                    <a:pt x="3282" y="1508"/>
                    <a:pt x="3314" y="1508"/>
                  </a:cubicBezTo>
                  <a:cubicBezTo>
                    <a:pt x="3559" y="1508"/>
                    <a:pt x="4655" y="1486"/>
                    <a:pt x="5050" y="1090"/>
                  </a:cubicBezTo>
                  <a:cubicBezTo>
                    <a:pt x="5684" y="462"/>
                    <a:pt x="6534" y="49"/>
                    <a:pt x="6534" y="49"/>
                  </a:cubicBezTo>
                  <a:lnTo>
                    <a:pt x="6534" y="49"/>
                  </a:lnTo>
                  <a:cubicBezTo>
                    <a:pt x="6534" y="49"/>
                    <a:pt x="5627" y="237"/>
                    <a:pt x="4691" y="237"/>
                  </a:cubicBezTo>
                  <a:cubicBezTo>
                    <a:pt x="4223" y="237"/>
                    <a:pt x="3748" y="190"/>
                    <a:pt x="3375" y="49"/>
                  </a:cubicBezTo>
                  <a:lnTo>
                    <a:pt x="3270"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1" name="Google Shape;20081;p89"/>
            <p:cNvSpPr/>
            <p:nvPr/>
          </p:nvSpPr>
          <p:spPr>
            <a:xfrm>
              <a:off x="5883124" y="2652672"/>
              <a:ext cx="84555" cy="16246"/>
            </a:xfrm>
            <a:custGeom>
              <a:rect b="b" l="l" r="r" t="t"/>
              <a:pathLst>
                <a:path extrusionOk="0" h="620" w="3227">
                  <a:moveTo>
                    <a:pt x="1614" y="1"/>
                  </a:moveTo>
                  <a:cubicBezTo>
                    <a:pt x="1239" y="135"/>
                    <a:pt x="759" y="202"/>
                    <a:pt x="188" y="202"/>
                  </a:cubicBezTo>
                  <a:lnTo>
                    <a:pt x="1" y="202"/>
                  </a:lnTo>
                  <a:cubicBezTo>
                    <a:pt x="44" y="241"/>
                    <a:pt x="87" y="284"/>
                    <a:pt x="130" y="327"/>
                  </a:cubicBezTo>
                  <a:cubicBezTo>
                    <a:pt x="298" y="500"/>
                    <a:pt x="894" y="620"/>
                    <a:pt x="1556" y="620"/>
                  </a:cubicBezTo>
                  <a:lnTo>
                    <a:pt x="1666" y="620"/>
                  </a:lnTo>
                  <a:cubicBezTo>
                    <a:pt x="2324" y="620"/>
                    <a:pt x="2924" y="495"/>
                    <a:pt x="3092" y="327"/>
                  </a:cubicBezTo>
                  <a:cubicBezTo>
                    <a:pt x="3135" y="284"/>
                    <a:pt x="3178" y="241"/>
                    <a:pt x="3226" y="202"/>
                  </a:cubicBezTo>
                  <a:lnTo>
                    <a:pt x="3039" y="202"/>
                  </a:lnTo>
                  <a:cubicBezTo>
                    <a:pt x="2463" y="202"/>
                    <a:pt x="1983" y="135"/>
                    <a:pt x="161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2" name="Google Shape;20082;p89"/>
            <p:cNvSpPr/>
            <p:nvPr/>
          </p:nvSpPr>
          <p:spPr>
            <a:xfrm>
              <a:off x="5929922" y="2621596"/>
              <a:ext cx="49706" cy="16770"/>
            </a:xfrm>
            <a:custGeom>
              <a:rect b="b" l="l" r="r" t="t"/>
              <a:pathLst>
                <a:path extrusionOk="0" h="640" w="1897">
                  <a:moveTo>
                    <a:pt x="824" y="1"/>
                  </a:moveTo>
                  <a:cubicBezTo>
                    <a:pt x="818" y="1"/>
                    <a:pt x="813" y="1"/>
                    <a:pt x="807" y="1"/>
                  </a:cubicBezTo>
                  <a:cubicBezTo>
                    <a:pt x="548" y="1"/>
                    <a:pt x="332" y="92"/>
                    <a:pt x="236" y="174"/>
                  </a:cubicBezTo>
                  <a:lnTo>
                    <a:pt x="0" y="385"/>
                  </a:lnTo>
                  <a:lnTo>
                    <a:pt x="226" y="476"/>
                  </a:lnTo>
                  <a:cubicBezTo>
                    <a:pt x="509" y="587"/>
                    <a:pt x="903" y="639"/>
                    <a:pt x="1392" y="639"/>
                  </a:cubicBezTo>
                  <a:cubicBezTo>
                    <a:pt x="1565" y="639"/>
                    <a:pt x="1733" y="635"/>
                    <a:pt x="1896" y="620"/>
                  </a:cubicBezTo>
                  <a:cubicBezTo>
                    <a:pt x="1767" y="519"/>
                    <a:pt x="1647" y="414"/>
                    <a:pt x="1536" y="299"/>
                  </a:cubicBezTo>
                  <a:cubicBezTo>
                    <a:pt x="1348" y="111"/>
                    <a:pt x="1091" y="1"/>
                    <a:pt x="8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3" name="Google Shape;20083;p89"/>
            <p:cNvSpPr/>
            <p:nvPr/>
          </p:nvSpPr>
          <p:spPr>
            <a:xfrm>
              <a:off x="5871176" y="2621596"/>
              <a:ext cx="49706" cy="16770"/>
            </a:xfrm>
            <a:custGeom>
              <a:rect b="b" l="l" r="r" t="t"/>
              <a:pathLst>
                <a:path extrusionOk="0" h="640" w="1897">
                  <a:moveTo>
                    <a:pt x="1086" y="1"/>
                  </a:moveTo>
                  <a:cubicBezTo>
                    <a:pt x="812" y="1"/>
                    <a:pt x="553" y="107"/>
                    <a:pt x="361" y="303"/>
                  </a:cubicBezTo>
                  <a:cubicBezTo>
                    <a:pt x="245" y="414"/>
                    <a:pt x="125" y="524"/>
                    <a:pt x="1" y="620"/>
                  </a:cubicBezTo>
                  <a:cubicBezTo>
                    <a:pt x="164" y="635"/>
                    <a:pt x="332" y="639"/>
                    <a:pt x="500" y="639"/>
                  </a:cubicBezTo>
                  <a:cubicBezTo>
                    <a:pt x="994" y="639"/>
                    <a:pt x="1388" y="587"/>
                    <a:pt x="1671" y="481"/>
                  </a:cubicBezTo>
                  <a:lnTo>
                    <a:pt x="1897" y="390"/>
                  </a:lnTo>
                  <a:lnTo>
                    <a:pt x="1662" y="179"/>
                  </a:lnTo>
                  <a:cubicBezTo>
                    <a:pt x="1566" y="92"/>
                    <a:pt x="1345" y="1"/>
                    <a:pt x="1086"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4" name="Google Shape;20084;p89"/>
            <p:cNvSpPr/>
            <p:nvPr/>
          </p:nvSpPr>
          <p:spPr>
            <a:xfrm>
              <a:off x="5834702" y="2609621"/>
              <a:ext cx="183024" cy="75463"/>
            </a:xfrm>
            <a:custGeom>
              <a:rect b="b" l="l" r="r" t="t"/>
              <a:pathLst>
                <a:path extrusionOk="0" h="2880" w="6985">
                  <a:moveTo>
                    <a:pt x="2625" y="184"/>
                  </a:moveTo>
                  <a:cubicBezTo>
                    <a:pt x="2921" y="184"/>
                    <a:pt x="3183" y="286"/>
                    <a:pt x="3322" y="410"/>
                  </a:cubicBezTo>
                  <a:cubicBezTo>
                    <a:pt x="3361" y="444"/>
                    <a:pt x="3409" y="460"/>
                    <a:pt x="3457" y="460"/>
                  </a:cubicBezTo>
                  <a:cubicBezTo>
                    <a:pt x="3506" y="460"/>
                    <a:pt x="3555" y="444"/>
                    <a:pt x="3596" y="410"/>
                  </a:cubicBezTo>
                  <a:cubicBezTo>
                    <a:pt x="3733" y="288"/>
                    <a:pt x="3997" y="185"/>
                    <a:pt x="4294" y="185"/>
                  </a:cubicBezTo>
                  <a:cubicBezTo>
                    <a:pt x="4581" y="185"/>
                    <a:pt x="4899" y="281"/>
                    <a:pt x="5166" y="544"/>
                  </a:cubicBezTo>
                  <a:cubicBezTo>
                    <a:pt x="5396" y="780"/>
                    <a:pt x="5660" y="981"/>
                    <a:pt x="5948" y="1144"/>
                  </a:cubicBezTo>
                  <a:cubicBezTo>
                    <a:pt x="5638" y="1182"/>
                    <a:pt x="5260" y="1215"/>
                    <a:pt x="4879" y="1215"/>
                  </a:cubicBezTo>
                  <a:cubicBezTo>
                    <a:pt x="4436" y="1215"/>
                    <a:pt x="3990" y="1171"/>
                    <a:pt x="3644" y="1039"/>
                  </a:cubicBezTo>
                  <a:lnTo>
                    <a:pt x="3538" y="996"/>
                  </a:lnTo>
                  <a:cubicBezTo>
                    <a:pt x="3512" y="986"/>
                    <a:pt x="3486" y="981"/>
                    <a:pt x="3459" y="981"/>
                  </a:cubicBezTo>
                  <a:cubicBezTo>
                    <a:pt x="3433" y="981"/>
                    <a:pt x="3406" y="986"/>
                    <a:pt x="3380" y="996"/>
                  </a:cubicBezTo>
                  <a:lnTo>
                    <a:pt x="3274" y="1039"/>
                  </a:lnTo>
                  <a:cubicBezTo>
                    <a:pt x="2925" y="1169"/>
                    <a:pt x="2475" y="1213"/>
                    <a:pt x="2027" y="1213"/>
                  </a:cubicBezTo>
                  <a:cubicBezTo>
                    <a:pt x="1650" y="1213"/>
                    <a:pt x="1275" y="1182"/>
                    <a:pt x="965" y="1144"/>
                  </a:cubicBezTo>
                  <a:cubicBezTo>
                    <a:pt x="1253" y="981"/>
                    <a:pt x="1517" y="780"/>
                    <a:pt x="1753" y="544"/>
                  </a:cubicBezTo>
                  <a:cubicBezTo>
                    <a:pt x="2020" y="280"/>
                    <a:pt x="2338" y="184"/>
                    <a:pt x="2625" y="184"/>
                  </a:cubicBezTo>
                  <a:close/>
                  <a:moveTo>
                    <a:pt x="3457" y="1404"/>
                  </a:moveTo>
                  <a:lnTo>
                    <a:pt x="3490" y="1413"/>
                  </a:lnTo>
                  <a:lnTo>
                    <a:pt x="3495" y="1413"/>
                  </a:lnTo>
                  <a:cubicBezTo>
                    <a:pt x="3894" y="1567"/>
                    <a:pt x="4397" y="1617"/>
                    <a:pt x="4887" y="1617"/>
                  </a:cubicBezTo>
                  <a:cubicBezTo>
                    <a:pt x="5193" y="1617"/>
                    <a:pt x="5493" y="1597"/>
                    <a:pt x="5761" y="1572"/>
                  </a:cubicBezTo>
                  <a:lnTo>
                    <a:pt x="5761" y="1572"/>
                  </a:lnTo>
                  <a:lnTo>
                    <a:pt x="5756" y="1581"/>
                  </a:lnTo>
                  <a:lnTo>
                    <a:pt x="5684" y="1634"/>
                  </a:lnTo>
                  <a:lnTo>
                    <a:pt x="5679" y="1639"/>
                  </a:lnTo>
                  <a:lnTo>
                    <a:pt x="5602" y="1696"/>
                  </a:lnTo>
                  <a:lnTo>
                    <a:pt x="5578" y="1716"/>
                  </a:lnTo>
                  <a:lnTo>
                    <a:pt x="5521" y="1759"/>
                  </a:lnTo>
                  <a:lnTo>
                    <a:pt x="5492" y="1783"/>
                  </a:lnTo>
                  <a:lnTo>
                    <a:pt x="5439" y="1821"/>
                  </a:lnTo>
                  <a:lnTo>
                    <a:pt x="5410" y="1845"/>
                  </a:lnTo>
                  <a:lnTo>
                    <a:pt x="5362" y="1888"/>
                  </a:lnTo>
                  <a:lnTo>
                    <a:pt x="5329" y="1917"/>
                  </a:lnTo>
                  <a:lnTo>
                    <a:pt x="5281" y="1960"/>
                  </a:lnTo>
                  <a:lnTo>
                    <a:pt x="5252" y="1984"/>
                  </a:lnTo>
                  <a:lnTo>
                    <a:pt x="5199" y="2032"/>
                  </a:lnTo>
                  <a:lnTo>
                    <a:pt x="5175" y="2056"/>
                  </a:lnTo>
                  <a:cubicBezTo>
                    <a:pt x="5146" y="2080"/>
                    <a:pt x="5122" y="2104"/>
                    <a:pt x="5098" y="2133"/>
                  </a:cubicBezTo>
                  <a:cubicBezTo>
                    <a:pt x="4950" y="2277"/>
                    <a:pt x="4618" y="2392"/>
                    <a:pt x="4162" y="2445"/>
                  </a:cubicBezTo>
                  <a:cubicBezTo>
                    <a:pt x="3961" y="2470"/>
                    <a:pt x="3756" y="2485"/>
                    <a:pt x="3551" y="2485"/>
                  </a:cubicBezTo>
                  <a:cubicBezTo>
                    <a:pt x="3521" y="2485"/>
                    <a:pt x="3491" y="2484"/>
                    <a:pt x="3462" y="2484"/>
                  </a:cubicBezTo>
                  <a:lnTo>
                    <a:pt x="3409" y="2484"/>
                  </a:lnTo>
                  <a:cubicBezTo>
                    <a:pt x="3188" y="2484"/>
                    <a:pt x="2972" y="2474"/>
                    <a:pt x="2751" y="2445"/>
                  </a:cubicBezTo>
                  <a:cubicBezTo>
                    <a:pt x="2295" y="2388"/>
                    <a:pt x="1964" y="2277"/>
                    <a:pt x="1815" y="2128"/>
                  </a:cubicBezTo>
                  <a:cubicBezTo>
                    <a:pt x="1791" y="2104"/>
                    <a:pt x="1767" y="2080"/>
                    <a:pt x="1743" y="2056"/>
                  </a:cubicBezTo>
                  <a:lnTo>
                    <a:pt x="1719" y="2032"/>
                  </a:lnTo>
                  <a:lnTo>
                    <a:pt x="1666" y="1984"/>
                  </a:lnTo>
                  <a:lnTo>
                    <a:pt x="1633" y="1956"/>
                  </a:lnTo>
                  <a:lnTo>
                    <a:pt x="1585" y="1912"/>
                  </a:lnTo>
                  <a:lnTo>
                    <a:pt x="1556" y="1888"/>
                  </a:lnTo>
                  <a:lnTo>
                    <a:pt x="1508" y="1845"/>
                  </a:lnTo>
                  <a:lnTo>
                    <a:pt x="1474" y="1821"/>
                  </a:lnTo>
                  <a:lnTo>
                    <a:pt x="1426" y="1778"/>
                  </a:lnTo>
                  <a:lnTo>
                    <a:pt x="1393" y="1754"/>
                  </a:lnTo>
                  <a:lnTo>
                    <a:pt x="1340" y="1716"/>
                  </a:lnTo>
                  <a:lnTo>
                    <a:pt x="1316" y="1692"/>
                  </a:lnTo>
                  <a:lnTo>
                    <a:pt x="1239" y="1634"/>
                  </a:lnTo>
                  <a:lnTo>
                    <a:pt x="1229" y="1624"/>
                  </a:lnTo>
                  <a:lnTo>
                    <a:pt x="1157" y="1576"/>
                  </a:lnTo>
                  <a:lnTo>
                    <a:pt x="1153" y="1572"/>
                  </a:lnTo>
                  <a:lnTo>
                    <a:pt x="1153" y="1572"/>
                  </a:lnTo>
                  <a:cubicBezTo>
                    <a:pt x="1422" y="1597"/>
                    <a:pt x="1724" y="1617"/>
                    <a:pt x="2030" y="1617"/>
                  </a:cubicBezTo>
                  <a:cubicBezTo>
                    <a:pt x="2521" y="1617"/>
                    <a:pt x="3024" y="1567"/>
                    <a:pt x="3423" y="1413"/>
                  </a:cubicBezTo>
                  <a:lnTo>
                    <a:pt x="3428" y="1413"/>
                  </a:lnTo>
                  <a:lnTo>
                    <a:pt x="3457" y="1404"/>
                  </a:lnTo>
                  <a:close/>
                  <a:moveTo>
                    <a:pt x="3462" y="1"/>
                  </a:moveTo>
                  <a:cubicBezTo>
                    <a:pt x="2792" y="1"/>
                    <a:pt x="2122" y="86"/>
                    <a:pt x="1469" y="256"/>
                  </a:cubicBezTo>
                  <a:cubicBezTo>
                    <a:pt x="797" y="924"/>
                    <a:pt x="169" y="1029"/>
                    <a:pt x="164" y="1029"/>
                  </a:cubicBezTo>
                  <a:cubicBezTo>
                    <a:pt x="154" y="1029"/>
                    <a:pt x="145" y="1034"/>
                    <a:pt x="135" y="1034"/>
                  </a:cubicBezTo>
                  <a:lnTo>
                    <a:pt x="130" y="1034"/>
                  </a:lnTo>
                  <a:cubicBezTo>
                    <a:pt x="121" y="1039"/>
                    <a:pt x="111" y="1039"/>
                    <a:pt x="106" y="1044"/>
                  </a:cubicBezTo>
                  <a:lnTo>
                    <a:pt x="101" y="1044"/>
                  </a:lnTo>
                  <a:cubicBezTo>
                    <a:pt x="92" y="1048"/>
                    <a:pt x="82" y="1053"/>
                    <a:pt x="77" y="1058"/>
                  </a:cubicBezTo>
                  <a:lnTo>
                    <a:pt x="73" y="1058"/>
                  </a:lnTo>
                  <a:cubicBezTo>
                    <a:pt x="68" y="1063"/>
                    <a:pt x="58" y="1072"/>
                    <a:pt x="53" y="1077"/>
                  </a:cubicBezTo>
                  <a:cubicBezTo>
                    <a:pt x="44" y="1087"/>
                    <a:pt x="39" y="1092"/>
                    <a:pt x="34" y="1101"/>
                  </a:cubicBezTo>
                  <a:cubicBezTo>
                    <a:pt x="29" y="1111"/>
                    <a:pt x="25" y="1120"/>
                    <a:pt x="20" y="1125"/>
                  </a:cubicBezTo>
                  <a:lnTo>
                    <a:pt x="20" y="1130"/>
                  </a:lnTo>
                  <a:cubicBezTo>
                    <a:pt x="15" y="1140"/>
                    <a:pt x="10" y="1149"/>
                    <a:pt x="5" y="1159"/>
                  </a:cubicBezTo>
                  <a:cubicBezTo>
                    <a:pt x="5" y="1168"/>
                    <a:pt x="1" y="1178"/>
                    <a:pt x="1" y="1188"/>
                  </a:cubicBezTo>
                  <a:cubicBezTo>
                    <a:pt x="1" y="1197"/>
                    <a:pt x="1" y="1207"/>
                    <a:pt x="1" y="1216"/>
                  </a:cubicBezTo>
                  <a:lnTo>
                    <a:pt x="1" y="1221"/>
                  </a:lnTo>
                  <a:cubicBezTo>
                    <a:pt x="1" y="1231"/>
                    <a:pt x="1" y="1240"/>
                    <a:pt x="1" y="1250"/>
                  </a:cubicBezTo>
                  <a:lnTo>
                    <a:pt x="1" y="1255"/>
                  </a:lnTo>
                  <a:cubicBezTo>
                    <a:pt x="1" y="1264"/>
                    <a:pt x="5" y="1274"/>
                    <a:pt x="5" y="1284"/>
                  </a:cubicBezTo>
                  <a:lnTo>
                    <a:pt x="5" y="1288"/>
                  </a:lnTo>
                  <a:cubicBezTo>
                    <a:pt x="10" y="1298"/>
                    <a:pt x="15" y="1303"/>
                    <a:pt x="20" y="1312"/>
                  </a:cubicBezTo>
                  <a:cubicBezTo>
                    <a:pt x="25" y="1322"/>
                    <a:pt x="29" y="1332"/>
                    <a:pt x="34" y="1336"/>
                  </a:cubicBezTo>
                  <a:lnTo>
                    <a:pt x="34" y="1341"/>
                  </a:lnTo>
                  <a:cubicBezTo>
                    <a:pt x="39" y="1346"/>
                    <a:pt x="44" y="1356"/>
                    <a:pt x="53" y="1360"/>
                  </a:cubicBezTo>
                  <a:lnTo>
                    <a:pt x="58" y="1365"/>
                  </a:lnTo>
                  <a:cubicBezTo>
                    <a:pt x="63" y="1370"/>
                    <a:pt x="73" y="1380"/>
                    <a:pt x="77" y="1384"/>
                  </a:cubicBezTo>
                  <a:lnTo>
                    <a:pt x="82" y="1384"/>
                  </a:lnTo>
                  <a:cubicBezTo>
                    <a:pt x="92" y="1389"/>
                    <a:pt x="101" y="1394"/>
                    <a:pt x="111" y="1399"/>
                  </a:cubicBezTo>
                  <a:cubicBezTo>
                    <a:pt x="116" y="1404"/>
                    <a:pt x="937" y="1807"/>
                    <a:pt x="1537" y="2407"/>
                  </a:cubicBezTo>
                  <a:cubicBezTo>
                    <a:pt x="1962" y="2828"/>
                    <a:pt x="2978" y="2880"/>
                    <a:pt x="3348" y="2880"/>
                  </a:cubicBezTo>
                  <a:cubicBezTo>
                    <a:pt x="3403" y="2880"/>
                    <a:pt x="3444" y="2879"/>
                    <a:pt x="3466" y="2877"/>
                  </a:cubicBezTo>
                  <a:lnTo>
                    <a:pt x="3548" y="2877"/>
                  </a:lnTo>
                  <a:cubicBezTo>
                    <a:pt x="3879" y="2877"/>
                    <a:pt x="4954" y="2844"/>
                    <a:pt x="5396" y="2402"/>
                  </a:cubicBezTo>
                  <a:cubicBezTo>
                    <a:pt x="5996" y="1802"/>
                    <a:pt x="6817" y="1404"/>
                    <a:pt x="6822" y="1399"/>
                  </a:cubicBezTo>
                  <a:cubicBezTo>
                    <a:pt x="6831" y="1394"/>
                    <a:pt x="6841" y="1389"/>
                    <a:pt x="6851" y="1384"/>
                  </a:cubicBezTo>
                  <a:cubicBezTo>
                    <a:pt x="6860" y="1375"/>
                    <a:pt x="6870" y="1370"/>
                    <a:pt x="6875" y="1365"/>
                  </a:cubicBezTo>
                  <a:cubicBezTo>
                    <a:pt x="6985" y="1255"/>
                    <a:pt x="6942" y="1072"/>
                    <a:pt x="6793" y="1024"/>
                  </a:cubicBezTo>
                  <a:lnTo>
                    <a:pt x="6788" y="1034"/>
                  </a:lnTo>
                  <a:cubicBezTo>
                    <a:pt x="6779" y="1034"/>
                    <a:pt x="6769" y="1029"/>
                    <a:pt x="6759" y="1029"/>
                  </a:cubicBezTo>
                  <a:cubicBezTo>
                    <a:pt x="6755" y="1029"/>
                    <a:pt x="6126" y="924"/>
                    <a:pt x="5454" y="256"/>
                  </a:cubicBezTo>
                  <a:cubicBezTo>
                    <a:pt x="4801" y="86"/>
                    <a:pt x="4131" y="1"/>
                    <a:pt x="3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5" name="Google Shape;20085;p89"/>
            <p:cNvSpPr/>
            <p:nvPr/>
          </p:nvSpPr>
          <p:spPr>
            <a:xfrm>
              <a:off x="5743255" y="2433410"/>
              <a:ext cx="364162" cy="130357"/>
            </a:xfrm>
            <a:custGeom>
              <a:rect b="b" l="l" r="r" t="t"/>
              <a:pathLst>
                <a:path extrusionOk="0" h="4975" w="13898">
                  <a:moveTo>
                    <a:pt x="462" y="405"/>
                  </a:moveTo>
                  <a:cubicBezTo>
                    <a:pt x="466" y="405"/>
                    <a:pt x="476" y="410"/>
                    <a:pt x="486" y="419"/>
                  </a:cubicBezTo>
                  <a:cubicBezTo>
                    <a:pt x="1258" y="1140"/>
                    <a:pt x="2579" y="1308"/>
                    <a:pt x="3299" y="1346"/>
                  </a:cubicBezTo>
                  <a:cubicBezTo>
                    <a:pt x="4527" y="1408"/>
                    <a:pt x="5478" y="1941"/>
                    <a:pt x="6059" y="2373"/>
                  </a:cubicBezTo>
                  <a:cubicBezTo>
                    <a:pt x="6097" y="2402"/>
                    <a:pt x="6136" y="2431"/>
                    <a:pt x="6174" y="2460"/>
                  </a:cubicBezTo>
                  <a:cubicBezTo>
                    <a:pt x="6402" y="2640"/>
                    <a:pt x="6676" y="2730"/>
                    <a:pt x="6950" y="2730"/>
                  </a:cubicBezTo>
                  <a:cubicBezTo>
                    <a:pt x="7224" y="2730"/>
                    <a:pt x="7499" y="2640"/>
                    <a:pt x="7729" y="2460"/>
                  </a:cubicBezTo>
                  <a:cubicBezTo>
                    <a:pt x="7763" y="2431"/>
                    <a:pt x="7801" y="2402"/>
                    <a:pt x="7844" y="2373"/>
                  </a:cubicBezTo>
                  <a:cubicBezTo>
                    <a:pt x="8425" y="1941"/>
                    <a:pt x="9371" y="1413"/>
                    <a:pt x="10605" y="1346"/>
                  </a:cubicBezTo>
                  <a:cubicBezTo>
                    <a:pt x="11325" y="1308"/>
                    <a:pt x="12645" y="1140"/>
                    <a:pt x="13418" y="419"/>
                  </a:cubicBezTo>
                  <a:cubicBezTo>
                    <a:pt x="13421" y="412"/>
                    <a:pt x="13427" y="408"/>
                    <a:pt x="13434" y="408"/>
                  </a:cubicBezTo>
                  <a:cubicBezTo>
                    <a:pt x="13436" y="408"/>
                    <a:pt x="13439" y="409"/>
                    <a:pt x="13442" y="410"/>
                  </a:cubicBezTo>
                  <a:cubicBezTo>
                    <a:pt x="13451" y="410"/>
                    <a:pt x="13466" y="415"/>
                    <a:pt x="13470" y="424"/>
                  </a:cubicBezTo>
                  <a:cubicBezTo>
                    <a:pt x="13475" y="429"/>
                    <a:pt x="13480" y="439"/>
                    <a:pt x="13475" y="448"/>
                  </a:cubicBezTo>
                  <a:cubicBezTo>
                    <a:pt x="13360" y="1264"/>
                    <a:pt x="12918" y="3252"/>
                    <a:pt x="11291" y="4168"/>
                  </a:cubicBezTo>
                  <a:cubicBezTo>
                    <a:pt x="10840" y="4428"/>
                    <a:pt x="10331" y="4567"/>
                    <a:pt x="9813" y="4567"/>
                  </a:cubicBezTo>
                  <a:cubicBezTo>
                    <a:pt x="9741" y="4567"/>
                    <a:pt x="9673" y="4567"/>
                    <a:pt x="9601" y="4557"/>
                  </a:cubicBezTo>
                  <a:cubicBezTo>
                    <a:pt x="8531" y="4485"/>
                    <a:pt x="7638" y="3871"/>
                    <a:pt x="7196" y="3511"/>
                  </a:cubicBezTo>
                  <a:cubicBezTo>
                    <a:pt x="7124" y="3453"/>
                    <a:pt x="7037" y="3424"/>
                    <a:pt x="6949" y="3424"/>
                  </a:cubicBezTo>
                  <a:cubicBezTo>
                    <a:pt x="6862" y="3424"/>
                    <a:pt x="6774" y="3453"/>
                    <a:pt x="6702" y="3511"/>
                  </a:cubicBezTo>
                  <a:cubicBezTo>
                    <a:pt x="6265" y="3871"/>
                    <a:pt x="5367" y="4485"/>
                    <a:pt x="4297" y="4557"/>
                  </a:cubicBezTo>
                  <a:cubicBezTo>
                    <a:pt x="4225" y="4562"/>
                    <a:pt x="4158" y="4567"/>
                    <a:pt x="4086" y="4567"/>
                  </a:cubicBezTo>
                  <a:cubicBezTo>
                    <a:pt x="3567" y="4567"/>
                    <a:pt x="3059" y="4428"/>
                    <a:pt x="2607" y="4168"/>
                  </a:cubicBezTo>
                  <a:cubicBezTo>
                    <a:pt x="980" y="3252"/>
                    <a:pt x="538" y="1264"/>
                    <a:pt x="423" y="448"/>
                  </a:cubicBezTo>
                  <a:cubicBezTo>
                    <a:pt x="418" y="439"/>
                    <a:pt x="423" y="429"/>
                    <a:pt x="428" y="419"/>
                  </a:cubicBezTo>
                  <a:cubicBezTo>
                    <a:pt x="438" y="415"/>
                    <a:pt x="447" y="405"/>
                    <a:pt x="462" y="405"/>
                  </a:cubicBezTo>
                  <a:close/>
                  <a:moveTo>
                    <a:pt x="462" y="1"/>
                  </a:moveTo>
                  <a:cubicBezTo>
                    <a:pt x="451" y="1"/>
                    <a:pt x="439" y="1"/>
                    <a:pt x="428" y="2"/>
                  </a:cubicBezTo>
                  <a:cubicBezTo>
                    <a:pt x="303" y="11"/>
                    <a:pt x="193" y="69"/>
                    <a:pt x="111" y="165"/>
                  </a:cubicBezTo>
                  <a:cubicBezTo>
                    <a:pt x="34" y="261"/>
                    <a:pt x="1" y="386"/>
                    <a:pt x="20" y="506"/>
                  </a:cubicBezTo>
                  <a:cubicBezTo>
                    <a:pt x="140" y="1380"/>
                    <a:pt x="620" y="3520"/>
                    <a:pt x="2406" y="4524"/>
                  </a:cubicBezTo>
                  <a:cubicBezTo>
                    <a:pt x="2915" y="4816"/>
                    <a:pt x="3495" y="4970"/>
                    <a:pt x="4086" y="4975"/>
                  </a:cubicBezTo>
                  <a:cubicBezTo>
                    <a:pt x="4163" y="4975"/>
                    <a:pt x="4244" y="4975"/>
                    <a:pt x="4321" y="4965"/>
                  </a:cubicBezTo>
                  <a:cubicBezTo>
                    <a:pt x="5497" y="4884"/>
                    <a:pt x="6467" y="4226"/>
                    <a:pt x="6947" y="3837"/>
                  </a:cubicBezTo>
                  <a:cubicBezTo>
                    <a:pt x="7427" y="4226"/>
                    <a:pt x="8396" y="4884"/>
                    <a:pt x="9573" y="4965"/>
                  </a:cubicBezTo>
                  <a:cubicBezTo>
                    <a:pt x="9654" y="4970"/>
                    <a:pt x="9731" y="4975"/>
                    <a:pt x="9808" y="4975"/>
                  </a:cubicBezTo>
                  <a:cubicBezTo>
                    <a:pt x="10398" y="4970"/>
                    <a:pt x="10979" y="4816"/>
                    <a:pt x="11488" y="4524"/>
                  </a:cubicBezTo>
                  <a:cubicBezTo>
                    <a:pt x="13274" y="3520"/>
                    <a:pt x="13754" y="1380"/>
                    <a:pt x="13878" y="506"/>
                  </a:cubicBezTo>
                  <a:cubicBezTo>
                    <a:pt x="13898" y="386"/>
                    <a:pt x="13864" y="261"/>
                    <a:pt x="13787" y="165"/>
                  </a:cubicBezTo>
                  <a:cubicBezTo>
                    <a:pt x="13706" y="69"/>
                    <a:pt x="13590" y="11"/>
                    <a:pt x="13470" y="2"/>
                  </a:cubicBezTo>
                  <a:cubicBezTo>
                    <a:pt x="13459" y="1"/>
                    <a:pt x="13447" y="1"/>
                    <a:pt x="13436" y="1"/>
                  </a:cubicBezTo>
                  <a:cubicBezTo>
                    <a:pt x="13324" y="1"/>
                    <a:pt x="13217" y="43"/>
                    <a:pt x="13134" y="122"/>
                  </a:cubicBezTo>
                  <a:cubicBezTo>
                    <a:pt x="12846" y="391"/>
                    <a:pt x="12126" y="861"/>
                    <a:pt x="10581" y="943"/>
                  </a:cubicBezTo>
                  <a:cubicBezTo>
                    <a:pt x="9246" y="1010"/>
                    <a:pt x="8224" y="1581"/>
                    <a:pt x="7595" y="2047"/>
                  </a:cubicBezTo>
                  <a:cubicBezTo>
                    <a:pt x="7556" y="2080"/>
                    <a:pt x="7513" y="2109"/>
                    <a:pt x="7475" y="2143"/>
                  </a:cubicBezTo>
                  <a:cubicBezTo>
                    <a:pt x="7319" y="2263"/>
                    <a:pt x="7133" y="2323"/>
                    <a:pt x="6947" y="2323"/>
                  </a:cubicBezTo>
                  <a:cubicBezTo>
                    <a:pt x="6762" y="2323"/>
                    <a:pt x="6577" y="2263"/>
                    <a:pt x="6424" y="2143"/>
                  </a:cubicBezTo>
                  <a:cubicBezTo>
                    <a:pt x="6385" y="2109"/>
                    <a:pt x="6342" y="2080"/>
                    <a:pt x="6299" y="2047"/>
                  </a:cubicBezTo>
                  <a:cubicBezTo>
                    <a:pt x="5675" y="1581"/>
                    <a:pt x="4647" y="1010"/>
                    <a:pt x="3318" y="943"/>
                  </a:cubicBezTo>
                  <a:cubicBezTo>
                    <a:pt x="1772" y="861"/>
                    <a:pt x="1052" y="391"/>
                    <a:pt x="759" y="122"/>
                  </a:cubicBezTo>
                  <a:cubicBezTo>
                    <a:pt x="681" y="43"/>
                    <a:pt x="575" y="1"/>
                    <a:pt x="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6" name="Google Shape;20086;p89"/>
            <p:cNvSpPr/>
            <p:nvPr/>
          </p:nvSpPr>
          <p:spPr>
            <a:xfrm>
              <a:off x="5769012" y="2468600"/>
              <a:ext cx="140943" cy="73786"/>
            </a:xfrm>
            <a:custGeom>
              <a:rect b="b" l="l" r="r" t="t"/>
              <a:pathLst>
                <a:path extrusionOk="0" h="2816" w="5379">
                  <a:moveTo>
                    <a:pt x="616" y="512"/>
                  </a:moveTo>
                  <a:lnTo>
                    <a:pt x="712" y="536"/>
                  </a:lnTo>
                  <a:cubicBezTo>
                    <a:pt x="1212" y="665"/>
                    <a:pt x="1725" y="737"/>
                    <a:pt x="2239" y="761"/>
                  </a:cubicBezTo>
                  <a:cubicBezTo>
                    <a:pt x="3362" y="824"/>
                    <a:pt x="4221" y="1347"/>
                    <a:pt x="4749" y="1774"/>
                  </a:cubicBezTo>
                  <a:lnTo>
                    <a:pt x="4797" y="1817"/>
                  </a:lnTo>
                  <a:lnTo>
                    <a:pt x="4745" y="1851"/>
                  </a:lnTo>
                  <a:cubicBezTo>
                    <a:pt x="4384" y="2081"/>
                    <a:pt x="3832" y="2360"/>
                    <a:pt x="3223" y="2403"/>
                  </a:cubicBezTo>
                  <a:cubicBezTo>
                    <a:pt x="3175" y="2406"/>
                    <a:pt x="3126" y="2408"/>
                    <a:pt x="3078" y="2408"/>
                  </a:cubicBezTo>
                  <a:cubicBezTo>
                    <a:pt x="2694" y="2408"/>
                    <a:pt x="2312" y="2306"/>
                    <a:pt x="1975" y="2110"/>
                  </a:cubicBezTo>
                  <a:cubicBezTo>
                    <a:pt x="1428" y="1803"/>
                    <a:pt x="986" y="1294"/>
                    <a:pt x="659" y="603"/>
                  </a:cubicBezTo>
                  <a:lnTo>
                    <a:pt x="616" y="512"/>
                  </a:lnTo>
                  <a:close/>
                  <a:moveTo>
                    <a:pt x="246" y="1"/>
                  </a:moveTo>
                  <a:cubicBezTo>
                    <a:pt x="104" y="1"/>
                    <a:pt x="0" y="150"/>
                    <a:pt x="64" y="291"/>
                  </a:cubicBezTo>
                  <a:lnTo>
                    <a:pt x="290" y="776"/>
                  </a:lnTo>
                  <a:cubicBezTo>
                    <a:pt x="650" y="1549"/>
                    <a:pt x="1154" y="2115"/>
                    <a:pt x="1778" y="2465"/>
                  </a:cubicBezTo>
                  <a:cubicBezTo>
                    <a:pt x="2167" y="2696"/>
                    <a:pt x="2613" y="2816"/>
                    <a:pt x="3069" y="2816"/>
                  </a:cubicBezTo>
                  <a:cubicBezTo>
                    <a:pt x="3127" y="2816"/>
                    <a:pt x="3189" y="2816"/>
                    <a:pt x="3252" y="2811"/>
                  </a:cubicBezTo>
                  <a:cubicBezTo>
                    <a:pt x="3943" y="2763"/>
                    <a:pt x="4562" y="2451"/>
                    <a:pt x="4961" y="2192"/>
                  </a:cubicBezTo>
                  <a:lnTo>
                    <a:pt x="5253" y="2009"/>
                  </a:lnTo>
                  <a:cubicBezTo>
                    <a:pt x="5369" y="1933"/>
                    <a:pt x="5378" y="1765"/>
                    <a:pt x="5273" y="1678"/>
                  </a:cubicBezTo>
                  <a:lnTo>
                    <a:pt x="5004" y="1462"/>
                  </a:lnTo>
                  <a:cubicBezTo>
                    <a:pt x="4432" y="992"/>
                    <a:pt x="3492" y="421"/>
                    <a:pt x="2263" y="353"/>
                  </a:cubicBezTo>
                  <a:cubicBezTo>
                    <a:pt x="1773" y="334"/>
                    <a:pt x="1288" y="262"/>
                    <a:pt x="818" y="142"/>
                  </a:cubicBezTo>
                  <a:lnTo>
                    <a:pt x="299" y="8"/>
                  </a:lnTo>
                  <a:cubicBezTo>
                    <a:pt x="281" y="3"/>
                    <a:pt x="263" y="1"/>
                    <a:pt x="2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89"/>
            <p:cNvSpPr/>
            <p:nvPr/>
          </p:nvSpPr>
          <p:spPr>
            <a:xfrm>
              <a:off x="5940612" y="2468600"/>
              <a:ext cx="141074" cy="73786"/>
            </a:xfrm>
            <a:custGeom>
              <a:rect b="b" l="l" r="r" t="t"/>
              <a:pathLst>
                <a:path extrusionOk="0" h="2816" w="5384">
                  <a:moveTo>
                    <a:pt x="4762" y="512"/>
                  </a:moveTo>
                  <a:lnTo>
                    <a:pt x="4719" y="603"/>
                  </a:lnTo>
                  <a:cubicBezTo>
                    <a:pt x="4397" y="1294"/>
                    <a:pt x="3956" y="1803"/>
                    <a:pt x="3404" y="2110"/>
                  </a:cubicBezTo>
                  <a:cubicBezTo>
                    <a:pt x="3071" y="2306"/>
                    <a:pt x="2689" y="2408"/>
                    <a:pt x="2302" y="2408"/>
                  </a:cubicBezTo>
                  <a:cubicBezTo>
                    <a:pt x="2253" y="2408"/>
                    <a:pt x="2204" y="2406"/>
                    <a:pt x="2156" y="2403"/>
                  </a:cubicBezTo>
                  <a:cubicBezTo>
                    <a:pt x="1551" y="2360"/>
                    <a:pt x="994" y="2077"/>
                    <a:pt x="639" y="1851"/>
                  </a:cubicBezTo>
                  <a:lnTo>
                    <a:pt x="586" y="1813"/>
                  </a:lnTo>
                  <a:lnTo>
                    <a:pt x="634" y="1774"/>
                  </a:lnTo>
                  <a:cubicBezTo>
                    <a:pt x="1157" y="1347"/>
                    <a:pt x="2021" y="819"/>
                    <a:pt x="3140" y="761"/>
                  </a:cubicBezTo>
                  <a:cubicBezTo>
                    <a:pt x="3653" y="737"/>
                    <a:pt x="4167" y="665"/>
                    <a:pt x="4666" y="536"/>
                  </a:cubicBezTo>
                  <a:lnTo>
                    <a:pt x="4762" y="512"/>
                  </a:lnTo>
                  <a:close/>
                  <a:moveTo>
                    <a:pt x="5133" y="1"/>
                  </a:moveTo>
                  <a:cubicBezTo>
                    <a:pt x="5115" y="1"/>
                    <a:pt x="5097" y="3"/>
                    <a:pt x="5079" y="8"/>
                  </a:cubicBezTo>
                  <a:lnTo>
                    <a:pt x="4565" y="142"/>
                  </a:lnTo>
                  <a:cubicBezTo>
                    <a:pt x="4090" y="262"/>
                    <a:pt x="3605" y="334"/>
                    <a:pt x="3121" y="353"/>
                  </a:cubicBezTo>
                  <a:cubicBezTo>
                    <a:pt x="1892" y="416"/>
                    <a:pt x="951" y="992"/>
                    <a:pt x="375" y="1457"/>
                  </a:cubicBezTo>
                  <a:lnTo>
                    <a:pt x="111" y="1678"/>
                  </a:lnTo>
                  <a:cubicBezTo>
                    <a:pt x="0" y="1765"/>
                    <a:pt x="10" y="1933"/>
                    <a:pt x="130" y="2009"/>
                  </a:cubicBezTo>
                  <a:lnTo>
                    <a:pt x="418" y="2192"/>
                  </a:lnTo>
                  <a:cubicBezTo>
                    <a:pt x="816" y="2446"/>
                    <a:pt x="1440" y="2763"/>
                    <a:pt x="2127" y="2811"/>
                  </a:cubicBezTo>
                  <a:cubicBezTo>
                    <a:pt x="2189" y="2816"/>
                    <a:pt x="2252" y="2816"/>
                    <a:pt x="2314" y="2816"/>
                  </a:cubicBezTo>
                  <a:cubicBezTo>
                    <a:pt x="2765" y="2816"/>
                    <a:pt x="3212" y="2696"/>
                    <a:pt x="3605" y="2465"/>
                  </a:cubicBezTo>
                  <a:cubicBezTo>
                    <a:pt x="4229" y="2115"/>
                    <a:pt x="4729" y="1549"/>
                    <a:pt x="5089" y="776"/>
                  </a:cubicBezTo>
                  <a:lnTo>
                    <a:pt x="5319" y="291"/>
                  </a:lnTo>
                  <a:cubicBezTo>
                    <a:pt x="5383" y="150"/>
                    <a:pt x="5276" y="1"/>
                    <a:pt x="51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89"/>
            <p:cNvSpPr/>
            <p:nvPr/>
          </p:nvSpPr>
          <p:spPr>
            <a:xfrm>
              <a:off x="5981750" y="2666638"/>
              <a:ext cx="28954" cy="116758"/>
            </a:xfrm>
            <a:custGeom>
              <a:rect b="b" l="l" r="r" t="t"/>
              <a:pathLst>
                <a:path extrusionOk="0" h="4456" w="1105">
                  <a:moveTo>
                    <a:pt x="696" y="2362"/>
                  </a:moveTo>
                  <a:lnTo>
                    <a:pt x="696" y="3903"/>
                  </a:lnTo>
                  <a:cubicBezTo>
                    <a:pt x="696" y="3999"/>
                    <a:pt x="624" y="4047"/>
                    <a:pt x="552" y="4047"/>
                  </a:cubicBezTo>
                  <a:cubicBezTo>
                    <a:pt x="480" y="4047"/>
                    <a:pt x="408" y="3999"/>
                    <a:pt x="408" y="3903"/>
                  </a:cubicBezTo>
                  <a:lnTo>
                    <a:pt x="408" y="2362"/>
                  </a:lnTo>
                  <a:close/>
                  <a:moveTo>
                    <a:pt x="898" y="0"/>
                  </a:moveTo>
                  <a:cubicBezTo>
                    <a:pt x="787" y="0"/>
                    <a:pt x="696" y="92"/>
                    <a:pt x="696" y="207"/>
                  </a:cubicBezTo>
                  <a:lnTo>
                    <a:pt x="696" y="1954"/>
                  </a:lnTo>
                  <a:lnTo>
                    <a:pt x="408" y="1954"/>
                  </a:lnTo>
                  <a:lnTo>
                    <a:pt x="408" y="456"/>
                  </a:lnTo>
                  <a:cubicBezTo>
                    <a:pt x="401" y="327"/>
                    <a:pt x="303" y="262"/>
                    <a:pt x="204" y="262"/>
                  </a:cubicBezTo>
                  <a:cubicBezTo>
                    <a:pt x="106" y="262"/>
                    <a:pt x="7" y="327"/>
                    <a:pt x="0" y="456"/>
                  </a:cubicBezTo>
                  <a:lnTo>
                    <a:pt x="0" y="3903"/>
                  </a:lnTo>
                  <a:cubicBezTo>
                    <a:pt x="0" y="4205"/>
                    <a:pt x="245" y="4455"/>
                    <a:pt x="552" y="4455"/>
                  </a:cubicBezTo>
                  <a:cubicBezTo>
                    <a:pt x="855" y="4455"/>
                    <a:pt x="1104" y="4205"/>
                    <a:pt x="1104" y="3903"/>
                  </a:cubicBezTo>
                  <a:lnTo>
                    <a:pt x="1104" y="207"/>
                  </a:lnTo>
                  <a:cubicBezTo>
                    <a:pt x="1104" y="92"/>
                    <a:pt x="1013" y="0"/>
                    <a:pt x="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9" name="Google Shape;20089;p89"/>
            <p:cNvSpPr/>
            <p:nvPr/>
          </p:nvSpPr>
          <p:spPr>
            <a:xfrm>
              <a:off x="6072123" y="2505650"/>
              <a:ext cx="29137" cy="280996"/>
            </a:xfrm>
            <a:custGeom>
              <a:rect b="b" l="l" r="r" t="t"/>
              <a:pathLst>
                <a:path extrusionOk="0" h="10724" w="1112">
                  <a:moveTo>
                    <a:pt x="703" y="8506"/>
                  </a:moveTo>
                  <a:lnTo>
                    <a:pt x="703" y="10172"/>
                  </a:lnTo>
                  <a:cubicBezTo>
                    <a:pt x="703" y="10268"/>
                    <a:pt x="631" y="10316"/>
                    <a:pt x="559" y="10316"/>
                  </a:cubicBezTo>
                  <a:cubicBezTo>
                    <a:pt x="487" y="10316"/>
                    <a:pt x="415" y="10268"/>
                    <a:pt x="415" y="10172"/>
                  </a:cubicBezTo>
                  <a:lnTo>
                    <a:pt x="415" y="8506"/>
                  </a:lnTo>
                  <a:close/>
                  <a:moveTo>
                    <a:pt x="910" y="0"/>
                  </a:moveTo>
                  <a:cubicBezTo>
                    <a:pt x="795" y="0"/>
                    <a:pt x="703" y="91"/>
                    <a:pt x="703" y="207"/>
                  </a:cubicBezTo>
                  <a:lnTo>
                    <a:pt x="703" y="8098"/>
                  </a:lnTo>
                  <a:lnTo>
                    <a:pt x="415" y="8098"/>
                  </a:lnTo>
                  <a:lnTo>
                    <a:pt x="415" y="1469"/>
                  </a:lnTo>
                  <a:cubicBezTo>
                    <a:pt x="423" y="1325"/>
                    <a:pt x="317" y="1253"/>
                    <a:pt x="211" y="1253"/>
                  </a:cubicBezTo>
                  <a:cubicBezTo>
                    <a:pt x="106" y="1253"/>
                    <a:pt x="0" y="1325"/>
                    <a:pt x="7" y="1469"/>
                  </a:cubicBezTo>
                  <a:lnTo>
                    <a:pt x="7" y="10172"/>
                  </a:lnTo>
                  <a:cubicBezTo>
                    <a:pt x="7" y="10479"/>
                    <a:pt x="257" y="10724"/>
                    <a:pt x="559" y="10724"/>
                  </a:cubicBezTo>
                  <a:cubicBezTo>
                    <a:pt x="867" y="10724"/>
                    <a:pt x="1111" y="10479"/>
                    <a:pt x="1111" y="10172"/>
                  </a:cubicBezTo>
                  <a:lnTo>
                    <a:pt x="1111" y="207"/>
                  </a:lnTo>
                  <a:cubicBezTo>
                    <a:pt x="1111" y="91"/>
                    <a:pt x="1020" y="0"/>
                    <a:pt x="9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90" name="Google Shape;20090;p89"/>
          <p:cNvGrpSpPr/>
          <p:nvPr/>
        </p:nvGrpSpPr>
        <p:grpSpPr>
          <a:xfrm>
            <a:off x="4885202" y="1999260"/>
            <a:ext cx="363271" cy="335104"/>
            <a:chOff x="4885202" y="1999260"/>
            <a:chExt cx="363271" cy="335104"/>
          </a:xfrm>
        </p:grpSpPr>
        <p:sp>
          <p:nvSpPr>
            <p:cNvPr id="20091" name="Google Shape;20091;p89"/>
            <p:cNvSpPr/>
            <p:nvPr/>
          </p:nvSpPr>
          <p:spPr>
            <a:xfrm>
              <a:off x="5222402" y="2021008"/>
              <a:ext cx="17267" cy="308063"/>
            </a:xfrm>
            <a:custGeom>
              <a:rect b="b" l="l" r="r" t="t"/>
              <a:pathLst>
                <a:path extrusionOk="0" h="11757" w="659">
                  <a:moveTo>
                    <a:pt x="327" y="1"/>
                  </a:moveTo>
                  <a:cubicBezTo>
                    <a:pt x="145" y="1"/>
                    <a:pt x="1" y="150"/>
                    <a:pt x="1" y="327"/>
                  </a:cubicBezTo>
                  <a:lnTo>
                    <a:pt x="1" y="11430"/>
                  </a:lnTo>
                  <a:cubicBezTo>
                    <a:pt x="1" y="11613"/>
                    <a:pt x="145" y="11757"/>
                    <a:pt x="327" y="11757"/>
                  </a:cubicBezTo>
                  <a:cubicBezTo>
                    <a:pt x="510" y="11757"/>
                    <a:pt x="659" y="11613"/>
                    <a:pt x="659" y="11430"/>
                  </a:cubicBezTo>
                  <a:lnTo>
                    <a:pt x="659" y="327"/>
                  </a:lnTo>
                  <a:cubicBezTo>
                    <a:pt x="659" y="150"/>
                    <a:pt x="510" y="1"/>
                    <a:pt x="32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89"/>
            <p:cNvSpPr/>
            <p:nvPr/>
          </p:nvSpPr>
          <p:spPr>
            <a:xfrm>
              <a:off x="5222402" y="2273967"/>
              <a:ext cx="17267" cy="55104"/>
            </a:xfrm>
            <a:custGeom>
              <a:rect b="b" l="l" r="r" t="t"/>
              <a:pathLst>
                <a:path extrusionOk="0" h="2103" w="659">
                  <a:moveTo>
                    <a:pt x="1" y="0"/>
                  </a:moveTo>
                  <a:lnTo>
                    <a:pt x="1" y="1771"/>
                  </a:lnTo>
                  <a:cubicBezTo>
                    <a:pt x="1" y="1954"/>
                    <a:pt x="145" y="2103"/>
                    <a:pt x="327" y="2103"/>
                  </a:cubicBezTo>
                  <a:cubicBezTo>
                    <a:pt x="510" y="2103"/>
                    <a:pt x="659" y="1954"/>
                    <a:pt x="659" y="1771"/>
                  </a:cubicBezTo>
                  <a:lnTo>
                    <a:pt x="659" y="0"/>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89"/>
            <p:cNvSpPr/>
            <p:nvPr/>
          </p:nvSpPr>
          <p:spPr>
            <a:xfrm>
              <a:off x="5158258" y="2180765"/>
              <a:ext cx="17267" cy="148306"/>
            </a:xfrm>
            <a:custGeom>
              <a:rect b="b" l="l" r="r" t="t"/>
              <a:pathLst>
                <a:path extrusionOk="0" h="5660" w="659">
                  <a:moveTo>
                    <a:pt x="1" y="0"/>
                  </a:moveTo>
                  <a:lnTo>
                    <a:pt x="1" y="5333"/>
                  </a:lnTo>
                  <a:cubicBezTo>
                    <a:pt x="1" y="5511"/>
                    <a:pt x="150" y="5660"/>
                    <a:pt x="332" y="5660"/>
                  </a:cubicBezTo>
                  <a:cubicBezTo>
                    <a:pt x="510" y="5660"/>
                    <a:pt x="658" y="5511"/>
                    <a:pt x="658" y="5333"/>
                  </a:cubicBezTo>
                  <a:lnTo>
                    <a:pt x="658"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89"/>
            <p:cNvSpPr/>
            <p:nvPr/>
          </p:nvSpPr>
          <p:spPr>
            <a:xfrm>
              <a:off x="5158258" y="2273967"/>
              <a:ext cx="17267" cy="55104"/>
            </a:xfrm>
            <a:custGeom>
              <a:rect b="b" l="l" r="r" t="t"/>
              <a:pathLst>
                <a:path extrusionOk="0" h="2103" w="659">
                  <a:moveTo>
                    <a:pt x="1" y="0"/>
                  </a:moveTo>
                  <a:lnTo>
                    <a:pt x="1" y="1771"/>
                  </a:lnTo>
                  <a:cubicBezTo>
                    <a:pt x="1" y="1954"/>
                    <a:pt x="150" y="2103"/>
                    <a:pt x="332" y="2103"/>
                  </a:cubicBezTo>
                  <a:cubicBezTo>
                    <a:pt x="510" y="2103"/>
                    <a:pt x="658" y="1954"/>
                    <a:pt x="658" y="1771"/>
                  </a:cubicBezTo>
                  <a:lnTo>
                    <a:pt x="658" y="0"/>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89"/>
            <p:cNvSpPr/>
            <p:nvPr/>
          </p:nvSpPr>
          <p:spPr>
            <a:xfrm>
              <a:off x="4951730" y="2141383"/>
              <a:ext cx="230346" cy="57410"/>
            </a:xfrm>
            <a:custGeom>
              <a:rect b="b" l="l" r="r" t="t"/>
              <a:pathLst>
                <a:path extrusionOk="0" h="2191" w="8791">
                  <a:moveTo>
                    <a:pt x="3231" y="1"/>
                  </a:moveTo>
                  <a:cubicBezTo>
                    <a:pt x="2161" y="1"/>
                    <a:pt x="1566" y="1335"/>
                    <a:pt x="764" y="1335"/>
                  </a:cubicBezTo>
                  <a:cubicBezTo>
                    <a:pt x="145" y="1335"/>
                    <a:pt x="231" y="889"/>
                    <a:pt x="303" y="687"/>
                  </a:cubicBezTo>
                  <a:cubicBezTo>
                    <a:pt x="310" y="671"/>
                    <a:pt x="301" y="659"/>
                    <a:pt x="290" y="659"/>
                  </a:cubicBezTo>
                  <a:cubicBezTo>
                    <a:pt x="285" y="659"/>
                    <a:pt x="279" y="662"/>
                    <a:pt x="274" y="668"/>
                  </a:cubicBezTo>
                  <a:cubicBezTo>
                    <a:pt x="169" y="798"/>
                    <a:pt x="1" y="1071"/>
                    <a:pt x="130" y="1398"/>
                  </a:cubicBezTo>
                  <a:cubicBezTo>
                    <a:pt x="293" y="1795"/>
                    <a:pt x="848" y="2190"/>
                    <a:pt x="1581" y="2190"/>
                  </a:cubicBezTo>
                  <a:cubicBezTo>
                    <a:pt x="1910" y="2190"/>
                    <a:pt x="2275" y="2111"/>
                    <a:pt x="2655" y="1916"/>
                  </a:cubicBezTo>
                  <a:cubicBezTo>
                    <a:pt x="3516" y="1479"/>
                    <a:pt x="4024" y="1414"/>
                    <a:pt x="4250" y="1414"/>
                  </a:cubicBezTo>
                  <a:cubicBezTo>
                    <a:pt x="4283" y="1414"/>
                    <a:pt x="4310" y="1415"/>
                    <a:pt x="4331" y="1417"/>
                  </a:cubicBezTo>
                  <a:cubicBezTo>
                    <a:pt x="4352" y="1419"/>
                    <a:pt x="4374" y="1420"/>
                    <a:pt x="4395" y="1420"/>
                  </a:cubicBezTo>
                  <a:cubicBezTo>
                    <a:pt x="4417" y="1420"/>
                    <a:pt x="4439" y="1419"/>
                    <a:pt x="4460" y="1417"/>
                  </a:cubicBezTo>
                  <a:cubicBezTo>
                    <a:pt x="4481" y="1415"/>
                    <a:pt x="4508" y="1414"/>
                    <a:pt x="4540" y="1414"/>
                  </a:cubicBezTo>
                  <a:cubicBezTo>
                    <a:pt x="4767" y="1414"/>
                    <a:pt x="5275" y="1479"/>
                    <a:pt x="6135" y="1916"/>
                  </a:cubicBezTo>
                  <a:cubicBezTo>
                    <a:pt x="6516" y="2111"/>
                    <a:pt x="6881" y="2190"/>
                    <a:pt x="7210" y="2190"/>
                  </a:cubicBezTo>
                  <a:cubicBezTo>
                    <a:pt x="7942" y="2190"/>
                    <a:pt x="8498" y="1795"/>
                    <a:pt x="8660" y="1398"/>
                  </a:cubicBezTo>
                  <a:cubicBezTo>
                    <a:pt x="8790" y="1076"/>
                    <a:pt x="8622" y="798"/>
                    <a:pt x="8516" y="668"/>
                  </a:cubicBezTo>
                  <a:cubicBezTo>
                    <a:pt x="8512" y="662"/>
                    <a:pt x="8506" y="659"/>
                    <a:pt x="8501" y="659"/>
                  </a:cubicBezTo>
                  <a:cubicBezTo>
                    <a:pt x="8490" y="659"/>
                    <a:pt x="8480" y="671"/>
                    <a:pt x="8483" y="687"/>
                  </a:cubicBezTo>
                  <a:cubicBezTo>
                    <a:pt x="8555" y="889"/>
                    <a:pt x="8646" y="1335"/>
                    <a:pt x="8027" y="1335"/>
                  </a:cubicBezTo>
                  <a:cubicBezTo>
                    <a:pt x="7225" y="1335"/>
                    <a:pt x="6630" y="1"/>
                    <a:pt x="5559" y="1"/>
                  </a:cubicBezTo>
                  <a:cubicBezTo>
                    <a:pt x="4705" y="1"/>
                    <a:pt x="4470" y="505"/>
                    <a:pt x="4412" y="706"/>
                  </a:cubicBezTo>
                  <a:cubicBezTo>
                    <a:pt x="4410" y="714"/>
                    <a:pt x="4403" y="717"/>
                    <a:pt x="4395" y="717"/>
                  </a:cubicBezTo>
                  <a:cubicBezTo>
                    <a:pt x="4388" y="717"/>
                    <a:pt x="4381" y="714"/>
                    <a:pt x="4379" y="706"/>
                  </a:cubicBezTo>
                  <a:cubicBezTo>
                    <a:pt x="4316" y="505"/>
                    <a:pt x="4086" y="1"/>
                    <a:pt x="32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6" name="Google Shape;20096;p89"/>
            <p:cNvSpPr/>
            <p:nvPr/>
          </p:nvSpPr>
          <p:spPr>
            <a:xfrm>
              <a:off x="4890495" y="2004658"/>
              <a:ext cx="352948" cy="116523"/>
            </a:xfrm>
            <a:custGeom>
              <a:rect b="b" l="l" r="r" t="t"/>
              <a:pathLst>
                <a:path extrusionOk="0" h="4447" w="13470">
                  <a:moveTo>
                    <a:pt x="3083" y="1"/>
                  </a:moveTo>
                  <a:cubicBezTo>
                    <a:pt x="2096" y="1"/>
                    <a:pt x="1113" y="58"/>
                    <a:pt x="134" y="169"/>
                  </a:cubicBezTo>
                  <a:cubicBezTo>
                    <a:pt x="58" y="179"/>
                    <a:pt x="0" y="241"/>
                    <a:pt x="5" y="318"/>
                  </a:cubicBezTo>
                  <a:lnTo>
                    <a:pt x="5" y="783"/>
                  </a:lnTo>
                  <a:cubicBezTo>
                    <a:pt x="0" y="817"/>
                    <a:pt x="10" y="846"/>
                    <a:pt x="29" y="870"/>
                  </a:cubicBezTo>
                  <a:cubicBezTo>
                    <a:pt x="82" y="947"/>
                    <a:pt x="192" y="1158"/>
                    <a:pt x="192" y="1599"/>
                  </a:cubicBezTo>
                  <a:cubicBezTo>
                    <a:pt x="192" y="2305"/>
                    <a:pt x="278" y="3198"/>
                    <a:pt x="763" y="3750"/>
                  </a:cubicBezTo>
                  <a:cubicBezTo>
                    <a:pt x="1027" y="4052"/>
                    <a:pt x="1406" y="4239"/>
                    <a:pt x="1795" y="4336"/>
                  </a:cubicBezTo>
                  <a:cubicBezTo>
                    <a:pt x="2189" y="4432"/>
                    <a:pt x="2592" y="4446"/>
                    <a:pt x="2995" y="4446"/>
                  </a:cubicBezTo>
                  <a:cubicBezTo>
                    <a:pt x="3039" y="4446"/>
                    <a:pt x="3083" y="4447"/>
                    <a:pt x="3128" y="4447"/>
                  </a:cubicBezTo>
                  <a:cubicBezTo>
                    <a:pt x="3585" y="4447"/>
                    <a:pt x="4048" y="4417"/>
                    <a:pt x="4455" y="4220"/>
                  </a:cubicBezTo>
                  <a:cubicBezTo>
                    <a:pt x="4997" y="3956"/>
                    <a:pt x="5352" y="3433"/>
                    <a:pt x="5626" y="2915"/>
                  </a:cubicBezTo>
                  <a:cubicBezTo>
                    <a:pt x="5770" y="2641"/>
                    <a:pt x="5885" y="2353"/>
                    <a:pt x="5967" y="2060"/>
                  </a:cubicBezTo>
                  <a:lnTo>
                    <a:pt x="5967" y="2055"/>
                  </a:lnTo>
                  <a:cubicBezTo>
                    <a:pt x="6058" y="1743"/>
                    <a:pt x="6336" y="1532"/>
                    <a:pt x="6663" y="1527"/>
                  </a:cubicBezTo>
                  <a:lnTo>
                    <a:pt x="6812" y="1527"/>
                  </a:lnTo>
                  <a:cubicBezTo>
                    <a:pt x="7133" y="1532"/>
                    <a:pt x="7416" y="1743"/>
                    <a:pt x="7503" y="2055"/>
                  </a:cubicBezTo>
                  <a:lnTo>
                    <a:pt x="7503" y="2060"/>
                  </a:lnTo>
                  <a:cubicBezTo>
                    <a:pt x="7589" y="2353"/>
                    <a:pt x="7704" y="2641"/>
                    <a:pt x="7848" y="2915"/>
                  </a:cubicBezTo>
                  <a:cubicBezTo>
                    <a:pt x="8122" y="3433"/>
                    <a:pt x="8472" y="3956"/>
                    <a:pt x="9020" y="4220"/>
                  </a:cubicBezTo>
                  <a:cubicBezTo>
                    <a:pt x="9427" y="4417"/>
                    <a:pt x="9890" y="4447"/>
                    <a:pt x="10343" y="4447"/>
                  </a:cubicBezTo>
                  <a:cubicBezTo>
                    <a:pt x="10387" y="4447"/>
                    <a:pt x="10431" y="4446"/>
                    <a:pt x="10474" y="4446"/>
                  </a:cubicBezTo>
                  <a:cubicBezTo>
                    <a:pt x="10877" y="4441"/>
                    <a:pt x="11285" y="4432"/>
                    <a:pt x="11674" y="4336"/>
                  </a:cubicBezTo>
                  <a:cubicBezTo>
                    <a:pt x="12068" y="4239"/>
                    <a:pt x="12447" y="4057"/>
                    <a:pt x="12711" y="3750"/>
                  </a:cubicBezTo>
                  <a:cubicBezTo>
                    <a:pt x="13196" y="3198"/>
                    <a:pt x="13282" y="2305"/>
                    <a:pt x="13282" y="1599"/>
                  </a:cubicBezTo>
                  <a:cubicBezTo>
                    <a:pt x="13282" y="1158"/>
                    <a:pt x="13393" y="947"/>
                    <a:pt x="13441" y="870"/>
                  </a:cubicBezTo>
                  <a:cubicBezTo>
                    <a:pt x="13460" y="846"/>
                    <a:pt x="13470" y="817"/>
                    <a:pt x="13470" y="783"/>
                  </a:cubicBezTo>
                  <a:lnTo>
                    <a:pt x="13470" y="318"/>
                  </a:lnTo>
                  <a:cubicBezTo>
                    <a:pt x="13470" y="241"/>
                    <a:pt x="13407" y="174"/>
                    <a:pt x="13330" y="169"/>
                  </a:cubicBezTo>
                  <a:cubicBezTo>
                    <a:pt x="12352" y="58"/>
                    <a:pt x="11369" y="1"/>
                    <a:pt x="10386" y="1"/>
                  </a:cubicBezTo>
                  <a:cubicBezTo>
                    <a:pt x="10347" y="1"/>
                    <a:pt x="10307" y="1"/>
                    <a:pt x="10268" y="1"/>
                  </a:cubicBezTo>
                  <a:cubicBezTo>
                    <a:pt x="9025" y="1"/>
                    <a:pt x="8156" y="351"/>
                    <a:pt x="7733" y="567"/>
                  </a:cubicBezTo>
                  <a:cubicBezTo>
                    <a:pt x="7565" y="659"/>
                    <a:pt x="7383" y="726"/>
                    <a:pt x="7196" y="764"/>
                  </a:cubicBezTo>
                  <a:cubicBezTo>
                    <a:pt x="7042" y="798"/>
                    <a:pt x="6887" y="815"/>
                    <a:pt x="6733" y="815"/>
                  </a:cubicBezTo>
                  <a:cubicBezTo>
                    <a:pt x="6579" y="815"/>
                    <a:pt x="6425" y="798"/>
                    <a:pt x="6274" y="764"/>
                  </a:cubicBezTo>
                  <a:cubicBezTo>
                    <a:pt x="6082" y="726"/>
                    <a:pt x="5904" y="659"/>
                    <a:pt x="5732" y="567"/>
                  </a:cubicBezTo>
                  <a:cubicBezTo>
                    <a:pt x="5314" y="351"/>
                    <a:pt x="4445" y="1"/>
                    <a:pt x="3202" y="1"/>
                  </a:cubicBezTo>
                  <a:cubicBezTo>
                    <a:pt x="3162" y="1"/>
                    <a:pt x="3123" y="1"/>
                    <a:pt x="308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7" name="Google Shape;20097;p89"/>
            <p:cNvSpPr/>
            <p:nvPr/>
          </p:nvSpPr>
          <p:spPr>
            <a:xfrm>
              <a:off x="5145681" y="2006178"/>
              <a:ext cx="97762" cy="115029"/>
            </a:xfrm>
            <a:custGeom>
              <a:rect b="b" l="l" r="r" t="t"/>
              <a:pathLst>
                <a:path extrusionOk="0" h="4390" w="3731">
                  <a:moveTo>
                    <a:pt x="2305" y="1"/>
                  </a:moveTo>
                  <a:lnTo>
                    <a:pt x="2305" y="778"/>
                  </a:lnTo>
                  <a:cubicBezTo>
                    <a:pt x="2305" y="778"/>
                    <a:pt x="2122" y="965"/>
                    <a:pt x="2122" y="1541"/>
                  </a:cubicBezTo>
                  <a:cubicBezTo>
                    <a:pt x="2122" y="2247"/>
                    <a:pt x="2031" y="3140"/>
                    <a:pt x="1551" y="3692"/>
                  </a:cubicBezTo>
                  <a:cubicBezTo>
                    <a:pt x="1282" y="3994"/>
                    <a:pt x="903" y="4181"/>
                    <a:pt x="514" y="4278"/>
                  </a:cubicBezTo>
                  <a:cubicBezTo>
                    <a:pt x="346" y="4316"/>
                    <a:pt x="174" y="4345"/>
                    <a:pt x="1" y="4359"/>
                  </a:cubicBezTo>
                  <a:cubicBezTo>
                    <a:pt x="205" y="4379"/>
                    <a:pt x="409" y="4389"/>
                    <a:pt x="613" y="4389"/>
                  </a:cubicBezTo>
                  <a:cubicBezTo>
                    <a:pt x="654" y="4389"/>
                    <a:pt x="694" y="4389"/>
                    <a:pt x="735" y="4388"/>
                  </a:cubicBezTo>
                  <a:cubicBezTo>
                    <a:pt x="1138" y="4383"/>
                    <a:pt x="1542" y="4374"/>
                    <a:pt x="1935" y="4278"/>
                  </a:cubicBezTo>
                  <a:cubicBezTo>
                    <a:pt x="2329" y="4181"/>
                    <a:pt x="2703" y="3999"/>
                    <a:pt x="2972" y="3697"/>
                  </a:cubicBezTo>
                  <a:cubicBezTo>
                    <a:pt x="3452" y="3140"/>
                    <a:pt x="3543" y="2247"/>
                    <a:pt x="3543" y="1541"/>
                  </a:cubicBezTo>
                  <a:cubicBezTo>
                    <a:pt x="3543" y="1100"/>
                    <a:pt x="3649" y="889"/>
                    <a:pt x="3702" y="812"/>
                  </a:cubicBezTo>
                  <a:cubicBezTo>
                    <a:pt x="3721" y="788"/>
                    <a:pt x="3731" y="759"/>
                    <a:pt x="3731" y="725"/>
                  </a:cubicBezTo>
                  <a:lnTo>
                    <a:pt x="3731" y="260"/>
                  </a:lnTo>
                  <a:lnTo>
                    <a:pt x="3726" y="260"/>
                  </a:lnTo>
                  <a:cubicBezTo>
                    <a:pt x="3726" y="183"/>
                    <a:pt x="3668" y="121"/>
                    <a:pt x="3591" y="111"/>
                  </a:cubicBezTo>
                  <a:cubicBezTo>
                    <a:pt x="3375" y="87"/>
                    <a:pt x="2919" y="39"/>
                    <a:pt x="2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89"/>
            <p:cNvSpPr/>
            <p:nvPr/>
          </p:nvSpPr>
          <p:spPr>
            <a:xfrm>
              <a:off x="5098019" y="2022266"/>
              <a:ext cx="124934" cy="81175"/>
            </a:xfrm>
            <a:custGeom>
              <a:rect b="b" l="l" r="r" t="t"/>
              <a:pathLst>
                <a:path extrusionOk="0" h="3098" w="4768">
                  <a:moveTo>
                    <a:pt x="2348" y="1"/>
                  </a:moveTo>
                  <a:cubicBezTo>
                    <a:pt x="1239" y="1"/>
                    <a:pt x="480" y="313"/>
                    <a:pt x="125" y="495"/>
                  </a:cubicBezTo>
                  <a:lnTo>
                    <a:pt x="120" y="500"/>
                  </a:lnTo>
                  <a:cubicBezTo>
                    <a:pt x="68" y="529"/>
                    <a:pt x="29" y="572"/>
                    <a:pt x="15" y="630"/>
                  </a:cubicBezTo>
                  <a:cubicBezTo>
                    <a:pt x="0" y="687"/>
                    <a:pt x="10" y="750"/>
                    <a:pt x="44" y="798"/>
                  </a:cubicBezTo>
                  <a:cubicBezTo>
                    <a:pt x="125" y="923"/>
                    <a:pt x="192" y="1057"/>
                    <a:pt x="231" y="1201"/>
                  </a:cubicBezTo>
                  <a:cubicBezTo>
                    <a:pt x="303" y="1451"/>
                    <a:pt x="399" y="1695"/>
                    <a:pt x="524" y="1926"/>
                  </a:cubicBezTo>
                  <a:cubicBezTo>
                    <a:pt x="812" y="2478"/>
                    <a:pt x="1081" y="2790"/>
                    <a:pt x="1393" y="2943"/>
                  </a:cubicBezTo>
                  <a:cubicBezTo>
                    <a:pt x="1661" y="3073"/>
                    <a:pt x="1997" y="3097"/>
                    <a:pt x="2425" y="3097"/>
                  </a:cubicBezTo>
                  <a:lnTo>
                    <a:pt x="2549" y="3097"/>
                  </a:lnTo>
                  <a:cubicBezTo>
                    <a:pt x="2914" y="3092"/>
                    <a:pt x="3269" y="3083"/>
                    <a:pt x="3591" y="3006"/>
                  </a:cubicBezTo>
                  <a:cubicBezTo>
                    <a:pt x="3802" y="2953"/>
                    <a:pt x="4090" y="2847"/>
                    <a:pt x="4277" y="2636"/>
                  </a:cubicBezTo>
                  <a:cubicBezTo>
                    <a:pt x="4546" y="2329"/>
                    <a:pt x="4681" y="1753"/>
                    <a:pt x="4681" y="923"/>
                  </a:cubicBezTo>
                  <a:cubicBezTo>
                    <a:pt x="4681" y="726"/>
                    <a:pt x="4700" y="534"/>
                    <a:pt x="4738" y="342"/>
                  </a:cubicBezTo>
                  <a:cubicBezTo>
                    <a:pt x="4767" y="222"/>
                    <a:pt x="4686" y="102"/>
                    <a:pt x="4561" y="92"/>
                  </a:cubicBezTo>
                  <a:cubicBezTo>
                    <a:pt x="4047" y="54"/>
                    <a:pt x="3245" y="1"/>
                    <a:pt x="2348"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89"/>
            <p:cNvSpPr/>
            <p:nvPr/>
          </p:nvSpPr>
          <p:spPr>
            <a:xfrm>
              <a:off x="4910854" y="2022397"/>
              <a:ext cx="125065" cy="81044"/>
            </a:xfrm>
            <a:custGeom>
              <a:rect b="b" l="l" r="r" t="t"/>
              <a:pathLst>
                <a:path extrusionOk="0" h="3093" w="4773">
                  <a:moveTo>
                    <a:pt x="2425" y="1"/>
                  </a:moveTo>
                  <a:cubicBezTo>
                    <a:pt x="1522" y="1"/>
                    <a:pt x="721" y="49"/>
                    <a:pt x="212" y="92"/>
                  </a:cubicBezTo>
                  <a:cubicBezTo>
                    <a:pt x="87" y="102"/>
                    <a:pt x="1" y="217"/>
                    <a:pt x="29" y="337"/>
                  </a:cubicBezTo>
                  <a:cubicBezTo>
                    <a:pt x="73" y="529"/>
                    <a:pt x="92" y="726"/>
                    <a:pt x="92" y="922"/>
                  </a:cubicBezTo>
                  <a:cubicBezTo>
                    <a:pt x="92" y="1748"/>
                    <a:pt x="226" y="2324"/>
                    <a:pt x="495" y="2631"/>
                  </a:cubicBezTo>
                  <a:cubicBezTo>
                    <a:pt x="682" y="2847"/>
                    <a:pt x="970" y="2953"/>
                    <a:pt x="1182" y="3001"/>
                  </a:cubicBezTo>
                  <a:cubicBezTo>
                    <a:pt x="1503" y="3082"/>
                    <a:pt x="1858" y="3092"/>
                    <a:pt x="2223" y="3092"/>
                  </a:cubicBezTo>
                  <a:lnTo>
                    <a:pt x="2343" y="3092"/>
                  </a:lnTo>
                  <a:cubicBezTo>
                    <a:pt x="2770" y="3092"/>
                    <a:pt x="3106" y="3068"/>
                    <a:pt x="3380" y="2938"/>
                  </a:cubicBezTo>
                  <a:cubicBezTo>
                    <a:pt x="3692" y="2785"/>
                    <a:pt x="3956" y="2473"/>
                    <a:pt x="4249" y="1921"/>
                  </a:cubicBezTo>
                  <a:cubicBezTo>
                    <a:pt x="4369" y="1690"/>
                    <a:pt x="4470" y="1446"/>
                    <a:pt x="4542" y="1196"/>
                  </a:cubicBezTo>
                  <a:cubicBezTo>
                    <a:pt x="4580" y="1052"/>
                    <a:pt x="4643" y="918"/>
                    <a:pt x="4729" y="793"/>
                  </a:cubicBezTo>
                  <a:cubicBezTo>
                    <a:pt x="4763" y="745"/>
                    <a:pt x="4772" y="682"/>
                    <a:pt x="4758" y="625"/>
                  </a:cubicBezTo>
                  <a:cubicBezTo>
                    <a:pt x="4743" y="572"/>
                    <a:pt x="4705" y="524"/>
                    <a:pt x="4652" y="495"/>
                  </a:cubicBezTo>
                  <a:lnTo>
                    <a:pt x="4647" y="495"/>
                  </a:lnTo>
                  <a:cubicBezTo>
                    <a:pt x="4292" y="308"/>
                    <a:pt x="3534" y="1"/>
                    <a:pt x="2425"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0" name="Google Shape;20100;p89"/>
            <p:cNvSpPr/>
            <p:nvPr/>
          </p:nvSpPr>
          <p:spPr>
            <a:xfrm>
              <a:off x="4952123" y="2025175"/>
              <a:ext cx="83665" cy="78267"/>
            </a:xfrm>
            <a:custGeom>
              <a:rect b="b" l="l" r="r" t="t"/>
              <a:pathLst>
                <a:path extrusionOk="0" h="2987" w="3193">
                  <a:moveTo>
                    <a:pt x="1954" y="0"/>
                  </a:moveTo>
                  <a:cubicBezTo>
                    <a:pt x="1896" y="221"/>
                    <a:pt x="1795" y="557"/>
                    <a:pt x="1642" y="1085"/>
                  </a:cubicBezTo>
                  <a:cubicBezTo>
                    <a:pt x="1565" y="1340"/>
                    <a:pt x="1469" y="1584"/>
                    <a:pt x="1349" y="1815"/>
                  </a:cubicBezTo>
                  <a:cubicBezTo>
                    <a:pt x="1056" y="2367"/>
                    <a:pt x="792" y="2679"/>
                    <a:pt x="480" y="2832"/>
                  </a:cubicBezTo>
                  <a:cubicBezTo>
                    <a:pt x="327" y="2900"/>
                    <a:pt x="163" y="2943"/>
                    <a:pt x="0" y="2962"/>
                  </a:cubicBezTo>
                  <a:cubicBezTo>
                    <a:pt x="207" y="2981"/>
                    <a:pt x="423" y="2986"/>
                    <a:pt x="643" y="2986"/>
                  </a:cubicBezTo>
                  <a:lnTo>
                    <a:pt x="763" y="2986"/>
                  </a:lnTo>
                  <a:cubicBezTo>
                    <a:pt x="1191" y="2986"/>
                    <a:pt x="1531" y="2962"/>
                    <a:pt x="1800" y="2828"/>
                  </a:cubicBezTo>
                  <a:cubicBezTo>
                    <a:pt x="2107" y="2679"/>
                    <a:pt x="2376" y="2367"/>
                    <a:pt x="2664" y="1815"/>
                  </a:cubicBezTo>
                  <a:cubicBezTo>
                    <a:pt x="2789" y="1584"/>
                    <a:pt x="2885" y="1340"/>
                    <a:pt x="2957" y="1085"/>
                  </a:cubicBezTo>
                  <a:cubicBezTo>
                    <a:pt x="3000" y="946"/>
                    <a:pt x="3063" y="812"/>
                    <a:pt x="3144" y="687"/>
                  </a:cubicBezTo>
                  <a:cubicBezTo>
                    <a:pt x="3178" y="639"/>
                    <a:pt x="3192" y="576"/>
                    <a:pt x="3178" y="519"/>
                  </a:cubicBezTo>
                  <a:cubicBezTo>
                    <a:pt x="3164" y="461"/>
                    <a:pt x="3125" y="418"/>
                    <a:pt x="3072" y="389"/>
                  </a:cubicBezTo>
                  <a:lnTo>
                    <a:pt x="3068" y="384"/>
                  </a:lnTo>
                  <a:cubicBezTo>
                    <a:pt x="2712" y="207"/>
                    <a:pt x="2343" y="77"/>
                    <a:pt x="1954" y="0"/>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1" name="Google Shape;20101;p89"/>
            <p:cNvSpPr/>
            <p:nvPr/>
          </p:nvSpPr>
          <p:spPr>
            <a:xfrm>
              <a:off x="5146572" y="2022790"/>
              <a:ext cx="75987" cy="80677"/>
            </a:xfrm>
            <a:custGeom>
              <a:rect b="b" l="l" r="r" t="t"/>
              <a:pathLst>
                <a:path extrusionOk="0" h="3079" w="2900">
                  <a:moveTo>
                    <a:pt x="1484" y="0"/>
                  </a:moveTo>
                  <a:cubicBezTo>
                    <a:pt x="1469" y="288"/>
                    <a:pt x="1469" y="744"/>
                    <a:pt x="1469" y="907"/>
                  </a:cubicBezTo>
                  <a:cubicBezTo>
                    <a:pt x="1469" y="1733"/>
                    <a:pt x="1335" y="2309"/>
                    <a:pt x="1066" y="2616"/>
                  </a:cubicBezTo>
                  <a:cubicBezTo>
                    <a:pt x="879" y="2832"/>
                    <a:pt x="591" y="2938"/>
                    <a:pt x="384" y="2986"/>
                  </a:cubicBezTo>
                  <a:cubicBezTo>
                    <a:pt x="255" y="3015"/>
                    <a:pt x="130" y="3039"/>
                    <a:pt x="0" y="3048"/>
                  </a:cubicBezTo>
                  <a:cubicBezTo>
                    <a:pt x="160" y="3068"/>
                    <a:pt x="317" y="3078"/>
                    <a:pt x="476" y="3078"/>
                  </a:cubicBezTo>
                  <a:cubicBezTo>
                    <a:pt x="508" y="3078"/>
                    <a:pt x="540" y="3078"/>
                    <a:pt x="572" y="3077"/>
                  </a:cubicBezTo>
                  <a:lnTo>
                    <a:pt x="692" y="3077"/>
                  </a:lnTo>
                  <a:cubicBezTo>
                    <a:pt x="1056" y="3077"/>
                    <a:pt x="1412" y="3067"/>
                    <a:pt x="1733" y="2986"/>
                  </a:cubicBezTo>
                  <a:cubicBezTo>
                    <a:pt x="1944" y="2938"/>
                    <a:pt x="2232" y="2832"/>
                    <a:pt x="2420" y="2616"/>
                  </a:cubicBezTo>
                  <a:cubicBezTo>
                    <a:pt x="2688" y="2309"/>
                    <a:pt x="2823" y="1733"/>
                    <a:pt x="2823" y="907"/>
                  </a:cubicBezTo>
                  <a:cubicBezTo>
                    <a:pt x="2823" y="711"/>
                    <a:pt x="2842" y="514"/>
                    <a:pt x="2885" y="322"/>
                  </a:cubicBezTo>
                  <a:cubicBezTo>
                    <a:pt x="2900" y="264"/>
                    <a:pt x="2885" y="207"/>
                    <a:pt x="2857" y="159"/>
                  </a:cubicBezTo>
                  <a:cubicBezTo>
                    <a:pt x="2818" y="111"/>
                    <a:pt x="2765" y="77"/>
                    <a:pt x="2708" y="72"/>
                  </a:cubicBezTo>
                  <a:cubicBezTo>
                    <a:pt x="2396" y="48"/>
                    <a:pt x="1973" y="19"/>
                    <a:pt x="1484" y="0"/>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89"/>
            <p:cNvSpPr/>
            <p:nvPr/>
          </p:nvSpPr>
          <p:spPr>
            <a:xfrm>
              <a:off x="4980029" y="2152073"/>
              <a:ext cx="173723" cy="36133"/>
            </a:xfrm>
            <a:custGeom>
              <a:rect b="b" l="l" r="r" t="t"/>
              <a:pathLst>
                <a:path extrusionOk="0" h="1379" w="6630">
                  <a:moveTo>
                    <a:pt x="4479" y="1"/>
                  </a:moveTo>
                  <a:cubicBezTo>
                    <a:pt x="3923" y="1"/>
                    <a:pt x="3764" y="260"/>
                    <a:pt x="3721" y="414"/>
                  </a:cubicBezTo>
                  <a:cubicBezTo>
                    <a:pt x="3702" y="490"/>
                    <a:pt x="3659" y="558"/>
                    <a:pt x="3601" y="610"/>
                  </a:cubicBezTo>
                  <a:cubicBezTo>
                    <a:pt x="3937" y="634"/>
                    <a:pt x="4470" y="759"/>
                    <a:pt x="5238" y="1148"/>
                  </a:cubicBezTo>
                  <a:cubicBezTo>
                    <a:pt x="5511" y="1292"/>
                    <a:pt x="5814" y="1374"/>
                    <a:pt x="6126" y="1378"/>
                  </a:cubicBezTo>
                  <a:lnTo>
                    <a:pt x="6126" y="1378"/>
                  </a:lnTo>
                  <a:cubicBezTo>
                    <a:pt x="6297" y="1378"/>
                    <a:pt x="6468" y="1349"/>
                    <a:pt x="6630" y="1292"/>
                  </a:cubicBezTo>
                  <a:cubicBezTo>
                    <a:pt x="6251" y="1186"/>
                    <a:pt x="5934" y="908"/>
                    <a:pt x="5627" y="639"/>
                  </a:cubicBezTo>
                  <a:cubicBezTo>
                    <a:pt x="5252" y="313"/>
                    <a:pt x="4897" y="1"/>
                    <a:pt x="4479" y="1"/>
                  </a:cubicBezTo>
                  <a:close/>
                  <a:moveTo>
                    <a:pt x="2151" y="1"/>
                  </a:moveTo>
                  <a:cubicBezTo>
                    <a:pt x="1729" y="1"/>
                    <a:pt x="1378" y="308"/>
                    <a:pt x="1004" y="639"/>
                  </a:cubicBezTo>
                  <a:cubicBezTo>
                    <a:pt x="692" y="908"/>
                    <a:pt x="375" y="1186"/>
                    <a:pt x="1" y="1292"/>
                  </a:cubicBezTo>
                  <a:cubicBezTo>
                    <a:pt x="159" y="1350"/>
                    <a:pt x="332" y="1378"/>
                    <a:pt x="505" y="1378"/>
                  </a:cubicBezTo>
                  <a:cubicBezTo>
                    <a:pt x="812" y="1369"/>
                    <a:pt x="1119" y="1292"/>
                    <a:pt x="1388" y="1148"/>
                  </a:cubicBezTo>
                  <a:cubicBezTo>
                    <a:pt x="2161" y="759"/>
                    <a:pt x="2689" y="634"/>
                    <a:pt x="3025" y="606"/>
                  </a:cubicBezTo>
                  <a:cubicBezTo>
                    <a:pt x="2967" y="553"/>
                    <a:pt x="2929" y="486"/>
                    <a:pt x="2905" y="414"/>
                  </a:cubicBezTo>
                  <a:cubicBezTo>
                    <a:pt x="2862" y="260"/>
                    <a:pt x="2703" y="1"/>
                    <a:pt x="2151" y="1"/>
                  </a:cubicBezTo>
                  <a:close/>
                  <a:moveTo>
                    <a:pt x="6126" y="1378"/>
                  </a:moveTo>
                  <a:cubicBezTo>
                    <a:pt x="6124" y="1378"/>
                    <a:pt x="6123" y="1378"/>
                    <a:pt x="6121" y="1378"/>
                  </a:cubicBezTo>
                  <a:lnTo>
                    <a:pt x="6126" y="1378"/>
                  </a:lnTo>
                  <a:cubicBezTo>
                    <a:pt x="6126" y="1378"/>
                    <a:pt x="6126" y="1378"/>
                    <a:pt x="6126" y="1378"/>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89"/>
            <p:cNvSpPr/>
            <p:nvPr/>
          </p:nvSpPr>
          <p:spPr>
            <a:xfrm>
              <a:off x="4885202" y="1999260"/>
              <a:ext cx="363271" cy="127318"/>
            </a:xfrm>
            <a:custGeom>
              <a:rect b="b" l="l" r="r" t="t"/>
              <a:pathLst>
                <a:path extrusionOk="0" h="4859" w="13864">
                  <a:moveTo>
                    <a:pt x="10470" y="409"/>
                  </a:moveTo>
                  <a:cubicBezTo>
                    <a:pt x="11473" y="409"/>
                    <a:pt x="12471" y="461"/>
                    <a:pt x="13465" y="572"/>
                  </a:cubicBezTo>
                  <a:lnTo>
                    <a:pt x="13460" y="975"/>
                  </a:lnTo>
                  <a:cubicBezTo>
                    <a:pt x="13388" y="1090"/>
                    <a:pt x="13273" y="1340"/>
                    <a:pt x="13273" y="1805"/>
                  </a:cubicBezTo>
                  <a:cubicBezTo>
                    <a:pt x="13273" y="2765"/>
                    <a:pt x="13105" y="3423"/>
                    <a:pt x="12755" y="3826"/>
                  </a:cubicBezTo>
                  <a:cubicBezTo>
                    <a:pt x="12486" y="4133"/>
                    <a:pt x="12102" y="4277"/>
                    <a:pt x="11823" y="4345"/>
                  </a:cubicBezTo>
                  <a:cubicBezTo>
                    <a:pt x="11454" y="4436"/>
                    <a:pt x="11051" y="4445"/>
                    <a:pt x="10671" y="4450"/>
                  </a:cubicBezTo>
                  <a:cubicBezTo>
                    <a:pt x="10627" y="4451"/>
                    <a:pt x="10583" y="4451"/>
                    <a:pt x="10539" y="4451"/>
                  </a:cubicBezTo>
                  <a:cubicBezTo>
                    <a:pt x="10097" y="4451"/>
                    <a:pt x="9675" y="4423"/>
                    <a:pt x="9308" y="4244"/>
                  </a:cubicBezTo>
                  <a:cubicBezTo>
                    <a:pt x="8785" y="3989"/>
                    <a:pt x="8454" y="3461"/>
                    <a:pt x="8228" y="3025"/>
                  </a:cubicBezTo>
                  <a:cubicBezTo>
                    <a:pt x="8089" y="2765"/>
                    <a:pt x="7978" y="2492"/>
                    <a:pt x="7897" y="2209"/>
                  </a:cubicBezTo>
                  <a:cubicBezTo>
                    <a:pt x="7786" y="1810"/>
                    <a:pt x="7422" y="1537"/>
                    <a:pt x="7009" y="1537"/>
                  </a:cubicBezTo>
                  <a:lnTo>
                    <a:pt x="6860" y="1537"/>
                  </a:lnTo>
                  <a:cubicBezTo>
                    <a:pt x="6447" y="1537"/>
                    <a:pt x="6087" y="1810"/>
                    <a:pt x="5972" y="2209"/>
                  </a:cubicBezTo>
                  <a:cubicBezTo>
                    <a:pt x="5890" y="2492"/>
                    <a:pt x="5780" y="2765"/>
                    <a:pt x="5646" y="3025"/>
                  </a:cubicBezTo>
                  <a:cubicBezTo>
                    <a:pt x="5415" y="3461"/>
                    <a:pt x="5084" y="3989"/>
                    <a:pt x="4565" y="4244"/>
                  </a:cubicBezTo>
                  <a:cubicBezTo>
                    <a:pt x="4199" y="4423"/>
                    <a:pt x="3772" y="4451"/>
                    <a:pt x="3330" y="4451"/>
                  </a:cubicBezTo>
                  <a:cubicBezTo>
                    <a:pt x="3286" y="4451"/>
                    <a:pt x="3242" y="4451"/>
                    <a:pt x="3197" y="4450"/>
                  </a:cubicBezTo>
                  <a:cubicBezTo>
                    <a:pt x="2818" y="4445"/>
                    <a:pt x="2420" y="4436"/>
                    <a:pt x="2045" y="4345"/>
                  </a:cubicBezTo>
                  <a:cubicBezTo>
                    <a:pt x="1772" y="4277"/>
                    <a:pt x="1388" y="4133"/>
                    <a:pt x="1114" y="3826"/>
                  </a:cubicBezTo>
                  <a:cubicBezTo>
                    <a:pt x="764" y="3423"/>
                    <a:pt x="596" y="2761"/>
                    <a:pt x="596" y="1805"/>
                  </a:cubicBezTo>
                  <a:cubicBezTo>
                    <a:pt x="596" y="1340"/>
                    <a:pt x="480" y="1090"/>
                    <a:pt x="408" y="975"/>
                  </a:cubicBezTo>
                  <a:lnTo>
                    <a:pt x="408" y="572"/>
                  </a:lnTo>
                  <a:cubicBezTo>
                    <a:pt x="1402" y="461"/>
                    <a:pt x="2401" y="409"/>
                    <a:pt x="3404" y="409"/>
                  </a:cubicBezTo>
                  <a:cubicBezTo>
                    <a:pt x="4609" y="409"/>
                    <a:pt x="5449" y="749"/>
                    <a:pt x="5842" y="956"/>
                  </a:cubicBezTo>
                  <a:cubicBezTo>
                    <a:pt x="6030" y="1052"/>
                    <a:pt x="6226" y="1124"/>
                    <a:pt x="6433" y="1172"/>
                  </a:cubicBezTo>
                  <a:cubicBezTo>
                    <a:pt x="6598" y="1208"/>
                    <a:pt x="6768" y="1226"/>
                    <a:pt x="6937" y="1226"/>
                  </a:cubicBezTo>
                  <a:cubicBezTo>
                    <a:pt x="7106" y="1226"/>
                    <a:pt x="7275" y="1208"/>
                    <a:pt x="7441" y="1172"/>
                  </a:cubicBezTo>
                  <a:cubicBezTo>
                    <a:pt x="7647" y="1124"/>
                    <a:pt x="7844" y="1052"/>
                    <a:pt x="8031" y="956"/>
                  </a:cubicBezTo>
                  <a:cubicBezTo>
                    <a:pt x="8425" y="749"/>
                    <a:pt x="9265" y="409"/>
                    <a:pt x="10470" y="409"/>
                  </a:cubicBezTo>
                  <a:close/>
                  <a:moveTo>
                    <a:pt x="3399" y="0"/>
                  </a:moveTo>
                  <a:cubicBezTo>
                    <a:pt x="2367" y="0"/>
                    <a:pt x="1340" y="58"/>
                    <a:pt x="312" y="173"/>
                  </a:cubicBezTo>
                  <a:cubicBezTo>
                    <a:pt x="135" y="192"/>
                    <a:pt x="0" y="346"/>
                    <a:pt x="0" y="524"/>
                  </a:cubicBezTo>
                  <a:lnTo>
                    <a:pt x="0" y="989"/>
                  </a:lnTo>
                  <a:cubicBezTo>
                    <a:pt x="0" y="1061"/>
                    <a:pt x="20" y="1133"/>
                    <a:pt x="58" y="1191"/>
                  </a:cubicBezTo>
                  <a:cubicBezTo>
                    <a:pt x="87" y="1234"/>
                    <a:pt x="183" y="1407"/>
                    <a:pt x="183" y="1805"/>
                  </a:cubicBezTo>
                  <a:cubicBezTo>
                    <a:pt x="183" y="2866"/>
                    <a:pt x="389" y="3615"/>
                    <a:pt x="807" y="4090"/>
                  </a:cubicBezTo>
                  <a:cubicBezTo>
                    <a:pt x="1076" y="4397"/>
                    <a:pt x="1464" y="4623"/>
                    <a:pt x="1945" y="4738"/>
                  </a:cubicBezTo>
                  <a:cubicBezTo>
                    <a:pt x="2362" y="4839"/>
                    <a:pt x="2785" y="4854"/>
                    <a:pt x="3193" y="4858"/>
                  </a:cubicBezTo>
                  <a:cubicBezTo>
                    <a:pt x="3711" y="4858"/>
                    <a:pt x="4258" y="4844"/>
                    <a:pt x="4738" y="4609"/>
                  </a:cubicBezTo>
                  <a:cubicBezTo>
                    <a:pt x="5367" y="4306"/>
                    <a:pt x="5746" y="3706"/>
                    <a:pt x="6001" y="3217"/>
                  </a:cubicBezTo>
                  <a:cubicBezTo>
                    <a:pt x="6150" y="2929"/>
                    <a:pt x="6270" y="2631"/>
                    <a:pt x="6361" y="2324"/>
                  </a:cubicBezTo>
                  <a:lnTo>
                    <a:pt x="6361" y="2314"/>
                  </a:lnTo>
                  <a:cubicBezTo>
                    <a:pt x="6423" y="2093"/>
                    <a:pt x="6625" y="1940"/>
                    <a:pt x="6855" y="1940"/>
                  </a:cubicBezTo>
                  <a:lnTo>
                    <a:pt x="7009" y="1940"/>
                  </a:lnTo>
                  <a:cubicBezTo>
                    <a:pt x="7239" y="1940"/>
                    <a:pt x="7441" y="2093"/>
                    <a:pt x="7503" y="2314"/>
                  </a:cubicBezTo>
                  <a:lnTo>
                    <a:pt x="7503" y="2319"/>
                  </a:lnTo>
                  <a:cubicBezTo>
                    <a:pt x="7590" y="2631"/>
                    <a:pt x="7714" y="2929"/>
                    <a:pt x="7863" y="3217"/>
                  </a:cubicBezTo>
                  <a:cubicBezTo>
                    <a:pt x="8122" y="3701"/>
                    <a:pt x="8497" y="4306"/>
                    <a:pt x="9121" y="4609"/>
                  </a:cubicBezTo>
                  <a:cubicBezTo>
                    <a:pt x="9567" y="4825"/>
                    <a:pt x="10067" y="4858"/>
                    <a:pt x="10547" y="4858"/>
                  </a:cubicBezTo>
                  <a:lnTo>
                    <a:pt x="10671" y="4858"/>
                  </a:lnTo>
                  <a:cubicBezTo>
                    <a:pt x="11075" y="4854"/>
                    <a:pt x="11502" y="4844"/>
                    <a:pt x="11915" y="4738"/>
                  </a:cubicBezTo>
                  <a:cubicBezTo>
                    <a:pt x="12395" y="4623"/>
                    <a:pt x="12788" y="4402"/>
                    <a:pt x="13057" y="4095"/>
                  </a:cubicBezTo>
                  <a:cubicBezTo>
                    <a:pt x="13475" y="3615"/>
                    <a:pt x="13676" y="2866"/>
                    <a:pt x="13676" y="1805"/>
                  </a:cubicBezTo>
                  <a:cubicBezTo>
                    <a:pt x="13676" y="1407"/>
                    <a:pt x="13772" y="1234"/>
                    <a:pt x="13806" y="1191"/>
                  </a:cubicBezTo>
                  <a:cubicBezTo>
                    <a:pt x="13844" y="1133"/>
                    <a:pt x="13864" y="1061"/>
                    <a:pt x="13864" y="989"/>
                  </a:cubicBezTo>
                  <a:lnTo>
                    <a:pt x="13864" y="524"/>
                  </a:lnTo>
                  <a:cubicBezTo>
                    <a:pt x="13864" y="346"/>
                    <a:pt x="13734" y="197"/>
                    <a:pt x="13556" y="173"/>
                  </a:cubicBezTo>
                  <a:cubicBezTo>
                    <a:pt x="12529" y="58"/>
                    <a:pt x="11497" y="0"/>
                    <a:pt x="10470" y="0"/>
                  </a:cubicBezTo>
                  <a:cubicBezTo>
                    <a:pt x="9174" y="0"/>
                    <a:pt x="8266" y="375"/>
                    <a:pt x="7844" y="596"/>
                  </a:cubicBezTo>
                  <a:cubicBezTo>
                    <a:pt x="7686" y="677"/>
                    <a:pt x="7522" y="735"/>
                    <a:pt x="7350" y="773"/>
                  </a:cubicBezTo>
                  <a:cubicBezTo>
                    <a:pt x="7213" y="805"/>
                    <a:pt x="7074" y="820"/>
                    <a:pt x="6934" y="820"/>
                  </a:cubicBezTo>
                  <a:cubicBezTo>
                    <a:pt x="6794" y="820"/>
                    <a:pt x="6654" y="805"/>
                    <a:pt x="6514" y="773"/>
                  </a:cubicBezTo>
                  <a:cubicBezTo>
                    <a:pt x="6346" y="735"/>
                    <a:pt x="6178" y="677"/>
                    <a:pt x="6025" y="596"/>
                  </a:cubicBezTo>
                  <a:cubicBezTo>
                    <a:pt x="5602" y="375"/>
                    <a:pt x="4695" y="0"/>
                    <a:pt x="33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89"/>
            <p:cNvSpPr/>
            <p:nvPr/>
          </p:nvSpPr>
          <p:spPr>
            <a:xfrm>
              <a:off x="5092490" y="2017000"/>
              <a:ext cx="136489" cy="91840"/>
            </a:xfrm>
            <a:custGeom>
              <a:rect b="b" l="l" r="r" t="t"/>
              <a:pathLst>
                <a:path extrusionOk="0" h="3505" w="5209">
                  <a:moveTo>
                    <a:pt x="2559" y="408"/>
                  </a:moveTo>
                  <a:cubicBezTo>
                    <a:pt x="3452" y="408"/>
                    <a:pt x="4248" y="456"/>
                    <a:pt x="4752" y="495"/>
                  </a:cubicBezTo>
                  <a:cubicBezTo>
                    <a:pt x="4709" y="701"/>
                    <a:pt x="4685" y="912"/>
                    <a:pt x="4690" y="1128"/>
                  </a:cubicBezTo>
                  <a:cubicBezTo>
                    <a:pt x="4690" y="2093"/>
                    <a:pt x="4498" y="2516"/>
                    <a:pt x="4335" y="2703"/>
                  </a:cubicBezTo>
                  <a:cubicBezTo>
                    <a:pt x="4181" y="2876"/>
                    <a:pt x="3936" y="2967"/>
                    <a:pt x="3754" y="3010"/>
                  </a:cubicBezTo>
                  <a:cubicBezTo>
                    <a:pt x="3456" y="3082"/>
                    <a:pt x="3111" y="3092"/>
                    <a:pt x="2760" y="3096"/>
                  </a:cubicBezTo>
                  <a:lnTo>
                    <a:pt x="2640" y="3096"/>
                  </a:lnTo>
                  <a:cubicBezTo>
                    <a:pt x="2242" y="3096"/>
                    <a:pt x="1925" y="3072"/>
                    <a:pt x="1695" y="2957"/>
                  </a:cubicBezTo>
                  <a:cubicBezTo>
                    <a:pt x="1426" y="2828"/>
                    <a:pt x="1186" y="2540"/>
                    <a:pt x="917" y="2031"/>
                  </a:cubicBezTo>
                  <a:cubicBezTo>
                    <a:pt x="802" y="1815"/>
                    <a:pt x="711" y="1584"/>
                    <a:pt x="639" y="1344"/>
                  </a:cubicBezTo>
                  <a:cubicBezTo>
                    <a:pt x="595" y="1181"/>
                    <a:pt x="523" y="1028"/>
                    <a:pt x="427" y="884"/>
                  </a:cubicBezTo>
                  <a:lnTo>
                    <a:pt x="423" y="884"/>
                  </a:lnTo>
                  <a:lnTo>
                    <a:pt x="432" y="879"/>
                  </a:lnTo>
                  <a:cubicBezTo>
                    <a:pt x="768" y="701"/>
                    <a:pt x="1493" y="408"/>
                    <a:pt x="2559" y="408"/>
                  </a:cubicBezTo>
                  <a:close/>
                  <a:moveTo>
                    <a:pt x="2559" y="0"/>
                  </a:moveTo>
                  <a:cubicBezTo>
                    <a:pt x="1412" y="0"/>
                    <a:pt x="619" y="327"/>
                    <a:pt x="250" y="519"/>
                  </a:cubicBezTo>
                  <a:lnTo>
                    <a:pt x="235" y="524"/>
                  </a:lnTo>
                  <a:cubicBezTo>
                    <a:pt x="130" y="572"/>
                    <a:pt x="58" y="668"/>
                    <a:pt x="29" y="783"/>
                  </a:cubicBezTo>
                  <a:cubicBezTo>
                    <a:pt x="0" y="893"/>
                    <a:pt x="19" y="1018"/>
                    <a:pt x="87" y="1114"/>
                  </a:cubicBezTo>
                  <a:cubicBezTo>
                    <a:pt x="159" y="1220"/>
                    <a:pt x="211" y="1335"/>
                    <a:pt x="250" y="1460"/>
                  </a:cubicBezTo>
                  <a:cubicBezTo>
                    <a:pt x="322" y="1724"/>
                    <a:pt x="427" y="1978"/>
                    <a:pt x="557" y="2223"/>
                  </a:cubicBezTo>
                  <a:cubicBezTo>
                    <a:pt x="864" y="2813"/>
                    <a:pt x="1162" y="3154"/>
                    <a:pt x="1517" y="3322"/>
                  </a:cubicBezTo>
                  <a:cubicBezTo>
                    <a:pt x="1820" y="3471"/>
                    <a:pt x="2184" y="3504"/>
                    <a:pt x="2636" y="3504"/>
                  </a:cubicBezTo>
                  <a:lnTo>
                    <a:pt x="2760" y="3504"/>
                  </a:lnTo>
                  <a:cubicBezTo>
                    <a:pt x="3140" y="3500"/>
                    <a:pt x="3509" y="3490"/>
                    <a:pt x="3850" y="3408"/>
                  </a:cubicBezTo>
                  <a:cubicBezTo>
                    <a:pt x="4090" y="3346"/>
                    <a:pt x="4416" y="3226"/>
                    <a:pt x="4642" y="2972"/>
                  </a:cubicBezTo>
                  <a:cubicBezTo>
                    <a:pt x="4949" y="2621"/>
                    <a:pt x="5098" y="2021"/>
                    <a:pt x="5098" y="1128"/>
                  </a:cubicBezTo>
                  <a:cubicBezTo>
                    <a:pt x="5093" y="946"/>
                    <a:pt x="5113" y="764"/>
                    <a:pt x="5151" y="591"/>
                  </a:cubicBezTo>
                  <a:cubicBezTo>
                    <a:pt x="5209" y="351"/>
                    <a:pt x="5036" y="116"/>
                    <a:pt x="4791" y="96"/>
                  </a:cubicBezTo>
                  <a:cubicBezTo>
                    <a:pt x="4277" y="53"/>
                    <a:pt x="3471" y="0"/>
                    <a:pt x="25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5" name="Google Shape;20105;p89"/>
            <p:cNvSpPr/>
            <p:nvPr/>
          </p:nvSpPr>
          <p:spPr>
            <a:xfrm>
              <a:off x="4904959" y="2017000"/>
              <a:ext cx="136489" cy="91840"/>
            </a:xfrm>
            <a:custGeom>
              <a:rect b="b" l="l" r="r" t="t"/>
              <a:pathLst>
                <a:path extrusionOk="0" h="3505" w="5209">
                  <a:moveTo>
                    <a:pt x="2645" y="408"/>
                  </a:moveTo>
                  <a:cubicBezTo>
                    <a:pt x="3711" y="408"/>
                    <a:pt x="4435" y="701"/>
                    <a:pt x="4772" y="879"/>
                  </a:cubicBezTo>
                  <a:lnTo>
                    <a:pt x="4781" y="884"/>
                  </a:lnTo>
                  <a:cubicBezTo>
                    <a:pt x="4781" y="884"/>
                    <a:pt x="4781" y="884"/>
                    <a:pt x="4781" y="888"/>
                  </a:cubicBezTo>
                  <a:cubicBezTo>
                    <a:pt x="4685" y="1028"/>
                    <a:pt x="4613" y="1181"/>
                    <a:pt x="4565" y="1344"/>
                  </a:cubicBezTo>
                  <a:cubicBezTo>
                    <a:pt x="4498" y="1580"/>
                    <a:pt x="4407" y="1815"/>
                    <a:pt x="4287" y="2031"/>
                  </a:cubicBezTo>
                  <a:cubicBezTo>
                    <a:pt x="4023" y="2544"/>
                    <a:pt x="3783" y="2828"/>
                    <a:pt x="3514" y="2957"/>
                  </a:cubicBezTo>
                  <a:cubicBezTo>
                    <a:pt x="3279" y="3072"/>
                    <a:pt x="2967" y="3096"/>
                    <a:pt x="2568" y="3096"/>
                  </a:cubicBezTo>
                  <a:lnTo>
                    <a:pt x="2448" y="3096"/>
                  </a:lnTo>
                  <a:cubicBezTo>
                    <a:pt x="2093" y="3092"/>
                    <a:pt x="1752" y="3082"/>
                    <a:pt x="1450" y="3010"/>
                  </a:cubicBezTo>
                  <a:cubicBezTo>
                    <a:pt x="1267" y="2967"/>
                    <a:pt x="1023" y="2876"/>
                    <a:pt x="869" y="2703"/>
                  </a:cubicBezTo>
                  <a:cubicBezTo>
                    <a:pt x="706" y="2516"/>
                    <a:pt x="514" y="2093"/>
                    <a:pt x="514" y="1128"/>
                  </a:cubicBezTo>
                  <a:cubicBezTo>
                    <a:pt x="518" y="912"/>
                    <a:pt x="494" y="701"/>
                    <a:pt x="446" y="500"/>
                  </a:cubicBezTo>
                  <a:cubicBezTo>
                    <a:pt x="955" y="456"/>
                    <a:pt x="1747" y="408"/>
                    <a:pt x="2645" y="408"/>
                  </a:cubicBezTo>
                  <a:close/>
                  <a:moveTo>
                    <a:pt x="2645" y="0"/>
                  </a:moveTo>
                  <a:cubicBezTo>
                    <a:pt x="1738" y="0"/>
                    <a:pt x="931" y="53"/>
                    <a:pt x="413" y="92"/>
                  </a:cubicBezTo>
                  <a:cubicBezTo>
                    <a:pt x="168" y="116"/>
                    <a:pt x="0" y="346"/>
                    <a:pt x="53" y="586"/>
                  </a:cubicBezTo>
                  <a:cubicBezTo>
                    <a:pt x="91" y="764"/>
                    <a:pt x="110" y="946"/>
                    <a:pt x="110" y="1128"/>
                  </a:cubicBezTo>
                  <a:cubicBezTo>
                    <a:pt x="110" y="2016"/>
                    <a:pt x="259" y="2621"/>
                    <a:pt x="566" y="2972"/>
                  </a:cubicBezTo>
                  <a:cubicBezTo>
                    <a:pt x="787" y="3226"/>
                    <a:pt x="1119" y="3346"/>
                    <a:pt x="1354" y="3404"/>
                  </a:cubicBezTo>
                  <a:cubicBezTo>
                    <a:pt x="1699" y="3490"/>
                    <a:pt x="2069" y="3500"/>
                    <a:pt x="2443" y="3504"/>
                  </a:cubicBezTo>
                  <a:lnTo>
                    <a:pt x="2568" y="3504"/>
                  </a:lnTo>
                  <a:cubicBezTo>
                    <a:pt x="3024" y="3504"/>
                    <a:pt x="3389" y="3471"/>
                    <a:pt x="3691" y="3322"/>
                  </a:cubicBezTo>
                  <a:cubicBezTo>
                    <a:pt x="4042" y="3149"/>
                    <a:pt x="4339" y="2813"/>
                    <a:pt x="4652" y="2218"/>
                  </a:cubicBezTo>
                  <a:cubicBezTo>
                    <a:pt x="4781" y="1978"/>
                    <a:pt x="4882" y="1719"/>
                    <a:pt x="4959" y="1455"/>
                  </a:cubicBezTo>
                  <a:cubicBezTo>
                    <a:pt x="4992" y="1330"/>
                    <a:pt x="5050" y="1215"/>
                    <a:pt x="5117" y="1109"/>
                  </a:cubicBezTo>
                  <a:cubicBezTo>
                    <a:pt x="5184" y="1013"/>
                    <a:pt x="5208" y="893"/>
                    <a:pt x="5180" y="778"/>
                  </a:cubicBezTo>
                  <a:cubicBezTo>
                    <a:pt x="5151" y="668"/>
                    <a:pt x="5074" y="572"/>
                    <a:pt x="4968" y="524"/>
                  </a:cubicBezTo>
                  <a:lnTo>
                    <a:pt x="4959" y="519"/>
                  </a:lnTo>
                  <a:cubicBezTo>
                    <a:pt x="4589" y="327"/>
                    <a:pt x="3797" y="0"/>
                    <a:pt x="26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6" name="Google Shape;20106;p89"/>
            <p:cNvSpPr/>
            <p:nvPr/>
          </p:nvSpPr>
          <p:spPr>
            <a:xfrm>
              <a:off x="4946961" y="2135985"/>
              <a:ext cx="239622" cy="68205"/>
            </a:xfrm>
            <a:custGeom>
              <a:rect b="b" l="l" r="r" t="t"/>
              <a:pathLst>
                <a:path extrusionOk="0" h="2603" w="9145">
                  <a:moveTo>
                    <a:pt x="5741" y="408"/>
                  </a:moveTo>
                  <a:cubicBezTo>
                    <a:pt x="6236" y="408"/>
                    <a:pt x="6639" y="759"/>
                    <a:pt x="7023" y="1100"/>
                  </a:cubicBezTo>
                  <a:cubicBezTo>
                    <a:pt x="7412" y="1440"/>
                    <a:pt x="7762" y="1748"/>
                    <a:pt x="8209" y="1748"/>
                  </a:cubicBezTo>
                  <a:cubicBezTo>
                    <a:pt x="8329" y="1748"/>
                    <a:pt x="8444" y="1728"/>
                    <a:pt x="8554" y="1690"/>
                  </a:cubicBezTo>
                  <a:lnTo>
                    <a:pt x="8554" y="1690"/>
                  </a:lnTo>
                  <a:cubicBezTo>
                    <a:pt x="8406" y="1872"/>
                    <a:pt x="8209" y="2012"/>
                    <a:pt x="7983" y="2088"/>
                  </a:cubicBezTo>
                  <a:cubicBezTo>
                    <a:pt x="7848" y="2140"/>
                    <a:pt x="7645" y="2193"/>
                    <a:pt x="7388" y="2193"/>
                  </a:cubicBezTo>
                  <a:cubicBezTo>
                    <a:pt x="7115" y="2193"/>
                    <a:pt x="6782" y="2133"/>
                    <a:pt x="6409" y="1944"/>
                  </a:cubicBezTo>
                  <a:cubicBezTo>
                    <a:pt x="6087" y="1781"/>
                    <a:pt x="5308" y="1417"/>
                    <a:pt x="4725" y="1417"/>
                  </a:cubicBezTo>
                  <a:cubicBezTo>
                    <a:pt x="4690" y="1417"/>
                    <a:pt x="4656" y="1419"/>
                    <a:pt x="4623" y="1421"/>
                  </a:cubicBezTo>
                  <a:cubicBezTo>
                    <a:pt x="4609" y="1424"/>
                    <a:pt x="4593" y="1425"/>
                    <a:pt x="4577" y="1425"/>
                  </a:cubicBezTo>
                  <a:cubicBezTo>
                    <a:pt x="4562" y="1425"/>
                    <a:pt x="4546" y="1424"/>
                    <a:pt x="4532" y="1421"/>
                  </a:cubicBezTo>
                  <a:cubicBezTo>
                    <a:pt x="4499" y="1419"/>
                    <a:pt x="4465" y="1417"/>
                    <a:pt x="4430" y="1417"/>
                  </a:cubicBezTo>
                  <a:cubicBezTo>
                    <a:pt x="3847" y="1417"/>
                    <a:pt x="3068" y="1781"/>
                    <a:pt x="2746" y="1944"/>
                  </a:cubicBezTo>
                  <a:cubicBezTo>
                    <a:pt x="2372" y="2133"/>
                    <a:pt x="2038" y="2193"/>
                    <a:pt x="1764" y="2193"/>
                  </a:cubicBezTo>
                  <a:cubicBezTo>
                    <a:pt x="1506" y="2193"/>
                    <a:pt x="1302" y="2140"/>
                    <a:pt x="1167" y="2088"/>
                  </a:cubicBezTo>
                  <a:cubicBezTo>
                    <a:pt x="946" y="2012"/>
                    <a:pt x="749" y="1872"/>
                    <a:pt x="600" y="1690"/>
                  </a:cubicBezTo>
                  <a:lnTo>
                    <a:pt x="600" y="1690"/>
                  </a:lnTo>
                  <a:cubicBezTo>
                    <a:pt x="711" y="1728"/>
                    <a:pt x="826" y="1748"/>
                    <a:pt x="946" y="1748"/>
                  </a:cubicBezTo>
                  <a:cubicBezTo>
                    <a:pt x="1392" y="1748"/>
                    <a:pt x="1752" y="1431"/>
                    <a:pt x="2132" y="1100"/>
                  </a:cubicBezTo>
                  <a:cubicBezTo>
                    <a:pt x="2511" y="768"/>
                    <a:pt x="2914" y="408"/>
                    <a:pt x="3413" y="408"/>
                  </a:cubicBezTo>
                  <a:cubicBezTo>
                    <a:pt x="3649" y="408"/>
                    <a:pt x="4215" y="466"/>
                    <a:pt x="4364" y="970"/>
                  </a:cubicBezTo>
                  <a:cubicBezTo>
                    <a:pt x="4395" y="1076"/>
                    <a:pt x="4486" y="1128"/>
                    <a:pt x="4577" y="1128"/>
                  </a:cubicBezTo>
                  <a:cubicBezTo>
                    <a:pt x="4669" y="1128"/>
                    <a:pt x="4760" y="1076"/>
                    <a:pt x="4791" y="970"/>
                  </a:cubicBezTo>
                  <a:cubicBezTo>
                    <a:pt x="4940" y="461"/>
                    <a:pt x="5506" y="408"/>
                    <a:pt x="5741" y="408"/>
                  </a:cubicBezTo>
                  <a:close/>
                  <a:moveTo>
                    <a:pt x="5741" y="0"/>
                  </a:moveTo>
                  <a:cubicBezTo>
                    <a:pt x="5093" y="0"/>
                    <a:pt x="4757" y="264"/>
                    <a:pt x="4580" y="504"/>
                  </a:cubicBezTo>
                  <a:cubicBezTo>
                    <a:pt x="4532" y="442"/>
                    <a:pt x="4474" y="384"/>
                    <a:pt x="4417" y="332"/>
                  </a:cubicBezTo>
                  <a:cubicBezTo>
                    <a:pt x="4172" y="111"/>
                    <a:pt x="3831" y="5"/>
                    <a:pt x="3413" y="5"/>
                  </a:cubicBezTo>
                  <a:cubicBezTo>
                    <a:pt x="2760" y="5"/>
                    <a:pt x="2285" y="423"/>
                    <a:pt x="1863" y="792"/>
                  </a:cubicBezTo>
                  <a:cubicBezTo>
                    <a:pt x="1541" y="1076"/>
                    <a:pt x="1239" y="1340"/>
                    <a:pt x="946" y="1340"/>
                  </a:cubicBezTo>
                  <a:cubicBezTo>
                    <a:pt x="797" y="1340"/>
                    <a:pt x="701" y="1311"/>
                    <a:pt x="663" y="1258"/>
                  </a:cubicBezTo>
                  <a:cubicBezTo>
                    <a:pt x="624" y="1210"/>
                    <a:pt x="629" y="1090"/>
                    <a:pt x="677" y="960"/>
                  </a:cubicBezTo>
                  <a:cubicBezTo>
                    <a:pt x="738" y="796"/>
                    <a:pt x="603" y="662"/>
                    <a:pt x="464" y="662"/>
                  </a:cubicBezTo>
                  <a:cubicBezTo>
                    <a:pt x="405" y="662"/>
                    <a:pt x="344" y="687"/>
                    <a:pt x="298" y="744"/>
                  </a:cubicBezTo>
                  <a:cubicBezTo>
                    <a:pt x="63" y="1037"/>
                    <a:pt x="0" y="1378"/>
                    <a:pt x="125" y="1680"/>
                  </a:cubicBezTo>
                  <a:cubicBezTo>
                    <a:pt x="260" y="2016"/>
                    <a:pt x="596" y="2309"/>
                    <a:pt x="1023" y="2472"/>
                  </a:cubicBezTo>
                  <a:cubicBezTo>
                    <a:pt x="1257" y="2558"/>
                    <a:pt x="1506" y="2601"/>
                    <a:pt x="1760" y="2601"/>
                  </a:cubicBezTo>
                  <a:cubicBezTo>
                    <a:pt x="2145" y="2601"/>
                    <a:pt x="2544" y="2503"/>
                    <a:pt x="2928" y="2309"/>
                  </a:cubicBezTo>
                  <a:cubicBezTo>
                    <a:pt x="3751" y="1888"/>
                    <a:pt x="4224" y="1826"/>
                    <a:pt x="4420" y="1826"/>
                  </a:cubicBezTo>
                  <a:cubicBezTo>
                    <a:pt x="4452" y="1826"/>
                    <a:pt x="4476" y="1827"/>
                    <a:pt x="4493" y="1829"/>
                  </a:cubicBezTo>
                  <a:lnTo>
                    <a:pt x="4652" y="1829"/>
                  </a:lnTo>
                  <a:cubicBezTo>
                    <a:pt x="4670" y="1827"/>
                    <a:pt x="4695" y="1826"/>
                    <a:pt x="4727" y="1826"/>
                  </a:cubicBezTo>
                  <a:cubicBezTo>
                    <a:pt x="4926" y="1826"/>
                    <a:pt x="5399" y="1888"/>
                    <a:pt x="6221" y="2309"/>
                  </a:cubicBezTo>
                  <a:cubicBezTo>
                    <a:pt x="6581" y="2496"/>
                    <a:pt x="6980" y="2597"/>
                    <a:pt x="7388" y="2602"/>
                  </a:cubicBezTo>
                  <a:cubicBezTo>
                    <a:pt x="7638" y="2602"/>
                    <a:pt x="7887" y="2559"/>
                    <a:pt x="8122" y="2472"/>
                  </a:cubicBezTo>
                  <a:cubicBezTo>
                    <a:pt x="8550" y="2309"/>
                    <a:pt x="8890" y="2016"/>
                    <a:pt x="9025" y="1680"/>
                  </a:cubicBezTo>
                  <a:cubicBezTo>
                    <a:pt x="9145" y="1378"/>
                    <a:pt x="9082" y="1037"/>
                    <a:pt x="8852" y="744"/>
                  </a:cubicBezTo>
                  <a:lnTo>
                    <a:pt x="8857" y="744"/>
                  </a:lnTo>
                  <a:cubicBezTo>
                    <a:pt x="8809" y="687"/>
                    <a:pt x="8748" y="662"/>
                    <a:pt x="8688" y="662"/>
                  </a:cubicBezTo>
                  <a:cubicBezTo>
                    <a:pt x="8549" y="662"/>
                    <a:pt x="8417" y="796"/>
                    <a:pt x="8478" y="960"/>
                  </a:cubicBezTo>
                  <a:cubicBezTo>
                    <a:pt x="8521" y="1090"/>
                    <a:pt x="8526" y="1205"/>
                    <a:pt x="8492" y="1258"/>
                  </a:cubicBezTo>
                  <a:cubicBezTo>
                    <a:pt x="8454" y="1311"/>
                    <a:pt x="8353" y="1340"/>
                    <a:pt x="8209" y="1340"/>
                  </a:cubicBezTo>
                  <a:cubicBezTo>
                    <a:pt x="7916" y="1340"/>
                    <a:pt x="7609" y="1076"/>
                    <a:pt x="7292" y="792"/>
                  </a:cubicBezTo>
                  <a:cubicBezTo>
                    <a:pt x="6870" y="423"/>
                    <a:pt x="6389" y="0"/>
                    <a:pt x="57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7" name="Google Shape;20107;p89"/>
            <p:cNvSpPr/>
            <p:nvPr/>
          </p:nvSpPr>
          <p:spPr>
            <a:xfrm>
              <a:off x="5152677" y="2206051"/>
              <a:ext cx="28141" cy="128314"/>
            </a:xfrm>
            <a:custGeom>
              <a:rect b="b" l="l" r="r" t="t"/>
              <a:pathLst>
                <a:path extrusionOk="0" h="4897" w="1074">
                  <a:moveTo>
                    <a:pt x="670" y="2799"/>
                  </a:moveTo>
                  <a:lnTo>
                    <a:pt x="670" y="4363"/>
                  </a:lnTo>
                  <a:cubicBezTo>
                    <a:pt x="670" y="4447"/>
                    <a:pt x="606" y="4489"/>
                    <a:pt x="543" y="4489"/>
                  </a:cubicBezTo>
                  <a:cubicBezTo>
                    <a:pt x="479" y="4489"/>
                    <a:pt x="415" y="4447"/>
                    <a:pt x="415" y="4363"/>
                  </a:cubicBezTo>
                  <a:lnTo>
                    <a:pt x="415" y="2799"/>
                  </a:lnTo>
                  <a:close/>
                  <a:moveTo>
                    <a:pt x="871" y="0"/>
                  </a:moveTo>
                  <a:cubicBezTo>
                    <a:pt x="756" y="0"/>
                    <a:pt x="670" y="86"/>
                    <a:pt x="670" y="202"/>
                  </a:cubicBezTo>
                  <a:lnTo>
                    <a:pt x="670" y="2391"/>
                  </a:lnTo>
                  <a:lnTo>
                    <a:pt x="415" y="2391"/>
                  </a:lnTo>
                  <a:lnTo>
                    <a:pt x="415" y="538"/>
                  </a:lnTo>
                  <a:cubicBezTo>
                    <a:pt x="423" y="396"/>
                    <a:pt x="317" y="325"/>
                    <a:pt x="211" y="325"/>
                  </a:cubicBezTo>
                  <a:cubicBezTo>
                    <a:pt x="106" y="325"/>
                    <a:pt x="0" y="396"/>
                    <a:pt x="7" y="538"/>
                  </a:cubicBezTo>
                  <a:lnTo>
                    <a:pt x="7" y="4363"/>
                  </a:lnTo>
                  <a:cubicBezTo>
                    <a:pt x="7" y="4661"/>
                    <a:pt x="247" y="4896"/>
                    <a:pt x="540" y="4896"/>
                  </a:cubicBezTo>
                  <a:cubicBezTo>
                    <a:pt x="833" y="4896"/>
                    <a:pt x="1073" y="4661"/>
                    <a:pt x="1073" y="4363"/>
                  </a:cubicBezTo>
                  <a:lnTo>
                    <a:pt x="1073" y="202"/>
                  </a:lnTo>
                  <a:cubicBezTo>
                    <a:pt x="1073" y="91"/>
                    <a:pt x="982" y="0"/>
                    <a:pt x="8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89"/>
            <p:cNvSpPr/>
            <p:nvPr/>
          </p:nvSpPr>
          <p:spPr>
            <a:xfrm>
              <a:off x="5217004" y="2100140"/>
              <a:ext cx="27958" cy="234224"/>
            </a:xfrm>
            <a:custGeom>
              <a:rect b="b" l="l" r="r" t="t"/>
              <a:pathLst>
                <a:path extrusionOk="0" h="8939" w="1067">
                  <a:moveTo>
                    <a:pt x="658" y="6841"/>
                  </a:moveTo>
                  <a:lnTo>
                    <a:pt x="658" y="8405"/>
                  </a:lnTo>
                  <a:cubicBezTo>
                    <a:pt x="658" y="8489"/>
                    <a:pt x="596" y="8531"/>
                    <a:pt x="533" y="8531"/>
                  </a:cubicBezTo>
                  <a:cubicBezTo>
                    <a:pt x="471" y="8531"/>
                    <a:pt x="409" y="8489"/>
                    <a:pt x="409" y="8405"/>
                  </a:cubicBezTo>
                  <a:lnTo>
                    <a:pt x="409" y="6841"/>
                  </a:lnTo>
                  <a:close/>
                  <a:moveTo>
                    <a:pt x="865" y="0"/>
                  </a:moveTo>
                  <a:cubicBezTo>
                    <a:pt x="749" y="0"/>
                    <a:pt x="658" y="91"/>
                    <a:pt x="658" y="207"/>
                  </a:cubicBezTo>
                  <a:lnTo>
                    <a:pt x="658" y="6433"/>
                  </a:lnTo>
                  <a:lnTo>
                    <a:pt x="409" y="6433"/>
                  </a:lnTo>
                  <a:lnTo>
                    <a:pt x="409" y="879"/>
                  </a:lnTo>
                  <a:cubicBezTo>
                    <a:pt x="401" y="749"/>
                    <a:pt x="303" y="684"/>
                    <a:pt x="205" y="684"/>
                  </a:cubicBezTo>
                  <a:cubicBezTo>
                    <a:pt x="106" y="684"/>
                    <a:pt x="8" y="749"/>
                    <a:pt x="0" y="879"/>
                  </a:cubicBezTo>
                  <a:lnTo>
                    <a:pt x="0" y="8405"/>
                  </a:lnTo>
                  <a:cubicBezTo>
                    <a:pt x="0" y="8703"/>
                    <a:pt x="241" y="8938"/>
                    <a:pt x="533" y="8938"/>
                  </a:cubicBezTo>
                  <a:cubicBezTo>
                    <a:pt x="826" y="8938"/>
                    <a:pt x="1066" y="8703"/>
                    <a:pt x="1066" y="8405"/>
                  </a:cubicBezTo>
                  <a:lnTo>
                    <a:pt x="1066" y="207"/>
                  </a:lnTo>
                  <a:cubicBezTo>
                    <a:pt x="1066" y="91"/>
                    <a:pt x="975" y="0"/>
                    <a:pt x="8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9" name="Google Shape;20109;p89"/>
          <p:cNvGrpSpPr/>
          <p:nvPr/>
        </p:nvGrpSpPr>
        <p:grpSpPr>
          <a:xfrm>
            <a:off x="7062315" y="2901963"/>
            <a:ext cx="363507" cy="346423"/>
            <a:chOff x="7062315" y="2901963"/>
            <a:chExt cx="363507" cy="346423"/>
          </a:xfrm>
        </p:grpSpPr>
        <p:sp>
          <p:nvSpPr>
            <p:cNvPr id="20110" name="Google Shape;20110;p89"/>
            <p:cNvSpPr/>
            <p:nvPr/>
          </p:nvSpPr>
          <p:spPr>
            <a:xfrm>
              <a:off x="7067582" y="2907256"/>
              <a:ext cx="215751" cy="265274"/>
            </a:xfrm>
            <a:custGeom>
              <a:rect b="b" l="l" r="r" t="t"/>
              <a:pathLst>
                <a:path extrusionOk="0" h="10124" w="8234">
                  <a:moveTo>
                    <a:pt x="8228" y="0"/>
                  </a:moveTo>
                  <a:lnTo>
                    <a:pt x="1791" y="1426"/>
                  </a:lnTo>
                  <a:lnTo>
                    <a:pt x="1791" y="3692"/>
                  </a:lnTo>
                  <a:lnTo>
                    <a:pt x="1791" y="8540"/>
                  </a:lnTo>
                  <a:cubicBezTo>
                    <a:pt x="1575" y="8449"/>
                    <a:pt x="1340" y="8396"/>
                    <a:pt x="1105" y="8391"/>
                  </a:cubicBezTo>
                  <a:cubicBezTo>
                    <a:pt x="495" y="8391"/>
                    <a:pt x="1" y="8780"/>
                    <a:pt x="1" y="9260"/>
                  </a:cubicBezTo>
                  <a:cubicBezTo>
                    <a:pt x="1" y="9735"/>
                    <a:pt x="495" y="10124"/>
                    <a:pt x="1105" y="10124"/>
                  </a:cubicBezTo>
                  <a:cubicBezTo>
                    <a:pt x="2223" y="10124"/>
                    <a:pt x="2540" y="9279"/>
                    <a:pt x="2540" y="8948"/>
                  </a:cubicBezTo>
                  <a:lnTo>
                    <a:pt x="2540" y="3524"/>
                  </a:lnTo>
                  <a:lnTo>
                    <a:pt x="7484" y="2434"/>
                  </a:lnTo>
                  <a:lnTo>
                    <a:pt x="7484" y="7057"/>
                  </a:lnTo>
                  <a:cubicBezTo>
                    <a:pt x="7264" y="6965"/>
                    <a:pt x="7033" y="6917"/>
                    <a:pt x="6798" y="6913"/>
                  </a:cubicBezTo>
                  <a:cubicBezTo>
                    <a:pt x="6188" y="6913"/>
                    <a:pt x="5694" y="7297"/>
                    <a:pt x="5694" y="7777"/>
                  </a:cubicBezTo>
                  <a:cubicBezTo>
                    <a:pt x="5694" y="8257"/>
                    <a:pt x="6188" y="8646"/>
                    <a:pt x="6798" y="8646"/>
                  </a:cubicBezTo>
                  <a:cubicBezTo>
                    <a:pt x="7777" y="8646"/>
                    <a:pt x="8233" y="7911"/>
                    <a:pt x="8233" y="7436"/>
                  </a:cubicBezTo>
                  <a:cubicBezTo>
                    <a:pt x="8228" y="7138"/>
                    <a:pt x="8228" y="2266"/>
                    <a:pt x="8228" y="2266"/>
                  </a:cubicBezTo>
                  <a:lnTo>
                    <a:pt x="822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89"/>
            <p:cNvSpPr/>
            <p:nvPr/>
          </p:nvSpPr>
          <p:spPr>
            <a:xfrm>
              <a:off x="7091741" y="2999567"/>
              <a:ext cx="42422" cy="172963"/>
            </a:xfrm>
            <a:custGeom>
              <a:rect b="b" l="l" r="r" t="t"/>
              <a:pathLst>
                <a:path extrusionOk="0" h="6601" w="1619">
                  <a:moveTo>
                    <a:pt x="1618" y="1"/>
                  </a:moveTo>
                  <a:lnTo>
                    <a:pt x="1210" y="92"/>
                  </a:lnTo>
                  <a:lnTo>
                    <a:pt x="1210" y="5425"/>
                  </a:lnTo>
                  <a:cubicBezTo>
                    <a:pt x="1210" y="5732"/>
                    <a:pt x="936" y="6486"/>
                    <a:pt x="0" y="6587"/>
                  </a:cubicBezTo>
                  <a:cubicBezTo>
                    <a:pt x="58" y="6596"/>
                    <a:pt x="120" y="6601"/>
                    <a:pt x="183" y="6601"/>
                  </a:cubicBezTo>
                  <a:cubicBezTo>
                    <a:pt x="1301" y="6601"/>
                    <a:pt x="1618" y="5756"/>
                    <a:pt x="1618" y="5425"/>
                  </a:cubicBezTo>
                  <a:lnTo>
                    <a:pt x="161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89"/>
            <p:cNvSpPr/>
            <p:nvPr/>
          </p:nvSpPr>
          <p:spPr>
            <a:xfrm>
              <a:off x="7240650" y="2907256"/>
              <a:ext cx="42553" cy="226416"/>
            </a:xfrm>
            <a:custGeom>
              <a:rect b="b" l="l" r="r" t="t"/>
              <a:pathLst>
                <a:path extrusionOk="0" h="8641" w="1624">
                  <a:moveTo>
                    <a:pt x="1623" y="0"/>
                  </a:moveTo>
                  <a:lnTo>
                    <a:pt x="1220" y="92"/>
                  </a:lnTo>
                  <a:lnTo>
                    <a:pt x="1220" y="2266"/>
                  </a:lnTo>
                  <a:lnTo>
                    <a:pt x="1220" y="7431"/>
                  </a:lnTo>
                  <a:cubicBezTo>
                    <a:pt x="1220" y="7873"/>
                    <a:pt x="831" y="8530"/>
                    <a:pt x="1" y="8626"/>
                  </a:cubicBezTo>
                  <a:cubicBezTo>
                    <a:pt x="63" y="8636"/>
                    <a:pt x="126" y="8641"/>
                    <a:pt x="193" y="8641"/>
                  </a:cubicBezTo>
                  <a:cubicBezTo>
                    <a:pt x="1172" y="8641"/>
                    <a:pt x="1623" y="7911"/>
                    <a:pt x="1623" y="7431"/>
                  </a:cubicBezTo>
                  <a:lnTo>
                    <a:pt x="1623" y="2266"/>
                  </a:lnTo>
                  <a:lnTo>
                    <a:pt x="1623"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89"/>
            <p:cNvSpPr/>
            <p:nvPr/>
          </p:nvSpPr>
          <p:spPr>
            <a:xfrm>
              <a:off x="7269708" y="2965268"/>
              <a:ext cx="150717" cy="277720"/>
            </a:xfrm>
            <a:custGeom>
              <a:rect b="b" l="l" r="r" t="t"/>
              <a:pathLst>
                <a:path extrusionOk="0" h="10599" w="5752">
                  <a:moveTo>
                    <a:pt x="2221" y="1"/>
                  </a:moveTo>
                  <a:cubicBezTo>
                    <a:pt x="2192" y="1"/>
                    <a:pt x="2164" y="22"/>
                    <a:pt x="2161" y="57"/>
                  </a:cubicBezTo>
                  <a:lnTo>
                    <a:pt x="2161" y="8832"/>
                  </a:lnTo>
                  <a:cubicBezTo>
                    <a:pt x="1882" y="8697"/>
                    <a:pt x="1575" y="8620"/>
                    <a:pt x="1263" y="8611"/>
                  </a:cubicBezTo>
                  <a:cubicBezTo>
                    <a:pt x="567" y="8611"/>
                    <a:pt x="1" y="9057"/>
                    <a:pt x="1" y="9604"/>
                  </a:cubicBezTo>
                  <a:cubicBezTo>
                    <a:pt x="1" y="10156"/>
                    <a:pt x="567" y="10598"/>
                    <a:pt x="1263" y="10598"/>
                  </a:cubicBezTo>
                  <a:cubicBezTo>
                    <a:pt x="2315" y="10598"/>
                    <a:pt x="2910" y="9600"/>
                    <a:pt x="2910" y="9048"/>
                  </a:cubicBezTo>
                  <a:lnTo>
                    <a:pt x="2910" y="3503"/>
                  </a:lnTo>
                  <a:cubicBezTo>
                    <a:pt x="4561" y="4118"/>
                    <a:pt x="5444" y="5395"/>
                    <a:pt x="5684" y="5779"/>
                  </a:cubicBezTo>
                  <a:cubicBezTo>
                    <a:pt x="5692" y="5792"/>
                    <a:pt x="5703" y="5798"/>
                    <a:pt x="5715" y="5798"/>
                  </a:cubicBezTo>
                  <a:cubicBezTo>
                    <a:pt x="5733" y="5798"/>
                    <a:pt x="5751" y="5783"/>
                    <a:pt x="5751" y="5759"/>
                  </a:cubicBezTo>
                  <a:cubicBezTo>
                    <a:pt x="5751" y="5207"/>
                    <a:pt x="5689" y="3124"/>
                    <a:pt x="4619" y="2678"/>
                  </a:cubicBezTo>
                  <a:cubicBezTo>
                    <a:pt x="3975" y="2414"/>
                    <a:pt x="3337" y="1650"/>
                    <a:pt x="2871" y="983"/>
                  </a:cubicBezTo>
                  <a:cubicBezTo>
                    <a:pt x="2857" y="950"/>
                    <a:pt x="2833" y="921"/>
                    <a:pt x="2809" y="897"/>
                  </a:cubicBezTo>
                  <a:cubicBezTo>
                    <a:pt x="2569" y="542"/>
                    <a:pt x="2382" y="225"/>
                    <a:pt x="2271" y="28"/>
                  </a:cubicBezTo>
                  <a:cubicBezTo>
                    <a:pt x="2258" y="9"/>
                    <a:pt x="2239" y="1"/>
                    <a:pt x="22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4" name="Google Shape;20114;p89"/>
            <p:cNvSpPr/>
            <p:nvPr/>
          </p:nvSpPr>
          <p:spPr>
            <a:xfrm>
              <a:off x="7270966" y="3029517"/>
              <a:ext cx="149616" cy="213341"/>
            </a:xfrm>
            <a:custGeom>
              <a:rect b="b" l="l" r="r" t="t"/>
              <a:pathLst>
                <a:path extrusionOk="0" h="8142" w="5710">
                  <a:moveTo>
                    <a:pt x="2463" y="0"/>
                  </a:moveTo>
                  <a:lnTo>
                    <a:pt x="2463" y="6120"/>
                  </a:lnTo>
                  <a:cubicBezTo>
                    <a:pt x="2463" y="6672"/>
                    <a:pt x="1868" y="7676"/>
                    <a:pt x="822" y="7676"/>
                  </a:cubicBezTo>
                  <a:cubicBezTo>
                    <a:pt x="529" y="7676"/>
                    <a:pt x="246" y="7594"/>
                    <a:pt x="1" y="7440"/>
                  </a:cubicBezTo>
                  <a:lnTo>
                    <a:pt x="1" y="7440"/>
                  </a:lnTo>
                  <a:cubicBezTo>
                    <a:pt x="6" y="7450"/>
                    <a:pt x="10" y="7464"/>
                    <a:pt x="15" y="7474"/>
                  </a:cubicBezTo>
                  <a:lnTo>
                    <a:pt x="15" y="7479"/>
                  </a:lnTo>
                  <a:cubicBezTo>
                    <a:pt x="25" y="7488"/>
                    <a:pt x="30" y="7503"/>
                    <a:pt x="34" y="7512"/>
                  </a:cubicBezTo>
                  <a:cubicBezTo>
                    <a:pt x="58" y="7565"/>
                    <a:pt x="87" y="7613"/>
                    <a:pt x="121" y="7656"/>
                  </a:cubicBezTo>
                  <a:lnTo>
                    <a:pt x="145" y="7690"/>
                  </a:lnTo>
                  <a:lnTo>
                    <a:pt x="150" y="7695"/>
                  </a:lnTo>
                  <a:lnTo>
                    <a:pt x="174" y="7724"/>
                  </a:lnTo>
                  <a:cubicBezTo>
                    <a:pt x="202" y="7757"/>
                    <a:pt x="231" y="7786"/>
                    <a:pt x="260" y="7815"/>
                  </a:cubicBezTo>
                  <a:lnTo>
                    <a:pt x="265" y="7815"/>
                  </a:lnTo>
                  <a:lnTo>
                    <a:pt x="294" y="7839"/>
                  </a:lnTo>
                  <a:lnTo>
                    <a:pt x="303" y="7848"/>
                  </a:lnTo>
                  <a:lnTo>
                    <a:pt x="332" y="7868"/>
                  </a:lnTo>
                  <a:lnTo>
                    <a:pt x="342" y="7877"/>
                  </a:lnTo>
                  <a:lnTo>
                    <a:pt x="370" y="7896"/>
                  </a:lnTo>
                  <a:lnTo>
                    <a:pt x="380" y="7906"/>
                  </a:lnTo>
                  <a:cubicBezTo>
                    <a:pt x="399" y="7916"/>
                    <a:pt x="418" y="7930"/>
                    <a:pt x="438" y="7944"/>
                  </a:cubicBezTo>
                  <a:lnTo>
                    <a:pt x="447" y="7949"/>
                  </a:lnTo>
                  <a:lnTo>
                    <a:pt x="476" y="7964"/>
                  </a:lnTo>
                  <a:lnTo>
                    <a:pt x="495" y="7978"/>
                  </a:lnTo>
                  <a:lnTo>
                    <a:pt x="519" y="7988"/>
                  </a:lnTo>
                  <a:lnTo>
                    <a:pt x="543" y="8002"/>
                  </a:lnTo>
                  <a:lnTo>
                    <a:pt x="567" y="8012"/>
                  </a:lnTo>
                  <a:lnTo>
                    <a:pt x="591" y="8021"/>
                  </a:lnTo>
                  <a:lnTo>
                    <a:pt x="615" y="8031"/>
                  </a:lnTo>
                  <a:lnTo>
                    <a:pt x="658" y="8050"/>
                  </a:lnTo>
                  <a:lnTo>
                    <a:pt x="682" y="8060"/>
                  </a:lnTo>
                  <a:lnTo>
                    <a:pt x="711" y="8069"/>
                  </a:lnTo>
                  <a:lnTo>
                    <a:pt x="735" y="8079"/>
                  </a:lnTo>
                  <a:lnTo>
                    <a:pt x="769" y="8088"/>
                  </a:lnTo>
                  <a:lnTo>
                    <a:pt x="788" y="8093"/>
                  </a:lnTo>
                  <a:lnTo>
                    <a:pt x="822" y="8103"/>
                  </a:lnTo>
                  <a:lnTo>
                    <a:pt x="846" y="8108"/>
                  </a:lnTo>
                  <a:lnTo>
                    <a:pt x="884" y="8117"/>
                  </a:lnTo>
                  <a:lnTo>
                    <a:pt x="898" y="8122"/>
                  </a:lnTo>
                  <a:lnTo>
                    <a:pt x="956" y="8132"/>
                  </a:lnTo>
                  <a:lnTo>
                    <a:pt x="970" y="8132"/>
                  </a:lnTo>
                  <a:lnTo>
                    <a:pt x="1014" y="8137"/>
                  </a:lnTo>
                  <a:lnTo>
                    <a:pt x="1033" y="8137"/>
                  </a:lnTo>
                  <a:lnTo>
                    <a:pt x="1071" y="8141"/>
                  </a:lnTo>
                  <a:lnTo>
                    <a:pt x="1215" y="8141"/>
                  </a:lnTo>
                  <a:cubicBezTo>
                    <a:pt x="2262" y="8141"/>
                    <a:pt x="2857" y="7138"/>
                    <a:pt x="2857" y="6586"/>
                  </a:cubicBezTo>
                  <a:lnTo>
                    <a:pt x="2857" y="1051"/>
                  </a:lnTo>
                  <a:cubicBezTo>
                    <a:pt x="4508" y="1666"/>
                    <a:pt x="5391" y="2943"/>
                    <a:pt x="5631" y="3327"/>
                  </a:cubicBezTo>
                  <a:cubicBezTo>
                    <a:pt x="5637" y="3344"/>
                    <a:pt x="5651" y="3351"/>
                    <a:pt x="5665" y="3351"/>
                  </a:cubicBezTo>
                  <a:cubicBezTo>
                    <a:pt x="5687" y="3351"/>
                    <a:pt x="5709" y="3334"/>
                    <a:pt x="5703" y="3307"/>
                  </a:cubicBezTo>
                  <a:cubicBezTo>
                    <a:pt x="5703" y="3211"/>
                    <a:pt x="5703" y="3067"/>
                    <a:pt x="5694" y="2895"/>
                  </a:cubicBezTo>
                  <a:cubicBezTo>
                    <a:pt x="5406" y="2002"/>
                    <a:pt x="4748" y="816"/>
                    <a:pt x="2463"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5" name="Google Shape;20115;p89"/>
            <p:cNvSpPr/>
            <p:nvPr/>
          </p:nvSpPr>
          <p:spPr>
            <a:xfrm>
              <a:off x="7114511" y="2907256"/>
              <a:ext cx="168692" cy="96740"/>
            </a:xfrm>
            <a:custGeom>
              <a:rect b="b" l="l" r="r" t="t"/>
              <a:pathLst>
                <a:path extrusionOk="0" h="3692" w="6438">
                  <a:moveTo>
                    <a:pt x="6437" y="0"/>
                  </a:moveTo>
                  <a:lnTo>
                    <a:pt x="0" y="1426"/>
                  </a:lnTo>
                  <a:lnTo>
                    <a:pt x="0" y="3692"/>
                  </a:lnTo>
                  <a:lnTo>
                    <a:pt x="6437" y="2266"/>
                  </a:lnTo>
                  <a:lnTo>
                    <a:pt x="643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6" name="Google Shape;20116;p89"/>
            <p:cNvSpPr/>
            <p:nvPr/>
          </p:nvSpPr>
          <p:spPr>
            <a:xfrm>
              <a:off x="7062315" y="2901963"/>
              <a:ext cx="226285" cy="275860"/>
            </a:xfrm>
            <a:custGeom>
              <a:rect b="b" l="l" r="r" t="t"/>
              <a:pathLst>
                <a:path extrusionOk="0" h="10528" w="8636">
                  <a:moveTo>
                    <a:pt x="8228" y="457"/>
                  </a:moveTo>
                  <a:lnTo>
                    <a:pt x="8228" y="2305"/>
                  </a:lnTo>
                  <a:lnTo>
                    <a:pt x="7642" y="2434"/>
                  </a:lnTo>
                  <a:lnTo>
                    <a:pt x="2703" y="3529"/>
                  </a:lnTo>
                  <a:lnTo>
                    <a:pt x="2194" y="3639"/>
                  </a:lnTo>
                  <a:lnTo>
                    <a:pt x="2194" y="1796"/>
                  </a:lnTo>
                  <a:lnTo>
                    <a:pt x="8228" y="457"/>
                  </a:lnTo>
                  <a:close/>
                  <a:moveTo>
                    <a:pt x="8228" y="2718"/>
                  </a:moveTo>
                  <a:lnTo>
                    <a:pt x="8228" y="7633"/>
                  </a:lnTo>
                  <a:cubicBezTo>
                    <a:pt x="8213" y="7878"/>
                    <a:pt x="8113" y="8103"/>
                    <a:pt x="7940" y="8276"/>
                  </a:cubicBezTo>
                  <a:cubicBezTo>
                    <a:pt x="7777" y="8439"/>
                    <a:pt x="7484" y="8636"/>
                    <a:pt x="6999" y="8636"/>
                  </a:cubicBezTo>
                  <a:cubicBezTo>
                    <a:pt x="6500" y="8636"/>
                    <a:pt x="6096" y="8339"/>
                    <a:pt x="6096" y="7974"/>
                  </a:cubicBezTo>
                  <a:cubicBezTo>
                    <a:pt x="6096" y="7609"/>
                    <a:pt x="6504" y="7311"/>
                    <a:pt x="6999" y="7311"/>
                  </a:cubicBezTo>
                  <a:cubicBezTo>
                    <a:pt x="7205" y="7316"/>
                    <a:pt x="7412" y="7359"/>
                    <a:pt x="7609" y="7441"/>
                  </a:cubicBezTo>
                  <a:cubicBezTo>
                    <a:pt x="7634" y="7452"/>
                    <a:pt x="7660" y="7458"/>
                    <a:pt x="7686" y="7458"/>
                  </a:cubicBezTo>
                  <a:cubicBezTo>
                    <a:pt x="7791" y="7458"/>
                    <a:pt x="7887" y="7370"/>
                    <a:pt x="7887" y="7254"/>
                  </a:cubicBezTo>
                  <a:lnTo>
                    <a:pt x="7887" y="2794"/>
                  </a:lnTo>
                  <a:lnTo>
                    <a:pt x="8228" y="2718"/>
                  </a:lnTo>
                  <a:close/>
                  <a:moveTo>
                    <a:pt x="8433" y="0"/>
                  </a:moveTo>
                  <a:cubicBezTo>
                    <a:pt x="8417" y="0"/>
                    <a:pt x="8402" y="2"/>
                    <a:pt x="8386" y="5"/>
                  </a:cubicBezTo>
                  <a:lnTo>
                    <a:pt x="1949" y="1436"/>
                  </a:lnTo>
                  <a:cubicBezTo>
                    <a:pt x="1858" y="1455"/>
                    <a:pt x="1791" y="1537"/>
                    <a:pt x="1791" y="1633"/>
                  </a:cubicBezTo>
                  <a:lnTo>
                    <a:pt x="1791" y="3894"/>
                  </a:lnTo>
                  <a:lnTo>
                    <a:pt x="1791" y="5051"/>
                  </a:lnTo>
                  <a:cubicBezTo>
                    <a:pt x="1791" y="5185"/>
                    <a:pt x="1891" y="5252"/>
                    <a:pt x="1992" y="5252"/>
                  </a:cubicBezTo>
                  <a:cubicBezTo>
                    <a:pt x="2093" y="5252"/>
                    <a:pt x="2194" y="5185"/>
                    <a:pt x="2194" y="5051"/>
                  </a:cubicBezTo>
                  <a:lnTo>
                    <a:pt x="2194" y="4057"/>
                  </a:lnTo>
                  <a:lnTo>
                    <a:pt x="2539" y="3980"/>
                  </a:lnTo>
                  <a:lnTo>
                    <a:pt x="2539" y="9150"/>
                  </a:lnTo>
                  <a:cubicBezTo>
                    <a:pt x="2539" y="9356"/>
                    <a:pt x="2328" y="10124"/>
                    <a:pt x="1306" y="10124"/>
                  </a:cubicBezTo>
                  <a:cubicBezTo>
                    <a:pt x="811" y="10124"/>
                    <a:pt x="408" y="9822"/>
                    <a:pt x="408" y="9462"/>
                  </a:cubicBezTo>
                  <a:cubicBezTo>
                    <a:pt x="408" y="9097"/>
                    <a:pt x="811" y="8795"/>
                    <a:pt x="1306" y="8795"/>
                  </a:cubicBezTo>
                  <a:cubicBezTo>
                    <a:pt x="1517" y="8800"/>
                    <a:pt x="1723" y="8848"/>
                    <a:pt x="1915" y="8929"/>
                  </a:cubicBezTo>
                  <a:cubicBezTo>
                    <a:pt x="1941" y="8939"/>
                    <a:pt x="1967" y="8944"/>
                    <a:pt x="1992" y="8944"/>
                  </a:cubicBezTo>
                  <a:cubicBezTo>
                    <a:pt x="2099" y="8944"/>
                    <a:pt x="2194" y="8859"/>
                    <a:pt x="2194" y="8742"/>
                  </a:cubicBezTo>
                  <a:lnTo>
                    <a:pt x="2194" y="5963"/>
                  </a:lnTo>
                  <a:cubicBezTo>
                    <a:pt x="2194" y="5826"/>
                    <a:pt x="2093" y="5757"/>
                    <a:pt x="1992" y="5757"/>
                  </a:cubicBezTo>
                  <a:cubicBezTo>
                    <a:pt x="1891" y="5757"/>
                    <a:pt x="1791" y="5826"/>
                    <a:pt x="1791" y="5963"/>
                  </a:cubicBezTo>
                  <a:lnTo>
                    <a:pt x="1791" y="8459"/>
                  </a:lnTo>
                  <a:cubicBezTo>
                    <a:pt x="1632" y="8415"/>
                    <a:pt x="1469" y="8391"/>
                    <a:pt x="1306" y="8391"/>
                  </a:cubicBezTo>
                  <a:cubicBezTo>
                    <a:pt x="586" y="8391"/>
                    <a:pt x="0" y="8872"/>
                    <a:pt x="0" y="9457"/>
                  </a:cubicBezTo>
                  <a:cubicBezTo>
                    <a:pt x="0" y="10048"/>
                    <a:pt x="586" y="10528"/>
                    <a:pt x="1306" y="10528"/>
                  </a:cubicBezTo>
                  <a:cubicBezTo>
                    <a:pt x="1987" y="10528"/>
                    <a:pt x="2386" y="10240"/>
                    <a:pt x="2597" y="9995"/>
                  </a:cubicBezTo>
                  <a:cubicBezTo>
                    <a:pt x="2803" y="9760"/>
                    <a:pt x="2928" y="9462"/>
                    <a:pt x="2943" y="9150"/>
                  </a:cubicBezTo>
                  <a:lnTo>
                    <a:pt x="2943" y="3889"/>
                  </a:lnTo>
                  <a:lnTo>
                    <a:pt x="7479" y="2886"/>
                  </a:lnTo>
                  <a:lnTo>
                    <a:pt x="7479" y="6975"/>
                  </a:lnTo>
                  <a:cubicBezTo>
                    <a:pt x="7325" y="6932"/>
                    <a:pt x="7162" y="6908"/>
                    <a:pt x="6999" y="6908"/>
                  </a:cubicBezTo>
                  <a:cubicBezTo>
                    <a:pt x="6279" y="6908"/>
                    <a:pt x="5693" y="7388"/>
                    <a:pt x="5693" y="7974"/>
                  </a:cubicBezTo>
                  <a:cubicBezTo>
                    <a:pt x="5693" y="8564"/>
                    <a:pt x="6279" y="9044"/>
                    <a:pt x="6999" y="9044"/>
                  </a:cubicBezTo>
                  <a:cubicBezTo>
                    <a:pt x="8113" y="9044"/>
                    <a:pt x="8636" y="8204"/>
                    <a:pt x="8636" y="7633"/>
                  </a:cubicBezTo>
                  <a:lnTo>
                    <a:pt x="8636" y="2468"/>
                  </a:lnTo>
                  <a:lnTo>
                    <a:pt x="8636" y="202"/>
                  </a:lnTo>
                  <a:cubicBezTo>
                    <a:pt x="8636" y="88"/>
                    <a:pt x="8543" y="0"/>
                    <a:pt x="84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7" name="Google Shape;20117;p89"/>
            <p:cNvSpPr/>
            <p:nvPr/>
          </p:nvSpPr>
          <p:spPr>
            <a:xfrm>
              <a:off x="7264310" y="2959975"/>
              <a:ext cx="161512" cy="288411"/>
            </a:xfrm>
            <a:custGeom>
              <a:rect b="b" l="l" r="r" t="t"/>
              <a:pathLst>
                <a:path extrusionOk="0" h="11007" w="6164">
                  <a:moveTo>
                    <a:pt x="2427" y="1"/>
                  </a:moveTo>
                  <a:cubicBezTo>
                    <a:pt x="2294" y="1"/>
                    <a:pt x="2162" y="100"/>
                    <a:pt x="2165" y="264"/>
                  </a:cubicBezTo>
                  <a:lnTo>
                    <a:pt x="2165" y="4713"/>
                  </a:lnTo>
                  <a:cubicBezTo>
                    <a:pt x="2163" y="4848"/>
                    <a:pt x="2264" y="4915"/>
                    <a:pt x="2365" y="4915"/>
                  </a:cubicBezTo>
                  <a:cubicBezTo>
                    <a:pt x="2466" y="4915"/>
                    <a:pt x="2569" y="4848"/>
                    <a:pt x="2569" y="4713"/>
                  </a:cubicBezTo>
                  <a:lnTo>
                    <a:pt x="2569" y="787"/>
                  </a:lnTo>
                  <a:cubicBezTo>
                    <a:pt x="2650" y="921"/>
                    <a:pt x="2746" y="1065"/>
                    <a:pt x="2847" y="1214"/>
                  </a:cubicBezTo>
                  <a:cubicBezTo>
                    <a:pt x="2852" y="1219"/>
                    <a:pt x="2857" y="1228"/>
                    <a:pt x="2866" y="1238"/>
                  </a:cubicBezTo>
                  <a:cubicBezTo>
                    <a:pt x="2876" y="1248"/>
                    <a:pt x="2885" y="1262"/>
                    <a:pt x="2895" y="1276"/>
                  </a:cubicBezTo>
                  <a:cubicBezTo>
                    <a:pt x="2900" y="1286"/>
                    <a:pt x="2905" y="1296"/>
                    <a:pt x="2909" y="1300"/>
                  </a:cubicBezTo>
                  <a:cubicBezTo>
                    <a:pt x="3562" y="2241"/>
                    <a:pt x="4177" y="2837"/>
                    <a:pt x="4743" y="3067"/>
                  </a:cubicBezTo>
                  <a:cubicBezTo>
                    <a:pt x="5233" y="3269"/>
                    <a:pt x="5477" y="3917"/>
                    <a:pt x="5593" y="4425"/>
                  </a:cubicBezTo>
                  <a:cubicBezTo>
                    <a:pt x="5665" y="4752"/>
                    <a:pt x="5713" y="5078"/>
                    <a:pt x="5737" y="5409"/>
                  </a:cubicBezTo>
                  <a:cubicBezTo>
                    <a:pt x="5290" y="4838"/>
                    <a:pt x="4455" y="3989"/>
                    <a:pt x="3183" y="3513"/>
                  </a:cubicBezTo>
                  <a:cubicBezTo>
                    <a:pt x="3160" y="3505"/>
                    <a:pt x="3137" y="3501"/>
                    <a:pt x="3114" y="3501"/>
                  </a:cubicBezTo>
                  <a:cubicBezTo>
                    <a:pt x="3007" y="3501"/>
                    <a:pt x="2909" y="3587"/>
                    <a:pt x="2909" y="3705"/>
                  </a:cubicBezTo>
                  <a:lnTo>
                    <a:pt x="2909" y="9250"/>
                  </a:lnTo>
                  <a:cubicBezTo>
                    <a:pt x="2909" y="9725"/>
                    <a:pt x="2362" y="10598"/>
                    <a:pt x="1469" y="10598"/>
                  </a:cubicBezTo>
                  <a:cubicBezTo>
                    <a:pt x="884" y="10598"/>
                    <a:pt x="408" y="10248"/>
                    <a:pt x="408" y="9811"/>
                  </a:cubicBezTo>
                  <a:cubicBezTo>
                    <a:pt x="408" y="9374"/>
                    <a:pt x="884" y="9019"/>
                    <a:pt x="1469" y="9019"/>
                  </a:cubicBezTo>
                  <a:cubicBezTo>
                    <a:pt x="1752" y="9029"/>
                    <a:pt x="2026" y="9096"/>
                    <a:pt x="2280" y="9216"/>
                  </a:cubicBezTo>
                  <a:cubicBezTo>
                    <a:pt x="2310" y="9231"/>
                    <a:pt x="2340" y="9237"/>
                    <a:pt x="2369" y="9237"/>
                  </a:cubicBezTo>
                  <a:cubicBezTo>
                    <a:pt x="2474" y="9237"/>
                    <a:pt x="2569" y="9150"/>
                    <a:pt x="2569" y="9034"/>
                  </a:cubicBezTo>
                  <a:lnTo>
                    <a:pt x="2569" y="5664"/>
                  </a:lnTo>
                  <a:cubicBezTo>
                    <a:pt x="2569" y="5529"/>
                    <a:pt x="2468" y="5462"/>
                    <a:pt x="2367" y="5462"/>
                  </a:cubicBezTo>
                  <a:cubicBezTo>
                    <a:pt x="2266" y="5462"/>
                    <a:pt x="2165" y="5529"/>
                    <a:pt x="2165" y="5664"/>
                  </a:cubicBezTo>
                  <a:lnTo>
                    <a:pt x="2165" y="8736"/>
                  </a:lnTo>
                  <a:cubicBezTo>
                    <a:pt x="1940" y="8659"/>
                    <a:pt x="1704" y="8616"/>
                    <a:pt x="1469" y="8616"/>
                  </a:cubicBezTo>
                  <a:cubicBezTo>
                    <a:pt x="663" y="8616"/>
                    <a:pt x="0" y="9154"/>
                    <a:pt x="0" y="9811"/>
                  </a:cubicBezTo>
                  <a:cubicBezTo>
                    <a:pt x="0" y="10469"/>
                    <a:pt x="663" y="11007"/>
                    <a:pt x="1469" y="11007"/>
                  </a:cubicBezTo>
                  <a:cubicBezTo>
                    <a:pt x="1997" y="11007"/>
                    <a:pt x="2497" y="10771"/>
                    <a:pt x="2837" y="10368"/>
                  </a:cubicBezTo>
                  <a:cubicBezTo>
                    <a:pt x="3130" y="10037"/>
                    <a:pt x="3317" y="9600"/>
                    <a:pt x="3317" y="9254"/>
                  </a:cubicBezTo>
                  <a:lnTo>
                    <a:pt x="3317" y="4008"/>
                  </a:lnTo>
                  <a:cubicBezTo>
                    <a:pt x="4306" y="4449"/>
                    <a:pt x="5137" y="5174"/>
                    <a:pt x="5717" y="6086"/>
                  </a:cubicBezTo>
                  <a:cubicBezTo>
                    <a:pt x="5767" y="6165"/>
                    <a:pt x="5844" y="6201"/>
                    <a:pt x="5919" y="6201"/>
                  </a:cubicBezTo>
                  <a:cubicBezTo>
                    <a:pt x="6041" y="6201"/>
                    <a:pt x="6161" y="6109"/>
                    <a:pt x="6164" y="5961"/>
                  </a:cubicBezTo>
                  <a:cubicBezTo>
                    <a:pt x="6164" y="5414"/>
                    <a:pt x="6106" y="4872"/>
                    <a:pt x="5991" y="4334"/>
                  </a:cubicBezTo>
                  <a:cubicBezTo>
                    <a:pt x="5785" y="3461"/>
                    <a:pt x="5420" y="2909"/>
                    <a:pt x="4901" y="2693"/>
                  </a:cubicBezTo>
                  <a:cubicBezTo>
                    <a:pt x="4417" y="2496"/>
                    <a:pt x="3845" y="1939"/>
                    <a:pt x="3250" y="1084"/>
                  </a:cubicBezTo>
                  <a:cubicBezTo>
                    <a:pt x="3231" y="1046"/>
                    <a:pt x="3202" y="1008"/>
                    <a:pt x="3173" y="974"/>
                  </a:cubicBezTo>
                  <a:cubicBezTo>
                    <a:pt x="2943" y="633"/>
                    <a:pt x="2765" y="331"/>
                    <a:pt x="2650" y="134"/>
                  </a:cubicBezTo>
                  <a:cubicBezTo>
                    <a:pt x="2599" y="42"/>
                    <a:pt x="2513" y="1"/>
                    <a:pt x="24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8" name="Google Shape;20118;p89"/>
            <p:cNvSpPr/>
            <p:nvPr/>
          </p:nvSpPr>
          <p:spPr>
            <a:xfrm>
              <a:off x="7359425" y="3200357"/>
              <a:ext cx="64039" cy="24761"/>
            </a:xfrm>
            <a:custGeom>
              <a:rect b="b" l="l" r="r" t="t"/>
              <a:pathLst>
                <a:path extrusionOk="0" h="945" w="2444">
                  <a:moveTo>
                    <a:pt x="2157" y="0"/>
                  </a:moveTo>
                  <a:cubicBezTo>
                    <a:pt x="2122" y="0"/>
                    <a:pt x="2086" y="10"/>
                    <a:pt x="2049" y="32"/>
                  </a:cubicBezTo>
                  <a:lnTo>
                    <a:pt x="2044" y="32"/>
                  </a:lnTo>
                  <a:cubicBezTo>
                    <a:pt x="2039" y="37"/>
                    <a:pt x="1492" y="431"/>
                    <a:pt x="263" y="541"/>
                  </a:cubicBezTo>
                  <a:cubicBezTo>
                    <a:pt x="1" y="560"/>
                    <a:pt x="18" y="945"/>
                    <a:pt x="273" y="945"/>
                  </a:cubicBezTo>
                  <a:cubicBezTo>
                    <a:pt x="275" y="945"/>
                    <a:pt x="276" y="944"/>
                    <a:pt x="278" y="944"/>
                  </a:cubicBezTo>
                  <a:lnTo>
                    <a:pt x="297" y="944"/>
                  </a:lnTo>
                  <a:cubicBezTo>
                    <a:pt x="1655" y="824"/>
                    <a:pt x="2265" y="378"/>
                    <a:pt x="2289" y="359"/>
                  </a:cubicBezTo>
                  <a:cubicBezTo>
                    <a:pt x="2444" y="224"/>
                    <a:pt x="2323" y="0"/>
                    <a:pt x="21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9" name="Google Shape;20119;p89"/>
            <p:cNvSpPr/>
            <p:nvPr/>
          </p:nvSpPr>
          <p:spPr>
            <a:xfrm>
              <a:off x="7063678" y="3188120"/>
              <a:ext cx="187793" cy="25600"/>
            </a:xfrm>
            <a:custGeom>
              <a:rect b="b" l="l" r="r" t="t"/>
              <a:pathLst>
                <a:path extrusionOk="0" h="977" w="7167">
                  <a:moveTo>
                    <a:pt x="2149" y="0"/>
                  </a:moveTo>
                  <a:cubicBezTo>
                    <a:pt x="1850" y="0"/>
                    <a:pt x="1570" y="11"/>
                    <a:pt x="1311" y="34"/>
                  </a:cubicBezTo>
                  <a:cubicBezTo>
                    <a:pt x="779" y="77"/>
                    <a:pt x="404" y="173"/>
                    <a:pt x="169" y="264"/>
                  </a:cubicBezTo>
                  <a:cubicBezTo>
                    <a:pt x="44" y="312"/>
                    <a:pt x="1" y="471"/>
                    <a:pt x="87" y="576"/>
                  </a:cubicBezTo>
                  <a:lnTo>
                    <a:pt x="92" y="581"/>
                  </a:lnTo>
                  <a:cubicBezTo>
                    <a:pt x="129" y="628"/>
                    <a:pt x="187" y="654"/>
                    <a:pt x="246" y="654"/>
                  </a:cubicBezTo>
                  <a:cubicBezTo>
                    <a:pt x="272" y="654"/>
                    <a:pt x="298" y="649"/>
                    <a:pt x="323" y="639"/>
                  </a:cubicBezTo>
                  <a:cubicBezTo>
                    <a:pt x="486" y="571"/>
                    <a:pt x="831" y="471"/>
                    <a:pt x="1455" y="427"/>
                  </a:cubicBezTo>
                  <a:cubicBezTo>
                    <a:pt x="1665" y="413"/>
                    <a:pt x="1884" y="406"/>
                    <a:pt x="2111" y="406"/>
                  </a:cubicBezTo>
                  <a:cubicBezTo>
                    <a:pt x="3629" y="406"/>
                    <a:pt x="5481" y="703"/>
                    <a:pt x="6846" y="975"/>
                  </a:cubicBezTo>
                  <a:cubicBezTo>
                    <a:pt x="6856" y="975"/>
                    <a:pt x="6863" y="977"/>
                    <a:pt x="6871" y="977"/>
                  </a:cubicBezTo>
                  <a:cubicBezTo>
                    <a:pt x="6875" y="977"/>
                    <a:pt x="6880" y="976"/>
                    <a:pt x="6885" y="975"/>
                  </a:cubicBezTo>
                  <a:cubicBezTo>
                    <a:pt x="6886" y="975"/>
                    <a:pt x="6888" y="975"/>
                    <a:pt x="6889" y="975"/>
                  </a:cubicBezTo>
                  <a:cubicBezTo>
                    <a:pt x="7135" y="975"/>
                    <a:pt x="7166" y="619"/>
                    <a:pt x="6923" y="576"/>
                  </a:cubicBezTo>
                  <a:cubicBezTo>
                    <a:pt x="4996" y="193"/>
                    <a:pt x="3396" y="0"/>
                    <a:pt x="21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0" name="Google Shape;20120;p89"/>
            <p:cNvSpPr/>
            <p:nvPr/>
          </p:nvSpPr>
          <p:spPr>
            <a:xfrm>
              <a:off x="7365819" y="3152485"/>
              <a:ext cx="52222" cy="20805"/>
            </a:xfrm>
            <a:custGeom>
              <a:rect b="b" l="l" r="r" t="t"/>
              <a:pathLst>
                <a:path extrusionOk="0" h="794" w="1993">
                  <a:moveTo>
                    <a:pt x="1756" y="1"/>
                  </a:moveTo>
                  <a:cubicBezTo>
                    <a:pt x="1723" y="1"/>
                    <a:pt x="1691" y="9"/>
                    <a:pt x="1661" y="26"/>
                  </a:cubicBezTo>
                  <a:cubicBezTo>
                    <a:pt x="1435" y="155"/>
                    <a:pt x="965" y="319"/>
                    <a:pt x="197" y="391"/>
                  </a:cubicBezTo>
                  <a:cubicBezTo>
                    <a:pt x="87" y="395"/>
                    <a:pt x="0" y="487"/>
                    <a:pt x="0" y="597"/>
                  </a:cubicBezTo>
                  <a:cubicBezTo>
                    <a:pt x="5" y="707"/>
                    <a:pt x="96" y="794"/>
                    <a:pt x="207" y="794"/>
                  </a:cubicBezTo>
                  <a:lnTo>
                    <a:pt x="221" y="794"/>
                  </a:lnTo>
                  <a:cubicBezTo>
                    <a:pt x="1114" y="717"/>
                    <a:pt x="1608" y="520"/>
                    <a:pt x="1858" y="376"/>
                  </a:cubicBezTo>
                  <a:cubicBezTo>
                    <a:pt x="1973" y="314"/>
                    <a:pt x="1992" y="155"/>
                    <a:pt x="1901" y="59"/>
                  </a:cubicBezTo>
                  <a:cubicBezTo>
                    <a:pt x="1860" y="21"/>
                    <a:pt x="1808" y="1"/>
                    <a:pt x="17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1" name="Google Shape;20121;p89"/>
            <p:cNvSpPr/>
            <p:nvPr/>
          </p:nvSpPr>
          <p:spPr>
            <a:xfrm>
              <a:off x="7152399" y="3137025"/>
              <a:ext cx="156429" cy="34273"/>
            </a:xfrm>
            <a:custGeom>
              <a:rect b="b" l="l" r="r" t="t"/>
              <a:pathLst>
                <a:path extrusionOk="0" h="1308" w="5970">
                  <a:moveTo>
                    <a:pt x="283" y="1"/>
                  </a:moveTo>
                  <a:cubicBezTo>
                    <a:pt x="36" y="1"/>
                    <a:pt x="1" y="372"/>
                    <a:pt x="258" y="405"/>
                  </a:cubicBezTo>
                  <a:cubicBezTo>
                    <a:pt x="974" y="481"/>
                    <a:pt x="1977" y="645"/>
                    <a:pt x="3163" y="880"/>
                  </a:cubicBezTo>
                  <a:cubicBezTo>
                    <a:pt x="4281" y="1101"/>
                    <a:pt x="5073" y="1235"/>
                    <a:pt x="5663" y="1307"/>
                  </a:cubicBezTo>
                  <a:lnTo>
                    <a:pt x="5692" y="1307"/>
                  </a:lnTo>
                  <a:cubicBezTo>
                    <a:pt x="5694" y="1307"/>
                    <a:pt x="5695" y="1307"/>
                    <a:pt x="5697" y="1307"/>
                  </a:cubicBezTo>
                  <a:cubicBezTo>
                    <a:pt x="5947" y="1307"/>
                    <a:pt x="5969" y="932"/>
                    <a:pt x="5716" y="904"/>
                  </a:cubicBezTo>
                  <a:cubicBezTo>
                    <a:pt x="5135" y="832"/>
                    <a:pt x="4348" y="697"/>
                    <a:pt x="3244" y="481"/>
                  </a:cubicBezTo>
                  <a:cubicBezTo>
                    <a:pt x="2044" y="246"/>
                    <a:pt x="1026" y="78"/>
                    <a:pt x="302" y="1"/>
                  </a:cubicBezTo>
                  <a:cubicBezTo>
                    <a:pt x="295" y="1"/>
                    <a:pt x="289"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22" name="Google Shape;20122;p89"/>
          <p:cNvGrpSpPr/>
          <p:nvPr/>
        </p:nvGrpSpPr>
        <p:grpSpPr>
          <a:xfrm>
            <a:off x="7541533" y="1985163"/>
            <a:ext cx="359865" cy="363402"/>
            <a:chOff x="7541533" y="1985163"/>
            <a:chExt cx="359865" cy="363402"/>
          </a:xfrm>
        </p:grpSpPr>
        <p:sp>
          <p:nvSpPr>
            <p:cNvPr id="20123" name="Google Shape;20123;p89"/>
            <p:cNvSpPr/>
            <p:nvPr/>
          </p:nvSpPr>
          <p:spPr>
            <a:xfrm>
              <a:off x="7645531" y="2035367"/>
              <a:ext cx="157005" cy="258357"/>
            </a:xfrm>
            <a:custGeom>
              <a:rect b="b" l="l" r="r" t="t"/>
              <a:pathLst>
                <a:path extrusionOk="0" h="9860" w="5992">
                  <a:moveTo>
                    <a:pt x="1" y="0"/>
                  </a:moveTo>
                  <a:lnTo>
                    <a:pt x="1" y="9860"/>
                  </a:lnTo>
                  <a:lnTo>
                    <a:pt x="5992" y="9860"/>
                  </a:lnTo>
                  <a:lnTo>
                    <a:pt x="599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4" name="Google Shape;20124;p89"/>
            <p:cNvSpPr/>
            <p:nvPr/>
          </p:nvSpPr>
          <p:spPr>
            <a:xfrm>
              <a:off x="7765276" y="2035367"/>
              <a:ext cx="37260" cy="258357"/>
            </a:xfrm>
            <a:custGeom>
              <a:rect b="b" l="l" r="r" t="t"/>
              <a:pathLst>
                <a:path extrusionOk="0" h="9860" w="1422">
                  <a:moveTo>
                    <a:pt x="1" y="0"/>
                  </a:moveTo>
                  <a:lnTo>
                    <a:pt x="1" y="9860"/>
                  </a:lnTo>
                  <a:lnTo>
                    <a:pt x="1422" y="9860"/>
                  </a:lnTo>
                  <a:lnTo>
                    <a:pt x="142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89"/>
            <p:cNvSpPr/>
            <p:nvPr/>
          </p:nvSpPr>
          <p:spPr>
            <a:xfrm>
              <a:off x="7605808" y="2019882"/>
              <a:ext cx="237997" cy="63436"/>
            </a:xfrm>
            <a:custGeom>
              <a:rect b="b" l="l" r="r" t="t"/>
              <a:pathLst>
                <a:path extrusionOk="0" h="2421" w="9083">
                  <a:moveTo>
                    <a:pt x="0" y="1"/>
                  </a:moveTo>
                  <a:lnTo>
                    <a:pt x="610" y="1700"/>
                  </a:lnTo>
                  <a:cubicBezTo>
                    <a:pt x="763" y="2132"/>
                    <a:pt x="1171" y="2420"/>
                    <a:pt x="1627" y="2420"/>
                  </a:cubicBezTo>
                  <a:lnTo>
                    <a:pt x="7455" y="2420"/>
                  </a:lnTo>
                  <a:cubicBezTo>
                    <a:pt x="7911" y="2420"/>
                    <a:pt x="8319" y="2132"/>
                    <a:pt x="8473" y="1700"/>
                  </a:cubicBezTo>
                  <a:lnTo>
                    <a:pt x="9082"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89"/>
            <p:cNvSpPr/>
            <p:nvPr/>
          </p:nvSpPr>
          <p:spPr>
            <a:xfrm>
              <a:off x="7605808" y="2020013"/>
              <a:ext cx="237997" cy="62283"/>
            </a:xfrm>
            <a:custGeom>
              <a:rect b="b" l="l" r="r" t="t"/>
              <a:pathLst>
                <a:path extrusionOk="0" h="2377" w="9083">
                  <a:moveTo>
                    <a:pt x="0" y="1"/>
                  </a:moveTo>
                  <a:lnTo>
                    <a:pt x="610" y="1695"/>
                  </a:lnTo>
                  <a:cubicBezTo>
                    <a:pt x="725" y="2021"/>
                    <a:pt x="989" y="2271"/>
                    <a:pt x="1315" y="2367"/>
                  </a:cubicBezTo>
                  <a:cubicBezTo>
                    <a:pt x="1685" y="2060"/>
                    <a:pt x="1949" y="1647"/>
                    <a:pt x="2079" y="1186"/>
                  </a:cubicBezTo>
                  <a:lnTo>
                    <a:pt x="6951" y="1186"/>
                  </a:lnTo>
                  <a:cubicBezTo>
                    <a:pt x="7076" y="1657"/>
                    <a:pt x="7349" y="2074"/>
                    <a:pt x="7724" y="2377"/>
                  </a:cubicBezTo>
                  <a:cubicBezTo>
                    <a:pt x="8074" y="2290"/>
                    <a:pt x="8353" y="2036"/>
                    <a:pt x="8473" y="1695"/>
                  </a:cubicBezTo>
                  <a:lnTo>
                    <a:pt x="9082"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89"/>
            <p:cNvSpPr/>
            <p:nvPr/>
          </p:nvSpPr>
          <p:spPr>
            <a:xfrm>
              <a:off x="7541533" y="1990456"/>
              <a:ext cx="353341" cy="89953"/>
            </a:xfrm>
            <a:custGeom>
              <a:rect b="b" l="l" r="r" t="t"/>
              <a:pathLst>
                <a:path extrusionOk="0" h="3433" w="13485">
                  <a:moveTo>
                    <a:pt x="2295" y="0"/>
                  </a:moveTo>
                  <a:cubicBezTo>
                    <a:pt x="768" y="0"/>
                    <a:pt x="0" y="1849"/>
                    <a:pt x="1085" y="2929"/>
                  </a:cubicBezTo>
                  <a:cubicBezTo>
                    <a:pt x="1412" y="3256"/>
                    <a:pt x="1848" y="3431"/>
                    <a:pt x="2294" y="3431"/>
                  </a:cubicBezTo>
                  <a:cubicBezTo>
                    <a:pt x="2515" y="3431"/>
                    <a:pt x="2739" y="3387"/>
                    <a:pt x="2952" y="3298"/>
                  </a:cubicBezTo>
                  <a:cubicBezTo>
                    <a:pt x="3591" y="3034"/>
                    <a:pt x="4008" y="2410"/>
                    <a:pt x="4008" y="1714"/>
                  </a:cubicBezTo>
                  <a:lnTo>
                    <a:pt x="9922" y="1714"/>
                  </a:lnTo>
                  <a:cubicBezTo>
                    <a:pt x="9922" y="2405"/>
                    <a:pt x="10335" y="3029"/>
                    <a:pt x="10974" y="3298"/>
                  </a:cubicBezTo>
                  <a:cubicBezTo>
                    <a:pt x="11188" y="3388"/>
                    <a:pt x="11413" y="3432"/>
                    <a:pt x="11636" y="3432"/>
                  </a:cubicBezTo>
                  <a:cubicBezTo>
                    <a:pt x="12078" y="3432"/>
                    <a:pt x="12512" y="3260"/>
                    <a:pt x="12841" y="2938"/>
                  </a:cubicBezTo>
                  <a:cubicBezTo>
                    <a:pt x="13335" y="2453"/>
                    <a:pt x="13484" y="1719"/>
                    <a:pt x="13230" y="1076"/>
                  </a:cubicBezTo>
                  <a:cubicBezTo>
                    <a:pt x="12970" y="437"/>
                    <a:pt x="12356" y="10"/>
                    <a:pt x="11665"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8" name="Google Shape;20128;p89"/>
            <p:cNvSpPr/>
            <p:nvPr/>
          </p:nvSpPr>
          <p:spPr>
            <a:xfrm>
              <a:off x="7809925" y="1990456"/>
              <a:ext cx="86704" cy="89875"/>
            </a:xfrm>
            <a:custGeom>
              <a:rect b="b" l="l" r="r" t="t"/>
              <a:pathLst>
                <a:path extrusionOk="0" h="3430" w="3309">
                  <a:moveTo>
                    <a:pt x="1" y="0"/>
                  </a:moveTo>
                  <a:cubicBezTo>
                    <a:pt x="803" y="15"/>
                    <a:pt x="1489" y="581"/>
                    <a:pt x="1652" y="1364"/>
                  </a:cubicBezTo>
                  <a:cubicBezTo>
                    <a:pt x="1815" y="2151"/>
                    <a:pt x="1412" y="2943"/>
                    <a:pt x="683" y="3274"/>
                  </a:cubicBezTo>
                  <a:cubicBezTo>
                    <a:pt x="916" y="3380"/>
                    <a:pt x="1158" y="3430"/>
                    <a:pt x="1396" y="3430"/>
                  </a:cubicBezTo>
                  <a:cubicBezTo>
                    <a:pt x="2167" y="3430"/>
                    <a:pt x="2885" y="2905"/>
                    <a:pt x="3068" y="2093"/>
                  </a:cubicBezTo>
                  <a:cubicBezTo>
                    <a:pt x="3308" y="1033"/>
                    <a:pt x="2511" y="20"/>
                    <a:pt x="142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89"/>
            <p:cNvSpPr/>
            <p:nvPr/>
          </p:nvSpPr>
          <p:spPr>
            <a:xfrm>
              <a:off x="7583038" y="2035472"/>
              <a:ext cx="63541" cy="45016"/>
            </a:xfrm>
            <a:custGeom>
              <a:rect b="b" l="l" r="r" t="t"/>
              <a:pathLst>
                <a:path extrusionOk="0" h="1718" w="2425">
                  <a:moveTo>
                    <a:pt x="1003" y="1"/>
                  </a:moveTo>
                  <a:cubicBezTo>
                    <a:pt x="1003" y="673"/>
                    <a:pt x="610" y="1283"/>
                    <a:pt x="0" y="1561"/>
                  </a:cubicBezTo>
                  <a:cubicBezTo>
                    <a:pt x="236" y="1668"/>
                    <a:pt x="478" y="1718"/>
                    <a:pt x="713" y="1718"/>
                  </a:cubicBezTo>
                  <a:cubicBezTo>
                    <a:pt x="1615" y="1718"/>
                    <a:pt x="2424" y="991"/>
                    <a:pt x="242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0" name="Google Shape;20130;p89"/>
            <p:cNvSpPr/>
            <p:nvPr/>
          </p:nvSpPr>
          <p:spPr>
            <a:xfrm>
              <a:off x="7613354" y="2277976"/>
              <a:ext cx="221516" cy="39540"/>
            </a:xfrm>
            <a:custGeom>
              <a:rect b="b" l="l" r="r" t="t"/>
              <a:pathLst>
                <a:path extrusionOk="0" h="1509" w="8454">
                  <a:moveTo>
                    <a:pt x="490" y="1"/>
                  </a:moveTo>
                  <a:cubicBezTo>
                    <a:pt x="216" y="1"/>
                    <a:pt x="0" y="217"/>
                    <a:pt x="0" y="490"/>
                  </a:cubicBezTo>
                  <a:lnTo>
                    <a:pt x="0" y="1508"/>
                  </a:lnTo>
                  <a:lnTo>
                    <a:pt x="8453" y="1508"/>
                  </a:lnTo>
                  <a:lnTo>
                    <a:pt x="8453" y="490"/>
                  </a:lnTo>
                  <a:cubicBezTo>
                    <a:pt x="8453" y="217"/>
                    <a:pt x="8233" y="1"/>
                    <a:pt x="796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1" name="Google Shape;20131;p89"/>
            <p:cNvSpPr/>
            <p:nvPr/>
          </p:nvSpPr>
          <p:spPr>
            <a:xfrm>
              <a:off x="7613354" y="2277976"/>
              <a:ext cx="221516" cy="39540"/>
            </a:xfrm>
            <a:custGeom>
              <a:rect b="b" l="l" r="r" t="t"/>
              <a:pathLst>
                <a:path extrusionOk="0" h="1509" w="8454">
                  <a:moveTo>
                    <a:pt x="7032" y="1"/>
                  </a:moveTo>
                  <a:lnTo>
                    <a:pt x="7032" y="476"/>
                  </a:lnTo>
                  <a:cubicBezTo>
                    <a:pt x="7032" y="711"/>
                    <a:pt x="6840" y="898"/>
                    <a:pt x="6605" y="898"/>
                  </a:cubicBezTo>
                  <a:lnTo>
                    <a:pt x="0" y="898"/>
                  </a:lnTo>
                  <a:lnTo>
                    <a:pt x="0" y="1508"/>
                  </a:lnTo>
                  <a:lnTo>
                    <a:pt x="8453" y="1508"/>
                  </a:lnTo>
                  <a:lnTo>
                    <a:pt x="8453" y="490"/>
                  </a:lnTo>
                  <a:cubicBezTo>
                    <a:pt x="8453" y="217"/>
                    <a:pt x="8233" y="1"/>
                    <a:pt x="796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2" name="Google Shape;20132;p89"/>
            <p:cNvSpPr/>
            <p:nvPr/>
          </p:nvSpPr>
          <p:spPr>
            <a:xfrm>
              <a:off x="7579762" y="2310572"/>
              <a:ext cx="288568" cy="32727"/>
            </a:xfrm>
            <a:custGeom>
              <a:rect b="b" l="l" r="r" t="t"/>
              <a:pathLst>
                <a:path extrusionOk="0" h="1249" w="11013">
                  <a:moveTo>
                    <a:pt x="764" y="0"/>
                  </a:moveTo>
                  <a:cubicBezTo>
                    <a:pt x="341" y="0"/>
                    <a:pt x="0" y="341"/>
                    <a:pt x="0" y="758"/>
                  </a:cubicBezTo>
                  <a:lnTo>
                    <a:pt x="0" y="1248"/>
                  </a:lnTo>
                  <a:lnTo>
                    <a:pt x="11012" y="1248"/>
                  </a:lnTo>
                  <a:lnTo>
                    <a:pt x="11012" y="758"/>
                  </a:lnTo>
                  <a:cubicBezTo>
                    <a:pt x="11012" y="341"/>
                    <a:pt x="10671" y="0"/>
                    <a:pt x="1025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3" name="Google Shape;20133;p89"/>
            <p:cNvSpPr/>
            <p:nvPr/>
          </p:nvSpPr>
          <p:spPr>
            <a:xfrm>
              <a:off x="7579762" y="2310572"/>
              <a:ext cx="288673" cy="32727"/>
            </a:xfrm>
            <a:custGeom>
              <a:rect b="b" l="l" r="r" t="t"/>
              <a:pathLst>
                <a:path extrusionOk="0" h="1249" w="11017">
                  <a:moveTo>
                    <a:pt x="9433" y="0"/>
                  </a:moveTo>
                  <a:cubicBezTo>
                    <a:pt x="9534" y="130"/>
                    <a:pt x="9591" y="293"/>
                    <a:pt x="9591" y="461"/>
                  </a:cubicBezTo>
                  <a:lnTo>
                    <a:pt x="9591" y="638"/>
                  </a:lnTo>
                  <a:cubicBezTo>
                    <a:pt x="9591" y="797"/>
                    <a:pt x="9467" y="922"/>
                    <a:pt x="9308" y="922"/>
                  </a:cubicBezTo>
                  <a:lnTo>
                    <a:pt x="0" y="922"/>
                  </a:lnTo>
                  <a:lnTo>
                    <a:pt x="0" y="1248"/>
                  </a:lnTo>
                  <a:lnTo>
                    <a:pt x="11012" y="1248"/>
                  </a:lnTo>
                  <a:lnTo>
                    <a:pt x="11012" y="763"/>
                  </a:lnTo>
                  <a:cubicBezTo>
                    <a:pt x="11017" y="341"/>
                    <a:pt x="10671" y="0"/>
                    <a:pt x="1025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4" name="Google Shape;20134;p89"/>
            <p:cNvSpPr/>
            <p:nvPr/>
          </p:nvSpPr>
          <p:spPr>
            <a:xfrm>
              <a:off x="7580024" y="2014484"/>
              <a:ext cx="41898" cy="41898"/>
            </a:xfrm>
            <a:custGeom>
              <a:rect b="b" l="l" r="r" t="t"/>
              <a:pathLst>
                <a:path extrusionOk="0" h="1599" w="1599">
                  <a:moveTo>
                    <a:pt x="797" y="0"/>
                  </a:moveTo>
                  <a:cubicBezTo>
                    <a:pt x="355" y="0"/>
                    <a:pt x="0" y="356"/>
                    <a:pt x="0" y="797"/>
                  </a:cubicBezTo>
                  <a:cubicBezTo>
                    <a:pt x="0" y="1239"/>
                    <a:pt x="355" y="1599"/>
                    <a:pt x="797" y="1599"/>
                  </a:cubicBezTo>
                  <a:cubicBezTo>
                    <a:pt x="1243" y="1599"/>
                    <a:pt x="1599" y="1239"/>
                    <a:pt x="1599" y="797"/>
                  </a:cubicBezTo>
                  <a:cubicBezTo>
                    <a:pt x="1599" y="356"/>
                    <a:pt x="1243" y="0"/>
                    <a:pt x="79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5" name="Google Shape;20135;p89"/>
            <p:cNvSpPr/>
            <p:nvPr/>
          </p:nvSpPr>
          <p:spPr>
            <a:xfrm>
              <a:off x="7826275" y="2014484"/>
              <a:ext cx="41924" cy="41898"/>
            </a:xfrm>
            <a:custGeom>
              <a:rect b="b" l="l" r="r" t="t"/>
              <a:pathLst>
                <a:path extrusionOk="0" h="1599" w="1600">
                  <a:moveTo>
                    <a:pt x="798" y="0"/>
                  </a:moveTo>
                  <a:cubicBezTo>
                    <a:pt x="356" y="0"/>
                    <a:pt x="1" y="356"/>
                    <a:pt x="1" y="797"/>
                  </a:cubicBezTo>
                  <a:cubicBezTo>
                    <a:pt x="1" y="1239"/>
                    <a:pt x="356" y="1599"/>
                    <a:pt x="798" y="1599"/>
                  </a:cubicBezTo>
                  <a:cubicBezTo>
                    <a:pt x="1239" y="1599"/>
                    <a:pt x="1599" y="1239"/>
                    <a:pt x="1599" y="797"/>
                  </a:cubicBezTo>
                  <a:cubicBezTo>
                    <a:pt x="1599" y="356"/>
                    <a:pt x="1239" y="0"/>
                    <a:pt x="79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6" name="Google Shape;20136;p89"/>
            <p:cNvSpPr/>
            <p:nvPr/>
          </p:nvSpPr>
          <p:spPr>
            <a:xfrm>
              <a:off x="7670711" y="2104149"/>
              <a:ext cx="20255" cy="149957"/>
            </a:xfrm>
            <a:custGeom>
              <a:rect b="b" l="l" r="r" t="t"/>
              <a:pathLst>
                <a:path extrusionOk="0" h="5723" w="773">
                  <a:moveTo>
                    <a:pt x="389" y="1"/>
                  </a:moveTo>
                  <a:cubicBezTo>
                    <a:pt x="173" y="1"/>
                    <a:pt x="0" y="178"/>
                    <a:pt x="0" y="390"/>
                  </a:cubicBezTo>
                  <a:lnTo>
                    <a:pt x="0" y="5334"/>
                  </a:lnTo>
                  <a:cubicBezTo>
                    <a:pt x="0" y="5550"/>
                    <a:pt x="173" y="5723"/>
                    <a:pt x="389" y="5723"/>
                  </a:cubicBezTo>
                  <a:cubicBezTo>
                    <a:pt x="600" y="5723"/>
                    <a:pt x="773" y="5550"/>
                    <a:pt x="773" y="5334"/>
                  </a:cubicBezTo>
                  <a:lnTo>
                    <a:pt x="773" y="390"/>
                  </a:lnTo>
                  <a:cubicBezTo>
                    <a:pt x="773" y="178"/>
                    <a:pt x="600"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7" name="Google Shape;20137;p89"/>
            <p:cNvSpPr/>
            <p:nvPr/>
          </p:nvSpPr>
          <p:spPr>
            <a:xfrm>
              <a:off x="7713840" y="2104149"/>
              <a:ext cx="20412" cy="149957"/>
            </a:xfrm>
            <a:custGeom>
              <a:rect b="b" l="l" r="r" t="t"/>
              <a:pathLst>
                <a:path extrusionOk="0" h="5723" w="779">
                  <a:moveTo>
                    <a:pt x="389" y="1"/>
                  </a:moveTo>
                  <a:cubicBezTo>
                    <a:pt x="178" y="1"/>
                    <a:pt x="1" y="178"/>
                    <a:pt x="1" y="390"/>
                  </a:cubicBezTo>
                  <a:lnTo>
                    <a:pt x="1" y="5334"/>
                  </a:lnTo>
                  <a:cubicBezTo>
                    <a:pt x="1" y="5550"/>
                    <a:pt x="178" y="5723"/>
                    <a:pt x="389" y="5723"/>
                  </a:cubicBezTo>
                  <a:cubicBezTo>
                    <a:pt x="605" y="5723"/>
                    <a:pt x="778" y="5550"/>
                    <a:pt x="778" y="5334"/>
                  </a:cubicBezTo>
                  <a:lnTo>
                    <a:pt x="778" y="390"/>
                  </a:lnTo>
                  <a:cubicBezTo>
                    <a:pt x="778" y="178"/>
                    <a:pt x="605"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8" name="Google Shape;20138;p89"/>
            <p:cNvSpPr/>
            <p:nvPr/>
          </p:nvSpPr>
          <p:spPr>
            <a:xfrm>
              <a:off x="7757101" y="2104149"/>
              <a:ext cx="20412" cy="149957"/>
            </a:xfrm>
            <a:custGeom>
              <a:rect b="b" l="l" r="r" t="t"/>
              <a:pathLst>
                <a:path extrusionOk="0" h="5723" w="779">
                  <a:moveTo>
                    <a:pt x="390" y="1"/>
                  </a:moveTo>
                  <a:cubicBezTo>
                    <a:pt x="174" y="1"/>
                    <a:pt x="1" y="178"/>
                    <a:pt x="1" y="390"/>
                  </a:cubicBezTo>
                  <a:lnTo>
                    <a:pt x="1" y="5334"/>
                  </a:lnTo>
                  <a:cubicBezTo>
                    <a:pt x="1" y="5550"/>
                    <a:pt x="174" y="5723"/>
                    <a:pt x="390" y="5723"/>
                  </a:cubicBezTo>
                  <a:cubicBezTo>
                    <a:pt x="606" y="5723"/>
                    <a:pt x="778" y="5550"/>
                    <a:pt x="778" y="5334"/>
                  </a:cubicBezTo>
                  <a:lnTo>
                    <a:pt x="778" y="390"/>
                  </a:lnTo>
                  <a:cubicBezTo>
                    <a:pt x="778" y="178"/>
                    <a:pt x="606" y="1"/>
                    <a:pt x="39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89"/>
            <p:cNvSpPr/>
            <p:nvPr/>
          </p:nvSpPr>
          <p:spPr>
            <a:xfrm>
              <a:off x="7544677" y="1985163"/>
              <a:ext cx="356721" cy="244024"/>
            </a:xfrm>
            <a:custGeom>
              <a:rect b="b" l="l" r="r" t="t"/>
              <a:pathLst>
                <a:path extrusionOk="0" h="9313" w="13614">
                  <a:moveTo>
                    <a:pt x="11554" y="409"/>
                  </a:moveTo>
                  <a:cubicBezTo>
                    <a:pt x="12380" y="428"/>
                    <a:pt x="13033" y="1105"/>
                    <a:pt x="13028" y="1931"/>
                  </a:cubicBezTo>
                  <a:cubicBezTo>
                    <a:pt x="13018" y="2751"/>
                    <a:pt x="12356" y="3419"/>
                    <a:pt x="11530" y="3428"/>
                  </a:cubicBezTo>
                  <a:lnTo>
                    <a:pt x="11516" y="3428"/>
                  </a:lnTo>
                  <a:cubicBezTo>
                    <a:pt x="10743" y="3428"/>
                    <a:pt x="10095" y="2843"/>
                    <a:pt x="10014" y="2075"/>
                  </a:cubicBezTo>
                  <a:lnTo>
                    <a:pt x="10014" y="2070"/>
                  </a:lnTo>
                  <a:cubicBezTo>
                    <a:pt x="10014" y="2051"/>
                    <a:pt x="10009" y="2027"/>
                    <a:pt x="10009" y="2003"/>
                  </a:cubicBezTo>
                  <a:lnTo>
                    <a:pt x="10009" y="1988"/>
                  </a:lnTo>
                  <a:lnTo>
                    <a:pt x="10009" y="1916"/>
                  </a:lnTo>
                  <a:cubicBezTo>
                    <a:pt x="10009" y="1806"/>
                    <a:pt x="9917" y="1715"/>
                    <a:pt x="9807" y="1715"/>
                  </a:cubicBezTo>
                  <a:lnTo>
                    <a:pt x="3893" y="1715"/>
                  </a:lnTo>
                  <a:cubicBezTo>
                    <a:pt x="3783" y="1715"/>
                    <a:pt x="3692" y="1806"/>
                    <a:pt x="3692" y="1916"/>
                  </a:cubicBezTo>
                  <a:lnTo>
                    <a:pt x="3692" y="2007"/>
                  </a:lnTo>
                  <a:lnTo>
                    <a:pt x="3692" y="2031"/>
                  </a:lnTo>
                  <a:cubicBezTo>
                    <a:pt x="3692" y="2051"/>
                    <a:pt x="3687" y="2075"/>
                    <a:pt x="3682" y="2094"/>
                  </a:cubicBezTo>
                  <a:cubicBezTo>
                    <a:pt x="3682" y="2103"/>
                    <a:pt x="3682" y="2113"/>
                    <a:pt x="3682" y="2123"/>
                  </a:cubicBezTo>
                  <a:cubicBezTo>
                    <a:pt x="3677" y="2142"/>
                    <a:pt x="3677" y="2161"/>
                    <a:pt x="3672" y="2180"/>
                  </a:cubicBezTo>
                  <a:cubicBezTo>
                    <a:pt x="3672" y="2190"/>
                    <a:pt x="3668" y="2199"/>
                    <a:pt x="3668" y="2209"/>
                  </a:cubicBezTo>
                  <a:cubicBezTo>
                    <a:pt x="3663" y="2233"/>
                    <a:pt x="3658" y="2252"/>
                    <a:pt x="3653" y="2276"/>
                  </a:cubicBezTo>
                  <a:cubicBezTo>
                    <a:pt x="3653" y="2281"/>
                    <a:pt x="3653" y="2286"/>
                    <a:pt x="3648" y="2295"/>
                  </a:cubicBezTo>
                  <a:cubicBezTo>
                    <a:pt x="3644" y="2319"/>
                    <a:pt x="3634" y="2348"/>
                    <a:pt x="3624" y="2372"/>
                  </a:cubicBezTo>
                  <a:cubicBezTo>
                    <a:pt x="3620" y="2382"/>
                    <a:pt x="3620" y="2391"/>
                    <a:pt x="3615" y="2406"/>
                  </a:cubicBezTo>
                  <a:cubicBezTo>
                    <a:pt x="3610" y="2415"/>
                    <a:pt x="3605" y="2435"/>
                    <a:pt x="3600" y="2449"/>
                  </a:cubicBezTo>
                  <a:cubicBezTo>
                    <a:pt x="3591" y="2463"/>
                    <a:pt x="3586" y="2478"/>
                    <a:pt x="3581" y="2487"/>
                  </a:cubicBezTo>
                  <a:lnTo>
                    <a:pt x="3567" y="2526"/>
                  </a:lnTo>
                  <a:cubicBezTo>
                    <a:pt x="3562" y="2540"/>
                    <a:pt x="3557" y="2555"/>
                    <a:pt x="3548" y="2569"/>
                  </a:cubicBezTo>
                  <a:lnTo>
                    <a:pt x="3538" y="2588"/>
                  </a:lnTo>
                  <a:cubicBezTo>
                    <a:pt x="3509" y="2646"/>
                    <a:pt x="3476" y="2703"/>
                    <a:pt x="3437" y="2761"/>
                  </a:cubicBezTo>
                  <a:lnTo>
                    <a:pt x="3437" y="2766"/>
                  </a:lnTo>
                  <a:cubicBezTo>
                    <a:pt x="3423" y="2785"/>
                    <a:pt x="3413" y="2804"/>
                    <a:pt x="3399" y="2823"/>
                  </a:cubicBezTo>
                  <a:cubicBezTo>
                    <a:pt x="3341" y="2900"/>
                    <a:pt x="3279" y="2967"/>
                    <a:pt x="3207" y="3035"/>
                  </a:cubicBezTo>
                  <a:lnTo>
                    <a:pt x="3197" y="3039"/>
                  </a:lnTo>
                  <a:lnTo>
                    <a:pt x="3154" y="3083"/>
                  </a:lnTo>
                  <a:lnTo>
                    <a:pt x="3140" y="3092"/>
                  </a:lnTo>
                  <a:cubicBezTo>
                    <a:pt x="2856" y="3322"/>
                    <a:pt x="2522" y="3430"/>
                    <a:pt x="2194" y="3430"/>
                  </a:cubicBezTo>
                  <a:cubicBezTo>
                    <a:pt x="1584" y="3430"/>
                    <a:pt x="991" y="3060"/>
                    <a:pt x="763" y="2420"/>
                  </a:cubicBezTo>
                  <a:cubicBezTo>
                    <a:pt x="418" y="1441"/>
                    <a:pt x="1147" y="409"/>
                    <a:pt x="2189" y="409"/>
                  </a:cubicBezTo>
                  <a:close/>
                  <a:moveTo>
                    <a:pt x="9605" y="2127"/>
                  </a:moveTo>
                  <a:cubicBezTo>
                    <a:pt x="9658" y="2617"/>
                    <a:pt x="9898" y="3073"/>
                    <a:pt x="10282" y="3390"/>
                  </a:cubicBezTo>
                  <a:cubicBezTo>
                    <a:pt x="10134" y="3491"/>
                    <a:pt x="9965" y="3543"/>
                    <a:pt x="9788" y="3543"/>
                  </a:cubicBezTo>
                  <a:lnTo>
                    <a:pt x="3879" y="3543"/>
                  </a:lnTo>
                  <a:cubicBezTo>
                    <a:pt x="3716" y="3524"/>
                    <a:pt x="3562" y="3467"/>
                    <a:pt x="3432" y="3371"/>
                  </a:cubicBezTo>
                  <a:cubicBezTo>
                    <a:pt x="3730" y="3111"/>
                    <a:pt x="3936" y="2771"/>
                    <a:pt x="4032" y="2391"/>
                  </a:cubicBezTo>
                  <a:cubicBezTo>
                    <a:pt x="4032" y="2387"/>
                    <a:pt x="4032" y="2377"/>
                    <a:pt x="4037" y="2372"/>
                  </a:cubicBezTo>
                  <a:cubicBezTo>
                    <a:pt x="4042" y="2353"/>
                    <a:pt x="4047" y="2329"/>
                    <a:pt x="4052" y="2305"/>
                  </a:cubicBezTo>
                  <a:cubicBezTo>
                    <a:pt x="4066" y="2247"/>
                    <a:pt x="4076" y="2185"/>
                    <a:pt x="4080" y="2127"/>
                  </a:cubicBezTo>
                  <a:close/>
                  <a:moveTo>
                    <a:pt x="2167" y="1"/>
                  </a:moveTo>
                  <a:cubicBezTo>
                    <a:pt x="918" y="1"/>
                    <a:pt x="1" y="1179"/>
                    <a:pt x="307" y="2391"/>
                  </a:cubicBezTo>
                  <a:cubicBezTo>
                    <a:pt x="532" y="3281"/>
                    <a:pt x="1329" y="3841"/>
                    <a:pt x="2174" y="3841"/>
                  </a:cubicBezTo>
                  <a:cubicBezTo>
                    <a:pt x="2482" y="3841"/>
                    <a:pt x="2796" y="3766"/>
                    <a:pt x="3092" y="3606"/>
                  </a:cubicBezTo>
                  <a:cubicBezTo>
                    <a:pt x="3245" y="3750"/>
                    <a:pt x="3442" y="3855"/>
                    <a:pt x="3648" y="3908"/>
                  </a:cubicBezTo>
                  <a:lnTo>
                    <a:pt x="3648" y="9107"/>
                  </a:lnTo>
                  <a:cubicBezTo>
                    <a:pt x="3648" y="9244"/>
                    <a:pt x="3750" y="9312"/>
                    <a:pt x="3852" y="9312"/>
                  </a:cubicBezTo>
                  <a:cubicBezTo>
                    <a:pt x="3954" y="9312"/>
                    <a:pt x="4056" y="9244"/>
                    <a:pt x="4056" y="9107"/>
                  </a:cubicBezTo>
                  <a:lnTo>
                    <a:pt x="4056" y="3947"/>
                  </a:lnTo>
                  <a:lnTo>
                    <a:pt x="9639" y="3947"/>
                  </a:lnTo>
                  <a:lnTo>
                    <a:pt x="9639" y="4897"/>
                  </a:lnTo>
                  <a:cubicBezTo>
                    <a:pt x="9639" y="5034"/>
                    <a:pt x="9741" y="5102"/>
                    <a:pt x="9843" y="5102"/>
                  </a:cubicBezTo>
                  <a:cubicBezTo>
                    <a:pt x="9945" y="5102"/>
                    <a:pt x="10047" y="5034"/>
                    <a:pt x="10047" y="4897"/>
                  </a:cubicBezTo>
                  <a:lnTo>
                    <a:pt x="10047" y="3923"/>
                  </a:lnTo>
                  <a:cubicBezTo>
                    <a:pt x="10268" y="3875"/>
                    <a:pt x="10474" y="3769"/>
                    <a:pt x="10642" y="3620"/>
                  </a:cubicBezTo>
                  <a:cubicBezTo>
                    <a:pt x="10919" y="3762"/>
                    <a:pt x="11215" y="3829"/>
                    <a:pt x="11509" y="3829"/>
                  </a:cubicBezTo>
                  <a:cubicBezTo>
                    <a:pt x="12103" y="3829"/>
                    <a:pt x="12684" y="3552"/>
                    <a:pt x="13057" y="3044"/>
                  </a:cubicBezTo>
                  <a:cubicBezTo>
                    <a:pt x="13614" y="2291"/>
                    <a:pt x="13542" y="1239"/>
                    <a:pt x="12884" y="567"/>
                  </a:cubicBezTo>
                  <a:lnTo>
                    <a:pt x="12884" y="572"/>
                  </a:lnTo>
                  <a:cubicBezTo>
                    <a:pt x="12534" y="217"/>
                    <a:pt x="12063" y="10"/>
                    <a:pt x="11564" y="1"/>
                  </a:cubicBezTo>
                  <a:lnTo>
                    <a:pt x="2175" y="1"/>
                  </a:lnTo>
                  <a:cubicBezTo>
                    <a:pt x="2172" y="1"/>
                    <a:pt x="2170"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89"/>
            <p:cNvSpPr/>
            <p:nvPr/>
          </p:nvSpPr>
          <p:spPr>
            <a:xfrm>
              <a:off x="7565665" y="2009060"/>
              <a:ext cx="61550" cy="52719"/>
            </a:xfrm>
            <a:custGeom>
              <a:rect b="b" l="l" r="r" t="t"/>
              <a:pathLst>
                <a:path extrusionOk="0" h="2012" w="2349">
                  <a:moveTo>
                    <a:pt x="1342" y="407"/>
                  </a:moveTo>
                  <a:cubicBezTo>
                    <a:pt x="1649" y="407"/>
                    <a:pt x="1945" y="646"/>
                    <a:pt x="1945" y="1004"/>
                  </a:cubicBezTo>
                  <a:cubicBezTo>
                    <a:pt x="1945" y="1335"/>
                    <a:pt x="1676" y="1599"/>
                    <a:pt x="1350" y="1604"/>
                  </a:cubicBezTo>
                  <a:cubicBezTo>
                    <a:pt x="817" y="1604"/>
                    <a:pt x="548" y="961"/>
                    <a:pt x="927" y="582"/>
                  </a:cubicBezTo>
                  <a:cubicBezTo>
                    <a:pt x="1048" y="461"/>
                    <a:pt x="1196" y="407"/>
                    <a:pt x="1342" y="407"/>
                  </a:cubicBezTo>
                  <a:close/>
                  <a:moveTo>
                    <a:pt x="1350" y="1"/>
                  </a:moveTo>
                  <a:cubicBezTo>
                    <a:pt x="452" y="1"/>
                    <a:pt x="1" y="1081"/>
                    <a:pt x="634" y="1715"/>
                  </a:cubicBezTo>
                  <a:cubicBezTo>
                    <a:pt x="840" y="1920"/>
                    <a:pt x="1092" y="2012"/>
                    <a:pt x="1339" y="2012"/>
                  </a:cubicBezTo>
                  <a:cubicBezTo>
                    <a:pt x="1854" y="2012"/>
                    <a:pt x="2348" y="1611"/>
                    <a:pt x="2348" y="1004"/>
                  </a:cubicBezTo>
                  <a:cubicBezTo>
                    <a:pt x="2348" y="452"/>
                    <a:pt x="1902" y="6"/>
                    <a:pt x="13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89"/>
            <p:cNvSpPr/>
            <p:nvPr/>
          </p:nvSpPr>
          <p:spPr>
            <a:xfrm>
              <a:off x="7812074" y="2009060"/>
              <a:ext cx="61419" cy="52719"/>
            </a:xfrm>
            <a:custGeom>
              <a:rect b="b" l="l" r="r" t="t"/>
              <a:pathLst>
                <a:path extrusionOk="0" h="2012" w="2344">
                  <a:moveTo>
                    <a:pt x="1334" y="407"/>
                  </a:moveTo>
                  <a:cubicBezTo>
                    <a:pt x="1642" y="407"/>
                    <a:pt x="1935" y="646"/>
                    <a:pt x="1935" y="1004"/>
                  </a:cubicBezTo>
                  <a:cubicBezTo>
                    <a:pt x="1935" y="1335"/>
                    <a:pt x="1671" y="1599"/>
                    <a:pt x="1340" y="1604"/>
                  </a:cubicBezTo>
                  <a:cubicBezTo>
                    <a:pt x="807" y="1604"/>
                    <a:pt x="543" y="961"/>
                    <a:pt x="917" y="582"/>
                  </a:cubicBezTo>
                  <a:cubicBezTo>
                    <a:pt x="1039" y="461"/>
                    <a:pt x="1188" y="407"/>
                    <a:pt x="1334" y="407"/>
                  </a:cubicBezTo>
                  <a:close/>
                  <a:moveTo>
                    <a:pt x="1340" y="1"/>
                  </a:moveTo>
                  <a:cubicBezTo>
                    <a:pt x="447" y="1"/>
                    <a:pt x="1" y="1086"/>
                    <a:pt x="629" y="1715"/>
                  </a:cubicBezTo>
                  <a:cubicBezTo>
                    <a:pt x="835" y="1920"/>
                    <a:pt x="1087" y="2012"/>
                    <a:pt x="1334" y="2012"/>
                  </a:cubicBezTo>
                  <a:cubicBezTo>
                    <a:pt x="1849" y="2012"/>
                    <a:pt x="2343" y="1611"/>
                    <a:pt x="2343" y="1004"/>
                  </a:cubicBezTo>
                  <a:cubicBezTo>
                    <a:pt x="2343" y="452"/>
                    <a:pt x="1897" y="1"/>
                    <a:pt x="13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2" name="Google Shape;20142;p89"/>
            <p:cNvSpPr/>
            <p:nvPr/>
          </p:nvSpPr>
          <p:spPr>
            <a:xfrm>
              <a:off x="7574469" y="2133470"/>
              <a:ext cx="299259" cy="215096"/>
            </a:xfrm>
            <a:custGeom>
              <a:rect b="b" l="l" r="r" t="t"/>
              <a:pathLst>
                <a:path extrusionOk="0" h="8209" w="11421">
                  <a:moveTo>
                    <a:pt x="9448" y="5717"/>
                  </a:moveTo>
                  <a:cubicBezTo>
                    <a:pt x="9606" y="5717"/>
                    <a:pt x="9736" y="5847"/>
                    <a:pt x="9736" y="6005"/>
                  </a:cubicBezTo>
                  <a:lnTo>
                    <a:pt x="9736" y="6553"/>
                  </a:lnTo>
                  <a:lnTo>
                    <a:pt x="1686" y="6553"/>
                  </a:lnTo>
                  <a:lnTo>
                    <a:pt x="1686" y="6005"/>
                  </a:lnTo>
                  <a:cubicBezTo>
                    <a:pt x="1686" y="5847"/>
                    <a:pt x="1815" y="5717"/>
                    <a:pt x="1974" y="5717"/>
                  </a:cubicBezTo>
                  <a:close/>
                  <a:moveTo>
                    <a:pt x="10456" y="6961"/>
                  </a:moveTo>
                  <a:cubicBezTo>
                    <a:pt x="10763" y="6961"/>
                    <a:pt x="11013" y="7210"/>
                    <a:pt x="11013" y="7517"/>
                  </a:cubicBezTo>
                  <a:lnTo>
                    <a:pt x="11013" y="7801"/>
                  </a:lnTo>
                  <a:lnTo>
                    <a:pt x="409" y="7801"/>
                  </a:lnTo>
                  <a:lnTo>
                    <a:pt x="409" y="7517"/>
                  </a:lnTo>
                  <a:cubicBezTo>
                    <a:pt x="409" y="7210"/>
                    <a:pt x="658" y="6961"/>
                    <a:pt x="966" y="6961"/>
                  </a:cubicBezTo>
                  <a:close/>
                  <a:moveTo>
                    <a:pt x="8704" y="0"/>
                  </a:moveTo>
                  <a:cubicBezTo>
                    <a:pt x="8603" y="0"/>
                    <a:pt x="8502" y="68"/>
                    <a:pt x="8502" y="202"/>
                  </a:cubicBezTo>
                  <a:lnTo>
                    <a:pt x="8502" y="5314"/>
                  </a:lnTo>
                  <a:lnTo>
                    <a:pt x="2919" y="5314"/>
                  </a:lnTo>
                  <a:lnTo>
                    <a:pt x="2919" y="4407"/>
                  </a:lnTo>
                  <a:cubicBezTo>
                    <a:pt x="2919" y="4270"/>
                    <a:pt x="2817" y="4202"/>
                    <a:pt x="2715" y="4202"/>
                  </a:cubicBezTo>
                  <a:cubicBezTo>
                    <a:pt x="2613" y="4202"/>
                    <a:pt x="2511" y="4270"/>
                    <a:pt x="2511" y="4407"/>
                  </a:cubicBezTo>
                  <a:lnTo>
                    <a:pt x="2511" y="5309"/>
                  </a:lnTo>
                  <a:lnTo>
                    <a:pt x="1974" y="5309"/>
                  </a:lnTo>
                  <a:cubicBezTo>
                    <a:pt x="1590" y="5309"/>
                    <a:pt x="1278" y="5621"/>
                    <a:pt x="1278" y="6005"/>
                  </a:cubicBezTo>
                  <a:lnTo>
                    <a:pt x="1278" y="6553"/>
                  </a:lnTo>
                  <a:lnTo>
                    <a:pt x="966" y="6553"/>
                  </a:lnTo>
                  <a:cubicBezTo>
                    <a:pt x="433" y="6553"/>
                    <a:pt x="1" y="6985"/>
                    <a:pt x="1" y="7517"/>
                  </a:cubicBezTo>
                  <a:lnTo>
                    <a:pt x="1" y="8007"/>
                  </a:lnTo>
                  <a:cubicBezTo>
                    <a:pt x="1" y="8118"/>
                    <a:pt x="92" y="8209"/>
                    <a:pt x="202" y="8209"/>
                  </a:cubicBezTo>
                  <a:lnTo>
                    <a:pt x="11214" y="8209"/>
                  </a:lnTo>
                  <a:cubicBezTo>
                    <a:pt x="11329" y="8209"/>
                    <a:pt x="11421" y="8118"/>
                    <a:pt x="11421" y="8007"/>
                  </a:cubicBezTo>
                  <a:lnTo>
                    <a:pt x="11421" y="7517"/>
                  </a:lnTo>
                  <a:cubicBezTo>
                    <a:pt x="11416" y="6985"/>
                    <a:pt x="10989" y="6553"/>
                    <a:pt x="10456" y="6553"/>
                  </a:cubicBezTo>
                  <a:lnTo>
                    <a:pt x="10139" y="6553"/>
                  </a:lnTo>
                  <a:lnTo>
                    <a:pt x="10139" y="6005"/>
                  </a:lnTo>
                  <a:cubicBezTo>
                    <a:pt x="10139" y="5621"/>
                    <a:pt x="9832" y="5309"/>
                    <a:pt x="9448" y="5309"/>
                  </a:cubicBezTo>
                  <a:lnTo>
                    <a:pt x="8905" y="5309"/>
                  </a:lnTo>
                  <a:lnTo>
                    <a:pt x="8905" y="202"/>
                  </a:lnTo>
                  <a:cubicBezTo>
                    <a:pt x="8905" y="68"/>
                    <a:pt x="8804" y="0"/>
                    <a:pt x="87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3" name="Google Shape;20143;p89"/>
            <p:cNvSpPr/>
            <p:nvPr/>
          </p:nvSpPr>
          <p:spPr>
            <a:xfrm>
              <a:off x="7665051" y="2098384"/>
              <a:ext cx="31574" cy="160621"/>
            </a:xfrm>
            <a:custGeom>
              <a:rect b="b" l="l" r="r" t="t"/>
              <a:pathLst>
                <a:path extrusionOk="0" h="6130" w="1205">
                  <a:moveTo>
                    <a:pt x="602" y="437"/>
                  </a:moveTo>
                  <a:cubicBezTo>
                    <a:pt x="691" y="437"/>
                    <a:pt x="780" y="494"/>
                    <a:pt x="787" y="610"/>
                  </a:cubicBezTo>
                  <a:lnTo>
                    <a:pt x="787" y="5554"/>
                  </a:lnTo>
                  <a:cubicBezTo>
                    <a:pt x="780" y="5672"/>
                    <a:pt x="691" y="5730"/>
                    <a:pt x="602" y="5730"/>
                  </a:cubicBezTo>
                  <a:cubicBezTo>
                    <a:pt x="514" y="5730"/>
                    <a:pt x="425" y="5672"/>
                    <a:pt x="418" y="5554"/>
                  </a:cubicBezTo>
                  <a:lnTo>
                    <a:pt x="418" y="610"/>
                  </a:lnTo>
                  <a:cubicBezTo>
                    <a:pt x="425" y="494"/>
                    <a:pt x="514" y="437"/>
                    <a:pt x="602" y="437"/>
                  </a:cubicBezTo>
                  <a:close/>
                  <a:moveTo>
                    <a:pt x="605" y="0"/>
                  </a:moveTo>
                  <a:cubicBezTo>
                    <a:pt x="269" y="0"/>
                    <a:pt x="0" y="278"/>
                    <a:pt x="10" y="610"/>
                  </a:cubicBezTo>
                  <a:lnTo>
                    <a:pt x="10" y="5554"/>
                  </a:lnTo>
                  <a:cubicBezTo>
                    <a:pt x="19" y="5876"/>
                    <a:pt x="283" y="6130"/>
                    <a:pt x="605" y="6130"/>
                  </a:cubicBezTo>
                  <a:cubicBezTo>
                    <a:pt x="922" y="6130"/>
                    <a:pt x="1186" y="5876"/>
                    <a:pt x="1195" y="5554"/>
                  </a:cubicBezTo>
                  <a:lnTo>
                    <a:pt x="1195" y="610"/>
                  </a:lnTo>
                  <a:cubicBezTo>
                    <a:pt x="1205" y="278"/>
                    <a:pt x="936" y="0"/>
                    <a:pt x="6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4" name="Google Shape;20144;p89"/>
            <p:cNvSpPr/>
            <p:nvPr/>
          </p:nvSpPr>
          <p:spPr>
            <a:xfrm>
              <a:off x="7708312" y="2098384"/>
              <a:ext cx="31600" cy="160621"/>
            </a:xfrm>
            <a:custGeom>
              <a:rect b="b" l="l" r="r" t="t"/>
              <a:pathLst>
                <a:path extrusionOk="0" h="6130" w="1206">
                  <a:moveTo>
                    <a:pt x="603" y="437"/>
                  </a:moveTo>
                  <a:cubicBezTo>
                    <a:pt x="692" y="437"/>
                    <a:pt x="780" y="494"/>
                    <a:pt x="788" y="610"/>
                  </a:cubicBezTo>
                  <a:lnTo>
                    <a:pt x="788" y="5554"/>
                  </a:lnTo>
                  <a:cubicBezTo>
                    <a:pt x="780" y="5672"/>
                    <a:pt x="692" y="5730"/>
                    <a:pt x="603" y="5730"/>
                  </a:cubicBezTo>
                  <a:cubicBezTo>
                    <a:pt x="514" y="5730"/>
                    <a:pt x="425" y="5672"/>
                    <a:pt x="418" y="5554"/>
                  </a:cubicBezTo>
                  <a:lnTo>
                    <a:pt x="418" y="610"/>
                  </a:lnTo>
                  <a:cubicBezTo>
                    <a:pt x="425" y="494"/>
                    <a:pt x="514" y="437"/>
                    <a:pt x="603" y="437"/>
                  </a:cubicBezTo>
                  <a:close/>
                  <a:moveTo>
                    <a:pt x="600" y="0"/>
                  </a:moveTo>
                  <a:cubicBezTo>
                    <a:pt x="269" y="0"/>
                    <a:pt x="0" y="278"/>
                    <a:pt x="10" y="610"/>
                  </a:cubicBezTo>
                  <a:lnTo>
                    <a:pt x="10" y="5554"/>
                  </a:lnTo>
                  <a:cubicBezTo>
                    <a:pt x="19" y="5876"/>
                    <a:pt x="284" y="6130"/>
                    <a:pt x="600" y="6130"/>
                  </a:cubicBezTo>
                  <a:cubicBezTo>
                    <a:pt x="922" y="6130"/>
                    <a:pt x="1186" y="5876"/>
                    <a:pt x="1196" y="5554"/>
                  </a:cubicBezTo>
                  <a:lnTo>
                    <a:pt x="1196" y="610"/>
                  </a:lnTo>
                  <a:cubicBezTo>
                    <a:pt x="1205" y="278"/>
                    <a:pt x="936"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89"/>
            <p:cNvSpPr/>
            <p:nvPr/>
          </p:nvSpPr>
          <p:spPr>
            <a:xfrm>
              <a:off x="7751834" y="2099380"/>
              <a:ext cx="31076" cy="159626"/>
            </a:xfrm>
            <a:custGeom>
              <a:rect b="b" l="l" r="r" t="t"/>
              <a:pathLst>
                <a:path extrusionOk="0" h="6092" w="1186">
                  <a:moveTo>
                    <a:pt x="593" y="399"/>
                  </a:moveTo>
                  <a:cubicBezTo>
                    <a:pt x="682" y="399"/>
                    <a:pt x="771" y="456"/>
                    <a:pt x="778" y="572"/>
                  </a:cubicBezTo>
                  <a:lnTo>
                    <a:pt x="778" y="5516"/>
                  </a:lnTo>
                  <a:cubicBezTo>
                    <a:pt x="771" y="5634"/>
                    <a:pt x="682" y="5692"/>
                    <a:pt x="593" y="5692"/>
                  </a:cubicBezTo>
                  <a:cubicBezTo>
                    <a:pt x="504" y="5692"/>
                    <a:pt x="415" y="5634"/>
                    <a:pt x="408" y="5516"/>
                  </a:cubicBezTo>
                  <a:lnTo>
                    <a:pt x="408" y="572"/>
                  </a:lnTo>
                  <a:cubicBezTo>
                    <a:pt x="415" y="456"/>
                    <a:pt x="504" y="399"/>
                    <a:pt x="593" y="399"/>
                  </a:cubicBezTo>
                  <a:close/>
                  <a:moveTo>
                    <a:pt x="591" y="0"/>
                  </a:moveTo>
                  <a:cubicBezTo>
                    <a:pt x="274" y="0"/>
                    <a:pt x="10" y="255"/>
                    <a:pt x="0" y="572"/>
                  </a:cubicBezTo>
                  <a:lnTo>
                    <a:pt x="0" y="5516"/>
                  </a:lnTo>
                  <a:cubicBezTo>
                    <a:pt x="10" y="5838"/>
                    <a:pt x="274" y="6092"/>
                    <a:pt x="591" y="6092"/>
                  </a:cubicBezTo>
                  <a:cubicBezTo>
                    <a:pt x="912" y="6092"/>
                    <a:pt x="1171" y="5838"/>
                    <a:pt x="1186" y="5516"/>
                  </a:cubicBezTo>
                  <a:lnTo>
                    <a:pt x="1186" y="572"/>
                  </a:lnTo>
                  <a:cubicBezTo>
                    <a:pt x="1171" y="255"/>
                    <a:pt x="912" y="0"/>
                    <a:pt x="5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46" name="Google Shape;20146;p89"/>
          <p:cNvGrpSpPr/>
          <p:nvPr/>
        </p:nvGrpSpPr>
        <p:grpSpPr>
          <a:xfrm>
            <a:off x="6602959" y="2908513"/>
            <a:ext cx="363402" cy="333322"/>
            <a:chOff x="6602959" y="2908513"/>
            <a:chExt cx="363402" cy="333322"/>
          </a:xfrm>
        </p:grpSpPr>
        <p:sp>
          <p:nvSpPr>
            <p:cNvPr id="20147" name="Google Shape;20147;p89"/>
            <p:cNvSpPr/>
            <p:nvPr/>
          </p:nvSpPr>
          <p:spPr>
            <a:xfrm>
              <a:off x="6613781" y="2913911"/>
              <a:ext cx="341628" cy="322527"/>
            </a:xfrm>
            <a:custGeom>
              <a:rect b="b" l="l" r="r" t="t"/>
              <a:pathLst>
                <a:path extrusionOk="0" h="12309" w="13038">
                  <a:moveTo>
                    <a:pt x="0" y="1"/>
                  </a:moveTo>
                  <a:lnTo>
                    <a:pt x="0" y="12308"/>
                  </a:lnTo>
                  <a:lnTo>
                    <a:pt x="13038" y="12308"/>
                  </a:lnTo>
                  <a:lnTo>
                    <a:pt x="13038"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89"/>
            <p:cNvSpPr/>
            <p:nvPr/>
          </p:nvSpPr>
          <p:spPr>
            <a:xfrm>
              <a:off x="6613781" y="2913911"/>
              <a:ext cx="341628" cy="322527"/>
            </a:xfrm>
            <a:custGeom>
              <a:rect b="b" l="l" r="r" t="t"/>
              <a:pathLst>
                <a:path extrusionOk="0" h="12309" w="13038">
                  <a:moveTo>
                    <a:pt x="5511" y="1"/>
                  </a:moveTo>
                  <a:cubicBezTo>
                    <a:pt x="5511" y="5641"/>
                    <a:pt x="0" y="12308"/>
                    <a:pt x="0" y="12308"/>
                  </a:cubicBezTo>
                  <a:lnTo>
                    <a:pt x="13038" y="12308"/>
                  </a:lnTo>
                  <a:cubicBezTo>
                    <a:pt x="13038" y="12308"/>
                    <a:pt x="7532" y="5636"/>
                    <a:pt x="7532"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89"/>
            <p:cNvSpPr/>
            <p:nvPr/>
          </p:nvSpPr>
          <p:spPr>
            <a:xfrm>
              <a:off x="6613781" y="3136292"/>
              <a:ext cx="341628" cy="100146"/>
            </a:xfrm>
            <a:custGeom>
              <a:rect b="b" l="l" r="r" t="t"/>
              <a:pathLst>
                <a:path extrusionOk="0" h="3822" w="13038">
                  <a:moveTo>
                    <a:pt x="0" y="1"/>
                  </a:moveTo>
                  <a:lnTo>
                    <a:pt x="0" y="3821"/>
                  </a:lnTo>
                  <a:lnTo>
                    <a:pt x="13038" y="3821"/>
                  </a:lnTo>
                  <a:lnTo>
                    <a:pt x="13038"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89"/>
            <p:cNvSpPr/>
            <p:nvPr/>
          </p:nvSpPr>
          <p:spPr>
            <a:xfrm>
              <a:off x="6613781" y="3136423"/>
              <a:ext cx="271458" cy="28823"/>
            </a:xfrm>
            <a:custGeom>
              <a:rect b="b" l="l" r="r" t="t"/>
              <a:pathLst>
                <a:path extrusionOk="0" h="1100" w="10360">
                  <a:moveTo>
                    <a:pt x="0" y="0"/>
                  </a:moveTo>
                  <a:lnTo>
                    <a:pt x="0" y="1100"/>
                  </a:lnTo>
                  <a:lnTo>
                    <a:pt x="8746" y="1100"/>
                  </a:lnTo>
                  <a:cubicBezTo>
                    <a:pt x="9457" y="1100"/>
                    <a:pt x="10100" y="663"/>
                    <a:pt x="10359"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1" name="Google Shape;20151;p89"/>
            <p:cNvSpPr/>
            <p:nvPr/>
          </p:nvSpPr>
          <p:spPr>
            <a:xfrm>
              <a:off x="6613781" y="2913911"/>
              <a:ext cx="147441" cy="322527"/>
            </a:xfrm>
            <a:custGeom>
              <a:rect b="b" l="l" r="r" t="t"/>
              <a:pathLst>
                <a:path extrusionOk="0" h="12309" w="5627">
                  <a:moveTo>
                    <a:pt x="0" y="1"/>
                  </a:moveTo>
                  <a:lnTo>
                    <a:pt x="0" y="12308"/>
                  </a:lnTo>
                  <a:lnTo>
                    <a:pt x="1897" y="12308"/>
                  </a:lnTo>
                  <a:cubicBezTo>
                    <a:pt x="2017" y="12308"/>
                    <a:pt x="2127" y="12241"/>
                    <a:pt x="2185" y="12136"/>
                  </a:cubicBezTo>
                  <a:cubicBezTo>
                    <a:pt x="2871" y="10892"/>
                    <a:pt x="1181" y="6284"/>
                    <a:pt x="1181" y="6284"/>
                  </a:cubicBezTo>
                  <a:cubicBezTo>
                    <a:pt x="1181" y="6284"/>
                    <a:pt x="5626" y="2271"/>
                    <a:pt x="4436"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2" name="Google Shape;20152;p89"/>
            <p:cNvSpPr/>
            <p:nvPr/>
          </p:nvSpPr>
          <p:spPr>
            <a:xfrm>
              <a:off x="6613912" y="2913911"/>
              <a:ext cx="53348" cy="322527"/>
            </a:xfrm>
            <a:custGeom>
              <a:rect b="b" l="l" r="r" t="t"/>
              <a:pathLst>
                <a:path extrusionOk="0" h="12309" w="2036">
                  <a:moveTo>
                    <a:pt x="0" y="1"/>
                  </a:moveTo>
                  <a:lnTo>
                    <a:pt x="0" y="12308"/>
                  </a:lnTo>
                  <a:lnTo>
                    <a:pt x="922" y="12308"/>
                  </a:lnTo>
                  <a:cubicBezTo>
                    <a:pt x="1042" y="12308"/>
                    <a:pt x="1152" y="12241"/>
                    <a:pt x="1210" y="12140"/>
                  </a:cubicBezTo>
                  <a:cubicBezTo>
                    <a:pt x="1896" y="10892"/>
                    <a:pt x="370" y="6284"/>
                    <a:pt x="370" y="6284"/>
                  </a:cubicBezTo>
                  <a:cubicBezTo>
                    <a:pt x="370" y="6284"/>
                    <a:pt x="2036" y="2358"/>
                    <a:pt x="133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3" name="Google Shape;20153;p89"/>
            <p:cNvSpPr/>
            <p:nvPr/>
          </p:nvSpPr>
          <p:spPr>
            <a:xfrm>
              <a:off x="6623581" y="2913911"/>
              <a:ext cx="137642" cy="322527"/>
            </a:xfrm>
            <a:custGeom>
              <a:rect b="b" l="l" r="r" t="t"/>
              <a:pathLst>
                <a:path extrusionOk="0" h="12309" w="5253">
                  <a:moveTo>
                    <a:pt x="3102" y="1"/>
                  </a:moveTo>
                  <a:cubicBezTo>
                    <a:pt x="2809" y="3654"/>
                    <a:pt x="1" y="6284"/>
                    <a:pt x="1" y="6284"/>
                  </a:cubicBezTo>
                  <a:cubicBezTo>
                    <a:pt x="1" y="6284"/>
                    <a:pt x="1527" y="10892"/>
                    <a:pt x="841" y="12136"/>
                  </a:cubicBezTo>
                  <a:cubicBezTo>
                    <a:pt x="778" y="12241"/>
                    <a:pt x="668" y="12308"/>
                    <a:pt x="548" y="12308"/>
                  </a:cubicBezTo>
                  <a:lnTo>
                    <a:pt x="1523" y="12308"/>
                  </a:lnTo>
                  <a:cubicBezTo>
                    <a:pt x="1643" y="12308"/>
                    <a:pt x="1753" y="12241"/>
                    <a:pt x="1811" y="12136"/>
                  </a:cubicBezTo>
                  <a:cubicBezTo>
                    <a:pt x="2497" y="10892"/>
                    <a:pt x="807" y="6284"/>
                    <a:pt x="807" y="6284"/>
                  </a:cubicBezTo>
                  <a:cubicBezTo>
                    <a:pt x="807" y="6284"/>
                    <a:pt x="5252" y="2271"/>
                    <a:pt x="40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4" name="Google Shape;20154;p89"/>
            <p:cNvSpPr/>
            <p:nvPr/>
          </p:nvSpPr>
          <p:spPr>
            <a:xfrm>
              <a:off x="6608252" y="3072148"/>
              <a:ext cx="45540" cy="21276"/>
            </a:xfrm>
            <a:custGeom>
              <a:rect b="b" l="l" r="r" t="t"/>
              <a:pathLst>
                <a:path extrusionOk="0" h="812" w="1738">
                  <a:moveTo>
                    <a:pt x="192" y="0"/>
                  </a:moveTo>
                  <a:cubicBezTo>
                    <a:pt x="87" y="0"/>
                    <a:pt x="0" y="87"/>
                    <a:pt x="0" y="197"/>
                  </a:cubicBezTo>
                  <a:lnTo>
                    <a:pt x="0" y="615"/>
                  </a:lnTo>
                  <a:cubicBezTo>
                    <a:pt x="0" y="725"/>
                    <a:pt x="87" y="812"/>
                    <a:pt x="192" y="812"/>
                  </a:cubicBezTo>
                  <a:lnTo>
                    <a:pt x="1546" y="812"/>
                  </a:lnTo>
                  <a:cubicBezTo>
                    <a:pt x="1651" y="812"/>
                    <a:pt x="1738" y="725"/>
                    <a:pt x="1738" y="615"/>
                  </a:cubicBezTo>
                  <a:lnTo>
                    <a:pt x="1738" y="197"/>
                  </a:lnTo>
                  <a:cubicBezTo>
                    <a:pt x="1738" y="87"/>
                    <a:pt x="1651" y="0"/>
                    <a:pt x="154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5" name="Google Shape;20155;p89"/>
            <p:cNvSpPr/>
            <p:nvPr/>
          </p:nvSpPr>
          <p:spPr>
            <a:xfrm>
              <a:off x="6807994" y="2913911"/>
              <a:ext cx="147415" cy="322527"/>
            </a:xfrm>
            <a:custGeom>
              <a:rect b="b" l="l" r="r" t="t"/>
              <a:pathLst>
                <a:path extrusionOk="0" h="12309" w="5626">
                  <a:moveTo>
                    <a:pt x="1190" y="1"/>
                  </a:moveTo>
                  <a:cubicBezTo>
                    <a:pt x="0" y="2271"/>
                    <a:pt x="4450" y="6284"/>
                    <a:pt x="4450" y="6284"/>
                  </a:cubicBezTo>
                  <a:cubicBezTo>
                    <a:pt x="4450" y="6284"/>
                    <a:pt x="2755" y="10892"/>
                    <a:pt x="3442" y="12136"/>
                  </a:cubicBezTo>
                  <a:cubicBezTo>
                    <a:pt x="3499" y="12241"/>
                    <a:pt x="3610" y="12308"/>
                    <a:pt x="3735" y="12308"/>
                  </a:cubicBezTo>
                  <a:lnTo>
                    <a:pt x="5626" y="12308"/>
                  </a:lnTo>
                  <a:lnTo>
                    <a:pt x="5626"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6" name="Google Shape;20156;p89"/>
            <p:cNvSpPr/>
            <p:nvPr/>
          </p:nvSpPr>
          <p:spPr>
            <a:xfrm>
              <a:off x="6901930" y="2913911"/>
              <a:ext cx="53479" cy="322527"/>
            </a:xfrm>
            <a:custGeom>
              <a:rect b="b" l="l" r="r" t="t"/>
              <a:pathLst>
                <a:path extrusionOk="0" h="12309" w="2041">
                  <a:moveTo>
                    <a:pt x="702" y="1"/>
                  </a:moveTo>
                  <a:cubicBezTo>
                    <a:pt x="1" y="2358"/>
                    <a:pt x="1666" y="6284"/>
                    <a:pt x="1666" y="6284"/>
                  </a:cubicBezTo>
                  <a:cubicBezTo>
                    <a:pt x="1666" y="6284"/>
                    <a:pt x="140" y="10892"/>
                    <a:pt x="826" y="12140"/>
                  </a:cubicBezTo>
                  <a:cubicBezTo>
                    <a:pt x="884" y="12241"/>
                    <a:pt x="994" y="12308"/>
                    <a:pt x="1114" y="12308"/>
                  </a:cubicBezTo>
                  <a:lnTo>
                    <a:pt x="2041" y="12308"/>
                  </a:lnTo>
                  <a:lnTo>
                    <a:pt x="20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7" name="Google Shape;20157;p89"/>
            <p:cNvSpPr/>
            <p:nvPr/>
          </p:nvSpPr>
          <p:spPr>
            <a:xfrm>
              <a:off x="6808099" y="2913911"/>
              <a:ext cx="137642" cy="322527"/>
            </a:xfrm>
            <a:custGeom>
              <a:rect b="b" l="l" r="r" t="t"/>
              <a:pathLst>
                <a:path extrusionOk="0" h="12309" w="5253">
                  <a:moveTo>
                    <a:pt x="1186" y="1"/>
                  </a:moveTo>
                  <a:cubicBezTo>
                    <a:pt x="1" y="2271"/>
                    <a:pt x="4451" y="6284"/>
                    <a:pt x="4451" y="6284"/>
                  </a:cubicBezTo>
                  <a:cubicBezTo>
                    <a:pt x="4451" y="6284"/>
                    <a:pt x="2756" y="10892"/>
                    <a:pt x="3443" y="12136"/>
                  </a:cubicBezTo>
                  <a:cubicBezTo>
                    <a:pt x="3500" y="12241"/>
                    <a:pt x="3611" y="12308"/>
                    <a:pt x="3735" y="12308"/>
                  </a:cubicBezTo>
                  <a:lnTo>
                    <a:pt x="4705" y="12308"/>
                  </a:lnTo>
                  <a:cubicBezTo>
                    <a:pt x="4580" y="12308"/>
                    <a:pt x="4470" y="12241"/>
                    <a:pt x="4412" y="12136"/>
                  </a:cubicBezTo>
                  <a:cubicBezTo>
                    <a:pt x="3721" y="10892"/>
                    <a:pt x="5252" y="6284"/>
                    <a:pt x="5252" y="6284"/>
                  </a:cubicBezTo>
                  <a:cubicBezTo>
                    <a:pt x="5252" y="6284"/>
                    <a:pt x="2444" y="3654"/>
                    <a:pt x="214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8" name="Google Shape;20158;p89"/>
            <p:cNvSpPr/>
            <p:nvPr/>
          </p:nvSpPr>
          <p:spPr>
            <a:xfrm>
              <a:off x="6915398" y="3072148"/>
              <a:ext cx="45566" cy="21276"/>
            </a:xfrm>
            <a:custGeom>
              <a:rect b="b" l="l" r="r" t="t"/>
              <a:pathLst>
                <a:path extrusionOk="0" h="812" w="1739">
                  <a:moveTo>
                    <a:pt x="192" y="0"/>
                  </a:moveTo>
                  <a:cubicBezTo>
                    <a:pt x="87" y="0"/>
                    <a:pt x="0" y="87"/>
                    <a:pt x="0" y="197"/>
                  </a:cubicBezTo>
                  <a:lnTo>
                    <a:pt x="0" y="615"/>
                  </a:lnTo>
                  <a:cubicBezTo>
                    <a:pt x="0" y="725"/>
                    <a:pt x="87" y="812"/>
                    <a:pt x="197" y="812"/>
                  </a:cubicBezTo>
                  <a:lnTo>
                    <a:pt x="1546" y="812"/>
                  </a:lnTo>
                  <a:cubicBezTo>
                    <a:pt x="1652" y="812"/>
                    <a:pt x="1738" y="725"/>
                    <a:pt x="1738" y="615"/>
                  </a:cubicBezTo>
                  <a:lnTo>
                    <a:pt x="1738" y="197"/>
                  </a:lnTo>
                  <a:cubicBezTo>
                    <a:pt x="1738" y="87"/>
                    <a:pt x="1652" y="0"/>
                    <a:pt x="154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9" name="Google Shape;20159;p89"/>
            <p:cNvSpPr/>
            <p:nvPr/>
          </p:nvSpPr>
          <p:spPr>
            <a:xfrm>
              <a:off x="6915398" y="3077677"/>
              <a:ext cx="45566" cy="15748"/>
            </a:xfrm>
            <a:custGeom>
              <a:rect b="b" l="l" r="r" t="t"/>
              <a:pathLst>
                <a:path extrusionOk="0" h="601" w="1739">
                  <a:moveTo>
                    <a:pt x="0" y="1"/>
                  </a:moveTo>
                  <a:lnTo>
                    <a:pt x="0" y="404"/>
                  </a:lnTo>
                  <a:cubicBezTo>
                    <a:pt x="0" y="514"/>
                    <a:pt x="87" y="601"/>
                    <a:pt x="192" y="601"/>
                  </a:cubicBezTo>
                  <a:lnTo>
                    <a:pt x="1546" y="601"/>
                  </a:lnTo>
                  <a:cubicBezTo>
                    <a:pt x="1652" y="601"/>
                    <a:pt x="1738" y="514"/>
                    <a:pt x="1738" y="404"/>
                  </a:cubicBezTo>
                  <a:lnTo>
                    <a:pt x="1738" y="1"/>
                  </a:lnTo>
                  <a:cubicBezTo>
                    <a:pt x="1738" y="106"/>
                    <a:pt x="1652" y="197"/>
                    <a:pt x="1546" y="197"/>
                  </a:cubicBezTo>
                  <a:lnTo>
                    <a:pt x="192" y="197"/>
                  </a:lnTo>
                  <a:cubicBezTo>
                    <a:pt x="87" y="197"/>
                    <a:pt x="0" y="106"/>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0" name="Google Shape;20160;p89"/>
            <p:cNvSpPr/>
            <p:nvPr/>
          </p:nvSpPr>
          <p:spPr>
            <a:xfrm>
              <a:off x="6884086" y="3093267"/>
              <a:ext cx="56990" cy="143170"/>
            </a:xfrm>
            <a:custGeom>
              <a:rect b="b" l="l" r="r" t="t"/>
              <a:pathLst>
                <a:path extrusionOk="0" h="5464" w="2175">
                  <a:moveTo>
                    <a:pt x="1354" y="1"/>
                  </a:moveTo>
                  <a:cubicBezTo>
                    <a:pt x="927" y="1268"/>
                    <a:pt x="0" y="4316"/>
                    <a:pt x="538" y="5295"/>
                  </a:cubicBezTo>
                  <a:cubicBezTo>
                    <a:pt x="600" y="5401"/>
                    <a:pt x="711" y="5463"/>
                    <a:pt x="831" y="5463"/>
                  </a:cubicBezTo>
                  <a:lnTo>
                    <a:pt x="1800" y="5463"/>
                  </a:lnTo>
                  <a:cubicBezTo>
                    <a:pt x="1680" y="5463"/>
                    <a:pt x="1565" y="5401"/>
                    <a:pt x="1507" y="5295"/>
                  </a:cubicBezTo>
                  <a:cubicBezTo>
                    <a:pt x="965" y="4316"/>
                    <a:pt x="1791" y="1273"/>
                    <a:pt x="2175" y="6"/>
                  </a:cubicBezTo>
                  <a:lnTo>
                    <a:pt x="1392" y="6"/>
                  </a:lnTo>
                  <a:cubicBezTo>
                    <a:pt x="1378" y="6"/>
                    <a:pt x="1363" y="6"/>
                    <a:pt x="135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1" name="Google Shape;20161;p89"/>
            <p:cNvSpPr/>
            <p:nvPr/>
          </p:nvSpPr>
          <p:spPr>
            <a:xfrm>
              <a:off x="6608252" y="3077677"/>
              <a:ext cx="45540" cy="15748"/>
            </a:xfrm>
            <a:custGeom>
              <a:rect b="b" l="l" r="r" t="t"/>
              <a:pathLst>
                <a:path extrusionOk="0" h="601" w="1738">
                  <a:moveTo>
                    <a:pt x="0" y="1"/>
                  </a:moveTo>
                  <a:lnTo>
                    <a:pt x="0" y="404"/>
                  </a:lnTo>
                  <a:cubicBezTo>
                    <a:pt x="0" y="514"/>
                    <a:pt x="87" y="601"/>
                    <a:pt x="192" y="601"/>
                  </a:cubicBezTo>
                  <a:lnTo>
                    <a:pt x="1546" y="601"/>
                  </a:lnTo>
                  <a:cubicBezTo>
                    <a:pt x="1651" y="601"/>
                    <a:pt x="1738" y="514"/>
                    <a:pt x="1738" y="404"/>
                  </a:cubicBezTo>
                  <a:lnTo>
                    <a:pt x="1738" y="1"/>
                  </a:lnTo>
                  <a:cubicBezTo>
                    <a:pt x="1738" y="106"/>
                    <a:pt x="1651" y="197"/>
                    <a:pt x="1546" y="197"/>
                  </a:cubicBezTo>
                  <a:lnTo>
                    <a:pt x="192" y="197"/>
                  </a:lnTo>
                  <a:cubicBezTo>
                    <a:pt x="87" y="197"/>
                    <a:pt x="0" y="106"/>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2" name="Google Shape;20162;p89"/>
            <p:cNvSpPr/>
            <p:nvPr/>
          </p:nvSpPr>
          <p:spPr>
            <a:xfrm>
              <a:off x="6628245" y="3093267"/>
              <a:ext cx="56990" cy="143170"/>
            </a:xfrm>
            <a:custGeom>
              <a:rect b="b" l="l" r="r" t="t"/>
              <a:pathLst>
                <a:path extrusionOk="0" h="5464" w="2175">
                  <a:moveTo>
                    <a:pt x="821" y="1"/>
                  </a:moveTo>
                  <a:cubicBezTo>
                    <a:pt x="807" y="1"/>
                    <a:pt x="792" y="6"/>
                    <a:pt x="783" y="6"/>
                  </a:cubicBezTo>
                  <a:lnTo>
                    <a:pt x="0" y="6"/>
                  </a:lnTo>
                  <a:cubicBezTo>
                    <a:pt x="384" y="1273"/>
                    <a:pt x="1205" y="4316"/>
                    <a:pt x="668" y="5291"/>
                  </a:cubicBezTo>
                  <a:cubicBezTo>
                    <a:pt x="610" y="5396"/>
                    <a:pt x="495" y="5463"/>
                    <a:pt x="375" y="5463"/>
                  </a:cubicBezTo>
                  <a:lnTo>
                    <a:pt x="1345" y="5463"/>
                  </a:lnTo>
                  <a:cubicBezTo>
                    <a:pt x="1465" y="5463"/>
                    <a:pt x="1575" y="5396"/>
                    <a:pt x="1633" y="5291"/>
                  </a:cubicBezTo>
                  <a:cubicBezTo>
                    <a:pt x="2175" y="4316"/>
                    <a:pt x="1244" y="1268"/>
                    <a:pt x="82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3" name="Google Shape;20163;p89"/>
            <p:cNvSpPr/>
            <p:nvPr/>
          </p:nvSpPr>
          <p:spPr>
            <a:xfrm>
              <a:off x="6613781" y="2913911"/>
              <a:ext cx="341628" cy="52746"/>
            </a:xfrm>
            <a:custGeom>
              <a:rect b="b" l="l" r="r" t="t"/>
              <a:pathLst>
                <a:path extrusionOk="0" h="2013" w="13038">
                  <a:moveTo>
                    <a:pt x="0" y="1"/>
                  </a:moveTo>
                  <a:cubicBezTo>
                    <a:pt x="0" y="913"/>
                    <a:pt x="2919" y="2012"/>
                    <a:pt x="6519" y="2012"/>
                  </a:cubicBezTo>
                  <a:cubicBezTo>
                    <a:pt x="10119" y="2012"/>
                    <a:pt x="13038" y="913"/>
                    <a:pt x="13038"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89"/>
            <p:cNvSpPr/>
            <p:nvPr/>
          </p:nvSpPr>
          <p:spPr>
            <a:xfrm>
              <a:off x="6723072" y="3184845"/>
              <a:ext cx="61419" cy="51593"/>
            </a:xfrm>
            <a:custGeom>
              <a:rect b="b" l="l" r="r" t="t"/>
              <a:pathLst>
                <a:path extrusionOk="0" h="1969" w="2344">
                  <a:moveTo>
                    <a:pt x="644" y="0"/>
                  </a:moveTo>
                  <a:cubicBezTo>
                    <a:pt x="289" y="0"/>
                    <a:pt x="1" y="284"/>
                    <a:pt x="1" y="639"/>
                  </a:cubicBezTo>
                  <a:lnTo>
                    <a:pt x="1" y="1968"/>
                  </a:lnTo>
                  <a:lnTo>
                    <a:pt x="2343" y="1968"/>
                  </a:lnTo>
                  <a:lnTo>
                    <a:pt x="2343" y="639"/>
                  </a:lnTo>
                  <a:cubicBezTo>
                    <a:pt x="2343" y="284"/>
                    <a:pt x="2055"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5" name="Google Shape;20165;p89"/>
            <p:cNvSpPr/>
            <p:nvPr/>
          </p:nvSpPr>
          <p:spPr>
            <a:xfrm>
              <a:off x="6661836" y="3184845"/>
              <a:ext cx="61261" cy="51593"/>
            </a:xfrm>
            <a:custGeom>
              <a:rect b="b" l="l" r="r" t="t"/>
              <a:pathLst>
                <a:path extrusionOk="0" h="1969" w="2338">
                  <a:moveTo>
                    <a:pt x="643" y="0"/>
                  </a:moveTo>
                  <a:cubicBezTo>
                    <a:pt x="288" y="0"/>
                    <a:pt x="0" y="284"/>
                    <a:pt x="0" y="639"/>
                  </a:cubicBezTo>
                  <a:lnTo>
                    <a:pt x="0" y="1968"/>
                  </a:lnTo>
                  <a:lnTo>
                    <a:pt x="2338" y="1968"/>
                  </a:lnTo>
                  <a:lnTo>
                    <a:pt x="2338" y="639"/>
                  </a:lnTo>
                  <a:cubicBezTo>
                    <a:pt x="2338" y="284"/>
                    <a:pt x="2050" y="0"/>
                    <a:pt x="1699"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6" name="Google Shape;20166;p89"/>
            <p:cNvSpPr/>
            <p:nvPr/>
          </p:nvSpPr>
          <p:spPr>
            <a:xfrm>
              <a:off x="6677165" y="3184845"/>
              <a:ext cx="46064" cy="51462"/>
            </a:xfrm>
            <a:custGeom>
              <a:rect b="b" l="l" r="r" t="t"/>
              <a:pathLst>
                <a:path extrusionOk="0" h="1964" w="1758">
                  <a:moveTo>
                    <a:pt x="1123" y="0"/>
                  </a:moveTo>
                  <a:cubicBezTo>
                    <a:pt x="1120" y="0"/>
                    <a:pt x="1117" y="0"/>
                    <a:pt x="1114" y="0"/>
                  </a:cubicBezTo>
                  <a:lnTo>
                    <a:pt x="1" y="0"/>
                  </a:lnTo>
                  <a:cubicBezTo>
                    <a:pt x="332" y="29"/>
                    <a:pt x="586" y="303"/>
                    <a:pt x="586" y="639"/>
                  </a:cubicBezTo>
                  <a:lnTo>
                    <a:pt x="586" y="1964"/>
                  </a:lnTo>
                  <a:lnTo>
                    <a:pt x="1758" y="1964"/>
                  </a:lnTo>
                  <a:lnTo>
                    <a:pt x="1758" y="639"/>
                  </a:lnTo>
                  <a:cubicBezTo>
                    <a:pt x="1753" y="287"/>
                    <a:pt x="1470" y="0"/>
                    <a:pt x="1123"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7" name="Google Shape;20167;p89"/>
            <p:cNvSpPr/>
            <p:nvPr/>
          </p:nvSpPr>
          <p:spPr>
            <a:xfrm>
              <a:off x="6738688" y="3184845"/>
              <a:ext cx="45933" cy="51462"/>
            </a:xfrm>
            <a:custGeom>
              <a:rect b="b" l="l" r="r" t="t"/>
              <a:pathLst>
                <a:path extrusionOk="0" h="1964" w="1753">
                  <a:moveTo>
                    <a:pt x="1122" y="0"/>
                  </a:moveTo>
                  <a:cubicBezTo>
                    <a:pt x="1119" y="0"/>
                    <a:pt x="1117" y="0"/>
                    <a:pt x="1114" y="0"/>
                  </a:cubicBezTo>
                  <a:lnTo>
                    <a:pt x="0" y="0"/>
                  </a:lnTo>
                  <a:cubicBezTo>
                    <a:pt x="331" y="29"/>
                    <a:pt x="581" y="303"/>
                    <a:pt x="581" y="639"/>
                  </a:cubicBezTo>
                  <a:lnTo>
                    <a:pt x="581" y="1964"/>
                  </a:lnTo>
                  <a:lnTo>
                    <a:pt x="1752" y="1964"/>
                  </a:lnTo>
                  <a:lnTo>
                    <a:pt x="1752" y="639"/>
                  </a:lnTo>
                  <a:cubicBezTo>
                    <a:pt x="1752" y="287"/>
                    <a:pt x="1469" y="0"/>
                    <a:pt x="112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8" name="Google Shape;20168;p89"/>
            <p:cNvSpPr/>
            <p:nvPr/>
          </p:nvSpPr>
          <p:spPr>
            <a:xfrm>
              <a:off x="6784464" y="3184845"/>
              <a:ext cx="61392" cy="51593"/>
            </a:xfrm>
            <a:custGeom>
              <a:rect b="b" l="l" r="r" t="t"/>
              <a:pathLst>
                <a:path extrusionOk="0" h="1969" w="2343">
                  <a:moveTo>
                    <a:pt x="644" y="0"/>
                  </a:moveTo>
                  <a:cubicBezTo>
                    <a:pt x="288" y="0"/>
                    <a:pt x="0" y="284"/>
                    <a:pt x="0" y="639"/>
                  </a:cubicBezTo>
                  <a:lnTo>
                    <a:pt x="0" y="1968"/>
                  </a:lnTo>
                  <a:lnTo>
                    <a:pt x="2343" y="1968"/>
                  </a:lnTo>
                  <a:lnTo>
                    <a:pt x="2343" y="639"/>
                  </a:lnTo>
                  <a:cubicBezTo>
                    <a:pt x="2343" y="284"/>
                    <a:pt x="2055"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9" name="Google Shape;20169;p89"/>
            <p:cNvSpPr/>
            <p:nvPr/>
          </p:nvSpPr>
          <p:spPr>
            <a:xfrm>
              <a:off x="6845830" y="3184845"/>
              <a:ext cx="61288" cy="51593"/>
            </a:xfrm>
            <a:custGeom>
              <a:rect b="b" l="l" r="r" t="t"/>
              <a:pathLst>
                <a:path extrusionOk="0" h="1969" w="2339">
                  <a:moveTo>
                    <a:pt x="644" y="0"/>
                  </a:moveTo>
                  <a:cubicBezTo>
                    <a:pt x="289" y="0"/>
                    <a:pt x="1" y="284"/>
                    <a:pt x="1" y="639"/>
                  </a:cubicBezTo>
                  <a:lnTo>
                    <a:pt x="1" y="1968"/>
                  </a:lnTo>
                  <a:lnTo>
                    <a:pt x="2339" y="1968"/>
                  </a:lnTo>
                  <a:lnTo>
                    <a:pt x="2339" y="639"/>
                  </a:lnTo>
                  <a:cubicBezTo>
                    <a:pt x="2339" y="284"/>
                    <a:pt x="2051"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0" name="Google Shape;20170;p89"/>
            <p:cNvSpPr/>
            <p:nvPr/>
          </p:nvSpPr>
          <p:spPr>
            <a:xfrm>
              <a:off x="6799792" y="3184845"/>
              <a:ext cx="46064" cy="51462"/>
            </a:xfrm>
            <a:custGeom>
              <a:rect b="b" l="l" r="r" t="t"/>
              <a:pathLst>
                <a:path extrusionOk="0" h="1964" w="1758">
                  <a:moveTo>
                    <a:pt x="1" y="0"/>
                  </a:moveTo>
                  <a:cubicBezTo>
                    <a:pt x="332" y="29"/>
                    <a:pt x="587" y="303"/>
                    <a:pt x="587" y="639"/>
                  </a:cubicBezTo>
                  <a:lnTo>
                    <a:pt x="587" y="1964"/>
                  </a:lnTo>
                  <a:lnTo>
                    <a:pt x="1758" y="1964"/>
                  </a:lnTo>
                  <a:lnTo>
                    <a:pt x="1758" y="639"/>
                  </a:lnTo>
                  <a:cubicBezTo>
                    <a:pt x="1753" y="284"/>
                    <a:pt x="1470" y="0"/>
                    <a:pt x="111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89"/>
            <p:cNvSpPr/>
            <p:nvPr/>
          </p:nvSpPr>
          <p:spPr>
            <a:xfrm>
              <a:off x="6861185" y="3184845"/>
              <a:ext cx="45933" cy="51462"/>
            </a:xfrm>
            <a:custGeom>
              <a:rect b="b" l="l" r="r" t="t"/>
              <a:pathLst>
                <a:path extrusionOk="0" h="1964" w="1753">
                  <a:moveTo>
                    <a:pt x="1" y="0"/>
                  </a:moveTo>
                  <a:cubicBezTo>
                    <a:pt x="332" y="29"/>
                    <a:pt x="586" y="303"/>
                    <a:pt x="586" y="639"/>
                  </a:cubicBezTo>
                  <a:lnTo>
                    <a:pt x="586" y="1964"/>
                  </a:lnTo>
                  <a:lnTo>
                    <a:pt x="1753" y="1964"/>
                  </a:lnTo>
                  <a:lnTo>
                    <a:pt x="1753" y="639"/>
                  </a:lnTo>
                  <a:cubicBezTo>
                    <a:pt x="1753" y="284"/>
                    <a:pt x="1465" y="0"/>
                    <a:pt x="1114"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2" name="Google Shape;20172;p89"/>
            <p:cNvSpPr/>
            <p:nvPr/>
          </p:nvSpPr>
          <p:spPr>
            <a:xfrm>
              <a:off x="6602959" y="2908513"/>
              <a:ext cx="363402" cy="333322"/>
            </a:xfrm>
            <a:custGeom>
              <a:rect b="b" l="l" r="r" t="t"/>
              <a:pathLst>
                <a:path extrusionOk="0" h="12721" w="13869">
                  <a:moveTo>
                    <a:pt x="13173" y="408"/>
                  </a:moveTo>
                  <a:cubicBezTo>
                    <a:pt x="13091" y="528"/>
                    <a:pt x="12937" y="668"/>
                    <a:pt x="12702" y="816"/>
                  </a:cubicBezTo>
                  <a:lnTo>
                    <a:pt x="12692" y="826"/>
                  </a:lnTo>
                  <a:lnTo>
                    <a:pt x="12649" y="850"/>
                  </a:lnTo>
                  <a:lnTo>
                    <a:pt x="12630" y="860"/>
                  </a:lnTo>
                  <a:lnTo>
                    <a:pt x="12596" y="884"/>
                  </a:lnTo>
                  <a:lnTo>
                    <a:pt x="12568" y="898"/>
                  </a:lnTo>
                  <a:lnTo>
                    <a:pt x="12539" y="912"/>
                  </a:lnTo>
                  <a:lnTo>
                    <a:pt x="12505" y="932"/>
                  </a:lnTo>
                  <a:lnTo>
                    <a:pt x="12500" y="936"/>
                  </a:lnTo>
                  <a:lnTo>
                    <a:pt x="12409" y="984"/>
                  </a:lnTo>
                  <a:lnTo>
                    <a:pt x="12385" y="994"/>
                  </a:lnTo>
                  <a:lnTo>
                    <a:pt x="12347" y="1013"/>
                  </a:lnTo>
                  <a:lnTo>
                    <a:pt x="12313" y="1032"/>
                  </a:lnTo>
                  <a:lnTo>
                    <a:pt x="12280" y="1047"/>
                  </a:lnTo>
                  <a:lnTo>
                    <a:pt x="12236" y="1066"/>
                  </a:lnTo>
                  <a:lnTo>
                    <a:pt x="12208" y="1080"/>
                  </a:lnTo>
                  <a:lnTo>
                    <a:pt x="12150" y="1109"/>
                  </a:lnTo>
                  <a:lnTo>
                    <a:pt x="12136" y="1114"/>
                  </a:lnTo>
                  <a:cubicBezTo>
                    <a:pt x="12054" y="1148"/>
                    <a:pt x="11963" y="1186"/>
                    <a:pt x="11872" y="1224"/>
                  </a:cubicBezTo>
                  <a:cubicBezTo>
                    <a:pt x="11752" y="1268"/>
                    <a:pt x="11617" y="1316"/>
                    <a:pt x="11478" y="1364"/>
                  </a:cubicBezTo>
                  <a:cubicBezTo>
                    <a:pt x="11080" y="1493"/>
                    <a:pt x="10676" y="1599"/>
                    <a:pt x="10268" y="1685"/>
                  </a:cubicBezTo>
                  <a:lnTo>
                    <a:pt x="10249" y="1690"/>
                  </a:lnTo>
                  <a:cubicBezTo>
                    <a:pt x="9846" y="1772"/>
                    <a:pt x="9419" y="1844"/>
                    <a:pt x="8982" y="1896"/>
                  </a:cubicBezTo>
                  <a:lnTo>
                    <a:pt x="8963" y="1896"/>
                  </a:lnTo>
                  <a:cubicBezTo>
                    <a:pt x="8288" y="1976"/>
                    <a:pt x="7610" y="2015"/>
                    <a:pt x="6932" y="2015"/>
                  </a:cubicBezTo>
                  <a:cubicBezTo>
                    <a:pt x="6254" y="2015"/>
                    <a:pt x="5576" y="1976"/>
                    <a:pt x="4902" y="1896"/>
                  </a:cubicBezTo>
                  <a:lnTo>
                    <a:pt x="4882" y="1896"/>
                  </a:lnTo>
                  <a:cubicBezTo>
                    <a:pt x="4450" y="1844"/>
                    <a:pt x="4023" y="1776"/>
                    <a:pt x="3615" y="1690"/>
                  </a:cubicBezTo>
                  <a:lnTo>
                    <a:pt x="3596" y="1685"/>
                  </a:lnTo>
                  <a:cubicBezTo>
                    <a:pt x="3188" y="1599"/>
                    <a:pt x="2785" y="1493"/>
                    <a:pt x="2386" y="1364"/>
                  </a:cubicBezTo>
                  <a:cubicBezTo>
                    <a:pt x="2247" y="1316"/>
                    <a:pt x="2118" y="1268"/>
                    <a:pt x="1997" y="1224"/>
                  </a:cubicBezTo>
                  <a:cubicBezTo>
                    <a:pt x="1901" y="1186"/>
                    <a:pt x="1815" y="1148"/>
                    <a:pt x="1729" y="1114"/>
                  </a:cubicBezTo>
                  <a:lnTo>
                    <a:pt x="1714" y="1109"/>
                  </a:lnTo>
                  <a:lnTo>
                    <a:pt x="1657" y="1080"/>
                  </a:lnTo>
                  <a:lnTo>
                    <a:pt x="1628" y="1066"/>
                  </a:lnTo>
                  <a:lnTo>
                    <a:pt x="1585" y="1047"/>
                  </a:lnTo>
                  <a:lnTo>
                    <a:pt x="1551" y="1032"/>
                  </a:lnTo>
                  <a:lnTo>
                    <a:pt x="1517" y="1013"/>
                  </a:lnTo>
                  <a:lnTo>
                    <a:pt x="1479" y="994"/>
                  </a:lnTo>
                  <a:lnTo>
                    <a:pt x="1455" y="984"/>
                  </a:lnTo>
                  <a:lnTo>
                    <a:pt x="1364" y="936"/>
                  </a:lnTo>
                  <a:lnTo>
                    <a:pt x="1359" y="932"/>
                  </a:lnTo>
                  <a:lnTo>
                    <a:pt x="1325" y="912"/>
                  </a:lnTo>
                  <a:lnTo>
                    <a:pt x="1297" y="898"/>
                  </a:lnTo>
                  <a:lnTo>
                    <a:pt x="1268" y="884"/>
                  </a:lnTo>
                  <a:lnTo>
                    <a:pt x="1234" y="864"/>
                  </a:lnTo>
                  <a:lnTo>
                    <a:pt x="1215" y="850"/>
                  </a:lnTo>
                  <a:lnTo>
                    <a:pt x="1172" y="826"/>
                  </a:lnTo>
                  <a:lnTo>
                    <a:pt x="1162" y="821"/>
                  </a:lnTo>
                  <a:cubicBezTo>
                    <a:pt x="922" y="668"/>
                    <a:pt x="773" y="528"/>
                    <a:pt x="692" y="408"/>
                  </a:cubicBezTo>
                  <a:close/>
                  <a:moveTo>
                    <a:pt x="1738" y="6452"/>
                  </a:moveTo>
                  <a:lnTo>
                    <a:pt x="1738" y="6850"/>
                  </a:lnTo>
                  <a:lnTo>
                    <a:pt x="404" y="6850"/>
                  </a:lnTo>
                  <a:lnTo>
                    <a:pt x="404" y="6452"/>
                  </a:lnTo>
                  <a:close/>
                  <a:moveTo>
                    <a:pt x="13461" y="6452"/>
                  </a:moveTo>
                  <a:lnTo>
                    <a:pt x="13461" y="6850"/>
                  </a:lnTo>
                  <a:lnTo>
                    <a:pt x="12126" y="6850"/>
                  </a:lnTo>
                  <a:lnTo>
                    <a:pt x="12126" y="6452"/>
                  </a:lnTo>
                  <a:close/>
                  <a:moveTo>
                    <a:pt x="13245" y="922"/>
                  </a:moveTo>
                  <a:lnTo>
                    <a:pt x="13245" y="6044"/>
                  </a:lnTo>
                  <a:lnTo>
                    <a:pt x="12116" y="6044"/>
                  </a:lnTo>
                  <a:cubicBezTo>
                    <a:pt x="11896" y="6044"/>
                    <a:pt x="11718" y="6221"/>
                    <a:pt x="11718" y="6442"/>
                  </a:cubicBezTo>
                  <a:lnTo>
                    <a:pt x="11718" y="6865"/>
                  </a:lnTo>
                  <a:cubicBezTo>
                    <a:pt x="11718" y="6965"/>
                    <a:pt x="11756" y="7066"/>
                    <a:pt x="11833" y="7143"/>
                  </a:cubicBezTo>
                  <a:cubicBezTo>
                    <a:pt x="11708" y="7517"/>
                    <a:pt x="11560" y="7983"/>
                    <a:pt x="11420" y="8492"/>
                  </a:cubicBezTo>
                  <a:lnTo>
                    <a:pt x="2439" y="8492"/>
                  </a:lnTo>
                  <a:cubicBezTo>
                    <a:pt x="2295" y="7983"/>
                    <a:pt x="2151" y="7513"/>
                    <a:pt x="2026" y="7143"/>
                  </a:cubicBezTo>
                  <a:cubicBezTo>
                    <a:pt x="2098" y="7066"/>
                    <a:pt x="2142" y="6965"/>
                    <a:pt x="2142" y="6865"/>
                  </a:cubicBezTo>
                  <a:lnTo>
                    <a:pt x="2142" y="6442"/>
                  </a:lnTo>
                  <a:cubicBezTo>
                    <a:pt x="2142" y="6221"/>
                    <a:pt x="1964" y="6044"/>
                    <a:pt x="1743" y="6044"/>
                  </a:cubicBezTo>
                  <a:lnTo>
                    <a:pt x="615" y="6044"/>
                  </a:lnTo>
                  <a:lnTo>
                    <a:pt x="620" y="927"/>
                  </a:lnTo>
                  <a:cubicBezTo>
                    <a:pt x="687" y="984"/>
                    <a:pt x="759" y="1037"/>
                    <a:pt x="836" y="1090"/>
                  </a:cubicBezTo>
                  <a:cubicBezTo>
                    <a:pt x="1109" y="1277"/>
                    <a:pt x="1407" y="1431"/>
                    <a:pt x="1719" y="1551"/>
                  </a:cubicBezTo>
                  <a:cubicBezTo>
                    <a:pt x="1719" y="2828"/>
                    <a:pt x="1349" y="4253"/>
                    <a:pt x="1028" y="5233"/>
                  </a:cubicBezTo>
                  <a:cubicBezTo>
                    <a:pt x="977" y="5393"/>
                    <a:pt x="1105" y="5501"/>
                    <a:pt x="1229" y="5501"/>
                  </a:cubicBezTo>
                  <a:cubicBezTo>
                    <a:pt x="1307" y="5501"/>
                    <a:pt x="1384" y="5460"/>
                    <a:pt x="1417" y="5362"/>
                  </a:cubicBezTo>
                  <a:cubicBezTo>
                    <a:pt x="1733" y="4388"/>
                    <a:pt x="2098" y="2991"/>
                    <a:pt x="2127" y="1700"/>
                  </a:cubicBezTo>
                  <a:lnTo>
                    <a:pt x="2262" y="1748"/>
                  </a:lnTo>
                  <a:cubicBezTo>
                    <a:pt x="2593" y="1858"/>
                    <a:pt x="2943" y="1954"/>
                    <a:pt x="3313" y="2036"/>
                  </a:cubicBezTo>
                  <a:cubicBezTo>
                    <a:pt x="2886" y="3370"/>
                    <a:pt x="2185" y="4469"/>
                    <a:pt x="1657" y="5170"/>
                  </a:cubicBezTo>
                  <a:cubicBezTo>
                    <a:pt x="1539" y="5330"/>
                    <a:pt x="1677" y="5500"/>
                    <a:pt x="1824" y="5500"/>
                  </a:cubicBezTo>
                  <a:cubicBezTo>
                    <a:pt x="1880" y="5500"/>
                    <a:pt x="1938" y="5475"/>
                    <a:pt x="1983" y="5415"/>
                  </a:cubicBezTo>
                  <a:cubicBezTo>
                    <a:pt x="2535" y="4685"/>
                    <a:pt x="3270" y="3528"/>
                    <a:pt x="3716" y="2122"/>
                  </a:cubicBezTo>
                  <a:cubicBezTo>
                    <a:pt x="3994" y="2175"/>
                    <a:pt x="4282" y="2223"/>
                    <a:pt x="4580" y="2266"/>
                  </a:cubicBezTo>
                  <a:cubicBezTo>
                    <a:pt x="4148" y="3322"/>
                    <a:pt x="3284" y="4407"/>
                    <a:pt x="2612" y="5156"/>
                  </a:cubicBezTo>
                  <a:cubicBezTo>
                    <a:pt x="2478" y="5307"/>
                    <a:pt x="2617" y="5500"/>
                    <a:pt x="2771" y="5500"/>
                  </a:cubicBezTo>
                  <a:cubicBezTo>
                    <a:pt x="2822" y="5500"/>
                    <a:pt x="2874" y="5479"/>
                    <a:pt x="2919" y="5429"/>
                  </a:cubicBezTo>
                  <a:cubicBezTo>
                    <a:pt x="4167" y="4032"/>
                    <a:pt x="4738" y="2986"/>
                    <a:pt x="4998" y="2314"/>
                  </a:cubicBezTo>
                  <a:cubicBezTo>
                    <a:pt x="5641" y="2386"/>
                    <a:pt x="6287" y="2422"/>
                    <a:pt x="6933" y="2422"/>
                  </a:cubicBezTo>
                  <a:cubicBezTo>
                    <a:pt x="7579" y="2422"/>
                    <a:pt x="8226" y="2386"/>
                    <a:pt x="8871" y="2314"/>
                  </a:cubicBezTo>
                  <a:cubicBezTo>
                    <a:pt x="9308" y="3461"/>
                    <a:pt x="10235" y="4633"/>
                    <a:pt x="10950" y="5429"/>
                  </a:cubicBezTo>
                  <a:cubicBezTo>
                    <a:pt x="10993" y="5469"/>
                    <a:pt x="11041" y="5486"/>
                    <a:pt x="11087" y="5486"/>
                  </a:cubicBezTo>
                  <a:cubicBezTo>
                    <a:pt x="11235" y="5486"/>
                    <a:pt x="11362" y="5311"/>
                    <a:pt x="11252" y="5161"/>
                  </a:cubicBezTo>
                  <a:cubicBezTo>
                    <a:pt x="10580" y="4412"/>
                    <a:pt x="9716" y="3322"/>
                    <a:pt x="9284" y="2266"/>
                  </a:cubicBezTo>
                  <a:cubicBezTo>
                    <a:pt x="9577" y="2223"/>
                    <a:pt x="9865" y="2175"/>
                    <a:pt x="10148" y="2122"/>
                  </a:cubicBezTo>
                  <a:cubicBezTo>
                    <a:pt x="10595" y="3528"/>
                    <a:pt x="11329" y="4685"/>
                    <a:pt x="11881" y="5420"/>
                  </a:cubicBezTo>
                  <a:cubicBezTo>
                    <a:pt x="11926" y="5478"/>
                    <a:pt x="11982" y="5502"/>
                    <a:pt x="12037" y="5502"/>
                  </a:cubicBezTo>
                  <a:cubicBezTo>
                    <a:pt x="12183" y="5502"/>
                    <a:pt x="12319" y="5333"/>
                    <a:pt x="12208" y="5180"/>
                  </a:cubicBezTo>
                  <a:cubicBezTo>
                    <a:pt x="11680" y="4474"/>
                    <a:pt x="10979" y="3380"/>
                    <a:pt x="10547" y="2040"/>
                  </a:cubicBezTo>
                  <a:cubicBezTo>
                    <a:pt x="10916" y="1954"/>
                    <a:pt x="11272" y="1858"/>
                    <a:pt x="11603" y="1748"/>
                  </a:cubicBezTo>
                  <a:lnTo>
                    <a:pt x="11737" y="1704"/>
                  </a:lnTo>
                  <a:cubicBezTo>
                    <a:pt x="11766" y="2991"/>
                    <a:pt x="12131" y="4388"/>
                    <a:pt x="12448" y="5357"/>
                  </a:cubicBezTo>
                  <a:cubicBezTo>
                    <a:pt x="12479" y="5457"/>
                    <a:pt x="12556" y="5500"/>
                    <a:pt x="12634" y="5500"/>
                  </a:cubicBezTo>
                  <a:cubicBezTo>
                    <a:pt x="12759" y="5500"/>
                    <a:pt x="12885" y="5392"/>
                    <a:pt x="12832" y="5233"/>
                  </a:cubicBezTo>
                  <a:cubicBezTo>
                    <a:pt x="12515" y="4249"/>
                    <a:pt x="12140" y="2828"/>
                    <a:pt x="12140" y="1551"/>
                  </a:cubicBezTo>
                  <a:cubicBezTo>
                    <a:pt x="12452" y="1431"/>
                    <a:pt x="12750" y="1272"/>
                    <a:pt x="13028" y="1090"/>
                  </a:cubicBezTo>
                  <a:cubicBezTo>
                    <a:pt x="13105" y="1037"/>
                    <a:pt x="13177" y="984"/>
                    <a:pt x="13245" y="922"/>
                  </a:cubicBezTo>
                  <a:close/>
                  <a:moveTo>
                    <a:pt x="812" y="7258"/>
                  </a:moveTo>
                  <a:cubicBezTo>
                    <a:pt x="1556" y="9769"/>
                    <a:pt x="1791" y="11626"/>
                    <a:pt x="1450" y="12246"/>
                  </a:cubicBezTo>
                  <a:cubicBezTo>
                    <a:pt x="1431" y="12289"/>
                    <a:pt x="1388" y="12313"/>
                    <a:pt x="1340" y="12313"/>
                  </a:cubicBezTo>
                  <a:lnTo>
                    <a:pt x="620" y="12313"/>
                  </a:lnTo>
                  <a:lnTo>
                    <a:pt x="620" y="7258"/>
                  </a:lnTo>
                  <a:close/>
                  <a:moveTo>
                    <a:pt x="3946" y="10748"/>
                  </a:moveTo>
                  <a:cubicBezTo>
                    <a:pt x="4186" y="10748"/>
                    <a:pt x="4383" y="10945"/>
                    <a:pt x="4383" y="11190"/>
                  </a:cubicBezTo>
                  <a:lnTo>
                    <a:pt x="4383" y="12313"/>
                  </a:lnTo>
                  <a:lnTo>
                    <a:pt x="2449" y="12313"/>
                  </a:lnTo>
                  <a:lnTo>
                    <a:pt x="2449" y="11190"/>
                  </a:lnTo>
                  <a:cubicBezTo>
                    <a:pt x="2449" y="10945"/>
                    <a:pt x="2646" y="10748"/>
                    <a:pt x="2890" y="10748"/>
                  </a:cubicBezTo>
                  <a:close/>
                  <a:moveTo>
                    <a:pt x="6284" y="10748"/>
                  </a:moveTo>
                  <a:cubicBezTo>
                    <a:pt x="6529" y="10748"/>
                    <a:pt x="6726" y="10945"/>
                    <a:pt x="6726" y="11190"/>
                  </a:cubicBezTo>
                  <a:lnTo>
                    <a:pt x="6726" y="12313"/>
                  </a:lnTo>
                  <a:lnTo>
                    <a:pt x="4791" y="12313"/>
                  </a:lnTo>
                  <a:lnTo>
                    <a:pt x="4791" y="11190"/>
                  </a:lnTo>
                  <a:cubicBezTo>
                    <a:pt x="4791" y="10945"/>
                    <a:pt x="4988" y="10748"/>
                    <a:pt x="5228" y="10748"/>
                  </a:cubicBezTo>
                  <a:close/>
                  <a:moveTo>
                    <a:pt x="8627" y="10748"/>
                  </a:moveTo>
                  <a:cubicBezTo>
                    <a:pt x="8867" y="10748"/>
                    <a:pt x="9063" y="10945"/>
                    <a:pt x="9063" y="11190"/>
                  </a:cubicBezTo>
                  <a:lnTo>
                    <a:pt x="9063" y="12313"/>
                  </a:lnTo>
                  <a:lnTo>
                    <a:pt x="7134" y="12313"/>
                  </a:lnTo>
                  <a:lnTo>
                    <a:pt x="7134" y="11190"/>
                  </a:lnTo>
                  <a:cubicBezTo>
                    <a:pt x="7134" y="10945"/>
                    <a:pt x="7326" y="10748"/>
                    <a:pt x="7571" y="10748"/>
                  </a:cubicBezTo>
                  <a:close/>
                  <a:moveTo>
                    <a:pt x="10964" y="10748"/>
                  </a:moveTo>
                  <a:cubicBezTo>
                    <a:pt x="11209" y="10748"/>
                    <a:pt x="11406" y="10945"/>
                    <a:pt x="11406" y="11190"/>
                  </a:cubicBezTo>
                  <a:lnTo>
                    <a:pt x="11406" y="12313"/>
                  </a:lnTo>
                  <a:lnTo>
                    <a:pt x="9472" y="12313"/>
                  </a:lnTo>
                  <a:lnTo>
                    <a:pt x="9472" y="11190"/>
                  </a:lnTo>
                  <a:cubicBezTo>
                    <a:pt x="9472" y="10945"/>
                    <a:pt x="9668" y="10748"/>
                    <a:pt x="9908" y="10748"/>
                  </a:cubicBezTo>
                  <a:close/>
                  <a:moveTo>
                    <a:pt x="12630" y="7258"/>
                  </a:moveTo>
                  <a:cubicBezTo>
                    <a:pt x="12174" y="8818"/>
                    <a:pt x="11584" y="11266"/>
                    <a:pt x="11996" y="12313"/>
                  </a:cubicBezTo>
                  <a:lnTo>
                    <a:pt x="11809" y="12313"/>
                  </a:lnTo>
                  <a:lnTo>
                    <a:pt x="11809" y="11190"/>
                  </a:lnTo>
                  <a:cubicBezTo>
                    <a:pt x="11809" y="10724"/>
                    <a:pt x="11430" y="10345"/>
                    <a:pt x="10964" y="10345"/>
                  </a:cubicBezTo>
                  <a:lnTo>
                    <a:pt x="9908" y="10345"/>
                  </a:lnTo>
                  <a:cubicBezTo>
                    <a:pt x="9740" y="10542"/>
                    <a:pt x="9504" y="10640"/>
                    <a:pt x="9267" y="10640"/>
                  </a:cubicBezTo>
                  <a:cubicBezTo>
                    <a:pt x="9031" y="10640"/>
                    <a:pt x="8795" y="10542"/>
                    <a:pt x="8627" y="10345"/>
                  </a:cubicBezTo>
                  <a:lnTo>
                    <a:pt x="7571" y="10345"/>
                  </a:lnTo>
                  <a:cubicBezTo>
                    <a:pt x="7403" y="10542"/>
                    <a:pt x="7165" y="10640"/>
                    <a:pt x="6927" y="10640"/>
                  </a:cubicBezTo>
                  <a:cubicBezTo>
                    <a:pt x="6690" y="10640"/>
                    <a:pt x="6452" y="10542"/>
                    <a:pt x="6284" y="10345"/>
                  </a:cubicBezTo>
                  <a:lnTo>
                    <a:pt x="5228" y="10345"/>
                  </a:lnTo>
                  <a:cubicBezTo>
                    <a:pt x="5060" y="10542"/>
                    <a:pt x="4824" y="10640"/>
                    <a:pt x="4587" y="10640"/>
                  </a:cubicBezTo>
                  <a:cubicBezTo>
                    <a:pt x="4351" y="10640"/>
                    <a:pt x="4114" y="10542"/>
                    <a:pt x="3946" y="10345"/>
                  </a:cubicBezTo>
                  <a:lnTo>
                    <a:pt x="2886" y="10345"/>
                  </a:lnTo>
                  <a:cubicBezTo>
                    <a:pt x="2420" y="10345"/>
                    <a:pt x="2045" y="10724"/>
                    <a:pt x="2041" y="11190"/>
                  </a:cubicBezTo>
                  <a:lnTo>
                    <a:pt x="2041" y="12313"/>
                  </a:lnTo>
                  <a:lnTo>
                    <a:pt x="1868" y="12313"/>
                  </a:lnTo>
                  <a:cubicBezTo>
                    <a:pt x="2281" y="11271"/>
                    <a:pt x="1690" y="8823"/>
                    <a:pt x="1234" y="7258"/>
                  </a:cubicBezTo>
                  <a:lnTo>
                    <a:pt x="1642" y="7258"/>
                  </a:lnTo>
                  <a:cubicBezTo>
                    <a:pt x="1834" y="7844"/>
                    <a:pt x="2084" y="8665"/>
                    <a:pt x="2276" y="9500"/>
                  </a:cubicBezTo>
                  <a:cubicBezTo>
                    <a:pt x="2302" y="9610"/>
                    <a:pt x="2386" y="9658"/>
                    <a:pt x="2471" y="9658"/>
                  </a:cubicBezTo>
                  <a:cubicBezTo>
                    <a:pt x="2590" y="9658"/>
                    <a:pt x="2711" y="9563"/>
                    <a:pt x="2674" y="9409"/>
                  </a:cubicBezTo>
                  <a:cubicBezTo>
                    <a:pt x="2636" y="9236"/>
                    <a:pt x="2593" y="9068"/>
                    <a:pt x="2550" y="8900"/>
                  </a:cubicBezTo>
                  <a:lnTo>
                    <a:pt x="11315" y="8900"/>
                  </a:lnTo>
                  <a:cubicBezTo>
                    <a:pt x="11272" y="9068"/>
                    <a:pt x="11228" y="9241"/>
                    <a:pt x="11190" y="9414"/>
                  </a:cubicBezTo>
                  <a:cubicBezTo>
                    <a:pt x="11154" y="9568"/>
                    <a:pt x="11274" y="9663"/>
                    <a:pt x="11392" y="9663"/>
                  </a:cubicBezTo>
                  <a:cubicBezTo>
                    <a:pt x="11477" y="9663"/>
                    <a:pt x="11560" y="9615"/>
                    <a:pt x="11584" y="9505"/>
                  </a:cubicBezTo>
                  <a:cubicBezTo>
                    <a:pt x="11780" y="8670"/>
                    <a:pt x="12030" y="7844"/>
                    <a:pt x="12222" y="7258"/>
                  </a:cubicBezTo>
                  <a:close/>
                  <a:moveTo>
                    <a:pt x="13249" y="7258"/>
                  </a:moveTo>
                  <a:lnTo>
                    <a:pt x="13245" y="12313"/>
                  </a:lnTo>
                  <a:lnTo>
                    <a:pt x="12524" y="12313"/>
                  </a:lnTo>
                  <a:cubicBezTo>
                    <a:pt x="12481" y="12313"/>
                    <a:pt x="12438" y="12289"/>
                    <a:pt x="12414" y="12246"/>
                  </a:cubicBezTo>
                  <a:cubicBezTo>
                    <a:pt x="12073" y="11626"/>
                    <a:pt x="12313" y="9769"/>
                    <a:pt x="13052" y="7258"/>
                  </a:cubicBezTo>
                  <a:close/>
                  <a:moveTo>
                    <a:pt x="413" y="0"/>
                  </a:moveTo>
                  <a:cubicBezTo>
                    <a:pt x="303" y="0"/>
                    <a:pt x="212" y="92"/>
                    <a:pt x="212" y="207"/>
                  </a:cubicBezTo>
                  <a:lnTo>
                    <a:pt x="212" y="6092"/>
                  </a:lnTo>
                  <a:cubicBezTo>
                    <a:pt x="82" y="6159"/>
                    <a:pt x="1" y="6293"/>
                    <a:pt x="1" y="6442"/>
                  </a:cubicBezTo>
                  <a:lnTo>
                    <a:pt x="1" y="6865"/>
                  </a:lnTo>
                  <a:cubicBezTo>
                    <a:pt x="1" y="7009"/>
                    <a:pt x="82" y="7148"/>
                    <a:pt x="212" y="7215"/>
                  </a:cubicBezTo>
                  <a:lnTo>
                    <a:pt x="212" y="12519"/>
                  </a:lnTo>
                  <a:cubicBezTo>
                    <a:pt x="212" y="12630"/>
                    <a:pt x="303" y="12721"/>
                    <a:pt x="413" y="12721"/>
                  </a:cubicBezTo>
                  <a:lnTo>
                    <a:pt x="13451" y="12721"/>
                  </a:lnTo>
                  <a:cubicBezTo>
                    <a:pt x="13566" y="12721"/>
                    <a:pt x="13657" y="12630"/>
                    <a:pt x="13657" y="12519"/>
                  </a:cubicBezTo>
                  <a:lnTo>
                    <a:pt x="13657" y="7215"/>
                  </a:lnTo>
                  <a:cubicBezTo>
                    <a:pt x="13787" y="7148"/>
                    <a:pt x="13869" y="7009"/>
                    <a:pt x="13869" y="6865"/>
                  </a:cubicBezTo>
                  <a:lnTo>
                    <a:pt x="13869" y="6442"/>
                  </a:lnTo>
                  <a:cubicBezTo>
                    <a:pt x="13869" y="6293"/>
                    <a:pt x="13787" y="6159"/>
                    <a:pt x="13657" y="6092"/>
                  </a:cubicBezTo>
                  <a:lnTo>
                    <a:pt x="13657" y="207"/>
                  </a:lnTo>
                  <a:cubicBezTo>
                    <a:pt x="13657" y="92"/>
                    <a:pt x="13566" y="0"/>
                    <a:pt x="134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73" name="Google Shape;20173;p89"/>
          <p:cNvGrpSpPr/>
          <p:nvPr/>
        </p:nvGrpSpPr>
        <p:grpSpPr>
          <a:xfrm>
            <a:off x="5289454" y="2484138"/>
            <a:ext cx="371840" cy="252068"/>
            <a:chOff x="5289454" y="2484138"/>
            <a:chExt cx="371840" cy="252068"/>
          </a:xfrm>
        </p:grpSpPr>
        <p:sp>
          <p:nvSpPr>
            <p:cNvPr id="20174" name="Google Shape;20174;p89"/>
            <p:cNvSpPr/>
            <p:nvPr/>
          </p:nvSpPr>
          <p:spPr>
            <a:xfrm>
              <a:off x="5547418" y="2628409"/>
              <a:ext cx="74861" cy="47820"/>
            </a:xfrm>
            <a:custGeom>
              <a:rect b="b" l="l" r="r" t="t"/>
              <a:pathLst>
                <a:path extrusionOk="0" h="1825" w="2857">
                  <a:moveTo>
                    <a:pt x="1" y="0"/>
                  </a:moveTo>
                  <a:lnTo>
                    <a:pt x="1" y="1824"/>
                  </a:lnTo>
                  <a:lnTo>
                    <a:pt x="2857" y="1824"/>
                  </a:lnTo>
                  <a:lnTo>
                    <a:pt x="2857"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5" name="Google Shape;20175;p89"/>
            <p:cNvSpPr/>
            <p:nvPr/>
          </p:nvSpPr>
          <p:spPr>
            <a:xfrm>
              <a:off x="5547418" y="2652305"/>
              <a:ext cx="74861" cy="23923"/>
            </a:xfrm>
            <a:custGeom>
              <a:rect b="b" l="l" r="r" t="t"/>
              <a:pathLst>
                <a:path extrusionOk="0" h="913" w="2857">
                  <a:moveTo>
                    <a:pt x="1" y="0"/>
                  </a:moveTo>
                  <a:lnTo>
                    <a:pt x="1" y="912"/>
                  </a:lnTo>
                  <a:lnTo>
                    <a:pt x="2857" y="912"/>
                  </a:lnTo>
                  <a:lnTo>
                    <a:pt x="285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89"/>
            <p:cNvSpPr/>
            <p:nvPr/>
          </p:nvSpPr>
          <p:spPr>
            <a:xfrm>
              <a:off x="5603517" y="2596494"/>
              <a:ext cx="52353" cy="111623"/>
            </a:xfrm>
            <a:custGeom>
              <a:rect b="b" l="l" r="r" t="t"/>
              <a:pathLst>
                <a:path extrusionOk="0" h="4260" w="1998">
                  <a:moveTo>
                    <a:pt x="1782" y="1"/>
                  </a:moveTo>
                  <a:cubicBezTo>
                    <a:pt x="1763" y="1"/>
                    <a:pt x="1744" y="3"/>
                    <a:pt x="1724" y="9"/>
                  </a:cubicBezTo>
                  <a:lnTo>
                    <a:pt x="164" y="436"/>
                  </a:lnTo>
                  <a:cubicBezTo>
                    <a:pt x="68" y="460"/>
                    <a:pt x="1" y="546"/>
                    <a:pt x="1" y="647"/>
                  </a:cubicBezTo>
                  <a:lnTo>
                    <a:pt x="1" y="3614"/>
                  </a:lnTo>
                  <a:cubicBezTo>
                    <a:pt x="1" y="3714"/>
                    <a:pt x="68" y="3801"/>
                    <a:pt x="164" y="3825"/>
                  </a:cubicBezTo>
                  <a:lnTo>
                    <a:pt x="1724" y="4252"/>
                  </a:lnTo>
                  <a:cubicBezTo>
                    <a:pt x="1744" y="4257"/>
                    <a:pt x="1763" y="4260"/>
                    <a:pt x="1782" y="4260"/>
                  </a:cubicBezTo>
                  <a:cubicBezTo>
                    <a:pt x="1898" y="4260"/>
                    <a:pt x="1998" y="4165"/>
                    <a:pt x="1998" y="4041"/>
                  </a:cubicBezTo>
                  <a:lnTo>
                    <a:pt x="1998" y="220"/>
                  </a:lnTo>
                  <a:cubicBezTo>
                    <a:pt x="1998" y="96"/>
                    <a:pt x="1898" y="1"/>
                    <a:pt x="178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89"/>
            <p:cNvSpPr/>
            <p:nvPr/>
          </p:nvSpPr>
          <p:spPr>
            <a:xfrm>
              <a:off x="5329963" y="2573803"/>
              <a:ext cx="240644" cy="157005"/>
            </a:xfrm>
            <a:custGeom>
              <a:rect b="b" l="l" r="r" t="t"/>
              <a:pathLst>
                <a:path extrusionOk="0" h="5992" w="9184">
                  <a:moveTo>
                    <a:pt x="307" y="1"/>
                  </a:moveTo>
                  <a:cubicBezTo>
                    <a:pt x="135" y="1"/>
                    <a:pt x="0" y="140"/>
                    <a:pt x="0" y="308"/>
                  </a:cubicBezTo>
                  <a:lnTo>
                    <a:pt x="0" y="5684"/>
                  </a:lnTo>
                  <a:cubicBezTo>
                    <a:pt x="0" y="5852"/>
                    <a:pt x="135" y="5992"/>
                    <a:pt x="307" y="5992"/>
                  </a:cubicBezTo>
                  <a:lnTo>
                    <a:pt x="8876" y="5992"/>
                  </a:lnTo>
                  <a:cubicBezTo>
                    <a:pt x="9049" y="5992"/>
                    <a:pt x="9183" y="5852"/>
                    <a:pt x="9183" y="5684"/>
                  </a:cubicBezTo>
                  <a:lnTo>
                    <a:pt x="9183" y="308"/>
                  </a:lnTo>
                  <a:cubicBezTo>
                    <a:pt x="9183" y="140"/>
                    <a:pt x="9049" y="1"/>
                    <a:pt x="887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89"/>
            <p:cNvSpPr/>
            <p:nvPr/>
          </p:nvSpPr>
          <p:spPr>
            <a:xfrm>
              <a:off x="5329832" y="2573803"/>
              <a:ext cx="240880" cy="157005"/>
            </a:xfrm>
            <a:custGeom>
              <a:rect b="b" l="l" r="r" t="t"/>
              <a:pathLst>
                <a:path extrusionOk="0" h="5992" w="9193">
                  <a:moveTo>
                    <a:pt x="7460" y="1"/>
                  </a:moveTo>
                  <a:cubicBezTo>
                    <a:pt x="7633" y="1"/>
                    <a:pt x="7772" y="140"/>
                    <a:pt x="7772" y="308"/>
                  </a:cubicBezTo>
                  <a:lnTo>
                    <a:pt x="7772" y="5171"/>
                  </a:lnTo>
                  <a:cubicBezTo>
                    <a:pt x="7772" y="5406"/>
                    <a:pt x="7580" y="5593"/>
                    <a:pt x="7350" y="5593"/>
                  </a:cubicBezTo>
                  <a:lnTo>
                    <a:pt x="308" y="5593"/>
                  </a:lnTo>
                  <a:cubicBezTo>
                    <a:pt x="154" y="5593"/>
                    <a:pt x="29" y="5488"/>
                    <a:pt x="0" y="5339"/>
                  </a:cubicBezTo>
                  <a:lnTo>
                    <a:pt x="0" y="5684"/>
                  </a:lnTo>
                  <a:cubicBezTo>
                    <a:pt x="0" y="5857"/>
                    <a:pt x="140" y="5992"/>
                    <a:pt x="312" y="5992"/>
                  </a:cubicBezTo>
                  <a:lnTo>
                    <a:pt x="8881" y="5992"/>
                  </a:lnTo>
                  <a:cubicBezTo>
                    <a:pt x="9054" y="5992"/>
                    <a:pt x="9188" y="5857"/>
                    <a:pt x="9188" y="5684"/>
                  </a:cubicBezTo>
                  <a:lnTo>
                    <a:pt x="9188" y="308"/>
                  </a:lnTo>
                  <a:cubicBezTo>
                    <a:pt x="9193" y="299"/>
                    <a:pt x="9188" y="289"/>
                    <a:pt x="9188" y="284"/>
                  </a:cubicBezTo>
                  <a:cubicBezTo>
                    <a:pt x="9174" y="121"/>
                    <a:pt x="9039" y="1"/>
                    <a:pt x="88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9" name="Google Shape;20179;p89"/>
            <p:cNvSpPr/>
            <p:nvPr/>
          </p:nvSpPr>
          <p:spPr>
            <a:xfrm>
              <a:off x="5303027" y="2489169"/>
              <a:ext cx="143799" cy="143799"/>
            </a:xfrm>
            <a:custGeom>
              <a:rect b="b" l="l" r="r" t="t"/>
              <a:pathLst>
                <a:path extrusionOk="0" h="5488" w="5488">
                  <a:moveTo>
                    <a:pt x="2747" y="0"/>
                  </a:moveTo>
                  <a:cubicBezTo>
                    <a:pt x="1230" y="0"/>
                    <a:pt x="1" y="1229"/>
                    <a:pt x="1" y="2746"/>
                  </a:cubicBezTo>
                  <a:cubicBezTo>
                    <a:pt x="1" y="4258"/>
                    <a:pt x="1230" y="5487"/>
                    <a:pt x="2747" y="5487"/>
                  </a:cubicBezTo>
                  <a:cubicBezTo>
                    <a:pt x="4259" y="5487"/>
                    <a:pt x="5488" y="4258"/>
                    <a:pt x="5488" y="2746"/>
                  </a:cubicBezTo>
                  <a:cubicBezTo>
                    <a:pt x="5488" y="1229"/>
                    <a:pt x="4259" y="0"/>
                    <a:pt x="2747"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0" name="Google Shape;20180;p89"/>
            <p:cNvSpPr/>
            <p:nvPr/>
          </p:nvSpPr>
          <p:spPr>
            <a:xfrm>
              <a:off x="5324172" y="2510288"/>
              <a:ext cx="130462" cy="123230"/>
            </a:xfrm>
            <a:custGeom>
              <a:rect b="b" l="l" r="r" t="t"/>
              <a:pathLst>
                <a:path extrusionOk="0" h="4703" w="4979">
                  <a:moveTo>
                    <a:pt x="3879" y="1"/>
                  </a:moveTo>
                  <a:lnTo>
                    <a:pt x="0" y="3879"/>
                  </a:lnTo>
                  <a:cubicBezTo>
                    <a:pt x="537" y="4428"/>
                    <a:pt x="1247" y="4703"/>
                    <a:pt x="1958" y="4703"/>
                  </a:cubicBezTo>
                  <a:cubicBezTo>
                    <a:pt x="2659" y="4703"/>
                    <a:pt x="3362" y="4435"/>
                    <a:pt x="3898" y="3899"/>
                  </a:cubicBezTo>
                  <a:cubicBezTo>
                    <a:pt x="4978" y="2823"/>
                    <a:pt x="4969" y="1066"/>
                    <a:pt x="387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1" name="Google Shape;20181;p89"/>
            <p:cNvSpPr/>
            <p:nvPr/>
          </p:nvSpPr>
          <p:spPr>
            <a:xfrm>
              <a:off x="5485423" y="2654323"/>
              <a:ext cx="52588" cy="52588"/>
            </a:xfrm>
            <a:custGeom>
              <a:rect b="b" l="l" r="r" t="t"/>
              <a:pathLst>
                <a:path extrusionOk="0" h="2007" w="2007">
                  <a:moveTo>
                    <a:pt x="91" y="0"/>
                  </a:moveTo>
                  <a:cubicBezTo>
                    <a:pt x="43" y="0"/>
                    <a:pt x="0" y="43"/>
                    <a:pt x="0" y="91"/>
                  </a:cubicBezTo>
                  <a:lnTo>
                    <a:pt x="0" y="1915"/>
                  </a:lnTo>
                  <a:cubicBezTo>
                    <a:pt x="0" y="1968"/>
                    <a:pt x="43" y="2007"/>
                    <a:pt x="91" y="2007"/>
                  </a:cubicBezTo>
                  <a:lnTo>
                    <a:pt x="1916" y="2007"/>
                  </a:lnTo>
                  <a:cubicBezTo>
                    <a:pt x="1968" y="2007"/>
                    <a:pt x="2007" y="1968"/>
                    <a:pt x="2007" y="1915"/>
                  </a:cubicBezTo>
                  <a:lnTo>
                    <a:pt x="2007" y="91"/>
                  </a:lnTo>
                  <a:cubicBezTo>
                    <a:pt x="2007" y="43"/>
                    <a:pt x="1968" y="0"/>
                    <a:pt x="1916"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89"/>
            <p:cNvSpPr/>
            <p:nvPr/>
          </p:nvSpPr>
          <p:spPr>
            <a:xfrm>
              <a:off x="5342776" y="2536988"/>
              <a:ext cx="56257" cy="48160"/>
            </a:xfrm>
            <a:custGeom>
              <a:rect b="b" l="l" r="r" t="t"/>
              <a:pathLst>
                <a:path extrusionOk="0" h="1838" w="2147">
                  <a:moveTo>
                    <a:pt x="1225" y="0"/>
                  </a:moveTo>
                  <a:cubicBezTo>
                    <a:pt x="999" y="0"/>
                    <a:pt x="768" y="85"/>
                    <a:pt x="582" y="273"/>
                  </a:cubicBezTo>
                  <a:cubicBezTo>
                    <a:pt x="1" y="849"/>
                    <a:pt x="409" y="1838"/>
                    <a:pt x="1230" y="1838"/>
                  </a:cubicBezTo>
                  <a:cubicBezTo>
                    <a:pt x="1734" y="1838"/>
                    <a:pt x="2146" y="1425"/>
                    <a:pt x="2146" y="921"/>
                  </a:cubicBezTo>
                  <a:cubicBezTo>
                    <a:pt x="2146" y="366"/>
                    <a:pt x="1695" y="0"/>
                    <a:pt x="122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3" name="Google Shape;20183;p89"/>
            <p:cNvSpPr/>
            <p:nvPr/>
          </p:nvSpPr>
          <p:spPr>
            <a:xfrm>
              <a:off x="5465797" y="2505886"/>
              <a:ext cx="110339" cy="110339"/>
            </a:xfrm>
            <a:custGeom>
              <a:rect b="b" l="l" r="r" t="t"/>
              <a:pathLst>
                <a:path extrusionOk="0" h="4211" w="4211">
                  <a:moveTo>
                    <a:pt x="2108" y="1"/>
                  </a:moveTo>
                  <a:cubicBezTo>
                    <a:pt x="941" y="1"/>
                    <a:pt x="0" y="946"/>
                    <a:pt x="0" y="2108"/>
                  </a:cubicBezTo>
                  <a:cubicBezTo>
                    <a:pt x="0" y="3270"/>
                    <a:pt x="941" y="4211"/>
                    <a:pt x="2108" y="4211"/>
                  </a:cubicBezTo>
                  <a:cubicBezTo>
                    <a:pt x="3269" y="4211"/>
                    <a:pt x="4210" y="3270"/>
                    <a:pt x="4210" y="2108"/>
                  </a:cubicBezTo>
                  <a:cubicBezTo>
                    <a:pt x="4210" y="946"/>
                    <a:pt x="3269" y="1"/>
                    <a:pt x="210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4" name="Google Shape;20184;p89"/>
            <p:cNvSpPr/>
            <p:nvPr/>
          </p:nvSpPr>
          <p:spPr>
            <a:xfrm>
              <a:off x="5482016" y="2522131"/>
              <a:ext cx="99517" cy="94119"/>
            </a:xfrm>
            <a:custGeom>
              <a:rect b="b" l="l" r="r" t="t"/>
              <a:pathLst>
                <a:path extrusionOk="0" h="3592" w="3798">
                  <a:moveTo>
                    <a:pt x="2977" y="0"/>
                  </a:moveTo>
                  <a:lnTo>
                    <a:pt x="1" y="2976"/>
                  </a:lnTo>
                  <a:cubicBezTo>
                    <a:pt x="411" y="3387"/>
                    <a:pt x="949" y="3592"/>
                    <a:pt x="1487" y="3592"/>
                  </a:cubicBezTo>
                  <a:cubicBezTo>
                    <a:pt x="2025" y="3592"/>
                    <a:pt x="2564" y="3387"/>
                    <a:pt x="2977" y="2976"/>
                  </a:cubicBezTo>
                  <a:cubicBezTo>
                    <a:pt x="3798" y="2155"/>
                    <a:pt x="3798" y="821"/>
                    <a:pt x="2977"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89"/>
            <p:cNvSpPr/>
            <p:nvPr/>
          </p:nvSpPr>
          <p:spPr>
            <a:xfrm>
              <a:off x="5501275" y="2546290"/>
              <a:ext cx="34482" cy="29556"/>
            </a:xfrm>
            <a:custGeom>
              <a:rect b="b" l="l" r="r" t="t"/>
              <a:pathLst>
                <a:path extrusionOk="0" h="1128" w="1316">
                  <a:moveTo>
                    <a:pt x="750" y="1"/>
                  </a:moveTo>
                  <a:cubicBezTo>
                    <a:pt x="612" y="1"/>
                    <a:pt x="470" y="53"/>
                    <a:pt x="355" y="168"/>
                  </a:cubicBezTo>
                  <a:cubicBezTo>
                    <a:pt x="0" y="523"/>
                    <a:pt x="250" y="1128"/>
                    <a:pt x="754" y="1128"/>
                  </a:cubicBezTo>
                  <a:cubicBezTo>
                    <a:pt x="1061" y="1128"/>
                    <a:pt x="1315" y="873"/>
                    <a:pt x="1315" y="566"/>
                  </a:cubicBezTo>
                  <a:cubicBezTo>
                    <a:pt x="1315" y="225"/>
                    <a:pt x="1039" y="1"/>
                    <a:pt x="75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6" name="Google Shape;20186;p89"/>
            <p:cNvSpPr/>
            <p:nvPr/>
          </p:nvSpPr>
          <p:spPr>
            <a:xfrm>
              <a:off x="5511704" y="2654323"/>
              <a:ext cx="26307" cy="52588"/>
            </a:xfrm>
            <a:custGeom>
              <a:rect b="b" l="l" r="r" t="t"/>
              <a:pathLst>
                <a:path extrusionOk="0" h="2007" w="1004">
                  <a:moveTo>
                    <a:pt x="1" y="0"/>
                  </a:moveTo>
                  <a:lnTo>
                    <a:pt x="1" y="2007"/>
                  </a:lnTo>
                  <a:lnTo>
                    <a:pt x="913" y="2007"/>
                  </a:lnTo>
                  <a:cubicBezTo>
                    <a:pt x="965" y="2007"/>
                    <a:pt x="1004" y="1968"/>
                    <a:pt x="1004" y="1915"/>
                  </a:cubicBezTo>
                  <a:lnTo>
                    <a:pt x="1004" y="91"/>
                  </a:lnTo>
                  <a:cubicBezTo>
                    <a:pt x="1004" y="43"/>
                    <a:pt x="965" y="0"/>
                    <a:pt x="9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7" name="Google Shape;20187;p89"/>
            <p:cNvSpPr/>
            <p:nvPr/>
          </p:nvSpPr>
          <p:spPr>
            <a:xfrm>
              <a:off x="5603648" y="2652305"/>
              <a:ext cx="52353" cy="55811"/>
            </a:xfrm>
            <a:custGeom>
              <a:rect b="b" l="l" r="r" t="t"/>
              <a:pathLst>
                <a:path extrusionOk="0" h="2130" w="1998">
                  <a:moveTo>
                    <a:pt x="1" y="0"/>
                  </a:moveTo>
                  <a:lnTo>
                    <a:pt x="1" y="1484"/>
                  </a:lnTo>
                  <a:cubicBezTo>
                    <a:pt x="1" y="1584"/>
                    <a:pt x="63" y="1671"/>
                    <a:pt x="159" y="1695"/>
                  </a:cubicBezTo>
                  <a:lnTo>
                    <a:pt x="1719" y="2122"/>
                  </a:lnTo>
                  <a:cubicBezTo>
                    <a:pt x="1739" y="2127"/>
                    <a:pt x="1758" y="2130"/>
                    <a:pt x="1777" y="2130"/>
                  </a:cubicBezTo>
                  <a:cubicBezTo>
                    <a:pt x="1895" y="2130"/>
                    <a:pt x="1997" y="2035"/>
                    <a:pt x="1997" y="1911"/>
                  </a:cubicBezTo>
                  <a:lnTo>
                    <a:pt x="199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8" name="Google Shape;20188;p89"/>
            <p:cNvSpPr/>
            <p:nvPr/>
          </p:nvSpPr>
          <p:spPr>
            <a:xfrm>
              <a:off x="5374979" y="2537093"/>
              <a:ext cx="24054" cy="48055"/>
            </a:xfrm>
            <a:custGeom>
              <a:rect b="b" l="l" r="r" t="t"/>
              <a:pathLst>
                <a:path extrusionOk="0" h="1834" w="918">
                  <a:moveTo>
                    <a:pt x="1" y="0"/>
                  </a:moveTo>
                  <a:lnTo>
                    <a:pt x="1" y="1834"/>
                  </a:lnTo>
                  <a:cubicBezTo>
                    <a:pt x="505" y="1834"/>
                    <a:pt x="917" y="1421"/>
                    <a:pt x="917" y="917"/>
                  </a:cubicBezTo>
                  <a:cubicBezTo>
                    <a:pt x="917" y="408"/>
                    <a:pt x="505" y="0"/>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9" name="Google Shape;20189;p89"/>
            <p:cNvSpPr/>
            <p:nvPr/>
          </p:nvSpPr>
          <p:spPr>
            <a:xfrm>
              <a:off x="5521006" y="2546395"/>
              <a:ext cx="14752" cy="29452"/>
            </a:xfrm>
            <a:custGeom>
              <a:rect b="b" l="l" r="r" t="t"/>
              <a:pathLst>
                <a:path extrusionOk="0" h="1124" w="563">
                  <a:moveTo>
                    <a:pt x="1" y="0"/>
                  </a:moveTo>
                  <a:lnTo>
                    <a:pt x="1" y="1124"/>
                  </a:lnTo>
                  <a:cubicBezTo>
                    <a:pt x="308" y="1124"/>
                    <a:pt x="562" y="869"/>
                    <a:pt x="562" y="562"/>
                  </a:cubicBezTo>
                  <a:cubicBezTo>
                    <a:pt x="562" y="250"/>
                    <a:pt x="308" y="0"/>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0" name="Google Shape;20190;p89"/>
            <p:cNvSpPr/>
            <p:nvPr/>
          </p:nvSpPr>
          <p:spPr>
            <a:xfrm>
              <a:off x="5395994" y="2516838"/>
              <a:ext cx="25285" cy="21407"/>
            </a:xfrm>
            <a:custGeom>
              <a:rect b="b" l="l" r="r" t="t"/>
              <a:pathLst>
                <a:path extrusionOk="0" h="817" w="965">
                  <a:moveTo>
                    <a:pt x="679" y="1"/>
                  </a:moveTo>
                  <a:cubicBezTo>
                    <a:pt x="634" y="1"/>
                    <a:pt x="586" y="18"/>
                    <a:pt x="543" y="58"/>
                  </a:cubicBezTo>
                  <a:lnTo>
                    <a:pt x="130" y="471"/>
                  </a:lnTo>
                  <a:cubicBezTo>
                    <a:pt x="0" y="600"/>
                    <a:pt x="91" y="816"/>
                    <a:pt x="269" y="816"/>
                  </a:cubicBezTo>
                  <a:lnTo>
                    <a:pt x="274" y="816"/>
                  </a:lnTo>
                  <a:cubicBezTo>
                    <a:pt x="327" y="816"/>
                    <a:pt x="379" y="797"/>
                    <a:pt x="418" y="759"/>
                  </a:cubicBezTo>
                  <a:lnTo>
                    <a:pt x="831" y="346"/>
                  </a:lnTo>
                  <a:cubicBezTo>
                    <a:pt x="964" y="198"/>
                    <a:pt x="834" y="1"/>
                    <a:pt x="6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1" name="Google Shape;20191;p89"/>
            <p:cNvSpPr/>
            <p:nvPr/>
          </p:nvSpPr>
          <p:spPr>
            <a:xfrm>
              <a:off x="5328601" y="2583655"/>
              <a:ext cx="26124" cy="21696"/>
            </a:xfrm>
            <a:custGeom>
              <a:rect b="b" l="l" r="r" t="t"/>
              <a:pathLst>
                <a:path extrusionOk="0" h="828" w="997">
                  <a:moveTo>
                    <a:pt x="699" y="0"/>
                  </a:moveTo>
                  <a:cubicBezTo>
                    <a:pt x="649" y="0"/>
                    <a:pt x="597" y="21"/>
                    <a:pt x="551" y="71"/>
                  </a:cubicBezTo>
                  <a:lnTo>
                    <a:pt x="139" y="484"/>
                  </a:lnTo>
                  <a:cubicBezTo>
                    <a:pt x="1" y="633"/>
                    <a:pt x="134" y="828"/>
                    <a:pt x="290" y="828"/>
                  </a:cubicBezTo>
                  <a:cubicBezTo>
                    <a:pt x="336" y="828"/>
                    <a:pt x="383" y="811"/>
                    <a:pt x="427" y="772"/>
                  </a:cubicBezTo>
                  <a:lnTo>
                    <a:pt x="839" y="355"/>
                  </a:lnTo>
                  <a:cubicBezTo>
                    <a:pt x="996" y="212"/>
                    <a:pt x="859" y="0"/>
                    <a:pt x="6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2" name="Google Shape;20192;p89"/>
            <p:cNvSpPr/>
            <p:nvPr/>
          </p:nvSpPr>
          <p:spPr>
            <a:xfrm>
              <a:off x="5395181" y="2583655"/>
              <a:ext cx="26098" cy="21696"/>
            </a:xfrm>
            <a:custGeom>
              <a:rect b="b" l="l" r="r" t="t"/>
              <a:pathLst>
                <a:path extrusionOk="0" h="828" w="996">
                  <a:moveTo>
                    <a:pt x="300" y="0"/>
                  </a:moveTo>
                  <a:cubicBezTo>
                    <a:pt x="140" y="0"/>
                    <a:pt x="0" y="212"/>
                    <a:pt x="161" y="355"/>
                  </a:cubicBezTo>
                  <a:lnTo>
                    <a:pt x="574" y="772"/>
                  </a:lnTo>
                  <a:cubicBezTo>
                    <a:pt x="617" y="811"/>
                    <a:pt x="664" y="828"/>
                    <a:pt x="709" y="828"/>
                  </a:cubicBezTo>
                  <a:cubicBezTo>
                    <a:pt x="864" y="828"/>
                    <a:pt x="996" y="633"/>
                    <a:pt x="862" y="484"/>
                  </a:cubicBezTo>
                  <a:lnTo>
                    <a:pt x="449" y="71"/>
                  </a:lnTo>
                  <a:cubicBezTo>
                    <a:pt x="403" y="21"/>
                    <a:pt x="351"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3" name="Google Shape;20193;p89"/>
            <p:cNvSpPr/>
            <p:nvPr/>
          </p:nvSpPr>
          <p:spPr>
            <a:xfrm>
              <a:off x="5328103" y="2516472"/>
              <a:ext cx="26622" cy="22089"/>
            </a:xfrm>
            <a:custGeom>
              <a:rect b="b" l="l" r="r" t="t"/>
              <a:pathLst>
                <a:path extrusionOk="0" h="843" w="1016">
                  <a:moveTo>
                    <a:pt x="298" y="1"/>
                  </a:moveTo>
                  <a:cubicBezTo>
                    <a:pt x="138" y="1"/>
                    <a:pt x="0" y="214"/>
                    <a:pt x="158" y="360"/>
                  </a:cubicBezTo>
                  <a:lnTo>
                    <a:pt x="570" y="773"/>
                  </a:lnTo>
                  <a:cubicBezTo>
                    <a:pt x="616" y="822"/>
                    <a:pt x="668" y="842"/>
                    <a:pt x="717" y="842"/>
                  </a:cubicBezTo>
                  <a:cubicBezTo>
                    <a:pt x="877" y="842"/>
                    <a:pt x="1016" y="631"/>
                    <a:pt x="858" y="485"/>
                  </a:cubicBezTo>
                  <a:lnTo>
                    <a:pt x="446" y="72"/>
                  </a:lnTo>
                  <a:cubicBezTo>
                    <a:pt x="400" y="22"/>
                    <a:pt x="348"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4" name="Google Shape;20194;p89"/>
            <p:cNvSpPr/>
            <p:nvPr/>
          </p:nvSpPr>
          <p:spPr>
            <a:xfrm>
              <a:off x="5536596" y="2527267"/>
              <a:ext cx="20359" cy="16508"/>
            </a:xfrm>
            <a:custGeom>
              <a:rect b="b" l="l" r="r" t="t"/>
              <a:pathLst>
                <a:path extrusionOk="0" h="630" w="777">
                  <a:moveTo>
                    <a:pt x="490" y="0"/>
                  </a:moveTo>
                  <a:cubicBezTo>
                    <a:pt x="444" y="0"/>
                    <a:pt x="396" y="18"/>
                    <a:pt x="351" y="58"/>
                  </a:cubicBezTo>
                  <a:lnTo>
                    <a:pt x="126" y="279"/>
                  </a:lnTo>
                  <a:cubicBezTo>
                    <a:pt x="1" y="409"/>
                    <a:pt x="92" y="625"/>
                    <a:pt x="270" y="625"/>
                  </a:cubicBezTo>
                  <a:lnTo>
                    <a:pt x="270" y="630"/>
                  </a:lnTo>
                  <a:cubicBezTo>
                    <a:pt x="327" y="630"/>
                    <a:pt x="375" y="606"/>
                    <a:pt x="414" y="567"/>
                  </a:cubicBezTo>
                  <a:lnTo>
                    <a:pt x="639" y="342"/>
                  </a:lnTo>
                  <a:cubicBezTo>
                    <a:pt x="776" y="194"/>
                    <a:pt x="645" y="0"/>
                    <a:pt x="4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5" name="Google Shape;20195;p89"/>
            <p:cNvSpPr/>
            <p:nvPr/>
          </p:nvSpPr>
          <p:spPr>
            <a:xfrm>
              <a:off x="5485292" y="2578519"/>
              <a:ext cx="20359" cy="16455"/>
            </a:xfrm>
            <a:custGeom>
              <a:rect b="b" l="l" r="r" t="t"/>
              <a:pathLst>
                <a:path extrusionOk="0" h="628" w="777">
                  <a:moveTo>
                    <a:pt x="487" y="1"/>
                  </a:moveTo>
                  <a:cubicBezTo>
                    <a:pt x="442" y="1"/>
                    <a:pt x="394" y="17"/>
                    <a:pt x="351" y="56"/>
                  </a:cubicBezTo>
                  <a:lnTo>
                    <a:pt x="130" y="282"/>
                  </a:lnTo>
                  <a:cubicBezTo>
                    <a:pt x="0" y="411"/>
                    <a:pt x="92" y="627"/>
                    <a:pt x="274" y="627"/>
                  </a:cubicBezTo>
                  <a:cubicBezTo>
                    <a:pt x="327" y="627"/>
                    <a:pt x="380" y="608"/>
                    <a:pt x="418" y="570"/>
                  </a:cubicBezTo>
                  <a:lnTo>
                    <a:pt x="639" y="344"/>
                  </a:lnTo>
                  <a:cubicBezTo>
                    <a:pt x="776" y="195"/>
                    <a:pt x="643" y="1"/>
                    <a:pt x="4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6" name="Google Shape;20196;p89"/>
            <p:cNvSpPr/>
            <p:nvPr/>
          </p:nvSpPr>
          <p:spPr>
            <a:xfrm>
              <a:off x="5536360" y="2578519"/>
              <a:ext cx="20595" cy="16455"/>
            </a:xfrm>
            <a:custGeom>
              <a:rect b="b" l="l" r="r" t="t"/>
              <a:pathLst>
                <a:path extrusionOk="0" h="628" w="786">
                  <a:moveTo>
                    <a:pt x="287" y="1"/>
                  </a:moveTo>
                  <a:cubicBezTo>
                    <a:pt x="132" y="1"/>
                    <a:pt x="1" y="195"/>
                    <a:pt x="135" y="344"/>
                  </a:cubicBezTo>
                  <a:lnTo>
                    <a:pt x="360" y="570"/>
                  </a:lnTo>
                  <a:cubicBezTo>
                    <a:pt x="404" y="610"/>
                    <a:pt x="452" y="627"/>
                    <a:pt x="498" y="627"/>
                  </a:cubicBezTo>
                  <a:cubicBezTo>
                    <a:pt x="653" y="627"/>
                    <a:pt x="786" y="430"/>
                    <a:pt x="648" y="282"/>
                  </a:cubicBezTo>
                  <a:lnTo>
                    <a:pt x="423" y="56"/>
                  </a:lnTo>
                  <a:cubicBezTo>
                    <a:pt x="379" y="17"/>
                    <a:pt x="332" y="1"/>
                    <a:pt x="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89"/>
            <p:cNvSpPr/>
            <p:nvPr/>
          </p:nvSpPr>
          <p:spPr>
            <a:xfrm>
              <a:off x="5485108" y="2527267"/>
              <a:ext cx="20543" cy="16377"/>
            </a:xfrm>
            <a:custGeom>
              <a:rect b="b" l="l" r="r" t="t"/>
              <a:pathLst>
                <a:path extrusionOk="0" h="625" w="784">
                  <a:moveTo>
                    <a:pt x="282" y="0"/>
                  </a:moveTo>
                  <a:cubicBezTo>
                    <a:pt x="128" y="0"/>
                    <a:pt x="0" y="194"/>
                    <a:pt x="137" y="342"/>
                  </a:cubicBezTo>
                  <a:lnTo>
                    <a:pt x="358" y="567"/>
                  </a:lnTo>
                  <a:cubicBezTo>
                    <a:pt x="402" y="608"/>
                    <a:pt x="449" y="625"/>
                    <a:pt x="495" y="625"/>
                  </a:cubicBezTo>
                  <a:cubicBezTo>
                    <a:pt x="651" y="625"/>
                    <a:pt x="783" y="428"/>
                    <a:pt x="646" y="279"/>
                  </a:cubicBezTo>
                  <a:lnTo>
                    <a:pt x="420" y="58"/>
                  </a:lnTo>
                  <a:cubicBezTo>
                    <a:pt x="376" y="18"/>
                    <a:pt x="328" y="0"/>
                    <a:pt x="2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8" name="Google Shape;20198;p89"/>
            <p:cNvSpPr/>
            <p:nvPr/>
          </p:nvSpPr>
          <p:spPr>
            <a:xfrm>
              <a:off x="5352078" y="2649030"/>
              <a:ext cx="102164" cy="10717"/>
            </a:xfrm>
            <a:custGeom>
              <a:rect b="b" l="l" r="r" t="t"/>
              <a:pathLst>
                <a:path extrusionOk="0" h="409" w="3899">
                  <a:moveTo>
                    <a:pt x="3629" y="0"/>
                  </a:moveTo>
                  <a:cubicBezTo>
                    <a:pt x="3625" y="0"/>
                    <a:pt x="3620" y="0"/>
                    <a:pt x="3616" y="0"/>
                  </a:cubicBezTo>
                  <a:lnTo>
                    <a:pt x="255" y="0"/>
                  </a:lnTo>
                  <a:cubicBezTo>
                    <a:pt x="1" y="15"/>
                    <a:pt x="1" y="394"/>
                    <a:pt x="255" y="408"/>
                  </a:cubicBezTo>
                  <a:lnTo>
                    <a:pt x="3616" y="408"/>
                  </a:lnTo>
                  <a:cubicBezTo>
                    <a:pt x="3620" y="409"/>
                    <a:pt x="3625" y="409"/>
                    <a:pt x="3629" y="409"/>
                  </a:cubicBezTo>
                  <a:cubicBezTo>
                    <a:pt x="3899" y="409"/>
                    <a:pt x="3899" y="0"/>
                    <a:pt x="36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9" name="Google Shape;20199;p89"/>
            <p:cNvSpPr/>
            <p:nvPr/>
          </p:nvSpPr>
          <p:spPr>
            <a:xfrm>
              <a:off x="5352078" y="2701592"/>
              <a:ext cx="23949" cy="10717"/>
            </a:xfrm>
            <a:custGeom>
              <a:rect b="b" l="l" r="r" t="t"/>
              <a:pathLst>
                <a:path extrusionOk="0" h="409" w="914">
                  <a:moveTo>
                    <a:pt x="260" y="1"/>
                  </a:moveTo>
                  <a:cubicBezTo>
                    <a:pt x="1" y="15"/>
                    <a:pt x="1" y="395"/>
                    <a:pt x="260" y="409"/>
                  </a:cubicBezTo>
                  <a:lnTo>
                    <a:pt x="654" y="409"/>
                  </a:lnTo>
                  <a:cubicBezTo>
                    <a:pt x="913" y="395"/>
                    <a:pt x="913" y="15"/>
                    <a:pt x="6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0" name="Google Shape;20200;p89"/>
            <p:cNvSpPr/>
            <p:nvPr/>
          </p:nvSpPr>
          <p:spPr>
            <a:xfrm>
              <a:off x="5387425" y="2701592"/>
              <a:ext cx="66188" cy="10717"/>
            </a:xfrm>
            <a:custGeom>
              <a:rect b="b" l="l" r="r" t="t"/>
              <a:pathLst>
                <a:path extrusionOk="0" h="409" w="2526">
                  <a:moveTo>
                    <a:pt x="255" y="1"/>
                  </a:moveTo>
                  <a:cubicBezTo>
                    <a:pt x="1" y="15"/>
                    <a:pt x="1" y="395"/>
                    <a:pt x="255" y="409"/>
                  </a:cubicBezTo>
                  <a:lnTo>
                    <a:pt x="2267" y="409"/>
                  </a:lnTo>
                  <a:cubicBezTo>
                    <a:pt x="2526" y="395"/>
                    <a:pt x="2526" y="15"/>
                    <a:pt x="22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1" name="Google Shape;20201;p89"/>
            <p:cNvSpPr/>
            <p:nvPr/>
          </p:nvSpPr>
          <p:spPr>
            <a:xfrm>
              <a:off x="5352078" y="2675416"/>
              <a:ext cx="102164" cy="10638"/>
            </a:xfrm>
            <a:custGeom>
              <a:rect b="b" l="l" r="r" t="t"/>
              <a:pathLst>
                <a:path extrusionOk="0" h="406" w="3899">
                  <a:moveTo>
                    <a:pt x="3634" y="1"/>
                  </a:moveTo>
                  <a:cubicBezTo>
                    <a:pt x="3628" y="1"/>
                    <a:pt x="3622" y="1"/>
                    <a:pt x="3616" y="1"/>
                  </a:cubicBezTo>
                  <a:lnTo>
                    <a:pt x="255" y="1"/>
                  </a:lnTo>
                  <a:cubicBezTo>
                    <a:pt x="1" y="11"/>
                    <a:pt x="1" y="390"/>
                    <a:pt x="255" y="405"/>
                  </a:cubicBezTo>
                  <a:lnTo>
                    <a:pt x="3616" y="405"/>
                  </a:lnTo>
                  <a:cubicBezTo>
                    <a:pt x="3620" y="405"/>
                    <a:pt x="3625" y="405"/>
                    <a:pt x="3629" y="405"/>
                  </a:cubicBezTo>
                  <a:cubicBezTo>
                    <a:pt x="3898" y="405"/>
                    <a:pt x="3899" y="1"/>
                    <a:pt x="36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2" name="Google Shape;20202;p89"/>
            <p:cNvSpPr/>
            <p:nvPr/>
          </p:nvSpPr>
          <p:spPr>
            <a:xfrm>
              <a:off x="5289454" y="2484138"/>
              <a:ext cx="298001" cy="154097"/>
            </a:xfrm>
            <a:custGeom>
              <a:rect b="b" l="l" r="r" t="t"/>
              <a:pathLst>
                <a:path extrusionOk="0" h="5881" w="11373">
                  <a:moveTo>
                    <a:pt x="8837" y="1034"/>
                  </a:moveTo>
                  <a:cubicBezTo>
                    <a:pt x="9083" y="1034"/>
                    <a:pt x="9331" y="1082"/>
                    <a:pt x="9567" y="1181"/>
                  </a:cubicBezTo>
                  <a:cubicBezTo>
                    <a:pt x="10278" y="1474"/>
                    <a:pt x="10739" y="2165"/>
                    <a:pt x="10739" y="2938"/>
                  </a:cubicBezTo>
                  <a:cubicBezTo>
                    <a:pt x="10739" y="3706"/>
                    <a:pt x="10278" y="4397"/>
                    <a:pt x="9567" y="4695"/>
                  </a:cubicBezTo>
                  <a:cubicBezTo>
                    <a:pt x="9333" y="4792"/>
                    <a:pt x="9086" y="4839"/>
                    <a:pt x="8841" y="4839"/>
                  </a:cubicBezTo>
                  <a:cubicBezTo>
                    <a:pt x="8345" y="4839"/>
                    <a:pt x="7857" y="4645"/>
                    <a:pt x="7494" y="4282"/>
                  </a:cubicBezTo>
                  <a:cubicBezTo>
                    <a:pt x="6750" y="3538"/>
                    <a:pt x="6750" y="2333"/>
                    <a:pt x="7494" y="1594"/>
                  </a:cubicBezTo>
                  <a:cubicBezTo>
                    <a:pt x="7856" y="1229"/>
                    <a:pt x="8342" y="1034"/>
                    <a:pt x="8837" y="1034"/>
                  </a:cubicBezTo>
                  <a:close/>
                  <a:moveTo>
                    <a:pt x="3266" y="397"/>
                  </a:moveTo>
                  <a:cubicBezTo>
                    <a:pt x="3594" y="397"/>
                    <a:pt x="3924" y="460"/>
                    <a:pt x="4239" y="591"/>
                  </a:cubicBezTo>
                  <a:cubicBezTo>
                    <a:pt x="5185" y="984"/>
                    <a:pt x="5804" y="1911"/>
                    <a:pt x="5804" y="2938"/>
                  </a:cubicBezTo>
                  <a:cubicBezTo>
                    <a:pt x="5804" y="3965"/>
                    <a:pt x="5185" y="4892"/>
                    <a:pt x="4239" y="5281"/>
                  </a:cubicBezTo>
                  <a:cubicBezTo>
                    <a:pt x="3924" y="5411"/>
                    <a:pt x="3593" y="5475"/>
                    <a:pt x="3265" y="5475"/>
                  </a:cubicBezTo>
                  <a:cubicBezTo>
                    <a:pt x="2605" y="5475"/>
                    <a:pt x="1957" y="5218"/>
                    <a:pt x="1469" y="4733"/>
                  </a:cubicBezTo>
                  <a:cubicBezTo>
                    <a:pt x="476" y="3745"/>
                    <a:pt x="471" y="2132"/>
                    <a:pt x="1469" y="1143"/>
                  </a:cubicBezTo>
                  <a:cubicBezTo>
                    <a:pt x="1957" y="655"/>
                    <a:pt x="2606" y="397"/>
                    <a:pt x="3266" y="397"/>
                  </a:cubicBezTo>
                  <a:close/>
                  <a:moveTo>
                    <a:pt x="3267" y="0"/>
                  </a:moveTo>
                  <a:cubicBezTo>
                    <a:pt x="2153" y="0"/>
                    <a:pt x="1105" y="638"/>
                    <a:pt x="610" y="1690"/>
                  </a:cubicBezTo>
                  <a:cubicBezTo>
                    <a:pt x="0" y="2981"/>
                    <a:pt x="408" y="4522"/>
                    <a:pt x="1580" y="5343"/>
                  </a:cubicBezTo>
                  <a:cubicBezTo>
                    <a:pt x="2090" y="5704"/>
                    <a:pt x="2681" y="5881"/>
                    <a:pt x="3269" y="5881"/>
                  </a:cubicBezTo>
                  <a:cubicBezTo>
                    <a:pt x="4026" y="5881"/>
                    <a:pt x="4778" y="5589"/>
                    <a:pt x="5348" y="5021"/>
                  </a:cubicBezTo>
                  <a:cubicBezTo>
                    <a:pt x="5732" y="4637"/>
                    <a:pt x="6001" y="4153"/>
                    <a:pt x="6126" y="3625"/>
                  </a:cubicBezTo>
                  <a:lnTo>
                    <a:pt x="6634" y="3625"/>
                  </a:lnTo>
                  <a:cubicBezTo>
                    <a:pt x="6940" y="4616"/>
                    <a:pt x="7852" y="5255"/>
                    <a:pt x="8845" y="5255"/>
                  </a:cubicBezTo>
                  <a:cubicBezTo>
                    <a:pt x="9039" y="5255"/>
                    <a:pt x="9237" y="5231"/>
                    <a:pt x="9433" y="5180"/>
                  </a:cubicBezTo>
                  <a:cubicBezTo>
                    <a:pt x="10633" y="4868"/>
                    <a:pt x="11372" y="3668"/>
                    <a:pt x="11113" y="2453"/>
                  </a:cubicBezTo>
                  <a:cubicBezTo>
                    <a:pt x="10877" y="1372"/>
                    <a:pt x="9924" y="621"/>
                    <a:pt x="8850" y="621"/>
                  </a:cubicBezTo>
                  <a:cubicBezTo>
                    <a:pt x="8723" y="621"/>
                    <a:pt x="8593" y="631"/>
                    <a:pt x="8463" y="653"/>
                  </a:cubicBezTo>
                  <a:cubicBezTo>
                    <a:pt x="7244" y="860"/>
                    <a:pt x="6399" y="1988"/>
                    <a:pt x="6548" y="3221"/>
                  </a:cubicBezTo>
                  <a:lnTo>
                    <a:pt x="6193" y="3221"/>
                  </a:lnTo>
                  <a:cubicBezTo>
                    <a:pt x="6332" y="1796"/>
                    <a:pt x="5425" y="480"/>
                    <a:pt x="4047" y="106"/>
                  </a:cubicBezTo>
                  <a:cubicBezTo>
                    <a:pt x="3788" y="35"/>
                    <a:pt x="3526" y="0"/>
                    <a:pt x="32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3" name="Google Shape;20203;p89"/>
            <p:cNvSpPr/>
            <p:nvPr/>
          </p:nvSpPr>
          <p:spPr>
            <a:xfrm>
              <a:off x="5335623" y="2531695"/>
              <a:ext cx="68703" cy="58877"/>
            </a:xfrm>
            <a:custGeom>
              <a:rect b="b" l="l" r="r" t="t"/>
              <a:pathLst>
                <a:path extrusionOk="0" h="2247" w="2622">
                  <a:moveTo>
                    <a:pt x="1508" y="406"/>
                  </a:moveTo>
                  <a:cubicBezTo>
                    <a:pt x="1683" y="406"/>
                    <a:pt x="1861" y="470"/>
                    <a:pt x="2007" y="614"/>
                  </a:cubicBezTo>
                  <a:cubicBezTo>
                    <a:pt x="2458" y="1065"/>
                    <a:pt x="2136" y="1838"/>
                    <a:pt x="1503" y="1838"/>
                  </a:cubicBezTo>
                  <a:cubicBezTo>
                    <a:pt x="1109" y="1834"/>
                    <a:pt x="787" y="1517"/>
                    <a:pt x="787" y="1123"/>
                  </a:cubicBezTo>
                  <a:cubicBezTo>
                    <a:pt x="787" y="691"/>
                    <a:pt x="1140" y="406"/>
                    <a:pt x="1508" y="406"/>
                  </a:cubicBezTo>
                  <a:close/>
                  <a:moveTo>
                    <a:pt x="1494" y="1"/>
                  </a:moveTo>
                  <a:cubicBezTo>
                    <a:pt x="1219" y="1"/>
                    <a:pt x="939" y="103"/>
                    <a:pt x="711" y="331"/>
                  </a:cubicBezTo>
                  <a:cubicBezTo>
                    <a:pt x="0" y="1037"/>
                    <a:pt x="504" y="2242"/>
                    <a:pt x="1503" y="2246"/>
                  </a:cubicBezTo>
                  <a:cubicBezTo>
                    <a:pt x="2122" y="2242"/>
                    <a:pt x="2621" y="1742"/>
                    <a:pt x="2621" y="1123"/>
                  </a:cubicBezTo>
                  <a:cubicBezTo>
                    <a:pt x="2621" y="448"/>
                    <a:pt x="2070" y="1"/>
                    <a:pt x="14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4" name="Google Shape;20204;p89"/>
            <p:cNvSpPr/>
            <p:nvPr/>
          </p:nvSpPr>
          <p:spPr>
            <a:xfrm>
              <a:off x="5500882" y="2540971"/>
              <a:ext cx="46955" cy="40168"/>
            </a:xfrm>
            <a:custGeom>
              <a:rect b="b" l="l" r="r" t="t"/>
              <a:pathLst>
                <a:path extrusionOk="0" h="1533" w="1792">
                  <a:moveTo>
                    <a:pt x="769" y="409"/>
                  </a:moveTo>
                  <a:cubicBezTo>
                    <a:pt x="1086" y="409"/>
                    <a:pt x="1249" y="798"/>
                    <a:pt x="1023" y="1024"/>
                  </a:cubicBezTo>
                  <a:cubicBezTo>
                    <a:pt x="949" y="1097"/>
                    <a:pt x="858" y="1129"/>
                    <a:pt x="769" y="1129"/>
                  </a:cubicBezTo>
                  <a:cubicBezTo>
                    <a:pt x="584" y="1129"/>
                    <a:pt x="409" y="987"/>
                    <a:pt x="409" y="769"/>
                  </a:cubicBezTo>
                  <a:cubicBezTo>
                    <a:pt x="409" y="567"/>
                    <a:pt x="567" y="409"/>
                    <a:pt x="769" y="409"/>
                  </a:cubicBezTo>
                  <a:close/>
                  <a:moveTo>
                    <a:pt x="773" y="0"/>
                  </a:moveTo>
                  <a:cubicBezTo>
                    <a:pt x="379" y="0"/>
                    <a:pt x="1" y="308"/>
                    <a:pt x="1" y="769"/>
                  </a:cubicBezTo>
                  <a:cubicBezTo>
                    <a:pt x="1" y="1192"/>
                    <a:pt x="346" y="1532"/>
                    <a:pt x="769" y="1532"/>
                  </a:cubicBezTo>
                  <a:cubicBezTo>
                    <a:pt x="1450" y="1532"/>
                    <a:pt x="1791" y="707"/>
                    <a:pt x="1306" y="227"/>
                  </a:cubicBezTo>
                  <a:cubicBezTo>
                    <a:pt x="1151" y="70"/>
                    <a:pt x="960" y="0"/>
                    <a:pt x="7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5" name="Google Shape;20205;p89"/>
            <p:cNvSpPr/>
            <p:nvPr/>
          </p:nvSpPr>
          <p:spPr>
            <a:xfrm>
              <a:off x="5480130" y="2649030"/>
              <a:ext cx="63305" cy="63279"/>
            </a:xfrm>
            <a:custGeom>
              <a:rect b="b" l="l" r="r" t="t"/>
              <a:pathLst>
                <a:path extrusionOk="0" h="2415" w="2416">
                  <a:moveTo>
                    <a:pt x="2007" y="408"/>
                  </a:moveTo>
                  <a:lnTo>
                    <a:pt x="2007" y="2007"/>
                  </a:lnTo>
                  <a:lnTo>
                    <a:pt x="409" y="2007"/>
                  </a:lnTo>
                  <a:lnTo>
                    <a:pt x="409" y="408"/>
                  </a:lnTo>
                  <a:close/>
                  <a:moveTo>
                    <a:pt x="293" y="0"/>
                  </a:moveTo>
                  <a:cubicBezTo>
                    <a:pt x="130" y="0"/>
                    <a:pt x="1" y="130"/>
                    <a:pt x="1" y="293"/>
                  </a:cubicBezTo>
                  <a:lnTo>
                    <a:pt x="1" y="2117"/>
                  </a:lnTo>
                  <a:cubicBezTo>
                    <a:pt x="1" y="2281"/>
                    <a:pt x="130" y="2415"/>
                    <a:pt x="293" y="2415"/>
                  </a:cubicBezTo>
                  <a:lnTo>
                    <a:pt x="2118" y="2415"/>
                  </a:lnTo>
                  <a:cubicBezTo>
                    <a:pt x="2281" y="2415"/>
                    <a:pt x="2415" y="2281"/>
                    <a:pt x="2415" y="2117"/>
                  </a:cubicBezTo>
                  <a:lnTo>
                    <a:pt x="2415" y="293"/>
                  </a:lnTo>
                  <a:cubicBezTo>
                    <a:pt x="2415" y="130"/>
                    <a:pt x="2281" y="0"/>
                    <a:pt x="21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6" name="Google Shape;20206;p89"/>
            <p:cNvSpPr/>
            <p:nvPr/>
          </p:nvSpPr>
          <p:spPr>
            <a:xfrm>
              <a:off x="5324356" y="2591175"/>
              <a:ext cx="336938" cy="145031"/>
            </a:xfrm>
            <a:custGeom>
              <a:rect b="b" l="l" r="r" t="t"/>
              <a:pathLst>
                <a:path extrusionOk="0" h="5535" w="12859">
                  <a:moveTo>
                    <a:pt x="10453" y="1628"/>
                  </a:moveTo>
                  <a:lnTo>
                    <a:pt x="10453" y="3039"/>
                  </a:lnTo>
                  <a:lnTo>
                    <a:pt x="9603" y="3039"/>
                  </a:lnTo>
                  <a:lnTo>
                    <a:pt x="9603" y="1628"/>
                  </a:lnTo>
                  <a:close/>
                  <a:moveTo>
                    <a:pt x="12436" y="407"/>
                  </a:moveTo>
                  <a:cubicBezTo>
                    <a:pt x="12444" y="407"/>
                    <a:pt x="12450" y="415"/>
                    <a:pt x="12450" y="423"/>
                  </a:cubicBezTo>
                  <a:lnTo>
                    <a:pt x="12450" y="4244"/>
                  </a:lnTo>
                  <a:cubicBezTo>
                    <a:pt x="12450" y="4252"/>
                    <a:pt x="12444" y="4259"/>
                    <a:pt x="12436" y="4259"/>
                  </a:cubicBezTo>
                  <a:cubicBezTo>
                    <a:pt x="12434" y="4259"/>
                    <a:pt x="12433" y="4259"/>
                    <a:pt x="12431" y="4258"/>
                  </a:cubicBezTo>
                  <a:lnTo>
                    <a:pt x="10871" y="3831"/>
                  </a:lnTo>
                  <a:cubicBezTo>
                    <a:pt x="10866" y="3831"/>
                    <a:pt x="10861" y="3826"/>
                    <a:pt x="10861" y="3817"/>
                  </a:cubicBezTo>
                  <a:lnTo>
                    <a:pt x="10861" y="850"/>
                  </a:lnTo>
                  <a:cubicBezTo>
                    <a:pt x="10861" y="840"/>
                    <a:pt x="10866" y="836"/>
                    <a:pt x="10871" y="836"/>
                  </a:cubicBezTo>
                  <a:lnTo>
                    <a:pt x="12431" y="408"/>
                  </a:lnTo>
                  <a:cubicBezTo>
                    <a:pt x="12433" y="407"/>
                    <a:pt x="12434" y="407"/>
                    <a:pt x="12436" y="407"/>
                  </a:cubicBezTo>
                  <a:close/>
                  <a:moveTo>
                    <a:pt x="12436" y="0"/>
                  </a:moveTo>
                  <a:cubicBezTo>
                    <a:pt x="12399" y="0"/>
                    <a:pt x="12362" y="5"/>
                    <a:pt x="12325" y="15"/>
                  </a:cubicBezTo>
                  <a:lnTo>
                    <a:pt x="10765" y="442"/>
                  </a:lnTo>
                  <a:cubicBezTo>
                    <a:pt x="10578" y="490"/>
                    <a:pt x="10453" y="658"/>
                    <a:pt x="10453" y="850"/>
                  </a:cubicBezTo>
                  <a:lnTo>
                    <a:pt x="10453" y="1220"/>
                  </a:lnTo>
                  <a:lnTo>
                    <a:pt x="9599" y="1220"/>
                  </a:lnTo>
                  <a:lnTo>
                    <a:pt x="9599" y="922"/>
                  </a:lnTo>
                  <a:cubicBezTo>
                    <a:pt x="9591" y="792"/>
                    <a:pt x="9494" y="728"/>
                    <a:pt x="9397" y="728"/>
                  </a:cubicBezTo>
                  <a:cubicBezTo>
                    <a:pt x="9300" y="728"/>
                    <a:pt x="9203" y="792"/>
                    <a:pt x="9195" y="922"/>
                  </a:cubicBezTo>
                  <a:lnTo>
                    <a:pt x="9195" y="5021"/>
                  </a:lnTo>
                  <a:cubicBezTo>
                    <a:pt x="9195" y="5079"/>
                    <a:pt x="9147" y="5127"/>
                    <a:pt x="9090" y="5127"/>
                  </a:cubicBezTo>
                  <a:lnTo>
                    <a:pt x="521" y="5127"/>
                  </a:lnTo>
                  <a:cubicBezTo>
                    <a:pt x="464" y="5127"/>
                    <a:pt x="416" y="5079"/>
                    <a:pt x="416" y="5021"/>
                  </a:cubicBezTo>
                  <a:lnTo>
                    <a:pt x="416" y="1872"/>
                  </a:lnTo>
                  <a:cubicBezTo>
                    <a:pt x="423" y="1731"/>
                    <a:pt x="317" y="1660"/>
                    <a:pt x="212" y="1660"/>
                  </a:cubicBezTo>
                  <a:cubicBezTo>
                    <a:pt x="106" y="1660"/>
                    <a:pt x="1" y="1731"/>
                    <a:pt x="8" y="1872"/>
                  </a:cubicBezTo>
                  <a:lnTo>
                    <a:pt x="8" y="5021"/>
                  </a:lnTo>
                  <a:cubicBezTo>
                    <a:pt x="8" y="5305"/>
                    <a:pt x="238" y="5530"/>
                    <a:pt x="521" y="5535"/>
                  </a:cubicBezTo>
                  <a:lnTo>
                    <a:pt x="9090" y="5535"/>
                  </a:lnTo>
                  <a:cubicBezTo>
                    <a:pt x="9373" y="5530"/>
                    <a:pt x="9603" y="5305"/>
                    <a:pt x="9603" y="5021"/>
                  </a:cubicBezTo>
                  <a:lnTo>
                    <a:pt x="9603" y="3447"/>
                  </a:lnTo>
                  <a:lnTo>
                    <a:pt x="10458" y="3447"/>
                  </a:lnTo>
                  <a:lnTo>
                    <a:pt x="10458" y="3817"/>
                  </a:lnTo>
                  <a:cubicBezTo>
                    <a:pt x="10453" y="4009"/>
                    <a:pt x="10583" y="4177"/>
                    <a:pt x="10765" y="4225"/>
                  </a:cubicBezTo>
                  <a:lnTo>
                    <a:pt x="12325" y="4652"/>
                  </a:lnTo>
                  <a:cubicBezTo>
                    <a:pt x="12364" y="4661"/>
                    <a:pt x="12402" y="4666"/>
                    <a:pt x="12440" y="4666"/>
                  </a:cubicBezTo>
                  <a:cubicBezTo>
                    <a:pt x="12671" y="4666"/>
                    <a:pt x="12858" y="4479"/>
                    <a:pt x="12858" y="4249"/>
                  </a:cubicBezTo>
                  <a:lnTo>
                    <a:pt x="12858" y="423"/>
                  </a:lnTo>
                  <a:cubicBezTo>
                    <a:pt x="12858" y="288"/>
                    <a:pt x="12796" y="164"/>
                    <a:pt x="12690" y="87"/>
                  </a:cubicBezTo>
                  <a:cubicBezTo>
                    <a:pt x="12615" y="29"/>
                    <a:pt x="12526" y="0"/>
                    <a:pt x="124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07" name="Google Shape;20207;p89"/>
          <p:cNvGrpSpPr/>
          <p:nvPr/>
        </p:nvGrpSpPr>
        <p:grpSpPr>
          <a:xfrm>
            <a:off x="6215319" y="1985085"/>
            <a:ext cx="360258" cy="363455"/>
            <a:chOff x="6215319" y="1985085"/>
            <a:chExt cx="360258" cy="363455"/>
          </a:xfrm>
        </p:grpSpPr>
        <p:sp>
          <p:nvSpPr>
            <p:cNvPr id="20208" name="Google Shape;20208;p89"/>
            <p:cNvSpPr/>
            <p:nvPr/>
          </p:nvSpPr>
          <p:spPr>
            <a:xfrm>
              <a:off x="6220848" y="2197482"/>
              <a:ext cx="349437" cy="145686"/>
            </a:xfrm>
            <a:custGeom>
              <a:rect b="b" l="l" r="r" t="t"/>
              <a:pathLst>
                <a:path extrusionOk="0" h="5560" w="13336">
                  <a:moveTo>
                    <a:pt x="6663" y="1"/>
                  </a:moveTo>
                  <a:cubicBezTo>
                    <a:pt x="5281" y="1"/>
                    <a:pt x="3893" y="63"/>
                    <a:pt x="2516" y="197"/>
                  </a:cubicBezTo>
                  <a:lnTo>
                    <a:pt x="0" y="433"/>
                  </a:lnTo>
                  <a:cubicBezTo>
                    <a:pt x="0" y="586"/>
                    <a:pt x="48" y="735"/>
                    <a:pt x="144" y="855"/>
                  </a:cubicBezTo>
                  <a:cubicBezTo>
                    <a:pt x="322" y="1100"/>
                    <a:pt x="471" y="1522"/>
                    <a:pt x="471" y="1806"/>
                  </a:cubicBezTo>
                  <a:lnTo>
                    <a:pt x="471" y="1858"/>
                  </a:lnTo>
                  <a:cubicBezTo>
                    <a:pt x="471" y="2271"/>
                    <a:pt x="740" y="2655"/>
                    <a:pt x="1176" y="2900"/>
                  </a:cubicBezTo>
                  <a:cubicBezTo>
                    <a:pt x="1440" y="3054"/>
                    <a:pt x="1613" y="3289"/>
                    <a:pt x="1628" y="3553"/>
                  </a:cubicBezTo>
                  <a:cubicBezTo>
                    <a:pt x="1656" y="3970"/>
                    <a:pt x="2093" y="4306"/>
                    <a:pt x="2641" y="4306"/>
                  </a:cubicBezTo>
                  <a:lnTo>
                    <a:pt x="2650" y="4306"/>
                  </a:lnTo>
                  <a:cubicBezTo>
                    <a:pt x="3029" y="4330"/>
                    <a:pt x="3370" y="4508"/>
                    <a:pt x="3548" y="4767"/>
                  </a:cubicBezTo>
                  <a:cubicBezTo>
                    <a:pt x="3748" y="5061"/>
                    <a:pt x="4137" y="5234"/>
                    <a:pt x="4546" y="5234"/>
                  </a:cubicBezTo>
                  <a:cubicBezTo>
                    <a:pt x="4658" y="5234"/>
                    <a:pt x="4771" y="5221"/>
                    <a:pt x="4882" y="5194"/>
                  </a:cubicBezTo>
                  <a:cubicBezTo>
                    <a:pt x="4994" y="5166"/>
                    <a:pt x="5107" y="5152"/>
                    <a:pt x="5221" y="5152"/>
                  </a:cubicBezTo>
                  <a:cubicBezTo>
                    <a:pt x="5474" y="5152"/>
                    <a:pt x="5724" y="5222"/>
                    <a:pt x="5943" y="5358"/>
                  </a:cubicBezTo>
                  <a:cubicBezTo>
                    <a:pt x="6166" y="5492"/>
                    <a:pt x="6417" y="5559"/>
                    <a:pt x="6667" y="5559"/>
                  </a:cubicBezTo>
                  <a:cubicBezTo>
                    <a:pt x="6918" y="5559"/>
                    <a:pt x="7167" y="5492"/>
                    <a:pt x="7388" y="5358"/>
                  </a:cubicBezTo>
                  <a:cubicBezTo>
                    <a:pt x="7607" y="5222"/>
                    <a:pt x="7858" y="5152"/>
                    <a:pt x="8110" y="5152"/>
                  </a:cubicBezTo>
                  <a:cubicBezTo>
                    <a:pt x="8224" y="5152"/>
                    <a:pt x="8337" y="5166"/>
                    <a:pt x="8449" y="5194"/>
                  </a:cubicBezTo>
                  <a:cubicBezTo>
                    <a:pt x="8561" y="5221"/>
                    <a:pt x="8675" y="5234"/>
                    <a:pt x="8787" y="5234"/>
                  </a:cubicBezTo>
                  <a:cubicBezTo>
                    <a:pt x="9199" y="5234"/>
                    <a:pt x="9587" y="5061"/>
                    <a:pt x="9783" y="4767"/>
                  </a:cubicBezTo>
                  <a:cubicBezTo>
                    <a:pt x="9966" y="4508"/>
                    <a:pt x="10302" y="4335"/>
                    <a:pt x="10686" y="4306"/>
                  </a:cubicBezTo>
                  <a:lnTo>
                    <a:pt x="10691" y="4306"/>
                  </a:lnTo>
                  <a:cubicBezTo>
                    <a:pt x="11238" y="4306"/>
                    <a:pt x="11675" y="3970"/>
                    <a:pt x="11703" y="3553"/>
                  </a:cubicBezTo>
                  <a:cubicBezTo>
                    <a:pt x="11718" y="3289"/>
                    <a:pt x="11891" y="3054"/>
                    <a:pt x="12159" y="2900"/>
                  </a:cubicBezTo>
                  <a:cubicBezTo>
                    <a:pt x="12591" y="2655"/>
                    <a:pt x="12860" y="2271"/>
                    <a:pt x="12860" y="1858"/>
                  </a:cubicBezTo>
                  <a:lnTo>
                    <a:pt x="12860" y="1806"/>
                  </a:lnTo>
                  <a:cubicBezTo>
                    <a:pt x="12860" y="1522"/>
                    <a:pt x="13014" y="1100"/>
                    <a:pt x="13192" y="855"/>
                  </a:cubicBezTo>
                  <a:cubicBezTo>
                    <a:pt x="13283" y="735"/>
                    <a:pt x="13331" y="586"/>
                    <a:pt x="13336" y="433"/>
                  </a:cubicBezTo>
                  <a:lnTo>
                    <a:pt x="10815" y="197"/>
                  </a:lnTo>
                  <a:cubicBezTo>
                    <a:pt x="9438" y="63"/>
                    <a:pt x="8050" y="1"/>
                    <a:pt x="6663" y="1"/>
                  </a:cubicBezTo>
                  <a:close/>
                </a:path>
              </a:pathLst>
            </a:custGeom>
            <a:solidFill>
              <a:srgbClr val="B6C0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89"/>
            <p:cNvSpPr/>
            <p:nvPr/>
          </p:nvSpPr>
          <p:spPr>
            <a:xfrm>
              <a:off x="6250274" y="2197482"/>
              <a:ext cx="290455" cy="116129"/>
            </a:xfrm>
            <a:custGeom>
              <a:rect b="b" l="l" r="r" t="t"/>
              <a:pathLst>
                <a:path extrusionOk="0" h="4432" w="11085">
                  <a:moveTo>
                    <a:pt x="5540" y="1"/>
                  </a:moveTo>
                  <a:cubicBezTo>
                    <a:pt x="4158" y="1"/>
                    <a:pt x="2770" y="68"/>
                    <a:pt x="1393" y="197"/>
                  </a:cubicBezTo>
                  <a:lnTo>
                    <a:pt x="1" y="327"/>
                  </a:lnTo>
                  <a:cubicBezTo>
                    <a:pt x="173" y="2617"/>
                    <a:pt x="2588" y="4431"/>
                    <a:pt x="5540" y="4431"/>
                  </a:cubicBezTo>
                  <a:cubicBezTo>
                    <a:pt x="8497" y="4431"/>
                    <a:pt x="10907" y="2617"/>
                    <a:pt x="11084" y="327"/>
                  </a:cubicBezTo>
                  <a:lnTo>
                    <a:pt x="9692" y="197"/>
                  </a:lnTo>
                  <a:cubicBezTo>
                    <a:pt x="8315" y="68"/>
                    <a:pt x="6927" y="1"/>
                    <a:pt x="554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89"/>
            <p:cNvSpPr/>
            <p:nvPr/>
          </p:nvSpPr>
          <p:spPr>
            <a:xfrm>
              <a:off x="6395435" y="2197482"/>
              <a:ext cx="145293" cy="115998"/>
            </a:xfrm>
            <a:custGeom>
              <a:rect b="b" l="l" r="r" t="t"/>
              <a:pathLst>
                <a:path extrusionOk="0" h="4427" w="5545">
                  <a:moveTo>
                    <a:pt x="0" y="1"/>
                  </a:moveTo>
                  <a:lnTo>
                    <a:pt x="0" y="4426"/>
                  </a:lnTo>
                  <a:cubicBezTo>
                    <a:pt x="4" y="4426"/>
                    <a:pt x="8" y="4426"/>
                    <a:pt x="12" y="4426"/>
                  </a:cubicBezTo>
                  <a:cubicBezTo>
                    <a:pt x="2963" y="4426"/>
                    <a:pt x="5367" y="2614"/>
                    <a:pt x="5544" y="327"/>
                  </a:cubicBezTo>
                  <a:lnTo>
                    <a:pt x="4152" y="197"/>
                  </a:lnTo>
                  <a:cubicBezTo>
                    <a:pt x="2775" y="63"/>
                    <a:pt x="1387" y="1"/>
                    <a:pt x="0"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1" name="Google Shape;20211;p89"/>
            <p:cNvSpPr/>
            <p:nvPr/>
          </p:nvSpPr>
          <p:spPr>
            <a:xfrm>
              <a:off x="6299194" y="2027035"/>
              <a:ext cx="192615" cy="225446"/>
            </a:xfrm>
            <a:custGeom>
              <a:rect b="b" l="l" r="r" t="t"/>
              <a:pathLst>
                <a:path extrusionOk="0" h="8604" w="7351">
                  <a:moveTo>
                    <a:pt x="929" y="0"/>
                  </a:moveTo>
                  <a:cubicBezTo>
                    <a:pt x="889" y="0"/>
                    <a:pt x="848" y="18"/>
                    <a:pt x="822" y="54"/>
                  </a:cubicBezTo>
                  <a:lnTo>
                    <a:pt x="1" y="1259"/>
                  </a:lnTo>
                  <a:cubicBezTo>
                    <a:pt x="1038" y="5642"/>
                    <a:pt x="750" y="7192"/>
                    <a:pt x="659" y="7658"/>
                  </a:cubicBezTo>
                  <a:cubicBezTo>
                    <a:pt x="644" y="7691"/>
                    <a:pt x="639" y="7725"/>
                    <a:pt x="639" y="7763"/>
                  </a:cubicBezTo>
                  <a:cubicBezTo>
                    <a:pt x="639" y="8224"/>
                    <a:pt x="1998" y="8603"/>
                    <a:pt x="3678" y="8603"/>
                  </a:cubicBezTo>
                  <a:cubicBezTo>
                    <a:pt x="5358" y="8603"/>
                    <a:pt x="6717" y="8229"/>
                    <a:pt x="6717" y="7763"/>
                  </a:cubicBezTo>
                  <a:cubicBezTo>
                    <a:pt x="6717" y="7725"/>
                    <a:pt x="6707" y="7691"/>
                    <a:pt x="6693" y="7658"/>
                  </a:cubicBezTo>
                  <a:cubicBezTo>
                    <a:pt x="6597" y="7192"/>
                    <a:pt x="6308" y="5642"/>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B6C0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2" name="Google Shape;20212;p89"/>
            <p:cNvSpPr/>
            <p:nvPr/>
          </p:nvSpPr>
          <p:spPr>
            <a:xfrm>
              <a:off x="6315806" y="2027140"/>
              <a:ext cx="176002" cy="225342"/>
            </a:xfrm>
            <a:custGeom>
              <a:rect b="b" l="l" r="r" t="t"/>
              <a:pathLst>
                <a:path extrusionOk="0" h="8600" w="6717">
                  <a:moveTo>
                    <a:pt x="5788" y="1"/>
                  </a:moveTo>
                  <a:cubicBezTo>
                    <a:pt x="5748" y="1"/>
                    <a:pt x="5708" y="19"/>
                    <a:pt x="5684" y="55"/>
                  </a:cubicBezTo>
                  <a:cubicBezTo>
                    <a:pt x="5487" y="319"/>
                    <a:pt x="5242" y="545"/>
                    <a:pt x="4964" y="713"/>
                  </a:cubicBezTo>
                  <a:lnTo>
                    <a:pt x="5338" y="1260"/>
                  </a:lnTo>
                  <a:cubicBezTo>
                    <a:pt x="4302" y="5647"/>
                    <a:pt x="4590" y="7193"/>
                    <a:pt x="4681" y="7663"/>
                  </a:cubicBezTo>
                  <a:cubicBezTo>
                    <a:pt x="4695" y="7697"/>
                    <a:pt x="4700" y="7730"/>
                    <a:pt x="4700" y="7769"/>
                  </a:cubicBezTo>
                  <a:cubicBezTo>
                    <a:pt x="4700" y="7846"/>
                    <a:pt x="4638" y="7918"/>
                    <a:pt x="4556" y="7927"/>
                  </a:cubicBezTo>
                  <a:cubicBezTo>
                    <a:pt x="4085" y="8000"/>
                    <a:pt x="3605" y="8038"/>
                    <a:pt x="3124" y="8038"/>
                  </a:cubicBezTo>
                  <a:cubicBezTo>
                    <a:pt x="3096" y="8038"/>
                    <a:pt x="3068" y="8038"/>
                    <a:pt x="3039" y="8038"/>
                  </a:cubicBezTo>
                  <a:cubicBezTo>
                    <a:pt x="1585" y="8038"/>
                    <a:pt x="370" y="7759"/>
                    <a:pt x="73" y="7385"/>
                  </a:cubicBezTo>
                  <a:cubicBezTo>
                    <a:pt x="53" y="7505"/>
                    <a:pt x="34" y="7591"/>
                    <a:pt x="25" y="7658"/>
                  </a:cubicBezTo>
                  <a:cubicBezTo>
                    <a:pt x="5" y="7692"/>
                    <a:pt x="1" y="7730"/>
                    <a:pt x="1" y="7764"/>
                  </a:cubicBezTo>
                  <a:cubicBezTo>
                    <a:pt x="1" y="8177"/>
                    <a:pt x="1085" y="8523"/>
                    <a:pt x="2516" y="8590"/>
                  </a:cubicBezTo>
                  <a:lnTo>
                    <a:pt x="2526" y="8590"/>
                  </a:lnTo>
                  <a:lnTo>
                    <a:pt x="2679" y="8595"/>
                  </a:lnTo>
                  <a:lnTo>
                    <a:pt x="2698" y="8595"/>
                  </a:lnTo>
                  <a:lnTo>
                    <a:pt x="2852" y="8599"/>
                  </a:lnTo>
                  <a:lnTo>
                    <a:pt x="3039" y="8599"/>
                  </a:lnTo>
                  <a:cubicBezTo>
                    <a:pt x="4719" y="8599"/>
                    <a:pt x="6078" y="8225"/>
                    <a:pt x="6078" y="7759"/>
                  </a:cubicBezTo>
                  <a:cubicBezTo>
                    <a:pt x="6078" y="7726"/>
                    <a:pt x="6068" y="7687"/>
                    <a:pt x="6054" y="7654"/>
                  </a:cubicBezTo>
                  <a:lnTo>
                    <a:pt x="6054" y="7630"/>
                  </a:lnTo>
                  <a:lnTo>
                    <a:pt x="6049" y="7606"/>
                  </a:lnTo>
                  <a:lnTo>
                    <a:pt x="6049" y="7601"/>
                  </a:lnTo>
                  <a:lnTo>
                    <a:pt x="6044" y="7572"/>
                  </a:lnTo>
                  <a:lnTo>
                    <a:pt x="6035" y="7538"/>
                  </a:lnTo>
                  <a:cubicBezTo>
                    <a:pt x="6030" y="7495"/>
                    <a:pt x="6020" y="7442"/>
                    <a:pt x="6011" y="7385"/>
                  </a:cubicBezTo>
                  <a:cubicBezTo>
                    <a:pt x="5910" y="6684"/>
                    <a:pt x="5833" y="5009"/>
                    <a:pt x="6716" y="1260"/>
                  </a:cubicBezTo>
                  <a:lnTo>
                    <a:pt x="5895" y="55"/>
                  </a:lnTo>
                  <a:cubicBezTo>
                    <a:pt x="5869" y="19"/>
                    <a:pt x="5828" y="1"/>
                    <a:pt x="5788" y="1"/>
                  </a:cubicBez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3" name="Google Shape;20213;p89"/>
            <p:cNvSpPr/>
            <p:nvPr/>
          </p:nvSpPr>
          <p:spPr>
            <a:xfrm>
              <a:off x="6299194" y="2027035"/>
              <a:ext cx="192615" cy="61052"/>
            </a:xfrm>
            <a:custGeom>
              <a:rect b="b" l="l" r="r" t="t"/>
              <a:pathLst>
                <a:path extrusionOk="0" h="2330" w="7351">
                  <a:moveTo>
                    <a:pt x="929" y="0"/>
                  </a:moveTo>
                  <a:cubicBezTo>
                    <a:pt x="889" y="0"/>
                    <a:pt x="848" y="18"/>
                    <a:pt x="822" y="54"/>
                  </a:cubicBezTo>
                  <a:lnTo>
                    <a:pt x="1" y="1259"/>
                  </a:lnTo>
                  <a:cubicBezTo>
                    <a:pt x="92" y="1638"/>
                    <a:pt x="169" y="1993"/>
                    <a:pt x="241" y="2329"/>
                  </a:cubicBezTo>
                  <a:lnTo>
                    <a:pt x="1023" y="1173"/>
                  </a:lnTo>
                  <a:cubicBezTo>
                    <a:pt x="1503" y="1547"/>
                    <a:pt x="2358" y="1989"/>
                    <a:pt x="3673" y="1993"/>
                  </a:cubicBezTo>
                  <a:lnTo>
                    <a:pt x="3678" y="1993"/>
                  </a:lnTo>
                  <a:cubicBezTo>
                    <a:pt x="4998" y="1989"/>
                    <a:pt x="5843" y="1547"/>
                    <a:pt x="6323" y="1173"/>
                  </a:cubicBezTo>
                  <a:lnTo>
                    <a:pt x="7110" y="2329"/>
                  </a:lnTo>
                  <a:cubicBezTo>
                    <a:pt x="7177" y="1993"/>
                    <a:pt x="7259" y="1633"/>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89"/>
            <p:cNvSpPr/>
            <p:nvPr/>
          </p:nvSpPr>
          <p:spPr>
            <a:xfrm>
              <a:off x="6445875" y="2026930"/>
              <a:ext cx="45802" cy="61288"/>
            </a:xfrm>
            <a:custGeom>
              <a:rect b="b" l="l" r="r" t="t"/>
              <a:pathLst>
                <a:path extrusionOk="0" h="2339" w="1748">
                  <a:moveTo>
                    <a:pt x="821" y="1"/>
                  </a:moveTo>
                  <a:cubicBezTo>
                    <a:pt x="783" y="1"/>
                    <a:pt x="739" y="20"/>
                    <a:pt x="715" y="53"/>
                  </a:cubicBezTo>
                  <a:lnTo>
                    <a:pt x="691" y="87"/>
                  </a:lnTo>
                  <a:lnTo>
                    <a:pt x="686" y="101"/>
                  </a:lnTo>
                  <a:lnTo>
                    <a:pt x="667" y="125"/>
                  </a:lnTo>
                  <a:lnTo>
                    <a:pt x="653" y="140"/>
                  </a:lnTo>
                  <a:lnTo>
                    <a:pt x="638" y="164"/>
                  </a:lnTo>
                  <a:lnTo>
                    <a:pt x="624" y="178"/>
                  </a:lnTo>
                  <a:lnTo>
                    <a:pt x="605" y="202"/>
                  </a:lnTo>
                  <a:lnTo>
                    <a:pt x="590" y="221"/>
                  </a:lnTo>
                  <a:lnTo>
                    <a:pt x="571" y="241"/>
                  </a:lnTo>
                  <a:lnTo>
                    <a:pt x="552" y="260"/>
                  </a:lnTo>
                  <a:lnTo>
                    <a:pt x="533" y="284"/>
                  </a:lnTo>
                  <a:lnTo>
                    <a:pt x="509" y="303"/>
                  </a:lnTo>
                  <a:lnTo>
                    <a:pt x="490" y="327"/>
                  </a:lnTo>
                  <a:lnTo>
                    <a:pt x="466" y="346"/>
                  </a:lnTo>
                  <a:lnTo>
                    <a:pt x="446" y="370"/>
                  </a:lnTo>
                  <a:lnTo>
                    <a:pt x="422" y="394"/>
                  </a:lnTo>
                  <a:lnTo>
                    <a:pt x="398" y="413"/>
                  </a:lnTo>
                  <a:lnTo>
                    <a:pt x="370" y="437"/>
                  </a:lnTo>
                  <a:lnTo>
                    <a:pt x="346" y="461"/>
                  </a:lnTo>
                  <a:lnTo>
                    <a:pt x="317" y="485"/>
                  </a:lnTo>
                  <a:lnTo>
                    <a:pt x="293" y="505"/>
                  </a:lnTo>
                  <a:lnTo>
                    <a:pt x="264" y="529"/>
                  </a:lnTo>
                  <a:lnTo>
                    <a:pt x="235" y="553"/>
                  </a:lnTo>
                  <a:lnTo>
                    <a:pt x="202" y="577"/>
                  </a:lnTo>
                  <a:lnTo>
                    <a:pt x="173" y="596"/>
                  </a:lnTo>
                  <a:lnTo>
                    <a:pt x="139" y="625"/>
                  </a:lnTo>
                  <a:lnTo>
                    <a:pt x="106" y="644"/>
                  </a:lnTo>
                  <a:lnTo>
                    <a:pt x="72" y="668"/>
                  </a:lnTo>
                  <a:lnTo>
                    <a:pt x="38" y="687"/>
                  </a:lnTo>
                  <a:lnTo>
                    <a:pt x="0" y="716"/>
                  </a:lnTo>
                  <a:lnTo>
                    <a:pt x="374" y="1263"/>
                  </a:lnTo>
                  <a:lnTo>
                    <a:pt x="331" y="1441"/>
                  </a:lnTo>
                  <a:cubicBezTo>
                    <a:pt x="470" y="1364"/>
                    <a:pt x="600" y="1277"/>
                    <a:pt x="730" y="1181"/>
                  </a:cubicBezTo>
                  <a:lnTo>
                    <a:pt x="1512" y="2338"/>
                  </a:lnTo>
                  <a:cubicBezTo>
                    <a:pt x="1546" y="2170"/>
                    <a:pt x="1584" y="1997"/>
                    <a:pt x="1623" y="1820"/>
                  </a:cubicBezTo>
                  <a:lnTo>
                    <a:pt x="1623" y="1815"/>
                  </a:lnTo>
                  <a:lnTo>
                    <a:pt x="1647" y="1714"/>
                  </a:lnTo>
                  <a:lnTo>
                    <a:pt x="1661" y="1652"/>
                  </a:lnTo>
                  <a:lnTo>
                    <a:pt x="1680" y="1570"/>
                  </a:lnTo>
                  <a:lnTo>
                    <a:pt x="1699" y="1484"/>
                  </a:lnTo>
                  <a:lnTo>
                    <a:pt x="1714" y="1421"/>
                  </a:lnTo>
                  <a:lnTo>
                    <a:pt x="1747" y="1268"/>
                  </a:lnTo>
                  <a:lnTo>
                    <a:pt x="1747" y="1263"/>
                  </a:lnTo>
                  <a:lnTo>
                    <a:pt x="1479" y="860"/>
                  </a:lnTo>
                  <a:lnTo>
                    <a:pt x="927" y="58"/>
                  </a:lnTo>
                  <a:cubicBezTo>
                    <a:pt x="903" y="25"/>
                    <a:pt x="864" y="1"/>
                    <a:pt x="821"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5" name="Google Shape;20215;p89"/>
            <p:cNvSpPr/>
            <p:nvPr/>
          </p:nvSpPr>
          <p:spPr>
            <a:xfrm>
              <a:off x="6293927" y="1985085"/>
              <a:ext cx="203646" cy="272663"/>
            </a:xfrm>
            <a:custGeom>
              <a:rect b="b" l="l" r="r" t="t"/>
              <a:pathLst>
                <a:path extrusionOk="0" h="10406" w="7772">
                  <a:moveTo>
                    <a:pt x="6615" y="1862"/>
                  </a:moveTo>
                  <a:lnTo>
                    <a:pt x="7326" y="2898"/>
                  </a:lnTo>
                  <a:cubicBezTo>
                    <a:pt x="7306" y="2980"/>
                    <a:pt x="7287" y="3062"/>
                    <a:pt x="7268" y="3138"/>
                  </a:cubicBezTo>
                  <a:lnTo>
                    <a:pt x="7258" y="3172"/>
                  </a:lnTo>
                  <a:cubicBezTo>
                    <a:pt x="7244" y="3254"/>
                    <a:pt x="7225" y="3335"/>
                    <a:pt x="7206" y="3412"/>
                  </a:cubicBezTo>
                  <a:lnTo>
                    <a:pt x="6692" y="2654"/>
                  </a:lnTo>
                  <a:cubicBezTo>
                    <a:pt x="6651" y="2595"/>
                    <a:pt x="6586" y="2564"/>
                    <a:pt x="6519" y="2564"/>
                  </a:cubicBezTo>
                  <a:cubicBezTo>
                    <a:pt x="6476" y="2564"/>
                    <a:pt x="6432" y="2577"/>
                    <a:pt x="6394" y="2606"/>
                  </a:cubicBezTo>
                  <a:cubicBezTo>
                    <a:pt x="5938" y="2961"/>
                    <a:pt x="5132" y="3383"/>
                    <a:pt x="3874" y="3383"/>
                  </a:cubicBezTo>
                  <a:cubicBezTo>
                    <a:pt x="2616" y="3383"/>
                    <a:pt x="1810" y="2961"/>
                    <a:pt x="1354" y="2606"/>
                  </a:cubicBezTo>
                  <a:cubicBezTo>
                    <a:pt x="1318" y="2577"/>
                    <a:pt x="1275" y="2564"/>
                    <a:pt x="1231" y="2564"/>
                  </a:cubicBezTo>
                  <a:cubicBezTo>
                    <a:pt x="1164" y="2564"/>
                    <a:pt x="1097" y="2595"/>
                    <a:pt x="1056" y="2654"/>
                  </a:cubicBezTo>
                  <a:lnTo>
                    <a:pt x="543" y="3417"/>
                  </a:lnTo>
                  <a:cubicBezTo>
                    <a:pt x="524" y="3335"/>
                    <a:pt x="504" y="3254"/>
                    <a:pt x="485" y="3172"/>
                  </a:cubicBezTo>
                  <a:lnTo>
                    <a:pt x="480" y="3143"/>
                  </a:lnTo>
                  <a:cubicBezTo>
                    <a:pt x="461" y="3062"/>
                    <a:pt x="442" y="2985"/>
                    <a:pt x="423" y="2898"/>
                  </a:cubicBezTo>
                  <a:lnTo>
                    <a:pt x="711" y="2476"/>
                  </a:lnTo>
                  <a:lnTo>
                    <a:pt x="1128" y="1862"/>
                  </a:lnTo>
                  <a:cubicBezTo>
                    <a:pt x="1349" y="2135"/>
                    <a:pt x="1618" y="2361"/>
                    <a:pt x="1920" y="2534"/>
                  </a:cubicBezTo>
                  <a:cubicBezTo>
                    <a:pt x="2093" y="2630"/>
                    <a:pt x="2276" y="2711"/>
                    <a:pt x="2463" y="2778"/>
                  </a:cubicBezTo>
                  <a:cubicBezTo>
                    <a:pt x="2901" y="2927"/>
                    <a:pt x="3366" y="3004"/>
                    <a:pt x="3827" y="3004"/>
                  </a:cubicBezTo>
                  <a:cubicBezTo>
                    <a:pt x="3841" y="3004"/>
                    <a:pt x="3855" y="3004"/>
                    <a:pt x="3869" y="3004"/>
                  </a:cubicBezTo>
                  <a:cubicBezTo>
                    <a:pt x="5329" y="2999"/>
                    <a:pt x="6125" y="2404"/>
                    <a:pt x="6500" y="1991"/>
                  </a:cubicBezTo>
                  <a:cubicBezTo>
                    <a:pt x="6543" y="1948"/>
                    <a:pt x="6582" y="1900"/>
                    <a:pt x="6615" y="1862"/>
                  </a:cubicBezTo>
                  <a:close/>
                  <a:moveTo>
                    <a:pt x="6476" y="3066"/>
                  </a:moveTo>
                  <a:lnTo>
                    <a:pt x="7090" y="3974"/>
                  </a:lnTo>
                  <a:cubicBezTo>
                    <a:pt x="6802" y="5351"/>
                    <a:pt x="6634" y="6542"/>
                    <a:pt x="6591" y="7516"/>
                  </a:cubicBezTo>
                  <a:cubicBezTo>
                    <a:pt x="6543" y="8558"/>
                    <a:pt x="6644" y="9076"/>
                    <a:pt x="6692" y="9302"/>
                  </a:cubicBezTo>
                  <a:cubicBezTo>
                    <a:pt x="6692" y="9307"/>
                    <a:pt x="6692" y="9311"/>
                    <a:pt x="6692" y="9316"/>
                  </a:cubicBezTo>
                  <a:lnTo>
                    <a:pt x="6692" y="9321"/>
                  </a:lnTo>
                  <a:cubicBezTo>
                    <a:pt x="6697" y="9326"/>
                    <a:pt x="6697" y="9335"/>
                    <a:pt x="6702" y="9340"/>
                  </a:cubicBezTo>
                  <a:cubicBezTo>
                    <a:pt x="6702" y="9345"/>
                    <a:pt x="6706" y="9350"/>
                    <a:pt x="6706" y="9350"/>
                  </a:cubicBezTo>
                  <a:cubicBezTo>
                    <a:pt x="6706" y="9355"/>
                    <a:pt x="6706" y="9355"/>
                    <a:pt x="6706" y="9360"/>
                  </a:cubicBezTo>
                  <a:cubicBezTo>
                    <a:pt x="6706" y="9422"/>
                    <a:pt x="6524" y="9600"/>
                    <a:pt x="5967" y="9753"/>
                  </a:cubicBezTo>
                  <a:cubicBezTo>
                    <a:pt x="5473" y="9878"/>
                    <a:pt x="4964" y="9955"/>
                    <a:pt x="4455" y="9974"/>
                  </a:cubicBezTo>
                  <a:cubicBezTo>
                    <a:pt x="4268" y="9988"/>
                    <a:pt x="4071" y="9993"/>
                    <a:pt x="3874" y="9993"/>
                  </a:cubicBezTo>
                  <a:cubicBezTo>
                    <a:pt x="3773" y="9993"/>
                    <a:pt x="3673" y="9988"/>
                    <a:pt x="3577" y="9988"/>
                  </a:cubicBezTo>
                  <a:cubicBezTo>
                    <a:pt x="2895" y="9969"/>
                    <a:pt x="2266" y="9888"/>
                    <a:pt x="1776" y="9753"/>
                  </a:cubicBezTo>
                  <a:cubicBezTo>
                    <a:pt x="1220" y="9600"/>
                    <a:pt x="1037" y="9422"/>
                    <a:pt x="1037" y="9360"/>
                  </a:cubicBezTo>
                  <a:cubicBezTo>
                    <a:pt x="1037" y="9355"/>
                    <a:pt x="1037" y="9345"/>
                    <a:pt x="1042" y="9340"/>
                  </a:cubicBezTo>
                  <a:cubicBezTo>
                    <a:pt x="1042" y="9335"/>
                    <a:pt x="1047" y="9326"/>
                    <a:pt x="1052" y="9321"/>
                  </a:cubicBezTo>
                  <a:lnTo>
                    <a:pt x="1052" y="9316"/>
                  </a:lnTo>
                  <a:cubicBezTo>
                    <a:pt x="1052" y="9311"/>
                    <a:pt x="1052" y="9307"/>
                    <a:pt x="1056" y="9297"/>
                  </a:cubicBezTo>
                  <a:cubicBezTo>
                    <a:pt x="1100" y="9076"/>
                    <a:pt x="1200" y="8558"/>
                    <a:pt x="1152" y="7516"/>
                  </a:cubicBezTo>
                  <a:cubicBezTo>
                    <a:pt x="1109" y="6542"/>
                    <a:pt x="941" y="5351"/>
                    <a:pt x="653" y="3974"/>
                  </a:cubicBezTo>
                  <a:lnTo>
                    <a:pt x="1277" y="3066"/>
                  </a:lnTo>
                  <a:cubicBezTo>
                    <a:pt x="1805" y="3426"/>
                    <a:pt x="2645" y="3796"/>
                    <a:pt x="3874" y="3796"/>
                  </a:cubicBezTo>
                  <a:lnTo>
                    <a:pt x="3879" y="3796"/>
                  </a:lnTo>
                  <a:cubicBezTo>
                    <a:pt x="5108" y="3796"/>
                    <a:pt x="5948" y="3422"/>
                    <a:pt x="6476" y="3066"/>
                  </a:cubicBezTo>
                  <a:close/>
                  <a:moveTo>
                    <a:pt x="1148" y="0"/>
                  </a:moveTo>
                  <a:cubicBezTo>
                    <a:pt x="1044" y="0"/>
                    <a:pt x="941" y="69"/>
                    <a:pt x="941" y="205"/>
                  </a:cubicBezTo>
                  <a:lnTo>
                    <a:pt x="941" y="1458"/>
                  </a:lnTo>
                  <a:cubicBezTo>
                    <a:pt x="912" y="1478"/>
                    <a:pt x="888" y="1506"/>
                    <a:pt x="869" y="1535"/>
                  </a:cubicBezTo>
                  <a:lnTo>
                    <a:pt x="44" y="2740"/>
                  </a:lnTo>
                  <a:cubicBezTo>
                    <a:pt x="10" y="2788"/>
                    <a:pt x="0" y="2846"/>
                    <a:pt x="15" y="2903"/>
                  </a:cubicBezTo>
                  <a:cubicBezTo>
                    <a:pt x="87" y="3268"/>
                    <a:pt x="168" y="3628"/>
                    <a:pt x="240" y="3974"/>
                  </a:cubicBezTo>
                  <a:lnTo>
                    <a:pt x="240" y="3978"/>
                  </a:lnTo>
                  <a:cubicBezTo>
                    <a:pt x="735" y="6331"/>
                    <a:pt x="874" y="8083"/>
                    <a:pt x="663" y="9196"/>
                  </a:cubicBezTo>
                  <a:cubicBezTo>
                    <a:pt x="663" y="9201"/>
                    <a:pt x="663" y="9206"/>
                    <a:pt x="658" y="9211"/>
                  </a:cubicBezTo>
                  <a:lnTo>
                    <a:pt x="648" y="9230"/>
                  </a:lnTo>
                  <a:cubicBezTo>
                    <a:pt x="648" y="9239"/>
                    <a:pt x="644" y="9249"/>
                    <a:pt x="644" y="9254"/>
                  </a:cubicBezTo>
                  <a:cubicBezTo>
                    <a:pt x="639" y="9263"/>
                    <a:pt x="644" y="9268"/>
                    <a:pt x="639" y="9273"/>
                  </a:cubicBezTo>
                  <a:cubicBezTo>
                    <a:pt x="634" y="9278"/>
                    <a:pt x="634" y="9292"/>
                    <a:pt x="634" y="9302"/>
                  </a:cubicBezTo>
                  <a:cubicBezTo>
                    <a:pt x="634" y="9311"/>
                    <a:pt x="634" y="9311"/>
                    <a:pt x="634" y="9316"/>
                  </a:cubicBezTo>
                  <a:cubicBezTo>
                    <a:pt x="634" y="9331"/>
                    <a:pt x="634" y="9350"/>
                    <a:pt x="634" y="9364"/>
                  </a:cubicBezTo>
                  <a:cubicBezTo>
                    <a:pt x="634" y="10084"/>
                    <a:pt x="2314" y="10406"/>
                    <a:pt x="3879" y="10406"/>
                  </a:cubicBezTo>
                  <a:cubicBezTo>
                    <a:pt x="5444" y="10406"/>
                    <a:pt x="7124" y="10080"/>
                    <a:pt x="7124" y="9364"/>
                  </a:cubicBezTo>
                  <a:lnTo>
                    <a:pt x="7124" y="9360"/>
                  </a:lnTo>
                  <a:lnTo>
                    <a:pt x="7124" y="9316"/>
                  </a:lnTo>
                  <a:lnTo>
                    <a:pt x="7124" y="9302"/>
                  </a:lnTo>
                  <a:cubicBezTo>
                    <a:pt x="7124" y="9297"/>
                    <a:pt x="7124" y="9283"/>
                    <a:pt x="7119" y="9273"/>
                  </a:cubicBezTo>
                  <a:cubicBezTo>
                    <a:pt x="7114" y="9263"/>
                    <a:pt x="7119" y="9259"/>
                    <a:pt x="7114" y="9254"/>
                  </a:cubicBezTo>
                  <a:cubicBezTo>
                    <a:pt x="7110" y="9249"/>
                    <a:pt x="7110" y="9235"/>
                    <a:pt x="7110" y="9230"/>
                  </a:cubicBezTo>
                  <a:lnTo>
                    <a:pt x="7100" y="9211"/>
                  </a:lnTo>
                  <a:lnTo>
                    <a:pt x="7100" y="9196"/>
                  </a:lnTo>
                  <a:cubicBezTo>
                    <a:pt x="6884" y="8083"/>
                    <a:pt x="7023" y="6326"/>
                    <a:pt x="7518" y="3978"/>
                  </a:cubicBezTo>
                  <a:lnTo>
                    <a:pt x="7518" y="3974"/>
                  </a:lnTo>
                  <a:cubicBezTo>
                    <a:pt x="7590" y="3628"/>
                    <a:pt x="7671" y="3268"/>
                    <a:pt x="7758" y="2908"/>
                  </a:cubicBezTo>
                  <a:cubicBezTo>
                    <a:pt x="7772" y="2850"/>
                    <a:pt x="7758" y="2788"/>
                    <a:pt x="7729" y="2740"/>
                  </a:cubicBezTo>
                  <a:lnTo>
                    <a:pt x="6903" y="1540"/>
                  </a:lnTo>
                  <a:cubicBezTo>
                    <a:pt x="6884" y="1506"/>
                    <a:pt x="6860" y="1482"/>
                    <a:pt x="6826" y="1458"/>
                  </a:cubicBezTo>
                  <a:lnTo>
                    <a:pt x="6826" y="205"/>
                  </a:lnTo>
                  <a:cubicBezTo>
                    <a:pt x="6826" y="69"/>
                    <a:pt x="6723" y="0"/>
                    <a:pt x="6620" y="0"/>
                  </a:cubicBezTo>
                  <a:cubicBezTo>
                    <a:pt x="6517" y="0"/>
                    <a:pt x="6413" y="69"/>
                    <a:pt x="6413" y="205"/>
                  </a:cubicBezTo>
                  <a:lnTo>
                    <a:pt x="6413" y="1468"/>
                  </a:lnTo>
                  <a:lnTo>
                    <a:pt x="6425" y="1461"/>
                  </a:lnTo>
                  <a:lnTo>
                    <a:pt x="6425" y="1461"/>
                  </a:lnTo>
                  <a:cubicBezTo>
                    <a:pt x="6410" y="1471"/>
                    <a:pt x="6396" y="1485"/>
                    <a:pt x="6385" y="1497"/>
                  </a:cubicBezTo>
                  <a:cubicBezTo>
                    <a:pt x="6375" y="1506"/>
                    <a:pt x="6370" y="1516"/>
                    <a:pt x="6365" y="1521"/>
                  </a:cubicBezTo>
                  <a:lnTo>
                    <a:pt x="6356" y="1530"/>
                  </a:lnTo>
                  <a:cubicBezTo>
                    <a:pt x="6313" y="1593"/>
                    <a:pt x="6269" y="1650"/>
                    <a:pt x="6217" y="1703"/>
                  </a:cubicBezTo>
                  <a:cubicBezTo>
                    <a:pt x="5900" y="2058"/>
                    <a:pt x="5204" y="2582"/>
                    <a:pt x="3889" y="2586"/>
                  </a:cubicBezTo>
                  <a:cubicBezTo>
                    <a:pt x="2424" y="2582"/>
                    <a:pt x="1728" y="1934"/>
                    <a:pt x="1464" y="1593"/>
                  </a:cubicBezTo>
                  <a:cubicBezTo>
                    <a:pt x="1445" y="1569"/>
                    <a:pt x="1431" y="1550"/>
                    <a:pt x="1416" y="1530"/>
                  </a:cubicBezTo>
                  <a:cubicBezTo>
                    <a:pt x="1397" y="1506"/>
                    <a:pt x="1378" y="1482"/>
                    <a:pt x="1354" y="1463"/>
                  </a:cubicBezTo>
                  <a:lnTo>
                    <a:pt x="1354" y="205"/>
                  </a:lnTo>
                  <a:cubicBezTo>
                    <a:pt x="1354" y="69"/>
                    <a:pt x="1251" y="0"/>
                    <a:pt x="11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6" name="Google Shape;20216;p89"/>
            <p:cNvSpPr/>
            <p:nvPr/>
          </p:nvSpPr>
          <p:spPr>
            <a:xfrm>
              <a:off x="6215319" y="2196460"/>
              <a:ext cx="360258" cy="152079"/>
            </a:xfrm>
            <a:custGeom>
              <a:rect b="b" l="l" r="r" t="t"/>
              <a:pathLst>
                <a:path extrusionOk="0" h="5804" w="13749">
                  <a:moveTo>
                    <a:pt x="12596" y="587"/>
                  </a:moveTo>
                  <a:lnTo>
                    <a:pt x="13292" y="654"/>
                  </a:lnTo>
                  <a:cubicBezTo>
                    <a:pt x="13278" y="692"/>
                    <a:pt x="13259" y="736"/>
                    <a:pt x="13230" y="774"/>
                  </a:cubicBezTo>
                  <a:cubicBezTo>
                    <a:pt x="13023" y="1057"/>
                    <a:pt x="12860" y="1528"/>
                    <a:pt x="12860" y="1845"/>
                  </a:cubicBezTo>
                  <a:lnTo>
                    <a:pt x="12860" y="1897"/>
                  </a:lnTo>
                  <a:cubicBezTo>
                    <a:pt x="12860" y="2229"/>
                    <a:pt x="12644" y="2545"/>
                    <a:pt x="12260" y="2761"/>
                  </a:cubicBezTo>
                  <a:cubicBezTo>
                    <a:pt x="11929" y="2949"/>
                    <a:pt x="11727" y="3246"/>
                    <a:pt x="11703" y="3577"/>
                  </a:cubicBezTo>
                  <a:cubicBezTo>
                    <a:pt x="11684" y="3894"/>
                    <a:pt x="11329" y="4139"/>
                    <a:pt x="10897" y="4139"/>
                  </a:cubicBezTo>
                  <a:lnTo>
                    <a:pt x="10878" y="4139"/>
                  </a:lnTo>
                  <a:cubicBezTo>
                    <a:pt x="10431" y="4168"/>
                    <a:pt x="10038" y="4374"/>
                    <a:pt x="9822" y="4691"/>
                  </a:cubicBezTo>
                  <a:cubicBezTo>
                    <a:pt x="9664" y="4927"/>
                    <a:pt x="9338" y="5066"/>
                    <a:pt x="8995" y="5066"/>
                  </a:cubicBezTo>
                  <a:cubicBezTo>
                    <a:pt x="8898" y="5066"/>
                    <a:pt x="8799" y="5055"/>
                    <a:pt x="8703" y="5032"/>
                  </a:cubicBezTo>
                  <a:cubicBezTo>
                    <a:pt x="8577" y="5000"/>
                    <a:pt x="8449" y="4984"/>
                    <a:pt x="8320" y="4984"/>
                  </a:cubicBezTo>
                  <a:cubicBezTo>
                    <a:pt x="8028" y="4984"/>
                    <a:pt x="7737" y="5066"/>
                    <a:pt x="7484" y="5219"/>
                  </a:cubicBezTo>
                  <a:cubicBezTo>
                    <a:pt x="7297" y="5334"/>
                    <a:pt x="7085" y="5392"/>
                    <a:pt x="6874" y="5392"/>
                  </a:cubicBezTo>
                  <a:cubicBezTo>
                    <a:pt x="6663" y="5392"/>
                    <a:pt x="6452" y="5334"/>
                    <a:pt x="6265" y="5219"/>
                  </a:cubicBezTo>
                  <a:cubicBezTo>
                    <a:pt x="6011" y="5066"/>
                    <a:pt x="5720" y="4984"/>
                    <a:pt x="5426" y="4984"/>
                  </a:cubicBezTo>
                  <a:cubicBezTo>
                    <a:pt x="5297" y="4984"/>
                    <a:pt x="5168" y="5000"/>
                    <a:pt x="5040" y="5032"/>
                  </a:cubicBezTo>
                  <a:cubicBezTo>
                    <a:pt x="4947" y="5055"/>
                    <a:pt x="4850" y="5066"/>
                    <a:pt x="4755" y="5066"/>
                  </a:cubicBezTo>
                  <a:cubicBezTo>
                    <a:pt x="4413" y="5066"/>
                    <a:pt x="4085" y="4924"/>
                    <a:pt x="3927" y="4691"/>
                  </a:cubicBezTo>
                  <a:cubicBezTo>
                    <a:pt x="3711" y="4374"/>
                    <a:pt x="3317" y="4168"/>
                    <a:pt x="2871" y="4139"/>
                  </a:cubicBezTo>
                  <a:lnTo>
                    <a:pt x="2852" y="4139"/>
                  </a:lnTo>
                  <a:cubicBezTo>
                    <a:pt x="2420" y="4139"/>
                    <a:pt x="2064" y="3889"/>
                    <a:pt x="2045" y="3577"/>
                  </a:cubicBezTo>
                  <a:cubicBezTo>
                    <a:pt x="2021" y="3246"/>
                    <a:pt x="1819" y="2949"/>
                    <a:pt x="1483" y="2761"/>
                  </a:cubicBezTo>
                  <a:cubicBezTo>
                    <a:pt x="1104" y="2545"/>
                    <a:pt x="883" y="2229"/>
                    <a:pt x="883" y="1897"/>
                  </a:cubicBezTo>
                  <a:lnTo>
                    <a:pt x="883" y="1845"/>
                  </a:lnTo>
                  <a:cubicBezTo>
                    <a:pt x="883" y="1528"/>
                    <a:pt x="720" y="1057"/>
                    <a:pt x="514" y="774"/>
                  </a:cubicBezTo>
                  <a:cubicBezTo>
                    <a:pt x="490" y="736"/>
                    <a:pt x="466" y="692"/>
                    <a:pt x="447" y="654"/>
                  </a:cubicBezTo>
                  <a:lnTo>
                    <a:pt x="1147" y="587"/>
                  </a:lnTo>
                  <a:cubicBezTo>
                    <a:pt x="1291" y="1677"/>
                    <a:pt x="1920" y="2685"/>
                    <a:pt x="2933" y="3438"/>
                  </a:cubicBezTo>
                  <a:cubicBezTo>
                    <a:pt x="4004" y="4235"/>
                    <a:pt x="5400" y="4672"/>
                    <a:pt x="6869" y="4672"/>
                  </a:cubicBezTo>
                  <a:cubicBezTo>
                    <a:pt x="8338" y="4672"/>
                    <a:pt x="9735" y="4235"/>
                    <a:pt x="10806" y="3438"/>
                  </a:cubicBezTo>
                  <a:cubicBezTo>
                    <a:pt x="11823" y="2685"/>
                    <a:pt x="12452" y="1677"/>
                    <a:pt x="12596" y="587"/>
                  </a:cubicBezTo>
                  <a:close/>
                  <a:moveTo>
                    <a:pt x="10721" y="0"/>
                  </a:moveTo>
                  <a:cubicBezTo>
                    <a:pt x="10468" y="0"/>
                    <a:pt x="10444" y="391"/>
                    <a:pt x="10710" y="414"/>
                  </a:cubicBezTo>
                  <a:lnTo>
                    <a:pt x="11007" y="438"/>
                  </a:lnTo>
                  <a:lnTo>
                    <a:pt x="12188" y="548"/>
                  </a:lnTo>
                  <a:cubicBezTo>
                    <a:pt x="11900" y="2646"/>
                    <a:pt x="9610" y="4264"/>
                    <a:pt x="6874" y="4264"/>
                  </a:cubicBezTo>
                  <a:cubicBezTo>
                    <a:pt x="4138" y="4264"/>
                    <a:pt x="1848" y="2646"/>
                    <a:pt x="1560" y="548"/>
                  </a:cubicBezTo>
                  <a:lnTo>
                    <a:pt x="2741" y="438"/>
                  </a:lnTo>
                  <a:lnTo>
                    <a:pt x="3020" y="414"/>
                  </a:lnTo>
                  <a:cubicBezTo>
                    <a:pt x="3287" y="391"/>
                    <a:pt x="3256" y="1"/>
                    <a:pt x="3004" y="1"/>
                  </a:cubicBezTo>
                  <a:cubicBezTo>
                    <a:pt x="2998" y="1"/>
                    <a:pt x="2992" y="1"/>
                    <a:pt x="2986" y="1"/>
                  </a:cubicBezTo>
                  <a:lnTo>
                    <a:pt x="2703" y="30"/>
                  </a:lnTo>
                  <a:lnTo>
                    <a:pt x="187" y="265"/>
                  </a:lnTo>
                  <a:cubicBezTo>
                    <a:pt x="82" y="275"/>
                    <a:pt x="0" y="366"/>
                    <a:pt x="0" y="472"/>
                  </a:cubicBezTo>
                  <a:cubicBezTo>
                    <a:pt x="5" y="668"/>
                    <a:pt x="67" y="860"/>
                    <a:pt x="187" y="1019"/>
                  </a:cubicBezTo>
                  <a:cubicBezTo>
                    <a:pt x="341" y="1230"/>
                    <a:pt x="475" y="1619"/>
                    <a:pt x="475" y="1845"/>
                  </a:cubicBezTo>
                  <a:lnTo>
                    <a:pt x="475" y="1897"/>
                  </a:lnTo>
                  <a:cubicBezTo>
                    <a:pt x="475" y="2377"/>
                    <a:pt x="778" y="2833"/>
                    <a:pt x="1282" y="3121"/>
                  </a:cubicBezTo>
                  <a:cubicBezTo>
                    <a:pt x="1493" y="3241"/>
                    <a:pt x="1618" y="3414"/>
                    <a:pt x="1632" y="3606"/>
                  </a:cubicBezTo>
                  <a:cubicBezTo>
                    <a:pt x="1671" y="4134"/>
                    <a:pt x="2203" y="4552"/>
                    <a:pt x="2852" y="4552"/>
                  </a:cubicBezTo>
                  <a:cubicBezTo>
                    <a:pt x="3164" y="4576"/>
                    <a:pt x="3447" y="4715"/>
                    <a:pt x="3586" y="4926"/>
                  </a:cubicBezTo>
                  <a:cubicBezTo>
                    <a:pt x="3821" y="5275"/>
                    <a:pt x="4277" y="5480"/>
                    <a:pt x="4757" y="5480"/>
                  </a:cubicBezTo>
                  <a:cubicBezTo>
                    <a:pt x="4885" y="5480"/>
                    <a:pt x="5014" y="5465"/>
                    <a:pt x="5141" y="5435"/>
                  </a:cubicBezTo>
                  <a:cubicBezTo>
                    <a:pt x="5235" y="5411"/>
                    <a:pt x="5332" y="5399"/>
                    <a:pt x="5428" y="5399"/>
                  </a:cubicBezTo>
                  <a:cubicBezTo>
                    <a:pt x="5641" y="5399"/>
                    <a:pt x="5854" y="5457"/>
                    <a:pt x="6039" y="5570"/>
                  </a:cubicBezTo>
                  <a:cubicBezTo>
                    <a:pt x="6296" y="5726"/>
                    <a:pt x="6585" y="5804"/>
                    <a:pt x="6874" y="5804"/>
                  </a:cubicBezTo>
                  <a:cubicBezTo>
                    <a:pt x="7163" y="5804"/>
                    <a:pt x="7453" y="5726"/>
                    <a:pt x="7709" y="5570"/>
                  </a:cubicBezTo>
                  <a:cubicBezTo>
                    <a:pt x="7894" y="5457"/>
                    <a:pt x="8105" y="5399"/>
                    <a:pt x="8318" y="5399"/>
                  </a:cubicBezTo>
                  <a:cubicBezTo>
                    <a:pt x="8414" y="5399"/>
                    <a:pt x="8511" y="5411"/>
                    <a:pt x="8607" y="5435"/>
                  </a:cubicBezTo>
                  <a:cubicBezTo>
                    <a:pt x="8733" y="5465"/>
                    <a:pt x="8862" y="5480"/>
                    <a:pt x="8990" y="5480"/>
                  </a:cubicBezTo>
                  <a:cubicBezTo>
                    <a:pt x="9468" y="5480"/>
                    <a:pt x="9927" y="5275"/>
                    <a:pt x="10162" y="4926"/>
                  </a:cubicBezTo>
                  <a:cubicBezTo>
                    <a:pt x="10302" y="4715"/>
                    <a:pt x="10585" y="4576"/>
                    <a:pt x="10897" y="4552"/>
                  </a:cubicBezTo>
                  <a:cubicBezTo>
                    <a:pt x="11545" y="4552"/>
                    <a:pt x="12078" y="4134"/>
                    <a:pt x="12116" y="3606"/>
                  </a:cubicBezTo>
                  <a:cubicBezTo>
                    <a:pt x="12130" y="3414"/>
                    <a:pt x="12255" y="3241"/>
                    <a:pt x="12466" y="3121"/>
                  </a:cubicBezTo>
                  <a:cubicBezTo>
                    <a:pt x="12970" y="2833"/>
                    <a:pt x="13273" y="2377"/>
                    <a:pt x="13273" y="1897"/>
                  </a:cubicBezTo>
                  <a:lnTo>
                    <a:pt x="13273" y="1845"/>
                  </a:lnTo>
                  <a:cubicBezTo>
                    <a:pt x="13273" y="1614"/>
                    <a:pt x="13407" y="1225"/>
                    <a:pt x="13561" y="1014"/>
                  </a:cubicBezTo>
                  <a:cubicBezTo>
                    <a:pt x="13681" y="860"/>
                    <a:pt x="13743" y="668"/>
                    <a:pt x="13748" y="472"/>
                  </a:cubicBezTo>
                  <a:cubicBezTo>
                    <a:pt x="13748" y="366"/>
                    <a:pt x="13667" y="275"/>
                    <a:pt x="13561" y="265"/>
                  </a:cubicBezTo>
                  <a:lnTo>
                    <a:pt x="11046" y="30"/>
                  </a:lnTo>
                  <a:lnTo>
                    <a:pt x="10743" y="1"/>
                  </a:lnTo>
                  <a:cubicBezTo>
                    <a:pt x="10735" y="1"/>
                    <a:pt x="10728" y="0"/>
                    <a:pt x="107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7" name="Google Shape;20217;p89"/>
          <p:cNvGrpSpPr/>
          <p:nvPr/>
        </p:nvGrpSpPr>
        <p:grpSpPr>
          <a:xfrm>
            <a:off x="5354856" y="1502697"/>
            <a:ext cx="251334" cy="363402"/>
            <a:chOff x="5354856" y="1502697"/>
            <a:chExt cx="251334" cy="363402"/>
          </a:xfrm>
        </p:grpSpPr>
        <p:sp>
          <p:nvSpPr>
            <p:cNvPr id="20218" name="Google Shape;20218;p89"/>
            <p:cNvSpPr/>
            <p:nvPr/>
          </p:nvSpPr>
          <p:spPr>
            <a:xfrm>
              <a:off x="5466793" y="1780024"/>
              <a:ext cx="27827" cy="69096"/>
            </a:xfrm>
            <a:custGeom>
              <a:rect b="b" l="l" r="r" t="t"/>
              <a:pathLst>
                <a:path extrusionOk="0" h="2637" w="1062">
                  <a:moveTo>
                    <a:pt x="1" y="1"/>
                  </a:moveTo>
                  <a:lnTo>
                    <a:pt x="1" y="2636"/>
                  </a:lnTo>
                  <a:lnTo>
                    <a:pt x="1062" y="2636"/>
                  </a:lnTo>
                  <a:lnTo>
                    <a:pt x="1062"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9" name="Google Shape;20219;p89"/>
            <p:cNvSpPr/>
            <p:nvPr/>
          </p:nvSpPr>
          <p:spPr>
            <a:xfrm>
              <a:off x="5480759" y="1780024"/>
              <a:ext cx="13861" cy="69096"/>
            </a:xfrm>
            <a:custGeom>
              <a:rect b="b" l="l" r="r" t="t"/>
              <a:pathLst>
                <a:path extrusionOk="0" h="2637" w="529">
                  <a:moveTo>
                    <a:pt x="1" y="1"/>
                  </a:moveTo>
                  <a:lnTo>
                    <a:pt x="1" y="2636"/>
                  </a:lnTo>
                  <a:lnTo>
                    <a:pt x="529" y="2636"/>
                  </a:lnTo>
                  <a:lnTo>
                    <a:pt x="529"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0" name="Google Shape;20220;p89"/>
            <p:cNvSpPr/>
            <p:nvPr/>
          </p:nvSpPr>
          <p:spPr>
            <a:xfrm>
              <a:off x="5399269" y="1507964"/>
              <a:ext cx="162901" cy="244286"/>
            </a:xfrm>
            <a:custGeom>
              <a:rect b="b" l="l" r="r" t="t"/>
              <a:pathLst>
                <a:path extrusionOk="0" h="9323" w="6217">
                  <a:moveTo>
                    <a:pt x="1882" y="1"/>
                  </a:moveTo>
                  <a:cubicBezTo>
                    <a:pt x="845" y="1"/>
                    <a:pt x="0" y="841"/>
                    <a:pt x="5" y="1878"/>
                  </a:cubicBezTo>
                  <a:lnTo>
                    <a:pt x="5" y="7441"/>
                  </a:lnTo>
                  <a:cubicBezTo>
                    <a:pt x="0" y="8478"/>
                    <a:pt x="845" y="9318"/>
                    <a:pt x="1882" y="9323"/>
                  </a:cubicBezTo>
                  <a:lnTo>
                    <a:pt x="4335" y="9323"/>
                  </a:lnTo>
                  <a:cubicBezTo>
                    <a:pt x="5376" y="9323"/>
                    <a:pt x="6216" y="8478"/>
                    <a:pt x="6216" y="7441"/>
                  </a:cubicBezTo>
                  <a:lnTo>
                    <a:pt x="6216" y="1878"/>
                  </a:lnTo>
                  <a:cubicBezTo>
                    <a:pt x="6216" y="841"/>
                    <a:pt x="5376" y="1"/>
                    <a:pt x="4335"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1" name="Google Shape;20221;p89"/>
            <p:cNvSpPr/>
            <p:nvPr/>
          </p:nvSpPr>
          <p:spPr>
            <a:xfrm>
              <a:off x="5475990" y="1507964"/>
              <a:ext cx="86180" cy="244286"/>
            </a:xfrm>
            <a:custGeom>
              <a:rect b="b" l="l" r="r" t="t"/>
              <a:pathLst>
                <a:path extrusionOk="0" h="9323" w="3289">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2" name="Google Shape;20222;p89"/>
            <p:cNvSpPr/>
            <p:nvPr/>
          </p:nvSpPr>
          <p:spPr>
            <a:xfrm>
              <a:off x="5465928" y="1615263"/>
              <a:ext cx="29583" cy="29583"/>
            </a:xfrm>
            <a:custGeom>
              <a:rect b="b" l="l" r="r" t="t"/>
              <a:pathLst>
                <a:path extrusionOk="0" h="1129" w="1129">
                  <a:moveTo>
                    <a:pt x="567" y="0"/>
                  </a:moveTo>
                  <a:cubicBezTo>
                    <a:pt x="255" y="0"/>
                    <a:pt x="0" y="255"/>
                    <a:pt x="0" y="567"/>
                  </a:cubicBezTo>
                  <a:cubicBezTo>
                    <a:pt x="0" y="874"/>
                    <a:pt x="255" y="1128"/>
                    <a:pt x="567" y="1128"/>
                  </a:cubicBezTo>
                  <a:cubicBezTo>
                    <a:pt x="874" y="1128"/>
                    <a:pt x="1128" y="874"/>
                    <a:pt x="1128" y="567"/>
                  </a:cubicBezTo>
                  <a:cubicBezTo>
                    <a:pt x="1128" y="255"/>
                    <a:pt x="874" y="0"/>
                    <a:pt x="56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3" name="Google Shape;20223;p89"/>
            <p:cNvSpPr/>
            <p:nvPr/>
          </p:nvSpPr>
          <p:spPr>
            <a:xfrm>
              <a:off x="5376997" y="1836386"/>
              <a:ext cx="207550" cy="24421"/>
            </a:xfrm>
            <a:custGeom>
              <a:rect b="b" l="l" r="r" t="t"/>
              <a:pathLst>
                <a:path extrusionOk="0" h="932" w="7921">
                  <a:moveTo>
                    <a:pt x="927" y="0"/>
                  </a:moveTo>
                  <a:cubicBezTo>
                    <a:pt x="413" y="0"/>
                    <a:pt x="0" y="418"/>
                    <a:pt x="0" y="931"/>
                  </a:cubicBezTo>
                  <a:lnTo>
                    <a:pt x="7921" y="931"/>
                  </a:lnTo>
                  <a:cubicBezTo>
                    <a:pt x="7921" y="418"/>
                    <a:pt x="7503" y="0"/>
                    <a:pt x="6990"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4" name="Google Shape;20224;p89"/>
            <p:cNvSpPr/>
            <p:nvPr/>
          </p:nvSpPr>
          <p:spPr>
            <a:xfrm>
              <a:off x="5360515" y="1640915"/>
              <a:ext cx="240382" cy="152106"/>
            </a:xfrm>
            <a:custGeom>
              <a:rect b="b" l="l" r="r" t="t"/>
              <a:pathLst>
                <a:path extrusionOk="0" h="5805" w="9174">
                  <a:moveTo>
                    <a:pt x="389" y="1"/>
                  </a:moveTo>
                  <a:cubicBezTo>
                    <a:pt x="173" y="1"/>
                    <a:pt x="1" y="178"/>
                    <a:pt x="1" y="394"/>
                  </a:cubicBezTo>
                  <a:lnTo>
                    <a:pt x="1" y="2492"/>
                  </a:lnTo>
                  <a:cubicBezTo>
                    <a:pt x="1" y="4321"/>
                    <a:pt x="1484" y="5804"/>
                    <a:pt x="3318" y="5804"/>
                  </a:cubicBezTo>
                  <a:lnTo>
                    <a:pt x="5862" y="5804"/>
                  </a:lnTo>
                  <a:cubicBezTo>
                    <a:pt x="7691" y="5804"/>
                    <a:pt x="9174" y="4321"/>
                    <a:pt x="9174" y="2492"/>
                  </a:cubicBezTo>
                  <a:lnTo>
                    <a:pt x="9174" y="394"/>
                  </a:lnTo>
                  <a:cubicBezTo>
                    <a:pt x="9174" y="178"/>
                    <a:pt x="9001" y="1"/>
                    <a:pt x="8785" y="1"/>
                  </a:cubicBezTo>
                  <a:cubicBezTo>
                    <a:pt x="8569" y="1"/>
                    <a:pt x="8396" y="178"/>
                    <a:pt x="8396" y="394"/>
                  </a:cubicBezTo>
                  <a:lnTo>
                    <a:pt x="8396" y="2492"/>
                  </a:lnTo>
                  <a:cubicBezTo>
                    <a:pt x="8396" y="3894"/>
                    <a:pt x="7263" y="5026"/>
                    <a:pt x="5862" y="5026"/>
                  </a:cubicBezTo>
                  <a:lnTo>
                    <a:pt x="3318" y="5026"/>
                  </a:lnTo>
                  <a:cubicBezTo>
                    <a:pt x="1916" y="5026"/>
                    <a:pt x="778" y="3894"/>
                    <a:pt x="778" y="2492"/>
                  </a:cubicBezTo>
                  <a:lnTo>
                    <a:pt x="778" y="394"/>
                  </a:lnTo>
                  <a:cubicBezTo>
                    <a:pt x="778" y="178"/>
                    <a:pt x="605"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5" name="Google Shape;20225;p89"/>
            <p:cNvSpPr/>
            <p:nvPr/>
          </p:nvSpPr>
          <p:spPr>
            <a:xfrm>
              <a:off x="5475990" y="1507964"/>
              <a:ext cx="86180" cy="244286"/>
            </a:xfrm>
            <a:custGeom>
              <a:rect b="b" l="l" r="r" t="t"/>
              <a:pathLst>
                <a:path extrusionOk="0" h="9323" w="3289">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6" name="Google Shape;20226;p89"/>
            <p:cNvSpPr/>
            <p:nvPr/>
          </p:nvSpPr>
          <p:spPr>
            <a:xfrm>
              <a:off x="5480759" y="1641046"/>
              <a:ext cx="120138" cy="152079"/>
            </a:xfrm>
            <a:custGeom>
              <a:rect b="b" l="l" r="r" t="t"/>
              <a:pathLst>
                <a:path extrusionOk="0" h="5804" w="4585">
                  <a:moveTo>
                    <a:pt x="4205" y="0"/>
                  </a:moveTo>
                  <a:cubicBezTo>
                    <a:pt x="4202" y="0"/>
                    <a:pt x="4199" y="0"/>
                    <a:pt x="4196" y="0"/>
                  </a:cubicBezTo>
                  <a:cubicBezTo>
                    <a:pt x="3980" y="0"/>
                    <a:pt x="3807" y="173"/>
                    <a:pt x="3807" y="389"/>
                  </a:cubicBezTo>
                  <a:lnTo>
                    <a:pt x="3807" y="2487"/>
                  </a:lnTo>
                  <a:cubicBezTo>
                    <a:pt x="3807" y="3889"/>
                    <a:pt x="2674" y="5021"/>
                    <a:pt x="1273" y="5021"/>
                  </a:cubicBezTo>
                  <a:lnTo>
                    <a:pt x="1" y="5021"/>
                  </a:lnTo>
                  <a:lnTo>
                    <a:pt x="1" y="5804"/>
                  </a:lnTo>
                  <a:lnTo>
                    <a:pt x="1273" y="5804"/>
                  </a:lnTo>
                  <a:cubicBezTo>
                    <a:pt x="3102" y="5804"/>
                    <a:pt x="4585" y="4321"/>
                    <a:pt x="4585" y="2487"/>
                  </a:cubicBezTo>
                  <a:lnTo>
                    <a:pt x="4585" y="389"/>
                  </a:lnTo>
                  <a:cubicBezTo>
                    <a:pt x="4585" y="176"/>
                    <a:pt x="4417" y="0"/>
                    <a:pt x="4205"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7" name="Google Shape;20227;p89"/>
            <p:cNvSpPr/>
            <p:nvPr/>
          </p:nvSpPr>
          <p:spPr>
            <a:xfrm>
              <a:off x="5480759" y="1836386"/>
              <a:ext cx="103788" cy="24421"/>
            </a:xfrm>
            <a:custGeom>
              <a:rect b="b" l="l" r="r" t="t"/>
              <a:pathLst>
                <a:path extrusionOk="0" h="932" w="3961">
                  <a:moveTo>
                    <a:pt x="1" y="0"/>
                  </a:moveTo>
                  <a:lnTo>
                    <a:pt x="1" y="931"/>
                  </a:lnTo>
                  <a:lnTo>
                    <a:pt x="3961" y="931"/>
                  </a:lnTo>
                  <a:cubicBezTo>
                    <a:pt x="3961" y="418"/>
                    <a:pt x="3543" y="0"/>
                    <a:pt x="3030"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8" name="Google Shape;20228;p89"/>
            <p:cNvSpPr/>
            <p:nvPr/>
          </p:nvSpPr>
          <p:spPr>
            <a:xfrm>
              <a:off x="5441140" y="1570090"/>
              <a:ext cx="29976" cy="10612"/>
            </a:xfrm>
            <a:custGeom>
              <a:rect b="b" l="l" r="r" t="t"/>
              <a:pathLst>
                <a:path extrusionOk="0" h="405" w="1144">
                  <a:moveTo>
                    <a:pt x="265" y="1"/>
                  </a:moveTo>
                  <a:cubicBezTo>
                    <a:pt x="0" y="1"/>
                    <a:pt x="0" y="405"/>
                    <a:pt x="265" y="405"/>
                  </a:cubicBezTo>
                  <a:cubicBezTo>
                    <a:pt x="270" y="405"/>
                    <a:pt x="274" y="405"/>
                    <a:pt x="279" y="404"/>
                  </a:cubicBezTo>
                  <a:lnTo>
                    <a:pt x="865" y="404"/>
                  </a:lnTo>
                  <a:cubicBezTo>
                    <a:pt x="869" y="405"/>
                    <a:pt x="874" y="405"/>
                    <a:pt x="878" y="405"/>
                  </a:cubicBezTo>
                  <a:cubicBezTo>
                    <a:pt x="1143" y="405"/>
                    <a:pt x="1143" y="1"/>
                    <a:pt x="878" y="1"/>
                  </a:cubicBezTo>
                  <a:cubicBezTo>
                    <a:pt x="874" y="1"/>
                    <a:pt x="869" y="1"/>
                    <a:pt x="865" y="1"/>
                  </a:cubicBezTo>
                  <a:lnTo>
                    <a:pt x="279" y="1"/>
                  </a:lnTo>
                  <a:cubicBezTo>
                    <a:pt x="274" y="1"/>
                    <a:pt x="270" y="1"/>
                    <a:pt x="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9" name="Google Shape;20229;p89"/>
            <p:cNvSpPr/>
            <p:nvPr/>
          </p:nvSpPr>
          <p:spPr>
            <a:xfrm>
              <a:off x="5453980" y="1610022"/>
              <a:ext cx="46798" cy="40116"/>
            </a:xfrm>
            <a:custGeom>
              <a:rect b="b" l="l" r="r" t="t"/>
              <a:pathLst>
                <a:path extrusionOk="0" h="1531" w="1786">
                  <a:moveTo>
                    <a:pt x="1020" y="404"/>
                  </a:moveTo>
                  <a:cubicBezTo>
                    <a:pt x="1109" y="404"/>
                    <a:pt x="1199" y="438"/>
                    <a:pt x="1272" y="512"/>
                  </a:cubicBezTo>
                  <a:cubicBezTo>
                    <a:pt x="1503" y="738"/>
                    <a:pt x="1339" y="1127"/>
                    <a:pt x="1018" y="1127"/>
                  </a:cubicBezTo>
                  <a:cubicBezTo>
                    <a:pt x="821" y="1127"/>
                    <a:pt x="658" y="964"/>
                    <a:pt x="658" y="767"/>
                  </a:cubicBezTo>
                  <a:cubicBezTo>
                    <a:pt x="658" y="549"/>
                    <a:pt x="835" y="404"/>
                    <a:pt x="1020" y="404"/>
                  </a:cubicBezTo>
                  <a:close/>
                  <a:moveTo>
                    <a:pt x="1014" y="0"/>
                  </a:moveTo>
                  <a:cubicBezTo>
                    <a:pt x="826" y="0"/>
                    <a:pt x="635" y="69"/>
                    <a:pt x="480" y="224"/>
                  </a:cubicBezTo>
                  <a:cubicBezTo>
                    <a:pt x="0" y="704"/>
                    <a:pt x="341" y="1530"/>
                    <a:pt x="1023" y="1530"/>
                  </a:cubicBezTo>
                  <a:cubicBezTo>
                    <a:pt x="1440" y="1530"/>
                    <a:pt x="1786" y="1189"/>
                    <a:pt x="1786" y="767"/>
                  </a:cubicBezTo>
                  <a:cubicBezTo>
                    <a:pt x="1786" y="305"/>
                    <a:pt x="1407" y="0"/>
                    <a:pt x="10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0" name="Google Shape;20230;p89"/>
            <p:cNvSpPr/>
            <p:nvPr/>
          </p:nvSpPr>
          <p:spPr>
            <a:xfrm>
              <a:off x="5354856" y="1502697"/>
              <a:ext cx="251334" cy="363402"/>
            </a:xfrm>
            <a:custGeom>
              <a:rect b="b" l="l" r="r" t="t"/>
              <a:pathLst>
                <a:path extrusionOk="0" h="13869" w="9592">
                  <a:moveTo>
                    <a:pt x="5847" y="403"/>
                  </a:moveTo>
                  <a:lnTo>
                    <a:pt x="5847" y="1507"/>
                  </a:lnTo>
                  <a:cubicBezTo>
                    <a:pt x="5838" y="1649"/>
                    <a:pt x="5942" y="1720"/>
                    <a:pt x="6047" y="1720"/>
                  </a:cubicBezTo>
                  <a:cubicBezTo>
                    <a:pt x="6152" y="1720"/>
                    <a:pt x="6258" y="1649"/>
                    <a:pt x="6251" y="1507"/>
                  </a:cubicBezTo>
                  <a:lnTo>
                    <a:pt x="6251" y="418"/>
                  </a:lnTo>
                  <a:cubicBezTo>
                    <a:pt x="7086" y="528"/>
                    <a:pt x="7710" y="1239"/>
                    <a:pt x="7710" y="2079"/>
                  </a:cubicBezTo>
                  <a:lnTo>
                    <a:pt x="7710" y="2573"/>
                  </a:lnTo>
                  <a:lnTo>
                    <a:pt x="5449" y="2573"/>
                  </a:lnTo>
                  <a:cubicBezTo>
                    <a:pt x="5194" y="2588"/>
                    <a:pt x="5194" y="2962"/>
                    <a:pt x="5449" y="2976"/>
                  </a:cubicBezTo>
                  <a:lnTo>
                    <a:pt x="7710" y="2976"/>
                  </a:lnTo>
                  <a:lnTo>
                    <a:pt x="7710" y="3408"/>
                  </a:lnTo>
                  <a:lnTo>
                    <a:pt x="5449" y="3408"/>
                  </a:lnTo>
                  <a:cubicBezTo>
                    <a:pt x="5194" y="3423"/>
                    <a:pt x="5194" y="3797"/>
                    <a:pt x="5449" y="3807"/>
                  </a:cubicBezTo>
                  <a:lnTo>
                    <a:pt x="7710" y="3807"/>
                  </a:lnTo>
                  <a:lnTo>
                    <a:pt x="7710" y="4239"/>
                  </a:lnTo>
                  <a:lnTo>
                    <a:pt x="6049" y="4239"/>
                  </a:lnTo>
                  <a:cubicBezTo>
                    <a:pt x="5795" y="4253"/>
                    <a:pt x="5795" y="4628"/>
                    <a:pt x="6049" y="4642"/>
                  </a:cubicBezTo>
                  <a:lnTo>
                    <a:pt x="7710" y="4642"/>
                  </a:lnTo>
                  <a:lnTo>
                    <a:pt x="7710" y="5074"/>
                  </a:lnTo>
                  <a:lnTo>
                    <a:pt x="6049" y="5074"/>
                  </a:lnTo>
                  <a:cubicBezTo>
                    <a:pt x="5795" y="5088"/>
                    <a:pt x="5795" y="5463"/>
                    <a:pt x="6049" y="5477"/>
                  </a:cubicBezTo>
                  <a:lnTo>
                    <a:pt x="7710" y="5477"/>
                  </a:lnTo>
                  <a:lnTo>
                    <a:pt x="7710" y="5904"/>
                  </a:lnTo>
                  <a:lnTo>
                    <a:pt x="5449" y="5904"/>
                  </a:lnTo>
                  <a:cubicBezTo>
                    <a:pt x="5194" y="5919"/>
                    <a:pt x="5194" y="6293"/>
                    <a:pt x="5449" y="6308"/>
                  </a:cubicBezTo>
                  <a:lnTo>
                    <a:pt x="7710" y="6308"/>
                  </a:lnTo>
                  <a:lnTo>
                    <a:pt x="7710" y="6740"/>
                  </a:lnTo>
                  <a:lnTo>
                    <a:pt x="5449" y="6740"/>
                  </a:lnTo>
                  <a:cubicBezTo>
                    <a:pt x="5194" y="6754"/>
                    <a:pt x="5194" y="7129"/>
                    <a:pt x="5449" y="7143"/>
                  </a:cubicBezTo>
                  <a:lnTo>
                    <a:pt x="7710" y="7143"/>
                  </a:lnTo>
                  <a:lnTo>
                    <a:pt x="7710" y="7637"/>
                  </a:lnTo>
                  <a:cubicBezTo>
                    <a:pt x="7710" y="8482"/>
                    <a:pt x="7086" y="9193"/>
                    <a:pt x="6251" y="9303"/>
                  </a:cubicBezTo>
                  <a:lnTo>
                    <a:pt x="6251" y="8218"/>
                  </a:lnTo>
                  <a:cubicBezTo>
                    <a:pt x="6243" y="8091"/>
                    <a:pt x="6146" y="8027"/>
                    <a:pt x="6049" y="8027"/>
                  </a:cubicBezTo>
                  <a:cubicBezTo>
                    <a:pt x="5952" y="8027"/>
                    <a:pt x="5855" y="8091"/>
                    <a:pt x="5847" y="8218"/>
                  </a:cubicBezTo>
                  <a:lnTo>
                    <a:pt x="5847" y="9322"/>
                  </a:lnTo>
                  <a:lnTo>
                    <a:pt x="5420" y="9322"/>
                  </a:lnTo>
                  <a:lnTo>
                    <a:pt x="5420" y="8218"/>
                  </a:lnTo>
                  <a:cubicBezTo>
                    <a:pt x="5413" y="8091"/>
                    <a:pt x="5316" y="8027"/>
                    <a:pt x="5218" y="8027"/>
                  </a:cubicBezTo>
                  <a:cubicBezTo>
                    <a:pt x="5121" y="8027"/>
                    <a:pt x="5024" y="8091"/>
                    <a:pt x="5017" y="8218"/>
                  </a:cubicBezTo>
                  <a:lnTo>
                    <a:pt x="5017" y="9322"/>
                  </a:lnTo>
                  <a:lnTo>
                    <a:pt x="4590" y="9322"/>
                  </a:lnTo>
                  <a:lnTo>
                    <a:pt x="4590" y="8218"/>
                  </a:lnTo>
                  <a:cubicBezTo>
                    <a:pt x="4582" y="8091"/>
                    <a:pt x="4485" y="8027"/>
                    <a:pt x="4388" y="8027"/>
                  </a:cubicBezTo>
                  <a:cubicBezTo>
                    <a:pt x="4291" y="8027"/>
                    <a:pt x="4194" y="8091"/>
                    <a:pt x="4186" y="8218"/>
                  </a:cubicBezTo>
                  <a:lnTo>
                    <a:pt x="4186" y="9322"/>
                  </a:lnTo>
                  <a:lnTo>
                    <a:pt x="3759" y="9322"/>
                  </a:lnTo>
                  <a:lnTo>
                    <a:pt x="3759" y="8218"/>
                  </a:lnTo>
                  <a:cubicBezTo>
                    <a:pt x="3752" y="8091"/>
                    <a:pt x="3655" y="8027"/>
                    <a:pt x="3558" y="8027"/>
                  </a:cubicBezTo>
                  <a:cubicBezTo>
                    <a:pt x="3460" y="8027"/>
                    <a:pt x="3363" y="8091"/>
                    <a:pt x="3356" y="8218"/>
                  </a:cubicBezTo>
                  <a:lnTo>
                    <a:pt x="3356" y="9308"/>
                  </a:lnTo>
                  <a:cubicBezTo>
                    <a:pt x="2521" y="9197"/>
                    <a:pt x="1897" y="8482"/>
                    <a:pt x="1897" y="7642"/>
                  </a:cubicBezTo>
                  <a:lnTo>
                    <a:pt x="1897" y="7148"/>
                  </a:lnTo>
                  <a:lnTo>
                    <a:pt x="4158" y="7148"/>
                  </a:lnTo>
                  <a:cubicBezTo>
                    <a:pt x="4162" y="7148"/>
                    <a:pt x="4167" y="7148"/>
                    <a:pt x="4171" y="7148"/>
                  </a:cubicBezTo>
                  <a:cubicBezTo>
                    <a:pt x="4436" y="7148"/>
                    <a:pt x="4436" y="6744"/>
                    <a:pt x="4171" y="6744"/>
                  </a:cubicBezTo>
                  <a:cubicBezTo>
                    <a:pt x="4167" y="6744"/>
                    <a:pt x="4162" y="6744"/>
                    <a:pt x="4158" y="6745"/>
                  </a:cubicBezTo>
                  <a:lnTo>
                    <a:pt x="1897" y="6745"/>
                  </a:lnTo>
                  <a:lnTo>
                    <a:pt x="1897" y="6312"/>
                  </a:lnTo>
                  <a:lnTo>
                    <a:pt x="4158" y="6312"/>
                  </a:lnTo>
                  <a:cubicBezTo>
                    <a:pt x="4412" y="6298"/>
                    <a:pt x="4412" y="5924"/>
                    <a:pt x="4158" y="5909"/>
                  </a:cubicBezTo>
                  <a:lnTo>
                    <a:pt x="1897" y="5909"/>
                  </a:lnTo>
                  <a:lnTo>
                    <a:pt x="1897" y="5482"/>
                  </a:lnTo>
                  <a:lnTo>
                    <a:pt x="3558" y="5482"/>
                  </a:lnTo>
                  <a:cubicBezTo>
                    <a:pt x="3562" y="5482"/>
                    <a:pt x="3567" y="5482"/>
                    <a:pt x="3571" y="5482"/>
                  </a:cubicBezTo>
                  <a:cubicBezTo>
                    <a:pt x="3835" y="5482"/>
                    <a:pt x="3836" y="5078"/>
                    <a:pt x="3575" y="5078"/>
                  </a:cubicBezTo>
                  <a:cubicBezTo>
                    <a:pt x="3570" y="5078"/>
                    <a:pt x="3564" y="5078"/>
                    <a:pt x="3558" y="5079"/>
                  </a:cubicBezTo>
                  <a:lnTo>
                    <a:pt x="1897" y="5079"/>
                  </a:lnTo>
                  <a:lnTo>
                    <a:pt x="1897" y="4647"/>
                  </a:lnTo>
                  <a:lnTo>
                    <a:pt x="3558" y="4647"/>
                  </a:lnTo>
                  <a:cubicBezTo>
                    <a:pt x="3562" y="4647"/>
                    <a:pt x="3567" y="4647"/>
                    <a:pt x="3571" y="4647"/>
                  </a:cubicBezTo>
                  <a:cubicBezTo>
                    <a:pt x="3836" y="4647"/>
                    <a:pt x="3836" y="4243"/>
                    <a:pt x="3571" y="4243"/>
                  </a:cubicBezTo>
                  <a:cubicBezTo>
                    <a:pt x="3567" y="4243"/>
                    <a:pt x="3562" y="4243"/>
                    <a:pt x="3558" y="4244"/>
                  </a:cubicBezTo>
                  <a:lnTo>
                    <a:pt x="1897" y="4244"/>
                  </a:lnTo>
                  <a:lnTo>
                    <a:pt x="1897" y="3812"/>
                  </a:lnTo>
                  <a:lnTo>
                    <a:pt x="4158" y="3812"/>
                  </a:lnTo>
                  <a:cubicBezTo>
                    <a:pt x="4162" y="3812"/>
                    <a:pt x="4167" y="3812"/>
                    <a:pt x="4171" y="3812"/>
                  </a:cubicBezTo>
                  <a:cubicBezTo>
                    <a:pt x="4436" y="3812"/>
                    <a:pt x="4436" y="3408"/>
                    <a:pt x="4171" y="3408"/>
                  </a:cubicBezTo>
                  <a:cubicBezTo>
                    <a:pt x="4167" y="3408"/>
                    <a:pt x="4162" y="3408"/>
                    <a:pt x="4158" y="3408"/>
                  </a:cubicBezTo>
                  <a:lnTo>
                    <a:pt x="1897" y="3408"/>
                  </a:lnTo>
                  <a:lnTo>
                    <a:pt x="1897" y="2981"/>
                  </a:lnTo>
                  <a:lnTo>
                    <a:pt x="2636" y="2981"/>
                  </a:lnTo>
                  <a:cubicBezTo>
                    <a:pt x="2641" y="2981"/>
                    <a:pt x="2645" y="2981"/>
                    <a:pt x="2649" y="2981"/>
                  </a:cubicBezTo>
                  <a:cubicBezTo>
                    <a:pt x="2913" y="2981"/>
                    <a:pt x="2915" y="2577"/>
                    <a:pt x="2654" y="2577"/>
                  </a:cubicBezTo>
                  <a:cubicBezTo>
                    <a:pt x="2648" y="2577"/>
                    <a:pt x="2642" y="2578"/>
                    <a:pt x="2636" y="2578"/>
                  </a:cubicBezTo>
                  <a:lnTo>
                    <a:pt x="1897" y="2578"/>
                  </a:lnTo>
                  <a:lnTo>
                    <a:pt x="1897" y="2079"/>
                  </a:lnTo>
                  <a:cubicBezTo>
                    <a:pt x="1897" y="1239"/>
                    <a:pt x="2521" y="528"/>
                    <a:pt x="3356" y="418"/>
                  </a:cubicBezTo>
                  <a:lnTo>
                    <a:pt x="3356" y="1507"/>
                  </a:lnTo>
                  <a:cubicBezTo>
                    <a:pt x="3363" y="1632"/>
                    <a:pt x="3460" y="1695"/>
                    <a:pt x="3558" y="1695"/>
                  </a:cubicBezTo>
                  <a:cubicBezTo>
                    <a:pt x="3655" y="1695"/>
                    <a:pt x="3752" y="1632"/>
                    <a:pt x="3759" y="1507"/>
                  </a:cubicBezTo>
                  <a:lnTo>
                    <a:pt x="3759" y="403"/>
                  </a:lnTo>
                  <a:lnTo>
                    <a:pt x="4186" y="403"/>
                  </a:lnTo>
                  <a:lnTo>
                    <a:pt x="4186" y="1507"/>
                  </a:lnTo>
                  <a:cubicBezTo>
                    <a:pt x="4194" y="1632"/>
                    <a:pt x="4291" y="1695"/>
                    <a:pt x="4388" y="1695"/>
                  </a:cubicBezTo>
                  <a:cubicBezTo>
                    <a:pt x="4485" y="1695"/>
                    <a:pt x="4582" y="1632"/>
                    <a:pt x="4590" y="1507"/>
                  </a:cubicBezTo>
                  <a:lnTo>
                    <a:pt x="4590" y="403"/>
                  </a:lnTo>
                  <a:lnTo>
                    <a:pt x="5017" y="403"/>
                  </a:lnTo>
                  <a:lnTo>
                    <a:pt x="5017" y="1507"/>
                  </a:lnTo>
                  <a:cubicBezTo>
                    <a:pt x="5010" y="1649"/>
                    <a:pt x="5114" y="1720"/>
                    <a:pt x="5218" y="1720"/>
                  </a:cubicBezTo>
                  <a:cubicBezTo>
                    <a:pt x="5323" y="1720"/>
                    <a:pt x="5427" y="1649"/>
                    <a:pt x="5420" y="1507"/>
                  </a:cubicBezTo>
                  <a:lnTo>
                    <a:pt x="5420" y="403"/>
                  </a:lnTo>
                  <a:close/>
                  <a:moveTo>
                    <a:pt x="8415" y="6312"/>
                  </a:moveTo>
                  <a:lnTo>
                    <a:pt x="8415" y="7767"/>
                  </a:lnTo>
                  <a:lnTo>
                    <a:pt x="8411" y="7767"/>
                  </a:lnTo>
                  <a:cubicBezTo>
                    <a:pt x="8411" y="9053"/>
                    <a:pt x="7364" y="10100"/>
                    <a:pt x="6078" y="10100"/>
                  </a:cubicBezTo>
                  <a:lnTo>
                    <a:pt x="3529" y="10100"/>
                  </a:lnTo>
                  <a:cubicBezTo>
                    <a:pt x="2242" y="10100"/>
                    <a:pt x="1196" y="9053"/>
                    <a:pt x="1196" y="7767"/>
                  </a:cubicBezTo>
                  <a:lnTo>
                    <a:pt x="1196" y="6312"/>
                  </a:lnTo>
                  <a:lnTo>
                    <a:pt x="1493" y="6312"/>
                  </a:lnTo>
                  <a:lnTo>
                    <a:pt x="1493" y="7642"/>
                  </a:lnTo>
                  <a:cubicBezTo>
                    <a:pt x="1498" y="8780"/>
                    <a:pt x="2406" y="9701"/>
                    <a:pt x="3543" y="9725"/>
                  </a:cubicBezTo>
                  <a:lnTo>
                    <a:pt x="6068" y="9725"/>
                  </a:lnTo>
                  <a:cubicBezTo>
                    <a:pt x="7201" y="9701"/>
                    <a:pt x="8113" y="8780"/>
                    <a:pt x="8113" y="7642"/>
                  </a:cubicBezTo>
                  <a:lnTo>
                    <a:pt x="8113" y="6312"/>
                  </a:lnTo>
                  <a:close/>
                  <a:moveTo>
                    <a:pt x="5132" y="11281"/>
                  </a:moveTo>
                  <a:lnTo>
                    <a:pt x="5132" y="12534"/>
                  </a:lnTo>
                  <a:lnTo>
                    <a:pt x="4474" y="12534"/>
                  </a:lnTo>
                  <a:lnTo>
                    <a:pt x="4474" y="11281"/>
                  </a:lnTo>
                  <a:close/>
                  <a:moveTo>
                    <a:pt x="7835" y="12937"/>
                  </a:moveTo>
                  <a:cubicBezTo>
                    <a:pt x="8156" y="12937"/>
                    <a:pt x="8444" y="13153"/>
                    <a:pt x="8535" y="13465"/>
                  </a:cubicBezTo>
                  <a:lnTo>
                    <a:pt x="1071" y="13465"/>
                  </a:lnTo>
                  <a:cubicBezTo>
                    <a:pt x="1162" y="13153"/>
                    <a:pt x="1450" y="12937"/>
                    <a:pt x="1772" y="12937"/>
                  </a:cubicBezTo>
                  <a:close/>
                  <a:moveTo>
                    <a:pt x="3538" y="0"/>
                  </a:moveTo>
                  <a:cubicBezTo>
                    <a:pt x="2406" y="19"/>
                    <a:pt x="1493" y="946"/>
                    <a:pt x="1493" y="2079"/>
                  </a:cubicBezTo>
                  <a:lnTo>
                    <a:pt x="1493" y="5909"/>
                  </a:lnTo>
                  <a:lnTo>
                    <a:pt x="1191" y="5909"/>
                  </a:lnTo>
                  <a:lnTo>
                    <a:pt x="1191" y="5669"/>
                  </a:lnTo>
                  <a:cubicBezTo>
                    <a:pt x="1201" y="5333"/>
                    <a:pt x="937" y="5060"/>
                    <a:pt x="601" y="5060"/>
                  </a:cubicBezTo>
                  <a:cubicBezTo>
                    <a:pt x="269" y="5060"/>
                    <a:pt x="1" y="5333"/>
                    <a:pt x="10" y="5669"/>
                  </a:cubicBezTo>
                  <a:lnTo>
                    <a:pt x="10" y="7767"/>
                  </a:lnTo>
                  <a:cubicBezTo>
                    <a:pt x="10" y="9706"/>
                    <a:pt x="1585" y="11281"/>
                    <a:pt x="3524" y="11286"/>
                  </a:cubicBezTo>
                  <a:lnTo>
                    <a:pt x="4066" y="11286"/>
                  </a:lnTo>
                  <a:lnTo>
                    <a:pt x="4066" y="12534"/>
                  </a:lnTo>
                  <a:lnTo>
                    <a:pt x="1767" y="12534"/>
                  </a:lnTo>
                  <a:cubicBezTo>
                    <a:pt x="1143" y="12534"/>
                    <a:pt x="639" y="13042"/>
                    <a:pt x="634" y="13666"/>
                  </a:cubicBezTo>
                  <a:cubicBezTo>
                    <a:pt x="634" y="13777"/>
                    <a:pt x="725" y="13868"/>
                    <a:pt x="836" y="13868"/>
                  </a:cubicBezTo>
                  <a:lnTo>
                    <a:pt x="8756" y="13868"/>
                  </a:lnTo>
                  <a:cubicBezTo>
                    <a:pt x="8871" y="13868"/>
                    <a:pt x="8958" y="13777"/>
                    <a:pt x="8958" y="13666"/>
                  </a:cubicBezTo>
                  <a:cubicBezTo>
                    <a:pt x="8958" y="13042"/>
                    <a:pt x="8454" y="12538"/>
                    <a:pt x="7835" y="12534"/>
                  </a:cubicBezTo>
                  <a:lnTo>
                    <a:pt x="5540" y="12534"/>
                  </a:lnTo>
                  <a:lnTo>
                    <a:pt x="5540" y="11281"/>
                  </a:lnTo>
                  <a:lnTo>
                    <a:pt x="6078" y="11281"/>
                  </a:lnTo>
                  <a:cubicBezTo>
                    <a:pt x="8017" y="11281"/>
                    <a:pt x="9592" y="9706"/>
                    <a:pt x="9592" y="7767"/>
                  </a:cubicBezTo>
                  <a:lnTo>
                    <a:pt x="9592" y="7532"/>
                  </a:lnTo>
                  <a:cubicBezTo>
                    <a:pt x="9584" y="7405"/>
                    <a:pt x="9487" y="7341"/>
                    <a:pt x="9390" y="7341"/>
                  </a:cubicBezTo>
                  <a:cubicBezTo>
                    <a:pt x="9294" y="7341"/>
                    <a:pt x="9198" y="7405"/>
                    <a:pt x="9193" y="7532"/>
                  </a:cubicBezTo>
                  <a:lnTo>
                    <a:pt x="9193" y="7767"/>
                  </a:lnTo>
                  <a:cubicBezTo>
                    <a:pt x="9188" y="9485"/>
                    <a:pt x="7796" y="10878"/>
                    <a:pt x="6078" y="10878"/>
                  </a:cubicBezTo>
                  <a:lnTo>
                    <a:pt x="3534" y="10878"/>
                  </a:lnTo>
                  <a:cubicBezTo>
                    <a:pt x="1815" y="10878"/>
                    <a:pt x="423" y="9485"/>
                    <a:pt x="418" y="7767"/>
                  </a:cubicBezTo>
                  <a:lnTo>
                    <a:pt x="418" y="5669"/>
                  </a:lnTo>
                  <a:cubicBezTo>
                    <a:pt x="418" y="5542"/>
                    <a:pt x="512" y="5478"/>
                    <a:pt x="605" y="5478"/>
                  </a:cubicBezTo>
                  <a:cubicBezTo>
                    <a:pt x="699" y="5478"/>
                    <a:pt x="793" y="5542"/>
                    <a:pt x="793" y="5669"/>
                  </a:cubicBezTo>
                  <a:lnTo>
                    <a:pt x="793" y="7767"/>
                  </a:lnTo>
                  <a:cubicBezTo>
                    <a:pt x="797" y="9279"/>
                    <a:pt x="2021" y="10503"/>
                    <a:pt x="3534" y="10503"/>
                  </a:cubicBezTo>
                  <a:lnTo>
                    <a:pt x="6078" y="10503"/>
                  </a:lnTo>
                  <a:cubicBezTo>
                    <a:pt x="7590" y="10503"/>
                    <a:pt x="8814" y="9279"/>
                    <a:pt x="8814" y="7767"/>
                  </a:cubicBezTo>
                  <a:lnTo>
                    <a:pt x="8814" y="5669"/>
                  </a:lnTo>
                  <a:cubicBezTo>
                    <a:pt x="8814" y="5542"/>
                    <a:pt x="8907" y="5478"/>
                    <a:pt x="9001" y="5478"/>
                  </a:cubicBezTo>
                  <a:cubicBezTo>
                    <a:pt x="9095" y="5478"/>
                    <a:pt x="9188" y="5542"/>
                    <a:pt x="9188" y="5669"/>
                  </a:cubicBezTo>
                  <a:lnTo>
                    <a:pt x="9188" y="6596"/>
                  </a:lnTo>
                  <a:cubicBezTo>
                    <a:pt x="9188" y="6706"/>
                    <a:pt x="9279" y="6797"/>
                    <a:pt x="9390" y="6797"/>
                  </a:cubicBezTo>
                  <a:cubicBezTo>
                    <a:pt x="9500" y="6797"/>
                    <a:pt x="9592" y="6706"/>
                    <a:pt x="9592" y="6596"/>
                  </a:cubicBezTo>
                  <a:lnTo>
                    <a:pt x="9592" y="5669"/>
                  </a:lnTo>
                  <a:cubicBezTo>
                    <a:pt x="9582" y="5348"/>
                    <a:pt x="9323" y="5093"/>
                    <a:pt x="9001" y="5093"/>
                  </a:cubicBezTo>
                  <a:cubicBezTo>
                    <a:pt x="8684" y="5093"/>
                    <a:pt x="8420" y="5348"/>
                    <a:pt x="8411" y="5669"/>
                  </a:cubicBezTo>
                  <a:lnTo>
                    <a:pt x="8411" y="5909"/>
                  </a:lnTo>
                  <a:lnTo>
                    <a:pt x="8113" y="5909"/>
                  </a:lnTo>
                  <a:lnTo>
                    <a:pt x="8113" y="2079"/>
                  </a:lnTo>
                  <a:cubicBezTo>
                    <a:pt x="8108" y="946"/>
                    <a:pt x="7201" y="19"/>
                    <a:pt x="60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31" name="Google Shape;20231;p89"/>
          <p:cNvGrpSpPr/>
          <p:nvPr/>
        </p:nvGrpSpPr>
        <p:grpSpPr>
          <a:xfrm>
            <a:off x="7967402" y="2475543"/>
            <a:ext cx="374093" cy="267082"/>
            <a:chOff x="7967402" y="2475543"/>
            <a:chExt cx="374093" cy="267082"/>
          </a:xfrm>
        </p:grpSpPr>
        <p:sp>
          <p:nvSpPr>
            <p:cNvPr id="20232" name="Google Shape;20232;p89"/>
            <p:cNvSpPr/>
            <p:nvPr/>
          </p:nvSpPr>
          <p:spPr>
            <a:xfrm>
              <a:off x="8135439" y="2480836"/>
              <a:ext cx="200266" cy="229481"/>
            </a:xfrm>
            <a:custGeom>
              <a:rect b="b" l="l" r="r" t="t"/>
              <a:pathLst>
                <a:path extrusionOk="0" h="8758" w="7643">
                  <a:moveTo>
                    <a:pt x="2696" y="1"/>
                  </a:moveTo>
                  <a:cubicBezTo>
                    <a:pt x="1916" y="1"/>
                    <a:pt x="1231" y="546"/>
                    <a:pt x="1062" y="1312"/>
                  </a:cubicBezTo>
                  <a:lnTo>
                    <a:pt x="942" y="1859"/>
                  </a:lnTo>
                  <a:cubicBezTo>
                    <a:pt x="870" y="2181"/>
                    <a:pt x="735" y="2483"/>
                    <a:pt x="548" y="2752"/>
                  </a:cubicBezTo>
                  <a:cubicBezTo>
                    <a:pt x="150" y="3323"/>
                    <a:pt x="1" y="4034"/>
                    <a:pt x="150" y="4715"/>
                  </a:cubicBezTo>
                  <a:lnTo>
                    <a:pt x="567" y="7077"/>
                  </a:lnTo>
                  <a:cubicBezTo>
                    <a:pt x="678" y="7701"/>
                    <a:pt x="1124" y="8220"/>
                    <a:pt x="1724" y="8426"/>
                  </a:cubicBezTo>
                  <a:lnTo>
                    <a:pt x="2075" y="8546"/>
                  </a:lnTo>
                  <a:lnTo>
                    <a:pt x="2420" y="8666"/>
                  </a:lnTo>
                  <a:cubicBezTo>
                    <a:pt x="2604" y="8728"/>
                    <a:pt x="2794" y="8758"/>
                    <a:pt x="2983" y="8758"/>
                  </a:cubicBezTo>
                  <a:cubicBezTo>
                    <a:pt x="3411" y="8758"/>
                    <a:pt x="3833" y="8602"/>
                    <a:pt x="4163" y="8306"/>
                  </a:cubicBezTo>
                  <a:lnTo>
                    <a:pt x="5939" y="6693"/>
                  </a:lnTo>
                  <a:cubicBezTo>
                    <a:pt x="6472" y="6247"/>
                    <a:pt x="6793" y="5594"/>
                    <a:pt x="6827" y="4903"/>
                  </a:cubicBezTo>
                  <a:cubicBezTo>
                    <a:pt x="6841" y="4571"/>
                    <a:pt x="6918" y="4250"/>
                    <a:pt x="7057" y="3952"/>
                  </a:cubicBezTo>
                  <a:lnTo>
                    <a:pt x="7297" y="3448"/>
                  </a:lnTo>
                  <a:cubicBezTo>
                    <a:pt x="7643" y="2718"/>
                    <a:pt x="7417" y="1850"/>
                    <a:pt x="6769" y="1379"/>
                  </a:cubicBezTo>
                  <a:cubicBezTo>
                    <a:pt x="5593" y="525"/>
                    <a:pt x="4196" y="45"/>
                    <a:pt x="2747" y="2"/>
                  </a:cubicBezTo>
                  <a:cubicBezTo>
                    <a:pt x="2730" y="1"/>
                    <a:pt x="2713" y="1"/>
                    <a:pt x="2696"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3" name="Google Shape;20233;p89"/>
            <p:cNvSpPr/>
            <p:nvPr/>
          </p:nvSpPr>
          <p:spPr>
            <a:xfrm>
              <a:off x="8152549" y="2506777"/>
              <a:ext cx="183155" cy="203489"/>
            </a:xfrm>
            <a:custGeom>
              <a:rect b="b" l="l" r="r" t="t"/>
              <a:pathLst>
                <a:path extrusionOk="0" h="7766" w="6990">
                  <a:moveTo>
                    <a:pt x="5516" y="0"/>
                  </a:moveTo>
                  <a:lnTo>
                    <a:pt x="5516" y="0"/>
                  </a:lnTo>
                  <a:cubicBezTo>
                    <a:pt x="5713" y="442"/>
                    <a:pt x="5708" y="951"/>
                    <a:pt x="5502" y="1388"/>
                  </a:cubicBezTo>
                  <a:lnTo>
                    <a:pt x="5262" y="1896"/>
                  </a:lnTo>
                  <a:cubicBezTo>
                    <a:pt x="5118" y="2194"/>
                    <a:pt x="5041" y="2516"/>
                    <a:pt x="5027" y="2842"/>
                  </a:cubicBezTo>
                  <a:cubicBezTo>
                    <a:pt x="4993" y="3538"/>
                    <a:pt x="4671" y="4186"/>
                    <a:pt x="4143" y="4637"/>
                  </a:cubicBezTo>
                  <a:lnTo>
                    <a:pt x="2363" y="6245"/>
                  </a:lnTo>
                  <a:cubicBezTo>
                    <a:pt x="2036" y="6542"/>
                    <a:pt x="1615" y="6697"/>
                    <a:pt x="1187" y="6697"/>
                  </a:cubicBezTo>
                  <a:cubicBezTo>
                    <a:pt x="998" y="6697"/>
                    <a:pt x="808" y="6667"/>
                    <a:pt x="625" y="6606"/>
                  </a:cubicBezTo>
                  <a:lnTo>
                    <a:pt x="274" y="6485"/>
                  </a:lnTo>
                  <a:lnTo>
                    <a:pt x="1" y="6389"/>
                  </a:lnTo>
                  <a:lnTo>
                    <a:pt x="1" y="6389"/>
                  </a:lnTo>
                  <a:cubicBezTo>
                    <a:pt x="183" y="6879"/>
                    <a:pt x="577" y="7263"/>
                    <a:pt x="1071" y="7431"/>
                  </a:cubicBezTo>
                  <a:lnTo>
                    <a:pt x="1422" y="7551"/>
                  </a:lnTo>
                  <a:lnTo>
                    <a:pt x="1767" y="7671"/>
                  </a:lnTo>
                  <a:cubicBezTo>
                    <a:pt x="1951" y="7734"/>
                    <a:pt x="2141" y="7765"/>
                    <a:pt x="2330" y="7765"/>
                  </a:cubicBezTo>
                  <a:cubicBezTo>
                    <a:pt x="2758" y="7765"/>
                    <a:pt x="3179" y="7607"/>
                    <a:pt x="3505" y="7311"/>
                  </a:cubicBezTo>
                  <a:lnTo>
                    <a:pt x="5286" y="5703"/>
                  </a:lnTo>
                  <a:cubicBezTo>
                    <a:pt x="5819" y="5257"/>
                    <a:pt x="6136" y="4604"/>
                    <a:pt x="6174" y="3913"/>
                  </a:cubicBezTo>
                  <a:cubicBezTo>
                    <a:pt x="6188" y="3581"/>
                    <a:pt x="6265" y="3260"/>
                    <a:pt x="6409" y="2967"/>
                  </a:cubicBezTo>
                  <a:lnTo>
                    <a:pt x="6649" y="2458"/>
                  </a:lnTo>
                  <a:cubicBezTo>
                    <a:pt x="6990" y="1728"/>
                    <a:pt x="6764" y="860"/>
                    <a:pt x="6112" y="389"/>
                  </a:cubicBezTo>
                  <a:cubicBezTo>
                    <a:pt x="5920" y="245"/>
                    <a:pt x="5718" y="116"/>
                    <a:pt x="551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4" name="Google Shape;20234;p89"/>
            <p:cNvSpPr/>
            <p:nvPr/>
          </p:nvSpPr>
          <p:spPr>
            <a:xfrm>
              <a:off x="8169161" y="2628671"/>
              <a:ext cx="74730" cy="47793"/>
            </a:xfrm>
            <a:custGeom>
              <a:rect b="b" l="l" r="r" t="t"/>
              <a:pathLst>
                <a:path extrusionOk="0" h="1824" w="2852">
                  <a:moveTo>
                    <a:pt x="1298" y="0"/>
                  </a:moveTo>
                  <a:cubicBezTo>
                    <a:pt x="727" y="0"/>
                    <a:pt x="195" y="360"/>
                    <a:pt x="0" y="931"/>
                  </a:cubicBezTo>
                  <a:cubicBezTo>
                    <a:pt x="198" y="884"/>
                    <a:pt x="398" y="861"/>
                    <a:pt x="596" y="861"/>
                  </a:cubicBezTo>
                  <a:cubicBezTo>
                    <a:pt x="1324" y="861"/>
                    <a:pt x="2031" y="1171"/>
                    <a:pt x="2525" y="1733"/>
                  </a:cubicBezTo>
                  <a:lnTo>
                    <a:pt x="2607" y="1824"/>
                  </a:lnTo>
                  <a:cubicBezTo>
                    <a:pt x="2852" y="1104"/>
                    <a:pt x="2468" y="321"/>
                    <a:pt x="1748" y="77"/>
                  </a:cubicBezTo>
                  <a:cubicBezTo>
                    <a:pt x="1599" y="25"/>
                    <a:pt x="1447" y="0"/>
                    <a:pt x="1298"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5" name="Google Shape;20235;p89"/>
            <p:cNvSpPr/>
            <p:nvPr/>
          </p:nvSpPr>
          <p:spPr>
            <a:xfrm>
              <a:off x="7973324" y="2508165"/>
              <a:ext cx="198746" cy="228984"/>
            </a:xfrm>
            <a:custGeom>
              <a:rect b="b" l="l" r="r" t="t"/>
              <a:pathLst>
                <a:path extrusionOk="0" h="8739" w="7585">
                  <a:moveTo>
                    <a:pt x="4945" y="0"/>
                  </a:moveTo>
                  <a:cubicBezTo>
                    <a:pt x="3512" y="0"/>
                    <a:pt x="2114" y="427"/>
                    <a:pt x="922" y="1224"/>
                  </a:cubicBezTo>
                  <a:cubicBezTo>
                    <a:pt x="255" y="1671"/>
                    <a:pt x="0" y="2530"/>
                    <a:pt x="312" y="3269"/>
                  </a:cubicBezTo>
                  <a:lnTo>
                    <a:pt x="533" y="3788"/>
                  </a:lnTo>
                  <a:cubicBezTo>
                    <a:pt x="663" y="4090"/>
                    <a:pt x="730" y="4412"/>
                    <a:pt x="730" y="4743"/>
                  </a:cubicBezTo>
                  <a:cubicBezTo>
                    <a:pt x="740" y="5434"/>
                    <a:pt x="1033" y="6096"/>
                    <a:pt x="1546" y="6567"/>
                  </a:cubicBezTo>
                  <a:lnTo>
                    <a:pt x="3265" y="8242"/>
                  </a:lnTo>
                  <a:cubicBezTo>
                    <a:pt x="3596" y="8567"/>
                    <a:pt x="4036" y="8739"/>
                    <a:pt x="4486" y="8739"/>
                  </a:cubicBezTo>
                  <a:cubicBezTo>
                    <a:pt x="4655" y="8739"/>
                    <a:pt x="4826" y="8714"/>
                    <a:pt x="4993" y="8665"/>
                  </a:cubicBezTo>
                  <a:lnTo>
                    <a:pt x="5343" y="8559"/>
                  </a:lnTo>
                  <a:lnTo>
                    <a:pt x="5694" y="8453"/>
                  </a:lnTo>
                  <a:cubicBezTo>
                    <a:pt x="6303" y="8271"/>
                    <a:pt x="6769" y="7772"/>
                    <a:pt x="6903" y="7153"/>
                  </a:cubicBezTo>
                  <a:lnTo>
                    <a:pt x="7417" y="4805"/>
                  </a:lnTo>
                  <a:cubicBezTo>
                    <a:pt x="7585" y="4133"/>
                    <a:pt x="7470" y="3418"/>
                    <a:pt x="7090" y="2832"/>
                  </a:cubicBezTo>
                  <a:cubicBezTo>
                    <a:pt x="6913" y="2559"/>
                    <a:pt x="6793" y="2251"/>
                    <a:pt x="6730" y="1930"/>
                  </a:cubicBezTo>
                  <a:lnTo>
                    <a:pt x="6630" y="1378"/>
                  </a:lnTo>
                  <a:cubicBezTo>
                    <a:pt x="6486" y="586"/>
                    <a:pt x="5799" y="10"/>
                    <a:pt x="4993" y="0"/>
                  </a:cubicBezTo>
                  <a:cubicBezTo>
                    <a:pt x="4977" y="0"/>
                    <a:pt x="4961" y="0"/>
                    <a:pt x="4945"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6" name="Google Shape;20236;p89"/>
            <p:cNvSpPr/>
            <p:nvPr/>
          </p:nvSpPr>
          <p:spPr>
            <a:xfrm>
              <a:off x="8073077" y="2508165"/>
              <a:ext cx="98993" cy="229115"/>
            </a:xfrm>
            <a:custGeom>
              <a:rect b="b" l="l" r="r" t="t"/>
              <a:pathLst>
                <a:path extrusionOk="0" h="8744" w="3778">
                  <a:moveTo>
                    <a:pt x="1186" y="0"/>
                  </a:moveTo>
                  <a:cubicBezTo>
                    <a:pt x="864" y="0"/>
                    <a:pt x="538" y="19"/>
                    <a:pt x="216" y="63"/>
                  </a:cubicBezTo>
                  <a:cubicBezTo>
                    <a:pt x="840" y="231"/>
                    <a:pt x="1311" y="744"/>
                    <a:pt x="1426" y="1378"/>
                  </a:cubicBezTo>
                  <a:lnTo>
                    <a:pt x="1527" y="1930"/>
                  </a:lnTo>
                  <a:cubicBezTo>
                    <a:pt x="1589" y="2251"/>
                    <a:pt x="1709" y="2559"/>
                    <a:pt x="1887" y="2837"/>
                  </a:cubicBezTo>
                  <a:cubicBezTo>
                    <a:pt x="2266" y="3418"/>
                    <a:pt x="2381" y="4133"/>
                    <a:pt x="2213" y="4810"/>
                  </a:cubicBezTo>
                  <a:lnTo>
                    <a:pt x="1699" y="7153"/>
                  </a:lnTo>
                  <a:cubicBezTo>
                    <a:pt x="1565" y="7777"/>
                    <a:pt x="1099" y="8276"/>
                    <a:pt x="490" y="8458"/>
                  </a:cubicBezTo>
                  <a:lnTo>
                    <a:pt x="139" y="8564"/>
                  </a:lnTo>
                  <a:lnTo>
                    <a:pt x="0" y="8607"/>
                  </a:lnTo>
                  <a:cubicBezTo>
                    <a:pt x="215" y="8698"/>
                    <a:pt x="446" y="8743"/>
                    <a:pt x="678" y="8743"/>
                  </a:cubicBezTo>
                  <a:cubicBezTo>
                    <a:pt x="849" y="8743"/>
                    <a:pt x="1020" y="8718"/>
                    <a:pt x="1186" y="8669"/>
                  </a:cubicBezTo>
                  <a:lnTo>
                    <a:pt x="1536" y="8564"/>
                  </a:lnTo>
                  <a:lnTo>
                    <a:pt x="1887" y="8458"/>
                  </a:lnTo>
                  <a:cubicBezTo>
                    <a:pt x="2496" y="8276"/>
                    <a:pt x="2962" y="7777"/>
                    <a:pt x="3096" y="7153"/>
                  </a:cubicBezTo>
                  <a:lnTo>
                    <a:pt x="3610" y="4810"/>
                  </a:lnTo>
                  <a:cubicBezTo>
                    <a:pt x="3778" y="4133"/>
                    <a:pt x="3663" y="3418"/>
                    <a:pt x="3283" y="2837"/>
                  </a:cubicBezTo>
                  <a:cubicBezTo>
                    <a:pt x="3106" y="2559"/>
                    <a:pt x="2986" y="2251"/>
                    <a:pt x="2923" y="1930"/>
                  </a:cubicBezTo>
                  <a:lnTo>
                    <a:pt x="2823" y="1378"/>
                  </a:lnTo>
                  <a:cubicBezTo>
                    <a:pt x="2679" y="586"/>
                    <a:pt x="1992" y="10"/>
                    <a:pt x="118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7" name="Google Shape;20237;p89"/>
            <p:cNvSpPr/>
            <p:nvPr/>
          </p:nvSpPr>
          <p:spPr>
            <a:xfrm>
              <a:off x="8057224" y="2650419"/>
              <a:ext cx="74861" cy="46562"/>
            </a:xfrm>
            <a:custGeom>
              <a:rect b="b" l="l" r="r" t="t"/>
              <a:pathLst>
                <a:path extrusionOk="0" h="1777" w="2857">
                  <a:moveTo>
                    <a:pt x="2640" y="0"/>
                  </a:moveTo>
                  <a:lnTo>
                    <a:pt x="2554" y="91"/>
                  </a:lnTo>
                  <a:cubicBezTo>
                    <a:pt x="2060" y="607"/>
                    <a:pt x="1386" y="887"/>
                    <a:pt x="692" y="887"/>
                  </a:cubicBezTo>
                  <a:cubicBezTo>
                    <a:pt x="461" y="887"/>
                    <a:pt x="229" y="856"/>
                    <a:pt x="0" y="792"/>
                  </a:cubicBezTo>
                  <a:lnTo>
                    <a:pt x="0" y="792"/>
                  </a:lnTo>
                  <a:cubicBezTo>
                    <a:pt x="181" y="1391"/>
                    <a:pt x="731" y="1776"/>
                    <a:pt x="1325" y="1776"/>
                  </a:cubicBezTo>
                  <a:cubicBezTo>
                    <a:pt x="1455" y="1776"/>
                    <a:pt x="1588" y="1758"/>
                    <a:pt x="1719" y="1719"/>
                  </a:cubicBezTo>
                  <a:cubicBezTo>
                    <a:pt x="2444" y="1498"/>
                    <a:pt x="2856" y="730"/>
                    <a:pt x="264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8" name="Google Shape;20238;p89"/>
            <p:cNvSpPr/>
            <p:nvPr/>
          </p:nvSpPr>
          <p:spPr>
            <a:xfrm>
              <a:off x="8205137" y="2569820"/>
              <a:ext cx="37836" cy="51147"/>
            </a:xfrm>
            <a:custGeom>
              <a:rect b="b" l="l" r="r" t="t"/>
              <a:pathLst>
                <a:path extrusionOk="0" h="1952" w="1444">
                  <a:moveTo>
                    <a:pt x="1155" y="1"/>
                  </a:moveTo>
                  <a:cubicBezTo>
                    <a:pt x="1102" y="1"/>
                    <a:pt x="1048" y="23"/>
                    <a:pt x="1004" y="76"/>
                  </a:cubicBezTo>
                  <a:lnTo>
                    <a:pt x="207" y="1036"/>
                  </a:lnTo>
                  <a:cubicBezTo>
                    <a:pt x="0" y="1281"/>
                    <a:pt x="106" y="1655"/>
                    <a:pt x="408" y="1756"/>
                  </a:cubicBezTo>
                  <a:lnTo>
                    <a:pt x="936" y="1939"/>
                  </a:lnTo>
                  <a:cubicBezTo>
                    <a:pt x="962" y="1947"/>
                    <a:pt x="986" y="1951"/>
                    <a:pt x="1009" y="1951"/>
                  </a:cubicBezTo>
                  <a:cubicBezTo>
                    <a:pt x="1213" y="1951"/>
                    <a:pt x="1295" y="1632"/>
                    <a:pt x="1066" y="1555"/>
                  </a:cubicBezTo>
                  <a:lnTo>
                    <a:pt x="538" y="1372"/>
                  </a:lnTo>
                  <a:cubicBezTo>
                    <a:pt x="509" y="1363"/>
                    <a:pt x="500" y="1324"/>
                    <a:pt x="519" y="1300"/>
                  </a:cubicBezTo>
                  <a:lnTo>
                    <a:pt x="1316" y="340"/>
                  </a:lnTo>
                  <a:cubicBezTo>
                    <a:pt x="1444" y="184"/>
                    <a:pt x="1305" y="1"/>
                    <a:pt x="11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9" name="Google Shape;20239;p89"/>
            <p:cNvSpPr/>
            <p:nvPr/>
          </p:nvSpPr>
          <p:spPr>
            <a:xfrm>
              <a:off x="8169974" y="2535992"/>
              <a:ext cx="54920" cy="21591"/>
            </a:xfrm>
            <a:custGeom>
              <a:rect b="b" l="l" r="r" t="t"/>
              <a:pathLst>
                <a:path extrusionOk="0" h="824" w="2096">
                  <a:moveTo>
                    <a:pt x="1070" y="1"/>
                  </a:moveTo>
                  <a:cubicBezTo>
                    <a:pt x="1032" y="1"/>
                    <a:pt x="994" y="2"/>
                    <a:pt x="954" y="4"/>
                  </a:cubicBezTo>
                  <a:cubicBezTo>
                    <a:pt x="713" y="18"/>
                    <a:pt x="478" y="57"/>
                    <a:pt x="248" y="119"/>
                  </a:cubicBezTo>
                  <a:cubicBezTo>
                    <a:pt x="1" y="184"/>
                    <a:pt x="75" y="520"/>
                    <a:pt x="290" y="520"/>
                  </a:cubicBezTo>
                  <a:cubicBezTo>
                    <a:pt x="313" y="520"/>
                    <a:pt x="337" y="516"/>
                    <a:pt x="363" y="508"/>
                  </a:cubicBezTo>
                  <a:cubicBezTo>
                    <a:pt x="560" y="455"/>
                    <a:pt x="766" y="421"/>
                    <a:pt x="973" y="407"/>
                  </a:cubicBezTo>
                  <a:cubicBezTo>
                    <a:pt x="1001" y="406"/>
                    <a:pt x="1030" y="405"/>
                    <a:pt x="1059" y="405"/>
                  </a:cubicBezTo>
                  <a:cubicBezTo>
                    <a:pt x="1276" y="405"/>
                    <a:pt x="1517" y="442"/>
                    <a:pt x="1635" y="589"/>
                  </a:cubicBezTo>
                  <a:cubicBezTo>
                    <a:pt x="1612" y="719"/>
                    <a:pt x="1716" y="824"/>
                    <a:pt x="1834" y="824"/>
                  </a:cubicBezTo>
                  <a:cubicBezTo>
                    <a:pt x="1865" y="824"/>
                    <a:pt x="1897" y="817"/>
                    <a:pt x="1928" y="801"/>
                  </a:cubicBezTo>
                  <a:cubicBezTo>
                    <a:pt x="2048" y="738"/>
                    <a:pt x="2096" y="585"/>
                    <a:pt x="2034" y="465"/>
                  </a:cubicBezTo>
                  <a:cubicBezTo>
                    <a:pt x="1925" y="248"/>
                    <a:pt x="1672" y="1"/>
                    <a:pt x="10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0" name="Google Shape;20240;p89"/>
            <p:cNvSpPr/>
            <p:nvPr/>
          </p:nvSpPr>
          <p:spPr>
            <a:xfrm>
              <a:off x="8254319" y="2558369"/>
              <a:ext cx="50309" cy="32019"/>
            </a:xfrm>
            <a:custGeom>
              <a:rect b="b" l="l" r="r" t="t"/>
              <a:pathLst>
                <a:path extrusionOk="0" h="1222" w="1920">
                  <a:moveTo>
                    <a:pt x="503" y="1"/>
                  </a:moveTo>
                  <a:cubicBezTo>
                    <a:pt x="374" y="1"/>
                    <a:pt x="267" y="33"/>
                    <a:pt x="183" y="76"/>
                  </a:cubicBezTo>
                  <a:cubicBezTo>
                    <a:pt x="58" y="129"/>
                    <a:pt x="0" y="278"/>
                    <a:pt x="58" y="403"/>
                  </a:cubicBezTo>
                  <a:cubicBezTo>
                    <a:pt x="93" y="481"/>
                    <a:pt x="168" y="525"/>
                    <a:pt x="246" y="525"/>
                  </a:cubicBezTo>
                  <a:cubicBezTo>
                    <a:pt x="273" y="525"/>
                    <a:pt x="301" y="520"/>
                    <a:pt x="327" y="508"/>
                  </a:cubicBezTo>
                  <a:cubicBezTo>
                    <a:pt x="365" y="489"/>
                    <a:pt x="399" y="456"/>
                    <a:pt x="423" y="422"/>
                  </a:cubicBezTo>
                  <a:cubicBezTo>
                    <a:pt x="450" y="415"/>
                    <a:pt x="478" y="411"/>
                    <a:pt x="507" y="411"/>
                  </a:cubicBezTo>
                  <a:cubicBezTo>
                    <a:pt x="864" y="411"/>
                    <a:pt x="1323" y="928"/>
                    <a:pt x="1474" y="1137"/>
                  </a:cubicBezTo>
                  <a:cubicBezTo>
                    <a:pt x="1518" y="1197"/>
                    <a:pt x="1575" y="1222"/>
                    <a:pt x="1631" y="1222"/>
                  </a:cubicBezTo>
                  <a:cubicBezTo>
                    <a:pt x="1778" y="1222"/>
                    <a:pt x="1920" y="1053"/>
                    <a:pt x="1805" y="897"/>
                  </a:cubicBezTo>
                  <a:cubicBezTo>
                    <a:pt x="1661" y="705"/>
                    <a:pt x="1493" y="528"/>
                    <a:pt x="1316" y="369"/>
                  </a:cubicBezTo>
                  <a:cubicBezTo>
                    <a:pt x="989" y="90"/>
                    <a:pt x="716" y="1"/>
                    <a:pt x="5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1" name="Google Shape;20241;p89"/>
            <p:cNvSpPr/>
            <p:nvPr/>
          </p:nvSpPr>
          <p:spPr>
            <a:xfrm>
              <a:off x="8067417" y="2595105"/>
              <a:ext cx="35714" cy="50440"/>
            </a:xfrm>
            <a:custGeom>
              <a:rect b="b" l="l" r="r" t="t"/>
              <a:pathLst>
                <a:path extrusionOk="0" h="1925" w="1363">
                  <a:moveTo>
                    <a:pt x="300" y="1"/>
                  </a:moveTo>
                  <a:cubicBezTo>
                    <a:pt x="201" y="1"/>
                    <a:pt x="103" y="64"/>
                    <a:pt x="96" y="196"/>
                  </a:cubicBezTo>
                  <a:lnTo>
                    <a:pt x="10" y="1439"/>
                  </a:lnTo>
                  <a:cubicBezTo>
                    <a:pt x="0" y="1588"/>
                    <a:pt x="62" y="1732"/>
                    <a:pt x="182" y="1828"/>
                  </a:cubicBezTo>
                  <a:cubicBezTo>
                    <a:pt x="262" y="1891"/>
                    <a:pt x="361" y="1925"/>
                    <a:pt x="462" y="1925"/>
                  </a:cubicBezTo>
                  <a:cubicBezTo>
                    <a:pt x="506" y="1925"/>
                    <a:pt x="551" y="1918"/>
                    <a:pt x="595" y="1905"/>
                  </a:cubicBezTo>
                  <a:lnTo>
                    <a:pt x="1128" y="1746"/>
                  </a:lnTo>
                  <a:cubicBezTo>
                    <a:pt x="1363" y="1673"/>
                    <a:pt x="1287" y="1346"/>
                    <a:pt x="1077" y="1346"/>
                  </a:cubicBezTo>
                  <a:cubicBezTo>
                    <a:pt x="1056" y="1346"/>
                    <a:pt x="1032" y="1350"/>
                    <a:pt x="1008" y="1358"/>
                  </a:cubicBezTo>
                  <a:lnTo>
                    <a:pt x="475" y="1516"/>
                  </a:lnTo>
                  <a:cubicBezTo>
                    <a:pt x="470" y="1517"/>
                    <a:pt x="465" y="1518"/>
                    <a:pt x="460" y="1518"/>
                  </a:cubicBezTo>
                  <a:cubicBezTo>
                    <a:pt x="434" y="1518"/>
                    <a:pt x="413" y="1497"/>
                    <a:pt x="413" y="1468"/>
                  </a:cubicBezTo>
                  <a:lnTo>
                    <a:pt x="504" y="225"/>
                  </a:lnTo>
                  <a:cubicBezTo>
                    <a:pt x="519" y="78"/>
                    <a:pt x="410"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2" name="Google Shape;20242;p89"/>
            <p:cNvSpPr/>
            <p:nvPr/>
          </p:nvSpPr>
          <p:spPr>
            <a:xfrm>
              <a:off x="8001361" y="2590284"/>
              <a:ext cx="52981" cy="23766"/>
            </a:xfrm>
            <a:custGeom>
              <a:rect b="b" l="l" r="r" t="t"/>
              <a:pathLst>
                <a:path extrusionOk="0" h="907" w="2022">
                  <a:moveTo>
                    <a:pt x="1480" y="1"/>
                  </a:moveTo>
                  <a:cubicBezTo>
                    <a:pt x="822" y="1"/>
                    <a:pt x="202" y="475"/>
                    <a:pt x="174" y="495"/>
                  </a:cubicBezTo>
                  <a:cubicBezTo>
                    <a:pt x="0" y="630"/>
                    <a:pt x="127" y="864"/>
                    <a:pt x="293" y="864"/>
                  </a:cubicBezTo>
                  <a:cubicBezTo>
                    <a:pt x="334" y="864"/>
                    <a:pt x="377" y="850"/>
                    <a:pt x="419" y="817"/>
                  </a:cubicBezTo>
                  <a:cubicBezTo>
                    <a:pt x="563" y="716"/>
                    <a:pt x="716" y="625"/>
                    <a:pt x="875" y="553"/>
                  </a:cubicBezTo>
                  <a:cubicBezTo>
                    <a:pt x="1068" y="461"/>
                    <a:pt x="1283" y="408"/>
                    <a:pt x="1499" y="408"/>
                  </a:cubicBezTo>
                  <a:cubicBezTo>
                    <a:pt x="1508" y="408"/>
                    <a:pt x="1518" y="409"/>
                    <a:pt x="1527" y="409"/>
                  </a:cubicBezTo>
                  <a:lnTo>
                    <a:pt x="1431" y="591"/>
                  </a:lnTo>
                  <a:cubicBezTo>
                    <a:pt x="1323" y="758"/>
                    <a:pt x="1470" y="907"/>
                    <a:pt x="1613" y="907"/>
                  </a:cubicBezTo>
                  <a:cubicBezTo>
                    <a:pt x="1684" y="907"/>
                    <a:pt x="1755" y="870"/>
                    <a:pt x="1791" y="778"/>
                  </a:cubicBezTo>
                  <a:lnTo>
                    <a:pt x="1983" y="404"/>
                  </a:lnTo>
                  <a:cubicBezTo>
                    <a:pt x="2017" y="337"/>
                    <a:pt x="2022" y="260"/>
                    <a:pt x="1993" y="193"/>
                  </a:cubicBezTo>
                  <a:cubicBezTo>
                    <a:pt x="1964" y="126"/>
                    <a:pt x="1907" y="73"/>
                    <a:pt x="1839" y="54"/>
                  </a:cubicBezTo>
                  <a:cubicBezTo>
                    <a:pt x="1720" y="17"/>
                    <a:pt x="1599" y="1"/>
                    <a:pt x="14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3" name="Google Shape;20243;p89"/>
            <p:cNvSpPr/>
            <p:nvPr/>
          </p:nvSpPr>
          <p:spPr>
            <a:xfrm>
              <a:off x="8086388" y="2565365"/>
              <a:ext cx="52353" cy="30395"/>
            </a:xfrm>
            <a:custGeom>
              <a:rect b="b" l="l" r="r" t="t"/>
              <a:pathLst>
                <a:path extrusionOk="0" h="1160" w="1998">
                  <a:moveTo>
                    <a:pt x="1580" y="1"/>
                  </a:moveTo>
                  <a:cubicBezTo>
                    <a:pt x="1252" y="1"/>
                    <a:pt x="501" y="59"/>
                    <a:pt x="102" y="549"/>
                  </a:cubicBezTo>
                  <a:cubicBezTo>
                    <a:pt x="1" y="669"/>
                    <a:pt x="34" y="846"/>
                    <a:pt x="169" y="923"/>
                  </a:cubicBezTo>
                  <a:lnTo>
                    <a:pt x="534" y="1129"/>
                  </a:lnTo>
                  <a:cubicBezTo>
                    <a:pt x="570" y="1150"/>
                    <a:pt x="606" y="1160"/>
                    <a:pt x="640" y="1160"/>
                  </a:cubicBezTo>
                  <a:cubicBezTo>
                    <a:pt x="821" y="1160"/>
                    <a:pt x="934" y="892"/>
                    <a:pt x="735" y="779"/>
                  </a:cubicBezTo>
                  <a:lnTo>
                    <a:pt x="558" y="673"/>
                  </a:lnTo>
                  <a:cubicBezTo>
                    <a:pt x="877" y="435"/>
                    <a:pt x="1373" y="407"/>
                    <a:pt x="1593" y="407"/>
                  </a:cubicBezTo>
                  <a:cubicBezTo>
                    <a:pt x="1661" y="407"/>
                    <a:pt x="1703" y="409"/>
                    <a:pt x="1705" y="409"/>
                  </a:cubicBezTo>
                  <a:cubicBezTo>
                    <a:pt x="1710" y="410"/>
                    <a:pt x="1715" y="410"/>
                    <a:pt x="1719" y="410"/>
                  </a:cubicBezTo>
                  <a:cubicBezTo>
                    <a:pt x="1975" y="410"/>
                    <a:pt x="1998" y="30"/>
                    <a:pt x="1739" y="6"/>
                  </a:cubicBezTo>
                  <a:cubicBezTo>
                    <a:pt x="1728" y="5"/>
                    <a:pt x="1670" y="1"/>
                    <a:pt x="15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4" name="Google Shape;20244;p89"/>
            <p:cNvSpPr/>
            <p:nvPr/>
          </p:nvSpPr>
          <p:spPr>
            <a:xfrm>
              <a:off x="7967402" y="2503003"/>
              <a:ext cx="281520" cy="239622"/>
            </a:xfrm>
            <a:custGeom>
              <a:rect b="b" l="l" r="r" t="t"/>
              <a:pathLst>
                <a:path extrusionOk="0" h="9145" w="10744">
                  <a:moveTo>
                    <a:pt x="8989" y="4999"/>
                  </a:moveTo>
                  <a:cubicBezTo>
                    <a:pt x="9593" y="4999"/>
                    <a:pt x="10184" y="5463"/>
                    <a:pt x="10177" y="6188"/>
                  </a:cubicBezTo>
                  <a:cubicBezTo>
                    <a:pt x="9664" y="5717"/>
                    <a:pt x="8997" y="5453"/>
                    <a:pt x="8300" y="5453"/>
                  </a:cubicBezTo>
                  <a:cubicBezTo>
                    <a:pt x="8224" y="5453"/>
                    <a:pt x="8147" y="5458"/>
                    <a:pt x="8070" y="5463"/>
                  </a:cubicBezTo>
                  <a:cubicBezTo>
                    <a:pt x="8314" y="5142"/>
                    <a:pt x="8653" y="4999"/>
                    <a:pt x="8989" y="4999"/>
                  </a:cubicBezTo>
                  <a:close/>
                  <a:moveTo>
                    <a:pt x="5219" y="399"/>
                  </a:moveTo>
                  <a:cubicBezTo>
                    <a:pt x="5924" y="404"/>
                    <a:pt x="6529" y="912"/>
                    <a:pt x="6659" y="1608"/>
                  </a:cubicBezTo>
                  <a:lnTo>
                    <a:pt x="6760" y="2160"/>
                  </a:lnTo>
                  <a:cubicBezTo>
                    <a:pt x="6822" y="2506"/>
                    <a:pt x="6956" y="2842"/>
                    <a:pt x="7148" y="3140"/>
                  </a:cubicBezTo>
                  <a:cubicBezTo>
                    <a:pt x="7494" y="3677"/>
                    <a:pt x="7600" y="4335"/>
                    <a:pt x="7446" y="4954"/>
                  </a:cubicBezTo>
                  <a:lnTo>
                    <a:pt x="7446" y="4964"/>
                  </a:lnTo>
                  <a:lnTo>
                    <a:pt x="6932" y="7306"/>
                  </a:lnTo>
                  <a:cubicBezTo>
                    <a:pt x="6812" y="7854"/>
                    <a:pt x="6404" y="8295"/>
                    <a:pt x="5867" y="8458"/>
                  </a:cubicBezTo>
                  <a:lnTo>
                    <a:pt x="5161" y="8670"/>
                  </a:lnTo>
                  <a:cubicBezTo>
                    <a:pt x="5015" y="8714"/>
                    <a:pt x="4864" y="8736"/>
                    <a:pt x="4715" y="8736"/>
                  </a:cubicBezTo>
                  <a:cubicBezTo>
                    <a:pt x="4318" y="8736"/>
                    <a:pt x="3928" y="8581"/>
                    <a:pt x="3635" y="8295"/>
                  </a:cubicBezTo>
                  <a:lnTo>
                    <a:pt x="1916" y="6620"/>
                  </a:lnTo>
                  <a:lnTo>
                    <a:pt x="1911" y="6615"/>
                  </a:lnTo>
                  <a:cubicBezTo>
                    <a:pt x="1441" y="6183"/>
                    <a:pt x="1167" y="5573"/>
                    <a:pt x="1162" y="4935"/>
                  </a:cubicBezTo>
                  <a:cubicBezTo>
                    <a:pt x="1158" y="4580"/>
                    <a:pt x="1086" y="4229"/>
                    <a:pt x="946" y="3903"/>
                  </a:cubicBezTo>
                  <a:lnTo>
                    <a:pt x="730" y="3389"/>
                  </a:lnTo>
                  <a:cubicBezTo>
                    <a:pt x="452" y="2737"/>
                    <a:pt x="678" y="1983"/>
                    <a:pt x="1263" y="1589"/>
                  </a:cubicBezTo>
                  <a:cubicBezTo>
                    <a:pt x="2415" y="812"/>
                    <a:pt x="3774" y="399"/>
                    <a:pt x="5166" y="399"/>
                  </a:cubicBezTo>
                  <a:close/>
                  <a:moveTo>
                    <a:pt x="5152" y="0"/>
                  </a:moveTo>
                  <a:cubicBezTo>
                    <a:pt x="3684" y="0"/>
                    <a:pt x="2252" y="436"/>
                    <a:pt x="1038" y="1253"/>
                  </a:cubicBezTo>
                  <a:cubicBezTo>
                    <a:pt x="289" y="1757"/>
                    <a:pt x="1" y="2722"/>
                    <a:pt x="351" y="3553"/>
                  </a:cubicBezTo>
                  <a:lnTo>
                    <a:pt x="572" y="4066"/>
                  </a:lnTo>
                  <a:cubicBezTo>
                    <a:pt x="692" y="4345"/>
                    <a:pt x="754" y="4642"/>
                    <a:pt x="754" y="4945"/>
                  </a:cubicBezTo>
                  <a:cubicBezTo>
                    <a:pt x="764" y="5693"/>
                    <a:pt x="1081" y="6409"/>
                    <a:pt x="1633" y="6918"/>
                  </a:cubicBezTo>
                  <a:lnTo>
                    <a:pt x="3351" y="8588"/>
                  </a:lnTo>
                  <a:cubicBezTo>
                    <a:pt x="3722" y="8952"/>
                    <a:pt x="4213" y="9145"/>
                    <a:pt x="4715" y="9145"/>
                  </a:cubicBezTo>
                  <a:cubicBezTo>
                    <a:pt x="4902" y="9145"/>
                    <a:pt x="5091" y="9118"/>
                    <a:pt x="5276" y="9063"/>
                  </a:cubicBezTo>
                  <a:lnTo>
                    <a:pt x="5982" y="8852"/>
                  </a:lnTo>
                  <a:cubicBezTo>
                    <a:pt x="6659" y="8646"/>
                    <a:pt x="7177" y="8089"/>
                    <a:pt x="7331" y="7398"/>
                  </a:cubicBezTo>
                  <a:lnTo>
                    <a:pt x="7648" y="5929"/>
                  </a:lnTo>
                  <a:cubicBezTo>
                    <a:pt x="7664" y="5933"/>
                    <a:pt x="7681" y="5936"/>
                    <a:pt x="7698" y="5936"/>
                  </a:cubicBezTo>
                  <a:cubicBezTo>
                    <a:pt x="7715" y="5936"/>
                    <a:pt x="7732" y="5933"/>
                    <a:pt x="7748" y="5929"/>
                  </a:cubicBezTo>
                  <a:cubicBezTo>
                    <a:pt x="7932" y="5884"/>
                    <a:pt x="8118" y="5862"/>
                    <a:pt x="8302" y="5862"/>
                  </a:cubicBezTo>
                  <a:cubicBezTo>
                    <a:pt x="8970" y="5862"/>
                    <a:pt x="9617" y="6148"/>
                    <a:pt x="10072" y="6663"/>
                  </a:cubicBezTo>
                  <a:lnTo>
                    <a:pt x="10158" y="6754"/>
                  </a:lnTo>
                  <a:cubicBezTo>
                    <a:pt x="10199" y="6803"/>
                    <a:pt x="10254" y="6825"/>
                    <a:pt x="10309" y="6825"/>
                  </a:cubicBezTo>
                  <a:cubicBezTo>
                    <a:pt x="10390" y="6825"/>
                    <a:pt x="10470" y="6776"/>
                    <a:pt x="10499" y="6687"/>
                  </a:cubicBezTo>
                  <a:cubicBezTo>
                    <a:pt x="10744" y="5977"/>
                    <a:pt x="10451" y="5189"/>
                    <a:pt x="9803" y="4810"/>
                  </a:cubicBezTo>
                  <a:cubicBezTo>
                    <a:pt x="9554" y="4665"/>
                    <a:pt x="9279" y="4594"/>
                    <a:pt x="9007" y="4594"/>
                  </a:cubicBezTo>
                  <a:cubicBezTo>
                    <a:pt x="8569" y="4594"/>
                    <a:pt x="8136" y="4776"/>
                    <a:pt x="7825" y="5122"/>
                  </a:cubicBezTo>
                  <a:lnTo>
                    <a:pt x="7840" y="5050"/>
                  </a:lnTo>
                  <a:cubicBezTo>
                    <a:pt x="8022" y="4321"/>
                    <a:pt x="7892" y="3553"/>
                    <a:pt x="7489" y="2924"/>
                  </a:cubicBezTo>
                  <a:cubicBezTo>
                    <a:pt x="7326" y="2669"/>
                    <a:pt x="7211" y="2386"/>
                    <a:pt x="7158" y="2088"/>
                  </a:cubicBezTo>
                  <a:lnTo>
                    <a:pt x="7057" y="1541"/>
                  </a:lnTo>
                  <a:cubicBezTo>
                    <a:pt x="6894" y="653"/>
                    <a:pt x="6126" y="5"/>
                    <a:pt x="5224" y="0"/>
                  </a:cubicBezTo>
                  <a:cubicBezTo>
                    <a:pt x="5200" y="0"/>
                    <a:pt x="5176" y="0"/>
                    <a:pt x="51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5" name="Google Shape;20245;p89"/>
            <p:cNvSpPr/>
            <p:nvPr/>
          </p:nvSpPr>
          <p:spPr>
            <a:xfrm>
              <a:off x="8051093" y="2645073"/>
              <a:ext cx="86652" cy="56676"/>
            </a:xfrm>
            <a:custGeom>
              <a:rect b="b" l="l" r="r" t="t"/>
              <a:pathLst>
                <a:path extrusionOk="0" h="2163" w="3307">
                  <a:moveTo>
                    <a:pt x="2730" y="631"/>
                  </a:moveTo>
                  <a:lnTo>
                    <a:pt x="2730" y="631"/>
                  </a:lnTo>
                  <a:cubicBezTo>
                    <a:pt x="2716" y="1135"/>
                    <a:pt x="2380" y="1577"/>
                    <a:pt x="1890" y="1726"/>
                  </a:cubicBezTo>
                  <a:cubicBezTo>
                    <a:pt x="1780" y="1759"/>
                    <a:pt x="1667" y="1775"/>
                    <a:pt x="1556" y="1775"/>
                  </a:cubicBezTo>
                  <a:cubicBezTo>
                    <a:pt x="1179" y="1775"/>
                    <a:pt x="817" y="1593"/>
                    <a:pt x="594" y="1275"/>
                  </a:cubicBezTo>
                  <a:lnTo>
                    <a:pt x="594" y="1275"/>
                  </a:lnTo>
                  <a:cubicBezTo>
                    <a:pt x="707" y="1289"/>
                    <a:pt x="820" y="1296"/>
                    <a:pt x="933" y="1296"/>
                  </a:cubicBezTo>
                  <a:cubicBezTo>
                    <a:pt x="1587" y="1296"/>
                    <a:pt x="2227" y="1061"/>
                    <a:pt x="2730" y="631"/>
                  </a:cubicBezTo>
                  <a:close/>
                  <a:moveTo>
                    <a:pt x="2873" y="1"/>
                  </a:moveTo>
                  <a:cubicBezTo>
                    <a:pt x="2818" y="1"/>
                    <a:pt x="2766" y="24"/>
                    <a:pt x="2726" y="65"/>
                  </a:cubicBezTo>
                  <a:lnTo>
                    <a:pt x="2639" y="156"/>
                  </a:lnTo>
                  <a:cubicBezTo>
                    <a:pt x="2189" y="632"/>
                    <a:pt x="1565" y="891"/>
                    <a:pt x="926" y="891"/>
                  </a:cubicBezTo>
                  <a:cubicBezTo>
                    <a:pt x="714" y="891"/>
                    <a:pt x="501" y="863"/>
                    <a:pt x="292" y="804"/>
                  </a:cubicBezTo>
                  <a:cubicBezTo>
                    <a:pt x="272" y="799"/>
                    <a:pt x="253" y="797"/>
                    <a:pt x="235" y="797"/>
                  </a:cubicBezTo>
                  <a:cubicBezTo>
                    <a:pt x="102" y="797"/>
                    <a:pt x="0" y="924"/>
                    <a:pt x="42" y="1059"/>
                  </a:cubicBezTo>
                  <a:cubicBezTo>
                    <a:pt x="254" y="1729"/>
                    <a:pt x="876" y="2163"/>
                    <a:pt x="1547" y="2163"/>
                  </a:cubicBezTo>
                  <a:cubicBezTo>
                    <a:pt x="1697" y="2163"/>
                    <a:pt x="1850" y="2141"/>
                    <a:pt x="2001" y="2096"/>
                  </a:cubicBezTo>
                  <a:cubicBezTo>
                    <a:pt x="2831" y="1846"/>
                    <a:pt x="3306" y="982"/>
                    <a:pt x="3071" y="147"/>
                  </a:cubicBezTo>
                  <a:cubicBezTo>
                    <a:pt x="3047" y="79"/>
                    <a:pt x="2994" y="22"/>
                    <a:pt x="2922" y="7"/>
                  </a:cubicBezTo>
                  <a:cubicBezTo>
                    <a:pt x="2906" y="3"/>
                    <a:pt x="2889" y="1"/>
                    <a:pt x="28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6" name="Google Shape;20246;p89"/>
            <p:cNvSpPr/>
            <p:nvPr/>
          </p:nvSpPr>
          <p:spPr>
            <a:xfrm>
              <a:off x="8154069" y="2475543"/>
              <a:ext cx="187426" cy="240041"/>
            </a:xfrm>
            <a:custGeom>
              <a:rect b="b" l="l" r="r" t="t"/>
              <a:pathLst>
                <a:path extrusionOk="0" h="9161" w="7153">
                  <a:moveTo>
                    <a:pt x="1980" y="1"/>
                  </a:moveTo>
                  <a:cubicBezTo>
                    <a:pt x="1103" y="1"/>
                    <a:pt x="337" y="612"/>
                    <a:pt x="144" y="1471"/>
                  </a:cubicBezTo>
                  <a:lnTo>
                    <a:pt x="34" y="1970"/>
                  </a:lnTo>
                  <a:cubicBezTo>
                    <a:pt x="1" y="2123"/>
                    <a:pt x="121" y="2216"/>
                    <a:pt x="238" y="2216"/>
                  </a:cubicBezTo>
                  <a:cubicBezTo>
                    <a:pt x="324" y="2216"/>
                    <a:pt x="408" y="2167"/>
                    <a:pt x="432" y="2056"/>
                  </a:cubicBezTo>
                  <a:lnTo>
                    <a:pt x="543" y="1562"/>
                  </a:lnTo>
                  <a:cubicBezTo>
                    <a:pt x="693" y="887"/>
                    <a:pt x="1291" y="409"/>
                    <a:pt x="1976" y="409"/>
                  </a:cubicBezTo>
                  <a:cubicBezTo>
                    <a:pt x="1993" y="409"/>
                    <a:pt x="2009" y="409"/>
                    <a:pt x="2026" y="410"/>
                  </a:cubicBezTo>
                  <a:cubicBezTo>
                    <a:pt x="3433" y="448"/>
                    <a:pt x="4796" y="919"/>
                    <a:pt x="5934" y="1749"/>
                  </a:cubicBezTo>
                  <a:cubicBezTo>
                    <a:pt x="6505" y="2162"/>
                    <a:pt x="6702" y="2925"/>
                    <a:pt x="6399" y="3564"/>
                  </a:cubicBezTo>
                  <a:lnTo>
                    <a:pt x="6159" y="4073"/>
                  </a:lnTo>
                  <a:cubicBezTo>
                    <a:pt x="6010" y="4394"/>
                    <a:pt x="5924" y="4740"/>
                    <a:pt x="5905" y="5095"/>
                  </a:cubicBezTo>
                  <a:cubicBezTo>
                    <a:pt x="5876" y="5733"/>
                    <a:pt x="5583" y="6329"/>
                    <a:pt x="5094" y="6746"/>
                  </a:cubicBezTo>
                  <a:lnTo>
                    <a:pt x="5089" y="6746"/>
                  </a:lnTo>
                  <a:lnTo>
                    <a:pt x="3313" y="8359"/>
                  </a:lnTo>
                  <a:cubicBezTo>
                    <a:pt x="3023" y="8619"/>
                    <a:pt x="2649" y="8759"/>
                    <a:pt x="2270" y="8759"/>
                  </a:cubicBezTo>
                  <a:cubicBezTo>
                    <a:pt x="2103" y="8759"/>
                    <a:pt x="1935" y="8732"/>
                    <a:pt x="1772" y="8676"/>
                  </a:cubicBezTo>
                  <a:lnTo>
                    <a:pt x="1076" y="8436"/>
                  </a:lnTo>
                  <a:lnTo>
                    <a:pt x="1013" y="8407"/>
                  </a:lnTo>
                  <a:cubicBezTo>
                    <a:pt x="985" y="8396"/>
                    <a:pt x="959" y="8392"/>
                    <a:pt x="934" y="8392"/>
                  </a:cubicBezTo>
                  <a:cubicBezTo>
                    <a:pt x="735" y="8392"/>
                    <a:pt x="643" y="8697"/>
                    <a:pt x="864" y="8786"/>
                  </a:cubicBezTo>
                  <a:cubicBezTo>
                    <a:pt x="893" y="8796"/>
                    <a:pt x="922" y="8806"/>
                    <a:pt x="946" y="8815"/>
                  </a:cubicBezTo>
                  <a:lnTo>
                    <a:pt x="1642" y="9055"/>
                  </a:lnTo>
                  <a:cubicBezTo>
                    <a:pt x="1849" y="9126"/>
                    <a:pt x="2062" y="9161"/>
                    <a:pt x="2275" y="9161"/>
                  </a:cubicBezTo>
                  <a:cubicBezTo>
                    <a:pt x="2752" y="9161"/>
                    <a:pt x="3221" y="8986"/>
                    <a:pt x="3586" y="8657"/>
                  </a:cubicBezTo>
                  <a:lnTo>
                    <a:pt x="5362" y="7049"/>
                  </a:lnTo>
                  <a:cubicBezTo>
                    <a:pt x="5934" y="6564"/>
                    <a:pt x="6279" y="5863"/>
                    <a:pt x="6318" y="5114"/>
                  </a:cubicBezTo>
                  <a:cubicBezTo>
                    <a:pt x="6332" y="4812"/>
                    <a:pt x="6404" y="4514"/>
                    <a:pt x="6534" y="4241"/>
                  </a:cubicBezTo>
                  <a:lnTo>
                    <a:pt x="6774" y="3737"/>
                  </a:lnTo>
                  <a:cubicBezTo>
                    <a:pt x="7153" y="2920"/>
                    <a:pt x="6903" y="1946"/>
                    <a:pt x="6174" y="1413"/>
                  </a:cubicBezTo>
                  <a:cubicBezTo>
                    <a:pt x="4969" y="540"/>
                    <a:pt x="3529" y="45"/>
                    <a:pt x="2041" y="2"/>
                  </a:cubicBezTo>
                  <a:cubicBezTo>
                    <a:pt x="2020" y="1"/>
                    <a:pt x="2000" y="1"/>
                    <a:pt x="19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47" name="Google Shape;20247;p89"/>
          <p:cNvGrpSpPr/>
          <p:nvPr/>
        </p:nvGrpSpPr>
        <p:grpSpPr>
          <a:xfrm>
            <a:off x="7526624" y="2460686"/>
            <a:ext cx="363979" cy="298604"/>
            <a:chOff x="7526624" y="2460686"/>
            <a:chExt cx="363979" cy="298604"/>
          </a:xfrm>
        </p:grpSpPr>
        <p:sp>
          <p:nvSpPr>
            <p:cNvPr id="20248" name="Google Shape;20248;p89"/>
            <p:cNvSpPr/>
            <p:nvPr/>
          </p:nvSpPr>
          <p:spPr>
            <a:xfrm>
              <a:off x="7681507" y="2466032"/>
              <a:ext cx="54239" cy="259745"/>
            </a:xfrm>
            <a:custGeom>
              <a:rect b="b" l="l" r="r" t="t"/>
              <a:pathLst>
                <a:path extrusionOk="0" h="9913" w="2070">
                  <a:moveTo>
                    <a:pt x="1033" y="0"/>
                  </a:moveTo>
                  <a:cubicBezTo>
                    <a:pt x="1033" y="0"/>
                    <a:pt x="1" y="2371"/>
                    <a:pt x="1" y="4536"/>
                  </a:cubicBezTo>
                  <a:cubicBezTo>
                    <a:pt x="1" y="6701"/>
                    <a:pt x="1033" y="9913"/>
                    <a:pt x="1033" y="9913"/>
                  </a:cubicBezTo>
                  <a:cubicBezTo>
                    <a:pt x="1033" y="9913"/>
                    <a:pt x="2070" y="6701"/>
                    <a:pt x="2070" y="4536"/>
                  </a:cubicBezTo>
                  <a:cubicBezTo>
                    <a:pt x="2070" y="2371"/>
                    <a:pt x="1033" y="0"/>
                    <a:pt x="103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9" name="Google Shape;20249;p89"/>
            <p:cNvSpPr/>
            <p:nvPr/>
          </p:nvSpPr>
          <p:spPr>
            <a:xfrm>
              <a:off x="7708548" y="2466032"/>
              <a:ext cx="27198" cy="259745"/>
            </a:xfrm>
            <a:custGeom>
              <a:rect b="b" l="l" r="r" t="t"/>
              <a:pathLst>
                <a:path extrusionOk="0" h="9913" w="1038">
                  <a:moveTo>
                    <a:pt x="1" y="0"/>
                  </a:moveTo>
                  <a:lnTo>
                    <a:pt x="1" y="9913"/>
                  </a:lnTo>
                  <a:cubicBezTo>
                    <a:pt x="1" y="9913"/>
                    <a:pt x="1038" y="6701"/>
                    <a:pt x="1038" y="4536"/>
                  </a:cubicBezTo>
                  <a:cubicBezTo>
                    <a:pt x="1038" y="2371"/>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0" name="Google Shape;20250;p89"/>
            <p:cNvSpPr/>
            <p:nvPr/>
          </p:nvSpPr>
          <p:spPr>
            <a:xfrm>
              <a:off x="7567054" y="2557609"/>
              <a:ext cx="144926" cy="168168"/>
            </a:xfrm>
            <a:custGeom>
              <a:rect b="b" l="l" r="r" t="t"/>
              <a:pathLst>
                <a:path extrusionOk="0" h="6418" w="5531">
                  <a:moveTo>
                    <a:pt x="653" y="1"/>
                  </a:moveTo>
                  <a:cubicBezTo>
                    <a:pt x="435" y="1"/>
                    <a:pt x="217" y="20"/>
                    <a:pt x="1" y="62"/>
                  </a:cubicBezTo>
                  <a:cubicBezTo>
                    <a:pt x="821" y="878"/>
                    <a:pt x="841" y="1872"/>
                    <a:pt x="1839" y="2457"/>
                  </a:cubicBezTo>
                  <a:cubicBezTo>
                    <a:pt x="4167" y="3811"/>
                    <a:pt x="4993" y="5232"/>
                    <a:pt x="5401" y="6418"/>
                  </a:cubicBezTo>
                  <a:cubicBezTo>
                    <a:pt x="5531" y="4747"/>
                    <a:pt x="4897" y="2357"/>
                    <a:pt x="3668" y="1238"/>
                  </a:cubicBezTo>
                  <a:cubicBezTo>
                    <a:pt x="2869" y="515"/>
                    <a:pt x="1768" y="1"/>
                    <a:pt x="65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89"/>
            <p:cNvSpPr/>
            <p:nvPr/>
          </p:nvSpPr>
          <p:spPr>
            <a:xfrm>
              <a:off x="7567054" y="2559234"/>
              <a:ext cx="144795" cy="166543"/>
            </a:xfrm>
            <a:custGeom>
              <a:rect b="b" l="l" r="r" t="t"/>
              <a:pathLst>
                <a:path extrusionOk="0" h="6356" w="5526">
                  <a:moveTo>
                    <a:pt x="1" y="0"/>
                  </a:moveTo>
                  <a:lnTo>
                    <a:pt x="1" y="0"/>
                  </a:lnTo>
                  <a:cubicBezTo>
                    <a:pt x="821" y="816"/>
                    <a:pt x="841" y="1810"/>
                    <a:pt x="1839" y="2395"/>
                  </a:cubicBezTo>
                  <a:cubicBezTo>
                    <a:pt x="4167" y="3749"/>
                    <a:pt x="4993" y="5170"/>
                    <a:pt x="5401" y="6356"/>
                  </a:cubicBezTo>
                  <a:cubicBezTo>
                    <a:pt x="5526" y="4685"/>
                    <a:pt x="2775" y="423"/>
                    <a:pt x="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2" name="Google Shape;20252;p89"/>
            <p:cNvSpPr/>
            <p:nvPr/>
          </p:nvSpPr>
          <p:spPr>
            <a:xfrm>
              <a:off x="7705298" y="2557609"/>
              <a:ext cx="144900" cy="168168"/>
            </a:xfrm>
            <a:custGeom>
              <a:rect b="b" l="l" r="r" t="t"/>
              <a:pathLst>
                <a:path extrusionOk="0" h="6418" w="5530">
                  <a:moveTo>
                    <a:pt x="4877" y="1"/>
                  </a:moveTo>
                  <a:cubicBezTo>
                    <a:pt x="3762" y="1"/>
                    <a:pt x="2657" y="515"/>
                    <a:pt x="1858" y="1238"/>
                  </a:cubicBezTo>
                  <a:cubicBezTo>
                    <a:pt x="634" y="2357"/>
                    <a:pt x="0" y="4747"/>
                    <a:pt x="130" y="6418"/>
                  </a:cubicBezTo>
                  <a:cubicBezTo>
                    <a:pt x="533" y="5232"/>
                    <a:pt x="1359" y="3811"/>
                    <a:pt x="3691" y="2457"/>
                  </a:cubicBezTo>
                  <a:cubicBezTo>
                    <a:pt x="4690" y="1872"/>
                    <a:pt x="4704" y="878"/>
                    <a:pt x="5530" y="62"/>
                  </a:cubicBezTo>
                  <a:cubicBezTo>
                    <a:pt x="5313" y="20"/>
                    <a:pt x="5095" y="1"/>
                    <a:pt x="487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89"/>
            <p:cNvSpPr/>
            <p:nvPr/>
          </p:nvSpPr>
          <p:spPr>
            <a:xfrm>
              <a:off x="7705298" y="2559234"/>
              <a:ext cx="144900" cy="166543"/>
            </a:xfrm>
            <a:custGeom>
              <a:rect b="b" l="l" r="r" t="t"/>
              <a:pathLst>
                <a:path extrusionOk="0" h="6356" w="5530">
                  <a:moveTo>
                    <a:pt x="5530" y="0"/>
                  </a:moveTo>
                  <a:lnTo>
                    <a:pt x="5530" y="0"/>
                  </a:lnTo>
                  <a:cubicBezTo>
                    <a:pt x="2410" y="936"/>
                    <a:pt x="0" y="4685"/>
                    <a:pt x="130" y="6356"/>
                  </a:cubicBezTo>
                  <a:cubicBezTo>
                    <a:pt x="538" y="5170"/>
                    <a:pt x="1363" y="3749"/>
                    <a:pt x="3691" y="2395"/>
                  </a:cubicBezTo>
                  <a:cubicBezTo>
                    <a:pt x="4690" y="1810"/>
                    <a:pt x="4704" y="816"/>
                    <a:pt x="55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4" name="Google Shape;20254;p89"/>
            <p:cNvSpPr/>
            <p:nvPr/>
          </p:nvSpPr>
          <p:spPr>
            <a:xfrm>
              <a:off x="7532336" y="2594188"/>
              <a:ext cx="176238" cy="145424"/>
            </a:xfrm>
            <a:custGeom>
              <a:rect b="b" l="l" r="r" t="t"/>
              <a:pathLst>
                <a:path extrusionOk="0" h="5550" w="6726">
                  <a:moveTo>
                    <a:pt x="1" y="1"/>
                  </a:moveTo>
                  <a:cubicBezTo>
                    <a:pt x="1" y="1"/>
                    <a:pt x="102" y="1541"/>
                    <a:pt x="702" y="2213"/>
                  </a:cubicBezTo>
                  <a:cubicBezTo>
                    <a:pt x="702" y="2213"/>
                    <a:pt x="689" y="2213"/>
                    <a:pt x="667" y="2213"/>
                  </a:cubicBezTo>
                  <a:cubicBezTo>
                    <a:pt x="538" y="2213"/>
                    <a:pt x="91" y="2231"/>
                    <a:pt x="140" y="2477"/>
                  </a:cubicBezTo>
                  <a:cubicBezTo>
                    <a:pt x="193" y="2737"/>
                    <a:pt x="1076" y="3452"/>
                    <a:pt x="1158" y="3711"/>
                  </a:cubicBezTo>
                  <a:cubicBezTo>
                    <a:pt x="1158" y="3711"/>
                    <a:pt x="553" y="3841"/>
                    <a:pt x="702" y="4105"/>
                  </a:cubicBezTo>
                  <a:cubicBezTo>
                    <a:pt x="889" y="4446"/>
                    <a:pt x="1138" y="4743"/>
                    <a:pt x="1436" y="4988"/>
                  </a:cubicBezTo>
                  <a:cubicBezTo>
                    <a:pt x="1870" y="5335"/>
                    <a:pt x="2428" y="5550"/>
                    <a:pt x="3146" y="5550"/>
                  </a:cubicBezTo>
                  <a:cubicBezTo>
                    <a:pt x="3619" y="5550"/>
                    <a:pt x="4160" y="5457"/>
                    <a:pt x="4782" y="5247"/>
                  </a:cubicBezTo>
                  <a:cubicBezTo>
                    <a:pt x="4984" y="5180"/>
                    <a:pt x="5424" y="5162"/>
                    <a:pt x="5834" y="5162"/>
                  </a:cubicBezTo>
                  <a:cubicBezTo>
                    <a:pt x="6299" y="5162"/>
                    <a:pt x="6726" y="5185"/>
                    <a:pt x="6726" y="5185"/>
                  </a:cubicBezTo>
                  <a:cubicBezTo>
                    <a:pt x="6726" y="5185"/>
                    <a:pt x="5881" y="2204"/>
                    <a:pt x="3471" y="1700"/>
                  </a:cubicBezTo>
                  <a:lnTo>
                    <a:pt x="1993" y="1469"/>
                  </a:lnTo>
                  <a:cubicBezTo>
                    <a:pt x="1556" y="1402"/>
                    <a:pt x="1138" y="1177"/>
                    <a:pt x="793" y="812"/>
                  </a:cubicBezTo>
                  <a:lnTo>
                    <a:pt x="1" y="1"/>
                  </a:ln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5" name="Google Shape;20255;p89"/>
            <p:cNvSpPr/>
            <p:nvPr/>
          </p:nvSpPr>
          <p:spPr>
            <a:xfrm>
              <a:off x="7532205" y="2594188"/>
              <a:ext cx="176369" cy="135991"/>
            </a:xfrm>
            <a:custGeom>
              <a:rect b="b" l="l" r="r" t="t"/>
              <a:pathLst>
                <a:path extrusionOk="0" h="5190" w="6731">
                  <a:moveTo>
                    <a:pt x="1" y="1"/>
                  </a:moveTo>
                  <a:lnTo>
                    <a:pt x="1" y="1"/>
                  </a:lnTo>
                  <a:cubicBezTo>
                    <a:pt x="270" y="1714"/>
                    <a:pt x="2439" y="2079"/>
                    <a:pt x="2439" y="2079"/>
                  </a:cubicBezTo>
                  <a:cubicBezTo>
                    <a:pt x="4595" y="2530"/>
                    <a:pt x="5214" y="4719"/>
                    <a:pt x="5344" y="5175"/>
                  </a:cubicBezTo>
                  <a:cubicBezTo>
                    <a:pt x="5494" y="5168"/>
                    <a:pt x="5655" y="5165"/>
                    <a:pt x="5814" y="5165"/>
                  </a:cubicBezTo>
                  <a:cubicBezTo>
                    <a:pt x="6288" y="5165"/>
                    <a:pt x="6731" y="5190"/>
                    <a:pt x="6731" y="5190"/>
                  </a:cubicBezTo>
                  <a:cubicBezTo>
                    <a:pt x="6731" y="5190"/>
                    <a:pt x="6692" y="5046"/>
                    <a:pt x="6601" y="4815"/>
                  </a:cubicBezTo>
                  <a:cubicBezTo>
                    <a:pt x="6592" y="4786"/>
                    <a:pt x="6577" y="4748"/>
                    <a:pt x="6563" y="4714"/>
                  </a:cubicBezTo>
                  <a:cubicBezTo>
                    <a:pt x="6342" y="4162"/>
                    <a:pt x="6044" y="3649"/>
                    <a:pt x="5684" y="3173"/>
                  </a:cubicBezTo>
                  <a:cubicBezTo>
                    <a:pt x="5608" y="3073"/>
                    <a:pt x="5526" y="2977"/>
                    <a:pt x="5435" y="2876"/>
                  </a:cubicBezTo>
                  <a:cubicBezTo>
                    <a:pt x="5276" y="2698"/>
                    <a:pt x="5104" y="2540"/>
                    <a:pt x="4921" y="2391"/>
                  </a:cubicBezTo>
                  <a:cubicBezTo>
                    <a:pt x="4787" y="2281"/>
                    <a:pt x="4643" y="2185"/>
                    <a:pt x="4494" y="2093"/>
                  </a:cubicBezTo>
                  <a:cubicBezTo>
                    <a:pt x="4432" y="2060"/>
                    <a:pt x="4369" y="2026"/>
                    <a:pt x="4307" y="1993"/>
                  </a:cubicBezTo>
                  <a:cubicBezTo>
                    <a:pt x="4043" y="1858"/>
                    <a:pt x="3764" y="1757"/>
                    <a:pt x="3476" y="1700"/>
                  </a:cubicBezTo>
                  <a:lnTo>
                    <a:pt x="1998" y="1469"/>
                  </a:lnTo>
                  <a:cubicBezTo>
                    <a:pt x="1940" y="1460"/>
                    <a:pt x="1887" y="1450"/>
                    <a:pt x="1835" y="1436"/>
                  </a:cubicBezTo>
                  <a:cubicBezTo>
                    <a:pt x="1436" y="1330"/>
                    <a:pt x="1076" y="1114"/>
                    <a:pt x="793" y="812"/>
                  </a:cubicBez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6" name="Google Shape;20256;p89"/>
            <p:cNvSpPr/>
            <p:nvPr/>
          </p:nvSpPr>
          <p:spPr>
            <a:xfrm>
              <a:off x="7708548" y="2594188"/>
              <a:ext cx="176369" cy="145502"/>
            </a:xfrm>
            <a:custGeom>
              <a:rect b="b" l="l" r="r" t="t"/>
              <a:pathLst>
                <a:path extrusionOk="0" h="5553" w="6731">
                  <a:moveTo>
                    <a:pt x="6731" y="1"/>
                  </a:moveTo>
                  <a:lnTo>
                    <a:pt x="5939" y="812"/>
                  </a:lnTo>
                  <a:cubicBezTo>
                    <a:pt x="5588" y="1177"/>
                    <a:pt x="5176" y="1402"/>
                    <a:pt x="4739" y="1469"/>
                  </a:cubicBezTo>
                  <a:lnTo>
                    <a:pt x="3260" y="1700"/>
                  </a:lnTo>
                  <a:cubicBezTo>
                    <a:pt x="846" y="2204"/>
                    <a:pt x="1" y="5185"/>
                    <a:pt x="1" y="5185"/>
                  </a:cubicBezTo>
                  <a:cubicBezTo>
                    <a:pt x="1" y="5185"/>
                    <a:pt x="429" y="5162"/>
                    <a:pt x="895" y="5162"/>
                  </a:cubicBezTo>
                  <a:cubicBezTo>
                    <a:pt x="1306" y="5162"/>
                    <a:pt x="1747" y="5180"/>
                    <a:pt x="1950" y="5247"/>
                  </a:cubicBezTo>
                  <a:cubicBezTo>
                    <a:pt x="2573" y="5459"/>
                    <a:pt x="3117" y="5552"/>
                    <a:pt x="3590" y="5552"/>
                  </a:cubicBezTo>
                  <a:cubicBezTo>
                    <a:pt x="4308" y="5552"/>
                    <a:pt x="4864" y="5337"/>
                    <a:pt x="5296" y="4993"/>
                  </a:cubicBezTo>
                  <a:cubicBezTo>
                    <a:pt x="5593" y="4743"/>
                    <a:pt x="5843" y="4446"/>
                    <a:pt x="6025" y="4105"/>
                  </a:cubicBezTo>
                  <a:cubicBezTo>
                    <a:pt x="6179" y="3841"/>
                    <a:pt x="5569" y="3711"/>
                    <a:pt x="5569" y="3711"/>
                  </a:cubicBezTo>
                  <a:cubicBezTo>
                    <a:pt x="5656" y="3452"/>
                    <a:pt x="6539" y="2737"/>
                    <a:pt x="6592" y="2477"/>
                  </a:cubicBezTo>
                  <a:cubicBezTo>
                    <a:pt x="6637" y="2231"/>
                    <a:pt x="6192" y="2213"/>
                    <a:pt x="6064" y="2213"/>
                  </a:cubicBezTo>
                  <a:cubicBezTo>
                    <a:pt x="6043" y="2213"/>
                    <a:pt x="6030" y="2213"/>
                    <a:pt x="6030" y="2213"/>
                  </a:cubicBezTo>
                  <a:cubicBezTo>
                    <a:pt x="6630" y="1541"/>
                    <a:pt x="6731" y="1"/>
                    <a:pt x="6731"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7" name="Google Shape;20257;p89"/>
            <p:cNvSpPr/>
            <p:nvPr/>
          </p:nvSpPr>
          <p:spPr>
            <a:xfrm>
              <a:off x="7781260" y="2594188"/>
              <a:ext cx="103788" cy="145555"/>
            </a:xfrm>
            <a:custGeom>
              <a:rect b="b" l="l" r="r" t="t"/>
              <a:pathLst>
                <a:path extrusionOk="0" h="5555" w="3961">
                  <a:moveTo>
                    <a:pt x="3961" y="1"/>
                  </a:moveTo>
                  <a:lnTo>
                    <a:pt x="3169" y="812"/>
                  </a:lnTo>
                  <a:cubicBezTo>
                    <a:pt x="2977" y="1013"/>
                    <a:pt x="2756" y="1177"/>
                    <a:pt x="2511" y="1297"/>
                  </a:cubicBezTo>
                  <a:cubicBezTo>
                    <a:pt x="2501" y="2098"/>
                    <a:pt x="2444" y="3682"/>
                    <a:pt x="927" y="4993"/>
                  </a:cubicBezTo>
                  <a:cubicBezTo>
                    <a:pt x="663" y="5223"/>
                    <a:pt x="341" y="5386"/>
                    <a:pt x="0" y="5473"/>
                  </a:cubicBezTo>
                  <a:cubicBezTo>
                    <a:pt x="290" y="5528"/>
                    <a:pt x="559" y="5554"/>
                    <a:pt x="808" y="5554"/>
                  </a:cubicBezTo>
                  <a:cubicBezTo>
                    <a:pt x="1527" y="5554"/>
                    <a:pt x="2086" y="5338"/>
                    <a:pt x="2521" y="4993"/>
                  </a:cubicBezTo>
                  <a:cubicBezTo>
                    <a:pt x="2818" y="4748"/>
                    <a:pt x="3068" y="4446"/>
                    <a:pt x="3255" y="4105"/>
                  </a:cubicBezTo>
                  <a:cubicBezTo>
                    <a:pt x="3404" y="3841"/>
                    <a:pt x="2799" y="3716"/>
                    <a:pt x="2799" y="3716"/>
                  </a:cubicBezTo>
                  <a:cubicBezTo>
                    <a:pt x="2881" y="3457"/>
                    <a:pt x="3769" y="2741"/>
                    <a:pt x="3817" y="2477"/>
                  </a:cubicBezTo>
                  <a:cubicBezTo>
                    <a:pt x="3867" y="2228"/>
                    <a:pt x="3393" y="2213"/>
                    <a:pt x="3279" y="2213"/>
                  </a:cubicBezTo>
                  <a:cubicBezTo>
                    <a:pt x="3264" y="2213"/>
                    <a:pt x="3255" y="2213"/>
                    <a:pt x="3255" y="2213"/>
                  </a:cubicBezTo>
                  <a:cubicBezTo>
                    <a:pt x="3855" y="1541"/>
                    <a:pt x="3961" y="1"/>
                    <a:pt x="396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8" name="Google Shape;20258;p89"/>
            <p:cNvSpPr/>
            <p:nvPr/>
          </p:nvSpPr>
          <p:spPr>
            <a:xfrm>
              <a:off x="7687559" y="2694334"/>
              <a:ext cx="42291" cy="59925"/>
            </a:xfrm>
            <a:custGeom>
              <a:rect b="b" l="l" r="r" t="t"/>
              <a:pathLst>
                <a:path extrusionOk="0" h="2287" w="1614">
                  <a:moveTo>
                    <a:pt x="807" y="1"/>
                  </a:moveTo>
                  <a:cubicBezTo>
                    <a:pt x="762" y="1"/>
                    <a:pt x="718" y="12"/>
                    <a:pt x="677" y="33"/>
                  </a:cubicBezTo>
                  <a:lnTo>
                    <a:pt x="168" y="292"/>
                  </a:lnTo>
                  <a:cubicBezTo>
                    <a:pt x="53" y="355"/>
                    <a:pt x="0" y="494"/>
                    <a:pt x="48" y="614"/>
                  </a:cubicBezTo>
                  <a:lnTo>
                    <a:pt x="715" y="2222"/>
                  </a:lnTo>
                  <a:cubicBezTo>
                    <a:pt x="730" y="2265"/>
                    <a:pt x="768" y="2287"/>
                    <a:pt x="807" y="2287"/>
                  </a:cubicBezTo>
                  <a:cubicBezTo>
                    <a:pt x="845" y="2287"/>
                    <a:pt x="884" y="2265"/>
                    <a:pt x="898" y="2222"/>
                  </a:cubicBezTo>
                  <a:lnTo>
                    <a:pt x="1565" y="614"/>
                  </a:lnTo>
                  <a:cubicBezTo>
                    <a:pt x="1613" y="494"/>
                    <a:pt x="1560" y="355"/>
                    <a:pt x="1445" y="292"/>
                  </a:cubicBezTo>
                  <a:lnTo>
                    <a:pt x="936" y="33"/>
                  </a:lnTo>
                  <a:cubicBezTo>
                    <a:pt x="896" y="12"/>
                    <a:pt x="851" y="1"/>
                    <a:pt x="80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9" name="Google Shape;20259;p89"/>
            <p:cNvSpPr/>
            <p:nvPr/>
          </p:nvSpPr>
          <p:spPr>
            <a:xfrm>
              <a:off x="7708548" y="2694439"/>
              <a:ext cx="21172" cy="59768"/>
            </a:xfrm>
            <a:custGeom>
              <a:rect b="b" l="l" r="r" t="t"/>
              <a:pathLst>
                <a:path extrusionOk="0" h="2281" w="808">
                  <a:moveTo>
                    <a:pt x="1" y="0"/>
                  </a:moveTo>
                  <a:lnTo>
                    <a:pt x="1" y="2280"/>
                  </a:lnTo>
                  <a:cubicBezTo>
                    <a:pt x="44" y="2276"/>
                    <a:pt x="78" y="2252"/>
                    <a:pt x="87" y="2218"/>
                  </a:cubicBezTo>
                  <a:lnTo>
                    <a:pt x="755" y="610"/>
                  </a:lnTo>
                  <a:cubicBezTo>
                    <a:pt x="807" y="490"/>
                    <a:pt x="755" y="351"/>
                    <a:pt x="639" y="288"/>
                  </a:cubicBezTo>
                  <a:lnTo>
                    <a:pt x="135" y="29"/>
                  </a:lnTo>
                  <a:cubicBezTo>
                    <a:pt x="92" y="10"/>
                    <a:pt x="49"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0" name="Google Shape;20260;p89"/>
            <p:cNvSpPr/>
            <p:nvPr/>
          </p:nvSpPr>
          <p:spPr>
            <a:xfrm>
              <a:off x="7593964" y="2666900"/>
              <a:ext cx="72869" cy="40483"/>
            </a:xfrm>
            <a:custGeom>
              <a:rect b="b" l="l" r="r" t="t"/>
              <a:pathLst>
                <a:path extrusionOk="0" h="1545" w="2781">
                  <a:moveTo>
                    <a:pt x="1071" y="0"/>
                  </a:moveTo>
                  <a:cubicBezTo>
                    <a:pt x="503" y="0"/>
                    <a:pt x="1" y="288"/>
                    <a:pt x="1" y="288"/>
                  </a:cubicBezTo>
                  <a:cubicBezTo>
                    <a:pt x="1" y="288"/>
                    <a:pt x="380" y="1147"/>
                    <a:pt x="1119" y="1445"/>
                  </a:cubicBezTo>
                  <a:cubicBezTo>
                    <a:pt x="1296" y="1517"/>
                    <a:pt x="1484" y="1545"/>
                    <a:pt x="1667" y="1545"/>
                  </a:cubicBezTo>
                  <a:cubicBezTo>
                    <a:pt x="2247" y="1545"/>
                    <a:pt x="2780" y="1267"/>
                    <a:pt x="2780" y="1267"/>
                  </a:cubicBezTo>
                  <a:cubicBezTo>
                    <a:pt x="2780" y="1267"/>
                    <a:pt x="2334" y="398"/>
                    <a:pt x="1595" y="96"/>
                  </a:cubicBezTo>
                  <a:cubicBezTo>
                    <a:pt x="1422" y="27"/>
                    <a:pt x="1244" y="0"/>
                    <a:pt x="10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1" name="Google Shape;20261;p89"/>
            <p:cNvSpPr/>
            <p:nvPr/>
          </p:nvSpPr>
          <p:spPr>
            <a:xfrm>
              <a:off x="7750314" y="2666900"/>
              <a:ext cx="72974" cy="40483"/>
            </a:xfrm>
            <a:custGeom>
              <a:rect b="b" l="l" r="r" t="t"/>
              <a:pathLst>
                <a:path extrusionOk="0" h="1545" w="2785">
                  <a:moveTo>
                    <a:pt x="1714" y="0"/>
                  </a:moveTo>
                  <a:cubicBezTo>
                    <a:pt x="1542" y="0"/>
                    <a:pt x="1363" y="27"/>
                    <a:pt x="1191" y="96"/>
                  </a:cubicBezTo>
                  <a:cubicBezTo>
                    <a:pt x="447" y="398"/>
                    <a:pt x="1" y="1267"/>
                    <a:pt x="1" y="1267"/>
                  </a:cubicBezTo>
                  <a:cubicBezTo>
                    <a:pt x="1" y="1267"/>
                    <a:pt x="534" y="1545"/>
                    <a:pt x="1114" y="1545"/>
                  </a:cubicBezTo>
                  <a:cubicBezTo>
                    <a:pt x="1297" y="1545"/>
                    <a:pt x="1484" y="1517"/>
                    <a:pt x="1661" y="1445"/>
                  </a:cubicBezTo>
                  <a:cubicBezTo>
                    <a:pt x="2406" y="1147"/>
                    <a:pt x="2785" y="288"/>
                    <a:pt x="2785" y="288"/>
                  </a:cubicBezTo>
                  <a:cubicBezTo>
                    <a:pt x="2785" y="288"/>
                    <a:pt x="2282"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2" name="Google Shape;20262;p89"/>
            <p:cNvSpPr/>
            <p:nvPr/>
          </p:nvSpPr>
          <p:spPr>
            <a:xfrm>
              <a:off x="7703281" y="2574851"/>
              <a:ext cx="10717" cy="68493"/>
            </a:xfrm>
            <a:custGeom>
              <a:rect b="b" l="l" r="r" t="t"/>
              <a:pathLst>
                <a:path extrusionOk="0" h="2614" w="409">
                  <a:moveTo>
                    <a:pt x="204" y="1"/>
                  </a:moveTo>
                  <a:cubicBezTo>
                    <a:pt x="106" y="1"/>
                    <a:pt x="7" y="64"/>
                    <a:pt x="0" y="191"/>
                  </a:cubicBezTo>
                  <a:lnTo>
                    <a:pt x="0" y="2419"/>
                  </a:lnTo>
                  <a:cubicBezTo>
                    <a:pt x="7" y="2548"/>
                    <a:pt x="106" y="2613"/>
                    <a:pt x="204" y="2613"/>
                  </a:cubicBezTo>
                  <a:cubicBezTo>
                    <a:pt x="303" y="2613"/>
                    <a:pt x="401" y="2548"/>
                    <a:pt x="408" y="2419"/>
                  </a:cubicBezTo>
                  <a:lnTo>
                    <a:pt x="408" y="191"/>
                  </a:lnTo>
                  <a:cubicBezTo>
                    <a:pt x="401" y="64"/>
                    <a:pt x="303"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89"/>
            <p:cNvSpPr/>
            <p:nvPr/>
          </p:nvSpPr>
          <p:spPr>
            <a:xfrm>
              <a:off x="7526624" y="2552421"/>
              <a:ext cx="363979" cy="206869"/>
            </a:xfrm>
            <a:custGeom>
              <a:rect b="b" l="l" r="r" t="t"/>
              <a:pathLst>
                <a:path extrusionOk="0" h="7895" w="13891">
                  <a:moveTo>
                    <a:pt x="13400" y="2171"/>
                  </a:moveTo>
                  <a:cubicBezTo>
                    <a:pt x="13314" y="2651"/>
                    <a:pt x="13146" y="3313"/>
                    <a:pt x="12824" y="3673"/>
                  </a:cubicBezTo>
                  <a:cubicBezTo>
                    <a:pt x="12706" y="3801"/>
                    <a:pt x="12803" y="4009"/>
                    <a:pt x="12977" y="4009"/>
                  </a:cubicBezTo>
                  <a:cubicBezTo>
                    <a:pt x="12979" y="4009"/>
                    <a:pt x="12981" y="4009"/>
                    <a:pt x="12983" y="4009"/>
                  </a:cubicBezTo>
                  <a:cubicBezTo>
                    <a:pt x="12994" y="4009"/>
                    <a:pt x="13006" y="4008"/>
                    <a:pt x="13018" y="4008"/>
                  </a:cubicBezTo>
                  <a:cubicBezTo>
                    <a:pt x="13122" y="4008"/>
                    <a:pt x="13229" y="4027"/>
                    <a:pt x="13328" y="4057"/>
                  </a:cubicBezTo>
                  <a:cubicBezTo>
                    <a:pt x="13261" y="4172"/>
                    <a:pt x="13011" y="4427"/>
                    <a:pt x="12858" y="4585"/>
                  </a:cubicBezTo>
                  <a:lnTo>
                    <a:pt x="12863" y="4585"/>
                  </a:lnTo>
                  <a:cubicBezTo>
                    <a:pt x="12560" y="4888"/>
                    <a:pt x="12378" y="5084"/>
                    <a:pt x="12320" y="5243"/>
                  </a:cubicBezTo>
                  <a:cubicBezTo>
                    <a:pt x="12282" y="5358"/>
                    <a:pt x="12354" y="5483"/>
                    <a:pt x="12474" y="5507"/>
                  </a:cubicBezTo>
                  <a:cubicBezTo>
                    <a:pt x="12579" y="5526"/>
                    <a:pt x="12685" y="5569"/>
                    <a:pt x="12776" y="5627"/>
                  </a:cubicBezTo>
                  <a:cubicBezTo>
                    <a:pt x="12608" y="5929"/>
                    <a:pt x="12383" y="6203"/>
                    <a:pt x="12109" y="6424"/>
                  </a:cubicBezTo>
                  <a:cubicBezTo>
                    <a:pt x="11678" y="6767"/>
                    <a:pt x="11146" y="6939"/>
                    <a:pt x="10520" y="6939"/>
                  </a:cubicBezTo>
                  <a:cubicBezTo>
                    <a:pt x="10051" y="6939"/>
                    <a:pt x="9529" y="6842"/>
                    <a:pt x="8955" y="6649"/>
                  </a:cubicBezTo>
                  <a:cubicBezTo>
                    <a:pt x="8763" y="6587"/>
                    <a:pt x="8394" y="6553"/>
                    <a:pt x="7851" y="6553"/>
                  </a:cubicBezTo>
                  <a:lnTo>
                    <a:pt x="7702" y="6553"/>
                  </a:lnTo>
                  <a:lnTo>
                    <a:pt x="7890" y="6107"/>
                  </a:lnTo>
                  <a:lnTo>
                    <a:pt x="7890" y="6102"/>
                  </a:lnTo>
                  <a:cubicBezTo>
                    <a:pt x="7894" y="6088"/>
                    <a:pt x="7894" y="6078"/>
                    <a:pt x="7899" y="6064"/>
                  </a:cubicBezTo>
                  <a:cubicBezTo>
                    <a:pt x="7904" y="6054"/>
                    <a:pt x="7899" y="6054"/>
                    <a:pt x="7904" y="6049"/>
                  </a:cubicBezTo>
                  <a:cubicBezTo>
                    <a:pt x="7909" y="6044"/>
                    <a:pt x="7909" y="6035"/>
                    <a:pt x="7909" y="6025"/>
                  </a:cubicBezTo>
                  <a:cubicBezTo>
                    <a:pt x="7914" y="6016"/>
                    <a:pt x="7909" y="6016"/>
                    <a:pt x="7909" y="6006"/>
                  </a:cubicBezTo>
                  <a:cubicBezTo>
                    <a:pt x="7909" y="6001"/>
                    <a:pt x="7909" y="5992"/>
                    <a:pt x="7914" y="5982"/>
                  </a:cubicBezTo>
                  <a:cubicBezTo>
                    <a:pt x="7918" y="5977"/>
                    <a:pt x="7914" y="5972"/>
                    <a:pt x="7914" y="5968"/>
                  </a:cubicBezTo>
                  <a:lnTo>
                    <a:pt x="7914" y="5944"/>
                  </a:lnTo>
                  <a:lnTo>
                    <a:pt x="7914" y="5924"/>
                  </a:lnTo>
                  <a:lnTo>
                    <a:pt x="7914" y="5900"/>
                  </a:lnTo>
                  <a:lnTo>
                    <a:pt x="7914" y="5886"/>
                  </a:lnTo>
                  <a:lnTo>
                    <a:pt x="7914" y="5862"/>
                  </a:lnTo>
                  <a:cubicBezTo>
                    <a:pt x="7914" y="5857"/>
                    <a:pt x="7914" y="5852"/>
                    <a:pt x="7914" y="5843"/>
                  </a:cubicBezTo>
                  <a:cubicBezTo>
                    <a:pt x="7909" y="5838"/>
                    <a:pt x="7909" y="5828"/>
                    <a:pt x="7909" y="5824"/>
                  </a:cubicBezTo>
                  <a:lnTo>
                    <a:pt x="7904" y="5804"/>
                  </a:lnTo>
                  <a:cubicBezTo>
                    <a:pt x="7904" y="5800"/>
                    <a:pt x="7899" y="5790"/>
                    <a:pt x="7894" y="5785"/>
                  </a:cubicBezTo>
                  <a:lnTo>
                    <a:pt x="7890" y="5766"/>
                  </a:lnTo>
                  <a:lnTo>
                    <a:pt x="7880" y="5747"/>
                  </a:lnTo>
                  <a:lnTo>
                    <a:pt x="7875" y="5732"/>
                  </a:lnTo>
                  <a:lnTo>
                    <a:pt x="7861" y="5713"/>
                  </a:lnTo>
                  <a:lnTo>
                    <a:pt x="7851" y="5694"/>
                  </a:lnTo>
                  <a:lnTo>
                    <a:pt x="7842" y="5675"/>
                  </a:lnTo>
                  <a:lnTo>
                    <a:pt x="7832" y="5660"/>
                  </a:lnTo>
                  <a:lnTo>
                    <a:pt x="7818" y="5646"/>
                  </a:lnTo>
                  <a:lnTo>
                    <a:pt x="7803" y="5632"/>
                  </a:lnTo>
                  <a:lnTo>
                    <a:pt x="7789" y="5612"/>
                  </a:lnTo>
                  <a:lnTo>
                    <a:pt x="7774" y="5603"/>
                  </a:lnTo>
                  <a:lnTo>
                    <a:pt x="7760" y="5584"/>
                  </a:lnTo>
                  <a:lnTo>
                    <a:pt x="7746" y="5574"/>
                  </a:lnTo>
                  <a:lnTo>
                    <a:pt x="7722" y="5560"/>
                  </a:lnTo>
                  <a:lnTo>
                    <a:pt x="7712" y="5550"/>
                  </a:lnTo>
                  <a:cubicBezTo>
                    <a:pt x="8192" y="4719"/>
                    <a:pt x="8998" y="3755"/>
                    <a:pt x="10242" y="3491"/>
                  </a:cubicBezTo>
                  <a:lnTo>
                    <a:pt x="11715" y="3265"/>
                  </a:lnTo>
                  <a:cubicBezTo>
                    <a:pt x="12195" y="3188"/>
                    <a:pt x="12647" y="2943"/>
                    <a:pt x="13035" y="2550"/>
                  </a:cubicBezTo>
                  <a:lnTo>
                    <a:pt x="13400" y="2171"/>
                  </a:lnTo>
                  <a:close/>
                  <a:moveTo>
                    <a:pt x="492" y="2175"/>
                  </a:moveTo>
                  <a:lnTo>
                    <a:pt x="857" y="2550"/>
                  </a:lnTo>
                  <a:cubicBezTo>
                    <a:pt x="1241" y="2943"/>
                    <a:pt x="1697" y="3193"/>
                    <a:pt x="2177" y="3265"/>
                  </a:cubicBezTo>
                  <a:lnTo>
                    <a:pt x="3651" y="3491"/>
                  </a:lnTo>
                  <a:cubicBezTo>
                    <a:pt x="4889" y="3755"/>
                    <a:pt x="5701" y="4719"/>
                    <a:pt x="6181" y="5550"/>
                  </a:cubicBezTo>
                  <a:lnTo>
                    <a:pt x="6166" y="5560"/>
                  </a:lnTo>
                  <a:lnTo>
                    <a:pt x="6147" y="5574"/>
                  </a:lnTo>
                  <a:lnTo>
                    <a:pt x="6133" y="5584"/>
                  </a:lnTo>
                  <a:lnTo>
                    <a:pt x="6113" y="5603"/>
                  </a:lnTo>
                  <a:lnTo>
                    <a:pt x="6099" y="5612"/>
                  </a:lnTo>
                  <a:lnTo>
                    <a:pt x="6085" y="5632"/>
                  </a:lnTo>
                  <a:lnTo>
                    <a:pt x="6075" y="5646"/>
                  </a:lnTo>
                  <a:lnTo>
                    <a:pt x="6061" y="5660"/>
                  </a:lnTo>
                  <a:lnTo>
                    <a:pt x="6051" y="5680"/>
                  </a:lnTo>
                  <a:lnTo>
                    <a:pt x="6037" y="5699"/>
                  </a:lnTo>
                  <a:lnTo>
                    <a:pt x="6027" y="5713"/>
                  </a:lnTo>
                  <a:lnTo>
                    <a:pt x="6017" y="5732"/>
                  </a:lnTo>
                  <a:lnTo>
                    <a:pt x="6008" y="5747"/>
                  </a:lnTo>
                  <a:lnTo>
                    <a:pt x="6003" y="5771"/>
                  </a:lnTo>
                  <a:lnTo>
                    <a:pt x="5993" y="5785"/>
                  </a:lnTo>
                  <a:lnTo>
                    <a:pt x="5989" y="5804"/>
                  </a:lnTo>
                  <a:lnTo>
                    <a:pt x="5984" y="5824"/>
                  </a:lnTo>
                  <a:cubicBezTo>
                    <a:pt x="5984" y="5833"/>
                    <a:pt x="5979" y="5838"/>
                    <a:pt x="5979" y="5848"/>
                  </a:cubicBezTo>
                  <a:cubicBezTo>
                    <a:pt x="5979" y="5852"/>
                    <a:pt x="5979" y="5857"/>
                    <a:pt x="5974" y="5867"/>
                  </a:cubicBezTo>
                  <a:cubicBezTo>
                    <a:pt x="5969" y="5872"/>
                    <a:pt x="5974" y="5881"/>
                    <a:pt x="5974" y="5886"/>
                  </a:cubicBezTo>
                  <a:lnTo>
                    <a:pt x="5974" y="5905"/>
                  </a:lnTo>
                  <a:lnTo>
                    <a:pt x="5974" y="5929"/>
                  </a:lnTo>
                  <a:lnTo>
                    <a:pt x="5974" y="5944"/>
                  </a:lnTo>
                  <a:lnTo>
                    <a:pt x="5974" y="5968"/>
                  </a:lnTo>
                  <a:lnTo>
                    <a:pt x="5974" y="5987"/>
                  </a:lnTo>
                  <a:cubicBezTo>
                    <a:pt x="5974" y="5992"/>
                    <a:pt x="5974" y="6001"/>
                    <a:pt x="5979" y="6011"/>
                  </a:cubicBezTo>
                  <a:cubicBezTo>
                    <a:pt x="5984" y="6016"/>
                    <a:pt x="5979" y="6020"/>
                    <a:pt x="5979" y="6025"/>
                  </a:cubicBezTo>
                  <a:cubicBezTo>
                    <a:pt x="5979" y="6035"/>
                    <a:pt x="5984" y="6044"/>
                    <a:pt x="5984" y="6054"/>
                  </a:cubicBezTo>
                  <a:cubicBezTo>
                    <a:pt x="5989" y="6059"/>
                    <a:pt x="5984" y="6064"/>
                    <a:pt x="5989" y="6068"/>
                  </a:cubicBezTo>
                  <a:cubicBezTo>
                    <a:pt x="5993" y="6073"/>
                    <a:pt x="5998" y="6088"/>
                    <a:pt x="5998" y="6097"/>
                  </a:cubicBezTo>
                  <a:lnTo>
                    <a:pt x="6003" y="6107"/>
                  </a:lnTo>
                  <a:lnTo>
                    <a:pt x="6190" y="6553"/>
                  </a:lnTo>
                  <a:cubicBezTo>
                    <a:pt x="6151" y="6553"/>
                    <a:pt x="6113" y="6553"/>
                    <a:pt x="6075" y="6553"/>
                  </a:cubicBezTo>
                  <a:cubicBezTo>
                    <a:pt x="5514" y="6553"/>
                    <a:pt x="5131" y="6586"/>
                    <a:pt x="4933" y="6649"/>
                  </a:cubicBezTo>
                  <a:cubicBezTo>
                    <a:pt x="4357" y="6845"/>
                    <a:pt x="3833" y="6943"/>
                    <a:pt x="3363" y="6943"/>
                  </a:cubicBezTo>
                  <a:cubicBezTo>
                    <a:pt x="2739" y="6943"/>
                    <a:pt x="2209" y="6771"/>
                    <a:pt x="1779" y="6428"/>
                  </a:cubicBezTo>
                  <a:cubicBezTo>
                    <a:pt x="1510" y="6203"/>
                    <a:pt x="1284" y="5934"/>
                    <a:pt x="1112" y="5627"/>
                  </a:cubicBezTo>
                  <a:cubicBezTo>
                    <a:pt x="1208" y="5569"/>
                    <a:pt x="1308" y="5531"/>
                    <a:pt x="1419" y="5507"/>
                  </a:cubicBezTo>
                  <a:cubicBezTo>
                    <a:pt x="1539" y="5483"/>
                    <a:pt x="1606" y="5363"/>
                    <a:pt x="1572" y="5248"/>
                  </a:cubicBezTo>
                  <a:cubicBezTo>
                    <a:pt x="1520" y="5084"/>
                    <a:pt x="1332" y="4892"/>
                    <a:pt x="1030" y="4585"/>
                  </a:cubicBezTo>
                  <a:cubicBezTo>
                    <a:pt x="876" y="4427"/>
                    <a:pt x="627" y="4172"/>
                    <a:pt x="564" y="4062"/>
                  </a:cubicBezTo>
                  <a:cubicBezTo>
                    <a:pt x="656" y="4030"/>
                    <a:pt x="751" y="4011"/>
                    <a:pt x="849" y="4011"/>
                  </a:cubicBezTo>
                  <a:cubicBezTo>
                    <a:pt x="869" y="4011"/>
                    <a:pt x="889" y="4012"/>
                    <a:pt x="910" y="4014"/>
                  </a:cubicBezTo>
                  <a:cubicBezTo>
                    <a:pt x="912" y="4014"/>
                    <a:pt x="914" y="4014"/>
                    <a:pt x="916" y="4014"/>
                  </a:cubicBezTo>
                  <a:cubicBezTo>
                    <a:pt x="1090" y="4014"/>
                    <a:pt x="1182" y="3806"/>
                    <a:pt x="1068" y="3673"/>
                  </a:cubicBezTo>
                  <a:cubicBezTo>
                    <a:pt x="742" y="3313"/>
                    <a:pt x="574" y="2655"/>
                    <a:pt x="492" y="2175"/>
                  </a:cubicBezTo>
                  <a:close/>
                  <a:moveTo>
                    <a:pt x="6944" y="5624"/>
                  </a:moveTo>
                  <a:cubicBezTo>
                    <a:pt x="6957" y="5624"/>
                    <a:pt x="6970" y="5627"/>
                    <a:pt x="6982" y="5632"/>
                  </a:cubicBezTo>
                  <a:lnTo>
                    <a:pt x="7491" y="5896"/>
                  </a:lnTo>
                  <a:lnTo>
                    <a:pt x="7496" y="5900"/>
                  </a:lnTo>
                  <a:cubicBezTo>
                    <a:pt x="7515" y="5910"/>
                    <a:pt x="7520" y="5934"/>
                    <a:pt x="7510" y="5953"/>
                  </a:cubicBezTo>
                  <a:lnTo>
                    <a:pt x="7515" y="5953"/>
                  </a:lnTo>
                  <a:lnTo>
                    <a:pt x="7213" y="6688"/>
                  </a:lnTo>
                  <a:lnTo>
                    <a:pt x="6949" y="7316"/>
                  </a:lnTo>
                  <a:lnTo>
                    <a:pt x="6689" y="6688"/>
                  </a:lnTo>
                  <a:lnTo>
                    <a:pt x="6377" y="5953"/>
                  </a:lnTo>
                  <a:cubicBezTo>
                    <a:pt x="6373" y="5929"/>
                    <a:pt x="6382" y="5905"/>
                    <a:pt x="6401" y="5896"/>
                  </a:cubicBezTo>
                  <a:lnTo>
                    <a:pt x="6905" y="5632"/>
                  </a:lnTo>
                  <a:cubicBezTo>
                    <a:pt x="6917" y="5627"/>
                    <a:pt x="6931" y="5624"/>
                    <a:pt x="6944" y="5624"/>
                  </a:cubicBezTo>
                  <a:close/>
                  <a:moveTo>
                    <a:pt x="2218" y="0"/>
                  </a:moveTo>
                  <a:cubicBezTo>
                    <a:pt x="1980" y="0"/>
                    <a:pt x="1742" y="21"/>
                    <a:pt x="1505" y="63"/>
                  </a:cubicBezTo>
                  <a:cubicBezTo>
                    <a:pt x="1347" y="92"/>
                    <a:pt x="1289" y="289"/>
                    <a:pt x="1404" y="404"/>
                  </a:cubicBezTo>
                  <a:cubicBezTo>
                    <a:pt x="1736" y="735"/>
                    <a:pt x="1932" y="1100"/>
                    <a:pt x="2124" y="1460"/>
                  </a:cubicBezTo>
                  <a:cubicBezTo>
                    <a:pt x="2388" y="1955"/>
                    <a:pt x="2662" y="2468"/>
                    <a:pt x="3286" y="2828"/>
                  </a:cubicBezTo>
                  <a:cubicBezTo>
                    <a:pt x="3327" y="2856"/>
                    <a:pt x="3367" y="2868"/>
                    <a:pt x="3405" y="2868"/>
                  </a:cubicBezTo>
                  <a:cubicBezTo>
                    <a:pt x="3587" y="2868"/>
                    <a:pt x="3703" y="2585"/>
                    <a:pt x="3488" y="2478"/>
                  </a:cubicBezTo>
                  <a:cubicBezTo>
                    <a:pt x="2964" y="2175"/>
                    <a:pt x="2739" y="1753"/>
                    <a:pt x="2480" y="1268"/>
                  </a:cubicBezTo>
                  <a:cubicBezTo>
                    <a:pt x="2331" y="966"/>
                    <a:pt x="2153" y="683"/>
                    <a:pt x="1952" y="414"/>
                  </a:cubicBezTo>
                  <a:cubicBezTo>
                    <a:pt x="2032" y="408"/>
                    <a:pt x="2112" y="405"/>
                    <a:pt x="2194" y="405"/>
                  </a:cubicBezTo>
                  <a:cubicBezTo>
                    <a:pt x="3187" y="405"/>
                    <a:pt x="4247" y="835"/>
                    <a:pt x="5081" y="1590"/>
                  </a:cubicBezTo>
                  <a:cubicBezTo>
                    <a:pt x="5753" y="2199"/>
                    <a:pt x="6305" y="3313"/>
                    <a:pt x="6579" y="4561"/>
                  </a:cubicBezTo>
                  <a:cubicBezTo>
                    <a:pt x="6272" y="3951"/>
                    <a:pt x="5907" y="3371"/>
                    <a:pt x="5485" y="2833"/>
                  </a:cubicBezTo>
                  <a:cubicBezTo>
                    <a:pt x="5439" y="2769"/>
                    <a:pt x="5381" y="2743"/>
                    <a:pt x="5323" y="2743"/>
                  </a:cubicBezTo>
                  <a:cubicBezTo>
                    <a:pt x="5173" y="2743"/>
                    <a:pt x="5031" y="2923"/>
                    <a:pt x="5163" y="3083"/>
                  </a:cubicBezTo>
                  <a:cubicBezTo>
                    <a:pt x="5638" y="3692"/>
                    <a:pt x="6041" y="4359"/>
                    <a:pt x="6363" y="5070"/>
                  </a:cubicBezTo>
                  <a:cubicBezTo>
                    <a:pt x="5825" y="4235"/>
                    <a:pt x="4981" y="3351"/>
                    <a:pt x="3728" y="3087"/>
                  </a:cubicBezTo>
                  <a:lnTo>
                    <a:pt x="3718" y="3087"/>
                  </a:lnTo>
                  <a:lnTo>
                    <a:pt x="2240" y="2857"/>
                  </a:lnTo>
                  <a:cubicBezTo>
                    <a:pt x="1851" y="2799"/>
                    <a:pt x="1472" y="2593"/>
                    <a:pt x="1150" y="2257"/>
                  </a:cubicBezTo>
                  <a:lnTo>
                    <a:pt x="358" y="1455"/>
                  </a:lnTo>
                  <a:cubicBezTo>
                    <a:pt x="317" y="1411"/>
                    <a:pt x="265" y="1392"/>
                    <a:pt x="215" y="1392"/>
                  </a:cubicBezTo>
                  <a:cubicBezTo>
                    <a:pt x="106" y="1392"/>
                    <a:pt x="1" y="1481"/>
                    <a:pt x="8" y="1609"/>
                  </a:cubicBezTo>
                  <a:cubicBezTo>
                    <a:pt x="12" y="1667"/>
                    <a:pt x="99" y="2862"/>
                    <a:pt x="550" y="3639"/>
                  </a:cubicBezTo>
                  <a:cubicBezTo>
                    <a:pt x="430" y="3663"/>
                    <a:pt x="320" y="3721"/>
                    <a:pt x="233" y="3807"/>
                  </a:cubicBezTo>
                  <a:cubicBezTo>
                    <a:pt x="161" y="3894"/>
                    <a:pt x="132" y="4004"/>
                    <a:pt x="156" y="4110"/>
                  </a:cubicBezTo>
                  <a:cubicBezTo>
                    <a:pt x="190" y="4297"/>
                    <a:pt x="401" y="4518"/>
                    <a:pt x="742" y="4868"/>
                  </a:cubicBezTo>
                  <a:cubicBezTo>
                    <a:pt x="838" y="4964"/>
                    <a:pt x="963" y="5089"/>
                    <a:pt x="1054" y="5195"/>
                  </a:cubicBezTo>
                  <a:cubicBezTo>
                    <a:pt x="920" y="5257"/>
                    <a:pt x="785" y="5344"/>
                    <a:pt x="723" y="5473"/>
                  </a:cubicBezTo>
                  <a:cubicBezTo>
                    <a:pt x="675" y="5579"/>
                    <a:pt x="684" y="5699"/>
                    <a:pt x="742" y="5800"/>
                  </a:cubicBezTo>
                  <a:cubicBezTo>
                    <a:pt x="944" y="6160"/>
                    <a:pt x="1208" y="6481"/>
                    <a:pt x="1529" y="6745"/>
                  </a:cubicBezTo>
                  <a:cubicBezTo>
                    <a:pt x="2033" y="7148"/>
                    <a:pt x="2648" y="7350"/>
                    <a:pt x="3363" y="7350"/>
                  </a:cubicBezTo>
                  <a:cubicBezTo>
                    <a:pt x="3877" y="7350"/>
                    <a:pt x="4443" y="7244"/>
                    <a:pt x="5062" y="7033"/>
                  </a:cubicBezTo>
                  <a:cubicBezTo>
                    <a:pt x="5214" y="6984"/>
                    <a:pt x="5578" y="6959"/>
                    <a:pt x="6090" y="6959"/>
                  </a:cubicBezTo>
                  <a:cubicBezTo>
                    <a:pt x="6176" y="6959"/>
                    <a:pt x="6265" y="6960"/>
                    <a:pt x="6358" y="6961"/>
                  </a:cubicBezTo>
                  <a:lnTo>
                    <a:pt x="6670" y="7715"/>
                  </a:lnTo>
                  <a:cubicBezTo>
                    <a:pt x="6723" y="7835"/>
                    <a:pt x="6835" y="7895"/>
                    <a:pt x="6946" y="7895"/>
                  </a:cubicBezTo>
                  <a:cubicBezTo>
                    <a:pt x="7057" y="7895"/>
                    <a:pt x="7167" y="7835"/>
                    <a:pt x="7218" y="7715"/>
                  </a:cubicBezTo>
                  <a:lnTo>
                    <a:pt x="7530" y="6961"/>
                  </a:lnTo>
                  <a:cubicBezTo>
                    <a:pt x="7623" y="6960"/>
                    <a:pt x="7712" y="6959"/>
                    <a:pt x="7798" y="6959"/>
                  </a:cubicBezTo>
                  <a:cubicBezTo>
                    <a:pt x="8311" y="6959"/>
                    <a:pt x="8677" y="6984"/>
                    <a:pt x="8826" y="7033"/>
                  </a:cubicBezTo>
                  <a:cubicBezTo>
                    <a:pt x="9445" y="7244"/>
                    <a:pt x="10011" y="7350"/>
                    <a:pt x="10530" y="7350"/>
                  </a:cubicBezTo>
                  <a:cubicBezTo>
                    <a:pt x="11245" y="7350"/>
                    <a:pt x="11859" y="7148"/>
                    <a:pt x="12363" y="6745"/>
                  </a:cubicBezTo>
                  <a:cubicBezTo>
                    <a:pt x="12680" y="6481"/>
                    <a:pt x="12949" y="6160"/>
                    <a:pt x="13146" y="5800"/>
                  </a:cubicBezTo>
                  <a:cubicBezTo>
                    <a:pt x="13208" y="5699"/>
                    <a:pt x="13213" y="5579"/>
                    <a:pt x="13165" y="5473"/>
                  </a:cubicBezTo>
                  <a:cubicBezTo>
                    <a:pt x="13107" y="5344"/>
                    <a:pt x="12968" y="5252"/>
                    <a:pt x="12834" y="5195"/>
                  </a:cubicBezTo>
                  <a:cubicBezTo>
                    <a:pt x="12930" y="5094"/>
                    <a:pt x="13055" y="4964"/>
                    <a:pt x="13146" y="4868"/>
                  </a:cubicBezTo>
                  <a:cubicBezTo>
                    <a:pt x="13487" y="4518"/>
                    <a:pt x="13698" y="4297"/>
                    <a:pt x="13736" y="4110"/>
                  </a:cubicBezTo>
                  <a:cubicBezTo>
                    <a:pt x="13755" y="4004"/>
                    <a:pt x="13727" y="3894"/>
                    <a:pt x="13659" y="3807"/>
                  </a:cubicBezTo>
                  <a:cubicBezTo>
                    <a:pt x="13573" y="3721"/>
                    <a:pt x="13463" y="3659"/>
                    <a:pt x="13343" y="3639"/>
                  </a:cubicBezTo>
                  <a:cubicBezTo>
                    <a:pt x="13789" y="2857"/>
                    <a:pt x="13875" y="1667"/>
                    <a:pt x="13880" y="1609"/>
                  </a:cubicBezTo>
                  <a:cubicBezTo>
                    <a:pt x="13890" y="1478"/>
                    <a:pt x="13786" y="1389"/>
                    <a:pt x="13675" y="1389"/>
                  </a:cubicBezTo>
                  <a:cubicBezTo>
                    <a:pt x="13625" y="1389"/>
                    <a:pt x="13572" y="1408"/>
                    <a:pt x="13530" y="1451"/>
                  </a:cubicBezTo>
                  <a:lnTo>
                    <a:pt x="12738" y="2267"/>
                  </a:lnTo>
                  <a:cubicBezTo>
                    <a:pt x="12421" y="2598"/>
                    <a:pt x="12042" y="2804"/>
                    <a:pt x="11653" y="2867"/>
                  </a:cubicBezTo>
                  <a:lnTo>
                    <a:pt x="10174" y="3092"/>
                  </a:lnTo>
                  <a:lnTo>
                    <a:pt x="10160" y="3092"/>
                  </a:lnTo>
                  <a:cubicBezTo>
                    <a:pt x="8869" y="3366"/>
                    <a:pt x="8010" y="4292"/>
                    <a:pt x="7477" y="5156"/>
                  </a:cubicBezTo>
                  <a:cubicBezTo>
                    <a:pt x="7798" y="4417"/>
                    <a:pt x="8226" y="3726"/>
                    <a:pt x="8734" y="3107"/>
                  </a:cubicBezTo>
                  <a:cubicBezTo>
                    <a:pt x="8845" y="2953"/>
                    <a:pt x="8712" y="2782"/>
                    <a:pt x="8566" y="2782"/>
                  </a:cubicBezTo>
                  <a:cubicBezTo>
                    <a:pt x="8515" y="2782"/>
                    <a:pt x="8462" y="2803"/>
                    <a:pt x="8418" y="2852"/>
                  </a:cubicBezTo>
                  <a:cubicBezTo>
                    <a:pt x="8000" y="3366"/>
                    <a:pt x="7635" y="3918"/>
                    <a:pt x="7333" y="4508"/>
                  </a:cubicBezTo>
                  <a:cubicBezTo>
                    <a:pt x="7611" y="3279"/>
                    <a:pt x="8154" y="2190"/>
                    <a:pt x="8816" y="1590"/>
                  </a:cubicBezTo>
                  <a:cubicBezTo>
                    <a:pt x="9650" y="831"/>
                    <a:pt x="10709" y="405"/>
                    <a:pt x="11698" y="405"/>
                  </a:cubicBezTo>
                  <a:cubicBezTo>
                    <a:pt x="11779" y="405"/>
                    <a:pt x="11861" y="408"/>
                    <a:pt x="11941" y="414"/>
                  </a:cubicBezTo>
                  <a:cubicBezTo>
                    <a:pt x="11739" y="683"/>
                    <a:pt x="11567" y="966"/>
                    <a:pt x="11413" y="1268"/>
                  </a:cubicBezTo>
                  <a:cubicBezTo>
                    <a:pt x="11154" y="1753"/>
                    <a:pt x="10928" y="2175"/>
                    <a:pt x="10410" y="2478"/>
                  </a:cubicBezTo>
                  <a:cubicBezTo>
                    <a:pt x="10230" y="2601"/>
                    <a:pt x="10339" y="2853"/>
                    <a:pt x="10515" y="2853"/>
                  </a:cubicBezTo>
                  <a:cubicBezTo>
                    <a:pt x="10546" y="2853"/>
                    <a:pt x="10578" y="2845"/>
                    <a:pt x="10611" y="2828"/>
                  </a:cubicBezTo>
                  <a:cubicBezTo>
                    <a:pt x="11235" y="2468"/>
                    <a:pt x="11509" y="1955"/>
                    <a:pt x="11773" y="1460"/>
                  </a:cubicBezTo>
                  <a:cubicBezTo>
                    <a:pt x="11965" y="1100"/>
                    <a:pt x="12162" y="735"/>
                    <a:pt x="12493" y="404"/>
                  </a:cubicBezTo>
                  <a:cubicBezTo>
                    <a:pt x="12608" y="289"/>
                    <a:pt x="12551" y="92"/>
                    <a:pt x="12387" y="63"/>
                  </a:cubicBezTo>
                  <a:cubicBezTo>
                    <a:pt x="12152" y="21"/>
                    <a:pt x="11915" y="0"/>
                    <a:pt x="11678" y="0"/>
                  </a:cubicBezTo>
                  <a:cubicBezTo>
                    <a:pt x="11214" y="0"/>
                    <a:pt x="10751" y="80"/>
                    <a:pt x="10309" y="236"/>
                  </a:cubicBezTo>
                  <a:cubicBezTo>
                    <a:pt x="9656" y="466"/>
                    <a:pt x="9056" y="822"/>
                    <a:pt x="8542" y="1287"/>
                  </a:cubicBezTo>
                  <a:cubicBezTo>
                    <a:pt x="8072" y="1715"/>
                    <a:pt x="7654" y="2353"/>
                    <a:pt x="7338" y="3126"/>
                  </a:cubicBezTo>
                  <a:cubicBezTo>
                    <a:pt x="7179" y="3529"/>
                    <a:pt x="7045" y="3942"/>
                    <a:pt x="6949" y="4364"/>
                  </a:cubicBezTo>
                  <a:cubicBezTo>
                    <a:pt x="6853" y="3942"/>
                    <a:pt x="6718" y="3529"/>
                    <a:pt x="6555" y="3126"/>
                  </a:cubicBezTo>
                  <a:cubicBezTo>
                    <a:pt x="6238" y="2353"/>
                    <a:pt x="5821" y="1715"/>
                    <a:pt x="5350" y="1287"/>
                  </a:cubicBezTo>
                  <a:cubicBezTo>
                    <a:pt x="4841" y="822"/>
                    <a:pt x="4241" y="466"/>
                    <a:pt x="3584" y="236"/>
                  </a:cubicBezTo>
                  <a:cubicBezTo>
                    <a:pt x="3145" y="80"/>
                    <a:pt x="2683" y="0"/>
                    <a:pt x="22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4" name="Google Shape;20264;p89"/>
            <p:cNvSpPr/>
            <p:nvPr/>
          </p:nvSpPr>
          <p:spPr>
            <a:xfrm>
              <a:off x="7587937" y="2661529"/>
              <a:ext cx="91054" cy="52091"/>
            </a:xfrm>
            <a:custGeom>
              <a:rect b="b" l="l" r="r" t="t"/>
              <a:pathLst>
                <a:path extrusionOk="0" h="1988" w="3475">
                  <a:moveTo>
                    <a:pt x="1294" y="409"/>
                  </a:moveTo>
                  <a:cubicBezTo>
                    <a:pt x="1445" y="409"/>
                    <a:pt x="1600" y="432"/>
                    <a:pt x="1748" y="493"/>
                  </a:cubicBezTo>
                  <a:cubicBezTo>
                    <a:pt x="2204" y="675"/>
                    <a:pt x="2554" y="1122"/>
                    <a:pt x="2717" y="1376"/>
                  </a:cubicBezTo>
                  <a:cubicBezTo>
                    <a:pt x="2525" y="1453"/>
                    <a:pt x="2216" y="1549"/>
                    <a:pt x="1897" y="1549"/>
                  </a:cubicBezTo>
                  <a:cubicBezTo>
                    <a:pt x="1738" y="1549"/>
                    <a:pt x="1577" y="1525"/>
                    <a:pt x="1426" y="1463"/>
                  </a:cubicBezTo>
                  <a:cubicBezTo>
                    <a:pt x="965" y="1276"/>
                    <a:pt x="653" y="834"/>
                    <a:pt x="504" y="584"/>
                  </a:cubicBezTo>
                  <a:cubicBezTo>
                    <a:pt x="686" y="510"/>
                    <a:pt x="981" y="409"/>
                    <a:pt x="1294" y="409"/>
                  </a:cubicBezTo>
                  <a:close/>
                  <a:moveTo>
                    <a:pt x="1295" y="0"/>
                  </a:moveTo>
                  <a:cubicBezTo>
                    <a:pt x="684" y="0"/>
                    <a:pt x="154" y="297"/>
                    <a:pt x="125" y="315"/>
                  </a:cubicBezTo>
                  <a:cubicBezTo>
                    <a:pt x="39" y="368"/>
                    <a:pt x="0" y="479"/>
                    <a:pt x="44" y="575"/>
                  </a:cubicBezTo>
                  <a:cubicBezTo>
                    <a:pt x="58" y="613"/>
                    <a:pt x="466" y="1511"/>
                    <a:pt x="1273" y="1837"/>
                  </a:cubicBezTo>
                  <a:cubicBezTo>
                    <a:pt x="1469" y="1914"/>
                    <a:pt x="1681" y="1952"/>
                    <a:pt x="1892" y="1952"/>
                  </a:cubicBezTo>
                  <a:cubicBezTo>
                    <a:pt x="2252" y="1943"/>
                    <a:pt x="2602" y="1866"/>
                    <a:pt x="2929" y="1727"/>
                  </a:cubicBezTo>
                  <a:lnTo>
                    <a:pt x="3015" y="1876"/>
                  </a:lnTo>
                  <a:cubicBezTo>
                    <a:pt x="3056" y="1955"/>
                    <a:pt x="3121" y="1988"/>
                    <a:pt x="3186" y="1988"/>
                  </a:cubicBezTo>
                  <a:cubicBezTo>
                    <a:pt x="3329" y="1988"/>
                    <a:pt x="3474" y="1831"/>
                    <a:pt x="3365" y="1669"/>
                  </a:cubicBezTo>
                  <a:lnTo>
                    <a:pt x="3188" y="1372"/>
                  </a:lnTo>
                  <a:cubicBezTo>
                    <a:pt x="3145" y="1285"/>
                    <a:pt x="2679" y="431"/>
                    <a:pt x="1901" y="114"/>
                  </a:cubicBezTo>
                  <a:cubicBezTo>
                    <a:pt x="1700" y="32"/>
                    <a:pt x="1493" y="0"/>
                    <a:pt x="1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5" name="Google Shape;20265;p89"/>
            <p:cNvSpPr/>
            <p:nvPr/>
          </p:nvSpPr>
          <p:spPr>
            <a:xfrm>
              <a:off x="7738287" y="2661581"/>
              <a:ext cx="91054" cy="52195"/>
            </a:xfrm>
            <a:custGeom>
              <a:rect b="b" l="l" r="r" t="t"/>
              <a:pathLst>
                <a:path extrusionOk="0" h="1992" w="3475">
                  <a:moveTo>
                    <a:pt x="2178" y="407"/>
                  </a:moveTo>
                  <a:cubicBezTo>
                    <a:pt x="2491" y="407"/>
                    <a:pt x="2787" y="508"/>
                    <a:pt x="2965" y="582"/>
                  </a:cubicBezTo>
                  <a:cubicBezTo>
                    <a:pt x="2821" y="832"/>
                    <a:pt x="2509" y="1274"/>
                    <a:pt x="2048" y="1461"/>
                  </a:cubicBezTo>
                  <a:cubicBezTo>
                    <a:pt x="1896" y="1523"/>
                    <a:pt x="1734" y="1547"/>
                    <a:pt x="1575" y="1547"/>
                  </a:cubicBezTo>
                  <a:cubicBezTo>
                    <a:pt x="1256" y="1547"/>
                    <a:pt x="948" y="1451"/>
                    <a:pt x="752" y="1374"/>
                  </a:cubicBezTo>
                  <a:cubicBezTo>
                    <a:pt x="920" y="1120"/>
                    <a:pt x="1261" y="678"/>
                    <a:pt x="1727" y="491"/>
                  </a:cubicBezTo>
                  <a:cubicBezTo>
                    <a:pt x="1873" y="430"/>
                    <a:pt x="2028" y="407"/>
                    <a:pt x="2178" y="407"/>
                  </a:cubicBezTo>
                  <a:close/>
                  <a:moveTo>
                    <a:pt x="2173" y="1"/>
                  </a:moveTo>
                  <a:cubicBezTo>
                    <a:pt x="1977" y="1"/>
                    <a:pt x="1772" y="31"/>
                    <a:pt x="1573" y="112"/>
                  </a:cubicBezTo>
                  <a:cubicBezTo>
                    <a:pt x="791" y="429"/>
                    <a:pt x="330" y="1288"/>
                    <a:pt x="282" y="1374"/>
                  </a:cubicBezTo>
                  <a:lnTo>
                    <a:pt x="109" y="1672"/>
                  </a:lnTo>
                  <a:cubicBezTo>
                    <a:pt x="1" y="1836"/>
                    <a:pt x="142" y="1992"/>
                    <a:pt x="285" y="1992"/>
                  </a:cubicBezTo>
                  <a:cubicBezTo>
                    <a:pt x="351" y="1992"/>
                    <a:pt x="417" y="1959"/>
                    <a:pt x="460" y="1878"/>
                  </a:cubicBezTo>
                  <a:lnTo>
                    <a:pt x="541" y="1734"/>
                  </a:lnTo>
                  <a:cubicBezTo>
                    <a:pt x="872" y="1874"/>
                    <a:pt x="1223" y="1950"/>
                    <a:pt x="1578" y="1955"/>
                  </a:cubicBezTo>
                  <a:cubicBezTo>
                    <a:pt x="1590" y="1955"/>
                    <a:pt x="1602" y="1956"/>
                    <a:pt x="1613" y="1956"/>
                  </a:cubicBezTo>
                  <a:cubicBezTo>
                    <a:pt x="1813" y="1956"/>
                    <a:pt x="2011" y="1917"/>
                    <a:pt x="2197" y="1845"/>
                  </a:cubicBezTo>
                  <a:cubicBezTo>
                    <a:pt x="3009" y="1518"/>
                    <a:pt x="3412" y="616"/>
                    <a:pt x="3431" y="577"/>
                  </a:cubicBezTo>
                  <a:cubicBezTo>
                    <a:pt x="3474" y="481"/>
                    <a:pt x="3441" y="366"/>
                    <a:pt x="3345" y="313"/>
                  </a:cubicBezTo>
                  <a:cubicBezTo>
                    <a:pt x="3315" y="299"/>
                    <a:pt x="2785" y="1"/>
                    <a:pt x="21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6" name="Google Shape;20266;p89"/>
            <p:cNvSpPr/>
            <p:nvPr/>
          </p:nvSpPr>
          <p:spPr>
            <a:xfrm>
              <a:off x="7676109" y="2460686"/>
              <a:ext cx="64930" cy="125484"/>
            </a:xfrm>
            <a:custGeom>
              <a:rect b="b" l="l" r="r" t="t"/>
              <a:pathLst>
                <a:path extrusionOk="0" h="4789" w="2478">
                  <a:moveTo>
                    <a:pt x="1239" y="0"/>
                  </a:moveTo>
                  <a:cubicBezTo>
                    <a:pt x="1163" y="0"/>
                    <a:pt x="1088" y="41"/>
                    <a:pt x="1052" y="123"/>
                  </a:cubicBezTo>
                  <a:cubicBezTo>
                    <a:pt x="1013" y="214"/>
                    <a:pt x="58" y="2427"/>
                    <a:pt x="5" y="4558"/>
                  </a:cubicBezTo>
                  <a:cubicBezTo>
                    <a:pt x="0" y="4668"/>
                    <a:pt x="92" y="4764"/>
                    <a:pt x="202" y="4764"/>
                  </a:cubicBezTo>
                  <a:lnTo>
                    <a:pt x="207" y="4764"/>
                  </a:lnTo>
                  <a:cubicBezTo>
                    <a:pt x="317" y="4764"/>
                    <a:pt x="408" y="4678"/>
                    <a:pt x="413" y="4568"/>
                  </a:cubicBezTo>
                  <a:cubicBezTo>
                    <a:pt x="452" y="3089"/>
                    <a:pt x="956" y="1519"/>
                    <a:pt x="1239" y="756"/>
                  </a:cubicBezTo>
                  <a:cubicBezTo>
                    <a:pt x="1522" y="1524"/>
                    <a:pt x="2036" y="3103"/>
                    <a:pt x="2069" y="4592"/>
                  </a:cubicBezTo>
                  <a:cubicBezTo>
                    <a:pt x="2069" y="4702"/>
                    <a:pt x="2161" y="4788"/>
                    <a:pt x="2271" y="4788"/>
                  </a:cubicBezTo>
                  <a:lnTo>
                    <a:pt x="2276" y="4788"/>
                  </a:lnTo>
                  <a:cubicBezTo>
                    <a:pt x="2386" y="4788"/>
                    <a:pt x="2477" y="4692"/>
                    <a:pt x="2477" y="4582"/>
                  </a:cubicBezTo>
                  <a:cubicBezTo>
                    <a:pt x="2429" y="2446"/>
                    <a:pt x="1469" y="219"/>
                    <a:pt x="1426" y="123"/>
                  </a:cubicBezTo>
                  <a:cubicBezTo>
                    <a:pt x="1390" y="41"/>
                    <a:pt x="1315" y="0"/>
                    <a:pt x="12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67" name="Google Shape;20267;p89"/>
          <p:cNvGrpSpPr/>
          <p:nvPr/>
        </p:nvGrpSpPr>
        <p:grpSpPr>
          <a:xfrm>
            <a:off x="7108353" y="1985085"/>
            <a:ext cx="346161" cy="363481"/>
            <a:chOff x="7108353" y="1985085"/>
            <a:chExt cx="346161" cy="363481"/>
          </a:xfrm>
        </p:grpSpPr>
        <p:sp>
          <p:nvSpPr>
            <p:cNvPr id="20268" name="Google Shape;20268;p89"/>
            <p:cNvSpPr/>
            <p:nvPr/>
          </p:nvSpPr>
          <p:spPr>
            <a:xfrm>
              <a:off x="7138014" y="2121390"/>
              <a:ext cx="217245" cy="221909"/>
            </a:xfrm>
            <a:custGeom>
              <a:rect b="b" l="l" r="r" t="t"/>
              <a:pathLst>
                <a:path extrusionOk="0" h="8469" w="8291">
                  <a:moveTo>
                    <a:pt x="1244" y="1"/>
                  </a:moveTo>
                  <a:cubicBezTo>
                    <a:pt x="1244" y="4013"/>
                    <a:pt x="1" y="7638"/>
                    <a:pt x="1" y="7638"/>
                  </a:cubicBezTo>
                  <a:lnTo>
                    <a:pt x="6" y="7638"/>
                  </a:lnTo>
                  <a:cubicBezTo>
                    <a:pt x="1" y="7647"/>
                    <a:pt x="1" y="7662"/>
                    <a:pt x="1" y="7676"/>
                  </a:cubicBezTo>
                  <a:cubicBezTo>
                    <a:pt x="1" y="8113"/>
                    <a:pt x="1854" y="8468"/>
                    <a:pt x="4144" y="8468"/>
                  </a:cubicBezTo>
                  <a:cubicBezTo>
                    <a:pt x="6433" y="8468"/>
                    <a:pt x="8291" y="8113"/>
                    <a:pt x="8291" y="7676"/>
                  </a:cubicBezTo>
                  <a:cubicBezTo>
                    <a:pt x="8286" y="7662"/>
                    <a:pt x="8286" y="7647"/>
                    <a:pt x="8281" y="7638"/>
                  </a:cubicBezTo>
                  <a:lnTo>
                    <a:pt x="8291" y="7638"/>
                  </a:lnTo>
                  <a:cubicBezTo>
                    <a:pt x="8291" y="7638"/>
                    <a:pt x="7043" y="4013"/>
                    <a:pt x="7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9" name="Google Shape;20269;p89"/>
            <p:cNvSpPr/>
            <p:nvPr/>
          </p:nvSpPr>
          <p:spPr>
            <a:xfrm>
              <a:off x="7138014" y="2121390"/>
              <a:ext cx="217245" cy="221778"/>
            </a:xfrm>
            <a:custGeom>
              <a:rect b="b" l="l" r="r" t="t"/>
              <a:pathLst>
                <a:path extrusionOk="0" h="8464" w="8291">
                  <a:moveTo>
                    <a:pt x="5612" y="1"/>
                  </a:moveTo>
                  <a:cubicBezTo>
                    <a:pt x="5612" y="2300"/>
                    <a:pt x="6020" y="4470"/>
                    <a:pt x="6371" y="5905"/>
                  </a:cubicBezTo>
                  <a:cubicBezTo>
                    <a:pt x="6606" y="6865"/>
                    <a:pt x="5896" y="7801"/>
                    <a:pt x="4907" y="7825"/>
                  </a:cubicBezTo>
                  <a:cubicBezTo>
                    <a:pt x="4676" y="7834"/>
                    <a:pt x="4427" y="7834"/>
                    <a:pt x="4148" y="7834"/>
                  </a:cubicBezTo>
                  <a:cubicBezTo>
                    <a:pt x="2209" y="7834"/>
                    <a:pt x="582" y="7580"/>
                    <a:pt x="131" y="7239"/>
                  </a:cubicBezTo>
                  <a:cubicBezTo>
                    <a:pt x="54" y="7494"/>
                    <a:pt x="1" y="7638"/>
                    <a:pt x="1" y="7638"/>
                  </a:cubicBezTo>
                  <a:lnTo>
                    <a:pt x="11" y="7638"/>
                  </a:lnTo>
                  <a:cubicBezTo>
                    <a:pt x="6" y="7647"/>
                    <a:pt x="6" y="7662"/>
                    <a:pt x="1" y="7676"/>
                  </a:cubicBezTo>
                  <a:cubicBezTo>
                    <a:pt x="1" y="8065"/>
                    <a:pt x="1484" y="8391"/>
                    <a:pt x="3428" y="8459"/>
                  </a:cubicBezTo>
                  <a:lnTo>
                    <a:pt x="3606" y="8463"/>
                  </a:lnTo>
                  <a:lnTo>
                    <a:pt x="4148" y="8463"/>
                  </a:lnTo>
                  <a:cubicBezTo>
                    <a:pt x="6433" y="8463"/>
                    <a:pt x="8291" y="8113"/>
                    <a:pt x="8291" y="7676"/>
                  </a:cubicBezTo>
                  <a:cubicBezTo>
                    <a:pt x="8291" y="7662"/>
                    <a:pt x="8291" y="7647"/>
                    <a:pt x="8286" y="7633"/>
                  </a:cubicBezTo>
                  <a:lnTo>
                    <a:pt x="8286" y="7633"/>
                  </a:lnTo>
                  <a:lnTo>
                    <a:pt x="8291" y="7638"/>
                  </a:lnTo>
                  <a:lnTo>
                    <a:pt x="8291" y="7633"/>
                  </a:lnTo>
                  <a:lnTo>
                    <a:pt x="8291" y="7628"/>
                  </a:lnTo>
                  <a:lnTo>
                    <a:pt x="8291" y="7623"/>
                  </a:lnTo>
                  <a:cubicBezTo>
                    <a:pt x="8277" y="7580"/>
                    <a:pt x="8229" y="7450"/>
                    <a:pt x="8171" y="7239"/>
                  </a:cubicBezTo>
                  <a:cubicBezTo>
                    <a:pt x="7854" y="6198"/>
                    <a:pt x="7048" y="3226"/>
                    <a:pt x="704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0" name="Google Shape;20270;p89"/>
            <p:cNvSpPr/>
            <p:nvPr/>
          </p:nvSpPr>
          <p:spPr>
            <a:xfrm>
              <a:off x="7166837" y="2121390"/>
              <a:ext cx="159757" cy="71847"/>
            </a:xfrm>
            <a:custGeom>
              <a:rect b="b" l="l" r="r" t="t"/>
              <a:pathLst>
                <a:path extrusionOk="0" h="2742" w="6097">
                  <a:moveTo>
                    <a:pt x="149" y="1"/>
                  </a:moveTo>
                  <a:cubicBezTo>
                    <a:pt x="149" y="845"/>
                    <a:pt x="96" y="1690"/>
                    <a:pt x="0" y="2530"/>
                  </a:cubicBezTo>
                  <a:cubicBezTo>
                    <a:pt x="977" y="2670"/>
                    <a:pt x="1962" y="2742"/>
                    <a:pt x="2952" y="2742"/>
                  </a:cubicBezTo>
                  <a:cubicBezTo>
                    <a:pt x="2984" y="2742"/>
                    <a:pt x="3016" y="2742"/>
                    <a:pt x="3048" y="2741"/>
                  </a:cubicBezTo>
                  <a:cubicBezTo>
                    <a:pt x="3080" y="2742"/>
                    <a:pt x="3112" y="2742"/>
                    <a:pt x="3144" y="2742"/>
                  </a:cubicBezTo>
                  <a:cubicBezTo>
                    <a:pt x="4134" y="2742"/>
                    <a:pt x="5120" y="2670"/>
                    <a:pt x="6096" y="2530"/>
                  </a:cubicBezTo>
                  <a:cubicBezTo>
                    <a:pt x="6000" y="1690"/>
                    <a:pt x="5948" y="845"/>
                    <a:pt x="59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1" name="Google Shape;20271;p89"/>
            <p:cNvSpPr/>
            <p:nvPr/>
          </p:nvSpPr>
          <p:spPr>
            <a:xfrm>
              <a:off x="7285194" y="2121259"/>
              <a:ext cx="41400" cy="70459"/>
            </a:xfrm>
            <a:custGeom>
              <a:rect b="b" l="l" r="r" t="t"/>
              <a:pathLst>
                <a:path extrusionOk="0" h="2689" w="1580">
                  <a:moveTo>
                    <a:pt x="0" y="1"/>
                  </a:moveTo>
                  <a:cubicBezTo>
                    <a:pt x="5" y="898"/>
                    <a:pt x="58" y="1796"/>
                    <a:pt x="168" y="2689"/>
                  </a:cubicBezTo>
                  <a:cubicBezTo>
                    <a:pt x="667" y="2655"/>
                    <a:pt x="1143" y="2602"/>
                    <a:pt x="1579" y="2535"/>
                  </a:cubicBezTo>
                  <a:lnTo>
                    <a:pt x="1579" y="2530"/>
                  </a:lnTo>
                  <a:cubicBezTo>
                    <a:pt x="1546" y="2233"/>
                    <a:pt x="1517" y="1926"/>
                    <a:pt x="1493" y="1614"/>
                  </a:cubicBezTo>
                  <a:lnTo>
                    <a:pt x="1493" y="1604"/>
                  </a:lnTo>
                  <a:cubicBezTo>
                    <a:pt x="1483" y="1508"/>
                    <a:pt x="1479" y="1407"/>
                    <a:pt x="1474" y="1306"/>
                  </a:cubicBezTo>
                  <a:lnTo>
                    <a:pt x="1474" y="1282"/>
                  </a:lnTo>
                  <a:cubicBezTo>
                    <a:pt x="1464" y="1186"/>
                    <a:pt x="1459" y="1090"/>
                    <a:pt x="1455" y="990"/>
                  </a:cubicBezTo>
                  <a:lnTo>
                    <a:pt x="1455" y="961"/>
                  </a:lnTo>
                  <a:cubicBezTo>
                    <a:pt x="1450" y="865"/>
                    <a:pt x="1445" y="769"/>
                    <a:pt x="1445" y="673"/>
                  </a:cubicBezTo>
                  <a:lnTo>
                    <a:pt x="1445" y="644"/>
                  </a:lnTo>
                  <a:cubicBezTo>
                    <a:pt x="1440" y="543"/>
                    <a:pt x="1440" y="442"/>
                    <a:pt x="1435" y="342"/>
                  </a:cubicBezTo>
                  <a:lnTo>
                    <a:pt x="1435" y="322"/>
                  </a:lnTo>
                  <a:lnTo>
                    <a:pt x="1435"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2" name="Google Shape;20272;p89"/>
            <p:cNvSpPr/>
            <p:nvPr/>
          </p:nvSpPr>
          <p:spPr>
            <a:xfrm>
              <a:off x="7114013" y="2094716"/>
              <a:ext cx="266034" cy="64196"/>
            </a:xfrm>
            <a:custGeom>
              <a:rect b="b" l="l" r="r" t="t"/>
              <a:pathLst>
                <a:path extrusionOk="0" h="2450" w="10153">
                  <a:moveTo>
                    <a:pt x="4942" y="0"/>
                  </a:moveTo>
                  <a:cubicBezTo>
                    <a:pt x="2206" y="0"/>
                    <a:pt x="10" y="526"/>
                    <a:pt x="5" y="1191"/>
                  </a:cubicBezTo>
                  <a:cubicBezTo>
                    <a:pt x="0" y="1868"/>
                    <a:pt x="2271" y="2430"/>
                    <a:pt x="5069" y="2449"/>
                  </a:cubicBezTo>
                  <a:cubicBezTo>
                    <a:pt x="5106" y="2449"/>
                    <a:pt x="5143" y="2449"/>
                    <a:pt x="5180" y="2449"/>
                  </a:cubicBezTo>
                  <a:cubicBezTo>
                    <a:pt x="7932" y="2449"/>
                    <a:pt x="10148" y="1922"/>
                    <a:pt x="10153" y="1259"/>
                  </a:cubicBezTo>
                  <a:cubicBezTo>
                    <a:pt x="10153" y="582"/>
                    <a:pt x="7887" y="20"/>
                    <a:pt x="5088" y="1"/>
                  </a:cubicBezTo>
                  <a:cubicBezTo>
                    <a:pt x="5039" y="1"/>
                    <a:pt x="4990" y="0"/>
                    <a:pt x="4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3" name="Google Shape;20273;p89"/>
            <p:cNvSpPr/>
            <p:nvPr/>
          </p:nvSpPr>
          <p:spPr>
            <a:xfrm>
              <a:off x="7152609" y="2115102"/>
              <a:ext cx="188186" cy="23425"/>
            </a:xfrm>
            <a:custGeom>
              <a:rect b="b" l="l" r="r" t="t"/>
              <a:pathLst>
                <a:path extrusionOk="0" h="894" w="7182">
                  <a:moveTo>
                    <a:pt x="3591" y="0"/>
                  </a:moveTo>
                  <a:cubicBezTo>
                    <a:pt x="2497" y="0"/>
                    <a:pt x="1431" y="87"/>
                    <a:pt x="582" y="250"/>
                  </a:cubicBezTo>
                  <a:cubicBezTo>
                    <a:pt x="394" y="284"/>
                    <a:pt x="231" y="322"/>
                    <a:pt x="87" y="361"/>
                  </a:cubicBezTo>
                  <a:cubicBezTo>
                    <a:pt x="1" y="385"/>
                    <a:pt x="1" y="505"/>
                    <a:pt x="87" y="529"/>
                  </a:cubicBezTo>
                  <a:cubicBezTo>
                    <a:pt x="231" y="567"/>
                    <a:pt x="394" y="605"/>
                    <a:pt x="582" y="639"/>
                  </a:cubicBezTo>
                  <a:cubicBezTo>
                    <a:pt x="1431" y="802"/>
                    <a:pt x="2497" y="893"/>
                    <a:pt x="3591" y="893"/>
                  </a:cubicBezTo>
                  <a:cubicBezTo>
                    <a:pt x="4686" y="893"/>
                    <a:pt x="5751" y="802"/>
                    <a:pt x="6601" y="639"/>
                  </a:cubicBezTo>
                  <a:cubicBezTo>
                    <a:pt x="6788" y="605"/>
                    <a:pt x="6952" y="567"/>
                    <a:pt x="7096" y="529"/>
                  </a:cubicBezTo>
                  <a:cubicBezTo>
                    <a:pt x="7182" y="505"/>
                    <a:pt x="7182" y="385"/>
                    <a:pt x="7096" y="361"/>
                  </a:cubicBezTo>
                  <a:cubicBezTo>
                    <a:pt x="6952" y="322"/>
                    <a:pt x="6788" y="284"/>
                    <a:pt x="6601" y="250"/>
                  </a:cubicBezTo>
                  <a:cubicBezTo>
                    <a:pt x="5751" y="87"/>
                    <a:pt x="4686" y="0"/>
                    <a:pt x="359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4" name="Google Shape;20274;p89"/>
            <p:cNvSpPr/>
            <p:nvPr/>
          </p:nvSpPr>
          <p:spPr>
            <a:xfrm>
              <a:off x="7208211" y="1990823"/>
              <a:ext cx="241404" cy="88879"/>
            </a:xfrm>
            <a:custGeom>
              <a:rect b="b" l="l" r="r" t="t"/>
              <a:pathLst>
                <a:path extrusionOk="0" h="3392" w="9213">
                  <a:moveTo>
                    <a:pt x="8753" y="0"/>
                  </a:moveTo>
                  <a:cubicBezTo>
                    <a:pt x="8732" y="0"/>
                    <a:pt x="8710" y="4"/>
                    <a:pt x="8689" y="10"/>
                  </a:cubicBezTo>
                  <a:lnTo>
                    <a:pt x="197" y="2775"/>
                  </a:lnTo>
                  <a:cubicBezTo>
                    <a:pt x="68" y="2819"/>
                    <a:pt x="0" y="2982"/>
                    <a:pt x="48" y="3140"/>
                  </a:cubicBezTo>
                  <a:lnTo>
                    <a:pt x="53" y="3164"/>
                  </a:lnTo>
                  <a:cubicBezTo>
                    <a:pt x="95" y="3301"/>
                    <a:pt x="208" y="3392"/>
                    <a:pt x="322" y="3392"/>
                  </a:cubicBezTo>
                  <a:cubicBezTo>
                    <a:pt x="340" y="3392"/>
                    <a:pt x="357" y="3390"/>
                    <a:pt x="375" y="3385"/>
                  </a:cubicBezTo>
                  <a:lnTo>
                    <a:pt x="9001" y="1062"/>
                  </a:lnTo>
                  <a:cubicBezTo>
                    <a:pt x="9140" y="1028"/>
                    <a:pt x="9212" y="860"/>
                    <a:pt x="9164" y="697"/>
                  </a:cubicBezTo>
                  <a:lnTo>
                    <a:pt x="9025" y="231"/>
                  </a:lnTo>
                  <a:cubicBezTo>
                    <a:pt x="8984" y="94"/>
                    <a:pt x="8869" y="0"/>
                    <a:pt x="8753"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5" name="Google Shape;20275;p89"/>
            <p:cNvSpPr/>
            <p:nvPr/>
          </p:nvSpPr>
          <p:spPr>
            <a:xfrm>
              <a:off x="7209731" y="2002143"/>
              <a:ext cx="239884" cy="77559"/>
            </a:xfrm>
            <a:custGeom>
              <a:rect b="b" l="l" r="r" t="t"/>
              <a:pathLst>
                <a:path extrusionOk="0" h="2960" w="9155">
                  <a:moveTo>
                    <a:pt x="9025" y="1"/>
                  </a:moveTo>
                  <a:lnTo>
                    <a:pt x="0" y="2747"/>
                  </a:lnTo>
                  <a:cubicBezTo>
                    <a:pt x="45" y="2875"/>
                    <a:pt x="155" y="2960"/>
                    <a:pt x="264" y="2960"/>
                  </a:cubicBezTo>
                  <a:cubicBezTo>
                    <a:pt x="282" y="2960"/>
                    <a:pt x="299" y="2958"/>
                    <a:pt x="317" y="2953"/>
                  </a:cubicBezTo>
                  <a:lnTo>
                    <a:pt x="8943" y="630"/>
                  </a:lnTo>
                  <a:cubicBezTo>
                    <a:pt x="9082" y="596"/>
                    <a:pt x="9154" y="428"/>
                    <a:pt x="9106" y="265"/>
                  </a:cubicBezTo>
                  <a:lnTo>
                    <a:pt x="9025"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6" name="Google Shape;20276;p89"/>
            <p:cNvSpPr/>
            <p:nvPr/>
          </p:nvSpPr>
          <p:spPr>
            <a:xfrm>
              <a:off x="7208211" y="2050460"/>
              <a:ext cx="50833" cy="29242"/>
            </a:xfrm>
            <a:custGeom>
              <a:rect b="b" l="l" r="r" t="t"/>
              <a:pathLst>
                <a:path extrusionOk="0" h="1116" w="1940">
                  <a:moveTo>
                    <a:pt x="1733" y="0"/>
                  </a:moveTo>
                  <a:lnTo>
                    <a:pt x="197" y="499"/>
                  </a:lnTo>
                  <a:cubicBezTo>
                    <a:pt x="68" y="543"/>
                    <a:pt x="0" y="706"/>
                    <a:pt x="48" y="864"/>
                  </a:cubicBezTo>
                  <a:lnTo>
                    <a:pt x="53" y="883"/>
                  </a:lnTo>
                  <a:cubicBezTo>
                    <a:pt x="95" y="1025"/>
                    <a:pt x="208" y="1116"/>
                    <a:pt x="325" y="1116"/>
                  </a:cubicBezTo>
                  <a:cubicBezTo>
                    <a:pt x="343" y="1116"/>
                    <a:pt x="362" y="1114"/>
                    <a:pt x="380" y="1109"/>
                  </a:cubicBezTo>
                  <a:lnTo>
                    <a:pt x="1940" y="687"/>
                  </a:lnTo>
                  <a:lnTo>
                    <a:pt x="173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7" name="Google Shape;20277;p89"/>
            <p:cNvSpPr/>
            <p:nvPr/>
          </p:nvSpPr>
          <p:spPr>
            <a:xfrm>
              <a:off x="7209731" y="2059893"/>
              <a:ext cx="49313" cy="19390"/>
            </a:xfrm>
            <a:custGeom>
              <a:rect b="b" l="l" r="r" t="t"/>
              <a:pathLst>
                <a:path extrusionOk="0" h="740" w="1882">
                  <a:moveTo>
                    <a:pt x="1781" y="0"/>
                  </a:moveTo>
                  <a:lnTo>
                    <a:pt x="0" y="543"/>
                  </a:lnTo>
                  <a:cubicBezTo>
                    <a:pt x="5" y="552"/>
                    <a:pt x="10" y="562"/>
                    <a:pt x="14" y="571"/>
                  </a:cubicBezTo>
                  <a:cubicBezTo>
                    <a:pt x="14" y="576"/>
                    <a:pt x="19" y="586"/>
                    <a:pt x="24" y="595"/>
                  </a:cubicBezTo>
                  <a:cubicBezTo>
                    <a:pt x="29" y="600"/>
                    <a:pt x="34" y="610"/>
                    <a:pt x="38" y="619"/>
                  </a:cubicBezTo>
                  <a:lnTo>
                    <a:pt x="53" y="639"/>
                  </a:lnTo>
                  <a:lnTo>
                    <a:pt x="67" y="658"/>
                  </a:lnTo>
                  <a:lnTo>
                    <a:pt x="86" y="672"/>
                  </a:lnTo>
                  <a:lnTo>
                    <a:pt x="106" y="687"/>
                  </a:lnTo>
                  <a:lnTo>
                    <a:pt x="110" y="691"/>
                  </a:lnTo>
                  <a:lnTo>
                    <a:pt x="125" y="701"/>
                  </a:lnTo>
                  <a:lnTo>
                    <a:pt x="130" y="706"/>
                  </a:lnTo>
                  <a:lnTo>
                    <a:pt x="149" y="715"/>
                  </a:lnTo>
                  <a:lnTo>
                    <a:pt x="154" y="720"/>
                  </a:lnTo>
                  <a:lnTo>
                    <a:pt x="168" y="725"/>
                  </a:lnTo>
                  <a:lnTo>
                    <a:pt x="178" y="730"/>
                  </a:lnTo>
                  <a:lnTo>
                    <a:pt x="192" y="735"/>
                  </a:lnTo>
                  <a:lnTo>
                    <a:pt x="202" y="735"/>
                  </a:lnTo>
                  <a:lnTo>
                    <a:pt x="216" y="739"/>
                  </a:lnTo>
                  <a:lnTo>
                    <a:pt x="288" y="739"/>
                  </a:lnTo>
                  <a:lnTo>
                    <a:pt x="312" y="735"/>
                  </a:lnTo>
                  <a:lnTo>
                    <a:pt x="1882" y="331"/>
                  </a:lnTo>
                  <a:lnTo>
                    <a:pt x="178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8" name="Google Shape;20278;p89"/>
            <p:cNvSpPr/>
            <p:nvPr/>
          </p:nvSpPr>
          <p:spPr>
            <a:xfrm>
              <a:off x="7132617" y="2254027"/>
              <a:ext cx="228067" cy="94539"/>
            </a:xfrm>
            <a:custGeom>
              <a:rect b="b" l="l" r="r" t="t"/>
              <a:pathLst>
                <a:path extrusionOk="0" h="3608" w="8704">
                  <a:moveTo>
                    <a:pt x="834" y="1"/>
                  </a:moveTo>
                  <a:cubicBezTo>
                    <a:pt x="752" y="1"/>
                    <a:pt x="670" y="47"/>
                    <a:pt x="644" y="152"/>
                  </a:cubicBezTo>
                  <a:cubicBezTo>
                    <a:pt x="471" y="948"/>
                    <a:pt x="265" y="1736"/>
                    <a:pt x="10" y="2508"/>
                  </a:cubicBezTo>
                  <a:cubicBezTo>
                    <a:pt x="0" y="2537"/>
                    <a:pt x="0" y="2566"/>
                    <a:pt x="0" y="2590"/>
                  </a:cubicBezTo>
                  <a:lnTo>
                    <a:pt x="0" y="2614"/>
                  </a:lnTo>
                  <a:cubicBezTo>
                    <a:pt x="0" y="2955"/>
                    <a:pt x="437" y="3195"/>
                    <a:pt x="1383" y="3373"/>
                  </a:cubicBezTo>
                  <a:cubicBezTo>
                    <a:pt x="2175" y="3526"/>
                    <a:pt x="3231" y="3608"/>
                    <a:pt x="4350" y="3608"/>
                  </a:cubicBezTo>
                  <a:cubicBezTo>
                    <a:pt x="5468" y="3608"/>
                    <a:pt x="6524" y="3526"/>
                    <a:pt x="7316" y="3373"/>
                  </a:cubicBezTo>
                  <a:cubicBezTo>
                    <a:pt x="8257" y="3195"/>
                    <a:pt x="8699" y="2955"/>
                    <a:pt x="8699" y="2614"/>
                  </a:cubicBezTo>
                  <a:lnTo>
                    <a:pt x="8699" y="2590"/>
                  </a:lnTo>
                  <a:cubicBezTo>
                    <a:pt x="8703" y="2566"/>
                    <a:pt x="8699" y="2537"/>
                    <a:pt x="8689" y="2508"/>
                  </a:cubicBezTo>
                  <a:cubicBezTo>
                    <a:pt x="8439" y="1736"/>
                    <a:pt x="8228" y="948"/>
                    <a:pt x="8060" y="156"/>
                  </a:cubicBezTo>
                  <a:cubicBezTo>
                    <a:pt x="8032" y="49"/>
                    <a:pt x="7949" y="2"/>
                    <a:pt x="7865" y="2"/>
                  </a:cubicBezTo>
                  <a:cubicBezTo>
                    <a:pt x="7750" y="2"/>
                    <a:pt x="7634" y="92"/>
                    <a:pt x="7662" y="243"/>
                  </a:cubicBezTo>
                  <a:cubicBezTo>
                    <a:pt x="7940" y="1515"/>
                    <a:pt x="8219" y="2384"/>
                    <a:pt x="8291" y="2595"/>
                  </a:cubicBezTo>
                  <a:lnTo>
                    <a:pt x="8291" y="2609"/>
                  </a:lnTo>
                  <a:cubicBezTo>
                    <a:pt x="8243" y="2676"/>
                    <a:pt x="7959" y="2849"/>
                    <a:pt x="7119" y="2998"/>
                  </a:cubicBezTo>
                  <a:cubicBezTo>
                    <a:pt x="6361" y="3128"/>
                    <a:pt x="5377" y="3200"/>
                    <a:pt x="4350" y="3200"/>
                  </a:cubicBezTo>
                  <a:cubicBezTo>
                    <a:pt x="3322" y="3200"/>
                    <a:pt x="2338" y="3128"/>
                    <a:pt x="1585" y="2998"/>
                  </a:cubicBezTo>
                  <a:cubicBezTo>
                    <a:pt x="740" y="2849"/>
                    <a:pt x="457" y="2676"/>
                    <a:pt x="409" y="2609"/>
                  </a:cubicBezTo>
                  <a:lnTo>
                    <a:pt x="409" y="2595"/>
                  </a:lnTo>
                  <a:cubicBezTo>
                    <a:pt x="481" y="2384"/>
                    <a:pt x="759" y="1515"/>
                    <a:pt x="1037" y="238"/>
                  </a:cubicBezTo>
                  <a:cubicBezTo>
                    <a:pt x="1065" y="90"/>
                    <a:pt x="949" y="1"/>
                    <a:pt x="8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9" name="Google Shape;20279;p89"/>
            <p:cNvSpPr/>
            <p:nvPr/>
          </p:nvSpPr>
          <p:spPr>
            <a:xfrm>
              <a:off x="7108353" y="2089449"/>
              <a:ext cx="276463" cy="150848"/>
            </a:xfrm>
            <a:custGeom>
              <a:rect b="b" l="l" r="r" t="t"/>
              <a:pathLst>
                <a:path extrusionOk="0" h="5757" w="10551">
                  <a:moveTo>
                    <a:pt x="5285" y="399"/>
                  </a:moveTo>
                  <a:cubicBezTo>
                    <a:pt x="6624" y="399"/>
                    <a:pt x="7882" y="523"/>
                    <a:pt x="8823" y="754"/>
                  </a:cubicBezTo>
                  <a:cubicBezTo>
                    <a:pt x="9740" y="970"/>
                    <a:pt x="10153" y="1253"/>
                    <a:pt x="10153" y="1421"/>
                  </a:cubicBezTo>
                  <a:cubicBezTo>
                    <a:pt x="10148" y="1508"/>
                    <a:pt x="10037" y="1618"/>
                    <a:pt x="9850" y="1724"/>
                  </a:cubicBezTo>
                  <a:cubicBezTo>
                    <a:pt x="9615" y="1858"/>
                    <a:pt x="9260" y="1983"/>
                    <a:pt x="8818" y="2088"/>
                  </a:cubicBezTo>
                  <a:cubicBezTo>
                    <a:pt x="8617" y="2136"/>
                    <a:pt x="8405" y="2180"/>
                    <a:pt x="8184" y="2218"/>
                  </a:cubicBezTo>
                  <a:lnTo>
                    <a:pt x="8175" y="2218"/>
                  </a:lnTo>
                  <a:lnTo>
                    <a:pt x="8036" y="2242"/>
                  </a:lnTo>
                  <a:lnTo>
                    <a:pt x="7988" y="2247"/>
                  </a:lnTo>
                  <a:lnTo>
                    <a:pt x="7882" y="2266"/>
                  </a:lnTo>
                  <a:lnTo>
                    <a:pt x="7834" y="2271"/>
                  </a:lnTo>
                  <a:lnTo>
                    <a:pt x="7685" y="2290"/>
                  </a:lnTo>
                  <a:lnTo>
                    <a:pt x="7676" y="2290"/>
                  </a:lnTo>
                  <a:lnTo>
                    <a:pt x="7532" y="2309"/>
                  </a:lnTo>
                  <a:lnTo>
                    <a:pt x="7484" y="2314"/>
                  </a:lnTo>
                  <a:lnTo>
                    <a:pt x="7373" y="2328"/>
                  </a:lnTo>
                  <a:lnTo>
                    <a:pt x="7320" y="2333"/>
                  </a:lnTo>
                  <a:lnTo>
                    <a:pt x="7167" y="2348"/>
                  </a:lnTo>
                  <a:lnTo>
                    <a:pt x="7143" y="2348"/>
                  </a:lnTo>
                  <a:lnTo>
                    <a:pt x="7004" y="2362"/>
                  </a:lnTo>
                  <a:lnTo>
                    <a:pt x="6951" y="2367"/>
                  </a:lnTo>
                  <a:lnTo>
                    <a:pt x="6836" y="2376"/>
                  </a:lnTo>
                  <a:lnTo>
                    <a:pt x="6783" y="2381"/>
                  </a:lnTo>
                  <a:lnTo>
                    <a:pt x="6624" y="2391"/>
                  </a:lnTo>
                  <a:lnTo>
                    <a:pt x="6591" y="2391"/>
                  </a:lnTo>
                  <a:lnTo>
                    <a:pt x="6456" y="2400"/>
                  </a:lnTo>
                  <a:lnTo>
                    <a:pt x="6394" y="2405"/>
                  </a:lnTo>
                  <a:lnTo>
                    <a:pt x="6284" y="2410"/>
                  </a:lnTo>
                  <a:lnTo>
                    <a:pt x="6226" y="2410"/>
                  </a:lnTo>
                  <a:lnTo>
                    <a:pt x="6063" y="2415"/>
                  </a:lnTo>
                  <a:lnTo>
                    <a:pt x="6053" y="2415"/>
                  </a:lnTo>
                  <a:lnTo>
                    <a:pt x="5871" y="2424"/>
                  </a:lnTo>
                  <a:lnTo>
                    <a:pt x="4685" y="2424"/>
                  </a:lnTo>
                  <a:lnTo>
                    <a:pt x="4507" y="2415"/>
                  </a:lnTo>
                  <a:lnTo>
                    <a:pt x="4498" y="2415"/>
                  </a:lnTo>
                  <a:lnTo>
                    <a:pt x="4335" y="2410"/>
                  </a:lnTo>
                  <a:lnTo>
                    <a:pt x="4277" y="2410"/>
                  </a:lnTo>
                  <a:lnTo>
                    <a:pt x="4162" y="2405"/>
                  </a:lnTo>
                  <a:lnTo>
                    <a:pt x="4104" y="2400"/>
                  </a:lnTo>
                  <a:lnTo>
                    <a:pt x="3970" y="2391"/>
                  </a:lnTo>
                  <a:lnTo>
                    <a:pt x="3936" y="2391"/>
                  </a:lnTo>
                  <a:lnTo>
                    <a:pt x="3778" y="2381"/>
                  </a:lnTo>
                  <a:lnTo>
                    <a:pt x="3720" y="2376"/>
                  </a:lnTo>
                  <a:lnTo>
                    <a:pt x="3610" y="2367"/>
                  </a:lnTo>
                  <a:lnTo>
                    <a:pt x="3552" y="2362"/>
                  </a:lnTo>
                  <a:lnTo>
                    <a:pt x="3413" y="2348"/>
                  </a:lnTo>
                  <a:lnTo>
                    <a:pt x="3394" y="2348"/>
                  </a:lnTo>
                  <a:lnTo>
                    <a:pt x="3240" y="2333"/>
                  </a:lnTo>
                  <a:lnTo>
                    <a:pt x="3187" y="2328"/>
                  </a:lnTo>
                  <a:lnTo>
                    <a:pt x="3077" y="2314"/>
                  </a:lnTo>
                  <a:lnTo>
                    <a:pt x="3029" y="2309"/>
                  </a:lnTo>
                  <a:lnTo>
                    <a:pt x="2885" y="2290"/>
                  </a:lnTo>
                  <a:lnTo>
                    <a:pt x="2875" y="2290"/>
                  </a:lnTo>
                  <a:lnTo>
                    <a:pt x="2722" y="2271"/>
                  </a:lnTo>
                  <a:lnTo>
                    <a:pt x="2679" y="2261"/>
                  </a:lnTo>
                  <a:lnTo>
                    <a:pt x="2568" y="2247"/>
                  </a:lnTo>
                  <a:lnTo>
                    <a:pt x="2525" y="2242"/>
                  </a:lnTo>
                  <a:lnTo>
                    <a:pt x="2381" y="2218"/>
                  </a:lnTo>
                  <a:lnTo>
                    <a:pt x="2376" y="2218"/>
                  </a:lnTo>
                  <a:cubicBezTo>
                    <a:pt x="2155" y="2180"/>
                    <a:pt x="1939" y="2136"/>
                    <a:pt x="1743" y="2088"/>
                  </a:cubicBezTo>
                  <a:cubicBezTo>
                    <a:pt x="830" y="1868"/>
                    <a:pt x="413" y="1589"/>
                    <a:pt x="413" y="1421"/>
                  </a:cubicBezTo>
                  <a:cubicBezTo>
                    <a:pt x="413" y="1340"/>
                    <a:pt x="523" y="1224"/>
                    <a:pt x="710" y="1119"/>
                  </a:cubicBezTo>
                  <a:cubicBezTo>
                    <a:pt x="946" y="984"/>
                    <a:pt x="1301" y="859"/>
                    <a:pt x="1743" y="754"/>
                  </a:cubicBezTo>
                  <a:cubicBezTo>
                    <a:pt x="2688" y="523"/>
                    <a:pt x="3941" y="399"/>
                    <a:pt x="5285" y="399"/>
                  </a:cubicBezTo>
                  <a:close/>
                  <a:moveTo>
                    <a:pt x="8016" y="2655"/>
                  </a:moveTo>
                  <a:cubicBezTo>
                    <a:pt x="8016" y="2688"/>
                    <a:pt x="8021" y="2717"/>
                    <a:pt x="8021" y="2746"/>
                  </a:cubicBezTo>
                  <a:cubicBezTo>
                    <a:pt x="8026" y="2813"/>
                    <a:pt x="8036" y="2880"/>
                    <a:pt x="8040" y="2948"/>
                  </a:cubicBezTo>
                  <a:cubicBezTo>
                    <a:pt x="8040" y="2986"/>
                    <a:pt x="8045" y="3024"/>
                    <a:pt x="8050" y="3063"/>
                  </a:cubicBezTo>
                  <a:cubicBezTo>
                    <a:pt x="8055" y="3164"/>
                    <a:pt x="8064" y="3264"/>
                    <a:pt x="8074" y="3365"/>
                  </a:cubicBezTo>
                  <a:lnTo>
                    <a:pt x="8074" y="3384"/>
                  </a:lnTo>
                  <a:cubicBezTo>
                    <a:pt x="8088" y="3447"/>
                    <a:pt x="8098" y="3514"/>
                    <a:pt x="8108" y="3576"/>
                  </a:cubicBezTo>
                  <a:lnTo>
                    <a:pt x="8103" y="3576"/>
                  </a:lnTo>
                  <a:cubicBezTo>
                    <a:pt x="7164" y="3699"/>
                    <a:pt x="6221" y="3760"/>
                    <a:pt x="5277" y="3760"/>
                  </a:cubicBezTo>
                  <a:cubicBezTo>
                    <a:pt x="4333" y="3760"/>
                    <a:pt x="3389" y="3699"/>
                    <a:pt x="2448" y="3576"/>
                  </a:cubicBezTo>
                  <a:cubicBezTo>
                    <a:pt x="2458" y="3514"/>
                    <a:pt x="2463" y="3452"/>
                    <a:pt x="2472" y="3384"/>
                  </a:cubicBezTo>
                  <a:lnTo>
                    <a:pt x="2472" y="3365"/>
                  </a:lnTo>
                  <a:cubicBezTo>
                    <a:pt x="2482" y="3264"/>
                    <a:pt x="2487" y="3164"/>
                    <a:pt x="2496" y="3063"/>
                  </a:cubicBezTo>
                  <a:cubicBezTo>
                    <a:pt x="2501" y="3024"/>
                    <a:pt x="2506" y="2986"/>
                    <a:pt x="2506" y="2948"/>
                  </a:cubicBezTo>
                  <a:cubicBezTo>
                    <a:pt x="2511" y="2880"/>
                    <a:pt x="2515" y="2818"/>
                    <a:pt x="2520" y="2751"/>
                  </a:cubicBezTo>
                  <a:cubicBezTo>
                    <a:pt x="2520" y="2722"/>
                    <a:pt x="2525" y="2688"/>
                    <a:pt x="2530" y="2660"/>
                  </a:cubicBezTo>
                  <a:cubicBezTo>
                    <a:pt x="2938" y="2717"/>
                    <a:pt x="3379" y="2770"/>
                    <a:pt x="3840" y="2799"/>
                  </a:cubicBezTo>
                  <a:lnTo>
                    <a:pt x="3951" y="2808"/>
                  </a:lnTo>
                  <a:lnTo>
                    <a:pt x="4171" y="2823"/>
                  </a:lnTo>
                  <a:lnTo>
                    <a:pt x="4200" y="2823"/>
                  </a:lnTo>
                  <a:lnTo>
                    <a:pt x="4359" y="2828"/>
                  </a:lnTo>
                  <a:lnTo>
                    <a:pt x="4368" y="2828"/>
                  </a:lnTo>
                  <a:lnTo>
                    <a:pt x="4536" y="2832"/>
                  </a:lnTo>
                  <a:lnTo>
                    <a:pt x="4584" y="2832"/>
                  </a:lnTo>
                  <a:lnTo>
                    <a:pt x="4704" y="2837"/>
                  </a:lnTo>
                  <a:lnTo>
                    <a:pt x="4738" y="2837"/>
                  </a:lnTo>
                  <a:lnTo>
                    <a:pt x="4896" y="2842"/>
                  </a:lnTo>
                  <a:lnTo>
                    <a:pt x="5645" y="2842"/>
                  </a:lnTo>
                  <a:lnTo>
                    <a:pt x="5808" y="2837"/>
                  </a:lnTo>
                  <a:lnTo>
                    <a:pt x="5842" y="2837"/>
                  </a:lnTo>
                  <a:lnTo>
                    <a:pt x="5981" y="2832"/>
                  </a:lnTo>
                  <a:lnTo>
                    <a:pt x="6010" y="2832"/>
                  </a:lnTo>
                  <a:lnTo>
                    <a:pt x="6173" y="2828"/>
                  </a:lnTo>
                  <a:lnTo>
                    <a:pt x="6188" y="2828"/>
                  </a:lnTo>
                  <a:lnTo>
                    <a:pt x="6341" y="2818"/>
                  </a:lnTo>
                  <a:lnTo>
                    <a:pt x="6375" y="2818"/>
                  </a:lnTo>
                  <a:lnTo>
                    <a:pt x="6615" y="2804"/>
                  </a:lnTo>
                  <a:lnTo>
                    <a:pt x="6706" y="2799"/>
                  </a:lnTo>
                  <a:cubicBezTo>
                    <a:pt x="7167" y="2765"/>
                    <a:pt x="7608" y="2717"/>
                    <a:pt x="8016" y="2655"/>
                  </a:cubicBezTo>
                  <a:close/>
                  <a:moveTo>
                    <a:pt x="5276" y="0"/>
                  </a:moveTo>
                  <a:cubicBezTo>
                    <a:pt x="3907" y="0"/>
                    <a:pt x="2616" y="130"/>
                    <a:pt x="1642" y="360"/>
                  </a:cubicBezTo>
                  <a:cubicBezTo>
                    <a:pt x="557" y="624"/>
                    <a:pt x="0" y="984"/>
                    <a:pt x="0" y="1421"/>
                  </a:cubicBezTo>
                  <a:cubicBezTo>
                    <a:pt x="0" y="1863"/>
                    <a:pt x="552" y="2223"/>
                    <a:pt x="1642" y="2482"/>
                  </a:cubicBezTo>
                  <a:cubicBezTo>
                    <a:pt x="1795" y="2520"/>
                    <a:pt x="1959" y="2554"/>
                    <a:pt x="2127" y="2588"/>
                  </a:cubicBezTo>
                  <a:cubicBezTo>
                    <a:pt x="2107" y="2861"/>
                    <a:pt x="2083" y="3135"/>
                    <a:pt x="2059" y="3413"/>
                  </a:cubicBezTo>
                  <a:lnTo>
                    <a:pt x="2050" y="3480"/>
                  </a:lnTo>
                  <a:cubicBezTo>
                    <a:pt x="2045" y="3538"/>
                    <a:pt x="2040" y="3596"/>
                    <a:pt x="2031" y="3653"/>
                  </a:cubicBezTo>
                  <a:cubicBezTo>
                    <a:pt x="1963" y="4263"/>
                    <a:pt x="1872" y="4882"/>
                    <a:pt x="1757" y="5506"/>
                  </a:cubicBezTo>
                  <a:cubicBezTo>
                    <a:pt x="1738" y="5617"/>
                    <a:pt x="1810" y="5722"/>
                    <a:pt x="1920" y="5741"/>
                  </a:cubicBezTo>
                  <a:cubicBezTo>
                    <a:pt x="1930" y="5746"/>
                    <a:pt x="1944" y="5746"/>
                    <a:pt x="1954" y="5746"/>
                  </a:cubicBezTo>
                  <a:cubicBezTo>
                    <a:pt x="2055" y="5746"/>
                    <a:pt x="2136" y="5674"/>
                    <a:pt x="2155" y="5578"/>
                  </a:cubicBezTo>
                  <a:cubicBezTo>
                    <a:pt x="2256" y="5040"/>
                    <a:pt x="2333" y="4503"/>
                    <a:pt x="2400" y="3975"/>
                  </a:cubicBezTo>
                  <a:cubicBezTo>
                    <a:pt x="3355" y="4100"/>
                    <a:pt x="4315" y="4162"/>
                    <a:pt x="5276" y="4162"/>
                  </a:cubicBezTo>
                  <a:cubicBezTo>
                    <a:pt x="6236" y="4162"/>
                    <a:pt x="7196" y="4100"/>
                    <a:pt x="8151" y="3975"/>
                  </a:cubicBezTo>
                  <a:cubicBezTo>
                    <a:pt x="8213" y="4503"/>
                    <a:pt x="8295" y="5040"/>
                    <a:pt x="8396" y="5578"/>
                  </a:cubicBezTo>
                  <a:cubicBezTo>
                    <a:pt x="8412" y="5701"/>
                    <a:pt x="8503" y="5756"/>
                    <a:pt x="8594" y="5756"/>
                  </a:cubicBezTo>
                  <a:cubicBezTo>
                    <a:pt x="8712" y="5756"/>
                    <a:pt x="8832" y="5663"/>
                    <a:pt x="8794" y="5506"/>
                  </a:cubicBezTo>
                  <a:cubicBezTo>
                    <a:pt x="8679" y="4877"/>
                    <a:pt x="8588" y="4258"/>
                    <a:pt x="8521" y="3653"/>
                  </a:cubicBezTo>
                  <a:cubicBezTo>
                    <a:pt x="8511" y="3596"/>
                    <a:pt x="8506" y="3533"/>
                    <a:pt x="8501" y="3476"/>
                  </a:cubicBezTo>
                  <a:lnTo>
                    <a:pt x="8492" y="3413"/>
                  </a:lnTo>
                  <a:cubicBezTo>
                    <a:pt x="8468" y="3135"/>
                    <a:pt x="8444" y="2861"/>
                    <a:pt x="8424" y="2588"/>
                  </a:cubicBezTo>
                  <a:cubicBezTo>
                    <a:pt x="8593" y="2554"/>
                    <a:pt x="8756" y="2520"/>
                    <a:pt x="8909" y="2482"/>
                  </a:cubicBezTo>
                  <a:cubicBezTo>
                    <a:pt x="9999" y="2218"/>
                    <a:pt x="10551" y="1863"/>
                    <a:pt x="10551" y="1421"/>
                  </a:cubicBezTo>
                  <a:cubicBezTo>
                    <a:pt x="10551" y="979"/>
                    <a:pt x="10004" y="624"/>
                    <a:pt x="8914" y="360"/>
                  </a:cubicBezTo>
                  <a:cubicBezTo>
                    <a:pt x="7940" y="130"/>
                    <a:pt x="6648" y="0"/>
                    <a:pt x="52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0" name="Google Shape;20280;p89"/>
            <p:cNvSpPr/>
            <p:nvPr/>
          </p:nvSpPr>
          <p:spPr>
            <a:xfrm>
              <a:off x="7145823" y="2109704"/>
              <a:ext cx="201654" cy="34089"/>
            </a:xfrm>
            <a:custGeom>
              <a:rect b="b" l="l" r="r" t="t"/>
              <a:pathLst>
                <a:path extrusionOk="0" h="1301" w="7696">
                  <a:moveTo>
                    <a:pt x="3850" y="408"/>
                  </a:moveTo>
                  <a:cubicBezTo>
                    <a:pt x="4926" y="408"/>
                    <a:pt x="5972" y="495"/>
                    <a:pt x="6798" y="653"/>
                  </a:cubicBezTo>
                  <a:cubicBezTo>
                    <a:pt x="5967" y="807"/>
                    <a:pt x="4921" y="893"/>
                    <a:pt x="3850" y="893"/>
                  </a:cubicBezTo>
                  <a:cubicBezTo>
                    <a:pt x="2780" y="893"/>
                    <a:pt x="1733" y="807"/>
                    <a:pt x="903" y="653"/>
                  </a:cubicBezTo>
                  <a:cubicBezTo>
                    <a:pt x="1733" y="495"/>
                    <a:pt x="2780" y="408"/>
                    <a:pt x="3850" y="408"/>
                  </a:cubicBezTo>
                  <a:close/>
                  <a:moveTo>
                    <a:pt x="3850" y="0"/>
                  </a:moveTo>
                  <a:cubicBezTo>
                    <a:pt x="2741" y="0"/>
                    <a:pt x="1661" y="91"/>
                    <a:pt x="802" y="254"/>
                  </a:cubicBezTo>
                  <a:cubicBezTo>
                    <a:pt x="620" y="293"/>
                    <a:pt x="452" y="331"/>
                    <a:pt x="293" y="370"/>
                  </a:cubicBezTo>
                  <a:cubicBezTo>
                    <a:pt x="1" y="442"/>
                    <a:pt x="1" y="859"/>
                    <a:pt x="293" y="931"/>
                  </a:cubicBezTo>
                  <a:cubicBezTo>
                    <a:pt x="452" y="970"/>
                    <a:pt x="620" y="1008"/>
                    <a:pt x="802" y="1047"/>
                  </a:cubicBezTo>
                  <a:cubicBezTo>
                    <a:pt x="1661" y="1210"/>
                    <a:pt x="2741" y="1301"/>
                    <a:pt x="3850" y="1301"/>
                  </a:cubicBezTo>
                  <a:cubicBezTo>
                    <a:pt x="4954" y="1301"/>
                    <a:pt x="6039" y="1210"/>
                    <a:pt x="6894" y="1047"/>
                  </a:cubicBezTo>
                  <a:cubicBezTo>
                    <a:pt x="7076" y="1008"/>
                    <a:pt x="7249" y="975"/>
                    <a:pt x="7403" y="931"/>
                  </a:cubicBezTo>
                  <a:cubicBezTo>
                    <a:pt x="7695" y="859"/>
                    <a:pt x="7695" y="442"/>
                    <a:pt x="7403" y="370"/>
                  </a:cubicBezTo>
                  <a:cubicBezTo>
                    <a:pt x="7249" y="331"/>
                    <a:pt x="7076" y="293"/>
                    <a:pt x="6894" y="254"/>
                  </a:cubicBezTo>
                  <a:cubicBezTo>
                    <a:pt x="6039" y="91"/>
                    <a:pt x="4954" y="0"/>
                    <a:pt x="38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1" name="Google Shape;20281;p89"/>
            <p:cNvSpPr/>
            <p:nvPr/>
          </p:nvSpPr>
          <p:spPr>
            <a:xfrm>
              <a:off x="7202289" y="1985557"/>
              <a:ext cx="252225" cy="99412"/>
            </a:xfrm>
            <a:custGeom>
              <a:rect b="b" l="l" r="r" t="t"/>
              <a:pathLst>
                <a:path extrusionOk="0" h="3794" w="9626">
                  <a:moveTo>
                    <a:pt x="8977" y="408"/>
                  </a:moveTo>
                  <a:cubicBezTo>
                    <a:pt x="8987" y="408"/>
                    <a:pt x="8992" y="408"/>
                    <a:pt x="8997" y="413"/>
                  </a:cubicBezTo>
                  <a:cubicBezTo>
                    <a:pt x="9025" y="427"/>
                    <a:pt x="9045" y="456"/>
                    <a:pt x="9054" y="490"/>
                  </a:cubicBezTo>
                  <a:lnTo>
                    <a:pt x="9193" y="956"/>
                  </a:lnTo>
                  <a:cubicBezTo>
                    <a:pt x="9203" y="989"/>
                    <a:pt x="9203" y="1023"/>
                    <a:pt x="9189" y="1056"/>
                  </a:cubicBezTo>
                  <a:cubicBezTo>
                    <a:pt x="9189" y="1061"/>
                    <a:pt x="9184" y="1066"/>
                    <a:pt x="9179" y="1066"/>
                  </a:cubicBezTo>
                  <a:lnTo>
                    <a:pt x="2305" y="2919"/>
                  </a:lnTo>
                  <a:lnTo>
                    <a:pt x="2214" y="2607"/>
                  </a:lnTo>
                  <a:lnTo>
                    <a:pt x="8977" y="408"/>
                  </a:lnTo>
                  <a:close/>
                  <a:moveTo>
                    <a:pt x="1825" y="2736"/>
                  </a:moveTo>
                  <a:lnTo>
                    <a:pt x="1911" y="3024"/>
                  </a:lnTo>
                  <a:lnTo>
                    <a:pt x="548" y="3389"/>
                  </a:lnTo>
                  <a:cubicBezTo>
                    <a:pt x="538" y="3389"/>
                    <a:pt x="490" y="3370"/>
                    <a:pt x="471" y="3303"/>
                  </a:cubicBezTo>
                  <a:lnTo>
                    <a:pt x="466" y="3284"/>
                  </a:lnTo>
                  <a:cubicBezTo>
                    <a:pt x="447" y="3221"/>
                    <a:pt x="471" y="3173"/>
                    <a:pt x="486" y="3168"/>
                  </a:cubicBezTo>
                  <a:lnTo>
                    <a:pt x="1825" y="2736"/>
                  </a:lnTo>
                  <a:close/>
                  <a:moveTo>
                    <a:pt x="8981" y="0"/>
                  </a:moveTo>
                  <a:cubicBezTo>
                    <a:pt x="8938" y="0"/>
                    <a:pt x="8895" y="7"/>
                    <a:pt x="8853" y="19"/>
                  </a:cubicBezTo>
                  <a:lnTo>
                    <a:pt x="1897" y="2285"/>
                  </a:lnTo>
                  <a:lnTo>
                    <a:pt x="361" y="2784"/>
                  </a:lnTo>
                  <a:cubicBezTo>
                    <a:pt x="121" y="2861"/>
                    <a:pt x="1" y="3130"/>
                    <a:pt x="78" y="3399"/>
                  </a:cubicBezTo>
                  <a:lnTo>
                    <a:pt x="87" y="3418"/>
                  </a:lnTo>
                  <a:cubicBezTo>
                    <a:pt x="140" y="3634"/>
                    <a:pt x="327" y="3783"/>
                    <a:pt x="548" y="3792"/>
                  </a:cubicBezTo>
                  <a:cubicBezTo>
                    <a:pt x="554" y="3793"/>
                    <a:pt x="561" y="3794"/>
                    <a:pt x="567" y="3794"/>
                  </a:cubicBezTo>
                  <a:cubicBezTo>
                    <a:pt x="596" y="3794"/>
                    <a:pt x="627" y="3786"/>
                    <a:pt x="658" y="3778"/>
                  </a:cubicBezTo>
                  <a:lnTo>
                    <a:pt x="9280" y="1460"/>
                  </a:lnTo>
                  <a:cubicBezTo>
                    <a:pt x="9395" y="1426"/>
                    <a:pt x="9486" y="1354"/>
                    <a:pt x="9544" y="1253"/>
                  </a:cubicBezTo>
                  <a:cubicBezTo>
                    <a:pt x="9611" y="1124"/>
                    <a:pt x="9625" y="975"/>
                    <a:pt x="9582" y="840"/>
                  </a:cubicBezTo>
                  <a:lnTo>
                    <a:pt x="9443" y="375"/>
                  </a:lnTo>
                  <a:cubicBezTo>
                    <a:pt x="9405" y="235"/>
                    <a:pt x="9313" y="120"/>
                    <a:pt x="9184" y="53"/>
                  </a:cubicBezTo>
                  <a:cubicBezTo>
                    <a:pt x="9121" y="17"/>
                    <a:pt x="9052" y="0"/>
                    <a:pt x="89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2" name="Google Shape;20282;p89"/>
            <p:cNvSpPr/>
            <p:nvPr/>
          </p:nvSpPr>
          <p:spPr>
            <a:xfrm>
              <a:off x="7147971" y="2033481"/>
              <a:ext cx="37496" cy="33985"/>
            </a:xfrm>
            <a:custGeom>
              <a:rect b="b" l="l" r="r" t="t"/>
              <a:pathLst>
                <a:path extrusionOk="0" h="1297" w="1431">
                  <a:moveTo>
                    <a:pt x="715" y="0"/>
                  </a:moveTo>
                  <a:cubicBezTo>
                    <a:pt x="615" y="0"/>
                    <a:pt x="514" y="67"/>
                    <a:pt x="514" y="202"/>
                  </a:cubicBezTo>
                  <a:lnTo>
                    <a:pt x="514" y="447"/>
                  </a:lnTo>
                  <a:lnTo>
                    <a:pt x="269" y="447"/>
                  </a:lnTo>
                  <a:cubicBezTo>
                    <a:pt x="0" y="447"/>
                    <a:pt x="0" y="850"/>
                    <a:pt x="269" y="850"/>
                  </a:cubicBezTo>
                  <a:lnTo>
                    <a:pt x="514" y="850"/>
                  </a:lnTo>
                  <a:lnTo>
                    <a:pt x="514" y="1095"/>
                  </a:lnTo>
                  <a:cubicBezTo>
                    <a:pt x="514" y="1229"/>
                    <a:pt x="615" y="1296"/>
                    <a:pt x="715" y="1296"/>
                  </a:cubicBezTo>
                  <a:cubicBezTo>
                    <a:pt x="816" y="1296"/>
                    <a:pt x="917" y="1229"/>
                    <a:pt x="917" y="1095"/>
                  </a:cubicBezTo>
                  <a:lnTo>
                    <a:pt x="917" y="850"/>
                  </a:lnTo>
                  <a:lnTo>
                    <a:pt x="1162" y="850"/>
                  </a:lnTo>
                  <a:cubicBezTo>
                    <a:pt x="1431" y="850"/>
                    <a:pt x="1431" y="447"/>
                    <a:pt x="1162" y="447"/>
                  </a:cubicBezTo>
                  <a:lnTo>
                    <a:pt x="917" y="447"/>
                  </a:lnTo>
                  <a:lnTo>
                    <a:pt x="917" y="202"/>
                  </a:lnTo>
                  <a:cubicBezTo>
                    <a:pt x="917" y="67"/>
                    <a:pt x="816"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3" name="Google Shape;20283;p89"/>
            <p:cNvSpPr/>
            <p:nvPr/>
          </p:nvSpPr>
          <p:spPr>
            <a:xfrm>
              <a:off x="7348080" y="2054600"/>
              <a:ext cx="37627" cy="33985"/>
            </a:xfrm>
            <a:custGeom>
              <a:rect b="b" l="l" r="r" t="t"/>
              <a:pathLst>
                <a:path extrusionOk="0" h="1297" w="1436">
                  <a:moveTo>
                    <a:pt x="720" y="1"/>
                  </a:moveTo>
                  <a:cubicBezTo>
                    <a:pt x="610" y="1"/>
                    <a:pt x="519" y="92"/>
                    <a:pt x="519" y="202"/>
                  </a:cubicBezTo>
                  <a:lnTo>
                    <a:pt x="519" y="447"/>
                  </a:lnTo>
                  <a:lnTo>
                    <a:pt x="274" y="447"/>
                  </a:lnTo>
                  <a:cubicBezTo>
                    <a:pt x="0" y="447"/>
                    <a:pt x="0" y="850"/>
                    <a:pt x="274" y="850"/>
                  </a:cubicBezTo>
                  <a:lnTo>
                    <a:pt x="514" y="850"/>
                  </a:lnTo>
                  <a:lnTo>
                    <a:pt x="514" y="1095"/>
                  </a:lnTo>
                  <a:cubicBezTo>
                    <a:pt x="514" y="1229"/>
                    <a:pt x="616" y="1297"/>
                    <a:pt x="718" y="1297"/>
                  </a:cubicBezTo>
                  <a:cubicBezTo>
                    <a:pt x="820" y="1297"/>
                    <a:pt x="922" y="1229"/>
                    <a:pt x="922" y="1095"/>
                  </a:cubicBezTo>
                  <a:lnTo>
                    <a:pt x="922" y="850"/>
                  </a:lnTo>
                  <a:lnTo>
                    <a:pt x="1162" y="850"/>
                  </a:lnTo>
                  <a:cubicBezTo>
                    <a:pt x="1436" y="850"/>
                    <a:pt x="1436" y="447"/>
                    <a:pt x="1162" y="447"/>
                  </a:cubicBezTo>
                  <a:lnTo>
                    <a:pt x="922" y="447"/>
                  </a:lnTo>
                  <a:lnTo>
                    <a:pt x="922" y="202"/>
                  </a:lnTo>
                  <a:cubicBezTo>
                    <a:pt x="922" y="92"/>
                    <a:pt x="831" y="1"/>
                    <a:pt x="7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4" name="Google Shape;20284;p89"/>
            <p:cNvSpPr/>
            <p:nvPr/>
          </p:nvSpPr>
          <p:spPr>
            <a:xfrm>
              <a:off x="7270730" y="1985085"/>
              <a:ext cx="37496" cy="34063"/>
            </a:xfrm>
            <a:custGeom>
              <a:rect b="b" l="l" r="r" t="t"/>
              <a:pathLst>
                <a:path extrusionOk="0" h="1300" w="1431">
                  <a:moveTo>
                    <a:pt x="715" y="0"/>
                  </a:moveTo>
                  <a:cubicBezTo>
                    <a:pt x="615" y="0"/>
                    <a:pt x="514" y="69"/>
                    <a:pt x="514" y="205"/>
                  </a:cubicBezTo>
                  <a:lnTo>
                    <a:pt x="514" y="445"/>
                  </a:lnTo>
                  <a:lnTo>
                    <a:pt x="269" y="445"/>
                  </a:lnTo>
                  <a:cubicBezTo>
                    <a:pt x="0" y="445"/>
                    <a:pt x="0" y="854"/>
                    <a:pt x="269" y="854"/>
                  </a:cubicBezTo>
                  <a:lnTo>
                    <a:pt x="514" y="854"/>
                  </a:lnTo>
                  <a:lnTo>
                    <a:pt x="514" y="1098"/>
                  </a:lnTo>
                  <a:cubicBezTo>
                    <a:pt x="514" y="1233"/>
                    <a:pt x="615" y="1300"/>
                    <a:pt x="715" y="1300"/>
                  </a:cubicBezTo>
                  <a:cubicBezTo>
                    <a:pt x="816" y="1300"/>
                    <a:pt x="917" y="1233"/>
                    <a:pt x="917" y="1098"/>
                  </a:cubicBezTo>
                  <a:lnTo>
                    <a:pt x="917" y="854"/>
                  </a:lnTo>
                  <a:lnTo>
                    <a:pt x="1162" y="854"/>
                  </a:lnTo>
                  <a:cubicBezTo>
                    <a:pt x="1431" y="854"/>
                    <a:pt x="1431" y="445"/>
                    <a:pt x="1162" y="445"/>
                  </a:cubicBezTo>
                  <a:lnTo>
                    <a:pt x="917" y="445"/>
                  </a:lnTo>
                  <a:lnTo>
                    <a:pt x="917" y="205"/>
                  </a:lnTo>
                  <a:cubicBezTo>
                    <a:pt x="917" y="69"/>
                    <a:pt x="816"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85" name="Google Shape;20285;p89"/>
          <p:cNvGrpSpPr/>
          <p:nvPr/>
        </p:nvGrpSpPr>
        <p:grpSpPr>
          <a:xfrm>
            <a:off x="6139594" y="2917448"/>
            <a:ext cx="371578" cy="315347"/>
            <a:chOff x="6139594" y="2917448"/>
            <a:chExt cx="371578" cy="315347"/>
          </a:xfrm>
        </p:grpSpPr>
        <p:sp>
          <p:nvSpPr>
            <p:cNvPr id="20286" name="Google Shape;20286;p89"/>
            <p:cNvSpPr/>
            <p:nvPr/>
          </p:nvSpPr>
          <p:spPr>
            <a:xfrm>
              <a:off x="6144887" y="3147402"/>
              <a:ext cx="360625" cy="80101"/>
            </a:xfrm>
            <a:custGeom>
              <a:rect b="b" l="l" r="r" t="t"/>
              <a:pathLst>
                <a:path extrusionOk="0" h="3057" w="13763">
                  <a:moveTo>
                    <a:pt x="5260" y="0"/>
                  </a:moveTo>
                  <a:cubicBezTo>
                    <a:pt x="4269" y="0"/>
                    <a:pt x="3277" y="12"/>
                    <a:pt x="2290" y="81"/>
                  </a:cubicBezTo>
                  <a:cubicBezTo>
                    <a:pt x="1776" y="119"/>
                    <a:pt x="312" y="129"/>
                    <a:pt x="163" y="762"/>
                  </a:cubicBezTo>
                  <a:cubicBezTo>
                    <a:pt x="0" y="1439"/>
                    <a:pt x="1459" y="2020"/>
                    <a:pt x="1944" y="2212"/>
                  </a:cubicBezTo>
                  <a:cubicBezTo>
                    <a:pt x="3509" y="2831"/>
                    <a:pt x="5228" y="3057"/>
                    <a:pt x="6884" y="3057"/>
                  </a:cubicBezTo>
                  <a:cubicBezTo>
                    <a:pt x="8535" y="3057"/>
                    <a:pt x="10253" y="2826"/>
                    <a:pt x="11818" y="2212"/>
                  </a:cubicBezTo>
                  <a:cubicBezTo>
                    <a:pt x="12308" y="2020"/>
                    <a:pt x="13762" y="1439"/>
                    <a:pt x="13599" y="762"/>
                  </a:cubicBezTo>
                  <a:cubicBezTo>
                    <a:pt x="13450" y="133"/>
                    <a:pt x="11981" y="119"/>
                    <a:pt x="11473" y="81"/>
                  </a:cubicBezTo>
                  <a:cubicBezTo>
                    <a:pt x="10485" y="12"/>
                    <a:pt x="9493" y="0"/>
                    <a:pt x="8501" y="0"/>
                  </a:cubicBezTo>
                  <a:cubicBezTo>
                    <a:pt x="7960" y="0"/>
                    <a:pt x="7419" y="4"/>
                    <a:pt x="6879" y="4"/>
                  </a:cubicBezTo>
                  <a:cubicBezTo>
                    <a:pt x="6340" y="4"/>
                    <a:pt x="5800" y="0"/>
                    <a:pt x="5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7" name="Google Shape;20287;p89"/>
            <p:cNvSpPr/>
            <p:nvPr/>
          </p:nvSpPr>
          <p:spPr>
            <a:xfrm>
              <a:off x="6195432" y="2948263"/>
              <a:ext cx="259641" cy="243159"/>
            </a:xfrm>
            <a:custGeom>
              <a:rect b="b" l="l" r="r" t="t"/>
              <a:pathLst>
                <a:path extrusionOk="0" h="9280" w="9909">
                  <a:moveTo>
                    <a:pt x="1" y="0"/>
                  </a:moveTo>
                  <a:cubicBezTo>
                    <a:pt x="1" y="0"/>
                    <a:pt x="1407" y="3591"/>
                    <a:pt x="1292" y="8593"/>
                  </a:cubicBezTo>
                  <a:cubicBezTo>
                    <a:pt x="1292" y="8597"/>
                    <a:pt x="1292" y="8607"/>
                    <a:pt x="1292" y="8617"/>
                  </a:cubicBezTo>
                  <a:cubicBezTo>
                    <a:pt x="1292" y="8981"/>
                    <a:pt x="2934" y="9279"/>
                    <a:pt x="4955" y="9279"/>
                  </a:cubicBezTo>
                  <a:cubicBezTo>
                    <a:pt x="6980" y="9279"/>
                    <a:pt x="8617" y="8981"/>
                    <a:pt x="8617" y="8617"/>
                  </a:cubicBezTo>
                  <a:cubicBezTo>
                    <a:pt x="8492" y="3605"/>
                    <a:pt x="9908" y="0"/>
                    <a:pt x="99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8" name="Google Shape;20288;p89"/>
            <p:cNvSpPr/>
            <p:nvPr/>
          </p:nvSpPr>
          <p:spPr>
            <a:xfrm>
              <a:off x="6306740" y="2948263"/>
              <a:ext cx="148332" cy="243159"/>
            </a:xfrm>
            <a:custGeom>
              <a:rect b="b" l="l" r="r" t="t"/>
              <a:pathLst>
                <a:path extrusionOk="0" h="9280" w="5661">
                  <a:moveTo>
                    <a:pt x="4254" y="0"/>
                  </a:moveTo>
                  <a:cubicBezTo>
                    <a:pt x="4254" y="0"/>
                    <a:pt x="2838" y="3605"/>
                    <a:pt x="2963" y="8617"/>
                  </a:cubicBezTo>
                  <a:cubicBezTo>
                    <a:pt x="2963" y="8938"/>
                    <a:pt x="1686" y="9207"/>
                    <a:pt x="1" y="9269"/>
                  </a:cubicBezTo>
                  <a:cubicBezTo>
                    <a:pt x="231" y="9274"/>
                    <a:pt x="467" y="9279"/>
                    <a:pt x="707" y="9279"/>
                  </a:cubicBezTo>
                  <a:cubicBezTo>
                    <a:pt x="2728" y="9279"/>
                    <a:pt x="4369" y="8981"/>
                    <a:pt x="4369" y="8617"/>
                  </a:cubicBezTo>
                  <a:cubicBezTo>
                    <a:pt x="4244" y="3605"/>
                    <a:pt x="5660" y="0"/>
                    <a:pt x="566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9" name="Google Shape;20289;p89"/>
            <p:cNvSpPr/>
            <p:nvPr/>
          </p:nvSpPr>
          <p:spPr>
            <a:xfrm>
              <a:off x="6195432" y="2922846"/>
              <a:ext cx="259641" cy="51593"/>
            </a:xfrm>
            <a:custGeom>
              <a:rect b="b" l="l" r="r" t="t"/>
              <a:pathLst>
                <a:path extrusionOk="0" h="1969" w="9909">
                  <a:moveTo>
                    <a:pt x="4955" y="1"/>
                  </a:moveTo>
                  <a:cubicBezTo>
                    <a:pt x="2218" y="1"/>
                    <a:pt x="1" y="442"/>
                    <a:pt x="1" y="985"/>
                  </a:cubicBezTo>
                  <a:cubicBezTo>
                    <a:pt x="1" y="1527"/>
                    <a:pt x="2218" y="1969"/>
                    <a:pt x="4955" y="1969"/>
                  </a:cubicBezTo>
                  <a:cubicBezTo>
                    <a:pt x="7691" y="1969"/>
                    <a:pt x="9908" y="1527"/>
                    <a:pt x="9908" y="985"/>
                  </a:cubicBezTo>
                  <a:cubicBezTo>
                    <a:pt x="9908" y="442"/>
                    <a:pt x="7691" y="1"/>
                    <a:pt x="49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0" name="Google Shape;20290;p89"/>
            <p:cNvSpPr/>
            <p:nvPr/>
          </p:nvSpPr>
          <p:spPr>
            <a:xfrm>
              <a:off x="6228892" y="3133514"/>
              <a:ext cx="192588" cy="58012"/>
            </a:xfrm>
            <a:custGeom>
              <a:rect b="b" l="l" r="r" t="t"/>
              <a:pathLst>
                <a:path extrusionOk="0" h="2214" w="7350">
                  <a:moveTo>
                    <a:pt x="1" y="1"/>
                  </a:moveTo>
                  <a:lnTo>
                    <a:pt x="1" y="1"/>
                  </a:lnTo>
                  <a:cubicBezTo>
                    <a:pt x="20" y="491"/>
                    <a:pt x="25" y="999"/>
                    <a:pt x="15" y="1527"/>
                  </a:cubicBezTo>
                  <a:cubicBezTo>
                    <a:pt x="10" y="1532"/>
                    <a:pt x="10" y="1542"/>
                    <a:pt x="15" y="1551"/>
                  </a:cubicBezTo>
                  <a:cubicBezTo>
                    <a:pt x="15" y="1916"/>
                    <a:pt x="1652" y="2214"/>
                    <a:pt x="3678" y="2214"/>
                  </a:cubicBezTo>
                  <a:cubicBezTo>
                    <a:pt x="5699" y="2214"/>
                    <a:pt x="7340" y="1916"/>
                    <a:pt x="7340" y="1551"/>
                  </a:cubicBezTo>
                  <a:cubicBezTo>
                    <a:pt x="7326" y="1019"/>
                    <a:pt x="7331" y="500"/>
                    <a:pt x="7350" y="1"/>
                  </a:cubicBezTo>
                  <a:lnTo>
                    <a:pt x="7350" y="1"/>
                  </a:lnTo>
                  <a:cubicBezTo>
                    <a:pt x="6385" y="183"/>
                    <a:pt x="5089" y="303"/>
                    <a:pt x="3678" y="303"/>
                  </a:cubicBezTo>
                  <a:cubicBezTo>
                    <a:pt x="3063" y="303"/>
                    <a:pt x="2478" y="279"/>
                    <a:pt x="1926" y="241"/>
                  </a:cubicBezTo>
                  <a:lnTo>
                    <a:pt x="1897" y="241"/>
                  </a:lnTo>
                  <a:cubicBezTo>
                    <a:pt x="1575" y="217"/>
                    <a:pt x="1273" y="188"/>
                    <a:pt x="980" y="155"/>
                  </a:cubicBezTo>
                  <a:cubicBezTo>
                    <a:pt x="629" y="111"/>
                    <a:pt x="298" y="5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1" name="Google Shape;20291;p89"/>
            <p:cNvSpPr/>
            <p:nvPr/>
          </p:nvSpPr>
          <p:spPr>
            <a:xfrm>
              <a:off x="6229023" y="3133409"/>
              <a:ext cx="393" cy="18368"/>
            </a:xfrm>
            <a:custGeom>
              <a:rect b="b" l="l" r="r" t="t"/>
              <a:pathLst>
                <a:path extrusionOk="0" h="701" w="15">
                  <a:moveTo>
                    <a:pt x="0" y="0"/>
                  </a:moveTo>
                  <a:cubicBezTo>
                    <a:pt x="5" y="231"/>
                    <a:pt x="10" y="466"/>
                    <a:pt x="15" y="701"/>
                  </a:cubicBezTo>
                  <a:cubicBezTo>
                    <a:pt x="15" y="466"/>
                    <a:pt x="15" y="231"/>
                    <a:pt x="1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2" name="Google Shape;20292;p89"/>
            <p:cNvSpPr/>
            <p:nvPr/>
          </p:nvSpPr>
          <p:spPr>
            <a:xfrm>
              <a:off x="6229154" y="3133409"/>
              <a:ext cx="192326" cy="58012"/>
            </a:xfrm>
            <a:custGeom>
              <a:rect b="b" l="l" r="r" t="t"/>
              <a:pathLst>
                <a:path extrusionOk="0" h="2214" w="7340">
                  <a:moveTo>
                    <a:pt x="7340" y="0"/>
                  </a:moveTo>
                  <a:cubicBezTo>
                    <a:pt x="6917" y="82"/>
                    <a:pt x="6442" y="149"/>
                    <a:pt x="5924" y="202"/>
                  </a:cubicBezTo>
                  <a:cubicBezTo>
                    <a:pt x="5919" y="360"/>
                    <a:pt x="5914" y="586"/>
                    <a:pt x="5914" y="807"/>
                  </a:cubicBezTo>
                  <a:cubicBezTo>
                    <a:pt x="5914" y="1263"/>
                    <a:pt x="5564" y="1637"/>
                    <a:pt x="5117" y="1671"/>
                  </a:cubicBezTo>
                  <a:cubicBezTo>
                    <a:pt x="4671" y="1709"/>
                    <a:pt x="4181" y="1728"/>
                    <a:pt x="3663" y="1728"/>
                  </a:cubicBezTo>
                  <a:cubicBezTo>
                    <a:pt x="1728" y="1728"/>
                    <a:pt x="139" y="1455"/>
                    <a:pt x="10" y="1109"/>
                  </a:cubicBezTo>
                  <a:cubicBezTo>
                    <a:pt x="10" y="1243"/>
                    <a:pt x="5" y="1383"/>
                    <a:pt x="5" y="1522"/>
                  </a:cubicBezTo>
                  <a:cubicBezTo>
                    <a:pt x="0" y="1531"/>
                    <a:pt x="0" y="1541"/>
                    <a:pt x="5" y="1551"/>
                  </a:cubicBezTo>
                  <a:cubicBezTo>
                    <a:pt x="5" y="1882"/>
                    <a:pt x="1363" y="2160"/>
                    <a:pt x="3135" y="2208"/>
                  </a:cubicBezTo>
                  <a:cubicBezTo>
                    <a:pt x="3250" y="2213"/>
                    <a:pt x="3365" y="2213"/>
                    <a:pt x="3485" y="2213"/>
                  </a:cubicBezTo>
                  <a:lnTo>
                    <a:pt x="3668" y="2213"/>
                  </a:lnTo>
                  <a:cubicBezTo>
                    <a:pt x="5689" y="2213"/>
                    <a:pt x="7330" y="1915"/>
                    <a:pt x="7330" y="1551"/>
                  </a:cubicBezTo>
                  <a:cubicBezTo>
                    <a:pt x="7330" y="1479"/>
                    <a:pt x="7325" y="1402"/>
                    <a:pt x="7325" y="1330"/>
                  </a:cubicBezTo>
                  <a:cubicBezTo>
                    <a:pt x="7325" y="1325"/>
                    <a:pt x="7325" y="1320"/>
                    <a:pt x="7325" y="1315"/>
                  </a:cubicBezTo>
                  <a:lnTo>
                    <a:pt x="7325" y="1104"/>
                  </a:lnTo>
                  <a:lnTo>
                    <a:pt x="7325" y="1023"/>
                  </a:lnTo>
                  <a:lnTo>
                    <a:pt x="7325" y="907"/>
                  </a:lnTo>
                  <a:lnTo>
                    <a:pt x="7325" y="802"/>
                  </a:lnTo>
                  <a:lnTo>
                    <a:pt x="7325" y="706"/>
                  </a:lnTo>
                  <a:lnTo>
                    <a:pt x="7325" y="701"/>
                  </a:lnTo>
                  <a:cubicBezTo>
                    <a:pt x="7325" y="600"/>
                    <a:pt x="7325" y="504"/>
                    <a:pt x="7330" y="403"/>
                  </a:cubicBezTo>
                  <a:lnTo>
                    <a:pt x="7330" y="307"/>
                  </a:lnTo>
                  <a:cubicBezTo>
                    <a:pt x="7330" y="207"/>
                    <a:pt x="7335" y="101"/>
                    <a:pt x="734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3" name="Google Shape;20293;p89"/>
            <p:cNvSpPr/>
            <p:nvPr/>
          </p:nvSpPr>
          <p:spPr>
            <a:xfrm>
              <a:off x="6139594" y="2917448"/>
              <a:ext cx="371578" cy="315347"/>
            </a:xfrm>
            <a:custGeom>
              <a:rect b="b" l="l" r="r" t="t"/>
              <a:pathLst>
                <a:path extrusionOk="0" h="12035" w="14181">
                  <a:moveTo>
                    <a:pt x="7081" y="413"/>
                  </a:moveTo>
                  <a:cubicBezTo>
                    <a:pt x="8367" y="413"/>
                    <a:pt x="9587" y="509"/>
                    <a:pt x="10503" y="687"/>
                  </a:cubicBezTo>
                  <a:cubicBezTo>
                    <a:pt x="11564" y="893"/>
                    <a:pt x="11819" y="1133"/>
                    <a:pt x="11828" y="1191"/>
                  </a:cubicBezTo>
                  <a:cubicBezTo>
                    <a:pt x="11828" y="1195"/>
                    <a:pt x="11823" y="1200"/>
                    <a:pt x="11823" y="1205"/>
                  </a:cubicBezTo>
                  <a:lnTo>
                    <a:pt x="11809" y="1219"/>
                  </a:lnTo>
                  <a:cubicBezTo>
                    <a:pt x="11775" y="1258"/>
                    <a:pt x="11732" y="1291"/>
                    <a:pt x="11684" y="1320"/>
                  </a:cubicBezTo>
                  <a:cubicBezTo>
                    <a:pt x="11607" y="1368"/>
                    <a:pt x="11526" y="1407"/>
                    <a:pt x="11444" y="1440"/>
                  </a:cubicBezTo>
                  <a:lnTo>
                    <a:pt x="11420" y="1450"/>
                  </a:lnTo>
                  <a:lnTo>
                    <a:pt x="11401" y="1455"/>
                  </a:lnTo>
                  <a:lnTo>
                    <a:pt x="11358" y="1474"/>
                  </a:lnTo>
                  <a:cubicBezTo>
                    <a:pt x="11065" y="1575"/>
                    <a:pt x="10758" y="1651"/>
                    <a:pt x="10451" y="1704"/>
                  </a:cubicBezTo>
                  <a:lnTo>
                    <a:pt x="10374" y="1719"/>
                  </a:lnTo>
                  <a:lnTo>
                    <a:pt x="10364" y="1719"/>
                  </a:lnTo>
                  <a:lnTo>
                    <a:pt x="10283" y="1733"/>
                  </a:lnTo>
                  <a:cubicBezTo>
                    <a:pt x="9452" y="1877"/>
                    <a:pt x="8401" y="1959"/>
                    <a:pt x="7311" y="1968"/>
                  </a:cubicBezTo>
                  <a:lnTo>
                    <a:pt x="6865" y="1968"/>
                  </a:lnTo>
                  <a:cubicBezTo>
                    <a:pt x="5770" y="1959"/>
                    <a:pt x="4724" y="1877"/>
                    <a:pt x="3893" y="1733"/>
                  </a:cubicBezTo>
                  <a:lnTo>
                    <a:pt x="3812" y="1719"/>
                  </a:lnTo>
                  <a:lnTo>
                    <a:pt x="3802" y="1719"/>
                  </a:lnTo>
                  <a:lnTo>
                    <a:pt x="3725" y="1704"/>
                  </a:lnTo>
                  <a:lnTo>
                    <a:pt x="3721" y="1704"/>
                  </a:lnTo>
                  <a:cubicBezTo>
                    <a:pt x="3394" y="1651"/>
                    <a:pt x="3073" y="1565"/>
                    <a:pt x="2765" y="1455"/>
                  </a:cubicBezTo>
                  <a:lnTo>
                    <a:pt x="2722" y="1440"/>
                  </a:lnTo>
                  <a:cubicBezTo>
                    <a:pt x="2660" y="1411"/>
                    <a:pt x="2597" y="1383"/>
                    <a:pt x="2535" y="1354"/>
                  </a:cubicBezTo>
                  <a:lnTo>
                    <a:pt x="2525" y="1349"/>
                  </a:lnTo>
                  <a:lnTo>
                    <a:pt x="2501" y="1335"/>
                  </a:lnTo>
                  <a:cubicBezTo>
                    <a:pt x="2449" y="1306"/>
                    <a:pt x="2396" y="1267"/>
                    <a:pt x="2353" y="1219"/>
                  </a:cubicBezTo>
                  <a:lnTo>
                    <a:pt x="2343" y="1205"/>
                  </a:lnTo>
                  <a:cubicBezTo>
                    <a:pt x="2338" y="1200"/>
                    <a:pt x="2333" y="1195"/>
                    <a:pt x="2333" y="1191"/>
                  </a:cubicBezTo>
                  <a:cubicBezTo>
                    <a:pt x="2348" y="1133"/>
                    <a:pt x="2597" y="893"/>
                    <a:pt x="3663" y="687"/>
                  </a:cubicBezTo>
                  <a:cubicBezTo>
                    <a:pt x="4580" y="509"/>
                    <a:pt x="5794" y="413"/>
                    <a:pt x="7081" y="413"/>
                  </a:cubicBezTo>
                  <a:close/>
                  <a:moveTo>
                    <a:pt x="10950" y="9020"/>
                  </a:moveTo>
                  <a:cubicBezTo>
                    <a:pt x="11204" y="9029"/>
                    <a:pt x="11439" y="9044"/>
                    <a:pt x="11670" y="9058"/>
                  </a:cubicBezTo>
                  <a:lnTo>
                    <a:pt x="11843" y="9068"/>
                  </a:lnTo>
                  <a:cubicBezTo>
                    <a:pt x="12140" y="9087"/>
                    <a:pt x="12587" y="9111"/>
                    <a:pt x="12966" y="9197"/>
                  </a:cubicBezTo>
                  <a:cubicBezTo>
                    <a:pt x="13235" y="9260"/>
                    <a:pt x="13566" y="9380"/>
                    <a:pt x="13614" y="9581"/>
                  </a:cubicBezTo>
                  <a:cubicBezTo>
                    <a:pt x="13667" y="9841"/>
                    <a:pt x="13283" y="10124"/>
                    <a:pt x="13048" y="10273"/>
                  </a:cubicBezTo>
                  <a:cubicBezTo>
                    <a:pt x="12649" y="10522"/>
                    <a:pt x="12159" y="10714"/>
                    <a:pt x="11948" y="10796"/>
                  </a:cubicBezTo>
                  <a:cubicBezTo>
                    <a:pt x="10547" y="11348"/>
                    <a:pt x="8910" y="11631"/>
                    <a:pt x="7086" y="11631"/>
                  </a:cubicBezTo>
                  <a:cubicBezTo>
                    <a:pt x="5262" y="11631"/>
                    <a:pt x="3625" y="11348"/>
                    <a:pt x="2228" y="10796"/>
                  </a:cubicBezTo>
                  <a:cubicBezTo>
                    <a:pt x="2017" y="10714"/>
                    <a:pt x="1522" y="10522"/>
                    <a:pt x="1128" y="10273"/>
                  </a:cubicBezTo>
                  <a:cubicBezTo>
                    <a:pt x="893" y="10124"/>
                    <a:pt x="509" y="9841"/>
                    <a:pt x="567" y="9586"/>
                  </a:cubicBezTo>
                  <a:cubicBezTo>
                    <a:pt x="668" y="9164"/>
                    <a:pt x="1877" y="9097"/>
                    <a:pt x="2333" y="9073"/>
                  </a:cubicBezTo>
                  <a:lnTo>
                    <a:pt x="2511" y="9058"/>
                  </a:lnTo>
                  <a:cubicBezTo>
                    <a:pt x="2741" y="9044"/>
                    <a:pt x="2977" y="9029"/>
                    <a:pt x="3231" y="9020"/>
                  </a:cubicBezTo>
                  <a:lnTo>
                    <a:pt x="3231" y="9365"/>
                  </a:lnTo>
                  <a:lnTo>
                    <a:pt x="3231" y="9380"/>
                  </a:lnTo>
                  <a:cubicBezTo>
                    <a:pt x="3231" y="9505"/>
                    <a:pt x="3231" y="9625"/>
                    <a:pt x="3226" y="9745"/>
                  </a:cubicBezTo>
                  <a:cubicBezTo>
                    <a:pt x="3221" y="9764"/>
                    <a:pt x="3221" y="9778"/>
                    <a:pt x="3221" y="9793"/>
                  </a:cubicBezTo>
                  <a:cubicBezTo>
                    <a:pt x="3221" y="9821"/>
                    <a:pt x="3226" y="9850"/>
                    <a:pt x="3231" y="9874"/>
                  </a:cubicBezTo>
                  <a:cubicBezTo>
                    <a:pt x="3236" y="9893"/>
                    <a:pt x="3241" y="9913"/>
                    <a:pt x="3250" y="9927"/>
                  </a:cubicBezTo>
                  <a:cubicBezTo>
                    <a:pt x="3260" y="9946"/>
                    <a:pt x="3269" y="9965"/>
                    <a:pt x="3279" y="9980"/>
                  </a:cubicBezTo>
                  <a:cubicBezTo>
                    <a:pt x="3413" y="10186"/>
                    <a:pt x="3793" y="10340"/>
                    <a:pt x="4465" y="10460"/>
                  </a:cubicBezTo>
                  <a:cubicBezTo>
                    <a:pt x="5166" y="10589"/>
                    <a:pt x="6102" y="10657"/>
                    <a:pt x="7090" y="10657"/>
                  </a:cubicBezTo>
                  <a:cubicBezTo>
                    <a:pt x="7335" y="10657"/>
                    <a:pt x="7580" y="10652"/>
                    <a:pt x="7820" y="10642"/>
                  </a:cubicBezTo>
                  <a:cubicBezTo>
                    <a:pt x="8454" y="10628"/>
                    <a:pt x="9087" y="10565"/>
                    <a:pt x="9716" y="10460"/>
                  </a:cubicBezTo>
                  <a:cubicBezTo>
                    <a:pt x="10499" y="10321"/>
                    <a:pt x="10883" y="10133"/>
                    <a:pt x="10945" y="9874"/>
                  </a:cubicBezTo>
                  <a:cubicBezTo>
                    <a:pt x="10955" y="9845"/>
                    <a:pt x="10959" y="9817"/>
                    <a:pt x="10959" y="9788"/>
                  </a:cubicBezTo>
                  <a:lnTo>
                    <a:pt x="10959" y="9769"/>
                  </a:lnTo>
                  <a:cubicBezTo>
                    <a:pt x="10955" y="9649"/>
                    <a:pt x="10955" y="9533"/>
                    <a:pt x="10950" y="9413"/>
                  </a:cubicBezTo>
                  <a:lnTo>
                    <a:pt x="10950" y="9409"/>
                  </a:lnTo>
                  <a:lnTo>
                    <a:pt x="10950" y="9356"/>
                  </a:lnTo>
                  <a:lnTo>
                    <a:pt x="10950" y="9034"/>
                  </a:lnTo>
                  <a:lnTo>
                    <a:pt x="10950" y="9020"/>
                  </a:lnTo>
                  <a:close/>
                  <a:moveTo>
                    <a:pt x="7090" y="0"/>
                  </a:moveTo>
                  <a:cubicBezTo>
                    <a:pt x="5756" y="0"/>
                    <a:pt x="4498" y="106"/>
                    <a:pt x="3553" y="293"/>
                  </a:cubicBezTo>
                  <a:cubicBezTo>
                    <a:pt x="3082" y="389"/>
                    <a:pt x="2708" y="499"/>
                    <a:pt x="2444" y="624"/>
                  </a:cubicBezTo>
                  <a:cubicBezTo>
                    <a:pt x="2324" y="677"/>
                    <a:pt x="1973" y="845"/>
                    <a:pt x="1940" y="1143"/>
                  </a:cubicBezTo>
                  <a:cubicBezTo>
                    <a:pt x="1940" y="1152"/>
                    <a:pt x="1940" y="1167"/>
                    <a:pt x="1940" y="1181"/>
                  </a:cubicBezTo>
                  <a:lnTo>
                    <a:pt x="1940" y="1191"/>
                  </a:lnTo>
                  <a:cubicBezTo>
                    <a:pt x="1940" y="1282"/>
                    <a:pt x="1969" y="1373"/>
                    <a:pt x="2026" y="1445"/>
                  </a:cubicBezTo>
                  <a:cubicBezTo>
                    <a:pt x="2309" y="2251"/>
                    <a:pt x="3097" y="4786"/>
                    <a:pt x="3221" y="8237"/>
                  </a:cubicBezTo>
                  <a:lnTo>
                    <a:pt x="3221" y="8247"/>
                  </a:lnTo>
                  <a:cubicBezTo>
                    <a:pt x="3226" y="8367"/>
                    <a:pt x="3231" y="8492"/>
                    <a:pt x="3231" y="8612"/>
                  </a:cubicBezTo>
                  <a:cubicBezTo>
                    <a:pt x="2972" y="8626"/>
                    <a:pt x="2727" y="8636"/>
                    <a:pt x="2492" y="8655"/>
                  </a:cubicBezTo>
                  <a:lnTo>
                    <a:pt x="2319" y="8665"/>
                  </a:lnTo>
                  <a:cubicBezTo>
                    <a:pt x="1633" y="8703"/>
                    <a:pt x="351" y="8770"/>
                    <a:pt x="183" y="9490"/>
                  </a:cubicBezTo>
                  <a:cubicBezTo>
                    <a:pt x="0" y="10253"/>
                    <a:pt x="1181" y="10820"/>
                    <a:pt x="2084" y="11175"/>
                  </a:cubicBezTo>
                  <a:cubicBezTo>
                    <a:pt x="3533" y="11746"/>
                    <a:pt x="5218" y="12034"/>
                    <a:pt x="7100" y="12034"/>
                  </a:cubicBezTo>
                  <a:cubicBezTo>
                    <a:pt x="8977" y="12034"/>
                    <a:pt x="10662" y="11746"/>
                    <a:pt x="12111" y="11175"/>
                  </a:cubicBezTo>
                  <a:cubicBezTo>
                    <a:pt x="13000" y="10820"/>
                    <a:pt x="14180" y="10258"/>
                    <a:pt x="13998" y="9490"/>
                  </a:cubicBezTo>
                  <a:cubicBezTo>
                    <a:pt x="13830" y="8775"/>
                    <a:pt x="12548" y="8703"/>
                    <a:pt x="11857" y="8665"/>
                  </a:cubicBezTo>
                  <a:lnTo>
                    <a:pt x="11689" y="8655"/>
                  </a:lnTo>
                  <a:cubicBezTo>
                    <a:pt x="11454" y="8636"/>
                    <a:pt x="11209" y="8626"/>
                    <a:pt x="10950" y="8612"/>
                  </a:cubicBezTo>
                  <a:cubicBezTo>
                    <a:pt x="10950" y="8492"/>
                    <a:pt x="10955" y="8372"/>
                    <a:pt x="10959" y="8247"/>
                  </a:cubicBezTo>
                  <a:cubicBezTo>
                    <a:pt x="11007" y="6860"/>
                    <a:pt x="11171" y="5482"/>
                    <a:pt x="11444" y="4119"/>
                  </a:cubicBezTo>
                  <a:cubicBezTo>
                    <a:pt x="11485" y="3962"/>
                    <a:pt x="11363" y="3867"/>
                    <a:pt x="11243" y="3867"/>
                  </a:cubicBezTo>
                  <a:cubicBezTo>
                    <a:pt x="11153" y="3867"/>
                    <a:pt x="11064" y="3921"/>
                    <a:pt x="11046" y="4042"/>
                  </a:cubicBezTo>
                  <a:cubicBezTo>
                    <a:pt x="10782" y="5372"/>
                    <a:pt x="10619" y="6716"/>
                    <a:pt x="10561" y="8069"/>
                  </a:cubicBezTo>
                  <a:cubicBezTo>
                    <a:pt x="9587" y="8247"/>
                    <a:pt x="8362" y="8343"/>
                    <a:pt x="7081" y="8343"/>
                  </a:cubicBezTo>
                  <a:cubicBezTo>
                    <a:pt x="6490" y="8343"/>
                    <a:pt x="5905" y="8324"/>
                    <a:pt x="5348" y="8285"/>
                  </a:cubicBezTo>
                  <a:cubicBezTo>
                    <a:pt x="5339" y="8284"/>
                    <a:pt x="5330" y="8284"/>
                    <a:pt x="5321" y="8284"/>
                  </a:cubicBezTo>
                  <a:cubicBezTo>
                    <a:pt x="5068" y="8284"/>
                    <a:pt x="5050" y="8679"/>
                    <a:pt x="5319" y="8689"/>
                  </a:cubicBezTo>
                  <a:cubicBezTo>
                    <a:pt x="5886" y="8732"/>
                    <a:pt x="6481" y="8751"/>
                    <a:pt x="7081" y="8751"/>
                  </a:cubicBezTo>
                  <a:cubicBezTo>
                    <a:pt x="8348" y="8751"/>
                    <a:pt x="9563" y="8655"/>
                    <a:pt x="10547" y="8487"/>
                  </a:cubicBezTo>
                  <a:lnTo>
                    <a:pt x="10547" y="8516"/>
                  </a:lnTo>
                  <a:cubicBezTo>
                    <a:pt x="10542" y="8607"/>
                    <a:pt x="10542" y="8698"/>
                    <a:pt x="10537" y="8785"/>
                  </a:cubicBezTo>
                  <a:lnTo>
                    <a:pt x="10537" y="8852"/>
                  </a:lnTo>
                  <a:lnTo>
                    <a:pt x="10537" y="8885"/>
                  </a:lnTo>
                  <a:lnTo>
                    <a:pt x="10537" y="9106"/>
                  </a:lnTo>
                  <a:lnTo>
                    <a:pt x="10537" y="9193"/>
                  </a:lnTo>
                  <a:lnTo>
                    <a:pt x="10537" y="9346"/>
                  </a:lnTo>
                  <a:lnTo>
                    <a:pt x="10537" y="9437"/>
                  </a:lnTo>
                  <a:lnTo>
                    <a:pt x="10537" y="9485"/>
                  </a:lnTo>
                  <a:cubicBezTo>
                    <a:pt x="10537" y="9581"/>
                    <a:pt x="10537" y="9673"/>
                    <a:pt x="10542" y="9769"/>
                  </a:cubicBezTo>
                  <a:cubicBezTo>
                    <a:pt x="10503" y="9807"/>
                    <a:pt x="10302" y="9956"/>
                    <a:pt x="9491" y="10085"/>
                  </a:cubicBezTo>
                  <a:cubicBezTo>
                    <a:pt x="8691" y="10196"/>
                    <a:pt x="7887" y="10251"/>
                    <a:pt x="7083" y="10251"/>
                  </a:cubicBezTo>
                  <a:cubicBezTo>
                    <a:pt x="6279" y="10251"/>
                    <a:pt x="5475" y="10196"/>
                    <a:pt x="4676" y="10085"/>
                  </a:cubicBezTo>
                  <a:cubicBezTo>
                    <a:pt x="4604" y="10076"/>
                    <a:pt x="4532" y="10061"/>
                    <a:pt x="4469" y="10052"/>
                  </a:cubicBezTo>
                  <a:cubicBezTo>
                    <a:pt x="4292" y="10018"/>
                    <a:pt x="4157" y="9985"/>
                    <a:pt x="4047" y="9951"/>
                  </a:cubicBezTo>
                  <a:lnTo>
                    <a:pt x="4009" y="9941"/>
                  </a:lnTo>
                  <a:cubicBezTo>
                    <a:pt x="3749" y="9860"/>
                    <a:pt x="3658" y="9797"/>
                    <a:pt x="3629" y="9769"/>
                  </a:cubicBezTo>
                  <a:cubicBezTo>
                    <a:pt x="3629" y="9697"/>
                    <a:pt x="3629" y="9625"/>
                    <a:pt x="3634" y="9548"/>
                  </a:cubicBezTo>
                  <a:lnTo>
                    <a:pt x="3634" y="9509"/>
                  </a:lnTo>
                  <a:lnTo>
                    <a:pt x="3634" y="9457"/>
                  </a:lnTo>
                  <a:lnTo>
                    <a:pt x="3634" y="9452"/>
                  </a:lnTo>
                  <a:cubicBezTo>
                    <a:pt x="3639" y="9121"/>
                    <a:pt x="3634" y="8799"/>
                    <a:pt x="3625" y="8487"/>
                  </a:cubicBezTo>
                  <a:lnTo>
                    <a:pt x="3625" y="8487"/>
                  </a:lnTo>
                  <a:cubicBezTo>
                    <a:pt x="3860" y="8525"/>
                    <a:pt x="4105" y="8564"/>
                    <a:pt x="4369" y="8593"/>
                  </a:cubicBezTo>
                  <a:cubicBezTo>
                    <a:pt x="4375" y="8593"/>
                    <a:pt x="4381" y="8593"/>
                    <a:pt x="4387" y="8593"/>
                  </a:cubicBezTo>
                  <a:cubicBezTo>
                    <a:pt x="4625" y="8593"/>
                    <a:pt x="4665" y="8236"/>
                    <a:pt x="4417" y="8189"/>
                  </a:cubicBezTo>
                  <a:cubicBezTo>
                    <a:pt x="4133" y="8156"/>
                    <a:pt x="3860" y="8117"/>
                    <a:pt x="3610" y="8069"/>
                  </a:cubicBezTo>
                  <a:cubicBezTo>
                    <a:pt x="3490" y="5175"/>
                    <a:pt x="2909" y="2928"/>
                    <a:pt x="2564" y="1810"/>
                  </a:cubicBezTo>
                  <a:lnTo>
                    <a:pt x="2564" y="1810"/>
                  </a:lnTo>
                  <a:cubicBezTo>
                    <a:pt x="2881" y="1935"/>
                    <a:pt x="3212" y="2026"/>
                    <a:pt x="3543" y="2083"/>
                  </a:cubicBezTo>
                  <a:cubicBezTo>
                    <a:pt x="4455" y="2266"/>
                    <a:pt x="5650" y="2367"/>
                    <a:pt x="6927" y="2376"/>
                  </a:cubicBezTo>
                  <a:lnTo>
                    <a:pt x="7244" y="2376"/>
                  </a:lnTo>
                  <a:cubicBezTo>
                    <a:pt x="8521" y="2367"/>
                    <a:pt x="9716" y="2266"/>
                    <a:pt x="10628" y="2083"/>
                  </a:cubicBezTo>
                  <a:cubicBezTo>
                    <a:pt x="10964" y="2026"/>
                    <a:pt x="11291" y="1935"/>
                    <a:pt x="11607" y="1810"/>
                  </a:cubicBezTo>
                  <a:lnTo>
                    <a:pt x="11607" y="1810"/>
                  </a:lnTo>
                  <a:cubicBezTo>
                    <a:pt x="11507" y="2141"/>
                    <a:pt x="11382" y="2583"/>
                    <a:pt x="11252" y="3111"/>
                  </a:cubicBezTo>
                  <a:cubicBezTo>
                    <a:pt x="11218" y="3266"/>
                    <a:pt x="11338" y="3361"/>
                    <a:pt x="11457" y="3361"/>
                  </a:cubicBezTo>
                  <a:cubicBezTo>
                    <a:pt x="11540" y="3361"/>
                    <a:pt x="11623" y="3314"/>
                    <a:pt x="11651" y="3207"/>
                  </a:cubicBezTo>
                  <a:cubicBezTo>
                    <a:pt x="11852" y="2352"/>
                    <a:pt x="12054" y="1747"/>
                    <a:pt x="12155" y="1445"/>
                  </a:cubicBezTo>
                  <a:cubicBezTo>
                    <a:pt x="12212" y="1373"/>
                    <a:pt x="12241" y="1282"/>
                    <a:pt x="12241" y="1191"/>
                  </a:cubicBezTo>
                  <a:lnTo>
                    <a:pt x="12241" y="1176"/>
                  </a:lnTo>
                  <a:lnTo>
                    <a:pt x="12241" y="1157"/>
                  </a:lnTo>
                  <a:lnTo>
                    <a:pt x="12241" y="1143"/>
                  </a:lnTo>
                  <a:cubicBezTo>
                    <a:pt x="12212" y="845"/>
                    <a:pt x="11857" y="677"/>
                    <a:pt x="11737" y="624"/>
                  </a:cubicBezTo>
                  <a:cubicBezTo>
                    <a:pt x="11473" y="499"/>
                    <a:pt x="11103" y="389"/>
                    <a:pt x="10633" y="293"/>
                  </a:cubicBezTo>
                  <a:cubicBezTo>
                    <a:pt x="9683" y="106"/>
                    <a:pt x="8425" y="0"/>
                    <a:pt x="70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94" name="Google Shape;20294;p89"/>
          <p:cNvGrpSpPr/>
          <p:nvPr/>
        </p:nvGrpSpPr>
        <p:grpSpPr>
          <a:xfrm>
            <a:off x="7539253" y="2893395"/>
            <a:ext cx="328186" cy="363429"/>
            <a:chOff x="7539253" y="2893395"/>
            <a:chExt cx="328186" cy="363429"/>
          </a:xfrm>
        </p:grpSpPr>
        <p:sp>
          <p:nvSpPr>
            <p:cNvPr id="20295" name="Google Shape;20295;p89"/>
            <p:cNvSpPr/>
            <p:nvPr/>
          </p:nvSpPr>
          <p:spPr>
            <a:xfrm>
              <a:off x="7655356" y="3110011"/>
              <a:ext cx="96111" cy="94617"/>
            </a:xfrm>
            <a:custGeom>
              <a:rect b="b" l="l" r="r" t="t"/>
              <a:pathLst>
                <a:path extrusionOk="0" h="3611" w="3668">
                  <a:moveTo>
                    <a:pt x="1143" y="0"/>
                  </a:moveTo>
                  <a:lnTo>
                    <a:pt x="1143" y="884"/>
                  </a:lnTo>
                  <a:cubicBezTo>
                    <a:pt x="1138" y="1272"/>
                    <a:pt x="922" y="1632"/>
                    <a:pt x="572" y="1805"/>
                  </a:cubicBezTo>
                  <a:lnTo>
                    <a:pt x="432" y="1877"/>
                  </a:lnTo>
                  <a:cubicBezTo>
                    <a:pt x="168" y="2007"/>
                    <a:pt x="0" y="2280"/>
                    <a:pt x="0" y="2573"/>
                  </a:cubicBezTo>
                  <a:lnTo>
                    <a:pt x="0" y="3610"/>
                  </a:lnTo>
                  <a:lnTo>
                    <a:pt x="3668" y="3610"/>
                  </a:lnTo>
                  <a:lnTo>
                    <a:pt x="3668" y="2573"/>
                  </a:lnTo>
                  <a:cubicBezTo>
                    <a:pt x="3668" y="2280"/>
                    <a:pt x="3505" y="2007"/>
                    <a:pt x="3241" y="1877"/>
                  </a:cubicBezTo>
                  <a:lnTo>
                    <a:pt x="3097" y="1805"/>
                  </a:lnTo>
                  <a:cubicBezTo>
                    <a:pt x="2751" y="1632"/>
                    <a:pt x="2530" y="1272"/>
                    <a:pt x="2530" y="884"/>
                  </a:cubicBezTo>
                  <a:lnTo>
                    <a:pt x="253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6" name="Google Shape;20296;p89"/>
            <p:cNvSpPr/>
            <p:nvPr/>
          </p:nvSpPr>
          <p:spPr>
            <a:xfrm>
              <a:off x="7703412" y="3110011"/>
              <a:ext cx="48055" cy="94617"/>
            </a:xfrm>
            <a:custGeom>
              <a:rect b="b" l="l" r="r" t="t"/>
              <a:pathLst>
                <a:path extrusionOk="0" h="3611" w="1834">
                  <a:moveTo>
                    <a:pt x="0" y="0"/>
                  </a:moveTo>
                  <a:lnTo>
                    <a:pt x="0" y="3610"/>
                  </a:lnTo>
                  <a:lnTo>
                    <a:pt x="1834" y="3610"/>
                  </a:lnTo>
                  <a:lnTo>
                    <a:pt x="1834" y="2573"/>
                  </a:lnTo>
                  <a:cubicBezTo>
                    <a:pt x="1834" y="2280"/>
                    <a:pt x="1671" y="2007"/>
                    <a:pt x="1407" y="1877"/>
                  </a:cubicBezTo>
                  <a:lnTo>
                    <a:pt x="1263" y="1805"/>
                  </a:lnTo>
                  <a:cubicBezTo>
                    <a:pt x="917" y="1632"/>
                    <a:pt x="696" y="1272"/>
                    <a:pt x="696" y="884"/>
                  </a:cubicBezTo>
                  <a:lnTo>
                    <a:pt x="69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7" name="Google Shape;20297;p89"/>
            <p:cNvSpPr/>
            <p:nvPr/>
          </p:nvSpPr>
          <p:spPr>
            <a:xfrm>
              <a:off x="7617494" y="2913046"/>
              <a:ext cx="171967" cy="216616"/>
            </a:xfrm>
            <a:custGeom>
              <a:rect b="b" l="l" r="r" t="t"/>
              <a:pathLst>
                <a:path extrusionOk="0" h="8267" w="6563">
                  <a:moveTo>
                    <a:pt x="1" y="0"/>
                  </a:moveTo>
                  <a:lnTo>
                    <a:pt x="313" y="4205"/>
                  </a:lnTo>
                  <a:cubicBezTo>
                    <a:pt x="442" y="6015"/>
                    <a:pt x="1594" y="7589"/>
                    <a:pt x="3279" y="8266"/>
                  </a:cubicBezTo>
                  <a:cubicBezTo>
                    <a:pt x="4964" y="7589"/>
                    <a:pt x="6116" y="6015"/>
                    <a:pt x="6250" y="4205"/>
                  </a:cubicBezTo>
                  <a:lnTo>
                    <a:pt x="656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8" name="Google Shape;20298;p89"/>
            <p:cNvSpPr/>
            <p:nvPr/>
          </p:nvSpPr>
          <p:spPr>
            <a:xfrm>
              <a:off x="7703412" y="2913046"/>
              <a:ext cx="86049" cy="216485"/>
            </a:xfrm>
            <a:custGeom>
              <a:rect b="b" l="l" r="r" t="t"/>
              <a:pathLst>
                <a:path extrusionOk="0" h="8262" w="3284">
                  <a:moveTo>
                    <a:pt x="1978" y="0"/>
                  </a:moveTo>
                  <a:lnTo>
                    <a:pt x="1666" y="4205"/>
                  </a:lnTo>
                  <a:cubicBezTo>
                    <a:pt x="1570" y="5496"/>
                    <a:pt x="955" y="7167"/>
                    <a:pt x="0" y="8261"/>
                  </a:cubicBezTo>
                  <a:cubicBezTo>
                    <a:pt x="1685" y="7589"/>
                    <a:pt x="2837" y="6015"/>
                    <a:pt x="2971" y="4205"/>
                  </a:cubicBezTo>
                  <a:lnTo>
                    <a:pt x="3283"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9" name="Google Shape;20299;p89"/>
            <p:cNvSpPr/>
            <p:nvPr/>
          </p:nvSpPr>
          <p:spPr>
            <a:xfrm>
              <a:off x="7602768" y="2898818"/>
              <a:ext cx="201419" cy="24421"/>
            </a:xfrm>
            <a:custGeom>
              <a:rect b="b" l="l" r="r" t="t"/>
              <a:pathLst>
                <a:path extrusionOk="0" h="932" w="7687">
                  <a:moveTo>
                    <a:pt x="7440" y="1"/>
                  </a:moveTo>
                  <a:cubicBezTo>
                    <a:pt x="7437" y="1"/>
                    <a:pt x="7434" y="1"/>
                    <a:pt x="7432" y="1"/>
                  </a:cubicBezTo>
                  <a:lnTo>
                    <a:pt x="250" y="1"/>
                  </a:lnTo>
                  <a:cubicBezTo>
                    <a:pt x="111" y="1"/>
                    <a:pt x="1" y="111"/>
                    <a:pt x="1" y="250"/>
                  </a:cubicBezTo>
                  <a:lnTo>
                    <a:pt x="1" y="678"/>
                  </a:lnTo>
                  <a:cubicBezTo>
                    <a:pt x="1" y="817"/>
                    <a:pt x="111" y="932"/>
                    <a:pt x="250" y="932"/>
                  </a:cubicBezTo>
                  <a:lnTo>
                    <a:pt x="7432" y="932"/>
                  </a:lnTo>
                  <a:cubicBezTo>
                    <a:pt x="7571" y="932"/>
                    <a:pt x="7686" y="817"/>
                    <a:pt x="7686" y="678"/>
                  </a:cubicBezTo>
                  <a:lnTo>
                    <a:pt x="7686" y="250"/>
                  </a:lnTo>
                  <a:cubicBezTo>
                    <a:pt x="7686" y="114"/>
                    <a:pt x="7575" y="1"/>
                    <a:pt x="7440"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0" name="Google Shape;20300;p89"/>
            <p:cNvSpPr/>
            <p:nvPr/>
          </p:nvSpPr>
          <p:spPr>
            <a:xfrm>
              <a:off x="7602768" y="2904871"/>
              <a:ext cx="201419" cy="18368"/>
            </a:xfrm>
            <a:custGeom>
              <a:rect b="b" l="l" r="r" t="t"/>
              <a:pathLst>
                <a:path extrusionOk="0" h="701" w="7687">
                  <a:moveTo>
                    <a:pt x="1" y="0"/>
                  </a:moveTo>
                  <a:lnTo>
                    <a:pt x="1" y="19"/>
                  </a:lnTo>
                  <a:lnTo>
                    <a:pt x="1" y="447"/>
                  </a:lnTo>
                  <a:cubicBezTo>
                    <a:pt x="1" y="586"/>
                    <a:pt x="111" y="701"/>
                    <a:pt x="255" y="701"/>
                  </a:cubicBezTo>
                  <a:lnTo>
                    <a:pt x="7432" y="701"/>
                  </a:lnTo>
                  <a:cubicBezTo>
                    <a:pt x="7571" y="701"/>
                    <a:pt x="7686" y="586"/>
                    <a:pt x="7686" y="447"/>
                  </a:cubicBezTo>
                  <a:lnTo>
                    <a:pt x="7686" y="19"/>
                  </a:lnTo>
                  <a:lnTo>
                    <a:pt x="7686" y="0"/>
                  </a:lnTo>
                  <a:cubicBezTo>
                    <a:pt x="7677" y="131"/>
                    <a:pt x="7571" y="231"/>
                    <a:pt x="7441" y="231"/>
                  </a:cubicBezTo>
                  <a:cubicBezTo>
                    <a:pt x="7438" y="231"/>
                    <a:pt x="7435" y="231"/>
                    <a:pt x="7432" y="231"/>
                  </a:cubicBezTo>
                  <a:lnTo>
                    <a:pt x="250" y="231"/>
                  </a:lnTo>
                  <a:cubicBezTo>
                    <a:pt x="121" y="231"/>
                    <a:pt x="10" y="130"/>
                    <a:pt x="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1" name="Google Shape;20301;p89"/>
            <p:cNvSpPr/>
            <p:nvPr/>
          </p:nvSpPr>
          <p:spPr>
            <a:xfrm>
              <a:off x="7619511" y="3183954"/>
              <a:ext cx="167932" cy="48710"/>
            </a:xfrm>
            <a:custGeom>
              <a:rect b="b" l="l" r="r" t="t"/>
              <a:pathLst>
                <a:path extrusionOk="0" h="1859" w="6409">
                  <a:moveTo>
                    <a:pt x="692" y="1"/>
                  </a:moveTo>
                  <a:cubicBezTo>
                    <a:pt x="308" y="1"/>
                    <a:pt x="0" y="313"/>
                    <a:pt x="0" y="697"/>
                  </a:cubicBezTo>
                  <a:lnTo>
                    <a:pt x="0" y="1858"/>
                  </a:lnTo>
                  <a:lnTo>
                    <a:pt x="6409" y="1858"/>
                  </a:lnTo>
                  <a:lnTo>
                    <a:pt x="6409" y="697"/>
                  </a:lnTo>
                  <a:cubicBezTo>
                    <a:pt x="6409" y="313"/>
                    <a:pt x="6097" y="1"/>
                    <a:pt x="5713"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2" name="Google Shape;20302;p89"/>
            <p:cNvSpPr/>
            <p:nvPr/>
          </p:nvSpPr>
          <p:spPr>
            <a:xfrm>
              <a:off x="7619511" y="3184085"/>
              <a:ext cx="167932" cy="48579"/>
            </a:xfrm>
            <a:custGeom>
              <a:rect b="b" l="l" r="r" t="t"/>
              <a:pathLst>
                <a:path extrusionOk="0" h="1854" w="6409">
                  <a:moveTo>
                    <a:pt x="5721" y="1"/>
                  </a:moveTo>
                  <a:cubicBezTo>
                    <a:pt x="5718" y="1"/>
                    <a:pt x="5716" y="1"/>
                    <a:pt x="5713" y="1"/>
                  </a:cubicBezTo>
                  <a:lnTo>
                    <a:pt x="4988" y="1"/>
                  </a:lnTo>
                  <a:lnTo>
                    <a:pt x="4988" y="817"/>
                  </a:lnTo>
                  <a:cubicBezTo>
                    <a:pt x="4988" y="1105"/>
                    <a:pt x="4757" y="1335"/>
                    <a:pt x="4469" y="1335"/>
                  </a:cubicBezTo>
                  <a:lnTo>
                    <a:pt x="0" y="1335"/>
                  </a:lnTo>
                  <a:lnTo>
                    <a:pt x="0" y="1853"/>
                  </a:lnTo>
                  <a:lnTo>
                    <a:pt x="6409" y="1853"/>
                  </a:lnTo>
                  <a:lnTo>
                    <a:pt x="6409" y="692"/>
                  </a:lnTo>
                  <a:cubicBezTo>
                    <a:pt x="6404" y="311"/>
                    <a:pt x="6101" y="1"/>
                    <a:pt x="5721"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3" name="Google Shape;20303;p89"/>
            <p:cNvSpPr/>
            <p:nvPr/>
          </p:nvSpPr>
          <p:spPr>
            <a:xfrm>
              <a:off x="7603161" y="3228865"/>
              <a:ext cx="200633" cy="22665"/>
            </a:xfrm>
            <a:custGeom>
              <a:rect b="b" l="l" r="r" t="t"/>
              <a:pathLst>
                <a:path extrusionOk="0" h="865" w="7657">
                  <a:moveTo>
                    <a:pt x="70" y="0"/>
                  </a:moveTo>
                  <a:cubicBezTo>
                    <a:pt x="30" y="0"/>
                    <a:pt x="0" y="37"/>
                    <a:pt x="0" y="77"/>
                  </a:cubicBezTo>
                  <a:lnTo>
                    <a:pt x="0" y="788"/>
                  </a:lnTo>
                  <a:cubicBezTo>
                    <a:pt x="0" y="831"/>
                    <a:pt x="34" y="865"/>
                    <a:pt x="77" y="865"/>
                  </a:cubicBezTo>
                  <a:lnTo>
                    <a:pt x="7580" y="865"/>
                  </a:lnTo>
                  <a:cubicBezTo>
                    <a:pt x="7618" y="865"/>
                    <a:pt x="7657" y="831"/>
                    <a:pt x="7657" y="788"/>
                  </a:cubicBezTo>
                  <a:lnTo>
                    <a:pt x="7657" y="77"/>
                  </a:lnTo>
                  <a:cubicBezTo>
                    <a:pt x="7657" y="34"/>
                    <a:pt x="7623" y="0"/>
                    <a:pt x="7580" y="0"/>
                  </a:cubicBezTo>
                  <a:lnTo>
                    <a:pt x="77" y="0"/>
                  </a:lnTo>
                  <a:cubicBezTo>
                    <a:pt x="75" y="0"/>
                    <a:pt x="72" y="0"/>
                    <a:pt x="7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4" name="Google Shape;20304;p89"/>
            <p:cNvSpPr/>
            <p:nvPr/>
          </p:nvSpPr>
          <p:spPr>
            <a:xfrm>
              <a:off x="7671445" y="3112893"/>
              <a:ext cx="63934" cy="23058"/>
            </a:xfrm>
            <a:custGeom>
              <a:rect b="b" l="l" r="r" t="t"/>
              <a:pathLst>
                <a:path extrusionOk="0" h="880" w="2440">
                  <a:moveTo>
                    <a:pt x="380" y="1"/>
                  </a:moveTo>
                  <a:cubicBezTo>
                    <a:pt x="169" y="1"/>
                    <a:pt x="1" y="169"/>
                    <a:pt x="1" y="380"/>
                  </a:cubicBezTo>
                  <a:lnTo>
                    <a:pt x="1" y="500"/>
                  </a:lnTo>
                  <a:cubicBezTo>
                    <a:pt x="1" y="706"/>
                    <a:pt x="169" y="879"/>
                    <a:pt x="380" y="879"/>
                  </a:cubicBezTo>
                  <a:lnTo>
                    <a:pt x="2060" y="879"/>
                  </a:lnTo>
                  <a:cubicBezTo>
                    <a:pt x="2271" y="879"/>
                    <a:pt x="2439" y="706"/>
                    <a:pt x="2439" y="500"/>
                  </a:cubicBezTo>
                  <a:lnTo>
                    <a:pt x="2439" y="380"/>
                  </a:lnTo>
                  <a:cubicBezTo>
                    <a:pt x="2439" y="169"/>
                    <a:pt x="2271" y="1"/>
                    <a:pt x="2060"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5" name="Google Shape;20305;p89"/>
            <p:cNvSpPr/>
            <p:nvPr/>
          </p:nvSpPr>
          <p:spPr>
            <a:xfrm>
              <a:off x="7671445" y="3118553"/>
              <a:ext cx="63934" cy="17267"/>
            </a:xfrm>
            <a:custGeom>
              <a:rect b="b" l="l" r="r" t="t"/>
              <a:pathLst>
                <a:path extrusionOk="0" h="659" w="2440">
                  <a:moveTo>
                    <a:pt x="34" y="1"/>
                  </a:moveTo>
                  <a:cubicBezTo>
                    <a:pt x="15" y="49"/>
                    <a:pt x="1" y="106"/>
                    <a:pt x="1" y="159"/>
                  </a:cubicBezTo>
                  <a:lnTo>
                    <a:pt x="1" y="279"/>
                  </a:lnTo>
                  <a:cubicBezTo>
                    <a:pt x="1" y="490"/>
                    <a:pt x="169" y="658"/>
                    <a:pt x="380" y="658"/>
                  </a:cubicBezTo>
                  <a:lnTo>
                    <a:pt x="2060" y="658"/>
                  </a:lnTo>
                  <a:cubicBezTo>
                    <a:pt x="2271" y="658"/>
                    <a:pt x="2439" y="490"/>
                    <a:pt x="2439" y="279"/>
                  </a:cubicBezTo>
                  <a:lnTo>
                    <a:pt x="2439" y="159"/>
                  </a:lnTo>
                  <a:cubicBezTo>
                    <a:pt x="2439" y="106"/>
                    <a:pt x="2430" y="49"/>
                    <a:pt x="2406" y="1"/>
                  </a:cubicBezTo>
                  <a:cubicBezTo>
                    <a:pt x="2343" y="135"/>
                    <a:pt x="2209" y="221"/>
                    <a:pt x="2060" y="221"/>
                  </a:cubicBezTo>
                  <a:lnTo>
                    <a:pt x="380" y="221"/>
                  </a:lnTo>
                  <a:cubicBezTo>
                    <a:pt x="231" y="221"/>
                    <a:pt x="97" y="135"/>
                    <a:pt x="3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6" name="Google Shape;20306;p89"/>
            <p:cNvSpPr/>
            <p:nvPr/>
          </p:nvSpPr>
          <p:spPr>
            <a:xfrm>
              <a:off x="7650954" y="2948734"/>
              <a:ext cx="104915" cy="98705"/>
            </a:xfrm>
            <a:custGeom>
              <a:rect b="b" l="l" r="r" t="t"/>
              <a:pathLst>
                <a:path extrusionOk="0" h="3767" w="4004">
                  <a:moveTo>
                    <a:pt x="2004" y="0"/>
                  </a:moveTo>
                  <a:cubicBezTo>
                    <a:pt x="1979" y="0"/>
                    <a:pt x="1954" y="13"/>
                    <a:pt x="1944" y="40"/>
                  </a:cubicBezTo>
                  <a:lnTo>
                    <a:pt x="1474" y="1341"/>
                  </a:lnTo>
                  <a:lnTo>
                    <a:pt x="92" y="1384"/>
                  </a:lnTo>
                  <a:cubicBezTo>
                    <a:pt x="29" y="1384"/>
                    <a:pt x="0" y="1465"/>
                    <a:pt x="53" y="1504"/>
                  </a:cubicBezTo>
                  <a:lnTo>
                    <a:pt x="1138" y="2353"/>
                  </a:lnTo>
                  <a:lnTo>
                    <a:pt x="759" y="3683"/>
                  </a:lnTo>
                  <a:cubicBezTo>
                    <a:pt x="744" y="3728"/>
                    <a:pt x="781" y="3766"/>
                    <a:pt x="822" y="3766"/>
                  </a:cubicBezTo>
                  <a:cubicBezTo>
                    <a:pt x="835" y="3766"/>
                    <a:pt x="848" y="3763"/>
                    <a:pt x="860" y="3755"/>
                  </a:cubicBezTo>
                  <a:lnTo>
                    <a:pt x="2002" y="2982"/>
                  </a:lnTo>
                  <a:lnTo>
                    <a:pt x="3145" y="3755"/>
                  </a:lnTo>
                  <a:cubicBezTo>
                    <a:pt x="3157" y="3763"/>
                    <a:pt x="3169" y="3766"/>
                    <a:pt x="3182" y="3766"/>
                  </a:cubicBezTo>
                  <a:cubicBezTo>
                    <a:pt x="3224" y="3766"/>
                    <a:pt x="3260" y="3728"/>
                    <a:pt x="3245" y="3683"/>
                  </a:cubicBezTo>
                  <a:lnTo>
                    <a:pt x="2866" y="2353"/>
                  </a:lnTo>
                  <a:lnTo>
                    <a:pt x="3956" y="1504"/>
                  </a:lnTo>
                  <a:cubicBezTo>
                    <a:pt x="4004" y="1470"/>
                    <a:pt x="3980" y="1389"/>
                    <a:pt x="3917" y="1384"/>
                  </a:cubicBezTo>
                  <a:lnTo>
                    <a:pt x="2535" y="1341"/>
                  </a:lnTo>
                  <a:lnTo>
                    <a:pt x="2064" y="40"/>
                  </a:lnTo>
                  <a:cubicBezTo>
                    <a:pt x="2055" y="13"/>
                    <a:pt x="2030" y="0"/>
                    <a:pt x="200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7" name="Google Shape;20307;p89"/>
            <p:cNvSpPr/>
            <p:nvPr/>
          </p:nvSpPr>
          <p:spPr>
            <a:xfrm>
              <a:off x="7603161" y="3228865"/>
              <a:ext cx="200633" cy="22665"/>
            </a:xfrm>
            <a:custGeom>
              <a:rect b="b" l="l" r="r" t="t"/>
              <a:pathLst>
                <a:path extrusionOk="0" h="865" w="7657">
                  <a:moveTo>
                    <a:pt x="7587" y="0"/>
                  </a:moveTo>
                  <a:cubicBezTo>
                    <a:pt x="7585" y="0"/>
                    <a:pt x="7582" y="0"/>
                    <a:pt x="7580" y="0"/>
                  </a:cubicBezTo>
                  <a:lnTo>
                    <a:pt x="6236" y="0"/>
                  </a:lnTo>
                  <a:lnTo>
                    <a:pt x="6236" y="279"/>
                  </a:lnTo>
                  <a:cubicBezTo>
                    <a:pt x="6236" y="447"/>
                    <a:pt x="6101" y="581"/>
                    <a:pt x="5938" y="581"/>
                  </a:cubicBezTo>
                  <a:lnTo>
                    <a:pt x="77" y="581"/>
                  </a:lnTo>
                  <a:cubicBezTo>
                    <a:pt x="34" y="581"/>
                    <a:pt x="0" y="543"/>
                    <a:pt x="0" y="500"/>
                  </a:cubicBezTo>
                  <a:lnTo>
                    <a:pt x="0" y="788"/>
                  </a:lnTo>
                  <a:cubicBezTo>
                    <a:pt x="0" y="831"/>
                    <a:pt x="34" y="865"/>
                    <a:pt x="77" y="865"/>
                  </a:cubicBezTo>
                  <a:lnTo>
                    <a:pt x="7580" y="865"/>
                  </a:lnTo>
                  <a:cubicBezTo>
                    <a:pt x="7623" y="865"/>
                    <a:pt x="7657" y="831"/>
                    <a:pt x="7657" y="788"/>
                  </a:cubicBezTo>
                  <a:lnTo>
                    <a:pt x="7657" y="77"/>
                  </a:lnTo>
                  <a:cubicBezTo>
                    <a:pt x="7657" y="37"/>
                    <a:pt x="7627" y="0"/>
                    <a:pt x="7587"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8" name="Google Shape;20308;p89"/>
            <p:cNvSpPr/>
            <p:nvPr/>
          </p:nvSpPr>
          <p:spPr>
            <a:xfrm>
              <a:off x="7539253" y="2893395"/>
              <a:ext cx="328186" cy="363429"/>
            </a:xfrm>
            <a:custGeom>
              <a:rect b="b" l="l" r="r" t="t"/>
              <a:pathLst>
                <a:path extrusionOk="0" h="13870" w="12525">
                  <a:moveTo>
                    <a:pt x="2891" y="2238"/>
                  </a:moveTo>
                  <a:lnTo>
                    <a:pt x="3087" y="4970"/>
                  </a:lnTo>
                  <a:cubicBezTo>
                    <a:pt x="3140" y="5670"/>
                    <a:pt x="3342" y="6347"/>
                    <a:pt x="3678" y="6966"/>
                  </a:cubicBezTo>
                  <a:lnTo>
                    <a:pt x="2655" y="6453"/>
                  </a:lnTo>
                  <a:cubicBezTo>
                    <a:pt x="1278" y="5766"/>
                    <a:pt x="409" y="4360"/>
                    <a:pt x="409" y="2819"/>
                  </a:cubicBezTo>
                  <a:lnTo>
                    <a:pt x="409" y="2502"/>
                  </a:lnTo>
                  <a:cubicBezTo>
                    <a:pt x="409" y="2358"/>
                    <a:pt x="524" y="2238"/>
                    <a:pt x="668" y="2238"/>
                  </a:cubicBezTo>
                  <a:close/>
                  <a:moveTo>
                    <a:pt x="9299" y="1341"/>
                  </a:moveTo>
                  <a:lnTo>
                    <a:pt x="9044" y="4802"/>
                  </a:lnTo>
                  <a:cubicBezTo>
                    <a:pt x="9042" y="4938"/>
                    <a:pt x="9145" y="5010"/>
                    <a:pt x="9248" y="5010"/>
                  </a:cubicBezTo>
                  <a:cubicBezTo>
                    <a:pt x="9340" y="5010"/>
                    <a:pt x="9432" y="4953"/>
                    <a:pt x="9448" y="4835"/>
                  </a:cubicBezTo>
                  <a:lnTo>
                    <a:pt x="9640" y="2238"/>
                  </a:lnTo>
                  <a:lnTo>
                    <a:pt x="11862" y="2238"/>
                  </a:lnTo>
                  <a:cubicBezTo>
                    <a:pt x="12006" y="2238"/>
                    <a:pt x="12121" y="2353"/>
                    <a:pt x="12121" y="2497"/>
                  </a:cubicBezTo>
                  <a:lnTo>
                    <a:pt x="12126" y="2814"/>
                  </a:lnTo>
                  <a:cubicBezTo>
                    <a:pt x="12126" y="4355"/>
                    <a:pt x="11257" y="5762"/>
                    <a:pt x="9880" y="6453"/>
                  </a:cubicBezTo>
                  <a:lnTo>
                    <a:pt x="8857" y="6962"/>
                  </a:lnTo>
                  <a:cubicBezTo>
                    <a:pt x="9054" y="6597"/>
                    <a:pt x="9208" y="6208"/>
                    <a:pt x="9308" y="5810"/>
                  </a:cubicBezTo>
                  <a:cubicBezTo>
                    <a:pt x="9354" y="5648"/>
                    <a:pt x="9227" y="5545"/>
                    <a:pt x="9104" y="5545"/>
                  </a:cubicBezTo>
                  <a:cubicBezTo>
                    <a:pt x="9019" y="5545"/>
                    <a:pt x="8936" y="5595"/>
                    <a:pt x="8915" y="5709"/>
                  </a:cubicBezTo>
                  <a:cubicBezTo>
                    <a:pt x="8756" y="6323"/>
                    <a:pt x="8478" y="6899"/>
                    <a:pt x="8084" y="7398"/>
                  </a:cubicBezTo>
                  <a:cubicBezTo>
                    <a:pt x="8080" y="7408"/>
                    <a:pt x="8070" y="7418"/>
                    <a:pt x="8065" y="7427"/>
                  </a:cubicBezTo>
                  <a:cubicBezTo>
                    <a:pt x="7835" y="7715"/>
                    <a:pt x="7576" y="7970"/>
                    <a:pt x="7283" y="8195"/>
                  </a:cubicBezTo>
                  <a:lnTo>
                    <a:pt x="7264" y="8190"/>
                  </a:lnTo>
                  <a:lnTo>
                    <a:pt x="7235" y="8181"/>
                  </a:lnTo>
                  <a:lnTo>
                    <a:pt x="7211" y="8176"/>
                  </a:lnTo>
                  <a:lnTo>
                    <a:pt x="7177" y="8171"/>
                  </a:lnTo>
                  <a:lnTo>
                    <a:pt x="5353" y="8171"/>
                  </a:lnTo>
                  <a:lnTo>
                    <a:pt x="5319" y="8176"/>
                  </a:lnTo>
                  <a:lnTo>
                    <a:pt x="5300" y="8181"/>
                  </a:lnTo>
                  <a:lnTo>
                    <a:pt x="5267" y="8190"/>
                  </a:lnTo>
                  <a:lnTo>
                    <a:pt x="5247" y="8195"/>
                  </a:lnTo>
                  <a:cubicBezTo>
                    <a:pt x="4964" y="7974"/>
                    <a:pt x="4710" y="7725"/>
                    <a:pt x="4484" y="7446"/>
                  </a:cubicBezTo>
                  <a:cubicBezTo>
                    <a:pt x="4470" y="7427"/>
                    <a:pt x="4455" y="7408"/>
                    <a:pt x="4441" y="7389"/>
                  </a:cubicBezTo>
                  <a:cubicBezTo>
                    <a:pt x="3894" y="6683"/>
                    <a:pt x="3563" y="5834"/>
                    <a:pt x="3495" y="4941"/>
                  </a:cubicBezTo>
                  <a:lnTo>
                    <a:pt x="3231" y="1341"/>
                  </a:lnTo>
                  <a:close/>
                  <a:moveTo>
                    <a:pt x="7134" y="8584"/>
                  </a:moveTo>
                  <a:lnTo>
                    <a:pt x="7158" y="8589"/>
                  </a:lnTo>
                  <a:cubicBezTo>
                    <a:pt x="7172" y="8594"/>
                    <a:pt x="7187" y="8598"/>
                    <a:pt x="7201" y="8608"/>
                  </a:cubicBezTo>
                  <a:cubicBezTo>
                    <a:pt x="7249" y="8642"/>
                    <a:pt x="7283" y="8694"/>
                    <a:pt x="7283" y="8757"/>
                  </a:cubicBezTo>
                  <a:lnTo>
                    <a:pt x="7283" y="8877"/>
                  </a:lnTo>
                  <a:cubicBezTo>
                    <a:pt x="7283" y="8973"/>
                    <a:pt x="7206" y="9055"/>
                    <a:pt x="7110" y="9055"/>
                  </a:cubicBezTo>
                  <a:lnTo>
                    <a:pt x="5430" y="9055"/>
                  </a:lnTo>
                  <a:cubicBezTo>
                    <a:pt x="5329" y="9055"/>
                    <a:pt x="5252" y="8973"/>
                    <a:pt x="5252" y="8877"/>
                  </a:cubicBezTo>
                  <a:lnTo>
                    <a:pt x="5252" y="8757"/>
                  </a:lnTo>
                  <a:cubicBezTo>
                    <a:pt x="5252" y="8694"/>
                    <a:pt x="5281" y="8642"/>
                    <a:pt x="5334" y="8608"/>
                  </a:cubicBezTo>
                  <a:cubicBezTo>
                    <a:pt x="5343" y="8598"/>
                    <a:pt x="5363" y="8594"/>
                    <a:pt x="5377" y="8589"/>
                  </a:cubicBezTo>
                  <a:lnTo>
                    <a:pt x="5401" y="8584"/>
                  </a:lnTo>
                  <a:close/>
                  <a:moveTo>
                    <a:pt x="6798" y="9458"/>
                  </a:moveTo>
                  <a:cubicBezTo>
                    <a:pt x="6889" y="9803"/>
                    <a:pt x="7120" y="10096"/>
                    <a:pt x="7436" y="10255"/>
                  </a:cubicBezTo>
                  <a:lnTo>
                    <a:pt x="7441" y="10255"/>
                  </a:lnTo>
                  <a:lnTo>
                    <a:pt x="7580" y="10327"/>
                  </a:lnTo>
                  <a:cubicBezTo>
                    <a:pt x="7777" y="10423"/>
                    <a:pt x="7902" y="10624"/>
                    <a:pt x="7897" y="10845"/>
                  </a:cubicBezTo>
                  <a:lnTo>
                    <a:pt x="7897" y="10888"/>
                  </a:lnTo>
                  <a:lnTo>
                    <a:pt x="4638" y="10888"/>
                  </a:lnTo>
                  <a:lnTo>
                    <a:pt x="4638" y="10845"/>
                  </a:lnTo>
                  <a:cubicBezTo>
                    <a:pt x="4638" y="10624"/>
                    <a:pt x="4758" y="10423"/>
                    <a:pt x="4955" y="10327"/>
                  </a:cubicBezTo>
                  <a:lnTo>
                    <a:pt x="5094" y="10255"/>
                  </a:lnTo>
                  <a:cubicBezTo>
                    <a:pt x="5415" y="10096"/>
                    <a:pt x="5651" y="9803"/>
                    <a:pt x="5737" y="9458"/>
                  </a:cubicBezTo>
                  <a:close/>
                  <a:moveTo>
                    <a:pt x="8776" y="11296"/>
                  </a:moveTo>
                  <a:cubicBezTo>
                    <a:pt x="9049" y="11296"/>
                    <a:pt x="9265" y="11517"/>
                    <a:pt x="9265" y="11786"/>
                  </a:cubicBezTo>
                  <a:lnTo>
                    <a:pt x="9265" y="12597"/>
                  </a:lnTo>
                  <a:lnTo>
                    <a:pt x="3265" y="12597"/>
                  </a:lnTo>
                  <a:lnTo>
                    <a:pt x="3265" y="11786"/>
                  </a:lnTo>
                  <a:cubicBezTo>
                    <a:pt x="3265" y="11517"/>
                    <a:pt x="3486" y="11296"/>
                    <a:pt x="3759" y="11296"/>
                  </a:cubicBezTo>
                  <a:close/>
                  <a:moveTo>
                    <a:pt x="9899" y="13005"/>
                  </a:moveTo>
                  <a:lnTo>
                    <a:pt x="9899" y="13466"/>
                  </a:lnTo>
                  <a:lnTo>
                    <a:pt x="2636" y="13466"/>
                  </a:lnTo>
                  <a:lnTo>
                    <a:pt x="2636" y="13005"/>
                  </a:lnTo>
                  <a:close/>
                  <a:moveTo>
                    <a:pt x="4384" y="1"/>
                  </a:moveTo>
                  <a:cubicBezTo>
                    <a:pt x="4119" y="1"/>
                    <a:pt x="4119" y="410"/>
                    <a:pt x="4384" y="410"/>
                  </a:cubicBezTo>
                  <a:cubicBezTo>
                    <a:pt x="4389" y="410"/>
                    <a:pt x="4393" y="410"/>
                    <a:pt x="4398" y="409"/>
                  </a:cubicBezTo>
                  <a:lnTo>
                    <a:pt x="9856" y="409"/>
                  </a:lnTo>
                  <a:cubicBezTo>
                    <a:pt x="9884" y="409"/>
                    <a:pt x="9904" y="433"/>
                    <a:pt x="9904" y="457"/>
                  </a:cubicBezTo>
                  <a:lnTo>
                    <a:pt x="9904" y="885"/>
                  </a:lnTo>
                  <a:cubicBezTo>
                    <a:pt x="9904" y="913"/>
                    <a:pt x="9884" y="937"/>
                    <a:pt x="9856" y="937"/>
                  </a:cubicBezTo>
                  <a:lnTo>
                    <a:pt x="2674" y="937"/>
                  </a:lnTo>
                  <a:cubicBezTo>
                    <a:pt x="2650" y="937"/>
                    <a:pt x="2626" y="913"/>
                    <a:pt x="2626" y="885"/>
                  </a:cubicBezTo>
                  <a:lnTo>
                    <a:pt x="2626" y="457"/>
                  </a:lnTo>
                  <a:cubicBezTo>
                    <a:pt x="2626" y="433"/>
                    <a:pt x="2650" y="409"/>
                    <a:pt x="2674" y="409"/>
                  </a:cubicBezTo>
                  <a:lnTo>
                    <a:pt x="3447" y="409"/>
                  </a:lnTo>
                  <a:cubicBezTo>
                    <a:pt x="3707" y="395"/>
                    <a:pt x="3707" y="16"/>
                    <a:pt x="3447" y="1"/>
                  </a:cubicBezTo>
                  <a:lnTo>
                    <a:pt x="2674" y="1"/>
                  </a:lnTo>
                  <a:cubicBezTo>
                    <a:pt x="2425" y="1"/>
                    <a:pt x="2218" y="208"/>
                    <a:pt x="2218" y="457"/>
                  </a:cubicBezTo>
                  <a:lnTo>
                    <a:pt x="2218" y="885"/>
                  </a:lnTo>
                  <a:cubicBezTo>
                    <a:pt x="2218" y="1139"/>
                    <a:pt x="2425" y="1341"/>
                    <a:pt x="2674" y="1341"/>
                  </a:cubicBezTo>
                  <a:lnTo>
                    <a:pt x="2823" y="1341"/>
                  </a:lnTo>
                  <a:lnTo>
                    <a:pt x="2862" y="1835"/>
                  </a:lnTo>
                  <a:lnTo>
                    <a:pt x="668" y="1835"/>
                  </a:lnTo>
                  <a:cubicBezTo>
                    <a:pt x="298" y="1835"/>
                    <a:pt x="1" y="2133"/>
                    <a:pt x="1" y="2497"/>
                  </a:cubicBezTo>
                  <a:lnTo>
                    <a:pt x="1" y="2819"/>
                  </a:lnTo>
                  <a:cubicBezTo>
                    <a:pt x="1" y="4509"/>
                    <a:pt x="956" y="6059"/>
                    <a:pt x="2473" y="6818"/>
                  </a:cubicBezTo>
                  <a:lnTo>
                    <a:pt x="4086" y="7624"/>
                  </a:lnTo>
                  <a:cubicBezTo>
                    <a:pt x="4105" y="7634"/>
                    <a:pt x="4119" y="7643"/>
                    <a:pt x="4134" y="7662"/>
                  </a:cubicBezTo>
                  <a:lnTo>
                    <a:pt x="4148" y="7677"/>
                  </a:lnTo>
                  <a:cubicBezTo>
                    <a:pt x="4225" y="7787"/>
                    <a:pt x="4143" y="7936"/>
                    <a:pt x="4014" y="7936"/>
                  </a:cubicBezTo>
                  <a:lnTo>
                    <a:pt x="3783" y="7936"/>
                  </a:lnTo>
                  <a:cubicBezTo>
                    <a:pt x="3779" y="7936"/>
                    <a:pt x="3774" y="7936"/>
                    <a:pt x="3770" y="7936"/>
                  </a:cubicBezTo>
                  <a:cubicBezTo>
                    <a:pt x="3505" y="7936"/>
                    <a:pt x="3505" y="8344"/>
                    <a:pt x="3770" y="8344"/>
                  </a:cubicBezTo>
                  <a:cubicBezTo>
                    <a:pt x="3774" y="8344"/>
                    <a:pt x="3779" y="8344"/>
                    <a:pt x="3783" y="8344"/>
                  </a:cubicBezTo>
                  <a:lnTo>
                    <a:pt x="4014" y="8344"/>
                  </a:lnTo>
                  <a:cubicBezTo>
                    <a:pt x="4211" y="8339"/>
                    <a:pt x="4393" y="8238"/>
                    <a:pt x="4499" y="8070"/>
                  </a:cubicBezTo>
                  <a:cubicBezTo>
                    <a:pt x="4633" y="8210"/>
                    <a:pt x="4772" y="8339"/>
                    <a:pt x="4926" y="8459"/>
                  </a:cubicBezTo>
                  <a:cubicBezTo>
                    <a:pt x="4873" y="8550"/>
                    <a:pt x="4844" y="8651"/>
                    <a:pt x="4844" y="8752"/>
                  </a:cubicBezTo>
                  <a:lnTo>
                    <a:pt x="4844" y="8872"/>
                  </a:lnTo>
                  <a:cubicBezTo>
                    <a:pt x="4844" y="9151"/>
                    <a:pt x="5041" y="9391"/>
                    <a:pt x="5315" y="9443"/>
                  </a:cubicBezTo>
                  <a:cubicBezTo>
                    <a:pt x="5238" y="9640"/>
                    <a:pt x="5099" y="9799"/>
                    <a:pt x="4911" y="9890"/>
                  </a:cubicBezTo>
                  <a:lnTo>
                    <a:pt x="4772" y="9962"/>
                  </a:lnTo>
                  <a:cubicBezTo>
                    <a:pt x="4441" y="10125"/>
                    <a:pt x="4230" y="10466"/>
                    <a:pt x="4230" y="10840"/>
                  </a:cubicBezTo>
                  <a:lnTo>
                    <a:pt x="4230" y="10888"/>
                  </a:lnTo>
                  <a:lnTo>
                    <a:pt x="3759" y="10888"/>
                  </a:lnTo>
                  <a:cubicBezTo>
                    <a:pt x="3265" y="10888"/>
                    <a:pt x="2867" y="11291"/>
                    <a:pt x="2862" y="11786"/>
                  </a:cubicBezTo>
                  <a:lnTo>
                    <a:pt x="2862" y="12592"/>
                  </a:lnTo>
                  <a:lnTo>
                    <a:pt x="2516" y="12592"/>
                  </a:lnTo>
                  <a:cubicBezTo>
                    <a:pt x="2362" y="12592"/>
                    <a:pt x="2233" y="12722"/>
                    <a:pt x="2233" y="12875"/>
                  </a:cubicBezTo>
                  <a:lnTo>
                    <a:pt x="2233" y="13586"/>
                  </a:lnTo>
                  <a:cubicBezTo>
                    <a:pt x="2233" y="13744"/>
                    <a:pt x="2362" y="13869"/>
                    <a:pt x="2516" y="13869"/>
                  </a:cubicBezTo>
                  <a:lnTo>
                    <a:pt x="10019" y="13869"/>
                  </a:lnTo>
                  <a:cubicBezTo>
                    <a:pt x="10172" y="13869"/>
                    <a:pt x="10297" y="13744"/>
                    <a:pt x="10297" y="13586"/>
                  </a:cubicBezTo>
                  <a:lnTo>
                    <a:pt x="10297" y="12875"/>
                  </a:lnTo>
                  <a:cubicBezTo>
                    <a:pt x="10297" y="12722"/>
                    <a:pt x="10172" y="12592"/>
                    <a:pt x="10019" y="12592"/>
                  </a:cubicBezTo>
                  <a:lnTo>
                    <a:pt x="9673" y="12592"/>
                  </a:lnTo>
                  <a:lnTo>
                    <a:pt x="9673" y="11786"/>
                  </a:lnTo>
                  <a:cubicBezTo>
                    <a:pt x="9668" y="11291"/>
                    <a:pt x="9270" y="10888"/>
                    <a:pt x="8776" y="10888"/>
                  </a:cubicBezTo>
                  <a:lnTo>
                    <a:pt x="8300" y="10888"/>
                  </a:lnTo>
                  <a:lnTo>
                    <a:pt x="8300" y="10840"/>
                  </a:lnTo>
                  <a:cubicBezTo>
                    <a:pt x="8305" y="10466"/>
                    <a:pt x="8094" y="10125"/>
                    <a:pt x="7763" y="9962"/>
                  </a:cubicBezTo>
                  <a:lnTo>
                    <a:pt x="7624" y="9890"/>
                  </a:lnTo>
                  <a:cubicBezTo>
                    <a:pt x="7436" y="9799"/>
                    <a:pt x="7292" y="9640"/>
                    <a:pt x="7220" y="9443"/>
                  </a:cubicBezTo>
                  <a:cubicBezTo>
                    <a:pt x="7494" y="9391"/>
                    <a:pt x="7691" y="9151"/>
                    <a:pt x="7691" y="8872"/>
                  </a:cubicBezTo>
                  <a:lnTo>
                    <a:pt x="7691" y="8752"/>
                  </a:lnTo>
                  <a:cubicBezTo>
                    <a:pt x="7691" y="8651"/>
                    <a:pt x="7662" y="8550"/>
                    <a:pt x="7609" y="8459"/>
                  </a:cubicBezTo>
                  <a:cubicBezTo>
                    <a:pt x="7758" y="8339"/>
                    <a:pt x="7902" y="8210"/>
                    <a:pt x="8036" y="8070"/>
                  </a:cubicBezTo>
                  <a:cubicBezTo>
                    <a:pt x="8142" y="8238"/>
                    <a:pt x="8324" y="8339"/>
                    <a:pt x="8521" y="8344"/>
                  </a:cubicBezTo>
                  <a:lnTo>
                    <a:pt x="8747" y="8344"/>
                  </a:lnTo>
                  <a:cubicBezTo>
                    <a:pt x="8751" y="8344"/>
                    <a:pt x="8756" y="8344"/>
                    <a:pt x="8761" y="8344"/>
                  </a:cubicBezTo>
                  <a:cubicBezTo>
                    <a:pt x="9030" y="8344"/>
                    <a:pt x="9030" y="7936"/>
                    <a:pt x="8761" y="7936"/>
                  </a:cubicBezTo>
                  <a:cubicBezTo>
                    <a:pt x="8756" y="7936"/>
                    <a:pt x="8751" y="7936"/>
                    <a:pt x="8747" y="7936"/>
                  </a:cubicBezTo>
                  <a:lnTo>
                    <a:pt x="8516" y="7936"/>
                  </a:lnTo>
                  <a:cubicBezTo>
                    <a:pt x="8377" y="7936"/>
                    <a:pt x="8300" y="7778"/>
                    <a:pt x="8387" y="7667"/>
                  </a:cubicBezTo>
                  <a:cubicBezTo>
                    <a:pt x="8401" y="7648"/>
                    <a:pt x="8420" y="7634"/>
                    <a:pt x="8440" y="7624"/>
                  </a:cubicBezTo>
                  <a:lnTo>
                    <a:pt x="10057" y="6818"/>
                  </a:lnTo>
                  <a:cubicBezTo>
                    <a:pt x="11569" y="6059"/>
                    <a:pt x="12525" y="4513"/>
                    <a:pt x="12525" y="2819"/>
                  </a:cubicBezTo>
                  <a:lnTo>
                    <a:pt x="12525" y="2502"/>
                  </a:lnTo>
                  <a:cubicBezTo>
                    <a:pt x="12525" y="2133"/>
                    <a:pt x="12232" y="1835"/>
                    <a:pt x="11862" y="1835"/>
                  </a:cubicBezTo>
                  <a:lnTo>
                    <a:pt x="9673" y="1835"/>
                  </a:lnTo>
                  <a:lnTo>
                    <a:pt x="9707" y="1341"/>
                  </a:lnTo>
                  <a:lnTo>
                    <a:pt x="9856" y="1341"/>
                  </a:lnTo>
                  <a:cubicBezTo>
                    <a:pt x="10105" y="1341"/>
                    <a:pt x="10312" y="1139"/>
                    <a:pt x="10312" y="885"/>
                  </a:cubicBezTo>
                  <a:lnTo>
                    <a:pt x="10312" y="457"/>
                  </a:lnTo>
                  <a:cubicBezTo>
                    <a:pt x="10312" y="208"/>
                    <a:pt x="10105" y="1"/>
                    <a:pt x="9856" y="1"/>
                  </a:cubicBezTo>
                  <a:lnTo>
                    <a:pt x="4398" y="1"/>
                  </a:lnTo>
                  <a:cubicBezTo>
                    <a:pt x="4393" y="1"/>
                    <a:pt x="4389" y="1"/>
                    <a:pt x="43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89"/>
            <p:cNvSpPr/>
            <p:nvPr/>
          </p:nvSpPr>
          <p:spPr>
            <a:xfrm>
              <a:off x="7643906" y="2943284"/>
              <a:ext cx="119143" cy="109526"/>
            </a:xfrm>
            <a:custGeom>
              <a:rect b="b" l="l" r="r" t="t"/>
              <a:pathLst>
                <a:path extrusionOk="0" h="4180" w="4547">
                  <a:moveTo>
                    <a:pt x="2271" y="675"/>
                  </a:moveTo>
                  <a:lnTo>
                    <a:pt x="2612" y="1616"/>
                  </a:lnTo>
                  <a:cubicBezTo>
                    <a:pt x="2641" y="1697"/>
                    <a:pt x="2713" y="1750"/>
                    <a:pt x="2799" y="1750"/>
                  </a:cubicBezTo>
                  <a:lnTo>
                    <a:pt x="3802" y="1784"/>
                  </a:lnTo>
                  <a:lnTo>
                    <a:pt x="3010" y="2403"/>
                  </a:lnTo>
                  <a:cubicBezTo>
                    <a:pt x="2943" y="2451"/>
                    <a:pt x="2914" y="2537"/>
                    <a:pt x="2938" y="2619"/>
                  </a:cubicBezTo>
                  <a:lnTo>
                    <a:pt x="3217" y="3584"/>
                  </a:lnTo>
                  <a:lnTo>
                    <a:pt x="2386" y="3018"/>
                  </a:lnTo>
                  <a:cubicBezTo>
                    <a:pt x="2353" y="2996"/>
                    <a:pt x="2313" y="2985"/>
                    <a:pt x="2273" y="2985"/>
                  </a:cubicBezTo>
                  <a:cubicBezTo>
                    <a:pt x="2233" y="2985"/>
                    <a:pt x="2192" y="2996"/>
                    <a:pt x="2156" y="3018"/>
                  </a:cubicBezTo>
                  <a:lnTo>
                    <a:pt x="1325" y="3584"/>
                  </a:lnTo>
                  <a:lnTo>
                    <a:pt x="1604" y="2619"/>
                  </a:lnTo>
                  <a:cubicBezTo>
                    <a:pt x="1628" y="2537"/>
                    <a:pt x="1599" y="2451"/>
                    <a:pt x="1537" y="2403"/>
                  </a:cubicBezTo>
                  <a:lnTo>
                    <a:pt x="745" y="1784"/>
                  </a:lnTo>
                  <a:lnTo>
                    <a:pt x="1748" y="1750"/>
                  </a:lnTo>
                  <a:cubicBezTo>
                    <a:pt x="1829" y="1750"/>
                    <a:pt x="1901" y="1697"/>
                    <a:pt x="1930" y="1616"/>
                  </a:cubicBezTo>
                  <a:lnTo>
                    <a:pt x="2271" y="675"/>
                  </a:lnTo>
                  <a:close/>
                  <a:moveTo>
                    <a:pt x="2271" y="1"/>
                  </a:moveTo>
                  <a:cubicBezTo>
                    <a:pt x="2165" y="1"/>
                    <a:pt x="2060" y="61"/>
                    <a:pt x="2017" y="181"/>
                  </a:cubicBezTo>
                  <a:lnTo>
                    <a:pt x="1594" y="1352"/>
                  </a:lnTo>
                  <a:lnTo>
                    <a:pt x="351" y="1390"/>
                  </a:lnTo>
                  <a:cubicBezTo>
                    <a:pt x="101" y="1400"/>
                    <a:pt x="1" y="1717"/>
                    <a:pt x="193" y="1870"/>
                  </a:cubicBezTo>
                  <a:lnTo>
                    <a:pt x="1177" y="2633"/>
                  </a:lnTo>
                  <a:lnTo>
                    <a:pt x="831" y="3829"/>
                  </a:lnTo>
                  <a:cubicBezTo>
                    <a:pt x="776" y="4017"/>
                    <a:pt x="924" y="4179"/>
                    <a:pt x="1090" y="4179"/>
                  </a:cubicBezTo>
                  <a:cubicBezTo>
                    <a:pt x="1140" y="4179"/>
                    <a:pt x="1191" y="4165"/>
                    <a:pt x="1239" y="4131"/>
                  </a:cubicBezTo>
                  <a:lnTo>
                    <a:pt x="2271" y="3435"/>
                  </a:lnTo>
                  <a:lnTo>
                    <a:pt x="3303" y="4131"/>
                  </a:lnTo>
                  <a:cubicBezTo>
                    <a:pt x="3351" y="4165"/>
                    <a:pt x="3403" y="4179"/>
                    <a:pt x="3453" y="4179"/>
                  </a:cubicBezTo>
                  <a:cubicBezTo>
                    <a:pt x="3620" y="4179"/>
                    <a:pt x="3770" y="4017"/>
                    <a:pt x="3711" y="3829"/>
                  </a:cubicBezTo>
                  <a:lnTo>
                    <a:pt x="3366" y="2633"/>
                  </a:lnTo>
                  <a:lnTo>
                    <a:pt x="4350" y="1870"/>
                  </a:lnTo>
                  <a:cubicBezTo>
                    <a:pt x="4546" y="1717"/>
                    <a:pt x="4441" y="1400"/>
                    <a:pt x="4191" y="1390"/>
                  </a:cubicBezTo>
                  <a:lnTo>
                    <a:pt x="2948" y="1352"/>
                  </a:lnTo>
                  <a:lnTo>
                    <a:pt x="2526" y="181"/>
                  </a:lnTo>
                  <a:cubicBezTo>
                    <a:pt x="2482" y="61"/>
                    <a:pt x="2377" y="1"/>
                    <a:pt x="22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10" name="Google Shape;20310;p89"/>
          <p:cNvGrpSpPr/>
          <p:nvPr/>
        </p:nvGrpSpPr>
        <p:grpSpPr>
          <a:xfrm>
            <a:off x="8004138" y="2893421"/>
            <a:ext cx="317365" cy="363402"/>
            <a:chOff x="8004138" y="2893421"/>
            <a:chExt cx="317365" cy="363402"/>
          </a:xfrm>
        </p:grpSpPr>
        <p:sp>
          <p:nvSpPr>
            <p:cNvPr id="20311" name="Google Shape;20311;p89"/>
            <p:cNvSpPr/>
            <p:nvPr/>
          </p:nvSpPr>
          <p:spPr>
            <a:xfrm>
              <a:off x="8069408" y="3163962"/>
              <a:ext cx="27329" cy="87569"/>
            </a:xfrm>
            <a:custGeom>
              <a:rect b="b" l="l" r="r" t="t"/>
              <a:pathLst>
                <a:path extrusionOk="0" h="3342" w="1043">
                  <a:moveTo>
                    <a:pt x="1" y="1"/>
                  </a:moveTo>
                  <a:lnTo>
                    <a:pt x="1" y="3342"/>
                  </a:lnTo>
                  <a:lnTo>
                    <a:pt x="1043" y="3342"/>
                  </a:lnTo>
                  <a:lnTo>
                    <a:pt x="1043"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2" name="Google Shape;20312;p89"/>
            <p:cNvSpPr/>
            <p:nvPr/>
          </p:nvSpPr>
          <p:spPr>
            <a:xfrm>
              <a:off x="8083007" y="3163962"/>
              <a:ext cx="13730" cy="87569"/>
            </a:xfrm>
            <a:custGeom>
              <a:rect b="b" l="l" r="r" t="t"/>
              <a:pathLst>
                <a:path extrusionOk="0" h="3342" w="524">
                  <a:moveTo>
                    <a:pt x="0" y="1"/>
                  </a:moveTo>
                  <a:lnTo>
                    <a:pt x="0" y="3342"/>
                  </a:lnTo>
                  <a:lnTo>
                    <a:pt x="524" y="3342"/>
                  </a:lnTo>
                  <a:lnTo>
                    <a:pt x="524"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3" name="Google Shape;20313;p89"/>
            <p:cNvSpPr/>
            <p:nvPr/>
          </p:nvSpPr>
          <p:spPr>
            <a:xfrm>
              <a:off x="8227514" y="3163962"/>
              <a:ext cx="27460" cy="87569"/>
            </a:xfrm>
            <a:custGeom>
              <a:rect b="b" l="l" r="r" t="t"/>
              <a:pathLst>
                <a:path extrusionOk="0" h="3342" w="1048">
                  <a:moveTo>
                    <a:pt x="1" y="1"/>
                  </a:moveTo>
                  <a:lnTo>
                    <a:pt x="1" y="3342"/>
                  </a:lnTo>
                  <a:lnTo>
                    <a:pt x="1047" y="3342"/>
                  </a:lnTo>
                  <a:lnTo>
                    <a:pt x="1047"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4" name="Google Shape;20314;p89"/>
            <p:cNvSpPr/>
            <p:nvPr/>
          </p:nvSpPr>
          <p:spPr>
            <a:xfrm>
              <a:off x="8241244" y="3163962"/>
              <a:ext cx="13599" cy="87569"/>
            </a:xfrm>
            <a:custGeom>
              <a:rect b="b" l="l" r="r" t="t"/>
              <a:pathLst>
                <a:path extrusionOk="0" h="3342" w="519">
                  <a:moveTo>
                    <a:pt x="0" y="1"/>
                  </a:moveTo>
                  <a:lnTo>
                    <a:pt x="0" y="3342"/>
                  </a:lnTo>
                  <a:lnTo>
                    <a:pt x="518" y="3342"/>
                  </a:lnTo>
                  <a:lnTo>
                    <a:pt x="518"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5" name="Google Shape;20315;p89"/>
            <p:cNvSpPr/>
            <p:nvPr/>
          </p:nvSpPr>
          <p:spPr>
            <a:xfrm>
              <a:off x="8041870" y="3143707"/>
              <a:ext cx="240644" cy="46195"/>
            </a:xfrm>
            <a:custGeom>
              <a:rect b="b" l="l" r="r" t="t"/>
              <a:pathLst>
                <a:path extrusionOk="0" h="1763" w="9184">
                  <a:moveTo>
                    <a:pt x="1" y="1"/>
                  </a:moveTo>
                  <a:lnTo>
                    <a:pt x="1" y="1378"/>
                  </a:lnTo>
                  <a:cubicBezTo>
                    <a:pt x="1" y="1590"/>
                    <a:pt x="169" y="1762"/>
                    <a:pt x="380" y="1762"/>
                  </a:cubicBezTo>
                  <a:lnTo>
                    <a:pt x="8799" y="1762"/>
                  </a:lnTo>
                  <a:cubicBezTo>
                    <a:pt x="9011" y="1762"/>
                    <a:pt x="9183" y="1590"/>
                    <a:pt x="9183" y="1378"/>
                  </a:cubicBezTo>
                  <a:lnTo>
                    <a:pt x="9183"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6" name="Google Shape;20316;p89"/>
            <p:cNvSpPr/>
            <p:nvPr/>
          </p:nvSpPr>
          <p:spPr>
            <a:xfrm>
              <a:off x="8048918" y="2898818"/>
              <a:ext cx="226416" cy="265169"/>
            </a:xfrm>
            <a:custGeom>
              <a:rect b="b" l="l" r="r" t="t"/>
              <a:pathLst>
                <a:path extrusionOk="0" h="10120" w="8641">
                  <a:moveTo>
                    <a:pt x="1474" y="1"/>
                  </a:moveTo>
                  <a:cubicBezTo>
                    <a:pt x="658" y="1"/>
                    <a:pt x="0" y="658"/>
                    <a:pt x="0" y="1470"/>
                  </a:cubicBezTo>
                  <a:lnTo>
                    <a:pt x="0" y="10120"/>
                  </a:lnTo>
                  <a:lnTo>
                    <a:pt x="8641" y="10120"/>
                  </a:lnTo>
                  <a:lnTo>
                    <a:pt x="8641" y="1470"/>
                  </a:lnTo>
                  <a:cubicBezTo>
                    <a:pt x="8641" y="658"/>
                    <a:pt x="7983" y="1"/>
                    <a:pt x="717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7" name="Google Shape;20317;p89"/>
            <p:cNvSpPr/>
            <p:nvPr/>
          </p:nvSpPr>
          <p:spPr>
            <a:xfrm>
              <a:off x="8199478" y="2898818"/>
              <a:ext cx="75987" cy="265169"/>
            </a:xfrm>
            <a:custGeom>
              <a:rect b="b" l="l" r="r" t="t"/>
              <a:pathLst>
                <a:path extrusionOk="0" h="10120" w="2900">
                  <a:moveTo>
                    <a:pt x="1435" y="1"/>
                  </a:moveTo>
                  <a:cubicBezTo>
                    <a:pt x="1432" y="1"/>
                    <a:pt x="1429" y="1"/>
                    <a:pt x="1426" y="1"/>
                  </a:cubicBezTo>
                  <a:lnTo>
                    <a:pt x="0" y="1"/>
                  </a:lnTo>
                  <a:cubicBezTo>
                    <a:pt x="812" y="1"/>
                    <a:pt x="1474" y="658"/>
                    <a:pt x="1474" y="1470"/>
                  </a:cubicBezTo>
                  <a:lnTo>
                    <a:pt x="1474" y="10120"/>
                  </a:lnTo>
                  <a:lnTo>
                    <a:pt x="2900" y="10120"/>
                  </a:lnTo>
                  <a:lnTo>
                    <a:pt x="2900" y="1470"/>
                  </a:lnTo>
                  <a:cubicBezTo>
                    <a:pt x="2900" y="661"/>
                    <a:pt x="2242" y="1"/>
                    <a:pt x="1435"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8" name="Google Shape;20318;p89"/>
            <p:cNvSpPr/>
            <p:nvPr/>
          </p:nvSpPr>
          <p:spPr>
            <a:xfrm>
              <a:off x="8022873" y="3067248"/>
              <a:ext cx="54999" cy="96740"/>
            </a:xfrm>
            <a:custGeom>
              <a:rect b="b" l="l" r="r" t="t"/>
              <a:pathLst>
                <a:path extrusionOk="0" h="3692" w="2099">
                  <a:moveTo>
                    <a:pt x="1" y="0"/>
                  </a:moveTo>
                  <a:lnTo>
                    <a:pt x="1" y="3101"/>
                  </a:lnTo>
                  <a:cubicBezTo>
                    <a:pt x="1" y="3428"/>
                    <a:pt x="265" y="3692"/>
                    <a:pt x="591" y="3692"/>
                  </a:cubicBezTo>
                  <a:lnTo>
                    <a:pt x="2098" y="3692"/>
                  </a:lnTo>
                  <a:lnTo>
                    <a:pt x="209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9" name="Google Shape;20319;p89"/>
            <p:cNvSpPr/>
            <p:nvPr/>
          </p:nvSpPr>
          <p:spPr>
            <a:xfrm>
              <a:off x="8050307" y="3067248"/>
              <a:ext cx="27565" cy="96740"/>
            </a:xfrm>
            <a:custGeom>
              <a:rect b="b" l="l" r="r" t="t"/>
              <a:pathLst>
                <a:path extrusionOk="0" h="3692" w="1052">
                  <a:moveTo>
                    <a:pt x="0" y="0"/>
                  </a:moveTo>
                  <a:lnTo>
                    <a:pt x="0" y="3692"/>
                  </a:lnTo>
                  <a:lnTo>
                    <a:pt x="1051" y="3692"/>
                  </a:lnTo>
                  <a:lnTo>
                    <a:pt x="1051"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0" name="Google Shape;20320;p89"/>
            <p:cNvSpPr/>
            <p:nvPr/>
          </p:nvSpPr>
          <p:spPr>
            <a:xfrm>
              <a:off x="8246511" y="3067248"/>
              <a:ext cx="54999" cy="96740"/>
            </a:xfrm>
            <a:custGeom>
              <a:rect b="b" l="l" r="r" t="t"/>
              <a:pathLst>
                <a:path extrusionOk="0" h="3692" w="2099">
                  <a:moveTo>
                    <a:pt x="1" y="0"/>
                  </a:moveTo>
                  <a:lnTo>
                    <a:pt x="1" y="3692"/>
                  </a:lnTo>
                  <a:lnTo>
                    <a:pt x="1508" y="3692"/>
                  </a:lnTo>
                  <a:cubicBezTo>
                    <a:pt x="1834" y="3692"/>
                    <a:pt x="2098" y="3428"/>
                    <a:pt x="2098" y="3101"/>
                  </a:cubicBezTo>
                  <a:lnTo>
                    <a:pt x="209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1" name="Google Shape;20321;p89"/>
            <p:cNvSpPr/>
            <p:nvPr/>
          </p:nvSpPr>
          <p:spPr>
            <a:xfrm>
              <a:off x="8258459" y="3067248"/>
              <a:ext cx="43051" cy="96740"/>
            </a:xfrm>
            <a:custGeom>
              <a:rect b="b" l="l" r="r" t="t"/>
              <a:pathLst>
                <a:path extrusionOk="0" h="3692" w="1643">
                  <a:moveTo>
                    <a:pt x="591" y="0"/>
                  </a:moveTo>
                  <a:lnTo>
                    <a:pt x="591" y="3101"/>
                  </a:lnTo>
                  <a:cubicBezTo>
                    <a:pt x="591" y="3428"/>
                    <a:pt x="327" y="3692"/>
                    <a:pt x="1" y="3692"/>
                  </a:cubicBezTo>
                  <a:lnTo>
                    <a:pt x="1052" y="3692"/>
                  </a:lnTo>
                  <a:cubicBezTo>
                    <a:pt x="1378" y="3692"/>
                    <a:pt x="1642" y="3428"/>
                    <a:pt x="1642" y="3101"/>
                  </a:cubicBezTo>
                  <a:lnTo>
                    <a:pt x="1642"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2" name="Google Shape;20322;p89"/>
            <p:cNvSpPr/>
            <p:nvPr/>
          </p:nvSpPr>
          <p:spPr>
            <a:xfrm>
              <a:off x="8077846" y="3103958"/>
              <a:ext cx="168561" cy="60030"/>
            </a:xfrm>
            <a:custGeom>
              <a:rect b="b" l="l" r="r" t="t"/>
              <a:pathLst>
                <a:path extrusionOk="0" h="2291" w="6433">
                  <a:moveTo>
                    <a:pt x="860" y="1"/>
                  </a:moveTo>
                  <a:cubicBezTo>
                    <a:pt x="384" y="1"/>
                    <a:pt x="0" y="385"/>
                    <a:pt x="0" y="860"/>
                  </a:cubicBezTo>
                  <a:lnTo>
                    <a:pt x="0" y="2291"/>
                  </a:lnTo>
                  <a:lnTo>
                    <a:pt x="6433" y="2291"/>
                  </a:lnTo>
                  <a:lnTo>
                    <a:pt x="6433" y="860"/>
                  </a:lnTo>
                  <a:cubicBezTo>
                    <a:pt x="6433" y="385"/>
                    <a:pt x="6049" y="1"/>
                    <a:pt x="5574"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3" name="Google Shape;20323;p89"/>
            <p:cNvSpPr/>
            <p:nvPr/>
          </p:nvSpPr>
          <p:spPr>
            <a:xfrm>
              <a:off x="8009536" y="3049509"/>
              <a:ext cx="81673" cy="25678"/>
            </a:xfrm>
            <a:custGeom>
              <a:rect b="b" l="l" r="r" t="t"/>
              <a:pathLst>
                <a:path extrusionOk="0" h="980" w="3117">
                  <a:moveTo>
                    <a:pt x="212" y="0"/>
                  </a:moveTo>
                  <a:cubicBezTo>
                    <a:pt x="97" y="0"/>
                    <a:pt x="1" y="96"/>
                    <a:pt x="1" y="216"/>
                  </a:cubicBezTo>
                  <a:lnTo>
                    <a:pt x="1" y="764"/>
                  </a:lnTo>
                  <a:cubicBezTo>
                    <a:pt x="1" y="884"/>
                    <a:pt x="97" y="980"/>
                    <a:pt x="212" y="980"/>
                  </a:cubicBezTo>
                  <a:lnTo>
                    <a:pt x="2905" y="980"/>
                  </a:lnTo>
                  <a:cubicBezTo>
                    <a:pt x="3020" y="980"/>
                    <a:pt x="3116" y="884"/>
                    <a:pt x="3116" y="764"/>
                  </a:cubicBezTo>
                  <a:lnTo>
                    <a:pt x="3116" y="216"/>
                  </a:lnTo>
                  <a:cubicBezTo>
                    <a:pt x="3116" y="96"/>
                    <a:pt x="3020" y="0"/>
                    <a:pt x="290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89"/>
            <p:cNvSpPr/>
            <p:nvPr/>
          </p:nvSpPr>
          <p:spPr>
            <a:xfrm>
              <a:off x="8009536" y="3056793"/>
              <a:ext cx="81673" cy="18394"/>
            </a:xfrm>
            <a:custGeom>
              <a:rect b="b" l="l" r="r" t="t"/>
              <a:pathLst>
                <a:path extrusionOk="0" h="702" w="3117">
                  <a:moveTo>
                    <a:pt x="1" y="1"/>
                  </a:moveTo>
                  <a:lnTo>
                    <a:pt x="1" y="486"/>
                  </a:lnTo>
                  <a:cubicBezTo>
                    <a:pt x="1" y="606"/>
                    <a:pt x="97" y="702"/>
                    <a:pt x="212" y="702"/>
                  </a:cubicBezTo>
                  <a:lnTo>
                    <a:pt x="2905" y="702"/>
                  </a:lnTo>
                  <a:cubicBezTo>
                    <a:pt x="3020" y="702"/>
                    <a:pt x="3116" y="606"/>
                    <a:pt x="3116" y="486"/>
                  </a:cubicBezTo>
                  <a:lnTo>
                    <a:pt x="3116" y="1"/>
                  </a:lnTo>
                  <a:cubicBezTo>
                    <a:pt x="3116" y="116"/>
                    <a:pt x="3020" y="212"/>
                    <a:pt x="2905" y="212"/>
                  </a:cubicBezTo>
                  <a:lnTo>
                    <a:pt x="212" y="212"/>
                  </a:lnTo>
                  <a:cubicBezTo>
                    <a:pt x="97" y="212"/>
                    <a:pt x="1" y="116"/>
                    <a:pt x="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5" name="Google Shape;20325;p89"/>
            <p:cNvSpPr/>
            <p:nvPr/>
          </p:nvSpPr>
          <p:spPr>
            <a:xfrm>
              <a:off x="8234432" y="3049640"/>
              <a:ext cx="81778" cy="25547"/>
            </a:xfrm>
            <a:custGeom>
              <a:rect b="b" l="l" r="r" t="t"/>
              <a:pathLst>
                <a:path extrusionOk="0" h="975" w="3121">
                  <a:moveTo>
                    <a:pt x="217" y="0"/>
                  </a:moveTo>
                  <a:cubicBezTo>
                    <a:pt x="97" y="0"/>
                    <a:pt x="1" y="96"/>
                    <a:pt x="1" y="211"/>
                  </a:cubicBezTo>
                  <a:lnTo>
                    <a:pt x="1" y="763"/>
                  </a:lnTo>
                  <a:cubicBezTo>
                    <a:pt x="1" y="879"/>
                    <a:pt x="97" y="975"/>
                    <a:pt x="217" y="975"/>
                  </a:cubicBezTo>
                  <a:lnTo>
                    <a:pt x="2905" y="975"/>
                  </a:lnTo>
                  <a:cubicBezTo>
                    <a:pt x="3025" y="975"/>
                    <a:pt x="3121" y="879"/>
                    <a:pt x="3121" y="763"/>
                  </a:cubicBezTo>
                  <a:lnTo>
                    <a:pt x="3121" y="211"/>
                  </a:lnTo>
                  <a:cubicBezTo>
                    <a:pt x="3121" y="96"/>
                    <a:pt x="3025" y="0"/>
                    <a:pt x="290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6" name="Google Shape;20326;p89"/>
            <p:cNvSpPr/>
            <p:nvPr/>
          </p:nvSpPr>
          <p:spPr>
            <a:xfrm>
              <a:off x="8234432" y="3056793"/>
              <a:ext cx="81778" cy="18394"/>
            </a:xfrm>
            <a:custGeom>
              <a:rect b="b" l="l" r="r" t="t"/>
              <a:pathLst>
                <a:path extrusionOk="0" h="702" w="3121">
                  <a:moveTo>
                    <a:pt x="1" y="1"/>
                  </a:moveTo>
                  <a:lnTo>
                    <a:pt x="1" y="490"/>
                  </a:lnTo>
                  <a:cubicBezTo>
                    <a:pt x="1" y="606"/>
                    <a:pt x="97" y="702"/>
                    <a:pt x="217" y="702"/>
                  </a:cubicBezTo>
                  <a:lnTo>
                    <a:pt x="2905" y="702"/>
                  </a:lnTo>
                  <a:cubicBezTo>
                    <a:pt x="3025" y="702"/>
                    <a:pt x="3121" y="606"/>
                    <a:pt x="3121" y="490"/>
                  </a:cubicBezTo>
                  <a:lnTo>
                    <a:pt x="3121" y="1"/>
                  </a:lnTo>
                  <a:cubicBezTo>
                    <a:pt x="3121" y="121"/>
                    <a:pt x="3025" y="217"/>
                    <a:pt x="2905" y="217"/>
                  </a:cubicBezTo>
                  <a:lnTo>
                    <a:pt x="217" y="217"/>
                  </a:lnTo>
                  <a:cubicBezTo>
                    <a:pt x="97" y="217"/>
                    <a:pt x="1" y="121"/>
                    <a:pt x="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7" name="Google Shape;20327;p89"/>
            <p:cNvSpPr/>
            <p:nvPr/>
          </p:nvSpPr>
          <p:spPr>
            <a:xfrm>
              <a:off x="8078212" y="3103958"/>
              <a:ext cx="168063" cy="30107"/>
            </a:xfrm>
            <a:custGeom>
              <a:rect b="b" l="l" r="r" t="t"/>
              <a:pathLst>
                <a:path extrusionOk="0" h="1149" w="6414">
                  <a:moveTo>
                    <a:pt x="851" y="1"/>
                  </a:moveTo>
                  <a:cubicBezTo>
                    <a:pt x="423" y="1"/>
                    <a:pt x="63" y="308"/>
                    <a:pt x="1" y="730"/>
                  </a:cubicBezTo>
                  <a:cubicBezTo>
                    <a:pt x="750" y="985"/>
                    <a:pt x="1921" y="1148"/>
                    <a:pt x="3231" y="1148"/>
                  </a:cubicBezTo>
                  <a:cubicBezTo>
                    <a:pt x="4518" y="1148"/>
                    <a:pt x="5665" y="990"/>
                    <a:pt x="6414" y="745"/>
                  </a:cubicBezTo>
                  <a:cubicBezTo>
                    <a:pt x="6356" y="322"/>
                    <a:pt x="5992" y="1"/>
                    <a:pt x="5560"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8" name="Google Shape;20328;p89"/>
            <p:cNvSpPr/>
            <p:nvPr/>
          </p:nvSpPr>
          <p:spPr>
            <a:xfrm>
              <a:off x="8097209" y="2948367"/>
              <a:ext cx="34614" cy="31102"/>
            </a:xfrm>
            <a:custGeom>
              <a:rect b="b" l="l" r="r" t="t"/>
              <a:pathLst>
                <a:path extrusionOk="0" h="1187" w="1321">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19"/>
                    <a:pt x="559" y="1187"/>
                    <a:pt x="661" y="1187"/>
                  </a:cubicBezTo>
                  <a:cubicBezTo>
                    <a:pt x="763" y="1187"/>
                    <a:pt x="865" y="1119"/>
                    <a:pt x="865" y="985"/>
                  </a:cubicBezTo>
                  <a:lnTo>
                    <a:pt x="865" y="798"/>
                  </a:lnTo>
                  <a:lnTo>
                    <a:pt x="1052" y="798"/>
                  </a:lnTo>
                  <a:cubicBezTo>
                    <a:pt x="1321" y="793"/>
                    <a:pt x="1321" y="390"/>
                    <a:pt x="1052" y="390"/>
                  </a:cubicBezTo>
                  <a:lnTo>
                    <a:pt x="865" y="390"/>
                  </a:lnTo>
                  <a:lnTo>
                    <a:pt x="865" y="203"/>
                  </a:lnTo>
                  <a:cubicBezTo>
                    <a:pt x="865" y="68"/>
                    <a:pt x="763" y="1"/>
                    <a:pt x="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9" name="Google Shape;20329;p89"/>
            <p:cNvSpPr/>
            <p:nvPr/>
          </p:nvSpPr>
          <p:spPr>
            <a:xfrm>
              <a:off x="8193818" y="2948367"/>
              <a:ext cx="34614" cy="31102"/>
            </a:xfrm>
            <a:custGeom>
              <a:rect b="b" l="l" r="r" t="t"/>
              <a:pathLst>
                <a:path extrusionOk="0" h="1187" w="1321">
                  <a:moveTo>
                    <a:pt x="660" y="1"/>
                  </a:moveTo>
                  <a:cubicBezTo>
                    <a:pt x="558" y="1"/>
                    <a:pt x="456" y="68"/>
                    <a:pt x="456" y="203"/>
                  </a:cubicBezTo>
                  <a:lnTo>
                    <a:pt x="456" y="390"/>
                  </a:lnTo>
                  <a:lnTo>
                    <a:pt x="269" y="390"/>
                  </a:lnTo>
                  <a:cubicBezTo>
                    <a:pt x="0" y="390"/>
                    <a:pt x="0" y="798"/>
                    <a:pt x="269" y="798"/>
                  </a:cubicBezTo>
                  <a:lnTo>
                    <a:pt x="269" y="793"/>
                  </a:lnTo>
                  <a:lnTo>
                    <a:pt x="456" y="793"/>
                  </a:lnTo>
                  <a:lnTo>
                    <a:pt x="456" y="985"/>
                  </a:lnTo>
                  <a:cubicBezTo>
                    <a:pt x="456" y="1119"/>
                    <a:pt x="558" y="1187"/>
                    <a:pt x="660" y="1187"/>
                  </a:cubicBezTo>
                  <a:cubicBezTo>
                    <a:pt x="762" y="1187"/>
                    <a:pt x="864" y="1119"/>
                    <a:pt x="864" y="985"/>
                  </a:cubicBezTo>
                  <a:lnTo>
                    <a:pt x="864" y="798"/>
                  </a:lnTo>
                  <a:lnTo>
                    <a:pt x="1052" y="798"/>
                  </a:lnTo>
                  <a:cubicBezTo>
                    <a:pt x="1320" y="793"/>
                    <a:pt x="1320" y="390"/>
                    <a:pt x="1052" y="390"/>
                  </a:cubicBezTo>
                  <a:lnTo>
                    <a:pt x="864" y="390"/>
                  </a:lnTo>
                  <a:lnTo>
                    <a:pt x="864" y="203"/>
                  </a:lnTo>
                  <a:cubicBezTo>
                    <a:pt x="864" y="68"/>
                    <a:pt x="762" y="1"/>
                    <a:pt x="6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0" name="Google Shape;20330;p89"/>
            <p:cNvSpPr/>
            <p:nvPr/>
          </p:nvSpPr>
          <p:spPr>
            <a:xfrm>
              <a:off x="8097209" y="3021446"/>
              <a:ext cx="34614" cy="31207"/>
            </a:xfrm>
            <a:custGeom>
              <a:rect b="b" l="l" r="r" t="t"/>
              <a:pathLst>
                <a:path extrusionOk="0" h="1191" w="1321">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22"/>
                    <a:pt x="559" y="1190"/>
                    <a:pt x="661" y="1190"/>
                  </a:cubicBezTo>
                  <a:cubicBezTo>
                    <a:pt x="763" y="1190"/>
                    <a:pt x="865" y="1122"/>
                    <a:pt x="865" y="985"/>
                  </a:cubicBezTo>
                  <a:lnTo>
                    <a:pt x="865" y="798"/>
                  </a:lnTo>
                  <a:lnTo>
                    <a:pt x="1052" y="798"/>
                  </a:lnTo>
                  <a:cubicBezTo>
                    <a:pt x="1321" y="798"/>
                    <a:pt x="1321" y="390"/>
                    <a:pt x="1052" y="390"/>
                  </a:cubicBezTo>
                  <a:lnTo>
                    <a:pt x="865" y="390"/>
                  </a:lnTo>
                  <a:lnTo>
                    <a:pt x="865" y="203"/>
                  </a:lnTo>
                  <a:cubicBezTo>
                    <a:pt x="865" y="68"/>
                    <a:pt x="763" y="1"/>
                    <a:pt x="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1" name="Google Shape;20331;p89"/>
            <p:cNvSpPr/>
            <p:nvPr/>
          </p:nvSpPr>
          <p:spPr>
            <a:xfrm>
              <a:off x="8193818" y="3021446"/>
              <a:ext cx="34614" cy="31207"/>
            </a:xfrm>
            <a:custGeom>
              <a:rect b="b" l="l" r="r" t="t"/>
              <a:pathLst>
                <a:path extrusionOk="0" h="1191" w="1321">
                  <a:moveTo>
                    <a:pt x="660" y="1"/>
                  </a:moveTo>
                  <a:cubicBezTo>
                    <a:pt x="558" y="1"/>
                    <a:pt x="456" y="68"/>
                    <a:pt x="456" y="203"/>
                  </a:cubicBezTo>
                  <a:lnTo>
                    <a:pt x="456" y="390"/>
                  </a:lnTo>
                  <a:lnTo>
                    <a:pt x="269" y="390"/>
                  </a:lnTo>
                  <a:cubicBezTo>
                    <a:pt x="0" y="390"/>
                    <a:pt x="0" y="798"/>
                    <a:pt x="269" y="798"/>
                  </a:cubicBezTo>
                  <a:lnTo>
                    <a:pt x="456" y="798"/>
                  </a:lnTo>
                  <a:lnTo>
                    <a:pt x="456" y="985"/>
                  </a:lnTo>
                  <a:cubicBezTo>
                    <a:pt x="456" y="1122"/>
                    <a:pt x="558" y="1190"/>
                    <a:pt x="660" y="1190"/>
                  </a:cubicBezTo>
                  <a:cubicBezTo>
                    <a:pt x="762" y="1190"/>
                    <a:pt x="864" y="1122"/>
                    <a:pt x="864" y="985"/>
                  </a:cubicBezTo>
                  <a:lnTo>
                    <a:pt x="864" y="798"/>
                  </a:lnTo>
                  <a:lnTo>
                    <a:pt x="1052" y="798"/>
                  </a:lnTo>
                  <a:cubicBezTo>
                    <a:pt x="1320" y="798"/>
                    <a:pt x="1320" y="390"/>
                    <a:pt x="1052" y="390"/>
                  </a:cubicBezTo>
                  <a:lnTo>
                    <a:pt x="864" y="390"/>
                  </a:lnTo>
                  <a:lnTo>
                    <a:pt x="864" y="203"/>
                  </a:lnTo>
                  <a:cubicBezTo>
                    <a:pt x="864" y="68"/>
                    <a:pt x="762" y="1"/>
                    <a:pt x="6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2" name="Google Shape;20332;p89"/>
            <p:cNvSpPr/>
            <p:nvPr/>
          </p:nvSpPr>
          <p:spPr>
            <a:xfrm>
              <a:off x="8004138" y="3044216"/>
              <a:ext cx="317365" cy="212607"/>
            </a:xfrm>
            <a:custGeom>
              <a:rect b="b" l="l" r="r" t="t"/>
              <a:pathLst>
                <a:path extrusionOk="0" h="8114" w="12112">
                  <a:moveTo>
                    <a:pt x="9004" y="407"/>
                  </a:moveTo>
                  <a:cubicBezTo>
                    <a:pt x="9006" y="407"/>
                    <a:pt x="9008" y="407"/>
                    <a:pt x="9011" y="409"/>
                  </a:cubicBezTo>
                  <a:lnTo>
                    <a:pt x="11699" y="409"/>
                  </a:lnTo>
                  <a:cubicBezTo>
                    <a:pt x="11704" y="409"/>
                    <a:pt x="11708" y="409"/>
                    <a:pt x="11708" y="418"/>
                  </a:cubicBezTo>
                  <a:lnTo>
                    <a:pt x="11708" y="966"/>
                  </a:lnTo>
                  <a:cubicBezTo>
                    <a:pt x="11708" y="970"/>
                    <a:pt x="11704" y="975"/>
                    <a:pt x="11699" y="975"/>
                  </a:cubicBezTo>
                  <a:lnTo>
                    <a:pt x="9011" y="975"/>
                  </a:lnTo>
                  <a:cubicBezTo>
                    <a:pt x="9001" y="975"/>
                    <a:pt x="8996" y="970"/>
                    <a:pt x="8996" y="966"/>
                  </a:cubicBezTo>
                  <a:lnTo>
                    <a:pt x="8996" y="418"/>
                  </a:lnTo>
                  <a:cubicBezTo>
                    <a:pt x="8996" y="411"/>
                    <a:pt x="8999" y="407"/>
                    <a:pt x="9004" y="407"/>
                  </a:cubicBezTo>
                  <a:close/>
                  <a:moveTo>
                    <a:pt x="3111" y="409"/>
                  </a:moveTo>
                  <a:cubicBezTo>
                    <a:pt x="3116" y="409"/>
                    <a:pt x="3121" y="414"/>
                    <a:pt x="3121" y="418"/>
                  </a:cubicBezTo>
                  <a:lnTo>
                    <a:pt x="3121" y="966"/>
                  </a:lnTo>
                  <a:cubicBezTo>
                    <a:pt x="3121" y="975"/>
                    <a:pt x="3116" y="980"/>
                    <a:pt x="3111" y="980"/>
                  </a:cubicBezTo>
                  <a:lnTo>
                    <a:pt x="423" y="980"/>
                  </a:lnTo>
                  <a:cubicBezTo>
                    <a:pt x="413" y="980"/>
                    <a:pt x="409" y="975"/>
                    <a:pt x="409" y="966"/>
                  </a:cubicBezTo>
                  <a:lnTo>
                    <a:pt x="409" y="418"/>
                  </a:lnTo>
                  <a:cubicBezTo>
                    <a:pt x="409" y="414"/>
                    <a:pt x="413" y="409"/>
                    <a:pt x="423" y="409"/>
                  </a:cubicBezTo>
                  <a:close/>
                  <a:moveTo>
                    <a:pt x="11147" y="1383"/>
                  </a:moveTo>
                  <a:lnTo>
                    <a:pt x="11147" y="3975"/>
                  </a:lnTo>
                  <a:cubicBezTo>
                    <a:pt x="11147" y="4191"/>
                    <a:pt x="10969" y="4364"/>
                    <a:pt x="10758" y="4364"/>
                  </a:cubicBezTo>
                  <a:lnTo>
                    <a:pt x="9452" y="4364"/>
                  </a:lnTo>
                  <a:lnTo>
                    <a:pt x="9452" y="1383"/>
                  </a:lnTo>
                  <a:close/>
                  <a:moveTo>
                    <a:pt x="2612" y="1383"/>
                  </a:moveTo>
                  <a:lnTo>
                    <a:pt x="2612" y="4369"/>
                  </a:lnTo>
                  <a:lnTo>
                    <a:pt x="1311" y="4369"/>
                  </a:lnTo>
                  <a:cubicBezTo>
                    <a:pt x="1095" y="4369"/>
                    <a:pt x="922" y="4191"/>
                    <a:pt x="922" y="3980"/>
                  </a:cubicBezTo>
                  <a:lnTo>
                    <a:pt x="922" y="1383"/>
                  </a:lnTo>
                  <a:close/>
                  <a:moveTo>
                    <a:pt x="3669" y="2487"/>
                  </a:moveTo>
                  <a:cubicBezTo>
                    <a:pt x="3672" y="2487"/>
                    <a:pt x="3675" y="2487"/>
                    <a:pt x="3678" y="2487"/>
                  </a:cubicBezTo>
                  <a:lnTo>
                    <a:pt x="8391" y="2487"/>
                  </a:lnTo>
                  <a:cubicBezTo>
                    <a:pt x="8751" y="2487"/>
                    <a:pt x="9044" y="2780"/>
                    <a:pt x="9044" y="3140"/>
                  </a:cubicBezTo>
                  <a:lnTo>
                    <a:pt x="9044" y="4369"/>
                  </a:lnTo>
                  <a:lnTo>
                    <a:pt x="3015" y="4369"/>
                  </a:lnTo>
                  <a:lnTo>
                    <a:pt x="3015" y="3140"/>
                  </a:lnTo>
                  <a:cubicBezTo>
                    <a:pt x="3015" y="2783"/>
                    <a:pt x="3308" y="2487"/>
                    <a:pt x="3669" y="2487"/>
                  </a:cubicBezTo>
                  <a:close/>
                  <a:moveTo>
                    <a:pt x="10412" y="4772"/>
                  </a:moveTo>
                  <a:lnTo>
                    <a:pt x="10412" y="5175"/>
                  </a:lnTo>
                  <a:lnTo>
                    <a:pt x="10417" y="5175"/>
                  </a:lnTo>
                  <a:cubicBezTo>
                    <a:pt x="10417" y="5276"/>
                    <a:pt x="10340" y="5358"/>
                    <a:pt x="10239" y="5358"/>
                  </a:cubicBezTo>
                  <a:lnTo>
                    <a:pt x="1820" y="5358"/>
                  </a:lnTo>
                  <a:cubicBezTo>
                    <a:pt x="1724" y="5358"/>
                    <a:pt x="1642" y="5276"/>
                    <a:pt x="1642" y="5175"/>
                  </a:cubicBezTo>
                  <a:lnTo>
                    <a:pt x="1642" y="4772"/>
                  </a:lnTo>
                  <a:close/>
                  <a:moveTo>
                    <a:pt x="3332" y="5761"/>
                  </a:moveTo>
                  <a:lnTo>
                    <a:pt x="3332" y="7710"/>
                  </a:lnTo>
                  <a:lnTo>
                    <a:pt x="2693" y="7710"/>
                  </a:lnTo>
                  <a:lnTo>
                    <a:pt x="2693" y="5761"/>
                  </a:lnTo>
                  <a:close/>
                  <a:moveTo>
                    <a:pt x="9371" y="5761"/>
                  </a:moveTo>
                  <a:lnTo>
                    <a:pt x="9371" y="7710"/>
                  </a:lnTo>
                  <a:lnTo>
                    <a:pt x="8732" y="7710"/>
                  </a:lnTo>
                  <a:lnTo>
                    <a:pt x="8732" y="5761"/>
                  </a:lnTo>
                  <a:close/>
                  <a:moveTo>
                    <a:pt x="418" y="1"/>
                  </a:moveTo>
                  <a:cubicBezTo>
                    <a:pt x="188" y="1"/>
                    <a:pt x="1" y="188"/>
                    <a:pt x="1" y="414"/>
                  </a:cubicBezTo>
                  <a:lnTo>
                    <a:pt x="1" y="966"/>
                  </a:lnTo>
                  <a:cubicBezTo>
                    <a:pt x="1" y="1196"/>
                    <a:pt x="188" y="1383"/>
                    <a:pt x="418" y="1383"/>
                  </a:cubicBezTo>
                  <a:lnTo>
                    <a:pt x="509" y="1383"/>
                  </a:lnTo>
                  <a:lnTo>
                    <a:pt x="509" y="3975"/>
                  </a:lnTo>
                  <a:cubicBezTo>
                    <a:pt x="509" y="4388"/>
                    <a:pt x="826" y="4734"/>
                    <a:pt x="1234" y="4767"/>
                  </a:cubicBezTo>
                  <a:lnTo>
                    <a:pt x="1234" y="5175"/>
                  </a:lnTo>
                  <a:cubicBezTo>
                    <a:pt x="1234" y="5497"/>
                    <a:pt x="1498" y="5756"/>
                    <a:pt x="1820" y="5761"/>
                  </a:cubicBezTo>
                  <a:lnTo>
                    <a:pt x="2285" y="5761"/>
                  </a:lnTo>
                  <a:lnTo>
                    <a:pt x="2285" y="7710"/>
                  </a:lnTo>
                  <a:lnTo>
                    <a:pt x="1997" y="7710"/>
                  </a:lnTo>
                  <a:cubicBezTo>
                    <a:pt x="1724" y="7710"/>
                    <a:pt x="1724" y="8113"/>
                    <a:pt x="1997" y="8113"/>
                  </a:cubicBezTo>
                  <a:lnTo>
                    <a:pt x="4028" y="8113"/>
                  </a:lnTo>
                  <a:cubicBezTo>
                    <a:pt x="4297" y="8113"/>
                    <a:pt x="4297" y="7710"/>
                    <a:pt x="4028" y="7710"/>
                  </a:cubicBezTo>
                  <a:lnTo>
                    <a:pt x="3735" y="7710"/>
                  </a:lnTo>
                  <a:lnTo>
                    <a:pt x="3735" y="5761"/>
                  </a:lnTo>
                  <a:lnTo>
                    <a:pt x="8324" y="5761"/>
                  </a:lnTo>
                  <a:lnTo>
                    <a:pt x="8324" y="7710"/>
                  </a:lnTo>
                  <a:lnTo>
                    <a:pt x="8031" y="7710"/>
                  </a:lnTo>
                  <a:cubicBezTo>
                    <a:pt x="8030" y="7710"/>
                    <a:pt x="8028" y="7710"/>
                    <a:pt x="8027" y="7710"/>
                  </a:cubicBezTo>
                  <a:cubicBezTo>
                    <a:pt x="7763" y="7710"/>
                    <a:pt x="7764" y="8113"/>
                    <a:pt x="8031" y="8113"/>
                  </a:cubicBezTo>
                  <a:lnTo>
                    <a:pt x="10062" y="8113"/>
                  </a:lnTo>
                  <a:cubicBezTo>
                    <a:pt x="10335" y="8113"/>
                    <a:pt x="10335" y="7710"/>
                    <a:pt x="10062" y="7710"/>
                  </a:cubicBezTo>
                  <a:lnTo>
                    <a:pt x="9774" y="7710"/>
                  </a:lnTo>
                  <a:lnTo>
                    <a:pt x="9774" y="5761"/>
                  </a:lnTo>
                  <a:lnTo>
                    <a:pt x="10239" y="5761"/>
                  </a:lnTo>
                  <a:cubicBezTo>
                    <a:pt x="10561" y="5756"/>
                    <a:pt x="10820" y="5497"/>
                    <a:pt x="10820" y="5175"/>
                  </a:cubicBezTo>
                  <a:lnTo>
                    <a:pt x="10820" y="4767"/>
                  </a:lnTo>
                  <a:cubicBezTo>
                    <a:pt x="11233" y="4734"/>
                    <a:pt x="11550" y="4388"/>
                    <a:pt x="11550" y="3975"/>
                  </a:cubicBezTo>
                  <a:lnTo>
                    <a:pt x="11550" y="1383"/>
                  </a:lnTo>
                  <a:lnTo>
                    <a:pt x="11694" y="1383"/>
                  </a:lnTo>
                  <a:cubicBezTo>
                    <a:pt x="11924" y="1383"/>
                    <a:pt x="12112" y="1196"/>
                    <a:pt x="12112" y="966"/>
                  </a:cubicBezTo>
                  <a:lnTo>
                    <a:pt x="12112" y="418"/>
                  </a:lnTo>
                  <a:cubicBezTo>
                    <a:pt x="12107" y="188"/>
                    <a:pt x="11924" y="6"/>
                    <a:pt x="11694" y="1"/>
                  </a:cubicBezTo>
                  <a:lnTo>
                    <a:pt x="9006" y="1"/>
                  </a:lnTo>
                  <a:cubicBezTo>
                    <a:pt x="8775" y="6"/>
                    <a:pt x="8588" y="188"/>
                    <a:pt x="8588" y="418"/>
                  </a:cubicBezTo>
                  <a:lnTo>
                    <a:pt x="8588" y="970"/>
                  </a:lnTo>
                  <a:cubicBezTo>
                    <a:pt x="8588" y="1201"/>
                    <a:pt x="8775" y="1383"/>
                    <a:pt x="9006" y="1388"/>
                  </a:cubicBezTo>
                  <a:lnTo>
                    <a:pt x="9044" y="1388"/>
                  </a:lnTo>
                  <a:lnTo>
                    <a:pt x="9044" y="2305"/>
                  </a:lnTo>
                  <a:cubicBezTo>
                    <a:pt x="8862" y="2160"/>
                    <a:pt x="8639" y="2079"/>
                    <a:pt x="8407" y="2079"/>
                  </a:cubicBezTo>
                  <a:cubicBezTo>
                    <a:pt x="8400" y="2079"/>
                    <a:pt x="8393" y="2079"/>
                    <a:pt x="8387" y="2079"/>
                  </a:cubicBezTo>
                  <a:lnTo>
                    <a:pt x="3678" y="2079"/>
                  </a:lnTo>
                  <a:cubicBezTo>
                    <a:pt x="3671" y="2079"/>
                    <a:pt x="3664" y="2079"/>
                    <a:pt x="3657" y="2079"/>
                  </a:cubicBezTo>
                  <a:cubicBezTo>
                    <a:pt x="3424" y="2079"/>
                    <a:pt x="3197" y="2160"/>
                    <a:pt x="3015" y="2305"/>
                  </a:cubicBezTo>
                  <a:lnTo>
                    <a:pt x="3015" y="1383"/>
                  </a:lnTo>
                  <a:lnTo>
                    <a:pt x="3106" y="1383"/>
                  </a:lnTo>
                  <a:cubicBezTo>
                    <a:pt x="3337" y="1383"/>
                    <a:pt x="3524" y="1196"/>
                    <a:pt x="3524" y="966"/>
                  </a:cubicBezTo>
                  <a:lnTo>
                    <a:pt x="3524" y="414"/>
                  </a:lnTo>
                  <a:cubicBezTo>
                    <a:pt x="3524" y="188"/>
                    <a:pt x="3337" y="1"/>
                    <a:pt x="31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3" name="Google Shape;20333;p89"/>
            <p:cNvSpPr/>
            <p:nvPr/>
          </p:nvSpPr>
          <p:spPr>
            <a:xfrm>
              <a:off x="8043494" y="2893421"/>
              <a:ext cx="237630" cy="136620"/>
            </a:xfrm>
            <a:custGeom>
              <a:rect b="b" l="l" r="r" t="t"/>
              <a:pathLst>
                <a:path extrusionOk="0" h="5214" w="9069">
                  <a:moveTo>
                    <a:pt x="1676" y="0"/>
                  </a:moveTo>
                  <a:cubicBezTo>
                    <a:pt x="750" y="5"/>
                    <a:pt x="1" y="754"/>
                    <a:pt x="1" y="1676"/>
                  </a:cubicBezTo>
                  <a:lnTo>
                    <a:pt x="1" y="5007"/>
                  </a:lnTo>
                  <a:cubicBezTo>
                    <a:pt x="1" y="5122"/>
                    <a:pt x="92" y="5213"/>
                    <a:pt x="207" y="5213"/>
                  </a:cubicBezTo>
                  <a:cubicBezTo>
                    <a:pt x="318" y="5209"/>
                    <a:pt x="409" y="5122"/>
                    <a:pt x="409" y="5007"/>
                  </a:cubicBezTo>
                  <a:lnTo>
                    <a:pt x="409" y="1676"/>
                  </a:lnTo>
                  <a:cubicBezTo>
                    <a:pt x="414" y="975"/>
                    <a:pt x="980" y="408"/>
                    <a:pt x="1681" y="408"/>
                  </a:cubicBezTo>
                  <a:lnTo>
                    <a:pt x="7379" y="408"/>
                  </a:lnTo>
                  <a:cubicBezTo>
                    <a:pt x="8075" y="408"/>
                    <a:pt x="8646" y="980"/>
                    <a:pt x="8646" y="1680"/>
                  </a:cubicBezTo>
                  <a:lnTo>
                    <a:pt x="8661" y="5012"/>
                  </a:lnTo>
                  <a:cubicBezTo>
                    <a:pt x="8661" y="5122"/>
                    <a:pt x="8752" y="5213"/>
                    <a:pt x="8862" y="5213"/>
                  </a:cubicBezTo>
                  <a:cubicBezTo>
                    <a:pt x="8977" y="5209"/>
                    <a:pt x="9069" y="5117"/>
                    <a:pt x="9069" y="5007"/>
                  </a:cubicBezTo>
                  <a:lnTo>
                    <a:pt x="9049" y="1676"/>
                  </a:lnTo>
                  <a:cubicBezTo>
                    <a:pt x="9049" y="754"/>
                    <a:pt x="8301" y="5"/>
                    <a:pt x="73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34" name="Google Shape;20334;p89"/>
          <p:cNvGrpSpPr/>
          <p:nvPr/>
        </p:nvGrpSpPr>
        <p:grpSpPr>
          <a:xfrm>
            <a:off x="5683016" y="2893499"/>
            <a:ext cx="365551" cy="363376"/>
            <a:chOff x="5683016" y="2893499"/>
            <a:chExt cx="365551" cy="363376"/>
          </a:xfrm>
        </p:grpSpPr>
        <p:sp>
          <p:nvSpPr>
            <p:cNvPr id="20335" name="Google Shape;20335;p89"/>
            <p:cNvSpPr/>
            <p:nvPr/>
          </p:nvSpPr>
          <p:spPr>
            <a:xfrm>
              <a:off x="5688806" y="2898845"/>
              <a:ext cx="353839" cy="352502"/>
            </a:xfrm>
            <a:custGeom>
              <a:rect b="b" l="l" r="r" t="t"/>
              <a:pathLst>
                <a:path extrusionOk="0" h="13453" w="13504">
                  <a:moveTo>
                    <a:pt x="8518" y="1"/>
                  </a:moveTo>
                  <a:cubicBezTo>
                    <a:pt x="8462" y="1"/>
                    <a:pt x="8406" y="21"/>
                    <a:pt x="8362" y="62"/>
                  </a:cubicBezTo>
                  <a:lnTo>
                    <a:pt x="87" y="8333"/>
                  </a:lnTo>
                  <a:cubicBezTo>
                    <a:pt x="0" y="8419"/>
                    <a:pt x="0" y="8558"/>
                    <a:pt x="87" y="8640"/>
                  </a:cubicBezTo>
                  <a:lnTo>
                    <a:pt x="312" y="8866"/>
                  </a:lnTo>
                  <a:cubicBezTo>
                    <a:pt x="356" y="8909"/>
                    <a:pt x="412" y="8930"/>
                    <a:pt x="468" y="8930"/>
                  </a:cubicBezTo>
                  <a:cubicBezTo>
                    <a:pt x="505" y="8930"/>
                    <a:pt x="542" y="8921"/>
                    <a:pt x="576" y="8904"/>
                  </a:cubicBezTo>
                  <a:cubicBezTo>
                    <a:pt x="668" y="8855"/>
                    <a:pt x="761" y="8833"/>
                    <a:pt x="850" y="8833"/>
                  </a:cubicBezTo>
                  <a:cubicBezTo>
                    <a:pt x="1247" y="8833"/>
                    <a:pt x="1569" y="9269"/>
                    <a:pt x="1349" y="9677"/>
                  </a:cubicBezTo>
                  <a:cubicBezTo>
                    <a:pt x="1301" y="9763"/>
                    <a:pt x="1316" y="9869"/>
                    <a:pt x="1383" y="9941"/>
                  </a:cubicBezTo>
                  <a:lnTo>
                    <a:pt x="1925" y="10479"/>
                  </a:lnTo>
                  <a:cubicBezTo>
                    <a:pt x="1966" y="10519"/>
                    <a:pt x="2022" y="10540"/>
                    <a:pt x="2079" y="10540"/>
                  </a:cubicBezTo>
                  <a:cubicBezTo>
                    <a:pt x="2117" y="10540"/>
                    <a:pt x="2155" y="10531"/>
                    <a:pt x="2189" y="10512"/>
                  </a:cubicBezTo>
                  <a:cubicBezTo>
                    <a:pt x="2279" y="10464"/>
                    <a:pt x="2370" y="10443"/>
                    <a:pt x="2457" y="10443"/>
                  </a:cubicBezTo>
                  <a:cubicBezTo>
                    <a:pt x="2854" y="10443"/>
                    <a:pt x="3178" y="10881"/>
                    <a:pt x="2962" y="11290"/>
                  </a:cubicBezTo>
                  <a:cubicBezTo>
                    <a:pt x="2914" y="11376"/>
                    <a:pt x="2928" y="11482"/>
                    <a:pt x="2996" y="11554"/>
                  </a:cubicBezTo>
                  <a:lnTo>
                    <a:pt x="3538" y="12091"/>
                  </a:lnTo>
                  <a:cubicBezTo>
                    <a:pt x="3579" y="12132"/>
                    <a:pt x="3635" y="12153"/>
                    <a:pt x="3691" y="12153"/>
                  </a:cubicBezTo>
                  <a:cubicBezTo>
                    <a:pt x="3728" y="12153"/>
                    <a:pt x="3765" y="12144"/>
                    <a:pt x="3797" y="12125"/>
                  </a:cubicBezTo>
                  <a:cubicBezTo>
                    <a:pt x="3888" y="12077"/>
                    <a:pt x="3979" y="12056"/>
                    <a:pt x="4067" y="12056"/>
                  </a:cubicBezTo>
                  <a:cubicBezTo>
                    <a:pt x="4466" y="12056"/>
                    <a:pt x="4791" y="12494"/>
                    <a:pt x="4575" y="12903"/>
                  </a:cubicBezTo>
                  <a:cubicBezTo>
                    <a:pt x="4527" y="12984"/>
                    <a:pt x="4541" y="13095"/>
                    <a:pt x="4609" y="13162"/>
                  </a:cubicBezTo>
                  <a:lnTo>
                    <a:pt x="4834" y="13388"/>
                  </a:lnTo>
                  <a:cubicBezTo>
                    <a:pt x="4877" y="13431"/>
                    <a:pt x="4933" y="13452"/>
                    <a:pt x="4988" y="13452"/>
                  </a:cubicBezTo>
                  <a:cubicBezTo>
                    <a:pt x="5043" y="13452"/>
                    <a:pt x="5098" y="13431"/>
                    <a:pt x="5141" y="13388"/>
                  </a:cubicBezTo>
                  <a:lnTo>
                    <a:pt x="13417" y="5117"/>
                  </a:lnTo>
                  <a:cubicBezTo>
                    <a:pt x="13503" y="5030"/>
                    <a:pt x="13503" y="4891"/>
                    <a:pt x="13417" y="4805"/>
                  </a:cubicBezTo>
                  <a:lnTo>
                    <a:pt x="13196" y="4589"/>
                  </a:lnTo>
                  <a:cubicBezTo>
                    <a:pt x="13156" y="4548"/>
                    <a:pt x="13099" y="4527"/>
                    <a:pt x="13042" y="4527"/>
                  </a:cubicBezTo>
                  <a:cubicBezTo>
                    <a:pt x="13005" y="4527"/>
                    <a:pt x="12966" y="4536"/>
                    <a:pt x="12932" y="4555"/>
                  </a:cubicBezTo>
                  <a:cubicBezTo>
                    <a:pt x="12840" y="4606"/>
                    <a:pt x="12746" y="4628"/>
                    <a:pt x="12656" y="4628"/>
                  </a:cubicBezTo>
                  <a:cubicBezTo>
                    <a:pt x="12259" y="4628"/>
                    <a:pt x="11936" y="4189"/>
                    <a:pt x="12159" y="3782"/>
                  </a:cubicBezTo>
                  <a:cubicBezTo>
                    <a:pt x="12207" y="3696"/>
                    <a:pt x="12193" y="3585"/>
                    <a:pt x="12126" y="3518"/>
                  </a:cubicBezTo>
                  <a:lnTo>
                    <a:pt x="11583" y="2976"/>
                  </a:lnTo>
                  <a:cubicBezTo>
                    <a:pt x="11540" y="2935"/>
                    <a:pt x="11484" y="2914"/>
                    <a:pt x="11428" y="2914"/>
                  </a:cubicBezTo>
                  <a:cubicBezTo>
                    <a:pt x="11391" y="2914"/>
                    <a:pt x="11354" y="2923"/>
                    <a:pt x="11319" y="2942"/>
                  </a:cubicBezTo>
                  <a:cubicBezTo>
                    <a:pt x="11228" y="2991"/>
                    <a:pt x="11135" y="3014"/>
                    <a:pt x="11045" y="3014"/>
                  </a:cubicBezTo>
                  <a:cubicBezTo>
                    <a:pt x="10647" y="3014"/>
                    <a:pt x="10323" y="2576"/>
                    <a:pt x="10546" y="2165"/>
                  </a:cubicBezTo>
                  <a:cubicBezTo>
                    <a:pt x="10594" y="2083"/>
                    <a:pt x="10580" y="1973"/>
                    <a:pt x="10508" y="1901"/>
                  </a:cubicBezTo>
                  <a:lnTo>
                    <a:pt x="9970" y="1363"/>
                  </a:lnTo>
                  <a:cubicBezTo>
                    <a:pt x="9927" y="1322"/>
                    <a:pt x="9871" y="1301"/>
                    <a:pt x="9815" y="1301"/>
                  </a:cubicBezTo>
                  <a:cubicBezTo>
                    <a:pt x="9778" y="1301"/>
                    <a:pt x="9741" y="1310"/>
                    <a:pt x="9706" y="1329"/>
                  </a:cubicBezTo>
                  <a:cubicBezTo>
                    <a:pt x="9615" y="1378"/>
                    <a:pt x="9523" y="1400"/>
                    <a:pt x="9434" y="1400"/>
                  </a:cubicBezTo>
                  <a:cubicBezTo>
                    <a:pt x="9035" y="1400"/>
                    <a:pt x="8709" y="960"/>
                    <a:pt x="8929" y="552"/>
                  </a:cubicBezTo>
                  <a:cubicBezTo>
                    <a:pt x="8977" y="465"/>
                    <a:pt x="8962" y="360"/>
                    <a:pt x="8895" y="288"/>
                  </a:cubicBezTo>
                  <a:lnTo>
                    <a:pt x="8670" y="62"/>
                  </a:lnTo>
                  <a:cubicBezTo>
                    <a:pt x="8629" y="21"/>
                    <a:pt x="8574" y="1"/>
                    <a:pt x="851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6" name="Google Shape;20336;p89"/>
            <p:cNvSpPr/>
            <p:nvPr/>
          </p:nvSpPr>
          <p:spPr>
            <a:xfrm>
              <a:off x="5802997" y="3012537"/>
              <a:ext cx="239779" cy="239045"/>
            </a:xfrm>
            <a:custGeom>
              <a:rect b="b" l="l" r="r" t="t"/>
              <a:pathLst>
                <a:path extrusionOk="0" h="9123" w="9151">
                  <a:moveTo>
                    <a:pt x="7806" y="0"/>
                  </a:moveTo>
                  <a:lnTo>
                    <a:pt x="1" y="7805"/>
                  </a:lnTo>
                  <a:cubicBezTo>
                    <a:pt x="270" y="7959"/>
                    <a:pt x="366" y="8295"/>
                    <a:pt x="222" y="8568"/>
                  </a:cubicBezTo>
                  <a:cubicBezTo>
                    <a:pt x="174" y="8655"/>
                    <a:pt x="188" y="8761"/>
                    <a:pt x="255" y="8833"/>
                  </a:cubicBezTo>
                  <a:lnTo>
                    <a:pt x="481" y="9058"/>
                  </a:lnTo>
                  <a:cubicBezTo>
                    <a:pt x="524" y="9101"/>
                    <a:pt x="581" y="9123"/>
                    <a:pt x="637" y="9123"/>
                  </a:cubicBezTo>
                  <a:cubicBezTo>
                    <a:pt x="693" y="9123"/>
                    <a:pt x="750" y="9101"/>
                    <a:pt x="793" y="9058"/>
                  </a:cubicBezTo>
                  <a:lnTo>
                    <a:pt x="9064" y="783"/>
                  </a:lnTo>
                  <a:cubicBezTo>
                    <a:pt x="9150" y="696"/>
                    <a:pt x="9150" y="562"/>
                    <a:pt x="9064" y="475"/>
                  </a:cubicBezTo>
                  <a:lnTo>
                    <a:pt x="8838" y="250"/>
                  </a:lnTo>
                  <a:cubicBezTo>
                    <a:pt x="8798" y="209"/>
                    <a:pt x="8741" y="188"/>
                    <a:pt x="8684" y="188"/>
                  </a:cubicBezTo>
                  <a:cubicBezTo>
                    <a:pt x="8647" y="188"/>
                    <a:pt x="8608" y="197"/>
                    <a:pt x="8574" y="216"/>
                  </a:cubicBezTo>
                  <a:cubicBezTo>
                    <a:pt x="8488" y="264"/>
                    <a:pt x="8395" y="286"/>
                    <a:pt x="8302" y="286"/>
                  </a:cubicBezTo>
                  <a:cubicBezTo>
                    <a:pt x="8104" y="286"/>
                    <a:pt x="7911" y="183"/>
                    <a:pt x="7806"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7" name="Google Shape;20337;p89"/>
            <p:cNvSpPr/>
            <p:nvPr/>
          </p:nvSpPr>
          <p:spPr>
            <a:xfrm>
              <a:off x="5872067" y="2898766"/>
              <a:ext cx="170709" cy="170133"/>
            </a:xfrm>
            <a:custGeom>
              <a:rect b="b" l="l" r="r" t="t"/>
              <a:pathLst>
                <a:path extrusionOk="0" h="6493" w="6515">
                  <a:moveTo>
                    <a:pt x="1520" y="0"/>
                  </a:moveTo>
                  <a:cubicBezTo>
                    <a:pt x="1464" y="0"/>
                    <a:pt x="1409" y="22"/>
                    <a:pt x="1368" y="65"/>
                  </a:cubicBezTo>
                  <a:lnTo>
                    <a:pt x="0" y="1428"/>
                  </a:lnTo>
                  <a:lnTo>
                    <a:pt x="5065" y="6493"/>
                  </a:lnTo>
                  <a:lnTo>
                    <a:pt x="6428" y="5125"/>
                  </a:lnTo>
                  <a:cubicBezTo>
                    <a:pt x="6514" y="5043"/>
                    <a:pt x="6514" y="4904"/>
                    <a:pt x="6428" y="4817"/>
                  </a:cubicBezTo>
                  <a:lnTo>
                    <a:pt x="6202" y="4592"/>
                  </a:lnTo>
                  <a:cubicBezTo>
                    <a:pt x="6162" y="4551"/>
                    <a:pt x="6105" y="4530"/>
                    <a:pt x="6048" y="4530"/>
                  </a:cubicBezTo>
                  <a:cubicBezTo>
                    <a:pt x="6011" y="4530"/>
                    <a:pt x="5972" y="4539"/>
                    <a:pt x="5938" y="4558"/>
                  </a:cubicBezTo>
                  <a:cubicBezTo>
                    <a:pt x="5846" y="4609"/>
                    <a:pt x="5752" y="4631"/>
                    <a:pt x="5662" y="4631"/>
                  </a:cubicBezTo>
                  <a:cubicBezTo>
                    <a:pt x="5265" y="4631"/>
                    <a:pt x="4942" y="4192"/>
                    <a:pt x="5165" y="3785"/>
                  </a:cubicBezTo>
                  <a:cubicBezTo>
                    <a:pt x="5213" y="3699"/>
                    <a:pt x="5199" y="3588"/>
                    <a:pt x="5132" y="3521"/>
                  </a:cubicBezTo>
                  <a:lnTo>
                    <a:pt x="4589" y="2979"/>
                  </a:lnTo>
                  <a:cubicBezTo>
                    <a:pt x="4546" y="2938"/>
                    <a:pt x="4490" y="2917"/>
                    <a:pt x="4434" y="2917"/>
                  </a:cubicBezTo>
                  <a:cubicBezTo>
                    <a:pt x="4397" y="2917"/>
                    <a:pt x="4360" y="2926"/>
                    <a:pt x="4325" y="2945"/>
                  </a:cubicBezTo>
                  <a:cubicBezTo>
                    <a:pt x="4234" y="2994"/>
                    <a:pt x="4141" y="3017"/>
                    <a:pt x="4051" y="3017"/>
                  </a:cubicBezTo>
                  <a:cubicBezTo>
                    <a:pt x="3653" y="3017"/>
                    <a:pt x="3329" y="2579"/>
                    <a:pt x="3552" y="2168"/>
                  </a:cubicBezTo>
                  <a:cubicBezTo>
                    <a:pt x="3600" y="2081"/>
                    <a:pt x="3586" y="1976"/>
                    <a:pt x="3514" y="1904"/>
                  </a:cubicBezTo>
                  <a:lnTo>
                    <a:pt x="2976" y="1366"/>
                  </a:lnTo>
                  <a:cubicBezTo>
                    <a:pt x="2934" y="1323"/>
                    <a:pt x="2879" y="1301"/>
                    <a:pt x="2823" y="1301"/>
                  </a:cubicBezTo>
                  <a:cubicBezTo>
                    <a:pt x="2785" y="1301"/>
                    <a:pt x="2747" y="1311"/>
                    <a:pt x="2712" y="1332"/>
                  </a:cubicBezTo>
                  <a:cubicBezTo>
                    <a:pt x="2621" y="1381"/>
                    <a:pt x="2529" y="1403"/>
                    <a:pt x="2440" y="1403"/>
                  </a:cubicBezTo>
                  <a:cubicBezTo>
                    <a:pt x="2041" y="1403"/>
                    <a:pt x="1715" y="963"/>
                    <a:pt x="1935" y="555"/>
                  </a:cubicBezTo>
                  <a:cubicBezTo>
                    <a:pt x="1983" y="468"/>
                    <a:pt x="1968" y="358"/>
                    <a:pt x="1901" y="291"/>
                  </a:cubicBezTo>
                  <a:lnTo>
                    <a:pt x="1676" y="65"/>
                  </a:lnTo>
                  <a:cubicBezTo>
                    <a:pt x="1632" y="22"/>
                    <a:pt x="1576" y="0"/>
                    <a:pt x="152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8" name="Google Shape;20338;p89"/>
            <p:cNvSpPr/>
            <p:nvPr/>
          </p:nvSpPr>
          <p:spPr>
            <a:xfrm>
              <a:off x="5737858" y="2979470"/>
              <a:ext cx="223796" cy="223481"/>
            </a:xfrm>
            <a:custGeom>
              <a:rect b="b" l="l" r="r" t="t"/>
              <a:pathLst>
                <a:path extrusionOk="0" h="8529" w="8541">
                  <a:moveTo>
                    <a:pt x="4954" y="1"/>
                  </a:moveTo>
                  <a:cubicBezTo>
                    <a:pt x="4939" y="1"/>
                    <a:pt x="4923" y="7"/>
                    <a:pt x="4911" y="19"/>
                  </a:cubicBezTo>
                  <a:lnTo>
                    <a:pt x="24" y="4905"/>
                  </a:lnTo>
                  <a:cubicBezTo>
                    <a:pt x="0" y="4929"/>
                    <a:pt x="0" y="4968"/>
                    <a:pt x="24" y="4992"/>
                  </a:cubicBezTo>
                  <a:lnTo>
                    <a:pt x="1402" y="6370"/>
                  </a:lnTo>
                  <a:lnTo>
                    <a:pt x="1872" y="6845"/>
                  </a:lnTo>
                  <a:lnTo>
                    <a:pt x="2165" y="7133"/>
                  </a:lnTo>
                  <a:lnTo>
                    <a:pt x="3543" y="8510"/>
                  </a:lnTo>
                  <a:cubicBezTo>
                    <a:pt x="3555" y="8522"/>
                    <a:pt x="3571" y="8528"/>
                    <a:pt x="3586" y="8528"/>
                  </a:cubicBezTo>
                  <a:cubicBezTo>
                    <a:pt x="3602"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9" name="Google Shape;20339;p89"/>
            <p:cNvSpPr/>
            <p:nvPr/>
          </p:nvSpPr>
          <p:spPr>
            <a:xfrm>
              <a:off x="5821863" y="2979470"/>
              <a:ext cx="139659" cy="223455"/>
            </a:xfrm>
            <a:custGeom>
              <a:rect b="b" l="l" r="r" t="t"/>
              <a:pathLst>
                <a:path extrusionOk="0" h="8528" w="5330">
                  <a:moveTo>
                    <a:pt x="1748" y="1"/>
                  </a:moveTo>
                  <a:cubicBezTo>
                    <a:pt x="1733" y="1"/>
                    <a:pt x="1717" y="7"/>
                    <a:pt x="1705" y="19"/>
                  </a:cubicBezTo>
                  <a:lnTo>
                    <a:pt x="846" y="878"/>
                  </a:lnTo>
                  <a:lnTo>
                    <a:pt x="4028" y="4061"/>
                  </a:lnTo>
                  <a:cubicBezTo>
                    <a:pt x="4052" y="4085"/>
                    <a:pt x="4052" y="4123"/>
                    <a:pt x="4028" y="4147"/>
                  </a:cubicBezTo>
                  <a:lnTo>
                    <a:pt x="1" y="8174"/>
                  </a:lnTo>
                  <a:lnTo>
                    <a:pt x="332" y="8506"/>
                  </a:lnTo>
                  <a:cubicBezTo>
                    <a:pt x="344" y="8520"/>
                    <a:pt x="360" y="8527"/>
                    <a:pt x="375" y="8527"/>
                  </a:cubicBezTo>
                  <a:cubicBezTo>
                    <a:pt x="391" y="8527"/>
                    <a:pt x="407" y="8520"/>
                    <a:pt x="419" y="8506"/>
                  </a:cubicBezTo>
                  <a:lnTo>
                    <a:pt x="5305" y="3619"/>
                  </a:lnTo>
                  <a:cubicBezTo>
                    <a:pt x="5329" y="3595"/>
                    <a:pt x="5329" y="3557"/>
                    <a:pt x="5305" y="3533"/>
                  </a:cubicBezTo>
                  <a:lnTo>
                    <a:pt x="1791" y="19"/>
                  </a:lnTo>
                  <a:cubicBezTo>
                    <a:pt x="1779" y="7"/>
                    <a:pt x="1764" y="1"/>
                    <a:pt x="17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0" name="Google Shape;20340;p89"/>
            <p:cNvSpPr/>
            <p:nvPr/>
          </p:nvSpPr>
          <p:spPr>
            <a:xfrm>
              <a:off x="5764951" y="3008502"/>
              <a:ext cx="112409" cy="109762"/>
            </a:xfrm>
            <a:custGeom>
              <a:rect b="b" l="l" r="r" t="t"/>
              <a:pathLst>
                <a:path extrusionOk="0" h="4189" w="4290">
                  <a:moveTo>
                    <a:pt x="4067" y="0"/>
                  </a:moveTo>
                  <a:cubicBezTo>
                    <a:pt x="4015" y="0"/>
                    <a:pt x="3963" y="20"/>
                    <a:pt x="3925" y="58"/>
                  </a:cubicBezTo>
                  <a:lnTo>
                    <a:pt x="138" y="3845"/>
                  </a:lnTo>
                  <a:cubicBezTo>
                    <a:pt x="0" y="3994"/>
                    <a:pt x="133" y="4189"/>
                    <a:pt x="289" y="4189"/>
                  </a:cubicBezTo>
                  <a:cubicBezTo>
                    <a:pt x="335" y="4189"/>
                    <a:pt x="382" y="4172"/>
                    <a:pt x="426" y="4133"/>
                  </a:cubicBezTo>
                  <a:lnTo>
                    <a:pt x="4213" y="346"/>
                  </a:lnTo>
                  <a:cubicBezTo>
                    <a:pt x="4290" y="264"/>
                    <a:pt x="4290" y="140"/>
                    <a:pt x="4213" y="58"/>
                  </a:cubicBezTo>
                  <a:cubicBezTo>
                    <a:pt x="4172" y="20"/>
                    <a:pt x="4119" y="0"/>
                    <a:pt x="40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1" name="Google Shape;20341;p89"/>
            <p:cNvSpPr/>
            <p:nvPr/>
          </p:nvSpPr>
          <p:spPr>
            <a:xfrm>
              <a:off x="5792988" y="3036539"/>
              <a:ext cx="112435" cy="109788"/>
            </a:xfrm>
            <a:custGeom>
              <a:rect b="b" l="l" r="r" t="t"/>
              <a:pathLst>
                <a:path extrusionOk="0" h="4190" w="4291">
                  <a:moveTo>
                    <a:pt x="4068" y="1"/>
                  </a:moveTo>
                  <a:cubicBezTo>
                    <a:pt x="4016" y="1"/>
                    <a:pt x="3964" y="20"/>
                    <a:pt x="3926" y="59"/>
                  </a:cubicBezTo>
                  <a:lnTo>
                    <a:pt x="138" y="3846"/>
                  </a:lnTo>
                  <a:cubicBezTo>
                    <a:pt x="1" y="3995"/>
                    <a:pt x="134" y="4189"/>
                    <a:pt x="290" y="4189"/>
                  </a:cubicBezTo>
                  <a:cubicBezTo>
                    <a:pt x="335" y="4189"/>
                    <a:pt x="383" y="4173"/>
                    <a:pt x="426" y="4134"/>
                  </a:cubicBezTo>
                  <a:lnTo>
                    <a:pt x="4214" y="347"/>
                  </a:lnTo>
                  <a:cubicBezTo>
                    <a:pt x="4290" y="265"/>
                    <a:pt x="4290" y="140"/>
                    <a:pt x="4214" y="59"/>
                  </a:cubicBezTo>
                  <a:cubicBezTo>
                    <a:pt x="4173" y="20"/>
                    <a:pt x="4120" y="1"/>
                    <a:pt x="40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2" name="Google Shape;20342;p89"/>
            <p:cNvSpPr/>
            <p:nvPr/>
          </p:nvSpPr>
          <p:spPr>
            <a:xfrm>
              <a:off x="5821050" y="3144048"/>
              <a:ext cx="34745" cy="30316"/>
            </a:xfrm>
            <a:custGeom>
              <a:rect b="b" l="l" r="r" t="t"/>
              <a:pathLst>
                <a:path extrusionOk="0" h="1157" w="1326">
                  <a:moveTo>
                    <a:pt x="1026" y="0"/>
                  </a:moveTo>
                  <a:cubicBezTo>
                    <a:pt x="977" y="0"/>
                    <a:pt x="926" y="20"/>
                    <a:pt x="882" y="69"/>
                  </a:cubicBezTo>
                  <a:lnTo>
                    <a:pt x="138" y="813"/>
                  </a:lnTo>
                  <a:cubicBezTo>
                    <a:pt x="0" y="962"/>
                    <a:pt x="133" y="1157"/>
                    <a:pt x="289" y="1157"/>
                  </a:cubicBezTo>
                  <a:cubicBezTo>
                    <a:pt x="335" y="1157"/>
                    <a:pt x="382" y="1140"/>
                    <a:pt x="426" y="1101"/>
                  </a:cubicBezTo>
                  <a:lnTo>
                    <a:pt x="1165" y="357"/>
                  </a:lnTo>
                  <a:cubicBezTo>
                    <a:pt x="1326" y="211"/>
                    <a:pt x="1185" y="0"/>
                    <a:pt x="10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3" name="Google Shape;20343;p89"/>
            <p:cNvSpPr/>
            <p:nvPr/>
          </p:nvSpPr>
          <p:spPr>
            <a:xfrm>
              <a:off x="5858232" y="3064602"/>
              <a:ext cx="76695" cy="72843"/>
            </a:xfrm>
            <a:custGeom>
              <a:rect b="b" l="l" r="r" t="t"/>
              <a:pathLst>
                <a:path extrusionOk="0" h="2780" w="2927">
                  <a:moveTo>
                    <a:pt x="2641" y="1"/>
                  </a:moveTo>
                  <a:cubicBezTo>
                    <a:pt x="2596" y="1"/>
                    <a:pt x="2549" y="18"/>
                    <a:pt x="2506" y="58"/>
                  </a:cubicBezTo>
                  <a:lnTo>
                    <a:pt x="130" y="2434"/>
                  </a:lnTo>
                  <a:cubicBezTo>
                    <a:pt x="0" y="2559"/>
                    <a:pt x="91" y="2780"/>
                    <a:pt x="269" y="2780"/>
                  </a:cubicBezTo>
                  <a:lnTo>
                    <a:pt x="274" y="2780"/>
                  </a:lnTo>
                  <a:cubicBezTo>
                    <a:pt x="327" y="2780"/>
                    <a:pt x="379" y="2756"/>
                    <a:pt x="418" y="2722"/>
                  </a:cubicBezTo>
                  <a:lnTo>
                    <a:pt x="2789" y="346"/>
                  </a:lnTo>
                  <a:cubicBezTo>
                    <a:pt x="2926" y="198"/>
                    <a:pt x="2794" y="1"/>
                    <a:pt x="26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4" name="Google Shape;20344;p89"/>
            <p:cNvSpPr/>
            <p:nvPr/>
          </p:nvSpPr>
          <p:spPr>
            <a:xfrm>
              <a:off x="5683016" y="2893499"/>
              <a:ext cx="365551" cy="363376"/>
            </a:xfrm>
            <a:custGeom>
              <a:rect b="b" l="l" r="r" t="t"/>
              <a:pathLst>
                <a:path extrusionOk="0" h="13868" w="13951">
                  <a:moveTo>
                    <a:pt x="8738" y="406"/>
                  </a:moveTo>
                  <a:cubicBezTo>
                    <a:pt x="8742" y="406"/>
                    <a:pt x="8747" y="408"/>
                    <a:pt x="8751" y="410"/>
                  </a:cubicBezTo>
                  <a:lnTo>
                    <a:pt x="8972" y="636"/>
                  </a:lnTo>
                  <a:cubicBezTo>
                    <a:pt x="8977" y="645"/>
                    <a:pt x="8977" y="655"/>
                    <a:pt x="8972" y="660"/>
                  </a:cubicBezTo>
                  <a:cubicBezTo>
                    <a:pt x="8674" y="1212"/>
                    <a:pt x="9112" y="1809"/>
                    <a:pt x="9654" y="1809"/>
                  </a:cubicBezTo>
                  <a:cubicBezTo>
                    <a:pt x="9776" y="1809"/>
                    <a:pt x="9903" y="1779"/>
                    <a:pt x="10028" y="1711"/>
                  </a:cubicBezTo>
                  <a:cubicBezTo>
                    <a:pt x="10031" y="1709"/>
                    <a:pt x="10034" y="1707"/>
                    <a:pt x="10038" y="1707"/>
                  </a:cubicBezTo>
                  <a:cubicBezTo>
                    <a:pt x="10041" y="1707"/>
                    <a:pt x="10045" y="1709"/>
                    <a:pt x="10047" y="1711"/>
                  </a:cubicBezTo>
                  <a:lnTo>
                    <a:pt x="10590" y="2253"/>
                  </a:lnTo>
                  <a:cubicBezTo>
                    <a:pt x="10595" y="2258"/>
                    <a:pt x="10595" y="2268"/>
                    <a:pt x="10590" y="2273"/>
                  </a:cubicBezTo>
                  <a:cubicBezTo>
                    <a:pt x="10288" y="2830"/>
                    <a:pt x="10729" y="3425"/>
                    <a:pt x="11270" y="3425"/>
                  </a:cubicBezTo>
                  <a:cubicBezTo>
                    <a:pt x="11391" y="3425"/>
                    <a:pt x="11517" y="3395"/>
                    <a:pt x="11641" y="3329"/>
                  </a:cubicBezTo>
                  <a:cubicBezTo>
                    <a:pt x="11647" y="3326"/>
                    <a:pt x="11652" y="3323"/>
                    <a:pt x="11657" y="3323"/>
                  </a:cubicBezTo>
                  <a:cubicBezTo>
                    <a:pt x="11660" y="3323"/>
                    <a:pt x="11663" y="3325"/>
                    <a:pt x="11665" y="3329"/>
                  </a:cubicBezTo>
                  <a:lnTo>
                    <a:pt x="12203" y="3866"/>
                  </a:lnTo>
                  <a:cubicBezTo>
                    <a:pt x="12212" y="3871"/>
                    <a:pt x="12208" y="3881"/>
                    <a:pt x="12203" y="3890"/>
                  </a:cubicBezTo>
                  <a:cubicBezTo>
                    <a:pt x="11915" y="4441"/>
                    <a:pt x="12351" y="5028"/>
                    <a:pt x="12891" y="5028"/>
                  </a:cubicBezTo>
                  <a:cubicBezTo>
                    <a:pt x="13009" y="5028"/>
                    <a:pt x="13132" y="5000"/>
                    <a:pt x="13254" y="4937"/>
                  </a:cubicBezTo>
                  <a:cubicBezTo>
                    <a:pt x="13256" y="4934"/>
                    <a:pt x="13260" y="4933"/>
                    <a:pt x="13264" y="4933"/>
                  </a:cubicBezTo>
                  <a:cubicBezTo>
                    <a:pt x="13268" y="4933"/>
                    <a:pt x="13273" y="4934"/>
                    <a:pt x="13278" y="4937"/>
                  </a:cubicBezTo>
                  <a:lnTo>
                    <a:pt x="13499" y="5162"/>
                  </a:lnTo>
                  <a:cubicBezTo>
                    <a:pt x="13508" y="5167"/>
                    <a:pt x="13508" y="5177"/>
                    <a:pt x="13499" y="5182"/>
                  </a:cubicBezTo>
                  <a:lnTo>
                    <a:pt x="13499" y="5186"/>
                  </a:lnTo>
                  <a:lnTo>
                    <a:pt x="12280" y="6406"/>
                  </a:lnTo>
                  <a:lnTo>
                    <a:pt x="11876" y="6007"/>
                  </a:lnTo>
                  <a:cubicBezTo>
                    <a:pt x="11830" y="5957"/>
                    <a:pt x="11778" y="5936"/>
                    <a:pt x="11728" y="5936"/>
                  </a:cubicBezTo>
                  <a:cubicBezTo>
                    <a:pt x="11569" y="5936"/>
                    <a:pt x="11431" y="6148"/>
                    <a:pt x="11588" y="6290"/>
                  </a:cubicBezTo>
                  <a:lnTo>
                    <a:pt x="11992" y="6694"/>
                  </a:lnTo>
                  <a:lnTo>
                    <a:pt x="5228" y="13457"/>
                  </a:lnTo>
                  <a:cubicBezTo>
                    <a:pt x="5223" y="13460"/>
                    <a:pt x="5218" y="13461"/>
                    <a:pt x="5214" y="13461"/>
                  </a:cubicBezTo>
                  <a:cubicBezTo>
                    <a:pt x="5210" y="13461"/>
                    <a:pt x="5206" y="13460"/>
                    <a:pt x="5204" y="13457"/>
                  </a:cubicBezTo>
                  <a:lnTo>
                    <a:pt x="4978" y="13231"/>
                  </a:lnTo>
                  <a:cubicBezTo>
                    <a:pt x="4974" y="13227"/>
                    <a:pt x="4974" y="13217"/>
                    <a:pt x="4978" y="13207"/>
                  </a:cubicBezTo>
                  <a:cubicBezTo>
                    <a:pt x="5280" y="12654"/>
                    <a:pt x="4842" y="12060"/>
                    <a:pt x="4302" y="12060"/>
                  </a:cubicBezTo>
                  <a:cubicBezTo>
                    <a:pt x="4182" y="12060"/>
                    <a:pt x="4056" y="12090"/>
                    <a:pt x="3932" y="12156"/>
                  </a:cubicBezTo>
                  <a:cubicBezTo>
                    <a:pt x="3927" y="12159"/>
                    <a:pt x="3922" y="12160"/>
                    <a:pt x="3918" y="12160"/>
                  </a:cubicBezTo>
                  <a:cubicBezTo>
                    <a:pt x="3914" y="12160"/>
                    <a:pt x="3910" y="12159"/>
                    <a:pt x="3908" y="12156"/>
                  </a:cubicBezTo>
                  <a:lnTo>
                    <a:pt x="3365" y="11619"/>
                  </a:lnTo>
                  <a:cubicBezTo>
                    <a:pt x="3361" y="11614"/>
                    <a:pt x="3361" y="11604"/>
                    <a:pt x="3365" y="11595"/>
                  </a:cubicBezTo>
                  <a:cubicBezTo>
                    <a:pt x="3664" y="11042"/>
                    <a:pt x="3224" y="10447"/>
                    <a:pt x="2685" y="10447"/>
                  </a:cubicBezTo>
                  <a:cubicBezTo>
                    <a:pt x="2564" y="10447"/>
                    <a:pt x="2438" y="10477"/>
                    <a:pt x="2314" y="10543"/>
                  </a:cubicBezTo>
                  <a:cubicBezTo>
                    <a:pt x="2312" y="10546"/>
                    <a:pt x="2308" y="10547"/>
                    <a:pt x="2305" y="10547"/>
                  </a:cubicBezTo>
                  <a:cubicBezTo>
                    <a:pt x="2301" y="10547"/>
                    <a:pt x="2297" y="10546"/>
                    <a:pt x="2295" y="10543"/>
                  </a:cubicBezTo>
                  <a:lnTo>
                    <a:pt x="1753" y="10006"/>
                  </a:lnTo>
                  <a:cubicBezTo>
                    <a:pt x="1748" y="9996"/>
                    <a:pt x="1748" y="9987"/>
                    <a:pt x="1753" y="9982"/>
                  </a:cubicBezTo>
                  <a:cubicBezTo>
                    <a:pt x="1911" y="9679"/>
                    <a:pt x="1858" y="9310"/>
                    <a:pt x="1618" y="9065"/>
                  </a:cubicBezTo>
                  <a:cubicBezTo>
                    <a:pt x="1470" y="8917"/>
                    <a:pt x="1270" y="8838"/>
                    <a:pt x="1068" y="8838"/>
                  </a:cubicBezTo>
                  <a:cubicBezTo>
                    <a:pt x="943" y="8838"/>
                    <a:pt x="817" y="8868"/>
                    <a:pt x="701" y="8930"/>
                  </a:cubicBezTo>
                  <a:cubicBezTo>
                    <a:pt x="699" y="8933"/>
                    <a:pt x="694" y="8936"/>
                    <a:pt x="690" y="8936"/>
                  </a:cubicBezTo>
                  <a:cubicBezTo>
                    <a:pt x="687" y="8936"/>
                    <a:pt x="684" y="8935"/>
                    <a:pt x="682" y="8930"/>
                  </a:cubicBezTo>
                  <a:lnTo>
                    <a:pt x="456" y="8705"/>
                  </a:lnTo>
                  <a:cubicBezTo>
                    <a:pt x="447" y="8700"/>
                    <a:pt x="447" y="8690"/>
                    <a:pt x="456" y="8686"/>
                  </a:cubicBezTo>
                  <a:lnTo>
                    <a:pt x="7220" y="1922"/>
                  </a:lnTo>
                  <a:lnTo>
                    <a:pt x="7638" y="2340"/>
                  </a:lnTo>
                  <a:cubicBezTo>
                    <a:pt x="7683" y="2390"/>
                    <a:pt x="7736" y="2411"/>
                    <a:pt x="7785" y="2411"/>
                  </a:cubicBezTo>
                  <a:cubicBezTo>
                    <a:pt x="7945" y="2411"/>
                    <a:pt x="8083" y="2198"/>
                    <a:pt x="7926" y="2052"/>
                  </a:cubicBezTo>
                  <a:lnTo>
                    <a:pt x="7508" y="1634"/>
                  </a:lnTo>
                  <a:lnTo>
                    <a:pt x="8727" y="410"/>
                  </a:lnTo>
                  <a:cubicBezTo>
                    <a:pt x="8730" y="408"/>
                    <a:pt x="8733" y="406"/>
                    <a:pt x="8738" y="406"/>
                  </a:cubicBezTo>
                  <a:close/>
                  <a:moveTo>
                    <a:pt x="8737" y="1"/>
                  </a:moveTo>
                  <a:cubicBezTo>
                    <a:pt x="8629" y="1"/>
                    <a:pt x="8521" y="43"/>
                    <a:pt x="8439" y="127"/>
                  </a:cubicBezTo>
                  <a:lnTo>
                    <a:pt x="168" y="8398"/>
                  </a:lnTo>
                  <a:cubicBezTo>
                    <a:pt x="0" y="8561"/>
                    <a:pt x="0" y="8830"/>
                    <a:pt x="168" y="8998"/>
                  </a:cubicBezTo>
                  <a:lnTo>
                    <a:pt x="394" y="9219"/>
                  </a:lnTo>
                  <a:cubicBezTo>
                    <a:pt x="473" y="9301"/>
                    <a:pt x="581" y="9343"/>
                    <a:pt x="690" y="9343"/>
                  </a:cubicBezTo>
                  <a:cubicBezTo>
                    <a:pt x="760" y="9343"/>
                    <a:pt x="830" y="9326"/>
                    <a:pt x="893" y="9291"/>
                  </a:cubicBezTo>
                  <a:cubicBezTo>
                    <a:pt x="952" y="9259"/>
                    <a:pt x="1012" y="9245"/>
                    <a:pt x="1070" y="9245"/>
                  </a:cubicBezTo>
                  <a:cubicBezTo>
                    <a:pt x="1327" y="9245"/>
                    <a:pt x="1538" y="9527"/>
                    <a:pt x="1393" y="9790"/>
                  </a:cubicBezTo>
                  <a:cubicBezTo>
                    <a:pt x="1301" y="9953"/>
                    <a:pt x="1330" y="10159"/>
                    <a:pt x="1465" y="10294"/>
                  </a:cubicBezTo>
                  <a:lnTo>
                    <a:pt x="2007" y="10831"/>
                  </a:lnTo>
                  <a:cubicBezTo>
                    <a:pt x="2086" y="10913"/>
                    <a:pt x="2194" y="10956"/>
                    <a:pt x="2303" y="10956"/>
                  </a:cubicBezTo>
                  <a:cubicBezTo>
                    <a:pt x="2373" y="10956"/>
                    <a:pt x="2443" y="10939"/>
                    <a:pt x="2506" y="10903"/>
                  </a:cubicBezTo>
                  <a:cubicBezTo>
                    <a:pt x="2565" y="10872"/>
                    <a:pt x="2625" y="10858"/>
                    <a:pt x="2682" y="10858"/>
                  </a:cubicBezTo>
                  <a:cubicBezTo>
                    <a:pt x="2940" y="10858"/>
                    <a:pt x="3151" y="11140"/>
                    <a:pt x="3005" y="11403"/>
                  </a:cubicBezTo>
                  <a:cubicBezTo>
                    <a:pt x="2914" y="11566"/>
                    <a:pt x="2943" y="11772"/>
                    <a:pt x="3077" y="11907"/>
                  </a:cubicBezTo>
                  <a:lnTo>
                    <a:pt x="3620" y="12444"/>
                  </a:lnTo>
                  <a:cubicBezTo>
                    <a:pt x="3699" y="12526"/>
                    <a:pt x="3807" y="12569"/>
                    <a:pt x="3916" y="12569"/>
                  </a:cubicBezTo>
                  <a:cubicBezTo>
                    <a:pt x="3986" y="12569"/>
                    <a:pt x="4056" y="12552"/>
                    <a:pt x="4119" y="12516"/>
                  </a:cubicBezTo>
                  <a:cubicBezTo>
                    <a:pt x="4178" y="12485"/>
                    <a:pt x="4238" y="12471"/>
                    <a:pt x="4295" y="12471"/>
                  </a:cubicBezTo>
                  <a:cubicBezTo>
                    <a:pt x="4553" y="12471"/>
                    <a:pt x="4763" y="12753"/>
                    <a:pt x="4618" y="13015"/>
                  </a:cubicBezTo>
                  <a:cubicBezTo>
                    <a:pt x="4527" y="13179"/>
                    <a:pt x="4556" y="13385"/>
                    <a:pt x="4690" y="13520"/>
                  </a:cubicBezTo>
                  <a:lnTo>
                    <a:pt x="4916" y="13745"/>
                  </a:lnTo>
                  <a:cubicBezTo>
                    <a:pt x="4998" y="13827"/>
                    <a:pt x="5106" y="13868"/>
                    <a:pt x="5214" y="13868"/>
                  </a:cubicBezTo>
                  <a:cubicBezTo>
                    <a:pt x="5322" y="13868"/>
                    <a:pt x="5430" y="13827"/>
                    <a:pt x="5511" y="13745"/>
                  </a:cubicBezTo>
                  <a:lnTo>
                    <a:pt x="13787" y="5470"/>
                  </a:lnTo>
                  <a:cubicBezTo>
                    <a:pt x="13950" y="5306"/>
                    <a:pt x="13950" y="5038"/>
                    <a:pt x="13787" y="4874"/>
                  </a:cubicBezTo>
                  <a:lnTo>
                    <a:pt x="13787" y="4879"/>
                  </a:lnTo>
                  <a:lnTo>
                    <a:pt x="13561" y="4653"/>
                  </a:lnTo>
                  <a:cubicBezTo>
                    <a:pt x="13479" y="4571"/>
                    <a:pt x="13370" y="4529"/>
                    <a:pt x="13261" y="4529"/>
                  </a:cubicBezTo>
                  <a:cubicBezTo>
                    <a:pt x="13191" y="4529"/>
                    <a:pt x="13121" y="4546"/>
                    <a:pt x="13057" y="4581"/>
                  </a:cubicBezTo>
                  <a:cubicBezTo>
                    <a:pt x="12998" y="4614"/>
                    <a:pt x="12937" y="4629"/>
                    <a:pt x="12879" y="4629"/>
                  </a:cubicBezTo>
                  <a:cubicBezTo>
                    <a:pt x="12622" y="4629"/>
                    <a:pt x="12413" y="4344"/>
                    <a:pt x="12558" y="4082"/>
                  </a:cubicBezTo>
                  <a:cubicBezTo>
                    <a:pt x="12649" y="3919"/>
                    <a:pt x="12620" y="3713"/>
                    <a:pt x="12491" y="3578"/>
                  </a:cubicBezTo>
                  <a:lnTo>
                    <a:pt x="11948" y="3041"/>
                  </a:lnTo>
                  <a:cubicBezTo>
                    <a:pt x="11866" y="2959"/>
                    <a:pt x="11757" y="2916"/>
                    <a:pt x="11648" y="2916"/>
                  </a:cubicBezTo>
                  <a:cubicBezTo>
                    <a:pt x="11578" y="2916"/>
                    <a:pt x="11508" y="2933"/>
                    <a:pt x="11444" y="2969"/>
                  </a:cubicBezTo>
                  <a:cubicBezTo>
                    <a:pt x="11385" y="3001"/>
                    <a:pt x="11324" y="3016"/>
                    <a:pt x="11266" y="3016"/>
                  </a:cubicBezTo>
                  <a:cubicBezTo>
                    <a:pt x="11010" y="3016"/>
                    <a:pt x="10800" y="2732"/>
                    <a:pt x="10945" y="2469"/>
                  </a:cubicBezTo>
                  <a:cubicBezTo>
                    <a:pt x="11036" y="2306"/>
                    <a:pt x="11007" y="2100"/>
                    <a:pt x="10873" y="1965"/>
                  </a:cubicBezTo>
                  <a:lnTo>
                    <a:pt x="10335" y="1423"/>
                  </a:lnTo>
                  <a:cubicBezTo>
                    <a:pt x="10254" y="1342"/>
                    <a:pt x="10147" y="1299"/>
                    <a:pt x="10039" y="1299"/>
                  </a:cubicBezTo>
                  <a:cubicBezTo>
                    <a:pt x="9968" y="1299"/>
                    <a:pt x="9896" y="1318"/>
                    <a:pt x="9831" y="1356"/>
                  </a:cubicBezTo>
                  <a:cubicBezTo>
                    <a:pt x="9772" y="1387"/>
                    <a:pt x="9711" y="1401"/>
                    <a:pt x="9653" y="1401"/>
                  </a:cubicBezTo>
                  <a:cubicBezTo>
                    <a:pt x="9394" y="1401"/>
                    <a:pt x="9186" y="1119"/>
                    <a:pt x="9327" y="857"/>
                  </a:cubicBezTo>
                  <a:cubicBezTo>
                    <a:pt x="9423" y="689"/>
                    <a:pt x="9395" y="482"/>
                    <a:pt x="9260" y="352"/>
                  </a:cubicBezTo>
                  <a:lnTo>
                    <a:pt x="9035" y="127"/>
                  </a:lnTo>
                  <a:cubicBezTo>
                    <a:pt x="8953" y="43"/>
                    <a:pt x="8845" y="1"/>
                    <a:pt x="8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5" name="Google Shape;20345;p89"/>
            <p:cNvSpPr/>
            <p:nvPr/>
          </p:nvSpPr>
          <p:spPr>
            <a:xfrm>
              <a:off x="5732067" y="2974203"/>
              <a:ext cx="182003" cy="178675"/>
            </a:xfrm>
            <a:custGeom>
              <a:rect b="b" l="l" r="r" t="t"/>
              <a:pathLst>
                <a:path extrusionOk="0" h="6819" w="6946">
                  <a:moveTo>
                    <a:pt x="5177" y="0"/>
                  </a:moveTo>
                  <a:cubicBezTo>
                    <a:pt x="5109" y="0"/>
                    <a:pt x="5041" y="25"/>
                    <a:pt x="4988" y="76"/>
                  </a:cubicBezTo>
                  <a:lnTo>
                    <a:pt x="101" y="4962"/>
                  </a:lnTo>
                  <a:cubicBezTo>
                    <a:pt x="1" y="5068"/>
                    <a:pt x="1" y="5236"/>
                    <a:pt x="101" y="5337"/>
                  </a:cubicBezTo>
                  <a:lnTo>
                    <a:pt x="1527" y="6763"/>
                  </a:lnTo>
                  <a:cubicBezTo>
                    <a:pt x="1570" y="6802"/>
                    <a:pt x="1618" y="6818"/>
                    <a:pt x="1663" y="6818"/>
                  </a:cubicBezTo>
                  <a:cubicBezTo>
                    <a:pt x="1818" y="6818"/>
                    <a:pt x="1949" y="6623"/>
                    <a:pt x="1815" y="6475"/>
                  </a:cubicBezTo>
                  <a:lnTo>
                    <a:pt x="490" y="5150"/>
                  </a:lnTo>
                  <a:lnTo>
                    <a:pt x="5175" y="465"/>
                  </a:lnTo>
                  <a:lnTo>
                    <a:pt x="6500" y="1790"/>
                  </a:lnTo>
                  <a:cubicBezTo>
                    <a:pt x="6546" y="1838"/>
                    <a:pt x="6597" y="1859"/>
                    <a:pt x="6647" y="1859"/>
                  </a:cubicBezTo>
                  <a:cubicBezTo>
                    <a:pt x="6807" y="1859"/>
                    <a:pt x="6946" y="1648"/>
                    <a:pt x="6788" y="1501"/>
                  </a:cubicBezTo>
                  <a:lnTo>
                    <a:pt x="5362" y="76"/>
                  </a:lnTo>
                  <a:cubicBezTo>
                    <a:pt x="5312" y="25"/>
                    <a:pt x="5245" y="0"/>
                    <a:pt x="5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6" name="Google Shape;20346;p89"/>
            <p:cNvSpPr/>
            <p:nvPr/>
          </p:nvSpPr>
          <p:spPr>
            <a:xfrm>
              <a:off x="5785939" y="3029202"/>
              <a:ext cx="181479" cy="179042"/>
            </a:xfrm>
            <a:custGeom>
              <a:rect b="b" l="l" r="r" t="t"/>
              <a:pathLst>
                <a:path extrusionOk="0" h="6833" w="6926">
                  <a:moveTo>
                    <a:pt x="5252" y="0"/>
                  </a:moveTo>
                  <a:cubicBezTo>
                    <a:pt x="5093" y="0"/>
                    <a:pt x="4954" y="211"/>
                    <a:pt x="5111" y="358"/>
                  </a:cubicBezTo>
                  <a:lnTo>
                    <a:pt x="6436" y="1683"/>
                  </a:lnTo>
                  <a:lnTo>
                    <a:pt x="1751" y="6368"/>
                  </a:lnTo>
                  <a:lnTo>
                    <a:pt x="426" y="5043"/>
                  </a:lnTo>
                  <a:cubicBezTo>
                    <a:pt x="383" y="5004"/>
                    <a:pt x="336" y="4987"/>
                    <a:pt x="290" y="4987"/>
                  </a:cubicBezTo>
                  <a:cubicBezTo>
                    <a:pt x="134" y="4987"/>
                    <a:pt x="1" y="5182"/>
                    <a:pt x="138" y="5331"/>
                  </a:cubicBezTo>
                  <a:lnTo>
                    <a:pt x="1564" y="6756"/>
                  </a:lnTo>
                  <a:cubicBezTo>
                    <a:pt x="1614" y="6807"/>
                    <a:pt x="1682" y="6832"/>
                    <a:pt x="1749" y="6832"/>
                  </a:cubicBezTo>
                  <a:cubicBezTo>
                    <a:pt x="1817" y="6832"/>
                    <a:pt x="1886" y="6807"/>
                    <a:pt x="1938" y="6756"/>
                  </a:cubicBezTo>
                  <a:lnTo>
                    <a:pt x="6825" y="1870"/>
                  </a:lnTo>
                  <a:cubicBezTo>
                    <a:pt x="6926" y="1764"/>
                    <a:pt x="6926" y="1596"/>
                    <a:pt x="6825" y="1495"/>
                  </a:cubicBezTo>
                  <a:lnTo>
                    <a:pt x="5399" y="70"/>
                  </a:lnTo>
                  <a:cubicBezTo>
                    <a:pt x="5354" y="21"/>
                    <a:pt x="5302" y="0"/>
                    <a:pt x="52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7" name="Google Shape;20347;p89"/>
            <p:cNvSpPr/>
            <p:nvPr/>
          </p:nvSpPr>
          <p:spPr>
            <a:xfrm>
              <a:off x="5953845" y="3020267"/>
              <a:ext cx="27015" cy="22403"/>
            </a:xfrm>
            <a:custGeom>
              <a:rect b="b" l="l" r="r" t="t"/>
              <a:pathLst>
                <a:path extrusionOk="0" h="855" w="1031">
                  <a:moveTo>
                    <a:pt x="299" y="1"/>
                  </a:moveTo>
                  <a:cubicBezTo>
                    <a:pt x="139" y="1"/>
                    <a:pt x="0" y="211"/>
                    <a:pt x="158" y="358"/>
                  </a:cubicBezTo>
                  <a:lnTo>
                    <a:pt x="585" y="785"/>
                  </a:lnTo>
                  <a:cubicBezTo>
                    <a:pt x="631" y="834"/>
                    <a:pt x="682" y="854"/>
                    <a:pt x="732" y="854"/>
                  </a:cubicBezTo>
                  <a:cubicBezTo>
                    <a:pt x="892" y="854"/>
                    <a:pt x="1031" y="644"/>
                    <a:pt x="873" y="497"/>
                  </a:cubicBezTo>
                  <a:lnTo>
                    <a:pt x="446" y="70"/>
                  </a:lnTo>
                  <a:cubicBezTo>
                    <a:pt x="400" y="21"/>
                    <a:pt x="349" y="1"/>
                    <a:pt x="2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8" name="Google Shape;20348;p89"/>
            <p:cNvSpPr/>
            <p:nvPr/>
          </p:nvSpPr>
          <p:spPr>
            <a:xfrm>
              <a:off x="5925703" y="2991916"/>
              <a:ext cx="25574" cy="21460"/>
            </a:xfrm>
            <a:custGeom>
              <a:rect b="b" l="l" r="r" t="t"/>
              <a:pathLst>
                <a:path extrusionOk="0" h="819" w="976">
                  <a:moveTo>
                    <a:pt x="288" y="0"/>
                  </a:moveTo>
                  <a:cubicBezTo>
                    <a:pt x="132" y="0"/>
                    <a:pt x="0" y="197"/>
                    <a:pt x="137" y="345"/>
                  </a:cubicBezTo>
                  <a:lnTo>
                    <a:pt x="555" y="763"/>
                  </a:lnTo>
                  <a:cubicBezTo>
                    <a:pt x="597" y="802"/>
                    <a:pt x="644" y="819"/>
                    <a:pt x="689" y="819"/>
                  </a:cubicBezTo>
                  <a:cubicBezTo>
                    <a:pt x="843" y="819"/>
                    <a:pt x="976" y="624"/>
                    <a:pt x="838" y="475"/>
                  </a:cubicBezTo>
                  <a:lnTo>
                    <a:pt x="425" y="57"/>
                  </a:lnTo>
                  <a:cubicBezTo>
                    <a:pt x="382" y="17"/>
                    <a:pt x="334"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9" name="Google Shape;20349;p89"/>
            <p:cNvSpPr/>
            <p:nvPr/>
          </p:nvSpPr>
          <p:spPr>
            <a:xfrm>
              <a:off x="5897143" y="2963224"/>
              <a:ext cx="25836" cy="21722"/>
            </a:xfrm>
            <a:custGeom>
              <a:rect b="b" l="l" r="r" t="t"/>
              <a:pathLst>
                <a:path extrusionOk="0" h="829" w="986">
                  <a:moveTo>
                    <a:pt x="288" y="1"/>
                  </a:moveTo>
                  <a:cubicBezTo>
                    <a:pt x="133" y="1"/>
                    <a:pt x="0" y="198"/>
                    <a:pt x="138" y="346"/>
                  </a:cubicBezTo>
                  <a:lnTo>
                    <a:pt x="565" y="773"/>
                  </a:lnTo>
                  <a:cubicBezTo>
                    <a:pt x="607" y="812"/>
                    <a:pt x="654" y="829"/>
                    <a:pt x="699" y="829"/>
                  </a:cubicBezTo>
                  <a:cubicBezTo>
                    <a:pt x="853" y="829"/>
                    <a:pt x="986" y="634"/>
                    <a:pt x="848" y="485"/>
                  </a:cubicBezTo>
                  <a:lnTo>
                    <a:pt x="426" y="58"/>
                  </a:lnTo>
                  <a:cubicBezTo>
                    <a:pt x="382" y="18"/>
                    <a:pt x="334" y="1"/>
                    <a:pt x="2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50" name="Google Shape;20350;p89"/>
          <p:cNvGrpSpPr/>
          <p:nvPr/>
        </p:nvGrpSpPr>
        <p:grpSpPr>
          <a:xfrm>
            <a:off x="4891622" y="1502697"/>
            <a:ext cx="255841" cy="363402"/>
            <a:chOff x="4891622" y="1502697"/>
            <a:chExt cx="255841" cy="363402"/>
          </a:xfrm>
        </p:grpSpPr>
        <p:sp>
          <p:nvSpPr>
            <p:cNvPr id="20351" name="Google Shape;20351;p89"/>
            <p:cNvSpPr/>
            <p:nvPr/>
          </p:nvSpPr>
          <p:spPr>
            <a:xfrm>
              <a:off x="4893010" y="1507964"/>
              <a:ext cx="252959" cy="144166"/>
            </a:xfrm>
            <a:custGeom>
              <a:rect b="b" l="l" r="r" t="t"/>
              <a:pathLst>
                <a:path extrusionOk="0" h="5502" w="9654">
                  <a:moveTo>
                    <a:pt x="4795" y="1"/>
                  </a:moveTo>
                  <a:lnTo>
                    <a:pt x="4795" y="6"/>
                  </a:lnTo>
                  <a:cubicBezTo>
                    <a:pt x="4546" y="25"/>
                    <a:pt x="4320" y="150"/>
                    <a:pt x="4167" y="346"/>
                  </a:cubicBezTo>
                  <a:cubicBezTo>
                    <a:pt x="4080" y="322"/>
                    <a:pt x="3989" y="313"/>
                    <a:pt x="3898" y="313"/>
                  </a:cubicBezTo>
                  <a:cubicBezTo>
                    <a:pt x="3895" y="313"/>
                    <a:pt x="3891" y="313"/>
                    <a:pt x="3888" y="313"/>
                  </a:cubicBezTo>
                  <a:cubicBezTo>
                    <a:pt x="3355" y="313"/>
                    <a:pt x="2914" y="714"/>
                    <a:pt x="2914" y="1215"/>
                  </a:cubicBezTo>
                  <a:lnTo>
                    <a:pt x="2914" y="1225"/>
                  </a:lnTo>
                  <a:cubicBezTo>
                    <a:pt x="2866" y="1215"/>
                    <a:pt x="2823" y="1215"/>
                    <a:pt x="2775" y="1215"/>
                  </a:cubicBezTo>
                  <a:cubicBezTo>
                    <a:pt x="2771" y="1215"/>
                    <a:pt x="2768" y="1215"/>
                    <a:pt x="2765" y="1215"/>
                  </a:cubicBezTo>
                  <a:cubicBezTo>
                    <a:pt x="2193" y="1215"/>
                    <a:pt x="1728" y="1645"/>
                    <a:pt x="1723" y="2180"/>
                  </a:cubicBezTo>
                  <a:cubicBezTo>
                    <a:pt x="1723" y="2315"/>
                    <a:pt x="1752" y="2449"/>
                    <a:pt x="1810" y="2569"/>
                  </a:cubicBezTo>
                  <a:cubicBezTo>
                    <a:pt x="1781" y="2569"/>
                    <a:pt x="1747" y="2564"/>
                    <a:pt x="1719" y="2564"/>
                  </a:cubicBezTo>
                  <a:cubicBezTo>
                    <a:pt x="1142" y="2564"/>
                    <a:pt x="667" y="2996"/>
                    <a:pt x="667" y="3534"/>
                  </a:cubicBezTo>
                  <a:cubicBezTo>
                    <a:pt x="667" y="3668"/>
                    <a:pt x="696" y="3798"/>
                    <a:pt x="754" y="3923"/>
                  </a:cubicBezTo>
                  <a:cubicBezTo>
                    <a:pt x="720" y="3923"/>
                    <a:pt x="691" y="3918"/>
                    <a:pt x="662" y="3918"/>
                  </a:cubicBezTo>
                  <a:lnTo>
                    <a:pt x="624" y="3918"/>
                  </a:lnTo>
                  <a:cubicBezTo>
                    <a:pt x="619" y="3918"/>
                    <a:pt x="614" y="3918"/>
                    <a:pt x="609" y="3918"/>
                  </a:cubicBezTo>
                  <a:cubicBezTo>
                    <a:pt x="104" y="3918"/>
                    <a:pt x="0" y="4634"/>
                    <a:pt x="490" y="4777"/>
                  </a:cubicBezTo>
                  <a:cubicBezTo>
                    <a:pt x="466" y="4839"/>
                    <a:pt x="451" y="4907"/>
                    <a:pt x="451" y="4974"/>
                  </a:cubicBezTo>
                  <a:cubicBezTo>
                    <a:pt x="451" y="5267"/>
                    <a:pt x="706" y="5502"/>
                    <a:pt x="1022" y="5502"/>
                  </a:cubicBezTo>
                  <a:lnTo>
                    <a:pt x="8631" y="5502"/>
                  </a:lnTo>
                  <a:cubicBezTo>
                    <a:pt x="8948" y="5502"/>
                    <a:pt x="9202" y="5262"/>
                    <a:pt x="9202" y="4974"/>
                  </a:cubicBezTo>
                  <a:cubicBezTo>
                    <a:pt x="9202" y="4907"/>
                    <a:pt x="9188" y="4839"/>
                    <a:pt x="9164" y="4777"/>
                  </a:cubicBezTo>
                  <a:cubicBezTo>
                    <a:pt x="9653" y="4634"/>
                    <a:pt x="9545" y="3918"/>
                    <a:pt x="9044" y="3918"/>
                  </a:cubicBezTo>
                  <a:cubicBezTo>
                    <a:pt x="9039" y="3918"/>
                    <a:pt x="9034" y="3918"/>
                    <a:pt x="9029" y="3918"/>
                  </a:cubicBezTo>
                  <a:lnTo>
                    <a:pt x="8991" y="3918"/>
                  </a:lnTo>
                  <a:cubicBezTo>
                    <a:pt x="8962" y="3918"/>
                    <a:pt x="8929" y="3918"/>
                    <a:pt x="8900" y="3923"/>
                  </a:cubicBezTo>
                  <a:cubicBezTo>
                    <a:pt x="8957" y="3798"/>
                    <a:pt x="8986" y="3668"/>
                    <a:pt x="8986" y="3534"/>
                  </a:cubicBezTo>
                  <a:cubicBezTo>
                    <a:pt x="8986" y="2996"/>
                    <a:pt x="8511" y="2564"/>
                    <a:pt x="7935" y="2564"/>
                  </a:cubicBezTo>
                  <a:cubicBezTo>
                    <a:pt x="7901" y="2564"/>
                    <a:pt x="7872" y="2564"/>
                    <a:pt x="7844" y="2569"/>
                  </a:cubicBezTo>
                  <a:cubicBezTo>
                    <a:pt x="7901" y="2449"/>
                    <a:pt x="7930" y="2315"/>
                    <a:pt x="7930" y="2180"/>
                  </a:cubicBezTo>
                  <a:cubicBezTo>
                    <a:pt x="7925" y="1645"/>
                    <a:pt x="7460" y="1215"/>
                    <a:pt x="6888" y="1215"/>
                  </a:cubicBezTo>
                  <a:cubicBezTo>
                    <a:pt x="6885" y="1215"/>
                    <a:pt x="6882" y="1215"/>
                    <a:pt x="6879" y="1215"/>
                  </a:cubicBezTo>
                  <a:cubicBezTo>
                    <a:pt x="6831" y="1215"/>
                    <a:pt x="6788" y="1215"/>
                    <a:pt x="6740" y="1225"/>
                  </a:cubicBezTo>
                  <a:lnTo>
                    <a:pt x="6740" y="1215"/>
                  </a:lnTo>
                  <a:cubicBezTo>
                    <a:pt x="6740" y="714"/>
                    <a:pt x="6303" y="313"/>
                    <a:pt x="5765" y="313"/>
                  </a:cubicBezTo>
                  <a:cubicBezTo>
                    <a:pt x="5762" y="313"/>
                    <a:pt x="5759" y="313"/>
                    <a:pt x="5756" y="313"/>
                  </a:cubicBezTo>
                  <a:cubicBezTo>
                    <a:pt x="5664" y="313"/>
                    <a:pt x="5573" y="322"/>
                    <a:pt x="5482" y="346"/>
                  </a:cubicBezTo>
                  <a:cubicBezTo>
                    <a:pt x="5333" y="150"/>
                    <a:pt x="5108" y="25"/>
                    <a:pt x="4858" y="6"/>
                  </a:cubicBezTo>
                  <a:lnTo>
                    <a:pt x="485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2" name="Google Shape;20352;p89"/>
            <p:cNvSpPr/>
            <p:nvPr/>
          </p:nvSpPr>
          <p:spPr>
            <a:xfrm>
              <a:off x="5003192" y="1507964"/>
              <a:ext cx="142777" cy="144166"/>
            </a:xfrm>
            <a:custGeom>
              <a:rect b="b" l="l" r="r" t="t"/>
              <a:pathLst>
                <a:path extrusionOk="0" h="5502" w="5449">
                  <a:moveTo>
                    <a:pt x="590" y="1"/>
                  </a:moveTo>
                  <a:lnTo>
                    <a:pt x="590" y="6"/>
                  </a:lnTo>
                  <a:cubicBezTo>
                    <a:pt x="360" y="25"/>
                    <a:pt x="149" y="135"/>
                    <a:pt x="0" y="308"/>
                  </a:cubicBezTo>
                  <a:cubicBezTo>
                    <a:pt x="3000" y="1455"/>
                    <a:pt x="3303" y="4479"/>
                    <a:pt x="3408" y="4777"/>
                  </a:cubicBezTo>
                  <a:cubicBezTo>
                    <a:pt x="3437" y="4835"/>
                    <a:pt x="3451" y="4902"/>
                    <a:pt x="3451" y="4974"/>
                  </a:cubicBezTo>
                  <a:cubicBezTo>
                    <a:pt x="3451" y="5267"/>
                    <a:pt x="3192" y="5502"/>
                    <a:pt x="2880" y="5502"/>
                  </a:cubicBezTo>
                  <a:lnTo>
                    <a:pt x="4431" y="5502"/>
                  </a:lnTo>
                  <a:cubicBezTo>
                    <a:pt x="4748" y="5502"/>
                    <a:pt x="5002" y="5262"/>
                    <a:pt x="5002" y="4974"/>
                  </a:cubicBezTo>
                  <a:cubicBezTo>
                    <a:pt x="5002" y="4902"/>
                    <a:pt x="4988" y="4835"/>
                    <a:pt x="4959" y="4777"/>
                  </a:cubicBezTo>
                  <a:cubicBezTo>
                    <a:pt x="5448" y="4630"/>
                    <a:pt x="5340" y="3918"/>
                    <a:pt x="4839" y="3918"/>
                  </a:cubicBezTo>
                  <a:cubicBezTo>
                    <a:pt x="4834" y="3918"/>
                    <a:pt x="4829" y="3918"/>
                    <a:pt x="4824" y="3918"/>
                  </a:cubicBezTo>
                  <a:lnTo>
                    <a:pt x="4786" y="3918"/>
                  </a:lnTo>
                  <a:cubicBezTo>
                    <a:pt x="4757" y="3918"/>
                    <a:pt x="4724" y="3918"/>
                    <a:pt x="4695" y="3923"/>
                  </a:cubicBezTo>
                  <a:cubicBezTo>
                    <a:pt x="4752" y="3798"/>
                    <a:pt x="4781" y="3668"/>
                    <a:pt x="4781" y="3534"/>
                  </a:cubicBezTo>
                  <a:cubicBezTo>
                    <a:pt x="4781" y="2996"/>
                    <a:pt x="4306" y="2564"/>
                    <a:pt x="3730" y="2564"/>
                  </a:cubicBezTo>
                  <a:cubicBezTo>
                    <a:pt x="3696" y="2564"/>
                    <a:pt x="3667" y="2564"/>
                    <a:pt x="3639" y="2569"/>
                  </a:cubicBezTo>
                  <a:cubicBezTo>
                    <a:pt x="3696" y="2449"/>
                    <a:pt x="3725" y="2315"/>
                    <a:pt x="3725" y="2180"/>
                  </a:cubicBezTo>
                  <a:cubicBezTo>
                    <a:pt x="3720" y="1645"/>
                    <a:pt x="3255" y="1215"/>
                    <a:pt x="2683" y="1215"/>
                  </a:cubicBezTo>
                  <a:cubicBezTo>
                    <a:pt x="2680" y="1215"/>
                    <a:pt x="2677" y="1215"/>
                    <a:pt x="2674" y="1215"/>
                  </a:cubicBezTo>
                  <a:cubicBezTo>
                    <a:pt x="2626" y="1215"/>
                    <a:pt x="2583" y="1215"/>
                    <a:pt x="2535" y="1225"/>
                  </a:cubicBezTo>
                  <a:lnTo>
                    <a:pt x="2535" y="1215"/>
                  </a:lnTo>
                  <a:cubicBezTo>
                    <a:pt x="2535" y="714"/>
                    <a:pt x="2098" y="313"/>
                    <a:pt x="1560" y="313"/>
                  </a:cubicBezTo>
                  <a:cubicBezTo>
                    <a:pt x="1557" y="313"/>
                    <a:pt x="1554" y="313"/>
                    <a:pt x="1551" y="313"/>
                  </a:cubicBezTo>
                  <a:cubicBezTo>
                    <a:pt x="1459" y="313"/>
                    <a:pt x="1368" y="322"/>
                    <a:pt x="1277" y="346"/>
                  </a:cubicBezTo>
                  <a:cubicBezTo>
                    <a:pt x="1128" y="150"/>
                    <a:pt x="903" y="25"/>
                    <a:pt x="653" y="6"/>
                  </a:cubicBezTo>
                  <a:lnTo>
                    <a:pt x="653"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3" name="Google Shape;20353;p89"/>
            <p:cNvSpPr/>
            <p:nvPr/>
          </p:nvSpPr>
          <p:spPr>
            <a:xfrm>
              <a:off x="4903570" y="1627342"/>
              <a:ext cx="232076" cy="233464"/>
            </a:xfrm>
            <a:custGeom>
              <a:rect b="b" l="l" r="r" t="t"/>
              <a:pathLst>
                <a:path extrusionOk="0" h="8910" w="8857">
                  <a:moveTo>
                    <a:pt x="6182" y="0"/>
                  </a:moveTo>
                  <a:cubicBezTo>
                    <a:pt x="6179" y="0"/>
                    <a:pt x="6176" y="0"/>
                    <a:pt x="6173" y="0"/>
                  </a:cubicBezTo>
                  <a:lnTo>
                    <a:pt x="6159" y="0"/>
                  </a:lnTo>
                  <a:cubicBezTo>
                    <a:pt x="5694" y="0"/>
                    <a:pt x="5316" y="363"/>
                    <a:pt x="5300" y="828"/>
                  </a:cubicBezTo>
                  <a:lnTo>
                    <a:pt x="5300" y="828"/>
                  </a:lnTo>
                  <a:cubicBezTo>
                    <a:pt x="5283" y="372"/>
                    <a:pt x="4903" y="0"/>
                    <a:pt x="4440" y="0"/>
                  </a:cubicBezTo>
                  <a:lnTo>
                    <a:pt x="4421" y="0"/>
                  </a:lnTo>
                  <a:cubicBezTo>
                    <a:pt x="3954" y="0"/>
                    <a:pt x="3574" y="372"/>
                    <a:pt x="3557" y="828"/>
                  </a:cubicBezTo>
                  <a:lnTo>
                    <a:pt x="3557" y="828"/>
                  </a:lnTo>
                  <a:cubicBezTo>
                    <a:pt x="3541" y="363"/>
                    <a:pt x="3158" y="0"/>
                    <a:pt x="2698" y="0"/>
                  </a:cubicBezTo>
                  <a:lnTo>
                    <a:pt x="2684" y="0"/>
                  </a:lnTo>
                  <a:cubicBezTo>
                    <a:pt x="2172" y="0"/>
                    <a:pt x="1778" y="434"/>
                    <a:pt x="1822" y="939"/>
                  </a:cubicBezTo>
                  <a:lnTo>
                    <a:pt x="1822" y="939"/>
                  </a:lnTo>
                  <a:lnTo>
                    <a:pt x="1805" y="768"/>
                  </a:lnTo>
                  <a:cubicBezTo>
                    <a:pt x="1752" y="331"/>
                    <a:pt x="1388" y="0"/>
                    <a:pt x="946" y="0"/>
                  </a:cubicBezTo>
                  <a:cubicBezTo>
                    <a:pt x="408" y="0"/>
                    <a:pt x="0" y="495"/>
                    <a:pt x="96" y="1023"/>
                  </a:cubicBezTo>
                  <a:lnTo>
                    <a:pt x="1469" y="8439"/>
                  </a:lnTo>
                  <a:cubicBezTo>
                    <a:pt x="1517" y="8708"/>
                    <a:pt x="1757" y="8909"/>
                    <a:pt x="2031" y="8909"/>
                  </a:cubicBezTo>
                  <a:lnTo>
                    <a:pt x="6817" y="8909"/>
                  </a:lnTo>
                  <a:cubicBezTo>
                    <a:pt x="7095" y="8909"/>
                    <a:pt x="7330" y="8708"/>
                    <a:pt x="7383" y="8439"/>
                  </a:cubicBezTo>
                  <a:lnTo>
                    <a:pt x="8756" y="1018"/>
                  </a:lnTo>
                  <a:cubicBezTo>
                    <a:pt x="8857" y="490"/>
                    <a:pt x="8449" y="0"/>
                    <a:pt x="7911" y="0"/>
                  </a:cubicBezTo>
                  <a:cubicBezTo>
                    <a:pt x="7469" y="0"/>
                    <a:pt x="7100" y="331"/>
                    <a:pt x="7052" y="768"/>
                  </a:cubicBezTo>
                  <a:lnTo>
                    <a:pt x="7035" y="939"/>
                  </a:lnTo>
                  <a:lnTo>
                    <a:pt x="7035" y="939"/>
                  </a:lnTo>
                  <a:cubicBezTo>
                    <a:pt x="7079" y="437"/>
                    <a:pt x="6684" y="0"/>
                    <a:pt x="618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4" name="Google Shape;20354;p89"/>
            <p:cNvSpPr/>
            <p:nvPr/>
          </p:nvSpPr>
          <p:spPr>
            <a:xfrm>
              <a:off x="4939415" y="1627316"/>
              <a:ext cx="196100" cy="233490"/>
            </a:xfrm>
            <a:custGeom>
              <a:rect b="b" l="l" r="r" t="t"/>
              <a:pathLst>
                <a:path extrusionOk="0" h="8911" w="7484">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5" name="Google Shape;20355;p89"/>
            <p:cNvSpPr/>
            <p:nvPr/>
          </p:nvSpPr>
          <p:spPr>
            <a:xfrm>
              <a:off x="5034635" y="1627342"/>
              <a:ext cx="54737" cy="233464"/>
            </a:xfrm>
            <a:custGeom>
              <a:rect b="b" l="l" r="r" t="t"/>
              <a:pathLst>
                <a:path extrusionOk="0" h="8910" w="2089">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6" name="Google Shape;20356;p89"/>
            <p:cNvSpPr/>
            <p:nvPr/>
          </p:nvSpPr>
          <p:spPr>
            <a:xfrm>
              <a:off x="4939415" y="1627316"/>
              <a:ext cx="196100" cy="233490"/>
            </a:xfrm>
            <a:custGeom>
              <a:rect b="b" l="l" r="r" t="t"/>
              <a:pathLst>
                <a:path extrusionOk="0" h="8911" w="7484">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7" name="Google Shape;20357;p89"/>
            <p:cNvSpPr/>
            <p:nvPr/>
          </p:nvSpPr>
          <p:spPr>
            <a:xfrm>
              <a:off x="5034635" y="1627342"/>
              <a:ext cx="54737" cy="233464"/>
            </a:xfrm>
            <a:custGeom>
              <a:rect b="b" l="l" r="r" t="t"/>
              <a:pathLst>
                <a:path extrusionOk="0" h="8910" w="2089">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8" name="Google Shape;20358;p89"/>
            <p:cNvSpPr/>
            <p:nvPr/>
          </p:nvSpPr>
          <p:spPr>
            <a:xfrm>
              <a:off x="5034504" y="1751725"/>
              <a:ext cx="42291" cy="109081"/>
            </a:xfrm>
            <a:custGeom>
              <a:rect b="b" l="l" r="r" t="t"/>
              <a:pathLst>
                <a:path extrusionOk="0" h="4163" w="1614">
                  <a:moveTo>
                    <a:pt x="1613" y="1"/>
                  </a:moveTo>
                  <a:lnTo>
                    <a:pt x="1138" y="2559"/>
                  </a:lnTo>
                  <a:cubicBezTo>
                    <a:pt x="1037" y="3092"/>
                    <a:pt x="572" y="3481"/>
                    <a:pt x="34" y="3481"/>
                  </a:cubicBezTo>
                  <a:lnTo>
                    <a:pt x="29" y="3481"/>
                  </a:lnTo>
                  <a:lnTo>
                    <a:pt x="0" y="4162"/>
                  </a:lnTo>
                  <a:lnTo>
                    <a:pt x="1148" y="4162"/>
                  </a:lnTo>
                  <a:lnTo>
                    <a:pt x="161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9" name="Google Shape;20359;p89"/>
            <p:cNvSpPr/>
            <p:nvPr/>
          </p:nvSpPr>
          <p:spPr>
            <a:xfrm>
              <a:off x="4949739" y="1627342"/>
              <a:ext cx="54737" cy="233464"/>
            </a:xfrm>
            <a:custGeom>
              <a:rect b="b" l="l" r="r" t="t"/>
              <a:pathLst>
                <a:path extrusionOk="0" h="8910" w="2089">
                  <a:moveTo>
                    <a:pt x="909" y="0"/>
                  </a:moveTo>
                  <a:cubicBezTo>
                    <a:pt x="394" y="0"/>
                    <a:pt x="0" y="449"/>
                    <a:pt x="58" y="960"/>
                  </a:cubicBezTo>
                  <a:lnTo>
                    <a:pt x="941" y="8909"/>
                  </a:lnTo>
                  <a:lnTo>
                    <a:pt x="2088" y="8909"/>
                  </a:lnTo>
                  <a:lnTo>
                    <a:pt x="1790" y="831"/>
                  </a:lnTo>
                  <a:cubicBezTo>
                    <a:pt x="1776" y="365"/>
                    <a:pt x="1392" y="0"/>
                    <a:pt x="931" y="0"/>
                  </a:cubicBezTo>
                  <a:lnTo>
                    <a:pt x="917" y="0"/>
                  </a:lnTo>
                  <a:cubicBezTo>
                    <a:pt x="914" y="0"/>
                    <a:pt x="911" y="0"/>
                    <a:pt x="909"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0" name="Google Shape;20360;p89"/>
            <p:cNvSpPr/>
            <p:nvPr/>
          </p:nvSpPr>
          <p:spPr>
            <a:xfrm>
              <a:off x="4972352" y="1842910"/>
              <a:ext cx="32124" cy="17896"/>
            </a:xfrm>
            <a:custGeom>
              <a:rect b="b" l="l" r="r" t="t"/>
              <a:pathLst>
                <a:path extrusionOk="0" h="683" w="1226">
                  <a:moveTo>
                    <a:pt x="1" y="1"/>
                  </a:moveTo>
                  <a:lnTo>
                    <a:pt x="78" y="682"/>
                  </a:lnTo>
                  <a:lnTo>
                    <a:pt x="1225" y="682"/>
                  </a:lnTo>
                  <a:lnTo>
                    <a:pt x="1201"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1" name="Google Shape;20361;p89"/>
            <p:cNvSpPr/>
            <p:nvPr/>
          </p:nvSpPr>
          <p:spPr>
            <a:xfrm>
              <a:off x="4949215" y="1699268"/>
              <a:ext cx="140524" cy="96897"/>
            </a:xfrm>
            <a:custGeom>
              <a:rect b="b" l="l" r="r" t="t"/>
              <a:pathLst>
                <a:path extrusionOk="0" h="3698" w="5363">
                  <a:moveTo>
                    <a:pt x="2679" y="1"/>
                  </a:moveTo>
                  <a:cubicBezTo>
                    <a:pt x="1201" y="1"/>
                    <a:pt x="1" y="827"/>
                    <a:pt x="1" y="1849"/>
                  </a:cubicBezTo>
                  <a:cubicBezTo>
                    <a:pt x="1" y="2871"/>
                    <a:pt x="1201" y="3697"/>
                    <a:pt x="2679" y="3697"/>
                  </a:cubicBezTo>
                  <a:cubicBezTo>
                    <a:pt x="4163" y="3697"/>
                    <a:pt x="5363" y="2871"/>
                    <a:pt x="5363" y="1849"/>
                  </a:cubicBezTo>
                  <a:cubicBezTo>
                    <a:pt x="5363" y="827"/>
                    <a:pt x="4163" y="1"/>
                    <a:pt x="2679"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2" name="Google Shape;20362;p89"/>
            <p:cNvSpPr/>
            <p:nvPr/>
          </p:nvSpPr>
          <p:spPr>
            <a:xfrm>
              <a:off x="4947328" y="1572998"/>
              <a:ext cx="33356" cy="31600"/>
            </a:xfrm>
            <a:custGeom>
              <a:rect b="b" l="l" r="r" t="t"/>
              <a:pathLst>
                <a:path extrusionOk="0" h="1206" w="1273">
                  <a:moveTo>
                    <a:pt x="999" y="1"/>
                  </a:moveTo>
                  <a:cubicBezTo>
                    <a:pt x="447" y="5"/>
                    <a:pt x="1" y="452"/>
                    <a:pt x="1" y="1004"/>
                  </a:cubicBezTo>
                  <a:cubicBezTo>
                    <a:pt x="1" y="1138"/>
                    <a:pt x="103" y="1205"/>
                    <a:pt x="205" y="1205"/>
                  </a:cubicBezTo>
                  <a:cubicBezTo>
                    <a:pt x="307" y="1205"/>
                    <a:pt x="409" y="1138"/>
                    <a:pt x="409" y="1004"/>
                  </a:cubicBezTo>
                  <a:cubicBezTo>
                    <a:pt x="409" y="673"/>
                    <a:pt x="673" y="409"/>
                    <a:pt x="999" y="409"/>
                  </a:cubicBezTo>
                  <a:cubicBezTo>
                    <a:pt x="1273" y="409"/>
                    <a:pt x="1273" y="1"/>
                    <a:pt x="9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3" name="Google Shape;20363;p89"/>
            <p:cNvSpPr/>
            <p:nvPr/>
          </p:nvSpPr>
          <p:spPr>
            <a:xfrm>
              <a:off x="5057143" y="1593882"/>
              <a:ext cx="33356" cy="31574"/>
            </a:xfrm>
            <a:custGeom>
              <a:rect b="b" l="l" r="r" t="t"/>
              <a:pathLst>
                <a:path extrusionOk="0" h="1205" w="1273">
                  <a:moveTo>
                    <a:pt x="274" y="0"/>
                  </a:moveTo>
                  <a:cubicBezTo>
                    <a:pt x="0" y="0"/>
                    <a:pt x="0" y="408"/>
                    <a:pt x="274" y="408"/>
                  </a:cubicBezTo>
                  <a:cubicBezTo>
                    <a:pt x="600" y="408"/>
                    <a:pt x="864" y="672"/>
                    <a:pt x="864" y="999"/>
                  </a:cubicBezTo>
                  <a:cubicBezTo>
                    <a:pt x="864" y="1136"/>
                    <a:pt x="966" y="1204"/>
                    <a:pt x="1068" y="1204"/>
                  </a:cubicBezTo>
                  <a:cubicBezTo>
                    <a:pt x="1170" y="1204"/>
                    <a:pt x="1272" y="1136"/>
                    <a:pt x="1272" y="999"/>
                  </a:cubicBezTo>
                  <a:cubicBezTo>
                    <a:pt x="1268" y="447"/>
                    <a:pt x="821"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4" name="Google Shape;20364;p89"/>
            <p:cNvSpPr/>
            <p:nvPr/>
          </p:nvSpPr>
          <p:spPr>
            <a:xfrm>
              <a:off x="5006022" y="1532620"/>
              <a:ext cx="38727" cy="26753"/>
            </a:xfrm>
            <a:custGeom>
              <a:rect b="b" l="l" r="r" t="t"/>
              <a:pathLst>
                <a:path extrusionOk="0" h="1021" w="1478">
                  <a:moveTo>
                    <a:pt x="479" y="1"/>
                  </a:moveTo>
                  <a:cubicBezTo>
                    <a:pt x="407" y="1"/>
                    <a:pt x="335" y="8"/>
                    <a:pt x="262" y="25"/>
                  </a:cubicBezTo>
                  <a:cubicBezTo>
                    <a:pt x="1" y="69"/>
                    <a:pt x="62" y="431"/>
                    <a:pt x="287" y="431"/>
                  </a:cubicBezTo>
                  <a:cubicBezTo>
                    <a:pt x="306" y="431"/>
                    <a:pt x="327" y="429"/>
                    <a:pt x="348" y="423"/>
                  </a:cubicBezTo>
                  <a:cubicBezTo>
                    <a:pt x="392" y="413"/>
                    <a:pt x="436" y="408"/>
                    <a:pt x="479" y="408"/>
                  </a:cubicBezTo>
                  <a:cubicBezTo>
                    <a:pt x="752" y="408"/>
                    <a:pt x="996" y="596"/>
                    <a:pt x="1059" y="869"/>
                  </a:cubicBezTo>
                  <a:cubicBezTo>
                    <a:pt x="1087" y="974"/>
                    <a:pt x="1168" y="1020"/>
                    <a:pt x="1250" y="1020"/>
                  </a:cubicBezTo>
                  <a:cubicBezTo>
                    <a:pt x="1363" y="1020"/>
                    <a:pt x="1477" y="931"/>
                    <a:pt x="1452" y="783"/>
                  </a:cubicBezTo>
                  <a:cubicBezTo>
                    <a:pt x="1348" y="318"/>
                    <a:pt x="936" y="1"/>
                    <a:pt x="4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5" name="Google Shape;20365;p89"/>
            <p:cNvSpPr/>
            <p:nvPr/>
          </p:nvSpPr>
          <p:spPr>
            <a:xfrm>
              <a:off x="4943948" y="1694001"/>
              <a:ext cx="151084" cy="107430"/>
            </a:xfrm>
            <a:custGeom>
              <a:rect b="b" l="l" r="r" t="t"/>
              <a:pathLst>
                <a:path extrusionOk="0" h="4100" w="5766">
                  <a:moveTo>
                    <a:pt x="2885" y="404"/>
                  </a:moveTo>
                  <a:cubicBezTo>
                    <a:pt x="3557" y="404"/>
                    <a:pt x="4191" y="586"/>
                    <a:pt x="4661" y="908"/>
                  </a:cubicBezTo>
                  <a:cubicBezTo>
                    <a:pt x="5112" y="1220"/>
                    <a:pt x="5362" y="1623"/>
                    <a:pt x="5362" y="2050"/>
                  </a:cubicBezTo>
                  <a:cubicBezTo>
                    <a:pt x="5362" y="2477"/>
                    <a:pt x="5112" y="2880"/>
                    <a:pt x="4661" y="3188"/>
                  </a:cubicBezTo>
                  <a:cubicBezTo>
                    <a:pt x="4191" y="3514"/>
                    <a:pt x="3557" y="3697"/>
                    <a:pt x="2885" y="3697"/>
                  </a:cubicBezTo>
                  <a:cubicBezTo>
                    <a:pt x="2208" y="3697"/>
                    <a:pt x="1575" y="3514"/>
                    <a:pt x="1104" y="3188"/>
                  </a:cubicBezTo>
                  <a:cubicBezTo>
                    <a:pt x="653" y="2880"/>
                    <a:pt x="408" y="2477"/>
                    <a:pt x="408" y="2050"/>
                  </a:cubicBezTo>
                  <a:cubicBezTo>
                    <a:pt x="408" y="1623"/>
                    <a:pt x="653" y="1220"/>
                    <a:pt x="1104" y="908"/>
                  </a:cubicBezTo>
                  <a:cubicBezTo>
                    <a:pt x="1575" y="581"/>
                    <a:pt x="2208" y="404"/>
                    <a:pt x="2885" y="404"/>
                  </a:cubicBezTo>
                  <a:close/>
                  <a:moveTo>
                    <a:pt x="2880" y="0"/>
                  </a:moveTo>
                  <a:cubicBezTo>
                    <a:pt x="2127" y="0"/>
                    <a:pt x="1411" y="202"/>
                    <a:pt x="874" y="576"/>
                  </a:cubicBezTo>
                  <a:cubicBezTo>
                    <a:pt x="307" y="965"/>
                    <a:pt x="0" y="1488"/>
                    <a:pt x="0" y="2050"/>
                  </a:cubicBezTo>
                  <a:cubicBezTo>
                    <a:pt x="0" y="2612"/>
                    <a:pt x="307" y="3135"/>
                    <a:pt x="874" y="3524"/>
                  </a:cubicBezTo>
                  <a:cubicBezTo>
                    <a:pt x="1411" y="3898"/>
                    <a:pt x="2127" y="4100"/>
                    <a:pt x="2880" y="4100"/>
                  </a:cubicBezTo>
                  <a:cubicBezTo>
                    <a:pt x="3639" y="4100"/>
                    <a:pt x="4354" y="3898"/>
                    <a:pt x="4892" y="3524"/>
                  </a:cubicBezTo>
                  <a:cubicBezTo>
                    <a:pt x="5458" y="3135"/>
                    <a:pt x="5765" y="2612"/>
                    <a:pt x="5765" y="2050"/>
                  </a:cubicBezTo>
                  <a:cubicBezTo>
                    <a:pt x="5765" y="1488"/>
                    <a:pt x="5458" y="965"/>
                    <a:pt x="4892" y="576"/>
                  </a:cubicBezTo>
                  <a:cubicBezTo>
                    <a:pt x="4354" y="202"/>
                    <a:pt x="3639" y="0"/>
                    <a:pt x="28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89"/>
            <p:cNvSpPr/>
            <p:nvPr/>
          </p:nvSpPr>
          <p:spPr>
            <a:xfrm>
              <a:off x="4891622" y="1502697"/>
              <a:ext cx="255841" cy="363402"/>
            </a:xfrm>
            <a:custGeom>
              <a:rect b="b" l="l" r="r" t="t"/>
              <a:pathLst>
                <a:path extrusionOk="0" h="13869" w="9764">
                  <a:moveTo>
                    <a:pt x="4892" y="408"/>
                  </a:moveTo>
                  <a:cubicBezTo>
                    <a:pt x="5084" y="423"/>
                    <a:pt x="5257" y="519"/>
                    <a:pt x="5372" y="667"/>
                  </a:cubicBezTo>
                  <a:cubicBezTo>
                    <a:pt x="5412" y="723"/>
                    <a:pt x="5473" y="753"/>
                    <a:pt x="5535" y="753"/>
                  </a:cubicBezTo>
                  <a:cubicBezTo>
                    <a:pt x="5554" y="753"/>
                    <a:pt x="5574" y="750"/>
                    <a:pt x="5593" y="744"/>
                  </a:cubicBezTo>
                  <a:cubicBezTo>
                    <a:pt x="5660" y="725"/>
                    <a:pt x="5737" y="715"/>
                    <a:pt x="5809" y="715"/>
                  </a:cubicBezTo>
                  <a:cubicBezTo>
                    <a:pt x="6236" y="715"/>
                    <a:pt x="6591" y="1027"/>
                    <a:pt x="6591" y="1416"/>
                  </a:cubicBezTo>
                  <a:lnTo>
                    <a:pt x="6591" y="1421"/>
                  </a:lnTo>
                  <a:cubicBezTo>
                    <a:pt x="6587" y="1538"/>
                    <a:pt x="6682" y="1629"/>
                    <a:pt x="6793" y="1629"/>
                  </a:cubicBezTo>
                  <a:cubicBezTo>
                    <a:pt x="6801" y="1629"/>
                    <a:pt x="6809" y="1628"/>
                    <a:pt x="6817" y="1627"/>
                  </a:cubicBezTo>
                  <a:cubicBezTo>
                    <a:pt x="6855" y="1618"/>
                    <a:pt x="6893" y="1618"/>
                    <a:pt x="6927" y="1618"/>
                  </a:cubicBezTo>
                  <a:lnTo>
                    <a:pt x="6932" y="1618"/>
                  </a:lnTo>
                  <a:cubicBezTo>
                    <a:pt x="7397" y="1618"/>
                    <a:pt x="7772" y="1959"/>
                    <a:pt x="7777" y="2381"/>
                  </a:cubicBezTo>
                  <a:cubicBezTo>
                    <a:pt x="7781" y="2487"/>
                    <a:pt x="7757" y="2588"/>
                    <a:pt x="7709" y="2684"/>
                  </a:cubicBezTo>
                  <a:cubicBezTo>
                    <a:pt x="7650" y="2821"/>
                    <a:pt x="7748" y="2972"/>
                    <a:pt x="7892" y="2972"/>
                  </a:cubicBezTo>
                  <a:cubicBezTo>
                    <a:pt x="7898" y="2972"/>
                    <a:pt x="7905" y="2972"/>
                    <a:pt x="7911" y="2972"/>
                  </a:cubicBezTo>
                  <a:lnTo>
                    <a:pt x="7983" y="2972"/>
                  </a:lnTo>
                  <a:cubicBezTo>
                    <a:pt x="7986" y="2972"/>
                    <a:pt x="7990" y="2971"/>
                    <a:pt x="7993" y="2971"/>
                  </a:cubicBezTo>
                  <a:cubicBezTo>
                    <a:pt x="8459" y="2971"/>
                    <a:pt x="8833" y="3311"/>
                    <a:pt x="8833" y="3735"/>
                  </a:cubicBezTo>
                  <a:cubicBezTo>
                    <a:pt x="8838" y="3836"/>
                    <a:pt x="8814" y="3941"/>
                    <a:pt x="8770" y="4037"/>
                  </a:cubicBezTo>
                  <a:cubicBezTo>
                    <a:pt x="8708" y="4172"/>
                    <a:pt x="8804" y="4325"/>
                    <a:pt x="8953" y="4325"/>
                  </a:cubicBezTo>
                  <a:lnTo>
                    <a:pt x="8967" y="4325"/>
                  </a:lnTo>
                  <a:cubicBezTo>
                    <a:pt x="8996" y="4325"/>
                    <a:pt x="9020" y="4320"/>
                    <a:pt x="9044" y="4320"/>
                  </a:cubicBezTo>
                  <a:lnTo>
                    <a:pt x="9078" y="4320"/>
                  </a:lnTo>
                  <a:cubicBezTo>
                    <a:pt x="9279" y="4325"/>
                    <a:pt x="9318" y="4464"/>
                    <a:pt x="9327" y="4522"/>
                  </a:cubicBezTo>
                  <a:cubicBezTo>
                    <a:pt x="9346" y="4637"/>
                    <a:pt x="9274" y="4748"/>
                    <a:pt x="9159" y="4781"/>
                  </a:cubicBezTo>
                  <a:cubicBezTo>
                    <a:pt x="9130" y="4786"/>
                    <a:pt x="9102" y="4805"/>
                    <a:pt x="9078" y="4824"/>
                  </a:cubicBezTo>
                  <a:lnTo>
                    <a:pt x="9073" y="4820"/>
                  </a:lnTo>
                  <a:lnTo>
                    <a:pt x="9044" y="4800"/>
                  </a:lnTo>
                  <a:lnTo>
                    <a:pt x="9034" y="4786"/>
                  </a:lnTo>
                  <a:lnTo>
                    <a:pt x="9006" y="4767"/>
                  </a:lnTo>
                  <a:lnTo>
                    <a:pt x="8996" y="4762"/>
                  </a:lnTo>
                  <a:cubicBezTo>
                    <a:pt x="8948" y="4724"/>
                    <a:pt x="8895" y="4695"/>
                    <a:pt x="8842" y="4666"/>
                  </a:cubicBezTo>
                  <a:lnTo>
                    <a:pt x="8838" y="4661"/>
                  </a:lnTo>
                  <a:lnTo>
                    <a:pt x="8799" y="4647"/>
                  </a:lnTo>
                  <a:lnTo>
                    <a:pt x="8790" y="4642"/>
                  </a:lnTo>
                  <a:lnTo>
                    <a:pt x="8751" y="4623"/>
                  </a:lnTo>
                  <a:lnTo>
                    <a:pt x="8746" y="4623"/>
                  </a:lnTo>
                  <a:cubicBezTo>
                    <a:pt x="8708" y="4608"/>
                    <a:pt x="8665" y="4599"/>
                    <a:pt x="8626" y="4589"/>
                  </a:cubicBezTo>
                  <a:lnTo>
                    <a:pt x="8602" y="4584"/>
                  </a:lnTo>
                  <a:lnTo>
                    <a:pt x="8578" y="4575"/>
                  </a:lnTo>
                  <a:lnTo>
                    <a:pt x="8549" y="4570"/>
                  </a:lnTo>
                  <a:lnTo>
                    <a:pt x="8525" y="4565"/>
                  </a:lnTo>
                  <a:lnTo>
                    <a:pt x="8492" y="4560"/>
                  </a:lnTo>
                  <a:lnTo>
                    <a:pt x="8362" y="4560"/>
                  </a:lnTo>
                  <a:cubicBezTo>
                    <a:pt x="8319" y="4560"/>
                    <a:pt x="8276" y="4565"/>
                    <a:pt x="8233" y="4570"/>
                  </a:cubicBezTo>
                  <a:lnTo>
                    <a:pt x="8194" y="4575"/>
                  </a:lnTo>
                  <a:lnTo>
                    <a:pt x="8165" y="4580"/>
                  </a:lnTo>
                  <a:lnTo>
                    <a:pt x="8132" y="4589"/>
                  </a:lnTo>
                  <a:lnTo>
                    <a:pt x="8103" y="4594"/>
                  </a:lnTo>
                  <a:cubicBezTo>
                    <a:pt x="8021" y="4613"/>
                    <a:pt x="7949" y="4642"/>
                    <a:pt x="7873" y="4680"/>
                  </a:cubicBezTo>
                  <a:lnTo>
                    <a:pt x="7868" y="4685"/>
                  </a:lnTo>
                  <a:lnTo>
                    <a:pt x="7829" y="4704"/>
                  </a:lnTo>
                  <a:lnTo>
                    <a:pt x="7810" y="4714"/>
                  </a:lnTo>
                  <a:lnTo>
                    <a:pt x="7777" y="4738"/>
                  </a:lnTo>
                  <a:lnTo>
                    <a:pt x="7757" y="4748"/>
                  </a:lnTo>
                  <a:lnTo>
                    <a:pt x="7729" y="4767"/>
                  </a:lnTo>
                  <a:lnTo>
                    <a:pt x="7709" y="4786"/>
                  </a:lnTo>
                  <a:lnTo>
                    <a:pt x="7690" y="4800"/>
                  </a:lnTo>
                  <a:lnTo>
                    <a:pt x="7661" y="4824"/>
                  </a:lnTo>
                  <a:lnTo>
                    <a:pt x="7647" y="4834"/>
                  </a:lnTo>
                  <a:lnTo>
                    <a:pt x="7613" y="4868"/>
                  </a:lnTo>
                  <a:lnTo>
                    <a:pt x="7609" y="4872"/>
                  </a:lnTo>
                  <a:cubicBezTo>
                    <a:pt x="7585" y="4901"/>
                    <a:pt x="7556" y="4930"/>
                    <a:pt x="7532" y="4959"/>
                  </a:cubicBezTo>
                  <a:cubicBezTo>
                    <a:pt x="7517" y="4973"/>
                    <a:pt x="7508" y="4992"/>
                    <a:pt x="7493" y="5007"/>
                  </a:cubicBezTo>
                  <a:lnTo>
                    <a:pt x="7469" y="4973"/>
                  </a:lnTo>
                  <a:lnTo>
                    <a:pt x="7460" y="4959"/>
                  </a:lnTo>
                  <a:cubicBezTo>
                    <a:pt x="7450" y="4944"/>
                    <a:pt x="7436" y="4930"/>
                    <a:pt x="7426" y="4916"/>
                  </a:cubicBezTo>
                  <a:lnTo>
                    <a:pt x="7421" y="4911"/>
                  </a:lnTo>
                  <a:lnTo>
                    <a:pt x="7412" y="4906"/>
                  </a:lnTo>
                  <a:lnTo>
                    <a:pt x="7383" y="4872"/>
                  </a:lnTo>
                  <a:lnTo>
                    <a:pt x="7373" y="4863"/>
                  </a:lnTo>
                  <a:lnTo>
                    <a:pt x="7340" y="4834"/>
                  </a:lnTo>
                  <a:lnTo>
                    <a:pt x="7330" y="4824"/>
                  </a:lnTo>
                  <a:lnTo>
                    <a:pt x="7301" y="4800"/>
                  </a:lnTo>
                  <a:lnTo>
                    <a:pt x="7292" y="4791"/>
                  </a:lnTo>
                  <a:lnTo>
                    <a:pt x="7253" y="4767"/>
                  </a:lnTo>
                  <a:lnTo>
                    <a:pt x="7244" y="4757"/>
                  </a:lnTo>
                  <a:lnTo>
                    <a:pt x="7210" y="4733"/>
                  </a:lnTo>
                  <a:lnTo>
                    <a:pt x="7201" y="4728"/>
                  </a:lnTo>
                  <a:lnTo>
                    <a:pt x="7162" y="4704"/>
                  </a:lnTo>
                  <a:lnTo>
                    <a:pt x="7157" y="4704"/>
                  </a:lnTo>
                  <a:lnTo>
                    <a:pt x="7114" y="4680"/>
                  </a:lnTo>
                  <a:lnTo>
                    <a:pt x="7109" y="4680"/>
                  </a:lnTo>
                  <a:lnTo>
                    <a:pt x="7061" y="4656"/>
                  </a:lnTo>
                  <a:lnTo>
                    <a:pt x="7013" y="4637"/>
                  </a:lnTo>
                  <a:lnTo>
                    <a:pt x="6961" y="4618"/>
                  </a:lnTo>
                  <a:lnTo>
                    <a:pt x="6908" y="4604"/>
                  </a:lnTo>
                  <a:lnTo>
                    <a:pt x="6855" y="4589"/>
                  </a:lnTo>
                  <a:lnTo>
                    <a:pt x="6850" y="4589"/>
                  </a:lnTo>
                  <a:lnTo>
                    <a:pt x="6802" y="4580"/>
                  </a:lnTo>
                  <a:lnTo>
                    <a:pt x="6793" y="4580"/>
                  </a:lnTo>
                  <a:lnTo>
                    <a:pt x="6749" y="4575"/>
                  </a:lnTo>
                  <a:lnTo>
                    <a:pt x="6543" y="4575"/>
                  </a:lnTo>
                  <a:lnTo>
                    <a:pt x="6500" y="4580"/>
                  </a:lnTo>
                  <a:lnTo>
                    <a:pt x="6481" y="4580"/>
                  </a:lnTo>
                  <a:lnTo>
                    <a:pt x="6437" y="4584"/>
                  </a:lnTo>
                  <a:lnTo>
                    <a:pt x="6418" y="4589"/>
                  </a:lnTo>
                  <a:lnTo>
                    <a:pt x="6370" y="4599"/>
                  </a:lnTo>
                  <a:lnTo>
                    <a:pt x="6361" y="4599"/>
                  </a:lnTo>
                  <a:lnTo>
                    <a:pt x="6308" y="4613"/>
                  </a:lnTo>
                  <a:lnTo>
                    <a:pt x="6289" y="4623"/>
                  </a:lnTo>
                  <a:lnTo>
                    <a:pt x="6250" y="4632"/>
                  </a:lnTo>
                  <a:lnTo>
                    <a:pt x="6231" y="4642"/>
                  </a:lnTo>
                  <a:lnTo>
                    <a:pt x="6197" y="4656"/>
                  </a:lnTo>
                  <a:lnTo>
                    <a:pt x="6178" y="4661"/>
                  </a:lnTo>
                  <a:lnTo>
                    <a:pt x="6140" y="4680"/>
                  </a:lnTo>
                  <a:lnTo>
                    <a:pt x="6125" y="4690"/>
                  </a:lnTo>
                  <a:lnTo>
                    <a:pt x="6077" y="4714"/>
                  </a:lnTo>
                  <a:lnTo>
                    <a:pt x="6063" y="4724"/>
                  </a:lnTo>
                  <a:lnTo>
                    <a:pt x="6029" y="4748"/>
                  </a:lnTo>
                  <a:lnTo>
                    <a:pt x="6010" y="4757"/>
                  </a:lnTo>
                  <a:lnTo>
                    <a:pt x="5981" y="4781"/>
                  </a:lnTo>
                  <a:lnTo>
                    <a:pt x="5967" y="4791"/>
                  </a:lnTo>
                  <a:lnTo>
                    <a:pt x="5933" y="4820"/>
                  </a:lnTo>
                  <a:lnTo>
                    <a:pt x="5919" y="4829"/>
                  </a:lnTo>
                  <a:cubicBezTo>
                    <a:pt x="5909" y="4839"/>
                    <a:pt x="5895" y="4853"/>
                    <a:pt x="5881" y="4868"/>
                  </a:cubicBezTo>
                  <a:lnTo>
                    <a:pt x="5871" y="4872"/>
                  </a:lnTo>
                  <a:lnTo>
                    <a:pt x="5842" y="4906"/>
                  </a:lnTo>
                  <a:lnTo>
                    <a:pt x="5828" y="4920"/>
                  </a:lnTo>
                  <a:lnTo>
                    <a:pt x="5804" y="4949"/>
                  </a:lnTo>
                  <a:lnTo>
                    <a:pt x="5789" y="4964"/>
                  </a:lnTo>
                  <a:lnTo>
                    <a:pt x="5765" y="4997"/>
                  </a:lnTo>
                  <a:lnTo>
                    <a:pt x="5756" y="5007"/>
                  </a:lnTo>
                  <a:cubicBezTo>
                    <a:pt x="5727" y="4968"/>
                    <a:pt x="5698" y="4930"/>
                    <a:pt x="5665" y="4896"/>
                  </a:cubicBezTo>
                  <a:cubicBezTo>
                    <a:pt x="5463" y="4676"/>
                    <a:pt x="5185" y="4556"/>
                    <a:pt x="4892" y="4556"/>
                  </a:cubicBezTo>
                  <a:lnTo>
                    <a:pt x="4872" y="4556"/>
                  </a:lnTo>
                  <a:cubicBezTo>
                    <a:pt x="4867" y="4556"/>
                    <a:pt x="4861" y="4555"/>
                    <a:pt x="4856" y="4555"/>
                  </a:cubicBezTo>
                  <a:cubicBezTo>
                    <a:pt x="4569" y="4555"/>
                    <a:pt x="4297" y="4675"/>
                    <a:pt x="4104" y="4882"/>
                  </a:cubicBezTo>
                  <a:cubicBezTo>
                    <a:pt x="4071" y="4916"/>
                    <a:pt x="4037" y="4954"/>
                    <a:pt x="4008" y="4992"/>
                  </a:cubicBezTo>
                  <a:lnTo>
                    <a:pt x="3999" y="4983"/>
                  </a:lnTo>
                  <a:lnTo>
                    <a:pt x="3975" y="4949"/>
                  </a:lnTo>
                  <a:lnTo>
                    <a:pt x="3965" y="4935"/>
                  </a:lnTo>
                  <a:lnTo>
                    <a:pt x="3941" y="4906"/>
                  </a:lnTo>
                  <a:lnTo>
                    <a:pt x="3927" y="4892"/>
                  </a:lnTo>
                  <a:lnTo>
                    <a:pt x="3893" y="4858"/>
                  </a:lnTo>
                  <a:lnTo>
                    <a:pt x="3888" y="4853"/>
                  </a:lnTo>
                  <a:cubicBezTo>
                    <a:pt x="3874" y="4839"/>
                    <a:pt x="3860" y="4824"/>
                    <a:pt x="3845" y="4815"/>
                  </a:cubicBezTo>
                  <a:lnTo>
                    <a:pt x="3831" y="4805"/>
                  </a:lnTo>
                  <a:lnTo>
                    <a:pt x="3802" y="4776"/>
                  </a:lnTo>
                  <a:lnTo>
                    <a:pt x="3783" y="4767"/>
                  </a:lnTo>
                  <a:lnTo>
                    <a:pt x="3754" y="4743"/>
                  </a:lnTo>
                  <a:lnTo>
                    <a:pt x="3735" y="4733"/>
                  </a:lnTo>
                  <a:lnTo>
                    <a:pt x="3701" y="4709"/>
                  </a:lnTo>
                  <a:lnTo>
                    <a:pt x="3687" y="4700"/>
                  </a:lnTo>
                  <a:lnTo>
                    <a:pt x="3639" y="4671"/>
                  </a:lnTo>
                  <a:lnTo>
                    <a:pt x="3624" y="4666"/>
                  </a:lnTo>
                  <a:lnTo>
                    <a:pt x="3586" y="4647"/>
                  </a:lnTo>
                  <a:lnTo>
                    <a:pt x="3567" y="4642"/>
                  </a:lnTo>
                  <a:lnTo>
                    <a:pt x="3533" y="4628"/>
                  </a:lnTo>
                  <a:lnTo>
                    <a:pt x="3514" y="4618"/>
                  </a:lnTo>
                  <a:lnTo>
                    <a:pt x="3476" y="4608"/>
                  </a:lnTo>
                  <a:lnTo>
                    <a:pt x="3456" y="4599"/>
                  </a:lnTo>
                  <a:lnTo>
                    <a:pt x="3404" y="4584"/>
                  </a:lnTo>
                  <a:lnTo>
                    <a:pt x="3394" y="4584"/>
                  </a:lnTo>
                  <a:lnTo>
                    <a:pt x="3346" y="4575"/>
                  </a:lnTo>
                  <a:lnTo>
                    <a:pt x="3327" y="4570"/>
                  </a:lnTo>
                  <a:lnTo>
                    <a:pt x="3288" y="4565"/>
                  </a:lnTo>
                  <a:lnTo>
                    <a:pt x="3264" y="4565"/>
                  </a:lnTo>
                  <a:lnTo>
                    <a:pt x="3226" y="4560"/>
                  </a:lnTo>
                  <a:lnTo>
                    <a:pt x="3020" y="4560"/>
                  </a:lnTo>
                  <a:lnTo>
                    <a:pt x="2976" y="4565"/>
                  </a:lnTo>
                  <a:lnTo>
                    <a:pt x="2962" y="4565"/>
                  </a:lnTo>
                  <a:lnTo>
                    <a:pt x="2914" y="4575"/>
                  </a:lnTo>
                  <a:lnTo>
                    <a:pt x="2909" y="4575"/>
                  </a:lnTo>
                  <a:lnTo>
                    <a:pt x="2856" y="4589"/>
                  </a:lnTo>
                  <a:cubicBezTo>
                    <a:pt x="2804" y="4604"/>
                    <a:pt x="2751" y="4623"/>
                    <a:pt x="2698" y="4647"/>
                  </a:cubicBezTo>
                  <a:lnTo>
                    <a:pt x="2650" y="4666"/>
                  </a:lnTo>
                  <a:lnTo>
                    <a:pt x="2607" y="4690"/>
                  </a:lnTo>
                  <a:lnTo>
                    <a:pt x="2602" y="4690"/>
                  </a:lnTo>
                  <a:lnTo>
                    <a:pt x="2559" y="4719"/>
                  </a:lnTo>
                  <a:lnTo>
                    <a:pt x="2554" y="4724"/>
                  </a:lnTo>
                  <a:lnTo>
                    <a:pt x="2516" y="4748"/>
                  </a:lnTo>
                  <a:lnTo>
                    <a:pt x="2511" y="4752"/>
                  </a:lnTo>
                  <a:lnTo>
                    <a:pt x="2472" y="4781"/>
                  </a:lnTo>
                  <a:lnTo>
                    <a:pt x="2468" y="4786"/>
                  </a:lnTo>
                  <a:lnTo>
                    <a:pt x="2434" y="4815"/>
                  </a:lnTo>
                  <a:lnTo>
                    <a:pt x="2424" y="4824"/>
                  </a:lnTo>
                  <a:lnTo>
                    <a:pt x="2420" y="4824"/>
                  </a:lnTo>
                  <a:lnTo>
                    <a:pt x="2391" y="4848"/>
                  </a:lnTo>
                  <a:lnTo>
                    <a:pt x="2381" y="4858"/>
                  </a:lnTo>
                  <a:lnTo>
                    <a:pt x="2352" y="4892"/>
                  </a:lnTo>
                  <a:lnTo>
                    <a:pt x="2343" y="4896"/>
                  </a:lnTo>
                  <a:lnTo>
                    <a:pt x="2343" y="4901"/>
                  </a:lnTo>
                  <a:cubicBezTo>
                    <a:pt x="2328" y="4916"/>
                    <a:pt x="2314" y="4930"/>
                    <a:pt x="2304" y="4949"/>
                  </a:cubicBezTo>
                  <a:lnTo>
                    <a:pt x="2295" y="4964"/>
                  </a:lnTo>
                  <a:lnTo>
                    <a:pt x="2271" y="4992"/>
                  </a:lnTo>
                  <a:cubicBezTo>
                    <a:pt x="2256" y="4978"/>
                    <a:pt x="2247" y="4959"/>
                    <a:pt x="2232" y="4944"/>
                  </a:cubicBezTo>
                  <a:cubicBezTo>
                    <a:pt x="2223" y="4930"/>
                    <a:pt x="2213" y="4920"/>
                    <a:pt x="2204" y="4911"/>
                  </a:cubicBezTo>
                  <a:lnTo>
                    <a:pt x="2189" y="4896"/>
                  </a:lnTo>
                  <a:cubicBezTo>
                    <a:pt x="1991" y="4680"/>
                    <a:pt x="1706" y="4555"/>
                    <a:pt x="1414" y="4555"/>
                  </a:cubicBezTo>
                  <a:cubicBezTo>
                    <a:pt x="1408" y="4555"/>
                    <a:pt x="1403" y="4556"/>
                    <a:pt x="1397" y="4556"/>
                  </a:cubicBezTo>
                  <a:lnTo>
                    <a:pt x="1234" y="4556"/>
                  </a:lnTo>
                  <a:lnTo>
                    <a:pt x="1205" y="4560"/>
                  </a:lnTo>
                  <a:lnTo>
                    <a:pt x="1181" y="4565"/>
                  </a:lnTo>
                  <a:lnTo>
                    <a:pt x="1152" y="4575"/>
                  </a:lnTo>
                  <a:lnTo>
                    <a:pt x="1133" y="4580"/>
                  </a:lnTo>
                  <a:cubicBezTo>
                    <a:pt x="1090" y="4589"/>
                    <a:pt x="1051" y="4604"/>
                    <a:pt x="1013" y="4618"/>
                  </a:cubicBezTo>
                  <a:lnTo>
                    <a:pt x="1008" y="4618"/>
                  </a:lnTo>
                  <a:lnTo>
                    <a:pt x="970" y="4632"/>
                  </a:lnTo>
                  <a:lnTo>
                    <a:pt x="960" y="4637"/>
                  </a:lnTo>
                  <a:lnTo>
                    <a:pt x="922" y="4652"/>
                  </a:lnTo>
                  <a:lnTo>
                    <a:pt x="917" y="4652"/>
                  </a:lnTo>
                  <a:cubicBezTo>
                    <a:pt x="864" y="4680"/>
                    <a:pt x="811" y="4714"/>
                    <a:pt x="759" y="4748"/>
                  </a:cubicBezTo>
                  <a:lnTo>
                    <a:pt x="754" y="4752"/>
                  </a:lnTo>
                  <a:lnTo>
                    <a:pt x="725" y="4776"/>
                  </a:lnTo>
                  <a:lnTo>
                    <a:pt x="711" y="4786"/>
                  </a:lnTo>
                  <a:lnTo>
                    <a:pt x="687" y="4810"/>
                  </a:lnTo>
                  <a:lnTo>
                    <a:pt x="682" y="4815"/>
                  </a:lnTo>
                  <a:cubicBezTo>
                    <a:pt x="658" y="4791"/>
                    <a:pt x="629" y="4776"/>
                    <a:pt x="600" y="4767"/>
                  </a:cubicBezTo>
                  <a:cubicBezTo>
                    <a:pt x="485" y="4738"/>
                    <a:pt x="413" y="4623"/>
                    <a:pt x="432" y="4508"/>
                  </a:cubicBezTo>
                  <a:cubicBezTo>
                    <a:pt x="437" y="4445"/>
                    <a:pt x="475" y="4316"/>
                    <a:pt x="682" y="4306"/>
                  </a:cubicBezTo>
                  <a:lnTo>
                    <a:pt x="715" y="4306"/>
                  </a:lnTo>
                  <a:cubicBezTo>
                    <a:pt x="739" y="4306"/>
                    <a:pt x="763" y="4306"/>
                    <a:pt x="787" y="4311"/>
                  </a:cubicBezTo>
                  <a:cubicBezTo>
                    <a:pt x="794" y="4311"/>
                    <a:pt x="801" y="4312"/>
                    <a:pt x="807" y="4312"/>
                  </a:cubicBezTo>
                  <a:cubicBezTo>
                    <a:pt x="955" y="4312"/>
                    <a:pt x="1053" y="4161"/>
                    <a:pt x="989" y="4023"/>
                  </a:cubicBezTo>
                  <a:cubicBezTo>
                    <a:pt x="946" y="3927"/>
                    <a:pt x="922" y="3826"/>
                    <a:pt x="922" y="3720"/>
                  </a:cubicBezTo>
                  <a:cubicBezTo>
                    <a:pt x="922" y="3301"/>
                    <a:pt x="1301" y="2957"/>
                    <a:pt x="1762" y="2957"/>
                  </a:cubicBezTo>
                  <a:cubicBezTo>
                    <a:pt x="1765" y="2957"/>
                    <a:pt x="1768" y="2957"/>
                    <a:pt x="1772" y="2957"/>
                  </a:cubicBezTo>
                  <a:cubicBezTo>
                    <a:pt x="1796" y="2957"/>
                    <a:pt x="1820" y="2957"/>
                    <a:pt x="1844" y="2962"/>
                  </a:cubicBezTo>
                  <a:cubicBezTo>
                    <a:pt x="1848" y="2962"/>
                    <a:pt x="1853" y="2962"/>
                    <a:pt x="1857" y="2962"/>
                  </a:cubicBezTo>
                  <a:cubicBezTo>
                    <a:pt x="2008" y="2962"/>
                    <a:pt x="2110" y="2809"/>
                    <a:pt x="2045" y="2669"/>
                  </a:cubicBezTo>
                  <a:cubicBezTo>
                    <a:pt x="2002" y="2578"/>
                    <a:pt x="1978" y="2472"/>
                    <a:pt x="1978" y="2367"/>
                  </a:cubicBezTo>
                  <a:cubicBezTo>
                    <a:pt x="1978" y="1949"/>
                    <a:pt x="2362" y="1603"/>
                    <a:pt x="2823" y="1603"/>
                  </a:cubicBezTo>
                  <a:lnTo>
                    <a:pt x="2828" y="1603"/>
                  </a:lnTo>
                  <a:cubicBezTo>
                    <a:pt x="2866" y="1603"/>
                    <a:pt x="2904" y="1608"/>
                    <a:pt x="2943" y="1613"/>
                  </a:cubicBezTo>
                  <a:cubicBezTo>
                    <a:pt x="2951" y="1614"/>
                    <a:pt x="2959" y="1615"/>
                    <a:pt x="2967" y="1615"/>
                  </a:cubicBezTo>
                  <a:cubicBezTo>
                    <a:pt x="3076" y="1615"/>
                    <a:pt x="3168" y="1523"/>
                    <a:pt x="3168" y="1411"/>
                  </a:cubicBezTo>
                  <a:lnTo>
                    <a:pt x="3168" y="1416"/>
                  </a:lnTo>
                  <a:cubicBezTo>
                    <a:pt x="3173" y="1027"/>
                    <a:pt x="3519" y="715"/>
                    <a:pt x="3946" y="715"/>
                  </a:cubicBezTo>
                  <a:lnTo>
                    <a:pt x="3951" y="715"/>
                  </a:lnTo>
                  <a:cubicBezTo>
                    <a:pt x="4023" y="715"/>
                    <a:pt x="4100" y="725"/>
                    <a:pt x="4172" y="744"/>
                  </a:cubicBezTo>
                  <a:cubicBezTo>
                    <a:pt x="4191" y="750"/>
                    <a:pt x="4210" y="753"/>
                    <a:pt x="4229" y="753"/>
                  </a:cubicBezTo>
                  <a:cubicBezTo>
                    <a:pt x="4291" y="753"/>
                    <a:pt x="4351" y="723"/>
                    <a:pt x="4388" y="667"/>
                  </a:cubicBezTo>
                  <a:cubicBezTo>
                    <a:pt x="4503" y="519"/>
                    <a:pt x="4676" y="423"/>
                    <a:pt x="4868" y="408"/>
                  </a:cubicBezTo>
                  <a:close/>
                  <a:moveTo>
                    <a:pt x="8420" y="4959"/>
                  </a:moveTo>
                  <a:cubicBezTo>
                    <a:pt x="8453" y="4959"/>
                    <a:pt x="8487" y="4968"/>
                    <a:pt x="8516" y="4973"/>
                  </a:cubicBezTo>
                  <a:lnTo>
                    <a:pt x="8525" y="4973"/>
                  </a:lnTo>
                  <a:cubicBezTo>
                    <a:pt x="8559" y="4983"/>
                    <a:pt x="8593" y="4992"/>
                    <a:pt x="8621" y="5007"/>
                  </a:cubicBezTo>
                  <a:cubicBezTo>
                    <a:pt x="8655" y="5021"/>
                    <a:pt x="8684" y="5040"/>
                    <a:pt x="8713" y="5060"/>
                  </a:cubicBezTo>
                  <a:cubicBezTo>
                    <a:pt x="8741" y="5074"/>
                    <a:pt x="8770" y="5098"/>
                    <a:pt x="8794" y="5117"/>
                  </a:cubicBezTo>
                  <a:lnTo>
                    <a:pt x="8799" y="5122"/>
                  </a:lnTo>
                  <a:cubicBezTo>
                    <a:pt x="8814" y="5136"/>
                    <a:pt x="8823" y="5146"/>
                    <a:pt x="8833" y="5156"/>
                  </a:cubicBezTo>
                  <a:cubicBezTo>
                    <a:pt x="8842" y="5170"/>
                    <a:pt x="8852" y="5180"/>
                    <a:pt x="8862" y="5189"/>
                  </a:cubicBezTo>
                  <a:lnTo>
                    <a:pt x="8871" y="5204"/>
                  </a:lnTo>
                  <a:lnTo>
                    <a:pt x="8895" y="5232"/>
                  </a:lnTo>
                  <a:lnTo>
                    <a:pt x="8900" y="5242"/>
                  </a:lnTo>
                  <a:cubicBezTo>
                    <a:pt x="8910" y="5256"/>
                    <a:pt x="8919" y="5266"/>
                    <a:pt x="8924" y="5280"/>
                  </a:cubicBezTo>
                  <a:lnTo>
                    <a:pt x="8934" y="5295"/>
                  </a:lnTo>
                  <a:cubicBezTo>
                    <a:pt x="8938" y="5304"/>
                    <a:pt x="8943" y="5319"/>
                    <a:pt x="8948" y="5328"/>
                  </a:cubicBezTo>
                  <a:lnTo>
                    <a:pt x="8953" y="5338"/>
                  </a:lnTo>
                  <a:cubicBezTo>
                    <a:pt x="8958" y="5352"/>
                    <a:pt x="8967" y="5367"/>
                    <a:pt x="8972" y="5381"/>
                  </a:cubicBezTo>
                  <a:lnTo>
                    <a:pt x="8977" y="5396"/>
                  </a:lnTo>
                  <a:cubicBezTo>
                    <a:pt x="8982" y="5410"/>
                    <a:pt x="8986" y="5424"/>
                    <a:pt x="8991" y="5439"/>
                  </a:cubicBezTo>
                  <a:cubicBezTo>
                    <a:pt x="9020" y="5535"/>
                    <a:pt x="9030" y="5640"/>
                    <a:pt x="9015" y="5741"/>
                  </a:cubicBezTo>
                  <a:lnTo>
                    <a:pt x="9010" y="5741"/>
                  </a:lnTo>
                  <a:lnTo>
                    <a:pt x="7637" y="13158"/>
                  </a:lnTo>
                  <a:cubicBezTo>
                    <a:pt x="7604" y="13335"/>
                    <a:pt x="7450" y="13460"/>
                    <a:pt x="7273" y="13460"/>
                  </a:cubicBezTo>
                  <a:lnTo>
                    <a:pt x="6831" y="13460"/>
                  </a:lnTo>
                  <a:lnTo>
                    <a:pt x="7047" y="11502"/>
                  </a:lnTo>
                  <a:cubicBezTo>
                    <a:pt x="7055" y="11361"/>
                    <a:pt x="6949" y="11284"/>
                    <a:pt x="6843" y="11284"/>
                  </a:cubicBezTo>
                  <a:cubicBezTo>
                    <a:pt x="6753" y="11284"/>
                    <a:pt x="6664" y="11339"/>
                    <a:pt x="6644" y="11458"/>
                  </a:cubicBezTo>
                  <a:lnTo>
                    <a:pt x="6423" y="13460"/>
                  </a:lnTo>
                  <a:lnTo>
                    <a:pt x="5665" y="13460"/>
                  </a:lnTo>
                  <a:lnTo>
                    <a:pt x="5717" y="12087"/>
                  </a:lnTo>
                  <a:cubicBezTo>
                    <a:pt x="5717" y="11954"/>
                    <a:pt x="5615" y="11885"/>
                    <a:pt x="5512" y="11885"/>
                  </a:cubicBezTo>
                  <a:cubicBezTo>
                    <a:pt x="5415" y="11885"/>
                    <a:pt x="5319" y="11947"/>
                    <a:pt x="5309" y="12073"/>
                  </a:cubicBezTo>
                  <a:lnTo>
                    <a:pt x="5257" y="13465"/>
                  </a:lnTo>
                  <a:lnTo>
                    <a:pt x="4503" y="13465"/>
                  </a:lnTo>
                  <a:lnTo>
                    <a:pt x="4450" y="12068"/>
                  </a:lnTo>
                  <a:cubicBezTo>
                    <a:pt x="4450" y="11933"/>
                    <a:pt x="4350" y="11867"/>
                    <a:pt x="4248" y="11867"/>
                  </a:cubicBezTo>
                  <a:cubicBezTo>
                    <a:pt x="4141" y="11867"/>
                    <a:pt x="4032" y="11941"/>
                    <a:pt x="4042" y="12087"/>
                  </a:cubicBezTo>
                  <a:lnTo>
                    <a:pt x="4095" y="13465"/>
                  </a:lnTo>
                  <a:lnTo>
                    <a:pt x="3341" y="13465"/>
                  </a:lnTo>
                  <a:lnTo>
                    <a:pt x="3116" y="11458"/>
                  </a:lnTo>
                  <a:cubicBezTo>
                    <a:pt x="3096" y="11342"/>
                    <a:pt x="3007" y="11288"/>
                    <a:pt x="2918" y="11288"/>
                  </a:cubicBezTo>
                  <a:cubicBezTo>
                    <a:pt x="2812" y="11288"/>
                    <a:pt x="2705" y="11365"/>
                    <a:pt x="2712" y="11506"/>
                  </a:cubicBezTo>
                  <a:lnTo>
                    <a:pt x="2928" y="13460"/>
                  </a:lnTo>
                  <a:lnTo>
                    <a:pt x="2487" y="13460"/>
                  </a:lnTo>
                  <a:cubicBezTo>
                    <a:pt x="2309" y="13460"/>
                    <a:pt x="2156" y="13335"/>
                    <a:pt x="2122" y="13158"/>
                  </a:cubicBezTo>
                  <a:lnTo>
                    <a:pt x="749" y="5741"/>
                  </a:lnTo>
                  <a:cubicBezTo>
                    <a:pt x="730" y="5645"/>
                    <a:pt x="735" y="5544"/>
                    <a:pt x="759" y="5453"/>
                  </a:cubicBezTo>
                  <a:cubicBezTo>
                    <a:pt x="763" y="5439"/>
                    <a:pt x="763" y="5424"/>
                    <a:pt x="773" y="5405"/>
                  </a:cubicBezTo>
                  <a:lnTo>
                    <a:pt x="778" y="5396"/>
                  </a:lnTo>
                  <a:cubicBezTo>
                    <a:pt x="783" y="5376"/>
                    <a:pt x="787" y="5362"/>
                    <a:pt x="792" y="5348"/>
                  </a:cubicBezTo>
                  <a:lnTo>
                    <a:pt x="797" y="5343"/>
                  </a:lnTo>
                  <a:cubicBezTo>
                    <a:pt x="802" y="5328"/>
                    <a:pt x="807" y="5319"/>
                    <a:pt x="816" y="5304"/>
                  </a:cubicBezTo>
                  <a:lnTo>
                    <a:pt x="821" y="5295"/>
                  </a:lnTo>
                  <a:cubicBezTo>
                    <a:pt x="831" y="5280"/>
                    <a:pt x="835" y="5266"/>
                    <a:pt x="845" y="5256"/>
                  </a:cubicBezTo>
                  <a:lnTo>
                    <a:pt x="850" y="5247"/>
                  </a:lnTo>
                  <a:lnTo>
                    <a:pt x="874" y="5218"/>
                  </a:lnTo>
                  <a:lnTo>
                    <a:pt x="883" y="5204"/>
                  </a:lnTo>
                  <a:cubicBezTo>
                    <a:pt x="893" y="5194"/>
                    <a:pt x="903" y="5180"/>
                    <a:pt x="912" y="5170"/>
                  </a:cubicBezTo>
                  <a:cubicBezTo>
                    <a:pt x="922" y="5156"/>
                    <a:pt x="936" y="5146"/>
                    <a:pt x="946" y="5136"/>
                  </a:cubicBezTo>
                  <a:lnTo>
                    <a:pt x="955" y="5132"/>
                  </a:lnTo>
                  <a:cubicBezTo>
                    <a:pt x="979" y="5108"/>
                    <a:pt x="1003" y="5088"/>
                    <a:pt x="1032" y="5069"/>
                  </a:cubicBezTo>
                  <a:cubicBezTo>
                    <a:pt x="1061" y="5050"/>
                    <a:pt x="1095" y="5036"/>
                    <a:pt x="1123" y="5021"/>
                  </a:cubicBezTo>
                  <a:cubicBezTo>
                    <a:pt x="1157" y="5007"/>
                    <a:pt x="1191" y="4997"/>
                    <a:pt x="1224" y="4988"/>
                  </a:cubicBezTo>
                  <a:lnTo>
                    <a:pt x="1229" y="4988"/>
                  </a:lnTo>
                  <a:cubicBezTo>
                    <a:pt x="1263" y="4978"/>
                    <a:pt x="1296" y="4973"/>
                    <a:pt x="1325" y="4968"/>
                  </a:cubicBezTo>
                  <a:lnTo>
                    <a:pt x="1387" y="4968"/>
                  </a:lnTo>
                  <a:cubicBezTo>
                    <a:pt x="1724" y="4968"/>
                    <a:pt x="2007" y="5223"/>
                    <a:pt x="2045" y="5554"/>
                  </a:cubicBezTo>
                  <a:lnTo>
                    <a:pt x="2050" y="5602"/>
                  </a:lnTo>
                  <a:lnTo>
                    <a:pt x="2064" y="5736"/>
                  </a:lnTo>
                  <a:lnTo>
                    <a:pt x="2064" y="5746"/>
                  </a:lnTo>
                  <a:lnTo>
                    <a:pt x="2252" y="7421"/>
                  </a:lnTo>
                  <a:cubicBezTo>
                    <a:pt x="2261" y="7522"/>
                    <a:pt x="2348" y="7599"/>
                    <a:pt x="2453" y="7599"/>
                  </a:cubicBezTo>
                  <a:lnTo>
                    <a:pt x="2477" y="7599"/>
                  </a:lnTo>
                  <a:cubicBezTo>
                    <a:pt x="2588" y="7589"/>
                    <a:pt x="2669" y="7489"/>
                    <a:pt x="2655" y="7373"/>
                  </a:cubicBezTo>
                  <a:lnTo>
                    <a:pt x="2477" y="5693"/>
                  </a:lnTo>
                  <a:lnTo>
                    <a:pt x="2477" y="5688"/>
                  </a:lnTo>
                  <a:cubicBezTo>
                    <a:pt x="2477" y="5664"/>
                    <a:pt x="2472" y="5640"/>
                    <a:pt x="2472" y="5621"/>
                  </a:cubicBezTo>
                  <a:lnTo>
                    <a:pt x="2472" y="5602"/>
                  </a:lnTo>
                  <a:lnTo>
                    <a:pt x="2472" y="5588"/>
                  </a:lnTo>
                  <a:lnTo>
                    <a:pt x="2472" y="5559"/>
                  </a:lnTo>
                  <a:lnTo>
                    <a:pt x="2472" y="5554"/>
                  </a:lnTo>
                  <a:cubicBezTo>
                    <a:pt x="2472" y="5544"/>
                    <a:pt x="2472" y="5535"/>
                    <a:pt x="2477" y="5525"/>
                  </a:cubicBezTo>
                  <a:lnTo>
                    <a:pt x="2477" y="5520"/>
                  </a:lnTo>
                  <a:cubicBezTo>
                    <a:pt x="2477" y="5511"/>
                    <a:pt x="2477" y="5501"/>
                    <a:pt x="2482" y="5492"/>
                  </a:cubicBezTo>
                  <a:lnTo>
                    <a:pt x="2482" y="5487"/>
                  </a:lnTo>
                  <a:cubicBezTo>
                    <a:pt x="2482" y="5477"/>
                    <a:pt x="2487" y="5468"/>
                    <a:pt x="2487" y="5458"/>
                  </a:cubicBezTo>
                  <a:lnTo>
                    <a:pt x="2487" y="5453"/>
                  </a:lnTo>
                  <a:cubicBezTo>
                    <a:pt x="2487" y="5444"/>
                    <a:pt x="2492" y="5434"/>
                    <a:pt x="2496" y="5429"/>
                  </a:cubicBezTo>
                  <a:lnTo>
                    <a:pt x="2496" y="5420"/>
                  </a:lnTo>
                  <a:cubicBezTo>
                    <a:pt x="2496" y="5410"/>
                    <a:pt x="2501" y="5405"/>
                    <a:pt x="2501" y="5396"/>
                  </a:cubicBezTo>
                  <a:lnTo>
                    <a:pt x="2506" y="5386"/>
                  </a:lnTo>
                  <a:cubicBezTo>
                    <a:pt x="2511" y="5376"/>
                    <a:pt x="2511" y="5372"/>
                    <a:pt x="2516" y="5362"/>
                  </a:cubicBezTo>
                  <a:lnTo>
                    <a:pt x="2516" y="5357"/>
                  </a:lnTo>
                  <a:lnTo>
                    <a:pt x="2525" y="5333"/>
                  </a:lnTo>
                  <a:lnTo>
                    <a:pt x="2530" y="5324"/>
                  </a:lnTo>
                  <a:lnTo>
                    <a:pt x="2544" y="5304"/>
                  </a:lnTo>
                  <a:lnTo>
                    <a:pt x="2549" y="5295"/>
                  </a:lnTo>
                  <a:lnTo>
                    <a:pt x="2559" y="5276"/>
                  </a:lnTo>
                  <a:lnTo>
                    <a:pt x="2564" y="5261"/>
                  </a:lnTo>
                  <a:lnTo>
                    <a:pt x="2578" y="5247"/>
                  </a:lnTo>
                  <a:lnTo>
                    <a:pt x="2583" y="5237"/>
                  </a:lnTo>
                  <a:lnTo>
                    <a:pt x="2583" y="5232"/>
                  </a:lnTo>
                  <a:lnTo>
                    <a:pt x="2597" y="5218"/>
                  </a:lnTo>
                  <a:lnTo>
                    <a:pt x="2607" y="5204"/>
                  </a:lnTo>
                  <a:lnTo>
                    <a:pt x="2612" y="5199"/>
                  </a:lnTo>
                  <a:lnTo>
                    <a:pt x="2631" y="5180"/>
                  </a:lnTo>
                  <a:lnTo>
                    <a:pt x="2655" y="5151"/>
                  </a:lnTo>
                  <a:lnTo>
                    <a:pt x="2669" y="5136"/>
                  </a:lnTo>
                  <a:lnTo>
                    <a:pt x="2679" y="5132"/>
                  </a:lnTo>
                  <a:cubicBezTo>
                    <a:pt x="2799" y="5021"/>
                    <a:pt x="2957" y="4964"/>
                    <a:pt x="3120" y="4959"/>
                  </a:cubicBezTo>
                  <a:lnTo>
                    <a:pt x="3135" y="4959"/>
                  </a:lnTo>
                  <a:cubicBezTo>
                    <a:pt x="3490" y="4959"/>
                    <a:pt x="3783" y="5242"/>
                    <a:pt x="3792" y="5597"/>
                  </a:cubicBezTo>
                  <a:lnTo>
                    <a:pt x="3792" y="5607"/>
                  </a:lnTo>
                  <a:lnTo>
                    <a:pt x="3831" y="6644"/>
                  </a:lnTo>
                  <a:cubicBezTo>
                    <a:pt x="3831" y="6782"/>
                    <a:pt x="3933" y="6849"/>
                    <a:pt x="4036" y="6849"/>
                  </a:cubicBezTo>
                  <a:cubicBezTo>
                    <a:pt x="4144" y="6849"/>
                    <a:pt x="4251" y="6775"/>
                    <a:pt x="4239" y="6629"/>
                  </a:cubicBezTo>
                  <a:lnTo>
                    <a:pt x="4200" y="5645"/>
                  </a:lnTo>
                  <a:lnTo>
                    <a:pt x="4200" y="5626"/>
                  </a:lnTo>
                  <a:lnTo>
                    <a:pt x="4200" y="5612"/>
                  </a:lnTo>
                  <a:lnTo>
                    <a:pt x="4200" y="5597"/>
                  </a:lnTo>
                  <a:lnTo>
                    <a:pt x="4200" y="5578"/>
                  </a:lnTo>
                  <a:lnTo>
                    <a:pt x="4200" y="5564"/>
                  </a:lnTo>
                  <a:lnTo>
                    <a:pt x="4200" y="5544"/>
                  </a:lnTo>
                  <a:lnTo>
                    <a:pt x="4200" y="5530"/>
                  </a:lnTo>
                  <a:lnTo>
                    <a:pt x="4200" y="5511"/>
                  </a:lnTo>
                  <a:lnTo>
                    <a:pt x="4200" y="5496"/>
                  </a:lnTo>
                  <a:cubicBezTo>
                    <a:pt x="4200" y="5492"/>
                    <a:pt x="4200" y="5487"/>
                    <a:pt x="4205" y="5477"/>
                  </a:cubicBezTo>
                  <a:lnTo>
                    <a:pt x="4210" y="5468"/>
                  </a:lnTo>
                  <a:cubicBezTo>
                    <a:pt x="4210" y="5458"/>
                    <a:pt x="4210" y="5453"/>
                    <a:pt x="4215" y="5448"/>
                  </a:cubicBezTo>
                  <a:lnTo>
                    <a:pt x="4215" y="5434"/>
                  </a:lnTo>
                  <a:lnTo>
                    <a:pt x="4224" y="5415"/>
                  </a:lnTo>
                  <a:lnTo>
                    <a:pt x="4229" y="5405"/>
                  </a:lnTo>
                  <a:lnTo>
                    <a:pt x="4234" y="5386"/>
                  </a:lnTo>
                  <a:lnTo>
                    <a:pt x="4239" y="5372"/>
                  </a:lnTo>
                  <a:lnTo>
                    <a:pt x="4244" y="5357"/>
                  </a:lnTo>
                  <a:lnTo>
                    <a:pt x="4253" y="5343"/>
                  </a:lnTo>
                  <a:lnTo>
                    <a:pt x="4258" y="5328"/>
                  </a:lnTo>
                  <a:lnTo>
                    <a:pt x="4268" y="5314"/>
                  </a:lnTo>
                  <a:lnTo>
                    <a:pt x="4277" y="5300"/>
                  </a:lnTo>
                  <a:lnTo>
                    <a:pt x="4282" y="5285"/>
                  </a:lnTo>
                  <a:lnTo>
                    <a:pt x="4292" y="5271"/>
                  </a:lnTo>
                  <a:lnTo>
                    <a:pt x="4301" y="5256"/>
                  </a:lnTo>
                  <a:lnTo>
                    <a:pt x="4311" y="5242"/>
                  </a:lnTo>
                  <a:lnTo>
                    <a:pt x="4320" y="5228"/>
                  </a:lnTo>
                  <a:lnTo>
                    <a:pt x="4330" y="5213"/>
                  </a:lnTo>
                  <a:lnTo>
                    <a:pt x="4349" y="5194"/>
                  </a:lnTo>
                  <a:lnTo>
                    <a:pt x="4354" y="5189"/>
                  </a:lnTo>
                  <a:lnTo>
                    <a:pt x="4373" y="5165"/>
                  </a:lnTo>
                  <a:cubicBezTo>
                    <a:pt x="4474" y="5060"/>
                    <a:pt x="4608" y="4992"/>
                    <a:pt x="4748" y="4968"/>
                  </a:cubicBezTo>
                  <a:cubicBezTo>
                    <a:pt x="4781" y="4964"/>
                    <a:pt x="4815" y="4964"/>
                    <a:pt x="4848" y="4964"/>
                  </a:cubicBezTo>
                  <a:lnTo>
                    <a:pt x="4868" y="4964"/>
                  </a:lnTo>
                  <a:cubicBezTo>
                    <a:pt x="4874" y="4963"/>
                    <a:pt x="4881" y="4963"/>
                    <a:pt x="4887" y="4963"/>
                  </a:cubicBezTo>
                  <a:cubicBezTo>
                    <a:pt x="5210" y="4963"/>
                    <a:pt x="5488" y="5196"/>
                    <a:pt x="5540" y="5516"/>
                  </a:cubicBezTo>
                  <a:cubicBezTo>
                    <a:pt x="5540" y="5525"/>
                    <a:pt x="5540" y="5535"/>
                    <a:pt x="5545" y="5544"/>
                  </a:cubicBezTo>
                  <a:lnTo>
                    <a:pt x="5545" y="5549"/>
                  </a:lnTo>
                  <a:lnTo>
                    <a:pt x="5545" y="5578"/>
                  </a:lnTo>
                  <a:lnTo>
                    <a:pt x="5545" y="5583"/>
                  </a:lnTo>
                  <a:lnTo>
                    <a:pt x="5545" y="5612"/>
                  </a:lnTo>
                  <a:lnTo>
                    <a:pt x="5545" y="5616"/>
                  </a:lnTo>
                  <a:lnTo>
                    <a:pt x="5545" y="5645"/>
                  </a:lnTo>
                  <a:lnTo>
                    <a:pt x="5506" y="6625"/>
                  </a:lnTo>
                  <a:cubicBezTo>
                    <a:pt x="5509" y="6758"/>
                    <a:pt x="5611" y="6826"/>
                    <a:pt x="5713" y="6826"/>
                  </a:cubicBezTo>
                  <a:cubicBezTo>
                    <a:pt x="5809" y="6826"/>
                    <a:pt x="5905" y="6765"/>
                    <a:pt x="5914" y="6639"/>
                  </a:cubicBezTo>
                  <a:lnTo>
                    <a:pt x="5953" y="5597"/>
                  </a:lnTo>
                  <a:cubicBezTo>
                    <a:pt x="5967" y="5245"/>
                    <a:pt x="6255" y="4964"/>
                    <a:pt x="6606" y="4964"/>
                  </a:cubicBezTo>
                  <a:cubicBezTo>
                    <a:pt x="6609" y="4964"/>
                    <a:pt x="6612" y="4964"/>
                    <a:pt x="6615" y="4964"/>
                  </a:cubicBezTo>
                  <a:lnTo>
                    <a:pt x="6629" y="4964"/>
                  </a:lnTo>
                  <a:cubicBezTo>
                    <a:pt x="6788" y="4964"/>
                    <a:pt x="6946" y="5021"/>
                    <a:pt x="7071" y="5132"/>
                  </a:cubicBezTo>
                  <a:lnTo>
                    <a:pt x="7076" y="5136"/>
                  </a:lnTo>
                  <a:lnTo>
                    <a:pt x="7090" y="5156"/>
                  </a:lnTo>
                  <a:lnTo>
                    <a:pt x="7114" y="5180"/>
                  </a:lnTo>
                  <a:lnTo>
                    <a:pt x="7133" y="5199"/>
                  </a:lnTo>
                  <a:lnTo>
                    <a:pt x="7138" y="5204"/>
                  </a:lnTo>
                  <a:lnTo>
                    <a:pt x="7153" y="5223"/>
                  </a:lnTo>
                  <a:lnTo>
                    <a:pt x="7162" y="5232"/>
                  </a:lnTo>
                  <a:lnTo>
                    <a:pt x="7167" y="5237"/>
                  </a:lnTo>
                  <a:cubicBezTo>
                    <a:pt x="7177" y="5256"/>
                    <a:pt x="7191" y="5276"/>
                    <a:pt x="7201" y="5295"/>
                  </a:cubicBezTo>
                  <a:cubicBezTo>
                    <a:pt x="7205" y="5304"/>
                    <a:pt x="7210" y="5314"/>
                    <a:pt x="7215" y="5324"/>
                  </a:cubicBezTo>
                  <a:lnTo>
                    <a:pt x="7220" y="5333"/>
                  </a:lnTo>
                  <a:lnTo>
                    <a:pt x="7229" y="5352"/>
                  </a:lnTo>
                  <a:lnTo>
                    <a:pt x="7239" y="5372"/>
                  </a:lnTo>
                  <a:lnTo>
                    <a:pt x="7244" y="5386"/>
                  </a:lnTo>
                  <a:lnTo>
                    <a:pt x="7253" y="5405"/>
                  </a:lnTo>
                  <a:lnTo>
                    <a:pt x="7253" y="5420"/>
                  </a:lnTo>
                  <a:cubicBezTo>
                    <a:pt x="7253" y="5424"/>
                    <a:pt x="7258" y="5434"/>
                    <a:pt x="7263" y="5444"/>
                  </a:cubicBezTo>
                  <a:lnTo>
                    <a:pt x="7263" y="5453"/>
                  </a:lnTo>
                  <a:cubicBezTo>
                    <a:pt x="7263" y="5458"/>
                    <a:pt x="7268" y="5468"/>
                    <a:pt x="7268" y="5472"/>
                  </a:cubicBezTo>
                  <a:lnTo>
                    <a:pt x="7268" y="5487"/>
                  </a:lnTo>
                  <a:cubicBezTo>
                    <a:pt x="7268" y="5496"/>
                    <a:pt x="7273" y="5501"/>
                    <a:pt x="7273" y="5511"/>
                  </a:cubicBezTo>
                  <a:lnTo>
                    <a:pt x="7273" y="5520"/>
                  </a:lnTo>
                  <a:cubicBezTo>
                    <a:pt x="7273" y="5525"/>
                    <a:pt x="7273" y="5535"/>
                    <a:pt x="7277" y="5544"/>
                  </a:cubicBezTo>
                  <a:cubicBezTo>
                    <a:pt x="7282" y="5549"/>
                    <a:pt x="7277" y="5549"/>
                    <a:pt x="7277" y="5554"/>
                  </a:cubicBezTo>
                  <a:lnTo>
                    <a:pt x="7277" y="5573"/>
                  </a:lnTo>
                  <a:lnTo>
                    <a:pt x="7277" y="5588"/>
                  </a:lnTo>
                  <a:lnTo>
                    <a:pt x="7277" y="5597"/>
                  </a:lnTo>
                  <a:lnTo>
                    <a:pt x="7277" y="5607"/>
                  </a:lnTo>
                  <a:lnTo>
                    <a:pt x="7277" y="5616"/>
                  </a:lnTo>
                  <a:lnTo>
                    <a:pt x="7277" y="5650"/>
                  </a:lnTo>
                  <a:lnTo>
                    <a:pt x="7277" y="5684"/>
                  </a:lnTo>
                  <a:lnTo>
                    <a:pt x="7277" y="5688"/>
                  </a:lnTo>
                  <a:lnTo>
                    <a:pt x="7095" y="7345"/>
                  </a:lnTo>
                  <a:cubicBezTo>
                    <a:pt x="7081" y="7455"/>
                    <a:pt x="7162" y="7556"/>
                    <a:pt x="7273" y="7570"/>
                  </a:cubicBezTo>
                  <a:lnTo>
                    <a:pt x="7297" y="7570"/>
                  </a:lnTo>
                  <a:cubicBezTo>
                    <a:pt x="7397" y="7570"/>
                    <a:pt x="7484" y="7493"/>
                    <a:pt x="7498" y="7388"/>
                  </a:cubicBezTo>
                  <a:lnTo>
                    <a:pt x="7681" y="5736"/>
                  </a:lnTo>
                  <a:lnTo>
                    <a:pt x="7705" y="5544"/>
                  </a:lnTo>
                  <a:cubicBezTo>
                    <a:pt x="7738" y="5208"/>
                    <a:pt x="8021" y="4959"/>
                    <a:pt x="8357" y="4959"/>
                  </a:cubicBezTo>
                  <a:close/>
                  <a:moveTo>
                    <a:pt x="4853" y="0"/>
                  </a:moveTo>
                  <a:cubicBezTo>
                    <a:pt x="4834" y="0"/>
                    <a:pt x="4815" y="0"/>
                    <a:pt x="4796" y="10"/>
                  </a:cubicBezTo>
                  <a:cubicBezTo>
                    <a:pt x="4551" y="34"/>
                    <a:pt x="4320" y="149"/>
                    <a:pt x="4148" y="327"/>
                  </a:cubicBezTo>
                  <a:cubicBezTo>
                    <a:pt x="4085" y="312"/>
                    <a:pt x="4023" y="307"/>
                    <a:pt x="3956" y="307"/>
                  </a:cubicBezTo>
                  <a:lnTo>
                    <a:pt x="3951" y="307"/>
                  </a:lnTo>
                  <a:cubicBezTo>
                    <a:pt x="3375" y="307"/>
                    <a:pt x="2890" y="696"/>
                    <a:pt x="2784" y="1210"/>
                  </a:cubicBezTo>
                  <a:cubicBezTo>
                    <a:pt x="2117" y="1229"/>
                    <a:pt x="1580" y="1743"/>
                    <a:pt x="1575" y="2376"/>
                  </a:cubicBezTo>
                  <a:cubicBezTo>
                    <a:pt x="1575" y="2439"/>
                    <a:pt x="1580" y="2506"/>
                    <a:pt x="1594" y="2573"/>
                  </a:cubicBezTo>
                  <a:cubicBezTo>
                    <a:pt x="994" y="2655"/>
                    <a:pt x="523" y="3140"/>
                    <a:pt x="519" y="3730"/>
                  </a:cubicBezTo>
                  <a:cubicBezTo>
                    <a:pt x="519" y="3797"/>
                    <a:pt x="523" y="3864"/>
                    <a:pt x="538" y="3932"/>
                  </a:cubicBezTo>
                  <a:cubicBezTo>
                    <a:pt x="269" y="3980"/>
                    <a:pt x="63" y="4196"/>
                    <a:pt x="29" y="4469"/>
                  </a:cubicBezTo>
                  <a:cubicBezTo>
                    <a:pt x="0" y="4709"/>
                    <a:pt x="106" y="4949"/>
                    <a:pt x="307" y="5088"/>
                  </a:cubicBezTo>
                  <a:cubicBezTo>
                    <a:pt x="303" y="5117"/>
                    <a:pt x="303" y="5146"/>
                    <a:pt x="303" y="5175"/>
                  </a:cubicBezTo>
                  <a:cubicBezTo>
                    <a:pt x="303" y="5261"/>
                    <a:pt x="317" y="5343"/>
                    <a:pt x="351" y="5424"/>
                  </a:cubicBezTo>
                  <a:cubicBezTo>
                    <a:pt x="327" y="5554"/>
                    <a:pt x="327" y="5684"/>
                    <a:pt x="351" y="5813"/>
                  </a:cubicBezTo>
                  <a:lnTo>
                    <a:pt x="1724" y="13230"/>
                  </a:lnTo>
                  <a:cubicBezTo>
                    <a:pt x="1796" y="13599"/>
                    <a:pt x="2117" y="13868"/>
                    <a:pt x="2492" y="13868"/>
                  </a:cubicBezTo>
                  <a:lnTo>
                    <a:pt x="7277" y="13868"/>
                  </a:lnTo>
                  <a:cubicBezTo>
                    <a:pt x="7647" y="13863"/>
                    <a:pt x="7969" y="13599"/>
                    <a:pt x="8036" y="13234"/>
                  </a:cubicBezTo>
                  <a:lnTo>
                    <a:pt x="9418" y="5813"/>
                  </a:lnTo>
                  <a:cubicBezTo>
                    <a:pt x="9438" y="5684"/>
                    <a:pt x="9438" y="5554"/>
                    <a:pt x="9418" y="5424"/>
                  </a:cubicBezTo>
                  <a:cubicBezTo>
                    <a:pt x="9457" y="5319"/>
                    <a:pt x="9471" y="5199"/>
                    <a:pt x="9457" y="5088"/>
                  </a:cubicBezTo>
                  <a:cubicBezTo>
                    <a:pt x="9658" y="4949"/>
                    <a:pt x="9764" y="4709"/>
                    <a:pt x="9730" y="4469"/>
                  </a:cubicBezTo>
                  <a:cubicBezTo>
                    <a:pt x="9702" y="4196"/>
                    <a:pt x="9495" y="3980"/>
                    <a:pt x="9226" y="3932"/>
                  </a:cubicBezTo>
                  <a:cubicBezTo>
                    <a:pt x="9236" y="3864"/>
                    <a:pt x="9246" y="3797"/>
                    <a:pt x="9246" y="3730"/>
                  </a:cubicBezTo>
                  <a:cubicBezTo>
                    <a:pt x="9241" y="3140"/>
                    <a:pt x="8775" y="2655"/>
                    <a:pt x="8170" y="2573"/>
                  </a:cubicBezTo>
                  <a:cubicBezTo>
                    <a:pt x="8180" y="2506"/>
                    <a:pt x="8185" y="2439"/>
                    <a:pt x="8185" y="2376"/>
                  </a:cubicBezTo>
                  <a:cubicBezTo>
                    <a:pt x="8185" y="1743"/>
                    <a:pt x="7647" y="1229"/>
                    <a:pt x="6975" y="1210"/>
                  </a:cubicBezTo>
                  <a:cubicBezTo>
                    <a:pt x="6870" y="695"/>
                    <a:pt x="6390" y="307"/>
                    <a:pt x="5819" y="307"/>
                  </a:cubicBezTo>
                  <a:cubicBezTo>
                    <a:pt x="5816" y="307"/>
                    <a:pt x="5812" y="307"/>
                    <a:pt x="5809" y="307"/>
                  </a:cubicBezTo>
                  <a:cubicBezTo>
                    <a:pt x="5741" y="307"/>
                    <a:pt x="5679" y="312"/>
                    <a:pt x="5612" y="327"/>
                  </a:cubicBezTo>
                  <a:cubicBezTo>
                    <a:pt x="5439" y="149"/>
                    <a:pt x="5213" y="34"/>
                    <a:pt x="4968" y="10"/>
                  </a:cubicBezTo>
                  <a:cubicBezTo>
                    <a:pt x="4949" y="0"/>
                    <a:pt x="4930" y="0"/>
                    <a:pt x="4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7" name="Google Shape;20367;p89"/>
          <p:cNvGrpSpPr/>
          <p:nvPr/>
        </p:nvGrpSpPr>
        <p:grpSpPr>
          <a:xfrm>
            <a:off x="6281219" y="1502697"/>
            <a:ext cx="243919" cy="363402"/>
            <a:chOff x="6281219" y="1502697"/>
            <a:chExt cx="243919" cy="363402"/>
          </a:xfrm>
        </p:grpSpPr>
        <p:sp>
          <p:nvSpPr>
            <p:cNvPr id="20368" name="Google Shape;20368;p89"/>
            <p:cNvSpPr/>
            <p:nvPr/>
          </p:nvSpPr>
          <p:spPr>
            <a:xfrm>
              <a:off x="6309020" y="1615263"/>
              <a:ext cx="188317" cy="245544"/>
            </a:xfrm>
            <a:custGeom>
              <a:rect b="b" l="l" r="r" t="t"/>
              <a:pathLst>
                <a:path extrusionOk="0" h="9371" w="7187">
                  <a:moveTo>
                    <a:pt x="0" y="0"/>
                  </a:moveTo>
                  <a:lnTo>
                    <a:pt x="1023" y="8751"/>
                  </a:lnTo>
                  <a:cubicBezTo>
                    <a:pt x="1061" y="9102"/>
                    <a:pt x="1364" y="9370"/>
                    <a:pt x="1719" y="9370"/>
                  </a:cubicBezTo>
                  <a:lnTo>
                    <a:pt x="5468" y="9370"/>
                  </a:lnTo>
                  <a:cubicBezTo>
                    <a:pt x="5823" y="9370"/>
                    <a:pt x="6121" y="9102"/>
                    <a:pt x="6164" y="8751"/>
                  </a:cubicBezTo>
                  <a:lnTo>
                    <a:pt x="7186"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9" name="Google Shape;20369;p89"/>
            <p:cNvSpPr/>
            <p:nvPr/>
          </p:nvSpPr>
          <p:spPr>
            <a:xfrm>
              <a:off x="6334541" y="1615263"/>
              <a:ext cx="162796" cy="245544"/>
            </a:xfrm>
            <a:custGeom>
              <a:rect b="b" l="l" r="r" t="t"/>
              <a:pathLst>
                <a:path extrusionOk="0" h="9371" w="6213">
                  <a:moveTo>
                    <a:pt x="4772" y="0"/>
                  </a:moveTo>
                  <a:lnTo>
                    <a:pt x="3755" y="8751"/>
                  </a:lnTo>
                  <a:cubicBezTo>
                    <a:pt x="3745" y="8828"/>
                    <a:pt x="3678" y="8886"/>
                    <a:pt x="3601" y="8886"/>
                  </a:cubicBezTo>
                  <a:lnTo>
                    <a:pt x="697" y="8886"/>
                  </a:lnTo>
                  <a:cubicBezTo>
                    <a:pt x="370" y="8886"/>
                    <a:pt x="87" y="8665"/>
                    <a:pt x="1" y="8353"/>
                  </a:cubicBezTo>
                  <a:lnTo>
                    <a:pt x="1" y="8353"/>
                  </a:lnTo>
                  <a:lnTo>
                    <a:pt x="49" y="8751"/>
                  </a:lnTo>
                  <a:cubicBezTo>
                    <a:pt x="87" y="9102"/>
                    <a:pt x="390" y="9370"/>
                    <a:pt x="745" y="9370"/>
                  </a:cubicBezTo>
                  <a:lnTo>
                    <a:pt x="4494" y="9370"/>
                  </a:lnTo>
                  <a:cubicBezTo>
                    <a:pt x="4849" y="9370"/>
                    <a:pt x="5147" y="9102"/>
                    <a:pt x="5190" y="8751"/>
                  </a:cubicBezTo>
                  <a:lnTo>
                    <a:pt x="6212"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0" name="Google Shape;20370;p89"/>
            <p:cNvSpPr/>
            <p:nvPr/>
          </p:nvSpPr>
          <p:spPr>
            <a:xfrm>
              <a:off x="6346620" y="1615263"/>
              <a:ext cx="43418" cy="245544"/>
            </a:xfrm>
            <a:custGeom>
              <a:rect b="b" l="l" r="r" t="t"/>
              <a:pathLst>
                <a:path extrusionOk="0" h="9371" w="1657">
                  <a:moveTo>
                    <a:pt x="1" y="0"/>
                  </a:moveTo>
                  <a:lnTo>
                    <a:pt x="658" y="9370"/>
                  </a:lnTo>
                  <a:lnTo>
                    <a:pt x="1657" y="9370"/>
                  </a:lnTo>
                  <a:lnTo>
                    <a:pt x="1441"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1" name="Google Shape;20371;p89"/>
            <p:cNvSpPr/>
            <p:nvPr/>
          </p:nvSpPr>
          <p:spPr>
            <a:xfrm>
              <a:off x="6346620" y="1615263"/>
              <a:ext cx="43418" cy="245544"/>
            </a:xfrm>
            <a:custGeom>
              <a:rect b="b" l="l" r="r" t="t"/>
              <a:pathLst>
                <a:path extrusionOk="0" h="9371" w="1657">
                  <a:moveTo>
                    <a:pt x="1" y="0"/>
                  </a:moveTo>
                  <a:lnTo>
                    <a:pt x="658" y="9370"/>
                  </a:lnTo>
                  <a:lnTo>
                    <a:pt x="1657" y="9370"/>
                  </a:lnTo>
                  <a:lnTo>
                    <a:pt x="1441"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2" name="Google Shape;20372;p89"/>
            <p:cNvSpPr/>
            <p:nvPr/>
          </p:nvSpPr>
          <p:spPr>
            <a:xfrm>
              <a:off x="6362971" y="1848072"/>
              <a:ext cx="27067" cy="12734"/>
            </a:xfrm>
            <a:custGeom>
              <a:rect b="b" l="l" r="r" t="t"/>
              <a:pathLst>
                <a:path extrusionOk="0" h="486" w="1033">
                  <a:moveTo>
                    <a:pt x="1" y="1"/>
                  </a:moveTo>
                  <a:lnTo>
                    <a:pt x="34" y="485"/>
                  </a:lnTo>
                  <a:lnTo>
                    <a:pt x="1033" y="485"/>
                  </a:lnTo>
                  <a:lnTo>
                    <a:pt x="102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89"/>
            <p:cNvSpPr/>
            <p:nvPr/>
          </p:nvSpPr>
          <p:spPr>
            <a:xfrm>
              <a:off x="6416188" y="1615263"/>
              <a:ext cx="43418" cy="245544"/>
            </a:xfrm>
            <a:custGeom>
              <a:rect b="b" l="l" r="r" t="t"/>
              <a:pathLst>
                <a:path extrusionOk="0" h="9371" w="1657">
                  <a:moveTo>
                    <a:pt x="221" y="0"/>
                  </a:moveTo>
                  <a:lnTo>
                    <a:pt x="0" y="9370"/>
                  </a:lnTo>
                  <a:lnTo>
                    <a:pt x="1003" y="9370"/>
                  </a:lnTo>
                  <a:lnTo>
                    <a:pt x="1656"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4" name="Google Shape;20374;p89"/>
            <p:cNvSpPr/>
            <p:nvPr/>
          </p:nvSpPr>
          <p:spPr>
            <a:xfrm>
              <a:off x="6416293" y="1615263"/>
              <a:ext cx="43313" cy="245544"/>
            </a:xfrm>
            <a:custGeom>
              <a:rect b="b" l="l" r="r" t="t"/>
              <a:pathLst>
                <a:path extrusionOk="0" h="9371" w="1653">
                  <a:moveTo>
                    <a:pt x="1652" y="0"/>
                  </a:moveTo>
                  <a:lnTo>
                    <a:pt x="635" y="8751"/>
                  </a:lnTo>
                  <a:cubicBezTo>
                    <a:pt x="625" y="8828"/>
                    <a:pt x="558" y="8886"/>
                    <a:pt x="481" y="8886"/>
                  </a:cubicBezTo>
                  <a:lnTo>
                    <a:pt x="11" y="8886"/>
                  </a:lnTo>
                  <a:lnTo>
                    <a:pt x="1" y="9370"/>
                  </a:lnTo>
                  <a:lnTo>
                    <a:pt x="999" y="9370"/>
                  </a:lnTo>
                  <a:lnTo>
                    <a:pt x="165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5" name="Google Shape;20375;p89"/>
            <p:cNvSpPr/>
            <p:nvPr/>
          </p:nvSpPr>
          <p:spPr>
            <a:xfrm>
              <a:off x="6320470" y="1576404"/>
              <a:ext cx="165416" cy="33356"/>
            </a:xfrm>
            <a:custGeom>
              <a:rect b="b" l="l" r="r" t="t"/>
              <a:pathLst>
                <a:path extrusionOk="0" h="1273" w="6313">
                  <a:moveTo>
                    <a:pt x="595" y="0"/>
                  </a:moveTo>
                  <a:cubicBezTo>
                    <a:pt x="442" y="0"/>
                    <a:pt x="307" y="106"/>
                    <a:pt x="269" y="255"/>
                  </a:cubicBezTo>
                  <a:lnTo>
                    <a:pt x="0" y="1272"/>
                  </a:lnTo>
                  <a:lnTo>
                    <a:pt x="6313" y="1272"/>
                  </a:lnTo>
                  <a:lnTo>
                    <a:pt x="6044" y="255"/>
                  </a:lnTo>
                  <a:cubicBezTo>
                    <a:pt x="6005" y="106"/>
                    <a:pt x="5871" y="0"/>
                    <a:pt x="5717"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6" name="Google Shape;20376;p89"/>
            <p:cNvSpPr/>
            <p:nvPr/>
          </p:nvSpPr>
          <p:spPr>
            <a:xfrm>
              <a:off x="6320339" y="1576404"/>
              <a:ext cx="165547" cy="33356"/>
            </a:xfrm>
            <a:custGeom>
              <a:rect b="b" l="l" r="r" t="t"/>
              <a:pathLst>
                <a:path extrusionOk="0" h="1273" w="6318">
                  <a:moveTo>
                    <a:pt x="4258" y="0"/>
                  </a:moveTo>
                  <a:cubicBezTo>
                    <a:pt x="4412" y="0"/>
                    <a:pt x="4546" y="106"/>
                    <a:pt x="4585" y="255"/>
                  </a:cubicBezTo>
                  <a:lnTo>
                    <a:pt x="4647" y="480"/>
                  </a:lnTo>
                  <a:cubicBezTo>
                    <a:pt x="4700" y="677"/>
                    <a:pt x="4551" y="869"/>
                    <a:pt x="4345" y="869"/>
                  </a:cubicBezTo>
                  <a:lnTo>
                    <a:pt x="111" y="869"/>
                  </a:lnTo>
                  <a:lnTo>
                    <a:pt x="0" y="1272"/>
                  </a:lnTo>
                  <a:lnTo>
                    <a:pt x="6318" y="1272"/>
                  </a:lnTo>
                  <a:lnTo>
                    <a:pt x="6049" y="255"/>
                  </a:lnTo>
                  <a:cubicBezTo>
                    <a:pt x="6010" y="106"/>
                    <a:pt x="5876" y="0"/>
                    <a:pt x="572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7" name="Google Shape;20377;p89"/>
            <p:cNvSpPr/>
            <p:nvPr/>
          </p:nvSpPr>
          <p:spPr>
            <a:xfrm>
              <a:off x="6286512" y="1606328"/>
              <a:ext cx="233202" cy="29216"/>
            </a:xfrm>
            <a:custGeom>
              <a:rect b="b" l="l" r="r" t="t"/>
              <a:pathLst>
                <a:path extrusionOk="0" h="1115" w="8900">
                  <a:moveTo>
                    <a:pt x="197" y="1"/>
                  </a:moveTo>
                  <a:cubicBezTo>
                    <a:pt x="91" y="1"/>
                    <a:pt x="0" y="92"/>
                    <a:pt x="0" y="197"/>
                  </a:cubicBezTo>
                  <a:lnTo>
                    <a:pt x="0" y="922"/>
                  </a:lnTo>
                  <a:cubicBezTo>
                    <a:pt x="0" y="1028"/>
                    <a:pt x="91" y="1114"/>
                    <a:pt x="197" y="1114"/>
                  </a:cubicBezTo>
                  <a:lnTo>
                    <a:pt x="8708" y="1114"/>
                  </a:lnTo>
                  <a:cubicBezTo>
                    <a:pt x="8813" y="1114"/>
                    <a:pt x="8900" y="1028"/>
                    <a:pt x="8900" y="922"/>
                  </a:cubicBezTo>
                  <a:lnTo>
                    <a:pt x="8900" y="197"/>
                  </a:lnTo>
                  <a:cubicBezTo>
                    <a:pt x="8900" y="92"/>
                    <a:pt x="8813" y="1"/>
                    <a:pt x="870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8" name="Google Shape;20378;p89"/>
            <p:cNvSpPr/>
            <p:nvPr/>
          </p:nvSpPr>
          <p:spPr>
            <a:xfrm>
              <a:off x="6286512" y="1606328"/>
              <a:ext cx="233202" cy="29347"/>
            </a:xfrm>
            <a:custGeom>
              <a:rect b="b" l="l" r="r" t="t"/>
              <a:pathLst>
                <a:path extrusionOk="0" h="1120" w="8900">
                  <a:moveTo>
                    <a:pt x="7489" y="1"/>
                  </a:moveTo>
                  <a:lnTo>
                    <a:pt x="7489" y="658"/>
                  </a:lnTo>
                  <a:cubicBezTo>
                    <a:pt x="7489" y="764"/>
                    <a:pt x="7402" y="855"/>
                    <a:pt x="7292" y="855"/>
                  </a:cubicBezTo>
                  <a:lnTo>
                    <a:pt x="0" y="855"/>
                  </a:lnTo>
                  <a:lnTo>
                    <a:pt x="0" y="922"/>
                  </a:lnTo>
                  <a:cubicBezTo>
                    <a:pt x="0" y="1028"/>
                    <a:pt x="91" y="1119"/>
                    <a:pt x="197" y="1119"/>
                  </a:cubicBezTo>
                  <a:lnTo>
                    <a:pt x="8708" y="1119"/>
                  </a:lnTo>
                  <a:cubicBezTo>
                    <a:pt x="8813" y="1119"/>
                    <a:pt x="8900" y="1028"/>
                    <a:pt x="8900" y="922"/>
                  </a:cubicBezTo>
                  <a:lnTo>
                    <a:pt x="8900" y="197"/>
                  </a:lnTo>
                  <a:cubicBezTo>
                    <a:pt x="8900" y="92"/>
                    <a:pt x="8813" y="1"/>
                    <a:pt x="8708"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9" name="Google Shape;20379;p89"/>
            <p:cNvSpPr/>
            <p:nvPr/>
          </p:nvSpPr>
          <p:spPr>
            <a:xfrm>
              <a:off x="6346253" y="1708832"/>
              <a:ext cx="112854" cy="77900"/>
            </a:xfrm>
            <a:custGeom>
              <a:rect b="b" l="l" r="r" t="t"/>
              <a:pathLst>
                <a:path extrusionOk="0" h="2973" w="4307">
                  <a:moveTo>
                    <a:pt x="2151" y="1"/>
                  </a:moveTo>
                  <a:cubicBezTo>
                    <a:pt x="965" y="1"/>
                    <a:pt x="0" y="663"/>
                    <a:pt x="0" y="1484"/>
                  </a:cubicBezTo>
                  <a:cubicBezTo>
                    <a:pt x="0" y="2305"/>
                    <a:pt x="965" y="2972"/>
                    <a:pt x="2151" y="2972"/>
                  </a:cubicBezTo>
                  <a:cubicBezTo>
                    <a:pt x="3341" y="2972"/>
                    <a:pt x="4306" y="2305"/>
                    <a:pt x="4306" y="1484"/>
                  </a:cubicBezTo>
                  <a:cubicBezTo>
                    <a:pt x="4306" y="663"/>
                    <a:pt x="3341" y="1"/>
                    <a:pt x="2151"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0" name="Google Shape;20380;p89"/>
            <p:cNvSpPr/>
            <p:nvPr/>
          </p:nvSpPr>
          <p:spPr>
            <a:xfrm>
              <a:off x="6281219" y="1502697"/>
              <a:ext cx="243919" cy="363402"/>
            </a:xfrm>
            <a:custGeom>
              <a:rect b="b" l="l" r="r" t="t"/>
              <a:pathLst>
                <a:path extrusionOk="0" h="13869" w="9309">
                  <a:moveTo>
                    <a:pt x="7215" y="3020"/>
                  </a:moveTo>
                  <a:cubicBezTo>
                    <a:pt x="7278" y="3020"/>
                    <a:pt x="7331" y="3058"/>
                    <a:pt x="7345" y="3120"/>
                  </a:cubicBezTo>
                  <a:lnTo>
                    <a:pt x="7513" y="3754"/>
                  </a:lnTo>
                  <a:lnTo>
                    <a:pt x="1796" y="3754"/>
                  </a:lnTo>
                  <a:lnTo>
                    <a:pt x="1964" y="3120"/>
                  </a:lnTo>
                  <a:cubicBezTo>
                    <a:pt x="1978" y="3058"/>
                    <a:pt x="2031" y="3020"/>
                    <a:pt x="2093" y="3020"/>
                  </a:cubicBezTo>
                  <a:close/>
                  <a:moveTo>
                    <a:pt x="8900" y="4162"/>
                  </a:moveTo>
                  <a:lnTo>
                    <a:pt x="8900" y="4868"/>
                  </a:lnTo>
                  <a:lnTo>
                    <a:pt x="409" y="4868"/>
                  </a:lnTo>
                  <a:lnTo>
                    <a:pt x="409" y="4162"/>
                  </a:lnTo>
                  <a:close/>
                  <a:moveTo>
                    <a:pt x="7926" y="5276"/>
                  </a:moveTo>
                  <a:lnTo>
                    <a:pt x="7023" y="13023"/>
                  </a:lnTo>
                  <a:cubicBezTo>
                    <a:pt x="6994" y="13273"/>
                    <a:pt x="6783" y="13460"/>
                    <a:pt x="6529" y="13460"/>
                  </a:cubicBezTo>
                  <a:lnTo>
                    <a:pt x="6370" y="13460"/>
                  </a:lnTo>
                  <a:lnTo>
                    <a:pt x="6529" y="11218"/>
                  </a:lnTo>
                  <a:cubicBezTo>
                    <a:pt x="6534" y="11079"/>
                    <a:pt x="6428" y="11005"/>
                    <a:pt x="6323" y="11005"/>
                  </a:cubicBezTo>
                  <a:cubicBezTo>
                    <a:pt x="6229" y="11005"/>
                    <a:pt x="6134" y="11065"/>
                    <a:pt x="6121" y="11190"/>
                  </a:cubicBezTo>
                  <a:lnTo>
                    <a:pt x="5962" y="13460"/>
                  </a:lnTo>
                  <a:lnTo>
                    <a:pt x="5362" y="13460"/>
                  </a:lnTo>
                  <a:lnTo>
                    <a:pt x="5406" y="11727"/>
                  </a:lnTo>
                  <a:cubicBezTo>
                    <a:pt x="5401" y="11595"/>
                    <a:pt x="5300" y="11528"/>
                    <a:pt x="5200" y="11528"/>
                  </a:cubicBezTo>
                  <a:cubicBezTo>
                    <a:pt x="5103" y="11528"/>
                    <a:pt x="5007" y="11590"/>
                    <a:pt x="4998" y="11718"/>
                  </a:cubicBezTo>
                  <a:lnTo>
                    <a:pt x="4959" y="13460"/>
                  </a:lnTo>
                  <a:lnTo>
                    <a:pt x="4359" y="13460"/>
                  </a:lnTo>
                  <a:lnTo>
                    <a:pt x="4316" y="11722"/>
                  </a:lnTo>
                  <a:cubicBezTo>
                    <a:pt x="4321" y="11583"/>
                    <a:pt x="4218" y="11515"/>
                    <a:pt x="4114" y="11515"/>
                  </a:cubicBezTo>
                  <a:cubicBezTo>
                    <a:pt x="4006" y="11515"/>
                    <a:pt x="3898" y="11588"/>
                    <a:pt x="3908" y="11732"/>
                  </a:cubicBezTo>
                  <a:lnTo>
                    <a:pt x="3951" y="13460"/>
                  </a:lnTo>
                  <a:lnTo>
                    <a:pt x="3351" y="13460"/>
                  </a:lnTo>
                  <a:lnTo>
                    <a:pt x="3193" y="11180"/>
                  </a:lnTo>
                  <a:cubicBezTo>
                    <a:pt x="3186" y="11048"/>
                    <a:pt x="3087" y="10985"/>
                    <a:pt x="2989" y="10985"/>
                  </a:cubicBezTo>
                  <a:cubicBezTo>
                    <a:pt x="2879" y="10985"/>
                    <a:pt x="2770" y="11062"/>
                    <a:pt x="2785" y="11209"/>
                  </a:cubicBezTo>
                  <a:lnTo>
                    <a:pt x="2943" y="13460"/>
                  </a:lnTo>
                  <a:lnTo>
                    <a:pt x="2785" y="13460"/>
                  </a:lnTo>
                  <a:cubicBezTo>
                    <a:pt x="2530" y="13460"/>
                    <a:pt x="2319" y="13273"/>
                    <a:pt x="2290" y="13023"/>
                  </a:cubicBezTo>
                  <a:lnTo>
                    <a:pt x="1383" y="5276"/>
                  </a:lnTo>
                  <a:lnTo>
                    <a:pt x="2362" y="5276"/>
                  </a:lnTo>
                  <a:lnTo>
                    <a:pt x="2525" y="7599"/>
                  </a:lnTo>
                  <a:cubicBezTo>
                    <a:pt x="2535" y="7705"/>
                    <a:pt x="2621" y="7786"/>
                    <a:pt x="2727" y="7786"/>
                  </a:cubicBezTo>
                  <a:lnTo>
                    <a:pt x="2741" y="7786"/>
                  </a:lnTo>
                  <a:cubicBezTo>
                    <a:pt x="2857" y="7777"/>
                    <a:pt x="2938" y="7681"/>
                    <a:pt x="2933" y="7570"/>
                  </a:cubicBezTo>
                  <a:lnTo>
                    <a:pt x="2770" y="5276"/>
                  </a:lnTo>
                  <a:lnTo>
                    <a:pt x="3754" y="5276"/>
                  </a:lnTo>
                  <a:lnTo>
                    <a:pt x="3798" y="6985"/>
                  </a:lnTo>
                  <a:cubicBezTo>
                    <a:pt x="3793" y="7124"/>
                    <a:pt x="3895" y="7192"/>
                    <a:pt x="3997" y="7192"/>
                  </a:cubicBezTo>
                  <a:cubicBezTo>
                    <a:pt x="4104" y="7192"/>
                    <a:pt x="4211" y="7119"/>
                    <a:pt x="4201" y="6975"/>
                  </a:cubicBezTo>
                  <a:lnTo>
                    <a:pt x="4162" y="5276"/>
                  </a:lnTo>
                  <a:lnTo>
                    <a:pt x="5146" y="5276"/>
                  </a:lnTo>
                  <a:lnTo>
                    <a:pt x="5108" y="6961"/>
                  </a:lnTo>
                  <a:cubicBezTo>
                    <a:pt x="5110" y="7093"/>
                    <a:pt x="5210" y="7160"/>
                    <a:pt x="5310" y="7160"/>
                  </a:cubicBezTo>
                  <a:cubicBezTo>
                    <a:pt x="5406" y="7160"/>
                    <a:pt x="5502" y="7097"/>
                    <a:pt x="5511" y="6970"/>
                  </a:cubicBezTo>
                  <a:lnTo>
                    <a:pt x="5550" y="5276"/>
                  </a:lnTo>
                  <a:lnTo>
                    <a:pt x="6534" y="5276"/>
                  </a:lnTo>
                  <a:lnTo>
                    <a:pt x="6375" y="7551"/>
                  </a:lnTo>
                  <a:cubicBezTo>
                    <a:pt x="6370" y="7661"/>
                    <a:pt x="6452" y="7757"/>
                    <a:pt x="6567" y="7767"/>
                  </a:cubicBezTo>
                  <a:lnTo>
                    <a:pt x="6582" y="7767"/>
                  </a:lnTo>
                  <a:cubicBezTo>
                    <a:pt x="6687" y="7767"/>
                    <a:pt x="6774" y="7685"/>
                    <a:pt x="6783" y="7580"/>
                  </a:cubicBezTo>
                  <a:lnTo>
                    <a:pt x="6942" y="5276"/>
                  </a:lnTo>
                  <a:close/>
                  <a:moveTo>
                    <a:pt x="5170" y="0"/>
                  </a:moveTo>
                  <a:cubicBezTo>
                    <a:pt x="5079" y="0"/>
                    <a:pt x="4998" y="63"/>
                    <a:pt x="4974" y="149"/>
                  </a:cubicBezTo>
                  <a:lnTo>
                    <a:pt x="4340" y="2612"/>
                  </a:lnTo>
                  <a:lnTo>
                    <a:pt x="2093" y="2612"/>
                  </a:lnTo>
                  <a:cubicBezTo>
                    <a:pt x="1844" y="2612"/>
                    <a:pt x="1628" y="2775"/>
                    <a:pt x="1570" y="3015"/>
                  </a:cubicBezTo>
                  <a:lnTo>
                    <a:pt x="1373" y="3754"/>
                  </a:lnTo>
                  <a:lnTo>
                    <a:pt x="399" y="3754"/>
                  </a:lnTo>
                  <a:cubicBezTo>
                    <a:pt x="178" y="3754"/>
                    <a:pt x="1" y="3932"/>
                    <a:pt x="1" y="4152"/>
                  </a:cubicBezTo>
                  <a:lnTo>
                    <a:pt x="1" y="4877"/>
                  </a:lnTo>
                  <a:cubicBezTo>
                    <a:pt x="1" y="5093"/>
                    <a:pt x="178" y="5276"/>
                    <a:pt x="399" y="5276"/>
                  </a:cubicBezTo>
                  <a:lnTo>
                    <a:pt x="970" y="5276"/>
                  </a:lnTo>
                  <a:lnTo>
                    <a:pt x="1877" y="13071"/>
                  </a:lnTo>
                  <a:cubicBezTo>
                    <a:pt x="1930" y="13527"/>
                    <a:pt x="2319" y="13868"/>
                    <a:pt x="2780" y="13868"/>
                  </a:cubicBezTo>
                  <a:lnTo>
                    <a:pt x="6529" y="13868"/>
                  </a:lnTo>
                  <a:cubicBezTo>
                    <a:pt x="6990" y="13868"/>
                    <a:pt x="7379" y="13527"/>
                    <a:pt x="7431" y="13071"/>
                  </a:cubicBezTo>
                  <a:lnTo>
                    <a:pt x="8334" y="5276"/>
                  </a:lnTo>
                  <a:lnTo>
                    <a:pt x="8910" y="5276"/>
                  </a:lnTo>
                  <a:cubicBezTo>
                    <a:pt x="9126" y="5271"/>
                    <a:pt x="9308" y="5093"/>
                    <a:pt x="9308" y="4877"/>
                  </a:cubicBezTo>
                  <a:lnTo>
                    <a:pt x="9308" y="4152"/>
                  </a:lnTo>
                  <a:cubicBezTo>
                    <a:pt x="9308" y="3932"/>
                    <a:pt x="9126" y="3754"/>
                    <a:pt x="8910" y="3754"/>
                  </a:cubicBezTo>
                  <a:lnTo>
                    <a:pt x="7935" y="3754"/>
                  </a:lnTo>
                  <a:lnTo>
                    <a:pt x="7739" y="3015"/>
                  </a:lnTo>
                  <a:cubicBezTo>
                    <a:pt x="7676" y="2775"/>
                    <a:pt x="7460" y="2612"/>
                    <a:pt x="7215" y="2612"/>
                  </a:cubicBezTo>
                  <a:lnTo>
                    <a:pt x="4758" y="2612"/>
                  </a:lnTo>
                  <a:lnTo>
                    <a:pt x="5329" y="403"/>
                  </a:lnTo>
                  <a:lnTo>
                    <a:pt x="7518" y="403"/>
                  </a:lnTo>
                  <a:cubicBezTo>
                    <a:pt x="7787" y="403"/>
                    <a:pt x="7787" y="0"/>
                    <a:pt x="75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1" name="Google Shape;20381;p89"/>
            <p:cNvSpPr/>
            <p:nvPr/>
          </p:nvSpPr>
          <p:spPr>
            <a:xfrm>
              <a:off x="6340829" y="1703434"/>
              <a:ext cx="123676" cy="88564"/>
            </a:xfrm>
            <a:custGeom>
              <a:rect b="b" l="l" r="r" t="t"/>
              <a:pathLst>
                <a:path extrusionOk="0" h="3380" w="4720">
                  <a:moveTo>
                    <a:pt x="2363" y="408"/>
                  </a:moveTo>
                  <a:cubicBezTo>
                    <a:pt x="2895" y="408"/>
                    <a:pt x="3395" y="548"/>
                    <a:pt x="3769" y="807"/>
                  </a:cubicBezTo>
                  <a:cubicBezTo>
                    <a:pt x="4119" y="1047"/>
                    <a:pt x="4311" y="1359"/>
                    <a:pt x="4311" y="1690"/>
                  </a:cubicBezTo>
                  <a:cubicBezTo>
                    <a:pt x="4311" y="2016"/>
                    <a:pt x="4119" y="2333"/>
                    <a:pt x="3769" y="2573"/>
                  </a:cubicBezTo>
                  <a:cubicBezTo>
                    <a:pt x="3395" y="2828"/>
                    <a:pt x="2895" y="2972"/>
                    <a:pt x="2363" y="2972"/>
                  </a:cubicBezTo>
                  <a:cubicBezTo>
                    <a:pt x="1825" y="2972"/>
                    <a:pt x="1326" y="2828"/>
                    <a:pt x="951" y="2573"/>
                  </a:cubicBezTo>
                  <a:cubicBezTo>
                    <a:pt x="601" y="2333"/>
                    <a:pt x="409" y="2016"/>
                    <a:pt x="409" y="1690"/>
                  </a:cubicBezTo>
                  <a:cubicBezTo>
                    <a:pt x="409" y="1359"/>
                    <a:pt x="601" y="1047"/>
                    <a:pt x="951" y="807"/>
                  </a:cubicBezTo>
                  <a:cubicBezTo>
                    <a:pt x="1326" y="548"/>
                    <a:pt x="1825" y="408"/>
                    <a:pt x="2363" y="408"/>
                  </a:cubicBezTo>
                  <a:close/>
                  <a:moveTo>
                    <a:pt x="2363" y="0"/>
                  </a:moveTo>
                  <a:cubicBezTo>
                    <a:pt x="1739" y="0"/>
                    <a:pt x="1163" y="168"/>
                    <a:pt x="721" y="471"/>
                  </a:cubicBezTo>
                  <a:cubicBezTo>
                    <a:pt x="255" y="792"/>
                    <a:pt x="1" y="1224"/>
                    <a:pt x="1" y="1690"/>
                  </a:cubicBezTo>
                  <a:cubicBezTo>
                    <a:pt x="1" y="2156"/>
                    <a:pt x="255" y="2592"/>
                    <a:pt x="721" y="2909"/>
                  </a:cubicBezTo>
                  <a:cubicBezTo>
                    <a:pt x="1163" y="3212"/>
                    <a:pt x="1739" y="3380"/>
                    <a:pt x="2363" y="3380"/>
                  </a:cubicBezTo>
                  <a:cubicBezTo>
                    <a:pt x="2982" y="3380"/>
                    <a:pt x="3563" y="3212"/>
                    <a:pt x="3999" y="2909"/>
                  </a:cubicBezTo>
                  <a:cubicBezTo>
                    <a:pt x="4465" y="2588"/>
                    <a:pt x="4719" y="2156"/>
                    <a:pt x="4719" y="1690"/>
                  </a:cubicBezTo>
                  <a:cubicBezTo>
                    <a:pt x="4719" y="1224"/>
                    <a:pt x="4465" y="792"/>
                    <a:pt x="3999" y="471"/>
                  </a:cubicBezTo>
                  <a:cubicBezTo>
                    <a:pt x="3558" y="168"/>
                    <a:pt x="2982" y="0"/>
                    <a:pt x="23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2" name="Google Shape;20382;p89"/>
          <p:cNvGrpSpPr/>
          <p:nvPr/>
        </p:nvGrpSpPr>
        <p:grpSpPr>
          <a:xfrm>
            <a:off x="4888713" y="3349868"/>
            <a:ext cx="311469" cy="363167"/>
            <a:chOff x="4888713" y="3349868"/>
            <a:chExt cx="311469" cy="363167"/>
          </a:xfrm>
        </p:grpSpPr>
        <p:sp>
          <p:nvSpPr>
            <p:cNvPr id="20383" name="Google Shape;20383;p89"/>
            <p:cNvSpPr/>
            <p:nvPr/>
          </p:nvSpPr>
          <p:spPr>
            <a:xfrm>
              <a:off x="4891491" y="3514420"/>
              <a:ext cx="305914" cy="74441"/>
            </a:xfrm>
            <a:custGeom>
              <a:rect b="b" l="l" r="r" t="t"/>
              <a:pathLst>
                <a:path extrusionOk="0" h="2841" w="11675">
                  <a:moveTo>
                    <a:pt x="4446" y="1"/>
                  </a:moveTo>
                  <a:cubicBezTo>
                    <a:pt x="3611" y="1"/>
                    <a:pt x="2775" y="11"/>
                    <a:pt x="1945" y="66"/>
                  </a:cubicBezTo>
                  <a:cubicBezTo>
                    <a:pt x="1513" y="95"/>
                    <a:pt x="264" y="109"/>
                    <a:pt x="140" y="633"/>
                  </a:cubicBezTo>
                  <a:cubicBezTo>
                    <a:pt x="0" y="1189"/>
                    <a:pt x="1940" y="2841"/>
                    <a:pt x="5838" y="2841"/>
                  </a:cubicBezTo>
                  <a:cubicBezTo>
                    <a:pt x="9735" y="2841"/>
                    <a:pt x="11675" y="1189"/>
                    <a:pt x="11540" y="633"/>
                  </a:cubicBezTo>
                  <a:cubicBezTo>
                    <a:pt x="11411" y="109"/>
                    <a:pt x="10167" y="95"/>
                    <a:pt x="9735" y="66"/>
                  </a:cubicBezTo>
                  <a:cubicBezTo>
                    <a:pt x="8902" y="11"/>
                    <a:pt x="8065" y="1"/>
                    <a:pt x="7229" y="1"/>
                  </a:cubicBezTo>
                  <a:cubicBezTo>
                    <a:pt x="6765" y="1"/>
                    <a:pt x="6300" y="4"/>
                    <a:pt x="5838" y="4"/>
                  </a:cubicBezTo>
                  <a:cubicBezTo>
                    <a:pt x="5375" y="4"/>
                    <a:pt x="4911" y="1"/>
                    <a:pt x="44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4" name="Google Shape;20384;p89"/>
            <p:cNvSpPr/>
            <p:nvPr/>
          </p:nvSpPr>
          <p:spPr>
            <a:xfrm>
              <a:off x="4935013" y="3375887"/>
              <a:ext cx="218738" cy="174744"/>
            </a:xfrm>
            <a:custGeom>
              <a:rect b="b" l="l" r="r" t="t"/>
              <a:pathLst>
                <a:path extrusionOk="0" h="6669" w="8348">
                  <a:moveTo>
                    <a:pt x="0" y="1"/>
                  </a:moveTo>
                  <a:cubicBezTo>
                    <a:pt x="0" y="1"/>
                    <a:pt x="1191" y="1988"/>
                    <a:pt x="1090" y="6102"/>
                  </a:cubicBezTo>
                  <a:cubicBezTo>
                    <a:pt x="1090" y="6107"/>
                    <a:pt x="1090" y="6116"/>
                    <a:pt x="1090" y="6121"/>
                  </a:cubicBezTo>
                  <a:cubicBezTo>
                    <a:pt x="1090" y="6424"/>
                    <a:pt x="2472" y="6668"/>
                    <a:pt x="4177" y="6668"/>
                  </a:cubicBezTo>
                  <a:cubicBezTo>
                    <a:pt x="5885" y="6668"/>
                    <a:pt x="7263" y="6424"/>
                    <a:pt x="7263" y="6121"/>
                  </a:cubicBezTo>
                  <a:cubicBezTo>
                    <a:pt x="7162" y="2003"/>
                    <a:pt x="8348" y="1"/>
                    <a:pt x="83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5" name="Google Shape;20385;p89"/>
            <p:cNvSpPr/>
            <p:nvPr/>
          </p:nvSpPr>
          <p:spPr>
            <a:xfrm>
              <a:off x="5027193" y="3375887"/>
              <a:ext cx="126558" cy="174744"/>
            </a:xfrm>
            <a:custGeom>
              <a:rect b="b" l="l" r="r" t="t"/>
              <a:pathLst>
                <a:path extrusionOk="0" h="6669" w="4830">
                  <a:moveTo>
                    <a:pt x="3515" y="1"/>
                  </a:moveTo>
                  <a:cubicBezTo>
                    <a:pt x="3515" y="1"/>
                    <a:pt x="2324" y="2003"/>
                    <a:pt x="2430" y="6121"/>
                  </a:cubicBezTo>
                  <a:cubicBezTo>
                    <a:pt x="2430" y="6380"/>
                    <a:pt x="1388" y="6601"/>
                    <a:pt x="1" y="6654"/>
                  </a:cubicBezTo>
                  <a:cubicBezTo>
                    <a:pt x="212" y="6664"/>
                    <a:pt x="433" y="6668"/>
                    <a:pt x="659" y="6668"/>
                  </a:cubicBezTo>
                  <a:cubicBezTo>
                    <a:pt x="2363" y="6668"/>
                    <a:pt x="3745" y="6424"/>
                    <a:pt x="3745" y="6121"/>
                  </a:cubicBezTo>
                  <a:cubicBezTo>
                    <a:pt x="3644" y="2003"/>
                    <a:pt x="4830" y="1"/>
                    <a:pt x="4830"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6" name="Google Shape;20386;p89"/>
            <p:cNvSpPr/>
            <p:nvPr/>
          </p:nvSpPr>
          <p:spPr>
            <a:xfrm>
              <a:off x="4963547" y="3510725"/>
              <a:ext cx="161800" cy="39906"/>
            </a:xfrm>
            <a:custGeom>
              <a:rect b="b" l="l" r="r" t="t"/>
              <a:pathLst>
                <a:path extrusionOk="0" h="1523" w="6175">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7" name="Google Shape;20387;p89"/>
            <p:cNvSpPr/>
            <p:nvPr/>
          </p:nvSpPr>
          <p:spPr>
            <a:xfrm>
              <a:off x="4963547" y="3510856"/>
              <a:ext cx="157" cy="5948"/>
            </a:xfrm>
            <a:custGeom>
              <a:rect b="b" l="l" r="r" t="t"/>
              <a:pathLst>
                <a:path extrusionOk="0" h="227" w="6">
                  <a:moveTo>
                    <a:pt x="1" y="1"/>
                  </a:moveTo>
                  <a:cubicBezTo>
                    <a:pt x="1" y="73"/>
                    <a:pt x="1" y="149"/>
                    <a:pt x="6" y="226"/>
                  </a:cubicBezTo>
                  <a:cubicBezTo>
                    <a:pt x="6" y="149"/>
                    <a:pt x="6" y="73"/>
                    <a:pt x="6"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8" name="Google Shape;20388;p89"/>
            <p:cNvSpPr/>
            <p:nvPr/>
          </p:nvSpPr>
          <p:spPr>
            <a:xfrm>
              <a:off x="4963547" y="3510725"/>
              <a:ext cx="161800" cy="39906"/>
            </a:xfrm>
            <a:custGeom>
              <a:rect b="b" l="l" r="r" t="t"/>
              <a:pathLst>
                <a:path extrusionOk="0" h="1523" w="6175">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9" name="Google Shape;20389;p89"/>
            <p:cNvSpPr/>
            <p:nvPr/>
          </p:nvSpPr>
          <p:spPr>
            <a:xfrm>
              <a:off x="4963547" y="3510725"/>
              <a:ext cx="161669" cy="39906"/>
            </a:xfrm>
            <a:custGeom>
              <a:rect b="b" l="l" r="r" t="t"/>
              <a:pathLst>
                <a:path extrusionOk="0" h="1523" w="6170">
                  <a:moveTo>
                    <a:pt x="6165" y="1"/>
                  </a:moveTo>
                  <a:cubicBezTo>
                    <a:pt x="5732" y="92"/>
                    <a:pt x="5291" y="159"/>
                    <a:pt x="4854" y="193"/>
                  </a:cubicBezTo>
                  <a:lnTo>
                    <a:pt x="4854" y="303"/>
                  </a:lnTo>
                  <a:cubicBezTo>
                    <a:pt x="4849" y="668"/>
                    <a:pt x="4566" y="966"/>
                    <a:pt x="4206" y="990"/>
                  </a:cubicBezTo>
                  <a:cubicBezTo>
                    <a:pt x="3856" y="1014"/>
                    <a:pt x="3481" y="1028"/>
                    <a:pt x="3088" y="1028"/>
                  </a:cubicBezTo>
                  <a:cubicBezTo>
                    <a:pt x="1455" y="1028"/>
                    <a:pt x="121" y="802"/>
                    <a:pt x="6" y="519"/>
                  </a:cubicBezTo>
                  <a:lnTo>
                    <a:pt x="6" y="730"/>
                  </a:lnTo>
                  <a:cubicBezTo>
                    <a:pt x="6" y="802"/>
                    <a:pt x="6" y="879"/>
                    <a:pt x="1" y="951"/>
                  </a:cubicBezTo>
                  <a:cubicBezTo>
                    <a:pt x="1" y="966"/>
                    <a:pt x="1" y="975"/>
                    <a:pt x="1" y="985"/>
                  </a:cubicBezTo>
                  <a:lnTo>
                    <a:pt x="1" y="994"/>
                  </a:lnTo>
                  <a:cubicBezTo>
                    <a:pt x="1" y="994"/>
                    <a:pt x="1" y="999"/>
                    <a:pt x="1" y="1004"/>
                  </a:cubicBezTo>
                  <a:cubicBezTo>
                    <a:pt x="83" y="1292"/>
                    <a:pt x="1431" y="1522"/>
                    <a:pt x="3083" y="1522"/>
                  </a:cubicBezTo>
                  <a:cubicBezTo>
                    <a:pt x="4787" y="1522"/>
                    <a:pt x="6169" y="1278"/>
                    <a:pt x="6169" y="975"/>
                  </a:cubicBezTo>
                  <a:cubicBezTo>
                    <a:pt x="6160" y="634"/>
                    <a:pt x="6165" y="313"/>
                    <a:pt x="616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0" name="Google Shape;20390;p89"/>
            <p:cNvSpPr/>
            <p:nvPr/>
          </p:nvSpPr>
          <p:spPr>
            <a:xfrm>
              <a:off x="4935144" y="3355030"/>
              <a:ext cx="218607" cy="42396"/>
            </a:xfrm>
            <a:custGeom>
              <a:rect b="b" l="l" r="r" t="t"/>
              <a:pathLst>
                <a:path extrusionOk="0" h="1618" w="8343">
                  <a:moveTo>
                    <a:pt x="4172" y="0"/>
                  </a:moveTo>
                  <a:cubicBezTo>
                    <a:pt x="1867" y="0"/>
                    <a:pt x="0" y="360"/>
                    <a:pt x="0" y="807"/>
                  </a:cubicBezTo>
                  <a:cubicBezTo>
                    <a:pt x="0" y="1253"/>
                    <a:pt x="1867" y="1618"/>
                    <a:pt x="4172" y="1618"/>
                  </a:cubicBezTo>
                  <a:cubicBezTo>
                    <a:pt x="6476" y="1618"/>
                    <a:pt x="8343" y="1253"/>
                    <a:pt x="8343" y="807"/>
                  </a:cubicBezTo>
                  <a:cubicBezTo>
                    <a:pt x="8343" y="360"/>
                    <a:pt x="6476" y="0"/>
                    <a:pt x="4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1" name="Google Shape;20391;p89"/>
            <p:cNvSpPr/>
            <p:nvPr/>
          </p:nvSpPr>
          <p:spPr>
            <a:xfrm>
              <a:off x="4932995" y="3608330"/>
              <a:ext cx="111465" cy="99412"/>
            </a:xfrm>
            <a:custGeom>
              <a:rect b="b" l="l" r="r" t="t"/>
              <a:pathLst>
                <a:path extrusionOk="0" h="3794" w="4254">
                  <a:moveTo>
                    <a:pt x="1393" y="0"/>
                  </a:moveTo>
                  <a:cubicBezTo>
                    <a:pt x="1252" y="0"/>
                    <a:pt x="1119" y="23"/>
                    <a:pt x="999" y="73"/>
                  </a:cubicBezTo>
                  <a:cubicBezTo>
                    <a:pt x="1" y="490"/>
                    <a:pt x="500" y="1719"/>
                    <a:pt x="581" y="1897"/>
                  </a:cubicBezTo>
                  <a:cubicBezTo>
                    <a:pt x="495" y="2074"/>
                    <a:pt x="1" y="3303"/>
                    <a:pt x="999" y="3721"/>
                  </a:cubicBezTo>
                  <a:cubicBezTo>
                    <a:pt x="1119" y="3771"/>
                    <a:pt x="1251" y="3793"/>
                    <a:pt x="1392" y="3793"/>
                  </a:cubicBezTo>
                  <a:cubicBezTo>
                    <a:pt x="2548" y="3793"/>
                    <a:pt x="4254" y="2286"/>
                    <a:pt x="4254" y="2286"/>
                  </a:cubicBezTo>
                  <a:lnTo>
                    <a:pt x="4254" y="1503"/>
                  </a:lnTo>
                  <a:cubicBezTo>
                    <a:pt x="4254" y="1503"/>
                    <a:pt x="2549" y="0"/>
                    <a:pt x="1393"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2" name="Google Shape;20392;p89"/>
            <p:cNvSpPr/>
            <p:nvPr/>
          </p:nvSpPr>
          <p:spPr>
            <a:xfrm>
              <a:off x="5044435" y="3608330"/>
              <a:ext cx="111465" cy="99412"/>
            </a:xfrm>
            <a:custGeom>
              <a:rect b="b" l="l" r="r" t="t"/>
              <a:pathLst>
                <a:path extrusionOk="0" h="3794" w="4254">
                  <a:moveTo>
                    <a:pt x="2862" y="1"/>
                  </a:moveTo>
                  <a:cubicBezTo>
                    <a:pt x="1706" y="1"/>
                    <a:pt x="1" y="1508"/>
                    <a:pt x="1" y="1508"/>
                  </a:cubicBezTo>
                  <a:lnTo>
                    <a:pt x="1" y="2286"/>
                  </a:lnTo>
                  <a:cubicBezTo>
                    <a:pt x="1" y="2286"/>
                    <a:pt x="1706" y="3793"/>
                    <a:pt x="2862" y="3793"/>
                  </a:cubicBezTo>
                  <a:cubicBezTo>
                    <a:pt x="3003" y="3793"/>
                    <a:pt x="3135" y="3771"/>
                    <a:pt x="3255" y="3721"/>
                  </a:cubicBezTo>
                  <a:cubicBezTo>
                    <a:pt x="4249" y="3303"/>
                    <a:pt x="3754" y="2074"/>
                    <a:pt x="3673" y="1897"/>
                  </a:cubicBezTo>
                  <a:cubicBezTo>
                    <a:pt x="3759" y="1714"/>
                    <a:pt x="4254" y="490"/>
                    <a:pt x="3255" y="73"/>
                  </a:cubicBezTo>
                  <a:cubicBezTo>
                    <a:pt x="3135" y="23"/>
                    <a:pt x="3003" y="1"/>
                    <a:pt x="28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3" name="Google Shape;20393;p89"/>
            <p:cNvSpPr/>
            <p:nvPr/>
          </p:nvSpPr>
          <p:spPr>
            <a:xfrm>
              <a:off x="5106456" y="3608356"/>
              <a:ext cx="49444" cy="99360"/>
            </a:xfrm>
            <a:custGeom>
              <a:rect b="b" l="l" r="r" t="t"/>
              <a:pathLst>
                <a:path extrusionOk="0" h="3792" w="1887">
                  <a:moveTo>
                    <a:pt x="496" y="0"/>
                  </a:moveTo>
                  <a:cubicBezTo>
                    <a:pt x="338" y="0"/>
                    <a:pt x="171" y="28"/>
                    <a:pt x="0" y="77"/>
                  </a:cubicBezTo>
                  <a:cubicBezTo>
                    <a:pt x="984" y="494"/>
                    <a:pt x="494" y="1718"/>
                    <a:pt x="408" y="1896"/>
                  </a:cubicBezTo>
                  <a:cubicBezTo>
                    <a:pt x="494" y="2073"/>
                    <a:pt x="984" y="3298"/>
                    <a:pt x="0" y="3715"/>
                  </a:cubicBezTo>
                  <a:cubicBezTo>
                    <a:pt x="171" y="3763"/>
                    <a:pt x="338" y="3792"/>
                    <a:pt x="496" y="3792"/>
                  </a:cubicBezTo>
                  <a:cubicBezTo>
                    <a:pt x="636" y="3792"/>
                    <a:pt x="769" y="3770"/>
                    <a:pt x="888" y="3720"/>
                  </a:cubicBezTo>
                  <a:cubicBezTo>
                    <a:pt x="1882" y="3302"/>
                    <a:pt x="1387" y="2073"/>
                    <a:pt x="1306" y="1896"/>
                  </a:cubicBezTo>
                  <a:cubicBezTo>
                    <a:pt x="1387" y="1718"/>
                    <a:pt x="1887" y="489"/>
                    <a:pt x="888" y="72"/>
                  </a:cubicBezTo>
                  <a:cubicBezTo>
                    <a:pt x="769" y="22"/>
                    <a:pt x="636" y="0"/>
                    <a:pt x="496"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4" name="Google Shape;20394;p89"/>
            <p:cNvSpPr/>
            <p:nvPr/>
          </p:nvSpPr>
          <p:spPr>
            <a:xfrm>
              <a:off x="5027455" y="3627955"/>
              <a:ext cx="33985" cy="60161"/>
            </a:xfrm>
            <a:custGeom>
              <a:rect b="b" l="l" r="r" t="t"/>
              <a:pathLst>
                <a:path extrusionOk="0" h="2296" w="1297">
                  <a:moveTo>
                    <a:pt x="389" y="1"/>
                  </a:moveTo>
                  <a:cubicBezTo>
                    <a:pt x="173" y="1"/>
                    <a:pt x="1" y="173"/>
                    <a:pt x="1" y="385"/>
                  </a:cubicBezTo>
                  <a:lnTo>
                    <a:pt x="1" y="1911"/>
                  </a:lnTo>
                  <a:cubicBezTo>
                    <a:pt x="1" y="2122"/>
                    <a:pt x="173" y="2295"/>
                    <a:pt x="389" y="2295"/>
                  </a:cubicBezTo>
                  <a:lnTo>
                    <a:pt x="908" y="2295"/>
                  </a:lnTo>
                  <a:cubicBezTo>
                    <a:pt x="1124" y="2295"/>
                    <a:pt x="1297" y="2122"/>
                    <a:pt x="1297" y="1906"/>
                  </a:cubicBezTo>
                  <a:lnTo>
                    <a:pt x="1297" y="385"/>
                  </a:lnTo>
                  <a:cubicBezTo>
                    <a:pt x="1297" y="173"/>
                    <a:pt x="1124" y="1"/>
                    <a:pt x="90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5" name="Google Shape;20395;p89"/>
            <p:cNvSpPr/>
            <p:nvPr/>
          </p:nvSpPr>
          <p:spPr>
            <a:xfrm>
              <a:off x="4888713" y="3456408"/>
              <a:ext cx="311469" cy="137878"/>
            </a:xfrm>
            <a:custGeom>
              <a:rect b="b" l="l" r="r" t="t"/>
              <a:pathLst>
                <a:path extrusionOk="0" h="5262" w="11887">
                  <a:moveTo>
                    <a:pt x="8819" y="2328"/>
                  </a:moveTo>
                  <a:lnTo>
                    <a:pt x="8819" y="2343"/>
                  </a:lnTo>
                  <a:lnTo>
                    <a:pt x="8819" y="2664"/>
                  </a:lnTo>
                  <a:lnTo>
                    <a:pt x="8819" y="2683"/>
                  </a:lnTo>
                  <a:cubicBezTo>
                    <a:pt x="8819" y="2789"/>
                    <a:pt x="8819" y="2899"/>
                    <a:pt x="8824" y="3010"/>
                  </a:cubicBezTo>
                  <a:cubicBezTo>
                    <a:pt x="8737" y="3063"/>
                    <a:pt x="8646" y="3106"/>
                    <a:pt x="8550" y="3130"/>
                  </a:cubicBezTo>
                  <a:cubicBezTo>
                    <a:pt x="8200" y="3221"/>
                    <a:pt x="7835" y="3283"/>
                    <a:pt x="7475" y="3317"/>
                  </a:cubicBezTo>
                  <a:lnTo>
                    <a:pt x="7384" y="3327"/>
                  </a:lnTo>
                  <a:lnTo>
                    <a:pt x="7379" y="3327"/>
                  </a:lnTo>
                  <a:cubicBezTo>
                    <a:pt x="7024" y="3360"/>
                    <a:pt x="6630" y="3379"/>
                    <a:pt x="6222" y="3384"/>
                  </a:cubicBezTo>
                  <a:lnTo>
                    <a:pt x="5665" y="3384"/>
                  </a:lnTo>
                  <a:cubicBezTo>
                    <a:pt x="5262" y="3379"/>
                    <a:pt x="4868" y="3360"/>
                    <a:pt x="4508" y="3327"/>
                  </a:cubicBezTo>
                  <a:lnTo>
                    <a:pt x="4503" y="3327"/>
                  </a:lnTo>
                  <a:lnTo>
                    <a:pt x="4417" y="3317"/>
                  </a:lnTo>
                  <a:cubicBezTo>
                    <a:pt x="4052" y="3283"/>
                    <a:pt x="3687" y="3221"/>
                    <a:pt x="3337" y="3130"/>
                  </a:cubicBezTo>
                  <a:cubicBezTo>
                    <a:pt x="3241" y="3101"/>
                    <a:pt x="3150" y="3063"/>
                    <a:pt x="3063" y="3015"/>
                  </a:cubicBezTo>
                  <a:lnTo>
                    <a:pt x="3063" y="3010"/>
                  </a:lnTo>
                  <a:cubicBezTo>
                    <a:pt x="3063" y="2947"/>
                    <a:pt x="3063" y="2885"/>
                    <a:pt x="3068" y="2823"/>
                  </a:cubicBezTo>
                  <a:lnTo>
                    <a:pt x="3068" y="2808"/>
                  </a:lnTo>
                  <a:lnTo>
                    <a:pt x="3068" y="2683"/>
                  </a:lnTo>
                  <a:lnTo>
                    <a:pt x="3068" y="2664"/>
                  </a:lnTo>
                  <a:lnTo>
                    <a:pt x="3068" y="2626"/>
                  </a:lnTo>
                  <a:lnTo>
                    <a:pt x="3068" y="2621"/>
                  </a:lnTo>
                  <a:lnTo>
                    <a:pt x="3068" y="2434"/>
                  </a:lnTo>
                  <a:lnTo>
                    <a:pt x="3068" y="2415"/>
                  </a:lnTo>
                  <a:lnTo>
                    <a:pt x="3068" y="2347"/>
                  </a:lnTo>
                  <a:lnTo>
                    <a:pt x="3068" y="2328"/>
                  </a:lnTo>
                  <a:cubicBezTo>
                    <a:pt x="3812" y="2472"/>
                    <a:pt x="4839" y="2554"/>
                    <a:pt x="5944" y="2554"/>
                  </a:cubicBezTo>
                  <a:cubicBezTo>
                    <a:pt x="7043" y="2554"/>
                    <a:pt x="8075" y="2472"/>
                    <a:pt x="8819" y="2328"/>
                  </a:cubicBezTo>
                  <a:close/>
                  <a:moveTo>
                    <a:pt x="9237" y="2453"/>
                  </a:moveTo>
                  <a:cubicBezTo>
                    <a:pt x="9448" y="2463"/>
                    <a:pt x="9645" y="2472"/>
                    <a:pt x="9837" y="2487"/>
                  </a:cubicBezTo>
                  <a:lnTo>
                    <a:pt x="9985" y="2496"/>
                  </a:lnTo>
                  <a:cubicBezTo>
                    <a:pt x="10302" y="2506"/>
                    <a:pt x="10619" y="2539"/>
                    <a:pt x="10931" y="2602"/>
                  </a:cubicBezTo>
                  <a:cubicBezTo>
                    <a:pt x="11238" y="2669"/>
                    <a:pt x="11430" y="2775"/>
                    <a:pt x="11459" y="2895"/>
                  </a:cubicBezTo>
                  <a:cubicBezTo>
                    <a:pt x="11449" y="2914"/>
                    <a:pt x="11440" y="3010"/>
                    <a:pt x="11315" y="3168"/>
                  </a:cubicBezTo>
                  <a:cubicBezTo>
                    <a:pt x="11013" y="3547"/>
                    <a:pt x="10369" y="3955"/>
                    <a:pt x="9592" y="4248"/>
                  </a:cubicBezTo>
                  <a:cubicBezTo>
                    <a:pt x="8560" y="4642"/>
                    <a:pt x="7297" y="4848"/>
                    <a:pt x="5944" y="4848"/>
                  </a:cubicBezTo>
                  <a:lnTo>
                    <a:pt x="5939" y="4848"/>
                  </a:lnTo>
                  <a:cubicBezTo>
                    <a:pt x="4585" y="4848"/>
                    <a:pt x="3327" y="4642"/>
                    <a:pt x="2291" y="4248"/>
                  </a:cubicBezTo>
                  <a:cubicBezTo>
                    <a:pt x="1513" y="3951"/>
                    <a:pt x="874" y="3547"/>
                    <a:pt x="572" y="3168"/>
                  </a:cubicBezTo>
                  <a:cubicBezTo>
                    <a:pt x="447" y="3010"/>
                    <a:pt x="433" y="2914"/>
                    <a:pt x="442" y="2895"/>
                  </a:cubicBezTo>
                  <a:cubicBezTo>
                    <a:pt x="466" y="2779"/>
                    <a:pt x="658" y="2674"/>
                    <a:pt x="966" y="2602"/>
                  </a:cubicBezTo>
                  <a:cubicBezTo>
                    <a:pt x="1278" y="2539"/>
                    <a:pt x="1595" y="2506"/>
                    <a:pt x="1911" y="2496"/>
                  </a:cubicBezTo>
                  <a:lnTo>
                    <a:pt x="2060" y="2487"/>
                  </a:lnTo>
                  <a:cubicBezTo>
                    <a:pt x="2252" y="2472"/>
                    <a:pt x="2449" y="2463"/>
                    <a:pt x="2660" y="2453"/>
                  </a:cubicBezTo>
                  <a:lnTo>
                    <a:pt x="2660" y="2487"/>
                  </a:lnTo>
                  <a:lnTo>
                    <a:pt x="2660" y="2679"/>
                  </a:lnTo>
                  <a:lnTo>
                    <a:pt x="2660" y="2736"/>
                  </a:lnTo>
                  <a:lnTo>
                    <a:pt x="2660" y="2755"/>
                  </a:lnTo>
                  <a:cubicBezTo>
                    <a:pt x="2660" y="2837"/>
                    <a:pt x="2660" y="2923"/>
                    <a:pt x="2655" y="3005"/>
                  </a:cubicBezTo>
                  <a:cubicBezTo>
                    <a:pt x="2655" y="3019"/>
                    <a:pt x="2655" y="3034"/>
                    <a:pt x="2655" y="3048"/>
                  </a:cubicBezTo>
                  <a:cubicBezTo>
                    <a:pt x="2655" y="3327"/>
                    <a:pt x="2977" y="3504"/>
                    <a:pt x="3731" y="3634"/>
                  </a:cubicBezTo>
                  <a:cubicBezTo>
                    <a:pt x="4321" y="3739"/>
                    <a:pt x="5108" y="3797"/>
                    <a:pt x="5948" y="3797"/>
                  </a:cubicBezTo>
                  <a:cubicBezTo>
                    <a:pt x="6788" y="3797"/>
                    <a:pt x="7571" y="3739"/>
                    <a:pt x="8171" y="3634"/>
                  </a:cubicBezTo>
                  <a:cubicBezTo>
                    <a:pt x="8920" y="3504"/>
                    <a:pt x="9241" y="3327"/>
                    <a:pt x="9241" y="3048"/>
                  </a:cubicBezTo>
                  <a:lnTo>
                    <a:pt x="9241" y="3043"/>
                  </a:lnTo>
                  <a:cubicBezTo>
                    <a:pt x="9241" y="2952"/>
                    <a:pt x="9237" y="2861"/>
                    <a:pt x="9237" y="2770"/>
                  </a:cubicBezTo>
                  <a:lnTo>
                    <a:pt x="9237" y="2765"/>
                  </a:lnTo>
                  <a:lnTo>
                    <a:pt x="9237" y="2693"/>
                  </a:lnTo>
                  <a:lnTo>
                    <a:pt x="9237" y="2491"/>
                  </a:lnTo>
                  <a:lnTo>
                    <a:pt x="9237" y="2453"/>
                  </a:lnTo>
                  <a:close/>
                  <a:moveTo>
                    <a:pt x="2716" y="1"/>
                  </a:moveTo>
                  <a:cubicBezTo>
                    <a:pt x="2603" y="1"/>
                    <a:pt x="2488" y="85"/>
                    <a:pt x="2507" y="235"/>
                  </a:cubicBezTo>
                  <a:cubicBezTo>
                    <a:pt x="2588" y="835"/>
                    <a:pt x="2636" y="1435"/>
                    <a:pt x="2651" y="2045"/>
                  </a:cubicBezTo>
                  <a:cubicBezTo>
                    <a:pt x="2435" y="2050"/>
                    <a:pt x="2233" y="2064"/>
                    <a:pt x="2031" y="2074"/>
                  </a:cubicBezTo>
                  <a:lnTo>
                    <a:pt x="1892" y="2083"/>
                  </a:lnTo>
                  <a:cubicBezTo>
                    <a:pt x="1254" y="2122"/>
                    <a:pt x="193" y="2179"/>
                    <a:pt x="44" y="2794"/>
                  </a:cubicBezTo>
                  <a:cubicBezTo>
                    <a:pt x="1" y="2976"/>
                    <a:pt x="73" y="3192"/>
                    <a:pt x="250" y="3423"/>
                  </a:cubicBezTo>
                  <a:cubicBezTo>
                    <a:pt x="601" y="3864"/>
                    <a:pt x="1292" y="4306"/>
                    <a:pt x="2147" y="4632"/>
                  </a:cubicBezTo>
                  <a:cubicBezTo>
                    <a:pt x="3227" y="5045"/>
                    <a:pt x="4542" y="5261"/>
                    <a:pt x="5944" y="5261"/>
                  </a:cubicBezTo>
                  <a:cubicBezTo>
                    <a:pt x="7345" y="5261"/>
                    <a:pt x="8660" y="5045"/>
                    <a:pt x="9741" y="4632"/>
                  </a:cubicBezTo>
                  <a:cubicBezTo>
                    <a:pt x="10595" y="4306"/>
                    <a:pt x="11286" y="3864"/>
                    <a:pt x="11637" y="3423"/>
                  </a:cubicBezTo>
                  <a:cubicBezTo>
                    <a:pt x="11814" y="3197"/>
                    <a:pt x="11886" y="2976"/>
                    <a:pt x="11843" y="2794"/>
                  </a:cubicBezTo>
                  <a:cubicBezTo>
                    <a:pt x="11694" y="2179"/>
                    <a:pt x="10633" y="2122"/>
                    <a:pt x="9995" y="2083"/>
                  </a:cubicBezTo>
                  <a:lnTo>
                    <a:pt x="9856" y="2074"/>
                  </a:lnTo>
                  <a:cubicBezTo>
                    <a:pt x="9654" y="2064"/>
                    <a:pt x="9453" y="2050"/>
                    <a:pt x="9237" y="2045"/>
                  </a:cubicBezTo>
                  <a:cubicBezTo>
                    <a:pt x="9251" y="1440"/>
                    <a:pt x="9299" y="835"/>
                    <a:pt x="9376" y="235"/>
                  </a:cubicBezTo>
                  <a:cubicBezTo>
                    <a:pt x="9397" y="85"/>
                    <a:pt x="9283" y="1"/>
                    <a:pt x="9170" y="1"/>
                  </a:cubicBezTo>
                  <a:cubicBezTo>
                    <a:pt x="9078" y="1"/>
                    <a:pt x="8988" y="57"/>
                    <a:pt x="8973" y="178"/>
                  </a:cubicBezTo>
                  <a:cubicBezTo>
                    <a:pt x="8896" y="754"/>
                    <a:pt x="8848" y="1330"/>
                    <a:pt x="8828" y="1906"/>
                  </a:cubicBezTo>
                  <a:cubicBezTo>
                    <a:pt x="8108" y="2055"/>
                    <a:pt x="7048" y="2141"/>
                    <a:pt x="5944" y="2141"/>
                  </a:cubicBezTo>
                  <a:cubicBezTo>
                    <a:pt x="4820" y="2141"/>
                    <a:pt x="3783" y="2055"/>
                    <a:pt x="3059" y="1911"/>
                  </a:cubicBezTo>
                  <a:cubicBezTo>
                    <a:pt x="3039" y="1330"/>
                    <a:pt x="2991" y="754"/>
                    <a:pt x="2915" y="178"/>
                  </a:cubicBezTo>
                  <a:cubicBezTo>
                    <a:pt x="2899" y="57"/>
                    <a:pt x="2809" y="1"/>
                    <a:pt x="27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6" name="Google Shape;20396;p89"/>
            <p:cNvSpPr/>
            <p:nvPr/>
          </p:nvSpPr>
          <p:spPr>
            <a:xfrm>
              <a:off x="4934751" y="3602984"/>
              <a:ext cx="219525" cy="110050"/>
            </a:xfrm>
            <a:custGeom>
              <a:rect b="b" l="l" r="r" t="t"/>
              <a:pathLst>
                <a:path extrusionOk="0" h="4200" w="8378">
                  <a:moveTo>
                    <a:pt x="4451" y="1160"/>
                  </a:moveTo>
                  <a:cubicBezTo>
                    <a:pt x="4527" y="1160"/>
                    <a:pt x="4595" y="1208"/>
                    <a:pt x="4623" y="1285"/>
                  </a:cubicBezTo>
                  <a:cubicBezTo>
                    <a:pt x="4623" y="1294"/>
                    <a:pt x="4628" y="1304"/>
                    <a:pt x="4628" y="1314"/>
                  </a:cubicBezTo>
                  <a:cubicBezTo>
                    <a:pt x="4628" y="1323"/>
                    <a:pt x="4628" y="1328"/>
                    <a:pt x="4628" y="1338"/>
                  </a:cubicBezTo>
                  <a:lnTo>
                    <a:pt x="4628" y="2859"/>
                  </a:lnTo>
                  <a:cubicBezTo>
                    <a:pt x="4628" y="2869"/>
                    <a:pt x="4628" y="2878"/>
                    <a:pt x="4628" y="2888"/>
                  </a:cubicBezTo>
                  <a:cubicBezTo>
                    <a:pt x="4628" y="2898"/>
                    <a:pt x="4623" y="2907"/>
                    <a:pt x="4623" y="2917"/>
                  </a:cubicBezTo>
                  <a:cubicBezTo>
                    <a:pt x="4595" y="2994"/>
                    <a:pt x="4527" y="3042"/>
                    <a:pt x="4451" y="3042"/>
                  </a:cubicBezTo>
                  <a:lnTo>
                    <a:pt x="3927" y="3042"/>
                  </a:lnTo>
                  <a:cubicBezTo>
                    <a:pt x="3851" y="3042"/>
                    <a:pt x="3783" y="2994"/>
                    <a:pt x="3755" y="2917"/>
                  </a:cubicBezTo>
                  <a:cubicBezTo>
                    <a:pt x="3755" y="2907"/>
                    <a:pt x="3750" y="2898"/>
                    <a:pt x="3750" y="2888"/>
                  </a:cubicBezTo>
                  <a:cubicBezTo>
                    <a:pt x="3750" y="2878"/>
                    <a:pt x="3750" y="2869"/>
                    <a:pt x="3750" y="2859"/>
                  </a:cubicBezTo>
                  <a:lnTo>
                    <a:pt x="3750" y="1338"/>
                  </a:lnTo>
                  <a:cubicBezTo>
                    <a:pt x="3750" y="1328"/>
                    <a:pt x="3750" y="1323"/>
                    <a:pt x="3750" y="1314"/>
                  </a:cubicBezTo>
                  <a:cubicBezTo>
                    <a:pt x="3750" y="1304"/>
                    <a:pt x="3755" y="1294"/>
                    <a:pt x="3755" y="1285"/>
                  </a:cubicBezTo>
                  <a:cubicBezTo>
                    <a:pt x="3783" y="1208"/>
                    <a:pt x="3851" y="1160"/>
                    <a:pt x="3927" y="1160"/>
                  </a:cubicBezTo>
                  <a:close/>
                  <a:moveTo>
                    <a:pt x="7047" y="408"/>
                  </a:moveTo>
                  <a:cubicBezTo>
                    <a:pt x="7165" y="408"/>
                    <a:pt x="7269" y="426"/>
                    <a:pt x="7360" y="464"/>
                  </a:cubicBezTo>
                  <a:cubicBezTo>
                    <a:pt x="7556" y="536"/>
                    <a:pt x="7715" y="685"/>
                    <a:pt x="7792" y="882"/>
                  </a:cubicBezTo>
                  <a:cubicBezTo>
                    <a:pt x="7974" y="1362"/>
                    <a:pt x="7676" y="2005"/>
                    <a:pt x="7672" y="2010"/>
                  </a:cubicBezTo>
                  <a:cubicBezTo>
                    <a:pt x="7643" y="2067"/>
                    <a:pt x="7643" y="2130"/>
                    <a:pt x="7672" y="2187"/>
                  </a:cubicBezTo>
                  <a:cubicBezTo>
                    <a:pt x="7676" y="2192"/>
                    <a:pt x="7969" y="2840"/>
                    <a:pt x="7792" y="3315"/>
                  </a:cubicBezTo>
                  <a:cubicBezTo>
                    <a:pt x="7715" y="3512"/>
                    <a:pt x="7556" y="3666"/>
                    <a:pt x="7360" y="3733"/>
                  </a:cubicBezTo>
                  <a:cubicBezTo>
                    <a:pt x="7270" y="3770"/>
                    <a:pt x="7166" y="3789"/>
                    <a:pt x="7049" y="3789"/>
                  </a:cubicBezTo>
                  <a:cubicBezTo>
                    <a:pt x="6567" y="3789"/>
                    <a:pt x="5860" y="3476"/>
                    <a:pt x="5041" y="2893"/>
                  </a:cubicBezTo>
                  <a:lnTo>
                    <a:pt x="5041" y="2859"/>
                  </a:lnTo>
                  <a:lnTo>
                    <a:pt x="5041" y="2682"/>
                  </a:lnTo>
                  <a:lnTo>
                    <a:pt x="5876" y="2907"/>
                  </a:lnTo>
                  <a:cubicBezTo>
                    <a:pt x="5898" y="2913"/>
                    <a:pt x="5919" y="2916"/>
                    <a:pt x="5938" y="2916"/>
                  </a:cubicBezTo>
                  <a:cubicBezTo>
                    <a:pt x="6155" y="2916"/>
                    <a:pt x="6224" y="2575"/>
                    <a:pt x="5982" y="2514"/>
                  </a:cubicBezTo>
                  <a:lnTo>
                    <a:pt x="5041" y="2254"/>
                  </a:lnTo>
                  <a:lnTo>
                    <a:pt x="5041" y="1942"/>
                  </a:lnTo>
                  <a:lnTo>
                    <a:pt x="5982" y="1688"/>
                  </a:lnTo>
                  <a:cubicBezTo>
                    <a:pt x="6224" y="1622"/>
                    <a:pt x="6155" y="1281"/>
                    <a:pt x="5938" y="1281"/>
                  </a:cubicBezTo>
                  <a:cubicBezTo>
                    <a:pt x="5919" y="1281"/>
                    <a:pt x="5898" y="1284"/>
                    <a:pt x="5876" y="1290"/>
                  </a:cubicBezTo>
                  <a:lnTo>
                    <a:pt x="5041" y="1515"/>
                  </a:lnTo>
                  <a:lnTo>
                    <a:pt x="5041" y="1338"/>
                  </a:lnTo>
                  <a:lnTo>
                    <a:pt x="5041" y="1304"/>
                  </a:lnTo>
                  <a:cubicBezTo>
                    <a:pt x="5860" y="721"/>
                    <a:pt x="6564" y="408"/>
                    <a:pt x="7047" y="408"/>
                  </a:cubicBezTo>
                  <a:close/>
                  <a:moveTo>
                    <a:pt x="1321" y="411"/>
                  </a:moveTo>
                  <a:cubicBezTo>
                    <a:pt x="1806" y="411"/>
                    <a:pt x="2511" y="723"/>
                    <a:pt x="3332" y="1309"/>
                  </a:cubicBezTo>
                  <a:lnTo>
                    <a:pt x="3332" y="1338"/>
                  </a:lnTo>
                  <a:lnTo>
                    <a:pt x="3332" y="1520"/>
                  </a:lnTo>
                  <a:lnTo>
                    <a:pt x="2502" y="1294"/>
                  </a:lnTo>
                  <a:cubicBezTo>
                    <a:pt x="2480" y="1288"/>
                    <a:pt x="2459" y="1286"/>
                    <a:pt x="2439" y="1286"/>
                  </a:cubicBezTo>
                  <a:cubicBezTo>
                    <a:pt x="2218" y="1286"/>
                    <a:pt x="2149" y="1626"/>
                    <a:pt x="2391" y="1688"/>
                  </a:cubicBezTo>
                  <a:lnTo>
                    <a:pt x="3332" y="1942"/>
                  </a:lnTo>
                  <a:lnTo>
                    <a:pt x="3332" y="2259"/>
                  </a:lnTo>
                  <a:lnTo>
                    <a:pt x="2391" y="2514"/>
                  </a:lnTo>
                  <a:cubicBezTo>
                    <a:pt x="2149" y="2580"/>
                    <a:pt x="2218" y="2916"/>
                    <a:pt x="2434" y="2916"/>
                  </a:cubicBezTo>
                  <a:cubicBezTo>
                    <a:pt x="2454" y="2916"/>
                    <a:pt x="2475" y="2913"/>
                    <a:pt x="2497" y="2907"/>
                  </a:cubicBezTo>
                  <a:lnTo>
                    <a:pt x="3332" y="2682"/>
                  </a:lnTo>
                  <a:lnTo>
                    <a:pt x="3332" y="2864"/>
                  </a:lnTo>
                  <a:lnTo>
                    <a:pt x="3332" y="2898"/>
                  </a:lnTo>
                  <a:cubicBezTo>
                    <a:pt x="2512" y="3482"/>
                    <a:pt x="1807" y="3792"/>
                    <a:pt x="1320" y="3792"/>
                  </a:cubicBezTo>
                  <a:cubicBezTo>
                    <a:pt x="1203" y="3792"/>
                    <a:pt x="1099" y="3774"/>
                    <a:pt x="1009" y="3738"/>
                  </a:cubicBezTo>
                  <a:cubicBezTo>
                    <a:pt x="817" y="3666"/>
                    <a:pt x="658" y="3512"/>
                    <a:pt x="582" y="3320"/>
                  </a:cubicBezTo>
                  <a:cubicBezTo>
                    <a:pt x="399" y="2840"/>
                    <a:pt x="697" y="2197"/>
                    <a:pt x="702" y="2187"/>
                  </a:cubicBezTo>
                  <a:cubicBezTo>
                    <a:pt x="726" y="2134"/>
                    <a:pt x="726" y="2072"/>
                    <a:pt x="702" y="2014"/>
                  </a:cubicBezTo>
                  <a:cubicBezTo>
                    <a:pt x="697" y="2010"/>
                    <a:pt x="399" y="1362"/>
                    <a:pt x="582" y="886"/>
                  </a:cubicBezTo>
                  <a:cubicBezTo>
                    <a:pt x="658" y="690"/>
                    <a:pt x="817" y="541"/>
                    <a:pt x="1009" y="469"/>
                  </a:cubicBezTo>
                  <a:cubicBezTo>
                    <a:pt x="1110" y="430"/>
                    <a:pt x="1215" y="411"/>
                    <a:pt x="1321" y="411"/>
                  </a:cubicBezTo>
                  <a:close/>
                  <a:moveTo>
                    <a:pt x="1331" y="1"/>
                  </a:moveTo>
                  <a:cubicBezTo>
                    <a:pt x="1164" y="1"/>
                    <a:pt x="1005" y="28"/>
                    <a:pt x="860" y="90"/>
                  </a:cubicBezTo>
                  <a:cubicBezTo>
                    <a:pt x="558" y="200"/>
                    <a:pt x="322" y="435"/>
                    <a:pt x="207" y="738"/>
                  </a:cubicBezTo>
                  <a:cubicBezTo>
                    <a:pt x="1" y="1266"/>
                    <a:pt x="207" y="1870"/>
                    <a:pt x="298" y="2101"/>
                  </a:cubicBezTo>
                  <a:cubicBezTo>
                    <a:pt x="236" y="2250"/>
                    <a:pt x="193" y="2403"/>
                    <a:pt x="159" y="2557"/>
                  </a:cubicBezTo>
                  <a:cubicBezTo>
                    <a:pt x="92" y="2902"/>
                    <a:pt x="106" y="3210"/>
                    <a:pt x="202" y="3464"/>
                  </a:cubicBezTo>
                  <a:cubicBezTo>
                    <a:pt x="322" y="3767"/>
                    <a:pt x="558" y="4002"/>
                    <a:pt x="860" y="4112"/>
                  </a:cubicBezTo>
                  <a:cubicBezTo>
                    <a:pt x="998" y="4170"/>
                    <a:pt x="1145" y="4199"/>
                    <a:pt x="1292" y="4199"/>
                  </a:cubicBezTo>
                  <a:cubicBezTo>
                    <a:pt x="1303" y="4199"/>
                    <a:pt x="1314" y="4199"/>
                    <a:pt x="1326" y="4199"/>
                  </a:cubicBezTo>
                  <a:cubicBezTo>
                    <a:pt x="2012" y="4199"/>
                    <a:pt x="2838" y="3743"/>
                    <a:pt x="3510" y="3277"/>
                  </a:cubicBezTo>
                  <a:cubicBezTo>
                    <a:pt x="3620" y="3392"/>
                    <a:pt x="3769" y="3455"/>
                    <a:pt x="3927" y="3459"/>
                  </a:cubicBezTo>
                  <a:lnTo>
                    <a:pt x="4451" y="3459"/>
                  </a:lnTo>
                  <a:cubicBezTo>
                    <a:pt x="4609" y="3455"/>
                    <a:pt x="4758" y="3392"/>
                    <a:pt x="4868" y="3277"/>
                  </a:cubicBezTo>
                  <a:cubicBezTo>
                    <a:pt x="5540" y="3743"/>
                    <a:pt x="6371" y="4199"/>
                    <a:pt x="7047" y="4199"/>
                  </a:cubicBezTo>
                  <a:cubicBezTo>
                    <a:pt x="7059" y="4199"/>
                    <a:pt x="7071" y="4199"/>
                    <a:pt x="7082" y="4199"/>
                  </a:cubicBezTo>
                  <a:cubicBezTo>
                    <a:pt x="7233" y="4199"/>
                    <a:pt x="7380" y="4170"/>
                    <a:pt x="7518" y="4112"/>
                  </a:cubicBezTo>
                  <a:cubicBezTo>
                    <a:pt x="7820" y="4002"/>
                    <a:pt x="8056" y="3767"/>
                    <a:pt x="8171" y="3464"/>
                  </a:cubicBezTo>
                  <a:cubicBezTo>
                    <a:pt x="8377" y="2936"/>
                    <a:pt x="8171" y="2331"/>
                    <a:pt x="8080" y="2101"/>
                  </a:cubicBezTo>
                  <a:cubicBezTo>
                    <a:pt x="8142" y="1952"/>
                    <a:pt x="8185" y="1798"/>
                    <a:pt x="8219" y="1640"/>
                  </a:cubicBezTo>
                  <a:cubicBezTo>
                    <a:pt x="8286" y="1299"/>
                    <a:pt x="8272" y="992"/>
                    <a:pt x="8171" y="738"/>
                  </a:cubicBezTo>
                  <a:cubicBezTo>
                    <a:pt x="8056" y="435"/>
                    <a:pt x="7820" y="200"/>
                    <a:pt x="7518" y="90"/>
                  </a:cubicBezTo>
                  <a:cubicBezTo>
                    <a:pt x="7373" y="28"/>
                    <a:pt x="7214" y="1"/>
                    <a:pt x="7047" y="1"/>
                  </a:cubicBezTo>
                  <a:cubicBezTo>
                    <a:pt x="6364" y="1"/>
                    <a:pt x="5535" y="458"/>
                    <a:pt x="4868" y="925"/>
                  </a:cubicBezTo>
                  <a:cubicBezTo>
                    <a:pt x="4758" y="810"/>
                    <a:pt x="4609" y="742"/>
                    <a:pt x="4451" y="742"/>
                  </a:cubicBezTo>
                  <a:lnTo>
                    <a:pt x="3927" y="742"/>
                  </a:lnTo>
                  <a:cubicBezTo>
                    <a:pt x="3769" y="742"/>
                    <a:pt x="3620" y="810"/>
                    <a:pt x="3510" y="925"/>
                  </a:cubicBezTo>
                  <a:cubicBezTo>
                    <a:pt x="2839" y="458"/>
                    <a:pt x="2013" y="1"/>
                    <a:pt x="13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7" name="Google Shape;20397;p89"/>
            <p:cNvSpPr/>
            <p:nvPr/>
          </p:nvSpPr>
          <p:spPr>
            <a:xfrm>
              <a:off x="4929720" y="3349868"/>
              <a:ext cx="229324" cy="92914"/>
            </a:xfrm>
            <a:custGeom>
              <a:rect b="b" l="l" r="r" t="t"/>
              <a:pathLst>
                <a:path extrusionOk="0" h="3546" w="8752">
                  <a:moveTo>
                    <a:pt x="4379" y="404"/>
                  </a:moveTo>
                  <a:cubicBezTo>
                    <a:pt x="5415" y="404"/>
                    <a:pt x="6409" y="476"/>
                    <a:pt x="7167" y="615"/>
                  </a:cubicBezTo>
                  <a:cubicBezTo>
                    <a:pt x="7998" y="759"/>
                    <a:pt x="8286" y="936"/>
                    <a:pt x="8339" y="1004"/>
                  </a:cubicBezTo>
                  <a:lnTo>
                    <a:pt x="8329" y="1018"/>
                  </a:lnTo>
                  <a:lnTo>
                    <a:pt x="8320" y="1028"/>
                  </a:lnTo>
                  <a:cubicBezTo>
                    <a:pt x="8276" y="1066"/>
                    <a:pt x="8118" y="1176"/>
                    <a:pt x="7667" y="1292"/>
                  </a:cubicBezTo>
                  <a:lnTo>
                    <a:pt x="7657" y="1292"/>
                  </a:lnTo>
                  <a:lnTo>
                    <a:pt x="7609" y="1306"/>
                  </a:lnTo>
                  <a:lnTo>
                    <a:pt x="7595" y="1306"/>
                  </a:lnTo>
                  <a:lnTo>
                    <a:pt x="7552" y="1320"/>
                  </a:lnTo>
                  <a:lnTo>
                    <a:pt x="7528" y="1325"/>
                  </a:lnTo>
                  <a:lnTo>
                    <a:pt x="7489" y="1335"/>
                  </a:lnTo>
                  <a:lnTo>
                    <a:pt x="7460" y="1340"/>
                  </a:lnTo>
                  <a:lnTo>
                    <a:pt x="7417" y="1349"/>
                  </a:lnTo>
                  <a:lnTo>
                    <a:pt x="7393" y="1354"/>
                  </a:lnTo>
                  <a:lnTo>
                    <a:pt x="7326" y="1368"/>
                  </a:lnTo>
                  <a:lnTo>
                    <a:pt x="7321" y="1368"/>
                  </a:lnTo>
                  <a:lnTo>
                    <a:pt x="7244" y="1383"/>
                  </a:lnTo>
                  <a:lnTo>
                    <a:pt x="7167" y="1397"/>
                  </a:lnTo>
                  <a:lnTo>
                    <a:pt x="7047" y="1416"/>
                  </a:lnTo>
                  <a:lnTo>
                    <a:pt x="7009" y="1421"/>
                  </a:lnTo>
                  <a:lnTo>
                    <a:pt x="6937" y="1436"/>
                  </a:lnTo>
                  <a:lnTo>
                    <a:pt x="6855" y="1445"/>
                  </a:lnTo>
                  <a:lnTo>
                    <a:pt x="6803" y="1455"/>
                  </a:lnTo>
                  <a:lnTo>
                    <a:pt x="6702" y="1464"/>
                  </a:lnTo>
                  <a:lnTo>
                    <a:pt x="6692" y="1464"/>
                  </a:lnTo>
                  <a:cubicBezTo>
                    <a:pt x="6260" y="1522"/>
                    <a:pt x="5771" y="1565"/>
                    <a:pt x="5262" y="1584"/>
                  </a:cubicBezTo>
                  <a:lnTo>
                    <a:pt x="5252" y="1584"/>
                  </a:lnTo>
                  <a:lnTo>
                    <a:pt x="5094" y="1594"/>
                  </a:lnTo>
                  <a:lnTo>
                    <a:pt x="3673" y="1594"/>
                  </a:lnTo>
                  <a:lnTo>
                    <a:pt x="3510" y="1584"/>
                  </a:lnTo>
                  <a:lnTo>
                    <a:pt x="3505" y="1584"/>
                  </a:lnTo>
                  <a:cubicBezTo>
                    <a:pt x="2996" y="1565"/>
                    <a:pt x="2506" y="1527"/>
                    <a:pt x="2074" y="1464"/>
                  </a:cubicBezTo>
                  <a:lnTo>
                    <a:pt x="2065" y="1464"/>
                  </a:lnTo>
                  <a:lnTo>
                    <a:pt x="1964" y="1455"/>
                  </a:lnTo>
                  <a:lnTo>
                    <a:pt x="1911" y="1445"/>
                  </a:lnTo>
                  <a:lnTo>
                    <a:pt x="1830" y="1436"/>
                  </a:lnTo>
                  <a:lnTo>
                    <a:pt x="1758" y="1421"/>
                  </a:lnTo>
                  <a:lnTo>
                    <a:pt x="1719" y="1416"/>
                  </a:lnTo>
                  <a:lnTo>
                    <a:pt x="1599" y="1397"/>
                  </a:lnTo>
                  <a:lnTo>
                    <a:pt x="1527" y="1383"/>
                  </a:lnTo>
                  <a:lnTo>
                    <a:pt x="1522" y="1383"/>
                  </a:lnTo>
                  <a:lnTo>
                    <a:pt x="1369" y="1354"/>
                  </a:lnTo>
                  <a:lnTo>
                    <a:pt x="1350" y="1349"/>
                  </a:lnTo>
                  <a:lnTo>
                    <a:pt x="1302" y="1335"/>
                  </a:lnTo>
                  <a:lnTo>
                    <a:pt x="1278" y="1330"/>
                  </a:lnTo>
                  <a:lnTo>
                    <a:pt x="1234" y="1320"/>
                  </a:lnTo>
                  <a:lnTo>
                    <a:pt x="1210" y="1316"/>
                  </a:lnTo>
                  <a:lnTo>
                    <a:pt x="1167" y="1306"/>
                  </a:lnTo>
                  <a:lnTo>
                    <a:pt x="1153" y="1301"/>
                  </a:lnTo>
                  <a:lnTo>
                    <a:pt x="1105" y="1292"/>
                  </a:lnTo>
                  <a:lnTo>
                    <a:pt x="1100" y="1292"/>
                  </a:lnTo>
                  <a:cubicBezTo>
                    <a:pt x="644" y="1172"/>
                    <a:pt x="486" y="1061"/>
                    <a:pt x="442" y="1023"/>
                  </a:cubicBezTo>
                  <a:lnTo>
                    <a:pt x="433" y="1018"/>
                  </a:lnTo>
                  <a:lnTo>
                    <a:pt x="423" y="1004"/>
                  </a:lnTo>
                  <a:cubicBezTo>
                    <a:pt x="471" y="936"/>
                    <a:pt x="754" y="764"/>
                    <a:pt x="1585" y="615"/>
                  </a:cubicBezTo>
                  <a:cubicBezTo>
                    <a:pt x="2348" y="476"/>
                    <a:pt x="3337" y="404"/>
                    <a:pt x="4379" y="404"/>
                  </a:cubicBezTo>
                  <a:close/>
                  <a:moveTo>
                    <a:pt x="4379" y="0"/>
                  </a:moveTo>
                  <a:cubicBezTo>
                    <a:pt x="3246" y="0"/>
                    <a:pt x="2190" y="82"/>
                    <a:pt x="1388" y="240"/>
                  </a:cubicBezTo>
                  <a:cubicBezTo>
                    <a:pt x="481" y="413"/>
                    <a:pt x="39" y="648"/>
                    <a:pt x="1" y="965"/>
                  </a:cubicBezTo>
                  <a:cubicBezTo>
                    <a:pt x="1" y="980"/>
                    <a:pt x="1" y="994"/>
                    <a:pt x="1" y="1004"/>
                  </a:cubicBezTo>
                  <a:lnTo>
                    <a:pt x="1" y="1013"/>
                  </a:lnTo>
                  <a:cubicBezTo>
                    <a:pt x="1" y="1128"/>
                    <a:pt x="49" y="1234"/>
                    <a:pt x="135" y="1311"/>
                  </a:cubicBezTo>
                  <a:cubicBezTo>
                    <a:pt x="289" y="1632"/>
                    <a:pt x="567" y="2314"/>
                    <a:pt x="783" y="3375"/>
                  </a:cubicBezTo>
                  <a:cubicBezTo>
                    <a:pt x="808" y="3487"/>
                    <a:pt x="894" y="3536"/>
                    <a:pt x="981" y="3536"/>
                  </a:cubicBezTo>
                  <a:cubicBezTo>
                    <a:pt x="1099" y="3536"/>
                    <a:pt x="1220" y="3444"/>
                    <a:pt x="1186" y="3288"/>
                  </a:cubicBezTo>
                  <a:cubicBezTo>
                    <a:pt x="1071" y="2717"/>
                    <a:pt x="913" y="2156"/>
                    <a:pt x="706" y="1608"/>
                  </a:cubicBezTo>
                  <a:lnTo>
                    <a:pt x="706" y="1608"/>
                  </a:lnTo>
                  <a:cubicBezTo>
                    <a:pt x="759" y="1628"/>
                    <a:pt x="807" y="1642"/>
                    <a:pt x="865" y="1656"/>
                  </a:cubicBezTo>
                  <a:lnTo>
                    <a:pt x="889" y="1666"/>
                  </a:lnTo>
                  <a:lnTo>
                    <a:pt x="922" y="1676"/>
                  </a:lnTo>
                  <a:cubicBezTo>
                    <a:pt x="1282" y="1767"/>
                    <a:pt x="1647" y="1834"/>
                    <a:pt x="2017" y="1882"/>
                  </a:cubicBezTo>
                  <a:lnTo>
                    <a:pt x="2094" y="1892"/>
                  </a:lnTo>
                  <a:lnTo>
                    <a:pt x="2132" y="1896"/>
                  </a:lnTo>
                  <a:cubicBezTo>
                    <a:pt x="2766" y="1968"/>
                    <a:pt x="3399" y="2007"/>
                    <a:pt x="4038" y="2016"/>
                  </a:cubicBezTo>
                  <a:lnTo>
                    <a:pt x="4931" y="2016"/>
                  </a:lnTo>
                  <a:cubicBezTo>
                    <a:pt x="5646" y="2002"/>
                    <a:pt x="6366" y="1944"/>
                    <a:pt x="7076" y="1834"/>
                  </a:cubicBezTo>
                  <a:lnTo>
                    <a:pt x="7206" y="1815"/>
                  </a:lnTo>
                  <a:lnTo>
                    <a:pt x="7220" y="1815"/>
                  </a:lnTo>
                  <a:cubicBezTo>
                    <a:pt x="7393" y="1781"/>
                    <a:pt x="7552" y="1752"/>
                    <a:pt x="7696" y="1714"/>
                  </a:cubicBezTo>
                  <a:lnTo>
                    <a:pt x="7763" y="1700"/>
                  </a:lnTo>
                  <a:lnTo>
                    <a:pt x="7777" y="1695"/>
                  </a:lnTo>
                  <a:lnTo>
                    <a:pt x="7801" y="1690"/>
                  </a:lnTo>
                  <a:cubicBezTo>
                    <a:pt x="7888" y="1666"/>
                    <a:pt x="7969" y="1642"/>
                    <a:pt x="8046" y="1618"/>
                  </a:cubicBezTo>
                  <a:lnTo>
                    <a:pt x="8046" y="1618"/>
                  </a:lnTo>
                  <a:cubicBezTo>
                    <a:pt x="7840" y="2165"/>
                    <a:pt x="7681" y="2727"/>
                    <a:pt x="7566" y="3298"/>
                  </a:cubicBezTo>
                  <a:cubicBezTo>
                    <a:pt x="7533" y="3452"/>
                    <a:pt x="7652" y="3545"/>
                    <a:pt x="7770" y="3545"/>
                  </a:cubicBezTo>
                  <a:cubicBezTo>
                    <a:pt x="7857" y="3545"/>
                    <a:pt x="7945" y="3494"/>
                    <a:pt x="7969" y="3380"/>
                  </a:cubicBezTo>
                  <a:cubicBezTo>
                    <a:pt x="8185" y="2324"/>
                    <a:pt x="8464" y="1642"/>
                    <a:pt x="8617" y="1311"/>
                  </a:cubicBezTo>
                  <a:cubicBezTo>
                    <a:pt x="8704" y="1234"/>
                    <a:pt x="8752" y="1124"/>
                    <a:pt x="8752" y="1013"/>
                  </a:cubicBezTo>
                  <a:lnTo>
                    <a:pt x="8752" y="1004"/>
                  </a:lnTo>
                  <a:lnTo>
                    <a:pt x="8752" y="989"/>
                  </a:lnTo>
                  <a:lnTo>
                    <a:pt x="8752" y="980"/>
                  </a:lnTo>
                  <a:lnTo>
                    <a:pt x="8752" y="975"/>
                  </a:lnTo>
                  <a:cubicBezTo>
                    <a:pt x="8718" y="648"/>
                    <a:pt x="8276" y="413"/>
                    <a:pt x="7364" y="240"/>
                  </a:cubicBezTo>
                  <a:cubicBezTo>
                    <a:pt x="6567" y="82"/>
                    <a:pt x="5507" y="0"/>
                    <a:pt x="43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98" name="Google Shape;20398;p89"/>
          <p:cNvGrpSpPr/>
          <p:nvPr/>
        </p:nvGrpSpPr>
        <p:grpSpPr>
          <a:xfrm>
            <a:off x="6196821" y="3409296"/>
            <a:ext cx="363402" cy="243971"/>
            <a:chOff x="6196821" y="3409296"/>
            <a:chExt cx="363402" cy="243971"/>
          </a:xfrm>
        </p:grpSpPr>
        <p:sp>
          <p:nvSpPr>
            <p:cNvPr id="20399" name="Google Shape;20399;p89"/>
            <p:cNvSpPr/>
            <p:nvPr/>
          </p:nvSpPr>
          <p:spPr>
            <a:xfrm>
              <a:off x="6420957" y="3414641"/>
              <a:ext cx="133973" cy="142542"/>
            </a:xfrm>
            <a:custGeom>
              <a:rect b="b" l="l" r="r" t="t"/>
              <a:pathLst>
                <a:path extrusionOk="0" h="5440" w="5113">
                  <a:moveTo>
                    <a:pt x="644" y="0"/>
                  </a:moveTo>
                  <a:cubicBezTo>
                    <a:pt x="289" y="0"/>
                    <a:pt x="1" y="288"/>
                    <a:pt x="1" y="644"/>
                  </a:cubicBezTo>
                  <a:lnTo>
                    <a:pt x="1" y="2021"/>
                  </a:lnTo>
                  <a:cubicBezTo>
                    <a:pt x="1" y="2276"/>
                    <a:pt x="207" y="2482"/>
                    <a:pt x="461" y="2482"/>
                  </a:cubicBezTo>
                  <a:cubicBezTo>
                    <a:pt x="716" y="2482"/>
                    <a:pt x="922" y="2276"/>
                    <a:pt x="922" y="2021"/>
                  </a:cubicBezTo>
                  <a:lnTo>
                    <a:pt x="922" y="1445"/>
                  </a:lnTo>
                  <a:lnTo>
                    <a:pt x="3865" y="5439"/>
                  </a:lnTo>
                  <a:lnTo>
                    <a:pt x="5113" y="5439"/>
                  </a:lnTo>
                  <a:lnTo>
                    <a:pt x="5113" y="4916"/>
                  </a:lnTo>
                  <a:cubicBezTo>
                    <a:pt x="5113" y="4647"/>
                    <a:pt x="5007" y="4388"/>
                    <a:pt x="4830" y="4196"/>
                  </a:cubicBezTo>
                  <a:lnTo>
                    <a:pt x="1114" y="207"/>
                  </a:lnTo>
                  <a:cubicBezTo>
                    <a:pt x="989" y="77"/>
                    <a:pt x="821" y="0"/>
                    <a:pt x="644"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0" name="Google Shape;20400;p89"/>
            <p:cNvSpPr/>
            <p:nvPr/>
          </p:nvSpPr>
          <p:spPr>
            <a:xfrm>
              <a:off x="6433088" y="3434293"/>
              <a:ext cx="115815" cy="122890"/>
            </a:xfrm>
            <a:custGeom>
              <a:rect b="b" l="l" r="r" t="t"/>
              <a:pathLst>
                <a:path extrusionOk="0" h="4690" w="4420">
                  <a:moveTo>
                    <a:pt x="236" y="0"/>
                  </a:moveTo>
                  <a:cubicBezTo>
                    <a:pt x="115" y="0"/>
                    <a:pt x="0" y="92"/>
                    <a:pt x="3" y="234"/>
                  </a:cubicBezTo>
                  <a:lnTo>
                    <a:pt x="3" y="1732"/>
                  </a:lnTo>
                  <a:cubicBezTo>
                    <a:pt x="253" y="1732"/>
                    <a:pt x="459" y="1526"/>
                    <a:pt x="459" y="1271"/>
                  </a:cubicBezTo>
                  <a:lnTo>
                    <a:pt x="459" y="695"/>
                  </a:lnTo>
                  <a:lnTo>
                    <a:pt x="3397" y="4689"/>
                  </a:lnTo>
                  <a:lnTo>
                    <a:pt x="4419" y="4689"/>
                  </a:lnTo>
                  <a:lnTo>
                    <a:pt x="411" y="81"/>
                  </a:lnTo>
                  <a:cubicBezTo>
                    <a:pt x="362" y="25"/>
                    <a:pt x="298" y="0"/>
                    <a:pt x="23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1" name="Google Shape;20401;p89"/>
            <p:cNvSpPr/>
            <p:nvPr/>
          </p:nvSpPr>
          <p:spPr>
            <a:xfrm>
              <a:off x="6202113" y="3414641"/>
              <a:ext cx="133842" cy="142542"/>
            </a:xfrm>
            <a:custGeom>
              <a:rect b="b" l="l" r="r" t="t"/>
              <a:pathLst>
                <a:path extrusionOk="0" h="5440" w="5108">
                  <a:moveTo>
                    <a:pt x="4469" y="0"/>
                  </a:moveTo>
                  <a:cubicBezTo>
                    <a:pt x="4292" y="0"/>
                    <a:pt x="4119" y="77"/>
                    <a:pt x="3999" y="207"/>
                  </a:cubicBezTo>
                  <a:lnTo>
                    <a:pt x="283" y="4196"/>
                  </a:lnTo>
                  <a:cubicBezTo>
                    <a:pt x="101" y="4388"/>
                    <a:pt x="0" y="4647"/>
                    <a:pt x="0" y="4916"/>
                  </a:cubicBezTo>
                  <a:lnTo>
                    <a:pt x="0" y="5439"/>
                  </a:lnTo>
                  <a:lnTo>
                    <a:pt x="1248" y="5439"/>
                  </a:lnTo>
                  <a:lnTo>
                    <a:pt x="4191" y="1445"/>
                  </a:lnTo>
                  <a:lnTo>
                    <a:pt x="4191" y="2021"/>
                  </a:lnTo>
                  <a:cubicBezTo>
                    <a:pt x="4191" y="2276"/>
                    <a:pt x="4397" y="2482"/>
                    <a:pt x="4652" y="2482"/>
                  </a:cubicBezTo>
                  <a:cubicBezTo>
                    <a:pt x="4901" y="2482"/>
                    <a:pt x="5108" y="2276"/>
                    <a:pt x="5108" y="2021"/>
                  </a:cubicBezTo>
                  <a:lnTo>
                    <a:pt x="5108" y="644"/>
                  </a:lnTo>
                  <a:cubicBezTo>
                    <a:pt x="5108" y="288"/>
                    <a:pt x="4824" y="0"/>
                    <a:pt x="4469"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2" name="Google Shape;20402;p89"/>
            <p:cNvSpPr/>
            <p:nvPr/>
          </p:nvSpPr>
          <p:spPr>
            <a:xfrm>
              <a:off x="6208140" y="3434293"/>
              <a:ext cx="115736" cy="122890"/>
            </a:xfrm>
            <a:custGeom>
              <a:rect b="b" l="l" r="r" t="t"/>
              <a:pathLst>
                <a:path extrusionOk="0" h="4690" w="4417">
                  <a:moveTo>
                    <a:pt x="4181" y="0"/>
                  </a:moveTo>
                  <a:cubicBezTo>
                    <a:pt x="4119" y="0"/>
                    <a:pt x="4056" y="25"/>
                    <a:pt x="4009" y="81"/>
                  </a:cubicBezTo>
                  <a:lnTo>
                    <a:pt x="1" y="4689"/>
                  </a:lnTo>
                  <a:lnTo>
                    <a:pt x="1018" y="4689"/>
                  </a:lnTo>
                  <a:lnTo>
                    <a:pt x="3961" y="695"/>
                  </a:lnTo>
                  <a:lnTo>
                    <a:pt x="3961" y="1271"/>
                  </a:lnTo>
                  <a:cubicBezTo>
                    <a:pt x="3961" y="1526"/>
                    <a:pt x="4162" y="1732"/>
                    <a:pt x="4417" y="1732"/>
                  </a:cubicBezTo>
                  <a:lnTo>
                    <a:pt x="4417" y="234"/>
                  </a:lnTo>
                  <a:cubicBezTo>
                    <a:pt x="4417" y="92"/>
                    <a:pt x="4300" y="0"/>
                    <a:pt x="418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3" name="Google Shape;20403;p89"/>
            <p:cNvSpPr/>
            <p:nvPr/>
          </p:nvSpPr>
          <p:spPr>
            <a:xfrm>
              <a:off x="6202113" y="3532631"/>
              <a:ext cx="352712" cy="115239"/>
            </a:xfrm>
            <a:custGeom>
              <a:rect b="b" l="l" r="r" t="t"/>
              <a:pathLst>
                <a:path extrusionOk="0" h="4398" w="13461">
                  <a:moveTo>
                    <a:pt x="480" y="0"/>
                  </a:moveTo>
                  <a:cubicBezTo>
                    <a:pt x="216" y="0"/>
                    <a:pt x="0" y="211"/>
                    <a:pt x="0" y="480"/>
                  </a:cubicBezTo>
                  <a:lnTo>
                    <a:pt x="0" y="3917"/>
                  </a:lnTo>
                  <a:cubicBezTo>
                    <a:pt x="0" y="4181"/>
                    <a:pt x="216" y="4397"/>
                    <a:pt x="480" y="4397"/>
                  </a:cubicBezTo>
                  <a:lnTo>
                    <a:pt x="5146" y="4397"/>
                  </a:lnTo>
                  <a:cubicBezTo>
                    <a:pt x="5338" y="4397"/>
                    <a:pt x="5520" y="4325"/>
                    <a:pt x="5660" y="4195"/>
                  </a:cubicBezTo>
                  <a:lnTo>
                    <a:pt x="6730" y="3211"/>
                  </a:lnTo>
                  <a:lnTo>
                    <a:pt x="7801" y="4195"/>
                  </a:lnTo>
                  <a:cubicBezTo>
                    <a:pt x="7940" y="4325"/>
                    <a:pt x="8127" y="4397"/>
                    <a:pt x="8314" y="4397"/>
                  </a:cubicBezTo>
                  <a:lnTo>
                    <a:pt x="12980" y="4397"/>
                  </a:lnTo>
                  <a:cubicBezTo>
                    <a:pt x="13244" y="4397"/>
                    <a:pt x="13460" y="4181"/>
                    <a:pt x="13460" y="3917"/>
                  </a:cubicBezTo>
                  <a:lnTo>
                    <a:pt x="13460" y="480"/>
                  </a:lnTo>
                  <a:cubicBezTo>
                    <a:pt x="13460" y="211"/>
                    <a:pt x="13244" y="0"/>
                    <a:pt x="12980"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4" name="Google Shape;20404;p89"/>
            <p:cNvSpPr/>
            <p:nvPr/>
          </p:nvSpPr>
          <p:spPr>
            <a:xfrm>
              <a:off x="6227399" y="3557890"/>
              <a:ext cx="125798" cy="64799"/>
            </a:xfrm>
            <a:custGeom>
              <a:rect b="b" l="l" r="r" t="t"/>
              <a:pathLst>
                <a:path extrusionOk="0" h="2473" w="4801">
                  <a:moveTo>
                    <a:pt x="115" y="1"/>
                  </a:moveTo>
                  <a:cubicBezTo>
                    <a:pt x="53" y="1"/>
                    <a:pt x="0" y="49"/>
                    <a:pt x="0" y="111"/>
                  </a:cubicBezTo>
                  <a:lnTo>
                    <a:pt x="0" y="2358"/>
                  </a:lnTo>
                  <a:cubicBezTo>
                    <a:pt x="0" y="2420"/>
                    <a:pt x="48" y="2473"/>
                    <a:pt x="115" y="2473"/>
                  </a:cubicBezTo>
                  <a:lnTo>
                    <a:pt x="4056" y="2473"/>
                  </a:lnTo>
                  <a:cubicBezTo>
                    <a:pt x="4085" y="2473"/>
                    <a:pt x="4114" y="2463"/>
                    <a:pt x="4133" y="2444"/>
                  </a:cubicBezTo>
                  <a:lnTo>
                    <a:pt x="4762" y="1863"/>
                  </a:lnTo>
                  <a:cubicBezTo>
                    <a:pt x="4786" y="1844"/>
                    <a:pt x="4800" y="1815"/>
                    <a:pt x="4800" y="1782"/>
                  </a:cubicBezTo>
                  <a:lnTo>
                    <a:pt x="4800" y="111"/>
                  </a:lnTo>
                  <a:cubicBezTo>
                    <a:pt x="4800" y="49"/>
                    <a:pt x="4747" y="1"/>
                    <a:pt x="469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5" name="Google Shape;20405;p89"/>
            <p:cNvSpPr/>
            <p:nvPr/>
          </p:nvSpPr>
          <p:spPr>
            <a:xfrm>
              <a:off x="6312924" y="3557890"/>
              <a:ext cx="40273" cy="64720"/>
            </a:xfrm>
            <a:custGeom>
              <a:rect b="b" l="l" r="r" t="t"/>
              <a:pathLst>
                <a:path extrusionOk="0" h="2470" w="1537">
                  <a:moveTo>
                    <a:pt x="0" y="1"/>
                  </a:moveTo>
                  <a:cubicBezTo>
                    <a:pt x="63" y="1"/>
                    <a:pt x="111" y="49"/>
                    <a:pt x="111" y="111"/>
                  </a:cubicBezTo>
                  <a:lnTo>
                    <a:pt x="111" y="2358"/>
                  </a:lnTo>
                  <a:cubicBezTo>
                    <a:pt x="111" y="2420"/>
                    <a:pt x="63" y="2468"/>
                    <a:pt x="0" y="2468"/>
                  </a:cubicBezTo>
                  <a:lnTo>
                    <a:pt x="792" y="2468"/>
                  </a:lnTo>
                  <a:cubicBezTo>
                    <a:pt x="796" y="2469"/>
                    <a:pt x="800" y="2469"/>
                    <a:pt x="804" y="2469"/>
                  </a:cubicBezTo>
                  <a:cubicBezTo>
                    <a:pt x="828" y="2469"/>
                    <a:pt x="852" y="2456"/>
                    <a:pt x="869" y="2439"/>
                  </a:cubicBezTo>
                  <a:lnTo>
                    <a:pt x="1498" y="1863"/>
                  </a:lnTo>
                  <a:cubicBezTo>
                    <a:pt x="1522" y="1839"/>
                    <a:pt x="1536" y="1811"/>
                    <a:pt x="1536" y="1782"/>
                  </a:cubicBezTo>
                  <a:lnTo>
                    <a:pt x="1536" y="111"/>
                  </a:lnTo>
                  <a:cubicBezTo>
                    <a:pt x="1536" y="49"/>
                    <a:pt x="1488" y="1"/>
                    <a:pt x="142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6" name="Google Shape;20406;p89"/>
            <p:cNvSpPr/>
            <p:nvPr/>
          </p:nvSpPr>
          <p:spPr>
            <a:xfrm>
              <a:off x="6398947" y="3532605"/>
              <a:ext cx="155983" cy="115265"/>
            </a:xfrm>
            <a:custGeom>
              <a:rect b="b" l="l" r="r" t="t"/>
              <a:pathLst>
                <a:path extrusionOk="0" h="4399" w="5953">
                  <a:moveTo>
                    <a:pt x="5477" y="1"/>
                  </a:moveTo>
                  <a:cubicBezTo>
                    <a:pt x="5474" y="1"/>
                    <a:pt x="5471" y="1"/>
                    <a:pt x="5468" y="1"/>
                  </a:cubicBezTo>
                  <a:lnTo>
                    <a:pt x="4532" y="1"/>
                  </a:lnTo>
                  <a:lnTo>
                    <a:pt x="4532" y="15"/>
                  </a:lnTo>
                  <a:lnTo>
                    <a:pt x="4532" y="3452"/>
                  </a:lnTo>
                  <a:cubicBezTo>
                    <a:pt x="4532" y="3716"/>
                    <a:pt x="4316" y="3932"/>
                    <a:pt x="4052" y="3932"/>
                  </a:cubicBezTo>
                  <a:lnTo>
                    <a:pt x="1" y="3932"/>
                  </a:lnTo>
                  <a:lnTo>
                    <a:pt x="293" y="4201"/>
                  </a:lnTo>
                  <a:cubicBezTo>
                    <a:pt x="433" y="4326"/>
                    <a:pt x="615" y="4398"/>
                    <a:pt x="807" y="4398"/>
                  </a:cubicBezTo>
                  <a:lnTo>
                    <a:pt x="5473" y="4398"/>
                  </a:lnTo>
                  <a:cubicBezTo>
                    <a:pt x="5737" y="4398"/>
                    <a:pt x="5953" y="4182"/>
                    <a:pt x="5953" y="3918"/>
                  </a:cubicBezTo>
                  <a:lnTo>
                    <a:pt x="5953" y="481"/>
                  </a:lnTo>
                  <a:cubicBezTo>
                    <a:pt x="5953" y="215"/>
                    <a:pt x="5742" y="1"/>
                    <a:pt x="547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7" name="Google Shape;20407;p89"/>
            <p:cNvSpPr/>
            <p:nvPr/>
          </p:nvSpPr>
          <p:spPr>
            <a:xfrm>
              <a:off x="6403846" y="3557890"/>
              <a:ext cx="125693" cy="64799"/>
            </a:xfrm>
            <a:custGeom>
              <a:rect b="b" l="l" r="r" t="t"/>
              <a:pathLst>
                <a:path extrusionOk="0" h="2473" w="4797">
                  <a:moveTo>
                    <a:pt x="111" y="1"/>
                  </a:moveTo>
                  <a:cubicBezTo>
                    <a:pt x="49" y="1"/>
                    <a:pt x="1" y="49"/>
                    <a:pt x="1" y="111"/>
                  </a:cubicBezTo>
                  <a:lnTo>
                    <a:pt x="1" y="1782"/>
                  </a:lnTo>
                  <a:cubicBezTo>
                    <a:pt x="1" y="1811"/>
                    <a:pt x="15" y="1844"/>
                    <a:pt x="34" y="1863"/>
                  </a:cubicBezTo>
                  <a:lnTo>
                    <a:pt x="668" y="2444"/>
                  </a:lnTo>
                  <a:cubicBezTo>
                    <a:pt x="687" y="2459"/>
                    <a:pt x="711" y="2473"/>
                    <a:pt x="740" y="2473"/>
                  </a:cubicBezTo>
                  <a:lnTo>
                    <a:pt x="4686" y="2473"/>
                  </a:lnTo>
                  <a:cubicBezTo>
                    <a:pt x="4748" y="2473"/>
                    <a:pt x="4796" y="2420"/>
                    <a:pt x="4796" y="2358"/>
                  </a:cubicBezTo>
                  <a:lnTo>
                    <a:pt x="4796" y="111"/>
                  </a:lnTo>
                  <a:cubicBezTo>
                    <a:pt x="4796" y="49"/>
                    <a:pt x="4748" y="1"/>
                    <a:pt x="468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8" name="Google Shape;20408;p89"/>
            <p:cNvSpPr/>
            <p:nvPr/>
          </p:nvSpPr>
          <p:spPr>
            <a:xfrm>
              <a:off x="6489371" y="3557890"/>
              <a:ext cx="40168" cy="64694"/>
            </a:xfrm>
            <a:custGeom>
              <a:rect b="b" l="l" r="r" t="t"/>
              <a:pathLst>
                <a:path extrusionOk="0" h="2469" w="1533">
                  <a:moveTo>
                    <a:pt x="1" y="1"/>
                  </a:moveTo>
                  <a:cubicBezTo>
                    <a:pt x="63" y="1"/>
                    <a:pt x="116" y="49"/>
                    <a:pt x="116" y="111"/>
                  </a:cubicBezTo>
                  <a:lnTo>
                    <a:pt x="116" y="2358"/>
                  </a:lnTo>
                  <a:cubicBezTo>
                    <a:pt x="116" y="2420"/>
                    <a:pt x="63" y="2468"/>
                    <a:pt x="1" y="2468"/>
                  </a:cubicBezTo>
                  <a:lnTo>
                    <a:pt x="1422" y="2468"/>
                  </a:lnTo>
                  <a:cubicBezTo>
                    <a:pt x="1484" y="2468"/>
                    <a:pt x="1532" y="2420"/>
                    <a:pt x="1532" y="2358"/>
                  </a:cubicBezTo>
                  <a:lnTo>
                    <a:pt x="1532" y="111"/>
                  </a:lnTo>
                  <a:cubicBezTo>
                    <a:pt x="1532" y="49"/>
                    <a:pt x="1484" y="1"/>
                    <a:pt x="1422"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9" name="Google Shape;20409;p89"/>
            <p:cNvSpPr/>
            <p:nvPr/>
          </p:nvSpPr>
          <p:spPr>
            <a:xfrm>
              <a:off x="6202113" y="3635764"/>
              <a:ext cx="155983" cy="12210"/>
            </a:xfrm>
            <a:custGeom>
              <a:rect b="b" l="l" r="r" t="t"/>
              <a:pathLst>
                <a:path extrusionOk="0" h="466" w="5953">
                  <a:moveTo>
                    <a:pt x="0" y="0"/>
                  </a:moveTo>
                  <a:cubicBezTo>
                    <a:pt x="10" y="259"/>
                    <a:pt x="221" y="466"/>
                    <a:pt x="480" y="466"/>
                  </a:cubicBezTo>
                  <a:lnTo>
                    <a:pt x="5146" y="466"/>
                  </a:lnTo>
                  <a:cubicBezTo>
                    <a:pt x="5338" y="466"/>
                    <a:pt x="5520" y="394"/>
                    <a:pt x="5660" y="264"/>
                  </a:cubicBezTo>
                  <a:lnTo>
                    <a:pt x="595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0" name="Google Shape;20410;p89"/>
            <p:cNvSpPr/>
            <p:nvPr/>
          </p:nvSpPr>
          <p:spPr>
            <a:xfrm>
              <a:off x="6196821" y="3527207"/>
              <a:ext cx="363402" cy="126060"/>
            </a:xfrm>
            <a:custGeom>
              <a:rect b="b" l="l" r="r" t="t"/>
              <a:pathLst>
                <a:path extrusionOk="0" h="4811" w="13869">
                  <a:moveTo>
                    <a:pt x="13182" y="409"/>
                  </a:moveTo>
                  <a:cubicBezTo>
                    <a:pt x="13336" y="409"/>
                    <a:pt x="13460" y="533"/>
                    <a:pt x="13460" y="687"/>
                  </a:cubicBezTo>
                  <a:lnTo>
                    <a:pt x="13460" y="4124"/>
                  </a:lnTo>
                  <a:cubicBezTo>
                    <a:pt x="13460" y="4278"/>
                    <a:pt x="13336" y="4402"/>
                    <a:pt x="13182" y="4407"/>
                  </a:cubicBezTo>
                  <a:lnTo>
                    <a:pt x="8516" y="4407"/>
                  </a:lnTo>
                  <a:cubicBezTo>
                    <a:pt x="8377" y="4407"/>
                    <a:pt x="8243" y="4354"/>
                    <a:pt x="8142" y="4258"/>
                  </a:cubicBezTo>
                  <a:lnTo>
                    <a:pt x="7086" y="3289"/>
                  </a:lnTo>
                  <a:cubicBezTo>
                    <a:pt x="7043" y="3244"/>
                    <a:pt x="6986" y="3221"/>
                    <a:pt x="6930" y="3221"/>
                  </a:cubicBezTo>
                  <a:cubicBezTo>
                    <a:pt x="6878" y="3221"/>
                    <a:pt x="6827" y="3240"/>
                    <a:pt x="6788" y="3279"/>
                  </a:cubicBezTo>
                  <a:lnTo>
                    <a:pt x="5727" y="4258"/>
                  </a:lnTo>
                  <a:cubicBezTo>
                    <a:pt x="5622" y="4354"/>
                    <a:pt x="5487" y="4407"/>
                    <a:pt x="5348" y="4407"/>
                  </a:cubicBezTo>
                  <a:lnTo>
                    <a:pt x="682" y="4407"/>
                  </a:lnTo>
                  <a:cubicBezTo>
                    <a:pt x="529" y="4402"/>
                    <a:pt x="404" y="4278"/>
                    <a:pt x="404" y="4124"/>
                  </a:cubicBezTo>
                  <a:lnTo>
                    <a:pt x="404" y="687"/>
                  </a:lnTo>
                  <a:cubicBezTo>
                    <a:pt x="404" y="533"/>
                    <a:pt x="529" y="409"/>
                    <a:pt x="682" y="409"/>
                  </a:cubicBezTo>
                  <a:close/>
                  <a:moveTo>
                    <a:pt x="682" y="1"/>
                  </a:moveTo>
                  <a:cubicBezTo>
                    <a:pt x="303" y="1"/>
                    <a:pt x="1" y="308"/>
                    <a:pt x="1" y="687"/>
                  </a:cubicBezTo>
                  <a:lnTo>
                    <a:pt x="1" y="4124"/>
                  </a:lnTo>
                  <a:cubicBezTo>
                    <a:pt x="1" y="4503"/>
                    <a:pt x="303" y="4810"/>
                    <a:pt x="682" y="4810"/>
                  </a:cubicBezTo>
                  <a:lnTo>
                    <a:pt x="5348" y="4810"/>
                  </a:lnTo>
                  <a:cubicBezTo>
                    <a:pt x="5593" y="4810"/>
                    <a:pt x="5823" y="4719"/>
                    <a:pt x="6001" y="4556"/>
                  </a:cubicBezTo>
                  <a:lnTo>
                    <a:pt x="6932" y="3702"/>
                  </a:lnTo>
                  <a:lnTo>
                    <a:pt x="7868" y="4556"/>
                  </a:lnTo>
                  <a:cubicBezTo>
                    <a:pt x="8041" y="4719"/>
                    <a:pt x="8276" y="4810"/>
                    <a:pt x="8516" y="4810"/>
                  </a:cubicBezTo>
                  <a:lnTo>
                    <a:pt x="13182" y="4810"/>
                  </a:lnTo>
                  <a:cubicBezTo>
                    <a:pt x="13561" y="4810"/>
                    <a:pt x="13868" y="4503"/>
                    <a:pt x="13868" y="4124"/>
                  </a:cubicBezTo>
                  <a:lnTo>
                    <a:pt x="13868" y="687"/>
                  </a:lnTo>
                  <a:cubicBezTo>
                    <a:pt x="13868" y="308"/>
                    <a:pt x="13561" y="1"/>
                    <a:pt x="131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1" name="Google Shape;20411;p89"/>
            <p:cNvSpPr/>
            <p:nvPr/>
          </p:nvSpPr>
          <p:spPr>
            <a:xfrm>
              <a:off x="6222106" y="3552623"/>
              <a:ext cx="136358" cy="75358"/>
            </a:xfrm>
            <a:custGeom>
              <a:rect b="b" l="l" r="r" t="t"/>
              <a:pathLst>
                <a:path extrusionOk="0" h="2876" w="5204">
                  <a:moveTo>
                    <a:pt x="4801" y="403"/>
                  </a:moveTo>
                  <a:lnTo>
                    <a:pt x="4801" y="1940"/>
                  </a:lnTo>
                  <a:lnTo>
                    <a:pt x="4225" y="2468"/>
                  </a:lnTo>
                  <a:lnTo>
                    <a:pt x="408" y="2468"/>
                  </a:lnTo>
                  <a:lnTo>
                    <a:pt x="408" y="403"/>
                  </a:lnTo>
                  <a:close/>
                  <a:moveTo>
                    <a:pt x="317" y="0"/>
                  </a:moveTo>
                  <a:cubicBezTo>
                    <a:pt x="140" y="0"/>
                    <a:pt x="0" y="139"/>
                    <a:pt x="0" y="312"/>
                  </a:cubicBezTo>
                  <a:lnTo>
                    <a:pt x="0" y="2559"/>
                  </a:lnTo>
                  <a:cubicBezTo>
                    <a:pt x="0" y="2736"/>
                    <a:pt x="140" y="2876"/>
                    <a:pt x="317" y="2876"/>
                  </a:cubicBezTo>
                  <a:lnTo>
                    <a:pt x="4258" y="2876"/>
                  </a:lnTo>
                  <a:cubicBezTo>
                    <a:pt x="4340" y="2876"/>
                    <a:pt x="4417" y="2847"/>
                    <a:pt x="4474" y="2794"/>
                  </a:cubicBezTo>
                  <a:lnTo>
                    <a:pt x="5103" y="2213"/>
                  </a:lnTo>
                  <a:cubicBezTo>
                    <a:pt x="5170" y="2156"/>
                    <a:pt x="5204" y="2069"/>
                    <a:pt x="5204" y="1983"/>
                  </a:cubicBezTo>
                  <a:lnTo>
                    <a:pt x="5204" y="312"/>
                  </a:lnTo>
                  <a:cubicBezTo>
                    <a:pt x="5204" y="139"/>
                    <a:pt x="5065" y="0"/>
                    <a:pt x="48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2" name="Google Shape;20412;p89"/>
            <p:cNvSpPr/>
            <p:nvPr/>
          </p:nvSpPr>
          <p:spPr>
            <a:xfrm>
              <a:off x="6398449" y="3552623"/>
              <a:ext cx="136489" cy="75358"/>
            </a:xfrm>
            <a:custGeom>
              <a:rect b="b" l="l" r="r" t="t"/>
              <a:pathLst>
                <a:path extrusionOk="0" h="2876" w="5209">
                  <a:moveTo>
                    <a:pt x="4801" y="403"/>
                  </a:moveTo>
                  <a:lnTo>
                    <a:pt x="4801" y="2468"/>
                  </a:lnTo>
                  <a:lnTo>
                    <a:pt x="984" y="2468"/>
                  </a:lnTo>
                  <a:lnTo>
                    <a:pt x="408" y="1940"/>
                  </a:lnTo>
                  <a:lnTo>
                    <a:pt x="408" y="403"/>
                  </a:lnTo>
                  <a:close/>
                  <a:moveTo>
                    <a:pt x="317" y="0"/>
                  </a:moveTo>
                  <a:cubicBezTo>
                    <a:pt x="144" y="0"/>
                    <a:pt x="0" y="139"/>
                    <a:pt x="0" y="312"/>
                  </a:cubicBezTo>
                  <a:lnTo>
                    <a:pt x="0" y="1983"/>
                  </a:lnTo>
                  <a:cubicBezTo>
                    <a:pt x="0" y="2069"/>
                    <a:pt x="39" y="2156"/>
                    <a:pt x="106" y="2213"/>
                  </a:cubicBezTo>
                  <a:lnTo>
                    <a:pt x="735" y="2794"/>
                  </a:lnTo>
                  <a:cubicBezTo>
                    <a:pt x="792" y="2847"/>
                    <a:pt x="869" y="2876"/>
                    <a:pt x="946" y="2876"/>
                  </a:cubicBezTo>
                  <a:lnTo>
                    <a:pt x="4892" y="2876"/>
                  </a:lnTo>
                  <a:cubicBezTo>
                    <a:pt x="5065" y="2876"/>
                    <a:pt x="5209" y="2736"/>
                    <a:pt x="5209" y="2564"/>
                  </a:cubicBezTo>
                  <a:lnTo>
                    <a:pt x="5209" y="317"/>
                  </a:lnTo>
                  <a:cubicBezTo>
                    <a:pt x="5209" y="139"/>
                    <a:pt x="5065" y="0"/>
                    <a:pt x="48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89"/>
            <p:cNvSpPr/>
            <p:nvPr/>
          </p:nvSpPr>
          <p:spPr>
            <a:xfrm>
              <a:off x="6415664" y="3409296"/>
              <a:ext cx="127030" cy="109029"/>
            </a:xfrm>
            <a:custGeom>
              <a:rect b="b" l="l" r="r" t="t"/>
              <a:pathLst>
                <a:path extrusionOk="0" h="4161" w="4848">
                  <a:moveTo>
                    <a:pt x="852" y="1"/>
                  </a:moveTo>
                  <a:cubicBezTo>
                    <a:pt x="419" y="1"/>
                    <a:pt x="1" y="336"/>
                    <a:pt x="1" y="848"/>
                  </a:cubicBezTo>
                  <a:lnTo>
                    <a:pt x="1" y="2230"/>
                  </a:lnTo>
                  <a:cubicBezTo>
                    <a:pt x="1" y="2595"/>
                    <a:pt x="299" y="2893"/>
                    <a:pt x="663" y="2893"/>
                  </a:cubicBezTo>
                  <a:cubicBezTo>
                    <a:pt x="1014" y="2893"/>
                    <a:pt x="1302" y="2619"/>
                    <a:pt x="1321" y="2269"/>
                  </a:cubicBezTo>
                  <a:lnTo>
                    <a:pt x="2641" y="4059"/>
                  </a:lnTo>
                  <a:cubicBezTo>
                    <a:pt x="2687" y="4131"/>
                    <a:pt x="2749" y="4160"/>
                    <a:pt x="2810" y="4160"/>
                  </a:cubicBezTo>
                  <a:cubicBezTo>
                    <a:pt x="2961" y="4160"/>
                    <a:pt x="3104" y="3980"/>
                    <a:pt x="2968" y="3819"/>
                  </a:cubicBezTo>
                  <a:lnTo>
                    <a:pt x="1283" y="1534"/>
                  </a:lnTo>
                  <a:cubicBezTo>
                    <a:pt x="1241" y="1476"/>
                    <a:pt x="1181" y="1450"/>
                    <a:pt x="1122" y="1450"/>
                  </a:cubicBezTo>
                  <a:cubicBezTo>
                    <a:pt x="1019" y="1450"/>
                    <a:pt x="918" y="1529"/>
                    <a:pt x="918" y="1654"/>
                  </a:cubicBezTo>
                  <a:lnTo>
                    <a:pt x="918" y="2230"/>
                  </a:lnTo>
                  <a:cubicBezTo>
                    <a:pt x="911" y="2393"/>
                    <a:pt x="786" y="2475"/>
                    <a:pt x="661" y="2475"/>
                  </a:cubicBezTo>
                  <a:cubicBezTo>
                    <a:pt x="536" y="2475"/>
                    <a:pt x="411" y="2393"/>
                    <a:pt x="404" y="2230"/>
                  </a:cubicBezTo>
                  <a:lnTo>
                    <a:pt x="404" y="848"/>
                  </a:lnTo>
                  <a:cubicBezTo>
                    <a:pt x="404" y="582"/>
                    <a:pt x="619" y="409"/>
                    <a:pt x="844" y="409"/>
                  </a:cubicBezTo>
                  <a:cubicBezTo>
                    <a:pt x="956" y="409"/>
                    <a:pt x="1071" y="452"/>
                    <a:pt x="1163" y="550"/>
                  </a:cubicBezTo>
                  <a:lnTo>
                    <a:pt x="4408" y="4030"/>
                  </a:lnTo>
                  <a:cubicBezTo>
                    <a:pt x="4453" y="4080"/>
                    <a:pt x="4506" y="4100"/>
                    <a:pt x="4556" y="4100"/>
                  </a:cubicBezTo>
                  <a:cubicBezTo>
                    <a:pt x="4712" y="4100"/>
                    <a:pt x="4848" y="3904"/>
                    <a:pt x="4710" y="3752"/>
                  </a:cubicBezTo>
                  <a:lnTo>
                    <a:pt x="1460" y="272"/>
                  </a:lnTo>
                  <a:cubicBezTo>
                    <a:pt x="1287" y="84"/>
                    <a:pt x="1068" y="1"/>
                    <a:pt x="8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89"/>
            <p:cNvSpPr/>
            <p:nvPr/>
          </p:nvSpPr>
          <p:spPr>
            <a:xfrm>
              <a:off x="6214848" y="3409427"/>
              <a:ext cx="126532" cy="108478"/>
            </a:xfrm>
            <a:custGeom>
              <a:rect b="b" l="l" r="r" t="t"/>
              <a:pathLst>
                <a:path extrusionOk="0" h="4140" w="4829">
                  <a:moveTo>
                    <a:pt x="3976" y="0"/>
                  </a:moveTo>
                  <a:cubicBezTo>
                    <a:pt x="3759" y="0"/>
                    <a:pt x="3538" y="84"/>
                    <a:pt x="3364" y="271"/>
                  </a:cubicBezTo>
                  <a:lnTo>
                    <a:pt x="138" y="3732"/>
                  </a:lnTo>
                  <a:cubicBezTo>
                    <a:pt x="0" y="3885"/>
                    <a:pt x="137" y="4079"/>
                    <a:pt x="293" y="4079"/>
                  </a:cubicBezTo>
                  <a:cubicBezTo>
                    <a:pt x="343" y="4079"/>
                    <a:pt x="395" y="4059"/>
                    <a:pt x="441" y="4011"/>
                  </a:cubicBezTo>
                  <a:lnTo>
                    <a:pt x="436" y="4011"/>
                  </a:lnTo>
                  <a:lnTo>
                    <a:pt x="3662" y="545"/>
                  </a:lnTo>
                  <a:cubicBezTo>
                    <a:pt x="3752" y="450"/>
                    <a:pt x="3866" y="407"/>
                    <a:pt x="3978" y="407"/>
                  </a:cubicBezTo>
                  <a:cubicBezTo>
                    <a:pt x="4203" y="407"/>
                    <a:pt x="4420" y="581"/>
                    <a:pt x="4420" y="847"/>
                  </a:cubicBezTo>
                  <a:lnTo>
                    <a:pt x="4420" y="2225"/>
                  </a:lnTo>
                  <a:cubicBezTo>
                    <a:pt x="4413" y="2388"/>
                    <a:pt x="4288" y="2470"/>
                    <a:pt x="4163" y="2470"/>
                  </a:cubicBezTo>
                  <a:cubicBezTo>
                    <a:pt x="4038" y="2470"/>
                    <a:pt x="3914" y="2388"/>
                    <a:pt x="3906" y="2225"/>
                  </a:cubicBezTo>
                  <a:lnTo>
                    <a:pt x="3906" y="1649"/>
                  </a:lnTo>
                  <a:cubicBezTo>
                    <a:pt x="3906" y="1524"/>
                    <a:pt x="3806" y="1445"/>
                    <a:pt x="3703" y="1445"/>
                  </a:cubicBezTo>
                  <a:cubicBezTo>
                    <a:pt x="3643" y="1445"/>
                    <a:pt x="3584" y="1471"/>
                    <a:pt x="3542" y="1529"/>
                  </a:cubicBezTo>
                  <a:lnTo>
                    <a:pt x="1866" y="3800"/>
                  </a:lnTo>
                  <a:cubicBezTo>
                    <a:pt x="1732" y="3957"/>
                    <a:pt x="1878" y="4140"/>
                    <a:pt x="2028" y="4140"/>
                  </a:cubicBezTo>
                  <a:cubicBezTo>
                    <a:pt x="2088" y="4140"/>
                    <a:pt x="2149" y="4111"/>
                    <a:pt x="2193" y="4040"/>
                  </a:cubicBezTo>
                  <a:lnTo>
                    <a:pt x="3503" y="2264"/>
                  </a:lnTo>
                  <a:cubicBezTo>
                    <a:pt x="3527" y="2613"/>
                    <a:pt x="3819" y="2883"/>
                    <a:pt x="4167" y="2883"/>
                  </a:cubicBezTo>
                  <a:cubicBezTo>
                    <a:pt x="4173" y="2883"/>
                    <a:pt x="4179" y="2883"/>
                    <a:pt x="4185" y="2883"/>
                  </a:cubicBezTo>
                  <a:cubicBezTo>
                    <a:pt x="4540" y="2868"/>
                    <a:pt x="4823" y="2580"/>
                    <a:pt x="4828" y="2225"/>
                  </a:cubicBezTo>
                  <a:lnTo>
                    <a:pt x="4828" y="847"/>
                  </a:lnTo>
                  <a:cubicBezTo>
                    <a:pt x="4828" y="335"/>
                    <a:pt x="4410" y="0"/>
                    <a:pt x="39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15" name="Google Shape;20415;p89"/>
          <p:cNvGrpSpPr/>
          <p:nvPr/>
        </p:nvGrpSpPr>
        <p:grpSpPr>
          <a:xfrm>
            <a:off x="5818221" y="1502697"/>
            <a:ext cx="252723" cy="363402"/>
            <a:chOff x="5818221" y="1502697"/>
            <a:chExt cx="252723" cy="363402"/>
          </a:xfrm>
        </p:grpSpPr>
        <p:sp>
          <p:nvSpPr>
            <p:cNvPr id="20416" name="Google Shape;20416;p89"/>
            <p:cNvSpPr/>
            <p:nvPr/>
          </p:nvSpPr>
          <p:spPr>
            <a:xfrm>
              <a:off x="5861114" y="1528559"/>
              <a:ext cx="203043" cy="322448"/>
            </a:xfrm>
            <a:custGeom>
              <a:rect b="b" l="l" r="r" t="t"/>
              <a:pathLst>
                <a:path extrusionOk="0" h="12306" w="7749">
                  <a:moveTo>
                    <a:pt x="1427" y="1"/>
                  </a:moveTo>
                  <a:cubicBezTo>
                    <a:pt x="970" y="1"/>
                    <a:pt x="462" y="17"/>
                    <a:pt x="1" y="21"/>
                  </a:cubicBezTo>
                  <a:lnTo>
                    <a:pt x="1" y="1749"/>
                  </a:lnTo>
                  <a:cubicBezTo>
                    <a:pt x="332" y="1746"/>
                    <a:pt x="773" y="1705"/>
                    <a:pt x="1238" y="1705"/>
                  </a:cubicBezTo>
                  <a:cubicBezTo>
                    <a:pt x="2159" y="1705"/>
                    <a:pt x="3173" y="1866"/>
                    <a:pt x="3620" y="2801"/>
                  </a:cubicBezTo>
                  <a:cubicBezTo>
                    <a:pt x="3803" y="3184"/>
                    <a:pt x="4069" y="3839"/>
                    <a:pt x="4870" y="3839"/>
                  </a:cubicBezTo>
                  <a:cubicBezTo>
                    <a:pt x="5161" y="3839"/>
                    <a:pt x="5523" y="3753"/>
                    <a:pt x="5977" y="3535"/>
                  </a:cubicBezTo>
                  <a:cubicBezTo>
                    <a:pt x="6235" y="3407"/>
                    <a:pt x="6457" y="3339"/>
                    <a:pt x="6622" y="3339"/>
                  </a:cubicBezTo>
                  <a:cubicBezTo>
                    <a:pt x="6724" y="3339"/>
                    <a:pt x="6805" y="3365"/>
                    <a:pt x="6860" y="3420"/>
                  </a:cubicBezTo>
                  <a:cubicBezTo>
                    <a:pt x="7004" y="3564"/>
                    <a:pt x="7004" y="3842"/>
                    <a:pt x="6543" y="4375"/>
                  </a:cubicBezTo>
                  <a:cubicBezTo>
                    <a:pt x="6140" y="4845"/>
                    <a:pt x="1556" y="10414"/>
                    <a:pt x="1210" y="12305"/>
                  </a:cubicBezTo>
                  <a:lnTo>
                    <a:pt x="3169" y="12305"/>
                  </a:lnTo>
                  <a:cubicBezTo>
                    <a:pt x="3457" y="10611"/>
                    <a:pt x="3903" y="9228"/>
                    <a:pt x="7004" y="4874"/>
                  </a:cubicBezTo>
                  <a:cubicBezTo>
                    <a:pt x="7623" y="4005"/>
                    <a:pt x="7748" y="3569"/>
                    <a:pt x="7427" y="3060"/>
                  </a:cubicBezTo>
                  <a:cubicBezTo>
                    <a:pt x="7273" y="2815"/>
                    <a:pt x="7019" y="2657"/>
                    <a:pt x="6735" y="2623"/>
                  </a:cubicBezTo>
                  <a:cubicBezTo>
                    <a:pt x="6674" y="2615"/>
                    <a:pt x="6611" y="2611"/>
                    <a:pt x="6546" y="2611"/>
                  </a:cubicBezTo>
                  <a:cubicBezTo>
                    <a:pt x="6299" y="2611"/>
                    <a:pt x="6022" y="2669"/>
                    <a:pt x="5718" y="2791"/>
                  </a:cubicBezTo>
                  <a:cubicBezTo>
                    <a:pt x="5348" y="2939"/>
                    <a:pt x="5084" y="3012"/>
                    <a:pt x="4917" y="3012"/>
                  </a:cubicBezTo>
                  <a:cubicBezTo>
                    <a:pt x="4856" y="3012"/>
                    <a:pt x="4808" y="3002"/>
                    <a:pt x="4772" y="2983"/>
                  </a:cubicBezTo>
                  <a:cubicBezTo>
                    <a:pt x="4642" y="2906"/>
                    <a:pt x="4513" y="2594"/>
                    <a:pt x="4354" y="2201"/>
                  </a:cubicBezTo>
                  <a:cubicBezTo>
                    <a:pt x="4268" y="1994"/>
                    <a:pt x="4172" y="1759"/>
                    <a:pt x="4052" y="1490"/>
                  </a:cubicBezTo>
                  <a:cubicBezTo>
                    <a:pt x="3649" y="602"/>
                    <a:pt x="3058" y="247"/>
                    <a:pt x="2641" y="103"/>
                  </a:cubicBezTo>
                  <a:cubicBezTo>
                    <a:pt x="2396" y="21"/>
                    <a:pt x="1944" y="1"/>
                    <a:pt x="14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7" name="Google Shape;20417;p89"/>
            <p:cNvSpPr/>
            <p:nvPr/>
          </p:nvSpPr>
          <p:spPr>
            <a:xfrm>
              <a:off x="5860983" y="1548263"/>
              <a:ext cx="195497" cy="302744"/>
            </a:xfrm>
            <a:custGeom>
              <a:rect b="b" l="l" r="r" t="t"/>
              <a:pathLst>
                <a:path extrusionOk="0" h="11554" w="7461">
                  <a:moveTo>
                    <a:pt x="1037" y="1"/>
                  </a:moveTo>
                  <a:cubicBezTo>
                    <a:pt x="450" y="1"/>
                    <a:pt x="14" y="102"/>
                    <a:pt x="1" y="109"/>
                  </a:cubicBezTo>
                  <a:lnTo>
                    <a:pt x="1" y="997"/>
                  </a:lnTo>
                  <a:cubicBezTo>
                    <a:pt x="333" y="994"/>
                    <a:pt x="774" y="953"/>
                    <a:pt x="1239" y="953"/>
                  </a:cubicBezTo>
                  <a:cubicBezTo>
                    <a:pt x="2160" y="953"/>
                    <a:pt x="3175" y="1114"/>
                    <a:pt x="3625" y="2049"/>
                  </a:cubicBezTo>
                  <a:cubicBezTo>
                    <a:pt x="3805" y="2432"/>
                    <a:pt x="4069" y="3087"/>
                    <a:pt x="4870" y="3087"/>
                  </a:cubicBezTo>
                  <a:cubicBezTo>
                    <a:pt x="5161" y="3087"/>
                    <a:pt x="5523" y="3001"/>
                    <a:pt x="5977" y="2783"/>
                  </a:cubicBezTo>
                  <a:cubicBezTo>
                    <a:pt x="6238" y="2655"/>
                    <a:pt x="6459" y="2587"/>
                    <a:pt x="6624" y="2587"/>
                  </a:cubicBezTo>
                  <a:cubicBezTo>
                    <a:pt x="6725" y="2587"/>
                    <a:pt x="6805" y="2613"/>
                    <a:pt x="6860" y="2668"/>
                  </a:cubicBezTo>
                  <a:cubicBezTo>
                    <a:pt x="7004" y="2812"/>
                    <a:pt x="7009" y="3090"/>
                    <a:pt x="6544" y="3623"/>
                  </a:cubicBezTo>
                  <a:cubicBezTo>
                    <a:pt x="6140" y="4093"/>
                    <a:pt x="1556" y="9662"/>
                    <a:pt x="1211" y="11553"/>
                  </a:cubicBezTo>
                  <a:lnTo>
                    <a:pt x="2089" y="11553"/>
                  </a:lnTo>
                  <a:cubicBezTo>
                    <a:pt x="2089" y="11553"/>
                    <a:pt x="3207" y="7833"/>
                    <a:pt x="6731" y="3916"/>
                  </a:cubicBezTo>
                  <a:cubicBezTo>
                    <a:pt x="7254" y="3330"/>
                    <a:pt x="7460" y="2725"/>
                    <a:pt x="7158" y="2457"/>
                  </a:cubicBezTo>
                  <a:cubicBezTo>
                    <a:pt x="7018" y="2333"/>
                    <a:pt x="6854" y="2287"/>
                    <a:pt x="6674" y="2287"/>
                  </a:cubicBezTo>
                  <a:cubicBezTo>
                    <a:pt x="6166" y="2287"/>
                    <a:pt x="5528" y="2649"/>
                    <a:pt x="4926" y="2663"/>
                  </a:cubicBezTo>
                  <a:cubicBezTo>
                    <a:pt x="4916" y="2663"/>
                    <a:pt x="4907" y="2664"/>
                    <a:pt x="4897" y="2664"/>
                  </a:cubicBezTo>
                  <a:cubicBezTo>
                    <a:pt x="4812" y="2664"/>
                    <a:pt x="4731" y="2644"/>
                    <a:pt x="4657" y="2605"/>
                  </a:cubicBezTo>
                  <a:cubicBezTo>
                    <a:pt x="4446" y="2485"/>
                    <a:pt x="4139" y="2183"/>
                    <a:pt x="3923" y="1722"/>
                  </a:cubicBezTo>
                  <a:cubicBezTo>
                    <a:pt x="3644" y="1117"/>
                    <a:pt x="3246" y="623"/>
                    <a:pt x="2761" y="373"/>
                  </a:cubicBezTo>
                  <a:cubicBezTo>
                    <a:pt x="2195" y="80"/>
                    <a:pt x="1557" y="1"/>
                    <a:pt x="103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8" name="Google Shape;20418;p89"/>
            <p:cNvSpPr/>
            <p:nvPr/>
          </p:nvSpPr>
          <p:spPr>
            <a:xfrm>
              <a:off x="5848039" y="1536393"/>
              <a:ext cx="23661" cy="306805"/>
            </a:xfrm>
            <a:custGeom>
              <a:rect b="b" l="l" r="r" t="t"/>
              <a:pathLst>
                <a:path extrusionOk="0" h="11709" w="903">
                  <a:moveTo>
                    <a:pt x="0" y="1"/>
                  </a:moveTo>
                  <a:lnTo>
                    <a:pt x="0" y="11708"/>
                  </a:lnTo>
                  <a:lnTo>
                    <a:pt x="903" y="11708"/>
                  </a:lnTo>
                  <a:lnTo>
                    <a:pt x="903"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9" name="Google Shape;20419;p89"/>
            <p:cNvSpPr/>
            <p:nvPr/>
          </p:nvSpPr>
          <p:spPr>
            <a:xfrm>
              <a:off x="5859856" y="1536393"/>
              <a:ext cx="11844" cy="306805"/>
            </a:xfrm>
            <a:custGeom>
              <a:rect b="b" l="l" r="r" t="t"/>
              <a:pathLst>
                <a:path extrusionOk="0" h="11709" w="452">
                  <a:moveTo>
                    <a:pt x="1" y="1"/>
                  </a:moveTo>
                  <a:lnTo>
                    <a:pt x="1" y="11708"/>
                  </a:lnTo>
                  <a:lnTo>
                    <a:pt x="452" y="11708"/>
                  </a:lnTo>
                  <a:lnTo>
                    <a:pt x="45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0" name="Google Shape;20420;p89"/>
            <p:cNvSpPr/>
            <p:nvPr/>
          </p:nvSpPr>
          <p:spPr>
            <a:xfrm>
              <a:off x="5840624" y="1547477"/>
              <a:ext cx="38518" cy="17110"/>
            </a:xfrm>
            <a:custGeom>
              <a:rect b="b" l="l" r="r" t="t"/>
              <a:pathLst>
                <a:path extrusionOk="0" h="653" w="1470">
                  <a:moveTo>
                    <a:pt x="91" y="0"/>
                  </a:moveTo>
                  <a:cubicBezTo>
                    <a:pt x="43" y="0"/>
                    <a:pt x="0" y="38"/>
                    <a:pt x="0" y="91"/>
                  </a:cubicBezTo>
                  <a:lnTo>
                    <a:pt x="0" y="562"/>
                  </a:lnTo>
                  <a:cubicBezTo>
                    <a:pt x="0" y="610"/>
                    <a:pt x="43" y="653"/>
                    <a:pt x="91" y="653"/>
                  </a:cubicBezTo>
                  <a:lnTo>
                    <a:pt x="1383" y="653"/>
                  </a:lnTo>
                  <a:cubicBezTo>
                    <a:pt x="1431" y="653"/>
                    <a:pt x="1469" y="610"/>
                    <a:pt x="1469" y="562"/>
                  </a:cubicBezTo>
                  <a:lnTo>
                    <a:pt x="1469" y="91"/>
                  </a:lnTo>
                  <a:cubicBezTo>
                    <a:pt x="1469" y="38"/>
                    <a:pt x="1431" y="0"/>
                    <a:pt x="13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1" name="Google Shape;20421;p89"/>
            <p:cNvSpPr/>
            <p:nvPr/>
          </p:nvSpPr>
          <p:spPr>
            <a:xfrm>
              <a:off x="5840991" y="1507964"/>
              <a:ext cx="37889" cy="39540"/>
            </a:xfrm>
            <a:custGeom>
              <a:rect b="b" l="l" r="r" t="t"/>
              <a:pathLst>
                <a:path extrusionOk="0" h="1509" w="1446">
                  <a:moveTo>
                    <a:pt x="29" y="1"/>
                  </a:moveTo>
                  <a:cubicBezTo>
                    <a:pt x="10" y="6"/>
                    <a:pt x="1" y="20"/>
                    <a:pt x="5" y="39"/>
                  </a:cubicBezTo>
                  <a:lnTo>
                    <a:pt x="241" y="1508"/>
                  </a:lnTo>
                  <a:lnTo>
                    <a:pt x="1205" y="1508"/>
                  </a:lnTo>
                  <a:lnTo>
                    <a:pt x="1441" y="39"/>
                  </a:lnTo>
                  <a:cubicBezTo>
                    <a:pt x="1445" y="20"/>
                    <a:pt x="1436" y="6"/>
                    <a:pt x="14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2" name="Google Shape;20422;p89"/>
            <p:cNvSpPr/>
            <p:nvPr/>
          </p:nvSpPr>
          <p:spPr>
            <a:xfrm>
              <a:off x="5840624" y="1781544"/>
              <a:ext cx="38622" cy="17005"/>
            </a:xfrm>
            <a:custGeom>
              <a:rect b="b" l="l" r="r" t="t"/>
              <a:pathLst>
                <a:path extrusionOk="0" h="649" w="1474">
                  <a:moveTo>
                    <a:pt x="91" y="0"/>
                  </a:moveTo>
                  <a:cubicBezTo>
                    <a:pt x="43" y="0"/>
                    <a:pt x="0" y="39"/>
                    <a:pt x="0" y="92"/>
                  </a:cubicBezTo>
                  <a:lnTo>
                    <a:pt x="0" y="562"/>
                  </a:lnTo>
                  <a:cubicBezTo>
                    <a:pt x="0" y="610"/>
                    <a:pt x="43" y="648"/>
                    <a:pt x="91" y="648"/>
                  </a:cubicBezTo>
                  <a:lnTo>
                    <a:pt x="1383" y="648"/>
                  </a:lnTo>
                  <a:cubicBezTo>
                    <a:pt x="1431" y="648"/>
                    <a:pt x="1469" y="610"/>
                    <a:pt x="1469" y="562"/>
                  </a:cubicBezTo>
                  <a:lnTo>
                    <a:pt x="1469" y="92"/>
                  </a:lnTo>
                  <a:cubicBezTo>
                    <a:pt x="1474" y="39"/>
                    <a:pt x="1431" y="0"/>
                    <a:pt x="13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3" name="Google Shape;20423;p89"/>
            <p:cNvSpPr/>
            <p:nvPr/>
          </p:nvSpPr>
          <p:spPr>
            <a:xfrm>
              <a:off x="5840991" y="1798523"/>
              <a:ext cx="37889" cy="39513"/>
            </a:xfrm>
            <a:custGeom>
              <a:rect b="b" l="l" r="r" t="t"/>
              <a:pathLst>
                <a:path extrusionOk="0" h="1508" w="1446">
                  <a:moveTo>
                    <a:pt x="241" y="0"/>
                  </a:moveTo>
                  <a:lnTo>
                    <a:pt x="5" y="1474"/>
                  </a:lnTo>
                  <a:cubicBezTo>
                    <a:pt x="1" y="1488"/>
                    <a:pt x="10" y="1508"/>
                    <a:pt x="29" y="1508"/>
                  </a:cubicBezTo>
                  <a:lnTo>
                    <a:pt x="1417" y="1508"/>
                  </a:lnTo>
                  <a:cubicBezTo>
                    <a:pt x="1436" y="1508"/>
                    <a:pt x="1445" y="1488"/>
                    <a:pt x="1441" y="1474"/>
                  </a:cubicBezTo>
                  <a:lnTo>
                    <a:pt x="120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4" name="Google Shape;20424;p89"/>
            <p:cNvSpPr/>
            <p:nvPr/>
          </p:nvSpPr>
          <p:spPr>
            <a:xfrm>
              <a:off x="5859856" y="1547477"/>
              <a:ext cx="19285" cy="17110"/>
            </a:xfrm>
            <a:custGeom>
              <a:rect b="b" l="l" r="r" t="t"/>
              <a:pathLst>
                <a:path extrusionOk="0" h="653" w="736">
                  <a:moveTo>
                    <a:pt x="1" y="0"/>
                  </a:moveTo>
                  <a:lnTo>
                    <a:pt x="1" y="653"/>
                  </a:lnTo>
                  <a:lnTo>
                    <a:pt x="649" y="653"/>
                  </a:lnTo>
                  <a:cubicBezTo>
                    <a:pt x="697" y="653"/>
                    <a:pt x="735" y="610"/>
                    <a:pt x="735" y="562"/>
                  </a:cubicBezTo>
                  <a:lnTo>
                    <a:pt x="735" y="91"/>
                  </a:lnTo>
                  <a:cubicBezTo>
                    <a:pt x="735" y="38"/>
                    <a:pt x="697" y="0"/>
                    <a:pt x="6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5" name="Google Shape;20425;p89"/>
            <p:cNvSpPr/>
            <p:nvPr/>
          </p:nvSpPr>
          <p:spPr>
            <a:xfrm>
              <a:off x="5859856" y="1781544"/>
              <a:ext cx="19390" cy="17005"/>
            </a:xfrm>
            <a:custGeom>
              <a:rect b="b" l="l" r="r" t="t"/>
              <a:pathLst>
                <a:path extrusionOk="0" h="649" w="740">
                  <a:moveTo>
                    <a:pt x="1" y="0"/>
                  </a:moveTo>
                  <a:lnTo>
                    <a:pt x="1" y="648"/>
                  </a:lnTo>
                  <a:lnTo>
                    <a:pt x="649" y="648"/>
                  </a:lnTo>
                  <a:cubicBezTo>
                    <a:pt x="697" y="648"/>
                    <a:pt x="735" y="610"/>
                    <a:pt x="735" y="562"/>
                  </a:cubicBezTo>
                  <a:lnTo>
                    <a:pt x="735" y="92"/>
                  </a:lnTo>
                  <a:cubicBezTo>
                    <a:pt x="740" y="39"/>
                    <a:pt x="697" y="0"/>
                    <a:pt x="6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6" name="Google Shape;20426;p89"/>
            <p:cNvSpPr/>
            <p:nvPr/>
          </p:nvSpPr>
          <p:spPr>
            <a:xfrm>
              <a:off x="5859856" y="1507964"/>
              <a:ext cx="19023" cy="39540"/>
            </a:xfrm>
            <a:custGeom>
              <a:rect b="b" l="l" r="r" t="t"/>
              <a:pathLst>
                <a:path extrusionOk="0" h="1509" w="726">
                  <a:moveTo>
                    <a:pt x="1" y="1"/>
                  </a:moveTo>
                  <a:lnTo>
                    <a:pt x="1" y="1508"/>
                  </a:lnTo>
                  <a:lnTo>
                    <a:pt x="485" y="1508"/>
                  </a:lnTo>
                  <a:lnTo>
                    <a:pt x="721" y="39"/>
                  </a:lnTo>
                  <a:cubicBezTo>
                    <a:pt x="725" y="20"/>
                    <a:pt x="711" y="6"/>
                    <a:pt x="6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7" name="Google Shape;20427;p89"/>
            <p:cNvSpPr/>
            <p:nvPr/>
          </p:nvSpPr>
          <p:spPr>
            <a:xfrm>
              <a:off x="5859856" y="1798523"/>
              <a:ext cx="19023" cy="39513"/>
            </a:xfrm>
            <a:custGeom>
              <a:rect b="b" l="l" r="r" t="t"/>
              <a:pathLst>
                <a:path extrusionOk="0" h="1508" w="726">
                  <a:moveTo>
                    <a:pt x="1" y="0"/>
                  </a:moveTo>
                  <a:lnTo>
                    <a:pt x="1" y="1508"/>
                  </a:lnTo>
                  <a:lnTo>
                    <a:pt x="697" y="1508"/>
                  </a:lnTo>
                  <a:cubicBezTo>
                    <a:pt x="711" y="1508"/>
                    <a:pt x="725" y="1488"/>
                    <a:pt x="721" y="1474"/>
                  </a:cubicBezTo>
                  <a:lnTo>
                    <a:pt x="485"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8" name="Google Shape;20428;p89"/>
            <p:cNvSpPr/>
            <p:nvPr/>
          </p:nvSpPr>
          <p:spPr>
            <a:xfrm>
              <a:off x="5823645" y="1836753"/>
              <a:ext cx="138244" cy="24054"/>
            </a:xfrm>
            <a:custGeom>
              <a:rect b="b" l="l" r="r" t="t"/>
              <a:pathLst>
                <a:path extrusionOk="0" h="918" w="5276">
                  <a:moveTo>
                    <a:pt x="245" y="1"/>
                  </a:moveTo>
                  <a:cubicBezTo>
                    <a:pt x="111" y="1"/>
                    <a:pt x="0" y="111"/>
                    <a:pt x="0" y="245"/>
                  </a:cubicBezTo>
                  <a:lnTo>
                    <a:pt x="0" y="673"/>
                  </a:lnTo>
                  <a:cubicBezTo>
                    <a:pt x="0" y="807"/>
                    <a:pt x="111" y="917"/>
                    <a:pt x="245" y="917"/>
                  </a:cubicBezTo>
                  <a:lnTo>
                    <a:pt x="5031" y="917"/>
                  </a:lnTo>
                  <a:cubicBezTo>
                    <a:pt x="5165" y="917"/>
                    <a:pt x="5276" y="807"/>
                    <a:pt x="5276" y="673"/>
                  </a:cubicBezTo>
                  <a:lnTo>
                    <a:pt x="5276" y="245"/>
                  </a:lnTo>
                  <a:cubicBezTo>
                    <a:pt x="5276" y="111"/>
                    <a:pt x="5165" y="1"/>
                    <a:pt x="50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9" name="Google Shape;20429;p89"/>
            <p:cNvSpPr/>
            <p:nvPr/>
          </p:nvSpPr>
          <p:spPr>
            <a:xfrm>
              <a:off x="5823645" y="1843041"/>
              <a:ext cx="138244" cy="17765"/>
            </a:xfrm>
            <a:custGeom>
              <a:rect b="b" l="l" r="r" t="t"/>
              <a:pathLst>
                <a:path extrusionOk="0" h="678" w="5276">
                  <a:moveTo>
                    <a:pt x="0" y="1"/>
                  </a:moveTo>
                  <a:lnTo>
                    <a:pt x="0" y="5"/>
                  </a:lnTo>
                  <a:lnTo>
                    <a:pt x="0" y="433"/>
                  </a:lnTo>
                  <a:cubicBezTo>
                    <a:pt x="0" y="567"/>
                    <a:pt x="111" y="677"/>
                    <a:pt x="245" y="677"/>
                  </a:cubicBezTo>
                  <a:lnTo>
                    <a:pt x="5031" y="677"/>
                  </a:lnTo>
                  <a:cubicBezTo>
                    <a:pt x="5165" y="673"/>
                    <a:pt x="5276" y="567"/>
                    <a:pt x="5276" y="433"/>
                  </a:cubicBezTo>
                  <a:lnTo>
                    <a:pt x="5276" y="5"/>
                  </a:lnTo>
                  <a:lnTo>
                    <a:pt x="5276" y="1"/>
                  </a:lnTo>
                  <a:cubicBezTo>
                    <a:pt x="5271" y="130"/>
                    <a:pt x="5160" y="236"/>
                    <a:pt x="5031" y="236"/>
                  </a:cubicBezTo>
                  <a:lnTo>
                    <a:pt x="245" y="236"/>
                  </a:lnTo>
                  <a:cubicBezTo>
                    <a:pt x="111" y="236"/>
                    <a:pt x="5" y="130"/>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0" name="Google Shape;20430;p89"/>
            <p:cNvSpPr/>
            <p:nvPr/>
          </p:nvSpPr>
          <p:spPr>
            <a:xfrm>
              <a:off x="5818221" y="1502697"/>
              <a:ext cx="252723" cy="363402"/>
            </a:xfrm>
            <a:custGeom>
              <a:rect b="b" l="l" r="r" t="t"/>
              <a:pathLst>
                <a:path extrusionOk="0" h="13869" w="9645">
                  <a:moveTo>
                    <a:pt x="1105" y="403"/>
                  </a:moveTo>
                  <a:lnTo>
                    <a:pt x="2074" y="408"/>
                  </a:lnTo>
                  <a:lnTo>
                    <a:pt x="1983" y="970"/>
                  </a:lnTo>
                  <a:lnTo>
                    <a:pt x="1964" y="1090"/>
                  </a:lnTo>
                  <a:lnTo>
                    <a:pt x="1902" y="1507"/>
                  </a:lnTo>
                  <a:lnTo>
                    <a:pt x="1282" y="1507"/>
                  </a:lnTo>
                  <a:lnTo>
                    <a:pt x="1105" y="403"/>
                  </a:lnTo>
                  <a:close/>
                  <a:moveTo>
                    <a:pt x="2122" y="1915"/>
                  </a:moveTo>
                  <a:lnTo>
                    <a:pt x="2122" y="2156"/>
                  </a:lnTo>
                  <a:lnTo>
                    <a:pt x="1057" y="2156"/>
                  </a:lnTo>
                  <a:lnTo>
                    <a:pt x="1057" y="1915"/>
                  </a:lnTo>
                  <a:close/>
                  <a:moveTo>
                    <a:pt x="8254" y="4530"/>
                  </a:moveTo>
                  <a:cubicBezTo>
                    <a:pt x="8307" y="4530"/>
                    <a:pt x="8336" y="4541"/>
                    <a:pt x="8348" y="4551"/>
                  </a:cubicBezTo>
                  <a:cubicBezTo>
                    <a:pt x="8435" y="4637"/>
                    <a:pt x="8310" y="4892"/>
                    <a:pt x="8017" y="5232"/>
                  </a:cubicBezTo>
                  <a:cubicBezTo>
                    <a:pt x="8012" y="5242"/>
                    <a:pt x="7864" y="5415"/>
                    <a:pt x="7624" y="5712"/>
                  </a:cubicBezTo>
                  <a:lnTo>
                    <a:pt x="7624" y="4738"/>
                  </a:lnTo>
                  <a:lnTo>
                    <a:pt x="7696" y="4704"/>
                  </a:lnTo>
                  <a:cubicBezTo>
                    <a:pt x="7983" y="4565"/>
                    <a:pt x="8157" y="4530"/>
                    <a:pt x="8254" y="4530"/>
                  </a:cubicBezTo>
                  <a:close/>
                  <a:moveTo>
                    <a:pt x="7216" y="4901"/>
                  </a:moveTo>
                  <a:lnTo>
                    <a:pt x="7216" y="6216"/>
                  </a:lnTo>
                  <a:cubicBezTo>
                    <a:pt x="7009" y="6471"/>
                    <a:pt x="6779" y="6764"/>
                    <a:pt x="6529" y="7085"/>
                  </a:cubicBezTo>
                  <a:lnTo>
                    <a:pt x="6529" y="5026"/>
                  </a:lnTo>
                  <a:cubicBezTo>
                    <a:pt x="6764" y="5021"/>
                    <a:pt x="6995" y="4978"/>
                    <a:pt x="7216" y="4901"/>
                  </a:cubicBezTo>
                  <a:close/>
                  <a:moveTo>
                    <a:pt x="5439" y="4522"/>
                  </a:moveTo>
                  <a:cubicBezTo>
                    <a:pt x="5588" y="4719"/>
                    <a:pt x="5795" y="4868"/>
                    <a:pt x="6025" y="4949"/>
                  </a:cubicBezTo>
                  <a:cubicBezTo>
                    <a:pt x="6059" y="4964"/>
                    <a:pt x="6087" y="4973"/>
                    <a:pt x="6121" y="4978"/>
                  </a:cubicBezTo>
                  <a:lnTo>
                    <a:pt x="6121" y="7609"/>
                  </a:lnTo>
                  <a:cubicBezTo>
                    <a:pt x="5900" y="7901"/>
                    <a:pt x="5670" y="8204"/>
                    <a:pt x="5435" y="8516"/>
                  </a:cubicBezTo>
                  <a:lnTo>
                    <a:pt x="5439" y="4522"/>
                  </a:lnTo>
                  <a:close/>
                  <a:moveTo>
                    <a:pt x="4345" y="3159"/>
                  </a:moveTo>
                  <a:cubicBezTo>
                    <a:pt x="4638" y="3293"/>
                    <a:pt x="4878" y="3519"/>
                    <a:pt x="5031" y="3802"/>
                  </a:cubicBezTo>
                  <a:lnTo>
                    <a:pt x="5031" y="9073"/>
                  </a:lnTo>
                  <a:cubicBezTo>
                    <a:pt x="4796" y="9394"/>
                    <a:pt x="4566" y="9725"/>
                    <a:pt x="4345" y="10047"/>
                  </a:cubicBezTo>
                  <a:lnTo>
                    <a:pt x="4345" y="3159"/>
                  </a:lnTo>
                  <a:close/>
                  <a:moveTo>
                    <a:pt x="2122" y="10844"/>
                  </a:moveTo>
                  <a:lnTo>
                    <a:pt x="2122" y="11089"/>
                  </a:lnTo>
                  <a:lnTo>
                    <a:pt x="1057" y="11089"/>
                  </a:lnTo>
                  <a:lnTo>
                    <a:pt x="1057" y="10844"/>
                  </a:lnTo>
                  <a:close/>
                  <a:moveTo>
                    <a:pt x="3255" y="2904"/>
                  </a:moveTo>
                  <a:cubicBezTo>
                    <a:pt x="3486" y="2919"/>
                    <a:pt x="3716" y="2952"/>
                    <a:pt x="3942" y="3010"/>
                  </a:cubicBezTo>
                  <a:lnTo>
                    <a:pt x="3942" y="10642"/>
                  </a:lnTo>
                  <a:lnTo>
                    <a:pt x="3942" y="10657"/>
                  </a:lnTo>
                  <a:cubicBezTo>
                    <a:pt x="3683" y="11055"/>
                    <a:pt x="3452" y="11434"/>
                    <a:pt x="3255" y="11790"/>
                  </a:cubicBezTo>
                  <a:lnTo>
                    <a:pt x="3255" y="2909"/>
                  </a:lnTo>
                  <a:lnTo>
                    <a:pt x="3255" y="2904"/>
                  </a:lnTo>
                  <a:close/>
                  <a:moveTo>
                    <a:pt x="1902" y="11497"/>
                  </a:moveTo>
                  <a:lnTo>
                    <a:pt x="2065" y="12548"/>
                  </a:lnTo>
                  <a:lnTo>
                    <a:pt x="1114" y="12548"/>
                  </a:lnTo>
                  <a:lnTo>
                    <a:pt x="1282" y="11497"/>
                  </a:lnTo>
                  <a:close/>
                  <a:moveTo>
                    <a:pt x="2847" y="2895"/>
                  </a:moveTo>
                  <a:lnTo>
                    <a:pt x="2847" y="12548"/>
                  </a:lnTo>
                  <a:lnTo>
                    <a:pt x="2478" y="12548"/>
                  </a:lnTo>
                  <a:lnTo>
                    <a:pt x="2310" y="11487"/>
                  </a:lnTo>
                  <a:cubicBezTo>
                    <a:pt x="2439" y="11449"/>
                    <a:pt x="2530" y="11334"/>
                    <a:pt x="2530" y="11204"/>
                  </a:cubicBezTo>
                  <a:lnTo>
                    <a:pt x="2530" y="10734"/>
                  </a:lnTo>
                  <a:cubicBezTo>
                    <a:pt x="2530" y="10575"/>
                    <a:pt x="2401" y="10445"/>
                    <a:pt x="2242" y="10441"/>
                  </a:cubicBezTo>
                  <a:lnTo>
                    <a:pt x="2242" y="2914"/>
                  </a:lnTo>
                  <a:cubicBezTo>
                    <a:pt x="2434" y="2904"/>
                    <a:pt x="2641" y="2895"/>
                    <a:pt x="2847" y="2895"/>
                  </a:cubicBezTo>
                  <a:close/>
                  <a:moveTo>
                    <a:pt x="445" y="12955"/>
                  </a:moveTo>
                  <a:cubicBezTo>
                    <a:pt x="447" y="12955"/>
                    <a:pt x="449" y="12956"/>
                    <a:pt x="452" y="12956"/>
                  </a:cubicBezTo>
                  <a:lnTo>
                    <a:pt x="5238" y="12956"/>
                  </a:lnTo>
                  <a:cubicBezTo>
                    <a:pt x="5262" y="12956"/>
                    <a:pt x="5276" y="12970"/>
                    <a:pt x="5276" y="12994"/>
                  </a:cubicBezTo>
                  <a:lnTo>
                    <a:pt x="5276" y="13422"/>
                  </a:lnTo>
                  <a:cubicBezTo>
                    <a:pt x="5276" y="13441"/>
                    <a:pt x="5262" y="13460"/>
                    <a:pt x="5238" y="13460"/>
                  </a:cubicBezTo>
                  <a:lnTo>
                    <a:pt x="452" y="13460"/>
                  </a:lnTo>
                  <a:cubicBezTo>
                    <a:pt x="428" y="13460"/>
                    <a:pt x="409" y="13441"/>
                    <a:pt x="409" y="13422"/>
                  </a:cubicBezTo>
                  <a:lnTo>
                    <a:pt x="409" y="12994"/>
                  </a:lnTo>
                  <a:cubicBezTo>
                    <a:pt x="409" y="12973"/>
                    <a:pt x="424" y="12955"/>
                    <a:pt x="445" y="12955"/>
                  </a:cubicBezTo>
                  <a:close/>
                  <a:moveTo>
                    <a:pt x="894" y="0"/>
                  </a:moveTo>
                  <a:cubicBezTo>
                    <a:pt x="831" y="0"/>
                    <a:pt x="769" y="29"/>
                    <a:pt x="726" y="82"/>
                  </a:cubicBezTo>
                  <a:cubicBezTo>
                    <a:pt x="678" y="135"/>
                    <a:pt x="658" y="202"/>
                    <a:pt x="673" y="274"/>
                  </a:cubicBezTo>
                  <a:lnTo>
                    <a:pt x="870" y="1517"/>
                  </a:lnTo>
                  <a:cubicBezTo>
                    <a:pt x="740" y="1555"/>
                    <a:pt x="654" y="1671"/>
                    <a:pt x="654" y="1800"/>
                  </a:cubicBezTo>
                  <a:lnTo>
                    <a:pt x="654" y="2271"/>
                  </a:lnTo>
                  <a:cubicBezTo>
                    <a:pt x="654" y="2434"/>
                    <a:pt x="778" y="2564"/>
                    <a:pt x="937" y="2568"/>
                  </a:cubicBezTo>
                  <a:lnTo>
                    <a:pt x="937" y="3576"/>
                  </a:lnTo>
                  <a:cubicBezTo>
                    <a:pt x="937" y="3711"/>
                    <a:pt x="1039" y="3778"/>
                    <a:pt x="1141" y="3778"/>
                  </a:cubicBezTo>
                  <a:cubicBezTo>
                    <a:pt x="1243" y="3778"/>
                    <a:pt x="1345" y="3711"/>
                    <a:pt x="1345" y="3576"/>
                  </a:cubicBezTo>
                  <a:lnTo>
                    <a:pt x="1345" y="2564"/>
                  </a:lnTo>
                  <a:lnTo>
                    <a:pt x="1834" y="2564"/>
                  </a:lnTo>
                  <a:lnTo>
                    <a:pt x="1834" y="10436"/>
                  </a:lnTo>
                  <a:lnTo>
                    <a:pt x="1340" y="10436"/>
                  </a:lnTo>
                  <a:lnTo>
                    <a:pt x="1340" y="4536"/>
                  </a:lnTo>
                  <a:cubicBezTo>
                    <a:pt x="1340" y="4400"/>
                    <a:pt x="1239" y="4331"/>
                    <a:pt x="1138" y="4331"/>
                  </a:cubicBezTo>
                  <a:cubicBezTo>
                    <a:pt x="1038" y="4331"/>
                    <a:pt x="937" y="4400"/>
                    <a:pt x="937" y="4536"/>
                  </a:cubicBezTo>
                  <a:lnTo>
                    <a:pt x="937" y="10436"/>
                  </a:lnTo>
                  <a:cubicBezTo>
                    <a:pt x="778" y="10441"/>
                    <a:pt x="649" y="10570"/>
                    <a:pt x="649" y="10729"/>
                  </a:cubicBezTo>
                  <a:lnTo>
                    <a:pt x="649" y="11204"/>
                  </a:lnTo>
                  <a:cubicBezTo>
                    <a:pt x="649" y="11334"/>
                    <a:pt x="740" y="11449"/>
                    <a:pt x="870" y="11487"/>
                  </a:cubicBezTo>
                  <a:lnTo>
                    <a:pt x="702" y="12548"/>
                  </a:lnTo>
                  <a:lnTo>
                    <a:pt x="447" y="12548"/>
                  </a:lnTo>
                  <a:cubicBezTo>
                    <a:pt x="202" y="12548"/>
                    <a:pt x="1" y="12750"/>
                    <a:pt x="1" y="12994"/>
                  </a:cubicBezTo>
                  <a:lnTo>
                    <a:pt x="1" y="13422"/>
                  </a:lnTo>
                  <a:cubicBezTo>
                    <a:pt x="1" y="13666"/>
                    <a:pt x="202" y="13868"/>
                    <a:pt x="447" y="13868"/>
                  </a:cubicBezTo>
                  <a:lnTo>
                    <a:pt x="5238" y="13868"/>
                  </a:lnTo>
                  <a:cubicBezTo>
                    <a:pt x="5483" y="13868"/>
                    <a:pt x="5684" y="13666"/>
                    <a:pt x="5684" y="13422"/>
                  </a:cubicBezTo>
                  <a:lnTo>
                    <a:pt x="5684" y="12994"/>
                  </a:lnTo>
                  <a:cubicBezTo>
                    <a:pt x="5684" y="12750"/>
                    <a:pt x="5483" y="12548"/>
                    <a:pt x="5238" y="12548"/>
                  </a:cubicBezTo>
                  <a:lnTo>
                    <a:pt x="5156" y="12548"/>
                  </a:lnTo>
                  <a:cubicBezTo>
                    <a:pt x="5271" y="12044"/>
                    <a:pt x="5439" y="11554"/>
                    <a:pt x="5646" y="11084"/>
                  </a:cubicBezTo>
                  <a:cubicBezTo>
                    <a:pt x="5715" y="10924"/>
                    <a:pt x="5584" y="10800"/>
                    <a:pt x="5454" y="10800"/>
                  </a:cubicBezTo>
                  <a:cubicBezTo>
                    <a:pt x="5384" y="10800"/>
                    <a:pt x="5315" y="10835"/>
                    <a:pt x="5276" y="10921"/>
                  </a:cubicBezTo>
                  <a:cubicBezTo>
                    <a:pt x="5041" y="11444"/>
                    <a:pt x="4863" y="11991"/>
                    <a:pt x="4734" y="12548"/>
                  </a:cubicBezTo>
                  <a:lnTo>
                    <a:pt x="3318" y="12548"/>
                  </a:lnTo>
                  <a:cubicBezTo>
                    <a:pt x="3740" y="11641"/>
                    <a:pt x="4542" y="10436"/>
                    <a:pt x="5382" y="9274"/>
                  </a:cubicBezTo>
                  <a:cubicBezTo>
                    <a:pt x="5391" y="9265"/>
                    <a:pt x="5401" y="9250"/>
                    <a:pt x="5411" y="9241"/>
                  </a:cubicBezTo>
                  <a:cubicBezTo>
                    <a:pt x="6808" y="7311"/>
                    <a:pt x="8300" y="5525"/>
                    <a:pt x="8324" y="5496"/>
                  </a:cubicBezTo>
                  <a:cubicBezTo>
                    <a:pt x="8502" y="5295"/>
                    <a:pt x="9040" y="4671"/>
                    <a:pt x="8632" y="4263"/>
                  </a:cubicBezTo>
                  <a:cubicBezTo>
                    <a:pt x="8537" y="4169"/>
                    <a:pt x="8413" y="4122"/>
                    <a:pt x="8256" y="4122"/>
                  </a:cubicBezTo>
                  <a:cubicBezTo>
                    <a:pt x="8061" y="4122"/>
                    <a:pt x="7816" y="4194"/>
                    <a:pt x="7518" y="4335"/>
                  </a:cubicBezTo>
                  <a:cubicBezTo>
                    <a:pt x="7124" y="4525"/>
                    <a:pt x="6784" y="4620"/>
                    <a:pt x="6500" y="4620"/>
                  </a:cubicBezTo>
                  <a:cubicBezTo>
                    <a:pt x="6376" y="4620"/>
                    <a:pt x="6262" y="4602"/>
                    <a:pt x="6159" y="4565"/>
                  </a:cubicBezTo>
                  <a:cubicBezTo>
                    <a:pt x="5775" y="4431"/>
                    <a:pt x="5603" y="4061"/>
                    <a:pt x="5463" y="3764"/>
                  </a:cubicBezTo>
                  <a:lnTo>
                    <a:pt x="5435" y="3701"/>
                  </a:lnTo>
                  <a:cubicBezTo>
                    <a:pt x="4969" y="2732"/>
                    <a:pt x="3975" y="2516"/>
                    <a:pt x="3054" y="2492"/>
                  </a:cubicBezTo>
                  <a:lnTo>
                    <a:pt x="3049" y="2492"/>
                  </a:lnTo>
                  <a:cubicBezTo>
                    <a:pt x="2990" y="2490"/>
                    <a:pt x="2931" y="2490"/>
                    <a:pt x="2873" y="2490"/>
                  </a:cubicBezTo>
                  <a:cubicBezTo>
                    <a:pt x="2716" y="2490"/>
                    <a:pt x="2563" y="2494"/>
                    <a:pt x="2415" y="2501"/>
                  </a:cubicBezTo>
                  <a:cubicBezTo>
                    <a:pt x="2425" y="2492"/>
                    <a:pt x="2430" y="2487"/>
                    <a:pt x="2439" y="2477"/>
                  </a:cubicBezTo>
                  <a:lnTo>
                    <a:pt x="2458" y="2458"/>
                  </a:lnTo>
                  <a:lnTo>
                    <a:pt x="2463" y="2453"/>
                  </a:lnTo>
                  <a:lnTo>
                    <a:pt x="2478" y="2434"/>
                  </a:lnTo>
                  <a:lnTo>
                    <a:pt x="2482" y="2424"/>
                  </a:lnTo>
                  <a:lnTo>
                    <a:pt x="2492" y="2410"/>
                  </a:lnTo>
                  <a:lnTo>
                    <a:pt x="2497" y="2396"/>
                  </a:lnTo>
                  <a:lnTo>
                    <a:pt x="2502" y="2381"/>
                  </a:lnTo>
                  <a:lnTo>
                    <a:pt x="2506" y="2367"/>
                  </a:lnTo>
                  <a:cubicBezTo>
                    <a:pt x="2506" y="2362"/>
                    <a:pt x="2511" y="2357"/>
                    <a:pt x="2511" y="2348"/>
                  </a:cubicBezTo>
                  <a:lnTo>
                    <a:pt x="2516" y="2338"/>
                  </a:lnTo>
                  <a:cubicBezTo>
                    <a:pt x="2516" y="2333"/>
                    <a:pt x="2516" y="2324"/>
                    <a:pt x="2521" y="2319"/>
                  </a:cubicBezTo>
                  <a:cubicBezTo>
                    <a:pt x="2521" y="2309"/>
                    <a:pt x="2521" y="2309"/>
                    <a:pt x="2521" y="2304"/>
                  </a:cubicBezTo>
                  <a:cubicBezTo>
                    <a:pt x="2521" y="2295"/>
                    <a:pt x="2521" y="2285"/>
                    <a:pt x="2521" y="2276"/>
                  </a:cubicBezTo>
                  <a:lnTo>
                    <a:pt x="2521" y="1800"/>
                  </a:lnTo>
                  <a:lnTo>
                    <a:pt x="2521" y="1771"/>
                  </a:lnTo>
                  <a:lnTo>
                    <a:pt x="2521" y="1762"/>
                  </a:lnTo>
                  <a:lnTo>
                    <a:pt x="2521" y="1743"/>
                  </a:lnTo>
                  <a:lnTo>
                    <a:pt x="2521" y="1733"/>
                  </a:lnTo>
                  <a:cubicBezTo>
                    <a:pt x="2521" y="1728"/>
                    <a:pt x="2516" y="1723"/>
                    <a:pt x="2516" y="1719"/>
                  </a:cubicBezTo>
                  <a:lnTo>
                    <a:pt x="2516" y="1709"/>
                  </a:lnTo>
                  <a:cubicBezTo>
                    <a:pt x="2516" y="1704"/>
                    <a:pt x="2511" y="1695"/>
                    <a:pt x="2511" y="1690"/>
                  </a:cubicBezTo>
                  <a:lnTo>
                    <a:pt x="2506" y="1685"/>
                  </a:lnTo>
                  <a:cubicBezTo>
                    <a:pt x="2502" y="1675"/>
                    <a:pt x="2497" y="1671"/>
                    <a:pt x="2497" y="1661"/>
                  </a:cubicBezTo>
                  <a:cubicBezTo>
                    <a:pt x="2492" y="1651"/>
                    <a:pt x="2487" y="1647"/>
                    <a:pt x="2482" y="1637"/>
                  </a:cubicBezTo>
                  <a:lnTo>
                    <a:pt x="2478" y="1632"/>
                  </a:lnTo>
                  <a:lnTo>
                    <a:pt x="2468" y="1618"/>
                  </a:lnTo>
                  <a:lnTo>
                    <a:pt x="2458" y="1608"/>
                  </a:lnTo>
                  <a:lnTo>
                    <a:pt x="2449" y="1599"/>
                  </a:lnTo>
                  <a:lnTo>
                    <a:pt x="2444" y="1589"/>
                  </a:lnTo>
                  <a:lnTo>
                    <a:pt x="2430" y="1579"/>
                  </a:lnTo>
                  <a:lnTo>
                    <a:pt x="2420" y="1570"/>
                  </a:lnTo>
                  <a:lnTo>
                    <a:pt x="2406" y="1560"/>
                  </a:lnTo>
                  <a:lnTo>
                    <a:pt x="2401" y="1555"/>
                  </a:lnTo>
                  <a:lnTo>
                    <a:pt x="2377" y="1541"/>
                  </a:lnTo>
                  <a:lnTo>
                    <a:pt x="2372" y="1541"/>
                  </a:lnTo>
                  <a:lnTo>
                    <a:pt x="2353" y="1531"/>
                  </a:lnTo>
                  <a:lnTo>
                    <a:pt x="2348" y="1527"/>
                  </a:lnTo>
                  <a:lnTo>
                    <a:pt x="2329" y="1522"/>
                  </a:lnTo>
                  <a:lnTo>
                    <a:pt x="2319" y="1517"/>
                  </a:lnTo>
                  <a:lnTo>
                    <a:pt x="2314" y="1517"/>
                  </a:lnTo>
                  <a:lnTo>
                    <a:pt x="2343" y="1330"/>
                  </a:lnTo>
                  <a:lnTo>
                    <a:pt x="2362" y="1205"/>
                  </a:lnTo>
                  <a:cubicBezTo>
                    <a:pt x="2593" y="1201"/>
                    <a:pt x="2830" y="1196"/>
                    <a:pt x="3056" y="1196"/>
                  </a:cubicBezTo>
                  <a:cubicBezTo>
                    <a:pt x="3548" y="1196"/>
                    <a:pt x="3990" y="1216"/>
                    <a:pt x="4211" y="1291"/>
                  </a:cubicBezTo>
                  <a:cubicBezTo>
                    <a:pt x="4595" y="1416"/>
                    <a:pt x="5127" y="1743"/>
                    <a:pt x="5502" y="2568"/>
                  </a:cubicBezTo>
                  <a:cubicBezTo>
                    <a:pt x="5622" y="2828"/>
                    <a:pt x="5718" y="3063"/>
                    <a:pt x="5804" y="3269"/>
                  </a:cubicBezTo>
                  <a:cubicBezTo>
                    <a:pt x="5991" y="3730"/>
                    <a:pt x="6116" y="4037"/>
                    <a:pt x="6313" y="4148"/>
                  </a:cubicBezTo>
                  <a:cubicBezTo>
                    <a:pt x="6380" y="4184"/>
                    <a:pt x="6459" y="4203"/>
                    <a:pt x="6558" y="4203"/>
                  </a:cubicBezTo>
                  <a:cubicBezTo>
                    <a:pt x="6757" y="4203"/>
                    <a:pt x="7034" y="4126"/>
                    <a:pt x="7436" y="3965"/>
                  </a:cubicBezTo>
                  <a:cubicBezTo>
                    <a:pt x="7714" y="3857"/>
                    <a:pt x="7968" y="3802"/>
                    <a:pt x="8188" y="3802"/>
                  </a:cubicBezTo>
                  <a:cubicBezTo>
                    <a:pt x="8242" y="3802"/>
                    <a:pt x="8294" y="3805"/>
                    <a:pt x="8344" y="3812"/>
                  </a:cubicBezTo>
                  <a:cubicBezTo>
                    <a:pt x="8569" y="3840"/>
                    <a:pt x="8771" y="3965"/>
                    <a:pt x="8896" y="4152"/>
                  </a:cubicBezTo>
                  <a:cubicBezTo>
                    <a:pt x="9126" y="4517"/>
                    <a:pt x="9121" y="4834"/>
                    <a:pt x="8478" y="5746"/>
                  </a:cubicBezTo>
                  <a:cubicBezTo>
                    <a:pt x="7163" y="7585"/>
                    <a:pt x="6284" y="8953"/>
                    <a:pt x="5703" y="10052"/>
                  </a:cubicBezTo>
                  <a:cubicBezTo>
                    <a:pt x="5620" y="10213"/>
                    <a:pt x="5755" y="10351"/>
                    <a:pt x="5890" y="10351"/>
                  </a:cubicBezTo>
                  <a:cubicBezTo>
                    <a:pt x="5956" y="10351"/>
                    <a:pt x="6023" y="10318"/>
                    <a:pt x="6063" y="10239"/>
                  </a:cubicBezTo>
                  <a:cubicBezTo>
                    <a:pt x="6635" y="9159"/>
                    <a:pt x="7504" y="7805"/>
                    <a:pt x="8809" y="5981"/>
                  </a:cubicBezTo>
                  <a:cubicBezTo>
                    <a:pt x="9409" y="5127"/>
                    <a:pt x="9644" y="4580"/>
                    <a:pt x="9236" y="3936"/>
                  </a:cubicBezTo>
                  <a:cubicBezTo>
                    <a:pt x="9049" y="3644"/>
                    <a:pt x="8742" y="3452"/>
                    <a:pt x="8401" y="3413"/>
                  </a:cubicBezTo>
                  <a:cubicBezTo>
                    <a:pt x="8330" y="3403"/>
                    <a:pt x="8256" y="3397"/>
                    <a:pt x="8180" y="3397"/>
                  </a:cubicBezTo>
                  <a:cubicBezTo>
                    <a:pt x="7907" y="3397"/>
                    <a:pt x="7604" y="3464"/>
                    <a:pt x="7278" y="3596"/>
                  </a:cubicBezTo>
                  <a:cubicBezTo>
                    <a:pt x="6844" y="3769"/>
                    <a:pt x="6646" y="3800"/>
                    <a:pt x="6563" y="3800"/>
                  </a:cubicBezTo>
                  <a:cubicBezTo>
                    <a:pt x="6531" y="3800"/>
                    <a:pt x="6515" y="3795"/>
                    <a:pt x="6510" y="3792"/>
                  </a:cubicBezTo>
                  <a:cubicBezTo>
                    <a:pt x="6428" y="3740"/>
                    <a:pt x="6284" y="3380"/>
                    <a:pt x="6179" y="3120"/>
                  </a:cubicBezTo>
                  <a:cubicBezTo>
                    <a:pt x="6092" y="2909"/>
                    <a:pt x="5996" y="2669"/>
                    <a:pt x="5871" y="2400"/>
                  </a:cubicBezTo>
                  <a:cubicBezTo>
                    <a:pt x="5435" y="1440"/>
                    <a:pt x="4796" y="1056"/>
                    <a:pt x="4335" y="903"/>
                  </a:cubicBezTo>
                  <a:cubicBezTo>
                    <a:pt x="4068" y="812"/>
                    <a:pt x="3606" y="790"/>
                    <a:pt x="3067" y="790"/>
                  </a:cubicBezTo>
                  <a:cubicBezTo>
                    <a:pt x="2862" y="790"/>
                    <a:pt x="2646" y="793"/>
                    <a:pt x="2425" y="797"/>
                  </a:cubicBezTo>
                  <a:lnTo>
                    <a:pt x="2506" y="274"/>
                  </a:lnTo>
                  <a:cubicBezTo>
                    <a:pt x="2521" y="202"/>
                    <a:pt x="2502" y="135"/>
                    <a:pt x="2454" y="82"/>
                  </a:cubicBezTo>
                  <a:cubicBezTo>
                    <a:pt x="2410" y="29"/>
                    <a:pt x="2348" y="0"/>
                    <a:pt x="2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1" name="Google Shape;20431;p89"/>
          <p:cNvGrpSpPr/>
          <p:nvPr/>
        </p:nvGrpSpPr>
        <p:grpSpPr>
          <a:xfrm>
            <a:off x="6660814" y="1985085"/>
            <a:ext cx="355096" cy="363481"/>
            <a:chOff x="6660814" y="1985085"/>
            <a:chExt cx="355096" cy="363481"/>
          </a:xfrm>
        </p:grpSpPr>
        <p:sp>
          <p:nvSpPr>
            <p:cNvPr id="20432" name="Google Shape;20432;p89"/>
            <p:cNvSpPr/>
            <p:nvPr/>
          </p:nvSpPr>
          <p:spPr>
            <a:xfrm>
              <a:off x="6665976" y="1990325"/>
              <a:ext cx="344406" cy="344039"/>
            </a:xfrm>
            <a:custGeom>
              <a:rect b="b" l="l" r="r" t="t"/>
              <a:pathLst>
                <a:path extrusionOk="0" h="13130" w="13144">
                  <a:moveTo>
                    <a:pt x="5103" y="1"/>
                  </a:moveTo>
                  <a:cubicBezTo>
                    <a:pt x="2285" y="1"/>
                    <a:pt x="1" y="2286"/>
                    <a:pt x="1" y="5103"/>
                  </a:cubicBezTo>
                  <a:lnTo>
                    <a:pt x="1" y="12908"/>
                  </a:lnTo>
                  <a:cubicBezTo>
                    <a:pt x="1" y="13028"/>
                    <a:pt x="101" y="13129"/>
                    <a:pt x="226" y="13129"/>
                  </a:cubicBezTo>
                  <a:lnTo>
                    <a:pt x="12923" y="13129"/>
                  </a:lnTo>
                  <a:cubicBezTo>
                    <a:pt x="13043" y="13129"/>
                    <a:pt x="13144" y="13028"/>
                    <a:pt x="13144" y="12908"/>
                  </a:cubicBezTo>
                  <a:lnTo>
                    <a:pt x="13144" y="8934"/>
                  </a:lnTo>
                  <a:cubicBezTo>
                    <a:pt x="13144" y="8185"/>
                    <a:pt x="12539" y="7580"/>
                    <a:pt x="11790" y="7580"/>
                  </a:cubicBezTo>
                  <a:lnTo>
                    <a:pt x="11555" y="7580"/>
                  </a:lnTo>
                  <a:cubicBezTo>
                    <a:pt x="10806" y="7575"/>
                    <a:pt x="10201" y="6971"/>
                    <a:pt x="10201" y="6227"/>
                  </a:cubicBezTo>
                  <a:lnTo>
                    <a:pt x="10201" y="5103"/>
                  </a:lnTo>
                  <a:cubicBezTo>
                    <a:pt x="10201" y="2286"/>
                    <a:pt x="7921" y="1"/>
                    <a:pt x="5103"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3" name="Google Shape;20433;p89"/>
            <p:cNvSpPr/>
            <p:nvPr/>
          </p:nvSpPr>
          <p:spPr>
            <a:xfrm>
              <a:off x="6781058" y="1990325"/>
              <a:ext cx="229455" cy="344039"/>
            </a:xfrm>
            <a:custGeom>
              <a:rect b="b" l="l" r="r" t="t"/>
              <a:pathLst>
                <a:path extrusionOk="0" h="13130" w="8757">
                  <a:moveTo>
                    <a:pt x="711" y="1"/>
                  </a:moveTo>
                  <a:cubicBezTo>
                    <a:pt x="471" y="1"/>
                    <a:pt x="236" y="20"/>
                    <a:pt x="1" y="53"/>
                  </a:cubicBezTo>
                  <a:cubicBezTo>
                    <a:pt x="2516" y="404"/>
                    <a:pt x="4393" y="2559"/>
                    <a:pt x="4393" y="5103"/>
                  </a:cubicBezTo>
                  <a:lnTo>
                    <a:pt x="4393" y="7547"/>
                  </a:lnTo>
                  <a:cubicBezTo>
                    <a:pt x="4393" y="8166"/>
                    <a:pt x="4892" y="8665"/>
                    <a:pt x="5507" y="8665"/>
                  </a:cubicBezTo>
                  <a:lnTo>
                    <a:pt x="6222" y="8665"/>
                  </a:lnTo>
                  <a:cubicBezTo>
                    <a:pt x="6836" y="8665"/>
                    <a:pt x="7336" y="9164"/>
                    <a:pt x="7336" y="9784"/>
                  </a:cubicBezTo>
                  <a:lnTo>
                    <a:pt x="7336" y="12908"/>
                  </a:lnTo>
                  <a:cubicBezTo>
                    <a:pt x="7336" y="13028"/>
                    <a:pt x="7240" y="13129"/>
                    <a:pt x="7115" y="13129"/>
                  </a:cubicBezTo>
                  <a:lnTo>
                    <a:pt x="8536" y="13129"/>
                  </a:lnTo>
                  <a:cubicBezTo>
                    <a:pt x="8656" y="13129"/>
                    <a:pt x="8756" y="13028"/>
                    <a:pt x="8756" y="12908"/>
                  </a:cubicBezTo>
                  <a:lnTo>
                    <a:pt x="8756" y="8934"/>
                  </a:lnTo>
                  <a:cubicBezTo>
                    <a:pt x="8756" y="8185"/>
                    <a:pt x="8152" y="7580"/>
                    <a:pt x="7403" y="7580"/>
                  </a:cubicBezTo>
                  <a:lnTo>
                    <a:pt x="7168" y="7580"/>
                  </a:lnTo>
                  <a:cubicBezTo>
                    <a:pt x="6419" y="7580"/>
                    <a:pt x="5809" y="6975"/>
                    <a:pt x="5809" y="6227"/>
                  </a:cubicBezTo>
                  <a:lnTo>
                    <a:pt x="5809" y="5103"/>
                  </a:lnTo>
                  <a:cubicBezTo>
                    <a:pt x="5809" y="2286"/>
                    <a:pt x="3529" y="1"/>
                    <a:pt x="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4" name="Google Shape;20434;p89"/>
            <p:cNvSpPr/>
            <p:nvPr/>
          </p:nvSpPr>
          <p:spPr>
            <a:xfrm>
              <a:off x="6666238" y="2269041"/>
              <a:ext cx="344406" cy="65323"/>
            </a:xfrm>
            <a:custGeom>
              <a:rect b="b" l="l" r="r" t="t"/>
              <a:pathLst>
                <a:path extrusionOk="0" h="2493" w="13144">
                  <a:moveTo>
                    <a:pt x="0" y="1"/>
                  </a:moveTo>
                  <a:lnTo>
                    <a:pt x="0" y="2267"/>
                  </a:lnTo>
                  <a:cubicBezTo>
                    <a:pt x="0" y="2391"/>
                    <a:pt x="101" y="2492"/>
                    <a:pt x="226" y="2492"/>
                  </a:cubicBezTo>
                  <a:lnTo>
                    <a:pt x="12913" y="2492"/>
                  </a:lnTo>
                  <a:cubicBezTo>
                    <a:pt x="13038" y="2492"/>
                    <a:pt x="13143" y="2391"/>
                    <a:pt x="13143" y="2267"/>
                  </a:cubicBezTo>
                  <a:lnTo>
                    <a:pt x="1313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5" name="Google Shape;20435;p89"/>
            <p:cNvSpPr/>
            <p:nvPr/>
          </p:nvSpPr>
          <p:spPr>
            <a:xfrm>
              <a:off x="6666107" y="2269041"/>
              <a:ext cx="33854" cy="74127"/>
            </a:xfrm>
            <a:custGeom>
              <a:rect b="b" l="l" r="r" t="t"/>
              <a:pathLst>
                <a:path extrusionOk="0" h="2829" w="1292">
                  <a:moveTo>
                    <a:pt x="0" y="1"/>
                  </a:moveTo>
                  <a:lnTo>
                    <a:pt x="0" y="2603"/>
                  </a:lnTo>
                  <a:cubicBezTo>
                    <a:pt x="0" y="2727"/>
                    <a:pt x="106" y="2828"/>
                    <a:pt x="231" y="2828"/>
                  </a:cubicBezTo>
                  <a:lnTo>
                    <a:pt x="1292" y="2828"/>
                  </a:lnTo>
                  <a:lnTo>
                    <a:pt x="1292"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6" name="Google Shape;20436;p89"/>
            <p:cNvSpPr/>
            <p:nvPr/>
          </p:nvSpPr>
          <p:spPr>
            <a:xfrm>
              <a:off x="6683087" y="2269041"/>
              <a:ext cx="16874" cy="74258"/>
            </a:xfrm>
            <a:custGeom>
              <a:rect b="b" l="l" r="r" t="t"/>
              <a:pathLst>
                <a:path extrusionOk="0" h="2834" w="644">
                  <a:moveTo>
                    <a:pt x="0" y="1"/>
                  </a:moveTo>
                  <a:lnTo>
                    <a:pt x="0" y="2833"/>
                  </a:lnTo>
                  <a:lnTo>
                    <a:pt x="644" y="2833"/>
                  </a:lnTo>
                  <a:lnTo>
                    <a:pt x="6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7" name="Google Shape;20437;p89"/>
            <p:cNvSpPr/>
            <p:nvPr/>
          </p:nvSpPr>
          <p:spPr>
            <a:xfrm>
              <a:off x="6976764" y="2269041"/>
              <a:ext cx="33880" cy="74258"/>
            </a:xfrm>
            <a:custGeom>
              <a:rect b="b" l="l" r="r" t="t"/>
              <a:pathLst>
                <a:path extrusionOk="0" h="2834" w="1293">
                  <a:moveTo>
                    <a:pt x="1" y="1"/>
                  </a:moveTo>
                  <a:lnTo>
                    <a:pt x="1" y="2833"/>
                  </a:lnTo>
                  <a:lnTo>
                    <a:pt x="1062" y="2833"/>
                  </a:lnTo>
                  <a:cubicBezTo>
                    <a:pt x="1187" y="2833"/>
                    <a:pt x="1292" y="2727"/>
                    <a:pt x="1292" y="2603"/>
                  </a:cubicBezTo>
                  <a:lnTo>
                    <a:pt x="1292"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8" name="Google Shape;20438;p89"/>
            <p:cNvSpPr/>
            <p:nvPr/>
          </p:nvSpPr>
          <p:spPr>
            <a:xfrm>
              <a:off x="6987586" y="2269041"/>
              <a:ext cx="23058" cy="74127"/>
            </a:xfrm>
            <a:custGeom>
              <a:rect b="b" l="l" r="r" t="t"/>
              <a:pathLst>
                <a:path extrusionOk="0" h="2829" w="880">
                  <a:moveTo>
                    <a:pt x="231" y="1"/>
                  </a:moveTo>
                  <a:lnTo>
                    <a:pt x="231" y="2603"/>
                  </a:lnTo>
                  <a:cubicBezTo>
                    <a:pt x="231" y="2727"/>
                    <a:pt x="126" y="2828"/>
                    <a:pt x="1" y="2828"/>
                  </a:cubicBezTo>
                  <a:lnTo>
                    <a:pt x="649" y="2828"/>
                  </a:lnTo>
                  <a:cubicBezTo>
                    <a:pt x="774" y="2828"/>
                    <a:pt x="879" y="2727"/>
                    <a:pt x="879" y="2603"/>
                  </a:cubicBezTo>
                  <a:lnTo>
                    <a:pt x="8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9" name="Google Shape;20439;p89"/>
            <p:cNvSpPr/>
            <p:nvPr/>
          </p:nvSpPr>
          <p:spPr>
            <a:xfrm>
              <a:off x="6699935"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0" name="Google Shape;20440;p89"/>
            <p:cNvSpPr/>
            <p:nvPr/>
          </p:nvSpPr>
          <p:spPr>
            <a:xfrm>
              <a:off x="6727605"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1" name="Google Shape;20441;p89"/>
            <p:cNvSpPr/>
            <p:nvPr/>
          </p:nvSpPr>
          <p:spPr>
            <a:xfrm>
              <a:off x="675527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2" name="Google Shape;20442;p89"/>
            <p:cNvSpPr/>
            <p:nvPr/>
          </p:nvSpPr>
          <p:spPr>
            <a:xfrm>
              <a:off x="678294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3" name="Google Shape;20443;p89"/>
            <p:cNvSpPr/>
            <p:nvPr/>
          </p:nvSpPr>
          <p:spPr>
            <a:xfrm>
              <a:off x="681061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4" name="Google Shape;20444;p89"/>
            <p:cNvSpPr/>
            <p:nvPr/>
          </p:nvSpPr>
          <p:spPr>
            <a:xfrm>
              <a:off x="683828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5" name="Google Shape;20445;p89"/>
            <p:cNvSpPr/>
            <p:nvPr/>
          </p:nvSpPr>
          <p:spPr>
            <a:xfrm>
              <a:off x="6865954" y="2262019"/>
              <a:ext cx="27827" cy="72345"/>
            </a:xfrm>
            <a:custGeom>
              <a:rect b="b" l="l" r="r" t="t"/>
              <a:pathLst>
                <a:path extrusionOk="0" h="2761" w="1062">
                  <a:moveTo>
                    <a:pt x="1" y="0"/>
                  </a:moveTo>
                  <a:lnTo>
                    <a:pt x="1" y="2760"/>
                  </a:lnTo>
                  <a:lnTo>
                    <a:pt x="1062" y="2760"/>
                  </a:lnTo>
                  <a:lnTo>
                    <a:pt x="10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6" name="Google Shape;20446;p89"/>
            <p:cNvSpPr/>
            <p:nvPr/>
          </p:nvSpPr>
          <p:spPr>
            <a:xfrm>
              <a:off x="6893624" y="2262019"/>
              <a:ext cx="27827" cy="72345"/>
            </a:xfrm>
            <a:custGeom>
              <a:rect b="b" l="l" r="r" t="t"/>
              <a:pathLst>
                <a:path extrusionOk="0" h="2761" w="1062">
                  <a:moveTo>
                    <a:pt x="1" y="0"/>
                  </a:moveTo>
                  <a:lnTo>
                    <a:pt x="1" y="2760"/>
                  </a:lnTo>
                  <a:lnTo>
                    <a:pt x="1062" y="2760"/>
                  </a:lnTo>
                  <a:lnTo>
                    <a:pt x="106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7" name="Google Shape;20447;p89"/>
            <p:cNvSpPr/>
            <p:nvPr/>
          </p:nvSpPr>
          <p:spPr>
            <a:xfrm>
              <a:off x="692142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8" name="Google Shape;20448;p89"/>
            <p:cNvSpPr/>
            <p:nvPr/>
          </p:nvSpPr>
          <p:spPr>
            <a:xfrm>
              <a:off x="694909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9" name="Google Shape;20449;p89"/>
            <p:cNvSpPr/>
            <p:nvPr/>
          </p:nvSpPr>
          <p:spPr>
            <a:xfrm>
              <a:off x="6717543" y="2262019"/>
              <a:ext cx="20150" cy="38256"/>
            </a:xfrm>
            <a:custGeom>
              <a:rect b="b" l="l" r="r" t="t"/>
              <a:pathLst>
                <a:path extrusionOk="0" h="1460" w="769">
                  <a:moveTo>
                    <a:pt x="1" y="0"/>
                  </a:moveTo>
                  <a:lnTo>
                    <a:pt x="1" y="1138"/>
                  </a:lnTo>
                  <a:cubicBezTo>
                    <a:pt x="1" y="1315"/>
                    <a:pt x="145" y="1459"/>
                    <a:pt x="317" y="1459"/>
                  </a:cubicBezTo>
                  <a:lnTo>
                    <a:pt x="452"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0" name="Google Shape;20450;p89"/>
            <p:cNvSpPr/>
            <p:nvPr/>
          </p:nvSpPr>
          <p:spPr>
            <a:xfrm>
              <a:off x="6722574" y="2262019"/>
              <a:ext cx="15119" cy="38256"/>
            </a:xfrm>
            <a:custGeom>
              <a:rect b="b" l="l" r="r" t="t"/>
              <a:pathLst>
                <a:path extrusionOk="0" h="1460" w="577">
                  <a:moveTo>
                    <a:pt x="193" y="0"/>
                  </a:moveTo>
                  <a:lnTo>
                    <a:pt x="193" y="1138"/>
                  </a:lnTo>
                  <a:cubicBezTo>
                    <a:pt x="193" y="1267"/>
                    <a:pt x="116" y="1383"/>
                    <a:pt x="1" y="1431"/>
                  </a:cubicBezTo>
                  <a:cubicBezTo>
                    <a:pt x="39" y="1450"/>
                    <a:pt x="82" y="1459"/>
                    <a:pt x="125" y="1459"/>
                  </a:cubicBezTo>
                  <a:lnTo>
                    <a:pt x="260" y="1459"/>
                  </a:lnTo>
                  <a:cubicBezTo>
                    <a:pt x="433"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1" name="Google Shape;20451;p89"/>
            <p:cNvSpPr/>
            <p:nvPr/>
          </p:nvSpPr>
          <p:spPr>
            <a:xfrm>
              <a:off x="6772882" y="2262019"/>
              <a:ext cx="20150" cy="38256"/>
            </a:xfrm>
            <a:custGeom>
              <a:rect b="b" l="l" r="r" t="t"/>
              <a:pathLst>
                <a:path extrusionOk="0" h="1460" w="769">
                  <a:moveTo>
                    <a:pt x="1" y="0"/>
                  </a:moveTo>
                  <a:lnTo>
                    <a:pt x="1" y="1138"/>
                  </a:lnTo>
                  <a:cubicBezTo>
                    <a:pt x="1" y="1315"/>
                    <a:pt x="145" y="1459"/>
                    <a:pt x="318" y="1459"/>
                  </a:cubicBezTo>
                  <a:lnTo>
                    <a:pt x="452"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2" name="Google Shape;20452;p89"/>
            <p:cNvSpPr/>
            <p:nvPr/>
          </p:nvSpPr>
          <p:spPr>
            <a:xfrm>
              <a:off x="6828222" y="2262019"/>
              <a:ext cx="20281" cy="38256"/>
            </a:xfrm>
            <a:custGeom>
              <a:rect b="b" l="l" r="r" t="t"/>
              <a:pathLst>
                <a:path extrusionOk="0" h="1460" w="774">
                  <a:moveTo>
                    <a:pt x="1" y="0"/>
                  </a:moveTo>
                  <a:lnTo>
                    <a:pt x="1" y="1138"/>
                  </a:lnTo>
                  <a:cubicBezTo>
                    <a:pt x="1" y="1315"/>
                    <a:pt x="145" y="1459"/>
                    <a:pt x="322" y="1459"/>
                  </a:cubicBezTo>
                  <a:lnTo>
                    <a:pt x="452" y="1459"/>
                  </a:lnTo>
                  <a:cubicBezTo>
                    <a:pt x="630" y="1459"/>
                    <a:pt x="774" y="1315"/>
                    <a:pt x="774" y="1138"/>
                  </a:cubicBezTo>
                  <a:lnTo>
                    <a:pt x="774"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3" name="Google Shape;20453;p89"/>
            <p:cNvSpPr/>
            <p:nvPr/>
          </p:nvSpPr>
          <p:spPr>
            <a:xfrm>
              <a:off x="6883562" y="2262019"/>
              <a:ext cx="20281" cy="38256"/>
            </a:xfrm>
            <a:custGeom>
              <a:rect b="b" l="l" r="r" t="t"/>
              <a:pathLst>
                <a:path extrusionOk="0" h="1460" w="774">
                  <a:moveTo>
                    <a:pt x="1" y="0"/>
                  </a:moveTo>
                  <a:lnTo>
                    <a:pt x="1" y="1138"/>
                  </a:lnTo>
                  <a:cubicBezTo>
                    <a:pt x="1" y="1315"/>
                    <a:pt x="145" y="1459"/>
                    <a:pt x="323" y="1459"/>
                  </a:cubicBezTo>
                  <a:lnTo>
                    <a:pt x="452" y="1459"/>
                  </a:lnTo>
                  <a:cubicBezTo>
                    <a:pt x="630" y="1459"/>
                    <a:pt x="774" y="1315"/>
                    <a:pt x="774" y="1138"/>
                  </a:cubicBezTo>
                  <a:lnTo>
                    <a:pt x="774"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4" name="Google Shape;20454;p89"/>
            <p:cNvSpPr/>
            <p:nvPr/>
          </p:nvSpPr>
          <p:spPr>
            <a:xfrm>
              <a:off x="6939033" y="2262019"/>
              <a:ext cx="20150" cy="38256"/>
            </a:xfrm>
            <a:custGeom>
              <a:rect b="b" l="l" r="r" t="t"/>
              <a:pathLst>
                <a:path extrusionOk="0" h="1460" w="769">
                  <a:moveTo>
                    <a:pt x="1" y="0"/>
                  </a:moveTo>
                  <a:lnTo>
                    <a:pt x="1" y="1138"/>
                  </a:lnTo>
                  <a:cubicBezTo>
                    <a:pt x="1" y="1315"/>
                    <a:pt x="140" y="1459"/>
                    <a:pt x="318" y="1459"/>
                  </a:cubicBezTo>
                  <a:lnTo>
                    <a:pt x="447"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5" name="Google Shape;20455;p89"/>
            <p:cNvSpPr/>
            <p:nvPr/>
          </p:nvSpPr>
          <p:spPr>
            <a:xfrm>
              <a:off x="6777782" y="2262019"/>
              <a:ext cx="15250" cy="38256"/>
            </a:xfrm>
            <a:custGeom>
              <a:rect b="b" l="l" r="r" t="t"/>
              <a:pathLst>
                <a:path extrusionOk="0" h="1460" w="582">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6" name="Google Shape;20456;p89"/>
            <p:cNvSpPr/>
            <p:nvPr/>
          </p:nvSpPr>
          <p:spPr>
            <a:xfrm>
              <a:off x="6833253" y="2262019"/>
              <a:ext cx="15119" cy="38256"/>
            </a:xfrm>
            <a:custGeom>
              <a:rect b="b" l="l" r="r" t="t"/>
              <a:pathLst>
                <a:path extrusionOk="0" h="1460" w="577">
                  <a:moveTo>
                    <a:pt x="193" y="0"/>
                  </a:moveTo>
                  <a:lnTo>
                    <a:pt x="193" y="1138"/>
                  </a:lnTo>
                  <a:cubicBezTo>
                    <a:pt x="193" y="1267"/>
                    <a:pt x="116" y="1383"/>
                    <a:pt x="1" y="1431"/>
                  </a:cubicBezTo>
                  <a:cubicBezTo>
                    <a:pt x="39" y="1450"/>
                    <a:pt x="82" y="1459"/>
                    <a:pt x="130" y="1459"/>
                  </a:cubicBezTo>
                  <a:lnTo>
                    <a:pt x="260" y="1459"/>
                  </a:lnTo>
                  <a:cubicBezTo>
                    <a:pt x="438"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7" name="Google Shape;20457;p89"/>
            <p:cNvSpPr/>
            <p:nvPr/>
          </p:nvSpPr>
          <p:spPr>
            <a:xfrm>
              <a:off x="6888593" y="2262019"/>
              <a:ext cx="15250" cy="38256"/>
            </a:xfrm>
            <a:custGeom>
              <a:rect b="b" l="l" r="r" t="t"/>
              <a:pathLst>
                <a:path extrusionOk="0" h="1460" w="582">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8" name="Google Shape;20458;p89"/>
            <p:cNvSpPr/>
            <p:nvPr/>
          </p:nvSpPr>
          <p:spPr>
            <a:xfrm>
              <a:off x="6944063" y="2262019"/>
              <a:ext cx="15119" cy="38256"/>
            </a:xfrm>
            <a:custGeom>
              <a:rect b="b" l="l" r="r" t="t"/>
              <a:pathLst>
                <a:path extrusionOk="0" h="1460" w="577">
                  <a:moveTo>
                    <a:pt x="193" y="0"/>
                  </a:moveTo>
                  <a:lnTo>
                    <a:pt x="193" y="1138"/>
                  </a:lnTo>
                  <a:cubicBezTo>
                    <a:pt x="193" y="1267"/>
                    <a:pt x="116" y="1383"/>
                    <a:pt x="1" y="1431"/>
                  </a:cubicBezTo>
                  <a:cubicBezTo>
                    <a:pt x="39" y="1450"/>
                    <a:pt x="83" y="1459"/>
                    <a:pt x="126" y="1459"/>
                  </a:cubicBezTo>
                  <a:lnTo>
                    <a:pt x="255" y="1459"/>
                  </a:lnTo>
                  <a:cubicBezTo>
                    <a:pt x="433"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9" name="Google Shape;20459;p89"/>
            <p:cNvSpPr/>
            <p:nvPr/>
          </p:nvSpPr>
          <p:spPr>
            <a:xfrm>
              <a:off x="6666107" y="2243153"/>
              <a:ext cx="344406" cy="25914"/>
            </a:xfrm>
            <a:custGeom>
              <a:rect b="b" l="l" r="r" t="t"/>
              <a:pathLst>
                <a:path extrusionOk="0" h="989" w="13144">
                  <a:moveTo>
                    <a:pt x="0" y="0"/>
                  </a:moveTo>
                  <a:lnTo>
                    <a:pt x="0" y="989"/>
                  </a:lnTo>
                  <a:lnTo>
                    <a:pt x="13143" y="989"/>
                  </a:lnTo>
                  <a:lnTo>
                    <a:pt x="131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0" name="Google Shape;20460;p89"/>
            <p:cNvSpPr/>
            <p:nvPr/>
          </p:nvSpPr>
          <p:spPr>
            <a:xfrm>
              <a:off x="6660814" y="1985085"/>
              <a:ext cx="355096" cy="363481"/>
            </a:xfrm>
            <a:custGeom>
              <a:rect b="b" l="l" r="r" t="t"/>
              <a:pathLst>
                <a:path extrusionOk="0" h="13872" w="13552">
                  <a:moveTo>
                    <a:pt x="2732" y="11044"/>
                  </a:moveTo>
                  <a:lnTo>
                    <a:pt x="2732" y="11712"/>
                  </a:lnTo>
                  <a:cubicBezTo>
                    <a:pt x="2732" y="11774"/>
                    <a:pt x="2679" y="11827"/>
                    <a:pt x="2617" y="11827"/>
                  </a:cubicBezTo>
                  <a:lnTo>
                    <a:pt x="2482" y="11827"/>
                  </a:lnTo>
                  <a:cubicBezTo>
                    <a:pt x="2420" y="11827"/>
                    <a:pt x="2367" y="11774"/>
                    <a:pt x="2367" y="11712"/>
                  </a:cubicBezTo>
                  <a:lnTo>
                    <a:pt x="2367" y="11044"/>
                  </a:lnTo>
                  <a:close/>
                  <a:moveTo>
                    <a:pt x="4849" y="11044"/>
                  </a:moveTo>
                  <a:lnTo>
                    <a:pt x="4849" y="11712"/>
                  </a:lnTo>
                  <a:lnTo>
                    <a:pt x="4844" y="11712"/>
                  </a:lnTo>
                  <a:cubicBezTo>
                    <a:pt x="4844" y="11774"/>
                    <a:pt x="4791" y="11827"/>
                    <a:pt x="4729" y="11827"/>
                  </a:cubicBezTo>
                  <a:lnTo>
                    <a:pt x="4599" y="11827"/>
                  </a:lnTo>
                  <a:cubicBezTo>
                    <a:pt x="4537" y="11827"/>
                    <a:pt x="4484" y="11774"/>
                    <a:pt x="4484" y="11712"/>
                  </a:cubicBezTo>
                  <a:lnTo>
                    <a:pt x="4484" y="11044"/>
                  </a:lnTo>
                  <a:close/>
                  <a:moveTo>
                    <a:pt x="6956" y="11044"/>
                  </a:moveTo>
                  <a:lnTo>
                    <a:pt x="6956" y="11712"/>
                  </a:lnTo>
                  <a:cubicBezTo>
                    <a:pt x="6956" y="11774"/>
                    <a:pt x="6903" y="11827"/>
                    <a:pt x="6841" y="11827"/>
                  </a:cubicBezTo>
                  <a:lnTo>
                    <a:pt x="6711" y="11827"/>
                  </a:lnTo>
                  <a:cubicBezTo>
                    <a:pt x="6644" y="11827"/>
                    <a:pt x="6591" y="11774"/>
                    <a:pt x="6591" y="11712"/>
                  </a:cubicBezTo>
                  <a:lnTo>
                    <a:pt x="6591" y="11044"/>
                  </a:lnTo>
                  <a:close/>
                  <a:moveTo>
                    <a:pt x="9068" y="11044"/>
                  </a:moveTo>
                  <a:lnTo>
                    <a:pt x="9068" y="11712"/>
                  </a:lnTo>
                  <a:cubicBezTo>
                    <a:pt x="9068" y="11774"/>
                    <a:pt x="9016" y="11827"/>
                    <a:pt x="8953" y="11827"/>
                  </a:cubicBezTo>
                  <a:lnTo>
                    <a:pt x="8824" y="11827"/>
                  </a:lnTo>
                  <a:cubicBezTo>
                    <a:pt x="8756" y="11827"/>
                    <a:pt x="8708" y="11774"/>
                    <a:pt x="8708" y="11712"/>
                  </a:cubicBezTo>
                  <a:lnTo>
                    <a:pt x="8708" y="11044"/>
                  </a:lnTo>
                  <a:close/>
                  <a:moveTo>
                    <a:pt x="11181" y="11044"/>
                  </a:moveTo>
                  <a:lnTo>
                    <a:pt x="11181" y="11712"/>
                  </a:lnTo>
                  <a:cubicBezTo>
                    <a:pt x="11181" y="11774"/>
                    <a:pt x="11128" y="11827"/>
                    <a:pt x="11065" y="11827"/>
                  </a:cubicBezTo>
                  <a:lnTo>
                    <a:pt x="10936" y="11827"/>
                  </a:lnTo>
                  <a:cubicBezTo>
                    <a:pt x="10868" y="11827"/>
                    <a:pt x="10820" y="11774"/>
                    <a:pt x="10820" y="11712"/>
                  </a:cubicBezTo>
                  <a:lnTo>
                    <a:pt x="10820" y="11044"/>
                  </a:lnTo>
                  <a:close/>
                  <a:moveTo>
                    <a:pt x="1959" y="11044"/>
                  </a:moveTo>
                  <a:lnTo>
                    <a:pt x="1959" y="11712"/>
                  </a:lnTo>
                  <a:cubicBezTo>
                    <a:pt x="1959" y="11947"/>
                    <a:pt x="2118" y="12153"/>
                    <a:pt x="2343" y="12216"/>
                  </a:cubicBezTo>
                  <a:lnTo>
                    <a:pt x="2343" y="13128"/>
                  </a:lnTo>
                  <a:lnTo>
                    <a:pt x="1695" y="13128"/>
                  </a:lnTo>
                  <a:lnTo>
                    <a:pt x="1695" y="11044"/>
                  </a:lnTo>
                  <a:close/>
                  <a:moveTo>
                    <a:pt x="3404" y="11044"/>
                  </a:moveTo>
                  <a:lnTo>
                    <a:pt x="3404" y="13128"/>
                  </a:lnTo>
                  <a:lnTo>
                    <a:pt x="2751" y="13128"/>
                  </a:lnTo>
                  <a:lnTo>
                    <a:pt x="2751" y="12216"/>
                  </a:lnTo>
                  <a:cubicBezTo>
                    <a:pt x="2982" y="12153"/>
                    <a:pt x="3135" y="11947"/>
                    <a:pt x="3135" y="11712"/>
                  </a:cubicBezTo>
                  <a:lnTo>
                    <a:pt x="3135" y="11044"/>
                  </a:lnTo>
                  <a:close/>
                  <a:moveTo>
                    <a:pt x="4076" y="11044"/>
                  </a:moveTo>
                  <a:lnTo>
                    <a:pt x="4076" y="11712"/>
                  </a:lnTo>
                  <a:cubicBezTo>
                    <a:pt x="4076" y="11947"/>
                    <a:pt x="4230" y="12153"/>
                    <a:pt x="4460" y="12216"/>
                  </a:cubicBezTo>
                  <a:lnTo>
                    <a:pt x="4460" y="13128"/>
                  </a:lnTo>
                  <a:lnTo>
                    <a:pt x="3807" y="13128"/>
                  </a:lnTo>
                  <a:lnTo>
                    <a:pt x="3807" y="11044"/>
                  </a:lnTo>
                  <a:close/>
                  <a:moveTo>
                    <a:pt x="5516" y="11044"/>
                  </a:moveTo>
                  <a:lnTo>
                    <a:pt x="5516" y="13128"/>
                  </a:lnTo>
                  <a:lnTo>
                    <a:pt x="4863" y="13128"/>
                  </a:lnTo>
                  <a:lnTo>
                    <a:pt x="4863" y="12216"/>
                  </a:lnTo>
                  <a:cubicBezTo>
                    <a:pt x="5094" y="12153"/>
                    <a:pt x="5247" y="11947"/>
                    <a:pt x="5252" y="11712"/>
                  </a:cubicBezTo>
                  <a:lnTo>
                    <a:pt x="5252" y="11044"/>
                  </a:lnTo>
                  <a:close/>
                  <a:moveTo>
                    <a:pt x="6183" y="11044"/>
                  </a:moveTo>
                  <a:lnTo>
                    <a:pt x="6183" y="11712"/>
                  </a:lnTo>
                  <a:cubicBezTo>
                    <a:pt x="6183" y="11947"/>
                    <a:pt x="6342" y="12153"/>
                    <a:pt x="6567" y="12216"/>
                  </a:cubicBezTo>
                  <a:lnTo>
                    <a:pt x="6572" y="13128"/>
                  </a:lnTo>
                  <a:lnTo>
                    <a:pt x="5919" y="13128"/>
                  </a:lnTo>
                  <a:lnTo>
                    <a:pt x="5919" y="11044"/>
                  </a:lnTo>
                  <a:close/>
                  <a:moveTo>
                    <a:pt x="7628" y="11044"/>
                  </a:moveTo>
                  <a:lnTo>
                    <a:pt x="7628" y="13128"/>
                  </a:lnTo>
                  <a:lnTo>
                    <a:pt x="6980" y="13128"/>
                  </a:lnTo>
                  <a:lnTo>
                    <a:pt x="6980" y="12216"/>
                  </a:lnTo>
                  <a:cubicBezTo>
                    <a:pt x="7206" y="12153"/>
                    <a:pt x="7364" y="11947"/>
                    <a:pt x="7364" y="11712"/>
                  </a:cubicBezTo>
                  <a:lnTo>
                    <a:pt x="7364" y="11044"/>
                  </a:lnTo>
                  <a:close/>
                  <a:moveTo>
                    <a:pt x="8300" y="11044"/>
                  </a:moveTo>
                  <a:lnTo>
                    <a:pt x="8300" y="11712"/>
                  </a:lnTo>
                  <a:cubicBezTo>
                    <a:pt x="8300" y="11947"/>
                    <a:pt x="8459" y="12153"/>
                    <a:pt x="8684" y="12216"/>
                  </a:cubicBezTo>
                  <a:lnTo>
                    <a:pt x="8684" y="13128"/>
                  </a:lnTo>
                  <a:lnTo>
                    <a:pt x="8036" y="13128"/>
                  </a:lnTo>
                  <a:lnTo>
                    <a:pt x="8036" y="11044"/>
                  </a:lnTo>
                  <a:close/>
                  <a:moveTo>
                    <a:pt x="9740" y="11044"/>
                  </a:moveTo>
                  <a:lnTo>
                    <a:pt x="9740" y="13128"/>
                  </a:lnTo>
                  <a:lnTo>
                    <a:pt x="9092" y="13128"/>
                  </a:lnTo>
                  <a:lnTo>
                    <a:pt x="9092" y="12216"/>
                  </a:lnTo>
                  <a:cubicBezTo>
                    <a:pt x="9318" y="12153"/>
                    <a:pt x="9476" y="11947"/>
                    <a:pt x="9476" y="11712"/>
                  </a:cubicBezTo>
                  <a:lnTo>
                    <a:pt x="9476" y="11044"/>
                  </a:lnTo>
                  <a:close/>
                  <a:moveTo>
                    <a:pt x="10412" y="11044"/>
                  </a:moveTo>
                  <a:lnTo>
                    <a:pt x="10412" y="11712"/>
                  </a:lnTo>
                  <a:cubicBezTo>
                    <a:pt x="10412" y="11947"/>
                    <a:pt x="10571" y="12153"/>
                    <a:pt x="10796" y="12216"/>
                  </a:cubicBezTo>
                  <a:lnTo>
                    <a:pt x="10796" y="13128"/>
                  </a:lnTo>
                  <a:lnTo>
                    <a:pt x="10148" y="13128"/>
                  </a:lnTo>
                  <a:lnTo>
                    <a:pt x="10148" y="11044"/>
                  </a:lnTo>
                  <a:close/>
                  <a:moveTo>
                    <a:pt x="11853" y="11044"/>
                  </a:moveTo>
                  <a:lnTo>
                    <a:pt x="11853" y="13128"/>
                  </a:lnTo>
                  <a:lnTo>
                    <a:pt x="11205" y="13128"/>
                  </a:lnTo>
                  <a:lnTo>
                    <a:pt x="11205" y="12216"/>
                  </a:lnTo>
                  <a:cubicBezTo>
                    <a:pt x="11430" y="12153"/>
                    <a:pt x="11589" y="11947"/>
                    <a:pt x="11589" y="11712"/>
                  </a:cubicBezTo>
                  <a:lnTo>
                    <a:pt x="11589" y="11044"/>
                  </a:lnTo>
                  <a:close/>
                  <a:moveTo>
                    <a:pt x="1287" y="11044"/>
                  </a:moveTo>
                  <a:lnTo>
                    <a:pt x="1287" y="13329"/>
                  </a:lnTo>
                  <a:lnTo>
                    <a:pt x="1292" y="13329"/>
                  </a:lnTo>
                  <a:lnTo>
                    <a:pt x="1292" y="13464"/>
                  </a:lnTo>
                  <a:lnTo>
                    <a:pt x="433" y="13464"/>
                  </a:lnTo>
                  <a:cubicBezTo>
                    <a:pt x="418" y="13464"/>
                    <a:pt x="409" y="13454"/>
                    <a:pt x="409" y="13440"/>
                  </a:cubicBezTo>
                  <a:lnTo>
                    <a:pt x="409" y="11044"/>
                  </a:lnTo>
                  <a:close/>
                  <a:moveTo>
                    <a:pt x="13144" y="11044"/>
                  </a:moveTo>
                  <a:lnTo>
                    <a:pt x="13144" y="13440"/>
                  </a:lnTo>
                  <a:cubicBezTo>
                    <a:pt x="13144" y="13454"/>
                    <a:pt x="13129" y="13464"/>
                    <a:pt x="13115" y="13464"/>
                  </a:cubicBezTo>
                  <a:lnTo>
                    <a:pt x="12261" y="13464"/>
                  </a:lnTo>
                  <a:lnTo>
                    <a:pt x="12261" y="11044"/>
                  </a:lnTo>
                  <a:close/>
                  <a:moveTo>
                    <a:pt x="5304" y="0"/>
                  </a:moveTo>
                  <a:cubicBezTo>
                    <a:pt x="4992" y="0"/>
                    <a:pt x="4676" y="28"/>
                    <a:pt x="4359" y="85"/>
                  </a:cubicBezTo>
                  <a:cubicBezTo>
                    <a:pt x="1834" y="546"/>
                    <a:pt x="1" y="2740"/>
                    <a:pt x="1" y="5308"/>
                  </a:cubicBezTo>
                  <a:lnTo>
                    <a:pt x="1" y="13440"/>
                  </a:lnTo>
                  <a:cubicBezTo>
                    <a:pt x="1" y="13680"/>
                    <a:pt x="198" y="13872"/>
                    <a:pt x="433" y="13872"/>
                  </a:cubicBezTo>
                  <a:lnTo>
                    <a:pt x="1494" y="13872"/>
                  </a:lnTo>
                  <a:cubicBezTo>
                    <a:pt x="1604" y="13872"/>
                    <a:pt x="1695" y="13781"/>
                    <a:pt x="1695" y="13670"/>
                  </a:cubicBezTo>
                  <a:lnTo>
                    <a:pt x="1695" y="13536"/>
                  </a:lnTo>
                  <a:lnTo>
                    <a:pt x="11857" y="13536"/>
                  </a:lnTo>
                  <a:lnTo>
                    <a:pt x="11857" y="13670"/>
                  </a:lnTo>
                  <a:cubicBezTo>
                    <a:pt x="11857" y="13781"/>
                    <a:pt x="11949" y="13872"/>
                    <a:pt x="12059" y="13872"/>
                  </a:cubicBezTo>
                  <a:lnTo>
                    <a:pt x="13120" y="13872"/>
                  </a:lnTo>
                  <a:cubicBezTo>
                    <a:pt x="13360" y="13872"/>
                    <a:pt x="13552" y="13680"/>
                    <a:pt x="13552" y="13440"/>
                  </a:cubicBezTo>
                  <a:lnTo>
                    <a:pt x="13552" y="9134"/>
                  </a:lnTo>
                  <a:cubicBezTo>
                    <a:pt x="13552" y="8275"/>
                    <a:pt x="12851" y="7579"/>
                    <a:pt x="11992" y="7579"/>
                  </a:cubicBezTo>
                  <a:lnTo>
                    <a:pt x="11757" y="7579"/>
                  </a:lnTo>
                  <a:cubicBezTo>
                    <a:pt x="11118" y="7579"/>
                    <a:pt x="10604" y="7060"/>
                    <a:pt x="10604" y="6427"/>
                  </a:cubicBezTo>
                  <a:lnTo>
                    <a:pt x="10604" y="5303"/>
                  </a:lnTo>
                  <a:cubicBezTo>
                    <a:pt x="10604" y="5006"/>
                    <a:pt x="10576" y="4708"/>
                    <a:pt x="10528" y="4420"/>
                  </a:cubicBezTo>
                  <a:cubicBezTo>
                    <a:pt x="10505" y="4309"/>
                    <a:pt x="10419" y="4258"/>
                    <a:pt x="10333" y="4258"/>
                  </a:cubicBezTo>
                  <a:cubicBezTo>
                    <a:pt x="10222" y="4258"/>
                    <a:pt x="10110" y="4342"/>
                    <a:pt x="10129" y="4487"/>
                  </a:cubicBezTo>
                  <a:cubicBezTo>
                    <a:pt x="10172" y="4756"/>
                    <a:pt x="10196" y="5030"/>
                    <a:pt x="10196" y="5303"/>
                  </a:cubicBezTo>
                  <a:lnTo>
                    <a:pt x="10196" y="6427"/>
                  </a:lnTo>
                  <a:cubicBezTo>
                    <a:pt x="10196" y="7286"/>
                    <a:pt x="10893" y="7987"/>
                    <a:pt x="11757" y="7987"/>
                  </a:cubicBezTo>
                  <a:lnTo>
                    <a:pt x="11992" y="7987"/>
                  </a:lnTo>
                  <a:cubicBezTo>
                    <a:pt x="12630" y="7987"/>
                    <a:pt x="13144" y="8500"/>
                    <a:pt x="13144" y="9139"/>
                  </a:cubicBezTo>
                  <a:lnTo>
                    <a:pt x="13144" y="9648"/>
                  </a:lnTo>
                  <a:lnTo>
                    <a:pt x="2377" y="9648"/>
                  </a:lnTo>
                  <a:cubicBezTo>
                    <a:pt x="2103" y="9648"/>
                    <a:pt x="2103" y="10051"/>
                    <a:pt x="2377" y="10051"/>
                  </a:cubicBezTo>
                  <a:lnTo>
                    <a:pt x="13144" y="10051"/>
                  </a:lnTo>
                  <a:lnTo>
                    <a:pt x="13144" y="10636"/>
                  </a:lnTo>
                  <a:lnTo>
                    <a:pt x="409" y="10636"/>
                  </a:lnTo>
                  <a:lnTo>
                    <a:pt x="409" y="10051"/>
                  </a:lnTo>
                  <a:lnTo>
                    <a:pt x="1426" y="10051"/>
                  </a:lnTo>
                  <a:cubicBezTo>
                    <a:pt x="1700" y="10051"/>
                    <a:pt x="1700" y="9648"/>
                    <a:pt x="1426" y="9648"/>
                  </a:cubicBezTo>
                  <a:lnTo>
                    <a:pt x="409" y="9648"/>
                  </a:lnTo>
                  <a:lnTo>
                    <a:pt x="409" y="5303"/>
                  </a:lnTo>
                  <a:cubicBezTo>
                    <a:pt x="409" y="2937"/>
                    <a:pt x="2103" y="906"/>
                    <a:pt x="4431" y="489"/>
                  </a:cubicBezTo>
                  <a:cubicBezTo>
                    <a:pt x="4725" y="435"/>
                    <a:pt x="5017" y="410"/>
                    <a:pt x="5307" y="410"/>
                  </a:cubicBezTo>
                  <a:cubicBezTo>
                    <a:pt x="7315" y="410"/>
                    <a:pt x="9163" y="1651"/>
                    <a:pt x="9889" y="3590"/>
                  </a:cubicBezTo>
                  <a:cubicBezTo>
                    <a:pt x="9923" y="3686"/>
                    <a:pt x="9998" y="3726"/>
                    <a:pt x="10074" y="3726"/>
                  </a:cubicBezTo>
                  <a:cubicBezTo>
                    <a:pt x="10204" y="3726"/>
                    <a:pt x="10335" y="3609"/>
                    <a:pt x="10268" y="3446"/>
                  </a:cubicBezTo>
                  <a:cubicBezTo>
                    <a:pt x="9484" y="1347"/>
                    <a:pt x="7480" y="0"/>
                    <a:pt x="5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61" name="Google Shape;20461;p89"/>
          <p:cNvGrpSpPr/>
          <p:nvPr/>
        </p:nvGrpSpPr>
        <p:grpSpPr>
          <a:xfrm>
            <a:off x="7226448" y="1502697"/>
            <a:ext cx="198379" cy="363402"/>
            <a:chOff x="7226448" y="1502697"/>
            <a:chExt cx="198379" cy="363402"/>
          </a:xfrm>
        </p:grpSpPr>
        <p:sp>
          <p:nvSpPr>
            <p:cNvPr id="20462" name="Google Shape;20462;p89"/>
            <p:cNvSpPr/>
            <p:nvPr/>
          </p:nvSpPr>
          <p:spPr>
            <a:xfrm>
              <a:off x="7295491" y="1598912"/>
              <a:ext cx="104679" cy="222407"/>
            </a:xfrm>
            <a:custGeom>
              <a:rect b="b" l="l" r="r" t="t"/>
              <a:pathLst>
                <a:path extrusionOk="0" h="8488" w="3995">
                  <a:moveTo>
                    <a:pt x="1998" y="1023"/>
                  </a:moveTo>
                  <a:cubicBezTo>
                    <a:pt x="2535" y="1023"/>
                    <a:pt x="2967" y="1460"/>
                    <a:pt x="2967" y="1997"/>
                  </a:cubicBezTo>
                  <a:lnTo>
                    <a:pt x="2967" y="6490"/>
                  </a:lnTo>
                  <a:cubicBezTo>
                    <a:pt x="2967" y="7028"/>
                    <a:pt x="2531" y="7465"/>
                    <a:pt x="1993" y="7465"/>
                  </a:cubicBezTo>
                  <a:cubicBezTo>
                    <a:pt x="1455" y="7465"/>
                    <a:pt x="1018" y="7028"/>
                    <a:pt x="1018" y="6490"/>
                  </a:cubicBezTo>
                  <a:lnTo>
                    <a:pt x="1018" y="1997"/>
                  </a:lnTo>
                  <a:cubicBezTo>
                    <a:pt x="1018" y="1460"/>
                    <a:pt x="1455" y="1023"/>
                    <a:pt x="1998" y="1023"/>
                  </a:cubicBezTo>
                  <a:close/>
                  <a:moveTo>
                    <a:pt x="1998" y="0"/>
                  </a:moveTo>
                  <a:cubicBezTo>
                    <a:pt x="894" y="0"/>
                    <a:pt x="1" y="893"/>
                    <a:pt x="1" y="1997"/>
                  </a:cubicBezTo>
                  <a:lnTo>
                    <a:pt x="1" y="6490"/>
                  </a:lnTo>
                  <a:cubicBezTo>
                    <a:pt x="1" y="7590"/>
                    <a:pt x="894" y="8487"/>
                    <a:pt x="1998" y="8487"/>
                  </a:cubicBezTo>
                  <a:cubicBezTo>
                    <a:pt x="3097" y="8482"/>
                    <a:pt x="3990" y="7590"/>
                    <a:pt x="3995" y="6490"/>
                  </a:cubicBezTo>
                  <a:lnTo>
                    <a:pt x="3995" y="1997"/>
                  </a:lnTo>
                  <a:cubicBezTo>
                    <a:pt x="3995" y="893"/>
                    <a:pt x="3097" y="0"/>
                    <a:pt x="19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89"/>
            <p:cNvSpPr/>
            <p:nvPr/>
          </p:nvSpPr>
          <p:spPr>
            <a:xfrm>
              <a:off x="7242169" y="1522323"/>
              <a:ext cx="133476" cy="325147"/>
            </a:xfrm>
            <a:custGeom>
              <a:rect b="b" l="l" r="r" t="t"/>
              <a:pathLst>
                <a:path extrusionOk="0" h="12409" w="5094">
                  <a:moveTo>
                    <a:pt x="1" y="0"/>
                  </a:moveTo>
                  <a:cubicBezTo>
                    <a:pt x="1" y="0"/>
                    <a:pt x="1978" y="1843"/>
                    <a:pt x="2017" y="3610"/>
                  </a:cubicBezTo>
                  <a:lnTo>
                    <a:pt x="2017" y="12409"/>
                  </a:lnTo>
                  <a:lnTo>
                    <a:pt x="3073" y="12409"/>
                  </a:lnTo>
                  <a:lnTo>
                    <a:pt x="3073" y="3610"/>
                  </a:lnTo>
                  <a:cubicBezTo>
                    <a:pt x="3116" y="1843"/>
                    <a:pt x="5094" y="0"/>
                    <a:pt x="509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89"/>
            <p:cNvSpPr/>
            <p:nvPr/>
          </p:nvSpPr>
          <p:spPr>
            <a:xfrm>
              <a:off x="7308462" y="1522323"/>
              <a:ext cx="67183" cy="325147"/>
            </a:xfrm>
            <a:custGeom>
              <a:rect b="b" l="l" r="r" t="t"/>
              <a:pathLst>
                <a:path extrusionOk="0" h="12409" w="2564">
                  <a:moveTo>
                    <a:pt x="927" y="0"/>
                  </a:moveTo>
                  <a:cubicBezTo>
                    <a:pt x="927" y="0"/>
                    <a:pt x="43" y="1843"/>
                    <a:pt x="0" y="3610"/>
                  </a:cubicBezTo>
                  <a:lnTo>
                    <a:pt x="0" y="12409"/>
                  </a:lnTo>
                  <a:lnTo>
                    <a:pt x="543" y="12409"/>
                  </a:lnTo>
                  <a:lnTo>
                    <a:pt x="543" y="3610"/>
                  </a:lnTo>
                  <a:cubicBezTo>
                    <a:pt x="586" y="1843"/>
                    <a:pt x="2564" y="0"/>
                    <a:pt x="256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5" name="Google Shape;20465;p89"/>
            <p:cNvSpPr/>
            <p:nvPr/>
          </p:nvSpPr>
          <p:spPr>
            <a:xfrm>
              <a:off x="7231741" y="1507964"/>
              <a:ext cx="154228" cy="24683"/>
            </a:xfrm>
            <a:custGeom>
              <a:rect b="b" l="l" r="r" t="t"/>
              <a:pathLst>
                <a:path extrusionOk="0" h="942" w="5886">
                  <a:moveTo>
                    <a:pt x="475" y="1"/>
                  </a:moveTo>
                  <a:cubicBezTo>
                    <a:pt x="211" y="1"/>
                    <a:pt x="0" y="212"/>
                    <a:pt x="0" y="471"/>
                  </a:cubicBezTo>
                  <a:cubicBezTo>
                    <a:pt x="0" y="730"/>
                    <a:pt x="211" y="942"/>
                    <a:pt x="471" y="942"/>
                  </a:cubicBezTo>
                  <a:lnTo>
                    <a:pt x="5415" y="942"/>
                  </a:lnTo>
                  <a:cubicBezTo>
                    <a:pt x="5674" y="942"/>
                    <a:pt x="5885" y="730"/>
                    <a:pt x="5885" y="471"/>
                  </a:cubicBezTo>
                  <a:cubicBezTo>
                    <a:pt x="5885" y="212"/>
                    <a:pt x="5674" y="1"/>
                    <a:pt x="541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6" name="Google Shape;20466;p89"/>
            <p:cNvSpPr/>
            <p:nvPr/>
          </p:nvSpPr>
          <p:spPr>
            <a:xfrm>
              <a:off x="7228701" y="1514147"/>
              <a:ext cx="160412" cy="18499"/>
            </a:xfrm>
            <a:custGeom>
              <a:rect b="b" l="l" r="r" t="t"/>
              <a:pathLst>
                <a:path extrusionOk="0" h="706" w="6122">
                  <a:moveTo>
                    <a:pt x="183" y="0"/>
                  </a:moveTo>
                  <a:cubicBezTo>
                    <a:pt x="1" y="317"/>
                    <a:pt x="227" y="706"/>
                    <a:pt x="587" y="706"/>
                  </a:cubicBezTo>
                  <a:lnTo>
                    <a:pt x="5531" y="706"/>
                  </a:lnTo>
                  <a:cubicBezTo>
                    <a:pt x="5891" y="706"/>
                    <a:pt x="6121" y="317"/>
                    <a:pt x="5939" y="0"/>
                  </a:cubicBezTo>
                  <a:lnTo>
                    <a:pt x="5939" y="0"/>
                  </a:lnTo>
                  <a:cubicBezTo>
                    <a:pt x="5852" y="144"/>
                    <a:pt x="5699" y="235"/>
                    <a:pt x="5531" y="235"/>
                  </a:cubicBezTo>
                  <a:lnTo>
                    <a:pt x="587" y="235"/>
                  </a:lnTo>
                  <a:cubicBezTo>
                    <a:pt x="419" y="235"/>
                    <a:pt x="265" y="14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7" name="Google Shape;20467;p89"/>
            <p:cNvSpPr/>
            <p:nvPr/>
          </p:nvSpPr>
          <p:spPr>
            <a:xfrm>
              <a:off x="7277123" y="1647335"/>
              <a:ext cx="142306" cy="23294"/>
            </a:xfrm>
            <a:custGeom>
              <a:rect b="b" l="l" r="r" t="t"/>
              <a:pathLst>
                <a:path extrusionOk="0" h="889" w="5431">
                  <a:moveTo>
                    <a:pt x="111" y="0"/>
                  </a:moveTo>
                  <a:cubicBezTo>
                    <a:pt x="49" y="0"/>
                    <a:pt x="1" y="48"/>
                    <a:pt x="1" y="116"/>
                  </a:cubicBezTo>
                  <a:lnTo>
                    <a:pt x="1" y="773"/>
                  </a:lnTo>
                  <a:cubicBezTo>
                    <a:pt x="1" y="836"/>
                    <a:pt x="49" y="889"/>
                    <a:pt x="111" y="889"/>
                  </a:cubicBezTo>
                  <a:lnTo>
                    <a:pt x="4984" y="889"/>
                  </a:lnTo>
                  <a:cubicBezTo>
                    <a:pt x="5233" y="889"/>
                    <a:pt x="5430" y="692"/>
                    <a:pt x="5430" y="442"/>
                  </a:cubicBezTo>
                  <a:cubicBezTo>
                    <a:pt x="5430" y="197"/>
                    <a:pt x="5233" y="0"/>
                    <a:pt x="4984"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8" name="Google Shape;20468;p89"/>
            <p:cNvSpPr/>
            <p:nvPr/>
          </p:nvSpPr>
          <p:spPr>
            <a:xfrm>
              <a:off x="7277123" y="1653125"/>
              <a:ext cx="145188" cy="17503"/>
            </a:xfrm>
            <a:custGeom>
              <a:rect b="b" l="l" r="r" t="t"/>
              <a:pathLst>
                <a:path extrusionOk="0" h="668" w="5541">
                  <a:moveTo>
                    <a:pt x="5372" y="0"/>
                  </a:moveTo>
                  <a:cubicBezTo>
                    <a:pt x="5291" y="139"/>
                    <a:pt x="5142" y="221"/>
                    <a:pt x="4984" y="221"/>
                  </a:cubicBezTo>
                  <a:lnTo>
                    <a:pt x="111" y="221"/>
                  </a:lnTo>
                  <a:cubicBezTo>
                    <a:pt x="49" y="221"/>
                    <a:pt x="1" y="173"/>
                    <a:pt x="1" y="111"/>
                  </a:cubicBezTo>
                  <a:lnTo>
                    <a:pt x="1" y="552"/>
                  </a:lnTo>
                  <a:cubicBezTo>
                    <a:pt x="1" y="615"/>
                    <a:pt x="49" y="668"/>
                    <a:pt x="111" y="668"/>
                  </a:cubicBezTo>
                  <a:lnTo>
                    <a:pt x="4984" y="668"/>
                  </a:lnTo>
                  <a:cubicBezTo>
                    <a:pt x="5329" y="668"/>
                    <a:pt x="5540" y="298"/>
                    <a:pt x="5372"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9" name="Google Shape;20469;p89"/>
            <p:cNvSpPr/>
            <p:nvPr/>
          </p:nvSpPr>
          <p:spPr>
            <a:xfrm>
              <a:off x="7277019" y="1697774"/>
              <a:ext cx="142411" cy="23425"/>
            </a:xfrm>
            <a:custGeom>
              <a:rect b="b" l="l" r="r" t="t"/>
              <a:pathLst>
                <a:path extrusionOk="0" h="894" w="5435">
                  <a:moveTo>
                    <a:pt x="115" y="0"/>
                  </a:moveTo>
                  <a:cubicBezTo>
                    <a:pt x="53" y="0"/>
                    <a:pt x="0" y="53"/>
                    <a:pt x="5" y="116"/>
                  </a:cubicBezTo>
                  <a:lnTo>
                    <a:pt x="5" y="778"/>
                  </a:lnTo>
                  <a:cubicBezTo>
                    <a:pt x="5" y="840"/>
                    <a:pt x="53" y="893"/>
                    <a:pt x="115" y="893"/>
                  </a:cubicBezTo>
                  <a:lnTo>
                    <a:pt x="4988" y="893"/>
                  </a:lnTo>
                  <a:cubicBezTo>
                    <a:pt x="5237" y="893"/>
                    <a:pt x="5434" y="692"/>
                    <a:pt x="5434" y="447"/>
                  </a:cubicBezTo>
                  <a:cubicBezTo>
                    <a:pt x="5434" y="202"/>
                    <a:pt x="5237" y="0"/>
                    <a:pt x="49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0" name="Google Shape;20470;p89"/>
            <p:cNvSpPr/>
            <p:nvPr/>
          </p:nvSpPr>
          <p:spPr>
            <a:xfrm>
              <a:off x="7277123" y="1703801"/>
              <a:ext cx="145057" cy="17398"/>
            </a:xfrm>
            <a:custGeom>
              <a:rect b="b" l="l" r="r" t="t"/>
              <a:pathLst>
                <a:path extrusionOk="0" h="664" w="5536">
                  <a:moveTo>
                    <a:pt x="5372" y="1"/>
                  </a:moveTo>
                  <a:cubicBezTo>
                    <a:pt x="5296" y="140"/>
                    <a:pt x="5147" y="226"/>
                    <a:pt x="4984" y="226"/>
                  </a:cubicBezTo>
                  <a:lnTo>
                    <a:pt x="111" y="226"/>
                  </a:lnTo>
                  <a:cubicBezTo>
                    <a:pt x="49" y="226"/>
                    <a:pt x="1" y="178"/>
                    <a:pt x="1" y="116"/>
                  </a:cubicBezTo>
                  <a:lnTo>
                    <a:pt x="1" y="548"/>
                  </a:lnTo>
                  <a:cubicBezTo>
                    <a:pt x="1" y="610"/>
                    <a:pt x="49" y="663"/>
                    <a:pt x="111" y="663"/>
                  </a:cubicBezTo>
                  <a:lnTo>
                    <a:pt x="4984" y="663"/>
                  </a:lnTo>
                  <a:cubicBezTo>
                    <a:pt x="5324" y="658"/>
                    <a:pt x="5536" y="298"/>
                    <a:pt x="53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1" name="Google Shape;20471;p89"/>
            <p:cNvSpPr/>
            <p:nvPr/>
          </p:nvSpPr>
          <p:spPr>
            <a:xfrm>
              <a:off x="7277019" y="1748345"/>
              <a:ext cx="142411" cy="23294"/>
            </a:xfrm>
            <a:custGeom>
              <a:rect b="b" l="l" r="r" t="t"/>
              <a:pathLst>
                <a:path extrusionOk="0" h="889" w="5435">
                  <a:moveTo>
                    <a:pt x="115" y="0"/>
                  </a:moveTo>
                  <a:cubicBezTo>
                    <a:pt x="53" y="0"/>
                    <a:pt x="0" y="48"/>
                    <a:pt x="5" y="115"/>
                  </a:cubicBezTo>
                  <a:lnTo>
                    <a:pt x="5" y="773"/>
                  </a:lnTo>
                  <a:cubicBezTo>
                    <a:pt x="5" y="835"/>
                    <a:pt x="53" y="888"/>
                    <a:pt x="115" y="888"/>
                  </a:cubicBezTo>
                  <a:lnTo>
                    <a:pt x="4988" y="888"/>
                  </a:lnTo>
                  <a:cubicBezTo>
                    <a:pt x="5237" y="888"/>
                    <a:pt x="5434" y="686"/>
                    <a:pt x="5434" y="442"/>
                  </a:cubicBezTo>
                  <a:cubicBezTo>
                    <a:pt x="5434" y="197"/>
                    <a:pt x="5237" y="0"/>
                    <a:pt x="49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2" name="Google Shape;20472;p89"/>
            <p:cNvSpPr/>
            <p:nvPr/>
          </p:nvSpPr>
          <p:spPr>
            <a:xfrm>
              <a:off x="7277123" y="1754110"/>
              <a:ext cx="145188" cy="17529"/>
            </a:xfrm>
            <a:custGeom>
              <a:rect b="b" l="l" r="r" t="t"/>
              <a:pathLst>
                <a:path extrusionOk="0" h="669" w="5541">
                  <a:moveTo>
                    <a:pt x="5372" y="1"/>
                  </a:moveTo>
                  <a:cubicBezTo>
                    <a:pt x="5291" y="140"/>
                    <a:pt x="5142" y="222"/>
                    <a:pt x="4984" y="222"/>
                  </a:cubicBezTo>
                  <a:lnTo>
                    <a:pt x="111" y="222"/>
                  </a:lnTo>
                  <a:cubicBezTo>
                    <a:pt x="49" y="222"/>
                    <a:pt x="1" y="174"/>
                    <a:pt x="1" y="111"/>
                  </a:cubicBezTo>
                  <a:lnTo>
                    <a:pt x="1" y="553"/>
                  </a:lnTo>
                  <a:cubicBezTo>
                    <a:pt x="1" y="615"/>
                    <a:pt x="49" y="668"/>
                    <a:pt x="111" y="668"/>
                  </a:cubicBezTo>
                  <a:lnTo>
                    <a:pt x="4984" y="668"/>
                  </a:lnTo>
                  <a:cubicBezTo>
                    <a:pt x="5329" y="668"/>
                    <a:pt x="5540" y="298"/>
                    <a:pt x="53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3" name="Google Shape;20473;p89"/>
            <p:cNvSpPr/>
            <p:nvPr/>
          </p:nvSpPr>
          <p:spPr>
            <a:xfrm>
              <a:off x="7282809" y="1836255"/>
              <a:ext cx="52091" cy="24552"/>
            </a:xfrm>
            <a:custGeom>
              <a:rect b="b" l="l" r="r" t="t"/>
              <a:pathLst>
                <a:path extrusionOk="0" h="937" w="1988">
                  <a:moveTo>
                    <a:pt x="370" y="0"/>
                  </a:moveTo>
                  <a:cubicBezTo>
                    <a:pt x="322" y="0"/>
                    <a:pt x="278" y="29"/>
                    <a:pt x="264" y="77"/>
                  </a:cubicBezTo>
                  <a:lnTo>
                    <a:pt x="29" y="788"/>
                  </a:lnTo>
                  <a:cubicBezTo>
                    <a:pt x="0" y="860"/>
                    <a:pt x="58" y="936"/>
                    <a:pt x="134" y="936"/>
                  </a:cubicBezTo>
                  <a:lnTo>
                    <a:pt x="1853" y="936"/>
                  </a:lnTo>
                  <a:cubicBezTo>
                    <a:pt x="1930" y="936"/>
                    <a:pt x="1987" y="860"/>
                    <a:pt x="1963" y="788"/>
                  </a:cubicBezTo>
                  <a:lnTo>
                    <a:pt x="1728" y="77"/>
                  </a:lnTo>
                  <a:cubicBezTo>
                    <a:pt x="1709" y="29"/>
                    <a:pt x="1666" y="0"/>
                    <a:pt x="161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4" name="Google Shape;20474;p89"/>
            <p:cNvSpPr/>
            <p:nvPr/>
          </p:nvSpPr>
          <p:spPr>
            <a:xfrm>
              <a:off x="7308828" y="1836255"/>
              <a:ext cx="26071" cy="24552"/>
            </a:xfrm>
            <a:custGeom>
              <a:rect b="b" l="l" r="r" t="t"/>
              <a:pathLst>
                <a:path extrusionOk="0" h="937" w="995">
                  <a:moveTo>
                    <a:pt x="1" y="0"/>
                  </a:moveTo>
                  <a:lnTo>
                    <a:pt x="1" y="936"/>
                  </a:lnTo>
                  <a:lnTo>
                    <a:pt x="860" y="936"/>
                  </a:lnTo>
                  <a:cubicBezTo>
                    <a:pt x="937" y="936"/>
                    <a:pt x="994" y="860"/>
                    <a:pt x="970" y="788"/>
                  </a:cubicBezTo>
                  <a:lnTo>
                    <a:pt x="735" y="77"/>
                  </a:lnTo>
                  <a:cubicBezTo>
                    <a:pt x="716" y="29"/>
                    <a:pt x="673" y="0"/>
                    <a:pt x="6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5" name="Google Shape;20475;p89"/>
            <p:cNvSpPr/>
            <p:nvPr/>
          </p:nvSpPr>
          <p:spPr>
            <a:xfrm>
              <a:off x="7226448" y="1502697"/>
              <a:ext cx="198379" cy="363402"/>
            </a:xfrm>
            <a:custGeom>
              <a:rect b="b" l="l" r="r" t="t"/>
              <a:pathLst>
                <a:path extrusionOk="0" h="13869" w="7571">
                  <a:moveTo>
                    <a:pt x="5617" y="403"/>
                  </a:moveTo>
                  <a:cubicBezTo>
                    <a:pt x="5972" y="403"/>
                    <a:pt x="5972" y="941"/>
                    <a:pt x="5617" y="941"/>
                  </a:cubicBezTo>
                  <a:lnTo>
                    <a:pt x="677" y="941"/>
                  </a:lnTo>
                  <a:cubicBezTo>
                    <a:pt x="317" y="941"/>
                    <a:pt x="317" y="403"/>
                    <a:pt x="677" y="403"/>
                  </a:cubicBezTo>
                  <a:close/>
                  <a:moveTo>
                    <a:pt x="4863" y="1349"/>
                  </a:moveTo>
                  <a:cubicBezTo>
                    <a:pt x="4263" y="2074"/>
                    <a:pt x="3509" y="3207"/>
                    <a:pt x="3471" y="4325"/>
                  </a:cubicBezTo>
                  <a:cubicBezTo>
                    <a:pt x="3471" y="4340"/>
                    <a:pt x="3471" y="4349"/>
                    <a:pt x="3471" y="4359"/>
                  </a:cubicBezTo>
                  <a:lnTo>
                    <a:pt x="3471" y="5314"/>
                  </a:lnTo>
                  <a:lnTo>
                    <a:pt x="2823" y="5314"/>
                  </a:lnTo>
                  <a:lnTo>
                    <a:pt x="2823" y="4359"/>
                  </a:lnTo>
                  <a:lnTo>
                    <a:pt x="2823" y="4354"/>
                  </a:lnTo>
                  <a:cubicBezTo>
                    <a:pt x="2794" y="3226"/>
                    <a:pt x="2036" y="2079"/>
                    <a:pt x="1426" y="1349"/>
                  </a:cubicBezTo>
                  <a:close/>
                  <a:moveTo>
                    <a:pt x="6918" y="5727"/>
                  </a:moveTo>
                  <a:cubicBezTo>
                    <a:pt x="7239" y="5727"/>
                    <a:pt x="7239" y="6207"/>
                    <a:pt x="6918" y="6207"/>
                  </a:cubicBezTo>
                  <a:lnTo>
                    <a:pt x="2137" y="6207"/>
                  </a:lnTo>
                  <a:lnTo>
                    <a:pt x="2137" y="5727"/>
                  </a:lnTo>
                  <a:close/>
                  <a:moveTo>
                    <a:pt x="2823" y="6610"/>
                  </a:moveTo>
                  <a:lnTo>
                    <a:pt x="3471" y="6615"/>
                  </a:lnTo>
                  <a:lnTo>
                    <a:pt x="3471" y="7249"/>
                  </a:lnTo>
                  <a:lnTo>
                    <a:pt x="2823" y="7249"/>
                  </a:lnTo>
                  <a:lnTo>
                    <a:pt x="2823" y="6610"/>
                  </a:lnTo>
                  <a:close/>
                  <a:moveTo>
                    <a:pt x="3874" y="6610"/>
                  </a:moveTo>
                  <a:lnTo>
                    <a:pt x="5406" y="6615"/>
                  </a:lnTo>
                  <a:lnTo>
                    <a:pt x="5406" y="7249"/>
                  </a:lnTo>
                  <a:lnTo>
                    <a:pt x="3874" y="7249"/>
                  </a:lnTo>
                  <a:lnTo>
                    <a:pt x="3874" y="6610"/>
                  </a:lnTo>
                  <a:close/>
                  <a:moveTo>
                    <a:pt x="5809" y="6610"/>
                  </a:moveTo>
                  <a:lnTo>
                    <a:pt x="6423" y="6615"/>
                  </a:lnTo>
                  <a:lnTo>
                    <a:pt x="6423" y="7249"/>
                  </a:lnTo>
                  <a:lnTo>
                    <a:pt x="5809" y="7249"/>
                  </a:lnTo>
                  <a:lnTo>
                    <a:pt x="5809" y="6610"/>
                  </a:lnTo>
                  <a:close/>
                  <a:moveTo>
                    <a:pt x="6918" y="7657"/>
                  </a:moveTo>
                  <a:cubicBezTo>
                    <a:pt x="7239" y="7657"/>
                    <a:pt x="7239" y="8137"/>
                    <a:pt x="6918" y="8137"/>
                  </a:cubicBezTo>
                  <a:lnTo>
                    <a:pt x="2137" y="8137"/>
                  </a:lnTo>
                  <a:lnTo>
                    <a:pt x="2137" y="7657"/>
                  </a:lnTo>
                  <a:close/>
                  <a:moveTo>
                    <a:pt x="3471" y="8540"/>
                  </a:moveTo>
                  <a:lnTo>
                    <a:pt x="3471" y="9169"/>
                  </a:lnTo>
                  <a:lnTo>
                    <a:pt x="2823" y="9173"/>
                  </a:lnTo>
                  <a:lnTo>
                    <a:pt x="2823" y="8540"/>
                  </a:lnTo>
                  <a:close/>
                  <a:moveTo>
                    <a:pt x="5406" y="8540"/>
                  </a:moveTo>
                  <a:lnTo>
                    <a:pt x="5406" y="9169"/>
                  </a:lnTo>
                  <a:lnTo>
                    <a:pt x="3874" y="9173"/>
                  </a:lnTo>
                  <a:lnTo>
                    <a:pt x="3874" y="8540"/>
                  </a:lnTo>
                  <a:close/>
                  <a:moveTo>
                    <a:pt x="6428" y="8540"/>
                  </a:moveTo>
                  <a:lnTo>
                    <a:pt x="6428" y="9169"/>
                  </a:lnTo>
                  <a:lnTo>
                    <a:pt x="5809" y="9173"/>
                  </a:lnTo>
                  <a:lnTo>
                    <a:pt x="5809" y="8540"/>
                  </a:lnTo>
                  <a:close/>
                  <a:moveTo>
                    <a:pt x="6922" y="9581"/>
                  </a:moveTo>
                  <a:cubicBezTo>
                    <a:pt x="7239" y="9581"/>
                    <a:pt x="7239" y="10061"/>
                    <a:pt x="6922" y="10061"/>
                  </a:cubicBezTo>
                  <a:lnTo>
                    <a:pt x="2137" y="10061"/>
                  </a:lnTo>
                  <a:lnTo>
                    <a:pt x="2137" y="9581"/>
                  </a:lnTo>
                  <a:close/>
                  <a:moveTo>
                    <a:pt x="3471" y="10465"/>
                  </a:moveTo>
                  <a:lnTo>
                    <a:pt x="3471" y="12524"/>
                  </a:lnTo>
                  <a:lnTo>
                    <a:pt x="2823" y="12529"/>
                  </a:lnTo>
                  <a:lnTo>
                    <a:pt x="2823" y="10465"/>
                  </a:lnTo>
                  <a:close/>
                  <a:moveTo>
                    <a:pt x="3706" y="12932"/>
                  </a:moveTo>
                  <a:lnTo>
                    <a:pt x="3884" y="13465"/>
                  </a:lnTo>
                  <a:lnTo>
                    <a:pt x="2410" y="13465"/>
                  </a:lnTo>
                  <a:lnTo>
                    <a:pt x="2588" y="12932"/>
                  </a:lnTo>
                  <a:close/>
                  <a:moveTo>
                    <a:pt x="673" y="0"/>
                  </a:moveTo>
                  <a:cubicBezTo>
                    <a:pt x="303" y="0"/>
                    <a:pt x="0" y="303"/>
                    <a:pt x="0" y="672"/>
                  </a:cubicBezTo>
                  <a:cubicBezTo>
                    <a:pt x="0" y="1047"/>
                    <a:pt x="303" y="1349"/>
                    <a:pt x="673" y="1349"/>
                  </a:cubicBezTo>
                  <a:lnTo>
                    <a:pt x="893" y="1349"/>
                  </a:lnTo>
                  <a:cubicBezTo>
                    <a:pt x="2189" y="2799"/>
                    <a:pt x="2405" y="3855"/>
                    <a:pt x="2415" y="4364"/>
                  </a:cubicBezTo>
                  <a:lnTo>
                    <a:pt x="2415" y="5314"/>
                  </a:lnTo>
                  <a:lnTo>
                    <a:pt x="2050" y="5314"/>
                  </a:lnTo>
                  <a:cubicBezTo>
                    <a:pt x="1873" y="5314"/>
                    <a:pt x="1733" y="5458"/>
                    <a:pt x="1733" y="5631"/>
                  </a:cubicBezTo>
                  <a:lnTo>
                    <a:pt x="1733" y="5760"/>
                  </a:lnTo>
                  <a:lnTo>
                    <a:pt x="1474" y="5760"/>
                  </a:lnTo>
                  <a:lnTo>
                    <a:pt x="1474" y="5477"/>
                  </a:lnTo>
                  <a:cubicBezTo>
                    <a:pt x="1481" y="5336"/>
                    <a:pt x="1376" y="5265"/>
                    <a:pt x="1270" y="5265"/>
                  </a:cubicBezTo>
                  <a:cubicBezTo>
                    <a:pt x="1165" y="5265"/>
                    <a:pt x="1059" y="5336"/>
                    <a:pt x="1066" y="5477"/>
                  </a:cubicBezTo>
                  <a:lnTo>
                    <a:pt x="1066" y="6447"/>
                  </a:lnTo>
                  <a:cubicBezTo>
                    <a:pt x="1059" y="6591"/>
                    <a:pt x="1165" y="6663"/>
                    <a:pt x="1270" y="6663"/>
                  </a:cubicBezTo>
                  <a:cubicBezTo>
                    <a:pt x="1376" y="6663"/>
                    <a:pt x="1481" y="6591"/>
                    <a:pt x="1474" y="6447"/>
                  </a:cubicBezTo>
                  <a:lnTo>
                    <a:pt x="1474" y="6168"/>
                  </a:lnTo>
                  <a:lnTo>
                    <a:pt x="1733" y="6168"/>
                  </a:lnTo>
                  <a:lnTo>
                    <a:pt x="1733" y="6293"/>
                  </a:lnTo>
                  <a:cubicBezTo>
                    <a:pt x="1733" y="6466"/>
                    <a:pt x="1873" y="6610"/>
                    <a:pt x="2050" y="6610"/>
                  </a:cubicBezTo>
                  <a:lnTo>
                    <a:pt x="2415" y="6610"/>
                  </a:lnTo>
                  <a:lnTo>
                    <a:pt x="2415" y="7244"/>
                  </a:lnTo>
                  <a:lnTo>
                    <a:pt x="2050" y="7244"/>
                  </a:lnTo>
                  <a:cubicBezTo>
                    <a:pt x="1873" y="7244"/>
                    <a:pt x="1733" y="7383"/>
                    <a:pt x="1733" y="7561"/>
                  </a:cubicBezTo>
                  <a:lnTo>
                    <a:pt x="1733" y="7709"/>
                  </a:lnTo>
                  <a:lnTo>
                    <a:pt x="1474" y="7709"/>
                  </a:lnTo>
                  <a:lnTo>
                    <a:pt x="1474" y="7426"/>
                  </a:lnTo>
                  <a:cubicBezTo>
                    <a:pt x="1481" y="7285"/>
                    <a:pt x="1376" y="7214"/>
                    <a:pt x="1270" y="7214"/>
                  </a:cubicBezTo>
                  <a:cubicBezTo>
                    <a:pt x="1165" y="7214"/>
                    <a:pt x="1059" y="7285"/>
                    <a:pt x="1066" y="7426"/>
                  </a:cubicBezTo>
                  <a:lnTo>
                    <a:pt x="1066" y="8401"/>
                  </a:lnTo>
                  <a:cubicBezTo>
                    <a:pt x="1059" y="8542"/>
                    <a:pt x="1165" y="8613"/>
                    <a:pt x="1270" y="8613"/>
                  </a:cubicBezTo>
                  <a:cubicBezTo>
                    <a:pt x="1376" y="8613"/>
                    <a:pt x="1481" y="8542"/>
                    <a:pt x="1474" y="8401"/>
                  </a:cubicBezTo>
                  <a:lnTo>
                    <a:pt x="1474" y="8117"/>
                  </a:lnTo>
                  <a:lnTo>
                    <a:pt x="1733" y="8117"/>
                  </a:lnTo>
                  <a:lnTo>
                    <a:pt x="1733" y="8223"/>
                  </a:lnTo>
                  <a:cubicBezTo>
                    <a:pt x="1733" y="8396"/>
                    <a:pt x="1873" y="8540"/>
                    <a:pt x="2050" y="8540"/>
                  </a:cubicBezTo>
                  <a:lnTo>
                    <a:pt x="2415" y="8540"/>
                  </a:lnTo>
                  <a:lnTo>
                    <a:pt x="2415" y="9169"/>
                  </a:lnTo>
                  <a:lnTo>
                    <a:pt x="2050" y="9169"/>
                  </a:lnTo>
                  <a:cubicBezTo>
                    <a:pt x="1873" y="9169"/>
                    <a:pt x="1733" y="9313"/>
                    <a:pt x="1733" y="9485"/>
                  </a:cubicBezTo>
                  <a:lnTo>
                    <a:pt x="1733" y="9615"/>
                  </a:lnTo>
                  <a:lnTo>
                    <a:pt x="1474" y="9615"/>
                  </a:lnTo>
                  <a:lnTo>
                    <a:pt x="1474" y="9332"/>
                  </a:lnTo>
                  <a:cubicBezTo>
                    <a:pt x="1481" y="9190"/>
                    <a:pt x="1376" y="9119"/>
                    <a:pt x="1270" y="9119"/>
                  </a:cubicBezTo>
                  <a:cubicBezTo>
                    <a:pt x="1165" y="9119"/>
                    <a:pt x="1059" y="9190"/>
                    <a:pt x="1066" y="9332"/>
                  </a:cubicBezTo>
                  <a:lnTo>
                    <a:pt x="1066" y="10301"/>
                  </a:lnTo>
                  <a:cubicBezTo>
                    <a:pt x="1059" y="10445"/>
                    <a:pt x="1165" y="10517"/>
                    <a:pt x="1270" y="10517"/>
                  </a:cubicBezTo>
                  <a:cubicBezTo>
                    <a:pt x="1376" y="10517"/>
                    <a:pt x="1481" y="10445"/>
                    <a:pt x="1474" y="10301"/>
                  </a:cubicBezTo>
                  <a:lnTo>
                    <a:pt x="1474" y="10023"/>
                  </a:lnTo>
                  <a:lnTo>
                    <a:pt x="1733" y="10023"/>
                  </a:lnTo>
                  <a:lnTo>
                    <a:pt x="1733" y="10148"/>
                  </a:lnTo>
                  <a:cubicBezTo>
                    <a:pt x="1733" y="10325"/>
                    <a:pt x="1873" y="10465"/>
                    <a:pt x="2050" y="10465"/>
                  </a:cubicBezTo>
                  <a:lnTo>
                    <a:pt x="2415" y="10465"/>
                  </a:lnTo>
                  <a:lnTo>
                    <a:pt x="2415" y="12543"/>
                  </a:lnTo>
                  <a:cubicBezTo>
                    <a:pt x="2324" y="12577"/>
                    <a:pt x="2252" y="12649"/>
                    <a:pt x="2223" y="12740"/>
                  </a:cubicBezTo>
                  <a:lnTo>
                    <a:pt x="1988" y="13450"/>
                  </a:lnTo>
                  <a:cubicBezTo>
                    <a:pt x="1921" y="13657"/>
                    <a:pt x="2074" y="13868"/>
                    <a:pt x="2290" y="13868"/>
                  </a:cubicBezTo>
                  <a:lnTo>
                    <a:pt x="4009" y="13868"/>
                  </a:lnTo>
                  <a:cubicBezTo>
                    <a:pt x="4225" y="13868"/>
                    <a:pt x="4374" y="13657"/>
                    <a:pt x="4306" y="13450"/>
                  </a:cubicBezTo>
                  <a:lnTo>
                    <a:pt x="4071" y="12740"/>
                  </a:lnTo>
                  <a:cubicBezTo>
                    <a:pt x="4042" y="12649"/>
                    <a:pt x="3970" y="12577"/>
                    <a:pt x="3879" y="12543"/>
                  </a:cubicBezTo>
                  <a:lnTo>
                    <a:pt x="3879" y="10465"/>
                  </a:lnTo>
                  <a:lnTo>
                    <a:pt x="5343" y="10465"/>
                  </a:lnTo>
                  <a:cubicBezTo>
                    <a:pt x="5223" y="10748"/>
                    <a:pt x="4940" y="10935"/>
                    <a:pt x="4633" y="10935"/>
                  </a:cubicBezTo>
                  <a:cubicBezTo>
                    <a:pt x="4378" y="10945"/>
                    <a:pt x="4378" y="11324"/>
                    <a:pt x="4633" y="11338"/>
                  </a:cubicBezTo>
                  <a:cubicBezTo>
                    <a:pt x="4636" y="11338"/>
                    <a:pt x="4640" y="11338"/>
                    <a:pt x="4643" y="11338"/>
                  </a:cubicBezTo>
                  <a:cubicBezTo>
                    <a:pt x="5172" y="11338"/>
                    <a:pt x="5637" y="10980"/>
                    <a:pt x="5775" y="10465"/>
                  </a:cubicBezTo>
                  <a:lnTo>
                    <a:pt x="6404" y="10465"/>
                  </a:lnTo>
                  <a:cubicBezTo>
                    <a:pt x="6255" y="11324"/>
                    <a:pt x="5506" y="11953"/>
                    <a:pt x="4633" y="11953"/>
                  </a:cubicBezTo>
                  <a:cubicBezTo>
                    <a:pt x="4378" y="11967"/>
                    <a:pt x="4378" y="12346"/>
                    <a:pt x="4633" y="12361"/>
                  </a:cubicBezTo>
                  <a:cubicBezTo>
                    <a:pt x="5732" y="12361"/>
                    <a:pt x="6663" y="11554"/>
                    <a:pt x="6812" y="10465"/>
                  </a:cubicBezTo>
                  <a:lnTo>
                    <a:pt x="6922" y="10465"/>
                  </a:lnTo>
                  <a:cubicBezTo>
                    <a:pt x="7282" y="10465"/>
                    <a:pt x="7570" y="10177"/>
                    <a:pt x="7570" y="9817"/>
                  </a:cubicBezTo>
                  <a:cubicBezTo>
                    <a:pt x="7570" y="9461"/>
                    <a:pt x="7282" y="9169"/>
                    <a:pt x="6922" y="9169"/>
                  </a:cubicBezTo>
                  <a:lnTo>
                    <a:pt x="6836" y="9169"/>
                  </a:lnTo>
                  <a:lnTo>
                    <a:pt x="6836" y="8540"/>
                  </a:lnTo>
                  <a:lnTo>
                    <a:pt x="6918" y="8540"/>
                  </a:lnTo>
                  <a:cubicBezTo>
                    <a:pt x="7278" y="8540"/>
                    <a:pt x="7566" y="8247"/>
                    <a:pt x="7566" y="7892"/>
                  </a:cubicBezTo>
                  <a:cubicBezTo>
                    <a:pt x="7566" y="7532"/>
                    <a:pt x="7278" y="7244"/>
                    <a:pt x="6918" y="7244"/>
                  </a:cubicBezTo>
                  <a:lnTo>
                    <a:pt x="6836" y="7244"/>
                  </a:lnTo>
                  <a:lnTo>
                    <a:pt x="6836" y="6610"/>
                  </a:lnTo>
                  <a:lnTo>
                    <a:pt x="6922" y="6610"/>
                  </a:lnTo>
                  <a:cubicBezTo>
                    <a:pt x="7278" y="6610"/>
                    <a:pt x="7570" y="6322"/>
                    <a:pt x="7570" y="5962"/>
                  </a:cubicBezTo>
                  <a:cubicBezTo>
                    <a:pt x="7570" y="5607"/>
                    <a:pt x="7278" y="5314"/>
                    <a:pt x="6922" y="5314"/>
                  </a:cubicBezTo>
                  <a:lnTo>
                    <a:pt x="6802" y="5314"/>
                  </a:lnTo>
                  <a:cubicBezTo>
                    <a:pt x="6634" y="4316"/>
                    <a:pt x="5809" y="3552"/>
                    <a:pt x="4796" y="3476"/>
                  </a:cubicBezTo>
                  <a:cubicBezTo>
                    <a:pt x="4794" y="3476"/>
                    <a:pt x="4793" y="3476"/>
                    <a:pt x="4791" y="3476"/>
                  </a:cubicBezTo>
                  <a:cubicBezTo>
                    <a:pt x="4536" y="3476"/>
                    <a:pt x="4514" y="3845"/>
                    <a:pt x="4762" y="3879"/>
                  </a:cubicBezTo>
                  <a:cubicBezTo>
                    <a:pt x="5564" y="3941"/>
                    <a:pt x="6226" y="4527"/>
                    <a:pt x="6390" y="5314"/>
                  </a:cubicBezTo>
                  <a:lnTo>
                    <a:pt x="5756" y="5314"/>
                  </a:lnTo>
                  <a:cubicBezTo>
                    <a:pt x="5598" y="4824"/>
                    <a:pt x="5142" y="4493"/>
                    <a:pt x="4628" y="4488"/>
                  </a:cubicBezTo>
                  <a:cubicBezTo>
                    <a:pt x="4623" y="4488"/>
                    <a:pt x="4619" y="4488"/>
                    <a:pt x="4614" y="4488"/>
                  </a:cubicBezTo>
                  <a:cubicBezTo>
                    <a:pt x="4349" y="4488"/>
                    <a:pt x="4349" y="4897"/>
                    <a:pt x="4614" y="4897"/>
                  </a:cubicBezTo>
                  <a:cubicBezTo>
                    <a:pt x="4619" y="4897"/>
                    <a:pt x="4623" y="4897"/>
                    <a:pt x="4628" y="4896"/>
                  </a:cubicBezTo>
                  <a:cubicBezTo>
                    <a:pt x="4921" y="4896"/>
                    <a:pt x="5185" y="5060"/>
                    <a:pt x="5314" y="5314"/>
                  </a:cubicBezTo>
                  <a:lnTo>
                    <a:pt x="3874" y="5314"/>
                  </a:lnTo>
                  <a:lnTo>
                    <a:pt x="3874" y="4388"/>
                  </a:lnTo>
                  <a:cubicBezTo>
                    <a:pt x="3874" y="4378"/>
                    <a:pt x="3874" y="4368"/>
                    <a:pt x="3874" y="4364"/>
                  </a:cubicBezTo>
                  <a:cubicBezTo>
                    <a:pt x="3889" y="3860"/>
                    <a:pt x="4105" y="2804"/>
                    <a:pt x="5401" y="1349"/>
                  </a:cubicBezTo>
                  <a:lnTo>
                    <a:pt x="5617" y="1349"/>
                  </a:lnTo>
                  <a:cubicBezTo>
                    <a:pt x="5986" y="1349"/>
                    <a:pt x="6289" y="1047"/>
                    <a:pt x="6289" y="672"/>
                  </a:cubicBezTo>
                  <a:cubicBezTo>
                    <a:pt x="6289" y="303"/>
                    <a:pt x="5986" y="0"/>
                    <a:pt x="56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76" name="Google Shape;20476;p89"/>
          <p:cNvGrpSpPr/>
          <p:nvPr/>
        </p:nvGrpSpPr>
        <p:grpSpPr>
          <a:xfrm>
            <a:off x="8169030" y="1502566"/>
            <a:ext cx="158001" cy="363533"/>
            <a:chOff x="8169030" y="1502566"/>
            <a:chExt cx="158001" cy="363533"/>
          </a:xfrm>
        </p:grpSpPr>
        <p:sp>
          <p:nvSpPr>
            <p:cNvPr id="20477" name="Google Shape;20477;p89"/>
            <p:cNvSpPr/>
            <p:nvPr/>
          </p:nvSpPr>
          <p:spPr>
            <a:xfrm>
              <a:off x="8174323" y="1659545"/>
              <a:ext cx="147310" cy="201261"/>
            </a:xfrm>
            <a:custGeom>
              <a:rect b="b" l="l" r="r" t="t"/>
              <a:pathLst>
                <a:path extrusionOk="0" h="7681" w="5622">
                  <a:moveTo>
                    <a:pt x="2813" y="0"/>
                  </a:moveTo>
                  <a:cubicBezTo>
                    <a:pt x="2732" y="0"/>
                    <a:pt x="2568" y="5"/>
                    <a:pt x="2487" y="10"/>
                  </a:cubicBezTo>
                  <a:cubicBezTo>
                    <a:pt x="1484" y="82"/>
                    <a:pt x="701" y="610"/>
                    <a:pt x="701" y="1642"/>
                  </a:cubicBezTo>
                  <a:cubicBezTo>
                    <a:pt x="701" y="1915"/>
                    <a:pt x="754" y="2179"/>
                    <a:pt x="860" y="2429"/>
                  </a:cubicBezTo>
                  <a:cubicBezTo>
                    <a:pt x="1037" y="2856"/>
                    <a:pt x="960" y="3346"/>
                    <a:pt x="658" y="3696"/>
                  </a:cubicBezTo>
                  <a:cubicBezTo>
                    <a:pt x="235" y="4191"/>
                    <a:pt x="0" y="4820"/>
                    <a:pt x="0" y="5468"/>
                  </a:cubicBezTo>
                  <a:cubicBezTo>
                    <a:pt x="0" y="6893"/>
                    <a:pt x="1090" y="7599"/>
                    <a:pt x="2482" y="7671"/>
                  </a:cubicBezTo>
                  <a:cubicBezTo>
                    <a:pt x="2564" y="7676"/>
                    <a:pt x="2727" y="7680"/>
                    <a:pt x="2813" y="7680"/>
                  </a:cubicBezTo>
                  <a:cubicBezTo>
                    <a:pt x="2895" y="7680"/>
                    <a:pt x="3058" y="7680"/>
                    <a:pt x="3140" y="7671"/>
                  </a:cubicBezTo>
                  <a:cubicBezTo>
                    <a:pt x="4532" y="7599"/>
                    <a:pt x="5621" y="6893"/>
                    <a:pt x="5621" y="5468"/>
                  </a:cubicBezTo>
                  <a:cubicBezTo>
                    <a:pt x="5621" y="4820"/>
                    <a:pt x="5391" y="4191"/>
                    <a:pt x="4969" y="3696"/>
                  </a:cubicBezTo>
                  <a:cubicBezTo>
                    <a:pt x="4666" y="3346"/>
                    <a:pt x="4589" y="2856"/>
                    <a:pt x="4767" y="2429"/>
                  </a:cubicBezTo>
                  <a:cubicBezTo>
                    <a:pt x="4873" y="2179"/>
                    <a:pt x="4925" y="1915"/>
                    <a:pt x="4925" y="1642"/>
                  </a:cubicBezTo>
                  <a:cubicBezTo>
                    <a:pt x="4925" y="605"/>
                    <a:pt x="4143" y="82"/>
                    <a:pt x="3140" y="10"/>
                  </a:cubicBezTo>
                  <a:cubicBezTo>
                    <a:pt x="3063" y="5"/>
                    <a:pt x="2895" y="0"/>
                    <a:pt x="281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8" name="Google Shape;20478;p89"/>
            <p:cNvSpPr/>
            <p:nvPr/>
          </p:nvSpPr>
          <p:spPr>
            <a:xfrm>
              <a:off x="8229401" y="1659545"/>
              <a:ext cx="92364" cy="201261"/>
            </a:xfrm>
            <a:custGeom>
              <a:rect b="b" l="l" r="r" t="t"/>
              <a:pathLst>
                <a:path extrusionOk="0" h="7681" w="3525">
                  <a:moveTo>
                    <a:pt x="711" y="0"/>
                  </a:moveTo>
                  <a:cubicBezTo>
                    <a:pt x="630" y="0"/>
                    <a:pt x="466" y="5"/>
                    <a:pt x="385" y="10"/>
                  </a:cubicBezTo>
                  <a:cubicBezTo>
                    <a:pt x="303" y="14"/>
                    <a:pt x="226" y="24"/>
                    <a:pt x="150" y="34"/>
                  </a:cubicBezTo>
                  <a:cubicBezTo>
                    <a:pt x="961" y="72"/>
                    <a:pt x="2079" y="312"/>
                    <a:pt x="2084" y="1023"/>
                  </a:cubicBezTo>
                  <a:cubicBezTo>
                    <a:pt x="2089" y="1954"/>
                    <a:pt x="1604" y="1906"/>
                    <a:pt x="1244" y="2429"/>
                  </a:cubicBezTo>
                  <a:cubicBezTo>
                    <a:pt x="985" y="2813"/>
                    <a:pt x="1148" y="3346"/>
                    <a:pt x="1446" y="3696"/>
                  </a:cubicBezTo>
                  <a:cubicBezTo>
                    <a:pt x="1873" y="4191"/>
                    <a:pt x="2103" y="4820"/>
                    <a:pt x="2103" y="5468"/>
                  </a:cubicBezTo>
                  <a:cubicBezTo>
                    <a:pt x="2103" y="6759"/>
                    <a:pt x="1206" y="7460"/>
                    <a:pt x="1" y="7632"/>
                  </a:cubicBezTo>
                  <a:cubicBezTo>
                    <a:pt x="126" y="7652"/>
                    <a:pt x="255" y="7666"/>
                    <a:pt x="385" y="7671"/>
                  </a:cubicBezTo>
                  <a:cubicBezTo>
                    <a:pt x="466" y="7676"/>
                    <a:pt x="630" y="7680"/>
                    <a:pt x="711" y="7680"/>
                  </a:cubicBezTo>
                  <a:cubicBezTo>
                    <a:pt x="793" y="7680"/>
                    <a:pt x="956" y="7680"/>
                    <a:pt x="1038" y="7671"/>
                  </a:cubicBezTo>
                  <a:cubicBezTo>
                    <a:pt x="2430" y="7599"/>
                    <a:pt x="3524" y="6893"/>
                    <a:pt x="3524" y="5468"/>
                  </a:cubicBezTo>
                  <a:cubicBezTo>
                    <a:pt x="3524" y="4820"/>
                    <a:pt x="3289" y="4191"/>
                    <a:pt x="2867" y="3696"/>
                  </a:cubicBezTo>
                  <a:cubicBezTo>
                    <a:pt x="2564" y="3346"/>
                    <a:pt x="2487" y="2856"/>
                    <a:pt x="2665" y="2429"/>
                  </a:cubicBezTo>
                  <a:cubicBezTo>
                    <a:pt x="2771" y="2179"/>
                    <a:pt x="2823" y="1915"/>
                    <a:pt x="2823" y="1642"/>
                  </a:cubicBezTo>
                  <a:cubicBezTo>
                    <a:pt x="2823" y="605"/>
                    <a:pt x="2041" y="82"/>
                    <a:pt x="1038" y="10"/>
                  </a:cubicBezTo>
                  <a:cubicBezTo>
                    <a:pt x="961" y="5"/>
                    <a:pt x="793" y="0"/>
                    <a:pt x="71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9" name="Google Shape;20479;p89"/>
            <p:cNvSpPr/>
            <p:nvPr/>
          </p:nvSpPr>
          <p:spPr>
            <a:xfrm>
              <a:off x="8233043" y="1520174"/>
              <a:ext cx="29976" cy="165181"/>
            </a:xfrm>
            <a:custGeom>
              <a:rect b="b" l="l" r="r" t="t"/>
              <a:pathLst>
                <a:path extrusionOk="0" h="6304" w="1144">
                  <a:moveTo>
                    <a:pt x="241" y="0"/>
                  </a:moveTo>
                  <a:lnTo>
                    <a:pt x="1" y="6193"/>
                  </a:lnTo>
                  <a:cubicBezTo>
                    <a:pt x="1" y="6250"/>
                    <a:pt x="49" y="6303"/>
                    <a:pt x="111" y="6303"/>
                  </a:cubicBezTo>
                  <a:lnTo>
                    <a:pt x="1033" y="6303"/>
                  </a:lnTo>
                  <a:cubicBezTo>
                    <a:pt x="1095" y="6303"/>
                    <a:pt x="1143" y="6250"/>
                    <a:pt x="1143" y="6193"/>
                  </a:cubicBezTo>
                  <a:lnTo>
                    <a:pt x="90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0" name="Google Shape;20480;p89"/>
            <p:cNvSpPr/>
            <p:nvPr/>
          </p:nvSpPr>
          <p:spPr>
            <a:xfrm>
              <a:off x="8221488" y="1705321"/>
              <a:ext cx="53112" cy="53112"/>
            </a:xfrm>
            <a:custGeom>
              <a:rect b="b" l="l" r="r" t="t"/>
              <a:pathLst>
                <a:path extrusionOk="0" h="2027" w="2027">
                  <a:moveTo>
                    <a:pt x="1013" y="0"/>
                  </a:moveTo>
                  <a:cubicBezTo>
                    <a:pt x="452" y="0"/>
                    <a:pt x="0" y="452"/>
                    <a:pt x="0" y="1013"/>
                  </a:cubicBezTo>
                  <a:cubicBezTo>
                    <a:pt x="0" y="1570"/>
                    <a:pt x="452" y="2026"/>
                    <a:pt x="1013" y="2026"/>
                  </a:cubicBezTo>
                  <a:cubicBezTo>
                    <a:pt x="1575" y="2026"/>
                    <a:pt x="2026" y="1570"/>
                    <a:pt x="2026" y="1013"/>
                  </a:cubicBezTo>
                  <a:cubicBezTo>
                    <a:pt x="2026" y="452"/>
                    <a:pt x="1575" y="0"/>
                    <a:pt x="1013"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1" name="Google Shape;20481;p89"/>
            <p:cNvSpPr/>
            <p:nvPr/>
          </p:nvSpPr>
          <p:spPr>
            <a:xfrm>
              <a:off x="8212919" y="1809450"/>
              <a:ext cx="70223" cy="20674"/>
            </a:xfrm>
            <a:custGeom>
              <a:rect b="b" l="l" r="r" t="t"/>
              <a:pathLst>
                <a:path extrusionOk="0" h="789" w="2680">
                  <a:moveTo>
                    <a:pt x="107" y="1"/>
                  </a:moveTo>
                  <a:cubicBezTo>
                    <a:pt x="49" y="1"/>
                    <a:pt x="1" y="44"/>
                    <a:pt x="1" y="102"/>
                  </a:cubicBezTo>
                  <a:lnTo>
                    <a:pt x="1" y="687"/>
                  </a:lnTo>
                  <a:cubicBezTo>
                    <a:pt x="1" y="745"/>
                    <a:pt x="49" y="788"/>
                    <a:pt x="107" y="788"/>
                  </a:cubicBezTo>
                  <a:lnTo>
                    <a:pt x="2574" y="788"/>
                  </a:lnTo>
                  <a:cubicBezTo>
                    <a:pt x="2631" y="788"/>
                    <a:pt x="2679" y="745"/>
                    <a:pt x="2679" y="687"/>
                  </a:cubicBezTo>
                  <a:lnTo>
                    <a:pt x="2679" y="102"/>
                  </a:lnTo>
                  <a:cubicBezTo>
                    <a:pt x="2679" y="44"/>
                    <a:pt x="2631" y="1"/>
                    <a:pt x="257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2" name="Google Shape;20482;p89"/>
            <p:cNvSpPr/>
            <p:nvPr/>
          </p:nvSpPr>
          <p:spPr>
            <a:xfrm>
              <a:off x="8212919" y="1817127"/>
              <a:ext cx="70223" cy="12996"/>
            </a:xfrm>
            <a:custGeom>
              <a:rect b="b" l="l" r="r" t="t"/>
              <a:pathLst>
                <a:path extrusionOk="0" h="496" w="2680">
                  <a:moveTo>
                    <a:pt x="1" y="1"/>
                  </a:moveTo>
                  <a:lnTo>
                    <a:pt x="1" y="394"/>
                  </a:lnTo>
                  <a:cubicBezTo>
                    <a:pt x="1" y="452"/>
                    <a:pt x="49" y="495"/>
                    <a:pt x="107" y="495"/>
                  </a:cubicBezTo>
                  <a:lnTo>
                    <a:pt x="2574" y="495"/>
                  </a:lnTo>
                  <a:cubicBezTo>
                    <a:pt x="2631" y="495"/>
                    <a:pt x="2679" y="452"/>
                    <a:pt x="2679" y="394"/>
                  </a:cubicBezTo>
                  <a:lnTo>
                    <a:pt x="2679" y="1"/>
                  </a:lnTo>
                  <a:cubicBezTo>
                    <a:pt x="2679" y="54"/>
                    <a:pt x="2631" y="102"/>
                    <a:pt x="2574" y="102"/>
                  </a:cubicBezTo>
                  <a:lnTo>
                    <a:pt x="107" y="102"/>
                  </a:lnTo>
                  <a:cubicBezTo>
                    <a:pt x="49" y="102"/>
                    <a:pt x="1" y="54"/>
                    <a:pt x="1"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3" name="Google Shape;20483;p89"/>
            <p:cNvSpPr/>
            <p:nvPr/>
          </p:nvSpPr>
          <p:spPr>
            <a:xfrm>
              <a:off x="8248031" y="1520043"/>
              <a:ext cx="14988" cy="165312"/>
            </a:xfrm>
            <a:custGeom>
              <a:rect b="b" l="l" r="r" t="t"/>
              <a:pathLst>
                <a:path extrusionOk="0" h="6309" w="572">
                  <a:moveTo>
                    <a:pt x="331" y="1"/>
                  </a:moveTo>
                  <a:lnTo>
                    <a:pt x="0" y="5"/>
                  </a:lnTo>
                  <a:lnTo>
                    <a:pt x="0" y="6308"/>
                  </a:lnTo>
                  <a:lnTo>
                    <a:pt x="461" y="6308"/>
                  </a:lnTo>
                  <a:cubicBezTo>
                    <a:pt x="523" y="6308"/>
                    <a:pt x="571" y="6255"/>
                    <a:pt x="571" y="6193"/>
                  </a:cubicBezTo>
                  <a:lnTo>
                    <a:pt x="331"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4" name="Google Shape;20484;p89"/>
            <p:cNvSpPr/>
            <p:nvPr/>
          </p:nvSpPr>
          <p:spPr>
            <a:xfrm>
              <a:off x="8227514" y="1507964"/>
              <a:ext cx="41164" cy="48841"/>
            </a:xfrm>
            <a:custGeom>
              <a:rect b="b" l="l" r="r" t="t"/>
              <a:pathLst>
                <a:path extrusionOk="0" h="1864" w="1571">
                  <a:moveTo>
                    <a:pt x="188" y="1"/>
                  </a:moveTo>
                  <a:cubicBezTo>
                    <a:pt x="82" y="1"/>
                    <a:pt x="1" y="92"/>
                    <a:pt x="10" y="198"/>
                  </a:cubicBezTo>
                  <a:lnTo>
                    <a:pt x="145" y="1700"/>
                  </a:lnTo>
                  <a:cubicBezTo>
                    <a:pt x="150" y="1791"/>
                    <a:pt x="231" y="1863"/>
                    <a:pt x="322" y="1863"/>
                  </a:cubicBezTo>
                  <a:lnTo>
                    <a:pt x="1244" y="1863"/>
                  </a:lnTo>
                  <a:cubicBezTo>
                    <a:pt x="1247" y="1863"/>
                    <a:pt x="1250" y="1864"/>
                    <a:pt x="1253" y="1864"/>
                  </a:cubicBezTo>
                  <a:cubicBezTo>
                    <a:pt x="1345" y="1864"/>
                    <a:pt x="1417" y="1789"/>
                    <a:pt x="1426" y="1700"/>
                  </a:cubicBezTo>
                  <a:lnTo>
                    <a:pt x="1556" y="198"/>
                  </a:lnTo>
                  <a:cubicBezTo>
                    <a:pt x="1570" y="92"/>
                    <a:pt x="1484" y="1"/>
                    <a:pt x="137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5" name="Google Shape;20485;p89"/>
            <p:cNvSpPr/>
            <p:nvPr/>
          </p:nvSpPr>
          <p:spPr>
            <a:xfrm>
              <a:off x="8248031" y="1507964"/>
              <a:ext cx="20648" cy="48841"/>
            </a:xfrm>
            <a:custGeom>
              <a:rect b="b" l="l" r="r" t="t"/>
              <a:pathLst>
                <a:path extrusionOk="0" h="1864" w="788">
                  <a:moveTo>
                    <a:pt x="0" y="1"/>
                  </a:moveTo>
                  <a:lnTo>
                    <a:pt x="0" y="1863"/>
                  </a:lnTo>
                  <a:lnTo>
                    <a:pt x="461" y="1863"/>
                  </a:lnTo>
                  <a:cubicBezTo>
                    <a:pt x="552" y="1863"/>
                    <a:pt x="634" y="1791"/>
                    <a:pt x="639" y="1700"/>
                  </a:cubicBezTo>
                  <a:lnTo>
                    <a:pt x="773" y="198"/>
                  </a:lnTo>
                  <a:cubicBezTo>
                    <a:pt x="787" y="92"/>
                    <a:pt x="701" y="1"/>
                    <a:pt x="595"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6" name="Google Shape;20486;p89"/>
            <p:cNvSpPr/>
            <p:nvPr/>
          </p:nvSpPr>
          <p:spPr>
            <a:xfrm>
              <a:off x="8205373" y="1699923"/>
              <a:ext cx="74494" cy="63777"/>
            </a:xfrm>
            <a:custGeom>
              <a:rect b="b" l="l" r="r" t="t"/>
              <a:pathLst>
                <a:path extrusionOk="0" h="2434" w="2843">
                  <a:moveTo>
                    <a:pt x="1634" y="405"/>
                  </a:moveTo>
                  <a:cubicBezTo>
                    <a:pt x="1833" y="405"/>
                    <a:pt x="2035" y="479"/>
                    <a:pt x="2199" y="643"/>
                  </a:cubicBezTo>
                  <a:cubicBezTo>
                    <a:pt x="2708" y="1157"/>
                    <a:pt x="2348" y="2026"/>
                    <a:pt x="1628" y="2026"/>
                  </a:cubicBezTo>
                  <a:cubicBezTo>
                    <a:pt x="1182" y="2026"/>
                    <a:pt x="822" y="1666"/>
                    <a:pt x="817" y="1219"/>
                  </a:cubicBezTo>
                  <a:cubicBezTo>
                    <a:pt x="817" y="729"/>
                    <a:pt x="1217" y="405"/>
                    <a:pt x="1634" y="405"/>
                  </a:cubicBezTo>
                  <a:close/>
                  <a:moveTo>
                    <a:pt x="1619" y="0"/>
                  </a:moveTo>
                  <a:cubicBezTo>
                    <a:pt x="1321" y="0"/>
                    <a:pt x="1016" y="111"/>
                    <a:pt x="769" y="360"/>
                  </a:cubicBezTo>
                  <a:cubicBezTo>
                    <a:pt x="1" y="1123"/>
                    <a:pt x="543" y="2434"/>
                    <a:pt x="1628" y="2434"/>
                  </a:cubicBezTo>
                  <a:cubicBezTo>
                    <a:pt x="2300" y="2434"/>
                    <a:pt x="2843" y="1886"/>
                    <a:pt x="2843" y="1219"/>
                  </a:cubicBezTo>
                  <a:cubicBezTo>
                    <a:pt x="2843" y="486"/>
                    <a:pt x="2243" y="0"/>
                    <a:pt x="16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7" name="Google Shape;20487;p89"/>
            <p:cNvSpPr/>
            <p:nvPr/>
          </p:nvSpPr>
          <p:spPr>
            <a:xfrm>
              <a:off x="8207653" y="1804183"/>
              <a:ext cx="80782" cy="31338"/>
            </a:xfrm>
            <a:custGeom>
              <a:rect b="b" l="l" r="r" t="t"/>
              <a:pathLst>
                <a:path extrusionOk="0" h="1196" w="3083">
                  <a:moveTo>
                    <a:pt x="2674" y="404"/>
                  </a:moveTo>
                  <a:lnTo>
                    <a:pt x="2674" y="788"/>
                  </a:lnTo>
                  <a:lnTo>
                    <a:pt x="408" y="788"/>
                  </a:lnTo>
                  <a:lnTo>
                    <a:pt x="408" y="404"/>
                  </a:lnTo>
                  <a:close/>
                  <a:moveTo>
                    <a:pt x="2783" y="0"/>
                  </a:moveTo>
                  <a:cubicBezTo>
                    <a:pt x="2781" y="0"/>
                    <a:pt x="2778" y="0"/>
                    <a:pt x="2775" y="0"/>
                  </a:cubicBezTo>
                  <a:lnTo>
                    <a:pt x="308" y="0"/>
                  </a:lnTo>
                  <a:cubicBezTo>
                    <a:pt x="140" y="0"/>
                    <a:pt x="0" y="135"/>
                    <a:pt x="0" y="303"/>
                  </a:cubicBezTo>
                  <a:lnTo>
                    <a:pt x="0" y="888"/>
                  </a:lnTo>
                  <a:cubicBezTo>
                    <a:pt x="0" y="1056"/>
                    <a:pt x="140" y="1196"/>
                    <a:pt x="308" y="1196"/>
                  </a:cubicBezTo>
                  <a:lnTo>
                    <a:pt x="2775" y="1196"/>
                  </a:lnTo>
                  <a:cubicBezTo>
                    <a:pt x="2943" y="1196"/>
                    <a:pt x="3082" y="1056"/>
                    <a:pt x="3082" y="888"/>
                  </a:cubicBezTo>
                  <a:lnTo>
                    <a:pt x="3082" y="303"/>
                  </a:lnTo>
                  <a:cubicBezTo>
                    <a:pt x="3082" y="138"/>
                    <a:pt x="2948" y="0"/>
                    <a:pt x="27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8" name="Google Shape;20488;p89"/>
            <p:cNvSpPr/>
            <p:nvPr/>
          </p:nvSpPr>
          <p:spPr>
            <a:xfrm>
              <a:off x="8169030" y="1663135"/>
              <a:ext cx="158001" cy="202965"/>
            </a:xfrm>
            <a:custGeom>
              <a:rect b="b" l="l" r="r" t="t"/>
              <a:pathLst>
                <a:path extrusionOk="0" h="7746" w="6030">
                  <a:moveTo>
                    <a:pt x="1582" y="1"/>
                  </a:moveTo>
                  <a:cubicBezTo>
                    <a:pt x="1544" y="1"/>
                    <a:pt x="1504" y="13"/>
                    <a:pt x="1465" y="41"/>
                  </a:cubicBezTo>
                  <a:cubicBezTo>
                    <a:pt x="1441" y="55"/>
                    <a:pt x="1417" y="69"/>
                    <a:pt x="1398" y="89"/>
                  </a:cubicBezTo>
                  <a:cubicBezTo>
                    <a:pt x="942" y="415"/>
                    <a:pt x="701" y="905"/>
                    <a:pt x="701" y="1505"/>
                  </a:cubicBezTo>
                  <a:cubicBezTo>
                    <a:pt x="701" y="1802"/>
                    <a:pt x="759" y="2095"/>
                    <a:pt x="874" y="2369"/>
                  </a:cubicBezTo>
                  <a:cubicBezTo>
                    <a:pt x="1023" y="2724"/>
                    <a:pt x="956" y="3132"/>
                    <a:pt x="706" y="3425"/>
                  </a:cubicBezTo>
                  <a:cubicBezTo>
                    <a:pt x="250" y="3958"/>
                    <a:pt x="1" y="4630"/>
                    <a:pt x="1" y="5331"/>
                  </a:cubicBezTo>
                  <a:cubicBezTo>
                    <a:pt x="1" y="6065"/>
                    <a:pt x="274" y="6675"/>
                    <a:pt x="798" y="7097"/>
                  </a:cubicBezTo>
                  <a:cubicBezTo>
                    <a:pt x="1258" y="7476"/>
                    <a:pt x="1911" y="7697"/>
                    <a:pt x="2679" y="7735"/>
                  </a:cubicBezTo>
                  <a:cubicBezTo>
                    <a:pt x="2761" y="7740"/>
                    <a:pt x="2929" y="7745"/>
                    <a:pt x="3015" y="7745"/>
                  </a:cubicBezTo>
                  <a:cubicBezTo>
                    <a:pt x="3102" y="7745"/>
                    <a:pt x="3270" y="7745"/>
                    <a:pt x="3356" y="7735"/>
                  </a:cubicBezTo>
                  <a:cubicBezTo>
                    <a:pt x="4119" y="7697"/>
                    <a:pt x="4772" y="7476"/>
                    <a:pt x="5233" y="7097"/>
                  </a:cubicBezTo>
                  <a:cubicBezTo>
                    <a:pt x="5756" y="6675"/>
                    <a:pt x="6030" y="6065"/>
                    <a:pt x="6030" y="5331"/>
                  </a:cubicBezTo>
                  <a:cubicBezTo>
                    <a:pt x="6030" y="4630"/>
                    <a:pt x="5780" y="3958"/>
                    <a:pt x="5324" y="3425"/>
                  </a:cubicBezTo>
                  <a:cubicBezTo>
                    <a:pt x="5070" y="3137"/>
                    <a:pt x="5007" y="2724"/>
                    <a:pt x="5156" y="2369"/>
                  </a:cubicBezTo>
                  <a:cubicBezTo>
                    <a:pt x="5271" y="2095"/>
                    <a:pt x="5329" y="1802"/>
                    <a:pt x="5329" y="1505"/>
                  </a:cubicBezTo>
                  <a:cubicBezTo>
                    <a:pt x="5329" y="905"/>
                    <a:pt x="5089" y="415"/>
                    <a:pt x="4633" y="89"/>
                  </a:cubicBezTo>
                  <a:cubicBezTo>
                    <a:pt x="4614" y="74"/>
                    <a:pt x="4590" y="60"/>
                    <a:pt x="4571" y="41"/>
                  </a:cubicBezTo>
                  <a:cubicBezTo>
                    <a:pt x="4534" y="21"/>
                    <a:pt x="4499" y="12"/>
                    <a:pt x="4465" y="12"/>
                  </a:cubicBezTo>
                  <a:cubicBezTo>
                    <a:pt x="4291" y="12"/>
                    <a:pt x="4176" y="253"/>
                    <a:pt x="4345" y="382"/>
                  </a:cubicBezTo>
                  <a:lnTo>
                    <a:pt x="4398" y="415"/>
                  </a:lnTo>
                  <a:cubicBezTo>
                    <a:pt x="4748" y="670"/>
                    <a:pt x="4921" y="1034"/>
                    <a:pt x="4921" y="1505"/>
                  </a:cubicBezTo>
                  <a:cubicBezTo>
                    <a:pt x="4921" y="1750"/>
                    <a:pt x="4873" y="1990"/>
                    <a:pt x="4782" y="2210"/>
                  </a:cubicBezTo>
                  <a:cubicBezTo>
                    <a:pt x="4571" y="2710"/>
                    <a:pt x="4662" y="3281"/>
                    <a:pt x="5017" y="3689"/>
                  </a:cubicBezTo>
                  <a:cubicBezTo>
                    <a:pt x="5406" y="4150"/>
                    <a:pt x="5622" y="4731"/>
                    <a:pt x="5622" y="5331"/>
                  </a:cubicBezTo>
                  <a:cubicBezTo>
                    <a:pt x="5622" y="5945"/>
                    <a:pt x="5406" y="6435"/>
                    <a:pt x="4979" y="6785"/>
                  </a:cubicBezTo>
                  <a:cubicBezTo>
                    <a:pt x="4580" y="7107"/>
                    <a:pt x="4009" y="7299"/>
                    <a:pt x="3332" y="7332"/>
                  </a:cubicBezTo>
                  <a:cubicBezTo>
                    <a:pt x="3255" y="7337"/>
                    <a:pt x="3097" y="7337"/>
                    <a:pt x="3015" y="7337"/>
                  </a:cubicBezTo>
                  <a:cubicBezTo>
                    <a:pt x="2934" y="7337"/>
                    <a:pt x="2775" y="7337"/>
                    <a:pt x="2698" y="7332"/>
                  </a:cubicBezTo>
                  <a:cubicBezTo>
                    <a:pt x="2022" y="7299"/>
                    <a:pt x="1450" y="7107"/>
                    <a:pt x="1052" y="6785"/>
                  </a:cubicBezTo>
                  <a:cubicBezTo>
                    <a:pt x="625" y="6435"/>
                    <a:pt x="409" y="5945"/>
                    <a:pt x="409" y="5331"/>
                  </a:cubicBezTo>
                  <a:cubicBezTo>
                    <a:pt x="409" y="4731"/>
                    <a:pt x="625" y="4150"/>
                    <a:pt x="1014" y="3689"/>
                  </a:cubicBezTo>
                  <a:cubicBezTo>
                    <a:pt x="1369" y="3281"/>
                    <a:pt x="1460" y="2710"/>
                    <a:pt x="1249" y="2210"/>
                  </a:cubicBezTo>
                  <a:cubicBezTo>
                    <a:pt x="1158" y="1990"/>
                    <a:pt x="1110" y="1750"/>
                    <a:pt x="1110" y="1505"/>
                  </a:cubicBezTo>
                  <a:cubicBezTo>
                    <a:pt x="1110" y="1034"/>
                    <a:pt x="1287" y="665"/>
                    <a:pt x="1633" y="415"/>
                  </a:cubicBezTo>
                  <a:lnTo>
                    <a:pt x="1686" y="382"/>
                  </a:lnTo>
                  <a:cubicBezTo>
                    <a:pt x="1883" y="263"/>
                    <a:pt x="1758" y="1"/>
                    <a:pt x="15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9" name="Google Shape;20489;p89"/>
            <p:cNvSpPr/>
            <p:nvPr/>
          </p:nvSpPr>
          <p:spPr>
            <a:xfrm>
              <a:off x="8208779" y="1502566"/>
              <a:ext cx="78503" cy="188055"/>
            </a:xfrm>
            <a:custGeom>
              <a:rect b="b" l="l" r="r" t="t"/>
              <a:pathLst>
                <a:path extrusionOk="0" h="7177" w="2996">
                  <a:moveTo>
                    <a:pt x="2069" y="413"/>
                  </a:moveTo>
                  <a:lnTo>
                    <a:pt x="1940" y="1868"/>
                  </a:lnTo>
                  <a:lnTo>
                    <a:pt x="1057" y="1868"/>
                  </a:lnTo>
                  <a:lnTo>
                    <a:pt x="927" y="413"/>
                  </a:lnTo>
                  <a:close/>
                  <a:moveTo>
                    <a:pt x="1690" y="2271"/>
                  </a:moveTo>
                  <a:lnTo>
                    <a:pt x="1863" y="6774"/>
                  </a:lnTo>
                  <a:lnTo>
                    <a:pt x="1133" y="6774"/>
                  </a:lnTo>
                  <a:lnTo>
                    <a:pt x="1306" y="2271"/>
                  </a:lnTo>
                  <a:close/>
                  <a:moveTo>
                    <a:pt x="908" y="0"/>
                  </a:moveTo>
                  <a:cubicBezTo>
                    <a:pt x="677" y="0"/>
                    <a:pt x="500" y="197"/>
                    <a:pt x="524" y="423"/>
                  </a:cubicBezTo>
                  <a:lnTo>
                    <a:pt x="524" y="466"/>
                  </a:lnTo>
                  <a:lnTo>
                    <a:pt x="255" y="466"/>
                  </a:lnTo>
                  <a:cubicBezTo>
                    <a:pt x="1" y="480"/>
                    <a:pt x="1" y="860"/>
                    <a:pt x="255" y="874"/>
                  </a:cubicBezTo>
                  <a:lnTo>
                    <a:pt x="562" y="874"/>
                  </a:lnTo>
                  <a:lnTo>
                    <a:pt x="615" y="1455"/>
                  </a:lnTo>
                  <a:lnTo>
                    <a:pt x="308" y="1455"/>
                  </a:lnTo>
                  <a:cubicBezTo>
                    <a:pt x="49" y="1469"/>
                    <a:pt x="49" y="1844"/>
                    <a:pt x="308" y="1858"/>
                  </a:cubicBezTo>
                  <a:lnTo>
                    <a:pt x="649" y="1858"/>
                  </a:lnTo>
                  <a:lnTo>
                    <a:pt x="653" y="1925"/>
                  </a:lnTo>
                  <a:cubicBezTo>
                    <a:pt x="663" y="2069"/>
                    <a:pt x="759" y="2199"/>
                    <a:pt x="898" y="2252"/>
                  </a:cubicBezTo>
                  <a:lnTo>
                    <a:pt x="725" y="6855"/>
                  </a:lnTo>
                  <a:cubicBezTo>
                    <a:pt x="721" y="7033"/>
                    <a:pt x="860" y="7177"/>
                    <a:pt x="1037" y="7177"/>
                  </a:cubicBezTo>
                  <a:lnTo>
                    <a:pt x="1959" y="7177"/>
                  </a:lnTo>
                  <a:cubicBezTo>
                    <a:pt x="2137" y="7177"/>
                    <a:pt x="2276" y="7033"/>
                    <a:pt x="2271" y="6855"/>
                  </a:cubicBezTo>
                  <a:lnTo>
                    <a:pt x="2093" y="2247"/>
                  </a:lnTo>
                  <a:cubicBezTo>
                    <a:pt x="2233" y="2199"/>
                    <a:pt x="2329" y="2069"/>
                    <a:pt x="2343" y="1925"/>
                  </a:cubicBezTo>
                  <a:lnTo>
                    <a:pt x="2348" y="1858"/>
                  </a:lnTo>
                  <a:lnTo>
                    <a:pt x="2689" y="1858"/>
                  </a:lnTo>
                  <a:cubicBezTo>
                    <a:pt x="2943" y="1844"/>
                    <a:pt x="2943" y="1464"/>
                    <a:pt x="2689" y="1450"/>
                  </a:cubicBezTo>
                  <a:lnTo>
                    <a:pt x="2381" y="1450"/>
                  </a:lnTo>
                  <a:lnTo>
                    <a:pt x="2434" y="874"/>
                  </a:lnTo>
                  <a:lnTo>
                    <a:pt x="2741" y="874"/>
                  </a:lnTo>
                  <a:cubicBezTo>
                    <a:pt x="2996" y="860"/>
                    <a:pt x="2996" y="480"/>
                    <a:pt x="2741" y="466"/>
                  </a:cubicBezTo>
                  <a:lnTo>
                    <a:pt x="2468" y="466"/>
                  </a:lnTo>
                  <a:lnTo>
                    <a:pt x="2473" y="423"/>
                  </a:lnTo>
                  <a:cubicBezTo>
                    <a:pt x="2497" y="197"/>
                    <a:pt x="2319" y="0"/>
                    <a:pt x="20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0" name="Google Shape;20490;p89"/>
          <p:cNvGrpSpPr/>
          <p:nvPr/>
        </p:nvGrpSpPr>
        <p:grpSpPr>
          <a:xfrm>
            <a:off x="7706661" y="1502697"/>
            <a:ext cx="160281" cy="363402"/>
            <a:chOff x="7706661" y="1502697"/>
            <a:chExt cx="160281" cy="363402"/>
          </a:xfrm>
        </p:grpSpPr>
        <p:sp>
          <p:nvSpPr>
            <p:cNvPr id="20491" name="Google Shape;20491;p89"/>
            <p:cNvSpPr/>
            <p:nvPr/>
          </p:nvSpPr>
          <p:spPr>
            <a:xfrm>
              <a:off x="7712085" y="1640915"/>
              <a:ext cx="149564" cy="206423"/>
            </a:xfrm>
            <a:custGeom>
              <a:rect b="b" l="l" r="r" t="t"/>
              <a:pathLst>
                <a:path extrusionOk="0" h="7878" w="5708">
                  <a:moveTo>
                    <a:pt x="3446" y="1"/>
                  </a:moveTo>
                  <a:cubicBezTo>
                    <a:pt x="3443" y="1"/>
                    <a:pt x="3440" y="1"/>
                    <a:pt x="3437" y="1"/>
                  </a:cubicBezTo>
                  <a:lnTo>
                    <a:pt x="2271" y="1"/>
                  </a:lnTo>
                  <a:cubicBezTo>
                    <a:pt x="1229" y="1"/>
                    <a:pt x="389" y="841"/>
                    <a:pt x="389" y="1878"/>
                  </a:cubicBezTo>
                  <a:lnTo>
                    <a:pt x="389" y="3106"/>
                  </a:lnTo>
                  <a:cubicBezTo>
                    <a:pt x="389" y="3246"/>
                    <a:pt x="490" y="3366"/>
                    <a:pt x="629" y="3394"/>
                  </a:cubicBezTo>
                  <a:cubicBezTo>
                    <a:pt x="874" y="3447"/>
                    <a:pt x="1047" y="3658"/>
                    <a:pt x="1052" y="3908"/>
                  </a:cubicBezTo>
                  <a:lnTo>
                    <a:pt x="1052" y="4143"/>
                  </a:lnTo>
                  <a:cubicBezTo>
                    <a:pt x="1047" y="4407"/>
                    <a:pt x="845" y="4633"/>
                    <a:pt x="581" y="4662"/>
                  </a:cubicBezTo>
                  <a:cubicBezTo>
                    <a:pt x="250" y="4695"/>
                    <a:pt x="0" y="4974"/>
                    <a:pt x="0" y="5305"/>
                  </a:cubicBezTo>
                  <a:lnTo>
                    <a:pt x="0" y="5699"/>
                  </a:lnTo>
                  <a:cubicBezTo>
                    <a:pt x="0" y="6903"/>
                    <a:pt x="975" y="7878"/>
                    <a:pt x="2180" y="7878"/>
                  </a:cubicBezTo>
                  <a:lnTo>
                    <a:pt x="3528" y="7878"/>
                  </a:lnTo>
                  <a:cubicBezTo>
                    <a:pt x="4733" y="7878"/>
                    <a:pt x="5708" y="6903"/>
                    <a:pt x="5708" y="5699"/>
                  </a:cubicBezTo>
                  <a:lnTo>
                    <a:pt x="5708" y="5305"/>
                  </a:lnTo>
                  <a:cubicBezTo>
                    <a:pt x="5708" y="4974"/>
                    <a:pt x="5458" y="4695"/>
                    <a:pt x="5132" y="4662"/>
                  </a:cubicBezTo>
                  <a:cubicBezTo>
                    <a:pt x="4863" y="4638"/>
                    <a:pt x="4661" y="4412"/>
                    <a:pt x="4661" y="4143"/>
                  </a:cubicBezTo>
                  <a:lnTo>
                    <a:pt x="4661" y="3913"/>
                  </a:lnTo>
                  <a:cubicBezTo>
                    <a:pt x="4661" y="3663"/>
                    <a:pt x="4834" y="3447"/>
                    <a:pt x="5079" y="3399"/>
                  </a:cubicBezTo>
                  <a:cubicBezTo>
                    <a:pt x="5218" y="3370"/>
                    <a:pt x="5319" y="3246"/>
                    <a:pt x="5319" y="3106"/>
                  </a:cubicBezTo>
                  <a:lnTo>
                    <a:pt x="5319" y="1878"/>
                  </a:lnTo>
                  <a:cubicBezTo>
                    <a:pt x="5319" y="844"/>
                    <a:pt x="4479" y="1"/>
                    <a:pt x="344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2" name="Google Shape;20492;p89"/>
            <p:cNvSpPr/>
            <p:nvPr/>
          </p:nvSpPr>
          <p:spPr>
            <a:xfrm>
              <a:off x="7768184" y="1640915"/>
              <a:ext cx="93333" cy="206423"/>
            </a:xfrm>
            <a:custGeom>
              <a:rect b="b" l="l" r="r" t="t"/>
              <a:pathLst>
                <a:path extrusionOk="0" h="7878" w="3562">
                  <a:moveTo>
                    <a:pt x="1305" y="1"/>
                  </a:moveTo>
                  <a:cubicBezTo>
                    <a:pt x="1302" y="1"/>
                    <a:pt x="1299" y="1"/>
                    <a:pt x="1296" y="1"/>
                  </a:cubicBezTo>
                  <a:lnTo>
                    <a:pt x="130" y="1"/>
                  </a:lnTo>
                  <a:cubicBezTo>
                    <a:pt x="87" y="1"/>
                    <a:pt x="43" y="1"/>
                    <a:pt x="0" y="5"/>
                  </a:cubicBezTo>
                  <a:cubicBezTo>
                    <a:pt x="989" y="68"/>
                    <a:pt x="1757" y="889"/>
                    <a:pt x="1757" y="1878"/>
                  </a:cubicBezTo>
                  <a:lnTo>
                    <a:pt x="1757" y="3106"/>
                  </a:lnTo>
                  <a:cubicBezTo>
                    <a:pt x="1757" y="3246"/>
                    <a:pt x="1656" y="3366"/>
                    <a:pt x="1517" y="3394"/>
                  </a:cubicBezTo>
                  <a:cubicBezTo>
                    <a:pt x="1272" y="3447"/>
                    <a:pt x="1095" y="3658"/>
                    <a:pt x="1095" y="3908"/>
                  </a:cubicBezTo>
                  <a:lnTo>
                    <a:pt x="1095" y="4143"/>
                  </a:lnTo>
                  <a:cubicBezTo>
                    <a:pt x="1095" y="4407"/>
                    <a:pt x="1301" y="4633"/>
                    <a:pt x="1565" y="4662"/>
                  </a:cubicBezTo>
                  <a:cubicBezTo>
                    <a:pt x="1896" y="4695"/>
                    <a:pt x="2141" y="4974"/>
                    <a:pt x="2141" y="5300"/>
                  </a:cubicBezTo>
                  <a:lnTo>
                    <a:pt x="2141" y="5699"/>
                  </a:lnTo>
                  <a:cubicBezTo>
                    <a:pt x="2141" y="6889"/>
                    <a:pt x="1191" y="7859"/>
                    <a:pt x="0" y="7878"/>
                  </a:cubicBezTo>
                  <a:lnTo>
                    <a:pt x="1383" y="7878"/>
                  </a:lnTo>
                  <a:cubicBezTo>
                    <a:pt x="2588" y="7873"/>
                    <a:pt x="3562" y="6899"/>
                    <a:pt x="3562" y="5699"/>
                  </a:cubicBezTo>
                  <a:lnTo>
                    <a:pt x="3562" y="5305"/>
                  </a:lnTo>
                  <a:cubicBezTo>
                    <a:pt x="3562" y="4974"/>
                    <a:pt x="3312" y="4700"/>
                    <a:pt x="2986" y="4662"/>
                  </a:cubicBezTo>
                  <a:cubicBezTo>
                    <a:pt x="2722" y="4638"/>
                    <a:pt x="2520" y="4412"/>
                    <a:pt x="2516" y="4143"/>
                  </a:cubicBezTo>
                  <a:lnTo>
                    <a:pt x="2516" y="3913"/>
                  </a:lnTo>
                  <a:cubicBezTo>
                    <a:pt x="2520" y="3663"/>
                    <a:pt x="2693" y="3447"/>
                    <a:pt x="2938" y="3399"/>
                  </a:cubicBezTo>
                  <a:cubicBezTo>
                    <a:pt x="3077" y="3370"/>
                    <a:pt x="3178" y="3246"/>
                    <a:pt x="3178" y="3106"/>
                  </a:cubicBezTo>
                  <a:lnTo>
                    <a:pt x="3178" y="1878"/>
                  </a:lnTo>
                  <a:cubicBezTo>
                    <a:pt x="3178" y="844"/>
                    <a:pt x="2338" y="1"/>
                    <a:pt x="130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3" name="Google Shape;20493;p89"/>
            <p:cNvSpPr/>
            <p:nvPr/>
          </p:nvSpPr>
          <p:spPr>
            <a:xfrm>
              <a:off x="7772324" y="1792601"/>
              <a:ext cx="28954" cy="68205"/>
            </a:xfrm>
            <a:custGeom>
              <a:rect b="b" l="l" r="r" t="t"/>
              <a:pathLst>
                <a:path extrusionOk="0" h="2603" w="1105">
                  <a:moveTo>
                    <a:pt x="116" y="1"/>
                  </a:moveTo>
                  <a:cubicBezTo>
                    <a:pt x="53" y="1"/>
                    <a:pt x="1" y="54"/>
                    <a:pt x="5" y="116"/>
                  </a:cubicBezTo>
                  <a:lnTo>
                    <a:pt x="145" y="2502"/>
                  </a:lnTo>
                  <a:cubicBezTo>
                    <a:pt x="149" y="2559"/>
                    <a:pt x="197" y="2602"/>
                    <a:pt x="250" y="2602"/>
                  </a:cubicBezTo>
                  <a:lnTo>
                    <a:pt x="850" y="2602"/>
                  </a:lnTo>
                  <a:cubicBezTo>
                    <a:pt x="908" y="2602"/>
                    <a:pt x="956" y="2559"/>
                    <a:pt x="961" y="2502"/>
                  </a:cubicBezTo>
                  <a:lnTo>
                    <a:pt x="1100" y="116"/>
                  </a:lnTo>
                  <a:cubicBezTo>
                    <a:pt x="1105" y="54"/>
                    <a:pt x="1052" y="1"/>
                    <a:pt x="99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4" name="Google Shape;20494;p89"/>
            <p:cNvSpPr/>
            <p:nvPr/>
          </p:nvSpPr>
          <p:spPr>
            <a:xfrm>
              <a:off x="7773975" y="1529974"/>
              <a:ext cx="25678" cy="182291"/>
            </a:xfrm>
            <a:custGeom>
              <a:rect b="b" l="l" r="r" t="t"/>
              <a:pathLst>
                <a:path extrusionOk="0" h="6957" w="980">
                  <a:moveTo>
                    <a:pt x="235" y="1"/>
                  </a:moveTo>
                  <a:lnTo>
                    <a:pt x="5" y="6726"/>
                  </a:lnTo>
                  <a:cubicBezTo>
                    <a:pt x="0" y="6851"/>
                    <a:pt x="101" y="6956"/>
                    <a:pt x="230" y="6956"/>
                  </a:cubicBezTo>
                  <a:lnTo>
                    <a:pt x="754" y="6956"/>
                  </a:lnTo>
                  <a:cubicBezTo>
                    <a:pt x="878" y="6956"/>
                    <a:pt x="979" y="6851"/>
                    <a:pt x="974" y="6726"/>
                  </a:cubicBezTo>
                  <a:lnTo>
                    <a:pt x="74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5" name="Google Shape;20495;p89"/>
            <p:cNvSpPr/>
            <p:nvPr/>
          </p:nvSpPr>
          <p:spPr>
            <a:xfrm>
              <a:off x="7786788" y="1529974"/>
              <a:ext cx="12865" cy="182291"/>
            </a:xfrm>
            <a:custGeom>
              <a:rect b="b" l="l" r="r" t="t"/>
              <a:pathLst>
                <a:path extrusionOk="0" h="6957" w="491">
                  <a:moveTo>
                    <a:pt x="1" y="1"/>
                  </a:moveTo>
                  <a:lnTo>
                    <a:pt x="1" y="6956"/>
                  </a:lnTo>
                  <a:lnTo>
                    <a:pt x="265" y="6956"/>
                  </a:lnTo>
                  <a:cubicBezTo>
                    <a:pt x="389" y="6956"/>
                    <a:pt x="490" y="6851"/>
                    <a:pt x="485" y="672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6" name="Google Shape;20496;p89"/>
            <p:cNvSpPr/>
            <p:nvPr/>
          </p:nvSpPr>
          <p:spPr>
            <a:xfrm>
              <a:off x="7772089" y="1507964"/>
              <a:ext cx="29583" cy="40666"/>
            </a:xfrm>
            <a:custGeom>
              <a:rect b="b" l="l" r="r" t="t"/>
              <a:pathLst>
                <a:path extrusionOk="0" h="1552" w="1129">
                  <a:moveTo>
                    <a:pt x="274" y="1"/>
                  </a:moveTo>
                  <a:cubicBezTo>
                    <a:pt x="230" y="1"/>
                    <a:pt x="197" y="30"/>
                    <a:pt x="192" y="73"/>
                  </a:cubicBezTo>
                  <a:lnTo>
                    <a:pt x="5" y="1460"/>
                  </a:lnTo>
                  <a:cubicBezTo>
                    <a:pt x="0" y="1508"/>
                    <a:pt x="34" y="1551"/>
                    <a:pt x="86" y="1551"/>
                  </a:cubicBezTo>
                  <a:lnTo>
                    <a:pt x="1037" y="1551"/>
                  </a:lnTo>
                  <a:cubicBezTo>
                    <a:pt x="1090" y="1551"/>
                    <a:pt x="1128" y="1508"/>
                    <a:pt x="1118" y="1460"/>
                  </a:cubicBezTo>
                  <a:lnTo>
                    <a:pt x="931" y="73"/>
                  </a:lnTo>
                  <a:cubicBezTo>
                    <a:pt x="926" y="30"/>
                    <a:pt x="893" y="1"/>
                    <a:pt x="85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7" name="Google Shape;20497;p89"/>
            <p:cNvSpPr/>
            <p:nvPr/>
          </p:nvSpPr>
          <p:spPr>
            <a:xfrm>
              <a:off x="7786788" y="1792601"/>
              <a:ext cx="14490" cy="68205"/>
            </a:xfrm>
            <a:custGeom>
              <a:rect b="b" l="l" r="r" t="t"/>
              <a:pathLst>
                <a:path extrusionOk="0" h="2603" w="553">
                  <a:moveTo>
                    <a:pt x="1" y="1"/>
                  </a:moveTo>
                  <a:lnTo>
                    <a:pt x="1" y="2602"/>
                  </a:lnTo>
                  <a:lnTo>
                    <a:pt x="303" y="2602"/>
                  </a:lnTo>
                  <a:cubicBezTo>
                    <a:pt x="356" y="2602"/>
                    <a:pt x="404" y="2559"/>
                    <a:pt x="409" y="2502"/>
                  </a:cubicBezTo>
                  <a:lnTo>
                    <a:pt x="548" y="116"/>
                  </a:lnTo>
                  <a:cubicBezTo>
                    <a:pt x="553" y="54"/>
                    <a:pt x="500" y="1"/>
                    <a:pt x="44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8" name="Google Shape;20498;p89"/>
            <p:cNvSpPr/>
            <p:nvPr/>
          </p:nvSpPr>
          <p:spPr>
            <a:xfrm>
              <a:off x="7786788" y="1507964"/>
              <a:ext cx="14883" cy="40666"/>
            </a:xfrm>
            <a:custGeom>
              <a:rect b="b" l="l" r="r" t="t"/>
              <a:pathLst>
                <a:path extrusionOk="0" h="1552" w="568">
                  <a:moveTo>
                    <a:pt x="1" y="1"/>
                  </a:moveTo>
                  <a:lnTo>
                    <a:pt x="1" y="1551"/>
                  </a:lnTo>
                  <a:lnTo>
                    <a:pt x="481" y="1551"/>
                  </a:lnTo>
                  <a:cubicBezTo>
                    <a:pt x="529" y="1551"/>
                    <a:pt x="567" y="1508"/>
                    <a:pt x="562" y="1460"/>
                  </a:cubicBezTo>
                  <a:lnTo>
                    <a:pt x="370" y="73"/>
                  </a:lnTo>
                  <a:cubicBezTo>
                    <a:pt x="365" y="30"/>
                    <a:pt x="332" y="1"/>
                    <a:pt x="2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9" name="Google Shape;20499;p89"/>
            <p:cNvSpPr/>
            <p:nvPr/>
          </p:nvSpPr>
          <p:spPr>
            <a:xfrm>
              <a:off x="7741772" y="1738781"/>
              <a:ext cx="24421" cy="59218"/>
            </a:xfrm>
            <a:custGeom>
              <a:rect b="b" l="l" r="r" t="t"/>
              <a:pathLst>
                <a:path extrusionOk="0" h="2260" w="932">
                  <a:moveTo>
                    <a:pt x="730" y="0"/>
                  </a:moveTo>
                  <a:cubicBezTo>
                    <a:pt x="615" y="0"/>
                    <a:pt x="523" y="91"/>
                    <a:pt x="523" y="202"/>
                  </a:cubicBezTo>
                  <a:lnTo>
                    <a:pt x="523" y="624"/>
                  </a:lnTo>
                  <a:cubicBezTo>
                    <a:pt x="523" y="763"/>
                    <a:pt x="466" y="893"/>
                    <a:pt x="370" y="994"/>
                  </a:cubicBezTo>
                  <a:cubicBezTo>
                    <a:pt x="77" y="1267"/>
                    <a:pt x="0" y="1695"/>
                    <a:pt x="178" y="2050"/>
                  </a:cubicBezTo>
                  <a:lnTo>
                    <a:pt x="221" y="2146"/>
                  </a:lnTo>
                  <a:cubicBezTo>
                    <a:pt x="260" y="2226"/>
                    <a:pt x="326" y="2260"/>
                    <a:pt x="393" y="2260"/>
                  </a:cubicBezTo>
                  <a:cubicBezTo>
                    <a:pt x="527" y="2260"/>
                    <a:pt x="662" y="2128"/>
                    <a:pt x="586" y="1968"/>
                  </a:cubicBezTo>
                  <a:lnTo>
                    <a:pt x="543" y="1877"/>
                  </a:lnTo>
                  <a:cubicBezTo>
                    <a:pt x="442" y="1676"/>
                    <a:pt x="485" y="1435"/>
                    <a:pt x="648" y="1287"/>
                  </a:cubicBezTo>
                  <a:cubicBezTo>
                    <a:pt x="826" y="1114"/>
                    <a:pt x="931" y="874"/>
                    <a:pt x="931" y="624"/>
                  </a:cubicBezTo>
                  <a:lnTo>
                    <a:pt x="931" y="207"/>
                  </a:lnTo>
                  <a:cubicBezTo>
                    <a:pt x="931" y="91"/>
                    <a:pt x="840" y="0"/>
                    <a:pt x="7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0" name="Google Shape;20500;p89"/>
            <p:cNvSpPr/>
            <p:nvPr/>
          </p:nvSpPr>
          <p:spPr>
            <a:xfrm>
              <a:off x="7807410" y="1738781"/>
              <a:ext cx="24447" cy="59191"/>
            </a:xfrm>
            <a:custGeom>
              <a:rect b="b" l="l" r="r" t="t"/>
              <a:pathLst>
                <a:path extrusionOk="0" h="2259" w="933">
                  <a:moveTo>
                    <a:pt x="205" y="0"/>
                  </a:moveTo>
                  <a:cubicBezTo>
                    <a:pt x="103" y="0"/>
                    <a:pt x="1" y="67"/>
                    <a:pt x="1" y="202"/>
                  </a:cubicBezTo>
                  <a:lnTo>
                    <a:pt x="1" y="624"/>
                  </a:lnTo>
                  <a:cubicBezTo>
                    <a:pt x="6" y="874"/>
                    <a:pt x="107" y="1109"/>
                    <a:pt x="284" y="1282"/>
                  </a:cubicBezTo>
                  <a:cubicBezTo>
                    <a:pt x="447" y="1435"/>
                    <a:pt x="491" y="1676"/>
                    <a:pt x="395" y="1872"/>
                  </a:cubicBezTo>
                  <a:lnTo>
                    <a:pt x="347" y="1968"/>
                  </a:lnTo>
                  <a:cubicBezTo>
                    <a:pt x="270" y="2127"/>
                    <a:pt x="404" y="2258"/>
                    <a:pt x="538" y="2258"/>
                  </a:cubicBezTo>
                  <a:cubicBezTo>
                    <a:pt x="607" y="2258"/>
                    <a:pt x="676" y="2224"/>
                    <a:pt x="716" y="2141"/>
                  </a:cubicBezTo>
                  <a:lnTo>
                    <a:pt x="759" y="2050"/>
                  </a:lnTo>
                  <a:cubicBezTo>
                    <a:pt x="932" y="1695"/>
                    <a:pt x="855" y="1263"/>
                    <a:pt x="567" y="994"/>
                  </a:cubicBezTo>
                  <a:cubicBezTo>
                    <a:pt x="467" y="893"/>
                    <a:pt x="409" y="763"/>
                    <a:pt x="409" y="624"/>
                  </a:cubicBezTo>
                  <a:lnTo>
                    <a:pt x="409" y="202"/>
                  </a:lnTo>
                  <a:cubicBezTo>
                    <a:pt x="409" y="67"/>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1" name="Google Shape;20501;p89"/>
            <p:cNvSpPr/>
            <p:nvPr/>
          </p:nvSpPr>
          <p:spPr>
            <a:xfrm>
              <a:off x="7766927" y="1787335"/>
              <a:ext cx="39775" cy="78765"/>
            </a:xfrm>
            <a:custGeom>
              <a:rect b="b" l="l" r="r" t="t"/>
              <a:pathLst>
                <a:path extrusionOk="0" h="3006" w="1518">
                  <a:moveTo>
                    <a:pt x="1095" y="403"/>
                  </a:moveTo>
                  <a:lnTo>
                    <a:pt x="1051" y="1123"/>
                  </a:lnTo>
                  <a:lnTo>
                    <a:pt x="466" y="1123"/>
                  </a:lnTo>
                  <a:lnTo>
                    <a:pt x="423" y="403"/>
                  </a:lnTo>
                  <a:close/>
                  <a:moveTo>
                    <a:pt x="1032" y="1531"/>
                  </a:moveTo>
                  <a:lnTo>
                    <a:pt x="970" y="2602"/>
                  </a:lnTo>
                  <a:lnTo>
                    <a:pt x="552" y="2602"/>
                  </a:lnTo>
                  <a:lnTo>
                    <a:pt x="490" y="1531"/>
                  </a:lnTo>
                  <a:close/>
                  <a:moveTo>
                    <a:pt x="322" y="0"/>
                  </a:moveTo>
                  <a:cubicBezTo>
                    <a:pt x="139" y="0"/>
                    <a:pt x="0" y="149"/>
                    <a:pt x="10" y="327"/>
                  </a:cubicBezTo>
                  <a:lnTo>
                    <a:pt x="72" y="1320"/>
                  </a:lnTo>
                  <a:lnTo>
                    <a:pt x="72" y="1325"/>
                  </a:lnTo>
                  <a:cubicBezTo>
                    <a:pt x="72" y="1335"/>
                    <a:pt x="72" y="1344"/>
                    <a:pt x="72" y="1359"/>
                  </a:cubicBezTo>
                  <a:lnTo>
                    <a:pt x="149" y="2712"/>
                  </a:lnTo>
                  <a:cubicBezTo>
                    <a:pt x="159" y="2880"/>
                    <a:pt x="298" y="3005"/>
                    <a:pt x="461" y="3005"/>
                  </a:cubicBezTo>
                  <a:lnTo>
                    <a:pt x="1061" y="3005"/>
                  </a:lnTo>
                  <a:cubicBezTo>
                    <a:pt x="1224" y="3005"/>
                    <a:pt x="1359" y="2880"/>
                    <a:pt x="1368" y="2712"/>
                  </a:cubicBezTo>
                  <a:lnTo>
                    <a:pt x="1508" y="327"/>
                  </a:lnTo>
                  <a:cubicBezTo>
                    <a:pt x="1517" y="149"/>
                    <a:pt x="1378" y="0"/>
                    <a:pt x="12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2" name="Google Shape;20502;p89"/>
            <p:cNvSpPr/>
            <p:nvPr/>
          </p:nvSpPr>
          <p:spPr>
            <a:xfrm>
              <a:off x="7814406" y="1639762"/>
              <a:ext cx="52536" cy="209803"/>
            </a:xfrm>
            <a:custGeom>
              <a:rect b="b" l="l" r="r" t="t"/>
              <a:pathLst>
                <a:path extrusionOk="0" h="8007" w="2005">
                  <a:moveTo>
                    <a:pt x="288" y="0"/>
                  </a:moveTo>
                  <a:cubicBezTo>
                    <a:pt x="97" y="0"/>
                    <a:pt x="0" y="294"/>
                    <a:pt x="214" y="390"/>
                  </a:cubicBezTo>
                  <a:cubicBezTo>
                    <a:pt x="819" y="664"/>
                    <a:pt x="1208" y="1264"/>
                    <a:pt x="1208" y="1922"/>
                  </a:cubicBezTo>
                  <a:lnTo>
                    <a:pt x="1208" y="3150"/>
                  </a:lnTo>
                  <a:cubicBezTo>
                    <a:pt x="1208" y="3194"/>
                    <a:pt x="1174" y="3232"/>
                    <a:pt x="1131" y="3242"/>
                  </a:cubicBezTo>
                  <a:cubicBezTo>
                    <a:pt x="795" y="3314"/>
                    <a:pt x="550" y="3611"/>
                    <a:pt x="550" y="3957"/>
                  </a:cubicBezTo>
                  <a:lnTo>
                    <a:pt x="550" y="4187"/>
                  </a:lnTo>
                  <a:cubicBezTo>
                    <a:pt x="550" y="4562"/>
                    <a:pt x="833" y="4874"/>
                    <a:pt x="1203" y="4912"/>
                  </a:cubicBezTo>
                  <a:cubicBezTo>
                    <a:pt x="1428" y="4931"/>
                    <a:pt x="1596" y="5123"/>
                    <a:pt x="1596" y="5349"/>
                  </a:cubicBezTo>
                  <a:lnTo>
                    <a:pt x="1596" y="5743"/>
                  </a:lnTo>
                  <a:cubicBezTo>
                    <a:pt x="1596" y="6587"/>
                    <a:pt x="1064" y="7336"/>
                    <a:pt x="267" y="7610"/>
                  </a:cubicBezTo>
                  <a:cubicBezTo>
                    <a:pt x="33" y="7688"/>
                    <a:pt x="119" y="8006"/>
                    <a:pt x="324" y="8006"/>
                  </a:cubicBezTo>
                  <a:cubicBezTo>
                    <a:pt x="347" y="8006"/>
                    <a:pt x="371" y="8002"/>
                    <a:pt x="396" y="7994"/>
                  </a:cubicBezTo>
                  <a:cubicBezTo>
                    <a:pt x="1356" y="7663"/>
                    <a:pt x="2004" y="6760"/>
                    <a:pt x="2004" y="5743"/>
                  </a:cubicBezTo>
                  <a:lnTo>
                    <a:pt x="2004" y="5349"/>
                  </a:lnTo>
                  <a:cubicBezTo>
                    <a:pt x="2004" y="4912"/>
                    <a:pt x="1678" y="4547"/>
                    <a:pt x="1246" y="4504"/>
                  </a:cubicBezTo>
                  <a:cubicBezTo>
                    <a:pt x="1083" y="4490"/>
                    <a:pt x="958" y="4350"/>
                    <a:pt x="958" y="4187"/>
                  </a:cubicBezTo>
                  <a:lnTo>
                    <a:pt x="958" y="3957"/>
                  </a:lnTo>
                  <a:cubicBezTo>
                    <a:pt x="958" y="3803"/>
                    <a:pt x="1064" y="3674"/>
                    <a:pt x="1212" y="3640"/>
                  </a:cubicBezTo>
                  <a:cubicBezTo>
                    <a:pt x="1448" y="3592"/>
                    <a:pt x="1611" y="3386"/>
                    <a:pt x="1616" y="3150"/>
                  </a:cubicBezTo>
                  <a:lnTo>
                    <a:pt x="1616" y="1922"/>
                  </a:lnTo>
                  <a:cubicBezTo>
                    <a:pt x="1611" y="1101"/>
                    <a:pt x="1131" y="357"/>
                    <a:pt x="377" y="21"/>
                  </a:cubicBezTo>
                  <a:cubicBezTo>
                    <a:pt x="346" y="7"/>
                    <a:pt x="316"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3" name="Google Shape;20503;p89"/>
            <p:cNvSpPr/>
            <p:nvPr/>
          </p:nvSpPr>
          <p:spPr>
            <a:xfrm>
              <a:off x="7706661" y="1639893"/>
              <a:ext cx="52300" cy="209803"/>
            </a:xfrm>
            <a:custGeom>
              <a:rect b="b" l="l" r="r" t="t"/>
              <a:pathLst>
                <a:path extrusionOk="0" h="8007" w="1996">
                  <a:moveTo>
                    <a:pt x="1703" y="0"/>
                  </a:moveTo>
                  <a:cubicBezTo>
                    <a:pt x="1675" y="0"/>
                    <a:pt x="1645" y="6"/>
                    <a:pt x="1614" y="20"/>
                  </a:cubicBezTo>
                  <a:cubicBezTo>
                    <a:pt x="870" y="361"/>
                    <a:pt x="395" y="1101"/>
                    <a:pt x="395" y="1917"/>
                  </a:cubicBezTo>
                  <a:lnTo>
                    <a:pt x="395" y="3145"/>
                  </a:lnTo>
                  <a:cubicBezTo>
                    <a:pt x="395" y="3381"/>
                    <a:pt x="563" y="3587"/>
                    <a:pt x="793" y="3635"/>
                  </a:cubicBezTo>
                  <a:cubicBezTo>
                    <a:pt x="942" y="3669"/>
                    <a:pt x="1047" y="3798"/>
                    <a:pt x="1047" y="3952"/>
                  </a:cubicBezTo>
                  <a:lnTo>
                    <a:pt x="1047" y="4182"/>
                  </a:lnTo>
                  <a:cubicBezTo>
                    <a:pt x="1047" y="4345"/>
                    <a:pt x="923" y="4485"/>
                    <a:pt x="759" y="4499"/>
                  </a:cubicBezTo>
                  <a:cubicBezTo>
                    <a:pt x="332" y="4542"/>
                    <a:pt x="1" y="4907"/>
                    <a:pt x="1" y="5339"/>
                  </a:cubicBezTo>
                  <a:lnTo>
                    <a:pt x="1" y="5738"/>
                  </a:lnTo>
                  <a:cubicBezTo>
                    <a:pt x="1" y="6760"/>
                    <a:pt x="654" y="7667"/>
                    <a:pt x="1623" y="7994"/>
                  </a:cubicBezTo>
                  <a:cubicBezTo>
                    <a:pt x="1649" y="8002"/>
                    <a:pt x="1673" y="8006"/>
                    <a:pt x="1696" y="8006"/>
                  </a:cubicBezTo>
                  <a:cubicBezTo>
                    <a:pt x="1900" y="8006"/>
                    <a:pt x="1982" y="7687"/>
                    <a:pt x="1753" y="7610"/>
                  </a:cubicBezTo>
                  <a:cubicBezTo>
                    <a:pt x="947" y="7341"/>
                    <a:pt x="409" y="6587"/>
                    <a:pt x="409" y="5738"/>
                  </a:cubicBezTo>
                  <a:lnTo>
                    <a:pt x="409" y="5344"/>
                  </a:lnTo>
                  <a:cubicBezTo>
                    <a:pt x="409" y="5118"/>
                    <a:pt x="577" y="4926"/>
                    <a:pt x="803" y="4902"/>
                  </a:cubicBezTo>
                  <a:cubicBezTo>
                    <a:pt x="1172" y="4869"/>
                    <a:pt x="1455" y="4552"/>
                    <a:pt x="1455" y="4182"/>
                  </a:cubicBezTo>
                  <a:lnTo>
                    <a:pt x="1455" y="3952"/>
                  </a:lnTo>
                  <a:cubicBezTo>
                    <a:pt x="1455" y="3606"/>
                    <a:pt x="1211" y="3309"/>
                    <a:pt x="875" y="3237"/>
                  </a:cubicBezTo>
                  <a:cubicBezTo>
                    <a:pt x="831" y="3227"/>
                    <a:pt x="798" y="3189"/>
                    <a:pt x="798" y="3145"/>
                  </a:cubicBezTo>
                  <a:lnTo>
                    <a:pt x="798" y="1917"/>
                  </a:lnTo>
                  <a:cubicBezTo>
                    <a:pt x="798" y="1259"/>
                    <a:pt x="1182" y="664"/>
                    <a:pt x="1782" y="390"/>
                  </a:cubicBezTo>
                  <a:cubicBezTo>
                    <a:pt x="1995" y="294"/>
                    <a:pt x="1895" y="0"/>
                    <a:pt x="17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4" name="Google Shape;20504;p89"/>
            <p:cNvSpPr/>
            <p:nvPr/>
          </p:nvSpPr>
          <p:spPr>
            <a:xfrm>
              <a:off x="7750681" y="1502697"/>
              <a:ext cx="72240" cy="214834"/>
            </a:xfrm>
            <a:custGeom>
              <a:rect b="b" l="l" r="r" t="t"/>
              <a:pathLst>
                <a:path extrusionOk="0" h="8199" w="2757">
                  <a:moveTo>
                    <a:pt x="1561" y="403"/>
                  </a:moveTo>
                  <a:lnTo>
                    <a:pt x="1719" y="1546"/>
                  </a:lnTo>
                  <a:lnTo>
                    <a:pt x="1043" y="1546"/>
                  </a:lnTo>
                  <a:lnTo>
                    <a:pt x="1196" y="403"/>
                  </a:lnTo>
                  <a:close/>
                  <a:moveTo>
                    <a:pt x="1465" y="1954"/>
                  </a:moveTo>
                  <a:lnTo>
                    <a:pt x="1662" y="7772"/>
                  </a:lnTo>
                  <a:cubicBezTo>
                    <a:pt x="1662" y="7777"/>
                    <a:pt x="1662" y="7781"/>
                    <a:pt x="1657" y="7786"/>
                  </a:cubicBezTo>
                  <a:cubicBezTo>
                    <a:pt x="1652" y="7791"/>
                    <a:pt x="1647" y="7796"/>
                    <a:pt x="1643" y="7796"/>
                  </a:cubicBezTo>
                  <a:lnTo>
                    <a:pt x="1119" y="7796"/>
                  </a:lnTo>
                  <a:cubicBezTo>
                    <a:pt x="1105" y="7796"/>
                    <a:pt x="1095" y="7786"/>
                    <a:pt x="1095" y="7772"/>
                  </a:cubicBezTo>
                  <a:lnTo>
                    <a:pt x="1297" y="1954"/>
                  </a:lnTo>
                  <a:close/>
                  <a:moveTo>
                    <a:pt x="1091" y="0"/>
                  </a:moveTo>
                  <a:cubicBezTo>
                    <a:pt x="947" y="0"/>
                    <a:pt x="827" y="106"/>
                    <a:pt x="807" y="245"/>
                  </a:cubicBezTo>
                  <a:lnTo>
                    <a:pt x="798" y="307"/>
                  </a:lnTo>
                  <a:lnTo>
                    <a:pt x="409" y="307"/>
                  </a:lnTo>
                  <a:cubicBezTo>
                    <a:pt x="135" y="307"/>
                    <a:pt x="135" y="715"/>
                    <a:pt x="409" y="715"/>
                  </a:cubicBezTo>
                  <a:lnTo>
                    <a:pt x="745" y="715"/>
                  </a:lnTo>
                  <a:lnTo>
                    <a:pt x="673" y="1234"/>
                  </a:lnTo>
                  <a:lnTo>
                    <a:pt x="275" y="1234"/>
                  </a:lnTo>
                  <a:cubicBezTo>
                    <a:pt x="1" y="1234"/>
                    <a:pt x="1" y="1642"/>
                    <a:pt x="275" y="1642"/>
                  </a:cubicBezTo>
                  <a:lnTo>
                    <a:pt x="620" y="1642"/>
                  </a:lnTo>
                  <a:cubicBezTo>
                    <a:pt x="599" y="1803"/>
                    <a:pt x="723" y="1949"/>
                    <a:pt x="889" y="1954"/>
                  </a:cubicBezTo>
                  <a:lnTo>
                    <a:pt x="692" y="7757"/>
                  </a:lnTo>
                  <a:cubicBezTo>
                    <a:pt x="683" y="8002"/>
                    <a:pt x="875" y="8199"/>
                    <a:pt x="1115" y="8199"/>
                  </a:cubicBezTo>
                  <a:lnTo>
                    <a:pt x="1643" y="8199"/>
                  </a:lnTo>
                  <a:cubicBezTo>
                    <a:pt x="1883" y="8199"/>
                    <a:pt x="2075" y="8002"/>
                    <a:pt x="2065" y="7757"/>
                  </a:cubicBezTo>
                  <a:lnTo>
                    <a:pt x="1868" y="1954"/>
                  </a:lnTo>
                  <a:cubicBezTo>
                    <a:pt x="2031" y="1949"/>
                    <a:pt x="2152" y="1810"/>
                    <a:pt x="2137" y="1651"/>
                  </a:cubicBezTo>
                  <a:lnTo>
                    <a:pt x="2488" y="1651"/>
                  </a:lnTo>
                  <a:cubicBezTo>
                    <a:pt x="2756" y="1651"/>
                    <a:pt x="2756" y="1243"/>
                    <a:pt x="2488" y="1243"/>
                  </a:cubicBezTo>
                  <a:lnTo>
                    <a:pt x="2089" y="1243"/>
                  </a:lnTo>
                  <a:lnTo>
                    <a:pt x="2017" y="725"/>
                  </a:lnTo>
                  <a:lnTo>
                    <a:pt x="2353" y="725"/>
                  </a:lnTo>
                  <a:cubicBezTo>
                    <a:pt x="2622" y="725"/>
                    <a:pt x="2622" y="317"/>
                    <a:pt x="2353" y="317"/>
                  </a:cubicBezTo>
                  <a:lnTo>
                    <a:pt x="1964" y="317"/>
                  </a:lnTo>
                  <a:lnTo>
                    <a:pt x="1955" y="245"/>
                  </a:lnTo>
                  <a:cubicBezTo>
                    <a:pt x="1935" y="106"/>
                    <a:pt x="1815" y="0"/>
                    <a:pt x="16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05" name="Google Shape;20505;p89"/>
          <p:cNvGrpSpPr/>
          <p:nvPr/>
        </p:nvGrpSpPr>
        <p:grpSpPr>
          <a:xfrm>
            <a:off x="6753519" y="1502671"/>
            <a:ext cx="225158" cy="365184"/>
            <a:chOff x="6753519" y="1502671"/>
            <a:chExt cx="225158" cy="365184"/>
          </a:xfrm>
        </p:grpSpPr>
        <p:sp>
          <p:nvSpPr>
            <p:cNvPr id="20506" name="Google Shape;20506;p89"/>
            <p:cNvSpPr/>
            <p:nvPr/>
          </p:nvSpPr>
          <p:spPr>
            <a:xfrm>
              <a:off x="6775791" y="1507964"/>
              <a:ext cx="180378" cy="352712"/>
            </a:xfrm>
            <a:custGeom>
              <a:rect b="b" l="l" r="r" t="t"/>
              <a:pathLst>
                <a:path extrusionOk="0" h="13461" w="6884">
                  <a:moveTo>
                    <a:pt x="1253" y="0"/>
                  </a:moveTo>
                  <a:cubicBezTo>
                    <a:pt x="1109" y="0"/>
                    <a:pt x="962" y="32"/>
                    <a:pt x="821" y="102"/>
                  </a:cubicBezTo>
                  <a:lnTo>
                    <a:pt x="0" y="505"/>
                  </a:lnTo>
                  <a:lnTo>
                    <a:pt x="965" y="534"/>
                  </a:lnTo>
                  <a:cubicBezTo>
                    <a:pt x="1248" y="572"/>
                    <a:pt x="1459" y="822"/>
                    <a:pt x="1440" y="1110"/>
                  </a:cubicBezTo>
                  <a:lnTo>
                    <a:pt x="960" y="11483"/>
                  </a:lnTo>
                  <a:cubicBezTo>
                    <a:pt x="912" y="12563"/>
                    <a:pt x="1776" y="13461"/>
                    <a:pt x="2856" y="13461"/>
                  </a:cubicBezTo>
                  <a:cubicBezTo>
                    <a:pt x="3903" y="13461"/>
                    <a:pt x="4748" y="12616"/>
                    <a:pt x="4748" y="11569"/>
                  </a:cubicBezTo>
                  <a:lnTo>
                    <a:pt x="4748" y="10115"/>
                  </a:lnTo>
                  <a:cubicBezTo>
                    <a:pt x="4748" y="8848"/>
                    <a:pt x="5357" y="7657"/>
                    <a:pt x="6389" y="6923"/>
                  </a:cubicBezTo>
                  <a:lnTo>
                    <a:pt x="6884" y="6568"/>
                  </a:lnTo>
                  <a:lnTo>
                    <a:pt x="4671" y="3692"/>
                  </a:lnTo>
                  <a:lnTo>
                    <a:pt x="3692" y="5339"/>
                  </a:lnTo>
                  <a:cubicBezTo>
                    <a:pt x="3332" y="5948"/>
                    <a:pt x="3140" y="6640"/>
                    <a:pt x="3140" y="7350"/>
                  </a:cubicBezTo>
                  <a:lnTo>
                    <a:pt x="3140" y="11104"/>
                  </a:lnTo>
                  <a:cubicBezTo>
                    <a:pt x="3140" y="11363"/>
                    <a:pt x="2928" y="11579"/>
                    <a:pt x="2664" y="11579"/>
                  </a:cubicBezTo>
                  <a:cubicBezTo>
                    <a:pt x="2415" y="11574"/>
                    <a:pt x="2213" y="11368"/>
                    <a:pt x="2213" y="11113"/>
                  </a:cubicBezTo>
                  <a:lnTo>
                    <a:pt x="2227" y="961"/>
                  </a:lnTo>
                  <a:lnTo>
                    <a:pt x="2227" y="918"/>
                  </a:lnTo>
                  <a:cubicBezTo>
                    <a:pt x="2205" y="378"/>
                    <a:pt x="1748" y="0"/>
                    <a:pt x="125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7" name="Google Shape;20507;p89"/>
            <p:cNvSpPr/>
            <p:nvPr/>
          </p:nvSpPr>
          <p:spPr>
            <a:xfrm>
              <a:off x="6800814" y="1507990"/>
              <a:ext cx="37129" cy="303373"/>
            </a:xfrm>
            <a:custGeom>
              <a:rect b="b" l="l" r="r" t="t"/>
              <a:pathLst>
                <a:path extrusionOk="0" h="11578" w="1417">
                  <a:moveTo>
                    <a:pt x="299" y="1"/>
                  </a:moveTo>
                  <a:cubicBezTo>
                    <a:pt x="200" y="1"/>
                    <a:pt x="99" y="16"/>
                    <a:pt x="0" y="48"/>
                  </a:cubicBezTo>
                  <a:cubicBezTo>
                    <a:pt x="360" y="163"/>
                    <a:pt x="874" y="489"/>
                    <a:pt x="888" y="917"/>
                  </a:cubicBezTo>
                  <a:cubicBezTo>
                    <a:pt x="888" y="931"/>
                    <a:pt x="658" y="11112"/>
                    <a:pt x="658" y="11112"/>
                  </a:cubicBezTo>
                  <a:cubicBezTo>
                    <a:pt x="653" y="11367"/>
                    <a:pt x="860" y="11573"/>
                    <a:pt x="1109" y="11578"/>
                  </a:cubicBezTo>
                  <a:cubicBezTo>
                    <a:pt x="1224" y="11578"/>
                    <a:pt x="1330" y="11540"/>
                    <a:pt x="1416" y="11463"/>
                  </a:cubicBezTo>
                  <a:cubicBezTo>
                    <a:pt x="1316" y="11376"/>
                    <a:pt x="1253" y="11247"/>
                    <a:pt x="1258" y="11112"/>
                  </a:cubicBezTo>
                  <a:lnTo>
                    <a:pt x="1268" y="960"/>
                  </a:lnTo>
                  <a:lnTo>
                    <a:pt x="1268" y="917"/>
                  </a:lnTo>
                  <a:cubicBezTo>
                    <a:pt x="1248" y="377"/>
                    <a:pt x="792" y="1"/>
                    <a:pt x="29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89"/>
            <p:cNvSpPr/>
            <p:nvPr/>
          </p:nvSpPr>
          <p:spPr>
            <a:xfrm>
              <a:off x="6799688" y="1648854"/>
              <a:ext cx="156246" cy="211952"/>
            </a:xfrm>
            <a:custGeom>
              <a:rect b="b" l="l" r="r" t="t"/>
              <a:pathLst>
                <a:path extrusionOk="0" h="8089" w="5963">
                  <a:moveTo>
                    <a:pt x="5050" y="0"/>
                  </a:moveTo>
                  <a:lnTo>
                    <a:pt x="4383" y="451"/>
                  </a:lnTo>
                  <a:cubicBezTo>
                    <a:pt x="3356" y="1191"/>
                    <a:pt x="3053" y="2376"/>
                    <a:pt x="3053" y="3643"/>
                  </a:cubicBezTo>
                  <a:lnTo>
                    <a:pt x="3053" y="6581"/>
                  </a:lnTo>
                  <a:cubicBezTo>
                    <a:pt x="3058" y="7114"/>
                    <a:pt x="2660" y="7560"/>
                    <a:pt x="2127" y="7618"/>
                  </a:cubicBezTo>
                  <a:cubicBezTo>
                    <a:pt x="2064" y="7628"/>
                    <a:pt x="2007" y="7628"/>
                    <a:pt x="1944" y="7628"/>
                  </a:cubicBezTo>
                  <a:cubicBezTo>
                    <a:pt x="970" y="7628"/>
                    <a:pt x="159" y="6893"/>
                    <a:pt x="58" y="5928"/>
                  </a:cubicBezTo>
                  <a:lnTo>
                    <a:pt x="48" y="6111"/>
                  </a:lnTo>
                  <a:cubicBezTo>
                    <a:pt x="0" y="7186"/>
                    <a:pt x="864" y="8088"/>
                    <a:pt x="1944" y="8088"/>
                  </a:cubicBezTo>
                  <a:lnTo>
                    <a:pt x="1983" y="8088"/>
                  </a:lnTo>
                  <a:cubicBezTo>
                    <a:pt x="2295" y="8084"/>
                    <a:pt x="2597" y="8002"/>
                    <a:pt x="2871" y="7848"/>
                  </a:cubicBezTo>
                  <a:cubicBezTo>
                    <a:pt x="2895" y="7834"/>
                    <a:pt x="2919" y="7820"/>
                    <a:pt x="2948" y="7805"/>
                  </a:cubicBezTo>
                  <a:cubicBezTo>
                    <a:pt x="2972" y="7786"/>
                    <a:pt x="2996" y="7772"/>
                    <a:pt x="3020" y="7757"/>
                  </a:cubicBezTo>
                  <a:cubicBezTo>
                    <a:pt x="3044" y="7738"/>
                    <a:pt x="3068" y="7724"/>
                    <a:pt x="3092" y="7704"/>
                  </a:cubicBezTo>
                  <a:lnTo>
                    <a:pt x="3096" y="7700"/>
                  </a:lnTo>
                  <a:cubicBezTo>
                    <a:pt x="3116" y="7685"/>
                    <a:pt x="3140" y="7666"/>
                    <a:pt x="3159" y="7647"/>
                  </a:cubicBezTo>
                  <a:lnTo>
                    <a:pt x="3168" y="7642"/>
                  </a:lnTo>
                  <a:cubicBezTo>
                    <a:pt x="3188" y="7628"/>
                    <a:pt x="3207" y="7608"/>
                    <a:pt x="3226" y="7589"/>
                  </a:cubicBezTo>
                  <a:lnTo>
                    <a:pt x="3236" y="7584"/>
                  </a:lnTo>
                  <a:cubicBezTo>
                    <a:pt x="3255" y="7565"/>
                    <a:pt x="3274" y="7546"/>
                    <a:pt x="3293" y="7527"/>
                  </a:cubicBezTo>
                  <a:lnTo>
                    <a:pt x="3303" y="7517"/>
                  </a:lnTo>
                  <a:cubicBezTo>
                    <a:pt x="3317" y="7498"/>
                    <a:pt x="3336" y="7484"/>
                    <a:pt x="3351" y="7464"/>
                  </a:cubicBezTo>
                  <a:lnTo>
                    <a:pt x="3365" y="7450"/>
                  </a:lnTo>
                  <a:cubicBezTo>
                    <a:pt x="3380" y="7431"/>
                    <a:pt x="3394" y="7412"/>
                    <a:pt x="3408" y="7392"/>
                  </a:cubicBezTo>
                  <a:lnTo>
                    <a:pt x="3423" y="7378"/>
                  </a:lnTo>
                  <a:cubicBezTo>
                    <a:pt x="3437" y="7359"/>
                    <a:pt x="3452" y="7344"/>
                    <a:pt x="3466" y="7325"/>
                  </a:cubicBezTo>
                  <a:lnTo>
                    <a:pt x="3480" y="7306"/>
                  </a:lnTo>
                  <a:cubicBezTo>
                    <a:pt x="3490" y="7287"/>
                    <a:pt x="3504" y="7268"/>
                    <a:pt x="3519" y="7248"/>
                  </a:cubicBezTo>
                  <a:lnTo>
                    <a:pt x="3533" y="7229"/>
                  </a:lnTo>
                  <a:cubicBezTo>
                    <a:pt x="3543" y="7210"/>
                    <a:pt x="3552" y="7191"/>
                    <a:pt x="3567" y="7172"/>
                  </a:cubicBezTo>
                  <a:lnTo>
                    <a:pt x="3581" y="7148"/>
                  </a:lnTo>
                  <a:cubicBezTo>
                    <a:pt x="3591" y="7133"/>
                    <a:pt x="3600" y="7114"/>
                    <a:pt x="3610" y="7095"/>
                  </a:cubicBezTo>
                  <a:lnTo>
                    <a:pt x="3624" y="7066"/>
                  </a:lnTo>
                  <a:cubicBezTo>
                    <a:pt x="3634" y="7052"/>
                    <a:pt x="3644" y="7032"/>
                    <a:pt x="3653" y="7013"/>
                  </a:cubicBezTo>
                  <a:lnTo>
                    <a:pt x="3668" y="6984"/>
                  </a:lnTo>
                  <a:lnTo>
                    <a:pt x="3687" y="6932"/>
                  </a:lnTo>
                  <a:cubicBezTo>
                    <a:pt x="3696" y="6912"/>
                    <a:pt x="3696" y="6908"/>
                    <a:pt x="3701" y="6893"/>
                  </a:cubicBezTo>
                  <a:cubicBezTo>
                    <a:pt x="3706" y="6884"/>
                    <a:pt x="3716" y="6860"/>
                    <a:pt x="3720" y="6845"/>
                  </a:cubicBezTo>
                  <a:cubicBezTo>
                    <a:pt x="3730" y="6826"/>
                    <a:pt x="3730" y="6821"/>
                    <a:pt x="3735" y="6807"/>
                  </a:cubicBezTo>
                  <a:cubicBezTo>
                    <a:pt x="3740" y="6792"/>
                    <a:pt x="3744" y="6773"/>
                    <a:pt x="3749" y="6759"/>
                  </a:cubicBezTo>
                  <a:cubicBezTo>
                    <a:pt x="3754" y="6740"/>
                    <a:pt x="3759" y="6730"/>
                    <a:pt x="3764" y="6716"/>
                  </a:cubicBezTo>
                  <a:cubicBezTo>
                    <a:pt x="3768" y="6701"/>
                    <a:pt x="3773" y="6687"/>
                    <a:pt x="3778" y="6668"/>
                  </a:cubicBezTo>
                  <a:cubicBezTo>
                    <a:pt x="3778" y="6653"/>
                    <a:pt x="3783" y="6639"/>
                    <a:pt x="3788" y="6624"/>
                  </a:cubicBezTo>
                  <a:cubicBezTo>
                    <a:pt x="3788" y="6610"/>
                    <a:pt x="3792" y="6591"/>
                    <a:pt x="3797" y="6576"/>
                  </a:cubicBezTo>
                  <a:cubicBezTo>
                    <a:pt x="3802" y="6562"/>
                    <a:pt x="3802" y="6543"/>
                    <a:pt x="3807" y="6528"/>
                  </a:cubicBezTo>
                  <a:cubicBezTo>
                    <a:pt x="3807" y="6509"/>
                    <a:pt x="3812" y="6500"/>
                    <a:pt x="3812" y="6485"/>
                  </a:cubicBezTo>
                  <a:cubicBezTo>
                    <a:pt x="3816" y="6471"/>
                    <a:pt x="3816" y="6447"/>
                    <a:pt x="3821" y="6428"/>
                  </a:cubicBezTo>
                  <a:cubicBezTo>
                    <a:pt x="3821" y="6413"/>
                    <a:pt x="3826" y="6404"/>
                    <a:pt x="3826" y="6389"/>
                  </a:cubicBezTo>
                  <a:cubicBezTo>
                    <a:pt x="3826" y="6375"/>
                    <a:pt x="3831" y="6351"/>
                    <a:pt x="3831" y="6332"/>
                  </a:cubicBezTo>
                  <a:lnTo>
                    <a:pt x="3831" y="6298"/>
                  </a:lnTo>
                  <a:lnTo>
                    <a:pt x="3831" y="6202"/>
                  </a:lnTo>
                  <a:lnTo>
                    <a:pt x="3831" y="4738"/>
                  </a:lnTo>
                  <a:cubicBezTo>
                    <a:pt x="3831" y="3471"/>
                    <a:pt x="4440" y="2280"/>
                    <a:pt x="5468" y="1546"/>
                  </a:cubicBezTo>
                  <a:lnTo>
                    <a:pt x="5962" y="1191"/>
                  </a:lnTo>
                  <a:lnTo>
                    <a:pt x="505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89"/>
            <p:cNvSpPr/>
            <p:nvPr/>
          </p:nvSpPr>
          <p:spPr>
            <a:xfrm>
              <a:off x="6878793" y="1593908"/>
              <a:ext cx="90844" cy="106146"/>
            </a:xfrm>
            <a:custGeom>
              <a:rect b="b" l="l" r="r" t="t"/>
              <a:pathLst>
                <a:path extrusionOk="0" h="4051" w="3467">
                  <a:moveTo>
                    <a:pt x="549" y="0"/>
                  </a:moveTo>
                  <a:cubicBezTo>
                    <a:pt x="444" y="0"/>
                    <a:pt x="339" y="35"/>
                    <a:pt x="250" y="105"/>
                  </a:cubicBezTo>
                  <a:cubicBezTo>
                    <a:pt x="39" y="268"/>
                    <a:pt x="1" y="571"/>
                    <a:pt x="164" y="782"/>
                  </a:cubicBezTo>
                  <a:lnTo>
                    <a:pt x="2530" y="3859"/>
                  </a:lnTo>
                  <a:cubicBezTo>
                    <a:pt x="2626" y="3985"/>
                    <a:pt x="2771" y="4051"/>
                    <a:pt x="2917" y="4051"/>
                  </a:cubicBezTo>
                  <a:cubicBezTo>
                    <a:pt x="3022" y="4051"/>
                    <a:pt x="3127" y="4018"/>
                    <a:pt x="3217" y="3950"/>
                  </a:cubicBezTo>
                  <a:cubicBezTo>
                    <a:pt x="3428" y="3782"/>
                    <a:pt x="3466" y="3480"/>
                    <a:pt x="3303" y="3268"/>
                  </a:cubicBezTo>
                  <a:lnTo>
                    <a:pt x="932" y="191"/>
                  </a:lnTo>
                  <a:cubicBezTo>
                    <a:pt x="837" y="66"/>
                    <a:pt x="694" y="0"/>
                    <a:pt x="54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0" name="Google Shape;20510;p89"/>
            <p:cNvSpPr/>
            <p:nvPr/>
          </p:nvSpPr>
          <p:spPr>
            <a:xfrm>
              <a:off x="6881806" y="1593908"/>
              <a:ext cx="89901" cy="106146"/>
            </a:xfrm>
            <a:custGeom>
              <a:rect b="b" l="l" r="r" t="t"/>
              <a:pathLst>
                <a:path extrusionOk="0" h="4051" w="3431">
                  <a:moveTo>
                    <a:pt x="434" y="0"/>
                  </a:moveTo>
                  <a:cubicBezTo>
                    <a:pt x="329" y="0"/>
                    <a:pt x="224" y="35"/>
                    <a:pt x="135" y="105"/>
                  </a:cubicBezTo>
                  <a:cubicBezTo>
                    <a:pt x="78" y="143"/>
                    <a:pt x="34" y="201"/>
                    <a:pt x="1" y="259"/>
                  </a:cubicBezTo>
                  <a:cubicBezTo>
                    <a:pt x="150" y="263"/>
                    <a:pt x="284" y="335"/>
                    <a:pt x="375" y="451"/>
                  </a:cubicBezTo>
                  <a:lnTo>
                    <a:pt x="2742" y="3528"/>
                  </a:lnTo>
                  <a:cubicBezTo>
                    <a:pt x="2857" y="3676"/>
                    <a:pt x="2876" y="3883"/>
                    <a:pt x="2790" y="4051"/>
                  </a:cubicBezTo>
                  <a:cubicBezTo>
                    <a:pt x="2794" y="4051"/>
                    <a:pt x="2798" y="4051"/>
                    <a:pt x="2802" y="4051"/>
                  </a:cubicBezTo>
                  <a:cubicBezTo>
                    <a:pt x="3198" y="4051"/>
                    <a:pt x="3430" y="3591"/>
                    <a:pt x="3183" y="3268"/>
                  </a:cubicBezTo>
                  <a:lnTo>
                    <a:pt x="3188" y="3268"/>
                  </a:lnTo>
                  <a:lnTo>
                    <a:pt x="817" y="191"/>
                  </a:lnTo>
                  <a:cubicBezTo>
                    <a:pt x="722" y="66"/>
                    <a:pt x="579" y="0"/>
                    <a:pt x="43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1" name="Google Shape;20511;p89"/>
            <p:cNvSpPr/>
            <p:nvPr/>
          </p:nvSpPr>
          <p:spPr>
            <a:xfrm>
              <a:off x="6815540" y="1660410"/>
              <a:ext cx="10324" cy="10350"/>
            </a:xfrm>
            <a:custGeom>
              <a:rect b="b" l="l" r="r" t="t"/>
              <a:pathLst>
                <a:path extrusionOk="0" h="395" w="394">
                  <a:moveTo>
                    <a:pt x="197" y="1"/>
                  </a:moveTo>
                  <a:cubicBezTo>
                    <a:pt x="86" y="1"/>
                    <a:pt x="0" y="87"/>
                    <a:pt x="0" y="197"/>
                  </a:cubicBezTo>
                  <a:cubicBezTo>
                    <a:pt x="0" y="308"/>
                    <a:pt x="86" y="394"/>
                    <a:pt x="197" y="394"/>
                  </a:cubicBezTo>
                  <a:cubicBezTo>
                    <a:pt x="307" y="394"/>
                    <a:pt x="394" y="308"/>
                    <a:pt x="394" y="197"/>
                  </a:cubicBezTo>
                  <a:cubicBezTo>
                    <a:pt x="394" y="87"/>
                    <a:pt x="307" y="1"/>
                    <a:pt x="1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2" name="Google Shape;20512;p89"/>
            <p:cNvSpPr/>
            <p:nvPr/>
          </p:nvSpPr>
          <p:spPr>
            <a:xfrm>
              <a:off x="6814387" y="1706814"/>
              <a:ext cx="10350" cy="10350"/>
            </a:xfrm>
            <a:custGeom>
              <a:rect b="b" l="l" r="r" t="t"/>
              <a:pathLst>
                <a:path extrusionOk="0" h="395" w="395">
                  <a:moveTo>
                    <a:pt x="198" y="1"/>
                  </a:moveTo>
                  <a:cubicBezTo>
                    <a:pt x="87" y="1"/>
                    <a:pt x="1" y="87"/>
                    <a:pt x="1" y="198"/>
                  </a:cubicBezTo>
                  <a:cubicBezTo>
                    <a:pt x="1" y="308"/>
                    <a:pt x="87" y="395"/>
                    <a:pt x="198" y="395"/>
                  </a:cubicBezTo>
                  <a:cubicBezTo>
                    <a:pt x="308" y="395"/>
                    <a:pt x="394" y="308"/>
                    <a:pt x="394" y="198"/>
                  </a:cubicBezTo>
                  <a:cubicBezTo>
                    <a:pt x="394" y="87"/>
                    <a:pt x="308" y="1"/>
                    <a:pt x="1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3" name="Google Shape;20513;p89"/>
            <p:cNvSpPr/>
            <p:nvPr/>
          </p:nvSpPr>
          <p:spPr>
            <a:xfrm>
              <a:off x="6813261" y="1756389"/>
              <a:ext cx="10350" cy="10324"/>
            </a:xfrm>
            <a:custGeom>
              <a:rect b="b" l="l" r="r" t="t"/>
              <a:pathLst>
                <a:path extrusionOk="0" h="394" w="395">
                  <a:moveTo>
                    <a:pt x="197" y="0"/>
                  </a:moveTo>
                  <a:cubicBezTo>
                    <a:pt x="87" y="0"/>
                    <a:pt x="1" y="87"/>
                    <a:pt x="1" y="197"/>
                  </a:cubicBezTo>
                  <a:cubicBezTo>
                    <a:pt x="1" y="307"/>
                    <a:pt x="87" y="394"/>
                    <a:pt x="197" y="394"/>
                  </a:cubicBezTo>
                  <a:cubicBezTo>
                    <a:pt x="308" y="394"/>
                    <a:pt x="394" y="307"/>
                    <a:pt x="394" y="197"/>
                  </a:cubicBezTo>
                  <a:cubicBezTo>
                    <a:pt x="394" y="87"/>
                    <a:pt x="308" y="0"/>
                    <a:pt x="1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4" name="Google Shape;20514;p89"/>
            <p:cNvSpPr/>
            <p:nvPr/>
          </p:nvSpPr>
          <p:spPr>
            <a:xfrm>
              <a:off x="6753519" y="1502671"/>
              <a:ext cx="225158" cy="365184"/>
            </a:xfrm>
            <a:custGeom>
              <a:rect b="b" l="l" r="r" t="t"/>
              <a:pathLst>
                <a:path extrusionOk="0" h="13937" w="8593">
                  <a:moveTo>
                    <a:pt x="5166" y="4888"/>
                  </a:moveTo>
                  <a:lnTo>
                    <a:pt x="6121" y="6126"/>
                  </a:lnTo>
                  <a:lnTo>
                    <a:pt x="6898" y="7134"/>
                  </a:lnTo>
                  <a:cubicBezTo>
                    <a:pt x="5948" y="7922"/>
                    <a:pt x="5401" y="9083"/>
                    <a:pt x="5396" y="10317"/>
                  </a:cubicBezTo>
                  <a:lnTo>
                    <a:pt x="5396" y="10811"/>
                  </a:lnTo>
                  <a:lnTo>
                    <a:pt x="4191" y="10811"/>
                  </a:lnTo>
                  <a:lnTo>
                    <a:pt x="4191" y="7552"/>
                  </a:lnTo>
                  <a:cubicBezTo>
                    <a:pt x="4191" y="6880"/>
                    <a:pt x="4374" y="6222"/>
                    <a:pt x="4714" y="5646"/>
                  </a:cubicBezTo>
                  <a:lnTo>
                    <a:pt x="5166" y="4888"/>
                  </a:lnTo>
                  <a:close/>
                  <a:moveTo>
                    <a:pt x="5396" y="11215"/>
                  </a:moveTo>
                  <a:lnTo>
                    <a:pt x="5396" y="11771"/>
                  </a:lnTo>
                  <a:cubicBezTo>
                    <a:pt x="5396" y="12707"/>
                    <a:pt x="4638" y="13466"/>
                    <a:pt x="3702" y="13466"/>
                  </a:cubicBezTo>
                  <a:cubicBezTo>
                    <a:pt x="2737" y="13466"/>
                    <a:pt x="1969" y="12659"/>
                    <a:pt x="2012" y="11695"/>
                  </a:cubicBezTo>
                  <a:lnTo>
                    <a:pt x="2031" y="11215"/>
                  </a:lnTo>
                  <a:lnTo>
                    <a:pt x="2857" y="11215"/>
                  </a:lnTo>
                  <a:lnTo>
                    <a:pt x="2857" y="11315"/>
                  </a:lnTo>
                  <a:cubicBezTo>
                    <a:pt x="2857" y="11675"/>
                    <a:pt x="3145" y="11973"/>
                    <a:pt x="3509" y="11983"/>
                  </a:cubicBezTo>
                  <a:cubicBezTo>
                    <a:pt x="3687" y="11983"/>
                    <a:pt x="3855" y="11915"/>
                    <a:pt x="3980" y="11791"/>
                  </a:cubicBezTo>
                  <a:cubicBezTo>
                    <a:pt x="4114" y="11661"/>
                    <a:pt x="4186" y="11488"/>
                    <a:pt x="4186" y="11306"/>
                  </a:cubicBezTo>
                  <a:lnTo>
                    <a:pt x="4186" y="11215"/>
                  </a:lnTo>
                  <a:close/>
                  <a:moveTo>
                    <a:pt x="2105" y="0"/>
                  </a:moveTo>
                  <a:cubicBezTo>
                    <a:pt x="1927" y="0"/>
                    <a:pt x="1749" y="40"/>
                    <a:pt x="1585" y="121"/>
                  </a:cubicBezTo>
                  <a:lnTo>
                    <a:pt x="778" y="520"/>
                  </a:lnTo>
                  <a:lnTo>
                    <a:pt x="284" y="520"/>
                  </a:lnTo>
                  <a:cubicBezTo>
                    <a:pt x="279" y="519"/>
                    <a:pt x="274" y="519"/>
                    <a:pt x="270" y="519"/>
                  </a:cubicBezTo>
                  <a:cubicBezTo>
                    <a:pt x="2" y="519"/>
                    <a:pt x="0" y="923"/>
                    <a:pt x="266" y="923"/>
                  </a:cubicBezTo>
                  <a:cubicBezTo>
                    <a:pt x="271" y="923"/>
                    <a:pt x="278" y="923"/>
                    <a:pt x="284" y="923"/>
                  </a:cubicBezTo>
                  <a:lnTo>
                    <a:pt x="1378" y="923"/>
                  </a:lnTo>
                  <a:lnTo>
                    <a:pt x="1796" y="937"/>
                  </a:lnTo>
                  <a:cubicBezTo>
                    <a:pt x="1973" y="966"/>
                    <a:pt x="2098" y="1124"/>
                    <a:pt x="2089" y="1302"/>
                  </a:cubicBezTo>
                  <a:lnTo>
                    <a:pt x="2055" y="2041"/>
                  </a:lnTo>
                  <a:cubicBezTo>
                    <a:pt x="2043" y="2185"/>
                    <a:pt x="2150" y="2260"/>
                    <a:pt x="2256" y="2260"/>
                  </a:cubicBezTo>
                  <a:cubicBezTo>
                    <a:pt x="2356" y="2260"/>
                    <a:pt x="2456" y="2195"/>
                    <a:pt x="2458" y="2061"/>
                  </a:cubicBezTo>
                  <a:lnTo>
                    <a:pt x="2492" y="1321"/>
                  </a:lnTo>
                  <a:cubicBezTo>
                    <a:pt x="2511" y="928"/>
                    <a:pt x="2228" y="587"/>
                    <a:pt x="1844" y="534"/>
                  </a:cubicBezTo>
                  <a:lnTo>
                    <a:pt x="1820" y="534"/>
                  </a:lnTo>
                  <a:lnTo>
                    <a:pt x="1676" y="529"/>
                  </a:lnTo>
                  <a:lnTo>
                    <a:pt x="1762" y="491"/>
                  </a:lnTo>
                  <a:cubicBezTo>
                    <a:pt x="1872" y="435"/>
                    <a:pt x="1991" y="407"/>
                    <a:pt x="2110" y="407"/>
                  </a:cubicBezTo>
                  <a:cubicBezTo>
                    <a:pt x="2246" y="407"/>
                    <a:pt x="2381" y="443"/>
                    <a:pt x="2501" y="515"/>
                  </a:cubicBezTo>
                  <a:cubicBezTo>
                    <a:pt x="2722" y="644"/>
                    <a:pt x="2861" y="875"/>
                    <a:pt x="2871" y="1129"/>
                  </a:cubicBezTo>
                  <a:lnTo>
                    <a:pt x="2871" y="1163"/>
                  </a:lnTo>
                  <a:lnTo>
                    <a:pt x="2866" y="3990"/>
                  </a:lnTo>
                  <a:lnTo>
                    <a:pt x="2857" y="10811"/>
                  </a:lnTo>
                  <a:lnTo>
                    <a:pt x="2050" y="10811"/>
                  </a:lnTo>
                  <a:lnTo>
                    <a:pt x="2410" y="3011"/>
                  </a:lnTo>
                  <a:cubicBezTo>
                    <a:pt x="2413" y="2874"/>
                    <a:pt x="2310" y="2803"/>
                    <a:pt x="2207" y="2803"/>
                  </a:cubicBezTo>
                  <a:cubicBezTo>
                    <a:pt x="2111" y="2803"/>
                    <a:pt x="2016" y="2865"/>
                    <a:pt x="2007" y="2992"/>
                  </a:cubicBezTo>
                  <a:lnTo>
                    <a:pt x="1762" y="8306"/>
                  </a:lnTo>
                  <a:lnTo>
                    <a:pt x="1469" y="8306"/>
                  </a:lnTo>
                  <a:lnTo>
                    <a:pt x="1469" y="8085"/>
                  </a:lnTo>
                  <a:cubicBezTo>
                    <a:pt x="1462" y="7955"/>
                    <a:pt x="1365" y="7890"/>
                    <a:pt x="1268" y="7890"/>
                  </a:cubicBezTo>
                  <a:cubicBezTo>
                    <a:pt x="1171" y="7890"/>
                    <a:pt x="1073" y="7955"/>
                    <a:pt x="1066" y="8085"/>
                  </a:cubicBezTo>
                  <a:lnTo>
                    <a:pt x="1066" y="8934"/>
                  </a:lnTo>
                  <a:cubicBezTo>
                    <a:pt x="1073" y="9062"/>
                    <a:pt x="1171" y="9125"/>
                    <a:pt x="1268" y="9125"/>
                  </a:cubicBezTo>
                  <a:cubicBezTo>
                    <a:pt x="1365" y="9125"/>
                    <a:pt x="1462" y="9062"/>
                    <a:pt x="1469" y="8934"/>
                  </a:cubicBezTo>
                  <a:lnTo>
                    <a:pt x="1469" y="8709"/>
                  </a:lnTo>
                  <a:lnTo>
                    <a:pt x="1743" y="8709"/>
                  </a:lnTo>
                  <a:lnTo>
                    <a:pt x="1685" y="9933"/>
                  </a:lnTo>
                  <a:lnTo>
                    <a:pt x="1469" y="9933"/>
                  </a:lnTo>
                  <a:lnTo>
                    <a:pt x="1469" y="9707"/>
                  </a:lnTo>
                  <a:cubicBezTo>
                    <a:pt x="1462" y="9580"/>
                    <a:pt x="1365" y="9516"/>
                    <a:pt x="1268" y="9516"/>
                  </a:cubicBezTo>
                  <a:cubicBezTo>
                    <a:pt x="1171" y="9516"/>
                    <a:pt x="1073" y="9580"/>
                    <a:pt x="1066" y="9707"/>
                  </a:cubicBezTo>
                  <a:lnTo>
                    <a:pt x="1066" y="10562"/>
                  </a:lnTo>
                  <a:cubicBezTo>
                    <a:pt x="1073" y="10689"/>
                    <a:pt x="1171" y="10753"/>
                    <a:pt x="1268" y="10753"/>
                  </a:cubicBezTo>
                  <a:cubicBezTo>
                    <a:pt x="1365" y="10753"/>
                    <a:pt x="1462" y="10689"/>
                    <a:pt x="1469" y="10562"/>
                  </a:cubicBezTo>
                  <a:lnTo>
                    <a:pt x="1469" y="10336"/>
                  </a:lnTo>
                  <a:lnTo>
                    <a:pt x="1671" y="10336"/>
                  </a:lnTo>
                  <a:lnTo>
                    <a:pt x="1609" y="11675"/>
                  </a:lnTo>
                  <a:cubicBezTo>
                    <a:pt x="1517" y="12875"/>
                    <a:pt x="2449" y="13907"/>
                    <a:pt x="3653" y="13936"/>
                  </a:cubicBezTo>
                  <a:cubicBezTo>
                    <a:pt x="3671" y="13937"/>
                    <a:pt x="3688" y="13937"/>
                    <a:pt x="3705" y="13937"/>
                  </a:cubicBezTo>
                  <a:cubicBezTo>
                    <a:pt x="4886" y="13937"/>
                    <a:pt x="5837" y="12959"/>
                    <a:pt x="5804" y="11771"/>
                  </a:cubicBezTo>
                  <a:lnTo>
                    <a:pt x="5804" y="10317"/>
                  </a:lnTo>
                  <a:cubicBezTo>
                    <a:pt x="5804" y="9208"/>
                    <a:pt x="6294" y="8162"/>
                    <a:pt x="7143" y="7456"/>
                  </a:cubicBezTo>
                  <a:lnTo>
                    <a:pt x="7153" y="7466"/>
                  </a:lnTo>
                  <a:cubicBezTo>
                    <a:pt x="7263" y="7610"/>
                    <a:pt x="7427" y="7706"/>
                    <a:pt x="7609" y="7730"/>
                  </a:cubicBezTo>
                  <a:cubicBezTo>
                    <a:pt x="7643" y="7730"/>
                    <a:pt x="7671" y="7734"/>
                    <a:pt x="7700" y="7734"/>
                  </a:cubicBezTo>
                  <a:cubicBezTo>
                    <a:pt x="8271" y="7730"/>
                    <a:pt x="8593" y="7077"/>
                    <a:pt x="8243" y="6626"/>
                  </a:cubicBezTo>
                  <a:lnTo>
                    <a:pt x="7724" y="5953"/>
                  </a:lnTo>
                  <a:cubicBezTo>
                    <a:pt x="7679" y="5901"/>
                    <a:pt x="7625" y="5879"/>
                    <a:pt x="7572" y="5879"/>
                  </a:cubicBezTo>
                  <a:cubicBezTo>
                    <a:pt x="7428" y="5879"/>
                    <a:pt x="7297" y="6044"/>
                    <a:pt x="7403" y="6198"/>
                  </a:cubicBezTo>
                  <a:lnTo>
                    <a:pt x="7921" y="6875"/>
                  </a:lnTo>
                  <a:cubicBezTo>
                    <a:pt x="8089" y="7092"/>
                    <a:pt x="7897" y="7335"/>
                    <a:pt x="7691" y="7335"/>
                  </a:cubicBezTo>
                  <a:cubicBezTo>
                    <a:pt x="7615" y="7335"/>
                    <a:pt x="7537" y="7301"/>
                    <a:pt x="7475" y="7221"/>
                  </a:cubicBezTo>
                  <a:lnTo>
                    <a:pt x="5770" y="5003"/>
                  </a:lnTo>
                  <a:lnTo>
                    <a:pt x="5305" y="4403"/>
                  </a:lnTo>
                  <a:lnTo>
                    <a:pt x="5103" y="4144"/>
                  </a:lnTo>
                  <a:cubicBezTo>
                    <a:pt x="4936" y="3924"/>
                    <a:pt x="5128" y="3681"/>
                    <a:pt x="5335" y="3681"/>
                  </a:cubicBezTo>
                  <a:cubicBezTo>
                    <a:pt x="5412" y="3681"/>
                    <a:pt x="5491" y="3716"/>
                    <a:pt x="5554" y="3798"/>
                  </a:cubicBezTo>
                  <a:lnTo>
                    <a:pt x="6831" y="5454"/>
                  </a:lnTo>
                  <a:cubicBezTo>
                    <a:pt x="6875" y="5507"/>
                    <a:pt x="6929" y="5529"/>
                    <a:pt x="6981" y="5529"/>
                  </a:cubicBezTo>
                  <a:cubicBezTo>
                    <a:pt x="7124" y="5529"/>
                    <a:pt x="7257" y="5364"/>
                    <a:pt x="7148" y="5209"/>
                  </a:cubicBezTo>
                  <a:lnTo>
                    <a:pt x="5876" y="3549"/>
                  </a:lnTo>
                  <a:cubicBezTo>
                    <a:pt x="5740" y="3382"/>
                    <a:pt x="5540" y="3294"/>
                    <a:pt x="5339" y="3294"/>
                  </a:cubicBezTo>
                  <a:cubicBezTo>
                    <a:pt x="5192" y="3294"/>
                    <a:pt x="5044" y="3341"/>
                    <a:pt x="4921" y="3438"/>
                  </a:cubicBezTo>
                  <a:cubicBezTo>
                    <a:pt x="4623" y="3664"/>
                    <a:pt x="4561" y="4086"/>
                    <a:pt x="4782" y="4389"/>
                  </a:cubicBezTo>
                  <a:lnTo>
                    <a:pt x="4902" y="4542"/>
                  </a:lnTo>
                  <a:lnTo>
                    <a:pt x="4369" y="5440"/>
                  </a:lnTo>
                  <a:cubicBezTo>
                    <a:pt x="3990" y="6078"/>
                    <a:pt x="3788" y="6808"/>
                    <a:pt x="3788" y="7552"/>
                  </a:cubicBezTo>
                  <a:lnTo>
                    <a:pt x="3788" y="11306"/>
                  </a:lnTo>
                  <a:cubicBezTo>
                    <a:pt x="3788" y="11378"/>
                    <a:pt x="3754" y="11450"/>
                    <a:pt x="3702" y="11503"/>
                  </a:cubicBezTo>
                  <a:cubicBezTo>
                    <a:pt x="3653" y="11551"/>
                    <a:pt x="3591" y="11579"/>
                    <a:pt x="3524" y="11579"/>
                  </a:cubicBezTo>
                  <a:cubicBezTo>
                    <a:pt x="3380" y="11575"/>
                    <a:pt x="3269" y="11459"/>
                    <a:pt x="3269" y="11315"/>
                  </a:cubicBezTo>
                  <a:lnTo>
                    <a:pt x="3274" y="5627"/>
                  </a:lnTo>
                  <a:lnTo>
                    <a:pt x="3490" y="5627"/>
                  </a:lnTo>
                  <a:lnTo>
                    <a:pt x="3490" y="5853"/>
                  </a:lnTo>
                  <a:cubicBezTo>
                    <a:pt x="3497" y="5980"/>
                    <a:pt x="3596" y="6043"/>
                    <a:pt x="3694" y="6043"/>
                  </a:cubicBezTo>
                  <a:cubicBezTo>
                    <a:pt x="3793" y="6043"/>
                    <a:pt x="3891" y="5980"/>
                    <a:pt x="3898" y="5853"/>
                  </a:cubicBezTo>
                  <a:lnTo>
                    <a:pt x="3898" y="4998"/>
                  </a:lnTo>
                  <a:cubicBezTo>
                    <a:pt x="3891" y="4871"/>
                    <a:pt x="3793" y="4807"/>
                    <a:pt x="3694" y="4807"/>
                  </a:cubicBezTo>
                  <a:cubicBezTo>
                    <a:pt x="3596" y="4807"/>
                    <a:pt x="3497" y="4871"/>
                    <a:pt x="3490" y="4998"/>
                  </a:cubicBezTo>
                  <a:lnTo>
                    <a:pt x="3490" y="5224"/>
                  </a:lnTo>
                  <a:lnTo>
                    <a:pt x="3274" y="5224"/>
                  </a:lnTo>
                  <a:lnTo>
                    <a:pt x="3274" y="4192"/>
                  </a:lnTo>
                  <a:lnTo>
                    <a:pt x="3490" y="4192"/>
                  </a:lnTo>
                  <a:lnTo>
                    <a:pt x="3490" y="4417"/>
                  </a:lnTo>
                  <a:cubicBezTo>
                    <a:pt x="3483" y="4559"/>
                    <a:pt x="3589" y="4630"/>
                    <a:pt x="3694" y="4630"/>
                  </a:cubicBezTo>
                  <a:cubicBezTo>
                    <a:pt x="3800" y="4630"/>
                    <a:pt x="3906" y="4559"/>
                    <a:pt x="3898" y="4417"/>
                  </a:cubicBezTo>
                  <a:lnTo>
                    <a:pt x="3898" y="3563"/>
                  </a:lnTo>
                  <a:cubicBezTo>
                    <a:pt x="3906" y="3421"/>
                    <a:pt x="3800" y="3351"/>
                    <a:pt x="3694" y="3351"/>
                  </a:cubicBezTo>
                  <a:cubicBezTo>
                    <a:pt x="3589" y="3351"/>
                    <a:pt x="3483" y="3421"/>
                    <a:pt x="3490" y="3563"/>
                  </a:cubicBezTo>
                  <a:lnTo>
                    <a:pt x="3490" y="3789"/>
                  </a:lnTo>
                  <a:lnTo>
                    <a:pt x="3274" y="3789"/>
                  </a:lnTo>
                  <a:lnTo>
                    <a:pt x="3279" y="1163"/>
                  </a:lnTo>
                  <a:lnTo>
                    <a:pt x="3279" y="1110"/>
                  </a:lnTo>
                  <a:cubicBezTo>
                    <a:pt x="3265" y="721"/>
                    <a:pt x="3049" y="366"/>
                    <a:pt x="2713" y="169"/>
                  </a:cubicBezTo>
                  <a:cubicBezTo>
                    <a:pt x="2527" y="57"/>
                    <a:pt x="2316" y="0"/>
                    <a:pt x="21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15" name="Google Shape;20515;p89"/>
          <p:cNvGrpSpPr/>
          <p:nvPr/>
        </p:nvGrpSpPr>
        <p:grpSpPr>
          <a:xfrm>
            <a:off x="5751876" y="3437411"/>
            <a:ext cx="363769" cy="187924"/>
            <a:chOff x="5751876" y="3437411"/>
            <a:chExt cx="363769" cy="187924"/>
          </a:xfrm>
        </p:grpSpPr>
        <p:sp>
          <p:nvSpPr>
            <p:cNvPr id="20516" name="Google Shape;20516;p89"/>
            <p:cNvSpPr/>
            <p:nvPr/>
          </p:nvSpPr>
          <p:spPr>
            <a:xfrm>
              <a:off x="5757483" y="3442678"/>
              <a:ext cx="352712" cy="177391"/>
            </a:xfrm>
            <a:custGeom>
              <a:rect b="b" l="l" r="r" t="t"/>
              <a:pathLst>
                <a:path extrusionOk="0" h="6770" w="13461">
                  <a:moveTo>
                    <a:pt x="259" y="1"/>
                  </a:moveTo>
                  <a:cubicBezTo>
                    <a:pt x="115" y="1"/>
                    <a:pt x="0" y="116"/>
                    <a:pt x="0" y="265"/>
                  </a:cubicBezTo>
                  <a:lnTo>
                    <a:pt x="0" y="6505"/>
                  </a:lnTo>
                  <a:cubicBezTo>
                    <a:pt x="0" y="6649"/>
                    <a:pt x="115" y="6769"/>
                    <a:pt x="259" y="6769"/>
                  </a:cubicBezTo>
                  <a:lnTo>
                    <a:pt x="13196" y="6769"/>
                  </a:lnTo>
                  <a:cubicBezTo>
                    <a:pt x="13345" y="6769"/>
                    <a:pt x="13460" y="6649"/>
                    <a:pt x="13460" y="6505"/>
                  </a:cubicBezTo>
                  <a:lnTo>
                    <a:pt x="13460" y="265"/>
                  </a:lnTo>
                  <a:cubicBezTo>
                    <a:pt x="13460" y="116"/>
                    <a:pt x="13345" y="1"/>
                    <a:pt x="1319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7" name="Google Shape;20517;p89"/>
            <p:cNvSpPr/>
            <p:nvPr/>
          </p:nvSpPr>
          <p:spPr>
            <a:xfrm>
              <a:off x="5757352" y="3442678"/>
              <a:ext cx="352843" cy="94381"/>
            </a:xfrm>
            <a:custGeom>
              <a:rect b="b" l="l" r="r" t="t"/>
              <a:pathLst>
                <a:path extrusionOk="0" h="3602" w="13466">
                  <a:moveTo>
                    <a:pt x="264" y="1"/>
                  </a:moveTo>
                  <a:cubicBezTo>
                    <a:pt x="120" y="1"/>
                    <a:pt x="0" y="116"/>
                    <a:pt x="0" y="260"/>
                  </a:cubicBezTo>
                  <a:lnTo>
                    <a:pt x="0" y="3601"/>
                  </a:lnTo>
                  <a:lnTo>
                    <a:pt x="13465" y="3601"/>
                  </a:lnTo>
                  <a:lnTo>
                    <a:pt x="13465" y="260"/>
                  </a:lnTo>
                  <a:cubicBezTo>
                    <a:pt x="13465" y="116"/>
                    <a:pt x="13350" y="1"/>
                    <a:pt x="13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8" name="Google Shape;20518;p89"/>
            <p:cNvSpPr/>
            <p:nvPr/>
          </p:nvSpPr>
          <p:spPr>
            <a:xfrm>
              <a:off x="5757483" y="3442678"/>
              <a:ext cx="352712" cy="94381"/>
            </a:xfrm>
            <a:custGeom>
              <a:rect b="b" l="l" r="r" t="t"/>
              <a:pathLst>
                <a:path extrusionOk="0" h="3602" w="13461">
                  <a:moveTo>
                    <a:pt x="13205" y="1"/>
                  </a:moveTo>
                  <a:cubicBezTo>
                    <a:pt x="13202" y="1"/>
                    <a:pt x="13199" y="1"/>
                    <a:pt x="13196" y="1"/>
                  </a:cubicBezTo>
                  <a:lnTo>
                    <a:pt x="12039" y="1"/>
                  </a:lnTo>
                  <a:lnTo>
                    <a:pt x="12039" y="2670"/>
                  </a:lnTo>
                  <a:cubicBezTo>
                    <a:pt x="12039" y="2895"/>
                    <a:pt x="11862" y="3078"/>
                    <a:pt x="11636" y="3078"/>
                  </a:cubicBezTo>
                  <a:lnTo>
                    <a:pt x="0" y="3078"/>
                  </a:lnTo>
                  <a:lnTo>
                    <a:pt x="0" y="3601"/>
                  </a:lnTo>
                  <a:lnTo>
                    <a:pt x="13460" y="3601"/>
                  </a:lnTo>
                  <a:lnTo>
                    <a:pt x="13460" y="260"/>
                  </a:lnTo>
                  <a:cubicBezTo>
                    <a:pt x="13460" y="119"/>
                    <a:pt x="13349" y="1"/>
                    <a:pt x="1320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9" name="Google Shape;20519;p89"/>
            <p:cNvSpPr/>
            <p:nvPr/>
          </p:nvSpPr>
          <p:spPr>
            <a:xfrm>
              <a:off x="5792071" y="3537033"/>
              <a:ext cx="28325" cy="83036"/>
            </a:xfrm>
            <a:custGeom>
              <a:rect b="b" l="l" r="r" t="t"/>
              <a:pathLst>
                <a:path extrusionOk="0" h="3169" w="1081">
                  <a:moveTo>
                    <a:pt x="0" y="0"/>
                  </a:moveTo>
                  <a:lnTo>
                    <a:pt x="0" y="3168"/>
                  </a:lnTo>
                  <a:lnTo>
                    <a:pt x="1080" y="3168"/>
                  </a:lnTo>
                  <a:lnTo>
                    <a:pt x="108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0" name="Google Shape;20520;p89"/>
            <p:cNvSpPr/>
            <p:nvPr/>
          </p:nvSpPr>
          <p:spPr>
            <a:xfrm>
              <a:off x="5820369" y="3537033"/>
              <a:ext cx="28456" cy="83036"/>
            </a:xfrm>
            <a:custGeom>
              <a:rect b="b" l="l" r="r" t="t"/>
              <a:pathLst>
                <a:path extrusionOk="0" h="3169" w="1086">
                  <a:moveTo>
                    <a:pt x="0" y="0"/>
                  </a:moveTo>
                  <a:lnTo>
                    <a:pt x="0" y="3168"/>
                  </a:lnTo>
                  <a:lnTo>
                    <a:pt x="1085" y="3168"/>
                  </a:lnTo>
                  <a:lnTo>
                    <a:pt x="1085"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1" name="Google Shape;20521;p89"/>
            <p:cNvSpPr/>
            <p:nvPr/>
          </p:nvSpPr>
          <p:spPr>
            <a:xfrm>
              <a:off x="5848668"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2" name="Google Shape;20522;p89"/>
            <p:cNvSpPr/>
            <p:nvPr/>
          </p:nvSpPr>
          <p:spPr>
            <a:xfrm>
              <a:off x="5877098"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3" name="Google Shape;20523;p89"/>
            <p:cNvSpPr/>
            <p:nvPr/>
          </p:nvSpPr>
          <p:spPr>
            <a:xfrm>
              <a:off x="5905396"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4" name="Google Shape;20524;p89"/>
            <p:cNvSpPr/>
            <p:nvPr/>
          </p:nvSpPr>
          <p:spPr>
            <a:xfrm>
              <a:off x="5933826"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5" name="Google Shape;20525;p89"/>
            <p:cNvSpPr/>
            <p:nvPr/>
          </p:nvSpPr>
          <p:spPr>
            <a:xfrm>
              <a:off x="5962125"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6" name="Google Shape;20526;p89"/>
            <p:cNvSpPr/>
            <p:nvPr/>
          </p:nvSpPr>
          <p:spPr>
            <a:xfrm>
              <a:off x="5990554"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7" name="Google Shape;20527;p89"/>
            <p:cNvSpPr/>
            <p:nvPr/>
          </p:nvSpPr>
          <p:spPr>
            <a:xfrm>
              <a:off x="6018853"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8" name="Google Shape;20528;p89"/>
            <p:cNvSpPr/>
            <p:nvPr/>
          </p:nvSpPr>
          <p:spPr>
            <a:xfrm>
              <a:off x="6047283"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9" name="Google Shape;20529;p89"/>
            <p:cNvSpPr/>
            <p:nvPr/>
          </p:nvSpPr>
          <p:spPr>
            <a:xfrm>
              <a:off x="5809810" y="3537033"/>
              <a:ext cx="21145" cy="46798"/>
            </a:xfrm>
            <a:custGeom>
              <a:rect b="b" l="l" r="r" t="t"/>
              <a:pathLst>
                <a:path extrusionOk="0" h="1786" w="807">
                  <a:moveTo>
                    <a:pt x="0" y="0"/>
                  </a:moveTo>
                  <a:lnTo>
                    <a:pt x="0" y="1589"/>
                  </a:lnTo>
                  <a:cubicBezTo>
                    <a:pt x="0" y="1699"/>
                    <a:pt x="91" y="1786"/>
                    <a:pt x="202" y="1786"/>
                  </a:cubicBezTo>
                  <a:lnTo>
                    <a:pt x="605" y="1786"/>
                  </a:lnTo>
                  <a:cubicBezTo>
                    <a:pt x="715" y="1786"/>
                    <a:pt x="807" y="1699"/>
                    <a:pt x="807" y="1589"/>
                  </a:cubicBezTo>
                  <a:lnTo>
                    <a:pt x="80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0" name="Google Shape;20530;p89"/>
            <p:cNvSpPr/>
            <p:nvPr/>
          </p:nvSpPr>
          <p:spPr>
            <a:xfrm>
              <a:off x="5866538" y="3537033"/>
              <a:ext cx="21014" cy="46798"/>
            </a:xfrm>
            <a:custGeom>
              <a:rect b="b" l="l" r="r" t="t"/>
              <a:pathLst>
                <a:path extrusionOk="0" h="1786" w="802">
                  <a:moveTo>
                    <a:pt x="0" y="0"/>
                  </a:moveTo>
                  <a:lnTo>
                    <a:pt x="0" y="1589"/>
                  </a:lnTo>
                  <a:cubicBezTo>
                    <a:pt x="0" y="1699"/>
                    <a:pt x="91" y="1786"/>
                    <a:pt x="202" y="1786"/>
                  </a:cubicBezTo>
                  <a:lnTo>
                    <a:pt x="605" y="1786"/>
                  </a:lnTo>
                  <a:cubicBezTo>
                    <a:pt x="715" y="1786"/>
                    <a:pt x="802" y="1699"/>
                    <a:pt x="802" y="1589"/>
                  </a:cubicBezTo>
                  <a:lnTo>
                    <a:pt x="802"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1" name="Google Shape;20531;p89"/>
            <p:cNvSpPr/>
            <p:nvPr/>
          </p:nvSpPr>
          <p:spPr>
            <a:xfrm>
              <a:off x="5923240" y="3537033"/>
              <a:ext cx="21041" cy="46798"/>
            </a:xfrm>
            <a:custGeom>
              <a:rect b="b" l="l" r="r" t="t"/>
              <a:pathLst>
                <a:path extrusionOk="0" h="1786" w="803">
                  <a:moveTo>
                    <a:pt x="1" y="0"/>
                  </a:moveTo>
                  <a:lnTo>
                    <a:pt x="1" y="1589"/>
                  </a:lnTo>
                  <a:cubicBezTo>
                    <a:pt x="1" y="1699"/>
                    <a:pt x="92" y="1786"/>
                    <a:pt x="203" y="1786"/>
                  </a:cubicBezTo>
                  <a:lnTo>
                    <a:pt x="606" y="1786"/>
                  </a:lnTo>
                  <a:cubicBezTo>
                    <a:pt x="716" y="1786"/>
                    <a:pt x="803" y="1699"/>
                    <a:pt x="803" y="1589"/>
                  </a:cubicBezTo>
                  <a:lnTo>
                    <a:pt x="80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2" name="Google Shape;20532;p89"/>
            <p:cNvSpPr/>
            <p:nvPr/>
          </p:nvSpPr>
          <p:spPr>
            <a:xfrm>
              <a:off x="5979969" y="3537033"/>
              <a:ext cx="21041" cy="46798"/>
            </a:xfrm>
            <a:custGeom>
              <a:rect b="b" l="l" r="r" t="t"/>
              <a:pathLst>
                <a:path extrusionOk="0" h="1786" w="803">
                  <a:moveTo>
                    <a:pt x="1" y="0"/>
                  </a:moveTo>
                  <a:lnTo>
                    <a:pt x="1" y="1589"/>
                  </a:lnTo>
                  <a:cubicBezTo>
                    <a:pt x="1" y="1699"/>
                    <a:pt x="92" y="1786"/>
                    <a:pt x="202" y="1786"/>
                  </a:cubicBezTo>
                  <a:lnTo>
                    <a:pt x="606" y="1786"/>
                  </a:lnTo>
                  <a:cubicBezTo>
                    <a:pt x="716" y="1786"/>
                    <a:pt x="803" y="1699"/>
                    <a:pt x="803" y="1589"/>
                  </a:cubicBezTo>
                  <a:lnTo>
                    <a:pt x="80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3" name="Google Shape;20533;p89"/>
            <p:cNvSpPr/>
            <p:nvPr/>
          </p:nvSpPr>
          <p:spPr>
            <a:xfrm>
              <a:off x="6036697" y="3537033"/>
              <a:ext cx="21041" cy="46798"/>
            </a:xfrm>
            <a:custGeom>
              <a:rect b="b" l="l" r="r" t="t"/>
              <a:pathLst>
                <a:path extrusionOk="0" h="1786" w="803">
                  <a:moveTo>
                    <a:pt x="1" y="0"/>
                  </a:moveTo>
                  <a:lnTo>
                    <a:pt x="1" y="1589"/>
                  </a:lnTo>
                  <a:cubicBezTo>
                    <a:pt x="1" y="1699"/>
                    <a:pt x="92" y="1786"/>
                    <a:pt x="202" y="1786"/>
                  </a:cubicBezTo>
                  <a:lnTo>
                    <a:pt x="606" y="1786"/>
                  </a:lnTo>
                  <a:cubicBezTo>
                    <a:pt x="716" y="1786"/>
                    <a:pt x="802" y="1699"/>
                    <a:pt x="802" y="1589"/>
                  </a:cubicBezTo>
                  <a:lnTo>
                    <a:pt x="802"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4" name="Google Shape;20534;p89"/>
            <p:cNvSpPr/>
            <p:nvPr/>
          </p:nvSpPr>
          <p:spPr>
            <a:xfrm>
              <a:off x="5927642" y="3466574"/>
              <a:ext cx="136384" cy="41531"/>
            </a:xfrm>
            <a:custGeom>
              <a:rect b="b" l="l" r="r" t="t"/>
              <a:pathLst>
                <a:path extrusionOk="0" h="1585" w="5205">
                  <a:moveTo>
                    <a:pt x="169" y="1"/>
                  </a:moveTo>
                  <a:cubicBezTo>
                    <a:pt x="78" y="1"/>
                    <a:pt x="1" y="73"/>
                    <a:pt x="1" y="169"/>
                  </a:cubicBezTo>
                  <a:lnTo>
                    <a:pt x="1" y="1422"/>
                  </a:lnTo>
                  <a:cubicBezTo>
                    <a:pt x="1" y="1513"/>
                    <a:pt x="78" y="1585"/>
                    <a:pt x="169" y="1585"/>
                  </a:cubicBezTo>
                  <a:lnTo>
                    <a:pt x="5041" y="1585"/>
                  </a:lnTo>
                  <a:cubicBezTo>
                    <a:pt x="5132" y="1585"/>
                    <a:pt x="5204" y="1508"/>
                    <a:pt x="5204" y="1417"/>
                  </a:cubicBezTo>
                  <a:lnTo>
                    <a:pt x="5204" y="169"/>
                  </a:lnTo>
                  <a:cubicBezTo>
                    <a:pt x="5204" y="73"/>
                    <a:pt x="5132" y="1"/>
                    <a:pt x="5041"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5" name="Google Shape;20535;p89"/>
            <p:cNvSpPr/>
            <p:nvPr/>
          </p:nvSpPr>
          <p:spPr>
            <a:xfrm>
              <a:off x="5927642" y="3482925"/>
              <a:ext cx="136384" cy="25181"/>
            </a:xfrm>
            <a:custGeom>
              <a:rect b="b" l="l" r="r" t="t"/>
              <a:pathLst>
                <a:path extrusionOk="0" h="961" w="5205">
                  <a:moveTo>
                    <a:pt x="1" y="1"/>
                  </a:moveTo>
                  <a:lnTo>
                    <a:pt x="1" y="798"/>
                  </a:lnTo>
                  <a:cubicBezTo>
                    <a:pt x="1" y="889"/>
                    <a:pt x="78" y="961"/>
                    <a:pt x="169" y="961"/>
                  </a:cubicBezTo>
                  <a:lnTo>
                    <a:pt x="5041" y="961"/>
                  </a:lnTo>
                  <a:cubicBezTo>
                    <a:pt x="5132" y="961"/>
                    <a:pt x="5204" y="889"/>
                    <a:pt x="5204" y="798"/>
                  </a:cubicBezTo>
                  <a:lnTo>
                    <a:pt x="5204" y="1"/>
                  </a:lnTo>
                  <a:cubicBezTo>
                    <a:pt x="5204" y="97"/>
                    <a:pt x="5132" y="169"/>
                    <a:pt x="5041" y="169"/>
                  </a:cubicBezTo>
                  <a:lnTo>
                    <a:pt x="169" y="169"/>
                  </a:lnTo>
                  <a:cubicBezTo>
                    <a:pt x="78" y="169"/>
                    <a:pt x="1" y="97"/>
                    <a:pt x="1"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6" name="Google Shape;20536;p89"/>
            <p:cNvSpPr/>
            <p:nvPr/>
          </p:nvSpPr>
          <p:spPr>
            <a:xfrm>
              <a:off x="6091801" y="3537033"/>
              <a:ext cx="18132" cy="83036"/>
            </a:xfrm>
            <a:custGeom>
              <a:rect b="b" l="l" r="r" t="t"/>
              <a:pathLst>
                <a:path extrusionOk="0" h="3169" w="692">
                  <a:moveTo>
                    <a:pt x="0" y="0"/>
                  </a:moveTo>
                  <a:lnTo>
                    <a:pt x="0" y="3168"/>
                  </a:lnTo>
                  <a:lnTo>
                    <a:pt x="437" y="3168"/>
                  </a:lnTo>
                  <a:cubicBezTo>
                    <a:pt x="557" y="3168"/>
                    <a:pt x="658" y="3087"/>
                    <a:pt x="692" y="2976"/>
                  </a:cubicBezTo>
                  <a:lnTo>
                    <a:pt x="692"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89"/>
            <p:cNvSpPr/>
            <p:nvPr/>
          </p:nvSpPr>
          <p:spPr>
            <a:xfrm>
              <a:off x="5773834" y="3537033"/>
              <a:ext cx="18263" cy="83036"/>
            </a:xfrm>
            <a:custGeom>
              <a:rect b="b" l="l" r="r" t="t"/>
              <a:pathLst>
                <a:path extrusionOk="0" h="3169" w="697">
                  <a:moveTo>
                    <a:pt x="0" y="0"/>
                  </a:moveTo>
                  <a:lnTo>
                    <a:pt x="0" y="3168"/>
                  </a:lnTo>
                  <a:lnTo>
                    <a:pt x="696" y="3168"/>
                  </a:lnTo>
                  <a:lnTo>
                    <a:pt x="69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8" name="Google Shape;20538;p89"/>
            <p:cNvSpPr/>
            <p:nvPr/>
          </p:nvSpPr>
          <p:spPr>
            <a:xfrm>
              <a:off x="5862634" y="3461308"/>
              <a:ext cx="30840" cy="52457"/>
            </a:xfrm>
            <a:custGeom>
              <a:rect b="b" l="l" r="r" t="t"/>
              <a:pathLst>
                <a:path extrusionOk="0" h="2002" w="1177">
                  <a:moveTo>
                    <a:pt x="600" y="0"/>
                  </a:moveTo>
                  <a:cubicBezTo>
                    <a:pt x="490" y="0"/>
                    <a:pt x="399" y="91"/>
                    <a:pt x="399" y="202"/>
                  </a:cubicBezTo>
                  <a:lnTo>
                    <a:pt x="399" y="298"/>
                  </a:lnTo>
                  <a:lnTo>
                    <a:pt x="283" y="298"/>
                  </a:lnTo>
                  <a:cubicBezTo>
                    <a:pt x="279" y="298"/>
                    <a:pt x="274" y="298"/>
                    <a:pt x="270" y="298"/>
                  </a:cubicBezTo>
                  <a:cubicBezTo>
                    <a:pt x="2" y="298"/>
                    <a:pt x="0" y="702"/>
                    <a:pt x="265" y="702"/>
                  </a:cubicBezTo>
                  <a:cubicBezTo>
                    <a:pt x="271" y="702"/>
                    <a:pt x="277" y="702"/>
                    <a:pt x="283" y="701"/>
                  </a:cubicBezTo>
                  <a:lnTo>
                    <a:pt x="399" y="701"/>
                  </a:lnTo>
                  <a:lnTo>
                    <a:pt x="399" y="1786"/>
                  </a:lnTo>
                  <a:cubicBezTo>
                    <a:pt x="391" y="1930"/>
                    <a:pt x="497" y="2002"/>
                    <a:pt x="603" y="2002"/>
                  </a:cubicBezTo>
                  <a:cubicBezTo>
                    <a:pt x="708" y="2002"/>
                    <a:pt x="814" y="1930"/>
                    <a:pt x="807" y="1786"/>
                  </a:cubicBezTo>
                  <a:lnTo>
                    <a:pt x="807" y="701"/>
                  </a:lnTo>
                  <a:lnTo>
                    <a:pt x="922" y="701"/>
                  </a:lnTo>
                  <a:cubicBezTo>
                    <a:pt x="1176" y="687"/>
                    <a:pt x="1176" y="312"/>
                    <a:pt x="922" y="298"/>
                  </a:cubicBezTo>
                  <a:lnTo>
                    <a:pt x="807" y="298"/>
                  </a:lnTo>
                  <a:lnTo>
                    <a:pt x="807" y="202"/>
                  </a:lnTo>
                  <a:cubicBezTo>
                    <a:pt x="807" y="91"/>
                    <a:pt x="715"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9" name="Google Shape;20539;p89"/>
            <p:cNvSpPr/>
            <p:nvPr/>
          </p:nvSpPr>
          <p:spPr>
            <a:xfrm>
              <a:off x="5827391" y="3461308"/>
              <a:ext cx="31495" cy="52457"/>
            </a:xfrm>
            <a:custGeom>
              <a:rect b="b" l="l" r="r" t="t"/>
              <a:pathLst>
                <a:path extrusionOk="0" h="2002" w="1202">
                  <a:moveTo>
                    <a:pt x="610" y="0"/>
                  </a:moveTo>
                  <a:cubicBezTo>
                    <a:pt x="607" y="0"/>
                    <a:pt x="604" y="0"/>
                    <a:pt x="601" y="0"/>
                  </a:cubicBezTo>
                  <a:cubicBezTo>
                    <a:pt x="486" y="0"/>
                    <a:pt x="395" y="91"/>
                    <a:pt x="395" y="202"/>
                  </a:cubicBezTo>
                  <a:lnTo>
                    <a:pt x="395" y="1056"/>
                  </a:lnTo>
                  <a:lnTo>
                    <a:pt x="284" y="1056"/>
                  </a:lnTo>
                  <a:cubicBezTo>
                    <a:pt x="278" y="1056"/>
                    <a:pt x="272" y="1056"/>
                    <a:pt x="266" y="1056"/>
                  </a:cubicBezTo>
                  <a:cubicBezTo>
                    <a:pt x="1" y="1056"/>
                    <a:pt x="2" y="1460"/>
                    <a:pt x="271" y="1460"/>
                  </a:cubicBezTo>
                  <a:cubicBezTo>
                    <a:pt x="275" y="1460"/>
                    <a:pt x="280" y="1460"/>
                    <a:pt x="284" y="1460"/>
                  </a:cubicBezTo>
                  <a:lnTo>
                    <a:pt x="400" y="1460"/>
                  </a:lnTo>
                  <a:lnTo>
                    <a:pt x="400" y="1786"/>
                  </a:lnTo>
                  <a:cubicBezTo>
                    <a:pt x="392" y="1930"/>
                    <a:pt x="498" y="2002"/>
                    <a:pt x="604" y="2002"/>
                  </a:cubicBezTo>
                  <a:cubicBezTo>
                    <a:pt x="709" y="2002"/>
                    <a:pt x="815" y="1930"/>
                    <a:pt x="808" y="1786"/>
                  </a:cubicBezTo>
                  <a:lnTo>
                    <a:pt x="808" y="1460"/>
                  </a:lnTo>
                  <a:lnTo>
                    <a:pt x="923" y="1460"/>
                  </a:lnTo>
                  <a:cubicBezTo>
                    <a:pt x="927" y="1460"/>
                    <a:pt x="932" y="1460"/>
                    <a:pt x="936" y="1460"/>
                  </a:cubicBezTo>
                  <a:cubicBezTo>
                    <a:pt x="1200" y="1460"/>
                    <a:pt x="1202" y="1056"/>
                    <a:pt x="941" y="1056"/>
                  </a:cubicBezTo>
                  <a:cubicBezTo>
                    <a:pt x="935" y="1056"/>
                    <a:pt x="929" y="1056"/>
                    <a:pt x="923" y="1056"/>
                  </a:cubicBezTo>
                  <a:lnTo>
                    <a:pt x="808" y="1056"/>
                  </a:lnTo>
                  <a:lnTo>
                    <a:pt x="808" y="202"/>
                  </a:lnTo>
                  <a:cubicBezTo>
                    <a:pt x="808" y="90"/>
                    <a:pt x="716" y="0"/>
                    <a:pt x="6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0" name="Google Shape;20540;p89"/>
            <p:cNvSpPr/>
            <p:nvPr/>
          </p:nvSpPr>
          <p:spPr>
            <a:xfrm>
              <a:off x="5791049" y="3461308"/>
              <a:ext cx="30736" cy="51907"/>
            </a:xfrm>
            <a:custGeom>
              <a:rect b="b" l="l" r="r" t="t"/>
              <a:pathLst>
                <a:path extrusionOk="0" h="1981" w="1173">
                  <a:moveTo>
                    <a:pt x="601" y="0"/>
                  </a:moveTo>
                  <a:cubicBezTo>
                    <a:pt x="486" y="0"/>
                    <a:pt x="395" y="91"/>
                    <a:pt x="395" y="202"/>
                  </a:cubicBezTo>
                  <a:lnTo>
                    <a:pt x="395" y="298"/>
                  </a:lnTo>
                  <a:lnTo>
                    <a:pt x="279" y="298"/>
                  </a:lnTo>
                  <a:cubicBezTo>
                    <a:pt x="275" y="298"/>
                    <a:pt x="270" y="298"/>
                    <a:pt x="266" y="298"/>
                  </a:cubicBezTo>
                  <a:cubicBezTo>
                    <a:pt x="2" y="298"/>
                    <a:pt x="1" y="702"/>
                    <a:pt x="261" y="702"/>
                  </a:cubicBezTo>
                  <a:cubicBezTo>
                    <a:pt x="267" y="702"/>
                    <a:pt x="273" y="702"/>
                    <a:pt x="279" y="701"/>
                  </a:cubicBezTo>
                  <a:lnTo>
                    <a:pt x="395" y="701"/>
                  </a:lnTo>
                  <a:lnTo>
                    <a:pt x="395" y="1786"/>
                  </a:lnTo>
                  <a:cubicBezTo>
                    <a:pt x="402" y="1916"/>
                    <a:pt x="500" y="1980"/>
                    <a:pt x="599" y="1980"/>
                  </a:cubicBezTo>
                  <a:cubicBezTo>
                    <a:pt x="697" y="1980"/>
                    <a:pt x="795" y="1916"/>
                    <a:pt x="803" y="1786"/>
                  </a:cubicBezTo>
                  <a:lnTo>
                    <a:pt x="803" y="701"/>
                  </a:lnTo>
                  <a:lnTo>
                    <a:pt x="918" y="701"/>
                  </a:lnTo>
                  <a:cubicBezTo>
                    <a:pt x="1172" y="687"/>
                    <a:pt x="1172" y="312"/>
                    <a:pt x="918" y="298"/>
                  </a:cubicBezTo>
                  <a:lnTo>
                    <a:pt x="803" y="298"/>
                  </a:lnTo>
                  <a:lnTo>
                    <a:pt x="803" y="202"/>
                  </a:lnTo>
                  <a:cubicBezTo>
                    <a:pt x="803" y="91"/>
                    <a:pt x="711" y="0"/>
                    <a:pt x="6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1" name="Google Shape;20541;p89"/>
            <p:cNvSpPr/>
            <p:nvPr/>
          </p:nvSpPr>
          <p:spPr>
            <a:xfrm>
              <a:off x="5922376" y="3461177"/>
              <a:ext cx="147048" cy="52222"/>
            </a:xfrm>
            <a:custGeom>
              <a:rect b="b" l="l" r="r" t="t"/>
              <a:pathLst>
                <a:path extrusionOk="0" h="1993" w="5612">
                  <a:moveTo>
                    <a:pt x="5204" y="409"/>
                  </a:moveTo>
                  <a:lnTo>
                    <a:pt x="5204" y="1585"/>
                  </a:lnTo>
                  <a:lnTo>
                    <a:pt x="404" y="1585"/>
                  </a:lnTo>
                  <a:lnTo>
                    <a:pt x="404" y="409"/>
                  </a:lnTo>
                  <a:close/>
                  <a:moveTo>
                    <a:pt x="370" y="0"/>
                  </a:moveTo>
                  <a:cubicBezTo>
                    <a:pt x="164" y="0"/>
                    <a:pt x="0" y="168"/>
                    <a:pt x="0" y="375"/>
                  </a:cubicBezTo>
                  <a:lnTo>
                    <a:pt x="0" y="1623"/>
                  </a:lnTo>
                  <a:cubicBezTo>
                    <a:pt x="0" y="1829"/>
                    <a:pt x="164" y="1993"/>
                    <a:pt x="370" y="1993"/>
                  </a:cubicBezTo>
                  <a:lnTo>
                    <a:pt x="5242" y="1993"/>
                  </a:lnTo>
                  <a:cubicBezTo>
                    <a:pt x="5444" y="1993"/>
                    <a:pt x="5612" y="1825"/>
                    <a:pt x="5612" y="1623"/>
                  </a:cubicBezTo>
                  <a:lnTo>
                    <a:pt x="5612" y="375"/>
                  </a:lnTo>
                  <a:cubicBezTo>
                    <a:pt x="5612" y="168"/>
                    <a:pt x="5444" y="0"/>
                    <a:pt x="52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89"/>
            <p:cNvSpPr/>
            <p:nvPr/>
          </p:nvSpPr>
          <p:spPr>
            <a:xfrm>
              <a:off x="5751876" y="3437411"/>
              <a:ext cx="363769" cy="41400"/>
            </a:xfrm>
            <a:custGeom>
              <a:rect b="b" l="l" r="r" t="t"/>
              <a:pathLst>
                <a:path extrusionOk="0" h="1580" w="13883">
                  <a:moveTo>
                    <a:pt x="473" y="0"/>
                  </a:moveTo>
                  <a:cubicBezTo>
                    <a:pt x="219" y="0"/>
                    <a:pt x="8" y="207"/>
                    <a:pt x="8" y="466"/>
                  </a:cubicBezTo>
                  <a:lnTo>
                    <a:pt x="8" y="1364"/>
                  </a:lnTo>
                  <a:cubicBezTo>
                    <a:pt x="1" y="1508"/>
                    <a:pt x="106" y="1580"/>
                    <a:pt x="212" y="1580"/>
                  </a:cubicBezTo>
                  <a:cubicBezTo>
                    <a:pt x="317" y="1580"/>
                    <a:pt x="423" y="1508"/>
                    <a:pt x="416" y="1364"/>
                  </a:cubicBezTo>
                  <a:lnTo>
                    <a:pt x="416" y="466"/>
                  </a:lnTo>
                  <a:cubicBezTo>
                    <a:pt x="416" y="432"/>
                    <a:pt x="440" y="403"/>
                    <a:pt x="473" y="403"/>
                  </a:cubicBezTo>
                  <a:lnTo>
                    <a:pt x="13410" y="403"/>
                  </a:lnTo>
                  <a:cubicBezTo>
                    <a:pt x="13444" y="403"/>
                    <a:pt x="13473" y="432"/>
                    <a:pt x="13473" y="466"/>
                  </a:cubicBezTo>
                  <a:lnTo>
                    <a:pt x="13473" y="1364"/>
                  </a:lnTo>
                  <a:cubicBezTo>
                    <a:pt x="13463" y="1508"/>
                    <a:pt x="13567" y="1580"/>
                    <a:pt x="13672" y="1580"/>
                  </a:cubicBezTo>
                  <a:cubicBezTo>
                    <a:pt x="13777" y="1580"/>
                    <a:pt x="13883" y="1508"/>
                    <a:pt x="13876" y="1364"/>
                  </a:cubicBezTo>
                  <a:lnTo>
                    <a:pt x="13876" y="466"/>
                  </a:lnTo>
                  <a:cubicBezTo>
                    <a:pt x="13876" y="207"/>
                    <a:pt x="13669" y="0"/>
                    <a:pt x="134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3" name="Google Shape;20543;p89"/>
            <p:cNvSpPr/>
            <p:nvPr/>
          </p:nvSpPr>
          <p:spPr>
            <a:xfrm>
              <a:off x="5751876" y="3492331"/>
              <a:ext cx="363717" cy="133004"/>
            </a:xfrm>
            <a:custGeom>
              <a:rect b="b" l="l" r="r" t="t"/>
              <a:pathLst>
                <a:path extrusionOk="0" h="5076" w="13881">
                  <a:moveTo>
                    <a:pt x="2811" y="1908"/>
                  </a:moveTo>
                  <a:lnTo>
                    <a:pt x="2811" y="3290"/>
                  </a:lnTo>
                  <a:lnTo>
                    <a:pt x="2413" y="3290"/>
                  </a:lnTo>
                  <a:lnTo>
                    <a:pt x="2413" y="1908"/>
                  </a:lnTo>
                  <a:close/>
                  <a:moveTo>
                    <a:pt x="4971" y="1908"/>
                  </a:moveTo>
                  <a:lnTo>
                    <a:pt x="4971" y="3290"/>
                  </a:lnTo>
                  <a:lnTo>
                    <a:pt x="4578" y="3290"/>
                  </a:lnTo>
                  <a:lnTo>
                    <a:pt x="4578" y="1908"/>
                  </a:lnTo>
                  <a:close/>
                  <a:moveTo>
                    <a:pt x="7136" y="1908"/>
                  </a:moveTo>
                  <a:lnTo>
                    <a:pt x="7136" y="3290"/>
                  </a:lnTo>
                  <a:lnTo>
                    <a:pt x="6738" y="3290"/>
                  </a:lnTo>
                  <a:lnTo>
                    <a:pt x="6738" y="1908"/>
                  </a:lnTo>
                  <a:close/>
                  <a:moveTo>
                    <a:pt x="9296" y="1908"/>
                  </a:moveTo>
                  <a:lnTo>
                    <a:pt x="9296" y="3290"/>
                  </a:lnTo>
                  <a:lnTo>
                    <a:pt x="8903" y="3290"/>
                  </a:lnTo>
                  <a:lnTo>
                    <a:pt x="8903" y="1908"/>
                  </a:lnTo>
                  <a:close/>
                  <a:moveTo>
                    <a:pt x="11461" y="1908"/>
                  </a:moveTo>
                  <a:lnTo>
                    <a:pt x="11461" y="3290"/>
                  </a:lnTo>
                  <a:lnTo>
                    <a:pt x="11063" y="3290"/>
                  </a:lnTo>
                  <a:lnTo>
                    <a:pt x="11063" y="1908"/>
                  </a:lnTo>
                  <a:close/>
                  <a:moveTo>
                    <a:pt x="1328" y="1908"/>
                  </a:moveTo>
                  <a:lnTo>
                    <a:pt x="1328" y="4668"/>
                  </a:lnTo>
                  <a:lnTo>
                    <a:pt x="473" y="4668"/>
                  </a:lnTo>
                  <a:cubicBezTo>
                    <a:pt x="440" y="4668"/>
                    <a:pt x="416" y="4644"/>
                    <a:pt x="416" y="4610"/>
                  </a:cubicBezTo>
                  <a:lnTo>
                    <a:pt x="416" y="1908"/>
                  </a:lnTo>
                  <a:close/>
                  <a:moveTo>
                    <a:pt x="2005" y="1908"/>
                  </a:moveTo>
                  <a:lnTo>
                    <a:pt x="2005" y="3295"/>
                  </a:lnTo>
                  <a:cubicBezTo>
                    <a:pt x="2005" y="3516"/>
                    <a:pt x="2187" y="3698"/>
                    <a:pt x="2408" y="3698"/>
                  </a:cubicBezTo>
                  <a:lnTo>
                    <a:pt x="2408" y="4668"/>
                  </a:lnTo>
                  <a:lnTo>
                    <a:pt x="1731" y="4668"/>
                  </a:lnTo>
                  <a:lnTo>
                    <a:pt x="1731" y="1908"/>
                  </a:lnTo>
                  <a:close/>
                  <a:moveTo>
                    <a:pt x="3493" y="1908"/>
                  </a:moveTo>
                  <a:lnTo>
                    <a:pt x="3493" y="4668"/>
                  </a:lnTo>
                  <a:lnTo>
                    <a:pt x="2816" y="4668"/>
                  </a:lnTo>
                  <a:lnTo>
                    <a:pt x="2816" y="3698"/>
                  </a:lnTo>
                  <a:cubicBezTo>
                    <a:pt x="3037" y="3698"/>
                    <a:pt x="3214" y="3516"/>
                    <a:pt x="3214" y="3295"/>
                  </a:cubicBezTo>
                  <a:lnTo>
                    <a:pt x="3214" y="1908"/>
                  </a:lnTo>
                  <a:close/>
                  <a:moveTo>
                    <a:pt x="4170" y="1908"/>
                  </a:moveTo>
                  <a:lnTo>
                    <a:pt x="4170" y="3295"/>
                  </a:lnTo>
                  <a:cubicBezTo>
                    <a:pt x="4170" y="3516"/>
                    <a:pt x="4347" y="3698"/>
                    <a:pt x="4573" y="3698"/>
                  </a:cubicBezTo>
                  <a:lnTo>
                    <a:pt x="4573" y="4668"/>
                  </a:lnTo>
                  <a:lnTo>
                    <a:pt x="3896" y="4668"/>
                  </a:lnTo>
                  <a:lnTo>
                    <a:pt x="3896" y="1908"/>
                  </a:lnTo>
                  <a:close/>
                  <a:moveTo>
                    <a:pt x="5653" y="1908"/>
                  </a:moveTo>
                  <a:lnTo>
                    <a:pt x="5653" y="4668"/>
                  </a:lnTo>
                  <a:lnTo>
                    <a:pt x="4976" y="4668"/>
                  </a:lnTo>
                  <a:lnTo>
                    <a:pt x="4976" y="3698"/>
                  </a:lnTo>
                  <a:cubicBezTo>
                    <a:pt x="5197" y="3698"/>
                    <a:pt x="5379" y="3516"/>
                    <a:pt x="5379" y="3295"/>
                  </a:cubicBezTo>
                  <a:lnTo>
                    <a:pt x="5379" y="1908"/>
                  </a:lnTo>
                  <a:close/>
                  <a:moveTo>
                    <a:pt x="6330" y="1908"/>
                  </a:moveTo>
                  <a:lnTo>
                    <a:pt x="6330" y="3295"/>
                  </a:lnTo>
                  <a:cubicBezTo>
                    <a:pt x="6330" y="3516"/>
                    <a:pt x="6512" y="3698"/>
                    <a:pt x="6733" y="3698"/>
                  </a:cubicBezTo>
                  <a:lnTo>
                    <a:pt x="6733" y="4668"/>
                  </a:lnTo>
                  <a:lnTo>
                    <a:pt x="6056" y="4668"/>
                  </a:lnTo>
                  <a:lnTo>
                    <a:pt x="6056" y="1908"/>
                  </a:lnTo>
                  <a:close/>
                  <a:moveTo>
                    <a:pt x="7818" y="1908"/>
                  </a:moveTo>
                  <a:lnTo>
                    <a:pt x="7818" y="4668"/>
                  </a:lnTo>
                  <a:lnTo>
                    <a:pt x="7141" y="4668"/>
                  </a:lnTo>
                  <a:lnTo>
                    <a:pt x="7141" y="3698"/>
                  </a:lnTo>
                  <a:cubicBezTo>
                    <a:pt x="7362" y="3698"/>
                    <a:pt x="7539" y="3516"/>
                    <a:pt x="7539" y="3295"/>
                  </a:cubicBezTo>
                  <a:lnTo>
                    <a:pt x="7539" y="1908"/>
                  </a:lnTo>
                  <a:close/>
                  <a:moveTo>
                    <a:pt x="8495" y="1908"/>
                  </a:moveTo>
                  <a:lnTo>
                    <a:pt x="8495" y="3295"/>
                  </a:lnTo>
                  <a:cubicBezTo>
                    <a:pt x="8495" y="3516"/>
                    <a:pt x="8672" y="3698"/>
                    <a:pt x="8898" y="3698"/>
                  </a:cubicBezTo>
                  <a:lnTo>
                    <a:pt x="8898" y="4668"/>
                  </a:lnTo>
                  <a:lnTo>
                    <a:pt x="8221" y="4668"/>
                  </a:lnTo>
                  <a:lnTo>
                    <a:pt x="8221" y="1908"/>
                  </a:lnTo>
                  <a:close/>
                  <a:moveTo>
                    <a:pt x="9978" y="1908"/>
                  </a:moveTo>
                  <a:lnTo>
                    <a:pt x="9978" y="4668"/>
                  </a:lnTo>
                  <a:lnTo>
                    <a:pt x="9301" y="4668"/>
                  </a:lnTo>
                  <a:lnTo>
                    <a:pt x="9301" y="3698"/>
                  </a:lnTo>
                  <a:cubicBezTo>
                    <a:pt x="9522" y="3698"/>
                    <a:pt x="9704" y="3516"/>
                    <a:pt x="9704" y="3295"/>
                  </a:cubicBezTo>
                  <a:lnTo>
                    <a:pt x="9704" y="1908"/>
                  </a:lnTo>
                  <a:close/>
                  <a:moveTo>
                    <a:pt x="10669" y="1908"/>
                  </a:moveTo>
                  <a:lnTo>
                    <a:pt x="10669" y="3295"/>
                  </a:lnTo>
                  <a:cubicBezTo>
                    <a:pt x="10669" y="3516"/>
                    <a:pt x="10847" y="3698"/>
                    <a:pt x="11068" y="3698"/>
                  </a:cubicBezTo>
                  <a:lnTo>
                    <a:pt x="11058" y="4668"/>
                  </a:lnTo>
                  <a:lnTo>
                    <a:pt x="10381" y="4668"/>
                  </a:lnTo>
                  <a:lnTo>
                    <a:pt x="10381" y="1908"/>
                  </a:lnTo>
                  <a:close/>
                  <a:moveTo>
                    <a:pt x="12143" y="1908"/>
                  </a:moveTo>
                  <a:lnTo>
                    <a:pt x="12143" y="4668"/>
                  </a:lnTo>
                  <a:lnTo>
                    <a:pt x="11466" y="4668"/>
                  </a:lnTo>
                  <a:lnTo>
                    <a:pt x="11466" y="3698"/>
                  </a:lnTo>
                  <a:cubicBezTo>
                    <a:pt x="11687" y="3698"/>
                    <a:pt x="11864" y="3516"/>
                    <a:pt x="11864" y="3295"/>
                  </a:cubicBezTo>
                  <a:lnTo>
                    <a:pt x="11864" y="1908"/>
                  </a:lnTo>
                  <a:close/>
                  <a:moveTo>
                    <a:pt x="13463" y="1908"/>
                  </a:moveTo>
                  <a:lnTo>
                    <a:pt x="13463" y="4610"/>
                  </a:lnTo>
                  <a:cubicBezTo>
                    <a:pt x="13463" y="4644"/>
                    <a:pt x="13434" y="4668"/>
                    <a:pt x="13401" y="4668"/>
                  </a:cubicBezTo>
                  <a:lnTo>
                    <a:pt x="12546" y="4668"/>
                  </a:lnTo>
                  <a:lnTo>
                    <a:pt x="12546" y="1908"/>
                  </a:lnTo>
                  <a:close/>
                  <a:moveTo>
                    <a:pt x="212" y="1"/>
                  </a:moveTo>
                  <a:cubicBezTo>
                    <a:pt x="106" y="1"/>
                    <a:pt x="1" y="72"/>
                    <a:pt x="8" y="213"/>
                  </a:cubicBezTo>
                  <a:lnTo>
                    <a:pt x="8" y="4610"/>
                  </a:lnTo>
                  <a:cubicBezTo>
                    <a:pt x="8" y="4869"/>
                    <a:pt x="219" y="5076"/>
                    <a:pt x="473" y="5076"/>
                  </a:cubicBezTo>
                  <a:lnTo>
                    <a:pt x="13410" y="5076"/>
                  </a:lnTo>
                  <a:cubicBezTo>
                    <a:pt x="13669" y="5076"/>
                    <a:pt x="13881" y="4869"/>
                    <a:pt x="13881" y="4610"/>
                  </a:cubicBezTo>
                  <a:lnTo>
                    <a:pt x="13881" y="213"/>
                  </a:lnTo>
                  <a:cubicBezTo>
                    <a:pt x="13881" y="103"/>
                    <a:pt x="13789" y="12"/>
                    <a:pt x="13674" y="12"/>
                  </a:cubicBezTo>
                  <a:cubicBezTo>
                    <a:pt x="13564" y="12"/>
                    <a:pt x="13473" y="103"/>
                    <a:pt x="13473" y="213"/>
                  </a:cubicBezTo>
                  <a:lnTo>
                    <a:pt x="13473" y="1504"/>
                  </a:lnTo>
                  <a:lnTo>
                    <a:pt x="416" y="1504"/>
                  </a:lnTo>
                  <a:lnTo>
                    <a:pt x="416" y="213"/>
                  </a:lnTo>
                  <a:cubicBezTo>
                    <a:pt x="423" y="72"/>
                    <a:pt x="317"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44" name="Google Shape;20544;p89"/>
          <p:cNvGrpSpPr/>
          <p:nvPr/>
        </p:nvGrpSpPr>
        <p:grpSpPr>
          <a:xfrm>
            <a:off x="7660518" y="3800289"/>
            <a:ext cx="304263" cy="363664"/>
            <a:chOff x="7660518" y="3800289"/>
            <a:chExt cx="304263" cy="363664"/>
          </a:xfrm>
        </p:grpSpPr>
        <p:sp>
          <p:nvSpPr>
            <p:cNvPr id="20545" name="Google Shape;20545;p89"/>
            <p:cNvSpPr/>
            <p:nvPr/>
          </p:nvSpPr>
          <p:spPr>
            <a:xfrm>
              <a:off x="7672205" y="4031317"/>
              <a:ext cx="54868" cy="54527"/>
            </a:xfrm>
            <a:custGeom>
              <a:rect b="b" l="l" r="r" t="t"/>
              <a:pathLst>
                <a:path extrusionOk="0" h="2081" w="2094">
                  <a:moveTo>
                    <a:pt x="1316" y="1"/>
                  </a:moveTo>
                  <a:lnTo>
                    <a:pt x="63" y="1441"/>
                  </a:lnTo>
                  <a:cubicBezTo>
                    <a:pt x="1" y="1513"/>
                    <a:pt x="5" y="1619"/>
                    <a:pt x="73" y="1686"/>
                  </a:cubicBezTo>
                  <a:lnTo>
                    <a:pt x="413" y="2031"/>
                  </a:lnTo>
                  <a:cubicBezTo>
                    <a:pt x="448" y="2064"/>
                    <a:pt x="494" y="2081"/>
                    <a:pt x="538" y="2081"/>
                  </a:cubicBezTo>
                  <a:cubicBezTo>
                    <a:pt x="580" y="2081"/>
                    <a:pt x="621" y="2066"/>
                    <a:pt x="653" y="2036"/>
                  </a:cubicBezTo>
                  <a:lnTo>
                    <a:pt x="2094" y="783"/>
                  </a:lnTo>
                  <a:lnTo>
                    <a:pt x="1316"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6" name="Google Shape;20546;p89"/>
            <p:cNvSpPr/>
            <p:nvPr/>
          </p:nvSpPr>
          <p:spPr>
            <a:xfrm>
              <a:off x="7678493" y="4041640"/>
              <a:ext cx="48710" cy="44308"/>
            </a:xfrm>
            <a:custGeom>
              <a:rect b="b" l="l" r="r" t="t"/>
              <a:pathLst>
                <a:path extrusionOk="0" h="1691" w="1859">
                  <a:moveTo>
                    <a:pt x="1470" y="1"/>
                  </a:moveTo>
                  <a:lnTo>
                    <a:pt x="1" y="1465"/>
                  </a:lnTo>
                  <a:lnTo>
                    <a:pt x="173" y="1637"/>
                  </a:lnTo>
                  <a:cubicBezTo>
                    <a:pt x="209" y="1673"/>
                    <a:pt x="255" y="1691"/>
                    <a:pt x="301" y="1691"/>
                  </a:cubicBezTo>
                  <a:cubicBezTo>
                    <a:pt x="343" y="1691"/>
                    <a:pt x="384" y="1676"/>
                    <a:pt x="418" y="1647"/>
                  </a:cubicBezTo>
                  <a:lnTo>
                    <a:pt x="1858" y="389"/>
                  </a:lnTo>
                  <a:lnTo>
                    <a:pt x="147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7" name="Google Shape;20547;p89"/>
            <p:cNvSpPr/>
            <p:nvPr/>
          </p:nvSpPr>
          <p:spPr>
            <a:xfrm>
              <a:off x="7691464" y="3858380"/>
              <a:ext cx="208677" cy="207995"/>
            </a:xfrm>
            <a:custGeom>
              <a:rect b="b" l="l" r="r" t="t"/>
              <a:pathLst>
                <a:path extrusionOk="0" h="7938" w="7964">
                  <a:moveTo>
                    <a:pt x="6015" y="1"/>
                  </a:moveTo>
                  <a:lnTo>
                    <a:pt x="96" y="6875"/>
                  </a:lnTo>
                  <a:cubicBezTo>
                    <a:pt x="0" y="6985"/>
                    <a:pt x="5" y="7148"/>
                    <a:pt x="110" y="7254"/>
                  </a:cubicBezTo>
                  <a:lnTo>
                    <a:pt x="715" y="7859"/>
                  </a:lnTo>
                  <a:cubicBezTo>
                    <a:pt x="768" y="7911"/>
                    <a:pt x="838" y="7937"/>
                    <a:pt x="909" y="7937"/>
                  </a:cubicBezTo>
                  <a:cubicBezTo>
                    <a:pt x="975" y="7937"/>
                    <a:pt x="1041" y="7914"/>
                    <a:pt x="1095" y="7868"/>
                  </a:cubicBezTo>
                  <a:lnTo>
                    <a:pt x="7964" y="1949"/>
                  </a:lnTo>
                  <a:lnTo>
                    <a:pt x="7906" y="1916"/>
                  </a:lnTo>
                  <a:cubicBezTo>
                    <a:pt x="7133" y="1469"/>
                    <a:pt x="6495" y="831"/>
                    <a:pt x="6048" y="58"/>
                  </a:cubicBezTo>
                  <a:lnTo>
                    <a:pt x="6015" y="1"/>
                  </a:ln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8" name="Google Shape;20548;p89"/>
            <p:cNvSpPr/>
            <p:nvPr/>
          </p:nvSpPr>
          <p:spPr>
            <a:xfrm>
              <a:off x="7702259" y="3887439"/>
              <a:ext cx="197881" cy="178911"/>
            </a:xfrm>
            <a:custGeom>
              <a:rect b="b" l="l" r="r" t="t"/>
              <a:pathLst>
                <a:path extrusionOk="0" h="6828" w="7552">
                  <a:moveTo>
                    <a:pt x="6443" y="0"/>
                  </a:moveTo>
                  <a:lnTo>
                    <a:pt x="1" y="6442"/>
                  </a:lnTo>
                  <a:lnTo>
                    <a:pt x="303" y="6745"/>
                  </a:lnTo>
                  <a:cubicBezTo>
                    <a:pt x="356" y="6800"/>
                    <a:pt x="427" y="6828"/>
                    <a:pt x="499" y="6828"/>
                  </a:cubicBezTo>
                  <a:cubicBezTo>
                    <a:pt x="564" y="6828"/>
                    <a:pt x="630" y="6805"/>
                    <a:pt x="683" y="6759"/>
                  </a:cubicBezTo>
                  <a:lnTo>
                    <a:pt x="7552" y="840"/>
                  </a:lnTo>
                  <a:lnTo>
                    <a:pt x="7494" y="807"/>
                  </a:lnTo>
                  <a:cubicBezTo>
                    <a:pt x="7110" y="581"/>
                    <a:pt x="6755" y="312"/>
                    <a:pt x="6443"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9" name="Google Shape;20549;p89"/>
            <p:cNvSpPr/>
            <p:nvPr/>
          </p:nvSpPr>
          <p:spPr>
            <a:xfrm>
              <a:off x="7795985" y="3805713"/>
              <a:ext cx="163032" cy="136489"/>
            </a:xfrm>
            <a:custGeom>
              <a:rect b="b" l="l" r="r" t="t"/>
              <a:pathLst>
                <a:path extrusionOk="0" h="5209" w="6222">
                  <a:moveTo>
                    <a:pt x="3609" y="1"/>
                  </a:moveTo>
                  <a:cubicBezTo>
                    <a:pt x="3000" y="1"/>
                    <a:pt x="2391" y="232"/>
                    <a:pt x="1925" y="695"/>
                  </a:cubicBezTo>
                  <a:cubicBezTo>
                    <a:pt x="0" y="2625"/>
                    <a:pt x="931" y="3388"/>
                    <a:pt x="1762" y="4224"/>
                  </a:cubicBezTo>
                  <a:cubicBezTo>
                    <a:pt x="2253" y="4712"/>
                    <a:pt x="2696" y="5209"/>
                    <a:pt x="3333" y="5209"/>
                  </a:cubicBezTo>
                  <a:cubicBezTo>
                    <a:pt x="3830" y="5209"/>
                    <a:pt x="4444" y="4906"/>
                    <a:pt x="5290" y="4060"/>
                  </a:cubicBezTo>
                  <a:cubicBezTo>
                    <a:pt x="6221" y="3129"/>
                    <a:pt x="6221" y="1627"/>
                    <a:pt x="5290" y="695"/>
                  </a:cubicBezTo>
                  <a:cubicBezTo>
                    <a:pt x="4827" y="232"/>
                    <a:pt x="4218" y="1"/>
                    <a:pt x="360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0" name="Google Shape;20550;p89"/>
            <p:cNvSpPr/>
            <p:nvPr/>
          </p:nvSpPr>
          <p:spPr>
            <a:xfrm>
              <a:off x="7829315" y="3812735"/>
              <a:ext cx="129702" cy="129467"/>
            </a:xfrm>
            <a:custGeom>
              <a:rect b="b" l="l" r="r" t="t"/>
              <a:pathLst>
                <a:path extrusionOk="0" h="4941" w="4950">
                  <a:moveTo>
                    <a:pt x="3437" y="0"/>
                  </a:moveTo>
                  <a:lnTo>
                    <a:pt x="3437" y="0"/>
                  </a:lnTo>
                  <a:cubicBezTo>
                    <a:pt x="3912" y="922"/>
                    <a:pt x="3740" y="2045"/>
                    <a:pt x="3005" y="2779"/>
                  </a:cubicBezTo>
                  <a:cubicBezTo>
                    <a:pt x="2161" y="3626"/>
                    <a:pt x="1546" y="3929"/>
                    <a:pt x="1048" y="3929"/>
                  </a:cubicBezTo>
                  <a:cubicBezTo>
                    <a:pt x="640" y="3929"/>
                    <a:pt x="311" y="3726"/>
                    <a:pt x="0" y="3451"/>
                  </a:cubicBezTo>
                  <a:lnTo>
                    <a:pt x="0" y="3451"/>
                  </a:lnTo>
                  <a:cubicBezTo>
                    <a:pt x="149" y="3624"/>
                    <a:pt x="322" y="3787"/>
                    <a:pt x="490" y="3956"/>
                  </a:cubicBezTo>
                  <a:cubicBezTo>
                    <a:pt x="978" y="4444"/>
                    <a:pt x="1422" y="4941"/>
                    <a:pt x="2060" y="4941"/>
                  </a:cubicBezTo>
                  <a:cubicBezTo>
                    <a:pt x="2557" y="4941"/>
                    <a:pt x="3172" y="4638"/>
                    <a:pt x="4018" y="3792"/>
                  </a:cubicBezTo>
                  <a:cubicBezTo>
                    <a:pt x="4949" y="2861"/>
                    <a:pt x="4949" y="1359"/>
                    <a:pt x="4018" y="427"/>
                  </a:cubicBezTo>
                  <a:cubicBezTo>
                    <a:pt x="3845" y="255"/>
                    <a:pt x="3648" y="111"/>
                    <a:pt x="343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1" name="Google Shape;20551;p89"/>
            <p:cNvSpPr/>
            <p:nvPr/>
          </p:nvSpPr>
          <p:spPr>
            <a:xfrm>
              <a:off x="7800623" y="3929834"/>
              <a:ext cx="28194" cy="28063"/>
            </a:xfrm>
            <a:custGeom>
              <a:rect b="b" l="l" r="r" t="t"/>
              <a:pathLst>
                <a:path extrusionOk="0" h="1071" w="1076">
                  <a:moveTo>
                    <a:pt x="538" y="0"/>
                  </a:moveTo>
                  <a:cubicBezTo>
                    <a:pt x="241" y="0"/>
                    <a:pt x="1" y="240"/>
                    <a:pt x="1" y="533"/>
                  </a:cubicBezTo>
                  <a:cubicBezTo>
                    <a:pt x="1" y="831"/>
                    <a:pt x="241" y="1071"/>
                    <a:pt x="538" y="1071"/>
                  </a:cubicBezTo>
                  <a:cubicBezTo>
                    <a:pt x="836" y="1071"/>
                    <a:pt x="1076" y="831"/>
                    <a:pt x="1076" y="533"/>
                  </a:cubicBezTo>
                  <a:cubicBezTo>
                    <a:pt x="1076" y="240"/>
                    <a:pt x="836" y="0"/>
                    <a:pt x="53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89"/>
            <p:cNvSpPr/>
            <p:nvPr/>
          </p:nvSpPr>
          <p:spPr>
            <a:xfrm>
              <a:off x="7803401" y="4127061"/>
              <a:ext cx="29583" cy="28430"/>
            </a:xfrm>
            <a:custGeom>
              <a:rect b="b" l="l" r="r" t="t"/>
              <a:pathLst>
                <a:path extrusionOk="0" h="1085" w="1129">
                  <a:moveTo>
                    <a:pt x="575" y="1"/>
                  </a:moveTo>
                  <a:cubicBezTo>
                    <a:pt x="519" y="1"/>
                    <a:pt x="464" y="25"/>
                    <a:pt x="428" y="72"/>
                  </a:cubicBezTo>
                  <a:lnTo>
                    <a:pt x="58" y="566"/>
                  </a:lnTo>
                  <a:cubicBezTo>
                    <a:pt x="0" y="638"/>
                    <a:pt x="10" y="739"/>
                    <a:pt x="72" y="806"/>
                  </a:cubicBezTo>
                  <a:lnTo>
                    <a:pt x="298" y="1027"/>
                  </a:lnTo>
                  <a:cubicBezTo>
                    <a:pt x="333" y="1065"/>
                    <a:pt x="379" y="1084"/>
                    <a:pt x="427" y="1084"/>
                  </a:cubicBezTo>
                  <a:cubicBezTo>
                    <a:pt x="465" y="1084"/>
                    <a:pt x="504" y="1072"/>
                    <a:pt x="538" y="1046"/>
                  </a:cubicBezTo>
                  <a:lnTo>
                    <a:pt x="1032" y="677"/>
                  </a:lnTo>
                  <a:cubicBezTo>
                    <a:pt x="1119" y="610"/>
                    <a:pt x="1128" y="475"/>
                    <a:pt x="1047" y="398"/>
                  </a:cubicBezTo>
                  <a:lnTo>
                    <a:pt x="706" y="53"/>
                  </a:lnTo>
                  <a:cubicBezTo>
                    <a:pt x="669" y="18"/>
                    <a:pt x="622" y="1"/>
                    <a:pt x="57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3" name="Google Shape;20553;p89"/>
            <p:cNvSpPr/>
            <p:nvPr/>
          </p:nvSpPr>
          <p:spPr>
            <a:xfrm>
              <a:off x="7793968" y="3924332"/>
              <a:ext cx="42029" cy="38858"/>
            </a:xfrm>
            <a:custGeom>
              <a:rect b="b" l="l" r="r" t="t"/>
              <a:pathLst>
                <a:path extrusionOk="0" h="1483" w="1604">
                  <a:moveTo>
                    <a:pt x="792" y="412"/>
                  </a:moveTo>
                  <a:cubicBezTo>
                    <a:pt x="1090" y="412"/>
                    <a:pt x="1234" y="772"/>
                    <a:pt x="1028" y="978"/>
                  </a:cubicBezTo>
                  <a:cubicBezTo>
                    <a:pt x="963" y="1043"/>
                    <a:pt x="878" y="1075"/>
                    <a:pt x="792" y="1075"/>
                  </a:cubicBezTo>
                  <a:cubicBezTo>
                    <a:pt x="707" y="1075"/>
                    <a:pt x="622" y="1043"/>
                    <a:pt x="557" y="978"/>
                  </a:cubicBezTo>
                  <a:cubicBezTo>
                    <a:pt x="351" y="772"/>
                    <a:pt x="495" y="412"/>
                    <a:pt x="792" y="412"/>
                  </a:cubicBezTo>
                  <a:close/>
                  <a:moveTo>
                    <a:pt x="791" y="1"/>
                  </a:moveTo>
                  <a:cubicBezTo>
                    <a:pt x="696" y="1"/>
                    <a:pt x="601" y="19"/>
                    <a:pt x="509" y="57"/>
                  </a:cubicBezTo>
                  <a:cubicBezTo>
                    <a:pt x="183" y="196"/>
                    <a:pt x="0" y="541"/>
                    <a:pt x="67" y="887"/>
                  </a:cubicBezTo>
                  <a:cubicBezTo>
                    <a:pt x="135" y="1233"/>
                    <a:pt x="437" y="1482"/>
                    <a:pt x="792" y="1482"/>
                  </a:cubicBezTo>
                  <a:cubicBezTo>
                    <a:pt x="989" y="1482"/>
                    <a:pt x="1176" y="1405"/>
                    <a:pt x="1316" y="1266"/>
                  </a:cubicBezTo>
                  <a:cubicBezTo>
                    <a:pt x="1565" y="1017"/>
                    <a:pt x="1604" y="628"/>
                    <a:pt x="1407" y="330"/>
                  </a:cubicBezTo>
                  <a:cubicBezTo>
                    <a:pt x="1269" y="119"/>
                    <a:pt x="1034" y="1"/>
                    <a:pt x="7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4" name="Google Shape;20554;p89"/>
            <p:cNvSpPr/>
            <p:nvPr/>
          </p:nvSpPr>
          <p:spPr>
            <a:xfrm>
              <a:off x="7660518" y="3800289"/>
              <a:ext cx="304263" cy="363664"/>
            </a:xfrm>
            <a:custGeom>
              <a:rect b="b" l="l" r="r" t="t"/>
              <a:pathLst>
                <a:path extrusionOk="0" h="13879" w="11612">
                  <a:moveTo>
                    <a:pt x="1248" y="9716"/>
                  </a:moveTo>
                  <a:lnTo>
                    <a:pt x="1647" y="10114"/>
                  </a:lnTo>
                  <a:lnTo>
                    <a:pt x="989" y="10685"/>
                  </a:lnTo>
                  <a:lnTo>
                    <a:pt x="677" y="10373"/>
                  </a:lnTo>
                  <a:lnTo>
                    <a:pt x="1248" y="9716"/>
                  </a:lnTo>
                  <a:close/>
                  <a:moveTo>
                    <a:pt x="6029" y="12682"/>
                  </a:moveTo>
                  <a:lnTo>
                    <a:pt x="6341" y="12994"/>
                  </a:lnTo>
                  <a:lnTo>
                    <a:pt x="5881" y="13345"/>
                  </a:lnTo>
                  <a:lnTo>
                    <a:pt x="5684" y="13143"/>
                  </a:lnTo>
                  <a:lnTo>
                    <a:pt x="6029" y="12682"/>
                  </a:lnTo>
                  <a:close/>
                  <a:moveTo>
                    <a:pt x="8777" y="0"/>
                  </a:moveTo>
                  <a:cubicBezTo>
                    <a:pt x="8274" y="0"/>
                    <a:pt x="7767" y="147"/>
                    <a:pt x="7325" y="446"/>
                  </a:cubicBezTo>
                  <a:cubicBezTo>
                    <a:pt x="7140" y="573"/>
                    <a:pt x="7263" y="826"/>
                    <a:pt x="7438" y="826"/>
                  </a:cubicBezTo>
                  <a:cubicBezTo>
                    <a:pt x="7476" y="826"/>
                    <a:pt x="7516" y="814"/>
                    <a:pt x="7556" y="787"/>
                  </a:cubicBezTo>
                  <a:cubicBezTo>
                    <a:pt x="7928" y="534"/>
                    <a:pt x="8354" y="412"/>
                    <a:pt x="8776" y="412"/>
                  </a:cubicBezTo>
                  <a:cubicBezTo>
                    <a:pt x="9405" y="412"/>
                    <a:pt x="10025" y="683"/>
                    <a:pt x="10450" y="1200"/>
                  </a:cubicBezTo>
                  <a:cubicBezTo>
                    <a:pt x="11166" y="2064"/>
                    <a:pt x="11108" y="3331"/>
                    <a:pt x="10316" y="4123"/>
                  </a:cubicBezTo>
                  <a:cubicBezTo>
                    <a:pt x="9586" y="4853"/>
                    <a:pt x="8991" y="5213"/>
                    <a:pt x="8501" y="5213"/>
                  </a:cubicBezTo>
                  <a:cubicBezTo>
                    <a:pt x="8324" y="5208"/>
                    <a:pt x="8146" y="5160"/>
                    <a:pt x="7993" y="5074"/>
                  </a:cubicBezTo>
                  <a:lnTo>
                    <a:pt x="7988" y="5069"/>
                  </a:lnTo>
                  <a:cubicBezTo>
                    <a:pt x="7709" y="4920"/>
                    <a:pt x="7455" y="4661"/>
                    <a:pt x="7181" y="4392"/>
                  </a:cubicBezTo>
                  <a:lnTo>
                    <a:pt x="7081" y="4286"/>
                  </a:lnTo>
                  <a:lnTo>
                    <a:pt x="6980" y="4186"/>
                  </a:lnTo>
                  <a:cubicBezTo>
                    <a:pt x="6706" y="3917"/>
                    <a:pt x="6452" y="3662"/>
                    <a:pt x="6298" y="3374"/>
                  </a:cubicBezTo>
                  <a:cubicBezTo>
                    <a:pt x="6298" y="3370"/>
                    <a:pt x="6293" y="3365"/>
                    <a:pt x="6289" y="3360"/>
                  </a:cubicBezTo>
                  <a:cubicBezTo>
                    <a:pt x="6044" y="2880"/>
                    <a:pt x="6111" y="2314"/>
                    <a:pt x="6893" y="1416"/>
                  </a:cubicBezTo>
                  <a:cubicBezTo>
                    <a:pt x="7036" y="1262"/>
                    <a:pt x="6895" y="1069"/>
                    <a:pt x="6740" y="1069"/>
                  </a:cubicBezTo>
                  <a:cubicBezTo>
                    <a:pt x="6687" y="1069"/>
                    <a:pt x="6632" y="1092"/>
                    <a:pt x="6586" y="1147"/>
                  </a:cubicBezTo>
                  <a:cubicBezTo>
                    <a:pt x="5914" y="1920"/>
                    <a:pt x="5660" y="2563"/>
                    <a:pt x="5789" y="3163"/>
                  </a:cubicBezTo>
                  <a:cubicBezTo>
                    <a:pt x="5809" y="3259"/>
                    <a:pt x="5842" y="3350"/>
                    <a:pt x="5876" y="3437"/>
                  </a:cubicBezTo>
                  <a:lnTo>
                    <a:pt x="1123" y="8957"/>
                  </a:lnTo>
                  <a:cubicBezTo>
                    <a:pt x="1027" y="9072"/>
                    <a:pt x="989" y="9226"/>
                    <a:pt x="1018" y="9370"/>
                  </a:cubicBezTo>
                  <a:lnTo>
                    <a:pt x="355" y="10128"/>
                  </a:lnTo>
                  <a:cubicBezTo>
                    <a:pt x="226" y="10282"/>
                    <a:pt x="231" y="10508"/>
                    <a:pt x="375" y="10652"/>
                  </a:cubicBezTo>
                  <a:lnTo>
                    <a:pt x="413" y="10690"/>
                  </a:lnTo>
                  <a:cubicBezTo>
                    <a:pt x="0" y="11295"/>
                    <a:pt x="77" y="12106"/>
                    <a:pt x="595" y="12624"/>
                  </a:cubicBezTo>
                  <a:lnTo>
                    <a:pt x="720" y="12754"/>
                  </a:lnTo>
                  <a:cubicBezTo>
                    <a:pt x="1020" y="13052"/>
                    <a:pt x="1411" y="13201"/>
                    <a:pt x="1802" y="13201"/>
                  </a:cubicBezTo>
                  <a:cubicBezTo>
                    <a:pt x="2193" y="13201"/>
                    <a:pt x="2583" y="13052"/>
                    <a:pt x="2880" y="12754"/>
                  </a:cubicBezTo>
                  <a:lnTo>
                    <a:pt x="5060" y="10575"/>
                  </a:lnTo>
                  <a:cubicBezTo>
                    <a:pt x="5272" y="10374"/>
                    <a:pt x="5543" y="10275"/>
                    <a:pt x="5814" y="10275"/>
                  </a:cubicBezTo>
                  <a:cubicBezTo>
                    <a:pt x="6094" y="10275"/>
                    <a:pt x="6374" y="10382"/>
                    <a:pt x="6586" y="10594"/>
                  </a:cubicBezTo>
                  <a:cubicBezTo>
                    <a:pt x="7004" y="11012"/>
                    <a:pt x="7013" y="11688"/>
                    <a:pt x="6605" y="12120"/>
                  </a:cubicBezTo>
                  <a:lnTo>
                    <a:pt x="6322" y="12399"/>
                  </a:lnTo>
                  <a:lnTo>
                    <a:pt x="6303" y="12384"/>
                  </a:lnTo>
                  <a:cubicBezTo>
                    <a:pt x="6228" y="12307"/>
                    <a:pt x="6129" y="12270"/>
                    <a:pt x="6029" y="12270"/>
                  </a:cubicBezTo>
                  <a:cubicBezTo>
                    <a:pt x="5912" y="12270"/>
                    <a:pt x="5795" y="12322"/>
                    <a:pt x="5717" y="12423"/>
                  </a:cubicBezTo>
                  <a:lnTo>
                    <a:pt x="5348" y="12917"/>
                  </a:lnTo>
                  <a:cubicBezTo>
                    <a:pt x="5242" y="13057"/>
                    <a:pt x="5247" y="13253"/>
                    <a:pt x="5352" y="13388"/>
                  </a:cubicBezTo>
                  <a:lnTo>
                    <a:pt x="5218" y="13527"/>
                  </a:lnTo>
                  <a:cubicBezTo>
                    <a:pt x="5071" y="13674"/>
                    <a:pt x="5206" y="13878"/>
                    <a:pt x="5364" y="13878"/>
                  </a:cubicBezTo>
                  <a:cubicBezTo>
                    <a:pt x="5412" y="13878"/>
                    <a:pt x="5461" y="13860"/>
                    <a:pt x="5506" y="13815"/>
                  </a:cubicBezTo>
                  <a:lnTo>
                    <a:pt x="5641" y="13676"/>
                  </a:lnTo>
                  <a:cubicBezTo>
                    <a:pt x="5712" y="13733"/>
                    <a:pt x="5800" y="13762"/>
                    <a:pt x="5887" y="13762"/>
                  </a:cubicBezTo>
                  <a:cubicBezTo>
                    <a:pt x="5968" y="13762"/>
                    <a:pt x="6048" y="13736"/>
                    <a:pt x="6116" y="13685"/>
                  </a:cubicBezTo>
                  <a:lnTo>
                    <a:pt x="6610" y="13311"/>
                  </a:lnTo>
                  <a:cubicBezTo>
                    <a:pt x="6797" y="13172"/>
                    <a:pt x="6817" y="12893"/>
                    <a:pt x="6649" y="12725"/>
                  </a:cubicBezTo>
                  <a:lnTo>
                    <a:pt x="6610" y="12692"/>
                  </a:lnTo>
                  <a:lnTo>
                    <a:pt x="6893" y="12408"/>
                  </a:lnTo>
                  <a:cubicBezTo>
                    <a:pt x="7465" y="11818"/>
                    <a:pt x="7455" y="10882"/>
                    <a:pt x="6874" y="10306"/>
                  </a:cubicBezTo>
                  <a:cubicBezTo>
                    <a:pt x="6583" y="10012"/>
                    <a:pt x="6199" y="9864"/>
                    <a:pt x="5814" y="9864"/>
                  </a:cubicBezTo>
                  <a:cubicBezTo>
                    <a:pt x="5439" y="9864"/>
                    <a:pt x="5063" y="10005"/>
                    <a:pt x="4772" y="10287"/>
                  </a:cubicBezTo>
                  <a:lnTo>
                    <a:pt x="2592" y="12466"/>
                  </a:lnTo>
                  <a:cubicBezTo>
                    <a:pt x="2374" y="12684"/>
                    <a:pt x="2088" y="12794"/>
                    <a:pt x="1803" y="12794"/>
                  </a:cubicBezTo>
                  <a:cubicBezTo>
                    <a:pt x="1517" y="12794"/>
                    <a:pt x="1231" y="12684"/>
                    <a:pt x="1013" y="12466"/>
                  </a:cubicBezTo>
                  <a:lnTo>
                    <a:pt x="883" y="12336"/>
                  </a:lnTo>
                  <a:cubicBezTo>
                    <a:pt x="524" y="11982"/>
                    <a:pt x="452" y="11427"/>
                    <a:pt x="704" y="10986"/>
                  </a:cubicBezTo>
                  <a:lnTo>
                    <a:pt x="704" y="10986"/>
                  </a:lnTo>
                  <a:lnTo>
                    <a:pt x="715" y="10997"/>
                  </a:lnTo>
                  <a:cubicBezTo>
                    <a:pt x="791" y="11070"/>
                    <a:pt x="888" y="11107"/>
                    <a:pt x="986" y="11107"/>
                  </a:cubicBezTo>
                  <a:cubicBezTo>
                    <a:pt x="1075" y="11107"/>
                    <a:pt x="1165" y="11076"/>
                    <a:pt x="1239" y="11012"/>
                  </a:cubicBezTo>
                  <a:lnTo>
                    <a:pt x="1997" y="10354"/>
                  </a:lnTo>
                  <a:cubicBezTo>
                    <a:pt x="2031" y="10359"/>
                    <a:pt x="2060" y="10364"/>
                    <a:pt x="2093" y="10364"/>
                  </a:cubicBezTo>
                  <a:cubicBezTo>
                    <a:pt x="2208" y="10364"/>
                    <a:pt x="2319" y="10320"/>
                    <a:pt x="2405" y="10248"/>
                  </a:cubicBezTo>
                  <a:lnTo>
                    <a:pt x="3389" y="9399"/>
                  </a:lnTo>
                  <a:cubicBezTo>
                    <a:pt x="3549" y="9258"/>
                    <a:pt x="3417" y="9040"/>
                    <a:pt x="3253" y="9040"/>
                  </a:cubicBezTo>
                  <a:cubicBezTo>
                    <a:pt x="3209" y="9040"/>
                    <a:pt x="3164" y="9055"/>
                    <a:pt x="3120" y="9092"/>
                  </a:cubicBezTo>
                  <a:lnTo>
                    <a:pt x="2141" y="9932"/>
                  </a:lnTo>
                  <a:cubicBezTo>
                    <a:pt x="2127" y="9943"/>
                    <a:pt x="2109" y="9950"/>
                    <a:pt x="2090" y="9950"/>
                  </a:cubicBezTo>
                  <a:cubicBezTo>
                    <a:pt x="2078" y="9950"/>
                    <a:pt x="2066" y="9947"/>
                    <a:pt x="2055" y="9941"/>
                  </a:cubicBezTo>
                  <a:lnTo>
                    <a:pt x="2050" y="9936"/>
                  </a:lnTo>
                  <a:lnTo>
                    <a:pt x="2040" y="9927"/>
                  </a:lnTo>
                  <a:lnTo>
                    <a:pt x="1435" y="9327"/>
                  </a:lnTo>
                  <a:cubicBezTo>
                    <a:pt x="1431" y="9322"/>
                    <a:pt x="1426" y="9317"/>
                    <a:pt x="1426" y="9308"/>
                  </a:cubicBezTo>
                  <a:cubicBezTo>
                    <a:pt x="1407" y="9284"/>
                    <a:pt x="1411" y="9245"/>
                    <a:pt x="1431" y="9221"/>
                  </a:cubicBezTo>
                  <a:lnTo>
                    <a:pt x="6092" y="3816"/>
                  </a:lnTo>
                  <a:cubicBezTo>
                    <a:pt x="6274" y="4051"/>
                    <a:pt x="6476" y="4272"/>
                    <a:pt x="6692" y="4474"/>
                  </a:cubicBezTo>
                  <a:lnTo>
                    <a:pt x="6793" y="4575"/>
                  </a:lnTo>
                  <a:lnTo>
                    <a:pt x="6893" y="4680"/>
                  </a:lnTo>
                  <a:lnTo>
                    <a:pt x="6970" y="4757"/>
                  </a:lnTo>
                  <a:lnTo>
                    <a:pt x="6975" y="4762"/>
                  </a:lnTo>
                  <a:lnTo>
                    <a:pt x="7037" y="4819"/>
                  </a:lnTo>
                  <a:lnTo>
                    <a:pt x="7066" y="4848"/>
                  </a:lnTo>
                  <a:lnTo>
                    <a:pt x="7114" y="4896"/>
                  </a:lnTo>
                  <a:cubicBezTo>
                    <a:pt x="7249" y="5031"/>
                    <a:pt x="7397" y="5155"/>
                    <a:pt x="7546" y="5271"/>
                  </a:cubicBezTo>
                  <a:lnTo>
                    <a:pt x="3845" y="8463"/>
                  </a:lnTo>
                  <a:cubicBezTo>
                    <a:pt x="3682" y="8599"/>
                    <a:pt x="3815" y="8825"/>
                    <a:pt x="3980" y="8825"/>
                  </a:cubicBezTo>
                  <a:cubicBezTo>
                    <a:pt x="4024" y="8825"/>
                    <a:pt x="4070" y="8808"/>
                    <a:pt x="4114" y="8770"/>
                  </a:cubicBezTo>
                  <a:lnTo>
                    <a:pt x="7921" y="5491"/>
                  </a:lnTo>
                  <a:cubicBezTo>
                    <a:pt x="8103" y="5573"/>
                    <a:pt x="8300" y="5616"/>
                    <a:pt x="8501" y="5616"/>
                  </a:cubicBezTo>
                  <a:cubicBezTo>
                    <a:pt x="9111" y="5616"/>
                    <a:pt x="9778" y="5232"/>
                    <a:pt x="10604" y="4407"/>
                  </a:cubicBezTo>
                  <a:cubicBezTo>
                    <a:pt x="11607" y="3398"/>
                    <a:pt x="11612" y="1766"/>
                    <a:pt x="10604" y="758"/>
                  </a:cubicBezTo>
                  <a:cubicBezTo>
                    <a:pt x="10106" y="258"/>
                    <a:pt x="9445" y="0"/>
                    <a:pt x="8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5" name="Google Shape;20555;p89"/>
          <p:cNvGrpSpPr/>
          <p:nvPr/>
        </p:nvGrpSpPr>
        <p:grpSpPr>
          <a:xfrm>
            <a:off x="5223660" y="2893473"/>
            <a:ext cx="365551" cy="363271"/>
            <a:chOff x="5223660" y="2893473"/>
            <a:chExt cx="365551" cy="363271"/>
          </a:xfrm>
        </p:grpSpPr>
        <p:sp>
          <p:nvSpPr>
            <p:cNvPr id="20556" name="Google Shape;20556;p89"/>
            <p:cNvSpPr/>
            <p:nvPr/>
          </p:nvSpPr>
          <p:spPr>
            <a:xfrm>
              <a:off x="5229450" y="2898766"/>
              <a:ext cx="353734" cy="352581"/>
            </a:xfrm>
            <a:custGeom>
              <a:rect b="b" l="l" r="r" t="t"/>
              <a:pathLst>
                <a:path extrusionOk="0" h="13456" w="13500">
                  <a:moveTo>
                    <a:pt x="8514" y="0"/>
                  </a:moveTo>
                  <a:cubicBezTo>
                    <a:pt x="8458" y="0"/>
                    <a:pt x="8401" y="22"/>
                    <a:pt x="8358" y="65"/>
                  </a:cubicBezTo>
                  <a:lnTo>
                    <a:pt x="82" y="8336"/>
                  </a:lnTo>
                  <a:cubicBezTo>
                    <a:pt x="1" y="8422"/>
                    <a:pt x="1" y="8561"/>
                    <a:pt x="82" y="8643"/>
                  </a:cubicBezTo>
                  <a:lnTo>
                    <a:pt x="308" y="8869"/>
                  </a:lnTo>
                  <a:cubicBezTo>
                    <a:pt x="352" y="8912"/>
                    <a:pt x="407" y="8933"/>
                    <a:pt x="464" y="8933"/>
                  </a:cubicBezTo>
                  <a:cubicBezTo>
                    <a:pt x="501" y="8933"/>
                    <a:pt x="538" y="8924"/>
                    <a:pt x="572" y="8907"/>
                  </a:cubicBezTo>
                  <a:cubicBezTo>
                    <a:pt x="664" y="8858"/>
                    <a:pt x="757" y="8836"/>
                    <a:pt x="846" y="8836"/>
                  </a:cubicBezTo>
                  <a:cubicBezTo>
                    <a:pt x="1243" y="8836"/>
                    <a:pt x="1564" y="9272"/>
                    <a:pt x="1345" y="9680"/>
                  </a:cubicBezTo>
                  <a:cubicBezTo>
                    <a:pt x="1297" y="9766"/>
                    <a:pt x="1311" y="9872"/>
                    <a:pt x="1383" y="9944"/>
                  </a:cubicBezTo>
                  <a:lnTo>
                    <a:pt x="1921" y="10482"/>
                  </a:lnTo>
                  <a:cubicBezTo>
                    <a:pt x="1964" y="10522"/>
                    <a:pt x="2020" y="10543"/>
                    <a:pt x="2076" y="10543"/>
                  </a:cubicBezTo>
                  <a:cubicBezTo>
                    <a:pt x="2113" y="10543"/>
                    <a:pt x="2151" y="10534"/>
                    <a:pt x="2185" y="10515"/>
                  </a:cubicBezTo>
                  <a:cubicBezTo>
                    <a:pt x="2275" y="10467"/>
                    <a:pt x="2367" y="10446"/>
                    <a:pt x="2455" y="10446"/>
                  </a:cubicBezTo>
                  <a:cubicBezTo>
                    <a:pt x="2854" y="10446"/>
                    <a:pt x="3178" y="10884"/>
                    <a:pt x="2958" y="11293"/>
                  </a:cubicBezTo>
                  <a:cubicBezTo>
                    <a:pt x="2910" y="11379"/>
                    <a:pt x="2924" y="11485"/>
                    <a:pt x="2991" y="11557"/>
                  </a:cubicBezTo>
                  <a:lnTo>
                    <a:pt x="3534" y="12094"/>
                  </a:lnTo>
                  <a:cubicBezTo>
                    <a:pt x="3577" y="12135"/>
                    <a:pt x="3633" y="12156"/>
                    <a:pt x="3689" y="12156"/>
                  </a:cubicBezTo>
                  <a:cubicBezTo>
                    <a:pt x="3726" y="12156"/>
                    <a:pt x="3763" y="12147"/>
                    <a:pt x="3798" y="12128"/>
                  </a:cubicBezTo>
                  <a:cubicBezTo>
                    <a:pt x="3888" y="12080"/>
                    <a:pt x="3980" y="12059"/>
                    <a:pt x="4068" y="12059"/>
                  </a:cubicBezTo>
                  <a:cubicBezTo>
                    <a:pt x="4467" y="12059"/>
                    <a:pt x="4791" y="12497"/>
                    <a:pt x="4571" y="12906"/>
                  </a:cubicBezTo>
                  <a:cubicBezTo>
                    <a:pt x="4523" y="12987"/>
                    <a:pt x="4537" y="13098"/>
                    <a:pt x="4604" y="13165"/>
                  </a:cubicBezTo>
                  <a:lnTo>
                    <a:pt x="4830" y="13391"/>
                  </a:lnTo>
                  <a:cubicBezTo>
                    <a:pt x="4873" y="13434"/>
                    <a:pt x="4929" y="13455"/>
                    <a:pt x="4986" y="13455"/>
                  </a:cubicBezTo>
                  <a:cubicBezTo>
                    <a:pt x="5042" y="13455"/>
                    <a:pt x="5099" y="13434"/>
                    <a:pt x="5142" y="13391"/>
                  </a:cubicBezTo>
                  <a:lnTo>
                    <a:pt x="13413" y="5120"/>
                  </a:lnTo>
                  <a:cubicBezTo>
                    <a:pt x="13499" y="5033"/>
                    <a:pt x="13499" y="4894"/>
                    <a:pt x="13413" y="4808"/>
                  </a:cubicBezTo>
                  <a:lnTo>
                    <a:pt x="13197" y="4592"/>
                  </a:lnTo>
                  <a:cubicBezTo>
                    <a:pt x="13153" y="4551"/>
                    <a:pt x="13098" y="4530"/>
                    <a:pt x="13041" y="4530"/>
                  </a:cubicBezTo>
                  <a:cubicBezTo>
                    <a:pt x="13004" y="4530"/>
                    <a:pt x="12967" y="4539"/>
                    <a:pt x="12933" y="4558"/>
                  </a:cubicBezTo>
                  <a:cubicBezTo>
                    <a:pt x="12840" y="4609"/>
                    <a:pt x="12747" y="4631"/>
                    <a:pt x="12657" y="4631"/>
                  </a:cubicBezTo>
                  <a:cubicBezTo>
                    <a:pt x="12259" y="4631"/>
                    <a:pt x="11936" y="4191"/>
                    <a:pt x="12155" y="3780"/>
                  </a:cubicBezTo>
                  <a:cubicBezTo>
                    <a:pt x="12208" y="3699"/>
                    <a:pt x="12193" y="3588"/>
                    <a:pt x="12121" y="3516"/>
                  </a:cubicBezTo>
                  <a:lnTo>
                    <a:pt x="11584" y="2979"/>
                  </a:lnTo>
                  <a:cubicBezTo>
                    <a:pt x="11540" y="2938"/>
                    <a:pt x="11485" y="2917"/>
                    <a:pt x="11428" y="2917"/>
                  </a:cubicBezTo>
                  <a:cubicBezTo>
                    <a:pt x="11391" y="2917"/>
                    <a:pt x="11354" y="2926"/>
                    <a:pt x="11320" y="2945"/>
                  </a:cubicBezTo>
                  <a:cubicBezTo>
                    <a:pt x="11227" y="2995"/>
                    <a:pt x="11133" y="3018"/>
                    <a:pt x="11043" y="3018"/>
                  </a:cubicBezTo>
                  <a:cubicBezTo>
                    <a:pt x="10642" y="3018"/>
                    <a:pt x="10319" y="2575"/>
                    <a:pt x="10542" y="2168"/>
                  </a:cubicBezTo>
                  <a:cubicBezTo>
                    <a:pt x="10590" y="2081"/>
                    <a:pt x="10576" y="1976"/>
                    <a:pt x="10508" y="1904"/>
                  </a:cubicBezTo>
                  <a:lnTo>
                    <a:pt x="9966" y="1361"/>
                  </a:lnTo>
                  <a:cubicBezTo>
                    <a:pt x="9926" y="1321"/>
                    <a:pt x="9869" y="1299"/>
                    <a:pt x="9812" y="1299"/>
                  </a:cubicBezTo>
                  <a:cubicBezTo>
                    <a:pt x="9774" y="1299"/>
                    <a:pt x="9736" y="1309"/>
                    <a:pt x="9702" y="1328"/>
                  </a:cubicBezTo>
                  <a:cubicBezTo>
                    <a:pt x="9610" y="1378"/>
                    <a:pt x="9516" y="1401"/>
                    <a:pt x="9426" y="1401"/>
                  </a:cubicBezTo>
                  <a:cubicBezTo>
                    <a:pt x="9029" y="1401"/>
                    <a:pt x="8706" y="962"/>
                    <a:pt x="8929" y="555"/>
                  </a:cubicBezTo>
                  <a:cubicBezTo>
                    <a:pt x="8977" y="468"/>
                    <a:pt x="8963" y="358"/>
                    <a:pt x="8891" y="291"/>
                  </a:cubicBezTo>
                  <a:lnTo>
                    <a:pt x="8670" y="65"/>
                  </a:lnTo>
                  <a:cubicBezTo>
                    <a:pt x="8627" y="22"/>
                    <a:pt x="8570" y="0"/>
                    <a:pt x="851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7" name="Google Shape;20557;p89"/>
            <p:cNvSpPr/>
            <p:nvPr/>
          </p:nvSpPr>
          <p:spPr>
            <a:xfrm>
              <a:off x="5343667" y="3012537"/>
              <a:ext cx="239622" cy="239045"/>
            </a:xfrm>
            <a:custGeom>
              <a:rect b="b" l="l" r="r" t="t"/>
              <a:pathLst>
                <a:path extrusionOk="0" h="9123" w="9145">
                  <a:moveTo>
                    <a:pt x="7806" y="0"/>
                  </a:moveTo>
                  <a:lnTo>
                    <a:pt x="0" y="7805"/>
                  </a:lnTo>
                  <a:cubicBezTo>
                    <a:pt x="269" y="7959"/>
                    <a:pt x="365" y="8300"/>
                    <a:pt x="216" y="8568"/>
                  </a:cubicBezTo>
                  <a:cubicBezTo>
                    <a:pt x="168" y="8655"/>
                    <a:pt x="183" y="8761"/>
                    <a:pt x="255" y="8833"/>
                  </a:cubicBezTo>
                  <a:lnTo>
                    <a:pt x="480" y="9058"/>
                  </a:lnTo>
                  <a:cubicBezTo>
                    <a:pt x="521" y="9101"/>
                    <a:pt x="576" y="9123"/>
                    <a:pt x="632" y="9123"/>
                  </a:cubicBezTo>
                  <a:cubicBezTo>
                    <a:pt x="688" y="9123"/>
                    <a:pt x="744" y="9101"/>
                    <a:pt x="788" y="9058"/>
                  </a:cubicBezTo>
                  <a:lnTo>
                    <a:pt x="9063" y="783"/>
                  </a:lnTo>
                  <a:cubicBezTo>
                    <a:pt x="9145" y="701"/>
                    <a:pt x="9145" y="562"/>
                    <a:pt x="9063" y="475"/>
                  </a:cubicBezTo>
                  <a:lnTo>
                    <a:pt x="8838" y="250"/>
                  </a:lnTo>
                  <a:cubicBezTo>
                    <a:pt x="8794" y="209"/>
                    <a:pt x="8739" y="188"/>
                    <a:pt x="8682" y="188"/>
                  </a:cubicBezTo>
                  <a:cubicBezTo>
                    <a:pt x="8645" y="188"/>
                    <a:pt x="8608" y="197"/>
                    <a:pt x="8574" y="216"/>
                  </a:cubicBezTo>
                  <a:cubicBezTo>
                    <a:pt x="8486" y="264"/>
                    <a:pt x="8392" y="286"/>
                    <a:pt x="8300" y="286"/>
                  </a:cubicBezTo>
                  <a:cubicBezTo>
                    <a:pt x="8102" y="286"/>
                    <a:pt x="7910" y="183"/>
                    <a:pt x="7806"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8" name="Google Shape;20558;p89"/>
            <p:cNvSpPr/>
            <p:nvPr/>
          </p:nvSpPr>
          <p:spPr>
            <a:xfrm>
              <a:off x="5412711" y="2898766"/>
              <a:ext cx="170709" cy="170133"/>
            </a:xfrm>
            <a:custGeom>
              <a:rect b="b" l="l" r="r" t="t"/>
              <a:pathLst>
                <a:path extrusionOk="0" h="6493" w="6515">
                  <a:moveTo>
                    <a:pt x="1520" y="0"/>
                  </a:moveTo>
                  <a:cubicBezTo>
                    <a:pt x="1464" y="0"/>
                    <a:pt x="1407" y="22"/>
                    <a:pt x="1364" y="65"/>
                  </a:cubicBezTo>
                  <a:lnTo>
                    <a:pt x="1" y="1428"/>
                  </a:lnTo>
                  <a:lnTo>
                    <a:pt x="5060" y="6493"/>
                  </a:lnTo>
                  <a:lnTo>
                    <a:pt x="6428" y="5129"/>
                  </a:lnTo>
                  <a:cubicBezTo>
                    <a:pt x="6515" y="5043"/>
                    <a:pt x="6515" y="4904"/>
                    <a:pt x="6428" y="4817"/>
                  </a:cubicBezTo>
                  <a:lnTo>
                    <a:pt x="6203" y="4592"/>
                  </a:lnTo>
                  <a:cubicBezTo>
                    <a:pt x="6159" y="4551"/>
                    <a:pt x="6104" y="4530"/>
                    <a:pt x="6047" y="4530"/>
                  </a:cubicBezTo>
                  <a:cubicBezTo>
                    <a:pt x="6010" y="4530"/>
                    <a:pt x="5973" y="4539"/>
                    <a:pt x="5939" y="4558"/>
                  </a:cubicBezTo>
                  <a:cubicBezTo>
                    <a:pt x="5846" y="4609"/>
                    <a:pt x="5753" y="4631"/>
                    <a:pt x="5662" y="4631"/>
                  </a:cubicBezTo>
                  <a:cubicBezTo>
                    <a:pt x="5264" y="4631"/>
                    <a:pt x="4938" y="4191"/>
                    <a:pt x="5161" y="3780"/>
                  </a:cubicBezTo>
                  <a:cubicBezTo>
                    <a:pt x="5209" y="3699"/>
                    <a:pt x="5195" y="3588"/>
                    <a:pt x="5127" y="3516"/>
                  </a:cubicBezTo>
                  <a:lnTo>
                    <a:pt x="4590" y="2979"/>
                  </a:lnTo>
                  <a:cubicBezTo>
                    <a:pt x="4546" y="2938"/>
                    <a:pt x="4489" y="2917"/>
                    <a:pt x="4432" y="2917"/>
                  </a:cubicBezTo>
                  <a:cubicBezTo>
                    <a:pt x="4395" y="2917"/>
                    <a:pt x="4358" y="2926"/>
                    <a:pt x="4326" y="2945"/>
                  </a:cubicBezTo>
                  <a:cubicBezTo>
                    <a:pt x="4233" y="2995"/>
                    <a:pt x="4139" y="3018"/>
                    <a:pt x="4049" y="3018"/>
                  </a:cubicBezTo>
                  <a:cubicBezTo>
                    <a:pt x="3648" y="3018"/>
                    <a:pt x="3325" y="2575"/>
                    <a:pt x="3548" y="2168"/>
                  </a:cubicBezTo>
                  <a:cubicBezTo>
                    <a:pt x="3596" y="2081"/>
                    <a:pt x="3582" y="1976"/>
                    <a:pt x="3514" y="1904"/>
                  </a:cubicBezTo>
                  <a:lnTo>
                    <a:pt x="2972" y="1361"/>
                  </a:lnTo>
                  <a:cubicBezTo>
                    <a:pt x="2932" y="1321"/>
                    <a:pt x="2875" y="1299"/>
                    <a:pt x="2818" y="1299"/>
                  </a:cubicBezTo>
                  <a:cubicBezTo>
                    <a:pt x="2780" y="1299"/>
                    <a:pt x="2742" y="1309"/>
                    <a:pt x="2708" y="1328"/>
                  </a:cubicBezTo>
                  <a:cubicBezTo>
                    <a:pt x="2616" y="1378"/>
                    <a:pt x="2522" y="1401"/>
                    <a:pt x="2432" y="1401"/>
                  </a:cubicBezTo>
                  <a:cubicBezTo>
                    <a:pt x="2034" y="1401"/>
                    <a:pt x="1711" y="962"/>
                    <a:pt x="1930" y="555"/>
                  </a:cubicBezTo>
                  <a:cubicBezTo>
                    <a:pt x="1983" y="468"/>
                    <a:pt x="1969" y="358"/>
                    <a:pt x="1897" y="291"/>
                  </a:cubicBezTo>
                  <a:lnTo>
                    <a:pt x="1676" y="65"/>
                  </a:lnTo>
                  <a:cubicBezTo>
                    <a:pt x="1633" y="22"/>
                    <a:pt x="1576" y="0"/>
                    <a:pt x="152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9" name="Google Shape;20559;p89"/>
            <p:cNvSpPr/>
            <p:nvPr/>
          </p:nvSpPr>
          <p:spPr>
            <a:xfrm>
              <a:off x="5278266" y="2979601"/>
              <a:ext cx="223769" cy="223481"/>
            </a:xfrm>
            <a:custGeom>
              <a:rect b="b" l="l" r="r" t="t"/>
              <a:pathLst>
                <a:path extrusionOk="0" h="8529" w="8540">
                  <a:moveTo>
                    <a:pt x="4954" y="1"/>
                  </a:moveTo>
                  <a:cubicBezTo>
                    <a:pt x="4938" y="1"/>
                    <a:pt x="4923" y="7"/>
                    <a:pt x="4911" y="19"/>
                  </a:cubicBezTo>
                  <a:lnTo>
                    <a:pt x="24" y="4910"/>
                  </a:lnTo>
                  <a:cubicBezTo>
                    <a:pt x="0" y="4934"/>
                    <a:pt x="0" y="4972"/>
                    <a:pt x="24" y="4996"/>
                  </a:cubicBezTo>
                  <a:lnTo>
                    <a:pt x="3543" y="8510"/>
                  </a:lnTo>
                  <a:cubicBezTo>
                    <a:pt x="3552" y="8522"/>
                    <a:pt x="3568" y="8528"/>
                    <a:pt x="3584" y="8528"/>
                  </a:cubicBezTo>
                  <a:cubicBezTo>
                    <a:pt x="3600"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0" name="Google Shape;20560;p89"/>
            <p:cNvSpPr/>
            <p:nvPr/>
          </p:nvSpPr>
          <p:spPr>
            <a:xfrm>
              <a:off x="5357240" y="2979601"/>
              <a:ext cx="144795" cy="223481"/>
            </a:xfrm>
            <a:custGeom>
              <a:rect b="b" l="l" r="r" t="t"/>
              <a:pathLst>
                <a:path extrusionOk="0" h="8529" w="5526">
                  <a:moveTo>
                    <a:pt x="1940" y="1"/>
                  </a:moveTo>
                  <a:cubicBezTo>
                    <a:pt x="1924" y="1"/>
                    <a:pt x="1909" y="7"/>
                    <a:pt x="1897" y="19"/>
                  </a:cubicBezTo>
                  <a:lnTo>
                    <a:pt x="922" y="998"/>
                  </a:lnTo>
                  <a:lnTo>
                    <a:pt x="3908" y="3988"/>
                  </a:lnTo>
                  <a:cubicBezTo>
                    <a:pt x="3932" y="4012"/>
                    <a:pt x="3932" y="4051"/>
                    <a:pt x="3908" y="4075"/>
                  </a:cubicBezTo>
                  <a:lnTo>
                    <a:pt x="1" y="7982"/>
                  </a:lnTo>
                  <a:lnTo>
                    <a:pt x="529" y="8510"/>
                  </a:lnTo>
                  <a:cubicBezTo>
                    <a:pt x="541" y="8522"/>
                    <a:pt x="556" y="8528"/>
                    <a:pt x="572" y="8528"/>
                  </a:cubicBezTo>
                  <a:cubicBezTo>
                    <a:pt x="588" y="8528"/>
                    <a:pt x="603" y="8522"/>
                    <a:pt x="615" y="8510"/>
                  </a:cubicBezTo>
                  <a:lnTo>
                    <a:pt x="5502" y="3624"/>
                  </a:lnTo>
                  <a:cubicBezTo>
                    <a:pt x="5526" y="3600"/>
                    <a:pt x="5526" y="3561"/>
                    <a:pt x="5502" y="3537"/>
                  </a:cubicBezTo>
                  <a:lnTo>
                    <a:pt x="1983" y="19"/>
                  </a:lnTo>
                  <a:cubicBezTo>
                    <a:pt x="1971" y="7"/>
                    <a:pt x="1956" y="1"/>
                    <a:pt x="194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1" name="Google Shape;20561;p89"/>
            <p:cNvSpPr/>
            <p:nvPr/>
          </p:nvSpPr>
          <p:spPr>
            <a:xfrm>
              <a:off x="5318880" y="3083887"/>
              <a:ext cx="71847" cy="69987"/>
            </a:xfrm>
            <a:custGeom>
              <a:rect b="b" l="l" r="r" t="t"/>
              <a:pathLst>
                <a:path extrusionOk="0" h="2671" w="2742">
                  <a:moveTo>
                    <a:pt x="1400" y="0"/>
                  </a:moveTo>
                  <a:cubicBezTo>
                    <a:pt x="1330" y="0"/>
                    <a:pt x="1247" y="39"/>
                    <a:pt x="1196" y="90"/>
                  </a:cubicBezTo>
                  <a:cubicBezTo>
                    <a:pt x="1148" y="128"/>
                    <a:pt x="1134" y="191"/>
                    <a:pt x="1158" y="244"/>
                  </a:cubicBezTo>
                  <a:lnTo>
                    <a:pt x="2233" y="2188"/>
                  </a:lnTo>
                  <a:lnTo>
                    <a:pt x="289" y="1117"/>
                  </a:lnTo>
                  <a:cubicBezTo>
                    <a:pt x="270" y="1108"/>
                    <a:pt x="251" y="1104"/>
                    <a:pt x="232" y="1104"/>
                  </a:cubicBezTo>
                  <a:cubicBezTo>
                    <a:pt x="191" y="1104"/>
                    <a:pt x="153" y="1123"/>
                    <a:pt x="130" y="1156"/>
                  </a:cubicBezTo>
                  <a:cubicBezTo>
                    <a:pt x="54" y="1232"/>
                    <a:pt x="1" y="1376"/>
                    <a:pt x="73" y="1448"/>
                  </a:cubicBezTo>
                  <a:cubicBezTo>
                    <a:pt x="78" y="1453"/>
                    <a:pt x="87" y="1463"/>
                    <a:pt x="97" y="1468"/>
                  </a:cubicBezTo>
                  <a:lnTo>
                    <a:pt x="2343" y="2653"/>
                  </a:lnTo>
                  <a:cubicBezTo>
                    <a:pt x="2367" y="2665"/>
                    <a:pt x="2391" y="2670"/>
                    <a:pt x="2417" y="2670"/>
                  </a:cubicBezTo>
                  <a:cubicBezTo>
                    <a:pt x="2485" y="2670"/>
                    <a:pt x="2557" y="2631"/>
                    <a:pt x="2617" y="2572"/>
                  </a:cubicBezTo>
                  <a:cubicBezTo>
                    <a:pt x="2698" y="2495"/>
                    <a:pt x="2742" y="2380"/>
                    <a:pt x="2698" y="2298"/>
                  </a:cubicBezTo>
                  <a:lnTo>
                    <a:pt x="1508" y="61"/>
                  </a:lnTo>
                  <a:cubicBezTo>
                    <a:pt x="1503" y="52"/>
                    <a:pt x="1494" y="42"/>
                    <a:pt x="1489" y="32"/>
                  </a:cubicBezTo>
                  <a:cubicBezTo>
                    <a:pt x="1466" y="10"/>
                    <a:pt x="1435" y="0"/>
                    <a:pt x="14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2" name="Google Shape;20562;p89"/>
            <p:cNvSpPr/>
            <p:nvPr/>
          </p:nvSpPr>
          <p:spPr>
            <a:xfrm>
              <a:off x="5362664" y="3068584"/>
              <a:ext cx="56493" cy="54920"/>
            </a:xfrm>
            <a:custGeom>
              <a:rect b="b" l="l" r="r" t="t"/>
              <a:pathLst>
                <a:path extrusionOk="0" h="2096" w="2156">
                  <a:moveTo>
                    <a:pt x="272" y="1"/>
                  </a:moveTo>
                  <a:cubicBezTo>
                    <a:pt x="219" y="1"/>
                    <a:pt x="160" y="36"/>
                    <a:pt x="115" y="84"/>
                  </a:cubicBezTo>
                  <a:cubicBezTo>
                    <a:pt x="43" y="151"/>
                    <a:pt x="0" y="252"/>
                    <a:pt x="63" y="314"/>
                  </a:cubicBezTo>
                  <a:lnTo>
                    <a:pt x="1815" y="2066"/>
                  </a:lnTo>
                  <a:cubicBezTo>
                    <a:pt x="1837" y="2086"/>
                    <a:pt x="1863" y="2095"/>
                    <a:pt x="1892" y="2095"/>
                  </a:cubicBezTo>
                  <a:cubicBezTo>
                    <a:pt x="1944" y="2095"/>
                    <a:pt x="2003" y="2065"/>
                    <a:pt x="2050" y="2018"/>
                  </a:cubicBezTo>
                  <a:cubicBezTo>
                    <a:pt x="2122" y="1946"/>
                    <a:pt x="2156" y="1845"/>
                    <a:pt x="2098" y="1783"/>
                  </a:cubicBezTo>
                  <a:lnTo>
                    <a:pt x="346" y="31"/>
                  </a:lnTo>
                  <a:cubicBezTo>
                    <a:pt x="325" y="10"/>
                    <a:pt x="299" y="1"/>
                    <a:pt x="2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3" name="Google Shape;20563;p89"/>
            <p:cNvSpPr/>
            <p:nvPr/>
          </p:nvSpPr>
          <p:spPr>
            <a:xfrm>
              <a:off x="5381268" y="3032425"/>
              <a:ext cx="57383" cy="72764"/>
            </a:xfrm>
            <a:custGeom>
              <a:rect b="b" l="l" r="r" t="t"/>
              <a:pathLst>
                <a:path extrusionOk="0" h="2777" w="2190">
                  <a:moveTo>
                    <a:pt x="1130" y="403"/>
                  </a:moveTo>
                  <a:cubicBezTo>
                    <a:pt x="1242" y="403"/>
                    <a:pt x="1360" y="458"/>
                    <a:pt x="1479" y="576"/>
                  </a:cubicBezTo>
                  <a:lnTo>
                    <a:pt x="1508" y="609"/>
                  </a:lnTo>
                  <a:cubicBezTo>
                    <a:pt x="1743" y="844"/>
                    <a:pt x="1734" y="1075"/>
                    <a:pt x="1537" y="1267"/>
                  </a:cubicBezTo>
                  <a:lnTo>
                    <a:pt x="1210" y="1598"/>
                  </a:lnTo>
                  <a:lnTo>
                    <a:pt x="490" y="878"/>
                  </a:lnTo>
                  <a:lnTo>
                    <a:pt x="821" y="552"/>
                  </a:lnTo>
                  <a:cubicBezTo>
                    <a:pt x="918" y="455"/>
                    <a:pt x="1022" y="403"/>
                    <a:pt x="1130" y="403"/>
                  </a:cubicBezTo>
                  <a:close/>
                  <a:moveTo>
                    <a:pt x="1167" y="1"/>
                  </a:moveTo>
                  <a:cubicBezTo>
                    <a:pt x="956" y="1"/>
                    <a:pt x="760" y="109"/>
                    <a:pt x="586" y="283"/>
                  </a:cubicBezTo>
                  <a:lnTo>
                    <a:pt x="68" y="796"/>
                  </a:lnTo>
                  <a:cubicBezTo>
                    <a:pt x="5" y="849"/>
                    <a:pt x="1" y="936"/>
                    <a:pt x="49" y="998"/>
                  </a:cubicBezTo>
                  <a:lnTo>
                    <a:pt x="1801" y="2745"/>
                  </a:lnTo>
                  <a:cubicBezTo>
                    <a:pt x="1823" y="2767"/>
                    <a:pt x="1849" y="2777"/>
                    <a:pt x="1878" y="2777"/>
                  </a:cubicBezTo>
                  <a:cubicBezTo>
                    <a:pt x="1930" y="2777"/>
                    <a:pt x="1989" y="2744"/>
                    <a:pt x="2036" y="2697"/>
                  </a:cubicBezTo>
                  <a:cubicBezTo>
                    <a:pt x="2108" y="2625"/>
                    <a:pt x="2142" y="2524"/>
                    <a:pt x="2084" y="2467"/>
                  </a:cubicBezTo>
                  <a:lnTo>
                    <a:pt x="1426" y="1814"/>
                  </a:lnTo>
                  <a:lnTo>
                    <a:pt x="1758" y="1483"/>
                  </a:lnTo>
                  <a:cubicBezTo>
                    <a:pt x="2089" y="1152"/>
                    <a:pt x="2190" y="729"/>
                    <a:pt x="1767" y="302"/>
                  </a:cubicBezTo>
                  <a:lnTo>
                    <a:pt x="1748" y="283"/>
                  </a:lnTo>
                  <a:cubicBezTo>
                    <a:pt x="1548" y="85"/>
                    <a:pt x="1352" y="1"/>
                    <a:pt x="1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4" name="Google Shape;20564;p89"/>
            <p:cNvSpPr/>
            <p:nvPr/>
          </p:nvSpPr>
          <p:spPr>
            <a:xfrm>
              <a:off x="5223660" y="2893473"/>
              <a:ext cx="365551" cy="363271"/>
            </a:xfrm>
            <a:custGeom>
              <a:rect b="b" l="l" r="r" t="t"/>
              <a:pathLst>
                <a:path extrusionOk="0" h="13864" w="13951">
                  <a:moveTo>
                    <a:pt x="8738" y="407"/>
                  </a:moveTo>
                  <a:cubicBezTo>
                    <a:pt x="8742" y="407"/>
                    <a:pt x="8747" y="409"/>
                    <a:pt x="8752" y="411"/>
                  </a:cubicBezTo>
                  <a:lnTo>
                    <a:pt x="8973" y="637"/>
                  </a:lnTo>
                  <a:cubicBezTo>
                    <a:pt x="8982" y="642"/>
                    <a:pt x="8982" y="651"/>
                    <a:pt x="8973" y="661"/>
                  </a:cubicBezTo>
                  <a:cubicBezTo>
                    <a:pt x="8675" y="1213"/>
                    <a:pt x="9112" y="1810"/>
                    <a:pt x="9651" y="1810"/>
                  </a:cubicBezTo>
                  <a:cubicBezTo>
                    <a:pt x="9773" y="1810"/>
                    <a:pt x="9899" y="1780"/>
                    <a:pt x="10024" y="1712"/>
                  </a:cubicBezTo>
                  <a:cubicBezTo>
                    <a:pt x="10029" y="1710"/>
                    <a:pt x="10033" y="1708"/>
                    <a:pt x="10038" y="1708"/>
                  </a:cubicBezTo>
                  <a:cubicBezTo>
                    <a:pt x="10043" y="1708"/>
                    <a:pt x="10048" y="1710"/>
                    <a:pt x="10053" y="1712"/>
                  </a:cubicBezTo>
                  <a:lnTo>
                    <a:pt x="10590" y="2250"/>
                  </a:lnTo>
                  <a:cubicBezTo>
                    <a:pt x="10595" y="2259"/>
                    <a:pt x="10595" y="2269"/>
                    <a:pt x="10590" y="2274"/>
                  </a:cubicBezTo>
                  <a:cubicBezTo>
                    <a:pt x="10289" y="2829"/>
                    <a:pt x="10728" y="3424"/>
                    <a:pt x="11267" y="3424"/>
                  </a:cubicBezTo>
                  <a:cubicBezTo>
                    <a:pt x="11389" y="3424"/>
                    <a:pt x="11517" y="3393"/>
                    <a:pt x="11642" y="3325"/>
                  </a:cubicBezTo>
                  <a:cubicBezTo>
                    <a:pt x="11644" y="3322"/>
                    <a:pt x="11648" y="3321"/>
                    <a:pt x="11652" y="3321"/>
                  </a:cubicBezTo>
                  <a:cubicBezTo>
                    <a:pt x="11656" y="3321"/>
                    <a:pt x="11661" y="3322"/>
                    <a:pt x="11666" y="3325"/>
                  </a:cubicBezTo>
                  <a:lnTo>
                    <a:pt x="12208" y="3867"/>
                  </a:lnTo>
                  <a:cubicBezTo>
                    <a:pt x="12213" y="3872"/>
                    <a:pt x="12213" y="3882"/>
                    <a:pt x="12208" y="3891"/>
                  </a:cubicBezTo>
                  <a:cubicBezTo>
                    <a:pt x="11917" y="4442"/>
                    <a:pt x="12352" y="5029"/>
                    <a:pt x="12888" y="5029"/>
                  </a:cubicBezTo>
                  <a:cubicBezTo>
                    <a:pt x="13006" y="5029"/>
                    <a:pt x="13129" y="5001"/>
                    <a:pt x="13250" y="4938"/>
                  </a:cubicBezTo>
                  <a:cubicBezTo>
                    <a:pt x="13254" y="4935"/>
                    <a:pt x="13259" y="4934"/>
                    <a:pt x="13263" y="4934"/>
                  </a:cubicBezTo>
                  <a:cubicBezTo>
                    <a:pt x="13268" y="4934"/>
                    <a:pt x="13271" y="4935"/>
                    <a:pt x="13274" y="4938"/>
                  </a:cubicBezTo>
                  <a:lnTo>
                    <a:pt x="13499" y="5163"/>
                  </a:lnTo>
                  <a:cubicBezTo>
                    <a:pt x="13504" y="5168"/>
                    <a:pt x="13504" y="5178"/>
                    <a:pt x="13499" y="5187"/>
                  </a:cubicBezTo>
                  <a:lnTo>
                    <a:pt x="12275" y="6411"/>
                  </a:lnTo>
                  <a:lnTo>
                    <a:pt x="11910" y="6042"/>
                  </a:lnTo>
                  <a:cubicBezTo>
                    <a:pt x="11866" y="5997"/>
                    <a:pt x="11816" y="5978"/>
                    <a:pt x="11768" y="5978"/>
                  </a:cubicBezTo>
                  <a:cubicBezTo>
                    <a:pt x="11610" y="5978"/>
                    <a:pt x="11475" y="6182"/>
                    <a:pt x="11622" y="6330"/>
                  </a:cubicBezTo>
                  <a:lnTo>
                    <a:pt x="11992" y="6695"/>
                  </a:lnTo>
                  <a:lnTo>
                    <a:pt x="5224" y="13458"/>
                  </a:lnTo>
                  <a:cubicBezTo>
                    <a:pt x="5221" y="13461"/>
                    <a:pt x="5218" y="13462"/>
                    <a:pt x="5214" y="13462"/>
                  </a:cubicBezTo>
                  <a:cubicBezTo>
                    <a:pt x="5210" y="13462"/>
                    <a:pt x="5207" y="13461"/>
                    <a:pt x="5204" y="13458"/>
                  </a:cubicBezTo>
                  <a:lnTo>
                    <a:pt x="4979" y="13232"/>
                  </a:lnTo>
                  <a:cubicBezTo>
                    <a:pt x="4974" y="13228"/>
                    <a:pt x="4974" y="13218"/>
                    <a:pt x="4979" y="13208"/>
                  </a:cubicBezTo>
                  <a:cubicBezTo>
                    <a:pt x="5256" y="12692"/>
                    <a:pt x="4881" y="12071"/>
                    <a:pt x="4299" y="12071"/>
                  </a:cubicBezTo>
                  <a:cubicBezTo>
                    <a:pt x="4297" y="12071"/>
                    <a:pt x="4295" y="12071"/>
                    <a:pt x="4292" y="12071"/>
                  </a:cubicBezTo>
                  <a:cubicBezTo>
                    <a:pt x="4163" y="12071"/>
                    <a:pt x="4038" y="12100"/>
                    <a:pt x="3928" y="12157"/>
                  </a:cubicBezTo>
                  <a:cubicBezTo>
                    <a:pt x="3925" y="12162"/>
                    <a:pt x="3922" y="12164"/>
                    <a:pt x="3917" y="12164"/>
                  </a:cubicBezTo>
                  <a:cubicBezTo>
                    <a:pt x="3913" y="12164"/>
                    <a:pt x="3908" y="12162"/>
                    <a:pt x="3904" y="12157"/>
                  </a:cubicBezTo>
                  <a:lnTo>
                    <a:pt x="3366" y="11620"/>
                  </a:lnTo>
                  <a:cubicBezTo>
                    <a:pt x="3361" y="11610"/>
                    <a:pt x="3361" y="11605"/>
                    <a:pt x="3366" y="11596"/>
                  </a:cubicBezTo>
                  <a:cubicBezTo>
                    <a:pt x="3660" y="11042"/>
                    <a:pt x="3222" y="10450"/>
                    <a:pt x="2683" y="10450"/>
                  </a:cubicBezTo>
                  <a:cubicBezTo>
                    <a:pt x="2563" y="10450"/>
                    <a:pt x="2438" y="10479"/>
                    <a:pt x="2315" y="10544"/>
                  </a:cubicBezTo>
                  <a:cubicBezTo>
                    <a:pt x="2312" y="10549"/>
                    <a:pt x="2309" y="10552"/>
                    <a:pt x="2304" y="10552"/>
                  </a:cubicBezTo>
                  <a:cubicBezTo>
                    <a:pt x="2300" y="10552"/>
                    <a:pt x="2295" y="10549"/>
                    <a:pt x="2291" y="10544"/>
                  </a:cubicBezTo>
                  <a:lnTo>
                    <a:pt x="1753" y="10007"/>
                  </a:lnTo>
                  <a:cubicBezTo>
                    <a:pt x="1748" y="9997"/>
                    <a:pt x="1748" y="9992"/>
                    <a:pt x="1753" y="9983"/>
                  </a:cubicBezTo>
                  <a:cubicBezTo>
                    <a:pt x="2048" y="9429"/>
                    <a:pt x="1610" y="8837"/>
                    <a:pt x="1070" y="8837"/>
                  </a:cubicBezTo>
                  <a:cubicBezTo>
                    <a:pt x="950" y="8837"/>
                    <a:pt x="825" y="8866"/>
                    <a:pt x="702" y="8931"/>
                  </a:cubicBezTo>
                  <a:cubicBezTo>
                    <a:pt x="699" y="8936"/>
                    <a:pt x="696" y="8939"/>
                    <a:pt x="692" y="8939"/>
                  </a:cubicBezTo>
                  <a:cubicBezTo>
                    <a:pt x="687" y="8939"/>
                    <a:pt x="683" y="8936"/>
                    <a:pt x="678" y="8931"/>
                  </a:cubicBezTo>
                  <a:lnTo>
                    <a:pt x="452" y="8711"/>
                  </a:lnTo>
                  <a:cubicBezTo>
                    <a:pt x="447" y="8701"/>
                    <a:pt x="447" y="8691"/>
                    <a:pt x="452" y="8687"/>
                  </a:cubicBezTo>
                  <a:lnTo>
                    <a:pt x="7221" y="1918"/>
                  </a:lnTo>
                  <a:lnTo>
                    <a:pt x="7605" y="2307"/>
                  </a:lnTo>
                  <a:cubicBezTo>
                    <a:pt x="7649" y="2352"/>
                    <a:pt x="7699" y="2371"/>
                    <a:pt x="7747" y="2371"/>
                  </a:cubicBezTo>
                  <a:cubicBezTo>
                    <a:pt x="7904" y="2371"/>
                    <a:pt x="8040" y="2167"/>
                    <a:pt x="7893" y="2019"/>
                  </a:cubicBezTo>
                  <a:lnTo>
                    <a:pt x="7504" y="1635"/>
                  </a:lnTo>
                  <a:lnTo>
                    <a:pt x="8728" y="411"/>
                  </a:lnTo>
                  <a:cubicBezTo>
                    <a:pt x="8730" y="409"/>
                    <a:pt x="8734" y="407"/>
                    <a:pt x="8738" y="407"/>
                  </a:cubicBezTo>
                  <a:close/>
                  <a:moveTo>
                    <a:pt x="8734" y="1"/>
                  </a:moveTo>
                  <a:cubicBezTo>
                    <a:pt x="8627" y="1"/>
                    <a:pt x="8519" y="41"/>
                    <a:pt x="8435" y="123"/>
                  </a:cubicBezTo>
                  <a:lnTo>
                    <a:pt x="164" y="8399"/>
                  </a:lnTo>
                  <a:cubicBezTo>
                    <a:pt x="1" y="8562"/>
                    <a:pt x="1" y="8826"/>
                    <a:pt x="164" y="8994"/>
                  </a:cubicBezTo>
                  <a:lnTo>
                    <a:pt x="390" y="9220"/>
                  </a:lnTo>
                  <a:cubicBezTo>
                    <a:pt x="471" y="9298"/>
                    <a:pt x="578" y="9340"/>
                    <a:pt x="686" y="9340"/>
                  </a:cubicBezTo>
                  <a:cubicBezTo>
                    <a:pt x="755" y="9340"/>
                    <a:pt x="825" y="9322"/>
                    <a:pt x="889" y="9287"/>
                  </a:cubicBezTo>
                  <a:cubicBezTo>
                    <a:pt x="949" y="9255"/>
                    <a:pt x="1009" y="9241"/>
                    <a:pt x="1067" y="9241"/>
                  </a:cubicBezTo>
                  <a:cubicBezTo>
                    <a:pt x="1326" y="9241"/>
                    <a:pt x="1534" y="9524"/>
                    <a:pt x="1393" y="9791"/>
                  </a:cubicBezTo>
                  <a:cubicBezTo>
                    <a:pt x="1302" y="9954"/>
                    <a:pt x="1331" y="10156"/>
                    <a:pt x="1460" y="10290"/>
                  </a:cubicBezTo>
                  <a:lnTo>
                    <a:pt x="2003" y="10832"/>
                  </a:lnTo>
                  <a:cubicBezTo>
                    <a:pt x="2084" y="10911"/>
                    <a:pt x="2191" y="10953"/>
                    <a:pt x="2298" y="10953"/>
                  </a:cubicBezTo>
                  <a:cubicBezTo>
                    <a:pt x="2368" y="10953"/>
                    <a:pt x="2438" y="10935"/>
                    <a:pt x="2502" y="10900"/>
                  </a:cubicBezTo>
                  <a:cubicBezTo>
                    <a:pt x="2561" y="10868"/>
                    <a:pt x="2622" y="10854"/>
                    <a:pt x="2680" y="10854"/>
                  </a:cubicBezTo>
                  <a:cubicBezTo>
                    <a:pt x="2939" y="10854"/>
                    <a:pt x="3147" y="11137"/>
                    <a:pt x="3006" y="11404"/>
                  </a:cubicBezTo>
                  <a:cubicBezTo>
                    <a:pt x="2915" y="11567"/>
                    <a:pt x="2943" y="11768"/>
                    <a:pt x="3073" y="11903"/>
                  </a:cubicBezTo>
                  <a:lnTo>
                    <a:pt x="3616" y="12445"/>
                  </a:lnTo>
                  <a:cubicBezTo>
                    <a:pt x="3697" y="12524"/>
                    <a:pt x="3804" y="12566"/>
                    <a:pt x="3911" y="12566"/>
                  </a:cubicBezTo>
                  <a:cubicBezTo>
                    <a:pt x="3981" y="12566"/>
                    <a:pt x="4051" y="12548"/>
                    <a:pt x="4115" y="12512"/>
                  </a:cubicBezTo>
                  <a:cubicBezTo>
                    <a:pt x="4174" y="12481"/>
                    <a:pt x="4235" y="12467"/>
                    <a:pt x="4293" y="12467"/>
                  </a:cubicBezTo>
                  <a:cubicBezTo>
                    <a:pt x="4552" y="12467"/>
                    <a:pt x="4760" y="12749"/>
                    <a:pt x="4619" y="13012"/>
                  </a:cubicBezTo>
                  <a:cubicBezTo>
                    <a:pt x="4528" y="13180"/>
                    <a:pt x="4556" y="13381"/>
                    <a:pt x="4686" y="13516"/>
                  </a:cubicBezTo>
                  <a:lnTo>
                    <a:pt x="4912" y="13741"/>
                  </a:lnTo>
                  <a:cubicBezTo>
                    <a:pt x="4993" y="13823"/>
                    <a:pt x="5101" y="13864"/>
                    <a:pt x="5209" y="13864"/>
                  </a:cubicBezTo>
                  <a:cubicBezTo>
                    <a:pt x="5317" y="13864"/>
                    <a:pt x="5425" y="13823"/>
                    <a:pt x="5507" y="13741"/>
                  </a:cubicBezTo>
                  <a:lnTo>
                    <a:pt x="13787" y="5471"/>
                  </a:lnTo>
                  <a:cubicBezTo>
                    <a:pt x="13950" y="5307"/>
                    <a:pt x="13950" y="5043"/>
                    <a:pt x="13787" y="4880"/>
                  </a:cubicBezTo>
                  <a:lnTo>
                    <a:pt x="13562" y="4654"/>
                  </a:lnTo>
                  <a:cubicBezTo>
                    <a:pt x="13480" y="4572"/>
                    <a:pt x="13371" y="4530"/>
                    <a:pt x="13261" y="4530"/>
                  </a:cubicBezTo>
                  <a:cubicBezTo>
                    <a:pt x="13191" y="4530"/>
                    <a:pt x="13121" y="4547"/>
                    <a:pt x="13058" y="4582"/>
                  </a:cubicBezTo>
                  <a:cubicBezTo>
                    <a:pt x="12997" y="4615"/>
                    <a:pt x="12936" y="4630"/>
                    <a:pt x="12878" y="4630"/>
                  </a:cubicBezTo>
                  <a:cubicBezTo>
                    <a:pt x="12620" y="4630"/>
                    <a:pt x="12413" y="4345"/>
                    <a:pt x="12554" y="4083"/>
                  </a:cubicBezTo>
                  <a:cubicBezTo>
                    <a:pt x="12650" y="3920"/>
                    <a:pt x="12621" y="3714"/>
                    <a:pt x="12486" y="3579"/>
                  </a:cubicBezTo>
                  <a:lnTo>
                    <a:pt x="11944" y="3037"/>
                  </a:lnTo>
                  <a:cubicBezTo>
                    <a:pt x="11865" y="2958"/>
                    <a:pt x="11758" y="2917"/>
                    <a:pt x="11648" y="2917"/>
                  </a:cubicBezTo>
                  <a:cubicBezTo>
                    <a:pt x="11578" y="2917"/>
                    <a:pt x="11506" y="2934"/>
                    <a:pt x="11440" y="2970"/>
                  </a:cubicBezTo>
                  <a:cubicBezTo>
                    <a:pt x="11381" y="3001"/>
                    <a:pt x="11321" y="3015"/>
                    <a:pt x="11264" y="3015"/>
                  </a:cubicBezTo>
                  <a:cubicBezTo>
                    <a:pt x="11008" y="3015"/>
                    <a:pt x="10799" y="2733"/>
                    <a:pt x="10941" y="2470"/>
                  </a:cubicBezTo>
                  <a:cubicBezTo>
                    <a:pt x="11032" y="2302"/>
                    <a:pt x="11003" y="2096"/>
                    <a:pt x="10869" y="1966"/>
                  </a:cubicBezTo>
                  <a:lnTo>
                    <a:pt x="10331" y="1424"/>
                  </a:lnTo>
                  <a:cubicBezTo>
                    <a:pt x="10250" y="1343"/>
                    <a:pt x="10143" y="1300"/>
                    <a:pt x="10034" y="1300"/>
                  </a:cubicBezTo>
                  <a:cubicBezTo>
                    <a:pt x="9963" y="1300"/>
                    <a:pt x="9892" y="1319"/>
                    <a:pt x="9827" y="1357"/>
                  </a:cubicBezTo>
                  <a:cubicBezTo>
                    <a:pt x="9768" y="1388"/>
                    <a:pt x="9708" y="1402"/>
                    <a:pt x="9651" y="1402"/>
                  </a:cubicBezTo>
                  <a:cubicBezTo>
                    <a:pt x="9393" y="1402"/>
                    <a:pt x="9182" y="1120"/>
                    <a:pt x="9323" y="853"/>
                  </a:cubicBezTo>
                  <a:cubicBezTo>
                    <a:pt x="9419" y="690"/>
                    <a:pt x="9390" y="483"/>
                    <a:pt x="9256" y="349"/>
                  </a:cubicBezTo>
                  <a:lnTo>
                    <a:pt x="9030" y="123"/>
                  </a:lnTo>
                  <a:cubicBezTo>
                    <a:pt x="8949" y="41"/>
                    <a:pt x="8842" y="1"/>
                    <a:pt x="87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5" name="Google Shape;20565;p89"/>
            <p:cNvSpPr/>
            <p:nvPr/>
          </p:nvSpPr>
          <p:spPr>
            <a:xfrm>
              <a:off x="5326478" y="3029857"/>
              <a:ext cx="181348" cy="178491"/>
            </a:xfrm>
            <a:custGeom>
              <a:rect b="b" l="l" r="r" t="t"/>
              <a:pathLst>
                <a:path extrusionOk="0" h="6812" w="6921">
                  <a:moveTo>
                    <a:pt x="5264" y="1"/>
                  </a:moveTo>
                  <a:cubicBezTo>
                    <a:pt x="5109" y="1"/>
                    <a:pt x="4973" y="205"/>
                    <a:pt x="5121" y="352"/>
                  </a:cubicBezTo>
                  <a:lnTo>
                    <a:pt x="6431" y="1662"/>
                  </a:lnTo>
                  <a:lnTo>
                    <a:pt x="1746" y="6352"/>
                  </a:lnTo>
                  <a:lnTo>
                    <a:pt x="431" y="5037"/>
                  </a:lnTo>
                  <a:cubicBezTo>
                    <a:pt x="386" y="4992"/>
                    <a:pt x="337" y="4974"/>
                    <a:pt x="289" y="4974"/>
                  </a:cubicBezTo>
                  <a:cubicBezTo>
                    <a:pt x="133" y="4974"/>
                    <a:pt x="0" y="5178"/>
                    <a:pt x="148" y="5325"/>
                  </a:cubicBezTo>
                  <a:lnTo>
                    <a:pt x="1559" y="6736"/>
                  </a:lnTo>
                  <a:cubicBezTo>
                    <a:pt x="1609" y="6787"/>
                    <a:pt x="1676" y="6812"/>
                    <a:pt x="1744" y="6812"/>
                  </a:cubicBezTo>
                  <a:cubicBezTo>
                    <a:pt x="1811" y="6812"/>
                    <a:pt x="1878" y="6787"/>
                    <a:pt x="1928" y="6736"/>
                  </a:cubicBezTo>
                  <a:lnTo>
                    <a:pt x="6820" y="1850"/>
                  </a:lnTo>
                  <a:cubicBezTo>
                    <a:pt x="6921" y="1744"/>
                    <a:pt x="6921" y="1581"/>
                    <a:pt x="6820" y="1475"/>
                  </a:cubicBezTo>
                  <a:lnTo>
                    <a:pt x="5404" y="64"/>
                  </a:lnTo>
                  <a:cubicBezTo>
                    <a:pt x="5360" y="19"/>
                    <a:pt x="5311" y="1"/>
                    <a:pt x="5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6" name="Google Shape;20566;p89"/>
            <p:cNvSpPr/>
            <p:nvPr/>
          </p:nvSpPr>
          <p:spPr>
            <a:xfrm>
              <a:off x="5272475" y="2974360"/>
              <a:ext cx="181636" cy="178832"/>
            </a:xfrm>
            <a:custGeom>
              <a:rect b="b" l="l" r="r" t="t"/>
              <a:pathLst>
                <a:path extrusionOk="0" h="6825" w="6932">
                  <a:moveTo>
                    <a:pt x="5177" y="0"/>
                  </a:moveTo>
                  <a:cubicBezTo>
                    <a:pt x="5110" y="0"/>
                    <a:pt x="5043" y="27"/>
                    <a:pt x="4993" y="79"/>
                  </a:cubicBezTo>
                  <a:lnTo>
                    <a:pt x="101" y="4966"/>
                  </a:lnTo>
                  <a:cubicBezTo>
                    <a:pt x="0" y="5067"/>
                    <a:pt x="0" y="5235"/>
                    <a:pt x="101" y="5340"/>
                  </a:cubicBezTo>
                  <a:lnTo>
                    <a:pt x="1527" y="6761"/>
                  </a:lnTo>
                  <a:cubicBezTo>
                    <a:pt x="1570" y="6806"/>
                    <a:pt x="1620" y="6825"/>
                    <a:pt x="1667" y="6825"/>
                  </a:cubicBezTo>
                  <a:cubicBezTo>
                    <a:pt x="1822" y="6825"/>
                    <a:pt x="1957" y="6622"/>
                    <a:pt x="1810" y="6478"/>
                  </a:cubicBezTo>
                  <a:lnTo>
                    <a:pt x="490" y="5153"/>
                  </a:lnTo>
                  <a:lnTo>
                    <a:pt x="5175" y="463"/>
                  </a:lnTo>
                  <a:lnTo>
                    <a:pt x="6500" y="1788"/>
                  </a:lnTo>
                  <a:cubicBezTo>
                    <a:pt x="6544" y="1832"/>
                    <a:pt x="6593" y="1850"/>
                    <a:pt x="6641" y="1850"/>
                  </a:cubicBezTo>
                  <a:cubicBezTo>
                    <a:pt x="6798" y="1850"/>
                    <a:pt x="6932" y="1648"/>
                    <a:pt x="6788" y="1500"/>
                  </a:cubicBezTo>
                  <a:lnTo>
                    <a:pt x="5362" y="79"/>
                  </a:lnTo>
                  <a:cubicBezTo>
                    <a:pt x="5312" y="27"/>
                    <a:pt x="5245" y="0"/>
                    <a:pt x="5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7" name="Google Shape;20567;p89"/>
            <p:cNvSpPr/>
            <p:nvPr/>
          </p:nvSpPr>
          <p:spPr>
            <a:xfrm>
              <a:off x="5495144" y="3020922"/>
              <a:ext cx="26622" cy="22167"/>
            </a:xfrm>
            <a:custGeom>
              <a:rect b="b" l="l" r="r" t="t"/>
              <a:pathLst>
                <a:path extrusionOk="0" h="846" w="1016">
                  <a:moveTo>
                    <a:pt x="292" y="0"/>
                  </a:moveTo>
                  <a:cubicBezTo>
                    <a:pt x="135" y="0"/>
                    <a:pt x="1" y="200"/>
                    <a:pt x="148" y="347"/>
                  </a:cubicBezTo>
                  <a:lnTo>
                    <a:pt x="580" y="784"/>
                  </a:lnTo>
                  <a:cubicBezTo>
                    <a:pt x="624" y="827"/>
                    <a:pt x="673" y="845"/>
                    <a:pt x="721" y="845"/>
                  </a:cubicBezTo>
                  <a:cubicBezTo>
                    <a:pt x="879" y="845"/>
                    <a:pt x="1015" y="644"/>
                    <a:pt x="868" y="496"/>
                  </a:cubicBezTo>
                  <a:lnTo>
                    <a:pt x="436" y="64"/>
                  </a:lnTo>
                  <a:cubicBezTo>
                    <a:pt x="391" y="19"/>
                    <a:pt x="340" y="0"/>
                    <a:pt x="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8" name="Google Shape;20568;p89"/>
            <p:cNvSpPr/>
            <p:nvPr/>
          </p:nvSpPr>
          <p:spPr>
            <a:xfrm>
              <a:off x="5465980" y="2991733"/>
              <a:ext cx="26360" cy="21931"/>
            </a:xfrm>
            <a:custGeom>
              <a:rect b="b" l="l" r="r" t="t"/>
              <a:pathLst>
                <a:path extrusionOk="0" h="837" w="1006">
                  <a:moveTo>
                    <a:pt x="291" y="0"/>
                  </a:moveTo>
                  <a:cubicBezTo>
                    <a:pt x="134" y="0"/>
                    <a:pt x="0" y="201"/>
                    <a:pt x="147" y="348"/>
                  </a:cubicBezTo>
                  <a:lnTo>
                    <a:pt x="574" y="775"/>
                  </a:lnTo>
                  <a:cubicBezTo>
                    <a:pt x="617" y="818"/>
                    <a:pt x="666" y="836"/>
                    <a:pt x="713" y="836"/>
                  </a:cubicBezTo>
                  <a:cubicBezTo>
                    <a:pt x="869" y="836"/>
                    <a:pt x="1005" y="635"/>
                    <a:pt x="857" y="487"/>
                  </a:cubicBezTo>
                  <a:lnTo>
                    <a:pt x="435" y="64"/>
                  </a:lnTo>
                  <a:cubicBezTo>
                    <a:pt x="390" y="19"/>
                    <a:pt x="340" y="0"/>
                    <a:pt x="2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9" name="Google Shape;20569;p89"/>
            <p:cNvSpPr/>
            <p:nvPr/>
          </p:nvSpPr>
          <p:spPr>
            <a:xfrm>
              <a:off x="5436791" y="2962543"/>
              <a:ext cx="26596" cy="22115"/>
            </a:xfrm>
            <a:custGeom>
              <a:rect b="b" l="l" r="r" t="t"/>
              <a:pathLst>
                <a:path extrusionOk="0" h="844" w="1015">
                  <a:moveTo>
                    <a:pt x="292" y="1"/>
                  </a:moveTo>
                  <a:cubicBezTo>
                    <a:pt x="135" y="1"/>
                    <a:pt x="0" y="201"/>
                    <a:pt x="147" y="348"/>
                  </a:cubicBezTo>
                  <a:lnTo>
                    <a:pt x="579" y="780"/>
                  </a:lnTo>
                  <a:cubicBezTo>
                    <a:pt x="624" y="825"/>
                    <a:pt x="674" y="843"/>
                    <a:pt x="722" y="843"/>
                  </a:cubicBezTo>
                  <a:cubicBezTo>
                    <a:pt x="879" y="843"/>
                    <a:pt x="1015" y="640"/>
                    <a:pt x="867" y="497"/>
                  </a:cubicBezTo>
                  <a:lnTo>
                    <a:pt x="435" y="65"/>
                  </a:lnTo>
                  <a:cubicBezTo>
                    <a:pt x="390" y="20"/>
                    <a:pt x="340" y="1"/>
                    <a:pt x="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0" name="Google Shape;20570;p89"/>
          <p:cNvGrpSpPr/>
          <p:nvPr/>
        </p:nvGrpSpPr>
        <p:grpSpPr>
          <a:xfrm>
            <a:off x="4864057" y="2893421"/>
            <a:ext cx="166700" cy="363271"/>
            <a:chOff x="4864057" y="2893421"/>
            <a:chExt cx="166700" cy="363271"/>
          </a:xfrm>
        </p:grpSpPr>
        <p:sp>
          <p:nvSpPr>
            <p:cNvPr id="20571" name="Google Shape;20571;p89"/>
            <p:cNvSpPr/>
            <p:nvPr/>
          </p:nvSpPr>
          <p:spPr>
            <a:xfrm>
              <a:off x="4864057" y="3055562"/>
              <a:ext cx="166700" cy="195968"/>
            </a:xfrm>
            <a:custGeom>
              <a:rect b="b" l="l" r="r" t="t"/>
              <a:pathLst>
                <a:path extrusionOk="0" h="7479" w="6362">
                  <a:moveTo>
                    <a:pt x="1054" y="1"/>
                  </a:moveTo>
                  <a:cubicBezTo>
                    <a:pt x="666" y="1"/>
                    <a:pt x="579" y="995"/>
                    <a:pt x="1340" y="2563"/>
                  </a:cubicBezTo>
                  <a:cubicBezTo>
                    <a:pt x="1667" y="3264"/>
                    <a:pt x="1345" y="3206"/>
                    <a:pt x="678" y="4147"/>
                  </a:cubicBezTo>
                  <a:cubicBezTo>
                    <a:pt x="1" y="5098"/>
                    <a:pt x="399" y="7349"/>
                    <a:pt x="2848" y="7474"/>
                  </a:cubicBezTo>
                  <a:cubicBezTo>
                    <a:pt x="2924" y="7479"/>
                    <a:pt x="3068" y="7479"/>
                    <a:pt x="3145" y="7479"/>
                  </a:cubicBezTo>
                  <a:cubicBezTo>
                    <a:pt x="3227" y="7479"/>
                    <a:pt x="3352" y="7479"/>
                    <a:pt x="3428" y="7474"/>
                  </a:cubicBezTo>
                  <a:cubicBezTo>
                    <a:pt x="5876" y="7349"/>
                    <a:pt x="6361" y="5040"/>
                    <a:pt x="5622" y="4147"/>
                  </a:cubicBezTo>
                  <a:cubicBezTo>
                    <a:pt x="5084" y="3523"/>
                    <a:pt x="4811" y="3341"/>
                    <a:pt x="4806" y="3029"/>
                  </a:cubicBezTo>
                  <a:cubicBezTo>
                    <a:pt x="4801" y="2837"/>
                    <a:pt x="5800" y="1637"/>
                    <a:pt x="5430" y="984"/>
                  </a:cubicBezTo>
                  <a:cubicBezTo>
                    <a:pt x="5397" y="926"/>
                    <a:pt x="5357" y="901"/>
                    <a:pt x="5309" y="901"/>
                  </a:cubicBezTo>
                  <a:cubicBezTo>
                    <a:pt x="5012" y="901"/>
                    <a:pt x="4449" y="1850"/>
                    <a:pt x="3928" y="1850"/>
                  </a:cubicBezTo>
                  <a:cubicBezTo>
                    <a:pt x="3740" y="1850"/>
                    <a:pt x="3557" y="1727"/>
                    <a:pt x="3395" y="1392"/>
                  </a:cubicBezTo>
                  <a:lnTo>
                    <a:pt x="3395" y="1176"/>
                  </a:lnTo>
                  <a:lnTo>
                    <a:pt x="2723" y="1176"/>
                  </a:lnTo>
                  <a:cubicBezTo>
                    <a:pt x="1561" y="1176"/>
                    <a:pt x="1643" y="105"/>
                    <a:pt x="1095" y="5"/>
                  </a:cubicBezTo>
                  <a:cubicBezTo>
                    <a:pt x="1081" y="2"/>
                    <a:pt x="1067" y="1"/>
                    <a:pt x="1054"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2" name="Google Shape;20572;p89"/>
            <p:cNvSpPr/>
            <p:nvPr/>
          </p:nvSpPr>
          <p:spPr>
            <a:xfrm>
              <a:off x="4927964" y="3080585"/>
              <a:ext cx="102792" cy="170945"/>
            </a:xfrm>
            <a:custGeom>
              <a:rect b="b" l="l" r="r" t="t"/>
              <a:pathLst>
                <a:path extrusionOk="0" h="6524" w="3923">
                  <a:moveTo>
                    <a:pt x="2972" y="0"/>
                  </a:moveTo>
                  <a:cubicBezTo>
                    <a:pt x="2972" y="1013"/>
                    <a:pt x="965" y="1738"/>
                    <a:pt x="965" y="2223"/>
                  </a:cubicBezTo>
                  <a:cubicBezTo>
                    <a:pt x="965" y="2530"/>
                    <a:pt x="1249" y="2568"/>
                    <a:pt x="1786" y="3187"/>
                  </a:cubicBezTo>
                  <a:cubicBezTo>
                    <a:pt x="2477" y="4037"/>
                    <a:pt x="2093" y="6130"/>
                    <a:pt x="0" y="6476"/>
                  </a:cubicBezTo>
                  <a:cubicBezTo>
                    <a:pt x="135" y="6495"/>
                    <a:pt x="274" y="6509"/>
                    <a:pt x="409" y="6519"/>
                  </a:cubicBezTo>
                  <a:cubicBezTo>
                    <a:pt x="485" y="6524"/>
                    <a:pt x="634" y="6524"/>
                    <a:pt x="711" y="6524"/>
                  </a:cubicBezTo>
                  <a:cubicBezTo>
                    <a:pt x="788" y="6524"/>
                    <a:pt x="913" y="6524"/>
                    <a:pt x="989" y="6519"/>
                  </a:cubicBezTo>
                  <a:cubicBezTo>
                    <a:pt x="3437" y="6394"/>
                    <a:pt x="3922" y="4085"/>
                    <a:pt x="3183" y="3192"/>
                  </a:cubicBezTo>
                  <a:cubicBezTo>
                    <a:pt x="2645" y="2568"/>
                    <a:pt x="2372" y="2386"/>
                    <a:pt x="2367" y="2074"/>
                  </a:cubicBezTo>
                  <a:cubicBezTo>
                    <a:pt x="2362" y="1882"/>
                    <a:pt x="3361" y="682"/>
                    <a:pt x="2991" y="29"/>
                  </a:cubicBezTo>
                  <a:cubicBezTo>
                    <a:pt x="2986" y="19"/>
                    <a:pt x="2977" y="10"/>
                    <a:pt x="29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3" name="Google Shape;20573;p89"/>
            <p:cNvSpPr/>
            <p:nvPr/>
          </p:nvSpPr>
          <p:spPr>
            <a:xfrm>
              <a:off x="4934384" y="2961207"/>
              <a:ext cx="25181" cy="157634"/>
            </a:xfrm>
            <a:custGeom>
              <a:rect b="b" l="l" r="r" t="t"/>
              <a:pathLst>
                <a:path extrusionOk="0" h="6016" w="961">
                  <a:moveTo>
                    <a:pt x="202" y="1"/>
                  </a:moveTo>
                  <a:lnTo>
                    <a:pt x="5" y="5838"/>
                  </a:lnTo>
                  <a:cubicBezTo>
                    <a:pt x="0" y="5934"/>
                    <a:pt x="77" y="6015"/>
                    <a:pt x="178" y="6015"/>
                  </a:cubicBezTo>
                  <a:lnTo>
                    <a:pt x="783" y="6015"/>
                  </a:lnTo>
                  <a:cubicBezTo>
                    <a:pt x="879" y="6015"/>
                    <a:pt x="960" y="5934"/>
                    <a:pt x="956" y="5838"/>
                  </a:cubicBezTo>
                  <a:lnTo>
                    <a:pt x="75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4" name="Google Shape;20574;p89"/>
            <p:cNvSpPr/>
            <p:nvPr/>
          </p:nvSpPr>
          <p:spPr>
            <a:xfrm>
              <a:off x="4946961" y="2961207"/>
              <a:ext cx="12472" cy="157634"/>
            </a:xfrm>
            <a:custGeom>
              <a:rect b="b" l="l" r="r" t="t"/>
              <a:pathLst>
                <a:path extrusionOk="0" h="6016" w="476">
                  <a:moveTo>
                    <a:pt x="0" y="1"/>
                  </a:moveTo>
                  <a:lnTo>
                    <a:pt x="0" y="6015"/>
                  </a:lnTo>
                  <a:lnTo>
                    <a:pt x="298" y="6015"/>
                  </a:lnTo>
                  <a:cubicBezTo>
                    <a:pt x="399" y="6015"/>
                    <a:pt x="476" y="5934"/>
                    <a:pt x="471" y="5838"/>
                  </a:cubicBezTo>
                  <a:lnTo>
                    <a:pt x="27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5" name="Google Shape;20575;p89"/>
            <p:cNvSpPr/>
            <p:nvPr/>
          </p:nvSpPr>
          <p:spPr>
            <a:xfrm>
              <a:off x="4933624" y="2898818"/>
              <a:ext cx="32989" cy="69961"/>
            </a:xfrm>
            <a:custGeom>
              <a:rect b="b" l="l" r="r" t="t"/>
              <a:pathLst>
                <a:path extrusionOk="0" h="2670" w="1259">
                  <a:moveTo>
                    <a:pt x="939" y="1"/>
                  </a:moveTo>
                  <a:cubicBezTo>
                    <a:pt x="937" y="1"/>
                    <a:pt x="934" y="1"/>
                    <a:pt x="932" y="1"/>
                  </a:cubicBezTo>
                  <a:lnTo>
                    <a:pt x="893" y="1"/>
                  </a:lnTo>
                  <a:cubicBezTo>
                    <a:pt x="802" y="1"/>
                    <a:pt x="721" y="58"/>
                    <a:pt x="692" y="149"/>
                  </a:cubicBezTo>
                  <a:lnTo>
                    <a:pt x="39" y="2386"/>
                  </a:lnTo>
                  <a:cubicBezTo>
                    <a:pt x="1" y="2530"/>
                    <a:pt x="106" y="2670"/>
                    <a:pt x="250" y="2670"/>
                  </a:cubicBezTo>
                  <a:lnTo>
                    <a:pt x="682" y="2670"/>
                  </a:lnTo>
                  <a:cubicBezTo>
                    <a:pt x="778" y="2665"/>
                    <a:pt x="865" y="2602"/>
                    <a:pt x="893" y="2511"/>
                  </a:cubicBezTo>
                  <a:cubicBezTo>
                    <a:pt x="941" y="2377"/>
                    <a:pt x="1023" y="2257"/>
                    <a:pt x="1133" y="2166"/>
                  </a:cubicBezTo>
                  <a:cubicBezTo>
                    <a:pt x="1220" y="2089"/>
                    <a:pt x="1258" y="1974"/>
                    <a:pt x="1239" y="1858"/>
                  </a:cubicBezTo>
                  <a:lnTo>
                    <a:pt x="1129" y="1182"/>
                  </a:lnTo>
                  <a:cubicBezTo>
                    <a:pt x="1085" y="922"/>
                    <a:pt x="1100" y="654"/>
                    <a:pt x="1162" y="399"/>
                  </a:cubicBezTo>
                  <a:lnTo>
                    <a:pt x="1181" y="318"/>
                  </a:lnTo>
                  <a:cubicBezTo>
                    <a:pt x="1219" y="157"/>
                    <a:pt x="1103" y="1"/>
                    <a:pt x="93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6" name="Google Shape;20576;p89"/>
            <p:cNvSpPr/>
            <p:nvPr/>
          </p:nvSpPr>
          <p:spPr>
            <a:xfrm>
              <a:off x="4941930" y="2909745"/>
              <a:ext cx="18001" cy="52484"/>
            </a:xfrm>
            <a:custGeom>
              <a:rect b="b" l="l" r="r" t="t"/>
              <a:pathLst>
                <a:path extrusionOk="0" h="2003" w="687">
                  <a:moveTo>
                    <a:pt x="562" y="0"/>
                  </a:moveTo>
                  <a:cubicBezTo>
                    <a:pt x="554" y="0"/>
                    <a:pt x="547" y="8"/>
                    <a:pt x="543" y="16"/>
                  </a:cubicBezTo>
                  <a:lnTo>
                    <a:pt x="39" y="1763"/>
                  </a:lnTo>
                  <a:cubicBezTo>
                    <a:pt x="0" y="1883"/>
                    <a:pt x="92" y="2003"/>
                    <a:pt x="216" y="2003"/>
                  </a:cubicBezTo>
                  <a:lnTo>
                    <a:pt x="221" y="2003"/>
                  </a:lnTo>
                  <a:cubicBezTo>
                    <a:pt x="293" y="2003"/>
                    <a:pt x="360" y="1960"/>
                    <a:pt x="389" y="1897"/>
                  </a:cubicBezTo>
                  <a:cubicBezTo>
                    <a:pt x="456" y="1768"/>
                    <a:pt x="543" y="1657"/>
                    <a:pt x="653" y="1561"/>
                  </a:cubicBezTo>
                  <a:cubicBezTo>
                    <a:pt x="672" y="1542"/>
                    <a:pt x="687" y="1509"/>
                    <a:pt x="677" y="1480"/>
                  </a:cubicBezTo>
                  <a:lnTo>
                    <a:pt x="572" y="803"/>
                  </a:lnTo>
                  <a:cubicBezTo>
                    <a:pt x="528" y="544"/>
                    <a:pt x="533" y="280"/>
                    <a:pt x="586" y="25"/>
                  </a:cubicBezTo>
                  <a:cubicBezTo>
                    <a:pt x="586" y="16"/>
                    <a:pt x="581" y="1"/>
                    <a:pt x="567" y="1"/>
                  </a:cubicBezTo>
                  <a:cubicBezTo>
                    <a:pt x="565" y="0"/>
                    <a:pt x="563" y="0"/>
                    <a:pt x="562"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7" name="Google Shape;20577;p89"/>
            <p:cNvSpPr/>
            <p:nvPr/>
          </p:nvSpPr>
          <p:spPr>
            <a:xfrm>
              <a:off x="4983068" y="3166739"/>
              <a:ext cx="10953" cy="11084"/>
            </a:xfrm>
            <a:custGeom>
              <a:rect b="b" l="l" r="r" t="t"/>
              <a:pathLst>
                <a:path extrusionOk="0" h="423" w="418">
                  <a:moveTo>
                    <a:pt x="206" y="0"/>
                  </a:moveTo>
                  <a:cubicBezTo>
                    <a:pt x="91" y="0"/>
                    <a:pt x="0" y="96"/>
                    <a:pt x="0" y="211"/>
                  </a:cubicBezTo>
                  <a:cubicBezTo>
                    <a:pt x="0" y="327"/>
                    <a:pt x="91" y="423"/>
                    <a:pt x="206" y="423"/>
                  </a:cubicBezTo>
                  <a:cubicBezTo>
                    <a:pt x="326" y="423"/>
                    <a:pt x="418" y="327"/>
                    <a:pt x="418" y="211"/>
                  </a:cubicBezTo>
                  <a:cubicBezTo>
                    <a:pt x="418" y="96"/>
                    <a:pt x="326"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8" name="Google Shape;20578;p89"/>
            <p:cNvSpPr/>
            <p:nvPr/>
          </p:nvSpPr>
          <p:spPr>
            <a:xfrm>
              <a:off x="4983068" y="3194278"/>
              <a:ext cx="10953" cy="10979"/>
            </a:xfrm>
            <a:custGeom>
              <a:rect b="b" l="l" r="r" t="t"/>
              <a:pathLst>
                <a:path extrusionOk="0" h="419" w="418">
                  <a:moveTo>
                    <a:pt x="206" y="0"/>
                  </a:moveTo>
                  <a:cubicBezTo>
                    <a:pt x="91" y="0"/>
                    <a:pt x="0" y="92"/>
                    <a:pt x="0" y="207"/>
                  </a:cubicBezTo>
                  <a:cubicBezTo>
                    <a:pt x="0" y="322"/>
                    <a:pt x="91" y="418"/>
                    <a:pt x="206" y="418"/>
                  </a:cubicBezTo>
                  <a:cubicBezTo>
                    <a:pt x="326" y="418"/>
                    <a:pt x="418" y="322"/>
                    <a:pt x="418" y="207"/>
                  </a:cubicBezTo>
                  <a:cubicBezTo>
                    <a:pt x="418" y="92"/>
                    <a:pt x="326"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9" name="Google Shape;20579;p89"/>
            <p:cNvSpPr/>
            <p:nvPr/>
          </p:nvSpPr>
          <p:spPr>
            <a:xfrm>
              <a:off x="4922934" y="2893421"/>
              <a:ext cx="49208" cy="230818"/>
            </a:xfrm>
            <a:custGeom>
              <a:rect b="b" l="l" r="r" t="t"/>
              <a:pathLst>
                <a:path extrusionOk="0" h="8809" w="1878">
                  <a:moveTo>
                    <a:pt x="1340" y="408"/>
                  </a:moveTo>
                  <a:cubicBezTo>
                    <a:pt x="1373" y="408"/>
                    <a:pt x="1397" y="442"/>
                    <a:pt x="1393" y="476"/>
                  </a:cubicBezTo>
                  <a:lnTo>
                    <a:pt x="1369" y="557"/>
                  </a:lnTo>
                  <a:cubicBezTo>
                    <a:pt x="1301" y="840"/>
                    <a:pt x="1287" y="1133"/>
                    <a:pt x="1335" y="1421"/>
                  </a:cubicBezTo>
                  <a:lnTo>
                    <a:pt x="1445" y="2098"/>
                  </a:lnTo>
                  <a:cubicBezTo>
                    <a:pt x="1455" y="2146"/>
                    <a:pt x="1441" y="2189"/>
                    <a:pt x="1407" y="2218"/>
                  </a:cubicBezTo>
                  <a:cubicBezTo>
                    <a:pt x="1268" y="2338"/>
                    <a:pt x="1167" y="2487"/>
                    <a:pt x="1105" y="2655"/>
                  </a:cubicBezTo>
                  <a:cubicBezTo>
                    <a:pt x="1105" y="2660"/>
                    <a:pt x="1100" y="2664"/>
                    <a:pt x="1100" y="2669"/>
                  </a:cubicBezTo>
                  <a:lnTo>
                    <a:pt x="658" y="2669"/>
                  </a:lnTo>
                  <a:cubicBezTo>
                    <a:pt x="649" y="2664"/>
                    <a:pt x="644" y="2655"/>
                    <a:pt x="644" y="2650"/>
                  </a:cubicBezTo>
                  <a:lnTo>
                    <a:pt x="1292" y="418"/>
                  </a:lnTo>
                  <a:cubicBezTo>
                    <a:pt x="1297" y="413"/>
                    <a:pt x="1297" y="408"/>
                    <a:pt x="1301" y="408"/>
                  </a:cubicBezTo>
                  <a:close/>
                  <a:moveTo>
                    <a:pt x="1009" y="3077"/>
                  </a:moveTo>
                  <a:lnTo>
                    <a:pt x="1191" y="8401"/>
                  </a:lnTo>
                  <a:lnTo>
                    <a:pt x="644" y="8401"/>
                  </a:lnTo>
                  <a:lnTo>
                    <a:pt x="821" y="3077"/>
                  </a:lnTo>
                  <a:close/>
                  <a:moveTo>
                    <a:pt x="1306" y="0"/>
                  </a:moveTo>
                  <a:cubicBezTo>
                    <a:pt x="1119" y="0"/>
                    <a:pt x="956" y="125"/>
                    <a:pt x="908" y="303"/>
                  </a:cubicBezTo>
                  <a:lnTo>
                    <a:pt x="879" y="399"/>
                  </a:lnTo>
                  <a:lnTo>
                    <a:pt x="740" y="360"/>
                  </a:lnTo>
                  <a:cubicBezTo>
                    <a:pt x="720" y="356"/>
                    <a:pt x="702" y="353"/>
                    <a:pt x="684" y="353"/>
                  </a:cubicBezTo>
                  <a:cubicBezTo>
                    <a:pt x="471" y="353"/>
                    <a:pt x="399" y="679"/>
                    <a:pt x="629" y="754"/>
                  </a:cubicBezTo>
                  <a:lnTo>
                    <a:pt x="764" y="792"/>
                  </a:lnTo>
                  <a:lnTo>
                    <a:pt x="677" y="1090"/>
                  </a:lnTo>
                  <a:lnTo>
                    <a:pt x="543" y="1052"/>
                  </a:lnTo>
                  <a:cubicBezTo>
                    <a:pt x="524" y="1047"/>
                    <a:pt x="505" y="1045"/>
                    <a:pt x="487" y="1045"/>
                  </a:cubicBezTo>
                  <a:cubicBezTo>
                    <a:pt x="274" y="1045"/>
                    <a:pt x="197" y="1370"/>
                    <a:pt x="428" y="1445"/>
                  </a:cubicBezTo>
                  <a:lnTo>
                    <a:pt x="562" y="1484"/>
                  </a:lnTo>
                  <a:lnTo>
                    <a:pt x="476" y="1781"/>
                  </a:lnTo>
                  <a:lnTo>
                    <a:pt x="341" y="1743"/>
                  </a:lnTo>
                  <a:cubicBezTo>
                    <a:pt x="322" y="1738"/>
                    <a:pt x="303" y="1736"/>
                    <a:pt x="286" y="1736"/>
                  </a:cubicBezTo>
                  <a:cubicBezTo>
                    <a:pt x="73" y="1736"/>
                    <a:pt x="0" y="2061"/>
                    <a:pt x="231" y="2136"/>
                  </a:cubicBezTo>
                  <a:lnTo>
                    <a:pt x="226" y="2127"/>
                  </a:lnTo>
                  <a:lnTo>
                    <a:pt x="361" y="2165"/>
                  </a:lnTo>
                  <a:lnTo>
                    <a:pt x="255" y="2540"/>
                  </a:lnTo>
                  <a:cubicBezTo>
                    <a:pt x="216" y="2664"/>
                    <a:pt x="240" y="2804"/>
                    <a:pt x="322" y="2909"/>
                  </a:cubicBezTo>
                  <a:cubicBezTo>
                    <a:pt x="346" y="2948"/>
                    <a:pt x="380" y="2976"/>
                    <a:pt x="418" y="3005"/>
                  </a:cubicBezTo>
                  <a:lnTo>
                    <a:pt x="240" y="8420"/>
                  </a:lnTo>
                  <a:cubicBezTo>
                    <a:pt x="231" y="8631"/>
                    <a:pt x="404" y="8809"/>
                    <a:pt x="615" y="8809"/>
                  </a:cubicBezTo>
                  <a:lnTo>
                    <a:pt x="1220" y="8809"/>
                  </a:lnTo>
                  <a:cubicBezTo>
                    <a:pt x="1436" y="8809"/>
                    <a:pt x="1604" y="8631"/>
                    <a:pt x="1599" y="8420"/>
                  </a:cubicBezTo>
                  <a:lnTo>
                    <a:pt x="1412" y="2928"/>
                  </a:lnTo>
                  <a:cubicBezTo>
                    <a:pt x="1450" y="2885"/>
                    <a:pt x="1479" y="2832"/>
                    <a:pt x="1493" y="2780"/>
                  </a:cubicBezTo>
                  <a:cubicBezTo>
                    <a:pt x="1532" y="2679"/>
                    <a:pt x="1594" y="2592"/>
                    <a:pt x="1676" y="2520"/>
                  </a:cubicBezTo>
                  <a:cubicBezTo>
                    <a:pt x="1810" y="2400"/>
                    <a:pt x="1877" y="2213"/>
                    <a:pt x="1849" y="2036"/>
                  </a:cubicBezTo>
                  <a:lnTo>
                    <a:pt x="1743" y="1359"/>
                  </a:lnTo>
                  <a:cubicBezTo>
                    <a:pt x="1705" y="1124"/>
                    <a:pt x="1714" y="884"/>
                    <a:pt x="1767" y="653"/>
                  </a:cubicBezTo>
                  <a:lnTo>
                    <a:pt x="1786" y="572"/>
                  </a:lnTo>
                  <a:cubicBezTo>
                    <a:pt x="1858" y="283"/>
                    <a:pt x="1642" y="0"/>
                    <a:pt x="13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0" name="Google Shape;20580;p89"/>
            <p:cNvSpPr/>
            <p:nvPr/>
          </p:nvSpPr>
          <p:spPr>
            <a:xfrm>
              <a:off x="4922567" y="3138807"/>
              <a:ext cx="49313" cy="10586"/>
            </a:xfrm>
            <a:custGeom>
              <a:rect b="b" l="l" r="r" t="t"/>
              <a:pathLst>
                <a:path extrusionOk="0" h="404" w="1882">
                  <a:moveTo>
                    <a:pt x="254" y="1"/>
                  </a:moveTo>
                  <a:cubicBezTo>
                    <a:pt x="0" y="15"/>
                    <a:pt x="0" y="389"/>
                    <a:pt x="254" y="404"/>
                  </a:cubicBezTo>
                  <a:lnTo>
                    <a:pt x="1627" y="404"/>
                  </a:lnTo>
                  <a:cubicBezTo>
                    <a:pt x="1882" y="389"/>
                    <a:pt x="1882" y="15"/>
                    <a:pt x="16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1" name="Google Shape;20581;p89"/>
            <p:cNvSpPr/>
            <p:nvPr/>
          </p:nvSpPr>
          <p:spPr>
            <a:xfrm>
              <a:off x="4922567" y="3166975"/>
              <a:ext cx="49313" cy="10586"/>
            </a:xfrm>
            <a:custGeom>
              <a:rect b="b" l="l" r="r" t="t"/>
              <a:pathLst>
                <a:path extrusionOk="0" h="404" w="1882">
                  <a:moveTo>
                    <a:pt x="254" y="1"/>
                  </a:moveTo>
                  <a:cubicBezTo>
                    <a:pt x="0" y="15"/>
                    <a:pt x="0" y="390"/>
                    <a:pt x="254" y="404"/>
                  </a:cubicBezTo>
                  <a:lnTo>
                    <a:pt x="1627" y="404"/>
                  </a:lnTo>
                  <a:cubicBezTo>
                    <a:pt x="1882" y="390"/>
                    <a:pt x="1882" y="15"/>
                    <a:pt x="16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2" name="Google Shape;20582;p89"/>
            <p:cNvSpPr/>
            <p:nvPr/>
          </p:nvSpPr>
          <p:spPr>
            <a:xfrm>
              <a:off x="4922567" y="3194409"/>
              <a:ext cx="49313" cy="10717"/>
            </a:xfrm>
            <a:custGeom>
              <a:rect b="b" l="l" r="r" t="t"/>
              <a:pathLst>
                <a:path extrusionOk="0" h="409" w="1882">
                  <a:moveTo>
                    <a:pt x="254" y="0"/>
                  </a:moveTo>
                  <a:cubicBezTo>
                    <a:pt x="0" y="15"/>
                    <a:pt x="0" y="394"/>
                    <a:pt x="254" y="408"/>
                  </a:cubicBezTo>
                  <a:lnTo>
                    <a:pt x="1627" y="408"/>
                  </a:lnTo>
                  <a:cubicBezTo>
                    <a:pt x="1882" y="394"/>
                    <a:pt x="1882" y="15"/>
                    <a:pt x="16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3" name="Google Shape;20583;p89"/>
            <p:cNvSpPr/>
            <p:nvPr/>
          </p:nvSpPr>
          <p:spPr>
            <a:xfrm>
              <a:off x="4865943" y="3050164"/>
              <a:ext cx="162298" cy="206528"/>
            </a:xfrm>
            <a:custGeom>
              <a:rect b="b" l="l" r="r" t="t"/>
              <a:pathLst>
                <a:path extrusionOk="0" h="7882" w="6194">
                  <a:moveTo>
                    <a:pt x="975" y="0"/>
                  </a:moveTo>
                  <a:cubicBezTo>
                    <a:pt x="845" y="0"/>
                    <a:pt x="720" y="65"/>
                    <a:pt x="644" y="172"/>
                  </a:cubicBezTo>
                  <a:cubicBezTo>
                    <a:pt x="327" y="595"/>
                    <a:pt x="500" y="1641"/>
                    <a:pt x="1081" y="2851"/>
                  </a:cubicBezTo>
                  <a:cubicBezTo>
                    <a:pt x="1263" y="3235"/>
                    <a:pt x="1235" y="3264"/>
                    <a:pt x="927" y="3619"/>
                  </a:cubicBezTo>
                  <a:cubicBezTo>
                    <a:pt x="759" y="3816"/>
                    <a:pt x="596" y="4017"/>
                    <a:pt x="443" y="4228"/>
                  </a:cubicBezTo>
                  <a:cubicBezTo>
                    <a:pt x="39" y="4800"/>
                    <a:pt x="1" y="5716"/>
                    <a:pt x="361" y="6451"/>
                  </a:cubicBezTo>
                  <a:cubicBezTo>
                    <a:pt x="601" y="6950"/>
                    <a:pt x="1239" y="7800"/>
                    <a:pt x="2766" y="7877"/>
                  </a:cubicBezTo>
                  <a:cubicBezTo>
                    <a:pt x="2852" y="7877"/>
                    <a:pt x="3006" y="7881"/>
                    <a:pt x="3078" y="7881"/>
                  </a:cubicBezTo>
                  <a:lnTo>
                    <a:pt x="3083" y="7881"/>
                  </a:lnTo>
                  <a:cubicBezTo>
                    <a:pt x="3169" y="7881"/>
                    <a:pt x="3294" y="7877"/>
                    <a:pt x="3371" y="7877"/>
                  </a:cubicBezTo>
                  <a:cubicBezTo>
                    <a:pt x="4542" y="7814"/>
                    <a:pt x="5449" y="7252"/>
                    <a:pt x="5857" y="6326"/>
                  </a:cubicBezTo>
                  <a:cubicBezTo>
                    <a:pt x="6193" y="5587"/>
                    <a:pt x="6131" y="4737"/>
                    <a:pt x="5708" y="4224"/>
                  </a:cubicBezTo>
                  <a:lnTo>
                    <a:pt x="5704" y="4219"/>
                  </a:lnTo>
                  <a:cubicBezTo>
                    <a:pt x="5560" y="4051"/>
                    <a:pt x="5435" y="3916"/>
                    <a:pt x="5329" y="3801"/>
                  </a:cubicBezTo>
                  <a:cubicBezTo>
                    <a:pt x="5051" y="3499"/>
                    <a:pt x="4950" y="3384"/>
                    <a:pt x="4936" y="3249"/>
                  </a:cubicBezTo>
                  <a:cubicBezTo>
                    <a:pt x="4955" y="3196"/>
                    <a:pt x="5032" y="3072"/>
                    <a:pt x="5089" y="2971"/>
                  </a:cubicBezTo>
                  <a:cubicBezTo>
                    <a:pt x="5377" y="2481"/>
                    <a:pt x="5857" y="1660"/>
                    <a:pt x="5536" y="1089"/>
                  </a:cubicBezTo>
                  <a:cubicBezTo>
                    <a:pt x="5483" y="988"/>
                    <a:pt x="5392" y="921"/>
                    <a:pt x="5281" y="907"/>
                  </a:cubicBezTo>
                  <a:cubicBezTo>
                    <a:pt x="5267" y="905"/>
                    <a:pt x="5252" y="904"/>
                    <a:pt x="5238" y="904"/>
                  </a:cubicBezTo>
                  <a:cubicBezTo>
                    <a:pt x="5029" y="904"/>
                    <a:pt x="4833" y="1096"/>
                    <a:pt x="4590" y="1339"/>
                  </a:cubicBezTo>
                  <a:cubicBezTo>
                    <a:pt x="4518" y="1406"/>
                    <a:pt x="4446" y="1478"/>
                    <a:pt x="4374" y="1550"/>
                  </a:cubicBezTo>
                  <a:cubicBezTo>
                    <a:pt x="4217" y="1692"/>
                    <a:pt x="4349" y="1904"/>
                    <a:pt x="4510" y="1904"/>
                  </a:cubicBezTo>
                  <a:cubicBezTo>
                    <a:pt x="4555" y="1904"/>
                    <a:pt x="4603" y="1888"/>
                    <a:pt x="4648" y="1847"/>
                  </a:cubicBezTo>
                  <a:cubicBezTo>
                    <a:pt x="4729" y="1775"/>
                    <a:pt x="4801" y="1699"/>
                    <a:pt x="4873" y="1627"/>
                  </a:cubicBezTo>
                  <a:cubicBezTo>
                    <a:pt x="4974" y="1521"/>
                    <a:pt x="5084" y="1420"/>
                    <a:pt x="5200" y="1334"/>
                  </a:cubicBezTo>
                  <a:lnTo>
                    <a:pt x="5200" y="1334"/>
                  </a:lnTo>
                  <a:cubicBezTo>
                    <a:pt x="5358" y="1713"/>
                    <a:pt x="4960" y="2395"/>
                    <a:pt x="4739" y="2764"/>
                  </a:cubicBezTo>
                  <a:cubicBezTo>
                    <a:pt x="4585" y="3023"/>
                    <a:pt x="4528" y="3134"/>
                    <a:pt x="4528" y="3240"/>
                  </a:cubicBezTo>
                  <a:cubicBezTo>
                    <a:pt x="4537" y="3547"/>
                    <a:pt x="4724" y="3748"/>
                    <a:pt x="5032" y="4080"/>
                  </a:cubicBezTo>
                  <a:cubicBezTo>
                    <a:pt x="5137" y="4195"/>
                    <a:pt x="5257" y="4324"/>
                    <a:pt x="5396" y="4483"/>
                  </a:cubicBezTo>
                  <a:cubicBezTo>
                    <a:pt x="5718" y="4876"/>
                    <a:pt x="5756" y="5572"/>
                    <a:pt x="5488" y="6172"/>
                  </a:cubicBezTo>
                  <a:cubicBezTo>
                    <a:pt x="5286" y="6628"/>
                    <a:pt x="4739" y="7411"/>
                    <a:pt x="3352" y="7478"/>
                  </a:cubicBezTo>
                  <a:cubicBezTo>
                    <a:pt x="3280" y="7483"/>
                    <a:pt x="3160" y="7483"/>
                    <a:pt x="3078" y="7483"/>
                  </a:cubicBezTo>
                  <a:cubicBezTo>
                    <a:pt x="3055" y="7484"/>
                    <a:pt x="3028" y="7485"/>
                    <a:pt x="2998" y="7485"/>
                  </a:cubicBezTo>
                  <a:cubicBezTo>
                    <a:pt x="2925" y="7485"/>
                    <a:pt x="2841" y="7482"/>
                    <a:pt x="2790" y="7478"/>
                  </a:cubicBezTo>
                  <a:cubicBezTo>
                    <a:pt x="1811" y="7430"/>
                    <a:pt x="1076" y="7003"/>
                    <a:pt x="726" y="6278"/>
                  </a:cubicBezTo>
                  <a:cubicBezTo>
                    <a:pt x="433" y="5678"/>
                    <a:pt x="457" y="4920"/>
                    <a:pt x="774" y="4468"/>
                  </a:cubicBezTo>
                  <a:cubicBezTo>
                    <a:pt x="918" y="4267"/>
                    <a:pt x="1071" y="4075"/>
                    <a:pt x="1235" y="3888"/>
                  </a:cubicBezTo>
                  <a:cubicBezTo>
                    <a:pt x="1585" y="3484"/>
                    <a:pt x="1729" y="3278"/>
                    <a:pt x="1451" y="2683"/>
                  </a:cubicBezTo>
                  <a:cubicBezTo>
                    <a:pt x="735" y="1199"/>
                    <a:pt x="879" y="465"/>
                    <a:pt x="975" y="412"/>
                  </a:cubicBezTo>
                  <a:lnTo>
                    <a:pt x="985" y="412"/>
                  </a:lnTo>
                  <a:cubicBezTo>
                    <a:pt x="1105" y="431"/>
                    <a:pt x="1191" y="561"/>
                    <a:pt x="1321" y="763"/>
                  </a:cubicBezTo>
                  <a:cubicBezTo>
                    <a:pt x="1403" y="907"/>
                    <a:pt x="1503" y="1046"/>
                    <a:pt x="1614" y="1171"/>
                  </a:cubicBezTo>
                  <a:cubicBezTo>
                    <a:pt x="1660" y="1221"/>
                    <a:pt x="1712" y="1242"/>
                    <a:pt x="1763" y="1242"/>
                  </a:cubicBezTo>
                  <a:cubicBezTo>
                    <a:pt x="1921" y="1242"/>
                    <a:pt x="2060" y="1041"/>
                    <a:pt x="1911" y="892"/>
                  </a:cubicBezTo>
                  <a:cubicBezTo>
                    <a:pt x="1820" y="787"/>
                    <a:pt x="1734" y="671"/>
                    <a:pt x="1667" y="547"/>
                  </a:cubicBezTo>
                  <a:cubicBezTo>
                    <a:pt x="1518" y="311"/>
                    <a:pt x="1364" y="67"/>
                    <a:pt x="1057" y="9"/>
                  </a:cubicBezTo>
                  <a:cubicBezTo>
                    <a:pt x="1030" y="3"/>
                    <a:pt x="1002" y="0"/>
                    <a:pt x="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587" name="Shape 20587"/>
        <p:cNvGrpSpPr/>
        <p:nvPr/>
      </p:nvGrpSpPr>
      <p:grpSpPr>
        <a:xfrm>
          <a:off x="0" y="0"/>
          <a:ext cx="0" cy="0"/>
          <a:chOff x="0" y="0"/>
          <a:chExt cx="0" cy="0"/>
        </a:xfrm>
      </p:grpSpPr>
      <p:sp>
        <p:nvSpPr>
          <p:cNvPr id="20588" name="Google Shape;20588;p9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20589" name="Google Shape;20589;p90"/>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90" name="Google Shape;20590;p90"/>
          <p:cNvGrpSpPr/>
          <p:nvPr/>
        </p:nvGrpSpPr>
        <p:grpSpPr>
          <a:xfrm>
            <a:off x="4132674" y="2896128"/>
            <a:ext cx="361261" cy="357748"/>
            <a:chOff x="4132674" y="2896128"/>
            <a:chExt cx="361261" cy="357748"/>
          </a:xfrm>
        </p:grpSpPr>
        <p:sp>
          <p:nvSpPr>
            <p:cNvPr id="20591" name="Google Shape;20591;p90"/>
            <p:cNvSpPr/>
            <p:nvPr/>
          </p:nvSpPr>
          <p:spPr>
            <a:xfrm>
              <a:off x="4167799" y="2929391"/>
              <a:ext cx="291195" cy="291221"/>
            </a:xfrm>
            <a:custGeom>
              <a:rect b="b" l="l" r="r" t="t"/>
              <a:pathLst>
                <a:path extrusionOk="0" h="11110" w="11109">
                  <a:moveTo>
                    <a:pt x="5553" y="1"/>
                  </a:moveTo>
                  <a:cubicBezTo>
                    <a:pt x="4978" y="1119"/>
                    <a:pt x="3833" y="1784"/>
                    <a:pt x="2630" y="1784"/>
                  </a:cubicBezTo>
                  <a:cubicBezTo>
                    <a:pt x="2296" y="1784"/>
                    <a:pt x="1957" y="1732"/>
                    <a:pt x="1625" y="1626"/>
                  </a:cubicBezTo>
                  <a:lnTo>
                    <a:pt x="1625" y="1626"/>
                  </a:lnTo>
                  <a:cubicBezTo>
                    <a:pt x="2114" y="3159"/>
                    <a:pt x="1428" y="4818"/>
                    <a:pt x="1" y="5557"/>
                  </a:cubicBezTo>
                  <a:cubicBezTo>
                    <a:pt x="1428" y="6292"/>
                    <a:pt x="2114" y="7952"/>
                    <a:pt x="1625" y="9485"/>
                  </a:cubicBezTo>
                  <a:cubicBezTo>
                    <a:pt x="1957" y="9378"/>
                    <a:pt x="2296" y="9327"/>
                    <a:pt x="2630" y="9327"/>
                  </a:cubicBezTo>
                  <a:cubicBezTo>
                    <a:pt x="3833" y="9327"/>
                    <a:pt x="4978" y="9992"/>
                    <a:pt x="5553" y="11109"/>
                  </a:cubicBezTo>
                  <a:cubicBezTo>
                    <a:pt x="6131" y="9992"/>
                    <a:pt x="7274" y="9327"/>
                    <a:pt x="8477" y="9327"/>
                  </a:cubicBezTo>
                  <a:cubicBezTo>
                    <a:pt x="8810" y="9327"/>
                    <a:pt x="9149" y="9378"/>
                    <a:pt x="9481" y="9485"/>
                  </a:cubicBezTo>
                  <a:cubicBezTo>
                    <a:pt x="8992" y="7952"/>
                    <a:pt x="9681" y="6292"/>
                    <a:pt x="11109" y="5557"/>
                  </a:cubicBezTo>
                  <a:cubicBezTo>
                    <a:pt x="9681" y="4818"/>
                    <a:pt x="8992" y="3159"/>
                    <a:pt x="9481" y="1626"/>
                  </a:cubicBezTo>
                  <a:lnTo>
                    <a:pt x="9481" y="1626"/>
                  </a:lnTo>
                  <a:cubicBezTo>
                    <a:pt x="9149" y="1732"/>
                    <a:pt x="8810" y="1784"/>
                    <a:pt x="8477" y="1784"/>
                  </a:cubicBezTo>
                  <a:cubicBezTo>
                    <a:pt x="7274" y="1784"/>
                    <a:pt x="6131" y="1119"/>
                    <a:pt x="5553"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2" name="Google Shape;20592;p90"/>
            <p:cNvSpPr/>
            <p:nvPr/>
          </p:nvSpPr>
          <p:spPr>
            <a:xfrm>
              <a:off x="4229372" y="2990965"/>
              <a:ext cx="168075" cy="168075"/>
            </a:xfrm>
            <a:custGeom>
              <a:rect b="b" l="l" r="r" t="t"/>
              <a:pathLst>
                <a:path extrusionOk="0" h="6412" w="6412">
                  <a:moveTo>
                    <a:pt x="3204" y="1"/>
                  </a:moveTo>
                  <a:cubicBezTo>
                    <a:pt x="2870" y="646"/>
                    <a:pt x="2210" y="1030"/>
                    <a:pt x="1515" y="1030"/>
                  </a:cubicBezTo>
                  <a:cubicBezTo>
                    <a:pt x="1324" y="1030"/>
                    <a:pt x="1130" y="1001"/>
                    <a:pt x="939" y="940"/>
                  </a:cubicBezTo>
                  <a:lnTo>
                    <a:pt x="939" y="940"/>
                  </a:lnTo>
                  <a:cubicBezTo>
                    <a:pt x="1221" y="1822"/>
                    <a:pt x="823" y="2782"/>
                    <a:pt x="1" y="3208"/>
                  </a:cubicBezTo>
                  <a:cubicBezTo>
                    <a:pt x="823" y="3630"/>
                    <a:pt x="1221" y="4590"/>
                    <a:pt x="939" y="5472"/>
                  </a:cubicBezTo>
                  <a:cubicBezTo>
                    <a:pt x="1130" y="5412"/>
                    <a:pt x="1324" y="5383"/>
                    <a:pt x="1515" y="5383"/>
                  </a:cubicBezTo>
                  <a:cubicBezTo>
                    <a:pt x="2210" y="5383"/>
                    <a:pt x="2870" y="5766"/>
                    <a:pt x="3204" y="6411"/>
                  </a:cubicBezTo>
                  <a:cubicBezTo>
                    <a:pt x="3538" y="5766"/>
                    <a:pt x="4198" y="5383"/>
                    <a:pt x="4894" y="5383"/>
                  </a:cubicBezTo>
                  <a:cubicBezTo>
                    <a:pt x="5086" y="5383"/>
                    <a:pt x="5281" y="5412"/>
                    <a:pt x="5472" y="5472"/>
                  </a:cubicBezTo>
                  <a:cubicBezTo>
                    <a:pt x="5187" y="4590"/>
                    <a:pt x="5585" y="3630"/>
                    <a:pt x="6411" y="3208"/>
                  </a:cubicBezTo>
                  <a:cubicBezTo>
                    <a:pt x="5585" y="2782"/>
                    <a:pt x="5187" y="1822"/>
                    <a:pt x="5472" y="940"/>
                  </a:cubicBezTo>
                  <a:lnTo>
                    <a:pt x="5472" y="940"/>
                  </a:lnTo>
                  <a:cubicBezTo>
                    <a:pt x="5281" y="1001"/>
                    <a:pt x="5086" y="1030"/>
                    <a:pt x="4894" y="1030"/>
                  </a:cubicBezTo>
                  <a:cubicBezTo>
                    <a:pt x="4198" y="1030"/>
                    <a:pt x="3538" y="646"/>
                    <a:pt x="3204"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3" name="Google Shape;20593;p90"/>
            <p:cNvSpPr/>
            <p:nvPr/>
          </p:nvSpPr>
          <p:spPr>
            <a:xfrm>
              <a:off x="4132674" y="2896128"/>
              <a:ext cx="361261" cy="357748"/>
            </a:xfrm>
            <a:custGeom>
              <a:rect b="b" l="l" r="r" t="t"/>
              <a:pathLst>
                <a:path extrusionOk="0" h="13648" w="13782">
                  <a:moveTo>
                    <a:pt x="6693" y="1942"/>
                  </a:moveTo>
                  <a:lnTo>
                    <a:pt x="6693" y="3566"/>
                  </a:lnTo>
                  <a:cubicBezTo>
                    <a:pt x="6392" y="4121"/>
                    <a:pt x="5817" y="4448"/>
                    <a:pt x="5210" y="4448"/>
                  </a:cubicBezTo>
                  <a:cubicBezTo>
                    <a:pt x="5051" y="4448"/>
                    <a:pt x="4890" y="4425"/>
                    <a:pt x="4730" y="4378"/>
                  </a:cubicBezTo>
                  <a:lnTo>
                    <a:pt x="3581" y="3229"/>
                  </a:lnTo>
                  <a:lnTo>
                    <a:pt x="3581" y="3229"/>
                  </a:lnTo>
                  <a:cubicBezTo>
                    <a:pt x="3711" y="3243"/>
                    <a:pt x="3842" y="3251"/>
                    <a:pt x="3973" y="3251"/>
                  </a:cubicBezTo>
                  <a:cubicBezTo>
                    <a:pt x="4429" y="3251"/>
                    <a:pt x="4880" y="3161"/>
                    <a:pt x="5304" y="2986"/>
                  </a:cubicBezTo>
                  <a:cubicBezTo>
                    <a:pt x="5849" y="2761"/>
                    <a:pt x="6327" y="2399"/>
                    <a:pt x="6693" y="1942"/>
                  </a:cubicBezTo>
                  <a:close/>
                  <a:moveTo>
                    <a:pt x="6693" y="4227"/>
                  </a:moveTo>
                  <a:lnTo>
                    <a:pt x="6693" y="6341"/>
                  </a:lnTo>
                  <a:lnTo>
                    <a:pt x="5198" y="4846"/>
                  </a:lnTo>
                  <a:lnTo>
                    <a:pt x="5209" y="4846"/>
                  </a:lnTo>
                  <a:cubicBezTo>
                    <a:pt x="5764" y="4846"/>
                    <a:pt x="6299" y="4625"/>
                    <a:pt x="6693" y="4227"/>
                  </a:cubicBezTo>
                  <a:close/>
                  <a:moveTo>
                    <a:pt x="7093" y="4231"/>
                  </a:moveTo>
                  <a:cubicBezTo>
                    <a:pt x="7484" y="4628"/>
                    <a:pt x="8018" y="4850"/>
                    <a:pt x="8577" y="4850"/>
                  </a:cubicBezTo>
                  <a:lnTo>
                    <a:pt x="8584" y="4850"/>
                  </a:lnTo>
                  <a:lnTo>
                    <a:pt x="7090" y="6344"/>
                  </a:lnTo>
                  <a:lnTo>
                    <a:pt x="7093" y="4231"/>
                  </a:lnTo>
                  <a:close/>
                  <a:moveTo>
                    <a:pt x="3299" y="3513"/>
                  </a:moveTo>
                  <a:lnTo>
                    <a:pt x="4449" y="4663"/>
                  </a:lnTo>
                  <a:cubicBezTo>
                    <a:pt x="4671" y="5426"/>
                    <a:pt x="4333" y="6242"/>
                    <a:pt x="3637" y="6622"/>
                  </a:cubicBezTo>
                  <a:lnTo>
                    <a:pt x="2009" y="6622"/>
                  </a:lnTo>
                  <a:cubicBezTo>
                    <a:pt x="2469" y="6256"/>
                    <a:pt x="2828" y="5778"/>
                    <a:pt x="3057" y="5233"/>
                  </a:cubicBezTo>
                  <a:cubicBezTo>
                    <a:pt x="3278" y="4688"/>
                    <a:pt x="3363" y="4097"/>
                    <a:pt x="3299" y="3513"/>
                  </a:cubicBezTo>
                  <a:close/>
                  <a:moveTo>
                    <a:pt x="4920" y="5127"/>
                  </a:moveTo>
                  <a:lnTo>
                    <a:pt x="6411" y="6622"/>
                  </a:lnTo>
                  <a:lnTo>
                    <a:pt x="4301" y="6622"/>
                  </a:lnTo>
                  <a:cubicBezTo>
                    <a:pt x="4699" y="6228"/>
                    <a:pt x="4920" y="5690"/>
                    <a:pt x="4920" y="5127"/>
                  </a:cubicBezTo>
                  <a:close/>
                  <a:moveTo>
                    <a:pt x="8869" y="5127"/>
                  </a:moveTo>
                  <a:lnTo>
                    <a:pt x="8869" y="5127"/>
                  </a:lnTo>
                  <a:cubicBezTo>
                    <a:pt x="8866" y="5690"/>
                    <a:pt x="9091" y="6228"/>
                    <a:pt x="9488" y="6622"/>
                  </a:cubicBezTo>
                  <a:lnTo>
                    <a:pt x="7375" y="6622"/>
                  </a:lnTo>
                  <a:lnTo>
                    <a:pt x="8869" y="5127"/>
                  </a:lnTo>
                  <a:close/>
                  <a:moveTo>
                    <a:pt x="7093" y="1942"/>
                  </a:moveTo>
                  <a:cubicBezTo>
                    <a:pt x="7463" y="2402"/>
                    <a:pt x="7937" y="2761"/>
                    <a:pt x="8482" y="2986"/>
                  </a:cubicBezTo>
                  <a:cubicBezTo>
                    <a:pt x="8906" y="3161"/>
                    <a:pt x="9357" y="3251"/>
                    <a:pt x="9813" y="3251"/>
                  </a:cubicBezTo>
                  <a:cubicBezTo>
                    <a:pt x="9944" y="3251"/>
                    <a:pt x="10075" y="3243"/>
                    <a:pt x="10206" y="3229"/>
                  </a:cubicBezTo>
                  <a:lnTo>
                    <a:pt x="10206" y="3229"/>
                  </a:lnTo>
                  <a:lnTo>
                    <a:pt x="10170" y="3264"/>
                  </a:lnTo>
                  <a:cubicBezTo>
                    <a:pt x="10035" y="3410"/>
                    <a:pt x="10165" y="3602"/>
                    <a:pt x="10317" y="3602"/>
                  </a:cubicBezTo>
                  <a:cubicBezTo>
                    <a:pt x="10362" y="3602"/>
                    <a:pt x="10409" y="3585"/>
                    <a:pt x="10452" y="3545"/>
                  </a:cubicBezTo>
                  <a:lnTo>
                    <a:pt x="10487" y="3513"/>
                  </a:lnTo>
                  <a:lnTo>
                    <a:pt x="10487" y="3513"/>
                  </a:lnTo>
                  <a:cubicBezTo>
                    <a:pt x="10353" y="4702"/>
                    <a:pt x="10838" y="5876"/>
                    <a:pt x="11777" y="6625"/>
                  </a:cubicBezTo>
                  <a:lnTo>
                    <a:pt x="10149" y="6625"/>
                  </a:lnTo>
                  <a:cubicBezTo>
                    <a:pt x="9453" y="6242"/>
                    <a:pt x="9112" y="5426"/>
                    <a:pt x="9337" y="4663"/>
                  </a:cubicBezTo>
                  <a:lnTo>
                    <a:pt x="9812" y="4189"/>
                  </a:lnTo>
                  <a:cubicBezTo>
                    <a:pt x="9948" y="4042"/>
                    <a:pt x="9816" y="3848"/>
                    <a:pt x="9664" y="3848"/>
                  </a:cubicBezTo>
                  <a:cubicBezTo>
                    <a:pt x="9619" y="3848"/>
                    <a:pt x="9572" y="3865"/>
                    <a:pt x="9530" y="3904"/>
                  </a:cubicBezTo>
                  <a:lnTo>
                    <a:pt x="9056" y="4382"/>
                  </a:lnTo>
                  <a:cubicBezTo>
                    <a:pt x="8899" y="4428"/>
                    <a:pt x="8739" y="4449"/>
                    <a:pt x="8582" y="4449"/>
                  </a:cubicBezTo>
                  <a:cubicBezTo>
                    <a:pt x="7975" y="4449"/>
                    <a:pt x="7398" y="4123"/>
                    <a:pt x="7093" y="3570"/>
                  </a:cubicBezTo>
                  <a:lnTo>
                    <a:pt x="7093" y="1942"/>
                  </a:lnTo>
                  <a:close/>
                  <a:moveTo>
                    <a:pt x="6411" y="7023"/>
                  </a:moveTo>
                  <a:lnTo>
                    <a:pt x="4917" y="8517"/>
                  </a:lnTo>
                  <a:cubicBezTo>
                    <a:pt x="4920" y="7958"/>
                    <a:pt x="4695" y="7417"/>
                    <a:pt x="4298" y="7023"/>
                  </a:cubicBezTo>
                  <a:close/>
                  <a:moveTo>
                    <a:pt x="9485" y="7023"/>
                  </a:moveTo>
                  <a:cubicBezTo>
                    <a:pt x="9087" y="7417"/>
                    <a:pt x="8866" y="7958"/>
                    <a:pt x="8866" y="8517"/>
                  </a:cubicBezTo>
                  <a:lnTo>
                    <a:pt x="7375" y="7023"/>
                  </a:lnTo>
                  <a:close/>
                  <a:moveTo>
                    <a:pt x="6693" y="7308"/>
                  </a:moveTo>
                  <a:lnTo>
                    <a:pt x="6693" y="9418"/>
                  </a:lnTo>
                  <a:cubicBezTo>
                    <a:pt x="6302" y="9020"/>
                    <a:pt x="5768" y="8799"/>
                    <a:pt x="5209" y="8799"/>
                  </a:cubicBezTo>
                  <a:lnTo>
                    <a:pt x="5202" y="8799"/>
                  </a:lnTo>
                  <a:lnTo>
                    <a:pt x="6693" y="7308"/>
                  </a:lnTo>
                  <a:close/>
                  <a:moveTo>
                    <a:pt x="7093" y="7308"/>
                  </a:moveTo>
                  <a:lnTo>
                    <a:pt x="8588" y="8802"/>
                  </a:lnTo>
                  <a:cubicBezTo>
                    <a:pt x="8584" y="8802"/>
                    <a:pt x="8579" y="8802"/>
                    <a:pt x="8575" y="8802"/>
                  </a:cubicBezTo>
                  <a:cubicBezTo>
                    <a:pt x="8017" y="8802"/>
                    <a:pt x="7484" y="9023"/>
                    <a:pt x="7093" y="9418"/>
                  </a:cubicBezTo>
                  <a:lnTo>
                    <a:pt x="7093" y="7308"/>
                  </a:lnTo>
                  <a:close/>
                  <a:moveTo>
                    <a:pt x="11777" y="7023"/>
                  </a:moveTo>
                  <a:cubicBezTo>
                    <a:pt x="11317" y="7392"/>
                    <a:pt x="10958" y="7870"/>
                    <a:pt x="10729" y="8415"/>
                  </a:cubicBezTo>
                  <a:lnTo>
                    <a:pt x="10729" y="8412"/>
                  </a:lnTo>
                  <a:cubicBezTo>
                    <a:pt x="10504" y="8957"/>
                    <a:pt x="10424" y="9551"/>
                    <a:pt x="10487" y="10135"/>
                  </a:cubicBezTo>
                  <a:lnTo>
                    <a:pt x="9337" y="8985"/>
                  </a:lnTo>
                  <a:cubicBezTo>
                    <a:pt x="9112" y="8222"/>
                    <a:pt x="9453" y="7406"/>
                    <a:pt x="10149" y="7023"/>
                  </a:cubicBezTo>
                  <a:close/>
                  <a:moveTo>
                    <a:pt x="3637" y="7023"/>
                  </a:moveTo>
                  <a:cubicBezTo>
                    <a:pt x="4333" y="7406"/>
                    <a:pt x="4671" y="8222"/>
                    <a:pt x="4449" y="8985"/>
                  </a:cubicBezTo>
                  <a:lnTo>
                    <a:pt x="3974" y="9463"/>
                  </a:lnTo>
                  <a:cubicBezTo>
                    <a:pt x="3838" y="9607"/>
                    <a:pt x="3970" y="9800"/>
                    <a:pt x="4122" y="9800"/>
                  </a:cubicBezTo>
                  <a:cubicBezTo>
                    <a:pt x="4167" y="9800"/>
                    <a:pt x="4214" y="9784"/>
                    <a:pt x="4256" y="9745"/>
                  </a:cubicBezTo>
                  <a:lnTo>
                    <a:pt x="4734" y="9270"/>
                  </a:lnTo>
                  <a:cubicBezTo>
                    <a:pt x="4892" y="9223"/>
                    <a:pt x="5053" y="9201"/>
                    <a:pt x="5212" y="9201"/>
                  </a:cubicBezTo>
                  <a:cubicBezTo>
                    <a:pt x="5817" y="9201"/>
                    <a:pt x="6392" y="9528"/>
                    <a:pt x="6693" y="10082"/>
                  </a:cubicBezTo>
                  <a:lnTo>
                    <a:pt x="6693" y="11707"/>
                  </a:lnTo>
                  <a:cubicBezTo>
                    <a:pt x="6327" y="11246"/>
                    <a:pt x="5849" y="10887"/>
                    <a:pt x="5304" y="10662"/>
                  </a:cubicBezTo>
                  <a:cubicBezTo>
                    <a:pt x="4876" y="10486"/>
                    <a:pt x="4420" y="10396"/>
                    <a:pt x="3960" y="10396"/>
                  </a:cubicBezTo>
                  <a:cubicBezTo>
                    <a:pt x="3834" y="10396"/>
                    <a:pt x="3707" y="10403"/>
                    <a:pt x="3581" y="10416"/>
                  </a:cubicBezTo>
                  <a:lnTo>
                    <a:pt x="3616" y="10385"/>
                  </a:lnTo>
                  <a:cubicBezTo>
                    <a:pt x="3748" y="10238"/>
                    <a:pt x="3620" y="10046"/>
                    <a:pt x="3469" y="10046"/>
                  </a:cubicBezTo>
                  <a:cubicBezTo>
                    <a:pt x="3424" y="10046"/>
                    <a:pt x="3377" y="10063"/>
                    <a:pt x="3334" y="10103"/>
                  </a:cubicBezTo>
                  <a:lnTo>
                    <a:pt x="3299" y="10135"/>
                  </a:lnTo>
                  <a:cubicBezTo>
                    <a:pt x="3433" y="8946"/>
                    <a:pt x="2944" y="7772"/>
                    <a:pt x="2009" y="7023"/>
                  </a:cubicBezTo>
                  <a:close/>
                  <a:moveTo>
                    <a:pt x="8574" y="9201"/>
                  </a:moveTo>
                  <a:cubicBezTo>
                    <a:pt x="8733" y="9201"/>
                    <a:pt x="8894" y="9223"/>
                    <a:pt x="9052" y="9270"/>
                  </a:cubicBezTo>
                  <a:lnTo>
                    <a:pt x="10206" y="10420"/>
                  </a:lnTo>
                  <a:cubicBezTo>
                    <a:pt x="10075" y="10405"/>
                    <a:pt x="9944" y="10397"/>
                    <a:pt x="9813" y="10397"/>
                  </a:cubicBezTo>
                  <a:cubicBezTo>
                    <a:pt x="9357" y="10397"/>
                    <a:pt x="8906" y="10487"/>
                    <a:pt x="8482" y="10662"/>
                  </a:cubicBezTo>
                  <a:cubicBezTo>
                    <a:pt x="7937" y="10887"/>
                    <a:pt x="7459" y="11246"/>
                    <a:pt x="7093" y="11707"/>
                  </a:cubicBezTo>
                  <a:lnTo>
                    <a:pt x="7093" y="10082"/>
                  </a:lnTo>
                  <a:cubicBezTo>
                    <a:pt x="7394" y="9528"/>
                    <a:pt x="7969" y="9201"/>
                    <a:pt x="8574" y="9201"/>
                  </a:cubicBezTo>
                  <a:close/>
                  <a:moveTo>
                    <a:pt x="6893" y="0"/>
                  </a:moveTo>
                  <a:cubicBezTo>
                    <a:pt x="6793" y="0"/>
                    <a:pt x="6693" y="67"/>
                    <a:pt x="6693" y="201"/>
                  </a:cubicBezTo>
                  <a:lnTo>
                    <a:pt x="6693" y="1217"/>
                  </a:lnTo>
                  <a:cubicBezTo>
                    <a:pt x="6146" y="2244"/>
                    <a:pt x="5084" y="2853"/>
                    <a:pt x="3968" y="2853"/>
                  </a:cubicBezTo>
                  <a:cubicBezTo>
                    <a:pt x="3670" y="2853"/>
                    <a:pt x="3368" y="2809"/>
                    <a:pt x="3071" y="2719"/>
                  </a:cubicBezTo>
                  <a:lnTo>
                    <a:pt x="2350" y="1998"/>
                  </a:lnTo>
                  <a:cubicBezTo>
                    <a:pt x="2306" y="1950"/>
                    <a:pt x="2255" y="1929"/>
                    <a:pt x="2207" y="1929"/>
                  </a:cubicBezTo>
                  <a:cubicBezTo>
                    <a:pt x="2050" y="1929"/>
                    <a:pt x="1913" y="2138"/>
                    <a:pt x="2068" y="2283"/>
                  </a:cubicBezTo>
                  <a:lnTo>
                    <a:pt x="2786" y="3000"/>
                  </a:lnTo>
                  <a:cubicBezTo>
                    <a:pt x="3215" y="4414"/>
                    <a:pt x="2589" y="5929"/>
                    <a:pt x="1288" y="6625"/>
                  </a:cubicBezTo>
                  <a:lnTo>
                    <a:pt x="268" y="6625"/>
                  </a:lnTo>
                  <a:cubicBezTo>
                    <a:pt x="1" y="6625"/>
                    <a:pt x="1" y="7023"/>
                    <a:pt x="268" y="7023"/>
                  </a:cubicBezTo>
                  <a:lnTo>
                    <a:pt x="1288" y="7023"/>
                  </a:lnTo>
                  <a:cubicBezTo>
                    <a:pt x="2589" y="7719"/>
                    <a:pt x="3215" y="9235"/>
                    <a:pt x="2786" y="10648"/>
                  </a:cubicBezTo>
                  <a:lnTo>
                    <a:pt x="2068" y="11366"/>
                  </a:lnTo>
                  <a:cubicBezTo>
                    <a:pt x="1932" y="11513"/>
                    <a:pt x="2064" y="11706"/>
                    <a:pt x="2217" y="11706"/>
                  </a:cubicBezTo>
                  <a:cubicBezTo>
                    <a:pt x="2261" y="11706"/>
                    <a:pt x="2308" y="11689"/>
                    <a:pt x="2350" y="11650"/>
                  </a:cubicBezTo>
                  <a:lnTo>
                    <a:pt x="3071" y="10930"/>
                  </a:lnTo>
                  <a:cubicBezTo>
                    <a:pt x="3368" y="10839"/>
                    <a:pt x="3670" y="10796"/>
                    <a:pt x="3968" y="10796"/>
                  </a:cubicBezTo>
                  <a:cubicBezTo>
                    <a:pt x="5084" y="10796"/>
                    <a:pt x="6146" y="11404"/>
                    <a:pt x="6693" y="12431"/>
                  </a:cubicBezTo>
                  <a:lnTo>
                    <a:pt x="6693" y="13447"/>
                  </a:lnTo>
                  <a:cubicBezTo>
                    <a:pt x="6693" y="13581"/>
                    <a:pt x="6793" y="13648"/>
                    <a:pt x="6893" y="13648"/>
                  </a:cubicBezTo>
                  <a:cubicBezTo>
                    <a:pt x="6993" y="13648"/>
                    <a:pt x="7093" y="13581"/>
                    <a:pt x="7093" y="13447"/>
                  </a:cubicBezTo>
                  <a:lnTo>
                    <a:pt x="7093" y="12431"/>
                  </a:lnTo>
                  <a:cubicBezTo>
                    <a:pt x="7640" y="11404"/>
                    <a:pt x="8699" y="10796"/>
                    <a:pt x="9817" y="10796"/>
                  </a:cubicBezTo>
                  <a:cubicBezTo>
                    <a:pt x="10115" y="10796"/>
                    <a:pt x="10417" y="10839"/>
                    <a:pt x="10715" y="10930"/>
                  </a:cubicBezTo>
                  <a:lnTo>
                    <a:pt x="11433" y="11650"/>
                  </a:lnTo>
                  <a:cubicBezTo>
                    <a:pt x="11476" y="11689"/>
                    <a:pt x="11523" y="11706"/>
                    <a:pt x="11567" y="11706"/>
                  </a:cubicBezTo>
                  <a:cubicBezTo>
                    <a:pt x="11721" y="11706"/>
                    <a:pt x="11851" y="11513"/>
                    <a:pt x="11718" y="11366"/>
                  </a:cubicBezTo>
                  <a:lnTo>
                    <a:pt x="11000" y="10648"/>
                  </a:lnTo>
                  <a:cubicBezTo>
                    <a:pt x="10568" y="9238"/>
                    <a:pt x="11197" y="7719"/>
                    <a:pt x="12498" y="7026"/>
                  </a:cubicBezTo>
                  <a:lnTo>
                    <a:pt x="13518" y="7026"/>
                  </a:lnTo>
                  <a:cubicBezTo>
                    <a:pt x="13782" y="7026"/>
                    <a:pt x="13782" y="6625"/>
                    <a:pt x="13518" y="6625"/>
                  </a:cubicBezTo>
                  <a:lnTo>
                    <a:pt x="12498" y="6625"/>
                  </a:lnTo>
                  <a:cubicBezTo>
                    <a:pt x="11197" y="5929"/>
                    <a:pt x="10571" y="4414"/>
                    <a:pt x="11000" y="3000"/>
                  </a:cubicBezTo>
                  <a:lnTo>
                    <a:pt x="11718" y="2283"/>
                  </a:lnTo>
                  <a:cubicBezTo>
                    <a:pt x="11873" y="2138"/>
                    <a:pt x="11736" y="1929"/>
                    <a:pt x="11580" y="1929"/>
                  </a:cubicBezTo>
                  <a:cubicBezTo>
                    <a:pt x="11531" y="1929"/>
                    <a:pt x="11480" y="1950"/>
                    <a:pt x="11436" y="1998"/>
                  </a:cubicBezTo>
                  <a:lnTo>
                    <a:pt x="10715" y="2719"/>
                  </a:lnTo>
                  <a:cubicBezTo>
                    <a:pt x="10418" y="2809"/>
                    <a:pt x="10116" y="2853"/>
                    <a:pt x="9818" y="2853"/>
                  </a:cubicBezTo>
                  <a:cubicBezTo>
                    <a:pt x="8702" y="2853"/>
                    <a:pt x="7640" y="2244"/>
                    <a:pt x="7093" y="1217"/>
                  </a:cubicBezTo>
                  <a:lnTo>
                    <a:pt x="7093" y="201"/>
                  </a:lnTo>
                  <a:cubicBezTo>
                    <a:pt x="7093" y="67"/>
                    <a:pt x="6993" y="0"/>
                    <a:pt x="68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94" name="Google Shape;20594;p90"/>
          <p:cNvGrpSpPr/>
          <p:nvPr/>
        </p:nvGrpSpPr>
        <p:grpSpPr>
          <a:xfrm>
            <a:off x="8018284" y="2896075"/>
            <a:ext cx="248363" cy="357801"/>
            <a:chOff x="8018284" y="2896075"/>
            <a:chExt cx="248363" cy="357801"/>
          </a:xfrm>
        </p:grpSpPr>
        <p:sp>
          <p:nvSpPr>
            <p:cNvPr id="20595" name="Google Shape;20595;p90"/>
            <p:cNvSpPr/>
            <p:nvPr/>
          </p:nvSpPr>
          <p:spPr>
            <a:xfrm>
              <a:off x="8099517" y="3022682"/>
              <a:ext cx="52477" cy="225952"/>
            </a:xfrm>
            <a:custGeom>
              <a:rect b="b" l="l" r="r" t="t"/>
              <a:pathLst>
                <a:path extrusionOk="0" h="8620" w="2002">
                  <a:moveTo>
                    <a:pt x="1302" y="1"/>
                  </a:moveTo>
                  <a:cubicBezTo>
                    <a:pt x="1" y="3120"/>
                    <a:pt x="352" y="8619"/>
                    <a:pt x="352" y="8619"/>
                  </a:cubicBezTo>
                  <a:lnTo>
                    <a:pt x="1636" y="8619"/>
                  </a:lnTo>
                  <a:cubicBezTo>
                    <a:pt x="1636" y="8619"/>
                    <a:pt x="890" y="3517"/>
                    <a:pt x="2001" y="275"/>
                  </a:cubicBezTo>
                  <a:lnTo>
                    <a:pt x="1302" y="1"/>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6" name="Google Shape;20596;p90"/>
            <p:cNvSpPr/>
            <p:nvPr/>
          </p:nvSpPr>
          <p:spPr>
            <a:xfrm>
              <a:off x="8099517" y="2989235"/>
              <a:ext cx="79109" cy="259399"/>
            </a:xfrm>
            <a:custGeom>
              <a:rect b="b" l="l" r="r" t="t"/>
              <a:pathLst>
                <a:path extrusionOk="0" h="9896" w="3018">
                  <a:moveTo>
                    <a:pt x="1056" y="0"/>
                  </a:moveTo>
                  <a:cubicBezTo>
                    <a:pt x="809" y="433"/>
                    <a:pt x="908" y="978"/>
                    <a:pt x="1291" y="1298"/>
                  </a:cubicBezTo>
                  <a:cubicBezTo>
                    <a:pt x="1" y="4417"/>
                    <a:pt x="352" y="9895"/>
                    <a:pt x="352" y="9895"/>
                  </a:cubicBezTo>
                  <a:lnTo>
                    <a:pt x="950" y="9895"/>
                  </a:lnTo>
                  <a:cubicBezTo>
                    <a:pt x="883" y="8893"/>
                    <a:pt x="662" y="4526"/>
                    <a:pt x="1523" y="1670"/>
                  </a:cubicBezTo>
                  <a:cubicBezTo>
                    <a:pt x="1550" y="1585"/>
                    <a:pt x="1631" y="1527"/>
                    <a:pt x="1720" y="1527"/>
                  </a:cubicBezTo>
                  <a:cubicBezTo>
                    <a:pt x="1738" y="1527"/>
                    <a:pt x="1755" y="1529"/>
                    <a:pt x="1773" y="1533"/>
                  </a:cubicBezTo>
                  <a:cubicBezTo>
                    <a:pt x="1836" y="1544"/>
                    <a:pt x="1903" y="1551"/>
                    <a:pt x="1973" y="1551"/>
                  </a:cubicBezTo>
                  <a:cubicBezTo>
                    <a:pt x="2536" y="1551"/>
                    <a:pt x="2997" y="1104"/>
                    <a:pt x="3018" y="542"/>
                  </a:cubicBezTo>
                  <a:cubicBezTo>
                    <a:pt x="2367" y="348"/>
                    <a:pt x="1713" y="162"/>
                    <a:pt x="1056"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7" name="Google Shape;20597;p90"/>
            <p:cNvSpPr/>
            <p:nvPr/>
          </p:nvSpPr>
          <p:spPr>
            <a:xfrm>
              <a:off x="8123213" y="2902760"/>
              <a:ext cx="57353" cy="99476"/>
            </a:xfrm>
            <a:custGeom>
              <a:rect b="b" l="l" r="r" t="t"/>
              <a:pathLst>
                <a:path extrusionOk="0" h="3795" w="2188">
                  <a:moveTo>
                    <a:pt x="160" y="0"/>
                  </a:moveTo>
                  <a:cubicBezTo>
                    <a:pt x="68" y="0"/>
                    <a:pt x="0" y="99"/>
                    <a:pt x="46" y="191"/>
                  </a:cubicBezTo>
                  <a:cubicBezTo>
                    <a:pt x="310" y="792"/>
                    <a:pt x="971" y="2381"/>
                    <a:pt x="1157" y="3795"/>
                  </a:cubicBezTo>
                  <a:lnTo>
                    <a:pt x="1157" y="3791"/>
                  </a:lnTo>
                  <a:cubicBezTo>
                    <a:pt x="2188" y="2508"/>
                    <a:pt x="2089" y="1773"/>
                    <a:pt x="1896" y="1369"/>
                  </a:cubicBezTo>
                  <a:cubicBezTo>
                    <a:pt x="1470" y="475"/>
                    <a:pt x="633" y="127"/>
                    <a:pt x="204" y="8"/>
                  </a:cubicBezTo>
                  <a:cubicBezTo>
                    <a:pt x="189" y="2"/>
                    <a:pt x="174" y="0"/>
                    <a:pt x="160"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8" name="Google Shape;20598;p90"/>
            <p:cNvSpPr/>
            <p:nvPr/>
          </p:nvSpPr>
          <p:spPr>
            <a:xfrm>
              <a:off x="8027092" y="2968343"/>
              <a:ext cx="126475" cy="48021"/>
            </a:xfrm>
            <a:custGeom>
              <a:rect b="b" l="l" r="r" t="t"/>
              <a:pathLst>
                <a:path extrusionOk="0" h="1832" w="4825">
                  <a:moveTo>
                    <a:pt x="2691" y="1"/>
                  </a:moveTo>
                  <a:cubicBezTo>
                    <a:pt x="2489" y="1"/>
                    <a:pt x="2297" y="22"/>
                    <a:pt x="2127" y="55"/>
                  </a:cubicBezTo>
                  <a:cubicBezTo>
                    <a:pt x="998" y="277"/>
                    <a:pt x="316" y="1216"/>
                    <a:pt x="45" y="1676"/>
                  </a:cubicBezTo>
                  <a:cubicBezTo>
                    <a:pt x="0" y="1749"/>
                    <a:pt x="56" y="1831"/>
                    <a:pt x="130" y="1831"/>
                  </a:cubicBezTo>
                  <a:cubicBezTo>
                    <a:pt x="142" y="1831"/>
                    <a:pt x="155" y="1829"/>
                    <a:pt x="168" y="1824"/>
                  </a:cubicBezTo>
                  <a:cubicBezTo>
                    <a:pt x="699" y="1624"/>
                    <a:pt x="1984" y="1208"/>
                    <a:pt x="3588" y="1208"/>
                  </a:cubicBezTo>
                  <a:cubicBezTo>
                    <a:pt x="3983" y="1208"/>
                    <a:pt x="4397" y="1233"/>
                    <a:pt x="4824" y="1293"/>
                  </a:cubicBezTo>
                  <a:cubicBezTo>
                    <a:pt x="4319" y="284"/>
                    <a:pt x="3433" y="1"/>
                    <a:pt x="269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9" name="Google Shape;20599;p90"/>
            <p:cNvSpPr/>
            <p:nvPr/>
          </p:nvSpPr>
          <p:spPr>
            <a:xfrm>
              <a:off x="8153541" y="2988212"/>
              <a:ext cx="88520" cy="78035"/>
            </a:xfrm>
            <a:custGeom>
              <a:rect b="b" l="l" r="r" t="t"/>
              <a:pathLst>
                <a:path extrusionOk="0" h="2977" w="3377">
                  <a:moveTo>
                    <a:pt x="1201" y="0"/>
                  </a:moveTo>
                  <a:cubicBezTo>
                    <a:pt x="447" y="0"/>
                    <a:pt x="0" y="535"/>
                    <a:pt x="0" y="535"/>
                  </a:cubicBezTo>
                  <a:cubicBezTo>
                    <a:pt x="1646" y="1157"/>
                    <a:pt x="2694" y="2356"/>
                    <a:pt x="3119" y="2923"/>
                  </a:cubicBezTo>
                  <a:cubicBezTo>
                    <a:pt x="3147" y="2960"/>
                    <a:pt x="3187" y="2976"/>
                    <a:pt x="3226" y="2976"/>
                  </a:cubicBezTo>
                  <a:cubicBezTo>
                    <a:pt x="3295" y="2976"/>
                    <a:pt x="3363" y="2925"/>
                    <a:pt x="3365" y="2842"/>
                  </a:cubicBezTo>
                  <a:cubicBezTo>
                    <a:pt x="3376" y="2293"/>
                    <a:pt x="3327" y="1175"/>
                    <a:pt x="2609" y="588"/>
                  </a:cubicBezTo>
                  <a:cubicBezTo>
                    <a:pt x="2070" y="145"/>
                    <a:pt x="1593" y="0"/>
                    <a:pt x="120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0" name="Google Shape;20600;p90"/>
            <p:cNvSpPr/>
            <p:nvPr/>
          </p:nvSpPr>
          <p:spPr>
            <a:xfrm>
              <a:off x="8054641" y="2913716"/>
              <a:ext cx="197275" cy="88520"/>
            </a:xfrm>
            <a:custGeom>
              <a:rect b="b" l="l" r="r" t="t"/>
              <a:pathLst>
                <a:path extrusionOk="0" h="3377" w="7526">
                  <a:moveTo>
                    <a:pt x="1097" y="1"/>
                  </a:moveTo>
                  <a:cubicBezTo>
                    <a:pt x="739" y="1"/>
                    <a:pt x="414" y="57"/>
                    <a:pt x="158" y="124"/>
                  </a:cubicBezTo>
                  <a:cubicBezTo>
                    <a:pt x="11" y="166"/>
                    <a:pt x="0" y="367"/>
                    <a:pt x="141" y="427"/>
                  </a:cubicBezTo>
                  <a:cubicBezTo>
                    <a:pt x="907" y="764"/>
                    <a:pt x="2782" y="2086"/>
                    <a:pt x="3773" y="3377"/>
                  </a:cubicBezTo>
                  <a:cubicBezTo>
                    <a:pt x="4779" y="2663"/>
                    <a:pt x="6667" y="1840"/>
                    <a:pt x="7367" y="1731"/>
                  </a:cubicBezTo>
                  <a:cubicBezTo>
                    <a:pt x="7497" y="1710"/>
                    <a:pt x="7525" y="1534"/>
                    <a:pt x="7409" y="1475"/>
                  </a:cubicBezTo>
                  <a:cubicBezTo>
                    <a:pt x="7049" y="1276"/>
                    <a:pt x="6446" y="1007"/>
                    <a:pt x="5801" y="1007"/>
                  </a:cubicBezTo>
                  <a:cubicBezTo>
                    <a:pt x="5576" y="1007"/>
                    <a:pt x="5346" y="1039"/>
                    <a:pt x="5120" y="1119"/>
                  </a:cubicBezTo>
                  <a:cubicBezTo>
                    <a:pt x="4389" y="1376"/>
                    <a:pt x="4040" y="1858"/>
                    <a:pt x="3882" y="2308"/>
                  </a:cubicBezTo>
                  <a:cubicBezTo>
                    <a:pt x="3822" y="1735"/>
                    <a:pt x="3552" y="1031"/>
                    <a:pt x="2718" y="476"/>
                  </a:cubicBezTo>
                  <a:cubicBezTo>
                    <a:pt x="2180" y="115"/>
                    <a:pt x="1605" y="1"/>
                    <a:pt x="1097"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1" name="Google Shape;20601;p90"/>
            <p:cNvSpPr/>
            <p:nvPr/>
          </p:nvSpPr>
          <p:spPr>
            <a:xfrm>
              <a:off x="8018284" y="2896075"/>
              <a:ext cx="248363" cy="357801"/>
            </a:xfrm>
            <a:custGeom>
              <a:rect b="b" l="l" r="r" t="t"/>
              <a:pathLst>
                <a:path extrusionOk="0" h="13650" w="9475">
                  <a:moveTo>
                    <a:pt x="4362" y="519"/>
                  </a:moveTo>
                  <a:lnTo>
                    <a:pt x="4362" y="519"/>
                  </a:lnTo>
                  <a:cubicBezTo>
                    <a:pt x="4784" y="674"/>
                    <a:pt x="5392" y="1008"/>
                    <a:pt x="5719" y="1711"/>
                  </a:cubicBezTo>
                  <a:cubicBezTo>
                    <a:pt x="5758" y="1796"/>
                    <a:pt x="5786" y="1887"/>
                    <a:pt x="5807" y="1979"/>
                  </a:cubicBezTo>
                  <a:cubicBezTo>
                    <a:pt x="5646" y="2119"/>
                    <a:pt x="5505" y="2281"/>
                    <a:pt x="5389" y="2460"/>
                  </a:cubicBezTo>
                  <a:cubicBezTo>
                    <a:pt x="5181" y="2780"/>
                    <a:pt x="5044" y="3139"/>
                    <a:pt x="4977" y="3512"/>
                  </a:cubicBezTo>
                  <a:cubicBezTo>
                    <a:pt x="3820" y="2165"/>
                    <a:pt x="2439" y="1328"/>
                    <a:pt x="1718" y="955"/>
                  </a:cubicBezTo>
                  <a:cubicBezTo>
                    <a:pt x="1932" y="910"/>
                    <a:pt x="2200" y="871"/>
                    <a:pt x="2493" y="871"/>
                  </a:cubicBezTo>
                  <a:cubicBezTo>
                    <a:pt x="2947" y="871"/>
                    <a:pt x="3458" y="964"/>
                    <a:pt x="3915" y="1265"/>
                  </a:cubicBezTo>
                  <a:cubicBezTo>
                    <a:pt x="4246" y="1486"/>
                    <a:pt x="4527" y="1775"/>
                    <a:pt x="4742" y="2112"/>
                  </a:cubicBezTo>
                  <a:cubicBezTo>
                    <a:pt x="4784" y="2177"/>
                    <a:pt x="4844" y="2205"/>
                    <a:pt x="4903" y="2205"/>
                  </a:cubicBezTo>
                  <a:cubicBezTo>
                    <a:pt x="5038" y="2205"/>
                    <a:pt x="5169" y="2062"/>
                    <a:pt x="5083" y="1905"/>
                  </a:cubicBezTo>
                  <a:cubicBezTo>
                    <a:pt x="5009" y="1785"/>
                    <a:pt x="4928" y="1673"/>
                    <a:pt x="4837" y="1567"/>
                  </a:cubicBezTo>
                  <a:cubicBezTo>
                    <a:pt x="4703" y="1209"/>
                    <a:pt x="4545" y="857"/>
                    <a:pt x="4362" y="519"/>
                  </a:cubicBezTo>
                  <a:close/>
                  <a:moveTo>
                    <a:pt x="7295" y="1859"/>
                  </a:moveTo>
                  <a:cubicBezTo>
                    <a:pt x="7857" y="1859"/>
                    <a:pt x="8360" y="2063"/>
                    <a:pt x="8691" y="2239"/>
                  </a:cubicBezTo>
                  <a:cubicBezTo>
                    <a:pt x="7516" y="2517"/>
                    <a:pt x="6395" y="2977"/>
                    <a:pt x="5368" y="3610"/>
                  </a:cubicBezTo>
                  <a:lnTo>
                    <a:pt x="5364" y="3610"/>
                  </a:lnTo>
                  <a:cubicBezTo>
                    <a:pt x="5515" y="2657"/>
                    <a:pt x="6138" y="2084"/>
                    <a:pt x="6750" y="1926"/>
                  </a:cubicBezTo>
                  <a:cubicBezTo>
                    <a:pt x="6929" y="1880"/>
                    <a:pt x="7112" y="1859"/>
                    <a:pt x="7295" y="1859"/>
                  </a:cubicBezTo>
                  <a:close/>
                  <a:moveTo>
                    <a:pt x="3072" y="2955"/>
                  </a:moveTo>
                  <a:cubicBezTo>
                    <a:pt x="3502" y="2955"/>
                    <a:pt x="3891" y="3062"/>
                    <a:pt x="4200" y="3269"/>
                  </a:cubicBezTo>
                  <a:cubicBezTo>
                    <a:pt x="4207" y="3273"/>
                    <a:pt x="4214" y="3276"/>
                    <a:pt x="4221" y="3280"/>
                  </a:cubicBezTo>
                  <a:cubicBezTo>
                    <a:pt x="4383" y="3442"/>
                    <a:pt x="4545" y="3617"/>
                    <a:pt x="4700" y="3800"/>
                  </a:cubicBezTo>
                  <a:cubicBezTo>
                    <a:pt x="4437" y="3780"/>
                    <a:pt x="4175" y="3769"/>
                    <a:pt x="3912" y="3769"/>
                  </a:cubicBezTo>
                  <a:cubicBezTo>
                    <a:pt x="3148" y="3769"/>
                    <a:pt x="2386" y="3857"/>
                    <a:pt x="1640" y="4032"/>
                  </a:cubicBezTo>
                  <a:cubicBezTo>
                    <a:pt x="1266" y="4120"/>
                    <a:pt x="954" y="4214"/>
                    <a:pt x="712" y="4295"/>
                  </a:cubicBezTo>
                  <a:lnTo>
                    <a:pt x="712" y="4295"/>
                  </a:lnTo>
                  <a:cubicBezTo>
                    <a:pt x="1032" y="3835"/>
                    <a:pt x="1626" y="3181"/>
                    <a:pt x="2505" y="3013"/>
                  </a:cubicBezTo>
                  <a:cubicBezTo>
                    <a:pt x="2700" y="2974"/>
                    <a:pt x="2889" y="2955"/>
                    <a:pt x="3072" y="2955"/>
                  </a:cubicBezTo>
                  <a:close/>
                  <a:moveTo>
                    <a:pt x="4105" y="4166"/>
                  </a:moveTo>
                  <a:lnTo>
                    <a:pt x="4105" y="4166"/>
                  </a:lnTo>
                  <a:cubicBezTo>
                    <a:pt x="4443" y="4173"/>
                    <a:pt x="4780" y="4201"/>
                    <a:pt x="5115" y="4247"/>
                  </a:cubicBezTo>
                  <a:cubicBezTo>
                    <a:pt x="5350" y="4335"/>
                    <a:pt x="5582" y="4444"/>
                    <a:pt x="5804" y="4563"/>
                  </a:cubicBezTo>
                  <a:cubicBezTo>
                    <a:pt x="5621" y="4785"/>
                    <a:pt x="5343" y="4915"/>
                    <a:pt x="5055" y="4918"/>
                  </a:cubicBezTo>
                  <a:cubicBezTo>
                    <a:pt x="4601" y="4918"/>
                    <a:pt x="4207" y="4606"/>
                    <a:pt x="4105" y="4166"/>
                  </a:cubicBezTo>
                  <a:close/>
                  <a:moveTo>
                    <a:pt x="6452" y="3813"/>
                  </a:moveTo>
                  <a:cubicBezTo>
                    <a:pt x="6879" y="3813"/>
                    <a:pt x="7275" y="3981"/>
                    <a:pt x="7636" y="4317"/>
                  </a:cubicBezTo>
                  <a:cubicBezTo>
                    <a:pt x="8191" y="4827"/>
                    <a:pt x="8311" y="5629"/>
                    <a:pt x="8325" y="6167"/>
                  </a:cubicBezTo>
                  <a:cubicBezTo>
                    <a:pt x="7868" y="5590"/>
                    <a:pt x="6961" y="4630"/>
                    <a:pt x="5603" y="4018"/>
                  </a:cubicBezTo>
                  <a:cubicBezTo>
                    <a:pt x="5740" y="3951"/>
                    <a:pt x="5885" y="3899"/>
                    <a:pt x="6036" y="3864"/>
                  </a:cubicBezTo>
                  <a:cubicBezTo>
                    <a:pt x="6177" y="3830"/>
                    <a:pt x="6316" y="3813"/>
                    <a:pt x="6452" y="3813"/>
                  </a:cubicBezTo>
                  <a:close/>
                  <a:moveTo>
                    <a:pt x="4482" y="5193"/>
                  </a:moveTo>
                  <a:cubicBezTo>
                    <a:pt x="4594" y="5246"/>
                    <a:pt x="4714" y="5281"/>
                    <a:pt x="4837" y="5302"/>
                  </a:cubicBezTo>
                  <a:cubicBezTo>
                    <a:pt x="4422" y="6634"/>
                    <a:pt x="4242" y="8386"/>
                    <a:pt x="4302" y="10510"/>
                  </a:cubicBezTo>
                  <a:lnTo>
                    <a:pt x="4302" y="10513"/>
                  </a:lnTo>
                  <a:cubicBezTo>
                    <a:pt x="4337" y="11768"/>
                    <a:pt x="4450" y="12809"/>
                    <a:pt x="4506" y="13252"/>
                  </a:cubicBezTo>
                  <a:lnTo>
                    <a:pt x="3641" y="13252"/>
                  </a:lnTo>
                  <a:cubicBezTo>
                    <a:pt x="3588" y="12299"/>
                    <a:pt x="3427" y="7914"/>
                    <a:pt x="4482" y="5193"/>
                  </a:cubicBezTo>
                  <a:close/>
                  <a:moveTo>
                    <a:pt x="3935" y="1"/>
                  </a:moveTo>
                  <a:cubicBezTo>
                    <a:pt x="3778" y="1"/>
                    <a:pt x="3678" y="182"/>
                    <a:pt x="3771" y="315"/>
                  </a:cubicBezTo>
                  <a:cubicBezTo>
                    <a:pt x="3901" y="512"/>
                    <a:pt x="4017" y="713"/>
                    <a:pt x="4119" y="920"/>
                  </a:cubicBezTo>
                  <a:cubicBezTo>
                    <a:pt x="3585" y="574"/>
                    <a:pt x="3002" y="469"/>
                    <a:pt x="2490" y="469"/>
                  </a:cubicBezTo>
                  <a:cubicBezTo>
                    <a:pt x="1729" y="469"/>
                    <a:pt x="1128" y="702"/>
                    <a:pt x="1088" y="716"/>
                  </a:cubicBezTo>
                  <a:cubicBezTo>
                    <a:pt x="919" y="783"/>
                    <a:pt x="916" y="1019"/>
                    <a:pt x="1081" y="1089"/>
                  </a:cubicBezTo>
                  <a:cubicBezTo>
                    <a:pt x="1099" y="1096"/>
                    <a:pt x="2231" y="1581"/>
                    <a:pt x="3448" y="2580"/>
                  </a:cubicBezTo>
                  <a:cubicBezTo>
                    <a:pt x="3316" y="2564"/>
                    <a:pt x="3183" y="2555"/>
                    <a:pt x="3051" y="2555"/>
                  </a:cubicBezTo>
                  <a:cubicBezTo>
                    <a:pt x="2843" y="2555"/>
                    <a:pt x="2634" y="2576"/>
                    <a:pt x="2428" y="2619"/>
                  </a:cubicBezTo>
                  <a:cubicBezTo>
                    <a:pt x="835" y="2928"/>
                    <a:pt x="97" y="4539"/>
                    <a:pt x="65" y="4609"/>
                  </a:cubicBezTo>
                  <a:cubicBezTo>
                    <a:pt x="1" y="4749"/>
                    <a:pt x="111" y="4892"/>
                    <a:pt x="247" y="4892"/>
                  </a:cubicBezTo>
                  <a:cubicBezTo>
                    <a:pt x="275" y="4892"/>
                    <a:pt x="304" y="4886"/>
                    <a:pt x="332" y="4873"/>
                  </a:cubicBezTo>
                  <a:cubicBezTo>
                    <a:pt x="350" y="4862"/>
                    <a:pt x="1767" y="4219"/>
                    <a:pt x="3697" y="4169"/>
                  </a:cubicBezTo>
                  <a:cubicBezTo>
                    <a:pt x="3750" y="4479"/>
                    <a:pt x="3908" y="4760"/>
                    <a:pt x="4140" y="4971"/>
                  </a:cubicBezTo>
                  <a:cubicBezTo>
                    <a:pt x="3620" y="6272"/>
                    <a:pt x="3311" y="8080"/>
                    <a:pt x="3223" y="10351"/>
                  </a:cubicBezTo>
                  <a:cubicBezTo>
                    <a:pt x="3173" y="11681"/>
                    <a:pt x="3216" y="12799"/>
                    <a:pt x="3240" y="13252"/>
                  </a:cubicBezTo>
                  <a:lnTo>
                    <a:pt x="3026" y="13252"/>
                  </a:lnTo>
                  <a:cubicBezTo>
                    <a:pt x="2760" y="13252"/>
                    <a:pt x="2759" y="13650"/>
                    <a:pt x="3022" y="13650"/>
                  </a:cubicBezTo>
                  <a:cubicBezTo>
                    <a:pt x="3023" y="13650"/>
                    <a:pt x="3025" y="13650"/>
                    <a:pt x="3026" y="13650"/>
                  </a:cubicBezTo>
                  <a:lnTo>
                    <a:pt x="5160" y="13650"/>
                  </a:lnTo>
                  <a:cubicBezTo>
                    <a:pt x="5424" y="13650"/>
                    <a:pt x="5424" y="13252"/>
                    <a:pt x="5160" y="13252"/>
                  </a:cubicBezTo>
                  <a:lnTo>
                    <a:pt x="4907" y="13252"/>
                  </a:lnTo>
                  <a:cubicBezTo>
                    <a:pt x="4795" y="12352"/>
                    <a:pt x="4330" y="8122"/>
                    <a:pt x="5255" y="5302"/>
                  </a:cubicBezTo>
                  <a:cubicBezTo>
                    <a:pt x="5614" y="5249"/>
                    <a:pt x="5937" y="5056"/>
                    <a:pt x="6155" y="4764"/>
                  </a:cubicBezTo>
                  <a:cubicBezTo>
                    <a:pt x="7573" y="5639"/>
                    <a:pt x="8314" y="6842"/>
                    <a:pt x="8325" y="6856"/>
                  </a:cubicBezTo>
                  <a:cubicBezTo>
                    <a:pt x="8364" y="6921"/>
                    <a:pt x="8428" y="6951"/>
                    <a:pt x="8492" y="6951"/>
                  </a:cubicBezTo>
                  <a:cubicBezTo>
                    <a:pt x="8583" y="6951"/>
                    <a:pt x="8674" y="6890"/>
                    <a:pt x="8691" y="6782"/>
                  </a:cubicBezTo>
                  <a:cubicBezTo>
                    <a:pt x="8733" y="6448"/>
                    <a:pt x="8736" y="6111"/>
                    <a:pt x="8698" y="5776"/>
                  </a:cubicBezTo>
                  <a:cubicBezTo>
                    <a:pt x="8617" y="5031"/>
                    <a:pt x="8343" y="4426"/>
                    <a:pt x="7907" y="4022"/>
                  </a:cubicBezTo>
                  <a:cubicBezTo>
                    <a:pt x="7442" y="3593"/>
                    <a:pt x="6971" y="3438"/>
                    <a:pt x="6560" y="3417"/>
                  </a:cubicBezTo>
                  <a:cubicBezTo>
                    <a:pt x="8023" y="2717"/>
                    <a:pt x="9229" y="2541"/>
                    <a:pt x="9246" y="2538"/>
                  </a:cubicBezTo>
                  <a:cubicBezTo>
                    <a:pt x="9415" y="2510"/>
                    <a:pt x="9475" y="2295"/>
                    <a:pt x="9345" y="2186"/>
                  </a:cubicBezTo>
                  <a:lnTo>
                    <a:pt x="9345" y="2183"/>
                  </a:lnTo>
                  <a:cubicBezTo>
                    <a:pt x="9303" y="2147"/>
                    <a:pt x="8430" y="1457"/>
                    <a:pt x="7308" y="1457"/>
                  </a:cubicBezTo>
                  <a:cubicBezTo>
                    <a:pt x="7097" y="1457"/>
                    <a:pt x="6876" y="1481"/>
                    <a:pt x="6651" y="1539"/>
                  </a:cubicBezTo>
                  <a:cubicBezTo>
                    <a:pt x="6479" y="1581"/>
                    <a:pt x="6314" y="1648"/>
                    <a:pt x="6155" y="1736"/>
                  </a:cubicBezTo>
                  <a:cubicBezTo>
                    <a:pt x="6138" y="1669"/>
                    <a:pt x="6113" y="1606"/>
                    <a:pt x="6082" y="1543"/>
                  </a:cubicBezTo>
                  <a:cubicBezTo>
                    <a:pt x="5463" y="210"/>
                    <a:pt x="4024" y="10"/>
                    <a:pt x="3961" y="2"/>
                  </a:cubicBezTo>
                  <a:cubicBezTo>
                    <a:pt x="3952" y="1"/>
                    <a:pt x="3944" y="1"/>
                    <a:pt x="39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02" name="Google Shape;20602;p90"/>
          <p:cNvGrpSpPr/>
          <p:nvPr/>
        </p:nvGrpSpPr>
        <p:grpSpPr>
          <a:xfrm>
            <a:off x="4680149" y="2896128"/>
            <a:ext cx="360448" cy="357748"/>
            <a:chOff x="4680149" y="2896128"/>
            <a:chExt cx="360448" cy="357748"/>
          </a:xfrm>
        </p:grpSpPr>
        <p:sp>
          <p:nvSpPr>
            <p:cNvPr id="20603" name="Google Shape;20603;p90"/>
            <p:cNvSpPr/>
            <p:nvPr/>
          </p:nvSpPr>
          <p:spPr>
            <a:xfrm>
              <a:off x="4843531" y="3018986"/>
              <a:ext cx="33683" cy="39214"/>
            </a:xfrm>
            <a:custGeom>
              <a:rect b="b" l="l" r="r" t="t"/>
              <a:pathLst>
                <a:path extrusionOk="0" h="1496" w="1285">
                  <a:moveTo>
                    <a:pt x="641" y="1"/>
                  </a:moveTo>
                  <a:cubicBezTo>
                    <a:pt x="289" y="1"/>
                    <a:pt x="1" y="286"/>
                    <a:pt x="1" y="641"/>
                  </a:cubicBezTo>
                  <a:lnTo>
                    <a:pt x="1" y="1495"/>
                  </a:lnTo>
                  <a:lnTo>
                    <a:pt x="1284" y="1495"/>
                  </a:lnTo>
                  <a:lnTo>
                    <a:pt x="1284" y="644"/>
                  </a:lnTo>
                  <a:cubicBezTo>
                    <a:pt x="1284" y="289"/>
                    <a:pt x="996" y="1"/>
                    <a:pt x="64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4" name="Google Shape;20604;p90"/>
            <p:cNvSpPr/>
            <p:nvPr/>
          </p:nvSpPr>
          <p:spPr>
            <a:xfrm>
              <a:off x="4832286" y="3046928"/>
              <a:ext cx="56069" cy="56069"/>
            </a:xfrm>
            <a:custGeom>
              <a:rect b="b" l="l" r="r" t="t"/>
              <a:pathLst>
                <a:path extrusionOk="0" h="2139" w="2139">
                  <a:moveTo>
                    <a:pt x="1070" y="0"/>
                  </a:moveTo>
                  <a:cubicBezTo>
                    <a:pt x="479" y="0"/>
                    <a:pt x="1" y="482"/>
                    <a:pt x="1" y="1069"/>
                  </a:cubicBezTo>
                  <a:cubicBezTo>
                    <a:pt x="1" y="1660"/>
                    <a:pt x="479" y="2138"/>
                    <a:pt x="1070" y="2138"/>
                  </a:cubicBezTo>
                  <a:cubicBezTo>
                    <a:pt x="1660" y="2138"/>
                    <a:pt x="2139" y="1660"/>
                    <a:pt x="2139" y="1069"/>
                  </a:cubicBezTo>
                  <a:cubicBezTo>
                    <a:pt x="2139" y="482"/>
                    <a:pt x="1660" y="0"/>
                    <a:pt x="107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5" name="Google Shape;20605;p90"/>
            <p:cNvSpPr/>
            <p:nvPr/>
          </p:nvSpPr>
          <p:spPr>
            <a:xfrm>
              <a:off x="4809979" y="3086195"/>
              <a:ext cx="100787" cy="100866"/>
            </a:xfrm>
            <a:custGeom>
              <a:rect b="b" l="l" r="r" t="t"/>
              <a:pathLst>
                <a:path extrusionOk="0" h="3848" w="3845">
                  <a:moveTo>
                    <a:pt x="1921" y="0"/>
                  </a:moveTo>
                  <a:cubicBezTo>
                    <a:pt x="859" y="0"/>
                    <a:pt x="1" y="588"/>
                    <a:pt x="1" y="1650"/>
                  </a:cubicBezTo>
                  <a:cubicBezTo>
                    <a:pt x="1" y="2712"/>
                    <a:pt x="859" y="3847"/>
                    <a:pt x="1921" y="3847"/>
                  </a:cubicBezTo>
                  <a:cubicBezTo>
                    <a:pt x="2983" y="3847"/>
                    <a:pt x="3844" y="2712"/>
                    <a:pt x="3844" y="1650"/>
                  </a:cubicBezTo>
                  <a:cubicBezTo>
                    <a:pt x="3844" y="588"/>
                    <a:pt x="2983" y="0"/>
                    <a:pt x="192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6" name="Google Shape;20606;p90"/>
            <p:cNvSpPr/>
            <p:nvPr/>
          </p:nvSpPr>
          <p:spPr>
            <a:xfrm>
              <a:off x="4809900" y="3086273"/>
              <a:ext cx="52373" cy="100682"/>
            </a:xfrm>
            <a:custGeom>
              <a:rect b="b" l="l" r="r" t="t"/>
              <a:pathLst>
                <a:path extrusionOk="0" h="3841" w="1998">
                  <a:moveTo>
                    <a:pt x="1730" y="1"/>
                  </a:moveTo>
                  <a:cubicBezTo>
                    <a:pt x="760" y="71"/>
                    <a:pt x="0" y="648"/>
                    <a:pt x="0" y="1643"/>
                  </a:cubicBezTo>
                  <a:cubicBezTo>
                    <a:pt x="0" y="2705"/>
                    <a:pt x="862" y="3841"/>
                    <a:pt x="1924" y="3841"/>
                  </a:cubicBezTo>
                  <a:cubicBezTo>
                    <a:pt x="1948" y="3841"/>
                    <a:pt x="1973" y="3837"/>
                    <a:pt x="1997" y="3837"/>
                  </a:cubicBezTo>
                  <a:cubicBezTo>
                    <a:pt x="1442" y="3327"/>
                    <a:pt x="1069" y="2438"/>
                    <a:pt x="1069" y="1583"/>
                  </a:cubicBezTo>
                  <a:cubicBezTo>
                    <a:pt x="1069" y="877"/>
                    <a:pt x="1326" y="346"/>
                    <a:pt x="173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7" name="Google Shape;20607;p90"/>
            <p:cNvSpPr/>
            <p:nvPr/>
          </p:nvSpPr>
          <p:spPr>
            <a:xfrm>
              <a:off x="4680149" y="2896128"/>
              <a:ext cx="360448" cy="357748"/>
            </a:xfrm>
            <a:custGeom>
              <a:rect b="b" l="l" r="r" t="t"/>
              <a:pathLst>
                <a:path extrusionOk="0" h="13648" w="13751">
                  <a:moveTo>
                    <a:pt x="6870" y="4894"/>
                  </a:moveTo>
                  <a:cubicBezTo>
                    <a:pt x="6919" y="4894"/>
                    <a:pt x="6968" y="4902"/>
                    <a:pt x="7018" y="4920"/>
                  </a:cubicBezTo>
                  <a:cubicBezTo>
                    <a:pt x="7303" y="5018"/>
                    <a:pt x="7405" y="5367"/>
                    <a:pt x="7218" y="5606"/>
                  </a:cubicBezTo>
                  <a:cubicBezTo>
                    <a:pt x="7106" y="5574"/>
                    <a:pt x="6990" y="5558"/>
                    <a:pt x="6874" y="5558"/>
                  </a:cubicBezTo>
                  <a:cubicBezTo>
                    <a:pt x="6758" y="5558"/>
                    <a:pt x="6643" y="5574"/>
                    <a:pt x="6533" y="5606"/>
                  </a:cubicBezTo>
                  <a:cubicBezTo>
                    <a:pt x="6469" y="5528"/>
                    <a:pt x="6434" y="5430"/>
                    <a:pt x="6434" y="5331"/>
                  </a:cubicBezTo>
                  <a:cubicBezTo>
                    <a:pt x="6437" y="5081"/>
                    <a:pt x="6639" y="4894"/>
                    <a:pt x="6870" y="4894"/>
                  </a:cubicBezTo>
                  <a:close/>
                  <a:moveTo>
                    <a:pt x="6873" y="5957"/>
                  </a:moveTo>
                  <a:cubicBezTo>
                    <a:pt x="6881" y="5957"/>
                    <a:pt x="6890" y="5957"/>
                    <a:pt x="6898" y="5957"/>
                  </a:cubicBezTo>
                  <a:cubicBezTo>
                    <a:pt x="7531" y="5975"/>
                    <a:pt x="7936" y="6643"/>
                    <a:pt x="7654" y="7213"/>
                  </a:cubicBezTo>
                  <a:cubicBezTo>
                    <a:pt x="7485" y="7280"/>
                    <a:pt x="7489" y="7519"/>
                    <a:pt x="7661" y="7582"/>
                  </a:cubicBezTo>
                  <a:cubicBezTo>
                    <a:pt x="8266" y="7807"/>
                    <a:pt x="8597" y="8275"/>
                    <a:pt x="8597" y="8901"/>
                  </a:cubicBezTo>
                  <a:cubicBezTo>
                    <a:pt x="8597" y="9825"/>
                    <a:pt x="7844" y="10898"/>
                    <a:pt x="6874" y="10898"/>
                  </a:cubicBezTo>
                  <a:cubicBezTo>
                    <a:pt x="5903" y="10898"/>
                    <a:pt x="5151" y="9825"/>
                    <a:pt x="5151" y="8901"/>
                  </a:cubicBezTo>
                  <a:cubicBezTo>
                    <a:pt x="5151" y="8461"/>
                    <a:pt x="5319" y="8092"/>
                    <a:pt x="5639" y="7835"/>
                  </a:cubicBezTo>
                  <a:cubicBezTo>
                    <a:pt x="5949" y="7589"/>
                    <a:pt x="6388" y="7452"/>
                    <a:pt x="6874" y="7452"/>
                  </a:cubicBezTo>
                  <a:cubicBezTo>
                    <a:pt x="7141" y="7452"/>
                    <a:pt x="7141" y="7051"/>
                    <a:pt x="6874" y="7051"/>
                  </a:cubicBezTo>
                  <a:cubicBezTo>
                    <a:pt x="6606" y="7051"/>
                    <a:pt x="6336" y="7090"/>
                    <a:pt x="6079" y="7167"/>
                  </a:cubicBezTo>
                  <a:cubicBezTo>
                    <a:pt x="5829" y="6591"/>
                    <a:pt x="6254" y="5957"/>
                    <a:pt x="6873" y="5957"/>
                  </a:cubicBezTo>
                  <a:close/>
                  <a:moveTo>
                    <a:pt x="4525" y="0"/>
                  </a:moveTo>
                  <a:cubicBezTo>
                    <a:pt x="4415" y="0"/>
                    <a:pt x="4324" y="87"/>
                    <a:pt x="4324" y="197"/>
                  </a:cubicBezTo>
                  <a:lnTo>
                    <a:pt x="4324" y="3492"/>
                  </a:lnTo>
                  <a:cubicBezTo>
                    <a:pt x="4324" y="3612"/>
                    <a:pt x="4359" y="3728"/>
                    <a:pt x="4423" y="3830"/>
                  </a:cubicBezTo>
                  <a:lnTo>
                    <a:pt x="5850" y="6077"/>
                  </a:lnTo>
                  <a:cubicBezTo>
                    <a:pt x="5836" y="6098"/>
                    <a:pt x="5819" y="6119"/>
                    <a:pt x="5808" y="6140"/>
                  </a:cubicBezTo>
                  <a:lnTo>
                    <a:pt x="3030" y="3960"/>
                  </a:lnTo>
                  <a:cubicBezTo>
                    <a:pt x="2998" y="3935"/>
                    <a:pt x="2974" y="3900"/>
                    <a:pt x="2960" y="3865"/>
                  </a:cubicBezTo>
                  <a:lnTo>
                    <a:pt x="1933" y="1200"/>
                  </a:lnTo>
                  <a:cubicBezTo>
                    <a:pt x="1897" y="1111"/>
                    <a:pt x="1826" y="1073"/>
                    <a:pt x="1754" y="1073"/>
                  </a:cubicBezTo>
                  <a:cubicBezTo>
                    <a:pt x="1630" y="1073"/>
                    <a:pt x="1504" y="1186"/>
                    <a:pt x="1560" y="1340"/>
                  </a:cubicBezTo>
                  <a:lnTo>
                    <a:pt x="2587" y="4009"/>
                  </a:lnTo>
                  <a:cubicBezTo>
                    <a:pt x="2626" y="4115"/>
                    <a:pt x="2696" y="4206"/>
                    <a:pt x="2784" y="4276"/>
                  </a:cubicBezTo>
                  <a:lnTo>
                    <a:pt x="5643" y="6523"/>
                  </a:lnTo>
                  <a:cubicBezTo>
                    <a:pt x="5636" y="6545"/>
                    <a:pt x="5632" y="6562"/>
                    <a:pt x="5629" y="6583"/>
                  </a:cubicBezTo>
                  <a:lnTo>
                    <a:pt x="4089" y="6239"/>
                  </a:lnTo>
                  <a:cubicBezTo>
                    <a:pt x="4045" y="6229"/>
                    <a:pt x="4001" y="6224"/>
                    <a:pt x="3957" y="6224"/>
                  </a:cubicBezTo>
                  <a:cubicBezTo>
                    <a:pt x="3847" y="6224"/>
                    <a:pt x="3736" y="6254"/>
                    <a:pt x="3638" y="6309"/>
                  </a:cubicBezTo>
                  <a:lnTo>
                    <a:pt x="1346" y="7649"/>
                  </a:lnTo>
                  <a:cubicBezTo>
                    <a:pt x="1226" y="7716"/>
                    <a:pt x="1135" y="7821"/>
                    <a:pt x="1082" y="7948"/>
                  </a:cubicBezTo>
                  <a:lnTo>
                    <a:pt x="66" y="10381"/>
                  </a:lnTo>
                  <a:cubicBezTo>
                    <a:pt x="0" y="10539"/>
                    <a:pt x="129" y="10658"/>
                    <a:pt x="256" y="10658"/>
                  </a:cubicBezTo>
                  <a:cubicBezTo>
                    <a:pt x="327" y="10658"/>
                    <a:pt x="398" y="10621"/>
                    <a:pt x="435" y="10532"/>
                  </a:cubicBezTo>
                  <a:lnTo>
                    <a:pt x="1451" y="8102"/>
                  </a:lnTo>
                  <a:cubicBezTo>
                    <a:pt x="1469" y="8057"/>
                    <a:pt x="1500" y="8018"/>
                    <a:pt x="1546" y="7993"/>
                  </a:cubicBezTo>
                  <a:lnTo>
                    <a:pt x="3842" y="6654"/>
                  </a:lnTo>
                  <a:cubicBezTo>
                    <a:pt x="3877" y="6634"/>
                    <a:pt x="3915" y="6623"/>
                    <a:pt x="3954" y="6623"/>
                  </a:cubicBezTo>
                  <a:cubicBezTo>
                    <a:pt x="3971" y="6623"/>
                    <a:pt x="3987" y="6625"/>
                    <a:pt x="4004" y="6629"/>
                  </a:cubicBezTo>
                  <a:lnTo>
                    <a:pt x="5618" y="6988"/>
                  </a:lnTo>
                  <a:cubicBezTo>
                    <a:pt x="5622" y="7023"/>
                    <a:pt x="5629" y="7062"/>
                    <a:pt x="5639" y="7097"/>
                  </a:cubicBezTo>
                  <a:lnTo>
                    <a:pt x="4658" y="7424"/>
                  </a:lnTo>
                  <a:cubicBezTo>
                    <a:pt x="4475" y="7483"/>
                    <a:pt x="4331" y="7624"/>
                    <a:pt x="4268" y="7807"/>
                  </a:cubicBezTo>
                  <a:lnTo>
                    <a:pt x="3301" y="10518"/>
                  </a:lnTo>
                  <a:cubicBezTo>
                    <a:pt x="3269" y="10599"/>
                    <a:pt x="3259" y="10687"/>
                    <a:pt x="3266" y="10775"/>
                  </a:cubicBezTo>
                  <a:lnTo>
                    <a:pt x="3473" y="13465"/>
                  </a:lnTo>
                  <a:cubicBezTo>
                    <a:pt x="3480" y="13567"/>
                    <a:pt x="3568" y="13648"/>
                    <a:pt x="3670" y="13648"/>
                  </a:cubicBezTo>
                  <a:lnTo>
                    <a:pt x="3688" y="13648"/>
                  </a:lnTo>
                  <a:cubicBezTo>
                    <a:pt x="3797" y="13641"/>
                    <a:pt x="3878" y="13542"/>
                    <a:pt x="3871" y="13433"/>
                  </a:cubicBezTo>
                  <a:lnTo>
                    <a:pt x="3663" y="10747"/>
                  </a:lnTo>
                  <a:cubicBezTo>
                    <a:pt x="3663" y="10715"/>
                    <a:pt x="3667" y="10683"/>
                    <a:pt x="3677" y="10652"/>
                  </a:cubicBezTo>
                  <a:lnTo>
                    <a:pt x="4644" y="7944"/>
                  </a:lnTo>
                  <a:cubicBezTo>
                    <a:pt x="4669" y="7877"/>
                    <a:pt x="4718" y="7825"/>
                    <a:pt x="4785" y="7803"/>
                  </a:cubicBezTo>
                  <a:lnTo>
                    <a:pt x="5249" y="7649"/>
                  </a:lnTo>
                  <a:lnTo>
                    <a:pt x="5249" y="7649"/>
                  </a:lnTo>
                  <a:cubicBezTo>
                    <a:pt x="4926" y="7972"/>
                    <a:pt x="4753" y="8401"/>
                    <a:pt x="4753" y="8901"/>
                  </a:cubicBezTo>
                  <a:cubicBezTo>
                    <a:pt x="4753" y="9470"/>
                    <a:pt x="4975" y="10061"/>
                    <a:pt x="5362" y="10525"/>
                  </a:cubicBezTo>
                  <a:cubicBezTo>
                    <a:pt x="5780" y="11025"/>
                    <a:pt x="6318" y="11299"/>
                    <a:pt x="6877" y="11299"/>
                  </a:cubicBezTo>
                  <a:cubicBezTo>
                    <a:pt x="7436" y="11299"/>
                    <a:pt x="7974" y="11025"/>
                    <a:pt x="8389" y="10525"/>
                  </a:cubicBezTo>
                  <a:cubicBezTo>
                    <a:pt x="8776" y="10061"/>
                    <a:pt x="8998" y="9470"/>
                    <a:pt x="8998" y="8901"/>
                  </a:cubicBezTo>
                  <a:cubicBezTo>
                    <a:pt x="8998" y="8401"/>
                    <a:pt x="8822" y="7969"/>
                    <a:pt x="8505" y="7649"/>
                  </a:cubicBezTo>
                  <a:lnTo>
                    <a:pt x="8505" y="7649"/>
                  </a:lnTo>
                  <a:lnTo>
                    <a:pt x="8966" y="7803"/>
                  </a:lnTo>
                  <a:cubicBezTo>
                    <a:pt x="9033" y="7825"/>
                    <a:pt x="9085" y="7877"/>
                    <a:pt x="9107" y="7944"/>
                  </a:cubicBezTo>
                  <a:lnTo>
                    <a:pt x="10074" y="10652"/>
                  </a:lnTo>
                  <a:cubicBezTo>
                    <a:pt x="10088" y="10683"/>
                    <a:pt x="10091" y="10715"/>
                    <a:pt x="10088" y="10747"/>
                  </a:cubicBezTo>
                  <a:lnTo>
                    <a:pt x="9880" y="13433"/>
                  </a:lnTo>
                  <a:cubicBezTo>
                    <a:pt x="9873" y="13542"/>
                    <a:pt x="9954" y="13641"/>
                    <a:pt x="10067" y="13648"/>
                  </a:cubicBezTo>
                  <a:lnTo>
                    <a:pt x="10081" y="13648"/>
                  </a:lnTo>
                  <a:cubicBezTo>
                    <a:pt x="10186" y="13648"/>
                    <a:pt x="10271" y="13567"/>
                    <a:pt x="10281" y="13465"/>
                  </a:cubicBezTo>
                  <a:lnTo>
                    <a:pt x="10485" y="10775"/>
                  </a:lnTo>
                  <a:cubicBezTo>
                    <a:pt x="10492" y="10687"/>
                    <a:pt x="10481" y="10599"/>
                    <a:pt x="10453" y="10518"/>
                  </a:cubicBezTo>
                  <a:lnTo>
                    <a:pt x="9486" y="7807"/>
                  </a:lnTo>
                  <a:cubicBezTo>
                    <a:pt x="9420" y="7624"/>
                    <a:pt x="9275" y="7483"/>
                    <a:pt x="9092" y="7424"/>
                  </a:cubicBezTo>
                  <a:lnTo>
                    <a:pt x="8115" y="7097"/>
                  </a:lnTo>
                  <a:cubicBezTo>
                    <a:pt x="8122" y="7062"/>
                    <a:pt x="8129" y="7023"/>
                    <a:pt x="8133" y="6988"/>
                  </a:cubicBezTo>
                  <a:lnTo>
                    <a:pt x="9747" y="6629"/>
                  </a:lnTo>
                  <a:cubicBezTo>
                    <a:pt x="9763" y="6625"/>
                    <a:pt x="9780" y="6623"/>
                    <a:pt x="9797" y="6623"/>
                  </a:cubicBezTo>
                  <a:cubicBezTo>
                    <a:pt x="9838" y="6623"/>
                    <a:pt x="9877" y="6634"/>
                    <a:pt x="9912" y="6654"/>
                  </a:cubicBezTo>
                  <a:lnTo>
                    <a:pt x="12208" y="7993"/>
                  </a:lnTo>
                  <a:cubicBezTo>
                    <a:pt x="12250" y="8018"/>
                    <a:pt x="12282" y="8057"/>
                    <a:pt x="12303" y="8102"/>
                  </a:cubicBezTo>
                  <a:lnTo>
                    <a:pt x="13316" y="10532"/>
                  </a:lnTo>
                  <a:cubicBezTo>
                    <a:pt x="13352" y="10621"/>
                    <a:pt x="13423" y="10658"/>
                    <a:pt x="13495" y="10658"/>
                  </a:cubicBezTo>
                  <a:cubicBezTo>
                    <a:pt x="13622" y="10658"/>
                    <a:pt x="13750" y="10539"/>
                    <a:pt x="13685" y="10381"/>
                  </a:cubicBezTo>
                  <a:lnTo>
                    <a:pt x="12669" y="7948"/>
                  </a:lnTo>
                  <a:cubicBezTo>
                    <a:pt x="12616" y="7821"/>
                    <a:pt x="12525" y="7716"/>
                    <a:pt x="12405" y="7649"/>
                  </a:cubicBezTo>
                  <a:lnTo>
                    <a:pt x="10109" y="6309"/>
                  </a:lnTo>
                  <a:cubicBezTo>
                    <a:pt x="10015" y="6252"/>
                    <a:pt x="9907" y="6223"/>
                    <a:pt x="9797" y="6223"/>
                  </a:cubicBezTo>
                  <a:cubicBezTo>
                    <a:pt x="9751" y="6223"/>
                    <a:pt x="9705" y="6228"/>
                    <a:pt x="9659" y="6239"/>
                  </a:cubicBezTo>
                  <a:lnTo>
                    <a:pt x="8118" y="6580"/>
                  </a:lnTo>
                  <a:cubicBezTo>
                    <a:pt x="8115" y="6562"/>
                    <a:pt x="8111" y="6541"/>
                    <a:pt x="8108" y="6523"/>
                  </a:cubicBezTo>
                  <a:lnTo>
                    <a:pt x="10963" y="4276"/>
                  </a:lnTo>
                  <a:cubicBezTo>
                    <a:pt x="11055" y="4206"/>
                    <a:pt x="11121" y="4115"/>
                    <a:pt x="11160" y="4009"/>
                  </a:cubicBezTo>
                  <a:lnTo>
                    <a:pt x="12187" y="1340"/>
                  </a:lnTo>
                  <a:cubicBezTo>
                    <a:pt x="12245" y="1184"/>
                    <a:pt x="12119" y="1070"/>
                    <a:pt x="11993" y="1070"/>
                  </a:cubicBezTo>
                  <a:cubicBezTo>
                    <a:pt x="11922" y="1070"/>
                    <a:pt x="11850" y="1108"/>
                    <a:pt x="11814" y="1196"/>
                  </a:cubicBezTo>
                  <a:lnTo>
                    <a:pt x="10787" y="3865"/>
                  </a:lnTo>
                  <a:cubicBezTo>
                    <a:pt x="10773" y="3904"/>
                    <a:pt x="10749" y="3935"/>
                    <a:pt x="10717" y="3964"/>
                  </a:cubicBezTo>
                  <a:lnTo>
                    <a:pt x="7943" y="6144"/>
                  </a:lnTo>
                  <a:cubicBezTo>
                    <a:pt x="7929" y="6119"/>
                    <a:pt x="7914" y="6098"/>
                    <a:pt x="7897" y="6077"/>
                  </a:cubicBezTo>
                  <a:lnTo>
                    <a:pt x="9328" y="3830"/>
                  </a:lnTo>
                  <a:cubicBezTo>
                    <a:pt x="9391" y="3731"/>
                    <a:pt x="9423" y="3615"/>
                    <a:pt x="9423" y="3496"/>
                  </a:cubicBezTo>
                  <a:lnTo>
                    <a:pt x="9423" y="208"/>
                  </a:lnTo>
                  <a:cubicBezTo>
                    <a:pt x="9427" y="99"/>
                    <a:pt x="9342" y="8"/>
                    <a:pt x="9230" y="0"/>
                  </a:cubicBezTo>
                  <a:cubicBezTo>
                    <a:pt x="9228" y="0"/>
                    <a:pt x="9225" y="0"/>
                    <a:pt x="9223" y="0"/>
                  </a:cubicBezTo>
                  <a:cubicBezTo>
                    <a:pt x="9114" y="0"/>
                    <a:pt x="9026" y="91"/>
                    <a:pt x="9026" y="201"/>
                  </a:cubicBezTo>
                  <a:lnTo>
                    <a:pt x="9026" y="3496"/>
                  </a:lnTo>
                  <a:cubicBezTo>
                    <a:pt x="9026" y="3538"/>
                    <a:pt x="9012" y="3580"/>
                    <a:pt x="8991" y="3615"/>
                  </a:cubicBezTo>
                  <a:lnTo>
                    <a:pt x="7605" y="5789"/>
                  </a:lnTo>
                  <a:lnTo>
                    <a:pt x="7587" y="5774"/>
                  </a:lnTo>
                  <a:cubicBezTo>
                    <a:pt x="7672" y="5641"/>
                    <a:pt x="7718" y="5486"/>
                    <a:pt x="7718" y="5331"/>
                  </a:cubicBezTo>
                  <a:lnTo>
                    <a:pt x="7718" y="4262"/>
                  </a:lnTo>
                  <a:cubicBezTo>
                    <a:pt x="7721" y="4125"/>
                    <a:pt x="7682" y="3988"/>
                    <a:pt x="7616" y="3872"/>
                  </a:cubicBezTo>
                  <a:cubicBezTo>
                    <a:pt x="7576" y="3809"/>
                    <a:pt x="7512" y="3778"/>
                    <a:pt x="7448" y="3778"/>
                  </a:cubicBezTo>
                  <a:cubicBezTo>
                    <a:pt x="7380" y="3778"/>
                    <a:pt x="7313" y="3814"/>
                    <a:pt x="7278" y="3883"/>
                  </a:cubicBezTo>
                  <a:lnTo>
                    <a:pt x="7274" y="3890"/>
                  </a:lnTo>
                  <a:cubicBezTo>
                    <a:pt x="7239" y="3949"/>
                    <a:pt x="7239" y="4023"/>
                    <a:pt x="7274" y="4083"/>
                  </a:cubicBezTo>
                  <a:cubicBezTo>
                    <a:pt x="7303" y="4136"/>
                    <a:pt x="7320" y="4199"/>
                    <a:pt x="7317" y="4262"/>
                  </a:cubicBezTo>
                  <a:lnTo>
                    <a:pt x="7317" y="4614"/>
                  </a:lnTo>
                  <a:cubicBezTo>
                    <a:pt x="7181" y="4530"/>
                    <a:pt x="7028" y="4487"/>
                    <a:pt x="6875" y="4487"/>
                  </a:cubicBezTo>
                  <a:cubicBezTo>
                    <a:pt x="6722" y="4487"/>
                    <a:pt x="6569" y="4530"/>
                    <a:pt x="6434" y="4614"/>
                  </a:cubicBezTo>
                  <a:lnTo>
                    <a:pt x="6434" y="4262"/>
                  </a:lnTo>
                  <a:cubicBezTo>
                    <a:pt x="6434" y="4199"/>
                    <a:pt x="6448" y="4136"/>
                    <a:pt x="6480" y="4083"/>
                  </a:cubicBezTo>
                  <a:cubicBezTo>
                    <a:pt x="6511" y="4023"/>
                    <a:pt x="6511" y="3949"/>
                    <a:pt x="6480" y="3890"/>
                  </a:cubicBezTo>
                  <a:lnTo>
                    <a:pt x="6476" y="3883"/>
                  </a:lnTo>
                  <a:cubicBezTo>
                    <a:pt x="6442" y="3814"/>
                    <a:pt x="6374" y="3778"/>
                    <a:pt x="6306" y="3778"/>
                  </a:cubicBezTo>
                  <a:cubicBezTo>
                    <a:pt x="6242" y="3778"/>
                    <a:pt x="6178" y="3809"/>
                    <a:pt x="6139" y="3872"/>
                  </a:cubicBezTo>
                  <a:cubicBezTo>
                    <a:pt x="6068" y="3988"/>
                    <a:pt x="6033" y="4125"/>
                    <a:pt x="6037" y="4262"/>
                  </a:cubicBezTo>
                  <a:lnTo>
                    <a:pt x="6037" y="5331"/>
                  </a:lnTo>
                  <a:cubicBezTo>
                    <a:pt x="6037" y="5486"/>
                    <a:pt x="6079" y="5641"/>
                    <a:pt x="6163" y="5778"/>
                  </a:cubicBezTo>
                  <a:lnTo>
                    <a:pt x="6146" y="5792"/>
                  </a:lnTo>
                  <a:lnTo>
                    <a:pt x="4760" y="3615"/>
                  </a:lnTo>
                  <a:cubicBezTo>
                    <a:pt x="4736" y="3580"/>
                    <a:pt x="4725" y="3538"/>
                    <a:pt x="4725" y="3492"/>
                  </a:cubicBezTo>
                  <a:lnTo>
                    <a:pt x="4725" y="208"/>
                  </a:lnTo>
                  <a:cubicBezTo>
                    <a:pt x="4725" y="95"/>
                    <a:pt x="4641" y="4"/>
                    <a:pt x="4532" y="0"/>
                  </a:cubicBezTo>
                  <a:cubicBezTo>
                    <a:pt x="4529" y="0"/>
                    <a:pt x="4527"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08" name="Google Shape;20608;p90"/>
          <p:cNvGrpSpPr/>
          <p:nvPr/>
        </p:nvGrpSpPr>
        <p:grpSpPr>
          <a:xfrm>
            <a:off x="7504703" y="2896049"/>
            <a:ext cx="181259" cy="357827"/>
            <a:chOff x="7504703" y="2896049"/>
            <a:chExt cx="181259" cy="357827"/>
          </a:xfrm>
        </p:grpSpPr>
        <p:sp>
          <p:nvSpPr>
            <p:cNvPr id="20609" name="Google Shape;20609;p90"/>
            <p:cNvSpPr/>
            <p:nvPr/>
          </p:nvSpPr>
          <p:spPr>
            <a:xfrm>
              <a:off x="7578543" y="3198174"/>
              <a:ext cx="33578" cy="50459"/>
            </a:xfrm>
            <a:custGeom>
              <a:rect b="b" l="l" r="r" t="t"/>
              <a:pathLst>
                <a:path extrusionOk="0" h="1925" w="1281">
                  <a:moveTo>
                    <a:pt x="1" y="1"/>
                  </a:moveTo>
                  <a:lnTo>
                    <a:pt x="1" y="1924"/>
                  </a:lnTo>
                  <a:lnTo>
                    <a:pt x="1281" y="1924"/>
                  </a:lnTo>
                  <a:lnTo>
                    <a:pt x="1281"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0" name="Google Shape;20610;p90"/>
            <p:cNvSpPr/>
            <p:nvPr/>
          </p:nvSpPr>
          <p:spPr>
            <a:xfrm>
              <a:off x="7595319" y="3215055"/>
              <a:ext cx="16802" cy="33578"/>
            </a:xfrm>
            <a:custGeom>
              <a:rect b="b" l="l" r="r" t="t"/>
              <a:pathLst>
                <a:path extrusionOk="0" h="1281" w="641">
                  <a:moveTo>
                    <a:pt x="215" y="0"/>
                  </a:moveTo>
                  <a:cubicBezTo>
                    <a:pt x="96" y="0"/>
                    <a:pt x="1" y="95"/>
                    <a:pt x="1" y="211"/>
                  </a:cubicBezTo>
                  <a:lnTo>
                    <a:pt x="1" y="1280"/>
                  </a:lnTo>
                  <a:lnTo>
                    <a:pt x="641" y="1280"/>
                  </a:lnTo>
                  <a:lnTo>
                    <a:pt x="641" y="0"/>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1" name="Google Shape;20611;p90"/>
            <p:cNvSpPr/>
            <p:nvPr/>
          </p:nvSpPr>
          <p:spPr>
            <a:xfrm>
              <a:off x="7518726" y="3058173"/>
              <a:ext cx="153212" cy="100866"/>
            </a:xfrm>
            <a:custGeom>
              <a:rect b="b" l="l" r="r" t="t"/>
              <a:pathLst>
                <a:path extrusionOk="0" h="3848" w="5845">
                  <a:moveTo>
                    <a:pt x="1643" y="0"/>
                  </a:moveTo>
                  <a:lnTo>
                    <a:pt x="64" y="3548"/>
                  </a:lnTo>
                  <a:cubicBezTo>
                    <a:pt x="0" y="3689"/>
                    <a:pt x="106" y="3847"/>
                    <a:pt x="261" y="3847"/>
                  </a:cubicBezTo>
                  <a:lnTo>
                    <a:pt x="5585" y="3847"/>
                  </a:lnTo>
                  <a:cubicBezTo>
                    <a:pt x="5739" y="3847"/>
                    <a:pt x="5845" y="3689"/>
                    <a:pt x="5782" y="3548"/>
                  </a:cubicBezTo>
                  <a:lnTo>
                    <a:pt x="4206"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2" name="Google Shape;20612;p90"/>
            <p:cNvSpPr/>
            <p:nvPr/>
          </p:nvSpPr>
          <p:spPr>
            <a:xfrm>
              <a:off x="7514218" y="3159013"/>
              <a:ext cx="162255" cy="44823"/>
            </a:xfrm>
            <a:custGeom>
              <a:rect b="b" l="l" r="r" t="t"/>
              <a:pathLst>
                <a:path extrusionOk="0" h="1710" w="6190">
                  <a:moveTo>
                    <a:pt x="925" y="0"/>
                  </a:moveTo>
                  <a:lnTo>
                    <a:pt x="88" y="1386"/>
                  </a:lnTo>
                  <a:cubicBezTo>
                    <a:pt x="0" y="1527"/>
                    <a:pt x="102" y="1709"/>
                    <a:pt x="271" y="1709"/>
                  </a:cubicBezTo>
                  <a:lnTo>
                    <a:pt x="5922" y="1709"/>
                  </a:lnTo>
                  <a:cubicBezTo>
                    <a:pt x="6087" y="1709"/>
                    <a:pt x="6189" y="1527"/>
                    <a:pt x="6105" y="1386"/>
                  </a:cubicBezTo>
                  <a:lnTo>
                    <a:pt x="5264"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3" name="Google Shape;20613;p90"/>
            <p:cNvSpPr/>
            <p:nvPr/>
          </p:nvSpPr>
          <p:spPr>
            <a:xfrm>
              <a:off x="7514218" y="3159092"/>
              <a:ext cx="144719" cy="44823"/>
            </a:xfrm>
            <a:custGeom>
              <a:rect b="b" l="l" r="r" t="t"/>
              <a:pathLst>
                <a:path extrusionOk="0" h="1710" w="5521">
                  <a:moveTo>
                    <a:pt x="925" y="1"/>
                  </a:moveTo>
                  <a:lnTo>
                    <a:pt x="85" y="1383"/>
                  </a:lnTo>
                  <a:cubicBezTo>
                    <a:pt x="0" y="1527"/>
                    <a:pt x="102" y="1710"/>
                    <a:pt x="267" y="1710"/>
                  </a:cubicBezTo>
                  <a:lnTo>
                    <a:pt x="2300" y="1710"/>
                  </a:lnTo>
                  <a:cubicBezTo>
                    <a:pt x="2254" y="1706"/>
                    <a:pt x="2226" y="1524"/>
                    <a:pt x="2251" y="1383"/>
                  </a:cubicBezTo>
                  <a:lnTo>
                    <a:pt x="2381" y="602"/>
                  </a:lnTo>
                  <a:cubicBezTo>
                    <a:pt x="2398" y="500"/>
                    <a:pt x="2486" y="426"/>
                    <a:pt x="2592" y="426"/>
                  </a:cubicBezTo>
                  <a:lnTo>
                    <a:pt x="5521" y="426"/>
                  </a:lnTo>
                  <a:lnTo>
                    <a:pt x="5264"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4" name="Google Shape;20614;p90"/>
            <p:cNvSpPr/>
            <p:nvPr/>
          </p:nvSpPr>
          <p:spPr>
            <a:xfrm>
              <a:off x="7518726" y="3058173"/>
              <a:ext cx="125191" cy="100866"/>
            </a:xfrm>
            <a:custGeom>
              <a:rect b="b" l="l" r="r" t="t"/>
              <a:pathLst>
                <a:path extrusionOk="0" h="3848" w="4776">
                  <a:moveTo>
                    <a:pt x="1643" y="0"/>
                  </a:moveTo>
                  <a:lnTo>
                    <a:pt x="64" y="3548"/>
                  </a:lnTo>
                  <a:cubicBezTo>
                    <a:pt x="0" y="3689"/>
                    <a:pt x="106" y="3847"/>
                    <a:pt x="261" y="3847"/>
                  </a:cubicBezTo>
                  <a:lnTo>
                    <a:pt x="2174" y="3847"/>
                  </a:lnTo>
                  <a:cubicBezTo>
                    <a:pt x="2131" y="3847"/>
                    <a:pt x="2103" y="3689"/>
                    <a:pt x="2121" y="3548"/>
                  </a:cubicBezTo>
                  <a:lnTo>
                    <a:pt x="2378" y="1470"/>
                  </a:lnTo>
                  <a:cubicBezTo>
                    <a:pt x="2392" y="1365"/>
                    <a:pt x="2483" y="1284"/>
                    <a:pt x="2589" y="1284"/>
                  </a:cubicBezTo>
                  <a:lnTo>
                    <a:pt x="4776" y="1284"/>
                  </a:lnTo>
                  <a:lnTo>
                    <a:pt x="4203" y="0"/>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5" name="Google Shape;20615;p90"/>
            <p:cNvSpPr/>
            <p:nvPr/>
          </p:nvSpPr>
          <p:spPr>
            <a:xfrm>
              <a:off x="7529605" y="2911698"/>
              <a:ext cx="131456" cy="168887"/>
            </a:xfrm>
            <a:custGeom>
              <a:rect b="b" l="l" r="r" t="t"/>
              <a:pathLst>
                <a:path extrusionOk="0" h="6443" w="5015">
                  <a:moveTo>
                    <a:pt x="2508" y="1"/>
                  </a:moveTo>
                  <a:cubicBezTo>
                    <a:pt x="2425" y="1"/>
                    <a:pt x="2342" y="46"/>
                    <a:pt x="2307" y="138"/>
                  </a:cubicBezTo>
                  <a:lnTo>
                    <a:pt x="53" y="6155"/>
                  </a:lnTo>
                  <a:cubicBezTo>
                    <a:pt x="0" y="6295"/>
                    <a:pt x="102" y="6443"/>
                    <a:pt x="250" y="6443"/>
                  </a:cubicBezTo>
                  <a:lnTo>
                    <a:pt x="4762" y="6443"/>
                  </a:lnTo>
                  <a:cubicBezTo>
                    <a:pt x="4913" y="6443"/>
                    <a:pt x="5015" y="6295"/>
                    <a:pt x="4962" y="6155"/>
                  </a:cubicBezTo>
                  <a:lnTo>
                    <a:pt x="2708" y="138"/>
                  </a:lnTo>
                  <a:cubicBezTo>
                    <a:pt x="2673" y="46"/>
                    <a:pt x="2590" y="1"/>
                    <a:pt x="250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6" name="Google Shape;20616;p90"/>
            <p:cNvSpPr/>
            <p:nvPr/>
          </p:nvSpPr>
          <p:spPr>
            <a:xfrm>
              <a:off x="7529605" y="2911698"/>
              <a:ext cx="65741" cy="168887"/>
            </a:xfrm>
            <a:custGeom>
              <a:rect b="b" l="l" r="r" t="t"/>
              <a:pathLst>
                <a:path extrusionOk="0" h="6443" w="2508">
                  <a:moveTo>
                    <a:pt x="2508" y="1"/>
                  </a:moveTo>
                  <a:cubicBezTo>
                    <a:pt x="2416" y="1"/>
                    <a:pt x="2339" y="54"/>
                    <a:pt x="2307" y="138"/>
                  </a:cubicBezTo>
                  <a:lnTo>
                    <a:pt x="53" y="6155"/>
                  </a:lnTo>
                  <a:cubicBezTo>
                    <a:pt x="0" y="6295"/>
                    <a:pt x="102" y="6443"/>
                    <a:pt x="250" y="6443"/>
                  </a:cubicBezTo>
                  <a:lnTo>
                    <a:pt x="1875" y="6443"/>
                  </a:lnTo>
                  <a:cubicBezTo>
                    <a:pt x="1829" y="6443"/>
                    <a:pt x="1801" y="6295"/>
                    <a:pt x="1818" y="6155"/>
                  </a:cubicBezTo>
                  <a:lnTo>
                    <a:pt x="2451" y="138"/>
                  </a:lnTo>
                  <a:cubicBezTo>
                    <a:pt x="2462" y="46"/>
                    <a:pt x="2483" y="1"/>
                    <a:pt x="2508"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7" name="Google Shape;20617;p90"/>
            <p:cNvSpPr/>
            <p:nvPr/>
          </p:nvSpPr>
          <p:spPr>
            <a:xfrm>
              <a:off x="7504703" y="2896049"/>
              <a:ext cx="181259" cy="357827"/>
            </a:xfrm>
            <a:custGeom>
              <a:rect b="b" l="l" r="r" t="t"/>
              <a:pathLst>
                <a:path extrusionOk="0" h="13651" w="6915">
                  <a:moveTo>
                    <a:pt x="3458" y="770"/>
                  </a:moveTo>
                  <a:lnTo>
                    <a:pt x="5733" y="6839"/>
                  </a:lnTo>
                  <a:lnTo>
                    <a:pt x="4741" y="6839"/>
                  </a:lnTo>
                  <a:cubicBezTo>
                    <a:pt x="4474" y="6839"/>
                    <a:pt x="4474" y="7240"/>
                    <a:pt x="4741" y="7240"/>
                  </a:cubicBezTo>
                  <a:lnTo>
                    <a:pt x="4973" y="7240"/>
                  </a:lnTo>
                  <a:lnTo>
                    <a:pt x="6141" y="9832"/>
                  </a:lnTo>
                  <a:lnTo>
                    <a:pt x="5385" y="9832"/>
                  </a:lnTo>
                  <a:cubicBezTo>
                    <a:pt x="5117" y="9832"/>
                    <a:pt x="5117" y="10233"/>
                    <a:pt x="5385" y="10233"/>
                  </a:cubicBezTo>
                  <a:lnTo>
                    <a:pt x="5515" y="10233"/>
                  </a:lnTo>
                  <a:lnTo>
                    <a:pt x="6309" y="11541"/>
                  </a:lnTo>
                  <a:lnTo>
                    <a:pt x="606" y="11541"/>
                  </a:lnTo>
                  <a:lnTo>
                    <a:pt x="1401" y="10233"/>
                  </a:lnTo>
                  <a:lnTo>
                    <a:pt x="3458" y="10233"/>
                  </a:lnTo>
                  <a:cubicBezTo>
                    <a:pt x="3725" y="10233"/>
                    <a:pt x="3725" y="9832"/>
                    <a:pt x="3458" y="9832"/>
                  </a:cubicBezTo>
                  <a:lnTo>
                    <a:pt x="778" y="9832"/>
                  </a:lnTo>
                  <a:lnTo>
                    <a:pt x="1946" y="7240"/>
                  </a:lnTo>
                  <a:lnTo>
                    <a:pt x="2818" y="7240"/>
                  </a:lnTo>
                  <a:cubicBezTo>
                    <a:pt x="3085" y="7240"/>
                    <a:pt x="3085" y="6839"/>
                    <a:pt x="2818" y="6839"/>
                  </a:cubicBezTo>
                  <a:lnTo>
                    <a:pt x="1182" y="6839"/>
                  </a:lnTo>
                  <a:lnTo>
                    <a:pt x="3458" y="770"/>
                  </a:lnTo>
                  <a:close/>
                  <a:moveTo>
                    <a:pt x="3901" y="11942"/>
                  </a:moveTo>
                  <a:lnTo>
                    <a:pt x="3901" y="13250"/>
                  </a:lnTo>
                  <a:lnTo>
                    <a:pt x="3018" y="13250"/>
                  </a:lnTo>
                  <a:lnTo>
                    <a:pt x="3018" y="11942"/>
                  </a:lnTo>
                  <a:close/>
                  <a:moveTo>
                    <a:pt x="3459" y="1"/>
                  </a:moveTo>
                  <a:cubicBezTo>
                    <a:pt x="3382" y="1"/>
                    <a:pt x="3305" y="44"/>
                    <a:pt x="3271" y="130"/>
                  </a:cubicBezTo>
                  <a:lnTo>
                    <a:pt x="708" y="6970"/>
                  </a:lnTo>
                  <a:cubicBezTo>
                    <a:pt x="659" y="7100"/>
                    <a:pt x="757" y="7240"/>
                    <a:pt x="894" y="7240"/>
                  </a:cubicBezTo>
                  <a:lnTo>
                    <a:pt x="1510" y="7240"/>
                  </a:lnTo>
                  <a:lnTo>
                    <a:pt x="286" y="9948"/>
                  </a:lnTo>
                  <a:cubicBezTo>
                    <a:pt x="226" y="10082"/>
                    <a:pt x="321" y="10229"/>
                    <a:pt x="465" y="10229"/>
                  </a:cubicBezTo>
                  <a:lnTo>
                    <a:pt x="933" y="10229"/>
                  </a:lnTo>
                  <a:lnTo>
                    <a:pt x="82" y="11636"/>
                  </a:lnTo>
                  <a:cubicBezTo>
                    <a:pt x="1" y="11769"/>
                    <a:pt x="96" y="11942"/>
                    <a:pt x="254" y="11942"/>
                  </a:cubicBezTo>
                  <a:lnTo>
                    <a:pt x="2617" y="11942"/>
                  </a:lnTo>
                  <a:lnTo>
                    <a:pt x="2617" y="13250"/>
                  </a:lnTo>
                  <a:lnTo>
                    <a:pt x="2389" y="13250"/>
                  </a:lnTo>
                  <a:cubicBezTo>
                    <a:pt x="2125" y="13250"/>
                    <a:pt x="2125" y="13651"/>
                    <a:pt x="2389" y="13651"/>
                  </a:cubicBezTo>
                  <a:lnTo>
                    <a:pt x="4527" y="13651"/>
                  </a:lnTo>
                  <a:cubicBezTo>
                    <a:pt x="4794" y="13651"/>
                    <a:pt x="4794" y="13250"/>
                    <a:pt x="4527" y="13250"/>
                  </a:cubicBezTo>
                  <a:lnTo>
                    <a:pt x="4298" y="13250"/>
                  </a:lnTo>
                  <a:lnTo>
                    <a:pt x="4298" y="11942"/>
                  </a:lnTo>
                  <a:lnTo>
                    <a:pt x="6665" y="11942"/>
                  </a:lnTo>
                  <a:cubicBezTo>
                    <a:pt x="6819" y="11942"/>
                    <a:pt x="6914" y="11769"/>
                    <a:pt x="6833" y="11636"/>
                  </a:cubicBezTo>
                  <a:lnTo>
                    <a:pt x="6833" y="11636"/>
                  </a:lnTo>
                  <a:lnTo>
                    <a:pt x="6833" y="11639"/>
                  </a:lnTo>
                  <a:lnTo>
                    <a:pt x="5982" y="10233"/>
                  </a:lnTo>
                  <a:lnTo>
                    <a:pt x="6450" y="10233"/>
                  </a:lnTo>
                  <a:cubicBezTo>
                    <a:pt x="6594" y="10233"/>
                    <a:pt x="6693" y="10082"/>
                    <a:pt x="6633" y="9948"/>
                  </a:cubicBezTo>
                  <a:lnTo>
                    <a:pt x="5409" y="7240"/>
                  </a:lnTo>
                  <a:lnTo>
                    <a:pt x="6025" y="7240"/>
                  </a:lnTo>
                  <a:cubicBezTo>
                    <a:pt x="6162" y="7240"/>
                    <a:pt x="6260" y="7100"/>
                    <a:pt x="6211" y="6970"/>
                  </a:cubicBezTo>
                  <a:lnTo>
                    <a:pt x="3648" y="130"/>
                  </a:lnTo>
                  <a:cubicBezTo>
                    <a:pt x="3614" y="44"/>
                    <a:pt x="3537" y="1"/>
                    <a:pt x="34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8" name="Google Shape;20618;p90"/>
            <p:cNvSpPr/>
            <p:nvPr/>
          </p:nvSpPr>
          <p:spPr>
            <a:xfrm>
              <a:off x="7610706" y="3153744"/>
              <a:ext cx="19659" cy="10537"/>
            </a:xfrm>
            <a:custGeom>
              <a:rect b="b" l="l" r="r" t="t"/>
              <a:pathLst>
                <a:path extrusionOk="0" h="402" w="750">
                  <a:moveTo>
                    <a:pt x="268" y="1"/>
                  </a:moveTo>
                  <a:cubicBezTo>
                    <a:pt x="1" y="1"/>
                    <a:pt x="1" y="402"/>
                    <a:pt x="268" y="402"/>
                  </a:cubicBezTo>
                  <a:lnTo>
                    <a:pt x="483" y="402"/>
                  </a:lnTo>
                  <a:cubicBezTo>
                    <a:pt x="750" y="402"/>
                    <a:pt x="750" y="1"/>
                    <a:pt x="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9" name="Google Shape;20619;p90"/>
            <p:cNvSpPr/>
            <p:nvPr/>
          </p:nvSpPr>
          <p:spPr>
            <a:xfrm>
              <a:off x="7593930" y="3075316"/>
              <a:ext cx="19581" cy="10537"/>
            </a:xfrm>
            <a:custGeom>
              <a:rect b="b" l="l" r="r" t="t"/>
              <a:pathLst>
                <a:path extrusionOk="0" h="402" w="747">
                  <a:moveTo>
                    <a:pt x="268" y="0"/>
                  </a:moveTo>
                  <a:cubicBezTo>
                    <a:pt x="1" y="0"/>
                    <a:pt x="1" y="401"/>
                    <a:pt x="268" y="401"/>
                  </a:cubicBezTo>
                  <a:lnTo>
                    <a:pt x="483" y="401"/>
                  </a:lnTo>
                  <a:cubicBezTo>
                    <a:pt x="746" y="401"/>
                    <a:pt x="746" y="0"/>
                    <a:pt x="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20" name="Google Shape;20620;p90"/>
          <p:cNvGrpSpPr/>
          <p:nvPr/>
        </p:nvGrpSpPr>
        <p:grpSpPr>
          <a:xfrm>
            <a:off x="4680751" y="1499971"/>
            <a:ext cx="374341" cy="364590"/>
            <a:chOff x="4680751" y="1499971"/>
            <a:chExt cx="374341" cy="364590"/>
          </a:xfrm>
        </p:grpSpPr>
        <p:sp>
          <p:nvSpPr>
            <p:cNvPr id="20621" name="Google Shape;20621;p90"/>
            <p:cNvSpPr/>
            <p:nvPr/>
          </p:nvSpPr>
          <p:spPr>
            <a:xfrm>
              <a:off x="4924187" y="1505293"/>
              <a:ext cx="125558" cy="125584"/>
            </a:xfrm>
            <a:custGeom>
              <a:rect b="b" l="l" r="r" t="t"/>
              <a:pathLst>
                <a:path extrusionOk="0" h="4791" w="479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2" name="Google Shape;20622;p90"/>
            <p:cNvSpPr/>
            <p:nvPr/>
          </p:nvSpPr>
          <p:spPr>
            <a:xfrm>
              <a:off x="4946966" y="1528176"/>
              <a:ext cx="79922" cy="79843"/>
            </a:xfrm>
            <a:custGeom>
              <a:rect b="b" l="l" r="r" t="t"/>
              <a:pathLst>
                <a:path extrusionOk="0" h="3046" w="3049">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3" name="Google Shape;20623;p90"/>
            <p:cNvSpPr/>
            <p:nvPr/>
          </p:nvSpPr>
          <p:spPr>
            <a:xfrm>
              <a:off x="4695876" y="1505293"/>
              <a:ext cx="125558" cy="125584"/>
            </a:xfrm>
            <a:custGeom>
              <a:rect b="b" l="l" r="r" t="t"/>
              <a:pathLst>
                <a:path extrusionOk="0" h="4791" w="479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4" name="Google Shape;20624;p90"/>
            <p:cNvSpPr/>
            <p:nvPr/>
          </p:nvSpPr>
          <p:spPr>
            <a:xfrm>
              <a:off x="4718733" y="1528176"/>
              <a:ext cx="79948" cy="79843"/>
            </a:xfrm>
            <a:custGeom>
              <a:rect b="b" l="l" r="r" t="t"/>
              <a:pathLst>
                <a:path extrusionOk="0" h="3046" w="305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5" name="Google Shape;20625;p90"/>
            <p:cNvSpPr/>
            <p:nvPr/>
          </p:nvSpPr>
          <p:spPr>
            <a:xfrm>
              <a:off x="4707305" y="1539500"/>
              <a:ext cx="331011" cy="305952"/>
            </a:xfrm>
            <a:custGeom>
              <a:rect b="b" l="l" r="r" t="t"/>
              <a:pathLst>
                <a:path extrusionOk="0" h="11672" w="12628">
                  <a:moveTo>
                    <a:pt x="6316" y="1"/>
                  </a:moveTo>
                  <a:cubicBezTo>
                    <a:pt x="2828" y="1"/>
                    <a:pt x="0" y="2634"/>
                    <a:pt x="0" y="5880"/>
                  </a:cubicBezTo>
                  <a:cubicBezTo>
                    <a:pt x="0" y="7747"/>
                    <a:pt x="932" y="9407"/>
                    <a:pt x="2388" y="10487"/>
                  </a:cubicBezTo>
                  <a:cubicBezTo>
                    <a:pt x="3468" y="11285"/>
                    <a:pt x="4793" y="11672"/>
                    <a:pt x="6137" y="11672"/>
                  </a:cubicBezTo>
                  <a:lnTo>
                    <a:pt x="6481" y="11672"/>
                  </a:lnTo>
                  <a:cubicBezTo>
                    <a:pt x="7821" y="11672"/>
                    <a:pt x="9150" y="11285"/>
                    <a:pt x="10233" y="10490"/>
                  </a:cubicBezTo>
                  <a:cubicBezTo>
                    <a:pt x="11693" y="9414"/>
                    <a:pt x="12628" y="7747"/>
                    <a:pt x="12628" y="5880"/>
                  </a:cubicBezTo>
                  <a:cubicBezTo>
                    <a:pt x="12628" y="2634"/>
                    <a:pt x="9804" y="1"/>
                    <a:pt x="6316"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6" name="Google Shape;20626;p90"/>
            <p:cNvSpPr/>
            <p:nvPr/>
          </p:nvSpPr>
          <p:spPr>
            <a:xfrm>
              <a:off x="4707305" y="1539605"/>
              <a:ext cx="167236" cy="305952"/>
            </a:xfrm>
            <a:custGeom>
              <a:rect b="b" l="l" r="r" t="t"/>
              <a:pathLst>
                <a:path extrusionOk="0" h="11672" w="6380">
                  <a:moveTo>
                    <a:pt x="6316" y="0"/>
                  </a:moveTo>
                  <a:cubicBezTo>
                    <a:pt x="2828" y="0"/>
                    <a:pt x="0" y="2630"/>
                    <a:pt x="0" y="5880"/>
                  </a:cubicBezTo>
                  <a:cubicBezTo>
                    <a:pt x="0" y="7743"/>
                    <a:pt x="936" y="9407"/>
                    <a:pt x="2391" y="10483"/>
                  </a:cubicBezTo>
                  <a:cubicBezTo>
                    <a:pt x="3468" y="11281"/>
                    <a:pt x="4797" y="11671"/>
                    <a:pt x="6137" y="11671"/>
                  </a:cubicBezTo>
                  <a:lnTo>
                    <a:pt x="6224" y="11671"/>
                  </a:lnTo>
                  <a:cubicBezTo>
                    <a:pt x="5468" y="11474"/>
                    <a:pt x="4755" y="11130"/>
                    <a:pt x="4132" y="10655"/>
                  </a:cubicBezTo>
                  <a:cubicBezTo>
                    <a:pt x="2676" y="9537"/>
                    <a:pt x="1744" y="7814"/>
                    <a:pt x="1744" y="5880"/>
                  </a:cubicBezTo>
                  <a:cubicBezTo>
                    <a:pt x="1744" y="3073"/>
                    <a:pt x="3707" y="710"/>
                    <a:pt x="6379"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7" name="Google Shape;20627;p90"/>
            <p:cNvSpPr/>
            <p:nvPr/>
          </p:nvSpPr>
          <p:spPr>
            <a:xfrm>
              <a:off x="4833570" y="1722201"/>
              <a:ext cx="78375" cy="136987"/>
            </a:xfrm>
            <a:custGeom>
              <a:rect b="b" l="l" r="r" t="t"/>
              <a:pathLst>
                <a:path extrusionOk="0" h="5226" w="2990">
                  <a:moveTo>
                    <a:pt x="1495" y="0"/>
                  </a:moveTo>
                  <a:cubicBezTo>
                    <a:pt x="665" y="0"/>
                    <a:pt x="1" y="693"/>
                    <a:pt x="36" y="1523"/>
                  </a:cubicBezTo>
                  <a:lnTo>
                    <a:pt x="134" y="3921"/>
                  </a:lnTo>
                  <a:cubicBezTo>
                    <a:pt x="166" y="4649"/>
                    <a:pt x="767" y="5226"/>
                    <a:pt x="1499" y="5226"/>
                  </a:cubicBezTo>
                  <a:cubicBezTo>
                    <a:pt x="2227" y="5226"/>
                    <a:pt x="2828" y="4649"/>
                    <a:pt x="2860" y="3917"/>
                  </a:cubicBezTo>
                  <a:lnTo>
                    <a:pt x="2955" y="1523"/>
                  </a:lnTo>
                  <a:cubicBezTo>
                    <a:pt x="2990" y="693"/>
                    <a:pt x="2325" y="0"/>
                    <a:pt x="1495"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8" name="Google Shape;20628;p90"/>
            <p:cNvSpPr/>
            <p:nvPr/>
          </p:nvSpPr>
          <p:spPr>
            <a:xfrm>
              <a:off x="4833570" y="1722201"/>
              <a:ext cx="78480" cy="96986"/>
            </a:xfrm>
            <a:custGeom>
              <a:rect b="b" l="l" r="r" t="t"/>
              <a:pathLst>
                <a:path extrusionOk="0" h="3700" w="2994">
                  <a:moveTo>
                    <a:pt x="1499" y="0"/>
                  </a:moveTo>
                  <a:cubicBezTo>
                    <a:pt x="665" y="0"/>
                    <a:pt x="1" y="689"/>
                    <a:pt x="36" y="1523"/>
                  </a:cubicBezTo>
                  <a:lnTo>
                    <a:pt x="117" y="3457"/>
                  </a:lnTo>
                  <a:cubicBezTo>
                    <a:pt x="483" y="3608"/>
                    <a:pt x="964" y="3699"/>
                    <a:pt x="1499" y="3699"/>
                  </a:cubicBezTo>
                  <a:cubicBezTo>
                    <a:pt x="2030" y="3699"/>
                    <a:pt x="2512" y="3608"/>
                    <a:pt x="2877" y="3457"/>
                  </a:cubicBezTo>
                  <a:lnTo>
                    <a:pt x="2958" y="1523"/>
                  </a:lnTo>
                  <a:cubicBezTo>
                    <a:pt x="2993" y="689"/>
                    <a:pt x="2329" y="0"/>
                    <a:pt x="149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90"/>
            <p:cNvSpPr/>
            <p:nvPr/>
          </p:nvSpPr>
          <p:spPr>
            <a:xfrm>
              <a:off x="4775798" y="1670746"/>
              <a:ext cx="39922" cy="51481"/>
            </a:xfrm>
            <a:custGeom>
              <a:rect b="b" l="l" r="r" t="t"/>
              <a:pathLst>
                <a:path extrusionOk="0" h="1964" w="1523">
                  <a:moveTo>
                    <a:pt x="763" y="1"/>
                  </a:moveTo>
                  <a:cubicBezTo>
                    <a:pt x="341" y="4"/>
                    <a:pt x="0" y="342"/>
                    <a:pt x="0" y="764"/>
                  </a:cubicBezTo>
                  <a:lnTo>
                    <a:pt x="0" y="1200"/>
                  </a:lnTo>
                  <a:cubicBezTo>
                    <a:pt x="0" y="1619"/>
                    <a:pt x="341" y="1960"/>
                    <a:pt x="763" y="1963"/>
                  </a:cubicBezTo>
                  <a:cubicBezTo>
                    <a:pt x="1182" y="1960"/>
                    <a:pt x="1523" y="1619"/>
                    <a:pt x="1523" y="1200"/>
                  </a:cubicBezTo>
                  <a:lnTo>
                    <a:pt x="1523" y="764"/>
                  </a:lnTo>
                  <a:cubicBezTo>
                    <a:pt x="1523" y="342"/>
                    <a:pt x="1182" y="4"/>
                    <a:pt x="763"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0" name="Google Shape;20630;p90"/>
            <p:cNvSpPr/>
            <p:nvPr/>
          </p:nvSpPr>
          <p:spPr>
            <a:xfrm>
              <a:off x="4792653" y="1670851"/>
              <a:ext cx="23250" cy="40210"/>
            </a:xfrm>
            <a:custGeom>
              <a:rect b="b" l="l" r="r" t="t"/>
              <a:pathLst>
                <a:path extrusionOk="0" h="1534" w="887">
                  <a:moveTo>
                    <a:pt x="120" y="0"/>
                  </a:moveTo>
                  <a:cubicBezTo>
                    <a:pt x="81" y="0"/>
                    <a:pt x="46" y="4"/>
                    <a:pt x="11" y="11"/>
                  </a:cubicBezTo>
                  <a:lnTo>
                    <a:pt x="11" y="1087"/>
                  </a:lnTo>
                  <a:cubicBezTo>
                    <a:pt x="1" y="1330"/>
                    <a:pt x="197" y="1534"/>
                    <a:pt x="444" y="1534"/>
                  </a:cubicBezTo>
                  <a:cubicBezTo>
                    <a:pt x="690" y="1534"/>
                    <a:pt x="887" y="1330"/>
                    <a:pt x="880" y="1087"/>
                  </a:cubicBezTo>
                  <a:lnTo>
                    <a:pt x="880" y="760"/>
                  </a:lnTo>
                  <a:cubicBezTo>
                    <a:pt x="880" y="338"/>
                    <a:pt x="539" y="0"/>
                    <a:pt x="12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1" name="Google Shape;20631;p90"/>
            <p:cNvSpPr/>
            <p:nvPr/>
          </p:nvSpPr>
          <p:spPr>
            <a:xfrm>
              <a:off x="4787227" y="1676460"/>
              <a:ext cx="17169" cy="17195"/>
            </a:xfrm>
            <a:custGeom>
              <a:rect b="b" l="l" r="r" t="t"/>
              <a:pathLst>
                <a:path extrusionOk="0" h="656" w="655">
                  <a:moveTo>
                    <a:pt x="327" y="1"/>
                  </a:moveTo>
                  <a:cubicBezTo>
                    <a:pt x="144" y="1"/>
                    <a:pt x="0" y="149"/>
                    <a:pt x="0" y="328"/>
                  </a:cubicBezTo>
                  <a:cubicBezTo>
                    <a:pt x="0" y="511"/>
                    <a:pt x="144" y="655"/>
                    <a:pt x="327" y="655"/>
                  </a:cubicBezTo>
                  <a:cubicBezTo>
                    <a:pt x="506" y="655"/>
                    <a:pt x="654" y="511"/>
                    <a:pt x="654" y="328"/>
                  </a:cubicBezTo>
                  <a:cubicBezTo>
                    <a:pt x="654" y="149"/>
                    <a:pt x="506" y="1"/>
                    <a:pt x="3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2" name="Google Shape;20632;p90"/>
            <p:cNvSpPr/>
            <p:nvPr/>
          </p:nvSpPr>
          <p:spPr>
            <a:xfrm>
              <a:off x="4929901" y="1670746"/>
              <a:ext cx="39948" cy="51481"/>
            </a:xfrm>
            <a:custGeom>
              <a:rect b="b" l="l" r="r" t="t"/>
              <a:pathLst>
                <a:path extrusionOk="0" h="1964" w="1524">
                  <a:moveTo>
                    <a:pt x="760" y="1"/>
                  </a:moveTo>
                  <a:cubicBezTo>
                    <a:pt x="342" y="4"/>
                    <a:pt x="1" y="342"/>
                    <a:pt x="1" y="764"/>
                  </a:cubicBezTo>
                  <a:lnTo>
                    <a:pt x="1" y="1200"/>
                  </a:lnTo>
                  <a:cubicBezTo>
                    <a:pt x="1" y="1619"/>
                    <a:pt x="342" y="1960"/>
                    <a:pt x="760" y="1963"/>
                  </a:cubicBezTo>
                  <a:cubicBezTo>
                    <a:pt x="1182" y="1960"/>
                    <a:pt x="1523" y="1619"/>
                    <a:pt x="1523" y="1200"/>
                  </a:cubicBezTo>
                  <a:lnTo>
                    <a:pt x="1523" y="764"/>
                  </a:lnTo>
                  <a:cubicBezTo>
                    <a:pt x="1523" y="342"/>
                    <a:pt x="1182" y="4"/>
                    <a:pt x="76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3" name="Google Shape;20633;p90"/>
            <p:cNvSpPr/>
            <p:nvPr/>
          </p:nvSpPr>
          <p:spPr>
            <a:xfrm>
              <a:off x="4946966" y="1670851"/>
              <a:ext cx="22884" cy="39476"/>
            </a:xfrm>
            <a:custGeom>
              <a:rect b="b" l="l" r="r" t="t"/>
              <a:pathLst>
                <a:path extrusionOk="0" h="1506" w="873">
                  <a:moveTo>
                    <a:pt x="109" y="0"/>
                  </a:moveTo>
                  <a:cubicBezTo>
                    <a:pt x="74" y="0"/>
                    <a:pt x="39" y="4"/>
                    <a:pt x="0" y="11"/>
                  </a:cubicBezTo>
                  <a:lnTo>
                    <a:pt x="0" y="1087"/>
                  </a:lnTo>
                  <a:cubicBezTo>
                    <a:pt x="7" y="1319"/>
                    <a:pt x="201" y="1506"/>
                    <a:pt x="436" y="1506"/>
                  </a:cubicBezTo>
                  <a:cubicBezTo>
                    <a:pt x="672" y="1506"/>
                    <a:pt x="865" y="1319"/>
                    <a:pt x="872" y="1087"/>
                  </a:cubicBezTo>
                  <a:lnTo>
                    <a:pt x="872" y="760"/>
                  </a:lnTo>
                  <a:cubicBezTo>
                    <a:pt x="869" y="338"/>
                    <a:pt x="531" y="0"/>
                    <a:pt x="10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4" name="Google Shape;20634;p90"/>
            <p:cNvSpPr/>
            <p:nvPr/>
          </p:nvSpPr>
          <p:spPr>
            <a:xfrm>
              <a:off x="4941330" y="1676460"/>
              <a:ext cx="17091" cy="17195"/>
            </a:xfrm>
            <a:custGeom>
              <a:rect b="b" l="l" r="r" t="t"/>
              <a:pathLst>
                <a:path extrusionOk="0" h="656" w="652">
                  <a:moveTo>
                    <a:pt x="324" y="1"/>
                  </a:moveTo>
                  <a:cubicBezTo>
                    <a:pt x="145" y="1"/>
                    <a:pt x="1" y="149"/>
                    <a:pt x="1" y="328"/>
                  </a:cubicBezTo>
                  <a:cubicBezTo>
                    <a:pt x="1" y="511"/>
                    <a:pt x="145" y="655"/>
                    <a:pt x="324" y="655"/>
                  </a:cubicBezTo>
                  <a:cubicBezTo>
                    <a:pt x="507" y="655"/>
                    <a:pt x="651" y="511"/>
                    <a:pt x="651" y="328"/>
                  </a:cubicBezTo>
                  <a:cubicBezTo>
                    <a:pt x="651" y="149"/>
                    <a:pt x="507" y="1"/>
                    <a:pt x="3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5" name="Google Shape;20635;p90"/>
            <p:cNvSpPr/>
            <p:nvPr/>
          </p:nvSpPr>
          <p:spPr>
            <a:xfrm>
              <a:off x="4833465" y="1722122"/>
              <a:ext cx="49909" cy="97065"/>
            </a:xfrm>
            <a:custGeom>
              <a:rect b="b" l="l" r="r" t="t"/>
              <a:pathLst>
                <a:path extrusionOk="0" h="3703" w="1904">
                  <a:moveTo>
                    <a:pt x="1494" y="1"/>
                  </a:moveTo>
                  <a:cubicBezTo>
                    <a:pt x="692" y="1"/>
                    <a:pt x="1" y="670"/>
                    <a:pt x="40" y="1526"/>
                  </a:cubicBezTo>
                  <a:lnTo>
                    <a:pt x="121" y="3460"/>
                  </a:lnTo>
                  <a:cubicBezTo>
                    <a:pt x="487" y="3611"/>
                    <a:pt x="968" y="3702"/>
                    <a:pt x="1499" y="3702"/>
                  </a:cubicBezTo>
                  <a:cubicBezTo>
                    <a:pt x="1640" y="3702"/>
                    <a:pt x="1774" y="3695"/>
                    <a:pt x="1904" y="3685"/>
                  </a:cubicBezTo>
                  <a:cubicBezTo>
                    <a:pt x="1535" y="3650"/>
                    <a:pt x="1200" y="3702"/>
                    <a:pt x="930" y="3593"/>
                  </a:cubicBezTo>
                  <a:lnTo>
                    <a:pt x="849" y="1526"/>
                  </a:lnTo>
                  <a:cubicBezTo>
                    <a:pt x="821" y="851"/>
                    <a:pt x="1257" y="246"/>
                    <a:pt x="1904" y="59"/>
                  </a:cubicBezTo>
                  <a:cubicBezTo>
                    <a:pt x="1766" y="20"/>
                    <a:pt x="1628" y="1"/>
                    <a:pt x="14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6" name="Google Shape;20636;p90"/>
            <p:cNvSpPr/>
            <p:nvPr/>
          </p:nvSpPr>
          <p:spPr>
            <a:xfrm>
              <a:off x="4680751" y="1499971"/>
              <a:ext cx="374341" cy="364590"/>
            </a:xfrm>
            <a:custGeom>
              <a:rect b="b" l="l" r="r" t="t"/>
              <a:pathLst>
                <a:path extrusionOk="0" h="13909" w="14281">
                  <a:moveTo>
                    <a:pt x="2973" y="1283"/>
                  </a:moveTo>
                  <a:cubicBezTo>
                    <a:pt x="3469" y="1283"/>
                    <a:pt x="3953" y="1563"/>
                    <a:pt x="4178" y="2061"/>
                  </a:cubicBezTo>
                  <a:cubicBezTo>
                    <a:pt x="3647" y="2331"/>
                    <a:pt x="3158" y="2676"/>
                    <a:pt x="2722" y="3084"/>
                  </a:cubicBezTo>
                  <a:cubicBezTo>
                    <a:pt x="2532" y="3263"/>
                    <a:pt x="2350" y="3453"/>
                    <a:pt x="2181" y="3654"/>
                  </a:cubicBezTo>
                  <a:cubicBezTo>
                    <a:pt x="1495" y="3133"/>
                    <a:pt x="1481" y="2106"/>
                    <a:pt x="2153" y="1572"/>
                  </a:cubicBezTo>
                  <a:cubicBezTo>
                    <a:pt x="2399" y="1375"/>
                    <a:pt x="2688" y="1283"/>
                    <a:pt x="2973" y="1283"/>
                  </a:cubicBezTo>
                  <a:close/>
                  <a:moveTo>
                    <a:pt x="2968" y="407"/>
                  </a:moveTo>
                  <a:cubicBezTo>
                    <a:pt x="3822" y="407"/>
                    <a:pt x="4620" y="907"/>
                    <a:pt x="4976" y="1713"/>
                  </a:cubicBezTo>
                  <a:cubicBezTo>
                    <a:pt x="4829" y="1765"/>
                    <a:pt x="4688" y="1822"/>
                    <a:pt x="4544" y="1885"/>
                  </a:cubicBezTo>
                  <a:cubicBezTo>
                    <a:pt x="4250" y="1234"/>
                    <a:pt x="3616" y="870"/>
                    <a:pt x="2968" y="870"/>
                  </a:cubicBezTo>
                  <a:cubicBezTo>
                    <a:pt x="2593" y="870"/>
                    <a:pt x="2214" y="991"/>
                    <a:pt x="1892" y="1248"/>
                  </a:cubicBezTo>
                  <a:cubicBezTo>
                    <a:pt x="1013" y="1952"/>
                    <a:pt x="1031" y="3295"/>
                    <a:pt x="1928" y="3977"/>
                  </a:cubicBezTo>
                  <a:cubicBezTo>
                    <a:pt x="1836" y="4104"/>
                    <a:pt x="1752" y="4230"/>
                    <a:pt x="1671" y="4360"/>
                  </a:cubicBezTo>
                  <a:cubicBezTo>
                    <a:pt x="1112" y="3949"/>
                    <a:pt x="781" y="3295"/>
                    <a:pt x="781" y="2599"/>
                  </a:cubicBezTo>
                  <a:cubicBezTo>
                    <a:pt x="781" y="1565"/>
                    <a:pt x="1506" y="668"/>
                    <a:pt x="2518" y="454"/>
                  </a:cubicBezTo>
                  <a:cubicBezTo>
                    <a:pt x="2668" y="422"/>
                    <a:pt x="2819" y="407"/>
                    <a:pt x="2968" y="407"/>
                  </a:cubicBezTo>
                  <a:close/>
                  <a:moveTo>
                    <a:pt x="11682" y="408"/>
                  </a:moveTo>
                  <a:cubicBezTo>
                    <a:pt x="12628" y="408"/>
                    <a:pt x="13469" y="1013"/>
                    <a:pt x="13764" y="1913"/>
                  </a:cubicBezTo>
                  <a:cubicBezTo>
                    <a:pt x="14059" y="2813"/>
                    <a:pt x="13746" y="3798"/>
                    <a:pt x="12983" y="4360"/>
                  </a:cubicBezTo>
                  <a:cubicBezTo>
                    <a:pt x="12902" y="4230"/>
                    <a:pt x="12815" y="4104"/>
                    <a:pt x="12723" y="3977"/>
                  </a:cubicBezTo>
                  <a:cubicBezTo>
                    <a:pt x="13356" y="3499"/>
                    <a:pt x="13581" y="2655"/>
                    <a:pt x="13275" y="1927"/>
                  </a:cubicBezTo>
                  <a:cubicBezTo>
                    <a:pt x="13236" y="1838"/>
                    <a:pt x="13165" y="1801"/>
                    <a:pt x="13093" y="1801"/>
                  </a:cubicBezTo>
                  <a:cubicBezTo>
                    <a:pt x="12962" y="1801"/>
                    <a:pt x="12831" y="1924"/>
                    <a:pt x="12899" y="2085"/>
                  </a:cubicBezTo>
                  <a:cubicBezTo>
                    <a:pt x="13135" y="2644"/>
                    <a:pt x="12959" y="3291"/>
                    <a:pt x="12473" y="3654"/>
                  </a:cubicBezTo>
                  <a:cubicBezTo>
                    <a:pt x="12305" y="3453"/>
                    <a:pt x="12122" y="3263"/>
                    <a:pt x="11932" y="3084"/>
                  </a:cubicBezTo>
                  <a:cubicBezTo>
                    <a:pt x="11496" y="2680"/>
                    <a:pt x="11004" y="2335"/>
                    <a:pt x="10476" y="2061"/>
                  </a:cubicBezTo>
                  <a:cubicBezTo>
                    <a:pt x="10696" y="1565"/>
                    <a:pt x="11181" y="1279"/>
                    <a:pt x="11683" y="1279"/>
                  </a:cubicBezTo>
                  <a:cubicBezTo>
                    <a:pt x="11910" y="1279"/>
                    <a:pt x="12142" y="1338"/>
                    <a:pt x="12354" y="1463"/>
                  </a:cubicBezTo>
                  <a:cubicBezTo>
                    <a:pt x="12391" y="1485"/>
                    <a:pt x="12428" y="1494"/>
                    <a:pt x="12462" y="1494"/>
                  </a:cubicBezTo>
                  <a:cubicBezTo>
                    <a:pt x="12644" y="1494"/>
                    <a:pt x="12760" y="1227"/>
                    <a:pt x="12561" y="1111"/>
                  </a:cubicBezTo>
                  <a:cubicBezTo>
                    <a:pt x="12283" y="947"/>
                    <a:pt x="11980" y="869"/>
                    <a:pt x="11681" y="869"/>
                  </a:cubicBezTo>
                  <a:cubicBezTo>
                    <a:pt x="11028" y="869"/>
                    <a:pt x="10399" y="1240"/>
                    <a:pt x="10107" y="1881"/>
                  </a:cubicBezTo>
                  <a:cubicBezTo>
                    <a:pt x="9966" y="1822"/>
                    <a:pt x="9822" y="1762"/>
                    <a:pt x="9678" y="1709"/>
                  </a:cubicBezTo>
                  <a:cubicBezTo>
                    <a:pt x="10029" y="918"/>
                    <a:pt x="10814" y="408"/>
                    <a:pt x="11682" y="408"/>
                  </a:cubicBezTo>
                  <a:close/>
                  <a:moveTo>
                    <a:pt x="7325" y="8686"/>
                  </a:moveTo>
                  <a:cubicBezTo>
                    <a:pt x="8039" y="8686"/>
                    <a:pt x="8609" y="9280"/>
                    <a:pt x="8584" y="9990"/>
                  </a:cubicBezTo>
                  <a:lnTo>
                    <a:pt x="8507" y="11794"/>
                  </a:lnTo>
                  <a:cubicBezTo>
                    <a:pt x="8122" y="11914"/>
                    <a:pt x="7724" y="11973"/>
                    <a:pt x="7325" y="11973"/>
                  </a:cubicBezTo>
                  <a:cubicBezTo>
                    <a:pt x="6927" y="11973"/>
                    <a:pt x="6529" y="11914"/>
                    <a:pt x="6144" y="11794"/>
                  </a:cubicBezTo>
                  <a:lnTo>
                    <a:pt x="6070" y="9990"/>
                  </a:lnTo>
                  <a:cubicBezTo>
                    <a:pt x="6042" y="9280"/>
                    <a:pt x="6611" y="8686"/>
                    <a:pt x="7325" y="8686"/>
                  </a:cubicBezTo>
                  <a:close/>
                  <a:moveTo>
                    <a:pt x="7325" y="1713"/>
                  </a:moveTo>
                  <a:cubicBezTo>
                    <a:pt x="10694" y="1713"/>
                    <a:pt x="13437" y="4258"/>
                    <a:pt x="13437" y="7388"/>
                  </a:cubicBezTo>
                  <a:cubicBezTo>
                    <a:pt x="13437" y="8731"/>
                    <a:pt x="12924" y="10036"/>
                    <a:pt x="11988" y="11059"/>
                  </a:cubicBezTo>
                  <a:lnTo>
                    <a:pt x="11985" y="11059"/>
                  </a:lnTo>
                  <a:cubicBezTo>
                    <a:pt x="11130" y="11984"/>
                    <a:pt x="10015" y="12624"/>
                    <a:pt x="8788" y="12898"/>
                  </a:cubicBezTo>
                  <a:cubicBezTo>
                    <a:pt x="8848" y="12740"/>
                    <a:pt x="8883" y="12575"/>
                    <a:pt x="8890" y="12406"/>
                  </a:cubicBezTo>
                  <a:lnTo>
                    <a:pt x="8904" y="12072"/>
                  </a:lnTo>
                  <a:cubicBezTo>
                    <a:pt x="9003" y="12026"/>
                    <a:pt x="9098" y="11970"/>
                    <a:pt x="9186" y="11910"/>
                  </a:cubicBezTo>
                  <a:cubicBezTo>
                    <a:pt x="9366" y="11781"/>
                    <a:pt x="9240" y="11535"/>
                    <a:pt x="9069" y="11535"/>
                  </a:cubicBezTo>
                  <a:cubicBezTo>
                    <a:pt x="9031" y="11535"/>
                    <a:pt x="8990" y="11547"/>
                    <a:pt x="8950" y="11576"/>
                  </a:cubicBezTo>
                  <a:lnTo>
                    <a:pt x="8925" y="11594"/>
                  </a:lnTo>
                  <a:lnTo>
                    <a:pt x="8925" y="11594"/>
                  </a:lnTo>
                  <a:lnTo>
                    <a:pt x="8989" y="10008"/>
                  </a:lnTo>
                  <a:cubicBezTo>
                    <a:pt x="9027" y="9062"/>
                    <a:pt x="8271" y="8278"/>
                    <a:pt x="7325" y="8278"/>
                  </a:cubicBezTo>
                  <a:cubicBezTo>
                    <a:pt x="6379" y="8278"/>
                    <a:pt x="5623" y="9062"/>
                    <a:pt x="5662" y="10008"/>
                  </a:cubicBezTo>
                  <a:lnTo>
                    <a:pt x="5729" y="11594"/>
                  </a:lnTo>
                  <a:lnTo>
                    <a:pt x="5704" y="11576"/>
                  </a:lnTo>
                  <a:cubicBezTo>
                    <a:pt x="5664" y="11547"/>
                    <a:pt x="5622" y="11535"/>
                    <a:pt x="5583" y="11535"/>
                  </a:cubicBezTo>
                  <a:cubicBezTo>
                    <a:pt x="5410" y="11535"/>
                    <a:pt x="5284" y="11781"/>
                    <a:pt x="5465" y="11910"/>
                  </a:cubicBezTo>
                  <a:cubicBezTo>
                    <a:pt x="5553" y="11970"/>
                    <a:pt x="5648" y="12026"/>
                    <a:pt x="5746" y="12072"/>
                  </a:cubicBezTo>
                  <a:lnTo>
                    <a:pt x="5761" y="12406"/>
                  </a:lnTo>
                  <a:cubicBezTo>
                    <a:pt x="5768" y="12575"/>
                    <a:pt x="5803" y="12740"/>
                    <a:pt x="5862" y="12898"/>
                  </a:cubicBezTo>
                  <a:cubicBezTo>
                    <a:pt x="4635" y="12624"/>
                    <a:pt x="3517" y="11981"/>
                    <a:pt x="2663" y="11056"/>
                  </a:cubicBezTo>
                  <a:cubicBezTo>
                    <a:pt x="1731" y="10032"/>
                    <a:pt x="1217" y="8731"/>
                    <a:pt x="1217" y="7388"/>
                  </a:cubicBezTo>
                  <a:cubicBezTo>
                    <a:pt x="1217" y="4258"/>
                    <a:pt x="3957" y="1713"/>
                    <a:pt x="7325" y="1713"/>
                  </a:cubicBezTo>
                  <a:close/>
                  <a:moveTo>
                    <a:pt x="6165" y="12227"/>
                  </a:moveTo>
                  <a:lnTo>
                    <a:pt x="6165" y="12227"/>
                  </a:lnTo>
                  <a:cubicBezTo>
                    <a:pt x="6545" y="12330"/>
                    <a:pt x="6936" y="12382"/>
                    <a:pt x="7328" y="12382"/>
                  </a:cubicBezTo>
                  <a:cubicBezTo>
                    <a:pt x="7719" y="12382"/>
                    <a:pt x="8111" y="12330"/>
                    <a:pt x="8493" y="12227"/>
                  </a:cubicBezTo>
                  <a:lnTo>
                    <a:pt x="8493" y="12227"/>
                  </a:lnTo>
                  <a:lnTo>
                    <a:pt x="8486" y="12388"/>
                  </a:lnTo>
                  <a:cubicBezTo>
                    <a:pt x="8461" y="13011"/>
                    <a:pt x="7948" y="13500"/>
                    <a:pt x="7329" y="13500"/>
                  </a:cubicBezTo>
                  <a:cubicBezTo>
                    <a:pt x="6706" y="13500"/>
                    <a:pt x="6193" y="13011"/>
                    <a:pt x="6168" y="12388"/>
                  </a:cubicBezTo>
                  <a:lnTo>
                    <a:pt x="6165" y="12227"/>
                  </a:lnTo>
                  <a:close/>
                  <a:moveTo>
                    <a:pt x="2967" y="0"/>
                  </a:moveTo>
                  <a:cubicBezTo>
                    <a:pt x="2403" y="0"/>
                    <a:pt x="1830" y="183"/>
                    <a:pt x="1344" y="573"/>
                  </a:cubicBezTo>
                  <a:cubicBezTo>
                    <a:pt x="1" y="1653"/>
                    <a:pt x="64" y="3720"/>
                    <a:pt x="1470" y="4719"/>
                  </a:cubicBezTo>
                  <a:cubicBezTo>
                    <a:pt x="1034" y="5542"/>
                    <a:pt x="809" y="6460"/>
                    <a:pt x="809" y="7392"/>
                  </a:cubicBezTo>
                  <a:cubicBezTo>
                    <a:pt x="809" y="8833"/>
                    <a:pt x="1361" y="10233"/>
                    <a:pt x="2364" y="11333"/>
                  </a:cubicBezTo>
                  <a:cubicBezTo>
                    <a:pt x="3338" y="12399"/>
                    <a:pt x="4677" y="13123"/>
                    <a:pt x="6147" y="13373"/>
                  </a:cubicBezTo>
                  <a:cubicBezTo>
                    <a:pt x="6460" y="13730"/>
                    <a:pt x="6894" y="13908"/>
                    <a:pt x="7327" y="13908"/>
                  </a:cubicBezTo>
                  <a:cubicBezTo>
                    <a:pt x="7760" y="13908"/>
                    <a:pt x="8194" y="13730"/>
                    <a:pt x="8507" y="13373"/>
                  </a:cubicBezTo>
                  <a:cubicBezTo>
                    <a:pt x="9973" y="13123"/>
                    <a:pt x="11313" y="12402"/>
                    <a:pt x="12287" y="11337"/>
                  </a:cubicBezTo>
                  <a:cubicBezTo>
                    <a:pt x="13293" y="10240"/>
                    <a:pt x="13845" y="8837"/>
                    <a:pt x="13845" y="7392"/>
                  </a:cubicBezTo>
                  <a:cubicBezTo>
                    <a:pt x="13845" y="6460"/>
                    <a:pt x="13620" y="5542"/>
                    <a:pt x="13187" y="4719"/>
                  </a:cubicBezTo>
                  <a:cubicBezTo>
                    <a:pt x="13873" y="4230"/>
                    <a:pt x="14281" y="3439"/>
                    <a:pt x="14281" y="2599"/>
                  </a:cubicBezTo>
                  <a:cubicBezTo>
                    <a:pt x="14281" y="1364"/>
                    <a:pt x="13409" y="299"/>
                    <a:pt x="12199" y="53"/>
                  </a:cubicBezTo>
                  <a:cubicBezTo>
                    <a:pt x="12027" y="18"/>
                    <a:pt x="11855" y="2"/>
                    <a:pt x="11685" y="2"/>
                  </a:cubicBezTo>
                  <a:cubicBezTo>
                    <a:pt x="10656" y="2"/>
                    <a:pt x="9701" y="611"/>
                    <a:pt x="9288" y="1586"/>
                  </a:cubicBezTo>
                  <a:cubicBezTo>
                    <a:pt x="8648" y="1401"/>
                    <a:pt x="7987" y="1309"/>
                    <a:pt x="7327" y="1309"/>
                  </a:cubicBezTo>
                  <a:cubicBezTo>
                    <a:pt x="6667" y="1309"/>
                    <a:pt x="6007" y="1401"/>
                    <a:pt x="5367" y="1586"/>
                  </a:cubicBezTo>
                  <a:cubicBezTo>
                    <a:pt x="4938" y="573"/>
                    <a:pt x="3965" y="0"/>
                    <a:pt x="2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7" name="Google Shape;20637;p90"/>
            <p:cNvSpPr/>
            <p:nvPr/>
          </p:nvSpPr>
          <p:spPr>
            <a:xfrm>
              <a:off x="4770451" y="1665425"/>
              <a:ext cx="50616" cy="60839"/>
            </a:xfrm>
            <a:custGeom>
              <a:rect b="b" l="l" r="r" t="t"/>
              <a:pathLst>
                <a:path extrusionOk="0" h="2321" w="1931">
                  <a:moveTo>
                    <a:pt x="967" y="0"/>
                  </a:moveTo>
                  <a:cubicBezTo>
                    <a:pt x="433" y="0"/>
                    <a:pt x="0" y="436"/>
                    <a:pt x="0" y="971"/>
                  </a:cubicBezTo>
                  <a:lnTo>
                    <a:pt x="0" y="1403"/>
                  </a:lnTo>
                  <a:cubicBezTo>
                    <a:pt x="25" y="1916"/>
                    <a:pt x="450" y="2321"/>
                    <a:pt x="964" y="2321"/>
                  </a:cubicBezTo>
                  <a:cubicBezTo>
                    <a:pt x="1481" y="2321"/>
                    <a:pt x="1902" y="1916"/>
                    <a:pt x="1931" y="1403"/>
                  </a:cubicBezTo>
                  <a:lnTo>
                    <a:pt x="1931" y="971"/>
                  </a:lnTo>
                  <a:cubicBezTo>
                    <a:pt x="1931" y="826"/>
                    <a:pt x="1899" y="686"/>
                    <a:pt x="1836" y="556"/>
                  </a:cubicBezTo>
                  <a:cubicBezTo>
                    <a:pt x="1802" y="481"/>
                    <a:pt x="1728" y="439"/>
                    <a:pt x="1652" y="439"/>
                  </a:cubicBezTo>
                  <a:cubicBezTo>
                    <a:pt x="1624" y="439"/>
                    <a:pt x="1595" y="445"/>
                    <a:pt x="1568" y="457"/>
                  </a:cubicBezTo>
                  <a:cubicBezTo>
                    <a:pt x="1466" y="506"/>
                    <a:pt x="1421" y="626"/>
                    <a:pt x="1470" y="728"/>
                  </a:cubicBezTo>
                  <a:cubicBezTo>
                    <a:pt x="1505" y="802"/>
                    <a:pt x="1523" y="886"/>
                    <a:pt x="1523" y="967"/>
                  </a:cubicBezTo>
                  <a:lnTo>
                    <a:pt x="1523" y="1403"/>
                  </a:lnTo>
                  <a:cubicBezTo>
                    <a:pt x="1523" y="1713"/>
                    <a:pt x="1273" y="1962"/>
                    <a:pt x="967" y="1962"/>
                  </a:cubicBezTo>
                  <a:cubicBezTo>
                    <a:pt x="658" y="1962"/>
                    <a:pt x="408" y="1713"/>
                    <a:pt x="408" y="1403"/>
                  </a:cubicBezTo>
                  <a:lnTo>
                    <a:pt x="408" y="967"/>
                  </a:lnTo>
                  <a:cubicBezTo>
                    <a:pt x="408" y="661"/>
                    <a:pt x="658" y="411"/>
                    <a:pt x="967" y="408"/>
                  </a:cubicBezTo>
                  <a:cubicBezTo>
                    <a:pt x="1080" y="408"/>
                    <a:pt x="1171" y="316"/>
                    <a:pt x="1171" y="204"/>
                  </a:cubicBezTo>
                  <a:cubicBezTo>
                    <a:pt x="1171" y="91"/>
                    <a:pt x="1080"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8" name="Google Shape;20638;p90"/>
            <p:cNvSpPr/>
            <p:nvPr/>
          </p:nvSpPr>
          <p:spPr>
            <a:xfrm>
              <a:off x="4924475" y="1665425"/>
              <a:ext cx="50721" cy="60839"/>
            </a:xfrm>
            <a:custGeom>
              <a:rect b="b" l="l" r="r" t="t"/>
              <a:pathLst>
                <a:path extrusionOk="0" h="2321" w="1935">
                  <a:moveTo>
                    <a:pt x="967" y="0"/>
                  </a:moveTo>
                  <a:cubicBezTo>
                    <a:pt x="433" y="0"/>
                    <a:pt x="0" y="436"/>
                    <a:pt x="0" y="971"/>
                  </a:cubicBezTo>
                  <a:lnTo>
                    <a:pt x="0" y="1403"/>
                  </a:lnTo>
                  <a:cubicBezTo>
                    <a:pt x="28" y="1916"/>
                    <a:pt x="454" y="2321"/>
                    <a:pt x="967" y="2321"/>
                  </a:cubicBezTo>
                  <a:cubicBezTo>
                    <a:pt x="1480" y="2321"/>
                    <a:pt x="1906" y="1916"/>
                    <a:pt x="1934" y="1403"/>
                  </a:cubicBezTo>
                  <a:lnTo>
                    <a:pt x="1934" y="971"/>
                  </a:lnTo>
                  <a:cubicBezTo>
                    <a:pt x="1934" y="826"/>
                    <a:pt x="1902" y="686"/>
                    <a:pt x="1839" y="556"/>
                  </a:cubicBezTo>
                  <a:cubicBezTo>
                    <a:pt x="1806" y="481"/>
                    <a:pt x="1732" y="439"/>
                    <a:pt x="1654" y="439"/>
                  </a:cubicBezTo>
                  <a:cubicBezTo>
                    <a:pt x="1625" y="439"/>
                    <a:pt x="1596" y="445"/>
                    <a:pt x="1568" y="457"/>
                  </a:cubicBezTo>
                  <a:cubicBezTo>
                    <a:pt x="1470" y="506"/>
                    <a:pt x="1424" y="626"/>
                    <a:pt x="1473" y="728"/>
                  </a:cubicBezTo>
                  <a:cubicBezTo>
                    <a:pt x="1509" y="802"/>
                    <a:pt x="1526" y="886"/>
                    <a:pt x="1526" y="967"/>
                  </a:cubicBezTo>
                  <a:lnTo>
                    <a:pt x="1526" y="1403"/>
                  </a:lnTo>
                  <a:cubicBezTo>
                    <a:pt x="1526" y="1713"/>
                    <a:pt x="1277" y="1962"/>
                    <a:pt x="967" y="1962"/>
                  </a:cubicBezTo>
                  <a:cubicBezTo>
                    <a:pt x="661" y="1962"/>
                    <a:pt x="411" y="1713"/>
                    <a:pt x="411" y="1403"/>
                  </a:cubicBezTo>
                  <a:lnTo>
                    <a:pt x="411" y="967"/>
                  </a:lnTo>
                  <a:cubicBezTo>
                    <a:pt x="411" y="661"/>
                    <a:pt x="661" y="411"/>
                    <a:pt x="967" y="408"/>
                  </a:cubicBezTo>
                  <a:cubicBezTo>
                    <a:pt x="1080" y="408"/>
                    <a:pt x="1171" y="316"/>
                    <a:pt x="1171" y="204"/>
                  </a:cubicBezTo>
                  <a:cubicBezTo>
                    <a:pt x="1171" y="91"/>
                    <a:pt x="1080"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9" name="Google Shape;20639;p90"/>
          <p:cNvGrpSpPr/>
          <p:nvPr/>
        </p:nvGrpSpPr>
        <p:grpSpPr>
          <a:xfrm>
            <a:off x="853281" y="1499867"/>
            <a:ext cx="374917" cy="364668"/>
            <a:chOff x="853281" y="1499867"/>
            <a:chExt cx="374917" cy="364668"/>
          </a:xfrm>
        </p:grpSpPr>
        <p:sp>
          <p:nvSpPr>
            <p:cNvPr id="20640" name="Google Shape;20640;p90"/>
            <p:cNvSpPr/>
            <p:nvPr/>
          </p:nvSpPr>
          <p:spPr>
            <a:xfrm>
              <a:off x="1097267" y="1505293"/>
              <a:ext cx="125584" cy="125584"/>
            </a:xfrm>
            <a:custGeom>
              <a:rect b="b" l="l" r="r" t="t"/>
              <a:pathLst>
                <a:path extrusionOk="0" h="4791" w="4791">
                  <a:moveTo>
                    <a:pt x="2395" y="1"/>
                  </a:moveTo>
                  <a:cubicBezTo>
                    <a:pt x="1073" y="1"/>
                    <a:pt x="1" y="1073"/>
                    <a:pt x="1" y="2396"/>
                  </a:cubicBezTo>
                  <a:cubicBezTo>
                    <a:pt x="1" y="3718"/>
                    <a:pt x="1073" y="4790"/>
                    <a:pt x="2395" y="4790"/>
                  </a:cubicBezTo>
                  <a:cubicBezTo>
                    <a:pt x="3718" y="4790"/>
                    <a:pt x="4790" y="3718"/>
                    <a:pt x="4790" y="2396"/>
                  </a:cubicBezTo>
                  <a:cubicBezTo>
                    <a:pt x="4790" y="1073"/>
                    <a:pt x="3718" y="1"/>
                    <a:pt x="239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1" name="Google Shape;20641;p90"/>
            <p:cNvSpPr/>
            <p:nvPr/>
          </p:nvSpPr>
          <p:spPr>
            <a:xfrm>
              <a:off x="1120045" y="1528176"/>
              <a:ext cx="79922" cy="79843"/>
            </a:xfrm>
            <a:custGeom>
              <a:rect b="b" l="l" r="r" t="t"/>
              <a:pathLst>
                <a:path extrusionOk="0" h="3046" w="3049">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2" name="Google Shape;20642;p90"/>
            <p:cNvSpPr/>
            <p:nvPr/>
          </p:nvSpPr>
          <p:spPr>
            <a:xfrm>
              <a:off x="868956" y="1505293"/>
              <a:ext cx="125558" cy="125584"/>
            </a:xfrm>
            <a:custGeom>
              <a:rect b="b" l="l" r="r" t="t"/>
              <a:pathLst>
                <a:path extrusionOk="0" h="4791" w="479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3" name="Google Shape;20643;p90"/>
            <p:cNvSpPr/>
            <p:nvPr/>
          </p:nvSpPr>
          <p:spPr>
            <a:xfrm>
              <a:off x="891813" y="1528176"/>
              <a:ext cx="79843" cy="79843"/>
            </a:xfrm>
            <a:custGeom>
              <a:rect b="b" l="l" r="r" t="t"/>
              <a:pathLst>
                <a:path extrusionOk="0" h="3046" w="3046">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4" name="Google Shape;20644;p90"/>
            <p:cNvSpPr/>
            <p:nvPr/>
          </p:nvSpPr>
          <p:spPr>
            <a:xfrm>
              <a:off x="880385" y="1539500"/>
              <a:ext cx="331038" cy="319688"/>
            </a:xfrm>
            <a:custGeom>
              <a:rect b="b" l="l" r="r" t="t"/>
              <a:pathLst>
                <a:path extrusionOk="0" h="12196" w="12629">
                  <a:moveTo>
                    <a:pt x="6312" y="1"/>
                  </a:moveTo>
                  <a:cubicBezTo>
                    <a:pt x="2828" y="1"/>
                    <a:pt x="0" y="2733"/>
                    <a:pt x="0" y="6098"/>
                  </a:cubicBezTo>
                  <a:cubicBezTo>
                    <a:pt x="0" y="9463"/>
                    <a:pt x="2828" y="12196"/>
                    <a:pt x="6312" y="12196"/>
                  </a:cubicBezTo>
                  <a:cubicBezTo>
                    <a:pt x="9801" y="12196"/>
                    <a:pt x="12628" y="9463"/>
                    <a:pt x="12628" y="6098"/>
                  </a:cubicBezTo>
                  <a:cubicBezTo>
                    <a:pt x="12628" y="2733"/>
                    <a:pt x="9801" y="1"/>
                    <a:pt x="6312"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5" name="Google Shape;20645;p90"/>
            <p:cNvSpPr/>
            <p:nvPr/>
          </p:nvSpPr>
          <p:spPr>
            <a:xfrm>
              <a:off x="1067489" y="1647993"/>
              <a:ext cx="115440" cy="110119"/>
            </a:xfrm>
            <a:custGeom>
              <a:rect b="b" l="l" r="r" t="t"/>
              <a:pathLst>
                <a:path extrusionOk="0" h="4201" w="4404">
                  <a:moveTo>
                    <a:pt x="1929" y="0"/>
                  </a:moveTo>
                  <a:cubicBezTo>
                    <a:pt x="1645" y="0"/>
                    <a:pt x="1365" y="69"/>
                    <a:pt x="1112" y="215"/>
                  </a:cubicBezTo>
                  <a:cubicBezTo>
                    <a:pt x="229" y="725"/>
                    <a:pt x="1" y="1984"/>
                    <a:pt x="599" y="3025"/>
                  </a:cubicBezTo>
                  <a:cubicBezTo>
                    <a:pt x="1028" y="3768"/>
                    <a:pt x="1766" y="4201"/>
                    <a:pt x="2475" y="4201"/>
                  </a:cubicBezTo>
                  <a:cubicBezTo>
                    <a:pt x="2759" y="4201"/>
                    <a:pt x="3039" y="4131"/>
                    <a:pt x="3292" y="3985"/>
                  </a:cubicBezTo>
                  <a:cubicBezTo>
                    <a:pt x="4175" y="3475"/>
                    <a:pt x="4403" y="2216"/>
                    <a:pt x="3806" y="1175"/>
                  </a:cubicBezTo>
                  <a:cubicBezTo>
                    <a:pt x="3376" y="431"/>
                    <a:pt x="2638" y="0"/>
                    <a:pt x="192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6" name="Google Shape;20646;p90"/>
            <p:cNvSpPr/>
            <p:nvPr/>
          </p:nvSpPr>
          <p:spPr>
            <a:xfrm>
              <a:off x="880385" y="1543379"/>
              <a:ext cx="157930" cy="315546"/>
            </a:xfrm>
            <a:custGeom>
              <a:rect b="b" l="l" r="r" t="t"/>
              <a:pathLst>
                <a:path extrusionOk="0" h="12038" w="6025">
                  <a:moveTo>
                    <a:pt x="4941" y="0"/>
                  </a:moveTo>
                  <a:cubicBezTo>
                    <a:pt x="2114" y="605"/>
                    <a:pt x="0" y="3038"/>
                    <a:pt x="0" y="5950"/>
                  </a:cubicBezTo>
                  <a:cubicBezTo>
                    <a:pt x="0" y="9220"/>
                    <a:pt x="2673" y="11893"/>
                    <a:pt x="6024" y="12037"/>
                  </a:cubicBezTo>
                  <a:cubicBezTo>
                    <a:pt x="3647" y="11070"/>
                    <a:pt x="1959" y="8612"/>
                    <a:pt x="1959" y="5732"/>
                  </a:cubicBezTo>
                  <a:cubicBezTo>
                    <a:pt x="1959" y="3316"/>
                    <a:pt x="3151" y="1192"/>
                    <a:pt x="4941"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7" name="Google Shape;20647;p90"/>
            <p:cNvSpPr/>
            <p:nvPr/>
          </p:nvSpPr>
          <p:spPr>
            <a:xfrm>
              <a:off x="1097188" y="1676382"/>
              <a:ext cx="34312" cy="40131"/>
            </a:xfrm>
            <a:custGeom>
              <a:rect b="b" l="l" r="r" t="t"/>
              <a:pathLst>
                <a:path extrusionOk="0" h="1531" w="1309">
                  <a:moveTo>
                    <a:pt x="654" y="0"/>
                  </a:moveTo>
                  <a:cubicBezTo>
                    <a:pt x="296" y="0"/>
                    <a:pt x="4" y="292"/>
                    <a:pt x="4" y="655"/>
                  </a:cubicBezTo>
                  <a:lnTo>
                    <a:pt x="4" y="876"/>
                  </a:lnTo>
                  <a:cubicBezTo>
                    <a:pt x="0" y="1235"/>
                    <a:pt x="296" y="1530"/>
                    <a:pt x="654" y="1530"/>
                  </a:cubicBezTo>
                  <a:cubicBezTo>
                    <a:pt x="1016" y="1530"/>
                    <a:pt x="1308" y="1235"/>
                    <a:pt x="1308" y="876"/>
                  </a:cubicBezTo>
                  <a:lnTo>
                    <a:pt x="1308" y="655"/>
                  </a:lnTo>
                  <a:cubicBezTo>
                    <a:pt x="1308" y="292"/>
                    <a:pt x="1016" y="0"/>
                    <a:pt x="65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8" name="Google Shape;20648;p90"/>
            <p:cNvSpPr/>
            <p:nvPr/>
          </p:nvSpPr>
          <p:spPr>
            <a:xfrm>
              <a:off x="1114331" y="1676460"/>
              <a:ext cx="17169" cy="28624"/>
            </a:xfrm>
            <a:custGeom>
              <a:rect b="b" l="l" r="r" t="t"/>
              <a:pathLst>
                <a:path extrusionOk="0" h="1092" w="655">
                  <a:moveTo>
                    <a:pt x="0" y="1"/>
                  </a:moveTo>
                  <a:lnTo>
                    <a:pt x="0" y="764"/>
                  </a:lnTo>
                  <a:cubicBezTo>
                    <a:pt x="0" y="943"/>
                    <a:pt x="148" y="1091"/>
                    <a:pt x="327" y="1091"/>
                  </a:cubicBezTo>
                  <a:cubicBezTo>
                    <a:pt x="510" y="1091"/>
                    <a:pt x="654" y="943"/>
                    <a:pt x="654" y="764"/>
                  </a:cubicBezTo>
                  <a:lnTo>
                    <a:pt x="654" y="655"/>
                  </a:lnTo>
                  <a:cubicBezTo>
                    <a:pt x="654" y="296"/>
                    <a:pt x="362" y="1"/>
                    <a:pt x="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9" name="Google Shape;20649;p90"/>
            <p:cNvSpPr/>
            <p:nvPr/>
          </p:nvSpPr>
          <p:spPr>
            <a:xfrm>
              <a:off x="1108617" y="1682201"/>
              <a:ext cx="11455" cy="11455"/>
            </a:xfrm>
            <a:custGeom>
              <a:rect b="b" l="l" r="r" t="t"/>
              <a:pathLst>
                <a:path extrusionOk="0" h="437" w="437">
                  <a:moveTo>
                    <a:pt x="218" y="0"/>
                  </a:moveTo>
                  <a:cubicBezTo>
                    <a:pt x="99" y="0"/>
                    <a:pt x="0" y="98"/>
                    <a:pt x="0" y="218"/>
                  </a:cubicBezTo>
                  <a:cubicBezTo>
                    <a:pt x="0" y="338"/>
                    <a:pt x="99" y="436"/>
                    <a:pt x="218" y="436"/>
                  </a:cubicBezTo>
                  <a:cubicBezTo>
                    <a:pt x="341" y="436"/>
                    <a:pt x="436" y="338"/>
                    <a:pt x="436" y="218"/>
                  </a:cubicBezTo>
                  <a:cubicBezTo>
                    <a:pt x="436" y="98"/>
                    <a:pt x="341"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0" name="Google Shape;20650;p90"/>
            <p:cNvSpPr/>
            <p:nvPr/>
          </p:nvSpPr>
          <p:spPr>
            <a:xfrm>
              <a:off x="994488" y="1762096"/>
              <a:ext cx="102805" cy="74234"/>
            </a:xfrm>
            <a:custGeom>
              <a:rect b="b" l="l" r="r" t="t"/>
              <a:pathLst>
                <a:path extrusionOk="0" h="2832" w="3922">
                  <a:moveTo>
                    <a:pt x="1219" y="1"/>
                  </a:moveTo>
                  <a:cubicBezTo>
                    <a:pt x="1213" y="1"/>
                    <a:pt x="1206" y="1"/>
                    <a:pt x="1200" y="1"/>
                  </a:cubicBezTo>
                  <a:cubicBezTo>
                    <a:pt x="539" y="1"/>
                    <a:pt x="1" y="391"/>
                    <a:pt x="1" y="873"/>
                  </a:cubicBezTo>
                  <a:cubicBezTo>
                    <a:pt x="1" y="1161"/>
                    <a:pt x="198" y="1418"/>
                    <a:pt x="493" y="1576"/>
                  </a:cubicBezTo>
                  <a:cubicBezTo>
                    <a:pt x="525" y="2272"/>
                    <a:pt x="1168" y="2831"/>
                    <a:pt x="1959" y="2831"/>
                  </a:cubicBezTo>
                  <a:cubicBezTo>
                    <a:pt x="2754" y="2831"/>
                    <a:pt x="3398" y="2272"/>
                    <a:pt x="3429" y="1576"/>
                  </a:cubicBezTo>
                  <a:cubicBezTo>
                    <a:pt x="3725" y="1418"/>
                    <a:pt x="3922" y="1161"/>
                    <a:pt x="3922" y="873"/>
                  </a:cubicBezTo>
                  <a:cubicBezTo>
                    <a:pt x="3922" y="391"/>
                    <a:pt x="3384" y="1"/>
                    <a:pt x="2723" y="1"/>
                  </a:cubicBezTo>
                  <a:cubicBezTo>
                    <a:pt x="2716" y="1"/>
                    <a:pt x="2710" y="1"/>
                    <a:pt x="2703" y="1"/>
                  </a:cubicBezTo>
                  <a:cubicBezTo>
                    <a:pt x="2443" y="1"/>
                    <a:pt x="2186" y="71"/>
                    <a:pt x="1959" y="201"/>
                  </a:cubicBezTo>
                  <a:cubicBezTo>
                    <a:pt x="1736" y="71"/>
                    <a:pt x="1480" y="1"/>
                    <a:pt x="1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1" name="Google Shape;20651;p90"/>
            <p:cNvSpPr/>
            <p:nvPr/>
          </p:nvSpPr>
          <p:spPr>
            <a:xfrm>
              <a:off x="1017345" y="1744953"/>
              <a:ext cx="57196" cy="40026"/>
            </a:xfrm>
            <a:custGeom>
              <a:rect b="b" l="l" r="r" t="t"/>
              <a:pathLst>
                <a:path extrusionOk="0" h="1527" w="2182">
                  <a:moveTo>
                    <a:pt x="1091" y="1"/>
                  </a:moveTo>
                  <a:cubicBezTo>
                    <a:pt x="490" y="1"/>
                    <a:pt x="1" y="296"/>
                    <a:pt x="1" y="655"/>
                  </a:cubicBezTo>
                  <a:cubicBezTo>
                    <a:pt x="1" y="1017"/>
                    <a:pt x="490" y="1527"/>
                    <a:pt x="1091" y="1527"/>
                  </a:cubicBezTo>
                  <a:cubicBezTo>
                    <a:pt x="1692" y="1527"/>
                    <a:pt x="2181" y="1017"/>
                    <a:pt x="2181" y="655"/>
                  </a:cubicBezTo>
                  <a:cubicBezTo>
                    <a:pt x="2181" y="296"/>
                    <a:pt x="1692" y="1"/>
                    <a:pt x="109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2" name="Google Shape;20652;p90"/>
            <p:cNvSpPr/>
            <p:nvPr/>
          </p:nvSpPr>
          <p:spPr>
            <a:xfrm>
              <a:off x="1017345" y="1747915"/>
              <a:ext cx="47418" cy="37064"/>
            </a:xfrm>
            <a:custGeom>
              <a:rect b="b" l="l" r="r" t="t"/>
              <a:pathLst>
                <a:path extrusionOk="0" h="1414" w="1809">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22" y="1196"/>
                    <a:pt x="1524" y="1196"/>
                  </a:cubicBezTo>
                  <a:cubicBezTo>
                    <a:pt x="922" y="1196"/>
                    <a:pt x="437" y="612"/>
                    <a:pt x="437" y="201"/>
                  </a:cubicBezTo>
                  <a:cubicBezTo>
                    <a:pt x="437" y="130"/>
                    <a:pt x="451" y="64"/>
                    <a:pt x="4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3" name="Google Shape;20653;p90"/>
            <p:cNvSpPr/>
            <p:nvPr/>
          </p:nvSpPr>
          <p:spPr>
            <a:xfrm>
              <a:off x="908878" y="1647993"/>
              <a:ext cx="115518" cy="110092"/>
            </a:xfrm>
            <a:custGeom>
              <a:rect b="b" l="l" r="r" t="t"/>
              <a:pathLst>
                <a:path extrusionOk="0" h="4200" w="4407">
                  <a:moveTo>
                    <a:pt x="2476" y="0"/>
                  </a:moveTo>
                  <a:cubicBezTo>
                    <a:pt x="1767" y="0"/>
                    <a:pt x="1031" y="431"/>
                    <a:pt x="601" y="1175"/>
                  </a:cubicBezTo>
                  <a:cubicBezTo>
                    <a:pt x="0" y="2216"/>
                    <a:pt x="229" y="3475"/>
                    <a:pt x="1115" y="3985"/>
                  </a:cubicBezTo>
                  <a:cubicBezTo>
                    <a:pt x="1367" y="4130"/>
                    <a:pt x="1646" y="4199"/>
                    <a:pt x="1929" y="4199"/>
                  </a:cubicBezTo>
                  <a:cubicBezTo>
                    <a:pt x="2637" y="4199"/>
                    <a:pt x="3375" y="3768"/>
                    <a:pt x="3805" y="3025"/>
                  </a:cubicBezTo>
                  <a:cubicBezTo>
                    <a:pt x="4406" y="1984"/>
                    <a:pt x="4174" y="725"/>
                    <a:pt x="3291" y="215"/>
                  </a:cubicBezTo>
                  <a:cubicBezTo>
                    <a:pt x="3038" y="69"/>
                    <a:pt x="2759" y="0"/>
                    <a:pt x="2476"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4" name="Google Shape;20654;p90"/>
            <p:cNvSpPr/>
            <p:nvPr/>
          </p:nvSpPr>
          <p:spPr>
            <a:xfrm>
              <a:off x="960202" y="1676382"/>
              <a:ext cx="34417" cy="40131"/>
            </a:xfrm>
            <a:custGeom>
              <a:rect b="b" l="l" r="r" t="t"/>
              <a:pathLst>
                <a:path extrusionOk="0" h="1531" w="1313">
                  <a:moveTo>
                    <a:pt x="658" y="0"/>
                  </a:moveTo>
                  <a:cubicBezTo>
                    <a:pt x="296" y="0"/>
                    <a:pt x="4" y="292"/>
                    <a:pt x="4" y="655"/>
                  </a:cubicBezTo>
                  <a:lnTo>
                    <a:pt x="4" y="876"/>
                  </a:lnTo>
                  <a:cubicBezTo>
                    <a:pt x="1" y="1235"/>
                    <a:pt x="296" y="1530"/>
                    <a:pt x="658" y="1530"/>
                  </a:cubicBezTo>
                  <a:cubicBezTo>
                    <a:pt x="1017" y="1530"/>
                    <a:pt x="1312" y="1235"/>
                    <a:pt x="1309" y="876"/>
                  </a:cubicBezTo>
                  <a:lnTo>
                    <a:pt x="1309" y="655"/>
                  </a:lnTo>
                  <a:cubicBezTo>
                    <a:pt x="1309" y="292"/>
                    <a:pt x="1017" y="0"/>
                    <a:pt x="658"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5" name="Google Shape;20655;p90"/>
            <p:cNvSpPr/>
            <p:nvPr/>
          </p:nvSpPr>
          <p:spPr>
            <a:xfrm>
              <a:off x="977449" y="1676460"/>
              <a:ext cx="17064" cy="28624"/>
            </a:xfrm>
            <a:custGeom>
              <a:rect b="b" l="l" r="r" t="t"/>
              <a:pathLst>
                <a:path extrusionOk="0" h="1092" w="651">
                  <a:moveTo>
                    <a:pt x="0" y="1"/>
                  </a:moveTo>
                  <a:lnTo>
                    <a:pt x="0" y="764"/>
                  </a:lnTo>
                  <a:cubicBezTo>
                    <a:pt x="0" y="943"/>
                    <a:pt x="144" y="1091"/>
                    <a:pt x="324" y="1091"/>
                  </a:cubicBezTo>
                  <a:cubicBezTo>
                    <a:pt x="507" y="1091"/>
                    <a:pt x="651" y="943"/>
                    <a:pt x="651" y="764"/>
                  </a:cubicBezTo>
                  <a:lnTo>
                    <a:pt x="651" y="655"/>
                  </a:lnTo>
                  <a:cubicBezTo>
                    <a:pt x="651" y="296"/>
                    <a:pt x="359" y="1"/>
                    <a:pt x="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6" name="Google Shape;20656;p90"/>
            <p:cNvSpPr/>
            <p:nvPr/>
          </p:nvSpPr>
          <p:spPr>
            <a:xfrm>
              <a:off x="971735" y="1682201"/>
              <a:ext cx="11455" cy="11455"/>
            </a:xfrm>
            <a:custGeom>
              <a:rect b="b" l="l" r="r" t="t"/>
              <a:pathLst>
                <a:path extrusionOk="0" h="437" w="437">
                  <a:moveTo>
                    <a:pt x="218" y="0"/>
                  </a:moveTo>
                  <a:cubicBezTo>
                    <a:pt x="95" y="0"/>
                    <a:pt x="0" y="98"/>
                    <a:pt x="0" y="218"/>
                  </a:cubicBezTo>
                  <a:cubicBezTo>
                    <a:pt x="0" y="338"/>
                    <a:pt x="95" y="436"/>
                    <a:pt x="218" y="436"/>
                  </a:cubicBezTo>
                  <a:cubicBezTo>
                    <a:pt x="338" y="436"/>
                    <a:pt x="436" y="338"/>
                    <a:pt x="436" y="218"/>
                  </a:cubicBezTo>
                  <a:cubicBezTo>
                    <a:pt x="436" y="98"/>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7" name="Google Shape;20657;p90"/>
            <p:cNvSpPr/>
            <p:nvPr/>
          </p:nvSpPr>
          <p:spPr>
            <a:xfrm>
              <a:off x="853281" y="1499867"/>
              <a:ext cx="374917" cy="364668"/>
            </a:xfrm>
            <a:custGeom>
              <a:rect b="b" l="l" r="r" t="t"/>
              <a:pathLst>
                <a:path extrusionOk="0" h="13912" w="14303">
                  <a:moveTo>
                    <a:pt x="2995" y="1288"/>
                  </a:moveTo>
                  <a:cubicBezTo>
                    <a:pt x="3498" y="1288"/>
                    <a:pt x="3989" y="1575"/>
                    <a:pt x="4210" y="2086"/>
                  </a:cubicBezTo>
                  <a:cubicBezTo>
                    <a:pt x="3454" y="2487"/>
                    <a:pt x="2789" y="3032"/>
                    <a:pt x="2244" y="3689"/>
                  </a:cubicBezTo>
                  <a:cubicBezTo>
                    <a:pt x="1527" y="3190"/>
                    <a:pt x="1485" y="2142"/>
                    <a:pt x="2163" y="1586"/>
                  </a:cubicBezTo>
                  <a:cubicBezTo>
                    <a:pt x="2411" y="1383"/>
                    <a:pt x="2705" y="1288"/>
                    <a:pt x="2995" y="1288"/>
                  </a:cubicBezTo>
                  <a:close/>
                  <a:moveTo>
                    <a:pt x="2993" y="412"/>
                  </a:moveTo>
                  <a:cubicBezTo>
                    <a:pt x="3850" y="412"/>
                    <a:pt x="4647" y="917"/>
                    <a:pt x="5001" y="1727"/>
                  </a:cubicBezTo>
                  <a:cubicBezTo>
                    <a:pt x="4857" y="1783"/>
                    <a:pt x="4713" y="1840"/>
                    <a:pt x="4572" y="1903"/>
                  </a:cubicBezTo>
                  <a:cubicBezTo>
                    <a:pt x="4281" y="1242"/>
                    <a:pt x="3642" y="873"/>
                    <a:pt x="2989" y="873"/>
                  </a:cubicBezTo>
                  <a:cubicBezTo>
                    <a:pt x="2609" y="873"/>
                    <a:pt x="2224" y="998"/>
                    <a:pt x="1900" y="1263"/>
                  </a:cubicBezTo>
                  <a:cubicBezTo>
                    <a:pt x="1013" y="1987"/>
                    <a:pt x="1063" y="3355"/>
                    <a:pt x="1994" y="4013"/>
                  </a:cubicBezTo>
                  <a:cubicBezTo>
                    <a:pt x="1907" y="4139"/>
                    <a:pt x="1819" y="4266"/>
                    <a:pt x="1738" y="4400"/>
                  </a:cubicBezTo>
                  <a:cubicBezTo>
                    <a:pt x="1154" y="3988"/>
                    <a:pt x="802" y="3316"/>
                    <a:pt x="802" y="2603"/>
                  </a:cubicBezTo>
                  <a:cubicBezTo>
                    <a:pt x="802" y="1565"/>
                    <a:pt x="1530" y="669"/>
                    <a:pt x="2547" y="458"/>
                  </a:cubicBezTo>
                  <a:cubicBezTo>
                    <a:pt x="2696" y="427"/>
                    <a:pt x="2845" y="412"/>
                    <a:pt x="2993" y="412"/>
                  </a:cubicBezTo>
                  <a:close/>
                  <a:moveTo>
                    <a:pt x="11703" y="412"/>
                  </a:moveTo>
                  <a:cubicBezTo>
                    <a:pt x="12660" y="412"/>
                    <a:pt x="13507" y="1031"/>
                    <a:pt x="13796" y="1945"/>
                  </a:cubicBezTo>
                  <a:cubicBezTo>
                    <a:pt x="14080" y="2859"/>
                    <a:pt x="13743" y="3851"/>
                    <a:pt x="12959" y="4400"/>
                  </a:cubicBezTo>
                  <a:cubicBezTo>
                    <a:pt x="12878" y="4269"/>
                    <a:pt x="12793" y="4139"/>
                    <a:pt x="12702" y="4013"/>
                  </a:cubicBezTo>
                  <a:cubicBezTo>
                    <a:pt x="13363" y="3545"/>
                    <a:pt x="13613" y="2676"/>
                    <a:pt x="13296" y="1931"/>
                  </a:cubicBezTo>
                  <a:cubicBezTo>
                    <a:pt x="13259" y="1841"/>
                    <a:pt x="13187" y="1804"/>
                    <a:pt x="13115" y="1804"/>
                  </a:cubicBezTo>
                  <a:cubicBezTo>
                    <a:pt x="12985" y="1804"/>
                    <a:pt x="12852" y="1928"/>
                    <a:pt x="12920" y="2089"/>
                  </a:cubicBezTo>
                  <a:cubicBezTo>
                    <a:pt x="13163" y="2666"/>
                    <a:pt x="12969" y="3334"/>
                    <a:pt x="12452" y="3689"/>
                  </a:cubicBezTo>
                  <a:cubicBezTo>
                    <a:pt x="11911" y="3032"/>
                    <a:pt x="11243" y="2487"/>
                    <a:pt x="10490" y="2086"/>
                  </a:cubicBezTo>
                  <a:cubicBezTo>
                    <a:pt x="10704" y="1578"/>
                    <a:pt x="11195" y="1282"/>
                    <a:pt x="11705" y="1282"/>
                  </a:cubicBezTo>
                  <a:cubicBezTo>
                    <a:pt x="11933" y="1282"/>
                    <a:pt x="12166" y="1341"/>
                    <a:pt x="12379" y="1467"/>
                  </a:cubicBezTo>
                  <a:cubicBezTo>
                    <a:pt x="12416" y="1489"/>
                    <a:pt x="12452" y="1498"/>
                    <a:pt x="12487" y="1498"/>
                  </a:cubicBezTo>
                  <a:cubicBezTo>
                    <a:pt x="12669" y="1498"/>
                    <a:pt x="12784" y="1231"/>
                    <a:pt x="12586" y="1115"/>
                  </a:cubicBezTo>
                  <a:cubicBezTo>
                    <a:pt x="12309" y="951"/>
                    <a:pt x="12007" y="874"/>
                    <a:pt x="11709" y="874"/>
                  </a:cubicBezTo>
                  <a:cubicBezTo>
                    <a:pt x="11050" y="874"/>
                    <a:pt x="10413" y="1252"/>
                    <a:pt x="10124" y="1906"/>
                  </a:cubicBezTo>
                  <a:cubicBezTo>
                    <a:pt x="9984" y="1840"/>
                    <a:pt x="9843" y="1783"/>
                    <a:pt x="9695" y="1731"/>
                  </a:cubicBezTo>
                  <a:cubicBezTo>
                    <a:pt x="10044" y="932"/>
                    <a:pt x="10831" y="415"/>
                    <a:pt x="11703" y="412"/>
                  </a:cubicBezTo>
                  <a:close/>
                  <a:moveTo>
                    <a:pt x="7346" y="1720"/>
                  </a:moveTo>
                  <a:cubicBezTo>
                    <a:pt x="8982" y="1720"/>
                    <a:pt x="10518" y="2335"/>
                    <a:pt x="11672" y="3447"/>
                  </a:cubicBezTo>
                  <a:cubicBezTo>
                    <a:pt x="12825" y="4558"/>
                    <a:pt x="13458" y="6042"/>
                    <a:pt x="13458" y="7610"/>
                  </a:cubicBezTo>
                  <a:cubicBezTo>
                    <a:pt x="13458" y="9182"/>
                    <a:pt x="12825" y="10662"/>
                    <a:pt x="11672" y="11774"/>
                  </a:cubicBezTo>
                  <a:cubicBezTo>
                    <a:pt x="10518" y="12888"/>
                    <a:pt x="8982" y="13504"/>
                    <a:pt x="7350" y="13504"/>
                  </a:cubicBezTo>
                  <a:cubicBezTo>
                    <a:pt x="5715" y="13504"/>
                    <a:pt x="4178" y="12888"/>
                    <a:pt x="3025" y="11774"/>
                  </a:cubicBezTo>
                  <a:cubicBezTo>
                    <a:pt x="1871" y="10662"/>
                    <a:pt x="1238" y="9182"/>
                    <a:pt x="1238" y="7610"/>
                  </a:cubicBezTo>
                  <a:cubicBezTo>
                    <a:pt x="1238" y="6038"/>
                    <a:pt x="1871" y="4558"/>
                    <a:pt x="3025" y="3447"/>
                  </a:cubicBezTo>
                  <a:cubicBezTo>
                    <a:pt x="4178" y="2335"/>
                    <a:pt x="5715" y="1720"/>
                    <a:pt x="7346" y="1720"/>
                  </a:cubicBezTo>
                  <a:close/>
                  <a:moveTo>
                    <a:pt x="2988" y="1"/>
                  </a:moveTo>
                  <a:cubicBezTo>
                    <a:pt x="2416" y="1"/>
                    <a:pt x="1836" y="189"/>
                    <a:pt x="1347" y="591"/>
                  </a:cubicBezTo>
                  <a:cubicBezTo>
                    <a:pt x="1" y="1692"/>
                    <a:pt x="96" y="3781"/>
                    <a:pt x="1537" y="4755"/>
                  </a:cubicBezTo>
                  <a:cubicBezTo>
                    <a:pt x="1073" y="5634"/>
                    <a:pt x="831" y="6615"/>
                    <a:pt x="834" y="7610"/>
                  </a:cubicBezTo>
                  <a:cubicBezTo>
                    <a:pt x="834" y="9294"/>
                    <a:pt x="1513" y="10877"/>
                    <a:pt x="2747" y="12069"/>
                  </a:cubicBezTo>
                  <a:cubicBezTo>
                    <a:pt x="3978" y="13257"/>
                    <a:pt x="5613" y="13912"/>
                    <a:pt x="7354" y="13912"/>
                  </a:cubicBezTo>
                  <a:cubicBezTo>
                    <a:pt x="9091" y="13912"/>
                    <a:pt x="10726" y="13257"/>
                    <a:pt x="11957" y="12069"/>
                  </a:cubicBezTo>
                  <a:cubicBezTo>
                    <a:pt x="13187" y="10877"/>
                    <a:pt x="13866" y="9294"/>
                    <a:pt x="13866" y="7610"/>
                  </a:cubicBezTo>
                  <a:cubicBezTo>
                    <a:pt x="13869" y="6615"/>
                    <a:pt x="13627" y="5634"/>
                    <a:pt x="13163" y="4755"/>
                  </a:cubicBezTo>
                  <a:cubicBezTo>
                    <a:pt x="13873" y="4269"/>
                    <a:pt x="14298" y="3464"/>
                    <a:pt x="14302" y="2603"/>
                  </a:cubicBezTo>
                  <a:cubicBezTo>
                    <a:pt x="14302" y="1365"/>
                    <a:pt x="13430" y="299"/>
                    <a:pt x="12213" y="53"/>
                  </a:cubicBezTo>
                  <a:cubicBezTo>
                    <a:pt x="12042" y="19"/>
                    <a:pt x="11872" y="3"/>
                    <a:pt x="11703" y="3"/>
                  </a:cubicBezTo>
                  <a:cubicBezTo>
                    <a:pt x="10672" y="3"/>
                    <a:pt x="9716" y="618"/>
                    <a:pt x="9305" y="1597"/>
                  </a:cubicBezTo>
                  <a:cubicBezTo>
                    <a:pt x="8667" y="1405"/>
                    <a:pt x="8008" y="1309"/>
                    <a:pt x="7348" y="1309"/>
                  </a:cubicBezTo>
                  <a:cubicBezTo>
                    <a:pt x="6689" y="1309"/>
                    <a:pt x="6030" y="1405"/>
                    <a:pt x="5391" y="1597"/>
                  </a:cubicBezTo>
                  <a:cubicBezTo>
                    <a:pt x="4964" y="577"/>
                    <a:pt x="3988" y="1"/>
                    <a:pt x="2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8" name="Google Shape;20658;p90"/>
            <p:cNvSpPr/>
            <p:nvPr/>
          </p:nvSpPr>
          <p:spPr>
            <a:xfrm>
              <a:off x="954959" y="1671139"/>
              <a:ext cx="44902" cy="50721"/>
            </a:xfrm>
            <a:custGeom>
              <a:rect b="b" l="l" r="r" t="t"/>
              <a:pathLst>
                <a:path extrusionOk="0" h="1935" w="1713">
                  <a:moveTo>
                    <a:pt x="858" y="0"/>
                  </a:moveTo>
                  <a:cubicBezTo>
                    <a:pt x="384" y="4"/>
                    <a:pt x="0" y="387"/>
                    <a:pt x="0" y="858"/>
                  </a:cubicBezTo>
                  <a:lnTo>
                    <a:pt x="0" y="1080"/>
                  </a:lnTo>
                  <a:cubicBezTo>
                    <a:pt x="0" y="1551"/>
                    <a:pt x="384" y="1934"/>
                    <a:pt x="858" y="1934"/>
                  </a:cubicBezTo>
                  <a:cubicBezTo>
                    <a:pt x="1329" y="1934"/>
                    <a:pt x="1713" y="1551"/>
                    <a:pt x="1713" y="1080"/>
                  </a:cubicBezTo>
                  <a:lnTo>
                    <a:pt x="1713" y="858"/>
                  </a:lnTo>
                  <a:cubicBezTo>
                    <a:pt x="1713" y="723"/>
                    <a:pt x="1612" y="655"/>
                    <a:pt x="1511" y="655"/>
                  </a:cubicBezTo>
                  <a:cubicBezTo>
                    <a:pt x="1409" y="655"/>
                    <a:pt x="1308" y="723"/>
                    <a:pt x="1308" y="858"/>
                  </a:cubicBezTo>
                  <a:lnTo>
                    <a:pt x="1308" y="1080"/>
                  </a:lnTo>
                  <a:cubicBezTo>
                    <a:pt x="1315" y="1333"/>
                    <a:pt x="1111" y="1540"/>
                    <a:pt x="858" y="1540"/>
                  </a:cubicBezTo>
                  <a:cubicBezTo>
                    <a:pt x="602" y="1540"/>
                    <a:pt x="401" y="1333"/>
                    <a:pt x="408" y="1080"/>
                  </a:cubicBezTo>
                  <a:lnTo>
                    <a:pt x="408" y="858"/>
                  </a:lnTo>
                  <a:cubicBezTo>
                    <a:pt x="408" y="612"/>
                    <a:pt x="609" y="408"/>
                    <a:pt x="858" y="408"/>
                  </a:cubicBezTo>
                  <a:cubicBezTo>
                    <a:pt x="967" y="408"/>
                    <a:pt x="1059" y="317"/>
                    <a:pt x="1059" y="204"/>
                  </a:cubicBezTo>
                  <a:cubicBezTo>
                    <a:pt x="1059" y="91"/>
                    <a:pt x="967"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9" name="Google Shape;20659;p90"/>
            <p:cNvSpPr/>
            <p:nvPr/>
          </p:nvSpPr>
          <p:spPr>
            <a:xfrm>
              <a:off x="1091919" y="1671139"/>
              <a:ext cx="44928" cy="50721"/>
            </a:xfrm>
            <a:custGeom>
              <a:rect b="b" l="l" r="r" t="t"/>
              <a:pathLst>
                <a:path extrusionOk="0" h="1935" w="1714">
                  <a:moveTo>
                    <a:pt x="859" y="0"/>
                  </a:moveTo>
                  <a:cubicBezTo>
                    <a:pt x="384" y="0"/>
                    <a:pt x="1" y="383"/>
                    <a:pt x="1" y="858"/>
                  </a:cubicBezTo>
                  <a:lnTo>
                    <a:pt x="1" y="1076"/>
                  </a:lnTo>
                  <a:cubicBezTo>
                    <a:pt x="1" y="1551"/>
                    <a:pt x="384" y="1934"/>
                    <a:pt x="859" y="1934"/>
                  </a:cubicBezTo>
                  <a:cubicBezTo>
                    <a:pt x="1330" y="1934"/>
                    <a:pt x="1713" y="1551"/>
                    <a:pt x="1713" y="1076"/>
                  </a:cubicBezTo>
                  <a:lnTo>
                    <a:pt x="1713" y="858"/>
                  </a:lnTo>
                  <a:cubicBezTo>
                    <a:pt x="1713" y="746"/>
                    <a:pt x="1622" y="654"/>
                    <a:pt x="1509" y="654"/>
                  </a:cubicBezTo>
                  <a:cubicBezTo>
                    <a:pt x="1397" y="654"/>
                    <a:pt x="1305" y="746"/>
                    <a:pt x="1305" y="858"/>
                  </a:cubicBezTo>
                  <a:lnTo>
                    <a:pt x="1305" y="1080"/>
                  </a:lnTo>
                  <a:cubicBezTo>
                    <a:pt x="1298" y="1322"/>
                    <a:pt x="1101" y="1512"/>
                    <a:pt x="855" y="1512"/>
                  </a:cubicBezTo>
                  <a:cubicBezTo>
                    <a:pt x="613" y="1512"/>
                    <a:pt x="416" y="1322"/>
                    <a:pt x="409" y="1080"/>
                  </a:cubicBezTo>
                  <a:lnTo>
                    <a:pt x="409" y="858"/>
                  </a:lnTo>
                  <a:cubicBezTo>
                    <a:pt x="409" y="608"/>
                    <a:pt x="609" y="408"/>
                    <a:pt x="859" y="408"/>
                  </a:cubicBezTo>
                  <a:cubicBezTo>
                    <a:pt x="968" y="408"/>
                    <a:pt x="1059" y="317"/>
                    <a:pt x="1059" y="204"/>
                  </a:cubicBezTo>
                  <a:cubicBezTo>
                    <a:pt x="1059" y="91"/>
                    <a:pt x="968"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0" name="Google Shape;20660;p90"/>
            <p:cNvSpPr/>
            <p:nvPr/>
          </p:nvSpPr>
          <p:spPr>
            <a:xfrm>
              <a:off x="909507" y="1642620"/>
              <a:ext cx="114968" cy="120813"/>
            </a:xfrm>
            <a:custGeom>
              <a:rect b="b" l="l" r="r" t="t"/>
              <a:pathLst>
                <a:path extrusionOk="0" h="4609" w="4386">
                  <a:moveTo>
                    <a:pt x="2454" y="1"/>
                  </a:moveTo>
                  <a:cubicBezTo>
                    <a:pt x="2222" y="1"/>
                    <a:pt x="1983" y="43"/>
                    <a:pt x="1745" y="128"/>
                  </a:cubicBezTo>
                  <a:cubicBezTo>
                    <a:pt x="1196" y="325"/>
                    <a:pt x="714" y="733"/>
                    <a:pt x="398" y="1278"/>
                  </a:cubicBezTo>
                  <a:cubicBezTo>
                    <a:pt x="124" y="1749"/>
                    <a:pt x="1" y="2294"/>
                    <a:pt x="46" y="2839"/>
                  </a:cubicBezTo>
                  <a:cubicBezTo>
                    <a:pt x="59" y="2940"/>
                    <a:pt x="145" y="3020"/>
                    <a:pt x="247" y="3020"/>
                  </a:cubicBezTo>
                  <a:cubicBezTo>
                    <a:pt x="255" y="3020"/>
                    <a:pt x="263" y="3020"/>
                    <a:pt x="271" y="3019"/>
                  </a:cubicBezTo>
                  <a:cubicBezTo>
                    <a:pt x="384" y="3008"/>
                    <a:pt x="465" y="2910"/>
                    <a:pt x="454" y="2797"/>
                  </a:cubicBezTo>
                  <a:cubicBezTo>
                    <a:pt x="412" y="2340"/>
                    <a:pt x="518" y="1879"/>
                    <a:pt x="750" y="1482"/>
                  </a:cubicBezTo>
                  <a:cubicBezTo>
                    <a:pt x="1020" y="1021"/>
                    <a:pt x="1421" y="677"/>
                    <a:pt x="1882" y="511"/>
                  </a:cubicBezTo>
                  <a:cubicBezTo>
                    <a:pt x="2074" y="443"/>
                    <a:pt x="2267" y="408"/>
                    <a:pt x="2453" y="408"/>
                  </a:cubicBezTo>
                  <a:cubicBezTo>
                    <a:pt x="2707" y="408"/>
                    <a:pt x="2949" y="472"/>
                    <a:pt x="3165" y="599"/>
                  </a:cubicBezTo>
                  <a:cubicBezTo>
                    <a:pt x="3538" y="817"/>
                    <a:pt x="3795" y="1194"/>
                    <a:pt x="3879" y="1665"/>
                  </a:cubicBezTo>
                  <a:cubicBezTo>
                    <a:pt x="3967" y="2146"/>
                    <a:pt x="3869" y="2667"/>
                    <a:pt x="3605" y="3131"/>
                  </a:cubicBezTo>
                  <a:cubicBezTo>
                    <a:pt x="3213" y="3809"/>
                    <a:pt x="2543" y="4205"/>
                    <a:pt x="1905" y="4205"/>
                  </a:cubicBezTo>
                  <a:cubicBezTo>
                    <a:pt x="1657" y="4205"/>
                    <a:pt x="1413" y="4145"/>
                    <a:pt x="1193" y="4017"/>
                  </a:cubicBezTo>
                  <a:cubicBezTo>
                    <a:pt x="1003" y="3908"/>
                    <a:pt x="845" y="3757"/>
                    <a:pt x="725" y="3578"/>
                  </a:cubicBezTo>
                  <a:cubicBezTo>
                    <a:pt x="681" y="3511"/>
                    <a:pt x="620" y="3483"/>
                    <a:pt x="561" y="3483"/>
                  </a:cubicBezTo>
                  <a:cubicBezTo>
                    <a:pt x="418" y="3483"/>
                    <a:pt x="281" y="3644"/>
                    <a:pt x="387" y="3803"/>
                  </a:cubicBezTo>
                  <a:cubicBezTo>
                    <a:pt x="718" y="4303"/>
                    <a:pt x="1278" y="4608"/>
                    <a:pt x="1882" y="4608"/>
                  </a:cubicBezTo>
                  <a:cubicBezTo>
                    <a:pt x="1889" y="4608"/>
                    <a:pt x="1896" y="4608"/>
                    <a:pt x="1903" y="4608"/>
                  </a:cubicBezTo>
                  <a:cubicBezTo>
                    <a:pt x="2680" y="4608"/>
                    <a:pt x="3489" y="4140"/>
                    <a:pt x="3957" y="3332"/>
                  </a:cubicBezTo>
                  <a:cubicBezTo>
                    <a:pt x="4270" y="2786"/>
                    <a:pt x="4386" y="2168"/>
                    <a:pt x="4280" y="1591"/>
                  </a:cubicBezTo>
                  <a:cubicBezTo>
                    <a:pt x="4171" y="1000"/>
                    <a:pt x="3848" y="522"/>
                    <a:pt x="3369" y="244"/>
                  </a:cubicBezTo>
                  <a:cubicBezTo>
                    <a:pt x="3089" y="82"/>
                    <a:pt x="2778" y="1"/>
                    <a:pt x="2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1" name="Google Shape;20661;p90"/>
            <p:cNvSpPr/>
            <p:nvPr/>
          </p:nvSpPr>
          <p:spPr>
            <a:xfrm>
              <a:off x="1067306" y="1642620"/>
              <a:ext cx="121705" cy="120787"/>
            </a:xfrm>
            <a:custGeom>
              <a:rect b="b" l="l" r="r" t="t"/>
              <a:pathLst>
                <a:path extrusionOk="0" h="4608" w="4643">
                  <a:moveTo>
                    <a:pt x="1935" y="409"/>
                  </a:moveTo>
                  <a:cubicBezTo>
                    <a:pt x="2128" y="409"/>
                    <a:pt x="2322" y="445"/>
                    <a:pt x="2505" y="511"/>
                  </a:cubicBezTo>
                  <a:cubicBezTo>
                    <a:pt x="2965" y="677"/>
                    <a:pt x="3366" y="1021"/>
                    <a:pt x="3633" y="1485"/>
                  </a:cubicBezTo>
                  <a:cubicBezTo>
                    <a:pt x="4178" y="2428"/>
                    <a:pt x="3981" y="3560"/>
                    <a:pt x="3194" y="4014"/>
                  </a:cubicBezTo>
                  <a:cubicBezTo>
                    <a:pt x="2973" y="4141"/>
                    <a:pt x="2730" y="4201"/>
                    <a:pt x="2481" y="4201"/>
                  </a:cubicBezTo>
                  <a:cubicBezTo>
                    <a:pt x="1845" y="4201"/>
                    <a:pt x="1177" y="3806"/>
                    <a:pt x="785" y="3131"/>
                  </a:cubicBezTo>
                  <a:cubicBezTo>
                    <a:pt x="518" y="2667"/>
                    <a:pt x="419" y="2146"/>
                    <a:pt x="507" y="1665"/>
                  </a:cubicBezTo>
                  <a:cubicBezTo>
                    <a:pt x="595" y="1194"/>
                    <a:pt x="848" y="814"/>
                    <a:pt x="1221" y="599"/>
                  </a:cubicBezTo>
                  <a:cubicBezTo>
                    <a:pt x="1439" y="473"/>
                    <a:pt x="1685" y="409"/>
                    <a:pt x="1935" y="409"/>
                  </a:cubicBezTo>
                  <a:close/>
                  <a:moveTo>
                    <a:pt x="1934" y="1"/>
                  </a:moveTo>
                  <a:cubicBezTo>
                    <a:pt x="1610" y="1"/>
                    <a:pt x="1297" y="82"/>
                    <a:pt x="1017" y="244"/>
                  </a:cubicBezTo>
                  <a:cubicBezTo>
                    <a:pt x="539" y="522"/>
                    <a:pt x="215" y="1000"/>
                    <a:pt x="106" y="1591"/>
                  </a:cubicBezTo>
                  <a:cubicBezTo>
                    <a:pt x="1" y="2168"/>
                    <a:pt x="117" y="2786"/>
                    <a:pt x="430" y="3332"/>
                  </a:cubicBezTo>
                  <a:cubicBezTo>
                    <a:pt x="898" y="4140"/>
                    <a:pt x="1706" y="4608"/>
                    <a:pt x="2483" y="4608"/>
                  </a:cubicBezTo>
                  <a:cubicBezTo>
                    <a:pt x="2803" y="4608"/>
                    <a:pt x="3120" y="4524"/>
                    <a:pt x="3398" y="4365"/>
                  </a:cubicBezTo>
                  <a:cubicBezTo>
                    <a:pt x="4379" y="3799"/>
                    <a:pt x="4643" y="2414"/>
                    <a:pt x="3985" y="1278"/>
                  </a:cubicBezTo>
                  <a:cubicBezTo>
                    <a:pt x="3672" y="733"/>
                    <a:pt x="3194" y="325"/>
                    <a:pt x="2642" y="128"/>
                  </a:cubicBezTo>
                  <a:cubicBezTo>
                    <a:pt x="2405" y="43"/>
                    <a:pt x="2166" y="1"/>
                    <a:pt x="19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2" name="Google Shape;20662;p90"/>
            <p:cNvSpPr/>
            <p:nvPr/>
          </p:nvSpPr>
          <p:spPr>
            <a:xfrm>
              <a:off x="988144" y="1739711"/>
              <a:ext cx="115230" cy="101967"/>
            </a:xfrm>
            <a:custGeom>
              <a:rect b="b" l="l" r="r" t="t"/>
              <a:pathLst>
                <a:path extrusionOk="0" h="3890" w="4396">
                  <a:moveTo>
                    <a:pt x="2201" y="405"/>
                  </a:moveTo>
                  <a:cubicBezTo>
                    <a:pt x="2620" y="405"/>
                    <a:pt x="3088" y="598"/>
                    <a:pt x="3088" y="855"/>
                  </a:cubicBezTo>
                  <a:cubicBezTo>
                    <a:pt x="3088" y="1083"/>
                    <a:pt x="2715" y="1523"/>
                    <a:pt x="2201" y="1523"/>
                  </a:cubicBezTo>
                  <a:cubicBezTo>
                    <a:pt x="1692" y="1523"/>
                    <a:pt x="1319" y="1083"/>
                    <a:pt x="1319" y="855"/>
                  </a:cubicBezTo>
                  <a:cubicBezTo>
                    <a:pt x="1319" y="598"/>
                    <a:pt x="1787" y="405"/>
                    <a:pt x="2201" y="405"/>
                  </a:cubicBezTo>
                  <a:close/>
                  <a:moveTo>
                    <a:pt x="2203" y="2624"/>
                  </a:moveTo>
                  <a:cubicBezTo>
                    <a:pt x="2331" y="2624"/>
                    <a:pt x="2458" y="2632"/>
                    <a:pt x="2585" y="2648"/>
                  </a:cubicBezTo>
                  <a:cubicBezTo>
                    <a:pt x="2771" y="2673"/>
                    <a:pt x="2943" y="2686"/>
                    <a:pt x="3103" y="2686"/>
                  </a:cubicBezTo>
                  <a:cubicBezTo>
                    <a:pt x="3278" y="2686"/>
                    <a:pt x="3436" y="2671"/>
                    <a:pt x="3576" y="2641"/>
                  </a:cubicBezTo>
                  <a:lnTo>
                    <a:pt x="3576" y="2641"/>
                  </a:lnTo>
                  <a:cubicBezTo>
                    <a:pt x="3425" y="3123"/>
                    <a:pt x="2866" y="3482"/>
                    <a:pt x="2201" y="3482"/>
                  </a:cubicBezTo>
                  <a:cubicBezTo>
                    <a:pt x="1540" y="3482"/>
                    <a:pt x="981" y="3123"/>
                    <a:pt x="830" y="2641"/>
                  </a:cubicBezTo>
                  <a:lnTo>
                    <a:pt x="830" y="2641"/>
                  </a:lnTo>
                  <a:cubicBezTo>
                    <a:pt x="970" y="2671"/>
                    <a:pt x="1128" y="2686"/>
                    <a:pt x="1302" y="2686"/>
                  </a:cubicBezTo>
                  <a:cubicBezTo>
                    <a:pt x="1461" y="2686"/>
                    <a:pt x="1634" y="2673"/>
                    <a:pt x="1822" y="2648"/>
                  </a:cubicBezTo>
                  <a:cubicBezTo>
                    <a:pt x="1948" y="2632"/>
                    <a:pt x="2076" y="2624"/>
                    <a:pt x="2203" y="2624"/>
                  </a:cubicBezTo>
                  <a:close/>
                  <a:moveTo>
                    <a:pt x="2201" y="0"/>
                  </a:moveTo>
                  <a:cubicBezTo>
                    <a:pt x="1477" y="0"/>
                    <a:pt x="907" y="377"/>
                    <a:pt x="907" y="855"/>
                  </a:cubicBezTo>
                  <a:cubicBezTo>
                    <a:pt x="907" y="1097"/>
                    <a:pt x="1055" y="1365"/>
                    <a:pt x="1298" y="1579"/>
                  </a:cubicBezTo>
                  <a:cubicBezTo>
                    <a:pt x="1495" y="1755"/>
                    <a:pt x="1737" y="1871"/>
                    <a:pt x="1998" y="1913"/>
                  </a:cubicBezTo>
                  <a:lnTo>
                    <a:pt x="1998" y="2223"/>
                  </a:lnTo>
                  <a:cubicBezTo>
                    <a:pt x="1920" y="2230"/>
                    <a:pt x="1843" y="2237"/>
                    <a:pt x="1769" y="2244"/>
                  </a:cubicBezTo>
                  <a:cubicBezTo>
                    <a:pt x="1600" y="2266"/>
                    <a:pt x="1443" y="2277"/>
                    <a:pt x="1302" y="2277"/>
                  </a:cubicBezTo>
                  <a:cubicBezTo>
                    <a:pt x="936" y="2277"/>
                    <a:pt x="670" y="2203"/>
                    <a:pt x="538" y="2061"/>
                  </a:cubicBezTo>
                  <a:cubicBezTo>
                    <a:pt x="461" y="1984"/>
                    <a:pt x="426" y="1875"/>
                    <a:pt x="440" y="1766"/>
                  </a:cubicBezTo>
                  <a:cubicBezTo>
                    <a:pt x="470" y="1612"/>
                    <a:pt x="351" y="1522"/>
                    <a:pt x="234" y="1522"/>
                  </a:cubicBezTo>
                  <a:cubicBezTo>
                    <a:pt x="147" y="1522"/>
                    <a:pt x="61" y="1572"/>
                    <a:pt x="39" y="1685"/>
                  </a:cubicBezTo>
                  <a:cubicBezTo>
                    <a:pt x="0" y="1924"/>
                    <a:pt x="74" y="2163"/>
                    <a:pt x="239" y="2339"/>
                  </a:cubicBezTo>
                  <a:cubicBezTo>
                    <a:pt x="282" y="2384"/>
                    <a:pt x="327" y="2423"/>
                    <a:pt x="380" y="2458"/>
                  </a:cubicBezTo>
                  <a:cubicBezTo>
                    <a:pt x="433" y="3256"/>
                    <a:pt x="1227" y="3889"/>
                    <a:pt x="2198" y="3889"/>
                  </a:cubicBezTo>
                  <a:cubicBezTo>
                    <a:pt x="3169" y="3889"/>
                    <a:pt x="3963" y="3256"/>
                    <a:pt x="4019" y="2458"/>
                  </a:cubicBezTo>
                  <a:cubicBezTo>
                    <a:pt x="4069" y="2423"/>
                    <a:pt x="4114" y="2384"/>
                    <a:pt x="4157" y="2339"/>
                  </a:cubicBezTo>
                  <a:cubicBezTo>
                    <a:pt x="4322" y="2163"/>
                    <a:pt x="4396" y="1924"/>
                    <a:pt x="4357" y="1685"/>
                  </a:cubicBezTo>
                  <a:cubicBezTo>
                    <a:pt x="4338" y="1590"/>
                    <a:pt x="4251" y="1524"/>
                    <a:pt x="4155" y="1524"/>
                  </a:cubicBezTo>
                  <a:cubicBezTo>
                    <a:pt x="4144" y="1524"/>
                    <a:pt x="4133" y="1525"/>
                    <a:pt x="4121" y="1526"/>
                  </a:cubicBezTo>
                  <a:cubicBezTo>
                    <a:pt x="4012" y="1547"/>
                    <a:pt x="3942" y="1657"/>
                    <a:pt x="3963" y="1766"/>
                  </a:cubicBezTo>
                  <a:cubicBezTo>
                    <a:pt x="3974" y="1875"/>
                    <a:pt x="3939" y="1984"/>
                    <a:pt x="3865" y="2064"/>
                  </a:cubicBezTo>
                  <a:cubicBezTo>
                    <a:pt x="3733" y="2207"/>
                    <a:pt x="3469" y="2281"/>
                    <a:pt x="3103" y="2281"/>
                  </a:cubicBezTo>
                  <a:cubicBezTo>
                    <a:pt x="2961" y="2281"/>
                    <a:pt x="2804" y="2270"/>
                    <a:pt x="2634" y="2247"/>
                  </a:cubicBezTo>
                  <a:cubicBezTo>
                    <a:pt x="2557" y="2237"/>
                    <a:pt x="2483" y="2230"/>
                    <a:pt x="2405" y="2226"/>
                  </a:cubicBezTo>
                  <a:lnTo>
                    <a:pt x="2405" y="1913"/>
                  </a:lnTo>
                  <a:cubicBezTo>
                    <a:pt x="2666" y="1871"/>
                    <a:pt x="2908" y="1755"/>
                    <a:pt x="3105" y="1579"/>
                  </a:cubicBezTo>
                  <a:cubicBezTo>
                    <a:pt x="3348" y="1365"/>
                    <a:pt x="3492" y="1097"/>
                    <a:pt x="3492" y="855"/>
                  </a:cubicBezTo>
                  <a:cubicBezTo>
                    <a:pt x="3492" y="377"/>
                    <a:pt x="2926" y="0"/>
                    <a:pt x="2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63" name="Google Shape;20663;p90"/>
          <p:cNvGrpSpPr/>
          <p:nvPr/>
        </p:nvGrpSpPr>
        <p:grpSpPr>
          <a:xfrm>
            <a:off x="6330671" y="1551243"/>
            <a:ext cx="365245" cy="261968"/>
            <a:chOff x="6330671" y="1551243"/>
            <a:chExt cx="365245" cy="261968"/>
          </a:xfrm>
        </p:grpSpPr>
        <p:sp>
          <p:nvSpPr>
            <p:cNvPr id="20664" name="Google Shape;20664;p90"/>
            <p:cNvSpPr/>
            <p:nvPr/>
          </p:nvSpPr>
          <p:spPr>
            <a:xfrm>
              <a:off x="6537802" y="1762096"/>
              <a:ext cx="51743" cy="45741"/>
            </a:xfrm>
            <a:custGeom>
              <a:rect b="b" l="l" r="r" t="t"/>
              <a:pathLst>
                <a:path extrusionOk="0" h="1745" w="1974">
                  <a:moveTo>
                    <a:pt x="665" y="1"/>
                  </a:moveTo>
                  <a:lnTo>
                    <a:pt x="665" y="1010"/>
                  </a:lnTo>
                  <a:lnTo>
                    <a:pt x="317" y="1052"/>
                  </a:lnTo>
                  <a:cubicBezTo>
                    <a:pt x="134" y="1073"/>
                    <a:pt x="0" y="1235"/>
                    <a:pt x="15" y="1418"/>
                  </a:cubicBezTo>
                  <a:cubicBezTo>
                    <a:pt x="25" y="1601"/>
                    <a:pt x="176" y="1745"/>
                    <a:pt x="359" y="1745"/>
                  </a:cubicBezTo>
                  <a:lnTo>
                    <a:pt x="1537" y="1745"/>
                  </a:lnTo>
                  <a:cubicBezTo>
                    <a:pt x="1780" y="1745"/>
                    <a:pt x="1973" y="1548"/>
                    <a:pt x="1973" y="1309"/>
                  </a:cubicBezTo>
                  <a:lnTo>
                    <a:pt x="1973" y="1"/>
                  </a:ln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5" name="Google Shape;20665;p90"/>
            <p:cNvSpPr/>
            <p:nvPr/>
          </p:nvSpPr>
          <p:spPr>
            <a:xfrm>
              <a:off x="6412271" y="1768912"/>
              <a:ext cx="46003" cy="38847"/>
            </a:xfrm>
            <a:custGeom>
              <a:rect b="b" l="l" r="r" t="t"/>
              <a:pathLst>
                <a:path extrusionOk="0" h="1482" w="1755">
                  <a:moveTo>
                    <a:pt x="665" y="1"/>
                  </a:moveTo>
                  <a:lnTo>
                    <a:pt x="665" y="746"/>
                  </a:lnTo>
                  <a:lnTo>
                    <a:pt x="317" y="792"/>
                  </a:lnTo>
                  <a:cubicBezTo>
                    <a:pt x="134" y="813"/>
                    <a:pt x="0" y="975"/>
                    <a:pt x="11" y="1158"/>
                  </a:cubicBezTo>
                  <a:cubicBezTo>
                    <a:pt x="25" y="1341"/>
                    <a:pt x="176" y="1481"/>
                    <a:pt x="359" y="1481"/>
                  </a:cubicBezTo>
                  <a:lnTo>
                    <a:pt x="1319" y="1481"/>
                  </a:lnTo>
                  <a:cubicBezTo>
                    <a:pt x="1561" y="1481"/>
                    <a:pt x="1755" y="1288"/>
                    <a:pt x="1755" y="1045"/>
                  </a:cubicBezTo>
                  <a:lnTo>
                    <a:pt x="1755" y="1"/>
                  </a:ln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6" name="Google Shape;20666;p90"/>
            <p:cNvSpPr/>
            <p:nvPr/>
          </p:nvSpPr>
          <p:spPr>
            <a:xfrm>
              <a:off x="6569703" y="1762096"/>
              <a:ext cx="51717" cy="45741"/>
            </a:xfrm>
            <a:custGeom>
              <a:rect b="b" l="l" r="r" t="t"/>
              <a:pathLst>
                <a:path extrusionOk="0" h="1745" w="1973">
                  <a:moveTo>
                    <a:pt x="665" y="1"/>
                  </a:moveTo>
                  <a:lnTo>
                    <a:pt x="665" y="1010"/>
                  </a:lnTo>
                  <a:lnTo>
                    <a:pt x="317" y="1052"/>
                  </a:lnTo>
                  <a:cubicBezTo>
                    <a:pt x="134" y="1073"/>
                    <a:pt x="0" y="1235"/>
                    <a:pt x="11" y="1418"/>
                  </a:cubicBezTo>
                  <a:cubicBezTo>
                    <a:pt x="25" y="1601"/>
                    <a:pt x="176" y="1745"/>
                    <a:pt x="359" y="1745"/>
                  </a:cubicBezTo>
                  <a:lnTo>
                    <a:pt x="1537" y="1745"/>
                  </a:lnTo>
                  <a:cubicBezTo>
                    <a:pt x="1776" y="1745"/>
                    <a:pt x="1973" y="1548"/>
                    <a:pt x="1973" y="1309"/>
                  </a:cubicBezTo>
                  <a:lnTo>
                    <a:pt x="1973" y="1"/>
                  </a:ln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7" name="Google Shape;20667;p90"/>
            <p:cNvSpPr/>
            <p:nvPr/>
          </p:nvSpPr>
          <p:spPr>
            <a:xfrm>
              <a:off x="6444145" y="1768912"/>
              <a:ext cx="46029" cy="38847"/>
            </a:xfrm>
            <a:custGeom>
              <a:rect b="b" l="l" r="r" t="t"/>
              <a:pathLst>
                <a:path extrusionOk="0" h="1482" w="1756">
                  <a:moveTo>
                    <a:pt x="665" y="1"/>
                  </a:moveTo>
                  <a:lnTo>
                    <a:pt x="665" y="746"/>
                  </a:lnTo>
                  <a:lnTo>
                    <a:pt x="314" y="792"/>
                  </a:lnTo>
                  <a:cubicBezTo>
                    <a:pt x="134" y="813"/>
                    <a:pt x="1" y="975"/>
                    <a:pt x="11" y="1158"/>
                  </a:cubicBezTo>
                  <a:cubicBezTo>
                    <a:pt x="22" y="1341"/>
                    <a:pt x="177" y="1481"/>
                    <a:pt x="359" y="1481"/>
                  </a:cubicBezTo>
                  <a:lnTo>
                    <a:pt x="1319" y="1481"/>
                  </a:lnTo>
                  <a:cubicBezTo>
                    <a:pt x="1559" y="1481"/>
                    <a:pt x="1755" y="1288"/>
                    <a:pt x="1755" y="1045"/>
                  </a:cubicBezTo>
                  <a:lnTo>
                    <a:pt x="1755" y="1"/>
                  </a:ln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8" name="Google Shape;20668;p90"/>
            <p:cNvSpPr/>
            <p:nvPr/>
          </p:nvSpPr>
          <p:spPr>
            <a:xfrm>
              <a:off x="6336018" y="1670956"/>
              <a:ext cx="345690" cy="107209"/>
            </a:xfrm>
            <a:custGeom>
              <a:rect b="b" l="l" r="r" t="t"/>
              <a:pathLst>
                <a:path extrusionOk="0" h="4090" w="13188">
                  <a:moveTo>
                    <a:pt x="3557" y="1"/>
                  </a:moveTo>
                  <a:cubicBezTo>
                    <a:pt x="2661" y="1"/>
                    <a:pt x="2064" y="733"/>
                    <a:pt x="651" y="865"/>
                  </a:cubicBezTo>
                  <a:cubicBezTo>
                    <a:pt x="237" y="904"/>
                    <a:pt x="85" y="1160"/>
                    <a:pt x="29" y="1340"/>
                  </a:cubicBezTo>
                  <a:cubicBezTo>
                    <a:pt x="1" y="1438"/>
                    <a:pt x="11" y="1547"/>
                    <a:pt x="64" y="1639"/>
                  </a:cubicBezTo>
                  <a:cubicBezTo>
                    <a:pt x="973" y="3203"/>
                    <a:pt x="4044" y="4090"/>
                    <a:pt x="7032" y="4090"/>
                  </a:cubicBezTo>
                  <a:cubicBezTo>
                    <a:pt x="9653" y="4090"/>
                    <a:pt x="12210" y="3407"/>
                    <a:pt x="13188" y="1902"/>
                  </a:cubicBezTo>
                  <a:lnTo>
                    <a:pt x="11936" y="651"/>
                  </a:lnTo>
                  <a:lnTo>
                    <a:pt x="3816" y="21"/>
                  </a:lnTo>
                  <a:cubicBezTo>
                    <a:pt x="3727" y="7"/>
                    <a:pt x="3641" y="1"/>
                    <a:pt x="355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9" name="Google Shape;20669;p90"/>
            <p:cNvSpPr/>
            <p:nvPr/>
          </p:nvSpPr>
          <p:spPr>
            <a:xfrm>
              <a:off x="6336018" y="1700156"/>
              <a:ext cx="345795" cy="78008"/>
            </a:xfrm>
            <a:custGeom>
              <a:rect b="b" l="l" r="r" t="t"/>
              <a:pathLst>
                <a:path extrusionOk="0" h="2976" w="13192">
                  <a:moveTo>
                    <a:pt x="152" y="1"/>
                  </a:moveTo>
                  <a:cubicBezTo>
                    <a:pt x="96" y="68"/>
                    <a:pt x="57" y="145"/>
                    <a:pt x="33" y="226"/>
                  </a:cubicBezTo>
                  <a:cubicBezTo>
                    <a:pt x="1" y="324"/>
                    <a:pt x="11" y="433"/>
                    <a:pt x="64" y="525"/>
                  </a:cubicBezTo>
                  <a:cubicBezTo>
                    <a:pt x="973" y="2089"/>
                    <a:pt x="4045" y="2976"/>
                    <a:pt x="7034" y="2976"/>
                  </a:cubicBezTo>
                  <a:cubicBezTo>
                    <a:pt x="9656" y="2976"/>
                    <a:pt x="12213" y="2293"/>
                    <a:pt x="13191" y="788"/>
                  </a:cubicBezTo>
                  <a:lnTo>
                    <a:pt x="12991" y="588"/>
                  </a:lnTo>
                  <a:cubicBezTo>
                    <a:pt x="11140" y="1889"/>
                    <a:pt x="9136" y="2353"/>
                    <a:pt x="7268" y="2353"/>
                  </a:cubicBezTo>
                  <a:cubicBezTo>
                    <a:pt x="3867" y="2353"/>
                    <a:pt x="915" y="816"/>
                    <a:pt x="152"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0" name="Google Shape;20670;p90"/>
            <p:cNvSpPr/>
            <p:nvPr/>
          </p:nvSpPr>
          <p:spPr>
            <a:xfrm>
              <a:off x="6336018" y="1671008"/>
              <a:ext cx="111927" cy="93605"/>
            </a:xfrm>
            <a:custGeom>
              <a:rect b="b" l="l" r="r" t="t"/>
              <a:pathLst>
                <a:path extrusionOk="0" h="3571" w="4270">
                  <a:moveTo>
                    <a:pt x="3560" y="0"/>
                  </a:moveTo>
                  <a:cubicBezTo>
                    <a:pt x="3503" y="0"/>
                    <a:pt x="3445" y="3"/>
                    <a:pt x="3387" y="9"/>
                  </a:cubicBezTo>
                  <a:cubicBezTo>
                    <a:pt x="3303" y="23"/>
                    <a:pt x="3215" y="40"/>
                    <a:pt x="3124" y="54"/>
                  </a:cubicBezTo>
                  <a:cubicBezTo>
                    <a:pt x="2438" y="227"/>
                    <a:pt x="1826" y="751"/>
                    <a:pt x="651" y="863"/>
                  </a:cubicBezTo>
                  <a:cubicBezTo>
                    <a:pt x="237" y="902"/>
                    <a:pt x="85" y="1158"/>
                    <a:pt x="33" y="1338"/>
                  </a:cubicBezTo>
                  <a:cubicBezTo>
                    <a:pt x="1" y="1436"/>
                    <a:pt x="11" y="1542"/>
                    <a:pt x="64" y="1633"/>
                  </a:cubicBezTo>
                  <a:cubicBezTo>
                    <a:pt x="567" y="2498"/>
                    <a:pt x="1735" y="3156"/>
                    <a:pt x="3183" y="3571"/>
                  </a:cubicBezTo>
                  <a:cubicBezTo>
                    <a:pt x="3809" y="3121"/>
                    <a:pt x="4182" y="2396"/>
                    <a:pt x="4182" y="1623"/>
                  </a:cubicBezTo>
                  <a:cubicBezTo>
                    <a:pt x="4182" y="1046"/>
                    <a:pt x="3929" y="624"/>
                    <a:pt x="4270" y="54"/>
                  </a:cubicBezTo>
                  <a:lnTo>
                    <a:pt x="3816" y="19"/>
                  </a:lnTo>
                  <a:cubicBezTo>
                    <a:pt x="3732" y="6"/>
                    <a:pt x="3646" y="0"/>
                    <a:pt x="3560"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1" name="Google Shape;20671;p90"/>
            <p:cNvSpPr/>
            <p:nvPr/>
          </p:nvSpPr>
          <p:spPr>
            <a:xfrm>
              <a:off x="6391982" y="1557875"/>
              <a:ext cx="297617" cy="169333"/>
            </a:xfrm>
            <a:custGeom>
              <a:rect b="b" l="l" r="r" t="t"/>
              <a:pathLst>
                <a:path extrusionOk="0" h="6460" w="11354">
                  <a:moveTo>
                    <a:pt x="5116" y="0"/>
                  </a:moveTo>
                  <a:cubicBezTo>
                    <a:pt x="5105" y="0"/>
                    <a:pt x="5093" y="2"/>
                    <a:pt x="5082" y="6"/>
                  </a:cubicBezTo>
                  <a:cubicBezTo>
                    <a:pt x="4610" y="151"/>
                    <a:pt x="3323" y="622"/>
                    <a:pt x="2254" y="1712"/>
                  </a:cubicBezTo>
                  <a:lnTo>
                    <a:pt x="2096" y="1272"/>
                  </a:lnTo>
                  <a:cubicBezTo>
                    <a:pt x="2082" y="1229"/>
                    <a:pt x="2040" y="1203"/>
                    <a:pt x="1998" y="1203"/>
                  </a:cubicBezTo>
                  <a:cubicBezTo>
                    <a:pt x="1979" y="1203"/>
                    <a:pt x="1959" y="1209"/>
                    <a:pt x="1941" y="1220"/>
                  </a:cubicBezTo>
                  <a:cubicBezTo>
                    <a:pt x="1509" y="1511"/>
                    <a:pt x="0" y="2675"/>
                    <a:pt x="422" y="4578"/>
                  </a:cubicBezTo>
                  <a:cubicBezTo>
                    <a:pt x="774" y="4473"/>
                    <a:pt x="1134" y="4428"/>
                    <a:pt x="1496" y="4428"/>
                  </a:cubicBezTo>
                  <a:cubicBezTo>
                    <a:pt x="3441" y="4428"/>
                    <a:pt x="5408" y="5738"/>
                    <a:pt x="5992" y="6153"/>
                  </a:cubicBezTo>
                  <a:cubicBezTo>
                    <a:pt x="6011" y="6165"/>
                    <a:pt x="6031" y="6170"/>
                    <a:pt x="6051" y="6170"/>
                  </a:cubicBezTo>
                  <a:cubicBezTo>
                    <a:pt x="6092" y="6170"/>
                    <a:pt x="6131" y="6147"/>
                    <a:pt x="6147" y="6107"/>
                  </a:cubicBezTo>
                  <a:lnTo>
                    <a:pt x="6573" y="5176"/>
                  </a:lnTo>
                  <a:cubicBezTo>
                    <a:pt x="6573" y="5176"/>
                    <a:pt x="7515" y="5538"/>
                    <a:pt x="8869" y="6357"/>
                  </a:cubicBezTo>
                  <a:cubicBezTo>
                    <a:pt x="8887" y="6368"/>
                    <a:pt x="8906" y="6372"/>
                    <a:pt x="8924" y="6372"/>
                  </a:cubicBezTo>
                  <a:cubicBezTo>
                    <a:pt x="8968" y="6372"/>
                    <a:pt x="9010" y="6345"/>
                    <a:pt x="9027" y="6301"/>
                  </a:cubicBezTo>
                  <a:lnTo>
                    <a:pt x="9256" y="5594"/>
                  </a:lnTo>
                  <a:cubicBezTo>
                    <a:pt x="10233" y="5840"/>
                    <a:pt x="10891" y="6234"/>
                    <a:pt x="11186" y="6441"/>
                  </a:cubicBezTo>
                  <a:cubicBezTo>
                    <a:pt x="11204" y="6454"/>
                    <a:pt x="11224" y="6460"/>
                    <a:pt x="11244" y="6460"/>
                  </a:cubicBezTo>
                  <a:cubicBezTo>
                    <a:pt x="11300" y="6460"/>
                    <a:pt x="11353" y="6412"/>
                    <a:pt x="11348" y="6346"/>
                  </a:cubicBezTo>
                  <a:cubicBezTo>
                    <a:pt x="11313" y="5963"/>
                    <a:pt x="11183" y="5168"/>
                    <a:pt x="10708" y="4521"/>
                  </a:cubicBezTo>
                  <a:lnTo>
                    <a:pt x="11278" y="3952"/>
                  </a:lnTo>
                  <a:cubicBezTo>
                    <a:pt x="11320" y="3910"/>
                    <a:pt x="11316" y="3839"/>
                    <a:pt x="11267" y="3801"/>
                  </a:cubicBezTo>
                  <a:cubicBezTo>
                    <a:pt x="10979" y="3586"/>
                    <a:pt x="10096" y="2960"/>
                    <a:pt x="9323" y="2770"/>
                  </a:cubicBezTo>
                  <a:lnTo>
                    <a:pt x="9952" y="2380"/>
                  </a:lnTo>
                  <a:cubicBezTo>
                    <a:pt x="10026" y="2334"/>
                    <a:pt x="10019" y="2232"/>
                    <a:pt x="9945" y="2197"/>
                  </a:cubicBezTo>
                  <a:cubicBezTo>
                    <a:pt x="9108" y="1807"/>
                    <a:pt x="8204"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2" name="Google Shape;20672;p90"/>
            <p:cNvSpPr/>
            <p:nvPr/>
          </p:nvSpPr>
          <p:spPr>
            <a:xfrm>
              <a:off x="6391982" y="1557875"/>
              <a:ext cx="262728" cy="120001"/>
            </a:xfrm>
            <a:custGeom>
              <a:rect b="b" l="l" r="r" t="t"/>
              <a:pathLst>
                <a:path extrusionOk="0" h="4578" w="10023">
                  <a:moveTo>
                    <a:pt x="5116" y="0"/>
                  </a:moveTo>
                  <a:cubicBezTo>
                    <a:pt x="5105" y="0"/>
                    <a:pt x="5093" y="2"/>
                    <a:pt x="5082" y="6"/>
                  </a:cubicBezTo>
                  <a:cubicBezTo>
                    <a:pt x="4610" y="151"/>
                    <a:pt x="3323" y="622"/>
                    <a:pt x="2254" y="1712"/>
                  </a:cubicBezTo>
                  <a:lnTo>
                    <a:pt x="2096" y="1272"/>
                  </a:lnTo>
                  <a:cubicBezTo>
                    <a:pt x="2082" y="1229"/>
                    <a:pt x="2041" y="1202"/>
                    <a:pt x="1998" y="1202"/>
                  </a:cubicBezTo>
                  <a:cubicBezTo>
                    <a:pt x="1979" y="1202"/>
                    <a:pt x="1959" y="1207"/>
                    <a:pt x="1941" y="1220"/>
                  </a:cubicBezTo>
                  <a:cubicBezTo>
                    <a:pt x="1509" y="1511"/>
                    <a:pt x="0" y="2675"/>
                    <a:pt x="422" y="4578"/>
                  </a:cubicBezTo>
                  <a:cubicBezTo>
                    <a:pt x="774" y="4474"/>
                    <a:pt x="1136" y="4429"/>
                    <a:pt x="1499" y="4429"/>
                  </a:cubicBezTo>
                  <a:cubicBezTo>
                    <a:pt x="1872" y="4429"/>
                    <a:pt x="2246" y="4476"/>
                    <a:pt x="2610" y="4557"/>
                  </a:cubicBezTo>
                  <a:cubicBezTo>
                    <a:pt x="2610" y="4557"/>
                    <a:pt x="3211" y="3189"/>
                    <a:pt x="4600" y="2549"/>
                  </a:cubicBezTo>
                  <a:lnTo>
                    <a:pt x="4871" y="3284"/>
                  </a:lnTo>
                  <a:cubicBezTo>
                    <a:pt x="4871" y="3284"/>
                    <a:pt x="6062" y="2671"/>
                    <a:pt x="7978" y="2671"/>
                  </a:cubicBezTo>
                  <a:cubicBezTo>
                    <a:pt x="8394" y="2671"/>
                    <a:pt x="8843" y="2700"/>
                    <a:pt x="9323" y="2770"/>
                  </a:cubicBezTo>
                  <a:lnTo>
                    <a:pt x="9952" y="2380"/>
                  </a:lnTo>
                  <a:cubicBezTo>
                    <a:pt x="10022" y="2338"/>
                    <a:pt x="10019" y="2232"/>
                    <a:pt x="9945" y="2197"/>
                  </a:cubicBezTo>
                  <a:cubicBezTo>
                    <a:pt x="9108" y="1807"/>
                    <a:pt x="8201"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3" name="Google Shape;20673;p90"/>
            <p:cNvSpPr/>
            <p:nvPr/>
          </p:nvSpPr>
          <p:spPr>
            <a:xfrm>
              <a:off x="6398797" y="1699344"/>
              <a:ext cx="22805" cy="22884"/>
            </a:xfrm>
            <a:custGeom>
              <a:rect b="b" l="l" r="r" t="t"/>
              <a:pathLst>
                <a:path extrusionOk="0" h="873" w="870">
                  <a:moveTo>
                    <a:pt x="433" y="0"/>
                  </a:moveTo>
                  <a:cubicBezTo>
                    <a:pt x="194" y="0"/>
                    <a:pt x="1" y="197"/>
                    <a:pt x="1" y="436"/>
                  </a:cubicBezTo>
                  <a:cubicBezTo>
                    <a:pt x="1" y="675"/>
                    <a:pt x="194" y="872"/>
                    <a:pt x="433" y="872"/>
                  </a:cubicBezTo>
                  <a:cubicBezTo>
                    <a:pt x="676" y="872"/>
                    <a:pt x="869" y="675"/>
                    <a:pt x="869" y="436"/>
                  </a:cubicBezTo>
                  <a:cubicBezTo>
                    <a:pt x="869" y="197"/>
                    <a:pt x="676" y="0"/>
                    <a:pt x="43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4" name="Google Shape;20674;p90"/>
            <p:cNvSpPr/>
            <p:nvPr/>
          </p:nvSpPr>
          <p:spPr>
            <a:xfrm>
              <a:off x="6435495" y="1665031"/>
              <a:ext cx="49830" cy="33945"/>
            </a:xfrm>
            <a:custGeom>
              <a:rect b="b" l="l" r="r" t="t"/>
              <a:pathLst>
                <a:path extrusionOk="0" h="1295" w="1901">
                  <a:moveTo>
                    <a:pt x="897" y="1"/>
                  </a:moveTo>
                  <a:cubicBezTo>
                    <a:pt x="838" y="1"/>
                    <a:pt x="777" y="8"/>
                    <a:pt x="714" y="22"/>
                  </a:cubicBezTo>
                  <a:cubicBezTo>
                    <a:pt x="253" y="128"/>
                    <a:pt x="0" y="620"/>
                    <a:pt x="183" y="1056"/>
                  </a:cubicBezTo>
                  <a:cubicBezTo>
                    <a:pt x="201" y="1096"/>
                    <a:pt x="239" y="1118"/>
                    <a:pt x="278" y="1118"/>
                  </a:cubicBezTo>
                  <a:cubicBezTo>
                    <a:pt x="307" y="1118"/>
                    <a:pt x="336" y="1106"/>
                    <a:pt x="359" y="1080"/>
                  </a:cubicBezTo>
                  <a:cubicBezTo>
                    <a:pt x="469" y="946"/>
                    <a:pt x="623" y="883"/>
                    <a:pt x="776" y="883"/>
                  </a:cubicBezTo>
                  <a:cubicBezTo>
                    <a:pt x="987" y="883"/>
                    <a:pt x="1196" y="1005"/>
                    <a:pt x="1284" y="1232"/>
                  </a:cubicBezTo>
                  <a:cubicBezTo>
                    <a:pt x="1303" y="1273"/>
                    <a:pt x="1344" y="1294"/>
                    <a:pt x="1385" y="1294"/>
                  </a:cubicBezTo>
                  <a:cubicBezTo>
                    <a:pt x="1417" y="1294"/>
                    <a:pt x="1450" y="1281"/>
                    <a:pt x="1474" y="1253"/>
                  </a:cubicBezTo>
                  <a:cubicBezTo>
                    <a:pt x="1900" y="739"/>
                    <a:pt x="1510" y="1"/>
                    <a:pt x="897"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5" name="Google Shape;20675;p90"/>
            <p:cNvSpPr/>
            <p:nvPr/>
          </p:nvSpPr>
          <p:spPr>
            <a:xfrm>
              <a:off x="6336018" y="1700156"/>
              <a:ext cx="99136" cy="64561"/>
            </a:xfrm>
            <a:custGeom>
              <a:rect b="b" l="l" r="r" t="t"/>
              <a:pathLst>
                <a:path extrusionOk="0" h="2463" w="3782">
                  <a:moveTo>
                    <a:pt x="152" y="1"/>
                  </a:moveTo>
                  <a:cubicBezTo>
                    <a:pt x="96" y="68"/>
                    <a:pt x="57" y="145"/>
                    <a:pt x="33" y="226"/>
                  </a:cubicBezTo>
                  <a:cubicBezTo>
                    <a:pt x="1" y="328"/>
                    <a:pt x="11" y="433"/>
                    <a:pt x="64" y="525"/>
                  </a:cubicBezTo>
                  <a:cubicBezTo>
                    <a:pt x="567" y="1390"/>
                    <a:pt x="1735" y="2047"/>
                    <a:pt x="3183" y="2462"/>
                  </a:cubicBezTo>
                  <a:cubicBezTo>
                    <a:pt x="3419" y="2290"/>
                    <a:pt x="3619" y="2079"/>
                    <a:pt x="3781" y="1840"/>
                  </a:cubicBezTo>
                  <a:cubicBezTo>
                    <a:pt x="1988" y="1316"/>
                    <a:pt x="634" y="514"/>
                    <a:pt x="152" y="1"/>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6" name="Google Shape;20676;p90"/>
            <p:cNvSpPr/>
            <p:nvPr/>
          </p:nvSpPr>
          <p:spPr>
            <a:xfrm>
              <a:off x="6336018" y="1693053"/>
              <a:ext cx="22988" cy="28703"/>
            </a:xfrm>
            <a:custGeom>
              <a:rect b="b" l="l" r="r" t="t"/>
              <a:pathLst>
                <a:path extrusionOk="0" h="1095" w="877">
                  <a:moveTo>
                    <a:pt x="834" y="1"/>
                  </a:moveTo>
                  <a:cubicBezTo>
                    <a:pt x="775" y="8"/>
                    <a:pt x="715" y="19"/>
                    <a:pt x="655" y="22"/>
                  </a:cubicBezTo>
                  <a:cubicBezTo>
                    <a:pt x="237" y="61"/>
                    <a:pt x="85" y="317"/>
                    <a:pt x="33" y="497"/>
                  </a:cubicBezTo>
                  <a:cubicBezTo>
                    <a:pt x="1" y="599"/>
                    <a:pt x="11" y="704"/>
                    <a:pt x="64" y="796"/>
                  </a:cubicBezTo>
                  <a:cubicBezTo>
                    <a:pt x="128" y="901"/>
                    <a:pt x="194" y="1000"/>
                    <a:pt x="272" y="1095"/>
                  </a:cubicBezTo>
                  <a:cubicBezTo>
                    <a:pt x="634" y="975"/>
                    <a:pt x="877" y="637"/>
                    <a:pt x="877" y="258"/>
                  </a:cubicBezTo>
                  <a:cubicBezTo>
                    <a:pt x="877" y="170"/>
                    <a:pt x="862" y="82"/>
                    <a:pt x="834"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7" name="Google Shape;20677;p90"/>
            <p:cNvSpPr/>
            <p:nvPr/>
          </p:nvSpPr>
          <p:spPr>
            <a:xfrm>
              <a:off x="6387841" y="1693996"/>
              <a:ext cx="39188" cy="33552"/>
            </a:xfrm>
            <a:custGeom>
              <a:rect b="b" l="l" r="r" t="t"/>
              <a:pathLst>
                <a:path extrusionOk="0" h="1280" w="1495">
                  <a:moveTo>
                    <a:pt x="852" y="407"/>
                  </a:moveTo>
                  <a:cubicBezTo>
                    <a:pt x="972" y="407"/>
                    <a:pt x="1087" y="500"/>
                    <a:pt x="1087" y="640"/>
                  </a:cubicBezTo>
                  <a:cubicBezTo>
                    <a:pt x="1087" y="767"/>
                    <a:pt x="981" y="872"/>
                    <a:pt x="855" y="872"/>
                  </a:cubicBezTo>
                  <a:cubicBezTo>
                    <a:pt x="647" y="872"/>
                    <a:pt x="545" y="623"/>
                    <a:pt x="689" y="475"/>
                  </a:cubicBezTo>
                  <a:cubicBezTo>
                    <a:pt x="737" y="428"/>
                    <a:pt x="795" y="407"/>
                    <a:pt x="852" y="407"/>
                  </a:cubicBezTo>
                  <a:close/>
                  <a:moveTo>
                    <a:pt x="855" y="0"/>
                  </a:moveTo>
                  <a:cubicBezTo>
                    <a:pt x="285" y="0"/>
                    <a:pt x="0" y="689"/>
                    <a:pt x="401" y="1090"/>
                  </a:cubicBezTo>
                  <a:cubicBezTo>
                    <a:pt x="532" y="1221"/>
                    <a:pt x="693" y="1280"/>
                    <a:pt x="851" y="1280"/>
                  </a:cubicBezTo>
                  <a:cubicBezTo>
                    <a:pt x="1180" y="1280"/>
                    <a:pt x="1495" y="1025"/>
                    <a:pt x="1495" y="640"/>
                  </a:cubicBezTo>
                  <a:cubicBezTo>
                    <a:pt x="1495" y="288"/>
                    <a:pt x="1206"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8" name="Google Shape;20678;p90"/>
            <p:cNvSpPr/>
            <p:nvPr/>
          </p:nvSpPr>
          <p:spPr>
            <a:xfrm>
              <a:off x="6330671" y="1551243"/>
              <a:ext cx="365245" cy="261968"/>
            </a:xfrm>
            <a:custGeom>
              <a:rect b="b" l="l" r="r" t="t"/>
              <a:pathLst>
                <a:path extrusionOk="0" h="9994" w="13934">
                  <a:moveTo>
                    <a:pt x="855" y="5640"/>
                  </a:moveTo>
                  <a:lnTo>
                    <a:pt x="855" y="5640"/>
                  </a:lnTo>
                  <a:cubicBezTo>
                    <a:pt x="870" y="5808"/>
                    <a:pt x="806" y="5977"/>
                    <a:pt x="680" y="6097"/>
                  </a:cubicBezTo>
                  <a:cubicBezTo>
                    <a:pt x="634" y="6149"/>
                    <a:pt x="581" y="6192"/>
                    <a:pt x="521" y="6230"/>
                  </a:cubicBezTo>
                  <a:cubicBezTo>
                    <a:pt x="483" y="6170"/>
                    <a:pt x="444" y="6111"/>
                    <a:pt x="412" y="6047"/>
                  </a:cubicBezTo>
                  <a:cubicBezTo>
                    <a:pt x="419" y="5988"/>
                    <a:pt x="441" y="5931"/>
                    <a:pt x="465" y="5879"/>
                  </a:cubicBezTo>
                  <a:cubicBezTo>
                    <a:pt x="539" y="5738"/>
                    <a:pt x="669" y="5661"/>
                    <a:pt x="855" y="5640"/>
                  </a:cubicBezTo>
                  <a:close/>
                  <a:moveTo>
                    <a:pt x="7308" y="513"/>
                  </a:moveTo>
                  <a:lnTo>
                    <a:pt x="7125" y="1149"/>
                  </a:lnTo>
                  <a:cubicBezTo>
                    <a:pt x="7084" y="1283"/>
                    <a:pt x="7189" y="1408"/>
                    <a:pt x="7317" y="1408"/>
                  </a:cubicBezTo>
                  <a:cubicBezTo>
                    <a:pt x="7342" y="1408"/>
                    <a:pt x="7369" y="1403"/>
                    <a:pt x="7396" y="1392"/>
                  </a:cubicBezTo>
                  <a:cubicBezTo>
                    <a:pt x="7934" y="1176"/>
                    <a:pt x="8460" y="1107"/>
                    <a:pt x="8913" y="1107"/>
                  </a:cubicBezTo>
                  <a:cubicBezTo>
                    <a:pt x="9345" y="1107"/>
                    <a:pt x="9710" y="1170"/>
                    <a:pt x="9956" y="1226"/>
                  </a:cubicBezTo>
                  <a:lnTo>
                    <a:pt x="9485" y="1662"/>
                  </a:lnTo>
                  <a:cubicBezTo>
                    <a:pt x="9355" y="1785"/>
                    <a:pt x="9436" y="2007"/>
                    <a:pt x="9618" y="2014"/>
                  </a:cubicBezTo>
                  <a:cubicBezTo>
                    <a:pt x="10448" y="2046"/>
                    <a:pt x="11268" y="2229"/>
                    <a:pt x="12031" y="2556"/>
                  </a:cubicBezTo>
                  <a:lnTo>
                    <a:pt x="11560" y="2847"/>
                  </a:lnTo>
                  <a:cubicBezTo>
                    <a:pt x="11405" y="2942"/>
                    <a:pt x="11440" y="3178"/>
                    <a:pt x="11616" y="3220"/>
                  </a:cubicBezTo>
                  <a:cubicBezTo>
                    <a:pt x="12280" y="3382"/>
                    <a:pt x="13051" y="3899"/>
                    <a:pt x="13395" y="4145"/>
                  </a:cubicBezTo>
                  <a:lnTo>
                    <a:pt x="12910" y="4634"/>
                  </a:lnTo>
                  <a:cubicBezTo>
                    <a:pt x="12840" y="4704"/>
                    <a:pt x="12829" y="4817"/>
                    <a:pt x="12889" y="4898"/>
                  </a:cubicBezTo>
                  <a:cubicBezTo>
                    <a:pt x="13262" y="5400"/>
                    <a:pt x="13406" y="6009"/>
                    <a:pt x="13465" y="6406"/>
                  </a:cubicBezTo>
                  <a:cubicBezTo>
                    <a:pt x="12903" y="6065"/>
                    <a:pt x="12287" y="5808"/>
                    <a:pt x="11647" y="5654"/>
                  </a:cubicBezTo>
                  <a:lnTo>
                    <a:pt x="11644" y="5654"/>
                  </a:lnTo>
                  <a:cubicBezTo>
                    <a:pt x="11627" y="5649"/>
                    <a:pt x="11610" y="5647"/>
                    <a:pt x="11593" y="5647"/>
                  </a:cubicBezTo>
                  <a:cubicBezTo>
                    <a:pt x="11508" y="5647"/>
                    <a:pt x="11428" y="5702"/>
                    <a:pt x="11401" y="5787"/>
                  </a:cubicBezTo>
                  <a:lnTo>
                    <a:pt x="11211" y="6378"/>
                  </a:lnTo>
                  <a:cubicBezTo>
                    <a:pt x="9914" y="5601"/>
                    <a:pt x="9024" y="5256"/>
                    <a:pt x="8986" y="5242"/>
                  </a:cubicBezTo>
                  <a:cubicBezTo>
                    <a:pt x="8961" y="5233"/>
                    <a:pt x="8936" y="5228"/>
                    <a:pt x="8911" y="5228"/>
                  </a:cubicBezTo>
                  <a:cubicBezTo>
                    <a:pt x="8834" y="5228"/>
                    <a:pt x="8761" y="5273"/>
                    <a:pt x="8729" y="5348"/>
                  </a:cubicBezTo>
                  <a:lnTo>
                    <a:pt x="8356" y="6170"/>
                  </a:lnTo>
                  <a:cubicBezTo>
                    <a:pt x="7976" y="5910"/>
                    <a:pt x="7586" y="5675"/>
                    <a:pt x="7185" y="5457"/>
                  </a:cubicBezTo>
                  <a:cubicBezTo>
                    <a:pt x="7150" y="5438"/>
                    <a:pt x="7116" y="5430"/>
                    <a:pt x="7084" y="5430"/>
                  </a:cubicBezTo>
                  <a:cubicBezTo>
                    <a:pt x="6899" y="5430"/>
                    <a:pt x="6788" y="5707"/>
                    <a:pt x="6992" y="5815"/>
                  </a:cubicBezTo>
                  <a:cubicBezTo>
                    <a:pt x="7452" y="6061"/>
                    <a:pt x="7895" y="6339"/>
                    <a:pt x="8317" y="6645"/>
                  </a:cubicBezTo>
                  <a:cubicBezTo>
                    <a:pt x="8354" y="6671"/>
                    <a:pt x="8396" y="6683"/>
                    <a:pt x="8437" y="6683"/>
                  </a:cubicBezTo>
                  <a:cubicBezTo>
                    <a:pt x="8514" y="6683"/>
                    <a:pt x="8589" y="6640"/>
                    <a:pt x="8623" y="6564"/>
                  </a:cubicBezTo>
                  <a:lnTo>
                    <a:pt x="9021" y="5696"/>
                  </a:lnTo>
                  <a:cubicBezTo>
                    <a:pt x="9780" y="6030"/>
                    <a:pt x="10515" y="6420"/>
                    <a:pt x="11222" y="6860"/>
                  </a:cubicBezTo>
                  <a:cubicBezTo>
                    <a:pt x="11255" y="6878"/>
                    <a:pt x="11290" y="6887"/>
                    <a:pt x="11324" y="6887"/>
                  </a:cubicBezTo>
                  <a:cubicBezTo>
                    <a:pt x="11409" y="6887"/>
                    <a:pt x="11491" y="6835"/>
                    <a:pt x="11521" y="6747"/>
                  </a:cubicBezTo>
                  <a:lnTo>
                    <a:pt x="11732" y="6097"/>
                  </a:lnTo>
                  <a:cubicBezTo>
                    <a:pt x="12157" y="6216"/>
                    <a:pt x="12569" y="6381"/>
                    <a:pt x="12959" y="6589"/>
                  </a:cubicBezTo>
                  <a:cubicBezTo>
                    <a:pt x="12477" y="7261"/>
                    <a:pt x="11591" y="7788"/>
                    <a:pt x="10389" y="8119"/>
                  </a:cubicBezTo>
                  <a:cubicBezTo>
                    <a:pt x="9480" y="8369"/>
                    <a:pt x="8403" y="8498"/>
                    <a:pt x="7285" y="8498"/>
                  </a:cubicBezTo>
                  <a:cubicBezTo>
                    <a:pt x="6988" y="8498"/>
                    <a:pt x="6688" y="8489"/>
                    <a:pt x="6387" y="8470"/>
                  </a:cubicBezTo>
                  <a:cubicBezTo>
                    <a:pt x="5483" y="8417"/>
                    <a:pt x="4586" y="8277"/>
                    <a:pt x="3707" y="8048"/>
                  </a:cubicBezTo>
                  <a:cubicBezTo>
                    <a:pt x="4562" y="7443"/>
                    <a:pt x="4615" y="6607"/>
                    <a:pt x="4558" y="6121"/>
                  </a:cubicBezTo>
                  <a:cubicBezTo>
                    <a:pt x="4544" y="5999"/>
                    <a:pt x="4452" y="5943"/>
                    <a:pt x="4359" y="5943"/>
                  </a:cubicBezTo>
                  <a:cubicBezTo>
                    <a:pt x="4248" y="5943"/>
                    <a:pt x="4137" y="6023"/>
                    <a:pt x="4154" y="6170"/>
                  </a:cubicBezTo>
                  <a:cubicBezTo>
                    <a:pt x="4217" y="6698"/>
                    <a:pt x="4094" y="7422"/>
                    <a:pt x="3180" y="7894"/>
                  </a:cubicBezTo>
                  <a:cubicBezTo>
                    <a:pt x="2983" y="7830"/>
                    <a:pt x="2793" y="7760"/>
                    <a:pt x="2614" y="7690"/>
                  </a:cubicBezTo>
                  <a:cubicBezTo>
                    <a:pt x="1812" y="7373"/>
                    <a:pt x="1193" y="6983"/>
                    <a:pt x="782" y="6547"/>
                  </a:cubicBezTo>
                  <a:cubicBezTo>
                    <a:pt x="1035" y="6367"/>
                    <a:pt x="1302" y="6047"/>
                    <a:pt x="1260" y="5583"/>
                  </a:cubicBezTo>
                  <a:cubicBezTo>
                    <a:pt x="1826" y="5488"/>
                    <a:pt x="2280" y="5316"/>
                    <a:pt x="2688" y="5161"/>
                  </a:cubicBezTo>
                  <a:cubicBezTo>
                    <a:pt x="3136" y="4992"/>
                    <a:pt x="3508" y="4851"/>
                    <a:pt x="3910" y="4851"/>
                  </a:cubicBezTo>
                  <a:cubicBezTo>
                    <a:pt x="3925" y="4851"/>
                    <a:pt x="3939" y="4851"/>
                    <a:pt x="3953" y="4852"/>
                  </a:cubicBezTo>
                  <a:cubicBezTo>
                    <a:pt x="3929" y="4936"/>
                    <a:pt x="3918" y="5021"/>
                    <a:pt x="3918" y="5105"/>
                  </a:cubicBezTo>
                  <a:cubicBezTo>
                    <a:pt x="3922" y="5207"/>
                    <a:pt x="3939" y="5309"/>
                    <a:pt x="3971" y="5404"/>
                  </a:cubicBezTo>
                  <a:cubicBezTo>
                    <a:pt x="4002" y="5504"/>
                    <a:pt x="4081" y="5547"/>
                    <a:pt x="4160" y="5547"/>
                  </a:cubicBezTo>
                  <a:cubicBezTo>
                    <a:pt x="4284" y="5547"/>
                    <a:pt x="4411" y="5440"/>
                    <a:pt x="4361" y="5281"/>
                  </a:cubicBezTo>
                  <a:cubicBezTo>
                    <a:pt x="4340" y="5225"/>
                    <a:pt x="4330" y="5165"/>
                    <a:pt x="4326" y="5105"/>
                  </a:cubicBezTo>
                  <a:cubicBezTo>
                    <a:pt x="4326" y="4785"/>
                    <a:pt x="4590" y="4547"/>
                    <a:pt x="4884" y="4547"/>
                  </a:cubicBezTo>
                  <a:cubicBezTo>
                    <a:pt x="4955" y="4547"/>
                    <a:pt x="5028" y="4561"/>
                    <a:pt x="5100" y="4592"/>
                  </a:cubicBezTo>
                  <a:cubicBezTo>
                    <a:pt x="5469" y="4746"/>
                    <a:pt x="5560" y="5225"/>
                    <a:pt x="5276" y="5502"/>
                  </a:cubicBezTo>
                  <a:cubicBezTo>
                    <a:pt x="5126" y="5649"/>
                    <a:pt x="5262" y="5856"/>
                    <a:pt x="5420" y="5856"/>
                  </a:cubicBezTo>
                  <a:cubicBezTo>
                    <a:pt x="5467" y="5856"/>
                    <a:pt x="5516" y="5838"/>
                    <a:pt x="5560" y="5794"/>
                  </a:cubicBezTo>
                  <a:cubicBezTo>
                    <a:pt x="5701" y="5657"/>
                    <a:pt x="5800" y="5478"/>
                    <a:pt x="5835" y="5284"/>
                  </a:cubicBezTo>
                  <a:cubicBezTo>
                    <a:pt x="5944" y="5323"/>
                    <a:pt x="6081" y="5379"/>
                    <a:pt x="6243" y="5450"/>
                  </a:cubicBezTo>
                  <a:cubicBezTo>
                    <a:pt x="6275" y="5464"/>
                    <a:pt x="6305" y="5471"/>
                    <a:pt x="6334" y="5471"/>
                  </a:cubicBezTo>
                  <a:cubicBezTo>
                    <a:pt x="6527" y="5471"/>
                    <a:pt x="6622" y="5175"/>
                    <a:pt x="6408" y="5077"/>
                  </a:cubicBezTo>
                  <a:cubicBezTo>
                    <a:pt x="6137" y="4961"/>
                    <a:pt x="5933" y="4883"/>
                    <a:pt x="5814" y="4841"/>
                  </a:cubicBezTo>
                  <a:cubicBezTo>
                    <a:pt x="5687" y="4395"/>
                    <a:pt x="5288" y="4142"/>
                    <a:pt x="4881" y="4142"/>
                  </a:cubicBezTo>
                  <a:cubicBezTo>
                    <a:pt x="4624" y="4142"/>
                    <a:pt x="4364" y="4244"/>
                    <a:pt x="4168" y="4462"/>
                  </a:cubicBezTo>
                  <a:cubicBezTo>
                    <a:pt x="4077" y="4450"/>
                    <a:pt x="3985" y="4444"/>
                    <a:pt x="3893" y="4444"/>
                  </a:cubicBezTo>
                  <a:cubicBezTo>
                    <a:pt x="3711" y="4444"/>
                    <a:pt x="3530" y="4466"/>
                    <a:pt x="3356" y="4511"/>
                  </a:cubicBezTo>
                  <a:cubicBezTo>
                    <a:pt x="3211" y="4546"/>
                    <a:pt x="3071" y="4588"/>
                    <a:pt x="2934" y="4637"/>
                  </a:cubicBezTo>
                  <a:cubicBezTo>
                    <a:pt x="2800" y="3846"/>
                    <a:pt x="3004" y="3101"/>
                    <a:pt x="3549" y="2425"/>
                  </a:cubicBezTo>
                  <a:cubicBezTo>
                    <a:pt x="3764" y="2158"/>
                    <a:pt x="4017" y="1923"/>
                    <a:pt x="4295" y="1719"/>
                  </a:cubicBezTo>
                  <a:lnTo>
                    <a:pt x="4407" y="2035"/>
                  </a:lnTo>
                  <a:cubicBezTo>
                    <a:pt x="4437" y="2121"/>
                    <a:pt x="4518" y="2171"/>
                    <a:pt x="4600" y="2171"/>
                  </a:cubicBezTo>
                  <a:cubicBezTo>
                    <a:pt x="4652" y="2171"/>
                    <a:pt x="4704" y="2151"/>
                    <a:pt x="4745" y="2109"/>
                  </a:cubicBezTo>
                  <a:cubicBezTo>
                    <a:pt x="5662" y="1174"/>
                    <a:pt x="6760" y="702"/>
                    <a:pt x="7308" y="513"/>
                  </a:cubicBezTo>
                  <a:close/>
                  <a:moveTo>
                    <a:pt x="3890" y="8516"/>
                  </a:moveTo>
                  <a:cubicBezTo>
                    <a:pt x="4179" y="8586"/>
                    <a:pt x="4481" y="8650"/>
                    <a:pt x="4787" y="8699"/>
                  </a:cubicBezTo>
                  <a:lnTo>
                    <a:pt x="4787" y="8871"/>
                  </a:lnTo>
                  <a:lnTo>
                    <a:pt x="4618" y="8896"/>
                  </a:lnTo>
                  <a:cubicBezTo>
                    <a:pt x="4284" y="8934"/>
                    <a:pt x="4066" y="9261"/>
                    <a:pt x="4154" y="9585"/>
                  </a:cubicBezTo>
                  <a:lnTo>
                    <a:pt x="3380" y="9585"/>
                  </a:lnTo>
                  <a:cubicBezTo>
                    <a:pt x="3299" y="9581"/>
                    <a:pt x="3236" y="9518"/>
                    <a:pt x="3240" y="9441"/>
                  </a:cubicBezTo>
                  <a:lnTo>
                    <a:pt x="3236" y="9441"/>
                  </a:lnTo>
                  <a:cubicBezTo>
                    <a:pt x="3236" y="9367"/>
                    <a:pt x="3289" y="9307"/>
                    <a:pt x="3363" y="9297"/>
                  </a:cubicBezTo>
                  <a:lnTo>
                    <a:pt x="3711" y="9254"/>
                  </a:lnTo>
                  <a:cubicBezTo>
                    <a:pt x="3813" y="9240"/>
                    <a:pt x="3890" y="9156"/>
                    <a:pt x="3890" y="9050"/>
                  </a:cubicBezTo>
                  <a:lnTo>
                    <a:pt x="3890" y="8516"/>
                  </a:lnTo>
                  <a:close/>
                  <a:moveTo>
                    <a:pt x="5195" y="8762"/>
                  </a:moveTo>
                  <a:cubicBezTo>
                    <a:pt x="5420" y="8794"/>
                    <a:pt x="5648" y="8822"/>
                    <a:pt x="5877" y="8843"/>
                  </a:cubicBezTo>
                  <a:lnTo>
                    <a:pt x="5877" y="9353"/>
                  </a:lnTo>
                  <a:cubicBezTo>
                    <a:pt x="5877" y="9479"/>
                    <a:pt x="5771" y="9585"/>
                    <a:pt x="5645" y="9585"/>
                  </a:cubicBezTo>
                  <a:lnTo>
                    <a:pt x="4685" y="9585"/>
                  </a:lnTo>
                  <a:cubicBezTo>
                    <a:pt x="4509" y="9581"/>
                    <a:pt x="4491" y="9321"/>
                    <a:pt x="4667" y="9297"/>
                  </a:cubicBezTo>
                  <a:lnTo>
                    <a:pt x="5019" y="9254"/>
                  </a:lnTo>
                  <a:cubicBezTo>
                    <a:pt x="5117" y="9240"/>
                    <a:pt x="5195" y="9156"/>
                    <a:pt x="5195" y="9050"/>
                  </a:cubicBezTo>
                  <a:lnTo>
                    <a:pt x="5195" y="8762"/>
                  </a:lnTo>
                  <a:close/>
                  <a:moveTo>
                    <a:pt x="9576" y="8716"/>
                  </a:moveTo>
                  <a:lnTo>
                    <a:pt x="9576" y="8871"/>
                  </a:lnTo>
                  <a:lnTo>
                    <a:pt x="9407" y="8896"/>
                  </a:lnTo>
                  <a:cubicBezTo>
                    <a:pt x="9073" y="8934"/>
                    <a:pt x="8855" y="9261"/>
                    <a:pt x="8943" y="9585"/>
                  </a:cubicBezTo>
                  <a:lnTo>
                    <a:pt x="8170" y="9585"/>
                  </a:lnTo>
                  <a:cubicBezTo>
                    <a:pt x="8089" y="9581"/>
                    <a:pt x="8029" y="9518"/>
                    <a:pt x="8029" y="9441"/>
                  </a:cubicBezTo>
                  <a:lnTo>
                    <a:pt x="8026" y="9441"/>
                  </a:lnTo>
                  <a:cubicBezTo>
                    <a:pt x="8026" y="9367"/>
                    <a:pt x="8078" y="9307"/>
                    <a:pt x="8152" y="9297"/>
                  </a:cubicBezTo>
                  <a:lnTo>
                    <a:pt x="8500" y="9254"/>
                  </a:lnTo>
                  <a:cubicBezTo>
                    <a:pt x="8602" y="9240"/>
                    <a:pt x="8680" y="9156"/>
                    <a:pt x="8680" y="9050"/>
                  </a:cubicBezTo>
                  <a:lnTo>
                    <a:pt x="8680" y="8836"/>
                  </a:lnTo>
                  <a:cubicBezTo>
                    <a:pt x="8986" y="8808"/>
                    <a:pt x="9288" y="8766"/>
                    <a:pt x="9576" y="8716"/>
                  </a:cubicBezTo>
                  <a:close/>
                  <a:moveTo>
                    <a:pt x="10884" y="8396"/>
                  </a:moveTo>
                  <a:lnTo>
                    <a:pt x="10884" y="9353"/>
                  </a:lnTo>
                  <a:cubicBezTo>
                    <a:pt x="10881" y="9479"/>
                    <a:pt x="10779" y="9585"/>
                    <a:pt x="10652" y="9585"/>
                  </a:cubicBezTo>
                  <a:lnTo>
                    <a:pt x="9474" y="9585"/>
                  </a:lnTo>
                  <a:cubicBezTo>
                    <a:pt x="9295" y="9581"/>
                    <a:pt x="9281" y="9321"/>
                    <a:pt x="9457" y="9297"/>
                  </a:cubicBezTo>
                  <a:lnTo>
                    <a:pt x="9805" y="9254"/>
                  </a:lnTo>
                  <a:cubicBezTo>
                    <a:pt x="9907" y="9240"/>
                    <a:pt x="9984" y="9156"/>
                    <a:pt x="9984" y="9050"/>
                  </a:cubicBezTo>
                  <a:lnTo>
                    <a:pt x="9984" y="8639"/>
                  </a:lnTo>
                  <a:cubicBezTo>
                    <a:pt x="10160" y="8600"/>
                    <a:pt x="10329" y="8558"/>
                    <a:pt x="10491" y="8512"/>
                  </a:cubicBezTo>
                  <a:cubicBezTo>
                    <a:pt x="10628" y="8477"/>
                    <a:pt x="10758" y="8439"/>
                    <a:pt x="10884" y="8396"/>
                  </a:cubicBezTo>
                  <a:close/>
                  <a:moveTo>
                    <a:pt x="7608" y="1"/>
                  </a:moveTo>
                  <a:cubicBezTo>
                    <a:pt x="7593" y="1"/>
                    <a:pt x="7577" y="2"/>
                    <a:pt x="7561" y="6"/>
                  </a:cubicBezTo>
                  <a:cubicBezTo>
                    <a:pt x="7495" y="24"/>
                    <a:pt x="5993" y="393"/>
                    <a:pt x="4681" y="1599"/>
                  </a:cubicBezTo>
                  <a:lnTo>
                    <a:pt x="4586" y="1335"/>
                  </a:lnTo>
                  <a:cubicBezTo>
                    <a:pt x="4556" y="1251"/>
                    <a:pt x="4477" y="1199"/>
                    <a:pt x="4394" y="1199"/>
                  </a:cubicBezTo>
                  <a:cubicBezTo>
                    <a:pt x="4361" y="1199"/>
                    <a:pt x="4326" y="1208"/>
                    <a:pt x="4295" y="1226"/>
                  </a:cubicBezTo>
                  <a:cubicBezTo>
                    <a:pt x="3894" y="1476"/>
                    <a:pt x="3535" y="1793"/>
                    <a:pt x="3236" y="2158"/>
                  </a:cubicBezTo>
                  <a:cubicBezTo>
                    <a:pt x="2603" y="2942"/>
                    <a:pt x="2368" y="3846"/>
                    <a:pt x="2543" y="4781"/>
                  </a:cubicBezTo>
                  <a:cubicBezTo>
                    <a:pt x="2072" y="4961"/>
                    <a:pt x="1534" y="5161"/>
                    <a:pt x="838" y="5228"/>
                  </a:cubicBezTo>
                  <a:cubicBezTo>
                    <a:pt x="412" y="5267"/>
                    <a:pt x="205" y="5499"/>
                    <a:pt x="106" y="5685"/>
                  </a:cubicBezTo>
                  <a:cubicBezTo>
                    <a:pt x="43" y="5808"/>
                    <a:pt x="8" y="5942"/>
                    <a:pt x="1" y="6083"/>
                  </a:cubicBezTo>
                  <a:cubicBezTo>
                    <a:pt x="1" y="6114"/>
                    <a:pt x="8" y="6146"/>
                    <a:pt x="22" y="6174"/>
                  </a:cubicBezTo>
                  <a:cubicBezTo>
                    <a:pt x="402" y="6927"/>
                    <a:pt x="1246" y="7584"/>
                    <a:pt x="2462" y="8066"/>
                  </a:cubicBezTo>
                  <a:cubicBezTo>
                    <a:pt x="2797" y="8199"/>
                    <a:pt x="3138" y="8312"/>
                    <a:pt x="3486" y="8407"/>
                  </a:cubicBezTo>
                  <a:lnTo>
                    <a:pt x="3486" y="8868"/>
                  </a:lnTo>
                  <a:lnTo>
                    <a:pt x="3313" y="8892"/>
                  </a:lnTo>
                  <a:cubicBezTo>
                    <a:pt x="3018" y="8917"/>
                    <a:pt x="2797" y="9177"/>
                    <a:pt x="2814" y="9472"/>
                  </a:cubicBezTo>
                  <a:cubicBezTo>
                    <a:pt x="2835" y="9765"/>
                    <a:pt x="3074" y="9990"/>
                    <a:pt x="3364" y="9990"/>
                  </a:cubicBezTo>
                  <a:cubicBezTo>
                    <a:pt x="3371" y="9990"/>
                    <a:pt x="3377" y="9990"/>
                    <a:pt x="3384" y="9989"/>
                  </a:cubicBezTo>
                  <a:lnTo>
                    <a:pt x="5648" y="9989"/>
                  </a:lnTo>
                  <a:cubicBezTo>
                    <a:pt x="6000" y="9989"/>
                    <a:pt x="6285" y="9705"/>
                    <a:pt x="6288" y="9349"/>
                  </a:cubicBezTo>
                  <a:lnTo>
                    <a:pt x="6288" y="8875"/>
                  </a:lnTo>
                  <a:lnTo>
                    <a:pt x="6362" y="8878"/>
                  </a:lnTo>
                  <a:cubicBezTo>
                    <a:pt x="6668" y="8899"/>
                    <a:pt x="6971" y="8906"/>
                    <a:pt x="7273" y="8906"/>
                  </a:cubicBezTo>
                  <a:cubicBezTo>
                    <a:pt x="7611" y="8906"/>
                    <a:pt x="7945" y="8896"/>
                    <a:pt x="8275" y="8871"/>
                  </a:cubicBezTo>
                  <a:lnTo>
                    <a:pt x="8275" y="8871"/>
                  </a:lnTo>
                  <a:lnTo>
                    <a:pt x="8103" y="8892"/>
                  </a:lnTo>
                  <a:cubicBezTo>
                    <a:pt x="7807" y="8920"/>
                    <a:pt x="7586" y="9181"/>
                    <a:pt x="7604" y="9476"/>
                  </a:cubicBezTo>
                  <a:cubicBezTo>
                    <a:pt x="7624" y="9767"/>
                    <a:pt x="7867" y="9993"/>
                    <a:pt x="8160" y="9993"/>
                  </a:cubicBezTo>
                  <a:cubicBezTo>
                    <a:pt x="8164" y="9993"/>
                    <a:pt x="8169" y="9993"/>
                    <a:pt x="8173" y="9993"/>
                  </a:cubicBezTo>
                  <a:lnTo>
                    <a:pt x="10656" y="9993"/>
                  </a:lnTo>
                  <a:cubicBezTo>
                    <a:pt x="11007" y="9993"/>
                    <a:pt x="11292" y="9705"/>
                    <a:pt x="11296" y="9353"/>
                  </a:cubicBezTo>
                  <a:lnTo>
                    <a:pt x="11296" y="8249"/>
                  </a:lnTo>
                  <a:cubicBezTo>
                    <a:pt x="12207" y="7890"/>
                    <a:pt x="12896" y="7398"/>
                    <a:pt x="13314" y="6796"/>
                  </a:cubicBezTo>
                  <a:cubicBezTo>
                    <a:pt x="13402" y="6853"/>
                    <a:pt x="13490" y="6916"/>
                    <a:pt x="13571" y="6983"/>
                  </a:cubicBezTo>
                  <a:cubicBezTo>
                    <a:pt x="13611" y="7018"/>
                    <a:pt x="13658" y="7034"/>
                    <a:pt x="13704" y="7034"/>
                  </a:cubicBezTo>
                  <a:cubicBezTo>
                    <a:pt x="13810" y="7034"/>
                    <a:pt x="13909" y="6951"/>
                    <a:pt x="13909" y="6828"/>
                  </a:cubicBezTo>
                  <a:cubicBezTo>
                    <a:pt x="13905" y="6782"/>
                    <a:pt x="13898" y="5710"/>
                    <a:pt x="13314" y="4803"/>
                  </a:cubicBezTo>
                  <a:lnTo>
                    <a:pt x="13845" y="4272"/>
                  </a:lnTo>
                  <a:cubicBezTo>
                    <a:pt x="13933" y="4184"/>
                    <a:pt x="13923" y="4043"/>
                    <a:pt x="13828" y="3966"/>
                  </a:cubicBezTo>
                  <a:cubicBezTo>
                    <a:pt x="13789" y="3934"/>
                    <a:pt x="12980" y="3301"/>
                    <a:pt x="12140" y="2967"/>
                  </a:cubicBezTo>
                  <a:lnTo>
                    <a:pt x="12558" y="2707"/>
                  </a:lnTo>
                  <a:cubicBezTo>
                    <a:pt x="12692" y="2626"/>
                    <a:pt x="12688" y="2433"/>
                    <a:pt x="12551" y="2355"/>
                  </a:cubicBezTo>
                  <a:cubicBezTo>
                    <a:pt x="12509" y="2331"/>
                    <a:pt x="11538" y="1785"/>
                    <a:pt x="10107" y="1641"/>
                  </a:cubicBezTo>
                  <a:lnTo>
                    <a:pt x="10494" y="1279"/>
                  </a:lnTo>
                  <a:cubicBezTo>
                    <a:pt x="10603" y="1177"/>
                    <a:pt x="10568" y="994"/>
                    <a:pt x="10431" y="942"/>
                  </a:cubicBezTo>
                  <a:cubicBezTo>
                    <a:pt x="10390" y="925"/>
                    <a:pt x="9779" y="696"/>
                    <a:pt x="8923" y="696"/>
                  </a:cubicBezTo>
                  <a:cubicBezTo>
                    <a:pt x="8531" y="696"/>
                    <a:pt x="8088" y="744"/>
                    <a:pt x="7625" y="882"/>
                  </a:cubicBezTo>
                  <a:lnTo>
                    <a:pt x="7804" y="263"/>
                  </a:lnTo>
                  <a:cubicBezTo>
                    <a:pt x="7842" y="128"/>
                    <a:pt x="7739" y="1"/>
                    <a:pt x="7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9" name="Google Shape;20679;p90"/>
            <p:cNvSpPr/>
            <p:nvPr/>
          </p:nvSpPr>
          <p:spPr>
            <a:xfrm>
              <a:off x="6462363" y="1592161"/>
              <a:ext cx="46501" cy="41127"/>
            </a:xfrm>
            <a:custGeom>
              <a:rect b="b" l="l" r="r" t="t"/>
              <a:pathLst>
                <a:path extrusionOk="0" h="1569" w="1774">
                  <a:moveTo>
                    <a:pt x="1479" y="0"/>
                  </a:moveTo>
                  <a:cubicBezTo>
                    <a:pt x="1442" y="0"/>
                    <a:pt x="1402" y="11"/>
                    <a:pt x="1363" y="38"/>
                  </a:cubicBezTo>
                  <a:cubicBezTo>
                    <a:pt x="804" y="411"/>
                    <a:pt x="378" y="896"/>
                    <a:pt x="118" y="1237"/>
                  </a:cubicBezTo>
                  <a:cubicBezTo>
                    <a:pt x="1" y="1395"/>
                    <a:pt x="140" y="1568"/>
                    <a:pt x="288" y="1568"/>
                  </a:cubicBezTo>
                  <a:cubicBezTo>
                    <a:pt x="344" y="1568"/>
                    <a:pt x="401" y="1543"/>
                    <a:pt x="445" y="1483"/>
                  </a:cubicBezTo>
                  <a:cubicBezTo>
                    <a:pt x="684" y="1167"/>
                    <a:pt x="1074" y="717"/>
                    <a:pt x="1588" y="376"/>
                  </a:cubicBezTo>
                  <a:cubicBezTo>
                    <a:pt x="1773" y="251"/>
                    <a:pt x="1653" y="0"/>
                    <a:pt x="1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0" name="Google Shape;20680;p90"/>
            <p:cNvSpPr/>
            <p:nvPr/>
          </p:nvSpPr>
          <p:spPr>
            <a:xfrm>
              <a:off x="6519689" y="1595988"/>
              <a:ext cx="45059" cy="24666"/>
            </a:xfrm>
            <a:custGeom>
              <a:rect b="b" l="l" r="r" t="t"/>
              <a:pathLst>
                <a:path extrusionOk="0" h="941" w="1719">
                  <a:moveTo>
                    <a:pt x="1494" y="0"/>
                  </a:moveTo>
                  <a:cubicBezTo>
                    <a:pt x="1475" y="0"/>
                    <a:pt x="1456" y="3"/>
                    <a:pt x="1437" y="8"/>
                  </a:cubicBezTo>
                  <a:cubicBezTo>
                    <a:pt x="990" y="114"/>
                    <a:pt x="565" y="304"/>
                    <a:pt x="185" y="564"/>
                  </a:cubicBezTo>
                  <a:cubicBezTo>
                    <a:pt x="0" y="691"/>
                    <a:pt x="124" y="941"/>
                    <a:pt x="298" y="941"/>
                  </a:cubicBezTo>
                  <a:cubicBezTo>
                    <a:pt x="336" y="941"/>
                    <a:pt x="377" y="929"/>
                    <a:pt x="417" y="901"/>
                  </a:cubicBezTo>
                  <a:cubicBezTo>
                    <a:pt x="755" y="666"/>
                    <a:pt x="1131" y="500"/>
                    <a:pt x="1532" y="406"/>
                  </a:cubicBezTo>
                  <a:cubicBezTo>
                    <a:pt x="1644" y="381"/>
                    <a:pt x="1718" y="268"/>
                    <a:pt x="1690" y="156"/>
                  </a:cubicBezTo>
                  <a:cubicBezTo>
                    <a:pt x="1670" y="62"/>
                    <a:pt x="1586" y="0"/>
                    <a:pt x="1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1" name="Google Shape;20681;p90"/>
            <p:cNvSpPr/>
            <p:nvPr/>
          </p:nvSpPr>
          <p:spPr>
            <a:xfrm>
              <a:off x="6575496" y="1619920"/>
              <a:ext cx="41966" cy="11874"/>
            </a:xfrm>
            <a:custGeom>
              <a:rect b="b" l="l" r="r" t="t"/>
              <a:pathLst>
                <a:path extrusionOk="0" h="453" w="1601">
                  <a:moveTo>
                    <a:pt x="979" y="1"/>
                  </a:moveTo>
                  <a:cubicBezTo>
                    <a:pt x="737" y="1"/>
                    <a:pt x="497" y="16"/>
                    <a:pt x="257" y="45"/>
                  </a:cubicBezTo>
                  <a:cubicBezTo>
                    <a:pt x="1" y="76"/>
                    <a:pt x="22" y="453"/>
                    <a:pt x="282" y="453"/>
                  </a:cubicBezTo>
                  <a:lnTo>
                    <a:pt x="307" y="453"/>
                  </a:lnTo>
                  <a:cubicBezTo>
                    <a:pt x="533" y="425"/>
                    <a:pt x="762" y="411"/>
                    <a:pt x="991" y="411"/>
                  </a:cubicBezTo>
                  <a:cubicBezTo>
                    <a:pt x="1117" y="411"/>
                    <a:pt x="1243" y="416"/>
                    <a:pt x="1369" y="424"/>
                  </a:cubicBezTo>
                  <a:cubicBezTo>
                    <a:pt x="1373" y="425"/>
                    <a:pt x="1377" y="425"/>
                    <a:pt x="1382" y="425"/>
                  </a:cubicBezTo>
                  <a:cubicBezTo>
                    <a:pt x="1489" y="425"/>
                    <a:pt x="1580" y="343"/>
                    <a:pt x="1590" y="238"/>
                  </a:cubicBezTo>
                  <a:cubicBezTo>
                    <a:pt x="1601" y="125"/>
                    <a:pt x="1516" y="27"/>
                    <a:pt x="1404" y="16"/>
                  </a:cubicBezTo>
                  <a:cubicBezTo>
                    <a:pt x="1262" y="6"/>
                    <a:pt x="1120" y="1"/>
                    <a:pt x="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2" name="Google Shape;20682;p90"/>
            <p:cNvSpPr/>
            <p:nvPr/>
          </p:nvSpPr>
          <p:spPr>
            <a:xfrm>
              <a:off x="6631826" y="1654520"/>
              <a:ext cx="29751" cy="17956"/>
            </a:xfrm>
            <a:custGeom>
              <a:rect b="b" l="l" r="r" t="t"/>
              <a:pathLst>
                <a:path extrusionOk="0" h="685" w="1135">
                  <a:moveTo>
                    <a:pt x="293" y="0"/>
                  </a:moveTo>
                  <a:cubicBezTo>
                    <a:pt x="89" y="0"/>
                    <a:pt x="0" y="310"/>
                    <a:pt x="229" y="395"/>
                  </a:cubicBezTo>
                  <a:cubicBezTo>
                    <a:pt x="401" y="462"/>
                    <a:pt x="566" y="543"/>
                    <a:pt x="721" y="645"/>
                  </a:cubicBezTo>
                  <a:cubicBezTo>
                    <a:pt x="761" y="673"/>
                    <a:pt x="801" y="685"/>
                    <a:pt x="839" y="685"/>
                  </a:cubicBezTo>
                  <a:cubicBezTo>
                    <a:pt x="1012" y="685"/>
                    <a:pt x="1135" y="437"/>
                    <a:pt x="953" y="311"/>
                  </a:cubicBezTo>
                  <a:cubicBezTo>
                    <a:pt x="770" y="191"/>
                    <a:pt x="577" y="92"/>
                    <a:pt x="373" y="15"/>
                  </a:cubicBezTo>
                  <a:cubicBezTo>
                    <a:pt x="345" y="5"/>
                    <a:pt x="318"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83" name="Google Shape;20683;p90"/>
          <p:cNvGrpSpPr/>
          <p:nvPr/>
        </p:nvGrpSpPr>
        <p:grpSpPr>
          <a:xfrm>
            <a:off x="3596131" y="1508648"/>
            <a:ext cx="367630" cy="347289"/>
            <a:chOff x="3596131" y="1508648"/>
            <a:chExt cx="367630" cy="347289"/>
          </a:xfrm>
        </p:grpSpPr>
        <p:sp>
          <p:nvSpPr>
            <p:cNvPr id="20684" name="Google Shape;20684;p90"/>
            <p:cNvSpPr/>
            <p:nvPr/>
          </p:nvSpPr>
          <p:spPr>
            <a:xfrm>
              <a:off x="3741112" y="1521439"/>
              <a:ext cx="215257" cy="203645"/>
            </a:xfrm>
            <a:custGeom>
              <a:rect b="b" l="l" r="r" t="t"/>
              <a:pathLst>
                <a:path extrusionOk="0" h="7769" w="8212">
                  <a:moveTo>
                    <a:pt x="2423" y="1"/>
                  </a:moveTo>
                  <a:cubicBezTo>
                    <a:pt x="1696" y="1"/>
                    <a:pt x="942" y="150"/>
                    <a:pt x="166" y="479"/>
                  </a:cubicBezTo>
                  <a:cubicBezTo>
                    <a:pt x="47" y="535"/>
                    <a:pt x="1" y="683"/>
                    <a:pt x="71" y="795"/>
                  </a:cubicBezTo>
                  <a:lnTo>
                    <a:pt x="1024" y="2325"/>
                  </a:lnTo>
                  <a:lnTo>
                    <a:pt x="8212" y="7768"/>
                  </a:lnTo>
                  <a:lnTo>
                    <a:pt x="8212" y="3643"/>
                  </a:lnTo>
                  <a:cubicBezTo>
                    <a:pt x="8212" y="3492"/>
                    <a:pt x="8159" y="3348"/>
                    <a:pt x="8068" y="3232"/>
                  </a:cubicBezTo>
                  <a:cubicBezTo>
                    <a:pt x="6539" y="1342"/>
                    <a:pt x="4602" y="1"/>
                    <a:pt x="2423"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5" name="Google Shape;20685;p90"/>
            <p:cNvSpPr/>
            <p:nvPr/>
          </p:nvSpPr>
          <p:spPr>
            <a:xfrm>
              <a:off x="3741112" y="1521466"/>
              <a:ext cx="132504" cy="120918"/>
            </a:xfrm>
            <a:custGeom>
              <a:rect b="b" l="l" r="r" t="t"/>
              <a:pathLst>
                <a:path extrusionOk="0" h="4613" w="5055">
                  <a:moveTo>
                    <a:pt x="2420" y="0"/>
                  </a:moveTo>
                  <a:cubicBezTo>
                    <a:pt x="1694" y="0"/>
                    <a:pt x="941" y="150"/>
                    <a:pt x="166" y="478"/>
                  </a:cubicBezTo>
                  <a:cubicBezTo>
                    <a:pt x="47" y="534"/>
                    <a:pt x="1" y="682"/>
                    <a:pt x="71" y="794"/>
                  </a:cubicBezTo>
                  <a:lnTo>
                    <a:pt x="1024" y="2324"/>
                  </a:lnTo>
                  <a:lnTo>
                    <a:pt x="4048" y="4613"/>
                  </a:lnTo>
                  <a:cubicBezTo>
                    <a:pt x="4664" y="4493"/>
                    <a:pt x="5054" y="4180"/>
                    <a:pt x="4998" y="3558"/>
                  </a:cubicBezTo>
                  <a:cubicBezTo>
                    <a:pt x="4857" y="1888"/>
                    <a:pt x="4259" y="773"/>
                    <a:pt x="3869" y="200"/>
                  </a:cubicBezTo>
                  <a:cubicBezTo>
                    <a:pt x="3399" y="70"/>
                    <a:pt x="2916" y="0"/>
                    <a:pt x="242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6" name="Google Shape;20686;p90"/>
            <p:cNvSpPr/>
            <p:nvPr/>
          </p:nvSpPr>
          <p:spPr>
            <a:xfrm>
              <a:off x="3601766" y="1562908"/>
              <a:ext cx="354524" cy="287630"/>
            </a:xfrm>
            <a:custGeom>
              <a:rect b="b" l="l" r="r" t="t"/>
              <a:pathLst>
                <a:path extrusionOk="0" h="10973" w="13525">
                  <a:moveTo>
                    <a:pt x="7987" y="0"/>
                  </a:moveTo>
                  <a:cubicBezTo>
                    <a:pt x="7448" y="0"/>
                    <a:pt x="6543" y="155"/>
                    <a:pt x="5472" y="957"/>
                  </a:cubicBezTo>
                  <a:cubicBezTo>
                    <a:pt x="4494" y="1689"/>
                    <a:pt x="1023" y="4766"/>
                    <a:pt x="172" y="5529"/>
                  </a:cubicBezTo>
                  <a:cubicBezTo>
                    <a:pt x="49" y="5638"/>
                    <a:pt x="0" y="5806"/>
                    <a:pt x="42" y="5965"/>
                  </a:cubicBezTo>
                  <a:cubicBezTo>
                    <a:pt x="176" y="6471"/>
                    <a:pt x="601" y="7589"/>
                    <a:pt x="1407" y="7670"/>
                  </a:cubicBezTo>
                  <a:cubicBezTo>
                    <a:pt x="1412" y="7671"/>
                    <a:pt x="1418" y="7671"/>
                    <a:pt x="1424" y="7671"/>
                  </a:cubicBezTo>
                  <a:cubicBezTo>
                    <a:pt x="1503" y="7671"/>
                    <a:pt x="1622" y="7630"/>
                    <a:pt x="1765" y="7565"/>
                  </a:cubicBezTo>
                  <a:lnTo>
                    <a:pt x="2511" y="8071"/>
                  </a:lnTo>
                  <a:cubicBezTo>
                    <a:pt x="2587" y="8122"/>
                    <a:pt x="2676" y="8149"/>
                    <a:pt x="2766" y="8149"/>
                  </a:cubicBezTo>
                  <a:cubicBezTo>
                    <a:pt x="2813" y="8149"/>
                    <a:pt x="2859" y="8142"/>
                    <a:pt x="2905" y="8127"/>
                  </a:cubicBezTo>
                  <a:cubicBezTo>
                    <a:pt x="3829" y="7804"/>
                    <a:pt x="6337" y="6791"/>
                    <a:pt x="8032" y="6154"/>
                  </a:cubicBezTo>
                  <a:cubicBezTo>
                    <a:pt x="8541" y="7283"/>
                    <a:pt x="9445" y="9330"/>
                    <a:pt x="10040" y="10972"/>
                  </a:cubicBezTo>
                  <a:cubicBezTo>
                    <a:pt x="10040" y="10972"/>
                    <a:pt x="11959" y="10395"/>
                    <a:pt x="13275" y="9063"/>
                  </a:cubicBezTo>
                  <a:cubicBezTo>
                    <a:pt x="13433" y="8901"/>
                    <a:pt x="13524" y="8683"/>
                    <a:pt x="13524" y="8454"/>
                  </a:cubicBezTo>
                  <a:lnTo>
                    <a:pt x="13524" y="5275"/>
                  </a:lnTo>
                  <a:cubicBezTo>
                    <a:pt x="13524" y="5008"/>
                    <a:pt x="13450" y="4744"/>
                    <a:pt x="13317" y="4516"/>
                  </a:cubicBezTo>
                  <a:cubicBezTo>
                    <a:pt x="10985" y="500"/>
                    <a:pt x="8517" y="61"/>
                    <a:pt x="8517" y="61"/>
                  </a:cubicBezTo>
                  <a:cubicBezTo>
                    <a:pt x="8517" y="61"/>
                    <a:pt x="8324" y="0"/>
                    <a:pt x="798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7" name="Google Shape;20687;p90"/>
            <p:cNvSpPr/>
            <p:nvPr/>
          </p:nvSpPr>
          <p:spPr>
            <a:xfrm>
              <a:off x="3601766" y="1671768"/>
              <a:ext cx="138454" cy="104798"/>
            </a:xfrm>
            <a:custGeom>
              <a:rect b="b" l="l" r="r" t="t"/>
              <a:pathLst>
                <a:path extrusionOk="0" h="3998" w="5282">
                  <a:moveTo>
                    <a:pt x="1727" y="1"/>
                  </a:moveTo>
                  <a:cubicBezTo>
                    <a:pt x="1041" y="602"/>
                    <a:pt x="461" y="1122"/>
                    <a:pt x="172" y="1379"/>
                  </a:cubicBezTo>
                  <a:cubicBezTo>
                    <a:pt x="49" y="1488"/>
                    <a:pt x="0" y="1657"/>
                    <a:pt x="42" y="1812"/>
                  </a:cubicBezTo>
                  <a:cubicBezTo>
                    <a:pt x="176" y="2321"/>
                    <a:pt x="601" y="3440"/>
                    <a:pt x="1410" y="3521"/>
                  </a:cubicBezTo>
                  <a:cubicBezTo>
                    <a:pt x="1415" y="3521"/>
                    <a:pt x="1421" y="3521"/>
                    <a:pt x="1427" y="3521"/>
                  </a:cubicBezTo>
                  <a:cubicBezTo>
                    <a:pt x="1502" y="3521"/>
                    <a:pt x="1622" y="3480"/>
                    <a:pt x="1765" y="3412"/>
                  </a:cubicBezTo>
                  <a:lnTo>
                    <a:pt x="2511" y="3918"/>
                  </a:lnTo>
                  <a:cubicBezTo>
                    <a:pt x="2586" y="3971"/>
                    <a:pt x="2674" y="3998"/>
                    <a:pt x="2763" y="3998"/>
                  </a:cubicBezTo>
                  <a:cubicBezTo>
                    <a:pt x="2810" y="3998"/>
                    <a:pt x="2858" y="3990"/>
                    <a:pt x="2905" y="3974"/>
                  </a:cubicBezTo>
                  <a:cubicBezTo>
                    <a:pt x="3383" y="3809"/>
                    <a:pt x="4287" y="3457"/>
                    <a:pt x="5282" y="3067"/>
                  </a:cubicBezTo>
                  <a:cubicBezTo>
                    <a:pt x="5236" y="2758"/>
                    <a:pt x="4934" y="1745"/>
                    <a:pt x="3028" y="1210"/>
                  </a:cubicBezTo>
                  <a:cubicBezTo>
                    <a:pt x="2050" y="936"/>
                    <a:pt x="1779" y="198"/>
                    <a:pt x="1727"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8" name="Google Shape;20688;p90"/>
            <p:cNvSpPr/>
            <p:nvPr/>
          </p:nvSpPr>
          <p:spPr>
            <a:xfrm>
              <a:off x="3782318" y="1514886"/>
              <a:ext cx="42884" cy="67497"/>
            </a:xfrm>
            <a:custGeom>
              <a:rect b="b" l="l" r="r" t="t"/>
              <a:pathLst>
                <a:path extrusionOk="0" h="2575" w="1636">
                  <a:moveTo>
                    <a:pt x="426" y="1"/>
                  </a:moveTo>
                  <a:cubicBezTo>
                    <a:pt x="360" y="1"/>
                    <a:pt x="297" y="43"/>
                    <a:pt x="279" y="110"/>
                  </a:cubicBezTo>
                  <a:cubicBezTo>
                    <a:pt x="1" y="1087"/>
                    <a:pt x="184" y="2037"/>
                    <a:pt x="279" y="2409"/>
                  </a:cubicBezTo>
                  <a:cubicBezTo>
                    <a:pt x="303" y="2504"/>
                    <a:pt x="391" y="2571"/>
                    <a:pt x="490" y="2575"/>
                  </a:cubicBezTo>
                  <a:lnTo>
                    <a:pt x="1411" y="2575"/>
                  </a:lnTo>
                  <a:cubicBezTo>
                    <a:pt x="1534" y="2575"/>
                    <a:pt x="1636" y="2469"/>
                    <a:pt x="1629" y="2343"/>
                  </a:cubicBezTo>
                  <a:cubicBezTo>
                    <a:pt x="1569" y="658"/>
                    <a:pt x="824" y="155"/>
                    <a:pt x="490" y="15"/>
                  </a:cubicBezTo>
                  <a:cubicBezTo>
                    <a:pt x="469" y="5"/>
                    <a:pt x="447" y="1"/>
                    <a:pt x="426"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9" name="Google Shape;20689;p90"/>
            <p:cNvSpPr/>
            <p:nvPr/>
          </p:nvSpPr>
          <p:spPr>
            <a:xfrm>
              <a:off x="3668032" y="1641729"/>
              <a:ext cx="132950" cy="98638"/>
            </a:xfrm>
            <a:custGeom>
              <a:rect b="b" l="l" r="r" t="t"/>
              <a:pathLst>
                <a:path extrusionOk="0" h="3763" w="5072">
                  <a:moveTo>
                    <a:pt x="507" y="0"/>
                  </a:moveTo>
                  <a:cubicBezTo>
                    <a:pt x="338" y="148"/>
                    <a:pt x="169" y="296"/>
                    <a:pt x="0" y="443"/>
                  </a:cubicBezTo>
                  <a:cubicBezTo>
                    <a:pt x="458" y="1495"/>
                    <a:pt x="1593" y="1762"/>
                    <a:pt x="1762" y="1797"/>
                  </a:cubicBezTo>
                  <a:cubicBezTo>
                    <a:pt x="3584" y="2188"/>
                    <a:pt x="3868" y="3387"/>
                    <a:pt x="3914" y="3763"/>
                  </a:cubicBezTo>
                  <a:cubicBezTo>
                    <a:pt x="4312" y="3608"/>
                    <a:pt x="4705" y="3457"/>
                    <a:pt x="5071" y="3316"/>
                  </a:cubicBezTo>
                  <a:cubicBezTo>
                    <a:pt x="5029" y="2381"/>
                    <a:pt x="4442" y="1291"/>
                    <a:pt x="2687" y="1073"/>
                  </a:cubicBezTo>
                  <a:cubicBezTo>
                    <a:pt x="1055" y="872"/>
                    <a:pt x="605" y="190"/>
                    <a:pt x="50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0" name="Google Shape;20690;p90"/>
            <p:cNvSpPr/>
            <p:nvPr/>
          </p:nvSpPr>
          <p:spPr>
            <a:xfrm>
              <a:off x="3750811" y="1613707"/>
              <a:ext cx="34312" cy="40026"/>
            </a:xfrm>
            <a:custGeom>
              <a:rect b="b" l="l" r="r" t="t"/>
              <a:pathLst>
                <a:path extrusionOk="0" h="1527" w="1309">
                  <a:moveTo>
                    <a:pt x="654" y="0"/>
                  </a:moveTo>
                  <a:cubicBezTo>
                    <a:pt x="296" y="0"/>
                    <a:pt x="0" y="292"/>
                    <a:pt x="0" y="651"/>
                  </a:cubicBezTo>
                  <a:lnTo>
                    <a:pt x="0" y="872"/>
                  </a:lnTo>
                  <a:cubicBezTo>
                    <a:pt x="0" y="1231"/>
                    <a:pt x="296" y="1526"/>
                    <a:pt x="654" y="1526"/>
                  </a:cubicBezTo>
                  <a:cubicBezTo>
                    <a:pt x="1016" y="1526"/>
                    <a:pt x="1308" y="1231"/>
                    <a:pt x="1308" y="872"/>
                  </a:cubicBezTo>
                  <a:lnTo>
                    <a:pt x="1308" y="651"/>
                  </a:lnTo>
                  <a:cubicBezTo>
                    <a:pt x="1308" y="292"/>
                    <a:pt x="1016"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1" name="Google Shape;20691;p90"/>
            <p:cNvSpPr/>
            <p:nvPr/>
          </p:nvSpPr>
          <p:spPr>
            <a:xfrm>
              <a:off x="3767954" y="1613707"/>
              <a:ext cx="17169" cy="28598"/>
            </a:xfrm>
            <a:custGeom>
              <a:rect b="b" l="l" r="r" t="t"/>
              <a:pathLst>
                <a:path extrusionOk="0" h="1091" w="655">
                  <a:moveTo>
                    <a:pt x="0" y="0"/>
                  </a:moveTo>
                  <a:lnTo>
                    <a:pt x="0" y="763"/>
                  </a:lnTo>
                  <a:cubicBezTo>
                    <a:pt x="0" y="943"/>
                    <a:pt x="148" y="1090"/>
                    <a:pt x="327" y="1090"/>
                  </a:cubicBezTo>
                  <a:cubicBezTo>
                    <a:pt x="507" y="1090"/>
                    <a:pt x="654" y="943"/>
                    <a:pt x="654" y="763"/>
                  </a:cubicBezTo>
                  <a:lnTo>
                    <a:pt x="654" y="654"/>
                  </a:lnTo>
                  <a:cubicBezTo>
                    <a:pt x="654" y="292"/>
                    <a:pt x="362"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2" name="Google Shape;20692;p90"/>
            <p:cNvSpPr/>
            <p:nvPr/>
          </p:nvSpPr>
          <p:spPr>
            <a:xfrm>
              <a:off x="3762239" y="1619422"/>
              <a:ext cx="11455" cy="11455"/>
            </a:xfrm>
            <a:custGeom>
              <a:rect b="b" l="l" r="r" t="t"/>
              <a:pathLst>
                <a:path extrusionOk="0" h="437" w="437">
                  <a:moveTo>
                    <a:pt x="218" y="0"/>
                  </a:moveTo>
                  <a:cubicBezTo>
                    <a:pt x="99" y="0"/>
                    <a:pt x="0" y="99"/>
                    <a:pt x="0" y="218"/>
                  </a:cubicBezTo>
                  <a:cubicBezTo>
                    <a:pt x="0" y="338"/>
                    <a:pt x="99" y="436"/>
                    <a:pt x="218" y="436"/>
                  </a:cubicBezTo>
                  <a:cubicBezTo>
                    <a:pt x="338" y="436"/>
                    <a:pt x="436" y="338"/>
                    <a:pt x="436" y="218"/>
                  </a:cubicBezTo>
                  <a:cubicBezTo>
                    <a:pt x="436" y="99"/>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3" name="Google Shape;20693;p90"/>
            <p:cNvSpPr/>
            <p:nvPr/>
          </p:nvSpPr>
          <p:spPr>
            <a:xfrm>
              <a:off x="3799566" y="1639605"/>
              <a:ext cx="30800" cy="89621"/>
            </a:xfrm>
            <a:custGeom>
              <a:rect b="b" l="l" r="r" t="t"/>
              <a:pathLst>
                <a:path extrusionOk="0" h="3419" w="1175">
                  <a:moveTo>
                    <a:pt x="493" y="0"/>
                  </a:moveTo>
                  <a:cubicBezTo>
                    <a:pt x="493" y="4"/>
                    <a:pt x="834" y="2388"/>
                    <a:pt x="0" y="3418"/>
                  </a:cubicBezTo>
                  <a:cubicBezTo>
                    <a:pt x="169" y="3355"/>
                    <a:pt x="334" y="3292"/>
                    <a:pt x="489" y="3232"/>
                  </a:cubicBezTo>
                  <a:lnTo>
                    <a:pt x="517" y="3295"/>
                  </a:lnTo>
                  <a:cubicBezTo>
                    <a:pt x="890" y="3032"/>
                    <a:pt x="1112" y="2536"/>
                    <a:pt x="1133" y="2072"/>
                  </a:cubicBezTo>
                  <a:cubicBezTo>
                    <a:pt x="1175" y="1108"/>
                    <a:pt x="837" y="334"/>
                    <a:pt x="493"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4" name="Google Shape;20694;p90"/>
            <p:cNvSpPr/>
            <p:nvPr/>
          </p:nvSpPr>
          <p:spPr>
            <a:xfrm>
              <a:off x="3845569" y="1694730"/>
              <a:ext cx="110800" cy="134496"/>
            </a:xfrm>
            <a:custGeom>
              <a:rect b="b" l="l" r="r" t="t"/>
              <a:pathLst>
                <a:path extrusionOk="0" h="5131" w="4227">
                  <a:moveTo>
                    <a:pt x="4206" y="0"/>
                  </a:moveTo>
                  <a:cubicBezTo>
                    <a:pt x="3334" y="2170"/>
                    <a:pt x="1572" y="3418"/>
                    <a:pt x="0" y="4048"/>
                  </a:cubicBezTo>
                  <a:cubicBezTo>
                    <a:pt x="148" y="4410"/>
                    <a:pt x="295" y="4776"/>
                    <a:pt x="436" y="5131"/>
                  </a:cubicBezTo>
                  <a:cubicBezTo>
                    <a:pt x="1818" y="4547"/>
                    <a:pt x="3228" y="3626"/>
                    <a:pt x="4227" y="2268"/>
                  </a:cubicBezTo>
                  <a:lnTo>
                    <a:pt x="4227" y="246"/>
                  </a:lnTo>
                  <a:cubicBezTo>
                    <a:pt x="4227" y="162"/>
                    <a:pt x="4220" y="81"/>
                    <a:pt x="420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5" name="Google Shape;20695;p90"/>
            <p:cNvSpPr/>
            <p:nvPr/>
          </p:nvSpPr>
          <p:spPr>
            <a:xfrm>
              <a:off x="3889527" y="1550850"/>
              <a:ext cx="55518" cy="146475"/>
            </a:xfrm>
            <a:custGeom>
              <a:rect b="b" l="l" r="r" t="t"/>
              <a:pathLst>
                <a:path extrusionOk="0" h="5588" w="2118">
                  <a:moveTo>
                    <a:pt x="166" y="0"/>
                  </a:moveTo>
                  <a:lnTo>
                    <a:pt x="166" y="0"/>
                  </a:lnTo>
                  <a:cubicBezTo>
                    <a:pt x="605" y="2001"/>
                    <a:pt x="447" y="3545"/>
                    <a:pt x="0" y="4712"/>
                  </a:cubicBezTo>
                  <a:lnTo>
                    <a:pt x="1157" y="5588"/>
                  </a:lnTo>
                  <a:cubicBezTo>
                    <a:pt x="1678" y="4600"/>
                    <a:pt x="2043" y="3344"/>
                    <a:pt x="2117" y="1765"/>
                  </a:cubicBezTo>
                  <a:cubicBezTo>
                    <a:pt x="1519" y="1076"/>
                    <a:pt x="865" y="475"/>
                    <a:pt x="166"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6" name="Google Shape;20696;p90"/>
            <p:cNvSpPr/>
            <p:nvPr/>
          </p:nvSpPr>
          <p:spPr>
            <a:xfrm>
              <a:off x="3822607" y="1613524"/>
              <a:ext cx="113133" cy="161417"/>
            </a:xfrm>
            <a:custGeom>
              <a:rect b="b" l="l" r="r" t="t"/>
              <a:pathLst>
                <a:path extrusionOk="0" h="6158" w="4316">
                  <a:moveTo>
                    <a:pt x="2975" y="0"/>
                  </a:moveTo>
                  <a:cubicBezTo>
                    <a:pt x="2923" y="2989"/>
                    <a:pt x="1280" y="4533"/>
                    <a:pt x="0" y="5103"/>
                  </a:cubicBezTo>
                  <a:cubicBezTo>
                    <a:pt x="145" y="5426"/>
                    <a:pt x="303" y="5785"/>
                    <a:pt x="458" y="6158"/>
                  </a:cubicBezTo>
                  <a:cubicBezTo>
                    <a:pt x="1797" y="5669"/>
                    <a:pt x="3563" y="4343"/>
                    <a:pt x="4315" y="1660"/>
                  </a:cubicBezTo>
                  <a:cubicBezTo>
                    <a:pt x="3918" y="1069"/>
                    <a:pt x="3471" y="514"/>
                    <a:pt x="2975"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7" name="Google Shape;20697;p90"/>
            <p:cNvSpPr/>
            <p:nvPr/>
          </p:nvSpPr>
          <p:spPr>
            <a:xfrm>
              <a:off x="3745542" y="1608439"/>
              <a:ext cx="44928" cy="50643"/>
            </a:xfrm>
            <a:custGeom>
              <a:rect b="b" l="l" r="r" t="t"/>
              <a:pathLst>
                <a:path extrusionOk="0" h="1932" w="1714">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45"/>
                    <a:pt x="1625" y="655"/>
                    <a:pt x="1516" y="655"/>
                  </a:cubicBezTo>
                  <a:cubicBezTo>
                    <a:pt x="1513" y="655"/>
                    <a:pt x="1511" y="655"/>
                    <a:pt x="1509" y="655"/>
                  </a:cubicBezTo>
                  <a:cubicBezTo>
                    <a:pt x="1397" y="655"/>
                    <a:pt x="1305" y="743"/>
                    <a:pt x="1305" y="855"/>
                  </a:cubicBezTo>
                  <a:lnTo>
                    <a:pt x="1305" y="1077"/>
                  </a:lnTo>
                  <a:cubicBezTo>
                    <a:pt x="1298" y="1320"/>
                    <a:pt x="1098" y="1513"/>
                    <a:pt x="855" y="1513"/>
                  </a:cubicBezTo>
                  <a:cubicBezTo>
                    <a:pt x="613" y="1513"/>
                    <a:pt x="416" y="132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8" name="Google Shape;20698;p90"/>
            <p:cNvSpPr/>
            <p:nvPr/>
          </p:nvSpPr>
          <p:spPr>
            <a:xfrm>
              <a:off x="3617599" y="1719580"/>
              <a:ext cx="21075" cy="16671"/>
            </a:xfrm>
            <a:custGeom>
              <a:rect b="b" l="l" r="r" t="t"/>
              <a:pathLst>
                <a:path extrusionOk="0" h="636" w="804">
                  <a:moveTo>
                    <a:pt x="510" y="1"/>
                  </a:moveTo>
                  <a:cubicBezTo>
                    <a:pt x="462" y="1"/>
                    <a:pt x="412" y="20"/>
                    <a:pt x="367" y="65"/>
                  </a:cubicBezTo>
                  <a:lnTo>
                    <a:pt x="149" y="283"/>
                  </a:lnTo>
                  <a:cubicBezTo>
                    <a:pt x="0" y="431"/>
                    <a:pt x="135" y="635"/>
                    <a:pt x="293" y="635"/>
                  </a:cubicBezTo>
                  <a:cubicBezTo>
                    <a:pt x="341" y="635"/>
                    <a:pt x="392" y="616"/>
                    <a:pt x="437" y="571"/>
                  </a:cubicBezTo>
                  <a:lnTo>
                    <a:pt x="655" y="353"/>
                  </a:lnTo>
                  <a:cubicBezTo>
                    <a:pt x="803" y="205"/>
                    <a:pt x="668" y="1"/>
                    <a:pt x="5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9" name="Google Shape;20699;p90"/>
            <p:cNvSpPr/>
            <p:nvPr/>
          </p:nvSpPr>
          <p:spPr>
            <a:xfrm>
              <a:off x="3596131" y="1508648"/>
              <a:ext cx="367630" cy="347289"/>
            </a:xfrm>
            <a:custGeom>
              <a:rect b="b" l="l" r="r" t="t"/>
              <a:pathLst>
                <a:path extrusionOk="0" h="13249" w="14025">
                  <a:moveTo>
                    <a:pt x="7079" y="763"/>
                  </a:moveTo>
                  <a:lnTo>
                    <a:pt x="7079" y="763"/>
                  </a:lnTo>
                  <a:cubicBezTo>
                    <a:pt x="7016" y="1163"/>
                    <a:pt x="7012" y="1571"/>
                    <a:pt x="7069" y="1976"/>
                  </a:cubicBezTo>
                  <a:cubicBezTo>
                    <a:pt x="6949" y="2004"/>
                    <a:pt x="6763" y="2071"/>
                    <a:pt x="6485" y="2229"/>
                  </a:cubicBezTo>
                  <a:lnTo>
                    <a:pt x="5764" y="1146"/>
                  </a:lnTo>
                  <a:cubicBezTo>
                    <a:pt x="6182" y="960"/>
                    <a:pt x="6626" y="829"/>
                    <a:pt x="7079" y="763"/>
                  </a:cubicBezTo>
                  <a:close/>
                  <a:moveTo>
                    <a:pt x="8436" y="724"/>
                  </a:moveTo>
                  <a:lnTo>
                    <a:pt x="8436" y="724"/>
                  </a:lnTo>
                  <a:cubicBezTo>
                    <a:pt x="9182" y="805"/>
                    <a:pt x="9903" y="1026"/>
                    <a:pt x="10564" y="1374"/>
                  </a:cubicBezTo>
                  <a:cubicBezTo>
                    <a:pt x="10778" y="1491"/>
                    <a:pt x="10986" y="1614"/>
                    <a:pt x="11186" y="1747"/>
                  </a:cubicBezTo>
                  <a:cubicBezTo>
                    <a:pt x="11320" y="2327"/>
                    <a:pt x="11394" y="2918"/>
                    <a:pt x="11408" y="3516"/>
                  </a:cubicBezTo>
                  <a:cubicBezTo>
                    <a:pt x="11109" y="3235"/>
                    <a:pt x="10789" y="2974"/>
                    <a:pt x="10455" y="2739"/>
                  </a:cubicBezTo>
                  <a:cubicBezTo>
                    <a:pt x="9688" y="2208"/>
                    <a:pt x="9105" y="2018"/>
                    <a:pt x="8876" y="1955"/>
                  </a:cubicBezTo>
                  <a:cubicBezTo>
                    <a:pt x="8788" y="1406"/>
                    <a:pt x="8623" y="1012"/>
                    <a:pt x="8436" y="724"/>
                  </a:cubicBezTo>
                  <a:close/>
                  <a:moveTo>
                    <a:pt x="11679" y="2095"/>
                  </a:moveTo>
                  <a:lnTo>
                    <a:pt x="11679" y="2095"/>
                  </a:lnTo>
                  <a:cubicBezTo>
                    <a:pt x="12192" y="2500"/>
                    <a:pt x="12670" y="2950"/>
                    <a:pt x="13099" y="3446"/>
                  </a:cubicBezTo>
                  <a:cubicBezTo>
                    <a:pt x="13082" y="4036"/>
                    <a:pt x="13008" y="4624"/>
                    <a:pt x="12881" y="5200"/>
                  </a:cubicBezTo>
                  <a:cubicBezTo>
                    <a:pt x="12554" y="4750"/>
                    <a:pt x="12203" y="4325"/>
                    <a:pt x="11819" y="3920"/>
                  </a:cubicBezTo>
                  <a:cubicBezTo>
                    <a:pt x="11830" y="3309"/>
                    <a:pt x="11784" y="2697"/>
                    <a:pt x="11679" y="2095"/>
                  </a:cubicBezTo>
                  <a:close/>
                  <a:moveTo>
                    <a:pt x="3215" y="5401"/>
                  </a:moveTo>
                  <a:cubicBezTo>
                    <a:pt x="3390" y="5654"/>
                    <a:pt x="3925" y="6174"/>
                    <a:pt x="5409" y="6354"/>
                  </a:cubicBezTo>
                  <a:cubicBezTo>
                    <a:pt x="7273" y="6575"/>
                    <a:pt x="7543" y="7711"/>
                    <a:pt x="7568" y="8235"/>
                  </a:cubicBezTo>
                  <a:cubicBezTo>
                    <a:pt x="7329" y="8323"/>
                    <a:pt x="7072" y="8421"/>
                    <a:pt x="6808" y="8523"/>
                  </a:cubicBezTo>
                  <a:cubicBezTo>
                    <a:pt x="6752" y="8281"/>
                    <a:pt x="6654" y="8049"/>
                    <a:pt x="6513" y="7841"/>
                  </a:cubicBezTo>
                  <a:cubicBezTo>
                    <a:pt x="6024" y="7117"/>
                    <a:pt x="5173" y="6807"/>
                    <a:pt x="4547" y="6677"/>
                  </a:cubicBezTo>
                  <a:cubicBezTo>
                    <a:pt x="4396" y="6646"/>
                    <a:pt x="4245" y="6603"/>
                    <a:pt x="4097" y="6551"/>
                  </a:cubicBezTo>
                  <a:cubicBezTo>
                    <a:pt x="4070" y="6541"/>
                    <a:pt x="4045" y="6537"/>
                    <a:pt x="4021" y="6537"/>
                  </a:cubicBezTo>
                  <a:cubicBezTo>
                    <a:pt x="3817" y="6537"/>
                    <a:pt x="3733" y="6856"/>
                    <a:pt x="3960" y="6937"/>
                  </a:cubicBezTo>
                  <a:cubicBezTo>
                    <a:pt x="4125" y="6994"/>
                    <a:pt x="4294" y="7039"/>
                    <a:pt x="4463" y="7075"/>
                  </a:cubicBezTo>
                  <a:cubicBezTo>
                    <a:pt x="6168" y="7433"/>
                    <a:pt x="6393" y="8457"/>
                    <a:pt x="6422" y="8675"/>
                  </a:cubicBezTo>
                  <a:cubicBezTo>
                    <a:pt x="6158" y="8780"/>
                    <a:pt x="5887" y="8889"/>
                    <a:pt x="5616" y="8998"/>
                  </a:cubicBezTo>
                  <a:cubicBezTo>
                    <a:pt x="5500" y="8573"/>
                    <a:pt x="5047" y="7753"/>
                    <a:pt x="3310" y="7261"/>
                  </a:cubicBezTo>
                  <a:cubicBezTo>
                    <a:pt x="2430" y="7011"/>
                    <a:pt x="2226" y="6421"/>
                    <a:pt x="2191" y="6287"/>
                  </a:cubicBezTo>
                  <a:lnTo>
                    <a:pt x="2652" y="5886"/>
                  </a:lnTo>
                  <a:cubicBezTo>
                    <a:pt x="2768" y="6115"/>
                    <a:pt x="2930" y="6319"/>
                    <a:pt x="3134" y="6480"/>
                  </a:cubicBezTo>
                  <a:cubicBezTo>
                    <a:pt x="3176" y="6516"/>
                    <a:pt x="3221" y="6530"/>
                    <a:pt x="3263" y="6530"/>
                  </a:cubicBezTo>
                  <a:cubicBezTo>
                    <a:pt x="3428" y="6530"/>
                    <a:pt x="3559" y="6304"/>
                    <a:pt x="3394" y="6164"/>
                  </a:cubicBezTo>
                  <a:cubicBezTo>
                    <a:pt x="3060" y="5890"/>
                    <a:pt x="2982" y="5626"/>
                    <a:pt x="2979" y="5612"/>
                  </a:cubicBezTo>
                  <a:cubicBezTo>
                    <a:pt x="2979" y="5608"/>
                    <a:pt x="2979" y="5605"/>
                    <a:pt x="2979" y="5605"/>
                  </a:cubicBezTo>
                  <a:lnTo>
                    <a:pt x="3215" y="5401"/>
                  </a:lnTo>
                  <a:close/>
                  <a:moveTo>
                    <a:pt x="7561" y="460"/>
                  </a:moveTo>
                  <a:lnTo>
                    <a:pt x="7561" y="460"/>
                  </a:lnTo>
                  <a:cubicBezTo>
                    <a:pt x="7712" y="538"/>
                    <a:pt x="7846" y="643"/>
                    <a:pt x="7955" y="770"/>
                  </a:cubicBezTo>
                  <a:cubicBezTo>
                    <a:pt x="8331" y="1195"/>
                    <a:pt x="8531" y="1902"/>
                    <a:pt x="8531" y="2813"/>
                  </a:cubicBezTo>
                  <a:cubicBezTo>
                    <a:pt x="8531" y="2925"/>
                    <a:pt x="8623" y="3017"/>
                    <a:pt x="8735" y="3017"/>
                  </a:cubicBezTo>
                  <a:cubicBezTo>
                    <a:pt x="8848" y="3017"/>
                    <a:pt x="8939" y="2925"/>
                    <a:pt x="8939" y="2813"/>
                  </a:cubicBezTo>
                  <a:cubicBezTo>
                    <a:pt x="8939" y="2665"/>
                    <a:pt x="8936" y="2528"/>
                    <a:pt x="8925" y="2398"/>
                  </a:cubicBezTo>
                  <a:lnTo>
                    <a:pt x="8925" y="2398"/>
                  </a:lnTo>
                  <a:cubicBezTo>
                    <a:pt x="9189" y="2486"/>
                    <a:pt x="9660" y="2683"/>
                    <a:pt x="10251" y="3094"/>
                  </a:cubicBezTo>
                  <a:cubicBezTo>
                    <a:pt x="10666" y="3386"/>
                    <a:pt x="11053" y="3716"/>
                    <a:pt x="11408" y="4082"/>
                  </a:cubicBezTo>
                  <a:cubicBezTo>
                    <a:pt x="11397" y="4430"/>
                    <a:pt x="11362" y="4775"/>
                    <a:pt x="11302" y="5119"/>
                  </a:cubicBezTo>
                  <a:cubicBezTo>
                    <a:pt x="11275" y="5270"/>
                    <a:pt x="11390" y="5359"/>
                    <a:pt x="11505" y="5359"/>
                  </a:cubicBezTo>
                  <a:cubicBezTo>
                    <a:pt x="11594" y="5359"/>
                    <a:pt x="11682" y="5306"/>
                    <a:pt x="11703" y="5190"/>
                  </a:cubicBezTo>
                  <a:cubicBezTo>
                    <a:pt x="11745" y="4954"/>
                    <a:pt x="11774" y="4719"/>
                    <a:pt x="11795" y="4490"/>
                  </a:cubicBezTo>
                  <a:cubicBezTo>
                    <a:pt x="12136" y="4880"/>
                    <a:pt x="12452" y="5288"/>
                    <a:pt x="12748" y="5717"/>
                  </a:cubicBezTo>
                  <a:cubicBezTo>
                    <a:pt x="12656" y="6020"/>
                    <a:pt x="12547" y="6315"/>
                    <a:pt x="12417" y="6603"/>
                  </a:cubicBezTo>
                  <a:cubicBezTo>
                    <a:pt x="12090" y="7349"/>
                    <a:pt x="11626" y="8024"/>
                    <a:pt x="11053" y="8601"/>
                  </a:cubicBezTo>
                  <a:cubicBezTo>
                    <a:pt x="10279" y="9378"/>
                    <a:pt x="9505" y="9744"/>
                    <a:pt x="9221" y="9867"/>
                  </a:cubicBezTo>
                  <a:cubicBezTo>
                    <a:pt x="9112" y="9610"/>
                    <a:pt x="9010" y="9371"/>
                    <a:pt x="8918" y="9160"/>
                  </a:cubicBezTo>
                  <a:cubicBezTo>
                    <a:pt x="10167" y="8502"/>
                    <a:pt x="11025" y="7475"/>
                    <a:pt x="11475" y="6108"/>
                  </a:cubicBezTo>
                  <a:cubicBezTo>
                    <a:pt x="11524" y="5948"/>
                    <a:pt x="11397" y="5838"/>
                    <a:pt x="11272" y="5838"/>
                  </a:cubicBezTo>
                  <a:cubicBezTo>
                    <a:pt x="11194" y="5838"/>
                    <a:pt x="11117" y="5881"/>
                    <a:pt x="11084" y="5981"/>
                  </a:cubicBezTo>
                  <a:cubicBezTo>
                    <a:pt x="10676" y="7236"/>
                    <a:pt x="9892" y="8179"/>
                    <a:pt x="8756" y="8787"/>
                  </a:cubicBezTo>
                  <a:cubicBezTo>
                    <a:pt x="8669" y="8583"/>
                    <a:pt x="8595" y="8421"/>
                    <a:pt x="8549" y="8316"/>
                  </a:cubicBezTo>
                  <a:cubicBezTo>
                    <a:pt x="9182" y="8049"/>
                    <a:pt x="9593" y="7634"/>
                    <a:pt x="9776" y="7082"/>
                  </a:cubicBezTo>
                  <a:cubicBezTo>
                    <a:pt x="10244" y="5643"/>
                    <a:pt x="8953" y="3808"/>
                    <a:pt x="8901" y="3727"/>
                  </a:cubicBezTo>
                  <a:cubicBezTo>
                    <a:pt x="8856" y="3665"/>
                    <a:pt x="8798" y="3639"/>
                    <a:pt x="8741" y="3639"/>
                  </a:cubicBezTo>
                  <a:cubicBezTo>
                    <a:pt x="8595" y="3639"/>
                    <a:pt x="8455" y="3807"/>
                    <a:pt x="8567" y="3966"/>
                  </a:cubicBezTo>
                  <a:cubicBezTo>
                    <a:pt x="8581" y="3980"/>
                    <a:pt x="9794" y="5714"/>
                    <a:pt x="9386" y="6955"/>
                  </a:cubicBezTo>
                  <a:cubicBezTo>
                    <a:pt x="9312" y="7184"/>
                    <a:pt x="9178" y="7391"/>
                    <a:pt x="8999" y="7556"/>
                  </a:cubicBezTo>
                  <a:cubicBezTo>
                    <a:pt x="9115" y="7022"/>
                    <a:pt x="9122" y="6132"/>
                    <a:pt x="8538" y="4849"/>
                  </a:cubicBezTo>
                  <a:cubicBezTo>
                    <a:pt x="8500" y="4764"/>
                    <a:pt x="8430" y="4728"/>
                    <a:pt x="8360" y="4728"/>
                  </a:cubicBezTo>
                  <a:cubicBezTo>
                    <a:pt x="8227" y="4728"/>
                    <a:pt x="8092" y="4856"/>
                    <a:pt x="8166" y="5018"/>
                  </a:cubicBezTo>
                  <a:cubicBezTo>
                    <a:pt x="8429" y="5598"/>
                    <a:pt x="8725" y="6449"/>
                    <a:pt x="8640" y="7236"/>
                  </a:cubicBezTo>
                  <a:cubicBezTo>
                    <a:pt x="8591" y="7686"/>
                    <a:pt x="8433" y="7912"/>
                    <a:pt x="8426" y="7922"/>
                  </a:cubicBezTo>
                  <a:cubicBezTo>
                    <a:pt x="8342" y="7961"/>
                    <a:pt x="8032" y="8070"/>
                    <a:pt x="7965" y="8091"/>
                  </a:cubicBezTo>
                  <a:cubicBezTo>
                    <a:pt x="7923" y="7634"/>
                    <a:pt x="7740" y="7198"/>
                    <a:pt x="7438" y="6853"/>
                  </a:cubicBezTo>
                  <a:cubicBezTo>
                    <a:pt x="7002" y="6357"/>
                    <a:pt x="6334" y="6055"/>
                    <a:pt x="5458" y="5949"/>
                  </a:cubicBezTo>
                  <a:cubicBezTo>
                    <a:pt x="3981" y="5774"/>
                    <a:pt x="3591" y="5236"/>
                    <a:pt x="3528" y="5130"/>
                  </a:cubicBezTo>
                  <a:cubicBezTo>
                    <a:pt x="4495" y="4293"/>
                    <a:pt x="5405" y="3516"/>
                    <a:pt x="5813" y="3189"/>
                  </a:cubicBezTo>
                  <a:cubicBezTo>
                    <a:pt x="6573" y="2581"/>
                    <a:pt x="6995" y="2419"/>
                    <a:pt x="7149" y="2377"/>
                  </a:cubicBezTo>
                  <a:cubicBezTo>
                    <a:pt x="7174" y="2475"/>
                    <a:pt x="7202" y="2574"/>
                    <a:pt x="7241" y="2669"/>
                  </a:cubicBezTo>
                  <a:cubicBezTo>
                    <a:pt x="7277" y="2760"/>
                    <a:pt x="7349" y="2799"/>
                    <a:pt x="7422" y="2799"/>
                  </a:cubicBezTo>
                  <a:cubicBezTo>
                    <a:pt x="7551" y="2799"/>
                    <a:pt x="7682" y="2679"/>
                    <a:pt x="7617" y="2517"/>
                  </a:cubicBezTo>
                  <a:cubicBezTo>
                    <a:pt x="7614" y="2510"/>
                    <a:pt x="7258" y="1589"/>
                    <a:pt x="7561" y="460"/>
                  </a:cubicBezTo>
                  <a:close/>
                  <a:moveTo>
                    <a:pt x="1864" y="6575"/>
                  </a:moveTo>
                  <a:cubicBezTo>
                    <a:pt x="1998" y="6885"/>
                    <a:pt x="2346" y="7409"/>
                    <a:pt x="3201" y="7651"/>
                  </a:cubicBezTo>
                  <a:cubicBezTo>
                    <a:pt x="3795" y="7820"/>
                    <a:pt x="4593" y="8137"/>
                    <a:pt x="5011" y="8689"/>
                  </a:cubicBezTo>
                  <a:cubicBezTo>
                    <a:pt x="5120" y="8822"/>
                    <a:pt x="5198" y="8984"/>
                    <a:pt x="5240" y="9153"/>
                  </a:cubicBezTo>
                  <a:lnTo>
                    <a:pt x="5212" y="9163"/>
                  </a:lnTo>
                  <a:cubicBezTo>
                    <a:pt x="4368" y="9504"/>
                    <a:pt x="3573" y="9824"/>
                    <a:pt x="3053" y="10007"/>
                  </a:cubicBezTo>
                  <a:cubicBezTo>
                    <a:pt x="3029" y="10014"/>
                    <a:pt x="3005" y="10018"/>
                    <a:pt x="2981" y="10018"/>
                  </a:cubicBezTo>
                  <a:cubicBezTo>
                    <a:pt x="2933" y="10018"/>
                    <a:pt x="2885" y="10004"/>
                    <a:pt x="2845" y="9976"/>
                  </a:cubicBezTo>
                  <a:lnTo>
                    <a:pt x="2388" y="9656"/>
                  </a:lnTo>
                  <a:cubicBezTo>
                    <a:pt x="2511" y="9589"/>
                    <a:pt x="2648" y="9504"/>
                    <a:pt x="2810" y="9403"/>
                  </a:cubicBezTo>
                  <a:cubicBezTo>
                    <a:pt x="3236" y="9135"/>
                    <a:pt x="3612" y="8868"/>
                    <a:pt x="3626" y="8857"/>
                  </a:cubicBezTo>
                  <a:cubicBezTo>
                    <a:pt x="3807" y="8728"/>
                    <a:pt x="3683" y="8485"/>
                    <a:pt x="3512" y="8485"/>
                  </a:cubicBezTo>
                  <a:cubicBezTo>
                    <a:pt x="3473" y="8485"/>
                    <a:pt x="3431" y="8498"/>
                    <a:pt x="3390" y="8527"/>
                  </a:cubicBezTo>
                  <a:cubicBezTo>
                    <a:pt x="2701" y="9016"/>
                    <a:pt x="1840" y="9540"/>
                    <a:pt x="1646" y="9540"/>
                  </a:cubicBezTo>
                  <a:cubicBezTo>
                    <a:pt x="873" y="9462"/>
                    <a:pt x="496" y="8133"/>
                    <a:pt x="458" y="7985"/>
                  </a:cubicBezTo>
                  <a:cubicBezTo>
                    <a:pt x="433" y="7901"/>
                    <a:pt x="461" y="7810"/>
                    <a:pt x="524" y="7753"/>
                  </a:cubicBezTo>
                  <a:cubicBezTo>
                    <a:pt x="788" y="7521"/>
                    <a:pt x="1277" y="7085"/>
                    <a:pt x="1864" y="6575"/>
                  </a:cubicBezTo>
                  <a:close/>
                  <a:moveTo>
                    <a:pt x="7427" y="0"/>
                  </a:moveTo>
                  <a:cubicBezTo>
                    <a:pt x="7339" y="0"/>
                    <a:pt x="7262" y="56"/>
                    <a:pt x="7234" y="140"/>
                  </a:cubicBezTo>
                  <a:cubicBezTo>
                    <a:pt x="7213" y="207"/>
                    <a:pt x="7192" y="274"/>
                    <a:pt x="7174" y="341"/>
                  </a:cubicBezTo>
                  <a:cubicBezTo>
                    <a:pt x="6080" y="478"/>
                    <a:pt x="5395" y="882"/>
                    <a:pt x="5363" y="900"/>
                  </a:cubicBezTo>
                  <a:cubicBezTo>
                    <a:pt x="5265" y="960"/>
                    <a:pt x="5233" y="1090"/>
                    <a:pt x="5300" y="1188"/>
                  </a:cubicBezTo>
                  <a:lnTo>
                    <a:pt x="6137" y="2447"/>
                  </a:lnTo>
                  <a:cubicBezTo>
                    <a:pt x="5968" y="2563"/>
                    <a:pt x="5775" y="2700"/>
                    <a:pt x="5560" y="2876"/>
                  </a:cubicBezTo>
                  <a:cubicBezTo>
                    <a:pt x="4625" y="3621"/>
                    <a:pt x="1129" y="6667"/>
                    <a:pt x="254" y="7454"/>
                  </a:cubicBezTo>
                  <a:cubicBezTo>
                    <a:pt x="74" y="7616"/>
                    <a:pt x="1" y="7862"/>
                    <a:pt x="60" y="8094"/>
                  </a:cubicBezTo>
                  <a:cubicBezTo>
                    <a:pt x="162" y="8471"/>
                    <a:pt x="317" y="8829"/>
                    <a:pt x="517" y="9163"/>
                  </a:cubicBezTo>
                  <a:cubicBezTo>
                    <a:pt x="823" y="9645"/>
                    <a:pt x="1189" y="9909"/>
                    <a:pt x="1604" y="9951"/>
                  </a:cubicBezTo>
                  <a:lnTo>
                    <a:pt x="1646" y="9951"/>
                  </a:lnTo>
                  <a:cubicBezTo>
                    <a:pt x="1717" y="9951"/>
                    <a:pt x="1819" y="9933"/>
                    <a:pt x="1977" y="9867"/>
                  </a:cubicBezTo>
                  <a:lnTo>
                    <a:pt x="2613" y="10310"/>
                  </a:lnTo>
                  <a:cubicBezTo>
                    <a:pt x="2719" y="10384"/>
                    <a:pt x="2849" y="10426"/>
                    <a:pt x="2979" y="10426"/>
                  </a:cubicBezTo>
                  <a:cubicBezTo>
                    <a:pt x="3049" y="10426"/>
                    <a:pt x="3120" y="10415"/>
                    <a:pt x="3186" y="10391"/>
                  </a:cubicBezTo>
                  <a:cubicBezTo>
                    <a:pt x="3714" y="10208"/>
                    <a:pt x="4516" y="9884"/>
                    <a:pt x="5363" y="9540"/>
                  </a:cubicBezTo>
                  <a:cubicBezTo>
                    <a:pt x="6372" y="9132"/>
                    <a:pt x="7413" y="8710"/>
                    <a:pt x="8162" y="8453"/>
                  </a:cubicBezTo>
                  <a:cubicBezTo>
                    <a:pt x="8391" y="8959"/>
                    <a:pt x="9312" y="11048"/>
                    <a:pt x="10065" y="13112"/>
                  </a:cubicBezTo>
                  <a:cubicBezTo>
                    <a:pt x="10100" y="13208"/>
                    <a:pt x="10175" y="13249"/>
                    <a:pt x="10250" y="13249"/>
                  </a:cubicBezTo>
                  <a:cubicBezTo>
                    <a:pt x="10377" y="13249"/>
                    <a:pt x="10505" y="13134"/>
                    <a:pt x="10448" y="12975"/>
                  </a:cubicBezTo>
                  <a:cubicBezTo>
                    <a:pt x="10371" y="12764"/>
                    <a:pt x="10293" y="12557"/>
                    <a:pt x="10216" y="12346"/>
                  </a:cubicBezTo>
                  <a:cubicBezTo>
                    <a:pt x="10550" y="12184"/>
                    <a:pt x="11886" y="11495"/>
                    <a:pt x="12973" y="10510"/>
                  </a:cubicBezTo>
                  <a:cubicBezTo>
                    <a:pt x="13129" y="10367"/>
                    <a:pt x="12996" y="10151"/>
                    <a:pt x="12834" y="10151"/>
                  </a:cubicBezTo>
                  <a:cubicBezTo>
                    <a:pt x="12789" y="10151"/>
                    <a:pt x="12742" y="10168"/>
                    <a:pt x="12698" y="10208"/>
                  </a:cubicBezTo>
                  <a:cubicBezTo>
                    <a:pt x="11693" y="11119"/>
                    <a:pt x="10434" y="11783"/>
                    <a:pt x="10068" y="11966"/>
                  </a:cubicBezTo>
                  <a:cubicBezTo>
                    <a:pt x="9980" y="11737"/>
                    <a:pt x="9892" y="11509"/>
                    <a:pt x="9801" y="11287"/>
                  </a:cubicBezTo>
                  <a:cubicBezTo>
                    <a:pt x="10272" y="11069"/>
                    <a:pt x="11760" y="10299"/>
                    <a:pt x="12871" y="8942"/>
                  </a:cubicBezTo>
                  <a:cubicBezTo>
                    <a:pt x="12998" y="8786"/>
                    <a:pt x="12858" y="8605"/>
                    <a:pt x="12707" y="8605"/>
                  </a:cubicBezTo>
                  <a:cubicBezTo>
                    <a:pt x="12654" y="8605"/>
                    <a:pt x="12599" y="8628"/>
                    <a:pt x="12554" y="8682"/>
                  </a:cubicBezTo>
                  <a:cubicBezTo>
                    <a:pt x="11524" y="9941"/>
                    <a:pt x="10114" y="10686"/>
                    <a:pt x="9650" y="10908"/>
                  </a:cubicBezTo>
                  <a:cubicBezTo>
                    <a:pt x="9555" y="10679"/>
                    <a:pt x="9463" y="10454"/>
                    <a:pt x="9375" y="10243"/>
                  </a:cubicBezTo>
                  <a:cubicBezTo>
                    <a:pt x="9699" y="10113"/>
                    <a:pt x="10504" y="9723"/>
                    <a:pt x="11324" y="8907"/>
                  </a:cubicBezTo>
                  <a:cubicBezTo>
                    <a:pt x="11939" y="8295"/>
                    <a:pt x="12431" y="7574"/>
                    <a:pt x="12783" y="6783"/>
                  </a:cubicBezTo>
                  <a:cubicBezTo>
                    <a:pt x="12874" y="6579"/>
                    <a:pt x="12955" y="6368"/>
                    <a:pt x="13029" y="6150"/>
                  </a:cubicBezTo>
                  <a:cubicBezTo>
                    <a:pt x="13212" y="6438"/>
                    <a:pt x="13374" y="6712"/>
                    <a:pt x="13518" y="6969"/>
                  </a:cubicBezTo>
                  <a:cubicBezTo>
                    <a:pt x="13409" y="7300"/>
                    <a:pt x="13268" y="7616"/>
                    <a:pt x="13092" y="7915"/>
                  </a:cubicBezTo>
                  <a:cubicBezTo>
                    <a:pt x="12998" y="8077"/>
                    <a:pt x="13135" y="8225"/>
                    <a:pt x="13275" y="8225"/>
                  </a:cubicBezTo>
                  <a:cubicBezTo>
                    <a:pt x="13338" y="8225"/>
                    <a:pt x="13401" y="8195"/>
                    <a:pt x="13444" y="8123"/>
                  </a:cubicBezTo>
                  <a:cubicBezTo>
                    <a:pt x="13651" y="7771"/>
                    <a:pt x="13817" y="7398"/>
                    <a:pt x="13936" y="7011"/>
                  </a:cubicBezTo>
                  <a:cubicBezTo>
                    <a:pt x="13936" y="7004"/>
                    <a:pt x="13936" y="7001"/>
                    <a:pt x="13940" y="6997"/>
                  </a:cubicBezTo>
                  <a:cubicBezTo>
                    <a:pt x="13943" y="6994"/>
                    <a:pt x="13940" y="6994"/>
                    <a:pt x="13940" y="6990"/>
                  </a:cubicBezTo>
                  <a:lnTo>
                    <a:pt x="13940" y="6980"/>
                  </a:lnTo>
                  <a:lnTo>
                    <a:pt x="13940" y="6969"/>
                  </a:lnTo>
                  <a:lnTo>
                    <a:pt x="13940" y="6962"/>
                  </a:lnTo>
                  <a:lnTo>
                    <a:pt x="13940" y="6952"/>
                  </a:lnTo>
                  <a:lnTo>
                    <a:pt x="13940" y="6941"/>
                  </a:lnTo>
                  <a:lnTo>
                    <a:pt x="13940" y="6930"/>
                  </a:lnTo>
                  <a:lnTo>
                    <a:pt x="13940" y="6916"/>
                  </a:lnTo>
                  <a:lnTo>
                    <a:pt x="13940" y="6909"/>
                  </a:lnTo>
                  <a:cubicBezTo>
                    <a:pt x="13940" y="6909"/>
                    <a:pt x="13940" y="6902"/>
                    <a:pt x="13936" y="6899"/>
                  </a:cubicBezTo>
                  <a:cubicBezTo>
                    <a:pt x="13933" y="6895"/>
                    <a:pt x="13936" y="6895"/>
                    <a:pt x="13936" y="6892"/>
                  </a:cubicBezTo>
                  <a:lnTo>
                    <a:pt x="13933" y="6881"/>
                  </a:lnTo>
                  <a:lnTo>
                    <a:pt x="13929" y="6874"/>
                  </a:lnTo>
                  <a:lnTo>
                    <a:pt x="13926" y="6867"/>
                  </a:lnTo>
                  <a:lnTo>
                    <a:pt x="13919" y="6857"/>
                  </a:lnTo>
                  <a:cubicBezTo>
                    <a:pt x="13676" y="6417"/>
                    <a:pt x="13433" y="6013"/>
                    <a:pt x="13187" y="5647"/>
                  </a:cubicBezTo>
                  <a:cubicBezTo>
                    <a:pt x="13342" y="5077"/>
                    <a:pt x="13440" y="4494"/>
                    <a:pt x="13483" y="3906"/>
                  </a:cubicBezTo>
                  <a:cubicBezTo>
                    <a:pt x="13514" y="3949"/>
                    <a:pt x="13549" y="3987"/>
                    <a:pt x="13581" y="4029"/>
                  </a:cubicBezTo>
                  <a:cubicBezTo>
                    <a:pt x="13626" y="4087"/>
                    <a:pt x="13682" y="4111"/>
                    <a:pt x="13737" y="4111"/>
                  </a:cubicBezTo>
                  <a:cubicBezTo>
                    <a:pt x="13885" y="4111"/>
                    <a:pt x="14024" y="3936"/>
                    <a:pt x="13901" y="3780"/>
                  </a:cubicBezTo>
                  <a:cubicBezTo>
                    <a:pt x="12927" y="2531"/>
                    <a:pt x="11869" y="1603"/>
                    <a:pt x="10754" y="1023"/>
                  </a:cubicBezTo>
                  <a:cubicBezTo>
                    <a:pt x="9878" y="569"/>
                    <a:pt x="8967" y="327"/>
                    <a:pt x="8050" y="298"/>
                  </a:cubicBezTo>
                  <a:cubicBezTo>
                    <a:pt x="7751" y="56"/>
                    <a:pt x="7487" y="7"/>
                    <a:pt x="7462" y="3"/>
                  </a:cubicBezTo>
                  <a:cubicBezTo>
                    <a:pt x="7450" y="1"/>
                    <a:pt x="7439" y="0"/>
                    <a:pt x="74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0" name="Google Shape;20700;p90"/>
            <p:cNvSpPr/>
            <p:nvPr/>
          </p:nvSpPr>
          <p:spPr>
            <a:xfrm>
              <a:off x="3941611" y="1748178"/>
              <a:ext cx="20839" cy="20472"/>
            </a:xfrm>
            <a:custGeom>
              <a:rect b="b" l="l" r="r" t="t"/>
              <a:pathLst>
                <a:path extrusionOk="0" h="781" w="795">
                  <a:moveTo>
                    <a:pt x="561" y="1"/>
                  </a:moveTo>
                  <a:cubicBezTo>
                    <a:pt x="495" y="1"/>
                    <a:pt x="431" y="33"/>
                    <a:pt x="394" y="92"/>
                  </a:cubicBezTo>
                  <a:cubicBezTo>
                    <a:pt x="313" y="208"/>
                    <a:pt x="225" y="324"/>
                    <a:pt x="130" y="444"/>
                  </a:cubicBezTo>
                  <a:cubicBezTo>
                    <a:pt x="0" y="598"/>
                    <a:pt x="138" y="780"/>
                    <a:pt x="290" y="780"/>
                  </a:cubicBezTo>
                  <a:cubicBezTo>
                    <a:pt x="343" y="780"/>
                    <a:pt x="398" y="758"/>
                    <a:pt x="443" y="704"/>
                  </a:cubicBezTo>
                  <a:cubicBezTo>
                    <a:pt x="549" y="577"/>
                    <a:pt x="647" y="447"/>
                    <a:pt x="732" y="321"/>
                  </a:cubicBezTo>
                  <a:cubicBezTo>
                    <a:pt x="795" y="226"/>
                    <a:pt x="770" y="99"/>
                    <a:pt x="675" y="36"/>
                  </a:cubicBezTo>
                  <a:cubicBezTo>
                    <a:pt x="640" y="12"/>
                    <a:pt x="60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01" name="Google Shape;20701;p90"/>
          <p:cNvGrpSpPr/>
          <p:nvPr/>
        </p:nvGrpSpPr>
        <p:grpSpPr>
          <a:xfrm>
            <a:off x="6322493" y="2422415"/>
            <a:ext cx="375809" cy="349019"/>
            <a:chOff x="6322493" y="2422415"/>
            <a:chExt cx="375809" cy="349019"/>
          </a:xfrm>
        </p:grpSpPr>
        <p:sp>
          <p:nvSpPr>
            <p:cNvPr id="20702" name="Google Shape;20702;p90"/>
            <p:cNvSpPr/>
            <p:nvPr/>
          </p:nvSpPr>
          <p:spPr>
            <a:xfrm>
              <a:off x="6551983" y="2435443"/>
              <a:ext cx="125768" cy="55151"/>
            </a:xfrm>
            <a:custGeom>
              <a:rect b="b" l="l" r="r" t="t"/>
              <a:pathLst>
                <a:path extrusionOk="0" h="2104" w="4798">
                  <a:moveTo>
                    <a:pt x="2504" y="1"/>
                  </a:moveTo>
                  <a:cubicBezTo>
                    <a:pt x="1192" y="1"/>
                    <a:pt x="1" y="183"/>
                    <a:pt x="1" y="183"/>
                  </a:cubicBezTo>
                  <a:lnTo>
                    <a:pt x="3261" y="2103"/>
                  </a:lnTo>
                  <a:cubicBezTo>
                    <a:pt x="3658" y="1495"/>
                    <a:pt x="4249" y="967"/>
                    <a:pt x="4636" y="658"/>
                  </a:cubicBezTo>
                  <a:cubicBezTo>
                    <a:pt x="4797" y="528"/>
                    <a:pt x="4741" y="264"/>
                    <a:pt x="4541" y="211"/>
                  </a:cubicBezTo>
                  <a:cubicBezTo>
                    <a:pt x="3936" y="52"/>
                    <a:pt x="3203" y="1"/>
                    <a:pt x="2504"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3" name="Google Shape;20703;p90"/>
            <p:cNvSpPr/>
            <p:nvPr/>
          </p:nvSpPr>
          <p:spPr>
            <a:xfrm>
              <a:off x="6327919" y="2427973"/>
              <a:ext cx="363384" cy="338036"/>
            </a:xfrm>
            <a:custGeom>
              <a:rect b="b" l="l" r="r" t="t"/>
              <a:pathLst>
                <a:path extrusionOk="0" h="12896" w="13863">
                  <a:moveTo>
                    <a:pt x="5628" y="0"/>
                  </a:moveTo>
                  <a:cubicBezTo>
                    <a:pt x="5158" y="0"/>
                    <a:pt x="4697" y="35"/>
                    <a:pt x="4255" y="102"/>
                  </a:cubicBezTo>
                  <a:cubicBezTo>
                    <a:pt x="2188" y="419"/>
                    <a:pt x="0" y="996"/>
                    <a:pt x="0" y="1674"/>
                  </a:cubicBezTo>
                  <a:cubicBezTo>
                    <a:pt x="0" y="2026"/>
                    <a:pt x="454" y="2483"/>
                    <a:pt x="1126" y="2782"/>
                  </a:cubicBezTo>
                  <a:cubicBezTo>
                    <a:pt x="1315" y="2866"/>
                    <a:pt x="1521" y="2896"/>
                    <a:pt x="1755" y="2896"/>
                  </a:cubicBezTo>
                  <a:cubicBezTo>
                    <a:pt x="1912" y="2896"/>
                    <a:pt x="2082" y="2883"/>
                    <a:pt x="2269" y="2863"/>
                  </a:cubicBezTo>
                  <a:cubicBezTo>
                    <a:pt x="2560" y="3693"/>
                    <a:pt x="4023" y="3992"/>
                    <a:pt x="6457" y="4234"/>
                  </a:cubicBezTo>
                  <a:cubicBezTo>
                    <a:pt x="10880" y="4674"/>
                    <a:pt x="12776" y="7867"/>
                    <a:pt x="10789" y="9959"/>
                  </a:cubicBezTo>
                  <a:cubicBezTo>
                    <a:pt x="10047" y="10740"/>
                    <a:pt x="8489" y="11105"/>
                    <a:pt x="7571" y="11257"/>
                  </a:cubicBezTo>
                  <a:cubicBezTo>
                    <a:pt x="6152" y="10699"/>
                    <a:pt x="4564" y="10601"/>
                    <a:pt x="3595" y="10601"/>
                  </a:cubicBezTo>
                  <a:cubicBezTo>
                    <a:pt x="3519" y="10601"/>
                    <a:pt x="3447" y="10602"/>
                    <a:pt x="3380" y="10603"/>
                  </a:cubicBezTo>
                  <a:cubicBezTo>
                    <a:pt x="3204" y="10606"/>
                    <a:pt x="3155" y="10845"/>
                    <a:pt x="3316" y="10919"/>
                  </a:cubicBezTo>
                  <a:lnTo>
                    <a:pt x="5152" y="11752"/>
                  </a:lnTo>
                  <a:lnTo>
                    <a:pt x="3331" y="12579"/>
                  </a:lnTo>
                  <a:cubicBezTo>
                    <a:pt x="3169" y="12653"/>
                    <a:pt x="3218" y="12895"/>
                    <a:pt x="3394" y="12895"/>
                  </a:cubicBezTo>
                  <a:cubicBezTo>
                    <a:pt x="3423" y="12895"/>
                    <a:pt x="3453" y="12896"/>
                    <a:pt x="3484" y="12896"/>
                  </a:cubicBezTo>
                  <a:cubicBezTo>
                    <a:pt x="4476" y="12896"/>
                    <a:pt x="6212" y="12779"/>
                    <a:pt x="7607" y="12094"/>
                  </a:cubicBezTo>
                  <a:cubicBezTo>
                    <a:pt x="9435" y="11953"/>
                    <a:pt x="13862" y="11622"/>
                    <a:pt x="13862" y="7030"/>
                  </a:cubicBezTo>
                  <a:cubicBezTo>
                    <a:pt x="13862" y="6495"/>
                    <a:pt x="13803" y="5964"/>
                    <a:pt x="13686" y="5444"/>
                  </a:cubicBezTo>
                  <a:cubicBezTo>
                    <a:pt x="13581" y="5018"/>
                    <a:pt x="13430" y="4607"/>
                    <a:pt x="13240" y="4213"/>
                  </a:cubicBezTo>
                  <a:cubicBezTo>
                    <a:pt x="13018" y="3731"/>
                    <a:pt x="12734" y="3278"/>
                    <a:pt x="12399" y="2866"/>
                  </a:cubicBezTo>
                  <a:cubicBezTo>
                    <a:pt x="10783" y="931"/>
                    <a:pt x="8079" y="0"/>
                    <a:pt x="5628"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4" name="Google Shape;20704;p90"/>
            <p:cNvSpPr/>
            <p:nvPr/>
          </p:nvSpPr>
          <p:spPr>
            <a:xfrm>
              <a:off x="6327919" y="2444355"/>
              <a:ext cx="360527" cy="300553"/>
            </a:xfrm>
            <a:custGeom>
              <a:rect b="b" l="l" r="r" t="t"/>
              <a:pathLst>
                <a:path extrusionOk="0" h="11466" w="13754">
                  <a:moveTo>
                    <a:pt x="4294" y="1"/>
                  </a:moveTo>
                  <a:cubicBezTo>
                    <a:pt x="3034" y="1"/>
                    <a:pt x="1672" y="189"/>
                    <a:pt x="271" y="631"/>
                  </a:cubicBezTo>
                  <a:cubicBezTo>
                    <a:pt x="95" y="764"/>
                    <a:pt x="0" y="905"/>
                    <a:pt x="0" y="1049"/>
                  </a:cubicBezTo>
                  <a:cubicBezTo>
                    <a:pt x="0" y="1401"/>
                    <a:pt x="454" y="1858"/>
                    <a:pt x="1126" y="2157"/>
                  </a:cubicBezTo>
                  <a:cubicBezTo>
                    <a:pt x="1312" y="2240"/>
                    <a:pt x="1514" y="2269"/>
                    <a:pt x="1743" y="2269"/>
                  </a:cubicBezTo>
                  <a:cubicBezTo>
                    <a:pt x="1904" y="2269"/>
                    <a:pt x="2077" y="2255"/>
                    <a:pt x="2269" y="2234"/>
                  </a:cubicBezTo>
                  <a:cubicBezTo>
                    <a:pt x="2560" y="3068"/>
                    <a:pt x="4023" y="3363"/>
                    <a:pt x="6457" y="3609"/>
                  </a:cubicBezTo>
                  <a:cubicBezTo>
                    <a:pt x="9520" y="3915"/>
                    <a:pt x="11369" y="5543"/>
                    <a:pt x="11556" y="7203"/>
                  </a:cubicBezTo>
                  <a:cubicBezTo>
                    <a:pt x="12283" y="10034"/>
                    <a:pt x="8605" y="11314"/>
                    <a:pt x="7600" y="11465"/>
                  </a:cubicBezTo>
                  <a:cubicBezTo>
                    <a:pt x="8581" y="11388"/>
                    <a:pt x="10307" y="11258"/>
                    <a:pt x="11700" y="10449"/>
                  </a:cubicBezTo>
                  <a:cubicBezTo>
                    <a:pt x="12544" y="9717"/>
                    <a:pt x="13131" y="8648"/>
                    <a:pt x="13131" y="7069"/>
                  </a:cubicBezTo>
                  <a:cubicBezTo>
                    <a:pt x="13131" y="6538"/>
                    <a:pt x="13068" y="6015"/>
                    <a:pt x="12937" y="5501"/>
                  </a:cubicBezTo>
                  <a:cubicBezTo>
                    <a:pt x="12821" y="5076"/>
                    <a:pt x="12656" y="4664"/>
                    <a:pt x="12445" y="4274"/>
                  </a:cubicBezTo>
                  <a:cubicBezTo>
                    <a:pt x="12403" y="4193"/>
                    <a:pt x="12357" y="4116"/>
                    <a:pt x="12312" y="4038"/>
                  </a:cubicBezTo>
                  <a:lnTo>
                    <a:pt x="13588" y="3961"/>
                  </a:lnTo>
                  <a:cubicBezTo>
                    <a:pt x="13697" y="3954"/>
                    <a:pt x="13753" y="3820"/>
                    <a:pt x="13676" y="3739"/>
                  </a:cubicBezTo>
                  <a:cubicBezTo>
                    <a:pt x="13247" y="3289"/>
                    <a:pt x="12072" y="2238"/>
                    <a:pt x="10265" y="1876"/>
                  </a:cubicBezTo>
                  <a:cubicBezTo>
                    <a:pt x="9096" y="819"/>
                    <a:pt x="6917" y="1"/>
                    <a:pt x="4294"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5" name="Google Shape;20705;p90"/>
            <p:cNvSpPr/>
            <p:nvPr/>
          </p:nvSpPr>
          <p:spPr>
            <a:xfrm>
              <a:off x="6439348" y="2442258"/>
              <a:ext cx="23460" cy="23434"/>
            </a:xfrm>
            <a:custGeom>
              <a:rect b="b" l="l" r="r" t="t"/>
              <a:pathLst>
                <a:path extrusionOk="0" h="894" w="895">
                  <a:moveTo>
                    <a:pt x="447" y="1"/>
                  </a:moveTo>
                  <a:cubicBezTo>
                    <a:pt x="201" y="1"/>
                    <a:pt x="1" y="201"/>
                    <a:pt x="1" y="447"/>
                  </a:cubicBezTo>
                  <a:cubicBezTo>
                    <a:pt x="1" y="697"/>
                    <a:pt x="201" y="894"/>
                    <a:pt x="447" y="894"/>
                  </a:cubicBezTo>
                  <a:cubicBezTo>
                    <a:pt x="697" y="894"/>
                    <a:pt x="894" y="697"/>
                    <a:pt x="894" y="447"/>
                  </a:cubicBezTo>
                  <a:cubicBezTo>
                    <a:pt x="894" y="201"/>
                    <a:pt x="697" y="1"/>
                    <a:pt x="44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6" name="Google Shape;20706;p90"/>
            <p:cNvSpPr/>
            <p:nvPr/>
          </p:nvSpPr>
          <p:spPr>
            <a:xfrm>
              <a:off x="6322493" y="2422415"/>
              <a:ext cx="375809" cy="349019"/>
            </a:xfrm>
            <a:custGeom>
              <a:rect b="b" l="l" r="r" t="t"/>
              <a:pathLst>
                <a:path extrusionOk="0" h="13315" w="14337">
                  <a:moveTo>
                    <a:pt x="4909" y="965"/>
                  </a:moveTo>
                  <a:cubicBezTo>
                    <a:pt x="5039" y="965"/>
                    <a:pt x="5145" y="1074"/>
                    <a:pt x="5145" y="1204"/>
                  </a:cubicBezTo>
                  <a:cubicBezTo>
                    <a:pt x="5145" y="1347"/>
                    <a:pt x="5027" y="1442"/>
                    <a:pt x="4904" y="1442"/>
                  </a:cubicBezTo>
                  <a:cubicBezTo>
                    <a:pt x="4847" y="1442"/>
                    <a:pt x="4788" y="1420"/>
                    <a:pt x="4740" y="1373"/>
                  </a:cubicBezTo>
                  <a:cubicBezTo>
                    <a:pt x="4589" y="1222"/>
                    <a:pt x="4694" y="965"/>
                    <a:pt x="4909" y="965"/>
                  </a:cubicBezTo>
                  <a:close/>
                  <a:moveTo>
                    <a:pt x="11292" y="705"/>
                  </a:moveTo>
                  <a:cubicBezTo>
                    <a:pt x="11995" y="705"/>
                    <a:pt x="12733" y="760"/>
                    <a:pt x="13327" y="933"/>
                  </a:cubicBezTo>
                  <a:cubicBezTo>
                    <a:pt x="12983" y="1197"/>
                    <a:pt x="12441" y="1651"/>
                    <a:pt x="12026" y="2182"/>
                  </a:cubicBezTo>
                  <a:cubicBezTo>
                    <a:pt x="11351" y="1594"/>
                    <a:pt x="10581" y="1120"/>
                    <a:pt x="9751" y="782"/>
                  </a:cubicBezTo>
                  <a:cubicBezTo>
                    <a:pt x="10178" y="741"/>
                    <a:pt x="10723" y="705"/>
                    <a:pt x="11292" y="705"/>
                  </a:cubicBezTo>
                  <a:close/>
                  <a:moveTo>
                    <a:pt x="5830" y="420"/>
                  </a:moveTo>
                  <a:cubicBezTo>
                    <a:pt x="6995" y="420"/>
                    <a:pt x="8203" y="634"/>
                    <a:pt x="9290" y="1046"/>
                  </a:cubicBezTo>
                  <a:cubicBezTo>
                    <a:pt x="10602" y="1542"/>
                    <a:pt x="11678" y="2280"/>
                    <a:pt x="12452" y="3216"/>
                  </a:cubicBezTo>
                  <a:cubicBezTo>
                    <a:pt x="11903" y="2910"/>
                    <a:pt x="11312" y="2685"/>
                    <a:pt x="10701" y="2547"/>
                  </a:cubicBezTo>
                  <a:cubicBezTo>
                    <a:pt x="10300" y="2210"/>
                    <a:pt x="9860" y="1921"/>
                    <a:pt x="9392" y="1689"/>
                  </a:cubicBezTo>
                  <a:cubicBezTo>
                    <a:pt x="8643" y="1317"/>
                    <a:pt x="7771" y="1039"/>
                    <a:pt x="6801" y="867"/>
                  </a:cubicBezTo>
                  <a:cubicBezTo>
                    <a:pt x="6785" y="864"/>
                    <a:pt x="6771" y="862"/>
                    <a:pt x="6756" y="862"/>
                  </a:cubicBezTo>
                  <a:cubicBezTo>
                    <a:pt x="6519" y="862"/>
                    <a:pt x="6468" y="1232"/>
                    <a:pt x="6727" y="1278"/>
                  </a:cubicBezTo>
                  <a:cubicBezTo>
                    <a:pt x="7082" y="1341"/>
                    <a:pt x="7423" y="1419"/>
                    <a:pt x="7750" y="1514"/>
                  </a:cubicBezTo>
                  <a:cubicBezTo>
                    <a:pt x="7652" y="1953"/>
                    <a:pt x="7251" y="2245"/>
                    <a:pt x="7244" y="2249"/>
                  </a:cubicBezTo>
                  <a:cubicBezTo>
                    <a:pt x="7062" y="2382"/>
                    <a:pt x="7189" y="2631"/>
                    <a:pt x="7365" y="2631"/>
                  </a:cubicBezTo>
                  <a:cubicBezTo>
                    <a:pt x="7403" y="2631"/>
                    <a:pt x="7443" y="2620"/>
                    <a:pt x="7483" y="2593"/>
                  </a:cubicBezTo>
                  <a:cubicBezTo>
                    <a:pt x="7508" y="2576"/>
                    <a:pt x="8007" y="2220"/>
                    <a:pt x="8151" y="1633"/>
                  </a:cubicBezTo>
                  <a:cubicBezTo>
                    <a:pt x="8285" y="1679"/>
                    <a:pt x="8418" y="1725"/>
                    <a:pt x="8545" y="1774"/>
                  </a:cubicBezTo>
                  <a:cubicBezTo>
                    <a:pt x="8531" y="2136"/>
                    <a:pt x="8229" y="2414"/>
                    <a:pt x="8221" y="2421"/>
                  </a:cubicBezTo>
                  <a:cubicBezTo>
                    <a:pt x="8064" y="2567"/>
                    <a:pt x="8197" y="2785"/>
                    <a:pt x="8362" y="2785"/>
                  </a:cubicBezTo>
                  <a:cubicBezTo>
                    <a:pt x="8407" y="2785"/>
                    <a:pt x="8455" y="2769"/>
                    <a:pt x="8499" y="2730"/>
                  </a:cubicBezTo>
                  <a:cubicBezTo>
                    <a:pt x="8517" y="2716"/>
                    <a:pt x="8865" y="2403"/>
                    <a:pt x="8946" y="1939"/>
                  </a:cubicBezTo>
                  <a:cubicBezTo>
                    <a:pt x="9034" y="1981"/>
                    <a:pt x="9122" y="2020"/>
                    <a:pt x="9210" y="2062"/>
                  </a:cubicBezTo>
                  <a:cubicBezTo>
                    <a:pt x="9252" y="2083"/>
                    <a:pt x="9294" y="2108"/>
                    <a:pt x="9336" y="2129"/>
                  </a:cubicBezTo>
                  <a:cubicBezTo>
                    <a:pt x="9298" y="2365"/>
                    <a:pt x="9104" y="2547"/>
                    <a:pt x="9101" y="2551"/>
                  </a:cubicBezTo>
                  <a:cubicBezTo>
                    <a:pt x="8940" y="2698"/>
                    <a:pt x="9076" y="2918"/>
                    <a:pt x="9242" y="2918"/>
                  </a:cubicBezTo>
                  <a:cubicBezTo>
                    <a:pt x="9287" y="2918"/>
                    <a:pt x="9334" y="2902"/>
                    <a:pt x="9378" y="2864"/>
                  </a:cubicBezTo>
                  <a:cubicBezTo>
                    <a:pt x="9530" y="2720"/>
                    <a:pt x="9642" y="2544"/>
                    <a:pt x="9712" y="2347"/>
                  </a:cubicBezTo>
                  <a:cubicBezTo>
                    <a:pt x="9976" y="2512"/>
                    <a:pt x="10229" y="2699"/>
                    <a:pt x="10468" y="2899"/>
                  </a:cubicBezTo>
                  <a:cubicBezTo>
                    <a:pt x="10493" y="2920"/>
                    <a:pt x="10525" y="2938"/>
                    <a:pt x="10556" y="2945"/>
                  </a:cubicBezTo>
                  <a:cubicBezTo>
                    <a:pt x="11706" y="3205"/>
                    <a:pt x="12765" y="3775"/>
                    <a:pt x="13612" y="4598"/>
                  </a:cubicBezTo>
                  <a:lnTo>
                    <a:pt x="12392" y="4671"/>
                  </a:lnTo>
                  <a:cubicBezTo>
                    <a:pt x="12237" y="4682"/>
                    <a:pt x="12146" y="4854"/>
                    <a:pt x="12227" y="4988"/>
                  </a:cubicBezTo>
                  <a:cubicBezTo>
                    <a:pt x="12297" y="5111"/>
                    <a:pt x="12367" y="5234"/>
                    <a:pt x="12431" y="5357"/>
                  </a:cubicBezTo>
                  <a:cubicBezTo>
                    <a:pt x="12472" y="5438"/>
                    <a:pt x="12540" y="5471"/>
                    <a:pt x="12608" y="5471"/>
                  </a:cubicBezTo>
                  <a:cubicBezTo>
                    <a:pt x="12747" y="5471"/>
                    <a:pt x="12887" y="5329"/>
                    <a:pt x="12800" y="5164"/>
                  </a:cubicBezTo>
                  <a:cubicBezTo>
                    <a:pt x="12786" y="5132"/>
                    <a:pt x="12768" y="5100"/>
                    <a:pt x="12751" y="5069"/>
                  </a:cubicBezTo>
                  <a:lnTo>
                    <a:pt x="13489" y="5027"/>
                  </a:lnTo>
                  <a:cubicBezTo>
                    <a:pt x="13739" y="5737"/>
                    <a:pt x="13862" y="6486"/>
                    <a:pt x="13858" y="7238"/>
                  </a:cubicBezTo>
                  <a:cubicBezTo>
                    <a:pt x="13858" y="8184"/>
                    <a:pt x="13661" y="8997"/>
                    <a:pt x="13275" y="9665"/>
                  </a:cubicBezTo>
                  <a:cubicBezTo>
                    <a:pt x="13355" y="9457"/>
                    <a:pt x="13419" y="9243"/>
                    <a:pt x="13468" y="9025"/>
                  </a:cubicBezTo>
                  <a:cubicBezTo>
                    <a:pt x="13668" y="8110"/>
                    <a:pt x="13570" y="7073"/>
                    <a:pt x="13187" y="6032"/>
                  </a:cubicBezTo>
                  <a:cubicBezTo>
                    <a:pt x="13150" y="5934"/>
                    <a:pt x="13072" y="5892"/>
                    <a:pt x="12995" y="5892"/>
                  </a:cubicBezTo>
                  <a:cubicBezTo>
                    <a:pt x="12863" y="5892"/>
                    <a:pt x="12731" y="6011"/>
                    <a:pt x="12793" y="6176"/>
                  </a:cubicBezTo>
                  <a:cubicBezTo>
                    <a:pt x="13152" y="7143"/>
                    <a:pt x="13243" y="8100"/>
                    <a:pt x="13060" y="8937"/>
                  </a:cubicBezTo>
                  <a:cubicBezTo>
                    <a:pt x="12856" y="9869"/>
                    <a:pt x="12322" y="10656"/>
                    <a:pt x="11474" y="11282"/>
                  </a:cubicBezTo>
                  <a:cubicBezTo>
                    <a:pt x="10890" y="11571"/>
                    <a:pt x="10261" y="11750"/>
                    <a:pt x="9667" y="11866"/>
                  </a:cubicBezTo>
                  <a:cubicBezTo>
                    <a:pt x="9821" y="11789"/>
                    <a:pt x="9980" y="11701"/>
                    <a:pt x="10134" y="11609"/>
                  </a:cubicBezTo>
                  <a:cubicBezTo>
                    <a:pt x="11601" y="10720"/>
                    <a:pt x="12237" y="9485"/>
                    <a:pt x="11974" y="8033"/>
                  </a:cubicBezTo>
                  <a:cubicBezTo>
                    <a:pt x="11949" y="7794"/>
                    <a:pt x="11893" y="7558"/>
                    <a:pt x="11808" y="7337"/>
                  </a:cubicBezTo>
                  <a:cubicBezTo>
                    <a:pt x="11523" y="6556"/>
                    <a:pt x="10915" y="5856"/>
                    <a:pt x="10057" y="5315"/>
                  </a:cubicBezTo>
                  <a:cubicBezTo>
                    <a:pt x="9146" y="4738"/>
                    <a:pt x="7979" y="4365"/>
                    <a:pt x="6688" y="4239"/>
                  </a:cubicBezTo>
                  <a:cubicBezTo>
                    <a:pt x="5120" y="4081"/>
                    <a:pt x="3313" y="3827"/>
                    <a:pt x="2785" y="3251"/>
                  </a:cubicBezTo>
                  <a:cubicBezTo>
                    <a:pt x="3205" y="3202"/>
                    <a:pt x="3691" y="3148"/>
                    <a:pt x="4291" y="3148"/>
                  </a:cubicBezTo>
                  <a:cubicBezTo>
                    <a:pt x="4605" y="3148"/>
                    <a:pt x="4951" y="3163"/>
                    <a:pt x="5334" y="3201"/>
                  </a:cubicBezTo>
                  <a:cubicBezTo>
                    <a:pt x="5341" y="3202"/>
                    <a:pt x="5348" y="3202"/>
                    <a:pt x="5355" y="3202"/>
                  </a:cubicBezTo>
                  <a:cubicBezTo>
                    <a:pt x="5611" y="3202"/>
                    <a:pt x="5641" y="2817"/>
                    <a:pt x="5377" y="2787"/>
                  </a:cubicBezTo>
                  <a:cubicBezTo>
                    <a:pt x="4981" y="2746"/>
                    <a:pt x="4620" y="2731"/>
                    <a:pt x="4293" y="2731"/>
                  </a:cubicBezTo>
                  <a:cubicBezTo>
                    <a:pt x="3654" y="2731"/>
                    <a:pt x="3139" y="2789"/>
                    <a:pt x="2725" y="2836"/>
                  </a:cubicBezTo>
                  <a:cubicBezTo>
                    <a:pt x="2433" y="2868"/>
                    <a:pt x="2183" y="2896"/>
                    <a:pt x="1965" y="2896"/>
                  </a:cubicBezTo>
                  <a:cubicBezTo>
                    <a:pt x="1757" y="2896"/>
                    <a:pt x="1578" y="2871"/>
                    <a:pt x="1421" y="2801"/>
                  </a:cubicBezTo>
                  <a:cubicBezTo>
                    <a:pt x="791" y="2523"/>
                    <a:pt x="418" y="2118"/>
                    <a:pt x="418" y="1886"/>
                  </a:cubicBezTo>
                  <a:cubicBezTo>
                    <a:pt x="418" y="1837"/>
                    <a:pt x="450" y="1781"/>
                    <a:pt x="513" y="1718"/>
                  </a:cubicBezTo>
                  <a:cubicBezTo>
                    <a:pt x="802" y="1468"/>
                    <a:pt x="2236" y="1067"/>
                    <a:pt x="4269" y="1067"/>
                  </a:cubicBezTo>
                  <a:cubicBezTo>
                    <a:pt x="4181" y="1464"/>
                    <a:pt x="4476" y="1844"/>
                    <a:pt x="4881" y="1862"/>
                  </a:cubicBezTo>
                  <a:cubicBezTo>
                    <a:pt x="4891" y="1862"/>
                    <a:pt x="4900" y="1862"/>
                    <a:pt x="4910" y="1862"/>
                  </a:cubicBezTo>
                  <a:cubicBezTo>
                    <a:pt x="5304" y="1862"/>
                    <a:pt x="5611" y="1518"/>
                    <a:pt x="5560" y="1123"/>
                  </a:cubicBezTo>
                  <a:lnTo>
                    <a:pt x="5560" y="1123"/>
                  </a:lnTo>
                  <a:cubicBezTo>
                    <a:pt x="5669" y="1134"/>
                    <a:pt x="5774" y="1144"/>
                    <a:pt x="5880" y="1155"/>
                  </a:cubicBezTo>
                  <a:lnTo>
                    <a:pt x="5901" y="1155"/>
                  </a:lnTo>
                  <a:cubicBezTo>
                    <a:pt x="6164" y="1155"/>
                    <a:pt x="6185" y="768"/>
                    <a:pt x="5925" y="736"/>
                  </a:cubicBezTo>
                  <a:cubicBezTo>
                    <a:pt x="5721" y="715"/>
                    <a:pt x="5514" y="698"/>
                    <a:pt x="5306" y="684"/>
                  </a:cubicBezTo>
                  <a:cubicBezTo>
                    <a:pt x="5190" y="594"/>
                    <a:pt x="5051" y="549"/>
                    <a:pt x="4911" y="549"/>
                  </a:cubicBezTo>
                  <a:cubicBezTo>
                    <a:pt x="4789" y="549"/>
                    <a:pt x="4668" y="583"/>
                    <a:pt x="4561" y="652"/>
                  </a:cubicBezTo>
                  <a:cubicBezTo>
                    <a:pt x="4475" y="650"/>
                    <a:pt x="4390" y="649"/>
                    <a:pt x="4305" y="649"/>
                  </a:cubicBezTo>
                  <a:cubicBezTo>
                    <a:pt x="4085" y="649"/>
                    <a:pt x="3867" y="655"/>
                    <a:pt x="3654" y="663"/>
                  </a:cubicBezTo>
                  <a:cubicBezTo>
                    <a:pt x="3924" y="610"/>
                    <a:pt x="4206" y="564"/>
                    <a:pt x="4494" y="518"/>
                  </a:cubicBezTo>
                  <a:cubicBezTo>
                    <a:pt x="4926" y="452"/>
                    <a:pt x="5375" y="420"/>
                    <a:pt x="5830" y="420"/>
                  </a:cubicBezTo>
                  <a:close/>
                  <a:moveTo>
                    <a:pt x="10616" y="10744"/>
                  </a:moveTo>
                  <a:lnTo>
                    <a:pt x="10616" y="10744"/>
                  </a:lnTo>
                  <a:cubicBezTo>
                    <a:pt x="10402" y="10931"/>
                    <a:pt x="10173" y="11099"/>
                    <a:pt x="9927" y="11247"/>
                  </a:cubicBezTo>
                  <a:cubicBezTo>
                    <a:pt x="8904" y="11869"/>
                    <a:pt x="7782" y="12098"/>
                    <a:pt x="7771" y="12098"/>
                  </a:cubicBezTo>
                  <a:cubicBezTo>
                    <a:pt x="7754" y="12102"/>
                    <a:pt x="7736" y="12109"/>
                    <a:pt x="7719" y="12116"/>
                  </a:cubicBezTo>
                  <a:cubicBezTo>
                    <a:pt x="6421" y="12752"/>
                    <a:pt x="4800" y="12882"/>
                    <a:pt x="3812" y="12896"/>
                  </a:cubicBezTo>
                  <a:lnTo>
                    <a:pt x="5443" y="12154"/>
                  </a:lnTo>
                  <a:cubicBezTo>
                    <a:pt x="5609" y="12080"/>
                    <a:pt x="5609" y="11848"/>
                    <a:pt x="5443" y="11775"/>
                  </a:cubicBezTo>
                  <a:lnTo>
                    <a:pt x="3791" y="11026"/>
                  </a:lnTo>
                  <a:lnTo>
                    <a:pt x="3801" y="11026"/>
                  </a:lnTo>
                  <a:cubicBezTo>
                    <a:pt x="4754" y="11026"/>
                    <a:pt x="6319" y="11124"/>
                    <a:pt x="7698" y="11666"/>
                  </a:cubicBezTo>
                  <a:cubicBezTo>
                    <a:pt x="7723" y="11675"/>
                    <a:pt x="7748" y="11680"/>
                    <a:pt x="7772" y="11680"/>
                  </a:cubicBezTo>
                  <a:cubicBezTo>
                    <a:pt x="7785" y="11680"/>
                    <a:pt x="7797" y="11678"/>
                    <a:pt x="7810" y="11676"/>
                  </a:cubicBezTo>
                  <a:cubicBezTo>
                    <a:pt x="9210" y="11444"/>
                    <a:pt x="10078" y="11085"/>
                    <a:pt x="10616" y="10744"/>
                  </a:cubicBezTo>
                  <a:close/>
                  <a:moveTo>
                    <a:pt x="5821" y="0"/>
                  </a:moveTo>
                  <a:cubicBezTo>
                    <a:pt x="5347" y="0"/>
                    <a:pt x="4880" y="34"/>
                    <a:pt x="4431" y="103"/>
                  </a:cubicBezTo>
                  <a:cubicBezTo>
                    <a:pt x="3281" y="279"/>
                    <a:pt x="2236" y="515"/>
                    <a:pt x="1495" y="765"/>
                  </a:cubicBezTo>
                  <a:cubicBezTo>
                    <a:pt x="471" y="1102"/>
                    <a:pt x="0" y="1461"/>
                    <a:pt x="0" y="1883"/>
                  </a:cubicBezTo>
                  <a:cubicBezTo>
                    <a:pt x="0" y="2329"/>
                    <a:pt x="503" y="2850"/>
                    <a:pt x="1248" y="3184"/>
                  </a:cubicBezTo>
                  <a:cubicBezTo>
                    <a:pt x="1469" y="3281"/>
                    <a:pt x="1696" y="3314"/>
                    <a:pt x="1950" y="3314"/>
                  </a:cubicBezTo>
                  <a:cubicBezTo>
                    <a:pt x="2065" y="3314"/>
                    <a:pt x="2186" y="3307"/>
                    <a:pt x="2314" y="3296"/>
                  </a:cubicBezTo>
                  <a:cubicBezTo>
                    <a:pt x="2500" y="3662"/>
                    <a:pt x="2929" y="3936"/>
                    <a:pt x="3657" y="4154"/>
                  </a:cubicBezTo>
                  <a:cubicBezTo>
                    <a:pt x="4339" y="4358"/>
                    <a:pt x="5289" y="4517"/>
                    <a:pt x="6646" y="4650"/>
                  </a:cubicBezTo>
                  <a:cubicBezTo>
                    <a:pt x="7873" y="4773"/>
                    <a:pt x="8978" y="5125"/>
                    <a:pt x="9832" y="5666"/>
                  </a:cubicBezTo>
                  <a:cubicBezTo>
                    <a:pt x="10616" y="6162"/>
                    <a:pt x="11165" y="6788"/>
                    <a:pt x="11421" y="7477"/>
                  </a:cubicBezTo>
                  <a:cubicBezTo>
                    <a:pt x="11755" y="8378"/>
                    <a:pt x="11552" y="9285"/>
                    <a:pt x="10845" y="10023"/>
                  </a:cubicBezTo>
                  <a:cubicBezTo>
                    <a:pt x="10156" y="10751"/>
                    <a:pt x="8665" y="11103"/>
                    <a:pt x="7799" y="11251"/>
                  </a:cubicBezTo>
                  <a:cubicBezTo>
                    <a:pt x="6368" y="10702"/>
                    <a:pt x="4799" y="10599"/>
                    <a:pt x="3825" y="10599"/>
                  </a:cubicBezTo>
                  <a:cubicBezTo>
                    <a:pt x="3277" y="10599"/>
                    <a:pt x="2917" y="10631"/>
                    <a:pt x="2876" y="10635"/>
                  </a:cubicBezTo>
                  <a:cubicBezTo>
                    <a:pt x="2662" y="10656"/>
                    <a:pt x="2616" y="10945"/>
                    <a:pt x="2810" y="11036"/>
                  </a:cubicBezTo>
                  <a:lnTo>
                    <a:pt x="4853" y="11961"/>
                  </a:lnTo>
                  <a:lnTo>
                    <a:pt x="2810" y="12889"/>
                  </a:lnTo>
                  <a:cubicBezTo>
                    <a:pt x="2616" y="12977"/>
                    <a:pt x="2665" y="13269"/>
                    <a:pt x="2880" y="13287"/>
                  </a:cubicBezTo>
                  <a:cubicBezTo>
                    <a:pt x="2915" y="13290"/>
                    <a:pt x="3221" y="13315"/>
                    <a:pt x="3689" y="13315"/>
                  </a:cubicBezTo>
                  <a:cubicBezTo>
                    <a:pt x="4691" y="13315"/>
                    <a:pt x="6435" y="13199"/>
                    <a:pt x="7870" y="12506"/>
                  </a:cubicBezTo>
                  <a:cubicBezTo>
                    <a:pt x="8816" y="12432"/>
                    <a:pt x="10374" y="12309"/>
                    <a:pt x="11731" y="11620"/>
                  </a:cubicBezTo>
                  <a:cubicBezTo>
                    <a:pt x="13419" y="10762"/>
                    <a:pt x="14277" y="9288"/>
                    <a:pt x="14277" y="7235"/>
                  </a:cubicBezTo>
                  <a:cubicBezTo>
                    <a:pt x="14280" y="6475"/>
                    <a:pt x="14161" y="5719"/>
                    <a:pt x="13922" y="4998"/>
                  </a:cubicBezTo>
                  <a:lnTo>
                    <a:pt x="14080" y="4988"/>
                  </a:lnTo>
                  <a:cubicBezTo>
                    <a:pt x="14249" y="4977"/>
                    <a:pt x="14337" y="4784"/>
                    <a:pt x="14231" y="4650"/>
                  </a:cubicBezTo>
                  <a:cubicBezTo>
                    <a:pt x="14210" y="4622"/>
                    <a:pt x="13929" y="4270"/>
                    <a:pt x="13405" y="3852"/>
                  </a:cubicBezTo>
                  <a:cubicBezTo>
                    <a:pt x="13109" y="3346"/>
                    <a:pt x="12751" y="2881"/>
                    <a:pt x="12332" y="2470"/>
                  </a:cubicBezTo>
                  <a:cubicBezTo>
                    <a:pt x="12930" y="1689"/>
                    <a:pt x="13876" y="1049"/>
                    <a:pt x="13886" y="1046"/>
                  </a:cubicBezTo>
                  <a:cubicBezTo>
                    <a:pt x="14027" y="951"/>
                    <a:pt x="14006" y="743"/>
                    <a:pt x="13855" y="677"/>
                  </a:cubicBezTo>
                  <a:cubicBezTo>
                    <a:pt x="13249" y="416"/>
                    <a:pt x="12387" y="285"/>
                    <a:pt x="11285" y="285"/>
                  </a:cubicBezTo>
                  <a:cubicBezTo>
                    <a:pt x="11095" y="285"/>
                    <a:pt x="10898" y="289"/>
                    <a:pt x="10694" y="297"/>
                  </a:cubicBezTo>
                  <a:cubicBezTo>
                    <a:pt x="10082" y="322"/>
                    <a:pt x="9473" y="374"/>
                    <a:pt x="8872" y="462"/>
                  </a:cubicBezTo>
                  <a:cubicBezTo>
                    <a:pt x="7891" y="157"/>
                    <a:pt x="6839" y="0"/>
                    <a:pt x="58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07" name="Google Shape;20707;p90"/>
          <p:cNvGrpSpPr/>
          <p:nvPr/>
        </p:nvGrpSpPr>
        <p:grpSpPr>
          <a:xfrm>
            <a:off x="2493449" y="2915682"/>
            <a:ext cx="357853" cy="318665"/>
            <a:chOff x="2493449" y="2915682"/>
            <a:chExt cx="357853" cy="318665"/>
          </a:xfrm>
        </p:grpSpPr>
        <p:sp>
          <p:nvSpPr>
            <p:cNvPr id="20708" name="Google Shape;20708;p90"/>
            <p:cNvSpPr/>
            <p:nvPr/>
          </p:nvSpPr>
          <p:spPr>
            <a:xfrm>
              <a:off x="2498692" y="2993743"/>
              <a:ext cx="340238" cy="235336"/>
            </a:xfrm>
            <a:custGeom>
              <a:rect b="b" l="l" r="r" t="t"/>
              <a:pathLst>
                <a:path extrusionOk="0" h="8978" w="12980">
                  <a:moveTo>
                    <a:pt x="641" y="0"/>
                  </a:moveTo>
                  <a:cubicBezTo>
                    <a:pt x="286" y="0"/>
                    <a:pt x="1" y="289"/>
                    <a:pt x="1" y="640"/>
                  </a:cubicBezTo>
                  <a:lnTo>
                    <a:pt x="1" y="858"/>
                  </a:lnTo>
                  <a:cubicBezTo>
                    <a:pt x="1" y="1400"/>
                    <a:pt x="342" y="1885"/>
                    <a:pt x="855" y="2065"/>
                  </a:cubicBezTo>
                  <a:lnTo>
                    <a:pt x="855" y="4702"/>
                  </a:lnTo>
                  <a:cubicBezTo>
                    <a:pt x="855" y="7065"/>
                    <a:pt x="2768" y="8978"/>
                    <a:pt x="5128" y="8978"/>
                  </a:cubicBezTo>
                  <a:lnTo>
                    <a:pt x="12403" y="8978"/>
                  </a:lnTo>
                  <a:cubicBezTo>
                    <a:pt x="12818" y="8978"/>
                    <a:pt x="12980" y="8440"/>
                    <a:pt x="12635" y="8211"/>
                  </a:cubicBezTo>
                  <a:lnTo>
                    <a:pt x="11542" y="7480"/>
                  </a:lnTo>
                  <a:lnTo>
                    <a:pt x="3180" y="4941"/>
                  </a:lnTo>
                  <a:cubicBezTo>
                    <a:pt x="2796" y="4709"/>
                    <a:pt x="2564" y="4294"/>
                    <a:pt x="2564" y="3847"/>
                  </a:cubicBezTo>
                  <a:lnTo>
                    <a:pt x="2564" y="1069"/>
                  </a:lnTo>
                  <a:cubicBezTo>
                    <a:pt x="2564" y="479"/>
                    <a:pt x="2086" y="0"/>
                    <a:pt x="14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9" name="Google Shape;20709;p90"/>
            <p:cNvSpPr/>
            <p:nvPr/>
          </p:nvSpPr>
          <p:spPr>
            <a:xfrm>
              <a:off x="2498692" y="2993743"/>
              <a:ext cx="319321" cy="235257"/>
            </a:xfrm>
            <a:custGeom>
              <a:rect b="b" l="l" r="r" t="t"/>
              <a:pathLst>
                <a:path extrusionOk="0" h="8975" w="12182">
                  <a:moveTo>
                    <a:pt x="644" y="0"/>
                  </a:moveTo>
                  <a:cubicBezTo>
                    <a:pt x="289" y="0"/>
                    <a:pt x="1" y="289"/>
                    <a:pt x="1" y="644"/>
                  </a:cubicBezTo>
                  <a:lnTo>
                    <a:pt x="1" y="855"/>
                  </a:lnTo>
                  <a:cubicBezTo>
                    <a:pt x="1" y="1400"/>
                    <a:pt x="345" y="1882"/>
                    <a:pt x="855" y="2065"/>
                  </a:cubicBezTo>
                  <a:lnTo>
                    <a:pt x="855" y="4702"/>
                  </a:lnTo>
                  <a:cubicBezTo>
                    <a:pt x="855" y="7061"/>
                    <a:pt x="2772" y="8974"/>
                    <a:pt x="5131" y="8974"/>
                  </a:cubicBezTo>
                  <a:lnTo>
                    <a:pt x="11967" y="8974"/>
                  </a:lnTo>
                  <a:cubicBezTo>
                    <a:pt x="12087" y="8974"/>
                    <a:pt x="12182" y="8879"/>
                    <a:pt x="12182" y="8760"/>
                  </a:cubicBezTo>
                  <a:cubicBezTo>
                    <a:pt x="12182" y="8644"/>
                    <a:pt x="12087" y="8545"/>
                    <a:pt x="11967" y="8545"/>
                  </a:cubicBezTo>
                  <a:lnTo>
                    <a:pt x="11967" y="8552"/>
                  </a:lnTo>
                  <a:lnTo>
                    <a:pt x="5986" y="8552"/>
                  </a:lnTo>
                  <a:cubicBezTo>
                    <a:pt x="3623" y="8552"/>
                    <a:pt x="1710" y="6636"/>
                    <a:pt x="1710" y="4276"/>
                  </a:cubicBezTo>
                  <a:lnTo>
                    <a:pt x="1710" y="2198"/>
                  </a:lnTo>
                  <a:cubicBezTo>
                    <a:pt x="1706" y="2040"/>
                    <a:pt x="1622" y="1896"/>
                    <a:pt x="1485" y="1822"/>
                  </a:cubicBezTo>
                  <a:cubicBezTo>
                    <a:pt x="1094" y="1590"/>
                    <a:pt x="855" y="1171"/>
                    <a:pt x="855" y="718"/>
                  </a:cubicBezTo>
                  <a:lnTo>
                    <a:pt x="855"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0" name="Google Shape;20710;p90"/>
            <p:cNvSpPr/>
            <p:nvPr/>
          </p:nvSpPr>
          <p:spPr>
            <a:xfrm>
              <a:off x="2549125" y="2920925"/>
              <a:ext cx="22412" cy="22412"/>
            </a:xfrm>
            <a:custGeom>
              <a:rect b="b" l="l" r="r" t="t"/>
              <a:pathLst>
                <a:path extrusionOk="0" h="855" w="855">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1" name="Google Shape;20711;p90"/>
            <p:cNvSpPr/>
            <p:nvPr/>
          </p:nvSpPr>
          <p:spPr>
            <a:xfrm>
              <a:off x="2504328" y="2920925"/>
              <a:ext cx="22412" cy="22412"/>
            </a:xfrm>
            <a:custGeom>
              <a:rect b="b" l="l" r="r" t="t"/>
              <a:pathLst>
                <a:path extrusionOk="0" h="855" w="855">
                  <a:moveTo>
                    <a:pt x="426" y="0"/>
                  </a:moveTo>
                  <a:cubicBezTo>
                    <a:pt x="190" y="0"/>
                    <a:pt x="0" y="194"/>
                    <a:pt x="0" y="429"/>
                  </a:cubicBezTo>
                  <a:cubicBezTo>
                    <a:pt x="0" y="665"/>
                    <a:pt x="190" y="855"/>
                    <a:pt x="426" y="855"/>
                  </a:cubicBezTo>
                  <a:cubicBezTo>
                    <a:pt x="665" y="855"/>
                    <a:pt x="855" y="665"/>
                    <a:pt x="855" y="429"/>
                  </a:cubicBezTo>
                  <a:cubicBezTo>
                    <a:pt x="855" y="194"/>
                    <a:pt x="665" y="0"/>
                    <a:pt x="42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2" name="Google Shape;20712;p90"/>
            <p:cNvSpPr/>
            <p:nvPr/>
          </p:nvSpPr>
          <p:spPr>
            <a:xfrm>
              <a:off x="2576124" y="2977701"/>
              <a:ext cx="269910" cy="228888"/>
            </a:xfrm>
            <a:custGeom>
              <a:rect b="b" l="l" r="r" t="t"/>
              <a:pathLst>
                <a:path extrusionOk="0" h="8732" w="10297">
                  <a:moveTo>
                    <a:pt x="5444" y="1"/>
                  </a:moveTo>
                  <a:cubicBezTo>
                    <a:pt x="2093" y="1"/>
                    <a:pt x="1" y="2719"/>
                    <a:pt x="278" y="5757"/>
                  </a:cubicBezTo>
                  <a:cubicBezTo>
                    <a:pt x="337" y="6392"/>
                    <a:pt x="985" y="7580"/>
                    <a:pt x="2252" y="7580"/>
                  </a:cubicBezTo>
                  <a:cubicBezTo>
                    <a:pt x="2668" y="7580"/>
                    <a:pt x="3150" y="7452"/>
                    <a:pt x="3700" y="7135"/>
                  </a:cubicBezTo>
                  <a:cubicBezTo>
                    <a:pt x="4248" y="8120"/>
                    <a:pt x="5286" y="8732"/>
                    <a:pt x="6415" y="8732"/>
                  </a:cubicBezTo>
                  <a:cubicBezTo>
                    <a:pt x="8560" y="8732"/>
                    <a:pt x="10297" y="6995"/>
                    <a:pt x="10297" y="4853"/>
                  </a:cubicBezTo>
                  <a:cubicBezTo>
                    <a:pt x="10297" y="2174"/>
                    <a:pt x="8124" y="1"/>
                    <a:pt x="544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3" name="Google Shape;20713;p90"/>
            <p:cNvSpPr/>
            <p:nvPr/>
          </p:nvSpPr>
          <p:spPr>
            <a:xfrm>
              <a:off x="2576124" y="2977701"/>
              <a:ext cx="213789" cy="198560"/>
            </a:xfrm>
            <a:custGeom>
              <a:rect b="b" l="l" r="r" t="t"/>
              <a:pathLst>
                <a:path extrusionOk="0" h="7575" w="8156">
                  <a:moveTo>
                    <a:pt x="5461" y="1"/>
                  </a:moveTo>
                  <a:cubicBezTo>
                    <a:pt x="5456" y="1"/>
                    <a:pt x="5450" y="1"/>
                    <a:pt x="5444" y="1"/>
                  </a:cubicBezTo>
                  <a:cubicBezTo>
                    <a:pt x="2093" y="1"/>
                    <a:pt x="1" y="2719"/>
                    <a:pt x="278" y="5757"/>
                  </a:cubicBezTo>
                  <a:cubicBezTo>
                    <a:pt x="335" y="6372"/>
                    <a:pt x="946" y="7512"/>
                    <a:pt x="2142" y="7575"/>
                  </a:cubicBezTo>
                  <a:cubicBezTo>
                    <a:pt x="1783" y="7192"/>
                    <a:pt x="1590" y="6706"/>
                    <a:pt x="1558" y="6372"/>
                  </a:cubicBezTo>
                  <a:cubicBezTo>
                    <a:pt x="1281" y="3331"/>
                    <a:pt x="3376" y="612"/>
                    <a:pt x="6724" y="612"/>
                  </a:cubicBezTo>
                  <a:cubicBezTo>
                    <a:pt x="7209" y="612"/>
                    <a:pt x="7695" y="686"/>
                    <a:pt x="8155" y="830"/>
                  </a:cubicBezTo>
                  <a:cubicBezTo>
                    <a:pt x="7362" y="292"/>
                    <a:pt x="6422" y="1"/>
                    <a:pt x="5461"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4" name="Google Shape;20714;p90"/>
            <p:cNvSpPr/>
            <p:nvPr/>
          </p:nvSpPr>
          <p:spPr>
            <a:xfrm>
              <a:off x="2657618" y="3054844"/>
              <a:ext cx="127760" cy="104273"/>
            </a:xfrm>
            <a:custGeom>
              <a:rect b="b" l="l" r="r" t="t"/>
              <a:pathLst>
                <a:path extrusionOk="0" h="3978" w="4874">
                  <a:moveTo>
                    <a:pt x="2687" y="1"/>
                  </a:moveTo>
                  <a:cubicBezTo>
                    <a:pt x="1203" y="1"/>
                    <a:pt x="4" y="1203"/>
                    <a:pt x="0" y="2684"/>
                  </a:cubicBezTo>
                  <a:cubicBezTo>
                    <a:pt x="0" y="2793"/>
                    <a:pt x="88" y="2884"/>
                    <a:pt x="201" y="2884"/>
                  </a:cubicBezTo>
                  <a:cubicBezTo>
                    <a:pt x="310" y="2884"/>
                    <a:pt x="401" y="2796"/>
                    <a:pt x="401" y="2684"/>
                  </a:cubicBezTo>
                  <a:cubicBezTo>
                    <a:pt x="401" y="1421"/>
                    <a:pt x="1424" y="398"/>
                    <a:pt x="2687" y="398"/>
                  </a:cubicBezTo>
                  <a:cubicBezTo>
                    <a:pt x="3671" y="402"/>
                    <a:pt x="4473" y="1200"/>
                    <a:pt x="4473" y="2188"/>
                  </a:cubicBezTo>
                  <a:cubicBezTo>
                    <a:pt x="4473" y="2955"/>
                    <a:pt x="3851" y="3577"/>
                    <a:pt x="3084" y="3577"/>
                  </a:cubicBezTo>
                  <a:cubicBezTo>
                    <a:pt x="2490" y="3577"/>
                    <a:pt x="2011" y="3095"/>
                    <a:pt x="2011" y="2505"/>
                  </a:cubicBezTo>
                  <a:cubicBezTo>
                    <a:pt x="2011" y="2054"/>
                    <a:pt x="2377" y="1689"/>
                    <a:pt x="2827" y="1689"/>
                  </a:cubicBezTo>
                  <a:cubicBezTo>
                    <a:pt x="3095" y="1689"/>
                    <a:pt x="3095" y="1288"/>
                    <a:pt x="2827" y="1288"/>
                  </a:cubicBezTo>
                  <a:cubicBezTo>
                    <a:pt x="2156" y="1288"/>
                    <a:pt x="1611" y="1833"/>
                    <a:pt x="1611" y="2505"/>
                  </a:cubicBezTo>
                  <a:cubicBezTo>
                    <a:pt x="1611" y="3317"/>
                    <a:pt x="2272" y="3978"/>
                    <a:pt x="3084" y="3978"/>
                  </a:cubicBezTo>
                  <a:cubicBezTo>
                    <a:pt x="4072" y="3974"/>
                    <a:pt x="4870" y="3176"/>
                    <a:pt x="4874" y="2188"/>
                  </a:cubicBezTo>
                  <a:cubicBezTo>
                    <a:pt x="4870" y="978"/>
                    <a:pt x="3893" y="1"/>
                    <a:pt x="2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5" name="Google Shape;20715;p90"/>
            <p:cNvSpPr/>
            <p:nvPr/>
          </p:nvSpPr>
          <p:spPr>
            <a:xfrm>
              <a:off x="2744670" y="3101450"/>
              <a:ext cx="13631" cy="18952"/>
            </a:xfrm>
            <a:custGeom>
              <a:rect b="b" l="l" r="r" t="t"/>
              <a:pathLst>
                <a:path extrusionOk="0" h="723" w="520">
                  <a:moveTo>
                    <a:pt x="261" y="0"/>
                  </a:moveTo>
                  <a:cubicBezTo>
                    <a:pt x="131" y="0"/>
                    <a:pt x="0" y="123"/>
                    <a:pt x="72" y="283"/>
                  </a:cubicBezTo>
                  <a:cubicBezTo>
                    <a:pt x="104" y="361"/>
                    <a:pt x="122" y="442"/>
                    <a:pt x="122" y="523"/>
                  </a:cubicBezTo>
                  <a:cubicBezTo>
                    <a:pt x="118" y="635"/>
                    <a:pt x="210" y="723"/>
                    <a:pt x="319" y="723"/>
                  </a:cubicBezTo>
                  <a:cubicBezTo>
                    <a:pt x="431" y="723"/>
                    <a:pt x="519" y="635"/>
                    <a:pt x="519" y="526"/>
                  </a:cubicBezTo>
                  <a:cubicBezTo>
                    <a:pt x="519" y="389"/>
                    <a:pt x="494" y="255"/>
                    <a:pt x="442" y="129"/>
                  </a:cubicBezTo>
                  <a:cubicBezTo>
                    <a:pt x="405" y="38"/>
                    <a:pt x="333"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6" name="Google Shape;20716;p90"/>
            <p:cNvSpPr/>
            <p:nvPr/>
          </p:nvSpPr>
          <p:spPr>
            <a:xfrm>
              <a:off x="2493449" y="2915682"/>
              <a:ext cx="357853" cy="318665"/>
            </a:xfrm>
            <a:custGeom>
              <a:rect b="b" l="l" r="r" t="t"/>
              <a:pathLst>
                <a:path extrusionOk="0" h="12157" w="13652">
                  <a:moveTo>
                    <a:pt x="843" y="400"/>
                  </a:moveTo>
                  <a:cubicBezTo>
                    <a:pt x="899" y="400"/>
                    <a:pt x="956" y="421"/>
                    <a:pt x="1002" y="468"/>
                  </a:cubicBezTo>
                  <a:cubicBezTo>
                    <a:pt x="1147" y="612"/>
                    <a:pt x="1045" y="854"/>
                    <a:pt x="841" y="854"/>
                  </a:cubicBezTo>
                  <a:cubicBezTo>
                    <a:pt x="718" y="854"/>
                    <a:pt x="616" y="752"/>
                    <a:pt x="616" y="629"/>
                  </a:cubicBezTo>
                  <a:cubicBezTo>
                    <a:pt x="616" y="491"/>
                    <a:pt x="727" y="400"/>
                    <a:pt x="843" y="400"/>
                  </a:cubicBezTo>
                  <a:close/>
                  <a:moveTo>
                    <a:pt x="2553" y="401"/>
                  </a:moveTo>
                  <a:cubicBezTo>
                    <a:pt x="2754" y="401"/>
                    <a:pt x="2856" y="647"/>
                    <a:pt x="2711" y="788"/>
                  </a:cubicBezTo>
                  <a:cubicBezTo>
                    <a:pt x="2665" y="834"/>
                    <a:pt x="2608" y="855"/>
                    <a:pt x="2552" y="855"/>
                  </a:cubicBezTo>
                  <a:cubicBezTo>
                    <a:pt x="2435" y="855"/>
                    <a:pt x="2325" y="765"/>
                    <a:pt x="2325" y="629"/>
                  </a:cubicBezTo>
                  <a:cubicBezTo>
                    <a:pt x="2325" y="503"/>
                    <a:pt x="2427" y="401"/>
                    <a:pt x="2553" y="401"/>
                  </a:cubicBezTo>
                  <a:close/>
                  <a:moveTo>
                    <a:pt x="8598" y="2563"/>
                  </a:moveTo>
                  <a:cubicBezTo>
                    <a:pt x="11165" y="2567"/>
                    <a:pt x="13247" y="4649"/>
                    <a:pt x="13250" y="7219"/>
                  </a:cubicBezTo>
                  <a:cubicBezTo>
                    <a:pt x="13247" y="9248"/>
                    <a:pt x="11601" y="10897"/>
                    <a:pt x="9569" y="10901"/>
                  </a:cubicBezTo>
                  <a:cubicBezTo>
                    <a:pt x="8943" y="10901"/>
                    <a:pt x="8331" y="10697"/>
                    <a:pt x="7828" y="10321"/>
                  </a:cubicBezTo>
                  <a:cubicBezTo>
                    <a:pt x="7339" y="9952"/>
                    <a:pt x="6977" y="9438"/>
                    <a:pt x="6794" y="8854"/>
                  </a:cubicBezTo>
                  <a:cubicBezTo>
                    <a:pt x="6764" y="8751"/>
                    <a:pt x="6685" y="8707"/>
                    <a:pt x="6606" y="8707"/>
                  </a:cubicBezTo>
                  <a:cubicBezTo>
                    <a:pt x="6482" y="8707"/>
                    <a:pt x="6357" y="8814"/>
                    <a:pt x="6411" y="8970"/>
                  </a:cubicBezTo>
                  <a:cubicBezTo>
                    <a:pt x="6460" y="9129"/>
                    <a:pt x="6520" y="9280"/>
                    <a:pt x="6590" y="9428"/>
                  </a:cubicBezTo>
                  <a:cubicBezTo>
                    <a:pt x="6146" y="9664"/>
                    <a:pt x="5735" y="9783"/>
                    <a:pt x="5362" y="9783"/>
                  </a:cubicBezTo>
                  <a:cubicBezTo>
                    <a:pt x="5097" y="9783"/>
                    <a:pt x="4851" y="9723"/>
                    <a:pt x="4624" y="9603"/>
                  </a:cubicBezTo>
                  <a:cubicBezTo>
                    <a:pt x="3970" y="9255"/>
                    <a:pt x="3668" y="8503"/>
                    <a:pt x="3633" y="8109"/>
                  </a:cubicBezTo>
                  <a:cubicBezTo>
                    <a:pt x="3492" y="6611"/>
                    <a:pt x="3956" y="5162"/>
                    <a:pt x="4906" y="4125"/>
                  </a:cubicBezTo>
                  <a:cubicBezTo>
                    <a:pt x="5820" y="3119"/>
                    <a:pt x="7132" y="2563"/>
                    <a:pt x="8598" y="2563"/>
                  </a:cubicBezTo>
                  <a:close/>
                  <a:moveTo>
                    <a:pt x="1695" y="3179"/>
                  </a:moveTo>
                  <a:cubicBezTo>
                    <a:pt x="2173" y="3182"/>
                    <a:pt x="2564" y="3569"/>
                    <a:pt x="2564" y="4047"/>
                  </a:cubicBezTo>
                  <a:lnTo>
                    <a:pt x="2564" y="6825"/>
                  </a:lnTo>
                  <a:cubicBezTo>
                    <a:pt x="2560" y="7321"/>
                    <a:pt x="2810" y="7785"/>
                    <a:pt x="3221" y="8060"/>
                  </a:cubicBezTo>
                  <a:cubicBezTo>
                    <a:pt x="3221" y="8088"/>
                    <a:pt x="3228" y="8116"/>
                    <a:pt x="3228" y="8141"/>
                  </a:cubicBezTo>
                  <a:cubicBezTo>
                    <a:pt x="3274" y="8640"/>
                    <a:pt x="3633" y="9533"/>
                    <a:pt x="4431" y="9955"/>
                  </a:cubicBezTo>
                  <a:cubicBezTo>
                    <a:pt x="4716" y="10103"/>
                    <a:pt x="5032" y="10180"/>
                    <a:pt x="5352" y="10180"/>
                  </a:cubicBezTo>
                  <a:cubicBezTo>
                    <a:pt x="5880" y="10180"/>
                    <a:pt x="6383" y="9990"/>
                    <a:pt x="6784" y="9776"/>
                  </a:cubicBezTo>
                  <a:cubicBezTo>
                    <a:pt x="6998" y="10110"/>
                    <a:pt x="7269" y="10402"/>
                    <a:pt x="7585" y="10641"/>
                  </a:cubicBezTo>
                  <a:cubicBezTo>
                    <a:pt x="8155" y="11070"/>
                    <a:pt x="8851" y="11302"/>
                    <a:pt x="9565" y="11302"/>
                  </a:cubicBezTo>
                  <a:cubicBezTo>
                    <a:pt x="10325" y="11302"/>
                    <a:pt x="11070" y="11087"/>
                    <a:pt x="11714" y="10686"/>
                  </a:cubicBezTo>
                  <a:lnTo>
                    <a:pt x="12723" y="11355"/>
                  </a:lnTo>
                  <a:cubicBezTo>
                    <a:pt x="12892" y="11478"/>
                    <a:pt x="12811" y="11748"/>
                    <a:pt x="12600" y="11755"/>
                  </a:cubicBezTo>
                  <a:lnTo>
                    <a:pt x="5331" y="11755"/>
                  </a:lnTo>
                  <a:cubicBezTo>
                    <a:pt x="3081" y="11752"/>
                    <a:pt x="1259" y="9930"/>
                    <a:pt x="1256" y="7680"/>
                  </a:cubicBezTo>
                  <a:lnTo>
                    <a:pt x="1256" y="5299"/>
                  </a:lnTo>
                  <a:cubicBezTo>
                    <a:pt x="1330" y="5310"/>
                    <a:pt x="1407" y="5317"/>
                    <a:pt x="1484" y="5317"/>
                  </a:cubicBezTo>
                  <a:cubicBezTo>
                    <a:pt x="1748" y="5317"/>
                    <a:pt x="1748" y="4916"/>
                    <a:pt x="1484" y="4916"/>
                  </a:cubicBezTo>
                  <a:cubicBezTo>
                    <a:pt x="886" y="4916"/>
                    <a:pt x="401" y="4431"/>
                    <a:pt x="401" y="3833"/>
                  </a:cubicBezTo>
                  <a:lnTo>
                    <a:pt x="401" y="3618"/>
                  </a:lnTo>
                  <a:cubicBezTo>
                    <a:pt x="401" y="3376"/>
                    <a:pt x="598" y="3179"/>
                    <a:pt x="841" y="3179"/>
                  </a:cubicBezTo>
                  <a:close/>
                  <a:moveTo>
                    <a:pt x="2554" y="0"/>
                  </a:moveTo>
                  <a:cubicBezTo>
                    <a:pt x="2313" y="0"/>
                    <a:pt x="2084" y="139"/>
                    <a:pt x="1980" y="369"/>
                  </a:cubicBezTo>
                  <a:cubicBezTo>
                    <a:pt x="1853" y="647"/>
                    <a:pt x="1948" y="978"/>
                    <a:pt x="2202" y="1150"/>
                  </a:cubicBezTo>
                  <a:lnTo>
                    <a:pt x="1868" y="2792"/>
                  </a:lnTo>
                  <a:cubicBezTo>
                    <a:pt x="1808" y="2781"/>
                    <a:pt x="1751" y="2778"/>
                    <a:pt x="1695" y="2778"/>
                  </a:cubicBezTo>
                  <a:lnTo>
                    <a:pt x="1526" y="2778"/>
                  </a:lnTo>
                  <a:lnTo>
                    <a:pt x="1189" y="1153"/>
                  </a:lnTo>
                  <a:cubicBezTo>
                    <a:pt x="1442" y="981"/>
                    <a:pt x="1540" y="651"/>
                    <a:pt x="1414" y="373"/>
                  </a:cubicBezTo>
                  <a:cubicBezTo>
                    <a:pt x="1311" y="143"/>
                    <a:pt x="1083" y="3"/>
                    <a:pt x="842" y="3"/>
                  </a:cubicBezTo>
                  <a:cubicBezTo>
                    <a:pt x="788" y="3"/>
                    <a:pt x="733" y="10"/>
                    <a:pt x="679" y="25"/>
                  </a:cubicBezTo>
                  <a:cubicBezTo>
                    <a:pt x="384" y="102"/>
                    <a:pt x="187" y="387"/>
                    <a:pt x="218" y="693"/>
                  </a:cubicBezTo>
                  <a:cubicBezTo>
                    <a:pt x="246" y="999"/>
                    <a:pt x="493" y="1238"/>
                    <a:pt x="802" y="1255"/>
                  </a:cubicBezTo>
                  <a:lnTo>
                    <a:pt x="1119" y="2781"/>
                  </a:lnTo>
                  <a:lnTo>
                    <a:pt x="841" y="2781"/>
                  </a:lnTo>
                  <a:cubicBezTo>
                    <a:pt x="377" y="2781"/>
                    <a:pt x="0" y="3158"/>
                    <a:pt x="0" y="3622"/>
                  </a:cubicBezTo>
                  <a:lnTo>
                    <a:pt x="0" y="3836"/>
                  </a:lnTo>
                  <a:cubicBezTo>
                    <a:pt x="0" y="4410"/>
                    <a:pt x="334" y="4934"/>
                    <a:pt x="855" y="5176"/>
                  </a:cubicBezTo>
                  <a:lnTo>
                    <a:pt x="855" y="7683"/>
                  </a:lnTo>
                  <a:cubicBezTo>
                    <a:pt x="858" y="10152"/>
                    <a:pt x="2859" y="12153"/>
                    <a:pt x="5328" y="12156"/>
                  </a:cubicBezTo>
                  <a:lnTo>
                    <a:pt x="12603" y="12156"/>
                  </a:lnTo>
                  <a:cubicBezTo>
                    <a:pt x="12606" y="12156"/>
                    <a:pt x="12609" y="12156"/>
                    <a:pt x="12611" y="12156"/>
                  </a:cubicBezTo>
                  <a:cubicBezTo>
                    <a:pt x="13221" y="12156"/>
                    <a:pt x="13459" y="11360"/>
                    <a:pt x="12944" y="11024"/>
                  </a:cubicBezTo>
                  <a:lnTo>
                    <a:pt x="12948" y="11024"/>
                  </a:lnTo>
                  <a:lnTo>
                    <a:pt x="12072" y="10440"/>
                  </a:lnTo>
                  <a:cubicBezTo>
                    <a:pt x="13067" y="9667"/>
                    <a:pt x="13651" y="8478"/>
                    <a:pt x="13651" y="7219"/>
                  </a:cubicBezTo>
                  <a:cubicBezTo>
                    <a:pt x="13644" y="4431"/>
                    <a:pt x="11387" y="2170"/>
                    <a:pt x="8598" y="2166"/>
                  </a:cubicBezTo>
                  <a:cubicBezTo>
                    <a:pt x="7019" y="2166"/>
                    <a:pt x="5602" y="2767"/>
                    <a:pt x="4610" y="3854"/>
                  </a:cubicBezTo>
                  <a:cubicBezTo>
                    <a:pt x="3721" y="4828"/>
                    <a:pt x="3228" y="6133"/>
                    <a:pt x="3207" y="7511"/>
                  </a:cubicBezTo>
                  <a:cubicBezTo>
                    <a:pt x="3049" y="7318"/>
                    <a:pt x="2965" y="7075"/>
                    <a:pt x="2965" y="6825"/>
                  </a:cubicBezTo>
                  <a:lnTo>
                    <a:pt x="2965" y="4047"/>
                  </a:lnTo>
                  <a:cubicBezTo>
                    <a:pt x="2965" y="3562"/>
                    <a:pt x="2687" y="3119"/>
                    <a:pt x="2251" y="2908"/>
                  </a:cubicBezTo>
                  <a:lnTo>
                    <a:pt x="2588" y="1255"/>
                  </a:lnTo>
                  <a:cubicBezTo>
                    <a:pt x="2898" y="1234"/>
                    <a:pt x="3144" y="999"/>
                    <a:pt x="3176" y="693"/>
                  </a:cubicBezTo>
                  <a:cubicBezTo>
                    <a:pt x="3207" y="387"/>
                    <a:pt x="3010" y="102"/>
                    <a:pt x="2715" y="21"/>
                  </a:cubicBezTo>
                  <a:cubicBezTo>
                    <a:pt x="2662" y="7"/>
                    <a:pt x="2608" y="0"/>
                    <a:pt x="25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17" name="Google Shape;20717;p90"/>
          <p:cNvGrpSpPr/>
          <p:nvPr/>
        </p:nvGrpSpPr>
        <p:grpSpPr>
          <a:xfrm>
            <a:off x="1399523" y="2966141"/>
            <a:ext cx="359583" cy="217695"/>
            <a:chOff x="1399523" y="2966141"/>
            <a:chExt cx="359583" cy="217695"/>
          </a:xfrm>
        </p:grpSpPr>
        <p:sp>
          <p:nvSpPr>
            <p:cNvPr id="20718" name="Google Shape;20718;p90"/>
            <p:cNvSpPr/>
            <p:nvPr/>
          </p:nvSpPr>
          <p:spPr>
            <a:xfrm>
              <a:off x="1455644" y="3082499"/>
              <a:ext cx="260710" cy="74312"/>
            </a:xfrm>
            <a:custGeom>
              <a:rect b="b" l="l" r="r" t="t"/>
              <a:pathLst>
                <a:path extrusionOk="0" h="2835" w="9946">
                  <a:moveTo>
                    <a:pt x="1" y="1"/>
                  </a:moveTo>
                  <a:lnTo>
                    <a:pt x="1" y="2350"/>
                  </a:lnTo>
                  <a:cubicBezTo>
                    <a:pt x="1327" y="2678"/>
                    <a:pt x="2832" y="2834"/>
                    <a:pt x="4289" y="2834"/>
                  </a:cubicBezTo>
                  <a:cubicBezTo>
                    <a:pt x="6470" y="2834"/>
                    <a:pt x="8541" y="2483"/>
                    <a:pt x="9734" y="1829"/>
                  </a:cubicBezTo>
                  <a:cubicBezTo>
                    <a:pt x="9917" y="1734"/>
                    <a:pt x="9945" y="1488"/>
                    <a:pt x="9794" y="1351"/>
                  </a:cubicBezTo>
                  <a:lnTo>
                    <a:pt x="9010" y="658"/>
                  </a:lnTo>
                  <a:lnTo>
                    <a:pt x="1"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9" name="Google Shape;20719;p90"/>
            <p:cNvSpPr/>
            <p:nvPr/>
          </p:nvSpPr>
          <p:spPr>
            <a:xfrm>
              <a:off x="1455565" y="3082420"/>
              <a:ext cx="256804" cy="66947"/>
            </a:xfrm>
            <a:custGeom>
              <a:rect b="b" l="l" r="r" t="t"/>
              <a:pathLst>
                <a:path extrusionOk="0" h="2554" w="9797">
                  <a:moveTo>
                    <a:pt x="0" y="0"/>
                  </a:moveTo>
                  <a:lnTo>
                    <a:pt x="0" y="2356"/>
                  </a:lnTo>
                  <a:cubicBezTo>
                    <a:pt x="306" y="2430"/>
                    <a:pt x="623" y="2497"/>
                    <a:pt x="942" y="2553"/>
                  </a:cubicBezTo>
                  <a:cubicBezTo>
                    <a:pt x="1284" y="2149"/>
                    <a:pt x="1586" y="1713"/>
                    <a:pt x="1843" y="1252"/>
                  </a:cubicBezTo>
                  <a:cubicBezTo>
                    <a:pt x="1916" y="1114"/>
                    <a:pt x="2059" y="1032"/>
                    <a:pt x="2214" y="1032"/>
                  </a:cubicBezTo>
                  <a:cubicBezTo>
                    <a:pt x="2236" y="1032"/>
                    <a:pt x="2259" y="1034"/>
                    <a:pt x="2282" y="1038"/>
                  </a:cubicBezTo>
                  <a:cubicBezTo>
                    <a:pt x="3946" y="1301"/>
                    <a:pt x="5837" y="1431"/>
                    <a:pt x="7937" y="1431"/>
                  </a:cubicBezTo>
                  <a:cubicBezTo>
                    <a:pt x="8622" y="1431"/>
                    <a:pt x="9248" y="1417"/>
                    <a:pt x="9779" y="1396"/>
                  </a:cubicBezTo>
                  <a:lnTo>
                    <a:pt x="9797" y="1354"/>
                  </a:lnTo>
                  <a:lnTo>
                    <a:pt x="9013" y="661"/>
                  </a:lnTo>
                  <a:lnTo>
                    <a:pt x="0" y="0"/>
                  </a:ln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0" name="Google Shape;20720;p90"/>
            <p:cNvSpPr/>
            <p:nvPr/>
          </p:nvSpPr>
          <p:spPr>
            <a:xfrm>
              <a:off x="1443953" y="3047662"/>
              <a:ext cx="300867" cy="61128"/>
            </a:xfrm>
            <a:custGeom>
              <a:rect b="b" l="l" r="r" t="t"/>
              <a:pathLst>
                <a:path extrusionOk="0" h="2332" w="11478">
                  <a:moveTo>
                    <a:pt x="4149" y="0"/>
                  </a:moveTo>
                  <a:cubicBezTo>
                    <a:pt x="2874" y="0"/>
                    <a:pt x="1483" y="175"/>
                    <a:pt x="0" y="616"/>
                  </a:cubicBezTo>
                  <a:lnTo>
                    <a:pt x="879" y="1551"/>
                  </a:lnTo>
                  <a:cubicBezTo>
                    <a:pt x="3367" y="2181"/>
                    <a:pt x="6194" y="2331"/>
                    <a:pt x="8384" y="2331"/>
                  </a:cubicBezTo>
                  <a:cubicBezTo>
                    <a:pt x="9608" y="2331"/>
                    <a:pt x="10632" y="2284"/>
                    <a:pt x="11288" y="2248"/>
                  </a:cubicBezTo>
                  <a:cubicBezTo>
                    <a:pt x="11432" y="2240"/>
                    <a:pt x="11478" y="2047"/>
                    <a:pt x="11351" y="1973"/>
                  </a:cubicBezTo>
                  <a:cubicBezTo>
                    <a:pt x="10023" y="1197"/>
                    <a:pt x="7483" y="0"/>
                    <a:pt x="4149" y="0"/>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1" name="Google Shape;20721;p90"/>
            <p:cNvSpPr/>
            <p:nvPr/>
          </p:nvSpPr>
          <p:spPr>
            <a:xfrm>
              <a:off x="1404766" y="3061031"/>
              <a:ext cx="67235" cy="95151"/>
            </a:xfrm>
            <a:custGeom>
              <a:rect b="b" l="l" r="r" t="t"/>
              <a:pathLst>
                <a:path extrusionOk="0" h="3630" w="2565">
                  <a:moveTo>
                    <a:pt x="1281" y="0"/>
                  </a:moveTo>
                  <a:cubicBezTo>
                    <a:pt x="574" y="0"/>
                    <a:pt x="1" y="433"/>
                    <a:pt x="1" y="1495"/>
                  </a:cubicBezTo>
                  <a:cubicBezTo>
                    <a:pt x="1" y="2557"/>
                    <a:pt x="641" y="3629"/>
                    <a:pt x="1281" y="3629"/>
                  </a:cubicBezTo>
                  <a:cubicBezTo>
                    <a:pt x="1924" y="3629"/>
                    <a:pt x="2564" y="2557"/>
                    <a:pt x="2564" y="1495"/>
                  </a:cubicBezTo>
                  <a:cubicBezTo>
                    <a:pt x="2564" y="433"/>
                    <a:pt x="1991" y="0"/>
                    <a:pt x="128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2" name="Google Shape;20722;p90"/>
            <p:cNvSpPr/>
            <p:nvPr/>
          </p:nvSpPr>
          <p:spPr>
            <a:xfrm>
              <a:off x="1513338" y="3020742"/>
              <a:ext cx="129175" cy="143566"/>
            </a:xfrm>
            <a:custGeom>
              <a:rect b="b" l="l" r="r" t="t"/>
              <a:pathLst>
                <a:path extrusionOk="0" h="5477" w="4928">
                  <a:moveTo>
                    <a:pt x="4469" y="0"/>
                  </a:moveTo>
                  <a:cubicBezTo>
                    <a:pt x="4354" y="0"/>
                    <a:pt x="4237" y="47"/>
                    <a:pt x="4150" y="145"/>
                  </a:cubicBezTo>
                  <a:lnTo>
                    <a:pt x="106" y="4741"/>
                  </a:lnTo>
                  <a:cubicBezTo>
                    <a:pt x="1" y="4860"/>
                    <a:pt x="22" y="5043"/>
                    <a:pt x="156" y="5135"/>
                  </a:cubicBezTo>
                  <a:cubicBezTo>
                    <a:pt x="386" y="5284"/>
                    <a:pt x="752" y="5476"/>
                    <a:pt x="1129" y="5476"/>
                  </a:cubicBezTo>
                  <a:cubicBezTo>
                    <a:pt x="1373" y="5476"/>
                    <a:pt x="1621" y="5395"/>
                    <a:pt x="1840" y="5170"/>
                  </a:cubicBezTo>
                  <a:cubicBezTo>
                    <a:pt x="2093" y="4906"/>
                    <a:pt x="3767" y="2357"/>
                    <a:pt x="4818" y="736"/>
                  </a:cubicBezTo>
                  <a:cubicBezTo>
                    <a:pt x="4906" y="602"/>
                    <a:pt x="4927" y="433"/>
                    <a:pt x="4871" y="282"/>
                  </a:cubicBezTo>
                  <a:cubicBezTo>
                    <a:pt x="4804" y="100"/>
                    <a:pt x="4638" y="0"/>
                    <a:pt x="4469"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3" name="Google Shape;20723;p90"/>
            <p:cNvSpPr/>
            <p:nvPr/>
          </p:nvSpPr>
          <p:spPr>
            <a:xfrm>
              <a:off x="1427177" y="3083416"/>
              <a:ext cx="27943" cy="33578"/>
            </a:xfrm>
            <a:custGeom>
              <a:rect b="b" l="l" r="r" t="t"/>
              <a:pathLst>
                <a:path extrusionOk="0" h="1281" w="1066">
                  <a:moveTo>
                    <a:pt x="531" y="1"/>
                  </a:moveTo>
                  <a:cubicBezTo>
                    <a:pt x="236" y="1"/>
                    <a:pt x="0" y="240"/>
                    <a:pt x="0" y="535"/>
                  </a:cubicBezTo>
                  <a:lnTo>
                    <a:pt x="0" y="746"/>
                  </a:lnTo>
                  <a:cubicBezTo>
                    <a:pt x="0" y="1042"/>
                    <a:pt x="236" y="1281"/>
                    <a:pt x="531" y="1281"/>
                  </a:cubicBezTo>
                  <a:cubicBezTo>
                    <a:pt x="826" y="1281"/>
                    <a:pt x="1066" y="1042"/>
                    <a:pt x="1066" y="746"/>
                  </a:cubicBezTo>
                  <a:lnTo>
                    <a:pt x="1066" y="535"/>
                  </a:lnTo>
                  <a:cubicBezTo>
                    <a:pt x="1066" y="240"/>
                    <a:pt x="826" y="1"/>
                    <a:pt x="531"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4" name="Google Shape;20724;p90"/>
            <p:cNvSpPr/>
            <p:nvPr/>
          </p:nvSpPr>
          <p:spPr>
            <a:xfrm>
              <a:off x="1443953" y="3083704"/>
              <a:ext cx="11167" cy="22150"/>
            </a:xfrm>
            <a:custGeom>
              <a:rect b="b" l="l" r="r" t="t"/>
              <a:pathLst>
                <a:path extrusionOk="0" h="845" w="426">
                  <a:moveTo>
                    <a:pt x="0" y="0"/>
                  </a:moveTo>
                  <a:lnTo>
                    <a:pt x="0" y="630"/>
                  </a:lnTo>
                  <a:cubicBezTo>
                    <a:pt x="0" y="746"/>
                    <a:pt x="95" y="844"/>
                    <a:pt x="215" y="844"/>
                  </a:cubicBezTo>
                  <a:cubicBezTo>
                    <a:pt x="331" y="844"/>
                    <a:pt x="426" y="746"/>
                    <a:pt x="426" y="630"/>
                  </a:cubicBezTo>
                  <a:lnTo>
                    <a:pt x="426" y="521"/>
                  </a:lnTo>
                  <a:cubicBezTo>
                    <a:pt x="426" y="268"/>
                    <a:pt x="250" y="5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5" name="Google Shape;20725;p90"/>
            <p:cNvSpPr/>
            <p:nvPr/>
          </p:nvSpPr>
          <p:spPr>
            <a:xfrm>
              <a:off x="1438318" y="3088947"/>
              <a:ext cx="11193" cy="11271"/>
            </a:xfrm>
            <a:custGeom>
              <a:rect b="b" l="l" r="r" t="t"/>
              <a:pathLst>
                <a:path extrusionOk="0" h="430" w="427">
                  <a:moveTo>
                    <a:pt x="215" y="1"/>
                  </a:moveTo>
                  <a:cubicBezTo>
                    <a:pt x="95" y="1"/>
                    <a:pt x="1" y="99"/>
                    <a:pt x="1" y="215"/>
                  </a:cubicBezTo>
                  <a:cubicBezTo>
                    <a:pt x="1" y="335"/>
                    <a:pt x="95" y="430"/>
                    <a:pt x="215" y="430"/>
                  </a:cubicBezTo>
                  <a:cubicBezTo>
                    <a:pt x="331" y="430"/>
                    <a:pt x="426" y="335"/>
                    <a:pt x="426" y="215"/>
                  </a:cubicBezTo>
                  <a:cubicBezTo>
                    <a:pt x="426" y="99"/>
                    <a:pt x="331" y="1"/>
                    <a:pt x="2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6" name="Google Shape;20726;p90"/>
            <p:cNvSpPr/>
            <p:nvPr/>
          </p:nvSpPr>
          <p:spPr>
            <a:xfrm>
              <a:off x="1404766" y="3066011"/>
              <a:ext cx="52294" cy="90250"/>
            </a:xfrm>
            <a:custGeom>
              <a:rect b="b" l="l" r="r" t="t"/>
              <a:pathLst>
                <a:path extrusionOk="0" h="3443" w="1995">
                  <a:moveTo>
                    <a:pt x="567" y="0"/>
                  </a:moveTo>
                  <a:lnTo>
                    <a:pt x="567" y="0"/>
                  </a:lnTo>
                  <a:cubicBezTo>
                    <a:pt x="222" y="222"/>
                    <a:pt x="1" y="640"/>
                    <a:pt x="1" y="1305"/>
                  </a:cubicBezTo>
                  <a:cubicBezTo>
                    <a:pt x="1" y="2367"/>
                    <a:pt x="641" y="3443"/>
                    <a:pt x="1281" y="3443"/>
                  </a:cubicBezTo>
                  <a:cubicBezTo>
                    <a:pt x="1534" y="3443"/>
                    <a:pt x="1783" y="3274"/>
                    <a:pt x="1994" y="3010"/>
                  </a:cubicBezTo>
                  <a:cubicBezTo>
                    <a:pt x="1207" y="2982"/>
                    <a:pt x="426" y="1860"/>
                    <a:pt x="426" y="753"/>
                  </a:cubicBezTo>
                  <a:cubicBezTo>
                    <a:pt x="423" y="496"/>
                    <a:pt x="468" y="239"/>
                    <a:pt x="567"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7" name="Google Shape;20727;p90"/>
            <p:cNvSpPr/>
            <p:nvPr/>
          </p:nvSpPr>
          <p:spPr>
            <a:xfrm>
              <a:off x="1421909" y="3078174"/>
              <a:ext cx="38454" cy="44089"/>
            </a:xfrm>
            <a:custGeom>
              <a:rect b="b" l="l" r="r" t="t"/>
              <a:pathLst>
                <a:path extrusionOk="0" h="1682" w="1467">
                  <a:moveTo>
                    <a:pt x="732" y="0"/>
                  </a:moveTo>
                  <a:cubicBezTo>
                    <a:pt x="328" y="0"/>
                    <a:pt x="1" y="327"/>
                    <a:pt x="1" y="735"/>
                  </a:cubicBezTo>
                  <a:lnTo>
                    <a:pt x="1" y="946"/>
                  </a:lnTo>
                  <a:cubicBezTo>
                    <a:pt x="1" y="1354"/>
                    <a:pt x="328" y="1681"/>
                    <a:pt x="732" y="1681"/>
                  </a:cubicBezTo>
                  <a:cubicBezTo>
                    <a:pt x="1140" y="1681"/>
                    <a:pt x="1467" y="1354"/>
                    <a:pt x="1467" y="946"/>
                  </a:cubicBezTo>
                  <a:lnTo>
                    <a:pt x="1467" y="841"/>
                  </a:lnTo>
                  <a:cubicBezTo>
                    <a:pt x="1467" y="707"/>
                    <a:pt x="1368" y="640"/>
                    <a:pt x="1268" y="640"/>
                  </a:cubicBezTo>
                  <a:cubicBezTo>
                    <a:pt x="1169" y="640"/>
                    <a:pt x="1070" y="707"/>
                    <a:pt x="1070" y="841"/>
                  </a:cubicBezTo>
                  <a:lnTo>
                    <a:pt x="1070" y="946"/>
                  </a:lnTo>
                  <a:cubicBezTo>
                    <a:pt x="1063" y="1126"/>
                    <a:pt x="915" y="1270"/>
                    <a:pt x="732" y="1270"/>
                  </a:cubicBezTo>
                  <a:cubicBezTo>
                    <a:pt x="553" y="1270"/>
                    <a:pt x="405" y="1126"/>
                    <a:pt x="398" y="946"/>
                  </a:cubicBezTo>
                  <a:lnTo>
                    <a:pt x="398" y="735"/>
                  </a:lnTo>
                  <a:cubicBezTo>
                    <a:pt x="398" y="549"/>
                    <a:pt x="549" y="401"/>
                    <a:pt x="732" y="401"/>
                  </a:cubicBezTo>
                  <a:cubicBezTo>
                    <a:pt x="999" y="398"/>
                    <a:pt x="999" y="0"/>
                    <a:pt x="7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8" name="Google Shape;20728;p90"/>
            <p:cNvSpPr/>
            <p:nvPr/>
          </p:nvSpPr>
          <p:spPr>
            <a:xfrm>
              <a:off x="1399523" y="2966141"/>
              <a:ext cx="359583" cy="217695"/>
            </a:xfrm>
            <a:custGeom>
              <a:rect b="b" l="l" r="r" t="t"/>
              <a:pathLst>
                <a:path extrusionOk="0" h="8305" w="13718">
                  <a:moveTo>
                    <a:pt x="9255" y="3068"/>
                  </a:moveTo>
                  <a:lnTo>
                    <a:pt x="9368" y="3371"/>
                  </a:lnTo>
                  <a:cubicBezTo>
                    <a:pt x="9280" y="3350"/>
                    <a:pt x="9192" y="3329"/>
                    <a:pt x="9101" y="3307"/>
                  </a:cubicBezTo>
                  <a:lnTo>
                    <a:pt x="9255" y="3068"/>
                  </a:lnTo>
                  <a:close/>
                  <a:moveTo>
                    <a:pt x="5535" y="3332"/>
                  </a:moveTo>
                  <a:lnTo>
                    <a:pt x="5535" y="3332"/>
                  </a:lnTo>
                  <a:cubicBezTo>
                    <a:pt x="5159" y="3782"/>
                    <a:pt x="3879" y="4232"/>
                    <a:pt x="2880" y="4457"/>
                  </a:cubicBezTo>
                  <a:cubicBezTo>
                    <a:pt x="2817" y="4222"/>
                    <a:pt x="2697" y="4007"/>
                    <a:pt x="2532" y="3831"/>
                  </a:cubicBezTo>
                  <a:cubicBezTo>
                    <a:pt x="2490" y="3786"/>
                    <a:pt x="2444" y="3743"/>
                    <a:pt x="2398" y="3708"/>
                  </a:cubicBezTo>
                  <a:cubicBezTo>
                    <a:pt x="3425" y="3469"/>
                    <a:pt x="4477" y="3343"/>
                    <a:pt x="5535" y="3332"/>
                  </a:cubicBezTo>
                  <a:close/>
                  <a:moveTo>
                    <a:pt x="5989" y="3336"/>
                  </a:moveTo>
                  <a:cubicBezTo>
                    <a:pt x="6372" y="3339"/>
                    <a:pt x="6773" y="3364"/>
                    <a:pt x="7191" y="3402"/>
                  </a:cubicBezTo>
                  <a:lnTo>
                    <a:pt x="5788" y="4995"/>
                  </a:lnTo>
                  <a:cubicBezTo>
                    <a:pt x="4856" y="4893"/>
                    <a:pt x="4128" y="4770"/>
                    <a:pt x="3626" y="4675"/>
                  </a:cubicBezTo>
                  <a:cubicBezTo>
                    <a:pt x="3840" y="4612"/>
                    <a:pt x="4079" y="4538"/>
                    <a:pt x="4318" y="4454"/>
                  </a:cubicBezTo>
                  <a:cubicBezTo>
                    <a:pt x="5285" y="4109"/>
                    <a:pt x="5834" y="3740"/>
                    <a:pt x="5989" y="3336"/>
                  </a:cubicBezTo>
                  <a:close/>
                  <a:moveTo>
                    <a:pt x="10011" y="3965"/>
                  </a:moveTo>
                  <a:lnTo>
                    <a:pt x="10011" y="3965"/>
                  </a:lnTo>
                  <a:cubicBezTo>
                    <a:pt x="10978" y="4264"/>
                    <a:pt x="11907" y="4665"/>
                    <a:pt x="12786" y="5164"/>
                  </a:cubicBezTo>
                  <a:cubicBezTo>
                    <a:pt x="12005" y="5206"/>
                    <a:pt x="11232" y="5224"/>
                    <a:pt x="10472" y="5227"/>
                  </a:cubicBezTo>
                  <a:lnTo>
                    <a:pt x="10011" y="3965"/>
                  </a:lnTo>
                  <a:close/>
                  <a:moveTo>
                    <a:pt x="11393" y="5614"/>
                  </a:moveTo>
                  <a:lnTo>
                    <a:pt x="11875" y="6015"/>
                  </a:lnTo>
                  <a:cubicBezTo>
                    <a:pt x="11566" y="6177"/>
                    <a:pt x="11242" y="6318"/>
                    <a:pt x="10915" y="6434"/>
                  </a:cubicBezTo>
                  <a:lnTo>
                    <a:pt x="10620" y="5628"/>
                  </a:lnTo>
                  <a:cubicBezTo>
                    <a:pt x="10876" y="5625"/>
                    <a:pt x="11133" y="5621"/>
                    <a:pt x="11393" y="5614"/>
                  </a:cubicBezTo>
                  <a:close/>
                  <a:moveTo>
                    <a:pt x="2957" y="4943"/>
                  </a:moveTo>
                  <a:cubicBezTo>
                    <a:pt x="3168" y="4992"/>
                    <a:pt x="3513" y="5066"/>
                    <a:pt x="3991" y="5147"/>
                  </a:cubicBezTo>
                  <a:cubicBezTo>
                    <a:pt x="3731" y="5730"/>
                    <a:pt x="3386" y="6272"/>
                    <a:pt x="2961" y="6750"/>
                  </a:cubicBezTo>
                  <a:cubicBezTo>
                    <a:pt x="2789" y="6722"/>
                    <a:pt x="2644" y="6694"/>
                    <a:pt x="2539" y="6673"/>
                  </a:cubicBezTo>
                  <a:cubicBezTo>
                    <a:pt x="2813" y="6198"/>
                    <a:pt x="2961" y="5660"/>
                    <a:pt x="2964" y="5115"/>
                  </a:cubicBezTo>
                  <a:cubicBezTo>
                    <a:pt x="2964" y="5055"/>
                    <a:pt x="2964" y="4999"/>
                    <a:pt x="2957" y="4943"/>
                  </a:cubicBezTo>
                  <a:close/>
                  <a:moveTo>
                    <a:pt x="4396" y="5213"/>
                  </a:moveTo>
                  <a:cubicBezTo>
                    <a:pt x="4712" y="5263"/>
                    <a:pt x="5067" y="5312"/>
                    <a:pt x="5468" y="5361"/>
                  </a:cubicBezTo>
                  <a:lnTo>
                    <a:pt x="4100" y="6915"/>
                  </a:lnTo>
                  <a:cubicBezTo>
                    <a:pt x="3854" y="6887"/>
                    <a:pt x="3629" y="6856"/>
                    <a:pt x="3425" y="6824"/>
                  </a:cubicBezTo>
                  <a:cubicBezTo>
                    <a:pt x="3826" y="6339"/>
                    <a:pt x="4153" y="5797"/>
                    <a:pt x="4396" y="5213"/>
                  </a:cubicBezTo>
                  <a:close/>
                  <a:moveTo>
                    <a:pt x="1481" y="3821"/>
                  </a:moveTo>
                  <a:cubicBezTo>
                    <a:pt x="2180" y="3821"/>
                    <a:pt x="2564" y="4281"/>
                    <a:pt x="2564" y="5118"/>
                  </a:cubicBezTo>
                  <a:cubicBezTo>
                    <a:pt x="2560" y="5597"/>
                    <a:pt x="2433" y="6064"/>
                    <a:pt x="2191" y="6479"/>
                  </a:cubicBezTo>
                  <a:cubicBezTo>
                    <a:pt x="1976" y="6838"/>
                    <a:pt x="1709" y="7052"/>
                    <a:pt x="1481" y="7052"/>
                  </a:cubicBezTo>
                  <a:cubicBezTo>
                    <a:pt x="1252" y="7052"/>
                    <a:pt x="988" y="6838"/>
                    <a:pt x="774" y="6479"/>
                  </a:cubicBezTo>
                  <a:cubicBezTo>
                    <a:pt x="531" y="6064"/>
                    <a:pt x="401" y="5597"/>
                    <a:pt x="401" y="5118"/>
                  </a:cubicBezTo>
                  <a:cubicBezTo>
                    <a:pt x="401" y="4281"/>
                    <a:pt x="784" y="3821"/>
                    <a:pt x="1481" y="3821"/>
                  </a:cubicBezTo>
                  <a:close/>
                  <a:moveTo>
                    <a:pt x="8869" y="3666"/>
                  </a:moveTo>
                  <a:cubicBezTo>
                    <a:pt x="9094" y="3715"/>
                    <a:pt x="9315" y="3768"/>
                    <a:pt x="9537" y="3828"/>
                  </a:cubicBezTo>
                  <a:lnTo>
                    <a:pt x="10047" y="5227"/>
                  </a:lnTo>
                  <a:lnTo>
                    <a:pt x="9818" y="5227"/>
                  </a:lnTo>
                  <a:cubicBezTo>
                    <a:pt x="9551" y="5227"/>
                    <a:pt x="9551" y="5628"/>
                    <a:pt x="9818" y="5628"/>
                  </a:cubicBezTo>
                  <a:lnTo>
                    <a:pt x="10198" y="5628"/>
                  </a:lnTo>
                  <a:lnTo>
                    <a:pt x="10539" y="6560"/>
                  </a:lnTo>
                  <a:cubicBezTo>
                    <a:pt x="10110" y="6690"/>
                    <a:pt x="9674" y="6792"/>
                    <a:pt x="9231" y="6866"/>
                  </a:cubicBezTo>
                  <a:lnTo>
                    <a:pt x="9234" y="6866"/>
                  </a:lnTo>
                  <a:cubicBezTo>
                    <a:pt x="8397" y="7007"/>
                    <a:pt x="7550" y="7074"/>
                    <a:pt x="6703" y="7074"/>
                  </a:cubicBezTo>
                  <a:cubicBezTo>
                    <a:pt x="6660" y="7074"/>
                    <a:pt x="6618" y="7074"/>
                    <a:pt x="6576" y="7074"/>
                  </a:cubicBezTo>
                  <a:cubicBezTo>
                    <a:pt x="6829" y="6729"/>
                    <a:pt x="7212" y="6163"/>
                    <a:pt x="7624" y="5551"/>
                  </a:cubicBezTo>
                  <a:cubicBezTo>
                    <a:pt x="8060" y="5576"/>
                    <a:pt x="8506" y="5597"/>
                    <a:pt x="8956" y="5611"/>
                  </a:cubicBezTo>
                  <a:lnTo>
                    <a:pt x="8964" y="5611"/>
                  </a:lnTo>
                  <a:cubicBezTo>
                    <a:pt x="9217" y="5600"/>
                    <a:pt x="9224" y="5224"/>
                    <a:pt x="8967" y="5210"/>
                  </a:cubicBezTo>
                  <a:cubicBezTo>
                    <a:pt x="8601" y="5199"/>
                    <a:pt x="8239" y="5185"/>
                    <a:pt x="7880" y="5164"/>
                  </a:cubicBezTo>
                  <a:cubicBezTo>
                    <a:pt x="8232" y="4637"/>
                    <a:pt x="8584" y="4102"/>
                    <a:pt x="8869" y="3666"/>
                  </a:cubicBezTo>
                  <a:close/>
                  <a:moveTo>
                    <a:pt x="8813" y="2283"/>
                  </a:moveTo>
                  <a:cubicBezTo>
                    <a:pt x="8901" y="2283"/>
                    <a:pt x="8988" y="2335"/>
                    <a:pt x="9023" y="2428"/>
                  </a:cubicBezTo>
                  <a:lnTo>
                    <a:pt x="9087" y="2597"/>
                  </a:lnTo>
                  <a:cubicBezTo>
                    <a:pt x="8299" y="3810"/>
                    <a:pt x="6333" y="6810"/>
                    <a:pt x="6038" y="7112"/>
                  </a:cubicBezTo>
                  <a:cubicBezTo>
                    <a:pt x="5878" y="7279"/>
                    <a:pt x="5689" y="7361"/>
                    <a:pt x="5468" y="7361"/>
                  </a:cubicBezTo>
                  <a:cubicBezTo>
                    <a:pt x="5329" y="7361"/>
                    <a:pt x="5177" y="7329"/>
                    <a:pt x="5011" y="7263"/>
                  </a:cubicBezTo>
                  <a:lnTo>
                    <a:pt x="5015" y="7263"/>
                  </a:lnTo>
                  <a:cubicBezTo>
                    <a:pt x="4849" y="7197"/>
                    <a:pt x="4695" y="7112"/>
                    <a:pt x="4550" y="7010"/>
                  </a:cubicBezTo>
                  <a:lnTo>
                    <a:pt x="8644" y="2362"/>
                  </a:lnTo>
                  <a:cubicBezTo>
                    <a:pt x="8690" y="2308"/>
                    <a:pt x="8752" y="2283"/>
                    <a:pt x="8813" y="2283"/>
                  </a:cubicBezTo>
                  <a:close/>
                  <a:moveTo>
                    <a:pt x="624" y="1"/>
                  </a:moveTo>
                  <a:cubicBezTo>
                    <a:pt x="579" y="1"/>
                    <a:pt x="532" y="18"/>
                    <a:pt x="489" y="58"/>
                  </a:cubicBezTo>
                  <a:cubicBezTo>
                    <a:pt x="468" y="76"/>
                    <a:pt x="0" y="554"/>
                    <a:pt x="0" y="1693"/>
                  </a:cubicBezTo>
                  <a:cubicBezTo>
                    <a:pt x="0" y="2674"/>
                    <a:pt x="464" y="3307"/>
                    <a:pt x="739" y="3596"/>
                  </a:cubicBezTo>
                  <a:cubicBezTo>
                    <a:pt x="626" y="3656"/>
                    <a:pt x="521" y="3736"/>
                    <a:pt x="433" y="3828"/>
                  </a:cubicBezTo>
                  <a:cubicBezTo>
                    <a:pt x="144" y="4127"/>
                    <a:pt x="0" y="4559"/>
                    <a:pt x="0" y="5115"/>
                  </a:cubicBezTo>
                  <a:cubicBezTo>
                    <a:pt x="4" y="5663"/>
                    <a:pt x="151" y="6205"/>
                    <a:pt x="429" y="6683"/>
                  </a:cubicBezTo>
                  <a:cubicBezTo>
                    <a:pt x="721" y="7168"/>
                    <a:pt x="1104" y="7450"/>
                    <a:pt x="1484" y="7450"/>
                  </a:cubicBezTo>
                  <a:cubicBezTo>
                    <a:pt x="1762" y="7450"/>
                    <a:pt x="2040" y="7299"/>
                    <a:pt x="2286" y="7024"/>
                  </a:cubicBezTo>
                  <a:cubicBezTo>
                    <a:pt x="2331" y="7035"/>
                    <a:pt x="2405" y="7052"/>
                    <a:pt x="2511" y="7074"/>
                  </a:cubicBezTo>
                  <a:lnTo>
                    <a:pt x="2015" y="7896"/>
                  </a:lnTo>
                  <a:cubicBezTo>
                    <a:pt x="2015" y="7903"/>
                    <a:pt x="2008" y="7903"/>
                    <a:pt x="2004" y="7903"/>
                  </a:cubicBezTo>
                  <a:lnTo>
                    <a:pt x="841" y="7903"/>
                  </a:lnTo>
                  <a:cubicBezTo>
                    <a:pt x="573" y="7903"/>
                    <a:pt x="573" y="8304"/>
                    <a:pt x="841" y="8304"/>
                  </a:cubicBezTo>
                  <a:lnTo>
                    <a:pt x="2001" y="8304"/>
                  </a:lnTo>
                  <a:cubicBezTo>
                    <a:pt x="2145" y="8304"/>
                    <a:pt x="2282" y="8227"/>
                    <a:pt x="2356" y="8104"/>
                  </a:cubicBezTo>
                  <a:lnTo>
                    <a:pt x="2926" y="7151"/>
                  </a:lnTo>
                  <a:cubicBezTo>
                    <a:pt x="3070" y="7176"/>
                    <a:pt x="3235" y="7200"/>
                    <a:pt x="3418" y="7228"/>
                  </a:cubicBezTo>
                  <a:lnTo>
                    <a:pt x="3418" y="7889"/>
                  </a:lnTo>
                  <a:cubicBezTo>
                    <a:pt x="3418" y="7900"/>
                    <a:pt x="3411" y="7903"/>
                    <a:pt x="3404" y="7903"/>
                  </a:cubicBezTo>
                  <a:lnTo>
                    <a:pt x="2975" y="7903"/>
                  </a:lnTo>
                  <a:cubicBezTo>
                    <a:pt x="2708" y="7903"/>
                    <a:pt x="2708" y="8304"/>
                    <a:pt x="2975" y="8304"/>
                  </a:cubicBezTo>
                  <a:lnTo>
                    <a:pt x="3404" y="8304"/>
                  </a:lnTo>
                  <a:cubicBezTo>
                    <a:pt x="3633" y="8304"/>
                    <a:pt x="3815" y="8118"/>
                    <a:pt x="3815" y="7889"/>
                  </a:cubicBezTo>
                  <a:lnTo>
                    <a:pt x="3815" y="7285"/>
                  </a:lnTo>
                  <a:cubicBezTo>
                    <a:pt x="3981" y="7306"/>
                    <a:pt x="4153" y="7323"/>
                    <a:pt x="4332" y="7344"/>
                  </a:cubicBezTo>
                  <a:cubicBezTo>
                    <a:pt x="4494" y="7457"/>
                    <a:pt x="4670" y="7555"/>
                    <a:pt x="4856" y="7629"/>
                  </a:cubicBezTo>
                  <a:cubicBezTo>
                    <a:pt x="5050" y="7710"/>
                    <a:pt x="5257" y="7756"/>
                    <a:pt x="5472" y="7759"/>
                  </a:cubicBezTo>
                  <a:cubicBezTo>
                    <a:pt x="5476" y="7759"/>
                    <a:pt x="5481" y="7759"/>
                    <a:pt x="5485" y="7759"/>
                  </a:cubicBezTo>
                  <a:cubicBezTo>
                    <a:pt x="5762" y="7759"/>
                    <a:pt x="6031" y="7654"/>
                    <a:pt x="6242" y="7467"/>
                  </a:cubicBezTo>
                  <a:cubicBezTo>
                    <a:pt x="6379" y="7471"/>
                    <a:pt x="6516" y="7471"/>
                    <a:pt x="6650" y="7471"/>
                  </a:cubicBezTo>
                  <a:cubicBezTo>
                    <a:pt x="8179" y="7471"/>
                    <a:pt x="9523" y="7292"/>
                    <a:pt x="10669" y="6936"/>
                  </a:cubicBezTo>
                  <a:lnTo>
                    <a:pt x="11021" y="7893"/>
                  </a:lnTo>
                  <a:cubicBezTo>
                    <a:pt x="11109" y="8139"/>
                    <a:pt x="11344" y="8304"/>
                    <a:pt x="11608" y="8304"/>
                  </a:cubicBezTo>
                  <a:lnTo>
                    <a:pt x="12803" y="8304"/>
                  </a:lnTo>
                  <a:cubicBezTo>
                    <a:pt x="13070" y="8304"/>
                    <a:pt x="13071" y="7907"/>
                    <a:pt x="12807" y="7907"/>
                  </a:cubicBezTo>
                  <a:cubicBezTo>
                    <a:pt x="12806" y="7907"/>
                    <a:pt x="12805" y="7907"/>
                    <a:pt x="12803" y="7907"/>
                  </a:cubicBezTo>
                  <a:lnTo>
                    <a:pt x="11608" y="7907"/>
                  </a:lnTo>
                  <a:cubicBezTo>
                    <a:pt x="11513" y="7903"/>
                    <a:pt x="11429" y="7844"/>
                    <a:pt x="11397" y="7756"/>
                  </a:cubicBezTo>
                  <a:lnTo>
                    <a:pt x="11049" y="6810"/>
                  </a:lnTo>
                  <a:cubicBezTo>
                    <a:pt x="11492" y="6652"/>
                    <a:pt x="11921" y="6455"/>
                    <a:pt x="12329" y="6223"/>
                  </a:cubicBezTo>
                  <a:cubicBezTo>
                    <a:pt x="12448" y="6152"/>
                    <a:pt x="12462" y="5983"/>
                    <a:pt x="12353" y="5896"/>
                  </a:cubicBezTo>
                  <a:lnTo>
                    <a:pt x="11998" y="5597"/>
                  </a:lnTo>
                  <a:cubicBezTo>
                    <a:pt x="12480" y="5579"/>
                    <a:pt x="12969" y="5558"/>
                    <a:pt x="13461" y="5526"/>
                  </a:cubicBezTo>
                  <a:cubicBezTo>
                    <a:pt x="13654" y="5516"/>
                    <a:pt x="13718" y="5263"/>
                    <a:pt x="13552" y="5157"/>
                  </a:cubicBezTo>
                  <a:lnTo>
                    <a:pt x="13552" y="5157"/>
                  </a:lnTo>
                  <a:lnTo>
                    <a:pt x="13552" y="5161"/>
                  </a:lnTo>
                  <a:cubicBezTo>
                    <a:pt x="12399" y="4433"/>
                    <a:pt x="11151" y="3874"/>
                    <a:pt x="9843" y="3497"/>
                  </a:cubicBezTo>
                  <a:lnTo>
                    <a:pt x="9400" y="2288"/>
                  </a:lnTo>
                  <a:cubicBezTo>
                    <a:pt x="9300" y="2026"/>
                    <a:pt x="9058" y="1883"/>
                    <a:pt x="8812" y="1883"/>
                  </a:cubicBezTo>
                  <a:cubicBezTo>
                    <a:pt x="8642" y="1883"/>
                    <a:pt x="8469" y="1952"/>
                    <a:pt x="8341" y="2098"/>
                  </a:cubicBezTo>
                  <a:lnTo>
                    <a:pt x="7518" y="3033"/>
                  </a:lnTo>
                  <a:cubicBezTo>
                    <a:pt x="6880" y="2958"/>
                    <a:pt x="6275" y="2928"/>
                    <a:pt x="5714" y="2928"/>
                  </a:cubicBezTo>
                  <a:cubicBezTo>
                    <a:pt x="3616" y="2928"/>
                    <a:pt x="2131" y="3352"/>
                    <a:pt x="1815" y="3452"/>
                  </a:cubicBezTo>
                  <a:cubicBezTo>
                    <a:pt x="1702" y="3431"/>
                    <a:pt x="1593" y="3420"/>
                    <a:pt x="1481" y="3420"/>
                  </a:cubicBezTo>
                  <a:lnTo>
                    <a:pt x="1400" y="3420"/>
                  </a:lnTo>
                  <a:cubicBezTo>
                    <a:pt x="1192" y="2914"/>
                    <a:pt x="995" y="2221"/>
                    <a:pt x="1136" y="1581"/>
                  </a:cubicBezTo>
                  <a:cubicBezTo>
                    <a:pt x="1224" y="1184"/>
                    <a:pt x="1407" y="987"/>
                    <a:pt x="1414" y="980"/>
                  </a:cubicBezTo>
                  <a:cubicBezTo>
                    <a:pt x="1556" y="834"/>
                    <a:pt x="1423" y="635"/>
                    <a:pt x="1269" y="635"/>
                  </a:cubicBezTo>
                  <a:cubicBezTo>
                    <a:pt x="1222" y="635"/>
                    <a:pt x="1173" y="654"/>
                    <a:pt x="1129" y="698"/>
                  </a:cubicBezTo>
                  <a:cubicBezTo>
                    <a:pt x="1094" y="733"/>
                    <a:pt x="355" y="1500"/>
                    <a:pt x="872" y="3139"/>
                  </a:cubicBezTo>
                  <a:cubicBezTo>
                    <a:pt x="559" y="2724"/>
                    <a:pt x="394" y="2214"/>
                    <a:pt x="401" y="1693"/>
                  </a:cubicBezTo>
                  <a:cubicBezTo>
                    <a:pt x="401" y="737"/>
                    <a:pt x="767" y="343"/>
                    <a:pt x="770" y="340"/>
                  </a:cubicBezTo>
                  <a:cubicBezTo>
                    <a:pt x="903" y="193"/>
                    <a:pt x="775" y="1"/>
                    <a:pt x="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9" name="Google Shape;20729;p90"/>
          <p:cNvGrpSpPr/>
          <p:nvPr/>
        </p:nvGrpSpPr>
        <p:grpSpPr>
          <a:xfrm>
            <a:off x="872232" y="2888710"/>
            <a:ext cx="328810" cy="369911"/>
            <a:chOff x="872232" y="2888710"/>
            <a:chExt cx="328810" cy="369911"/>
          </a:xfrm>
        </p:grpSpPr>
        <p:sp>
          <p:nvSpPr>
            <p:cNvPr id="20730" name="Google Shape;20730;p90"/>
            <p:cNvSpPr/>
            <p:nvPr/>
          </p:nvSpPr>
          <p:spPr>
            <a:xfrm>
              <a:off x="984553" y="3004149"/>
              <a:ext cx="104273" cy="225952"/>
            </a:xfrm>
            <a:custGeom>
              <a:rect b="b" l="l" r="r" t="t"/>
              <a:pathLst>
                <a:path extrusionOk="0" h="8620" w="3978">
                  <a:moveTo>
                    <a:pt x="1990" y="1"/>
                  </a:moveTo>
                  <a:cubicBezTo>
                    <a:pt x="1502" y="1"/>
                    <a:pt x="1104" y="792"/>
                    <a:pt x="1104" y="1770"/>
                  </a:cubicBezTo>
                  <a:cubicBezTo>
                    <a:pt x="1104" y="2462"/>
                    <a:pt x="1305" y="3057"/>
                    <a:pt x="1593" y="3348"/>
                  </a:cubicBezTo>
                  <a:cubicBezTo>
                    <a:pt x="686" y="3500"/>
                    <a:pt x="0" y="4203"/>
                    <a:pt x="0" y="5486"/>
                  </a:cubicBezTo>
                  <a:cubicBezTo>
                    <a:pt x="0" y="6949"/>
                    <a:pt x="1104" y="8620"/>
                    <a:pt x="1990" y="8620"/>
                  </a:cubicBezTo>
                  <a:cubicBezTo>
                    <a:pt x="2873" y="8620"/>
                    <a:pt x="3977" y="6949"/>
                    <a:pt x="3977" y="5486"/>
                  </a:cubicBezTo>
                  <a:cubicBezTo>
                    <a:pt x="3977" y="4199"/>
                    <a:pt x="3291" y="3500"/>
                    <a:pt x="2384" y="3348"/>
                  </a:cubicBezTo>
                  <a:cubicBezTo>
                    <a:pt x="2673" y="3057"/>
                    <a:pt x="2873" y="2462"/>
                    <a:pt x="2873" y="1770"/>
                  </a:cubicBezTo>
                  <a:cubicBezTo>
                    <a:pt x="2873" y="792"/>
                    <a:pt x="2476" y="1"/>
                    <a:pt x="199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1" name="Google Shape;20731;p90"/>
            <p:cNvSpPr/>
            <p:nvPr/>
          </p:nvSpPr>
          <p:spPr>
            <a:xfrm>
              <a:off x="1043269" y="3091437"/>
              <a:ext cx="210" cy="26"/>
            </a:xfrm>
            <a:custGeom>
              <a:rect b="b" l="l" r="r" t="t"/>
              <a:pathLst>
                <a:path extrusionOk="0" h="1" w="8">
                  <a:moveTo>
                    <a:pt x="0" y="1"/>
                  </a:moveTo>
                  <a:lnTo>
                    <a:pt x="0" y="1"/>
                  </a:lnTo>
                  <a:cubicBezTo>
                    <a:pt x="7" y="1"/>
                    <a:pt x="4" y="1"/>
                    <a:pt x="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2" name="Google Shape;20732;p90"/>
            <p:cNvSpPr/>
            <p:nvPr/>
          </p:nvSpPr>
          <p:spPr>
            <a:xfrm>
              <a:off x="984553" y="3004149"/>
              <a:ext cx="70250" cy="225873"/>
            </a:xfrm>
            <a:custGeom>
              <a:rect b="b" l="l" r="r" t="t"/>
              <a:pathLst>
                <a:path extrusionOk="0" h="8617" w="2680">
                  <a:moveTo>
                    <a:pt x="1987" y="1"/>
                  </a:moveTo>
                  <a:cubicBezTo>
                    <a:pt x="1502" y="1"/>
                    <a:pt x="1104" y="792"/>
                    <a:pt x="1104" y="1770"/>
                  </a:cubicBezTo>
                  <a:cubicBezTo>
                    <a:pt x="1104" y="2462"/>
                    <a:pt x="1305" y="3060"/>
                    <a:pt x="1597" y="3348"/>
                  </a:cubicBezTo>
                  <a:cubicBezTo>
                    <a:pt x="686" y="3500"/>
                    <a:pt x="0" y="4199"/>
                    <a:pt x="0" y="5483"/>
                  </a:cubicBezTo>
                  <a:cubicBezTo>
                    <a:pt x="0" y="6949"/>
                    <a:pt x="1104" y="8616"/>
                    <a:pt x="1987" y="8616"/>
                  </a:cubicBezTo>
                  <a:cubicBezTo>
                    <a:pt x="2092" y="8616"/>
                    <a:pt x="2194" y="8595"/>
                    <a:pt x="2293" y="8553"/>
                  </a:cubicBezTo>
                  <a:cubicBezTo>
                    <a:pt x="1888" y="7885"/>
                    <a:pt x="1544" y="6657"/>
                    <a:pt x="1544" y="5536"/>
                  </a:cubicBezTo>
                  <a:cubicBezTo>
                    <a:pt x="1544" y="4681"/>
                    <a:pt x="1706" y="4059"/>
                    <a:pt x="1959" y="3654"/>
                  </a:cubicBezTo>
                  <a:cubicBezTo>
                    <a:pt x="2085" y="3454"/>
                    <a:pt x="2096" y="3197"/>
                    <a:pt x="1980" y="2986"/>
                  </a:cubicBezTo>
                  <a:cubicBezTo>
                    <a:pt x="1836" y="2715"/>
                    <a:pt x="1762" y="2410"/>
                    <a:pt x="1765" y="2100"/>
                  </a:cubicBezTo>
                  <a:cubicBezTo>
                    <a:pt x="1769" y="1309"/>
                    <a:pt x="2163" y="665"/>
                    <a:pt x="2651" y="665"/>
                  </a:cubicBezTo>
                  <a:lnTo>
                    <a:pt x="2680" y="665"/>
                  </a:lnTo>
                  <a:cubicBezTo>
                    <a:pt x="2518" y="261"/>
                    <a:pt x="2268" y="1"/>
                    <a:pt x="198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3" name="Google Shape;20733;p90"/>
            <p:cNvSpPr/>
            <p:nvPr/>
          </p:nvSpPr>
          <p:spPr>
            <a:xfrm>
              <a:off x="985837" y="3133561"/>
              <a:ext cx="26" cy="26"/>
            </a:xfrm>
            <a:custGeom>
              <a:rect b="b" l="l" r="r" t="t"/>
              <a:pathLst>
                <a:path extrusionOk="0" h="1" w="1">
                  <a:moveTo>
                    <a:pt x="0" y="1"/>
                  </a:moveTo>
                  <a:lnTo>
                    <a:pt x="0" y="1"/>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4" name="Google Shape;20734;p90"/>
            <p:cNvSpPr/>
            <p:nvPr/>
          </p:nvSpPr>
          <p:spPr>
            <a:xfrm>
              <a:off x="984920" y="3139930"/>
              <a:ext cx="26" cy="315"/>
            </a:xfrm>
            <a:custGeom>
              <a:rect b="b" l="l" r="r" t="t"/>
              <a:pathLst>
                <a:path extrusionOk="0" h="12" w="1">
                  <a:moveTo>
                    <a:pt x="0" y="0"/>
                  </a:moveTo>
                  <a:lnTo>
                    <a:pt x="0" y="11"/>
                  </a:lnTo>
                  <a:cubicBezTo>
                    <a:pt x="0" y="8"/>
                    <a:pt x="0" y="4"/>
                    <a:pt x="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5" name="Google Shape;20735;p90"/>
            <p:cNvSpPr/>
            <p:nvPr/>
          </p:nvSpPr>
          <p:spPr>
            <a:xfrm>
              <a:off x="992548" y="3185383"/>
              <a:ext cx="315" cy="760"/>
            </a:xfrm>
            <a:custGeom>
              <a:rect b="b" l="l" r="r" t="t"/>
              <a:pathLst>
                <a:path extrusionOk="0" h="29" w="12">
                  <a:moveTo>
                    <a:pt x="1" y="0"/>
                  </a:moveTo>
                  <a:lnTo>
                    <a:pt x="12" y="28"/>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6" name="Google Shape;20736;p90"/>
            <p:cNvSpPr/>
            <p:nvPr/>
          </p:nvSpPr>
          <p:spPr>
            <a:xfrm>
              <a:off x="1001880" y="2940453"/>
              <a:ext cx="69516" cy="69542"/>
            </a:xfrm>
            <a:custGeom>
              <a:rect b="b" l="l" r="r" t="t"/>
              <a:pathLst>
                <a:path extrusionOk="0" h="2653" w="2652">
                  <a:moveTo>
                    <a:pt x="1326" y="1"/>
                  </a:moveTo>
                  <a:cubicBezTo>
                    <a:pt x="594" y="1"/>
                    <a:pt x="0" y="817"/>
                    <a:pt x="0" y="1548"/>
                  </a:cubicBezTo>
                  <a:cubicBezTo>
                    <a:pt x="0" y="2280"/>
                    <a:pt x="594" y="2652"/>
                    <a:pt x="1326" y="2652"/>
                  </a:cubicBezTo>
                  <a:cubicBezTo>
                    <a:pt x="2061" y="2652"/>
                    <a:pt x="2652" y="2280"/>
                    <a:pt x="2652" y="1548"/>
                  </a:cubicBezTo>
                  <a:cubicBezTo>
                    <a:pt x="2652" y="817"/>
                    <a:pt x="2057" y="1"/>
                    <a:pt x="1326"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7" name="Google Shape;20737;p90"/>
            <p:cNvSpPr/>
            <p:nvPr/>
          </p:nvSpPr>
          <p:spPr>
            <a:xfrm>
              <a:off x="1001880" y="2940453"/>
              <a:ext cx="37431" cy="69358"/>
            </a:xfrm>
            <a:custGeom>
              <a:rect b="b" l="l" r="r" t="t"/>
              <a:pathLst>
                <a:path extrusionOk="0" h="2646" w="1428">
                  <a:moveTo>
                    <a:pt x="1326" y="1"/>
                  </a:moveTo>
                  <a:cubicBezTo>
                    <a:pt x="594" y="1"/>
                    <a:pt x="0" y="817"/>
                    <a:pt x="0" y="1548"/>
                  </a:cubicBezTo>
                  <a:cubicBezTo>
                    <a:pt x="0" y="2241"/>
                    <a:pt x="531" y="2610"/>
                    <a:pt x="1206" y="2645"/>
                  </a:cubicBezTo>
                  <a:cubicBezTo>
                    <a:pt x="1006" y="2406"/>
                    <a:pt x="886" y="2062"/>
                    <a:pt x="886" y="1622"/>
                  </a:cubicBezTo>
                  <a:cubicBezTo>
                    <a:pt x="886" y="1038"/>
                    <a:pt x="1101" y="416"/>
                    <a:pt x="1428" y="8"/>
                  </a:cubicBezTo>
                  <a:cubicBezTo>
                    <a:pt x="1393" y="4"/>
                    <a:pt x="1361" y="1"/>
                    <a:pt x="1326"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8" name="Google Shape;20738;p90"/>
            <p:cNvSpPr/>
            <p:nvPr/>
          </p:nvSpPr>
          <p:spPr>
            <a:xfrm>
              <a:off x="1001880" y="2969418"/>
              <a:ext cx="23250" cy="23250"/>
            </a:xfrm>
            <a:custGeom>
              <a:rect b="b" l="l" r="r" t="t"/>
              <a:pathLst>
                <a:path extrusionOk="0" h="887" w="887">
                  <a:moveTo>
                    <a:pt x="443" y="0"/>
                  </a:moveTo>
                  <a:cubicBezTo>
                    <a:pt x="201" y="0"/>
                    <a:pt x="0" y="197"/>
                    <a:pt x="0" y="443"/>
                  </a:cubicBezTo>
                  <a:cubicBezTo>
                    <a:pt x="0" y="686"/>
                    <a:pt x="201" y="886"/>
                    <a:pt x="443" y="886"/>
                  </a:cubicBezTo>
                  <a:cubicBezTo>
                    <a:pt x="689" y="886"/>
                    <a:pt x="886" y="686"/>
                    <a:pt x="886" y="443"/>
                  </a:cubicBezTo>
                  <a:cubicBezTo>
                    <a:pt x="886" y="197"/>
                    <a:pt x="689" y="0"/>
                    <a:pt x="44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9" name="Google Shape;20739;p90"/>
            <p:cNvSpPr/>
            <p:nvPr/>
          </p:nvSpPr>
          <p:spPr>
            <a:xfrm>
              <a:off x="1048223" y="2969418"/>
              <a:ext cx="23172" cy="23250"/>
            </a:xfrm>
            <a:custGeom>
              <a:rect b="b" l="l" r="r" t="t"/>
              <a:pathLst>
                <a:path extrusionOk="0" h="887" w="884">
                  <a:moveTo>
                    <a:pt x="444" y="0"/>
                  </a:moveTo>
                  <a:cubicBezTo>
                    <a:pt x="198" y="0"/>
                    <a:pt x="1" y="197"/>
                    <a:pt x="1" y="443"/>
                  </a:cubicBezTo>
                  <a:cubicBezTo>
                    <a:pt x="1" y="686"/>
                    <a:pt x="198" y="886"/>
                    <a:pt x="444" y="886"/>
                  </a:cubicBezTo>
                  <a:cubicBezTo>
                    <a:pt x="687" y="886"/>
                    <a:pt x="884" y="686"/>
                    <a:pt x="884" y="443"/>
                  </a:cubicBezTo>
                  <a:cubicBezTo>
                    <a:pt x="884" y="197"/>
                    <a:pt x="687" y="0"/>
                    <a:pt x="44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0" name="Google Shape;20740;p90"/>
            <p:cNvSpPr/>
            <p:nvPr/>
          </p:nvSpPr>
          <p:spPr>
            <a:xfrm>
              <a:off x="872232" y="2888710"/>
              <a:ext cx="328810" cy="369911"/>
            </a:xfrm>
            <a:custGeom>
              <a:rect b="b" l="l" r="r" t="t"/>
              <a:pathLst>
                <a:path extrusionOk="0" h="14112" w="12544">
                  <a:moveTo>
                    <a:pt x="5389" y="3287"/>
                  </a:moveTo>
                  <a:cubicBezTo>
                    <a:pt x="5600" y="3287"/>
                    <a:pt x="5702" y="3540"/>
                    <a:pt x="5554" y="3687"/>
                  </a:cubicBezTo>
                  <a:cubicBezTo>
                    <a:pt x="5507" y="3735"/>
                    <a:pt x="5448" y="3756"/>
                    <a:pt x="5391" y="3756"/>
                  </a:cubicBezTo>
                  <a:cubicBezTo>
                    <a:pt x="5270" y="3756"/>
                    <a:pt x="5154" y="3663"/>
                    <a:pt x="5154" y="3522"/>
                  </a:cubicBezTo>
                  <a:cubicBezTo>
                    <a:pt x="5154" y="3392"/>
                    <a:pt x="5259" y="3287"/>
                    <a:pt x="5389" y="3287"/>
                  </a:cubicBezTo>
                  <a:close/>
                  <a:moveTo>
                    <a:pt x="7158" y="3287"/>
                  </a:moveTo>
                  <a:cubicBezTo>
                    <a:pt x="7288" y="3287"/>
                    <a:pt x="7390" y="3392"/>
                    <a:pt x="7394" y="3522"/>
                  </a:cubicBezTo>
                  <a:cubicBezTo>
                    <a:pt x="7394" y="3663"/>
                    <a:pt x="7276" y="3756"/>
                    <a:pt x="7154" y="3756"/>
                  </a:cubicBezTo>
                  <a:cubicBezTo>
                    <a:pt x="7096" y="3756"/>
                    <a:pt x="7037" y="3735"/>
                    <a:pt x="6989" y="3687"/>
                  </a:cubicBezTo>
                  <a:cubicBezTo>
                    <a:pt x="6842" y="3540"/>
                    <a:pt x="6947" y="3287"/>
                    <a:pt x="7158" y="3287"/>
                  </a:cubicBezTo>
                  <a:close/>
                  <a:moveTo>
                    <a:pt x="6272" y="2186"/>
                  </a:moveTo>
                  <a:cubicBezTo>
                    <a:pt x="6676" y="2186"/>
                    <a:pt x="7028" y="2492"/>
                    <a:pt x="7225" y="2879"/>
                  </a:cubicBezTo>
                  <a:cubicBezTo>
                    <a:pt x="7203" y="2876"/>
                    <a:pt x="7182" y="2875"/>
                    <a:pt x="7161" y="2875"/>
                  </a:cubicBezTo>
                  <a:cubicBezTo>
                    <a:pt x="6832" y="2875"/>
                    <a:pt x="6551" y="3125"/>
                    <a:pt x="6518" y="3462"/>
                  </a:cubicBezTo>
                  <a:cubicBezTo>
                    <a:pt x="6486" y="3818"/>
                    <a:pt x="6747" y="4134"/>
                    <a:pt x="7105" y="4169"/>
                  </a:cubicBezTo>
                  <a:cubicBezTo>
                    <a:pt x="6884" y="4345"/>
                    <a:pt x="6574" y="4419"/>
                    <a:pt x="6272" y="4419"/>
                  </a:cubicBezTo>
                  <a:cubicBezTo>
                    <a:pt x="5973" y="4419"/>
                    <a:pt x="5660" y="4345"/>
                    <a:pt x="5442" y="4169"/>
                  </a:cubicBezTo>
                  <a:cubicBezTo>
                    <a:pt x="5790" y="4141"/>
                    <a:pt x="6057" y="3846"/>
                    <a:pt x="6043" y="3494"/>
                  </a:cubicBezTo>
                  <a:cubicBezTo>
                    <a:pt x="6029" y="3146"/>
                    <a:pt x="5737" y="2872"/>
                    <a:pt x="5389" y="2872"/>
                  </a:cubicBezTo>
                  <a:cubicBezTo>
                    <a:pt x="5365" y="2872"/>
                    <a:pt x="5343" y="2875"/>
                    <a:pt x="5319" y="2875"/>
                  </a:cubicBezTo>
                  <a:cubicBezTo>
                    <a:pt x="5519" y="2492"/>
                    <a:pt x="5871" y="2186"/>
                    <a:pt x="6272" y="2186"/>
                  </a:cubicBezTo>
                  <a:close/>
                  <a:moveTo>
                    <a:pt x="6275" y="4834"/>
                  </a:moveTo>
                  <a:cubicBezTo>
                    <a:pt x="6634" y="4834"/>
                    <a:pt x="6951" y="5460"/>
                    <a:pt x="6951" y="6174"/>
                  </a:cubicBezTo>
                  <a:cubicBezTo>
                    <a:pt x="6951" y="6887"/>
                    <a:pt x="6634" y="7513"/>
                    <a:pt x="6275" y="7513"/>
                  </a:cubicBezTo>
                  <a:cubicBezTo>
                    <a:pt x="5913" y="7513"/>
                    <a:pt x="5597" y="6887"/>
                    <a:pt x="5597" y="6174"/>
                  </a:cubicBezTo>
                  <a:cubicBezTo>
                    <a:pt x="5597" y="5460"/>
                    <a:pt x="5913" y="4834"/>
                    <a:pt x="6275" y="4834"/>
                  </a:cubicBezTo>
                  <a:close/>
                  <a:moveTo>
                    <a:pt x="6272" y="7928"/>
                  </a:moveTo>
                  <a:cubicBezTo>
                    <a:pt x="6785" y="7928"/>
                    <a:pt x="7221" y="8090"/>
                    <a:pt x="7534" y="8403"/>
                  </a:cubicBezTo>
                  <a:cubicBezTo>
                    <a:pt x="7794" y="8663"/>
                    <a:pt x="7960" y="9025"/>
                    <a:pt x="8023" y="9464"/>
                  </a:cubicBezTo>
                  <a:lnTo>
                    <a:pt x="8023" y="9464"/>
                  </a:lnTo>
                  <a:cubicBezTo>
                    <a:pt x="7890" y="9568"/>
                    <a:pt x="7744" y="9652"/>
                    <a:pt x="7587" y="9711"/>
                  </a:cubicBezTo>
                  <a:cubicBezTo>
                    <a:pt x="7360" y="9801"/>
                    <a:pt x="7457" y="10111"/>
                    <a:pt x="7658" y="10111"/>
                  </a:cubicBezTo>
                  <a:cubicBezTo>
                    <a:pt x="7684" y="10111"/>
                    <a:pt x="7712" y="10106"/>
                    <a:pt x="7742" y="10094"/>
                  </a:cubicBezTo>
                  <a:cubicBezTo>
                    <a:pt x="7851" y="10052"/>
                    <a:pt x="7953" y="9999"/>
                    <a:pt x="8055" y="9943"/>
                  </a:cubicBezTo>
                  <a:lnTo>
                    <a:pt x="8055" y="9943"/>
                  </a:lnTo>
                  <a:cubicBezTo>
                    <a:pt x="8041" y="10344"/>
                    <a:pt x="7960" y="10738"/>
                    <a:pt x="7816" y="11114"/>
                  </a:cubicBezTo>
                  <a:cubicBezTo>
                    <a:pt x="7612" y="11234"/>
                    <a:pt x="7390" y="11325"/>
                    <a:pt x="7162" y="11381"/>
                  </a:cubicBezTo>
                  <a:cubicBezTo>
                    <a:pt x="6915" y="11443"/>
                    <a:pt x="6986" y="11790"/>
                    <a:pt x="7209" y="11790"/>
                  </a:cubicBezTo>
                  <a:cubicBezTo>
                    <a:pt x="7227" y="11790"/>
                    <a:pt x="7247" y="11787"/>
                    <a:pt x="7267" y="11782"/>
                  </a:cubicBezTo>
                  <a:cubicBezTo>
                    <a:pt x="7362" y="11754"/>
                    <a:pt x="7453" y="11726"/>
                    <a:pt x="7545" y="11694"/>
                  </a:cubicBezTo>
                  <a:lnTo>
                    <a:pt x="7545" y="11694"/>
                  </a:lnTo>
                  <a:cubicBezTo>
                    <a:pt x="7506" y="11761"/>
                    <a:pt x="7467" y="11828"/>
                    <a:pt x="7425" y="11891"/>
                  </a:cubicBezTo>
                  <a:cubicBezTo>
                    <a:pt x="7060" y="12461"/>
                    <a:pt x="6616" y="12816"/>
                    <a:pt x="6275" y="12816"/>
                  </a:cubicBezTo>
                  <a:cubicBezTo>
                    <a:pt x="5931" y="12816"/>
                    <a:pt x="5488" y="12464"/>
                    <a:pt x="5122" y="11891"/>
                  </a:cubicBezTo>
                  <a:cubicBezTo>
                    <a:pt x="5080" y="11828"/>
                    <a:pt x="5041" y="11761"/>
                    <a:pt x="5006" y="11694"/>
                  </a:cubicBezTo>
                  <a:lnTo>
                    <a:pt x="5006" y="11694"/>
                  </a:lnTo>
                  <a:cubicBezTo>
                    <a:pt x="5404" y="11832"/>
                    <a:pt x="5822" y="11902"/>
                    <a:pt x="6244" y="11902"/>
                  </a:cubicBezTo>
                  <a:cubicBezTo>
                    <a:pt x="6255" y="11902"/>
                    <a:pt x="6265" y="11902"/>
                    <a:pt x="6275" y="11902"/>
                  </a:cubicBezTo>
                  <a:cubicBezTo>
                    <a:pt x="6388" y="11902"/>
                    <a:pt x="6479" y="11810"/>
                    <a:pt x="6479" y="11694"/>
                  </a:cubicBezTo>
                  <a:cubicBezTo>
                    <a:pt x="6479" y="11582"/>
                    <a:pt x="6388" y="11490"/>
                    <a:pt x="6275" y="11490"/>
                  </a:cubicBezTo>
                  <a:cubicBezTo>
                    <a:pt x="5678" y="11490"/>
                    <a:pt x="5118" y="11353"/>
                    <a:pt x="4732" y="11114"/>
                  </a:cubicBezTo>
                  <a:cubicBezTo>
                    <a:pt x="4587" y="10738"/>
                    <a:pt x="4507" y="10344"/>
                    <a:pt x="4493" y="9943"/>
                  </a:cubicBezTo>
                  <a:lnTo>
                    <a:pt x="4493" y="9943"/>
                  </a:lnTo>
                  <a:cubicBezTo>
                    <a:pt x="4943" y="10203"/>
                    <a:pt x="5583" y="10355"/>
                    <a:pt x="6272" y="10355"/>
                  </a:cubicBezTo>
                  <a:cubicBezTo>
                    <a:pt x="6292" y="10355"/>
                    <a:pt x="6313" y="10355"/>
                    <a:pt x="6333" y="10355"/>
                  </a:cubicBezTo>
                  <a:cubicBezTo>
                    <a:pt x="6467" y="10355"/>
                    <a:pt x="6602" y="10346"/>
                    <a:pt x="6736" y="10333"/>
                  </a:cubicBezTo>
                  <a:cubicBezTo>
                    <a:pt x="6849" y="10323"/>
                    <a:pt x="6933" y="10221"/>
                    <a:pt x="6919" y="10108"/>
                  </a:cubicBezTo>
                  <a:cubicBezTo>
                    <a:pt x="6909" y="9999"/>
                    <a:pt x="6818" y="9921"/>
                    <a:pt x="6714" y="9921"/>
                  </a:cubicBezTo>
                  <a:cubicBezTo>
                    <a:pt x="6707" y="9921"/>
                    <a:pt x="6700" y="9921"/>
                    <a:pt x="6694" y="9922"/>
                  </a:cubicBezTo>
                  <a:cubicBezTo>
                    <a:pt x="6553" y="9936"/>
                    <a:pt x="6412" y="9943"/>
                    <a:pt x="6272" y="9943"/>
                  </a:cubicBezTo>
                  <a:cubicBezTo>
                    <a:pt x="5554" y="9943"/>
                    <a:pt x="4883" y="9757"/>
                    <a:pt x="4521" y="9465"/>
                  </a:cubicBezTo>
                  <a:cubicBezTo>
                    <a:pt x="4587" y="9025"/>
                    <a:pt x="4753" y="8663"/>
                    <a:pt x="5013" y="8403"/>
                  </a:cubicBezTo>
                  <a:cubicBezTo>
                    <a:pt x="5326" y="8090"/>
                    <a:pt x="5762" y="7928"/>
                    <a:pt x="6272" y="7928"/>
                  </a:cubicBezTo>
                  <a:close/>
                  <a:moveTo>
                    <a:pt x="2733" y="1"/>
                  </a:moveTo>
                  <a:cubicBezTo>
                    <a:pt x="2501" y="1"/>
                    <a:pt x="2445" y="361"/>
                    <a:pt x="2699" y="410"/>
                  </a:cubicBezTo>
                  <a:cubicBezTo>
                    <a:pt x="3371" y="544"/>
                    <a:pt x="4060" y="1416"/>
                    <a:pt x="4485" y="2182"/>
                  </a:cubicBezTo>
                  <a:cubicBezTo>
                    <a:pt x="4559" y="2320"/>
                    <a:pt x="4704" y="2404"/>
                    <a:pt x="4858" y="2404"/>
                  </a:cubicBezTo>
                  <a:lnTo>
                    <a:pt x="5129" y="2404"/>
                  </a:lnTo>
                  <a:cubicBezTo>
                    <a:pt x="4883" y="2724"/>
                    <a:pt x="4746" y="3118"/>
                    <a:pt x="4739" y="3522"/>
                  </a:cubicBezTo>
                  <a:cubicBezTo>
                    <a:pt x="4739" y="3934"/>
                    <a:pt x="4900" y="4275"/>
                    <a:pt x="5210" y="4514"/>
                  </a:cubicBezTo>
                  <a:cubicBezTo>
                    <a:pt x="5340" y="4612"/>
                    <a:pt x="5484" y="4686"/>
                    <a:pt x="5639" y="4735"/>
                  </a:cubicBezTo>
                  <a:cubicBezTo>
                    <a:pt x="5505" y="4897"/>
                    <a:pt x="5400" y="5080"/>
                    <a:pt x="5333" y="5280"/>
                  </a:cubicBezTo>
                  <a:lnTo>
                    <a:pt x="3184" y="4693"/>
                  </a:lnTo>
                  <a:cubicBezTo>
                    <a:pt x="3107" y="4672"/>
                    <a:pt x="3037" y="4633"/>
                    <a:pt x="2980" y="4577"/>
                  </a:cubicBezTo>
                  <a:lnTo>
                    <a:pt x="1117" y="2713"/>
                  </a:lnTo>
                  <a:cubicBezTo>
                    <a:pt x="1071" y="2667"/>
                    <a:pt x="1021" y="2648"/>
                    <a:pt x="972" y="2648"/>
                  </a:cubicBezTo>
                  <a:cubicBezTo>
                    <a:pt x="813" y="2648"/>
                    <a:pt x="677" y="2854"/>
                    <a:pt x="825" y="3005"/>
                  </a:cubicBezTo>
                  <a:lnTo>
                    <a:pt x="2689" y="4869"/>
                  </a:lnTo>
                  <a:cubicBezTo>
                    <a:pt x="2794" y="4974"/>
                    <a:pt x="2928" y="5052"/>
                    <a:pt x="3075" y="5090"/>
                  </a:cubicBezTo>
                  <a:lnTo>
                    <a:pt x="5224" y="5678"/>
                  </a:lnTo>
                  <a:cubicBezTo>
                    <a:pt x="5196" y="5839"/>
                    <a:pt x="5182" y="6005"/>
                    <a:pt x="5182" y="6170"/>
                  </a:cubicBezTo>
                  <a:cubicBezTo>
                    <a:pt x="5182" y="6251"/>
                    <a:pt x="5185" y="6328"/>
                    <a:pt x="5192" y="6406"/>
                  </a:cubicBezTo>
                  <a:lnTo>
                    <a:pt x="3139" y="6406"/>
                  </a:lnTo>
                  <a:cubicBezTo>
                    <a:pt x="2984" y="6406"/>
                    <a:pt x="2833" y="6448"/>
                    <a:pt x="2699" y="6525"/>
                  </a:cubicBezTo>
                  <a:lnTo>
                    <a:pt x="202" y="7981"/>
                  </a:lnTo>
                  <a:cubicBezTo>
                    <a:pt x="1" y="8097"/>
                    <a:pt x="119" y="8370"/>
                    <a:pt x="303" y="8370"/>
                  </a:cubicBezTo>
                  <a:cubicBezTo>
                    <a:pt x="337" y="8370"/>
                    <a:pt x="373" y="8361"/>
                    <a:pt x="410" y="8340"/>
                  </a:cubicBezTo>
                  <a:lnTo>
                    <a:pt x="2907" y="6880"/>
                  </a:lnTo>
                  <a:cubicBezTo>
                    <a:pt x="2977" y="6842"/>
                    <a:pt x="3058" y="6821"/>
                    <a:pt x="3139" y="6821"/>
                  </a:cubicBezTo>
                  <a:lnTo>
                    <a:pt x="5256" y="6821"/>
                  </a:lnTo>
                  <a:cubicBezTo>
                    <a:pt x="5319" y="7102"/>
                    <a:pt x="5445" y="7366"/>
                    <a:pt x="5625" y="7591"/>
                  </a:cubicBezTo>
                  <a:cubicBezTo>
                    <a:pt x="5284" y="7682"/>
                    <a:pt x="4971" y="7858"/>
                    <a:pt x="4721" y="8108"/>
                  </a:cubicBezTo>
                  <a:cubicBezTo>
                    <a:pt x="4549" y="8280"/>
                    <a:pt x="4408" y="8484"/>
                    <a:pt x="4310" y="8709"/>
                  </a:cubicBezTo>
                  <a:lnTo>
                    <a:pt x="3012" y="9634"/>
                  </a:lnTo>
                  <a:cubicBezTo>
                    <a:pt x="2864" y="9739"/>
                    <a:pt x="2752" y="9890"/>
                    <a:pt x="2692" y="10066"/>
                  </a:cubicBezTo>
                  <a:lnTo>
                    <a:pt x="1437" y="13839"/>
                  </a:lnTo>
                  <a:cubicBezTo>
                    <a:pt x="1382" y="14000"/>
                    <a:pt x="1511" y="14111"/>
                    <a:pt x="1637" y="14111"/>
                  </a:cubicBezTo>
                  <a:cubicBezTo>
                    <a:pt x="1716" y="14111"/>
                    <a:pt x="1793" y="14069"/>
                    <a:pt x="1827" y="13969"/>
                  </a:cubicBezTo>
                  <a:lnTo>
                    <a:pt x="3086" y="10196"/>
                  </a:lnTo>
                  <a:cubicBezTo>
                    <a:pt x="3118" y="10105"/>
                    <a:pt x="3174" y="10028"/>
                    <a:pt x="3255" y="9971"/>
                  </a:cubicBezTo>
                  <a:lnTo>
                    <a:pt x="4120" y="9352"/>
                  </a:lnTo>
                  <a:lnTo>
                    <a:pt x="4120" y="9352"/>
                  </a:lnTo>
                  <a:cubicBezTo>
                    <a:pt x="4092" y="9528"/>
                    <a:pt x="4078" y="9708"/>
                    <a:pt x="4078" y="9887"/>
                  </a:cubicBezTo>
                  <a:cubicBezTo>
                    <a:pt x="4078" y="11448"/>
                    <a:pt x="5245" y="13228"/>
                    <a:pt x="6272" y="13228"/>
                  </a:cubicBezTo>
                  <a:cubicBezTo>
                    <a:pt x="7299" y="13228"/>
                    <a:pt x="8466" y="11448"/>
                    <a:pt x="8466" y="9887"/>
                  </a:cubicBezTo>
                  <a:cubicBezTo>
                    <a:pt x="8466" y="9708"/>
                    <a:pt x="8452" y="9528"/>
                    <a:pt x="8424" y="9352"/>
                  </a:cubicBezTo>
                  <a:lnTo>
                    <a:pt x="8424" y="9352"/>
                  </a:lnTo>
                  <a:lnTo>
                    <a:pt x="9289" y="9971"/>
                  </a:lnTo>
                  <a:cubicBezTo>
                    <a:pt x="9370" y="10028"/>
                    <a:pt x="9426" y="10105"/>
                    <a:pt x="9458" y="10196"/>
                  </a:cubicBezTo>
                  <a:lnTo>
                    <a:pt x="10717" y="13969"/>
                  </a:lnTo>
                  <a:cubicBezTo>
                    <a:pt x="10750" y="14069"/>
                    <a:pt x="10828" y="14111"/>
                    <a:pt x="10906" y="14111"/>
                  </a:cubicBezTo>
                  <a:cubicBezTo>
                    <a:pt x="11033" y="14111"/>
                    <a:pt x="11161" y="14000"/>
                    <a:pt x="11107" y="13839"/>
                  </a:cubicBezTo>
                  <a:lnTo>
                    <a:pt x="9852" y="10066"/>
                  </a:lnTo>
                  <a:cubicBezTo>
                    <a:pt x="9792" y="9890"/>
                    <a:pt x="9679" y="9739"/>
                    <a:pt x="9532" y="9634"/>
                  </a:cubicBezTo>
                  <a:lnTo>
                    <a:pt x="8234" y="8709"/>
                  </a:lnTo>
                  <a:cubicBezTo>
                    <a:pt x="8136" y="8484"/>
                    <a:pt x="7995" y="8280"/>
                    <a:pt x="7823" y="8108"/>
                  </a:cubicBezTo>
                  <a:cubicBezTo>
                    <a:pt x="7573" y="7858"/>
                    <a:pt x="7260" y="7682"/>
                    <a:pt x="6915" y="7591"/>
                  </a:cubicBezTo>
                  <a:cubicBezTo>
                    <a:pt x="7098" y="7366"/>
                    <a:pt x="7225" y="7102"/>
                    <a:pt x="7288" y="6821"/>
                  </a:cubicBezTo>
                  <a:lnTo>
                    <a:pt x="9409" y="6821"/>
                  </a:lnTo>
                  <a:cubicBezTo>
                    <a:pt x="9489" y="6821"/>
                    <a:pt x="9567" y="6842"/>
                    <a:pt x="9637" y="6880"/>
                  </a:cubicBezTo>
                  <a:lnTo>
                    <a:pt x="12134" y="8340"/>
                  </a:lnTo>
                  <a:cubicBezTo>
                    <a:pt x="12171" y="8361"/>
                    <a:pt x="12208" y="8370"/>
                    <a:pt x="12242" y="8370"/>
                  </a:cubicBezTo>
                  <a:cubicBezTo>
                    <a:pt x="12427" y="8370"/>
                    <a:pt x="12543" y="8097"/>
                    <a:pt x="12341" y="7981"/>
                  </a:cubicBezTo>
                  <a:lnTo>
                    <a:pt x="12341" y="7981"/>
                  </a:lnTo>
                  <a:lnTo>
                    <a:pt x="12341" y="7984"/>
                  </a:lnTo>
                  <a:lnTo>
                    <a:pt x="9845" y="6525"/>
                  </a:lnTo>
                  <a:cubicBezTo>
                    <a:pt x="9711" y="6448"/>
                    <a:pt x="9560" y="6409"/>
                    <a:pt x="9405" y="6409"/>
                  </a:cubicBezTo>
                  <a:lnTo>
                    <a:pt x="7355" y="6409"/>
                  </a:lnTo>
                  <a:cubicBezTo>
                    <a:pt x="7362" y="6332"/>
                    <a:pt x="7365" y="6254"/>
                    <a:pt x="7365" y="6174"/>
                  </a:cubicBezTo>
                  <a:cubicBezTo>
                    <a:pt x="7362" y="6008"/>
                    <a:pt x="7348" y="5843"/>
                    <a:pt x="7320" y="5681"/>
                  </a:cubicBezTo>
                  <a:lnTo>
                    <a:pt x="9475" y="5094"/>
                  </a:lnTo>
                  <a:cubicBezTo>
                    <a:pt x="9619" y="5052"/>
                    <a:pt x="9753" y="4974"/>
                    <a:pt x="9859" y="4869"/>
                  </a:cubicBezTo>
                  <a:lnTo>
                    <a:pt x="11722" y="3005"/>
                  </a:lnTo>
                  <a:cubicBezTo>
                    <a:pt x="11873" y="2857"/>
                    <a:pt x="11737" y="2648"/>
                    <a:pt x="11576" y="2648"/>
                  </a:cubicBezTo>
                  <a:cubicBezTo>
                    <a:pt x="11527" y="2648"/>
                    <a:pt x="11476" y="2668"/>
                    <a:pt x="11430" y="2713"/>
                  </a:cubicBezTo>
                  <a:lnTo>
                    <a:pt x="9567" y="4577"/>
                  </a:lnTo>
                  <a:cubicBezTo>
                    <a:pt x="9510" y="4633"/>
                    <a:pt x="9440" y="4672"/>
                    <a:pt x="9366" y="4693"/>
                  </a:cubicBezTo>
                  <a:lnTo>
                    <a:pt x="7218" y="5280"/>
                  </a:lnTo>
                  <a:cubicBezTo>
                    <a:pt x="7151" y="5080"/>
                    <a:pt x="7045" y="4897"/>
                    <a:pt x="6912" y="4735"/>
                  </a:cubicBezTo>
                  <a:cubicBezTo>
                    <a:pt x="7067" y="4686"/>
                    <a:pt x="7211" y="4612"/>
                    <a:pt x="7341" y="4514"/>
                  </a:cubicBezTo>
                  <a:cubicBezTo>
                    <a:pt x="7647" y="4275"/>
                    <a:pt x="7809" y="3934"/>
                    <a:pt x="7809" y="3522"/>
                  </a:cubicBezTo>
                  <a:cubicBezTo>
                    <a:pt x="7801" y="3118"/>
                    <a:pt x="7668" y="2724"/>
                    <a:pt x="7422" y="2404"/>
                  </a:cubicBezTo>
                  <a:lnTo>
                    <a:pt x="7689" y="2404"/>
                  </a:lnTo>
                  <a:cubicBezTo>
                    <a:pt x="7847" y="2404"/>
                    <a:pt x="7988" y="2320"/>
                    <a:pt x="8065" y="2182"/>
                  </a:cubicBezTo>
                  <a:cubicBezTo>
                    <a:pt x="8487" y="1416"/>
                    <a:pt x="9180" y="544"/>
                    <a:pt x="9852" y="410"/>
                  </a:cubicBezTo>
                  <a:cubicBezTo>
                    <a:pt x="10106" y="361"/>
                    <a:pt x="10050" y="1"/>
                    <a:pt x="9818" y="1"/>
                  </a:cubicBezTo>
                  <a:cubicBezTo>
                    <a:pt x="9803" y="1"/>
                    <a:pt x="9787" y="2"/>
                    <a:pt x="9771" y="6"/>
                  </a:cubicBezTo>
                  <a:cubicBezTo>
                    <a:pt x="9324" y="94"/>
                    <a:pt x="8870" y="407"/>
                    <a:pt x="8420" y="934"/>
                  </a:cubicBezTo>
                  <a:cubicBezTo>
                    <a:pt x="8146" y="1261"/>
                    <a:pt x="7907" y="1613"/>
                    <a:pt x="7703" y="1985"/>
                  </a:cubicBezTo>
                  <a:cubicBezTo>
                    <a:pt x="7700" y="1989"/>
                    <a:pt x="7696" y="1989"/>
                    <a:pt x="7692" y="1989"/>
                  </a:cubicBezTo>
                  <a:lnTo>
                    <a:pt x="6989" y="1989"/>
                  </a:lnTo>
                  <a:cubicBezTo>
                    <a:pt x="6775" y="1841"/>
                    <a:pt x="6526" y="1767"/>
                    <a:pt x="6277" y="1767"/>
                  </a:cubicBezTo>
                  <a:cubicBezTo>
                    <a:pt x="6028" y="1767"/>
                    <a:pt x="5780" y="1841"/>
                    <a:pt x="5565" y="1989"/>
                  </a:cubicBezTo>
                  <a:lnTo>
                    <a:pt x="4858" y="1989"/>
                  </a:lnTo>
                  <a:cubicBezTo>
                    <a:pt x="4855" y="1989"/>
                    <a:pt x="4848" y="1989"/>
                    <a:pt x="4848" y="1985"/>
                  </a:cubicBezTo>
                  <a:cubicBezTo>
                    <a:pt x="4644" y="1613"/>
                    <a:pt x="4401" y="1261"/>
                    <a:pt x="4130" y="934"/>
                  </a:cubicBezTo>
                  <a:cubicBezTo>
                    <a:pt x="3680" y="407"/>
                    <a:pt x="3223" y="94"/>
                    <a:pt x="2780" y="6"/>
                  </a:cubicBezTo>
                  <a:cubicBezTo>
                    <a:pt x="2763" y="2"/>
                    <a:pt x="2748" y="1"/>
                    <a:pt x="27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41" name="Google Shape;20741;p90"/>
          <p:cNvGrpSpPr/>
          <p:nvPr/>
        </p:nvGrpSpPr>
        <p:grpSpPr>
          <a:xfrm>
            <a:off x="5815045" y="2896128"/>
            <a:ext cx="281181" cy="357958"/>
            <a:chOff x="5815045" y="2896128"/>
            <a:chExt cx="281181" cy="357958"/>
          </a:xfrm>
        </p:grpSpPr>
        <p:sp>
          <p:nvSpPr>
            <p:cNvPr id="20742" name="Google Shape;20742;p90"/>
            <p:cNvSpPr/>
            <p:nvPr/>
          </p:nvSpPr>
          <p:spPr>
            <a:xfrm>
              <a:off x="5837273" y="2912013"/>
              <a:ext cx="57458" cy="275048"/>
            </a:xfrm>
            <a:custGeom>
              <a:rect b="b" l="l" r="r" t="t"/>
              <a:pathLst>
                <a:path extrusionOk="0" h="10493" w="2192">
                  <a:moveTo>
                    <a:pt x="847" y="0"/>
                  </a:moveTo>
                  <a:cubicBezTo>
                    <a:pt x="811" y="0"/>
                    <a:pt x="775" y="21"/>
                    <a:pt x="764" y="66"/>
                  </a:cubicBezTo>
                  <a:cubicBezTo>
                    <a:pt x="489" y="987"/>
                    <a:pt x="0" y="3231"/>
                    <a:pt x="479" y="6434"/>
                  </a:cubicBezTo>
                  <a:lnTo>
                    <a:pt x="1337" y="10492"/>
                  </a:lnTo>
                  <a:lnTo>
                    <a:pt x="2191" y="8354"/>
                  </a:lnTo>
                  <a:cubicBezTo>
                    <a:pt x="1150" y="5239"/>
                    <a:pt x="964" y="1420"/>
                    <a:pt x="932" y="84"/>
                  </a:cubicBezTo>
                  <a:cubicBezTo>
                    <a:pt x="932" y="30"/>
                    <a:pt x="890" y="0"/>
                    <a:pt x="847" y="0"/>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3" name="Google Shape;20743;p90"/>
            <p:cNvSpPr/>
            <p:nvPr/>
          </p:nvSpPr>
          <p:spPr>
            <a:xfrm>
              <a:off x="5877824" y="3079039"/>
              <a:ext cx="175335" cy="163959"/>
            </a:xfrm>
            <a:custGeom>
              <a:rect b="b" l="l" r="r" t="t"/>
              <a:pathLst>
                <a:path extrusionOk="0" h="6255" w="6689">
                  <a:moveTo>
                    <a:pt x="1907" y="0"/>
                  </a:moveTo>
                  <a:cubicBezTo>
                    <a:pt x="1837" y="0"/>
                    <a:pt x="1769" y="7"/>
                    <a:pt x="1703" y="20"/>
                  </a:cubicBezTo>
                  <a:cubicBezTo>
                    <a:pt x="222" y="323"/>
                    <a:pt x="1" y="3691"/>
                    <a:pt x="1" y="3691"/>
                  </a:cubicBezTo>
                  <a:lnTo>
                    <a:pt x="855" y="6255"/>
                  </a:lnTo>
                  <a:cubicBezTo>
                    <a:pt x="855" y="6255"/>
                    <a:pt x="1453" y="1346"/>
                    <a:pt x="2082" y="1233"/>
                  </a:cubicBezTo>
                  <a:cubicBezTo>
                    <a:pt x="2098" y="1231"/>
                    <a:pt x="2116" y="1229"/>
                    <a:pt x="2135" y="1229"/>
                  </a:cubicBezTo>
                  <a:cubicBezTo>
                    <a:pt x="2841" y="1229"/>
                    <a:pt x="5383" y="3191"/>
                    <a:pt x="6517" y="4099"/>
                  </a:cubicBezTo>
                  <a:cubicBezTo>
                    <a:pt x="6535" y="4114"/>
                    <a:pt x="6554" y="4120"/>
                    <a:pt x="6572" y="4120"/>
                  </a:cubicBezTo>
                  <a:cubicBezTo>
                    <a:pt x="6636" y="4120"/>
                    <a:pt x="6689" y="4043"/>
                    <a:pt x="6640" y="3980"/>
                  </a:cubicBezTo>
                  <a:cubicBezTo>
                    <a:pt x="5681" y="2762"/>
                    <a:pt x="3356" y="0"/>
                    <a:pt x="1907"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4" name="Google Shape;20744;p90"/>
            <p:cNvSpPr/>
            <p:nvPr/>
          </p:nvSpPr>
          <p:spPr>
            <a:xfrm>
              <a:off x="5821598" y="2978409"/>
              <a:ext cx="90354" cy="270225"/>
            </a:xfrm>
            <a:custGeom>
              <a:rect b="b" l="l" r="r" t="t"/>
              <a:pathLst>
                <a:path extrusionOk="0" h="10309" w="3447">
                  <a:moveTo>
                    <a:pt x="94" y="1"/>
                  </a:moveTo>
                  <a:cubicBezTo>
                    <a:pt x="52" y="1"/>
                    <a:pt x="11" y="29"/>
                    <a:pt x="11" y="83"/>
                  </a:cubicBezTo>
                  <a:cubicBezTo>
                    <a:pt x="1" y="1697"/>
                    <a:pt x="162" y="5969"/>
                    <a:pt x="1861" y="10308"/>
                  </a:cubicBezTo>
                  <a:lnTo>
                    <a:pt x="3447" y="10308"/>
                  </a:lnTo>
                  <a:cubicBezTo>
                    <a:pt x="1727" y="6215"/>
                    <a:pt x="574" y="1714"/>
                    <a:pt x="176" y="65"/>
                  </a:cubicBezTo>
                  <a:cubicBezTo>
                    <a:pt x="165" y="21"/>
                    <a:pt x="129" y="1"/>
                    <a:pt x="94"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5" name="Google Shape;20745;p90"/>
            <p:cNvSpPr/>
            <p:nvPr/>
          </p:nvSpPr>
          <p:spPr>
            <a:xfrm>
              <a:off x="5947156" y="2909260"/>
              <a:ext cx="147314" cy="120918"/>
            </a:xfrm>
            <a:custGeom>
              <a:rect b="b" l="l" r="r" t="t"/>
              <a:pathLst>
                <a:path extrusionOk="0" h="4613" w="5620">
                  <a:moveTo>
                    <a:pt x="2165" y="0"/>
                  </a:moveTo>
                  <a:cubicBezTo>
                    <a:pt x="1819" y="0"/>
                    <a:pt x="1458" y="51"/>
                    <a:pt x="1087" y="154"/>
                  </a:cubicBezTo>
                  <a:cubicBezTo>
                    <a:pt x="689" y="263"/>
                    <a:pt x="320" y="452"/>
                    <a:pt x="0" y="709"/>
                  </a:cubicBezTo>
                  <a:cubicBezTo>
                    <a:pt x="70" y="706"/>
                    <a:pt x="141" y="704"/>
                    <a:pt x="211" y="704"/>
                  </a:cubicBezTo>
                  <a:cubicBezTo>
                    <a:pt x="2367" y="704"/>
                    <a:pt x="4607" y="2355"/>
                    <a:pt x="5278" y="4612"/>
                  </a:cubicBezTo>
                  <a:cubicBezTo>
                    <a:pt x="5620" y="1676"/>
                    <a:pt x="4158" y="0"/>
                    <a:pt x="2165"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6" name="Google Shape;20746;p90"/>
            <p:cNvSpPr/>
            <p:nvPr/>
          </p:nvSpPr>
          <p:spPr>
            <a:xfrm>
              <a:off x="5934522" y="2984936"/>
              <a:ext cx="134077" cy="146082"/>
            </a:xfrm>
            <a:custGeom>
              <a:rect b="b" l="l" r="r" t="t"/>
              <a:pathLst>
                <a:path extrusionOk="0" h="5573" w="5115">
                  <a:moveTo>
                    <a:pt x="1815" y="1"/>
                  </a:moveTo>
                  <a:cubicBezTo>
                    <a:pt x="1726" y="1"/>
                    <a:pt x="1635" y="5"/>
                    <a:pt x="1540" y="13"/>
                  </a:cubicBezTo>
                  <a:cubicBezTo>
                    <a:pt x="946" y="66"/>
                    <a:pt x="433" y="382"/>
                    <a:pt x="0" y="811"/>
                  </a:cubicBezTo>
                  <a:cubicBezTo>
                    <a:pt x="204" y="765"/>
                    <a:pt x="401" y="743"/>
                    <a:pt x="591" y="743"/>
                  </a:cubicBezTo>
                  <a:cubicBezTo>
                    <a:pt x="3428" y="743"/>
                    <a:pt x="4691" y="5572"/>
                    <a:pt x="4691" y="5572"/>
                  </a:cubicBezTo>
                  <a:cubicBezTo>
                    <a:pt x="4691" y="5572"/>
                    <a:pt x="5115" y="1"/>
                    <a:pt x="1815"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7" name="Google Shape;20747;p90"/>
            <p:cNvSpPr/>
            <p:nvPr/>
          </p:nvSpPr>
          <p:spPr>
            <a:xfrm>
              <a:off x="5815045" y="2896128"/>
              <a:ext cx="281181" cy="357958"/>
            </a:xfrm>
            <a:custGeom>
              <a:rect b="b" l="l" r="r" t="t"/>
              <a:pathLst>
                <a:path extrusionOk="0" h="13656" w="10727">
                  <a:moveTo>
                    <a:pt x="7209" y="700"/>
                  </a:moveTo>
                  <a:cubicBezTo>
                    <a:pt x="7909" y="700"/>
                    <a:pt x="8539" y="921"/>
                    <a:pt x="9038" y="1351"/>
                  </a:cubicBezTo>
                  <a:cubicBezTo>
                    <a:pt x="9766" y="1970"/>
                    <a:pt x="10153" y="2968"/>
                    <a:pt x="10171" y="4210"/>
                  </a:cubicBezTo>
                  <a:cubicBezTo>
                    <a:pt x="9717" y="3331"/>
                    <a:pt x="8996" y="2536"/>
                    <a:pt x="8106" y="1952"/>
                  </a:cubicBezTo>
                  <a:cubicBezTo>
                    <a:pt x="7269" y="1404"/>
                    <a:pt x="6373" y="1101"/>
                    <a:pt x="5585" y="1087"/>
                  </a:cubicBezTo>
                  <a:cubicBezTo>
                    <a:pt x="5775" y="985"/>
                    <a:pt x="5972" y="904"/>
                    <a:pt x="6179" y="848"/>
                  </a:cubicBezTo>
                  <a:cubicBezTo>
                    <a:pt x="6534" y="749"/>
                    <a:pt x="6879" y="700"/>
                    <a:pt x="7209" y="700"/>
                  </a:cubicBezTo>
                  <a:close/>
                  <a:moveTo>
                    <a:pt x="1622" y="1432"/>
                  </a:moveTo>
                  <a:cubicBezTo>
                    <a:pt x="1713" y="3077"/>
                    <a:pt x="1967" y="6052"/>
                    <a:pt x="2656" y="8377"/>
                  </a:cubicBezTo>
                  <a:cubicBezTo>
                    <a:pt x="2540" y="8725"/>
                    <a:pt x="2452" y="9080"/>
                    <a:pt x="2396" y="9442"/>
                  </a:cubicBezTo>
                  <a:cubicBezTo>
                    <a:pt x="2033" y="8377"/>
                    <a:pt x="1728" y="7374"/>
                    <a:pt x="1471" y="6481"/>
                  </a:cubicBezTo>
                  <a:cubicBezTo>
                    <a:pt x="1228" y="4407"/>
                    <a:pt x="1372" y="2835"/>
                    <a:pt x="1538" y="1878"/>
                  </a:cubicBezTo>
                  <a:cubicBezTo>
                    <a:pt x="1566" y="1717"/>
                    <a:pt x="1594" y="1569"/>
                    <a:pt x="1622" y="1432"/>
                  </a:cubicBezTo>
                  <a:close/>
                  <a:moveTo>
                    <a:pt x="1772" y="0"/>
                  </a:moveTo>
                  <a:cubicBezTo>
                    <a:pt x="1700" y="0"/>
                    <a:pt x="1627" y="38"/>
                    <a:pt x="1590" y="120"/>
                  </a:cubicBezTo>
                  <a:cubicBezTo>
                    <a:pt x="1580" y="145"/>
                    <a:pt x="1334" y="711"/>
                    <a:pt x="1147" y="1790"/>
                  </a:cubicBezTo>
                  <a:cubicBezTo>
                    <a:pt x="996" y="2694"/>
                    <a:pt x="929" y="3615"/>
                    <a:pt x="943" y="4533"/>
                  </a:cubicBezTo>
                  <a:cubicBezTo>
                    <a:pt x="630" y="3288"/>
                    <a:pt x="476" y="2529"/>
                    <a:pt x="476" y="2511"/>
                  </a:cubicBezTo>
                  <a:cubicBezTo>
                    <a:pt x="452" y="2403"/>
                    <a:pt x="365" y="2350"/>
                    <a:pt x="277" y="2350"/>
                  </a:cubicBezTo>
                  <a:cubicBezTo>
                    <a:pt x="181" y="2350"/>
                    <a:pt x="86" y="2414"/>
                    <a:pt x="78" y="2536"/>
                  </a:cubicBezTo>
                  <a:cubicBezTo>
                    <a:pt x="78" y="2550"/>
                    <a:pt x="1" y="3925"/>
                    <a:pt x="187" y="5954"/>
                  </a:cubicBezTo>
                  <a:cubicBezTo>
                    <a:pt x="363" y="7825"/>
                    <a:pt x="803" y="10655"/>
                    <a:pt x="1924" y="13521"/>
                  </a:cubicBezTo>
                  <a:cubicBezTo>
                    <a:pt x="1961" y="13608"/>
                    <a:pt x="2032" y="13645"/>
                    <a:pt x="2104" y="13645"/>
                  </a:cubicBezTo>
                  <a:cubicBezTo>
                    <a:pt x="2229" y="13645"/>
                    <a:pt x="2356" y="13531"/>
                    <a:pt x="2297" y="13374"/>
                  </a:cubicBezTo>
                  <a:cubicBezTo>
                    <a:pt x="1193" y="10557"/>
                    <a:pt x="761" y="7768"/>
                    <a:pt x="588" y="5926"/>
                  </a:cubicBezTo>
                  <a:cubicBezTo>
                    <a:pt x="532" y="5328"/>
                    <a:pt x="500" y="4790"/>
                    <a:pt x="483" y="4326"/>
                  </a:cubicBezTo>
                  <a:lnTo>
                    <a:pt x="483" y="4326"/>
                  </a:lnTo>
                  <a:cubicBezTo>
                    <a:pt x="1024" y="6506"/>
                    <a:pt x="1678" y="8658"/>
                    <a:pt x="2438" y="10771"/>
                  </a:cubicBezTo>
                  <a:cubicBezTo>
                    <a:pt x="2475" y="10859"/>
                    <a:pt x="2547" y="10897"/>
                    <a:pt x="2619" y="10897"/>
                  </a:cubicBezTo>
                  <a:cubicBezTo>
                    <a:pt x="2741" y="10897"/>
                    <a:pt x="2863" y="10790"/>
                    <a:pt x="2814" y="10638"/>
                  </a:cubicBezTo>
                  <a:cubicBezTo>
                    <a:pt x="2775" y="10532"/>
                    <a:pt x="2740" y="10427"/>
                    <a:pt x="2702" y="10321"/>
                  </a:cubicBezTo>
                  <a:cubicBezTo>
                    <a:pt x="2730" y="9815"/>
                    <a:pt x="2811" y="9316"/>
                    <a:pt x="2937" y="8823"/>
                  </a:cubicBezTo>
                  <a:cubicBezTo>
                    <a:pt x="3117" y="8155"/>
                    <a:pt x="3472" y="7329"/>
                    <a:pt x="4136" y="7192"/>
                  </a:cubicBezTo>
                  <a:cubicBezTo>
                    <a:pt x="4188" y="7181"/>
                    <a:pt x="4242" y="7176"/>
                    <a:pt x="4299" y="7176"/>
                  </a:cubicBezTo>
                  <a:cubicBezTo>
                    <a:pt x="4974" y="7176"/>
                    <a:pt x="6031" y="7904"/>
                    <a:pt x="7312" y="9259"/>
                  </a:cubicBezTo>
                  <a:cubicBezTo>
                    <a:pt x="7642" y="9607"/>
                    <a:pt x="7955" y="9963"/>
                    <a:pt x="8229" y="10286"/>
                  </a:cubicBezTo>
                  <a:cubicBezTo>
                    <a:pt x="7966" y="10086"/>
                    <a:pt x="7681" y="9868"/>
                    <a:pt x="7393" y="9657"/>
                  </a:cubicBezTo>
                  <a:cubicBezTo>
                    <a:pt x="6721" y="9161"/>
                    <a:pt x="6151" y="8770"/>
                    <a:pt x="5701" y="8500"/>
                  </a:cubicBezTo>
                  <a:cubicBezTo>
                    <a:pt x="5024" y="8092"/>
                    <a:pt x="4713" y="8007"/>
                    <a:pt x="4534" y="8007"/>
                  </a:cubicBezTo>
                  <a:cubicBezTo>
                    <a:pt x="4501" y="8007"/>
                    <a:pt x="4472" y="8010"/>
                    <a:pt x="4446" y="8014"/>
                  </a:cubicBezTo>
                  <a:cubicBezTo>
                    <a:pt x="4168" y="8064"/>
                    <a:pt x="3866" y="8401"/>
                    <a:pt x="3521" y="10497"/>
                  </a:cubicBezTo>
                  <a:cubicBezTo>
                    <a:pt x="3433" y="11028"/>
                    <a:pt x="3366" y="11559"/>
                    <a:pt x="3317" y="11974"/>
                  </a:cubicBezTo>
                  <a:cubicBezTo>
                    <a:pt x="3250" y="11805"/>
                    <a:pt x="3187" y="11636"/>
                    <a:pt x="3124" y="11464"/>
                  </a:cubicBezTo>
                  <a:cubicBezTo>
                    <a:pt x="3087" y="11375"/>
                    <a:pt x="3015" y="11337"/>
                    <a:pt x="2943" y="11337"/>
                  </a:cubicBezTo>
                  <a:cubicBezTo>
                    <a:pt x="2818" y="11337"/>
                    <a:pt x="2692" y="11450"/>
                    <a:pt x="2747" y="11608"/>
                  </a:cubicBezTo>
                  <a:cubicBezTo>
                    <a:pt x="2997" y="12259"/>
                    <a:pt x="3254" y="12906"/>
                    <a:pt x="3514" y="13525"/>
                  </a:cubicBezTo>
                  <a:cubicBezTo>
                    <a:pt x="3544" y="13605"/>
                    <a:pt x="3623" y="13655"/>
                    <a:pt x="3704" y="13655"/>
                  </a:cubicBezTo>
                  <a:cubicBezTo>
                    <a:pt x="3729" y="13655"/>
                    <a:pt x="3754" y="13651"/>
                    <a:pt x="3778" y="13641"/>
                  </a:cubicBezTo>
                  <a:cubicBezTo>
                    <a:pt x="3883" y="13595"/>
                    <a:pt x="3932" y="13472"/>
                    <a:pt x="3883" y="13370"/>
                  </a:cubicBezTo>
                  <a:cubicBezTo>
                    <a:pt x="3799" y="13170"/>
                    <a:pt x="3714" y="12969"/>
                    <a:pt x="3633" y="12765"/>
                  </a:cubicBezTo>
                  <a:cubicBezTo>
                    <a:pt x="3644" y="12628"/>
                    <a:pt x="3742" y="11650"/>
                    <a:pt x="3904" y="10648"/>
                  </a:cubicBezTo>
                  <a:cubicBezTo>
                    <a:pt x="4217" y="8690"/>
                    <a:pt x="4481" y="8436"/>
                    <a:pt x="4523" y="8408"/>
                  </a:cubicBezTo>
                  <a:cubicBezTo>
                    <a:pt x="4526" y="8408"/>
                    <a:pt x="4530" y="8408"/>
                    <a:pt x="4534" y="8408"/>
                  </a:cubicBezTo>
                  <a:cubicBezTo>
                    <a:pt x="4601" y="8408"/>
                    <a:pt x="4836" y="8444"/>
                    <a:pt x="5497" y="8841"/>
                  </a:cubicBezTo>
                  <a:cubicBezTo>
                    <a:pt x="5937" y="9105"/>
                    <a:pt x="6496" y="9488"/>
                    <a:pt x="7157" y="9973"/>
                  </a:cubicBezTo>
                  <a:cubicBezTo>
                    <a:pt x="8286" y="10810"/>
                    <a:pt x="9330" y="11668"/>
                    <a:pt x="9341" y="11679"/>
                  </a:cubicBezTo>
                  <a:cubicBezTo>
                    <a:pt x="9381" y="11711"/>
                    <a:pt x="9425" y="11725"/>
                    <a:pt x="9467" y="11725"/>
                  </a:cubicBezTo>
                  <a:cubicBezTo>
                    <a:pt x="9613" y="11725"/>
                    <a:pt x="9736" y="11553"/>
                    <a:pt x="9629" y="11408"/>
                  </a:cubicBezTo>
                  <a:cubicBezTo>
                    <a:pt x="9003" y="10560"/>
                    <a:pt x="8328" y="9752"/>
                    <a:pt x="7607" y="8985"/>
                  </a:cubicBezTo>
                  <a:cubicBezTo>
                    <a:pt x="6220" y="7519"/>
                    <a:pt x="5108" y="6778"/>
                    <a:pt x="4299" y="6778"/>
                  </a:cubicBezTo>
                  <a:cubicBezTo>
                    <a:pt x="4216" y="6778"/>
                    <a:pt x="4136" y="6786"/>
                    <a:pt x="4059" y="6801"/>
                  </a:cubicBezTo>
                  <a:cubicBezTo>
                    <a:pt x="3633" y="6889"/>
                    <a:pt x="3313" y="7163"/>
                    <a:pt x="3067" y="7526"/>
                  </a:cubicBezTo>
                  <a:cubicBezTo>
                    <a:pt x="3071" y="7420"/>
                    <a:pt x="3074" y="7308"/>
                    <a:pt x="3081" y="7188"/>
                  </a:cubicBezTo>
                  <a:cubicBezTo>
                    <a:pt x="3229" y="6749"/>
                    <a:pt x="3739" y="5360"/>
                    <a:pt x="4604" y="4442"/>
                  </a:cubicBezTo>
                  <a:cubicBezTo>
                    <a:pt x="4829" y="4359"/>
                    <a:pt x="5066" y="4317"/>
                    <a:pt x="5304" y="4317"/>
                  </a:cubicBezTo>
                  <a:cubicBezTo>
                    <a:pt x="5398" y="4317"/>
                    <a:pt x="5492" y="4323"/>
                    <a:pt x="5585" y="4336"/>
                  </a:cubicBezTo>
                  <a:cubicBezTo>
                    <a:pt x="5598" y="4339"/>
                    <a:pt x="5610" y="4340"/>
                    <a:pt x="5622" y="4340"/>
                  </a:cubicBezTo>
                  <a:cubicBezTo>
                    <a:pt x="5720" y="4340"/>
                    <a:pt x="5805" y="4267"/>
                    <a:pt x="5817" y="4167"/>
                  </a:cubicBezTo>
                  <a:cubicBezTo>
                    <a:pt x="5835" y="4058"/>
                    <a:pt x="5754" y="3953"/>
                    <a:pt x="5645" y="3942"/>
                  </a:cubicBezTo>
                  <a:cubicBezTo>
                    <a:pt x="5527" y="3925"/>
                    <a:pt x="5409" y="3917"/>
                    <a:pt x="5291" y="3917"/>
                  </a:cubicBezTo>
                  <a:cubicBezTo>
                    <a:pt x="5269" y="3917"/>
                    <a:pt x="5246" y="3917"/>
                    <a:pt x="5223" y="3918"/>
                  </a:cubicBezTo>
                  <a:cubicBezTo>
                    <a:pt x="5494" y="3742"/>
                    <a:pt x="5800" y="3633"/>
                    <a:pt x="6123" y="3601"/>
                  </a:cubicBezTo>
                  <a:cubicBezTo>
                    <a:pt x="6210" y="3594"/>
                    <a:pt x="6294" y="3590"/>
                    <a:pt x="6378" y="3590"/>
                  </a:cubicBezTo>
                  <a:cubicBezTo>
                    <a:pt x="6976" y="3590"/>
                    <a:pt x="7483" y="3790"/>
                    <a:pt x="7885" y="4185"/>
                  </a:cubicBezTo>
                  <a:cubicBezTo>
                    <a:pt x="8760" y="5050"/>
                    <a:pt x="9000" y="6664"/>
                    <a:pt x="9056" y="7772"/>
                  </a:cubicBezTo>
                  <a:cubicBezTo>
                    <a:pt x="8961" y="7529"/>
                    <a:pt x="8848" y="7265"/>
                    <a:pt x="8715" y="6988"/>
                  </a:cubicBezTo>
                  <a:cubicBezTo>
                    <a:pt x="8064" y="5609"/>
                    <a:pt x="7312" y="4684"/>
                    <a:pt x="6485" y="4231"/>
                  </a:cubicBezTo>
                  <a:cubicBezTo>
                    <a:pt x="6450" y="4211"/>
                    <a:pt x="6415" y="4202"/>
                    <a:pt x="6382" y="4202"/>
                  </a:cubicBezTo>
                  <a:cubicBezTo>
                    <a:pt x="6202" y="4202"/>
                    <a:pt x="6095" y="4472"/>
                    <a:pt x="6292" y="4582"/>
                  </a:cubicBezTo>
                  <a:cubicBezTo>
                    <a:pt x="8099" y="5571"/>
                    <a:pt x="9052" y="8978"/>
                    <a:pt x="9063" y="9013"/>
                  </a:cubicBezTo>
                  <a:cubicBezTo>
                    <a:pt x="9087" y="9101"/>
                    <a:pt x="9165" y="9161"/>
                    <a:pt x="9256" y="9161"/>
                  </a:cubicBezTo>
                  <a:lnTo>
                    <a:pt x="9274" y="9161"/>
                  </a:lnTo>
                  <a:cubicBezTo>
                    <a:pt x="9372" y="9150"/>
                    <a:pt x="9446" y="9073"/>
                    <a:pt x="9453" y="8978"/>
                  </a:cubicBezTo>
                  <a:cubicBezTo>
                    <a:pt x="9492" y="8327"/>
                    <a:pt x="9474" y="7677"/>
                    <a:pt x="9397" y="7033"/>
                  </a:cubicBezTo>
                  <a:cubicBezTo>
                    <a:pt x="9232" y="5599"/>
                    <a:pt x="8817" y="4547"/>
                    <a:pt x="8166" y="3904"/>
                  </a:cubicBezTo>
                  <a:cubicBezTo>
                    <a:pt x="7686" y="3430"/>
                    <a:pt x="7089" y="3191"/>
                    <a:pt x="6382" y="3191"/>
                  </a:cubicBezTo>
                  <a:cubicBezTo>
                    <a:pt x="6286" y="3191"/>
                    <a:pt x="6188" y="3195"/>
                    <a:pt x="6088" y="3204"/>
                  </a:cubicBezTo>
                  <a:cubicBezTo>
                    <a:pt x="5546" y="3250"/>
                    <a:pt x="5029" y="3499"/>
                    <a:pt x="4544" y="3939"/>
                  </a:cubicBezTo>
                  <a:cubicBezTo>
                    <a:pt x="4168" y="4284"/>
                    <a:pt x="3813" y="4744"/>
                    <a:pt x="3489" y="5307"/>
                  </a:cubicBezTo>
                  <a:cubicBezTo>
                    <a:pt x="3387" y="5483"/>
                    <a:pt x="3296" y="5662"/>
                    <a:pt x="3211" y="5831"/>
                  </a:cubicBezTo>
                  <a:cubicBezTo>
                    <a:pt x="3250" y="5535"/>
                    <a:pt x="3303" y="5222"/>
                    <a:pt x="3370" y="4909"/>
                  </a:cubicBezTo>
                  <a:cubicBezTo>
                    <a:pt x="3581" y="3886"/>
                    <a:pt x="3897" y="3032"/>
                    <a:pt x="4302" y="2374"/>
                  </a:cubicBezTo>
                  <a:cubicBezTo>
                    <a:pt x="4481" y="2072"/>
                    <a:pt x="4702" y="1797"/>
                    <a:pt x="4952" y="1555"/>
                  </a:cubicBezTo>
                  <a:cubicBezTo>
                    <a:pt x="5136" y="1508"/>
                    <a:pt x="5333" y="1485"/>
                    <a:pt x="5541" y="1485"/>
                  </a:cubicBezTo>
                  <a:cubicBezTo>
                    <a:pt x="6261" y="1485"/>
                    <a:pt x="7100" y="1764"/>
                    <a:pt x="7892" y="2283"/>
                  </a:cubicBezTo>
                  <a:cubicBezTo>
                    <a:pt x="8985" y="3000"/>
                    <a:pt x="9801" y="4051"/>
                    <a:pt x="10135" y="5170"/>
                  </a:cubicBezTo>
                  <a:cubicBezTo>
                    <a:pt x="10165" y="5266"/>
                    <a:pt x="10247" y="5313"/>
                    <a:pt x="10328" y="5313"/>
                  </a:cubicBezTo>
                  <a:cubicBezTo>
                    <a:pt x="10420" y="5313"/>
                    <a:pt x="10513" y="5252"/>
                    <a:pt x="10526" y="5138"/>
                  </a:cubicBezTo>
                  <a:cubicBezTo>
                    <a:pt x="10726" y="3352"/>
                    <a:pt x="10294" y="1899"/>
                    <a:pt x="9302" y="1048"/>
                  </a:cubicBezTo>
                  <a:cubicBezTo>
                    <a:pt x="8723" y="554"/>
                    <a:pt x="8004" y="301"/>
                    <a:pt x="7208" y="301"/>
                  </a:cubicBezTo>
                  <a:cubicBezTo>
                    <a:pt x="6844" y="301"/>
                    <a:pt x="6464" y="354"/>
                    <a:pt x="6074" y="461"/>
                  </a:cubicBezTo>
                  <a:cubicBezTo>
                    <a:pt x="5216" y="700"/>
                    <a:pt x="4502" y="1273"/>
                    <a:pt x="3950" y="2167"/>
                  </a:cubicBezTo>
                  <a:cubicBezTo>
                    <a:pt x="3521" y="2866"/>
                    <a:pt x="3190" y="3767"/>
                    <a:pt x="2969" y="4836"/>
                  </a:cubicBezTo>
                  <a:cubicBezTo>
                    <a:pt x="2832" y="5514"/>
                    <a:pt x="2740" y="6200"/>
                    <a:pt x="2695" y="6889"/>
                  </a:cubicBezTo>
                  <a:cubicBezTo>
                    <a:pt x="2033" y="3781"/>
                    <a:pt x="1974" y="240"/>
                    <a:pt x="1974" y="197"/>
                  </a:cubicBezTo>
                  <a:cubicBezTo>
                    <a:pt x="1972" y="73"/>
                    <a:pt x="1872" y="0"/>
                    <a:pt x="1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48" name="Google Shape;20748;p90"/>
          <p:cNvGrpSpPr/>
          <p:nvPr/>
        </p:nvGrpSpPr>
        <p:grpSpPr>
          <a:xfrm>
            <a:off x="5238894" y="2896102"/>
            <a:ext cx="336437" cy="357774"/>
            <a:chOff x="5238894" y="2896102"/>
            <a:chExt cx="336437" cy="357774"/>
          </a:xfrm>
        </p:grpSpPr>
        <p:sp>
          <p:nvSpPr>
            <p:cNvPr id="20749" name="Google Shape;20749;p90"/>
            <p:cNvSpPr/>
            <p:nvPr/>
          </p:nvSpPr>
          <p:spPr>
            <a:xfrm>
              <a:off x="5396117" y="3069419"/>
              <a:ext cx="173684" cy="162439"/>
            </a:xfrm>
            <a:custGeom>
              <a:rect b="b" l="l" r="r" t="t"/>
              <a:pathLst>
                <a:path extrusionOk="0" h="6197" w="6626">
                  <a:moveTo>
                    <a:pt x="6626" y="0"/>
                  </a:moveTo>
                  <a:lnTo>
                    <a:pt x="6626" y="0"/>
                  </a:lnTo>
                  <a:cubicBezTo>
                    <a:pt x="1393" y="2402"/>
                    <a:pt x="8" y="6179"/>
                    <a:pt x="1" y="6196"/>
                  </a:cubicBezTo>
                  <a:cubicBezTo>
                    <a:pt x="5592" y="3992"/>
                    <a:pt x="6626" y="1"/>
                    <a:pt x="6626"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0" name="Google Shape;20750;p90"/>
            <p:cNvSpPr/>
            <p:nvPr/>
          </p:nvSpPr>
          <p:spPr>
            <a:xfrm>
              <a:off x="5396117" y="3119825"/>
              <a:ext cx="22438" cy="128808"/>
            </a:xfrm>
            <a:custGeom>
              <a:rect b="b" l="l" r="r" t="t"/>
              <a:pathLst>
                <a:path extrusionOk="0" h="4914" w="856">
                  <a:moveTo>
                    <a:pt x="1" y="1"/>
                  </a:moveTo>
                  <a:lnTo>
                    <a:pt x="1" y="4913"/>
                  </a:lnTo>
                  <a:lnTo>
                    <a:pt x="855" y="4913"/>
                  </a:lnTo>
                  <a:lnTo>
                    <a:pt x="855"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1" name="Google Shape;20751;p90"/>
            <p:cNvSpPr/>
            <p:nvPr/>
          </p:nvSpPr>
          <p:spPr>
            <a:xfrm>
              <a:off x="5373731" y="2904568"/>
              <a:ext cx="67209" cy="80813"/>
            </a:xfrm>
            <a:custGeom>
              <a:rect b="b" l="l" r="r" t="t"/>
              <a:pathLst>
                <a:path extrusionOk="0" h="3083" w="2564">
                  <a:moveTo>
                    <a:pt x="1283" y="0"/>
                  </a:moveTo>
                  <a:cubicBezTo>
                    <a:pt x="1221" y="0"/>
                    <a:pt x="1159" y="27"/>
                    <a:pt x="1115" y="79"/>
                  </a:cubicBezTo>
                  <a:cubicBezTo>
                    <a:pt x="904" y="343"/>
                    <a:pt x="507" y="853"/>
                    <a:pt x="0" y="1588"/>
                  </a:cubicBezTo>
                  <a:lnTo>
                    <a:pt x="640" y="3082"/>
                  </a:lnTo>
                  <a:lnTo>
                    <a:pt x="2135" y="3082"/>
                  </a:lnTo>
                  <a:lnTo>
                    <a:pt x="2564" y="1588"/>
                  </a:lnTo>
                  <a:cubicBezTo>
                    <a:pt x="2057" y="853"/>
                    <a:pt x="1660" y="343"/>
                    <a:pt x="1449" y="79"/>
                  </a:cubicBezTo>
                  <a:cubicBezTo>
                    <a:pt x="1407" y="27"/>
                    <a:pt x="1345" y="0"/>
                    <a:pt x="1283" y="0"/>
                  </a:cubicBezTo>
                  <a:close/>
                </a:path>
              </a:pathLst>
            </a:custGeom>
            <a:solidFill>
              <a:srgbClr val="B4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2" name="Google Shape;20752;p90"/>
            <p:cNvSpPr/>
            <p:nvPr/>
          </p:nvSpPr>
          <p:spPr>
            <a:xfrm>
              <a:off x="5337873" y="2930466"/>
              <a:ext cx="156358" cy="200552"/>
            </a:xfrm>
            <a:custGeom>
              <a:rect b="b" l="l" r="r" t="t"/>
              <a:pathLst>
                <a:path extrusionOk="0" h="7651" w="5965">
                  <a:moveTo>
                    <a:pt x="4396" y="1"/>
                  </a:moveTo>
                  <a:cubicBezTo>
                    <a:pt x="4342" y="1"/>
                    <a:pt x="4287" y="21"/>
                    <a:pt x="4245" y="65"/>
                  </a:cubicBezTo>
                  <a:cubicBezTo>
                    <a:pt x="3788" y="519"/>
                    <a:pt x="2669" y="1676"/>
                    <a:pt x="1924" y="2748"/>
                  </a:cubicBezTo>
                  <a:cubicBezTo>
                    <a:pt x="0" y="5498"/>
                    <a:pt x="1259" y="7650"/>
                    <a:pt x="2655" y="7650"/>
                  </a:cubicBezTo>
                  <a:cubicBezTo>
                    <a:pt x="4480" y="7650"/>
                    <a:pt x="5964" y="6170"/>
                    <a:pt x="5964" y="4341"/>
                  </a:cubicBezTo>
                  <a:cubicBezTo>
                    <a:pt x="5964" y="2910"/>
                    <a:pt x="4955" y="832"/>
                    <a:pt x="4586" y="115"/>
                  </a:cubicBezTo>
                  <a:cubicBezTo>
                    <a:pt x="4547" y="41"/>
                    <a:pt x="4472" y="1"/>
                    <a:pt x="4396"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3" name="Google Shape;20753;p90"/>
            <p:cNvSpPr/>
            <p:nvPr/>
          </p:nvSpPr>
          <p:spPr>
            <a:xfrm>
              <a:off x="5320625" y="2930466"/>
              <a:ext cx="156279" cy="200552"/>
            </a:xfrm>
            <a:custGeom>
              <a:rect b="b" l="l" r="r" t="t"/>
              <a:pathLst>
                <a:path extrusionOk="0" h="7651" w="5962">
                  <a:moveTo>
                    <a:pt x="1569" y="1"/>
                  </a:moveTo>
                  <a:cubicBezTo>
                    <a:pt x="1493" y="1"/>
                    <a:pt x="1418" y="41"/>
                    <a:pt x="1379" y="115"/>
                  </a:cubicBezTo>
                  <a:cubicBezTo>
                    <a:pt x="1006" y="832"/>
                    <a:pt x="1" y="2910"/>
                    <a:pt x="1" y="4341"/>
                  </a:cubicBezTo>
                  <a:cubicBezTo>
                    <a:pt x="1" y="6170"/>
                    <a:pt x="1481" y="7650"/>
                    <a:pt x="3310" y="7650"/>
                  </a:cubicBezTo>
                  <a:cubicBezTo>
                    <a:pt x="4702" y="7650"/>
                    <a:pt x="5961" y="5498"/>
                    <a:pt x="4041" y="2748"/>
                  </a:cubicBezTo>
                  <a:cubicBezTo>
                    <a:pt x="3292" y="1676"/>
                    <a:pt x="2174" y="519"/>
                    <a:pt x="1720" y="65"/>
                  </a:cubicBezTo>
                  <a:cubicBezTo>
                    <a:pt x="1678" y="21"/>
                    <a:pt x="1623" y="1"/>
                    <a:pt x="1569"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4" name="Google Shape;20754;p90"/>
            <p:cNvSpPr/>
            <p:nvPr/>
          </p:nvSpPr>
          <p:spPr>
            <a:xfrm>
              <a:off x="5244949" y="3069419"/>
              <a:ext cx="173605" cy="162439"/>
            </a:xfrm>
            <a:custGeom>
              <a:rect b="b" l="l" r="r" t="t"/>
              <a:pathLst>
                <a:path extrusionOk="0" h="6197" w="6623">
                  <a:moveTo>
                    <a:pt x="1" y="0"/>
                  </a:moveTo>
                  <a:cubicBezTo>
                    <a:pt x="1" y="1"/>
                    <a:pt x="1035" y="3992"/>
                    <a:pt x="6622" y="6196"/>
                  </a:cubicBezTo>
                  <a:cubicBezTo>
                    <a:pt x="6619" y="6179"/>
                    <a:pt x="5233" y="2402"/>
                    <a:pt x="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5" name="Google Shape;20755;p90"/>
            <p:cNvSpPr/>
            <p:nvPr/>
          </p:nvSpPr>
          <p:spPr>
            <a:xfrm>
              <a:off x="5238894" y="2896102"/>
              <a:ext cx="336437" cy="357774"/>
            </a:xfrm>
            <a:custGeom>
              <a:rect b="b" l="l" r="r" t="t"/>
              <a:pathLst>
                <a:path extrusionOk="0" h="13649" w="12835">
                  <a:moveTo>
                    <a:pt x="6428" y="515"/>
                  </a:moveTo>
                  <a:cubicBezTo>
                    <a:pt x="6604" y="736"/>
                    <a:pt x="6924" y="1148"/>
                    <a:pt x="7328" y="1728"/>
                  </a:cubicBezTo>
                  <a:cubicBezTo>
                    <a:pt x="7001" y="2052"/>
                    <a:pt x="6698" y="2375"/>
                    <a:pt x="6428" y="2702"/>
                  </a:cubicBezTo>
                  <a:cubicBezTo>
                    <a:pt x="6153" y="2375"/>
                    <a:pt x="5855" y="2052"/>
                    <a:pt x="5524" y="1728"/>
                  </a:cubicBezTo>
                  <a:cubicBezTo>
                    <a:pt x="5932" y="1148"/>
                    <a:pt x="6252" y="736"/>
                    <a:pt x="6428" y="515"/>
                  </a:cubicBezTo>
                  <a:close/>
                  <a:moveTo>
                    <a:pt x="8165" y="1489"/>
                  </a:moveTo>
                  <a:cubicBezTo>
                    <a:pt x="8516" y="2168"/>
                    <a:pt x="9536" y="4253"/>
                    <a:pt x="9536" y="5652"/>
                  </a:cubicBezTo>
                  <a:cubicBezTo>
                    <a:pt x="9536" y="6844"/>
                    <a:pt x="8851" y="7931"/>
                    <a:pt x="7778" y="8451"/>
                  </a:cubicBezTo>
                  <a:cubicBezTo>
                    <a:pt x="7831" y="8378"/>
                    <a:pt x="7880" y="8304"/>
                    <a:pt x="7926" y="8223"/>
                  </a:cubicBezTo>
                  <a:cubicBezTo>
                    <a:pt x="8204" y="7731"/>
                    <a:pt x="8309" y="7105"/>
                    <a:pt x="8232" y="6412"/>
                  </a:cubicBezTo>
                  <a:cubicBezTo>
                    <a:pt x="8147" y="5635"/>
                    <a:pt x="7845" y="4808"/>
                    <a:pt x="7328" y="3954"/>
                  </a:cubicBezTo>
                  <a:cubicBezTo>
                    <a:pt x="7285" y="3885"/>
                    <a:pt x="7224" y="3857"/>
                    <a:pt x="7163" y="3857"/>
                  </a:cubicBezTo>
                  <a:cubicBezTo>
                    <a:pt x="7025" y="3857"/>
                    <a:pt x="6890" y="4005"/>
                    <a:pt x="6983" y="4161"/>
                  </a:cubicBezTo>
                  <a:cubicBezTo>
                    <a:pt x="7884" y="5642"/>
                    <a:pt x="8105" y="7087"/>
                    <a:pt x="7574" y="8030"/>
                  </a:cubicBezTo>
                  <a:cubicBezTo>
                    <a:pt x="7310" y="8497"/>
                    <a:pt x="6892" y="8764"/>
                    <a:pt x="6424" y="8764"/>
                  </a:cubicBezTo>
                  <a:cubicBezTo>
                    <a:pt x="4708" y="8761"/>
                    <a:pt x="3319" y="7368"/>
                    <a:pt x="3316" y="5652"/>
                  </a:cubicBezTo>
                  <a:cubicBezTo>
                    <a:pt x="3316" y="4253"/>
                    <a:pt x="4339" y="2168"/>
                    <a:pt x="4691" y="1489"/>
                  </a:cubicBezTo>
                  <a:cubicBezTo>
                    <a:pt x="5419" y="2147"/>
                    <a:pt x="6037" y="2815"/>
                    <a:pt x="6526" y="3476"/>
                  </a:cubicBezTo>
                  <a:cubicBezTo>
                    <a:pt x="6570" y="3532"/>
                    <a:pt x="6625" y="3555"/>
                    <a:pt x="6678" y="3555"/>
                  </a:cubicBezTo>
                  <a:cubicBezTo>
                    <a:pt x="6820" y="3555"/>
                    <a:pt x="6953" y="3392"/>
                    <a:pt x="6846" y="3237"/>
                  </a:cubicBezTo>
                  <a:cubicBezTo>
                    <a:pt x="6793" y="3166"/>
                    <a:pt x="6737" y="3092"/>
                    <a:pt x="6681" y="3019"/>
                  </a:cubicBezTo>
                  <a:cubicBezTo>
                    <a:pt x="7138" y="2474"/>
                    <a:pt x="7634" y="1964"/>
                    <a:pt x="8165" y="1489"/>
                  </a:cubicBezTo>
                  <a:close/>
                  <a:moveTo>
                    <a:pt x="6653" y="9155"/>
                  </a:moveTo>
                  <a:lnTo>
                    <a:pt x="6653" y="11940"/>
                  </a:lnTo>
                  <a:cubicBezTo>
                    <a:pt x="6533" y="11729"/>
                    <a:pt x="6386" y="11483"/>
                    <a:pt x="6199" y="11208"/>
                  </a:cubicBezTo>
                  <a:lnTo>
                    <a:pt x="6199" y="9155"/>
                  </a:lnTo>
                  <a:cubicBezTo>
                    <a:pt x="6273" y="9158"/>
                    <a:pt x="6350" y="9162"/>
                    <a:pt x="6428" y="9162"/>
                  </a:cubicBezTo>
                  <a:cubicBezTo>
                    <a:pt x="6502" y="9162"/>
                    <a:pt x="6579" y="9158"/>
                    <a:pt x="6653" y="9155"/>
                  </a:cubicBezTo>
                  <a:close/>
                  <a:moveTo>
                    <a:pt x="12272" y="6999"/>
                  </a:moveTo>
                  <a:lnTo>
                    <a:pt x="12272" y="6999"/>
                  </a:lnTo>
                  <a:cubicBezTo>
                    <a:pt x="12036" y="7555"/>
                    <a:pt x="11741" y="8082"/>
                    <a:pt x="11389" y="8571"/>
                  </a:cubicBezTo>
                  <a:cubicBezTo>
                    <a:pt x="10672" y="9580"/>
                    <a:pt x="9339" y="11001"/>
                    <a:pt x="7054" y="12123"/>
                  </a:cubicBezTo>
                  <a:lnTo>
                    <a:pt x="7054" y="11331"/>
                  </a:lnTo>
                  <a:cubicBezTo>
                    <a:pt x="7926" y="10087"/>
                    <a:pt x="9522" y="8357"/>
                    <a:pt x="12272" y="6999"/>
                  </a:cubicBezTo>
                  <a:close/>
                  <a:moveTo>
                    <a:pt x="580" y="6999"/>
                  </a:moveTo>
                  <a:lnTo>
                    <a:pt x="580" y="6999"/>
                  </a:lnTo>
                  <a:cubicBezTo>
                    <a:pt x="2989" y="8191"/>
                    <a:pt x="4490" y="9668"/>
                    <a:pt x="5338" y="10723"/>
                  </a:cubicBezTo>
                  <a:cubicBezTo>
                    <a:pt x="5770" y="11251"/>
                    <a:pt x="6146" y="11824"/>
                    <a:pt x="6463" y="12429"/>
                  </a:cubicBezTo>
                  <a:cubicBezTo>
                    <a:pt x="5440" y="11996"/>
                    <a:pt x="4480" y="11433"/>
                    <a:pt x="3597" y="10762"/>
                  </a:cubicBezTo>
                  <a:cubicBezTo>
                    <a:pt x="2852" y="10192"/>
                    <a:pt x="2187" y="9524"/>
                    <a:pt x="1617" y="8782"/>
                  </a:cubicBezTo>
                  <a:cubicBezTo>
                    <a:pt x="1199" y="8233"/>
                    <a:pt x="851" y="7636"/>
                    <a:pt x="580" y="6999"/>
                  </a:cubicBezTo>
                  <a:close/>
                  <a:moveTo>
                    <a:pt x="6426" y="1"/>
                  </a:moveTo>
                  <a:cubicBezTo>
                    <a:pt x="6370" y="1"/>
                    <a:pt x="6313" y="24"/>
                    <a:pt x="6273" y="72"/>
                  </a:cubicBezTo>
                  <a:cubicBezTo>
                    <a:pt x="6255" y="93"/>
                    <a:pt x="5851" y="564"/>
                    <a:pt x="5232" y="1447"/>
                  </a:cubicBezTo>
                  <a:cubicBezTo>
                    <a:pt x="5081" y="1303"/>
                    <a:pt x="4923" y="1162"/>
                    <a:pt x="4761" y="1021"/>
                  </a:cubicBezTo>
                  <a:cubicBezTo>
                    <a:pt x="4723" y="987"/>
                    <a:pt x="4675" y="971"/>
                    <a:pt x="4628" y="971"/>
                  </a:cubicBezTo>
                  <a:cubicBezTo>
                    <a:pt x="4559" y="971"/>
                    <a:pt x="4491" y="1007"/>
                    <a:pt x="4455" y="1074"/>
                  </a:cubicBezTo>
                  <a:cubicBezTo>
                    <a:pt x="4437" y="1102"/>
                    <a:pt x="4065" y="1777"/>
                    <a:pt x="3688" y="2678"/>
                  </a:cubicBezTo>
                  <a:cubicBezTo>
                    <a:pt x="3175" y="3898"/>
                    <a:pt x="2915" y="4900"/>
                    <a:pt x="2915" y="5652"/>
                  </a:cubicBezTo>
                  <a:cubicBezTo>
                    <a:pt x="2915" y="7347"/>
                    <a:pt x="4128" y="8800"/>
                    <a:pt x="5795" y="9106"/>
                  </a:cubicBezTo>
                  <a:lnTo>
                    <a:pt x="5795" y="10660"/>
                  </a:lnTo>
                  <a:cubicBezTo>
                    <a:pt x="5753" y="10604"/>
                    <a:pt x="5707" y="10547"/>
                    <a:pt x="5661" y="10488"/>
                  </a:cubicBezTo>
                  <a:cubicBezTo>
                    <a:pt x="4736" y="9334"/>
                    <a:pt x="3055" y="7688"/>
                    <a:pt x="309" y="6430"/>
                  </a:cubicBezTo>
                  <a:cubicBezTo>
                    <a:pt x="282" y="6417"/>
                    <a:pt x="254" y="6411"/>
                    <a:pt x="227" y="6411"/>
                  </a:cubicBezTo>
                  <a:cubicBezTo>
                    <a:pt x="105" y="6411"/>
                    <a:pt x="0" y="6529"/>
                    <a:pt x="35" y="6662"/>
                  </a:cubicBezTo>
                  <a:cubicBezTo>
                    <a:pt x="45" y="6704"/>
                    <a:pt x="313" y="7713"/>
                    <a:pt x="1283" y="9004"/>
                  </a:cubicBezTo>
                  <a:cubicBezTo>
                    <a:pt x="1870" y="9781"/>
                    <a:pt x="2563" y="10473"/>
                    <a:pt x="3337" y="11068"/>
                  </a:cubicBezTo>
                  <a:cubicBezTo>
                    <a:pt x="4100" y="11655"/>
                    <a:pt x="4926" y="12158"/>
                    <a:pt x="5798" y="12569"/>
                  </a:cubicBezTo>
                  <a:lnTo>
                    <a:pt x="5798" y="13448"/>
                  </a:lnTo>
                  <a:cubicBezTo>
                    <a:pt x="5798" y="13582"/>
                    <a:pt x="5898" y="13649"/>
                    <a:pt x="5997" y="13649"/>
                  </a:cubicBezTo>
                  <a:cubicBezTo>
                    <a:pt x="6096" y="13649"/>
                    <a:pt x="6196" y="13582"/>
                    <a:pt x="6196" y="13448"/>
                  </a:cubicBezTo>
                  <a:lnTo>
                    <a:pt x="6196" y="12749"/>
                  </a:lnTo>
                  <a:cubicBezTo>
                    <a:pt x="6347" y="12815"/>
                    <a:pt x="6498" y="12879"/>
                    <a:pt x="6653" y="12942"/>
                  </a:cubicBezTo>
                  <a:lnTo>
                    <a:pt x="6653" y="13448"/>
                  </a:lnTo>
                  <a:cubicBezTo>
                    <a:pt x="6653" y="13582"/>
                    <a:pt x="6752" y="13649"/>
                    <a:pt x="6851" y="13649"/>
                  </a:cubicBezTo>
                  <a:cubicBezTo>
                    <a:pt x="6951" y="13649"/>
                    <a:pt x="7050" y="13582"/>
                    <a:pt x="7050" y="13448"/>
                  </a:cubicBezTo>
                  <a:lnTo>
                    <a:pt x="7050" y="12569"/>
                  </a:lnTo>
                  <a:cubicBezTo>
                    <a:pt x="9529" y="11391"/>
                    <a:pt x="10960" y="9862"/>
                    <a:pt x="11727" y="8786"/>
                  </a:cubicBezTo>
                  <a:cubicBezTo>
                    <a:pt x="12567" y="7597"/>
                    <a:pt x="12807" y="6700"/>
                    <a:pt x="12814" y="6662"/>
                  </a:cubicBezTo>
                  <a:cubicBezTo>
                    <a:pt x="12835" y="6588"/>
                    <a:pt x="12810" y="6507"/>
                    <a:pt x="12750" y="6458"/>
                  </a:cubicBezTo>
                  <a:cubicBezTo>
                    <a:pt x="12715" y="6427"/>
                    <a:pt x="12670" y="6412"/>
                    <a:pt x="12624" y="6412"/>
                  </a:cubicBezTo>
                  <a:cubicBezTo>
                    <a:pt x="12595" y="6412"/>
                    <a:pt x="12566" y="6417"/>
                    <a:pt x="12539" y="6430"/>
                  </a:cubicBezTo>
                  <a:cubicBezTo>
                    <a:pt x="9772" y="7702"/>
                    <a:pt x="8059" y="9359"/>
                    <a:pt x="7054" y="10660"/>
                  </a:cubicBezTo>
                  <a:lnTo>
                    <a:pt x="7054" y="9106"/>
                  </a:lnTo>
                  <a:cubicBezTo>
                    <a:pt x="8720" y="8800"/>
                    <a:pt x="9934" y="7347"/>
                    <a:pt x="9937" y="5652"/>
                  </a:cubicBezTo>
                  <a:cubicBezTo>
                    <a:pt x="9937" y="4900"/>
                    <a:pt x="9677" y="3898"/>
                    <a:pt x="9164" y="2678"/>
                  </a:cubicBezTo>
                  <a:cubicBezTo>
                    <a:pt x="8784" y="1777"/>
                    <a:pt x="8411" y="1102"/>
                    <a:pt x="8397" y="1074"/>
                  </a:cubicBezTo>
                  <a:cubicBezTo>
                    <a:pt x="8359" y="1007"/>
                    <a:pt x="8290" y="971"/>
                    <a:pt x="8220" y="971"/>
                  </a:cubicBezTo>
                  <a:cubicBezTo>
                    <a:pt x="8173" y="971"/>
                    <a:pt x="8126" y="987"/>
                    <a:pt x="8087" y="1021"/>
                  </a:cubicBezTo>
                  <a:cubicBezTo>
                    <a:pt x="7926" y="1162"/>
                    <a:pt x="7771" y="1303"/>
                    <a:pt x="7620" y="1447"/>
                  </a:cubicBezTo>
                  <a:cubicBezTo>
                    <a:pt x="7001" y="568"/>
                    <a:pt x="6597" y="93"/>
                    <a:pt x="6575" y="72"/>
                  </a:cubicBezTo>
                  <a:cubicBezTo>
                    <a:pt x="6537" y="24"/>
                    <a:pt x="6481" y="1"/>
                    <a:pt x="6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56" name="Google Shape;20756;p90"/>
          <p:cNvGrpSpPr/>
          <p:nvPr/>
        </p:nvGrpSpPr>
        <p:grpSpPr>
          <a:xfrm>
            <a:off x="5226994" y="1499919"/>
            <a:ext cx="374786" cy="364616"/>
            <a:chOff x="5226994" y="1499919"/>
            <a:chExt cx="374786" cy="364616"/>
          </a:xfrm>
        </p:grpSpPr>
        <p:sp>
          <p:nvSpPr>
            <p:cNvPr id="20757" name="Google Shape;20757;p90"/>
            <p:cNvSpPr/>
            <p:nvPr/>
          </p:nvSpPr>
          <p:spPr>
            <a:xfrm>
              <a:off x="5470875" y="1505293"/>
              <a:ext cx="125558" cy="125584"/>
            </a:xfrm>
            <a:custGeom>
              <a:rect b="b" l="l" r="r" t="t"/>
              <a:pathLst>
                <a:path extrusionOk="0" h="4791" w="479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8" name="Google Shape;20758;p90"/>
            <p:cNvSpPr/>
            <p:nvPr/>
          </p:nvSpPr>
          <p:spPr>
            <a:xfrm>
              <a:off x="5493732" y="1528176"/>
              <a:ext cx="79843" cy="79843"/>
            </a:xfrm>
            <a:custGeom>
              <a:rect b="b" l="l" r="r" t="t"/>
              <a:pathLst>
                <a:path extrusionOk="0" h="3046" w="3046">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9" name="Google Shape;20759;p90"/>
            <p:cNvSpPr/>
            <p:nvPr/>
          </p:nvSpPr>
          <p:spPr>
            <a:xfrm>
              <a:off x="5242564" y="1505293"/>
              <a:ext cx="125663" cy="125584"/>
            </a:xfrm>
            <a:custGeom>
              <a:rect b="b" l="l" r="r" t="t"/>
              <a:pathLst>
                <a:path extrusionOk="0" h="4791" w="4794">
                  <a:moveTo>
                    <a:pt x="2395" y="1"/>
                  </a:moveTo>
                  <a:cubicBezTo>
                    <a:pt x="1073" y="1"/>
                    <a:pt x="0" y="1073"/>
                    <a:pt x="0" y="2396"/>
                  </a:cubicBezTo>
                  <a:cubicBezTo>
                    <a:pt x="0" y="3718"/>
                    <a:pt x="1073" y="4790"/>
                    <a:pt x="2395" y="4790"/>
                  </a:cubicBezTo>
                  <a:cubicBezTo>
                    <a:pt x="3721" y="4790"/>
                    <a:pt x="4793" y="3718"/>
                    <a:pt x="4793" y="2396"/>
                  </a:cubicBezTo>
                  <a:cubicBezTo>
                    <a:pt x="4793" y="1073"/>
                    <a:pt x="3721" y="1"/>
                    <a:pt x="2395"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0" name="Google Shape;20760;p90"/>
            <p:cNvSpPr/>
            <p:nvPr/>
          </p:nvSpPr>
          <p:spPr>
            <a:xfrm>
              <a:off x="5265421" y="1528176"/>
              <a:ext cx="79948" cy="79843"/>
            </a:xfrm>
            <a:custGeom>
              <a:rect b="b" l="l" r="r" t="t"/>
              <a:pathLst>
                <a:path extrusionOk="0" h="3046" w="305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1" name="Google Shape;20761;p90"/>
            <p:cNvSpPr/>
            <p:nvPr/>
          </p:nvSpPr>
          <p:spPr>
            <a:xfrm>
              <a:off x="5253993" y="1539500"/>
              <a:ext cx="331011" cy="319688"/>
            </a:xfrm>
            <a:custGeom>
              <a:rect b="b" l="l" r="r" t="t"/>
              <a:pathLst>
                <a:path extrusionOk="0" h="12196" w="12628">
                  <a:moveTo>
                    <a:pt x="6316" y="1"/>
                  </a:moveTo>
                  <a:cubicBezTo>
                    <a:pt x="2828" y="1"/>
                    <a:pt x="0" y="2733"/>
                    <a:pt x="0" y="6098"/>
                  </a:cubicBezTo>
                  <a:cubicBezTo>
                    <a:pt x="0" y="9463"/>
                    <a:pt x="2828" y="12196"/>
                    <a:pt x="6316" y="12196"/>
                  </a:cubicBezTo>
                  <a:cubicBezTo>
                    <a:pt x="9801" y="12196"/>
                    <a:pt x="12628" y="9463"/>
                    <a:pt x="12628" y="6098"/>
                  </a:cubicBezTo>
                  <a:cubicBezTo>
                    <a:pt x="12628" y="2733"/>
                    <a:pt x="9801" y="1"/>
                    <a:pt x="6316"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2" name="Google Shape;20762;p90"/>
            <p:cNvSpPr/>
            <p:nvPr/>
          </p:nvSpPr>
          <p:spPr>
            <a:xfrm>
              <a:off x="5376667" y="1767811"/>
              <a:ext cx="85662" cy="68519"/>
            </a:xfrm>
            <a:custGeom>
              <a:rect b="b" l="l" r="r" t="t"/>
              <a:pathLst>
                <a:path extrusionOk="0" h="2614" w="3268">
                  <a:moveTo>
                    <a:pt x="1636" y="1"/>
                  </a:moveTo>
                  <a:cubicBezTo>
                    <a:pt x="732" y="1"/>
                    <a:pt x="1" y="585"/>
                    <a:pt x="1" y="1309"/>
                  </a:cubicBezTo>
                  <a:cubicBezTo>
                    <a:pt x="1" y="2030"/>
                    <a:pt x="732" y="2613"/>
                    <a:pt x="1636" y="2613"/>
                  </a:cubicBezTo>
                  <a:cubicBezTo>
                    <a:pt x="2536" y="2613"/>
                    <a:pt x="3268" y="2030"/>
                    <a:pt x="3268" y="1309"/>
                  </a:cubicBezTo>
                  <a:cubicBezTo>
                    <a:pt x="3268" y="585"/>
                    <a:pt x="2536" y="1"/>
                    <a:pt x="1636"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3" name="Google Shape;20763;p90"/>
            <p:cNvSpPr/>
            <p:nvPr/>
          </p:nvSpPr>
          <p:spPr>
            <a:xfrm>
              <a:off x="5253993" y="1543379"/>
              <a:ext cx="157930" cy="315546"/>
            </a:xfrm>
            <a:custGeom>
              <a:rect b="b" l="l" r="r" t="t"/>
              <a:pathLst>
                <a:path extrusionOk="0" h="12038" w="6025">
                  <a:moveTo>
                    <a:pt x="4941" y="0"/>
                  </a:moveTo>
                  <a:cubicBezTo>
                    <a:pt x="2117" y="605"/>
                    <a:pt x="0" y="3038"/>
                    <a:pt x="0" y="5950"/>
                  </a:cubicBezTo>
                  <a:cubicBezTo>
                    <a:pt x="0" y="9220"/>
                    <a:pt x="2673" y="11893"/>
                    <a:pt x="6024" y="12037"/>
                  </a:cubicBezTo>
                  <a:cubicBezTo>
                    <a:pt x="3650" y="11070"/>
                    <a:pt x="1959" y="8612"/>
                    <a:pt x="1959" y="5732"/>
                  </a:cubicBezTo>
                  <a:cubicBezTo>
                    <a:pt x="1959" y="3316"/>
                    <a:pt x="3151" y="1192"/>
                    <a:pt x="4941"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4" name="Google Shape;20764;p90"/>
            <p:cNvSpPr/>
            <p:nvPr/>
          </p:nvSpPr>
          <p:spPr>
            <a:xfrm>
              <a:off x="5333915" y="1676382"/>
              <a:ext cx="34312" cy="40131"/>
            </a:xfrm>
            <a:custGeom>
              <a:rect b="b" l="l" r="r" t="t"/>
              <a:pathLst>
                <a:path extrusionOk="0" h="1531" w="1309">
                  <a:moveTo>
                    <a:pt x="654" y="0"/>
                  </a:moveTo>
                  <a:cubicBezTo>
                    <a:pt x="292" y="0"/>
                    <a:pt x="0" y="292"/>
                    <a:pt x="0" y="655"/>
                  </a:cubicBezTo>
                  <a:lnTo>
                    <a:pt x="0" y="876"/>
                  </a:lnTo>
                  <a:cubicBezTo>
                    <a:pt x="0" y="1235"/>
                    <a:pt x="292" y="1530"/>
                    <a:pt x="654" y="1530"/>
                  </a:cubicBezTo>
                  <a:cubicBezTo>
                    <a:pt x="1016" y="1530"/>
                    <a:pt x="1308" y="1235"/>
                    <a:pt x="1308" y="876"/>
                  </a:cubicBezTo>
                  <a:lnTo>
                    <a:pt x="1308" y="655"/>
                  </a:lnTo>
                  <a:cubicBezTo>
                    <a:pt x="1308" y="292"/>
                    <a:pt x="1013"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5" name="Google Shape;20765;p90"/>
            <p:cNvSpPr/>
            <p:nvPr/>
          </p:nvSpPr>
          <p:spPr>
            <a:xfrm>
              <a:off x="5351058" y="1676460"/>
              <a:ext cx="17169" cy="28624"/>
            </a:xfrm>
            <a:custGeom>
              <a:rect b="b" l="l" r="r" t="t"/>
              <a:pathLst>
                <a:path extrusionOk="0" h="1092" w="655">
                  <a:moveTo>
                    <a:pt x="0" y="1"/>
                  </a:moveTo>
                  <a:lnTo>
                    <a:pt x="0" y="764"/>
                  </a:lnTo>
                  <a:cubicBezTo>
                    <a:pt x="0" y="943"/>
                    <a:pt x="144" y="1091"/>
                    <a:pt x="327" y="1091"/>
                  </a:cubicBezTo>
                  <a:cubicBezTo>
                    <a:pt x="507" y="1091"/>
                    <a:pt x="651" y="943"/>
                    <a:pt x="654" y="764"/>
                  </a:cubicBezTo>
                  <a:lnTo>
                    <a:pt x="654" y="655"/>
                  </a:lnTo>
                  <a:cubicBezTo>
                    <a:pt x="654" y="296"/>
                    <a:pt x="359"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6" name="Google Shape;20766;p90"/>
            <p:cNvSpPr/>
            <p:nvPr/>
          </p:nvSpPr>
          <p:spPr>
            <a:xfrm>
              <a:off x="5345343" y="1682201"/>
              <a:ext cx="11455" cy="11455"/>
            </a:xfrm>
            <a:custGeom>
              <a:rect b="b" l="l" r="r" t="t"/>
              <a:pathLst>
                <a:path extrusionOk="0" h="437" w="437">
                  <a:moveTo>
                    <a:pt x="218" y="0"/>
                  </a:moveTo>
                  <a:cubicBezTo>
                    <a:pt x="99" y="0"/>
                    <a:pt x="0" y="98"/>
                    <a:pt x="0" y="218"/>
                  </a:cubicBezTo>
                  <a:cubicBezTo>
                    <a:pt x="0" y="338"/>
                    <a:pt x="99" y="436"/>
                    <a:pt x="218" y="436"/>
                  </a:cubicBezTo>
                  <a:cubicBezTo>
                    <a:pt x="338" y="436"/>
                    <a:pt x="436" y="338"/>
                    <a:pt x="436" y="218"/>
                  </a:cubicBezTo>
                  <a:cubicBezTo>
                    <a:pt x="436" y="98"/>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7" name="Google Shape;20767;p90"/>
            <p:cNvSpPr/>
            <p:nvPr/>
          </p:nvSpPr>
          <p:spPr>
            <a:xfrm>
              <a:off x="5470875" y="1676382"/>
              <a:ext cx="34312" cy="40131"/>
            </a:xfrm>
            <a:custGeom>
              <a:rect b="b" l="l" r="r" t="t"/>
              <a:pathLst>
                <a:path extrusionOk="0" h="1531" w="1309">
                  <a:moveTo>
                    <a:pt x="655" y="0"/>
                  </a:moveTo>
                  <a:cubicBezTo>
                    <a:pt x="292" y="0"/>
                    <a:pt x="1" y="292"/>
                    <a:pt x="1" y="655"/>
                  </a:cubicBezTo>
                  <a:lnTo>
                    <a:pt x="1" y="876"/>
                  </a:lnTo>
                  <a:cubicBezTo>
                    <a:pt x="1" y="1235"/>
                    <a:pt x="292" y="1530"/>
                    <a:pt x="655" y="1530"/>
                  </a:cubicBezTo>
                  <a:cubicBezTo>
                    <a:pt x="1013" y="1530"/>
                    <a:pt x="1309" y="1235"/>
                    <a:pt x="1305" y="876"/>
                  </a:cubicBezTo>
                  <a:lnTo>
                    <a:pt x="1305" y="655"/>
                  </a:lnTo>
                  <a:cubicBezTo>
                    <a:pt x="1305" y="292"/>
                    <a:pt x="1013" y="0"/>
                    <a:pt x="655"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8" name="Google Shape;20768;p90"/>
            <p:cNvSpPr/>
            <p:nvPr/>
          </p:nvSpPr>
          <p:spPr>
            <a:xfrm>
              <a:off x="5488018" y="1676460"/>
              <a:ext cx="17091" cy="28624"/>
            </a:xfrm>
            <a:custGeom>
              <a:rect b="b" l="l" r="r" t="t"/>
              <a:pathLst>
                <a:path extrusionOk="0" h="1092" w="652">
                  <a:moveTo>
                    <a:pt x="1" y="1"/>
                  </a:moveTo>
                  <a:lnTo>
                    <a:pt x="1" y="764"/>
                  </a:lnTo>
                  <a:cubicBezTo>
                    <a:pt x="1" y="943"/>
                    <a:pt x="145" y="1091"/>
                    <a:pt x="328" y="1091"/>
                  </a:cubicBezTo>
                  <a:cubicBezTo>
                    <a:pt x="507" y="1091"/>
                    <a:pt x="651" y="943"/>
                    <a:pt x="651" y="764"/>
                  </a:cubicBezTo>
                  <a:lnTo>
                    <a:pt x="651" y="655"/>
                  </a:lnTo>
                  <a:cubicBezTo>
                    <a:pt x="651" y="296"/>
                    <a:pt x="359" y="1"/>
                    <a:pt x="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9" name="Google Shape;20769;p90"/>
            <p:cNvSpPr/>
            <p:nvPr/>
          </p:nvSpPr>
          <p:spPr>
            <a:xfrm>
              <a:off x="5482304" y="1682201"/>
              <a:ext cx="11455" cy="11455"/>
            </a:xfrm>
            <a:custGeom>
              <a:rect b="b" l="l" r="r" t="t"/>
              <a:pathLst>
                <a:path extrusionOk="0" h="437" w="437">
                  <a:moveTo>
                    <a:pt x="219" y="0"/>
                  </a:moveTo>
                  <a:cubicBezTo>
                    <a:pt x="96" y="0"/>
                    <a:pt x="1" y="98"/>
                    <a:pt x="1" y="218"/>
                  </a:cubicBezTo>
                  <a:cubicBezTo>
                    <a:pt x="1" y="338"/>
                    <a:pt x="96" y="436"/>
                    <a:pt x="219" y="436"/>
                  </a:cubicBezTo>
                  <a:cubicBezTo>
                    <a:pt x="338" y="436"/>
                    <a:pt x="437" y="338"/>
                    <a:pt x="437" y="218"/>
                  </a:cubicBezTo>
                  <a:cubicBezTo>
                    <a:pt x="437" y="98"/>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0" name="Google Shape;20770;p90"/>
            <p:cNvSpPr/>
            <p:nvPr/>
          </p:nvSpPr>
          <p:spPr>
            <a:xfrm>
              <a:off x="5368200" y="1762096"/>
              <a:ext cx="102701" cy="45662"/>
            </a:xfrm>
            <a:custGeom>
              <a:rect b="b" l="l" r="r" t="t"/>
              <a:pathLst>
                <a:path extrusionOk="0" h="1742" w="3918">
                  <a:moveTo>
                    <a:pt x="1196" y="1"/>
                  </a:moveTo>
                  <a:cubicBezTo>
                    <a:pt x="538" y="1"/>
                    <a:pt x="0" y="391"/>
                    <a:pt x="0" y="873"/>
                  </a:cubicBezTo>
                  <a:cubicBezTo>
                    <a:pt x="0" y="1351"/>
                    <a:pt x="535" y="1741"/>
                    <a:pt x="1196" y="1741"/>
                  </a:cubicBezTo>
                  <a:cubicBezTo>
                    <a:pt x="1433" y="1610"/>
                    <a:pt x="1696" y="1544"/>
                    <a:pt x="1958" y="1544"/>
                  </a:cubicBezTo>
                  <a:cubicBezTo>
                    <a:pt x="2221" y="1544"/>
                    <a:pt x="2483" y="1610"/>
                    <a:pt x="2718" y="1741"/>
                  </a:cubicBezTo>
                  <a:cubicBezTo>
                    <a:pt x="3380" y="1741"/>
                    <a:pt x="3918" y="1351"/>
                    <a:pt x="3918" y="873"/>
                  </a:cubicBezTo>
                  <a:cubicBezTo>
                    <a:pt x="3918" y="391"/>
                    <a:pt x="3383" y="1"/>
                    <a:pt x="2718" y="1"/>
                  </a:cubicBezTo>
                  <a:cubicBezTo>
                    <a:pt x="2483" y="134"/>
                    <a:pt x="2221" y="201"/>
                    <a:pt x="1958" y="201"/>
                  </a:cubicBezTo>
                  <a:cubicBezTo>
                    <a:pt x="1696" y="201"/>
                    <a:pt x="1433" y="134"/>
                    <a:pt x="119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1" name="Google Shape;20771;p90"/>
            <p:cNvSpPr/>
            <p:nvPr/>
          </p:nvSpPr>
          <p:spPr>
            <a:xfrm>
              <a:off x="5390953" y="1744953"/>
              <a:ext cx="57091" cy="40026"/>
            </a:xfrm>
            <a:custGeom>
              <a:rect b="b" l="l" r="r" t="t"/>
              <a:pathLst>
                <a:path extrusionOk="0" h="1527" w="2178">
                  <a:moveTo>
                    <a:pt x="1091" y="1"/>
                  </a:moveTo>
                  <a:cubicBezTo>
                    <a:pt x="490" y="1"/>
                    <a:pt x="1" y="296"/>
                    <a:pt x="1" y="655"/>
                  </a:cubicBezTo>
                  <a:cubicBezTo>
                    <a:pt x="1" y="1017"/>
                    <a:pt x="490" y="1527"/>
                    <a:pt x="1091" y="1527"/>
                  </a:cubicBezTo>
                  <a:cubicBezTo>
                    <a:pt x="1692" y="1527"/>
                    <a:pt x="2177" y="1017"/>
                    <a:pt x="2177" y="655"/>
                  </a:cubicBezTo>
                  <a:cubicBezTo>
                    <a:pt x="2177" y="296"/>
                    <a:pt x="1692" y="1"/>
                    <a:pt x="109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2" name="Google Shape;20772;p90"/>
            <p:cNvSpPr/>
            <p:nvPr/>
          </p:nvSpPr>
          <p:spPr>
            <a:xfrm>
              <a:off x="5390953" y="1747915"/>
              <a:ext cx="47418" cy="37064"/>
            </a:xfrm>
            <a:custGeom>
              <a:rect b="b" l="l" r="r" t="t"/>
              <a:pathLst>
                <a:path extrusionOk="0" h="1414" w="1809">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18" y="1196"/>
                    <a:pt x="1523" y="1196"/>
                  </a:cubicBezTo>
                  <a:cubicBezTo>
                    <a:pt x="922" y="1196"/>
                    <a:pt x="433" y="612"/>
                    <a:pt x="433" y="201"/>
                  </a:cubicBezTo>
                  <a:cubicBezTo>
                    <a:pt x="437" y="130"/>
                    <a:pt x="451" y="64"/>
                    <a:pt x="4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3" name="Google Shape;20773;p90"/>
            <p:cNvSpPr/>
            <p:nvPr/>
          </p:nvSpPr>
          <p:spPr>
            <a:xfrm>
              <a:off x="5226994" y="1499919"/>
              <a:ext cx="374786" cy="364616"/>
            </a:xfrm>
            <a:custGeom>
              <a:rect b="b" l="l" r="r" t="t"/>
              <a:pathLst>
                <a:path extrusionOk="0" h="13910" w="14298">
                  <a:moveTo>
                    <a:pt x="2991" y="1286"/>
                  </a:moveTo>
                  <a:cubicBezTo>
                    <a:pt x="3494" y="1286"/>
                    <a:pt x="3985" y="1573"/>
                    <a:pt x="4206" y="2084"/>
                  </a:cubicBezTo>
                  <a:cubicBezTo>
                    <a:pt x="3450" y="2485"/>
                    <a:pt x="2782" y="3030"/>
                    <a:pt x="2240" y="3687"/>
                  </a:cubicBezTo>
                  <a:cubicBezTo>
                    <a:pt x="1519" y="3188"/>
                    <a:pt x="1480" y="2140"/>
                    <a:pt x="2159" y="1584"/>
                  </a:cubicBezTo>
                  <a:cubicBezTo>
                    <a:pt x="2407" y="1381"/>
                    <a:pt x="2701" y="1286"/>
                    <a:pt x="2991" y="1286"/>
                  </a:cubicBezTo>
                  <a:close/>
                  <a:moveTo>
                    <a:pt x="2989" y="410"/>
                  </a:moveTo>
                  <a:cubicBezTo>
                    <a:pt x="3847" y="410"/>
                    <a:pt x="4646" y="915"/>
                    <a:pt x="5000" y="1725"/>
                  </a:cubicBezTo>
                  <a:cubicBezTo>
                    <a:pt x="4853" y="1781"/>
                    <a:pt x="4712" y="1838"/>
                    <a:pt x="4571" y="1901"/>
                  </a:cubicBezTo>
                  <a:cubicBezTo>
                    <a:pt x="4280" y="1240"/>
                    <a:pt x="3641" y="871"/>
                    <a:pt x="2987" y="871"/>
                  </a:cubicBezTo>
                  <a:cubicBezTo>
                    <a:pt x="2607" y="871"/>
                    <a:pt x="2221" y="996"/>
                    <a:pt x="1895" y="1261"/>
                  </a:cubicBezTo>
                  <a:cubicBezTo>
                    <a:pt x="1013" y="1982"/>
                    <a:pt x="1058" y="3350"/>
                    <a:pt x="1990" y="4011"/>
                  </a:cubicBezTo>
                  <a:cubicBezTo>
                    <a:pt x="1899" y="4134"/>
                    <a:pt x="1815" y="4264"/>
                    <a:pt x="1734" y="4394"/>
                  </a:cubicBezTo>
                  <a:cubicBezTo>
                    <a:pt x="1150" y="3983"/>
                    <a:pt x="802" y="3314"/>
                    <a:pt x="798" y="2601"/>
                  </a:cubicBezTo>
                  <a:cubicBezTo>
                    <a:pt x="798" y="1563"/>
                    <a:pt x="1526" y="667"/>
                    <a:pt x="2542" y="456"/>
                  </a:cubicBezTo>
                  <a:cubicBezTo>
                    <a:pt x="2692" y="425"/>
                    <a:pt x="2841" y="410"/>
                    <a:pt x="2989" y="410"/>
                  </a:cubicBezTo>
                  <a:close/>
                  <a:moveTo>
                    <a:pt x="11699" y="410"/>
                  </a:moveTo>
                  <a:cubicBezTo>
                    <a:pt x="12656" y="410"/>
                    <a:pt x="13503" y="1029"/>
                    <a:pt x="13792" y="1943"/>
                  </a:cubicBezTo>
                  <a:cubicBezTo>
                    <a:pt x="14080" y="2857"/>
                    <a:pt x="13739" y="3849"/>
                    <a:pt x="12955" y="4398"/>
                  </a:cubicBezTo>
                  <a:cubicBezTo>
                    <a:pt x="12874" y="4267"/>
                    <a:pt x="12789" y="4137"/>
                    <a:pt x="12698" y="4011"/>
                  </a:cubicBezTo>
                  <a:cubicBezTo>
                    <a:pt x="13359" y="3543"/>
                    <a:pt x="13605" y="2678"/>
                    <a:pt x="13292" y="1929"/>
                  </a:cubicBezTo>
                  <a:cubicBezTo>
                    <a:pt x="13255" y="1840"/>
                    <a:pt x="13183" y="1803"/>
                    <a:pt x="13111" y="1803"/>
                  </a:cubicBezTo>
                  <a:cubicBezTo>
                    <a:pt x="12980" y="1803"/>
                    <a:pt x="12848" y="1926"/>
                    <a:pt x="12916" y="2087"/>
                  </a:cubicBezTo>
                  <a:cubicBezTo>
                    <a:pt x="13159" y="2664"/>
                    <a:pt x="12962" y="3336"/>
                    <a:pt x="12448" y="3691"/>
                  </a:cubicBezTo>
                  <a:cubicBezTo>
                    <a:pt x="11903" y="3030"/>
                    <a:pt x="11239" y="2485"/>
                    <a:pt x="10483" y="2084"/>
                  </a:cubicBezTo>
                  <a:cubicBezTo>
                    <a:pt x="10699" y="1576"/>
                    <a:pt x="11190" y="1280"/>
                    <a:pt x="11701" y="1280"/>
                  </a:cubicBezTo>
                  <a:cubicBezTo>
                    <a:pt x="11929" y="1280"/>
                    <a:pt x="12161" y="1339"/>
                    <a:pt x="12374" y="1465"/>
                  </a:cubicBezTo>
                  <a:cubicBezTo>
                    <a:pt x="12411" y="1487"/>
                    <a:pt x="12447" y="1496"/>
                    <a:pt x="12481" y="1496"/>
                  </a:cubicBezTo>
                  <a:cubicBezTo>
                    <a:pt x="12662" y="1496"/>
                    <a:pt x="12780" y="1229"/>
                    <a:pt x="12582" y="1113"/>
                  </a:cubicBezTo>
                  <a:cubicBezTo>
                    <a:pt x="12304" y="949"/>
                    <a:pt x="12001" y="872"/>
                    <a:pt x="11703" y="872"/>
                  </a:cubicBezTo>
                  <a:cubicBezTo>
                    <a:pt x="11044" y="872"/>
                    <a:pt x="10409" y="1250"/>
                    <a:pt x="10120" y="1904"/>
                  </a:cubicBezTo>
                  <a:cubicBezTo>
                    <a:pt x="9980" y="1841"/>
                    <a:pt x="9836" y="1781"/>
                    <a:pt x="9691" y="1729"/>
                  </a:cubicBezTo>
                  <a:cubicBezTo>
                    <a:pt x="10039" y="930"/>
                    <a:pt x="10827" y="413"/>
                    <a:pt x="11699" y="410"/>
                  </a:cubicBezTo>
                  <a:close/>
                  <a:moveTo>
                    <a:pt x="7346" y="1718"/>
                  </a:moveTo>
                  <a:cubicBezTo>
                    <a:pt x="8978" y="1718"/>
                    <a:pt x="10514" y="2333"/>
                    <a:pt x="11668" y="3445"/>
                  </a:cubicBezTo>
                  <a:cubicBezTo>
                    <a:pt x="12821" y="4556"/>
                    <a:pt x="13454" y="6040"/>
                    <a:pt x="13454" y="7608"/>
                  </a:cubicBezTo>
                  <a:cubicBezTo>
                    <a:pt x="13454" y="9180"/>
                    <a:pt x="12821" y="10660"/>
                    <a:pt x="11668" y="11772"/>
                  </a:cubicBezTo>
                  <a:cubicBezTo>
                    <a:pt x="10511" y="12886"/>
                    <a:pt x="8978" y="13502"/>
                    <a:pt x="7342" y="13502"/>
                  </a:cubicBezTo>
                  <a:cubicBezTo>
                    <a:pt x="5711" y="13502"/>
                    <a:pt x="4174" y="12886"/>
                    <a:pt x="3021" y="11772"/>
                  </a:cubicBezTo>
                  <a:cubicBezTo>
                    <a:pt x="1867" y="10660"/>
                    <a:pt x="1234" y="9180"/>
                    <a:pt x="1234" y="7608"/>
                  </a:cubicBezTo>
                  <a:cubicBezTo>
                    <a:pt x="1234" y="6036"/>
                    <a:pt x="1867" y="4556"/>
                    <a:pt x="3021" y="3445"/>
                  </a:cubicBezTo>
                  <a:cubicBezTo>
                    <a:pt x="4174" y="2333"/>
                    <a:pt x="5714" y="1718"/>
                    <a:pt x="7346" y="1718"/>
                  </a:cubicBezTo>
                  <a:close/>
                  <a:moveTo>
                    <a:pt x="2986" y="0"/>
                  </a:moveTo>
                  <a:cubicBezTo>
                    <a:pt x="2414" y="0"/>
                    <a:pt x="1834" y="189"/>
                    <a:pt x="1343" y="589"/>
                  </a:cubicBezTo>
                  <a:cubicBezTo>
                    <a:pt x="0" y="1690"/>
                    <a:pt x="95" y="3775"/>
                    <a:pt x="1533" y="4753"/>
                  </a:cubicBezTo>
                  <a:cubicBezTo>
                    <a:pt x="1069" y="5632"/>
                    <a:pt x="826" y="6613"/>
                    <a:pt x="830" y="7608"/>
                  </a:cubicBezTo>
                  <a:cubicBezTo>
                    <a:pt x="830" y="9292"/>
                    <a:pt x="1509" y="10875"/>
                    <a:pt x="2739" y="12067"/>
                  </a:cubicBezTo>
                  <a:cubicBezTo>
                    <a:pt x="3974" y="13255"/>
                    <a:pt x="5605" y="13910"/>
                    <a:pt x="7346" y="13910"/>
                  </a:cubicBezTo>
                  <a:cubicBezTo>
                    <a:pt x="9087" y="13910"/>
                    <a:pt x="10722" y="13255"/>
                    <a:pt x="11952" y="12067"/>
                  </a:cubicBezTo>
                  <a:cubicBezTo>
                    <a:pt x="13183" y="10878"/>
                    <a:pt x="13865" y="9292"/>
                    <a:pt x="13865" y="7608"/>
                  </a:cubicBezTo>
                  <a:cubicBezTo>
                    <a:pt x="13865" y="6613"/>
                    <a:pt x="13626" y="5632"/>
                    <a:pt x="13162" y="4753"/>
                  </a:cubicBezTo>
                  <a:cubicBezTo>
                    <a:pt x="13872" y="4267"/>
                    <a:pt x="14298" y="3462"/>
                    <a:pt x="14298" y="2601"/>
                  </a:cubicBezTo>
                  <a:cubicBezTo>
                    <a:pt x="14298" y="1363"/>
                    <a:pt x="13426" y="297"/>
                    <a:pt x="12213" y="51"/>
                  </a:cubicBezTo>
                  <a:cubicBezTo>
                    <a:pt x="12042" y="17"/>
                    <a:pt x="11871" y="1"/>
                    <a:pt x="11702" y="1"/>
                  </a:cubicBezTo>
                  <a:cubicBezTo>
                    <a:pt x="10671" y="1"/>
                    <a:pt x="9712" y="616"/>
                    <a:pt x="9301" y="1595"/>
                  </a:cubicBezTo>
                  <a:cubicBezTo>
                    <a:pt x="8663" y="1403"/>
                    <a:pt x="8003" y="1307"/>
                    <a:pt x="7344" y="1307"/>
                  </a:cubicBezTo>
                  <a:cubicBezTo>
                    <a:pt x="6685" y="1307"/>
                    <a:pt x="6025" y="1403"/>
                    <a:pt x="5387" y="1595"/>
                  </a:cubicBezTo>
                  <a:cubicBezTo>
                    <a:pt x="4960" y="575"/>
                    <a:pt x="3985" y="0"/>
                    <a:pt x="2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4" name="Google Shape;20774;p90"/>
            <p:cNvSpPr/>
            <p:nvPr/>
          </p:nvSpPr>
          <p:spPr>
            <a:xfrm>
              <a:off x="5328567" y="1671034"/>
              <a:ext cx="45007" cy="50721"/>
            </a:xfrm>
            <a:custGeom>
              <a:rect b="b" l="l" r="r" t="t"/>
              <a:pathLst>
                <a:path extrusionOk="0" h="1935" w="1717">
                  <a:moveTo>
                    <a:pt x="858" y="1"/>
                  </a:moveTo>
                  <a:cubicBezTo>
                    <a:pt x="383" y="1"/>
                    <a:pt x="0" y="384"/>
                    <a:pt x="0" y="859"/>
                  </a:cubicBezTo>
                  <a:lnTo>
                    <a:pt x="0" y="1077"/>
                  </a:lnTo>
                  <a:cubicBezTo>
                    <a:pt x="0" y="1551"/>
                    <a:pt x="383" y="1935"/>
                    <a:pt x="858" y="1935"/>
                  </a:cubicBezTo>
                  <a:cubicBezTo>
                    <a:pt x="1329" y="1935"/>
                    <a:pt x="1716" y="1551"/>
                    <a:pt x="1716" y="1077"/>
                  </a:cubicBezTo>
                  <a:lnTo>
                    <a:pt x="1716" y="1077"/>
                  </a:lnTo>
                  <a:lnTo>
                    <a:pt x="1713" y="1080"/>
                  </a:lnTo>
                  <a:lnTo>
                    <a:pt x="1713" y="859"/>
                  </a:lnTo>
                  <a:cubicBezTo>
                    <a:pt x="1713" y="723"/>
                    <a:pt x="1612" y="655"/>
                    <a:pt x="1510" y="655"/>
                  </a:cubicBezTo>
                  <a:cubicBezTo>
                    <a:pt x="1409" y="655"/>
                    <a:pt x="1308" y="723"/>
                    <a:pt x="1308" y="859"/>
                  </a:cubicBezTo>
                  <a:lnTo>
                    <a:pt x="1308" y="1080"/>
                  </a:lnTo>
                  <a:cubicBezTo>
                    <a:pt x="1315" y="1333"/>
                    <a:pt x="1111" y="1541"/>
                    <a:pt x="858" y="1541"/>
                  </a:cubicBezTo>
                  <a:cubicBezTo>
                    <a:pt x="601" y="1541"/>
                    <a:pt x="401" y="1333"/>
                    <a:pt x="408" y="1080"/>
                  </a:cubicBezTo>
                  <a:lnTo>
                    <a:pt x="408" y="859"/>
                  </a:lnTo>
                  <a:cubicBezTo>
                    <a:pt x="408" y="609"/>
                    <a:pt x="609" y="408"/>
                    <a:pt x="858" y="408"/>
                  </a:cubicBezTo>
                  <a:cubicBezTo>
                    <a:pt x="971" y="408"/>
                    <a:pt x="1062" y="317"/>
                    <a:pt x="1062" y="204"/>
                  </a:cubicBezTo>
                  <a:cubicBezTo>
                    <a:pt x="1062" y="92"/>
                    <a:pt x="971"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5" name="Google Shape;20775;p90"/>
            <p:cNvSpPr/>
            <p:nvPr/>
          </p:nvSpPr>
          <p:spPr>
            <a:xfrm>
              <a:off x="5465528" y="1671139"/>
              <a:ext cx="45007" cy="50721"/>
            </a:xfrm>
            <a:custGeom>
              <a:rect b="b" l="l" r="r" t="t"/>
              <a:pathLst>
                <a:path extrusionOk="0" h="1935" w="1717">
                  <a:moveTo>
                    <a:pt x="859" y="0"/>
                  </a:moveTo>
                  <a:cubicBezTo>
                    <a:pt x="384" y="0"/>
                    <a:pt x="1" y="383"/>
                    <a:pt x="1" y="858"/>
                  </a:cubicBezTo>
                  <a:lnTo>
                    <a:pt x="1" y="1076"/>
                  </a:lnTo>
                  <a:cubicBezTo>
                    <a:pt x="1" y="1551"/>
                    <a:pt x="384" y="1934"/>
                    <a:pt x="859" y="1934"/>
                  </a:cubicBezTo>
                  <a:cubicBezTo>
                    <a:pt x="1330" y="1934"/>
                    <a:pt x="1717" y="1551"/>
                    <a:pt x="1717" y="1076"/>
                  </a:cubicBezTo>
                  <a:lnTo>
                    <a:pt x="1717" y="858"/>
                  </a:lnTo>
                  <a:cubicBezTo>
                    <a:pt x="1717" y="746"/>
                    <a:pt x="1622" y="654"/>
                    <a:pt x="1509" y="654"/>
                  </a:cubicBezTo>
                  <a:cubicBezTo>
                    <a:pt x="1397" y="654"/>
                    <a:pt x="1309" y="746"/>
                    <a:pt x="1309" y="858"/>
                  </a:cubicBezTo>
                  <a:lnTo>
                    <a:pt x="1309" y="1080"/>
                  </a:lnTo>
                  <a:cubicBezTo>
                    <a:pt x="1298" y="1322"/>
                    <a:pt x="1101" y="1512"/>
                    <a:pt x="859" y="1512"/>
                  </a:cubicBezTo>
                  <a:cubicBezTo>
                    <a:pt x="616" y="1512"/>
                    <a:pt x="416" y="1322"/>
                    <a:pt x="409" y="1080"/>
                  </a:cubicBezTo>
                  <a:lnTo>
                    <a:pt x="409" y="858"/>
                  </a:lnTo>
                  <a:cubicBezTo>
                    <a:pt x="409" y="608"/>
                    <a:pt x="609" y="408"/>
                    <a:pt x="859" y="408"/>
                  </a:cubicBezTo>
                  <a:cubicBezTo>
                    <a:pt x="971" y="408"/>
                    <a:pt x="1063" y="317"/>
                    <a:pt x="1063" y="204"/>
                  </a:cubicBezTo>
                  <a:cubicBezTo>
                    <a:pt x="1063" y="91"/>
                    <a:pt x="971"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6" name="Google Shape;20776;p90"/>
            <p:cNvSpPr/>
            <p:nvPr/>
          </p:nvSpPr>
          <p:spPr>
            <a:xfrm>
              <a:off x="5361831" y="1739711"/>
              <a:ext cx="115152" cy="101967"/>
            </a:xfrm>
            <a:custGeom>
              <a:rect b="b" l="l" r="r" t="t"/>
              <a:pathLst>
                <a:path extrusionOk="0" h="3890" w="4393">
                  <a:moveTo>
                    <a:pt x="2202" y="405"/>
                  </a:moveTo>
                  <a:cubicBezTo>
                    <a:pt x="2617" y="405"/>
                    <a:pt x="3085" y="598"/>
                    <a:pt x="3085" y="855"/>
                  </a:cubicBezTo>
                  <a:cubicBezTo>
                    <a:pt x="3085" y="1083"/>
                    <a:pt x="2712" y="1523"/>
                    <a:pt x="2202" y="1523"/>
                  </a:cubicBezTo>
                  <a:cubicBezTo>
                    <a:pt x="1688" y="1523"/>
                    <a:pt x="1316" y="1083"/>
                    <a:pt x="1316" y="855"/>
                  </a:cubicBezTo>
                  <a:cubicBezTo>
                    <a:pt x="1316" y="598"/>
                    <a:pt x="1783" y="405"/>
                    <a:pt x="2202" y="405"/>
                  </a:cubicBezTo>
                  <a:close/>
                  <a:moveTo>
                    <a:pt x="2200" y="2624"/>
                  </a:moveTo>
                  <a:cubicBezTo>
                    <a:pt x="2328" y="2624"/>
                    <a:pt x="2455" y="2632"/>
                    <a:pt x="2582" y="2648"/>
                  </a:cubicBezTo>
                  <a:cubicBezTo>
                    <a:pt x="2769" y="2673"/>
                    <a:pt x="2942" y="2686"/>
                    <a:pt x="3101" y="2686"/>
                  </a:cubicBezTo>
                  <a:cubicBezTo>
                    <a:pt x="3276" y="2686"/>
                    <a:pt x="3433" y="2671"/>
                    <a:pt x="3573" y="2641"/>
                  </a:cubicBezTo>
                  <a:lnTo>
                    <a:pt x="3573" y="2641"/>
                  </a:lnTo>
                  <a:cubicBezTo>
                    <a:pt x="3422" y="3123"/>
                    <a:pt x="2863" y="3482"/>
                    <a:pt x="2202" y="3482"/>
                  </a:cubicBezTo>
                  <a:cubicBezTo>
                    <a:pt x="1537" y="3482"/>
                    <a:pt x="982" y="3123"/>
                    <a:pt x="827" y="2641"/>
                  </a:cubicBezTo>
                  <a:lnTo>
                    <a:pt x="827" y="2641"/>
                  </a:lnTo>
                  <a:cubicBezTo>
                    <a:pt x="967" y="2671"/>
                    <a:pt x="1125" y="2686"/>
                    <a:pt x="1299" y="2686"/>
                  </a:cubicBezTo>
                  <a:cubicBezTo>
                    <a:pt x="1458" y="2686"/>
                    <a:pt x="1631" y="2673"/>
                    <a:pt x="1819" y="2648"/>
                  </a:cubicBezTo>
                  <a:cubicBezTo>
                    <a:pt x="1945" y="2632"/>
                    <a:pt x="2073" y="2624"/>
                    <a:pt x="2200" y="2624"/>
                  </a:cubicBezTo>
                  <a:close/>
                  <a:moveTo>
                    <a:pt x="2198" y="0"/>
                  </a:moveTo>
                  <a:cubicBezTo>
                    <a:pt x="1474" y="0"/>
                    <a:pt x="904" y="377"/>
                    <a:pt x="904" y="855"/>
                  </a:cubicBezTo>
                  <a:cubicBezTo>
                    <a:pt x="904" y="1097"/>
                    <a:pt x="1052" y="1365"/>
                    <a:pt x="1295" y="1579"/>
                  </a:cubicBezTo>
                  <a:cubicBezTo>
                    <a:pt x="1492" y="1755"/>
                    <a:pt x="1734" y="1871"/>
                    <a:pt x="1994" y="1913"/>
                  </a:cubicBezTo>
                  <a:lnTo>
                    <a:pt x="1994" y="2223"/>
                  </a:lnTo>
                  <a:cubicBezTo>
                    <a:pt x="1917" y="2230"/>
                    <a:pt x="1840" y="2237"/>
                    <a:pt x="1766" y="2244"/>
                  </a:cubicBezTo>
                  <a:cubicBezTo>
                    <a:pt x="1596" y="2266"/>
                    <a:pt x="1440" y="2277"/>
                    <a:pt x="1299" y="2277"/>
                  </a:cubicBezTo>
                  <a:cubicBezTo>
                    <a:pt x="934" y="2277"/>
                    <a:pt x="670" y="2203"/>
                    <a:pt x="535" y="2061"/>
                  </a:cubicBezTo>
                  <a:cubicBezTo>
                    <a:pt x="461" y="1984"/>
                    <a:pt x="423" y="1875"/>
                    <a:pt x="437" y="1766"/>
                  </a:cubicBezTo>
                  <a:cubicBezTo>
                    <a:pt x="467" y="1612"/>
                    <a:pt x="348" y="1522"/>
                    <a:pt x="231" y="1522"/>
                  </a:cubicBezTo>
                  <a:cubicBezTo>
                    <a:pt x="144" y="1522"/>
                    <a:pt x="58" y="1572"/>
                    <a:pt x="36" y="1685"/>
                  </a:cubicBezTo>
                  <a:cubicBezTo>
                    <a:pt x="1" y="1924"/>
                    <a:pt x="71" y="2163"/>
                    <a:pt x="236" y="2339"/>
                  </a:cubicBezTo>
                  <a:cubicBezTo>
                    <a:pt x="278" y="2384"/>
                    <a:pt x="324" y="2423"/>
                    <a:pt x="377" y="2458"/>
                  </a:cubicBezTo>
                  <a:cubicBezTo>
                    <a:pt x="430" y="3256"/>
                    <a:pt x="1224" y="3889"/>
                    <a:pt x="2195" y="3889"/>
                  </a:cubicBezTo>
                  <a:cubicBezTo>
                    <a:pt x="3165" y="3889"/>
                    <a:pt x="3960" y="3256"/>
                    <a:pt x="4016" y="2458"/>
                  </a:cubicBezTo>
                  <a:cubicBezTo>
                    <a:pt x="4066" y="2423"/>
                    <a:pt x="4111" y="2384"/>
                    <a:pt x="4154" y="2339"/>
                  </a:cubicBezTo>
                  <a:cubicBezTo>
                    <a:pt x="4319" y="2163"/>
                    <a:pt x="4393" y="1924"/>
                    <a:pt x="4354" y="1685"/>
                  </a:cubicBezTo>
                  <a:cubicBezTo>
                    <a:pt x="4335" y="1590"/>
                    <a:pt x="4248" y="1524"/>
                    <a:pt x="4154" y="1524"/>
                  </a:cubicBezTo>
                  <a:cubicBezTo>
                    <a:pt x="4144" y="1524"/>
                    <a:pt x="4133" y="1525"/>
                    <a:pt x="4122" y="1526"/>
                  </a:cubicBezTo>
                  <a:cubicBezTo>
                    <a:pt x="4009" y="1547"/>
                    <a:pt x="3939" y="1657"/>
                    <a:pt x="3960" y="1766"/>
                  </a:cubicBezTo>
                  <a:cubicBezTo>
                    <a:pt x="3971" y="1875"/>
                    <a:pt x="3936" y="1984"/>
                    <a:pt x="3862" y="2061"/>
                  </a:cubicBezTo>
                  <a:cubicBezTo>
                    <a:pt x="3730" y="2203"/>
                    <a:pt x="3466" y="2277"/>
                    <a:pt x="3099" y="2277"/>
                  </a:cubicBezTo>
                  <a:cubicBezTo>
                    <a:pt x="2958" y="2277"/>
                    <a:pt x="2801" y="2266"/>
                    <a:pt x="2631" y="2244"/>
                  </a:cubicBezTo>
                  <a:cubicBezTo>
                    <a:pt x="2554" y="2237"/>
                    <a:pt x="2480" y="2230"/>
                    <a:pt x="2402" y="2223"/>
                  </a:cubicBezTo>
                  <a:lnTo>
                    <a:pt x="2402" y="1913"/>
                  </a:lnTo>
                  <a:cubicBezTo>
                    <a:pt x="2663" y="1871"/>
                    <a:pt x="2905" y="1755"/>
                    <a:pt x="3102" y="1579"/>
                  </a:cubicBezTo>
                  <a:cubicBezTo>
                    <a:pt x="3345" y="1365"/>
                    <a:pt x="3489" y="1097"/>
                    <a:pt x="3489" y="855"/>
                  </a:cubicBezTo>
                  <a:cubicBezTo>
                    <a:pt x="3489" y="377"/>
                    <a:pt x="2923" y="0"/>
                    <a:pt x="2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77" name="Google Shape;20777;p90"/>
          <p:cNvGrpSpPr/>
          <p:nvPr/>
        </p:nvGrpSpPr>
        <p:grpSpPr>
          <a:xfrm>
            <a:off x="5785923" y="2409807"/>
            <a:ext cx="352794" cy="374262"/>
            <a:chOff x="5785923" y="2409807"/>
            <a:chExt cx="352794" cy="374262"/>
          </a:xfrm>
        </p:grpSpPr>
        <p:sp>
          <p:nvSpPr>
            <p:cNvPr id="20778" name="Google Shape;20778;p90"/>
            <p:cNvSpPr/>
            <p:nvPr/>
          </p:nvSpPr>
          <p:spPr>
            <a:xfrm>
              <a:off x="5791637" y="2550018"/>
              <a:ext cx="341365" cy="228730"/>
            </a:xfrm>
            <a:custGeom>
              <a:rect b="b" l="l" r="r" t="t"/>
              <a:pathLst>
                <a:path extrusionOk="0" h="8726" w="13023">
                  <a:moveTo>
                    <a:pt x="1777" y="0"/>
                  </a:moveTo>
                  <a:cubicBezTo>
                    <a:pt x="859" y="0"/>
                    <a:pt x="57" y="711"/>
                    <a:pt x="29" y="1628"/>
                  </a:cubicBezTo>
                  <a:cubicBezTo>
                    <a:pt x="1" y="2574"/>
                    <a:pt x="760" y="3355"/>
                    <a:pt x="1706" y="3355"/>
                  </a:cubicBezTo>
                  <a:lnTo>
                    <a:pt x="4720" y="3355"/>
                  </a:lnTo>
                  <a:cubicBezTo>
                    <a:pt x="4297" y="3922"/>
                    <a:pt x="3630" y="4252"/>
                    <a:pt x="2924" y="4252"/>
                  </a:cubicBezTo>
                  <a:cubicBezTo>
                    <a:pt x="2920" y="4252"/>
                    <a:pt x="2916" y="4252"/>
                    <a:pt x="2912" y="4252"/>
                  </a:cubicBezTo>
                  <a:cubicBezTo>
                    <a:pt x="2906" y="4252"/>
                    <a:pt x="2900" y="4252"/>
                    <a:pt x="2894" y="4252"/>
                  </a:cubicBezTo>
                  <a:cubicBezTo>
                    <a:pt x="2045" y="4252"/>
                    <a:pt x="1369" y="4989"/>
                    <a:pt x="1369" y="5841"/>
                  </a:cubicBezTo>
                  <a:lnTo>
                    <a:pt x="1369" y="6263"/>
                  </a:lnTo>
                  <a:cubicBezTo>
                    <a:pt x="1369" y="5644"/>
                    <a:pt x="1872" y="5145"/>
                    <a:pt x="2487" y="5145"/>
                  </a:cubicBezTo>
                  <a:lnTo>
                    <a:pt x="3380" y="5145"/>
                  </a:lnTo>
                  <a:cubicBezTo>
                    <a:pt x="3672" y="5145"/>
                    <a:pt x="4541" y="4951"/>
                    <a:pt x="5170" y="4442"/>
                  </a:cubicBezTo>
                  <a:lnTo>
                    <a:pt x="5170" y="7114"/>
                  </a:lnTo>
                  <a:cubicBezTo>
                    <a:pt x="5170" y="7585"/>
                    <a:pt x="4861" y="8021"/>
                    <a:pt x="4400" y="8130"/>
                  </a:cubicBezTo>
                  <a:cubicBezTo>
                    <a:pt x="4320" y="8149"/>
                    <a:pt x="4241" y="8158"/>
                    <a:pt x="4163" y="8158"/>
                  </a:cubicBezTo>
                  <a:cubicBezTo>
                    <a:pt x="3623" y="8158"/>
                    <a:pt x="3155" y="7721"/>
                    <a:pt x="3155" y="7153"/>
                  </a:cubicBezTo>
                  <a:lnTo>
                    <a:pt x="3155" y="7209"/>
                  </a:lnTo>
                  <a:cubicBezTo>
                    <a:pt x="3155" y="8004"/>
                    <a:pt x="3770" y="8700"/>
                    <a:pt x="4562" y="8721"/>
                  </a:cubicBezTo>
                  <a:cubicBezTo>
                    <a:pt x="4579" y="8722"/>
                    <a:pt x="4595" y="8722"/>
                    <a:pt x="4612" y="8722"/>
                  </a:cubicBezTo>
                  <a:cubicBezTo>
                    <a:pt x="5409" y="8722"/>
                    <a:pt x="6060" y="8075"/>
                    <a:pt x="6060" y="7272"/>
                  </a:cubicBezTo>
                  <a:lnTo>
                    <a:pt x="6060" y="4501"/>
                  </a:lnTo>
                  <a:cubicBezTo>
                    <a:pt x="6060" y="4280"/>
                    <a:pt x="6214" y="4072"/>
                    <a:pt x="6432" y="4037"/>
                  </a:cubicBezTo>
                  <a:cubicBezTo>
                    <a:pt x="6458" y="4033"/>
                    <a:pt x="6483" y="4031"/>
                    <a:pt x="6507" y="4031"/>
                  </a:cubicBezTo>
                  <a:cubicBezTo>
                    <a:pt x="6750" y="4031"/>
                    <a:pt x="6953" y="4228"/>
                    <a:pt x="6956" y="4477"/>
                  </a:cubicBezTo>
                  <a:lnTo>
                    <a:pt x="6956" y="7209"/>
                  </a:lnTo>
                  <a:cubicBezTo>
                    <a:pt x="6956" y="8007"/>
                    <a:pt x="7568" y="8700"/>
                    <a:pt x="8363" y="8725"/>
                  </a:cubicBezTo>
                  <a:cubicBezTo>
                    <a:pt x="8378" y="8725"/>
                    <a:pt x="8393" y="8725"/>
                    <a:pt x="8407" y="8725"/>
                  </a:cubicBezTo>
                  <a:cubicBezTo>
                    <a:pt x="9207" y="8725"/>
                    <a:pt x="9857" y="8077"/>
                    <a:pt x="9861" y="7272"/>
                  </a:cubicBezTo>
                  <a:lnTo>
                    <a:pt x="9861" y="7149"/>
                  </a:lnTo>
                  <a:cubicBezTo>
                    <a:pt x="9861" y="7717"/>
                    <a:pt x="9395" y="8156"/>
                    <a:pt x="8856" y="8156"/>
                  </a:cubicBezTo>
                  <a:cubicBezTo>
                    <a:pt x="8777" y="8156"/>
                    <a:pt x="8697" y="8146"/>
                    <a:pt x="8616" y="8127"/>
                  </a:cubicBezTo>
                  <a:cubicBezTo>
                    <a:pt x="8155" y="8018"/>
                    <a:pt x="7846" y="7585"/>
                    <a:pt x="7846" y="7111"/>
                  </a:cubicBezTo>
                  <a:lnTo>
                    <a:pt x="7846" y="4438"/>
                  </a:lnTo>
                  <a:cubicBezTo>
                    <a:pt x="8475" y="4948"/>
                    <a:pt x="9340" y="5141"/>
                    <a:pt x="9636" y="5141"/>
                  </a:cubicBezTo>
                  <a:lnTo>
                    <a:pt x="10529" y="5141"/>
                  </a:lnTo>
                  <a:cubicBezTo>
                    <a:pt x="11148" y="5141"/>
                    <a:pt x="11647" y="5641"/>
                    <a:pt x="11647" y="6260"/>
                  </a:cubicBezTo>
                  <a:lnTo>
                    <a:pt x="11647" y="5841"/>
                  </a:lnTo>
                  <a:cubicBezTo>
                    <a:pt x="11647" y="4984"/>
                    <a:pt x="10972" y="4248"/>
                    <a:pt x="10116" y="4248"/>
                  </a:cubicBezTo>
                  <a:cubicBezTo>
                    <a:pt x="10112" y="4248"/>
                    <a:pt x="10108" y="4248"/>
                    <a:pt x="10104" y="4248"/>
                  </a:cubicBezTo>
                  <a:cubicBezTo>
                    <a:pt x="10100" y="4248"/>
                    <a:pt x="10096" y="4248"/>
                    <a:pt x="10092" y="4248"/>
                  </a:cubicBezTo>
                  <a:cubicBezTo>
                    <a:pt x="9390" y="4248"/>
                    <a:pt x="8726" y="3918"/>
                    <a:pt x="8303" y="3355"/>
                  </a:cubicBezTo>
                  <a:lnTo>
                    <a:pt x="11320" y="3355"/>
                  </a:lnTo>
                  <a:cubicBezTo>
                    <a:pt x="12263" y="3355"/>
                    <a:pt x="13022" y="2574"/>
                    <a:pt x="12994" y="1628"/>
                  </a:cubicBezTo>
                  <a:cubicBezTo>
                    <a:pt x="12966" y="711"/>
                    <a:pt x="12164" y="0"/>
                    <a:pt x="11246" y="0"/>
                  </a:cubicBezTo>
                  <a:lnTo>
                    <a:pt x="11095" y="0"/>
                  </a:lnTo>
                  <a:cubicBezTo>
                    <a:pt x="11760" y="0"/>
                    <a:pt x="12305" y="531"/>
                    <a:pt x="12326" y="1199"/>
                  </a:cubicBezTo>
                  <a:cubicBezTo>
                    <a:pt x="12343" y="1869"/>
                    <a:pt x="11765" y="2403"/>
                    <a:pt x="11096" y="2403"/>
                  </a:cubicBezTo>
                  <a:cubicBezTo>
                    <a:pt x="11077" y="2403"/>
                    <a:pt x="11058" y="2403"/>
                    <a:pt x="11039" y="2402"/>
                  </a:cubicBezTo>
                  <a:lnTo>
                    <a:pt x="8729" y="2297"/>
                  </a:lnTo>
                  <a:cubicBezTo>
                    <a:pt x="8490" y="2286"/>
                    <a:pt x="8300" y="2089"/>
                    <a:pt x="8300" y="1850"/>
                  </a:cubicBezTo>
                  <a:lnTo>
                    <a:pt x="8300" y="1344"/>
                  </a:lnTo>
                  <a:lnTo>
                    <a:pt x="4723" y="1344"/>
                  </a:lnTo>
                  <a:lnTo>
                    <a:pt x="4723" y="1850"/>
                  </a:lnTo>
                  <a:cubicBezTo>
                    <a:pt x="4723" y="2089"/>
                    <a:pt x="4537" y="2286"/>
                    <a:pt x="4298" y="2297"/>
                  </a:cubicBezTo>
                  <a:lnTo>
                    <a:pt x="1984" y="2402"/>
                  </a:lnTo>
                  <a:cubicBezTo>
                    <a:pt x="1965" y="2403"/>
                    <a:pt x="1946" y="2403"/>
                    <a:pt x="1927" y="2403"/>
                  </a:cubicBezTo>
                  <a:cubicBezTo>
                    <a:pt x="1258" y="2403"/>
                    <a:pt x="680" y="1869"/>
                    <a:pt x="697" y="1199"/>
                  </a:cubicBezTo>
                  <a:cubicBezTo>
                    <a:pt x="715" y="531"/>
                    <a:pt x="1263" y="0"/>
                    <a:pt x="1928"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9" name="Google Shape;20779;p90"/>
            <p:cNvSpPr/>
            <p:nvPr/>
          </p:nvSpPr>
          <p:spPr>
            <a:xfrm>
              <a:off x="5895150" y="2415259"/>
              <a:ext cx="134234" cy="211561"/>
            </a:xfrm>
            <a:custGeom>
              <a:rect b="b" l="l" r="r" t="t"/>
              <a:pathLst>
                <a:path extrusionOk="0" h="8071" w="5121">
                  <a:moveTo>
                    <a:pt x="2561" y="0"/>
                  </a:moveTo>
                  <a:cubicBezTo>
                    <a:pt x="1126" y="0"/>
                    <a:pt x="1" y="1242"/>
                    <a:pt x="145" y="2669"/>
                  </a:cubicBezTo>
                  <a:lnTo>
                    <a:pt x="549" y="6710"/>
                  </a:lnTo>
                  <a:lnTo>
                    <a:pt x="1668" y="6710"/>
                  </a:lnTo>
                  <a:lnTo>
                    <a:pt x="1668" y="7156"/>
                  </a:lnTo>
                  <a:cubicBezTo>
                    <a:pt x="1653" y="7656"/>
                    <a:pt x="2058" y="8070"/>
                    <a:pt x="2561" y="8070"/>
                  </a:cubicBezTo>
                  <a:cubicBezTo>
                    <a:pt x="3064" y="8070"/>
                    <a:pt x="3464" y="7656"/>
                    <a:pt x="3454" y="7156"/>
                  </a:cubicBezTo>
                  <a:lnTo>
                    <a:pt x="3454" y="6710"/>
                  </a:lnTo>
                  <a:lnTo>
                    <a:pt x="4576" y="6710"/>
                  </a:lnTo>
                  <a:lnTo>
                    <a:pt x="4977" y="2669"/>
                  </a:lnTo>
                  <a:cubicBezTo>
                    <a:pt x="5121" y="1242"/>
                    <a:pt x="3999" y="0"/>
                    <a:pt x="2561"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0" name="Google Shape;20780;p90"/>
            <p:cNvSpPr/>
            <p:nvPr/>
          </p:nvSpPr>
          <p:spPr>
            <a:xfrm>
              <a:off x="5895517" y="2415626"/>
              <a:ext cx="59843" cy="175440"/>
            </a:xfrm>
            <a:custGeom>
              <a:rect b="b" l="l" r="r" t="t"/>
              <a:pathLst>
                <a:path extrusionOk="0" h="6693" w="2283">
                  <a:moveTo>
                    <a:pt x="2283" y="0"/>
                  </a:moveTo>
                  <a:lnTo>
                    <a:pt x="2283" y="0"/>
                  </a:lnTo>
                  <a:cubicBezTo>
                    <a:pt x="957" y="148"/>
                    <a:pt x="1" y="1333"/>
                    <a:pt x="131" y="2655"/>
                  </a:cubicBezTo>
                  <a:lnTo>
                    <a:pt x="535" y="6692"/>
                  </a:lnTo>
                  <a:lnTo>
                    <a:pt x="1597" y="6692"/>
                  </a:lnTo>
                  <a:lnTo>
                    <a:pt x="1221" y="2508"/>
                  </a:lnTo>
                  <a:cubicBezTo>
                    <a:pt x="1126" y="1477"/>
                    <a:pt x="1569" y="535"/>
                    <a:pt x="2283"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1" name="Google Shape;20781;p90"/>
            <p:cNvSpPr/>
            <p:nvPr/>
          </p:nvSpPr>
          <p:spPr>
            <a:xfrm>
              <a:off x="5909541" y="2579323"/>
              <a:ext cx="29332" cy="23539"/>
            </a:xfrm>
            <a:custGeom>
              <a:rect b="b" l="l" r="r" t="t"/>
              <a:pathLst>
                <a:path extrusionOk="0" h="898" w="1119">
                  <a:moveTo>
                    <a:pt x="447" y="0"/>
                  </a:moveTo>
                  <a:cubicBezTo>
                    <a:pt x="201" y="0"/>
                    <a:pt x="0" y="201"/>
                    <a:pt x="0" y="451"/>
                  </a:cubicBezTo>
                  <a:cubicBezTo>
                    <a:pt x="0" y="697"/>
                    <a:pt x="201" y="897"/>
                    <a:pt x="447" y="897"/>
                  </a:cubicBezTo>
                  <a:lnTo>
                    <a:pt x="672" y="897"/>
                  </a:lnTo>
                  <a:cubicBezTo>
                    <a:pt x="918" y="897"/>
                    <a:pt x="1119" y="697"/>
                    <a:pt x="1119" y="451"/>
                  </a:cubicBezTo>
                  <a:cubicBezTo>
                    <a:pt x="1119" y="201"/>
                    <a:pt x="918" y="0"/>
                    <a:pt x="672"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2" name="Google Shape;20782;p90"/>
            <p:cNvSpPr/>
            <p:nvPr/>
          </p:nvSpPr>
          <p:spPr>
            <a:xfrm>
              <a:off x="5985767" y="2579323"/>
              <a:ext cx="29332" cy="23539"/>
            </a:xfrm>
            <a:custGeom>
              <a:rect b="b" l="l" r="r" t="t"/>
              <a:pathLst>
                <a:path extrusionOk="0" h="898" w="1119">
                  <a:moveTo>
                    <a:pt x="447" y="0"/>
                  </a:moveTo>
                  <a:cubicBezTo>
                    <a:pt x="201" y="0"/>
                    <a:pt x="0" y="201"/>
                    <a:pt x="0" y="451"/>
                  </a:cubicBezTo>
                  <a:cubicBezTo>
                    <a:pt x="0" y="697"/>
                    <a:pt x="197" y="897"/>
                    <a:pt x="447" y="897"/>
                  </a:cubicBezTo>
                  <a:lnTo>
                    <a:pt x="669" y="897"/>
                  </a:lnTo>
                  <a:cubicBezTo>
                    <a:pt x="918" y="897"/>
                    <a:pt x="1119" y="697"/>
                    <a:pt x="1119" y="451"/>
                  </a:cubicBezTo>
                  <a:cubicBezTo>
                    <a:pt x="1119" y="201"/>
                    <a:pt x="918" y="0"/>
                    <a:pt x="66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3" name="Google Shape;20783;p90"/>
            <p:cNvSpPr/>
            <p:nvPr/>
          </p:nvSpPr>
          <p:spPr>
            <a:xfrm>
              <a:off x="5785923" y="2409807"/>
              <a:ext cx="352794" cy="374262"/>
            </a:xfrm>
            <a:custGeom>
              <a:rect b="b" l="l" r="r" t="t"/>
              <a:pathLst>
                <a:path extrusionOk="0" h="14278" w="13459">
                  <a:moveTo>
                    <a:pt x="5388" y="6678"/>
                  </a:moveTo>
                  <a:cubicBezTo>
                    <a:pt x="5518" y="6678"/>
                    <a:pt x="5627" y="6784"/>
                    <a:pt x="5627" y="6918"/>
                  </a:cubicBezTo>
                  <a:cubicBezTo>
                    <a:pt x="5627" y="7048"/>
                    <a:pt x="5518" y="7153"/>
                    <a:pt x="5388" y="7153"/>
                  </a:cubicBezTo>
                  <a:lnTo>
                    <a:pt x="5163" y="7153"/>
                  </a:lnTo>
                  <a:cubicBezTo>
                    <a:pt x="4846" y="7153"/>
                    <a:pt x="4846" y="6678"/>
                    <a:pt x="5163" y="6678"/>
                  </a:cubicBezTo>
                  <a:close/>
                  <a:moveTo>
                    <a:pt x="8293" y="6678"/>
                  </a:moveTo>
                  <a:cubicBezTo>
                    <a:pt x="8426" y="6678"/>
                    <a:pt x="8532" y="6784"/>
                    <a:pt x="8532" y="6918"/>
                  </a:cubicBezTo>
                  <a:cubicBezTo>
                    <a:pt x="8532" y="7048"/>
                    <a:pt x="8426" y="7153"/>
                    <a:pt x="8293" y="7153"/>
                  </a:cubicBezTo>
                  <a:lnTo>
                    <a:pt x="8071" y="7153"/>
                  </a:lnTo>
                  <a:cubicBezTo>
                    <a:pt x="7755" y="7153"/>
                    <a:pt x="7755" y="6678"/>
                    <a:pt x="8071" y="6678"/>
                  </a:cubicBezTo>
                  <a:close/>
                  <a:moveTo>
                    <a:pt x="12667" y="6091"/>
                  </a:moveTo>
                  <a:lnTo>
                    <a:pt x="12667" y="6091"/>
                  </a:lnTo>
                  <a:cubicBezTo>
                    <a:pt x="13458" y="7048"/>
                    <a:pt x="12776" y="8496"/>
                    <a:pt x="11535" y="8496"/>
                  </a:cubicBezTo>
                  <a:lnTo>
                    <a:pt x="8627" y="8496"/>
                  </a:lnTo>
                  <a:cubicBezTo>
                    <a:pt x="8489" y="8293"/>
                    <a:pt x="8391" y="8067"/>
                    <a:pt x="8335" y="7828"/>
                  </a:cubicBezTo>
                  <a:lnTo>
                    <a:pt x="8335" y="7828"/>
                  </a:lnTo>
                  <a:lnTo>
                    <a:pt x="11303" y="7965"/>
                  </a:lnTo>
                  <a:cubicBezTo>
                    <a:pt x="11324" y="7966"/>
                    <a:pt x="11345" y="7967"/>
                    <a:pt x="11366" y="7967"/>
                  </a:cubicBezTo>
                  <a:cubicBezTo>
                    <a:pt x="11723" y="7967"/>
                    <a:pt x="12067" y="7828"/>
                    <a:pt x="12322" y="7582"/>
                  </a:cubicBezTo>
                  <a:cubicBezTo>
                    <a:pt x="12597" y="7322"/>
                    <a:pt x="12751" y="6960"/>
                    <a:pt x="12751" y="6580"/>
                  </a:cubicBezTo>
                  <a:cubicBezTo>
                    <a:pt x="12751" y="6415"/>
                    <a:pt x="12723" y="6249"/>
                    <a:pt x="12667" y="6091"/>
                  </a:cubicBezTo>
                  <a:close/>
                  <a:moveTo>
                    <a:pt x="5177" y="8729"/>
                  </a:moveTo>
                  <a:lnTo>
                    <a:pt x="5177" y="9590"/>
                  </a:lnTo>
                  <a:cubicBezTo>
                    <a:pt x="4688" y="10034"/>
                    <a:pt x="4050" y="10283"/>
                    <a:pt x="3390" y="10283"/>
                  </a:cubicBezTo>
                  <a:cubicBezTo>
                    <a:pt x="3386" y="10283"/>
                    <a:pt x="3381" y="10283"/>
                    <a:pt x="3377" y="10283"/>
                  </a:cubicBezTo>
                  <a:lnTo>
                    <a:pt x="3377" y="10286"/>
                  </a:lnTo>
                  <a:lnTo>
                    <a:pt x="2705" y="10286"/>
                  </a:lnTo>
                  <a:cubicBezTo>
                    <a:pt x="2699" y="10286"/>
                    <a:pt x="2694" y="10286"/>
                    <a:pt x="2688" y="10286"/>
                  </a:cubicBezTo>
                  <a:cubicBezTo>
                    <a:pt x="2430" y="10286"/>
                    <a:pt x="2180" y="10367"/>
                    <a:pt x="1963" y="10511"/>
                  </a:cubicBezTo>
                  <a:cubicBezTo>
                    <a:pt x="2202" y="10079"/>
                    <a:pt x="2656" y="9808"/>
                    <a:pt x="3152" y="9808"/>
                  </a:cubicBezTo>
                  <a:cubicBezTo>
                    <a:pt x="3964" y="9808"/>
                    <a:pt x="4723" y="9404"/>
                    <a:pt x="5177" y="8729"/>
                  </a:cubicBezTo>
                  <a:close/>
                  <a:moveTo>
                    <a:pt x="6728" y="416"/>
                  </a:moveTo>
                  <a:cubicBezTo>
                    <a:pt x="8043" y="416"/>
                    <a:pt x="9070" y="1552"/>
                    <a:pt x="8936" y="2860"/>
                  </a:cubicBezTo>
                  <a:lnTo>
                    <a:pt x="8588" y="6330"/>
                  </a:lnTo>
                  <a:cubicBezTo>
                    <a:pt x="8497" y="6285"/>
                    <a:pt x="8398" y="6260"/>
                    <a:pt x="8293" y="6260"/>
                  </a:cubicBezTo>
                  <a:lnTo>
                    <a:pt x="8071" y="6260"/>
                  </a:lnTo>
                  <a:cubicBezTo>
                    <a:pt x="7748" y="6260"/>
                    <a:pt x="7473" y="6496"/>
                    <a:pt x="7424" y="6812"/>
                  </a:cubicBezTo>
                  <a:cubicBezTo>
                    <a:pt x="7371" y="7132"/>
                    <a:pt x="7561" y="7442"/>
                    <a:pt x="7867" y="7540"/>
                  </a:cubicBezTo>
                  <a:cubicBezTo>
                    <a:pt x="7962" y="8816"/>
                    <a:pt x="9024" y="9808"/>
                    <a:pt x="10307" y="9808"/>
                  </a:cubicBezTo>
                  <a:cubicBezTo>
                    <a:pt x="10800" y="9808"/>
                    <a:pt x="11253" y="10079"/>
                    <a:pt x="11493" y="10511"/>
                  </a:cubicBezTo>
                  <a:cubicBezTo>
                    <a:pt x="11275" y="10364"/>
                    <a:pt x="11018" y="10286"/>
                    <a:pt x="10754" y="10286"/>
                  </a:cubicBezTo>
                  <a:lnTo>
                    <a:pt x="10082" y="10286"/>
                  </a:lnTo>
                  <a:cubicBezTo>
                    <a:pt x="9418" y="10286"/>
                    <a:pt x="8774" y="10040"/>
                    <a:pt x="8278" y="9594"/>
                  </a:cubicBezTo>
                  <a:lnTo>
                    <a:pt x="8278" y="9379"/>
                  </a:lnTo>
                  <a:cubicBezTo>
                    <a:pt x="8278" y="9238"/>
                    <a:pt x="8174" y="9168"/>
                    <a:pt x="8069" y="9168"/>
                  </a:cubicBezTo>
                  <a:cubicBezTo>
                    <a:pt x="7965" y="9168"/>
                    <a:pt x="7860" y="9238"/>
                    <a:pt x="7860" y="9379"/>
                  </a:cubicBezTo>
                  <a:lnTo>
                    <a:pt x="7860" y="12498"/>
                  </a:lnTo>
                  <a:cubicBezTo>
                    <a:pt x="7860" y="13179"/>
                    <a:pt x="8415" y="13715"/>
                    <a:pt x="9075" y="13715"/>
                  </a:cubicBezTo>
                  <a:cubicBezTo>
                    <a:pt x="9128" y="13715"/>
                    <a:pt x="9181" y="13711"/>
                    <a:pt x="9235" y="13704"/>
                  </a:cubicBezTo>
                  <a:lnTo>
                    <a:pt x="9235" y="13704"/>
                  </a:lnTo>
                  <a:cubicBezTo>
                    <a:pt x="9039" y="13813"/>
                    <a:pt x="8833" y="13862"/>
                    <a:pt x="8632" y="13862"/>
                  </a:cubicBezTo>
                  <a:cubicBezTo>
                    <a:pt x="7981" y="13862"/>
                    <a:pt x="7385" y="13341"/>
                    <a:pt x="7385" y="12618"/>
                  </a:cubicBezTo>
                  <a:lnTo>
                    <a:pt x="7385" y="9822"/>
                  </a:lnTo>
                  <a:cubicBezTo>
                    <a:pt x="7385" y="9460"/>
                    <a:pt x="7093" y="9165"/>
                    <a:pt x="6728" y="9165"/>
                  </a:cubicBezTo>
                  <a:cubicBezTo>
                    <a:pt x="6366" y="9165"/>
                    <a:pt x="6074" y="9460"/>
                    <a:pt x="6074" y="9822"/>
                  </a:cubicBezTo>
                  <a:lnTo>
                    <a:pt x="6074" y="12618"/>
                  </a:lnTo>
                  <a:cubicBezTo>
                    <a:pt x="6074" y="13341"/>
                    <a:pt x="5478" y="13862"/>
                    <a:pt x="4826" y="13862"/>
                  </a:cubicBezTo>
                  <a:cubicBezTo>
                    <a:pt x="4626" y="13862"/>
                    <a:pt x="4420" y="13813"/>
                    <a:pt x="4224" y="13704"/>
                  </a:cubicBezTo>
                  <a:lnTo>
                    <a:pt x="4224" y="13704"/>
                  </a:lnTo>
                  <a:cubicBezTo>
                    <a:pt x="4278" y="13711"/>
                    <a:pt x="4331" y="13715"/>
                    <a:pt x="4384" y="13715"/>
                  </a:cubicBezTo>
                  <a:cubicBezTo>
                    <a:pt x="5044" y="13715"/>
                    <a:pt x="5599" y="13179"/>
                    <a:pt x="5595" y="12498"/>
                  </a:cubicBezTo>
                  <a:lnTo>
                    <a:pt x="5595" y="7540"/>
                  </a:lnTo>
                  <a:cubicBezTo>
                    <a:pt x="5901" y="7435"/>
                    <a:pt x="6088" y="7129"/>
                    <a:pt x="6035" y="6809"/>
                  </a:cubicBezTo>
                  <a:cubicBezTo>
                    <a:pt x="5982" y="6492"/>
                    <a:pt x="5708" y="6260"/>
                    <a:pt x="5388" y="6260"/>
                  </a:cubicBezTo>
                  <a:lnTo>
                    <a:pt x="5163" y="6260"/>
                  </a:lnTo>
                  <a:cubicBezTo>
                    <a:pt x="5061" y="6260"/>
                    <a:pt x="4959" y="6285"/>
                    <a:pt x="4868" y="6330"/>
                  </a:cubicBezTo>
                  <a:lnTo>
                    <a:pt x="4523" y="2860"/>
                  </a:lnTo>
                  <a:cubicBezTo>
                    <a:pt x="4389" y="1552"/>
                    <a:pt x="5416" y="416"/>
                    <a:pt x="6728" y="416"/>
                  </a:cubicBezTo>
                  <a:close/>
                  <a:moveTo>
                    <a:pt x="6728" y="1"/>
                  </a:moveTo>
                  <a:cubicBezTo>
                    <a:pt x="5166" y="1"/>
                    <a:pt x="3946" y="1348"/>
                    <a:pt x="4101" y="2902"/>
                  </a:cubicBezTo>
                  <a:lnTo>
                    <a:pt x="4505" y="6932"/>
                  </a:lnTo>
                  <a:cubicBezTo>
                    <a:pt x="4509" y="7125"/>
                    <a:pt x="4600" y="7308"/>
                    <a:pt x="4748" y="7427"/>
                  </a:cubicBezTo>
                  <a:lnTo>
                    <a:pt x="2132" y="7547"/>
                  </a:lnTo>
                  <a:cubicBezTo>
                    <a:pt x="2117" y="7548"/>
                    <a:pt x="2102" y="7548"/>
                    <a:pt x="2088" y="7548"/>
                  </a:cubicBezTo>
                  <a:cubicBezTo>
                    <a:pt x="1555" y="7548"/>
                    <a:pt x="1119" y="7117"/>
                    <a:pt x="1123" y="6580"/>
                  </a:cubicBezTo>
                  <a:cubicBezTo>
                    <a:pt x="1123" y="6016"/>
                    <a:pt x="1580" y="5560"/>
                    <a:pt x="2143" y="5560"/>
                  </a:cubicBezTo>
                  <a:cubicBezTo>
                    <a:pt x="2145" y="5560"/>
                    <a:pt x="2147" y="5560"/>
                    <a:pt x="2149" y="5560"/>
                  </a:cubicBezTo>
                  <a:lnTo>
                    <a:pt x="2258" y="5560"/>
                  </a:lnTo>
                  <a:cubicBezTo>
                    <a:pt x="2744" y="5560"/>
                    <a:pt x="3137" y="5166"/>
                    <a:pt x="3137" y="4681"/>
                  </a:cubicBezTo>
                  <a:cubicBezTo>
                    <a:pt x="3137" y="4542"/>
                    <a:pt x="3033" y="4473"/>
                    <a:pt x="2928" y="4473"/>
                  </a:cubicBezTo>
                  <a:cubicBezTo>
                    <a:pt x="2824" y="4473"/>
                    <a:pt x="2719" y="4542"/>
                    <a:pt x="2719" y="4681"/>
                  </a:cubicBezTo>
                  <a:cubicBezTo>
                    <a:pt x="2719" y="4938"/>
                    <a:pt x="2512" y="5142"/>
                    <a:pt x="2258" y="5142"/>
                  </a:cubicBezTo>
                  <a:lnTo>
                    <a:pt x="1924" y="5142"/>
                  </a:lnTo>
                  <a:cubicBezTo>
                    <a:pt x="894" y="5159"/>
                    <a:pt x="64" y="6000"/>
                    <a:pt x="64" y="7030"/>
                  </a:cubicBezTo>
                  <a:cubicBezTo>
                    <a:pt x="64" y="8060"/>
                    <a:pt x="894" y="8901"/>
                    <a:pt x="1924" y="8915"/>
                  </a:cubicBezTo>
                  <a:lnTo>
                    <a:pt x="3377" y="8915"/>
                  </a:lnTo>
                  <a:cubicBezTo>
                    <a:pt x="3493" y="8915"/>
                    <a:pt x="3584" y="8820"/>
                    <a:pt x="3584" y="8707"/>
                  </a:cubicBezTo>
                  <a:cubicBezTo>
                    <a:pt x="3584" y="8591"/>
                    <a:pt x="3493" y="8496"/>
                    <a:pt x="3377" y="8496"/>
                  </a:cubicBezTo>
                  <a:lnTo>
                    <a:pt x="1924" y="8496"/>
                  </a:lnTo>
                  <a:cubicBezTo>
                    <a:pt x="679" y="8496"/>
                    <a:pt x="1" y="7048"/>
                    <a:pt x="792" y="6095"/>
                  </a:cubicBezTo>
                  <a:lnTo>
                    <a:pt x="792" y="6095"/>
                  </a:lnTo>
                  <a:cubicBezTo>
                    <a:pt x="736" y="6249"/>
                    <a:pt x="708" y="6415"/>
                    <a:pt x="708" y="6580"/>
                  </a:cubicBezTo>
                  <a:cubicBezTo>
                    <a:pt x="708" y="7350"/>
                    <a:pt x="1330" y="7967"/>
                    <a:pt x="2093" y="7967"/>
                  </a:cubicBezTo>
                  <a:cubicBezTo>
                    <a:pt x="2114" y="7967"/>
                    <a:pt x="2135" y="7966"/>
                    <a:pt x="2156" y="7965"/>
                  </a:cubicBezTo>
                  <a:lnTo>
                    <a:pt x="5124" y="7828"/>
                  </a:lnTo>
                  <a:lnTo>
                    <a:pt x="5124" y="7828"/>
                  </a:lnTo>
                  <a:cubicBezTo>
                    <a:pt x="5068" y="8067"/>
                    <a:pt x="4970" y="8293"/>
                    <a:pt x="4832" y="8496"/>
                  </a:cubicBezTo>
                  <a:lnTo>
                    <a:pt x="4270" y="8496"/>
                  </a:lnTo>
                  <a:cubicBezTo>
                    <a:pt x="3992" y="8496"/>
                    <a:pt x="3992" y="8915"/>
                    <a:pt x="4270" y="8915"/>
                  </a:cubicBezTo>
                  <a:lnTo>
                    <a:pt x="4456" y="8915"/>
                  </a:lnTo>
                  <a:cubicBezTo>
                    <a:pt x="4090" y="9221"/>
                    <a:pt x="3630" y="9390"/>
                    <a:pt x="3152" y="9390"/>
                  </a:cubicBezTo>
                  <a:cubicBezTo>
                    <a:pt x="2174" y="9393"/>
                    <a:pt x="1379" y="10184"/>
                    <a:pt x="1379" y="11165"/>
                  </a:cubicBezTo>
                  <a:lnTo>
                    <a:pt x="1379" y="11612"/>
                  </a:lnTo>
                  <a:cubicBezTo>
                    <a:pt x="1379" y="11865"/>
                    <a:pt x="1172" y="12073"/>
                    <a:pt x="919" y="12073"/>
                  </a:cubicBezTo>
                  <a:cubicBezTo>
                    <a:pt x="637" y="12073"/>
                    <a:pt x="637" y="12491"/>
                    <a:pt x="919" y="12491"/>
                  </a:cubicBezTo>
                  <a:cubicBezTo>
                    <a:pt x="1404" y="12491"/>
                    <a:pt x="1798" y="12097"/>
                    <a:pt x="1798" y="11612"/>
                  </a:cubicBezTo>
                  <a:cubicBezTo>
                    <a:pt x="1798" y="11113"/>
                    <a:pt x="2202" y="10705"/>
                    <a:pt x="2705" y="10705"/>
                  </a:cubicBezTo>
                  <a:lnTo>
                    <a:pt x="3377" y="10705"/>
                  </a:lnTo>
                  <a:cubicBezTo>
                    <a:pt x="4020" y="10705"/>
                    <a:pt x="4653" y="10504"/>
                    <a:pt x="5177" y="10132"/>
                  </a:cubicBezTo>
                  <a:lnTo>
                    <a:pt x="5177" y="12498"/>
                  </a:lnTo>
                  <a:cubicBezTo>
                    <a:pt x="5177" y="12938"/>
                    <a:pt x="4822" y="13296"/>
                    <a:pt x="4382" y="13296"/>
                  </a:cubicBezTo>
                  <a:cubicBezTo>
                    <a:pt x="3939" y="13296"/>
                    <a:pt x="3584" y="12938"/>
                    <a:pt x="3584" y="12498"/>
                  </a:cubicBezTo>
                  <a:lnTo>
                    <a:pt x="3584" y="12280"/>
                  </a:lnTo>
                  <a:cubicBezTo>
                    <a:pt x="3584" y="11672"/>
                    <a:pt x="3088" y="11180"/>
                    <a:pt x="2480" y="11176"/>
                  </a:cubicBezTo>
                  <a:cubicBezTo>
                    <a:pt x="2202" y="11176"/>
                    <a:pt x="2202" y="11594"/>
                    <a:pt x="2480" y="11594"/>
                  </a:cubicBezTo>
                  <a:cubicBezTo>
                    <a:pt x="2860" y="11594"/>
                    <a:pt x="3166" y="11904"/>
                    <a:pt x="3166" y="12280"/>
                  </a:cubicBezTo>
                  <a:lnTo>
                    <a:pt x="3166" y="12618"/>
                  </a:lnTo>
                  <a:cubicBezTo>
                    <a:pt x="3166" y="13536"/>
                    <a:pt x="3911" y="14278"/>
                    <a:pt x="4829" y="14278"/>
                  </a:cubicBezTo>
                  <a:cubicBezTo>
                    <a:pt x="5747" y="14278"/>
                    <a:pt x="6492" y="13536"/>
                    <a:pt x="6492" y="12618"/>
                  </a:cubicBezTo>
                  <a:lnTo>
                    <a:pt x="6492" y="9822"/>
                  </a:lnTo>
                  <a:cubicBezTo>
                    <a:pt x="6492" y="9664"/>
                    <a:pt x="6611" y="9585"/>
                    <a:pt x="6729" y="9585"/>
                  </a:cubicBezTo>
                  <a:cubicBezTo>
                    <a:pt x="6848" y="9585"/>
                    <a:pt x="6967" y="9664"/>
                    <a:pt x="6967" y="9822"/>
                  </a:cubicBezTo>
                  <a:lnTo>
                    <a:pt x="6967" y="12618"/>
                  </a:lnTo>
                  <a:cubicBezTo>
                    <a:pt x="6967" y="13536"/>
                    <a:pt x="7712" y="14278"/>
                    <a:pt x="8630" y="14278"/>
                  </a:cubicBezTo>
                  <a:cubicBezTo>
                    <a:pt x="9548" y="14278"/>
                    <a:pt x="10290" y="13536"/>
                    <a:pt x="10293" y="12618"/>
                  </a:cubicBezTo>
                  <a:lnTo>
                    <a:pt x="10293" y="12280"/>
                  </a:lnTo>
                  <a:cubicBezTo>
                    <a:pt x="10293" y="11904"/>
                    <a:pt x="10599" y="11594"/>
                    <a:pt x="10976" y="11594"/>
                  </a:cubicBezTo>
                  <a:cubicBezTo>
                    <a:pt x="11092" y="11594"/>
                    <a:pt x="11187" y="11503"/>
                    <a:pt x="11187" y="11387"/>
                  </a:cubicBezTo>
                  <a:cubicBezTo>
                    <a:pt x="11187" y="11271"/>
                    <a:pt x="11092" y="11176"/>
                    <a:pt x="10976" y="11176"/>
                  </a:cubicBezTo>
                  <a:cubicBezTo>
                    <a:pt x="10367" y="11180"/>
                    <a:pt x="9875" y="11672"/>
                    <a:pt x="9875" y="12280"/>
                  </a:cubicBezTo>
                  <a:lnTo>
                    <a:pt x="9875" y="12498"/>
                  </a:lnTo>
                  <a:cubicBezTo>
                    <a:pt x="9875" y="12938"/>
                    <a:pt x="9516" y="13296"/>
                    <a:pt x="9077" y="13296"/>
                  </a:cubicBezTo>
                  <a:cubicBezTo>
                    <a:pt x="8637" y="13296"/>
                    <a:pt x="8278" y="12938"/>
                    <a:pt x="8278" y="12498"/>
                  </a:cubicBezTo>
                  <a:lnTo>
                    <a:pt x="8278" y="10128"/>
                  </a:lnTo>
                  <a:cubicBezTo>
                    <a:pt x="8806" y="10501"/>
                    <a:pt x="9435" y="10701"/>
                    <a:pt x="10082" y="10701"/>
                  </a:cubicBezTo>
                  <a:lnTo>
                    <a:pt x="10754" y="10701"/>
                  </a:lnTo>
                  <a:cubicBezTo>
                    <a:pt x="11253" y="10701"/>
                    <a:pt x="11661" y="11109"/>
                    <a:pt x="11661" y="11609"/>
                  </a:cubicBezTo>
                  <a:cubicBezTo>
                    <a:pt x="11661" y="12094"/>
                    <a:pt x="12055" y="12488"/>
                    <a:pt x="12540" y="12488"/>
                  </a:cubicBezTo>
                  <a:cubicBezTo>
                    <a:pt x="12656" y="12488"/>
                    <a:pt x="12748" y="12396"/>
                    <a:pt x="12748" y="12280"/>
                  </a:cubicBezTo>
                  <a:cubicBezTo>
                    <a:pt x="12748" y="12164"/>
                    <a:pt x="12656" y="12069"/>
                    <a:pt x="12540" y="12069"/>
                  </a:cubicBezTo>
                  <a:cubicBezTo>
                    <a:pt x="12287" y="12069"/>
                    <a:pt x="12080" y="11865"/>
                    <a:pt x="12080" y="11609"/>
                  </a:cubicBezTo>
                  <a:lnTo>
                    <a:pt x="12080" y="11162"/>
                  </a:lnTo>
                  <a:cubicBezTo>
                    <a:pt x="12076" y="10184"/>
                    <a:pt x="11285" y="9390"/>
                    <a:pt x="10304" y="9386"/>
                  </a:cubicBezTo>
                  <a:cubicBezTo>
                    <a:pt x="10299" y="9386"/>
                    <a:pt x="10294" y="9386"/>
                    <a:pt x="10289" y="9386"/>
                  </a:cubicBezTo>
                  <a:cubicBezTo>
                    <a:pt x="9820" y="9386"/>
                    <a:pt x="9365" y="9218"/>
                    <a:pt x="9006" y="8915"/>
                  </a:cubicBezTo>
                  <a:lnTo>
                    <a:pt x="11538" y="8915"/>
                  </a:lnTo>
                  <a:cubicBezTo>
                    <a:pt x="12576" y="8911"/>
                    <a:pt x="13420" y="8067"/>
                    <a:pt x="13423" y="7030"/>
                  </a:cubicBezTo>
                  <a:cubicBezTo>
                    <a:pt x="13420" y="5989"/>
                    <a:pt x="12576" y="5145"/>
                    <a:pt x="11535" y="5142"/>
                  </a:cubicBezTo>
                  <a:lnTo>
                    <a:pt x="11201" y="5142"/>
                  </a:lnTo>
                  <a:cubicBezTo>
                    <a:pt x="10944" y="5142"/>
                    <a:pt x="10740" y="4934"/>
                    <a:pt x="10740" y="4681"/>
                  </a:cubicBezTo>
                  <a:cubicBezTo>
                    <a:pt x="10740" y="4542"/>
                    <a:pt x="10635" y="4473"/>
                    <a:pt x="10531" y="4473"/>
                  </a:cubicBezTo>
                  <a:cubicBezTo>
                    <a:pt x="10426" y="4473"/>
                    <a:pt x="10322" y="4542"/>
                    <a:pt x="10322" y="4681"/>
                  </a:cubicBezTo>
                  <a:cubicBezTo>
                    <a:pt x="10322" y="5166"/>
                    <a:pt x="10715" y="5560"/>
                    <a:pt x="11201" y="5560"/>
                  </a:cubicBezTo>
                  <a:lnTo>
                    <a:pt x="11310" y="5560"/>
                  </a:lnTo>
                  <a:cubicBezTo>
                    <a:pt x="11876" y="5560"/>
                    <a:pt x="12329" y="6017"/>
                    <a:pt x="12333" y="6580"/>
                  </a:cubicBezTo>
                  <a:cubicBezTo>
                    <a:pt x="12333" y="7117"/>
                    <a:pt x="11897" y="7548"/>
                    <a:pt x="11364" y="7548"/>
                  </a:cubicBezTo>
                  <a:cubicBezTo>
                    <a:pt x="11350" y="7548"/>
                    <a:pt x="11335" y="7548"/>
                    <a:pt x="11320" y="7547"/>
                  </a:cubicBezTo>
                  <a:lnTo>
                    <a:pt x="8704" y="7427"/>
                  </a:lnTo>
                  <a:cubicBezTo>
                    <a:pt x="8855" y="7308"/>
                    <a:pt x="8943" y="7125"/>
                    <a:pt x="8947" y="6932"/>
                  </a:cubicBezTo>
                  <a:lnTo>
                    <a:pt x="9351" y="2902"/>
                  </a:lnTo>
                  <a:cubicBezTo>
                    <a:pt x="9506" y="1348"/>
                    <a:pt x="8286" y="1"/>
                    <a:pt x="6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84" name="Google Shape;20784;p90"/>
          <p:cNvGrpSpPr/>
          <p:nvPr/>
        </p:nvGrpSpPr>
        <p:grpSpPr>
          <a:xfrm>
            <a:off x="3587376" y="2937884"/>
            <a:ext cx="357853" cy="274235"/>
            <a:chOff x="3587376" y="2937884"/>
            <a:chExt cx="357853" cy="274235"/>
          </a:xfrm>
        </p:grpSpPr>
        <p:sp>
          <p:nvSpPr>
            <p:cNvPr id="20785" name="Google Shape;20785;p90"/>
            <p:cNvSpPr/>
            <p:nvPr/>
          </p:nvSpPr>
          <p:spPr>
            <a:xfrm>
              <a:off x="3592540" y="2943127"/>
              <a:ext cx="173763" cy="263776"/>
            </a:xfrm>
            <a:custGeom>
              <a:rect b="b" l="l" r="r" t="t"/>
              <a:pathLst>
                <a:path extrusionOk="0" h="10063" w="6629">
                  <a:moveTo>
                    <a:pt x="855" y="1"/>
                  </a:moveTo>
                  <a:cubicBezTo>
                    <a:pt x="0" y="1"/>
                    <a:pt x="7" y="426"/>
                    <a:pt x="7" y="641"/>
                  </a:cubicBezTo>
                  <a:cubicBezTo>
                    <a:pt x="7" y="1281"/>
                    <a:pt x="1333" y="2413"/>
                    <a:pt x="855" y="3851"/>
                  </a:cubicBezTo>
                  <a:cubicBezTo>
                    <a:pt x="686" y="4361"/>
                    <a:pt x="1470" y="4636"/>
                    <a:pt x="2472" y="4780"/>
                  </a:cubicBezTo>
                  <a:lnTo>
                    <a:pt x="2465" y="4780"/>
                  </a:lnTo>
                  <a:cubicBezTo>
                    <a:pt x="1059" y="5775"/>
                    <a:pt x="827" y="7290"/>
                    <a:pt x="1720" y="8553"/>
                  </a:cubicBezTo>
                  <a:cubicBezTo>
                    <a:pt x="2590" y="9789"/>
                    <a:pt x="3583" y="10062"/>
                    <a:pt x="4381" y="10062"/>
                  </a:cubicBezTo>
                  <a:cubicBezTo>
                    <a:pt x="4496" y="10062"/>
                    <a:pt x="4607" y="10057"/>
                    <a:pt x="4712" y="10047"/>
                  </a:cubicBezTo>
                  <a:cubicBezTo>
                    <a:pt x="5514" y="9981"/>
                    <a:pt x="6545" y="7301"/>
                    <a:pt x="6629" y="7072"/>
                  </a:cubicBezTo>
                  <a:lnTo>
                    <a:pt x="6629" y="4488"/>
                  </a:lnTo>
                  <a:lnTo>
                    <a:pt x="6207" y="4488"/>
                  </a:lnTo>
                  <a:cubicBezTo>
                    <a:pt x="6207" y="4168"/>
                    <a:pt x="4143" y="1"/>
                    <a:pt x="855"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6" name="Google Shape;20786;p90"/>
            <p:cNvSpPr/>
            <p:nvPr/>
          </p:nvSpPr>
          <p:spPr>
            <a:xfrm>
              <a:off x="3610521" y="3027190"/>
              <a:ext cx="156148" cy="41337"/>
            </a:xfrm>
            <a:custGeom>
              <a:rect b="b" l="l" r="r" t="t"/>
              <a:pathLst>
                <a:path extrusionOk="0" h="1577" w="5957">
                  <a:moveTo>
                    <a:pt x="271" y="1"/>
                  </a:moveTo>
                  <a:cubicBezTo>
                    <a:pt x="271" y="219"/>
                    <a:pt x="239" y="433"/>
                    <a:pt x="169" y="641"/>
                  </a:cubicBezTo>
                  <a:cubicBezTo>
                    <a:pt x="0" y="1154"/>
                    <a:pt x="784" y="1425"/>
                    <a:pt x="1786" y="1569"/>
                  </a:cubicBezTo>
                  <a:lnTo>
                    <a:pt x="1779" y="1569"/>
                  </a:lnTo>
                  <a:cubicBezTo>
                    <a:pt x="1773" y="1574"/>
                    <a:pt x="1852" y="1576"/>
                    <a:pt x="1993" y="1576"/>
                  </a:cubicBezTo>
                  <a:cubicBezTo>
                    <a:pt x="2839" y="1576"/>
                    <a:pt x="5913" y="1498"/>
                    <a:pt x="5943" y="1495"/>
                  </a:cubicBezTo>
                  <a:cubicBezTo>
                    <a:pt x="5957" y="1495"/>
                    <a:pt x="5936" y="1291"/>
                    <a:pt x="5950" y="1288"/>
                  </a:cubicBezTo>
                  <a:cubicBezTo>
                    <a:pt x="4498" y="1080"/>
                    <a:pt x="1523" y="447"/>
                    <a:pt x="27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7" name="Google Shape;20787;p90"/>
            <p:cNvSpPr/>
            <p:nvPr/>
          </p:nvSpPr>
          <p:spPr>
            <a:xfrm>
              <a:off x="3592540" y="2943127"/>
              <a:ext cx="162701" cy="117747"/>
            </a:xfrm>
            <a:custGeom>
              <a:rect b="b" l="l" r="r" t="t"/>
              <a:pathLst>
                <a:path extrusionOk="0" h="4492" w="6207">
                  <a:moveTo>
                    <a:pt x="855" y="1"/>
                  </a:moveTo>
                  <a:cubicBezTo>
                    <a:pt x="0" y="1"/>
                    <a:pt x="7" y="426"/>
                    <a:pt x="7" y="641"/>
                  </a:cubicBezTo>
                  <a:cubicBezTo>
                    <a:pt x="7" y="796"/>
                    <a:pt x="85" y="978"/>
                    <a:pt x="194" y="1186"/>
                  </a:cubicBezTo>
                  <a:cubicBezTo>
                    <a:pt x="2304" y="2424"/>
                    <a:pt x="5131" y="4027"/>
                    <a:pt x="6207" y="4491"/>
                  </a:cubicBezTo>
                  <a:cubicBezTo>
                    <a:pt x="6207" y="4168"/>
                    <a:pt x="4143" y="1"/>
                    <a:pt x="855" y="1"/>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8" name="Google Shape;20788;p90"/>
            <p:cNvSpPr/>
            <p:nvPr/>
          </p:nvSpPr>
          <p:spPr>
            <a:xfrm>
              <a:off x="3592540" y="2943127"/>
              <a:ext cx="96069" cy="54339"/>
            </a:xfrm>
            <a:custGeom>
              <a:rect b="b" l="l" r="r" t="t"/>
              <a:pathLst>
                <a:path extrusionOk="0" h="2073" w="3665">
                  <a:moveTo>
                    <a:pt x="855" y="1"/>
                  </a:moveTo>
                  <a:cubicBezTo>
                    <a:pt x="0" y="1"/>
                    <a:pt x="7" y="426"/>
                    <a:pt x="7" y="641"/>
                  </a:cubicBezTo>
                  <a:cubicBezTo>
                    <a:pt x="7" y="985"/>
                    <a:pt x="391" y="1474"/>
                    <a:pt x="669" y="2072"/>
                  </a:cubicBezTo>
                  <a:cubicBezTo>
                    <a:pt x="1039" y="1493"/>
                    <a:pt x="1674" y="913"/>
                    <a:pt x="2703" y="913"/>
                  </a:cubicBezTo>
                  <a:cubicBezTo>
                    <a:pt x="2991" y="913"/>
                    <a:pt x="3311" y="959"/>
                    <a:pt x="3665" y="1063"/>
                  </a:cubicBezTo>
                  <a:cubicBezTo>
                    <a:pt x="2880" y="451"/>
                    <a:pt x="1934" y="1"/>
                    <a:pt x="85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9" name="Google Shape;20789;p90"/>
            <p:cNvSpPr/>
            <p:nvPr/>
          </p:nvSpPr>
          <p:spPr>
            <a:xfrm>
              <a:off x="3625436" y="3137257"/>
              <a:ext cx="61442" cy="46580"/>
            </a:xfrm>
            <a:custGeom>
              <a:rect b="b" l="l" r="r" t="t"/>
              <a:pathLst>
                <a:path extrusionOk="0" h="1777" w="2344">
                  <a:moveTo>
                    <a:pt x="2099" y="0"/>
                  </a:moveTo>
                  <a:cubicBezTo>
                    <a:pt x="2095" y="0"/>
                    <a:pt x="2090" y="0"/>
                    <a:pt x="2086" y="0"/>
                  </a:cubicBezTo>
                  <a:lnTo>
                    <a:pt x="1" y="138"/>
                  </a:lnTo>
                  <a:cubicBezTo>
                    <a:pt x="89" y="500"/>
                    <a:pt x="243" y="841"/>
                    <a:pt x="461" y="1147"/>
                  </a:cubicBezTo>
                  <a:cubicBezTo>
                    <a:pt x="620" y="1372"/>
                    <a:pt x="799" y="1583"/>
                    <a:pt x="999" y="1776"/>
                  </a:cubicBezTo>
                  <a:lnTo>
                    <a:pt x="2241" y="306"/>
                  </a:lnTo>
                  <a:cubicBezTo>
                    <a:pt x="2343" y="183"/>
                    <a:pt x="2256" y="0"/>
                    <a:pt x="2099" y="0"/>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0" name="Google Shape;20790;p90"/>
            <p:cNvSpPr/>
            <p:nvPr/>
          </p:nvSpPr>
          <p:spPr>
            <a:xfrm>
              <a:off x="3766381" y="2943127"/>
              <a:ext cx="173763" cy="263776"/>
            </a:xfrm>
            <a:custGeom>
              <a:rect b="b" l="l" r="r" t="t"/>
              <a:pathLst>
                <a:path extrusionOk="0" h="10063" w="6629">
                  <a:moveTo>
                    <a:pt x="5774" y="1"/>
                  </a:moveTo>
                  <a:cubicBezTo>
                    <a:pt x="2490" y="1"/>
                    <a:pt x="426" y="4168"/>
                    <a:pt x="426" y="4488"/>
                  </a:cubicBezTo>
                  <a:lnTo>
                    <a:pt x="0" y="4488"/>
                  </a:lnTo>
                  <a:lnTo>
                    <a:pt x="0" y="7072"/>
                  </a:lnTo>
                  <a:cubicBezTo>
                    <a:pt x="88" y="7301"/>
                    <a:pt x="1119" y="9981"/>
                    <a:pt x="1920" y="10047"/>
                  </a:cubicBezTo>
                  <a:cubicBezTo>
                    <a:pt x="2026" y="10057"/>
                    <a:pt x="2136" y="10062"/>
                    <a:pt x="2251" y="10062"/>
                  </a:cubicBezTo>
                  <a:cubicBezTo>
                    <a:pt x="3046" y="10062"/>
                    <a:pt x="4040" y="9789"/>
                    <a:pt x="4913" y="8553"/>
                  </a:cubicBezTo>
                  <a:cubicBezTo>
                    <a:pt x="5806" y="7290"/>
                    <a:pt x="5570" y="5775"/>
                    <a:pt x="4164" y="4780"/>
                  </a:cubicBezTo>
                  <a:lnTo>
                    <a:pt x="4157" y="4780"/>
                  </a:lnTo>
                  <a:cubicBezTo>
                    <a:pt x="5159" y="4636"/>
                    <a:pt x="5947" y="4361"/>
                    <a:pt x="5774" y="3851"/>
                  </a:cubicBezTo>
                  <a:cubicBezTo>
                    <a:pt x="5296" y="2413"/>
                    <a:pt x="6625" y="1281"/>
                    <a:pt x="6625" y="641"/>
                  </a:cubicBezTo>
                  <a:cubicBezTo>
                    <a:pt x="6625" y="426"/>
                    <a:pt x="6629" y="1"/>
                    <a:pt x="5774"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1" name="Google Shape;20791;p90"/>
            <p:cNvSpPr/>
            <p:nvPr/>
          </p:nvSpPr>
          <p:spPr>
            <a:xfrm>
              <a:off x="3766014" y="3027190"/>
              <a:ext cx="156253" cy="41337"/>
            </a:xfrm>
            <a:custGeom>
              <a:rect b="b" l="l" r="r" t="t"/>
              <a:pathLst>
                <a:path extrusionOk="0" h="1577" w="5961">
                  <a:moveTo>
                    <a:pt x="5690" y="1"/>
                  </a:moveTo>
                  <a:lnTo>
                    <a:pt x="5690" y="1"/>
                  </a:lnTo>
                  <a:cubicBezTo>
                    <a:pt x="4435" y="447"/>
                    <a:pt x="1460" y="1080"/>
                    <a:pt x="11" y="1288"/>
                  </a:cubicBezTo>
                  <a:cubicBezTo>
                    <a:pt x="25" y="1291"/>
                    <a:pt x="0" y="1495"/>
                    <a:pt x="18" y="1495"/>
                  </a:cubicBezTo>
                  <a:cubicBezTo>
                    <a:pt x="45" y="1498"/>
                    <a:pt x="3121" y="1576"/>
                    <a:pt x="3966" y="1576"/>
                  </a:cubicBezTo>
                  <a:cubicBezTo>
                    <a:pt x="4106" y="1576"/>
                    <a:pt x="4185" y="1574"/>
                    <a:pt x="4178" y="1569"/>
                  </a:cubicBezTo>
                  <a:lnTo>
                    <a:pt x="4171" y="1569"/>
                  </a:lnTo>
                  <a:cubicBezTo>
                    <a:pt x="5173" y="1425"/>
                    <a:pt x="5961" y="1154"/>
                    <a:pt x="5788" y="641"/>
                  </a:cubicBezTo>
                  <a:cubicBezTo>
                    <a:pt x="5722" y="433"/>
                    <a:pt x="5686" y="219"/>
                    <a:pt x="5690"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2" name="Google Shape;20792;p90"/>
            <p:cNvSpPr/>
            <p:nvPr/>
          </p:nvSpPr>
          <p:spPr>
            <a:xfrm>
              <a:off x="3777443" y="2943127"/>
              <a:ext cx="162701" cy="117747"/>
            </a:xfrm>
            <a:custGeom>
              <a:rect b="b" l="l" r="r" t="t"/>
              <a:pathLst>
                <a:path extrusionOk="0" h="4492" w="6207">
                  <a:moveTo>
                    <a:pt x="5352" y="1"/>
                  </a:moveTo>
                  <a:cubicBezTo>
                    <a:pt x="2065" y="1"/>
                    <a:pt x="4" y="4168"/>
                    <a:pt x="0" y="4491"/>
                  </a:cubicBezTo>
                  <a:cubicBezTo>
                    <a:pt x="1076" y="4027"/>
                    <a:pt x="3904" y="2424"/>
                    <a:pt x="6014" y="1186"/>
                  </a:cubicBezTo>
                  <a:cubicBezTo>
                    <a:pt x="6123" y="978"/>
                    <a:pt x="6200" y="796"/>
                    <a:pt x="6200" y="641"/>
                  </a:cubicBezTo>
                  <a:cubicBezTo>
                    <a:pt x="6200" y="426"/>
                    <a:pt x="6207" y="1"/>
                    <a:pt x="5352" y="1"/>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3" name="Google Shape;20793;p90"/>
            <p:cNvSpPr/>
            <p:nvPr/>
          </p:nvSpPr>
          <p:spPr>
            <a:xfrm>
              <a:off x="3844075" y="2943127"/>
              <a:ext cx="96069" cy="54339"/>
            </a:xfrm>
            <a:custGeom>
              <a:rect b="b" l="l" r="r" t="t"/>
              <a:pathLst>
                <a:path extrusionOk="0" h="2073" w="3665">
                  <a:moveTo>
                    <a:pt x="2810" y="1"/>
                  </a:moveTo>
                  <a:cubicBezTo>
                    <a:pt x="1731" y="1"/>
                    <a:pt x="785" y="451"/>
                    <a:pt x="1" y="1063"/>
                  </a:cubicBezTo>
                  <a:cubicBezTo>
                    <a:pt x="354" y="959"/>
                    <a:pt x="674" y="913"/>
                    <a:pt x="963" y="913"/>
                  </a:cubicBezTo>
                  <a:cubicBezTo>
                    <a:pt x="1992" y="913"/>
                    <a:pt x="2626" y="1493"/>
                    <a:pt x="2997" y="2072"/>
                  </a:cubicBezTo>
                  <a:cubicBezTo>
                    <a:pt x="3275" y="1474"/>
                    <a:pt x="3658" y="985"/>
                    <a:pt x="3658" y="641"/>
                  </a:cubicBezTo>
                  <a:cubicBezTo>
                    <a:pt x="3658" y="426"/>
                    <a:pt x="3665" y="1"/>
                    <a:pt x="281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4" name="Google Shape;20794;p90"/>
            <p:cNvSpPr/>
            <p:nvPr/>
          </p:nvSpPr>
          <p:spPr>
            <a:xfrm>
              <a:off x="3845805" y="3137257"/>
              <a:ext cx="61442" cy="46580"/>
            </a:xfrm>
            <a:custGeom>
              <a:rect b="b" l="l" r="r" t="t"/>
              <a:pathLst>
                <a:path extrusionOk="0" h="1777" w="2344">
                  <a:moveTo>
                    <a:pt x="245" y="0"/>
                  </a:moveTo>
                  <a:cubicBezTo>
                    <a:pt x="91" y="0"/>
                    <a:pt x="1" y="183"/>
                    <a:pt x="104" y="306"/>
                  </a:cubicBezTo>
                  <a:lnTo>
                    <a:pt x="1348" y="1776"/>
                  </a:lnTo>
                  <a:cubicBezTo>
                    <a:pt x="1545" y="1583"/>
                    <a:pt x="1725" y="1372"/>
                    <a:pt x="1883" y="1147"/>
                  </a:cubicBezTo>
                  <a:cubicBezTo>
                    <a:pt x="2101" y="841"/>
                    <a:pt x="2256" y="500"/>
                    <a:pt x="2344" y="138"/>
                  </a:cubicBezTo>
                  <a:lnTo>
                    <a:pt x="258" y="0"/>
                  </a:lnTo>
                  <a:cubicBezTo>
                    <a:pt x="254" y="0"/>
                    <a:pt x="250" y="0"/>
                    <a:pt x="245" y="0"/>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5" name="Google Shape;20795;p90"/>
            <p:cNvSpPr/>
            <p:nvPr/>
          </p:nvSpPr>
          <p:spPr>
            <a:xfrm>
              <a:off x="3749605" y="3055211"/>
              <a:ext cx="33657" cy="72845"/>
            </a:xfrm>
            <a:custGeom>
              <a:rect b="b" l="l" r="r" t="t"/>
              <a:pathLst>
                <a:path extrusionOk="0" h="2779" w="1284">
                  <a:moveTo>
                    <a:pt x="640" y="1"/>
                  </a:moveTo>
                  <a:cubicBezTo>
                    <a:pt x="289" y="1"/>
                    <a:pt x="0" y="623"/>
                    <a:pt x="0" y="1390"/>
                  </a:cubicBezTo>
                  <a:cubicBezTo>
                    <a:pt x="0" y="2156"/>
                    <a:pt x="289" y="2779"/>
                    <a:pt x="640" y="2779"/>
                  </a:cubicBezTo>
                  <a:cubicBezTo>
                    <a:pt x="996" y="2779"/>
                    <a:pt x="1284" y="2156"/>
                    <a:pt x="1284" y="1390"/>
                  </a:cubicBezTo>
                  <a:cubicBezTo>
                    <a:pt x="1284" y="623"/>
                    <a:pt x="996" y="1"/>
                    <a:pt x="64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6" name="Google Shape;20796;p90"/>
            <p:cNvSpPr/>
            <p:nvPr/>
          </p:nvSpPr>
          <p:spPr>
            <a:xfrm>
              <a:off x="3755031" y="3032721"/>
              <a:ext cx="22438" cy="22517"/>
            </a:xfrm>
            <a:custGeom>
              <a:rect b="b" l="l" r="r" t="t"/>
              <a:pathLst>
                <a:path extrusionOk="0" h="859" w="856">
                  <a:moveTo>
                    <a:pt x="430" y="1"/>
                  </a:moveTo>
                  <a:cubicBezTo>
                    <a:pt x="194" y="1"/>
                    <a:pt x="1" y="194"/>
                    <a:pt x="1" y="430"/>
                  </a:cubicBezTo>
                  <a:cubicBezTo>
                    <a:pt x="1" y="665"/>
                    <a:pt x="194" y="859"/>
                    <a:pt x="430" y="859"/>
                  </a:cubicBezTo>
                  <a:cubicBezTo>
                    <a:pt x="666" y="859"/>
                    <a:pt x="855" y="665"/>
                    <a:pt x="855" y="430"/>
                  </a:cubicBezTo>
                  <a:cubicBezTo>
                    <a:pt x="855" y="194"/>
                    <a:pt x="666" y="1"/>
                    <a:pt x="43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7" name="Google Shape;20797;p90"/>
            <p:cNvSpPr/>
            <p:nvPr/>
          </p:nvSpPr>
          <p:spPr>
            <a:xfrm>
              <a:off x="3587376" y="2937884"/>
              <a:ext cx="357853" cy="274235"/>
            </a:xfrm>
            <a:custGeom>
              <a:rect b="b" l="l" r="r" t="t"/>
              <a:pathLst>
                <a:path extrusionOk="0" h="10462" w="13652">
                  <a:moveTo>
                    <a:pt x="6826" y="3819"/>
                  </a:moveTo>
                  <a:cubicBezTo>
                    <a:pt x="6952" y="3819"/>
                    <a:pt x="7051" y="3921"/>
                    <a:pt x="7051" y="4048"/>
                  </a:cubicBezTo>
                  <a:cubicBezTo>
                    <a:pt x="7051" y="4186"/>
                    <a:pt x="6940" y="4276"/>
                    <a:pt x="6823" y="4276"/>
                  </a:cubicBezTo>
                  <a:cubicBezTo>
                    <a:pt x="6768" y="4276"/>
                    <a:pt x="6711" y="4255"/>
                    <a:pt x="6664" y="4210"/>
                  </a:cubicBezTo>
                  <a:cubicBezTo>
                    <a:pt x="6520" y="4065"/>
                    <a:pt x="6622" y="3819"/>
                    <a:pt x="6826" y="3819"/>
                  </a:cubicBezTo>
                  <a:close/>
                  <a:moveTo>
                    <a:pt x="1052" y="398"/>
                  </a:moveTo>
                  <a:cubicBezTo>
                    <a:pt x="1797" y="398"/>
                    <a:pt x="2469" y="626"/>
                    <a:pt x="3056" y="960"/>
                  </a:cubicBezTo>
                  <a:cubicBezTo>
                    <a:pt x="2958" y="960"/>
                    <a:pt x="2863" y="960"/>
                    <a:pt x="2771" y="964"/>
                  </a:cubicBezTo>
                  <a:cubicBezTo>
                    <a:pt x="2659" y="967"/>
                    <a:pt x="2571" y="1059"/>
                    <a:pt x="2575" y="1171"/>
                  </a:cubicBezTo>
                  <a:cubicBezTo>
                    <a:pt x="2575" y="1280"/>
                    <a:pt x="2662" y="1365"/>
                    <a:pt x="2769" y="1365"/>
                  </a:cubicBezTo>
                  <a:cubicBezTo>
                    <a:pt x="2774" y="1365"/>
                    <a:pt x="2778" y="1365"/>
                    <a:pt x="2782" y="1365"/>
                  </a:cubicBezTo>
                  <a:cubicBezTo>
                    <a:pt x="2861" y="1361"/>
                    <a:pt x="2940" y="1360"/>
                    <a:pt x="3019" y="1360"/>
                  </a:cubicBezTo>
                  <a:cubicBezTo>
                    <a:pt x="3256" y="1360"/>
                    <a:pt x="3492" y="1375"/>
                    <a:pt x="3724" y="1407"/>
                  </a:cubicBezTo>
                  <a:cubicBezTo>
                    <a:pt x="4104" y="1706"/>
                    <a:pt x="4452" y="2040"/>
                    <a:pt x="4765" y="2402"/>
                  </a:cubicBezTo>
                  <a:cubicBezTo>
                    <a:pt x="5676" y="3447"/>
                    <a:pt x="6172" y="4519"/>
                    <a:pt x="6203" y="4695"/>
                  </a:cubicBezTo>
                  <a:cubicBezTo>
                    <a:pt x="6211" y="4730"/>
                    <a:pt x="6207" y="4762"/>
                    <a:pt x="6200" y="4797"/>
                  </a:cubicBezTo>
                  <a:cubicBezTo>
                    <a:pt x="6179" y="4836"/>
                    <a:pt x="6161" y="4874"/>
                    <a:pt x="6147" y="4916"/>
                  </a:cubicBezTo>
                  <a:cubicBezTo>
                    <a:pt x="6044" y="4920"/>
                    <a:pt x="5733" y="4929"/>
                    <a:pt x="5312" y="4929"/>
                  </a:cubicBezTo>
                  <a:cubicBezTo>
                    <a:pt x="4912" y="4929"/>
                    <a:pt x="4414" y="4921"/>
                    <a:pt x="3904" y="4892"/>
                  </a:cubicBezTo>
                  <a:cubicBezTo>
                    <a:pt x="3218" y="4853"/>
                    <a:pt x="1590" y="4720"/>
                    <a:pt x="1270" y="4294"/>
                  </a:cubicBezTo>
                  <a:cubicBezTo>
                    <a:pt x="1228" y="4241"/>
                    <a:pt x="1217" y="4171"/>
                    <a:pt x="1242" y="4111"/>
                  </a:cubicBezTo>
                  <a:cubicBezTo>
                    <a:pt x="1470" y="3432"/>
                    <a:pt x="1326" y="2817"/>
                    <a:pt x="1098" y="2293"/>
                  </a:cubicBezTo>
                  <a:cubicBezTo>
                    <a:pt x="1115" y="2230"/>
                    <a:pt x="1277" y="1748"/>
                    <a:pt x="2008" y="1502"/>
                  </a:cubicBezTo>
                  <a:cubicBezTo>
                    <a:pt x="2107" y="1474"/>
                    <a:pt x="2167" y="1375"/>
                    <a:pt x="2153" y="1273"/>
                  </a:cubicBezTo>
                  <a:cubicBezTo>
                    <a:pt x="2133" y="1176"/>
                    <a:pt x="2047" y="1112"/>
                    <a:pt x="1956" y="1112"/>
                  </a:cubicBezTo>
                  <a:cubicBezTo>
                    <a:pt x="1935" y="1112"/>
                    <a:pt x="1913" y="1115"/>
                    <a:pt x="1892" y="1122"/>
                  </a:cubicBezTo>
                  <a:cubicBezTo>
                    <a:pt x="1340" y="1305"/>
                    <a:pt x="1038" y="1611"/>
                    <a:pt x="880" y="1850"/>
                  </a:cubicBezTo>
                  <a:cubicBezTo>
                    <a:pt x="827" y="1755"/>
                    <a:pt x="774" y="1664"/>
                    <a:pt x="725" y="1579"/>
                  </a:cubicBezTo>
                  <a:cubicBezTo>
                    <a:pt x="560" y="1287"/>
                    <a:pt x="405" y="1010"/>
                    <a:pt x="405" y="841"/>
                  </a:cubicBezTo>
                  <a:lnTo>
                    <a:pt x="405" y="837"/>
                  </a:lnTo>
                  <a:cubicBezTo>
                    <a:pt x="405" y="742"/>
                    <a:pt x="405" y="640"/>
                    <a:pt x="468" y="563"/>
                  </a:cubicBezTo>
                  <a:cubicBezTo>
                    <a:pt x="553" y="454"/>
                    <a:pt x="757" y="398"/>
                    <a:pt x="1052" y="398"/>
                  </a:cubicBezTo>
                  <a:close/>
                  <a:moveTo>
                    <a:pt x="12607" y="401"/>
                  </a:moveTo>
                  <a:cubicBezTo>
                    <a:pt x="12906" y="401"/>
                    <a:pt x="13106" y="458"/>
                    <a:pt x="13194" y="563"/>
                  </a:cubicBezTo>
                  <a:cubicBezTo>
                    <a:pt x="13254" y="640"/>
                    <a:pt x="13254" y="746"/>
                    <a:pt x="13254" y="837"/>
                  </a:cubicBezTo>
                  <a:lnTo>
                    <a:pt x="13254" y="841"/>
                  </a:lnTo>
                  <a:cubicBezTo>
                    <a:pt x="13254" y="1010"/>
                    <a:pt x="13096" y="1287"/>
                    <a:pt x="12930" y="1579"/>
                  </a:cubicBezTo>
                  <a:cubicBezTo>
                    <a:pt x="12881" y="1667"/>
                    <a:pt x="12832" y="1755"/>
                    <a:pt x="12779" y="1850"/>
                  </a:cubicBezTo>
                  <a:cubicBezTo>
                    <a:pt x="12621" y="1611"/>
                    <a:pt x="12319" y="1309"/>
                    <a:pt x="11770" y="1122"/>
                  </a:cubicBezTo>
                  <a:cubicBezTo>
                    <a:pt x="11749" y="1115"/>
                    <a:pt x="11727" y="1112"/>
                    <a:pt x="11705" y="1112"/>
                  </a:cubicBezTo>
                  <a:cubicBezTo>
                    <a:pt x="11630" y="1112"/>
                    <a:pt x="11556" y="1153"/>
                    <a:pt x="11520" y="1224"/>
                  </a:cubicBezTo>
                  <a:cubicBezTo>
                    <a:pt x="11471" y="1333"/>
                    <a:pt x="11524" y="1463"/>
                    <a:pt x="11640" y="1502"/>
                  </a:cubicBezTo>
                  <a:cubicBezTo>
                    <a:pt x="12371" y="1745"/>
                    <a:pt x="12537" y="2223"/>
                    <a:pt x="12558" y="2297"/>
                  </a:cubicBezTo>
                  <a:cubicBezTo>
                    <a:pt x="12333" y="2817"/>
                    <a:pt x="12188" y="3432"/>
                    <a:pt x="12414" y="4111"/>
                  </a:cubicBezTo>
                  <a:cubicBezTo>
                    <a:pt x="12442" y="4171"/>
                    <a:pt x="12431" y="4241"/>
                    <a:pt x="12389" y="4294"/>
                  </a:cubicBezTo>
                  <a:cubicBezTo>
                    <a:pt x="12069" y="4720"/>
                    <a:pt x="10437" y="4853"/>
                    <a:pt x="9752" y="4892"/>
                  </a:cubicBezTo>
                  <a:cubicBezTo>
                    <a:pt x="9233" y="4922"/>
                    <a:pt x="8727" y="4930"/>
                    <a:pt x="8325" y="4930"/>
                  </a:cubicBezTo>
                  <a:cubicBezTo>
                    <a:pt x="7923" y="4930"/>
                    <a:pt x="7624" y="4922"/>
                    <a:pt x="7519" y="4920"/>
                  </a:cubicBezTo>
                  <a:cubicBezTo>
                    <a:pt x="7501" y="4874"/>
                    <a:pt x="7480" y="4829"/>
                    <a:pt x="7462" y="4786"/>
                  </a:cubicBezTo>
                  <a:cubicBezTo>
                    <a:pt x="7455" y="4758"/>
                    <a:pt x="7452" y="4727"/>
                    <a:pt x="7452" y="4695"/>
                  </a:cubicBezTo>
                  <a:cubicBezTo>
                    <a:pt x="7480" y="4530"/>
                    <a:pt x="7979" y="3447"/>
                    <a:pt x="8890" y="2402"/>
                  </a:cubicBezTo>
                  <a:cubicBezTo>
                    <a:pt x="9207" y="2040"/>
                    <a:pt x="9555" y="1706"/>
                    <a:pt x="9931" y="1407"/>
                  </a:cubicBezTo>
                  <a:cubicBezTo>
                    <a:pt x="10163" y="1375"/>
                    <a:pt x="10397" y="1360"/>
                    <a:pt x="10632" y="1360"/>
                  </a:cubicBezTo>
                  <a:cubicBezTo>
                    <a:pt x="10710" y="1360"/>
                    <a:pt x="10788" y="1361"/>
                    <a:pt x="10866" y="1365"/>
                  </a:cubicBezTo>
                  <a:cubicBezTo>
                    <a:pt x="10871" y="1365"/>
                    <a:pt x="10875" y="1365"/>
                    <a:pt x="10880" y="1365"/>
                  </a:cubicBezTo>
                  <a:cubicBezTo>
                    <a:pt x="10983" y="1365"/>
                    <a:pt x="11074" y="1290"/>
                    <a:pt x="11084" y="1182"/>
                  </a:cubicBezTo>
                  <a:cubicBezTo>
                    <a:pt x="11095" y="1069"/>
                    <a:pt x="11010" y="971"/>
                    <a:pt x="10898" y="967"/>
                  </a:cubicBezTo>
                  <a:cubicBezTo>
                    <a:pt x="10803" y="960"/>
                    <a:pt x="10705" y="960"/>
                    <a:pt x="10603" y="960"/>
                  </a:cubicBezTo>
                  <a:cubicBezTo>
                    <a:pt x="11190" y="626"/>
                    <a:pt x="11861" y="401"/>
                    <a:pt x="12607" y="401"/>
                  </a:cubicBezTo>
                  <a:close/>
                  <a:moveTo>
                    <a:pt x="6035" y="5321"/>
                  </a:moveTo>
                  <a:cubicBezTo>
                    <a:pt x="6010" y="5476"/>
                    <a:pt x="5993" y="5634"/>
                    <a:pt x="5993" y="5792"/>
                  </a:cubicBezTo>
                  <a:lnTo>
                    <a:pt x="5254" y="6661"/>
                  </a:lnTo>
                  <a:lnTo>
                    <a:pt x="3302" y="6791"/>
                  </a:lnTo>
                  <a:lnTo>
                    <a:pt x="5764" y="5328"/>
                  </a:lnTo>
                  <a:cubicBezTo>
                    <a:pt x="5873" y="5328"/>
                    <a:pt x="5964" y="5324"/>
                    <a:pt x="6035" y="5321"/>
                  </a:cubicBezTo>
                  <a:close/>
                  <a:moveTo>
                    <a:pt x="7628" y="5321"/>
                  </a:moveTo>
                  <a:cubicBezTo>
                    <a:pt x="7694" y="5324"/>
                    <a:pt x="7786" y="5324"/>
                    <a:pt x="7891" y="5328"/>
                  </a:cubicBezTo>
                  <a:lnTo>
                    <a:pt x="10353" y="6791"/>
                  </a:lnTo>
                  <a:lnTo>
                    <a:pt x="8401" y="6661"/>
                  </a:lnTo>
                  <a:lnTo>
                    <a:pt x="7670" y="5799"/>
                  </a:lnTo>
                  <a:cubicBezTo>
                    <a:pt x="7670" y="5637"/>
                    <a:pt x="7652" y="5479"/>
                    <a:pt x="7628" y="5321"/>
                  </a:cubicBezTo>
                  <a:close/>
                  <a:moveTo>
                    <a:pt x="2715" y="5184"/>
                  </a:moveTo>
                  <a:cubicBezTo>
                    <a:pt x="3056" y="5233"/>
                    <a:pt x="3447" y="5268"/>
                    <a:pt x="3883" y="5293"/>
                  </a:cubicBezTo>
                  <a:cubicBezTo>
                    <a:pt x="4269" y="5314"/>
                    <a:pt x="4646" y="5324"/>
                    <a:pt x="4980" y="5328"/>
                  </a:cubicBezTo>
                  <a:lnTo>
                    <a:pt x="2423" y="6850"/>
                  </a:lnTo>
                  <a:lnTo>
                    <a:pt x="1604" y="6903"/>
                  </a:lnTo>
                  <a:cubicBezTo>
                    <a:pt x="1692" y="6267"/>
                    <a:pt x="2068" y="5665"/>
                    <a:pt x="2715" y="5187"/>
                  </a:cubicBezTo>
                  <a:lnTo>
                    <a:pt x="2715" y="5184"/>
                  </a:lnTo>
                  <a:close/>
                  <a:moveTo>
                    <a:pt x="10944" y="5187"/>
                  </a:moveTo>
                  <a:cubicBezTo>
                    <a:pt x="11591" y="5665"/>
                    <a:pt x="11967" y="6267"/>
                    <a:pt x="12051" y="6903"/>
                  </a:cubicBezTo>
                  <a:lnTo>
                    <a:pt x="11236" y="6850"/>
                  </a:lnTo>
                  <a:lnTo>
                    <a:pt x="8676" y="5328"/>
                  </a:lnTo>
                  <a:cubicBezTo>
                    <a:pt x="9010" y="5324"/>
                    <a:pt x="9389" y="5314"/>
                    <a:pt x="9773" y="5293"/>
                  </a:cubicBezTo>
                  <a:cubicBezTo>
                    <a:pt x="10212" y="5268"/>
                    <a:pt x="10603" y="5233"/>
                    <a:pt x="10944" y="5187"/>
                  </a:cubicBezTo>
                  <a:close/>
                  <a:moveTo>
                    <a:pt x="6833" y="4674"/>
                  </a:moveTo>
                  <a:cubicBezTo>
                    <a:pt x="6914" y="4674"/>
                    <a:pt x="7023" y="4790"/>
                    <a:pt x="7104" y="4966"/>
                  </a:cubicBezTo>
                  <a:cubicBezTo>
                    <a:pt x="7213" y="5198"/>
                    <a:pt x="7272" y="5525"/>
                    <a:pt x="7272" y="5866"/>
                  </a:cubicBezTo>
                  <a:cubicBezTo>
                    <a:pt x="7272" y="6203"/>
                    <a:pt x="7213" y="6530"/>
                    <a:pt x="7104" y="6763"/>
                  </a:cubicBezTo>
                  <a:cubicBezTo>
                    <a:pt x="7023" y="6942"/>
                    <a:pt x="6914" y="7054"/>
                    <a:pt x="6833" y="7054"/>
                  </a:cubicBezTo>
                  <a:cubicBezTo>
                    <a:pt x="6749" y="7054"/>
                    <a:pt x="6643" y="6942"/>
                    <a:pt x="6559" y="6763"/>
                  </a:cubicBezTo>
                  <a:cubicBezTo>
                    <a:pt x="6453" y="6530"/>
                    <a:pt x="6390" y="6203"/>
                    <a:pt x="6390" y="5866"/>
                  </a:cubicBezTo>
                  <a:cubicBezTo>
                    <a:pt x="6390" y="5525"/>
                    <a:pt x="6453" y="5198"/>
                    <a:pt x="6559" y="4966"/>
                  </a:cubicBezTo>
                  <a:cubicBezTo>
                    <a:pt x="6643" y="4790"/>
                    <a:pt x="6749" y="4674"/>
                    <a:pt x="6833" y="4674"/>
                  </a:cubicBezTo>
                  <a:close/>
                  <a:moveTo>
                    <a:pt x="6028" y="6362"/>
                  </a:moveTo>
                  <a:cubicBezTo>
                    <a:pt x="6109" y="6854"/>
                    <a:pt x="6305" y="7227"/>
                    <a:pt x="6566" y="7378"/>
                  </a:cubicBezTo>
                  <a:cubicBezTo>
                    <a:pt x="6464" y="7645"/>
                    <a:pt x="6256" y="8141"/>
                    <a:pt x="6003" y="8637"/>
                  </a:cubicBezTo>
                  <a:cubicBezTo>
                    <a:pt x="5792" y="9055"/>
                    <a:pt x="5588" y="9386"/>
                    <a:pt x="5402" y="9628"/>
                  </a:cubicBezTo>
                  <a:cubicBezTo>
                    <a:pt x="5131" y="9980"/>
                    <a:pt x="4966" y="10043"/>
                    <a:pt x="4892" y="10047"/>
                  </a:cubicBezTo>
                  <a:cubicBezTo>
                    <a:pt x="4792" y="10055"/>
                    <a:pt x="4693" y="10060"/>
                    <a:pt x="4596" y="10060"/>
                  </a:cubicBezTo>
                  <a:cubicBezTo>
                    <a:pt x="4086" y="10060"/>
                    <a:pt x="3624" y="9942"/>
                    <a:pt x="3207" y="9706"/>
                  </a:cubicBezTo>
                  <a:lnTo>
                    <a:pt x="3492" y="9368"/>
                  </a:lnTo>
                  <a:cubicBezTo>
                    <a:pt x="3620" y="9217"/>
                    <a:pt x="3483" y="9037"/>
                    <a:pt x="3333" y="9037"/>
                  </a:cubicBezTo>
                  <a:cubicBezTo>
                    <a:pt x="3281" y="9037"/>
                    <a:pt x="3227" y="9059"/>
                    <a:pt x="3183" y="9112"/>
                  </a:cubicBezTo>
                  <a:lnTo>
                    <a:pt x="2870" y="9484"/>
                  </a:lnTo>
                  <a:cubicBezTo>
                    <a:pt x="2564" y="9242"/>
                    <a:pt x="2297" y="8957"/>
                    <a:pt x="2075" y="8637"/>
                  </a:cubicBezTo>
                  <a:cubicBezTo>
                    <a:pt x="1769" y="8201"/>
                    <a:pt x="1607" y="7751"/>
                    <a:pt x="1586" y="7304"/>
                  </a:cubicBezTo>
                  <a:lnTo>
                    <a:pt x="4895" y="7086"/>
                  </a:lnTo>
                  <a:lnTo>
                    <a:pt x="4895" y="7086"/>
                  </a:lnTo>
                  <a:lnTo>
                    <a:pt x="3738" y="8454"/>
                  </a:lnTo>
                  <a:cubicBezTo>
                    <a:pt x="3606" y="8605"/>
                    <a:pt x="3744" y="8790"/>
                    <a:pt x="3893" y="8790"/>
                  </a:cubicBezTo>
                  <a:cubicBezTo>
                    <a:pt x="3946" y="8790"/>
                    <a:pt x="4000" y="8767"/>
                    <a:pt x="4044" y="8711"/>
                  </a:cubicBezTo>
                  <a:lnTo>
                    <a:pt x="6028" y="6362"/>
                  </a:lnTo>
                  <a:close/>
                  <a:moveTo>
                    <a:pt x="7631" y="6372"/>
                  </a:moveTo>
                  <a:lnTo>
                    <a:pt x="9607" y="8714"/>
                  </a:lnTo>
                  <a:cubicBezTo>
                    <a:pt x="9651" y="8763"/>
                    <a:pt x="9703" y="8784"/>
                    <a:pt x="9753" y="8784"/>
                  </a:cubicBezTo>
                  <a:cubicBezTo>
                    <a:pt x="9900" y="8784"/>
                    <a:pt x="10034" y="8607"/>
                    <a:pt x="9913" y="8457"/>
                  </a:cubicBezTo>
                  <a:lnTo>
                    <a:pt x="8760" y="7090"/>
                  </a:lnTo>
                  <a:lnTo>
                    <a:pt x="12069" y="7308"/>
                  </a:lnTo>
                  <a:cubicBezTo>
                    <a:pt x="12044" y="7751"/>
                    <a:pt x="11883" y="8204"/>
                    <a:pt x="11580" y="8637"/>
                  </a:cubicBezTo>
                  <a:cubicBezTo>
                    <a:pt x="11359" y="8957"/>
                    <a:pt x="11091" y="9245"/>
                    <a:pt x="10782" y="9484"/>
                  </a:cubicBezTo>
                  <a:lnTo>
                    <a:pt x="10469" y="9112"/>
                  </a:lnTo>
                  <a:cubicBezTo>
                    <a:pt x="10424" y="9059"/>
                    <a:pt x="10371" y="9037"/>
                    <a:pt x="10319" y="9037"/>
                  </a:cubicBezTo>
                  <a:cubicBezTo>
                    <a:pt x="10171" y="9037"/>
                    <a:pt x="10035" y="9218"/>
                    <a:pt x="10163" y="9372"/>
                  </a:cubicBezTo>
                  <a:lnTo>
                    <a:pt x="10448" y="9706"/>
                  </a:lnTo>
                  <a:cubicBezTo>
                    <a:pt x="10028" y="9945"/>
                    <a:pt x="9568" y="10063"/>
                    <a:pt x="9058" y="10063"/>
                  </a:cubicBezTo>
                  <a:cubicBezTo>
                    <a:pt x="8962" y="10063"/>
                    <a:pt x="8864" y="10059"/>
                    <a:pt x="8763" y="10050"/>
                  </a:cubicBezTo>
                  <a:cubicBezTo>
                    <a:pt x="8690" y="10043"/>
                    <a:pt x="8524" y="9980"/>
                    <a:pt x="8250" y="9628"/>
                  </a:cubicBezTo>
                  <a:cubicBezTo>
                    <a:pt x="8064" y="9389"/>
                    <a:pt x="7863" y="9055"/>
                    <a:pt x="7649" y="8637"/>
                  </a:cubicBezTo>
                  <a:cubicBezTo>
                    <a:pt x="7399" y="8145"/>
                    <a:pt x="7192" y="7649"/>
                    <a:pt x="7086" y="7385"/>
                  </a:cubicBezTo>
                  <a:cubicBezTo>
                    <a:pt x="7350" y="7237"/>
                    <a:pt x="7547" y="6861"/>
                    <a:pt x="7631" y="6372"/>
                  </a:cubicBezTo>
                  <a:close/>
                  <a:moveTo>
                    <a:pt x="1052" y="0"/>
                  </a:moveTo>
                  <a:cubicBezTo>
                    <a:pt x="616" y="0"/>
                    <a:pt x="320" y="102"/>
                    <a:pt x="152" y="313"/>
                  </a:cubicBezTo>
                  <a:cubicBezTo>
                    <a:pt x="0" y="500"/>
                    <a:pt x="0" y="718"/>
                    <a:pt x="0" y="837"/>
                  </a:cubicBezTo>
                  <a:lnTo>
                    <a:pt x="0" y="841"/>
                  </a:lnTo>
                  <a:cubicBezTo>
                    <a:pt x="0" y="1115"/>
                    <a:pt x="176" y="1421"/>
                    <a:pt x="377" y="1776"/>
                  </a:cubicBezTo>
                  <a:cubicBezTo>
                    <a:pt x="718" y="2381"/>
                    <a:pt x="1143" y="3130"/>
                    <a:pt x="858" y="3985"/>
                  </a:cubicBezTo>
                  <a:cubicBezTo>
                    <a:pt x="792" y="4171"/>
                    <a:pt x="827" y="4378"/>
                    <a:pt x="946" y="4533"/>
                  </a:cubicBezTo>
                  <a:cubicBezTo>
                    <a:pt x="1133" y="4779"/>
                    <a:pt x="1541" y="4966"/>
                    <a:pt x="2188" y="5099"/>
                  </a:cubicBezTo>
                  <a:cubicBezTo>
                    <a:pt x="1041" y="6130"/>
                    <a:pt x="851" y="7596"/>
                    <a:pt x="1748" y="8865"/>
                  </a:cubicBezTo>
                  <a:cubicBezTo>
                    <a:pt x="2216" y="9534"/>
                    <a:pt x="2771" y="9994"/>
                    <a:pt x="3394" y="10244"/>
                  </a:cubicBezTo>
                  <a:cubicBezTo>
                    <a:pt x="3765" y="10388"/>
                    <a:pt x="4156" y="10462"/>
                    <a:pt x="4555" y="10462"/>
                  </a:cubicBezTo>
                  <a:cubicBezTo>
                    <a:pt x="4564" y="10462"/>
                    <a:pt x="4573" y="10462"/>
                    <a:pt x="4582" y="10462"/>
                  </a:cubicBezTo>
                  <a:cubicBezTo>
                    <a:pt x="4691" y="10462"/>
                    <a:pt x="4807" y="10458"/>
                    <a:pt x="4924" y="10448"/>
                  </a:cubicBezTo>
                  <a:cubicBezTo>
                    <a:pt x="5177" y="10427"/>
                    <a:pt x="5437" y="10237"/>
                    <a:pt x="5718" y="9875"/>
                  </a:cubicBezTo>
                  <a:cubicBezTo>
                    <a:pt x="5919" y="9611"/>
                    <a:pt x="6137" y="9259"/>
                    <a:pt x="6362" y="8816"/>
                  </a:cubicBezTo>
                  <a:cubicBezTo>
                    <a:pt x="6460" y="8623"/>
                    <a:pt x="6548" y="8433"/>
                    <a:pt x="6629" y="8254"/>
                  </a:cubicBezTo>
                  <a:lnTo>
                    <a:pt x="6629" y="8967"/>
                  </a:lnTo>
                  <a:cubicBezTo>
                    <a:pt x="6629" y="9099"/>
                    <a:pt x="6729" y="9165"/>
                    <a:pt x="6829" y="9165"/>
                  </a:cubicBezTo>
                  <a:cubicBezTo>
                    <a:pt x="6930" y="9165"/>
                    <a:pt x="7030" y="9099"/>
                    <a:pt x="7030" y="8967"/>
                  </a:cubicBezTo>
                  <a:lnTo>
                    <a:pt x="7030" y="8268"/>
                  </a:lnTo>
                  <a:cubicBezTo>
                    <a:pt x="7111" y="8443"/>
                    <a:pt x="7199" y="8630"/>
                    <a:pt x="7294" y="8816"/>
                  </a:cubicBezTo>
                  <a:cubicBezTo>
                    <a:pt x="7519" y="9256"/>
                    <a:pt x="7733" y="9611"/>
                    <a:pt x="7937" y="9875"/>
                  </a:cubicBezTo>
                  <a:cubicBezTo>
                    <a:pt x="8218" y="10237"/>
                    <a:pt x="8479" y="10427"/>
                    <a:pt x="8732" y="10448"/>
                  </a:cubicBezTo>
                  <a:cubicBezTo>
                    <a:pt x="8848" y="10458"/>
                    <a:pt x="8964" y="10462"/>
                    <a:pt x="9073" y="10462"/>
                  </a:cubicBezTo>
                  <a:cubicBezTo>
                    <a:pt x="9082" y="10462"/>
                    <a:pt x="9091" y="10462"/>
                    <a:pt x="9100" y="10462"/>
                  </a:cubicBezTo>
                  <a:cubicBezTo>
                    <a:pt x="9496" y="10462"/>
                    <a:pt x="9890" y="10388"/>
                    <a:pt x="10258" y="10244"/>
                  </a:cubicBezTo>
                  <a:cubicBezTo>
                    <a:pt x="10884" y="9994"/>
                    <a:pt x="11436" y="9534"/>
                    <a:pt x="11907" y="8865"/>
                  </a:cubicBezTo>
                  <a:cubicBezTo>
                    <a:pt x="12800" y="7599"/>
                    <a:pt x="12614" y="6130"/>
                    <a:pt x="11468" y="5099"/>
                  </a:cubicBezTo>
                  <a:cubicBezTo>
                    <a:pt x="12111" y="4966"/>
                    <a:pt x="12523" y="4779"/>
                    <a:pt x="12705" y="4537"/>
                  </a:cubicBezTo>
                  <a:cubicBezTo>
                    <a:pt x="12828" y="4378"/>
                    <a:pt x="12860" y="4171"/>
                    <a:pt x="12793" y="3985"/>
                  </a:cubicBezTo>
                  <a:cubicBezTo>
                    <a:pt x="12508" y="3134"/>
                    <a:pt x="12937" y="2381"/>
                    <a:pt x="13279" y="1776"/>
                  </a:cubicBezTo>
                  <a:cubicBezTo>
                    <a:pt x="13479" y="1425"/>
                    <a:pt x="13651" y="1115"/>
                    <a:pt x="13651" y="841"/>
                  </a:cubicBezTo>
                  <a:lnTo>
                    <a:pt x="13651" y="837"/>
                  </a:lnTo>
                  <a:cubicBezTo>
                    <a:pt x="13651" y="718"/>
                    <a:pt x="13651" y="500"/>
                    <a:pt x="13504" y="313"/>
                  </a:cubicBezTo>
                  <a:cubicBezTo>
                    <a:pt x="13335" y="102"/>
                    <a:pt x="13039" y="0"/>
                    <a:pt x="12603" y="0"/>
                  </a:cubicBezTo>
                  <a:cubicBezTo>
                    <a:pt x="10803" y="0"/>
                    <a:pt x="9400" y="1193"/>
                    <a:pt x="8545" y="2195"/>
                  </a:cubicBezTo>
                  <a:cubicBezTo>
                    <a:pt x="8131" y="2676"/>
                    <a:pt x="7765" y="3200"/>
                    <a:pt x="7452" y="3756"/>
                  </a:cubicBezTo>
                  <a:lnTo>
                    <a:pt x="7413" y="3826"/>
                  </a:lnTo>
                  <a:cubicBezTo>
                    <a:pt x="7378" y="3735"/>
                    <a:pt x="7325" y="3654"/>
                    <a:pt x="7255" y="3591"/>
                  </a:cubicBezTo>
                  <a:cubicBezTo>
                    <a:pt x="7304" y="3401"/>
                    <a:pt x="7441" y="2902"/>
                    <a:pt x="7624" y="2406"/>
                  </a:cubicBezTo>
                  <a:cubicBezTo>
                    <a:pt x="8032" y="1291"/>
                    <a:pt x="8268" y="1263"/>
                    <a:pt x="8268" y="1263"/>
                  </a:cubicBezTo>
                  <a:cubicBezTo>
                    <a:pt x="8271" y="1263"/>
                    <a:pt x="8306" y="1273"/>
                    <a:pt x="8363" y="1372"/>
                  </a:cubicBezTo>
                  <a:cubicBezTo>
                    <a:pt x="8404" y="1448"/>
                    <a:pt x="8468" y="1479"/>
                    <a:pt x="8532" y="1479"/>
                  </a:cubicBezTo>
                  <a:cubicBezTo>
                    <a:pt x="8672" y="1479"/>
                    <a:pt x="8811" y="1328"/>
                    <a:pt x="8707" y="1168"/>
                  </a:cubicBezTo>
                  <a:cubicBezTo>
                    <a:pt x="8561" y="921"/>
                    <a:pt x="8396" y="862"/>
                    <a:pt x="8268" y="862"/>
                  </a:cubicBezTo>
                  <a:cubicBezTo>
                    <a:pt x="8248" y="862"/>
                    <a:pt x="8229" y="863"/>
                    <a:pt x="8211" y="865"/>
                  </a:cubicBezTo>
                  <a:cubicBezTo>
                    <a:pt x="7786" y="929"/>
                    <a:pt x="7466" y="1667"/>
                    <a:pt x="7234" y="2304"/>
                  </a:cubicBezTo>
                  <a:cubicBezTo>
                    <a:pt x="7069" y="2757"/>
                    <a:pt x="6945" y="3200"/>
                    <a:pt x="6882" y="3422"/>
                  </a:cubicBezTo>
                  <a:lnTo>
                    <a:pt x="6766" y="3422"/>
                  </a:lnTo>
                  <a:cubicBezTo>
                    <a:pt x="6706" y="3200"/>
                    <a:pt x="6580" y="2757"/>
                    <a:pt x="6414" y="2304"/>
                  </a:cubicBezTo>
                  <a:cubicBezTo>
                    <a:pt x="6182" y="1667"/>
                    <a:pt x="5862" y="929"/>
                    <a:pt x="5437" y="865"/>
                  </a:cubicBezTo>
                  <a:cubicBezTo>
                    <a:pt x="5419" y="863"/>
                    <a:pt x="5400" y="862"/>
                    <a:pt x="5380" y="862"/>
                  </a:cubicBezTo>
                  <a:cubicBezTo>
                    <a:pt x="5252" y="862"/>
                    <a:pt x="5087" y="921"/>
                    <a:pt x="4941" y="1168"/>
                  </a:cubicBezTo>
                  <a:cubicBezTo>
                    <a:pt x="4837" y="1328"/>
                    <a:pt x="4976" y="1479"/>
                    <a:pt x="5115" y="1479"/>
                  </a:cubicBezTo>
                  <a:cubicBezTo>
                    <a:pt x="5178" y="1479"/>
                    <a:pt x="5242" y="1448"/>
                    <a:pt x="5282" y="1372"/>
                  </a:cubicBezTo>
                  <a:cubicBezTo>
                    <a:pt x="5342" y="1273"/>
                    <a:pt x="5377" y="1263"/>
                    <a:pt x="5381" y="1263"/>
                  </a:cubicBezTo>
                  <a:cubicBezTo>
                    <a:pt x="5381" y="1263"/>
                    <a:pt x="5616" y="1291"/>
                    <a:pt x="6024" y="2406"/>
                  </a:cubicBezTo>
                  <a:cubicBezTo>
                    <a:pt x="6207" y="2898"/>
                    <a:pt x="6344" y="3401"/>
                    <a:pt x="6393" y="3591"/>
                  </a:cubicBezTo>
                  <a:cubicBezTo>
                    <a:pt x="6327" y="3654"/>
                    <a:pt x="6274" y="3735"/>
                    <a:pt x="6239" y="3819"/>
                  </a:cubicBezTo>
                  <a:lnTo>
                    <a:pt x="6203" y="3756"/>
                  </a:lnTo>
                  <a:cubicBezTo>
                    <a:pt x="5891" y="3200"/>
                    <a:pt x="5525" y="2680"/>
                    <a:pt x="5110" y="2195"/>
                  </a:cubicBezTo>
                  <a:cubicBezTo>
                    <a:pt x="4252" y="1193"/>
                    <a:pt x="2852"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98" name="Google Shape;20798;p90"/>
          <p:cNvGrpSpPr/>
          <p:nvPr/>
        </p:nvGrpSpPr>
        <p:grpSpPr>
          <a:xfrm>
            <a:off x="1944035" y="2896128"/>
            <a:ext cx="362650" cy="357748"/>
            <a:chOff x="1944035" y="2896128"/>
            <a:chExt cx="362650" cy="357748"/>
          </a:xfrm>
        </p:grpSpPr>
        <p:sp>
          <p:nvSpPr>
            <p:cNvPr id="20799" name="Google Shape;20799;p90"/>
            <p:cNvSpPr/>
            <p:nvPr/>
          </p:nvSpPr>
          <p:spPr>
            <a:xfrm>
              <a:off x="2002149" y="2990965"/>
              <a:ext cx="246502" cy="257669"/>
            </a:xfrm>
            <a:custGeom>
              <a:rect b="b" l="l" r="r" t="t"/>
              <a:pathLst>
                <a:path extrusionOk="0" h="9830" w="9404">
                  <a:moveTo>
                    <a:pt x="1490" y="1"/>
                  </a:moveTo>
                  <a:cubicBezTo>
                    <a:pt x="1173" y="1"/>
                    <a:pt x="882" y="183"/>
                    <a:pt x="736" y="469"/>
                  </a:cubicBezTo>
                  <a:cubicBezTo>
                    <a:pt x="271" y="1411"/>
                    <a:pt x="1" y="2533"/>
                    <a:pt x="1" y="3739"/>
                  </a:cubicBezTo>
                  <a:cubicBezTo>
                    <a:pt x="1" y="7104"/>
                    <a:pt x="2103" y="9829"/>
                    <a:pt x="4702" y="9829"/>
                  </a:cubicBezTo>
                  <a:cubicBezTo>
                    <a:pt x="7297" y="9829"/>
                    <a:pt x="9404" y="7104"/>
                    <a:pt x="9404" y="3739"/>
                  </a:cubicBezTo>
                  <a:cubicBezTo>
                    <a:pt x="9400" y="2536"/>
                    <a:pt x="9129" y="1415"/>
                    <a:pt x="8665" y="469"/>
                  </a:cubicBezTo>
                  <a:cubicBezTo>
                    <a:pt x="8519" y="183"/>
                    <a:pt x="8228" y="1"/>
                    <a:pt x="7911" y="1"/>
                  </a:cubicBezTo>
                  <a:cubicBezTo>
                    <a:pt x="7908" y="1"/>
                    <a:pt x="7905" y="1"/>
                    <a:pt x="7902" y="1"/>
                  </a:cubicBezTo>
                  <a:lnTo>
                    <a:pt x="1499" y="1"/>
                  </a:lnTo>
                  <a:cubicBezTo>
                    <a:pt x="1496" y="1"/>
                    <a:pt x="1493" y="1"/>
                    <a:pt x="1490"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0" name="Google Shape;20800;p90"/>
            <p:cNvSpPr/>
            <p:nvPr/>
          </p:nvSpPr>
          <p:spPr>
            <a:xfrm>
              <a:off x="2002149" y="2990965"/>
              <a:ext cx="125768" cy="257669"/>
            </a:xfrm>
            <a:custGeom>
              <a:rect b="b" l="l" r="r" t="t"/>
              <a:pathLst>
                <a:path extrusionOk="0" h="9830" w="4798">
                  <a:moveTo>
                    <a:pt x="1490" y="1"/>
                  </a:moveTo>
                  <a:cubicBezTo>
                    <a:pt x="1173" y="1"/>
                    <a:pt x="882" y="183"/>
                    <a:pt x="736" y="469"/>
                  </a:cubicBezTo>
                  <a:cubicBezTo>
                    <a:pt x="275" y="1407"/>
                    <a:pt x="4" y="2522"/>
                    <a:pt x="1" y="3721"/>
                  </a:cubicBezTo>
                  <a:cubicBezTo>
                    <a:pt x="1" y="3915"/>
                    <a:pt x="8" y="4108"/>
                    <a:pt x="22" y="4298"/>
                  </a:cubicBezTo>
                  <a:cubicBezTo>
                    <a:pt x="22" y="4316"/>
                    <a:pt x="22" y="4330"/>
                    <a:pt x="22" y="4347"/>
                  </a:cubicBezTo>
                  <a:cubicBezTo>
                    <a:pt x="25" y="4361"/>
                    <a:pt x="25" y="4386"/>
                    <a:pt x="29" y="4403"/>
                  </a:cubicBezTo>
                  <a:cubicBezTo>
                    <a:pt x="285" y="7456"/>
                    <a:pt x="2279" y="9829"/>
                    <a:pt x="4702" y="9829"/>
                  </a:cubicBezTo>
                  <a:cubicBezTo>
                    <a:pt x="4734" y="9829"/>
                    <a:pt x="4765" y="9826"/>
                    <a:pt x="4797" y="9826"/>
                  </a:cubicBezTo>
                  <a:cubicBezTo>
                    <a:pt x="3179" y="9101"/>
                    <a:pt x="1991" y="6629"/>
                    <a:pt x="1991" y="3690"/>
                  </a:cubicBezTo>
                  <a:cubicBezTo>
                    <a:pt x="1991" y="2431"/>
                    <a:pt x="2212" y="1260"/>
                    <a:pt x="2585" y="272"/>
                  </a:cubicBezTo>
                  <a:cubicBezTo>
                    <a:pt x="2620" y="173"/>
                    <a:pt x="2677" y="82"/>
                    <a:pt x="2750" y="1"/>
                  </a:cubicBezTo>
                  <a:lnTo>
                    <a:pt x="1499" y="1"/>
                  </a:lnTo>
                  <a:cubicBezTo>
                    <a:pt x="1496" y="1"/>
                    <a:pt x="1493" y="1"/>
                    <a:pt x="1490"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1" name="Google Shape;20801;p90"/>
            <p:cNvSpPr/>
            <p:nvPr/>
          </p:nvSpPr>
          <p:spPr>
            <a:xfrm>
              <a:off x="2041336" y="2923782"/>
              <a:ext cx="168048" cy="89621"/>
            </a:xfrm>
            <a:custGeom>
              <a:rect b="b" l="l" r="r" t="t"/>
              <a:pathLst>
                <a:path extrusionOk="0" h="3419" w="6411">
                  <a:moveTo>
                    <a:pt x="3207" y="0"/>
                  </a:moveTo>
                  <a:cubicBezTo>
                    <a:pt x="1435" y="0"/>
                    <a:pt x="0" y="1003"/>
                    <a:pt x="0" y="2240"/>
                  </a:cubicBezTo>
                  <a:cubicBezTo>
                    <a:pt x="0" y="3204"/>
                    <a:pt x="1435" y="3418"/>
                    <a:pt x="3207" y="3418"/>
                  </a:cubicBezTo>
                  <a:cubicBezTo>
                    <a:pt x="4976" y="3418"/>
                    <a:pt x="6411" y="3204"/>
                    <a:pt x="6411" y="2240"/>
                  </a:cubicBezTo>
                  <a:cubicBezTo>
                    <a:pt x="6411" y="1003"/>
                    <a:pt x="4976" y="0"/>
                    <a:pt x="320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2" name="Google Shape;20802;p90"/>
            <p:cNvSpPr/>
            <p:nvPr/>
          </p:nvSpPr>
          <p:spPr>
            <a:xfrm>
              <a:off x="2041231" y="2923782"/>
              <a:ext cx="96803" cy="88887"/>
            </a:xfrm>
            <a:custGeom>
              <a:rect b="b" l="l" r="r" t="t"/>
              <a:pathLst>
                <a:path extrusionOk="0" h="3391" w="3693">
                  <a:moveTo>
                    <a:pt x="3208" y="0"/>
                  </a:moveTo>
                  <a:cubicBezTo>
                    <a:pt x="1439" y="0"/>
                    <a:pt x="1" y="1006"/>
                    <a:pt x="1" y="2244"/>
                  </a:cubicBezTo>
                  <a:cubicBezTo>
                    <a:pt x="1" y="3025"/>
                    <a:pt x="950" y="3309"/>
                    <a:pt x="2255" y="3390"/>
                  </a:cubicBezTo>
                  <a:cubicBezTo>
                    <a:pt x="1790" y="3207"/>
                    <a:pt x="1499" y="2894"/>
                    <a:pt x="1499" y="2385"/>
                  </a:cubicBezTo>
                  <a:cubicBezTo>
                    <a:pt x="1499" y="1185"/>
                    <a:pt x="2452" y="197"/>
                    <a:pt x="3693" y="29"/>
                  </a:cubicBezTo>
                  <a:cubicBezTo>
                    <a:pt x="3531" y="11"/>
                    <a:pt x="3369" y="0"/>
                    <a:pt x="320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3" name="Google Shape;20803;p90"/>
            <p:cNvSpPr/>
            <p:nvPr/>
          </p:nvSpPr>
          <p:spPr>
            <a:xfrm>
              <a:off x="2146579" y="2928946"/>
              <a:ext cx="45662" cy="34024"/>
            </a:xfrm>
            <a:custGeom>
              <a:rect b="b" l="l" r="r" t="t"/>
              <a:pathLst>
                <a:path extrusionOk="0" h="1298" w="1742">
                  <a:moveTo>
                    <a:pt x="504" y="0"/>
                  </a:moveTo>
                  <a:lnTo>
                    <a:pt x="504" y="0"/>
                  </a:lnTo>
                  <a:cubicBezTo>
                    <a:pt x="1" y="461"/>
                    <a:pt x="328" y="1298"/>
                    <a:pt x="1007" y="1298"/>
                  </a:cubicBezTo>
                  <a:cubicBezTo>
                    <a:pt x="1365" y="1298"/>
                    <a:pt x="1675" y="1045"/>
                    <a:pt x="1742" y="690"/>
                  </a:cubicBezTo>
                  <a:cubicBezTo>
                    <a:pt x="1383" y="373"/>
                    <a:pt x="961" y="137"/>
                    <a:pt x="50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4" name="Google Shape;20804;p90"/>
            <p:cNvSpPr/>
            <p:nvPr/>
          </p:nvSpPr>
          <p:spPr>
            <a:xfrm>
              <a:off x="2058479" y="2928946"/>
              <a:ext cx="45636" cy="34024"/>
            </a:xfrm>
            <a:custGeom>
              <a:rect b="b" l="l" r="r" t="t"/>
              <a:pathLst>
                <a:path extrusionOk="0" h="1298" w="1741">
                  <a:moveTo>
                    <a:pt x="1238" y="0"/>
                  </a:moveTo>
                  <a:lnTo>
                    <a:pt x="1238" y="0"/>
                  </a:lnTo>
                  <a:cubicBezTo>
                    <a:pt x="781" y="137"/>
                    <a:pt x="359" y="373"/>
                    <a:pt x="0" y="690"/>
                  </a:cubicBezTo>
                  <a:cubicBezTo>
                    <a:pt x="67" y="1045"/>
                    <a:pt x="376" y="1298"/>
                    <a:pt x="735" y="1298"/>
                  </a:cubicBezTo>
                  <a:cubicBezTo>
                    <a:pt x="1414" y="1298"/>
                    <a:pt x="1741" y="461"/>
                    <a:pt x="1238"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5" name="Google Shape;20805;p90"/>
            <p:cNvSpPr/>
            <p:nvPr/>
          </p:nvSpPr>
          <p:spPr>
            <a:xfrm>
              <a:off x="2058112" y="3102971"/>
              <a:ext cx="39293" cy="39293"/>
            </a:xfrm>
            <a:custGeom>
              <a:rect b="b" l="l" r="r" t="t"/>
              <a:pathLst>
                <a:path extrusionOk="0" h="1499" w="1499">
                  <a:moveTo>
                    <a:pt x="749" y="0"/>
                  </a:moveTo>
                  <a:cubicBezTo>
                    <a:pt x="338" y="0"/>
                    <a:pt x="0" y="338"/>
                    <a:pt x="0" y="749"/>
                  </a:cubicBezTo>
                  <a:cubicBezTo>
                    <a:pt x="0" y="1161"/>
                    <a:pt x="338" y="1498"/>
                    <a:pt x="749" y="1498"/>
                  </a:cubicBezTo>
                  <a:cubicBezTo>
                    <a:pt x="1161" y="1498"/>
                    <a:pt x="1498" y="1161"/>
                    <a:pt x="1498" y="749"/>
                  </a:cubicBezTo>
                  <a:cubicBezTo>
                    <a:pt x="1498" y="338"/>
                    <a:pt x="1161" y="0"/>
                    <a:pt x="74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6" name="Google Shape;20806;p90"/>
            <p:cNvSpPr/>
            <p:nvPr/>
          </p:nvSpPr>
          <p:spPr>
            <a:xfrm>
              <a:off x="2036434" y="3187034"/>
              <a:ext cx="37536" cy="33395"/>
            </a:xfrm>
            <a:custGeom>
              <a:rect b="b" l="l" r="r" t="t"/>
              <a:pathLst>
                <a:path extrusionOk="0" h="1274" w="1432">
                  <a:moveTo>
                    <a:pt x="621" y="0"/>
                  </a:moveTo>
                  <a:cubicBezTo>
                    <a:pt x="349" y="0"/>
                    <a:pt x="81" y="174"/>
                    <a:pt x="1" y="475"/>
                  </a:cubicBezTo>
                  <a:cubicBezTo>
                    <a:pt x="212" y="763"/>
                    <a:pt x="454" y="1031"/>
                    <a:pt x="722" y="1273"/>
                  </a:cubicBezTo>
                  <a:cubicBezTo>
                    <a:pt x="1221" y="1189"/>
                    <a:pt x="1432" y="588"/>
                    <a:pt x="1091" y="211"/>
                  </a:cubicBezTo>
                  <a:cubicBezTo>
                    <a:pt x="962" y="67"/>
                    <a:pt x="790" y="0"/>
                    <a:pt x="62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7" name="Google Shape;20807;p90"/>
            <p:cNvSpPr/>
            <p:nvPr/>
          </p:nvSpPr>
          <p:spPr>
            <a:xfrm>
              <a:off x="2007784" y="3047007"/>
              <a:ext cx="27943" cy="27969"/>
            </a:xfrm>
            <a:custGeom>
              <a:rect b="b" l="l" r="r" t="t"/>
              <a:pathLst>
                <a:path extrusionOk="0" h="1067" w="1066">
                  <a:moveTo>
                    <a:pt x="531" y="1"/>
                  </a:moveTo>
                  <a:cubicBezTo>
                    <a:pt x="236" y="1"/>
                    <a:pt x="0" y="240"/>
                    <a:pt x="0" y="532"/>
                  </a:cubicBezTo>
                  <a:cubicBezTo>
                    <a:pt x="0" y="827"/>
                    <a:pt x="236" y="1066"/>
                    <a:pt x="531" y="1066"/>
                  </a:cubicBezTo>
                  <a:cubicBezTo>
                    <a:pt x="826" y="1066"/>
                    <a:pt x="1066" y="827"/>
                    <a:pt x="1066" y="532"/>
                  </a:cubicBezTo>
                  <a:cubicBezTo>
                    <a:pt x="1066" y="240"/>
                    <a:pt x="826" y="1"/>
                    <a:pt x="531"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8" name="Google Shape;20808;p90"/>
            <p:cNvSpPr/>
            <p:nvPr/>
          </p:nvSpPr>
          <p:spPr>
            <a:xfrm>
              <a:off x="2153316" y="3102971"/>
              <a:ext cx="39293" cy="39293"/>
            </a:xfrm>
            <a:custGeom>
              <a:rect b="b" l="l" r="r" t="t"/>
              <a:pathLst>
                <a:path extrusionOk="0" h="1499" w="1499">
                  <a:moveTo>
                    <a:pt x="750" y="0"/>
                  </a:moveTo>
                  <a:cubicBezTo>
                    <a:pt x="338" y="0"/>
                    <a:pt x="1" y="338"/>
                    <a:pt x="1" y="749"/>
                  </a:cubicBezTo>
                  <a:cubicBezTo>
                    <a:pt x="1" y="1161"/>
                    <a:pt x="338" y="1498"/>
                    <a:pt x="750" y="1498"/>
                  </a:cubicBezTo>
                  <a:cubicBezTo>
                    <a:pt x="1165" y="1498"/>
                    <a:pt x="1499" y="1161"/>
                    <a:pt x="1499" y="749"/>
                  </a:cubicBezTo>
                  <a:cubicBezTo>
                    <a:pt x="1499" y="338"/>
                    <a:pt x="1165" y="0"/>
                    <a:pt x="75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9" name="Google Shape;20809;p90"/>
            <p:cNvSpPr/>
            <p:nvPr/>
          </p:nvSpPr>
          <p:spPr>
            <a:xfrm>
              <a:off x="2176724" y="3187034"/>
              <a:ext cx="37641" cy="33395"/>
            </a:xfrm>
            <a:custGeom>
              <a:rect b="b" l="l" r="r" t="t"/>
              <a:pathLst>
                <a:path extrusionOk="0" h="1274" w="1436">
                  <a:moveTo>
                    <a:pt x="813" y="0"/>
                  </a:moveTo>
                  <a:cubicBezTo>
                    <a:pt x="644" y="0"/>
                    <a:pt x="473" y="67"/>
                    <a:pt x="342" y="211"/>
                  </a:cubicBezTo>
                  <a:cubicBezTo>
                    <a:pt x="1" y="588"/>
                    <a:pt x="212" y="1189"/>
                    <a:pt x="711" y="1273"/>
                  </a:cubicBezTo>
                  <a:cubicBezTo>
                    <a:pt x="978" y="1031"/>
                    <a:pt x="1221" y="763"/>
                    <a:pt x="1435" y="475"/>
                  </a:cubicBezTo>
                  <a:cubicBezTo>
                    <a:pt x="1353" y="174"/>
                    <a:pt x="1086" y="0"/>
                    <a:pt x="813"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0" name="Google Shape;20810;p90"/>
            <p:cNvSpPr/>
            <p:nvPr/>
          </p:nvSpPr>
          <p:spPr>
            <a:xfrm>
              <a:off x="2214994" y="3047007"/>
              <a:ext cx="28047" cy="27969"/>
            </a:xfrm>
            <a:custGeom>
              <a:rect b="b" l="l" r="r" t="t"/>
              <a:pathLst>
                <a:path extrusionOk="0" h="1067" w="1070">
                  <a:moveTo>
                    <a:pt x="535" y="1"/>
                  </a:moveTo>
                  <a:cubicBezTo>
                    <a:pt x="239" y="1"/>
                    <a:pt x="0" y="240"/>
                    <a:pt x="0" y="532"/>
                  </a:cubicBezTo>
                  <a:cubicBezTo>
                    <a:pt x="0" y="827"/>
                    <a:pt x="239" y="1066"/>
                    <a:pt x="535" y="1066"/>
                  </a:cubicBezTo>
                  <a:cubicBezTo>
                    <a:pt x="830" y="1066"/>
                    <a:pt x="1069" y="827"/>
                    <a:pt x="1069" y="532"/>
                  </a:cubicBezTo>
                  <a:cubicBezTo>
                    <a:pt x="1069" y="240"/>
                    <a:pt x="830" y="1"/>
                    <a:pt x="53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1" name="Google Shape;20811;p90"/>
            <p:cNvSpPr/>
            <p:nvPr/>
          </p:nvSpPr>
          <p:spPr>
            <a:xfrm>
              <a:off x="1944035" y="2896128"/>
              <a:ext cx="362650" cy="357748"/>
            </a:xfrm>
            <a:custGeom>
              <a:rect b="b" l="l" r="r" t="t"/>
              <a:pathLst>
                <a:path extrusionOk="0" h="13648" w="13835">
                  <a:moveTo>
                    <a:pt x="5548" y="1481"/>
                  </a:moveTo>
                  <a:cubicBezTo>
                    <a:pt x="5615" y="1576"/>
                    <a:pt x="5650" y="1688"/>
                    <a:pt x="5650" y="1801"/>
                  </a:cubicBezTo>
                  <a:lnTo>
                    <a:pt x="5650" y="1804"/>
                  </a:lnTo>
                  <a:cubicBezTo>
                    <a:pt x="5646" y="2065"/>
                    <a:pt x="5463" y="2290"/>
                    <a:pt x="5207" y="2339"/>
                  </a:cubicBezTo>
                  <a:cubicBezTo>
                    <a:pt x="5172" y="2346"/>
                    <a:pt x="5138" y="2349"/>
                    <a:pt x="5104" y="2349"/>
                  </a:cubicBezTo>
                  <a:cubicBezTo>
                    <a:pt x="4884" y="2349"/>
                    <a:pt x="4680" y="2215"/>
                    <a:pt x="4595" y="2008"/>
                  </a:cubicBezTo>
                  <a:cubicBezTo>
                    <a:pt x="4880" y="1776"/>
                    <a:pt x="5200" y="1600"/>
                    <a:pt x="5548" y="1481"/>
                  </a:cubicBezTo>
                  <a:close/>
                  <a:moveTo>
                    <a:pt x="8291" y="1484"/>
                  </a:moveTo>
                  <a:cubicBezTo>
                    <a:pt x="8635" y="1600"/>
                    <a:pt x="8959" y="1776"/>
                    <a:pt x="9243" y="2008"/>
                  </a:cubicBezTo>
                  <a:cubicBezTo>
                    <a:pt x="9157" y="2224"/>
                    <a:pt x="8951" y="2353"/>
                    <a:pt x="8736" y="2353"/>
                  </a:cubicBezTo>
                  <a:cubicBezTo>
                    <a:pt x="8646" y="2353"/>
                    <a:pt x="8555" y="2330"/>
                    <a:pt x="8470" y="2283"/>
                  </a:cubicBezTo>
                  <a:cubicBezTo>
                    <a:pt x="8182" y="2124"/>
                    <a:pt x="8097" y="1748"/>
                    <a:pt x="8291" y="1484"/>
                  </a:cubicBezTo>
                  <a:close/>
                  <a:moveTo>
                    <a:pt x="10872" y="5957"/>
                  </a:moveTo>
                  <a:cubicBezTo>
                    <a:pt x="11058" y="5957"/>
                    <a:pt x="11206" y="6105"/>
                    <a:pt x="11206" y="6291"/>
                  </a:cubicBezTo>
                  <a:lnTo>
                    <a:pt x="11209" y="6291"/>
                  </a:lnTo>
                  <a:cubicBezTo>
                    <a:pt x="11209" y="6492"/>
                    <a:pt x="11043" y="6625"/>
                    <a:pt x="10870" y="6625"/>
                  </a:cubicBezTo>
                  <a:cubicBezTo>
                    <a:pt x="10788" y="6625"/>
                    <a:pt x="10704" y="6595"/>
                    <a:pt x="10636" y="6527"/>
                  </a:cubicBezTo>
                  <a:cubicBezTo>
                    <a:pt x="10425" y="6316"/>
                    <a:pt x="10576" y="5957"/>
                    <a:pt x="10872" y="5957"/>
                  </a:cubicBezTo>
                  <a:close/>
                  <a:moveTo>
                    <a:pt x="2969" y="5954"/>
                  </a:moveTo>
                  <a:cubicBezTo>
                    <a:pt x="3051" y="5954"/>
                    <a:pt x="3134" y="5984"/>
                    <a:pt x="3202" y="6052"/>
                  </a:cubicBezTo>
                  <a:cubicBezTo>
                    <a:pt x="3413" y="6263"/>
                    <a:pt x="3266" y="6625"/>
                    <a:pt x="2967" y="6625"/>
                  </a:cubicBezTo>
                  <a:cubicBezTo>
                    <a:pt x="2780" y="6625"/>
                    <a:pt x="2629" y="6474"/>
                    <a:pt x="2629" y="6291"/>
                  </a:cubicBezTo>
                  <a:lnTo>
                    <a:pt x="2633" y="6291"/>
                  </a:lnTo>
                  <a:cubicBezTo>
                    <a:pt x="2633" y="6089"/>
                    <a:pt x="2797" y="5954"/>
                    <a:pt x="2969" y="5954"/>
                  </a:cubicBezTo>
                  <a:close/>
                  <a:moveTo>
                    <a:pt x="9701" y="11303"/>
                  </a:moveTo>
                  <a:cubicBezTo>
                    <a:pt x="9855" y="11303"/>
                    <a:pt x="10009" y="11384"/>
                    <a:pt x="10091" y="11538"/>
                  </a:cubicBezTo>
                  <a:cubicBezTo>
                    <a:pt x="9923" y="11755"/>
                    <a:pt x="9737" y="11958"/>
                    <a:pt x="9534" y="12148"/>
                  </a:cubicBezTo>
                  <a:lnTo>
                    <a:pt x="9534" y="12148"/>
                  </a:lnTo>
                  <a:cubicBezTo>
                    <a:pt x="9253" y="12030"/>
                    <a:pt x="9174" y="11670"/>
                    <a:pt x="9377" y="11447"/>
                  </a:cubicBezTo>
                  <a:cubicBezTo>
                    <a:pt x="9465" y="11349"/>
                    <a:pt x="9583" y="11303"/>
                    <a:pt x="9701" y="11303"/>
                  </a:cubicBezTo>
                  <a:close/>
                  <a:moveTo>
                    <a:pt x="4140" y="11303"/>
                  </a:moveTo>
                  <a:cubicBezTo>
                    <a:pt x="4258" y="11303"/>
                    <a:pt x="4377" y="11349"/>
                    <a:pt x="4465" y="11447"/>
                  </a:cubicBezTo>
                  <a:cubicBezTo>
                    <a:pt x="4669" y="11672"/>
                    <a:pt x="4584" y="12034"/>
                    <a:pt x="4303" y="12150"/>
                  </a:cubicBezTo>
                  <a:cubicBezTo>
                    <a:pt x="4102" y="11960"/>
                    <a:pt x="3916" y="11756"/>
                    <a:pt x="3751" y="11538"/>
                  </a:cubicBezTo>
                  <a:cubicBezTo>
                    <a:pt x="3831" y="11384"/>
                    <a:pt x="3985" y="11303"/>
                    <a:pt x="4140" y="11303"/>
                  </a:cubicBezTo>
                  <a:close/>
                  <a:moveTo>
                    <a:pt x="6923" y="1251"/>
                  </a:moveTo>
                  <a:cubicBezTo>
                    <a:pt x="7250" y="1251"/>
                    <a:pt x="7577" y="1288"/>
                    <a:pt x="7897" y="1361"/>
                  </a:cubicBezTo>
                  <a:cubicBezTo>
                    <a:pt x="7661" y="1815"/>
                    <a:pt x="7826" y="2371"/>
                    <a:pt x="8269" y="2624"/>
                  </a:cubicBezTo>
                  <a:cubicBezTo>
                    <a:pt x="8416" y="2707"/>
                    <a:pt x="8577" y="2746"/>
                    <a:pt x="8735" y="2746"/>
                  </a:cubicBezTo>
                  <a:cubicBezTo>
                    <a:pt x="9054" y="2746"/>
                    <a:pt x="9365" y="2586"/>
                    <a:pt x="9546" y="2297"/>
                  </a:cubicBezTo>
                  <a:cubicBezTo>
                    <a:pt x="9789" y="2592"/>
                    <a:pt x="9926" y="2933"/>
                    <a:pt x="9926" y="3295"/>
                  </a:cubicBezTo>
                  <a:cubicBezTo>
                    <a:pt x="9926" y="3527"/>
                    <a:pt x="9820" y="3707"/>
                    <a:pt x="9592" y="3851"/>
                  </a:cubicBezTo>
                  <a:cubicBezTo>
                    <a:pt x="9397" y="3967"/>
                    <a:pt x="9517" y="4227"/>
                    <a:pt x="9691" y="4227"/>
                  </a:cubicBezTo>
                  <a:cubicBezTo>
                    <a:pt x="9728" y="4227"/>
                    <a:pt x="9767" y="4216"/>
                    <a:pt x="9806" y="4189"/>
                  </a:cubicBezTo>
                  <a:cubicBezTo>
                    <a:pt x="9961" y="4094"/>
                    <a:pt x="10087" y="3967"/>
                    <a:pt x="10186" y="3819"/>
                  </a:cubicBezTo>
                  <a:cubicBezTo>
                    <a:pt x="10407" y="3837"/>
                    <a:pt x="10604" y="3971"/>
                    <a:pt x="10706" y="4171"/>
                  </a:cubicBezTo>
                  <a:cubicBezTo>
                    <a:pt x="10935" y="4639"/>
                    <a:pt x="11111" y="5131"/>
                    <a:pt x="11227" y="5641"/>
                  </a:cubicBezTo>
                  <a:cubicBezTo>
                    <a:pt x="11112" y="5578"/>
                    <a:pt x="10992" y="5549"/>
                    <a:pt x="10876" y="5549"/>
                  </a:cubicBezTo>
                  <a:cubicBezTo>
                    <a:pt x="10455" y="5549"/>
                    <a:pt x="10079" y="5926"/>
                    <a:pt x="10151" y="6397"/>
                  </a:cubicBezTo>
                  <a:cubicBezTo>
                    <a:pt x="10210" y="6785"/>
                    <a:pt x="10539" y="7021"/>
                    <a:pt x="10878" y="7021"/>
                  </a:cubicBezTo>
                  <a:cubicBezTo>
                    <a:pt x="11064" y="7021"/>
                    <a:pt x="11253" y="6950"/>
                    <a:pt x="11403" y="6794"/>
                  </a:cubicBezTo>
                  <a:cubicBezTo>
                    <a:pt x="11417" y="6981"/>
                    <a:pt x="11424" y="7167"/>
                    <a:pt x="11424" y="7353"/>
                  </a:cubicBezTo>
                  <a:cubicBezTo>
                    <a:pt x="11424" y="8816"/>
                    <a:pt x="11016" y="10156"/>
                    <a:pt x="10337" y="11186"/>
                  </a:cubicBezTo>
                  <a:cubicBezTo>
                    <a:pt x="10171" y="10992"/>
                    <a:pt x="9937" y="10894"/>
                    <a:pt x="9702" y="10894"/>
                  </a:cubicBezTo>
                  <a:cubicBezTo>
                    <a:pt x="9474" y="10894"/>
                    <a:pt x="9246" y="10985"/>
                    <a:pt x="9078" y="11169"/>
                  </a:cubicBezTo>
                  <a:cubicBezTo>
                    <a:pt x="8737" y="11541"/>
                    <a:pt x="8804" y="12129"/>
                    <a:pt x="9215" y="12421"/>
                  </a:cubicBezTo>
                  <a:cubicBezTo>
                    <a:pt x="8544" y="12945"/>
                    <a:pt x="7760" y="13243"/>
                    <a:pt x="6923" y="13243"/>
                  </a:cubicBezTo>
                  <a:cubicBezTo>
                    <a:pt x="6086" y="13243"/>
                    <a:pt x="5298" y="12948"/>
                    <a:pt x="4626" y="12424"/>
                  </a:cubicBezTo>
                  <a:lnTo>
                    <a:pt x="4630" y="12424"/>
                  </a:lnTo>
                  <a:cubicBezTo>
                    <a:pt x="5041" y="12132"/>
                    <a:pt x="5105" y="11548"/>
                    <a:pt x="4764" y="11172"/>
                  </a:cubicBezTo>
                  <a:cubicBezTo>
                    <a:pt x="4597" y="10989"/>
                    <a:pt x="4370" y="10897"/>
                    <a:pt x="4143" y="10897"/>
                  </a:cubicBezTo>
                  <a:cubicBezTo>
                    <a:pt x="3908" y="10897"/>
                    <a:pt x="3673" y="10995"/>
                    <a:pt x="3505" y="11190"/>
                  </a:cubicBezTo>
                  <a:cubicBezTo>
                    <a:pt x="2829" y="10159"/>
                    <a:pt x="2418" y="8820"/>
                    <a:pt x="2418" y="7357"/>
                  </a:cubicBezTo>
                  <a:cubicBezTo>
                    <a:pt x="2418" y="7171"/>
                    <a:pt x="2429" y="6984"/>
                    <a:pt x="2439" y="6801"/>
                  </a:cubicBezTo>
                  <a:cubicBezTo>
                    <a:pt x="2588" y="6955"/>
                    <a:pt x="2777" y="7025"/>
                    <a:pt x="2963" y="7025"/>
                  </a:cubicBezTo>
                  <a:cubicBezTo>
                    <a:pt x="3304" y="7025"/>
                    <a:pt x="3635" y="6789"/>
                    <a:pt x="3695" y="6400"/>
                  </a:cubicBezTo>
                  <a:cubicBezTo>
                    <a:pt x="3766" y="5930"/>
                    <a:pt x="3392" y="5554"/>
                    <a:pt x="2970" y="5554"/>
                  </a:cubicBezTo>
                  <a:cubicBezTo>
                    <a:pt x="2853" y="5554"/>
                    <a:pt x="2731" y="5584"/>
                    <a:pt x="2615" y="5648"/>
                  </a:cubicBezTo>
                  <a:cubicBezTo>
                    <a:pt x="2735" y="5138"/>
                    <a:pt x="2907" y="4642"/>
                    <a:pt x="3139" y="4175"/>
                  </a:cubicBezTo>
                  <a:cubicBezTo>
                    <a:pt x="3241" y="3974"/>
                    <a:pt x="3438" y="3840"/>
                    <a:pt x="3659" y="3823"/>
                  </a:cubicBezTo>
                  <a:cubicBezTo>
                    <a:pt x="3825" y="4094"/>
                    <a:pt x="4141" y="4301"/>
                    <a:pt x="4598" y="4438"/>
                  </a:cubicBezTo>
                  <a:cubicBezTo>
                    <a:pt x="5101" y="4589"/>
                    <a:pt x="5780" y="4663"/>
                    <a:pt x="6722" y="4670"/>
                  </a:cubicBezTo>
                  <a:lnTo>
                    <a:pt x="6722" y="12593"/>
                  </a:lnTo>
                  <a:cubicBezTo>
                    <a:pt x="6722" y="12726"/>
                    <a:pt x="6822" y="12793"/>
                    <a:pt x="6923" y="12793"/>
                  </a:cubicBezTo>
                  <a:cubicBezTo>
                    <a:pt x="7023" y="12793"/>
                    <a:pt x="7123" y="12726"/>
                    <a:pt x="7123" y="12593"/>
                  </a:cubicBezTo>
                  <a:lnTo>
                    <a:pt x="7123" y="4670"/>
                  </a:lnTo>
                  <a:cubicBezTo>
                    <a:pt x="7854" y="4663"/>
                    <a:pt x="8431" y="4614"/>
                    <a:pt x="8885" y="4526"/>
                  </a:cubicBezTo>
                  <a:cubicBezTo>
                    <a:pt x="9124" y="4470"/>
                    <a:pt x="9071" y="4128"/>
                    <a:pt x="8846" y="4128"/>
                  </a:cubicBezTo>
                  <a:cubicBezTo>
                    <a:pt x="8833" y="4128"/>
                    <a:pt x="8819" y="4130"/>
                    <a:pt x="8804" y="4132"/>
                  </a:cubicBezTo>
                  <a:cubicBezTo>
                    <a:pt x="8340" y="4227"/>
                    <a:pt x="7721" y="4273"/>
                    <a:pt x="6923" y="4273"/>
                  </a:cubicBezTo>
                  <a:cubicBezTo>
                    <a:pt x="4873" y="4273"/>
                    <a:pt x="3916" y="3964"/>
                    <a:pt x="3916" y="3295"/>
                  </a:cubicBezTo>
                  <a:cubicBezTo>
                    <a:pt x="3916" y="2933"/>
                    <a:pt x="4057" y="2592"/>
                    <a:pt x="4299" y="2300"/>
                  </a:cubicBezTo>
                  <a:cubicBezTo>
                    <a:pt x="4474" y="2583"/>
                    <a:pt x="4782" y="2748"/>
                    <a:pt x="5105" y="2748"/>
                  </a:cubicBezTo>
                  <a:cubicBezTo>
                    <a:pt x="5191" y="2748"/>
                    <a:pt x="5279" y="2736"/>
                    <a:pt x="5365" y="2712"/>
                  </a:cubicBezTo>
                  <a:cubicBezTo>
                    <a:pt x="5773" y="2596"/>
                    <a:pt x="6054" y="2223"/>
                    <a:pt x="6054" y="1801"/>
                  </a:cubicBezTo>
                  <a:cubicBezTo>
                    <a:pt x="6054" y="1646"/>
                    <a:pt x="6019" y="1495"/>
                    <a:pt x="5949" y="1361"/>
                  </a:cubicBezTo>
                  <a:cubicBezTo>
                    <a:pt x="6269" y="1288"/>
                    <a:pt x="6596" y="1251"/>
                    <a:pt x="6923" y="1251"/>
                  </a:cubicBezTo>
                  <a:close/>
                  <a:moveTo>
                    <a:pt x="4349" y="0"/>
                  </a:moveTo>
                  <a:cubicBezTo>
                    <a:pt x="4085" y="0"/>
                    <a:pt x="4086" y="398"/>
                    <a:pt x="4352" y="398"/>
                  </a:cubicBezTo>
                  <a:cubicBezTo>
                    <a:pt x="4581" y="398"/>
                    <a:pt x="4676" y="398"/>
                    <a:pt x="4749" y="429"/>
                  </a:cubicBezTo>
                  <a:cubicBezTo>
                    <a:pt x="4830" y="461"/>
                    <a:pt x="4936" y="553"/>
                    <a:pt x="5122" y="711"/>
                  </a:cubicBezTo>
                  <a:cubicBezTo>
                    <a:pt x="5228" y="802"/>
                    <a:pt x="5361" y="918"/>
                    <a:pt x="5537" y="1062"/>
                  </a:cubicBezTo>
                  <a:cubicBezTo>
                    <a:pt x="5178" y="1171"/>
                    <a:pt x="4841" y="1337"/>
                    <a:pt x="4535" y="1548"/>
                  </a:cubicBezTo>
                  <a:cubicBezTo>
                    <a:pt x="4124" y="1836"/>
                    <a:pt x="3832" y="2184"/>
                    <a:pt x="3663" y="2564"/>
                  </a:cubicBezTo>
                  <a:lnTo>
                    <a:pt x="2861" y="2564"/>
                  </a:lnTo>
                  <a:cubicBezTo>
                    <a:pt x="2787" y="2564"/>
                    <a:pt x="2720" y="2529"/>
                    <a:pt x="2675" y="2469"/>
                  </a:cubicBezTo>
                  <a:lnTo>
                    <a:pt x="1736" y="1150"/>
                  </a:lnTo>
                  <a:cubicBezTo>
                    <a:pt x="1692" y="1086"/>
                    <a:pt x="1633" y="1060"/>
                    <a:pt x="1575" y="1060"/>
                  </a:cubicBezTo>
                  <a:cubicBezTo>
                    <a:pt x="1430" y="1060"/>
                    <a:pt x="1291" y="1227"/>
                    <a:pt x="1409" y="1382"/>
                  </a:cubicBezTo>
                  <a:lnTo>
                    <a:pt x="2351" y="2701"/>
                  </a:lnTo>
                  <a:cubicBezTo>
                    <a:pt x="2467" y="2866"/>
                    <a:pt x="2657" y="2965"/>
                    <a:pt x="2861" y="2965"/>
                  </a:cubicBezTo>
                  <a:lnTo>
                    <a:pt x="3540" y="2965"/>
                  </a:lnTo>
                  <a:cubicBezTo>
                    <a:pt x="3519" y="3077"/>
                    <a:pt x="3512" y="3190"/>
                    <a:pt x="3512" y="3299"/>
                  </a:cubicBezTo>
                  <a:cubicBezTo>
                    <a:pt x="3512" y="3348"/>
                    <a:pt x="3512" y="3394"/>
                    <a:pt x="3519" y="3440"/>
                  </a:cubicBezTo>
                  <a:cubicBezTo>
                    <a:pt x="3195" y="3499"/>
                    <a:pt x="2921" y="3707"/>
                    <a:pt x="2773" y="3999"/>
                  </a:cubicBezTo>
                  <a:cubicBezTo>
                    <a:pt x="2499" y="4561"/>
                    <a:pt x="2299" y="5156"/>
                    <a:pt x="2175" y="5771"/>
                  </a:cubicBezTo>
                  <a:lnTo>
                    <a:pt x="1919" y="5771"/>
                  </a:lnTo>
                  <a:cubicBezTo>
                    <a:pt x="1916" y="5771"/>
                    <a:pt x="1914" y="5771"/>
                    <a:pt x="1911" y="5771"/>
                  </a:cubicBezTo>
                  <a:cubicBezTo>
                    <a:pt x="1619" y="5771"/>
                    <a:pt x="1370" y="5974"/>
                    <a:pt x="1307" y="6260"/>
                  </a:cubicBezTo>
                  <a:lnTo>
                    <a:pt x="997" y="7649"/>
                  </a:lnTo>
                  <a:cubicBezTo>
                    <a:pt x="983" y="7716"/>
                    <a:pt x="938" y="7775"/>
                    <a:pt x="878" y="7803"/>
                  </a:cubicBezTo>
                  <a:lnTo>
                    <a:pt x="203" y="8145"/>
                  </a:lnTo>
                  <a:cubicBezTo>
                    <a:pt x="0" y="8244"/>
                    <a:pt x="102" y="8524"/>
                    <a:pt x="286" y="8524"/>
                  </a:cubicBezTo>
                  <a:cubicBezTo>
                    <a:pt x="316" y="8524"/>
                    <a:pt x="349" y="8516"/>
                    <a:pt x="382" y="8500"/>
                  </a:cubicBezTo>
                  <a:lnTo>
                    <a:pt x="1057" y="8166"/>
                  </a:lnTo>
                  <a:cubicBezTo>
                    <a:pt x="1226" y="8081"/>
                    <a:pt x="1346" y="7923"/>
                    <a:pt x="1388" y="7740"/>
                  </a:cubicBezTo>
                  <a:lnTo>
                    <a:pt x="1697" y="6351"/>
                  </a:lnTo>
                  <a:cubicBezTo>
                    <a:pt x="1718" y="6246"/>
                    <a:pt x="1810" y="6172"/>
                    <a:pt x="1919" y="6172"/>
                  </a:cubicBezTo>
                  <a:lnTo>
                    <a:pt x="2105" y="6172"/>
                  </a:lnTo>
                  <a:cubicBezTo>
                    <a:pt x="2045" y="6566"/>
                    <a:pt x="2017" y="6960"/>
                    <a:pt x="2017" y="7357"/>
                  </a:cubicBezTo>
                  <a:cubicBezTo>
                    <a:pt x="2014" y="8036"/>
                    <a:pt x="2098" y="8707"/>
                    <a:pt x="2267" y="9361"/>
                  </a:cubicBezTo>
                  <a:lnTo>
                    <a:pt x="1827" y="9734"/>
                  </a:lnTo>
                  <a:cubicBezTo>
                    <a:pt x="1673" y="9864"/>
                    <a:pt x="1592" y="10065"/>
                    <a:pt x="1609" y="10268"/>
                  </a:cubicBezTo>
                  <a:lnTo>
                    <a:pt x="1803" y="12399"/>
                  </a:lnTo>
                  <a:cubicBezTo>
                    <a:pt x="1813" y="12501"/>
                    <a:pt x="1898" y="12579"/>
                    <a:pt x="2000" y="12579"/>
                  </a:cubicBezTo>
                  <a:lnTo>
                    <a:pt x="2021" y="12579"/>
                  </a:lnTo>
                  <a:cubicBezTo>
                    <a:pt x="2130" y="12572"/>
                    <a:pt x="2211" y="12473"/>
                    <a:pt x="2200" y="12364"/>
                  </a:cubicBezTo>
                  <a:lnTo>
                    <a:pt x="2007" y="10233"/>
                  </a:lnTo>
                  <a:cubicBezTo>
                    <a:pt x="2000" y="10159"/>
                    <a:pt x="2031" y="10089"/>
                    <a:pt x="2088" y="10040"/>
                  </a:cubicBezTo>
                  <a:lnTo>
                    <a:pt x="2390" y="9783"/>
                  </a:lnTo>
                  <a:cubicBezTo>
                    <a:pt x="2622" y="10504"/>
                    <a:pt x="2974" y="11183"/>
                    <a:pt x="3434" y="11788"/>
                  </a:cubicBezTo>
                  <a:cubicBezTo>
                    <a:pt x="4359" y="12987"/>
                    <a:pt x="5597" y="13648"/>
                    <a:pt x="6916" y="13648"/>
                  </a:cubicBezTo>
                  <a:cubicBezTo>
                    <a:pt x="8234" y="13648"/>
                    <a:pt x="9472" y="12990"/>
                    <a:pt x="10397" y="11788"/>
                  </a:cubicBezTo>
                  <a:cubicBezTo>
                    <a:pt x="10858" y="11183"/>
                    <a:pt x="11213" y="10504"/>
                    <a:pt x="11441" y="9783"/>
                  </a:cubicBezTo>
                  <a:lnTo>
                    <a:pt x="11744" y="10040"/>
                  </a:lnTo>
                  <a:cubicBezTo>
                    <a:pt x="11803" y="10089"/>
                    <a:pt x="11832" y="10159"/>
                    <a:pt x="11825" y="10233"/>
                  </a:cubicBezTo>
                  <a:lnTo>
                    <a:pt x="11631" y="12364"/>
                  </a:lnTo>
                  <a:cubicBezTo>
                    <a:pt x="11621" y="12473"/>
                    <a:pt x="11701" y="12572"/>
                    <a:pt x="11814" y="12579"/>
                  </a:cubicBezTo>
                  <a:lnTo>
                    <a:pt x="11832" y="12579"/>
                  </a:lnTo>
                  <a:cubicBezTo>
                    <a:pt x="11934" y="12579"/>
                    <a:pt x="12021" y="12501"/>
                    <a:pt x="12029" y="12399"/>
                  </a:cubicBezTo>
                  <a:lnTo>
                    <a:pt x="12222" y="10268"/>
                  </a:lnTo>
                  <a:cubicBezTo>
                    <a:pt x="12243" y="10065"/>
                    <a:pt x="12159" y="9864"/>
                    <a:pt x="12004" y="9734"/>
                  </a:cubicBezTo>
                  <a:lnTo>
                    <a:pt x="11564" y="9361"/>
                  </a:lnTo>
                  <a:cubicBezTo>
                    <a:pt x="11733" y="8707"/>
                    <a:pt x="11818" y="8036"/>
                    <a:pt x="11818" y="7357"/>
                  </a:cubicBezTo>
                  <a:cubicBezTo>
                    <a:pt x="11818" y="6960"/>
                    <a:pt x="11786" y="6566"/>
                    <a:pt x="11730" y="6172"/>
                  </a:cubicBezTo>
                  <a:lnTo>
                    <a:pt x="11916" y="6172"/>
                  </a:lnTo>
                  <a:cubicBezTo>
                    <a:pt x="12021" y="6172"/>
                    <a:pt x="12113" y="6246"/>
                    <a:pt x="12138" y="6351"/>
                  </a:cubicBezTo>
                  <a:lnTo>
                    <a:pt x="12443" y="7740"/>
                  </a:lnTo>
                  <a:cubicBezTo>
                    <a:pt x="12486" y="7923"/>
                    <a:pt x="12605" y="8081"/>
                    <a:pt x="12778" y="8166"/>
                  </a:cubicBezTo>
                  <a:lnTo>
                    <a:pt x="13449" y="8500"/>
                  </a:lnTo>
                  <a:cubicBezTo>
                    <a:pt x="13483" y="8516"/>
                    <a:pt x="13515" y="8524"/>
                    <a:pt x="13545" y="8524"/>
                  </a:cubicBezTo>
                  <a:cubicBezTo>
                    <a:pt x="13730" y="8524"/>
                    <a:pt x="13834" y="8244"/>
                    <a:pt x="13628" y="8145"/>
                  </a:cubicBezTo>
                  <a:lnTo>
                    <a:pt x="13632" y="8145"/>
                  </a:lnTo>
                  <a:lnTo>
                    <a:pt x="12957" y="7807"/>
                  </a:lnTo>
                  <a:cubicBezTo>
                    <a:pt x="12897" y="7775"/>
                    <a:pt x="12851" y="7719"/>
                    <a:pt x="12837" y="7652"/>
                  </a:cubicBezTo>
                  <a:lnTo>
                    <a:pt x="12531" y="6263"/>
                  </a:lnTo>
                  <a:cubicBezTo>
                    <a:pt x="12468" y="5975"/>
                    <a:pt x="12211" y="5771"/>
                    <a:pt x="11916" y="5771"/>
                  </a:cubicBezTo>
                  <a:lnTo>
                    <a:pt x="11663" y="5771"/>
                  </a:lnTo>
                  <a:cubicBezTo>
                    <a:pt x="11540" y="5156"/>
                    <a:pt x="11336" y="4561"/>
                    <a:pt x="11061" y="3999"/>
                  </a:cubicBezTo>
                  <a:cubicBezTo>
                    <a:pt x="10914" y="3707"/>
                    <a:pt x="10636" y="3499"/>
                    <a:pt x="10312" y="3440"/>
                  </a:cubicBezTo>
                  <a:cubicBezTo>
                    <a:pt x="10320" y="3394"/>
                    <a:pt x="10323" y="3348"/>
                    <a:pt x="10323" y="3299"/>
                  </a:cubicBezTo>
                  <a:cubicBezTo>
                    <a:pt x="10323" y="3190"/>
                    <a:pt x="10312" y="3077"/>
                    <a:pt x="10291" y="2965"/>
                  </a:cubicBezTo>
                  <a:lnTo>
                    <a:pt x="10974" y="2965"/>
                  </a:lnTo>
                  <a:cubicBezTo>
                    <a:pt x="11174" y="2965"/>
                    <a:pt x="11364" y="2866"/>
                    <a:pt x="11483" y="2701"/>
                  </a:cubicBezTo>
                  <a:lnTo>
                    <a:pt x="12422" y="1382"/>
                  </a:lnTo>
                  <a:cubicBezTo>
                    <a:pt x="12541" y="1227"/>
                    <a:pt x="12402" y="1060"/>
                    <a:pt x="12257" y="1060"/>
                  </a:cubicBezTo>
                  <a:cubicBezTo>
                    <a:pt x="12200" y="1060"/>
                    <a:pt x="12142" y="1086"/>
                    <a:pt x="12099" y="1150"/>
                  </a:cubicBezTo>
                  <a:lnTo>
                    <a:pt x="11156" y="2469"/>
                  </a:lnTo>
                  <a:cubicBezTo>
                    <a:pt x="11114" y="2529"/>
                    <a:pt x="11044" y="2564"/>
                    <a:pt x="10970" y="2564"/>
                  </a:cubicBezTo>
                  <a:lnTo>
                    <a:pt x="10168" y="2564"/>
                  </a:lnTo>
                  <a:cubicBezTo>
                    <a:pt x="10003" y="2184"/>
                    <a:pt x="9708" y="1836"/>
                    <a:pt x="9296" y="1548"/>
                  </a:cubicBezTo>
                  <a:cubicBezTo>
                    <a:pt x="8990" y="1337"/>
                    <a:pt x="8649" y="1171"/>
                    <a:pt x="8294" y="1062"/>
                  </a:cubicBezTo>
                  <a:cubicBezTo>
                    <a:pt x="8470" y="918"/>
                    <a:pt x="8603" y="802"/>
                    <a:pt x="8709" y="711"/>
                  </a:cubicBezTo>
                  <a:cubicBezTo>
                    <a:pt x="8895" y="553"/>
                    <a:pt x="8997" y="461"/>
                    <a:pt x="9082" y="429"/>
                  </a:cubicBezTo>
                  <a:cubicBezTo>
                    <a:pt x="9156" y="401"/>
                    <a:pt x="9251" y="398"/>
                    <a:pt x="9479" y="398"/>
                  </a:cubicBezTo>
                  <a:cubicBezTo>
                    <a:pt x="9745" y="398"/>
                    <a:pt x="9746" y="0"/>
                    <a:pt x="9483" y="0"/>
                  </a:cubicBezTo>
                  <a:cubicBezTo>
                    <a:pt x="9481" y="0"/>
                    <a:pt x="9480" y="0"/>
                    <a:pt x="9479" y="0"/>
                  </a:cubicBezTo>
                  <a:cubicBezTo>
                    <a:pt x="8952" y="0"/>
                    <a:pt x="8902" y="18"/>
                    <a:pt x="8449" y="408"/>
                  </a:cubicBezTo>
                  <a:cubicBezTo>
                    <a:pt x="8322" y="517"/>
                    <a:pt x="8058" y="739"/>
                    <a:pt x="7809" y="939"/>
                  </a:cubicBezTo>
                  <a:cubicBezTo>
                    <a:pt x="7513" y="883"/>
                    <a:pt x="7214" y="855"/>
                    <a:pt x="6916" y="855"/>
                  </a:cubicBezTo>
                  <a:cubicBezTo>
                    <a:pt x="6617" y="855"/>
                    <a:pt x="6318" y="883"/>
                    <a:pt x="6022" y="939"/>
                  </a:cubicBezTo>
                  <a:cubicBezTo>
                    <a:pt x="5780" y="739"/>
                    <a:pt x="5506" y="514"/>
                    <a:pt x="5382" y="408"/>
                  </a:cubicBezTo>
                  <a:cubicBezTo>
                    <a:pt x="4929" y="18"/>
                    <a:pt x="4880" y="0"/>
                    <a:pt x="4352" y="0"/>
                  </a:cubicBezTo>
                  <a:cubicBezTo>
                    <a:pt x="4351" y="0"/>
                    <a:pt x="4350" y="0"/>
                    <a:pt x="43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2" name="Google Shape;20812;p90"/>
            <p:cNvSpPr/>
            <p:nvPr/>
          </p:nvSpPr>
          <p:spPr>
            <a:xfrm>
              <a:off x="2050904" y="3097702"/>
              <a:ext cx="53683" cy="49699"/>
            </a:xfrm>
            <a:custGeom>
              <a:rect b="b" l="l" r="r" t="t"/>
              <a:pathLst>
                <a:path extrusionOk="0" h="1896" w="2048">
                  <a:moveTo>
                    <a:pt x="1028" y="1"/>
                  </a:moveTo>
                  <a:cubicBezTo>
                    <a:pt x="620" y="1"/>
                    <a:pt x="261" y="261"/>
                    <a:pt x="131" y="648"/>
                  </a:cubicBezTo>
                  <a:cubicBezTo>
                    <a:pt x="1" y="1031"/>
                    <a:pt x="131" y="1457"/>
                    <a:pt x="454" y="1703"/>
                  </a:cubicBezTo>
                  <a:cubicBezTo>
                    <a:pt x="623" y="1831"/>
                    <a:pt x="825" y="1896"/>
                    <a:pt x="1027" y="1896"/>
                  </a:cubicBezTo>
                  <a:cubicBezTo>
                    <a:pt x="1212" y="1896"/>
                    <a:pt x="1397" y="1842"/>
                    <a:pt x="1559" y="1735"/>
                  </a:cubicBezTo>
                  <a:cubicBezTo>
                    <a:pt x="1893" y="1506"/>
                    <a:pt x="2047" y="1091"/>
                    <a:pt x="1942" y="697"/>
                  </a:cubicBezTo>
                  <a:cubicBezTo>
                    <a:pt x="1916" y="610"/>
                    <a:pt x="1837" y="552"/>
                    <a:pt x="1751" y="552"/>
                  </a:cubicBezTo>
                  <a:cubicBezTo>
                    <a:pt x="1733" y="552"/>
                    <a:pt x="1714" y="555"/>
                    <a:pt x="1696" y="560"/>
                  </a:cubicBezTo>
                  <a:cubicBezTo>
                    <a:pt x="1587" y="588"/>
                    <a:pt x="1523" y="697"/>
                    <a:pt x="1555" y="803"/>
                  </a:cubicBezTo>
                  <a:cubicBezTo>
                    <a:pt x="1661" y="1183"/>
                    <a:pt x="1358" y="1500"/>
                    <a:pt x="1023" y="1500"/>
                  </a:cubicBezTo>
                  <a:cubicBezTo>
                    <a:pt x="912" y="1500"/>
                    <a:pt x="798" y="1465"/>
                    <a:pt x="694" y="1386"/>
                  </a:cubicBezTo>
                  <a:cubicBezTo>
                    <a:pt x="275" y="1070"/>
                    <a:pt x="500" y="402"/>
                    <a:pt x="1028" y="402"/>
                  </a:cubicBezTo>
                  <a:cubicBezTo>
                    <a:pt x="1295" y="402"/>
                    <a:pt x="1295" y="1"/>
                    <a:pt x="10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3" name="Google Shape;20813;p90"/>
            <p:cNvSpPr/>
            <p:nvPr/>
          </p:nvSpPr>
          <p:spPr>
            <a:xfrm>
              <a:off x="2139764" y="3097702"/>
              <a:ext cx="58113" cy="49778"/>
            </a:xfrm>
            <a:custGeom>
              <a:rect b="b" l="l" r="r" t="t"/>
              <a:pathLst>
                <a:path extrusionOk="0" h="1899" w="2217">
                  <a:moveTo>
                    <a:pt x="1270" y="1"/>
                  </a:moveTo>
                  <a:cubicBezTo>
                    <a:pt x="426" y="1"/>
                    <a:pt x="1" y="1024"/>
                    <a:pt x="598" y="1619"/>
                  </a:cubicBezTo>
                  <a:cubicBezTo>
                    <a:pt x="792" y="1812"/>
                    <a:pt x="1030" y="1899"/>
                    <a:pt x="1263" y="1899"/>
                  </a:cubicBezTo>
                  <a:cubicBezTo>
                    <a:pt x="1750" y="1899"/>
                    <a:pt x="2216" y="1521"/>
                    <a:pt x="2216" y="950"/>
                  </a:cubicBezTo>
                  <a:cubicBezTo>
                    <a:pt x="2216" y="866"/>
                    <a:pt x="2205" y="782"/>
                    <a:pt x="2181" y="697"/>
                  </a:cubicBezTo>
                  <a:cubicBezTo>
                    <a:pt x="2151" y="597"/>
                    <a:pt x="2074" y="554"/>
                    <a:pt x="1995" y="554"/>
                  </a:cubicBezTo>
                  <a:cubicBezTo>
                    <a:pt x="1878" y="554"/>
                    <a:pt x="1760" y="651"/>
                    <a:pt x="1798" y="803"/>
                  </a:cubicBezTo>
                  <a:cubicBezTo>
                    <a:pt x="1903" y="1183"/>
                    <a:pt x="1600" y="1500"/>
                    <a:pt x="1265" y="1500"/>
                  </a:cubicBezTo>
                  <a:cubicBezTo>
                    <a:pt x="1155" y="1500"/>
                    <a:pt x="1040" y="1465"/>
                    <a:pt x="936" y="1386"/>
                  </a:cubicBezTo>
                  <a:cubicBezTo>
                    <a:pt x="518" y="1066"/>
                    <a:pt x="743" y="402"/>
                    <a:pt x="1270" y="402"/>
                  </a:cubicBezTo>
                  <a:cubicBezTo>
                    <a:pt x="1537" y="402"/>
                    <a:pt x="1537" y="1"/>
                    <a:pt x="1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14" name="Google Shape;20814;p90"/>
          <p:cNvGrpSpPr/>
          <p:nvPr/>
        </p:nvGrpSpPr>
        <p:grpSpPr>
          <a:xfrm>
            <a:off x="3030832" y="2903048"/>
            <a:ext cx="378115" cy="344118"/>
            <a:chOff x="3030832" y="2903048"/>
            <a:chExt cx="378115" cy="344118"/>
          </a:xfrm>
        </p:grpSpPr>
        <p:sp>
          <p:nvSpPr>
            <p:cNvPr id="20815" name="Google Shape;20815;p90"/>
            <p:cNvSpPr/>
            <p:nvPr/>
          </p:nvSpPr>
          <p:spPr>
            <a:xfrm>
              <a:off x="3164987" y="3164360"/>
              <a:ext cx="32975" cy="30354"/>
            </a:xfrm>
            <a:custGeom>
              <a:rect b="b" l="l" r="r" t="t"/>
              <a:pathLst>
                <a:path extrusionOk="0" h="1158" w="1258">
                  <a:moveTo>
                    <a:pt x="523" y="0"/>
                  </a:moveTo>
                  <a:lnTo>
                    <a:pt x="118" y="718"/>
                  </a:lnTo>
                  <a:cubicBezTo>
                    <a:pt x="1" y="921"/>
                    <a:pt x="157" y="1158"/>
                    <a:pt x="371" y="1158"/>
                  </a:cubicBezTo>
                  <a:cubicBezTo>
                    <a:pt x="401" y="1158"/>
                    <a:pt x="431" y="1153"/>
                    <a:pt x="463" y="1143"/>
                  </a:cubicBezTo>
                  <a:lnTo>
                    <a:pt x="1257" y="894"/>
                  </a:lnTo>
                  <a:lnTo>
                    <a:pt x="523"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6" name="Google Shape;20816;p90"/>
            <p:cNvSpPr/>
            <p:nvPr/>
          </p:nvSpPr>
          <p:spPr>
            <a:xfrm>
              <a:off x="3266692" y="3216445"/>
              <a:ext cx="27864" cy="23277"/>
            </a:xfrm>
            <a:custGeom>
              <a:rect b="b" l="l" r="r" t="t"/>
              <a:pathLst>
                <a:path extrusionOk="0" h="888" w="1063">
                  <a:moveTo>
                    <a:pt x="1" y="0"/>
                  </a:moveTo>
                  <a:lnTo>
                    <a:pt x="180" y="668"/>
                  </a:lnTo>
                  <a:cubicBezTo>
                    <a:pt x="217" y="812"/>
                    <a:pt x="340" y="888"/>
                    <a:pt x="465" y="888"/>
                  </a:cubicBezTo>
                  <a:cubicBezTo>
                    <a:pt x="566" y="888"/>
                    <a:pt x="668" y="837"/>
                    <a:pt x="725" y="732"/>
                  </a:cubicBezTo>
                  <a:lnTo>
                    <a:pt x="1063" y="102"/>
                  </a:lnTo>
                  <a:lnTo>
                    <a:pt x="1"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7" name="Google Shape;20817;p90"/>
            <p:cNvSpPr/>
            <p:nvPr/>
          </p:nvSpPr>
          <p:spPr>
            <a:xfrm>
              <a:off x="3351673" y="3182526"/>
              <a:ext cx="26815" cy="24876"/>
            </a:xfrm>
            <a:custGeom>
              <a:rect b="b" l="l" r="r" t="t"/>
              <a:pathLst>
                <a:path extrusionOk="0" h="949" w="1023">
                  <a:moveTo>
                    <a:pt x="964" y="0"/>
                  </a:moveTo>
                  <a:lnTo>
                    <a:pt x="1" y="394"/>
                  </a:lnTo>
                  <a:lnTo>
                    <a:pt x="514" y="869"/>
                  </a:lnTo>
                  <a:cubicBezTo>
                    <a:pt x="574" y="924"/>
                    <a:pt x="644" y="948"/>
                    <a:pt x="712" y="948"/>
                  </a:cubicBezTo>
                  <a:cubicBezTo>
                    <a:pt x="872" y="948"/>
                    <a:pt x="1022" y="816"/>
                    <a:pt x="1010" y="630"/>
                  </a:cubicBezTo>
                  <a:lnTo>
                    <a:pt x="964"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8" name="Google Shape;20818;p90"/>
            <p:cNvSpPr/>
            <p:nvPr/>
          </p:nvSpPr>
          <p:spPr>
            <a:xfrm>
              <a:off x="3152405" y="3069130"/>
              <a:ext cx="26763" cy="29175"/>
            </a:xfrm>
            <a:custGeom>
              <a:rect b="b" l="l" r="r" t="t"/>
              <a:pathLst>
                <a:path extrusionOk="0" h="1113" w="1021">
                  <a:moveTo>
                    <a:pt x="932" y="1"/>
                  </a:moveTo>
                  <a:lnTo>
                    <a:pt x="243" y="331"/>
                  </a:lnTo>
                  <a:cubicBezTo>
                    <a:pt x="0" y="444"/>
                    <a:pt x="25" y="799"/>
                    <a:pt x="282" y="880"/>
                  </a:cubicBezTo>
                  <a:lnTo>
                    <a:pt x="1020" y="1112"/>
                  </a:lnTo>
                  <a:lnTo>
                    <a:pt x="932"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9" name="Google Shape;20819;p90"/>
            <p:cNvSpPr/>
            <p:nvPr/>
          </p:nvSpPr>
          <p:spPr>
            <a:xfrm>
              <a:off x="3097097" y="2930466"/>
              <a:ext cx="311850" cy="291352"/>
            </a:xfrm>
            <a:custGeom>
              <a:rect b="b" l="l" r="r" t="t"/>
              <a:pathLst>
                <a:path extrusionOk="0" h="11115" w="11897">
                  <a:moveTo>
                    <a:pt x="2313" y="1"/>
                  </a:moveTo>
                  <a:cubicBezTo>
                    <a:pt x="1923" y="1"/>
                    <a:pt x="1502" y="131"/>
                    <a:pt x="1091" y="435"/>
                  </a:cubicBezTo>
                  <a:cubicBezTo>
                    <a:pt x="1069" y="449"/>
                    <a:pt x="1052" y="466"/>
                    <a:pt x="1038" y="487"/>
                  </a:cubicBezTo>
                  <a:cubicBezTo>
                    <a:pt x="0" y="1890"/>
                    <a:pt x="978" y="3420"/>
                    <a:pt x="2314" y="3420"/>
                  </a:cubicBezTo>
                  <a:cubicBezTo>
                    <a:pt x="2469" y="3420"/>
                    <a:pt x="2620" y="3399"/>
                    <a:pt x="2771" y="3357"/>
                  </a:cubicBezTo>
                  <a:cubicBezTo>
                    <a:pt x="2791" y="3351"/>
                    <a:pt x="2811" y="3349"/>
                    <a:pt x="2830" y="3349"/>
                  </a:cubicBezTo>
                  <a:cubicBezTo>
                    <a:pt x="2922" y="3349"/>
                    <a:pt x="3006" y="3408"/>
                    <a:pt x="3035" y="3501"/>
                  </a:cubicBezTo>
                  <a:cubicBezTo>
                    <a:pt x="3120" y="3775"/>
                    <a:pt x="3274" y="4025"/>
                    <a:pt x="3485" y="4225"/>
                  </a:cubicBezTo>
                  <a:cubicBezTo>
                    <a:pt x="3573" y="4310"/>
                    <a:pt x="3573" y="4454"/>
                    <a:pt x="3485" y="4538"/>
                  </a:cubicBezTo>
                  <a:cubicBezTo>
                    <a:pt x="2817" y="5175"/>
                    <a:pt x="2778" y="6230"/>
                    <a:pt x="3397" y="6912"/>
                  </a:cubicBezTo>
                  <a:cubicBezTo>
                    <a:pt x="3468" y="6993"/>
                    <a:pt x="3468" y="7116"/>
                    <a:pt x="3397" y="7193"/>
                  </a:cubicBezTo>
                  <a:cubicBezTo>
                    <a:pt x="2884" y="7763"/>
                    <a:pt x="2747" y="8674"/>
                    <a:pt x="3383" y="9546"/>
                  </a:cubicBezTo>
                  <a:cubicBezTo>
                    <a:pt x="3397" y="9563"/>
                    <a:pt x="3415" y="9581"/>
                    <a:pt x="3436" y="9598"/>
                  </a:cubicBezTo>
                  <a:cubicBezTo>
                    <a:pt x="3852" y="9912"/>
                    <a:pt x="4274" y="10046"/>
                    <a:pt x="4665" y="10046"/>
                  </a:cubicBezTo>
                  <a:cubicBezTo>
                    <a:pt x="4910" y="10046"/>
                    <a:pt x="5142" y="9994"/>
                    <a:pt x="5353" y="9901"/>
                  </a:cubicBezTo>
                  <a:cubicBezTo>
                    <a:pt x="5380" y="9888"/>
                    <a:pt x="5409" y="9882"/>
                    <a:pt x="5438" y="9882"/>
                  </a:cubicBezTo>
                  <a:cubicBezTo>
                    <a:pt x="5523" y="9882"/>
                    <a:pt x="5606" y="9934"/>
                    <a:pt x="5637" y="10020"/>
                  </a:cubicBezTo>
                  <a:cubicBezTo>
                    <a:pt x="5887" y="10667"/>
                    <a:pt x="6506" y="11100"/>
                    <a:pt x="7199" y="11114"/>
                  </a:cubicBezTo>
                  <a:cubicBezTo>
                    <a:pt x="7210" y="11114"/>
                    <a:pt x="7222" y="11114"/>
                    <a:pt x="7233" y="11114"/>
                  </a:cubicBezTo>
                  <a:cubicBezTo>
                    <a:pt x="7916" y="11114"/>
                    <a:pt x="8532" y="10706"/>
                    <a:pt x="8802" y="10080"/>
                  </a:cubicBezTo>
                  <a:cubicBezTo>
                    <a:pt x="8836" y="10001"/>
                    <a:pt x="8915" y="9952"/>
                    <a:pt x="8998" y="9952"/>
                  </a:cubicBezTo>
                  <a:cubicBezTo>
                    <a:pt x="9018" y="9952"/>
                    <a:pt x="9039" y="9954"/>
                    <a:pt x="9059" y="9961"/>
                  </a:cubicBezTo>
                  <a:cubicBezTo>
                    <a:pt x="9228" y="10017"/>
                    <a:pt x="9403" y="10045"/>
                    <a:pt x="9583" y="10045"/>
                  </a:cubicBezTo>
                  <a:cubicBezTo>
                    <a:pt x="10916" y="10045"/>
                    <a:pt x="11897" y="8515"/>
                    <a:pt x="10856" y="7112"/>
                  </a:cubicBezTo>
                  <a:cubicBezTo>
                    <a:pt x="10842" y="7091"/>
                    <a:pt x="10821" y="7077"/>
                    <a:pt x="10800" y="7063"/>
                  </a:cubicBezTo>
                  <a:cubicBezTo>
                    <a:pt x="10389" y="6759"/>
                    <a:pt x="9967" y="6628"/>
                    <a:pt x="9577" y="6628"/>
                  </a:cubicBezTo>
                  <a:cubicBezTo>
                    <a:pt x="8874" y="6628"/>
                    <a:pt x="8271" y="7053"/>
                    <a:pt x="8011" y="7661"/>
                  </a:cubicBezTo>
                  <a:cubicBezTo>
                    <a:pt x="7977" y="7742"/>
                    <a:pt x="7899" y="7790"/>
                    <a:pt x="7815" y="7790"/>
                  </a:cubicBezTo>
                  <a:cubicBezTo>
                    <a:pt x="7794" y="7790"/>
                    <a:pt x="7772" y="7787"/>
                    <a:pt x="7751" y="7780"/>
                  </a:cubicBezTo>
                  <a:cubicBezTo>
                    <a:pt x="7580" y="7724"/>
                    <a:pt x="7404" y="7696"/>
                    <a:pt x="7227" y="7696"/>
                  </a:cubicBezTo>
                  <a:cubicBezTo>
                    <a:pt x="6995" y="7696"/>
                    <a:pt x="6764" y="7744"/>
                    <a:pt x="6548" y="7840"/>
                  </a:cubicBezTo>
                  <a:cubicBezTo>
                    <a:pt x="6520" y="7853"/>
                    <a:pt x="6490" y="7859"/>
                    <a:pt x="6460" y="7859"/>
                  </a:cubicBezTo>
                  <a:cubicBezTo>
                    <a:pt x="6374" y="7859"/>
                    <a:pt x="6291" y="7807"/>
                    <a:pt x="6260" y="7721"/>
                  </a:cubicBezTo>
                  <a:cubicBezTo>
                    <a:pt x="6182" y="7527"/>
                    <a:pt x="6073" y="7348"/>
                    <a:pt x="5933" y="7193"/>
                  </a:cubicBezTo>
                  <a:cubicBezTo>
                    <a:pt x="5862" y="7112"/>
                    <a:pt x="5862" y="6993"/>
                    <a:pt x="5933" y="6912"/>
                  </a:cubicBezTo>
                  <a:cubicBezTo>
                    <a:pt x="6552" y="6230"/>
                    <a:pt x="6513" y="5178"/>
                    <a:pt x="5845" y="4538"/>
                  </a:cubicBezTo>
                  <a:cubicBezTo>
                    <a:pt x="5757" y="4454"/>
                    <a:pt x="5757" y="4310"/>
                    <a:pt x="5845" y="4225"/>
                  </a:cubicBezTo>
                  <a:cubicBezTo>
                    <a:pt x="6432" y="3663"/>
                    <a:pt x="6618" y="2696"/>
                    <a:pt x="5940" y="1774"/>
                  </a:cubicBezTo>
                  <a:cubicBezTo>
                    <a:pt x="5926" y="1753"/>
                    <a:pt x="5908" y="1736"/>
                    <a:pt x="5887" y="1722"/>
                  </a:cubicBezTo>
                  <a:cubicBezTo>
                    <a:pt x="5475" y="1414"/>
                    <a:pt x="5054" y="1283"/>
                    <a:pt x="4663" y="1283"/>
                  </a:cubicBezTo>
                  <a:cubicBezTo>
                    <a:pt x="4504" y="1283"/>
                    <a:pt x="4349" y="1305"/>
                    <a:pt x="4203" y="1345"/>
                  </a:cubicBezTo>
                  <a:cubicBezTo>
                    <a:pt x="4183" y="1351"/>
                    <a:pt x="4163" y="1354"/>
                    <a:pt x="4144" y="1354"/>
                  </a:cubicBezTo>
                  <a:cubicBezTo>
                    <a:pt x="4053" y="1354"/>
                    <a:pt x="3971" y="1295"/>
                    <a:pt x="3942" y="1205"/>
                  </a:cubicBezTo>
                  <a:cubicBezTo>
                    <a:pt x="3728" y="508"/>
                    <a:pt x="3080" y="1"/>
                    <a:pt x="2313" y="1"/>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0" name="Google Shape;20820;p90"/>
            <p:cNvSpPr/>
            <p:nvPr/>
          </p:nvSpPr>
          <p:spPr>
            <a:xfrm>
              <a:off x="3109024" y="2968107"/>
              <a:ext cx="283252" cy="253711"/>
            </a:xfrm>
            <a:custGeom>
              <a:rect b="b" l="l" r="r" t="t"/>
              <a:pathLst>
                <a:path extrusionOk="0" h="9679" w="10806">
                  <a:moveTo>
                    <a:pt x="175" y="1"/>
                  </a:moveTo>
                  <a:lnTo>
                    <a:pt x="175" y="1"/>
                  </a:lnTo>
                  <a:cubicBezTo>
                    <a:pt x="0" y="1073"/>
                    <a:pt x="845" y="1987"/>
                    <a:pt x="1857" y="1987"/>
                  </a:cubicBezTo>
                  <a:cubicBezTo>
                    <a:pt x="2008" y="1987"/>
                    <a:pt x="2162" y="1967"/>
                    <a:pt x="2316" y="1924"/>
                  </a:cubicBezTo>
                  <a:cubicBezTo>
                    <a:pt x="2337" y="1919"/>
                    <a:pt x="2357" y="1916"/>
                    <a:pt x="2377" y="1916"/>
                  </a:cubicBezTo>
                  <a:cubicBezTo>
                    <a:pt x="2467" y="1916"/>
                    <a:pt x="2548" y="1972"/>
                    <a:pt x="2577" y="2061"/>
                  </a:cubicBezTo>
                  <a:cubicBezTo>
                    <a:pt x="2665" y="2339"/>
                    <a:pt x="2819" y="2589"/>
                    <a:pt x="3027" y="2789"/>
                  </a:cubicBezTo>
                  <a:cubicBezTo>
                    <a:pt x="3118" y="2874"/>
                    <a:pt x="3118" y="3018"/>
                    <a:pt x="3027" y="3102"/>
                  </a:cubicBezTo>
                  <a:cubicBezTo>
                    <a:pt x="2362" y="3739"/>
                    <a:pt x="2323" y="4794"/>
                    <a:pt x="2939" y="5476"/>
                  </a:cubicBezTo>
                  <a:cubicBezTo>
                    <a:pt x="3013" y="5557"/>
                    <a:pt x="3013" y="5680"/>
                    <a:pt x="2939" y="5757"/>
                  </a:cubicBezTo>
                  <a:cubicBezTo>
                    <a:pt x="2429" y="6327"/>
                    <a:pt x="2292" y="7234"/>
                    <a:pt x="2925" y="8106"/>
                  </a:cubicBezTo>
                  <a:lnTo>
                    <a:pt x="2981" y="8162"/>
                  </a:lnTo>
                  <a:cubicBezTo>
                    <a:pt x="3396" y="8476"/>
                    <a:pt x="3818" y="8609"/>
                    <a:pt x="4209" y="8609"/>
                  </a:cubicBezTo>
                  <a:cubicBezTo>
                    <a:pt x="4453" y="8609"/>
                    <a:pt x="4684" y="8557"/>
                    <a:pt x="4894" y="8465"/>
                  </a:cubicBezTo>
                  <a:cubicBezTo>
                    <a:pt x="4923" y="8452"/>
                    <a:pt x="4952" y="8446"/>
                    <a:pt x="4981" y="8446"/>
                  </a:cubicBezTo>
                  <a:cubicBezTo>
                    <a:pt x="5067" y="8446"/>
                    <a:pt x="5148" y="8498"/>
                    <a:pt x="5182" y="8584"/>
                  </a:cubicBezTo>
                  <a:lnTo>
                    <a:pt x="5182" y="8588"/>
                  </a:lnTo>
                  <a:cubicBezTo>
                    <a:pt x="5432" y="9231"/>
                    <a:pt x="6047" y="9664"/>
                    <a:pt x="6740" y="9678"/>
                  </a:cubicBezTo>
                  <a:cubicBezTo>
                    <a:pt x="6749" y="9678"/>
                    <a:pt x="6758" y="9678"/>
                    <a:pt x="6767" y="9678"/>
                  </a:cubicBezTo>
                  <a:cubicBezTo>
                    <a:pt x="7449" y="9678"/>
                    <a:pt x="8066" y="9276"/>
                    <a:pt x="8337" y="8648"/>
                  </a:cubicBezTo>
                  <a:cubicBezTo>
                    <a:pt x="8373" y="8566"/>
                    <a:pt x="8454" y="8514"/>
                    <a:pt x="8541" y="8514"/>
                  </a:cubicBezTo>
                  <a:cubicBezTo>
                    <a:pt x="8563" y="8514"/>
                    <a:pt x="8585" y="8518"/>
                    <a:pt x="8607" y="8525"/>
                  </a:cubicBezTo>
                  <a:cubicBezTo>
                    <a:pt x="8773" y="8581"/>
                    <a:pt x="8948" y="8609"/>
                    <a:pt x="9124" y="8609"/>
                  </a:cubicBezTo>
                  <a:cubicBezTo>
                    <a:pt x="9951" y="8609"/>
                    <a:pt x="10657" y="8015"/>
                    <a:pt x="10805" y="7203"/>
                  </a:cubicBezTo>
                  <a:lnTo>
                    <a:pt x="10805" y="7203"/>
                  </a:lnTo>
                  <a:cubicBezTo>
                    <a:pt x="10482" y="7554"/>
                    <a:pt x="10028" y="7755"/>
                    <a:pt x="9550" y="7755"/>
                  </a:cubicBezTo>
                  <a:cubicBezTo>
                    <a:pt x="9483" y="7755"/>
                    <a:pt x="9420" y="7751"/>
                    <a:pt x="9353" y="7744"/>
                  </a:cubicBezTo>
                  <a:cubicBezTo>
                    <a:pt x="9325" y="7741"/>
                    <a:pt x="9297" y="7739"/>
                    <a:pt x="9270" y="7739"/>
                  </a:cubicBezTo>
                  <a:cubicBezTo>
                    <a:pt x="9059" y="7739"/>
                    <a:pt x="8857" y="7832"/>
                    <a:pt x="8723" y="7997"/>
                  </a:cubicBezTo>
                  <a:cubicBezTo>
                    <a:pt x="8597" y="8145"/>
                    <a:pt x="8446" y="8271"/>
                    <a:pt x="8277" y="8370"/>
                  </a:cubicBezTo>
                  <a:cubicBezTo>
                    <a:pt x="8017" y="8528"/>
                    <a:pt x="7718" y="8609"/>
                    <a:pt x="7415" y="8609"/>
                  </a:cubicBezTo>
                  <a:cubicBezTo>
                    <a:pt x="7413" y="8609"/>
                    <a:pt x="7410" y="8609"/>
                    <a:pt x="7408" y="8609"/>
                  </a:cubicBezTo>
                  <a:cubicBezTo>
                    <a:pt x="6630" y="8609"/>
                    <a:pt x="5952" y="8083"/>
                    <a:pt x="5759" y="7329"/>
                  </a:cubicBezTo>
                  <a:cubicBezTo>
                    <a:pt x="5731" y="7215"/>
                    <a:pt x="5598" y="7103"/>
                    <a:pt x="5460" y="7103"/>
                  </a:cubicBezTo>
                  <a:cubicBezTo>
                    <a:pt x="5342" y="7103"/>
                    <a:pt x="5219" y="7185"/>
                    <a:pt x="5154" y="7421"/>
                  </a:cubicBezTo>
                  <a:cubicBezTo>
                    <a:pt x="5105" y="7592"/>
                    <a:pt x="4939" y="7721"/>
                    <a:pt x="4764" y="7721"/>
                  </a:cubicBezTo>
                  <a:cubicBezTo>
                    <a:pt x="4738" y="7721"/>
                    <a:pt x="4712" y="7718"/>
                    <a:pt x="4687" y="7712"/>
                  </a:cubicBezTo>
                  <a:cubicBezTo>
                    <a:pt x="4082" y="7575"/>
                    <a:pt x="3600" y="7122"/>
                    <a:pt x="3424" y="6527"/>
                  </a:cubicBezTo>
                  <a:cubicBezTo>
                    <a:pt x="3354" y="6285"/>
                    <a:pt x="3533" y="6042"/>
                    <a:pt x="3786" y="6042"/>
                  </a:cubicBezTo>
                  <a:lnTo>
                    <a:pt x="4208" y="6042"/>
                  </a:lnTo>
                  <a:cubicBezTo>
                    <a:pt x="4767" y="6042"/>
                    <a:pt x="5288" y="5771"/>
                    <a:pt x="5608" y="5314"/>
                  </a:cubicBezTo>
                  <a:lnTo>
                    <a:pt x="5608" y="5314"/>
                  </a:lnTo>
                  <a:cubicBezTo>
                    <a:pt x="5432" y="5373"/>
                    <a:pt x="5250" y="5402"/>
                    <a:pt x="5067" y="5402"/>
                  </a:cubicBezTo>
                  <a:cubicBezTo>
                    <a:pt x="4921" y="5402"/>
                    <a:pt x="4774" y="5383"/>
                    <a:pt x="4630" y="5346"/>
                  </a:cubicBezTo>
                  <a:cubicBezTo>
                    <a:pt x="4029" y="5188"/>
                    <a:pt x="3558" y="4713"/>
                    <a:pt x="3407" y="4108"/>
                  </a:cubicBezTo>
                  <a:cubicBezTo>
                    <a:pt x="3347" y="3872"/>
                    <a:pt x="3340" y="3630"/>
                    <a:pt x="3382" y="3391"/>
                  </a:cubicBezTo>
                  <a:cubicBezTo>
                    <a:pt x="3405" y="3265"/>
                    <a:pt x="3516" y="3179"/>
                    <a:pt x="3637" y="3179"/>
                  </a:cubicBezTo>
                  <a:cubicBezTo>
                    <a:pt x="3662" y="3179"/>
                    <a:pt x="3687" y="3182"/>
                    <a:pt x="3712" y="3190"/>
                  </a:cubicBezTo>
                  <a:cubicBezTo>
                    <a:pt x="3877" y="3241"/>
                    <a:pt x="4045" y="3266"/>
                    <a:pt x="4212" y="3266"/>
                  </a:cubicBezTo>
                  <a:cubicBezTo>
                    <a:pt x="4659" y="3266"/>
                    <a:pt x="5095" y="3089"/>
                    <a:pt x="5418" y="2761"/>
                  </a:cubicBezTo>
                  <a:lnTo>
                    <a:pt x="5436" y="2744"/>
                  </a:lnTo>
                  <a:cubicBezTo>
                    <a:pt x="5534" y="2642"/>
                    <a:pt x="5622" y="2526"/>
                    <a:pt x="5692" y="2403"/>
                  </a:cubicBezTo>
                  <a:lnTo>
                    <a:pt x="5692" y="2403"/>
                  </a:lnTo>
                  <a:cubicBezTo>
                    <a:pt x="5424" y="2555"/>
                    <a:pt x="5135" y="2626"/>
                    <a:pt x="4852" y="2626"/>
                  </a:cubicBezTo>
                  <a:cubicBezTo>
                    <a:pt x="4129" y="2626"/>
                    <a:pt x="3442" y="2163"/>
                    <a:pt x="3217" y="1407"/>
                  </a:cubicBezTo>
                  <a:cubicBezTo>
                    <a:pt x="3180" y="1288"/>
                    <a:pt x="3070" y="1205"/>
                    <a:pt x="2949" y="1205"/>
                  </a:cubicBezTo>
                  <a:cubicBezTo>
                    <a:pt x="2932" y="1205"/>
                    <a:pt x="2914" y="1207"/>
                    <a:pt x="2897" y="1210"/>
                  </a:cubicBezTo>
                  <a:cubicBezTo>
                    <a:pt x="2759" y="1235"/>
                    <a:pt x="2630" y="1259"/>
                    <a:pt x="2476" y="1259"/>
                  </a:cubicBezTo>
                  <a:cubicBezTo>
                    <a:pt x="2364" y="1259"/>
                    <a:pt x="2237" y="1246"/>
                    <a:pt x="2084" y="1210"/>
                  </a:cubicBezTo>
                  <a:cubicBezTo>
                    <a:pt x="1413" y="1049"/>
                    <a:pt x="998" y="363"/>
                    <a:pt x="998" y="363"/>
                  </a:cubicBezTo>
                  <a:lnTo>
                    <a:pt x="175" y="1"/>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1" name="Google Shape;20821;p90"/>
            <p:cNvSpPr/>
            <p:nvPr/>
          </p:nvSpPr>
          <p:spPr>
            <a:xfrm>
              <a:off x="3045668" y="2936128"/>
              <a:ext cx="85479" cy="89621"/>
            </a:xfrm>
            <a:custGeom>
              <a:rect b="b" l="l" r="r" t="t"/>
              <a:pathLst>
                <a:path extrusionOk="0" h="3419" w="3261">
                  <a:moveTo>
                    <a:pt x="1632" y="1"/>
                  </a:moveTo>
                  <a:cubicBezTo>
                    <a:pt x="732" y="1"/>
                    <a:pt x="0" y="767"/>
                    <a:pt x="0" y="1710"/>
                  </a:cubicBezTo>
                  <a:cubicBezTo>
                    <a:pt x="0" y="2656"/>
                    <a:pt x="732" y="3419"/>
                    <a:pt x="1632" y="3419"/>
                  </a:cubicBezTo>
                  <a:cubicBezTo>
                    <a:pt x="2532" y="3419"/>
                    <a:pt x="3260" y="2656"/>
                    <a:pt x="3260" y="1710"/>
                  </a:cubicBezTo>
                  <a:cubicBezTo>
                    <a:pt x="3260" y="767"/>
                    <a:pt x="2532" y="1"/>
                    <a:pt x="1632"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2" name="Google Shape;20822;p90"/>
            <p:cNvSpPr/>
            <p:nvPr/>
          </p:nvSpPr>
          <p:spPr>
            <a:xfrm>
              <a:off x="3045563" y="2941004"/>
              <a:ext cx="80866" cy="84850"/>
            </a:xfrm>
            <a:custGeom>
              <a:rect b="b" l="l" r="r" t="t"/>
              <a:pathLst>
                <a:path extrusionOk="0" h="3237" w="3085">
                  <a:moveTo>
                    <a:pt x="897" y="1"/>
                  </a:moveTo>
                  <a:lnTo>
                    <a:pt x="897" y="1"/>
                  </a:lnTo>
                  <a:cubicBezTo>
                    <a:pt x="342" y="307"/>
                    <a:pt x="1" y="891"/>
                    <a:pt x="4" y="1524"/>
                  </a:cubicBezTo>
                  <a:cubicBezTo>
                    <a:pt x="4" y="2470"/>
                    <a:pt x="736" y="3236"/>
                    <a:pt x="1636" y="3236"/>
                  </a:cubicBezTo>
                  <a:cubicBezTo>
                    <a:pt x="2269" y="3236"/>
                    <a:pt x="2817" y="2853"/>
                    <a:pt x="3085" y="2301"/>
                  </a:cubicBezTo>
                  <a:lnTo>
                    <a:pt x="3085" y="2301"/>
                  </a:lnTo>
                  <a:cubicBezTo>
                    <a:pt x="2860" y="2420"/>
                    <a:pt x="2606" y="2487"/>
                    <a:pt x="2350" y="2487"/>
                  </a:cubicBezTo>
                  <a:cubicBezTo>
                    <a:pt x="1450" y="2487"/>
                    <a:pt x="718" y="1721"/>
                    <a:pt x="718" y="778"/>
                  </a:cubicBezTo>
                  <a:cubicBezTo>
                    <a:pt x="718" y="507"/>
                    <a:pt x="778" y="244"/>
                    <a:pt x="89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3" name="Google Shape;20823;p90"/>
            <p:cNvSpPr/>
            <p:nvPr/>
          </p:nvSpPr>
          <p:spPr>
            <a:xfrm>
              <a:off x="3073689" y="2958540"/>
              <a:ext cx="22412" cy="22412"/>
            </a:xfrm>
            <a:custGeom>
              <a:rect b="b" l="l" r="r" t="t"/>
              <a:pathLst>
                <a:path extrusionOk="0" h="855" w="855">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4" name="Google Shape;20824;p90"/>
            <p:cNvSpPr/>
            <p:nvPr/>
          </p:nvSpPr>
          <p:spPr>
            <a:xfrm>
              <a:off x="3062890" y="2953271"/>
              <a:ext cx="38480" cy="32975"/>
            </a:xfrm>
            <a:custGeom>
              <a:rect b="b" l="l" r="r" t="t"/>
              <a:pathLst>
                <a:path extrusionOk="0" h="1258" w="1468">
                  <a:moveTo>
                    <a:pt x="840" y="401"/>
                  </a:moveTo>
                  <a:cubicBezTo>
                    <a:pt x="957" y="401"/>
                    <a:pt x="1070" y="492"/>
                    <a:pt x="1070" y="630"/>
                  </a:cubicBezTo>
                  <a:cubicBezTo>
                    <a:pt x="1066" y="757"/>
                    <a:pt x="968" y="855"/>
                    <a:pt x="841" y="859"/>
                  </a:cubicBezTo>
                  <a:cubicBezTo>
                    <a:pt x="637" y="859"/>
                    <a:pt x="535" y="613"/>
                    <a:pt x="680" y="468"/>
                  </a:cubicBezTo>
                  <a:cubicBezTo>
                    <a:pt x="726" y="422"/>
                    <a:pt x="784" y="401"/>
                    <a:pt x="840" y="401"/>
                  </a:cubicBezTo>
                  <a:close/>
                  <a:moveTo>
                    <a:pt x="841" y="1"/>
                  </a:moveTo>
                  <a:cubicBezTo>
                    <a:pt x="282" y="1"/>
                    <a:pt x="1" y="679"/>
                    <a:pt x="398" y="1073"/>
                  </a:cubicBezTo>
                  <a:cubicBezTo>
                    <a:pt x="526" y="1201"/>
                    <a:pt x="683" y="1258"/>
                    <a:pt x="837" y="1258"/>
                  </a:cubicBezTo>
                  <a:cubicBezTo>
                    <a:pt x="1158" y="1258"/>
                    <a:pt x="1467" y="1008"/>
                    <a:pt x="1467" y="630"/>
                  </a:cubicBezTo>
                  <a:cubicBezTo>
                    <a:pt x="1467" y="282"/>
                    <a:pt x="1186" y="4"/>
                    <a:pt x="8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5" name="Google Shape;20825;p90"/>
            <p:cNvSpPr/>
            <p:nvPr/>
          </p:nvSpPr>
          <p:spPr>
            <a:xfrm>
              <a:off x="3030832" y="2903048"/>
              <a:ext cx="374813" cy="344118"/>
            </a:xfrm>
            <a:custGeom>
              <a:rect b="b" l="l" r="r" t="t"/>
              <a:pathLst>
                <a:path extrusionOk="0" h="13128" w="14299">
                  <a:moveTo>
                    <a:pt x="5314" y="6671"/>
                  </a:moveTo>
                  <a:lnTo>
                    <a:pt x="5314" y="6671"/>
                  </a:lnTo>
                  <a:cubicBezTo>
                    <a:pt x="5310" y="6703"/>
                    <a:pt x="5310" y="6734"/>
                    <a:pt x="5310" y="6766"/>
                  </a:cubicBezTo>
                  <a:cubicBezTo>
                    <a:pt x="5310" y="6899"/>
                    <a:pt x="5324" y="7033"/>
                    <a:pt x="5352" y="7167"/>
                  </a:cubicBezTo>
                  <a:lnTo>
                    <a:pt x="4934" y="7033"/>
                  </a:lnTo>
                  <a:cubicBezTo>
                    <a:pt x="4856" y="7005"/>
                    <a:pt x="4849" y="6896"/>
                    <a:pt x="4923" y="6857"/>
                  </a:cubicBezTo>
                  <a:lnTo>
                    <a:pt x="5314" y="6671"/>
                  </a:lnTo>
                  <a:close/>
                  <a:moveTo>
                    <a:pt x="5630" y="10395"/>
                  </a:moveTo>
                  <a:cubicBezTo>
                    <a:pt x="5718" y="10539"/>
                    <a:pt x="5830" y="10669"/>
                    <a:pt x="5954" y="10785"/>
                  </a:cubicBezTo>
                  <a:lnTo>
                    <a:pt x="5521" y="10922"/>
                  </a:lnTo>
                  <a:cubicBezTo>
                    <a:pt x="5511" y="10925"/>
                    <a:pt x="5501" y="10927"/>
                    <a:pt x="5492" y="10927"/>
                  </a:cubicBezTo>
                  <a:cubicBezTo>
                    <a:pt x="5422" y="10927"/>
                    <a:pt x="5371" y="10850"/>
                    <a:pt x="5408" y="10782"/>
                  </a:cubicBezTo>
                  <a:lnTo>
                    <a:pt x="5630" y="10395"/>
                  </a:lnTo>
                  <a:close/>
                  <a:moveTo>
                    <a:pt x="13039" y="11049"/>
                  </a:moveTo>
                  <a:lnTo>
                    <a:pt x="13060" y="11344"/>
                  </a:lnTo>
                  <a:cubicBezTo>
                    <a:pt x="13064" y="11383"/>
                    <a:pt x="13043" y="11422"/>
                    <a:pt x="13004" y="11439"/>
                  </a:cubicBezTo>
                  <a:lnTo>
                    <a:pt x="13004" y="11436"/>
                  </a:lnTo>
                  <a:cubicBezTo>
                    <a:pt x="12990" y="11443"/>
                    <a:pt x="12974" y="11446"/>
                    <a:pt x="12959" y="11446"/>
                  </a:cubicBezTo>
                  <a:cubicBezTo>
                    <a:pt x="12937" y="11446"/>
                    <a:pt x="12915" y="11438"/>
                    <a:pt x="12899" y="11422"/>
                  </a:cubicBezTo>
                  <a:lnTo>
                    <a:pt x="12666" y="11207"/>
                  </a:lnTo>
                  <a:cubicBezTo>
                    <a:pt x="12797" y="11168"/>
                    <a:pt x="12920" y="11116"/>
                    <a:pt x="13039" y="11049"/>
                  </a:cubicBezTo>
                  <a:close/>
                  <a:moveTo>
                    <a:pt x="4906" y="1294"/>
                  </a:moveTo>
                  <a:cubicBezTo>
                    <a:pt x="5585" y="1294"/>
                    <a:pt x="6250" y="1749"/>
                    <a:pt x="6397" y="2525"/>
                  </a:cubicBezTo>
                  <a:cubicBezTo>
                    <a:pt x="6393" y="2595"/>
                    <a:pt x="6386" y="2669"/>
                    <a:pt x="6372" y="2740"/>
                  </a:cubicBezTo>
                  <a:cubicBezTo>
                    <a:pt x="6351" y="2849"/>
                    <a:pt x="6425" y="2951"/>
                    <a:pt x="6534" y="2972"/>
                  </a:cubicBezTo>
                  <a:cubicBezTo>
                    <a:pt x="6544" y="2975"/>
                    <a:pt x="6555" y="2975"/>
                    <a:pt x="6569" y="2975"/>
                  </a:cubicBezTo>
                  <a:cubicBezTo>
                    <a:pt x="6664" y="2975"/>
                    <a:pt x="6748" y="2905"/>
                    <a:pt x="6766" y="2810"/>
                  </a:cubicBezTo>
                  <a:cubicBezTo>
                    <a:pt x="6776" y="2747"/>
                    <a:pt x="6783" y="2694"/>
                    <a:pt x="6787" y="2648"/>
                  </a:cubicBezTo>
                  <a:cubicBezTo>
                    <a:pt x="6945" y="2596"/>
                    <a:pt x="7106" y="2570"/>
                    <a:pt x="7264" y="2570"/>
                  </a:cubicBezTo>
                  <a:cubicBezTo>
                    <a:pt x="7807" y="2570"/>
                    <a:pt x="8324" y="2864"/>
                    <a:pt x="8591" y="3362"/>
                  </a:cubicBezTo>
                  <a:cubicBezTo>
                    <a:pt x="8939" y="4009"/>
                    <a:pt x="8770" y="4811"/>
                    <a:pt x="8193" y="5264"/>
                  </a:cubicBezTo>
                  <a:cubicBezTo>
                    <a:pt x="8130" y="5289"/>
                    <a:pt x="8067" y="5310"/>
                    <a:pt x="8004" y="5328"/>
                  </a:cubicBezTo>
                  <a:cubicBezTo>
                    <a:pt x="7763" y="5395"/>
                    <a:pt x="7838" y="5725"/>
                    <a:pt x="8047" y="5725"/>
                  </a:cubicBezTo>
                  <a:cubicBezTo>
                    <a:pt x="8068" y="5725"/>
                    <a:pt x="8090" y="5721"/>
                    <a:pt x="8113" y="5714"/>
                  </a:cubicBezTo>
                  <a:cubicBezTo>
                    <a:pt x="8158" y="5700"/>
                    <a:pt x="8208" y="5686"/>
                    <a:pt x="8253" y="5669"/>
                  </a:cubicBezTo>
                  <a:lnTo>
                    <a:pt x="8253" y="5669"/>
                  </a:lnTo>
                  <a:cubicBezTo>
                    <a:pt x="8897" y="6274"/>
                    <a:pt x="8886" y="7304"/>
                    <a:pt x="8225" y="7891"/>
                  </a:cubicBezTo>
                  <a:cubicBezTo>
                    <a:pt x="8172" y="7912"/>
                    <a:pt x="8116" y="7933"/>
                    <a:pt x="8063" y="7951"/>
                  </a:cubicBezTo>
                  <a:cubicBezTo>
                    <a:pt x="7828" y="8020"/>
                    <a:pt x="7907" y="8345"/>
                    <a:pt x="8112" y="8345"/>
                  </a:cubicBezTo>
                  <a:cubicBezTo>
                    <a:pt x="8136" y="8345"/>
                    <a:pt x="8162" y="8341"/>
                    <a:pt x="8190" y="8331"/>
                  </a:cubicBezTo>
                  <a:cubicBezTo>
                    <a:pt x="8222" y="8320"/>
                    <a:pt x="8257" y="8306"/>
                    <a:pt x="8288" y="8296"/>
                  </a:cubicBezTo>
                  <a:cubicBezTo>
                    <a:pt x="8482" y="8482"/>
                    <a:pt x="8623" y="8717"/>
                    <a:pt x="8696" y="8978"/>
                  </a:cubicBezTo>
                  <a:cubicBezTo>
                    <a:pt x="8700" y="9048"/>
                    <a:pt x="8700" y="9118"/>
                    <a:pt x="8696" y="9189"/>
                  </a:cubicBezTo>
                  <a:cubicBezTo>
                    <a:pt x="8693" y="9298"/>
                    <a:pt x="8777" y="9393"/>
                    <a:pt x="8886" y="9400"/>
                  </a:cubicBezTo>
                  <a:lnTo>
                    <a:pt x="8897" y="9400"/>
                  </a:lnTo>
                  <a:cubicBezTo>
                    <a:pt x="9002" y="9396"/>
                    <a:pt x="9090" y="9315"/>
                    <a:pt x="9097" y="9206"/>
                  </a:cubicBezTo>
                  <a:cubicBezTo>
                    <a:pt x="9097" y="9164"/>
                    <a:pt x="9101" y="9115"/>
                    <a:pt x="9101" y="9069"/>
                  </a:cubicBezTo>
                  <a:cubicBezTo>
                    <a:pt x="9291" y="8988"/>
                    <a:pt x="9495" y="8943"/>
                    <a:pt x="9702" y="8943"/>
                  </a:cubicBezTo>
                  <a:cubicBezTo>
                    <a:pt x="9934" y="8943"/>
                    <a:pt x="10166" y="8999"/>
                    <a:pt x="10374" y="9104"/>
                  </a:cubicBezTo>
                  <a:lnTo>
                    <a:pt x="10381" y="9104"/>
                  </a:lnTo>
                  <a:cubicBezTo>
                    <a:pt x="10486" y="9161"/>
                    <a:pt x="10581" y="9227"/>
                    <a:pt x="10669" y="9308"/>
                  </a:cubicBezTo>
                  <a:cubicBezTo>
                    <a:pt x="10713" y="9351"/>
                    <a:pt x="10761" y="9368"/>
                    <a:pt x="10806" y="9368"/>
                  </a:cubicBezTo>
                  <a:cubicBezTo>
                    <a:pt x="10966" y="9368"/>
                    <a:pt x="11098" y="9152"/>
                    <a:pt x="10936" y="9013"/>
                  </a:cubicBezTo>
                  <a:cubicBezTo>
                    <a:pt x="10862" y="8946"/>
                    <a:pt x="10785" y="8886"/>
                    <a:pt x="10704" y="8830"/>
                  </a:cubicBezTo>
                  <a:cubicBezTo>
                    <a:pt x="10950" y="8207"/>
                    <a:pt x="11527" y="7877"/>
                    <a:pt x="12110" y="7877"/>
                  </a:cubicBezTo>
                  <a:cubicBezTo>
                    <a:pt x="12579" y="7877"/>
                    <a:pt x="13051" y="8091"/>
                    <a:pt x="13356" y="8538"/>
                  </a:cubicBezTo>
                  <a:cubicBezTo>
                    <a:pt x="14038" y="9537"/>
                    <a:pt x="13320" y="10894"/>
                    <a:pt x="12107" y="10894"/>
                  </a:cubicBezTo>
                  <a:cubicBezTo>
                    <a:pt x="11921" y="10894"/>
                    <a:pt x="11738" y="10859"/>
                    <a:pt x="11566" y="10792"/>
                  </a:cubicBezTo>
                  <a:cubicBezTo>
                    <a:pt x="11597" y="10486"/>
                    <a:pt x="11573" y="10180"/>
                    <a:pt x="11488" y="9885"/>
                  </a:cubicBezTo>
                  <a:cubicBezTo>
                    <a:pt x="11457" y="9787"/>
                    <a:pt x="11380" y="9745"/>
                    <a:pt x="11303" y="9745"/>
                  </a:cubicBezTo>
                  <a:cubicBezTo>
                    <a:pt x="11184" y="9745"/>
                    <a:pt x="11062" y="9847"/>
                    <a:pt x="11105" y="10001"/>
                  </a:cubicBezTo>
                  <a:cubicBezTo>
                    <a:pt x="11186" y="10282"/>
                    <a:pt x="11200" y="10581"/>
                    <a:pt x="11151" y="10873"/>
                  </a:cubicBezTo>
                  <a:cubicBezTo>
                    <a:pt x="10964" y="11517"/>
                    <a:pt x="10374" y="11960"/>
                    <a:pt x="9702" y="11960"/>
                  </a:cubicBezTo>
                  <a:cubicBezTo>
                    <a:pt x="9066" y="11960"/>
                    <a:pt x="8499" y="11559"/>
                    <a:pt x="8281" y="10961"/>
                  </a:cubicBezTo>
                  <a:cubicBezTo>
                    <a:pt x="8542" y="10725"/>
                    <a:pt x="8749" y="10441"/>
                    <a:pt x="8886" y="10121"/>
                  </a:cubicBezTo>
                  <a:cubicBezTo>
                    <a:pt x="8961" y="9959"/>
                    <a:pt x="8828" y="9832"/>
                    <a:pt x="8698" y="9832"/>
                  </a:cubicBezTo>
                  <a:cubicBezTo>
                    <a:pt x="8627" y="9832"/>
                    <a:pt x="8556" y="9870"/>
                    <a:pt x="8521" y="9959"/>
                  </a:cubicBezTo>
                  <a:cubicBezTo>
                    <a:pt x="8394" y="10254"/>
                    <a:pt x="8197" y="10514"/>
                    <a:pt x="7947" y="10718"/>
                  </a:cubicBezTo>
                  <a:cubicBezTo>
                    <a:pt x="7725" y="10836"/>
                    <a:pt x="7483" y="10893"/>
                    <a:pt x="7245" y="10893"/>
                  </a:cubicBezTo>
                  <a:cubicBezTo>
                    <a:pt x="6780" y="10893"/>
                    <a:pt x="6324" y="10678"/>
                    <a:pt x="6031" y="10282"/>
                  </a:cubicBezTo>
                  <a:cubicBezTo>
                    <a:pt x="5588" y="9681"/>
                    <a:pt x="5651" y="8848"/>
                    <a:pt x="6175" y="8320"/>
                  </a:cubicBezTo>
                  <a:cubicBezTo>
                    <a:pt x="6483" y="8436"/>
                    <a:pt x="6810" y="8496"/>
                    <a:pt x="7139" y="8496"/>
                  </a:cubicBezTo>
                  <a:cubicBezTo>
                    <a:pt x="7148" y="8496"/>
                    <a:pt x="7157" y="8496"/>
                    <a:pt x="7167" y="8496"/>
                  </a:cubicBezTo>
                  <a:cubicBezTo>
                    <a:pt x="7212" y="8496"/>
                    <a:pt x="7262" y="8496"/>
                    <a:pt x="7307" y="8492"/>
                  </a:cubicBezTo>
                  <a:cubicBezTo>
                    <a:pt x="7420" y="8489"/>
                    <a:pt x="7508" y="8397"/>
                    <a:pt x="7501" y="8285"/>
                  </a:cubicBezTo>
                  <a:cubicBezTo>
                    <a:pt x="7497" y="8177"/>
                    <a:pt x="7410" y="8095"/>
                    <a:pt x="7303" y="8095"/>
                  </a:cubicBezTo>
                  <a:cubicBezTo>
                    <a:pt x="7299" y="8095"/>
                    <a:pt x="7294" y="8095"/>
                    <a:pt x="7290" y="8095"/>
                  </a:cubicBezTo>
                  <a:cubicBezTo>
                    <a:pt x="7243" y="8098"/>
                    <a:pt x="7196" y="8099"/>
                    <a:pt x="7149" y="8099"/>
                  </a:cubicBezTo>
                  <a:cubicBezTo>
                    <a:pt x="6839" y="8099"/>
                    <a:pt x="6533" y="8038"/>
                    <a:pt x="6245" y="7919"/>
                  </a:cubicBezTo>
                  <a:cubicBezTo>
                    <a:pt x="5539" y="7325"/>
                    <a:pt x="5528" y="6238"/>
                    <a:pt x="6224" y="5634"/>
                  </a:cubicBezTo>
                  <a:lnTo>
                    <a:pt x="6224" y="5634"/>
                  </a:lnTo>
                  <a:cubicBezTo>
                    <a:pt x="6530" y="5743"/>
                    <a:pt x="6850" y="5802"/>
                    <a:pt x="7174" y="5820"/>
                  </a:cubicBezTo>
                  <a:lnTo>
                    <a:pt x="7184" y="5820"/>
                  </a:lnTo>
                  <a:cubicBezTo>
                    <a:pt x="7437" y="5813"/>
                    <a:pt x="7448" y="5433"/>
                    <a:pt x="7191" y="5419"/>
                  </a:cubicBezTo>
                  <a:cubicBezTo>
                    <a:pt x="6885" y="5405"/>
                    <a:pt x="6583" y="5342"/>
                    <a:pt x="6295" y="5229"/>
                  </a:cubicBezTo>
                  <a:cubicBezTo>
                    <a:pt x="6052" y="5029"/>
                    <a:pt x="5883" y="4754"/>
                    <a:pt x="5806" y="4452"/>
                  </a:cubicBezTo>
                  <a:cubicBezTo>
                    <a:pt x="6055" y="4223"/>
                    <a:pt x="6270" y="3963"/>
                    <a:pt x="6442" y="3671"/>
                  </a:cubicBezTo>
                  <a:cubicBezTo>
                    <a:pt x="6534" y="3514"/>
                    <a:pt x="6398" y="3370"/>
                    <a:pt x="6261" y="3370"/>
                  </a:cubicBezTo>
                  <a:cubicBezTo>
                    <a:pt x="6198" y="3370"/>
                    <a:pt x="6136" y="3400"/>
                    <a:pt x="6094" y="3471"/>
                  </a:cubicBezTo>
                  <a:cubicBezTo>
                    <a:pt x="5932" y="3749"/>
                    <a:pt x="5725" y="3995"/>
                    <a:pt x="5479" y="4206"/>
                  </a:cubicBezTo>
                  <a:cubicBezTo>
                    <a:pt x="5297" y="4280"/>
                    <a:pt x="5106" y="4316"/>
                    <a:pt x="4917" y="4316"/>
                  </a:cubicBezTo>
                  <a:cubicBezTo>
                    <a:pt x="4539" y="4316"/>
                    <a:pt x="4166" y="4172"/>
                    <a:pt x="3882" y="3900"/>
                  </a:cubicBezTo>
                  <a:cubicBezTo>
                    <a:pt x="3925" y="3605"/>
                    <a:pt x="3946" y="3309"/>
                    <a:pt x="3953" y="3010"/>
                  </a:cubicBezTo>
                  <a:cubicBezTo>
                    <a:pt x="3953" y="2876"/>
                    <a:pt x="3852" y="2809"/>
                    <a:pt x="3751" y="2809"/>
                  </a:cubicBezTo>
                  <a:cubicBezTo>
                    <a:pt x="3651" y="2809"/>
                    <a:pt x="3552" y="2875"/>
                    <a:pt x="3552" y="3007"/>
                  </a:cubicBezTo>
                  <a:cubicBezTo>
                    <a:pt x="3548" y="3302"/>
                    <a:pt x="3524" y="3598"/>
                    <a:pt x="3478" y="3889"/>
                  </a:cubicBezTo>
                  <a:cubicBezTo>
                    <a:pt x="3173" y="4289"/>
                    <a:pt x="2727" y="4481"/>
                    <a:pt x="2284" y="4481"/>
                  </a:cubicBezTo>
                  <a:cubicBezTo>
                    <a:pt x="1740" y="4481"/>
                    <a:pt x="1200" y="4192"/>
                    <a:pt x="929" y="3640"/>
                  </a:cubicBezTo>
                  <a:cubicBezTo>
                    <a:pt x="433" y="2638"/>
                    <a:pt x="1164" y="1463"/>
                    <a:pt x="2282" y="1463"/>
                  </a:cubicBezTo>
                  <a:cubicBezTo>
                    <a:pt x="2694" y="1463"/>
                    <a:pt x="3088" y="1632"/>
                    <a:pt x="3372" y="1934"/>
                  </a:cubicBezTo>
                  <a:cubicBezTo>
                    <a:pt x="3408" y="2008"/>
                    <a:pt x="3439" y="2089"/>
                    <a:pt x="3460" y="2170"/>
                  </a:cubicBezTo>
                  <a:cubicBezTo>
                    <a:pt x="3491" y="2267"/>
                    <a:pt x="3568" y="2309"/>
                    <a:pt x="3645" y="2309"/>
                  </a:cubicBezTo>
                  <a:cubicBezTo>
                    <a:pt x="3761" y="2309"/>
                    <a:pt x="3877" y="2214"/>
                    <a:pt x="3844" y="2064"/>
                  </a:cubicBezTo>
                  <a:cubicBezTo>
                    <a:pt x="3823" y="1983"/>
                    <a:pt x="3794" y="1906"/>
                    <a:pt x="3763" y="1832"/>
                  </a:cubicBezTo>
                  <a:cubicBezTo>
                    <a:pt x="4073" y="1463"/>
                    <a:pt x="4492" y="1294"/>
                    <a:pt x="4906" y="1294"/>
                  </a:cubicBezTo>
                  <a:close/>
                  <a:moveTo>
                    <a:pt x="9266" y="12308"/>
                  </a:moveTo>
                  <a:lnTo>
                    <a:pt x="9266" y="12308"/>
                  </a:lnTo>
                  <a:cubicBezTo>
                    <a:pt x="9407" y="12343"/>
                    <a:pt x="9554" y="12361"/>
                    <a:pt x="9702" y="12361"/>
                  </a:cubicBezTo>
                  <a:lnTo>
                    <a:pt x="9533" y="12673"/>
                  </a:lnTo>
                  <a:cubicBezTo>
                    <a:pt x="9518" y="12704"/>
                    <a:pt x="9487" y="12724"/>
                    <a:pt x="9453" y="12724"/>
                  </a:cubicBezTo>
                  <a:cubicBezTo>
                    <a:pt x="9448" y="12724"/>
                    <a:pt x="9443" y="12724"/>
                    <a:pt x="9438" y="12723"/>
                  </a:cubicBezTo>
                  <a:cubicBezTo>
                    <a:pt x="9400" y="12719"/>
                    <a:pt x="9368" y="12691"/>
                    <a:pt x="9357" y="12652"/>
                  </a:cubicBezTo>
                  <a:lnTo>
                    <a:pt x="9266" y="12308"/>
                  </a:lnTo>
                  <a:close/>
                  <a:moveTo>
                    <a:pt x="2068" y="1"/>
                  </a:moveTo>
                  <a:cubicBezTo>
                    <a:pt x="1922" y="1"/>
                    <a:pt x="1793" y="176"/>
                    <a:pt x="1910" y="327"/>
                  </a:cubicBezTo>
                  <a:cubicBezTo>
                    <a:pt x="2124" y="566"/>
                    <a:pt x="2219" y="865"/>
                    <a:pt x="2258" y="1062"/>
                  </a:cubicBezTo>
                  <a:cubicBezTo>
                    <a:pt x="2180" y="1062"/>
                    <a:pt x="2103" y="1069"/>
                    <a:pt x="2026" y="1080"/>
                  </a:cubicBezTo>
                  <a:cubicBezTo>
                    <a:pt x="1836" y="802"/>
                    <a:pt x="1576" y="584"/>
                    <a:pt x="1270" y="443"/>
                  </a:cubicBezTo>
                  <a:cubicBezTo>
                    <a:pt x="1240" y="431"/>
                    <a:pt x="1211" y="425"/>
                    <a:pt x="1185" y="425"/>
                  </a:cubicBezTo>
                  <a:cubicBezTo>
                    <a:pt x="987" y="425"/>
                    <a:pt x="899" y="735"/>
                    <a:pt x="1125" y="816"/>
                  </a:cubicBezTo>
                  <a:cubicBezTo>
                    <a:pt x="1308" y="904"/>
                    <a:pt x="1470" y="1031"/>
                    <a:pt x="1600" y="1185"/>
                  </a:cubicBezTo>
                  <a:cubicBezTo>
                    <a:pt x="447" y="1618"/>
                    <a:pt x="0" y="3017"/>
                    <a:pt x="689" y="4041"/>
                  </a:cubicBezTo>
                  <a:cubicBezTo>
                    <a:pt x="1065" y="4596"/>
                    <a:pt x="1668" y="4882"/>
                    <a:pt x="2274" y="4882"/>
                  </a:cubicBezTo>
                  <a:cubicBezTo>
                    <a:pt x="2784" y="4882"/>
                    <a:pt x="3297" y="4679"/>
                    <a:pt x="3678" y="4262"/>
                  </a:cubicBezTo>
                  <a:cubicBezTo>
                    <a:pt x="4029" y="4557"/>
                    <a:pt x="4465" y="4713"/>
                    <a:pt x="4910" y="4713"/>
                  </a:cubicBezTo>
                  <a:cubicBezTo>
                    <a:pt x="5086" y="4713"/>
                    <a:pt x="5263" y="4688"/>
                    <a:pt x="5437" y="4638"/>
                  </a:cubicBezTo>
                  <a:cubicBezTo>
                    <a:pt x="5525" y="4923"/>
                    <a:pt x="5679" y="5183"/>
                    <a:pt x="5887" y="5398"/>
                  </a:cubicBezTo>
                  <a:cubicBezTo>
                    <a:pt x="5662" y="5616"/>
                    <a:pt x="5493" y="5887"/>
                    <a:pt x="5398" y="6182"/>
                  </a:cubicBezTo>
                  <a:lnTo>
                    <a:pt x="4747" y="6495"/>
                  </a:lnTo>
                  <a:cubicBezTo>
                    <a:pt x="4343" y="6688"/>
                    <a:pt x="4385" y="7279"/>
                    <a:pt x="4814" y="7416"/>
                  </a:cubicBezTo>
                  <a:lnTo>
                    <a:pt x="5517" y="7638"/>
                  </a:lnTo>
                  <a:cubicBezTo>
                    <a:pt x="5602" y="7803"/>
                    <a:pt x="5711" y="7954"/>
                    <a:pt x="5837" y="8088"/>
                  </a:cubicBezTo>
                  <a:cubicBezTo>
                    <a:pt x="5377" y="8591"/>
                    <a:pt x="5215" y="9298"/>
                    <a:pt x="5419" y="9948"/>
                  </a:cubicBezTo>
                  <a:lnTo>
                    <a:pt x="5057" y="10588"/>
                  </a:lnTo>
                  <a:cubicBezTo>
                    <a:pt x="4870" y="10915"/>
                    <a:pt x="5110" y="11327"/>
                    <a:pt x="5486" y="11327"/>
                  </a:cubicBezTo>
                  <a:cubicBezTo>
                    <a:pt x="5539" y="11327"/>
                    <a:pt x="5588" y="11320"/>
                    <a:pt x="5637" y="11302"/>
                  </a:cubicBezTo>
                  <a:lnTo>
                    <a:pt x="6361" y="11077"/>
                  </a:lnTo>
                  <a:cubicBezTo>
                    <a:pt x="6636" y="11220"/>
                    <a:pt x="6938" y="11293"/>
                    <a:pt x="7242" y="11293"/>
                  </a:cubicBezTo>
                  <a:cubicBezTo>
                    <a:pt x="7474" y="11293"/>
                    <a:pt x="7707" y="11250"/>
                    <a:pt x="7930" y="11165"/>
                  </a:cubicBezTo>
                  <a:cubicBezTo>
                    <a:pt x="8095" y="11580"/>
                    <a:pt x="8404" y="11924"/>
                    <a:pt x="8798" y="12135"/>
                  </a:cubicBezTo>
                  <a:lnTo>
                    <a:pt x="8971" y="12758"/>
                  </a:lnTo>
                  <a:cubicBezTo>
                    <a:pt x="9020" y="12955"/>
                    <a:pt x="9189" y="13099"/>
                    <a:pt x="9393" y="13124"/>
                  </a:cubicBezTo>
                  <a:cubicBezTo>
                    <a:pt x="9410" y="13124"/>
                    <a:pt x="9428" y="13127"/>
                    <a:pt x="9449" y="13127"/>
                  </a:cubicBezTo>
                  <a:cubicBezTo>
                    <a:pt x="9632" y="13127"/>
                    <a:pt x="9801" y="13025"/>
                    <a:pt x="9885" y="12863"/>
                  </a:cubicBezTo>
                  <a:lnTo>
                    <a:pt x="10187" y="12297"/>
                  </a:lnTo>
                  <a:cubicBezTo>
                    <a:pt x="10764" y="12142"/>
                    <a:pt x="11235" y="11731"/>
                    <a:pt x="11464" y="11179"/>
                  </a:cubicBezTo>
                  <a:cubicBezTo>
                    <a:pt x="11671" y="11253"/>
                    <a:pt x="11886" y="11292"/>
                    <a:pt x="12107" y="11292"/>
                  </a:cubicBezTo>
                  <a:lnTo>
                    <a:pt x="12167" y="11292"/>
                  </a:lnTo>
                  <a:lnTo>
                    <a:pt x="12624" y="11717"/>
                  </a:lnTo>
                  <a:cubicBezTo>
                    <a:pt x="12724" y="11808"/>
                    <a:pt x="12842" y="11849"/>
                    <a:pt x="12958" y="11849"/>
                  </a:cubicBezTo>
                  <a:cubicBezTo>
                    <a:pt x="13226" y="11849"/>
                    <a:pt x="13480" y="11631"/>
                    <a:pt x="13458" y="11316"/>
                  </a:cubicBezTo>
                  <a:lnTo>
                    <a:pt x="13419" y="10768"/>
                  </a:lnTo>
                  <a:cubicBezTo>
                    <a:pt x="14298" y="9934"/>
                    <a:pt x="14186" y="8499"/>
                    <a:pt x="13183" y="7814"/>
                  </a:cubicBezTo>
                  <a:cubicBezTo>
                    <a:pt x="12850" y="7585"/>
                    <a:pt x="12475" y="7478"/>
                    <a:pt x="12105" y="7478"/>
                  </a:cubicBezTo>
                  <a:cubicBezTo>
                    <a:pt x="11367" y="7478"/>
                    <a:pt x="10651" y="7907"/>
                    <a:pt x="10342" y="8654"/>
                  </a:cubicBezTo>
                  <a:cubicBezTo>
                    <a:pt x="10138" y="8580"/>
                    <a:pt x="9920" y="8542"/>
                    <a:pt x="9702" y="8542"/>
                  </a:cubicBezTo>
                  <a:cubicBezTo>
                    <a:pt x="9466" y="8542"/>
                    <a:pt x="9234" y="8587"/>
                    <a:pt x="9013" y="8672"/>
                  </a:cubicBezTo>
                  <a:cubicBezTo>
                    <a:pt x="8921" y="8443"/>
                    <a:pt x="8788" y="8236"/>
                    <a:pt x="8619" y="8060"/>
                  </a:cubicBezTo>
                  <a:cubicBezTo>
                    <a:pt x="9305" y="7318"/>
                    <a:pt x="9291" y="6172"/>
                    <a:pt x="8591" y="5444"/>
                  </a:cubicBezTo>
                  <a:cubicBezTo>
                    <a:pt x="8964" y="5085"/>
                    <a:pt x="9171" y="4593"/>
                    <a:pt x="9171" y="4076"/>
                  </a:cubicBezTo>
                  <a:cubicBezTo>
                    <a:pt x="9168" y="2991"/>
                    <a:pt x="8282" y="2166"/>
                    <a:pt x="7263" y="2166"/>
                  </a:cubicBezTo>
                  <a:cubicBezTo>
                    <a:pt x="7089" y="2166"/>
                    <a:pt x="6912" y="2190"/>
                    <a:pt x="6734" y="2240"/>
                  </a:cubicBezTo>
                  <a:cubicBezTo>
                    <a:pt x="6470" y="1379"/>
                    <a:pt x="5695" y="893"/>
                    <a:pt x="4905" y="893"/>
                  </a:cubicBezTo>
                  <a:cubicBezTo>
                    <a:pt x="4401" y="893"/>
                    <a:pt x="3890" y="1091"/>
                    <a:pt x="3503" y="1516"/>
                  </a:cubicBezTo>
                  <a:cubicBezTo>
                    <a:pt x="3263" y="1312"/>
                    <a:pt x="2979" y="1171"/>
                    <a:pt x="2673" y="1108"/>
                  </a:cubicBezTo>
                  <a:cubicBezTo>
                    <a:pt x="2638" y="876"/>
                    <a:pt x="2532" y="429"/>
                    <a:pt x="2209" y="64"/>
                  </a:cubicBezTo>
                  <a:cubicBezTo>
                    <a:pt x="2165" y="19"/>
                    <a:pt x="2116" y="1"/>
                    <a:pt x="20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26" name="Google Shape;20826;p90"/>
          <p:cNvGrpSpPr/>
          <p:nvPr/>
        </p:nvGrpSpPr>
        <p:grpSpPr>
          <a:xfrm>
            <a:off x="3036546" y="2430122"/>
            <a:ext cx="379400" cy="333528"/>
            <a:chOff x="3036546" y="2430122"/>
            <a:chExt cx="379400" cy="333528"/>
          </a:xfrm>
        </p:grpSpPr>
        <p:sp>
          <p:nvSpPr>
            <p:cNvPr id="20827" name="Google Shape;20827;p90"/>
            <p:cNvSpPr/>
            <p:nvPr/>
          </p:nvSpPr>
          <p:spPr>
            <a:xfrm>
              <a:off x="3269916" y="2470463"/>
              <a:ext cx="65190" cy="73762"/>
            </a:xfrm>
            <a:custGeom>
              <a:rect b="b" l="l" r="r" t="t"/>
              <a:pathLst>
                <a:path extrusionOk="0" h="2814" w="2487">
                  <a:moveTo>
                    <a:pt x="1" y="1"/>
                  </a:moveTo>
                  <a:lnTo>
                    <a:pt x="1" y="1"/>
                  </a:lnTo>
                  <a:cubicBezTo>
                    <a:pt x="205" y="1808"/>
                    <a:pt x="2413" y="2814"/>
                    <a:pt x="2413" y="2814"/>
                  </a:cubicBezTo>
                  <a:lnTo>
                    <a:pt x="2487" y="2044"/>
                  </a:lnTo>
                  <a:lnTo>
                    <a:pt x="1741" y="236"/>
                  </a:lnTo>
                  <a:lnTo>
                    <a:pt x="1" y="1"/>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8" name="Google Shape;20828;p90"/>
            <p:cNvSpPr/>
            <p:nvPr/>
          </p:nvSpPr>
          <p:spPr>
            <a:xfrm>
              <a:off x="3116835" y="2470463"/>
              <a:ext cx="65269" cy="73762"/>
            </a:xfrm>
            <a:custGeom>
              <a:rect b="b" l="l" r="r" t="t"/>
              <a:pathLst>
                <a:path extrusionOk="0" h="2814" w="2490">
                  <a:moveTo>
                    <a:pt x="2490" y="1"/>
                  </a:moveTo>
                  <a:lnTo>
                    <a:pt x="749" y="236"/>
                  </a:lnTo>
                  <a:lnTo>
                    <a:pt x="0" y="2044"/>
                  </a:lnTo>
                  <a:lnTo>
                    <a:pt x="77" y="2814"/>
                  </a:lnTo>
                  <a:cubicBezTo>
                    <a:pt x="77" y="2814"/>
                    <a:pt x="2282" y="1808"/>
                    <a:pt x="2490"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9" name="Google Shape;20829;p90"/>
            <p:cNvSpPr/>
            <p:nvPr/>
          </p:nvSpPr>
          <p:spPr>
            <a:xfrm>
              <a:off x="3255263" y="2523753"/>
              <a:ext cx="23434" cy="23434"/>
            </a:xfrm>
            <a:custGeom>
              <a:rect b="b" l="l" r="r" t="t"/>
              <a:pathLst>
                <a:path extrusionOk="0" h="894" w="894">
                  <a:moveTo>
                    <a:pt x="447" y="0"/>
                  </a:moveTo>
                  <a:cubicBezTo>
                    <a:pt x="201" y="0"/>
                    <a:pt x="1" y="197"/>
                    <a:pt x="1" y="447"/>
                  </a:cubicBezTo>
                  <a:cubicBezTo>
                    <a:pt x="1" y="693"/>
                    <a:pt x="201" y="893"/>
                    <a:pt x="447" y="893"/>
                  </a:cubicBezTo>
                  <a:cubicBezTo>
                    <a:pt x="693" y="893"/>
                    <a:pt x="894" y="693"/>
                    <a:pt x="894" y="447"/>
                  </a:cubicBezTo>
                  <a:cubicBezTo>
                    <a:pt x="894" y="197"/>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0" name="Google Shape;20830;p90"/>
            <p:cNvSpPr/>
            <p:nvPr/>
          </p:nvSpPr>
          <p:spPr>
            <a:xfrm>
              <a:off x="3143913" y="2558852"/>
              <a:ext cx="164116" cy="123094"/>
            </a:xfrm>
            <a:custGeom>
              <a:rect b="b" l="l" r="r" t="t"/>
              <a:pathLst>
                <a:path extrusionOk="0" h="4696" w="6261">
                  <a:moveTo>
                    <a:pt x="3130" y="1"/>
                  </a:moveTo>
                  <a:cubicBezTo>
                    <a:pt x="1404" y="1"/>
                    <a:pt x="1" y="1049"/>
                    <a:pt x="1" y="2346"/>
                  </a:cubicBezTo>
                  <a:cubicBezTo>
                    <a:pt x="1" y="3644"/>
                    <a:pt x="2237" y="4695"/>
                    <a:pt x="3130" y="4695"/>
                  </a:cubicBezTo>
                  <a:cubicBezTo>
                    <a:pt x="4027" y="4695"/>
                    <a:pt x="6260" y="3644"/>
                    <a:pt x="6260" y="2346"/>
                  </a:cubicBezTo>
                  <a:cubicBezTo>
                    <a:pt x="6260" y="1049"/>
                    <a:pt x="4861" y="1"/>
                    <a:pt x="3130"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1" name="Google Shape;20831;p90"/>
            <p:cNvSpPr/>
            <p:nvPr/>
          </p:nvSpPr>
          <p:spPr>
            <a:xfrm>
              <a:off x="3173244" y="2523753"/>
              <a:ext cx="23434" cy="23434"/>
            </a:xfrm>
            <a:custGeom>
              <a:rect b="b" l="l" r="r" t="t"/>
              <a:pathLst>
                <a:path extrusionOk="0" h="894" w="894">
                  <a:moveTo>
                    <a:pt x="447" y="0"/>
                  </a:moveTo>
                  <a:cubicBezTo>
                    <a:pt x="201" y="0"/>
                    <a:pt x="0" y="197"/>
                    <a:pt x="0" y="447"/>
                  </a:cubicBezTo>
                  <a:cubicBezTo>
                    <a:pt x="0" y="693"/>
                    <a:pt x="201" y="893"/>
                    <a:pt x="447" y="893"/>
                  </a:cubicBezTo>
                  <a:cubicBezTo>
                    <a:pt x="693" y="893"/>
                    <a:pt x="893" y="693"/>
                    <a:pt x="893" y="447"/>
                  </a:cubicBezTo>
                  <a:cubicBezTo>
                    <a:pt x="893" y="197"/>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2" name="Google Shape;20832;p90"/>
            <p:cNvSpPr/>
            <p:nvPr/>
          </p:nvSpPr>
          <p:spPr>
            <a:xfrm>
              <a:off x="3143913" y="2559323"/>
              <a:ext cx="80682" cy="122622"/>
            </a:xfrm>
            <a:custGeom>
              <a:rect b="b" l="l" r="r" t="t"/>
              <a:pathLst>
                <a:path extrusionOk="0" h="4678" w="3078">
                  <a:moveTo>
                    <a:pt x="2768" y="0"/>
                  </a:moveTo>
                  <a:cubicBezTo>
                    <a:pt x="1211" y="138"/>
                    <a:pt x="1" y="1126"/>
                    <a:pt x="1" y="2332"/>
                  </a:cubicBezTo>
                  <a:cubicBezTo>
                    <a:pt x="1" y="3601"/>
                    <a:pt x="2153" y="4639"/>
                    <a:pt x="3078" y="4677"/>
                  </a:cubicBezTo>
                  <a:cubicBezTo>
                    <a:pt x="2294" y="4273"/>
                    <a:pt x="1344" y="3376"/>
                    <a:pt x="1344" y="2332"/>
                  </a:cubicBezTo>
                  <a:cubicBezTo>
                    <a:pt x="1344" y="1298"/>
                    <a:pt x="1928" y="408"/>
                    <a:pt x="2768"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3" name="Google Shape;20833;p90"/>
            <p:cNvSpPr/>
            <p:nvPr/>
          </p:nvSpPr>
          <p:spPr>
            <a:xfrm>
              <a:off x="3036546" y="2430122"/>
              <a:ext cx="379400" cy="333528"/>
            </a:xfrm>
            <a:custGeom>
              <a:rect b="b" l="l" r="r" t="t"/>
              <a:pathLst>
                <a:path extrusionOk="0" h="12724" w="14474">
                  <a:moveTo>
                    <a:pt x="4118" y="1705"/>
                  </a:moveTo>
                  <a:cubicBezTo>
                    <a:pt x="4171" y="1796"/>
                    <a:pt x="4245" y="1870"/>
                    <a:pt x="4336" y="1919"/>
                  </a:cubicBezTo>
                  <a:cubicBezTo>
                    <a:pt x="4436" y="1972"/>
                    <a:pt x="4545" y="2001"/>
                    <a:pt x="4657" y="2001"/>
                  </a:cubicBezTo>
                  <a:cubicBezTo>
                    <a:pt x="4664" y="2001"/>
                    <a:pt x="4670" y="2000"/>
                    <a:pt x="4677" y="2000"/>
                  </a:cubicBezTo>
                  <a:cubicBezTo>
                    <a:pt x="4849" y="2000"/>
                    <a:pt x="5050" y="1951"/>
                    <a:pt x="5278" y="1856"/>
                  </a:cubicBezTo>
                  <a:lnTo>
                    <a:pt x="5278" y="1856"/>
                  </a:lnTo>
                  <a:cubicBezTo>
                    <a:pt x="4958" y="3006"/>
                    <a:pt x="3773" y="3773"/>
                    <a:pt x="3274" y="4047"/>
                  </a:cubicBezTo>
                  <a:cubicBezTo>
                    <a:pt x="3270" y="3804"/>
                    <a:pt x="3292" y="3562"/>
                    <a:pt x="3341" y="3322"/>
                  </a:cubicBezTo>
                  <a:cubicBezTo>
                    <a:pt x="3464" y="2753"/>
                    <a:pt x="3738" y="2194"/>
                    <a:pt x="4118" y="1705"/>
                  </a:cubicBezTo>
                  <a:close/>
                  <a:moveTo>
                    <a:pt x="10339" y="1705"/>
                  </a:moveTo>
                  <a:cubicBezTo>
                    <a:pt x="10718" y="2194"/>
                    <a:pt x="10993" y="2753"/>
                    <a:pt x="11116" y="3322"/>
                  </a:cubicBezTo>
                  <a:cubicBezTo>
                    <a:pt x="11165" y="3562"/>
                    <a:pt x="11190" y="3804"/>
                    <a:pt x="11182" y="4047"/>
                  </a:cubicBezTo>
                  <a:cubicBezTo>
                    <a:pt x="10687" y="3773"/>
                    <a:pt x="9498" y="3006"/>
                    <a:pt x="9178" y="1856"/>
                  </a:cubicBezTo>
                  <a:lnTo>
                    <a:pt x="9178" y="1856"/>
                  </a:lnTo>
                  <a:cubicBezTo>
                    <a:pt x="9407" y="1951"/>
                    <a:pt x="9607" y="2000"/>
                    <a:pt x="9779" y="2000"/>
                  </a:cubicBezTo>
                  <a:cubicBezTo>
                    <a:pt x="9899" y="2000"/>
                    <a:pt x="10015" y="1976"/>
                    <a:pt x="10121" y="1919"/>
                  </a:cubicBezTo>
                  <a:cubicBezTo>
                    <a:pt x="10212" y="1870"/>
                    <a:pt x="10286" y="1796"/>
                    <a:pt x="10339" y="1705"/>
                  </a:cubicBezTo>
                  <a:close/>
                  <a:moveTo>
                    <a:pt x="5663" y="3779"/>
                  </a:moveTo>
                  <a:cubicBezTo>
                    <a:pt x="5721" y="3779"/>
                    <a:pt x="5781" y="3801"/>
                    <a:pt x="5830" y="3850"/>
                  </a:cubicBezTo>
                  <a:cubicBezTo>
                    <a:pt x="5982" y="3998"/>
                    <a:pt x="5873" y="4254"/>
                    <a:pt x="5662" y="4254"/>
                  </a:cubicBezTo>
                  <a:cubicBezTo>
                    <a:pt x="5532" y="4254"/>
                    <a:pt x="5426" y="4149"/>
                    <a:pt x="5426" y="4019"/>
                  </a:cubicBezTo>
                  <a:cubicBezTo>
                    <a:pt x="5426" y="3874"/>
                    <a:pt x="5541" y="3779"/>
                    <a:pt x="5663" y="3779"/>
                  </a:cubicBezTo>
                  <a:close/>
                  <a:moveTo>
                    <a:pt x="8791" y="3780"/>
                  </a:moveTo>
                  <a:cubicBezTo>
                    <a:pt x="9006" y="3780"/>
                    <a:pt x="9111" y="4036"/>
                    <a:pt x="8960" y="4184"/>
                  </a:cubicBezTo>
                  <a:cubicBezTo>
                    <a:pt x="8911" y="4233"/>
                    <a:pt x="8851" y="4255"/>
                    <a:pt x="8792" y="4255"/>
                  </a:cubicBezTo>
                  <a:cubicBezTo>
                    <a:pt x="8671" y="4255"/>
                    <a:pt x="8556" y="4161"/>
                    <a:pt x="8556" y="4019"/>
                  </a:cubicBezTo>
                  <a:cubicBezTo>
                    <a:pt x="8556" y="3885"/>
                    <a:pt x="8661" y="3780"/>
                    <a:pt x="8791" y="3780"/>
                  </a:cubicBezTo>
                  <a:close/>
                  <a:moveTo>
                    <a:pt x="8781" y="0"/>
                  </a:moveTo>
                  <a:cubicBezTo>
                    <a:pt x="8581" y="0"/>
                    <a:pt x="8482" y="310"/>
                    <a:pt x="8710" y="407"/>
                  </a:cubicBezTo>
                  <a:cubicBezTo>
                    <a:pt x="9199" y="629"/>
                    <a:pt x="9646" y="945"/>
                    <a:pt x="10019" y="1336"/>
                  </a:cubicBezTo>
                  <a:cubicBezTo>
                    <a:pt x="10019" y="1371"/>
                    <a:pt x="10008" y="1501"/>
                    <a:pt x="9920" y="1550"/>
                  </a:cubicBezTo>
                  <a:cubicBezTo>
                    <a:pt x="9895" y="1564"/>
                    <a:pt x="9850" y="1580"/>
                    <a:pt x="9774" y="1580"/>
                  </a:cubicBezTo>
                  <a:cubicBezTo>
                    <a:pt x="9574" y="1580"/>
                    <a:pt x="9160" y="1465"/>
                    <a:pt x="8338" y="875"/>
                  </a:cubicBezTo>
                  <a:cubicBezTo>
                    <a:pt x="8295" y="844"/>
                    <a:pt x="8251" y="831"/>
                    <a:pt x="8211" y="831"/>
                  </a:cubicBezTo>
                  <a:cubicBezTo>
                    <a:pt x="8032" y="831"/>
                    <a:pt x="7905" y="1085"/>
                    <a:pt x="8092" y="1220"/>
                  </a:cubicBezTo>
                  <a:cubicBezTo>
                    <a:pt x="8310" y="1374"/>
                    <a:pt x="8514" y="1508"/>
                    <a:pt x="8703" y="1617"/>
                  </a:cubicBezTo>
                  <a:cubicBezTo>
                    <a:pt x="8805" y="2394"/>
                    <a:pt x="9273" y="3143"/>
                    <a:pt x="10054" y="3787"/>
                  </a:cubicBezTo>
                  <a:cubicBezTo>
                    <a:pt x="10388" y="4064"/>
                    <a:pt x="10753" y="4304"/>
                    <a:pt x="11140" y="4500"/>
                  </a:cubicBezTo>
                  <a:cubicBezTo>
                    <a:pt x="11038" y="5112"/>
                    <a:pt x="10753" y="5700"/>
                    <a:pt x="10289" y="6238"/>
                  </a:cubicBezTo>
                  <a:cubicBezTo>
                    <a:pt x="10272" y="6206"/>
                    <a:pt x="10254" y="6174"/>
                    <a:pt x="10233" y="6146"/>
                  </a:cubicBezTo>
                  <a:cubicBezTo>
                    <a:pt x="10196" y="6072"/>
                    <a:pt x="10124" y="6031"/>
                    <a:pt x="10049" y="6031"/>
                  </a:cubicBezTo>
                  <a:cubicBezTo>
                    <a:pt x="10010" y="6031"/>
                    <a:pt x="9970" y="6042"/>
                    <a:pt x="9934" y="6065"/>
                  </a:cubicBezTo>
                  <a:cubicBezTo>
                    <a:pt x="9832" y="6129"/>
                    <a:pt x="9808" y="6269"/>
                    <a:pt x="9881" y="6368"/>
                  </a:cubicBezTo>
                  <a:cubicBezTo>
                    <a:pt x="10054" y="6635"/>
                    <a:pt x="10149" y="6944"/>
                    <a:pt x="10149" y="7261"/>
                  </a:cubicBezTo>
                  <a:cubicBezTo>
                    <a:pt x="10149" y="7549"/>
                    <a:pt x="10001" y="8122"/>
                    <a:pt x="9016" y="8745"/>
                  </a:cubicBezTo>
                  <a:cubicBezTo>
                    <a:pt x="8338" y="9174"/>
                    <a:pt x="7603" y="9399"/>
                    <a:pt x="7230" y="9399"/>
                  </a:cubicBezTo>
                  <a:cubicBezTo>
                    <a:pt x="6854" y="9399"/>
                    <a:pt x="6119" y="9174"/>
                    <a:pt x="5440" y="8745"/>
                  </a:cubicBezTo>
                  <a:cubicBezTo>
                    <a:pt x="4456" y="8119"/>
                    <a:pt x="4308" y="7546"/>
                    <a:pt x="4308" y="7261"/>
                  </a:cubicBezTo>
                  <a:cubicBezTo>
                    <a:pt x="4308" y="6083"/>
                    <a:pt x="5619" y="5123"/>
                    <a:pt x="7230" y="5123"/>
                  </a:cubicBezTo>
                  <a:cubicBezTo>
                    <a:pt x="8007" y="5123"/>
                    <a:pt x="8742" y="5348"/>
                    <a:pt x="9294" y="5752"/>
                  </a:cubicBezTo>
                  <a:cubicBezTo>
                    <a:pt x="9336" y="5783"/>
                    <a:pt x="9380" y="5797"/>
                    <a:pt x="9420" y="5797"/>
                  </a:cubicBezTo>
                  <a:cubicBezTo>
                    <a:pt x="9596" y="5797"/>
                    <a:pt x="9727" y="5549"/>
                    <a:pt x="9544" y="5415"/>
                  </a:cubicBezTo>
                  <a:cubicBezTo>
                    <a:pt x="9315" y="5249"/>
                    <a:pt x="9066" y="5112"/>
                    <a:pt x="8805" y="5007"/>
                  </a:cubicBezTo>
                  <a:lnTo>
                    <a:pt x="8872" y="4669"/>
                  </a:lnTo>
                  <a:cubicBezTo>
                    <a:pt x="9192" y="4631"/>
                    <a:pt x="9438" y="4367"/>
                    <a:pt x="9449" y="4047"/>
                  </a:cubicBezTo>
                  <a:cubicBezTo>
                    <a:pt x="9463" y="3723"/>
                    <a:pt x="9241" y="3442"/>
                    <a:pt x="8928" y="3375"/>
                  </a:cubicBezTo>
                  <a:cubicBezTo>
                    <a:pt x="8885" y="3366"/>
                    <a:pt x="8841" y="3362"/>
                    <a:pt x="8797" y="3362"/>
                  </a:cubicBezTo>
                  <a:cubicBezTo>
                    <a:pt x="8528" y="3362"/>
                    <a:pt x="8279" y="3526"/>
                    <a:pt x="8179" y="3783"/>
                  </a:cubicBezTo>
                  <a:cubicBezTo>
                    <a:pt x="8067" y="4085"/>
                    <a:pt x="8186" y="4423"/>
                    <a:pt x="8464" y="4585"/>
                  </a:cubicBezTo>
                  <a:lnTo>
                    <a:pt x="8408" y="4866"/>
                  </a:lnTo>
                  <a:cubicBezTo>
                    <a:pt x="8023" y="4757"/>
                    <a:pt x="7626" y="4703"/>
                    <a:pt x="7230" y="4703"/>
                  </a:cubicBezTo>
                  <a:cubicBezTo>
                    <a:pt x="6833" y="4703"/>
                    <a:pt x="6435" y="4757"/>
                    <a:pt x="6048" y="4866"/>
                  </a:cubicBezTo>
                  <a:lnTo>
                    <a:pt x="5992" y="4585"/>
                  </a:lnTo>
                  <a:cubicBezTo>
                    <a:pt x="6270" y="4423"/>
                    <a:pt x="6390" y="4085"/>
                    <a:pt x="6277" y="3783"/>
                  </a:cubicBezTo>
                  <a:cubicBezTo>
                    <a:pt x="6177" y="3526"/>
                    <a:pt x="5929" y="3362"/>
                    <a:pt x="5662" y="3362"/>
                  </a:cubicBezTo>
                  <a:cubicBezTo>
                    <a:pt x="5619" y="3362"/>
                    <a:pt x="5575" y="3366"/>
                    <a:pt x="5532" y="3375"/>
                  </a:cubicBezTo>
                  <a:cubicBezTo>
                    <a:pt x="5215" y="3442"/>
                    <a:pt x="4994" y="3727"/>
                    <a:pt x="5008" y="4047"/>
                  </a:cubicBezTo>
                  <a:cubicBezTo>
                    <a:pt x="5022" y="4367"/>
                    <a:pt x="5264" y="4631"/>
                    <a:pt x="5584" y="4669"/>
                  </a:cubicBezTo>
                  <a:lnTo>
                    <a:pt x="5651" y="5007"/>
                  </a:lnTo>
                  <a:cubicBezTo>
                    <a:pt x="5380" y="5116"/>
                    <a:pt x="5124" y="5260"/>
                    <a:pt x="4888" y="5432"/>
                  </a:cubicBezTo>
                  <a:cubicBezTo>
                    <a:pt x="4596" y="5650"/>
                    <a:pt x="4350" y="5921"/>
                    <a:pt x="4164" y="6238"/>
                  </a:cubicBezTo>
                  <a:cubicBezTo>
                    <a:pt x="3703" y="5700"/>
                    <a:pt x="3418" y="5112"/>
                    <a:pt x="3316" y="4500"/>
                  </a:cubicBezTo>
                  <a:cubicBezTo>
                    <a:pt x="3699" y="4304"/>
                    <a:pt x="4065" y="4061"/>
                    <a:pt x="4399" y="3787"/>
                  </a:cubicBezTo>
                  <a:cubicBezTo>
                    <a:pt x="5180" y="3140"/>
                    <a:pt x="5648" y="2391"/>
                    <a:pt x="5750" y="1617"/>
                  </a:cubicBezTo>
                  <a:cubicBezTo>
                    <a:pt x="5939" y="1508"/>
                    <a:pt x="6143" y="1374"/>
                    <a:pt x="6361" y="1216"/>
                  </a:cubicBezTo>
                  <a:cubicBezTo>
                    <a:pt x="6537" y="1080"/>
                    <a:pt x="6410" y="836"/>
                    <a:pt x="6237" y="836"/>
                  </a:cubicBezTo>
                  <a:cubicBezTo>
                    <a:pt x="6199" y="836"/>
                    <a:pt x="6159" y="848"/>
                    <a:pt x="6119" y="875"/>
                  </a:cubicBezTo>
                  <a:cubicBezTo>
                    <a:pt x="5294" y="1468"/>
                    <a:pt x="4877" y="1581"/>
                    <a:pt x="4679" y="1581"/>
                  </a:cubicBezTo>
                  <a:cubicBezTo>
                    <a:pt x="4606" y="1581"/>
                    <a:pt x="4563" y="1566"/>
                    <a:pt x="4540" y="1554"/>
                  </a:cubicBezTo>
                  <a:cubicBezTo>
                    <a:pt x="4456" y="1508"/>
                    <a:pt x="4438" y="1378"/>
                    <a:pt x="4434" y="1339"/>
                  </a:cubicBezTo>
                  <a:cubicBezTo>
                    <a:pt x="4811" y="949"/>
                    <a:pt x="5254" y="632"/>
                    <a:pt x="5746" y="407"/>
                  </a:cubicBezTo>
                  <a:cubicBezTo>
                    <a:pt x="5855" y="362"/>
                    <a:pt x="5904" y="238"/>
                    <a:pt x="5859" y="129"/>
                  </a:cubicBezTo>
                  <a:cubicBezTo>
                    <a:pt x="5822" y="52"/>
                    <a:pt x="5744" y="5"/>
                    <a:pt x="5664" y="5"/>
                  </a:cubicBezTo>
                  <a:cubicBezTo>
                    <a:pt x="5635" y="5"/>
                    <a:pt x="5605" y="11"/>
                    <a:pt x="5577" y="24"/>
                  </a:cubicBezTo>
                  <a:cubicBezTo>
                    <a:pt x="4937" y="319"/>
                    <a:pt x="4371" y="752"/>
                    <a:pt x="3914" y="1290"/>
                  </a:cubicBezTo>
                  <a:cubicBezTo>
                    <a:pt x="3418" y="1877"/>
                    <a:pt x="3077" y="2549"/>
                    <a:pt x="2933" y="3238"/>
                  </a:cubicBezTo>
                  <a:cubicBezTo>
                    <a:pt x="2757" y="4078"/>
                    <a:pt x="2785" y="5348"/>
                    <a:pt x="3942" y="6617"/>
                  </a:cubicBezTo>
                  <a:lnTo>
                    <a:pt x="3981" y="6663"/>
                  </a:lnTo>
                  <a:cubicBezTo>
                    <a:pt x="3953" y="6754"/>
                    <a:pt x="3928" y="6846"/>
                    <a:pt x="3914" y="6941"/>
                  </a:cubicBezTo>
                  <a:lnTo>
                    <a:pt x="2254" y="6941"/>
                  </a:lnTo>
                  <a:cubicBezTo>
                    <a:pt x="2096" y="6941"/>
                    <a:pt x="1941" y="6997"/>
                    <a:pt x="1822" y="7103"/>
                  </a:cubicBezTo>
                  <a:lnTo>
                    <a:pt x="158" y="8558"/>
                  </a:lnTo>
                  <a:cubicBezTo>
                    <a:pt x="0" y="8703"/>
                    <a:pt x="134" y="8924"/>
                    <a:pt x="301" y="8924"/>
                  </a:cubicBezTo>
                  <a:cubicBezTo>
                    <a:pt x="345" y="8924"/>
                    <a:pt x="392" y="8908"/>
                    <a:pt x="436" y="8871"/>
                  </a:cubicBezTo>
                  <a:lnTo>
                    <a:pt x="2096" y="7416"/>
                  </a:lnTo>
                  <a:cubicBezTo>
                    <a:pt x="2138" y="7377"/>
                    <a:pt x="2194" y="7356"/>
                    <a:pt x="2254" y="7356"/>
                  </a:cubicBezTo>
                  <a:lnTo>
                    <a:pt x="3893" y="7356"/>
                  </a:lnTo>
                  <a:cubicBezTo>
                    <a:pt x="3900" y="7472"/>
                    <a:pt x="3925" y="7584"/>
                    <a:pt x="3960" y="7693"/>
                  </a:cubicBezTo>
                  <a:lnTo>
                    <a:pt x="2472" y="8172"/>
                  </a:lnTo>
                  <a:cubicBezTo>
                    <a:pt x="2346" y="8214"/>
                    <a:pt x="2233" y="8291"/>
                    <a:pt x="2152" y="8400"/>
                  </a:cubicBezTo>
                  <a:lnTo>
                    <a:pt x="876" y="10077"/>
                  </a:lnTo>
                  <a:cubicBezTo>
                    <a:pt x="753" y="10239"/>
                    <a:pt x="896" y="10416"/>
                    <a:pt x="1048" y="10416"/>
                  </a:cubicBezTo>
                  <a:cubicBezTo>
                    <a:pt x="1105" y="10416"/>
                    <a:pt x="1164" y="10391"/>
                    <a:pt x="1210" y="10331"/>
                  </a:cubicBezTo>
                  <a:lnTo>
                    <a:pt x="2483" y="8653"/>
                  </a:lnTo>
                  <a:cubicBezTo>
                    <a:pt x="2514" y="8615"/>
                    <a:pt x="2553" y="8587"/>
                    <a:pt x="2602" y="8569"/>
                  </a:cubicBezTo>
                  <a:lnTo>
                    <a:pt x="4139" y="8073"/>
                  </a:lnTo>
                  <a:cubicBezTo>
                    <a:pt x="4199" y="8168"/>
                    <a:pt x="4262" y="8259"/>
                    <a:pt x="4336" y="8344"/>
                  </a:cubicBezTo>
                  <a:lnTo>
                    <a:pt x="2852" y="9413"/>
                  </a:lnTo>
                  <a:cubicBezTo>
                    <a:pt x="2768" y="9473"/>
                    <a:pt x="2701" y="9550"/>
                    <a:pt x="2652" y="9645"/>
                  </a:cubicBezTo>
                  <a:lnTo>
                    <a:pt x="1808" y="11280"/>
                  </a:lnTo>
                  <a:cubicBezTo>
                    <a:pt x="1716" y="11448"/>
                    <a:pt x="1858" y="11593"/>
                    <a:pt x="1999" y="11593"/>
                  </a:cubicBezTo>
                  <a:cubicBezTo>
                    <a:pt x="2068" y="11593"/>
                    <a:pt x="2136" y="11558"/>
                    <a:pt x="2177" y="11474"/>
                  </a:cubicBezTo>
                  <a:lnTo>
                    <a:pt x="3024" y="9835"/>
                  </a:lnTo>
                  <a:cubicBezTo>
                    <a:pt x="3042" y="9803"/>
                    <a:pt x="3067" y="9772"/>
                    <a:pt x="3095" y="9750"/>
                  </a:cubicBezTo>
                  <a:lnTo>
                    <a:pt x="4628" y="8650"/>
                  </a:lnTo>
                  <a:cubicBezTo>
                    <a:pt x="4726" y="8741"/>
                    <a:pt x="4832" y="8826"/>
                    <a:pt x="4937" y="8907"/>
                  </a:cubicBezTo>
                  <a:lnTo>
                    <a:pt x="3707" y="10028"/>
                  </a:lnTo>
                  <a:cubicBezTo>
                    <a:pt x="3608" y="10120"/>
                    <a:pt x="3538" y="10239"/>
                    <a:pt x="3510" y="10369"/>
                  </a:cubicBezTo>
                  <a:lnTo>
                    <a:pt x="3038" y="12469"/>
                  </a:lnTo>
                  <a:cubicBezTo>
                    <a:pt x="3010" y="12581"/>
                    <a:pt x="3081" y="12694"/>
                    <a:pt x="3197" y="12718"/>
                  </a:cubicBezTo>
                  <a:cubicBezTo>
                    <a:pt x="3212" y="12722"/>
                    <a:pt x="3227" y="12723"/>
                    <a:pt x="3242" y="12723"/>
                  </a:cubicBezTo>
                  <a:cubicBezTo>
                    <a:pt x="3337" y="12723"/>
                    <a:pt x="3422" y="12657"/>
                    <a:pt x="3446" y="12560"/>
                  </a:cubicBezTo>
                  <a:lnTo>
                    <a:pt x="3918" y="10461"/>
                  </a:lnTo>
                  <a:cubicBezTo>
                    <a:pt x="3928" y="10412"/>
                    <a:pt x="3953" y="10369"/>
                    <a:pt x="3988" y="10338"/>
                  </a:cubicBezTo>
                  <a:lnTo>
                    <a:pt x="5296" y="9146"/>
                  </a:lnTo>
                  <a:cubicBezTo>
                    <a:pt x="5989" y="9564"/>
                    <a:pt x="6766" y="9817"/>
                    <a:pt x="7226" y="9817"/>
                  </a:cubicBezTo>
                  <a:cubicBezTo>
                    <a:pt x="7691" y="9817"/>
                    <a:pt x="8468" y="9564"/>
                    <a:pt x="9157" y="9146"/>
                  </a:cubicBezTo>
                  <a:lnTo>
                    <a:pt x="10469" y="10338"/>
                  </a:lnTo>
                  <a:cubicBezTo>
                    <a:pt x="10504" y="10369"/>
                    <a:pt x="10528" y="10415"/>
                    <a:pt x="10539" y="10461"/>
                  </a:cubicBezTo>
                  <a:lnTo>
                    <a:pt x="11010" y="12560"/>
                  </a:lnTo>
                  <a:cubicBezTo>
                    <a:pt x="11031" y="12656"/>
                    <a:pt x="11116" y="12721"/>
                    <a:pt x="11210" y="12721"/>
                  </a:cubicBezTo>
                  <a:cubicBezTo>
                    <a:pt x="11226" y="12721"/>
                    <a:pt x="11243" y="12719"/>
                    <a:pt x="11260" y="12715"/>
                  </a:cubicBezTo>
                  <a:cubicBezTo>
                    <a:pt x="11372" y="12690"/>
                    <a:pt x="11443" y="12578"/>
                    <a:pt x="11418" y="12465"/>
                  </a:cubicBezTo>
                  <a:lnTo>
                    <a:pt x="10950" y="10369"/>
                  </a:lnTo>
                  <a:cubicBezTo>
                    <a:pt x="10919" y="10239"/>
                    <a:pt x="10848" y="10120"/>
                    <a:pt x="10750" y="10028"/>
                  </a:cubicBezTo>
                  <a:lnTo>
                    <a:pt x="9519" y="8907"/>
                  </a:lnTo>
                  <a:cubicBezTo>
                    <a:pt x="9628" y="8826"/>
                    <a:pt x="9730" y="8741"/>
                    <a:pt x="9832" y="8650"/>
                  </a:cubicBezTo>
                  <a:lnTo>
                    <a:pt x="11362" y="9750"/>
                  </a:lnTo>
                  <a:cubicBezTo>
                    <a:pt x="11393" y="9772"/>
                    <a:pt x="11415" y="9800"/>
                    <a:pt x="11432" y="9835"/>
                  </a:cubicBezTo>
                  <a:lnTo>
                    <a:pt x="12276" y="11470"/>
                  </a:lnTo>
                  <a:cubicBezTo>
                    <a:pt x="12319" y="11548"/>
                    <a:pt x="12386" y="11581"/>
                    <a:pt x="12454" y="11581"/>
                  </a:cubicBezTo>
                  <a:cubicBezTo>
                    <a:pt x="12592" y="11581"/>
                    <a:pt x="12729" y="11443"/>
                    <a:pt x="12649" y="11280"/>
                  </a:cubicBezTo>
                  <a:lnTo>
                    <a:pt x="11805" y="9641"/>
                  </a:lnTo>
                  <a:cubicBezTo>
                    <a:pt x="11756" y="9550"/>
                    <a:pt x="11689" y="9469"/>
                    <a:pt x="11604" y="9409"/>
                  </a:cubicBezTo>
                  <a:lnTo>
                    <a:pt x="10121" y="8344"/>
                  </a:lnTo>
                  <a:cubicBezTo>
                    <a:pt x="10194" y="8259"/>
                    <a:pt x="10258" y="8168"/>
                    <a:pt x="10317" y="8073"/>
                  </a:cubicBezTo>
                  <a:lnTo>
                    <a:pt x="11858" y="8569"/>
                  </a:lnTo>
                  <a:cubicBezTo>
                    <a:pt x="11903" y="8583"/>
                    <a:pt x="11942" y="8611"/>
                    <a:pt x="11974" y="8650"/>
                  </a:cubicBezTo>
                  <a:lnTo>
                    <a:pt x="13247" y="10327"/>
                  </a:lnTo>
                  <a:cubicBezTo>
                    <a:pt x="13293" y="10388"/>
                    <a:pt x="13351" y="10413"/>
                    <a:pt x="13408" y="10413"/>
                  </a:cubicBezTo>
                  <a:cubicBezTo>
                    <a:pt x="13560" y="10413"/>
                    <a:pt x="13703" y="10235"/>
                    <a:pt x="13581" y="10074"/>
                  </a:cubicBezTo>
                  <a:lnTo>
                    <a:pt x="12304" y="8397"/>
                  </a:lnTo>
                  <a:cubicBezTo>
                    <a:pt x="12223" y="8291"/>
                    <a:pt x="12111" y="8210"/>
                    <a:pt x="11984" y="8172"/>
                  </a:cubicBezTo>
                  <a:lnTo>
                    <a:pt x="10497" y="7693"/>
                  </a:lnTo>
                  <a:cubicBezTo>
                    <a:pt x="10532" y="7584"/>
                    <a:pt x="10553" y="7472"/>
                    <a:pt x="10564" y="7356"/>
                  </a:cubicBezTo>
                  <a:lnTo>
                    <a:pt x="12202" y="7356"/>
                  </a:lnTo>
                  <a:cubicBezTo>
                    <a:pt x="12259" y="7356"/>
                    <a:pt x="12315" y="7377"/>
                    <a:pt x="12361" y="7416"/>
                  </a:cubicBezTo>
                  <a:lnTo>
                    <a:pt x="14020" y="8871"/>
                  </a:lnTo>
                  <a:cubicBezTo>
                    <a:pt x="14066" y="8915"/>
                    <a:pt x="14116" y="8933"/>
                    <a:pt x="14164" y="8933"/>
                  </a:cubicBezTo>
                  <a:cubicBezTo>
                    <a:pt x="14334" y="8933"/>
                    <a:pt x="14473" y="8698"/>
                    <a:pt x="14295" y="8555"/>
                  </a:cubicBezTo>
                  <a:lnTo>
                    <a:pt x="12635" y="7099"/>
                  </a:lnTo>
                  <a:cubicBezTo>
                    <a:pt x="12515" y="6997"/>
                    <a:pt x="12361" y="6937"/>
                    <a:pt x="12202" y="6937"/>
                  </a:cubicBezTo>
                  <a:lnTo>
                    <a:pt x="10543" y="6937"/>
                  </a:lnTo>
                  <a:cubicBezTo>
                    <a:pt x="10525" y="6842"/>
                    <a:pt x="10504" y="6751"/>
                    <a:pt x="10476" y="6660"/>
                  </a:cubicBezTo>
                  <a:lnTo>
                    <a:pt x="10511" y="6614"/>
                  </a:lnTo>
                  <a:cubicBezTo>
                    <a:pt x="11668" y="5344"/>
                    <a:pt x="11699" y="4075"/>
                    <a:pt x="11524" y="3235"/>
                  </a:cubicBezTo>
                  <a:cubicBezTo>
                    <a:pt x="11379" y="2545"/>
                    <a:pt x="11038" y="1870"/>
                    <a:pt x="10539" y="1286"/>
                  </a:cubicBezTo>
                  <a:cubicBezTo>
                    <a:pt x="10075" y="741"/>
                    <a:pt x="9484" y="295"/>
                    <a:pt x="8879" y="24"/>
                  </a:cubicBezTo>
                  <a:cubicBezTo>
                    <a:pt x="8845" y="8"/>
                    <a:pt x="8812" y="0"/>
                    <a:pt x="87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34" name="Google Shape;20834;p90"/>
          <p:cNvGrpSpPr/>
          <p:nvPr/>
        </p:nvGrpSpPr>
        <p:grpSpPr>
          <a:xfrm>
            <a:off x="1944350" y="2476964"/>
            <a:ext cx="375546" cy="240106"/>
            <a:chOff x="1944350" y="2476964"/>
            <a:chExt cx="375546" cy="240106"/>
          </a:xfrm>
        </p:grpSpPr>
        <p:sp>
          <p:nvSpPr>
            <p:cNvPr id="20835" name="Google Shape;20835;p90"/>
            <p:cNvSpPr/>
            <p:nvPr/>
          </p:nvSpPr>
          <p:spPr>
            <a:xfrm>
              <a:off x="1949802" y="2482442"/>
              <a:ext cx="328259" cy="211482"/>
            </a:xfrm>
            <a:custGeom>
              <a:rect b="b" l="l" r="r" t="t"/>
              <a:pathLst>
                <a:path extrusionOk="0" h="8068" w="12523">
                  <a:moveTo>
                    <a:pt x="1794" y="1"/>
                  </a:moveTo>
                  <a:cubicBezTo>
                    <a:pt x="1730" y="1"/>
                    <a:pt x="1665" y="5"/>
                    <a:pt x="1600" y="15"/>
                  </a:cubicBezTo>
                  <a:lnTo>
                    <a:pt x="767" y="131"/>
                  </a:lnTo>
                  <a:cubicBezTo>
                    <a:pt x="327" y="194"/>
                    <a:pt x="0" y="570"/>
                    <a:pt x="0" y="1017"/>
                  </a:cubicBezTo>
                  <a:lnTo>
                    <a:pt x="0" y="1808"/>
                  </a:lnTo>
                  <a:cubicBezTo>
                    <a:pt x="0" y="1931"/>
                    <a:pt x="99" y="2030"/>
                    <a:pt x="220" y="2030"/>
                  </a:cubicBezTo>
                  <a:cubicBezTo>
                    <a:pt x="224" y="2030"/>
                    <a:pt x="228" y="2030"/>
                    <a:pt x="232" y="2030"/>
                  </a:cubicBezTo>
                  <a:lnTo>
                    <a:pt x="232" y="2030"/>
                  </a:lnTo>
                  <a:lnTo>
                    <a:pt x="229" y="2350"/>
                  </a:lnTo>
                  <a:cubicBezTo>
                    <a:pt x="225" y="2557"/>
                    <a:pt x="366" y="2737"/>
                    <a:pt x="566" y="2789"/>
                  </a:cubicBezTo>
                  <a:lnTo>
                    <a:pt x="974" y="2888"/>
                  </a:lnTo>
                  <a:cubicBezTo>
                    <a:pt x="1066" y="2909"/>
                    <a:pt x="1136" y="2990"/>
                    <a:pt x="1143" y="3088"/>
                  </a:cubicBezTo>
                  <a:cubicBezTo>
                    <a:pt x="1206" y="3957"/>
                    <a:pt x="1804" y="8067"/>
                    <a:pt x="7606" y="8067"/>
                  </a:cubicBezTo>
                  <a:cubicBezTo>
                    <a:pt x="12522" y="8067"/>
                    <a:pt x="12522" y="6503"/>
                    <a:pt x="12522" y="6503"/>
                  </a:cubicBezTo>
                  <a:lnTo>
                    <a:pt x="12522" y="6056"/>
                  </a:lnTo>
                  <a:lnTo>
                    <a:pt x="3130" y="3373"/>
                  </a:lnTo>
                  <a:lnTo>
                    <a:pt x="3130" y="1340"/>
                  </a:lnTo>
                  <a:cubicBezTo>
                    <a:pt x="3130" y="590"/>
                    <a:pt x="2521" y="1"/>
                    <a:pt x="1794"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6" name="Google Shape;20836;p90"/>
            <p:cNvSpPr/>
            <p:nvPr/>
          </p:nvSpPr>
          <p:spPr>
            <a:xfrm>
              <a:off x="1996434" y="2615733"/>
              <a:ext cx="107052" cy="95807"/>
            </a:xfrm>
            <a:custGeom>
              <a:rect b="b" l="l" r="r" t="t"/>
              <a:pathLst>
                <a:path extrusionOk="0" h="3655" w="4084">
                  <a:moveTo>
                    <a:pt x="2251" y="0"/>
                  </a:moveTo>
                  <a:lnTo>
                    <a:pt x="1762" y="162"/>
                  </a:lnTo>
                  <a:cubicBezTo>
                    <a:pt x="1513" y="243"/>
                    <a:pt x="1333" y="468"/>
                    <a:pt x="1309" y="732"/>
                  </a:cubicBezTo>
                  <a:lnTo>
                    <a:pt x="1126" y="2536"/>
                  </a:lnTo>
                  <a:lnTo>
                    <a:pt x="904" y="2536"/>
                  </a:lnTo>
                  <a:cubicBezTo>
                    <a:pt x="630" y="2536"/>
                    <a:pt x="384" y="2701"/>
                    <a:pt x="282" y="2958"/>
                  </a:cubicBezTo>
                  <a:lnTo>
                    <a:pt x="1" y="3654"/>
                  </a:lnTo>
                  <a:lnTo>
                    <a:pt x="1470" y="3654"/>
                  </a:lnTo>
                  <a:cubicBezTo>
                    <a:pt x="1790" y="3654"/>
                    <a:pt x="2068" y="3429"/>
                    <a:pt x="2132" y="3113"/>
                  </a:cubicBezTo>
                  <a:lnTo>
                    <a:pt x="2367" y="1927"/>
                  </a:lnTo>
                  <a:cubicBezTo>
                    <a:pt x="2670" y="1927"/>
                    <a:pt x="3658" y="1829"/>
                    <a:pt x="4083" y="1344"/>
                  </a:cubicBezTo>
                  <a:lnTo>
                    <a:pt x="2251" y="0"/>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7" name="Google Shape;20837;p90"/>
            <p:cNvSpPr/>
            <p:nvPr/>
          </p:nvSpPr>
          <p:spPr>
            <a:xfrm>
              <a:off x="2184194" y="2652876"/>
              <a:ext cx="58664" cy="58664"/>
            </a:xfrm>
            <a:custGeom>
              <a:rect b="b" l="l" r="r" t="t"/>
              <a:pathLst>
                <a:path extrusionOk="0" h="2238" w="2238">
                  <a:moveTo>
                    <a:pt x="1119" y="1"/>
                  </a:moveTo>
                  <a:lnTo>
                    <a:pt x="1119" y="1119"/>
                  </a:lnTo>
                  <a:lnTo>
                    <a:pt x="936" y="1119"/>
                  </a:lnTo>
                  <a:cubicBezTo>
                    <a:pt x="672" y="1119"/>
                    <a:pt x="433" y="1274"/>
                    <a:pt x="328" y="1513"/>
                  </a:cubicBezTo>
                  <a:lnTo>
                    <a:pt x="1" y="2237"/>
                  </a:lnTo>
                  <a:lnTo>
                    <a:pt x="1790" y="2237"/>
                  </a:lnTo>
                  <a:cubicBezTo>
                    <a:pt x="2037" y="2237"/>
                    <a:pt x="2237" y="2037"/>
                    <a:pt x="2237" y="1790"/>
                  </a:cubicBezTo>
                  <a:lnTo>
                    <a:pt x="2237"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8" name="Google Shape;20838;p90"/>
            <p:cNvSpPr/>
            <p:nvPr/>
          </p:nvSpPr>
          <p:spPr>
            <a:xfrm>
              <a:off x="1980680" y="2482442"/>
              <a:ext cx="51167" cy="88415"/>
            </a:xfrm>
            <a:custGeom>
              <a:rect b="b" l="l" r="r" t="t"/>
              <a:pathLst>
                <a:path extrusionOk="0" h="3373" w="1952">
                  <a:moveTo>
                    <a:pt x="616" y="1"/>
                  </a:moveTo>
                  <a:cubicBezTo>
                    <a:pt x="552" y="1"/>
                    <a:pt x="487" y="5"/>
                    <a:pt x="422" y="15"/>
                  </a:cubicBezTo>
                  <a:lnTo>
                    <a:pt x="0" y="75"/>
                  </a:lnTo>
                  <a:cubicBezTo>
                    <a:pt x="545" y="257"/>
                    <a:pt x="908" y="767"/>
                    <a:pt x="908" y="1340"/>
                  </a:cubicBezTo>
                  <a:lnTo>
                    <a:pt x="908" y="2329"/>
                  </a:lnTo>
                  <a:cubicBezTo>
                    <a:pt x="908" y="2905"/>
                    <a:pt x="1375" y="3373"/>
                    <a:pt x="1952" y="3373"/>
                  </a:cubicBezTo>
                  <a:lnTo>
                    <a:pt x="1952" y="1340"/>
                  </a:lnTo>
                  <a:cubicBezTo>
                    <a:pt x="1952" y="590"/>
                    <a:pt x="1343" y="1"/>
                    <a:pt x="616"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9" name="Google Shape;20839;p90"/>
            <p:cNvSpPr/>
            <p:nvPr/>
          </p:nvSpPr>
          <p:spPr>
            <a:xfrm>
              <a:off x="2031821" y="2519978"/>
              <a:ext cx="285218" cy="144457"/>
            </a:xfrm>
            <a:custGeom>
              <a:rect b="b" l="l" r="r" t="t"/>
              <a:pathLst>
                <a:path extrusionOk="0" h="5511" w="10881">
                  <a:moveTo>
                    <a:pt x="4697" y="1"/>
                  </a:moveTo>
                  <a:cubicBezTo>
                    <a:pt x="3324" y="1"/>
                    <a:pt x="1751" y="529"/>
                    <a:pt x="1" y="1941"/>
                  </a:cubicBezTo>
                  <a:cubicBezTo>
                    <a:pt x="1" y="1941"/>
                    <a:pt x="151" y="5511"/>
                    <a:pt x="5622" y="5511"/>
                  </a:cubicBezTo>
                  <a:cubicBezTo>
                    <a:pt x="6859" y="5511"/>
                    <a:pt x="8368" y="5328"/>
                    <a:pt x="10209" y="4881"/>
                  </a:cubicBezTo>
                  <a:cubicBezTo>
                    <a:pt x="10670" y="4772"/>
                    <a:pt x="10881" y="4237"/>
                    <a:pt x="10621" y="3843"/>
                  </a:cubicBezTo>
                  <a:cubicBezTo>
                    <a:pt x="9754" y="2526"/>
                    <a:pt x="7702" y="1"/>
                    <a:pt x="4697"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0" name="Google Shape;20840;p90"/>
            <p:cNvSpPr/>
            <p:nvPr/>
          </p:nvSpPr>
          <p:spPr>
            <a:xfrm>
              <a:off x="2031821" y="2556650"/>
              <a:ext cx="284222" cy="107838"/>
            </a:xfrm>
            <a:custGeom>
              <a:rect b="b" l="l" r="r" t="t"/>
              <a:pathLst>
                <a:path extrusionOk="0" h="4114" w="10843">
                  <a:moveTo>
                    <a:pt x="729" y="0"/>
                  </a:moveTo>
                  <a:cubicBezTo>
                    <a:pt x="490" y="162"/>
                    <a:pt x="247" y="342"/>
                    <a:pt x="1" y="542"/>
                  </a:cubicBezTo>
                  <a:cubicBezTo>
                    <a:pt x="1" y="542"/>
                    <a:pt x="151" y="4113"/>
                    <a:pt x="5627" y="4113"/>
                  </a:cubicBezTo>
                  <a:cubicBezTo>
                    <a:pt x="6863" y="4113"/>
                    <a:pt x="8371" y="3931"/>
                    <a:pt x="10209" y="3485"/>
                  </a:cubicBezTo>
                  <a:cubicBezTo>
                    <a:pt x="10621" y="3383"/>
                    <a:pt x="10842" y="2933"/>
                    <a:pt x="10670" y="2546"/>
                  </a:cubicBezTo>
                  <a:lnTo>
                    <a:pt x="10670" y="2546"/>
                  </a:lnTo>
                  <a:cubicBezTo>
                    <a:pt x="8703" y="3096"/>
                    <a:pt x="7122" y="3317"/>
                    <a:pt x="5853" y="3317"/>
                  </a:cubicBezTo>
                  <a:cubicBezTo>
                    <a:pt x="1823" y="3317"/>
                    <a:pt x="924" y="1083"/>
                    <a:pt x="729"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1" name="Google Shape;20841;p90"/>
            <p:cNvSpPr/>
            <p:nvPr/>
          </p:nvSpPr>
          <p:spPr>
            <a:xfrm>
              <a:off x="1944350" y="2476964"/>
              <a:ext cx="375546" cy="240106"/>
            </a:xfrm>
            <a:custGeom>
              <a:rect b="b" l="l" r="r" t="t"/>
              <a:pathLst>
                <a:path extrusionOk="0" h="9160" w="14327">
                  <a:moveTo>
                    <a:pt x="8042" y="1852"/>
                  </a:moveTo>
                  <a:cubicBezTo>
                    <a:pt x="8304" y="1852"/>
                    <a:pt x="8565" y="1872"/>
                    <a:pt x="8824" y="1912"/>
                  </a:cubicBezTo>
                  <a:cubicBezTo>
                    <a:pt x="8926" y="1929"/>
                    <a:pt x="9035" y="1950"/>
                    <a:pt x="9154" y="1978"/>
                  </a:cubicBezTo>
                  <a:lnTo>
                    <a:pt x="8940" y="3202"/>
                  </a:lnTo>
                  <a:lnTo>
                    <a:pt x="7213" y="3804"/>
                  </a:lnTo>
                  <a:lnTo>
                    <a:pt x="6450" y="2091"/>
                  </a:lnTo>
                  <a:cubicBezTo>
                    <a:pt x="6987" y="1932"/>
                    <a:pt x="7517" y="1852"/>
                    <a:pt x="8042" y="1852"/>
                  </a:cubicBezTo>
                  <a:close/>
                  <a:moveTo>
                    <a:pt x="9559" y="2087"/>
                  </a:moveTo>
                  <a:cubicBezTo>
                    <a:pt x="10174" y="2277"/>
                    <a:pt x="10933" y="2633"/>
                    <a:pt x="11739" y="3287"/>
                  </a:cubicBezTo>
                  <a:lnTo>
                    <a:pt x="11665" y="3336"/>
                  </a:lnTo>
                  <a:cubicBezTo>
                    <a:pt x="11478" y="3468"/>
                    <a:pt x="11604" y="3721"/>
                    <a:pt x="11782" y="3721"/>
                  </a:cubicBezTo>
                  <a:cubicBezTo>
                    <a:pt x="11821" y="3721"/>
                    <a:pt x="11863" y="3709"/>
                    <a:pt x="11904" y="3680"/>
                  </a:cubicBezTo>
                  <a:lnTo>
                    <a:pt x="12066" y="3568"/>
                  </a:lnTo>
                  <a:cubicBezTo>
                    <a:pt x="12666" y="4116"/>
                    <a:pt x="13200" y="4730"/>
                    <a:pt x="13653" y="5408"/>
                  </a:cubicBezTo>
                  <a:lnTo>
                    <a:pt x="13653" y="5408"/>
                  </a:lnTo>
                  <a:cubicBezTo>
                    <a:pt x="12827" y="5622"/>
                    <a:pt x="11991" y="5794"/>
                    <a:pt x="11148" y="5917"/>
                  </a:cubicBezTo>
                  <a:lnTo>
                    <a:pt x="10835" y="4429"/>
                  </a:lnTo>
                  <a:lnTo>
                    <a:pt x="11218" y="4162"/>
                  </a:lnTo>
                  <a:cubicBezTo>
                    <a:pt x="11406" y="4030"/>
                    <a:pt x="11276" y="3777"/>
                    <a:pt x="11100" y="3777"/>
                  </a:cubicBezTo>
                  <a:cubicBezTo>
                    <a:pt x="11061" y="3777"/>
                    <a:pt x="11020" y="3789"/>
                    <a:pt x="10979" y="3818"/>
                  </a:cubicBezTo>
                  <a:lnTo>
                    <a:pt x="10599" y="4081"/>
                  </a:lnTo>
                  <a:lnTo>
                    <a:pt x="9351" y="3258"/>
                  </a:lnTo>
                  <a:lnTo>
                    <a:pt x="9559" y="2087"/>
                  </a:lnTo>
                  <a:close/>
                  <a:moveTo>
                    <a:pt x="9094" y="3589"/>
                  </a:moveTo>
                  <a:lnTo>
                    <a:pt x="10420" y="4465"/>
                  </a:lnTo>
                  <a:lnTo>
                    <a:pt x="10733" y="5970"/>
                  </a:lnTo>
                  <a:cubicBezTo>
                    <a:pt x="10209" y="6035"/>
                    <a:pt x="9679" y="6069"/>
                    <a:pt x="9149" y="6069"/>
                  </a:cubicBezTo>
                  <a:cubicBezTo>
                    <a:pt x="9000" y="6069"/>
                    <a:pt x="8850" y="6066"/>
                    <a:pt x="8701" y="6061"/>
                  </a:cubicBezTo>
                  <a:cubicBezTo>
                    <a:pt x="7846" y="6026"/>
                    <a:pt x="7108" y="5878"/>
                    <a:pt x="6489" y="5629"/>
                  </a:cubicBezTo>
                  <a:lnTo>
                    <a:pt x="7248" y="4236"/>
                  </a:lnTo>
                  <a:lnTo>
                    <a:pt x="9094" y="3589"/>
                  </a:lnTo>
                  <a:close/>
                  <a:moveTo>
                    <a:pt x="2000" y="416"/>
                  </a:moveTo>
                  <a:cubicBezTo>
                    <a:pt x="2613" y="416"/>
                    <a:pt x="3127" y="916"/>
                    <a:pt x="3127" y="1549"/>
                  </a:cubicBezTo>
                  <a:lnTo>
                    <a:pt x="3127" y="3578"/>
                  </a:lnTo>
                  <a:lnTo>
                    <a:pt x="3127" y="3585"/>
                  </a:lnTo>
                  <a:lnTo>
                    <a:pt x="3127" y="3589"/>
                  </a:lnTo>
                  <a:cubicBezTo>
                    <a:pt x="3127" y="3631"/>
                    <a:pt x="3173" y="4401"/>
                    <a:pt x="3739" y="5238"/>
                  </a:cubicBezTo>
                  <a:lnTo>
                    <a:pt x="3683" y="5256"/>
                  </a:lnTo>
                  <a:cubicBezTo>
                    <a:pt x="3352" y="5365"/>
                    <a:pt x="3120" y="5657"/>
                    <a:pt x="3085" y="6001"/>
                  </a:cubicBezTo>
                  <a:lnTo>
                    <a:pt x="3025" y="6582"/>
                  </a:lnTo>
                  <a:cubicBezTo>
                    <a:pt x="1763" y="5228"/>
                    <a:pt x="1559" y="3353"/>
                    <a:pt x="1552" y="3269"/>
                  </a:cubicBezTo>
                  <a:cubicBezTo>
                    <a:pt x="1530" y="3086"/>
                    <a:pt x="1400" y="2938"/>
                    <a:pt x="1225" y="2893"/>
                  </a:cubicBezTo>
                  <a:lnTo>
                    <a:pt x="824" y="2794"/>
                  </a:lnTo>
                  <a:cubicBezTo>
                    <a:pt x="718" y="2766"/>
                    <a:pt x="644" y="2671"/>
                    <a:pt x="644" y="2559"/>
                  </a:cubicBezTo>
                  <a:lnTo>
                    <a:pt x="644" y="2439"/>
                  </a:lnTo>
                  <a:cubicBezTo>
                    <a:pt x="1073" y="2415"/>
                    <a:pt x="1576" y="2351"/>
                    <a:pt x="1865" y="2207"/>
                  </a:cubicBezTo>
                  <a:cubicBezTo>
                    <a:pt x="1974" y="2158"/>
                    <a:pt x="2016" y="2031"/>
                    <a:pt x="1963" y="1926"/>
                  </a:cubicBezTo>
                  <a:cubicBezTo>
                    <a:pt x="1926" y="1852"/>
                    <a:pt x="1853" y="1809"/>
                    <a:pt x="1777" y="1809"/>
                  </a:cubicBezTo>
                  <a:cubicBezTo>
                    <a:pt x="1744" y="1809"/>
                    <a:pt x="1710" y="1817"/>
                    <a:pt x="1678" y="1834"/>
                  </a:cubicBezTo>
                  <a:cubicBezTo>
                    <a:pt x="1471" y="1936"/>
                    <a:pt x="1017" y="2010"/>
                    <a:pt x="430" y="2031"/>
                  </a:cubicBezTo>
                  <a:cubicBezTo>
                    <a:pt x="426" y="2031"/>
                    <a:pt x="423" y="2031"/>
                    <a:pt x="419" y="2028"/>
                  </a:cubicBezTo>
                  <a:cubicBezTo>
                    <a:pt x="416" y="2024"/>
                    <a:pt x="416" y="2021"/>
                    <a:pt x="416" y="2017"/>
                  </a:cubicBezTo>
                  <a:lnTo>
                    <a:pt x="416" y="1226"/>
                  </a:lnTo>
                  <a:cubicBezTo>
                    <a:pt x="416" y="885"/>
                    <a:pt x="665" y="597"/>
                    <a:pt x="1003" y="547"/>
                  </a:cubicBezTo>
                  <a:lnTo>
                    <a:pt x="1836" y="428"/>
                  </a:lnTo>
                  <a:cubicBezTo>
                    <a:pt x="1891" y="420"/>
                    <a:pt x="1946" y="416"/>
                    <a:pt x="2000" y="416"/>
                  </a:cubicBezTo>
                  <a:close/>
                  <a:moveTo>
                    <a:pt x="6049" y="2221"/>
                  </a:moveTo>
                  <a:lnTo>
                    <a:pt x="6868" y="4057"/>
                  </a:lnTo>
                  <a:lnTo>
                    <a:pt x="6105" y="5453"/>
                  </a:lnTo>
                  <a:cubicBezTo>
                    <a:pt x="6021" y="5411"/>
                    <a:pt x="5937" y="5361"/>
                    <a:pt x="5856" y="5312"/>
                  </a:cubicBezTo>
                  <a:cubicBezTo>
                    <a:pt x="5819" y="5292"/>
                    <a:pt x="5783" y="5283"/>
                    <a:pt x="5749" y="5283"/>
                  </a:cubicBezTo>
                  <a:cubicBezTo>
                    <a:pt x="5569" y="5283"/>
                    <a:pt x="5451" y="5540"/>
                    <a:pt x="5638" y="5667"/>
                  </a:cubicBezTo>
                  <a:cubicBezTo>
                    <a:pt x="6520" y="6216"/>
                    <a:pt x="7695" y="6490"/>
                    <a:pt x="9140" y="6490"/>
                  </a:cubicBezTo>
                  <a:cubicBezTo>
                    <a:pt x="10480" y="6490"/>
                    <a:pt x="12055" y="6254"/>
                    <a:pt x="13856" y="5787"/>
                  </a:cubicBezTo>
                  <a:lnTo>
                    <a:pt x="13856" y="5787"/>
                  </a:lnTo>
                  <a:cubicBezTo>
                    <a:pt x="13870" y="5871"/>
                    <a:pt x="13859" y="5956"/>
                    <a:pt x="13827" y="6033"/>
                  </a:cubicBezTo>
                  <a:cubicBezTo>
                    <a:pt x="13771" y="6177"/>
                    <a:pt x="13648" y="6286"/>
                    <a:pt x="13497" y="6321"/>
                  </a:cubicBezTo>
                  <a:cubicBezTo>
                    <a:pt x="11787" y="6736"/>
                    <a:pt x="10265" y="6943"/>
                    <a:pt x="8953" y="6943"/>
                  </a:cubicBezTo>
                  <a:cubicBezTo>
                    <a:pt x="8574" y="6943"/>
                    <a:pt x="8211" y="6926"/>
                    <a:pt x="7867" y="6891"/>
                  </a:cubicBezTo>
                  <a:cubicBezTo>
                    <a:pt x="6650" y="6768"/>
                    <a:pt x="5659" y="6423"/>
                    <a:pt x="4920" y="5871"/>
                  </a:cubicBezTo>
                  <a:cubicBezTo>
                    <a:pt x="3834" y="5059"/>
                    <a:pt x="3602" y="4004"/>
                    <a:pt x="3559" y="3673"/>
                  </a:cubicBezTo>
                  <a:cubicBezTo>
                    <a:pt x="3704" y="3557"/>
                    <a:pt x="3851" y="3448"/>
                    <a:pt x="3999" y="3343"/>
                  </a:cubicBezTo>
                  <a:cubicBezTo>
                    <a:pt x="4126" y="4007"/>
                    <a:pt x="4449" y="4619"/>
                    <a:pt x="4924" y="5101"/>
                  </a:cubicBezTo>
                  <a:cubicBezTo>
                    <a:pt x="4971" y="5150"/>
                    <a:pt x="5024" y="5171"/>
                    <a:pt x="5074" y="5171"/>
                  </a:cubicBezTo>
                  <a:cubicBezTo>
                    <a:pt x="5237" y="5171"/>
                    <a:pt x="5378" y="4959"/>
                    <a:pt x="5223" y="4809"/>
                  </a:cubicBezTo>
                  <a:cubicBezTo>
                    <a:pt x="4762" y="4338"/>
                    <a:pt x="4463" y="3733"/>
                    <a:pt x="4379" y="3079"/>
                  </a:cubicBezTo>
                  <a:cubicBezTo>
                    <a:pt x="4903" y="2731"/>
                    <a:pt x="5462" y="2443"/>
                    <a:pt x="6049" y="2221"/>
                  </a:cubicBezTo>
                  <a:close/>
                  <a:moveTo>
                    <a:pt x="12393" y="6989"/>
                  </a:moveTo>
                  <a:cubicBezTo>
                    <a:pt x="12266" y="7162"/>
                    <a:pt x="12115" y="7309"/>
                    <a:pt x="11943" y="7432"/>
                  </a:cubicBezTo>
                  <a:cubicBezTo>
                    <a:pt x="11907" y="7454"/>
                    <a:pt x="11816" y="7506"/>
                    <a:pt x="11595" y="7580"/>
                  </a:cubicBezTo>
                  <a:lnTo>
                    <a:pt x="11595" y="7134"/>
                  </a:lnTo>
                  <a:cubicBezTo>
                    <a:pt x="11855" y="7091"/>
                    <a:pt x="12122" y="7042"/>
                    <a:pt x="12393" y="6989"/>
                  </a:cubicBezTo>
                  <a:close/>
                  <a:moveTo>
                    <a:pt x="6024" y="6916"/>
                  </a:moveTo>
                  <a:cubicBezTo>
                    <a:pt x="6605" y="7116"/>
                    <a:pt x="7202" y="7246"/>
                    <a:pt x="7814" y="7306"/>
                  </a:cubicBezTo>
                  <a:cubicBezTo>
                    <a:pt x="8191" y="7345"/>
                    <a:pt x="8574" y="7362"/>
                    <a:pt x="8957" y="7362"/>
                  </a:cubicBezTo>
                  <a:cubicBezTo>
                    <a:pt x="9309" y="7362"/>
                    <a:pt x="9678" y="7348"/>
                    <a:pt x="10058" y="7316"/>
                  </a:cubicBezTo>
                  <a:lnTo>
                    <a:pt x="10058" y="7622"/>
                  </a:lnTo>
                  <a:cubicBezTo>
                    <a:pt x="9769" y="7629"/>
                    <a:pt x="9502" y="7781"/>
                    <a:pt x="9344" y="8027"/>
                  </a:cubicBezTo>
                  <a:cubicBezTo>
                    <a:pt x="8726" y="8096"/>
                    <a:pt x="8168" y="8125"/>
                    <a:pt x="7666" y="8125"/>
                  </a:cubicBezTo>
                  <a:cubicBezTo>
                    <a:pt x="6078" y="8125"/>
                    <a:pt x="5055" y="7834"/>
                    <a:pt x="4491" y="7601"/>
                  </a:cubicBezTo>
                  <a:lnTo>
                    <a:pt x="4526" y="7425"/>
                  </a:lnTo>
                  <a:cubicBezTo>
                    <a:pt x="4836" y="7422"/>
                    <a:pt x="5557" y="7362"/>
                    <a:pt x="6024" y="6916"/>
                  </a:cubicBezTo>
                  <a:close/>
                  <a:moveTo>
                    <a:pt x="4010" y="5590"/>
                  </a:moveTo>
                  <a:cubicBezTo>
                    <a:pt x="4203" y="5815"/>
                    <a:pt x="4421" y="6019"/>
                    <a:pt x="4660" y="6198"/>
                  </a:cubicBezTo>
                  <a:cubicBezTo>
                    <a:pt x="4945" y="6409"/>
                    <a:pt x="5254" y="6592"/>
                    <a:pt x="5578" y="6736"/>
                  </a:cubicBezTo>
                  <a:cubicBezTo>
                    <a:pt x="5261" y="6940"/>
                    <a:pt x="4854" y="6993"/>
                    <a:pt x="4611" y="7003"/>
                  </a:cubicBezTo>
                  <a:lnTo>
                    <a:pt x="4618" y="6975"/>
                  </a:lnTo>
                  <a:cubicBezTo>
                    <a:pt x="4656" y="6814"/>
                    <a:pt x="4532" y="6717"/>
                    <a:pt x="4410" y="6717"/>
                  </a:cubicBezTo>
                  <a:cubicBezTo>
                    <a:pt x="4319" y="6717"/>
                    <a:pt x="4229" y="6771"/>
                    <a:pt x="4210" y="6891"/>
                  </a:cubicBezTo>
                  <a:lnTo>
                    <a:pt x="3911" y="8368"/>
                  </a:lnTo>
                  <a:cubicBezTo>
                    <a:pt x="3869" y="8582"/>
                    <a:pt x="3679" y="8737"/>
                    <a:pt x="3457" y="8737"/>
                  </a:cubicBezTo>
                  <a:lnTo>
                    <a:pt x="2297" y="8737"/>
                  </a:lnTo>
                  <a:lnTo>
                    <a:pt x="2462" y="8329"/>
                  </a:lnTo>
                  <a:cubicBezTo>
                    <a:pt x="2533" y="8153"/>
                    <a:pt x="2701" y="8037"/>
                    <a:pt x="2891" y="8037"/>
                  </a:cubicBezTo>
                  <a:lnTo>
                    <a:pt x="3113" y="8037"/>
                  </a:lnTo>
                  <a:cubicBezTo>
                    <a:pt x="3222" y="8037"/>
                    <a:pt x="3313" y="7956"/>
                    <a:pt x="3324" y="7851"/>
                  </a:cubicBezTo>
                  <a:lnTo>
                    <a:pt x="3503" y="6047"/>
                  </a:lnTo>
                  <a:cubicBezTo>
                    <a:pt x="3521" y="5868"/>
                    <a:pt x="3644" y="5713"/>
                    <a:pt x="3816" y="5657"/>
                  </a:cubicBezTo>
                  <a:lnTo>
                    <a:pt x="4010" y="5590"/>
                  </a:lnTo>
                  <a:close/>
                  <a:moveTo>
                    <a:pt x="11176" y="7197"/>
                  </a:moveTo>
                  <a:lnTo>
                    <a:pt x="11176" y="8501"/>
                  </a:lnTo>
                  <a:cubicBezTo>
                    <a:pt x="11176" y="8632"/>
                    <a:pt x="11071" y="8737"/>
                    <a:pt x="10940" y="8737"/>
                  </a:cubicBezTo>
                  <a:lnTo>
                    <a:pt x="9474" y="8737"/>
                  </a:lnTo>
                  <a:lnTo>
                    <a:pt x="9668" y="8312"/>
                  </a:lnTo>
                  <a:cubicBezTo>
                    <a:pt x="9741" y="8146"/>
                    <a:pt x="9907" y="8037"/>
                    <a:pt x="10086" y="8037"/>
                  </a:cubicBezTo>
                  <a:lnTo>
                    <a:pt x="10269" y="8037"/>
                  </a:lnTo>
                  <a:cubicBezTo>
                    <a:pt x="10385" y="8037"/>
                    <a:pt x="10476" y="7946"/>
                    <a:pt x="10476" y="7830"/>
                  </a:cubicBezTo>
                  <a:lnTo>
                    <a:pt x="10476" y="7281"/>
                  </a:lnTo>
                  <a:cubicBezTo>
                    <a:pt x="10705" y="7257"/>
                    <a:pt x="10940" y="7229"/>
                    <a:pt x="11176" y="7197"/>
                  </a:cubicBezTo>
                  <a:close/>
                  <a:moveTo>
                    <a:pt x="2000" y="0"/>
                  </a:moveTo>
                  <a:cubicBezTo>
                    <a:pt x="1926" y="0"/>
                    <a:pt x="1852" y="6"/>
                    <a:pt x="1777" y="16"/>
                  </a:cubicBezTo>
                  <a:lnTo>
                    <a:pt x="947" y="136"/>
                  </a:lnTo>
                  <a:cubicBezTo>
                    <a:pt x="405" y="213"/>
                    <a:pt x="4" y="677"/>
                    <a:pt x="1" y="1226"/>
                  </a:cubicBezTo>
                  <a:lnTo>
                    <a:pt x="1" y="2017"/>
                  </a:lnTo>
                  <a:cubicBezTo>
                    <a:pt x="1" y="2179"/>
                    <a:pt x="89" y="2327"/>
                    <a:pt x="229" y="2400"/>
                  </a:cubicBezTo>
                  <a:lnTo>
                    <a:pt x="229" y="2559"/>
                  </a:lnTo>
                  <a:cubicBezTo>
                    <a:pt x="226" y="2861"/>
                    <a:pt x="430" y="3128"/>
                    <a:pt x="725" y="3202"/>
                  </a:cubicBezTo>
                  <a:lnTo>
                    <a:pt x="1123" y="3301"/>
                  </a:lnTo>
                  <a:cubicBezTo>
                    <a:pt x="1130" y="3301"/>
                    <a:pt x="1133" y="3304"/>
                    <a:pt x="1133" y="3311"/>
                  </a:cubicBezTo>
                  <a:cubicBezTo>
                    <a:pt x="1172" y="3687"/>
                    <a:pt x="1305" y="4327"/>
                    <a:pt x="1569" y="4992"/>
                  </a:cubicBezTo>
                  <a:cubicBezTo>
                    <a:pt x="1910" y="5857"/>
                    <a:pt x="2385" y="6574"/>
                    <a:pt x="2976" y="7120"/>
                  </a:cubicBezTo>
                  <a:lnTo>
                    <a:pt x="2926" y="7619"/>
                  </a:lnTo>
                  <a:lnTo>
                    <a:pt x="2891" y="7619"/>
                  </a:lnTo>
                  <a:cubicBezTo>
                    <a:pt x="2529" y="7619"/>
                    <a:pt x="2206" y="7837"/>
                    <a:pt x="2072" y="8174"/>
                  </a:cubicBezTo>
                  <a:lnTo>
                    <a:pt x="1794" y="8871"/>
                  </a:lnTo>
                  <a:cubicBezTo>
                    <a:pt x="1738" y="9008"/>
                    <a:pt x="1840" y="9156"/>
                    <a:pt x="1988" y="9156"/>
                  </a:cubicBezTo>
                  <a:lnTo>
                    <a:pt x="3457" y="9156"/>
                  </a:lnTo>
                  <a:cubicBezTo>
                    <a:pt x="3876" y="9156"/>
                    <a:pt x="4238" y="8860"/>
                    <a:pt x="4323" y="8449"/>
                  </a:cubicBezTo>
                  <a:lnTo>
                    <a:pt x="4410" y="8020"/>
                  </a:lnTo>
                  <a:cubicBezTo>
                    <a:pt x="5022" y="8262"/>
                    <a:pt x="6074" y="8544"/>
                    <a:pt x="7663" y="8544"/>
                  </a:cubicBezTo>
                  <a:cubicBezTo>
                    <a:pt x="8113" y="8544"/>
                    <a:pt x="8606" y="8519"/>
                    <a:pt x="9140" y="8466"/>
                  </a:cubicBezTo>
                  <a:lnTo>
                    <a:pt x="9140" y="8466"/>
                  </a:lnTo>
                  <a:lnTo>
                    <a:pt x="8964" y="8864"/>
                  </a:lnTo>
                  <a:cubicBezTo>
                    <a:pt x="8901" y="9001"/>
                    <a:pt x="9003" y="9159"/>
                    <a:pt x="9154" y="9159"/>
                  </a:cubicBezTo>
                  <a:lnTo>
                    <a:pt x="10944" y="9159"/>
                  </a:lnTo>
                  <a:cubicBezTo>
                    <a:pt x="11303" y="9156"/>
                    <a:pt x="11598" y="8864"/>
                    <a:pt x="11598" y="8501"/>
                  </a:cubicBezTo>
                  <a:lnTo>
                    <a:pt x="11598" y="8020"/>
                  </a:lnTo>
                  <a:cubicBezTo>
                    <a:pt x="11869" y="7939"/>
                    <a:pt x="12062" y="7858"/>
                    <a:pt x="12178" y="7781"/>
                  </a:cubicBezTo>
                  <a:cubicBezTo>
                    <a:pt x="12463" y="7591"/>
                    <a:pt x="12734" y="7285"/>
                    <a:pt x="12987" y="6870"/>
                  </a:cubicBezTo>
                  <a:cubicBezTo>
                    <a:pt x="13187" y="6828"/>
                    <a:pt x="13391" y="6778"/>
                    <a:pt x="13599" y="6729"/>
                  </a:cubicBezTo>
                  <a:cubicBezTo>
                    <a:pt x="13880" y="6662"/>
                    <a:pt x="14116" y="6462"/>
                    <a:pt x="14221" y="6188"/>
                  </a:cubicBezTo>
                  <a:cubicBezTo>
                    <a:pt x="14327" y="5917"/>
                    <a:pt x="14292" y="5611"/>
                    <a:pt x="14133" y="5368"/>
                  </a:cubicBezTo>
                  <a:cubicBezTo>
                    <a:pt x="13740" y="4774"/>
                    <a:pt x="13089" y="3905"/>
                    <a:pt x="12206" y="3139"/>
                  </a:cubicBezTo>
                  <a:cubicBezTo>
                    <a:pt x="11166" y="2232"/>
                    <a:pt x="10047" y="1680"/>
                    <a:pt x="8887" y="1500"/>
                  </a:cubicBezTo>
                  <a:cubicBezTo>
                    <a:pt x="8604" y="1456"/>
                    <a:pt x="8318" y="1434"/>
                    <a:pt x="8032" y="1434"/>
                  </a:cubicBezTo>
                  <a:cubicBezTo>
                    <a:pt x="6570" y="1434"/>
                    <a:pt x="5066" y="2009"/>
                    <a:pt x="3549" y="3153"/>
                  </a:cubicBezTo>
                  <a:lnTo>
                    <a:pt x="3549" y="1549"/>
                  </a:lnTo>
                  <a:cubicBezTo>
                    <a:pt x="3546" y="683"/>
                    <a:pt x="2840" y="0"/>
                    <a:pt x="2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2" name="Google Shape;20842;p90"/>
            <p:cNvSpPr/>
            <p:nvPr/>
          </p:nvSpPr>
          <p:spPr>
            <a:xfrm>
              <a:off x="1979475" y="2500896"/>
              <a:ext cx="11009" cy="16776"/>
            </a:xfrm>
            <a:custGeom>
              <a:rect b="b" l="l" r="r" t="t"/>
              <a:pathLst>
                <a:path extrusionOk="0" h="640" w="420">
                  <a:moveTo>
                    <a:pt x="208" y="0"/>
                  </a:moveTo>
                  <a:cubicBezTo>
                    <a:pt x="96" y="0"/>
                    <a:pt x="1" y="95"/>
                    <a:pt x="1" y="207"/>
                  </a:cubicBezTo>
                  <a:lnTo>
                    <a:pt x="1" y="433"/>
                  </a:lnTo>
                  <a:cubicBezTo>
                    <a:pt x="1" y="549"/>
                    <a:pt x="96" y="640"/>
                    <a:pt x="208" y="640"/>
                  </a:cubicBezTo>
                  <a:cubicBezTo>
                    <a:pt x="324" y="640"/>
                    <a:pt x="419" y="549"/>
                    <a:pt x="419" y="433"/>
                  </a:cubicBezTo>
                  <a:lnTo>
                    <a:pt x="419" y="207"/>
                  </a:lnTo>
                  <a:cubicBezTo>
                    <a:pt x="419" y="95"/>
                    <a:pt x="324"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43" name="Google Shape;20843;p90"/>
          <p:cNvGrpSpPr/>
          <p:nvPr/>
        </p:nvGrpSpPr>
        <p:grpSpPr>
          <a:xfrm>
            <a:off x="7962635" y="2411695"/>
            <a:ext cx="376752" cy="370540"/>
            <a:chOff x="7962635" y="2411695"/>
            <a:chExt cx="376752" cy="370540"/>
          </a:xfrm>
        </p:grpSpPr>
        <p:sp>
          <p:nvSpPr>
            <p:cNvPr id="20844" name="Google Shape;20844;p90"/>
            <p:cNvSpPr/>
            <p:nvPr/>
          </p:nvSpPr>
          <p:spPr>
            <a:xfrm>
              <a:off x="8148639" y="2617777"/>
              <a:ext cx="116174" cy="158795"/>
            </a:xfrm>
            <a:custGeom>
              <a:rect b="b" l="l" r="r" t="t"/>
              <a:pathLst>
                <a:path extrusionOk="0" h="6058" w="4432">
                  <a:moveTo>
                    <a:pt x="454" y="0"/>
                  </a:moveTo>
                  <a:cubicBezTo>
                    <a:pt x="401" y="0"/>
                    <a:pt x="350" y="45"/>
                    <a:pt x="360" y="109"/>
                  </a:cubicBezTo>
                  <a:cubicBezTo>
                    <a:pt x="581" y="1691"/>
                    <a:pt x="1" y="3625"/>
                    <a:pt x="585" y="4940"/>
                  </a:cubicBezTo>
                  <a:cubicBezTo>
                    <a:pt x="897" y="5640"/>
                    <a:pt x="1586" y="6057"/>
                    <a:pt x="2309" y="6057"/>
                  </a:cubicBezTo>
                  <a:cubicBezTo>
                    <a:pt x="2562" y="6057"/>
                    <a:pt x="2820" y="6006"/>
                    <a:pt x="3067" y="5897"/>
                  </a:cubicBezTo>
                  <a:lnTo>
                    <a:pt x="3078" y="5893"/>
                  </a:lnTo>
                  <a:cubicBezTo>
                    <a:pt x="4020" y="5457"/>
                    <a:pt x="4432" y="4343"/>
                    <a:pt x="4003" y="3400"/>
                  </a:cubicBezTo>
                  <a:cubicBezTo>
                    <a:pt x="3401" y="2092"/>
                    <a:pt x="1566" y="1245"/>
                    <a:pt x="525" y="35"/>
                  </a:cubicBezTo>
                  <a:cubicBezTo>
                    <a:pt x="505" y="11"/>
                    <a:pt x="479" y="0"/>
                    <a:pt x="454"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5" name="Google Shape;20845;p90"/>
            <p:cNvSpPr/>
            <p:nvPr/>
          </p:nvSpPr>
          <p:spPr>
            <a:xfrm>
              <a:off x="8148744" y="2617777"/>
              <a:ext cx="105741" cy="158795"/>
            </a:xfrm>
            <a:custGeom>
              <a:rect b="b" l="l" r="r" t="t"/>
              <a:pathLst>
                <a:path extrusionOk="0" h="6058" w="4034">
                  <a:moveTo>
                    <a:pt x="451" y="0"/>
                  </a:moveTo>
                  <a:cubicBezTo>
                    <a:pt x="397" y="0"/>
                    <a:pt x="346" y="45"/>
                    <a:pt x="356" y="109"/>
                  </a:cubicBezTo>
                  <a:cubicBezTo>
                    <a:pt x="577" y="1691"/>
                    <a:pt x="0" y="3625"/>
                    <a:pt x="581" y="4940"/>
                  </a:cubicBezTo>
                  <a:cubicBezTo>
                    <a:pt x="895" y="5640"/>
                    <a:pt x="1584" y="6057"/>
                    <a:pt x="2305" y="6057"/>
                  </a:cubicBezTo>
                  <a:cubicBezTo>
                    <a:pt x="2559" y="6057"/>
                    <a:pt x="2816" y="6006"/>
                    <a:pt x="3063" y="5897"/>
                  </a:cubicBezTo>
                  <a:lnTo>
                    <a:pt x="3074" y="5893"/>
                  </a:lnTo>
                  <a:cubicBezTo>
                    <a:pt x="3513" y="5693"/>
                    <a:pt x="3858" y="5327"/>
                    <a:pt x="4034" y="4874"/>
                  </a:cubicBezTo>
                  <a:lnTo>
                    <a:pt x="4034" y="4874"/>
                  </a:lnTo>
                  <a:cubicBezTo>
                    <a:pt x="3956" y="4926"/>
                    <a:pt x="3879" y="4969"/>
                    <a:pt x="3795" y="5007"/>
                  </a:cubicBezTo>
                  <a:lnTo>
                    <a:pt x="3784" y="5014"/>
                  </a:lnTo>
                  <a:cubicBezTo>
                    <a:pt x="3538" y="5122"/>
                    <a:pt x="3280" y="5173"/>
                    <a:pt x="3027" y="5173"/>
                  </a:cubicBezTo>
                  <a:cubicBezTo>
                    <a:pt x="2305" y="5173"/>
                    <a:pt x="1616" y="4758"/>
                    <a:pt x="1301" y="4058"/>
                  </a:cubicBezTo>
                  <a:cubicBezTo>
                    <a:pt x="883" y="3112"/>
                    <a:pt x="1062" y="1849"/>
                    <a:pt x="1115" y="626"/>
                  </a:cubicBezTo>
                  <a:cubicBezTo>
                    <a:pt x="904" y="443"/>
                    <a:pt x="707" y="242"/>
                    <a:pt x="524" y="35"/>
                  </a:cubicBezTo>
                  <a:cubicBezTo>
                    <a:pt x="504" y="11"/>
                    <a:pt x="477" y="0"/>
                    <a:pt x="451"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6" name="Google Shape;20846;p90"/>
            <p:cNvSpPr/>
            <p:nvPr/>
          </p:nvSpPr>
          <p:spPr>
            <a:xfrm>
              <a:off x="8140041" y="2418484"/>
              <a:ext cx="199346" cy="192007"/>
            </a:xfrm>
            <a:custGeom>
              <a:rect b="b" l="l" r="r" t="t"/>
              <a:pathLst>
                <a:path extrusionOk="0" h="7325" w="7605">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604" y="5514"/>
                    <a:pt x="7594" y="3795"/>
                    <a:pt x="6553" y="2764"/>
                  </a:cubicBezTo>
                  <a:cubicBezTo>
                    <a:pt x="5097" y="1326"/>
                    <a:pt x="2231" y="1115"/>
                    <a:pt x="241" y="18"/>
                  </a:cubicBezTo>
                  <a:cubicBezTo>
                    <a:pt x="219" y="6"/>
                    <a:pt x="196" y="0"/>
                    <a:pt x="175"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7" name="Google Shape;20847;p90"/>
            <p:cNvSpPr/>
            <p:nvPr/>
          </p:nvSpPr>
          <p:spPr>
            <a:xfrm>
              <a:off x="8140041" y="2418484"/>
              <a:ext cx="192347" cy="192007"/>
            </a:xfrm>
            <a:custGeom>
              <a:rect b="b" l="l" r="r" t="t"/>
              <a:pathLst>
                <a:path extrusionOk="0" h="7325" w="7338">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052" y="6063"/>
                    <a:pt x="7330" y="5402"/>
                    <a:pt x="7337" y="4716"/>
                  </a:cubicBezTo>
                  <a:lnTo>
                    <a:pt x="7337" y="4716"/>
                  </a:lnTo>
                  <a:cubicBezTo>
                    <a:pt x="7260" y="4821"/>
                    <a:pt x="7175" y="4920"/>
                    <a:pt x="7084" y="5011"/>
                  </a:cubicBezTo>
                  <a:lnTo>
                    <a:pt x="7073" y="5025"/>
                  </a:lnTo>
                  <a:cubicBezTo>
                    <a:pt x="6560" y="5534"/>
                    <a:pt x="5880" y="5787"/>
                    <a:pt x="5201" y="5787"/>
                  </a:cubicBezTo>
                  <a:cubicBezTo>
                    <a:pt x="4504" y="5787"/>
                    <a:pt x="3806" y="5521"/>
                    <a:pt x="3286" y="4990"/>
                  </a:cubicBezTo>
                  <a:cubicBezTo>
                    <a:pt x="2263" y="3946"/>
                    <a:pt x="1866" y="2166"/>
                    <a:pt x="1324" y="510"/>
                  </a:cubicBezTo>
                  <a:cubicBezTo>
                    <a:pt x="951" y="370"/>
                    <a:pt x="589" y="208"/>
                    <a:pt x="241" y="18"/>
                  </a:cubicBezTo>
                  <a:cubicBezTo>
                    <a:pt x="219" y="6"/>
                    <a:pt x="196" y="0"/>
                    <a:pt x="175"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8" name="Google Shape;20848;p90"/>
            <p:cNvSpPr/>
            <p:nvPr/>
          </p:nvSpPr>
          <p:spPr>
            <a:xfrm>
              <a:off x="7967144" y="2470201"/>
              <a:ext cx="134156" cy="222439"/>
            </a:xfrm>
            <a:custGeom>
              <a:rect b="b" l="l" r="r" t="t"/>
              <a:pathLst>
                <a:path extrusionOk="0" h="8486" w="5118">
                  <a:moveTo>
                    <a:pt x="2207" y="0"/>
                  </a:moveTo>
                  <a:cubicBezTo>
                    <a:pt x="2152" y="0"/>
                    <a:pt x="2098" y="34"/>
                    <a:pt x="2083" y="98"/>
                  </a:cubicBezTo>
                  <a:cubicBezTo>
                    <a:pt x="1619" y="2145"/>
                    <a:pt x="1" y="4255"/>
                    <a:pt x="99" y="6143"/>
                  </a:cubicBezTo>
                  <a:cubicBezTo>
                    <a:pt x="171" y="7451"/>
                    <a:pt x="1275" y="8486"/>
                    <a:pt x="2566" y="8486"/>
                  </a:cubicBezTo>
                  <a:cubicBezTo>
                    <a:pt x="2612" y="8486"/>
                    <a:pt x="2659" y="8484"/>
                    <a:pt x="2705" y="8482"/>
                  </a:cubicBezTo>
                  <a:lnTo>
                    <a:pt x="2719" y="8482"/>
                  </a:lnTo>
                  <a:cubicBezTo>
                    <a:pt x="4073" y="8394"/>
                    <a:pt x="5117" y="7198"/>
                    <a:pt x="5026" y="5844"/>
                  </a:cubicBezTo>
                  <a:cubicBezTo>
                    <a:pt x="4896" y="3960"/>
                    <a:pt x="3036" y="2061"/>
                    <a:pt x="2325" y="84"/>
                  </a:cubicBezTo>
                  <a:cubicBezTo>
                    <a:pt x="2305" y="28"/>
                    <a:pt x="2256" y="0"/>
                    <a:pt x="2207"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9" name="Google Shape;20849;p90"/>
            <p:cNvSpPr/>
            <p:nvPr/>
          </p:nvSpPr>
          <p:spPr>
            <a:xfrm>
              <a:off x="7967144" y="2470201"/>
              <a:ext cx="114706" cy="222439"/>
            </a:xfrm>
            <a:custGeom>
              <a:rect b="b" l="l" r="r" t="t"/>
              <a:pathLst>
                <a:path extrusionOk="0" h="8486" w="4376">
                  <a:moveTo>
                    <a:pt x="2207" y="0"/>
                  </a:moveTo>
                  <a:cubicBezTo>
                    <a:pt x="2152" y="0"/>
                    <a:pt x="2098" y="34"/>
                    <a:pt x="2083" y="98"/>
                  </a:cubicBezTo>
                  <a:cubicBezTo>
                    <a:pt x="1619" y="2149"/>
                    <a:pt x="1" y="4255"/>
                    <a:pt x="99" y="6143"/>
                  </a:cubicBezTo>
                  <a:cubicBezTo>
                    <a:pt x="171" y="7451"/>
                    <a:pt x="1275" y="8486"/>
                    <a:pt x="2566" y="8486"/>
                  </a:cubicBezTo>
                  <a:cubicBezTo>
                    <a:pt x="2612" y="8486"/>
                    <a:pt x="2659" y="8484"/>
                    <a:pt x="2705" y="8482"/>
                  </a:cubicBezTo>
                  <a:lnTo>
                    <a:pt x="2719" y="8482"/>
                  </a:lnTo>
                  <a:cubicBezTo>
                    <a:pt x="3356" y="8439"/>
                    <a:pt x="3950" y="8151"/>
                    <a:pt x="4375" y="7680"/>
                  </a:cubicBezTo>
                  <a:lnTo>
                    <a:pt x="4375" y="7680"/>
                  </a:lnTo>
                  <a:cubicBezTo>
                    <a:pt x="4259" y="7705"/>
                    <a:pt x="4140" y="7722"/>
                    <a:pt x="4020" y="7729"/>
                  </a:cubicBezTo>
                  <a:lnTo>
                    <a:pt x="4006" y="7729"/>
                  </a:lnTo>
                  <a:cubicBezTo>
                    <a:pt x="3958" y="7732"/>
                    <a:pt x="3910" y="7733"/>
                    <a:pt x="3862" y="7733"/>
                  </a:cubicBezTo>
                  <a:cubicBezTo>
                    <a:pt x="2569" y="7733"/>
                    <a:pt x="1468" y="6696"/>
                    <a:pt x="1401" y="5394"/>
                  </a:cubicBezTo>
                  <a:cubicBezTo>
                    <a:pt x="1327" y="4040"/>
                    <a:pt x="2139" y="2567"/>
                    <a:pt x="2779" y="1087"/>
                  </a:cubicBezTo>
                  <a:cubicBezTo>
                    <a:pt x="2607" y="763"/>
                    <a:pt x="2455" y="429"/>
                    <a:pt x="2325" y="84"/>
                  </a:cubicBezTo>
                  <a:cubicBezTo>
                    <a:pt x="2305" y="28"/>
                    <a:pt x="2256" y="0"/>
                    <a:pt x="2207"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0" name="Google Shape;20850;p90"/>
            <p:cNvSpPr/>
            <p:nvPr/>
          </p:nvSpPr>
          <p:spPr>
            <a:xfrm>
              <a:off x="8130736" y="2411695"/>
              <a:ext cx="207996" cy="205349"/>
            </a:xfrm>
            <a:custGeom>
              <a:rect b="b" l="l" r="r" t="t"/>
              <a:pathLst>
                <a:path extrusionOk="0" h="7834" w="7935">
                  <a:moveTo>
                    <a:pt x="442" y="1"/>
                  </a:moveTo>
                  <a:cubicBezTo>
                    <a:pt x="198" y="1"/>
                    <a:pt x="0" y="269"/>
                    <a:pt x="135" y="516"/>
                  </a:cubicBezTo>
                  <a:cubicBezTo>
                    <a:pt x="578" y="1328"/>
                    <a:pt x="884" y="2306"/>
                    <a:pt x="1173" y="3252"/>
                  </a:cubicBezTo>
                  <a:cubicBezTo>
                    <a:pt x="1602" y="4634"/>
                    <a:pt x="2045" y="6065"/>
                    <a:pt x="2938" y="6972"/>
                  </a:cubicBezTo>
                  <a:cubicBezTo>
                    <a:pt x="3483" y="7524"/>
                    <a:pt x="4228" y="7834"/>
                    <a:pt x="5006" y="7834"/>
                  </a:cubicBezTo>
                  <a:lnTo>
                    <a:pt x="5020" y="7834"/>
                  </a:lnTo>
                  <a:cubicBezTo>
                    <a:pt x="5028" y="7834"/>
                    <a:pt x="5037" y="7834"/>
                    <a:pt x="5046" y="7834"/>
                  </a:cubicBezTo>
                  <a:cubicBezTo>
                    <a:pt x="5807" y="7834"/>
                    <a:pt x="6534" y="7532"/>
                    <a:pt x="7073" y="6997"/>
                  </a:cubicBezTo>
                  <a:lnTo>
                    <a:pt x="7080" y="6990"/>
                  </a:lnTo>
                  <a:lnTo>
                    <a:pt x="7087" y="6983"/>
                  </a:lnTo>
                  <a:cubicBezTo>
                    <a:pt x="7632" y="6434"/>
                    <a:pt x="7935" y="5689"/>
                    <a:pt x="7928" y="4915"/>
                  </a:cubicBezTo>
                  <a:cubicBezTo>
                    <a:pt x="7928" y="4138"/>
                    <a:pt x="7615" y="3392"/>
                    <a:pt x="7063" y="2847"/>
                  </a:cubicBezTo>
                  <a:cubicBezTo>
                    <a:pt x="6152" y="1954"/>
                    <a:pt x="4724" y="1511"/>
                    <a:pt x="3342" y="1086"/>
                  </a:cubicBezTo>
                  <a:cubicBezTo>
                    <a:pt x="3008" y="980"/>
                    <a:pt x="2667" y="875"/>
                    <a:pt x="2333" y="762"/>
                  </a:cubicBezTo>
                  <a:cubicBezTo>
                    <a:pt x="2314" y="758"/>
                    <a:pt x="2296" y="755"/>
                    <a:pt x="2278" y="755"/>
                  </a:cubicBezTo>
                  <a:cubicBezTo>
                    <a:pt x="2067" y="755"/>
                    <a:pt x="1982" y="1065"/>
                    <a:pt x="2203" y="1160"/>
                  </a:cubicBezTo>
                  <a:cubicBezTo>
                    <a:pt x="2537" y="1272"/>
                    <a:pt x="2885" y="1378"/>
                    <a:pt x="3219" y="1483"/>
                  </a:cubicBezTo>
                  <a:cubicBezTo>
                    <a:pt x="4615" y="1916"/>
                    <a:pt x="5934" y="2323"/>
                    <a:pt x="6767" y="3146"/>
                  </a:cubicBezTo>
                  <a:cubicBezTo>
                    <a:pt x="7745" y="4120"/>
                    <a:pt x="7755" y="5699"/>
                    <a:pt x="6792" y="6687"/>
                  </a:cubicBezTo>
                  <a:lnTo>
                    <a:pt x="6785" y="6694"/>
                  </a:lnTo>
                  <a:lnTo>
                    <a:pt x="6781" y="6698"/>
                  </a:lnTo>
                  <a:cubicBezTo>
                    <a:pt x="6317" y="7159"/>
                    <a:pt x="5689" y="7415"/>
                    <a:pt x="5037" y="7415"/>
                  </a:cubicBezTo>
                  <a:cubicBezTo>
                    <a:pt x="5032" y="7415"/>
                    <a:pt x="5028" y="7415"/>
                    <a:pt x="5023" y="7415"/>
                  </a:cubicBezTo>
                  <a:lnTo>
                    <a:pt x="5009" y="7415"/>
                  </a:lnTo>
                  <a:cubicBezTo>
                    <a:pt x="4341" y="7415"/>
                    <a:pt x="3704" y="7152"/>
                    <a:pt x="3237" y="6677"/>
                  </a:cubicBezTo>
                  <a:cubicBezTo>
                    <a:pt x="2414" y="5840"/>
                    <a:pt x="2006" y="4521"/>
                    <a:pt x="1574" y="3125"/>
                  </a:cubicBezTo>
                  <a:cubicBezTo>
                    <a:pt x="1299" y="2236"/>
                    <a:pt x="1014" y="1318"/>
                    <a:pt x="610" y="520"/>
                  </a:cubicBezTo>
                  <a:lnTo>
                    <a:pt x="610" y="520"/>
                  </a:lnTo>
                  <a:cubicBezTo>
                    <a:pt x="835" y="632"/>
                    <a:pt x="1081" y="741"/>
                    <a:pt x="1356" y="854"/>
                  </a:cubicBezTo>
                  <a:cubicBezTo>
                    <a:pt x="1383" y="864"/>
                    <a:pt x="1410" y="869"/>
                    <a:pt x="1435" y="869"/>
                  </a:cubicBezTo>
                  <a:cubicBezTo>
                    <a:pt x="1638" y="869"/>
                    <a:pt x="1736" y="557"/>
                    <a:pt x="1510" y="463"/>
                  </a:cubicBezTo>
                  <a:cubicBezTo>
                    <a:pt x="1201" y="344"/>
                    <a:pt x="898" y="203"/>
                    <a:pt x="610" y="45"/>
                  </a:cubicBezTo>
                  <a:cubicBezTo>
                    <a:pt x="554" y="15"/>
                    <a:pt x="497" y="1"/>
                    <a:pt x="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1" name="Google Shape;20851;p90"/>
            <p:cNvSpPr/>
            <p:nvPr/>
          </p:nvSpPr>
          <p:spPr>
            <a:xfrm>
              <a:off x="7962635" y="2464277"/>
              <a:ext cx="144457" cy="233894"/>
            </a:xfrm>
            <a:custGeom>
              <a:rect b="b" l="l" r="r" t="t"/>
              <a:pathLst>
                <a:path extrusionOk="0" h="8923" w="5511">
                  <a:moveTo>
                    <a:pt x="2377" y="0"/>
                  </a:moveTo>
                  <a:cubicBezTo>
                    <a:pt x="2232" y="0"/>
                    <a:pt x="2086" y="90"/>
                    <a:pt x="2047" y="265"/>
                  </a:cubicBezTo>
                  <a:cubicBezTo>
                    <a:pt x="1861" y="1084"/>
                    <a:pt x="1478" y="1935"/>
                    <a:pt x="1108" y="2758"/>
                  </a:cubicBezTo>
                  <a:cubicBezTo>
                    <a:pt x="563" y="3964"/>
                    <a:pt x="1" y="5212"/>
                    <a:pt x="64" y="6380"/>
                  </a:cubicBezTo>
                  <a:cubicBezTo>
                    <a:pt x="152" y="7800"/>
                    <a:pt x="1319" y="8908"/>
                    <a:pt x="2744" y="8922"/>
                  </a:cubicBezTo>
                  <a:cubicBezTo>
                    <a:pt x="2793" y="8922"/>
                    <a:pt x="2845" y="8919"/>
                    <a:pt x="2898" y="8915"/>
                  </a:cubicBezTo>
                  <a:lnTo>
                    <a:pt x="2916" y="8915"/>
                  </a:lnTo>
                  <a:cubicBezTo>
                    <a:pt x="4393" y="8810"/>
                    <a:pt x="5511" y="7530"/>
                    <a:pt x="5416" y="6049"/>
                  </a:cubicBezTo>
                  <a:cubicBezTo>
                    <a:pt x="5335" y="4889"/>
                    <a:pt x="4621" y="3718"/>
                    <a:pt x="3932" y="2589"/>
                  </a:cubicBezTo>
                  <a:cubicBezTo>
                    <a:pt x="3788" y="2350"/>
                    <a:pt x="3637" y="2100"/>
                    <a:pt x="3493" y="1858"/>
                  </a:cubicBezTo>
                  <a:cubicBezTo>
                    <a:pt x="3448" y="1782"/>
                    <a:pt x="3383" y="1750"/>
                    <a:pt x="3318" y="1750"/>
                  </a:cubicBezTo>
                  <a:cubicBezTo>
                    <a:pt x="3174" y="1750"/>
                    <a:pt x="3034" y="1902"/>
                    <a:pt x="3130" y="2069"/>
                  </a:cubicBezTo>
                  <a:cubicBezTo>
                    <a:pt x="3278" y="2315"/>
                    <a:pt x="3429" y="2564"/>
                    <a:pt x="3577" y="2807"/>
                  </a:cubicBezTo>
                  <a:cubicBezTo>
                    <a:pt x="4270" y="3943"/>
                    <a:pt x="4924" y="5019"/>
                    <a:pt x="4998" y="6084"/>
                  </a:cubicBezTo>
                  <a:cubicBezTo>
                    <a:pt x="5075" y="7333"/>
                    <a:pt x="4136" y="8409"/>
                    <a:pt x="2888" y="8500"/>
                  </a:cubicBezTo>
                  <a:lnTo>
                    <a:pt x="2874" y="8500"/>
                  </a:lnTo>
                  <a:cubicBezTo>
                    <a:pt x="2834" y="8502"/>
                    <a:pt x="2795" y="8503"/>
                    <a:pt x="2756" y="8503"/>
                  </a:cubicBezTo>
                  <a:cubicBezTo>
                    <a:pt x="1559" y="8503"/>
                    <a:pt x="554" y="7571"/>
                    <a:pt x="482" y="6362"/>
                  </a:cubicBezTo>
                  <a:cubicBezTo>
                    <a:pt x="423" y="5297"/>
                    <a:pt x="940" y="4147"/>
                    <a:pt x="1488" y="2934"/>
                  </a:cubicBezTo>
                  <a:cubicBezTo>
                    <a:pt x="1829" y="2174"/>
                    <a:pt x="2184" y="1390"/>
                    <a:pt x="2392" y="613"/>
                  </a:cubicBezTo>
                  <a:cubicBezTo>
                    <a:pt x="2469" y="803"/>
                    <a:pt x="2557" y="996"/>
                    <a:pt x="2659" y="1204"/>
                  </a:cubicBezTo>
                  <a:cubicBezTo>
                    <a:pt x="2701" y="1285"/>
                    <a:pt x="2770" y="1319"/>
                    <a:pt x="2839" y="1319"/>
                  </a:cubicBezTo>
                  <a:cubicBezTo>
                    <a:pt x="2978" y="1319"/>
                    <a:pt x="3118" y="1181"/>
                    <a:pt x="3035" y="1014"/>
                  </a:cubicBezTo>
                  <a:cubicBezTo>
                    <a:pt x="2905" y="757"/>
                    <a:pt x="2789" y="493"/>
                    <a:pt x="2691" y="223"/>
                  </a:cubicBezTo>
                  <a:cubicBezTo>
                    <a:pt x="2638" y="73"/>
                    <a:pt x="2507" y="0"/>
                    <a:pt x="23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2" name="Google Shape;20852;p90"/>
            <p:cNvSpPr/>
            <p:nvPr/>
          </p:nvSpPr>
          <p:spPr>
            <a:xfrm>
              <a:off x="8149189" y="2611644"/>
              <a:ext cx="122543" cy="170591"/>
            </a:xfrm>
            <a:custGeom>
              <a:rect b="b" l="l" r="r" t="t"/>
              <a:pathLst>
                <a:path extrusionOk="0" h="6508" w="4675">
                  <a:moveTo>
                    <a:pt x="401" y="1"/>
                  </a:moveTo>
                  <a:cubicBezTo>
                    <a:pt x="230" y="1"/>
                    <a:pt x="66" y="146"/>
                    <a:pt x="92" y="350"/>
                  </a:cubicBezTo>
                  <a:cubicBezTo>
                    <a:pt x="187" y="983"/>
                    <a:pt x="149" y="1693"/>
                    <a:pt x="110" y="2379"/>
                  </a:cubicBezTo>
                  <a:cubicBezTo>
                    <a:pt x="57" y="3395"/>
                    <a:pt x="1" y="4443"/>
                    <a:pt x="374" y="5269"/>
                  </a:cubicBezTo>
                  <a:cubicBezTo>
                    <a:pt x="606" y="5779"/>
                    <a:pt x="1031" y="6177"/>
                    <a:pt x="1555" y="6370"/>
                  </a:cubicBezTo>
                  <a:cubicBezTo>
                    <a:pt x="1794" y="6461"/>
                    <a:pt x="2048" y="6507"/>
                    <a:pt x="2304" y="6507"/>
                  </a:cubicBezTo>
                  <a:cubicBezTo>
                    <a:pt x="2600" y="6507"/>
                    <a:pt x="2891" y="6444"/>
                    <a:pt x="3162" y="6317"/>
                  </a:cubicBezTo>
                  <a:lnTo>
                    <a:pt x="3169" y="6317"/>
                  </a:lnTo>
                  <a:lnTo>
                    <a:pt x="3173" y="6314"/>
                  </a:lnTo>
                  <a:cubicBezTo>
                    <a:pt x="4221" y="5814"/>
                    <a:pt x="4674" y="4566"/>
                    <a:pt x="4186" y="3515"/>
                  </a:cubicBezTo>
                  <a:cubicBezTo>
                    <a:pt x="3799" y="2695"/>
                    <a:pt x="2962" y="2055"/>
                    <a:pt x="2157" y="1436"/>
                  </a:cubicBezTo>
                  <a:lnTo>
                    <a:pt x="2037" y="1345"/>
                  </a:lnTo>
                  <a:cubicBezTo>
                    <a:pt x="1992" y="1309"/>
                    <a:pt x="1946" y="1293"/>
                    <a:pt x="1902" y="1293"/>
                  </a:cubicBezTo>
                  <a:cubicBezTo>
                    <a:pt x="1726" y="1293"/>
                    <a:pt x="1591" y="1544"/>
                    <a:pt x="1780" y="1679"/>
                  </a:cubicBezTo>
                  <a:lnTo>
                    <a:pt x="1900" y="1771"/>
                  </a:lnTo>
                  <a:cubicBezTo>
                    <a:pt x="2705" y="2386"/>
                    <a:pt x="3465" y="2966"/>
                    <a:pt x="3806" y="3694"/>
                  </a:cubicBezTo>
                  <a:cubicBezTo>
                    <a:pt x="4196" y="4538"/>
                    <a:pt x="3834" y="5537"/>
                    <a:pt x="2993" y="5934"/>
                  </a:cubicBezTo>
                  <a:lnTo>
                    <a:pt x="2990" y="5938"/>
                  </a:lnTo>
                  <a:lnTo>
                    <a:pt x="2986" y="5938"/>
                  </a:lnTo>
                  <a:cubicBezTo>
                    <a:pt x="2762" y="6038"/>
                    <a:pt x="2528" y="6086"/>
                    <a:pt x="2297" y="6086"/>
                  </a:cubicBezTo>
                  <a:cubicBezTo>
                    <a:pt x="1655" y="6086"/>
                    <a:pt x="1041" y="5718"/>
                    <a:pt x="753" y="5097"/>
                  </a:cubicBezTo>
                  <a:cubicBezTo>
                    <a:pt x="423" y="4366"/>
                    <a:pt x="476" y="3413"/>
                    <a:pt x="528" y="2400"/>
                  </a:cubicBezTo>
                  <a:cubicBezTo>
                    <a:pt x="560" y="1813"/>
                    <a:pt x="592" y="1208"/>
                    <a:pt x="546" y="631"/>
                  </a:cubicBezTo>
                  <a:lnTo>
                    <a:pt x="546" y="631"/>
                  </a:lnTo>
                  <a:cubicBezTo>
                    <a:pt x="680" y="768"/>
                    <a:pt x="834" y="909"/>
                    <a:pt x="1003" y="1057"/>
                  </a:cubicBezTo>
                  <a:cubicBezTo>
                    <a:pt x="1049" y="1097"/>
                    <a:pt x="1097" y="1114"/>
                    <a:pt x="1143" y="1114"/>
                  </a:cubicBezTo>
                  <a:cubicBezTo>
                    <a:pt x="1313" y="1114"/>
                    <a:pt x="1449" y="881"/>
                    <a:pt x="1277" y="737"/>
                  </a:cubicBezTo>
                  <a:cubicBezTo>
                    <a:pt x="1045" y="543"/>
                    <a:pt x="827" y="332"/>
                    <a:pt x="627" y="104"/>
                  </a:cubicBezTo>
                  <a:cubicBezTo>
                    <a:pt x="562" y="32"/>
                    <a:pt x="481"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53" name="Google Shape;20853;p90"/>
          <p:cNvGrpSpPr/>
          <p:nvPr/>
        </p:nvGrpSpPr>
        <p:grpSpPr>
          <a:xfrm>
            <a:off x="6869626" y="2451197"/>
            <a:ext cx="374341" cy="291535"/>
            <a:chOff x="6869626" y="2451197"/>
            <a:chExt cx="374341" cy="291535"/>
          </a:xfrm>
        </p:grpSpPr>
        <p:sp>
          <p:nvSpPr>
            <p:cNvPr id="20854" name="Google Shape;20854;p90"/>
            <p:cNvSpPr/>
            <p:nvPr/>
          </p:nvSpPr>
          <p:spPr>
            <a:xfrm>
              <a:off x="6875157" y="2491852"/>
              <a:ext cx="363384" cy="236646"/>
            </a:xfrm>
            <a:custGeom>
              <a:rect b="b" l="l" r="r" t="t"/>
              <a:pathLst>
                <a:path extrusionOk="0" h="9028" w="13863">
                  <a:moveTo>
                    <a:pt x="10283" y="0"/>
                  </a:moveTo>
                  <a:lnTo>
                    <a:pt x="10283" y="894"/>
                  </a:lnTo>
                  <a:lnTo>
                    <a:pt x="10620" y="894"/>
                  </a:lnTo>
                  <a:cubicBezTo>
                    <a:pt x="11278" y="922"/>
                    <a:pt x="11798" y="1467"/>
                    <a:pt x="11798" y="2124"/>
                  </a:cubicBezTo>
                  <a:cubicBezTo>
                    <a:pt x="11798" y="2785"/>
                    <a:pt x="11278" y="3327"/>
                    <a:pt x="10620" y="3355"/>
                  </a:cubicBezTo>
                  <a:lnTo>
                    <a:pt x="894" y="3355"/>
                  </a:lnTo>
                  <a:cubicBezTo>
                    <a:pt x="402" y="3355"/>
                    <a:pt x="1" y="3756"/>
                    <a:pt x="1" y="4248"/>
                  </a:cubicBezTo>
                  <a:cubicBezTo>
                    <a:pt x="1" y="6956"/>
                    <a:pt x="2213" y="9027"/>
                    <a:pt x="4766" y="9027"/>
                  </a:cubicBezTo>
                  <a:cubicBezTo>
                    <a:pt x="5184" y="9027"/>
                    <a:pt x="5611" y="8972"/>
                    <a:pt x="6038" y="8855"/>
                  </a:cubicBezTo>
                  <a:lnTo>
                    <a:pt x="7758" y="8380"/>
                  </a:lnTo>
                  <a:lnTo>
                    <a:pt x="9354" y="7941"/>
                  </a:lnTo>
                  <a:lnTo>
                    <a:pt x="10842" y="7533"/>
                  </a:lnTo>
                  <a:cubicBezTo>
                    <a:pt x="12625" y="7044"/>
                    <a:pt x="13859" y="5426"/>
                    <a:pt x="13862" y="3577"/>
                  </a:cubicBezTo>
                  <a:cubicBezTo>
                    <a:pt x="13862" y="1604"/>
                    <a:pt x="12259" y="0"/>
                    <a:pt x="10283"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5" name="Google Shape;20855;p90"/>
            <p:cNvSpPr/>
            <p:nvPr/>
          </p:nvSpPr>
          <p:spPr>
            <a:xfrm>
              <a:off x="6875157" y="2579795"/>
              <a:ext cx="155335" cy="148599"/>
            </a:xfrm>
            <a:custGeom>
              <a:rect b="b" l="l" r="r" t="t"/>
              <a:pathLst>
                <a:path extrusionOk="0" h="5669" w="5926">
                  <a:moveTo>
                    <a:pt x="894" y="0"/>
                  </a:moveTo>
                  <a:cubicBezTo>
                    <a:pt x="402" y="0"/>
                    <a:pt x="1" y="401"/>
                    <a:pt x="1" y="893"/>
                  </a:cubicBezTo>
                  <a:cubicBezTo>
                    <a:pt x="1" y="3600"/>
                    <a:pt x="2214" y="5668"/>
                    <a:pt x="4764" y="5668"/>
                  </a:cubicBezTo>
                  <a:cubicBezTo>
                    <a:pt x="5146" y="5668"/>
                    <a:pt x="5535" y="5622"/>
                    <a:pt x="5926" y="5524"/>
                  </a:cubicBezTo>
                  <a:cubicBezTo>
                    <a:pt x="3900" y="5011"/>
                    <a:pt x="2318" y="3179"/>
                    <a:pt x="2318" y="893"/>
                  </a:cubicBezTo>
                  <a:cubicBezTo>
                    <a:pt x="2318" y="401"/>
                    <a:pt x="2719" y="0"/>
                    <a:pt x="3215"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6" name="Google Shape;20856;p90"/>
            <p:cNvSpPr/>
            <p:nvPr/>
          </p:nvSpPr>
          <p:spPr>
            <a:xfrm>
              <a:off x="6875341" y="2609101"/>
              <a:ext cx="218298" cy="119372"/>
            </a:xfrm>
            <a:custGeom>
              <a:rect b="b" l="l" r="r" t="t"/>
              <a:pathLst>
                <a:path extrusionOk="0" h="4554" w="8328">
                  <a:moveTo>
                    <a:pt x="1" y="0"/>
                  </a:moveTo>
                  <a:cubicBezTo>
                    <a:pt x="118" y="2595"/>
                    <a:pt x="2279" y="4554"/>
                    <a:pt x="4761" y="4554"/>
                  </a:cubicBezTo>
                  <a:cubicBezTo>
                    <a:pt x="5178" y="4554"/>
                    <a:pt x="5604" y="4499"/>
                    <a:pt x="6031" y="4382"/>
                  </a:cubicBezTo>
                  <a:lnTo>
                    <a:pt x="7751" y="3907"/>
                  </a:lnTo>
                  <a:lnTo>
                    <a:pt x="8328" y="3749"/>
                  </a:lnTo>
                  <a:cubicBezTo>
                    <a:pt x="4896" y="3060"/>
                    <a:pt x="4896" y="0"/>
                    <a:pt x="4896"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7" name="Google Shape;20857;p90"/>
            <p:cNvSpPr/>
            <p:nvPr/>
          </p:nvSpPr>
          <p:spPr>
            <a:xfrm>
              <a:off x="7039221" y="2597305"/>
              <a:ext cx="23460" cy="23513"/>
            </a:xfrm>
            <a:custGeom>
              <a:rect b="b" l="l" r="r" t="t"/>
              <a:pathLst>
                <a:path extrusionOk="0" h="897" w="895">
                  <a:moveTo>
                    <a:pt x="447" y="0"/>
                  </a:moveTo>
                  <a:cubicBezTo>
                    <a:pt x="201" y="0"/>
                    <a:pt x="1" y="201"/>
                    <a:pt x="1" y="450"/>
                  </a:cubicBezTo>
                  <a:cubicBezTo>
                    <a:pt x="1" y="696"/>
                    <a:pt x="201" y="897"/>
                    <a:pt x="447" y="897"/>
                  </a:cubicBezTo>
                  <a:cubicBezTo>
                    <a:pt x="694" y="897"/>
                    <a:pt x="894" y="696"/>
                    <a:pt x="894" y="450"/>
                  </a:cubicBezTo>
                  <a:cubicBezTo>
                    <a:pt x="894" y="201"/>
                    <a:pt x="694" y="0"/>
                    <a:pt x="44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8" name="Google Shape;20858;p90"/>
            <p:cNvSpPr/>
            <p:nvPr/>
          </p:nvSpPr>
          <p:spPr>
            <a:xfrm>
              <a:off x="7067819" y="2675261"/>
              <a:ext cx="56986" cy="61914"/>
            </a:xfrm>
            <a:custGeom>
              <a:rect b="b" l="l" r="r" t="t"/>
              <a:pathLst>
                <a:path extrusionOk="0" h="2362" w="2174">
                  <a:moveTo>
                    <a:pt x="1380" y="1"/>
                  </a:moveTo>
                  <a:cubicBezTo>
                    <a:pt x="1341" y="1"/>
                    <a:pt x="1302" y="6"/>
                    <a:pt x="1262" y="15"/>
                  </a:cubicBezTo>
                  <a:lnTo>
                    <a:pt x="464" y="219"/>
                  </a:lnTo>
                  <a:cubicBezTo>
                    <a:pt x="151" y="296"/>
                    <a:pt x="0" y="652"/>
                    <a:pt x="155" y="933"/>
                  </a:cubicBezTo>
                  <a:cubicBezTo>
                    <a:pt x="401" y="1369"/>
                    <a:pt x="826" y="1953"/>
                    <a:pt x="1473" y="2308"/>
                  </a:cubicBezTo>
                  <a:cubicBezTo>
                    <a:pt x="1543" y="2345"/>
                    <a:pt x="1615" y="2362"/>
                    <a:pt x="1684" y="2362"/>
                  </a:cubicBezTo>
                  <a:cubicBezTo>
                    <a:pt x="1945" y="2362"/>
                    <a:pt x="2174" y="2125"/>
                    <a:pt x="2124" y="1833"/>
                  </a:cubicBezTo>
                  <a:lnTo>
                    <a:pt x="1864" y="405"/>
                  </a:lnTo>
                  <a:cubicBezTo>
                    <a:pt x="1822" y="165"/>
                    <a:pt x="1612" y="1"/>
                    <a:pt x="138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9" name="Google Shape;20859;p90"/>
            <p:cNvSpPr/>
            <p:nvPr/>
          </p:nvSpPr>
          <p:spPr>
            <a:xfrm>
              <a:off x="7086246" y="2550464"/>
              <a:ext cx="26" cy="26"/>
            </a:xfrm>
            <a:custGeom>
              <a:rect b="b" l="l" r="r" t="t"/>
              <a:pathLst>
                <a:path extrusionOk="0" h="1" w="1">
                  <a:moveTo>
                    <a:pt x="0" y="1"/>
                  </a:move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0" name="Google Shape;20860;p90"/>
            <p:cNvSpPr/>
            <p:nvPr/>
          </p:nvSpPr>
          <p:spPr>
            <a:xfrm>
              <a:off x="7086246" y="2456728"/>
              <a:ext cx="26" cy="26"/>
            </a:xfrm>
            <a:custGeom>
              <a:rect b="b" l="l" r="r" t="t"/>
              <a:pathLst>
                <a:path extrusionOk="0" h="1" w="1">
                  <a:moveTo>
                    <a:pt x="0" y="1"/>
                  </a:move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1" name="Google Shape;20861;p90"/>
            <p:cNvSpPr/>
            <p:nvPr/>
          </p:nvSpPr>
          <p:spPr>
            <a:xfrm>
              <a:off x="7091279" y="2457173"/>
              <a:ext cx="71586" cy="92871"/>
            </a:xfrm>
            <a:custGeom>
              <a:rect b="b" l="l" r="r" t="t"/>
              <a:pathLst>
                <a:path extrusionOk="0" h="3543" w="2731">
                  <a:moveTo>
                    <a:pt x="106" y="1"/>
                  </a:moveTo>
                  <a:cubicBezTo>
                    <a:pt x="40" y="1"/>
                    <a:pt x="0" y="81"/>
                    <a:pt x="47" y="131"/>
                  </a:cubicBezTo>
                  <a:cubicBezTo>
                    <a:pt x="153" y="265"/>
                    <a:pt x="251" y="511"/>
                    <a:pt x="251" y="975"/>
                  </a:cubicBezTo>
                  <a:cubicBezTo>
                    <a:pt x="251" y="1573"/>
                    <a:pt x="698" y="1770"/>
                    <a:pt x="698" y="1770"/>
                  </a:cubicBezTo>
                  <a:cubicBezTo>
                    <a:pt x="698" y="1770"/>
                    <a:pt x="251" y="1970"/>
                    <a:pt x="251" y="2565"/>
                  </a:cubicBezTo>
                  <a:cubicBezTo>
                    <a:pt x="251" y="3032"/>
                    <a:pt x="153" y="3279"/>
                    <a:pt x="47" y="3409"/>
                  </a:cubicBezTo>
                  <a:cubicBezTo>
                    <a:pt x="0" y="3463"/>
                    <a:pt x="40" y="3543"/>
                    <a:pt x="106" y="3543"/>
                  </a:cubicBezTo>
                  <a:cubicBezTo>
                    <a:pt x="109" y="3543"/>
                    <a:pt x="111" y="3543"/>
                    <a:pt x="114" y="3542"/>
                  </a:cubicBezTo>
                  <a:cubicBezTo>
                    <a:pt x="1429" y="3381"/>
                    <a:pt x="1816" y="2220"/>
                    <a:pt x="1816" y="2220"/>
                  </a:cubicBezTo>
                  <a:lnTo>
                    <a:pt x="2238" y="2220"/>
                  </a:lnTo>
                  <a:cubicBezTo>
                    <a:pt x="2474" y="2220"/>
                    <a:pt x="2688" y="2048"/>
                    <a:pt x="2709" y="1812"/>
                  </a:cubicBezTo>
                  <a:cubicBezTo>
                    <a:pt x="2730" y="1598"/>
                    <a:pt x="2590" y="1397"/>
                    <a:pt x="2382" y="1341"/>
                  </a:cubicBezTo>
                  <a:cubicBezTo>
                    <a:pt x="2270" y="1330"/>
                    <a:pt x="2157" y="1323"/>
                    <a:pt x="2041" y="1323"/>
                  </a:cubicBezTo>
                  <a:lnTo>
                    <a:pt x="1816" y="1323"/>
                  </a:lnTo>
                  <a:cubicBezTo>
                    <a:pt x="1816" y="1323"/>
                    <a:pt x="1429" y="163"/>
                    <a:pt x="114" y="1"/>
                  </a:cubicBezTo>
                  <a:cubicBezTo>
                    <a:pt x="111" y="1"/>
                    <a:pt x="109" y="1"/>
                    <a:pt x="106"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2" name="Google Shape;20862;p90"/>
            <p:cNvSpPr/>
            <p:nvPr/>
          </p:nvSpPr>
          <p:spPr>
            <a:xfrm>
              <a:off x="7027897" y="2591853"/>
              <a:ext cx="40315" cy="34443"/>
            </a:xfrm>
            <a:custGeom>
              <a:rect b="b" l="l" r="r" t="t"/>
              <a:pathLst>
                <a:path extrusionOk="0" h="1314" w="1538">
                  <a:moveTo>
                    <a:pt x="879" y="418"/>
                  </a:moveTo>
                  <a:cubicBezTo>
                    <a:pt x="1002" y="418"/>
                    <a:pt x="1119" y="513"/>
                    <a:pt x="1119" y="658"/>
                  </a:cubicBezTo>
                  <a:cubicBezTo>
                    <a:pt x="1119" y="788"/>
                    <a:pt x="1010" y="894"/>
                    <a:pt x="879" y="894"/>
                  </a:cubicBezTo>
                  <a:cubicBezTo>
                    <a:pt x="669" y="894"/>
                    <a:pt x="563" y="637"/>
                    <a:pt x="711" y="490"/>
                  </a:cubicBezTo>
                  <a:cubicBezTo>
                    <a:pt x="760" y="440"/>
                    <a:pt x="820" y="418"/>
                    <a:pt x="879" y="418"/>
                  </a:cubicBezTo>
                  <a:close/>
                  <a:moveTo>
                    <a:pt x="879" y="1"/>
                  </a:moveTo>
                  <a:cubicBezTo>
                    <a:pt x="296" y="1"/>
                    <a:pt x="0" y="708"/>
                    <a:pt x="415" y="1119"/>
                  </a:cubicBezTo>
                  <a:cubicBezTo>
                    <a:pt x="549" y="1254"/>
                    <a:pt x="713" y="1314"/>
                    <a:pt x="875" y="1314"/>
                  </a:cubicBezTo>
                  <a:cubicBezTo>
                    <a:pt x="1211" y="1314"/>
                    <a:pt x="1535" y="1053"/>
                    <a:pt x="1537" y="658"/>
                  </a:cubicBezTo>
                  <a:cubicBezTo>
                    <a:pt x="1534" y="296"/>
                    <a:pt x="1242" y="1"/>
                    <a:pt x="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3" name="Google Shape;20863;p90"/>
            <p:cNvSpPr/>
            <p:nvPr/>
          </p:nvSpPr>
          <p:spPr>
            <a:xfrm>
              <a:off x="6869626" y="2451197"/>
              <a:ext cx="374341" cy="291535"/>
            </a:xfrm>
            <a:custGeom>
              <a:rect b="b" l="l" r="r" t="t"/>
              <a:pathLst>
                <a:path extrusionOk="0" h="11122" w="14281">
                  <a:moveTo>
                    <a:pt x="4934" y="6232"/>
                  </a:moveTo>
                  <a:cubicBezTo>
                    <a:pt x="4976" y="6689"/>
                    <a:pt x="5085" y="7139"/>
                    <a:pt x="5261" y="7568"/>
                  </a:cubicBezTo>
                  <a:cubicBezTo>
                    <a:pt x="5571" y="8306"/>
                    <a:pt x="6221" y="9263"/>
                    <a:pt x="7586" y="9667"/>
                  </a:cubicBezTo>
                  <a:cubicBezTo>
                    <a:pt x="7603" y="9699"/>
                    <a:pt x="7621" y="9731"/>
                    <a:pt x="7642" y="9766"/>
                  </a:cubicBezTo>
                  <a:cubicBezTo>
                    <a:pt x="5933" y="9748"/>
                    <a:pt x="4379" y="8788"/>
                    <a:pt x="3598" y="7273"/>
                  </a:cubicBezTo>
                  <a:cubicBezTo>
                    <a:pt x="3555" y="7190"/>
                    <a:pt x="3485" y="7155"/>
                    <a:pt x="3416" y="7155"/>
                  </a:cubicBezTo>
                  <a:cubicBezTo>
                    <a:pt x="3276" y="7155"/>
                    <a:pt x="3138" y="7296"/>
                    <a:pt x="3225" y="7463"/>
                  </a:cubicBezTo>
                  <a:cubicBezTo>
                    <a:pt x="3883" y="8750"/>
                    <a:pt x="5071" y="9692"/>
                    <a:pt x="6478" y="10040"/>
                  </a:cubicBezTo>
                  <a:cubicBezTo>
                    <a:pt x="6396" y="10044"/>
                    <a:pt x="6314" y="10047"/>
                    <a:pt x="6233" y="10047"/>
                  </a:cubicBezTo>
                  <a:cubicBezTo>
                    <a:pt x="4011" y="10047"/>
                    <a:pt x="2097" y="8444"/>
                    <a:pt x="1724" y="6232"/>
                  </a:cubicBezTo>
                  <a:lnTo>
                    <a:pt x="2793" y="6232"/>
                  </a:lnTo>
                  <a:cubicBezTo>
                    <a:pt x="2814" y="6330"/>
                    <a:pt x="2835" y="6429"/>
                    <a:pt x="2863" y="6527"/>
                  </a:cubicBezTo>
                  <a:cubicBezTo>
                    <a:pt x="2893" y="6633"/>
                    <a:pt x="2974" y="6678"/>
                    <a:pt x="3056" y="6678"/>
                  </a:cubicBezTo>
                  <a:cubicBezTo>
                    <a:pt x="3180" y="6678"/>
                    <a:pt x="3306" y="6575"/>
                    <a:pt x="3264" y="6415"/>
                  </a:cubicBezTo>
                  <a:cubicBezTo>
                    <a:pt x="3250" y="6355"/>
                    <a:pt x="3232" y="6295"/>
                    <a:pt x="3222" y="6232"/>
                  </a:cubicBezTo>
                  <a:close/>
                  <a:moveTo>
                    <a:pt x="1302" y="6232"/>
                  </a:moveTo>
                  <a:cubicBezTo>
                    <a:pt x="1618" y="8285"/>
                    <a:pt x="3172" y="9928"/>
                    <a:pt x="5201" y="10360"/>
                  </a:cubicBezTo>
                  <a:cubicBezTo>
                    <a:pt x="5123" y="10364"/>
                    <a:pt x="5045" y="10366"/>
                    <a:pt x="4966" y="10366"/>
                  </a:cubicBezTo>
                  <a:cubicBezTo>
                    <a:pt x="3975" y="10366"/>
                    <a:pt x="3008" y="10038"/>
                    <a:pt x="2216" y="9428"/>
                  </a:cubicBezTo>
                  <a:cubicBezTo>
                    <a:pt x="1200" y="8662"/>
                    <a:pt x="556" y="7501"/>
                    <a:pt x="440" y="6232"/>
                  </a:cubicBezTo>
                  <a:close/>
                  <a:moveTo>
                    <a:pt x="8809" y="486"/>
                  </a:moveTo>
                  <a:lnTo>
                    <a:pt x="8809" y="486"/>
                  </a:lnTo>
                  <a:cubicBezTo>
                    <a:pt x="9759" y="732"/>
                    <a:pt x="10058" y="1576"/>
                    <a:pt x="10072" y="1618"/>
                  </a:cubicBezTo>
                  <a:cubicBezTo>
                    <a:pt x="10100" y="1703"/>
                    <a:pt x="10181" y="1759"/>
                    <a:pt x="10272" y="1759"/>
                  </a:cubicBezTo>
                  <a:lnTo>
                    <a:pt x="10494" y="1759"/>
                  </a:lnTo>
                  <a:cubicBezTo>
                    <a:pt x="12354" y="1762"/>
                    <a:pt x="13862" y="3267"/>
                    <a:pt x="13862" y="5128"/>
                  </a:cubicBezTo>
                  <a:cubicBezTo>
                    <a:pt x="13859" y="6882"/>
                    <a:pt x="12688" y="8419"/>
                    <a:pt x="11000" y="8883"/>
                  </a:cubicBezTo>
                  <a:lnTo>
                    <a:pt x="9688" y="9245"/>
                  </a:lnTo>
                  <a:lnTo>
                    <a:pt x="9583" y="8669"/>
                  </a:lnTo>
                  <a:cubicBezTo>
                    <a:pt x="9559" y="8555"/>
                    <a:pt x="9472" y="8504"/>
                    <a:pt x="9384" y="8504"/>
                  </a:cubicBezTo>
                  <a:cubicBezTo>
                    <a:pt x="9267" y="8504"/>
                    <a:pt x="9150" y="8593"/>
                    <a:pt x="9172" y="8743"/>
                  </a:cubicBezTo>
                  <a:lnTo>
                    <a:pt x="9477" y="10420"/>
                  </a:lnTo>
                  <a:cubicBezTo>
                    <a:pt x="9495" y="10511"/>
                    <a:pt x="9456" y="10603"/>
                    <a:pt x="9379" y="10659"/>
                  </a:cubicBezTo>
                  <a:cubicBezTo>
                    <a:pt x="9340" y="10688"/>
                    <a:pt x="9293" y="10703"/>
                    <a:pt x="9245" y="10703"/>
                  </a:cubicBezTo>
                  <a:cubicBezTo>
                    <a:pt x="9206" y="10703"/>
                    <a:pt x="9167" y="10693"/>
                    <a:pt x="9133" y="10673"/>
                  </a:cubicBezTo>
                  <a:cubicBezTo>
                    <a:pt x="8507" y="10328"/>
                    <a:pt x="8032" y="9766"/>
                    <a:pt x="7790" y="9094"/>
                  </a:cubicBezTo>
                  <a:cubicBezTo>
                    <a:pt x="7760" y="8991"/>
                    <a:pt x="7676" y="8944"/>
                    <a:pt x="7592" y="8944"/>
                  </a:cubicBezTo>
                  <a:cubicBezTo>
                    <a:pt x="7486" y="8944"/>
                    <a:pt x="7380" y="9019"/>
                    <a:pt x="7382" y="9154"/>
                  </a:cubicBezTo>
                  <a:cubicBezTo>
                    <a:pt x="6580" y="8834"/>
                    <a:pt x="6000" y="8254"/>
                    <a:pt x="5652" y="7420"/>
                  </a:cubicBezTo>
                  <a:cubicBezTo>
                    <a:pt x="5493" y="7041"/>
                    <a:pt x="5395" y="6640"/>
                    <a:pt x="5353" y="6232"/>
                  </a:cubicBezTo>
                  <a:lnTo>
                    <a:pt x="5578" y="6232"/>
                  </a:lnTo>
                  <a:cubicBezTo>
                    <a:pt x="5694" y="6232"/>
                    <a:pt x="5785" y="6140"/>
                    <a:pt x="5785" y="6024"/>
                  </a:cubicBezTo>
                  <a:cubicBezTo>
                    <a:pt x="5785" y="5908"/>
                    <a:pt x="5694" y="5813"/>
                    <a:pt x="5578" y="5813"/>
                  </a:cubicBezTo>
                  <a:lnTo>
                    <a:pt x="419" y="5813"/>
                  </a:lnTo>
                  <a:lnTo>
                    <a:pt x="419" y="5799"/>
                  </a:lnTo>
                  <a:cubicBezTo>
                    <a:pt x="419" y="5423"/>
                    <a:pt x="729" y="5114"/>
                    <a:pt x="1105" y="5114"/>
                  </a:cubicBezTo>
                  <a:lnTo>
                    <a:pt x="10831" y="5114"/>
                  </a:lnTo>
                  <a:cubicBezTo>
                    <a:pt x="11626" y="5114"/>
                    <a:pt x="12270" y="4470"/>
                    <a:pt x="12270" y="3675"/>
                  </a:cubicBezTo>
                  <a:cubicBezTo>
                    <a:pt x="12270" y="2881"/>
                    <a:pt x="11626" y="2237"/>
                    <a:pt x="10831" y="2237"/>
                  </a:cubicBezTo>
                  <a:lnTo>
                    <a:pt x="10272" y="2237"/>
                  </a:lnTo>
                  <a:cubicBezTo>
                    <a:pt x="10181" y="2237"/>
                    <a:pt x="10100" y="2293"/>
                    <a:pt x="10072" y="2378"/>
                  </a:cubicBezTo>
                  <a:cubicBezTo>
                    <a:pt x="10068" y="2388"/>
                    <a:pt x="9769" y="3257"/>
                    <a:pt x="8809" y="3510"/>
                  </a:cubicBezTo>
                  <a:cubicBezTo>
                    <a:pt x="8873" y="3338"/>
                    <a:pt x="8915" y="3106"/>
                    <a:pt x="8915" y="2793"/>
                  </a:cubicBezTo>
                  <a:cubicBezTo>
                    <a:pt x="8915" y="2350"/>
                    <a:pt x="9228" y="2195"/>
                    <a:pt x="9238" y="2188"/>
                  </a:cubicBezTo>
                  <a:cubicBezTo>
                    <a:pt x="9316" y="2156"/>
                    <a:pt x="9365" y="2082"/>
                    <a:pt x="9365" y="1998"/>
                  </a:cubicBezTo>
                  <a:cubicBezTo>
                    <a:pt x="9365" y="1917"/>
                    <a:pt x="9316" y="1843"/>
                    <a:pt x="9242" y="1808"/>
                  </a:cubicBezTo>
                  <a:cubicBezTo>
                    <a:pt x="9228" y="1801"/>
                    <a:pt x="8915" y="1650"/>
                    <a:pt x="8915" y="1203"/>
                  </a:cubicBezTo>
                  <a:cubicBezTo>
                    <a:pt x="8915" y="890"/>
                    <a:pt x="8873" y="658"/>
                    <a:pt x="8809" y="486"/>
                  </a:cubicBezTo>
                  <a:close/>
                  <a:moveTo>
                    <a:pt x="8261" y="1"/>
                  </a:moveTo>
                  <a:cubicBezTo>
                    <a:pt x="7990" y="4"/>
                    <a:pt x="7979" y="402"/>
                    <a:pt x="8247" y="419"/>
                  </a:cubicBezTo>
                  <a:cubicBezTo>
                    <a:pt x="8317" y="433"/>
                    <a:pt x="8496" y="598"/>
                    <a:pt x="8496" y="1203"/>
                  </a:cubicBezTo>
                  <a:cubicBezTo>
                    <a:pt x="8496" y="1594"/>
                    <a:pt x="8655" y="1847"/>
                    <a:pt x="8806" y="1998"/>
                  </a:cubicBezTo>
                  <a:cubicBezTo>
                    <a:pt x="8655" y="2149"/>
                    <a:pt x="8496" y="2402"/>
                    <a:pt x="8496" y="2793"/>
                  </a:cubicBezTo>
                  <a:cubicBezTo>
                    <a:pt x="8496" y="3398"/>
                    <a:pt x="8317" y="3563"/>
                    <a:pt x="8247" y="3577"/>
                  </a:cubicBezTo>
                  <a:cubicBezTo>
                    <a:pt x="7979" y="3594"/>
                    <a:pt x="7990" y="3992"/>
                    <a:pt x="8261" y="3995"/>
                  </a:cubicBezTo>
                  <a:cubicBezTo>
                    <a:pt x="9143" y="3995"/>
                    <a:pt x="9699" y="3594"/>
                    <a:pt x="10005" y="3257"/>
                  </a:cubicBezTo>
                  <a:cubicBezTo>
                    <a:pt x="10170" y="3078"/>
                    <a:pt x="10307" y="2874"/>
                    <a:pt x="10409" y="2656"/>
                  </a:cubicBezTo>
                  <a:lnTo>
                    <a:pt x="10831" y="2656"/>
                  </a:lnTo>
                  <a:cubicBezTo>
                    <a:pt x="11387" y="2666"/>
                    <a:pt x="11830" y="3120"/>
                    <a:pt x="11830" y="3675"/>
                  </a:cubicBezTo>
                  <a:cubicBezTo>
                    <a:pt x="11830" y="4231"/>
                    <a:pt x="11387" y="4685"/>
                    <a:pt x="10831" y="4695"/>
                  </a:cubicBezTo>
                  <a:lnTo>
                    <a:pt x="1105" y="4695"/>
                  </a:lnTo>
                  <a:cubicBezTo>
                    <a:pt x="496" y="4695"/>
                    <a:pt x="4" y="5187"/>
                    <a:pt x="1" y="5799"/>
                  </a:cubicBezTo>
                  <a:cubicBezTo>
                    <a:pt x="1" y="8546"/>
                    <a:pt x="2223" y="10775"/>
                    <a:pt x="4973" y="10789"/>
                  </a:cubicBezTo>
                  <a:cubicBezTo>
                    <a:pt x="5423" y="10786"/>
                    <a:pt x="5870" y="10726"/>
                    <a:pt x="6302" y="10606"/>
                  </a:cubicBezTo>
                  <a:lnTo>
                    <a:pt x="7906" y="10167"/>
                  </a:lnTo>
                  <a:cubicBezTo>
                    <a:pt x="8183" y="10525"/>
                    <a:pt x="8532" y="10824"/>
                    <a:pt x="8929" y="11042"/>
                  </a:cubicBezTo>
                  <a:cubicBezTo>
                    <a:pt x="9031" y="11097"/>
                    <a:pt x="9137" y="11122"/>
                    <a:pt x="9240" y="11122"/>
                  </a:cubicBezTo>
                  <a:cubicBezTo>
                    <a:pt x="9626" y="11122"/>
                    <a:pt x="9967" y="10773"/>
                    <a:pt x="9889" y="10346"/>
                  </a:cubicBezTo>
                  <a:lnTo>
                    <a:pt x="9762" y="9657"/>
                  </a:lnTo>
                  <a:lnTo>
                    <a:pt x="11109" y="9288"/>
                  </a:lnTo>
                  <a:cubicBezTo>
                    <a:pt x="12980" y="8771"/>
                    <a:pt x="14277" y="7072"/>
                    <a:pt x="14281" y="5131"/>
                  </a:cubicBezTo>
                  <a:cubicBezTo>
                    <a:pt x="14281" y="3039"/>
                    <a:pt x="12586" y="1344"/>
                    <a:pt x="10494" y="1344"/>
                  </a:cubicBezTo>
                  <a:lnTo>
                    <a:pt x="10409" y="1344"/>
                  </a:lnTo>
                  <a:cubicBezTo>
                    <a:pt x="10307" y="1122"/>
                    <a:pt x="10170" y="918"/>
                    <a:pt x="10005" y="739"/>
                  </a:cubicBezTo>
                  <a:cubicBezTo>
                    <a:pt x="9699" y="402"/>
                    <a:pt x="9143" y="1"/>
                    <a:pt x="8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64" name="Google Shape;20864;p90"/>
          <p:cNvGrpSpPr/>
          <p:nvPr/>
        </p:nvGrpSpPr>
        <p:grpSpPr>
          <a:xfrm>
            <a:off x="6321261" y="2896154"/>
            <a:ext cx="359426" cy="357722"/>
            <a:chOff x="6321261" y="2896154"/>
            <a:chExt cx="359426" cy="357722"/>
          </a:xfrm>
        </p:grpSpPr>
        <p:sp>
          <p:nvSpPr>
            <p:cNvPr id="20865" name="Google Shape;20865;p90"/>
            <p:cNvSpPr/>
            <p:nvPr/>
          </p:nvSpPr>
          <p:spPr>
            <a:xfrm>
              <a:off x="6331851" y="2906613"/>
              <a:ext cx="338980" cy="307709"/>
            </a:xfrm>
            <a:custGeom>
              <a:rect b="b" l="l" r="r" t="t"/>
              <a:pathLst>
                <a:path extrusionOk="0" h="11739" w="12932">
                  <a:moveTo>
                    <a:pt x="6467" y="0"/>
                  </a:moveTo>
                  <a:cubicBezTo>
                    <a:pt x="6395" y="0"/>
                    <a:pt x="6324" y="35"/>
                    <a:pt x="6282" y="103"/>
                  </a:cubicBezTo>
                  <a:lnTo>
                    <a:pt x="5234" y="1855"/>
                  </a:lnTo>
                  <a:cubicBezTo>
                    <a:pt x="5203" y="1907"/>
                    <a:pt x="5150" y="1942"/>
                    <a:pt x="5090" y="1957"/>
                  </a:cubicBezTo>
                  <a:lnTo>
                    <a:pt x="4316" y="2111"/>
                  </a:lnTo>
                  <a:cubicBezTo>
                    <a:pt x="4204" y="2132"/>
                    <a:pt x="4130" y="2241"/>
                    <a:pt x="4148" y="2354"/>
                  </a:cubicBezTo>
                  <a:lnTo>
                    <a:pt x="4506" y="4576"/>
                  </a:lnTo>
                  <a:cubicBezTo>
                    <a:pt x="4530" y="4722"/>
                    <a:pt x="4415" y="4825"/>
                    <a:pt x="4294" y="4825"/>
                  </a:cubicBezTo>
                  <a:cubicBezTo>
                    <a:pt x="4237" y="4825"/>
                    <a:pt x="4179" y="4802"/>
                    <a:pt x="4134" y="4749"/>
                  </a:cubicBezTo>
                  <a:lnTo>
                    <a:pt x="3019" y="3437"/>
                  </a:lnTo>
                  <a:cubicBezTo>
                    <a:pt x="2974" y="3386"/>
                    <a:pt x="2914" y="3361"/>
                    <a:pt x="2854" y="3361"/>
                  </a:cubicBezTo>
                  <a:cubicBezTo>
                    <a:pt x="2786" y="3361"/>
                    <a:pt x="2719" y="3393"/>
                    <a:pt x="2678" y="3455"/>
                  </a:cubicBezTo>
                  <a:lnTo>
                    <a:pt x="2512" y="3704"/>
                  </a:lnTo>
                  <a:cubicBezTo>
                    <a:pt x="2469" y="3764"/>
                    <a:pt x="2402" y="3798"/>
                    <a:pt x="2333" y="3798"/>
                  </a:cubicBezTo>
                  <a:cubicBezTo>
                    <a:pt x="2301" y="3798"/>
                    <a:pt x="2269" y="3790"/>
                    <a:pt x="2238" y="3775"/>
                  </a:cubicBezTo>
                  <a:lnTo>
                    <a:pt x="357" y="2836"/>
                  </a:lnTo>
                  <a:cubicBezTo>
                    <a:pt x="324" y="2820"/>
                    <a:pt x="292" y="2813"/>
                    <a:pt x="260" y="2813"/>
                  </a:cubicBezTo>
                  <a:cubicBezTo>
                    <a:pt x="118" y="2813"/>
                    <a:pt x="1" y="2960"/>
                    <a:pt x="61" y="3110"/>
                  </a:cubicBezTo>
                  <a:lnTo>
                    <a:pt x="853" y="5009"/>
                  </a:lnTo>
                  <a:cubicBezTo>
                    <a:pt x="888" y="5090"/>
                    <a:pt x="870" y="5181"/>
                    <a:pt x="810" y="5244"/>
                  </a:cubicBezTo>
                  <a:lnTo>
                    <a:pt x="287" y="5768"/>
                  </a:lnTo>
                  <a:cubicBezTo>
                    <a:pt x="174" y="5877"/>
                    <a:pt x="213" y="6064"/>
                    <a:pt x="357" y="6120"/>
                  </a:cubicBezTo>
                  <a:lnTo>
                    <a:pt x="937" y="6352"/>
                  </a:lnTo>
                  <a:cubicBezTo>
                    <a:pt x="1043" y="6394"/>
                    <a:pt x="1099" y="6510"/>
                    <a:pt x="1060" y="6619"/>
                  </a:cubicBezTo>
                  <a:lnTo>
                    <a:pt x="969" y="6897"/>
                  </a:lnTo>
                  <a:cubicBezTo>
                    <a:pt x="937" y="6996"/>
                    <a:pt x="979" y="7105"/>
                    <a:pt x="1071" y="7154"/>
                  </a:cubicBezTo>
                  <a:lnTo>
                    <a:pt x="2836" y="8082"/>
                  </a:lnTo>
                  <a:cubicBezTo>
                    <a:pt x="2970" y="8152"/>
                    <a:pt x="2991" y="8335"/>
                    <a:pt x="2875" y="8434"/>
                  </a:cubicBezTo>
                  <a:lnTo>
                    <a:pt x="765" y="10245"/>
                  </a:lnTo>
                  <a:cubicBezTo>
                    <a:pt x="642" y="10354"/>
                    <a:pt x="680" y="10554"/>
                    <a:pt x="835" y="10610"/>
                  </a:cubicBezTo>
                  <a:lnTo>
                    <a:pt x="4000" y="11725"/>
                  </a:lnTo>
                  <a:cubicBezTo>
                    <a:pt x="4023" y="11734"/>
                    <a:pt x="4048" y="11738"/>
                    <a:pt x="4072" y="11738"/>
                  </a:cubicBezTo>
                  <a:cubicBezTo>
                    <a:pt x="4123" y="11738"/>
                    <a:pt x="4174" y="11719"/>
                    <a:pt x="4214" y="11683"/>
                  </a:cubicBezTo>
                  <a:lnTo>
                    <a:pt x="6328" y="9763"/>
                  </a:lnTo>
                  <a:cubicBezTo>
                    <a:pt x="6368" y="9726"/>
                    <a:pt x="6419" y="9708"/>
                    <a:pt x="6471" y="9708"/>
                  </a:cubicBezTo>
                  <a:cubicBezTo>
                    <a:pt x="6522" y="9708"/>
                    <a:pt x="6574" y="9726"/>
                    <a:pt x="6616" y="9763"/>
                  </a:cubicBezTo>
                  <a:lnTo>
                    <a:pt x="8726" y="11683"/>
                  </a:lnTo>
                  <a:cubicBezTo>
                    <a:pt x="8767" y="11719"/>
                    <a:pt x="8817" y="11738"/>
                    <a:pt x="8868" y="11738"/>
                  </a:cubicBezTo>
                  <a:cubicBezTo>
                    <a:pt x="8893" y="11738"/>
                    <a:pt x="8917" y="11734"/>
                    <a:pt x="8941" y="11725"/>
                  </a:cubicBezTo>
                  <a:lnTo>
                    <a:pt x="12105" y="10610"/>
                  </a:lnTo>
                  <a:cubicBezTo>
                    <a:pt x="12260" y="10554"/>
                    <a:pt x="12299" y="10354"/>
                    <a:pt x="12176" y="10245"/>
                  </a:cubicBezTo>
                  <a:lnTo>
                    <a:pt x="10066" y="8434"/>
                  </a:lnTo>
                  <a:cubicBezTo>
                    <a:pt x="9950" y="8335"/>
                    <a:pt x="9971" y="8152"/>
                    <a:pt x="10104" y="8082"/>
                  </a:cubicBezTo>
                  <a:lnTo>
                    <a:pt x="11870" y="7154"/>
                  </a:lnTo>
                  <a:cubicBezTo>
                    <a:pt x="11961" y="7105"/>
                    <a:pt x="12007" y="6996"/>
                    <a:pt x="11972" y="6897"/>
                  </a:cubicBezTo>
                  <a:lnTo>
                    <a:pt x="11880" y="6619"/>
                  </a:lnTo>
                  <a:cubicBezTo>
                    <a:pt x="11845" y="6510"/>
                    <a:pt x="11898" y="6394"/>
                    <a:pt x="12003" y="6352"/>
                  </a:cubicBezTo>
                  <a:lnTo>
                    <a:pt x="12584" y="6120"/>
                  </a:lnTo>
                  <a:cubicBezTo>
                    <a:pt x="12728" y="6064"/>
                    <a:pt x="12766" y="5877"/>
                    <a:pt x="12657" y="5768"/>
                  </a:cubicBezTo>
                  <a:lnTo>
                    <a:pt x="12130" y="5244"/>
                  </a:lnTo>
                  <a:cubicBezTo>
                    <a:pt x="12067" y="5185"/>
                    <a:pt x="12046" y="5090"/>
                    <a:pt x="12077" y="5009"/>
                  </a:cubicBezTo>
                  <a:lnTo>
                    <a:pt x="12868" y="3106"/>
                  </a:lnTo>
                  <a:cubicBezTo>
                    <a:pt x="12931" y="2958"/>
                    <a:pt x="12815" y="2811"/>
                    <a:pt x="12675" y="2811"/>
                  </a:cubicBezTo>
                  <a:cubicBezTo>
                    <a:pt x="12642" y="2811"/>
                    <a:pt x="12609" y="2819"/>
                    <a:pt x="12577" y="2836"/>
                  </a:cubicBezTo>
                  <a:lnTo>
                    <a:pt x="10695" y="3775"/>
                  </a:lnTo>
                  <a:cubicBezTo>
                    <a:pt x="10664" y="3790"/>
                    <a:pt x="10630" y="3798"/>
                    <a:pt x="10598" y="3798"/>
                  </a:cubicBezTo>
                  <a:cubicBezTo>
                    <a:pt x="10528" y="3798"/>
                    <a:pt x="10462" y="3764"/>
                    <a:pt x="10421" y="3704"/>
                  </a:cubicBezTo>
                  <a:lnTo>
                    <a:pt x="10256" y="3455"/>
                  </a:lnTo>
                  <a:cubicBezTo>
                    <a:pt x="10213" y="3391"/>
                    <a:pt x="10145" y="3359"/>
                    <a:pt x="10077" y="3359"/>
                  </a:cubicBezTo>
                  <a:cubicBezTo>
                    <a:pt x="10017" y="3359"/>
                    <a:pt x="9957" y="3384"/>
                    <a:pt x="9915" y="3433"/>
                  </a:cubicBezTo>
                  <a:lnTo>
                    <a:pt x="8867" y="4664"/>
                  </a:lnTo>
                  <a:cubicBezTo>
                    <a:pt x="8822" y="4718"/>
                    <a:pt x="8764" y="4741"/>
                    <a:pt x="8708" y="4741"/>
                  </a:cubicBezTo>
                  <a:cubicBezTo>
                    <a:pt x="8583" y="4741"/>
                    <a:pt x="8464" y="4628"/>
                    <a:pt x="8497" y="4478"/>
                  </a:cubicBezTo>
                  <a:lnTo>
                    <a:pt x="8979" y="2368"/>
                  </a:lnTo>
                  <a:cubicBezTo>
                    <a:pt x="9007" y="2248"/>
                    <a:pt x="8930" y="2132"/>
                    <a:pt x="8807" y="2111"/>
                  </a:cubicBezTo>
                  <a:lnTo>
                    <a:pt x="7847" y="1949"/>
                  </a:lnTo>
                  <a:cubicBezTo>
                    <a:pt x="7784" y="1942"/>
                    <a:pt x="7731" y="1904"/>
                    <a:pt x="7699" y="1851"/>
                  </a:cubicBezTo>
                  <a:lnTo>
                    <a:pt x="6651" y="103"/>
                  </a:lnTo>
                  <a:cubicBezTo>
                    <a:pt x="6609" y="35"/>
                    <a:pt x="6538" y="0"/>
                    <a:pt x="6467"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6" name="Google Shape;20866;p90"/>
            <p:cNvSpPr/>
            <p:nvPr/>
          </p:nvSpPr>
          <p:spPr>
            <a:xfrm>
              <a:off x="6410960" y="2996679"/>
              <a:ext cx="67707" cy="79738"/>
            </a:xfrm>
            <a:custGeom>
              <a:rect b="b" l="l" r="r" t="t"/>
              <a:pathLst>
                <a:path extrusionOk="0" h="3042" w="2583">
                  <a:moveTo>
                    <a:pt x="1" y="1"/>
                  </a:moveTo>
                  <a:lnTo>
                    <a:pt x="1200" y="2519"/>
                  </a:lnTo>
                  <a:cubicBezTo>
                    <a:pt x="1281" y="2691"/>
                    <a:pt x="1436" y="2821"/>
                    <a:pt x="1622" y="2867"/>
                  </a:cubicBezTo>
                  <a:lnTo>
                    <a:pt x="2297" y="3036"/>
                  </a:lnTo>
                  <a:cubicBezTo>
                    <a:pt x="2314" y="3040"/>
                    <a:pt x="2331" y="3042"/>
                    <a:pt x="2348" y="3042"/>
                  </a:cubicBezTo>
                  <a:cubicBezTo>
                    <a:pt x="2477" y="3042"/>
                    <a:pt x="2583" y="2927"/>
                    <a:pt x="2561" y="2793"/>
                  </a:cubicBezTo>
                  <a:lnTo>
                    <a:pt x="2357" y="1509"/>
                  </a:lnTo>
                  <a:cubicBezTo>
                    <a:pt x="2336" y="1383"/>
                    <a:pt x="2279" y="1263"/>
                    <a:pt x="2188" y="1168"/>
                  </a:cubicBezTo>
                  <a:lnTo>
                    <a:pt x="1355" y="289"/>
                  </a:lnTo>
                  <a:lnTo>
                    <a:pt x="1492" y="1140"/>
                  </a:lnTo>
                  <a:cubicBezTo>
                    <a:pt x="1516" y="1286"/>
                    <a:pt x="1400" y="1389"/>
                    <a:pt x="1280" y="1389"/>
                  </a:cubicBezTo>
                  <a:cubicBezTo>
                    <a:pt x="1223" y="1389"/>
                    <a:pt x="1164" y="1366"/>
                    <a:pt x="1119" y="1313"/>
                  </a:cubicBezTo>
                  <a:lnTo>
                    <a:pt x="1"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7" name="Google Shape;20867;p90"/>
            <p:cNvSpPr/>
            <p:nvPr/>
          </p:nvSpPr>
          <p:spPr>
            <a:xfrm>
              <a:off x="6356307" y="3080008"/>
              <a:ext cx="96252" cy="80787"/>
            </a:xfrm>
            <a:custGeom>
              <a:rect b="b" l="l" r="r" t="t"/>
              <a:pathLst>
                <a:path extrusionOk="0" h="3082" w="3672">
                  <a:moveTo>
                    <a:pt x="127" y="1"/>
                  </a:moveTo>
                  <a:lnTo>
                    <a:pt x="36" y="279"/>
                  </a:lnTo>
                  <a:cubicBezTo>
                    <a:pt x="1" y="377"/>
                    <a:pt x="46" y="486"/>
                    <a:pt x="138" y="535"/>
                  </a:cubicBezTo>
                  <a:lnTo>
                    <a:pt x="1903" y="1464"/>
                  </a:lnTo>
                  <a:cubicBezTo>
                    <a:pt x="2037" y="1534"/>
                    <a:pt x="2058" y="1717"/>
                    <a:pt x="1942" y="1815"/>
                  </a:cubicBezTo>
                  <a:lnTo>
                    <a:pt x="468" y="3081"/>
                  </a:lnTo>
                  <a:lnTo>
                    <a:pt x="3461" y="2343"/>
                  </a:lnTo>
                  <a:cubicBezTo>
                    <a:pt x="3608" y="2308"/>
                    <a:pt x="3672" y="2132"/>
                    <a:pt x="3584" y="2009"/>
                  </a:cubicBezTo>
                  <a:lnTo>
                    <a:pt x="3176" y="1457"/>
                  </a:lnTo>
                  <a:cubicBezTo>
                    <a:pt x="3109" y="1365"/>
                    <a:pt x="3021" y="1295"/>
                    <a:pt x="2923" y="1249"/>
                  </a:cubicBezTo>
                  <a:lnTo>
                    <a:pt x="127"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8" name="Google Shape;20868;p90"/>
            <p:cNvSpPr/>
            <p:nvPr/>
          </p:nvSpPr>
          <p:spPr>
            <a:xfrm>
              <a:off x="6550148" y="3080008"/>
              <a:ext cx="96174" cy="80787"/>
            </a:xfrm>
            <a:custGeom>
              <a:rect b="b" l="l" r="r" t="t"/>
              <a:pathLst>
                <a:path extrusionOk="0" h="3082" w="3669">
                  <a:moveTo>
                    <a:pt x="3545" y="1"/>
                  </a:moveTo>
                  <a:lnTo>
                    <a:pt x="750" y="1249"/>
                  </a:lnTo>
                  <a:cubicBezTo>
                    <a:pt x="648" y="1295"/>
                    <a:pt x="560" y="1365"/>
                    <a:pt x="496" y="1457"/>
                  </a:cubicBezTo>
                  <a:lnTo>
                    <a:pt x="89" y="2009"/>
                  </a:lnTo>
                  <a:cubicBezTo>
                    <a:pt x="1" y="2132"/>
                    <a:pt x="64" y="2308"/>
                    <a:pt x="212" y="2343"/>
                  </a:cubicBezTo>
                  <a:lnTo>
                    <a:pt x="3204" y="3081"/>
                  </a:lnTo>
                  <a:lnTo>
                    <a:pt x="1731" y="1815"/>
                  </a:lnTo>
                  <a:cubicBezTo>
                    <a:pt x="1615" y="1717"/>
                    <a:pt x="1636" y="1534"/>
                    <a:pt x="1769" y="1464"/>
                  </a:cubicBezTo>
                  <a:lnTo>
                    <a:pt x="3535" y="535"/>
                  </a:lnTo>
                  <a:cubicBezTo>
                    <a:pt x="3626" y="486"/>
                    <a:pt x="3668" y="377"/>
                    <a:pt x="3637" y="279"/>
                  </a:cubicBezTo>
                  <a:lnTo>
                    <a:pt x="3545"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9" name="Google Shape;20869;p90"/>
            <p:cNvSpPr/>
            <p:nvPr/>
          </p:nvSpPr>
          <p:spPr>
            <a:xfrm>
              <a:off x="6524067" y="2996417"/>
              <a:ext cx="67969" cy="79948"/>
            </a:xfrm>
            <a:custGeom>
              <a:rect b="b" l="l" r="r" t="t"/>
              <a:pathLst>
                <a:path extrusionOk="0" h="3050" w="2593">
                  <a:moveTo>
                    <a:pt x="2592" y="0"/>
                  </a:moveTo>
                  <a:lnTo>
                    <a:pt x="2592" y="0"/>
                  </a:lnTo>
                  <a:cubicBezTo>
                    <a:pt x="2589" y="4"/>
                    <a:pt x="2585" y="7"/>
                    <a:pt x="2582" y="11"/>
                  </a:cubicBezTo>
                  <a:lnTo>
                    <a:pt x="1537" y="1242"/>
                  </a:lnTo>
                  <a:cubicBezTo>
                    <a:pt x="1491" y="1294"/>
                    <a:pt x="1433" y="1317"/>
                    <a:pt x="1376" y="1317"/>
                  </a:cubicBezTo>
                  <a:cubicBezTo>
                    <a:pt x="1250" y="1317"/>
                    <a:pt x="1131" y="1205"/>
                    <a:pt x="1164" y="1055"/>
                  </a:cubicBezTo>
                  <a:lnTo>
                    <a:pt x="1368" y="169"/>
                  </a:lnTo>
                  <a:lnTo>
                    <a:pt x="391" y="1178"/>
                  </a:lnTo>
                  <a:cubicBezTo>
                    <a:pt x="303" y="1273"/>
                    <a:pt x="243" y="1393"/>
                    <a:pt x="226" y="1519"/>
                  </a:cubicBezTo>
                  <a:lnTo>
                    <a:pt x="22" y="2803"/>
                  </a:lnTo>
                  <a:cubicBezTo>
                    <a:pt x="0" y="2936"/>
                    <a:pt x="105" y="3049"/>
                    <a:pt x="231" y="3049"/>
                  </a:cubicBezTo>
                  <a:cubicBezTo>
                    <a:pt x="249" y="3049"/>
                    <a:pt x="267" y="3047"/>
                    <a:pt x="285" y="3042"/>
                  </a:cubicBezTo>
                  <a:lnTo>
                    <a:pt x="960" y="2873"/>
                  </a:lnTo>
                  <a:cubicBezTo>
                    <a:pt x="1147" y="2828"/>
                    <a:pt x="1302" y="2701"/>
                    <a:pt x="1382" y="2529"/>
                  </a:cubicBezTo>
                  <a:lnTo>
                    <a:pt x="2592"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0" name="Google Shape;20870;p90"/>
            <p:cNvSpPr/>
            <p:nvPr/>
          </p:nvSpPr>
          <p:spPr>
            <a:xfrm>
              <a:off x="6496046" y="2946456"/>
              <a:ext cx="10537" cy="16147"/>
            </a:xfrm>
            <a:custGeom>
              <a:rect b="b" l="l" r="r" t="t"/>
              <a:pathLst>
                <a:path extrusionOk="0" h="616" w="402">
                  <a:moveTo>
                    <a:pt x="201" y="0"/>
                  </a:moveTo>
                  <a:cubicBezTo>
                    <a:pt x="101" y="0"/>
                    <a:pt x="0" y="67"/>
                    <a:pt x="0" y="201"/>
                  </a:cubicBezTo>
                  <a:lnTo>
                    <a:pt x="0" y="415"/>
                  </a:lnTo>
                  <a:cubicBezTo>
                    <a:pt x="0" y="524"/>
                    <a:pt x="92" y="616"/>
                    <a:pt x="201" y="616"/>
                  </a:cubicBezTo>
                  <a:cubicBezTo>
                    <a:pt x="313" y="616"/>
                    <a:pt x="401" y="528"/>
                    <a:pt x="401" y="415"/>
                  </a:cubicBezTo>
                  <a:lnTo>
                    <a:pt x="401" y="201"/>
                  </a:lnTo>
                  <a:cubicBezTo>
                    <a:pt x="401" y="67"/>
                    <a:pt x="301"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1" name="Google Shape;20871;p90"/>
            <p:cNvSpPr/>
            <p:nvPr/>
          </p:nvSpPr>
          <p:spPr>
            <a:xfrm>
              <a:off x="6617619" y="3016417"/>
              <a:ext cx="20184" cy="16697"/>
            </a:xfrm>
            <a:custGeom>
              <a:rect b="b" l="l" r="r" t="t"/>
              <a:pathLst>
                <a:path extrusionOk="0" h="637" w="770">
                  <a:moveTo>
                    <a:pt x="477" y="0"/>
                  </a:moveTo>
                  <a:cubicBezTo>
                    <a:pt x="428" y="0"/>
                    <a:pt x="376" y="21"/>
                    <a:pt x="331" y="71"/>
                  </a:cubicBezTo>
                  <a:lnTo>
                    <a:pt x="120" y="299"/>
                  </a:lnTo>
                  <a:cubicBezTo>
                    <a:pt x="1" y="426"/>
                    <a:pt x="89" y="637"/>
                    <a:pt x="264" y="637"/>
                  </a:cubicBezTo>
                  <a:cubicBezTo>
                    <a:pt x="321" y="637"/>
                    <a:pt x="373" y="612"/>
                    <a:pt x="412" y="574"/>
                  </a:cubicBezTo>
                  <a:lnTo>
                    <a:pt x="623" y="345"/>
                  </a:lnTo>
                  <a:cubicBezTo>
                    <a:pt x="769" y="199"/>
                    <a:pt x="63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2" name="Google Shape;20872;p90"/>
            <p:cNvSpPr/>
            <p:nvPr/>
          </p:nvSpPr>
          <p:spPr>
            <a:xfrm>
              <a:off x="6607475" y="3168476"/>
              <a:ext cx="17641" cy="11402"/>
            </a:xfrm>
            <a:custGeom>
              <a:rect b="b" l="l" r="r" t="t"/>
              <a:pathLst>
                <a:path extrusionOk="0" h="435" w="673">
                  <a:moveTo>
                    <a:pt x="212" y="1"/>
                  </a:moveTo>
                  <a:cubicBezTo>
                    <a:pt x="113" y="1"/>
                    <a:pt x="27" y="75"/>
                    <a:pt x="15" y="174"/>
                  </a:cubicBezTo>
                  <a:cubicBezTo>
                    <a:pt x="1" y="290"/>
                    <a:pt x="85" y="392"/>
                    <a:pt x="201" y="402"/>
                  </a:cubicBezTo>
                  <a:lnTo>
                    <a:pt x="419" y="431"/>
                  </a:lnTo>
                  <a:cubicBezTo>
                    <a:pt x="432" y="433"/>
                    <a:pt x="444" y="434"/>
                    <a:pt x="457" y="434"/>
                  </a:cubicBezTo>
                  <a:cubicBezTo>
                    <a:pt x="555" y="434"/>
                    <a:pt x="643" y="362"/>
                    <a:pt x="658" y="262"/>
                  </a:cubicBezTo>
                  <a:cubicBezTo>
                    <a:pt x="673" y="146"/>
                    <a:pt x="588" y="44"/>
                    <a:pt x="472" y="33"/>
                  </a:cubicBezTo>
                  <a:lnTo>
                    <a:pt x="254" y="5"/>
                  </a:lnTo>
                  <a:cubicBezTo>
                    <a:pt x="240" y="2"/>
                    <a:pt x="226"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3" name="Google Shape;20873;p90"/>
            <p:cNvSpPr/>
            <p:nvPr/>
          </p:nvSpPr>
          <p:spPr>
            <a:xfrm>
              <a:off x="6364905" y="3016417"/>
              <a:ext cx="20813" cy="16855"/>
            </a:xfrm>
            <a:custGeom>
              <a:rect b="b" l="l" r="r" t="t"/>
              <a:pathLst>
                <a:path extrusionOk="0" h="643" w="794">
                  <a:moveTo>
                    <a:pt x="290" y="0"/>
                  </a:moveTo>
                  <a:cubicBezTo>
                    <a:pt x="136" y="0"/>
                    <a:pt x="0" y="199"/>
                    <a:pt x="144" y="345"/>
                  </a:cubicBezTo>
                  <a:lnTo>
                    <a:pt x="358" y="574"/>
                  </a:lnTo>
                  <a:cubicBezTo>
                    <a:pt x="403" y="622"/>
                    <a:pt x="454" y="643"/>
                    <a:pt x="503" y="643"/>
                  </a:cubicBezTo>
                  <a:cubicBezTo>
                    <a:pt x="657" y="643"/>
                    <a:pt x="794" y="446"/>
                    <a:pt x="650" y="299"/>
                  </a:cubicBezTo>
                  <a:lnTo>
                    <a:pt x="436" y="71"/>
                  </a:lnTo>
                  <a:cubicBezTo>
                    <a:pt x="391" y="21"/>
                    <a:pt x="33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4" name="Google Shape;20874;p90"/>
            <p:cNvSpPr/>
            <p:nvPr/>
          </p:nvSpPr>
          <p:spPr>
            <a:xfrm>
              <a:off x="6377591" y="3168476"/>
              <a:ext cx="17641" cy="11402"/>
            </a:xfrm>
            <a:custGeom>
              <a:rect b="b" l="l" r="r" t="t"/>
              <a:pathLst>
                <a:path extrusionOk="0" h="435" w="673">
                  <a:moveTo>
                    <a:pt x="461" y="1"/>
                  </a:moveTo>
                  <a:cubicBezTo>
                    <a:pt x="448" y="1"/>
                    <a:pt x="433" y="2"/>
                    <a:pt x="419" y="5"/>
                  </a:cubicBezTo>
                  <a:lnTo>
                    <a:pt x="201" y="33"/>
                  </a:lnTo>
                  <a:cubicBezTo>
                    <a:pt x="85" y="40"/>
                    <a:pt x="1" y="146"/>
                    <a:pt x="15" y="258"/>
                  </a:cubicBezTo>
                  <a:cubicBezTo>
                    <a:pt x="27" y="361"/>
                    <a:pt x="115" y="434"/>
                    <a:pt x="216" y="434"/>
                  </a:cubicBezTo>
                  <a:cubicBezTo>
                    <a:pt x="228" y="434"/>
                    <a:pt x="241" y="433"/>
                    <a:pt x="254" y="431"/>
                  </a:cubicBezTo>
                  <a:lnTo>
                    <a:pt x="472" y="399"/>
                  </a:lnTo>
                  <a:cubicBezTo>
                    <a:pt x="588" y="392"/>
                    <a:pt x="672" y="290"/>
                    <a:pt x="658" y="174"/>
                  </a:cubicBezTo>
                  <a:cubicBezTo>
                    <a:pt x="643" y="72"/>
                    <a:pt x="558" y="1"/>
                    <a:pt x="4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5" name="Google Shape;20875;p90"/>
            <p:cNvSpPr/>
            <p:nvPr/>
          </p:nvSpPr>
          <p:spPr>
            <a:xfrm>
              <a:off x="6321261" y="2896154"/>
              <a:ext cx="359426" cy="357722"/>
            </a:xfrm>
            <a:custGeom>
              <a:rect b="b" l="l" r="r" t="t"/>
              <a:pathLst>
                <a:path extrusionOk="0" h="13647" w="13712">
                  <a:moveTo>
                    <a:pt x="6869" y="587"/>
                  </a:moveTo>
                  <a:lnTo>
                    <a:pt x="7980" y="2440"/>
                  </a:lnTo>
                  <a:cubicBezTo>
                    <a:pt x="8012" y="2489"/>
                    <a:pt x="8061" y="2524"/>
                    <a:pt x="8121" y="2535"/>
                  </a:cubicBezTo>
                  <a:lnTo>
                    <a:pt x="9035" y="2686"/>
                  </a:lnTo>
                  <a:lnTo>
                    <a:pt x="7069" y="4817"/>
                  </a:lnTo>
                  <a:lnTo>
                    <a:pt x="7069" y="3189"/>
                  </a:lnTo>
                  <a:cubicBezTo>
                    <a:pt x="7069" y="3055"/>
                    <a:pt x="6969" y="2988"/>
                    <a:pt x="6869" y="2988"/>
                  </a:cubicBezTo>
                  <a:cubicBezTo>
                    <a:pt x="6769" y="2988"/>
                    <a:pt x="6668" y="3055"/>
                    <a:pt x="6668" y="3189"/>
                  </a:cubicBezTo>
                  <a:lnTo>
                    <a:pt x="6668" y="4782"/>
                  </a:lnTo>
                  <a:lnTo>
                    <a:pt x="4889" y="2679"/>
                  </a:lnTo>
                  <a:lnTo>
                    <a:pt x="5628" y="2531"/>
                  </a:lnTo>
                  <a:cubicBezTo>
                    <a:pt x="5684" y="2521"/>
                    <a:pt x="5730" y="2486"/>
                    <a:pt x="5758" y="2440"/>
                  </a:cubicBezTo>
                  <a:lnTo>
                    <a:pt x="6869" y="587"/>
                  </a:lnTo>
                  <a:close/>
                  <a:moveTo>
                    <a:pt x="4833" y="3228"/>
                  </a:moveTo>
                  <a:lnTo>
                    <a:pt x="6668" y="5401"/>
                  </a:lnTo>
                  <a:lnTo>
                    <a:pt x="6668" y="7349"/>
                  </a:lnTo>
                  <a:lnTo>
                    <a:pt x="5223" y="5643"/>
                  </a:lnTo>
                  <a:lnTo>
                    <a:pt x="4833" y="3228"/>
                  </a:lnTo>
                  <a:close/>
                  <a:moveTo>
                    <a:pt x="9074" y="3238"/>
                  </a:moveTo>
                  <a:lnTo>
                    <a:pt x="8522" y="5640"/>
                  </a:lnTo>
                  <a:lnTo>
                    <a:pt x="7069" y="7349"/>
                  </a:lnTo>
                  <a:lnTo>
                    <a:pt x="7069" y="5404"/>
                  </a:lnTo>
                  <a:lnTo>
                    <a:pt x="9074" y="3238"/>
                  </a:lnTo>
                  <a:close/>
                  <a:moveTo>
                    <a:pt x="638" y="3393"/>
                  </a:moveTo>
                  <a:lnTo>
                    <a:pt x="2720" y="4437"/>
                  </a:lnTo>
                  <a:cubicBezTo>
                    <a:pt x="2748" y="4451"/>
                    <a:pt x="2778" y="4458"/>
                    <a:pt x="2808" y="4458"/>
                  </a:cubicBezTo>
                  <a:cubicBezTo>
                    <a:pt x="2874" y="4458"/>
                    <a:pt x="2937" y="4425"/>
                    <a:pt x="2976" y="4367"/>
                  </a:cubicBezTo>
                  <a:lnTo>
                    <a:pt x="3258" y="3948"/>
                  </a:lnTo>
                  <a:lnTo>
                    <a:pt x="6672" y="7964"/>
                  </a:lnTo>
                  <a:lnTo>
                    <a:pt x="6672" y="9522"/>
                  </a:lnTo>
                  <a:lnTo>
                    <a:pt x="2955" y="5566"/>
                  </a:lnTo>
                  <a:cubicBezTo>
                    <a:pt x="2912" y="5522"/>
                    <a:pt x="2864" y="5503"/>
                    <a:pt x="2816" y="5503"/>
                  </a:cubicBezTo>
                  <a:cubicBezTo>
                    <a:pt x="2666" y="5503"/>
                    <a:pt x="2533" y="5693"/>
                    <a:pt x="2667" y="5840"/>
                  </a:cubicBezTo>
                  <a:lnTo>
                    <a:pt x="6457" y="9877"/>
                  </a:lnTo>
                  <a:lnTo>
                    <a:pt x="3426" y="10282"/>
                  </a:lnTo>
                  <a:cubicBezTo>
                    <a:pt x="3310" y="10289"/>
                    <a:pt x="3226" y="10394"/>
                    <a:pt x="3240" y="10510"/>
                  </a:cubicBezTo>
                  <a:cubicBezTo>
                    <a:pt x="3256" y="10610"/>
                    <a:pt x="3343" y="10682"/>
                    <a:pt x="3442" y="10682"/>
                  </a:cubicBezTo>
                  <a:cubicBezTo>
                    <a:pt x="3454" y="10682"/>
                    <a:pt x="3467" y="10681"/>
                    <a:pt x="3479" y="10679"/>
                  </a:cubicBezTo>
                  <a:lnTo>
                    <a:pt x="6264" y="10306"/>
                  </a:lnTo>
                  <a:lnTo>
                    <a:pt x="6264" y="10306"/>
                  </a:lnTo>
                  <a:lnTo>
                    <a:pt x="4474" y="11938"/>
                  </a:lnTo>
                  <a:lnTo>
                    <a:pt x="1281" y="10809"/>
                  </a:lnTo>
                  <a:lnTo>
                    <a:pt x="3648" y="8777"/>
                  </a:lnTo>
                  <a:cubicBezTo>
                    <a:pt x="3753" y="8685"/>
                    <a:pt x="3736" y="8516"/>
                    <a:pt x="3613" y="8449"/>
                  </a:cubicBezTo>
                  <a:lnTo>
                    <a:pt x="1559" y="7366"/>
                  </a:lnTo>
                  <a:lnTo>
                    <a:pt x="1717" y="6885"/>
                  </a:lnTo>
                  <a:cubicBezTo>
                    <a:pt x="1749" y="6786"/>
                    <a:pt x="1700" y="6677"/>
                    <a:pt x="1601" y="6639"/>
                  </a:cubicBezTo>
                  <a:lnTo>
                    <a:pt x="814" y="6322"/>
                  </a:lnTo>
                  <a:lnTo>
                    <a:pt x="1457" y="5682"/>
                  </a:lnTo>
                  <a:cubicBezTo>
                    <a:pt x="1513" y="5626"/>
                    <a:pt x="1531" y="5538"/>
                    <a:pt x="1499" y="5464"/>
                  </a:cubicBezTo>
                  <a:lnTo>
                    <a:pt x="638" y="3393"/>
                  </a:lnTo>
                  <a:close/>
                  <a:moveTo>
                    <a:pt x="13104" y="3396"/>
                  </a:moveTo>
                  <a:lnTo>
                    <a:pt x="12242" y="5464"/>
                  </a:lnTo>
                  <a:cubicBezTo>
                    <a:pt x="12210" y="5538"/>
                    <a:pt x="12228" y="5626"/>
                    <a:pt x="12284" y="5682"/>
                  </a:cubicBezTo>
                  <a:lnTo>
                    <a:pt x="12924" y="6326"/>
                  </a:lnTo>
                  <a:lnTo>
                    <a:pt x="12140" y="6639"/>
                  </a:lnTo>
                  <a:cubicBezTo>
                    <a:pt x="12042" y="6677"/>
                    <a:pt x="11989" y="6786"/>
                    <a:pt x="12024" y="6888"/>
                  </a:cubicBezTo>
                  <a:lnTo>
                    <a:pt x="12182" y="7366"/>
                  </a:lnTo>
                  <a:lnTo>
                    <a:pt x="10129" y="8449"/>
                  </a:lnTo>
                  <a:cubicBezTo>
                    <a:pt x="10006" y="8516"/>
                    <a:pt x="9984" y="8685"/>
                    <a:pt x="10094" y="8780"/>
                  </a:cubicBezTo>
                  <a:lnTo>
                    <a:pt x="12460" y="10809"/>
                  </a:lnTo>
                  <a:lnTo>
                    <a:pt x="9267" y="11938"/>
                  </a:lnTo>
                  <a:lnTo>
                    <a:pt x="7477" y="10310"/>
                  </a:lnTo>
                  <a:lnTo>
                    <a:pt x="10262" y="10682"/>
                  </a:lnTo>
                  <a:cubicBezTo>
                    <a:pt x="10276" y="10685"/>
                    <a:pt x="10290" y="10687"/>
                    <a:pt x="10303" y="10687"/>
                  </a:cubicBezTo>
                  <a:cubicBezTo>
                    <a:pt x="10400" y="10687"/>
                    <a:pt x="10486" y="10612"/>
                    <a:pt x="10501" y="10514"/>
                  </a:cubicBezTo>
                  <a:cubicBezTo>
                    <a:pt x="10515" y="10398"/>
                    <a:pt x="10431" y="10296"/>
                    <a:pt x="10315" y="10289"/>
                  </a:cubicBezTo>
                  <a:lnTo>
                    <a:pt x="7284" y="9884"/>
                  </a:lnTo>
                  <a:lnTo>
                    <a:pt x="11075" y="5844"/>
                  </a:lnTo>
                  <a:cubicBezTo>
                    <a:pt x="11208" y="5697"/>
                    <a:pt x="11075" y="5506"/>
                    <a:pt x="10923" y="5506"/>
                  </a:cubicBezTo>
                  <a:cubicBezTo>
                    <a:pt x="10876" y="5506"/>
                    <a:pt x="10826" y="5525"/>
                    <a:pt x="10783" y="5570"/>
                  </a:cubicBezTo>
                  <a:lnTo>
                    <a:pt x="7069" y="9526"/>
                  </a:lnTo>
                  <a:lnTo>
                    <a:pt x="7069" y="7968"/>
                  </a:lnTo>
                  <a:lnTo>
                    <a:pt x="10484" y="3952"/>
                  </a:lnTo>
                  <a:lnTo>
                    <a:pt x="10765" y="4370"/>
                  </a:lnTo>
                  <a:cubicBezTo>
                    <a:pt x="10804" y="4429"/>
                    <a:pt x="10868" y="4460"/>
                    <a:pt x="10933" y="4460"/>
                  </a:cubicBezTo>
                  <a:cubicBezTo>
                    <a:pt x="10962" y="4460"/>
                    <a:pt x="10991" y="4454"/>
                    <a:pt x="11018" y="4441"/>
                  </a:cubicBezTo>
                  <a:lnTo>
                    <a:pt x="13104" y="3396"/>
                  </a:lnTo>
                  <a:close/>
                  <a:moveTo>
                    <a:pt x="6871" y="0"/>
                  </a:moveTo>
                  <a:cubicBezTo>
                    <a:pt x="6805" y="0"/>
                    <a:pt x="6739" y="33"/>
                    <a:pt x="6700" y="98"/>
                  </a:cubicBezTo>
                  <a:lnTo>
                    <a:pt x="5462" y="2155"/>
                  </a:lnTo>
                  <a:lnTo>
                    <a:pt x="4478" y="2352"/>
                  </a:lnTo>
                  <a:cubicBezTo>
                    <a:pt x="4372" y="2373"/>
                    <a:pt x="4302" y="2475"/>
                    <a:pt x="4319" y="2581"/>
                  </a:cubicBezTo>
                  <a:lnTo>
                    <a:pt x="4720" y="5056"/>
                  </a:lnTo>
                  <a:lnTo>
                    <a:pt x="3388" y="3488"/>
                  </a:lnTo>
                  <a:cubicBezTo>
                    <a:pt x="3349" y="3441"/>
                    <a:pt x="3293" y="3417"/>
                    <a:pt x="3237" y="3417"/>
                  </a:cubicBezTo>
                  <a:cubicBezTo>
                    <a:pt x="3172" y="3417"/>
                    <a:pt x="3107" y="3448"/>
                    <a:pt x="3068" y="3509"/>
                  </a:cubicBezTo>
                  <a:lnTo>
                    <a:pt x="2741" y="4001"/>
                  </a:lnTo>
                  <a:lnTo>
                    <a:pt x="332" y="2799"/>
                  </a:lnTo>
                  <a:cubicBezTo>
                    <a:pt x="302" y="2783"/>
                    <a:pt x="271" y="2776"/>
                    <a:pt x="241" y="2776"/>
                  </a:cubicBezTo>
                  <a:cubicBezTo>
                    <a:pt x="109" y="2776"/>
                    <a:pt x="1" y="2915"/>
                    <a:pt x="61" y="3055"/>
                  </a:cubicBezTo>
                  <a:lnTo>
                    <a:pt x="1077" y="5496"/>
                  </a:lnTo>
                  <a:lnTo>
                    <a:pt x="318" y="6255"/>
                  </a:lnTo>
                  <a:cubicBezTo>
                    <a:pt x="216" y="6357"/>
                    <a:pt x="251" y="6530"/>
                    <a:pt x="385" y="6582"/>
                  </a:cubicBezTo>
                  <a:lnTo>
                    <a:pt x="1278" y="6937"/>
                  </a:lnTo>
                  <a:lnTo>
                    <a:pt x="1123" y="7402"/>
                  </a:lnTo>
                  <a:cubicBezTo>
                    <a:pt x="1095" y="7493"/>
                    <a:pt x="1134" y="7595"/>
                    <a:pt x="1222" y="7641"/>
                  </a:cubicBezTo>
                  <a:lnTo>
                    <a:pt x="3163" y="8668"/>
                  </a:lnTo>
                  <a:lnTo>
                    <a:pt x="757" y="10732"/>
                  </a:lnTo>
                  <a:cubicBezTo>
                    <a:pt x="641" y="10830"/>
                    <a:pt x="676" y="11020"/>
                    <a:pt x="821" y="11073"/>
                  </a:cubicBezTo>
                  <a:lnTo>
                    <a:pt x="4453" y="12353"/>
                  </a:lnTo>
                  <a:cubicBezTo>
                    <a:pt x="4476" y="12361"/>
                    <a:pt x="4499" y="12365"/>
                    <a:pt x="4522" y="12365"/>
                  </a:cubicBezTo>
                  <a:cubicBezTo>
                    <a:pt x="4571" y="12365"/>
                    <a:pt x="4618" y="12347"/>
                    <a:pt x="4654" y="12314"/>
                  </a:cubicBezTo>
                  <a:lnTo>
                    <a:pt x="6668" y="10482"/>
                  </a:lnTo>
                  <a:lnTo>
                    <a:pt x="6668" y="13446"/>
                  </a:lnTo>
                  <a:cubicBezTo>
                    <a:pt x="6668" y="13580"/>
                    <a:pt x="6769" y="13647"/>
                    <a:pt x="6869" y="13647"/>
                  </a:cubicBezTo>
                  <a:cubicBezTo>
                    <a:pt x="6969" y="13647"/>
                    <a:pt x="7069" y="13580"/>
                    <a:pt x="7069" y="13446"/>
                  </a:cubicBezTo>
                  <a:lnTo>
                    <a:pt x="7069" y="10482"/>
                  </a:lnTo>
                  <a:lnTo>
                    <a:pt x="9084" y="12314"/>
                  </a:lnTo>
                  <a:cubicBezTo>
                    <a:pt x="9122" y="12347"/>
                    <a:pt x="9170" y="12365"/>
                    <a:pt x="9219" y="12365"/>
                  </a:cubicBezTo>
                  <a:cubicBezTo>
                    <a:pt x="9242" y="12365"/>
                    <a:pt x="9266" y="12361"/>
                    <a:pt x="9288" y="12353"/>
                  </a:cubicBezTo>
                  <a:lnTo>
                    <a:pt x="12921" y="11073"/>
                  </a:lnTo>
                  <a:cubicBezTo>
                    <a:pt x="13065" y="11020"/>
                    <a:pt x="13100" y="10830"/>
                    <a:pt x="12984" y="10732"/>
                  </a:cubicBezTo>
                  <a:lnTo>
                    <a:pt x="10575" y="8668"/>
                  </a:lnTo>
                  <a:lnTo>
                    <a:pt x="12520" y="7641"/>
                  </a:lnTo>
                  <a:cubicBezTo>
                    <a:pt x="12604" y="7595"/>
                    <a:pt x="12646" y="7493"/>
                    <a:pt x="12615" y="7402"/>
                  </a:cubicBezTo>
                  <a:lnTo>
                    <a:pt x="12460" y="6937"/>
                  </a:lnTo>
                  <a:lnTo>
                    <a:pt x="13353" y="6582"/>
                  </a:lnTo>
                  <a:cubicBezTo>
                    <a:pt x="13487" y="6530"/>
                    <a:pt x="13522" y="6357"/>
                    <a:pt x="13420" y="6255"/>
                  </a:cubicBezTo>
                  <a:lnTo>
                    <a:pt x="12661" y="5496"/>
                  </a:lnTo>
                  <a:lnTo>
                    <a:pt x="13680" y="3055"/>
                  </a:lnTo>
                  <a:cubicBezTo>
                    <a:pt x="13712" y="2978"/>
                    <a:pt x="13691" y="2886"/>
                    <a:pt x="13631" y="2830"/>
                  </a:cubicBezTo>
                  <a:cubicBezTo>
                    <a:pt x="13592" y="2795"/>
                    <a:pt x="13543" y="2777"/>
                    <a:pt x="13494" y="2777"/>
                  </a:cubicBezTo>
                  <a:cubicBezTo>
                    <a:pt x="13464" y="2777"/>
                    <a:pt x="13434" y="2784"/>
                    <a:pt x="13406" y="2799"/>
                  </a:cubicBezTo>
                  <a:lnTo>
                    <a:pt x="11001" y="4001"/>
                  </a:lnTo>
                  <a:lnTo>
                    <a:pt x="10670" y="3505"/>
                  </a:lnTo>
                  <a:cubicBezTo>
                    <a:pt x="10631" y="3447"/>
                    <a:pt x="10567" y="3417"/>
                    <a:pt x="10504" y="3417"/>
                  </a:cubicBezTo>
                  <a:cubicBezTo>
                    <a:pt x="10448" y="3417"/>
                    <a:pt x="10391" y="3440"/>
                    <a:pt x="10350" y="3488"/>
                  </a:cubicBezTo>
                  <a:lnTo>
                    <a:pt x="9084" y="4979"/>
                  </a:lnTo>
                  <a:lnTo>
                    <a:pt x="9629" y="2595"/>
                  </a:lnTo>
                  <a:cubicBezTo>
                    <a:pt x="9654" y="2482"/>
                    <a:pt x="9580" y="2370"/>
                    <a:pt x="9468" y="2352"/>
                  </a:cubicBezTo>
                  <a:lnTo>
                    <a:pt x="8276" y="2155"/>
                  </a:lnTo>
                  <a:lnTo>
                    <a:pt x="7045" y="98"/>
                  </a:lnTo>
                  <a:cubicBezTo>
                    <a:pt x="7004" y="33"/>
                    <a:pt x="6937" y="0"/>
                    <a:pt x="6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76" name="Google Shape;20876;p90"/>
          <p:cNvGrpSpPr/>
          <p:nvPr/>
        </p:nvGrpSpPr>
        <p:grpSpPr>
          <a:xfrm>
            <a:off x="5245867" y="2409781"/>
            <a:ext cx="347447" cy="374341"/>
            <a:chOff x="5245867" y="2409781"/>
            <a:chExt cx="347447" cy="374341"/>
          </a:xfrm>
        </p:grpSpPr>
        <p:sp>
          <p:nvSpPr>
            <p:cNvPr id="20877" name="Google Shape;20877;p90"/>
            <p:cNvSpPr/>
            <p:nvPr/>
          </p:nvSpPr>
          <p:spPr>
            <a:xfrm>
              <a:off x="5270035" y="2512324"/>
              <a:ext cx="127498" cy="66816"/>
            </a:xfrm>
            <a:custGeom>
              <a:rect b="b" l="l" r="r" t="t"/>
              <a:pathLst>
                <a:path extrusionOk="0" h="2549" w="4864">
                  <a:moveTo>
                    <a:pt x="3886" y="0"/>
                  </a:moveTo>
                  <a:lnTo>
                    <a:pt x="0" y="2201"/>
                  </a:lnTo>
                  <a:cubicBezTo>
                    <a:pt x="404" y="2449"/>
                    <a:pt x="848" y="2548"/>
                    <a:pt x="1292" y="2548"/>
                  </a:cubicBezTo>
                  <a:cubicBezTo>
                    <a:pt x="2018" y="2548"/>
                    <a:pt x="2745" y="2282"/>
                    <a:pt x="3299" y="1955"/>
                  </a:cubicBezTo>
                  <a:cubicBezTo>
                    <a:pt x="3907" y="1593"/>
                    <a:pt x="4347" y="1347"/>
                    <a:pt x="4863" y="1269"/>
                  </a:cubicBezTo>
                  <a:lnTo>
                    <a:pt x="3886"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8" name="Google Shape;20878;p90"/>
            <p:cNvSpPr/>
            <p:nvPr/>
          </p:nvSpPr>
          <p:spPr>
            <a:xfrm>
              <a:off x="5471976" y="2421262"/>
              <a:ext cx="94234" cy="65820"/>
            </a:xfrm>
            <a:custGeom>
              <a:rect b="b" l="l" r="r" t="t"/>
              <a:pathLst>
                <a:path extrusionOk="0" h="2511" w="3595">
                  <a:moveTo>
                    <a:pt x="1871" y="1"/>
                  </a:moveTo>
                  <a:cubicBezTo>
                    <a:pt x="701" y="1"/>
                    <a:pt x="1" y="292"/>
                    <a:pt x="1" y="292"/>
                  </a:cubicBezTo>
                  <a:lnTo>
                    <a:pt x="2424" y="2511"/>
                  </a:lnTo>
                  <a:lnTo>
                    <a:pt x="3433" y="780"/>
                  </a:lnTo>
                  <a:cubicBezTo>
                    <a:pt x="3595" y="503"/>
                    <a:pt x="3426" y="151"/>
                    <a:pt x="3109" y="105"/>
                  </a:cubicBezTo>
                  <a:cubicBezTo>
                    <a:pt x="2655" y="30"/>
                    <a:pt x="2240" y="1"/>
                    <a:pt x="187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9" name="Google Shape;20879;p90"/>
            <p:cNvSpPr/>
            <p:nvPr/>
          </p:nvSpPr>
          <p:spPr>
            <a:xfrm>
              <a:off x="5251293" y="2415312"/>
              <a:ext cx="333528" cy="359662"/>
            </a:xfrm>
            <a:custGeom>
              <a:rect b="b" l="l" r="r" t="t"/>
              <a:pathLst>
                <a:path extrusionOk="0" h="13721" w="12724">
                  <a:moveTo>
                    <a:pt x="6285" y="1"/>
                  </a:moveTo>
                  <a:cubicBezTo>
                    <a:pt x="5162" y="1"/>
                    <a:pt x="3785" y="372"/>
                    <a:pt x="3043" y="965"/>
                  </a:cubicBezTo>
                  <a:cubicBezTo>
                    <a:pt x="1816" y="1943"/>
                    <a:pt x="1605" y="2811"/>
                    <a:pt x="1587" y="3247"/>
                  </a:cubicBezTo>
                  <a:cubicBezTo>
                    <a:pt x="1577" y="3444"/>
                    <a:pt x="1478" y="3627"/>
                    <a:pt x="1317" y="3747"/>
                  </a:cubicBezTo>
                  <a:cubicBezTo>
                    <a:pt x="300" y="4517"/>
                    <a:pt x="37" y="5139"/>
                    <a:pt x="15" y="5547"/>
                  </a:cubicBezTo>
                  <a:cubicBezTo>
                    <a:pt x="0" y="5805"/>
                    <a:pt x="215" y="6002"/>
                    <a:pt x="459" y="6002"/>
                  </a:cubicBezTo>
                  <a:cubicBezTo>
                    <a:pt x="499" y="6002"/>
                    <a:pt x="538" y="5997"/>
                    <a:pt x="578" y="5987"/>
                  </a:cubicBezTo>
                  <a:cubicBezTo>
                    <a:pt x="2287" y="5537"/>
                    <a:pt x="3574" y="4640"/>
                    <a:pt x="4186" y="4148"/>
                  </a:cubicBezTo>
                  <a:cubicBezTo>
                    <a:pt x="4270" y="4078"/>
                    <a:pt x="4370" y="4045"/>
                    <a:pt x="4469" y="4045"/>
                  </a:cubicBezTo>
                  <a:cubicBezTo>
                    <a:pt x="4611" y="4045"/>
                    <a:pt x="4751" y="4114"/>
                    <a:pt x="4836" y="4243"/>
                  </a:cubicBezTo>
                  <a:cubicBezTo>
                    <a:pt x="5775" y="5695"/>
                    <a:pt x="7435" y="6205"/>
                    <a:pt x="8434" y="6384"/>
                  </a:cubicBezTo>
                  <a:lnTo>
                    <a:pt x="8437" y="6416"/>
                  </a:lnTo>
                  <a:cubicBezTo>
                    <a:pt x="8666" y="6739"/>
                    <a:pt x="8835" y="7105"/>
                    <a:pt x="8930" y="7492"/>
                  </a:cubicBezTo>
                  <a:cubicBezTo>
                    <a:pt x="9457" y="9640"/>
                    <a:pt x="7847" y="11560"/>
                    <a:pt x="5782" y="11560"/>
                  </a:cubicBezTo>
                  <a:cubicBezTo>
                    <a:pt x="5371" y="11560"/>
                    <a:pt x="4872" y="11539"/>
                    <a:pt x="4443" y="11497"/>
                  </a:cubicBezTo>
                  <a:lnTo>
                    <a:pt x="2495" y="10424"/>
                  </a:lnTo>
                  <a:cubicBezTo>
                    <a:pt x="2476" y="10414"/>
                    <a:pt x="2457" y="10409"/>
                    <a:pt x="2438" y="10409"/>
                  </a:cubicBezTo>
                  <a:cubicBezTo>
                    <a:pt x="2366" y="10409"/>
                    <a:pt x="2305" y="10482"/>
                    <a:pt x="2336" y="10558"/>
                  </a:cubicBezTo>
                  <a:cubicBezTo>
                    <a:pt x="2473" y="10910"/>
                    <a:pt x="2762" y="11515"/>
                    <a:pt x="3258" y="11919"/>
                  </a:cubicBezTo>
                  <a:cubicBezTo>
                    <a:pt x="3363" y="12003"/>
                    <a:pt x="3370" y="12158"/>
                    <a:pt x="3279" y="12250"/>
                  </a:cubicBezTo>
                  <a:cubicBezTo>
                    <a:pt x="2899" y="12633"/>
                    <a:pt x="2589" y="13076"/>
                    <a:pt x="2364" y="13561"/>
                  </a:cubicBezTo>
                  <a:cubicBezTo>
                    <a:pt x="2328" y="13641"/>
                    <a:pt x="2389" y="13720"/>
                    <a:pt x="2464" y="13720"/>
                  </a:cubicBezTo>
                  <a:cubicBezTo>
                    <a:pt x="2482" y="13720"/>
                    <a:pt x="2501" y="13715"/>
                    <a:pt x="2519" y="13705"/>
                  </a:cubicBezTo>
                  <a:lnTo>
                    <a:pt x="4678" y="12513"/>
                  </a:lnTo>
                  <a:cubicBezTo>
                    <a:pt x="5255" y="12555"/>
                    <a:pt x="5895" y="12573"/>
                    <a:pt x="6187" y="12573"/>
                  </a:cubicBezTo>
                  <a:cubicBezTo>
                    <a:pt x="6189" y="12573"/>
                    <a:pt x="6191" y="12573"/>
                    <a:pt x="6193" y="12573"/>
                  </a:cubicBezTo>
                  <a:cubicBezTo>
                    <a:pt x="9840" y="12573"/>
                    <a:pt x="12724" y="9476"/>
                    <a:pt x="12464" y="5839"/>
                  </a:cubicBezTo>
                  <a:cubicBezTo>
                    <a:pt x="12249" y="2713"/>
                    <a:pt x="9696" y="188"/>
                    <a:pt x="6567" y="9"/>
                  </a:cubicBezTo>
                  <a:cubicBezTo>
                    <a:pt x="6475" y="3"/>
                    <a:pt x="6381" y="1"/>
                    <a:pt x="6285"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0" name="Google Shape;20880;p90"/>
            <p:cNvSpPr/>
            <p:nvPr/>
          </p:nvSpPr>
          <p:spPr>
            <a:xfrm>
              <a:off x="5251293" y="2465089"/>
              <a:ext cx="342021" cy="309884"/>
            </a:xfrm>
            <a:custGeom>
              <a:rect b="b" l="l" r="r" t="t"/>
              <a:pathLst>
                <a:path extrusionOk="0" h="11822" w="13048">
                  <a:moveTo>
                    <a:pt x="6124" y="0"/>
                  </a:moveTo>
                  <a:cubicBezTo>
                    <a:pt x="4178" y="0"/>
                    <a:pt x="2355" y="941"/>
                    <a:pt x="1317" y="1844"/>
                  </a:cubicBezTo>
                  <a:cubicBezTo>
                    <a:pt x="300" y="2618"/>
                    <a:pt x="40" y="3240"/>
                    <a:pt x="15" y="3648"/>
                  </a:cubicBezTo>
                  <a:cubicBezTo>
                    <a:pt x="0" y="3906"/>
                    <a:pt x="218" y="4103"/>
                    <a:pt x="461" y="4103"/>
                  </a:cubicBezTo>
                  <a:cubicBezTo>
                    <a:pt x="499" y="4103"/>
                    <a:pt x="539" y="4098"/>
                    <a:pt x="578" y="4088"/>
                  </a:cubicBezTo>
                  <a:cubicBezTo>
                    <a:pt x="2291" y="3638"/>
                    <a:pt x="3574" y="2741"/>
                    <a:pt x="4189" y="2249"/>
                  </a:cubicBezTo>
                  <a:cubicBezTo>
                    <a:pt x="4272" y="2179"/>
                    <a:pt x="4371" y="2146"/>
                    <a:pt x="4469" y="2146"/>
                  </a:cubicBezTo>
                  <a:cubicBezTo>
                    <a:pt x="4611" y="2146"/>
                    <a:pt x="4751" y="2215"/>
                    <a:pt x="4836" y="2344"/>
                  </a:cubicBezTo>
                  <a:cubicBezTo>
                    <a:pt x="5775" y="3796"/>
                    <a:pt x="7435" y="4306"/>
                    <a:pt x="8434" y="4485"/>
                  </a:cubicBezTo>
                  <a:lnTo>
                    <a:pt x="8437" y="4517"/>
                  </a:lnTo>
                  <a:cubicBezTo>
                    <a:pt x="8669" y="4840"/>
                    <a:pt x="8835" y="5206"/>
                    <a:pt x="8930" y="5593"/>
                  </a:cubicBezTo>
                  <a:cubicBezTo>
                    <a:pt x="9457" y="7741"/>
                    <a:pt x="7847" y="9661"/>
                    <a:pt x="5786" y="9661"/>
                  </a:cubicBezTo>
                  <a:cubicBezTo>
                    <a:pt x="5375" y="9661"/>
                    <a:pt x="4872" y="9640"/>
                    <a:pt x="4446" y="9598"/>
                  </a:cubicBezTo>
                  <a:lnTo>
                    <a:pt x="2495" y="8525"/>
                  </a:lnTo>
                  <a:cubicBezTo>
                    <a:pt x="2476" y="8515"/>
                    <a:pt x="2457" y="8510"/>
                    <a:pt x="2439" y="8510"/>
                  </a:cubicBezTo>
                  <a:cubicBezTo>
                    <a:pt x="2367" y="8510"/>
                    <a:pt x="2308" y="8583"/>
                    <a:pt x="2336" y="8659"/>
                  </a:cubicBezTo>
                  <a:cubicBezTo>
                    <a:pt x="2473" y="9011"/>
                    <a:pt x="2762" y="9616"/>
                    <a:pt x="3261" y="10020"/>
                  </a:cubicBezTo>
                  <a:cubicBezTo>
                    <a:pt x="3363" y="10104"/>
                    <a:pt x="3370" y="10259"/>
                    <a:pt x="3279" y="10351"/>
                  </a:cubicBezTo>
                  <a:cubicBezTo>
                    <a:pt x="2902" y="10734"/>
                    <a:pt x="2593" y="11177"/>
                    <a:pt x="2364" y="11662"/>
                  </a:cubicBezTo>
                  <a:cubicBezTo>
                    <a:pt x="2328" y="11742"/>
                    <a:pt x="2391" y="11821"/>
                    <a:pt x="2465" y="11821"/>
                  </a:cubicBezTo>
                  <a:cubicBezTo>
                    <a:pt x="2483" y="11821"/>
                    <a:pt x="2502" y="11816"/>
                    <a:pt x="2519" y="11806"/>
                  </a:cubicBezTo>
                  <a:lnTo>
                    <a:pt x="4678" y="10614"/>
                  </a:lnTo>
                  <a:cubicBezTo>
                    <a:pt x="5258" y="10656"/>
                    <a:pt x="5898" y="10674"/>
                    <a:pt x="6190" y="10674"/>
                  </a:cubicBezTo>
                  <a:cubicBezTo>
                    <a:pt x="6199" y="10674"/>
                    <a:pt x="6207" y="10674"/>
                    <a:pt x="6216" y="10674"/>
                  </a:cubicBezTo>
                  <a:cubicBezTo>
                    <a:pt x="7051" y="10674"/>
                    <a:pt x="7879" y="10502"/>
                    <a:pt x="8652" y="10175"/>
                  </a:cubicBezTo>
                  <a:cubicBezTo>
                    <a:pt x="13047" y="7460"/>
                    <a:pt x="11377" y="2337"/>
                    <a:pt x="9155" y="891"/>
                  </a:cubicBezTo>
                  <a:cubicBezTo>
                    <a:pt x="8172" y="252"/>
                    <a:pt x="7132" y="0"/>
                    <a:pt x="6124"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1" name="Google Shape;20881;p90"/>
            <p:cNvSpPr/>
            <p:nvPr/>
          </p:nvSpPr>
          <p:spPr>
            <a:xfrm>
              <a:off x="5367729" y="2495575"/>
              <a:ext cx="186450" cy="227891"/>
            </a:xfrm>
            <a:custGeom>
              <a:rect b="b" l="l" r="r" t="t"/>
              <a:pathLst>
                <a:path extrusionOk="0" h="8694" w="7113">
                  <a:moveTo>
                    <a:pt x="3088" y="0"/>
                  </a:moveTo>
                  <a:cubicBezTo>
                    <a:pt x="2990" y="0"/>
                    <a:pt x="2909" y="94"/>
                    <a:pt x="2933" y="196"/>
                  </a:cubicBezTo>
                  <a:cubicBezTo>
                    <a:pt x="3257" y="1606"/>
                    <a:pt x="5040" y="1870"/>
                    <a:pt x="4832" y="3319"/>
                  </a:cubicBezTo>
                  <a:cubicBezTo>
                    <a:pt x="4826" y="3372"/>
                    <a:pt x="4777" y="3410"/>
                    <a:pt x="4723" y="3410"/>
                  </a:cubicBezTo>
                  <a:cubicBezTo>
                    <a:pt x="4721" y="3410"/>
                    <a:pt x="4719" y="3410"/>
                    <a:pt x="4716" y="3410"/>
                  </a:cubicBezTo>
                  <a:cubicBezTo>
                    <a:pt x="4576" y="3399"/>
                    <a:pt x="4298" y="3371"/>
                    <a:pt x="3964" y="3315"/>
                  </a:cubicBezTo>
                  <a:lnTo>
                    <a:pt x="3964" y="3315"/>
                  </a:lnTo>
                  <a:cubicBezTo>
                    <a:pt x="4203" y="3653"/>
                    <a:pt x="4382" y="4029"/>
                    <a:pt x="4488" y="4426"/>
                  </a:cubicBezTo>
                  <a:cubicBezTo>
                    <a:pt x="5015" y="6575"/>
                    <a:pt x="3405" y="8498"/>
                    <a:pt x="1340" y="8498"/>
                  </a:cubicBezTo>
                  <a:cubicBezTo>
                    <a:pt x="929" y="8498"/>
                    <a:pt x="430" y="8474"/>
                    <a:pt x="1" y="8435"/>
                  </a:cubicBezTo>
                  <a:lnTo>
                    <a:pt x="1" y="8435"/>
                  </a:lnTo>
                  <a:cubicBezTo>
                    <a:pt x="662" y="8612"/>
                    <a:pt x="1273" y="8693"/>
                    <a:pt x="1831" y="8693"/>
                  </a:cubicBezTo>
                  <a:cubicBezTo>
                    <a:pt x="5811" y="8693"/>
                    <a:pt x="7113" y="4565"/>
                    <a:pt x="5293" y="1768"/>
                  </a:cubicBezTo>
                  <a:cubicBezTo>
                    <a:pt x="4853" y="1096"/>
                    <a:pt x="4270" y="537"/>
                    <a:pt x="3556" y="168"/>
                  </a:cubicBezTo>
                  <a:cubicBezTo>
                    <a:pt x="3422" y="98"/>
                    <a:pt x="3278" y="45"/>
                    <a:pt x="3130" y="6"/>
                  </a:cubicBezTo>
                  <a:cubicBezTo>
                    <a:pt x="3116" y="2"/>
                    <a:pt x="3102" y="0"/>
                    <a:pt x="308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2" name="Google Shape;20882;p90"/>
            <p:cNvSpPr/>
            <p:nvPr/>
          </p:nvSpPr>
          <p:spPr>
            <a:xfrm>
              <a:off x="5351320" y="2473792"/>
              <a:ext cx="23434" cy="29332"/>
            </a:xfrm>
            <a:custGeom>
              <a:rect b="b" l="l" r="r" t="t"/>
              <a:pathLst>
                <a:path extrusionOk="0" h="1119" w="894">
                  <a:moveTo>
                    <a:pt x="447" y="0"/>
                  </a:moveTo>
                  <a:cubicBezTo>
                    <a:pt x="201" y="0"/>
                    <a:pt x="1" y="201"/>
                    <a:pt x="1" y="450"/>
                  </a:cubicBezTo>
                  <a:lnTo>
                    <a:pt x="1" y="672"/>
                  </a:lnTo>
                  <a:cubicBezTo>
                    <a:pt x="1" y="918"/>
                    <a:pt x="201" y="1118"/>
                    <a:pt x="447" y="1118"/>
                  </a:cubicBezTo>
                  <a:cubicBezTo>
                    <a:pt x="693" y="1118"/>
                    <a:pt x="894" y="918"/>
                    <a:pt x="894" y="672"/>
                  </a:cubicBezTo>
                  <a:lnTo>
                    <a:pt x="894" y="450"/>
                  </a:lnTo>
                  <a:cubicBezTo>
                    <a:pt x="894" y="201"/>
                    <a:pt x="693"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3" name="Google Shape;20883;p90"/>
            <p:cNvSpPr/>
            <p:nvPr/>
          </p:nvSpPr>
          <p:spPr>
            <a:xfrm>
              <a:off x="5357139" y="2479690"/>
              <a:ext cx="11822" cy="11717"/>
            </a:xfrm>
            <a:custGeom>
              <a:rect b="b" l="l" r="r" t="t"/>
              <a:pathLst>
                <a:path extrusionOk="0" h="447" w="451">
                  <a:moveTo>
                    <a:pt x="225" y="0"/>
                  </a:moveTo>
                  <a:cubicBezTo>
                    <a:pt x="102" y="0"/>
                    <a:pt x="0" y="99"/>
                    <a:pt x="0" y="225"/>
                  </a:cubicBezTo>
                  <a:cubicBezTo>
                    <a:pt x="0" y="348"/>
                    <a:pt x="102" y="447"/>
                    <a:pt x="225" y="447"/>
                  </a:cubicBezTo>
                  <a:cubicBezTo>
                    <a:pt x="348" y="447"/>
                    <a:pt x="450" y="348"/>
                    <a:pt x="450" y="225"/>
                  </a:cubicBezTo>
                  <a:cubicBezTo>
                    <a:pt x="450" y="99"/>
                    <a:pt x="348"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4" name="Google Shape;20884;p90"/>
            <p:cNvSpPr/>
            <p:nvPr/>
          </p:nvSpPr>
          <p:spPr>
            <a:xfrm>
              <a:off x="5245867" y="2409781"/>
              <a:ext cx="344852" cy="374341"/>
            </a:xfrm>
            <a:custGeom>
              <a:rect b="b" l="l" r="r" t="t"/>
              <a:pathLst>
                <a:path extrusionOk="0" h="14281" w="13156">
                  <a:moveTo>
                    <a:pt x="10479" y="665"/>
                  </a:moveTo>
                  <a:cubicBezTo>
                    <a:pt x="10835" y="665"/>
                    <a:pt x="11246" y="688"/>
                    <a:pt x="11707" y="751"/>
                  </a:cubicBezTo>
                  <a:cubicBezTo>
                    <a:pt x="11879" y="772"/>
                    <a:pt x="11971" y="962"/>
                    <a:pt x="11883" y="1109"/>
                  </a:cubicBezTo>
                  <a:lnTo>
                    <a:pt x="11243" y="2175"/>
                  </a:lnTo>
                  <a:cubicBezTo>
                    <a:pt x="11155" y="2076"/>
                    <a:pt x="11060" y="1978"/>
                    <a:pt x="10965" y="1880"/>
                  </a:cubicBezTo>
                  <a:cubicBezTo>
                    <a:pt x="10505" y="1426"/>
                    <a:pt x="9981" y="1043"/>
                    <a:pt x="9411" y="740"/>
                  </a:cubicBezTo>
                  <a:cubicBezTo>
                    <a:pt x="9675" y="701"/>
                    <a:pt x="10034" y="665"/>
                    <a:pt x="10479" y="665"/>
                  </a:cubicBezTo>
                  <a:close/>
                  <a:moveTo>
                    <a:pt x="4674" y="4467"/>
                  </a:moveTo>
                  <a:cubicBezTo>
                    <a:pt x="4688" y="4467"/>
                    <a:pt x="4703" y="4468"/>
                    <a:pt x="4716" y="4471"/>
                  </a:cubicBezTo>
                  <a:cubicBezTo>
                    <a:pt x="4780" y="4478"/>
                    <a:pt x="4836" y="4517"/>
                    <a:pt x="4871" y="4570"/>
                  </a:cubicBezTo>
                  <a:cubicBezTo>
                    <a:pt x="5008" y="4781"/>
                    <a:pt x="5163" y="4981"/>
                    <a:pt x="5335" y="5164"/>
                  </a:cubicBezTo>
                  <a:cubicBezTo>
                    <a:pt x="4952" y="5273"/>
                    <a:pt x="4586" y="5466"/>
                    <a:pt x="4094" y="5741"/>
                  </a:cubicBezTo>
                  <a:cubicBezTo>
                    <a:pt x="3583" y="6027"/>
                    <a:pt x="2923" y="6251"/>
                    <a:pt x="2274" y="6251"/>
                  </a:cubicBezTo>
                  <a:cubicBezTo>
                    <a:pt x="2049" y="6251"/>
                    <a:pt x="1824" y="6223"/>
                    <a:pt x="1608" y="6163"/>
                  </a:cubicBezTo>
                  <a:cubicBezTo>
                    <a:pt x="2663" y="5776"/>
                    <a:pt x="3647" y="5224"/>
                    <a:pt x="4527" y="4520"/>
                  </a:cubicBezTo>
                  <a:cubicBezTo>
                    <a:pt x="4568" y="4487"/>
                    <a:pt x="4621" y="4467"/>
                    <a:pt x="4674" y="4467"/>
                  </a:cubicBezTo>
                  <a:close/>
                  <a:moveTo>
                    <a:pt x="6494" y="419"/>
                  </a:moveTo>
                  <a:cubicBezTo>
                    <a:pt x="6586" y="419"/>
                    <a:pt x="6677" y="422"/>
                    <a:pt x="6767" y="427"/>
                  </a:cubicBezTo>
                  <a:cubicBezTo>
                    <a:pt x="8683" y="543"/>
                    <a:pt x="10431" y="1556"/>
                    <a:pt x="11482" y="3160"/>
                  </a:cubicBezTo>
                  <a:cubicBezTo>
                    <a:pt x="12534" y="4767"/>
                    <a:pt x="12769" y="6771"/>
                    <a:pt x="12115" y="8575"/>
                  </a:cubicBezTo>
                  <a:cubicBezTo>
                    <a:pt x="11239" y="10977"/>
                    <a:pt x="8957" y="12577"/>
                    <a:pt x="6401" y="12577"/>
                  </a:cubicBezTo>
                  <a:cubicBezTo>
                    <a:pt x="6095" y="12577"/>
                    <a:pt x="5451" y="12552"/>
                    <a:pt x="4906" y="12517"/>
                  </a:cubicBezTo>
                  <a:cubicBezTo>
                    <a:pt x="4900" y="12516"/>
                    <a:pt x="4893" y="12516"/>
                    <a:pt x="4886" y="12516"/>
                  </a:cubicBezTo>
                  <a:cubicBezTo>
                    <a:pt x="4852" y="12516"/>
                    <a:pt x="4820" y="12524"/>
                    <a:pt x="4790" y="12541"/>
                  </a:cubicBezTo>
                  <a:lnTo>
                    <a:pt x="2913" y="13579"/>
                  </a:lnTo>
                  <a:cubicBezTo>
                    <a:pt x="3106" y="13224"/>
                    <a:pt x="3352" y="12897"/>
                    <a:pt x="3637" y="12608"/>
                  </a:cubicBezTo>
                  <a:cubicBezTo>
                    <a:pt x="3725" y="12524"/>
                    <a:pt x="3771" y="12404"/>
                    <a:pt x="3764" y="12285"/>
                  </a:cubicBezTo>
                  <a:cubicBezTo>
                    <a:pt x="3756" y="12162"/>
                    <a:pt x="3700" y="12046"/>
                    <a:pt x="3605" y="11968"/>
                  </a:cubicBezTo>
                  <a:cubicBezTo>
                    <a:pt x="3250" y="11680"/>
                    <a:pt x="3007" y="11272"/>
                    <a:pt x="2856" y="10952"/>
                  </a:cubicBezTo>
                  <a:lnTo>
                    <a:pt x="2856" y="10952"/>
                  </a:lnTo>
                  <a:lnTo>
                    <a:pt x="4558" y="11891"/>
                  </a:lnTo>
                  <a:cubicBezTo>
                    <a:pt x="4579" y="11901"/>
                    <a:pt x="4604" y="11912"/>
                    <a:pt x="4629" y="11915"/>
                  </a:cubicBezTo>
                  <a:cubicBezTo>
                    <a:pt x="5100" y="11982"/>
                    <a:pt x="5574" y="12017"/>
                    <a:pt x="6049" y="12021"/>
                  </a:cubicBezTo>
                  <a:cubicBezTo>
                    <a:pt x="7016" y="12021"/>
                    <a:pt x="7857" y="11859"/>
                    <a:pt x="8567" y="11536"/>
                  </a:cubicBezTo>
                  <a:cubicBezTo>
                    <a:pt x="9481" y="11121"/>
                    <a:pt x="10163" y="10432"/>
                    <a:pt x="10543" y="9538"/>
                  </a:cubicBezTo>
                  <a:cubicBezTo>
                    <a:pt x="10948" y="8596"/>
                    <a:pt x="11007" y="7460"/>
                    <a:pt x="10708" y="6338"/>
                  </a:cubicBezTo>
                  <a:cubicBezTo>
                    <a:pt x="10424" y="5255"/>
                    <a:pt x="9822" y="4292"/>
                    <a:pt x="9063" y="3691"/>
                  </a:cubicBezTo>
                  <a:cubicBezTo>
                    <a:pt x="9019" y="3654"/>
                    <a:pt x="8973" y="3638"/>
                    <a:pt x="8930" y="3638"/>
                  </a:cubicBezTo>
                  <a:cubicBezTo>
                    <a:pt x="8757" y="3638"/>
                    <a:pt x="8623" y="3883"/>
                    <a:pt x="8803" y="4021"/>
                  </a:cubicBezTo>
                  <a:cubicBezTo>
                    <a:pt x="9495" y="4566"/>
                    <a:pt x="10040" y="5449"/>
                    <a:pt x="10304" y="6444"/>
                  </a:cubicBezTo>
                  <a:cubicBezTo>
                    <a:pt x="10578" y="7478"/>
                    <a:pt x="10526" y="8519"/>
                    <a:pt x="10160" y="9373"/>
                  </a:cubicBezTo>
                  <a:cubicBezTo>
                    <a:pt x="9770" y="10287"/>
                    <a:pt x="9059" y="10927"/>
                    <a:pt x="8082" y="11282"/>
                  </a:cubicBezTo>
                  <a:cubicBezTo>
                    <a:pt x="8317" y="11100"/>
                    <a:pt x="8532" y="10889"/>
                    <a:pt x="8718" y="10653"/>
                  </a:cubicBezTo>
                  <a:cubicBezTo>
                    <a:pt x="9376" y="9813"/>
                    <a:pt x="9608" y="8715"/>
                    <a:pt x="9344" y="7650"/>
                  </a:cubicBezTo>
                  <a:cubicBezTo>
                    <a:pt x="9277" y="7379"/>
                    <a:pt x="9175" y="7116"/>
                    <a:pt x="9045" y="6866"/>
                  </a:cubicBezTo>
                  <a:lnTo>
                    <a:pt x="9045" y="6866"/>
                  </a:lnTo>
                  <a:cubicBezTo>
                    <a:pt x="9295" y="6894"/>
                    <a:pt x="9450" y="6901"/>
                    <a:pt x="9464" y="6901"/>
                  </a:cubicBezTo>
                  <a:cubicBezTo>
                    <a:pt x="9566" y="6901"/>
                    <a:pt x="9654" y="6831"/>
                    <a:pt x="9675" y="6732"/>
                  </a:cubicBezTo>
                  <a:cubicBezTo>
                    <a:pt x="9868" y="5758"/>
                    <a:pt x="9295" y="5238"/>
                    <a:pt x="8739" y="4738"/>
                  </a:cubicBezTo>
                  <a:cubicBezTo>
                    <a:pt x="8338" y="4373"/>
                    <a:pt x="7952" y="4025"/>
                    <a:pt x="7804" y="3497"/>
                  </a:cubicBezTo>
                  <a:lnTo>
                    <a:pt x="7804" y="3497"/>
                  </a:lnTo>
                  <a:cubicBezTo>
                    <a:pt x="7892" y="3522"/>
                    <a:pt x="7976" y="3550"/>
                    <a:pt x="8061" y="3585"/>
                  </a:cubicBezTo>
                  <a:cubicBezTo>
                    <a:pt x="8089" y="3596"/>
                    <a:pt x="8117" y="3601"/>
                    <a:pt x="8143" y="3601"/>
                  </a:cubicBezTo>
                  <a:cubicBezTo>
                    <a:pt x="8346" y="3601"/>
                    <a:pt x="8440" y="3288"/>
                    <a:pt x="8215" y="3195"/>
                  </a:cubicBezTo>
                  <a:cubicBezTo>
                    <a:pt x="8008" y="3114"/>
                    <a:pt x="7793" y="3054"/>
                    <a:pt x="7575" y="3019"/>
                  </a:cubicBezTo>
                  <a:cubicBezTo>
                    <a:pt x="7564" y="3017"/>
                    <a:pt x="7553" y="3016"/>
                    <a:pt x="7542" y="3016"/>
                  </a:cubicBezTo>
                  <a:cubicBezTo>
                    <a:pt x="7420" y="3016"/>
                    <a:pt x="7320" y="3121"/>
                    <a:pt x="7333" y="3247"/>
                  </a:cubicBezTo>
                  <a:cubicBezTo>
                    <a:pt x="7421" y="4109"/>
                    <a:pt x="7973" y="4612"/>
                    <a:pt x="8461" y="5051"/>
                  </a:cubicBezTo>
                  <a:cubicBezTo>
                    <a:pt x="8947" y="5491"/>
                    <a:pt x="9341" y="5846"/>
                    <a:pt x="9291" y="6472"/>
                  </a:cubicBezTo>
                  <a:cubicBezTo>
                    <a:pt x="8630" y="6416"/>
                    <a:pt x="6359" y="6096"/>
                    <a:pt x="5226" y="4341"/>
                  </a:cubicBezTo>
                  <a:cubicBezTo>
                    <a:pt x="5128" y="4190"/>
                    <a:pt x="4970" y="4084"/>
                    <a:pt x="4787" y="4056"/>
                  </a:cubicBezTo>
                  <a:cubicBezTo>
                    <a:pt x="4753" y="4051"/>
                    <a:pt x="4719" y="4048"/>
                    <a:pt x="4685" y="4048"/>
                  </a:cubicBezTo>
                  <a:cubicBezTo>
                    <a:pt x="4536" y="4048"/>
                    <a:pt x="4388" y="4099"/>
                    <a:pt x="4270" y="4193"/>
                  </a:cubicBezTo>
                  <a:cubicBezTo>
                    <a:pt x="3669" y="4679"/>
                    <a:pt x="2410" y="5558"/>
                    <a:pt x="739" y="5997"/>
                  </a:cubicBezTo>
                  <a:cubicBezTo>
                    <a:pt x="718" y="6003"/>
                    <a:pt x="696" y="6006"/>
                    <a:pt x="674" y="6006"/>
                  </a:cubicBezTo>
                  <a:cubicBezTo>
                    <a:pt x="617" y="6006"/>
                    <a:pt x="561" y="5986"/>
                    <a:pt x="518" y="5948"/>
                  </a:cubicBezTo>
                  <a:cubicBezTo>
                    <a:pt x="462" y="5902"/>
                    <a:pt x="430" y="5832"/>
                    <a:pt x="437" y="5758"/>
                  </a:cubicBezTo>
                  <a:cubicBezTo>
                    <a:pt x="462" y="5414"/>
                    <a:pt x="694" y="4851"/>
                    <a:pt x="1657" y="4123"/>
                  </a:cubicBezTo>
                  <a:cubicBezTo>
                    <a:pt x="1865" y="3968"/>
                    <a:pt x="1995" y="3726"/>
                    <a:pt x="2009" y="3465"/>
                  </a:cubicBezTo>
                  <a:cubicBezTo>
                    <a:pt x="2023" y="3068"/>
                    <a:pt x="2223" y="2266"/>
                    <a:pt x="3384" y="1338"/>
                  </a:cubicBezTo>
                  <a:cubicBezTo>
                    <a:pt x="4056" y="802"/>
                    <a:pt x="5376" y="419"/>
                    <a:pt x="6494" y="419"/>
                  </a:cubicBezTo>
                  <a:close/>
                  <a:moveTo>
                    <a:pt x="6497" y="1"/>
                  </a:moveTo>
                  <a:cubicBezTo>
                    <a:pt x="5277" y="1"/>
                    <a:pt x="3869" y="416"/>
                    <a:pt x="3120" y="1014"/>
                  </a:cubicBezTo>
                  <a:cubicBezTo>
                    <a:pt x="1826" y="2045"/>
                    <a:pt x="1604" y="2984"/>
                    <a:pt x="1587" y="3451"/>
                  </a:cubicBezTo>
                  <a:cubicBezTo>
                    <a:pt x="1576" y="3585"/>
                    <a:pt x="1509" y="3712"/>
                    <a:pt x="1400" y="3792"/>
                  </a:cubicBezTo>
                  <a:cubicBezTo>
                    <a:pt x="528" y="4450"/>
                    <a:pt x="61" y="5104"/>
                    <a:pt x="15" y="5727"/>
                  </a:cubicBezTo>
                  <a:cubicBezTo>
                    <a:pt x="1" y="5934"/>
                    <a:pt x="85" y="6138"/>
                    <a:pt x="247" y="6272"/>
                  </a:cubicBezTo>
                  <a:cubicBezTo>
                    <a:pt x="369" y="6370"/>
                    <a:pt x="521" y="6422"/>
                    <a:pt x="675" y="6422"/>
                  </a:cubicBezTo>
                  <a:cubicBezTo>
                    <a:pt x="731" y="6422"/>
                    <a:pt x="786" y="6416"/>
                    <a:pt x="841" y="6402"/>
                  </a:cubicBezTo>
                  <a:cubicBezTo>
                    <a:pt x="891" y="6388"/>
                    <a:pt x="940" y="6374"/>
                    <a:pt x="989" y="6359"/>
                  </a:cubicBezTo>
                  <a:cubicBezTo>
                    <a:pt x="1374" y="6564"/>
                    <a:pt x="1798" y="6669"/>
                    <a:pt x="2231" y="6669"/>
                  </a:cubicBezTo>
                  <a:cubicBezTo>
                    <a:pt x="2245" y="6669"/>
                    <a:pt x="2259" y="6669"/>
                    <a:pt x="2273" y="6669"/>
                  </a:cubicBezTo>
                  <a:cubicBezTo>
                    <a:pt x="3004" y="6669"/>
                    <a:pt x="3735" y="6423"/>
                    <a:pt x="4298" y="6110"/>
                  </a:cubicBezTo>
                  <a:cubicBezTo>
                    <a:pt x="4878" y="5786"/>
                    <a:pt x="5265" y="5582"/>
                    <a:pt x="5705" y="5516"/>
                  </a:cubicBezTo>
                  <a:cubicBezTo>
                    <a:pt x="6250" y="5983"/>
                    <a:pt x="6932" y="6345"/>
                    <a:pt x="7723" y="6592"/>
                  </a:cubicBezTo>
                  <a:cubicBezTo>
                    <a:pt x="7976" y="6669"/>
                    <a:pt x="8240" y="6736"/>
                    <a:pt x="8504" y="6785"/>
                  </a:cubicBezTo>
                  <a:cubicBezTo>
                    <a:pt x="8704" y="7080"/>
                    <a:pt x="8852" y="7407"/>
                    <a:pt x="8936" y="7752"/>
                  </a:cubicBezTo>
                  <a:cubicBezTo>
                    <a:pt x="9168" y="8694"/>
                    <a:pt x="8968" y="9658"/>
                    <a:pt x="8384" y="10396"/>
                  </a:cubicBezTo>
                  <a:cubicBezTo>
                    <a:pt x="7811" y="11135"/>
                    <a:pt x="6928" y="11564"/>
                    <a:pt x="5993" y="11564"/>
                  </a:cubicBezTo>
                  <a:cubicBezTo>
                    <a:pt x="5589" y="11564"/>
                    <a:pt x="5114" y="11543"/>
                    <a:pt x="4720" y="11504"/>
                  </a:cubicBezTo>
                  <a:lnTo>
                    <a:pt x="2554" y="10312"/>
                  </a:lnTo>
                  <a:cubicBezTo>
                    <a:pt x="2520" y="10293"/>
                    <a:pt x="2485" y="10284"/>
                    <a:pt x="2452" y="10284"/>
                  </a:cubicBezTo>
                  <a:cubicBezTo>
                    <a:pt x="2324" y="10284"/>
                    <a:pt x="2212" y="10408"/>
                    <a:pt x="2251" y="10548"/>
                  </a:cubicBezTo>
                  <a:cubicBezTo>
                    <a:pt x="2262" y="10593"/>
                    <a:pt x="2557" y="11655"/>
                    <a:pt x="3342" y="12295"/>
                  </a:cubicBezTo>
                  <a:cubicBezTo>
                    <a:pt x="3345" y="12295"/>
                    <a:pt x="3345" y="12302"/>
                    <a:pt x="3349" y="12306"/>
                  </a:cubicBezTo>
                  <a:cubicBezTo>
                    <a:pt x="3349" y="12309"/>
                    <a:pt x="3345" y="12313"/>
                    <a:pt x="3345" y="12313"/>
                  </a:cubicBezTo>
                  <a:cubicBezTo>
                    <a:pt x="2863" y="12795"/>
                    <a:pt x="2494" y="13371"/>
                    <a:pt x="2255" y="14004"/>
                  </a:cubicBezTo>
                  <a:cubicBezTo>
                    <a:pt x="2207" y="14150"/>
                    <a:pt x="2321" y="14281"/>
                    <a:pt x="2453" y="14281"/>
                  </a:cubicBezTo>
                  <a:cubicBezTo>
                    <a:pt x="2486" y="14281"/>
                    <a:pt x="2521" y="14272"/>
                    <a:pt x="2554" y="14254"/>
                  </a:cubicBezTo>
                  <a:lnTo>
                    <a:pt x="4938" y="12939"/>
                  </a:lnTo>
                  <a:cubicBezTo>
                    <a:pt x="5483" y="12974"/>
                    <a:pt x="6102" y="12995"/>
                    <a:pt x="6401" y="12995"/>
                  </a:cubicBezTo>
                  <a:cubicBezTo>
                    <a:pt x="6403" y="12995"/>
                    <a:pt x="6405" y="12995"/>
                    <a:pt x="6407" y="12995"/>
                  </a:cubicBezTo>
                  <a:cubicBezTo>
                    <a:pt x="10177" y="12995"/>
                    <a:pt x="13156" y="9796"/>
                    <a:pt x="12885" y="6036"/>
                  </a:cubicBezTo>
                  <a:lnTo>
                    <a:pt x="12878" y="6036"/>
                  </a:lnTo>
                  <a:cubicBezTo>
                    <a:pt x="12790" y="4752"/>
                    <a:pt x="12319" y="3529"/>
                    <a:pt x="11528" y="2516"/>
                  </a:cubicBezTo>
                  <a:lnTo>
                    <a:pt x="12242" y="1324"/>
                  </a:lnTo>
                  <a:cubicBezTo>
                    <a:pt x="12481" y="920"/>
                    <a:pt x="12231" y="399"/>
                    <a:pt x="11763" y="336"/>
                  </a:cubicBezTo>
                  <a:cubicBezTo>
                    <a:pt x="11280" y="270"/>
                    <a:pt x="10849" y="245"/>
                    <a:pt x="10473" y="245"/>
                  </a:cubicBezTo>
                  <a:cubicBezTo>
                    <a:pt x="9486" y="245"/>
                    <a:pt x="8889" y="415"/>
                    <a:pt x="8774" y="448"/>
                  </a:cubicBezTo>
                  <a:cubicBezTo>
                    <a:pt x="8141" y="199"/>
                    <a:pt x="7470" y="51"/>
                    <a:pt x="6788" y="9"/>
                  </a:cubicBezTo>
                  <a:cubicBezTo>
                    <a:pt x="6692" y="3"/>
                    <a:pt x="6595"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5" name="Google Shape;20885;p90"/>
            <p:cNvSpPr/>
            <p:nvPr/>
          </p:nvSpPr>
          <p:spPr>
            <a:xfrm>
              <a:off x="5345789" y="2468340"/>
              <a:ext cx="34496" cy="40315"/>
            </a:xfrm>
            <a:custGeom>
              <a:rect b="b" l="l" r="r" t="t"/>
              <a:pathLst>
                <a:path extrusionOk="0" h="1538" w="1316">
                  <a:moveTo>
                    <a:pt x="658" y="409"/>
                  </a:moveTo>
                  <a:cubicBezTo>
                    <a:pt x="792" y="409"/>
                    <a:pt x="901" y="521"/>
                    <a:pt x="897" y="658"/>
                  </a:cubicBezTo>
                  <a:lnTo>
                    <a:pt x="897" y="880"/>
                  </a:lnTo>
                  <a:cubicBezTo>
                    <a:pt x="897" y="1010"/>
                    <a:pt x="788" y="1119"/>
                    <a:pt x="658" y="1119"/>
                  </a:cubicBezTo>
                  <a:cubicBezTo>
                    <a:pt x="528" y="1119"/>
                    <a:pt x="419" y="1010"/>
                    <a:pt x="419" y="880"/>
                  </a:cubicBezTo>
                  <a:lnTo>
                    <a:pt x="419" y="658"/>
                  </a:lnTo>
                  <a:cubicBezTo>
                    <a:pt x="416" y="521"/>
                    <a:pt x="521" y="409"/>
                    <a:pt x="658" y="409"/>
                  </a:cubicBezTo>
                  <a:close/>
                  <a:moveTo>
                    <a:pt x="658" y="1"/>
                  </a:moveTo>
                  <a:cubicBezTo>
                    <a:pt x="296" y="1"/>
                    <a:pt x="4" y="296"/>
                    <a:pt x="1" y="658"/>
                  </a:cubicBezTo>
                  <a:lnTo>
                    <a:pt x="1" y="880"/>
                  </a:lnTo>
                  <a:cubicBezTo>
                    <a:pt x="1" y="1242"/>
                    <a:pt x="296" y="1537"/>
                    <a:pt x="658" y="1537"/>
                  </a:cubicBezTo>
                  <a:cubicBezTo>
                    <a:pt x="1021" y="1537"/>
                    <a:pt x="1316" y="1242"/>
                    <a:pt x="1316" y="880"/>
                  </a:cubicBezTo>
                  <a:lnTo>
                    <a:pt x="1316" y="658"/>
                  </a:lnTo>
                  <a:cubicBezTo>
                    <a:pt x="1312" y="296"/>
                    <a:pt x="1021" y="1"/>
                    <a:pt x="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86" name="Google Shape;20886;p90"/>
          <p:cNvGrpSpPr/>
          <p:nvPr/>
        </p:nvGrpSpPr>
        <p:grpSpPr>
          <a:xfrm>
            <a:off x="5782699" y="1500050"/>
            <a:ext cx="367158" cy="364301"/>
            <a:chOff x="5782699" y="1500050"/>
            <a:chExt cx="367158" cy="364301"/>
          </a:xfrm>
        </p:grpSpPr>
        <p:sp>
          <p:nvSpPr>
            <p:cNvPr id="20887" name="Google Shape;20887;p90"/>
            <p:cNvSpPr/>
            <p:nvPr/>
          </p:nvSpPr>
          <p:spPr>
            <a:xfrm>
              <a:off x="5824062" y="1620182"/>
              <a:ext cx="96645" cy="62019"/>
            </a:xfrm>
            <a:custGeom>
              <a:rect b="b" l="l" r="r" t="t"/>
              <a:pathLst>
                <a:path extrusionOk="0" h="2366" w="3687">
                  <a:moveTo>
                    <a:pt x="226" y="1"/>
                  </a:moveTo>
                  <a:cubicBezTo>
                    <a:pt x="100" y="1"/>
                    <a:pt x="0" y="112"/>
                    <a:pt x="26" y="242"/>
                  </a:cubicBezTo>
                  <a:cubicBezTo>
                    <a:pt x="160" y="847"/>
                    <a:pt x="670" y="2282"/>
                    <a:pt x="2597" y="2366"/>
                  </a:cubicBezTo>
                  <a:lnTo>
                    <a:pt x="3687" y="1279"/>
                  </a:lnTo>
                  <a:cubicBezTo>
                    <a:pt x="3687" y="1279"/>
                    <a:pt x="1893" y="235"/>
                    <a:pt x="258" y="3"/>
                  </a:cubicBezTo>
                  <a:cubicBezTo>
                    <a:pt x="247" y="1"/>
                    <a:pt x="237" y="1"/>
                    <a:pt x="226"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8" name="Google Shape;20888;p90"/>
            <p:cNvSpPr/>
            <p:nvPr/>
          </p:nvSpPr>
          <p:spPr>
            <a:xfrm>
              <a:off x="5827234" y="1620182"/>
              <a:ext cx="93395" cy="52346"/>
            </a:xfrm>
            <a:custGeom>
              <a:rect b="b" l="l" r="r" t="t"/>
              <a:pathLst>
                <a:path extrusionOk="0" h="1997" w="3563">
                  <a:moveTo>
                    <a:pt x="105" y="1"/>
                  </a:moveTo>
                  <a:cubicBezTo>
                    <a:pt x="68" y="1"/>
                    <a:pt x="31" y="11"/>
                    <a:pt x="0" y="31"/>
                  </a:cubicBezTo>
                  <a:cubicBezTo>
                    <a:pt x="426" y="221"/>
                    <a:pt x="1769" y="875"/>
                    <a:pt x="2845" y="1997"/>
                  </a:cubicBezTo>
                  <a:lnTo>
                    <a:pt x="3562" y="1279"/>
                  </a:lnTo>
                  <a:cubicBezTo>
                    <a:pt x="3562" y="1279"/>
                    <a:pt x="1772" y="235"/>
                    <a:pt x="134" y="3"/>
                  </a:cubicBezTo>
                  <a:cubicBezTo>
                    <a:pt x="124" y="2"/>
                    <a:pt x="115" y="1"/>
                    <a:pt x="105"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9" name="Google Shape;20889;p90"/>
            <p:cNvSpPr/>
            <p:nvPr/>
          </p:nvSpPr>
          <p:spPr>
            <a:xfrm>
              <a:off x="6011953" y="1620182"/>
              <a:ext cx="96567" cy="62019"/>
            </a:xfrm>
            <a:custGeom>
              <a:rect b="b" l="l" r="r" t="t"/>
              <a:pathLst>
                <a:path extrusionOk="0" h="2366" w="3684">
                  <a:moveTo>
                    <a:pt x="3460" y="1"/>
                  </a:moveTo>
                  <a:cubicBezTo>
                    <a:pt x="3450" y="1"/>
                    <a:pt x="3439" y="1"/>
                    <a:pt x="3429" y="3"/>
                  </a:cubicBezTo>
                  <a:cubicBezTo>
                    <a:pt x="1790" y="235"/>
                    <a:pt x="0" y="1279"/>
                    <a:pt x="0" y="1279"/>
                  </a:cubicBezTo>
                  <a:lnTo>
                    <a:pt x="1087" y="2366"/>
                  </a:lnTo>
                  <a:cubicBezTo>
                    <a:pt x="3014" y="2282"/>
                    <a:pt x="3524" y="847"/>
                    <a:pt x="3657" y="242"/>
                  </a:cubicBezTo>
                  <a:cubicBezTo>
                    <a:pt x="3683" y="112"/>
                    <a:pt x="3583" y="1"/>
                    <a:pt x="3460"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0" name="Google Shape;20890;p90"/>
            <p:cNvSpPr/>
            <p:nvPr/>
          </p:nvSpPr>
          <p:spPr>
            <a:xfrm>
              <a:off x="6011953" y="1620182"/>
              <a:ext cx="93395" cy="52346"/>
            </a:xfrm>
            <a:custGeom>
              <a:rect b="b" l="l" r="r" t="t"/>
              <a:pathLst>
                <a:path extrusionOk="0" h="1997" w="3563">
                  <a:moveTo>
                    <a:pt x="3457" y="1"/>
                  </a:moveTo>
                  <a:cubicBezTo>
                    <a:pt x="3447" y="1"/>
                    <a:pt x="3438" y="2"/>
                    <a:pt x="3429" y="3"/>
                  </a:cubicBezTo>
                  <a:cubicBezTo>
                    <a:pt x="1790" y="235"/>
                    <a:pt x="0" y="1279"/>
                    <a:pt x="0" y="1279"/>
                  </a:cubicBezTo>
                  <a:lnTo>
                    <a:pt x="717" y="1997"/>
                  </a:lnTo>
                  <a:cubicBezTo>
                    <a:pt x="1793" y="875"/>
                    <a:pt x="3140" y="221"/>
                    <a:pt x="3562" y="31"/>
                  </a:cubicBezTo>
                  <a:cubicBezTo>
                    <a:pt x="3531" y="11"/>
                    <a:pt x="3494" y="1"/>
                    <a:pt x="3457"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1" name="Google Shape;20891;p90"/>
            <p:cNvSpPr/>
            <p:nvPr/>
          </p:nvSpPr>
          <p:spPr>
            <a:xfrm>
              <a:off x="5932110" y="1824875"/>
              <a:ext cx="68441" cy="34234"/>
            </a:xfrm>
            <a:custGeom>
              <a:rect b="b" l="l" r="r" t="t"/>
              <a:pathLst>
                <a:path extrusionOk="0" h="1306" w="2611">
                  <a:moveTo>
                    <a:pt x="1" y="0"/>
                  </a:moveTo>
                  <a:cubicBezTo>
                    <a:pt x="1" y="721"/>
                    <a:pt x="314" y="1305"/>
                    <a:pt x="1305" y="1305"/>
                  </a:cubicBezTo>
                  <a:cubicBezTo>
                    <a:pt x="2297" y="1305"/>
                    <a:pt x="2610" y="721"/>
                    <a:pt x="2610" y="0"/>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2" name="Google Shape;20892;p90"/>
            <p:cNvSpPr/>
            <p:nvPr/>
          </p:nvSpPr>
          <p:spPr>
            <a:xfrm>
              <a:off x="5880681" y="1636565"/>
              <a:ext cx="171299" cy="165480"/>
            </a:xfrm>
            <a:custGeom>
              <a:rect b="b" l="l" r="r" t="t"/>
              <a:pathLst>
                <a:path extrusionOk="0" h="6313" w="6535">
                  <a:moveTo>
                    <a:pt x="3267" y="0"/>
                  </a:moveTo>
                  <a:cubicBezTo>
                    <a:pt x="743" y="0"/>
                    <a:pt x="1" y="1463"/>
                    <a:pt x="1" y="3264"/>
                  </a:cubicBezTo>
                  <a:cubicBezTo>
                    <a:pt x="1" y="4790"/>
                    <a:pt x="437" y="4790"/>
                    <a:pt x="1523" y="6312"/>
                  </a:cubicBezTo>
                  <a:lnTo>
                    <a:pt x="5008" y="6312"/>
                  </a:lnTo>
                  <a:cubicBezTo>
                    <a:pt x="6095" y="4790"/>
                    <a:pt x="6531" y="4790"/>
                    <a:pt x="6531" y="3264"/>
                  </a:cubicBezTo>
                  <a:cubicBezTo>
                    <a:pt x="6534" y="1463"/>
                    <a:pt x="5789" y="0"/>
                    <a:pt x="3267" y="0"/>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3" name="Google Shape;20893;p90"/>
            <p:cNvSpPr/>
            <p:nvPr/>
          </p:nvSpPr>
          <p:spPr>
            <a:xfrm>
              <a:off x="5880681" y="1636643"/>
              <a:ext cx="87130" cy="165480"/>
            </a:xfrm>
            <a:custGeom>
              <a:rect b="b" l="l" r="r" t="t"/>
              <a:pathLst>
                <a:path extrusionOk="0" h="6313" w="3324">
                  <a:moveTo>
                    <a:pt x="3267" y="1"/>
                  </a:moveTo>
                  <a:cubicBezTo>
                    <a:pt x="743" y="1"/>
                    <a:pt x="1" y="1460"/>
                    <a:pt x="1" y="3264"/>
                  </a:cubicBezTo>
                  <a:cubicBezTo>
                    <a:pt x="1" y="4787"/>
                    <a:pt x="437" y="4787"/>
                    <a:pt x="1527" y="6313"/>
                  </a:cubicBezTo>
                  <a:lnTo>
                    <a:pt x="3173" y="6313"/>
                  </a:lnTo>
                  <a:cubicBezTo>
                    <a:pt x="2543" y="4984"/>
                    <a:pt x="2286" y="4847"/>
                    <a:pt x="2286" y="3275"/>
                  </a:cubicBezTo>
                  <a:cubicBezTo>
                    <a:pt x="2286" y="1843"/>
                    <a:pt x="2547" y="606"/>
                    <a:pt x="332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4" name="Google Shape;20894;p90"/>
            <p:cNvSpPr/>
            <p:nvPr/>
          </p:nvSpPr>
          <p:spPr>
            <a:xfrm>
              <a:off x="5903538" y="1710667"/>
              <a:ext cx="22805" cy="28598"/>
            </a:xfrm>
            <a:custGeom>
              <a:rect b="b" l="l" r="r" t="t"/>
              <a:pathLst>
                <a:path extrusionOk="0" h="1091" w="870">
                  <a:moveTo>
                    <a:pt x="437" y="1"/>
                  </a:moveTo>
                  <a:cubicBezTo>
                    <a:pt x="194" y="1"/>
                    <a:pt x="1" y="198"/>
                    <a:pt x="1" y="437"/>
                  </a:cubicBezTo>
                  <a:lnTo>
                    <a:pt x="1" y="658"/>
                  </a:lnTo>
                  <a:cubicBezTo>
                    <a:pt x="1" y="897"/>
                    <a:pt x="194" y="1091"/>
                    <a:pt x="437" y="1091"/>
                  </a:cubicBezTo>
                  <a:cubicBezTo>
                    <a:pt x="676" y="1091"/>
                    <a:pt x="869" y="897"/>
                    <a:pt x="869" y="658"/>
                  </a:cubicBezTo>
                  <a:lnTo>
                    <a:pt x="869" y="437"/>
                  </a:lnTo>
                  <a:cubicBezTo>
                    <a:pt x="869" y="198"/>
                    <a:pt x="676" y="1"/>
                    <a:pt x="43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5" name="Google Shape;20895;p90"/>
            <p:cNvSpPr/>
            <p:nvPr/>
          </p:nvSpPr>
          <p:spPr>
            <a:xfrm>
              <a:off x="6006239" y="1710667"/>
              <a:ext cx="22779" cy="28598"/>
            </a:xfrm>
            <a:custGeom>
              <a:rect b="b" l="l" r="r" t="t"/>
              <a:pathLst>
                <a:path extrusionOk="0" h="1091" w="869">
                  <a:moveTo>
                    <a:pt x="436" y="1"/>
                  </a:moveTo>
                  <a:cubicBezTo>
                    <a:pt x="193" y="1"/>
                    <a:pt x="0" y="198"/>
                    <a:pt x="0" y="437"/>
                  </a:cubicBezTo>
                  <a:lnTo>
                    <a:pt x="0" y="658"/>
                  </a:lnTo>
                  <a:cubicBezTo>
                    <a:pt x="0" y="897"/>
                    <a:pt x="193" y="1091"/>
                    <a:pt x="436" y="1091"/>
                  </a:cubicBezTo>
                  <a:cubicBezTo>
                    <a:pt x="675" y="1091"/>
                    <a:pt x="869" y="897"/>
                    <a:pt x="869" y="658"/>
                  </a:cubicBezTo>
                  <a:lnTo>
                    <a:pt x="869" y="437"/>
                  </a:lnTo>
                  <a:cubicBezTo>
                    <a:pt x="869" y="198"/>
                    <a:pt x="675" y="1"/>
                    <a:pt x="43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6" name="Google Shape;20896;p90"/>
            <p:cNvSpPr/>
            <p:nvPr/>
          </p:nvSpPr>
          <p:spPr>
            <a:xfrm>
              <a:off x="5918480" y="1762096"/>
              <a:ext cx="95597" cy="74129"/>
            </a:xfrm>
            <a:custGeom>
              <a:rect b="b" l="l" r="r" t="t"/>
              <a:pathLst>
                <a:path extrusionOk="0" h="2828" w="3647">
                  <a:moveTo>
                    <a:pt x="1825" y="1"/>
                  </a:moveTo>
                  <a:cubicBezTo>
                    <a:pt x="816" y="1"/>
                    <a:pt x="0" y="634"/>
                    <a:pt x="0" y="1414"/>
                  </a:cubicBezTo>
                  <a:cubicBezTo>
                    <a:pt x="0" y="2195"/>
                    <a:pt x="440" y="2828"/>
                    <a:pt x="1825" y="2828"/>
                  </a:cubicBezTo>
                  <a:cubicBezTo>
                    <a:pt x="3207" y="2828"/>
                    <a:pt x="3647" y="2195"/>
                    <a:pt x="3647" y="1414"/>
                  </a:cubicBezTo>
                  <a:cubicBezTo>
                    <a:pt x="3647" y="634"/>
                    <a:pt x="2831" y="1"/>
                    <a:pt x="1825"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7" name="Google Shape;20897;p90"/>
            <p:cNvSpPr/>
            <p:nvPr/>
          </p:nvSpPr>
          <p:spPr>
            <a:xfrm>
              <a:off x="5908886" y="1716120"/>
              <a:ext cx="12110" cy="12084"/>
            </a:xfrm>
            <a:custGeom>
              <a:rect b="b" l="l" r="r" t="t"/>
              <a:pathLst>
                <a:path extrusionOk="0" h="461" w="462">
                  <a:moveTo>
                    <a:pt x="233" y="0"/>
                  </a:moveTo>
                  <a:cubicBezTo>
                    <a:pt x="103" y="0"/>
                    <a:pt x="1" y="102"/>
                    <a:pt x="1" y="229"/>
                  </a:cubicBezTo>
                  <a:cubicBezTo>
                    <a:pt x="1" y="359"/>
                    <a:pt x="103" y="461"/>
                    <a:pt x="233" y="461"/>
                  </a:cubicBezTo>
                  <a:cubicBezTo>
                    <a:pt x="359" y="461"/>
                    <a:pt x="461" y="359"/>
                    <a:pt x="461" y="229"/>
                  </a:cubicBezTo>
                  <a:cubicBezTo>
                    <a:pt x="461" y="102"/>
                    <a:pt x="359" y="0"/>
                    <a:pt x="2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8" name="Google Shape;20898;p90"/>
            <p:cNvSpPr/>
            <p:nvPr/>
          </p:nvSpPr>
          <p:spPr>
            <a:xfrm>
              <a:off x="6011586" y="1716120"/>
              <a:ext cx="12084" cy="12084"/>
            </a:xfrm>
            <a:custGeom>
              <a:rect b="b" l="l" r="r" t="t"/>
              <a:pathLst>
                <a:path extrusionOk="0" h="461" w="461">
                  <a:moveTo>
                    <a:pt x="232" y="0"/>
                  </a:moveTo>
                  <a:cubicBezTo>
                    <a:pt x="102" y="0"/>
                    <a:pt x="0" y="102"/>
                    <a:pt x="0" y="229"/>
                  </a:cubicBezTo>
                  <a:cubicBezTo>
                    <a:pt x="0" y="359"/>
                    <a:pt x="102" y="461"/>
                    <a:pt x="232" y="461"/>
                  </a:cubicBezTo>
                  <a:cubicBezTo>
                    <a:pt x="359" y="461"/>
                    <a:pt x="461" y="359"/>
                    <a:pt x="461" y="229"/>
                  </a:cubicBezTo>
                  <a:cubicBezTo>
                    <a:pt x="461" y="102"/>
                    <a:pt x="359" y="0"/>
                    <a:pt x="2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9" name="Google Shape;20899;p90"/>
            <p:cNvSpPr/>
            <p:nvPr/>
          </p:nvSpPr>
          <p:spPr>
            <a:xfrm>
              <a:off x="5918480" y="1766238"/>
              <a:ext cx="79214" cy="69987"/>
            </a:xfrm>
            <a:custGeom>
              <a:rect b="b" l="l" r="r" t="t"/>
              <a:pathLst>
                <a:path extrusionOk="0" h="2670" w="3022">
                  <a:moveTo>
                    <a:pt x="985" y="1"/>
                  </a:moveTo>
                  <a:cubicBezTo>
                    <a:pt x="401" y="240"/>
                    <a:pt x="0" y="711"/>
                    <a:pt x="0" y="1256"/>
                  </a:cubicBezTo>
                  <a:cubicBezTo>
                    <a:pt x="0" y="2037"/>
                    <a:pt x="440" y="2670"/>
                    <a:pt x="1825" y="2670"/>
                  </a:cubicBezTo>
                  <a:cubicBezTo>
                    <a:pt x="2353" y="2670"/>
                    <a:pt x="2740" y="2579"/>
                    <a:pt x="3021" y="2424"/>
                  </a:cubicBezTo>
                  <a:lnTo>
                    <a:pt x="3021" y="2424"/>
                  </a:lnTo>
                  <a:cubicBezTo>
                    <a:pt x="2870" y="2445"/>
                    <a:pt x="2715" y="2455"/>
                    <a:pt x="2557" y="2455"/>
                  </a:cubicBezTo>
                  <a:cubicBezTo>
                    <a:pt x="1175" y="2455"/>
                    <a:pt x="735" y="1724"/>
                    <a:pt x="735" y="820"/>
                  </a:cubicBezTo>
                  <a:cubicBezTo>
                    <a:pt x="735" y="528"/>
                    <a:pt x="823" y="247"/>
                    <a:pt x="985"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0" name="Google Shape;20900;p90"/>
            <p:cNvSpPr/>
            <p:nvPr/>
          </p:nvSpPr>
          <p:spPr>
            <a:xfrm>
              <a:off x="5943460" y="1790589"/>
              <a:ext cx="45662" cy="28598"/>
            </a:xfrm>
            <a:custGeom>
              <a:rect b="b" l="l" r="r" t="t"/>
              <a:pathLst>
                <a:path extrusionOk="0" h="1091" w="1742">
                  <a:moveTo>
                    <a:pt x="872" y="0"/>
                  </a:moveTo>
                  <a:cubicBezTo>
                    <a:pt x="391" y="0"/>
                    <a:pt x="0" y="211"/>
                    <a:pt x="0" y="468"/>
                  </a:cubicBezTo>
                  <a:cubicBezTo>
                    <a:pt x="0" y="725"/>
                    <a:pt x="391" y="1090"/>
                    <a:pt x="872" y="1090"/>
                  </a:cubicBezTo>
                  <a:cubicBezTo>
                    <a:pt x="1351" y="1090"/>
                    <a:pt x="1741" y="725"/>
                    <a:pt x="1741" y="468"/>
                  </a:cubicBezTo>
                  <a:cubicBezTo>
                    <a:pt x="1741" y="211"/>
                    <a:pt x="1351" y="0"/>
                    <a:pt x="872"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1" name="Google Shape;20901;p90"/>
            <p:cNvSpPr/>
            <p:nvPr/>
          </p:nvSpPr>
          <p:spPr>
            <a:xfrm>
              <a:off x="5943460" y="1791507"/>
              <a:ext cx="24640" cy="27680"/>
            </a:xfrm>
            <a:custGeom>
              <a:rect b="b" l="l" r="r" t="t"/>
              <a:pathLst>
                <a:path extrusionOk="0" h="1056" w="940">
                  <a:moveTo>
                    <a:pt x="542" y="0"/>
                  </a:moveTo>
                  <a:lnTo>
                    <a:pt x="542" y="0"/>
                  </a:lnTo>
                  <a:cubicBezTo>
                    <a:pt x="225" y="71"/>
                    <a:pt x="0" y="236"/>
                    <a:pt x="0" y="433"/>
                  </a:cubicBezTo>
                  <a:cubicBezTo>
                    <a:pt x="0" y="690"/>
                    <a:pt x="391" y="1055"/>
                    <a:pt x="869" y="1055"/>
                  </a:cubicBezTo>
                  <a:cubicBezTo>
                    <a:pt x="894" y="1055"/>
                    <a:pt x="918" y="1048"/>
                    <a:pt x="939" y="1048"/>
                  </a:cubicBezTo>
                  <a:cubicBezTo>
                    <a:pt x="683" y="841"/>
                    <a:pt x="507" y="482"/>
                    <a:pt x="507" y="201"/>
                  </a:cubicBezTo>
                  <a:cubicBezTo>
                    <a:pt x="510" y="134"/>
                    <a:pt x="521" y="67"/>
                    <a:pt x="54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2" name="Google Shape;20902;p90"/>
            <p:cNvSpPr/>
            <p:nvPr/>
          </p:nvSpPr>
          <p:spPr>
            <a:xfrm>
              <a:off x="5885190" y="1545581"/>
              <a:ext cx="16147" cy="16514"/>
            </a:xfrm>
            <a:custGeom>
              <a:rect b="b" l="l" r="r" t="t"/>
              <a:pathLst>
                <a:path extrusionOk="0" h="630" w="616">
                  <a:moveTo>
                    <a:pt x="348" y="1"/>
                  </a:moveTo>
                  <a:cubicBezTo>
                    <a:pt x="279" y="1"/>
                    <a:pt x="210" y="36"/>
                    <a:pt x="170" y="120"/>
                  </a:cubicBezTo>
                  <a:cubicBezTo>
                    <a:pt x="138" y="187"/>
                    <a:pt x="103" y="254"/>
                    <a:pt x="61" y="314"/>
                  </a:cubicBezTo>
                  <a:cubicBezTo>
                    <a:pt x="1" y="409"/>
                    <a:pt x="29" y="535"/>
                    <a:pt x="124" y="598"/>
                  </a:cubicBezTo>
                  <a:cubicBezTo>
                    <a:pt x="158" y="620"/>
                    <a:pt x="195" y="630"/>
                    <a:pt x="233" y="630"/>
                  </a:cubicBezTo>
                  <a:cubicBezTo>
                    <a:pt x="300" y="630"/>
                    <a:pt x="367" y="596"/>
                    <a:pt x="405" y="535"/>
                  </a:cubicBezTo>
                  <a:cubicBezTo>
                    <a:pt x="455" y="458"/>
                    <a:pt x="500" y="377"/>
                    <a:pt x="539" y="293"/>
                  </a:cubicBezTo>
                  <a:cubicBezTo>
                    <a:pt x="615" y="131"/>
                    <a:pt x="482" y="1"/>
                    <a:pt x="3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3" name="Google Shape;20903;p90"/>
            <p:cNvSpPr/>
            <p:nvPr/>
          </p:nvSpPr>
          <p:spPr>
            <a:xfrm>
              <a:off x="5897929" y="1705425"/>
              <a:ext cx="34024" cy="39738"/>
            </a:xfrm>
            <a:custGeom>
              <a:rect b="b" l="l" r="r" t="t"/>
              <a:pathLst>
                <a:path extrusionOk="0" h="1516" w="1298">
                  <a:moveTo>
                    <a:pt x="651" y="405"/>
                  </a:moveTo>
                  <a:cubicBezTo>
                    <a:pt x="767" y="405"/>
                    <a:pt x="883" y="482"/>
                    <a:pt x="883" y="637"/>
                  </a:cubicBezTo>
                  <a:lnTo>
                    <a:pt x="883" y="855"/>
                  </a:lnTo>
                  <a:cubicBezTo>
                    <a:pt x="883" y="985"/>
                    <a:pt x="777" y="1087"/>
                    <a:pt x="651" y="1087"/>
                  </a:cubicBezTo>
                  <a:cubicBezTo>
                    <a:pt x="521" y="1087"/>
                    <a:pt x="419" y="985"/>
                    <a:pt x="419" y="855"/>
                  </a:cubicBezTo>
                  <a:lnTo>
                    <a:pt x="419" y="637"/>
                  </a:lnTo>
                  <a:cubicBezTo>
                    <a:pt x="419" y="482"/>
                    <a:pt x="535" y="405"/>
                    <a:pt x="651" y="405"/>
                  </a:cubicBezTo>
                  <a:close/>
                  <a:moveTo>
                    <a:pt x="651" y="0"/>
                  </a:moveTo>
                  <a:cubicBezTo>
                    <a:pt x="296" y="0"/>
                    <a:pt x="11" y="285"/>
                    <a:pt x="11" y="640"/>
                  </a:cubicBezTo>
                  <a:lnTo>
                    <a:pt x="11" y="858"/>
                  </a:lnTo>
                  <a:cubicBezTo>
                    <a:pt x="0" y="1217"/>
                    <a:pt x="289" y="1516"/>
                    <a:pt x="651" y="1516"/>
                  </a:cubicBezTo>
                  <a:cubicBezTo>
                    <a:pt x="1009" y="1516"/>
                    <a:pt x="1298" y="1217"/>
                    <a:pt x="1287" y="858"/>
                  </a:cubicBezTo>
                  <a:lnTo>
                    <a:pt x="1287" y="640"/>
                  </a:lnTo>
                  <a:cubicBezTo>
                    <a:pt x="1287" y="285"/>
                    <a:pt x="1002" y="0"/>
                    <a:pt x="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4" name="Google Shape;20904;p90"/>
            <p:cNvSpPr/>
            <p:nvPr/>
          </p:nvSpPr>
          <p:spPr>
            <a:xfrm>
              <a:off x="6000603" y="1705425"/>
              <a:ext cx="34050" cy="39738"/>
            </a:xfrm>
            <a:custGeom>
              <a:rect b="b" l="l" r="r" t="t"/>
              <a:pathLst>
                <a:path extrusionOk="0" h="1516" w="1299">
                  <a:moveTo>
                    <a:pt x="650" y="405"/>
                  </a:moveTo>
                  <a:cubicBezTo>
                    <a:pt x="765" y="405"/>
                    <a:pt x="881" y="482"/>
                    <a:pt x="883" y="637"/>
                  </a:cubicBezTo>
                  <a:lnTo>
                    <a:pt x="883" y="855"/>
                  </a:lnTo>
                  <a:cubicBezTo>
                    <a:pt x="883" y="985"/>
                    <a:pt x="778" y="1087"/>
                    <a:pt x="651" y="1087"/>
                  </a:cubicBezTo>
                  <a:cubicBezTo>
                    <a:pt x="521" y="1087"/>
                    <a:pt x="419" y="985"/>
                    <a:pt x="419" y="855"/>
                  </a:cubicBezTo>
                  <a:lnTo>
                    <a:pt x="419" y="637"/>
                  </a:lnTo>
                  <a:cubicBezTo>
                    <a:pt x="419" y="482"/>
                    <a:pt x="534" y="405"/>
                    <a:pt x="650" y="405"/>
                  </a:cubicBezTo>
                  <a:close/>
                  <a:moveTo>
                    <a:pt x="651" y="0"/>
                  </a:moveTo>
                  <a:cubicBezTo>
                    <a:pt x="296" y="0"/>
                    <a:pt x="11" y="285"/>
                    <a:pt x="11" y="640"/>
                  </a:cubicBezTo>
                  <a:lnTo>
                    <a:pt x="11" y="858"/>
                  </a:lnTo>
                  <a:cubicBezTo>
                    <a:pt x="1" y="1217"/>
                    <a:pt x="289" y="1516"/>
                    <a:pt x="651" y="1516"/>
                  </a:cubicBezTo>
                  <a:cubicBezTo>
                    <a:pt x="1010" y="1516"/>
                    <a:pt x="1298" y="1217"/>
                    <a:pt x="1288" y="858"/>
                  </a:cubicBezTo>
                  <a:lnTo>
                    <a:pt x="1288" y="640"/>
                  </a:lnTo>
                  <a:cubicBezTo>
                    <a:pt x="1288" y="285"/>
                    <a:pt x="1003" y="0"/>
                    <a:pt x="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5" name="Google Shape;20905;p90"/>
            <p:cNvSpPr/>
            <p:nvPr/>
          </p:nvSpPr>
          <p:spPr>
            <a:xfrm>
              <a:off x="5782699" y="1500050"/>
              <a:ext cx="367158" cy="364301"/>
            </a:xfrm>
            <a:custGeom>
              <a:rect b="b" l="l" r="r" t="t"/>
              <a:pathLst>
                <a:path extrusionOk="0" h="13898" w="14007">
                  <a:moveTo>
                    <a:pt x="10571" y="5205"/>
                  </a:moveTo>
                  <a:lnTo>
                    <a:pt x="10571" y="5205"/>
                  </a:lnTo>
                  <a:cubicBezTo>
                    <a:pt x="10248" y="5426"/>
                    <a:pt x="9956" y="5690"/>
                    <a:pt x="9703" y="5993"/>
                  </a:cubicBezTo>
                  <a:cubicBezTo>
                    <a:pt x="9611" y="5887"/>
                    <a:pt x="9509" y="5792"/>
                    <a:pt x="9404" y="5704"/>
                  </a:cubicBezTo>
                  <a:cubicBezTo>
                    <a:pt x="9783" y="5518"/>
                    <a:pt x="10170" y="5349"/>
                    <a:pt x="10571" y="5205"/>
                  </a:cubicBezTo>
                  <a:close/>
                  <a:moveTo>
                    <a:pt x="3433" y="5205"/>
                  </a:moveTo>
                  <a:lnTo>
                    <a:pt x="3433" y="5205"/>
                  </a:lnTo>
                  <a:cubicBezTo>
                    <a:pt x="3834" y="5349"/>
                    <a:pt x="4224" y="5518"/>
                    <a:pt x="4604" y="5708"/>
                  </a:cubicBezTo>
                  <a:cubicBezTo>
                    <a:pt x="4495" y="5796"/>
                    <a:pt x="4396" y="5891"/>
                    <a:pt x="4301" y="5996"/>
                  </a:cubicBezTo>
                  <a:cubicBezTo>
                    <a:pt x="4052" y="5694"/>
                    <a:pt x="3756" y="5426"/>
                    <a:pt x="3433" y="5205"/>
                  </a:cubicBezTo>
                  <a:close/>
                  <a:moveTo>
                    <a:pt x="1780" y="4836"/>
                  </a:moveTo>
                  <a:lnTo>
                    <a:pt x="1780" y="4836"/>
                  </a:lnTo>
                  <a:cubicBezTo>
                    <a:pt x="2279" y="5004"/>
                    <a:pt x="3373" y="5458"/>
                    <a:pt x="4052" y="6334"/>
                  </a:cubicBezTo>
                  <a:cubicBezTo>
                    <a:pt x="3964" y="6474"/>
                    <a:pt x="3890" y="6622"/>
                    <a:pt x="3827" y="6777"/>
                  </a:cubicBezTo>
                  <a:cubicBezTo>
                    <a:pt x="2163" y="6654"/>
                    <a:pt x="1840" y="5402"/>
                    <a:pt x="1780" y="4836"/>
                  </a:cubicBezTo>
                  <a:close/>
                  <a:moveTo>
                    <a:pt x="12224" y="4836"/>
                  </a:moveTo>
                  <a:cubicBezTo>
                    <a:pt x="12161" y="5402"/>
                    <a:pt x="11837" y="6650"/>
                    <a:pt x="10184" y="6777"/>
                  </a:cubicBezTo>
                  <a:lnTo>
                    <a:pt x="10181" y="6773"/>
                  </a:lnTo>
                  <a:cubicBezTo>
                    <a:pt x="10118" y="6618"/>
                    <a:pt x="10044" y="6471"/>
                    <a:pt x="9952" y="6330"/>
                  </a:cubicBezTo>
                  <a:cubicBezTo>
                    <a:pt x="10634" y="5455"/>
                    <a:pt x="11725" y="5004"/>
                    <a:pt x="12224" y="4836"/>
                  </a:cubicBezTo>
                  <a:close/>
                  <a:moveTo>
                    <a:pt x="7005" y="11288"/>
                  </a:moveTo>
                  <a:cubicBezTo>
                    <a:pt x="7445" y="11288"/>
                    <a:pt x="7670" y="11475"/>
                    <a:pt x="7670" y="11552"/>
                  </a:cubicBezTo>
                  <a:cubicBezTo>
                    <a:pt x="7670" y="11675"/>
                    <a:pt x="7389" y="11970"/>
                    <a:pt x="7005" y="11970"/>
                  </a:cubicBezTo>
                  <a:cubicBezTo>
                    <a:pt x="6619" y="11970"/>
                    <a:pt x="6337" y="11679"/>
                    <a:pt x="6337" y="11552"/>
                  </a:cubicBezTo>
                  <a:cubicBezTo>
                    <a:pt x="6337" y="11475"/>
                    <a:pt x="6562" y="11288"/>
                    <a:pt x="7005" y="11288"/>
                  </a:cubicBezTo>
                  <a:close/>
                  <a:moveTo>
                    <a:pt x="7005" y="5412"/>
                  </a:moveTo>
                  <a:cubicBezTo>
                    <a:pt x="8117" y="5412"/>
                    <a:pt x="8932" y="5708"/>
                    <a:pt x="9428" y="6295"/>
                  </a:cubicBezTo>
                  <a:cubicBezTo>
                    <a:pt x="9850" y="6794"/>
                    <a:pt x="10065" y="7526"/>
                    <a:pt x="10065" y="8472"/>
                  </a:cubicBezTo>
                  <a:cubicBezTo>
                    <a:pt x="10065" y="9530"/>
                    <a:pt x="9857" y="9783"/>
                    <a:pt x="9305" y="10458"/>
                  </a:cubicBezTo>
                  <a:cubicBezTo>
                    <a:pt x="9182" y="10610"/>
                    <a:pt x="9041" y="10785"/>
                    <a:pt x="8883" y="10993"/>
                  </a:cubicBezTo>
                  <a:cubicBezTo>
                    <a:pt x="8862" y="10926"/>
                    <a:pt x="8838" y="10863"/>
                    <a:pt x="8806" y="10803"/>
                  </a:cubicBezTo>
                  <a:cubicBezTo>
                    <a:pt x="8767" y="10720"/>
                    <a:pt x="8699" y="10685"/>
                    <a:pt x="8630" y="10685"/>
                  </a:cubicBezTo>
                  <a:cubicBezTo>
                    <a:pt x="8496" y="10685"/>
                    <a:pt x="8361" y="10818"/>
                    <a:pt x="8440" y="10979"/>
                  </a:cubicBezTo>
                  <a:cubicBezTo>
                    <a:pt x="8507" y="11112"/>
                    <a:pt x="8542" y="11260"/>
                    <a:pt x="8542" y="11411"/>
                  </a:cubicBezTo>
                  <a:cubicBezTo>
                    <a:pt x="8542" y="12171"/>
                    <a:pt x="8106" y="12565"/>
                    <a:pt x="7209" y="12614"/>
                  </a:cubicBezTo>
                  <a:lnTo>
                    <a:pt x="7209" y="12357"/>
                  </a:lnTo>
                  <a:cubicBezTo>
                    <a:pt x="7705" y="12269"/>
                    <a:pt x="8078" y="11879"/>
                    <a:pt x="8078" y="11552"/>
                  </a:cubicBezTo>
                  <a:cubicBezTo>
                    <a:pt x="8078" y="11169"/>
                    <a:pt x="7617" y="10880"/>
                    <a:pt x="7005" y="10880"/>
                  </a:cubicBezTo>
                  <a:cubicBezTo>
                    <a:pt x="6394" y="10880"/>
                    <a:pt x="5929" y="11169"/>
                    <a:pt x="5929" y="11552"/>
                  </a:cubicBezTo>
                  <a:cubicBezTo>
                    <a:pt x="5929" y="11879"/>
                    <a:pt x="6302" y="12269"/>
                    <a:pt x="6802" y="12357"/>
                  </a:cubicBezTo>
                  <a:lnTo>
                    <a:pt x="6802" y="12614"/>
                  </a:lnTo>
                  <a:cubicBezTo>
                    <a:pt x="5905" y="12565"/>
                    <a:pt x="5465" y="12171"/>
                    <a:pt x="5465" y="11411"/>
                  </a:cubicBezTo>
                  <a:cubicBezTo>
                    <a:pt x="5465" y="10743"/>
                    <a:pt x="6158" y="10198"/>
                    <a:pt x="7005" y="10198"/>
                  </a:cubicBezTo>
                  <a:cubicBezTo>
                    <a:pt x="7301" y="10198"/>
                    <a:pt x="7593" y="10269"/>
                    <a:pt x="7856" y="10402"/>
                  </a:cubicBezTo>
                  <a:cubicBezTo>
                    <a:pt x="7891" y="10421"/>
                    <a:pt x="7925" y="10429"/>
                    <a:pt x="7957" y="10429"/>
                  </a:cubicBezTo>
                  <a:cubicBezTo>
                    <a:pt x="8142" y="10429"/>
                    <a:pt x="8250" y="10152"/>
                    <a:pt x="8046" y="10043"/>
                  </a:cubicBezTo>
                  <a:cubicBezTo>
                    <a:pt x="7723" y="9875"/>
                    <a:pt x="7368" y="9790"/>
                    <a:pt x="7005" y="9790"/>
                  </a:cubicBezTo>
                  <a:cubicBezTo>
                    <a:pt x="6105" y="9790"/>
                    <a:pt x="5349" y="10300"/>
                    <a:pt x="5128" y="10993"/>
                  </a:cubicBezTo>
                  <a:cubicBezTo>
                    <a:pt x="4966" y="10785"/>
                    <a:pt x="4825" y="10610"/>
                    <a:pt x="4702" y="10458"/>
                  </a:cubicBezTo>
                  <a:cubicBezTo>
                    <a:pt x="4150" y="9780"/>
                    <a:pt x="3943" y="9527"/>
                    <a:pt x="3943" y="8472"/>
                  </a:cubicBezTo>
                  <a:cubicBezTo>
                    <a:pt x="3943" y="7526"/>
                    <a:pt x="4157" y="6794"/>
                    <a:pt x="4583" y="6295"/>
                  </a:cubicBezTo>
                  <a:cubicBezTo>
                    <a:pt x="5078" y="5708"/>
                    <a:pt x="5894" y="5412"/>
                    <a:pt x="7005" y="5412"/>
                  </a:cubicBezTo>
                  <a:close/>
                  <a:moveTo>
                    <a:pt x="5940" y="12846"/>
                  </a:moveTo>
                  <a:lnTo>
                    <a:pt x="5940" y="12846"/>
                  </a:lnTo>
                  <a:cubicBezTo>
                    <a:pt x="6228" y="12969"/>
                    <a:pt x="6583" y="13032"/>
                    <a:pt x="7005" y="13032"/>
                  </a:cubicBezTo>
                  <a:cubicBezTo>
                    <a:pt x="7424" y="13032"/>
                    <a:pt x="7779" y="12969"/>
                    <a:pt x="8067" y="12846"/>
                  </a:cubicBezTo>
                  <a:lnTo>
                    <a:pt x="8067" y="12846"/>
                  </a:lnTo>
                  <a:cubicBezTo>
                    <a:pt x="7958" y="13286"/>
                    <a:pt x="7614" y="13493"/>
                    <a:pt x="7005" y="13493"/>
                  </a:cubicBezTo>
                  <a:cubicBezTo>
                    <a:pt x="6394" y="13493"/>
                    <a:pt x="6049" y="13286"/>
                    <a:pt x="5940" y="12846"/>
                  </a:cubicBezTo>
                  <a:close/>
                  <a:moveTo>
                    <a:pt x="1998" y="1"/>
                  </a:moveTo>
                  <a:cubicBezTo>
                    <a:pt x="1886" y="1"/>
                    <a:pt x="1798" y="92"/>
                    <a:pt x="1798" y="204"/>
                  </a:cubicBezTo>
                  <a:cubicBezTo>
                    <a:pt x="1798" y="665"/>
                    <a:pt x="1724" y="1949"/>
                    <a:pt x="1411" y="2459"/>
                  </a:cubicBezTo>
                  <a:cubicBezTo>
                    <a:pt x="1073" y="2191"/>
                    <a:pt x="813" y="1843"/>
                    <a:pt x="644" y="1449"/>
                  </a:cubicBezTo>
                  <a:cubicBezTo>
                    <a:pt x="507" y="1133"/>
                    <a:pt x="444" y="788"/>
                    <a:pt x="461" y="440"/>
                  </a:cubicBezTo>
                  <a:cubicBezTo>
                    <a:pt x="477" y="296"/>
                    <a:pt x="365" y="216"/>
                    <a:pt x="256" y="216"/>
                  </a:cubicBezTo>
                  <a:cubicBezTo>
                    <a:pt x="162" y="216"/>
                    <a:pt x="70" y="273"/>
                    <a:pt x="57" y="398"/>
                  </a:cubicBezTo>
                  <a:cubicBezTo>
                    <a:pt x="53" y="419"/>
                    <a:pt x="1" y="946"/>
                    <a:pt x="261" y="1583"/>
                  </a:cubicBezTo>
                  <a:cubicBezTo>
                    <a:pt x="500" y="2170"/>
                    <a:pt x="1059" y="2965"/>
                    <a:pt x="2367" y="3440"/>
                  </a:cubicBezTo>
                  <a:cubicBezTo>
                    <a:pt x="4203" y="4108"/>
                    <a:pt x="5219" y="4871"/>
                    <a:pt x="5595" y="5191"/>
                  </a:cubicBezTo>
                  <a:cubicBezTo>
                    <a:pt x="5388" y="5254"/>
                    <a:pt x="5184" y="5338"/>
                    <a:pt x="4991" y="5444"/>
                  </a:cubicBezTo>
                  <a:cubicBezTo>
                    <a:pt x="4590" y="5229"/>
                    <a:pt x="3092" y="4477"/>
                    <a:pt x="1583" y="4350"/>
                  </a:cubicBezTo>
                  <a:cubicBezTo>
                    <a:pt x="1577" y="4350"/>
                    <a:pt x="1571" y="4350"/>
                    <a:pt x="1565" y="4350"/>
                  </a:cubicBezTo>
                  <a:cubicBezTo>
                    <a:pt x="1457" y="4350"/>
                    <a:pt x="1365" y="4437"/>
                    <a:pt x="1362" y="4547"/>
                  </a:cubicBezTo>
                  <a:cubicBezTo>
                    <a:pt x="1362" y="4983"/>
                    <a:pt x="1457" y="5419"/>
                    <a:pt x="1643" y="5817"/>
                  </a:cubicBezTo>
                  <a:cubicBezTo>
                    <a:pt x="1910" y="6376"/>
                    <a:pt x="2480" y="7047"/>
                    <a:pt x="3696" y="7171"/>
                  </a:cubicBezTo>
                  <a:cubicBezTo>
                    <a:pt x="3587" y="7596"/>
                    <a:pt x="3535" y="8032"/>
                    <a:pt x="3538" y="8472"/>
                  </a:cubicBezTo>
                  <a:cubicBezTo>
                    <a:pt x="3538" y="9671"/>
                    <a:pt x="3805" y="9998"/>
                    <a:pt x="4389" y="10712"/>
                  </a:cubicBezTo>
                  <a:cubicBezTo>
                    <a:pt x="4572" y="10940"/>
                    <a:pt x="4804" y="11221"/>
                    <a:pt x="5068" y="11591"/>
                  </a:cubicBezTo>
                  <a:cubicBezTo>
                    <a:pt x="5103" y="11992"/>
                    <a:pt x="5244" y="12315"/>
                    <a:pt x="5497" y="12554"/>
                  </a:cubicBezTo>
                  <a:cubicBezTo>
                    <a:pt x="5522" y="13419"/>
                    <a:pt x="6053" y="13897"/>
                    <a:pt x="7005" y="13897"/>
                  </a:cubicBezTo>
                  <a:cubicBezTo>
                    <a:pt x="7958" y="13897"/>
                    <a:pt x="8493" y="13419"/>
                    <a:pt x="8514" y="12554"/>
                  </a:cubicBezTo>
                  <a:cubicBezTo>
                    <a:pt x="8767" y="12315"/>
                    <a:pt x="8911" y="11992"/>
                    <a:pt x="8943" y="11591"/>
                  </a:cubicBezTo>
                  <a:cubicBezTo>
                    <a:pt x="9210" y="11221"/>
                    <a:pt x="9439" y="10940"/>
                    <a:pt x="9625" y="10712"/>
                  </a:cubicBezTo>
                  <a:cubicBezTo>
                    <a:pt x="10209" y="9998"/>
                    <a:pt x="10473" y="9671"/>
                    <a:pt x="10473" y="8472"/>
                  </a:cubicBezTo>
                  <a:cubicBezTo>
                    <a:pt x="10480" y="8032"/>
                    <a:pt x="10427" y="7596"/>
                    <a:pt x="10318" y="7171"/>
                  </a:cubicBezTo>
                  <a:cubicBezTo>
                    <a:pt x="11528" y="7047"/>
                    <a:pt x="12097" y="6376"/>
                    <a:pt x="12365" y="5817"/>
                  </a:cubicBezTo>
                  <a:cubicBezTo>
                    <a:pt x="12551" y="5419"/>
                    <a:pt x="12646" y="4983"/>
                    <a:pt x="12646" y="4547"/>
                  </a:cubicBezTo>
                  <a:cubicBezTo>
                    <a:pt x="12643" y="4437"/>
                    <a:pt x="12551" y="4350"/>
                    <a:pt x="12443" y="4350"/>
                  </a:cubicBezTo>
                  <a:cubicBezTo>
                    <a:pt x="12437" y="4350"/>
                    <a:pt x="12430" y="4350"/>
                    <a:pt x="12424" y="4350"/>
                  </a:cubicBezTo>
                  <a:cubicBezTo>
                    <a:pt x="10916" y="4480"/>
                    <a:pt x="9425" y="5229"/>
                    <a:pt x="9020" y="5444"/>
                  </a:cubicBezTo>
                  <a:cubicBezTo>
                    <a:pt x="8827" y="5338"/>
                    <a:pt x="8623" y="5254"/>
                    <a:pt x="8412" y="5191"/>
                  </a:cubicBezTo>
                  <a:cubicBezTo>
                    <a:pt x="8788" y="4871"/>
                    <a:pt x="9808" y="4108"/>
                    <a:pt x="11640" y="3440"/>
                  </a:cubicBezTo>
                  <a:cubicBezTo>
                    <a:pt x="12948" y="2965"/>
                    <a:pt x="13507" y="2167"/>
                    <a:pt x="13746" y="1583"/>
                  </a:cubicBezTo>
                  <a:cubicBezTo>
                    <a:pt x="14007" y="946"/>
                    <a:pt x="13950" y="422"/>
                    <a:pt x="13947" y="398"/>
                  </a:cubicBezTo>
                  <a:cubicBezTo>
                    <a:pt x="13934" y="274"/>
                    <a:pt x="13842" y="216"/>
                    <a:pt x="13749" y="216"/>
                  </a:cubicBezTo>
                  <a:cubicBezTo>
                    <a:pt x="13639" y="216"/>
                    <a:pt x="13527" y="297"/>
                    <a:pt x="13543" y="444"/>
                  </a:cubicBezTo>
                  <a:cubicBezTo>
                    <a:pt x="13560" y="788"/>
                    <a:pt x="13497" y="1133"/>
                    <a:pt x="13360" y="1449"/>
                  </a:cubicBezTo>
                  <a:cubicBezTo>
                    <a:pt x="13194" y="1847"/>
                    <a:pt x="12931" y="2195"/>
                    <a:pt x="12593" y="2462"/>
                  </a:cubicBezTo>
                  <a:cubicBezTo>
                    <a:pt x="12474" y="2265"/>
                    <a:pt x="12375" y="1928"/>
                    <a:pt x="12305" y="1481"/>
                  </a:cubicBezTo>
                  <a:cubicBezTo>
                    <a:pt x="12288" y="1361"/>
                    <a:pt x="12198" y="1306"/>
                    <a:pt x="12108" y="1306"/>
                  </a:cubicBezTo>
                  <a:cubicBezTo>
                    <a:pt x="11995" y="1306"/>
                    <a:pt x="11880" y="1392"/>
                    <a:pt x="11904" y="1541"/>
                  </a:cubicBezTo>
                  <a:cubicBezTo>
                    <a:pt x="11981" y="2061"/>
                    <a:pt x="12104" y="2451"/>
                    <a:pt x="12263" y="2698"/>
                  </a:cubicBezTo>
                  <a:cubicBezTo>
                    <a:pt x="12020" y="2842"/>
                    <a:pt x="11767" y="2965"/>
                    <a:pt x="11503" y="3060"/>
                  </a:cubicBezTo>
                  <a:cubicBezTo>
                    <a:pt x="11172" y="3179"/>
                    <a:pt x="10870" y="3302"/>
                    <a:pt x="10589" y="3426"/>
                  </a:cubicBezTo>
                  <a:cubicBezTo>
                    <a:pt x="11011" y="2803"/>
                    <a:pt x="11253" y="2209"/>
                    <a:pt x="10983" y="1340"/>
                  </a:cubicBezTo>
                  <a:cubicBezTo>
                    <a:pt x="10951" y="1239"/>
                    <a:pt x="10873" y="1196"/>
                    <a:pt x="10795" y="1196"/>
                  </a:cubicBezTo>
                  <a:cubicBezTo>
                    <a:pt x="10672" y="1196"/>
                    <a:pt x="10546" y="1303"/>
                    <a:pt x="10596" y="1460"/>
                  </a:cubicBezTo>
                  <a:cubicBezTo>
                    <a:pt x="10736" y="1913"/>
                    <a:pt x="10708" y="2272"/>
                    <a:pt x="10571" y="2617"/>
                  </a:cubicBezTo>
                  <a:cubicBezTo>
                    <a:pt x="10160" y="2360"/>
                    <a:pt x="9924" y="1864"/>
                    <a:pt x="9924" y="1857"/>
                  </a:cubicBezTo>
                  <a:cubicBezTo>
                    <a:pt x="9884" y="1773"/>
                    <a:pt x="9815" y="1738"/>
                    <a:pt x="9745" y="1738"/>
                  </a:cubicBezTo>
                  <a:cubicBezTo>
                    <a:pt x="9612" y="1738"/>
                    <a:pt x="9477" y="1868"/>
                    <a:pt x="9551" y="2030"/>
                  </a:cubicBezTo>
                  <a:cubicBezTo>
                    <a:pt x="9565" y="2058"/>
                    <a:pt x="9850" y="2662"/>
                    <a:pt x="10388" y="2979"/>
                  </a:cubicBezTo>
                  <a:cubicBezTo>
                    <a:pt x="10227" y="3232"/>
                    <a:pt x="10054" y="3478"/>
                    <a:pt x="9871" y="3714"/>
                  </a:cubicBezTo>
                  <a:lnTo>
                    <a:pt x="9808" y="3798"/>
                  </a:lnTo>
                  <a:cubicBezTo>
                    <a:pt x="8591" y="4431"/>
                    <a:pt x="8011" y="4997"/>
                    <a:pt x="7930" y="5082"/>
                  </a:cubicBezTo>
                  <a:cubicBezTo>
                    <a:pt x="7623" y="5031"/>
                    <a:pt x="7312" y="5005"/>
                    <a:pt x="7002" y="5005"/>
                  </a:cubicBezTo>
                  <a:cubicBezTo>
                    <a:pt x="6692" y="5005"/>
                    <a:pt x="6381" y="5031"/>
                    <a:pt x="6074" y="5082"/>
                  </a:cubicBezTo>
                  <a:cubicBezTo>
                    <a:pt x="5986" y="4994"/>
                    <a:pt x="5409" y="4431"/>
                    <a:pt x="4192" y="3798"/>
                  </a:cubicBezTo>
                  <a:lnTo>
                    <a:pt x="4133" y="3714"/>
                  </a:lnTo>
                  <a:cubicBezTo>
                    <a:pt x="3946" y="3478"/>
                    <a:pt x="3774" y="3232"/>
                    <a:pt x="3616" y="2979"/>
                  </a:cubicBezTo>
                  <a:cubicBezTo>
                    <a:pt x="3651" y="2958"/>
                    <a:pt x="3689" y="2937"/>
                    <a:pt x="3725" y="2909"/>
                  </a:cubicBezTo>
                  <a:cubicBezTo>
                    <a:pt x="3906" y="2782"/>
                    <a:pt x="3783" y="2535"/>
                    <a:pt x="3611" y="2535"/>
                  </a:cubicBezTo>
                  <a:cubicBezTo>
                    <a:pt x="3573" y="2535"/>
                    <a:pt x="3533" y="2547"/>
                    <a:pt x="3493" y="2575"/>
                  </a:cubicBezTo>
                  <a:cubicBezTo>
                    <a:pt x="3471" y="2589"/>
                    <a:pt x="3450" y="2603"/>
                    <a:pt x="3433" y="2617"/>
                  </a:cubicBezTo>
                  <a:cubicBezTo>
                    <a:pt x="3296" y="2272"/>
                    <a:pt x="3267" y="1913"/>
                    <a:pt x="3408" y="1460"/>
                  </a:cubicBezTo>
                  <a:cubicBezTo>
                    <a:pt x="3458" y="1303"/>
                    <a:pt x="3331" y="1196"/>
                    <a:pt x="3207" y="1196"/>
                  </a:cubicBezTo>
                  <a:cubicBezTo>
                    <a:pt x="3127" y="1196"/>
                    <a:pt x="3049" y="1239"/>
                    <a:pt x="3018" y="1340"/>
                  </a:cubicBezTo>
                  <a:cubicBezTo>
                    <a:pt x="2751" y="2209"/>
                    <a:pt x="2997" y="2803"/>
                    <a:pt x="3415" y="3426"/>
                  </a:cubicBezTo>
                  <a:cubicBezTo>
                    <a:pt x="3134" y="3302"/>
                    <a:pt x="2831" y="3179"/>
                    <a:pt x="2501" y="3060"/>
                  </a:cubicBezTo>
                  <a:cubicBezTo>
                    <a:pt x="2237" y="2965"/>
                    <a:pt x="1984" y="2842"/>
                    <a:pt x="1745" y="2694"/>
                  </a:cubicBezTo>
                  <a:cubicBezTo>
                    <a:pt x="2198" y="1991"/>
                    <a:pt x="2202" y="278"/>
                    <a:pt x="2202" y="204"/>
                  </a:cubicBezTo>
                  <a:cubicBezTo>
                    <a:pt x="2202" y="92"/>
                    <a:pt x="2111" y="1"/>
                    <a:pt x="19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06" name="Google Shape;20906;p90"/>
          <p:cNvSpPr/>
          <p:nvPr/>
        </p:nvSpPr>
        <p:spPr>
          <a:xfrm>
            <a:off x="6092032" y="1500050"/>
            <a:ext cx="11193" cy="22045"/>
          </a:xfrm>
          <a:custGeom>
            <a:rect b="b" l="l" r="r" t="t"/>
            <a:pathLst>
              <a:path extrusionOk="0" h="841" w="427">
                <a:moveTo>
                  <a:pt x="205" y="1"/>
                </a:moveTo>
                <a:cubicBezTo>
                  <a:pt x="92" y="1"/>
                  <a:pt x="1" y="92"/>
                  <a:pt x="1" y="204"/>
                </a:cubicBezTo>
                <a:cubicBezTo>
                  <a:pt x="1" y="212"/>
                  <a:pt x="1" y="387"/>
                  <a:pt x="15" y="651"/>
                </a:cubicBezTo>
                <a:cubicBezTo>
                  <a:pt x="18" y="757"/>
                  <a:pt x="110" y="841"/>
                  <a:pt x="219" y="841"/>
                </a:cubicBezTo>
                <a:lnTo>
                  <a:pt x="229" y="841"/>
                </a:lnTo>
                <a:cubicBezTo>
                  <a:pt x="342" y="837"/>
                  <a:pt x="426" y="739"/>
                  <a:pt x="419" y="626"/>
                </a:cubicBezTo>
                <a:cubicBezTo>
                  <a:pt x="409" y="377"/>
                  <a:pt x="409" y="204"/>
                  <a:pt x="409" y="204"/>
                </a:cubicBezTo>
                <a:cubicBezTo>
                  <a:pt x="409" y="92"/>
                  <a:pt x="317"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07" name="Google Shape;20907;p90"/>
          <p:cNvGrpSpPr/>
          <p:nvPr/>
        </p:nvGrpSpPr>
        <p:grpSpPr>
          <a:xfrm>
            <a:off x="3048709" y="1523327"/>
            <a:ext cx="366241" cy="317800"/>
            <a:chOff x="3048709" y="1523327"/>
            <a:chExt cx="366241" cy="317800"/>
          </a:xfrm>
        </p:grpSpPr>
        <p:sp>
          <p:nvSpPr>
            <p:cNvPr id="20908" name="Google Shape;20908;p90"/>
            <p:cNvSpPr/>
            <p:nvPr/>
          </p:nvSpPr>
          <p:spPr>
            <a:xfrm>
              <a:off x="3175341" y="1668911"/>
              <a:ext cx="237669" cy="164195"/>
            </a:xfrm>
            <a:custGeom>
              <a:rect b="b" l="l" r="r" t="t"/>
              <a:pathLst>
                <a:path extrusionOk="0" h="6264" w="9067">
                  <a:moveTo>
                    <a:pt x="2704" y="1"/>
                  </a:moveTo>
                  <a:cubicBezTo>
                    <a:pt x="2293" y="1"/>
                    <a:pt x="1857" y="14"/>
                    <a:pt x="1393" y="43"/>
                  </a:cubicBezTo>
                  <a:lnTo>
                    <a:pt x="947" y="1087"/>
                  </a:lnTo>
                  <a:cubicBezTo>
                    <a:pt x="1550" y="997"/>
                    <a:pt x="2140" y="955"/>
                    <a:pt x="2696" y="955"/>
                  </a:cubicBezTo>
                  <a:cubicBezTo>
                    <a:pt x="3382" y="955"/>
                    <a:pt x="4018" y="1020"/>
                    <a:pt x="4565" y="1140"/>
                  </a:cubicBezTo>
                  <a:cubicBezTo>
                    <a:pt x="6207" y="1506"/>
                    <a:pt x="7491" y="2202"/>
                    <a:pt x="7136" y="3127"/>
                  </a:cubicBezTo>
                  <a:cubicBezTo>
                    <a:pt x="6710" y="4245"/>
                    <a:pt x="4347" y="4976"/>
                    <a:pt x="2596" y="4980"/>
                  </a:cubicBezTo>
                  <a:cubicBezTo>
                    <a:pt x="2297" y="4980"/>
                    <a:pt x="1822" y="4962"/>
                    <a:pt x="1404" y="4857"/>
                  </a:cubicBezTo>
                  <a:lnTo>
                    <a:pt x="1" y="5841"/>
                  </a:lnTo>
                  <a:cubicBezTo>
                    <a:pt x="669" y="6122"/>
                    <a:pt x="1514" y="6263"/>
                    <a:pt x="2429" y="6263"/>
                  </a:cubicBezTo>
                  <a:cubicBezTo>
                    <a:pt x="3681" y="6263"/>
                    <a:pt x="5065" y="5998"/>
                    <a:pt x="6302" y="5462"/>
                  </a:cubicBezTo>
                  <a:cubicBezTo>
                    <a:pt x="8950" y="4319"/>
                    <a:pt x="9066" y="2849"/>
                    <a:pt x="8880" y="2255"/>
                  </a:cubicBezTo>
                  <a:cubicBezTo>
                    <a:pt x="8677" y="1623"/>
                    <a:pt x="7232" y="1"/>
                    <a:pt x="2704"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9" name="Google Shape;20909;p90"/>
            <p:cNvSpPr/>
            <p:nvPr/>
          </p:nvSpPr>
          <p:spPr>
            <a:xfrm>
              <a:off x="3200138" y="1684953"/>
              <a:ext cx="192138" cy="100499"/>
            </a:xfrm>
            <a:custGeom>
              <a:rect b="b" l="l" r="r" t="t"/>
              <a:pathLst>
                <a:path extrusionOk="0" h="3834" w="7330">
                  <a:moveTo>
                    <a:pt x="2676" y="1"/>
                  </a:moveTo>
                  <a:cubicBezTo>
                    <a:pt x="1889" y="1"/>
                    <a:pt x="1012" y="89"/>
                    <a:pt x="61" y="299"/>
                  </a:cubicBezTo>
                  <a:lnTo>
                    <a:pt x="1" y="475"/>
                  </a:lnTo>
                  <a:cubicBezTo>
                    <a:pt x="604" y="385"/>
                    <a:pt x="1194" y="343"/>
                    <a:pt x="1750" y="343"/>
                  </a:cubicBezTo>
                  <a:cubicBezTo>
                    <a:pt x="2436" y="343"/>
                    <a:pt x="3072" y="408"/>
                    <a:pt x="3619" y="528"/>
                  </a:cubicBezTo>
                  <a:cubicBezTo>
                    <a:pt x="5261" y="894"/>
                    <a:pt x="6545" y="1590"/>
                    <a:pt x="6193" y="2515"/>
                  </a:cubicBezTo>
                  <a:cubicBezTo>
                    <a:pt x="5982" y="3060"/>
                    <a:pt x="5314" y="3513"/>
                    <a:pt x="4481" y="3833"/>
                  </a:cubicBezTo>
                  <a:cubicBezTo>
                    <a:pt x="6049" y="3320"/>
                    <a:pt x="7329" y="2497"/>
                    <a:pt x="7027" y="1643"/>
                  </a:cubicBezTo>
                  <a:cubicBezTo>
                    <a:pt x="6757" y="884"/>
                    <a:pt x="5160" y="1"/>
                    <a:pt x="267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0" name="Google Shape;20910;p90"/>
            <p:cNvSpPr/>
            <p:nvPr/>
          </p:nvSpPr>
          <p:spPr>
            <a:xfrm>
              <a:off x="3086586" y="1528700"/>
              <a:ext cx="148992" cy="292427"/>
            </a:xfrm>
            <a:custGeom>
              <a:rect b="b" l="l" r="r" t="t"/>
              <a:pathLst>
                <a:path extrusionOk="0" h="11156" w="5684">
                  <a:moveTo>
                    <a:pt x="2949" y="0"/>
                  </a:moveTo>
                  <a:cubicBezTo>
                    <a:pt x="2040" y="0"/>
                    <a:pt x="1050" y="413"/>
                    <a:pt x="275" y="1264"/>
                  </a:cubicBezTo>
                  <a:cubicBezTo>
                    <a:pt x="1" y="1569"/>
                    <a:pt x="85" y="1974"/>
                    <a:pt x="591" y="2150"/>
                  </a:cubicBezTo>
                  <a:cubicBezTo>
                    <a:pt x="634" y="2279"/>
                    <a:pt x="891" y="2886"/>
                    <a:pt x="1972" y="2886"/>
                  </a:cubicBezTo>
                  <a:cubicBezTo>
                    <a:pt x="2125" y="2886"/>
                    <a:pt x="2295" y="2873"/>
                    <a:pt x="2483" y="2846"/>
                  </a:cubicBezTo>
                  <a:lnTo>
                    <a:pt x="2483" y="2846"/>
                  </a:lnTo>
                  <a:cubicBezTo>
                    <a:pt x="2483" y="2846"/>
                    <a:pt x="2536" y="3240"/>
                    <a:pt x="1798" y="5895"/>
                  </a:cubicBezTo>
                  <a:cubicBezTo>
                    <a:pt x="1439" y="7192"/>
                    <a:pt x="1080" y="9172"/>
                    <a:pt x="2413" y="10557"/>
                  </a:cubicBezTo>
                  <a:cubicBezTo>
                    <a:pt x="2670" y="10811"/>
                    <a:pt x="2972" y="11015"/>
                    <a:pt x="3303" y="11155"/>
                  </a:cubicBezTo>
                  <a:cubicBezTo>
                    <a:pt x="3939" y="10909"/>
                    <a:pt x="4554" y="10614"/>
                    <a:pt x="5142" y="10273"/>
                  </a:cubicBezTo>
                  <a:cubicBezTo>
                    <a:pt x="4797" y="10223"/>
                    <a:pt x="4449" y="10136"/>
                    <a:pt x="4210" y="9967"/>
                  </a:cubicBezTo>
                  <a:cubicBezTo>
                    <a:pt x="3063" y="9172"/>
                    <a:pt x="3651" y="7966"/>
                    <a:pt x="4368" y="6426"/>
                  </a:cubicBezTo>
                  <a:cubicBezTo>
                    <a:pt x="4572" y="6000"/>
                    <a:pt x="5356" y="4288"/>
                    <a:pt x="5472" y="3141"/>
                  </a:cubicBezTo>
                  <a:cubicBezTo>
                    <a:pt x="5683" y="1084"/>
                    <a:pt x="4423" y="0"/>
                    <a:pt x="2949"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1" name="Google Shape;20911;p90"/>
            <p:cNvSpPr/>
            <p:nvPr/>
          </p:nvSpPr>
          <p:spPr>
            <a:xfrm>
              <a:off x="3058748" y="1644848"/>
              <a:ext cx="276018" cy="190879"/>
            </a:xfrm>
            <a:custGeom>
              <a:rect b="b" l="l" r="r" t="t"/>
              <a:pathLst>
                <a:path extrusionOk="0" h="7282" w="10530">
                  <a:moveTo>
                    <a:pt x="10413" y="0"/>
                  </a:moveTo>
                  <a:cubicBezTo>
                    <a:pt x="10409" y="0"/>
                    <a:pt x="10406" y="0"/>
                    <a:pt x="10402" y="1"/>
                  </a:cubicBezTo>
                  <a:cubicBezTo>
                    <a:pt x="7927" y="265"/>
                    <a:pt x="7772" y="4083"/>
                    <a:pt x="6091" y="5304"/>
                  </a:cubicBezTo>
                  <a:cubicBezTo>
                    <a:pt x="5342" y="5846"/>
                    <a:pt x="4564" y="6077"/>
                    <a:pt x="3882" y="6077"/>
                  </a:cubicBezTo>
                  <a:cubicBezTo>
                    <a:pt x="2922" y="6077"/>
                    <a:pt x="2151" y="5619"/>
                    <a:pt x="1917" y="4924"/>
                  </a:cubicBezTo>
                  <a:cubicBezTo>
                    <a:pt x="1611" y="4006"/>
                    <a:pt x="2146" y="3341"/>
                    <a:pt x="2620" y="2944"/>
                  </a:cubicBezTo>
                  <a:lnTo>
                    <a:pt x="2923" y="1545"/>
                  </a:lnTo>
                  <a:lnTo>
                    <a:pt x="2923" y="1545"/>
                  </a:lnTo>
                  <a:cubicBezTo>
                    <a:pt x="1914" y="1938"/>
                    <a:pt x="1066" y="2709"/>
                    <a:pt x="757" y="3419"/>
                  </a:cubicBezTo>
                  <a:cubicBezTo>
                    <a:pt x="1" y="5157"/>
                    <a:pt x="1198" y="7282"/>
                    <a:pt x="3549" y="7282"/>
                  </a:cubicBezTo>
                  <a:cubicBezTo>
                    <a:pt x="4271" y="7282"/>
                    <a:pt x="5101" y="7082"/>
                    <a:pt x="6017" y="6608"/>
                  </a:cubicBezTo>
                  <a:cubicBezTo>
                    <a:pt x="9200" y="4966"/>
                    <a:pt x="8187" y="1344"/>
                    <a:pt x="10448" y="159"/>
                  </a:cubicBezTo>
                  <a:cubicBezTo>
                    <a:pt x="10529" y="119"/>
                    <a:pt x="10497" y="0"/>
                    <a:pt x="10413"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2" name="Google Shape;20912;p90"/>
            <p:cNvSpPr/>
            <p:nvPr/>
          </p:nvSpPr>
          <p:spPr>
            <a:xfrm>
              <a:off x="3067425" y="1649016"/>
              <a:ext cx="265218" cy="186712"/>
            </a:xfrm>
            <a:custGeom>
              <a:rect b="b" l="l" r="r" t="t"/>
              <a:pathLst>
                <a:path extrusionOk="0" h="7123" w="10118">
                  <a:moveTo>
                    <a:pt x="10117" y="0"/>
                  </a:moveTo>
                  <a:lnTo>
                    <a:pt x="10117" y="0"/>
                  </a:lnTo>
                  <a:cubicBezTo>
                    <a:pt x="9804" y="18"/>
                    <a:pt x="8679" y="201"/>
                    <a:pt x="7863" y="2578"/>
                  </a:cubicBezTo>
                  <a:cubicBezTo>
                    <a:pt x="7566" y="3436"/>
                    <a:pt x="6768" y="6622"/>
                    <a:pt x="2843" y="6622"/>
                  </a:cubicBezTo>
                  <a:cubicBezTo>
                    <a:pt x="2811" y="6622"/>
                    <a:pt x="2779" y="6622"/>
                    <a:pt x="2747" y="6622"/>
                  </a:cubicBezTo>
                  <a:cubicBezTo>
                    <a:pt x="1175" y="6600"/>
                    <a:pt x="173" y="5261"/>
                    <a:pt x="229" y="3949"/>
                  </a:cubicBezTo>
                  <a:lnTo>
                    <a:pt x="229" y="3949"/>
                  </a:lnTo>
                  <a:cubicBezTo>
                    <a:pt x="0" y="5514"/>
                    <a:pt x="1172" y="7123"/>
                    <a:pt x="3218" y="7123"/>
                  </a:cubicBezTo>
                  <a:cubicBezTo>
                    <a:pt x="3939" y="7123"/>
                    <a:pt x="4770" y="6922"/>
                    <a:pt x="5686" y="6449"/>
                  </a:cubicBezTo>
                  <a:cubicBezTo>
                    <a:pt x="8869" y="4807"/>
                    <a:pt x="7856" y="1185"/>
                    <a:pt x="10117"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3" name="Google Shape;20913;p90"/>
            <p:cNvSpPr/>
            <p:nvPr/>
          </p:nvSpPr>
          <p:spPr>
            <a:xfrm>
              <a:off x="3115524" y="1590850"/>
              <a:ext cx="82910" cy="213160"/>
            </a:xfrm>
            <a:custGeom>
              <a:rect b="b" l="l" r="r" t="t"/>
              <a:pathLst>
                <a:path extrusionOk="0" h="8132" w="3163">
                  <a:moveTo>
                    <a:pt x="2962" y="0"/>
                  </a:moveTo>
                  <a:cubicBezTo>
                    <a:pt x="2582" y="246"/>
                    <a:pt x="1379" y="475"/>
                    <a:pt x="1379" y="475"/>
                  </a:cubicBezTo>
                  <a:cubicBezTo>
                    <a:pt x="1379" y="475"/>
                    <a:pt x="1435" y="869"/>
                    <a:pt x="697" y="3527"/>
                  </a:cubicBezTo>
                  <a:cubicBezTo>
                    <a:pt x="345" y="4793"/>
                    <a:pt x="1" y="6710"/>
                    <a:pt x="1228" y="8092"/>
                  </a:cubicBezTo>
                  <a:cubicBezTo>
                    <a:pt x="1391" y="8119"/>
                    <a:pt x="1554" y="8132"/>
                    <a:pt x="1718" y="8132"/>
                  </a:cubicBezTo>
                  <a:cubicBezTo>
                    <a:pt x="1852" y="8132"/>
                    <a:pt x="1987" y="8123"/>
                    <a:pt x="2121" y="8106"/>
                  </a:cubicBezTo>
                  <a:cubicBezTo>
                    <a:pt x="778" y="6259"/>
                    <a:pt x="2068" y="3661"/>
                    <a:pt x="2599" y="2581"/>
                  </a:cubicBezTo>
                  <a:cubicBezTo>
                    <a:pt x="3162" y="1438"/>
                    <a:pt x="2962" y="0"/>
                    <a:pt x="2962"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4" name="Google Shape;20914;p90"/>
            <p:cNvSpPr/>
            <p:nvPr/>
          </p:nvSpPr>
          <p:spPr>
            <a:xfrm>
              <a:off x="3101606" y="1573707"/>
              <a:ext cx="91613" cy="31324"/>
            </a:xfrm>
            <a:custGeom>
              <a:rect b="b" l="l" r="r" t="t"/>
              <a:pathLst>
                <a:path extrusionOk="0" h="1195" w="3495">
                  <a:moveTo>
                    <a:pt x="2917" y="0"/>
                  </a:moveTo>
                  <a:cubicBezTo>
                    <a:pt x="2783" y="0"/>
                    <a:pt x="2633" y="33"/>
                    <a:pt x="2480" y="92"/>
                  </a:cubicBezTo>
                  <a:cubicBezTo>
                    <a:pt x="1684" y="394"/>
                    <a:pt x="1064" y="512"/>
                    <a:pt x="604" y="512"/>
                  </a:cubicBezTo>
                  <a:cubicBezTo>
                    <a:pt x="359" y="512"/>
                    <a:pt x="158" y="478"/>
                    <a:pt x="1" y="422"/>
                  </a:cubicBezTo>
                  <a:lnTo>
                    <a:pt x="1" y="422"/>
                  </a:lnTo>
                  <a:cubicBezTo>
                    <a:pt x="252" y="1009"/>
                    <a:pt x="809" y="1195"/>
                    <a:pt x="1406" y="1195"/>
                  </a:cubicBezTo>
                  <a:cubicBezTo>
                    <a:pt x="2395" y="1195"/>
                    <a:pt x="3495" y="685"/>
                    <a:pt x="3493" y="654"/>
                  </a:cubicBezTo>
                  <a:cubicBezTo>
                    <a:pt x="3483" y="189"/>
                    <a:pt x="3243" y="0"/>
                    <a:pt x="29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5" name="Google Shape;20915;p90"/>
            <p:cNvSpPr/>
            <p:nvPr/>
          </p:nvSpPr>
          <p:spPr>
            <a:xfrm>
              <a:off x="3048709" y="1523327"/>
              <a:ext cx="366241" cy="317800"/>
            </a:xfrm>
            <a:custGeom>
              <a:rect b="b" l="l" r="r" t="t"/>
              <a:pathLst>
                <a:path extrusionOk="0" h="12124" w="13972">
                  <a:moveTo>
                    <a:pt x="7382" y="5749"/>
                  </a:moveTo>
                  <a:cubicBezTo>
                    <a:pt x="7832" y="5749"/>
                    <a:pt x="8283" y="5769"/>
                    <a:pt x="8732" y="5808"/>
                  </a:cubicBezTo>
                  <a:cubicBezTo>
                    <a:pt x="8616" y="5980"/>
                    <a:pt x="8507" y="6163"/>
                    <a:pt x="8405" y="6353"/>
                  </a:cubicBezTo>
                  <a:cubicBezTo>
                    <a:pt x="8046" y="6320"/>
                    <a:pt x="7691" y="6304"/>
                    <a:pt x="7350" y="6304"/>
                  </a:cubicBezTo>
                  <a:cubicBezTo>
                    <a:pt x="6919" y="6304"/>
                    <a:pt x="6510" y="6330"/>
                    <a:pt x="6147" y="6381"/>
                  </a:cubicBezTo>
                  <a:cubicBezTo>
                    <a:pt x="6239" y="6184"/>
                    <a:pt x="6330" y="5984"/>
                    <a:pt x="6418" y="5780"/>
                  </a:cubicBezTo>
                  <a:cubicBezTo>
                    <a:pt x="6739" y="5759"/>
                    <a:pt x="7061" y="5749"/>
                    <a:pt x="7382" y="5749"/>
                  </a:cubicBezTo>
                  <a:close/>
                  <a:moveTo>
                    <a:pt x="7346" y="6710"/>
                  </a:moveTo>
                  <a:cubicBezTo>
                    <a:pt x="7623" y="6710"/>
                    <a:pt x="7910" y="6721"/>
                    <a:pt x="8201" y="6743"/>
                  </a:cubicBezTo>
                  <a:cubicBezTo>
                    <a:pt x="8078" y="6986"/>
                    <a:pt x="7965" y="7235"/>
                    <a:pt x="7849" y="7478"/>
                  </a:cubicBezTo>
                  <a:cubicBezTo>
                    <a:pt x="7410" y="8421"/>
                    <a:pt x="6998" y="9307"/>
                    <a:pt x="6355" y="9774"/>
                  </a:cubicBezTo>
                  <a:cubicBezTo>
                    <a:pt x="6203" y="9883"/>
                    <a:pt x="6042" y="9985"/>
                    <a:pt x="5880" y="10073"/>
                  </a:cubicBezTo>
                  <a:cubicBezTo>
                    <a:pt x="5845" y="10056"/>
                    <a:pt x="5813" y="10035"/>
                    <a:pt x="5781" y="10010"/>
                  </a:cubicBezTo>
                  <a:cubicBezTo>
                    <a:pt x="5324" y="9672"/>
                    <a:pt x="5155" y="9268"/>
                    <a:pt x="5236" y="8702"/>
                  </a:cubicBezTo>
                  <a:cubicBezTo>
                    <a:pt x="5314" y="8164"/>
                    <a:pt x="5602" y="7545"/>
                    <a:pt x="5940" y="6828"/>
                  </a:cubicBezTo>
                  <a:cubicBezTo>
                    <a:pt x="6340" y="6749"/>
                    <a:pt x="6824" y="6710"/>
                    <a:pt x="7346" y="6710"/>
                  </a:cubicBezTo>
                  <a:close/>
                  <a:moveTo>
                    <a:pt x="2687" y="8210"/>
                  </a:moveTo>
                  <a:cubicBezTo>
                    <a:pt x="2666" y="8895"/>
                    <a:pt x="2754" y="9556"/>
                    <a:pt x="3025" y="10161"/>
                  </a:cubicBezTo>
                  <a:cubicBezTo>
                    <a:pt x="2778" y="10003"/>
                    <a:pt x="2596" y="9767"/>
                    <a:pt x="2497" y="9493"/>
                  </a:cubicBezTo>
                  <a:cubicBezTo>
                    <a:pt x="2314" y="8952"/>
                    <a:pt x="2448" y="8540"/>
                    <a:pt x="2687" y="8210"/>
                  </a:cubicBezTo>
                  <a:close/>
                  <a:moveTo>
                    <a:pt x="9495" y="6919"/>
                  </a:moveTo>
                  <a:cubicBezTo>
                    <a:pt x="10617" y="7144"/>
                    <a:pt x="11471" y="7573"/>
                    <a:pt x="11738" y="8051"/>
                  </a:cubicBezTo>
                  <a:cubicBezTo>
                    <a:pt x="11840" y="8217"/>
                    <a:pt x="11854" y="8424"/>
                    <a:pt x="11780" y="8607"/>
                  </a:cubicBezTo>
                  <a:cubicBezTo>
                    <a:pt x="11608" y="9057"/>
                    <a:pt x="11021" y="9490"/>
                    <a:pt x="10128" y="9820"/>
                  </a:cubicBezTo>
                  <a:cubicBezTo>
                    <a:pt x="9417" y="10073"/>
                    <a:pt x="8682" y="10235"/>
                    <a:pt x="7933" y="10298"/>
                  </a:cubicBezTo>
                  <a:cubicBezTo>
                    <a:pt x="8640" y="9468"/>
                    <a:pt x="8967" y="8491"/>
                    <a:pt x="9266" y="7591"/>
                  </a:cubicBezTo>
                  <a:cubicBezTo>
                    <a:pt x="9344" y="7359"/>
                    <a:pt x="9417" y="7134"/>
                    <a:pt x="9495" y="6919"/>
                  </a:cubicBezTo>
                  <a:close/>
                  <a:moveTo>
                    <a:pt x="4414" y="404"/>
                  </a:moveTo>
                  <a:cubicBezTo>
                    <a:pt x="4782" y="404"/>
                    <a:pt x="5142" y="477"/>
                    <a:pt x="5472" y="628"/>
                  </a:cubicBezTo>
                  <a:cubicBezTo>
                    <a:pt x="6418" y="1064"/>
                    <a:pt x="6875" y="2045"/>
                    <a:pt x="6717" y="3318"/>
                  </a:cubicBezTo>
                  <a:cubicBezTo>
                    <a:pt x="6569" y="4535"/>
                    <a:pt x="6052" y="5632"/>
                    <a:pt x="5595" y="6603"/>
                  </a:cubicBezTo>
                  <a:cubicBezTo>
                    <a:pt x="5233" y="7369"/>
                    <a:pt x="4920" y="8034"/>
                    <a:pt x="4832" y="8646"/>
                  </a:cubicBezTo>
                  <a:cubicBezTo>
                    <a:pt x="4734" y="9321"/>
                    <a:pt x="4937" y="9855"/>
                    <a:pt x="5451" y="10274"/>
                  </a:cubicBezTo>
                  <a:cubicBezTo>
                    <a:pt x="5247" y="10355"/>
                    <a:pt x="5036" y="10414"/>
                    <a:pt x="4818" y="10457"/>
                  </a:cubicBezTo>
                  <a:cubicBezTo>
                    <a:pt x="4716" y="10316"/>
                    <a:pt x="4624" y="10165"/>
                    <a:pt x="4544" y="10010"/>
                  </a:cubicBezTo>
                  <a:cubicBezTo>
                    <a:pt x="4503" y="9929"/>
                    <a:pt x="4435" y="9896"/>
                    <a:pt x="4368" y="9896"/>
                  </a:cubicBezTo>
                  <a:cubicBezTo>
                    <a:pt x="4233" y="9896"/>
                    <a:pt x="4099" y="10031"/>
                    <a:pt x="4181" y="10193"/>
                  </a:cubicBezTo>
                  <a:cubicBezTo>
                    <a:pt x="4234" y="10302"/>
                    <a:pt x="4294" y="10407"/>
                    <a:pt x="4361" y="10509"/>
                  </a:cubicBezTo>
                  <a:cubicBezTo>
                    <a:pt x="4334" y="10510"/>
                    <a:pt x="4307" y="10510"/>
                    <a:pt x="4280" y="10510"/>
                  </a:cubicBezTo>
                  <a:cubicBezTo>
                    <a:pt x="4064" y="10510"/>
                    <a:pt x="3846" y="10485"/>
                    <a:pt x="3636" y="10432"/>
                  </a:cubicBezTo>
                  <a:lnTo>
                    <a:pt x="3633" y="10425"/>
                  </a:lnTo>
                  <a:cubicBezTo>
                    <a:pt x="2652" y="8948"/>
                    <a:pt x="3207" y="6859"/>
                    <a:pt x="3696" y="5017"/>
                  </a:cubicBezTo>
                  <a:cubicBezTo>
                    <a:pt x="3868" y="4366"/>
                    <a:pt x="4030" y="3754"/>
                    <a:pt x="4129" y="3181"/>
                  </a:cubicBezTo>
                  <a:cubicBezTo>
                    <a:pt x="4537" y="3104"/>
                    <a:pt x="4941" y="2995"/>
                    <a:pt x="5335" y="2858"/>
                  </a:cubicBezTo>
                  <a:cubicBezTo>
                    <a:pt x="5342" y="2995"/>
                    <a:pt x="5342" y="3128"/>
                    <a:pt x="5335" y="3269"/>
                  </a:cubicBezTo>
                  <a:cubicBezTo>
                    <a:pt x="5331" y="3381"/>
                    <a:pt x="5419" y="3476"/>
                    <a:pt x="5532" y="3480"/>
                  </a:cubicBezTo>
                  <a:lnTo>
                    <a:pt x="5539" y="3480"/>
                  </a:lnTo>
                  <a:cubicBezTo>
                    <a:pt x="5648" y="3480"/>
                    <a:pt x="5739" y="3392"/>
                    <a:pt x="5743" y="3283"/>
                  </a:cubicBezTo>
                  <a:cubicBezTo>
                    <a:pt x="5753" y="3040"/>
                    <a:pt x="5743" y="2794"/>
                    <a:pt x="5715" y="2548"/>
                  </a:cubicBezTo>
                  <a:cubicBezTo>
                    <a:pt x="5703" y="2441"/>
                    <a:pt x="5614" y="2368"/>
                    <a:pt x="5513" y="2368"/>
                  </a:cubicBezTo>
                  <a:cubicBezTo>
                    <a:pt x="5488" y="2368"/>
                    <a:pt x="5462" y="2373"/>
                    <a:pt x="5437" y="2383"/>
                  </a:cubicBezTo>
                  <a:cubicBezTo>
                    <a:pt x="4966" y="2566"/>
                    <a:pt x="4477" y="2703"/>
                    <a:pt x="3981" y="2794"/>
                  </a:cubicBezTo>
                  <a:cubicBezTo>
                    <a:pt x="3768" y="2830"/>
                    <a:pt x="3537" y="2856"/>
                    <a:pt x="3312" y="2856"/>
                  </a:cubicBezTo>
                  <a:cubicBezTo>
                    <a:pt x="2983" y="2856"/>
                    <a:pt x="2670" y="2800"/>
                    <a:pt x="2455" y="2640"/>
                  </a:cubicBezTo>
                  <a:cubicBezTo>
                    <a:pt x="2479" y="2640"/>
                    <a:pt x="2504" y="2643"/>
                    <a:pt x="2532" y="2647"/>
                  </a:cubicBezTo>
                  <a:cubicBezTo>
                    <a:pt x="2561" y="2647"/>
                    <a:pt x="2590" y="2648"/>
                    <a:pt x="2620" y="2648"/>
                  </a:cubicBezTo>
                  <a:cubicBezTo>
                    <a:pt x="3160" y="2648"/>
                    <a:pt x="3815" y="2497"/>
                    <a:pt x="4572" y="2200"/>
                  </a:cubicBezTo>
                  <a:cubicBezTo>
                    <a:pt x="4796" y="2113"/>
                    <a:pt x="4706" y="1804"/>
                    <a:pt x="4505" y="1804"/>
                  </a:cubicBezTo>
                  <a:cubicBezTo>
                    <a:pt x="4480" y="1804"/>
                    <a:pt x="4453" y="1809"/>
                    <a:pt x="4424" y="1820"/>
                  </a:cubicBezTo>
                  <a:cubicBezTo>
                    <a:pt x="3663" y="2119"/>
                    <a:pt x="3051" y="2238"/>
                    <a:pt x="2607" y="2238"/>
                  </a:cubicBezTo>
                  <a:cubicBezTo>
                    <a:pt x="2192" y="2238"/>
                    <a:pt x="1923" y="2134"/>
                    <a:pt x="1815" y="1975"/>
                  </a:cubicBezTo>
                  <a:cubicBezTo>
                    <a:pt x="1706" y="1817"/>
                    <a:pt x="1818" y="1662"/>
                    <a:pt x="1871" y="1602"/>
                  </a:cubicBezTo>
                  <a:cubicBezTo>
                    <a:pt x="2575" y="831"/>
                    <a:pt x="3521" y="404"/>
                    <a:pt x="4414" y="404"/>
                  </a:cubicBezTo>
                  <a:close/>
                  <a:moveTo>
                    <a:pt x="9924" y="5966"/>
                  </a:moveTo>
                  <a:cubicBezTo>
                    <a:pt x="10989" y="6156"/>
                    <a:pt x="11889" y="6455"/>
                    <a:pt x="12533" y="6835"/>
                  </a:cubicBezTo>
                  <a:cubicBezTo>
                    <a:pt x="13004" y="7109"/>
                    <a:pt x="13563" y="7566"/>
                    <a:pt x="13563" y="8178"/>
                  </a:cubicBezTo>
                  <a:cubicBezTo>
                    <a:pt x="13567" y="8828"/>
                    <a:pt x="13229" y="9433"/>
                    <a:pt x="12565" y="9975"/>
                  </a:cubicBezTo>
                  <a:lnTo>
                    <a:pt x="12561" y="9975"/>
                  </a:lnTo>
                  <a:cubicBezTo>
                    <a:pt x="11791" y="10604"/>
                    <a:pt x="10617" y="11107"/>
                    <a:pt x="9259" y="11385"/>
                  </a:cubicBezTo>
                  <a:cubicBezTo>
                    <a:pt x="8529" y="11535"/>
                    <a:pt x="7784" y="11609"/>
                    <a:pt x="7085" y="11609"/>
                  </a:cubicBezTo>
                  <a:cubicBezTo>
                    <a:pt x="6783" y="11609"/>
                    <a:pt x="6490" y="11595"/>
                    <a:pt x="6210" y="11568"/>
                  </a:cubicBezTo>
                  <a:cubicBezTo>
                    <a:pt x="6302" y="11522"/>
                    <a:pt x="6397" y="11476"/>
                    <a:pt x="6495" y="11427"/>
                  </a:cubicBezTo>
                  <a:cubicBezTo>
                    <a:pt x="6861" y="11241"/>
                    <a:pt x="7199" y="11009"/>
                    <a:pt x="7508" y="10734"/>
                  </a:cubicBezTo>
                  <a:cubicBezTo>
                    <a:pt x="8447" y="10699"/>
                    <a:pt x="9379" y="10520"/>
                    <a:pt x="10265" y="10200"/>
                  </a:cubicBezTo>
                  <a:cubicBezTo>
                    <a:pt x="10979" y="9936"/>
                    <a:pt x="11886" y="9472"/>
                    <a:pt x="12160" y="8751"/>
                  </a:cubicBezTo>
                  <a:cubicBezTo>
                    <a:pt x="12276" y="8456"/>
                    <a:pt x="12252" y="8125"/>
                    <a:pt x="12093" y="7851"/>
                  </a:cubicBezTo>
                  <a:cubicBezTo>
                    <a:pt x="11766" y="7274"/>
                    <a:pt x="10863" y="6789"/>
                    <a:pt x="9642" y="6532"/>
                  </a:cubicBezTo>
                  <a:cubicBezTo>
                    <a:pt x="9723" y="6339"/>
                    <a:pt x="9818" y="6149"/>
                    <a:pt x="9924" y="5966"/>
                  </a:cubicBezTo>
                  <a:close/>
                  <a:moveTo>
                    <a:pt x="10166" y="5013"/>
                  </a:moveTo>
                  <a:lnTo>
                    <a:pt x="10166" y="5013"/>
                  </a:lnTo>
                  <a:cubicBezTo>
                    <a:pt x="9491" y="5628"/>
                    <a:pt x="9192" y="6525"/>
                    <a:pt x="8879" y="7461"/>
                  </a:cubicBezTo>
                  <a:cubicBezTo>
                    <a:pt x="8429" y="8814"/>
                    <a:pt x="7965" y="10210"/>
                    <a:pt x="6309" y="11065"/>
                  </a:cubicBezTo>
                  <a:cubicBezTo>
                    <a:pt x="5471" y="11500"/>
                    <a:pt x="4675" y="11717"/>
                    <a:pt x="3937" y="11717"/>
                  </a:cubicBezTo>
                  <a:cubicBezTo>
                    <a:pt x="3851" y="11717"/>
                    <a:pt x="3766" y="11714"/>
                    <a:pt x="3682" y="11708"/>
                  </a:cubicBezTo>
                  <a:cubicBezTo>
                    <a:pt x="2989" y="11659"/>
                    <a:pt x="2377" y="11402"/>
                    <a:pt x="1917" y="10973"/>
                  </a:cubicBezTo>
                  <a:cubicBezTo>
                    <a:pt x="1541" y="10618"/>
                    <a:pt x="1277" y="10158"/>
                    <a:pt x="1171" y="9655"/>
                  </a:cubicBezTo>
                  <a:cubicBezTo>
                    <a:pt x="1062" y="9141"/>
                    <a:pt x="1115" y="8610"/>
                    <a:pt x="1326" y="8132"/>
                  </a:cubicBezTo>
                  <a:cubicBezTo>
                    <a:pt x="1565" y="7584"/>
                    <a:pt x="2170" y="7003"/>
                    <a:pt x="2884" y="6627"/>
                  </a:cubicBezTo>
                  <a:lnTo>
                    <a:pt x="2884" y="6627"/>
                  </a:lnTo>
                  <a:cubicBezTo>
                    <a:pt x="2821" y="6933"/>
                    <a:pt x="2768" y="7239"/>
                    <a:pt x="2733" y="7541"/>
                  </a:cubicBezTo>
                  <a:cubicBezTo>
                    <a:pt x="2290" y="7963"/>
                    <a:pt x="1773" y="8628"/>
                    <a:pt x="2107" y="9623"/>
                  </a:cubicBezTo>
                  <a:cubicBezTo>
                    <a:pt x="2290" y="10158"/>
                    <a:pt x="2754" y="10580"/>
                    <a:pt x="3387" y="10784"/>
                  </a:cubicBezTo>
                  <a:cubicBezTo>
                    <a:pt x="3661" y="10868"/>
                    <a:pt x="3946" y="10914"/>
                    <a:pt x="4234" y="10914"/>
                  </a:cubicBezTo>
                  <a:cubicBezTo>
                    <a:pt x="4244" y="10914"/>
                    <a:pt x="4255" y="10914"/>
                    <a:pt x="4266" y="10914"/>
                  </a:cubicBezTo>
                  <a:cubicBezTo>
                    <a:pt x="5036" y="10914"/>
                    <a:pt x="5862" y="10636"/>
                    <a:pt x="6597" y="10101"/>
                  </a:cubicBezTo>
                  <a:cubicBezTo>
                    <a:pt x="7329" y="9570"/>
                    <a:pt x="7779" y="8596"/>
                    <a:pt x="8218" y="7650"/>
                  </a:cubicBezTo>
                  <a:cubicBezTo>
                    <a:pt x="8746" y="6518"/>
                    <a:pt x="9249" y="5435"/>
                    <a:pt x="10166" y="5013"/>
                  </a:cubicBezTo>
                  <a:close/>
                  <a:moveTo>
                    <a:pt x="4407" y="0"/>
                  </a:moveTo>
                  <a:cubicBezTo>
                    <a:pt x="4136" y="0"/>
                    <a:pt x="3859" y="33"/>
                    <a:pt x="3584" y="101"/>
                  </a:cubicBezTo>
                  <a:cubicBezTo>
                    <a:pt x="2828" y="287"/>
                    <a:pt x="2131" y="712"/>
                    <a:pt x="1572" y="1328"/>
                  </a:cubicBezTo>
                  <a:cubicBezTo>
                    <a:pt x="1330" y="1592"/>
                    <a:pt x="1294" y="1936"/>
                    <a:pt x="1477" y="2203"/>
                  </a:cubicBezTo>
                  <a:cubicBezTo>
                    <a:pt x="1534" y="2284"/>
                    <a:pt x="1604" y="2355"/>
                    <a:pt x="1685" y="2407"/>
                  </a:cubicBezTo>
                  <a:lnTo>
                    <a:pt x="858" y="3005"/>
                  </a:lnTo>
                  <a:lnTo>
                    <a:pt x="271" y="3005"/>
                  </a:lnTo>
                  <a:cubicBezTo>
                    <a:pt x="0" y="3005"/>
                    <a:pt x="0" y="3413"/>
                    <a:pt x="271" y="3413"/>
                  </a:cubicBezTo>
                  <a:lnTo>
                    <a:pt x="640" y="3413"/>
                  </a:lnTo>
                  <a:lnTo>
                    <a:pt x="510" y="3796"/>
                  </a:lnTo>
                  <a:cubicBezTo>
                    <a:pt x="458" y="3955"/>
                    <a:pt x="585" y="4066"/>
                    <a:pt x="710" y="4066"/>
                  </a:cubicBezTo>
                  <a:cubicBezTo>
                    <a:pt x="787" y="4066"/>
                    <a:pt x="864" y="4024"/>
                    <a:pt x="897" y="3927"/>
                  </a:cubicBezTo>
                  <a:lnTo>
                    <a:pt x="1094" y="3336"/>
                  </a:lnTo>
                  <a:lnTo>
                    <a:pt x="1959" y="2710"/>
                  </a:lnTo>
                  <a:cubicBezTo>
                    <a:pt x="2242" y="3131"/>
                    <a:pt x="2771" y="3262"/>
                    <a:pt x="3311" y="3262"/>
                  </a:cubicBezTo>
                  <a:cubicBezTo>
                    <a:pt x="3442" y="3262"/>
                    <a:pt x="3574" y="3254"/>
                    <a:pt x="3703" y="3241"/>
                  </a:cubicBezTo>
                  <a:lnTo>
                    <a:pt x="3703" y="3241"/>
                  </a:lnTo>
                  <a:cubicBezTo>
                    <a:pt x="3605" y="3761"/>
                    <a:pt x="3457" y="4320"/>
                    <a:pt x="3299" y="4911"/>
                  </a:cubicBezTo>
                  <a:cubicBezTo>
                    <a:pt x="3197" y="5308"/>
                    <a:pt x="3088" y="5709"/>
                    <a:pt x="2993" y="6121"/>
                  </a:cubicBezTo>
                  <a:cubicBezTo>
                    <a:pt x="2061" y="6532"/>
                    <a:pt x="1266" y="7253"/>
                    <a:pt x="953" y="7970"/>
                  </a:cubicBezTo>
                  <a:cubicBezTo>
                    <a:pt x="458" y="9106"/>
                    <a:pt x="732" y="10425"/>
                    <a:pt x="1636" y="11269"/>
                  </a:cubicBezTo>
                  <a:cubicBezTo>
                    <a:pt x="2166" y="11765"/>
                    <a:pt x="2863" y="12057"/>
                    <a:pt x="3650" y="12113"/>
                  </a:cubicBezTo>
                  <a:cubicBezTo>
                    <a:pt x="3745" y="12120"/>
                    <a:pt x="3840" y="12123"/>
                    <a:pt x="3935" y="12123"/>
                  </a:cubicBezTo>
                  <a:cubicBezTo>
                    <a:pt x="4452" y="12116"/>
                    <a:pt x="4966" y="12028"/>
                    <a:pt x="5454" y="11863"/>
                  </a:cubicBezTo>
                  <a:cubicBezTo>
                    <a:pt x="5974" y="11965"/>
                    <a:pt x="6504" y="12015"/>
                    <a:pt x="7032" y="12015"/>
                  </a:cubicBezTo>
                  <a:cubicBezTo>
                    <a:pt x="7050" y="12015"/>
                    <a:pt x="7068" y="12014"/>
                    <a:pt x="7086" y="12014"/>
                  </a:cubicBezTo>
                  <a:cubicBezTo>
                    <a:pt x="7842" y="12011"/>
                    <a:pt x="8598" y="11933"/>
                    <a:pt x="9340" y="11782"/>
                  </a:cubicBezTo>
                  <a:cubicBezTo>
                    <a:pt x="10761" y="11490"/>
                    <a:pt x="11995" y="10959"/>
                    <a:pt x="12821" y="10288"/>
                  </a:cubicBezTo>
                  <a:cubicBezTo>
                    <a:pt x="13570" y="9672"/>
                    <a:pt x="13971" y="8944"/>
                    <a:pt x="13971" y="8178"/>
                  </a:cubicBezTo>
                  <a:cubicBezTo>
                    <a:pt x="13971" y="7014"/>
                    <a:pt x="12558" y="6057"/>
                    <a:pt x="10177" y="5600"/>
                  </a:cubicBezTo>
                  <a:cubicBezTo>
                    <a:pt x="10465" y="5235"/>
                    <a:pt x="10856" y="4964"/>
                    <a:pt x="11295" y="4816"/>
                  </a:cubicBezTo>
                  <a:cubicBezTo>
                    <a:pt x="11506" y="4742"/>
                    <a:pt x="11464" y="4433"/>
                    <a:pt x="11239" y="4419"/>
                  </a:cubicBezTo>
                  <a:cubicBezTo>
                    <a:pt x="11183" y="4416"/>
                    <a:pt x="11128" y="4414"/>
                    <a:pt x="11073" y="4414"/>
                  </a:cubicBezTo>
                  <a:cubicBezTo>
                    <a:pt x="10286" y="4414"/>
                    <a:pt x="9629" y="4723"/>
                    <a:pt x="9073" y="5361"/>
                  </a:cubicBezTo>
                  <a:cubicBezTo>
                    <a:pt x="9052" y="5382"/>
                    <a:pt x="9034" y="5403"/>
                    <a:pt x="9013" y="5428"/>
                  </a:cubicBezTo>
                  <a:cubicBezTo>
                    <a:pt x="8466" y="5371"/>
                    <a:pt x="7917" y="5343"/>
                    <a:pt x="7368" y="5343"/>
                  </a:cubicBezTo>
                  <a:cubicBezTo>
                    <a:pt x="7109" y="5343"/>
                    <a:pt x="6849" y="5349"/>
                    <a:pt x="6590" y="5361"/>
                  </a:cubicBezTo>
                  <a:cubicBezTo>
                    <a:pt x="6833" y="4742"/>
                    <a:pt x="7033" y="4081"/>
                    <a:pt x="7121" y="3371"/>
                  </a:cubicBezTo>
                  <a:cubicBezTo>
                    <a:pt x="7216" y="2615"/>
                    <a:pt x="7118" y="1954"/>
                    <a:pt x="6836" y="1402"/>
                  </a:cubicBezTo>
                  <a:cubicBezTo>
                    <a:pt x="6580" y="895"/>
                    <a:pt x="6158" y="494"/>
                    <a:pt x="5641" y="259"/>
                  </a:cubicBezTo>
                  <a:cubicBezTo>
                    <a:pt x="5267" y="87"/>
                    <a:pt x="4845" y="0"/>
                    <a:pt x="4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6" name="Google Shape;20916;p90"/>
            <p:cNvSpPr/>
            <p:nvPr/>
          </p:nvSpPr>
          <p:spPr>
            <a:xfrm>
              <a:off x="3144568" y="1550273"/>
              <a:ext cx="10721" cy="13945"/>
            </a:xfrm>
            <a:custGeom>
              <a:rect b="b" l="l" r="r" t="t"/>
              <a:pathLst>
                <a:path extrusionOk="0" h="532" w="409">
                  <a:moveTo>
                    <a:pt x="211" y="1"/>
                  </a:moveTo>
                  <a:cubicBezTo>
                    <a:pt x="209" y="1"/>
                    <a:pt x="207" y="1"/>
                    <a:pt x="204" y="1"/>
                  </a:cubicBezTo>
                  <a:cubicBezTo>
                    <a:pt x="92" y="1"/>
                    <a:pt x="0" y="89"/>
                    <a:pt x="0" y="201"/>
                  </a:cubicBezTo>
                  <a:lnTo>
                    <a:pt x="0" y="332"/>
                  </a:lnTo>
                  <a:cubicBezTo>
                    <a:pt x="0" y="441"/>
                    <a:pt x="92" y="532"/>
                    <a:pt x="204" y="532"/>
                  </a:cubicBezTo>
                  <a:cubicBezTo>
                    <a:pt x="317" y="532"/>
                    <a:pt x="408" y="441"/>
                    <a:pt x="408" y="332"/>
                  </a:cubicBezTo>
                  <a:lnTo>
                    <a:pt x="408" y="201"/>
                  </a:lnTo>
                  <a:cubicBezTo>
                    <a:pt x="408" y="91"/>
                    <a:pt x="320"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7" name="Google Shape;20917;p90"/>
            <p:cNvSpPr/>
            <p:nvPr/>
          </p:nvSpPr>
          <p:spPr>
            <a:xfrm>
              <a:off x="3146036" y="1626054"/>
              <a:ext cx="51114" cy="144457"/>
            </a:xfrm>
            <a:custGeom>
              <a:rect b="b" l="l" r="r" t="t"/>
              <a:pathLst>
                <a:path extrusionOk="0" h="5511" w="1950">
                  <a:moveTo>
                    <a:pt x="1713" y="1"/>
                  </a:moveTo>
                  <a:cubicBezTo>
                    <a:pt x="1627" y="1"/>
                    <a:pt x="1542" y="50"/>
                    <a:pt x="1520" y="162"/>
                  </a:cubicBezTo>
                  <a:cubicBezTo>
                    <a:pt x="1376" y="862"/>
                    <a:pt x="1105" y="1534"/>
                    <a:pt x="841" y="2184"/>
                  </a:cubicBezTo>
                  <a:cubicBezTo>
                    <a:pt x="409" y="3257"/>
                    <a:pt x="1" y="4273"/>
                    <a:pt x="162" y="5338"/>
                  </a:cubicBezTo>
                  <a:cubicBezTo>
                    <a:pt x="180" y="5437"/>
                    <a:pt x="264" y="5511"/>
                    <a:pt x="366" y="5511"/>
                  </a:cubicBezTo>
                  <a:cubicBezTo>
                    <a:pt x="490" y="5511"/>
                    <a:pt x="584" y="5398"/>
                    <a:pt x="567" y="5275"/>
                  </a:cubicBezTo>
                  <a:cubicBezTo>
                    <a:pt x="419" y="4322"/>
                    <a:pt x="810" y="3355"/>
                    <a:pt x="1221" y="2335"/>
                  </a:cubicBezTo>
                  <a:cubicBezTo>
                    <a:pt x="1488" y="1671"/>
                    <a:pt x="1766" y="982"/>
                    <a:pt x="1917" y="247"/>
                  </a:cubicBezTo>
                  <a:cubicBezTo>
                    <a:pt x="1950" y="93"/>
                    <a:pt x="1830" y="1"/>
                    <a:pt x="1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18" name="Google Shape;20918;p90"/>
          <p:cNvGrpSpPr/>
          <p:nvPr/>
        </p:nvGrpSpPr>
        <p:grpSpPr>
          <a:xfrm>
            <a:off x="7423706" y="1506760"/>
            <a:ext cx="365297" cy="351038"/>
            <a:chOff x="7423706" y="1506760"/>
            <a:chExt cx="365297" cy="351038"/>
          </a:xfrm>
        </p:grpSpPr>
        <p:sp>
          <p:nvSpPr>
            <p:cNvPr id="20919" name="Google Shape;20919;p90"/>
            <p:cNvSpPr/>
            <p:nvPr/>
          </p:nvSpPr>
          <p:spPr>
            <a:xfrm>
              <a:off x="7657731" y="1512160"/>
              <a:ext cx="121233" cy="129044"/>
            </a:xfrm>
            <a:custGeom>
              <a:rect b="b" l="l" r="r" t="t"/>
              <a:pathLst>
                <a:path extrusionOk="0" h="4923" w="4625">
                  <a:moveTo>
                    <a:pt x="4223" y="1"/>
                  </a:moveTo>
                  <a:cubicBezTo>
                    <a:pt x="2221" y="1"/>
                    <a:pt x="517" y="1530"/>
                    <a:pt x="0" y="2091"/>
                  </a:cubicBezTo>
                  <a:lnTo>
                    <a:pt x="2613" y="4922"/>
                  </a:lnTo>
                  <a:cubicBezTo>
                    <a:pt x="4136" y="4050"/>
                    <a:pt x="4480" y="2928"/>
                    <a:pt x="4336" y="1529"/>
                  </a:cubicBezTo>
                  <a:cubicBezTo>
                    <a:pt x="4276" y="959"/>
                    <a:pt x="4403" y="579"/>
                    <a:pt x="4540" y="344"/>
                  </a:cubicBezTo>
                  <a:cubicBezTo>
                    <a:pt x="4624" y="196"/>
                    <a:pt x="4522" y="10"/>
                    <a:pt x="4350" y="3"/>
                  </a:cubicBezTo>
                  <a:cubicBezTo>
                    <a:pt x="4308" y="1"/>
                    <a:pt x="4265" y="1"/>
                    <a:pt x="422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0" name="Google Shape;20920;p90"/>
            <p:cNvSpPr/>
            <p:nvPr/>
          </p:nvSpPr>
          <p:spPr>
            <a:xfrm>
              <a:off x="7688688" y="1514519"/>
              <a:ext cx="89254" cy="126685"/>
            </a:xfrm>
            <a:custGeom>
              <a:rect b="b" l="l" r="r" t="t"/>
              <a:pathLst>
                <a:path extrusionOk="0" h="4833" w="3405">
                  <a:moveTo>
                    <a:pt x="3338" y="1"/>
                  </a:moveTo>
                  <a:cubicBezTo>
                    <a:pt x="2308" y="247"/>
                    <a:pt x="876" y="1122"/>
                    <a:pt x="1" y="3281"/>
                  </a:cubicBezTo>
                  <a:lnTo>
                    <a:pt x="1432" y="4832"/>
                  </a:lnTo>
                  <a:cubicBezTo>
                    <a:pt x="2955" y="3964"/>
                    <a:pt x="3299" y="2838"/>
                    <a:pt x="3155" y="1439"/>
                  </a:cubicBezTo>
                  <a:cubicBezTo>
                    <a:pt x="3095" y="873"/>
                    <a:pt x="3222" y="489"/>
                    <a:pt x="3359" y="254"/>
                  </a:cubicBezTo>
                  <a:cubicBezTo>
                    <a:pt x="3405" y="173"/>
                    <a:pt x="3398" y="74"/>
                    <a:pt x="3338"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1" name="Google Shape;20921;p90"/>
            <p:cNvSpPr/>
            <p:nvPr/>
          </p:nvSpPr>
          <p:spPr>
            <a:xfrm>
              <a:off x="7433745" y="1512160"/>
              <a:ext cx="121233" cy="129044"/>
            </a:xfrm>
            <a:custGeom>
              <a:rect b="b" l="l" r="r" t="t"/>
              <a:pathLst>
                <a:path extrusionOk="0" h="4923" w="4625">
                  <a:moveTo>
                    <a:pt x="401" y="1"/>
                  </a:moveTo>
                  <a:cubicBezTo>
                    <a:pt x="359" y="1"/>
                    <a:pt x="317" y="1"/>
                    <a:pt x="275" y="3"/>
                  </a:cubicBezTo>
                  <a:cubicBezTo>
                    <a:pt x="102" y="10"/>
                    <a:pt x="0" y="196"/>
                    <a:pt x="85" y="344"/>
                  </a:cubicBezTo>
                  <a:cubicBezTo>
                    <a:pt x="222" y="579"/>
                    <a:pt x="348" y="959"/>
                    <a:pt x="289" y="1529"/>
                  </a:cubicBezTo>
                  <a:cubicBezTo>
                    <a:pt x="144" y="2928"/>
                    <a:pt x="489" y="4050"/>
                    <a:pt x="2012" y="4922"/>
                  </a:cubicBezTo>
                  <a:lnTo>
                    <a:pt x="4624" y="2091"/>
                  </a:lnTo>
                  <a:cubicBezTo>
                    <a:pt x="4108" y="1530"/>
                    <a:pt x="2404" y="1"/>
                    <a:pt x="401"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2" name="Google Shape;20922;p90"/>
            <p:cNvSpPr/>
            <p:nvPr/>
          </p:nvSpPr>
          <p:spPr>
            <a:xfrm>
              <a:off x="7434742" y="1514519"/>
              <a:ext cx="89254" cy="126685"/>
            </a:xfrm>
            <a:custGeom>
              <a:rect b="b" l="l" r="r" t="t"/>
              <a:pathLst>
                <a:path extrusionOk="0" h="4833" w="3405">
                  <a:moveTo>
                    <a:pt x="68" y="1"/>
                  </a:moveTo>
                  <a:cubicBezTo>
                    <a:pt x="8" y="74"/>
                    <a:pt x="1" y="173"/>
                    <a:pt x="50" y="254"/>
                  </a:cubicBezTo>
                  <a:cubicBezTo>
                    <a:pt x="184" y="489"/>
                    <a:pt x="314" y="873"/>
                    <a:pt x="251" y="1439"/>
                  </a:cubicBezTo>
                  <a:cubicBezTo>
                    <a:pt x="106" y="2838"/>
                    <a:pt x="451" y="3964"/>
                    <a:pt x="1974" y="4832"/>
                  </a:cubicBezTo>
                  <a:lnTo>
                    <a:pt x="3405" y="3281"/>
                  </a:lnTo>
                  <a:cubicBezTo>
                    <a:pt x="2529" y="1122"/>
                    <a:pt x="1098" y="247"/>
                    <a:pt x="68"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3" name="Google Shape;20923;p90"/>
            <p:cNvSpPr/>
            <p:nvPr/>
          </p:nvSpPr>
          <p:spPr>
            <a:xfrm>
              <a:off x="7460849" y="1544113"/>
              <a:ext cx="291011" cy="308259"/>
            </a:xfrm>
            <a:custGeom>
              <a:rect b="b" l="l" r="r" t="t"/>
              <a:pathLst>
                <a:path extrusionOk="0" h="11760" w="11102">
                  <a:moveTo>
                    <a:pt x="5553" y="0"/>
                  </a:moveTo>
                  <a:cubicBezTo>
                    <a:pt x="2722" y="0"/>
                    <a:pt x="0" y="3531"/>
                    <a:pt x="0" y="6478"/>
                  </a:cubicBezTo>
                  <a:cubicBezTo>
                    <a:pt x="0" y="9424"/>
                    <a:pt x="2286" y="11759"/>
                    <a:pt x="5553" y="11759"/>
                  </a:cubicBezTo>
                  <a:cubicBezTo>
                    <a:pt x="8816" y="11759"/>
                    <a:pt x="11102" y="9424"/>
                    <a:pt x="11102" y="6478"/>
                  </a:cubicBezTo>
                  <a:cubicBezTo>
                    <a:pt x="11102" y="3534"/>
                    <a:pt x="8380" y="0"/>
                    <a:pt x="5553"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4" name="Google Shape;20924;p90"/>
            <p:cNvSpPr/>
            <p:nvPr/>
          </p:nvSpPr>
          <p:spPr>
            <a:xfrm>
              <a:off x="7460849" y="1546603"/>
              <a:ext cx="124273" cy="300238"/>
            </a:xfrm>
            <a:custGeom>
              <a:rect b="b" l="l" r="r" t="t"/>
              <a:pathLst>
                <a:path extrusionOk="0" h="11454" w="4741">
                  <a:moveTo>
                    <a:pt x="4740" y="0"/>
                  </a:moveTo>
                  <a:lnTo>
                    <a:pt x="4740" y="0"/>
                  </a:lnTo>
                  <a:cubicBezTo>
                    <a:pt x="2223" y="581"/>
                    <a:pt x="0" y="3721"/>
                    <a:pt x="0" y="6383"/>
                  </a:cubicBezTo>
                  <a:cubicBezTo>
                    <a:pt x="0" y="8809"/>
                    <a:pt x="1551" y="10817"/>
                    <a:pt x="3921" y="11453"/>
                  </a:cubicBezTo>
                  <a:cubicBezTo>
                    <a:pt x="2627" y="10314"/>
                    <a:pt x="1850" y="8528"/>
                    <a:pt x="1850" y="6495"/>
                  </a:cubicBezTo>
                  <a:cubicBezTo>
                    <a:pt x="1850" y="4150"/>
                    <a:pt x="3077" y="1495"/>
                    <a:pt x="4740"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5" name="Google Shape;20925;p90"/>
            <p:cNvSpPr/>
            <p:nvPr/>
          </p:nvSpPr>
          <p:spPr>
            <a:xfrm>
              <a:off x="7526459" y="1652502"/>
              <a:ext cx="34234" cy="40026"/>
            </a:xfrm>
            <a:custGeom>
              <a:rect b="b" l="l" r="r" t="t"/>
              <a:pathLst>
                <a:path extrusionOk="0" h="1527" w="1306">
                  <a:moveTo>
                    <a:pt x="655" y="1"/>
                  </a:moveTo>
                  <a:cubicBezTo>
                    <a:pt x="293" y="1"/>
                    <a:pt x="1" y="293"/>
                    <a:pt x="1" y="655"/>
                  </a:cubicBezTo>
                  <a:lnTo>
                    <a:pt x="1" y="873"/>
                  </a:lnTo>
                  <a:cubicBezTo>
                    <a:pt x="1" y="1235"/>
                    <a:pt x="293" y="1527"/>
                    <a:pt x="655" y="1527"/>
                  </a:cubicBezTo>
                  <a:cubicBezTo>
                    <a:pt x="1014" y="1527"/>
                    <a:pt x="1305" y="1235"/>
                    <a:pt x="1305" y="873"/>
                  </a:cubicBezTo>
                  <a:lnTo>
                    <a:pt x="1305" y="655"/>
                  </a:lnTo>
                  <a:cubicBezTo>
                    <a:pt x="1305" y="293"/>
                    <a:pt x="1014"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6" name="Google Shape;20926;p90"/>
            <p:cNvSpPr/>
            <p:nvPr/>
          </p:nvSpPr>
          <p:spPr>
            <a:xfrm>
              <a:off x="7543523" y="1652607"/>
              <a:ext cx="17169" cy="28493"/>
            </a:xfrm>
            <a:custGeom>
              <a:rect b="b" l="l" r="r" t="t"/>
              <a:pathLst>
                <a:path extrusionOk="0" h="1087" w="655">
                  <a:moveTo>
                    <a:pt x="4" y="0"/>
                  </a:moveTo>
                  <a:lnTo>
                    <a:pt x="4" y="763"/>
                  </a:lnTo>
                  <a:cubicBezTo>
                    <a:pt x="0" y="943"/>
                    <a:pt x="148" y="1087"/>
                    <a:pt x="327" y="1087"/>
                  </a:cubicBezTo>
                  <a:cubicBezTo>
                    <a:pt x="510" y="1087"/>
                    <a:pt x="654" y="943"/>
                    <a:pt x="654" y="763"/>
                  </a:cubicBezTo>
                  <a:lnTo>
                    <a:pt x="654" y="654"/>
                  </a:lnTo>
                  <a:cubicBezTo>
                    <a:pt x="654" y="292"/>
                    <a:pt x="363" y="0"/>
                    <a:pt x="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7" name="Google Shape;20927;p90"/>
            <p:cNvSpPr/>
            <p:nvPr/>
          </p:nvSpPr>
          <p:spPr>
            <a:xfrm>
              <a:off x="7537888" y="1658321"/>
              <a:ext cx="11376" cy="11350"/>
            </a:xfrm>
            <a:custGeom>
              <a:rect b="b" l="l" r="r" t="t"/>
              <a:pathLst>
                <a:path extrusionOk="0" h="433" w="434">
                  <a:moveTo>
                    <a:pt x="219" y="0"/>
                  </a:moveTo>
                  <a:cubicBezTo>
                    <a:pt x="96" y="0"/>
                    <a:pt x="1" y="95"/>
                    <a:pt x="1" y="218"/>
                  </a:cubicBezTo>
                  <a:cubicBezTo>
                    <a:pt x="1" y="338"/>
                    <a:pt x="96" y="433"/>
                    <a:pt x="219" y="433"/>
                  </a:cubicBezTo>
                  <a:cubicBezTo>
                    <a:pt x="338" y="433"/>
                    <a:pt x="433" y="338"/>
                    <a:pt x="433" y="218"/>
                  </a:cubicBezTo>
                  <a:cubicBezTo>
                    <a:pt x="433" y="95"/>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8" name="Google Shape;20928;p90"/>
            <p:cNvSpPr/>
            <p:nvPr/>
          </p:nvSpPr>
          <p:spPr>
            <a:xfrm>
              <a:off x="7652017" y="1652502"/>
              <a:ext cx="34207" cy="40026"/>
            </a:xfrm>
            <a:custGeom>
              <a:rect b="b" l="l" r="r" t="t"/>
              <a:pathLst>
                <a:path extrusionOk="0" h="1527" w="1305">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9" name="Google Shape;20929;p90"/>
            <p:cNvSpPr/>
            <p:nvPr/>
          </p:nvSpPr>
          <p:spPr>
            <a:xfrm>
              <a:off x="7669055" y="1652607"/>
              <a:ext cx="17169" cy="28493"/>
            </a:xfrm>
            <a:custGeom>
              <a:rect b="b" l="l" r="r" t="t"/>
              <a:pathLst>
                <a:path extrusionOk="0" h="1087" w="655">
                  <a:moveTo>
                    <a:pt x="4" y="0"/>
                  </a:moveTo>
                  <a:lnTo>
                    <a:pt x="4" y="763"/>
                  </a:lnTo>
                  <a:cubicBezTo>
                    <a:pt x="1" y="943"/>
                    <a:pt x="148" y="1087"/>
                    <a:pt x="328" y="1087"/>
                  </a:cubicBezTo>
                  <a:cubicBezTo>
                    <a:pt x="511" y="1087"/>
                    <a:pt x="655" y="943"/>
                    <a:pt x="655" y="763"/>
                  </a:cubicBezTo>
                  <a:lnTo>
                    <a:pt x="655" y="654"/>
                  </a:lnTo>
                  <a:cubicBezTo>
                    <a:pt x="655" y="292"/>
                    <a:pt x="363" y="0"/>
                    <a:pt x="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0" name="Google Shape;20930;p90"/>
            <p:cNvSpPr/>
            <p:nvPr/>
          </p:nvSpPr>
          <p:spPr>
            <a:xfrm>
              <a:off x="7663446" y="1658321"/>
              <a:ext cx="11350" cy="11350"/>
            </a:xfrm>
            <a:custGeom>
              <a:rect b="b" l="l" r="r" t="t"/>
              <a:pathLst>
                <a:path extrusionOk="0" h="433" w="433">
                  <a:moveTo>
                    <a:pt x="218" y="0"/>
                  </a:moveTo>
                  <a:cubicBezTo>
                    <a:pt x="95" y="0"/>
                    <a:pt x="0" y="95"/>
                    <a:pt x="0" y="218"/>
                  </a:cubicBezTo>
                  <a:cubicBezTo>
                    <a:pt x="0" y="338"/>
                    <a:pt x="95" y="433"/>
                    <a:pt x="218" y="433"/>
                  </a:cubicBezTo>
                  <a:cubicBezTo>
                    <a:pt x="338" y="433"/>
                    <a:pt x="433" y="338"/>
                    <a:pt x="433" y="218"/>
                  </a:cubicBezTo>
                  <a:cubicBezTo>
                    <a:pt x="433"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1" name="Google Shape;20931;p90"/>
            <p:cNvSpPr/>
            <p:nvPr/>
          </p:nvSpPr>
          <p:spPr>
            <a:xfrm>
              <a:off x="7447245" y="1705923"/>
              <a:ext cx="102019" cy="91508"/>
            </a:xfrm>
            <a:custGeom>
              <a:rect b="b" l="l" r="r" t="t"/>
              <a:pathLst>
                <a:path extrusionOk="0" h="3491" w="3892">
                  <a:moveTo>
                    <a:pt x="131" y="1"/>
                  </a:moveTo>
                  <a:cubicBezTo>
                    <a:pt x="65" y="1"/>
                    <a:pt x="1" y="56"/>
                    <a:pt x="13" y="136"/>
                  </a:cubicBezTo>
                  <a:cubicBezTo>
                    <a:pt x="150" y="1036"/>
                    <a:pt x="758" y="3090"/>
                    <a:pt x="3459" y="3491"/>
                  </a:cubicBezTo>
                  <a:lnTo>
                    <a:pt x="3891" y="1884"/>
                  </a:lnTo>
                  <a:cubicBezTo>
                    <a:pt x="3891" y="1884"/>
                    <a:pt x="1437" y="1507"/>
                    <a:pt x="220" y="44"/>
                  </a:cubicBezTo>
                  <a:cubicBezTo>
                    <a:pt x="196" y="14"/>
                    <a:pt x="163" y="1"/>
                    <a:pt x="131"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2" name="Google Shape;20932;p90"/>
            <p:cNvSpPr/>
            <p:nvPr/>
          </p:nvSpPr>
          <p:spPr>
            <a:xfrm>
              <a:off x="7447297" y="1706238"/>
              <a:ext cx="94968" cy="91193"/>
            </a:xfrm>
            <a:custGeom>
              <a:rect b="b" l="l" r="r" t="t"/>
              <a:pathLst>
                <a:path extrusionOk="0" h="3479" w="3623">
                  <a:moveTo>
                    <a:pt x="81" y="1"/>
                  </a:moveTo>
                  <a:cubicBezTo>
                    <a:pt x="32" y="22"/>
                    <a:pt x="0" y="71"/>
                    <a:pt x="11" y="124"/>
                  </a:cubicBezTo>
                  <a:cubicBezTo>
                    <a:pt x="148" y="1024"/>
                    <a:pt x="756" y="3078"/>
                    <a:pt x="3457" y="3479"/>
                  </a:cubicBezTo>
                  <a:lnTo>
                    <a:pt x="3622" y="2860"/>
                  </a:lnTo>
                  <a:cubicBezTo>
                    <a:pt x="1291" y="2424"/>
                    <a:pt x="366" y="704"/>
                    <a:pt x="81"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3" name="Google Shape;20933;p90"/>
            <p:cNvSpPr/>
            <p:nvPr/>
          </p:nvSpPr>
          <p:spPr>
            <a:xfrm>
              <a:off x="7663446" y="1705923"/>
              <a:ext cx="101993" cy="91508"/>
            </a:xfrm>
            <a:custGeom>
              <a:rect b="b" l="l" r="r" t="t"/>
              <a:pathLst>
                <a:path extrusionOk="0" h="3491" w="3891">
                  <a:moveTo>
                    <a:pt x="3761" y="1"/>
                  </a:moveTo>
                  <a:cubicBezTo>
                    <a:pt x="3729" y="1"/>
                    <a:pt x="3696" y="14"/>
                    <a:pt x="3671" y="44"/>
                  </a:cubicBezTo>
                  <a:cubicBezTo>
                    <a:pt x="2458" y="1507"/>
                    <a:pt x="0" y="1884"/>
                    <a:pt x="0" y="1884"/>
                  </a:cubicBezTo>
                  <a:lnTo>
                    <a:pt x="436" y="3491"/>
                  </a:lnTo>
                  <a:cubicBezTo>
                    <a:pt x="3133" y="3090"/>
                    <a:pt x="3742" y="1036"/>
                    <a:pt x="3879" y="136"/>
                  </a:cubicBezTo>
                  <a:cubicBezTo>
                    <a:pt x="3891" y="56"/>
                    <a:pt x="3827" y="1"/>
                    <a:pt x="3761"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4" name="Google Shape;20934;p90"/>
            <p:cNvSpPr/>
            <p:nvPr/>
          </p:nvSpPr>
          <p:spPr>
            <a:xfrm>
              <a:off x="7670444" y="1706238"/>
              <a:ext cx="94863" cy="91193"/>
            </a:xfrm>
            <a:custGeom>
              <a:rect b="b" l="l" r="r" t="t"/>
              <a:pathLst>
                <a:path extrusionOk="0" h="3479" w="3619">
                  <a:moveTo>
                    <a:pt x="3542" y="1"/>
                  </a:moveTo>
                  <a:cubicBezTo>
                    <a:pt x="3257" y="704"/>
                    <a:pt x="2332" y="2424"/>
                    <a:pt x="1" y="2860"/>
                  </a:cubicBezTo>
                  <a:lnTo>
                    <a:pt x="166" y="3479"/>
                  </a:lnTo>
                  <a:cubicBezTo>
                    <a:pt x="2870" y="3078"/>
                    <a:pt x="3475" y="1024"/>
                    <a:pt x="3612" y="124"/>
                  </a:cubicBezTo>
                  <a:cubicBezTo>
                    <a:pt x="3619" y="71"/>
                    <a:pt x="3591" y="22"/>
                    <a:pt x="3542"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5" name="Google Shape;20935;p90"/>
            <p:cNvSpPr/>
            <p:nvPr/>
          </p:nvSpPr>
          <p:spPr>
            <a:xfrm>
              <a:off x="7535031" y="1722017"/>
              <a:ext cx="142727" cy="97065"/>
            </a:xfrm>
            <a:custGeom>
              <a:rect b="b" l="l" r="r" t="t"/>
              <a:pathLst>
                <a:path extrusionOk="0" h="3703" w="5445">
                  <a:moveTo>
                    <a:pt x="2723" y="0"/>
                  </a:moveTo>
                  <a:cubicBezTo>
                    <a:pt x="1218" y="0"/>
                    <a:pt x="1" y="1076"/>
                    <a:pt x="1" y="2606"/>
                  </a:cubicBezTo>
                  <a:cubicBezTo>
                    <a:pt x="1" y="3525"/>
                    <a:pt x="726" y="3703"/>
                    <a:pt x="1470" y="3703"/>
                  </a:cubicBezTo>
                  <a:cubicBezTo>
                    <a:pt x="1938" y="3703"/>
                    <a:pt x="2414" y="3633"/>
                    <a:pt x="2723" y="3633"/>
                  </a:cubicBezTo>
                  <a:cubicBezTo>
                    <a:pt x="3038" y="3633"/>
                    <a:pt x="3515" y="3703"/>
                    <a:pt x="3983" y="3703"/>
                  </a:cubicBezTo>
                  <a:cubicBezTo>
                    <a:pt x="4726" y="3703"/>
                    <a:pt x="5444" y="3525"/>
                    <a:pt x="5444" y="2606"/>
                  </a:cubicBezTo>
                  <a:cubicBezTo>
                    <a:pt x="5444" y="1076"/>
                    <a:pt x="4224" y="0"/>
                    <a:pt x="2723"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6" name="Google Shape;20936;p90"/>
            <p:cNvSpPr/>
            <p:nvPr/>
          </p:nvSpPr>
          <p:spPr>
            <a:xfrm>
              <a:off x="7566459" y="1766710"/>
              <a:ext cx="29541" cy="30721"/>
            </a:xfrm>
            <a:custGeom>
              <a:rect b="b" l="l" r="r" t="t"/>
              <a:pathLst>
                <a:path extrusionOk="0" h="1172" w="1127">
                  <a:moveTo>
                    <a:pt x="648" y="0"/>
                  </a:moveTo>
                  <a:cubicBezTo>
                    <a:pt x="461" y="0"/>
                    <a:pt x="264" y="130"/>
                    <a:pt x="152" y="349"/>
                  </a:cubicBezTo>
                  <a:cubicBezTo>
                    <a:pt x="1" y="648"/>
                    <a:pt x="64" y="992"/>
                    <a:pt x="293" y="1122"/>
                  </a:cubicBezTo>
                  <a:cubicBezTo>
                    <a:pt x="351" y="1156"/>
                    <a:pt x="414" y="1172"/>
                    <a:pt x="479" y="1172"/>
                  </a:cubicBezTo>
                  <a:cubicBezTo>
                    <a:pt x="666" y="1172"/>
                    <a:pt x="865" y="1039"/>
                    <a:pt x="975" y="820"/>
                  </a:cubicBezTo>
                  <a:cubicBezTo>
                    <a:pt x="1126" y="525"/>
                    <a:pt x="1063" y="180"/>
                    <a:pt x="838" y="50"/>
                  </a:cubicBezTo>
                  <a:cubicBezTo>
                    <a:pt x="779" y="16"/>
                    <a:pt x="714" y="0"/>
                    <a:pt x="64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7" name="Google Shape;20937;p90"/>
            <p:cNvSpPr/>
            <p:nvPr/>
          </p:nvSpPr>
          <p:spPr>
            <a:xfrm>
              <a:off x="7616709" y="1766710"/>
              <a:ext cx="29515" cy="30721"/>
            </a:xfrm>
            <a:custGeom>
              <a:rect b="b" l="l" r="r" t="t"/>
              <a:pathLst>
                <a:path extrusionOk="0" h="1172" w="1126">
                  <a:moveTo>
                    <a:pt x="478" y="0"/>
                  </a:moveTo>
                  <a:cubicBezTo>
                    <a:pt x="413" y="0"/>
                    <a:pt x="348" y="16"/>
                    <a:pt x="289" y="50"/>
                  </a:cubicBezTo>
                  <a:cubicBezTo>
                    <a:pt x="64" y="180"/>
                    <a:pt x="0" y="525"/>
                    <a:pt x="152" y="820"/>
                  </a:cubicBezTo>
                  <a:cubicBezTo>
                    <a:pt x="264" y="1039"/>
                    <a:pt x="462" y="1172"/>
                    <a:pt x="650" y="1172"/>
                  </a:cubicBezTo>
                  <a:cubicBezTo>
                    <a:pt x="715" y="1172"/>
                    <a:pt x="779" y="1156"/>
                    <a:pt x="837" y="1122"/>
                  </a:cubicBezTo>
                  <a:cubicBezTo>
                    <a:pt x="1062" y="992"/>
                    <a:pt x="1126" y="648"/>
                    <a:pt x="975" y="349"/>
                  </a:cubicBezTo>
                  <a:cubicBezTo>
                    <a:pt x="863" y="130"/>
                    <a:pt x="666" y="0"/>
                    <a:pt x="47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8" name="Google Shape;20938;p90"/>
            <p:cNvSpPr/>
            <p:nvPr/>
          </p:nvSpPr>
          <p:spPr>
            <a:xfrm>
              <a:off x="7560378" y="1761389"/>
              <a:ext cx="41783" cy="41390"/>
            </a:xfrm>
            <a:custGeom>
              <a:rect b="b" l="l" r="r" t="t"/>
              <a:pathLst>
                <a:path extrusionOk="0" h="1579" w="1594">
                  <a:moveTo>
                    <a:pt x="880" y="408"/>
                  </a:moveTo>
                  <a:cubicBezTo>
                    <a:pt x="912" y="408"/>
                    <a:pt x="940" y="415"/>
                    <a:pt x="968" y="429"/>
                  </a:cubicBezTo>
                  <a:cubicBezTo>
                    <a:pt x="1098" y="502"/>
                    <a:pt x="1126" y="738"/>
                    <a:pt x="1028" y="931"/>
                  </a:cubicBezTo>
                  <a:cubicBezTo>
                    <a:pt x="978" y="1037"/>
                    <a:pt x="887" y="1118"/>
                    <a:pt x="778" y="1160"/>
                  </a:cubicBezTo>
                  <a:cubicBezTo>
                    <a:pt x="758" y="1167"/>
                    <a:pt x="737" y="1171"/>
                    <a:pt x="716" y="1171"/>
                  </a:cubicBezTo>
                  <a:cubicBezTo>
                    <a:pt x="685" y="1171"/>
                    <a:pt x="653" y="1163"/>
                    <a:pt x="623" y="1146"/>
                  </a:cubicBezTo>
                  <a:cubicBezTo>
                    <a:pt x="493" y="1072"/>
                    <a:pt x="465" y="840"/>
                    <a:pt x="564" y="647"/>
                  </a:cubicBezTo>
                  <a:cubicBezTo>
                    <a:pt x="613" y="541"/>
                    <a:pt x="704" y="457"/>
                    <a:pt x="813" y="418"/>
                  </a:cubicBezTo>
                  <a:cubicBezTo>
                    <a:pt x="834" y="411"/>
                    <a:pt x="859" y="408"/>
                    <a:pt x="880" y="408"/>
                  </a:cubicBezTo>
                  <a:close/>
                  <a:moveTo>
                    <a:pt x="876" y="0"/>
                  </a:moveTo>
                  <a:cubicBezTo>
                    <a:pt x="816" y="0"/>
                    <a:pt x="756" y="9"/>
                    <a:pt x="697" y="28"/>
                  </a:cubicBezTo>
                  <a:cubicBezTo>
                    <a:pt x="479" y="98"/>
                    <a:pt x="300" y="256"/>
                    <a:pt x="201" y="460"/>
                  </a:cubicBezTo>
                  <a:cubicBezTo>
                    <a:pt x="1" y="858"/>
                    <a:pt x="96" y="1315"/>
                    <a:pt x="423" y="1501"/>
                  </a:cubicBezTo>
                  <a:cubicBezTo>
                    <a:pt x="511" y="1550"/>
                    <a:pt x="609" y="1579"/>
                    <a:pt x="711" y="1579"/>
                  </a:cubicBezTo>
                  <a:cubicBezTo>
                    <a:pt x="775" y="1579"/>
                    <a:pt x="834" y="1568"/>
                    <a:pt x="894" y="1550"/>
                  </a:cubicBezTo>
                  <a:cubicBezTo>
                    <a:pt x="1112" y="1480"/>
                    <a:pt x="1291" y="1322"/>
                    <a:pt x="1390" y="1118"/>
                  </a:cubicBezTo>
                  <a:cubicBezTo>
                    <a:pt x="1594" y="720"/>
                    <a:pt x="1495" y="263"/>
                    <a:pt x="1168" y="77"/>
                  </a:cubicBezTo>
                  <a:cubicBezTo>
                    <a:pt x="1078" y="26"/>
                    <a:pt x="978" y="0"/>
                    <a:pt x="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9" name="Google Shape;20939;p90"/>
            <p:cNvSpPr/>
            <p:nvPr/>
          </p:nvSpPr>
          <p:spPr>
            <a:xfrm>
              <a:off x="7610523" y="1761389"/>
              <a:ext cx="41888" cy="41390"/>
            </a:xfrm>
            <a:custGeom>
              <a:rect b="b" l="l" r="r" t="t"/>
              <a:pathLst>
                <a:path extrusionOk="0" h="1579" w="1598">
                  <a:moveTo>
                    <a:pt x="715" y="408"/>
                  </a:moveTo>
                  <a:cubicBezTo>
                    <a:pt x="739" y="408"/>
                    <a:pt x="760" y="411"/>
                    <a:pt x="782" y="418"/>
                  </a:cubicBezTo>
                  <a:cubicBezTo>
                    <a:pt x="891" y="457"/>
                    <a:pt x="982" y="541"/>
                    <a:pt x="1031" y="647"/>
                  </a:cubicBezTo>
                  <a:cubicBezTo>
                    <a:pt x="1130" y="840"/>
                    <a:pt x="1102" y="1072"/>
                    <a:pt x="971" y="1149"/>
                  </a:cubicBezTo>
                  <a:lnTo>
                    <a:pt x="971" y="1146"/>
                  </a:lnTo>
                  <a:cubicBezTo>
                    <a:pt x="942" y="1163"/>
                    <a:pt x="910" y="1171"/>
                    <a:pt x="879" y="1171"/>
                  </a:cubicBezTo>
                  <a:cubicBezTo>
                    <a:pt x="858" y="1171"/>
                    <a:pt x="837" y="1167"/>
                    <a:pt x="817" y="1160"/>
                  </a:cubicBezTo>
                  <a:cubicBezTo>
                    <a:pt x="708" y="1118"/>
                    <a:pt x="616" y="1037"/>
                    <a:pt x="567" y="931"/>
                  </a:cubicBezTo>
                  <a:cubicBezTo>
                    <a:pt x="469" y="738"/>
                    <a:pt x="497" y="506"/>
                    <a:pt x="627" y="429"/>
                  </a:cubicBezTo>
                  <a:cubicBezTo>
                    <a:pt x="655" y="415"/>
                    <a:pt x="683" y="408"/>
                    <a:pt x="715" y="408"/>
                  </a:cubicBezTo>
                  <a:close/>
                  <a:moveTo>
                    <a:pt x="718" y="0"/>
                  </a:moveTo>
                  <a:cubicBezTo>
                    <a:pt x="617" y="0"/>
                    <a:pt x="517" y="26"/>
                    <a:pt x="426" y="77"/>
                  </a:cubicBezTo>
                  <a:cubicBezTo>
                    <a:pt x="99" y="263"/>
                    <a:pt x="1" y="720"/>
                    <a:pt x="205" y="1118"/>
                  </a:cubicBezTo>
                  <a:cubicBezTo>
                    <a:pt x="303" y="1322"/>
                    <a:pt x="483" y="1477"/>
                    <a:pt x="701" y="1550"/>
                  </a:cubicBezTo>
                  <a:cubicBezTo>
                    <a:pt x="760" y="1568"/>
                    <a:pt x="820" y="1579"/>
                    <a:pt x="883" y="1579"/>
                  </a:cubicBezTo>
                  <a:cubicBezTo>
                    <a:pt x="985" y="1579"/>
                    <a:pt x="1084" y="1550"/>
                    <a:pt x="1172" y="1501"/>
                  </a:cubicBezTo>
                  <a:cubicBezTo>
                    <a:pt x="1499" y="1315"/>
                    <a:pt x="1597" y="858"/>
                    <a:pt x="1393" y="460"/>
                  </a:cubicBezTo>
                  <a:cubicBezTo>
                    <a:pt x="1295" y="256"/>
                    <a:pt x="1116" y="98"/>
                    <a:pt x="898" y="28"/>
                  </a:cubicBezTo>
                  <a:cubicBezTo>
                    <a:pt x="839" y="9"/>
                    <a:pt x="778"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0" name="Google Shape;20940;p90"/>
            <p:cNvSpPr/>
            <p:nvPr/>
          </p:nvSpPr>
          <p:spPr>
            <a:xfrm>
              <a:off x="7521112" y="1647259"/>
              <a:ext cx="44928" cy="50616"/>
            </a:xfrm>
            <a:custGeom>
              <a:rect b="b" l="l" r="r" t="t"/>
              <a:pathLst>
                <a:path extrusionOk="0" h="1931" w="1714">
                  <a:moveTo>
                    <a:pt x="859" y="0"/>
                  </a:moveTo>
                  <a:cubicBezTo>
                    <a:pt x="384" y="0"/>
                    <a:pt x="1" y="384"/>
                    <a:pt x="1" y="855"/>
                  </a:cubicBezTo>
                  <a:lnTo>
                    <a:pt x="1" y="1076"/>
                  </a:lnTo>
                  <a:cubicBezTo>
                    <a:pt x="1" y="1548"/>
                    <a:pt x="384" y="1931"/>
                    <a:pt x="859" y="1931"/>
                  </a:cubicBezTo>
                  <a:cubicBezTo>
                    <a:pt x="1330" y="1931"/>
                    <a:pt x="1713" y="1548"/>
                    <a:pt x="1713" y="1076"/>
                  </a:cubicBezTo>
                  <a:lnTo>
                    <a:pt x="1713" y="855"/>
                  </a:lnTo>
                  <a:cubicBezTo>
                    <a:pt x="1713" y="744"/>
                    <a:pt x="1625" y="654"/>
                    <a:pt x="1516" y="654"/>
                  </a:cubicBezTo>
                  <a:cubicBezTo>
                    <a:pt x="1514" y="654"/>
                    <a:pt x="1512" y="654"/>
                    <a:pt x="1509" y="654"/>
                  </a:cubicBezTo>
                  <a:cubicBezTo>
                    <a:pt x="1507" y="654"/>
                    <a:pt x="1505" y="654"/>
                    <a:pt x="1503" y="654"/>
                  </a:cubicBezTo>
                  <a:cubicBezTo>
                    <a:pt x="1394" y="654"/>
                    <a:pt x="1306" y="744"/>
                    <a:pt x="1306" y="855"/>
                  </a:cubicBezTo>
                  <a:lnTo>
                    <a:pt x="1306" y="1076"/>
                  </a:lnTo>
                  <a:cubicBezTo>
                    <a:pt x="1298" y="1319"/>
                    <a:pt x="1102" y="1512"/>
                    <a:pt x="855" y="1512"/>
                  </a:cubicBezTo>
                  <a:cubicBezTo>
                    <a:pt x="613" y="1512"/>
                    <a:pt x="416" y="1319"/>
                    <a:pt x="409" y="1076"/>
                  </a:cubicBezTo>
                  <a:lnTo>
                    <a:pt x="409" y="855"/>
                  </a:lnTo>
                  <a:cubicBezTo>
                    <a:pt x="409" y="609"/>
                    <a:pt x="609" y="408"/>
                    <a:pt x="859" y="408"/>
                  </a:cubicBezTo>
                  <a:cubicBezTo>
                    <a:pt x="968" y="408"/>
                    <a:pt x="1059" y="317"/>
                    <a:pt x="1059" y="204"/>
                  </a:cubicBezTo>
                  <a:cubicBezTo>
                    <a:pt x="1059" y="92"/>
                    <a:pt x="968"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1" name="Google Shape;20941;p90"/>
            <p:cNvSpPr/>
            <p:nvPr/>
          </p:nvSpPr>
          <p:spPr>
            <a:xfrm>
              <a:off x="7646670" y="1647259"/>
              <a:ext cx="45007" cy="50616"/>
            </a:xfrm>
            <a:custGeom>
              <a:rect b="b" l="l" r="r" t="t"/>
              <a:pathLst>
                <a:path extrusionOk="0" h="1931" w="1717">
                  <a:moveTo>
                    <a:pt x="858" y="0"/>
                  </a:moveTo>
                  <a:cubicBezTo>
                    <a:pt x="384" y="0"/>
                    <a:pt x="0" y="384"/>
                    <a:pt x="0" y="855"/>
                  </a:cubicBezTo>
                  <a:lnTo>
                    <a:pt x="0" y="1076"/>
                  </a:lnTo>
                  <a:cubicBezTo>
                    <a:pt x="0" y="1548"/>
                    <a:pt x="384" y="1931"/>
                    <a:pt x="858" y="1931"/>
                  </a:cubicBezTo>
                  <a:cubicBezTo>
                    <a:pt x="1330" y="1931"/>
                    <a:pt x="1716" y="1548"/>
                    <a:pt x="1716" y="1076"/>
                  </a:cubicBezTo>
                  <a:lnTo>
                    <a:pt x="1716" y="855"/>
                  </a:lnTo>
                  <a:cubicBezTo>
                    <a:pt x="1713" y="744"/>
                    <a:pt x="1625" y="654"/>
                    <a:pt x="1515" y="654"/>
                  </a:cubicBezTo>
                  <a:cubicBezTo>
                    <a:pt x="1513" y="654"/>
                    <a:pt x="1511" y="654"/>
                    <a:pt x="1509" y="654"/>
                  </a:cubicBezTo>
                  <a:cubicBezTo>
                    <a:pt x="1396" y="654"/>
                    <a:pt x="1305" y="742"/>
                    <a:pt x="1305" y="855"/>
                  </a:cubicBezTo>
                  <a:lnTo>
                    <a:pt x="1305" y="1076"/>
                  </a:lnTo>
                  <a:cubicBezTo>
                    <a:pt x="1298" y="1319"/>
                    <a:pt x="1101" y="1512"/>
                    <a:pt x="858" y="1512"/>
                  </a:cubicBezTo>
                  <a:cubicBezTo>
                    <a:pt x="612" y="1512"/>
                    <a:pt x="415" y="1319"/>
                    <a:pt x="408" y="1076"/>
                  </a:cubicBezTo>
                  <a:lnTo>
                    <a:pt x="408" y="855"/>
                  </a:lnTo>
                  <a:cubicBezTo>
                    <a:pt x="408" y="609"/>
                    <a:pt x="609" y="408"/>
                    <a:pt x="858" y="408"/>
                  </a:cubicBezTo>
                  <a:cubicBezTo>
                    <a:pt x="971" y="408"/>
                    <a:pt x="1062" y="317"/>
                    <a:pt x="1062" y="204"/>
                  </a:cubicBezTo>
                  <a:cubicBezTo>
                    <a:pt x="1062" y="92"/>
                    <a:pt x="971"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2" name="Google Shape;20942;p90"/>
            <p:cNvSpPr/>
            <p:nvPr/>
          </p:nvSpPr>
          <p:spPr>
            <a:xfrm>
              <a:off x="7423706" y="1506760"/>
              <a:ext cx="365297" cy="351038"/>
            </a:xfrm>
            <a:custGeom>
              <a:rect b="b" l="l" r="r" t="t"/>
              <a:pathLst>
                <a:path extrusionOk="0" h="13392" w="13936">
                  <a:moveTo>
                    <a:pt x="1516" y="469"/>
                  </a:moveTo>
                  <a:lnTo>
                    <a:pt x="1516" y="469"/>
                  </a:lnTo>
                  <a:cubicBezTo>
                    <a:pt x="2050" y="564"/>
                    <a:pt x="2560" y="747"/>
                    <a:pt x="3031" y="1007"/>
                  </a:cubicBezTo>
                  <a:cubicBezTo>
                    <a:pt x="3555" y="1295"/>
                    <a:pt x="4033" y="1657"/>
                    <a:pt x="4452" y="2079"/>
                  </a:cubicBezTo>
                  <a:cubicBezTo>
                    <a:pt x="4142" y="2297"/>
                    <a:pt x="3851" y="2540"/>
                    <a:pt x="3580" y="2807"/>
                  </a:cubicBezTo>
                  <a:cubicBezTo>
                    <a:pt x="3235" y="2023"/>
                    <a:pt x="2757" y="1380"/>
                    <a:pt x="2152" y="894"/>
                  </a:cubicBezTo>
                  <a:cubicBezTo>
                    <a:pt x="1952" y="733"/>
                    <a:pt x="1741" y="592"/>
                    <a:pt x="1516" y="469"/>
                  </a:cubicBezTo>
                  <a:close/>
                  <a:moveTo>
                    <a:pt x="12417" y="469"/>
                  </a:moveTo>
                  <a:lnTo>
                    <a:pt x="12417" y="469"/>
                  </a:lnTo>
                  <a:cubicBezTo>
                    <a:pt x="11924" y="736"/>
                    <a:pt x="11492" y="1098"/>
                    <a:pt x="11137" y="1531"/>
                  </a:cubicBezTo>
                  <a:cubicBezTo>
                    <a:pt x="11006" y="1685"/>
                    <a:pt x="11144" y="1867"/>
                    <a:pt x="11296" y="1867"/>
                  </a:cubicBezTo>
                  <a:cubicBezTo>
                    <a:pt x="11349" y="1867"/>
                    <a:pt x="11404" y="1845"/>
                    <a:pt x="11450" y="1791"/>
                  </a:cubicBezTo>
                  <a:cubicBezTo>
                    <a:pt x="12051" y="1070"/>
                    <a:pt x="12719" y="726"/>
                    <a:pt x="13229" y="564"/>
                  </a:cubicBezTo>
                  <a:lnTo>
                    <a:pt x="13229" y="564"/>
                  </a:lnTo>
                  <a:cubicBezTo>
                    <a:pt x="13102" y="831"/>
                    <a:pt x="13007" y="1221"/>
                    <a:pt x="13060" y="1756"/>
                  </a:cubicBezTo>
                  <a:cubicBezTo>
                    <a:pt x="13134" y="2470"/>
                    <a:pt x="13078" y="3018"/>
                    <a:pt x="12881" y="3479"/>
                  </a:cubicBezTo>
                  <a:cubicBezTo>
                    <a:pt x="12680" y="3943"/>
                    <a:pt x="12332" y="4341"/>
                    <a:pt x="11787" y="4717"/>
                  </a:cubicBezTo>
                  <a:cubicBezTo>
                    <a:pt x="11537" y="4263"/>
                    <a:pt x="11242" y="3831"/>
                    <a:pt x="10915" y="3426"/>
                  </a:cubicBezTo>
                  <a:cubicBezTo>
                    <a:pt x="10831" y="3324"/>
                    <a:pt x="10746" y="3226"/>
                    <a:pt x="10662" y="3131"/>
                  </a:cubicBezTo>
                  <a:cubicBezTo>
                    <a:pt x="10732" y="2948"/>
                    <a:pt x="10817" y="2772"/>
                    <a:pt x="10908" y="2600"/>
                  </a:cubicBezTo>
                  <a:cubicBezTo>
                    <a:pt x="10993" y="2436"/>
                    <a:pt x="10858" y="2296"/>
                    <a:pt x="10722" y="2296"/>
                  </a:cubicBezTo>
                  <a:cubicBezTo>
                    <a:pt x="10656" y="2296"/>
                    <a:pt x="10591" y="2329"/>
                    <a:pt x="10549" y="2406"/>
                  </a:cubicBezTo>
                  <a:cubicBezTo>
                    <a:pt x="10479" y="2537"/>
                    <a:pt x="10416" y="2670"/>
                    <a:pt x="10356" y="2807"/>
                  </a:cubicBezTo>
                  <a:cubicBezTo>
                    <a:pt x="10085" y="2540"/>
                    <a:pt x="9793" y="2294"/>
                    <a:pt x="9484" y="2076"/>
                  </a:cubicBezTo>
                  <a:cubicBezTo>
                    <a:pt x="9902" y="1654"/>
                    <a:pt x="10381" y="1295"/>
                    <a:pt x="10905" y="1007"/>
                  </a:cubicBezTo>
                  <a:cubicBezTo>
                    <a:pt x="11376" y="747"/>
                    <a:pt x="11886" y="564"/>
                    <a:pt x="12417" y="469"/>
                  </a:cubicBezTo>
                  <a:close/>
                  <a:moveTo>
                    <a:pt x="707" y="571"/>
                  </a:moveTo>
                  <a:lnTo>
                    <a:pt x="707" y="571"/>
                  </a:lnTo>
                  <a:cubicBezTo>
                    <a:pt x="1435" y="806"/>
                    <a:pt x="2592" y="1439"/>
                    <a:pt x="3274" y="3131"/>
                  </a:cubicBezTo>
                  <a:cubicBezTo>
                    <a:pt x="3189" y="3229"/>
                    <a:pt x="3105" y="3328"/>
                    <a:pt x="3021" y="3430"/>
                  </a:cubicBezTo>
                  <a:cubicBezTo>
                    <a:pt x="2690" y="3831"/>
                    <a:pt x="2398" y="4263"/>
                    <a:pt x="2149" y="4720"/>
                  </a:cubicBezTo>
                  <a:cubicBezTo>
                    <a:pt x="1604" y="4341"/>
                    <a:pt x="1255" y="3943"/>
                    <a:pt x="1055" y="3479"/>
                  </a:cubicBezTo>
                  <a:cubicBezTo>
                    <a:pt x="858" y="3018"/>
                    <a:pt x="802" y="2473"/>
                    <a:pt x="876" y="1759"/>
                  </a:cubicBezTo>
                  <a:cubicBezTo>
                    <a:pt x="932" y="1225"/>
                    <a:pt x="833" y="838"/>
                    <a:pt x="707" y="571"/>
                  </a:cubicBezTo>
                  <a:close/>
                  <a:moveTo>
                    <a:pt x="1122" y="7969"/>
                  </a:moveTo>
                  <a:lnTo>
                    <a:pt x="1122" y="7969"/>
                  </a:lnTo>
                  <a:cubicBezTo>
                    <a:pt x="1582" y="8476"/>
                    <a:pt x="2198" y="8905"/>
                    <a:pt x="2940" y="9235"/>
                  </a:cubicBezTo>
                  <a:cubicBezTo>
                    <a:pt x="3341" y="9411"/>
                    <a:pt x="3756" y="9555"/>
                    <a:pt x="4185" y="9654"/>
                  </a:cubicBezTo>
                  <a:cubicBezTo>
                    <a:pt x="4019" y="10034"/>
                    <a:pt x="3935" y="10442"/>
                    <a:pt x="3938" y="10856"/>
                  </a:cubicBezTo>
                  <a:lnTo>
                    <a:pt x="3938" y="10874"/>
                  </a:lnTo>
                  <a:cubicBezTo>
                    <a:pt x="2694" y="10561"/>
                    <a:pt x="1832" y="9868"/>
                    <a:pt x="1385" y="8856"/>
                  </a:cubicBezTo>
                  <a:cubicBezTo>
                    <a:pt x="1259" y="8571"/>
                    <a:pt x="1171" y="8272"/>
                    <a:pt x="1122" y="7969"/>
                  </a:cubicBezTo>
                  <a:close/>
                  <a:moveTo>
                    <a:pt x="6966" y="1633"/>
                  </a:moveTo>
                  <a:cubicBezTo>
                    <a:pt x="8225" y="1633"/>
                    <a:pt x="9516" y="2364"/>
                    <a:pt x="10599" y="3686"/>
                  </a:cubicBezTo>
                  <a:cubicBezTo>
                    <a:pt x="11580" y="4886"/>
                    <a:pt x="12244" y="6426"/>
                    <a:pt x="12392" y="7822"/>
                  </a:cubicBezTo>
                  <a:cubicBezTo>
                    <a:pt x="11886" y="8332"/>
                    <a:pt x="11274" y="8669"/>
                    <a:pt x="10792" y="8880"/>
                  </a:cubicBezTo>
                  <a:cubicBezTo>
                    <a:pt x="10690" y="8926"/>
                    <a:pt x="10644" y="9045"/>
                    <a:pt x="10686" y="9147"/>
                  </a:cubicBezTo>
                  <a:cubicBezTo>
                    <a:pt x="10721" y="9223"/>
                    <a:pt x="10796" y="9270"/>
                    <a:pt x="10875" y="9270"/>
                  </a:cubicBezTo>
                  <a:cubicBezTo>
                    <a:pt x="10903" y="9270"/>
                    <a:pt x="10930" y="9265"/>
                    <a:pt x="10957" y="9253"/>
                  </a:cubicBezTo>
                  <a:cubicBezTo>
                    <a:pt x="11836" y="8870"/>
                    <a:pt x="12424" y="8398"/>
                    <a:pt x="12814" y="7969"/>
                  </a:cubicBezTo>
                  <a:lnTo>
                    <a:pt x="12814" y="7969"/>
                  </a:lnTo>
                  <a:cubicBezTo>
                    <a:pt x="12765" y="8268"/>
                    <a:pt x="12680" y="8560"/>
                    <a:pt x="12557" y="8842"/>
                  </a:cubicBezTo>
                  <a:cubicBezTo>
                    <a:pt x="12111" y="9858"/>
                    <a:pt x="11253" y="10558"/>
                    <a:pt x="10001" y="10874"/>
                  </a:cubicBezTo>
                  <a:lnTo>
                    <a:pt x="10001" y="10856"/>
                  </a:lnTo>
                  <a:cubicBezTo>
                    <a:pt x="10004" y="10442"/>
                    <a:pt x="9920" y="10034"/>
                    <a:pt x="9755" y="9654"/>
                  </a:cubicBezTo>
                  <a:cubicBezTo>
                    <a:pt x="9843" y="9633"/>
                    <a:pt x="9966" y="9605"/>
                    <a:pt x="10113" y="9559"/>
                  </a:cubicBezTo>
                  <a:cubicBezTo>
                    <a:pt x="10350" y="9488"/>
                    <a:pt x="10278" y="9158"/>
                    <a:pt x="10067" y="9158"/>
                  </a:cubicBezTo>
                  <a:cubicBezTo>
                    <a:pt x="10046" y="9158"/>
                    <a:pt x="10024" y="9162"/>
                    <a:pt x="10001" y="9169"/>
                  </a:cubicBezTo>
                  <a:cubicBezTo>
                    <a:pt x="9762" y="9239"/>
                    <a:pt x="9600" y="9271"/>
                    <a:pt x="9554" y="9281"/>
                  </a:cubicBezTo>
                  <a:cubicBezTo>
                    <a:pt x="9428" y="9084"/>
                    <a:pt x="9280" y="8901"/>
                    <a:pt x="9108" y="8740"/>
                  </a:cubicBezTo>
                  <a:cubicBezTo>
                    <a:pt x="8548" y="8212"/>
                    <a:pt x="7789" y="7920"/>
                    <a:pt x="6970" y="7920"/>
                  </a:cubicBezTo>
                  <a:cubicBezTo>
                    <a:pt x="5848" y="7920"/>
                    <a:pt x="4905" y="8451"/>
                    <a:pt x="4385" y="9285"/>
                  </a:cubicBezTo>
                  <a:cubicBezTo>
                    <a:pt x="4251" y="9256"/>
                    <a:pt x="2634" y="8919"/>
                    <a:pt x="1540" y="7822"/>
                  </a:cubicBezTo>
                  <a:cubicBezTo>
                    <a:pt x="1688" y="6426"/>
                    <a:pt x="2356" y="4886"/>
                    <a:pt x="3337" y="3686"/>
                  </a:cubicBezTo>
                  <a:cubicBezTo>
                    <a:pt x="4420" y="2364"/>
                    <a:pt x="5711" y="1633"/>
                    <a:pt x="6966" y="1633"/>
                  </a:cubicBezTo>
                  <a:close/>
                  <a:moveTo>
                    <a:pt x="6966" y="8328"/>
                  </a:moveTo>
                  <a:cubicBezTo>
                    <a:pt x="8464" y="8328"/>
                    <a:pt x="9593" y="9415"/>
                    <a:pt x="9593" y="10856"/>
                  </a:cubicBezTo>
                  <a:cubicBezTo>
                    <a:pt x="9593" y="11155"/>
                    <a:pt x="9516" y="11373"/>
                    <a:pt x="9354" y="11521"/>
                  </a:cubicBezTo>
                  <a:cubicBezTo>
                    <a:pt x="9114" y="11743"/>
                    <a:pt x="8702" y="11801"/>
                    <a:pt x="8278" y="11801"/>
                  </a:cubicBezTo>
                  <a:cubicBezTo>
                    <a:pt x="8017" y="11801"/>
                    <a:pt x="7751" y="11779"/>
                    <a:pt x="7518" y="11760"/>
                  </a:cubicBezTo>
                  <a:cubicBezTo>
                    <a:pt x="7318" y="11743"/>
                    <a:pt x="7128" y="11729"/>
                    <a:pt x="6970" y="11729"/>
                  </a:cubicBezTo>
                  <a:cubicBezTo>
                    <a:pt x="6815" y="11729"/>
                    <a:pt x="6629" y="11743"/>
                    <a:pt x="6432" y="11760"/>
                  </a:cubicBezTo>
                  <a:cubicBezTo>
                    <a:pt x="6197" y="11779"/>
                    <a:pt x="5931" y="11801"/>
                    <a:pt x="5669" y="11801"/>
                  </a:cubicBezTo>
                  <a:cubicBezTo>
                    <a:pt x="5243" y="11801"/>
                    <a:pt x="4829" y="11743"/>
                    <a:pt x="4585" y="11521"/>
                  </a:cubicBezTo>
                  <a:cubicBezTo>
                    <a:pt x="4424" y="11370"/>
                    <a:pt x="4343" y="11155"/>
                    <a:pt x="4343" y="10856"/>
                  </a:cubicBezTo>
                  <a:cubicBezTo>
                    <a:pt x="4343" y="10146"/>
                    <a:pt x="4617" y="9503"/>
                    <a:pt x="5109" y="9038"/>
                  </a:cubicBezTo>
                  <a:cubicBezTo>
                    <a:pt x="5591" y="8581"/>
                    <a:pt x="6252" y="8328"/>
                    <a:pt x="6966" y="8328"/>
                  </a:cubicBezTo>
                  <a:close/>
                  <a:moveTo>
                    <a:pt x="2437" y="10677"/>
                  </a:moveTo>
                  <a:lnTo>
                    <a:pt x="2437" y="10677"/>
                  </a:lnTo>
                  <a:cubicBezTo>
                    <a:pt x="2915" y="10980"/>
                    <a:pt x="3446" y="11191"/>
                    <a:pt x="3998" y="11307"/>
                  </a:cubicBezTo>
                  <a:cubicBezTo>
                    <a:pt x="4054" y="11503"/>
                    <a:pt x="4160" y="11683"/>
                    <a:pt x="4311" y="11820"/>
                  </a:cubicBezTo>
                  <a:cubicBezTo>
                    <a:pt x="4650" y="12131"/>
                    <a:pt x="5162" y="12208"/>
                    <a:pt x="5669" y="12208"/>
                  </a:cubicBezTo>
                  <a:cubicBezTo>
                    <a:pt x="5947" y="12208"/>
                    <a:pt x="6223" y="12185"/>
                    <a:pt x="6467" y="12165"/>
                  </a:cubicBezTo>
                  <a:cubicBezTo>
                    <a:pt x="6653" y="12151"/>
                    <a:pt x="6832" y="12133"/>
                    <a:pt x="6970" y="12133"/>
                  </a:cubicBezTo>
                  <a:cubicBezTo>
                    <a:pt x="7107" y="12133"/>
                    <a:pt x="7293" y="12151"/>
                    <a:pt x="7483" y="12165"/>
                  </a:cubicBezTo>
                  <a:cubicBezTo>
                    <a:pt x="7740" y="12186"/>
                    <a:pt x="8018" y="12210"/>
                    <a:pt x="8292" y="12210"/>
                  </a:cubicBezTo>
                  <a:cubicBezTo>
                    <a:pt x="8795" y="12210"/>
                    <a:pt x="9294" y="12133"/>
                    <a:pt x="9628" y="11823"/>
                  </a:cubicBezTo>
                  <a:cubicBezTo>
                    <a:pt x="9779" y="11683"/>
                    <a:pt x="9888" y="11503"/>
                    <a:pt x="9941" y="11307"/>
                  </a:cubicBezTo>
                  <a:cubicBezTo>
                    <a:pt x="10493" y="11191"/>
                    <a:pt x="11021" y="10976"/>
                    <a:pt x="11499" y="10677"/>
                  </a:cubicBezTo>
                  <a:lnTo>
                    <a:pt x="11499" y="10677"/>
                  </a:lnTo>
                  <a:cubicBezTo>
                    <a:pt x="11186" y="11229"/>
                    <a:pt x="10694" y="11729"/>
                    <a:pt x="10064" y="12119"/>
                  </a:cubicBezTo>
                  <a:lnTo>
                    <a:pt x="10064" y="12122"/>
                  </a:lnTo>
                  <a:cubicBezTo>
                    <a:pt x="9174" y="12674"/>
                    <a:pt x="8074" y="12980"/>
                    <a:pt x="6966" y="12980"/>
                  </a:cubicBezTo>
                  <a:cubicBezTo>
                    <a:pt x="5862" y="12980"/>
                    <a:pt x="4761" y="12674"/>
                    <a:pt x="3872" y="12122"/>
                  </a:cubicBezTo>
                  <a:cubicBezTo>
                    <a:pt x="3242" y="11729"/>
                    <a:pt x="2750" y="11229"/>
                    <a:pt x="2437" y="10677"/>
                  </a:cubicBezTo>
                  <a:close/>
                  <a:moveTo>
                    <a:pt x="798" y="1"/>
                  </a:moveTo>
                  <a:cubicBezTo>
                    <a:pt x="597" y="1"/>
                    <a:pt x="395" y="14"/>
                    <a:pt x="193" y="40"/>
                  </a:cubicBezTo>
                  <a:cubicBezTo>
                    <a:pt x="109" y="50"/>
                    <a:pt x="42" y="110"/>
                    <a:pt x="21" y="191"/>
                  </a:cubicBezTo>
                  <a:cubicBezTo>
                    <a:pt x="0" y="272"/>
                    <a:pt x="32" y="360"/>
                    <a:pt x="98" y="406"/>
                  </a:cubicBezTo>
                  <a:cubicBezTo>
                    <a:pt x="120" y="423"/>
                    <a:pt x="570" y="775"/>
                    <a:pt x="471" y="1714"/>
                  </a:cubicBezTo>
                  <a:cubicBezTo>
                    <a:pt x="390" y="2501"/>
                    <a:pt x="457" y="3113"/>
                    <a:pt x="682" y="3637"/>
                  </a:cubicBezTo>
                  <a:cubicBezTo>
                    <a:pt x="914" y="4182"/>
                    <a:pt x="1333" y="4653"/>
                    <a:pt x="1955" y="5079"/>
                  </a:cubicBezTo>
                  <a:cubicBezTo>
                    <a:pt x="1586" y="5814"/>
                    <a:pt x="1326" y="6598"/>
                    <a:pt x="1185" y="7407"/>
                  </a:cubicBezTo>
                  <a:cubicBezTo>
                    <a:pt x="1136" y="7340"/>
                    <a:pt x="1090" y="7270"/>
                    <a:pt x="1044" y="7196"/>
                  </a:cubicBezTo>
                  <a:cubicBezTo>
                    <a:pt x="1003" y="7131"/>
                    <a:pt x="938" y="7101"/>
                    <a:pt x="873" y="7101"/>
                  </a:cubicBezTo>
                  <a:cubicBezTo>
                    <a:pt x="774" y="7101"/>
                    <a:pt x="677" y="7171"/>
                    <a:pt x="668" y="7291"/>
                  </a:cubicBezTo>
                  <a:cubicBezTo>
                    <a:pt x="651" y="7882"/>
                    <a:pt x="767" y="8465"/>
                    <a:pt x="1006" y="9003"/>
                  </a:cubicBezTo>
                  <a:cubicBezTo>
                    <a:pt x="1189" y="9425"/>
                    <a:pt x="1445" y="9809"/>
                    <a:pt x="1769" y="10136"/>
                  </a:cubicBezTo>
                  <a:cubicBezTo>
                    <a:pt x="2033" y="11043"/>
                    <a:pt x="2701" y="11869"/>
                    <a:pt x="3657" y="12467"/>
                  </a:cubicBezTo>
                  <a:cubicBezTo>
                    <a:pt x="4614" y="13065"/>
                    <a:pt x="5785" y="13392"/>
                    <a:pt x="6966" y="13392"/>
                  </a:cubicBezTo>
                  <a:cubicBezTo>
                    <a:pt x="8151" y="13392"/>
                    <a:pt x="9326" y="13065"/>
                    <a:pt x="10279" y="12467"/>
                  </a:cubicBezTo>
                  <a:cubicBezTo>
                    <a:pt x="11232" y="11873"/>
                    <a:pt x="11903" y="11043"/>
                    <a:pt x="12167" y="10136"/>
                  </a:cubicBezTo>
                  <a:cubicBezTo>
                    <a:pt x="12487" y="9809"/>
                    <a:pt x="12747" y="9425"/>
                    <a:pt x="12930" y="9003"/>
                  </a:cubicBezTo>
                  <a:cubicBezTo>
                    <a:pt x="13169" y="8465"/>
                    <a:pt x="13285" y="7882"/>
                    <a:pt x="13268" y="7291"/>
                  </a:cubicBezTo>
                  <a:cubicBezTo>
                    <a:pt x="13259" y="7171"/>
                    <a:pt x="13161" y="7101"/>
                    <a:pt x="13062" y="7101"/>
                  </a:cubicBezTo>
                  <a:cubicBezTo>
                    <a:pt x="12998" y="7101"/>
                    <a:pt x="12933" y="7131"/>
                    <a:pt x="12891" y="7196"/>
                  </a:cubicBezTo>
                  <a:cubicBezTo>
                    <a:pt x="12846" y="7270"/>
                    <a:pt x="12796" y="7340"/>
                    <a:pt x="12747" y="7407"/>
                  </a:cubicBezTo>
                  <a:cubicBezTo>
                    <a:pt x="12610" y="6598"/>
                    <a:pt x="12350" y="5814"/>
                    <a:pt x="11981" y="5079"/>
                  </a:cubicBezTo>
                  <a:cubicBezTo>
                    <a:pt x="12603" y="4653"/>
                    <a:pt x="13021" y="4179"/>
                    <a:pt x="13254" y="3637"/>
                  </a:cubicBezTo>
                  <a:cubicBezTo>
                    <a:pt x="13479" y="3110"/>
                    <a:pt x="13545" y="2501"/>
                    <a:pt x="13464" y="1714"/>
                  </a:cubicBezTo>
                  <a:cubicBezTo>
                    <a:pt x="13366" y="775"/>
                    <a:pt x="13816" y="420"/>
                    <a:pt x="13834" y="409"/>
                  </a:cubicBezTo>
                  <a:cubicBezTo>
                    <a:pt x="13901" y="360"/>
                    <a:pt x="13936" y="276"/>
                    <a:pt x="13915" y="195"/>
                  </a:cubicBezTo>
                  <a:cubicBezTo>
                    <a:pt x="13893" y="114"/>
                    <a:pt x="13827" y="50"/>
                    <a:pt x="13742" y="40"/>
                  </a:cubicBezTo>
                  <a:cubicBezTo>
                    <a:pt x="13541" y="14"/>
                    <a:pt x="13339" y="1"/>
                    <a:pt x="13138" y="1"/>
                  </a:cubicBezTo>
                  <a:cubicBezTo>
                    <a:pt x="12316" y="1"/>
                    <a:pt x="11502" y="219"/>
                    <a:pt x="10711" y="652"/>
                  </a:cubicBezTo>
                  <a:cubicBezTo>
                    <a:pt x="10127" y="972"/>
                    <a:pt x="9596" y="1376"/>
                    <a:pt x="9136" y="1854"/>
                  </a:cubicBezTo>
                  <a:cubicBezTo>
                    <a:pt x="8432" y="1439"/>
                    <a:pt x="7698" y="1221"/>
                    <a:pt x="6970" y="1221"/>
                  </a:cubicBezTo>
                  <a:cubicBezTo>
                    <a:pt x="6242" y="1221"/>
                    <a:pt x="5507" y="1439"/>
                    <a:pt x="4807" y="1854"/>
                  </a:cubicBezTo>
                  <a:cubicBezTo>
                    <a:pt x="4339" y="1376"/>
                    <a:pt x="3808" y="972"/>
                    <a:pt x="3228" y="652"/>
                  </a:cubicBezTo>
                  <a:cubicBezTo>
                    <a:pt x="2434" y="219"/>
                    <a:pt x="1620"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43" name="Google Shape;20943;p90"/>
          <p:cNvGrpSpPr/>
          <p:nvPr/>
        </p:nvGrpSpPr>
        <p:grpSpPr>
          <a:xfrm>
            <a:off x="4680096" y="2409807"/>
            <a:ext cx="375782" cy="374262"/>
            <a:chOff x="4680096" y="2409807"/>
            <a:chExt cx="375782" cy="374262"/>
          </a:xfrm>
        </p:grpSpPr>
        <p:sp>
          <p:nvSpPr>
            <p:cNvPr id="20944" name="Google Shape;20944;p90"/>
            <p:cNvSpPr/>
            <p:nvPr/>
          </p:nvSpPr>
          <p:spPr>
            <a:xfrm>
              <a:off x="4795038" y="2415259"/>
              <a:ext cx="178219" cy="75780"/>
            </a:xfrm>
            <a:custGeom>
              <a:rect b="b" l="l" r="r" t="t"/>
              <a:pathLst>
                <a:path extrusionOk="0" h="2891" w="6799">
                  <a:moveTo>
                    <a:pt x="6798" y="0"/>
                  </a:moveTo>
                  <a:cubicBezTo>
                    <a:pt x="6798" y="0"/>
                    <a:pt x="2832" y="299"/>
                    <a:pt x="1" y="2462"/>
                  </a:cubicBezTo>
                  <a:lnTo>
                    <a:pt x="4713" y="2891"/>
                  </a:lnTo>
                  <a:cubicBezTo>
                    <a:pt x="5103" y="1287"/>
                    <a:pt x="6798" y="0"/>
                    <a:pt x="6798"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5" name="Google Shape;20945;p90"/>
            <p:cNvSpPr/>
            <p:nvPr/>
          </p:nvSpPr>
          <p:spPr>
            <a:xfrm>
              <a:off x="4795038" y="2702942"/>
              <a:ext cx="178219" cy="75702"/>
            </a:xfrm>
            <a:custGeom>
              <a:rect b="b" l="l" r="r" t="t"/>
              <a:pathLst>
                <a:path extrusionOk="0" h="2888" w="6799">
                  <a:moveTo>
                    <a:pt x="4713" y="0"/>
                  </a:moveTo>
                  <a:lnTo>
                    <a:pt x="1" y="429"/>
                  </a:lnTo>
                  <a:cubicBezTo>
                    <a:pt x="2832" y="2592"/>
                    <a:pt x="6798" y="2887"/>
                    <a:pt x="6798" y="2887"/>
                  </a:cubicBezTo>
                  <a:cubicBezTo>
                    <a:pt x="6798" y="2887"/>
                    <a:pt x="5103" y="1604"/>
                    <a:pt x="4713"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6" name="Google Shape;20946;p90"/>
            <p:cNvSpPr/>
            <p:nvPr/>
          </p:nvSpPr>
          <p:spPr>
            <a:xfrm>
              <a:off x="4686099" y="2468078"/>
              <a:ext cx="362781" cy="257826"/>
            </a:xfrm>
            <a:custGeom>
              <a:rect b="b" l="l" r="r" t="t"/>
              <a:pathLst>
                <a:path extrusionOk="0" h="9836" w="13840">
                  <a:moveTo>
                    <a:pt x="6461" y="0"/>
                  </a:moveTo>
                  <a:cubicBezTo>
                    <a:pt x="6459" y="0"/>
                    <a:pt x="6456" y="0"/>
                    <a:pt x="6453" y="0"/>
                  </a:cubicBezTo>
                  <a:cubicBezTo>
                    <a:pt x="2367" y="0"/>
                    <a:pt x="1720" y="2993"/>
                    <a:pt x="1" y="4920"/>
                  </a:cubicBezTo>
                  <a:cubicBezTo>
                    <a:pt x="1720" y="6843"/>
                    <a:pt x="2367" y="9836"/>
                    <a:pt x="6453" y="9836"/>
                  </a:cubicBezTo>
                  <a:cubicBezTo>
                    <a:pt x="6459" y="9836"/>
                    <a:pt x="6464" y="9836"/>
                    <a:pt x="6469" y="9836"/>
                  </a:cubicBezTo>
                  <a:cubicBezTo>
                    <a:pt x="8646" y="9836"/>
                    <a:pt x="10569" y="8406"/>
                    <a:pt x="11197" y="6319"/>
                  </a:cubicBezTo>
                  <a:cubicBezTo>
                    <a:pt x="11258" y="6130"/>
                    <a:pt x="11433" y="6011"/>
                    <a:pt x="11620" y="6011"/>
                  </a:cubicBezTo>
                  <a:cubicBezTo>
                    <a:pt x="11679" y="6011"/>
                    <a:pt x="11740" y="6023"/>
                    <a:pt x="11798" y="6048"/>
                  </a:cubicBezTo>
                  <a:lnTo>
                    <a:pt x="13760" y="6889"/>
                  </a:lnTo>
                  <a:cubicBezTo>
                    <a:pt x="13767" y="6892"/>
                    <a:pt x="13774" y="6893"/>
                    <a:pt x="13780" y="6893"/>
                  </a:cubicBezTo>
                  <a:cubicBezTo>
                    <a:pt x="13811" y="6893"/>
                    <a:pt x="13836" y="6861"/>
                    <a:pt x="13827" y="6829"/>
                  </a:cubicBezTo>
                  <a:lnTo>
                    <a:pt x="13307" y="5275"/>
                  </a:lnTo>
                  <a:cubicBezTo>
                    <a:pt x="13233" y="5043"/>
                    <a:pt x="13233" y="4793"/>
                    <a:pt x="13310" y="4564"/>
                  </a:cubicBezTo>
                  <a:lnTo>
                    <a:pt x="13827" y="3010"/>
                  </a:lnTo>
                  <a:cubicBezTo>
                    <a:pt x="13839" y="2974"/>
                    <a:pt x="13811" y="2944"/>
                    <a:pt x="13778" y="2944"/>
                  </a:cubicBezTo>
                  <a:cubicBezTo>
                    <a:pt x="13772" y="2944"/>
                    <a:pt x="13766" y="2945"/>
                    <a:pt x="13760" y="2947"/>
                  </a:cubicBezTo>
                  <a:lnTo>
                    <a:pt x="11798" y="3787"/>
                  </a:lnTo>
                  <a:cubicBezTo>
                    <a:pt x="11740" y="3813"/>
                    <a:pt x="11679" y="3825"/>
                    <a:pt x="11620" y="3825"/>
                  </a:cubicBezTo>
                  <a:cubicBezTo>
                    <a:pt x="11433" y="3825"/>
                    <a:pt x="11258" y="3706"/>
                    <a:pt x="11197" y="3517"/>
                  </a:cubicBezTo>
                  <a:cubicBezTo>
                    <a:pt x="10568" y="1427"/>
                    <a:pt x="8642" y="0"/>
                    <a:pt x="6461"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7" name="Google Shape;20947;p90"/>
            <p:cNvSpPr/>
            <p:nvPr/>
          </p:nvSpPr>
          <p:spPr>
            <a:xfrm>
              <a:off x="4686099" y="2499585"/>
              <a:ext cx="235441" cy="226319"/>
            </a:xfrm>
            <a:custGeom>
              <a:rect b="b" l="l" r="r" t="t"/>
              <a:pathLst>
                <a:path extrusionOk="0" h="8634" w="8982">
                  <a:moveTo>
                    <a:pt x="2884" y="1"/>
                  </a:moveTo>
                  <a:lnTo>
                    <a:pt x="2884" y="1"/>
                  </a:lnTo>
                  <a:cubicBezTo>
                    <a:pt x="1667" y="1045"/>
                    <a:pt x="1024" y="2571"/>
                    <a:pt x="1" y="3714"/>
                  </a:cubicBezTo>
                  <a:cubicBezTo>
                    <a:pt x="1720" y="5641"/>
                    <a:pt x="2367" y="8634"/>
                    <a:pt x="6453" y="8634"/>
                  </a:cubicBezTo>
                  <a:cubicBezTo>
                    <a:pt x="7343" y="8634"/>
                    <a:pt x="8218" y="8395"/>
                    <a:pt x="8982" y="7941"/>
                  </a:cubicBezTo>
                  <a:cubicBezTo>
                    <a:pt x="5440" y="7333"/>
                    <a:pt x="2852" y="4263"/>
                    <a:pt x="2852" y="669"/>
                  </a:cubicBezTo>
                  <a:cubicBezTo>
                    <a:pt x="2852" y="444"/>
                    <a:pt x="2863" y="222"/>
                    <a:pt x="2884"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8" name="Google Shape;20948;p90"/>
            <p:cNvSpPr/>
            <p:nvPr/>
          </p:nvSpPr>
          <p:spPr>
            <a:xfrm>
              <a:off x="4727121" y="2573504"/>
              <a:ext cx="29332" cy="29358"/>
            </a:xfrm>
            <a:custGeom>
              <a:rect b="b" l="l" r="r" t="t"/>
              <a:pathLst>
                <a:path extrusionOk="0" h="1120" w="1119">
                  <a:moveTo>
                    <a:pt x="559" y="1"/>
                  </a:moveTo>
                  <a:cubicBezTo>
                    <a:pt x="250" y="1"/>
                    <a:pt x="0" y="251"/>
                    <a:pt x="0" y="560"/>
                  </a:cubicBezTo>
                  <a:cubicBezTo>
                    <a:pt x="0" y="870"/>
                    <a:pt x="250" y="1119"/>
                    <a:pt x="559" y="1119"/>
                  </a:cubicBezTo>
                  <a:cubicBezTo>
                    <a:pt x="869" y="1119"/>
                    <a:pt x="1119" y="870"/>
                    <a:pt x="1119" y="560"/>
                  </a:cubicBezTo>
                  <a:cubicBezTo>
                    <a:pt x="1119" y="251"/>
                    <a:pt x="869" y="1"/>
                    <a:pt x="55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9" name="Google Shape;20949;p90"/>
            <p:cNvSpPr/>
            <p:nvPr/>
          </p:nvSpPr>
          <p:spPr>
            <a:xfrm>
              <a:off x="4738812" y="2579323"/>
              <a:ext cx="11848" cy="11743"/>
            </a:xfrm>
            <a:custGeom>
              <a:rect b="b" l="l" r="r" t="t"/>
              <a:pathLst>
                <a:path extrusionOk="0" h="448" w="452">
                  <a:moveTo>
                    <a:pt x="226" y="0"/>
                  </a:moveTo>
                  <a:cubicBezTo>
                    <a:pt x="103" y="0"/>
                    <a:pt x="1" y="102"/>
                    <a:pt x="1" y="226"/>
                  </a:cubicBezTo>
                  <a:cubicBezTo>
                    <a:pt x="1" y="349"/>
                    <a:pt x="103" y="447"/>
                    <a:pt x="226" y="447"/>
                  </a:cubicBezTo>
                  <a:cubicBezTo>
                    <a:pt x="349" y="447"/>
                    <a:pt x="451" y="349"/>
                    <a:pt x="451" y="226"/>
                  </a:cubicBezTo>
                  <a:cubicBezTo>
                    <a:pt x="451" y="102"/>
                    <a:pt x="349" y="0"/>
                    <a:pt x="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0" name="Google Shape;20950;p90"/>
            <p:cNvSpPr/>
            <p:nvPr/>
          </p:nvSpPr>
          <p:spPr>
            <a:xfrm>
              <a:off x="4773308" y="2470751"/>
              <a:ext cx="49961" cy="252479"/>
            </a:xfrm>
            <a:custGeom>
              <a:rect b="b" l="l" r="r" t="t"/>
              <a:pathLst>
                <a:path extrusionOk="0" h="9632" w="1906">
                  <a:moveTo>
                    <a:pt x="1906" y="0"/>
                  </a:moveTo>
                  <a:lnTo>
                    <a:pt x="1906" y="0"/>
                  </a:lnTo>
                  <a:cubicBezTo>
                    <a:pt x="1519" y="67"/>
                    <a:pt x="1139" y="179"/>
                    <a:pt x="777" y="334"/>
                  </a:cubicBezTo>
                  <a:cubicBezTo>
                    <a:pt x="288" y="1600"/>
                    <a:pt x="0" y="3144"/>
                    <a:pt x="0" y="4818"/>
                  </a:cubicBezTo>
                  <a:cubicBezTo>
                    <a:pt x="0" y="6491"/>
                    <a:pt x="288" y="8032"/>
                    <a:pt x="777" y="9301"/>
                  </a:cubicBezTo>
                  <a:cubicBezTo>
                    <a:pt x="1139" y="9452"/>
                    <a:pt x="1519" y="9565"/>
                    <a:pt x="1906" y="9632"/>
                  </a:cubicBezTo>
                  <a:cubicBezTo>
                    <a:pt x="1590" y="8274"/>
                    <a:pt x="1400" y="6615"/>
                    <a:pt x="1400" y="4814"/>
                  </a:cubicBezTo>
                  <a:cubicBezTo>
                    <a:pt x="1400" y="3017"/>
                    <a:pt x="1586" y="1357"/>
                    <a:pt x="1906"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1" name="Google Shape;20951;p90"/>
            <p:cNvSpPr/>
            <p:nvPr/>
          </p:nvSpPr>
          <p:spPr>
            <a:xfrm>
              <a:off x="4773308" y="2586139"/>
              <a:ext cx="49961" cy="137091"/>
            </a:xfrm>
            <a:custGeom>
              <a:rect b="b" l="l" r="r" t="t"/>
              <a:pathLst>
                <a:path extrusionOk="0" h="5230" w="1906">
                  <a:moveTo>
                    <a:pt x="11" y="1"/>
                  </a:moveTo>
                  <a:cubicBezTo>
                    <a:pt x="4" y="138"/>
                    <a:pt x="0" y="275"/>
                    <a:pt x="0" y="412"/>
                  </a:cubicBezTo>
                  <a:cubicBezTo>
                    <a:pt x="0" y="2082"/>
                    <a:pt x="288" y="3630"/>
                    <a:pt x="777" y="4896"/>
                  </a:cubicBezTo>
                  <a:cubicBezTo>
                    <a:pt x="1139" y="5050"/>
                    <a:pt x="1519" y="5163"/>
                    <a:pt x="1906" y="5230"/>
                  </a:cubicBezTo>
                  <a:cubicBezTo>
                    <a:pt x="1692" y="4287"/>
                    <a:pt x="1547" y="3327"/>
                    <a:pt x="1473" y="2364"/>
                  </a:cubicBezTo>
                  <a:cubicBezTo>
                    <a:pt x="841" y="1675"/>
                    <a:pt x="345" y="873"/>
                    <a:pt x="1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2" name="Google Shape;20952;p90"/>
            <p:cNvSpPr/>
            <p:nvPr/>
          </p:nvSpPr>
          <p:spPr>
            <a:xfrm>
              <a:off x="4845759" y="2468261"/>
              <a:ext cx="46370" cy="257459"/>
            </a:xfrm>
            <a:custGeom>
              <a:rect b="b" l="l" r="r" t="t"/>
              <a:pathLst>
                <a:path extrusionOk="0" h="9822" w="1769">
                  <a:moveTo>
                    <a:pt x="573" y="0"/>
                  </a:moveTo>
                  <a:cubicBezTo>
                    <a:pt x="218" y="1336"/>
                    <a:pt x="0" y="3045"/>
                    <a:pt x="0" y="4909"/>
                  </a:cubicBezTo>
                  <a:cubicBezTo>
                    <a:pt x="0" y="6776"/>
                    <a:pt x="218" y="8485"/>
                    <a:pt x="573" y="9822"/>
                  </a:cubicBezTo>
                  <a:cubicBezTo>
                    <a:pt x="978" y="9804"/>
                    <a:pt x="1382" y="9737"/>
                    <a:pt x="1769" y="9625"/>
                  </a:cubicBezTo>
                  <a:cubicBezTo>
                    <a:pt x="1480" y="8334"/>
                    <a:pt x="1308" y="6699"/>
                    <a:pt x="1308" y="4909"/>
                  </a:cubicBezTo>
                  <a:cubicBezTo>
                    <a:pt x="1308" y="3123"/>
                    <a:pt x="1484" y="1484"/>
                    <a:pt x="1769" y="197"/>
                  </a:cubicBezTo>
                  <a:cubicBezTo>
                    <a:pt x="1382" y="81"/>
                    <a:pt x="978" y="18"/>
                    <a:pt x="573"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3" name="Google Shape;20953;p90"/>
            <p:cNvSpPr/>
            <p:nvPr/>
          </p:nvSpPr>
          <p:spPr>
            <a:xfrm>
              <a:off x="4851736" y="2681080"/>
              <a:ext cx="40393" cy="44640"/>
            </a:xfrm>
            <a:custGeom>
              <a:rect b="b" l="l" r="r" t="t"/>
              <a:pathLst>
                <a:path extrusionOk="0" h="1703" w="1541">
                  <a:moveTo>
                    <a:pt x="1" y="1"/>
                  </a:moveTo>
                  <a:lnTo>
                    <a:pt x="1" y="1"/>
                  </a:lnTo>
                  <a:cubicBezTo>
                    <a:pt x="81" y="574"/>
                    <a:pt x="198" y="1140"/>
                    <a:pt x="345" y="1703"/>
                  </a:cubicBezTo>
                  <a:cubicBezTo>
                    <a:pt x="750" y="1685"/>
                    <a:pt x="1150" y="1618"/>
                    <a:pt x="1541" y="1506"/>
                  </a:cubicBezTo>
                  <a:cubicBezTo>
                    <a:pt x="1481" y="1242"/>
                    <a:pt x="1428" y="964"/>
                    <a:pt x="1383" y="676"/>
                  </a:cubicBezTo>
                  <a:cubicBezTo>
                    <a:pt x="897" y="500"/>
                    <a:pt x="437" y="271"/>
                    <a:pt x="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4" name="Google Shape;20954;p90"/>
            <p:cNvSpPr/>
            <p:nvPr/>
          </p:nvSpPr>
          <p:spPr>
            <a:xfrm>
              <a:off x="4917188" y="2492691"/>
              <a:ext cx="40577" cy="208520"/>
            </a:xfrm>
            <a:custGeom>
              <a:rect b="b" l="l" r="r" t="t"/>
              <a:pathLst>
                <a:path extrusionOk="0" h="7955" w="1548">
                  <a:moveTo>
                    <a:pt x="542" y="0"/>
                  </a:moveTo>
                  <a:cubicBezTo>
                    <a:pt x="201" y="1143"/>
                    <a:pt x="0" y="2504"/>
                    <a:pt x="0" y="3970"/>
                  </a:cubicBezTo>
                  <a:cubicBezTo>
                    <a:pt x="0" y="5436"/>
                    <a:pt x="204" y="6808"/>
                    <a:pt x="545" y="7954"/>
                  </a:cubicBezTo>
                  <a:cubicBezTo>
                    <a:pt x="925" y="7680"/>
                    <a:pt x="1263" y="7353"/>
                    <a:pt x="1548" y="6984"/>
                  </a:cubicBezTo>
                  <a:cubicBezTo>
                    <a:pt x="1326" y="6115"/>
                    <a:pt x="1192" y="5085"/>
                    <a:pt x="1192" y="3977"/>
                  </a:cubicBezTo>
                  <a:cubicBezTo>
                    <a:pt x="1192" y="2866"/>
                    <a:pt x="1326" y="1839"/>
                    <a:pt x="1548" y="971"/>
                  </a:cubicBezTo>
                  <a:cubicBezTo>
                    <a:pt x="1259" y="601"/>
                    <a:pt x="922" y="274"/>
                    <a:pt x="542"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5" name="Google Shape;20955;p90"/>
            <p:cNvSpPr/>
            <p:nvPr/>
          </p:nvSpPr>
          <p:spPr>
            <a:xfrm>
              <a:off x="4680096" y="2409807"/>
              <a:ext cx="375782" cy="374262"/>
            </a:xfrm>
            <a:custGeom>
              <a:rect b="b" l="l" r="r" t="t"/>
              <a:pathLst>
                <a:path extrusionOk="0" h="14278" w="14336">
                  <a:moveTo>
                    <a:pt x="10515" y="493"/>
                  </a:moveTo>
                  <a:lnTo>
                    <a:pt x="10515" y="493"/>
                  </a:lnTo>
                  <a:cubicBezTo>
                    <a:pt x="10005" y="954"/>
                    <a:pt x="9288" y="1717"/>
                    <a:pt x="9010" y="2564"/>
                  </a:cubicBezTo>
                  <a:cubicBezTo>
                    <a:pt x="8296" y="2202"/>
                    <a:pt x="7506" y="2012"/>
                    <a:pt x="6704" y="2012"/>
                  </a:cubicBezTo>
                  <a:cubicBezTo>
                    <a:pt x="6697" y="2012"/>
                    <a:pt x="6690" y="2012"/>
                    <a:pt x="6682" y="2012"/>
                  </a:cubicBezTo>
                  <a:cubicBezTo>
                    <a:pt x="6345" y="2012"/>
                    <a:pt x="6007" y="2033"/>
                    <a:pt x="5669" y="2079"/>
                  </a:cubicBezTo>
                  <a:cubicBezTo>
                    <a:pt x="6847" y="1414"/>
                    <a:pt x="8064" y="1017"/>
                    <a:pt x="8964" y="795"/>
                  </a:cubicBezTo>
                  <a:cubicBezTo>
                    <a:pt x="9478" y="669"/>
                    <a:pt x="9995" y="567"/>
                    <a:pt x="10515" y="493"/>
                  </a:cubicBezTo>
                  <a:close/>
                  <a:moveTo>
                    <a:pt x="10698" y="4635"/>
                  </a:moveTo>
                  <a:cubicBezTo>
                    <a:pt x="10927" y="4998"/>
                    <a:pt x="11106" y="5388"/>
                    <a:pt x="11225" y="5796"/>
                  </a:cubicBezTo>
                  <a:cubicBezTo>
                    <a:pt x="11278" y="5972"/>
                    <a:pt x="11405" y="6116"/>
                    <a:pt x="11570" y="6193"/>
                  </a:cubicBezTo>
                  <a:cubicBezTo>
                    <a:pt x="11657" y="6233"/>
                    <a:pt x="11752" y="6254"/>
                    <a:pt x="11848" y="6254"/>
                  </a:cubicBezTo>
                  <a:cubicBezTo>
                    <a:pt x="11937" y="6254"/>
                    <a:pt x="12027" y="6236"/>
                    <a:pt x="12112" y="6200"/>
                  </a:cubicBezTo>
                  <a:lnTo>
                    <a:pt x="13747" y="5500"/>
                  </a:lnTo>
                  <a:lnTo>
                    <a:pt x="13339" y="6717"/>
                  </a:lnTo>
                  <a:cubicBezTo>
                    <a:pt x="13247" y="6988"/>
                    <a:pt x="13247" y="7283"/>
                    <a:pt x="13339" y="7558"/>
                  </a:cubicBezTo>
                  <a:lnTo>
                    <a:pt x="13747" y="8774"/>
                  </a:lnTo>
                  <a:lnTo>
                    <a:pt x="13747" y="8774"/>
                  </a:lnTo>
                  <a:lnTo>
                    <a:pt x="12112" y="8075"/>
                  </a:lnTo>
                  <a:cubicBezTo>
                    <a:pt x="12027" y="8039"/>
                    <a:pt x="11937" y="8021"/>
                    <a:pt x="11848" y="8021"/>
                  </a:cubicBezTo>
                  <a:cubicBezTo>
                    <a:pt x="11752" y="8021"/>
                    <a:pt x="11657" y="8042"/>
                    <a:pt x="11570" y="8082"/>
                  </a:cubicBezTo>
                  <a:cubicBezTo>
                    <a:pt x="11405" y="8159"/>
                    <a:pt x="11278" y="8303"/>
                    <a:pt x="11225" y="8479"/>
                  </a:cubicBezTo>
                  <a:cubicBezTo>
                    <a:pt x="11106" y="8887"/>
                    <a:pt x="10927" y="9277"/>
                    <a:pt x="10698" y="9639"/>
                  </a:cubicBezTo>
                  <a:cubicBezTo>
                    <a:pt x="10385" y="7987"/>
                    <a:pt x="10385" y="6288"/>
                    <a:pt x="10698" y="4635"/>
                  </a:cubicBezTo>
                  <a:close/>
                  <a:moveTo>
                    <a:pt x="3996" y="3057"/>
                  </a:moveTo>
                  <a:lnTo>
                    <a:pt x="3996" y="3057"/>
                  </a:lnTo>
                  <a:cubicBezTo>
                    <a:pt x="3588" y="4270"/>
                    <a:pt x="3373" y="5673"/>
                    <a:pt x="3373" y="7139"/>
                  </a:cubicBezTo>
                  <a:cubicBezTo>
                    <a:pt x="3373" y="8605"/>
                    <a:pt x="3588" y="10005"/>
                    <a:pt x="3996" y="11222"/>
                  </a:cubicBezTo>
                  <a:cubicBezTo>
                    <a:pt x="3795" y="11109"/>
                    <a:pt x="3602" y="10979"/>
                    <a:pt x="3419" y="10838"/>
                  </a:cubicBezTo>
                  <a:cubicBezTo>
                    <a:pt x="2642" y="10230"/>
                    <a:pt x="2090" y="9393"/>
                    <a:pt x="1552" y="8588"/>
                  </a:cubicBezTo>
                  <a:cubicBezTo>
                    <a:pt x="1228" y="8096"/>
                    <a:pt x="894" y="7593"/>
                    <a:pt x="507" y="7139"/>
                  </a:cubicBezTo>
                  <a:cubicBezTo>
                    <a:pt x="891" y="6686"/>
                    <a:pt x="1228" y="6179"/>
                    <a:pt x="1552" y="5690"/>
                  </a:cubicBezTo>
                  <a:cubicBezTo>
                    <a:pt x="2090" y="4885"/>
                    <a:pt x="2642" y="4048"/>
                    <a:pt x="3419" y="3440"/>
                  </a:cubicBezTo>
                  <a:cubicBezTo>
                    <a:pt x="3602" y="3296"/>
                    <a:pt x="3795" y="3169"/>
                    <a:pt x="3996" y="3057"/>
                  </a:cubicBezTo>
                  <a:close/>
                  <a:moveTo>
                    <a:pt x="8240" y="2691"/>
                  </a:moveTo>
                  <a:cubicBezTo>
                    <a:pt x="8637" y="2828"/>
                    <a:pt x="9010" y="3018"/>
                    <a:pt x="9358" y="3253"/>
                  </a:cubicBezTo>
                  <a:cubicBezTo>
                    <a:pt x="9284" y="3479"/>
                    <a:pt x="9218" y="3714"/>
                    <a:pt x="9158" y="3960"/>
                  </a:cubicBezTo>
                  <a:cubicBezTo>
                    <a:pt x="9130" y="4076"/>
                    <a:pt x="9200" y="4189"/>
                    <a:pt x="9313" y="4213"/>
                  </a:cubicBezTo>
                  <a:cubicBezTo>
                    <a:pt x="9329" y="4218"/>
                    <a:pt x="9346" y="4220"/>
                    <a:pt x="9363" y="4220"/>
                  </a:cubicBezTo>
                  <a:cubicBezTo>
                    <a:pt x="9457" y="4220"/>
                    <a:pt x="9542" y="4154"/>
                    <a:pt x="9566" y="4059"/>
                  </a:cubicBezTo>
                  <a:cubicBezTo>
                    <a:pt x="9611" y="3872"/>
                    <a:pt x="9661" y="3693"/>
                    <a:pt x="9713" y="3521"/>
                  </a:cubicBezTo>
                  <a:cubicBezTo>
                    <a:pt x="9953" y="3718"/>
                    <a:pt x="10174" y="3939"/>
                    <a:pt x="10371" y="4185"/>
                  </a:cubicBezTo>
                  <a:cubicBezTo>
                    <a:pt x="10160" y="5057"/>
                    <a:pt x="10047" y="6077"/>
                    <a:pt x="10047" y="7139"/>
                  </a:cubicBezTo>
                  <a:cubicBezTo>
                    <a:pt x="10047" y="8201"/>
                    <a:pt x="10160" y="9221"/>
                    <a:pt x="10374" y="10096"/>
                  </a:cubicBezTo>
                  <a:cubicBezTo>
                    <a:pt x="10174" y="10339"/>
                    <a:pt x="9956" y="10561"/>
                    <a:pt x="9713" y="10761"/>
                  </a:cubicBezTo>
                  <a:lnTo>
                    <a:pt x="9713" y="10758"/>
                  </a:lnTo>
                  <a:cubicBezTo>
                    <a:pt x="9397" y="9724"/>
                    <a:pt x="9225" y="8451"/>
                    <a:pt x="9225" y="7139"/>
                  </a:cubicBezTo>
                  <a:cubicBezTo>
                    <a:pt x="9221" y="6401"/>
                    <a:pt x="9277" y="5666"/>
                    <a:pt x="9390" y="4938"/>
                  </a:cubicBezTo>
                  <a:cubicBezTo>
                    <a:pt x="9410" y="4786"/>
                    <a:pt x="9293" y="4700"/>
                    <a:pt x="9178" y="4700"/>
                  </a:cubicBezTo>
                  <a:cubicBezTo>
                    <a:pt x="9088" y="4700"/>
                    <a:pt x="8999" y="4753"/>
                    <a:pt x="8978" y="4871"/>
                  </a:cubicBezTo>
                  <a:cubicBezTo>
                    <a:pt x="8859" y="5624"/>
                    <a:pt x="8803" y="6380"/>
                    <a:pt x="8803" y="7139"/>
                  </a:cubicBezTo>
                  <a:cubicBezTo>
                    <a:pt x="8803" y="8556"/>
                    <a:pt x="9000" y="9928"/>
                    <a:pt x="9358" y="11028"/>
                  </a:cubicBezTo>
                  <a:cubicBezTo>
                    <a:pt x="9014" y="11264"/>
                    <a:pt x="8637" y="11454"/>
                    <a:pt x="8240" y="11591"/>
                  </a:cubicBezTo>
                  <a:cubicBezTo>
                    <a:pt x="7976" y="10339"/>
                    <a:pt x="7836" y="8767"/>
                    <a:pt x="7836" y="7139"/>
                  </a:cubicBezTo>
                  <a:cubicBezTo>
                    <a:pt x="7836" y="5515"/>
                    <a:pt x="7980" y="3943"/>
                    <a:pt x="8240" y="2691"/>
                  </a:cubicBezTo>
                  <a:close/>
                  <a:moveTo>
                    <a:pt x="7034" y="2445"/>
                  </a:moveTo>
                  <a:cubicBezTo>
                    <a:pt x="7305" y="2462"/>
                    <a:pt x="7575" y="2504"/>
                    <a:pt x="7839" y="2571"/>
                  </a:cubicBezTo>
                  <a:cubicBezTo>
                    <a:pt x="7568" y="3855"/>
                    <a:pt x="7417" y="5472"/>
                    <a:pt x="7417" y="7139"/>
                  </a:cubicBezTo>
                  <a:cubicBezTo>
                    <a:pt x="7417" y="8809"/>
                    <a:pt x="7568" y="10427"/>
                    <a:pt x="7839" y="11711"/>
                  </a:cubicBezTo>
                  <a:cubicBezTo>
                    <a:pt x="7575" y="11777"/>
                    <a:pt x="7305" y="11820"/>
                    <a:pt x="7034" y="11837"/>
                  </a:cubicBezTo>
                  <a:cubicBezTo>
                    <a:pt x="6717" y="10525"/>
                    <a:pt x="6542" y="8862"/>
                    <a:pt x="6542" y="7139"/>
                  </a:cubicBezTo>
                  <a:cubicBezTo>
                    <a:pt x="6542" y="5420"/>
                    <a:pt x="6717" y="3756"/>
                    <a:pt x="7034" y="2445"/>
                  </a:cubicBezTo>
                  <a:close/>
                  <a:moveTo>
                    <a:pt x="6605" y="2431"/>
                  </a:moveTo>
                  <a:lnTo>
                    <a:pt x="6605" y="2431"/>
                  </a:lnTo>
                  <a:cubicBezTo>
                    <a:pt x="6292" y="3760"/>
                    <a:pt x="6123" y="5423"/>
                    <a:pt x="6123" y="7139"/>
                  </a:cubicBezTo>
                  <a:cubicBezTo>
                    <a:pt x="6123" y="8855"/>
                    <a:pt x="6292" y="10522"/>
                    <a:pt x="6605" y="11851"/>
                  </a:cubicBezTo>
                  <a:cubicBezTo>
                    <a:pt x="6271" y="11848"/>
                    <a:pt x="5940" y="11820"/>
                    <a:pt x="5610" y="11767"/>
                  </a:cubicBezTo>
                  <a:cubicBezTo>
                    <a:pt x="5304" y="10469"/>
                    <a:pt x="5135" y="8831"/>
                    <a:pt x="5135" y="7139"/>
                  </a:cubicBezTo>
                  <a:cubicBezTo>
                    <a:pt x="5131" y="6102"/>
                    <a:pt x="5198" y="5064"/>
                    <a:pt x="5332" y="4038"/>
                  </a:cubicBezTo>
                  <a:cubicBezTo>
                    <a:pt x="5359" y="3881"/>
                    <a:pt x="5241" y="3794"/>
                    <a:pt x="5123" y="3794"/>
                  </a:cubicBezTo>
                  <a:cubicBezTo>
                    <a:pt x="5027" y="3794"/>
                    <a:pt x="4931" y="3853"/>
                    <a:pt x="4917" y="3981"/>
                  </a:cubicBezTo>
                  <a:cubicBezTo>
                    <a:pt x="4780" y="5029"/>
                    <a:pt x="4713" y="6084"/>
                    <a:pt x="4717" y="7139"/>
                  </a:cubicBezTo>
                  <a:cubicBezTo>
                    <a:pt x="4717" y="8781"/>
                    <a:pt x="4875" y="10378"/>
                    <a:pt x="5160" y="11679"/>
                  </a:cubicBezTo>
                  <a:cubicBezTo>
                    <a:pt x="4949" y="11626"/>
                    <a:pt x="4738" y="11559"/>
                    <a:pt x="4534" y="11478"/>
                  </a:cubicBezTo>
                  <a:cubicBezTo>
                    <a:pt x="4052" y="10220"/>
                    <a:pt x="3792" y="8722"/>
                    <a:pt x="3792" y="7139"/>
                  </a:cubicBezTo>
                  <a:cubicBezTo>
                    <a:pt x="3792" y="5557"/>
                    <a:pt x="4048" y="4062"/>
                    <a:pt x="4534" y="2803"/>
                  </a:cubicBezTo>
                  <a:cubicBezTo>
                    <a:pt x="4738" y="2722"/>
                    <a:pt x="4945" y="2656"/>
                    <a:pt x="5160" y="2603"/>
                  </a:cubicBezTo>
                  <a:lnTo>
                    <a:pt x="5160" y="2603"/>
                  </a:lnTo>
                  <a:cubicBezTo>
                    <a:pt x="5124" y="2758"/>
                    <a:pt x="5093" y="2916"/>
                    <a:pt x="5061" y="3078"/>
                  </a:cubicBezTo>
                  <a:cubicBezTo>
                    <a:pt x="5037" y="3194"/>
                    <a:pt x="5110" y="3306"/>
                    <a:pt x="5226" y="3327"/>
                  </a:cubicBezTo>
                  <a:cubicBezTo>
                    <a:pt x="5241" y="3330"/>
                    <a:pt x="5255" y="3332"/>
                    <a:pt x="5269" y="3332"/>
                  </a:cubicBezTo>
                  <a:cubicBezTo>
                    <a:pt x="5371" y="3332"/>
                    <a:pt x="5457" y="3257"/>
                    <a:pt x="5473" y="3155"/>
                  </a:cubicBezTo>
                  <a:cubicBezTo>
                    <a:pt x="5515" y="2933"/>
                    <a:pt x="5560" y="2719"/>
                    <a:pt x="5610" y="2512"/>
                  </a:cubicBezTo>
                  <a:cubicBezTo>
                    <a:pt x="5940" y="2459"/>
                    <a:pt x="6271" y="2434"/>
                    <a:pt x="6605" y="2431"/>
                  </a:cubicBezTo>
                  <a:close/>
                  <a:moveTo>
                    <a:pt x="9010" y="11718"/>
                  </a:moveTo>
                  <a:cubicBezTo>
                    <a:pt x="9288" y="12561"/>
                    <a:pt x="10005" y="13325"/>
                    <a:pt x="10515" y="13785"/>
                  </a:cubicBezTo>
                  <a:cubicBezTo>
                    <a:pt x="9991" y="13711"/>
                    <a:pt x="9474" y="13609"/>
                    <a:pt x="8964" y="13486"/>
                  </a:cubicBezTo>
                  <a:cubicBezTo>
                    <a:pt x="8064" y="13261"/>
                    <a:pt x="6847" y="12864"/>
                    <a:pt x="5669" y="12199"/>
                  </a:cubicBezTo>
                  <a:lnTo>
                    <a:pt x="5669" y="12199"/>
                  </a:lnTo>
                  <a:cubicBezTo>
                    <a:pt x="6007" y="12245"/>
                    <a:pt x="6345" y="12266"/>
                    <a:pt x="6682" y="12266"/>
                  </a:cubicBezTo>
                  <a:cubicBezTo>
                    <a:pt x="6690" y="12266"/>
                    <a:pt x="6697" y="12266"/>
                    <a:pt x="6704" y="12266"/>
                  </a:cubicBezTo>
                  <a:cubicBezTo>
                    <a:pt x="7506" y="12266"/>
                    <a:pt x="8296" y="12076"/>
                    <a:pt x="9010" y="11718"/>
                  </a:cubicBezTo>
                  <a:close/>
                  <a:moveTo>
                    <a:pt x="11188" y="0"/>
                  </a:moveTo>
                  <a:cubicBezTo>
                    <a:pt x="11183" y="0"/>
                    <a:pt x="11178" y="0"/>
                    <a:pt x="11173" y="1"/>
                  </a:cubicBezTo>
                  <a:cubicBezTo>
                    <a:pt x="11134" y="1"/>
                    <a:pt x="10188" y="61"/>
                    <a:pt x="8873" y="384"/>
                  </a:cubicBezTo>
                  <a:cubicBezTo>
                    <a:pt x="7667" y="683"/>
                    <a:pt x="5909" y="1288"/>
                    <a:pt x="4397" y="2406"/>
                  </a:cubicBezTo>
                  <a:cubicBezTo>
                    <a:pt x="3953" y="2578"/>
                    <a:pt x="3539" y="2817"/>
                    <a:pt x="3162" y="3113"/>
                  </a:cubicBezTo>
                  <a:cubicBezTo>
                    <a:pt x="2332" y="3767"/>
                    <a:pt x="1759" y="4628"/>
                    <a:pt x="1204" y="5462"/>
                  </a:cubicBezTo>
                  <a:cubicBezTo>
                    <a:pt x="838" y="6014"/>
                    <a:pt x="490" y="6538"/>
                    <a:pt x="75" y="7002"/>
                  </a:cubicBezTo>
                  <a:cubicBezTo>
                    <a:pt x="1" y="7079"/>
                    <a:pt x="1" y="7199"/>
                    <a:pt x="75" y="7280"/>
                  </a:cubicBezTo>
                  <a:cubicBezTo>
                    <a:pt x="490" y="7744"/>
                    <a:pt x="838" y="8268"/>
                    <a:pt x="1204" y="8816"/>
                  </a:cubicBezTo>
                  <a:cubicBezTo>
                    <a:pt x="1759" y="9653"/>
                    <a:pt x="2332" y="10515"/>
                    <a:pt x="3162" y="11165"/>
                  </a:cubicBezTo>
                  <a:cubicBezTo>
                    <a:pt x="3535" y="11461"/>
                    <a:pt x="3950" y="11696"/>
                    <a:pt x="4393" y="11869"/>
                  </a:cubicBezTo>
                  <a:cubicBezTo>
                    <a:pt x="5905" y="12987"/>
                    <a:pt x="7663" y="13592"/>
                    <a:pt x="8873" y="13891"/>
                  </a:cubicBezTo>
                  <a:cubicBezTo>
                    <a:pt x="10185" y="14214"/>
                    <a:pt x="11131" y="14274"/>
                    <a:pt x="11169" y="14278"/>
                  </a:cubicBezTo>
                  <a:lnTo>
                    <a:pt x="11183" y="14278"/>
                  </a:lnTo>
                  <a:cubicBezTo>
                    <a:pt x="11387" y="14278"/>
                    <a:pt x="11468" y="14017"/>
                    <a:pt x="11306" y="13898"/>
                  </a:cubicBezTo>
                  <a:cubicBezTo>
                    <a:pt x="11289" y="13887"/>
                    <a:pt x="9738" y="12744"/>
                    <a:pt x="9383" y="11507"/>
                  </a:cubicBezTo>
                  <a:cubicBezTo>
                    <a:pt x="9524" y="11419"/>
                    <a:pt x="9661" y="11327"/>
                    <a:pt x="9794" y="11225"/>
                  </a:cubicBezTo>
                  <a:cubicBezTo>
                    <a:pt x="10666" y="10564"/>
                    <a:pt x="11310" y="9646"/>
                    <a:pt x="11626" y="8595"/>
                  </a:cubicBezTo>
                  <a:cubicBezTo>
                    <a:pt x="11644" y="8535"/>
                    <a:pt x="11686" y="8486"/>
                    <a:pt x="11746" y="8461"/>
                  </a:cubicBezTo>
                  <a:cubicBezTo>
                    <a:pt x="11778" y="8445"/>
                    <a:pt x="11813" y="8437"/>
                    <a:pt x="11847" y="8437"/>
                  </a:cubicBezTo>
                  <a:cubicBezTo>
                    <a:pt x="11880" y="8437"/>
                    <a:pt x="11912" y="8444"/>
                    <a:pt x="11943" y="8458"/>
                  </a:cubicBezTo>
                  <a:lnTo>
                    <a:pt x="14007" y="9340"/>
                  </a:lnTo>
                  <a:cubicBezTo>
                    <a:pt x="14035" y="9352"/>
                    <a:pt x="14062" y="9358"/>
                    <a:pt x="14089" y="9358"/>
                  </a:cubicBezTo>
                  <a:cubicBezTo>
                    <a:pt x="14223" y="9358"/>
                    <a:pt x="14335" y="9224"/>
                    <a:pt x="14288" y="9080"/>
                  </a:cubicBezTo>
                  <a:lnTo>
                    <a:pt x="13736" y="7427"/>
                  </a:lnTo>
                  <a:cubicBezTo>
                    <a:pt x="13673" y="7241"/>
                    <a:pt x="13673" y="7041"/>
                    <a:pt x="13736" y="6854"/>
                  </a:cubicBezTo>
                  <a:lnTo>
                    <a:pt x="14288" y="5195"/>
                  </a:lnTo>
                  <a:cubicBezTo>
                    <a:pt x="14335" y="5051"/>
                    <a:pt x="14226" y="4917"/>
                    <a:pt x="14090" y="4917"/>
                  </a:cubicBezTo>
                  <a:cubicBezTo>
                    <a:pt x="14063" y="4917"/>
                    <a:pt x="14035" y="4923"/>
                    <a:pt x="14007" y="4934"/>
                  </a:cubicBezTo>
                  <a:lnTo>
                    <a:pt x="11946" y="5820"/>
                  </a:lnTo>
                  <a:cubicBezTo>
                    <a:pt x="11916" y="5832"/>
                    <a:pt x="11883" y="5839"/>
                    <a:pt x="11850" y="5839"/>
                  </a:cubicBezTo>
                  <a:cubicBezTo>
                    <a:pt x="11814" y="5839"/>
                    <a:pt x="11779" y="5831"/>
                    <a:pt x="11746" y="5817"/>
                  </a:cubicBezTo>
                  <a:cubicBezTo>
                    <a:pt x="11690" y="5789"/>
                    <a:pt x="11644" y="5740"/>
                    <a:pt x="11626" y="5680"/>
                  </a:cubicBezTo>
                  <a:cubicBezTo>
                    <a:pt x="11310" y="4632"/>
                    <a:pt x="10670" y="3711"/>
                    <a:pt x="9794" y="3050"/>
                  </a:cubicBezTo>
                  <a:cubicBezTo>
                    <a:pt x="9661" y="2951"/>
                    <a:pt x="9524" y="2856"/>
                    <a:pt x="9386" y="2772"/>
                  </a:cubicBezTo>
                  <a:cubicBezTo>
                    <a:pt x="9742" y="1534"/>
                    <a:pt x="11292" y="391"/>
                    <a:pt x="11306" y="377"/>
                  </a:cubicBezTo>
                  <a:cubicBezTo>
                    <a:pt x="11471" y="257"/>
                    <a:pt x="11385" y="0"/>
                    <a:pt x="11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6" name="Google Shape;20956;p90"/>
            <p:cNvSpPr/>
            <p:nvPr/>
          </p:nvSpPr>
          <p:spPr>
            <a:xfrm>
              <a:off x="4714880" y="2568078"/>
              <a:ext cx="47025" cy="40262"/>
            </a:xfrm>
            <a:custGeom>
              <a:rect b="b" l="l" r="r" t="t"/>
              <a:pathLst>
                <a:path extrusionOk="0" h="1536" w="1794">
                  <a:moveTo>
                    <a:pt x="1024" y="413"/>
                  </a:moveTo>
                  <a:cubicBezTo>
                    <a:pt x="1205" y="413"/>
                    <a:pt x="1378" y="552"/>
                    <a:pt x="1378" y="764"/>
                  </a:cubicBezTo>
                  <a:cubicBezTo>
                    <a:pt x="1378" y="960"/>
                    <a:pt x="1220" y="1115"/>
                    <a:pt x="1026" y="1115"/>
                  </a:cubicBezTo>
                  <a:cubicBezTo>
                    <a:pt x="714" y="1115"/>
                    <a:pt x="555" y="739"/>
                    <a:pt x="777" y="517"/>
                  </a:cubicBezTo>
                  <a:cubicBezTo>
                    <a:pt x="849" y="445"/>
                    <a:pt x="938" y="413"/>
                    <a:pt x="1024" y="413"/>
                  </a:cubicBezTo>
                  <a:close/>
                  <a:moveTo>
                    <a:pt x="1022" y="0"/>
                  </a:moveTo>
                  <a:cubicBezTo>
                    <a:pt x="339" y="0"/>
                    <a:pt x="1" y="828"/>
                    <a:pt x="485" y="1309"/>
                  </a:cubicBezTo>
                  <a:cubicBezTo>
                    <a:pt x="641" y="1466"/>
                    <a:pt x="833" y="1536"/>
                    <a:pt x="1021" y="1536"/>
                  </a:cubicBezTo>
                  <a:cubicBezTo>
                    <a:pt x="1415" y="1536"/>
                    <a:pt x="1793" y="1229"/>
                    <a:pt x="1793" y="767"/>
                  </a:cubicBezTo>
                  <a:cubicBezTo>
                    <a:pt x="1793" y="342"/>
                    <a:pt x="1452" y="0"/>
                    <a:pt x="1026" y="0"/>
                  </a:cubicBezTo>
                  <a:cubicBezTo>
                    <a:pt x="1025" y="0"/>
                    <a:pt x="1024" y="0"/>
                    <a:pt x="10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57" name="Google Shape;20957;p90"/>
          <p:cNvGrpSpPr/>
          <p:nvPr/>
        </p:nvGrpSpPr>
        <p:grpSpPr>
          <a:xfrm>
            <a:off x="4133330" y="2459663"/>
            <a:ext cx="374944" cy="274550"/>
            <a:chOff x="4133330" y="2459663"/>
            <a:chExt cx="374944" cy="274550"/>
          </a:xfrm>
        </p:grpSpPr>
        <p:sp>
          <p:nvSpPr>
            <p:cNvPr id="20958" name="Google Shape;20958;p90"/>
            <p:cNvSpPr/>
            <p:nvPr/>
          </p:nvSpPr>
          <p:spPr>
            <a:xfrm>
              <a:off x="4261902" y="2678590"/>
              <a:ext cx="104929" cy="49935"/>
            </a:xfrm>
            <a:custGeom>
              <a:rect b="b" l="l" r="r" t="t"/>
              <a:pathLst>
                <a:path extrusionOk="0" h="1905" w="4003">
                  <a:moveTo>
                    <a:pt x="3802" y="1"/>
                  </a:moveTo>
                  <a:lnTo>
                    <a:pt x="1" y="1115"/>
                  </a:lnTo>
                  <a:cubicBezTo>
                    <a:pt x="1" y="1115"/>
                    <a:pt x="1659" y="1904"/>
                    <a:pt x="3257" y="1904"/>
                  </a:cubicBezTo>
                  <a:cubicBezTo>
                    <a:pt x="3428" y="1904"/>
                    <a:pt x="3599" y="1895"/>
                    <a:pt x="3767" y="1875"/>
                  </a:cubicBezTo>
                  <a:cubicBezTo>
                    <a:pt x="3911" y="1857"/>
                    <a:pt x="4003" y="1710"/>
                    <a:pt x="3953" y="1573"/>
                  </a:cubicBezTo>
                  <a:cubicBezTo>
                    <a:pt x="3827" y="1235"/>
                    <a:pt x="3647" y="609"/>
                    <a:pt x="3802" y="1"/>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9" name="Google Shape;20959;p90"/>
            <p:cNvSpPr/>
            <p:nvPr/>
          </p:nvSpPr>
          <p:spPr>
            <a:xfrm>
              <a:off x="4238494" y="2466033"/>
              <a:ext cx="175807" cy="101233"/>
            </a:xfrm>
            <a:custGeom>
              <a:rect b="b" l="l" r="r" t="t"/>
              <a:pathLst>
                <a:path extrusionOk="0" h="3862" w="6707">
                  <a:moveTo>
                    <a:pt x="1270" y="1"/>
                  </a:moveTo>
                  <a:cubicBezTo>
                    <a:pt x="1192" y="1"/>
                    <a:pt x="1119" y="42"/>
                    <a:pt x="1077" y="110"/>
                  </a:cubicBezTo>
                  <a:lnTo>
                    <a:pt x="1" y="1847"/>
                  </a:lnTo>
                  <a:lnTo>
                    <a:pt x="6707" y="3862"/>
                  </a:lnTo>
                  <a:cubicBezTo>
                    <a:pt x="5827" y="2543"/>
                    <a:pt x="4090" y="746"/>
                    <a:pt x="1326" y="8"/>
                  </a:cubicBezTo>
                  <a:cubicBezTo>
                    <a:pt x="1308" y="3"/>
                    <a:pt x="1289" y="1"/>
                    <a:pt x="1270" y="1"/>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0" name="Google Shape;20960;p90"/>
            <p:cNvSpPr/>
            <p:nvPr/>
          </p:nvSpPr>
          <p:spPr>
            <a:xfrm>
              <a:off x="4408377" y="2526767"/>
              <a:ext cx="89070" cy="162858"/>
            </a:xfrm>
            <a:custGeom>
              <a:rect b="b" l="l" r="r" t="t"/>
              <a:pathLst>
                <a:path extrusionOk="0" h="6213" w="3398">
                  <a:moveTo>
                    <a:pt x="3159" y="1"/>
                  </a:moveTo>
                  <a:cubicBezTo>
                    <a:pt x="3104" y="1"/>
                    <a:pt x="3048" y="23"/>
                    <a:pt x="3004" y="75"/>
                  </a:cubicBezTo>
                  <a:cubicBezTo>
                    <a:pt x="2441" y="736"/>
                    <a:pt x="1456" y="1622"/>
                    <a:pt x="0" y="1991"/>
                  </a:cubicBezTo>
                  <a:lnTo>
                    <a:pt x="36" y="4228"/>
                  </a:lnTo>
                  <a:cubicBezTo>
                    <a:pt x="1467" y="4604"/>
                    <a:pt x="2441" y="5480"/>
                    <a:pt x="3000" y="6137"/>
                  </a:cubicBezTo>
                  <a:cubicBezTo>
                    <a:pt x="3044" y="6189"/>
                    <a:pt x="3102" y="6212"/>
                    <a:pt x="3158" y="6212"/>
                  </a:cubicBezTo>
                  <a:cubicBezTo>
                    <a:pt x="3280" y="6212"/>
                    <a:pt x="3397" y="6105"/>
                    <a:pt x="3366" y="5958"/>
                  </a:cubicBezTo>
                  <a:lnTo>
                    <a:pt x="2856" y="3605"/>
                  </a:lnTo>
                  <a:cubicBezTo>
                    <a:pt x="2800" y="3278"/>
                    <a:pt x="2800" y="2941"/>
                    <a:pt x="2856" y="2610"/>
                  </a:cubicBezTo>
                  <a:lnTo>
                    <a:pt x="3366" y="254"/>
                  </a:lnTo>
                  <a:cubicBezTo>
                    <a:pt x="3397" y="109"/>
                    <a:pt x="3281" y="1"/>
                    <a:pt x="3159"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1" name="Google Shape;20961;p90"/>
            <p:cNvSpPr/>
            <p:nvPr/>
          </p:nvSpPr>
          <p:spPr>
            <a:xfrm>
              <a:off x="4138860" y="2502731"/>
              <a:ext cx="304747" cy="211011"/>
            </a:xfrm>
            <a:custGeom>
              <a:rect b="b" l="l" r="r" t="t"/>
              <a:pathLst>
                <a:path extrusionOk="0" h="8050" w="11626">
                  <a:moveTo>
                    <a:pt x="4023" y="0"/>
                  </a:moveTo>
                  <a:cubicBezTo>
                    <a:pt x="658" y="0"/>
                    <a:pt x="99" y="3158"/>
                    <a:pt x="14" y="3879"/>
                  </a:cubicBezTo>
                  <a:cubicBezTo>
                    <a:pt x="0" y="3970"/>
                    <a:pt x="50" y="4062"/>
                    <a:pt x="134" y="4104"/>
                  </a:cubicBezTo>
                  <a:cubicBezTo>
                    <a:pt x="328" y="4198"/>
                    <a:pt x="736" y="4350"/>
                    <a:pt x="1385" y="4350"/>
                  </a:cubicBezTo>
                  <a:cubicBezTo>
                    <a:pt x="1537" y="4350"/>
                    <a:pt x="1703" y="4341"/>
                    <a:pt x="1882" y="4322"/>
                  </a:cubicBezTo>
                  <a:lnTo>
                    <a:pt x="1882" y="4322"/>
                  </a:lnTo>
                  <a:cubicBezTo>
                    <a:pt x="1657" y="4790"/>
                    <a:pt x="1129" y="5106"/>
                    <a:pt x="640" y="5219"/>
                  </a:cubicBezTo>
                  <a:cubicBezTo>
                    <a:pt x="514" y="5243"/>
                    <a:pt x="440" y="5366"/>
                    <a:pt x="472" y="5489"/>
                  </a:cubicBezTo>
                  <a:cubicBezTo>
                    <a:pt x="658" y="6165"/>
                    <a:pt x="1407" y="8049"/>
                    <a:pt x="4023" y="8049"/>
                  </a:cubicBezTo>
                  <a:cubicBezTo>
                    <a:pt x="6246" y="8049"/>
                    <a:pt x="11626" y="6246"/>
                    <a:pt x="11626" y="4023"/>
                  </a:cubicBezTo>
                  <a:cubicBezTo>
                    <a:pt x="11626" y="1804"/>
                    <a:pt x="6246" y="0"/>
                    <a:pt x="4023"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2" name="Google Shape;20962;p90"/>
            <p:cNvSpPr/>
            <p:nvPr/>
          </p:nvSpPr>
          <p:spPr>
            <a:xfrm>
              <a:off x="4150368" y="2597384"/>
              <a:ext cx="293239" cy="116357"/>
            </a:xfrm>
            <a:custGeom>
              <a:rect b="b" l="l" r="r" t="t"/>
              <a:pathLst>
                <a:path extrusionOk="0" h="4439" w="11187">
                  <a:moveTo>
                    <a:pt x="11127" y="1"/>
                  </a:moveTo>
                  <a:cubicBezTo>
                    <a:pt x="9731" y="1277"/>
                    <a:pt x="5838" y="2202"/>
                    <a:pt x="4031" y="2202"/>
                  </a:cubicBezTo>
                  <a:cubicBezTo>
                    <a:pt x="2487" y="2202"/>
                    <a:pt x="1597" y="1692"/>
                    <a:pt x="1088" y="1165"/>
                  </a:cubicBezTo>
                  <a:cubicBezTo>
                    <a:pt x="831" y="1379"/>
                    <a:pt x="528" y="1530"/>
                    <a:pt x="201" y="1604"/>
                  </a:cubicBezTo>
                  <a:cubicBezTo>
                    <a:pt x="78" y="1632"/>
                    <a:pt x="1" y="1755"/>
                    <a:pt x="36" y="1878"/>
                  </a:cubicBezTo>
                  <a:cubicBezTo>
                    <a:pt x="219" y="2554"/>
                    <a:pt x="971" y="4438"/>
                    <a:pt x="3588" y="4438"/>
                  </a:cubicBezTo>
                  <a:cubicBezTo>
                    <a:pt x="5810" y="4438"/>
                    <a:pt x="11187" y="2635"/>
                    <a:pt x="11187" y="412"/>
                  </a:cubicBezTo>
                  <a:cubicBezTo>
                    <a:pt x="11187" y="271"/>
                    <a:pt x="11166" y="134"/>
                    <a:pt x="11127"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3" name="Google Shape;20963;p90"/>
            <p:cNvSpPr/>
            <p:nvPr/>
          </p:nvSpPr>
          <p:spPr>
            <a:xfrm>
              <a:off x="4138860" y="2503543"/>
              <a:ext cx="146502" cy="209464"/>
            </a:xfrm>
            <a:custGeom>
              <a:rect b="b" l="l" r="r" t="t"/>
              <a:pathLst>
                <a:path extrusionOk="0" h="7991" w="5589">
                  <a:moveTo>
                    <a:pt x="3510" y="1"/>
                  </a:moveTo>
                  <a:cubicBezTo>
                    <a:pt x="602" y="303"/>
                    <a:pt x="95" y="3166"/>
                    <a:pt x="14" y="3848"/>
                  </a:cubicBezTo>
                  <a:cubicBezTo>
                    <a:pt x="0" y="3939"/>
                    <a:pt x="50" y="4031"/>
                    <a:pt x="134" y="4073"/>
                  </a:cubicBezTo>
                  <a:cubicBezTo>
                    <a:pt x="328" y="4167"/>
                    <a:pt x="743" y="4319"/>
                    <a:pt x="1402" y="4319"/>
                  </a:cubicBezTo>
                  <a:cubicBezTo>
                    <a:pt x="1483" y="4319"/>
                    <a:pt x="1568" y="4317"/>
                    <a:pt x="1657" y="4312"/>
                  </a:cubicBezTo>
                  <a:cubicBezTo>
                    <a:pt x="1660" y="4312"/>
                    <a:pt x="1663" y="4312"/>
                    <a:pt x="1666" y="4312"/>
                  </a:cubicBezTo>
                  <a:cubicBezTo>
                    <a:pt x="1759" y="4312"/>
                    <a:pt x="1813" y="4417"/>
                    <a:pt x="1759" y="4495"/>
                  </a:cubicBezTo>
                  <a:cubicBezTo>
                    <a:pt x="1495" y="4850"/>
                    <a:pt x="1055" y="5093"/>
                    <a:pt x="640" y="5188"/>
                  </a:cubicBezTo>
                  <a:cubicBezTo>
                    <a:pt x="514" y="5216"/>
                    <a:pt x="440" y="5342"/>
                    <a:pt x="475" y="5466"/>
                  </a:cubicBezTo>
                  <a:cubicBezTo>
                    <a:pt x="651" y="6095"/>
                    <a:pt x="1312" y="7762"/>
                    <a:pt x="3506" y="7990"/>
                  </a:cubicBezTo>
                  <a:cubicBezTo>
                    <a:pt x="4755" y="7164"/>
                    <a:pt x="5588" y="5687"/>
                    <a:pt x="5588" y="3992"/>
                  </a:cubicBezTo>
                  <a:cubicBezTo>
                    <a:pt x="5588" y="2301"/>
                    <a:pt x="4755" y="827"/>
                    <a:pt x="3510"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4" name="Google Shape;20964;p90"/>
            <p:cNvSpPr/>
            <p:nvPr/>
          </p:nvSpPr>
          <p:spPr>
            <a:xfrm>
              <a:off x="4150368" y="2627895"/>
              <a:ext cx="126790" cy="85112"/>
            </a:xfrm>
            <a:custGeom>
              <a:rect b="b" l="l" r="r" t="t"/>
              <a:pathLst>
                <a:path extrusionOk="0" h="3247" w="4837">
                  <a:moveTo>
                    <a:pt x="1088" y="1"/>
                  </a:moveTo>
                  <a:cubicBezTo>
                    <a:pt x="831" y="219"/>
                    <a:pt x="528" y="366"/>
                    <a:pt x="201" y="440"/>
                  </a:cubicBezTo>
                  <a:cubicBezTo>
                    <a:pt x="78" y="468"/>
                    <a:pt x="1" y="595"/>
                    <a:pt x="36" y="718"/>
                  </a:cubicBezTo>
                  <a:cubicBezTo>
                    <a:pt x="212" y="1351"/>
                    <a:pt x="873" y="3018"/>
                    <a:pt x="3067" y="3246"/>
                  </a:cubicBezTo>
                  <a:cubicBezTo>
                    <a:pt x="3880" y="2701"/>
                    <a:pt x="4498" y="1910"/>
                    <a:pt x="4836" y="992"/>
                  </a:cubicBezTo>
                  <a:lnTo>
                    <a:pt x="4836" y="992"/>
                  </a:lnTo>
                  <a:cubicBezTo>
                    <a:pt x="4541" y="1024"/>
                    <a:pt x="4266" y="1038"/>
                    <a:pt x="4031" y="1038"/>
                  </a:cubicBezTo>
                  <a:cubicBezTo>
                    <a:pt x="2487" y="1038"/>
                    <a:pt x="1597" y="528"/>
                    <a:pt x="1088"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5" name="Google Shape;20965;p90"/>
            <p:cNvSpPr/>
            <p:nvPr/>
          </p:nvSpPr>
          <p:spPr>
            <a:xfrm>
              <a:off x="4311312" y="2594999"/>
              <a:ext cx="74863" cy="53316"/>
            </a:xfrm>
            <a:custGeom>
              <a:rect b="b" l="l" r="r" t="t"/>
              <a:pathLst>
                <a:path extrusionOk="0" h="2034" w="2856">
                  <a:moveTo>
                    <a:pt x="908" y="0"/>
                  </a:moveTo>
                  <a:cubicBezTo>
                    <a:pt x="802" y="0"/>
                    <a:pt x="704" y="46"/>
                    <a:pt x="634" y="123"/>
                  </a:cubicBezTo>
                  <a:lnTo>
                    <a:pt x="134" y="679"/>
                  </a:lnTo>
                  <a:cubicBezTo>
                    <a:pt x="1" y="827"/>
                    <a:pt x="8" y="1052"/>
                    <a:pt x="152" y="1192"/>
                  </a:cubicBezTo>
                  <a:cubicBezTo>
                    <a:pt x="574" y="1599"/>
                    <a:pt x="1160" y="2033"/>
                    <a:pt x="1535" y="2033"/>
                  </a:cubicBezTo>
                  <a:cubicBezTo>
                    <a:pt x="1579" y="2033"/>
                    <a:pt x="1620" y="2028"/>
                    <a:pt x="1657" y="2015"/>
                  </a:cubicBezTo>
                  <a:cubicBezTo>
                    <a:pt x="2103" y="1868"/>
                    <a:pt x="2856" y="510"/>
                    <a:pt x="2736" y="282"/>
                  </a:cubicBezTo>
                  <a:cubicBezTo>
                    <a:pt x="2599" y="25"/>
                    <a:pt x="1358" y="0"/>
                    <a:pt x="908" y="0"/>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6" name="Google Shape;20966;p90"/>
            <p:cNvSpPr/>
            <p:nvPr/>
          </p:nvSpPr>
          <p:spPr>
            <a:xfrm>
              <a:off x="4173985" y="2561342"/>
              <a:ext cx="23513" cy="29358"/>
            </a:xfrm>
            <a:custGeom>
              <a:rect b="b" l="l" r="r" t="t"/>
              <a:pathLst>
                <a:path extrusionOk="0" h="1120" w="897">
                  <a:moveTo>
                    <a:pt x="447" y="1"/>
                  </a:moveTo>
                  <a:cubicBezTo>
                    <a:pt x="201" y="1"/>
                    <a:pt x="0" y="201"/>
                    <a:pt x="0" y="447"/>
                  </a:cubicBezTo>
                  <a:lnTo>
                    <a:pt x="0" y="672"/>
                  </a:lnTo>
                  <a:cubicBezTo>
                    <a:pt x="0" y="919"/>
                    <a:pt x="201" y="1119"/>
                    <a:pt x="447" y="1119"/>
                  </a:cubicBezTo>
                  <a:cubicBezTo>
                    <a:pt x="696" y="1119"/>
                    <a:pt x="897" y="919"/>
                    <a:pt x="897" y="672"/>
                  </a:cubicBezTo>
                  <a:lnTo>
                    <a:pt x="897" y="447"/>
                  </a:lnTo>
                  <a:cubicBezTo>
                    <a:pt x="897" y="201"/>
                    <a:pt x="696" y="1"/>
                    <a:pt x="44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7" name="Google Shape;20967;p90"/>
            <p:cNvSpPr/>
            <p:nvPr/>
          </p:nvSpPr>
          <p:spPr>
            <a:xfrm>
              <a:off x="4179516" y="2566873"/>
              <a:ext cx="12451" cy="12477"/>
            </a:xfrm>
            <a:custGeom>
              <a:rect b="b" l="l" r="r" t="t"/>
              <a:pathLst>
                <a:path extrusionOk="0" h="476" w="475">
                  <a:moveTo>
                    <a:pt x="236" y="1"/>
                  </a:moveTo>
                  <a:cubicBezTo>
                    <a:pt x="106" y="1"/>
                    <a:pt x="0" y="106"/>
                    <a:pt x="0" y="236"/>
                  </a:cubicBezTo>
                  <a:cubicBezTo>
                    <a:pt x="0" y="366"/>
                    <a:pt x="106" y="475"/>
                    <a:pt x="236" y="475"/>
                  </a:cubicBezTo>
                  <a:cubicBezTo>
                    <a:pt x="369" y="475"/>
                    <a:pt x="475" y="366"/>
                    <a:pt x="475" y="236"/>
                  </a:cubicBezTo>
                  <a:cubicBezTo>
                    <a:pt x="475" y="106"/>
                    <a:pt x="369" y="1"/>
                    <a:pt x="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8" name="Google Shape;20968;p90"/>
            <p:cNvSpPr/>
            <p:nvPr/>
          </p:nvSpPr>
          <p:spPr>
            <a:xfrm>
              <a:off x="4133330" y="2459663"/>
              <a:ext cx="374944" cy="274550"/>
            </a:xfrm>
            <a:custGeom>
              <a:rect b="b" l="l" r="r" t="t"/>
              <a:pathLst>
                <a:path extrusionOk="0" h="10474" w="14304">
                  <a:moveTo>
                    <a:pt x="5268" y="451"/>
                  </a:moveTo>
                  <a:cubicBezTo>
                    <a:pt x="7104" y="937"/>
                    <a:pt x="8581" y="1949"/>
                    <a:pt x="9551" y="2920"/>
                  </a:cubicBezTo>
                  <a:cubicBezTo>
                    <a:pt x="9083" y="2684"/>
                    <a:pt x="8605" y="2470"/>
                    <a:pt x="8113" y="2290"/>
                  </a:cubicBezTo>
                  <a:cubicBezTo>
                    <a:pt x="6896" y="1833"/>
                    <a:pt x="5577" y="1520"/>
                    <a:pt x="4614" y="1453"/>
                  </a:cubicBezTo>
                  <a:lnTo>
                    <a:pt x="5268" y="451"/>
                  </a:lnTo>
                  <a:close/>
                  <a:moveTo>
                    <a:pt x="4308" y="1854"/>
                  </a:moveTo>
                  <a:lnTo>
                    <a:pt x="4308" y="1854"/>
                  </a:lnTo>
                  <a:cubicBezTo>
                    <a:pt x="5236" y="1872"/>
                    <a:pt x="6661" y="2192"/>
                    <a:pt x="7962" y="2681"/>
                  </a:cubicBezTo>
                  <a:cubicBezTo>
                    <a:pt x="9530" y="3264"/>
                    <a:pt x="10697" y="3992"/>
                    <a:pt x="11260" y="4727"/>
                  </a:cubicBezTo>
                  <a:cubicBezTo>
                    <a:pt x="11306" y="4790"/>
                    <a:pt x="11366" y="4816"/>
                    <a:pt x="11423" y="4816"/>
                  </a:cubicBezTo>
                  <a:cubicBezTo>
                    <a:pt x="11577" y="4816"/>
                    <a:pt x="11722" y="4634"/>
                    <a:pt x="11594" y="4471"/>
                  </a:cubicBezTo>
                  <a:cubicBezTo>
                    <a:pt x="11548" y="4418"/>
                    <a:pt x="11506" y="4362"/>
                    <a:pt x="11461" y="4309"/>
                  </a:cubicBezTo>
                  <a:cubicBezTo>
                    <a:pt x="12515" y="3911"/>
                    <a:pt x="13250" y="3243"/>
                    <a:pt x="13704" y="2712"/>
                  </a:cubicBezTo>
                  <a:lnTo>
                    <a:pt x="13704" y="2712"/>
                  </a:lnTo>
                  <a:lnTo>
                    <a:pt x="13268" y="5135"/>
                  </a:lnTo>
                  <a:lnTo>
                    <a:pt x="13268" y="5142"/>
                  </a:lnTo>
                  <a:cubicBezTo>
                    <a:pt x="13219" y="5494"/>
                    <a:pt x="13219" y="5849"/>
                    <a:pt x="13268" y="6197"/>
                  </a:cubicBezTo>
                  <a:lnTo>
                    <a:pt x="13268" y="6204"/>
                  </a:lnTo>
                  <a:lnTo>
                    <a:pt x="13704" y="8630"/>
                  </a:lnTo>
                  <a:cubicBezTo>
                    <a:pt x="13250" y="8100"/>
                    <a:pt x="12512" y="7428"/>
                    <a:pt x="11457" y="7031"/>
                  </a:cubicBezTo>
                  <a:cubicBezTo>
                    <a:pt x="11812" y="6626"/>
                    <a:pt x="12044" y="6169"/>
                    <a:pt x="12044" y="5666"/>
                  </a:cubicBezTo>
                  <a:cubicBezTo>
                    <a:pt x="12044" y="5561"/>
                    <a:pt x="12034" y="5459"/>
                    <a:pt x="12016" y="5353"/>
                  </a:cubicBezTo>
                  <a:cubicBezTo>
                    <a:pt x="11991" y="5241"/>
                    <a:pt x="11903" y="5190"/>
                    <a:pt x="11816" y="5190"/>
                  </a:cubicBezTo>
                  <a:cubicBezTo>
                    <a:pt x="11698" y="5190"/>
                    <a:pt x="11578" y="5281"/>
                    <a:pt x="11605" y="5434"/>
                  </a:cubicBezTo>
                  <a:cubicBezTo>
                    <a:pt x="11619" y="5511"/>
                    <a:pt x="11626" y="5589"/>
                    <a:pt x="11626" y="5666"/>
                  </a:cubicBezTo>
                  <a:cubicBezTo>
                    <a:pt x="11626" y="6127"/>
                    <a:pt x="11355" y="6602"/>
                    <a:pt x="10821" y="7076"/>
                  </a:cubicBezTo>
                  <a:cubicBezTo>
                    <a:pt x="10339" y="7512"/>
                    <a:pt x="9632" y="7941"/>
                    <a:pt x="8784" y="8321"/>
                  </a:cubicBezTo>
                  <a:cubicBezTo>
                    <a:pt x="7294" y="8993"/>
                    <a:pt x="5468" y="9464"/>
                    <a:pt x="4308" y="9481"/>
                  </a:cubicBezTo>
                  <a:cubicBezTo>
                    <a:pt x="5750" y="8184"/>
                    <a:pt x="6337" y="6183"/>
                    <a:pt x="5827" y="4312"/>
                  </a:cubicBezTo>
                  <a:cubicBezTo>
                    <a:pt x="5797" y="4202"/>
                    <a:pt x="5714" y="4154"/>
                    <a:pt x="5629" y="4154"/>
                  </a:cubicBezTo>
                  <a:cubicBezTo>
                    <a:pt x="5504" y="4154"/>
                    <a:pt x="5377" y="4260"/>
                    <a:pt x="5423" y="4421"/>
                  </a:cubicBezTo>
                  <a:cubicBezTo>
                    <a:pt x="5936" y="6296"/>
                    <a:pt x="5247" y="8296"/>
                    <a:pt x="3686" y="9453"/>
                  </a:cubicBezTo>
                  <a:cubicBezTo>
                    <a:pt x="2708" y="9341"/>
                    <a:pt x="1949" y="8919"/>
                    <a:pt x="1418" y="8187"/>
                  </a:cubicBezTo>
                  <a:cubicBezTo>
                    <a:pt x="1175" y="7850"/>
                    <a:pt x="992" y="7470"/>
                    <a:pt x="883" y="7069"/>
                  </a:cubicBezTo>
                  <a:cubicBezTo>
                    <a:pt x="1379" y="6960"/>
                    <a:pt x="1941" y="6651"/>
                    <a:pt x="2230" y="6155"/>
                  </a:cubicBezTo>
                  <a:cubicBezTo>
                    <a:pt x="2269" y="6151"/>
                    <a:pt x="2307" y="6144"/>
                    <a:pt x="2349" y="6137"/>
                  </a:cubicBezTo>
                  <a:cubicBezTo>
                    <a:pt x="2465" y="6120"/>
                    <a:pt x="2543" y="6011"/>
                    <a:pt x="2525" y="5895"/>
                  </a:cubicBezTo>
                  <a:cubicBezTo>
                    <a:pt x="2510" y="5792"/>
                    <a:pt x="2420" y="5722"/>
                    <a:pt x="2321" y="5722"/>
                  </a:cubicBezTo>
                  <a:cubicBezTo>
                    <a:pt x="2308" y="5722"/>
                    <a:pt x="2295" y="5723"/>
                    <a:pt x="2283" y="5726"/>
                  </a:cubicBezTo>
                  <a:cubicBezTo>
                    <a:pt x="2047" y="5765"/>
                    <a:pt x="1830" y="5781"/>
                    <a:pt x="1633" y="5781"/>
                  </a:cubicBezTo>
                  <a:cubicBezTo>
                    <a:pt x="1018" y="5781"/>
                    <a:pt x="601" y="5626"/>
                    <a:pt x="422" y="5543"/>
                  </a:cubicBezTo>
                  <a:cubicBezTo>
                    <a:pt x="486" y="3693"/>
                    <a:pt x="1864" y="2157"/>
                    <a:pt x="3696" y="1893"/>
                  </a:cubicBezTo>
                  <a:cubicBezTo>
                    <a:pt x="3935" y="2072"/>
                    <a:pt x="4160" y="2276"/>
                    <a:pt x="4364" y="2498"/>
                  </a:cubicBezTo>
                  <a:cubicBezTo>
                    <a:pt x="4408" y="2539"/>
                    <a:pt x="4457" y="2557"/>
                    <a:pt x="4505" y="2557"/>
                  </a:cubicBezTo>
                  <a:cubicBezTo>
                    <a:pt x="4657" y="2557"/>
                    <a:pt x="4791" y="2372"/>
                    <a:pt x="4670" y="2217"/>
                  </a:cubicBezTo>
                  <a:cubicBezTo>
                    <a:pt x="4554" y="2090"/>
                    <a:pt x="4435" y="1970"/>
                    <a:pt x="4308" y="1854"/>
                  </a:cubicBezTo>
                  <a:close/>
                  <a:moveTo>
                    <a:pt x="8384" y="8943"/>
                  </a:moveTo>
                  <a:cubicBezTo>
                    <a:pt x="8401" y="9316"/>
                    <a:pt x="8489" y="9682"/>
                    <a:pt x="8647" y="10019"/>
                  </a:cubicBezTo>
                  <a:cubicBezTo>
                    <a:pt x="8457" y="10044"/>
                    <a:pt x="8267" y="10055"/>
                    <a:pt x="8077" y="10055"/>
                  </a:cubicBezTo>
                  <a:cubicBezTo>
                    <a:pt x="7268" y="10055"/>
                    <a:pt x="6492" y="9856"/>
                    <a:pt x="5968" y="9682"/>
                  </a:cubicBezTo>
                  <a:cubicBezTo>
                    <a:pt x="6791" y="9503"/>
                    <a:pt x="7599" y="9256"/>
                    <a:pt x="8384" y="8943"/>
                  </a:cubicBezTo>
                  <a:close/>
                  <a:moveTo>
                    <a:pt x="5170" y="0"/>
                  </a:moveTo>
                  <a:cubicBezTo>
                    <a:pt x="5102" y="0"/>
                    <a:pt x="5040" y="35"/>
                    <a:pt x="5001" y="96"/>
                  </a:cubicBezTo>
                  <a:lnTo>
                    <a:pt x="4122" y="1436"/>
                  </a:lnTo>
                  <a:cubicBezTo>
                    <a:pt x="1829" y="1499"/>
                    <a:pt x="4" y="3377"/>
                    <a:pt x="0" y="5670"/>
                  </a:cubicBezTo>
                  <a:cubicBezTo>
                    <a:pt x="0" y="5740"/>
                    <a:pt x="39" y="5807"/>
                    <a:pt x="99" y="5845"/>
                  </a:cubicBezTo>
                  <a:cubicBezTo>
                    <a:pt x="127" y="5863"/>
                    <a:pt x="669" y="6197"/>
                    <a:pt x="1621" y="6197"/>
                  </a:cubicBezTo>
                  <a:lnTo>
                    <a:pt x="1671" y="6197"/>
                  </a:lnTo>
                  <a:cubicBezTo>
                    <a:pt x="1379" y="6468"/>
                    <a:pt x="1006" y="6644"/>
                    <a:pt x="609" y="6689"/>
                  </a:cubicBezTo>
                  <a:cubicBezTo>
                    <a:pt x="489" y="6700"/>
                    <a:pt x="405" y="6809"/>
                    <a:pt x="422" y="6929"/>
                  </a:cubicBezTo>
                  <a:cubicBezTo>
                    <a:pt x="528" y="7463"/>
                    <a:pt x="746" y="7973"/>
                    <a:pt x="1066" y="8416"/>
                  </a:cubicBezTo>
                  <a:cubicBezTo>
                    <a:pt x="1555" y="9091"/>
                    <a:pt x="2501" y="9900"/>
                    <a:pt x="4234" y="9900"/>
                  </a:cubicBezTo>
                  <a:cubicBezTo>
                    <a:pt x="4547" y="9896"/>
                    <a:pt x="4864" y="9872"/>
                    <a:pt x="5173" y="9826"/>
                  </a:cubicBezTo>
                  <a:cubicBezTo>
                    <a:pt x="5423" y="9939"/>
                    <a:pt x="6678" y="10473"/>
                    <a:pt x="8064" y="10473"/>
                  </a:cubicBezTo>
                  <a:cubicBezTo>
                    <a:pt x="8380" y="10473"/>
                    <a:pt x="8697" y="10445"/>
                    <a:pt x="9010" y="10382"/>
                  </a:cubicBezTo>
                  <a:cubicBezTo>
                    <a:pt x="9154" y="10350"/>
                    <a:pt x="9221" y="10188"/>
                    <a:pt x="9143" y="10065"/>
                  </a:cubicBezTo>
                  <a:cubicBezTo>
                    <a:pt x="9140" y="10058"/>
                    <a:pt x="8756" y="9432"/>
                    <a:pt x="8809" y="8768"/>
                  </a:cubicBezTo>
                  <a:lnTo>
                    <a:pt x="8953" y="8704"/>
                  </a:lnTo>
                  <a:cubicBezTo>
                    <a:pt x="9593" y="8416"/>
                    <a:pt x="10476" y="7955"/>
                    <a:pt x="11133" y="7358"/>
                  </a:cubicBezTo>
                  <a:cubicBezTo>
                    <a:pt x="12994" y="7976"/>
                    <a:pt x="13880" y="9587"/>
                    <a:pt x="13887" y="9605"/>
                  </a:cubicBezTo>
                  <a:cubicBezTo>
                    <a:pt x="13928" y="9681"/>
                    <a:pt x="13998" y="9714"/>
                    <a:pt x="14067" y="9714"/>
                  </a:cubicBezTo>
                  <a:cubicBezTo>
                    <a:pt x="14186" y="9714"/>
                    <a:pt x="14304" y="9616"/>
                    <a:pt x="14277" y="9467"/>
                  </a:cubicBezTo>
                  <a:lnTo>
                    <a:pt x="13679" y="6134"/>
                  </a:lnTo>
                  <a:cubicBezTo>
                    <a:pt x="13634" y="5824"/>
                    <a:pt x="13634" y="5511"/>
                    <a:pt x="13679" y="5205"/>
                  </a:cubicBezTo>
                  <a:lnTo>
                    <a:pt x="14277" y="1868"/>
                  </a:lnTo>
                  <a:cubicBezTo>
                    <a:pt x="14304" y="1719"/>
                    <a:pt x="14186" y="1620"/>
                    <a:pt x="14067" y="1620"/>
                  </a:cubicBezTo>
                  <a:cubicBezTo>
                    <a:pt x="13998" y="1620"/>
                    <a:pt x="13928" y="1654"/>
                    <a:pt x="13887" y="1731"/>
                  </a:cubicBezTo>
                  <a:cubicBezTo>
                    <a:pt x="13876" y="1749"/>
                    <a:pt x="13001" y="3363"/>
                    <a:pt x="11133" y="3978"/>
                  </a:cubicBezTo>
                  <a:cubicBezTo>
                    <a:pt x="10993" y="3848"/>
                    <a:pt x="10842" y="3729"/>
                    <a:pt x="10687" y="3613"/>
                  </a:cubicBezTo>
                  <a:cubicBezTo>
                    <a:pt x="10465" y="3300"/>
                    <a:pt x="9864" y="2519"/>
                    <a:pt x="8799" y="1717"/>
                  </a:cubicBezTo>
                  <a:cubicBezTo>
                    <a:pt x="7737" y="912"/>
                    <a:pt x="6520" y="328"/>
                    <a:pt x="5226" y="8"/>
                  </a:cubicBezTo>
                  <a:cubicBezTo>
                    <a:pt x="5207" y="3"/>
                    <a:pt x="5188" y="0"/>
                    <a:pt x="5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9" name="Google Shape;20969;p90"/>
            <p:cNvSpPr/>
            <p:nvPr/>
          </p:nvSpPr>
          <p:spPr>
            <a:xfrm>
              <a:off x="4258940" y="2535182"/>
              <a:ext cx="19764" cy="20839"/>
            </a:xfrm>
            <a:custGeom>
              <a:rect b="b" l="l" r="r" t="t"/>
              <a:pathLst>
                <a:path extrusionOk="0" h="795" w="754">
                  <a:moveTo>
                    <a:pt x="286" y="1"/>
                  </a:moveTo>
                  <a:cubicBezTo>
                    <a:pt x="141" y="1"/>
                    <a:pt x="0" y="157"/>
                    <a:pt x="103" y="324"/>
                  </a:cubicBezTo>
                  <a:cubicBezTo>
                    <a:pt x="174" y="440"/>
                    <a:pt x="240" y="559"/>
                    <a:pt x="304" y="682"/>
                  </a:cubicBezTo>
                  <a:cubicBezTo>
                    <a:pt x="346" y="762"/>
                    <a:pt x="414" y="795"/>
                    <a:pt x="482" y="795"/>
                  </a:cubicBezTo>
                  <a:cubicBezTo>
                    <a:pt x="618" y="795"/>
                    <a:pt x="754" y="660"/>
                    <a:pt x="676" y="496"/>
                  </a:cubicBezTo>
                  <a:cubicBezTo>
                    <a:pt x="610" y="362"/>
                    <a:pt x="536" y="229"/>
                    <a:pt x="458" y="102"/>
                  </a:cubicBezTo>
                  <a:cubicBezTo>
                    <a:pt x="414" y="31"/>
                    <a:pt x="350"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0" name="Google Shape;20970;p90"/>
            <p:cNvSpPr/>
            <p:nvPr/>
          </p:nvSpPr>
          <p:spPr>
            <a:xfrm>
              <a:off x="4168533" y="2555916"/>
              <a:ext cx="34417" cy="40210"/>
            </a:xfrm>
            <a:custGeom>
              <a:rect b="b" l="l" r="r" t="t"/>
              <a:pathLst>
                <a:path extrusionOk="0" h="1534" w="1313">
                  <a:moveTo>
                    <a:pt x="656" y="417"/>
                  </a:moveTo>
                  <a:cubicBezTo>
                    <a:pt x="775" y="417"/>
                    <a:pt x="894" y="496"/>
                    <a:pt x="894" y="654"/>
                  </a:cubicBezTo>
                  <a:lnTo>
                    <a:pt x="894" y="879"/>
                  </a:lnTo>
                  <a:cubicBezTo>
                    <a:pt x="894" y="1010"/>
                    <a:pt x="788" y="1115"/>
                    <a:pt x="655" y="1115"/>
                  </a:cubicBezTo>
                  <a:cubicBezTo>
                    <a:pt x="525" y="1115"/>
                    <a:pt x="419" y="1010"/>
                    <a:pt x="419" y="879"/>
                  </a:cubicBezTo>
                  <a:lnTo>
                    <a:pt x="419" y="654"/>
                  </a:lnTo>
                  <a:cubicBezTo>
                    <a:pt x="419" y="496"/>
                    <a:pt x="538" y="417"/>
                    <a:pt x="656" y="417"/>
                  </a:cubicBezTo>
                  <a:close/>
                  <a:moveTo>
                    <a:pt x="655" y="0"/>
                  </a:moveTo>
                  <a:cubicBezTo>
                    <a:pt x="296" y="0"/>
                    <a:pt x="1" y="292"/>
                    <a:pt x="1" y="654"/>
                  </a:cubicBezTo>
                  <a:lnTo>
                    <a:pt x="1" y="879"/>
                  </a:lnTo>
                  <a:cubicBezTo>
                    <a:pt x="1" y="1242"/>
                    <a:pt x="293" y="1533"/>
                    <a:pt x="655" y="1533"/>
                  </a:cubicBezTo>
                  <a:cubicBezTo>
                    <a:pt x="1017" y="1533"/>
                    <a:pt x="1312" y="1242"/>
                    <a:pt x="1312" y="879"/>
                  </a:cubicBezTo>
                  <a:lnTo>
                    <a:pt x="1312" y="654"/>
                  </a:lnTo>
                  <a:cubicBezTo>
                    <a:pt x="1312" y="292"/>
                    <a:pt x="1017"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1" name="Google Shape;20971;p90"/>
            <p:cNvSpPr/>
            <p:nvPr/>
          </p:nvSpPr>
          <p:spPr>
            <a:xfrm>
              <a:off x="4301352" y="2589546"/>
              <a:ext cx="88336" cy="64194"/>
            </a:xfrm>
            <a:custGeom>
              <a:rect b="b" l="l" r="r" t="t"/>
              <a:pathLst>
                <a:path extrusionOk="0" h="2449" w="3370">
                  <a:moveTo>
                    <a:pt x="1267" y="0"/>
                  </a:moveTo>
                  <a:cubicBezTo>
                    <a:pt x="1179" y="0"/>
                    <a:pt x="1125" y="1"/>
                    <a:pt x="1119" y="1"/>
                  </a:cubicBezTo>
                  <a:cubicBezTo>
                    <a:pt x="839" y="4"/>
                    <a:pt x="845" y="419"/>
                    <a:pt x="1119" y="419"/>
                  </a:cubicBezTo>
                  <a:cubicBezTo>
                    <a:pt x="1120" y="419"/>
                    <a:pt x="1121" y="419"/>
                    <a:pt x="1123" y="419"/>
                  </a:cubicBezTo>
                  <a:lnTo>
                    <a:pt x="1126" y="419"/>
                  </a:lnTo>
                  <a:cubicBezTo>
                    <a:pt x="1203" y="418"/>
                    <a:pt x="1280" y="417"/>
                    <a:pt x="1356" y="417"/>
                  </a:cubicBezTo>
                  <a:cubicBezTo>
                    <a:pt x="2077" y="417"/>
                    <a:pt x="2751" y="489"/>
                    <a:pt x="2916" y="585"/>
                  </a:cubicBezTo>
                  <a:cubicBezTo>
                    <a:pt x="2888" y="722"/>
                    <a:pt x="2839" y="852"/>
                    <a:pt x="2775" y="971"/>
                  </a:cubicBezTo>
                  <a:lnTo>
                    <a:pt x="1938" y="841"/>
                  </a:lnTo>
                  <a:cubicBezTo>
                    <a:pt x="1928" y="840"/>
                    <a:pt x="1918" y="839"/>
                    <a:pt x="1908" y="839"/>
                  </a:cubicBezTo>
                  <a:cubicBezTo>
                    <a:pt x="1667" y="839"/>
                    <a:pt x="1622" y="1205"/>
                    <a:pt x="1875" y="1253"/>
                  </a:cubicBezTo>
                  <a:lnTo>
                    <a:pt x="2561" y="1362"/>
                  </a:lnTo>
                  <a:cubicBezTo>
                    <a:pt x="2308" y="1766"/>
                    <a:pt x="2079" y="1988"/>
                    <a:pt x="1970" y="2023"/>
                  </a:cubicBezTo>
                  <a:cubicBezTo>
                    <a:pt x="1952" y="2029"/>
                    <a:pt x="1932" y="2031"/>
                    <a:pt x="1909" y="2031"/>
                  </a:cubicBezTo>
                  <a:cubicBezTo>
                    <a:pt x="1618" y="2031"/>
                    <a:pt x="943" y="1564"/>
                    <a:pt x="440" y="1003"/>
                  </a:cubicBezTo>
                  <a:cubicBezTo>
                    <a:pt x="396" y="956"/>
                    <a:pt x="344" y="936"/>
                    <a:pt x="294" y="936"/>
                  </a:cubicBezTo>
                  <a:cubicBezTo>
                    <a:pt x="139" y="936"/>
                    <a:pt x="1" y="1124"/>
                    <a:pt x="131" y="1281"/>
                  </a:cubicBezTo>
                  <a:cubicBezTo>
                    <a:pt x="405" y="1587"/>
                    <a:pt x="715" y="1861"/>
                    <a:pt x="1052" y="2097"/>
                  </a:cubicBezTo>
                  <a:cubicBezTo>
                    <a:pt x="1393" y="2329"/>
                    <a:pt x="1685" y="2448"/>
                    <a:pt x="1921" y="2448"/>
                  </a:cubicBezTo>
                  <a:cubicBezTo>
                    <a:pt x="1984" y="2448"/>
                    <a:pt x="2044" y="2438"/>
                    <a:pt x="2104" y="2417"/>
                  </a:cubicBezTo>
                  <a:cubicBezTo>
                    <a:pt x="2301" y="2353"/>
                    <a:pt x="2522" y="2149"/>
                    <a:pt x="2761" y="1812"/>
                  </a:cubicBezTo>
                  <a:cubicBezTo>
                    <a:pt x="2955" y="1545"/>
                    <a:pt x="3116" y="1256"/>
                    <a:pt x="3243" y="954"/>
                  </a:cubicBezTo>
                  <a:cubicBezTo>
                    <a:pt x="3349" y="687"/>
                    <a:pt x="3370" y="511"/>
                    <a:pt x="3306" y="391"/>
                  </a:cubicBezTo>
                  <a:cubicBezTo>
                    <a:pt x="3187" y="177"/>
                    <a:pt x="2832" y="71"/>
                    <a:pt x="2069" y="22"/>
                  </a:cubicBezTo>
                  <a:cubicBezTo>
                    <a:pt x="1750" y="3"/>
                    <a:pt x="1442" y="0"/>
                    <a:pt x="1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72" name="Google Shape;20972;p90"/>
          <p:cNvGrpSpPr/>
          <p:nvPr/>
        </p:nvGrpSpPr>
        <p:grpSpPr>
          <a:xfrm>
            <a:off x="7415266" y="2439925"/>
            <a:ext cx="376228" cy="313816"/>
            <a:chOff x="7415266" y="2439925"/>
            <a:chExt cx="376228" cy="313816"/>
          </a:xfrm>
        </p:grpSpPr>
        <p:sp>
          <p:nvSpPr>
            <p:cNvPr id="20973" name="Google Shape;20973;p90"/>
            <p:cNvSpPr/>
            <p:nvPr/>
          </p:nvSpPr>
          <p:spPr>
            <a:xfrm>
              <a:off x="7433012" y="2444932"/>
              <a:ext cx="203828" cy="103723"/>
            </a:xfrm>
            <a:custGeom>
              <a:rect b="b" l="l" r="r" t="t"/>
              <a:pathLst>
                <a:path extrusionOk="0" h="3957" w="7776">
                  <a:moveTo>
                    <a:pt x="5823" y="0"/>
                  </a:moveTo>
                  <a:cubicBezTo>
                    <a:pt x="5674" y="0"/>
                    <a:pt x="5513" y="10"/>
                    <a:pt x="5338" y="32"/>
                  </a:cubicBezTo>
                  <a:cubicBezTo>
                    <a:pt x="3626" y="247"/>
                    <a:pt x="1136" y="1966"/>
                    <a:pt x="0" y="3957"/>
                  </a:cubicBezTo>
                  <a:cubicBezTo>
                    <a:pt x="1798" y="3236"/>
                    <a:pt x="5972" y="2433"/>
                    <a:pt x="6229" y="2433"/>
                  </a:cubicBezTo>
                  <a:cubicBezTo>
                    <a:pt x="6233" y="2433"/>
                    <a:pt x="6236" y="2434"/>
                    <a:pt x="6238" y="2434"/>
                  </a:cubicBezTo>
                  <a:lnTo>
                    <a:pt x="7624" y="1748"/>
                  </a:lnTo>
                  <a:cubicBezTo>
                    <a:pt x="7624" y="1748"/>
                    <a:pt x="7776" y="0"/>
                    <a:pt x="582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4" name="Google Shape;20974;p90"/>
            <p:cNvSpPr/>
            <p:nvPr/>
          </p:nvSpPr>
          <p:spPr>
            <a:xfrm>
              <a:off x="7424283" y="2489729"/>
              <a:ext cx="366949" cy="258114"/>
            </a:xfrm>
            <a:custGeom>
              <a:rect b="b" l="l" r="r" t="t"/>
              <a:pathLst>
                <a:path extrusionOk="0" h="9847" w="13999">
                  <a:moveTo>
                    <a:pt x="4409" y="1"/>
                  </a:moveTo>
                  <a:lnTo>
                    <a:pt x="1831" y="1840"/>
                  </a:lnTo>
                  <a:cubicBezTo>
                    <a:pt x="2106" y="1778"/>
                    <a:pt x="2364" y="1748"/>
                    <a:pt x="2591" y="1748"/>
                  </a:cubicBezTo>
                  <a:cubicBezTo>
                    <a:pt x="2892" y="1748"/>
                    <a:pt x="3138" y="1801"/>
                    <a:pt x="3294" y="1903"/>
                  </a:cubicBezTo>
                  <a:cubicBezTo>
                    <a:pt x="3835" y="2252"/>
                    <a:pt x="3600" y="2957"/>
                    <a:pt x="2835" y="2957"/>
                  </a:cubicBezTo>
                  <a:cubicBezTo>
                    <a:pt x="2705" y="2957"/>
                    <a:pt x="2560" y="2937"/>
                    <a:pt x="2401" y="2891"/>
                  </a:cubicBezTo>
                  <a:cubicBezTo>
                    <a:pt x="2166" y="2823"/>
                    <a:pt x="1952" y="2792"/>
                    <a:pt x="1759" y="2792"/>
                  </a:cubicBezTo>
                  <a:cubicBezTo>
                    <a:pt x="252" y="2792"/>
                    <a:pt x="1" y="4666"/>
                    <a:pt x="973" y="5426"/>
                  </a:cubicBezTo>
                  <a:lnTo>
                    <a:pt x="1346" y="7554"/>
                  </a:lnTo>
                  <a:lnTo>
                    <a:pt x="7974" y="9847"/>
                  </a:lnTo>
                  <a:lnTo>
                    <a:pt x="13998" y="9847"/>
                  </a:lnTo>
                  <a:lnTo>
                    <a:pt x="13995" y="8081"/>
                  </a:lnTo>
                  <a:cubicBezTo>
                    <a:pt x="13995" y="8081"/>
                    <a:pt x="13840" y="8039"/>
                    <a:pt x="13629" y="8004"/>
                  </a:cubicBezTo>
                  <a:cubicBezTo>
                    <a:pt x="9972" y="7389"/>
                    <a:pt x="4634" y="4646"/>
                    <a:pt x="5801" y="2068"/>
                  </a:cubicBezTo>
                  <a:cubicBezTo>
                    <a:pt x="6230" y="1129"/>
                    <a:pt x="7433" y="992"/>
                    <a:pt x="7433" y="992"/>
                  </a:cubicBezTo>
                  <a:lnTo>
                    <a:pt x="7433" y="1"/>
                  </a:ln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5" name="Google Shape;20975;p90"/>
            <p:cNvSpPr/>
            <p:nvPr/>
          </p:nvSpPr>
          <p:spPr>
            <a:xfrm>
              <a:off x="7424257" y="2484985"/>
              <a:ext cx="310539" cy="227551"/>
            </a:xfrm>
            <a:custGeom>
              <a:rect b="b" l="l" r="r" t="t"/>
              <a:pathLst>
                <a:path extrusionOk="0" h="8681" w="11847">
                  <a:moveTo>
                    <a:pt x="5224" y="0"/>
                  </a:moveTo>
                  <a:cubicBezTo>
                    <a:pt x="4230" y="0"/>
                    <a:pt x="3255" y="374"/>
                    <a:pt x="2507" y="1071"/>
                  </a:cubicBezTo>
                  <a:lnTo>
                    <a:pt x="1343" y="2154"/>
                  </a:lnTo>
                  <a:cubicBezTo>
                    <a:pt x="1361" y="2151"/>
                    <a:pt x="1375" y="2144"/>
                    <a:pt x="1389" y="2137"/>
                  </a:cubicBezTo>
                  <a:cubicBezTo>
                    <a:pt x="1827" y="1996"/>
                    <a:pt x="2240" y="1929"/>
                    <a:pt x="2582" y="1929"/>
                  </a:cubicBezTo>
                  <a:cubicBezTo>
                    <a:pt x="2888" y="1929"/>
                    <a:pt x="3137" y="1983"/>
                    <a:pt x="3295" y="2084"/>
                  </a:cubicBezTo>
                  <a:cubicBezTo>
                    <a:pt x="3832" y="2435"/>
                    <a:pt x="3601" y="3140"/>
                    <a:pt x="2840" y="3140"/>
                  </a:cubicBezTo>
                  <a:cubicBezTo>
                    <a:pt x="2709" y="3140"/>
                    <a:pt x="2563" y="3119"/>
                    <a:pt x="2402" y="3072"/>
                  </a:cubicBezTo>
                  <a:cubicBezTo>
                    <a:pt x="2168" y="3005"/>
                    <a:pt x="1955" y="2974"/>
                    <a:pt x="1762" y="2974"/>
                  </a:cubicBezTo>
                  <a:cubicBezTo>
                    <a:pt x="251" y="2974"/>
                    <a:pt x="1" y="4850"/>
                    <a:pt x="971" y="5611"/>
                  </a:cubicBezTo>
                  <a:lnTo>
                    <a:pt x="1132" y="6539"/>
                  </a:lnTo>
                  <a:lnTo>
                    <a:pt x="4427" y="5456"/>
                  </a:lnTo>
                  <a:cubicBezTo>
                    <a:pt x="4832" y="5984"/>
                    <a:pt x="5359" y="6483"/>
                    <a:pt x="6006" y="6937"/>
                  </a:cubicBezTo>
                  <a:cubicBezTo>
                    <a:pt x="6044" y="6964"/>
                    <a:pt x="6088" y="6977"/>
                    <a:pt x="6132" y="6977"/>
                  </a:cubicBezTo>
                  <a:cubicBezTo>
                    <a:pt x="6202" y="6977"/>
                    <a:pt x="6272" y="6943"/>
                    <a:pt x="6316" y="6880"/>
                  </a:cubicBezTo>
                  <a:cubicBezTo>
                    <a:pt x="6386" y="6778"/>
                    <a:pt x="6361" y="6638"/>
                    <a:pt x="6259" y="6567"/>
                  </a:cubicBezTo>
                  <a:cubicBezTo>
                    <a:pt x="5306" y="5903"/>
                    <a:pt x="4635" y="5129"/>
                    <a:pt x="4262" y="4310"/>
                  </a:cubicBezTo>
                  <a:cubicBezTo>
                    <a:pt x="4213" y="4197"/>
                    <a:pt x="4259" y="4067"/>
                    <a:pt x="4368" y="4007"/>
                  </a:cubicBezTo>
                  <a:cubicBezTo>
                    <a:pt x="4399" y="3991"/>
                    <a:pt x="4433" y="3983"/>
                    <a:pt x="4467" y="3983"/>
                  </a:cubicBezTo>
                  <a:cubicBezTo>
                    <a:pt x="4549" y="3983"/>
                    <a:pt x="4629" y="4030"/>
                    <a:pt x="4666" y="4109"/>
                  </a:cubicBezTo>
                  <a:cubicBezTo>
                    <a:pt x="5721" y="6297"/>
                    <a:pt x="9322" y="7977"/>
                    <a:pt x="11467" y="8670"/>
                  </a:cubicBezTo>
                  <a:cubicBezTo>
                    <a:pt x="11492" y="8677"/>
                    <a:pt x="11513" y="8681"/>
                    <a:pt x="11538" y="8681"/>
                  </a:cubicBezTo>
                  <a:cubicBezTo>
                    <a:pt x="11791" y="8681"/>
                    <a:pt x="11847" y="8326"/>
                    <a:pt x="11604" y="8245"/>
                  </a:cubicBezTo>
                  <a:cubicBezTo>
                    <a:pt x="8644" y="7288"/>
                    <a:pt x="5078" y="5277"/>
                    <a:pt x="4828" y="3223"/>
                  </a:cubicBezTo>
                  <a:cubicBezTo>
                    <a:pt x="4709" y="2225"/>
                    <a:pt x="4828" y="1152"/>
                    <a:pt x="6629" y="396"/>
                  </a:cubicBezTo>
                  <a:lnTo>
                    <a:pt x="6375" y="171"/>
                  </a:lnTo>
                  <a:cubicBezTo>
                    <a:pt x="5997" y="56"/>
                    <a:pt x="5609" y="0"/>
                    <a:pt x="5224"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6" name="Google Shape;20976;p90"/>
            <p:cNvSpPr/>
            <p:nvPr/>
          </p:nvSpPr>
          <p:spPr>
            <a:xfrm>
              <a:off x="7547482" y="2472219"/>
              <a:ext cx="116515" cy="56593"/>
            </a:xfrm>
            <a:custGeom>
              <a:rect b="b" l="l" r="r" t="t"/>
              <a:pathLst>
                <a:path extrusionOk="0" h="2159" w="4445">
                  <a:moveTo>
                    <a:pt x="1755" y="0"/>
                  </a:moveTo>
                  <a:cubicBezTo>
                    <a:pt x="1156" y="0"/>
                    <a:pt x="561" y="109"/>
                    <a:pt x="1" y="313"/>
                  </a:cubicBezTo>
                  <a:cubicBezTo>
                    <a:pt x="1091" y="422"/>
                    <a:pt x="2279" y="1069"/>
                    <a:pt x="2793" y="1843"/>
                  </a:cubicBezTo>
                  <a:cubicBezTo>
                    <a:pt x="2941" y="2066"/>
                    <a:pt x="3126" y="2158"/>
                    <a:pt x="3308" y="2158"/>
                  </a:cubicBezTo>
                  <a:cubicBezTo>
                    <a:pt x="3896" y="2158"/>
                    <a:pt x="4444" y="1191"/>
                    <a:pt x="3542" y="528"/>
                  </a:cubicBezTo>
                  <a:cubicBezTo>
                    <a:pt x="3278" y="334"/>
                    <a:pt x="2515" y="0"/>
                    <a:pt x="1783" y="0"/>
                  </a:cubicBezTo>
                  <a:cubicBezTo>
                    <a:pt x="1774" y="0"/>
                    <a:pt x="1764" y="0"/>
                    <a:pt x="1755" y="0"/>
                  </a:cubicBez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7" name="Google Shape;20977;p90"/>
            <p:cNvSpPr/>
            <p:nvPr/>
          </p:nvSpPr>
          <p:spPr>
            <a:xfrm>
              <a:off x="7445069" y="2642286"/>
              <a:ext cx="346057" cy="111456"/>
            </a:xfrm>
            <a:custGeom>
              <a:rect b="b" l="l" r="r" t="t"/>
              <a:pathLst>
                <a:path extrusionOk="0" h="4252" w="13202">
                  <a:moveTo>
                    <a:pt x="272" y="0"/>
                  </a:moveTo>
                  <a:cubicBezTo>
                    <a:pt x="272" y="0"/>
                    <a:pt x="1" y="1751"/>
                    <a:pt x="718" y="2687"/>
                  </a:cubicBezTo>
                  <a:cubicBezTo>
                    <a:pt x="1573" y="3805"/>
                    <a:pt x="2941" y="4252"/>
                    <a:pt x="3950" y="4252"/>
                  </a:cubicBezTo>
                  <a:lnTo>
                    <a:pt x="12977" y="4252"/>
                  </a:lnTo>
                  <a:cubicBezTo>
                    <a:pt x="13103" y="4252"/>
                    <a:pt x="13202" y="4153"/>
                    <a:pt x="13202" y="4030"/>
                  </a:cubicBezTo>
                  <a:cubicBezTo>
                    <a:pt x="13202" y="3903"/>
                    <a:pt x="13103" y="3805"/>
                    <a:pt x="12980" y="3805"/>
                  </a:cubicBezTo>
                  <a:cubicBezTo>
                    <a:pt x="5567" y="3731"/>
                    <a:pt x="2891" y="18"/>
                    <a:pt x="2891" y="18"/>
                  </a:cubicBezTo>
                  <a:lnTo>
                    <a:pt x="272" y="0"/>
                  </a:ln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8" name="Google Shape;20978;p90"/>
            <p:cNvSpPr/>
            <p:nvPr/>
          </p:nvSpPr>
          <p:spPr>
            <a:xfrm>
              <a:off x="7445253" y="2642286"/>
              <a:ext cx="346162" cy="111456"/>
            </a:xfrm>
            <a:custGeom>
              <a:rect b="b" l="l" r="r" t="t"/>
              <a:pathLst>
                <a:path extrusionOk="0" h="4252" w="13206">
                  <a:moveTo>
                    <a:pt x="268" y="0"/>
                  </a:moveTo>
                  <a:cubicBezTo>
                    <a:pt x="268" y="0"/>
                    <a:pt x="1" y="1748"/>
                    <a:pt x="715" y="2687"/>
                  </a:cubicBezTo>
                  <a:cubicBezTo>
                    <a:pt x="1569" y="3805"/>
                    <a:pt x="2941" y="4252"/>
                    <a:pt x="3946" y="4252"/>
                  </a:cubicBezTo>
                  <a:lnTo>
                    <a:pt x="12977" y="4252"/>
                  </a:lnTo>
                  <a:cubicBezTo>
                    <a:pt x="12979" y="4252"/>
                    <a:pt x="12981" y="4252"/>
                    <a:pt x="12983" y="4252"/>
                  </a:cubicBezTo>
                  <a:cubicBezTo>
                    <a:pt x="13103" y="4252"/>
                    <a:pt x="13202" y="4154"/>
                    <a:pt x="13202" y="4030"/>
                  </a:cubicBezTo>
                  <a:cubicBezTo>
                    <a:pt x="13205" y="3907"/>
                    <a:pt x="13107" y="3805"/>
                    <a:pt x="12980" y="3805"/>
                  </a:cubicBezTo>
                  <a:lnTo>
                    <a:pt x="6288" y="3805"/>
                  </a:lnTo>
                  <a:cubicBezTo>
                    <a:pt x="4477" y="3805"/>
                    <a:pt x="3180" y="3186"/>
                    <a:pt x="2346" y="2370"/>
                  </a:cubicBezTo>
                  <a:cubicBezTo>
                    <a:pt x="2041" y="2069"/>
                    <a:pt x="2264" y="1544"/>
                    <a:pt x="2690" y="1544"/>
                  </a:cubicBezTo>
                  <a:cubicBezTo>
                    <a:pt x="2692" y="1544"/>
                    <a:pt x="2693" y="1544"/>
                    <a:pt x="2694" y="1544"/>
                  </a:cubicBezTo>
                  <a:lnTo>
                    <a:pt x="2698" y="1544"/>
                  </a:lnTo>
                  <a:cubicBezTo>
                    <a:pt x="3109" y="1544"/>
                    <a:pt x="3507" y="1270"/>
                    <a:pt x="3690" y="841"/>
                  </a:cubicBezTo>
                  <a:cubicBezTo>
                    <a:pt x="3138" y="362"/>
                    <a:pt x="2888" y="18"/>
                    <a:pt x="2888" y="18"/>
                  </a:cubicBezTo>
                  <a:lnTo>
                    <a:pt x="268" y="0"/>
                  </a:ln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9" name="Google Shape;20979;p90"/>
            <p:cNvSpPr/>
            <p:nvPr/>
          </p:nvSpPr>
          <p:spPr>
            <a:xfrm>
              <a:off x="7741900" y="2707607"/>
              <a:ext cx="26658" cy="14155"/>
            </a:xfrm>
            <a:custGeom>
              <a:rect b="b" l="l" r="r" t="t"/>
              <a:pathLst>
                <a:path extrusionOk="0" h="540" w="1017">
                  <a:moveTo>
                    <a:pt x="315" y="1"/>
                  </a:moveTo>
                  <a:cubicBezTo>
                    <a:pt x="74" y="1"/>
                    <a:pt x="0" y="376"/>
                    <a:pt x="267" y="444"/>
                  </a:cubicBezTo>
                  <a:cubicBezTo>
                    <a:pt x="404" y="480"/>
                    <a:pt x="534" y="508"/>
                    <a:pt x="657" y="536"/>
                  </a:cubicBezTo>
                  <a:cubicBezTo>
                    <a:pt x="675" y="539"/>
                    <a:pt x="689" y="539"/>
                    <a:pt x="707" y="539"/>
                  </a:cubicBezTo>
                  <a:cubicBezTo>
                    <a:pt x="974" y="539"/>
                    <a:pt x="1016" y="153"/>
                    <a:pt x="752" y="96"/>
                  </a:cubicBezTo>
                  <a:cubicBezTo>
                    <a:pt x="633" y="72"/>
                    <a:pt x="506" y="44"/>
                    <a:pt x="376" y="8"/>
                  </a:cubicBezTo>
                  <a:cubicBezTo>
                    <a:pt x="355" y="3"/>
                    <a:pt x="334" y="1"/>
                    <a:pt x="315" y="1"/>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0" name="Google Shape;20980;p90"/>
            <p:cNvSpPr/>
            <p:nvPr/>
          </p:nvSpPr>
          <p:spPr>
            <a:xfrm>
              <a:off x="7595005" y="2667686"/>
              <a:ext cx="24273" cy="15911"/>
            </a:xfrm>
            <a:custGeom>
              <a:rect b="b" l="l" r="r" t="t"/>
              <a:pathLst>
                <a:path extrusionOk="0" h="607" w="926">
                  <a:moveTo>
                    <a:pt x="322" y="1"/>
                  </a:moveTo>
                  <a:cubicBezTo>
                    <a:pt x="122" y="1"/>
                    <a:pt x="0" y="298"/>
                    <a:pt x="220" y="420"/>
                  </a:cubicBezTo>
                  <a:cubicBezTo>
                    <a:pt x="315" y="476"/>
                    <a:pt x="414" y="529"/>
                    <a:pt x="515" y="582"/>
                  </a:cubicBezTo>
                  <a:cubicBezTo>
                    <a:pt x="547" y="600"/>
                    <a:pt x="582" y="607"/>
                    <a:pt x="617" y="607"/>
                  </a:cubicBezTo>
                  <a:cubicBezTo>
                    <a:pt x="619" y="607"/>
                    <a:pt x="620" y="607"/>
                    <a:pt x="621" y="607"/>
                  </a:cubicBezTo>
                  <a:cubicBezTo>
                    <a:pt x="854" y="607"/>
                    <a:pt x="926" y="293"/>
                    <a:pt x="719" y="185"/>
                  </a:cubicBezTo>
                  <a:cubicBezTo>
                    <a:pt x="625" y="135"/>
                    <a:pt x="530" y="83"/>
                    <a:pt x="438" y="33"/>
                  </a:cubicBezTo>
                  <a:cubicBezTo>
                    <a:pt x="398" y="11"/>
                    <a:pt x="359" y="1"/>
                    <a:pt x="322" y="1"/>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1" name="Google Shape;20981;p90"/>
            <p:cNvSpPr/>
            <p:nvPr/>
          </p:nvSpPr>
          <p:spPr>
            <a:xfrm>
              <a:off x="7424283" y="2562914"/>
              <a:ext cx="87917" cy="93500"/>
            </a:xfrm>
            <a:custGeom>
              <a:rect b="b" l="l" r="r" t="t"/>
              <a:pathLst>
                <a:path extrusionOk="0" h="3567" w="3354">
                  <a:moveTo>
                    <a:pt x="1760" y="0"/>
                  </a:moveTo>
                  <a:cubicBezTo>
                    <a:pt x="252" y="0"/>
                    <a:pt x="1" y="1877"/>
                    <a:pt x="973" y="2638"/>
                  </a:cubicBezTo>
                  <a:lnTo>
                    <a:pt x="1135" y="3566"/>
                  </a:lnTo>
                  <a:lnTo>
                    <a:pt x="3354" y="2835"/>
                  </a:lnTo>
                  <a:cubicBezTo>
                    <a:pt x="3255" y="2610"/>
                    <a:pt x="3160" y="2378"/>
                    <a:pt x="3072" y="2132"/>
                  </a:cubicBezTo>
                  <a:cubicBezTo>
                    <a:pt x="2795" y="1393"/>
                    <a:pt x="2738" y="739"/>
                    <a:pt x="2823" y="166"/>
                  </a:cubicBezTo>
                  <a:cubicBezTo>
                    <a:pt x="2679" y="162"/>
                    <a:pt x="2538" y="141"/>
                    <a:pt x="2401" y="99"/>
                  </a:cubicBezTo>
                  <a:cubicBezTo>
                    <a:pt x="2166" y="31"/>
                    <a:pt x="1953" y="0"/>
                    <a:pt x="1760"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2" name="Google Shape;20982;p90"/>
            <p:cNvSpPr/>
            <p:nvPr/>
          </p:nvSpPr>
          <p:spPr>
            <a:xfrm>
              <a:off x="7462579" y="2483910"/>
              <a:ext cx="106501" cy="56645"/>
            </a:xfrm>
            <a:custGeom>
              <a:rect b="b" l="l" r="r" t="t"/>
              <a:pathLst>
                <a:path extrusionOk="0" h="2161" w="4063">
                  <a:moveTo>
                    <a:pt x="3605" y="1"/>
                  </a:moveTo>
                  <a:cubicBezTo>
                    <a:pt x="2891" y="1"/>
                    <a:pt x="2202" y="258"/>
                    <a:pt x="1664" y="725"/>
                  </a:cubicBezTo>
                  <a:lnTo>
                    <a:pt x="1" y="2160"/>
                  </a:lnTo>
                  <a:cubicBezTo>
                    <a:pt x="413" y="2034"/>
                    <a:pt x="799" y="1974"/>
                    <a:pt x="1121" y="1974"/>
                  </a:cubicBezTo>
                  <a:cubicBezTo>
                    <a:pt x="1366" y="1974"/>
                    <a:pt x="1574" y="2009"/>
                    <a:pt x="1728" y="2076"/>
                  </a:cubicBezTo>
                  <a:cubicBezTo>
                    <a:pt x="2487" y="655"/>
                    <a:pt x="4062" y="1"/>
                    <a:pt x="4062"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3" name="Google Shape;20983;p90"/>
            <p:cNvSpPr/>
            <p:nvPr/>
          </p:nvSpPr>
          <p:spPr>
            <a:xfrm>
              <a:off x="7432645" y="2606191"/>
              <a:ext cx="117904" cy="106528"/>
            </a:xfrm>
            <a:custGeom>
              <a:rect b="b" l="l" r="r" t="t"/>
              <a:pathLst>
                <a:path extrusionOk="0" h="4064" w="4498">
                  <a:moveTo>
                    <a:pt x="2561" y="1"/>
                  </a:moveTo>
                  <a:cubicBezTo>
                    <a:pt x="1611" y="1"/>
                    <a:pt x="599" y="424"/>
                    <a:pt x="320" y="1585"/>
                  </a:cubicBezTo>
                  <a:cubicBezTo>
                    <a:pt x="0" y="2903"/>
                    <a:pt x="1192" y="4064"/>
                    <a:pt x="1192" y="4064"/>
                  </a:cubicBezTo>
                  <a:cubicBezTo>
                    <a:pt x="1192" y="4064"/>
                    <a:pt x="556" y="2949"/>
                    <a:pt x="1037" y="2147"/>
                  </a:cubicBezTo>
                  <a:cubicBezTo>
                    <a:pt x="1197" y="1883"/>
                    <a:pt x="1439" y="1723"/>
                    <a:pt x="1734" y="1723"/>
                  </a:cubicBezTo>
                  <a:cubicBezTo>
                    <a:pt x="2031" y="1723"/>
                    <a:pt x="2382" y="1887"/>
                    <a:pt x="2753" y="2274"/>
                  </a:cubicBezTo>
                  <a:cubicBezTo>
                    <a:pt x="2888" y="2414"/>
                    <a:pt x="3035" y="2472"/>
                    <a:pt x="3175" y="2472"/>
                  </a:cubicBezTo>
                  <a:cubicBezTo>
                    <a:pt x="3620" y="2472"/>
                    <a:pt x="4001" y="1878"/>
                    <a:pt x="3731" y="1402"/>
                  </a:cubicBezTo>
                  <a:lnTo>
                    <a:pt x="3731" y="1402"/>
                  </a:lnTo>
                  <a:cubicBezTo>
                    <a:pt x="3786" y="1412"/>
                    <a:pt x="3841" y="1417"/>
                    <a:pt x="3894" y="1417"/>
                  </a:cubicBezTo>
                  <a:cubicBezTo>
                    <a:pt x="4158" y="1417"/>
                    <a:pt x="4392" y="1294"/>
                    <a:pt x="4424" y="1043"/>
                  </a:cubicBezTo>
                  <a:cubicBezTo>
                    <a:pt x="4498" y="472"/>
                    <a:pt x="3564" y="1"/>
                    <a:pt x="2561" y="1"/>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4" name="Google Shape;20984;p90"/>
            <p:cNvSpPr/>
            <p:nvPr/>
          </p:nvSpPr>
          <p:spPr>
            <a:xfrm>
              <a:off x="7438805" y="2624147"/>
              <a:ext cx="98795" cy="88572"/>
            </a:xfrm>
            <a:custGeom>
              <a:rect b="b" l="l" r="r" t="t"/>
              <a:pathLst>
                <a:path extrusionOk="0" h="3379" w="3769">
                  <a:moveTo>
                    <a:pt x="1957" y="0"/>
                  </a:moveTo>
                  <a:cubicBezTo>
                    <a:pt x="1405" y="0"/>
                    <a:pt x="872" y="221"/>
                    <a:pt x="595" y="696"/>
                  </a:cubicBezTo>
                  <a:cubicBezTo>
                    <a:pt x="1" y="1712"/>
                    <a:pt x="511" y="2785"/>
                    <a:pt x="957" y="3379"/>
                  </a:cubicBezTo>
                  <a:cubicBezTo>
                    <a:pt x="957" y="3379"/>
                    <a:pt x="321" y="2264"/>
                    <a:pt x="806" y="1466"/>
                  </a:cubicBezTo>
                  <a:cubicBezTo>
                    <a:pt x="965" y="1200"/>
                    <a:pt x="1207" y="1039"/>
                    <a:pt x="1501" y="1039"/>
                  </a:cubicBezTo>
                  <a:cubicBezTo>
                    <a:pt x="1797" y="1039"/>
                    <a:pt x="2147" y="1204"/>
                    <a:pt x="2518" y="1589"/>
                  </a:cubicBezTo>
                  <a:cubicBezTo>
                    <a:pt x="2654" y="1730"/>
                    <a:pt x="2801" y="1789"/>
                    <a:pt x="2942" y="1789"/>
                  </a:cubicBezTo>
                  <a:cubicBezTo>
                    <a:pt x="3387" y="1789"/>
                    <a:pt x="3769" y="1195"/>
                    <a:pt x="3496" y="717"/>
                  </a:cubicBezTo>
                  <a:cubicBezTo>
                    <a:pt x="3155" y="252"/>
                    <a:pt x="2545" y="0"/>
                    <a:pt x="1957" y="0"/>
                  </a:cubicBez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5" name="Google Shape;20985;p90"/>
            <p:cNvSpPr/>
            <p:nvPr/>
          </p:nvSpPr>
          <p:spPr>
            <a:xfrm>
              <a:off x="7702161" y="2729233"/>
              <a:ext cx="25190" cy="12897"/>
            </a:xfrm>
            <a:custGeom>
              <a:rect b="b" l="l" r="r" t="t"/>
              <a:pathLst>
                <a:path extrusionOk="0" h="492" w="961">
                  <a:moveTo>
                    <a:pt x="286" y="1"/>
                  </a:moveTo>
                  <a:cubicBezTo>
                    <a:pt x="48" y="1"/>
                    <a:pt x="1" y="385"/>
                    <a:pt x="267" y="418"/>
                  </a:cubicBezTo>
                  <a:cubicBezTo>
                    <a:pt x="408" y="442"/>
                    <a:pt x="556" y="467"/>
                    <a:pt x="700" y="488"/>
                  </a:cubicBezTo>
                  <a:cubicBezTo>
                    <a:pt x="712" y="490"/>
                    <a:pt x="725" y="491"/>
                    <a:pt x="737" y="491"/>
                  </a:cubicBezTo>
                  <a:cubicBezTo>
                    <a:pt x="838" y="491"/>
                    <a:pt x="927" y="416"/>
                    <a:pt x="943" y="312"/>
                  </a:cubicBezTo>
                  <a:cubicBezTo>
                    <a:pt x="960" y="196"/>
                    <a:pt x="879" y="87"/>
                    <a:pt x="760" y="73"/>
                  </a:cubicBezTo>
                  <a:cubicBezTo>
                    <a:pt x="619" y="52"/>
                    <a:pt x="478" y="31"/>
                    <a:pt x="338" y="6"/>
                  </a:cubicBezTo>
                  <a:cubicBezTo>
                    <a:pt x="320" y="2"/>
                    <a:pt x="303"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6" name="Google Shape;20986;p90"/>
            <p:cNvSpPr/>
            <p:nvPr/>
          </p:nvSpPr>
          <p:spPr>
            <a:xfrm>
              <a:off x="7415266" y="2439925"/>
              <a:ext cx="376228" cy="295729"/>
            </a:xfrm>
            <a:custGeom>
              <a:rect b="b" l="l" r="r" t="t"/>
              <a:pathLst>
                <a:path extrusionOk="0" h="11282" w="14353">
                  <a:moveTo>
                    <a:pt x="6451" y="1"/>
                  </a:moveTo>
                  <a:cubicBezTo>
                    <a:pt x="6190" y="1"/>
                    <a:pt x="5908" y="31"/>
                    <a:pt x="5607" y="93"/>
                  </a:cubicBezTo>
                  <a:cubicBezTo>
                    <a:pt x="4376" y="350"/>
                    <a:pt x="3156" y="1071"/>
                    <a:pt x="1887" y="2305"/>
                  </a:cubicBezTo>
                  <a:cubicBezTo>
                    <a:pt x="1737" y="2455"/>
                    <a:pt x="1874" y="2664"/>
                    <a:pt x="2037" y="2664"/>
                  </a:cubicBezTo>
                  <a:cubicBezTo>
                    <a:pt x="2084" y="2664"/>
                    <a:pt x="2133" y="2646"/>
                    <a:pt x="2179" y="2604"/>
                  </a:cubicBezTo>
                  <a:cubicBezTo>
                    <a:pt x="3392" y="1429"/>
                    <a:pt x="4538" y="740"/>
                    <a:pt x="5692" y="504"/>
                  </a:cubicBezTo>
                  <a:cubicBezTo>
                    <a:pt x="5966" y="447"/>
                    <a:pt x="6221" y="419"/>
                    <a:pt x="6453" y="419"/>
                  </a:cubicBezTo>
                  <a:cubicBezTo>
                    <a:pt x="6891" y="419"/>
                    <a:pt x="7253" y="519"/>
                    <a:pt x="7538" y="719"/>
                  </a:cubicBezTo>
                  <a:cubicBezTo>
                    <a:pt x="7742" y="863"/>
                    <a:pt x="7903" y="1057"/>
                    <a:pt x="8009" y="1285"/>
                  </a:cubicBezTo>
                  <a:cubicBezTo>
                    <a:pt x="7932" y="1257"/>
                    <a:pt x="7851" y="1229"/>
                    <a:pt x="7773" y="1208"/>
                  </a:cubicBezTo>
                  <a:cubicBezTo>
                    <a:pt x="7748" y="1200"/>
                    <a:pt x="7724" y="1196"/>
                    <a:pt x="7701" y="1196"/>
                  </a:cubicBezTo>
                  <a:cubicBezTo>
                    <a:pt x="7484" y="1196"/>
                    <a:pt x="7408" y="1535"/>
                    <a:pt x="7654" y="1609"/>
                  </a:cubicBezTo>
                  <a:cubicBezTo>
                    <a:pt x="7942" y="1697"/>
                    <a:pt x="8220" y="1813"/>
                    <a:pt x="8480" y="1964"/>
                  </a:cubicBezTo>
                  <a:cubicBezTo>
                    <a:pt x="8814" y="2150"/>
                    <a:pt x="8969" y="2386"/>
                    <a:pt x="8930" y="2646"/>
                  </a:cubicBezTo>
                  <a:cubicBezTo>
                    <a:pt x="8895" y="2889"/>
                    <a:pt x="8681" y="3121"/>
                    <a:pt x="8445" y="3173"/>
                  </a:cubicBezTo>
                  <a:cubicBezTo>
                    <a:pt x="8413" y="3181"/>
                    <a:pt x="8381" y="3184"/>
                    <a:pt x="8351" y="3184"/>
                  </a:cubicBezTo>
                  <a:cubicBezTo>
                    <a:pt x="8216" y="3184"/>
                    <a:pt x="8100" y="3114"/>
                    <a:pt x="8005" y="2977"/>
                  </a:cubicBezTo>
                  <a:cubicBezTo>
                    <a:pt x="7615" y="2389"/>
                    <a:pt x="7074" y="1918"/>
                    <a:pt x="6479" y="1651"/>
                  </a:cubicBezTo>
                  <a:cubicBezTo>
                    <a:pt x="6342" y="1591"/>
                    <a:pt x="6198" y="1542"/>
                    <a:pt x="6054" y="1503"/>
                  </a:cubicBezTo>
                  <a:cubicBezTo>
                    <a:pt x="6234" y="1475"/>
                    <a:pt x="6415" y="1462"/>
                    <a:pt x="6597" y="1462"/>
                  </a:cubicBezTo>
                  <a:cubicBezTo>
                    <a:pt x="6668" y="1462"/>
                    <a:pt x="6739" y="1464"/>
                    <a:pt x="6810" y="1468"/>
                  </a:cubicBezTo>
                  <a:cubicBezTo>
                    <a:pt x="6816" y="1469"/>
                    <a:pt x="6822" y="1469"/>
                    <a:pt x="6829" y="1469"/>
                  </a:cubicBezTo>
                  <a:cubicBezTo>
                    <a:pt x="6940" y="1469"/>
                    <a:pt x="7032" y="1381"/>
                    <a:pt x="7038" y="1271"/>
                  </a:cubicBezTo>
                  <a:cubicBezTo>
                    <a:pt x="7045" y="1152"/>
                    <a:pt x="6954" y="1053"/>
                    <a:pt x="6834" y="1050"/>
                  </a:cubicBezTo>
                  <a:cubicBezTo>
                    <a:pt x="6761" y="1045"/>
                    <a:pt x="6688" y="1043"/>
                    <a:pt x="6614" y="1043"/>
                  </a:cubicBezTo>
                  <a:cubicBezTo>
                    <a:pt x="5536" y="1043"/>
                    <a:pt x="4397" y="1475"/>
                    <a:pt x="3304" y="2301"/>
                  </a:cubicBezTo>
                  <a:cubicBezTo>
                    <a:pt x="2798" y="2685"/>
                    <a:pt x="2337" y="3117"/>
                    <a:pt x="1929" y="3599"/>
                  </a:cubicBezTo>
                  <a:cubicBezTo>
                    <a:pt x="1609" y="3683"/>
                    <a:pt x="1296" y="3799"/>
                    <a:pt x="1001" y="3940"/>
                  </a:cubicBezTo>
                  <a:cubicBezTo>
                    <a:pt x="1166" y="3722"/>
                    <a:pt x="1373" y="3472"/>
                    <a:pt x="1609" y="3205"/>
                  </a:cubicBezTo>
                  <a:cubicBezTo>
                    <a:pt x="1744" y="3051"/>
                    <a:pt x="1605" y="2859"/>
                    <a:pt x="1449" y="2859"/>
                  </a:cubicBezTo>
                  <a:cubicBezTo>
                    <a:pt x="1398" y="2859"/>
                    <a:pt x="1345" y="2879"/>
                    <a:pt x="1300" y="2927"/>
                  </a:cubicBezTo>
                  <a:cubicBezTo>
                    <a:pt x="544" y="3768"/>
                    <a:pt x="122" y="4457"/>
                    <a:pt x="97" y="4499"/>
                  </a:cubicBezTo>
                  <a:cubicBezTo>
                    <a:pt x="0" y="4654"/>
                    <a:pt x="125" y="4822"/>
                    <a:pt x="273" y="4822"/>
                  </a:cubicBezTo>
                  <a:cubicBezTo>
                    <a:pt x="314" y="4822"/>
                    <a:pt x="356" y="4809"/>
                    <a:pt x="396" y="4780"/>
                  </a:cubicBezTo>
                  <a:cubicBezTo>
                    <a:pt x="958" y="4376"/>
                    <a:pt x="1598" y="4095"/>
                    <a:pt x="2274" y="3951"/>
                  </a:cubicBezTo>
                  <a:cubicBezTo>
                    <a:pt x="2470" y="3912"/>
                    <a:pt x="2704" y="3883"/>
                    <a:pt x="2922" y="3883"/>
                  </a:cubicBezTo>
                  <a:cubicBezTo>
                    <a:pt x="3157" y="3883"/>
                    <a:pt x="3375" y="3916"/>
                    <a:pt x="3511" y="4003"/>
                  </a:cubicBezTo>
                  <a:cubicBezTo>
                    <a:pt x="3687" y="4116"/>
                    <a:pt x="3751" y="4278"/>
                    <a:pt x="3687" y="4425"/>
                  </a:cubicBezTo>
                  <a:cubicBezTo>
                    <a:pt x="3625" y="4565"/>
                    <a:pt x="3446" y="4674"/>
                    <a:pt x="3171" y="4674"/>
                  </a:cubicBezTo>
                  <a:cubicBezTo>
                    <a:pt x="3060" y="4674"/>
                    <a:pt x="2933" y="4656"/>
                    <a:pt x="2791" y="4615"/>
                  </a:cubicBezTo>
                  <a:cubicBezTo>
                    <a:pt x="2539" y="4542"/>
                    <a:pt x="2300" y="4506"/>
                    <a:pt x="2078" y="4506"/>
                  </a:cubicBezTo>
                  <a:cubicBezTo>
                    <a:pt x="1850" y="4506"/>
                    <a:pt x="1638" y="4544"/>
                    <a:pt x="1444" y="4619"/>
                  </a:cubicBezTo>
                  <a:cubicBezTo>
                    <a:pt x="1099" y="4749"/>
                    <a:pt x="814" y="5002"/>
                    <a:pt x="653" y="5333"/>
                  </a:cubicBezTo>
                  <a:cubicBezTo>
                    <a:pt x="480" y="5677"/>
                    <a:pt x="428" y="6067"/>
                    <a:pt x="505" y="6444"/>
                  </a:cubicBezTo>
                  <a:cubicBezTo>
                    <a:pt x="568" y="6778"/>
                    <a:pt x="733" y="7084"/>
                    <a:pt x="976" y="7323"/>
                  </a:cubicBezTo>
                  <a:cubicBezTo>
                    <a:pt x="878" y="7502"/>
                    <a:pt x="804" y="7696"/>
                    <a:pt x="758" y="7896"/>
                  </a:cubicBezTo>
                  <a:cubicBezTo>
                    <a:pt x="614" y="8490"/>
                    <a:pt x="733" y="9141"/>
                    <a:pt x="1096" y="9781"/>
                  </a:cubicBezTo>
                  <a:cubicBezTo>
                    <a:pt x="1261" y="10069"/>
                    <a:pt x="1458" y="10336"/>
                    <a:pt x="1690" y="10572"/>
                  </a:cubicBezTo>
                  <a:cubicBezTo>
                    <a:pt x="1735" y="10615"/>
                    <a:pt x="1785" y="10633"/>
                    <a:pt x="1833" y="10633"/>
                  </a:cubicBezTo>
                  <a:cubicBezTo>
                    <a:pt x="1995" y="10633"/>
                    <a:pt x="2131" y="10423"/>
                    <a:pt x="1982" y="10273"/>
                  </a:cubicBezTo>
                  <a:cubicBezTo>
                    <a:pt x="1971" y="10263"/>
                    <a:pt x="878" y="9187"/>
                    <a:pt x="1162" y="7995"/>
                  </a:cubicBezTo>
                  <a:cubicBezTo>
                    <a:pt x="1303" y="7418"/>
                    <a:pt x="1648" y="7006"/>
                    <a:pt x="2189" y="6771"/>
                  </a:cubicBezTo>
                  <a:cubicBezTo>
                    <a:pt x="2489" y="6640"/>
                    <a:pt x="2846" y="6572"/>
                    <a:pt x="3212" y="6572"/>
                  </a:cubicBezTo>
                  <a:cubicBezTo>
                    <a:pt x="3396" y="6572"/>
                    <a:pt x="3582" y="6589"/>
                    <a:pt x="3765" y="6623"/>
                  </a:cubicBezTo>
                  <a:cubicBezTo>
                    <a:pt x="4426" y="6746"/>
                    <a:pt x="4907" y="7077"/>
                    <a:pt x="4872" y="7376"/>
                  </a:cubicBezTo>
                  <a:cubicBezTo>
                    <a:pt x="4865" y="7442"/>
                    <a:pt x="4834" y="7502"/>
                    <a:pt x="4784" y="7541"/>
                  </a:cubicBezTo>
                  <a:cubicBezTo>
                    <a:pt x="4732" y="7571"/>
                    <a:pt x="4675" y="7585"/>
                    <a:pt x="4617" y="7585"/>
                  </a:cubicBezTo>
                  <a:cubicBezTo>
                    <a:pt x="4586" y="7585"/>
                    <a:pt x="4555" y="7581"/>
                    <a:pt x="4524" y="7573"/>
                  </a:cubicBezTo>
                  <a:lnTo>
                    <a:pt x="4507" y="7569"/>
                  </a:lnTo>
                  <a:cubicBezTo>
                    <a:pt x="4429" y="7464"/>
                    <a:pt x="4331" y="7372"/>
                    <a:pt x="4222" y="7298"/>
                  </a:cubicBezTo>
                  <a:cubicBezTo>
                    <a:pt x="4181" y="7270"/>
                    <a:pt x="4140" y="7258"/>
                    <a:pt x="4101" y="7258"/>
                  </a:cubicBezTo>
                  <a:cubicBezTo>
                    <a:pt x="3920" y="7258"/>
                    <a:pt x="3793" y="7522"/>
                    <a:pt x="3990" y="7646"/>
                  </a:cubicBezTo>
                  <a:cubicBezTo>
                    <a:pt x="4250" y="7822"/>
                    <a:pt x="4282" y="8030"/>
                    <a:pt x="4260" y="8174"/>
                  </a:cubicBezTo>
                  <a:cubicBezTo>
                    <a:pt x="4236" y="8371"/>
                    <a:pt x="4092" y="8554"/>
                    <a:pt x="3923" y="8606"/>
                  </a:cubicBezTo>
                  <a:cubicBezTo>
                    <a:pt x="3889" y="8618"/>
                    <a:pt x="3855" y="8624"/>
                    <a:pt x="3822" y="8624"/>
                  </a:cubicBezTo>
                  <a:cubicBezTo>
                    <a:pt x="3728" y="8624"/>
                    <a:pt x="3638" y="8578"/>
                    <a:pt x="3550" y="8487"/>
                  </a:cubicBezTo>
                  <a:cubicBezTo>
                    <a:pt x="3185" y="8108"/>
                    <a:pt x="2750" y="7897"/>
                    <a:pt x="2356" y="7897"/>
                  </a:cubicBezTo>
                  <a:cubicBezTo>
                    <a:pt x="2252" y="7897"/>
                    <a:pt x="2152" y="7912"/>
                    <a:pt x="2056" y="7942"/>
                  </a:cubicBezTo>
                  <a:cubicBezTo>
                    <a:pt x="1760" y="8030"/>
                    <a:pt x="1542" y="8279"/>
                    <a:pt x="1500" y="8585"/>
                  </a:cubicBezTo>
                  <a:cubicBezTo>
                    <a:pt x="1482" y="8701"/>
                    <a:pt x="1560" y="8810"/>
                    <a:pt x="1672" y="8828"/>
                  </a:cubicBezTo>
                  <a:cubicBezTo>
                    <a:pt x="1685" y="8830"/>
                    <a:pt x="1697" y="8831"/>
                    <a:pt x="1709" y="8831"/>
                  </a:cubicBezTo>
                  <a:cubicBezTo>
                    <a:pt x="1811" y="8831"/>
                    <a:pt x="1899" y="8756"/>
                    <a:pt x="1915" y="8652"/>
                  </a:cubicBezTo>
                  <a:cubicBezTo>
                    <a:pt x="1933" y="8504"/>
                    <a:pt x="2038" y="8381"/>
                    <a:pt x="2182" y="8339"/>
                  </a:cubicBezTo>
                  <a:cubicBezTo>
                    <a:pt x="2239" y="8322"/>
                    <a:pt x="2298" y="8313"/>
                    <a:pt x="2358" y="8313"/>
                  </a:cubicBezTo>
                  <a:cubicBezTo>
                    <a:pt x="2680" y="8313"/>
                    <a:pt x="3025" y="8547"/>
                    <a:pt x="3248" y="8779"/>
                  </a:cubicBezTo>
                  <a:cubicBezTo>
                    <a:pt x="3395" y="8944"/>
                    <a:pt x="3603" y="9039"/>
                    <a:pt x="3824" y="9042"/>
                  </a:cubicBezTo>
                  <a:cubicBezTo>
                    <a:pt x="3902" y="9042"/>
                    <a:pt x="3979" y="9032"/>
                    <a:pt x="4053" y="9007"/>
                  </a:cubicBezTo>
                  <a:cubicBezTo>
                    <a:pt x="4271" y="8930"/>
                    <a:pt x="4454" y="8775"/>
                    <a:pt x="4563" y="8568"/>
                  </a:cubicBezTo>
                  <a:cubicBezTo>
                    <a:pt x="4879" y="8895"/>
                    <a:pt x="5231" y="9187"/>
                    <a:pt x="5611" y="9440"/>
                  </a:cubicBezTo>
                  <a:cubicBezTo>
                    <a:pt x="6437" y="9995"/>
                    <a:pt x="7911" y="10765"/>
                    <a:pt x="10259" y="11275"/>
                  </a:cubicBezTo>
                  <a:cubicBezTo>
                    <a:pt x="10277" y="11280"/>
                    <a:pt x="10294" y="11282"/>
                    <a:pt x="10311" y="11282"/>
                  </a:cubicBezTo>
                  <a:cubicBezTo>
                    <a:pt x="10408" y="11282"/>
                    <a:pt x="10495" y="11216"/>
                    <a:pt x="10516" y="11117"/>
                  </a:cubicBezTo>
                  <a:cubicBezTo>
                    <a:pt x="10541" y="11001"/>
                    <a:pt x="10463" y="10885"/>
                    <a:pt x="10347" y="10864"/>
                  </a:cubicBezTo>
                  <a:cubicBezTo>
                    <a:pt x="8083" y="10375"/>
                    <a:pt x="6666" y="9640"/>
                    <a:pt x="5871" y="9109"/>
                  </a:cubicBezTo>
                  <a:cubicBezTo>
                    <a:pt x="5020" y="8540"/>
                    <a:pt x="4693" y="8079"/>
                    <a:pt x="4686" y="8072"/>
                  </a:cubicBezTo>
                  <a:lnTo>
                    <a:pt x="4679" y="8061"/>
                  </a:lnTo>
                  <a:cubicBezTo>
                    <a:pt x="4679" y="8040"/>
                    <a:pt x="4675" y="8023"/>
                    <a:pt x="4672" y="8002"/>
                  </a:cubicBezTo>
                  <a:cubicBezTo>
                    <a:pt x="4795" y="7995"/>
                    <a:pt x="4914" y="7956"/>
                    <a:pt x="5016" y="7889"/>
                  </a:cubicBezTo>
                  <a:cubicBezTo>
                    <a:pt x="5164" y="7780"/>
                    <a:pt x="5263" y="7615"/>
                    <a:pt x="5280" y="7432"/>
                  </a:cubicBezTo>
                  <a:cubicBezTo>
                    <a:pt x="5319" y="7140"/>
                    <a:pt x="5171" y="6855"/>
                    <a:pt x="4862" y="6627"/>
                  </a:cubicBezTo>
                  <a:cubicBezTo>
                    <a:pt x="4605" y="6437"/>
                    <a:pt x="4239" y="6289"/>
                    <a:pt x="3835" y="6215"/>
                  </a:cubicBezTo>
                  <a:cubicBezTo>
                    <a:pt x="3630" y="6177"/>
                    <a:pt x="3418" y="6157"/>
                    <a:pt x="3205" y="6157"/>
                  </a:cubicBezTo>
                  <a:cubicBezTo>
                    <a:pt x="2459" y="6157"/>
                    <a:pt x="1702" y="6403"/>
                    <a:pt x="1215" y="6975"/>
                  </a:cubicBezTo>
                  <a:cubicBezTo>
                    <a:pt x="867" y="6602"/>
                    <a:pt x="776" y="6001"/>
                    <a:pt x="1018" y="5522"/>
                  </a:cubicBezTo>
                  <a:cubicBezTo>
                    <a:pt x="1124" y="5319"/>
                    <a:pt x="1408" y="4922"/>
                    <a:pt x="2066" y="4922"/>
                  </a:cubicBezTo>
                  <a:cubicBezTo>
                    <a:pt x="2239" y="4922"/>
                    <a:pt x="2439" y="4950"/>
                    <a:pt x="2667" y="5016"/>
                  </a:cubicBezTo>
                  <a:cubicBezTo>
                    <a:pt x="2847" y="5068"/>
                    <a:pt x="3013" y="5091"/>
                    <a:pt x="3162" y="5091"/>
                  </a:cubicBezTo>
                  <a:cubicBezTo>
                    <a:pt x="3625" y="5091"/>
                    <a:pt x="3938" y="4871"/>
                    <a:pt x="4060" y="4598"/>
                  </a:cubicBezTo>
                  <a:cubicBezTo>
                    <a:pt x="4215" y="4260"/>
                    <a:pt x="4085" y="3880"/>
                    <a:pt x="3733" y="3652"/>
                  </a:cubicBezTo>
                  <a:cubicBezTo>
                    <a:pt x="3538" y="3526"/>
                    <a:pt x="3241" y="3463"/>
                    <a:pt x="2887" y="3463"/>
                  </a:cubicBezTo>
                  <a:cubicBezTo>
                    <a:pt x="2794" y="3463"/>
                    <a:pt x="2697" y="3467"/>
                    <a:pt x="2597" y="3476"/>
                  </a:cubicBezTo>
                  <a:cubicBezTo>
                    <a:pt x="2896" y="3170"/>
                    <a:pt x="3216" y="2885"/>
                    <a:pt x="3557" y="2628"/>
                  </a:cubicBezTo>
                  <a:cubicBezTo>
                    <a:pt x="3888" y="2375"/>
                    <a:pt x="4243" y="2157"/>
                    <a:pt x="4616" y="1967"/>
                  </a:cubicBezTo>
                  <a:lnTo>
                    <a:pt x="4619" y="1967"/>
                  </a:lnTo>
                  <a:cubicBezTo>
                    <a:pt x="4858" y="1875"/>
                    <a:pt x="5107" y="1829"/>
                    <a:pt x="5358" y="1829"/>
                  </a:cubicBezTo>
                  <a:cubicBezTo>
                    <a:pt x="5673" y="1829"/>
                    <a:pt x="5993" y="1901"/>
                    <a:pt x="6307" y="2041"/>
                  </a:cubicBezTo>
                  <a:cubicBezTo>
                    <a:pt x="6676" y="2213"/>
                    <a:pt x="7010" y="2456"/>
                    <a:pt x="7288" y="2759"/>
                  </a:cubicBezTo>
                  <a:cubicBezTo>
                    <a:pt x="6866" y="2836"/>
                    <a:pt x="6205" y="3071"/>
                    <a:pt x="5889" y="3768"/>
                  </a:cubicBezTo>
                  <a:cubicBezTo>
                    <a:pt x="5593" y="4418"/>
                    <a:pt x="5646" y="5108"/>
                    <a:pt x="6043" y="5825"/>
                  </a:cubicBezTo>
                  <a:cubicBezTo>
                    <a:pt x="7211" y="7928"/>
                    <a:pt x="11230" y="9809"/>
                    <a:pt x="14099" y="10182"/>
                  </a:cubicBezTo>
                  <a:cubicBezTo>
                    <a:pt x="14110" y="10183"/>
                    <a:pt x="14121" y="10184"/>
                    <a:pt x="14131" y="10184"/>
                  </a:cubicBezTo>
                  <a:cubicBezTo>
                    <a:pt x="14234" y="10184"/>
                    <a:pt x="14323" y="10108"/>
                    <a:pt x="14339" y="10002"/>
                  </a:cubicBezTo>
                  <a:cubicBezTo>
                    <a:pt x="14353" y="9886"/>
                    <a:pt x="14268" y="9781"/>
                    <a:pt x="14152" y="9767"/>
                  </a:cubicBezTo>
                  <a:lnTo>
                    <a:pt x="14163" y="9767"/>
                  </a:lnTo>
                  <a:cubicBezTo>
                    <a:pt x="12788" y="9587"/>
                    <a:pt x="11100" y="9035"/>
                    <a:pt x="9651" y="8290"/>
                  </a:cubicBezTo>
                  <a:cubicBezTo>
                    <a:pt x="8069" y="7478"/>
                    <a:pt x="6919" y="6528"/>
                    <a:pt x="6416" y="5621"/>
                  </a:cubicBezTo>
                  <a:cubicBezTo>
                    <a:pt x="6085" y="5027"/>
                    <a:pt x="6040" y="4460"/>
                    <a:pt x="6275" y="3940"/>
                  </a:cubicBezTo>
                  <a:cubicBezTo>
                    <a:pt x="6427" y="3610"/>
                    <a:pt x="6701" y="3374"/>
                    <a:pt x="7095" y="3237"/>
                  </a:cubicBezTo>
                  <a:cubicBezTo>
                    <a:pt x="7263" y="3181"/>
                    <a:pt x="7432" y="3149"/>
                    <a:pt x="7608" y="3135"/>
                  </a:cubicBezTo>
                  <a:cubicBezTo>
                    <a:pt x="7626" y="3159"/>
                    <a:pt x="7643" y="3188"/>
                    <a:pt x="7661" y="3212"/>
                  </a:cubicBezTo>
                  <a:cubicBezTo>
                    <a:pt x="7833" y="3472"/>
                    <a:pt x="8079" y="3610"/>
                    <a:pt x="8350" y="3610"/>
                  </a:cubicBezTo>
                  <a:cubicBezTo>
                    <a:pt x="8413" y="3610"/>
                    <a:pt x="8477" y="3602"/>
                    <a:pt x="8540" y="3588"/>
                  </a:cubicBezTo>
                  <a:cubicBezTo>
                    <a:pt x="8958" y="3483"/>
                    <a:pt x="9275" y="3135"/>
                    <a:pt x="9345" y="2709"/>
                  </a:cubicBezTo>
                  <a:cubicBezTo>
                    <a:pt x="9409" y="2273"/>
                    <a:pt x="9169" y="1869"/>
                    <a:pt x="8684" y="1598"/>
                  </a:cubicBezTo>
                  <a:cubicBezTo>
                    <a:pt x="8631" y="1570"/>
                    <a:pt x="8579" y="1542"/>
                    <a:pt x="8526" y="1510"/>
                  </a:cubicBezTo>
                  <a:cubicBezTo>
                    <a:pt x="8427" y="1057"/>
                    <a:pt x="8164" y="652"/>
                    <a:pt x="7784" y="381"/>
                  </a:cubicBezTo>
                  <a:cubicBezTo>
                    <a:pt x="7426" y="127"/>
                    <a:pt x="6980" y="1"/>
                    <a:pt x="64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7" name="Google Shape;20987;p90"/>
            <p:cNvSpPr/>
            <p:nvPr/>
          </p:nvSpPr>
          <p:spPr>
            <a:xfrm>
              <a:off x="7542239" y="2577253"/>
              <a:ext cx="15518" cy="17903"/>
            </a:xfrm>
            <a:custGeom>
              <a:rect b="b" l="l" r="r" t="t"/>
              <a:pathLst>
                <a:path extrusionOk="0" h="683" w="592">
                  <a:moveTo>
                    <a:pt x="239" y="1"/>
                  </a:moveTo>
                  <a:cubicBezTo>
                    <a:pt x="216" y="1"/>
                    <a:pt x="192" y="5"/>
                    <a:pt x="169" y="13"/>
                  </a:cubicBezTo>
                  <a:cubicBezTo>
                    <a:pt x="60" y="51"/>
                    <a:pt x="0" y="167"/>
                    <a:pt x="39" y="276"/>
                  </a:cubicBezTo>
                  <a:cubicBezTo>
                    <a:pt x="67" y="364"/>
                    <a:pt x="99" y="459"/>
                    <a:pt x="137" y="551"/>
                  </a:cubicBezTo>
                  <a:cubicBezTo>
                    <a:pt x="174" y="643"/>
                    <a:pt x="248" y="682"/>
                    <a:pt x="323" y="682"/>
                  </a:cubicBezTo>
                  <a:cubicBezTo>
                    <a:pt x="456" y="682"/>
                    <a:pt x="592" y="559"/>
                    <a:pt x="524" y="392"/>
                  </a:cubicBezTo>
                  <a:cubicBezTo>
                    <a:pt x="492" y="312"/>
                    <a:pt x="461" y="227"/>
                    <a:pt x="436" y="146"/>
                  </a:cubicBezTo>
                  <a:cubicBezTo>
                    <a:pt x="408" y="57"/>
                    <a:pt x="327"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8" name="Google Shape;20988;p90"/>
            <p:cNvSpPr/>
            <p:nvPr/>
          </p:nvSpPr>
          <p:spPr>
            <a:xfrm>
              <a:off x="7536236" y="2501001"/>
              <a:ext cx="40656" cy="66265"/>
            </a:xfrm>
            <a:custGeom>
              <a:rect b="b" l="l" r="r" t="t"/>
              <a:pathLst>
                <a:path extrusionOk="0" h="2528" w="1551">
                  <a:moveTo>
                    <a:pt x="1247" y="0"/>
                  </a:moveTo>
                  <a:cubicBezTo>
                    <a:pt x="1209" y="0"/>
                    <a:pt x="1169" y="12"/>
                    <a:pt x="1129" y="38"/>
                  </a:cubicBezTo>
                  <a:cubicBezTo>
                    <a:pt x="1087" y="70"/>
                    <a:pt x="1" y="819"/>
                    <a:pt x="96" y="2331"/>
                  </a:cubicBezTo>
                  <a:cubicBezTo>
                    <a:pt x="103" y="2440"/>
                    <a:pt x="194" y="2528"/>
                    <a:pt x="303" y="2528"/>
                  </a:cubicBezTo>
                  <a:lnTo>
                    <a:pt x="317" y="2528"/>
                  </a:lnTo>
                  <a:cubicBezTo>
                    <a:pt x="433" y="2521"/>
                    <a:pt x="518" y="2422"/>
                    <a:pt x="514" y="2306"/>
                  </a:cubicBezTo>
                  <a:cubicBezTo>
                    <a:pt x="437" y="1037"/>
                    <a:pt x="1326" y="411"/>
                    <a:pt x="1365" y="386"/>
                  </a:cubicBezTo>
                  <a:cubicBezTo>
                    <a:pt x="1551" y="256"/>
                    <a:pt x="1425" y="0"/>
                    <a:pt x="1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9" name="Google Shape;20989;p90"/>
            <p:cNvSpPr/>
            <p:nvPr/>
          </p:nvSpPr>
          <p:spPr>
            <a:xfrm>
              <a:off x="7522239" y="2716179"/>
              <a:ext cx="26265" cy="16383"/>
            </a:xfrm>
            <a:custGeom>
              <a:rect b="b" l="l" r="r" t="t"/>
              <a:pathLst>
                <a:path extrusionOk="0" h="625" w="1002">
                  <a:moveTo>
                    <a:pt x="308" y="1"/>
                  </a:moveTo>
                  <a:cubicBezTo>
                    <a:pt x="118" y="1"/>
                    <a:pt x="1" y="289"/>
                    <a:pt x="215" y="399"/>
                  </a:cubicBezTo>
                  <a:cubicBezTo>
                    <a:pt x="348" y="473"/>
                    <a:pt x="478" y="543"/>
                    <a:pt x="615" y="606"/>
                  </a:cubicBezTo>
                  <a:cubicBezTo>
                    <a:pt x="646" y="619"/>
                    <a:pt x="675" y="624"/>
                    <a:pt x="702" y="624"/>
                  </a:cubicBezTo>
                  <a:cubicBezTo>
                    <a:pt x="899" y="624"/>
                    <a:pt x="1001" y="335"/>
                    <a:pt x="791" y="226"/>
                  </a:cubicBezTo>
                  <a:lnTo>
                    <a:pt x="795" y="226"/>
                  </a:lnTo>
                  <a:cubicBezTo>
                    <a:pt x="665" y="167"/>
                    <a:pt x="538" y="103"/>
                    <a:pt x="419" y="33"/>
                  </a:cubicBezTo>
                  <a:cubicBezTo>
                    <a:pt x="380" y="11"/>
                    <a:pt x="343"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0" name="Google Shape;20990;p90"/>
            <p:cNvSpPr/>
            <p:nvPr/>
          </p:nvSpPr>
          <p:spPr>
            <a:xfrm>
              <a:off x="7475843" y="2672588"/>
              <a:ext cx="42884" cy="41783"/>
            </a:xfrm>
            <a:custGeom>
              <a:rect b="b" l="l" r="r" t="t"/>
              <a:pathLst>
                <a:path extrusionOk="0" h="1594" w="1636">
                  <a:moveTo>
                    <a:pt x="276" y="0"/>
                  </a:moveTo>
                  <a:cubicBezTo>
                    <a:pt x="138" y="0"/>
                    <a:pt x="0" y="139"/>
                    <a:pt x="79" y="304"/>
                  </a:cubicBezTo>
                  <a:cubicBezTo>
                    <a:pt x="93" y="328"/>
                    <a:pt x="409" y="922"/>
                    <a:pt x="1200" y="1545"/>
                  </a:cubicBezTo>
                  <a:cubicBezTo>
                    <a:pt x="1243" y="1579"/>
                    <a:pt x="1288" y="1593"/>
                    <a:pt x="1330" y="1593"/>
                  </a:cubicBezTo>
                  <a:cubicBezTo>
                    <a:pt x="1502" y="1593"/>
                    <a:pt x="1636" y="1353"/>
                    <a:pt x="1461" y="1214"/>
                  </a:cubicBezTo>
                  <a:cubicBezTo>
                    <a:pt x="747" y="652"/>
                    <a:pt x="455" y="114"/>
                    <a:pt x="451" y="107"/>
                  </a:cubicBezTo>
                  <a:cubicBezTo>
                    <a:pt x="408" y="32"/>
                    <a:pt x="342" y="0"/>
                    <a:pt x="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91" name="Google Shape;20991;p90"/>
          <p:cNvGrpSpPr/>
          <p:nvPr/>
        </p:nvGrpSpPr>
        <p:grpSpPr>
          <a:xfrm>
            <a:off x="6903388" y="2896102"/>
            <a:ext cx="289255" cy="357774"/>
            <a:chOff x="6903388" y="2896102"/>
            <a:chExt cx="289255" cy="357774"/>
          </a:xfrm>
        </p:grpSpPr>
        <p:sp>
          <p:nvSpPr>
            <p:cNvPr id="20992" name="Google Shape;20992;p90"/>
            <p:cNvSpPr/>
            <p:nvPr/>
          </p:nvSpPr>
          <p:spPr>
            <a:xfrm>
              <a:off x="6993507" y="2912799"/>
              <a:ext cx="42517" cy="60865"/>
            </a:xfrm>
            <a:custGeom>
              <a:rect b="b" l="l" r="r" t="t"/>
              <a:pathLst>
                <a:path extrusionOk="0" h="2322" w="1622">
                  <a:moveTo>
                    <a:pt x="279" y="0"/>
                  </a:moveTo>
                  <a:cubicBezTo>
                    <a:pt x="230" y="0"/>
                    <a:pt x="185" y="35"/>
                    <a:pt x="180" y="89"/>
                  </a:cubicBezTo>
                  <a:cubicBezTo>
                    <a:pt x="113" y="507"/>
                    <a:pt x="1" y="1654"/>
                    <a:pt x="599" y="2322"/>
                  </a:cubicBezTo>
                  <a:lnTo>
                    <a:pt x="1622" y="1896"/>
                  </a:lnTo>
                  <a:cubicBezTo>
                    <a:pt x="1573" y="1003"/>
                    <a:pt x="683" y="272"/>
                    <a:pt x="342" y="22"/>
                  </a:cubicBezTo>
                  <a:cubicBezTo>
                    <a:pt x="322" y="7"/>
                    <a:pt x="300" y="0"/>
                    <a:pt x="279"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3" name="Google Shape;20993;p90"/>
            <p:cNvSpPr/>
            <p:nvPr/>
          </p:nvSpPr>
          <p:spPr>
            <a:xfrm>
              <a:off x="7060611" y="3086745"/>
              <a:ext cx="42622" cy="60813"/>
            </a:xfrm>
            <a:custGeom>
              <a:rect b="b" l="l" r="r" t="t"/>
              <a:pathLst>
                <a:path extrusionOk="0" h="2320" w="1626">
                  <a:moveTo>
                    <a:pt x="1024" y="0"/>
                  </a:moveTo>
                  <a:lnTo>
                    <a:pt x="1" y="422"/>
                  </a:lnTo>
                  <a:cubicBezTo>
                    <a:pt x="50" y="1319"/>
                    <a:pt x="940" y="2051"/>
                    <a:pt x="1284" y="2297"/>
                  </a:cubicBezTo>
                  <a:cubicBezTo>
                    <a:pt x="1303" y="2312"/>
                    <a:pt x="1325" y="2319"/>
                    <a:pt x="1346" y="2319"/>
                  </a:cubicBezTo>
                  <a:cubicBezTo>
                    <a:pt x="1393" y="2319"/>
                    <a:pt x="1439" y="2285"/>
                    <a:pt x="1446" y="2230"/>
                  </a:cubicBezTo>
                  <a:cubicBezTo>
                    <a:pt x="1513" y="1811"/>
                    <a:pt x="1625" y="665"/>
                    <a:pt x="1024"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4" name="Google Shape;20994;p90"/>
            <p:cNvSpPr/>
            <p:nvPr/>
          </p:nvSpPr>
          <p:spPr>
            <a:xfrm>
              <a:off x="7104857" y="2978645"/>
              <a:ext cx="61599" cy="39266"/>
            </a:xfrm>
            <a:custGeom>
              <a:rect b="b" l="l" r="r" t="t"/>
              <a:pathLst>
                <a:path extrusionOk="0" h="1498" w="2350">
                  <a:moveTo>
                    <a:pt x="1553" y="0"/>
                  </a:moveTo>
                  <a:cubicBezTo>
                    <a:pt x="1050" y="0"/>
                    <a:pt x="428" y="92"/>
                    <a:pt x="1" y="474"/>
                  </a:cubicBezTo>
                  <a:lnTo>
                    <a:pt x="426" y="1498"/>
                  </a:lnTo>
                  <a:cubicBezTo>
                    <a:pt x="1319" y="1448"/>
                    <a:pt x="2051" y="559"/>
                    <a:pt x="2300" y="214"/>
                  </a:cubicBezTo>
                  <a:cubicBezTo>
                    <a:pt x="2350" y="154"/>
                    <a:pt x="2311" y="63"/>
                    <a:pt x="2234" y="52"/>
                  </a:cubicBezTo>
                  <a:cubicBezTo>
                    <a:pt x="2083" y="30"/>
                    <a:pt x="1837" y="0"/>
                    <a:pt x="1553"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5" name="Google Shape;20995;p90"/>
            <p:cNvSpPr/>
            <p:nvPr/>
          </p:nvSpPr>
          <p:spPr>
            <a:xfrm>
              <a:off x="6930282" y="3042498"/>
              <a:ext cx="61599" cy="39240"/>
            </a:xfrm>
            <a:custGeom>
              <a:rect b="b" l="l" r="r" t="t"/>
              <a:pathLst>
                <a:path extrusionOk="0" h="1497" w="2350">
                  <a:moveTo>
                    <a:pt x="1924" y="1"/>
                  </a:moveTo>
                  <a:cubicBezTo>
                    <a:pt x="1031" y="50"/>
                    <a:pt x="299" y="939"/>
                    <a:pt x="50" y="1281"/>
                  </a:cubicBezTo>
                  <a:cubicBezTo>
                    <a:pt x="0" y="1344"/>
                    <a:pt x="39" y="1435"/>
                    <a:pt x="117" y="1442"/>
                  </a:cubicBezTo>
                  <a:cubicBezTo>
                    <a:pt x="269" y="1467"/>
                    <a:pt x="517" y="1497"/>
                    <a:pt x="804" y="1497"/>
                  </a:cubicBezTo>
                  <a:cubicBezTo>
                    <a:pt x="1306" y="1497"/>
                    <a:pt x="1924" y="1404"/>
                    <a:pt x="2349" y="1024"/>
                  </a:cubicBezTo>
                  <a:lnTo>
                    <a:pt x="1924" y="1"/>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6" name="Google Shape;20996;p90"/>
            <p:cNvSpPr/>
            <p:nvPr/>
          </p:nvSpPr>
          <p:spPr>
            <a:xfrm>
              <a:off x="7060611" y="2912799"/>
              <a:ext cx="42622" cy="60865"/>
            </a:xfrm>
            <a:custGeom>
              <a:rect b="b" l="l" r="r" t="t"/>
              <a:pathLst>
                <a:path extrusionOk="0" h="2322" w="1626">
                  <a:moveTo>
                    <a:pt x="1345" y="0"/>
                  </a:moveTo>
                  <a:cubicBezTo>
                    <a:pt x="1324" y="0"/>
                    <a:pt x="1303" y="7"/>
                    <a:pt x="1284" y="22"/>
                  </a:cubicBezTo>
                  <a:cubicBezTo>
                    <a:pt x="940" y="272"/>
                    <a:pt x="53" y="1003"/>
                    <a:pt x="1" y="1896"/>
                  </a:cubicBezTo>
                  <a:lnTo>
                    <a:pt x="1024" y="2322"/>
                  </a:lnTo>
                  <a:cubicBezTo>
                    <a:pt x="1625" y="1654"/>
                    <a:pt x="1513" y="507"/>
                    <a:pt x="1446" y="89"/>
                  </a:cubicBezTo>
                  <a:cubicBezTo>
                    <a:pt x="1439" y="35"/>
                    <a:pt x="1392" y="0"/>
                    <a:pt x="134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7" name="Google Shape;20997;p90"/>
            <p:cNvSpPr/>
            <p:nvPr/>
          </p:nvSpPr>
          <p:spPr>
            <a:xfrm>
              <a:off x="6993507" y="3086745"/>
              <a:ext cx="42517" cy="60813"/>
            </a:xfrm>
            <a:custGeom>
              <a:rect b="b" l="l" r="r" t="t"/>
              <a:pathLst>
                <a:path extrusionOk="0" h="2320" w="1622">
                  <a:moveTo>
                    <a:pt x="599" y="0"/>
                  </a:moveTo>
                  <a:cubicBezTo>
                    <a:pt x="1" y="665"/>
                    <a:pt x="113" y="1811"/>
                    <a:pt x="180" y="2230"/>
                  </a:cubicBezTo>
                  <a:cubicBezTo>
                    <a:pt x="185" y="2285"/>
                    <a:pt x="231" y="2319"/>
                    <a:pt x="279" y="2319"/>
                  </a:cubicBezTo>
                  <a:cubicBezTo>
                    <a:pt x="301" y="2319"/>
                    <a:pt x="323" y="2312"/>
                    <a:pt x="342" y="2297"/>
                  </a:cubicBezTo>
                  <a:cubicBezTo>
                    <a:pt x="686" y="2047"/>
                    <a:pt x="1573" y="1319"/>
                    <a:pt x="1622" y="422"/>
                  </a:cubicBezTo>
                  <a:lnTo>
                    <a:pt x="599" y="0"/>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8" name="Google Shape;20998;p90"/>
            <p:cNvSpPr/>
            <p:nvPr/>
          </p:nvSpPr>
          <p:spPr>
            <a:xfrm>
              <a:off x="7104857" y="3042498"/>
              <a:ext cx="61599" cy="39240"/>
            </a:xfrm>
            <a:custGeom>
              <a:rect b="b" l="l" r="r" t="t"/>
              <a:pathLst>
                <a:path extrusionOk="0" h="1497" w="2350">
                  <a:moveTo>
                    <a:pt x="426" y="1"/>
                  </a:moveTo>
                  <a:lnTo>
                    <a:pt x="1" y="1024"/>
                  </a:lnTo>
                  <a:cubicBezTo>
                    <a:pt x="426" y="1404"/>
                    <a:pt x="1044" y="1497"/>
                    <a:pt x="1546" y="1497"/>
                  </a:cubicBezTo>
                  <a:cubicBezTo>
                    <a:pt x="1833" y="1497"/>
                    <a:pt x="2081" y="1467"/>
                    <a:pt x="2234" y="1442"/>
                  </a:cubicBezTo>
                  <a:cubicBezTo>
                    <a:pt x="2311" y="1435"/>
                    <a:pt x="2350" y="1344"/>
                    <a:pt x="2300" y="1281"/>
                  </a:cubicBezTo>
                  <a:cubicBezTo>
                    <a:pt x="2051" y="939"/>
                    <a:pt x="1319" y="50"/>
                    <a:pt x="426"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9" name="Google Shape;20999;p90"/>
            <p:cNvSpPr/>
            <p:nvPr/>
          </p:nvSpPr>
          <p:spPr>
            <a:xfrm>
              <a:off x="6930282" y="2978645"/>
              <a:ext cx="61495" cy="39266"/>
            </a:xfrm>
            <a:custGeom>
              <a:rect b="b" l="l" r="r" t="t"/>
              <a:pathLst>
                <a:path extrusionOk="0" h="1498" w="2346">
                  <a:moveTo>
                    <a:pt x="797" y="0"/>
                  </a:moveTo>
                  <a:cubicBezTo>
                    <a:pt x="513" y="0"/>
                    <a:pt x="267" y="30"/>
                    <a:pt x="117" y="52"/>
                  </a:cubicBezTo>
                  <a:cubicBezTo>
                    <a:pt x="36" y="63"/>
                    <a:pt x="0" y="154"/>
                    <a:pt x="50" y="218"/>
                  </a:cubicBezTo>
                  <a:cubicBezTo>
                    <a:pt x="299" y="559"/>
                    <a:pt x="1027" y="1448"/>
                    <a:pt x="1924" y="1498"/>
                  </a:cubicBezTo>
                  <a:lnTo>
                    <a:pt x="2346" y="474"/>
                  </a:lnTo>
                  <a:cubicBezTo>
                    <a:pt x="1921" y="92"/>
                    <a:pt x="1299" y="0"/>
                    <a:pt x="79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0" name="Google Shape;21000;p90"/>
            <p:cNvSpPr/>
            <p:nvPr/>
          </p:nvSpPr>
          <p:spPr>
            <a:xfrm>
              <a:off x="6911121" y="3132931"/>
              <a:ext cx="115047" cy="78978"/>
            </a:xfrm>
            <a:custGeom>
              <a:rect b="b" l="l" r="r" t="t"/>
              <a:pathLst>
                <a:path extrusionOk="0" h="3013" w="4389">
                  <a:moveTo>
                    <a:pt x="156" y="1"/>
                  </a:moveTo>
                  <a:cubicBezTo>
                    <a:pt x="67" y="1"/>
                    <a:pt x="0" y="93"/>
                    <a:pt x="35" y="180"/>
                  </a:cubicBezTo>
                  <a:cubicBezTo>
                    <a:pt x="327" y="805"/>
                    <a:pt x="1364" y="2504"/>
                    <a:pt x="4206" y="3010"/>
                  </a:cubicBezTo>
                  <a:cubicBezTo>
                    <a:pt x="4213" y="3012"/>
                    <a:pt x="4220" y="3012"/>
                    <a:pt x="4227" y="3012"/>
                  </a:cubicBezTo>
                  <a:cubicBezTo>
                    <a:pt x="4322" y="3012"/>
                    <a:pt x="4388" y="2905"/>
                    <a:pt x="4336" y="2817"/>
                  </a:cubicBezTo>
                  <a:cubicBezTo>
                    <a:pt x="3988" y="2223"/>
                    <a:pt x="2838" y="647"/>
                    <a:pt x="183" y="4"/>
                  </a:cubicBezTo>
                  <a:cubicBezTo>
                    <a:pt x="174" y="2"/>
                    <a:pt x="165" y="1"/>
                    <a:pt x="156"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1" name="Google Shape;21001;p90"/>
            <p:cNvSpPr/>
            <p:nvPr/>
          </p:nvSpPr>
          <p:spPr>
            <a:xfrm>
              <a:off x="7070571" y="3132931"/>
              <a:ext cx="115047" cy="78978"/>
            </a:xfrm>
            <a:custGeom>
              <a:rect b="b" l="l" r="r" t="t"/>
              <a:pathLst>
                <a:path extrusionOk="0" h="3013" w="4389">
                  <a:moveTo>
                    <a:pt x="4233" y="1"/>
                  </a:moveTo>
                  <a:cubicBezTo>
                    <a:pt x="4224" y="1"/>
                    <a:pt x="4215" y="2"/>
                    <a:pt x="4206" y="4"/>
                  </a:cubicBezTo>
                  <a:cubicBezTo>
                    <a:pt x="1548" y="647"/>
                    <a:pt x="401" y="2223"/>
                    <a:pt x="53" y="2817"/>
                  </a:cubicBezTo>
                  <a:cubicBezTo>
                    <a:pt x="1" y="2905"/>
                    <a:pt x="64" y="3012"/>
                    <a:pt x="161" y="3012"/>
                  </a:cubicBezTo>
                  <a:cubicBezTo>
                    <a:pt x="169" y="3012"/>
                    <a:pt x="176" y="3012"/>
                    <a:pt x="183" y="3010"/>
                  </a:cubicBezTo>
                  <a:cubicBezTo>
                    <a:pt x="3025" y="2504"/>
                    <a:pt x="4062" y="805"/>
                    <a:pt x="4350" y="180"/>
                  </a:cubicBezTo>
                  <a:cubicBezTo>
                    <a:pt x="4389" y="93"/>
                    <a:pt x="4322" y="1"/>
                    <a:pt x="4233"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2" name="Google Shape;21002;p90"/>
            <p:cNvSpPr/>
            <p:nvPr/>
          </p:nvSpPr>
          <p:spPr>
            <a:xfrm>
              <a:off x="7026062" y="2903310"/>
              <a:ext cx="44640" cy="59660"/>
            </a:xfrm>
            <a:custGeom>
              <a:rect b="b" l="l" r="r" t="t"/>
              <a:pathLst>
                <a:path extrusionOk="0" h="2276" w="1703">
                  <a:moveTo>
                    <a:pt x="851" y="1"/>
                  </a:moveTo>
                  <a:cubicBezTo>
                    <a:pt x="817" y="1"/>
                    <a:pt x="782" y="18"/>
                    <a:pt x="763" y="54"/>
                  </a:cubicBezTo>
                  <a:cubicBezTo>
                    <a:pt x="542" y="416"/>
                    <a:pt x="0" y="1432"/>
                    <a:pt x="295" y="2276"/>
                  </a:cubicBezTo>
                  <a:lnTo>
                    <a:pt x="1403" y="2276"/>
                  </a:lnTo>
                  <a:cubicBezTo>
                    <a:pt x="1702" y="1432"/>
                    <a:pt x="1160" y="416"/>
                    <a:pt x="939" y="54"/>
                  </a:cubicBezTo>
                  <a:cubicBezTo>
                    <a:pt x="920" y="18"/>
                    <a:pt x="885" y="1"/>
                    <a:pt x="851"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3" name="Google Shape;21003;p90"/>
            <p:cNvSpPr/>
            <p:nvPr/>
          </p:nvSpPr>
          <p:spPr>
            <a:xfrm>
              <a:off x="7026062" y="3097440"/>
              <a:ext cx="44640" cy="59581"/>
            </a:xfrm>
            <a:custGeom>
              <a:rect b="b" l="l" r="r" t="t"/>
              <a:pathLst>
                <a:path extrusionOk="0" h="2273" w="1703">
                  <a:moveTo>
                    <a:pt x="295" y="0"/>
                  </a:moveTo>
                  <a:cubicBezTo>
                    <a:pt x="0" y="844"/>
                    <a:pt x="542" y="1861"/>
                    <a:pt x="763" y="2223"/>
                  </a:cubicBezTo>
                  <a:cubicBezTo>
                    <a:pt x="782" y="2256"/>
                    <a:pt x="817" y="2273"/>
                    <a:pt x="851" y="2273"/>
                  </a:cubicBezTo>
                  <a:cubicBezTo>
                    <a:pt x="885" y="2273"/>
                    <a:pt x="920" y="2256"/>
                    <a:pt x="939" y="2223"/>
                  </a:cubicBezTo>
                  <a:cubicBezTo>
                    <a:pt x="1157" y="1861"/>
                    <a:pt x="1702" y="844"/>
                    <a:pt x="1403"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4" name="Google Shape;21004;p90"/>
            <p:cNvSpPr/>
            <p:nvPr/>
          </p:nvSpPr>
          <p:spPr>
            <a:xfrm>
              <a:off x="7115552" y="3013376"/>
              <a:ext cx="60131" cy="33657"/>
            </a:xfrm>
            <a:custGeom>
              <a:rect b="b" l="l" r="r" t="t"/>
              <a:pathLst>
                <a:path extrusionOk="0" h="1284" w="2294">
                  <a:moveTo>
                    <a:pt x="539" y="1"/>
                  </a:moveTo>
                  <a:cubicBezTo>
                    <a:pt x="357" y="1"/>
                    <a:pt x="175" y="27"/>
                    <a:pt x="1" y="88"/>
                  </a:cubicBezTo>
                  <a:lnTo>
                    <a:pt x="1" y="1196"/>
                  </a:lnTo>
                  <a:cubicBezTo>
                    <a:pt x="175" y="1258"/>
                    <a:pt x="357" y="1283"/>
                    <a:pt x="538" y="1283"/>
                  </a:cubicBezTo>
                  <a:cubicBezTo>
                    <a:pt x="1236" y="1283"/>
                    <a:pt x="1936" y="904"/>
                    <a:pt x="2223" y="728"/>
                  </a:cubicBezTo>
                  <a:cubicBezTo>
                    <a:pt x="2293" y="693"/>
                    <a:pt x="2293" y="591"/>
                    <a:pt x="2223" y="552"/>
                  </a:cubicBezTo>
                  <a:cubicBezTo>
                    <a:pt x="1936" y="380"/>
                    <a:pt x="1237" y="1"/>
                    <a:pt x="539"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5" name="Google Shape;21005;p90"/>
            <p:cNvSpPr/>
            <p:nvPr/>
          </p:nvSpPr>
          <p:spPr>
            <a:xfrm>
              <a:off x="6921055" y="3013376"/>
              <a:ext cx="60131" cy="33657"/>
            </a:xfrm>
            <a:custGeom>
              <a:rect b="b" l="l" r="r" t="t"/>
              <a:pathLst>
                <a:path extrusionOk="0" h="1284" w="2294">
                  <a:moveTo>
                    <a:pt x="1751" y="0"/>
                  </a:moveTo>
                  <a:cubicBezTo>
                    <a:pt x="1053" y="0"/>
                    <a:pt x="355" y="377"/>
                    <a:pt x="71" y="552"/>
                  </a:cubicBezTo>
                  <a:cubicBezTo>
                    <a:pt x="1" y="591"/>
                    <a:pt x="1" y="690"/>
                    <a:pt x="71" y="728"/>
                  </a:cubicBezTo>
                  <a:cubicBezTo>
                    <a:pt x="356" y="904"/>
                    <a:pt x="1054" y="1283"/>
                    <a:pt x="1754" y="1283"/>
                  </a:cubicBezTo>
                  <a:cubicBezTo>
                    <a:pt x="1936" y="1283"/>
                    <a:pt x="2118" y="1258"/>
                    <a:pt x="2294" y="1196"/>
                  </a:cubicBezTo>
                  <a:lnTo>
                    <a:pt x="2294" y="88"/>
                  </a:lnTo>
                  <a:cubicBezTo>
                    <a:pt x="2118" y="26"/>
                    <a:pt x="1934" y="0"/>
                    <a:pt x="1751"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6" name="Google Shape;21006;p90"/>
            <p:cNvSpPr/>
            <p:nvPr/>
          </p:nvSpPr>
          <p:spPr>
            <a:xfrm>
              <a:off x="7085591" y="2939719"/>
              <a:ext cx="53605" cy="53211"/>
            </a:xfrm>
            <a:custGeom>
              <a:rect b="b" l="l" r="r" t="t"/>
              <a:pathLst>
                <a:path extrusionOk="0" h="2030" w="2045">
                  <a:moveTo>
                    <a:pt x="1930" y="0"/>
                  </a:moveTo>
                  <a:cubicBezTo>
                    <a:pt x="1921" y="0"/>
                    <a:pt x="1912" y="2"/>
                    <a:pt x="1903" y="4"/>
                  </a:cubicBezTo>
                  <a:cubicBezTo>
                    <a:pt x="1488" y="103"/>
                    <a:pt x="387" y="440"/>
                    <a:pt x="1" y="1246"/>
                  </a:cubicBezTo>
                  <a:lnTo>
                    <a:pt x="785" y="2030"/>
                  </a:lnTo>
                  <a:cubicBezTo>
                    <a:pt x="1594" y="1643"/>
                    <a:pt x="1928" y="542"/>
                    <a:pt x="2026" y="127"/>
                  </a:cubicBezTo>
                  <a:cubicBezTo>
                    <a:pt x="2045" y="63"/>
                    <a:pt x="1993" y="0"/>
                    <a:pt x="1930"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7" name="Google Shape;21007;p90"/>
            <p:cNvSpPr/>
            <p:nvPr/>
          </p:nvSpPr>
          <p:spPr>
            <a:xfrm>
              <a:off x="6957464" y="3067479"/>
              <a:ext cx="53683" cy="53211"/>
            </a:xfrm>
            <a:custGeom>
              <a:rect b="b" l="l" r="r" t="t"/>
              <a:pathLst>
                <a:path extrusionOk="0" h="2030" w="2048">
                  <a:moveTo>
                    <a:pt x="1263" y="1"/>
                  </a:moveTo>
                  <a:cubicBezTo>
                    <a:pt x="454" y="387"/>
                    <a:pt x="120" y="1488"/>
                    <a:pt x="22" y="1899"/>
                  </a:cubicBezTo>
                  <a:cubicBezTo>
                    <a:pt x="0" y="1967"/>
                    <a:pt x="52" y="2030"/>
                    <a:pt x="117" y="2030"/>
                  </a:cubicBezTo>
                  <a:cubicBezTo>
                    <a:pt x="126" y="2030"/>
                    <a:pt x="136" y="2029"/>
                    <a:pt x="145" y="2026"/>
                  </a:cubicBezTo>
                  <a:cubicBezTo>
                    <a:pt x="556" y="1924"/>
                    <a:pt x="1657" y="1590"/>
                    <a:pt x="2047" y="781"/>
                  </a:cubicBezTo>
                  <a:lnTo>
                    <a:pt x="1263" y="1"/>
                  </a:ln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8" name="Google Shape;21008;p90"/>
            <p:cNvSpPr/>
            <p:nvPr/>
          </p:nvSpPr>
          <p:spPr>
            <a:xfrm>
              <a:off x="7085591" y="3067479"/>
              <a:ext cx="53605" cy="53159"/>
            </a:xfrm>
            <a:custGeom>
              <a:rect b="b" l="l" r="r" t="t"/>
              <a:pathLst>
                <a:path extrusionOk="0" h="2028" w="2045">
                  <a:moveTo>
                    <a:pt x="785" y="1"/>
                  </a:moveTo>
                  <a:lnTo>
                    <a:pt x="1" y="781"/>
                  </a:lnTo>
                  <a:cubicBezTo>
                    <a:pt x="387" y="1590"/>
                    <a:pt x="1488" y="1924"/>
                    <a:pt x="1903" y="2023"/>
                  </a:cubicBezTo>
                  <a:cubicBezTo>
                    <a:pt x="1913" y="2026"/>
                    <a:pt x="1923" y="2028"/>
                    <a:pt x="1933" y="2028"/>
                  </a:cubicBezTo>
                  <a:cubicBezTo>
                    <a:pt x="1995" y="2028"/>
                    <a:pt x="2044" y="1966"/>
                    <a:pt x="2026" y="1899"/>
                  </a:cubicBezTo>
                  <a:cubicBezTo>
                    <a:pt x="1928" y="1488"/>
                    <a:pt x="1594" y="387"/>
                    <a:pt x="785"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9" name="Google Shape;21009;p90"/>
            <p:cNvSpPr/>
            <p:nvPr/>
          </p:nvSpPr>
          <p:spPr>
            <a:xfrm>
              <a:off x="6957464" y="2939719"/>
              <a:ext cx="53578" cy="53211"/>
            </a:xfrm>
            <a:custGeom>
              <a:rect b="b" l="l" r="r" t="t"/>
              <a:pathLst>
                <a:path extrusionOk="0" h="2030" w="2044">
                  <a:moveTo>
                    <a:pt x="117" y="0"/>
                  </a:moveTo>
                  <a:cubicBezTo>
                    <a:pt x="52" y="0"/>
                    <a:pt x="0" y="63"/>
                    <a:pt x="22" y="131"/>
                  </a:cubicBezTo>
                  <a:cubicBezTo>
                    <a:pt x="120" y="542"/>
                    <a:pt x="454" y="1643"/>
                    <a:pt x="1263" y="2030"/>
                  </a:cubicBezTo>
                  <a:lnTo>
                    <a:pt x="2044" y="1246"/>
                  </a:lnTo>
                  <a:cubicBezTo>
                    <a:pt x="1657" y="440"/>
                    <a:pt x="556" y="103"/>
                    <a:pt x="145" y="4"/>
                  </a:cubicBezTo>
                  <a:cubicBezTo>
                    <a:pt x="136" y="2"/>
                    <a:pt x="126" y="0"/>
                    <a:pt x="117"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0" name="Google Shape;21010;p90"/>
            <p:cNvSpPr/>
            <p:nvPr/>
          </p:nvSpPr>
          <p:spPr>
            <a:xfrm>
              <a:off x="6969915" y="2951698"/>
              <a:ext cx="156829" cy="156908"/>
            </a:xfrm>
            <a:custGeom>
              <a:rect b="b" l="l" r="r" t="t"/>
              <a:pathLst>
                <a:path extrusionOk="0" h="5986" w="5983">
                  <a:moveTo>
                    <a:pt x="2993" y="1"/>
                  </a:moveTo>
                  <a:cubicBezTo>
                    <a:pt x="1340" y="1"/>
                    <a:pt x="1" y="1341"/>
                    <a:pt x="1" y="2993"/>
                  </a:cubicBezTo>
                  <a:cubicBezTo>
                    <a:pt x="1" y="4646"/>
                    <a:pt x="1340" y="5986"/>
                    <a:pt x="2993" y="5986"/>
                  </a:cubicBezTo>
                  <a:cubicBezTo>
                    <a:pt x="4646" y="5986"/>
                    <a:pt x="5982" y="4646"/>
                    <a:pt x="5982" y="2993"/>
                  </a:cubicBezTo>
                  <a:cubicBezTo>
                    <a:pt x="5982" y="1341"/>
                    <a:pt x="4646" y="1"/>
                    <a:pt x="299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1" name="Google Shape;21011;p90"/>
            <p:cNvSpPr/>
            <p:nvPr/>
          </p:nvSpPr>
          <p:spPr>
            <a:xfrm>
              <a:off x="6992327" y="2974189"/>
              <a:ext cx="112006" cy="112032"/>
            </a:xfrm>
            <a:custGeom>
              <a:rect b="b" l="l" r="r" t="t"/>
              <a:pathLst>
                <a:path extrusionOk="0" h="4274" w="4273">
                  <a:moveTo>
                    <a:pt x="2138" y="1"/>
                  </a:moveTo>
                  <a:cubicBezTo>
                    <a:pt x="957" y="1"/>
                    <a:pt x="0" y="957"/>
                    <a:pt x="0" y="2135"/>
                  </a:cubicBezTo>
                  <a:cubicBezTo>
                    <a:pt x="0" y="3317"/>
                    <a:pt x="957" y="4273"/>
                    <a:pt x="2138" y="4273"/>
                  </a:cubicBezTo>
                  <a:cubicBezTo>
                    <a:pt x="3316" y="4273"/>
                    <a:pt x="4273" y="3317"/>
                    <a:pt x="4273" y="2135"/>
                  </a:cubicBezTo>
                  <a:cubicBezTo>
                    <a:pt x="4273" y="957"/>
                    <a:pt x="3316" y="1"/>
                    <a:pt x="2138" y="1"/>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2" name="Google Shape;21012;p90"/>
            <p:cNvSpPr/>
            <p:nvPr/>
          </p:nvSpPr>
          <p:spPr>
            <a:xfrm>
              <a:off x="6981160" y="2968920"/>
              <a:ext cx="105374" cy="97694"/>
            </a:xfrm>
            <a:custGeom>
              <a:rect b="b" l="l" r="r" t="t"/>
              <a:pathLst>
                <a:path extrusionOk="0" h="3727" w="4020">
                  <a:moveTo>
                    <a:pt x="2562" y="1"/>
                  </a:moveTo>
                  <a:cubicBezTo>
                    <a:pt x="1959" y="1"/>
                    <a:pt x="1360" y="233"/>
                    <a:pt x="908" y="684"/>
                  </a:cubicBezTo>
                  <a:cubicBezTo>
                    <a:pt x="124" y="1471"/>
                    <a:pt x="1" y="2699"/>
                    <a:pt x="612" y="3627"/>
                  </a:cubicBezTo>
                  <a:cubicBezTo>
                    <a:pt x="649" y="3691"/>
                    <a:pt x="716" y="3727"/>
                    <a:pt x="786" y="3727"/>
                  </a:cubicBezTo>
                  <a:cubicBezTo>
                    <a:pt x="824" y="3727"/>
                    <a:pt x="863" y="3716"/>
                    <a:pt x="897" y="3694"/>
                  </a:cubicBezTo>
                  <a:cubicBezTo>
                    <a:pt x="992" y="3630"/>
                    <a:pt x="1017" y="3500"/>
                    <a:pt x="946" y="3405"/>
                  </a:cubicBezTo>
                  <a:cubicBezTo>
                    <a:pt x="440" y="2639"/>
                    <a:pt x="542" y="1619"/>
                    <a:pt x="1193" y="968"/>
                  </a:cubicBezTo>
                  <a:cubicBezTo>
                    <a:pt x="1569" y="594"/>
                    <a:pt x="2064" y="402"/>
                    <a:pt x="2564" y="402"/>
                  </a:cubicBezTo>
                  <a:cubicBezTo>
                    <a:pt x="2934" y="402"/>
                    <a:pt x="3306" y="507"/>
                    <a:pt x="3633" y="722"/>
                  </a:cubicBezTo>
                  <a:cubicBezTo>
                    <a:pt x="3668" y="742"/>
                    <a:pt x="3702" y="751"/>
                    <a:pt x="3734" y="751"/>
                  </a:cubicBezTo>
                  <a:cubicBezTo>
                    <a:pt x="3903" y="751"/>
                    <a:pt x="4019" y="515"/>
                    <a:pt x="3851" y="388"/>
                  </a:cubicBezTo>
                  <a:cubicBezTo>
                    <a:pt x="3458" y="128"/>
                    <a:pt x="3009" y="1"/>
                    <a:pt x="2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3" name="Google Shape;21013;p90"/>
            <p:cNvSpPr/>
            <p:nvPr/>
          </p:nvSpPr>
          <p:spPr>
            <a:xfrm>
              <a:off x="7009286" y="2993638"/>
              <a:ext cx="106292" cy="97799"/>
            </a:xfrm>
            <a:custGeom>
              <a:rect b="b" l="l" r="r" t="t"/>
              <a:pathLst>
                <a:path extrusionOk="0" h="3731" w="4055">
                  <a:moveTo>
                    <a:pt x="3272" y="1"/>
                  </a:moveTo>
                  <a:cubicBezTo>
                    <a:pt x="3127" y="1"/>
                    <a:pt x="2985" y="167"/>
                    <a:pt x="3105" y="324"/>
                  </a:cubicBezTo>
                  <a:cubicBezTo>
                    <a:pt x="3615" y="1094"/>
                    <a:pt x="3509" y="2111"/>
                    <a:pt x="2859" y="2761"/>
                  </a:cubicBezTo>
                  <a:cubicBezTo>
                    <a:pt x="2484" y="3136"/>
                    <a:pt x="1986" y="3330"/>
                    <a:pt x="1485" y="3330"/>
                  </a:cubicBezTo>
                  <a:cubicBezTo>
                    <a:pt x="1117" y="3330"/>
                    <a:pt x="747" y="3225"/>
                    <a:pt x="422" y="3011"/>
                  </a:cubicBezTo>
                  <a:cubicBezTo>
                    <a:pt x="380" y="2979"/>
                    <a:pt x="337" y="2965"/>
                    <a:pt x="297" y="2965"/>
                  </a:cubicBezTo>
                  <a:cubicBezTo>
                    <a:pt x="122" y="2965"/>
                    <a:pt x="1" y="3227"/>
                    <a:pt x="204" y="3342"/>
                  </a:cubicBezTo>
                  <a:cubicBezTo>
                    <a:pt x="597" y="3603"/>
                    <a:pt x="1045" y="3731"/>
                    <a:pt x="1491" y="3731"/>
                  </a:cubicBezTo>
                  <a:cubicBezTo>
                    <a:pt x="2094" y="3731"/>
                    <a:pt x="2693" y="3497"/>
                    <a:pt x="3144" y="3046"/>
                  </a:cubicBezTo>
                  <a:cubicBezTo>
                    <a:pt x="3931" y="2262"/>
                    <a:pt x="4055" y="1031"/>
                    <a:pt x="3443" y="103"/>
                  </a:cubicBezTo>
                  <a:lnTo>
                    <a:pt x="3443" y="103"/>
                  </a:lnTo>
                  <a:lnTo>
                    <a:pt x="3439" y="106"/>
                  </a:lnTo>
                  <a:cubicBezTo>
                    <a:pt x="3397" y="31"/>
                    <a:pt x="3334" y="1"/>
                    <a:pt x="3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4" name="Google Shape;21014;p90"/>
            <p:cNvSpPr/>
            <p:nvPr/>
          </p:nvSpPr>
          <p:spPr>
            <a:xfrm>
              <a:off x="6903388" y="2896102"/>
              <a:ext cx="289255" cy="357774"/>
            </a:xfrm>
            <a:custGeom>
              <a:rect b="b" l="l" r="r" t="t"/>
              <a:pathLst>
                <a:path extrusionOk="0" h="13649" w="11035">
                  <a:moveTo>
                    <a:pt x="5531" y="532"/>
                  </a:moveTo>
                  <a:cubicBezTo>
                    <a:pt x="5742" y="842"/>
                    <a:pt x="6087" y="1440"/>
                    <a:pt x="5935" y="1950"/>
                  </a:cubicBezTo>
                  <a:cubicBezTo>
                    <a:pt x="5800" y="1932"/>
                    <a:pt x="5665" y="1923"/>
                    <a:pt x="5530" y="1923"/>
                  </a:cubicBezTo>
                  <a:cubicBezTo>
                    <a:pt x="5395" y="1923"/>
                    <a:pt x="5260" y="1932"/>
                    <a:pt x="5127" y="1950"/>
                  </a:cubicBezTo>
                  <a:cubicBezTo>
                    <a:pt x="4975" y="1440"/>
                    <a:pt x="5320" y="838"/>
                    <a:pt x="5531" y="532"/>
                  </a:cubicBezTo>
                  <a:close/>
                  <a:moveTo>
                    <a:pt x="3776" y="881"/>
                  </a:moveTo>
                  <a:lnTo>
                    <a:pt x="3776" y="881"/>
                  </a:lnTo>
                  <a:cubicBezTo>
                    <a:pt x="4089" y="1085"/>
                    <a:pt x="4638" y="1507"/>
                    <a:pt x="4694" y="2038"/>
                  </a:cubicBezTo>
                  <a:cubicBezTo>
                    <a:pt x="4430" y="2108"/>
                    <a:pt x="4181" y="2213"/>
                    <a:pt x="3945" y="2347"/>
                  </a:cubicBezTo>
                  <a:cubicBezTo>
                    <a:pt x="3611" y="1932"/>
                    <a:pt x="3699" y="1243"/>
                    <a:pt x="3776" y="881"/>
                  </a:cubicBezTo>
                  <a:close/>
                  <a:moveTo>
                    <a:pt x="7286" y="881"/>
                  </a:moveTo>
                  <a:lnTo>
                    <a:pt x="7286" y="881"/>
                  </a:lnTo>
                  <a:cubicBezTo>
                    <a:pt x="7363" y="1246"/>
                    <a:pt x="7451" y="1932"/>
                    <a:pt x="7117" y="2347"/>
                  </a:cubicBezTo>
                  <a:cubicBezTo>
                    <a:pt x="6881" y="2213"/>
                    <a:pt x="6628" y="2108"/>
                    <a:pt x="6368" y="2038"/>
                  </a:cubicBezTo>
                  <a:cubicBezTo>
                    <a:pt x="6424" y="1507"/>
                    <a:pt x="6973" y="1081"/>
                    <a:pt x="7286" y="881"/>
                  </a:cubicBezTo>
                  <a:close/>
                  <a:moveTo>
                    <a:pt x="2289" y="1872"/>
                  </a:moveTo>
                  <a:lnTo>
                    <a:pt x="2289" y="1872"/>
                  </a:lnTo>
                  <a:cubicBezTo>
                    <a:pt x="2444" y="1900"/>
                    <a:pt x="2595" y="1939"/>
                    <a:pt x="2746" y="1992"/>
                  </a:cubicBezTo>
                  <a:cubicBezTo>
                    <a:pt x="3038" y="2090"/>
                    <a:pt x="3404" y="2273"/>
                    <a:pt x="3579" y="2590"/>
                  </a:cubicBezTo>
                  <a:cubicBezTo>
                    <a:pt x="3365" y="2755"/>
                    <a:pt x="3172" y="2948"/>
                    <a:pt x="3006" y="3163"/>
                  </a:cubicBezTo>
                  <a:cubicBezTo>
                    <a:pt x="2539" y="2910"/>
                    <a:pt x="2356" y="2238"/>
                    <a:pt x="2289" y="1872"/>
                  </a:cubicBezTo>
                  <a:close/>
                  <a:moveTo>
                    <a:pt x="8773" y="1876"/>
                  </a:moveTo>
                  <a:lnTo>
                    <a:pt x="8773" y="1876"/>
                  </a:lnTo>
                  <a:cubicBezTo>
                    <a:pt x="8745" y="2030"/>
                    <a:pt x="8703" y="2182"/>
                    <a:pt x="8654" y="2333"/>
                  </a:cubicBezTo>
                  <a:cubicBezTo>
                    <a:pt x="8555" y="2625"/>
                    <a:pt x="8372" y="2990"/>
                    <a:pt x="8052" y="3166"/>
                  </a:cubicBezTo>
                  <a:cubicBezTo>
                    <a:pt x="7887" y="2952"/>
                    <a:pt x="7697" y="2758"/>
                    <a:pt x="7483" y="2593"/>
                  </a:cubicBezTo>
                  <a:cubicBezTo>
                    <a:pt x="7736" y="2125"/>
                    <a:pt x="8404" y="1943"/>
                    <a:pt x="8773" y="1876"/>
                  </a:cubicBezTo>
                  <a:close/>
                  <a:moveTo>
                    <a:pt x="1919" y="3287"/>
                  </a:moveTo>
                  <a:cubicBezTo>
                    <a:pt x="2198" y="3287"/>
                    <a:pt x="2524" y="3339"/>
                    <a:pt x="2760" y="3528"/>
                  </a:cubicBezTo>
                  <a:cubicBezTo>
                    <a:pt x="2626" y="3764"/>
                    <a:pt x="2521" y="4014"/>
                    <a:pt x="2454" y="4277"/>
                  </a:cubicBezTo>
                  <a:cubicBezTo>
                    <a:pt x="1920" y="4221"/>
                    <a:pt x="1498" y="3673"/>
                    <a:pt x="1297" y="3360"/>
                  </a:cubicBezTo>
                  <a:lnTo>
                    <a:pt x="1294" y="3360"/>
                  </a:lnTo>
                  <a:cubicBezTo>
                    <a:pt x="1445" y="3328"/>
                    <a:pt x="1600" y="3303"/>
                    <a:pt x="1754" y="3293"/>
                  </a:cubicBezTo>
                  <a:cubicBezTo>
                    <a:pt x="1806" y="3289"/>
                    <a:pt x="1861" y="3287"/>
                    <a:pt x="1919" y="3287"/>
                  </a:cubicBezTo>
                  <a:close/>
                  <a:moveTo>
                    <a:pt x="9134" y="3289"/>
                  </a:moveTo>
                  <a:cubicBezTo>
                    <a:pt x="9374" y="3289"/>
                    <a:pt x="9602" y="3327"/>
                    <a:pt x="9765" y="3363"/>
                  </a:cubicBezTo>
                  <a:cubicBezTo>
                    <a:pt x="9680" y="3493"/>
                    <a:pt x="9589" y="3616"/>
                    <a:pt x="9487" y="3732"/>
                  </a:cubicBezTo>
                  <a:cubicBezTo>
                    <a:pt x="9283" y="3968"/>
                    <a:pt x="8970" y="4239"/>
                    <a:pt x="8608" y="4277"/>
                  </a:cubicBezTo>
                  <a:cubicBezTo>
                    <a:pt x="8538" y="4017"/>
                    <a:pt x="8432" y="3768"/>
                    <a:pt x="8298" y="3532"/>
                  </a:cubicBezTo>
                  <a:cubicBezTo>
                    <a:pt x="8527" y="3346"/>
                    <a:pt x="8839" y="3289"/>
                    <a:pt x="9134" y="3289"/>
                  </a:cubicBezTo>
                  <a:close/>
                  <a:moveTo>
                    <a:pt x="2098" y="4674"/>
                  </a:moveTo>
                  <a:cubicBezTo>
                    <a:pt x="2188" y="4674"/>
                    <a:pt x="2276" y="4685"/>
                    <a:pt x="2363" y="4710"/>
                  </a:cubicBezTo>
                  <a:cubicBezTo>
                    <a:pt x="2331" y="4977"/>
                    <a:pt x="2331" y="5248"/>
                    <a:pt x="2363" y="5519"/>
                  </a:cubicBezTo>
                  <a:cubicBezTo>
                    <a:pt x="2275" y="5545"/>
                    <a:pt x="2186" y="5556"/>
                    <a:pt x="2095" y="5556"/>
                  </a:cubicBezTo>
                  <a:cubicBezTo>
                    <a:pt x="1656" y="5556"/>
                    <a:pt x="1199" y="5289"/>
                    <a:pt x="946" y="5114"/>
                  </a:cubicBezTo>
                  <a:cubicBezTo>
                    <a:pt x="1200" y="4939"/>
                    <a:pt x="1658" y="4674"/>
                    <a:pt x="2098" y="4674"/>
                  </a:cubicBezTo>
                  <a:close/>
                  <a:moveTo>
                    <a:pt x="8964" y="4676"/>
                  </a:moveTo>
                  <a:cubicBezTo>
                    <a:pt x="9403" y="4676"/>
                    <a:pt x="9859" y="4943"/>
                    <a:pt x="10113" y="5118"/>
                  </a:cubicBezTo>
                  <a:cubicBezTo>
                    <a:pt x="9986" y="5206"/>
                    <a:pt x="9853" y="5283"/>
                    <a:pt x="9716" y="5354"/>
                  </a:cubicBezTo>
                  <a:cubicBezTo>
                    <a:pt x="9506" y="5457"/>
                    <a:pt x="9233" y="5558"/>
                    <a:pt x="8960" y="5558"/>
                  </a:cubicBezTo>
                  <a:cubicBezTo>
                    <a:pt x="8871" y="5558"/>
                    <a:pt x="8782" y="5547"/>
                    <a:pt x="8696" y="5522"/>
                  </a:cubicBezTo>
                  <a:cubicBezTo>
                    <a:pt x="8731" y="5252"/>
                    <a:pt x="8731" y="4981"/>
                    <a:pt x="8696" y="4714"/>
                  </a:cubicBezTo>
                  <a:cubicBezTo>
                    <a:pt x="8783" y="4688"/>
                    <a:pt x="8873" y="4676"/>
                    <a:pt x="8964" y="4676"/>
                  </a:cubicBezTo>
                  <a:close/>
                  <a:moveTo>
                    <a:pt x="8608" y="5955"/>
                  </a:moveTo>
                  <a:cubicBezTo>
                    <a:pt x="9139" y="6011"/>
                    <a:pt x="9564" y="6556"/>
                    <a:pt x="9765" y="6869"/>
                  </a:cubicBezTo>
                  <a:lnTo>
                    <a:pt x="9765" y="6873"/>
                  </a:lnTo>
                  <a:cubicBezTo>
                    <a:pt x="9614" y="6904"/>
                    <a:pt x="9459" y="6925"/>
                    <a:pt x="9308" y="6936"/>
                  </a:cubicBezTo>
                  <a:cubicBezTo>
                    <a:pt x="9255" y="6939"/>
                    <a:pt x="9199" y="6942"/>
                    <a:pt x="9142" y="6942"/>
                  </a:cubicBezTo>
                  <a:cubicBezTo>
                    <a:pt x="8861" y="6942"/>
                    <a:pt x="8535" y="6890"/>
                    <a:pt x="8298" y="6700"/>
                  </a:cubicBezTo>
                  <a:cubicBezTo>
                    <a:pt x="8432" y="6465"/>
                    <a:pt x="8538" y="6215"/>
                    <a:pt x="8608" y="5955"/>
                  </a:cubicBezTo>
                  <a:close/>
                  <a:moveTo>
                    <a:pt x="2451" y="5951"/>
                  </a:moveTo>
                  <a:cubicBezTo>
                    <a:pt x="2524" y="6212"/>
                    <a:pt x="2626" y="6465"/>
                    <a:pt x="2764" y="6700"/>
                  </a:cubicBezTo>
                  <a:cubicBezTo>
                    <a:pt x="2532" y="6885"/>
                    <a:pt x="2218" y="6942"/>
                    <a:pt x="1923" y="6942"/>
                  </a:cubicBezTo>
                  <a:cubicBezTo>
                    <a:pt x="1685" y="6942"/>
                    <a:pt x="1459" y="6905"/>
                    <a:pt x="1297" y="6869"/>
                  </a:cubicBezTo>
                  <a:lnTo>
                    <a:pt x="1294" y="6869"/>
                  </a:lnTo>
                  <a:cubicBezTo>
                    <a:pt x="1378" y="6739"/>
                    <a:pt x="1473" y="6612"/>
                    <a:pt x="1572" y="6496"/>
                  </a:cubicBezTo>
                  <a:cubicBezTo>
                    <a:pt x="1779" y="6264"/>
                    <a:pt x="2088" y="5990"/>
                    <a:pt x="2451" y="5951"/>
                  </a:cubicBezTo>
                  <a:close/>
                  <a:moveTo>
                    <a:pt x="5526" y="2326"/>
                  </a:moveTo>
                  <a:cubicBezTo>
                    <a:pt x="6254" y="2326"/>
                    <a:pt x="6969" y="2610"/>
                    <a:pt x="7504" y="3145"/>
                  </a:cubicBezTo>
                  <a:cubicBezTo>
                    <a:pt x="8302" y="3943"/>
                    <a:pt x="8541" y="5143"/>
                    <a:pt x="8109" y="6187"/>
                  </a:cubicBezTo>
                  <a:cubicBezTo>
                    <a:pt x="7676" y="7228"/>
                    <a:pt x="6660" y="7910"/>
                    <a:pt x="5531" y="7910"/>
                  </a:cubicBezTo>
                  <a:cubicBezTo>
                    <a:pt x="3988" y="7906"/>
                    <a:pt x="2740" y="6659"/>
                    <a:pt x="2739" y="5116"/>
                  </a:cubicBezTo>
                  <a:lnTo>
                    <a:pt x="2739" y="5116"/>
                  </a:lnTo>
                  <a:cubicBezTo>
                    <a:pt x="2740" y="3988"/>
                    <a:pt x="3418" y="2969"/>
                    <a:pt x="4462" y="2537"/>
                  </a:cubicBezTo>
                  <a:cubicBezTo>
                    <a:pt x="4807" y="2395"/>
                    <a:pt x="5168" y="2326"/>
                    <a:pt x="5526" y="2326"/>
                  </a:cubicBezTo>
                  <a:close/>
                  <a:moveTo>
                    <a:pt x="3006" y="7066"/>
                  </a:moveTo>
                  <a:cubicBezTo>
                    <a:pt x="3172" y="7281"/>
                    <a:pt x="3365" y="7470"/>
                    <a:pt x="3579" y="7636"/>
                  </a:cubicBezTo>
                  <a:cubicBezTo>
                    <a:pt x="3323" y="8107"/>
                    <a:pt x="2655" y="8290"/>
                    <a:pt x="2289" y="8357"/>
                  </a:cubicBezTo>
                  <a:cubicBezTo>
                    <a:pt x="2317" y="8202"/>
                    <a:pt x="2356" y="8054"/>
                    <a:pt x="2405" y="7906"/>
                  </a:cubicBezTo>
                  <a:cubicBezTo>
                    <a:pt x="2503" y="7611"/>
                    <a:pt x="2686" y="7242"/>
                    <a:pt x="3006" y="7066"/>
                  </a:cubicBezTo>
                  <a:close/>
                  <a:moveTo>
                    <a:pt x="8052" y="7070"/>
                  </a:moveTo>
                  <a:cubicBezTo>
                    <a:pt x="8524" y="7323"/>
                    <a:pt x="8706" y="7991"/>
                    <a:pt x="8773" y="8360"/>
                  </a:cubicBezTo>
                  <a:cubicBezTo>
                    <a:pt x="8618" y="8332"/>
                    <a:pt x="8467" y="8293"/>
                    <a:pt x="8323" y="8241"/>
                  </a:cubicBezTo>
                  <a:lnTo>
                    <a:pt x="8323" y="8244"/>
                  </a:lnTo>
                  <a:cubicBezTo>
                    <a:pt x="8028" y="8146"/>
                    <a:pt x="7658" y="7959"/>
                    <a:pt x="7483" y="7639"/>
                  </a:cubicBezTo>
                  <a:cubicBezTo>
                    <a:pt x="7697" y="7474"/>
                    <a:pt x="7887" y="7284"/>
                    <a:pt x="8052" y="7070"/>
                  </a:cubicBezTo>
                  <a:close/>
                  <a:moveTo>
                    <a:pt x="3945" y="7882"/>
                  </a:moveTo>
                  <a:cubicBezTo>
                    <a:pt x="4181" y="8019"/>
                    <a:pt x="4430" y="8121"/>
                    <a:pt x="4694" y="8195"/>
                  </a:cubicBezTo>
                  <a:cubicBezTo>
                    <a:pt x="4638" y="8726"/>
                    <a:pt x="4089" y="9148"/>
                    <a:pt x="3776" y="9352"/>
                  </a:cubicBezTo>
                  <a:lnTo>
                    <a:pt x="3776" y="9348"/>
                  </a:lnTo>
                  <a:cubicBezTo>
                    <a:pt x="3699" y="8986"/>
                    <a:pt x="3611" y="8297"/>
                    <a:pt x="3945" y="7882"/>
                  </a:cubicBezTo>
                  <a:close/>
                  <a:moveTo>
                    <a:pt x="7113" y="7885"/>
                  </a:moveTo>
                  <a:cubicBezTo>
                    <a:pt x="7451" y="8300"/>
                    <a:pt x="7363" y="8986"/>
                    <a:pt x="7286" y="9352"/>
                  </a:cubicBezTo>
                  <a:lnTo>
                    <a:pt x="7282" y="9352"/>
                  </a:lnTo>
                  <a:cubicBezTo>
                    <a:pt x="7156" y="9267"/>
                    <a:pt x="7029" y="9176"/>
                    <a:pt x="6913" y="9074"/>
                  </a:cubicBezTo>
                  <a:cubicBezTo>
                    <a:pt x="6681" y="8870"/>
                    <a:pt x="6407" y="8561"/>
                    <a:pt x="6368" y="8195"/>
                  </a:cubicBezTo>
                  <a:cubicBezTo>
                    <a:pt x="6628" y="8124"/>
                    <a:pt x="6881" y="8019"/>
                    <a:pt x="7113" y="7885"/>
                  </a:cubicBezTo>
                  <a:close/>
                  <a:moveTo>
                    <a:pt x="5127" y="8279"/>
                  </a:moveTo>
                  <a:cubicBezTo>
                    <a:pt x="5260" y="8297"/>
                    <a:pt x="5395" y="8306"/>
                    <a:pt x="5530" y="8306"/>
                  </a:cubicBezTo>
                  <a:cubicBezTo>
                    <a:pt x="5665" y="8306"/>
                    <a:pt x="5800" y="8297"/>
                    <a:pt x="5935" y="8279"/>
                  </a:cubicBezTo>
                  <a:lnTo>
                    <a:pt x="5935" y="8279"/>
                  </a:lnTo>
                  <a:cubicBezTo>
                    <a:pt x="6083" y="8789"/>
                    <a:pt x="5742" y="9390"/>
                    <a:pt x="5531" y="9696"/>
                  </a:cubicBezTo>
                  <a:cubicBezTo>
                    <a:pt x="5440" y="9570"/>
                    <a:pt x="5362" y="9436"/>
                    <a:pt x="5292" y="9299"/>
                  </a:cubicBezTo>
                  <a:cubicBezTo>
                    <a:pt x="5158" y="9025"/>
                    <a:pt x="5025" y="8631"/>
                    <a:pt x="5127" y="8283"/>
                  </a:cubicBezTo>
                  <a:lnTo>
                    <a:pt x="5127" y="8279"/>
                  </a:lnTo>
                  <a:close/>
                  <a:moveTo>
                    <a:pt x="583" y="9271"/>
                  </a:moveTo>
                  <a:lnTo>
                    <a:pt x="583" y="9271"/>
                  </a:lnTo>
                  <a:cubicBezTo>
                    <a:pt x="2110" y="9672"/>
                    <a:pt x="3087" y="10393"/>
                    <a:pt x="3653" y="10945"/>
                  </a:cubicBezTo>
                  <a:cubicBezTo>
                    <a:pt x="3924" y="11208"/>
                    <a:pt x="4167" y="11500"/>
                    <a:pt x="4374" y="11820"/>
                  </a:cubicBezTo>
                  <a:cubicBezTo>
                    <a:pt x="2771" y="11497"/>
                    <a:pt x="1804" y="10776"/>
                    <a:pt x="1262" y="10210"/>
                  </a:cubicBezTo>
                  <a:cubicBezTo>
                    <a:pt x="991" y="9928"/>
                    <a:pt x="763" y="9615"/>
                    <a:pt x="583" y="9271"/>
                  </a:cubicBezTo>
                  <a:close/>
                  <a:moveTo>
                    <a:pt x="10479" y="9271"/>
                  </a:moveTo>
                  <a:cubicBezTo>
                    <a:pt x="10296" y="9612"/>
                    <a:pt x="10067" y="9928"/>
                    <a:pt x="9800" y="10210"/>
                  </a:cubicBezTo>
                  <a:cubicBezTo>
                    <a:pt x="9258" y="10779"/>
                    <a:pt x="8291" y="11497"/>
                    <a:pt x="6684" y="11820"/>
                  </a:cubicBezTo>
                  <a:cubicBezTo>
                    <a:pt x="7092" y="11191"/>
                    <a:pt x="8186" y="9872"/>
                    <a:pt x="10479" y="9271"/>
                  </a:cubicBezTo>
                  <a:close/>
                  <a:moveTo>
                    <a:pt x="5529" y="1"/>
                  </a:moveTo>
                  <a:cubicBezTo>
                    <a:pt x="5473" y="1"/>
                    <a:pt x="5417" y="24"/>
                    <a:pt x="5376" y="72"/>
                  </a:cubicBezTo>
                  <a:cubicBezTo>
                    <a:pt x="5352" y="100"/>
                    <a:pt x="4923" y="606"/>
                    <a:pt x="4754" y="1222"/>
                  </a:cubicBezTo>
                  <a:cubicBezTo>
                    <a:pt x="4364" y="715"/>
                    <a:pt x="3776" y="416"/>
                    <a:pt x="3738" y="395"/>
                  </a:cubicBezTo>
                  <a:cubicBezTo>
                    <a:pt x="3709" y="381"/>
                    <a:pt x="3679" y="375"/>
                    <a:pt x="3649" y="375"/>
                  </a:cubicBezTo>
                  <a:cubicBezTo>
                    <a:pt x="3566" y="375"/>
                    <a:pt x="3488" y="426"/>
                    <a:pt x="3460" y="511"/>
                  </a:cubicBezTo>
                  <a:cubicBezTo>
                    <a:pt x="3446" y="550"/>
                    <a:pt x="3242" y="1179"/>
                    <a:pt x="3323" y="1812"/>
                  </a:cubicBezTo>
                  <a:cubicBezTo>
                    <a:pt x="2771" y="1496"/>
                    <a:pt x="2110" y="1443"/>
                    <a:pt x="2067" y="1440"/>
                  </a:cubicBezTo>
                  <a:cubicBezTo>
                    <a:pt x="2063" y="1439"/>
                    <a:pt x="2060" y="1439"/>
                    <a:pt x="2056" y="1439"/>
                  </a:cubicBezTo>
                  <a:cubicBezTo>
                    <a:pt x="1941" y="1439"/>
                    <a:pt x="1846" y="1539"/>
                    <a:pt x="1853" y="1654"/>
                  </a:cubicBezTo>
                  <a:cubicBezTo>
                    <a:pt x="1856" y="1696"/>
                    <a:pt x="1909" y="2358"/>
                    <a:pt x="2226" y="2910"/>
                  </a:cubicBezTo>
                  <a:cubicBezTo>
                    <a:pt x="2122" y="2896"/>
                    <a:pt x="2018" y="2891"/>
                    <a:pt x="1917" y="2891"/>
                  </a:cubicBezTo>
                  <a:cubicBezTo>
                    <a:pt x="1404" y="2891"/>
                    <a:pt x="957" y="3035"/>
                    <a:pt x="924" y="3047"/>
                  </a:cubicBezTo>
                  <a:cubicBezTo>
                    <a:pt x="808" y="3082"/>
                    <a:pt x="756" y="3216"/>
                    <a:pt x="808" y="3325"/>
                  </a:cubicBezTo>
                  <a:cubicBezTo>
                    <a:pt x="830" y="3360"/>
                    <a:pt x="1128" y="3950"/>
                    <a:pt x="1635" y="4341"/>
                  </a:cubicBezTo>
                  <a:cubicBezTo>
                    <a:pt x="1019" y="4510"/>
                    <a:pt x="513" y="4939"/>
                    <a:pt x="485" y="4963"/>
                  </a:cubicBezTo>
                  <a:cubicBezTo>
                    <a:pt x="390" y="5044"/>
                    <a:pt x="390" y="5188"/>
                    <a:pt x="485" y="5266"/>
                  </a:cubicBezTo>
                  <a:cubicBezTo>
                    <a:pt x="513" y="5294"/>
                    <a:pt x="1019" y="5723"/>
                    <a:pt x="1635" y="5892"/>
                  </a:cubicBezTo>
                  <a:cubicBezTo>
                    <a:pt x="1128" y="6278"/>
                    <a:pt x="830" y="6869"/>
                    <a:pt x="808" y="6908"/>
                  </a:cubicBezTo>
                  <a:cubicBezTo>
                    <a:pt x="756" y="7013"/>
                    <a:pt x="808" y="7147"/>
                    <a:pt x="924" y="7186"/>
                  </a:cubicBezTo>
                  <a:cubicBezTo>
                    <a:pt x="1248" y="7284"/>
                    <a:pt x="1582" y="7337"/>
                    <a:pt x="1916" y="7340"/>
                  </a:cubicBezTo>
                  <a:cubicBezTo>
                    <a:pt x="2022" y="7340"/>
                    <a:pt x="2124" y="7333"/>
                    <a:pt x="2226" y="7323"/>
                  </a:cubicBezTo>
                  <a:lnTo>
                    <a:pt x="2226" y="7323"/>
                  </a:lnTo>
                  <a:cubicBezTo>
                    <a:pt x="1909" y="7875"/>
                    <a:pt x="1856" y="8532"/>
                    <a:pt x="1853" y="8575"/>
                  </a:cubicBezTo>
                  <a:cubicBezTo>
                    <a:pt x="1842" y="8691"/>
                    <a:pt x="1937" y="8789"/>
                    <a:pt x="2053" y="8789"/>
                  </a:cubicBezTo>
                  <a:lnTo>
                    <a:pt x="2067" y="8789"/>
                  </a:lnTo>
                  <a:cubicBezTo>
                    <a:pt x="2106" y="8789"/>
                    <a:pt x="2771" y="8733"/>
                    <a:pt x="3319" y="8416"/>
                  </a:cubicBezTo>
                  <a:lnTo>
                    <a:pt x="3319" y="8416"/>
                  </a:lnTo>
                  <a:cubicBezTo>
                    <a:pt x="3238" y="9049"/>
                    <a:pt x="3442" y="9679"/>
                    <a:pt x="3456" y="9717"/>
                  </a:cubicBezTo>
                  <a:cubicBezTo>
                    <a:pt x="3485" y="9803"/>
                    <a:pt x="3564" y="9855"/>
                    <a:pt x="3647" y="9855"/>
                  </a:cubicBezTo>
                  <a:cubicBezTo>
                    <a:pt x="3678" y="9855"/>
                    <a:pt x="3709" y="9848"/>
                    <a:pt x="3738" y="9833"/>
                  </a:cubicBezTo>
                  <a:cubicBezTo>
                    <a:pt x="3773" y="9816"/>
                    <a:pt x="4364" y="9513"/>
                    <a:pt x="4754" y="9011"/>
                  </a:cubicBezTo>
                  <a:cubicBezTo>
                    <a:pt x="4891" y="9517"/>
                    <a:pt x="5204" y="9946"/>
                    <a:pt x="5327" y="10101"/>
                  </a:cubicBezTo>
                  <a:lnTo>
                    <a:pt x="5327" y="12439"/>
                  </a:lnTo>
                  <a:cubicBezTo>
                    <a:pt x="5151" y="12228"/>
                    <a:pt x="4982" y="12038"/>
                    <a:pt x="4919" y="11975"/>
                  </a:cubicBezTo>
                  <a:cubicBezTo>
                    <a:pt x="4856" y="11834"/>
                    <a:pt x="4575" y="11289"/>
                    <a:pt x="3949" y="10674"/>
                  </a:cubicBezTo>
                  <a:cubicBezTo>
                    <a:pt x="3298" y="10030"/>
                    <a:pt x="2131" y="9183"/>
                    <a:pt x="274" y="8786"/>
                  </a:cubicBezTo>
                  <a:cubicBezTo>
                    <a:pt x="260" y="8783"/>
                    <a:pt x="246" y="8781"/>
                    <a:pt x="232" y="8781"/>
                  </a:cubicBezTo>
                  <a:cubicBezTo>
                    <a:pt x="103" y="8781"/>
                    <a:pt x="1" y="8909"/>
                    <a:pt x="42" y="9042"/>
                  </a:cubicBezTo>
                  <a:cubicBezTo>
                    <a:pt x="52" y="9070"/>
                    <a:pt x="263" y="9731"/>
                    <a:pt x="953" y="10466"/>
                  </a:cubicBezTo>
                  <a:cubicBezTo>
                    <a:pt x="1572" y="11124"/>
                    <a:pt x="2714" y="11971"/>
                    <a:pt x="4652" y="12274"/>
                  </a:cubicBezTo>
                  <a:cubicBezTo>
                    <a:pt x="4786" y="12415"/>
                    <a:pt x="5155" y="12833"/>
                    <a:pt x="5327" y="13104"/>
                  </a:cubicBezTo>
                  <a:lnTo>
                    <a:pt x="5327" y="13448"/>
                  </a:lnTo>
                  <a:cubicBezTo>
                    <a:pt x="5327" y="13582"/>
                    <a:pt x="5427" y="13649"/>
                    <a:pt x="5528" y="13649"/>
                  </a:cubicBezTo>
                  <a:cubicBezTo>
                    <a:pt x="5628" y="13649"/>
                    <a:pt x="5728" y="13582"/>
                    <a:pt x="5728" y="13448"/>
                  </a:cubicBezTo>
                  <a:lnTo>
                    <a:pt x="5728" y="13104"/>
                  </a:lnTo>
                  <a:cubicBezTo>
                    <a:pt x="5897" y="12833"/>
                    <a:pt x="6273" y="12415"/>
                    <a:pt x="6403" y="12274"/>
                  </a:cubicBezTo>
                  <a:cubicBezTo>
                    <a:pt x="8341" y="11971"/>
                    <a:pt x="9484" y="11128"/>
                    <a:pt x="10102" y="10466"/>
                  </a:cubicBezTo>
                  <a:cubicBezTo>
                    <a:pt x="10792" y="9731"/>
                    <a:pt x="11003" y="9070"/>
                    <a:pt x="11013" y="9042"/>
                  </a:cubicBezTo>
                  <a:cubicBezTo>
                    <a:pt x="11034" y="8975"/>
                    <a:pt x="11017" y="8902"/>
                    <a:pt x="10971" y="8849"/>
                  </a:cubicBezTo>
                  <a:cubicBezTo>
                    <a:pt x="10934" y="8806"/>
                    <a:pt x="10878" y="8782"/>
                    <a:pt x="10821" y="8782"/>
                  </a:cubicBezTo>
                  <a:cubicBezTo>
                    <a:pt x="10807" y="8782"/>
                    <a:pt x="10794" y="8783"/>
                    <a:pt x="10781" y="8786"/>
                  </a:cubicBezTo>
                  <a:cubicBezTo>
                    <a:pt x="8924" y="9183"/>
                    <a:pt x="7760" y="10030"/>
                    <a:pt x="7110" y="10674"/>
                  </a:cubicBezTo>
                  <a:cubicBezTo>
                    <a:pt x="6484" y="11289"/>
                    <a:pt x="6203" y="11834"/>
                    <a:pt x="6136" y="11975"/>
                  </a:cubicBezTo>
                  <a:cubicBezTo>
                    <a:pt x="6076" y="12038"/>
                    <a:pt x="5904" y="12228"/>
                    <a:pt x="5731" y="12439"/>
                  </a:cubicBezTo>
                  <a:lnTo>
                    <a:pt x="5731" y="10101"/>
                  </a:lnTo>
                  <a:cubicBezTo>
                    <a:pt x="5851" y="9946"/>
                    <a:pt x="6168" y="9517"/>
                    <a:pt x="6305" y="9011"/>
                  </a:cubicBezTo>
                  <a:cubicBezTo>
                    <a:pt x="6695" y="9513"/>
                    <a:pt x="7286" y="9816"/>
                    <a:pt x="7321" y="9833"/>
                  </a:cubicBezTo>
                  <a:cubicBezTo>
                    <a:pt x="7350" y="9848"/>
                    <a:pt x="7381" y="9855"/>
                    <a:pt x="7411" y="9855"/>
                  </a:cubicBezTo>
                  <a:cubicBezTo>
                    <a:pt x="7494" y="9855"/>
                    <a:pt x="7574" y="9803"/>
                    <a:pt x="7602" y="9717"/>
                  </a:cubicBezTo>
                  <a:cubicBezTo>
                    <a:pt x="7613" y="9679"/>
                    <a:pt x="7817" y="9049"/>
                    <a:pt x="7736" y="8416"/>
                  </a:cubicBezTo>
                  <a:lnTo>
                    <a:pt x="7736" y="8416"/>
                  </a:lnTo>
                  <a:cubicBezTo>
                    <a:pt x="8291" y="8733"/>
                    <a:pt x="8949" y="8789"/>
                    <a:pt x="8991" y="8789"/>
                  </a:cubicBezTo>
                  <a:lnTo>
                    <a:pt x="9005" y="8789"/>
                  </a:lnTo>
                  <a:cubicBezTo>
                    <a:pt x="9121" y="8789"/>
                    <a:pt x="9213" y="8691"/>
                    <a:pt x="9206" y="8575"/>
                  </a:cubicBezTo>
                  <a:cubicBezTo>
                    <a:pt x="9202" y="8536"/>
                    <a:pt x="9149" y="7871"/>
                    <a:pt x="8833" y="7323"/>
                  </a:cubicBezTo>
                  <a:lnTo>
                    <a:pt x="8833" y="7323"/>
                  </a:lnTo>
                  <a:cubicBezTo>
                    <a:pt x="8935" y="7333"/>
                    <a:pt x="9037" y="7340"/>
                    <a:pt x="9139" y="7340"/>
                  </a:cubicBezTo>
                  <a:cubicBezTo>
                    <a:pt x="9476" y="7337"/>
                    <a:pt x="9811" y="7284"/>
                    <a:pt x="10131" y="7186"/>
                  </a:cubicBezTo>
                  <a:cubicBezTo>
                    <a:pt x="10247" y="7147"/>
                    <a:pt x="10303" y="7013"/>
                    <a:pt x="10247" y="6908"/>
                  </a:cubicBezTo>
                  <a:cubicBezTo>
                    <a:pt x="10229" y="6869"/>
                    <a:pt x="9927" y="6278"/>
                    <a:pt x="9424" y="5892"/>
                  </a:cubicBezTo>
                  <a:cubicBezTo>
                    <a:pt x="10039" y="5723"/>
                    <a:pt x="10542" y="5294"/>
                    <a:pt x="10574" y="5266"/>
                  </a:cubicBezTo>
                  <a:cubicBezTo>
                    <a:pt x="10665" y="5188"/>
                    <a:pt x="10665" y="5044"/>
                    <a:pt x="10574" y="4963"/>
                  </a:cubicBezTo>
                  <a:cubicBezTo>
                    <a:pt x="10542" y="4939"/>
                    <a:pt x="10039" y="4506"/>
                    <a:pt x="9424" y="4341"/>
                  </a:cubicBezTo>
                  <a:cubicBezTo>
                    <a:pt x="9927" y="3950"/>
                    <a:pt x="10229" y="3360"/>
                    <a:pt x="10247" y="3325"/>
                  </a:cubicBezTo>
                  <a:cubicBezTo>
                    <a:pt x="10303" y="3216"/>
                    <a:pt x="10247" y="3082"/>
                    <a:pt x="10131" y="3047"/>
                  </a:cubicBezTo>
                  <a:cubicBezTo>
                    <a:pt x="10098" y="3035"/>
                    <a:pt x="9654" y="2891"/>
                    <a:pt x="9139" y="2891"/>
                  </a:cubicBezTo>
                  <a:cubicBezTo>
                    <a:pt x="9038" y="2891"/>
                    <a:pt x="8934" y="2896"/>
                    <a:pt x="8829" y="2910"/>
                  </a:cubicBezTo>
                  <a:cubicBezTo>
                    <a:pt x="9146" y="2358"/>
                    <a:pt x="9199" y="1696"/>
                    <a:pt x="9202" y="1654"/>
                  </a:cubicBezTo>
                  <a:cubicBezTo>
                    <a:pt x="9212" y="1539"/>
                    <a:pt x="9117" y="1439"/>
                    <a:pt x="9000" y="1439"/>
                  </a:cubicBezTo>
                  <a:cubicBezTo>
                    <a:pt x="8996" y="1439"/>
                    <a:pt x="8992" y="1439"/>
                    <a:pt x="8988" y="1440"/>
                  </a:cubicBezTo>
                  <a:cubicBezTo>
                    <a:pt x="8949" y="1443"/>
                    <a:pt x="8284" y="1496"/>
                    <a:pt x="7736" y="1812"/>
                  </a:cubicBezTo>
                  <a:cubicBezTo>
                    <a:pt x="7817" y="1179"/>
                    <a:pt x="7613" y="550"/>
                    <a:pt x="7599" y="511"/>
                  </a:cubicBezTo>
                  <a:cubicBezTo>
                    <a:pt x="7570" y="426"/>
                    <a:pt x="7492" y="375"/>
                    <a:pt x="7410" y="375"/>
                  </a:cubicBezTo>
                  <a:cubicBezTo>
                    <a:pt x="7380" y="375"/>
                    <a:pt x="7350" y="381"/>
                    <a:pt x="7321" y="395"/>
                  </a:cubicBezTo>
                  <a:cubicBezTo>
                    <a:pt x="7282" y="416"/>
                    <a:pt x="6691" y="715"/>
                    <a:pt x="6305" y="1222"/>
                  </a:cubicBezTo>
                  <a:cubicBezTo>
                    <a:pt x="6136" y="606"/>
                    <a:pt x="5707" y="100"/>
                    <a:pt x="5679" y="72"/>
                  </a:cubicBezTo>
                  <a:cubicBezTo>
                    <a:pt x="5640" y="24"/>
                    <a:pt x="5585" y="1"/>
                    <a:pt x="55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15" name="Google Shape;21015;p90"/>
          <p:cNvGrpSpPr/>
          <p:nvPr/>
        </p:nvGrpSpPr>
        <p:grpSpPr>
          <a:xfrm>
            <a:off x="3579459" y="2409886"/>
            <a:ext cx="385717" cy="374288"/>
            <a:chOff x="3579459" y="2409886"/>
            <a:chExt cx="385717" cy="374288"/>
          </a:xfrm>
        </p:grpSpPr>
        <p:sp>
          <p:nvSpPr>
            <p:cNvPr id="21016" name="Google Shape;21016;p90"/>
            <p:cNvSpPr/>
            <p:nvPr/>
          </p:nvSpPr>
          <p:spPr>
            <a:xfrm>
              <a:off x="3800667" y="2551486"/>
              <a:ext cx="164510" cy="218507"/>
            </a:xfrm>
            <a:custGeom>
              <a:rect b="b" l="l" r="r" t="t"/>
              <a:pathLst>
                <a:path extrusionOk="0" h="8336" w="6276">
                  <a:moveTo>
                    <a:pt x="2287" y="1"/>
                  </a:moveTo>
                  <a:cubicBezTo>
                    <a:pt x="2051" y="1"/>
                    <a:pt x="1820" y="27"/>
                    <a:pt x="1604" y="78"/>
                  </a:cubicBezTo>
                  <a:lnTo>
                    <a:pt x="1" y="5757"/>
                  </a:lnTo>
                  <a:lnTo>
                    <a:pt x="412" y="7287"/>
                  </a:lnTo>
                  <a:cubicBezTo>
                    <a:pt x="1366" y="8188"/>
                    <a:pt x="2068" y="8240"/>
                    <a:pt x="2218" y="8240"/>
                  </a:cubicBezTo>
                  <a:cubicBezTo>
                    <a:pt x="2237" y="8240"/>
                    <a:pt x="2248" y="8240"/>
                    <a:pt x="2248" y="8240"/>
                  </a:cubicBezTo>
                  <a:cubicBezTo>
                    <a:pt x="2488" y="8305"/>
                    <a:pt x="2716" y="8336"/>
                    <a:pt x="2931" y="8336"/>
                  </a:cubicBezTo>
                  <a:cubicBezTo>
                    <a:pt x="5492" y="8336"/>
                    <a:pt x="6275" y="3972"/>
                    <a:pt x="4955" y="1484"/>
                  </a:cubicBezTo>
                  <a:cubicBezTo>
                    <a:pt x="4422" y="478"/>
                    <a:pt x="3301" y="1"/>
                    <a:pt x="2287"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7" name="Google Shape;21017;p90"/>
            <p:cNvSpPr/>
            <p:nvPr/>
          </p:nvSpPr>
          <p:spPr>
            <a:xfrm>
              <a:off x="3802869" y="2570149"/>
              <a:ext cx="142963" cy="176961"/>
            </a:xfrm>
            <a:custGeom>
              <a:rect b="b" l="l" r="r" t="t"/>
              <a:pathLst>
                <a:path extrusionOk="0" h="6751" w="5454">
                  <a:moveTo>
                    <a:pt x="2205" y="1"/>
                  </a:moveTo>
                  <a:cubicBezTo>
                    <a:pt x="1858" y="1"/>
                    <a:pt x="1501" y="57"/>
                    <a:pt x="1151" y="164"/>
                  </a:cubicBezTo>
                  <a:lnTo>
                    <a:pt x="1" y="6132"/>
                  </a:lnTo>
                  <a:cubicBezTo>
                    <a:pt x="784" y="6565"/>
                    <a:pt x="1464" y="6751"/>
                    <a:pt x="2047" y="6751"/>
                  </a:cubicBezTo>
                  <a:cubicBezTo>
                    <a:pt x="5090" y="6751"/>
                    <a:pt x="5453" y="1681"/>
                    <a:pt x="3735" y="460"/>
                  </a:cubicBezTo>
                  <a:cubicBezTo>
                    <a:pt x="3294" y="146"/>
                    <a:pt x="2762" y="1"/>
                    <a:pt x="220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8" name="Google Shape;21018;p90"/>
            <p:cNvSpPr/>
            <p:nvPr/>
          </p:nvSpPr>
          <p:spPr>
            <a:xfrm>
              <a:off x="3806565" y="2583046"/>
              <a:ext cx="115414" cy="132504"/>
            </a:xfrm>
            <a:custGeom>
              <a:rect b="b" l="l" r="r" t="t"/>
              <a:pathLst>
                <a:path extrusionOk="0" h="5055" w="4403">
                  <a:moveTo>
                    <a:pt x="1227" y="0"/>
                  </a:moveTo>
                  <a:cubicBezTo>
                    <a:pt x="1133" y="0"/>
                    <a:pt x="1038" y="3"/>
                    <a:pt x="943" y="10"/>
                  </a:cubicBezTo>
                  <a:lnTo>
                    <a:pt x="1" y="4908"/>
                  </a:lnTo>
                  <a:cubicBezTo>
                    <a:pt x="391" y="5009"/>
                    <a:pt x="749" y="5055"/>
                    <a:pt x="1076" y="5055"/>
                  </a:cubicBezTo>
                  <a:cubicBezTo>
                    <a:pt x="4046" y="5055"/>
                    <a:pt x="4402" y="1259"/>
                    <a:pt x="2729" y="344"/>
                  </a:cubicBezTo>
                  <a:cubicBezTo>
                    <a:pt x="2294" y="107"/>
                    <a:pt x="1773" y="0"/>
                    <a:pt x="122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9" name="Google Shape;21019;p90"/>
            <p:cNvSpPr/>
            <p:nvPr/>
          </p:nvSpPr>
          <p:spPr>
            <a:xfrm>
              <a:off x="3585541" y="2415862"/>
              <a:ext cx="61311" cy="47995"/>
            </a:xfrm>
            <a:custGeom>
              <a:rect b="b" l="l" r="r" t="t"/>
              <a:pathLst>
                <a:path extrusionOk="0" h="1831" w="2339">
                  <a:moveTo>
                    <a:pt x="1300" y="1"/>
                  </a:moveTo>
                  <a:cubicBezTo>
                    <a:pt x="1127" y="1"/>
                    <a:pt x="951" y="46"/>
                    <a:pt x="788" y="164"/>
                  </a:cubicBezTo>
                  <a:cubicBezTo>
                    <a:pt x="0" y="737"/>
                    <a:pt x="844" y="1830"/>
                    <a:pt x="844" y="1830"/>
                  </a:cubicBezTo>
                  <a:lnTo>
                    <a:pt x="2339" y="424"/>
                  </a:lnTo>
                  <a:cubicBezTo>
                    <a:pt x="2339" y="424"/>
                    <a:pt x="1834" y="1"/>
                    <a:pt x="1300"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0" name="Google Shape;21020;p90"/>
            <p:cNvSpPr/>
            <p:nvPr/>
          </p:nvSpPr>
          <p:spPr>
            <a:xfrm>
              <a:off x="3579459" y="2424670"/>
              <a:ext cx="114785" cy="103435"/>
            </a:xfrm>
            <a:custGeom>
              <a:rect b="b" l="l" r="r" t="t"/>
              <a:pathLst>
                <a:path extrusionOk="0" h="3946" w="4379">
                  <a:moveTo>
                    <a:pt x="2809" y="0"/>
                  </a:moveTo>
                  <a:cubicBezTo>
                    <a:pt x="2456" y="0"/>
                    <a:pt x="2065" y="125"/>
                    <a:pt x="1663" y="471"/>
                  </a:cubicBezTo>
                  <a:cubicBezTo>
                    <a:pt x="0" y="1906"/>
                    <a:pt x="1551" y="3945"/>
                    <a:pt x="1551" y="3945"/>
                  </a:cubicBezTo>
                  <a:lnTo>
                    <a:pt x="4378" y="812"/>
                  </a:lnTo>
                  <a:cubicBezTo>
                    <a:pt x="4378" y="812"/>
                    <a:pt x="3713" y="0"/>
                    <a:pt x="280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1" name="Google Shape;21021;p90"/>
            <p:cNvSpPr/>
            <p:nvPr/>
          </p:nvSpPr>
          <p:spPr>
            <a:xfrm>
              <a:off x="3581478" y="2439873"/>
              <a:ext cx="64273" cy="88126"/>
            </a:xfrm>
            <a:custGeom>
              <a:rect b="b" l="l" r="r" t="t"/>
              <a:pathLst>
                <a:path extrusionOk="0" h="3362" w="2452">
                  <a:moveTo>
                    <a:pt x="1470" y="0"/>
                  </a:moveTo>
                  <a:lnTo>
                    <a:pt x="1470" y="0"/>
                  </a:lnTo>
                  <a:cubicBezTo>
                    <a:pt x="0" y="1424"/>
                    <a:pt x="1474" y="3362"/>
                    <a:pt x="1474" y="3362"/>
                  </a:cubicBezTo>
                  <a:lnTo>
                    <a:pt x="2451" y="2279"/>
                  </a:lnTo>
                  <a:lnTo>
                    <a:pt x="2047" y="1804"/>
                  </a:lnTo>
                  <a:cubicBezTo>
                    <a:pt x="1650" y="1375"/>
                    <a:pt x="1375" y="637"/>
                    <a:pt x="1470"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2" name="Google Shape;21022;p90"/>
            <p:cNvSpPr/>
            <p:nvPr/>
          </p:nvSpPr>
          <p:spPr>
            <a:xfrm>
              <a:off x="3582867" y="2442887"/>
              <a:ext cx="169700" cy="170932"/>
            </a:xfrm>
            <a:custGeom>
              <a:rect b="b" l="l" r="r" t="t"/>
              <a:pathLst>
                <a:path extrusionOk="0" h="6521" w="6474">
                  <a:moveTo>
                    <a:pt x="4565" y="1"/>
                  </a:moveTo>
                  <a:cubicBezTo>
                    <a:pt x="4405" y="1"/>
                    <a:pt x="4236" y="20"/>
                    <a:pt x="4058" y="64"/>
                  </a:cubicBezTo>
                  <a:cubicBezTo>
                    <a:pt x="3826" y="128"/>
                    <a:pt x="3605" y="226"/>
                    <a:pt x="3404" y="360"/>
                  </a:cubicBezTo>
                  <a:lnTo>
                    <a:pt x="3221" y="476"/>
                  </a:lnTo>
                  <a:cubicBezTo>
                    <a:pt x="2961" y="641"/>
                    <a:pt x="2718" y="838"/>
                    <a:pt x="2504" y="1060"/>
                  </a:cubicBezTo>
                  <a:lnTo>
                    <a:pt x="2497" y="1067"/>
                  </a:lnTo>
                  <a:cubicBezTo>
                    <a:pt x="0" y="3683"/>
                    <a:pt x="2156" y="6521"/>
                    <a:pt x="2156" y="6521"/>
                  </a:cubicBezTo>
                  <a:lnTo>
                    <a:pt x="6474" y="1098"/>
                  </a:lnTo>
                  <a:cubicBezTo>
                    <a:pt x="6474" y="1098"/>
                    <a:pt x="5768" y="1"/>
                    <a:pt x="4565"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3" name="Google Shape;21023;p90"/>
            <p:cNvSpPr/>
            <p:nvPr/>
          </p:nvSpPr>
          <p:spPr>
            <a:xfrm>
              <a:off x="3591622" y="2487239"/>
              <a:ext cx="93395" cy="126580"/>
            </a:xfrm>
            <a:custGeom>
              <a:rect b="b" l="l" r="r" t="t"/>
              <a:pathLst>
                <a:path extrusionOk="0" h="4829" w="3563">
                  <a:moveTo>
                    <a:pt x="1660" y="1"/>
                  </a:moveTo>
                  <a:lnTo>
                    <a:pt x="1660" y="1"/>
                  </a:lnTo>
                  <a:cubicBezTo>
                    <a:pt x="0" y="2427"/>
                    <a:pt x="1825" y="4829"/>
                    <a:pt x="1825" y="4829"/>
                  </a:cubicBezTo>
                  <a:lnTo>
                    <a:pt x="3562" y="2648"/>
                  </a:lnTo>
                  <a:lnTo>
                    <a:pt x="2476" y="2286"/>
                  </a:lnTo>
                  <a:cubicBezTo>
                    <a:pt x="1600" y="1692"/>
                    <a:pt x="1558" y="693"/>
                    <a:pt x="1660"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4" name="Google Shape;21024;p90"/>
            <p:cNvSpPr/>
            <p:nvPr/>
          </p:nvSpPr>
          <p:spPr>
            <a:xfrm>
              <a:off x="3618359" y="2468523"/>
              <a:ext cx="248573" cy="310068"/>
            </a:xfrm>
            <a:custGeom>
              <a:rect b="b" l="l" r="r" t="t"/>
              <a:pathLst>
                <a:path extrusionOk="0" h="11829" w="9483">
                  <a:moveTo>
                    <a:pt x="5346" y="1"/>
                  </a:moveTo>
                  <a:cubicBezTo>
                    <a:pt x="5124" y="1"/>
                    <a:pt x="4904" y="27"/>
                    <a:pt x="4691" y="82"/>
                  </a:cubicBezTo>
                  <a:cubicBezTo>
                    <a:pt x="4491" y="138"/>
                    <a:pt x="4297" y="219"/>
                    <a:pt x="4114" y="324"/>
                  </a:cubicBezTo>
                  <a:cubicBezTo>
                    <a:pt x="3443" y="693"/>
                    <a:pt x="2827" y="1158"/>
                    <a:pt x="2324" y="1738"/>
                  </a:cubicBezTo>
                  <a:cubicBezTo>
                    <a:pt x="876" y="3401"/>
                    <a:pt x="0" y="6017"/>
                    <a:pt x="1670" y="8665"/>
                  </a:cubicBezTo>
                  <a:cubicBezTo>
                    <a:pt x="3169" y="11046"/>
                    <a:pt x="5157" y="11828"/>
                    <a:pt x="6935" y="11828"/>
                  </a:cubicBezTo>
                  <a:cubicBezTo>
                    <a:pt x="7759" y="11828"/>
                    <a:pt x="8538" y="11660"/>
                    <a:pt x="9203" y="11405"/>
                  </a:cubicBezTo>
                  <a:cubicBezTo>
                    <a:pt x="9199" y="11405"/>
                    <a:pt x="8380" y="11243"/>
                    <a:pt x="7901" y="10304"/>
                  </a:cubicBezTo>
                  <a:cubicBezTo>
                    <a:pt x="7219" y="8961"/>
                    <a:pt x="7743" y="6809"/>
                    <a:pt x="8408" y="5008"/>
                  </a:cubicBezTo>
                  <a:cubicBezTo>
                    <a:pt x="9483" y="2099"/>
                    <a:pt x="7328" y="1"/>
                    <a:pt x="534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5" name="Google Shape;21025;p90"/>
            <p:cNvSpPr/>
            <p:nvPr/>
          </p:nvSpPr>
          <p:spPr>
            <a:xfrm>
              <a:off x="3628215" y="2547056"/>
              <a:ext cx="231299" cy="231535"/>
            </a:xfrm>
            <a:custGeom>
              <a:rect b="b" l="l" r="r" t="t"/>
              <a:pathLst>
                <a:path extrusionOk="0" h="8833" w="8824">
                  <a:moveTo>
                    <a:pt x="1080" y="1"/>
                  </a:moveTo>
                  <a:cubicBezTo>
                    <a:pt x="236" y="1587"/>
                    <a:pt x="0" y="3619"/>
                    <a:pt x="1291" y="5669"/>
                  </a:cubicBezTo>
                  <a:cubicBezTo>
                    <a:pt x="2792" y="8050"/>
                    <a:pt x="4781" y="8832"/>
                    <a:pt x="6557" y="8832"/>
                  </a:cubicBezTo>
                  <a:cubicBezTo>
                    <a:pt x="7382" y="8832"/>
                    <a:pt x="8160" y="8664"/>
                    <a:pt x="8823" y="8409"/>
                  </a:cubicBezTo>
                  <a:cubicBezTo>
                    <a:pt x="8823" y="8409"/>
                    <a:pt x="8004" y="8247"/>
                    <a:pt x="7525" y="7308"/>
                  </a:cubicBezTo>
                  <a:cubicBezTo>
                    <a:pt x="7409" y="7069"/>
                    <a:pt x="7329" y="6819"/>
                    <a:pt x="7279" y="6559"/>
                  </a:cubicBezTo>
                  <a:cubicBezTo>
                    <a:pt x="3513" y="6151"/>
                    <a:pt x="1435" y="2610"/>
                    <a:pt x="1080"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6" name="Google Shape;21026;p90"/>
            <p:cNvSpPr/>
            <p:nvPr/>
          </p:nvSpPr>
          <p:spPr>
            <a:xfrm>
              <a:off x="3589132" y="2409886"/>
              <a:ext cx="368364" cy="374288"/>
            </a:xfrm>
            <a:custGeom>
              <a:rect b="b" l="l" r="r" t="t"/>
              <a:pathLst>
                <a:path extrusionOk="0" h="14279" w="14053">
                  <a:moveTo>
                    <a:pt x="1199" y="416"/>
                  </a:moveTo>
                  <a:cubicBezTo>
                    <a:pt x="1305" y="416"/>
                    <a:pt x="1418" y="437"/>
                    <a:pt x="1537" y="480"/>
                  </a:cubicBezTo>
                  <a:cubicBezTo>
                    <a:pt x="1583" y="494"/>
                    <a:pt x="1625" y="511"/>
                    <a:pt x="1664" y="529"/>
                  </a:cubicBezTo>
                  <a:cubicBezTo>
                    <a:pt x="1481" y="624"/>
                    <a:pt x="1308" y="740"/>
                    <a:pt x="1154" y="877"/>
                  </a:cubicBezTo>
                  <a:cubicBezTo>
                    <a:pt x="939" y="1063"/>
                    <a:pt x="753" y="1281"/>
                    <a:pt x="605" y="1527"/>
                  </a:cubicBezTo>
                  <a:cubicBezTo>
                    <a:pt x="581" y="1464"/>
                    <a:pt x="556" y="1404"/>
                    <a:pt x="538" y="1341"/>
                  </a:cubicBezTo>
                  <a:cubicBezTo>
                    <a:pt x="447" y="1003"/>
                    <a:pt x="524" y="747"/>
                    <a:pt x="774" y="557"/>
                  </a:cubicBezTo>
                  <a:cubicBezTo>
                    <a:pt x="900" y="462"/>
                    <a:pt x="1042" y="416"/>
                    <a:pt x="1199" y="416"/>
                  </a:cubicBezTo>
                  <a:close/>
                  <a:moveTo>
                    <a:pt x="2465" y="749"/>
                  </a:moveTo>
                  <a:cubicBezTo>
                    <a:pt x="2503" y="749"/>
                    <a:pt x="2540" y="750"/>
                    <a:pt x="2578" y="754"/>
                  </a:cubicBezTo>
                  <a:cubicBezTo>
                    <a:pt x="2986" y="789"/>
                    <a:pt x="3327" y="1018"/>
                    <a:pt x="3531" y="1193"/>
                  </a:cubicBezTo>
                  <a:cubicBezTo>
                    <a:pt x="3450" y="1221"/>
                    <a:pt x="3369" y="1253"/>
                    <a:pt x="3288" y="1292"/>
                  </a:cubicBezTo>
                  <a:cubicBezTo>
                    <a:pt x="3058" y="1386"/>
                    <a:pt x="3164" y="1695"/>
                    <a:pt x="3361" y="1695"/>
                  </a:cubicBezTo>
                  <a:cubicBezTo>
                    <a:pt x="3393" y="1695"/>
                    <a:pt x="3428" y="1687"/>
                    <a:pt x="3464" y="1668"/>
                  </a:cubicBezTo>
                  <a:cubicBezTo>
                    <a:pt x="3740" y="1540"/>
                    <a:pt x="4013" y="1477"/>
                    <a:pt x="4283" y="1477"/>
                  </a:cubicBezTo>
                  <a:cubicBezTo>
                    <a:pt x="4600" y="1477"/>
                    <a:pt x="4913" y="1565"/>
                    <a:pt x="5219" y="1742"/>
                  </a:cubicBezTo>
                  <a:cubicBezTo>
                    <a:pt x="5402" y="1851"/>
                    <a:pt x="5567" y="1978"/>
                    <a:pt x="5718" y="2129"/>
                  </a:cubicBezTo>
                  <a:cubicBezTo>
                    <a:pt x="5595" y="2160"/>
                    <a:pt x="5475" y="2203"/>
                    <a:pt x="5356" y="2252"/>
                  </a:cubicBezTo>
                  <a:cubicBezTo>
                    <a:pt x="5127" y="2346"/>
                    <a:pt x="5227" y="2658"/>
                    <a:pt x="5427" y="2658"/>
                  </a:cubicBezTo>
                  <a:cubicBezTo>
                    <a:pt x="5458" y="2658"/>
                    <a:pt x="5490" y="2651"/>
                    <a:pt x="5525" y="2635"/>
                  </a:cubicBezTo>
                  <a:cubicBezTo>
                    <a:pt x="5817" y="2508"/>
                    <a:pt x="6136" y="2447"/>
                    <a:pt x="6463" y="2447"/>
                  </a:cubicBezTo>
                  <a:cubicBezTo>
                    <a:pt x="7197" y="2447"/>
                    <a:pt x="7971" y="2756"/>
                    <a:pt x="8577" y="3328"/>
                  </a:cubicBezTo>
                  <a:cubicBezTo>
                    <a:pt x="9038" y="3764"/>
                    <a:pt x="9361" y="4323"/>
                    <a:pt x="9509" y="4942"/>
                  </a:cubicBezTo>
                  <a:cubicBezTo>
                    <a:pt x="9674" y="5645"/>
                    <a:pt x="9614" y="6394"/>
                    <a:pt x="9326" y="7175"/>
                  </a:cubicBezTo>
                  <a:cubicBezTo>
                    <a:pt x="8412" y="9643"/>
                    <a:pt x="8246" y="11479"/>
                    <a:pt x="8830" y="12636"/>
                  </a:cubicBezTo>
                  <a:cubicBezTo>
                    <a:pt x="8871" y="12719"/>
                    <a:pt x="8939" y="12753"/>
                    <a:pt x="9008" y="12753"/>
                  </a:cubicBezTo>
                  <a:cubicBezTo>
                    <a:pt x="9147" y="12753"/>
                    <a:pt x="9287" y="12613"/>
                    <a:pt x="9203" y="12446"/>
                  </a:cubicBezTo>
                  <a:cubicBezTo>
                    <a:pt x="8914" y="11876"/>
                    <a:pt x="8837" y="11085"/>
                    <a:pt x="8971" y="10093"/>
                  </a:cubicBezTo>
                  <a:cubicBezTo>
                    <a:pt x="9083" y="9295"/>
                    <a:pt x="9333" y="8360"/>
                    <a:pt x="9720" y="7319"/>
                  </a:cubicBezTo>
                  <a:cubicBezTo>
                    <a:pt x="9931" y="6774"/>
                    <a:pt x="10029" y="6194"/>
                    <a:pt x="10019" y="5606"/>
                  </a:cubicBezTo>
                  <a:cubicBezTo>
                    <a:pt x="10114" y="5596"/>
                    <a:pt x="10214" y="5590"/>
                    <a:pt x="10319" y="5590"/>
                  </a:cubicBezTo>
                  <a:cubicBezTo>
                    <a:pt x="11241" y="5590"/>
                    <a:pt x="12490" y="6013"/>
                    <a:pt x="13011" y="6992"/>
                  </a:cubicBezTo>
                  <a:cubicBezTo>
                    <a:pt x="13901" y="8673"/>
                    <a:pt x="13644" y="11447"/>
                    <a:pt x="12473" y="12819"/>
                  </a:cubicBezTo>
                  <a:cubicBezTo>
                    <a:pt x="12163" y="13183"/>
                    <a:pt x="11682" y="13558"/>
                    <a:pt x="11027" y="13558"/>
                  </a:cubicBezTo>
                  <a:cubicBezTo>
                    <a:pt x="10829" y="13558"/>
                    <a:pt x="10615" y="13524"/>
                    <a:pt x="10384" y="13445"/>
                  </a:cubicBezTo>
                  <a:cubicBezTo>
                    <a:pt x="10138" y="13364"/>
                    <a:pt x="9906" y="13237"/>
                    <a:pt x="9706" y="13075"/>
                  </a:cubicBezTo>
                  <a:cubicBezTo>
                    <a:pt x="9660" y="13033"/>
                    <a:pt x="9611" y="13015"/>
                    <a:pt x="9564" y="13015"/>
                  </a:cubicBezTo>
                  <a:cubicBezTo>
                    <a:pt x="9390" y="13015"/>
                    <a:pt x="9251" y="13263"/>
                    <a:pt x="9442" y="13399"/>
                  </a:cubicBezTo>
                  <a:cubicBezTo>
                    <a:pt x="9537" y="13476"/>
                    <a:pt x="9642" y="13550"/>
                    <a:pt x="9748" y="13610"/>
                  </a:cubicBezTo>
                  <a:cubicBezTo>
                    <a:pt x="9299" y="13741"/>
                    <a:pt x="8714" y="13856"/>
                    <a:pt x="8049" y="13856"/>
                  </a:cubicBezTo>
                  <a:cubicBezTo>
                    <a:pt x="7609" y="13856"/>
                    <a:pt x="7134" y="13806"/>
                    <a:pt x="6639" y="13677"/>
                  </a:cubicBezTo>
                  <a:cubicBezTo>
                    <a:pt x="5166" y="13293"/>
                    <a:pt x="3928" y="12323"/>
                    <a:pt x="2961" y="10790"/>
                  </a:cubicBezTo>
                  <a:cubicBezTo>
                    <a:pt x="1804" y="8954"/>
                    <a:pt x="2005" y="7277"/>
                    <a:pt x="2381" y="6194"/>
                  </a:cubicBezTo>
                  <a:cubicBezTo>
                    <a:pt x="2810" y="4942"/>
                    <a:pt x="3724" y="3753"/>
                    <a:pt x="4825" y="3022"/>
                  </a:cubicBezTo>
                  <a:cubicBezTo>
                    <a:pt x="5029" y="2898"/>
                    <a:pt x="4901" y="2630"/>
                    <a:pt x="4719" y="2630"/>
                  </a:cubicBezTo>
                  <a:cubicBezTo>
                    <a:pt x="4678" y="2630"/>
                    <a:pt x="4635" y="2643"/>
                    <a:pt x="4593" y="2674"/>
                  </a:cubicBezTo>
                  <a:cubicBezTo>
                    <a:pt x="3422" y="3454"/>
                    <a:pt x="2444" y="4720"/>
                    <a:pt x="1984" y="6060"/>
                  </a:cubicBezTo>
                  <a:cubicBezTo>
                    <a:pt x="1871" y="6380"/>
                    <a:pt x="1790" y="6711"/>
                    <a:pt x="1737" y="7045"/>
                  </a:cubicBezTo>
                  <a:cubicBezTo>
                    <a:pt x="1548" y="6686"/>
                    <a:pt x="1407" y="6303"/>
                    <a:pt x="1322" y="5905"/>
                  </a:cubicBezTo>
                  <a:cubicBezTo>
                    <a:pt x="1062" y="4654"/>
                    <a:pt x="1431" y="3497"/>
                    <a:pt x="2413" y="2470"/>
                  </a:cubicBezTo>
                  <a:cubicBezTo>
                    <a:pt x="2536" y="2336"/>
                    <a:pt x="2669" y="2213"/>
                    <a:pt x="2806" y="2097"/>
                  </a:cubicBezTo>
                  <a:cubicBezTo>
                    <a:pt x="2970" y="1954"/>
                    <a:pt x="2838" y="1727"/>
                    <a:pt x="2669" y="1727"/>
                  </a:cubicBezTo>
                  <a:cubicBezTo>
                    <a:pt x="2626" y="1727"/>
                    <a:pt x="2582" y="1741"/>
                    <a:pt x="2539" y="1774"/>
                  </a:cubicBezTo>
                  <a:cubicBezTo>
                    <a:pt x="2388" y="1900"/>
                    <a:pt x="2244" y="2037"/>
                    <a:pt x="2107" y="2178"/>
                  </a:cubicBezTo>
                  <a:cubicBezTo>
                    <a:pt x="1548" y="2769"/>
                    <a:pt x="1210" y="3359"/>
                    <a:pt x="1024" y="3922"/>
                  </a:cubicBezTo>
                  <a:cubicBezTo>
                    <a:pt x="908" y="3690"/>
                    <a:pt x="816" y="3447"/>
                    <a:pt x="756" y="3194"/>
                  </a:cubicBezTo>
                  <a:cubicBezTo>
                    <a:pt x="581" y="2407"/>
                    <a:pt x="809" y="1731"/>
                    <a:pt x="1431" y="1193"/>
                  </a:cubicBezTo>
                  <a:cubicBezTo>
                    <a:pt x="1765" y="898"/>
                    <a:pt x="2113" y="749"/>
                    <a:pt x="2465" y="749"/>
                  </a:cubicBezTo>
                  <a:close/>
                  <a:moveTo>
                    <a:pt x="1198" y="0"/>
                  </a:moveTo>
                  <a:cubicBezTo>
                    <a:pt x="952" y="0"/>
                    <a:pt x="724" y="75"/>
                    <a:pt x="524" y="223"/>
                  </a:cubicBezTo>
                  <a:cubicBezTo>
                    <a:pt x="137" y="515"/>
                    <a:pt x="0" y="951"/>
                    <a:pt x="137" y="1450"/>
                  </a:cubicBezTo>
                  <a:cubicBezTo>
                    <a:pt x="194" y="1647"/>
                    <a:pt x="278" y="1837"/>
                    <a:pt x="387" y="2009"/>
                  </a:cubicBezTo>
                  <a:cubicBezTo>
                    <a:pt x="264" y="2428"/>
                    <a:pt x="250" y="2874"/>
                    <a:pt x="355" y="3300"/>
                  </a:cubicBezTo>
                  <a:cubicBezTo>
                    <a:pt x="454" y="3729"/>
                    <a:pt x="633" y="4133"/>
                    <a:pt x="883" y="4499"/>
                  </a:cubicBezTo>
                  <a:cubicBezTo>
                    <a:pt x="799" y="4998"/>
                    <a:pt x="809" y="5512"/>
                    <a:pt x="918" y="6007"/>
                  </a:cubicBezTo>
                  <a:cubicBezTo>
                    <a:pt x="1048" y="6630"/>
                    <a:pt x="1305" y="7217"/>
                    <a:pt x="1671" y="7741"/>
                  </a:cubicBezTo>
                  <a:cubicBezTo>
                    <a:pt x="1639" y="8704"/>
                    <a:pt x="1857" y="9830"/>
                    <a:pt x="2606" y="11015"/>
                  </a:cubicBezTo>
                  <a:cubicBezTo>
                    <a:pt x="4118" y="13416"/>
                    <a:pt x="6161" y="14278"/>
                    <a:pt x="8049" y="14278"/>
                  </a:cubicBezTo>
                  <a:cubicBezTo>
                    <a:pt x="8827" y="14275"/>
                    <a:pt x="9593" y="14134"/>
                    <a:pt x="10321" y="13863"/>
                  </a:cubicBezTo>
                  <a:cubicBezTo>
                    <a:pt x="10546" y="13937"/>
                    <a:pt x="10785" y="13976"/>
                    <a:pt x="11024" y="13976"/>
                  </a:cubicBezTo>
                  <a:cubicBezTo>
                    <a:pt x="11678" y="13976"/>
                    <a:pt x="12290" y="13673"/>
                    <a:pt x="12790" y="13089"/>
                  </a:cubicBezTo>
                  <a:cubicBezTo>
                    <a:pt x="13391" y="12386"/>
                    <a:pt x="13806" y="11296"/>
                    <a:pt x="13925" y="10104"/>
                  </a:cubicBezTo>
                  <a:cubicBezTo>
                    <a:pt x="14052" y="8870"/>
                    <a:pt x="13859" y="7699"/>
                    <a:pt x="13380" y="6799"/>
                  </a:cubicBezTo>
                  <a:cubicBezTo>
                    <a:pt x="12972" y="6032"/>
                    <a:pt x="12255" y="5635"/>
                    <a:pt x="11724" y="5434"/>
                  </a:cubicBezTo>
                  <a:cubicBezTo>
                    <a:pt x="11271" y="5265"/>
                    <a:pt x="10778" y="5176"/>
                    <a:pt x="10329" y="5176"/>
                  </a:cubicBezTo>
                  <a:cubicBezTo>
                    <a:pt x="10211" y="5176"/>
                    <a:pt x="10095" y="5183"/>
                    <a:pt x="9983" y="5195"/>
                  </a:cubicBezTo>
                  <a:cubicBezTo>
                    <a:pt x="9966" y="5076"/>
                    <a:pt x="9945" y="4963"/>
                    <a:pt x="9917" y="4847"/>
                  </a:cubicBezTo>
                  <a:cubicBezTo>
                    <a:pt x="9751" y="4151"/>
                    <a:pt x="9386" y="3518"/>
                    <a:pt x="8865" y="3029"/>
                  </a:cubicBezTo>
                  <a:cubicBezTo>
                    <a:pt x="8184" y="2382"/>
                    <a:pt x="7309" y="2033"/>
                    <a:pt x="6470" y="2033"/>
                  </a:cubicBezTo>
                  <a:cubicBezTo>
                    <a:pt x="6383" y="2033"/>
                    <a:pt x="6296" y="2037"/>
                    <a:pt x="6210" y="2044"/>
                  </a:cubicBezTo>
                  <a:cubicBezTo>
                    <a:pt x="5992" y="1784"/>
                    <a:pt x="5736" y="1563"/>
                    <a:pt x="5444" y="1390"/>
                  </a:cubicBezTo>
                  <a:cubicBezTo>
                    <a:pt x="5073" y="1173"/>
                    <a:pt x="4683" y="1063"/>
                    <a:pt x="4288" y="1063"/>
                  </a:cubicBezTo>
                  <a:cubicBezTo>
                    <a:pt x="4196" y="1063"/>
                    <a:pt x="4105" y="1069"/>
                    <a:pt x="4013" y="1081"/>
                  </a:cubicBezTo>
                  <a:cubicBezTo>
                    <a:pt x="3854" y="905"/>
                    <a:pt x="3337" y="399"/>
                    <a:pt x="2617" y="339"/>
                  </a:cubicBezTo>
                  <a:cubicBezTo>
                    <a:pt x="2567" y="334"/>
                    <a:pt x="2518" y="332"/>
                    <a:pt x="2468" y="332"/>
                  </a:cubicBezTo>
                  <a:cubicBezTo>
                    <a:pt x="2373" y="332"/>
                    <a:pt x="2279" y="340"/>
                    <a:pt x="2184" y="356"/>
                  </a:cubicBezTo>
                  <a:cubicBezTo>
                    <a:pt x="2033" y="247"/>
                    <a:pt x="1868" y="156"/>
                    <a:pt x="1692" y="93"/>
                  </a:cubicBezTo>
                  <a:cubicBezTo>
                    <a:pt x="1521" y="31"/>
                    <a:pt x="1356" y="0"/>
                    <a:pt x="1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27" name="Google Shape;21027;p90"/>
          <p:cNvGrpSpPr/>
          <p:nvPr/>
        </p:nvGrpSpPr>
        <p:grpSpPr>
          <a:xfrm>
            <a:off x="6877101" y="1507431"/>
            <a:ext cx="365402" cy="360343"/>
            <a:chOff x="6876913" y="1502068"/>
            <a:chExt cx="365402" cy="360343"/>
          </a:xfrm>
        </p:grpSpPr>
        <p:sp>
          <p:nvSpPr>
            <p:cNvPr id="21028" name="Google Shape;21028;p90"/>
            <p:cNvSpPr/>
            <p:nvPr/>
          </p:nvSpPr>
          <p:spPr>
            <a:xfrm>
              <a:off x="7099615" y="1507390"/>
              <a:ext cx="114365" cy="132793"/>
            </a:xfrm>
            <a:custGeom>
              <a:rect b="b" l="l" r="r" t="t"/>
              <a:pathLst>
                <a:path extrusionOk="0" h="5066" w="4363">
                  <a:moveTo>
                    <a:pt x="3917" y="0"/>
                  </a:moveTo>
                  <a:cubicBezTo>
                    <a:pt x="3865" y="0"/>
                    <a:pt x="3812" y="10"/>
                    <a:pt x="3759" y="30"/>
                  </a:cubicBezTo>
                  <a:cubicBezTo>
                    <a:pt x="2982" y="325"/>
                    <a:pt x="1308" y="1310"/>
                    <a:pt x="0" y="2889"/>
                  </a:cubicBezTo>
                  <a:lnTo>
                    <a:pt x="3481" y="5066"/>
                  </a:lnTo>
                  <a:cubicBezTo>
                    <a:pt x="3481" y="5066"/>
                    <a:pt x="4245" y="2980"/>
                    <a:pt x="4354" y="452"/>
                  </a:cubicBezTo>
                  <a:cubicBezTo>
                    <a:pt x="4362" y="195"/>
                    <a:pt x="4153" y="0"/>
                    <a:pt x="391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9" name="Google Shape;21029;p90"/>
            <p:cNvSpPr/>
            <p:nvPr/>
          </p:nvSpPr>
          <p:spPr>
            <a:xfrm>
              <a:off x="7140244" y="1512213"/>
              <a:ext cx="73605" cy="127969"/>
            </a:xfrm>
            <a:custGeom>
              <a:rect b="b" l="l" r="r" t="t"/>
              <a:pathLst>
                <a:path extrusionOk="0" h="4882" w="2808">
                  <a:moveTo>
                    <a:pt x="2719" y="1"/>
                  </a:moveTo>
                  <a:cubicBezTo>
                    <a:pt x="2086" y="426"/>
                    <a:pt x="922" y="1516"/>
                    <a:pt x="1" y="3194"/>
                  </a:cubicBezTo>
                  <a:lnTo>
                    <a:pt x="1517" y="4621"/>
                  </a:lnTo>
                  <a:lnTo>
                    <a:pt x="1931" y="4882"/>
                  </a:lnTo>
                  <a:cubicBezTo>
                    <a:pt x="1931" y="4882"/>
                    <a:pt x="2695" y="2796"/>
                    <a:pt x="2804" y="268"/>
                  </a:cubicBezTo>
                  <a:cubicBezTo>
                    <a:pt x="2807" y="173"/>
                    <a:pt x="2775" y="78"/>
                    <a:pt x="2719"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0" name="Google Shape;21030;p90"/>
            <p:cNvSpPr/>
            <p:nvPr/>
          </p:nvSpPr>
          <p:spPr>
            <a:xfrm>
              <a:off x="6905275" y="1507390"/>
              <a:ext cx="114444" cy="132793"/>
            </a:xfrm>
            <a:custGeom>
              <a:rect b="b" l="l" r="r" t="t"/>
              <a:pathLst>
                <a:path extrusionOk="0" h="5066" w="4366">
                  <a:moveTo>
                    <a:pt x="447" y="0"/>
                  </a:moveTo>
                  <a:cubicBezTo>
                    <a:pt x="209" y="0"/>
                    <a:pt x="1" y="195"/>
                    <a:pt x="12" y="452"/>
                  </a:cubicBezTo>
                  <a:cubicBezTo>
                    <a:pt x="121" y="2980"/>
                    <a:pt x="881" y="5066"/>
                    <a:pt x="881" y="5066"/>
                  </a:cubicBezTo>
                  <a:lnTo>
                    <a:pt x="4365" y="2889"/>
                  </a:lnTo>
                  <a:cubicBezTo>
                    <a:pt x="3054" y="1310"/>
                    <a:pt x="1380" y="325"/>
                    <a:pt x="606" y="30"/>
                  </a:cubicBezTo>
                  <a:cubicBezTo>
                    <a:pt x="553" y="10"/>
                    <a:pt x="499" y="0"/>
                    <a:pt x="44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1" name="Google Shape;21031;p90"/>
            <p:cNvSpPr/>
            <p:nvPr/>
          </p:nvSpPr>
          <p:spPr>
            <a:xfrm>
              <a:off x="6905485" y="1512213"/>
              <a:ext cx="73578" cy="127969"/>
            </a:xfrm>
            <a:custGeom>
              <a:rect b="b" l="l" r="r" t="t"/>
              <a:pathLst>
                <a:path extrusionOk="0" h="4882" w="2807">
                  <a:moveTo>
                    <a:pt x="85" y="1"/>
                  </a:moveTo>
                  <a:cubicBezTo>
                    <a:pt x="29" y="78"/>
                    <a:pt x="1" y="173"/>
                    <a:pt x="4" y="268"/>
                  </a:cubicBezTo>
                  <a:cubicBezTo>
                    <a:pt x="113" y="2796"/>
                    <a:pt x="873" y="4882"/>
                    <a:pt x="873" y="4882"/>
                  </a:cubicBezTo>
                  <a:lnTo>
                    <a:pt x="1288" y="4621"/>
                  </a:lnTo>
                  <a:lnTo>
                    <a:pt x="2807" y="3194"/>
                  </a:lnTo>
                  <a:cubicBezTo>
                    <a:pt x="1882" y="1516"/>
                    <a:pt x="725" y="426"/>
                    <a:pt x="8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2" name="Google Shape;21032;p90"/>
            <p:cNvSpPr/>
            <p:nvPr/>
          </p:nvSpPr>
          <p:spPr>
            <a:xfrm>
              <a:off x="7025407" y="1811323"/>
              <a:ext cx="68519" cy="45741"/>
            </a:xfrm>
            <a:custGeom>
              <a:rect b="b" l="l" r="r" t="t"/>
              <a:pathLst>
                <a:path extrusionOk="0" h="1745" w="2614">
                  <a:moveTo>
                    <a:pt x="1305" y="1"/>
                  </a:moveTo>
                  <a:cubicBezTo>
                    <a:pt x="584" y="1"/>
                    <a:pt x="0" y="391"/>
                    <a:pt x="0" y="873"/>
                  </a:cubicBezTo>
                  <a:cubicBezTo>
                    <a:pt x="0" y="1354"/>
                    <a:pt x="584" y="1745"/>
                    <a:pt x="1305" y="1745"/>
                  </a:cubicBezTo>
                  <a:cubicBezTo>
                    <a:pt x="2026" y="1745"/>
                    <a:pt x="2613" y="1354"/>
                    <a:pt x="2613" y="873"/>
                  </a:cubicBezTo>
                  <a:cubicBezTo>
                    <a:pt x="2613" y="391"/>
                    <a:pt x="2026" y="1"/>
                    <a:pt x="130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3" name="Google Shape;21033;p90"/>
            <p:cNvSpPr/>
            <p:nvPr/>
          </p:nvSpPr>
          <p:spPr>
            <a:xfrm>
              <a:off x="6882706" y="1571663"/>
              <a:ext cx="353895" cy="245768"/>
            </a:xfrm>
            <a:custGeom>
              <a:rect b="b" l="l" r="r" t="t"/>
              <a:pathLst>
                <a:path extrusionOk="0" h="9376" w="13501">
                  <a:moveTo>
                    <a:pt x="6749" y="1"/>
                  </a:moveTo>
                  <a:cubicBezTo>
                    <a:pt x="3563" y="1"/>
                    <a:pt x="831" y="2336"/>
                    <a:pt x="1" y="6534"/>
                  </a:cubicBezTo>
                  <a:cubicBezTo>
                    <a:pt x="1" y="6534"/>
                    <a:pt x="1267" y="6897"/>
                    <a:pt x="1418" y="6967"/>
                  </a:cubicBezTo>
                  <a:lnTo>
                    <a:pt x="1175" y="7980"/>
                  </a:lnTo>
                  <a:cubicBezTo>
                    <a:pt x="1175" y="7980"/>
                    <a:pt x="3331" y="8630"/>
                    <a:pt x="4692" y="9376"/>
                  </a:cubicBezTo>
                  <a:lnTo>
                    <a:pt x="8806" y="9376"/>
                  </a:lnTo>
                  <a:cubicBezTo>
                    <a:pt x="10171" y="8630"/>
                    <a:pt x="12323" y="7980"/>
                    <a:pt x="12323" y="7980"/>
                  </a:cubicBezTo>
                  <a:lnTo>
                    <a:pt x="12083" y="6967"/>
                  </a:lnTo>
                  <a:cubicBezTo>
                    <a:pt x="12231" y="6897"/>
                    <a:pt x="13501" y="6534"/>
                    <a:pt x="13501" y="6534"/>
                  </a:cubicBezTo>
                  <a:cubicBezTo>
                    <a:pt x="12671" y="2336"/>
                    <a:pt x="9935" y="1"/>
                    <a:pt x="6749" y="1"/>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4" name="Google Shape;21034;p90"/>
            <p:cNvSpPr/>
            <p:nvPr/>
          </p:nvSpPr>
          <p:spPr>
            <a:xfrm>
              <a:off x="7002550" y="1725792"/>
              <a:ext cx="114129" cy="111298"/>
            </a:xfrm>
            <a:custGeom>
              <a:rect b="b" l="l" r="r" t="t"/>
              <a:pathLst>
                <a:path extrusionOk="0" h="4246" w="4354">
                  <a:moveTo>
                    <a:pt x="2177" y="0"/>
                  </a:moveTo>
                  <a:cubicBezTo>
                    <a:pt x="1463" y="0"/>
                    <a:pt x="820" y="433"/>
                    <a:pt x="545" y="1090"/>
                  </a:cubicBezTo>
                  <a:cubicBezTo>
                    <a:pt x="275" y="1751"/>
                    <a:pt x="0" y="2406"/>
                    <a:pt x="0" y="3049"/>
                  </a:cubicBezTo>
                  <a:cubicBezTo>
                    <a:pt x="0" y="3552"/>
                    <a:pt x="515" y="4246"/>
                    <a:pt x="1351" y="4246"/>
                  </a:cubicBezTo>
                  <a:cubicBezTo>
                    <a:pt x="1561" y="4246"/>
                    <a:pt x="1792" y="4202"/>
                    <a:pt x="2040" y="4100"/>
                  </a:cubicBezTo>
                  <a:cubicBezTo>
                    <a:pt x="2084" y="4083"/>
                    <a:pt x="2130" y="4074"/>
                    <a:pt x="2177" y="4074"/>
                  </a:cubicBezTo>
                  <a:cubicBezTo>
                    <a:pt x="2225" y="4074"/>
                    <a:pt x="2272" y="4083"/>
                    <a:pt x="2318" y="4100"/>
                  </a:cubicBezTo>
                  <a:cubicBezTo>
                    <a:pt x="2565" y="4202"/>
                    <a:pt x="2795" y="4246"/>
                    <a:pt x="3005" y="4246"/>
                  </a:cubicBezTo>
                  <a:cubicBezTo>
                    <a:pt x="3839" y="4246"/>
                    <a:pt x="4354" y="3552"/>
                    <a:pt x="4354" y="3049"/>
                  </a:cubicBezTo>
                  <a:cubicBezTo>
                    <a:pt x="4354" y="2406"/>
                    <a:pt x="4083" y="1751"/>
                    <a:pt x="3809" y="1090"/>
                  </a:cubicBezTo>
                  <a:cubicBezTo>
                    <a:pt x="3534" y="433"/>
                    <a:pt x="2891" y="0"/>
                    <a:pt x="217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5" name="Google Shape;21035;p90"/>
            <p:cNvSpPr/>
            <p:nvPr/>
          </p:nvSpPr>
          <p:spPr>
            <a:xfrm>
              <a:off x="6882706" y="1656670"/>
              <a:ext cx="148441" cy="160761"/>
            </a:xfrm>
            <a:custGeom>
              <a:rect b="b" l="l" r="r" t="t"/>
              <a:pathLst>
                <a:path extrusionOk="0" h="6133" w="5663">
                  <a:moveTo>
                    <a:pt x="4017" y="1"/>
                  </a:moveTo>
                  <a:cubicBezTo>
                    <a:pt x="3917" y="1"/>
                    <a:pt x="3812" y="8"/>
                    <a:pt x="3704" y="25"/>
                  </a:cubicBezTo>
                  <a:cubicBezTo>
                    <a:pt x="2628" y="183"/>
                    <a:pt x="1253" y="949"/>
                    <a:pt x="1" y="3288"/>
                  </a:cubicBezTo>
                  <a:cubicBezTo>
                    <a:pt x="1" y="3288"/>
                    <a:pt x="1270" y="3654"/>
                    <a:pt x="1422" y="3724"/>
                  </a:cubicBezTo>
                  <a:lnTo>
                    <a:pt x="1175" y="4737"/>
                  </a:lnTo>
                  <a:cubicBezTo>
                    <a:pt x="1175" y="4737"/>
                    <a:pt x="3331" y="5387"/>
                    <a:pt x="4692" y="6133"/>
                  </a:cubicBezTo>
                  <a:cubicBezTo>
                    <a:pt x="4618" y="5995"/>
                    <a:pt x="4579" y="5841"/>
                    <a:pt x="4572" y="5686"/>
                  </a:cubicBezTo>
                  <a:cubicBezTo>
                    <a:pt x="4572" y="4406"/>
                    <a:pt x="5662" y="3073"/>
                    <a:pt x="5662" y="1765"/>
                  </a:cubicBezTo>
                  <a:cubicBezTo>
                    <a:pt x="5662" y="918"/>
                    <a:pt x="5102" y="1"/>
                    <a:pt x="4017"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6" name="Google Shape;21036;p90"/>
            <p:cNvSpPr/>
            <p:nvPr/>
          </p:nvSpPr>
          <p:spPr>
            <a:xfrm>
              <a:off x="7088081" y="1656670"/>
              <a:ext cx="148441" cy="160761"/>
            </a:xfrm>
            <a:custGeom>
              <a:rect b="b" l="l" r="r" t="t"/>
              <a:pathLst>
                <a:path extrusionOk="0" h="6133" w="5663">
                  <a:moveTo>
                    <a:pt x="1649" y="1"/>
                  </a:moveTo>
                  <a:cubicBezTo>
                    <a:pt x="561" y="1"/>
                    <a:pt x="1" y="918"/>
                    <a:pt x="1" y="1765"/>
                  </a:cubicBezTo>
                  <a:cubicBezTo>
                    <a:pt x="1" y="3073"/>
                    <a:pt x="1091" y="4406"/>
                    <a:pt x="1091" y="5686"/>
                  </a:cubicBezTo>
                  <a:cubicBezTo>
                    <a:pt x="1087" y="5841"/>
                    <a:pt x="1045" y="5995"/>
                    <a:pt x="971" y="6133"/>
                  </a:cubicBezTo>
                  <a:cubicBezTo>
                    <a:pt x="2336" y="5387"/>
                    <a:pt x="4488" y="4737"/>
                    <a:pt x="4488" y="4737"/>
                  </a:cubicBezTo>
                  <a:lnTo>
                    <a:pt x="4245" y="3724"/>
                  </a:lnTo>
                  <a:cubicBezTo>
                    <a:pt x="4396" y="3654"/>
                    <a:pt x="5662" y="3288"/>
                    <a:pt x="5662" y="3288"/>
                  </a:cubicBezTo>
                  <a:cubicBezTo>
                    <a:pt x="4410" y="949"/>
                    <a:pt x="3035" y="183"/>
                    <a:pt x="1963" y="25"/>
                  </a:cubicBezTo>
                  <a:cubicBezTo>
                    <a:pt x="1854" y="8"/>
                    <a:pt x="1749" y="1"/>
                    <a:pt x="1649"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7" name="Google Shape;21037;p90"/>
            <p:cNvSpPr/>
            <p:nvPr/>
          </p:nvSpPr>
          <p:spPr>
            <a:xfrm>
              <a:off x="6968343" y="1680077"/>
              <a:ext cx="39948" cy="51455"/>
            </a:xfrm>
            <a:custGeom>
              <a:rect b="b" l="l" r="r" t="t"/>
              <a:pathLst>
                <a:path extrusionOk="0" h="1963" w="1524">
                  <a:moveTo>
                    <a:pt x="760" y="0"/>
                  </a:moveTo>
                  <a:cubicBezTo>
                    <a:pt x="342" y="4"/>
                    <a:pt x="1" y="341"/>
                    <a:pt x="1" y="763"/>
                  </a:cubicBezTo>
                  <a:lnTo>
                    <a:pt x="1" y="1199"/>
                  </a:lnTo>
                  <a:cubicBezTo>
                    <a:pt x="1" y="1618"/>
                    <a:pt x="342" y="1959"/>
                    <a:pt x="760" y="1962"/>
                  </a:cubicBezTo>
                  <a:cubicBezTo>
                    <a:pt x="1182" y="1959"/>
                    <a:pt x="1520" y="1618"/>
                    <a:pt x="1523" y="1199"/>
                  </a:cubicBezTo>
                  <a:lnTo>
                    <a:pt x="1523" y="763"/>
                  </a:lnTo>
                  <a:cubicBezTo>
                    <a:pt x="1520" y="345"/>
                    <a:pt x="1182" y="4"/>
                    <a:pt x="76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8" name="Google Shape;21038;p90"/>
            <p:cNvSpPr/>
            <p:nvPr/>
          </p:nvSpPr>
          <p:spPr>
            <a:xfrm>
              <a:off x="6985223" y="1680077"/>
              <a:ext cx="23250" cy="40393"/>
            </a:xfrm>
            <a:custGeom>
              <a:rect b="b" l="l" r="r" t="t"/>
              <a:pathLst>
                <a:path extrusionOk="0" h="1541" w="887">
                  <a:moveTo>
                    <a:pt x="116" y="0"/>
                  </a:moveTo>
                  <a:cubicBezTo>
                    <a:pt x="81" y="4"/>
                    <a:pt x="42" y="7"/>
                    <a:pt x="7" y="14"/>
                  </a:cubicBezTo>
                  <a:lnTo>
                    <a:pt x="7" y="1090"/>
                  </a:lnTo>
                  <a:cubicBezTo>
                    <a:pt x="0" y="1336"/>
                    <a:pt x="197" y="1540"/>
                    <a:pt x="443" y="1540"/>
                  </a:cubicBezTo>
                  <a:cubicBezTo>
                    <a:pt x="689" y="1540"/>
                    <a:pt x="886" y="1336"/>
                    <a:pt x="879" y="1090"/>
                  </a:cubicBezTo>
                  <a:lnTo>
                    <a:pt x="879" y="763"/>
                  </a:lnTo>
                  <a:cubicBezTo>
                    <a:pt x="876" y="345"/>
                    <a:pt x="538" y="4"/>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9" name="Google Shape;21039;p90"/>
            <p:cNvSpPr/>
            <p:nvPr/>
          </p:nvSpPr>
          <p:spPr>
            <a:xfrm>
              <a:off x="6979693" y="1685792"/>
              <a:ext cx="17169" cy="17169"/>
            </a:xfrm>
            <a:custGeom>
              <a:rect b="b" l="l" r="r" t="t"/>
              <a:pathLst>
                <a:path extrusionOk="0" h="655" w="655">
                  <a:moveTo>
                    <a:pt x="327" y="0"/>
                  </a:moveTo>
                  <a:cubicBezTo>
                    <a:pt x="148" y="0"/>
                    <a:pt x="0" y="148"/>
                    <a:pt x="0" y="327"/>
                  </a:cubicBezTo>
                  <a:cubicBezTo>
                    <a:pt x="0" y="510"/>
                    <a:pt x="148" y="654"/>
                    <a:pt x="327" y="654"/>
                  </a:cubicBezTo>
                  <a:cubicBezTo>
                    <a:pt x="510" y="654"/>
                    <a:pt x="654" y="510"/>
                    <a:pt x="654" y="327"/>
                  </a:cubicBezTo>
                  <a:cubicBezTo>
                    <a:pt x="654" y="148"/>
                    <a:pt x="510" y="0"/>
                    <a:pt x="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0" name="Google Shape;21040;p90"/>
            <p:cNvSpPr/>
            <p:nvPr/>
          </p:nvSpPr>
          <p:spPr>
            <a:xfrm>
              <a:off x="7110939" y="1680077"/>
              <a:ext cx="40026" cy="51455"/>
            </a:xfrm>
            <a:custGeom>
              <a:rect b="b" l="l" r="r" t="t"/>
              <a:pathLst>
                <a:path extrusionOk="0" h="1963" w="1527">
                  <a:moveTo>
                    <a:pt x="764" y="0"/>
                  </a:moveTo>
                  <a:cubicBezTo>
                    <a:pt x="345" y="4"/>
                    <a:pt x="4" y="341"/>
                    <a:pt x="1" y="763"/>
                  </a:cubicBezTo>
                  <a:lnTo>
                    <a:pt x="1" y="1199"/>
                  </a:lnTo>
                  <a:cubicBezTo>
                    <a:pt x="4" y="1618"/>
                    <a:pt x="345" y="1959"/>
                    <a:pt x="764" y="1962"/>
                  </a:cubicBezTo>
                  <a:cubicBezTo>
                    <a:pt x="1186" y="1959"/>
                    <a:pt x="1527" y="1618"/>
                    <a:pt x="1527" y="1199"/>
                  </a:cubicBezTo>
                  <a:lnTo>
                    <a:pt x="1527" y="763"/>
                  </a:lnTo>
                  <a:cubicBezTo>
                    <a:pt x="1527" y="341"/>
                    <a:pt x="1186" y="4"/>
                    <a:pt x="76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1" name="Google Shape;21041;p90"/>
            <p:cNvSpPr/>
            <p:nvPr/>
          </p:nvSpPr>
          <p:spPr>
            <a:xfrm>
              <a:off x="7127898" y="1680077"/>
              <a:ext cx="23250" cy="40393"/>
            </a:xfrm>
            <a:custGeom>
              <a:rect b="b" l="l" r="r" t="t"/>
              <a:pathLst>
                <a:path extrusionOk="0" h="1541" w="887">
                  <a:moveTo>
                    <a:pt x="117" y="0"/>
                  </a:moveTo>
                  <a:cubicBezTo>
                    <a:pt x="82" y="4"/>
                    <a:pt x="43" y="7"/>
                    <a:pt x="8" y="14"/>
                  </a:cubicBezTo>
                  <a:lnTo>
                    <a:pt x="8" y="1090"/>
                  </a:lnTo>
                  <a:cubicBezTo>
                    <a:pt x="1" y="1336"/>
                    <a:pt x="198" y="1540"/>
                    <a:pt x="444" y="1540"/>
                  </a:cubicBezTo>
                  <a:cubicBezTo>
                    <a:pt x="690" y="1540"/>
                    <a:pt x="887" y="1336"/>
                    <a:pt x="880" y="1090"/>
                  </a:cubicBezTo>
                  <a:lnTo>
                    <a:pt x="880" y="763"/>
                  </a:lnTo>
                  <a:cubicBezTo>
                    <a:pt x="876" y="345"/>
                    <a:pt x="539" y="4"/>
                    <a:pt x="11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2" name="Google Shape;21042;p90"/>
            <p:cNvSpPr/>
            <p:nvPr/>
          </p:nvSpPr>
          <p:spPr>
            <a:xfrm>
              <a:off x="7122367" y="1685792"/>
              <a:ext cx="17169" cy="17169"/>
            </a:xfrm>
            <a:custGeom>
              <a:rect b="b" l="l" r="r" t="t"/>
              <a:pathLst>
                <a:path extrusionOk="0" h="655" w="655">
                  <a:moveTo>
                    <a:pt x="328" y="0"/>
                  </a:moveTo>
                  <a:cubicBezTo>
                    <a:pt x="148" y="0"/>
                    <a:pt x="1" y="148"/>
                    <a:pt x="1" y="327"/>
                  </a:cubicBezTo>
                  <a:cubicBezTo>
                    <a:pt x="1" y="510"/>
                    <a:pt x="148" y="654"/>
                    <a:pt x="328" y="654"/>
                  </a:cubicBezTo>
                  <a:cubicBezTo>
                    <a:pt x="507" y="654"/>
                    <a:pt x="655" y="510"/>
                    <a:pt x="655" y="327"/>
                  </a:cubicBezTo>
                  <a:cubicBezTo>
                    <a:pt x="655" y="148"/>
                    <a:pt x="507" y="0"/>
                    <a:pt x="3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3" name="Google Shape;21043;p90"/>
            <p:cNvSpPr/>
            <p:nvPr/>
          </p:nvSpPr>
          <p:spPr>
            <a:xfrm>
              <a:off x="6882706" y="1571663"/>
              <a:ext cx="176934" cy="222439"/>
            </a:xfrm>
            <a:custGeom>
              <a:rect b="b" l="l" r="r" t="t"/>
              <a:pathLst>
                <a:path extrusionOk="0" h="8486" w="6750">
                  <a:moveTo>
                    <a:pt x="6749" y="1"/>
                  </a:moveTo>
                  <a:cubicBezTo>
                    <a:pt x="3563" y="1"/>
                    <a:pt x="831" y="2336"/>
                    <a:pt x="1" y="6534"/>
                  </a:cubicBezTo>
                  <a:cubicBezTo>
                    <a:pt x="1" y="6534"/>
                    <a:pt x="1267" y="6897"/>
                    <a:pt x="1418" y="6967"/>
                  </a:cubicBezTo>
                  <a:lnTo>
                    <a:pt x="1175" y="7980"/>
                  </a:lnTo>
                  <a:cubicBezTo>
                    <a:pt x="1175" y="7980"/>
                    <a:pt x="1844" y="8180"/>
                    <a:pt x="2666" y="8486"/>
                  </a:cubicBezTo>
                  <a:cubicBezTo>
                    <a:pt x="1640" y="2037"/>
                    <a:pt x="5947" y="1"/>
                    <a:pt x="6749"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4" name="Google Shape;21044;p90"/>
            <p:cNvSpPr/>
            <p:nvPr/>
          </p:nvSpPr>
          <p:spPr>
            <a:xfrm>
              <a:off x="6882706" y="1661257"/>
              <a:ext cx="80970" cy="132845"/>
            </a:xfrm>
            <a:custGeom>
              <a:rect b="b" l="l" r="r" t="t"/>
              <a:pathLst>
                <a:path extrusionOk="0" h="5068" w="3089">
                  <a:moveTo>
                    <a:pt x="3088" y="1"/>
                  </a:moveTo>
                  <a:cubicBezTo>
                    <a:pt x="2132" y="338"/>
                    <a:pt x="1024" y="1200"/>
                    <a:pt x="1" y="3113"/>
                  </a:cubicBezTo>
                  <a:cubicBezTo>
                    <a:pt x="1" y="3113"/>
                    <a:pt x="1267" y="3479"/>
                    <a:pt x="1418" y="3549"/>
                  </a:cubicBezTo>
                  <a:lnTo>
                    <a:pt x="1175" y="4562"/>
                  </a:lnTo>
                  <a:cubicBezTo>
                    <a:pt x="1175" y="4562"/>
                    <a:pt x="1844" y="4762"/>
                    <a:pt x="2666" y="5068"/>
                  </a:cubicBezTo>
                  <a:cubicBezTo>
                    <a:pt x="2325" y="2919"/>
                    <a:pt x="2572" y="1260"/>
                    <a:pt x="3088"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5" name="Google Shape;21045;p90"/>
            <p:cNvSpPr/>
            <p:nvPr/>
          </p:nvSpPr>
          <p:spPr>
            <a:xfrm>
              <a:off x="7030388" y="1777116"/>
              <a:ext cx="57825" cy="40026"/>
            </a:xfrm>
            <a:custGeom>
              <a:rect b="b" l="l" r="r" t="t"/>
              <a:pathLst>
                <a:path extrusionOk="0" h="1527" w="2206">
                  <a:moveTo>
                    <a:pt x="1104" y="1"/>
                  </a:moveTo>
                  <a:cubicBezTo>
                    <a:pt x="496" y="1"/>
                    <a:pt x="0" y="324"/>
                    <a:pt x="0" y="722"/>
                  </a:cubicBezTo>
                  <a:cubicBezTo>
                    <a:pt x="0" y="1109"/>
                    <a:pt x="464" y="1309"/>
                    <a:pt x="799" y="1460"/>
                  </a:cubicBezTo>
                  <a:cubicBezTo>
                    <a:pt x="895" y="1504"/>
                    <a:pt x="999" y="1526"/>
                    <a:pt x="1103" y="1526"/>
                  </a:cubicBezTo>
                  <a:cubicBezTo>
                    <a:pt x="1206" y="1526"/>
                    <a:pt x="1310" y="1504"/>
                    <a:pt x="1407" y="1460"/>
                  </a:cubicBezTo>
                  <a:cubicBezTo>
                    <a:pt x="1741" y="1309"/>
                    <a:pt x="2205" y="1109"/>
                    <a:pt x="2205" y="722"/>
                  </a:cubicBezTo>
                  <a:cubicBezTo>
                    <a:pt x="2205" y="324"/>
                    <a:pt x="1713" y="1"/>
                    <a:pt x="110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6" name="Google Shape;21046;p90"/>
            <p:cNvSpPr/>
            <p:nvPr/>
          </p:nvSpPr>
          <p:spPr>
            <a:xfrm>
              <a:off x="6876913" y="1502068"/>
              <a:ext cx="365402" cy="360343"/>
            </a:xfrm>
            <a:custGeom>
              <a:rect b="b" l="l" r="r" t="t"/>
              <a:pathLst>
                <a:path extrusionOk="0" h="13747" w="13940">
                  <a:moveTo>
                    <a:pt x="1548" y="412"/>
                  </a:moveTo>
                  <a:cubicBezTo>
                    <a:pt x="1572" y="412"/>
                    <a:pt x="1593" y="419"/>
                    <a:pt x="1614" y="426"/>
                  </a:cubicBezTo>
                  <a:cubicBezTo>
                    <a:pt x="2304" y="687"/>
                    <a:pt x="3626" y="1341"/>
                    <a:pt x="4885" y="2796"/>
                  </a:cubicBezTo>
                  <a:cubicBezTo>
                    <a:pt x="4596" y="2895"/>
                    <a:pt x="4319" y="3014"/>
                    <a:pt x="4048" y="3155"/>
                  </a:cubicBezTo>
                  <a:cubicBezTo>
                    <a:pt x="2979" y="1559"/>
                    <a:pt x="1920" y="690"/>
                    <a:pt x="1548" y="412"/>
                  </a:cubicBezTo>
                  <a:close/>
                  <a:moveTo>
                    <a:pt x="1302" y="736"/>
                  </a:moveTo>
                  <a:lnTo>
                    <a:pt x="1302" y="736"/>
                  </a:lnTo>
                  <a:cubicBezTo>
                    <a:pt x="1639" y="989"/>
                    <a:pt x="2663" y="1830"/>
                    <a:pt x="3693" y="3352"/>
                  </a:cubicBezTo>
                  <a:cubicBezTo>
                    <a:pt x="3292" y="3595"/>
                    <a:pt x="2916" y="3880"/>
                    <a:pt x="2574" y="4200"/>
                  </a:cubicBezTo>
                  <a:cubicBezTo>
                    <a:pt x="2392" y="4372"/>
                    <a:pt x="2216" y="4551"/>
                    <a:pt x="2054" y="4741"/>
                  </a:cubicBezTo>
                  <a:cubicBezTo>
                    <a:pt x="1625" y="3445"/>
                    <a:pt x="1369" y="2099"/>
                    <a:pt x="1302" y="736"/>
                  </a:cubicBezTo>
                  <a:close/>
                  <a:moveTo>
                    <a:pt x="12392" y="409"/>
                  </a:moveTo>
                  <a:lnTo>
                    <a:pt x="12392" y="409"/>
                  </a:lnTo>
                  <a:cubicBezTo>
                    <a:pt x="12266" y="504"/>
                    <a:pt x="12058" y="669"/>
                    <a:pt x="11798" y="912"/>
                  </a:cubicBezTo>
                  <a:cubicBezTo>
                    <a:pt x="11642" y="1054"/>
                    <a:pt x="11774" y="1268"/>
                    <a:pt x="11935" y="1268"/>
                  </a:cubicBezTo>
                  <a:cubicBezTo>
                    <a:pt x="11981" y="1268"/>
                    <a:pt x="12028" y="1251"/>
                    <a:pt x="12072" y="1211"/>
                  </a:cubicBezTo>
                  <a:cubicBezTo>
                    <a:pt x="12326" y="978"/>
                    <a:pt x="12523" y="820"/>
                    <a:pt x="12642" y="732"/>
                  </a:cubicBezTo>
                  <a:lnTo>
                    <a:pt x="12642" y="732"/>
                  </a:lnTo>
                  <a:cubicBezTo>
                    <a:pt x="12572" y="2097"/>
                    <a:pt x="12319" y="3443"/>
                    <a:pt x="11886" y="4741"/>
                  </a:cubicBezTo>
                  <a:cubicBezTo>
                    <a:pt x="11724" y="4551"/>
                    <a:pt x="11552" y="4368"/>
                    <a:pt x="11369" y="4200"/>
                  </a:cubicBezTo>
                  <a:cubicBezTo>
                    <a:pt x="11025" y="3876"/>
                    <a:pt x="10652" y="3595"/>
                    <a:pt x="10251" y="3352"/>
                  </a:cubicBezTo>
                  <a:cubicBezTo>
                    <a:pt x="10603" y="2828"/>
                    <a:pt x="10993" y="2332"/>
                    <a:pt x="11418" y="1865"/>
                  </a:cubicBezTo>
                  <a:cubicBezTo>
                    <a:pt x="11542" y="1715"/>
                    <a:pt x="11410" y="1530"/>
                    <a:pt x="11259" y="1530"/>
                  </a:cubicBezTo>
                  <a:cubicBezTo>
                    <a:pt x="11212" y="1530"/>
                    <a:pt x="11163" y="1548"/>
                    <a:pt x="11119" y="1590"/>
                  </a:cubicBezTo>
                  <a:cubicBezTo>
                    <a:pt x="10673" y="2079"/>
                    <a:pt x="10261" y="2603"/>
                    <a:pt x="9892" y="3155"/>
                  </a:cubicBezTo>
                  <a:cubicBezTo>
                    <a:pt x="9621" y="3014"/>
                    <a:pt x="9344" y="2895"/>
                    <a:pt x="9059" y="2796"/>
                  </a:cubicBezTo>
                  <a:cubicBezTo>
                    <a:pt x="10318" y="1341"/>
                    <a:pt x="11636" y="687"/>
                    <a:pt x="12326" y="423"/>
                  </a:cubicBezTo>
                  <a:cubicBezTo>
                    <a:pt x="12347" y="416"/>
                    <a:pt x="12371" y="412"/>
                    <a:pt x="12392" y="409"/>
                  </a:cubicBezTo>
                  <a:close/>
                  <a:moveTo>
                    <a:pt x="9709" y="6105"/>
                  </a:moveTo>
                  <a:cubicBezTo>
                    <a:pt x="9799" y="6105"/>
                    <a:pt x="9892" y="6112"/>
                    <a:pt x="9987" y="6127"/>
                  </a:cubicBezTo>
                  <a:cubicBezTo>
                    <a:pt x="11566" y="6359"/>
                    <a:pt x="12705" y="7804"/>
                    <a:pt x="13416" y="9063"/>
                  </a:cubicBezTo>
                  <a:cubicBezTo>
                    <a:pt x="13022" y="9179"/>
                    <a:pt x="12336" y="9383"/>
                    <a:pt x="12213" y="9443"/>
                  </a:cubicBezTo>
                  <a:cubicBezTo>
                    <a:pt x="12125" y="9481"/>
                    <a:pt x="12083" y="9576"/>
                    <a:pt x="12104" y="9671"/>
                  </a:cubicBezTo>
                  <a:lnTo>
                    <a:pt x="12101" y="9671"/>
                  </a:lnTo>
                  <a:lnTo>
                    <a:pt x="12301" y="10497"/>
                  </a:lnTo>
                  <a:cubicBezTo>
                    <a:pt x="11809" y="10656"/>
                    <a:pt x="10448" y="11106"/>
                    <a:pt x="9347" y="11651"/>
                  </a:cubicBezTo>
                  <a:cubicBezTo>
                    <a:pt x="9347" y="11630"/>
                    <a:pt x="9351" y="11609"/>
                    <a:pt x="9351" y="11584"/>
                  </a:cubicBezTo>
                  <a:cubicBezTo>
                    <a:pt x="9351" y="10909"/>
                    <a:pt x="9069" y="10227"/>
                    <a:pt x="8795" y="9569"/>
                  </a:cubicBezTo>
                  <a:cubicBezTo>
                    <a:pt x="8531" y="8936"/>
                    <a:pt x="8261" y="8282"/>
                    <a:pt x="8261" y="7667"/>
                  </a:cubicBezTo>
                  <a:cubicBezTo>
                    <a:pt x="8261" y="7178"/>
                    <a:pt x="8461" y="6714"/>
                    <a:pt x="8795" y="6425"/>
                  </a:cubicBezTo>
                  <a:cubicBezTo>
                    <a:pt x="9039" y="6215"/>
                    <a:pt x="9353" y="6105"/>
                    <a:pt x="9709" y="6105"/>
                  </a:cubicBezTo>
                  <a:close/>
                  <a:moveTo>
                    <a:pt x="4226" y="6103"/>
                  </a:moveTo>
                  <a:cubicBezTo>
                    <a:pt x="4583" y="6103"/>
                    <a:pt x="4897" y="6211"/>
                    <a:pt x="5145" y="6425"/>
                  </a:cubicBezTo>
                  <a:cubicBezTo>
                    <a:pt x="5479" y="6714"/>
                    <a:pt x="5676" y="7178"/>
                    <a:pt x="5676" y="7663"/>
                  </a:cubicBezTo>
                  <a:cubicBezTo>
                    <a:pt x="5676" y="8279"/>
                    <a:pt x="5405" y="8936"/>
                    <a:pt x="5145" y="9569"/>
                  </a:cubicBezTo>
                  <a:cubicBezTo>
                    <a:pt x="4871" y="10227"/>
                    <a:pt x="4589" y="10909"/>
                    <a:pt x="4589" y="11584"/>
                  </a:cubicBezTo>
                  <a:cubicBezTo>
                    <a:pt x="4589" y="11605"/>
                    <a:pt x="4589" y="11630"/>
                    <a:pt x="4593" y="11654"/>
                  </a:cubicBezTo>
                  <a:cubicBezTo>
                    <a:pt x="3489" y="11109"/>
                    <a:pt x="2128" y="10656"/>
                    <a:pt x="1639" y="10497"/>
                  </a:cubicBezTo>
                  <a:lnTo>
                    <a:pt x="1840" y="9671"/>
                  </a:lnTo>
                  <a:cubicBezTo>
                    <a:pt x="1861" y="9580"/>
                    <a:pt x="1815" y="9481"/>
                    <a:pt x="1727" y="9439"/>
                  </a:cubicBezTo>
                  <a:cubicBezTo>
                    <a:pt x="1604" y="9383"/>
                    <a:pt x="918" y="9179"/>
                    <a:pt x="524" y="9063"/>
                  </a:cubicBezTo>
                  <a:cubicBezTo>
                    <a:pt x="1235" y="7804"/>
                    <a:pt x="2378" y="6359"/>
                    <a:pt x="3953" y="6123"/>
                  </a:cubicBezTo>
                  <a:cubicBezTo>
                    <a:pt x="4046" y="6110"/>
                    <a:pt x="4137" y="6103"/>
                    <a:pt x="4226" y="6103"/>
                  </a:cubicBezTo>
                  <a:close/>
                  <a:moveTo>
                    <a:pt x="6956" y="10698"/>
                  </a:moveTo>
                  <a:cubicBezTo>
                    <a:pt x="7434" y="10698"/>
                    <a:pt x="7853" y="10941"/>
                    <a:pt x="7853" y="11218"/>
                  </a:cubicBezTo>
                  <a:cubicBezTo>
                    <a:pt x="7853" y="11464"/>
                    <a:pt x="7469" y="11637"/>
                    <a:pt x="7192" y="11763"/>
                  </a:cubicBezTo>
                  <a:lnTo>
                    <a:pt x="7178" y="11770"/>
                  </a:lnTo>
                  <a:cubicBezTo>
                    <a:pt x="7108" y="11800"/>
                    <a:pt x="7035" y="11815"/>
                    <a:pt x="6961" y="11815"/>
                  </a:cubicBezTo>
                  <a:cubicBezTo>
                    <a:pt x="6885" y="11815"/>
                    <a:pt x="6809" y="11799"/>
                    <a:pt x="6738" y="11767"/>
                  </a:cubicBezTo>
                  <a:lnTo>
                    <a:pt x="6734" y="11770"/>
                  </a:lnTo>
                  <a:lnTo>
                    <a:pt x="6724" y="11763"/>
                  </a:lnTo>
                  <a:cubicBezTo>
                    <a:pt x="6443" y="11637"/>
                    <a:pt x="6059" y="11464"/>
                    <a:pt x="6059" y="11218"/>
                  </a:cubicBezTo>
                  <a:cubicBezTo>
                    <a:pt x="6059" y="10941"/>
                    <a:pt x="6478" y="10698"/>
                    <a:pt x="6956" y="10698"/>
                  </a:cubicBezTo>
                  <a:close/>
                  <a:moveTo>
                    <a:pt x="6970" y="2863"/>
                  </a:moveTo>
                  <a:cubicBezTo>
                    <a:pt x="8517" y="2863"/>
                    <a:pt x="9945" y="3429"/>
                    <a:pt x="11088" y="4498"/>
                  </a:cubicBezTo>
                  <a:cubicBezTo>
                    <a:pt x="12013" y="5363"/>
                    <a:pt x="12726" y="6538"/>
                    <a:pt x="13184" y="7934"/>
                  </a:cubicBezTo>
                  <a:cubicBezTo>
                    <a:pt x="12790" y="7385"/>
                    <a:pt x="12368" y="6932"/>
                    <a:pt x="11928" y="6580"/>
                  </a:cubicBezTo>
                  <a:cubicBezTo>
                    <a:pt x="11334" y="6109"/>
                    <a:pt x="10701" y="5817"/>
                    <a:pt x="10047" y="5722"/>
                  </a:cubicBezTo>
                  <a:cubicBezTo>
                    <a:pt x="9931" y="5705"/>
                    <a:pt x="9817" y="5696"/>
                    <a:pt x="9706" y="5696"/>
                  </a:cubicBezTo>
                  <a:cubicBezTo>
                    <a:pt x="9254" y="5696"/>
                    <a:pt x="8850" y="5840"/>
                    <a:pt x="8528" y="6119"/>
                  </a:cubicBezTo>
                  <a:cubicBezTo>
                    <a:pt x="8106" y="6482"/>
                    <a:pt x="7856" y="7062"/>
                    <a:pt x="7856" y="7667"/>
                  </a:cubicBezTo>
                  <a:cubicBezTo>
                    <a:pt x="7856" y="8363"/>
                    <a:pt x="8141" y="9056"/>
                    <a:pt x="8419" y="9724"/>
                  </a:cubicBezTo>
                  <a:cubicBezTo>
                    <a:pt x="8690" y="10374"/>
                    <a:pt x="8943" y="10990"/>
                    <a:pt x="8943" y="11584"/>
                  </a:cubicBezTo>
                  <a:cubicBezTo>
                    <a:pt x="8943" y="11820"/>
                    <a:pt x="8781" y="12175"/>
                    <a:pt x="8426" y="12400"/>
                  </a:cubicBezTo>
                  <a:cubicBezTo>
                    <a:pt x="8219" y="12530"/>
                    <a:pt x="8004" y="12579"/>
                    <a:pt x="7799" y="12579"/>
                  </a:cubicBezTo>
                  <a:cubicBezTo>
                    <a:pt x="7572" y="12579"/>
                    <a:pt x="7357" y="12519"/>
                    <a:pt x="7174" y="12446"/>
                  </a:cubicBezTo>
                  <a:lnTo>
                    <a:pt x="7174" y="12199"/>
                  </a:lnTo>
                  <a:cubicBezTo>
                    <a:pt x="7230" y="12185"/>
                    <a:pt x="7290" y="12168"/>
                    <a:pt x="7343" y="12143"/>
                  </a:cubicBezTo>
                  <a:lnTo>
                    <a:pt x="7357" y="12136"/>
                  </a:lnTo>
                  <a:cubicBezTo>
                    <a:pt x="7719" y="11974"/>
                    <a:pt x="8261" y="11732"/>
                    <a:pt x="8261" y="11218"/>
                  </a:cubicBezTo>
                  <a:cubicBezTo>
                    <a:pt x="8261" y="10701"/>
                    <a:pt x="7691" y="10293"/>
                    <a:pt x="6956" y="10293"/>
                  </a:cubicBezTo>
                  <a:cubicBezTo>
                    <a:pt x="6225" y="10293"/>
                    <a:pt x="5651" y="10701"/>
                    <a:pt x="5651" y="11218"/>
                  </a:cubicBezTo>
                  <a:cubicBezTo>
                    <a:pt x="5651" y="11732"/>
                    <a:pt x="6196" y="11974"/>
                    <a:pt x="6555" y="12136"/>
                  </a:cubicBezTo>
                  <a:lnTo>
                    <a:pt x="6569" y="12143"/>
                  </a:lnTo>
                  <a:cubicBezTo>
                    <a:pt x="6632" y="12171"/>
                    <a:pt x="6699" y="12192"/>
                    <a:pt x="6766" y="12206"/>
                  </a:cubicBezTo>
                  <a:lnTo>
                    <a:pt x="6766" y="12446"/>
                  </a:lnTo>
                  <a:cubicBezTo>
                    <a:pt x="6584" y="12521"/>
                    <a:pt x="6369" y="12580"/>
                    <a:pt x="6144" y="12580"/>
                  </a:cubicBezTo>
                  <a:cubicBezTo>
                    <a:pt x="5938" y="12580"/>
                    <a:pt x="5722" y="12531"/>
                    <a:pt x="5514" y="12400"/>
                  </a:cubicBezTo>
                  <a:cubicBezTo>
                    <a:pt x="5159" y="12178"/>
                    <a:pt x="4997" y="11820"/>
                    <a:pt x="4997" y="11584"/>
                  </a:cubicBezTo>
                  <a:cubicBezTo>
                    <a:pt x="4997" y="10990"/>
                    <a:pt x="5250" y="10374"/>
                    <a:pt x="5521" y="9724"/>
                  </a:cubicBezTo>
                  <a:cubicBezTo>
                    <a:pt x="5799" y="9056"/>
                    <a:pt x="6084" y="8363"/>
                    <a:pt x="6084" y="7667"/>
                  </a:cubicBezTo>
                  <a:cubicBezTo>
                    <a:pt x="6084" y="7062"/>
                    <a:pt x="5834" y="6482"/>
                    <a:pt x="5412" y="6119"/>
                  </a:cubicBezTo>
                  <a:cubicBezTo>
                    <a:pt x="5087" y="5840"/>
                    <a:pt x="4685" y="5696"/>
                    <a:pt x="4233" y="5696"/>
                  </a:cubicBezTo>
                  <a:cubicBezTo>
                    <a:pt x="4123" y="5696"/>
                    <a:pt x="4009" y="5705"/>
                    <a:pt x="3893" y="5722"/>
                  </a:cubicBezTo>
                  <a:cubicBezTo>
                    <a:pt x="3239" y="5821"/>
                    <a:pt x="2606" y="6109"/>
                    <a:pt x="2012" y="6580"/>
                  </a:cubicBezTo>
                  <a:cubicBezTo>
                    <a:pt x="1572" y="6932"/>
                    <a:pt x="1150" y="7382"/>
                    <a:pt x="756" y="7934"/>
                  </a:cubicBezTo>
                  <a:cubicBezTo>
                    <a:pt x="1214" y="6538"/>
                    <a:pt x="1924" y="5363"/>
                    <a:pt x="2849" y="4498"/>
                  </a:cubicBezTo>
                  <a:cubicBezTo>
                    <a:pt x="3995" y="3429"/>
                    <a:pt x="5419" y="2863"/>
                    <a:pt x="6970" y="2863"/>
                  </a:cubicBezTo>
                  <a:close/>
                  <a:moveTo>
                    <a:pt x="6970" y="12800"/>
                  </a:moveTo>
                  <a:cubicBezTo>
                    <a:pt x="7251" y="12800"/>
                    <a:pt x="7533" y="12862"/>
                    <a:pt x="7793" y="12987"/>
                  </a:cubicBezTo>
                  <a:cubicBezTo>
                    <a:pt x="7870" y="12984"/>
                    <a:pt x="7944" y="12980"/>
                    <a:pt x="8018" y="12970"/>
                  </a:cubicBezTo>
                  <a:lnTo>
                    <a:pt x="8018" y="12970"/>
                  </a:lnTo>
                  <a:cubicBezTo>
                    <a:pt x="7958" y="13047"/>
                    <a:pt x="7881" y="13107"/>
                    <a:pt x="7796" y="13152"/>
                  </a:cubicBezTo>
                  <a:lnTo>
                    <a:pt x="7793" y="13152"/>
                  </a:lnTo>
                  <a:cubicBezTo>
                    <a:pt x="7582" y="13272"/>
                    <a:pt x="7279" y="13339"/>
                    <a:pt x="6970" y="13339"/>
                  </a:cubicBezTo>
                  <a:cubicBezTo>
                    <a:pt x="6661" y="13339"/>
                    <a:pt x="6358" y="13272"/>
                    <a:pt x="6144" y="13152"/>
                  </a:cubicBezTo>
                  <a:cubicBezTo>
                    <a:pt x="6059" y="13107"/>
                    <a:pt x="5985" y="13047"/>
                    <a:pt x="5926" y="12970"/>
                  </a:cubicBezTo>
                  <a:lnTo>
                    <a:pt x="5926" y="12970"/>
                  </a:lnTo>
                  <a:cubicBezTo>
                    <a:pt x="6000" y="12980"/>
                    <a:pt x="6073" y="12984"/>
                    <a:pt x="6147" y="12987"/>
                  </a:cubicBezTo>
                  <a:cubicBezTo>
                    <a:pt x="6407" y="12862"/>
                    <a:pt x="6689" y="12800"/>
                    <a:pt x="6970" y="12800"/>
                  </a:cubicBezTo>
                  <a:close/>
                  <a:moveTo>
                    <a:pt x="1528" y="0"/>
                  </a:moveTo>
                  <a:cubicBezTo>
                    <a:pt x="1396" y="0"/>
                    <a:pt x="1264" y="41"/>
                    <a:pt x="1154" y="120"/>
                  </a:cubicBezTo>
                  <a:cubicBezTo>
                    <a:pt x="978" y="247"/>
                    <a:pt x="880" y="451"/>
                    <a:pt x="890" y="665"/>
                  </a:cubicBezTo>
                  <a:cubicBezTo>
                    <a:pt x="996" y="3095"/>
                    <a:pt x="1674" y="4899"/>
                    <a:pt x="1755" y="5110"/>
                  </a:cubicBezTo>
                  <a:cubicBezTo>
                    <a:pt x="925" y="6197"/>
                    <a:pt x="335" y="7572"/>
                    <a:pt x="22" y="9147"/>
                  </a:cubicBezTo>
                  <a:cubicBezTo>
                    <a:pt x="0" y="9253"/>
                    <a:pt x="64" y="9355"/>
                    <a:pt x="166" y="9383"/>
                  </a:cubicBezTo>
                  <a:cubicBezTo>
                    <a:pt x="633" y="9516"/>
                    <a:pt x="1147" y="9671"/>
                    <a:pt x="1400" y="9752"/>
                  </a:cubicBezTo>
                  <a:lnTo>
                    <a:pt x="1200" y="10589"/>
                  </a:lnTo>
                  <a:cubicBezTo>
                    <a:pt x="1175" y="10691"/>
                    <a:pt x="1235" y="10800"/>
                    <a:pt x="1337" y="10832"/>
                  </a:cubicBezTo>
                  <a:cubicBezTo>
                    <a:pt x="1358" y="10835"/>
                    <a:pt x="3447" y="11479"/>
                    <a:pt x="4772" y="12206"/>
                  </a:cubicBezTo>
                  <a:cubicBezTo>
                    <a:pt x="4902" y="12424"/>
                    <a:pt x="5082" y="12607"/>
                    <a:pt x="5300" y="12744"/>
                  </a:cubicBezTo>
                  <a:cubicBezTo>
                    <a:pt x="5349" y="12776"/>
                    <a:pt x="5405" y="12808"/>
                    <a:pt x="5461" y="12832"/>
                  </a:cubicBezTo>
                  <a:cubicBezTo>
                    <a:pt x="5476" y="13346"/>
                    <a:pt x="6133" y="13747"/>
                    <a:pt x="6970" y="13747"/>
                  </a:cubicBezTo>
                  <a:cubicBezTo>
                    <a:pt x="7807" y="13747"/>
                    <a:pt x="8465" y="13346"/>
                    <a:pt x="8479" y="12832"/>
                  </a:cubicBezTo>
                  <a:cubicBezTo>
                    <a:pt x="8535" y="12808"/>
                    <a:pt x="8591" y="12776"/>
                    <a:pt x="8644" y="12744"/>
                  </a:cubicBezTo>
                  <a:cubicBezTo>
                    <a:pt x="8858" y="12607"/>
                    <a:pt x="9041" y="12424"/>
                    <a:pt x="9171" y="12203"/>
                  </a:cubicBezTo>
                  <a:cubicBezTo>
                    <a:pt x="10497" y="11472"/>
                    <a:pt x="12582" y="10835"/>
                    <a:pt x="12603" y="10832"/>
                  </a:cubicBezTo>
                  <a:cubicBezTo>
                    <a:pt x="12709" y="10800"/>
                    <a:pt x="12769" y="10691"/>
                    <a:pt x="12744" y="10589"/>
                  </a:cubicBezTo>
                  <a:lnTo>
                    <a:pt x="12544" y="9752"/>
                  </a:lnTo>
                  <a:cubicBezTo>
                    <a:pt x="12797" y="9671"/>
                    <a:pt x="13307" y="9516"/>
                    <a:pt x="13778" y="9383"/>
                  </a:cubicBezTo>
                  <a:cubicBezTo>
                    <a:pt x="13880" y="9355"/>
                    <a:pt x="13940" y="9253"/>
                    <a:pt x="13919" y="9147"/>
                  </a:cubicBezTo>
                  <a:cubicBezTo>
                    <a:pt x="13609" y="7572"/>
                    <a:pt x="13015" y="6197"/>
                    <a:pt x="12188" y="5110"/>
                  </a:cubicBezTo>
                  <a:cubicBezTo>
                    <a:pt x="12269" y="4899"/>
                    <a:pt x="12948" y="3095"/>
                    <a:pt x="13053" y="665"/>
                  </a:cubicBezTo>
                  <a:cubicBezTo>
                    <a:pt x="13061" y="451"/>
                    <a:pt x="12962" y="247"/>
                    <a:pt x="12790" y="120"/>
                  </a:cubicBezTo>
                  <a:cubicBezTo>
                    <a:pt x="12679" y="41"/>
                    <a:pt x="12548" y="0"/>
                    <a:pt x="12415" y="0"/>
                  </a:cubicBezTo>
                  <a:cubicBezTo>
                    <a:pt x="12336" y="0"/>
                    <a:pt x="12257" y="14"/>
                    <a:pt x="12181" y="43"/>
                  </a:cubicBezTo>
                  <a:cubicBezTo>
                    <a:pt x="11436" y="328"/>
                    <a:pt x="9984" y="1049"/>
                    <a:pt x="8633" y="2666"/>
                  </a:cubicBezTo>
                  <a:cubicBezTo>
                    <a:pt x="8088" y="2524"/>
                    <a:pt x="7529" y="2453"/>
                    <a:pt x="6970" y="2453"/>
                  </a:cubicBezTo>
                  <a:cubicBezTo>
                    <a:pt x="6412" y="2453"/>
                    <a:pt x="5854" y="2524"/>
                    <a:pt x="5310" y="2666"/>
                  </a:cubicBezTo>
                  <a:cubicBezTo>
                    <a:pt x="3956" y="1049"/>
                    <a:pt x="2508" y="328"/>
                    <a:pt x="1759" y="43"/>
                  </a:cubicBezTo>
                  <a:cubicBezTo>
                    <a:pt x="1684" y="14"/>
                    <a:pt x="1606"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7" name="Google Shape;21047;p90"/>
            <p:cNvSpPr/>
            <p:nvPr/>
          </p:nvSpPr>
          <p:spPr>
            <a:xfrm>
              <a:off x="6962183" y="1674809"/>
              <a:ext cx="52189" cy="63434"/>
            </a:xfrm>
            <a:custGeom>
              <a:rect b="b" l="l" r="r" t="t"/>
              <a:pathLst>
                <a:path extrusionOk="0" h="2420" w="1991">
                  <a:moveTo>
                    <a:pt x="995" y="1"/>
                  </a:moveTo>
                  <a:cubicBezTo>
                    <a:pt x="461" y="1"/>
                    <a:pt x="28" y="433"/>
                    <a:pt x="28" y="968"/>
                  </a:cubicBezTo>
                  <a:lnTo>
                    <a:pt x="28" y="1404"/>
                  </a:lnTo>
                  <a:cubicBezTo>
                    <a:pt x="0" y="1956"/>
                    <a:pt x="440" y="2420"/>
                    <a:pt x="995" y="2420"/>
                  </a:cubicBezTo>
                  <a:cubicBezTo>
                    <a:pt x="1547" y="2420"/>
                    <a:pt x="1990" y="1956"/>
                    <a:pt x="1962" y="1404"/>
                  </a:cubicBezTo>
                  <a:lnTo>
                    <a:pt x="1962" y="1400"/>
                  </a:lnTo>
                  <a:lnTo>
                    <a:pt x="1962" y="964"/>
                  </a:lnTo>
                  <a:cubicBezTo>
                    <a:pt x="1962" y="820"/>
                    <a:pt x="1931" y="679"/>
                    <a:pt x="1867" y="549"/>
                  </a:cubicBezTo>
                  <a:cubicBezTo>
                    <a:pt x="1828" y="467"/>
                    <a:pt x="1760" y="433"/>
                    <a:pt x="1692" y="433"/>
                  </a:cubicBezTo>
                  <a:cubicBezTo>
                    <a:pt x="1558" y="433"/>
                    <a:pt x="1423" y="564"/>
                    <a:pt x="1502" y="725"/>
                  </a:cubicBezTo>
                  <a:cubicBezTo>
                    <a:pt x="1537" y="799"/>
                    <a:pt x="1554" y="883"/>
                    <a:pt x="1554" y="964"/>
                  </a:cubicBezTo>
                  <a:lnTo>
                    <a:pt x="1554" y="1400"/>
                  </a:lnTo>
                  <a:cubicBezTo>
                    <a:pt x="1554" y="1710"/>
                    <a:pt x="1305" y="1959"/>
                    <a:pt x="995" y="1959"/>
                  </a:cubicBezTo>
                  <a:cubicBezTo>
                    <a:pt x="689" y="1959"/>
                    <a:pt x="436" y="1710"/>
                    <a:pt x="440" y="1400"/>
                  </a:cubicBezTo>
                  <a:lnTo>
                    <a:pt x="440" y="964"/>
                  </a:lnTo>
                  <a:cubicBezTo>
                    <a:pt x="440" y="658"/>
                    <a:pt x="689" y="409"/>
                    <a:pt x="995" y="409"/>
                  </a:cubicBezTo>
                  <a:cubicBezTo>
                    <a:pt x="1108" y="409"/>
                    <a:pt x="1199" y="317"/>
                    <a:pt x="1199" y="205"/>
                  </a:cubicBezTo>
                  <a:cubicBezTo>
                    <a:pt x="1199" y="92"/>
                    <a:pt x="1108" y="1"/>
                    <a:pt x="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8" name="Google Shape;21048;p90"/>
            <p:cNvSpPr/>
            <p:nvPr/>
          </p:nvSpPr>
          <p:spPr>
            <a:xfrm>
              <a:off x="7105591" y="1674730"/>
              <a:ext cx="50643" cy="60865"/>
            </a:xfrm>
            <a:custGeom>
              <a:rect b="b" l="l" r="r" t="t"/>
              <a:pathLst>
                <a:path extrusionOk="0" h="2322" w="1932">
                  <a:moveTo>
                    <a:pt x="968" y="0"/>
                  </a:moveTo>
                  <a:cubicBezTo>
                    <a:pt x="433" y="0"/>
                    <a:pt x="1" y="433"/>
                    <a:pt x="1" y="967"/>
                  </a:cubicBezTo>
                  <a:lnTo>
                    <a:pt x="1" y="1403"/>
                  </a:lnTo>
                  <a:cubicBezTo>
                    <a:pt x="29" y="1917"/>
                    <a:pt x="451" y="2321"/>
                    <a:pt x="968" y="2321"/>
                  </a:cubicBezTo>
                  <a:cubicBezTo>
                    <a:pt x="1481" y="2321"/>
                    <a:pt x="1907" y="1917"/>
                    <a:pt x="1931" y="1403"/>
                  </a:cubicBezTo>
                  <a:lnTo>
                    <a:pt x="1931" y="967"/>
                  </a:lnTo>
                  <a:cubicBezTo>
                    <a:pt x="1931" y="827"/>
                    <a:pt x="1900" y="682"/>
                    <a:pt x="1840" y="556"/>
                  </a:cubicBezTo>
                  <a:cubicBezTo>
                    <a:pt x="1804" y="482"/>
                    <a:pt x="1731" y="437"/>
                    <a:pt x="1655" y="437"/>
                  </a:cubicBezTo>
                  <a:cubicBezTo>
                    <a:pt x="1626" y="437"/>
                    <a:pt x="1597" y="444"/>
                    <a:pt x="1569" y="457"/>
                  </a:cubicBezTo>
                  <a:cubicBezTo>
                    <a:pt x="1467" y="507"/>
                    <a:pt x="1425" y="626"/>
                    <a:pt x="1474" y="728"/>
                  </a:cubicBezTo>
                  <a:cubicBezTo>
                    <a:pt x="1509" y="802"/>
                    <a:pt x="1527" y="883"/>
                    <a:pt x="1527" y="967"/>
                  </a:cubicBezTo>
                  <a:lnTo>
                    <a:pt x="1527" y="1403"/>
                  </a:lnTo>
                  <a:cubicBezTo>
                    <a:pt x="1527" y="1713"/>
                    <a:pt x="1277" y="1962"/>
                    <a:pt x="968" y="1962"/>
                  </a:cubicBezTo>
                  <a:cubicBezTo>
                    <a:pt x="658" y="1962"/>
                    <a:pt x="409" y="1713"/>
                    <a:pt x="409" y="1403"/>
                  </a:cubicBezTo>
                  <a:lnTo>
                    <a:pt x="409" y="967"/>
                  </a:lnTo>
                  <a:cubicBezTo>
                    <a:pt x="412" y="658"/>
                    <a:pt x="662" y="408"/>
                    <a:pt x="968" y="408"/>
                  </a:cubicBezTo>
                  <a:cubicBezTo>
                    <a:pt x="1080" y="408"/>
                    <a:pt x="1172" y="317"/>
                    <a:pt x="1172" y="204"/>
                  </a:cubicBezTo>
                  <a:cubicBezTo>
                    <a:pt x="1172" y="92"/>
                    <a:pt x="1080" y="0"/>
                    <a:pt x="9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9" name="Google Shape;21049;p90"/>
          <p:cNvGrpSpPr/>
          <p:nvPr/>
        </p:nvGrpSpPr>
        <p:grpSpPr>
          <a:xfrm>
            <a:off x="1426889" y="1499867"/>
            <a:ext cx="331405" cy="364563"/>
            <a:chOff x="1426889" y="1499867"/>
            <a:chExt cx="331405" cy="364563"/>
          </a:xfrm>
        </p:grpSpPr>
        <p:sp>
          <p:nvSpPr>
            <p:cNvPr id="21050" name="Google Shape;21050;p90"/>
            <p:cNvSpPr/>
            <p:nvPr/>
          </p:nvSpPr>
          <p:spPr>
            <a:xfrm>
              <a:off x="1432787" y="1625136"/>
              <a:ext cx="102701" cy="137852"/>
            </a:xfrm>
            <a:custGeom>
              <a:rect b="b" l="l" r="r" t="t"/>
              <a:pathLst>
                <a:path extrusionOk="0" h="5259" w="3918">
                  <a:moveTo>
                    <a:pt x="3918" y="0"/>
                  </a:moveTo>
                  <a:cubicBezTo>
                    <a:pt x="3918" y="0"/>
                    <a:pt x="873" y="1087"/>
                    <a:pt x="1" y="5222"/>
                  </a:cubicBezTo>
                  <a:cubicBezTo>
                    <a:pt x="1" y="5222"/>
                    <a:pt x="213" y="5258"/>
                    <a:pt x="524" y="5258"/>
                  </a:cubicBezTo>
                  <a:cubicBezTo>
                    <a:pt x="984" y="5258"/>
                    <a:pt x="1657" y="5180"/>
                    <a:pt x="2177" y="4790"/>
                  </a:cubicBezTo>
                  <a:lnTo>
                    <a:pt x="3918"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1" name="Google Shape;21051;p90"/>
            <p:cNvSpPr/>
            <p:nvPr/>
          </p:nvSpPr>
          <p:spPr>
            <a:xfrm>
              <a:off x="1649669" y="1625136"/>
              <a:ext cx="102727" cy="137852"/>
            </a:xfrm>
            <a:custGeom>
              <a:rect b="b" l="l" r="r" t="t"/>
              <a:pathLst>
                <a:path extrusionOk="0" h="5259" w="3919">
                  <a:moveTo>
                    <a:pt x="1" y="0"/>
                  </a:moveTo>
                  <a:lnTo>
                    <a:pt x="1741" y="4790"/>
                  </a:lnTo>
                  <a:cubicBezTo>
                    <a:pt x="2259" y="5180"/>
                    <a:pt x="2933" y="5258"/>
                    <a:pt x="3393" y="5258"/>
                  </a:cubicBezTo>
                  <a:cubicBezTo>
                    <a:pt x="3705" y="5258"/>
                    <a:pt x="3918" y="5222"/>
                    <a:pt x="3918" y="5222"/>
                  </a:cubicBezTo>
                  <a:cubicBezTo>
                    <a:pt x="3046" y="1087"/>
                    <a:pt x="1" y="0"/>
                    <a:pt x="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2" name="Google Shape;21052;p90"/>
            <p:cNvSpPr/>
            <p:nvPr/>
          </p:nvSpPr>
          <p:spPr>
            <a:xfrm>
              <a:off x="1478423" y="1630746"/>
              <a:ext cx="228337" cy="228442"/>
            </a:xfrm>
            <a:custGeom>
              <a:rect b="b" l="l" r="r" t="t"/>
              <a:pathLst>
                <a:path extrusionOk="0" h="8715" w="8711">
                  <a:moveTo>
                    <a:pt x="1811" y="1"/>
                  </a:moveTo>
                  <a:cubicBezTo>
                    <a:pt x="714" y="1210"/>
                    <a:pt x="4" y="3081"/>
                    <a:pt x="4" y="4790"/>
                  </a:cubicBezTo>
                  <a:cubicBezTo>
                    <a:pt x="0" y="6003"/>
                    <a:pt x="507" y="7160"/>
                    <a:pt x="1396" y="7983"/>
                  </a:cubicBezTo>
                  <a:lnTo>
                    <a:pt x="3485" y="8715"/>
                  </a:lnTo>
                  <a:lnTo>
                    <a:pt x="5226" y="8711"/>
                  </a:lnTo>
                  <a:lnTo>
                    <a:pt x="7328" y="7973"/>
                  </a:lnTo>
                  <a:cubicBezTo>
                    <a:pt x="8211" y="7150"/>
                    <a:pt x="8710" y="5996"/>
                    <a:pt x="8710" y="4794"/>
                  </a:cubicBezTo>
                  <a:cubicBezTo>
                    <a:pt x="8710" y="3088"/>
                    <a:pt x="8004" y="1228"/>
                    <a:pt x="6917" y="15"/>
                  </a:cubicBezTo>
                  <a:lnTo>
                    <a:pt x="1811" y="1"/>
                  </a:ln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3" name="Google Shape;21053;p90"/>
            <p:cNvSpPr/>
            <p:nvPr/>
          </p:nvSpPr>
          <p:spPr>
            <a:xfrm>
              <a:off x="1512709" y="1630850"/>
              <a:ext cx="159765" cy="188337"/>
            </a:xfrm>
            <a:custGeom>
              <a:rect b="b" l="l" r="r" t="t"/>
              <a:pathLst>
                <a:path extrusionOk="0" h="7185" w="6095">
                  <a:moveTo>
                    <a:pt x="1090" y="0"/>
                  </a:moveTo>
                  <a:cubicBezTo>
                    <a:pt x="524" y="957"/>
                    <a:pt x="0" y="2704"/>
                    <a:pt x="0" y="3918"/>
                  </a:cubicBezTo>
                  <a:cubicBezTo>
                    <a:pt x="0" y="5722"/>
                    <a:pt x="1365" y="7184"/>
                    <a:pt x="3049" y="7184"/>
                  </a:cubicBezTo>
                  <a:cubicBezTo>
                    <a:pt x="4733" y="7184"/>
                    <a:pt x="6094" y="5722"/>
                    <a:pt x="6094" y="3918"/>
                  </a:cubicBezTo>
                  <a:cubicBezTo>
                    <a:pt x="6094" y="2704"/>
                    <a:pt x="5570" y="957"/>
                    <a:pt x="500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4" name="Google Shape;21054;p90"/>
            <p:cNvSpPr/>
            <p:nvPr/>
          </p:nvSpPr>
          <p:spPr>
            <a:xfrm>
              <a:off x="1506994" y="1836199"/>
              <a:ext cx="68493" cy="22910"/>
            </a:xfrm>
            <a:custGeom>
              <a:rect b="b" l="l" r="r" t="t"/>
              <a:pathLst>
                <a:path extrusionOk="0" h="874" w="2613">
                  <a:moveTo>
                    <a:pt x="872" y="1"/>
                  </a:moveTo>
                  <a:cubicBezTo>
                    <a:pt x="391" y="1"/>
                    <a:pt x="0" y="391"/>
                    <a:pt x="0" y="873"/>
                  </a:cubicBezTo>
                  <a:lnTo>
                    <a:pt x="2613" y="873"/>
                  </a:lnTo>
                  <a:cubicBezTo>
                    <a:pt x="2613" y="391"/>
                    <a:pt x="2223" y="1"/>
                    <a:pt x="1741"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5" name="Google Shape;21055;p90"/>
            <p:cNvSpPr/>
            <p:nvPr/>
          </p:nvSpPr>
          <p:spPr>
            <a:xfrm>
              <a:off x="1506994" y="1836199"/>
              <a:ext cx="45636" cy="22910"/>
            </a:xfrm>
            <a:custGeom>
              <a:rect b="b" l="l" r="r" t="t"/>
              <a:pathLst>
                <a:path extrusionOk="0" h="874" w="1741">
                  <a:moveTo>
                    <a:pt x="872" y="1"/>
                  </a:moveTo>
                  <a:cubicBezTo>
                    <a:pt x="391" y="1"/>
                    <a:pt x="0" y="391"/>
                    <a:pt x="0" y="873"/>
                  </a:cubicBezTo>
                  <a:lnTo>
                    <a:pt x="872" y="873"/>
                  </a:lnTo>
                  <a:cubicBezTo>
                    <a:pt x="872" y="391"/>
                    <a:pt x="1259" y="1"/>
                    <a:pt x="1741"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6" name="Google Shape;21056;p90"/>
            <p:cNvSpPr/>
            <p:nvPr/>
          </p:nvSpPr>
          <p:spPr>
            <a:xfrm>
              <a:off x="1609669" y="1836199"/>
              <a:ext cx="68598" cy="22910"/>
            </a:xfrm>
            <a:custGeom>
              <a:rect b="b" l="l" r="r" t="t"/>
              <a:pathLst>
                <a:path extrusionOk="0" h="874" w="2617">
                  <a:moveTo>
                    <a:pt x="873" y="1"/>
                  </a:moveTo>
                  <a:cubicBezTo>
                    <a:pt x="391" y="1"/>
                    <a:pt x="1" y="391"/>
                    <a:pt x="1" y="873"/>
                  </a:cubicBezTo>
                  <a:lnTo>
                    <a:pt x="2617" y="873"/>
                  </a:lnTo>
                  <a:cubicBezTo>
                    <a:pt x="2617" y="391"/>
                    <a:pt x="2223" y="1"/>
                    <a:pt x="1745"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7" name="Google Shape;21057;p90"/>
            <p:cNvSpPr/>
            <p:nvPr/>
          </p:nvSpPr>
          <p:spPr>
            <a:xfrm>
              <a:off x="1609669" y="1836199"/>
              <a:ext cx="45741" cy="22910"/>
            </a:xfrm>
            <a:custGeom>
              <a:rect b="b" l="l" r="r" t="t"/>
              <a:pathLst>
                <a:path extrusionOk="0" h="874" w="1745">
                  <a:moveTo>
                    <a:pt x="873" y="1"/>
                  </a:moveTo>
                  <a:cubicBezTo>
                    <a:pt x="391" y="1"/>
                    <a:pt x="1" y="391"/>
                    <a:pt x="1" y="873"/>
                  </a:cubicBezTo>
                  <a:lnTo>
                    <a:pt x="873" y="873"/>
                  </a:lnTo>
                  <a:cubicBezTo>
                    <a:pt x="873" y="391"/>
                    <a:pt x="1263" y="1"/>
                    <a:pt x="1745"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8" name="Google Shape;21058;p90"/>
            <p:cNvSpPr/>
            <p:nvPr/>
          </p:nvSpPr>
          <p:spPr>
            <a:xfrm>
              <a:off x="1512709" y="1505293"/>
              <a:ext cx="159765" cy="159765"/>
            </a:xfrm>
            <a:custGeom>
              <a:rect b="b" l="l" r="r" t="t"/>
              <a:pathLst>
                <a:path extrusionOk="0" h="6095" w="6095">
                  <a:moveTo>
                    <a:pt x="3049" y="1"/>
                  </a:moveTo>
                  <a:cubicBezTo>
                    <a:pt x="1365" y="1"/>
                    <a:pt x="0" y="1365"/>
                    <a:pt x="0" y="3046"/>
                  </a:cubicBezTo>
                  <a:cubicBezTo>
                    <a:pt x="0" y="4731"/>
                    <a:pt x="1365" y="6095"/>
                    <a:pt x="3049" y="6095"/>
                  </a:cubicBezTo>
                  <a:cubicBezTo>
                    <a:pt x="4730" y="6095"/>
                    <a:pt x="6094" y="4731"/>
                    <a:pt x="6094" y="3046"/>
                  </a:cubicBezTo>
                  <a:cubicBezTo>
                    <a:pt x="6094" y="1365"/>
                    <a:pt x="4730" y="1"/>
                    <a:pt x="3049"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9" name="Google Shape;21059;p90"/>
            <p:cNvSpPr/>
            <p:nvPr/>
          </p:nvSpPr>
          <p:spPr>
            <a:xfrm>
              <a:off x="1575461" y="1607993"/>
              <a:ext cx="34234" cy="34312"/>
            </a:xfrm>
            <a:custGeom>
              <a:rect b="b" l="l" r="r" t="t"/>
              <a:pathLst>
                <a:path extrusionOk="0" h="1309" w="1306">
                  <a:moveTo>
                    <a:pt x="655" y="0"/>
                  </a:moveTo>
                  <a:lnTo>
                    <a:pt x="1" y="436"/>
                  </a:lnTo>
                  <a:lnTo>
                    <a:pt x="655" y="1308"/>
                  </a:lnTo>
                  <a:lnTo>
                    <a:pt x="1306" y="436"/>
                  </a:lnTo>
                  <a:lnTo>
                    <a:pt x="655"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0" name="Google Shape;21060;p90"/>
            <p:cNvSpPr/>
            <p:nvPr/>
          </p:nvSpPr>
          <p:spPr>
            <a:xfrm>
              <a:off x="1512420" y="1505319"/>
              <a:ext cx="94417" cy="159818"/>
            </a:xfrm>
            <a:custGeom>
              <a:rect b="b" l="l" r="r" t="t"/>
              <a:pathLst>
                <a:path extrusionOk="0" h="6097" w="3602">
                  <a:moveTo>
                    <a:pt x="3039" y="1"/>
                  </a:moveTo>
                  <a:cubicBezTo>
                    <a:pt x="1395" y="1"/>
                    <a:pt x="1" y="1336"/>
                    <a:pt x="1" y="3049"/>
                  </a:cubicBezTo>
                  <a:cubicBezTo>
                    <a:pt x="1" y="4762"/>
                    <a:pt x="1395" y="6097"/>
                    <a:pt x="3039" y="6097"/>
                  </a:cubicBezTo>
                  <a:cubicBezTo>
                    <a:pt x="3224" y="6097"/>
                    <a:pt x="3412" y="6080"/>
                    <a:pt x="3602" y="6045"/>
                  </a:cubicBezTo>
                  <a:cubicBezTo>
                    <a:pt x="2153" y="5781"/>
                    <a:pt x="1101" y="4522"/>
                    <a:pt x="1101" y="3049"/>
                  </a:cubicBezTo>
                  <a:cubicBezTo>
                    <a:pt x="1098" y="1575"/>
                    <a:pt x="2153" y="313"/>
                    <a:pt x="3602" y="53"/>
                  </a:cubicBezTo>
                  <a:cubicBezTo>
                    <a:pt x="3412" y="17"/>
                    <a:pt x="3224" y="1"/>
                    <a:pt x="3039"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1" name="Google Shape;21061;p90"/>
            <p:cNvSpPr/>
            <p:nvPr/>
          </p:nvSpPr>
          <p:spPr>
            <a:xfrm>
              <a:off x="1512709" y="1505293"/>
              <a:ext cx="159765" cy="82805"/>
            </a:xfrm>
            <a:custGeom>
              <a:rect b="b" l="l" r="r" t="t"/>
              <a:pathLst>
                <a:path extrusionOk="0" h="3159" w="6095">
                  <a:moveTo>
                    <a:pt x="3049" y="1"/>
                  </a:moveTo>
                  <a:cubicBezTo>
                    <a:pt x="1365" y="1"/>
                    <a:pt x="0" y="1365"/>
                    <a:pt x="0" y="3050"/>
                  </a:cubicBezTo>
                  <a:cubicBezTo>
                    <a:pt x="0" y="3088"/>
                    <a:pt x="4" y="3124"/>
                    <a:pt x="7" y="3159"/>
                  </a:cubicBezTo>
                  <a:cubicBezTo>
                    <a:pt x="65" y="2234"/>
                    <a:pt x="834" y="1632"/>
                    <a:pt x="1638" y="1632"/>
                  </a:cubicBezTo>
                  <a:cubicBezTo>
                    <a:pt x="2014" y="1632"/>
                    <a:pt x="2397" y="1763"/>
                    <a:pt x="2719" y="2055"/>
                  </a:cubicBezTo>
                  <a:cubicBezTo>
                    <a:pt x="2812" y="2137"/>
                    <a:pt x="2929" y="2179"/>
                    <a:pt x="3047" y="2179"/>
                  </a:cubicBezTo>
                  <a:cubicBezTo>
                    <a:pt x="3165" y="2179"/>
                    <a:pt x="3283" y="2137"/>
                    <a:pt x="3376" y="2055"/>
                  </a:cubicBezTo>
                  <a:cubicBezTo>
                    <a:pt x="3697" y="1763"/>
                    <a:pt x="4081" y="1632"/>
                    <a:pt x="4456" y="1632"/>
                  </a:cubicBezTo>
                  <a:cubicBezTo>
                    <a:pt x="5260" y="1632"/>
                    <a:pt x="6031" y="2234"/>
                    <a:pt x="6091" y="3159"/>
                  </a:cubicBezTo>
                  <a:cubicBezTo>
                    <a:pt x="6091" y="3124"/>
                    <a:pt x="6094" y="3088"/>
                    <a:pt x="6094" y="3050"/>
                  </a:cubicBezTo>
                  <a:cubicBezTo>
                    <a:pt x="6094" y="1365"/>
                    <a:pt x="4730" y="1"/>
                    <a:pt x="3049"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2" name="Google Shape;21062;p90"/>
            <p:cNvSpPr/>
            <p:nvPr/>
          </p:nvSpPr>
          <p:spPr>
            <a:xfrm>
              <a:off x="1512709" y="1505293"/>
              <a:ext cx="94129" cy="82805"/>
            </a:xfrm>
            <a:custGeom>
              <a:rect b="b" l="l" r="r" t="t"/>
              <a:pathLst>
                <a:path extrusionOk="0" h="3159" w="3591">
                  <a:moveTo>
                    <a:pt x="3049" y="1"/>
                  </a:moveTo>
                  <a:cubicBezTo>
                    <a:pt x="1365" y="1"/>
                    <a:pt x="0" y="1365"/>
                    <a:pt x="0" y="3050"/>
                  </a:cubicBezTo>
                  <a:cubicBezTo>
                    <a:pt x="0" y="3088"/>
                    <a:pt x="4" y="3124"/>
                    <a:pt x="7" y="3159"/>
                  </a:cubicBezTo>
                  <a:cubicBezTo>
                    <a:pt x="57" y="2378"/>
                    <a:pt x="658" y="1742"/>
                    <a:pt x="1435" y="1647"/>
                  </a:cubicBezTo>
                  <a:cubicBezTo>
                    <a:pt x="1868" y="810"/>
                    <a:pt x="2666" y="222"/>
                    <a:pt x="3591" y="54"/>
                  </a:cubicBezTo>
                  <a:cubicBezTo>
                    <a:pt x="3411" y="19"/>
                    <a:pt x="3232" y="1"/>
                    <a:pt x="304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3" name="Google Shape;21063;p90"/>
            <p:cNvSpPr/>
            <p:nvPr/>
          </p:nvSpPr>
          <p:spPr>
            <a:xfrm>
              <a:off x="1546995" y="1573786"/>
              <a:ext cx="22779" cy="28519"/>
            </a:xfrm>
            <a:custGeom>
              <a:rect b="b" l="l" r="r" t="t"/>
              <a:pathLst>
                <a:path extrusionOk="0" h="1088" w="869">
                  <a:moveTo>
                    <a:pt x="436" y="1"/>
                  </a:moveTo>
                  <a:cubicBezTo>
                    <a:pt x="194" y="1"/>
                    <a:pt x="0" y="198"/>
                    <a:pt x="0" y="437"/>
                  </a:cubicBezTo>
                  <a:lnTo>
                    <a:pt x="0" y="651"/>
                  </a:lnTo>
                  <a:cubicBezTo>
                    <a:pt x="0" y="894"/>
                    <a:pt x="194" y="1087"/>
                    <a:pt x="436" y="1087"/>
                  </a:cubicBezTo>
                  <a:cubicBezTo>
                    <a:pt x="672" y="1087"/>
                    <a:pt x="869" y="894"/>
                    <a:pt x="869" y="658"/>
                  </a:cubicBezTo>
                  <a:lnTo>
                    <a:pt x="869" y="437"/>
                  </a:lnTo>
                  <a:cubicBezTo>
                    <a:pt x="869" y="198"/>
                    <a:pt x="676" y="1"/>
                    <a:pt x="43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4" name="Google Shape;21064;p90"/>
            <p:cNvSpPr/>
            <p:nvPr/>
          </p:nvSpPr>
          <p:spPr>
            <a:xfrm>
              <a:off x="1615383" y="1573786"/>
              <a:ext cx="22884" cy="28519"/>
            </a:xfrm>
            <a:custGeom>
              <a:rect b="b" l="l" r="r" t="t"/>
              <a:pathLst>
                <a:path extrusionOk="0" h="1088" w="873">
                  <a:moveTo>
                    <a:pt x="437" y="1"/>
                  </a:moveTo>
                  <a:cubicBezTo>
                    <a:pt x="198" y="1"/>
                    <a:pt x="1" y="198"/>
                    <a:pt x="1" y="437"/>
                  </a:cubicBezTo>
                  <a:lnTo>
                    <a:pt x="1" y="651"/>
                  </a:lnTo>
                  <a:cubicBezTo>
                    <a:pt x="1" y="894"/>
                    <a:pt x="198" y="1087"/>
                    <a:pt x="437" y="1087"/>
                  </a:cubicBezTo>
                  <a:cubicBezTo>
                    <a:pt x="676" y="1087"/>
                    <a:pt x="869" y="894"/>
                    <a:pt x="873" y="658"/>
                  </a:cubicBezTo>
                  <a:lnTo>
                    <a:pt x="873" y="437"/>
                  </a:lnTo>
                  <a:cubicBezTo>
                    <a:pt x="873" y="198"/>
                    <a:pt x="676" y="1"/>
                    <a:pt x="43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5" name="Google Shape;21065;p90"/>
            <p:cNvSpPr/>
            <p:nvPr/>
          </p:nvSpPr>
          <p:spPr>
            <a:xfrm>
              <a:off x="1620730" y="1579133"/>
              <a:ext cx="12189" cy="12110"/>
            </a:xfrm>
            <a:custGeom>
              <a:rect b="b" l="l" r="r" t="t"/>
              <a:pathLst>
                <a:path extrusionOk="0" h="462" w="465">
                  <a:moveTo>
                    <a:pt x="233" y="1"/>
                  </a:moveTo>
                  <a:cubicBezTo>
                    <a:pt x="106" y="1"/>
                    <a:pt x="1" y="103"/>
                    <a:pt x="1" y="229"/>
                  </a:cubicBezTo>
                  <a:cubicBezTo>
                    <a:pt x="1" y="359"/>
                    <a:pt x="106" y="461"/>
                    <a:pt x="233" y="461"/>
                  </a:cubicBezTo>
                  <a:cubicBezTo>
                    <a:pt x="359" y="461"/>
                    <a:pt x="465" y="359"/>
                    <a:pt x="465" y="229"/>
                  </a:cubicBezTo>
                  <a:cubicBezTo>
                    <a:pt x="465" y="103"/>
                    <a:pt x="359"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6" name="Google Shape;21066;p90"/>
            <p:cNvSpPr/>
            <p:nvPr/>
          </p:nvSpPr>
          <p:spPr>
            <a:xfrm>
              <a:off x="1552237" y="1579133"/>
              <a:ext cx="12215" cy="12110"/>
            </a:xfrm>
            <a:custGeom>
              <a:rect b="b" l="l" r="r" t="t"/>
              <a:pathLst>
                <a:path extrusionOk="0" h="462" w="466">
                  <a:moveTo>
                    <a:pt x="233" y="1"/>
                  </a:moveTo>
                  <a:cubicBezTo>
                    <a:pt x="106" y="1"/>
                    <a:pt x="1" y="103"/>
                    <a:pt x="1" y="229"/>
                  </a:cubicBezTo>
                  <a:cubicBezTo>
                    <a:pt x="1" y="359"/>
                    <a:pt x="106" y="461"/>
                    <a:pt x="233" y="461"/>
                  </a:cubicBezTo>
                  <a:cubicBezTo>
                    <a:pt x="360" y="461"/>
                    <a:pt x="465" y="359"/>
                    <a:pt x="465" y="229"/>
                  </a:cubicBezTo>
                  <a:cubicBezTo>
                    <a:pt x="465" y="103"/>
                    <a:pt x="360"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7" name="Google Shape;21067;p90"/>
            <p:cNvSpPr/>
            <p:nvPr/>
          </p:nvSpPr>
          <p:spPr>
            <a:xfrm>
              <a:off x="1426889" y="1499867"/>
              <a:ext cx="331405" cy="364563"/>
            </a:xfrm>
            <a:custGeom>
              <a:rect b="b" l="l" r="r" t="t"/>
              <a:pathLst>
                <a:path extrusionOk="0" h="13908" w="12643">
                  <a:moveTo>
                    <a:pt x="6323" y="412"/>
                  </a:moveTo>
                  <a:cubicBezTo>
                    <a:pt x="7353" y="412"/>
                    <a:pt x="8303" y="971"/>
                    <a:pt x="8806" y="1871"/>
                  </a:cubicBezTo>
                  <a:cubicBezTo>
                    <a:pt x="8739" y="1822"/>
                    <a:pt x="8669" y="1780"/>
                    <a:pt x="8595" y="1738"/>
                  </a:cubicBezTo>
                  <a:cubicBezTo>
                    <a:pt x="8560" y="1719"/>
                    <a:pt x="8526" y="1711"/>
                    <a:pt x="8495" y="1711"/>
                  </a:cubicBezTo>
                  <a:cubicBezTo>
                    <a:pt x="8309" y="1711"/>
                    <a:pt x="8200" y="1992"/>
                    <a:pt x="8405" y="2100"/>
                  </a:cubicBezTo>
                  <a:cubicBezTo>
                    <a:pt x="8858" y="2339"/>
                    <a:pt x="9150" y="2803"/>
                    <a:pt x="9164" y="3320"/>
                  </a:cubicBezTo>
                  <a:cubicBezTo>
                    <a:pt x="9150" y="4864"/>
                    <a:pt x="7902" y="6116"/>
                    <a:pt x="6355" y="6133"/>
                  </a:cubicBezTo>
                  <a:cubicBezTo>
                    <a:pt x="6344" y="6133"/>
                    <a:pt x="6333" y="6133"/>
                    <a:pt x="6322" y="6133"/>
                  </a:cubicBezTo>
                  <a:cubicBezTo>
                    <a:pt x="4789" y="6133"/>
                    <a:pt x="3531" y="4920"/>
                    <a:pt x="3478" y="3383"/>
                  </a:cubicBezTo>
                  <a:cubicBezTo>
                    <a:pt x="3513" y="2810"/>
                    <a:pt x="3893" y="2311"/>
                    <a:pt x="4438" y="2124"/>
                  </a:cubicBezTo>
                  <a:cubicBezTo>
                    <a:pt x="4592" y="2071"/>
                    <a:pt x="4750" y="2045"/>
                    <a:pt x="4906" y="2045"/>
                  </a:cubicBezTo>
                  <a:cubicBezTo>
                    <a:pt x="5305" y="2045"/>
                    <a:pt x="5693" y="2214"/>
                    <a:pt x="5968" y="2522"/>
                  </a:cubicBezTo>
                  <a:cubicBezTo>
                    <a:pt x="6046" y="2607"/>
                    <a:pt x="6157" y="2656"/>
                    <a:pt x="6269" y="2656"/>
                  </a:cubicBezTo>
                  <a:cubicBezTo>
                    <a:pt x="6273" y="2656"/>
                    <a:pt x="6277" y="2656"/>
                    <a:pt x="6281" y="2655"/>
                  </a:cubicBezTo>
                  <a:cubicBezTo>
                    <a:pt x="6411" y="2652"/>
                    <a:pt x="6531" y="2589"/>
                    <a:pt x="6608" y="2487"/>
                  </a:cubicBezTo>
                  <a:cubicBezTo>
                    <a:pt x="6858" y="2167"/>
                    <a:pt x="7234" y="1966"/>
                    <a:pt x="7642" y="1938"/>
                  </a:cubicBezTo>
                  <a:cubicBezTo>
                    <a:pt x="7754" y="1931"/>
                    <a:pt x="7839" y="1833"/>
                    <a:pt x="7832" y="1720"/>
                  </a:cubicBezTo>
                  <a:cubicBezTo>
                    <a:pt x="7825" y="1612"/>
                    <a:pt x="7734" y="1530"/>
                    <a:pt x="7627" y="1530"/>
                  </a:cubicBezTo>
                  <a:cubicBezTo>
                    <a:pt x="7622" y="1530"/>
                    <a:pt x="7618" y="1530"/>
                    <a:pt x="7614" y="1530"/>
                  </a:cubicBezTo>
                  <a:cubicBezTo>
                    <a:pt x="7093" y="1565"/>
                    <a:pt x="6608" y="1826"/>
                    <a:pt x="6288" y="2237"/>
                  </a:cubicBezTo>
                  <a:cubicBezTo>
                    <a:pt x="6284" y="2244"/>
                    <a:pt x="6277" y="2247"/>
                    <a:pt x="6274" y="2247"/>
                  </a:cubicBezTo>
                  <a:cubicBezTo>
                    <a:pt x="5912" y="1843"/>
                    <a:pt x="5411" y="1636"/>
                    <a:pt x="4906" y="1636"/>
                  </a:cubicBezTo>
                  <a:cubicBezTo>
                    <a:pt x="4496" y="1636"/>
                    <a:pt x="4085" y="1772"/>
                    <a:pt x="3745" y="2051"/>
                  </a:cubicBezTo>
                  <a:cubicBezTo>
                    <a:pt x="4213" y="1052"/>
                    <a:pt x="5219" y="412"/>
                    <a:pt x="6323" y="412"/>
                  </a:cubicBezTo>
                  <a:close/>
                  <a:moveTo>
                    <a:pt x="3000" y="5683"/>
                  </a:moveTo>
                  <a:cubicBezTo>
                    <a:pt x="2255" y="6840"/>
                    <a:pt x="1790" y="8306"/>
                    <a:pt x="1769" y="9671"/>
                  </a:cubicBezTo>
                  <a:cubicBezTo>
                    <a:pt x="1494" y="9818"/>
                    <a:pt x="1146" y="9856"/>
                    <a:pt x="856" y="9856"/>
                  </a:cubicBezTo>
                  <a:cubicBezTo>
                    <a:pt x="709" y="9856"/>
                    <a:pt x="577" y="9847"/>
                    <a:pt x="475" y="9836"/>
                  </a:cubicBezTo>
                  <a:cubicBezTo>
                    <a:pt x="929" y="7997"/>
                    <a:pt x="1776" y="6843"/>
                    <a:pt x="2423" y="6193"/>
                  </a:cubicBezTo>
                  <a:cubicBezTo>
                    <a:pt x="2603" y="6010"/>
                    <a:pt x="2796" y="5838"/>
                    <a:pt x="3000" y="5683"/>
                  </a:cubicBezTo>
                  <a:close/>
                  <a:moveTo>
                    <a:pt x="9650" y="5683"/>
                  </a:moveTo>
                  <a:lnTo>
                    <a:pt x="9650" y="5683"/>
                  </a:lnTo>
                  <a:cubicBezTo>
                    <a:pt x="9850" y="5838"/>
                    <a:pt x="10043" y="6010"/>
                    <a:pt x="10223" y="6193"/>
                  </a:cubicBezTo>
                  <a:cubicBezTo>
                    <a:pt x="10870" y="6843"/>
                    <a:pt x="11717" y="7993"/>
                    <a:pt x="12171" y="9836"/>
                  </a:cubicBezTo>
                  <a:cubicBezTo>
                    <a:pt x="12068" y="9847"/>
                    <a:pt x="11935" y="9856"/>
                    <a:pt x="11789" y="9856"/>
                  </a:cubicBezTo>
                  <a:cubicBezTo>
                    <a:pt x="11498" y="9856"/>
                    <a:pt x="11153" y="9818"/>
                    <a:pt x="10877" y="9671"/>
                  </a:cubicBezTo>
                  <a:lnTo>
                    <a:pt x="10880" y="9671"/>
                  </a:lnTo>
                  <a:cubicBezTo>
                    <a:pt x="10856" y="8310"/>
                    <a:pt x="10392" y="6840"/>
                    <a:pt x="9650" y="5683"/>
                  </a:cubicBezTo>
                  <a:close/>
                  <a:moveTo>
                    <a:pt x="4797" y="13039"/>
                  </a:moveTo>
                  <a:cubicBezTo>
                    <a:pt x="5085" y="13039"/>
                    <a:pt x="5342" y="13226"/>
                    <a:pt x="5433" y="13504"/>
                  </a:cubicBezTo>
                  <a:lnTo>
                    <a:pt x="3292" y="13504"/>
                  </a:lnTo>
                  <a:cubicBezTo>
                    <a:pt x="3380" y="13226"/>
                    <a:pt x="3636" y="13039"/>
                    <a:pt x="3928" y="13039"/>
                  </a:cubicBezTo>
                  <a:close/>
                  <a:moveTo>
                    <a:pt x="8858" y="5289"/>
                  </a:moveTo>
                  <a:cubicBezTo>
                    <a:pt x="9843" y="6471"/>
                    <a:pt x="10472" y="8211"/>
                    <a:pt x="10472" y="9787"/>
                  </a:cubicBezTo>
                  <a:cubicBezTo>
                    <a:pt x="10472" y="10905"/>
                    <a:pt x="10019" y="11977"/>
                    <a:pt x="9221" y="12758"/>
                  </a:cubicBezTo>
                  <a:cubicBezTo>
                    <a:pt x="9066" y="12674"/>
                    <a:pt x="8894" y="12632"/>
                    <a:pt x="8718" y="12632"/>
                  </a:cubicBezTo>
                  <a:lnTo>
                    <a:pt x="7846" y="12632"/>
                  </a:lnTo>
                  <a:cubicBezTo>
                    <a:pt x="7332" y="12632"/>
                    <a:pt x="6889" y="12997"/>
                    <a:pt x="6791" y="13504"/>
                  </a:cubicBezTo>
                  <a:lnTo>
                    <a:pt x="5852" y="13504"/>
                  </a:lnTo>
                  <a:cubicBezTo>
                    <a:pt x="5753" y="12997"/>
                    <a:pt x="5310" y="12632"/>
                    <a:pt x="4797" y="12632"/>
                  </a:cubicBezTo>
                  <a:lnTo>
                    <a:pt x="3928" y="12632"/>
                  </a:lnTo>
                  <a:cubicBezTo>
                    <a:pt x="3749" y="12632"/>
                    <a:pt x="3577" y="12674"/>
                    <a:pt x="3422" y="12758"/>
                  </a:cubicBezTo>
                  <a:cubicBezTo>
                    <a:pt x="2624" y="11977"/>
                    <a:pt x="2174" y="10905"/>
                    <a:pt x="2170" y="9787"/>
                  </a:cubicBezTo>
                  <a:cubicBezTo>
                    <a:pt x="2170" y="8211"/>
                    <a:pt x="2800" y="6471"/>
                    <a:pt x="3788" y="5293"/>
                  </a:cubicBezTo>
                  <a:cubicBezTo>
                    <a:pt x="3840" y="5356"/>
                    <a:pt x="3893" y="5419"/>
                    <a:pt x="3953" y="5479"/>
                  </a:cubicBezTo>
                  <a:cubicBezTo>
                    <a:pt x="3397" y="6467"/>
                    <a:pt x="3070" y="7740"/>
                    <a:pt x="3070" y="8918"/>
                  </a:cubicBezTo>
                  <a:cubicBezTo>
                    <a:pt x="3070" y="10831"/>
                    <a:pt x="4530" y="12385"/>
                    <a:pt x="6323" y="12385"/>
                  </a:cubicBezTo>
                  <a:cubicBezTo>
                    <a:pt x="8116" y="12385"/>
                    <a:pt x="9576" y="10831"/>
                    <a:pt x="9576" y="8918"/>
                  </a:cubicBezTo>
                  <a:cubicBezTo>
                    <a:pt x="9572" y="8352"/>
                    <a:pt x="9502" y="7789"/>
                    <a:pt x="9368" y="7241"/>
                  </a:cubicBezTo>
                  <a:cubicBezTo>
                    <a:pt x="9341" y="7135"/>
                    <a:pt x="9259" y="7088"/>
                    <a:pt x="9176" y="7088"/>
                  </a:cubicBezTo>
                  <a:cubicBezTo>
                    <a:pt x="9058" y="7088"/>
                    <a:pt x="8939" y="7183"/>
                    <a:pt x="8974" y="7336"/>
                  </a:cubicBezTo>
                  <a:cubicBezTo>
                    <a:pt x="9098" y="7853"/>
                    <a:pt x="9164" y="8384"/>
                    <a:pt x="9164" y="8918"/>
                  </a:cubicBezTo>
                  <a:cubicBezTo>
                    <a:pt x="9164" y="10606"/>
                    <a:pt x="7891" y="11981"/>
                    <a:pt x="6320" y="11981"/>
                  </a:cubicBezTo>
                  <a:cubicBezTo>
                    <a:pt x="4751" y="11981"/>
                    <a:pt x="3478" y="10606"/>
                    <a:pt x="3478" y="8918"/>
                  </a:cubicBezTo>
                  <a:cubicBezTo>
                    <a:pt x="3478" y="7842"/>
                    <a:pt x="3767" y="6682"/>
                    <a:pt x="4259" y="5767"/>
                  </a:cubicBezTo>
                  <a:cubicBezTo>
                    <a:pt x="4858" y="6262"/>
                    <a:pt x="5591" y="6509"/>
                    <a:pt x="6323" y="6509"/>
                  </a:cubicBezTo>
                  <a:cubicBezTo>
                    <a:pt x="7055" y="6509"/>
                    <a:pt x="7788" y="6262"/>
                    <a:pt x="8387" y="5767"/>
                  </a:cubicBezTo>
                  <a:cubicBezTo>
                    <a:pt x="8503" y="5989"/>
                    <a:pt x="8609" y="6218"/>
                    <a:pt x="8700" y="6453"/>
                  </a:cubicBezTo>
                  <a:cubicBezTo>
                    <a:pt x="8736" y="6546"/>
                    <a:pt x="8809" y="6585"/>
                    <a:pt x="8883" y="6585"/>
                  </a:cubicBezTo>
                  <a:cubicBezTo>
                    <a:pt x="9012" y="6585"/>
                    <a:pt x="9142" y="6466"/>
                    <a:pt x="9080" y="6305"/>
                  </a:cubicBezTo>
                  <a:cubicBezTo>
                    <a:pt x="8971" y="6021"/>
                    <a:pt x="8841" y="5746"/>
                    <a:pt x="8693" y="5479"/>
                  </a:cubicBezTo>
                  <a:cubicBezTo>
                    <a:pt x="8753" y="5419"/>
                    <a:pt x="8806" y="5356"/>
                    <a:pt x="8858" y="5289"/>
                  </a:cubicBezTo>
                  <a:close/>
                  <a:moveTo>
                    <a:pt x="8718" y="13039"/>
                  </a:moveTo>
                  <a:cubicBezTo>
                    <a:pt x="9006" y="13039"/>
                    <a:pt x="9263" y="13226"/>
                    <a:pt x="9354" y="13504"/>
                  </a:cubicBezTo>
                  <a:lnTo>
                    <a:pt x="7213" y="13504"/>
                  </a:lnTo>
                  <a:cubicBezTo>
                    <a:pt x="7301" y="13226"/>
                    <a:pt x="7557" y="13039"/>
                    <a:pt x="7846" y="13039"/>
                  </a:cubicBezTo>
                  <a:close/>
                  <a:moveTo>
                    <a:pt x="6323" y="0"/>
                  </a:moveTo>
                  <a:cubicBezTo>
                    <a:pt x="5163" y="0"/>
                    <a:pt x="4090" y="619"/>
                    <a:pt x="3506" y="1622"/>
                  </a:cubicBezTo>
                  <a:cubicBezTo>
                    <a:pt x="2926" y="2627"/>
                    <a:pt x="2923" y="3865"/>
                    <a:pt x="3499" y="4871"/>
                  </a:cubicBezTo>
                  <a:cubicBezTo>
                    <a:pt x="3264" y="4990"/>
                    <a:pt x="2740" y="5300"/>
                    <a:pt x="2149" y="5887"/>
                  </a:cubicBezTo>
                  <a:cubicBezTo>
                    <a:pt x="1435" y="6601"/>
                    <a:pt x="486" y="7888"/>
                    <a:pt x="25" y="9963"/>
                  </a:cubicBezTo>
                  <a:cubicBezTo>
                    <a:pt x="0" y="10072"/>
                    <a:pt x="74" y="10184"/>
                    <a:pt x="187" y="10205"/>
                  </a:cubicBezTo>
                  <a:cubicBezTo>
                    <a:pt x="405" y="10244"/>
                    <a:pt x="626" y="10265"/>
                    <a:pt x="848" y="10265"/>
                  </a:cubicBezTo>
                  <a:cubicBezTo>
                    <a:pt x="1133" y="10265"/>
                    <a:pt x="1470" y="10230"/>
                    <a:pt x="1776" y="10114"/>
                  </a:cubicBezTo>
                  <a:cubicBezTo>
                    <a:pt x="1854" y="11207"/>
                    <a:pt x="2328" y="12238"/>
                    <a:pt x="3105" y="13015"/>
                  </a:cubicBezTo>
                  <a:cubicBezTo>
                    <a:pt x="2940" y="13208"/>
                    <a:pt x="2852" y="13451"/>
                    <a:pt x="2852" y="13704"/>
                  </a:cubicBezTo>
                  <a:cubicBezTo>
                    <a:pt x="2852" y="13817"/>
                    <a:pt x="2944" y="13908"/>
                    <a:pt x="3056" y="13908"/>
                  </a:cubicBezTo>
                  <a:lnTo>
                    <a:pt x="9590" y="13908"/>
                  </a:lnTo>
                  <a:cubicBezTo>
                    <a:pt x="9699" y="13908"/>
                    <a:pt x="9790" y="13817"/>
                    <a:pt x="9790" y="13704"/>
                  </a:cubicBezTo>
                  <a:cubicBezTo>
                    <a:pt x="9790" y="13451"/>
                    <a:pt x="9702" y="13208"/>
                    <a:pt x="9541" y="13015"/>
                  </a:cubicBezTo>
                  <a:cubicBezTo>
                    <a:pt x="10314" y="12238"/>
                    <a:pt x="10785" y="11207"/>
                    <a:pt x="10866" y="10114"/>
                  </a:cubicBezTo>
                  <a:cubicBezTo>
                    <a:pt x="11172" y="10230"/>
                    <a:pt x="11510" y="10265"/>
                    <a:pt x="11795" y="10265"/>
                  </a:cubicBezTo>
                  <a:cubicBezTo>
                    <a:pt x="12016" y="10265"/>
                    <a:pt x="12238" y="10247"/>
                    <a:pt x="12459" y="10205"/>
                  </a:cubicBezTo>
                  <a:cubicBezTo>
                    <a:pt x="12568" y="10184"/>
                    <a:pt x="12642" y="10075"/>
                    <a:pt x="12617" y="9963"/>
                  </a:cubicBezTo>
                  <a:cubicBezTo>
                    <a:pt x="12157" y="7888"/>
                    <a:pt x="11211" y="6601"/>
                    <a:pt x="10494" y="5887"/>
                  </a:cubicBezTo>
                  <a:cubicBezTo>
                    <a:pt x="9906" y="5300"/>
                    <a:pt x="9379" y="4990"/>
                    <a:pt x="9143" y="4871"/>
                  </a:cubicBezTo>
                  <a:cubicBezTo>
                    <a:pt x="9720" y="3865"/>
                    <a:pt x="9716" y="2627"/>
                    <a:pt x="9136" y="1622"/>
                  </a:cubicBezTo>
                  <a:cubicBezTo>
                    <a:pt x="8556" y="619"/>
                    <a:pt x="7483" y="0"/>
                    <a:pt x="6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8" name="Google Shape;21068;p90"/>
            <p:cNvSpPr/>
            <p:nvPr/>
          </p:nvSpPr>
          <p:spPr>
            <a:xfrm>
              <a:off x="1541542" y="1568438"/>
              <a:ext cx="33578" cy="39293"/>
            </a:xfrm>
            <a:custGeom>
              <a:rect b="b" l="l" r="r" t="t"/>
              <a:pathLst>
                <a:path extrusionOk="0" h="1499" w="1281">
                  <a:moveTo>
                    <a:pt x="641" y="409"/>
                  </a:moveTo>
                  <a:cubicBezTo>
                    <a:pt x="757" y="409"/>
                    <a:pt x="873" y="486"/>
                    <a:pt x="873" y="641"/>
                  </a:cubicBezTo>
                  <a:lnTo>
                    <a:pt x="873" y="859"/>
                  </a:lnTo>
                  <a:cubicBezTo>
                    <a:pt x="873" y="985"/>
                    <a:pt x="771" y="1087"/>
                    <a:pt x="641" y="1087"/>
                  </a:cubicBezTo>
                  <a:cubicBezTo>
                    <a:pt x="514" y="1087"/>
                    <a:pt x="409" y="985"/>
                    <a:pt x="409" y="859"/>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6" y="1499"/>
                    <a:pt x="1281" y="1214"/>
                    <a:pt x="1281" y="862"/>
                  </a:cubicBezTo>
                  <a:lnTo>
                    <a:pt x="1281" y="859"/>
                  </a:lnTo>
                  <a:lnTo>
                    <a:pt x="1281" y="641"/>
                  </a:lnTo>
                  <a:cubicBezTo>
                    <a:pt x="1281" y="289"/>
                    <a:pt x="996" y="1"/>
                    <a:pt x="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9" name="Google Shape;21069;p90"/>
            <p:cNvSpPr/>
            <p:nvPr/>
          </p:nvSpPr>
          <p:spPr>
            <a:xfrm>
              <a:off x="1610036" y="1568438"/>
              <a:ext cx="33578" cy="39293"/>
            </a:xfrm>
            <a:custGeom>
              <a:rect b="b" l="l" r="r" t="t"/>
              <a:pathLst>
                <a:path extrusionOk="0" h="1499" w="1281">
                  <a:moveTo>
                    <a:pt x="641" y="409"/>
                  </a:moveTo>
                  <a:cubicBezTo>
                    <a:pt x="757" y="409"/>
                    <a:pt x="873" y="486"/>
                    <a:pt x="873" y="641"/>
                  </a:cubicBezTo>
                  <a:lnTo>
                    <a:pt x="873" y="862"/>
                  </a:lnTo>
                  <a:cubicBezTo>
                    <a:pt x="873" y="989"/>
                    <a:pt x="767" y="1091"/>
                    <a:pt x="641" y="1091"/>
                  </a:cubicBezTo>
                  <a:cubicBezTo>
                    <a:pt x="514" y="1091"/>
                    <a:pt x="409" y="989"/>
                    <a:pt x="409" y="862"/>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2" y="1499"/>
                    <a:pt x="1281" y="1214"/>
                    <a:pt x="1281" y="862"/>
                  </a:cubicBezTo>
                  <a:lnTo>
                    <a:pt x="1281" y="641"/>
                  </a:lnTo>
                  <a:cubicBezTo>
                    <a:pt x="1281" y="289"/>
                    <a:pt x="992" y="1"/>
                    <a:pt x="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0" name="Google Shape;21070;p90"/>
            <p:cNvSpPr/>
            <p:nvPr/>
          </p:nvSpPr>
          <p:spPr>
            <a:xfrm>
              <a:off x="1569302" y="1602672"/>
              <a:ext cx="46580" cy="45007"/>
            </a:xfrm>
            <a:custGeom>
              <a:rect b="b" l="l" r="r" t="t"/>
              <a:pathLst>
                <a:path extrusionOk="0" h="1717" w="1777">
                  <a:moveTo>
                    <a:pt x="890" y="446"/>
                  </a:moveTo>
                  <a:lnTo>
                    <a:pt x="1249" y="689"/>
                  </a:lnTo>
                  <a:lnTo>
                    <a:pt x="890" y="1170"/>
                  </a:lnTo>
                  <a:lnTo>
                    <a:pt x="528" y="689"/>
                  </a:lnTo>
                  <a:lnTo>
                    <a:pt x="890" y="446"/>
                  </a:lnTo>
                  <a:close/>
                  <a:moveTo>
                    <a:pt x="889" y="0"/>
                  </a:moveTo>
                  <a:cubicBezTo>
                    <a:pt x="850" y="0"/>
                    <a:pt x="811" y="12"/>
                    <a:pt x="778" y="34"/>
                  </a:cubicBezTo>
                  <a:lnTo>
                    <a:pt x="123" y="471"/>
                  </a:lnTo>
                  <a:cubicBezTo>
                    <a:pt x="25" y="534"/>
                    <a:pt x="0" y="667"/>
                    <a:pt x="74" y="762"/>
                  </a:cubicBezTo>
                  <a:lnTo>
                    <a:pt x="728" y="1634"/>
                  </a:lnTo>
                  <a:cubicBezTo>
                    <a:pt x="769" y="1689"/>
                    <a:pt x="829" y="1716"/>
                    <a:pt x="890" y="1716"/>
                  </a:cubicBezTo>
                  <a:cubicBezTo>
                    <a:pt x="951" y="1716"/>
                    <a:pt x="1011" y="1689"/>
                    <a:pt x="1052" y="1634"/>
                  </a:cubicBezTo>
                  <a:lnTo>
                    <a:pt x="1706" y="762"/>
                  </a:lnTo>
                  <a:cubicBezTo>
                    <a:pt x="1776" y="667"/>
                    <a:pt x="1752" y="534"/>
                    <a:pt x="1657" y="471"/>
                  </a:cubicBezTo>
                  <a:lnTo>
                    <a:pt x="1003" y="34"/>
                  </a:lnTo>
                  <a:cubicBezTo>
                    <a:pt x="967" y="12"/>
                    <a:pt x="928" y="0"/>
                    <a:pt x="8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71" name="Google Shape;21071;p90"/>
          <p:cNvGrpSpPr/>
          <p:nvPr/>
        </p:nvGrpSpPr>
        <p:grpSpPr>
          <a:xfrm>
            <a:off x="4137838" y="1505659"/>
            <a:ext cx="370566" cy="353056"/>
            <a:chOff x="4137838" y="1505659"/>
            <a:chExt cx="370566" cy="353056"/>
          </a:xfrm>
        </p:grpSpPr>
        <p:sp>
          <p:nvSpPr>
            <p:cNvPr id="21072" name="Google Shape;21072;p90"/>
            <p:cNvSpPr/>
            <p:nvPr/>
          </p:nvSpPr>
          <p:spPr>
            <a:xfrm>
              <a:off x="4149188" y="1613707"/>
              <a:ext cx="91377" cy="91377"/>
            </a:xfrm>
            <a:custGeom>
              <a:rect b="b" l="l" r="r" t="t"/>
              <a:pathLst>
                <a:path extrusionOk="0" h="3486" w="3486">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3" name="Google Shape;21073;p90"/>
            <p:cNvSpPr/>
            <p:nvPr/>
          </p:nvSpPr>
          <p:spPr>
            <a:xfrm>
              <a:off x="4166331" y="1630850"/>
              <a:ext cx="57065" cy="57091"/>
            </a:xfrm>
            <a:custGeom>
              <a:rect b="b" l="l" r="r" t="t"/>
              <a:pathLst>
                <a:path extrusionOk="0" h="2178" w="2177">
                  <a:moveTo>
                    <a:pt x="1087" y="0"/>
                  </a:moveTo>
                  <a:cubicBezTo>
                    <a:pt x="486" y="0"/>
                    <a:pt x="0" y="489"/>
                    <a:pt x="0" y="1090"/>
                  </a:cubicBezTo>
                  <a:cubicBezTo>
                    <a:pt x="0" y="1692"/>
                    <a:pt x="486"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4" name="Google Shape;21074;p90"/>
            <p:cNvSpPr/>
            <p:nvPr/>
          </p:nvSpPr>
          <p:spPr>
            <a:xfrm>
              <a:off x="4411706" y="1613707"/>
              <a:ext cx="91351" cy="91377"/>
            </a:xfrm>
            <a:custGeom>
              <a:rect b="b" l="l" r="r" t="t"/>
              <a:pathLst>
                <a:path extrusionOk="0" h="3486" w="3485">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5" name="Google Shape;21075;p90"/>
            <p:cNvSpPr/>
            <p:nvPr/>
          </p:nvSpPr>
          <p:spPr>
            <a:xfrm>
              <a:off x="4428849" y="1630850"/>
              <a:ext cx="57065" cy="57091"/>
            </a:xfrm>
            <a:custGeom>
              <a:rect b="b" l="l" r="r" t="t"/>
              <a:pathLst>
                <a:path extrusionOk="0" h="2178" w="2177">
                  <a:moveTo>
                    <a:pt x="1087" y="0"/>
                  </a:moveTo>
                  <a:cubicBezTo>
                    <a:pt x="485" y="0"/>
                    <a:pt x="0" y="489"/>
                    <a:pt x="0" y="1090"/>
                  </a:cubicBezTo>
                  <a:cubicBezTo>
                    <a:pt x="0" y="1692"/>
                    <a:pt x="485"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6" name="Google Shape;21076;p90"/>
            <p:cNvSpPr/>
            <p:nvPr/>
          </p:nvSpPr>
          <p:spPr>
            <a:xfrm>
              <a:off x="4183369" y="1511007"/>
              <a:ext cx="285507" cy="342466"/>
            </a:xfrm>
            <a:custGeom>
              <a:rect b="b" l="l" r="r" t="t"/>
              <a:pathLst>
                <a:path extrusionOk="0" h="13065" w="10892">
                  <a:moveTo>
                    <a:pt x="5880" y="1"/>
                  </a:moveTo>
                  <a:cubicBezTo>
                    <a:pt x="5304" y="191"/>
                    <a:pt x="4815" y="595"/>
                    <a:pt x="4446" y="986"/>
                  </a:cubicBezTo>
                  <a:cubicBezTo>
                    <a:pt x="2357" y="1450"/>
                    <a:pt x="873" y="3303"/>
                    <a:pt x="873" y="5444"/>
                  </a:cubicBezTo>
                  <a:cubicBezTo>
                    <a:pt x="866" y="5884"/>
                    <a:pt x="746" y="6313"/>
                    <a:pt x="525" y="6693"/>
                  </a:cubicBezTo>
                  <a:cubicBezTo>
                    <a:pt x="184" y="7269"/>
                    <a:pt x="1" y="7931"/>
                    <a:pt x="1" y="8602"/>
                  </a:cubicBezTo>
                  <a:cubicBezTo>
                    <a:pt x="1" y="11067"/>
                    <a:pt x="2438" y="13065"/>
                    <a:pt x="5444" y="13065"/>
                  </a:cubicBezTo>
                  <a:cubicBezTo>
                    <a:pt x="8451" y="13065"/>
                    <a:pt x="10891" y="11067"/>
                    <a:pt x="10891" y="8602"/>
                  </a:cubicBezTo>
                  <a:cubicBezTo>
                    <a:pt x="10888" y="7931"/>
                    <a:pt x="10705" y="7269"/>
                    <a:pt x="10364" y="6693"/>
                  </a:cubicBezTo>
                  <a:cubicBezTo>
                    <a:pt x="10142" y="6313"/>
                    <a:pt x="10023" y="5884"/>
                    <a:pt x="10019" y="5444"/>
                  </a:cubicBezTo>
                  <a:cubicBezTo>
                    <a:pt x="10019" y="3591"/>
                    <a:pt x="8901" y="1921"/>
                    <a:pt x="7188" y="1218"/>
                  </a:cubicBezTo>
                  <a:lnTo>
                    <a:pt x="7188" y="437"/>
                  </a:lnTo>
                  <a:lnTo>
                    <a:pt x="6098" y="873"/>
                  </a:lnTo>
                  <a:lnTo>
                    <a:pt x="5880" y="1"/>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7" name="Google Shape;21077;p90"/>
            <p:cNvSpPr/>
            <p:nvPr/>
          </p:nvSpPr>
          <p:spPr>
            <a:xfrm>
              <a:off x="4183474" y="1511007"/>
              <a:ext cx="159215" cy="336857"/>
            </a:xfrm>
            <a:custGeom>
              <a:rect b="b" l="l" r="r" t="t"/>
              <a:pathLst>
                <a:path extrusionOk="0" h="12851" w="6074">
                  <a:moveTo>
                    <a:pt x="5876" y="1"/>
                  </a:moveTo>
                  <a:cubicBezTo>
                    <a:pt x="5303" y="194"/>
                    <a:pt x="4811" y="595"/>
                    <a:pt x="4445" y="986"/>
                  </a:cubicBezTo>
                  <a:cubicBezTo>
                    <a:pt x="2356" y="1450"/>
                    <a:pt x="869" y="3303"/>
                    <a:pt x="869" y="5444"/>
                  </a:cubicBezTo>
                  <a:cubicBezTo>
                    <a:pt x="865" y="5884"/>
                    <a:pt x="746" y="6313"/>
                    <a:pt x="521" y="6693"/>
                  </a:cubicBezTo>
                  <a:cubicBezTo>
                    <a:pt x="180" y="7269"/>
                    <a:pt x="0" y="7931"/>
                    <a:pt x="0" y="8602"/>
                  </a:cubicBezTo>
                  <a:cubicBezTo>
                    <a:pt x="0" y="10592"/>
                    <a:pt x="1586" y="12277"/>
                    <a:pt x="3781" y="12850"/>
                  </a:cubicBezTo>
                  <a:cubicBezTo>
                    <a:pt x="2891" y="11915"/>
                    <a:pt x="2395" y="10673"/>
                    <a:pt x="2395" y="9383"/>
                  </a:cubicBezTo>
                  <a:cubicBezTo>
                    <a:pt x="2395" y="8609"/>
                    <a:pt x="2571" y="7846"/>
                    <a:pt x="2919" y="7153"/>
                  </a:cubicBezTo>
                  <a:cubicBezTo>
                    <a:pt x="3144" y="6703"/>
                    <a:pt x="3264" y="6204"/>
                    <a:pt x="3264" y="5698"/>
                  </a:cubicBezTo>
                  <a:cubicBezTo>
                    <a:pt x="3264" y="3482"/>
                    <a:pt x="4424" y="1587"/>
                    <a:pt x="6073" y="782"/>
                  </a:cubicBezTo>
                  <a:lnTo>
                    <a:pt x="5876"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8" name="Google Shape;21078;p90"/>
            <p:cNvSpPr/>
            <p:nvPr/>
          </p:nvSpPr>
          <p:spPr>
            <a:xfrm>
              <a:off x="4223658" y="1625136"/>
              <a:ext cx="204929" cy="205558"/>
            </a:xfrm>
            <a:custGeom>
              <a:rect b="b" l="l" r="r" t="t"/>
              <a:pathLst>
                <a:path extrusionOk="0" h="7842" w="7818">
                  <a:moveTo>
                    <a:pt x="2164" y="1"/>
                  </a:moveTo>
                  <a:cubicBezTo>
                    <a:pt x="1676" y="1"/>
                    <a:pt x="1188" y="183"/>
                    <a:pt x="809" y="545"/>
                  </a:cubicBezTo>
                  <a:cubicBezTo>
                    <a:pt x="64" y="1259"/>
                    <a:pt x="1" y="2427"/>
                    <a:pt x="662" y="3218"/>
                  </a:cubicBezTo>
                  <a:cubicBezTo>
                    <a:pt x="932" y="3538"/>
                    <a:pt x="996" y="3988"/>
                    <a:pt x="827" y="4371"/>
                  </a:cubicBezTo>
                  <a:cubicBezTo>
                    <a:pt x="707" y="4642"/>
                    <a:pt x="644" y="4930"/>
                    <a:pt x="644" y="5226"/>
                  </a:cubicBezTo>
                  <a:cubicBezTo>
                    <a:pt x="644" y="6667"/>
                    <a:pt x="2107" y="7842"/>
                    <a:pt x="3907" y="7842"/>
                  </a:cubicBezTo>
                  <a:cubicBezTo>
                    <a:pt x="5711" y="7842"/>
                    <a:pt x="7174" y="6671"/>
                    <a:pt x="7174" y="5229"/>
                  </a:cubicBezTo>
                  <a:cubicBezTo>
                    <a:pt x="7174" y="4934"/>
                    <a:pt x="7114" y="4642"/>
                    <a:pt x="6995" y="4375"/>
                  </a:cubicBezTo>
                  <a:cubicBezTo>
                    <a:pt x="6822" y="3988"/>
                    <a:pt x="6886" y="3541"/>
                    <a:pt x="7153" y="3218"/>
                  </a:cubicBezTo>
                  <a:cubicBezTo>
                    <a:pt x="7818" y="2427"/>
                    <a:pt x="7754" y="1259"/>
                    <a:pt x="7009" y="545"/>
                  </a:cubicBezTo>
                  <a:cubicBezTo>
                    <a:pt x="6630" y="183"/>
                    <a:pt x="6141" y="1"/>
                    <a:pt x="5653" y="1"/>
                  </a:cubicBezTo>
                  <a:cubicBezTo>
                    <a:pt x="5180" y="1"/>
                    <a:pt x="4706" y="171"/>
                    <a:pt x="4333" y="514"/>
                  </a:cubicBezTo>
                  <a:cubicBezTo>
                    <a:pt x="4211" y="621"/>
                    <a:pt x="4059" y="675"/>
                    <a:pt x="3908" y="675"/>
                  </a:cubicBezTo>
                  <a:cubicBezTo>
                    <a:pt x="3756" y="675"/>
                    <a:pt x="3605" y="621"/>
                    <a:pt x="3485" y="514"/>
                  </a:cubicBezTo>
                  <a:cubicBezTo>
                    <a:pt x="3110" y="171"/>
                    <a:pt x="2637" y="1"/>
                    <a:pt x="216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9" name="Google Shape;21079;p90"/>
            <p:cNvSpPr/>
            <p:nvPr/>
          </p:nvSpPr>
          <p:spPr>
            <a:xfrm>
              <a:off x="4215453" y="1625765"/>
              <a:ext cx="57353" cy="171377"/>
            </a:xfrm>
            <a:custGeom>
              <a:rect b="b" l="l" r="r" t="t"/>
              <a:pathLst>
                <a:path extrusionOk="0" h="6538" w="2188">
                  <a:moveTo>
                    <a:pt x="2188" y="1"/>
                  </a:moveTo>
                  <a:cubicBezTo>
                    <a:pt x="2181" y="1"/>
                    <a:pt x="2174" y="1"/>
                    <a:pt x="2167" y="4"/>
                  </a:cubicBezTo>
                  <a:cubicBezTo>
                    <a:pt x="665" y="244"/>
                    <a:pt x="1" y="2026"/>
                    <a:pt x="975" y="3194"/>
                  </a:cubicBezTo>
                  <a:cubicBezTo>
                    <a:pt x="1245" y="3514"/>
                    <a:pt x="1309" y="3964"/>
                    <a:pt x="1140" y="4347"/>
                  </a:cubicBezTo>
                  <a:cubicBezTo>
                    <a:pt x="1020" y="4618"/>
                    <a:pt x="957" y="4906"/>
                    <a:pt x="957" y="5202"/>
                  </a:cubicBezTo>
                  <a:cubicBezTo>
                    <a:pt x="961" y="5687"/>
                    <a:pt x="1122" y="6155"/>
                    <a:pt x="1418" y="6538"/>
                  </a:cubicBezTo>
                  <a:cubicBezTo>
                    <a:pt x="1013" y="5293"/>
                    <a:pt x="1115" y="3943"/>
                    <a:pt x="1699" y="2775"/>
                  </a:cubicBezTo>
                  <a:cubicBezTo>
                    <a:pt x="1924" y="2322"/>
                    <a:pt x="2044" y="1826"/>
                    <a:pt x="2044" y="1320"/>
                  </a:cubicBezTo>
                  <a:cubicBezTo>
                    <a:pt x="2044" y="877"/>
                    <a:pt x="2093" y="433"/>
                    <a:pt x="21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0" name="Google Shape;21080;p90"/>
            <p:cNvSpPr/>
            <p:nvPr/>
          </p:nvSpPr>
          <p:spPr>
            <a:xfrm>
              <a:off x="4269006" y="1756382"/>
              <a:ext cx="114234" cy="51376"/>
            </a:xfrm>
            <a:custGeom>
              <a:rect b="b" l="l" r="r" t="t"/>
              <a:pathLst>
                <a:path extrusionOk="0" h="1960" w="4358">
                  <a:moveTo>
                    <a:pt x="1" y="1"/>
                  </a:moveTo>
                  <a:cubicBezTo>
                    <a:pt x="1" y="1084"/>
                    <a:pt x="978" y="1959"/>
                    <a:pt x="2177" y="1959"/>
                  </a:cubicBezTo>
                  <a:cubicBezTo>
                    <a:pt x="3380" y="1959"/>
                    <a:pt x="4357" y="1080"/>
                    <a:pt x="435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1" name="Google Shape;21081;p90"/>
            <p:cNvSpPr/>
            <p:nvPr/>
          </p:nvSpPr>
          <p:spPr>
            <a:xfrm>
              <a:off x="4293252" y="1773525"/>
              <a:ext cx="65741" cy="34312"/>
            </a:xfrm>
            <a:custGeom>
              <a:rect b="b" l="l" r="r" t="t"/>
              <a:pathLst>
                <a:path extrusionOk="0" h="1309" w="2508">
                  <a:moveTo>
                    <a:pt x="1252" y="1"/>
                  </a:moveTo>
                  <a:cubicBezTo>
                    <a:pt x="672" y="1"/>
                    <a:pt x="159" y="388"/>
                    <a:pt x="0" y="950"/>
                  </a:cubicBezTo>
                  <a:cubicBezTo>
                    <a:pt x="384" y="1189"/>
                    <a:pt x="819" y="1309"/>
                    <a:pt x="1254" y="1309"/>
                  </a:cubicBezTo>
                  <a:cubicBezTo>
                    <a:pt x="1689" y="1309"/>
                    <a:pt x="2124" y="1189"/>
                    <a:pt x="2508" y="950"/>
                  </a:cubicBezTo>
                  <a:cubicBezTo>
                    <a:pt x="2349" y="388"/>
                    <a:pt x="1836" y="1"/>
                    <a:pt x="1252"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2" name="Google Shape;21082;p90"/>
            <p:cNvSpPr/>
            <p:nvPr/>
          </p:nvSpPr>
          <p:spPr>
            <a:xfrm>
              <a:off x="4257577" y="1653603"/>
              <a:ext cx="34312" cy="40053"/>
            </a:xfrm>
            <a:custGeom>
              <a:rect b="b" l="l" r="r" t="t"/>
              <a:pathLst>
                <a:path extrusionOk="0" h="1528" w="1309">
                  <a:moveTo>
                    <a:pt x="655" y="1"/>
                  </a:moveTo>
                  <a:cubicBezTo>
                    <a:pt x="296" y="1"/>
                    <a:pt x="1" y="293"/>
                    <a:pt x="1" y="655"/>
                  </a:cubicBezTo>
                  <a:lnTo>
                    <a:pt x="1" y="873"/>
                  </a:lnTo>
                  <a:cubicBezTo>
                    <a:pt x="1" y="1235"/>
                    <a:pt x="296"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3" name="Google Shape;21083;p90"/>
            <p:cNvSpPr/>
            <p:nvPr/>
          </p:nvSpPr>
          <p:spPr>
            <a:xfrm>
              <a:off x="4274720" y="1653708"/>
              <a:ext cx="17169" cy="28493"/>
            </a:xfrm>
            <a:custGeom>
              <a:rect b="b" l="l" r="r" t="t"/>
              <a:pathLst>
                <a:path extrusionOk="0" h="1087" w="655">
                  <a:moveTo>
                    <a:pt x="1" y="0"/>
                  </a:moveTo>
                  <a:lnTo>
                    <a:pt x="1" y="763"/>
                  </a:lnTo>
                  <a:cubicBezTo>
                    <a:pt x="1" y="943"/>
                    <a:pt x="148" y="1087"/>
                    <a:pt x="328" y="1087"/>
                  </a:cubicBezTo>
                  <a:cubicBezTo>
                    <a:pt x="507" y="1087"/>
                    <a:pt x="655" y="943"/>
                    <a:pt x="655" y="763"/>
                  </a:cubicBezTo>
                  <a:lnTo>
                    <a:pt x="655" y="654"/>
                  </a:lnTo>
                  <a:cubicBezTo>
                    <a:pt x="655" y="292"/>
                    <a:pt x="363"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4" name="Google Shape;21084;p90"/>
            <p:cNvSpPr/>
            <p:nvPr/>
          </p:nvSpPr>
          <p:spPr>
            <a:xfrm>
              <a:off x="4269006" y="1659422"/>
              <a:ext cx="11455" cy="11455"/>
            </a:xfrm>
            <a:custGeom>
              <a:rect b="b" l="l" r="r" t="t"/>
              <a:pathLst>
                <a:path extrusionOk="0" h="437" w="437">
                  <a:moveTo>
                    <a:pt x="219" y="0"/>
                  </a:moveTo>
                  <a:cubicBezTo>
                    <a:pt x="99" y="0"/>
                    <a:pt x="1" y="95"/>
                    <a:pt x="1" y="218"/>
                  </a:cubicBezTo>
                  <a:cubicBezTo>
                    <a:pt x="1" y="338"/>
                    <a:pt x="99" y="436"/>
                    <a:pt x="219" y="436"/>
                  </a:cubicBezTo>
                  <a:cubicBezTo>
                    <a:pt x="338" y="436"/>
                    <a:pt x="437" y="338"/>
                    <a:pt x="437" y="218"/>
                  </a:cubicBezTo>
                  <a:cubicBezTo>
                    <a:pt x="437" y="95"/>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5" name="Google Shape;21085;p90"/>
            <p:cNvSpPr/>
            <p:nvPr/>
          </p:nvSpPr>
          <p:spPr>
            <a:xfrm>
              <a:off x="4360356" y="1653603"/>
              <a:ext cx="34207" cy="40053"/>
            </a:xfrm>
            <a:custGeom>
              <a:rect b="b" l="l" r="r" t="t"/>
              <a:pathLst>
                <a:path extrusionOk="0" h="1528" w="1305">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6" name="Google Shape;21086;p90"/>
            <p:cNvSpPr/>
            <p:nvPr/>
          </p:nvSpPr>
          <p:spPr>
            <a:xfrm>
              <a:off x="4377499" y="1653708"/>
              <a:ext cx="17064" cy="28493"/>
            </a:xfrm>
            <a:custGeom>
              <a:rect b="b" l="l" r="r" t="t"/>
              <a:pathLst>
                <a:path extrusionOk="0" h="1087" w="651">
                  <a:moveTo>
                    <a:pt x="0" y="0"/>
                  </a:moveTo>
                  <a:lnTo>
                    <a:pt x="0" y="763"/>
                  </a:lnTo>
                  <a:cubicBezTo>
                    <a:pt x="0" y="943"/>
                    <a:pt x="145" y="1087"/>
                    <a:pt x="327" y="1087"/>
                  </a:cubicBezTo>
                  <a:cubicBezTo>
                    <a:pt x="507" y="1087"/>
                    <a:pt x="651" y="943"/>
                    <a:pt x="651" y="763"/>
                  </a:cubicBezTo>
                  <a:lnTo>
                    <a:pt x="651" y="654"/>
                  </a:lnTo>
                  <a:cubicBezTo>
                    <a:pt x="651"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7" name="Google Shape;21087;p90"/>
            <p:cNvSpPr/>
            <p:nvPr/>
          </p:nvSpPr>
          <p:spPr>
            <a:xfrm>
              <a:off x="4371785" y="1659422"/>
              <a:ext cx="11455" cy="11455"/>
            </a:xfrm>
            <a:custGeom>
              <a:rect b="b" l="l" r="r" t="t"/>
              <a:pathLst>
                <a:path extrusionOk="0" h="437" w="437">
                  <a:moveTo>
                    <a:pt x="218" y="0"/>
                  </a:moveTo>
                  <a:cubicBezTo>
                    <a:pt x="95" y="0"/>
                    <a:pt x="0" y="95"/>
                    <a:pt x="0" y="218"/>
                  </a:cubicBezTo>
                  <a:cubicBezTo>
                    <a:pt x="0" y="338"/>
                    <a:pt x="95" y="436"/>
                    <a:pt x="218" y="436"/>
                  </a:cubicBezTo>
                  <a:cubicBezTo>
                    <a:pt x="338" y="436"/>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8" name="Google Shape;21088;p90"/>
            <p:cNvSpPr/>
            <p:nvPr/>
          </p:nvSpPr>
          <p:spPr>
            <a:xfrm>
              <a:off x="4295428" y="1716749"/>
              <a:ext cx="27182" cy="16619"/>
            </a:xfrm>
            <a:custGeom>
              <a:rect b="b" l="l" r="r" t="t"/>
              <a:pathLst>
                <a:path extrusionOk="0" h="634" w="1037">
                  <a:moveTo>
                    <a:pt x="294" y="0"/>
                  </a:moveTo>
                  <a:cubicBezTo>
                    <a:pt x="106" y="0"/>
                    <a:pt x="1" y="285"/>
                    <a:pt x="209" y="391"/>
                  </a:cubicBezTo>
                  <a:lnTo>
                    <a:pt x="645" y="609"/>
                  </a:lnTo>
                  <a:cubicBezTo>
                    <a:pt x="679" y="626"/>
                    <a:pt x="712" y="634"/>
                    <a:pt x="743" y="634"/>
                  </a:cubicBezTo>
                  <a:cubicBezTo>
                    <a:pt x="931" y="634"/>
                    <a:pt x="1037" y="349"/>
                    <a:pt x="828" y="243"/>
                  </a:cubicBezTo>
                  <a:lnTo>
                    <a:pt x="392" y="25"/>
                  </a:lnTo>
                  <a:cubicBezTo>
                    <a:pt x="358" y="8"/>
                    <a:pt x="325" y="0"/>
                    <a:pt x="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9" name="Google Shape;21089;p90"/>
            <p:cNvSpPr/>
            <p:nvPr/>
          </p:nvSpPr>
          <p:spPr>
            <a:xfrm>
              <a:off x="4330028" y="1716670"/>
              <a:ext cx="26789" cy="16619"/>
            </a:xfrm>
            <a:custGeom>
              <a:rect b="b" l="l" r="r" t="t"/>
              <a:pathLst>
                <a:path extrusionOk="0" h="634" w="1022">
                  <a:moveTo>
                    <a:pt x="726" y="1"/>
                  </a:moveTo>
                  <a:cubicBezTo>
                    <a:pt x="696" y="1"/>
                    <a:pt x="664" y="8"/>
                    <a:pt x="630" y="25"/>
                  </a:cubicBezTo>
                  <a:lnTo>
                    <a:pt x="194" y="246"/>
                  </a:lnTo>
                  <a:cubicBezTo>
                    <a:pt x="0" y="341"/>
                    <a:pt x="71" y="633"/>
                    <a:pt x="285" y="633"/>
                  </a:cubicBezTo>
                  <a:cubicBezTo>
                    <a:pt x="317" y="630"/>
                    <a:pt x="349" y="623"/>
                    <a:pt x="377" y="608"/>
                  </a:cubicBezTo>
                  <a:lnTo>
                    <a:pt x="813" y="390"/>
                  </a:lnTo>
                  <a:cubicBezTo>
                    <a:pt x="1022" y="284"/>
                    <a:pt x="915"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0" name="Google Shape;21090;p90"/>
            <p:cNvSpPr/>
            <p:nvPr/>
          </p:nvSpPr>
          <p:spPr>
            <a:xfrm>
              <a:off x="4137838" y="1505659"/>
              <a:ext cx="370566" cy="353056"/>
            </a:xfrm>
            <a:custGeom>
              <a:rect b="b" l="l" r="r" t="t"/>
              <a:pathLst>
                <a:path extrusionOk="0" h="13469" w="14137">
                  <a:moveTo>
                    <a:pt x="2170" y="4327"/>
                  </a:moveTo>
                  <a:cubicBezTo>
                    <a:pt x="2304" y="4327"/>
                    <a:pt x="2441" y="4345"/>
                    <a:pt x="2578" y="4383"/>
                  </a:cubicBezTo>
                  <a:cubicBezTo>
                    <a:pt x="2466" y="4794"/>
                    <a:pt x="2406" y="5219"/>
                    <a:pt x="2406" y="5648"/>
                  </a:cubicBezTo>
                  <a:cubicBezTo>
                    <a:pt x="2402" y="6049"/>
                    <a:pt x="2293" y="6447"/>
                    <a:pt x="2086" y="6795"/>
                  </a:cubicBezTo>
                  <a:cubicBezTo>
                    <a:pt x="1980" y="6974"/>
                    <a:pt x="1889" y="7164"/>
                    <a:pt x="1812" y="7361"/>
                  </a:cubicBezTo>
                  <a:cubicBezTo>
                    <a:pt x="1122" y="7192"/>
                    <a:pt x="637" y="6573"/>
                    <a:pt x="637" y="5866"/>
                  </a:cubicBezTo>
                  <a:cubicBezTo>
                    <a:pt x="637" y="4993"/>
                    <a:pt x="1349" y="4327"/>
                    <a:pt x="2170" y="4327"/>
                  </a:cubicBezTo>
                  <a:close/>
                  <a:moveTo>
                    <a:pt x="12202" y="4322"/>
                  </a:moveTo>
                  <a:cubicBezTo>
                    <a:pt x="12886" y="4322"/>
                    <a:pt x="13512" y="4782"/>
                    <a:pt x="13690" y="5480"/>
                  </a:cubicBezTo>
                  <a:cubicBezTo>
                    <a:pt x="13905" y="6313"/>
                    <a:pt x="13391" y="7164"/>
                    <a:pt x="12551" y="7361"/>
                  </a:cubicBezTo>
                  <a:cubicBezTo>
                    <a:pt x="12474" y="7164"/>
                    <a:pt x="12382" y="6974"/>
                    <a:pt x="12277" y="6791"/>
                  </a:cubicBezTo>
                  <a:cubicBezTo>
                    <a:pt x="12073" y="6447"/>
                    <a:pt x="11964" y="6049"/>
                    <a:pt x="11957" y="5648"/>
                  </a:cubicBezTo>
                  <a:cubicBezTo>
                    <a:pt x="11957" y="5219"/>
                    <a:pt x="11900" y="4794"/>
                    <a:pt x="11788" y="4379"/>
                  </a:cubicBezTo>
                  <a:cubicBezTo>
                    <a:pt x="11926" y="4340"/>
                    <a:pt x="12065" y="4322"/>
                    <a:pt x="12202" y="4322"/>
                  </a:cubicBezTo>
                  <a:close/>
                  <a:moveTo>
                    <a:pt x="7477" y="476"/>
                  </a:moveTo>
                  <a:lnTo>
                    <a:pt x="7638" y="1126"/>
                  </a:lnTo>
                  <a:cubicBezTo>
                    <a:pt x="7660" y="1219"/>
                    <a:pt x="7744" y="1278"/>
                    <a:pt x="7833" y="1278"/>
                  </a:cubicBezTo>
                  <a:cubicBezTo>
                    <a:pt x="7858" y="1278"/>
                    <a:pt x="7884" y="1274"/>
                    <a:pt x="7909" y="1263"/>
                  </a:cubicBezTo>
                  <a:lnTo>
                    <a:pt x="8718" y="940"/>
                  </a:lnTo>
                  <a:lnTo>
                    <a:pt x="8718" y="1422"/>
                  </a:lnTo>
                  <a:cubicBezTo>
                    <a:pt x="8721" y="1503"/>
                    <a:pt x="8771" y="1576"/>
                    <a:pt x="8845" y="1608"/>
                  </a:cubicBezTo>
                  <a:cubicBezTo>
                    <a:pt x="10483" y="2280"/>
                    <a:pt x="11552" y="3876"/>
                    <a:pt x="11549" y="5648"/>
                  </a:cubicBezTo>
                  <a:cubicBezTo>
                    <a:pt x="11556" y="6123"/>
                    <a:pt x="11682" y="6587"/>
                    <a:pt x="11925" y="6999"/>
                  </a:cubicBezTo>
                  <a:cubicBezTo>
                    <a:pt x="12248" y="7544"/>
                    <a:pt x="12421" y="8170"/>
                    <a:pt x="12421" y="8803"/>
                  </a:cubicBezTo>
                  <a:cubicBezTo>
                    <a:pt x="12421" y="11152"/>
                    <a:pt x="10072" y="13065"/>
                    <a:pt x="7181" y="13065"/>
                  </a:cubicBezTo>
                  <a:cubicBezTo>
                    <a:pt x="4294" y="13065"/>
                    <a:pt x="1942" y="11152"/>
                    <a:pt x="1942" y="8803"/>
                  </a:cubicBezTo>
                  <a:cubicBezTo>
                    <a:pt x="1945" y="8170"/>
                    <a:pt x="2114" y="7544"/>
                    <a:pt x="2441" y="6999"/>
                  </a:cubicBezTo>
                  <a:cubicBezTo>
                    <a:pt x="2680" y="6587"/>
                    <a:pt x="2810" y="6123"/>
                    <a:pt x="2814" y="5648"/>
                  </a:cubicBezTo>
                  <a:cubicBezTo>
                    <a:pt x="2814" y="3602"/>
                    <a:pt x="4235" y="1833"/>
                    <a:pt x="6228" y="1386"/>
                  </a:cubicBezTo>
                  <a:cubicBezTo>
                    <a:pt x="6267" y="1376"/>
                    <a:pt x="6306" y="1358"/>
                    <a:pt x="6334" y="1327"/>
                  </a:cubicBezTo>
                  <a:cubicBezTo>
                    <a:pt x="6707" y="933"/>
                    <a:pt x="7090" y="648"/>
                    <a:pt x="7477" y="476"/>
                  </a:cubicBezTo>
                  <a:close/>
                  <a:moveTo>
                    <a:pt x="7616" y="1"/>
                  </a:moveTo>
                  <a:cubicBezTo>
                    <a:pt x="7594" y="1"/>
                    <a:pt x="7572" y="4"/>
                    <a:pt x="7551" y="12"/>
                  </a:cubicBezTo>
                  <a:cubicBezTo>
                    <a:pt x="7048" y="180"/>
                    <a:pt x="6552" y="511"/>
                    <a:pt x="6077" y="1003"/>
                  </a:cubicBezTo>
                  <a:cubicBezTo>
                    <a:pt x="4523" y="1372"/>
                    <a:pt x="3257" y="2494"/>
                    <a:pt x="2701" y="3992"/>
                  </a:cubicBezTo>
                  <a:cubicBezTo>
                    <a:pt x="2522" y="3941"/>
                    <a:pt x="2341" y="3916"/>
                    <a:pt x="2163" y="3916"/>
                  </a:cubicBezTo>
                  <a:cubicBezTo>
                    <a:pt x="1309" y="3916"/>
                    <a:pt x="521" y="4482"/>
                    <a:pt x="286" y="5350"/>
                  </a:cubicBezTo>
                  <a:cubicBezTo>
                    <a:pt x="1" y="6397"/>
                    <a:pt x="627" y="7477"/>
                    <a:pt x="1678" y="7744"/>
                  </a:cubicBezTo>
                  <a:cubicBezTo>
                    <a:pt x="1583" y="8089"/>
                    <a:pt x="1534" y="8444"/>
                    <a:pt x="1534" y="8803"/>
                  </a:cubicBezTo>
                  <a:cubicBezTo>
                    <a:pt x="1534" y="10058"/>
                    <a:pt x="2125" y="11236"/>
                    <a:pt x="3204" y="12115"/>
                  </a:cubicBezTo>
                  <a:cubicBezTo>
                    <a:pt x="4266" y="12991"/>
                    <a:pt x="5680" y="13469"/>
                    <a:pt x="7181" y="13469"/>
                  </a:cubicBezTo>
                  <a:cubicBezTo>
                    <a:pt x="8683" y="13469"/>
                    <a:pt x="10096" y="12991"/>
                    <a:pt x="11158" y="12115"/>
                  </a:cubicBezTo>
                  <a:cubicBezTo>
                    <a:pt x="12234" y="11236"/>
                    <a:pt x="12829" y="10058"/>
                    <a:pt x="12829" y="8803"/>
                  </a:cubicBezTo>
                  <a:cubicBezTo>
                    <a:pt x="12829" y="8444"/>
                    <a:pt x="12779" y="8089"/>
                    <a:pt x="12685" y="7744"/>
                  </a:cubicBezTo>
                  <a:cubicBezTo>
                    <a:pt x="13539" y="7519"/>
                    <a:pt x="14133" y="6749"/>
                    <a:pt x="14137" y="5866"/>
                  </a:cubicBezTo>
                  <a:cubicBezTo>
                    <a:pt x="14137" y="4761"/>
                    <a:pt x="13234" y="3919"/>
                    <a:pt x="12194" y="3919"/>
                  </a:cubicBezTo>
                  <a:cubicBezTo>
                    <a:pt x="12021" y="3919"/>
                    <a:pt x="11843" y="3942"/>
                    <a:pt x="11665" y="3992"/>
                  </a:cubicBezTo>
                  <a:cubicBezTo>
                    <a:pt x="11215" y="2786"/>
                    <a:pt x="10300" y="1812"/>
                    <a:pt x="9129" y="1288"/>
                  </a:cubicBezTo>
                  <a:lnTo>
                    <a:pt x="9129" y="641"/>
                  </a:lnTo>
                  <a:cubicBezTo>
                    <a:pt x="9129" y="524"/>
                    <a:pt x="9032" y="437"/>
                    <a:pt x="8923" y="437"/>
                  </a:cubicBezTo>
                  <a:cubicBezTo>
                    <a:pt x="8898" y="437"/>
                    <a:pt x="8873" y="441"/>
                    <a:pt x="8848" y="451"/>
                  </a:cubicBezTo>
                  <a:lnTo>
                    <a:pt x="7976" y="799"/>
                  </a:lnTo>
                  <a:lnTo>
                    <a:pt x="7814" y="156"/>
                  </a:lnTo>
                  <a:cubicBezTo>
                    <a:pt x="7792" y="62"/>
                    <a:pt x="7707"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1" name="Google Shape;21091;p90"/>
            <p:cNvSpPr/>
            <p:nvPr/>
          </p:nvSpPr>
          <p:spPr>
            <a:xfrm>
              <a:off x="4252334" y="1648360"/>
              <a:ext cx="44902" cy="50721"/>
            </a:xfrm>
            <a:custGeom>
              <a:rect b="b" l="l" r="r" t="t"/>
              <a:pathLst>
                <a:path extrusionOk="0" h="1935" w="1713">
                  <a:moveTo>
                    <a:pt x="855" y="0"/>
                  </a:moveTo>
                  <a:cubicBezTo>
                    <a:pt x="383" y="0"/>
                    <a:pt x="0" y="384"/>
                    <a:pt x="0" y="855"/>
                  </a:cubicBezTo>
                  <a:lnTo>
                    <a:pt x="0" y="1076"/>
                  </a:lnTo>
                  <a:cubicBezTo>
                    <a:pt x="0" y="1548"/>
                    <a:pt x="383" y="1935"/>
                    <a:pt x="855" y="1935"/>
                  </a:cubicBezTo>
                  <a:cubicBezTo>
                    <a:pt x="1329" y="1935"/>
                    <a:pt x="1713" y="1548"/>
                    <a:pt x="1713" y="1076"/>
                  </a:cubicBezTo>
                  <a:lnTo>
                    <a:pt x="1713" y="855"/>
                  </a:lnTo>
                  <a:cubicBezTo>
                    <a:pt x="1713" y="720"/>
                    <a:pt x="1611" y="652"/>
                    <a:pt x="1509" y="652"/>
                  </a:cubicBezTo>
                  <a:cubicBezTo>
                    <a:pt x="1407" y="652"/>
                    <a:pt x="1305" y="720"/>
                    <a:pt x="1305" y="855"/>
                  </a:cubicBezTo>
                  <a:lnTo>
                    <a:pt x="1305" y="1076"/>
                  </a:lnTo>
                  <a:cubicBezTo>
                    <a:pt x="1298" y="1319"/>
                    <a:pt x="1097" y="1513"/>
                    <a:pt x="855" y="1513"/>
                  </a:cubicBezTo>
                  <a:cubicBezTo>
                    <a:pt x="612" y="1513"/>
                    <a:pt x="415" y="1319"/>
                    <a:pt x="408" y="1076"/>
                  </a:cubicBezTo>
                  <a:lnTo>
                    <a:pt x="408" y="855"/>
                  </a:lnTo>
                  <a:cubicBezTo>
                    <a:pt x="408" y="609"/>
                    <a:pt x="608" y="408"/>
                    <a:pt x="855" y="408"/>
                  </a:cubicBezTo>
                  <a:cubicBezTo>
                    <a:pt x="967" y="408"/>
                    <a:pt x="1059" y="317"/>
                    <a:pt x="1059" y="204"/>
                  </a:cubicBezTo>
                  <a:cubicBezTo>
                    <a:pt x="1059" y="92"/>
                    <a:pt x="967"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2" name="Google Shape;21092;p90"/>
            <p:cNvSpPr/>
            <p:nvPr/>
          </p:nvSpPr>
          <p:spPr>
            <a:xfrm>
              <a:off x="4355009" y="1648255"/>
              <a:ext cx="45007" cy="50721"/>
            </a:xfrm>
            <a:custGeom>
              <a:rect b="b" l="l" r="r" t="t"/>
              <a:pathLst>
                <a:path extrusionOk="0" h="1935" w="1717">
                  <a:moveTo>
                    <a:pt x="858" y="1"/>
                  </a:moveTo>
                  <a:cubicBezTo>
                    <a:pt x="384" y="1"/>
                    <a:pt x="0" y="384"/>
                    <a:pt x="0" y="859"/>
                  </a:cubicBezTo>
                  <a:lnTo>
                    <a:pt x="0" y="1077"/>
                  </a:lnTo>
                  <a:cubicBezTo>
                    <a:pt x="0" y="1552"/>
                    <a:pt x="384" y="1935"/>
                    <a:pt x="858" y="1935"/>
                  </a:cubicBezTo>
                  <a:cubicBezTo>
                    <a:pt x="1330" y="1935"/>
                    <a:pt x="1716" y="1552"/>
                    <a:pt x="1716" y="1077"/>
                  </a:cubicBezTo>
                  <a:lnTo>
                    <a:pt x="1713" y="1077"/>
                  </a:lnTo>
                  <a:lnTo>
                    <a:pt x="1713" y="859"/>
                  </a:lnTo>
                  <a:cubicBezTo>
                    <a:pt x="1713" y="724"/>
                    <a:pt x="1611" y="656"/>
                    <a:pt x="1509" y="656"/>
                  </a:cubicBezTo>
                  <a:cubicBezTo>
                    <a:pt x="1407" y="656"/>
                    <a:pt x="1305" y="724"/>
                    <a:pt x="1305" y="859"/>
                  </a:cubicBezTo>
                  <a:lnTo>
                    <a:pt x="1305" y="1077"/>
                  </a:lnTo>
                  <a:cubicBezTo>
                    <a:pt x="1298" y="1320"/>
                    <a:pt x="1101" y="1513"/>
                    <a:pt x="858" y="1513"/>
                  </a:cubicBezTo>
                  <a:cubicBezTo>
                    <a:pt x="612" y="1513"/>
                    <a:pt x="415" y="1320"/>
                    <a:pt x="408" y="1077"/>
                  </a:cubicBezTo>
                  <a:lnTo>
                    <a:pt x="408" y="859"/>
                  </a:lnTo>
                  <a:cubicBezTo>
                    <a:pt x="408" y="609"/>
                    <a:pt x="609" y="409"/>
                    <a:pt x="858" y="409"/>
                  </a:cubicBezTo>
                  <a:cubicBezTo>
                    <a:pt x="971" y="409"/>
                    <a:pt x="1062" y="317"/>
                    <a:pt x="1062" y="205"/>
                  </a:cubicBezTo>
                  <a:cubicBezTo>
                    <a:pt x="1062" y="92"/>
                    <a:pt x="971"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3" name="Google Shape;21093;p90"/>
            <p:cNvSpPr/>
            <p:nvPr/>
          </p:nvSpPr>
          <p:spPr>
            <a:xfrm>
              <a:off x="4263763" y="1751035"/>
              <a:ext cx="124824" cy="62071"/>
            </a:xfrm>
            <a:custGeom>
              <a:rect b="b" l="l" r="r" t="t"/>
              <a:pathLst>
                <a:path extrusionOk="0" h="2368" w="4762">
                  <a:moveTo>
                    <a:pt x="4339" y="409"/>
                  </a:moveTo>
                  <a:cubicBezTo>
                    <a:pt x="4280" y="834"/>
                    <a:pt x="4058" y="1217"/>
                    <a:pt x="3728" y="1485"/>
                  </a:cubicBezTo>
                  <a:cubicBezTo>
                    <a:pt x="3448" y="931"/>
                    <a:pt x="2914" y="654"/>
                    <a:pt x="2379" y="654"/>
                  </a:cubicBezTo>
                  <a:cubicBezTo>
                    <a:pt x="1845" y="654"/>
                    <a:pt x="1310" y="931"/>
                    <a:pt x="1030" y="1485"/>
                  </a:cubicBezTo>
                  <a:cubicBezTo>
                    <a:pt x="696" y="1217"/>
                    <a:pt x="478" y="831"/>
                    <a:pt x="419" y="409"/>
                  </a:cubicBezTo>
                  <a:close/>
                  <a:moveTo>
                    <a:pt x="2379" y="1062"/>
                  </a:moveTo>
                  <a:cubicBezTo>
                    <a:pt x="2785" y="1062"/>
                    <a:pt x="3191" y="1279"/>
                    <a:pt x="3387" y="1713"/>
                  </a:cubicBezTo>
                  <a:cubicBezTo>
                    <a:pt x="3137" y="1847"/>
                    <a:pt x="2863" y="1928"/>
                    <a:pt x="2581" y="1952"/>
                  </a:cubicBezTo>
                  <a:lnTo>
                    <a:pt x="2581" y="1731"/>
                  </a:lnTo>
                  <a:cubicBezTo>
                    <a:pt x="2581" y="1618"/>
                    <a:pt x="2490" y="1527"/>
                    <a:pt x="2377" y="1527"/>
                  </a:cubicBezTo>
                  <a:cubicBezTo>
                    <a:pt x="2265" y="1527"/>
                    <a:pt x="2177" y="1618"/>
                    <a:pt x="2177" y="1731"/>
                  </a:cubicBezTo>
                  <a:lnTo>
                    <a:pt x="2177" y="1952"/>
                  </a:lnTo>
                  <a:cubicBezTo>
                    <a:pt x="1896" y="1928"/>
                    <a:pt x="1621" y="1847"/>
                    <a:pt x="1372" y="1713"/>
                  </a:cubicBezTo>
                  <a:cubicBezTo>
                    <a:pt x="1567" y="1279"/>
                    <a:pt x="1973" y="1062"/>
                    <a:pt x="2379" y="1062"/>
                  </a:cubicBezTo>
                  <a:close/>
                  <a:moveTo>
                    <a:pt x="201" y="1"/>
                  </a:moveTo>
                  <a:cubicBezTo>
                    <a:pt x="88" y="1"/>
                    <a:pt x="0" y="92"/>
                    <a:pt x="0" y="205"/>
                  </a:cubicBezTo>
                  <a:cubicBezTo>
                    <a:pt x="0" y="1397"/>
                    <a:pt x="1066" y="2367"/>
                    <a:pt x="2377" y="2367"/>
                  </a:cubicBezTo>
                  <a:cubicBezTo>
                    <a:pt x="3692" y="2367"/>
                    <a:pt x="4761" y="1397"/>
                    <a:pt x="4761" y="205"/>
                  </a:cubicBezTo>
                  <a:cubicBezTo>
                    <a:pt x="4761" y="92"/>
                    <a:pt x="4670" y="1"/>
                    <a:pt x="45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4" name="Google Shape;21094;p90"/>
            <p:cNvSpPr/>
            <p:nvPr/>
          </p:nvSpPr>
          <p:spPr>
            <a:xfrm>
              <a:off x="4217760" y="1619841"/>
              <a:ext cx="212662" cy="216201"/>
            </a:xfrm>
            <a:custGeom>
              <a:rect b="b" l="l" r="r" t="t"/>
              <a:pathLst>
                <a:path extrusionOk="0" h="8248" w="8113">
                  <a:moveTo>
                    <a:pt x="2390" y="1"/>
                  </a:moveTo>
                  <a:cubicBezTo>
                    <a:pt x="1850" y="1"/>
                    <a:pt x="1311" y="202"/>
                    <a:pt x="894" y="603"/>
                  </a:cubicBezTo>
                  <a:cubicBezTo>
                    <a:pt x="71" y="1387"/>
                    <a:pt x="0" y="2678"/>
                    <a:pt x="728" y="3550"/>
                  </a:cubicBezTo>
                  <a:cubicBezTo>
                    <a:pt x="950" y="3814"/>
                    <a:pt x="999" y="4179"/>
                    <a:pt x="858" y="4496"/>
                  </a:cubicBezTo>
                  <a:cubicBezTo>
                    <a:pt x="728" y="4791"/>
                    <a:pt x="662" y="5108"/>
                    <a:pt x="662" y="5431"/>
                  </a:cubicBezTo>
                  <a:cubicBezTo>
                    <a:pt x="662" y="6982"/>
                    <a:pt x="2219" y="8248"/>
                    <a:pt x="4132" y="8248"/>
                  </a:cubicBezTo>
                  <a:cubicBezTo>
                    <a:pt x="6045" y="8248"/>
                    <a:pt x="7600" y="6982"/>
                    <a:pt x="7600" y="5431"/>
                  </a:cubicBezTo>
                  <a:cubicBezTo>
                    <a:pt x="7600" y="5108"/>
                    <a:pt x="7533" y="4791"/>
                    <a:pt x="7403" y="4496"/>
                  </a:cubicBezTo>
                  <a:cubicBezTo>
                    <a:pt x="7262" y="4179"/>
                    <a:pt x="7315" y="3814"/>
                    <a:pt x="7533" y="3550"/>
                  </a:cubicBezTo>
                  <a:cubicBezTo>
                    <a:pt x="7941" y="3068"/>
                    <a:pt x="8113" y="2435"/>
                    <a:pt x="8011" y="1813"/>
                  </a:cubicBezTo>
                  <a:cubicBezTo>
                    <a:pt x="7951" y="1444"/>
                    <a:pt x="7796" y="1092"/>
                    <a:pt x="7557" y="804"/>
                  </a:cubicBezTo>
                  <a:cubicBezTo>
                    <a:pt x="7512" y="748"/>
                    <a:pt x="7456" y="725"/>
                    <a:pt x="7403" y="725"/>
                  </a:cubicBezTo>
                  <a:cubicBezTo>
                    <a:pt x="7252" y="725"/>
                    <a:pt x="7114" y="905"/>
                    <a:pt x="7241" y="1060"/>
                  </a:cubicBezTo>
                  <a:cubicBezTo>
                    <a:pt x="7768" y="1711"/>
                    <a:pt x="7761" y="2643"/>
                    <a:pt x="7223" y="3286"/>
                  </a:cubicBezTo>
                  <a:cubicBezTo>
                    <a:pt x="6903" y="3670"/>
                    <a:pt x="6829" y="4201"/>
                    <a:pt x="7033" y="4658"/>
                  </a:cubicBezTo>
                  <a:cubicBezTo>
                    <a:pt x="7139" y="4900"/>
                    <a:pt x="7195" y="5164"/>
                    <a:pt x="7195" y="5431"/>
                  </a:cubicBezTo>
                  <a:cubicBezTo>
                    <a:pt x="7195" y="6757"/>
                    <a:pt x="5824" y="7840"/>
                    <a:pt x="4132" y="7840"/>
                  </a:cubicBezTo>
                  <a:cubicBezTo>
                    <a:pt x="2444" y="7840"/>
                    <a:pt x="1073" y="6757"/>
                    <a:pt x="1073" y="5431"/>
                  </a:cubicBezTo>
                  <a:cubicBezTo>
                    <a:pt x="1073" y="5164"/>
                    <a:pt x="1129" y="4900"/>
                    <a:pt x="1235" y="4658"/>
                  </a:cubicBezTo>
                  <a:cubicBezTo>
                    <a:pt x="1439" y="4201"/>
                    <a:pt x="1365" y="3670"/>
                    <a:pt x="1045" y="3290"/>
                  </a:cubicBezTo>
                  <a:cubicBezTo>
                    <a:pt x="454" y="2579"/>
                    <a:pt x="510" y="1535"/>
                    <a:pt x="1178" y="899"/>
                  </a:cubicBezTo>
                  <a:cubicBezTo>
                    <a:pt x="1517" y="573"/>
                    <a:pt x="1954" y="409"/>
                    <a:pt x="2393" y="409"/>
                  </a:cubicBezTo>
                  <a:cubicBezTo>
                    <a:pt x="2815" y="409"/>
                    <a:pt x="3238" y="561"/>
                    <a:pt x="3573" y="867"/>
                  </a:cubicBezTo>
                  <a:cubicBezTo>
                    <a:pt x="3731" y="1009"/>
                    <a:pt x="3932" y="1081"/>
                    <a:pt x="4133" y="1081"/>
                  </a:cubicBezTo>
                  <a:cubicBezTo>
                    <a:pt x="4334" y="1081"/>
                    <a:pt x="4535" y="1009"/>
                    <a:pt x="4695" y="867"/>
                  </a:cubicBezTo>
                  <a:cubicBezTo>
                    <a:pt x="5022" y="569"/>
                    <a:pt x="5445" y="409"/>
                    <a:pt x="5878" y="409"/>
                  </a:cubicBezTo>
                  <a:cubicBezTo>
                    <a:pt x="5971" y="409"/>
                    <a:pt x="6065" y="416"/>
                    <a:pt x="6158" y="431"/>
                  </a:cubicBezTo>
                  <a:cubicBezTo>
                    <a:pt x="6330" y="459"/>
                    <a:pt x="6499" y="512"/>
                    <a:pt x="6654" y="589"/>
                  </a:cubicBezTo>
                  <a:cubicBezTo>
                    <a:pt x="6687" y="606"/>
                    <a:pt x="6720" y="613"/>
                    <a:pt x="6750" y="613"/>
                  </a:cubicBezTo>
                  <a:cubicBezTo>
                    <a:pt x="6939" y="613"/>
                    <a:pt x="7045" y="329"/>
                    <a:pt x="6836" y="223"/>
                  </a:cubicBezTo>
                  <a:cubicBezTo>
                    <a:pt x="6643" y="128"/>
                    <a:pt x="6436" y="62"/>
                    <a:pt x="6221" y="30"/>
                  </a:cubicBezTo>
                  <a:cubicBezTo>
                    <a:pt x="6106" y="11"/>
                    <a:pt x="5990" y="2"/>
                    <a:pt x="5875" y="2"/>
                  </a:cubicBezTo>
                  <a:cubicBezTo>
                    <a:pt x="5340" y="2"/>
                    <a:pt x="4819" y="200"/>
                    <a:pt x="4417" y="565"/>
                  </a:cubicBezTo>
                  <a:cubicBezTo>
                    <a:pt x="4336" y="638"/>
                    <a:pt x="4234" y="675"/>
                    <a:pt x="4132" y="675"/>
                  </a:cubicBezTo>
                  <a:cubicBezTo>
                    <a:pt x="4029" y="675"/>
                    <a:pt x="3927" y="638"/>
                    <a:pt x="3844" y="565"/>
                  </a:cubicBezTo>
                  <a:cubicBezTo>
                    <a:pt x="3431" y="188"/>
                    <a:pt x="2910" y="1"/>
                    <a:pt x="2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95" name="Google Shape;21095;p90"/>
          <p:cNvGrpSpPr/>
          <p:nvPr/>
        </p:nvGrpSpPr>
        <p:grpSpPr>
          <a:xfrm>
            <a:off x="7970761" y="1506839"/>
            <a:ext cx="364668" cy="350776"/>
            <a:chOff x="7970761" y="1506839"/>
            <a:chExt cx="364668" cy="350776"/>
          </a:xfrm>
        </p:grpSpPr>
        <p:sp>
          <p:nvSpPr>
            <p:cNvPr id="21096" name="Google Shape;21096;p90"/>
            <p:cNvSpPr/>
            <p:nvPr/>
          </p:nvSpPr>
          <p:spPr>
            <a:xfrm>
              <a:off x="8204314" y="1512501"/>
              <a:ext cx="125296" cy="117353"/>
            </a:xfrm>
            <a:custGeom>
              <a:rect b="b" l="l" r="r" t="t"/>
              <a:pathLst>
                <a:path extrusionOk="0" h="4477" w="4780">
                  <a:moveTo>
                    <a:pt x="4247" y="1"/>
                  </a:moveTo>
                  <a:cubicBezTo>
                    <a:pt x="2218" y="1"/>
                    <a:pt x="600" y="1504"/>
                    <a:pt x="1" y="2304"/>
                  </a:cubicBezTo>
                  <a:lnTo>
                    <a:pt x="1956" y="4477"/>
                  </a:lnTo>
                  <a:cubicBezTo>
                    <a:pt x="4562" y="3823"/>
                    <a:pt x="4780" y="35"/>
                    <a:pt x="4780" y="35"/>
                  </a:cubicBezTo>
                  <a:cubicBezTo>
                    <a:pt x="4599" y="12"/>
                    <a:pt x="4422" y="1"/>
                    <a:pt x="4247"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7" name="Google Shape;21097;p90"/>
            <p:cNvSpPr/>
            <p:nvPr/>
          </p:nvSpPr>
          <p:spPr>
            <a:xfrm>
              <a:off x="8226726" y="1512684"/>
              <a:ext cx="102989" cy="113395"/>
            </a:xfrm>
            <a:custGeom>
              <a:rect b="b" l="l" r="r" t="t"/>
              <a:pathLst>
                <a:path extrusionOk="0" h="4326" w="3929">
                  <a:moveTo>
                    <a:pt x="3552" y="0"/>
                  </a:moveTo>
                  <a:cubicBezTo>
                    <a:pt x="1600" y="486"/>
                    <a:pt x="408" y="2297"/>
                    <a:pt x="0" y="3246"/>
                  </a:cubicBezTo>
                  <a:lnTo>
                    <a:pt x="162" y="3425"/>
                  </a:lnTo>
                  <a:lnTo>
                    <a:pt x="1523" y="4325"/>
                  </a:lnTo>
                  <a:cubicBezTo>
                    <a:pt x="3731" y="3394"/>
                    <a:pt x="3925" y="28"/>
                    <a:pt x="3928" y="28"/>
                  </a:cubicBezTo>
                  <a:cubicBezTo>
                    <a:pt x="3798" y="11"/>
                    <a:pt x="3675" y="4"/>
                    <a:pt x="3552"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8" name="Google Shape;21098;p90"/>
            <p:cNvSpPr/>
            <p:nvPr/>
          </p:nvSpPr>
          <p:spPr>
            <a:xfrm>
              <a:off x="7976475" y="1512501"/>
              <a:ext cx="125270" cy="117353"/>
            </a:xfrm>
            <a:custGeom>
              <a:rect b="b" l="l" r="r" t="t"/>
              <a:pathLst>
                <a:path extrusionOk="0" h="4477" w="4779">
                  <a:moveTo>
                    <a:pt x="533" y="1"/>
                  </a:moveTo>
                  <a:cubicBezTo>
                    <a:pt x="358" y="1"/>
                    <a:pt x="181" y="12"/>
                    <a:pt x="0" y="35"/>
                  </a:cubicBezTo>
                  <a:cubicBezTo>
                    <a:pt x="0" y="35"/>
                    <a:pt x="218" y="3823"/>
                    <a:pt x="2824" y="4477"/>
                  </a:cubicBezTo>
                  <a:lnTo>
                    <a:pt x="4779" y="2304"/>
                  </a:lnTo>
                  <a:cubicBezTo>
                    <a:pt x="4180" y="1504"/>
                    <a:pt x="2562" y="1"/>
                    <a:pt x="533"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9" name="Google Shape;21099;p90"/>
            <p:cNvSpPr/>
            <p:nvPr/>
          </p:nvSpPr>
          <p:spPr>
            <a:xfrm>
              <a:off x="7976475" y="1512684"/>
              <a:ext cx="102884" cy="113395"/>
            </a:xfrm>
            <a:custGeom>
              <a:rect b="b" l="l" r="r" t="t"/>
              <a:pathLst>
                <a:path extrusionOk="0" h="4326" w="3925">
                  <a:moveTo>
                    <a:pt x="376" y="0"/>
                  </a:moveTo>
                  <a:cubicBezTo>
                    <a:pt x="253" y="4"/>
                    <a:pt x="127" y="11"/>
                    <a:pt x="0" y="28"/>
                  </a:cubicBezTo>
                  <a:cubicBezTo>
                    <a:pt x="0" y="28"/>
                    <a:pt x="194" y="3394"/>
                    <a:pt x="2402" y="4325"/>
                  </a:cubicBezTo>
                  <a:lnTo>
                    <a:pt x="3766" y="3425"/>
                  </a:lnTo>
                  <a:lnTo>
                    <a:pt x="3925" y="3246"/>
                  </a:lnTo>
                  <a:cubicBezTo>
                    <a:pt x="3520" y="2297"/>
                    <a:pt x="2328" y="486"/>
                    <a:pt x="376"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0" name="Google Shape;21100;p90"/>
            <p:cNvSpPr/>
            <p:nvPr/>
          </p:nvSpPr>
          <p:spPr>
            <a:xfrm>
              <a:off x="8010656" y="1555725"/>
              <a:ext cx="284773" cy="296280"/>
            </a:xfrm>
            <a:custGeom>
              <a:rect b="b" l="l" r="r" t="t"/>
              <a:pathLst>
                <a:path extrusionOk="0" h="11303" w="10864">
                  <a:moveTo>
                    <a:pt x="5430" y="0"/>
                  </a:moveTo>
                  <a:cubicBezTo>
                    <a:pt x="2431" y="0"/>
                    <a:pt x="1" y="3478"/>
                    <a:pt x="1" y="6520"/>
                  </a:cubicBezTo>
                  <a:cubicBezTo>
                    <a:pt x="1" y="9161"/>
                    <a:pt x="2431" y="11302"/>
                    <a:pt x="5434" y="11302"/>
                  </a:cubicBezTo>
                  <a:cubicBezTo>
                    <a:pt x="8433" y="11302"/>
                    <a:pt x="10863" y="9161"/>
                    <a:pt x="10863" y="6520"/>
                  </a:cubicBezTo>
                  <a:cubicBezTo>
                    <a:pt x="10863" y="3478"/>
                    <a:pt x="8430" y="0"/>
                    <a:pt x="5430"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1" name="Google Shape;21101;p90"/>
            <p:cNvSpPr/>
            <p:nvPr/>
          </p:nvSpPr>
          <p:spPr>
            <a:xfrm>
              <a:off x="8104209" y="1783591"/>
              <a:ext cx="97825" cy="34207"/>
            </a:xfrm>
            <a:custGeom>
              <a:rect b="b" l="l" r="r" t="t"/>
              <a:pathLst>
                <a:path extrusionOk="0" h="1305" w="3732">
                  <a:moveTo>
                    <a:pt x="3732" y="0"/>
                  </a:moveTo>
                  <a:lnTo>
                    <a:pt x="1" y="25"/>
                  </a:lnTo>
                  <a:cubicBezTo>
                    <a:pt x="237" y="770"/>
                    <a:pt x="880" y="1305"/>
                    <a:pt x="1636" y="1305"/>
                  </a:cubicBezTo>
                  <a:lnTo>
                    <a:pt x="2090" y="1305"/>
                  </a:lnTo>
                  <a:cubicBezTo>
                    <a:pt x="2856" y="1305"/>
                    <a:pt x="3503" y="756"/>
                    <a:pt x="3732"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2" name="Google Shape;21102;p90"/>
            <p:cNvSpPr/>
            <p:nvPr/>
          </p:nvSpPr>
          <p:spPr>
            <a:xfrm>
              <a:off x="8089110" y="1699055"/>
              <a:ext cx="127969" cy="90250"/>
            </a:xfrm>
            <a:custGeom>
              <a:rect b="b" l="l" r="r" t="t"/>
              <a:pathLst>
                <a:path extrusionOk="0" h="3443" w="4882">
                  <a:moveTo>
                    <a:pt x="2441" y="1"/>
                  </a:moveTo>
                  <a:cubicBezTo>
                    <a:pt x="1094" y="1"/>
                    <a:pt x="0" y="999"/>
                    <a:pt x="0" y="2423"/>
                  </a:cubicBezTo>
                  <a:cubicBezTo>
                    <a:pt x="0" y="3277"/>
                    <a:pt x="648" y="3442"/>
                    <a:pt x="1314" y="3442"/>
                  </a:cubicBezTo>
                  <a:cubicBezTo>
                    <a:pt x="1735" y="3442"/>
                    <a:pt x="2163" y="3376"/>
                    <a:pt x="2441" y="3376"/>
                  </a:cubicBezTo>
                  <a:cubicBezTo>
                    <a:pt x="2724" y="3376"/>
                    <a:pt x="3153" y="3442"/>
                    <a:pt x="3573" y="3442"/>
                  </a:cubicBezTo>
                  <a:cubicBezTo>
                    <a:pt x="4239" y="3442"/>
                    <a:pt x="4881" y="3277"/>
                    <a:pt x="4881" y="2423"/>
                  </a:cubicBezTo>
                  <a:cubicBezTo>
                    <a:pt x="4881" y="999"/>
                    <a:pt x="3787" y="1"/>
                    <a:pt x="2441"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3" name="Google Shape;21103;p90"/>
            <p:cNvSpPr/>
            <p:nvPr/>
          </p:nvSpPr>
          <p:spPr>
            <a:xfrm>
              <a:off x="8010656" y="1555804"/>
              <a:ext cx="142439" cy="295651"/>
            </a:xfrm>
            <a:custGeom>
              <a:rect b="b" l="l" r="r" t="t"/>
              <a:pathLst>
                <a:path extrusionOk="0" h="11279" w="5434">
                  <a:moveTo>
                    <a:pt x="5434" y="1"/>
                  </a:moveTo>
                  <a:cubicBezTo>
                    <a:pt x="2434" y="1"/>
                    <a:pt x="1" y="3475"/>
                    <a:pt x="1" y="6517"/>
                  </a:cubicBezTo>
                  <a:cubicBezTo>
                    <a:pt x="1" y="9010"/>
                    <a:pt x="2167" y="11053"/>
                    <a:pt x="4934" y="11278"/>
                  </a:cubicBezTo>
                  <a:cubicBezTo>
                    <a:pt x="3127" y="10431"/>
                    <a:pt x="1882" y="8651"/>
                    <a:pt x="1882" y="6594"/>
                  </a:cubicBezTo>
                  <a:cubicBezTo>
                    <a:pt x="1882" y="4013"/>
                    <a:pt x="3362" y="1140"/>
                    <a:pt x="5434"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4" name="Google Shape;21104;p90"/>
            <p:cNvSpPr/>
            <p:nvPr/>
          </p:nvSpPr>
          <p:spPr>
            <a:xfrm>
              <a:off x="8115559" y="1737981"/>
              <a:ext cx="27759" cy="27209"/>
            </a:xfrm>
            <a:custGeom>
              <a:rect b="b" l="l" r="r" t="t"/>
              <a:pathLst>
                <a:path extrusionOk="0" h="1038" w="1059">
                  <a:moveTo>
                    <a:pt x="607" y="1"/>
                  </a:moveTo>
                  <a:cubicBezTo>
                    <a:pt x="432" y="1"/>
                    <a:pt x="248" y="116"/>
                    <a:pt x="141" y="309"/>
                  </a:cubicBezTo>
                  <a:cubicBezTo>
                    <a:pt x="0" y="573"/>
                    <a:pt x="60" y="879"/>
                    <a:pt x="275" y="995"/>
                  </a:cubicBezTo>
                  <a:cubicBezTo>
                    <a:pt x="329" y="1024"/>
                    <a:pt x="389" y="1037"/>
                    <a:pt x="450" y="1037"/>
                  </a:cubicBezTo>
                  <a:cubicBezTo>
                    <a:pt x="625" y="1037"/>
                    <a:pt x="810" y="923"/>
                    <a:pt x="915" y="727"/>
                  </a:cubicBezTo>
                  <a:cubicBezTo>
                    <a:pt x="1059" y="464"/>
                    <a:pt x="999" y="158"/>
                    <a:pt x="785" y="45"/>
                  </a:cubicBezTo>
                  <a:cubicBezTo>
                    <a:pt x="729" y="15"/>
                    <a:pt x="668" y="1"/>
                    <a:pt x="607" y="1"/>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5" name="Google Shape;21105;p90"/>
            <p:cNvSpPr/>
            <p:nvPr/>
          </p:nvSpPr>
          <p:spPr>
            <a:xfrm>
              <a:off x="8162741" y="1738086"/>
              <a:ext cx="27680" cy="27235"/>
            </a:xfrm>
            <a:custGeom>
              <a:rect b="b" l="l" r="r" t="t"/>
              <a:pathLst>
                <a:path extrusionOk="0" h="1039" w="1056">
                  <a:moveTo>
                    <a:pt x="450" y="0"/>
                  </a:moveTo>
                  <a:cubicBezTo>
                    <a:pt x="388" y="0"/>
                    <a:pt x="327" y="15"/>
                    <a:pt x="272" y="45"/>
                  </a:cubicBezTo>
                  <a:cubicBezTo>
                    <a:pt x="61" y="161"/>
                    <a:pt x="1" y="467"/>
                    <a:pt x="142" y="727"/>
                  </a:cubicBezTo>
                  <a:cubicBezTo>
                    <a:pt x="246" y="922"/>
                    <a:pt x="431" y="1038"/>
                    <a:pt x="607" y="1038"/>
                  </a:cubicBezTo>
                  <a:cubicBezTo>
                    <a:pt x="669" y="1038"/>
                    <a:pt x="729" y="1024"/>
                    <a:pt x="785" y="994"/>
                  </a:cubicBezTo>
                  <a:cubicBezTo>
                    <a:pt x="1000" y="878"/>
                    <a:pt x="1056" y="572"/>
                    <a:pt x="915" y="312"/>
                  </a:cubicBezTo>
                  <a:cubicBezTo>
                    <a:pt x="811" y="117"/>
                    <a:pt x="626" y="0"/>
                    <a:pt x="450" y="0"/>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6" name="Google Shape;21106;p90"/>
            <p:cNvSpPr/>
            <p:nvPr/>
          </p:nvSpPr>
          <p:spPr>
            <a:xfrm>
              <a:off x="8073252" y="1652607"/>
              <a:ext cx="34207" cy="39843"/>
            </a:xfrm>
            <a:custGeom>
              <a:rect b="b" l="l" r="r" t="t"/>
              <a:pathLst>
                <a:path extrusionOk="0" h="1520" w="1305">
                  <a:moveTo>
                    <a:pt x="654" y="0"/>
                  </a:moveTo>
                  <a:cubicBezTo>
                    <a:pt x="292" y="0"/>
                    <a:pt x="0" y="292"/>
                    <a:pt x="0" y="651"/>
                  </a:cubicBezTo>
                  <a:lnTo>
                    <a:pt x="0" y="869"/>
                  </a:lnTo>
                  <a:cubicBezTo>
                    <a:pt x="0" y="1227"/>
                    <a:pt x="292" y="1519"/>
                    <a:pt x="654" y="1519"/>
                  </a:cubicBezTo>
                  <a:cubicBezTo>
                    <a:pt x="1013" y="1519"/>
                    <a:pt x="1305" y="1227"/>
                    <a:pt x="1305" y="869"/>
                  </a:cubicBezTo>
                  <a:lnTo>
                    <a:pt x="1305" y="651"/>
                  </a:lnTo>
                  <a:cubicBezTo>
                    <a:pt x="1305" y="292"/>
                    <a:pt x="1013"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7" name="Google Shape;21107;p90"/>
            <p:cNvSpPr/>
            <p:nvPr/>
          </p:nvSpPr>
          <p:spPr>
            <a:xfrm>
              <a:off x="8090395" y="1652607"/>
              <a:ext cx="17064" cy="28493"/>
            </a:xfrm>
            <a:custGeom>
              <a:rect b="b" l="l" r="r" t="t"/>
              <a:pathLst>
                <a:path extrusionOk="0" h="1087" w="651">
                  <a:moveTo>
                    <a:pt x="0" y="0"/>
                  </a:moveTo>
                  <a:lnTo>
                    <a:pt x="0" y="760"/>
                  </a:lnTo>
                  <a:cubicBezTo>
                    <a:pt x="0" y="939"/>
                    <a:pt x="145" y="1087"/>
                    <a:pt x="324" y="1087"/>
                  </a:cubicBezTo>
                  <a:cubicBezTo>
                    <a:pt x="507" y="1087"/>
                    <a:pt x="651" y="939"/>
                    <a:pt x="651" y="760"/>
                  </a:cubicBezTo>
                  <a:lnTo>
                    <a:pt x="651" y="651"/>
                  </a:lnTo>
                  <a:cubicBezTo>
                    <a:pt x="651"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8" name="Google Shape;21108;p90"/>
            <p:cNvSpPr/>
            <p:nvPr/>
          </p:nvSpPr>
          <p:spPr>
            <a:xfrm>
              <a:off x="8084681" y="1658321"/>
              <a:ext cx="11455" cy="11350"/>
            </a:xfrm>
            <a:custGeom>
              <a:rect b="b" l="l" r="r" t="t"/>
              <a:pathLst>
                <a:path extrusionOk="0" h="433" w="437">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9" name="Google Shape;21109;p90"/>
            <p:cNvSpPr/>
            <p:nvPr/>
          </p:nvSpPr>
          <p:spPr>
            <a:xfrm>
              <a:off x="8198600" y="1652607"/>
              <a:ext cx="34234" cy="39843"/>
            </a:xfrm>
            <a:custGeom>
              <a:rect b="b" l="l" r="r" t="t"/>
              <a:pathLst>
                <a:path extrusionOk="0" h="1520" w="1306">
                  <a:moveTo>
                    <a:pt x="655" y="0"/>
                  </a:moveTo>
                  <a:cubicBezTo>
                    <a:pt x="293" y="0"/>
                    <a:pt x="1" y="292"/>
                    <a:pt x="1" y="651"/>
                  </a:cubicBezTo>
                  <a:lnTo>
                    <a:pt x="1" y="869"/>
                  </a:lnTo>
                  <a:cubicBezTo>
                    <a:pt x="1" y="1227"/>
                    <a:pt x="293" y="1519"/>
                    <a:pt x="655" y="1519"/>
                  </a:cubicBezTo>
                  <a:cubicBezTo>
                    <a:pt x="1014" y="1519"/>
                    <a:pt x="1305" y="1227"/>
                    <a:pt x="1305" y="869"/>
                  </a:cubicBezTo>
                  <a:lnTo>
                    <a:pt x="1305" y="651"/>
                  </a:lnTo>
                  <a:cubicBezTo>
                    <a:pt x="1305" y="292"/>
                    <a:pt x="1014" y="0"/>
                    <a:pt x="655"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0" name="Google Shape;21110;p90"/>
            <p:cNvSpPr/>
            <p:nvPr/>
          </p:nvSpPr>
          <p:spPr>
            <a:xfrm>
              <a:off x="8215743" y="1652607"/>
              <a:ext cx="17091" cy="28493"/>
            </a:xfrm>
            <a:custGeom>
              <a:rect b="b" l="l" r="r" t="t"/>
              <a:pathLst>
                <a:path extrusionOk="0" h="1087" w="652">
                  <a:moveTo>
                    <a:pt x="1" y="0"/>
                  </a:moveTo>
                  <a:lnTo>
                    <a:pt x="1" y="760"/>
                  </a:lnTo>
                  <a:cubicBezTo>
                    <a:pt x="1" y="939"/>
                    <a:pt x="145" y="1087"/>
                    <a:pt x="324" y="1087"/>
                  </a:cubicBezTo>
                  <a:cubicBezTo>
                    <a:pt x="504" y="1087"/>
                    <a:pt x="651" y="939"/>
                    <a:pt x="651" y="760"/>
                  </a:cubicBezTo>
                  <a:lnTo>
                    <a:pt x="651" y="651"/>
                  </a:lnTo>
                  <a:cubicBezTo>
                    <a:pt x="651" y="292"/>
                    <a:pt x="360"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1" name="Google Shape;21111;p90"/>
            <p:cNvSpPr/>
            <p:nvPr/>
          </p:nvSpPr>
          <p:spPr>
            <a:xfrm>
              <a:off x="8209950" y="1658321"/>
              <a:ext cx="11455" cy="11350"/>
            </a:xfrm>
            <a:custGeom>
              <a:rect b="b" l="l" r="r" t="t"/>
              <a:pathLst>
                <a:path extrusionOk="0" h="433" w="437">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2" name="Google Shape;21112;p90"/>
            <p:cNvSpPr/>
            <p:nvPr/>
          </p:nvSpPr>
          <p:spPr>
            <a:xfrm>
              <a:off x="8110683" y="1732738"/>
              <a:ext cx="36802" cy="37956"/>
            </a:xfrm>
            <a:custGeom>
              <a:rect b="b" l="l" r="r" t="t"/>
              <a:pathLst>
                <a:path extrusionOk="0" h="1448" w="1404">
                  <a:moveTo>
                    <a:pt x="795" y="410"/>
                  </a:moveTo>
                  <a:cubicBezTo>
                    <a:pt x="823" y="410"/>
                    <a:pt x="851" y="417"/>
                    <a:pt x="876" y="428"/>
                  </a:cubicBezTo>
                  <a:cubicBezTo>
                    <a:pt x="928" y="463"/>
                    <a:pt x="964" y="516"/>
                    <a:pt x="971" y="576"/>
                  </a:cubicBezTo>
                  <a:cubicBezTo>
                    <a:pt x="985" y="667"/>
                    <a:pt x="967" y="759"/>
                    <a:pt x="925" y="839"/>
                  </a:cubicBezTo>
                  <a:cubicBezTo>
                    <a:pt x="856" y="963"/>
                    <a:pt x="738" y="1042"/>
                    <a:pt x="636" y="1042"/>
                  </a:cubicBezTo>
                  <a:cubicBezTo>
                    <a:pt x="608" y="1042"/>
                    <a:pt x="580" y="1035"/>
                    <a:pt x="556" y="1022"/>
                  </a:cubicBezTo>
                  <a:cubicBezTo>
                    <a:pt x="503" y="991"/>
                    <a:pt x="468" y="938"/>
                    <a:pt x="461" y="875"/>
                  </a:cubicBezTo>
                  <a:cubicBezTo>
                    <a:pt x="433" y="692"/>
                    <a:pt x="531" y="509"/>
                    <a:pt x="700" y="432"/>
                  </a:cubicBezTo>
                  <a:cubicBezTo>
                    <a:pt x="732" y="417"/>
                    <a:pt x="763" y="410"/>
                    <a:pt x="795" y="410"/>
                  </a:cubicBezTo>
                  <a:close/>
                  <a:moveTo>
                    <a:pt x="788" y="1"/>
                  </a:moveTo>
                  <a:cubicBezTo>
                    <a:pt x="705" y="1"/>
                    <a:pt x="623" y="18"/>
                    <a:pt x="545" y="52"/>
                  </a:cubicBezTo>
                  <a:cubicBezTo>
                    <a:pt x="197" y="206"/>
                    <a:pt x="0" y="579"/>
                    <a:pt x="60" y="952"/>
                  </a:cubicBezTo>
                  <a:cubicBezTo>
                    <a:pt x="92" y="1135"/>
                    <a:pt x="204" y="1290"/>
                    <a:pt x="362" y="1381"/>
                  </a:cubicBezTo>
                  <a:cubicBezTo>
                    <a:pt x="447" y="1427"/>
                    <a:pt x="542" y="1448"/>
                    <a:pt x="637" y="1448"/>
                  </a:cubicBezTo>
                  <a:cubicBezTo>
                    <a:pt x="886" y="1448"/>
                    <a:pt x="1143" y="1293"/>
                    <a:pt x="1284" y="1033"/>
                  </a:cubicBezTo>
                  <a:cubicBezTo>
                    <a:pt x="1372" y="868"/>
                    <a:pt x="1403" y="681"/>
                    <a:pt x="1372" y="498"/>
                  </a:cubicBezTo>
                  <a:cubicBezTo>
                    <a:pt x="1340" y="319"/>
                    <a:pt x="1227" y="161"/>
                    <a:pt x="1069" y="69"/>
                  </a:cubicBezTo>
                  <a:cubicBezTo>
                    <a:pt x="980" y="24"/>
                    <a:pt x="884" y="1"/>
                    <a:pt x="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3" name="Google Shape;21113;p90"/>
            <p:cNvSpPr/>
            <p:nvPr/>
          </p:nvSpPr>
          <p:spPr>
            <a:xfrm>
              <a:off x="8156581" y="1732765"/>
              <a:ext cx="38087" cy="37929"/>
            </a:xfrm>
            <a:custGeom>
              <a:rect b="b" l="l" r="r" t="t"/>
              <a:pathLst>
                <a:path extrusionOk="0" h="1447" w="1453">
                  <a:moveTo>
                    <a:pt x="685" y="408"/>
                  </a:moveTo>
                  <a:cubicBezTo>
                    <a:pt x="786" y="408"/>
                    <a:pt x="902" y="486"/>
                    <a:pt x="971" y="610"/>
                  </a:cubicBezTo>
                  <a:cubicBezTo>
                    <a:pt x="1017" y="691"/>
                    <a:pt x="1034" y="782"/>
                    <a:pt x="1020" y="874"/>
                  </a:cubicBezTo>
                  <a:cubicBezTo>
                    <a:pt x="1010" y="933"/>
                    <a:pt x="974" y="990"/>
                    <a:pt x="922" y="1021"/>
                  </a:cubicBezTo>
                  <a:cubicBezTo>
                    <a:pt x="897" y="1034"/>
                    <a:pt x="870" y="1041"/>
                    <a:pt x="841" y="1041"/>
                  </a:cubicBezTo>
                  <a:cubicBezTo>
                    <a:pt x="739" y="1041"/>
                    <a:pt x="622" y="961"/>
                    <a:pt x="556" y="835"/>
                  </a:cubicBezTo>
                  <a:cubicBezTo>
                    <a:pt x="468" y="677"/>
                    <a:pt x="489" y="490"/>
                    <a:pt x="605" y="427"/>
                  </a:cubicBezTo>
                  <a:cubicBezTo>
                    <a:pt x="630" y="414"/>
                    <a:pt x="657" y="408"/>
                    <a:pt x="685" y="408"/>
                  </a:cubicBezTo>
                  <a:close/>
                  <a:moveTo>
                    <a:pt x="683" y="1"/>
                  </a:moveTo>
                  <a:cubicBezTo>
                    <a:pt x="589" y="1"/>
                    <a:pt x="497" y="22"/>
                    <a:pt x="412" y="68"/>
                  </a:cubicBezTo>
                  <a:cubicBezTo>
                    <a:pt x="99" y="237"/>
                    <a:pt x="0" y="670"/>
                    <a:pt x="197" y="1028"/>
                  </a:cubicBezTo>
                  <a:cubicBezTo>
                    <a:pt x="338" y="1292"/>
                    <a:pt x="595" y="1447"/>
                    <a:pt x="844" y="1447"/>
                  </a:cubicBezTo>
                  <a:cubicBezTo>
                    <a:pt x="939" y="1447"/>
                    <a:pt x="1031" y="1422"/>
                    <a:pt x="1115" y="1380"/>
                  </a:cubicBezTo>
                  <a:cubicBezTo>
                    <a:pt x="1277" y="1289"/>
                    <a:pt x="1386" y="1130"/>
                    <a:pt x="1417" y="951"/>
                  </a:cubicBezTo>
                  <a:cubicBezTo>
                    <a:pt x="1453" y="768"/>
                    <a:pt x="1421" y="582"/>
                    <a:pt x="1330" y="420"/>
                  </a:cubicBezTo>
                  <a:cubicBezTo>
                    <a:pt x="1189" y="156"/>
                    <a:pt x="932"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4" name="Google Shape;21114;p90"/>
            <p:cNvSpPr/>
            <p:nvPr/>
          </p:nvSpPr>
          <p:spPr>
            <a:xfrm>
              <a:off x="7970761" y="1506839"/>
              <a:ext cx="364668" cy="350776"/>
            </a:xfrm>
            <a:custGeom>
              <a:rect b="b" l="l" r="r" t="t"/>
              <a:pathLst>
                <a:path extrusionOk="0" h="13382" w="13912">
                  <a:moveTo>
                    <a:pt x="1997" y="621"/>
                  </a:moveTo>
                  <a:lnTo>
                    <a:pt x="1997" y="621"/>
                  </a:lnTo>
                  <a:cubicBezTo>
                    <a:pt x="3211" y="1018"/>
                    <a:pt x="4174" y="1869"/>
                    <a:pt x="4631" y="2333"/>
                  </a:cubicBezTo>
                  <a:cubicBezTo>
                    <a:pt x="4420" y="2460"/>
                    <a:pt x="4220" y="2600"/>
                    <a:pt x="4026" y="2755"/>
                  </a:cubicBezTo>
                  <a:cubicBezTo>
                    <a:pt x="3675" y="1964"/>
                    <a:pt x="3109" y="1313"/>
                    <a:pt x="2335" y="821"/>
                  </a:cubicBezTo>
                  <a:cubicBezTo>
                    <a:pt x="2223" y="747"/>
                    <a:pt x="2110" y="680"/>
                    <a:pt x="1997" y="621"/>
                  </a:cubicBezTo>
                  <a:close/>
                  <a:moveTo>
                    <a:pt x="426" y="487"/>
                  </a:moveTo>
                  <a:lnTo>
                    <a:pt x="426" y="487"/>
                  </a:lnTo>
                  <a:cubicBezTo>
                    <a:pt x="1164" y="642"/>
                    <a:pt x="2954" y="1197"/>
                    <a:pt x="3703" y="3036"/>
                  </a:cubicBezTo>
                  <a:cubicBezTo>
                    <a:pt x="3429" y="3286"/>
                    <a:pt x="3175" y="3564"/>
                    <a:pt x="2943" y="3856"/>
                  </a:cubicBezTo>
                  <a:cubicBezTo>
                    <a:pt x="2824" y="4010"/>
                    <a:pt x="2711" y="4169"/>
                    <a:pt x="2602" y="4330"/>
                  </a:cubicBezTo>
                  <a:cubicBezTo>
                    <a:pt x="872" y="3799"/>
                    <a:pt x="503" y="1292"/>
                    <a:pt x="426" y="487"/>
                  </a:cubicBezTo>
                  <a:close/>
                  <a:moveTo>
                    <a:pt x="13482" y="480"/>
                  </a:moveTo>
                  <a:cubicBezTo>
                    <a:pt x="13408" y="1292"/>
                    <a:pt x="13039" y="3799"/>
                    <a:pt x="11306" y="4327"/>
                  </a:cubicBezTo>
                  <a:lnTo>
                    <a:pt x="11306" y="4330"/>
                  </a:lnTo>
                  <a:cubicBezTo>
                    <a:pt x="11196" y="4165"/>
                    <a:pt x="11084" y="4007"/>
                    <a:pt x="10961" y="3856"/>
                  </a:cubicBezTo>
                  <a:cubicBezTo>
                    <a:pt x="10732" y="3560"/>
                    <a:pt x="10479" y="3286"/>
                    <a:pt x="10205" y="3033"/>
                  </a:cubicBezTo>
                  <a:cubicBezTo>
                    <a:pt x="10261" y="2896"/>
                    <a:pt x="10328" y="2759"/>
                    <a:pt x="10402" y="2625"/>
                  </a:cubicBezTo>
                  <a:cubicBezTo>
                    <a:pt x="10490" y="2465"/>
                    <a:pt x="10353" y="2323"/>
                    <a:pt x="10215" y="2323"/>
                  </a:cubicBezTo>
                  <a:cubicBezTo>
                    <a:pt x="10150" y="2323"/>
                    <a:pt x="10085" y="2355"/>
                    <a:pt x="10043" y="2432"/>
                  </a:cubicBezTo>
                  <a:cubicBezTo>
                    <a:pt x="9987" y="2534"/>
                    <a:pt x="9934" y="2643"/>
                    <a:pt x="9885" y="2755"/>
                  </a:cubicBezTo>
                  <a:cubicBezTo>
                    <a:pt x="9691" y="2600"/>
                    <a:pt x="9488" y="2460"/>
                    <a:pt x="9277" y="2333"/>
                  </a:cubicBezTo>
                  <a:cubicBezTo>
                    <a:pt x="9734" y="1865"/>
                    <a:pt x="10701" y="1014"/>
                    <a:pt x="11917" y="617"/>
                  </a:cubicBezTo>
                  <a:lnTo>
                    <a:pt x="11917" y="617"/>
                  </a:lnTo>
                  <a:cubicBezTo>
                    <a:pt x="11411" y="881"/>
                    <a:pt x="10957" y="1236"/>
                    <a:pt x="10578" y="1661"/>
                  </a:cubicBezTo>
                  <a:cubicBezTo>
                    <a:pt x="10444" y="1817"/>
                    <a:pt x="10583" y="2005"/>
                    <a:pt x="10736" y="2005"/>
                  </a:cubicBezTo>
                  <a:cubicBezTo>
                    <a:pt x="10788" y="2005"/>
                    <a:pt x="10842" y="1984"/>
                    <a:pt x="10887" y="1932"/>
                  </a:cubicBezTo>
                  <a:cubicBezTo>
                    <a:pt x="11749" y="955"/>
                    <a:pt x="12902" y="603"/>
                    <a:pt x="13482" y="480"/>
                  </a:cubicBezTo>
                  <a:close/>
                  <a:moveTo>
                    <a:pt x="6952" y="2062"/>
                  </a:moveTo>
                  <a:cubicBezTo>
                    <a:pt x="7638" y="2062"/>
                    <a:pt x="8317" y="2252"/>
                    <a:pt x="8971" y="2625"/>
                  </a:cubicBezTo>
                  <a:cubicBezTo>
                    <a:pt x="9586" y="2977"/>
                    <a:pt x="10145" y="3476"/>
                    <a:pt x="10641" y="4105"/>
                  </a:cubicBezTo>
                  <a:cubicBezTo>
                    <a:pt x="11611" y="5340"/>
                    <a:pt x="12192" y="6943"/>
                    <a:pt x="12192" y="8388"/>
                  </a:cubicBezTo>
                  <a:cubicBezTo>
                    <a:pt x="12192" y="10917"/>
                    <a:pt x="9843" y="12974"/>
                    <a:pt x="6956" y="12974"/>
                  </a:cubicBezTo>
                  <a:lnTo>
                    <a:pt x="6956" y="12977"/>
                  </a:lnTo>
                  <a:cubicBezTo>
                    <a:pt x="4065" y="12977"/>
                    <a:pt x="1716" y="10917"/>
                    <a:pt x="1716" y="8388"/>
                  </a:cubicBezTo>
                  <a:cubicBezTo>
                    <a:pt x="1716" y="6943"/>
                    <a:pt x="2293" y="5340"/>
                    <a:pt x="3263" y="4105"/>
                  </a:cubicBezTo>
                  <a:cubicBezTo>
                    <a:pt x="3759" y="3476"/>
                    <a:pt x="4322" y="2980"/>
                    <a:pt x="4934" y="2625"/>
                  </a:cubicBezTo>
                  <a:cubicBezTo>
                    <a:pt x="5588" y="2252"/>
                    <a:pt x="6266" y="2062"/>
                    <a:pt x="6952" y="2062"/>
                  </a:cubicBezTo>
                  <a:close/>
                  <a:moveTo>
                    <a:pt x="727" y="0"/>
                  </a:moveTo>
                  <a:cubicBezTo>
                    <a:pt x="544" y="0"/>
                    <a:pt x="361" y="13"/>
                    <a:pt x="179" y="37"/>
                  </a:cubicBezTo>
                  <a:cubicBezTo>
                    <a:pt x="74" y="51"/>
                    <a:pt x="0" y="139"/>
                    <a:pt x="4" y="244"/>
                  </a:cubicBezTo>
                  <a:cubicBezTo>
                    <a:pt x="39" y="920"/>
                    <a:pt x="158" y="1591"/>
                    <a:pt x="362" y="2238"/>
                  </a:cubicBezTo>
                  <a:cubicBezTo>
                    <a:pt x="770" y="3518"/>
                    <a:pt x="1466" y="4359"/>
                    <a:pt x="2381" y="4682"/>
                  </a:cubicBezTo>
                  <a:cubicBezTo>
                    <a:pt x="1699" y="5832"/>
                    <a:pt x="1308" y="7161"/>
                    <a:pt x="1308" y="8388"/>
                  </a:cubicBezTo>
                  <a:cubicBezTo>
                    <a:pt x="1308" y="9728"/>
                    <a:pt x="1899" y="10984"/>
                    <a:pt x="2972" y="11929"/>
                  </a:cubicBezTo>
                  <a:cubicBezTo>
                    <a:pt x="4037" y="12865"/>
                    <a:pt x="5451" y="13382"/>
                    <a:pt x="6956" y="13382"/>
                  </a:cubicBezTo>
                  <a:cubicBezTo>
                    <a:pt x="8457" y="13382"/>
                    <a:pt x="9874" y="12865"/>
                    <a:pt x="10940" y="11929"/>
                  </a:cubicBezTo>
                  <a:cubicBezTo>
                    <a:pt x="12012" y="10984"/>
                    <a:pt x="12603" y="9728"/>
                    <a:pt x="12603" y="8388"/>
                  </a:cubicBezTo>
                  <a:cubicBezTo>
                    <a:pt x="12603" y="7161"/>
                    <a:pt x="12209" y="5832"/>
                    <a:pt x="11531" y="4682"/>
                  </a:cubicBezTo>
                  <a:cubicBezTo>
                    <a:pt x="12445" y="4359"/>
                    <a:pt x="13138" y="3518"/>
                    <a:pt x="13549" y="2238"/>
                  </a:cubicBezTo>
                  <a:cubicBezTo>
                    <a:pt x="13749" y="1591"/>
                    <a:pt x="13873" y="920"/>
                    <a:pt x="13908" y="244"/>
                  </a:cubicBezTo>
                  <a:cubicBezTo>
                    <a:pt x="13911" y="139"/>
                    <a:pt x="13834" y="51"/>
                    <a:pt x="13732" y="37"/>
                  </a:cubicBezTo>
                  <a:cubicBezTo>
                    <a:pt x="13553" y="14"/>
                    <a:pt x="13373" y="2"/>
                    <a:pt x="13193" y="2"/>
                  </a:cubicBezTo>
                  <a:cubicBezTo>
                    <a:pt x="12339" y="2"/>
                    <a:pt x="11466" y="262"/>
                    <a:pt x="10595" y="779"/>
                  </a:cubicBezTo>
                  <a:cubicBezTo>
                    <a:pt x="9973" y="1152"/>
                    <a:pt x="9407" y="1605"/>
                    <a:pt x="8907" y="2129"/>
                  </a:cubicBezTo>
                  <a:cubicBezTo>
                    <a:pt x="8294" y="1811"/>
                    <a:pt x="7623" y="1652"/>
                    <a:pt x="6953" y="1652"/>
                  </a:cubicBezTo>
                  <a:cubicBezTo>
                    <a:pt x="6282" y="1652"/>
                    <a:pt x="5612" y="1811"/>
                    <a:pt x="5001" y="2129"/>
                  </a:cubicBezTo>
                  <a:cubicBezTo>
                    <a:pt x="4501" y="1605"/>
                    <a:pt x="3935" y="1152"/>
                    <a:pt x="3316" y="779"/>
                  </a:cubicBezTo>
                  <a:cubicBezTo>
                    <a:pt x="2446" y="261"/>
                    <a:pt x="1577"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5" name="Google Shape;21115;p90"/>
            <p:cNvSpPr/>
            <p:nvPr/>
          </p:nvSpPr>
          <p:spPr>
            <a:xfrm>
              <a:off x="8083658" y="1693708"/>
              <a:ext cx="138952" cy="129621"/>
            </a:xfrm>
            <a:custGeom>
              <a:rect b="b" l="l" r="r" t="t"/>
              <a:pathLst>
                <a:path extrusionOk="0" h="4945" w="5301">
                  <a:moveTo>
                    <a:pt x="2688" y="408"/>
                  </a:moveTo>
                  <a:cubicBezTo>
                    <a:pt x="3265" y="408"/>
                    <a:pt x="3819" y="632"/>
                    <a:pt x="4235" y="1027"/>
                  </a:cubicBezTo>
                  <a:cubicBezTo>
                    <a:pt x="4660" y="1439"/>
                    <a:pt x="4892" y="2005"/>
                    <a:pt x="4892" y="2631"/>
                  </a:cubicBezTo>
                  <a:cubicBezTo>
                    <a:pt x="4892" y="2898"/>
                    <a:pt x="4822" y="3088"/>
                    <a:pt x="4681" y="3218"/>
                  </a:cubicBezTo>
                  <a:lnTo>
                    <a:pt x="4681" y="3215"/>
                  </a:lnTo>
                  <a:cubicBezTo>
                    <a:pt x="4481" y="3400"/>
                    <a:pt x="4137" y="3449"/>
                    <a:pt x="3782" y="3449"/>
                  </a:cubicBezTo>
                  <a:cubicBezTo>
                    <a:pt x="3557" y="3449"/>
                    <a:pt x="3327" y="3429"/>
                    <a:pt x="3127" y="3412"/>
                  </a:cubicBezTo>
                  <a:cubicBezTo>
                    <a:pt x="2951" y="3397"/>
                    <a:pt x="2786" y="3383"/>
                    <a:pt x="2649" y="3383"/>
                  </a:cubicBezTo>
                  <a:cubicBezTo>
                    <a:pt x="2512" y="3383"/>
                    <a:pt x="2353" y="3397"/>
                    <a:pt x="2181" y="3412"/>
                  </a:cubicBezTo>
                  <a:cubicBezTo>
                    <a:pt x="1979" y="3429"/>
                    <a:pt x="1748" y="3449"/>
                    <a:pt x="1522" y="3449"/>
                  </a:cubicBezTo>
                  <a:cubicBezTo>
                    <a:pt x="1164" y="3449"/>
                    <a:pt x="818" y="3400"/>
                    <a:pt x="616" y="3215"/>
                  </a:cubicBezTo>
                  <a:cubicBezTo>
                    <a:pt x="475" y="3084"/>
                    <a:pt x="409" y="2895"/>
                    <a:pt x="409" y="2631"/>
                  </a:cubicBezTo>
                  <a:cubicBezTo>
                    <a:pt x="409" y="2008"/>
                    <a:pt x="641" y="1439"/>
                    <a:pt x="1063" y="1027"/>
                  </a:cubicBezTo>
                  <a:cubicBezTo>
                    <a:pt x="1474" y="626"/>
                    <a:pt x="2040" y="408"/>
                    <a:pt x="2649" y="408"/>
                  </a:cubicBezTo>
                  <a:cubicBezTo>
                    <a:pt x="2662" y="408"/>
                    <a:pt x="2675" y="408"/>
                    <a:pt x="2688" y="408"/>
                  </a:cubicBezTo>
                  <a:close/>
                  <a:moveTo>
                    <a:pt x="2649" y="3791"/>
                  </a:moveTo>
                  <a:cubicBezTo>
                    <a:pt x="2765" y="3791"/>
                    <a:pt x="2926" y="3805"/>
                    <a:pt x="3092" y="3819"/>
                  </a:cubicBezTo>
                  <a:cubicBezTo>
                    <a:pt x="3310" y="3837"/>
                    <a:pt x="3552" y="3858"/>
                    <a:pt x="3792" y="3858"/>
                  </a:cubicBezTo>
                  <a:cubicBezTo>
                    <a:pt x="3813" y="3859"/>
                    <a:pt x="3834" y="3859"/>
                    <a:pt x="3855" y="3859"/>
                  </a:cubicBezTo>
                  <a:cubicBezTo>
                    <a:pt x="3957" y="3859"/>
                    <a:pt x="4059" y="3852"/>
                    <a:pt x="4161" y="3841"/>
                  </a:cubicBezTo>
                  <a:lnTo>
                    <a:pt x="4161" y="3841"/>
                  </a:lnTo>
                  <a:cubicBezTo>
                    <a:pt x="3879" y="4277"/>
                    <a:pt x="3394" y="4540"/>
                    <a:pt x="2874" y="4540"/>
                  </a:cubicBezTo>
                  <a:lnTo>
                    <a:pt x="2420" y="4540"/>
                  </a:lnTo>
                  <a:cubicBezTo>
                    <a:pt x="1900" y="4540"/>
                    <a:pt x="1414" y="4273"/>
                    <a:pt x="1133" y="3837"/>
                  </a:cubicBezTo>
                  <a:lnTo>
                    <a:pt x="1133" y="3837"/>
                  </a:lnTo>
                  <a:cubicBezTo>
                    <a:pt x="1260" y="3852"/>
                    <a:pt x="1390" y="3857"/>
                    <a:pt x="1521" y="3857"/>
                  </a:cubicBezTo>
                  <a:cubicBezTo>
                    <a:pt x="1763" y="3857"/>
                    <a:pt x="2004" y="3838"/>
                    <a:pt x="2216" y="3819"/>
                  </a:cubicBezTo>
                  <a:cubicBezTo>
                    <a:pt x="2378" y="3805"/>
                    <a:pt x="2533" y="3791"/>
                    <a:pt x="2649" y="3791"/>
                  </a:cubicBezTo>
                  <a:close/>
                  <a:moveTo>
                    <a:pt x="2649" y="1"/>
                  </a:moveTo>
                  <a:cubicBezTo>
                    <a:pt x="1140" y="1"/>
                    <a:pt x="1" y="1133"/>
                    <a:pt x="1" y="2634"/>
                  </a:cubicBezTo>
                  <a:cubicBezTo>
                    <a:pt x="1" y="3011"/>
                    <a:pt x="117" y="3306"/>
                    <a:pt x="342" y="3513"/>
                  </a:cubicBezTo>
                  <a:cubicBezTo>
                    <a:pt x="419" y="3587"/>
                    <a:pt x="511" y="3647"/>
                    <a:pt x="606" y="3689"/>
                  </a:cubicBezTo>
                  <a:cubicBezTo>
                    <a:pt x="890" y="4445"/>
                    <a:pt x="1611" y="4945"/>
                    <a:pt x="2420" y="4945"/>
                  </a:cubicBezTo>
                  <a:lnTo>
                    <a:pt x="2874" y="4945"/>
                  </a:lnTo>
                  <a:cubicBezTo>
                    <a:pt x="2877" y="4945"/>
                    <a:pt x="2879" y="4945"/>
                    <a:pt x="2882" y="4945"/>
                  </a:cubicBezTo>
                  <a:cubicBezTo>
                    <a:pt x="3684" y="4945"/>
                    <a:pt x="4401" y="4446"/>
                    <a:pt x="4688" y="3696"/>
                  </a:cubicBezTo>
                  <a:cubicBezTo>
                    <a:pt x="4787" y="3651"/>
                    <a:pt x="4878" y="3591"/>
                    <a:pt x="4959" y="3517"/>
                  </a:cubicBezTo>
                  <a:cubicBezTo>
                    <a:pt x="5184" y="3310"/>
                    <a:pt x="5300" y="3011"/>
                    <a:pt x="5300" y="2631"/>
                  </a:cubicBezTo>
                  <a:cubicBezTo>
                    <a:pt x="5297" y="1896"/>
                    <a:pt x="5022" y="1224"/>
                    <a:pt x="4519" y="735"/>
                  </a:cubicBezTo>
                  <a:cubicBezTo>
                    <a:pt x="4027" y="261"/>
                    <a:pt x="3362" y="1"/>
                    <a:pt x="2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6" name="Google Shape;21116;p90"/>
            <p:cNvSpPr/>
            <p:nvPr/>
          </p:nvSpPr>
          <p:spPr>
            <a:xfrm>
              <a:off x="8067800" y="1647155"/>
              <a:ext cx="44928" cy="50643"/>
            </a:xfrm>
            <a:custGeom>
              <a:rect b="b" l="l" r="r" t="t"/>
              <a:pathLst>
                <a:path extrusionOk="0" h="1932" w="1714">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20"/>
                    <a:pt x="1611" y="652"/>
                    <a:pt x="1510" y="652"/>
                  </a:cubicBezTo>
                  <a:cubicBezTo>
                    <a:pt x="1408" y="652"/>
                    <a:pt x="1306" y="720"/>
                    <a:pt x="1306" y="855"/>
                  </a:cubicBezTo>
                  <a:lnTo>
                    <a:pt x="1306" y="1077"/>
                  </a:lnTo>
                  <a:cubicBezTo>
                    <a:pt x="1313" y="1330"/>
                    <a:pt x="1112" y="1537"/>
                    <a:pt x="855" y="1537"/>
                  </a:cubicBezTo>
                  <a:cubicBezTo>
                    <a:pt x="602" y="1537"/>
                    <a:pt x="398" y="133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7" name="Google Shape;21117;p90"/>
            <p:cNvSpPr/>
            <p:nvPr/>
          </p:nvSpPr>
          <p:spPr>
            <a:xfrm>
              <a:off x="8193358" y="1647155"/>
              <a:ext cx="44902" cy="50643"/>
            </a:xfrm>
            <a:custGeom>
              <a:rect b="b" l="l" r="r" t="t"/>
              <a:pathLst>
                <a:path extrusionOk="0" h="1932" w="1713">
                  <a:moveTo>
                    <a:pt x="858" y="1"/>
                  </a:moveTo>
                  <a:cubicBezTo>
                    <a:pt x="384" y="1"/>
                    <a:pt x="0" y="384"/>
                    <a:pt x="0" y="855"/>
                  </a:cubicBezTo>
                  <a:lnTo>
                    <a:pt x="0" y="1077"/>
                  </a:lnTo>
                  <a:cubicBezTo>
                    <a:pt x="0" y="1548"/>
                    <a:pt x="384" y="1931"/>
                    <a:pt x="858" y="1931"/>
                  </a:cubicBezTo>
                  <a:cubicBezTo>
                    <a:pt x="1330" y="1931"/>
                    <a:pt x="1713" y="1548"/>
                    <a:pt x="1713" y="1077"/>
                  </a:cubicBezTo>
                  <a:lnTo>
                    <a:pt x="1713" y="855"/>
                  </a:lnTo>
                  <a:cubicBezTo>
                    <a:pt x="1713" y="743"/>
                    <a:pt x="1621" y="655"/>
                    <a:pt x="1509" y="655"/>
                  </a:cubicBezTo>
                  <a:cubicBezTo>
                    <a:pt x="1396" y="655"/>
                    <a:pt x="1305" y="746"/>
                    <a:pt x="1305" y="859"/>
                  </a:cubicBezTo>
                  <a:lnTo>
                    <a:pt x="1305" y="1077"/>
                  </a:lnTo>
                  <a:cubicBezTo>
                    <a:pt x="1298" y="1319"/>
                    <a:pt x="1101" y="1513"/>
                    <a:pt x="858" y="1513"/>
                  </a:cubicBezTo>
                  <a:cubicBezTo>
                    <a:pt x="612" y="1513"/>
                    <a:pt x="415" y="1319"/>
                    <a:pt x="408" y="1077"/>
                  </a:cubicBezTo>
                  <a:lnTo>
                    <a:pt x="408" y="859"/>
                  </a:lnTo>
                  <a:cubicBezTo>
                    <a:pt x="408" y="609"/>
                    <a:pt x="609" y="409"/>
                    <a:pt x="858" y="409"/>
                  </a:cubicBezTo>
                  <a:cubicBezTo>
                    <a:pt x="967" y="409"/>
                    <a:pt x="1059" y="317"/>
                    <a:pt x="1059" y="205"/>
                  </a:cubicBezTo>
                  <a:cubicBezTo>
                    <a:pt x="1059" y="92"/>
                    <a:pt x="967"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18" name="Google Shape;21118;p90"/>
          <p:cNvGrpSpPr/>
          <p:nvPr/>
        </p:nvGrpSpPr>
        <p:grpSpPr>
          <a:xfrm>
            <a:off x="1397033" y="2409781"/>
            <a:ext cx="374341" cy="374839"/>
            <a:chOff x="1397033" y="2409781"/>
            <a:chExt cx="374341" cy="374839"/>
          </a:xfrm>
        </p:grpSpPr>
        <p:sp>
          <p:nvSpPr>
            <p:cNvPr id="21119" name="Google Shape;21119;p90"/>
            <p:cNvSpPr/>
            <p:nvPr/>
          </p:nvSpPr>
          <p:spPr>
            <a:xfrm>
              <a:off x="1443560" y="2473871"/>
              <a:ext cx="281260" cy="287237"/>
            </a:xfrm>
            <a:custGeom>
              <a:rect b="b" l="l" r="r" t="t"/>
              <a:pathLst>
                <a:path extrusionOk="0" h="10958" w="10730">
                  <a:moveTo>
                    <a:pt x="5367" y="1"/>
                  </a:moveTo>
                  <a:cubicBezTo>
                    <a:pt x="2403" y="1"/>
                    <a:pt x="1" y="2452"/>
                    <a:pt x="1" y="5479"/>
                  </a:cubicBezTo>
                  <a:cubicBezTo>
                    <a:pt x="1" y="8503"/>
                    <a:pt x="2403" y="10958"/>
                    <a:pt x="5367" y="10958"/>
                  </a:cubicBezTo>
                  <a:cubicBezTo>
                    <a:pt x="8328" y="10958"/>
                    <a:pt x="10730" y="8503"/>
                    <a:pt x="10730" y="5479"/>
                  </a:cubicBezTo>
                  <a:cubicBezTo>
                    <a:pt x="10730" y="2452"/>
                    <a:pt x="8328" y="1"/>
                    <a:pt x="5367"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0" name="Google Shape;21120;p90"/>
            <p:cNvSpPr/>
            <p:nvPr/>
          </p:nvSpPr>
          <p:spPr>
            <a:xfrm>
              <a:off x="1490402" y="2497278"/>
              <a:ext cx="187603" cy="263750"/>
            </a:xfrm>
            <a:custGeom>
              <a:rect b="b" l="l" r="r" t="t"/>
              <a:pathLst>
                <a:path extrusionOk="0" h="10062" w="7157">
                  <a:moveTo>
                    <a:pt x="3580" y="1"/>
                  </a:moveTo>
                  <a:cubicBezTo>
                    <a:pt x="1604" y="1"/>
                    <a:pt x="0" y="2255"/>
                    <a:pt x="0" y="5033"/>
                  </a:cubicBezTo>
                  <a:cubicBezTo>
                    <a:pt x="0" y="7811"/>
                    <a:pt x="1604" y="10061"/>
                    <a:pt x="3580" y="10061"/>
                  </a:cubicBezTo>
                  <a:cubicBezTo>
                    <a:pt x="5553" y="10061"/>
                    <a:pt x="7156" y="7811"/>
                    <a:pt x="7156" y="5033"/>
                  </a:cubicBezTo>
                  <a:cubicBezTo>
                    <a:pt x="7156" y="2255"/>
                    <a:pt x="5553" y="1"/>
                    <a:pt x="3580"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1" name="Google Shape;21121;p90"/>
            <p:cNvSpPr/>
            <p:nvPr/>
          </p:nvSpPr>
          <p:spPr>
            <a:xfrm>
              <a:off x="1402564" y="2415259"/>
              <a:ext cx="363358" cy="211954"/>
            </a:xfrm>
            <a:custGeom>
              <a:rect b="b" l="l" r="r" t="t"/>
              <a:pathLst>
                <a:path extrusionOk="0" h="8086" w="13862">
                  <a:moveTo>
                    <a:pt x="6931" y="0"/>
                  </a:moveTo>
                  <a:cubicBezTo>
                    <a:pt x="3967" y="0"/>
                    <a:pt x="1565" y="1804"/>
                    <a:pt x="1565" y="4027"/>
                  </a:cubicBezTo>
                  <a:cubicBezTo>
                    <a:pt x="1565" y="4188"/>
                    <a:pt x="1579" y="4354"/>
                    <a:pt x="1604" y="4512"/>
                  </a:cubicBezTo>
                  <a:lnTo>
                    <a:pt x="893" y="3802"/>
                  </a:lnTo>
                  <a:cubicBezTo>
                    <a:pt x="893" y="3802"/>
                    <a:pt x="0" y="6038"/>
                    <a:pt x="0" y="7378"/>
                  </a:cubicBezTo>
                  <a:lnTo>
                    <a:pt x="672" y="7378"/>
                  </a:lnTo>
                  <a:lnTo>
                    <a:pt x="672" y="8049"/>
                  </a:lnTo>
                  <a:cubicBezTo>
                    <a:pt x="672" y="8049"/>
                    <a:pt x="993" y="8085"/>
                    <a:pt x="1507" y="8085"/>
                  </a:cubicBezTo>
                  <a:cubicBezTo>
                    <a:pt x="2254" y="8085"/>
                    <a:pt x="3406" y="8010"/>
                    <a:pt x="4572" y="7641"/>
                  </a:cubicBezTo>
                  <a:cubicBezTo>
                    <a:pt x="4470" y="7603"/>
                    <a:pt x="6931" y="6485"/>
                    <a:pt x="6931" y="6485"/>
                  </a:cubicBezTo>
                  <a:cubicBezTo>
                    <a:pt x="6931" y="6485"/>
                    <a:pt x="9168" y="7603"/>
                    <a:pt x="9291" y="7641"/>
                  </a:cubicBezTo>
                  <a:cubicBezTo>
                    <a:pt x="10456" y="8010"/>
                    <a:pt x="11608" y="8085"/>
                    <a:pt x="12355" y="8085"/>
                  </a:cubicBezTo>
                  <a:cubicBezTo>
                    <a:pt x="12869" y="8085"/>
                    <a:pt x="13190" y="8049"/>
                    <a:pt x="13190" y="8049"/>
                  </a:cubicBezTo>
                  <a:lnTo>
                    <a:pt x="13190" y="7378"/>
                  </a:lnTo>
                  <a:lnTo>
                    <a:pt x="13862" y="7378"/>
                  </a:lnTo>
                  <a:cubicBezTo>
                    <a:pt x="13862" y="6038"/>
                    <a:pt x="12965" y="3802"/>
                    <a:pt x="12965" y="3802"/>
                  </a:cubicBezTo>
                  <a:lnTo>
                    <a:pt x="12255" y="4512"/>
                  </a:lnTo>
                  <a:cubicBezTo>
                    <a:pt x="12283" y="4354"/>
                    <a:pt x="12294" y="4188"/>
                    <a:pt x="12297" y="4027"/>
                  </a:cubicBezTo>
                  <a:cubicBezTo>
                    <a:pt x="12297" y="1804"/>
                    <a:pt x="9892" y="0"/>
                    <a:pt x="693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2" name="Google Shape;21122;p90"/>
            <p:cNvSpPr/>
            <p:nvPr/>
          </p:nvSpPr>
          <p:spPr>
            <a:xfrm>
              <a:off x="1408357" y="2411485"/>
              <a:ext cx="351588" cy="208966"/>
            </a:xfrm>
            <a:custGeom>
              <a:rect b="b" l="l" r="r" t="t"/>
              <a:pathLst>
                <a:path extrusionOk="0" h="7972" w="13413">
                  <a:moveTo>
                    <a:pt x="448" y="255"/>
                  </a:moveTo>
                  <a:cubicBezTo>
                    <a:pt x="337" y="255"/>
                    <a:pt x="246" y="360"/>
                    <a:pt x="278" y="478"/>
                  </a:cubicBezTo>
                  <a:cubicBezTo>
                    <a:pt x="373" y="848"/>
                    <a:pt x="641" y="1442"/>
                    <a:pt x="1404" y="1871"/>
                  </a:cubicBezTo>
                  <a:cubicBezTo>
                    <a:pt x="1534" y="1941"/>
                    <a:pt x="1558" y="2120"/>
                    <a:pt x="1453" y="2226"/>
                  </a:cubicBezTo>
                  <a:cubicBezTo>
                    <a:pt x="1" y="3650"/>
                    <a:pt x="141" y="6027"/>
                    <a:pt x="1752" y="7272"/>
                  </a:cubicBezTo>
                  <a:cubicBezTo>
                    <a:pt x="2365" y="7746"/>
                    <a:pt x="3085" y="7972"/>
                    <a:pt x="3796" y="7972"/>
                  </a:cubicBezTo>
                  <a:cubicBezTo>
                    <a:pt x="4949" y="7972"/>
                    <a:pt x="6082" y="7379"/>
                    <a:pt x="6710" y="6287"/>
                  </a:cubicBezTo>
                  <a:cubicBezTo>
                    <a:pt x="7336" y="7376"/>
                    <a:pt x="8467" y="7968"/>
                    <a:pt x="9620" y="7968"/>
                  </a:cubicBezTo>
                  <a:cubicBezTo>
                    <a:pt x="10331" y="7968"/>
                    <a:pt x="11051" y="7743"/>
                    <a:pt x="11665" y="7269"/>
                  </a:cubicBezTo>
                  <a:cubicBezTo>
                    <a:pt x="13272" y="6027"/>
                    <a:pt x="13412" y="3650"/>
                    <a:pt x="11967" y="2226"/>
                  </a:cubicBezTo>
                  <a:cubicBezTo>
                    <a:pt x="11858" y="2120"/>
                    <a:pt x="11883" y="1941"/>
                    <a:pt x="12016" y="1871"/>
                  </a:cubicBezTo>
                  <a:cubicBezTo>
                    <a:pt x="12776" y="1442"/>
                    <a:pt x="13043" y="848"/>
                    <a:pt x="13142" y="478"/>
                  </a:cubicBezTo>
                  <a:cubicBezTo>
                    <a:pt x="13171" y="360"/>
                    <a:pt x="13080" y="255"/>
                    <a:pt x="12968" y="255"/>
                  </a:cubicBezTo>
                  <a:cubicBezTo>
                    <a:pt x="12947" y="255"/>
                    <a:pt x="12925" y="259"/>
                    <a:pt x="12903" y="267"/>
                  </a:cubicBezTo>
                  <a:cubicBezTo>
                    <a:pt x="11190" y="869"/>
                    <a:pt x="8394" y="0"/>
                    <a:pt x="6991" y="2377"/>
                  </a:cubicBezTo>
                  <a:cubicBezTo>
                    <a:pt x="6928" y="2486"/>
                    <a:pt x="6818" y="2541"/>
                    <a:pt x="6708" y="2541"/>
                  </a:cubicBezTo>
                  <a:cubicBezTo>
                    <a:pt x="6598" y="2541"/>
                    <a:pt x="6489" y="2486"/>
                    <a:pt x="6425" y="2377"/>
                  </a:cubicBezTo>
                  <a:cubicBezTo>
                    <a:pt x="5022" y="4"/>
                    <a:pt x="2230" y="872"/>
                    <a:pt x="514" y="267"/>
                  </a:cubicBezTo>
                  <a:cubicBezTo>
                    <a:pt x="492" y="259"/>
                    <a:pt x="470" y="255"/>
                    <a:pt x="448" y="255"/>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3" name="Google Shape;21123;p90"/>
            <p:cNvSpPr/>
            <p:nvPr/>
          </p:nvSpPr>
          <p:spPr>
            <a:xfrm>
              <a:off x="1449379" y="2473871"/>
              <a:ext cx="117275" cy="117275"/>
            </a:xfrm>
            <a:custGeom>
              <a:rect b="b" l="l" r="r" t="t"/>
              <a:pathLst>
                <a:path extrusionOk="0" h="4474" w="4474">
                  <a:moveTo>
                    <a:pt x="2237" y="1"/>
                  </a:moveTo>
                  <a:cubicBezTo>
                    <a:pt x="1003" y="1"/>
                    <a:pt x="0" y="1003"/>
                    <a:pt x="0" y="2237"/>
                  </a:cubicBezTo>
                  <a:cubicBezTo>
                    <a:pt x="0" y="3471"/>
                    <a:pt x="1003"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4" name="Google Shape;21124;p90"/>
            <p:cNvSpPr/>
            <p:nvPr/>
          </p:nvSpPr>
          <p:spPr>
            <a:xfrm>
              <a:off x="1566628" y="2572534"/>
              <a:ext cx="35151" cy="59633"/>
            </a:xfrm>
            <a:custGeom>
              <a:rect b="b" l="l" r="r" t="t"/>
              <a:pathLst>
                <a:path extrusionOk="0" h="2275" w="1341">
                  <a:moveTo>
                    <a:pt x="670" y="0"/>
                  </a:moveTo>
                  <a:cubicBezTo>
                    <a:pt x="556" y="0"/>
                    <a:pt x="442" y="43"/>
                    <a:pt x="356" y="129"/>
                  </a:cubicBezTo>
                  <a:lnTo>
                    <a:pt x="0" y="485"/>
                  </a:lnTo>
                  <a:lnTo>
                    <a:pt x="672" y="2274"/>
                  </a:lnTo>
                  <a:lnTo>
                    <a:pt x="1340" y="485"/>
                  </a:lnTo>
                  <a:lnTo>
                    <a:pt x="985" y="129"/>
                  </a:lnTo>
                  <a:cubicBezTo>
                    <a:pt x="899" y="43"/>
                    <a:pt x="785" y="0"/>
                    <a:pt x="670"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5" name="Google Shape;21125;p90"/>
            <p:cNvSpPr/>
            <p:nvPr/>
          </p:nvSpPr>
          <p:spPr>
            <a:xfrm>
              <a:off x="1484583" y="2503176"/>
              <a:ext cx="46868" cy="58664"/>
            </a:xfrm>
            <a:custGeom>
              <a:rect b="b" l="l" r="r" t="t"/>
              <a:pathLst>
                <a:path extrusionOk="0" h="2238" w="1788">
                  <a:moveTo>
                    <a:pt x="894" y="1"/>
                  </a:moveTo>
                  <a:cubicBezTo>
                    <a:pt x="402" y="1"/>
                    <a:pt x="1" y="402"/>
                    <a:pt x="1" y="894"/>
                  </a:cubicBezTo>
                  <a:lnTo>
                    <a:pt x="1" y="1344"/>
                  </a:lnTo>
                  <a:cubicBezTo>
                    <a:pt x="1" y="1836"/>
                    <a:pt x="402" y="2237"/>
                    <a:pt x="894" y="2237"/>
                  </a:cubicBezTo>
                  <a:cubicBezTo>
                    <a:pt x="1390" y="2237"/>
                    <a:pt x="1787" y="1836"/>
                    <a:pt x="1787" y="1341"/>
                  </a:cubicBezTo>
                  <a:lnTo>
                    <a:pt x="1787" y="894"/>
                  </a:lnTo>
                  <a:cubicBezTo>
                    <a:pt x="1787" y="402"/>
                    <a:pt x="1386" y="1"/>
                    <a:pt x="8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6" name="Google Shape;21126;p90"/>
            <p:cNvSpPr/>
            <p:nvPr/>
          </p:nvSpPr>
          <p:spPr>
            <a:xfrm>
              <a:off x="1601753" y="2473871"/>
              <a:ext cx="117275" cy="117275"/>
            </a:xfrm>
            <a:custGeom>
              <a:rect b="b" l="l" r="r" t="t"/>
              <a:pathLst>
                <a:path extrusionOk="0" h="4474" w="4474">
                  <a:moveTo>
                    <a:pt x="2237" y="1"/>
                  </a:moveTo>
                  <a:cubicBezTo>
                    <a:pt x="1002" y="1"/>
                    <a:pt x="0" y="1003"/>
                    <a:pt x="0" y="2237"/>
                  </a:cubicBezTo>
                  <a:cubicBezTo>
                    <a:pt x="0" y="3471"/>
                    <a:pt x="1002"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7" name="Google Shape;21127;p90"/>
            <p:cNvSpPr/>
            <p:nvPr/>
          </p:nvSpPr>
          <p:spPr>
            <a:xfrm>
              <a:off x="1636956" y="2503176"/>
              <a:ext cx="46842" cy="58664"/>
            </a:xfrm>
            <a:custGeom>
              <a:rect b="b" l="l" r="r" t="t"/>
              <a:pathLst>
                <a:path extrusionOk="0" h="2238" w="1787">
                  <a:moveTo>
                    <a:pt x="894" y="1"/>
                  </a:moveTo>
                  <a:cubicBezTo>
                    <a:pt x="401" y="1"/>
                    <a:pt x="0" y="402"/>
                    <a:pt x="0" y="894"/>
                  </a:cubicBezTo>
                  <a:lnTo>
                    <a:pt x="0" y="1344"/>
                  </a:lnTo>
                  <a:cubicBezTo>
                    <a:pt x="0" y="1836"/>
                    <a:pt x="401" y="2237"/>
                    <a:pt x="894" y="2237"/>
                  </a:cubicBezTo>
                  <a:cubicBezTo>
                    <a:pt x="1389" y="2237"/>
                    <a:pt x="1787" y="1836"/>
                    <a:pt x="1787" y="1341"/>
                  </a:cubicBezTo>
                  <a:lnTo>
                    <a:pt x="1787" y="894"/>
                  </a:lnTo>
                  <a:cubicBezTo>
                    <a:pt x="1787" y="402"/>
                    <a:pt x="1386" y="1"/>
                    <a:pt x="8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8" name="Google Shape;21128;p90"/>
            <p:cNvSpPr/>
            <p:nvPr/>
          </p:nvSpPr>
          <p:spPr>
            <a:xfrm>
              <a:off x="1397033" y="2409781"/>
              <a:ext cx="374341" cy="374839"/>
            </a:xfrm>
            <a:custGeom>
              <a:rect b="b" l="l" r="r" t="t"/>
              <a:pathLst>
                <a:path extrusionOk="0" h="14300" w="14281">
                  <a:moveTo>
                    <a:pt x="7171" y="420"/>
                  </a:moveTo>
                  <a:cubicBezTo>
                    <a:pt x="7867" y="420"/>
                    <a:pt x="8555" y="533"/>
                    <a:pt x="9213" y="747"/>
                  </a:cubicBezTo>
                  <a:cubicBezTo>
                    <a:pt x="9125" y="775"/>
                    <a:pt x="9034" y="807"/>
                    <a:pt x="8946" y="846"/>
                  </a:cubicBezTo>
                  <a:cubicBezTo>
                    <a:pt x="8155" y="1173"/>
                    <a:pt x="7561" y="1725"/>
                    <a:pt x="7139" y="2520"/>
                  </a:cubicBezTo>
                  <a:cubicBezTo>
                    <a:pt x="6720" y="1721"/>
                    <a:pt x="6126" y="1173"/>
                    <a:pt x="5331" y="846"/>
                  </a:cubicBezTo>
                  <a:cubicBezTo>
                    <a:pt x="5243" y="807"/>
                    <a:pt x="5155" y="775"/>
                    <a:pt x="5067" y="747"/>
                  </a:cubicBezTo>
                  <a:cubicBezTo>
                    <a:pt x="5739" y="529"/>
                    <a:pt x="6439" y="420"/>
                    <a:pt x="7142" y="420"/>
                  </a:cubicBezTo>
                  <a:lnTo>
                    <a:pt x="7139" y="420"/>
                  </a:lnTo>
                  <a:cubicBezTo>
                    <a:pt x="7149" y="420"/>
                    <a:pt x="7160" y="420"/>
                    <a:pt x="7171" y="420"/>
                  </a:cubicBezTo>
                  <a:close/>
                  <a:moveTo>
                    <a:pt x="4234" y="2657"/>
                  </a:moveTo>
                  <a:cubicBezTo>
                    <a:pt x="5352" y="2657"/>
                    <a:pt x="6259" y="3564"/>
                    <a:pt x="6259" y="4682"/>
                  </a:cubicBezTo>
                  <a:cubicBezTo>
                    <a:pt x="6259" y="5501"/>
                    <a:pt x="5767" y="6240"/>
                    <a:pt x="5011" y="6553"/>
                  </a:cubicBezTo>
                  <a:cubicBezTo>
                    <a:pt x="4760" y="6657"/>
                    <a:pt x="4496" y="6707"/>
                    <a:pt x="4234" y="6707"/>
                  </a:cubicBezTo>
                  <a:cubicBezTo>
                    <a:pt x="3706" y="6707"/>
                    <a:pt x="3188" y="6501"/>
                    <a:pt x="2803" y="6113"/>
                  </a:cubicBezTo>
                  <a:cubicBezTo>
                    <a:pt x="2223" y="5537"/>
                    <a:pt x="2050" y="4665"/>
                    <a:pt x="2363" y="3905"/>
                  </a:cubicBezTo>
                  <a:cubicBezTo>
                    <a:pt x="2676" y="3149"/>
                    <a:pt x="3415" y="2657"/>
                    <a:pt x="4234" y="2657"/>
                  </a:cubicBezTo>
                  <a:close/>
                  <a:moveTo>
                    <a:pt x="928" y="547"/>
                  </a:moveTo>
                  <a:lnTo>
                    <a:pt x="928" y="547"/>
                  </a:lnTo>
                  <a:cubicBezTo>
                    <a:pt x="1484" y="733"/>
                    <a:pt x="2131" y="775"/>
                    <a:pt x="2806" y="821"/>
                  </a:cubicBezTo>
                  <a:cubicBezTo>
                    <a:pt x="4424" y="927"/>
                    <a:pt x="6101" y="1039"/>
                    <a:pt x="6949" y="3093"/>
                  </a:cubicBezTo>
                  <a:cubicBezTo>
                    <a:pt x="6984" y="3179"/>
                    <a:pt x="7062" y="3222"/>
                    <a:pt x="7141" y="3222"/>
                  </a:cubicBezTo>
                  <a:cubicBezTo>
                    <a:pt x="7219" y="3222"/>
                    <a:pt x="7299" y="3179"/>
                    <a:pt x="7335" y="3093"/>
                  </a:cubicBezTo>
                  <a:cubicBezTo>
                    <a:pt x="8183" y="1039"/>
                    <a:pt x="9857" y="927"/>
                    <a:pt x="11478" y="821"/>
                  </a:cubicBezTo>
                  <a:cubicBezTo>
                    <a:pt x="12153" y="775"/>
                    <a:pt x="12796" y="733"/>
                    <a:pt x="13356" y="547"/>
                  </a:cubicBezTo>
                  <a:lnTo>
                    <a:pt x="13356" y="547"/>
                  </a:lnTo>
                  <a:cubicBezTo>
                    <a:pt x="13282" y="793"/>
                    <a:pt x="13162" y="1022"/>
                    <a:pt x="12997" y="1218"/>
                  </a:cubicBezTo>
                  <a:cubicBezTo>
                    <a:pt x="12452" y="1883"/>
                    <a:pt x="11429" y="2238"/>
                    <a:pt x="10047" y="2238"/>
                  </a:cubicBezTo>
                  <a:cubicBezTo>
                    <a:pt x="9059" y="2238"/>
                    <a:pt x="8165" y="2832"/>
                    <a:pt x="7789" y="3747"/>
                  </a:cubicBezTo>
                  <a:cubicBezTo>
                    <a:pt x="7409" y="4661"/>
                    <a:pt x="7620" y="5712"/>
                    <a:pt x="8320" y="6409"/>
                  </a:cubicBezTo>
                  <a:cubicBezTo>
                    <a:pt x="8786" y="6877"/>
                    <a:pt x="9411" y="7126"/>
                    <a:pt x="10047" y="7126"/>
                  </a:cubicBezTo>
                  <a:cubicBezTo>
                    <a:pt x="10362" y="7126"/>
                    <a:pt x="10679" y="7065"/>
                    <a:pt x="10982" y="6940"/>
                  </a:cubicBezTo>
                  <a:cubicBezTo>
                    <a:pt x="11896" y="6563"/>
                    <a:pt x="12491" y="5670"/>
                    <a:pt x="12491" y="4682"/>
                  </a:cubicBezTo>
                  <a:cubicBezTo>
                    <a:pt x="12494" y="4313"/>
                    <a:pt x="12410" y="3947"/>
                    <a:pt x="12248" y="3617"/>
                  </a:cubicBezTo>
                  <a:cubicBezTo>
                    <a:pt x="12207" y="3530"/>
                    <a:pt x="12136" y="3494"/>
                    <a:pt x="12065" y="3494"/>
                  </a:cubicBezTo>
                  <a:cubicBezTo>
                    <a:pt x="11928" y="3494"/>
                    <a:pt x="11791" y="3629"/>
                    <a:pt x="11872" y="3796"/>
                  </a:cubicBezTo>
                  <a:cubicBezTo>
                    <a:pt x="12005" y="4070"/>
                    <a:pt x="12072" y="4373"/>
                    <a:pt x="12072" y="4679"/>
                  </a:cubicBezTo>
                  <a:cubicBezTo>
                    <a:pt x="12072" y="5621"/>
                    <a:pt x="11425" y="6437"/>
                    <a:pt x="10511" y="6651"/>
                  </a:cubicBezTo>
                  <a:cubicBezTo>
                    <a:pt x="10356" y="6688"/>
                    <a:pt x="10200" y="6705"/>
                    <a:pt x="10046" y="6705"/>
                  </a:cubicBezTo>
                  <a:cubicBezTo>
                    <a:pt x="9292" y="6705"/>
                    <a:pt x="8583" y="6284"/>
                    <a:pt x="8232" y="5586"/>
                  </a:cubicBezTo>
                  <a:cubicBezTo>
                    <a:pt x="7814" y="4745"/>
                    <a:pt x="8025" y="3726"/>
                    <a:pt x="8749" y="3124"/>
                  </a:cubicBezTo>
                  <a:cubicBezTo>
                    <a:pt x="9124" y="2811"/>
                    <a:pt x="9586" y="2654"/>
                    <a:pt x="10049" y="2654"/>
                  </a:cubicBezTo>
                  <a:cubicBezTo>
                    <a:pt x="10475" y="2654"/>
                    <a:pt x="10902" y="2788"/>
                    <a:pt x="11263" y="3058"/>
                  </a:cubicBezTo>
                  <a:cubicBezTo>
                    <a:pt x="11306" y="3090"/>
                    <a:pt x="11350" y="3104"/>
                    <a:pt x="11391" y="3104"/>
                  </a:cubicBezTo>
                  <a:cubicBezTo>
                    <a:pt x="11564" y="3104"/>
                    <a:pt x="11692" y="2860"/>
                    <a:pt x="11513" y="2723"/>
                  </a:cubicBezTo>
                  <a:cubicBezTo>
                    <a:pt x="11432" y="2664"/>
                    <a:pt x="11344" y="2607"/>
                    <a:pt x="11256" y="2555"/>
                  </a:cubicBezTo>
                  <a:cubicBezTo>
                    <a:pt x="11552" y="2505"/>
                    <a:pt x="11840" y="2425"/>
                    <a:pt x="12121" y="2319"/>
                  </a:cubicBezTo>
                  <a:cubicBezTo>
                    <a:pt x="13440" y="3469"/>
                    <a:pt x="13563" y="5480"/>
                    <a:pt x="12392" y="6785"/>
                  </a:cubicBezTo>
                  <a:cubicBezTo>
                    <a:pt x="11771" y="7477"/>
                    <a:pt x="10913" y="7828"/>
                    <a:pt x="10052" y="7828"/>
                  </a:cubicBezTo>
                  <a:cubicBezTo>
                    <a:pt x="9289" y="7828"/>
                    <a:pt x="8524" y="7552"/>
                    <a:pt x="7919" y="6992"/>
                  </a:cubicBezTo>
                  <a:lnTo>
                    <a:pt x="8007" y="6767"/>
                  </a:lnTo>
                  <a:cubicBezTo>
                    <a:pt x="8035" y="6690"/>
                    <a:pt x="8014" y="6602"/>
                    <a:pt x="7958" y="6546"/>
                  </a:cubicBezTo>
                  <a:lnTo>
                    <a:pt x="7606" y="6191"/>
                  </a:lnTo>
                  <a:cubicBezTo>
                    <a:pt x="7478" y="6064"/>
                    <a:pt x="7310" y="6001"/>
                    <a:pt x="7142" y="6001"/>
                  </a:cubicBezTo>
                  <a:cubicBezTo>
                    <a:pt x="6974" y="6001"/>
                    <a:pt x="6806" y="6064"/>
                    <a:pt x="6678" y="6191"/>
                  </a:cubicBezTo>
                  <a:lnTo>
                    <a:pt x="6323" y="6546"/>
                  </a:lnTo>
                  <a:cubicBezTo>
                    <a:pt x="6266" y="6602"/>
                    <a:pt x="6249" y="6690"/>
                    <a:pt x="6273" y="6767"/>
                  </a:cubicBezTo>
                  <a:lnTo>
                    <a:pt x="6361" y="6992"/>
                  </a:lnTo>
                  <a:cubicBezTo>
                    <a:pt x="5753" y="7562"/>
                    <a:pt x="4981" y="7843"/>
                    <a:pt x="4212" y="7843"/>
                  </a:cubicBezTo>
                  <a:cubicBezTo>
                    <a:pt x="3352" y="7843"/>
                    <a:pt x="2496" y="7493"/>
                    <a:pt x="1874" y="6803"/>
                  </a:cubicBezTo>
                  <a:cubicBezTo>
                    <a:pt x="696" y="5491"/>
                    <a:pt x="827" y="3469"/>
                    <a:pt x="2159" y="2319"/>
                  </a:cubicBezTo>
                  <a:cubicBezTo>
                    <a:pt x="2441" y="2428"/>
                    <a:pt x="2729" y="2505"/>
                    <a:pt x="3028" y="2558"/>
                  </a:cubicBezTo>
                  <a:cubicBezTo>
                    <a:pt x="1959" y="3163"/>
                    <a:pt x="1509" y="4468"/>
                    <a:pt x="1973" y="5607"/>
                  </a:cubicBezTo>
                  <a:cubicBezTo>
                    <a:pt x="2355" y="6542"/>
                    <a:pt x="3262" y="7124"/>
                    <a:pt x="4231" y="7124"/>
                  </a:cubicBezTo>
                  <a:cubicBezTo>
                    <a:pt x="4439" y="7124"/>
                    <a:pt x="4650" y="7098"/>
                    <a:pt x="4860" y="7042"/>
                  </a:cubicBezTo>
                  <a:cubicBezTo>
                    <a:pt x="6048" y="6729"/>
                    <a:pt x="6819" y="5582"/>
                    <a:pt x="6657" y="4366"/>
                  </a:cubicBezTo>
                  <a:cubicBezTo>
                    <a:pt x="6499" y="3149"/>
                    <a:pt x="5461" y="2238"/>
                    <a:pt x="4234" y="2238"/>
                  </a:cubicBezTo>
                  <a:cubicBezTo>
                    <a:pt x="2852" y="2238"/>
                    <a:pt x="1832" y="1887"/>
                    <a:pt x="1284" y="1218"/>
                  </a:cubicBezTo>
                  <a:cubicBezTo>
                    <a:pt x="1122" y="1022"/>
                    <a:pt x="999" y="793"/>
                    <a:pt x="928" y="547"/>
                  </a:cubicBezTo>
                  <a:close/>
                  <a:moveTo>
                    <a:pt x="7140" y="6418"/>
                  </a:moveTo>
                  <a:cubicBezTo>
                    <a:pt x="7201" y="6418"/>
                    <a:pt x="7262" y="6442"/>
                    <a:pt x="7307" y="6490"/>
                  </a:cubicBezTo>
                  <a:lnTo>
                    <a:pt x="7568" y="6746"/>
                  </a:lnTo>
                  <a:lnTo>
                    <a:pt x="7142" y="7889"/>
                  </a:lnTo>
                  <a:lnTo>
                    <a:pt x="6713" y="6746"/>
                  </a:lnTo>
                  <a:lnTo>
                    <a:pt x="6973" y="6490"/>
                  </a:lnTo>
                  <a:cubicBezTo>
                    <a:pt x="7019" y="6442"/>
                    <a:pt x="7080" y="6418"/>
                    <a:pt x="7140" y="6418"/>
                  </a:cubicBezTo>
                  <a:close/>
                  <a:moveTo>
                    <a:pt x="13493" y="5582"/>
                  </a:moveTo>
                  <a:cubicBezTo>
                    <a:pt x="13647" y="6177"/>
                    <a:pt x="13809" y="6894"/>
                    <a:pt x="13851" y="7376"/>
                  </a:cubicBezTo>
                  <a:lnTo>
                    <a:pt x="13401" y="7376"/>
                  </a:lnTo>
                  <a:cubicBezTo>
                    <a:pt x="13285" y="7376"/>
                    <a:pt x="13190" y="7471"/>
                    <a:pt x="13190" y="7587"/>
                  </a:cubicBezTo>
                  <a:lnTo>
                    <a:pt x="13190" y="8086"/>
                  </a:lnTo>
                  <a:cubicBezTo>
                    <a:pt x="12794" y="8157"/>
                    <a:pt x="12393" y="8192"/>
                    <a:pt x="11991" y="8192"/>
                  </a:cubicBezTo>
                  <a:cubicBezTo>
                    <a:pt x="11654" y="8192"/>
                    <a:pt x="11317" y="8167"/>
                    <a:pt x="10982" y="8118"/>
                  </a:cubicBezTo>
                  <a:cubicBezTo>
                    <a:pt x="12213" y="7780"/>
                    <a:pt x="13169" y="6813"/>
                    <a:pt x="13493" y="5582"/>
                  </a:cubicBezTo>
                  <a:close/>
                  <a:moveTo>
                    <a:pt x="788" y="5586"/>
                  </a:moveTo>
                  <a:cubicBezTo>
                    <a:pt x="1115" y="6817"/>
                    <a:pt x="2071" y="7780"/>
                    <a:pt x="3299" y="8118"/>
                  </a:cubicBezTo>
                  <a:cubicBezTo>
                    <a:pt x="2963" y="8168"/>
                    <a:pt x="2624" y="8193"/>
                    <a:pt x="2285" y="8193"/>
                  </a:cubicBezTo>
                  <a:cubicBezTo>
                    <a:pt x="1886" y="8193"/>
                    <a:pt x="1486" y="8158"/>
                    <a:pt x="1090" y="8090"/>
                  </a:cubicBezTo>
                  <a:lnTo>
                    <a:pt x="1090" y="7587"/>
                  </a:lnTo>
                  <a:cubicBezTo>
                    <a:pt x="1090" y="7471"/>
                    <a:pt x="995" y="7379"/>
                    <a:pt x="883" y="7379"/>
                  </a:cubicBezTo>
                  <a:lnTo>
                    <a:pt x="429" y="7379"/>
                  </a:lnTo>
                  <a:cubicBezTo>
                    <a:pt x="475" y="6894"/>
                    <a:pt x="637" y="6180"/>
                    <a:pt x="788" y="5586"/>
                  </a:cubicBezTo>
                  <a:close/>
                  <a:moveTo>
                    <a:pt x="10926" y="8533"/>
                  </a:moveTo>
                  <a:cubicBezTo>
                    <a:pt x="11277" y="8585"/>
                    <a:pt x="11629" y="8614"/>
                    <a:pt x="11984" y="8614"/>
                  </a:cubicBezTo>
                  <a:cubicBezTo>
                    <a:pt x="12083" y="8614"/>
                    <a:pt x="12178" y="8614"/>
                    <a:pt x="12266" y="8606"/>
                  </a:cubicBezTo>
                  <a:lnTo>
                    <a:pt x="12266" y="8606"/>
                  </a:lnTo>
                  <a:cubicBezTo>
                    <a:pt x="12128" y="9841"/>
                    <a:pt x="11552" y="10980"/>
                    <a:pt x="10641" y="11821"/>
                  </a:cubicBezTo>
                  <a:lnTo>
                    <a:pt x="10641" y="11817"/>
                  </a:lnTo>
                  <a:cubicBezTo>
                    <a:pt x="10233" y="12197"/>
                    <a:pt x="9765" y="12506"/>
                    <a:pt x="9259" y="12735"/>
                  </a:cubicBezTo>
                  <a:cubicBezTo>
                    <a:pt x="9473" y="12538"/>
                    <a:pt x="9667" y="12316"/>
                    <a:pt x="9839" y="12081"/>
                  </a:cubicBezTo>
                  <a:cubicBezTo>
                    <a:pt x="10532" y="11128"/>
                    <a:pt x="10919" y="9872"/>
                    <a:pt x="10926" y="8533"/>
                  </a:cubicBezTo>
                  <a:close/>
                  <a:moveTo>
                    <a:pt x="7764" y="7414"/>
                  </a:moveTo>
                  <a:cubicBezTo>
                    <a:pt x="8327" y="7886"/>
                    <a:pt x="9023" y="8174"/>
                    <a:pt x="9755" y="8234"/>
                  </a:cubicBezTo>
                  <a:cubicBezTo>
                    <a:pt x="10001" y="8325"/>
                    <a:pt x="10251" y="8399"/>
                    <a:pt x="10507" y="8455"/>
                  </a:cubicBezTo>
                  <a:lnTo>
                    <a:pt x="10507" y="8480"/>
                  </a:lnTo>
                  <a:cubicBezTo>
                    <a:pt x="10507" y="11079"/>
                    <a:pt x="8995" y="13192"/>
                    <a:pt x="7139" y="13192"/>
                  </a:cubicBezTo>
                  <a:cubicBezTo>
                    <a:pt x="6404" y="13192"/>
                    <a:pt x="5704" y="12861"/>
                    <a:pt x="5117" y="12242"/>
                  </a:cubicBezTo>
                  <a:cubicBezTo>
                    <a:pt x="4526" y="11620"/>
                    <a:pt x="4100" y="10752"/>
                    <a:pt x="3903" y="9781"/>
                  </a:cubicBezTo>
                  <a:cubicBezTo>
                    <a:pt x="3877" y="9669"/>
                    <a:pt x="3790" y="9619"/>
                    <a:pt x="3703" y="9619"/>
                  </a:cubicBezTo>
                  <a:cubicBezTo>
                    <a:pt x="3585" y="9619"/>
                    <a:pt x="3466" y="9711"/>
                    <a:pt x="3492" y="9865"/>
                  </a:cubicBezTo>
                  <a:cubicBezTo>
                    <a:pt x="3706" y="10913"/>
                    <a:pt x="4174" y="11859"/>
                    <a:pt x="4811" y="12531"/>
                  </a:cubicBezTo>
                  <a:cubicBezTo>
                    <a:pt x="4881" y="12601"/>
                    <a:pt x="4951" y="12671"/>
                    <a:pt x="5022" y="12738"/>
                  </a:cubicBezTo>
                  <a:cubicBezTo>
                    <a:pt x="3362" y="11989"/>
                    <a:pt x="2219" y="10421"/>
                    <a:pt x="2015" y="8610"/>
                  </a:cubicBezTo>
                  <a:lnTo>
                    <a:pt x="2015" y="8610"/>
                  </a:lnTo>
                  <a:cubicBezTo>
                    <a:pt x="2106" y="8614"/>
                    <a:pt x="2201" y="8614"/>
                    <a:pt x="2296" y="8614"/>
                  </a:cubicBezTo>
                  <a:cubicBezTo>
                    <a:pt x="2316" y="8614"/>
                    <a:pt x="2336" y="8614"/>
                    <a:pt x="2356" y="8614"/>
                  </a:cubicBezTo>
                  <a:cubicBezTo>
                    <a:pt x="2691" y="8614"/>
                    <a:pt x="3026" y="8586"/>
                    <a:pt x="3355" y="8536"/>
                  </a:cubicBezTo>
                  <a:cubicBezTo>
                    <a:pt x="3355" y="8670"/>
                    <a:pt x="3362" y="8807"/>
                    <a:pt x="3369" y="8944"/>
                  </a:cubicBezTo>
                  <a:cubicBezTo>
                    <a:pt x="3376" y="9053"/>
                    <a:pt x="3467" y="9137"/>
                    <a:pt x="3580" y="9137"/>
                  </a:cubicBezTo>
                  <a:lnTo>
                    <a:pt x="3594" y="9137"/>
                  </a:lnTo>
                  <a:cubicBezTo>
                    <a:pt x="3706" y="9130"/>
                    <a:pt x="3794" y="9032"/>
                    <a:pt x="3787" y="8916"/>
                  </a:cubicBezTo>
                  <a:cubicBezTo>
                    <a:pt x="3777" y="8772"/>
                    <a:pt x="3773" y="8628"/>
                    <a:pt x="3773" y="8483"/>
                  </a:cubicBezTo>
                  <a:lnTo>
                    <a:pt x="3773" y="8455"/>
                  </a:lnTo>
                  <a:cubicBezTo>
                    <a:pt x="4030" y="8399"/>
                    <a:pt x="4283" y="8325"/>
                    <a:pt x="4529" y="8234"/>
                  </a:cubicBezTo>
                  <a:cubicBezTo>
                    <a:pt x="5261" y="8174"/>
                    <a:pt x="5957" y="7889"/>
                    <a:pt x="6516" y="7414"/>
                  </a:cubicBezTo>
                  <a:lnTo>
                    <a:pt x="6945" y="8557"/>
                  </a:lnTo>
                  <a:cubicBezTo>
                    <a:pt x="6979" y="8647"/>
                    <a:pt x="7059" y="8692"/>
                    <a:pt x="7141" y="8692"/>
                  </a:cubicBezTo>
                  <a:cubicBezTo>
                    <a:pt x="7222" y="8692"/>
                    <a:pt x="7304" y="8647"/>
                    <a:pt x="7339" y="8557"/>
                  </a:cubicBezTo>
                  <a:lnTo>
                    <a:pt x="7764" y="7414"/>
                  </a:lnTo>
                  <a:close/>
                  <a:moveTo>
                    <a:pt x="7140" y="0"/>
                  </a:moveTo>
                  <a:cubicBezTo>
                    <a:pt x="6193" y="0"/>
                    <a:pt x="5247" y="188"/>
                    <a:pt x="4357" y="564"/>
                  </a:cubicBezTo>
                  <a:cubicBezTo>
                    <a:pt x="3854" y="469"/>
                    <a:pt x="3337" y="438"/>
                    <a:pt x="2834" y="403"/>
                  </a:cubicBezTo>
                  <a:cubicBezTo>
                    <a:pt x="2047" y="350"/>
                    <a:pt x="1305" y="301"/>
                    <a:pt x="753" y="23"/>
                  </a:cubicBezTo>
                  <a:cubicBezTo>
                    <a:pt x="722" y="7"/>
                    <a:pt x="689" y="0"/>
                    <a:pt x="658" y="0"/>
                  </a:cubicBezTo>
                  <a:cubicBezTo>
                    <a:pt x="547" y="0"/>
                    <a:pt x="448" y="89"/>
                    <a:pt x="450" y="209"/>
                  </a:cubicBezTo>
                  <a:cubicBezTo>
                    <a:pt x="450" y="237"/>
                    <a:pt x="454" y="849"/>
                    <a:pt x="943" y="1458"/>
                  </a:cubicBezTo>
                  <a:cubicBezTo>
                    <a:pt x="1164" y="1732"/>
                    <a:pt x="1438" y="1960"/>
                    <a:pt x="1751" y="2129"/>
                  </a:cubicBezTo>
                  <a:cubicBezTo>
                    <a:pt x="1132" y="2727"/>
                    <a:pt x="753" y="3532"/>
                    <a:pt x="686" y="4390"/>
                  </a:cubicBezTo>
                  <a:lnTo>
                    <a:pt x="682" y="4397"/>
                  </a:lnTo>
                  <a:cubicBezTo>
                    <a:pt x="654" y="4489"/>
                    <a:pt x="0" y="6672"/>
                    <a:pt x="0" y="7587"/>
                  </a:cubicBezTo>
                  <a:cubicBezTo>
                    <a:pt x="0" y="7703"/>
                    <a:pt x="95" y="7798"/>
                    <a:pt x="211" y="7798"/>
                  </a:cubicBezTo>
                  <a:lnTo>
                    <a:pt x="672" y="7798"/>
                  </a:lnTo>
                  <a:lnTo>
                    <a:pt x="672" y="8258"/>
                  </a:lnTo>
                  <a:cubicBezTo>
                    <a:pt x="672" y="8353"/>
                    <a:pt x="739" y="8438"/>
                    <a:pt x="830" y="8462"/>
                  </a:cubicBezTo>
                  <a:cubicBezTo>
                    <a:pt x="1083" y="8519"/>
                    <a:pt x="1336" y="8561"/>
                    <a:pt x="1593" y="8582"/>
                  </a:cubicBezTo>
                  <a:cubicBezTo>
                    <a:pt x="1783" y="10502"/>
                    <a:pt x="2954" y="12190"/>
                    <a:pt x="4688" y="13041"/>
                  </a:cubicBezTo>
                  <a:lnTo>
                    <a:pt x="3168" y="13167"/>
                  </a:lnTo>
                  <a:cubicBezTo>
                    <a:pt x="2908" y="13188"/>
                    <a:pt x="2683" y="13364"/>
                    <a:pt x="2602" y="13614"/>
                  </a:cubicBezTo>
                  <a:lnTo>
                    <a:pt x="2469" y="14008"/>
                  </a:lnTo>
                  <a:cubicBezTo>
                    <a:pt x="2423" y="14117"/>
                    <a:pt x="2479" y="14247"/>
                    <a:pt x="2595" y="14286"/>
                  </a:cubicBezTo>
                  <a:cubicBezTo>
                    <a:pt x="2618" y="14293"/>
                    <a:pt x="2640" y="14297"/>
                    <a:pt x="2663" y="14297"/>
                  </a:cubicBezTo>
                  <a:cubicBezTo>
                    <a:pt x="2756" y="14297"/>
                    <a:pt x="2843" y="14234"/>
                    <a:pt x="2866" y="14138"/>
                  </a:cubicBezTo>
                  <a:lnTo>
                    <a:pt x="2996" y="13748"/>
                  </a:lnTo>
                  <a:cubicBezTo>
                    <a:pt x="3028" y="13656"/>
                    <a:pt x="3109" y="13593"/>
                    <a:pt x="3204" y="13586"/>
                  </a:cubicBezTo>
                  <a:lnTo>
                    <a:pt x="3355" y="13572"/>
                  </a:lnTo>
                  <a:lnTo>
                    <a:pt x="3355" y="14071"/>
                  </a:lnTo>
                  <a:cubicBezTo>
                    <a:pt x="3355" y="14187"/>
                    <a:pt x="3446" y="14282"/>
                    <a:pt x="3562" y="14282"/>
                  </a:cubicBezTo>
                  <a:cubicBezTo>
                    <a:pt x="3678" y="14282"/>
                    <a:pt x="3773" y="14187"/>
                    <a:pt x="3773" y="14071"/>
                  </a:cubicBezTo>
                  <a:lnTo>
                    <a:pt x="3773" y="13537"/>
                  </a:lnTo>
                  <a:lnTo>
                    <a:pt x="4051" y="13515"/>
                  </a:lnTo>
                  <a:lnTo>
                    <a:pt x="4259" y="14138"/>
                  </a:lnTo>
                  <a:cubicBezTo>
                    <a:pt x="4281" y="14235"/>
                    <a:pt x="4369" y="14300"/>
                    <a:pt x="4464" y="14300"/>
                  </a:cubicBezTo>
                  <a:cubicBezTo>
                    <a:pt x="4486" y="14300"/>
                    <a:pt x="4508" y="14296"/>
                    <a:pt x="4529" y="14289"/>
                  </a:cubicBezTo>
                  <a:cubicBezTo>
                    <a:pt x="4645" y="14250"/>
                    <a:pt x="4702" y="14120"/>
                    <a:pt x="4656" y="14008"/>
                  </a:cubicBezTo>
                  <a:lnTo>
                    <a:pt x="4480" y="13480"/>
                  </a:lnTo>
                  <a:lnTo>
                    <a:pt x="5574" y="13389"/>
                  </a:lnTo>
                  <a:cubicBezTo>
                    <a:pt x="6085" y="13537"/>
                    <a:pt x="6612" y="13610"/>
                    <a:pt x="7139" y="13610"/>
                  </a:cubicBezTo>
                  <a:cubicBezTo>
                    <a:pt x="7665" y="13610"/>
                    <a:pt x="8192" y="13537"/>
                    <a:pt x="8703" y="13389"/>
                  </a:cubicBezTo>
                  <a:lnTo>
                    <a:pt x="9800" y="13480"/>
                  </a:lnTo>
                  <a:lnTo>
                    <a:pt x="9625" y="14008"/>
                  </a:lnTo>
                  <a:cubicBezTo>
                    <a:pt x="9575" y="14120"/>
                    <a:pt x="9632" y="14250"/>
                    <a:pt x="9748" y="14289"/>
                  </a:cubicBezTo>
                  <a:cubicBezTo>
                    <a:pt x="9769" y="14296"/>
                    <a:pt x="9792" y="14300"/>
                    <a:pt x="9813" y="14300"/>
                  </a:cubicBezTo>
                  <a:cubicBezTo>
                    <a:pt x="9908" y="14300"/>
                    <a:pt x="9996" y="14235"/>
                    <a:pt x="10019" y="14138"/>
                  </a:cubicBezTo>
                  <a:lnTo>
                    <a:pt x="10226" y="13515"/>
                  </a:lnTo>
                  <a:lnTo>
                    <a:pt x="10504" y="13537"/>
                  </a:lnTo>
                  <a:lnTo>
                    <a:pt x="10504" y="14071"/>
                  </a:lnTo>
                  <a:cubicBezTo>
                    <a:pt x="10504" y="14187"/>
                    <a:pt x="10599" y="14282"/>
                    <a:pt x="10715" y="14282"/>
                  </a:cubicBezTo>
                  <a:cubicBezTo>
                    <a:pt x="10831" y="14282"/>
                    <a:pt x="10922" y="14187"/>
                    <a:pt x="10922" y="14071"/>
                  </a:cubicBezTo>
                  <a:lnTo>
                    <a:pt x="10922" y="13572"/>
                  </a:lnTo>
                  <a:lnTo>
                    <a:pt x="11073" y="13586"/>
                  </a:lnTo>
                  <a:cubicBezTo>
                    <a:pt x="11168" y="13593"/>
                    <a:pt x="11249" y="13656"/>
                    <a:pt x="11281" y="13748"/>
                  </a:cubicBezTo>
                  <a:lnTo>
                    <a:pt x="11411" y="14138"/>
                  </a:lnTo>
                  <a:cubicBezTo>
                    <a:pt x="11434" y="14234"/>
                    <a:pt x="11521" y="14297"/>
                    <a:pt x="11614" y="14297"/>
                  </a:cubicBezTo>
                  <a:cubicBezTo>
                    <a:pt x="11637" y="14297"/>
                    <a:pt x="11659" y="14293"/>
                    <a:pt x="11682" y="14286"/>
                  </a:cubicBezTo>
                  <a:cubicBezTo>
                    <a:pt x="11798" y="14247"/>
                    <a:pt x="11854" y="14117"/>
                    <a:pt x="11808" y="14008"/>
                  </a:cubicBezTo>
                  <a:lnTo>
                    <a:pt x="11675" y="13614"/>
                  </a:lnTo>
                  <a:cubicBezTo>
                    <a:pt x="11594" y="13364"/>
                    <a:pt x="11369" y="13188"/>
                    <a:pt x="11109" y="13167"/>
                  </a:cubicBezTo>
                  <a:lnTo>
                    <a:pt x="9589" y="13041"/>
                  </a:lnTo>
                  <a:cubicBezTo>
                    <a:pt x="11323" y="12190"/>
                    <a:pt x="12494" y="10502"/>
                    <a:pt x="12684" y="8582"/>
                  </a:cubicBezTo>
                  <a:cubicBezTo>
                    <a:pt x="12944" y="8561"/>
                    <a:pt x="13201" y="8519"/>
                    <a:pt x="13454" y="8462"/>
                  </a:cubicBezTo>
                  <a:cubicBezTo>
                    <a:pt x="13546" y="8438"/>
                    <a:pt x="13612" y="8353"/>
                    <a:pt x="13612" y="8258"/>
                  </a:cubicBezTo>
                  <a:lnTo>
                    <a:pt x="13612" y="7798"/>
                  </a:lnTo>
                  <a:lnTo>
                    <a:pt x="14073" y="7798"/>
                  </a:lnTo>
                  <a:cubicBezTo>
                    <a:pt x="14189" y="7798"/>
                    <a:pt x="14280" y="7703"/>
                    <a:pt x="14280" y="7587"/>
                  </a:cubicBezTo>
                  <a:cubicBezTo>
                    <a:pt x="14280" y="6672"/>
                    <a:pt x="13630" y="4492"/>
                    <a:pt x="13602" y="4397"/>
                  </a:cubicBezTo>
                  <a:cubicBezTo>
                    <a:pt x="13602" y="4394"/>
                    <a:pt x="13602" y="4394"/>
                    <a:pt x="13598" y="4390"/>
                  </a:cubicBezTo>
                  <a:cubicBezTo>
                    <a:pt x="13528" y="3532"/>
                    <a:pt x="13148" y="2727"/>
                    <a:pt x="12533" y="2129"/>
                  </a:cubicBezTo>
                  <a:cubicBezTo>
                    <a:pt x="12842" y="1960"/>
                    <a:pt x="13116" y="1732"/>
                    <a:pt x="13342" y="1458"/>
                  </a:cubicBezTo>
                  <a:cubicBezTo>
                    <a:pt x="13827" y="849"/>
                    <a:pt x="13834" y="234"/>
                    <a:pt x="13834" y="209"/>
                  </a:cubicBezTo>
                  <a:cubicBezTo>
                    <a:pt x="13834" y="89"/>
                    <a:pt x="13734" y="0"/>
                    <a:pt x="13624" y="0"/>
                  </a:cubicBezTo>
                  <a:cubicBezTo>
                    <a:pt x="13593" y="0"/>
                    <a:pt x="13562" y="7"/>
                    <a:pt x="13531" y="23"/>
                  </a:cubicBezTo>
                  <a:cubicBezTo>
                    <a:pt x="12976" y="301"/>
                    <a:pt x="12234" y="350"/>
                    <a:pt x="11450" y="403"/>
                  </a:cubicBezTo>
                  <a:cubicBezTo>
                    <a:pt x="10943" y="438"/>
                    <a:pt x="10430" y="469"/>
                    <a:pt x="9924" y="564"/>
                  </a:cubicBezTo>
                  <a:cubicBezTo>
                    <a:pt x="9034" y="188"/>
                    <a:pt x="8087" y="0"/>
                    <a:pt x="71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9" name="Google Shape;21129;p90"/>
            <p:cNvSpPr/>
            <p:nvPr/>
          </p:nvSpPr>
          <p:spPr>
            <a:xfrm>
              <a:off x="1479052" y="2497645"/>
              <a:ext cx="57930" cy="69620"/>
            </a:xfrm>
            <a:custGeom>
              <a:rect b="b" l="l" r="r" t="t"/>
              <a:pathLst>
                <a:path extrusionOk="0" h="2656" w="2210">
                  <a:moveTo>
                    <a:pt x="1105" y="402"/>
                  </a:moveTo>
                  <a:cubicBezTo>
                    <a:pt x="1492" y="402"/>
                    <a:pt x="1801" y="722"/>
                    <a:pt x="1791" y="1105"/>
                  </a:cubicBezTo>
                  <a:lnTo>
                    <a:pt x="1791" y="1552"/>
                  </a:lnTo>
                  <a:cubicBezTo>
                    <a:pt x="1801" y="1938"/>
                    <a:pt x="1492" y="2255"/>
                    <a:pt x="1105" y="2255"/>
                  </a:cubicBezTo>
                  <a:cubicBezTo>
                    <a:pt x="722" y="2255"/>
                    <a:pt x="409" y="1938"/>
                    <a:pt x="419" y="1552"/>
                  </a:cubicBezTo>
                  <a:lnTo>
                    <a:pt x="419" y="1105"/>
                  </a:lnTo>
                  <a:cubicBezTo>
                    <a:pt x="409" y="722"/>
                    <a:pt x="722" y="402"/>
                    <a:pt x="1105" y="402"/>
                  </a:cubicBezTo>
                  <a:close/>
                  <a:moveTo>
                    <a:pt x="1105" y="1"/>
                  </a:moveTo>
                  <a:cubicBezTo>
                    <a:pt x="497" y="1"/>
                    <a:pt x="1" y="497"/>
                    <a:pt x="1" y="1105"/>
                  </a:cubicBezTo>
                  <a:lnTo>
                    <a:pt x="1" y="1552"/>
                  </a:lnTo>
                  <a:cubicBezTo>
                    <a:pt x="1" y="2164"/>
                    <a:pt x="497" y="2656"/>
                    <a:pt x="1105" y="2656"/>
                  </a:cubicBezTo>
                  <a:cubicBezTo>
                    <a:pt x="1713" y="2656"/>
                    <a:pt x="2209" y="2164"/>
                    <a:pt x="2209" y="1555"/>
                  </a:cubicBezTo>
                  <a:lnTo>
                    <a:pt x="2209" y="1105"/>
                  </a:lnTo>
                  <a:cubicBezTo>
                    <a:pt x="2209" y="497"/>
                    <a:pt x="1713" y="1"/>
                    <a:pt x="11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0" name="Google Shape;21130;p90"/>
            <p:cNvSpPr/>
            <p:nvPr/>
          </p:nvSpPr>
          <p:spPr>
            <a:xfrm>
              <a:off x="1631425" y="2497750"/>
              <a:ext cx="57903" cy="69620"/>
            </a:xfrm>
            <a:custGeom>
              <a:rect b="b" l="l" r="r" t="t"/>
              <a:pathLst>
                <a:path extrusionOk="0" h="2656" w="2209">
                  <a:moveTo>
                    <a:pt x="1105" y="398"/>
                  </a:moveTo>
                  <a:cubicBezTo>
                    <a:pt x="1491" y="398"/>
                    <a:pt x="1801" y="718"/>
                    <a:pt x="1790" y="1101"/>
                  </a:cubicBezTo>
                  <a:lnTo>
                    <a:pt x="1790" y="1551"/>
                  </a:lnTo>
                  <a:cubicBezTo>
                    <a:pt x="1801" y="1938"/>
                    <a:pt x="1491" y="2254"/>
                    <a:pt x="1105" y="2254"/>
                  </a:cubicBezTo>
                  <a:cubicBezTo>
                    <a:pt x="721" y="2254"/>
                    <a:pt x="412" y="1938"/>
                    <a:pt x="419" y="1551"/>
                  </a:cubicBezTo>
                  <a:lnTo>
                    <a:pt x="419" y="1101"/>
                  </a:lnTo>
                  <a:cubicBezTo>
                    <a:pt x="412" y="718"/>
                    <a:pt x="721" y="398"/>
                    <a:pt x="1105" y="398"/>
                  </a:cubicBezTo>
                  <a:close/>
                  <a:moveTo>
                    <a:pt x="1105" y="0"/>
                  </a:moveTo>
                  <a:cubicBezTo>
                    <a:pt x="496" y="0"/>
                    <a:pt x="4" y="496"/>
                    <a:pt x="0" y="1105"/>
                  </a:cubicBezTo>
                  <a:lnTo>
                    <a:pt x="0" y="1551"/>
                  </a:lnTo>
                  <a:cubicBezTo>
                    <a:pt x="0" y="2160"/>
                    <a:pt x="496" y="2655"/>
                    <a:pt x="1105" y="2655"/>
                  </a:cubicBezTo>
                  <a:cubicBezTo>
                    <a:pt x="1716" y="2655"/>
                    <a:pt x="2209" y="2160"/>
                    <a:pt x="2209" y="1551"/>
                  </a:cubicBezTo>
                  <a:lnTo>
                    <a:pt x="2209" y="1101"/>
                  </a:lnTo>
                  <a:cubicBezTo>
                    <a:pt x="2209" y="493"/>
                    <a:pt x="1713" y="0"/>
                    <a:pt x="11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1" name="Google Shape;21131;p90"/>
            <p:cNvSpPr/>
            <p:nvPr/>
          </p:nvSpPr>
          <p:spPr>
            <a:xfrm>
              <a:off x="1502564" y="2521132"/>
              <a:ext cx="10983" cy="22726"/>
            </a:xfrm>
            <a:custGeom>
              <a:rect b="b" l="l" r="r" t="t"/>
              <a:pathLst>
                <a:path extrusionOk="0" h="867" w="419">
                  <a:moveTo>
                    <a:pt x="210" y="1"/>
                  </a:moveTo>
                  <a:cubicBezTo>
                    <a:pt x="105" y="1"/>
                    <a:pt x="0" y="70"/>
                    <a:pt x="0" y="209"/>
                  </a:cubicBezTo>
                  <a:lnTo>
                    <a:pt x="0" y="656"/>
                  </a:lnTo>
                  <a:cubicBezTo>
                    <a:pt x="0" y="772"/>
                    <a:pt x="92" y="867"/>
                    <a:pt x="208" y="867"/>
                  </a:cubicBezTo>
                  <a:cubicBezTo>
                    <a:pt x="324" y="867"/>
                    <a:pt x="419" y="772"/>
                    <a:pt x="419" y="659"/>
                  </a:cubicBezTo>
                  <a:lnTo>
                    <a:pt x="419" y="209"/>
                  </a:lnTo>
                  <a:cubicBezTo>
                    <a:pt x="419" y="70"/>
                    <a:pt x="314"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2" name="Google Shape;21132;p90"/>
            <p:cNvSpPr/>
            <p:nvPr/>
          </p:nvSpPr>
          <p:spPr>
            <a:xfrm>
              <a:off x="1654938" y="2521158"/>
              <a:ext cx="10983" cy="22700"/>
            </a:xfrm>
            <a:custGeom>
              <a:rect b="b" l="l" r="r" t="t"/>
              <a:pathLst>
                <a:path extrusionOk="0" h="866" w="419">
                  <a:moveTo>
                    <a:pt x="208" y="1"/>
                  </a:moveTo>
                  <a:cubicBezTo>
                    <a:pt x="92" y="1"/>
                    <a:pt x="0" y="92"/>
                    <a:pt x="0" y="208"/>
                  </a:cubicBezTo>
                  <a:lnTo>
                    <a:pt x="0" y="655"/>
                  </a:lnTo>
                  <a:cubicBezTo>
                    <a:pt x="0" y="771"/>
                    <a:pt x="92" y="866"/>
                    <a:pt x="208" y="866"/>
                  </a:cubicBezTo>
                  <a:cubicBezTo>
                    <a:pt x="324" y="866"/>
                    <a:pt x="419" y="771"/>
                    <a:pt x="419" y="655"/>
                  </a:cubicBezTo>
                  <a:lnTo>
                    <a:pt x="419" y="208"/>
                  </a:lnTo>
                  <a:cubicBezTo>
                    <a:pt x="419" y="92"/>
                    <a:pt x="32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33" name="Google Shape;21133;p90"/>
          <p:cNvGrpSpPr/>
          <p:nvPr/>
        </p:nvGrpSpPr>
        <p:grpSpPr>
          <a:xfrm>
            <a:off x="849795" y="2411695"/>
            <a:ext cx="374524" cy="370540"/>
            <a:chOff x="849795" y="2411695"/>
            <a:chExt cx="374524" cy="370540"/>
          </a:xfrm>
        </p:grpSpPr>
        <p:sp>
          <p:nvSpPr>
            <p:cNvPr id="21134" name="Google Shape;21134;p90"/>
            <p:cNvSpPr/>
            <p:nvPr/>
          </p:nvSpPr>
          <p:spPr>
            <a:xfrm>
              <a:off x="873412" y="2659796"/>
              <a:ext cx="99162" cy="93500"/>
            </a:xfrm>
            <a:custGeom>
              <a:rect b="b" l="l" r="r" t="t"/>
              <a:pathLst>
                <a:path extrusionOk="0" h="3567" w="3783">
                  <a:moveTo>
                    <a:pt x="2204" y="0"/>
                  </a:moveTo>
                  <a:lnTo>
                    <a:pt x="797" y="1407"/>
                  </a:lnTo>
                  <a:cubicBezTo>
                    <a:pt x="0" y="2204"/>
                    <a:pt x="564" y="3566"/>
                    <a:pt x="1690" y="3566"/>
                  </a:cubicBezTo>
                  <a:cubicBezTo>
                    <a:pt x="1691" y="3566"/>
                    <a:pt x="1693" y="3566"/>
                    <a:pt x="1694" y="3566"/>
                  </a:cubicBezTo>
                  <a:cubicBezTo>
                    <a:pt x="2848" y="3566"/>
                    <a:pt x="3783" y="2631"/>
                    <a:pt x="3783" y="1477"/>
                  </a:cubicBezTo>
                  <a:lnTo>
                    <a:pt x="3783"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5" name="Google Shape;21135;p90"/>
            <p:cNvSpPr/>
            <p:nvPr/>
          </p:nvSpPr>
          <p:spPr>
            <a:xfrm>
              <a:off x="884526" y="2659796"/>
              <a:ext cx="88048" cy="93500"/>
            </a:xfrm>
            <a:custGeom>
              <a:rect b="b" l="l" r="r" t="t"/>
              <a:pathLst>
                <a:path extrusionOk="0" h="3567" w="3359">
                  <a:moveTo>
                    <a:pt x="3134" y="0"/>
                  </a:moveTo>
                  <a:lnTo>
                    <a:pt x="3134" y="584"/>
                  </a:lnTo>
                  <a:cubicBezTo>
                    <a:pt x="3134" y="1737"/>
                    <a:pt x="2198" y="2673"/>
                    <a:pt x="1045" y="2673"/>
                  </a:cubicBezTo>
                  <a:cubicBezTo>
                    <a:pt x="637" y="2673"/>
                    <a:pt x="254" y="2476"/>
                    <a:pt x="18" y="2145"/>
                  </a:cubicBezTo>
                  <a:cubicBezTo>
                    <a:pt x="8" y="2195"/>
                    <a:pt x="4" y="2247"/>
                    <a:pt x="4" y="2300"/>
                  </a:cubicBezTo>
                  <a:cubicBezTo>
                    <a:pt x="1" y="3000"/>
                    <a:pt x="570" y="3566"/>
                    <a:pt x="1270" y="3566"/>
                  </a:cubicBezTo>
                  <a:cubicBezTo>
                    <a:pt x="2424" y="3566"/>
                    <a:pt x="3359" y="2631"/>
                    <a:pt x="3359" y="1477"/>
                  </a:cubicBezTo>
                  <a:lnTo>
                    <a:pt x="3359" y="0"/>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6" name="Google Shape;21136;p90"/>
            <p:cNvSpPr/>
            <p:nvPr/>
          </p:nvSpPr>
          <p:spPr>
            <a:xfrm>
              <a:off x="959284" y="2417252"/>
              <a:ext cx="253789" cy="142648"/>
            </a:xfrm>
            <a:custGeom>
              <a:rect b="b" l="l" r="r" t="t"/>
              <a:pathLst>
                <a:path extrusionOk="0" h="5442" w="9682">
                  <a:moveTo>
                    <a:pt x="3899" y="1"/>
                  </a:moveTo>
                  <a:cubicBezTo>
                    <a:pt x="3828" y="1"/>
                    <a:pt x="3756" y="18"/>
                    <a:pt x="3689" y="54"/>
                  </a:cubicBezTo>
                  <a:cubicBezTo>
                    <a:pt x="2420" y="758"/>
                    <a:pt x="1639" y="1978"/>
                    <a:pt x="1639" y="1978"/>
                  </a:cubicBezTo>
                  <a:lnTo>
                    <a:pt x="1368" y="1858"/>
                  </a:lnTo>
                  <a:cubicBezTo>
                    <a:pt x="1310" y="1832"/>
                    <a:pt x="1249" y="1820"/>
                    <a:pt x="1188" y="1820"/>
                  </a:cubicBezTo>
                  <a:cubicBezTo>
                    <a:pt x="1045" y="1820"/>
                    <a:pt x="906" y="1889"/>
                    <a:pt x="820" y="2013"/>
                  </a:cubicBezTo>
                  <a:cubicBezTo>
                    <a:pt x="18" y="3247"/>
                    <a:pt x="1" y="5442"/>
                    <a:pt x="1" y="5442"/>
                  </a:cubicBezTo>
                  <a:lnTo>
                    <a:pt x="7659" y="4102"/>
                  </a:lnTo>
                  <a:lnTo>
                    <a:pt x="9425" y="2843"/>
                  </a:lnTo>
                  <a:cubicBezTo>
                    <a:pt x="9674" y="2671"/>
                    <a:pt x="9681" y="2301"/>
                    <a:pt x="9439" y="2118"/>
                  </a:cubicBezTo>
                  <a:cubicBezTo>
                    <a:pt x="8436" y="1387"/>
                    <a:pt x="7135" y="1197"/>
                    <a:pt x="7135" y="1197"/>
                  </a:cubicBezTo>
                  <a:lnTo>
                    <a:pt x="7248" y="642"/>
                  </a:lnTo>
                  <a:cubicBezTo>
                    <a:pt x="7304" y="362"/>
                    <a:pt x="7087" y="108"/>
                    <a:pt x="6811" y="108"/>
                  </a:cubicBezTo>
                  <a:cubicBezTo>
                    <a:pt x="6795" y="108"/>
                    <a:pt x="6779" y="109"/>
                    <a:pt x="6763" y="111"/>
                  </a:cubicBezTo>
                  <a:cubicBezTo>
                    <a:pt x="5993" y="191"/>
                    <a:pt x="5244" y="406"/>
                    <a:pt x="4547" y="747"/>
                  </a:cubicBezTo>
                  <a:lnTo>
                    <a:pt x="4298" y="251"/>
                  </a:lnTo>
                  <a:cubicBezTo>
                    <a:pt x="4219" y="92"/>
                    <a:pt x="4062" y="1"/>
                    <a:pt x="3899"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7" name="Google Shape;21137;p90"/>
            <p:cNvSpPr/>
            <p:nvPr/>
          </p:nvSpPr>
          <p:spPr>
            <a:xfrm>
              <a:off x="1078472" y="2436649"/>
              <a:ext cx="393" cy="210"/>
            </a:xfrm>
            <a:custGeom>
              <a:rect b="b" l="l" r="r" t="t"/>
              <a:pathLst>
                <a:path extrusionOk="0" h="8" w="15">
                  <a:moveTo>
                    <a:pt x="0" y="7"/>
                  </a:moveTo>
                  <a:lnTo>
                    <a:pt x="14" y="0"/>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8" name="Google Shape;21138;p90"/>
            <p:cNvSpPr/>
            <p:nvPr/>
          </p:nvSpPr>
          <p:spPr>
            <a:xfrm>
              <a:off x="959284" y="2417225"/>
              <a:ext cx="119110" cy="142675"/>
            </a:xfrm>
            <a:custGeom>
              <a:rect b="b" l="l" r="r" t="t"/>
              <a:pathLst>
                <a:path extrusionOk="0" h="5443" w="4544">
                  <a:moveTo>
                    <a:pt x="3897" y="1"/>
                  </a:moveTo>
                  <a:cubicBezTo>
                    <a:pt x="3827" y="1"/>
                    <a:pt x="3756" y="17"/>
                    <a:pt x="3689" y="52"/>
                  </a:cubicBezTo>
                  <a:cubicBezTo>
                    <a:pt x="2420" y="755"/>
                    <a:pt x="1639" y="1979"/>
                    <a:pt x="1639" y="1979"/>
                  </a:cubicBezTo>
                  <a:lnTo>
                    <a:pt x="1368" y="1859"/>
                  </a:lnTo>
                  <a:cubicBezTo>
                    <a:pt x="1311" y="1836"/>
                    <a:pt x="1252" y="1824"/>
                    <a:pt x="1194" y="1824"/>
                  </a:cubicBezTo>
                  <a:cubicBezTo>
                    <a:pt x="1043" y="1824"/>
                    <a:pt x="898" y="1899"/>
                    <a:pt x="809" y="2028"/>
                  </a:cubicBezTo>
                  <a:cubicBezTo>
                    <a:pt x="18" y="3266"/>
                    <a:pt x="1" y="5443"/>
                    <a:pt x="1" y="5443"/>
                  </a:cubicBezTo>
                  <a:lnTo>
                    <a:pt x="1622" y="5158"/>
                  </a:lnTo>
                  <a:cubicBezTo>
                    <a:pt x="1622" y="4377"/>
                    <a:pt x="2079" y="3410"/>
                    <a:pt x="2515" y="2759"/>
                  </a:cubicBezTo>
                  <a:cubicBezTo>
                    <a:pt x="3025" y="1993"/>
                    <a:pt x="3577" y="1237"/>
                    <a:pt x="4544" y="748"/>
                  </a:cubicBezTo>
                  <a:lnTo>
                    <a:pt x="4298" y="249"/>
                  </a:lnTo>
                  <a:cubicBezTo>
                    <a:pt x="4219" y="91"/>
                    <a:pt x="4060" y="1"/>
                    <a:pt x="3897"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9" name="Google Shape;21139;p90"/>
            <p:cNvSpPr/>
            <p:nvPr/>
          </p:nvSpPr>
          <p:spPr>
            <a:xfrm>
              <a:off x="949061" y="2471931"/>
              <a:ext cx="269543" cy="304773"/>
            </a:xfrm>
            <a:custGeom>
              <a:rect b="b" l="l" r="r" t="t"/>
              <a:pathLst>
                <a:path extrusionOk="0" h="11627" w="10283">
                  <a:moveTo>
                    <a:pt x="5145" y="1"/>
                  </a:moveTo>
                  <a:cubicBezTo>
                    <a:pt x="5082" y="1"/>
                    <a:pt x="5018" y="2"/>
                    <a:pt x="4955" y="4"/>
                  </a:cubicBezTo>
                  <a:cubicBezTo>
                    <a:pt x="2166" y="106"/>
                    <a:pt x="0" y="2480"/>
                    <a:pt x="0" y="5268"/>
                  </a:cubicBezTo>
                  <a:lnTo>
                    <a:pt x="0" y="7459"/>
                  </a:lnTo>
                  <a:cubicBezTo>
                    <a:pt x="535" y="7646"/>
                    <a:pt x="893" y="8152"/>
                    <a:pt x="893" y="8722"/>
                  </a:cubicBezTo>
                  <a:lnTo>
                    <a:pt x="893" y="11626"/>
                  </a:lnTo>
                  <a:lnTo>
                    <a:pt x="10282" y="11626"/>
                  </a:lnTo>
                  <a:lnTo>
                    <a:pt x="10282" y="5145"/>
                  </a:lnTo>
                  <a:cubicBezTo>
                    <a:pt x="10282" y="2294"/>
                    <a:pt x="7971" y="1"/>
                    <a:pt x="5145"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0" name="Google Shape;21140;p90"/>
            <p:cNvSpPr/>
            <p:nvPr/>
          </p:nvSpPr>
          <p:spPr>
            <a:xfrm>
              <a:off x="949061" y="2471983"/>
              <a:ext cx="169988" cy="304720"/>
            </a:xfrm>
            <a:custGeom>
              <a:rect b="b" l="l" r="r" t="t"/>
              <a:pathLst>
                <a:path extrusionOk="0" h="11625" w="6485">
                  <a:moveTo>
                    <a:pt x="5141" y="0"/>
                  </a:moveTo>
                  <a:cubicBezTo>
                    <a:pt x="4990" y="0"/>
                    <a:pt x="4839" y="7"/>
                    <a:pt x="4688" y="20"/>
                  </a:cubicBezTo>
                  <a:cubicBezTo>
                    <a:pt x="2012" y="252"/>
                    <a:pt x="0" y="2576"/>
                    <a:pt x="0" y="5263"/>
                  </a:cubicBezTo>
                  <a:lnTo>
                    <a:pt x="0" y="7454"/>
                  </a:lnTo>
                  <a:cubicBezTo>
                    <a:pt x="535" y="7644"/>
                    <a:pt x="893" y="8150"/>
                    <a:pt x="893" y="8720"/>
                  </a:cubicBezTo>
                  <a:lnTo>
                    <a:pt x="893" y="11624"/>
                  </a:lnTo>
                  <a:lnTo>
                    <a:pt x="2683" y="11624"/>
                  </a:lnTo>
                  <a:lnTo>
                    <a:pt x="2683" y="5143"/>
                  </a:lnTo>
                  <a:cubicBezTo>
                    <a:pt x="2683" y="2819"/>
                    <a:pt x="4241" y="783"/>
                    <a:pt x="6485" y="178"/>
                  </a:cubicBezTo>
                  <a:cubicBezTo>
                    <a:pt x="6044" y="60"/>
                    <a:pt x="5594" y="0"/>
                    <a:pt x="5141"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1" name="Google Shape;21141;p90"/>
            <p:cNvSpPr/>
            <p:nvPr/>
          </p:nvSpPr>
          <p:spPr>
            <a:xfrm>
              <a:off x="855588" y="2577829"/>
              <a:ext cx="153212" cy="98769"/>
            </a:xfrm>
            <a:custGeom>
              <a:rect b="b" l="l" r="r" t="t"/>
              <a:pathLst>
                <a:path extrusionOk="0" h="3768" w="5845">
                  <a:moveTo>
                    <a:pt x="4178" y="0"/>
                  </a:moveTo>
                  <a:cubicBezTo>
                    <a:pt x="4170" y="0"/>
                    <a:pt x="4161" y="0"/>
                    <a:pt x="4153" y="1"/>
                  </a:cubicBezTo>
                  <a:cubicBezTo>
                    <a:pt x="3179" y="96"/>
                    <a:pt x="183" y="497"/>
                    <a:pt x="1" y="3082"/>
                  </a:cubicBezTo>
                  <a:lnTo>
                    <a:pt x="296" y="3338"/>
                  </a:lnTo>
                  <a:lnTo>
                    <a:pt x="3120" y="3338"/>
                  </a:lnTo>
                  <a:cubicBezTo>
                    <a:pt x="3450" y="3338"/>
                    <a:pt x="3767" y="3461"/>
                    <a:pt x="4013" y="3679"/>
                  </a:cubicBezTo>
                  <a:cubicBezTo>
                    <a:pt x="4077" y="3738"/>
                    <a:pt x="4159" y="3768"/>
                    <a:pt x="4240" y="3768"/>
                  </a:cubicBezTo>
                  <a:cubicBezTo>
                    <a:pt x="4329" y="3768"/>
                    <a:pt x="4418" y="3733"/>
                    <a:pt x="4484" y="3665"/>
                  </a:cubicBezTo>
                  <a:cubicBezTo>
                    <a:pt x="5845" y="2206"/>
                    <a:pt x="4748" y="504"/>
                    <a:pt x="4589" y="254"/>
                  </a:cubicBezTo>
                  <a:cubicBezTo>
                    <a:pt x="4497" y="105"/>
                    <a:pt x="4314" y="0"/>
                    <a:pt x="4178"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2" name="Google Shape;21142;p90"/>
            <p:cNvSpPr/>
            <p:nvPr/>
          </p:nvSpPr>
          <p:spPr>
            <a:xfrm>
              <a:off x="860384" y="2642286"/>
              <a:ext cx="128887" cy="34312"/>
            </a:xfrm>
            <a:custGeom>
              <a:rect b="b" l="l" r="r" t="t"/>
              <a:pathLst>
                <a:path extrusionOk="0" h="1309" w="4917">
                  <a:moveTo>
                    <a:pt x="4027" y="0"/>
                  </a:moveTo>
                  <a:cubicBezTo>
                    <a:pt x="1432" y="0"/>
                    <a:pt x="384" y="461"/>
                    <a:pt x="0" y="714"/>
                  </a:cubicBezTo>
                  <a:lnTo>
                    <a:pt x="95" y="883"/>
                  </a:lnTo>
                  <a:lnTo>
                    <a:pt x="2937" y="883"/>
                  </a:lnTo>
                  <a:cubicBezTo>
                    <a:pt x="2941" y="883"/>
                    <a:pt x="2946" y="883"/>
                    <a:pt x="2950" y="883"/>
                  </a:cubicBezTo>
                  <a:cubicBezTo>
                    <a:pt x="3276" y="883"/>
                    <a:pt x="3587" y="1005"/>
                    <a:pt x="3830" y="1220"/>
                  </a:cubicBezTo>
                  <a:cubicBezTo>
                    <a:pt x="3894" y="1279"/>
                    <a:pt x="3976" y="1309"/>
                    <a:pt x="4057" y="1309"/>
                  </a:cubicBezTo>
                  <a:cubicBezTo>
                    <a:pt x="4146" y="1309"/>
                    <a:pt x="4235" y="1274"/>
                    <a:pt x="4301" y="1206"/>
                  </a:cubicBezTo>
                  <a:cubicBezTo>
                    <a:pt x="4603" y="893"/>
                    <a:pt x="4814" y="510"/>
                    <a:pt x="4916" y="92"/>
                  </a:cubicBezTo>
                  <a:cubicBezTo>
                    <a:pt x="4586" y="42"/>
                    <a:pt x="4238" y="0"/>
                    <a:pt x="4027"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3" name="Google Shape;21143;p90"/>
            <p:cNvSpPr/>
            <p:nvPr/>
          </p:nvSpPr>
          <p:spPr>
            <a:xfrm>
              <a:off x="1013492" y="2554055"/>
              <a:ext cx="41049" cy="52766"/>
            </a:xfrm>
            <a:custGeom>
              <a:rect b="b" l="l" r="r" t="t"/>
              <a:pathLst>
                <a:path extrusionOk="0" h="2013" w="1566">
                  <a:moveTo>
                    <a:pt x="784" y="1"/>
                  </a:moveTo>
                  <a:cubicBezTo>
                    <a:pt x="352" y="1"/>
                    <a:pt x="0" y="349"/>
                    <a:pt x="0" y="782"/>
                  </a:cubicBezTo>
                  <a:lnTo>
                    <a:pt x="0" y="1228"/>
                  </a:lnTo>
                  <a:cubicBezTo>
                    <a:pt x="0" y="1661"/>
                    <a:pt x="352" y="2009"/>
                    <a:pt x="784" y="2012"/>
                  </a:cubicBezTo>
                  <a:cubicBezTo>
                    <a:pt x="1213" y="2009"/>
                    <a:pt x="1565" y="1661"/>
                    <a:pt x="1565" y="1228"/>
                  </a:cubicBezTo>
                  <a:lnTo>
                    <a:pt x="1565" y="782"/>
                  </a:lnTo>
                  <a:cubicBezTo>
                    <a:pt x="1565" y="349"/>
                    <a:pt x="1213" y="1"/>
                    <a:pt x="78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4" name="Google Shape;21144;p90"/>
            <p:cNvSpPr/>
            <p:nvPr/>
          </p:nvSpPr>
          <p:spPr>
            <a:xfrm>
              <a:off x="1031080" y="2554055"/>
              <a:ext cx="23460" cy="40970"/>
            </a:xfrm>
            <a:custGeom>
              <a:rect b="b" l="l" r="r" t="t"/>
              <a:pathLst>
                <a:path extrusionOk="0" h="1563" w="895">
                  <a:moveTo>
                    <a:pt x="113" y="1"/>
                  </a:moveTo>
                  <a:cubicBezTo>
                    <a:pt x="75" y="1"/>
                    <a:pt x="36" y="5"/>
                    <a:pt x="1" y="12"/>
                  </a:cubicBezTo>
                  <a:lnTo>
                    <a:pt x="1" y="1116"/>
                  </a:lnTo>
                  <a:cubicBezTo>
                    <a:pt x="1" y="1365"/>
                    <a:pt x="201" y="1562"/>
                    <a:pt x="447" y="1562"/>
                  </a:cubicBezTo>
                  <a:cubicBezTo>
                    <a:pt x="694" y="1562"/>
                    <a:pt x="894" y="1365"/>
                    <a:pt x="894" y="1116"/>
                  </a:cubicBezTo>
                  <a:lnTo>
                    <a:pt x="894" y="782"/>
                  </a:lnTo>
                  <a:cubicBezTo>
                    <a:pt x="894" y="349"/>
                    <a:pt x="542"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5" name="Google Shape;21145;p90"/>
            <p:cNvSpPr/>
            <p:nvPr/>
          </p:nvSpPr>
          <p:spPr>
            <a:xfrm>
              <a:off x="1025182" y="2559874"/>
              <a:ext cx="17641" cy="17641"/>
            </a:xfrm>
            <a:custGeom>
              <a:rect b="b" l="l" r="r" t="t"/>
              <a:pathLst>
                <a:path extrusionOk="0" h="673" w="673">
                  <a:moveTo>
                    <a:pt x="338" y="1"/>
                  </a:moveTo>
                  <a:cubicBezTo>
                    <a:pt x="152" y="1"/>
                    <a:pt x="1" y="152"/>
                    <a:pt x="1" y="335"/>
                  </a:cubicBezTo>
                  <a:cubicBezTo>
                    <a:pt x="1" y="521"/>
                    <a:pt x="152" y="672"/>
                    <a:pt x="338" y="672"/>
                  </a:cubicBezTo>
                  <a:cubicBezTo>
                    <a:pt x="521" y="672"/>
                    <a:pt x="672" y="521"/>
                    <a:pt x="672" y="335"/>
                  </a:cubicBezTo>
                  <a:cubicBezTo>
                    <a:pt x="672" y="152"/>
                    <a:pt x="521"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6" name="Google Shape;21146;p90"/>
            <p:cNvSpPr/>
            <p:nvPr/>
          </p:nvSpPr>
          <p:spPr>
            <a:xfrm>
              <a:off x="849795" y="2411695"/>
              <a:ext cx="374524" cy="370540"/>
            </a:xfrm>
            <a:custGeom>
              <a:rect b="b" l="l" r="r" t="t"/>
              <a:pathLst>
                <a:path extrusionOk="0" h="14136" w="14288">
                  <a:moveTo>
                    <a:pt x="3341" y="9887"/>
                  </a:moveTo>
                  <a:cubicBezTo>
                    <a:pt x="3699" y="9887"/>
                    <a:pt x="4033" y="10056"/>
                    <a:pt x="4248" y="10344"/>
                  </a:cubicBezTo>
                  <a:cubicBezTo>
                    <a:pt x="4111" y="11505"/>
                    <a:pt x="3126" y="11762"/>
                    <a:pt x="3080" y="11772"/>
                  </a:cubicBezTo>
                  <a:cubicBezTo>
                    <a:pt x="2829" y="11834"/>
                    <a:pt x="2896" y="12187"/>
                    <a:pt x="3123" y="12187"/>
                  </a:cubicBezTo>
                  <a:cubicBezTo>
                    <a:pt x="3141" y="12187"/>
                    <a:pt x="3159" y="12185"/>
                    <a:pt x="3179" y="12180"/>
                  </a:cubicBezTo>
                  <a:cubicBezTo>
                    <a:pt x="3742" y="12018"/>
                    <a:pt x="4209" y="11624"/>
                    <a:pt x="4466" y="11097"/>
                  </a:cubicBezTo>
                  <a:lnTo>
                    <a:pt x="4466" y="11097"/>
                  </a:lnTo>
                  <a:cubicBezTo>
                    <a:pt x="4385" y="12071"/>
                    <a:pt x="3569" y="12820"/>
                    <a:pt x="2595" y="12824"/>
                  </a:cubicBezTo>
                  <a:cubicBezTo>
                    <a:pt x="1653" y="12824"/>
                    <a:pt x="1178" y="11684"/>
                    <a:pt x="1846" y="11020"/>
                  </a:cubicBezTo>
                  <a:lnTo>
                    <a:pt x="2978" y="9887"/>
                  </a:lnTo>
                  <a:close/>
                  <a:moveTo>
                    <a:pt x="8071" y="1"/>
                  </a:moveTo>
                  <a:cubicBezTo>
                    <a:pt x="7964" y="1"/>
                    <a:pt x="7858" y="28"/>
                    <a:pt x="7764" y="80"/>
                  </a:cubicBezTo>
                  <a:cubicBezTo>
                    <a:pt x="6713" y="660"/>
                    <a:pt x="5996" y="1571"/>
                    <a:pt x="5742" y="1926"/>
                  </a:cubicBezTo>
                  <a:lnTo>
                    <a:pt x="5630" y="1877"/>
                  </a:lnTo>
                  <a:cubicBezTo>
                    <a:pt x="5543" y="1838"/>
                    <a:pt x="5452" y="1820"/>
                    <a:pt x="5363" y="1820"/>
                  </a:cubicBezTo>
                  <a:cubicBezTo>
                    <a:pt x="5150" y="1820"/>
                    <a:pt x="4945" y="1924"/>
                    <a:pt x="4821" y="2109"/>
                  </a:cubicBezTo>
                  <a:cubicBezTo>
                    <a:pt x="4044" y="3305"/>
                    <a:pt x="3974" y="5147"/>
                    <a:pt x="3970" y="5432"/>
                  </a:cubicBezTo>
                  <a:cubicBezTo>
                    <a:pt x="3868" y="5682"/>
                    <a:pt x="3784" y="5938"/>
                    <a:pt x="3720" y="6202"/>
                  </a:cubicBezTo>
                  <a:cubicBezTo>
                    <a:pt x="3168" y="6290"/>
                    <a:pt x="2465" y="6459"/>
                    <a:pt x="1818" y="6793"/>
                  </a:cubicBezTo>
                  <a:cubicBezTo>
                    <a:pt x="1276" y="7071"/>
                    <a:pt x="851" y="7429"/>
                    <a:pt x="549" y="7855"/>
                  </a:cubicBezTo>
                  <a:cubicBezTo>
                    <a:pt x="183" y="8368"/>
                    <a:pt x="0" y="8980"/>
                    <a:pt x="0" y="9680"/>
                  </a:cubicBezTo>
                  <a:cubicBezTo>
                    <a:pt x="0" y="9792"/>
                    <a:pt x="95" y="9887"/>
                    <a:pt x="211" y="9887"/>
                  </a:cubicBezTo>
                  <a:lnTo>
                    <a:pt x="2388" y="9887"/>
                  </a:lnTo>
                  <a:lnTo>
                    <a:pt x="1551" y="10724"/>
                  </a:lnTo>
                  <a:cubicBezTo>
                    <a:pt x="1129" y="11146"/>
                    <a:pt x="1002" y="11779"/>
                    <a:pt x="1231" y="12331"/>
                  </a:cubicBezTo>
                  <a:cubicBezTo>
                    <a:pt x="1459" y="12883"/>
                    <a:pt x="1997" y="13242"/>
                    <a:pt x="2595" y="13242"/>
                  </a:cubicBezTo>
                  <a:cubicBezTo>
                    <a:pt x="3341" y="13242"/>
                    <a:pt x="4044" y="12876"/>
                    <a:pt x="4473" y="12261"/>
                  </a:cubicBezTo>
                  <a:lnTo>
                    <a:pt x="4473" y="13924"/>
                  </a:lnTo>
                  <a:cubicBezTo>
                    <a:pt x="4473" y="14040"/>
                    <a:pt x="4568" y="14135"/>
                    <a:pt x="4680" y="14135"/>
                  </a:cubicBezTo>
                  <a:cubicBezTo>
                    <a:pt x="4796" y="14135"/>
                    <a:pt x="4891" y="14040"/>
                    <a:pt x="4891" y="13924"/>
                  </a:cubicBezTo>
                  <a:lnTo>
                    <a:pt x="4891" y="11020"/>
                  </a:lnTo>
                  <a:cubicBezTo>
                    <a:pt x="4891" y="11006"/>
                    <a:pt x="4884" y="10897"/>
                    <a:pt x="4884" y="10897"/>
                  </a:cubicBezTo>
                  <a:cubicBezTo>
                    <a:pt x="4821" y="10091"/>
                    <a:pt x="4149" y="9469"/>
                    <a:pt x="3341" y="9469"/>
                  </a:cubicBezTo>
                  <a:lnTo>
                    <a:pt x="985" y="9469"/>
                  </a:lnTo>
                  <a:cubicBezTo>
                    <a:pt x="1572" y="9244"/>
                    <a:pt x="2680" y="8994"/>
                    <a:pt x="4680" y="8994"/>
                  </a:cubicBezTo>
                  <a:cubicBezTo>
                    <a:pt x="4796" y="8994"/>
                    <a:pt x="4891" y="8899"/>
                    <a:pt x="4891" y="8783"/>
                  </a:cubicBezTo>
                  <a:cubicBezTo>
                    <a:pt x="4891" y="8667"/>
                    <a:pt x="4796" y="8576"/>
                    <a:pt x="4680" y="8576"/>
                  </a:cubicBezTo>
                  <a:cubicBezTo>
                    <a:pt x="2170" y="8576"/>
                    <a:pt x="985" y="8959"/>
                    <a:pt x="447" y="9247"/>
                  </a:cubicBezTo>
                  <a:cubicBezTo>
                    <a:pt x="573" y="8340"/>
                    <a:pt x="1094" y="7637"/>
                    <a:pt x="2011" y="7166"/>
                  </a:cubicBezTo>
                  <a:cubicBezTo>
                    <a:pt x="2883" y="6712"/>
                    <a:pt x="3875" y="6582"/>
                    <a:pt x="4389" y="6550"/>
                  </a:cubicBezTo>
                  <a:cubicBezTo>
                    <a:pt x="4396" y="6549"/>
                    <a:pt x="4404" y="6549"/>
                    <a:pt x="4412" y="6549"/>
                  </a:cubicBezTo>
                  <a:cubicBezTo>
                    <a:pt x="4501" y="6549"/>
                    <a:pt x="4582" y="6603"/>
                    <a:pt x="4621" y="6684"/>
                  </a:cubicBezTo>
                  <a:cubicBezTo>
                    <a:pt x="4758" y="6972"/>
                    <a:pt x="5007" y="7517"/>
                    <a:pt x="5152" y="7957"/>
                  </a:cubicBezTo>
                  <a:cubicBezTo>
                    <a:pt x="5174" y="8054"/>
                    <a:pt x="5262" y="8119"/>
                    <a:pt x="5357" y="8119"/>
                  </a:cubicBezTo>
                  <a:cubicBezTo>
                    <a:pt x="5379" y="8119"/>
                    <a:pt x="5401" y="8115"/>
                    <a:pt x="5422" y="8108"/>
                  </a:cubicBezTo>
                  <a:cubicBezTo>
                    <a:pt x="5538" y="8069"/>
                    <a:pt x="5595" y="7939"/>
                    <a:pt x="5549" y="7827"/>
                  </a:cubicBezTo>
                  <a:cubicBezTo>
                    <a:pt x="5387" y="7377"/>
                    <a:pt x="5204" y="6937"/>
                    <a:pt x="4997" y="6508"/>
                  </a:cubicBezTo>
                  <a:cubicBezTo>
                    <a:pt x="4891" y="6277"/>
                    <a:pt x="4660" y="6133"/>
                    <a:pt x="4411" y="6133"/>
                  </a:cubicBezTo>
                  <a:cubicBezTo>
                    <a:pt x="4394" y="6133"/>
                    <a:pt x="4377" y="6134"/>
                    <a:pt x="4360" y="6135"/>
                  </a:cubicBezTo>
                  <a:cubicBezTo>
                    <a:pt x="4301" y="6139"/>
                    <a:pt x="4237" y="6146"/>
                    <a:pt x="4167" y="6149"/>
                  </a:cubicBezTo>
                  <a:cubicBezTo>
                    <a:pt x="4775" y="3906"/>
                    <a:pt x="6799" y="2505"/>
                    <a:pt x="8936" y="2505"/>
                  </a:cubicBezTo>
                  <a:cubicBezTo>
                    <a:pt x="9726" y="2505"/>
                    <a:pt x="10532" y="2697"/>
                    <a:pt x="11288" y="3108"/>
                  </a:cubicBezTo>
                  <a:cubicBezTo>
                    <a:pt x="11322" y="3125"/>
                    <a:pt x="11355" y="3132"/>
                    <a:pt x="11386" y="3132"/>
                  </a:cubicBezTo>
                  <a:cubicBezTo>
                    <a:pt x="11573" y="3132"/>
                    <a:pt x="11687" y="2860"/>
                    <a:pt x="11488" y="2742"/>
                  </a:cubicBezTo>
                  <a:cubicBezTo>
                    <a:pt x="10677" y="2300"/>
                    <a:pt x="9799" y="2088"/>
                    <a:pt x="8931" y="2088"/>
                  </a:cubicBezTo>
                  <a:cubicBezTo>
                    <a:pt x="7192" y="2088"/>
                    <a:pt x="5496" y="2938"/>
                    <a:pt x="4473" y="4479"/>
                  </a:cubicBezTo>
                  <a:lnTo>
                    <a:pt x="4473" y="4479"/>
                  </a:lnTo>
                  <a:cubicBezTo>
                    <a:pt x="4568" y="3821"/>
                    <a:pt x="4765" y="2967"/>
                    <a:pt x="5173" y="2338"/>
                  </a:cubicBezTo>
                  <a:cubicBezTo>
                    <a:pt x="5219" y="2274"/>
                    <a:pt x="5291" y="2238"/>
                    <a:pt x="5364" y="2238"/>
                  </a:cubicBezTo>
                  <a:cubicBezTo>
                    <a:pt x="5397" y="2238"/>
                    <a:pt x="5430" y="2245"/>
                    <a:pt x="5461" y="2260"/>
                  </a:cubicBezTo>
                  <a:lnTo>
                    <a:pt x="5735" y="2380"/>
                  </a:lnTo>
                  <a:cubicBezTo>
                    <a:pt x="5761" y="2391"/>
                    <a:pt x="5789" y="2396"/>
                    <a:pt x="5816" y="2396"/>
                  </a:cubicBezTo>
                  <a:cubicBezTo>
                    <a:pt x="5886" y="2396"/>
                    <a:pt x="5955" y="2362"/>
                    <a:pt x="5996" y="2299"/>
                  </a:cubicBezTo>
                  <a:cubicBezTo>
                    <a:pt x="6003" y="2288"/>
                    <a:pt x="6759" y="1114"/>
                    <a:pt x="7968" y="446"/>
                  </a:cubicBezTo>
                  <a:cubicBezTo>
                    <a:pt x="8002" y="428"/>
                    <a:pt x="8039" y="419"/>
                    <a:pt x="8078" y="419"/>
                  </a:cubicBezTo>
                  <a:cubicBezTo>
                    <a:pt x="8100" y="419"/>
                    <a:pt x="8122" y="422"/>
                    <a:pt x="8144" y="428"/>
                  </a:cubicBezTo>
                  <a:cubicBezTo>
                    <a:pt x="8207" y="449"/>
                    <a:pt x="8260" y="495"/>
                    <a:pt x="8288" y="555"/>
                  </a:cubicBezTo>
                  <a:lnTo>
                    <a:pt x="8538" y="1051"/>
                  </a:lnTo>
                  <a:cubicBezTo>
                    <a:pt x="8575" y="1124"/>
                    <a:pt x="8649" y="1167"/>
                    <a:pt x="8727" y="1167"/>
                  </a:cubicBezTo>
                  <a:cubicBezTo>
                    <a:pt x="8760" y="1167"/>
                    <a:pt x="8794" y="1159"/>
                    <a:pt x="8826" y="1142"/>
                  </a:cubicBezTo>
                  <a:cubicBezTo>
                    <a:pt x="9498" y="815"/>
                    <a:pt x="10219" y="607"/>
                    <a:pt x="10964" y="527"/>
                  </a:cubicBezTo>
                  <a:cubicBezTo>
                    <a:pt x="10972" y="526"/>
                    <a:pt x="10979" y="525"/>
                    <a:pt x="10987" y="525"/>
                  </a:cubicBezTo>
                  <a:cubicBezTo>
                    <a:pt x="11053" y="525"/>
                    <a:pt x="11117" y="553"/>
                    <a:pt x="11161" y="604"/>
                  </a:cubicBezTo>
                  <a:cubicBezTo>
                    <a:pt x="11214" y="660"/>
                    <a:pt x="11235" y="738"/>
                    <a:pt x="11221" y="811"/>
                  </a:cubicBezTo>
                  <a:lnTo>
                    <a:pt x="11108" y="1363"/>
                  </a:lnTo>
                  <a:cubicBezTo>
                    <a:pt x="11087" y="1483"/>
                    <a:pt x="11168" y="1596"/>
                    <a:pt x="11284" y="1613"/>
                  </a:cubicBezTo>
                  <a:cubicBezTo>
                    <a:pt x="11298" y="1613"/>
                    <a:pt x="12547" y="1807"/>
                    <a:pt x="13496" y="2499"/>
                  </a:cubicBezTo>
                  <a:cubicBezTo>
                    <a:pt x="13556" y="2541"/>
                    <a:pt x="13591" y="2612"/>
                    <a:pt x="13588" y="2686"/>
                  </a:cubicBezTo>
                  <a:cubicBezTo>
                    <a:pt x="13588" y="2767"/>
                    <a:pt x="13549" y="2840"/>
                    <a:pt x="13486" y="2883"/>
                  </a:cubicBezTo>
                  <a:lnTo>
                    <a:pt x="12571" y="3519"/>
                  </a:lnTo>
                  <a:cubicBezTo>
                    <a:pt x="12473" y="3428"/>
                    <a:pt x="12371" y="3340"/>
                    <a:pt x="12265" y="3252"/>
                  </a:cubicBezTo>
                  <a:cubicBezTo>
                    <a:pt x="12222" y="3218"/>
                    <a:pt x="12177" y="3203"/>
                    <a:pt x="12135" y="3203"/>
                  </a:cubicBezTo>
                  <a:cubicBezTo>
                    <a:pt x="11962" y="3203"/>
                    <a:pt x="11828" y="3441"/>
                    <a:pt x="12005" y="3582"/>
                  </a:cubicBezTo>
                  <a:cubicBezTo>
                    <a:pt x="13183" y="4514"/>
                    <a:pt x="13869" y="5938"/>
                    <a:pt x="13865" y="7443"/>
                  </a:cubicBezTo>
                  <a:lnTo>
                    <a:pt x="13865" y="13924"/>
                  </a:lnTo>
                  <a:cubicBezTo>
                    <a:pt x="13865" y="14040"/>
                    <a:pt x="13960" y="14135"/>
                    <a:pt x="14076" y="14135"/>
                  </a:cubicBezTo>
                  <a:cubicBezTo>
                    <a:pt x="14192" y="14135"/>
                    <a:pt x="14284" y="14040"/>
                    <a:pt x="14284" y="13924"/>
                  </a:cubicBezTo>
                  <a:lnTo>
                    <a:pt x="14284" y="7443"/>
                  </a:lnTo>
                  <a:cubicBezTo>
                    <a:pt x="14287" y="6100"/>
                    <a:pt x="13781" y="4806"/>
                    <a:pt x="12870" y="3821"/>
                  </a:cubicBezTo>
                  <a:lnTo>
                    <a:pt x="13721" y="3227"/>
                  </a:lnTo>
                  <a:cubicBezTo>
                    <a:pt x="13897" y="3104"/>
                    <a:pt x="13999" y="2907"/>
                    <a:pt x="14002" y="2693"/>
                  </a:cubicBezTo>
                  <a:cubicBezTo>
                    <a:pt x="14006" y="2482"/>
                    <a:pt x="13908" y="2285"/>
                    <a:pt x="13739" y="2162"/>
                  </a:cubicBezTo>
                  <a:cubicBezTo>
                    <a:pt x="12944" y="1581"/>
                    <a:pt x="11981" y="1328"/>
                    <a:pt x="11562" y="1240"/>
                  </a:cubicBezTo>
                  <a:lnTo>
                    <a:pt x="11629" y="896"/>
                  </a:lnTo>
                  <a:cubicBezTo>
                    <a:pt x="11712" y="483"/>
                    <a:pt x="11395" y="108"/>
                    <a:pt x="10988" y="108"/>
                  </a:cubicBezTo>
                  <a:cubicBezTo>
                    <a:pt x="10965" y="108"/>
                    <a:pt x="10942" y="109"/>
                    <a:pt x="10919" y="112"/>
                  </a:cubicBezTo>
                  <a:cubicBezTo>
                    <a:pt x="10194" y="189"/>
                    <a:pt x="9484" y="382"/>
                    <a:pt x="8819" y="681"/>
                  </a:cubicBezTo>
                  <a:lnTo>
                    <a:pt x="8661" y="368"/>
                  </a:lnTo>
                  <a:cubicBezTo>
                    <a:pt x="8577" y="207"/>
                    <a:pt x="8436" y="83"/>
                    <a:pt x="8264" y="31"/>
                  </a:cubicBezTo>
                  <a:cubicBezTo>
                    <a:pt x="8201" y="11"/>
                    <a:pt x="8136" y="1"/>
                    <a:pt x="80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7" name="Google Shape;21147;p90"/>
            <p:cNvSpPr/>
            <p:nvPr/>
          </p:nvSpPr>
          <p:spPr>
            <a:xfrm>
              <a:off x="1007961" y="2548629"/>
              <a:ext cx="52006" cy="63723"/>
            </a:xfrm>
            <a:custGeom>
              <a:rect b="b" l="l" r="r" t="t"/>
              <a:pathLst>
                <a:path extrusionOk="0" h="2431" w="1984">
                  <a:moveTo>
                    <a:pt x="992" y="1"/>
                  </a:moveTo>
                  <a:cubicBezTo>
                    <a:pt x="443" y="1"/>
                    <a:pt x="0" y="444"/>
                    <a:pt x="0" y="992"/>
                  </a:cubicBezTo>
                  <a:lnTo>
                    <a:pt x="0" y="1439"/>
                  </a:lnTo>
                  <a:cubicBezTo>
                    <a:pt x="0" y="1984"/>
                    <a:pt x="443" y="2430"/>
                    <a:pt x="992" y="2430"/>
                  </a:cubicBezTo>
                  <a:cubicBezTo>
                    <a:pt x="1540" y="2430"/>
                    <a:pt x="1984" y="1984"/>
                    <a:pt x="1984" y="1439"/>
                  </a:cubicBezTo>
                  <a:lnTo>
                    <a:pt x="1984" y="989"/>
                  </a:lnTo>
                  <a:cubicBezTo>
                    <a:pt x="1984" y="841"/>
                    <a:pt x="1952" y="697"/>
                    <a:pt x="1889" y="563"/>
                  </a:cubicBezTo>
                  <a:cubicBezTo>
                    <a:pt x="1853" y="489"/>
                    <a:pt x="1778" y="445"/>
                    <a:pt x="1700" y="445"/>
                  </a:cubicBezTo>
                  <a:cubicBezTo>
                    <a:pt x="1670" y="445"/>
                    <a:pt x="1640" y="451"/>
                    <a:pt x="1611" y="465"/>
                  </a:cubicBezTo>
                  <a:cubicBezTo>
                    <a:pt x="1509" y="514"/>
                    <a:pt x="1463" y="637"/>
                    <a:pt x="1512" y="742"/>
                  </a:cubicBezTo>
                  <a:cubicBezTo>
                    <a:pt x="1547" y="820"/>
                    <a:pt x="1569" y="904"/>
                    <a:pt x="1569" y="989"/>
                  </a:cubicBezTo>
                  <a:lnTo>
                    <a:pt x="1569" y="1435"/>
                  </a:lnTo>
                  <a:cubicBezTo>
                    <a:pt x="1569" y="1752"/>
                    <a:pt x="1312" y="2008"/>
                    <a:pt x="995" y="2008"/>
                  </a:cubicBezTo>
                  <a:cubicBezTo>
                    <a:pt x="679" y="2008"/>
                    <a:pt x="422" y="1752"/>
                    <a:pt x="422" y="1435"/>
                  </a:cubicBezTo>
                  <a:lnTo>
                    <a:pt x="422" y="989"/>
                  </a:lnTo>
                  <a:cubicBezTo>
                    <a:pt x="422" y="672"/>
                    <a:pt x="675" y="419"/>
                    <a:pt x="992" y="419"/>
                  </a:cubicBezTo>
                  <a:cubicBezTo>
                    <a:pt x="1108" y="415"/>
                    <a:pt x="1199" y="324"/>
                    <a:pt x="1199" y="208"/>
                  </a:cubicBezTo>
                  <a:cubicBezTo>
                    <a:pt x="1199" y="92"/>
                    <a:pt x="1108" y="1"/>
                    <a:pt x="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48" name="Google Shape;21148;p90"/>
          <p:cNvGrpSpPr/>
          <p:nvPr/>
        </p:nvGrpSpPr>
        <p:grpSpPr>
          <a:xfrm>
            <a:off x="2503672" y="1499971"/>
            <a:ext cx="364668" cy="364459"/>
            <a:chOff x="2503672" y="1499971"/>
            <a:chExt cx="364668" cy="364459"/>
          </a:xfrm>
        </p:grpSpPr>
        <p:sp>
          <p:nvSpPr>
            <p:cNvPr id="21149" name="Google Shape;21149;p90"/>
            <p:cNvSpPr/>
            <p:nvPr/>
          </p:nvSpPr>
          <p:spPr>
            <a:xfrm>
              <a:off x="2509020" y="1505293"/>
              <a:ext cx="353895" cy="353816"/>
            </a:xfrm>
            <a:custGeom>
              <a:rect b="b" l="l" r="r" t="t"/>
              <a:pathLst>
                <a:path extrusionOk="0" h="13498" w="13501">
                  <a:moveTo>
                    <a:pt x="5448" y="1"/>
                  </a:moveTo>
                  <a:cubicBezTo>
                    <a:pt x="4839" y="4"/>
                    <a:pt x="4241" y="156"/>
                    <a:pt x="3703" y="437"/>
                  </a:cubicBezTo>
                  <a:lnTo>
                    <a:pt x="4139" y="873"/>
                  </a:lnTo>
                  <a:cubicBezTo>
                    <a:pt x="3672" y="996"/>
                    <a:pt x="3404" y="1070"/>
                    <a:pt x="2891" y="1341"/>
                  </a:cubicBezTo>
                  <a:cubicBezTo>
                    <a:pt x="1084" y="2290"/>
                    <a:pt x="219" y="4354"/>
                    <a:pt x="219" y="4354"/>
                  </a:cubicBezTo>
                  <a:lnTo>
                    <a:pt x="1091" y="4354"/>
                  </a:lnTo>
                  <a:cubicBezTo>
                    <a:pt x="1" y="6098"/>
                    <a:pt x="1" y="8493"/>
                    <a:pt x="1" y="8493"/>
                  </a:cubicBezTo>
                  <a:lnTo>
                    <a:pt x="655" y="8272"/>
                  </a:lnTo>
                  <a:cubicBezTo>
                    <a:pt x="655" y="8272"/>
                    <a:pt x="655" y="10230"/>
                    <a:pt x="1527" y="11538"/>
                  </a:cubicBezTo>
                  <a:lnTo>
                    <a:pt x="2181" y="11102"/>
                  </a:lnTo>
                  <a:cubicBezTo>
                    <a:pt x="2181" y="11102"/>
                    <a:pt x="2831" y="12192"/>
                    <a:pt x="3921" y="12843"/>
                  </a:cubicBezTo>
                  <a:lnTo>
                    <a:pt x="4357" y="12407"/>
                  </a:lnTo>
                  <a:cubicBezTo>
                    <a:pt x="4357" y="12407"/>
                    <a:pt x="5444" y="13279"/>
                    <a:pt x="6752" y="13497"/>
                  </a:cubicBezTo>
                  <a:cubicBezTo>
                    <a:pt x="8057" y="13279"/>
                    <a:pt x="9147" y="12407"/>
                    <a:pt x="9147" y="12407"/>
                  </a:cubicBezTo>
                  <a:lnTo>
                    <a:pt x="9583" y="12843"/>
                  </a:lnTo>
                  <a:cubicBezTo>
                    <a:pt x="10669" y="12192"/>
                    <a:pt x="11324" y="11102"/>
                    <a:pt x="11324" y="11102"/>
                  </a:cubicBezTo>
                  <a:lnTo>
                    <a:pt x="11978" y="11538"/>
                  </a:lnTo>
                  <a:cubicBezTo>
                    <a:pt x="12846" y="10230"/>
                    <a:pt x="12846" y="8272"/>
                    <a:pt x="12846" y="8272"/>
                  </a:cubicBezTo>
                  <a:lnTo>
                    <a:pt x="13500" y="8493"/>
                  </a:lnTo>
                  <a:cubicBezTo>
                    <a:pt x="13500" y="8493"/>
                    <a:pt x="13500" y="6098"/>
                    <a:pt x="12414" y="4354"/>
                  </a:cubicBezTo>
                  <a:lnTo>
                    <a:pt x="13282" y="4354"/>
                  </a:lnTo>
                  <a:cubicBezTo>
                    <a:pt x="13282" y="4354"/>
                    <a:pt x="12421" y="2287"/>
                    <a:pt x="10613" y="1341"/>
                  </a:cubicBezTo>
                  <a:cubicBezTo>
                    <a:pt x="10100" y="1070"/>
                    <a:pt x="9833" y="996"/>
                    <a:pt x="9365" y="873"/>
                  </a:cubicBezTo>
                  <a:lnTo>
                    <a:pt x="9801" y="437"/>
                  </a:lnTo>
                  <a:cubicBezTo>
                    <a:pt x="9259" y="156"/>
                    <a:pt x="8665" y="8"/>
                    <a:pt x="8057" y="1"/>
                  </a:cubicBezTo>
                  <a:cubicBezTo>
                    <a:pt x="7543" y="1"/>
                    <a:pt x="7181" y="152"/>
                    <a:pt x="6970" y="275"/>
                  </a:cubicBezTo>
                  <a:cubicBezTo>
                    <a:pt x="6903" y="314"/>
                    <a:pt x="6830" y="335"/>
                    <a:pt x="6752" y="335"/>
                  </a:cubicBezTo>
                  <a:cubicBezTo>
                    <a:pt x="6675" y="335"/>
                    <a:pt x="6601" y="314"/>
                    <a:pt x="6534" y="275"/>
                  </a:cubicBezTo>
                  <a:cubicBezTo>
                    <a:pt x="6323" y="152"/>
                    <a:pt x="5961" y="1"/>
                    <a:pt x="5448" y="1"/>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0" name="Google Shape;21150;p90"/>
            <p:cNvSpPr/>
            <p:nvPr/>
          </p:nvSpPr>
          <p:spPr>
            <a:xfrm>
              <a:off x="2730882" y="1539526"/>
              <a:ext cx="87366" cy="87104"/>
            </a:xfrm>
            <a:custGeom>
              <a:rect b="b" l="l" r="r" t="t"/>
              <a:pathLst>
                <a:path extrusionOk="0" h="3323" w="3333">
                  <a:moveTo>
                    <a:pt x="2513" y="1"/>
                  </a:moveTo>
                  <a:cubicBezTo>
                    <a:pt x="2461" y="1"/>
                    <a:pt x="2407" y="6"/>
                    <a:pt x="2353" y="17"/>
                  </a:cubicBezTo>
                  <a:cubicBezTo>
                    <a:pt x="1805" y="123"/>
                    <a:pt x="809" y="573"/>
                    <a:pt x="1" y="1213"/>
                  </a:cubicBezTo>
                  <a:lnTo>
                    <a:pt x="2100" y="3323"/>
                  </a:lnTo>
                  <a:cubicBezTo>
                    <a:pt x="2754" y="2651"/>
                    <a:pt x="3229" y="1505"/>
                    <a:pt x="3292" y="858"/>
                  </a:cubicBezTo>
                  <a:cubicBezTo>
                    <a:pt x="3333" y="388"/>
                    <a:pt x="2962" y="1"/>
                    <a:pt x="2513"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1" name="Google Shape;21151;p90"/>
            <p:cNvSpPr/>
            <p:nvPr/>
          </p:nvSpPr>
          <p:spPr>
            <a:xfrm>
              <a:off x="2755207" y="1553052"/>
              <a:ext cx="61704" cy="73578"/>
            </a:xfrm>
            <a:custGeom>
              <a:rect b="b" l="l" r="r" t="t"/>
              <a:pathLst>
                <a:path extrusionOk="0" h="2807" w="2354">
                  <a:moveTo>
                    <a:pt x="1841" y="1"/>
                  </a:moveTo>
                  <a:cubicBezTo>
                    <a:pt x="1805" y="1"/>
                    <a:pt x="1768" y="5"/>
                    <a:pt x="1731" y="15"/>
                  </a:cubicBezTo>
                  <a:cubicBezTo>
                    <a:pt x="1327" y="124"/>
                    <a:pt x="592" y="574"/>
                    <a:pt x="1" y="1210"/>
                  </a:cubicBezTo>
                  <a:lnTo>
                    <a:pt x="1154" y="2793"/>
                  </a:lnTo>
                  <a:lnTo>
                    <a:pt x="1172" y="2807"/>
                  </a:lnTo>
                  <a:cubicBezTo>
                    <a:pt x="1801" y="2160"/>
                    <a:pt x="2266" y="1077"/>
                    <a:pt x="2353" y="415"/>
                  </a:cubicBezTo>
                  <a:cubicBezTo>
                    <a:pt x="2254" y="168"/>
                    <a:pt x="2061" y="1"/>
                    <a:pt x="1841" y="1"/>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2" name="Google Shape;21152;p90"/>
            <p:cNvSpPr/>
            <p:nvPr/>
          </p:nvSpPr>
          <p:spPr>
            <a:xfrm>
              <a:off x="2509124" y="1505293"/>
              <a:ext cx="176908" cy="353816"/>
            </a:xfrm>
            <a:custGeom>
              <a:rect b="b" l="l" r="r" t="t"/>
              <a:pathLst>
                <a:path extrusionOk="0" h="13498" w="6749">
                  <a:moveTo>
                    <a:pt x="5444" y="1"/>
                  </a:moveTo>
                  <a:cubicBezTo>
                    <a:pt x="4835" y="8"/>
                    <a:pt x="4237" y="156"/>
                    <a:pt x="3699" y="437"/>
                  </a:cubicBezTo>
                  <a:lnTo>
                    <a:pt x="4135" y="873"/>
                  </a:lnTo>
                  <a:cubicBezTo>
                    <a:pt x="3668" y="996"/>
                    <a:pt x="3400" y="1070"/>
                    <a:pt x="2887" y="1341"/>
                  </a:cubicBezTo>
                  <a:cubicBezTo>
                    <a:pt x="1080" y="2287"/>
                    <a:pt x="218" y="4354"/>
                    <a:pt x="218" y="4354"/>
                  </a:cubicBezTo>
                  <a:lnTo>
                    <a:pt x="1087" y="4354"/>
                  </a:lnTo>
                  <a:cubicBezTo>
                    <a:pt x="0" y="6098"/>
                    <a:pt x="0" y="8493"/>
                    <a:pt x="0" y="8493"/>
                  </a:cubicBezTo>
                  <a:lnTo>
                    <a:pt x="651" y="8272"/>
                  </a:lnTo>
                  <a:cubicBezTo>
                    <a:pt x="651" y="8272"/>
                    <a:pt x="651" y="10230"/>
                    <a:pt x="1523" y="11538"/>
                  </a:cubicBezTo>
                  <a:lnTo>
                    <a:pt x="2177" y="11102"/>
                  </a:lnTo>
                  <a:cubicBezTo>
                    <a:pt x="2177" y="11102"/>
                    <a:pt x="2827" y="12192"/>
                    <a:pt x="3917" y="12843"/>
                  </a:cubicBezTo>
                  <a:lnTo>
                    <a:pt x="4353" y="12407"/>
                  </a:lnTo>
                  <a:cubicBezTo>
                    <a:pt x="4353" y="12407"/>
                    <a:pt x="5443" y="13279"/>
                    <a:pt x="6748" y="13497"/>
                  </a:cubicBezTo>
                  <a:lnTo>
                    <a:pt x="6748" y="13497"/>
                  </a:lnTo>
                  <a:cubicBezTo>
                    <a:pt x="6722" y="13489"/>
                    <a:pt x="5167" y="12759"/>
                    <a:pt x="4934" y="2403"/>
                  </a:cubicBezTo>
                  <a:cubicBezTo>
                    <a:pt x="4934" y="2403"/>
                    <a:pt x="5563" y="1116"/>
                    <a:pt x="6625" y="317"/>
                  </a:cubicBezTo>
                  <a:cubicBezTo>
                    <a:pt x="6590" y="307"/>
                    <a:pt x="6558" y="293"/>
                    <a:pt x="6527" y="275"/>
                  </a:cubicBezTo>
                  <a:cubicBezTo>
                    <a:pt x="6316" y="152"/>
                    <a:pt x="5957" y="1"/>
                    <a:pt x="5444" y="1"/>
                  </a:cubicBezTo>
                  <a:close/>
                  <a:moveTo>
                    <a:pt x="6748" y="13497"/>
                  </a:moveTo>
                  <a:cubicBezTo>
                    <a:pt x="6748" y="13497"/>
                    <a:pt x="6748" y="13497"/>
                    <a:pt x="6748" y="13497"/>
                  </a:cubicBezTo>
                  <a:cubicBezTo>
                    <a:pt x="6748" y="13497"/>
                    <a:pt x="6748" y="13497"/>
                    <a:pt x="6748" y="13497"/>
                  </a:cubicBezTo>
                  <a:cubicBezTo>
                    <a:pt x="6748" y="13497"/>
                    <a:pt x="6748" y="13497"/>
                    <a:pt x="6748" y="13497"/>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3" name="Google Shape;21153;p90"/>
            <p:cNvSpPr/>
            <p:nvPr/>
          </p:nvSpPr>
          <p:spPr>
            <a:xfrm>
              <a:off x="2553764" y="1539526"/>
              <a:ext cx="87288" cy="87104"/>
            </a:xfrm>
            <a:custGeom>
              <a:rect b="b" l="l" r="r" t="t"/>
              <a:pathLst>
                <a:path extrusionOk="0" h="3323" w="3330">
                  <a:moveTo>
                    <a:pt x="820" y="1"/>
                  </a:moveTo>
                  <a:cubicBezTo>
                    <a:pt x="371" y="1"/>
                    <a:pt x="0" y="388"/>
                    <a:pt x="41" y="858"/>
                  </a:cubicBezTo>
                  <a:cubicBezTo>
                    <a:pt x="105" y="1505"/>
                    <a:pt x="579" y="2651"/>
                    <a:pt x="1233" y="3323"/>
                  </a:cubicBezTo>
                  <a:lnTo>
                    <a:pt x="3329" y="1213"/>
                  </a:lnTo>
                  <a:cubicBezTo>
                    <a:pt x="2527" y="573"/>
                    <a:pt x="1529" y="123"/>
                    <a:pt x="980" y="17"/>
                  </a:cubicBezTo>
                  <a:cubicBezTo>
                    <a:pt x="926" y="6"/>
                    <a:pt x="873" y="1"/>
                    <a:pt x="820"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4" name="Google Shape;21154;p90"/>
            <p:cNvSpPr/>
            <p:nvPr/>
          </p:nvSpPr>
          <p:spPr>
            <a:xfrm>
              <a:off x="2555101" y="1553052"/>
              <a:ext cx="61704" cy="73578"/>
            </a:xfrm>
            <a:custGeom>
              <a:rect b="b" l="l" r="r" t="t"/>
              <a:pathLst>
                <a:path extrusionOk="0" h="2807" w="2354">
                  <a:moveTo>
                    <a:pt x="513" y="1"/>
                  </a:moveTo>
                  <a:cubicBezTo>
                    <a:pt x="293" y="1"/>
                    <a:pt x="100" y="168"/>
                    <a:pt x="1" y="415"/>
                  </a:cubicBezTo>
                  <a:cubicBezTo>
                    <a:pt x="89" y="1077"/>
                    <a:pt x="553" y="2160"/>
                    <a:pt x="1182" y="2807"/>
                  </a:cubicBezTo>
                  <a:lnTo>
                    <a:pt x="1196" y="2793"/>
                  </a:lnTo>
                  <a:lnTo>
                    <a:pt x="2353" y="1210"/>
                  </a:lnTo>
                  <a:cubicBezTo>
                    <a:pt x="1759" y="574"/>
                    <a:pt x="1028" y="124"/>
                    <a:pt x="623" y="15"/>
                  </a:cubicBezTo>
                  <a:cubicBezTo>
                    <a:pt x="586" y="5"/>
                    <a:pt x="549" y="1"/>
                    <a:pt x="513" y="1"/>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5" name="Google Shape;21155;p90"/>
            <p:cNvSpPr/>
            <p:nvPr/>
          </p:nvSpPr>
          <p:spPr>
            <a:xfrm>
              <a:off x="2554734" y="1568150"/>
              <a:ext cx="262544" cy="239608"/>
            </a:xfrm>
            <a:custGeom>
              <a:rect b="b" l="l" r="r" t="t"/>
              <a:pathLst>
                <a:path extrusionOk="0" h="9141" w="10016">
                  <a:moveTo>
                    <a:pt x="3105" y="1"/>
                  </a:moveTo>
                  <a:cubicBezTo>
                    <a:pt x="2842" y="1"/>
                    <a:pt x="2595" y="60"/>
                    <a:pt x="2395" y="216"/>
                  </a:cubicBezTo>
                  <a:cubicBezTo>
                    <a:pt x="437" y="1738"/>
                    <a:pt x="1" y="6095"/>
                    <a:pt x="219" y="6964"/>
                  </a:cubicBezTo>
                  <a:cubicBezTo>
                    <a:pt x="377" y="7600"/>
                    <a:pt x="1741" y="8708"/>
                    <a:pt x="3264" y="9140"/>
                  </a:cubicBezTo>
                  <a:lnTo>
                    <a:pt x="6749" y="9140"/>
                  </a:lnTo>
                  <a:cubicBezTo>
                    <a:pt x="8271" y="8704"/>
                    <a:pt x="9639" y="7597"/>
                    <a:pt x="9798" y="6964"/>
                  </a:cubicBezTo>
                  <a:cubicBezTo>
                    <a:pt x="10016" y="6095"/>
                    <a:pt x="9580" y="1738"/>
                    <a:pt x="7621" y="216"/>
                  </a:cubicBezTo>
                  <a:cubicBezTo>
                    <a:pt x="7422" y="60"/>
                    <a:pt x="7174" y="1"/>
                    <a:pt x="6911" y="1"/>
                  </a:cubicBezTo>
                  <a:cubicBezTo>
                    <a:pt x="6042" y="1"/>
                    <a:pt x="5008" y="652"/>
                    <a:pt x="5008" y="652"/>
                  </a:cubicBezTo>
                  <a:cubicBezTo>
                    <a:pt x="5008" y="652"/>
                    <a:pt x="3974" y="1"/>
                    <a:pt x="3105"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6" name="Google Shape;21156;p90"/>
            <p:cNvSpPr/>
            <p:nvPr/>
          </p:nvSpPr>
          <p:spPr>
            <a:xfrm>
              <a:off x="2554734" y="1568203"/>
              <a:ext cx="83723" cy="219451"/>
            </a:xfrm>
            <a:custGeom>
              <a:rect b="b" l="l" r="r" t="t"/>
              <a:pathLst>
                <a:path extrusionOk="0" h="8372" w="3194">
                  <a:moveTo>
                    <a:pt x="3104" y="1"/>
                  </a:moveTo>
                  <a:cubicBezTo>
                    <a:pt x="2842" y="1"/>
                    <a:pt x="2595" y="59"/>
                    <a:pt x="2395" y="214"/>
                  </a:cubicBezTo>
                  <a:cubicBezTo>
                    <a:pt x="437" y="1736"/>
                    <a:pt x="1" y="6093"/>
                    <a:pt x="219" y="6962"/>
                  </a:cubicBezTo>
                  <a:cubicBezTo>
                    <a:pt x="314" y="7345"/>
                    <a:pt x="848" y="7897"/>
                    <a:pt x="1590" y="8372"/>
                  </a:cubicBezTo>
                  <a:cubicBezTo>
                    <a:pt x="1580" y="8330"/>
                    <a:pt x="1566" y="8287"/>
                    <a:pt x="1562" y="8249"/>
                  </a:cubicBezTo>
                  <a:cubicBezTo>
                    <a:pt x="1393" y="7204"/>
                    <a:pt x="1787" y="2570"/>
                    <a:pt x="3194" y="3"/>
                  </a:cubicBezTo>
                  <a:cubicBezTo>
                    <a:pt x="3164" y="1"/>
                    <a:pt x="3134" y="1"/>
                    <a:pt x="3104"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7" name="Google Shape;21157;p90"/>
            <p:cNvSpPr/>
            <p:nvPr/>
          </p:nvSpPr>
          <p:spPr>
            <a:xfrm>
              <a:off x="2558614" y="1718322"/>
              <a:ext cx="254707" cy="89437"/>
            </a:xfrm>
            <a:custGeom>
              <a:rect b="b" l="l" r="r" t="t"/>
              <a:pathLst>
                <a:path extrusionOk="0" h="3412" w="9717">
                  <a:moveTo>
                    <a:pt x="9674" y="0"/>
                  </a:moveTo>
                  <a:lnTo>
                    <a:pt x="9674" y="0"/>
                  </a:lnTo>
                  <a:cubicBezTo>
                    <a:pt x="9667" y="50"/>
                    <a:pt x="9660" y="99"/>
                    <a:pt x="9650" y="145"/>
                  </a:cubicBezTo>
                  <a:cubicBezTo>
                    <a:pt x="9491" y="778"/>
                    <a:pt x="8127" y="1885"/>
                    <a:pt x="6601" y="2321"/>
                  </a:cubicBezTo>
                  <a:lnTo>
                    <a:pt x="3116" y="2321"/>
                  </a:lnTo>
                  <a:cubicBezTo>
                    <a:pt x="1593" y="1885"/>
                    <a:pt x="225" y="778"/>
                    <a:pt x="67" y="145"/>
                  </a:cubicBezTo>
                  <a:cubicBezTo>
                    <a:pt x="57" y="99"/>
                    <a:pt x="50" y="50"/>
                    <a:pt x="43" y="4"/>
                  </a:cubicBezTo>
                  <a:lnTo>
                    <a:pt x="43" y="4"/>
                  </a:lnTo>
                  <a:cubicBezTo>
                    <a:pt x="0" y="570"/>
                    <a:pt x="14" y="1013"/>
                    <a:pt x="67" y="1235"/>
                  </a:cubicBezTo>
                  <a:cubicBezTo>
                    <a:pt x="225" y="1871"/>
                    <a:pt x="1593" y="2979"/>
                    <a:pt x="3116" y="3411"/>
                  </a:cubicBezTo>
                  <a:lnTo>
                    <a:pt x="6601" y="3411"/>
                  </a:lnTo>
                  <a:cubicBezTo>
                    <a:pt x="8123" y="2975"/>
                    <a:pt x="9488" y="1868"/>
                    <a:pt x="9646" y="1235"/>
                  </a:cubicBezTo>
                  <a:cubicBezTo>
                    <a:pt x="9702" y="1017"/>
                    <a:pt x="9716" y="570"/>
                    <a:pt x="967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8" name="Google Shape;21158;p90"/>
            <p:cNvSpPr/>
            <p:nvPr/>
          </p:nvSpPr>
          <p:spPr>
            <a:xfrm>
              <a:off x="2638614" y="1790668"/>
              <a:ext cx="94784" cy="39948"/>
            </a:xfrm>
            <a:custGeom>
              <a:rect b="b" l="l" r="r" t="t"/>
              <a:pathLst>
                <a:path extrusionOk="0" h="1524" w="3616">
                  <a:moveTo>
                    <a:pt x="1808" y="1"/>
                  </a:moveTo>
                  <a:lnTo>
                    <a:pt x="1" y="300"/>
                  </a:lnTo>
                  <a:cubicBezTo>
                    <a:pt x="117" y="1007"/>
                    <a:pt x="729" y="1523"/>
                    <a:pt x="1442" y="1523"/>
                  </a:cubicBezTo>
                  <a:lnTo>
                    <a:pt x="2174" y="1523"/>
                  </a:lnTo>
                  <a:cubicBezTo>
                    <a:pt x="2888" y="1523"/>
                    <a:pt x="3496" y="1010"/>
                    <a:pt x="3616" y="307"/>
                  </a:cubicBezTo>
                  <a:lnTo>
                    <a:pt x="180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9" name="Google Shape;21159;p90"/>
            <p:cNvSpPr/>
            <p:nvPr/>
          </p:nvSpPr>
          <p:spPr>
            <a:xfrm>
              <a:off x="2617513" y="1744953"/>
              <a:ext cx="136987" cy="57169"/>
            </a:xfrm>
            <a:custGeom>
              <a:rect b="b" l="l" r="r" t="t"/>
              <a:pathLst>
                <a:path extrusionOk="0" h="2181" w="5226">
                  <a:moveTo>
                    <a:pt x="1414" y="1"/>
                  </a:moveTo>
                  <a:cubicBezTo>
                    <a:pt x="633" y="1"/>
                    <a:pt x="0" y="489"/>
                    <a:pt x="0" y="1091"/>
                  </a:cubicBezTo>
                  <a:cubicBezTo>
                    <a:pt x="0" y="1692"/>
                    <a:pt x="633" y="2181"/>
                    <a:pt x="1414" y="2181"/>
                  </a:cubicBezTo>
                  <a:cubicBezTo>
                    <a:pt x="1920" y="2181"/>
                    <a:pt x="2363" y="1977"/>
                    <a:pt x="2613" y="1667"/>
                  </a:cubicBezTo>
                  <a:cubicBezTo>
                    <a:pt x="2863" y="1977"/>
                    <a:pt x="3306" y="2181"/>
                    <a:pt x="3809" y="2181"/>
                  </a:cubicBezTo>
                  <a:cubicBezTo>
                    <a:pt x="4593" y="2181"/>
                    <a:pt x="5226" y="1692"/>
                    <a:pt x="5226" y="1091"/>
                  </a:cubicBezTo>
                  <a:cubicBezTo>
                    <a:pt x="5226" y="489"/>
                    <a:pt x="4593" y="1"/>
                    <a:pt x="3809" y="1"/>
                  </a:cubicBezTo>
                  <a:cubicBezTo>
                    <a:pt x="3306" y="1"/>
                    <a:pt x="2863" y="205"/>
                    <a:pt x="2613" y="511"/>
                  </a:cubicBezTo>
                  <a:cubicBezTo>
                    <a:pt x="2363" y="205"/>
                    <a:pt x="1920" y="1"/>
                    <a:pt x="141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0" name="Google Shape;21160;p90"/>
            <p:cNvSpPr/>
            <p:nvPr/>
          </p:nvSpPr>
          <p:spPr>
            <a:xfrm>
              <a:off x="2649859" y="1741729"/>
              <a:ext cx="72294" cy="30118"/>
            </a:xfrm>
            <a:custGeom>
              <a:rect b="b" l="l" r="r" t="t"/>
              <a:pathLst>
                <a:path extrusionOk="0" h="1149" w="2758">
                  <a:moveTo>
                    <a:pt x="384" y="1"/>
                  </a:moveTo>
                  <a:cubicBezTo>
                    <a:pt x="120" y="1"/>
                    <a:pt x="1" y="335"/>
                    <a:pt x="205" y="507"/>
                  </a:cubicBezTo>
                  <a:lnTo>
                    <a:pt x="665" y="890"/>
                  </a:lnTo>
                  <a:cubicBezTo>
                    <a:pt x="873" y="1063"/>
                    <a:pt x="1126" y="1149"/>
                    <a:pt x="1379" y="1149"/>
                  </a:cubicBezTo>
                  <a:cubicBezTo>
                    <a:pt x="1632" y="1149"/>
                    <a:pt x="1886" y="1063"/>
                    <a:pt x="2093" y="890"/>
                  </a:cubicBezTo>
                  <a:lnTo>
                    <a:pt x="2554" y="507"/>
                  </a:lnTo>
                  <a:cubicBezTo>
                    <a:pt x="2758" y="335"/>
                    <a:pt x="2638" y="1"/>
                    <a:pt x="237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1" name="Google Shape;21161;p90"/>
            <p:cNvSpPr/>
            <p:nvPr/>
          </p:nvSpPr>
          <p:spPr>
            <a:xfrm>
              <a:off x="2611799" y="1670746"/>
              <a:ext cx="34312" cy="40053"/>
            </a:xfrm>
            <a:custGeom>
              <a:rect b="b" l="l" r="r" t="t"/>
              <a:pathLst>
                <a:path extrusionOk="0" h="1528" w="1309">
                  <a:moveTo>
                    <a:pt x="654" y="1"/>
                  </a:moveTo>
                  <a:cubicBezTo>
                    <a:pt x="292" y="1"/>
                    <a:pt x="0" y="293"/>
                    <a:pt x="0" y="655"/>
                  </a:cubicBezTo>
                  <a:lnTo>
                    <a:pt x="0" y="873"/>
                  </a:lnTo>
                  <a:cubicBezTo>
                    <a:pt x="0" y="1235"/>
                    <a:pt x="292" y="1527"/>
                    <a:pt x="654" y="1527"/>
                  </a:cubicBezTo>
                  <a:cubicBezTo>
                    <a:pt x="1013" y="1527"/>
                    <a:pt x="1305" y="1235"/>
                    <a:pt x="1309" y="877"/>
                  </a:cubicBezTo>
                  <a:lnTo>
                    <a:pt x="1309" y="655"/>
                  </a:lnTo>
                  <a:cubicBezTo>
                    <a:pt x="1309" y="293"/>
                    <a:pt x="1017"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2" name="Google Shape;21162;p90"/>
            <p:cNvSpPr/>
            <p:nvPr/>
          </p:nvSpPr>
          <p:spPr>
            <a:xfrm>
              <a:off x="2628942" y="1670851"/>
              <a:ext cx="17169" cy="28519"/>
            </a:xfrm>
            <a:custGeom>
              <a:rect b="b" l="l" r="r" t="t"/>
              <a:pathLst>
                <a:path extrusionOk="0" h="1088" w="655">
                  <a:moveTo>
                    <a:pt x="0" y="0"/>
                  </a:moveTo>
                  <a:lnTo>
                    <a:pt x="0" y="760"/>
                  </a:lnTo>
                  <a:cubicBezTo>
                    <a:pt x="0" y="943"/>
                    <a:pt x="145" y="1087"/>
                    <a:pt x="327" y="1087"/>
                  </a:cubicBezTo>
                  <a:cubicBezTo>
                    <a:pt x="507" y="1087"/>
                    <a:pt x="655" y="943"/>
                    <a:pt x="655" y="760"/>
                  </a:cubicBezTo>
                  <a:lnTo>
                    <a:pt x="655" y="651"/>
                  </a:lnTo>
                  <a:cubicBezTo>
                    <a:pt x="655"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3" name="Google Shape;21163;p90"/>
            <p:cNvSpPr/>
            <p:nvPr/>
          </p:nvSpPr>
          <p:spPr>
            <a:xfrm>
              <a:off x="2623227" y="1676460"/>
              <a:ext cx="11455" cy="11481"/>
            </a:xfrm>
            <a:custGeom>
              <a:rect b="b" l="l" r="r" t="t"/>
              <a:pathLst>
                <a:path extrusionOk="0" h="438" w="437">
                  <a:moveTo>
                    <a:pt x="218" y="1"/>
                  </a:moveTo>
                  <a:cubicBezTo>
                    <a:pt x="99" y="1"/>
                    <a:pt x="0" y="99"/>
                    <a:pt x="0" y="219"/>
                  </a:cubicBezTo>
                  <a:cubicBezTo>
                    <a:pt x="0" y="339"/>
                    <a:pt x="99" y="437"/>
                    <a:pt x="218" y="437"/>
                  </a:cubicBezTo>
                  <a:cubicBezTo>
                    <a:pt x="338" y="437"/>
                    <a:pt x="436" y="339"/>
                    <a:pt x="436" y="219"/>
                  </a:cubicBezTo>
                  <a:cubicBezTo>
                    <a:pt x="436" y="99"/>
                    <a:pt x="338" y="1"/>
                    <a:pt x="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4" name="Google Shape;21164;p90"/>
            <p:cNvSpPr/>
            <p:nvPr/>
          </p:nvSpPr>
          <p:spPr>
            <a:xfrm>
              <a:off x="2725902" y="1670746"/>
              <a:ext cx="34312" cy="40053"/>
            </a:xfrm>
            <a:custGeom>
              <a:rect b="b" l="l" r="r" t="t"/>
              <a:pathLst>
                <a:path extrusionOk="0" h="1528" w="1309">
                  <a:moveTo>
                    <a:pt x="655" y="1"/>
                  </a:moveTo>
                  <a:cubicBezTo>
                    <a:pt x="293" y="1"/>
                    <a:pt x="1" y="293"/>
                    <a:pt x="1" y="655"/>
                  </a:cubicBezTo>
                  <a:lnTo>
                    <a:pt x="1" y="873"/>
                  </a:lnTo>
                  <a:cubicBezTo>
                    <a:pt x="1" y="1235"/>
                    <a:pt x="293"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5" name="Google Shape;21165;p90"/>
            <p:cNvSpPr/>
            <p:nvPr/>
          </p:nvSpPr>
          <p:spPr>
            <a:xfrm>
              <a:off x="2743045" y="1670851"/>
              <a:ext cx="17169" cy="28519"/>
            </a:xfrm>
            <a:custGeom>
              <a:rect b="b" l="l" r="r" t="t"/>
              <a:pathLst>
                <a:path extrusionOk="0" h="1088" w="655">
                  <a:moveTo>
                    <a:pt x="1" y="0"/>
                  </a:moveTo>
                  <a:lnTo>
                    <a:pt x="1" y="760"/>
                  </a:lnTo>
                  <a:cubicBezTo>
                    <a:pt x="1" y="943"/>
                    <a:pt x="149" y="1087"/>
                    <a:pt x="328" y="1087"/>
                  </a:cubicBezTo>
                  <a:cubicBezTo>
                    <a:pt x="507" y="1087"/>
                    <a:pt x="655" y="943"/>
                    <a:pt x="655" y="760"/>
                  </a:cubicBezTo>
                  <a:lnTo>
                    <a:pt x="655" y="651"/>
                  </a:lnTo>
                  <a:cubicBezTo>
                    <a:pt x="655" y="292"/>
                    <a:pt x="363"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6" name="Google Shape;21166;p90"/>
            <p:cNvSpPr/>
            <p:nvPr/>
          </p:nvSpPr>
          <p:spPr>
            <a:xfrm>
              <a:off x="2737331" y="1676460"/>
              <a:ext cx="11455" cy="11481"/>
            </a:xfrm>
            <a:custGeom>
              <a:rect b="b" l="l" r="r" t="t"/>
              <a:pathLst>
                <a:path extrusionOk="0" h="438" w="437">
                  <a:moveTo>
                    <a:pt x="219" y="1"/>
                  </a:moveTo>
                  <a:cubicBezTo>
                    <a:pt x="99" y="1"/>
                    <a:pt x="1" y="99"/>
                    <a:pt x="1" y="219"/>
                  </a:cubicBezTo>
                  <a:cubicBezTo>
                    <a:pt x="1" y="339"/>
                    <a:pt x="99" y="437"/>
                    <a:pt x="219" y="437"/>
                  </a:cubicBezTo>
                  <a:cubicBezTo>
                    <a:pt x="338" y="437"/>
                    <a:pt x="437" y="339"/>
                    <a:pt x="437" y="219"/>
                  </a:cubicBezTo>
                  <a:cubicBezTo>
                    <a:pt x="437" y="99"/>
                    <a:pt x="338" y="1"/>
                    <a:pt x="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7" name="Google Shape;21167;p90"/>
            <p:cNvSpPr/>
            <p:nvPr/>
          </p:nvSpPr>
          <p:spPr>
            <a:xfrm>
              <a:off x="2649781" y="1741729"/>
              <a:ext cx="46475" cy="30092"/>
            </a:xfrm>
            <a:custGeom>
              <a:rect b="b" l="l" r="r" t="t"/>
              <a:pathLst>
                <a:path extrusionOk="0" h="1148" w="1773">
                  <a:moveTo>
                    <a:pt x="387" y="1"/>
                  </a:moveTo>
                  <a:cubicBezTo>
                    <a:pt x="123" y="1"/>
                    <a:pt x="0" y="335"/>
                    <a:pt x="208" y="507"/>
                  </a:cubicBezTo>
                  <a:lnTo>
                    <a:pt x="668" y="890"/>
                  </a:lnTo>
                  <a:cubicBezTo>
                    <a:pt x="873" y="1060"/>
                    <a:pt x="1126" y="1148"/>
                    <a:pt x="1381" y="1148"/>
                  </a:cubicBezTo>
                  <a:cubicBezTo>
                    <a:pt x="1513" y="1148"/>
                    <a:pt x="1646" y="1124"/>
                    <a:pt x="1772" y="1077"/>
                  </a:cubicBezTo>
                  <a:cubicBezTo>
                    <a:pt x="1678" y="1017"/>
                    <a:pt x="1586" y="943"/>
                    <a:pt x="1512" y="859"/>
                  </a:cubicBezTo>
                  <a:lnTo>
                    <a:pt x="1052" y="328"/>
                  </a:lnTo>
                  <a:cubicBezTo>
                    <a:pt x="974" y="236"/>
                    <a:pt x="939" y="120"/>
                    <a:pt x="94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8" name="Google Shape;21168;p90"/>
            <p:cNvSpPr/>
            <p:nvPr/>
          </p:nvSpPr>
          <p:spPr>
            <a:xfrm>
              <a:off x="2558614" y="1718400"/>
              <a:ext cx="37825" cy="69253"/>
            </a:xfrm>
            <a:custGeom>
              <a:rect b="b" l="l" r="r" t="t"/>
              <a:pathLst>
                <a:path extrusionOk="0" h="2642" w="1443">
                  <a:moveTo>
                    <a:pt x="46" y="1"/>
                  </a:moveTo>
                  <a:lnTo>
                    <a:pt x="46" y="1"/>
                  </a:lnTo>
                  <a:cubicBezTo>
                    <a:pt x="0" y="567"/>
                    <a:pt x="14" y="1010"/>
                    <a:pt x="71" y="1232"/>
                  </a:cubicBezTo>
                  <a:cubicBezTo>
                    <a:pt x="166" y="1615"/>
                    <a:pt x="700" y="2167"/>
                    <a:pt x="1442" y="2642"/>
                  </a:cubicBezTo>
                  <a:cubicBezTo>
                    <a:pt x="1432" y="2600"/>
                    <a:pt x="1418" y="2557"/>
                    <a:pt x="1414" y="2519"/>
                  </a:cubicBezTo>
                  <a:cubicBezTo>
                    <a:pt x="1379" y="2311"/>
                    <a:pt x="1368" y="1960"/>
                    <a:pt x="1382" y="1513"/>
                  </a:cubicBezTo>
                  <a:cubicBezTo>
                    <a:pt x="672" y="1045"/>
                    <a:pt x="162" y="514"/>
                    <a:pt x="71" y="142"/>
                  </a:cubicBezTo>
                  <a:cubicBezTo>
                    <a:pt x="60" y="96"/>
                    <a:pt x="50" y="47"/>
                    <a:pt x="4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9" name="Google Shape;21169;p90"/>
            <p:cNvSpPr/>
            <p:nvPr/>
          </p:nvSpPr>
          <p:spPr>
            <a:xfrm>
              <a:off x="2642572" y="1736382"/>
              <a:ext cx="86868" cy="40787"/>
            </a:xfrm>
            <a:custGeom>
              <a:rect b="b" l="l" r="r" t="t"/>
              <a:pathLst>
                <a:path extrusionOk="0" h="1556" w="3314">
                  <a:moveTo>
                    <a:pt x="2652" y="409"/>
                  </a:moveTo>
                  <a:cubicBezTo>
                    <a:pt x="2684" y="409"/>
                    <a:pt x="2716" y="430"/>
                    <a:pt x="2726" y="461"/>
                  </a:cubicBezTo>
                  <a:cubicBezTo>
                    <a:pt x="2740" y="493"/>
                    <a:pt x="2730" y="532"/>
                    <a:pt x="2702" y="553"/>
                  </a:cubicBezTo>
                  <a:lnTo>
                    <a:pt x="2237" y="940"/>
                  </a:lnTo>
                  <a:cubicBezTo>
                    <a:pt x="2070" y="1080"/>
                    <a:pt x="1864" y="1151"/>
                    <a:pt x="1657" y="1151"/>
                  </a:cubicBezTo>
                  <a:cubicBezTo>
                    <a:pt x="1451" y="1151"/>
                    <a:pt x="1244" y="1080"/>
                    <a:pt x="1077" y="940"/>
                  </a:cubicBezTo>
                  <a:lnTo>
                    <a:pt x="613" y="553"/>
                  </a:lnTo>
                  <a:cubicBezTo>
                    <a:pt x="585" y="532"/>
                    <a:pt x="574" y="493"/>
                    <a:pt x="588" y="461"/>
                  </a:cubicBezTo>
                  <a:cubicBezTo>
                    <a:pt x="599" y="430"/>
                    <a:pt x="630" y="409"/>
                    <a:pt x="666" y="409"/>
                  </a:cubicBezTo>
                  <a:close/>
                  <a:moveTo>
                    <a:pt x="662" y="1"/>
                  </a:moveTo>
                  <a:cubicBezTo>
                    <a:pt x="205" y="1"/>
                    <a:pt x="1" y="574"/>
                    <a:pt x="353" y="866"/>
                  </a:cubicBezTo>
                  <a:lnTo>
                    <a:pt x="813" y="1253"/>
                  </a:lnTo>
                  <a:cubicBezTo>
                    <a:pt x="1058" y="1455"/>
                    <a:pt x="1357" y="1556"/>
                    <a:pt x="1657" y="1556"/>
                  </a:cubicBezTo>
                  <a:cubicBezTo>
                    <a:pt x="1957" y="1556"/>
                    <a:pt x="2257" y="1455"/>
                    <a:pt x="2501" y="1253"/>
                  </a:cubicBezTo>
                  <a:lnTo>
                    <a:pt x="2962" y="866"/>
                  </a:lnTo>
                  <a:cubicBezTo>
                    <a:pt x="3313" y="574"/>
                    <a:pt x="3106" y="1"/>
                    <a:pt x="2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0" name="Google Shape;21170;p90"/>
            <p:cNvSpPr/>
            <p:nvPr/>
          </p:nvSpPr>
          <p:spPr>
            <a:xfrm>
              <a:off x="2606451" y="1665425"/>
              <a:ext cx="45007" cy="50721"/>
            </a:xfrm>
            <a:custGeom>
              <a:rect b="b" l="l" r="r" t="t"/>
              <a:pathLst>
                <a:path extrusionOk="0" h="1935" w="1717">
                  <a:moveTo>
                    <a:pt x="858" y="0"/>
                  </a:moveTo>
                  <a:cubicBezTo>
                    <a:pt x="384" y="4"/>
                    <a:pt x="0" y="387"/>
                    <a:pt x="0" y="858"/>
                  </a:cubicBezTo>
                  <a:lnTo>
                    <a:pt x="0" y="1080"/>
                  </a:lnTo>
                  <a:cubicBezTo>
                    <a:pt x="0" y="1551"/>
                    <a:pt x="384" y="1934"/>
                    <a:pt x="858" y="1934"/>
                  </a:cubicBezTo>
                  <a:cubicBezTo>
                    <a:pt x="1330" y="1934"/>
                    <a:pt x="1716" y="1551"/>
                    <a:pt x="1716" y="1080"/>
                  </a:cubicBezTo>
                  <a:lnTo>
                    <a:pt x="1713" y="858"/>
                  </a:lnTo>
                  <a:cubicBezTo>
                    <a:pt x="1713" y="723"/>
                    <a:pt x="1612" y="655"/>
                    <a:pt x="1511" y="655"/>
                  </a:cubicBezTo>
                  <a:cubicBezTo>
                    <a:pt x="1410" y="655"/>
                    <a:pt x="1309" y="723"/>
                    <a:pt x="1309" y="858"/>
                  </a:cubicBezTo>
                  <a:lnTo>
                    <a:pt x="1309" y="1080"/>
                  </a:lnTo>
                  <a:cubicBezTo>
                    <a:pt x="1298" y="1322"/>
                    <a:pt x="1101" y="1516"/>
                    <a:pt x="858" y="1516"/>
                  </a:cubicBezTo>
                  <a:cubicBezTo>
                    <a:pt x="616" y="1516"/>
                    <a:pt x="415" y="1322"/>
                    <a:pt x="408" y="1080"/>
                  </a:cubicBezTo>
                  <a:lnTo>
                    <a:pt x="408" y="858"/>
                  </a:lnTo>
                  <a:cubicBezTo>
                    <a:pt x="408" y="612"/>
                    <a:pt x="609" y="408"/>
                    <a:pt x="858" y="408"/>
                  </a:cubicBezTo>
                  <a:cubicBezTo>
                    <a:pt x="971" y="408"/>
                    <a:pt x="1062" y="316"/>
                    <a:pt x="1062" y="204"/>
                  </a:cubicBezTo>
                  <a:cubicBezTo>
                    <a:pt x="1062" y="91"/>
                    <a:pt x="971"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1" name="Google Shape;21171;p90"/>
            <p:cNvSpPr/>
            <p:nvPr/>
          </p:nvSpPr>
          <p:spPr>
            <a:xfrm>
              <a:off x="2720659" y="1665425"/>
              <a:ext cx="44902" cy="50721"/>
            </a:xfrm>
            <a:custGeom>
              <a:rect b="b" l="l" r="r" t="t"/>
              <a:pathLst>
                <a:path extrusionOk="0" h="1935" w="1713">
                  <a:moveTo>
                    <a:pt x="855" y="0"/>
                  </a:moveTo>
                  <a:cubicBezTo>
                    <a:pt x="384" y="0"/>
                    <a:pt x="0" y="383"/>
                    <a:pt x="0" y="858"/>
                  </a:cubicBezTo>
                  <a:lnTo>
                    <a:pt x="0" y="1076"/>
                  </a:lnTo>
                  <a:cubicBezTo>
                    <a:pt x="0" y="1551"/>
                    <a:pt x="384" y="1934"/>
                    <a:pt x="855" y="1934"/>
                  </a:cubicBezTo>
                  <a:cubicBezTo>
                    <a:pt x="1330" y="1934"/>
                    <a:pt x="1713" y="1551"/>
                    <a:pt x="1713" y="1076"/>
                  </a:cubicBezTo>
                  <a:lnTo>
                    <a:pt x="1713" y="858"/>
                  </a:lnTo>
                  <a:cubicBezTo>
                    <a:pt x="1713" y="721"/>
                    <a:pt x="1611" y="652"/>
                    <a:pt x="1509" y="652"/>
                  </a:cubicBezTo>
                  <a:cubicBezTo>
                    <a:pt x="1407" y="652"/>
                    <a:pt x="1305" y="721"/>
                    <a:pt x="1305" y="858"/>
                  </a:cubicBezTo>
                  <a:lnTo>
                    <a:pt x="1305" y="1076"/>
                  </a:lnTo>
                  <a:cubicBezTo>
                    <a:pt x="1298" y="1319"/>
                    <a:pt x="1097" y="1512"/>
                    <a:pt x="855" y="1512"/>
                  </a:cubicBezTo>
                  <a:cubicBezTo>
                    <a:pt x="612" y="1512"/>
                    <a:pt x="412" y="1319"/>
                    <a:pt x="405" y="1076"/>
                  </a:cubicBezTo>
                  <a:lnTo>
                    <a:pt x="405" y="858"/>
                  </a:lnTo>
                  <a:cubicBezTo>
                    <a:pt x="405" y="608"/>
                    <a:pt x="609" y="408"/>
                    <a:pt x="855" y="408"/>
                  </a:cubicBezTo>
                  <a:cubicBezTo>
                    <a:pt x="967" y="408"/>
                    <a:pt x="1059" y="316"/>
                    <a:pt x="1059" y="204"/>
                  </a:cubicBezTo>
                  <a:cubicBezTo>
                    <a:pt x="1059" y="91"/>
                    <a:pt x="967"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2" name="Google Shape;21172;p90"/>
            <p:cNvSpPr/>
            <p:nvPr/>
          </p:nvSpPr>
          <p:spPr>
            <a:xfrm>
              <a:off x="2503672" y="1499971"/>
              <a:ext cx="364668" cy="364459"/>
            </a:xfrm>
            <a:custGeom>
              <a:rect b="b" l="l" r="r" t="t"/>
              <a:pathLst>
                <a:path extrusionOk="0" h="13904" w="13912">
                  <a:moveTo>
                    <a:pt x="2742" y="1713"/>
                  </a:moveTo>
                  <a:cubicBezTo>
                    <a:pt x="2778" y="1713"/>
                    <a:pt x="2815" y="1717"/>
                    <a:pt x="2852" y="1723"/>
                  </a:cubicBezTo>
                  <a:cubicBezTo>
                    <a:pt x="3070" y="1769"/>
                    <a:pt x="3774" y="1938"/>
                    <a:pt x="4572" y="2469"/>
                  </a:cubicBezTo>
                  <a:cubicBezTo>
                    <a:pt x="4445" y="2511"/>
                    <a:pt x="4326" y="2574"/>
                    <a:pt x="4217" y="2655"/>
                  </a:cubicBezTo>
                  <a:cubicBezTo>
                    <a:pt x="4171" y="2694"/>
                    <a:pt x="4122" y="2732"/>
                    <a:pt x="4073" y="2778"/>
                  </a:cubicBezTo>
                  <a:cubicBezTo>
                    <a:pt x="3514" y="2226"/>
                    <a:pt x="2916" y="1920"/>
                    <a:pt x="2575" y="1871"/>
                  </a:cubicBezTo>
                  <a:cubicBezTo>
                    <a:pt x="2501" y="1860"/>
                    <a:pt x="2430" y="1853"/>
                    <a:pt x="2357" y="1853"/>
                  </a:cubicBezTo>
                  <a:cubicBezTo>
                    <a:pt x="2465" y="1761"/>
                    <a:pt x="2601" y="1713"/>
                    <a:pt x="2742" y="1713"/>
                  </a:cubicBezTo>
                  <a:close/>
                  <a:moveTo>
                    <a:pt x="8264" y="408"/>
                  </a:moveTo>
                  <a:cubicBezTo>
                    <a:pt x="8742" y="415"/>
                    <a:pt x="9217" y="513"/>
                    <a:pt x="9657" y="700"/>
                  </a:cubicBezTo>
                  <a:lnTo>
                    <a:pt x="9425" y="932"/>
                  </a:lnTo>
                  <a:cubicBezTo>
                    <a:pt x="9316" y="1041"/>
                    <a:pt x="9365" y="1231"/>
                    <a:pt x="9516" y="1273"/>
                  </a:cubicBezTo>
                  <a:cubicBezTo>
                    <a:pt x="9780" y="1340"/>
                    <a:pt x="10037" y="1428"/>
                    <a:pt x="10286" y="1530"/>
                  </a:cubicBezTo>
                  <a:cubicBezTo>
                    <a:pt x="9731" y="1737"/>
                    <a:pt x="9207" y="2033"/>
                    <a:pt x="8735" y="2402"/>
                  </a:cubicBezTo>
                  <a:cubicBezTo>
                    <a:pt x="8440" y="2423"/>
                    <a:pt x="8152" y="2490"/>
                    <a:pt x="7874" y="2595"/>
                  </a:cubicBezTo>
                  <a:cubicBezTo>
                    <a:pt x="7554" y="2708"/>
                    <a:pt x="7248" y="2848"/>
                    <a:pt x="6956" y="3017"/>
                  </a:cubicBezTo>
                  <a:cubicBezTo>
                    <a:pt x="6664" y="2848"/>
                    <a:pt x="6355" y="2708"/>
                    <a:pt x="6038" y="2595"/>
                  </a:cubicBezTo>
                  <a:cubicBezTo>
                    <a:pt x="5761" y="2490"/>
                    <a:pt x="5472" y="2426"/>
                    <a:pt x="5177" y="2402"/>
                  </a:cubicBezTo>
                  <a:cubicBezTo>
                    <a:pt x="4706" y="2036"/>
                    <a:pt x="4182" y="1741"/>
                    <a:pt x="3626" y="1530"/>
                  </a:cubicBezTo>
                  <a:cubicBezTo>
                    <a:pt x="3876" y="1428"/>
                    <a:pt x="4132" y="1340"/>
                    <a:pt x="4396" y="1273"/>
                  </a:cubicBezTo>
                  <a:cubicBezTo>
                    <a:pt x="4547" y="1231"/>
                    <a:pt x="4597" y="1041"/>
                    <a:pt x="4488" y="932"/>
                  </a:cubicBezTo>
                  <a:lnTo>
                    <a:pt x="4256" y="700"/>
                  </a:lnTo>
                  <a:cubicBezTo>
                    <a:pt x="4699" y="510"/>
                    <a:pt x="5173" y="411"/>
                    <a:pt x="5652" y="408"/>
                  </a:cubicBezTo>
                  <a:cubicBezTo>
                    <a:pt x="6116" y="408"/>
                    <a:pt x="6443" y="542"/>
                    <a:pt x="6633" y="654"/>
                  </a:cubicBezTo>
                  <a:cubicBezTo>
                    <a:pt x="6733" y="714"/>
                    <a:pt x="6845" y="744"/>
                    <a:pt x="6958" y="744"/>
                  </a:cubicBezTo>
                  <a:cubicBezTo>
                    <a:pt x="7070" y="744"/>
                    <a:pt x="7183" y="714"/>
                    <a:pt x="7283" y="654"/>
                  </a:cubicBezTo>
                  <a:cubicBezTo>
                    <a:pt x="7473" y="542"/>
                    <a:pt x="7800" y="408"/>
                    <a:pt x="8264" y="408"/>
                  </a:cubicBezTo>
                  <a:close/>
                  <a:moveTo>
                    <a:pt x="11173" y="1712"/>
                  </a:moveTo>
                  <a:cubicBezTo>
                    <a:pt x="11312" y="1712"/>
                    <a:pt x="11448" y="1762"/>
                    <a:pt x="11556" y="1853"/>
                  </a:cubicBezTo>
                  <a:cubicBezTo>
                    <a:pt x="11482" y="1853"/>
                    <a:pt x="11408" y="1857"/>
                    <a:pt x="11338" y="1871"/>
                  </a:cubicBezTo>
                  <a:cubicBezTo>
                    <a:pt x="11158" y="1895"/>
                    <a:pt x="10926" y="1990"/>
                    <a:pt x="10680" y="2127"/>
                  </a:cubicBezTo>
                  <a:cubicBezTo>
                    <a:pt x="10502" y="2251"/>
                    <a:pt x="10611" y="2502"/>
                    <a:pt x="10790" y="2502"/>
                  </a:cubicBezTo>
                  <a:cubicBezTo>
                    <a:pt x="10820" y="2502"/>
                    <a:pt x="10851" y="2495"/>
                    <a:pt x="10884" y="2479"/>
                  </a:cubicBezTo>
                  <a:cubicBezTo>
                    <a:pt x="11081" y="2367"/>
                    <a:pt x="11267" y="2289"/>
                    <a:pt x="11397" y="2272"/>
                  </a:cubicBezTo>
                  <a:cubicBezTo>
                    <a:pt x="11451" y="2264"/>
                    <a:pt x="11497" y="2260"/>
                    <a:pt x="11537" y="2260"/>
                  </a:cubicBezTo>
                  <a:cubicBezTo>
                    <a:pt x="11637" y="2260"/>
                    <a:pt x="11696" y="2282"/>
                    <a:pt x="11721" y="2307"/>
                  </a:cubicBezTo>
                  <a:cubicBezTo>
                    <a:pt x="11746" y="2338"/>
                    <a:pt x="11753" y="2381"/>
                    <a:pt x="11749" y="2419"/>
                  </a:cubicBezTo>
                  <a:cubicBezTo>
                    <a:pt x="11679" y="3000"/>
                    <a:pt x="11415" y="3763"/>
                    <a:pt x="10968" y="4336"/>
                  </a:cubicBezTo>
                  <a:cubicBezTo>
                    <a:pt x="10694" y="3773"/>
                    <a:pt x="10402" y="3362"/>
                    <a:pt x="10128" y="3059"/>
                  </a:cubicBezTo>
                  <a:cubicBezTo>
                    <a:pt x="10163" y="3028"/>
                    <a:pt x="10195" y="2996"/>
                    <a:pt x="10230" y="2964"/>
                  </a:cubicBezTo>
                  <a:cubicBezTo>
                    <a:pt x="10386" y="2819"/>
                    <a:pt x="10253" y="2607"/>
                    <a:pt x="10093" y="2607"/>
                  </a:cubicBezTo>
                  <a:cubicBezTo>
                    <a:pt x="10047" y="2607"/>
                    <a:pt x="9999" y="2624"/>
                    <a:pt x="9956" y="2665"/>
                  </a:cubicBezTo>
                  <a:cubicBezTo>
                    <a:pt x="9913" y="2701"/>
                    <a:pt x="9875" y="2736"/>
                    <a:pt x="9840" y="2774"/>
                  </a:cubicBezTo>
                  <a:cubicBezTo>
                    <a:pt x="9787" y="2732"/>
                    <a:pt x="9741" y="2690"/>
                    <a:pt x="9692" y="2655"/>
                  </a:cubicBezTo>
                  <a:cubicBezTo>
                    <a:pt x="9586" y="2571"/>
                    <a:pt x="9467" y="2507"/>
                    <a:pt x="9337" y="2465"/>
                  </a:cubicBezTo>
                  <a:cubicBezTo>
                    <a:pt x="10139" y="1934"/>
                    <a:pt x="10838" y="1765"/>
                    <a:pt x="11060" y="1723"/>
                  </a:cubicBezTo>
                  <a:cubicBezTo>
                    <a:pt x="11097" y="1716"/>
                    <a:pt x="11135" y="1712"/>
                    <a:pt x="11173" y="1712"/>
                  </a:cubicBezTo>
                  <a:close/>
                  <a:moveTo>
                    <a:pt x="2375" y="2260"/>
                  </a:moveTo>
                  <a:cubicBezTo>
                    <a:pt x="2415" y="2260"/>
                    <a:pt x="2462" y="2264"/>
                    <a:pt x="2515" y="2272"/>
                  </a:cubicBezTo>
                  <a:cubicBezTo>
                    <a:pt x="2736" y="2307"/>
                    <a:pt x="3264" y="2553"/>
                    <a:pt x="3781" y="3063"/>
                  </a:cubicBezTo>
                  <a:cubicBezTo>
                    <a:pt x="3507" y="3365"/>
                    <a:pt x="3218" y="3777"/>
                    <a:pt x="2944" y="4339"/>
                  </a:cubicBezTo>
                  <a:cubicBezTo>
                    <a:pt x="2494" y="3763"/>
                    <a:pt x="2234" y="3000"/>
                    <a:pt x="2163" y="2423"/>
                  </a:cubicBezTo>
                  <a:cubicBezTo>
                    <a:pt x="2156" y="2381"/>
                    <a:pt x="2167" y="2342"/>
                    <a:pt x="2188" y="2307"/>
                  </a:cubicBezTo>
                  <a:cubicBezTo>
                    <a:pt x="2213" y="2282"/>
                    <a:pt x="2274" y="2260"/>
                    <a:pt x="2375" y="2260"/>
                  </a:cubicBezTo>
                  <a:close/>
                  <a:moveTo>
                    <a:pt x="8860" y="2807"/>
                  </a:moveTo>
                  <a:cubicBezTo>
                    <a:pt x="9084" y="2807"/>
                    <a:pt x="9288" y="2856"/>
                    <a:pt x="9446" y="2978"/>
                  </a:cubicBezTo>
                  <a:cubicBezTo>
                    <a:pt x="10518" y="3812"/>
                    <a:pt x="11056" y="5531"/>
                    <a:pt x="11278" y="6484"/>
                  </a:cubicBezTo>
                  <a:cubicBezTo>
                    <a:pt x="11605" y="7870"/>
                    <a:pt x="11647" y="9136"/>
                    <a:pt x="11552" y="9515"/>
                  </a:cubicBezTo>
                  <a:cubicBezTo>
                    <a:pt x="11485" y="9779"/>
                    <a:pt x="11120" y="10191"/>
                    <a:pt x="10617" y="10563"/>
                  </a:cubicBezTo>
                  <a:cubicBezTo>
                    <a:pt x="10121" y="10933"/>
                    <a:pt x="9572" y="11224"/>
                    <a:pt x="8992" y="11435"/>
                  </a:cubicBezTo>
                  <a:cubicBezTo>
                    <a:pt x="9446" y="11122"/>
                    <a:pt x="9717" y="10609"/>
                    <a:pt x="9717" y="10057"/>
                  </a:cubicBezTo>
                  <a:cubicBezTo>
                    <a:pt x="9717" y="9944"/>
                    <a:pt x="9625" y="9853"/>
                    <a:pt x="9513" y="9853"/>
                  </a:cubicBezTo>
                  <a:cubicBezTo>
                    <a:pt x="9400" y="9853"/>
                    <a:pt x="9309" y="9944"/>
                    <a:pt x="9309" y="10057"/>
                  </a:cubicBezTo>
                  <a:cubicBezTo>
                    <a:pt x="9312" y="10746"/>
                    <a:pt x="8753" y="11309"/>
                    <a:pt x="8064" y="11316"/>
                  </a:cubicBezTo>
                  <a:cubicBezTo>
                    <a:pt x="7783" y="11316"/>
                    <a:pt x="7508" y="11217"/>
                    <a:pt x="7290" y="11042"/>
                  </a:cubicBezTo>
                  <a:cubicBezTo>
                    <a:pt x="7194" y="10962"/>
                    <a:pt x="7075" y="10923"/>
                    <a:pt x="6956" y="10923"/>
                  </a:cubicBezTo>
                  <a:cubicBezTo>
                    <a:pt x="6837" y="10923"/>
                    <a:pt x="6719" y="10962"/>
                    <a:pt x="6622" y="11042"/>
                  </a:cubicBezTo>
                  <a:cubicBezTo>
                    <a:pt x="6401" y="11221"/>
                    <a:pt x="6130" y="11316"/>
                    <a:pt x="5848" y="11316"/>
                  </a:cubicBezTo>
                  <a:cubicBezTo>
                    <a:pt x="5159" y="11309"/>
                    <a:pt x="4600" y="10746"/>
                    <a:pt x="4604" y="10057"/>
                  </a:cubicBezTo>
                  <a:cubicBezTo>
                    <a:pt x="4604" y="9922"/>
                    <a:pt x="4502" y="9854"/>
                    <a:pt x="4400" y="9854"/>
                  </a:cubicBezTo>
                  <a:cubicBezTo>
                    <a:pt x="4298" y="9854"/>
                    <a:pt x="4196" y="9922"/>
                    <a:pt x="4196" y="10057"/>
                  </a:cubicBezTo>
                  <a:cubicBezTo>
                    <a:pt x="4196" y="10609"/>
                    <a:pt x="4467" y="11122"/>
                    <a:pt x="4920" y="11435"/>
                  </a:cubicBezTo>
                  <a:cubicBezTo>
                    <a:pt x="4340" y="11224"/>
                    <a:pt x="3795" y="10933"/>
                    <a:pt x="3299" y="10567"/>
                  </a:cubicBezTo>
                  <a:cubicBezTo>
                    <a:pt x="2796" y="10191"/>
                    <a:pt x="2430" y="9779"/>
                    <a:pt x="2364" y="9515"/>
                  </a:cubicBezTo>
                  <a:cubicBezTo>
                    <a:pt x="2269" y="9136"/>
                    <a:pt x="2311" y="7870"/>
                    <a:pt x="2638" y="6484"/>
                  </a:cubicBezTo>
                  <a:cubicBezTo>
                    <a:pt x="2859" y="5531"/>
                    <a:pt x="3398" y="3812"/>
                    <a:pt x="4470" y="2978"/>
                  </a:cubicBezTo>
                  <a:cubicBezTo>
                    <a:pt x="4626" y="2856"/>
                    <a:pt x="4829" y="2807"/>
                    <a:pt x="5052" y="2807"/>
                  </a:cubicBezTo>
                  <a:cubicBezTo>
                    <a:pt x="5643" y="2807"/>
                    <a:pt x="6375" y="3149"/>
                    <a:pt x="6756" y="3369"/>
                  </a:cubicBezTo>
                  <a:lnTo>
                    <a:pt x="6756" y="3689"/>
                  </a:lnTo>
                  <a:cubicBezTo>
                    <a:pt x="6756" y="3801"/>
                    <a:pt x="6844" y="3893"/>
                    <a:pt x="6956" y="3893"/>
                  </a:cubicBezTo>
                  <a:cubicBezTo>
                    <a:pt x="7069" y="3893"/>
                    <a:pt x="7160" y="3801"/>
                    <a:pt x="7160" y="3689"/>
                  </a:cubicBezTo>
                  <a:lnTo>
                    <a:pt x="7160" y="3365"/>
                  </a:lnTo>
                  <a:cubicBezTo>
                    <a:pt x="7540" y="3146"/>
                    <a:pt x="8269" y="2807"/>
                    <a:pt x="8860" y="2807"/>
                  </a:cubicBezTo>
                  <a:close/>
                  <a:moveTo>
                    <a:pt x="6955" y="11333"/>
                  </a:moveTo>
                  <a:cubicBezTo>
                    <a:pt x="6983" y="11333"/>
                    <a:pt x="7012" y="11342"/>
                    <a:pt x="7037" y="11362"/>
                  </a:cubicBezTo>
                  <a:cubicBezTo>
                    <a:pt x="7331" y="11596"/>
                    <a:pt x="7695" y="11721"/>
                    <a:pt x="8065" y="11721"/>
                  </a:cubicBezTo>
                  <a:cubicBezTo>
                    <a:pt x="8200" y="11721"/>
                    <a:pt x="8335" y="11705"/>
                    <a:pt x="8468" y="11671"/>
                  </a:cubicBezTo>
                  <a:lnTo>
                    <a:pt x="8468" y="11671"/>
                  </a:lnTo>
                  <a:cubicBezTo>
                    <a:pt x="8264" y="12121"/>
                    <a:pt x="7814" y="12410"/>
                    <a:pt x="7322" y="12410"/>
                  </a:cubicBezTo>
                  <a:lnTo>
                    <a:pt x="6590" y="12410"/>
                  </a:lnTo>
                  <a:cubicBezTo>
                    <a:pt x="6587" y="12410"/>
                    <a:pt x="6585" y="12410"/>
                    <a:pt x="6582" y="12410"/>
                  </a:cubicBezTo>
                  <a:cubicBezTo>
                    <a:pt x="6089" y="12410"/>
                    <a:pt x="5643" y="12118"/>
                    <a:pt x="5444" y="11671"/>
                  </a:cubicBezTo>
                  <a:lnTo>
                    <a:pt x="5444" y="11671"/>
                  </a:lnTo>
                  <a:cubicBezTo>
                    <a:pt x="5577" y="11705"/>
                    <a:pt x="5712" y="11721"/>
                    <a:pt x="5847" y="11721"/>
                  </a:cubicBezTo>
                  <a:cubicBezTo>
                    <a:pt x="6217" y="11721"/>
                    <a:pt x="6581" y="11596"/>
                    <a:pt x="6875" y="11362"/>
                  </a:cubicBezTo>
                  <a:cubicBezTo>
                    <a:pt x="6898" y="11342"/>
                    <a:pt x="6926" y="11333"/>
                    <a:pt x="6955" y="11333"/>
                  </a:cubicBezTo>
                  <a:close/>
                  <a:moveTo>
                    <a:pt x="12115" y="2718"/>
                  </a:moveTo>
                  <a:cubicBezTo>
                    <a:pt x="12586" y="3186"/>
                    <a:pt x="12955" y="3741"/>
                    <a:pt x="13205" y="4353"/>
                  </a:cubicBezTo>
                  <a:lnTo>
                    <a:pt x="12618" y="4353"/>
                  </a:lnTo>
                  <a:cubicBezTo>
                    <a:pt x="12456" y="4353"/>
                    <a:pt x="12357" y="4529"/>
                    <a:pt x="12445" y="4666"/>
                  </a:cubicBezTo>
                  <a:cubicBezTo>
                    <a:pt x="13272" y="5988"/>
                    <a:pt x="13451" y="7733"/>
                    <a:pt x="13490" y="8408"/>
                  </a:cubicBezTo>
                  <a:lnTo>
                    <a:pt x="13117" y="8285"/>
                  </a:lnTo>
                  <a:cubicBezTo>
                    <a:pt x="13094" y="8277"/>
                    <a:pt x="13072" y="8273"/>
                    <a:pt x="13050" y="8273"/>
                  </a:cubicBezTo>
                  <a:cubicBezTo>
                    <a:pt x="12941" y="8273"/>
                    <a:pt x="12847" y="8361"/>
                    <a:pt x="12850" y="8478"/>
                  </a:cubicBezTo>
                  <a:cubicBezTo>
                    <a:pt x="12850" y="8496"/>
                    <a:pt x="12839" y="10222"/>
                    <a:pt x="12118" y="11457"/>
                  </a:cubicBezTo>
                  <a:lnTo>
                    <a:pt x="11640" y="11137"/>
                  </a:lnTo>
                  <a:cubicBezTo>
                    <a:pt x="11606" y="11114"/>
                    <a:pt x="11567" y="11103"/>
                    <a:pt x="11529" y="11103"/>
                  </a:cubicBezTo>
                  <a:cubicBezTo>
                    <a:pt x="11461" y="11103"/>
                    <a:pt x="11394" y="11138"/>
                    <a:pt x="11355" y="11203"/>
                  </a:cubicBezTo>
                  <a:cubicBezTo>
                    <a:pt x="11348" y="11214"/>
                    <a:pt x="10768" y="12167"/>
                    <a:pt x="9815" y="12789"/>
                  </a:cubicBezTo>
                  <a:lnTo>
                    <a:pt x="9495" y="12469"/>
                  </a:lnTo>
                  <a:cubicBezTo>
                    <a:pt x="9455" y="12430"/>
                    <a:pt x="9403" y="12409"/>
                    <a:pt x="9351" y="12409"/>
                  </a:cubicBezTo>
                  <a:cubicBezTo>
                    <a:pt x="9307" y="12409"/>
                    <a:pt x="9262" y="12424"/>
                    <a:pt x="9224" y="12455"/>
                  </a:cubicBezTo>
                  <a:cubicBezTo>
                    <a:pt x="9214" y="12462"/>
                    <a:pt x="8180" y="13278"/>
                    <a:pt x="6956" y="13496"/>
                  </a:cubicBezTo>
                  <a:cubicBezTo>
                    <a:pt x="5736" y="13282"/>
                    <a:pt x="4699" y="12462"/>
                    <a:pt x="4688" y="12455"/>
                  </a:cubicBezTo>
                  <a:cubicBezTo>
                    <a:pt x="4651" y="12424"/>
                    <a:pt x="4606" y="12409"/>
                    <a:pt x="4561" y="12409"/>
                  </a:cubicBezTo>
                  <a:cubicBezTo>
                    <a:pt x="4509" y="12409"/>
                    <a:pt x="4457" y="12430"/>
                    <a:pt x="4417" y="12469"/>
                  </a:cubicBezTo>
                  <a:lnTo>
                    <a:pt x="4097" y="12789"/>
                  </a:lnTo>
                  <a:cubicBezTo>
                    <a:pt x="3144" y="12167"/>
                    <a:pt x="2564" y="11210"/>
                    <a:pt x="2557" y="11203"/>
                  </a:cubicBezTo>
                  <a:cubicBezTo>
                    <a:pt x="2519" y="11138"/>
                    <a:pt x="2451" y="11103"/>
                    <a:pt x="2383" y="11103"/>
                  </a:cubicBezTo>
                  <a:cubicBezTo>
                    <a:pt x="2345" y="11103"/>
                    <a:pt x="2306" y="11114"/>
                    <a:pt x="2272" y="11137"/>
                  </a:cubicBezTo>
                  <a:lnTo>
                    <a:pt x="1794" y="11457"/>
                  </a:lnTo>
                  <a:cubicBezTo>
                    <a:pt x="1073" y="10222"/>
                    <a:pt x="1063" y="8496"/>
                    <a:pt x="1063" y="8478"/>
                  </a:cubicBezTo>
                  <a:cubicBezTo>
                    <a:pt x="1063" y="8361"/>
                    <a:pt x="970" y="8273"/>
                    <a:pt x="862" y="8273"/>
                  </a:cubicBezTo>
                  <a:cubicBezTo>
                    <a:pt x="840" y="8273"/>
                    <a:pt x="818" y="8277"/>
                    <a:pt x="795" y="8285"/>
                  </a:cubicBezTo>
                  <a:lnTo>
                    <a:pt x="423" y="8408"/>
                  </a:lnTo>
                  <a:cubicBezTo>
                    <a:pt x="461" y="7733"/>
                    <a:pt x="641" y="5992"/>
                    <a:pt x="1467" y="4666"/>
                  </a:cubicBezTo>
                  <a:cubicBezTo>
                    <a:pt x="1551" y="4529"/>
                    <a:pt x="1456" y="4353"/>
                    <a:pt x="1295" y="4353"/>
                  </a:cubicBezTo>
                  <a:lnTo>
                    <a:pt x="707" y="4353"/>
                  </a:lnTo>
                  <a:cubicBezTo>
                    <a:pt x="957" y="3741"/>
                    <a:pt x="1326" y="3186"/>
                    <a:pt x="1798" y="2718"/>
                  </a:cubicBezTo>
                  <a:cubicBezTo>
                    <a:pt x="1924" y="3379"/>
                    <a:pt x="2244" y="4174"/>
                    <a:pt x="2758" y="4751"/>
                  </a:cubicBezTo>
                  <a:cubicBezTo>
                    <a:pt x="2539" y="5282"/>
                    <a:pt x="2367" y="5830"/>
                    <a:pt x="2241" y="6389"/>
                  </a:cubicBezTo>
                  <a:cubicBezTo>
                    <a:pt x="1914" y="7778"/>
                    <a:pt x="1843" y="9122"/>
                    <a:pt x="1970" y="9614"/>
                  </a:cubicBezTo>
                  <a:cubicBezTo>
                    <a:pt x="2058" y="9980"/>
                    <a:pt x="2455" y="10447"/>
                    <a:pt x="3056" y="10894"/>
                  </a:cubicBezTo>
                  <a:cubicBezTo>
                    <a:pt x="3679" y="11355"/>
                    <a:pt x="4375" y="11703"/>
                    <a:pt x="5114" y="11928"/>
                  </a:cubicBezTo>
                  <a:cubicBezTo>
                    <a:pt x="5400" y="12474"/>
                    <a:pt x="5966" y="12817"/>
                    <a:pt x="6581" y="12817"/>
                  </a:cubicBezTo>
                  <a:cubicBezTo>
                    <a:pt x="6584" y="12817"/>
                    <a:pt x="6587" y="12817"/>
                    <a:pt x="6590" y="12817"/>
                  </a:cubicBezTo>
                  <a:lnTo>
                    <a:pt x="7322" y="12817"/>
                  </a:lnTo>
                  <a:cubicBezTo>
                    <a:pt x="7325" y="12817"/>
                    <a:pt x="7328" y="12817"/>
                    <a:pt x="7331" y="12817"/>
                  </a:cubicBezTo>
                  <a:cubicBezTo>
                    <a:pt x="7947" y="12817"/>
                    <a:pt x="8512" y="12474"/>
                    <a:pt x="8799" y="11928"/>
                  </a:cubicBezTo>
                  <a:cubicBezTo>
                    <a:pt x="9537" y="11703"/>
                    <a:pt x="10233" y="11355"/>
                    <a:pt x="10856" y="10894"/>
                  </a:cubicBezTo>
                  <a:cubicBezTo>
                    <a:pt x="11457" y="10447"/>
                    <a:pt x="11855" y="9980"/>
                    <a:pt x="11942" y="9614"/>
                  </a:cubicBezTo>
                  <a:cubicBezTo>
                    <a:pt x="12066" y="9122"/>
                    <a:pt x="11999" y="7778"/>
                    <a:pt x="11672" y="6389"/>
                  </a:cubicBezTo>
                  <a:cubicBezTo>
                    <a:pt x="11545" y="5830"/>
                    <a:pt x="11373" y="5282"/>
                    <a:pt x="11155" y="4751"/>
                  </a:cubicBezTo>
                  <a:cubicBezTo>
                    <a:pt x="11668" y="4174"/>
                    <a:pt x="11988" y="3376"/>
                    <a:pt x="12115" y="2718"/>
                  </a:cubicBezTo>
                  <a:close/>
                  <a:moveTo>
                    <a:pt x="5655" y="0"/>
                  </a:moveTo>
                  <a:cubicBezTo>
                    <a:pt x="5008" y="4"/>
                    <a:pt x="4375" y="162"/>
                    <a:pt x="3805" y="464"/>
                  </a:cubicBezTo>
                  <a:cubicBezTo>
                    <a:pt x="3689" y="527"/>
                    <a:pt x="3668" y="689"/>
                    <a:pt x="3763" y="784"/>
                  </a:cubicBezTo>
                  <a:lnTo>
                    <a:pt x="3953" y="974"/>
                  </a:lnTo>
                  <a:cubicBezTo>
                    <a:pt x="3637" y="1076"/>
                    <a:pt x="3327" y="1199"/>
                    <a:pt x="3032" y="1347"/>
                  </a:cubicBezTo>
                  <a:cubicBezTo>
                    <a:pt x="2990" y="1336"/>
                    <a:pt x="2954" y="1329"/>
                    <a:pt x="2926" y="1326"/>
                  </a:cubicBezTo>
                  <a:cubicBezTo>
                    <a:pt x="2861" y="1312"/>
                    <a:pt x="2796" y="1306"/>
                    <a:pt x="2731" y="1306"/>
                  </a:cubicBezTo>
                  <a:cubicBezTo>
                    <a:pt x="2487" y="1306"/>
                    <a:pt x="2248" y="1398"/>
                    <a:pt x="2065" y="1565"/>
                  </a:cubicBezTo>
                  <a:cubicBezTo>
                    <a:pt x="1882" y="1730"/>
                    <a:pt x="1769" y="1959"/>
                    <a:pt x="1748" y="2205"/>
                  </a:cubicBezTo>
                  <a:cubicBezTo>
                    <a:pt x="546" y="3270"/>
                    <a:pt x="236" y="4459"/>
                    <a:pt x="226" y="4508"/>
                  </a:cubicBezTo>
                  <a:cubicBezTo>
                    <a:pt x="194" y="4638"/>
                    <a:pt x="289" y="4761"/>
                    <a:pt x="423" y="4761"/>
                  </a:cubicBezTo>
                  <a:lnTo>
                    <a:pt x="940" y="4761"/>
                  </a:lnTo>
                  <a:cubicBezTo>
                    <a:pt x="11" y="6488"/>
                    <a:pt x="1" y="8601"/>
                    <a:pt x="1" y="8696"/>
                  </a:cubicBezTo>
                  <a:cubicBezTo>
                    <a:pt x="1" y="8811"/>
                    <a:pt x="98" y="8899"/>
                    <a:pt x="206" y="8899"/>
                  </a:cubicBezTo>
                  <a:cubicBezTo>
                    <a:pt x="226" y="8899"/>
                    <a:pt x="247" y="8896"/>
                    <a:pt x="268" y="8890"/>
                  </a:cubicBezTo>
                  <a:lnTo>
                    <a:pt x="665" y="8756"/>
                  </a:lnTo>
                  <a:cubicBezTo>
                    <a:pt x="700" y="9357"/>
                    <a:pt x="855" y="10799"/>
                    <a:pt x="1562" y="11857"/>
                  </a:cubicBezTo>
                  <a:cubicBezTo>
                    <a:pt x="1600" y="11915"/>
                    <a:pt x="1664" y="11946"/>
                    <a:pt x="1730" y="11946"/>
                  </a:cubicBezTo>
                  <a:cubicBezTo>
                    <a:pt x="1769" y="11946"/>
                    <a:pt x="1808" y="11936"/>
                    <a:pt x="1843" y="11914"/>
                  </a:cubicBezTo>
                  <a:lnTo>
                    <a:pt x="2325" y="11590"/>
                  </a:lnTo>
                  <a:cubicBezTo>
                    <a:pt x="2564" y="11938"/>
                    <a:pt x="3158" y="12705"/>
                    <a:pt x="4020" y="13225"/>
                  </a:cubicBezTo>
                  <a:cubicBezTo>
                    <a:pt x="4053" y="13244"/>
                    <a:pt x="4089" y="13253"/>
                    <a:pt x="4125" y="13253"/>
                  </a:cubicBezTo>
                  <a:cubicBezTo>
                    <a:pt x="4178" y="13253"/>
                    <a:pt x="4230" y="13233"/>
                    <a:pt x="4270" y="13194"/>
                  </a:cubicBezTo>
                  <a:lnTo>
                    <a:pt x="4583" y="12884"/>
                  </a:lnTo>
                  <a:cubicBezTo>
                    <a:pt x="4927" y="13130"/>
                    <a:pt x="5845" y="13721"/>
                    <a:pt x="6917" y="13904"/>
                  </a:cubicBezTo>
                  <a:lnTo>
                    <a:pt x="6995" y="13904"/>
                  </a:lnTo>
                  <a:cubicBezTo>
                    <a:pt x="8067" y="13721"/>
                    <a:pt x="8985" y="13130"/>
                    <a:pt x="9333" y="12884"/>
                  </a:cubicBezTo>
                  <a:lnTo>
                    <a:pt x="9643" y="13194"/>
                  </a:lnTo>
                  <a:cubicBezTo>
                    <a:pt x="9682" y="13233"/>
                    <a:pt x="9734" y="13253"/>
                    <a:pt x="9787" y="13253"/>
                  </a:cubicBezTo>
                  <a:cubicBezTo>
                    <a:pt x="9823" y="13253"/>
                    <a:pt x="9860" y="13244"/>
                    <a:pt x="9892" y="13225"/>
                  </a:cubicBezTo>
                  <a:cubicBezTo>
                    <a:pt x="10754" y="12705"/>
                    <a:pt x="11348" y="11938"/>
                    <a:pt x="11587" y="11590"/>
                  </a:cubicBezTo>
                  <a:lnTo>
                    <a:pt x="12069" y="11914"/>
                  </a:lnTo>
                  <a:cubicBezTo>
                    <a:pt x="12104" y="11936"/>
                    <a:pt x="12143" y="11946"/>
                    <a:pt x="12182" y="11946"/>
                  </a:cubicBezTo>
                  <a:cubicBezTo>
                    <a:pt x="12249" y="11946"/>
                    <a:pt x="12314" y="11915"/>
                    <a:pt x="12354" y="11857"/>
                  </a:cubicBezTo>
                  <a:cubicBezTo>
                    <a:pt x="13057" y="10795"/>
                    <a:pt x="13212" y="9357"/>
                    <a:pt x="13247" y="8756"/>
                  </a:cubicBezTo>
                  <a:lnTo>
                    <a:pt x="13644" y="8890"/>
                  </a:lnTo>
                  <a:cubicBezTo>
                    <a:pt x="13665" y="8896"/>
                    <a:pt x="13686" y="8899"/>
                    <a:pt x="13707" y="8899"/>
                  </a:cubicBezTo>
                  <a:cubicBezTo>
                    <a:pt x="13815" y="8899"/>
                    <a:pt x="13912" y="8811"/>
                    <a:pt x="13912" y="8696"/>
                  </a:cubicBezTo>
                  <a:cubicBezTo>
                    <a:pt x="13908" y="8601"/>
                    <a:pt x="13898" y="6488"/>
                    <a:pt x="12969" y="4761"/>
                  </a:cubicBezTo>
                  <a:lnTo>
                    <a:pt x="13486" y="4761"/>
                  </a:lnTo>
                  <a:cubicBezTo>
                    <a:pt x="13620" y="4761"/>
                    <a:pt x="13718" y="4638"/>
                    <a:pt x="13687" y="4508"/>
                  </a:cubicBezTo>
                  <a:cubicBezTo>
                    <a:pt x="13673" y="4459"/>
                    <a:pt x="13363" y="3267"/>
                    <a:pt x="12164" y="2205"/>
                  </a:cubicBezTo>
                  <a:cubicBezTo>
                    <a:pt x="12143" y="1959"/>
                    <a:pt x="12027" y="1730"/>
                    <a:pt x="11844" y="1565"/>
                  </a:cubicBezTo>
                  <a:cubicBezTo>
                    <a:pt x="11661" y="1398"/>
                    <a:pt x="11422" y="1306"/>
                    <a:pt x="11177" y="1306"/>
                  </a:cubicBezTo>
                  <a:cubicBezTo>
                    <a:pt x="11113" y="1306"/>
                    <a:pt x="11047" y="1312"/>
                    <a:pt x="10982" y="1326"/>
                  </a:cubicBezTo>
                  <a:cubicBezTo>
                    <a:pt x="10954" y="1329"/>
                    <a:pt x="10919" y="1336"/>
                    <a:pt x="10880" y="1347"/>
                  </a:cubicBezTo>
                  <a:cubicBezTo>
                    <a:pt x="10582" y="1199"/>
                    <a:pt x="10272" y="1076"/>
                    <a:pt x="9956" y="974"/>
                  </a:cubicBezTo>
                  <a:lnTo>
                    <a:pt x="10149" y="784"/>
                  </a:lnTo>
                  <a:cubicBezTo>
                    <a:pt x="10244" y="689"/>
                    <a:pt x="10219" y="527"/>
                    <a:pt x="10103" y="461"/>
                  </a:cubicBezTo>
                  <a:cubicBezTo>
                    <a:pt x="9537" y="165"/>
                    <a:pt x="8904" y="4"/>
                    <a:pt x="8261" y="0"/>
                  </a:cubicBezTo>
                  <a:cubicBezTo>
                    <a:pt x="7705" y="0"/>
                    <a:pt x="7308" y="165"/>
                    <a:pt x="7076" y="302"/>
                  </a:cubicBezTo>
                  <a:cubicBezTo>
                    <a:pt x="7039" y="325"/>
                    <a:pt x="6998" y="337"/>
                    <a:pt x="6958" y="337"/>
                  </a:cubicBezTo>
                  <a:cubicBezTo>
                    <a:pt x="6917" y="337"/>
                    <a:pt x="6877" y="325"/>
                    <a:pt x="6840" y="302"/>
                  </a:cubicBezTo>
                  <a:cubicBezTo>
                    <a:pt x="6604" y="165"/>
                    <a:pt x="6207"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3" name="Google Shape;21173;p90"/>
            <p:cNvSpPr/>
            <p:nvPr/>
          </p:nvSpPr>
          <p:spPr>
            <a:xfrm>
              <a:off x="2680659" y="1614101"/>
              <a:ext cx="10721" cy="39266"/>
            </a:xfrm>
            <a:custGeom>
              <a:rect b="b" l="l" r="r" t="t"/>
              <a:pathLst>
                <a:path extrusionOk="0" h="1498" w="409">
                  <a:moveTo>
                    <a:pt x="204" y="0"/>
                  </a:moveTo>
                  <a:cubicBezTo>
                    <a:pt x="102" y="0"/>
                    <a:pt x="0" y="68"/>
                    <a:pt x="0" y="203"/>
                  </a:cubicBezTo>
                  <a:lnTo>
                    <a:pt x="0" y="1293"/>
                  </a:lnTo>
                  <a:cubicBezTo>
                    <a:pt x="0" y="1406"/>
                    <a:pt x="92" y="1497"/>
                    <a:pt x="204" y="1497"/>
                  </a:cubicBezTo>
                  <a:cubicBezTo>
                    <a:pt x="317" y="1497"/>
                    <a:pt x="408" y="1406"/>
                    <a:pt x="408" y="1293"/>
                  </a:cubicBezTo>
                  <a:lnTo>
                    <a:pt x="408" y="203"/>
                  </a:lnTo>
                  <a:cubicBezTo>
                    <a:pt x="408" y="68"/>
                    <a:pt x="306" y="0"/>
                    <a:pt x="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4" name="Google Shape;21174;p90"/>
          <p:cNvGrpSpPr/>
          <p:nvPr/>
        </p:nvGrpSpPr>
        <p:grpSpPr>
          <a:xfrm>
            <a:off x="1950982" y="1499971"/>
            <a:ext cx="376674" cy="364563"/>
            <a:chOff x="1950982" y="1499971"/>
            <a:chExt cx="376674" cy="364563"/>
          </a:xfrm>
        </p:grpSpPr>
        <p:sp>
          <p:nvSpPr>
            <p:cNvPr id="21175" name="Google Shape;21175;p90"/>
            <p:cNvSpPr/>
            <p:nvPr/>
          </p:nvSpPr>
          <p:spPr>
            <a:xfrm>
              <a:off x="2190931" y="1505293"/>
              <a:ext cx="108992" cy="108441"/>
            </a:xfrm>
            <a:custGeom>
              <a:rect b="b" l="l" r="r" t="t"/>
              <a:pathLst>
                <a:path extrusionOk="0" h="4137" w="4158">
                  <a:moveTo>
                    <a:pt x="3164" y="0"/>
                  </a:moveTo>
                  <a:cubicBezTo>
                    <a:pt x="3083" y="0"/>
                    <a:pt x="2999" y="11"/>
                    <a:pt x="2915" y="33"/>
                  </a:cubicBezTo>
                  <a:cubicBezTo>
                    <a:pt x="2244" y="201"/>
                    <a:pt x="1090" y="655"/>
                    <a:pt x="0" y="1742"/>
                  </a:cubicBezTo>
                  <a:lnTo>
                    <a:pt x="2831" y="4136"/>
                  </a:lnTo>
                  <a:cubicBezTo>
                    <a:pt x="3703" y="3268"/>
                    <a:pt x="4108" y="1822"/>
                    <a:pt x="4139" y="1010"/>
                  </a:cubicBezTo>
                  <a:cubicBezTo>
                    <a:pt x="4157" y="446"/>
                    <a:pt x="3699" y="0"/>
                    <a:pt x="316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6" name="Google Shape;21176;p90"/>
            <p:cNvSpPr/>
            <p:nvPr/>
          </p:nvSpPr>
          <p:spPr>
            <a:xfrm>
              <a:off x="2216908" y="1522435"/>
              <a:ext cx="81809" cy="80682"/>
            </a:xfrm>
            <a:custGeom>
              <a:rect b="b" l="l" r="r" t="t"/>
              <a:pathLst>
                <a:path extrusionOk="0" h="3078" w="3121">
                  <a:moveTo>
                    <a:pt x="2361" y="0"/>
                  </a:moveTo>
                  <a:cubicBezTo>
                    <a:pt x="2257" y="0"/>
                    <a:pt x="2151" y="22"/>
                    <a:pt x="2048" y="68"/>
                  </a:cubicBezTo>
                  <a:cubicBezTo>
                    <a:pt x="1541" y="286"/>
                    <a:pt x="708" y="789"/>
                    <a:pt x="1" y="1777"/>
                  </a:cubicBezTo>
                  <a:lnTo>
                    <a:pt x="2185" y="3078"/>
                  </a:lnTo>
                  <a:cubicBezTo>
                    <a:pt x="2737" y="2325"/>
                    <a:pt x="3032" y="1351"/>
                    <a:pt x="3120" y="655"/>
                  </a:cubicBezTo>
                  <a:cubicBezTo>
                    <a:pt x="3060" y="264"/>
                    <a:pt x="2725" y="0"/>
                    <a:pt x="2361"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7" name="Google Shape;21177;p90"/>
            <p:cNvSpPr/>
            <p:nvPr/>
          </p:nvSpPr>
          <p:spPr>
            <a:xfrm>
              <a:off x="1979003" y="1505293"/>
              <a:ext cx="108992" cy="108441"/>
            </a:xfrm>
            <a:custGeom>
              <a:rect b="b" l="l" r="r" t="t"/>
              <a:pathLst>
                <a:path extrusionOk="0" h="4137" w="4158">
                  <a:moveTo>
                    <a:pt x="994" y="0"/>
                  </a:moveTo>
                  <a:cubicBezTo>
                    <a:pt x="459" y="0"/>
                    <a:pt x="1" y="446"/>
                    <a:pt x="22" y="1010"/>
                  </a:cubicBezTo>
                  <a:cubicBezTo>
                    <a:pt x="54" y="1822"/>
                    <a:pt x="455" y="3268"/>
                    <a:pt x="1327" y="4136"/>
                  </a:cubicBezTo>
                  <a:lnTo>
                    <a:pt x="4157" y="1742"/>
                  </a:lnTo>
                  <a:cubicBezTo>
                    <a:pt x="3067" y="655"/>
                    <a:pt x="1917" y="201"/>
                    <a:pt x="1242" y="33"/>
                  </a:cubicBezTo>
                  <a:cubicBezTo>
                    <a:pt x="1159" y="11"/>
                    <a:pt x="1075" y="0"/>
                    <a:pt x="99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8" name="Google Shape;21178;p90"/>
            <p:cNvSpPr/>
            <p:nvPr/>
          </p:nvSpPr>
          <p:spPr>
            <a:xfrm>
              <a:off x="1980209" y="1522435"/>
              <a:ext cx="81783" cy="80682"/>
            </a:xfrm>
            <a:custGeom>
              <a:rect b="b" l="l" r="r" t="t"/>
              <a:pathLst>
                <a:path extrusionOk="0" h="3078" w="3120">
                  <a:moveTo>
                    <a:pt x="760" y="0"/>
                  </a:moveTo>
                  <a:cubicBezTo>
                    <a:pt x="396" y="0"/>
                    <a:pt x="61" y="264"/>
                    <a:pt x="1" y="655"/>
                  </a:cubicBezTo>
                  <a:cubicBezTo>
                    <a:pt x="89" y="1351"/>
                    <a:pt x="384" y="2325"/>
                    <a:pt x="936" y="3078"/>
                  </a:cubicBezTo>
                  <a:lnTo>
                    <a:pt x="3120" y="1777"/>
                  </a:lnTo>
                  <a:cubicBezTo>
                    <a:pt x="2413" y="789"/>
                    <a:pt x="1580" y="286"/>
                    <a:pt x="1073" y="68"/>
                  </a:cubicBezTo>
                  <a:cubicBezTo>
                    <a:pt x="970" y="22"/>
                    <a:pt x="864" y="0"/>
                    <a:pt x="760"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9" name="Google Shape;21179;p90"/>
            <p:cNvSpPr/>
            <p:nvPr/>
          </p:nvSpPr>
          <p:spPr>
            <a:xfrm>
              <a:off x="1950982" y="1533890"/>
              <a:ext cx="376674" cy="313868"/>
            </a:xfrm>
            <a:custGeom>
              <a:rect b="b" l="l" r="r" t="t"/>
              <a:pathLst>
                <a:path extrusionOk="0" h="11974" w="14370">
                  <a:moveTo>
                    <a:pt x="7185" y="0"/>
                  </a:moveTo>
                  <a:cubicBezTo>
                    <a:pt x="1" y="0"/>
                    <a:pt x="870" y="8271"/>
                    <a:pt x="870" y="8271"/>
                  </a:cubicBezTo>
                  <a:lnTo>
                    <a:pt x="1696" y="7968"/>
                  </a:lnTo>
                  <a:cubicBezTo>
                    <a:pt x="1759" y="9044"/>
                    <a:pt x="1995" y="10103"/>
                    <a:pt x="2396" y="11101"/>
                  </a:cubicBezTo>
                  <a:lnTo>
                    <a:pt x="3022" y="10367"/>
                  </a:lnTo>
                  <a:cubicBezTo>
                    <a:pt x="3482" y="11239"/>
                    <a:pt x="4354" y="11974"/>
                    <a:pt x="4354" y="11974"/>
                  </a:cubicBezTo>
                  <a:lnTo>
                    <a:pt x="5008" y="11101"/>
                  </a:lnTo>
                  <a:lnTo>
                    <a:pt x="9362" y="11101"/>
                  </a:lnTo>
                  <a:lnTo>
                    <a:pt x="10016" y="11974"/>
                  </a:lnTo>
                  <a:cubicBezTo>
                    <a:pt x="10016" y="11974"/>
                    <a:pt x="10884" y="11239"/>
                    <a:pt x="11349" y="10367"/>
                  </a:cubicBezTo>
                  <a:lnTo>
                    <a:pt x="11974" y="11101"/>
                  </a:lnTo>
                  <a:cubicBezTo>
                    <a:pt x="12372" y="10099"/>
                    <a:pt x="12607" y="9044"/>
                    <a:pt x="12674" y="7968"/>
                  </a:cubicBezTo>
                  <a:lnTo>
                    <a:pt x="13497" y="8271"/>
                  </a:lnTo>
                  <a:cubicBezTo>
                    <a:pt x="13497" y="8271"/>
                    <a:pt x="14369" y="0"/>
                    <a:pt x="718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0" name="Google Shape;21180;p90"/>
            <p:cNvSpPr/>
            <p:nvPr/>
          </p:nvSpPr>
          <p:spPr>
            <a:xfrm>
              <a:off x="1956329" y="1543274"/>
              <a:ext cx="182256" cy="304484"/>
            </a:xfrm>
            <a:custGeom>
              <a:rect b="b" l="l" r="r" t="t"/>
              <a:pathLst>
                <a:path extrusionOk="0" h="11616" w="6953">
                  <a:moveTo>
                    <a:pt x="4636" y="1"/>
                  </a:moveTo>
                  <a:lnTo>
                    <a:pt x="4636" y="1"/>
                  </a:lnTo>
                  <a:cubicBezTo>
                    <a:pt x="1" y="1594"/>
                    <a:pt x="666" y="7913"/>
                    <a:pt x="666" y="7913"/>
                  </a:cubicBezTo>
                  <a:lnTo>
                    <a:pt x="1492" y="7610"/>
                  </a:lnTo>
                  <a:cubicBezTo>
                    <a:pt x="1555" y="8686"/>
                    <a:pt x="1791" y="9741"/>
                    <a:pt x="2192" y="10743"/>
                  </a:cubicBezTo>
                  <a:lnTo>
                    <a:pt x="2818" y="10009"/>
                  </a:lnTo>
                  <a:cubicBezTo>
                    <a:pt x="3278" y="10881"/>
                    <a:pt x="4150" y="11616"/>
                    <a:pt x="4150" y="11616"/>
                  </a:cubicBezTo>
                  <a:lnTo>
                    <a:pt x="4804" y="10743"/>
                  </a:lnTo>
                  <a:lnTo>
                    <a:pt x="6953" y="10743"/>
                  </a:lnTo>
                  <a:cubicBezTo>
                    <a:pt x="4425" y="9801"/>
                    <a:pt x="2628" y="7427"/>
                    <a:pt x="2628" y="4649"/>
                  </a:cubicBezTo>
                  <a:cubicBezTo>
                    <a:pt x="2628" y="2831"/>
                    <a:pt x="3394" y="1186"/>
                    <a:pt x="4636"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1" name="Google Shape;21181;p90"/>
            <p:cNvSpPr/>
            <p:nvPr/>
          </p:nvSpPr>
          <p:spPr>
            <a:xfrm>
              <a:off x="2204850" y="1834653"/>
              <a:ext cx="22228" cy="13106"/>
            </a:xfrm>
            <a:custGeom>
              <a:rect b="b" l="l" r="r" t="t"/>
              <a:pathLst>
                <a:path extrusionOk="0" h="500" w="848">
                  <a:moveTo>
                    <a:pt x="848" y="0"/>
                  </a:moveTo>
                  <a:lnTo>
                    <a:pt x="848" y="0"/>
                  </a:lnTo>
                  <a:cubicBezTo>
                    <a:pt x="566" y="35"/>
                    <a:pt x="285" y="56"/>
                    <a:pt x="0" y="60"/>
                  </a:cubicBezTo>
                  <a:lnTo>
                    <a:pt x="331" y="500"/>
                  </a:lnTo>
                  <a:cubicBezTo>
                    <a:pt x="510" y="341"/>
                    <a:pt x="682" y="176"/>
                    <a:pt x="848"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2" name="Google Shape;21182;p90"/>
            <p:cNvSpPr/>
            <p:nvPr/>
          </p:nvSpPr>
          <p:spPr>
            <a:xfrm>
              <a:off x="1967129" y="1637954"/>
              <a:ext cx="115152" cy="209805"/>
            </a:xfrm>
            <a:custGeom>
              <a:rect b="b" l="l" r="r" t="t"/>
              <a:pathLst>
                <a:path extrusionOk="0" h="8004" w="4393">
                  <a:moveTo>
                    <a:pt x="778" y="0"/>
                  </a:moveTo>
                  <a:lnTo>
                    <a:pt x="778" y="0"/>
                  </a:lnTo>
                  <a:cubicBezTo>
                    <a:pt x="29" y="2121"/>
                    <a:pt x="254" y="4301"/>
                    <a:pt x="254" y="4301"/>
                  </a:cubicBezTo>
                  <a:lnTo>
                    <a:pt x="1080" y="3998"/>
                  </a:lnTo>
                  <a:cubicBezTo>
                    <a:pt x="1143" y="5074"/>
                    <a:pt x="1379" y="6133"/>
                    <a:pt x="1780" y="7131"/>
                  </a:cubicBezTo>
                  <a:lnTo>
                    <a:pt x="2406" y="6397"/>
                  </a:lnTo>
                  <a:cubicBezTo>
                    <a:pt x="2866" y="7269"/>
                    <a:pt x="3738" y="8004"/>
                    <a:pt x="3738" y="8004"/>
                  </a:cubicBezTo>
                  <a:lnTo>
                    <a:pt x="4392" y="7131"/>
                  </a:lnTo>
                  <a:cubicBezTo>
                    <a:pt x="3003" y="5946"/>
                    <a:pt x="0" y="3675"/>
                    <a:pt x="77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3" name="Google Shape;21183;p90"/>
            <p:cNvSpPr/>
            <p:nvPr/>
          </p:nvSpPr>
          <p:spPr>
            <a:xfrm>
              <a:off x="2196357" y="1637954"/>
              <a:ext cx="115152" cy="209805"/>
            </a:xfrm>
            <a:custGeom>
              <a:rect b="b" l="l" r="r" t="t"/>
              <a:pathLst>
                <a:path extrusionOk="0" h="8004" w="4393">
                  <a:moveTo>
                    <a:pt x="3619" y="0"/>
                  </a:moveTo>
                  <a:lnTo>
                    <a:pt x="3619" y="0"/>
                  </a:lnTo>
                  <a:cubicBezTo>
                    <a:pt x="4393" y="3675"/>
                    <a:pt x="1386" y="5946"/>
                    <a:pt x="1" y="7131"/>
                  </a:cubicBezTo>
                  <a:lnTo>
                    <a:pt x="655" y="8004"/>
                  </a:lnTo>
                  <a:cubicBezTo>
                    <a:pt x="655" y="8004"/>
                    <a:pt x="1527" y="7269"/>
                    <a:pt x="1991" y="6397"/>
                  </a:cubicBezTo>
                  <a:lnTo>
                    <a:pt x="2617" y="7131"/>
                  </a:lnTo>
                  <a:cubicBezTo>
                    <a:pt x="3014" y="6133"/>
                    <a:pt x="3250" y="5074"/>
                    <a:pt x="3313" y="3998"/>
                  </a:cubicBezTo>
                  <a:lnTo>
                    <a:pt x="4140" y="4301"/>
                  </a:lnTo>
                  <a:cubicBezTo>
                    <a:pt x="4140" y="4301"/>
                    <a:pt x="4365" y="2121"/>
                    <a:pt x="3619"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4" name="Google Shape;21184;p90"/>
            <p:cNvSpPr/>
            <p:nvPr/>
          </p:nvSpPr>
          <p:spPr>
            <a:xfrm>
              <a:off x="2082804" y="1807732"/>
              <a:ext cx="112950" cy="51455"/>
            </a:xfrm>
            <a:custGeom>
              <a:rect b="b" l="l" r="r" t="t"/>
              <a:pathLst>
                <a:path extrusionOk="0" h="1963" w="4309">
                  <a:moveTo>
                    <a:pt x="2156" y="0"/>
                  </a:moveTo>
                  <a:lnTo>
                    <a:pt x="1" y="503"/>
                  </a:lnTo>
                  <a:cubicBezTo>
                    <a:pt x="141" y="1344"/>
                    <a:pt x="866" y="1963"/>
                    <a:pt x="1720" y="1963"/>
                  </a:cubicBezTo>
                  <a:lnTo>
                    <a:pt x="2592" y="1963"/>
                  </a:lnTo>
                  <a:cubicBezTo>
                    <a:pt x="3440" y="1963"/>
                    <a:pt x="4168" y="1347"/>
                    <a:pt x="4308" y="510"/>
                  </a:cubicBezTo>
                  <a:lnTo>
                    <a:pt x="2156"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5" name="Google Shape;21185;p90"/>
            <p:cNvSpPr/>
            <p:nvPr/>
          </p:nvSpPr>
          <p:spPr>
            <a:xfrm>
              <a:off x="2047968" y="1665136"/>
              <a:ext cx="40026" cy="51376"/>
            </a:xfrm>
            <a:custGeom>
              <a:rect b="b" l="l" r="r" t="t"/>
              <a:pathLst>
                <a:path extrusionOk="0" h="1960" w="1527">
                  <a:moveTo>
                    <a:pt x="763" y="0"/>
                  </a:moveTo>
                  <a:cubicBezTo>
                    <a:pt x="341" y="0"/>
                    <a:pt x="0" y="342"/>
                    <a:pt x="0" y="760"/>
                  </a:cubicBezTo>
                  <a:lnTo>
                    <a:pt x="0" y="1196"/>
                  </a:lnTo>
                  <a:cubicBezTo>
                    <a:pt x="0" y="1618"/>
                    <a:pt x="341" y="1959"/>
                    <a:pt x="763" y="1959"/>
                  </a:cubicBezTo>
                  <a:cubicBezTo>
                    <a:pt x="1182" y="1959"/>
                    <a:pt x="1523" y="1618"/>
                    <a:pt x="1526" y="1196"/>
                  </a:cubicBezTo>
                  <a:lnTo>
                    <a:pt x="1526" y="760"/>
                  </a:lnTo>
                  <a:cubicBezTo>
                    <a:pt x="1523" y="342"/>
                    <a:pt x="1182" y="0"/>
                    <a:pt x="76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6" name="Google Shape;21186;p90"/>
            <p:cNvSpPr/>
            <p:nvPr/>
          </p:nvSpPr>
          <p:spPr>
            <a:xfrm>
              <a:off x="2064927" y="1665136"/>
              <a:ext cx="23250" cy="40315"/>
            </a:xfrm>
            <a:custGeom>
              <a:rect b="b" l="l" r="r" t="t"/>
              <a:pathLst>
                <a:path extrusionOk="0" h="1538" w="887">
                  <a:moveTo>
                    <a:pt x="116" y="0"/>
                  </a:moveTo>
                  <a:cubicBezTo>
                    <a:pt x="78" y="0"/>
                    <a:pt x="43" y="4"/>
                    <a:pt x="7" y="11"/>
                  </a:cubicBezTo>
                  <a:lnTo>
                    <a:pt x="7" y="1087"/>
                  </a:lnTo>
                  <a:cubicBezTo>
                    <a:pt x="0" y="1333"/>
                    <a:pt x="197" y="1537"/>
                    <a:pt x="443" y="1537"/>
                  </a:cubicBezTo>
                  <a:cubicBezTo>
                    <a:pt x="690" y="1537"/>
                    <a:pt x="886" y="1333"/>
                    <a:pt x="876" y="1087"/>
                  </a:cubicBezTo>
                  <a:lnTo>
                    <a:pt x="876" y="760"/>
                  </a:lnTo>
                  <a:cubicBezTo>
                    <a:pt x="876" y="342"/>
                    <a:pt x="535" y="0"/>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7" name="Google Shape;21187;p90"/>
            <p:cNvSpPr/>
            <p:nvPr/>
          </p:nvSpPr>
          <p:spPr>
            <a:xfrm>
              <a:off x="2059397" y="1670851"/>
              <a:ext cx="17169" cy="17091"/>
            </a:xfrm>
            <a:custGeom>
              <a:rect b="b" l="l" r="r" t="t"/>
              <a:pathLst>
                <a:path extrusionOk="0" h="652" w="655">
                  <a:moveTo>
                    <a:pt x="327" y="0"/>
                  </a:moveTo>
                  <a:cubicBezTo>
                    <a:pt x="145" y="0"/>
                    <a:pt x="0" y="145"/>
                    <a:pt x="0" y="324"/>
                  </a:cubicBezTo>
                  <a:cubicBezTo>
                    <a:pt x="0" y="507"/>
                    <a:pt x="145" y="651"/>
                    <a:pt x="327" y="651"/>
                  </a:cubicBezTo>
                  <a:cubicBezTo>
                    <a:pt x="507" y="651"/>
                    <a:pt x="654" y="507"/>
                    <a:pt x="654" y="324"/>
                  </a:cubicBezTo>
                  <a:cubicBezTo>
                    <a:pt x="654" y="145"/>
                    <a:pt x="507" y="0"/>
                    <a:pt x="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8" name="Google Shape;21188;p90"/>
            <p:cNvSpPr/>
            <p:nvPr/>
          </p:nvSpPr>
          <p:spPr>
            <a:xfrm>
              <a:off x="2190643" y="1665136"/>
              <a:ext cx="39948" cy="51376"/>
            </a:xfrm>
            <a:custGeom>
              <a:rect b="b" l="l" r="r" t="t"/>
              <a:pathLst>
                <a:path extrusionOk="0" h="1960" w="1524">
                  <a:moveTo>
                    <a:pt x="764" y="0"/>
                  </a:moveTo>
                  <a:cubicBezTo>
                    <a:pt x="342" y="0"/>
                    <a:pt x="1" y="342"/>
                    <a:pt x="1" y="760"/>
                  </a:cubicBezTo>
                  <a:lnTo>
                    <a:pt x="1" y="1196"/>
                  </a:lnTo>
                  <a:cubicBezTo>
                    <a:pt x="1" y="1618"/>
                    <a:pt x="342" y="1959"/>
                    <a:pt x="764" y="1959"/>
                  </a:cubicBezTo>
                  <a:cubicBezTo>
                    <a:pt x="1182" y="1959"/>
                    <a:pt x="1523" y="1618"/>
                    <a:pt x="1523" y="1196"/>
                  </a:cubicBezTo>
                  <a:lnTo>
                    <a:pt x="1523" y="760"/>
                  </a:lnTo>
                  <a:cubicBezTo>
                    <a:pt x="1523" y="342"/>
                    <a:pt x="1182" y="0"/>
                    <a:pt x="76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9" name="Google Shape;21189;p90"/>
            <p:cNvSpPr/>
            <p:nvPr/>
          </p:nvSpPr>
          <p:spPr>
            <a:xfrm>
              <a:off x="2207523" y="1665136"/>
              <a:ext cx="23250" cy="40315"/>
            </a:xfrm>
            <a:custGeom>
              <a:rect b="b" l="l" r="r" t="t"/>
              <a:pathLst>
                <a:path extrusionOk="0" h="1538" w="887">
                  <a:moveTo>
                    <a:pt x="120" y="0"/>
                  </a:moveTo>
                  <a:cubicBezTo>
                    <a:pt x="81" y="0"/>
                    <a:pt x="46" y="4"/>
                    <a:pt x="11" y="11"/>
                  </a:cubicBezTo>
                  <a:lnTo>
                    <a:pt x="11" y="1087"/>
                  </a:lnTo>
                  <a:cubicBezTo>
                    <a:pt x="0" y="1333"/>
                    <a:pt x="197" y="1537"/>
                    <a:pt x="443" y="1537"/>
                  </a:cubicBezTo>
                  <a:cubicBezTo>
                    <a:pt x="689" y="1537"/>
                    <a:pt x="886" y="1333"/>
                    <a:pt x="879" y="1087"/>
                  </a:cubicBezTo>
                  <a:lnTo>
                    <a:pt x="879" y="760"/>
                  </a:lnTo>
                  <a:cubicBezTo>
                    <a:pt x="879" y="342"/>
                    <a:pt x="538" y="0"/>
                    <a:pt x="12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0" name="Google Shape;21190;p90"/>
            <p:cNvSpPr/>
            <p:nvPr/>
          </p:nvSpPr>
          <p:spPr>
            <a:xfrm>
              <a:off x="2202071" y="1670851"/>
              <a:ext cx="17169" cy="17091"/>
            </a:xfrm>
            <a:custGeom>
              <a:rect b="b" l="l" r="r" t="t"/>
              <a:pathLst>
                <a:path extrusionOk="0" h="652" w="655">
                  <a:moveTo>
                    <a:pt x="328" y="0"/>
                  </a:moveTo>
                  <a:cubicBezTo>
                    <a:pt x="145" y="0"/>
                    <a:pt x="1" y="145"/>
                    <a:pt x="1" y="324"/>
                  </a:cubicBezTo>
                  <a:cubicBezTo>
                    <a:pt x="1" y="507"/>
                    <a:pt x="145" y="651"/>
                    <a:pt x="328" y="651"/>
                  </a:cubicBezTo>
                  <a:cubicBezTo>
                    <a:pt x="507" y="651"/>
                    <a:pt x="655" y="507"/>
                    <a:pt x="655" y="324"/>
                  </a:cubicBezTo>
                  <a:cubicBezTo>
                    <a:pt x="655" y="145"/>
                    <a:pt x="507" y="0"/>
                    <a:pt x="3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1" name="Google Shape;21191;p90"/>
            <p:cNvSpPr/>
            <p:nvPr/>
          </p:nvSpPr>
          <p:spPr>
            <a:xfrm>
              <a:off x="2059397" y="1756382"/>
              <a:ext cx="159844" cy="68519"/>
            </a:xfrm>
            <a:custGeom>
              <a:rect b="b" l="l" r="r" t="t"/>
              <a:pathLst>
                <a:path extrusionOk="0" h="2614" w="6098">
                  <a:moveTo>
                    <a:pt x="1632" y="1"/>
                  </a:moveTo>
                  <a:cubicBezTo>
                    <a:pt x="732" y="1"/>
                    <a:pt x="0" y="588"/>
                    <a:pt x="0" y="1309"/>
                  </a:cubicBezTo>
                  <a:cubicBezTo>
                    <a:pt x="0" y="2030"/>
                    <a:pt x="732" y="2613"/>
                    <a:pt x="1635" y="2613"/>
                  </a:cubicBezTo>
                  <a:cubicBezTo>
                    <a:pt x="2240" y="2613"/>
                    <a:pt x="2768" y="2350"/>
                    <a:pt x="3049" y="1956"/>
                  </a:cubicBezTo>
                  <a:cubicBezTo>
                    <a:pt x="3330" y="2350"/>
                    <a:pt x="3858" y="2613"/>
                    <a:pt x="4466" y="2613"/>
                  </a:cubicBezTo>
                  <a:cubicBezTo>
                    <a:pt x="5366" y="2613"/>
                    <a:pt x="6098" y="2030"/>
                    <a:pt x="6098" y="1309"/>
                  </a:cubicBezTo>
                  <a:cubicBezTo>
                    <a:pt x="6098" y="584"/>
                    <a:pt x="5366" y="1"/>
                    <a:pt x="4463" y="1"/>
                  </a:cubicBezTo>
                  <a:cubicBezTo>
                    <a:pt x="3858" y="1"/>
                    <a:pt x="3330" y="264"/>
                    <a:pt x="3049" y="658"/>
                  </a:cubicBezTo>
                  <a:cubicBezTo>
                    <a:pt x="2768" y="264"/>
                    <a:pt x="2240" y="1"/>
                    <a:pt x="1632"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2" name="Google Shape;21192;p90"/>
            <p:cNvSpPr/>
            <p:nvPr/>
          </p:nvSpPr>
          <p:spPr>
            <a:xfrm>
              <a:off x="2096173" y="1753158"/>
              <a:ext cx="86213" cy="35964"/>
            </a:xfrm>
            <a:custGeom>
              <a:rect b="b" l="l" r="r" t="t"/>
              <a:pathLst>
                <a:path extrusionOk="0" h="1372" w="3289">
                  <a:moveTo>
                    <a:pt x="458" y="1"/>
                  </a:moveTo>
                  <a:cubicBezTo>
                    <a:pt x="141" y="4"/>
                    <a:pt x="0" y="402"/>
                    <a:pt x="247" y="602"/>
                  </a:cubicBezTo>
                  <a:lnTo>
                    <a:pt x="795" y="1063"/>
                  </a:lnTo>
                  <a:cubicBezTo>
                    <a:pt x="1041" y="1268"/>
                    <a:pt x="1343" y="1371"/>
                    <a:pt x="1644" y="1371"/>
                  </a:cubicBezTo>
                  <a:cubicBezTo>
                    <a:pt x="1946" y="1371"/>
                    <a:pt x="2247" y="1268"/>
                    <a:pt x="2494" y="1063"/>
                  </a:cubicBezTo>
                  <a:lnTo>
                    <a:pt x="3046" y="602"/>
                  </a:lnTo>
                  <a:cubicBezTo>
                    <a:pt x="3288" y="402"/>
                    <a:pt x="3144" y="4"/>
                    <a:pt x="2828"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3" name="Google Shape;21193;p90"/>
            <p:cNvSpPr/>
            <p:nvPr/>
          </p:nvSpPr>
          <p:spPr>
            <a:xfrm>
              <a:off x="2096173" y="1753158"/>
              <a:ext cx="46763" cy="35806"/>
            </a:xfrm>
            <a:custGeom>
              <a:rect b="b" l="l" r="r" t="t"/>
              <a:pathLst>
                <a:path extrusionOk="0" h="1366" w="1784">
                  <a:moveTo>
                    <a:pt x="461" y="1"/>
                  </a:moveTo>
                  <a:cubicBezTo>
                    <a:pt x="145" y="1"/>
                    <a:pt x="0" y="402"/>
                    <a:pt x="247" y="602"/>
                  </a:cubicBezTo>
                  <a:lnTo>
                    <a:pt x="795" y="1063"/>
                  </a:lnTo>
                  <a:cubicBezTo>
                    <a:pt x="1032" y="1260"/>
                    <a:pt x="1332" y="1366"/>
                    <a:pt x="1639" y="1366"/>
                  </a:cubicBezTo>
                  <a:cubicBezTo>
                    <a:pt x="1687" y="1366"/>
                    <a:pt x="1735" y="1363"/>
                    <a:pt x="1783" y="1358"/>
                  </a:cubicBezTo>
                  <a:cubicBezTo>
                    <a:pt x="1741" y="1319"/>
                    <a:pt x="1702" y="1277"/>
                    <a:pt x="1667" y="1235"/>
                  </a:cubicBezTo>
                  <a:lnTo>
                    <a:pt x="1115" y="567"/>
                  </a:lnTo>
                  <a:cubicBezTo>
                    <a:pt x="992" y="412"/>
                    <a:pt x="967" y="187"/>
                    <a:pt x="1017"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4" name="Google Shape;21194;p90"/>
            <p:cNvSpPr/>
            <p:nvPr/>
          </p:nvSpPr>
          <p:spPr>
            <a:xfrm>
              <a:off x="2088886" y="1747811"/>
              <a:ext cx="100787" cy="46632"/>
            </a:xfrm>
            <a:custGeom>
              <a:rect b="b" l="l" r="r" t="t"/>
              <a:pathLst>
                <a:path extrusionOk="0" h="1779" w="3845">
                  <a:moveTo>
                    <a:pt x="3117" y="412"/>
                  </a:moveTo>
                  <a:cubicBezTo>
                    <a:pt x="3170" y="412"/>
                    <a:pt x="3219" y="446"/>
                    <a:pt x="3236" y="500"/>
                  </a:cubicBezTo>
                  <a:cubicBezTo>
                    <a:pt x="3257" y="553"/>
                    <a:pt x="3239" y="616"/>
                    <a:pt x="3194" y="651"/>
                  </a:cubicBezTo>
                  <a:lnTo>
                    <a:pt x="3197" y="651"/>
                  </a:lnTo>
                  <a:lnTo>
                    <a:pt x="2645" y="1112"/>
                  </a:lnTo>
                  <a:cubicBezTo>
                    <a:pt x="2437" y="1284"/>
                    <a:pt x="2182" y="1370"/>
                    <a:pt x="1926" y="1370"/>
                  </a:cubicBezTo>
                  <a:cubicBezTo>
                    <a:pt x="1670" y="1370"/>
                    <a:pt x="1414" y="1284"/>
                    <a:pt x="1207" y="1112"/>
                  </a:cubicBezTo>
                  <a:lnTo>
                    <a:pt x="655" y="651"/>
                  </a:lnTo>
                  <a:cubicBezTo>
                    <a:pt x="609" y="616"/>
                    <a:pt x="591" y="553"/>
                    <a:pt x="616" y="500"/>
                  </a:cubicBezTo>
                  <a:cubicBezTo>
                    <a:pt x="633" y="446"/>
                    <a:pt x="678" y="412"/>
                    <a:pt x="734" y="412"/>
                  </a:cubicBezTo>
                  <a:cubicBezTo>
                    <a:pt x="737" y="412"/>
                    <a:pt x="740" y="412"/>
                    <a:pt x="743" y="412"/>
                  </a:cubicBezTo>
                  <a:lnTo>
                    <a:pt x="3109" y="412"/>
                  </a:lnTo>
                  <a:cubicBezTo>
                    <a:pt x="3112" y="412"/>
                    <a:pt x="3114" y="412"/>
                    <a:pt x="3117" y="412"/>
                  </a:cubicBezTo>
                  <a:close/>
                  <a:moveTo>
                    <a:pt x="739" y="1"/>
                  </a:moveTo>
                  <a:cubicBezTo>
                    <a:pt x="229" y="1"/>
                    <a:pt x="1" y="637"/>
                    <a:pt x="391" y="964"/>
                  </a:cubicBezTo>
                  <a:lnTo>
                    <a:pt x="943" y="1425"/>
                  </a:lnTo>
                  <a:cubicBezTo>
                    <a:pt x="1228" y="1660"/>
                    <a:pt x="1576" y="1778"/>
                    <a:pt x="1924" y="1778"/>
                  </a:cubicBezTo>
                  <a:cubicBezTo>
                    <a:pt x="2271" y="1778"/>
                    <a:pt x="2619" y="1660"/>
                    <a:pt x="2902" y="1425"/>
                  </a:cubicBezTo>
                  <a:lnTo>
                    <a:pt x="3454" y="964"/>
                  </a:lnTo>
                  <a:cubicBezTo>
                    <a:pt x="3844" y="637"/>
                    <a:pt x="3616" y="1"/>
                    <a:pt x="31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5" name="Google Shape;21195;p90"/>
            <p:cNvSpPr/>
            <p:nvPr/>
          </p:nvSpPr>
          <p:spPr>
            <a:xfrm>
              <a:off x="1965661" y="1499971"/>
              <a:ext cx="347237" cy="364563"/>
            </a:xfrm>
            <a:custGeom>
              <a:rect b="b" l="l" r="r" t="t"/>
              <a:pathLst>
                <a:path extrusionOk="0" h="13908" w="13247">
                  <a:moveTo>
                    <a:pt x="1506" y="407"/>
                  </a:moveTo>
                  <a:cubicBezTo>
                    <a:pt x="1572" y="407"/>
                    <a:pt x="1637" y="415"/>
                    <a:pt x="1702" y="433"/>
                  </a:cubicBezTo>
                  <a:cubicBezTo>
                    <a:pt x="2462" y="626"/>
                    <a:pt x="3200" y="1009"/>
                    <a:pt x="3900" y="1579"/>
                  </a:cubicBezTo>
                  <a:cubicBezTo>
                    <a:pt x="3689" y="1663"/>
                    <a:pt x="3488" y="1758"/>
                    <a:pt x="3292" y="1871"/>
                  </a:cubicBezTo>
                  <a:cubicBezTo>
                    <a:pt x="2680" y="1178"/>
                    <a:pt x="1895" y="721"/>
                    <a:pt x="1414" y="619"/>
                  </a:cubicBezTo>
                  <a:cubicBezTo>
                    <a:pt x="1322" y="600"/>
                    <a:pt x="1229" y="591"/>
                    <a:pt x="1137" y="591"/>
                  </a:cubicBezTo>
                  <a:cubicBezTo>
                    <a:pt x="1091" y="591"/>
                    <a:pt x="1044" y="593"/>
                    <a:pt x="999" y="598"/>
                  </a:cubicBezTo>
                  <a:lnTo>
                    <a:pt x="1016" y="584"/>
                  </a:lnTo>
                  <a:cubicBezTo>
                    <a:pt x="1155" y="468"/>
                    <a:pt x="1329" y="407"/>
                    <a:pt x="1506" y="407"/>
                  </a:cubicBezTo>
                  <a:close/>
                  <a:moveTo>
                    <a:pt x="1141" y="999"/>
                  </a:moveTo>
                  <a:cubicBezTo>
                    <a:pt x="1199" y="999"/>
                    <a:pt x="1263" y="1006"/>
                    <a:pt x="1329" y="1020"/>
                  </a:cubicBezTo>
                  <a:cubicBezTo>
                    <a:pt x="1899" y="1139"/>
                    <a:pt x="2560" y="1684"/>
                    <a:pt x="2936" y="2085"/>
                  </a:cubicBezTo>
                  <a:cubicBezTo>
                    <a:pt x="2564" y="2335"/>
                    <a:pt x="2223" y="2627"/>
                    <a:pt x="1924" y="2961"/>
                  </a:cubicBezTo>
                  <a:cubicBezTo>
                    <a:pt x="1762" y="3140"/>
                    <a:pt x="1611" y="3334"/>
                    <a:pt x="1474" y="3534"/>
                  </a:cubicBezTo>
                  <a:cubicBezTo>
                    <a:pt x="957" y="2887"/>
                    <a:pt x="788" y="2040"/>
                    <a:pt x="742" y="1371"/>
                  </a:cubicBezTo>
                  <a:cubicBezTo>
                    <a:pt x="742" y="1284"/>
                    <a:pt x="763" y="1157"/>
                    <a:pt x="858" y="1080"/>
                  </a:cubicBezTo>
                  <a:cubicBezTo>
                    <a:pt x="922" y="1027"/>
                    <a:pt x="1021" y="999"/>
                    <a:pt x="1141" y="999"/>
                  </a:cubicBezTo>
                  <a:close/>
                  <a:moveTo>
                    <a:pt x="11743" y="407"/>
                  </a:moveTo>
                  <a:cubicBezTo>
                    <a:pt x="11920" y="407"/>
                    <a:pt x="12093" y="468"/>
                    <a:pt x="12234" y="584"/>
                  </a:cubicBezTo>
                  <a:lnTo>
                    <a:pt x="12251" y="598"/>
                  </a:lnTo>
                  <a:cubicBezTo>
                    <a:pt x="12205" y="593"/>
                    <a:pt x="12158" y="591"/>
                    <a:pt x="12111" y="591"/>
                  </a:cubicBezTo>
                  <a:cubicBezTo>
                    <a:pt x="12018" y="591"/>
                    <a:pt x="11926" y="600"/>
                    <a:pt x="11836" y="619"/>
                  </a:cubicBezTo>
                  <a:cubicBezTo>
                    <a:pt x="11604" y="668"/>
                    <a:pt x="11302" y="802"/>
                    <a:pt x="11000" y="988"/>
                  </a:cubicBezTo>
                  <a:cubicBezTo>
                    <a:pt x="10806" y="1105"/>
                    <a:pt x="10923" y="1367"/>
                    <a:pt x="11102" y="1367"/>
                  </a:cubicBezTo>
                  <a:cubicBezTo>
                    <a:pt x="11137" y="1367"/>
                    <a:pt x="11176" y="1357"/>
                    <a:pt x="11214" y="1333"/>
                  </a:cubicBezTo>
                  <a:cubicBezTo>
                    <a:pt x="11471" y="1174"/>
                    <a:pt x="11734" y="1058"/>
                    <a:pt x="11917" y="1020"/>
                  </a:cubicBezTo>
                  <a:cubicBezTo>
                    <a:pt x="11986" y="1004"/>
                    <a:pt x="12051" y="997"/>
                    <a:pt x="12110" y="997"/>
                  </a:cubicBezTo>
                  <a:cubicBezTo>
                    <a:pt x="12227" y="997"/>
                    <a:pt x="12323" y="1026"/>
                    <a:pt x="12389" y="1080"/>
                  </a:cubicBezTo>
                  <a:cubicBezTo>
                    <a:pt x="12491" y="1160"/>
                    <a:pt x="12505" y="1280"/>
                    <a:pt x="12505" y="1371"/>
                  </a:cubicBezTo>
                  <a:cubicBezTo>
                    <a:pt x="12462" y="2040"/>
                    <a:pt x="12290" y="2887"/>
                    <a:pt x="11773" y="3534"/>
                  </a:cubicBezTo>
                  <a:cubicBezTo>
                    <a:pt x="11636" y="3334"/>
                    <a:pt x="11485" y="3140"/>
                    <a:pt x="11323" y="2961"/>
                  </a:cubicBezTo>
                  <a:cubicBezTo>
                    <a:pt x="11024" y="2627"/>
                    <a:pt x="10683" y="2331"/>
                    <a:pt x="10310" y="2085"/>
                  </a:cubicBezTo>
                  <a:cubicBezTo>
                    <a:pt x="10377" y="2015"/>
                    <a:pt x="10444" y="1945"/>
                    <a:pt x="10514" y="1874"/>
                  </a:cubicBezTo>
                  <a:cubicBezTo>
                    <a:pt x="10666" y="1730"/>
                    <a:pt x="10533" y="1521"/>
                    <a:pt x="10374" y="1521"/>
                  </a:cubicBezTo>
                  <a:cubicBezTo>
                    <a:pt x="10327" y="1521"/>
                    <a:pt x="10278" y="1539"/>
                    <a:pt x="10233" y="1582"/>
                  </a:cubicBezTo>
                  <a:cubicBezTo>
                    <a:pt x="10138" y="1674"/>
                    <a:pt x="10043" y="1769"/>
                    <a:pt x="9955" y="1871"/>
                  </a:cubicBezTo>
                  <a:cubicBezTo>
                    <a:pt x="9758" y="1758"/>
                    <a:pt x="9558" y="1663"/>
                    <a:pt x="9350" y="1579"/>
                  </a:cubicBezTo>
                  <a:cubicBezTo>
                    <a:pt x="10047" y="1013"/>
                    <a:pt x="10785" y="626"/>
                    <a:pt x="11548" y="433"/>
                  </a:cubicBezTo>
                  <a:cubicBezTo>
                    <a:pt x="11613" y="415"/>
                    <a:pt x="11678" y="407"/>
                    <a:pt x="11743" y="407"/>
                  </a:cubicBezTo>
                  <a:close/>
                  <a:moveTo>
                    <a:pt x="6625" y="1494"/>
                  </a:moveTo>
                  <a:cubicBezTo>
                    <a:pt x="8506" y="1494"/>
                    <a:pt x="9983" y="2078"/>
                    <a:pt x="11021" y="3232"/>
                  </a:cubicBezTo>
                  <a:cubicBezTo>
                    <a:pt x="12118" y="4448"/>
                    <a:pt x="12526" y="6094"/>
                    <a:pt x="12677" y="7258"/>
                  </a:cubicBezTo>
                  <a:cubicBezTo>
                    <a:pt x="12761" y="7930"/>
                    <a:pt x="12786" y="8605"/>
                    <a:pt x="12754" y="9280"/>
                  </a:cubicBezTo>
                  <a:lnTo>
                    <a:pt x="12181" y="9069"/>
                  </a:lnTo>
                  <a:cubicBezTo>
                    <a:pt x="12157" y="9060"/>
                    <a:pt x="12133" y="9056"/>
                    <a:pt x="12110" y="9056"/>
                  </a:cubicBezTo>
                  <a:cubicBezTo>
                    <a:pt x="12005" y="9056"/>
                    <a:pt x="11913" y="9140"/>
                    <a:pt x="11907" y="9255"/>
                  </a:cubicBezTo>
                  <a:cubicBezTo>
                    <a:pt x="11851" y="10191"/>
                    <a:pt x="11661" y="11115"/>
                    <a:pt x="11348" y="12002"/>
                  </a:cubicBezTo>
                  <a:lnTo>
                    <a:pt x="10943" y="11527"/>
                  </a:lnTo>
                  <a:cubicBezTo>
                    <a:pt x="10901" y="11479"/>
                    <a:pt x="10844" y="11455"/>
                    <a:pt x="10788" y="11455"/>
                  </a:cubicBezTo>
                  <a:cubicBezTo>
                    <a:pt x="10717" y="11455"/>
                    <a:pt x="10647" y="11493"/>
                    <a:pt x="10609" y="11566"/>
                  </a:cubicBezTo>
                  <a:cubicBezTo>
                    <a:pt x="10286" y="12167"/>
                    <a:pt x="9751" y="12715"/>
                    <a:pt x="9484" y="12965"/>
                  </a:cubicBezTo>
                  <a:lnTo>
                    <a:pt x="8981" y="12293"/>
                  </a:lnTo>
                  <a:cubicBezTo>
                    <a:pt x="9540" y="11935"/>
                    <a:pt x="9878" y="11316"/>
                    <a:pt x="9874" y="10651"/>
                  </a:cubicBezTo>
                  <a:cubicBezTo>
                    <a:pt x="9874" y="10516"/>
                    <a:pt x="9772" y="10448"/>
                    <a:pt x="9670" y="10448"/>
                  </a:cubicBezTo>
                  <a:cubicBezTo>
                    <a:pt x="9568" y="10448"/>
                    <a:pt x="9466" y="10516"/>
                    <a:pt x="9466" y="10651"/>
                  </a:cubicBezTo>
                  <a:cubicBezTo>
                    <a:pt x="9470" y="11499"/>
                    <a:pt x="8791" y="12184"/>
                    <a:pt x="7944" y="12191"/>
                  </a:cubicBezTo>
                  <a:cubicBezTo>
                    <a:pt x="7599" y="12191"/>
                    <a:pt x="7265" y="12075"/>
                    <a:pt x="6998" y="11857"/>
                  </a:cubicBezTo>
                  <a:cubicBezTo>
                    <a:pt x="6889" y="11770"/>
                    <a:pt x="6756" y="11726"/>
                    <a:pt x="6623" y="11726"/>
                  </a:cubicBezTo>
                  <a:cubicBezTo>
                    <a:pt x="6491" y="11726"/>
                    <a:pt x="6358" y="11770"/>
                    <a:pt x="6249" y="11857"/>
                  </a:cubicBezTo>
                  <a:cubicBezTo>
                    <a:pt x="5982" y="12075"/>
                    <a:pt x="5648" y="12191"/>
                    <a:pt x="5303" y="12191"/>
                  </a:cubicBezTo>
                  <a:cubicBezTo>
                    <a:pt x="4459" y="12184"/>
                    <a:pt x="3777" y="11499"/>
                    <a:pt x="3780" y="10651"/>
                  </a:cubicBezTo>
                  <a:cubicBezTo>
                    <a:pt x="3780" y="10516"/>
                    <a:pt x="3678" y="10448"/>
                    <a:pt x="3576" y="10448"/>
                  </a:cubicBezTo>
                  <a:cubicBezTo>
                    <a:pt x="3474" y="10448"/>
                    <a:pt x="3372" y="10516"/>
                    <a:pt x="3372" y="10651"/>
                  </a:cubicBezTo>
                  <a:cubicBezTo>
                    <a:pt x="3372" y="11316"/>
                    <a:pt x="3710" y="11935"/>
                    <a:pt x="4266" y="12293"/>
                  </a:cubicBezTo>
                  <a:lnTo>
                    <a:pt x="3766" y="12969"/>
                  </a:lnTo>
                  <a:cubicBezTo>
                    <a:pt x="3499" y="12715"/>
                    <a:pt x="2961" y="12174"/>
                    <a:pt x="2641" y="11566"/>
                  </a:cubicBezTo>
                  <a:cubicBezTo>
                    <a:pt x="2604" y="11495"/>
                    <a:pt x="2533" y="11459"/>
                    <a:pt x="2462" y="11459"/>
                  </a:cubicBezTo>
                  <a:cubicBezTo>
                    <a:pt x="2405" y="11459"/>
                    <a:pt x="2348" y="11482"/>
                    <a:pt x="2307" y="11530"/>
                  </a:cubicBezTo>
                  <a:lnTo>
                    <a:pt x="1903" y="12005"/>
                  </a:lnTo>
                  <a:cubicBezTo>
                    <a:pt x="1586" y="11119"/>
                    <a:pt x="1400" y="10194"/>
                    <a:pt x="1343" y="9255"/>
                  </a:cubicBezTo>
                  <a:cubicBezTo>
                    <a:pt x="1338" y="9143"/>
                    <a:pt x="1245" y="9059"/>
                    <a:pt x="1140" y="9059"/>
                  </a:cubicBezTo>
                  <a:cubicBezTo>
                    <a:pt x="1117" y="9059"/>
                    <a:pt x="1093" y="9063"/>
                    <a:pt x="1069" y="9072"/>
                  </a:cubicBezTo>
                  <a:lnTo>
                    <a:pt x="496" y="9280"/>
                  </a:lnTo>
                  <a:cubicBezTo>
                    <a:pt x="464" y="8608"/>
                    <a:pt x="492" y="7937"/>
                    <a:pt x="577" y="7268"/>
                  </a:cubicBezTo>
                  <a:cubicBezTo>
                    <a:pt x="724" y="6101"/>
                    <a:pt x="1132" y="4452"/>
                    <a:pt x="2230" y="3232"/>
                  </a:cubicBezTo>
                  <a:cubicBezTo>
                    <a:pt x="3267" y="2082"/>
                    <a:pt x="4747" y="1494"/>
                    <a:pt x="6625" y="1494"/>
                  </a:cubicBezTo>
                  <a:close/>
                  <a:moveTo>
                    <a:pt x="6625" y="12135"/>
                  </a:moveTo>
                  <a:cubicBezTo>
                    <a:pt x="6667" y="12135"/>
                    <a:pt x="6709" y="12149"/>
                    <a:pt x="6745" y="12177"/>
                  </a:cubicBezTo>
                  <a:cubicBezTo>
                    <a:pt x="7090" y="12453"/>
                    <a:pt x="7514" y="12600"/>
                    <a:pt x="7944" y="12600"/>
                  </a:cubicBezTo>
                  <a:cubicBezTo>
                    <a:pt x="8128" y="12600"/>
                    <a:pt x="8312" y="12573"/>
                    <a:pt x="8492" y="12519"/>
                  </a:cubicBezTo>
                  <a:lnTo>
                    <a:pt x="8492" y="12519"/>
                  </a:lnTo>
                  <a:cubicBezTo>
                    <a:pt x="8264" y="13113"/>
                    <a:pt x="7694" y="13500"/>
                    <a:pt x="7061" y="13500"/>
                  </a:cubicBezTo>
                  <a:lnTo>
                    <a:pt x="6189" y="13500"/>
                  </a:lnTo>
                  <a:cubicBezTo>
                    <a:pt x="5553" y="13500"/>
                    <a:pt x="4983" y="13113"/>
                    <a:pt x="4754" y="12519"/>
                  </a:cubicBezTo>
                  <a:lnTo>
                    <a:pt x="4754" y="12519"/>
                  </a:lnTo>
                  <a:cubicBezTo>
                    <a:pt x="4935" y="12573"/>
                    <a:pt x="5121" y="12600"/>
                    <a:pt x="5305" y="12600"/>
                  </a:cubicBezTo>
                  <a:cubicBezTo>
                    <a:pt x="5736" y="12600"/>
                    <a:pt x="6161" y="12453"/>
                    <a:pt x="6506" y="12177"/>
                  </a:cubicBezTo>
                  <a:cubicBezTo>
                    <a:pt x="6541" y="12149"/>
                    <a:pt x="6583" y="12135"/>
                    <a:pt x="6625" y="12135"/>
                  </a:cubicBezTo>
                  <a:close/>
                  <a:moveTo>
                    <a:pt x="1504" y="1"/>
                  </a:moveTo>
                  <a:cubicBezTo>
                    <a:pt x="1237" y="1"/>
                    <a:pt x="973" y="93"/>
                    <a:pt x="760" y="267"/>
                  </a:cubicBezTo>
                  <a:cubicBezTo>
                    <a:pt x="471" y="499"/>
                    <a:pt x="310" y="851"/>
                    <a:pt x="327" y="1224"/>
                  </a:cubicBezTo>
                  <a:cubicBezTo>
                    <a:pt x="355" y="2008"/>
                    <a:pt x="545" y="3094"/>
                    <a:pt x="1245" y="3893"/>
                  </a:cubicBezTo>
                  <a:cubicBezTo>
                    <a:pt x="577" y="5014"/>
                    <a:pt x="292" y="6266"/>
                    <a:pt x="169" y="7219"/>
                  </a:cubicBezTo>
                  <a:cubicBezTo>
                    <a:pt x="0" y="8538"/>
                    <a:pt x="106" y="9544"/>
                    <a:pt x="109" y="9586"/>
                  </a:cubicBezTo>
                  <a:cubicBezTo>
                    <a:pt x="121" y="9695"/>
                    <a:pt x="211" y="9771"/>
                    <a:pt x="311" y="9771"/>
                  </a:cubicBezTo>
                  <a:cubicBezTo>
                    <a:pt x="334" y="9771"/>
                    <a:pt x="357" y="9767"/>
                    <a:pt x="380" y="9758"/>
                  </a:cubicBezTo>
                  <a:lnTo>
                    <a:pt x="950" y="9547"/>
                  </a:lnTo>
                  <a:cubicBezTo>
                    <a:pt x="995" y="10068"/>
                    <a:pt x="1146" y="11246"/>
                    <a:pt x="1646" y="12473"/>
                  </a:cubicBezTo>
                  <a:cubicBezTo>
                    <a:pt x="1681" y="12555"/>
                    <a:pt x="1759" y="12600"/>
                    <a:pt x="1838" y="12600"/>
                  </a:cubicBezTo>
                  <a:cubicBezTo>
                    <a:pt x="1893" y="12600"/>
                    <a:pt x="1950" y="12577"/>
                    <a:pt x="1990" y="12529"/>
                  </a:cubicBezTo>
                  <a:lnTo>
                    <a:pt x="2430" y="12012"/>
                  </a:lnTo>
                  <a:cubicBezTo>
                    <a:pt x="2919" y="12789"/>
                    <a:pt x="3629" y="13394"/>
                    <a:pt x="3664" y="13422"/>
                  </a:cubicBezTo>
                  <a:cubicBezTo>
                    <a:pt x="3702" y="13454"/>
                    <a:pt x="3748" y="13469"/>
                    <a:pt x="3795" y="13469"/>
                  </a:cubicBezTo>
                  <a:cubicBezTo>
                    <a:pt x="3857" y="13469"/>
                    <a:pt x="3919" y="13441"/>
                    <a:pt x="3960" y="13387"/>
                  </a:cubicBezTo>
                  <a:lnTo>
                    <a:pt x="4420" y="12772"/>
                  </a:lnTo>
                  <a:cubicBezTo>
                    <a:pt x="4737" y="13464"/>
                    <a:pt x="5426" y="13908"/>
                    <a:pt x="6186" y="13908"/>
                  </a:cubicBezTo>
                  <a:lnTo>
                    <a:pt x="7058" y="13908"/>
                  </a:lnTo>
                  <a:cubicBezTo>
                    <a:pt x="7817" y="13908"/>
                    <a:pt x="8510" y="13464"/>
                    <a:pt x="8826" y="12772"/>
                  </a:cubicBezTo>
                  <a:lnTo>
                    <a:pt x="9291" y="13387"/>
                  </a:lnTo>
                  <a:cubicBezTo>
                    <a:pt x="9322" y="13433"/>
                    <a:pt x="9375" y="13461"/>
                    <a:pt x="9428" y="13468"/>
                  </a:cubicBezTo>
                  <a:lnTo>
                    <a:pt x="9452" y="13468"/>
                  </a:lnTo>
                  <a:cubicBezTo>
                    <a:pt x="9502" y="13468"/>
                    <a:pt x="9547" y="13450"/>
                    <a:pt x="9582" y="13419"/>
                  </a:cubicBezTo>
                  <a:cubicBezTo>
                    <a:pt x="9618" y="13391"/>
                    <a:pt x="10331" y="12786"/>
                    <a:pt x="10817" y="12009"/>
                  </a:cubicBezTo>
                  <a:lnTo>
                    <a:pt x="11256" y="12526"/>
                  </a:lnTo>
                  <a:cubicBezTo>
                    <a:pt x="11298" y="12574"/>
                    <a:pt x="11355" y="12598"/>
                    <a:pt x="11412" y="12598"/>
                  </a:cubicBezTo>
                  <a:cubicBezTo>
                    <a:pt x="11491" y="12598"/>
                    <a:pt x="11568" y="12553"/>
                    <a:pt x="11601" y="12469"/>
                  </a:cubicBezTo>
                  <a:cubicBezTo>
                    <a:pt x="12104" y="11246"/>
                    <a:pt x="12251" y="10068"/>
                    <a:pt x="12297" y="9544"/>
                  </a:cubicBezTo>
                  <a:lnTo>
                    <a:pt x="12867" y="9755"/>
                  </a:lnTo>
                  <a:cubicBezTo>
                    <a:pt x="12890" y="9763"/>
                    <a:pt x="12913" y="9767"/>
                    <a:pt x="12936" y="9767"/>
                  </a:cubicBezTo>
                  <a:cubicBezTo>
                    <a:pt x="13036" y="9767"/>
                    <a:pt x="13126" y="9692"/>
                    <a:pt x="13138" y="9586"/>
                  </a:cubicBezTo>
                  <a:cubicBezTo>
                    <a:pt x="13145" y="9544"/>
                    <a:pt x="13247" y="8538"/>
                    <a:pt x="13078" y="7219"/>
                  </a:cubicBezTo>
                  <a:cubicBezTo>
                    <a:pt x="12958" y="6266"/>
                    <a:pt x="12670" y="5014"/>
                    <a:pt x="12005" y="3893"/>
                  </a:cubicBezTo>
                  <a:cubicBezTo>
                    <a:pt x="12705" y="3094"/>
                    <a:pt x="12891" y="2008"/>
                    <a:pt x="12923" y="1224"/>
                  </a:cubicBezTo>
                  <a:cubicBezTo>
                    <a:pt x="12937" y="854"/>
                    <a:pt x="12779" y="499"/>
                    <a:pt x="12491" y="267"/>
                  </a:cubicBezTo>
                  <a:cubicBezTo>
                    <a:pt x="12277" y="93"/>
                    <a:pt x="12014" y="1"/>
                    <a:pt x="11744" y="1"/>
                  </a:cubicBezTo>
                  <a:cubicBezTo>
                    <a:pt x="11645" y="1"/>
                    <a:pt x="11545" y="13"/>
                    <a:pt x="11446" y="39"/>
                  </a:cubicBezTo>
                  <a:cubicBezTo>
                    <a:pt x="10560" y="260"/>
                    <a:pt x="9706" y="724"/>
                    <a:pt x="8907" y="1417"/>
                  </a:cubicBezTo>
                  <a:cubicBezTo>
                    <a:pt x="8222" y="1199"/>
                    <a:pt x="7462" y="1090"/>
                    <a:pt x="6625" y="1090"/>
                  </a:cubicBezTo>
                  <a:cubicBezTo>
                    <a:pt x="6612" y="1090"/>
                    <a:pt x="6599" y="1090"/>
                    <a:pt x="6586" y="1090"/>
                  </a:cubicBezTo>
                  <a:cubicBezTo>
                    <a:pt x="5764" y="1090"/>
                    <a:pt x="5018" y="1199"/>
                    <a:pt x="4343" y="1417"/>
                  </a:cubicBezTo>
                  <a:cubicBezTo>
                    <a:pt x="3545" y="724"/>
                    <a:pt x="2690" y="260"/>
                    <a:pt x="1801" y="39"/>
                  </a:cubicBezTo>
                  <a:cubicBezTo>
                    <a:pt x="1703" y="13"/>
                    <a:pt x="1603" y="1"/>
                    <a:pt x="15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6" name="Google Shape;21196;p90"/>
            <p:cNvSpPr/>
            <p:nvPr/>
          </p:nvSpPr>
          <p:spPr>
            <a:xfrm>
              <a:off x="2042621" y="1659684"/>
              <a:ext cx="50616" cy="60865"/>
            </a:xfrm>
            <a:custGeom>
              <a:rect b="b" l="l" r="r" t="t"/>
              <a:pathLst>
                <a:path extrusionOk="0" h="2322" w="1931">
                  <a:moveTo>
                    <a:pt x="967" y="1"/>
                  </a:moveTo>
                  <a:cubicBezTo>
                    <a:pt x="433" y="1"/>
                    <a:pt x="0" y="434"/>
                    <a:pt x="0" y="968"/>
                  </a:cubicBezTo>
                  <a:lnTo>
                    <a:pt x="0" y="1404"/>
                  </a:lnTo>
                  <a:cubicBezTo>
                    <a:pt x="25" y="1917"/>
                    <a:pt x="450" y="2322"/>
                    <a:pt x="964" y="2322"/>
                  </a:cubicBezTo>
                  <a:cubicBezTo>
                    <a:pt x="1481" y="2322"/>
                    <a:pt x="1903" y="1917"/>
                    <a:pt x="1931" y="1404"/>
                  </a:cubicBezTo>
                  <a:lnTo>
                    <a:pt x="1931" y="968"/>
                  </a:lnTo>
                  <a:cubicBezTo>
                    <a:pt x="1931" y="824"/>
                    <a:pt x="1899" y="683"/>
                    <a:pt x="1839" y="553"/>
                  </a:cubicBezTo>
                  <a:cubicBezTo>
                    <a:pt x="1804" y="480"/>
                    <a:pt x="1733" y="438"/>
                    <a:pt x="1658" y="438"/>
                  </a:cubicBezTo>
                  <a:cubicBezTo>
                    <a:pt x="1628" y="438"/>
                    <a:pt x="1598" y="444"/>
                    <a:pt x="1569" y="458"/>
                  </a:cubicBezTo>
                  <a:cubicBezTo>
                    <a:pt x="1467" y="504"/>
                    <a:pt x="1425" y="627"/>
                    <a:pt x="1470" y="729"/>
                  </a:cubicBezTo>
                  <a:cubicBezTo>
                    <a:pt x="1505" y="803"/>
                    <a:pt x="1526" y="884"/>
                    <a:pt x="1526" y="968"/>
                  </a:cubicBezTo>
                  <a:lnTo>
                    <a:pt x="1526" y="1404"/>
                  </a:lnTo>
                  <a:cubicBezTo>
                    <a:pt x="1526" y="1710"/>
                    <a:pt x="1273" y="1960"/>
                    <a:pt x="967" y="1960"/>
                  </a:cubicBezTo>
                  <a:cubicBezTo>
                    <a:pt x="658" y="1960"/>
                    <a:pt x="408" y="1710"/>
                    <a:pt x="408" y="1404"/>
                  </a:cubicBezTo>
                  <a:lnTo>
                    <a:pt x="408" y="968"/>
                  </a:lnTo>
                  <a:cubicBezTo>
                    <a:pt x="408" y="659"/>
                    <a:pt x="658" y="409"/>
                    <a:pt x="967" y="409"/>
                  </a:cubicBezTo>
                  <a:cubicBezTo>
                    <a:pt x="1080" y="409"/>
                    <a:pt x="1171" y="317"/>
                    <a:pt x="1171" y="205"/>
                  </a:cubicBezTo>
                  <a:cubicBezTo>
                    <a:pt x="1171" y="92"/>
                    <a:pt x="1080" y="1"/>
                    <a:pt x="9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7" name="Google Shape;21197;p90"/>
            <p:cNvSpPr/>
            <p:nvPr/>
          </p:nvSpPr>
          <p:spPr>
            <a:xfrm>
              <a:off x="2185295" y="1659789"/>
              <a:ext cx="50643" cy="60761"/>
            </a:xfrm>
            <a:custGeom>
              <a:rect b="b" l="l" r="r" t="t"/>
              <a:pathLst>
                <a:path extrusionOk="0" h="2318" w="1932">
                  <a:moveTo>
                    <a:pt x="968" y="1"/>
                  </a:moveTo>
                  <a:cubicBezTo>
                    <a:pt x="433" y="1"/>
                    <a:pt x="1" y="433"/>
                    <a:pt x="1" y="968"/>
                  </a:cubicBezTo>
                  <a:lnTo>
                    <a:pt x="1" y="1404"/>
                  </a:lnTo>
                  <a:cubicBezTo>
                    <a:pt x="25" y="1917"/>
                    <a:pt x="451" y="2318"/>
                    <a:pt x="964" y="2318"/>
                  </a:cubicBezTo>
                  <a:cubicBezTo>
                    <a:pt x="1481" y="2318"/>
                    <a:pt x="1903" y="1917"/>
                    <a:pt x="1931" y="1404"/>
                  </a:cubicBezTo>
                  <a:lnTo>
                    <a:pt x="1931" y="1400"/>
                  </a:lnTo>
                  <a:lnTo>
                    <a:pt x="1931" y="964"/>
                  </a:lnTo>
                  <a:cubicBezTo>
                    <a:pt x="1931" y="823"/>
                    <a:pt x="1900" y="679"/>
                    <a:pt x="1840" y="553"/>
                  </a:cubicBezTo>
                  <a:cubicBezTo>
                    <a:pt x="1799" y="469"/>
                    <a:pt x="1730" y="434"/>
                    <a:pt x="1661" y="434"/>
                  </a:cubicBezTo>
                  <a:cubicBezTo>
                    <a:pt x="1527" y="434"/>
                    <a:pt x="1394" y="566"/>
                    <a:pt x="1471" y="728"/>
                  </a:cubicBezTo>
                  <a:cubicBezTo>
                    <a:pt x="1506" y="802"/>
                    <a:pt x="1523" y="883"/>
                    <a:pt x="1523" y="968"/>
                  </a:cubicBezTo>
                  <a:lnTo>
                    <a:pt x="1523" y="1400"/>
                  </a:lnTo>
                  <a:cubicBezTo>
                    <a:pt x="1523" y="1709"/>
                    <a:pt x="1274" y="1959"/>
                    <a:pt x="968" y="1959"/>
                  </a:cubicBezTo>
                  <a:cubicBezTo>
                    <a:pt x="658" y="1959"/>
                    <a:pt x="409" y="1709"/>
                    <a:pt x="409" y="1400"/>
                  </a:cubicBezTo>
                  <a:lnTo>
                    <a:pt x="409" y="968"/>
                  </a:lnTo>
                  <a:cubicBezTo>
                    <a:pt x="409" y="658"/>
                    <a:pt x="658" y="408"/>
                    <a:pt x="968" y="408"/>
                  </a:cubicBezTo>
                  <a:cubicBezTo>
                    <a:pt x="1080" y="408"/>
                    <a:pt x="1172" y="317"/>
                    <a:pt x="1172" y="204"/>
                  </a:cubicBezTo>
                  <a:cubicBezTo>
                    <a:pt x="1172" y="92"/>
                    <a:pt x="1080" y="1"/>
                    <a:pt x="9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8" name="Google Shape;21198;p90"/>
            <p:cNvSpPr/>
            <p:nvPr/>
          </p:nvSpPr>
          <p:spPr>
            <a:xfrm>
              <a:off x="2030406" y="1739580"/>
              <a:ext cx="25452" cy="16566"/>
            </a:xfrm>
            <a:custGeom>
              <a:rect b="b" l="l" r="r" t="t"/>
              <a:pathLst>
                <a:path extrusionOk="0" h="632" w="971">
                  <a:moveTo>
                    <a:pt x="295" y="1"/>
                  </a:moveTo>
                  <a:cubicBezTo>
                    <a:pt x="121" y="1"/>
                    <a:pt x="0" y="251"/>
                    <a:pt x="185" y="378"/>
                  </a:cubicBezTo>
                  <a:cubicBezTo>
                    <a:pt x="312" y="462"/>
                    <a:pt x="445" y="540"/>
                    <a:pt x="579" y="607"/>
                  </a:cubicBezTo>
                  <a:cubicBezTo>
                    <a:pt x="614" y="624"/>
                    <a:pt x="647" y="632"/>
                    <a:pt x="678" y="632"/>
                  </a:cubicBezTo>
                  <a:cubicBezTo>
                    <a:pt x="867" y="632"/>
                    <a:pt x="970" y="347"/>
                    <a:pt x="762" y="241"/>
                  </a:cubicBezTo>
                  <a:lnTo>
                    <a:pt x="762" y="241"/>
                  </a:lnTo>
                  <a:lnTo>
                    <a:pt x="762" y="244"/>
                  </a:lnTo>
                  <a:cubicBezTo>
                    <a:pt x="642" y="181"/>
                    <a:pt x="526" y="114"/>
                    <a:pt x="414" y="40"/>
                  </a:cubicBezTo>
                  <a:cubicBezTo>
                    <a:pt x="373" y="13"/>
                    <a:pt x="333" y="1"/>
                    <a:pt x="2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9" name="Google Shape;21199;p90"/>
            <p:cNvSpPr/>
            <p:nvPr/>
          </p:nvSpPr>
          <p:spPr>
            <a:xfrm>
              <a:off x="1995831" y="1693944"/>
              <a:ext cx="31167" cy="39607"/>
            </a:xfrm>
            <a:custGeom>
              <a:rect b="b" l="l" r="r" t="t"/>
              <a:pathLst>
                <a:path extrusionOk="0" h="1511" w="1189">
                  <a:moveTo>
                    <a:pt x="253" y="1"/>
                  </a:moveTo>
                  <a:cubicBezTo>
                    <a:pt x="128" y="1"/>
                    <a:pt x="1" y="111"/>
                    <a:pt x="55" y="269"/>
                  </a:cubicBezTo>
                  <a:cubicBezTo>
                    <a:pt x="213" y="695"/>
                    <a:pt x="449" y="1089"/>
                    <a:pt x="744" y="1437"/>
                  </a:cubicBezTo>
                  <a:cubicBezTo>
                    <a:pt x="789" y="1489"/>
                    <a:pt x="843" y="1510"/>
                    <a:pt x="895" y="1510"/>
                  </a:cubicBezTo>
                  <a:cubicBezTo>
                    <a:pt x="1048" y="1510"/>
                    <a:pt x="1188" y="1325"/>
                    <a:pt x="1057" y="1173"/>
                  </a:cubicBezTo>
                  <a:cubicBezTo>
                    <a:pt x="794" y="867"/>
                    <a:pt x="586" y="516"/>
                    <a:pt x="442" y="143"/>
                  </a:cubicBezTo>
                  <a:cubicBezTo>
                    <a:pt x="408" y="43"/>
                    <a:pt x="331"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0" name="Google Shape;21200;p90"/>
            <p:cNvSpPr/>
            <p:nvPr/>
          </p:nvSpPr>
          <p:spPr>
            <a:xfrm>
              <a:off x="2217065" y="1739580"/>
              <a:ext cx="25452" cy="16566"/>
            </a:xfrm>
            <a:custGeom>
              <a:rect b="b" l="l" r="r" t="t"/>
              <a:pathLst>
                <a:path extrusionOk="0" h="632" w="971">
                  <a:moveTo>
                    <a:pt x="676" y="1"/>
                  </a:moveTo>
                  <a:cubicBezTo>
                    <a:pt x="638" y="1"/>
                    <a:pt x="598" y="13"/>
                    <a:pt x="558" y="40"/>
                  </a:cubicBezTo>
                  <a:cubicBezTo>
                    <a:pt x="445" y="114"/>
                    <a:pt x="329" y="181"/>
                    <a:pt x="209" y="244"/>
                  </a:cubicBezTo>
                  <a:cubicBezTo>
                    <a:pt x="1" y="347"/>
                    <a:pt x="104" y="632"/>
                    <a:pt x="293" y="632"/>
                  </a:cubicBezTo>
                  <a:cubicBezTo>
                    <a:pt x="324" y="632"/>
                    <a:pt x="358" y="624"/>
                    <a:pt x="392" y="607"/>
                  </a:cubicBezTo>
                  <a:cubicBezTo>
                    <a:pt x="526" y="540"/>
                    <a:pt x="660" y="462"/>
                    <a:pt x="786" y="378"/>
                  </a:cubicBezTo>
                  <a:cubicBezTo>
                    <a:pt x="971" y="251"/>
                    <a:pt x="850" y="1"/>
                    <a:pt x="6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1" name="Google Shape;21201;p90"/>
            <p:cNvSpPr/>
            <p:nvPr/>
          </p:nvSpPr>
          <p:spPr>
            <a:xfrm>
              <a:off x="2245951" y="1693996"/>
              <a:ext cx="30642" cy="39502"/>
            </a:xfrm>
            <a:custGeom>
              <a:rect b="b" l="l" r="r" t="t"/>
              <a:pathLst>
                <a:path extrusionOk="0" h="1507" w="1169">
                  <a:moveTo>
                    <a:pt x="939" y="0"/>
                  </a:moveTo>
                  <a:cubicBezTo>
                    <a:pt x="854" y="0"/>
                    <a:pt x="774" y="54"/>
                    <a:pt x="746" y="141"/>
                  </a:cubicBezTo>
                  <a:cubicBezTo>
                    <a:pt x="602" y="517"/>
                    <a:pt x="394" y="865"/>
                    <a:pt x="131" y="1168"/>
                  </a:cubicBezTo>
                  <a:cubicBezTo>
                    <a:pt x="0" y="1322"/>
                    <a:pt x="137" y="1507"/>
                    <a:pt x="289" y="1507"/>
                  </a:cubicBezTo>
                  <a:cubicBezTo>
                    <a:pt x="341" y="1507"/>
                    <a:pt x="395" y="1485"/>
                    <a:pt x="440" y="1431"/>
                  </a:cubicBezTo>
                  <a:cubicBezTo>
                    <a:pt x="739" y="1087"/>
                    <a:pt x="971" y="693"/>
                    <a:pt x="1133" y="271"/>
                  </a:cubicBezTo>
                  <a:cubicBezTo>
                    <a:pt x="1168" y="162"/>
                    <a:pt x="1112" y="46"/>
                    <a:pt x="1003" y="11"/>
                  </a:cubicBezTo>
                  <a:cubicBezTo>
                    <a:pt x="982" y="4"/>
                    <a:pt x="960" y="0"/>
                    <a:pt x="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2" name="Google Shape;21202;p90"/>
            <p:cNvSpPr/>
            <p:nvPr/>
          </p:nvSpPr>
          <p:spPr>
            <a:xfrm>
              <a:off x="2057745" y="1577036"/>
              <a:ext cx="26684" cy="17248"/>
            </a:xfrm>
            <a:custGeom>
              <a:rect b="b" l="l" r="r" t="t"/>
              <a:pathLst>
                <a:path extrusionOk="0" h="658" w="1018">
                  <a:moveTo>
                    <a:pt x="722" y="0"/>
                  </a:moveTo>
                  <a:cubicBezTo>
                    <a:pt x="692" y="0"/>
                    <a:pt x="660" y="8"/>
                    <a:pt x="626" y="24"/>
                  </a:cubicBezTo>
                  <a:cubicBezTo>
                    <a:pt x="471" y="102"/>
                    <a:pt x="317" y="190"/>
                    <a:pt x="172" y="281"/>
                  </a:cubicBezTo>
                  <a:cubicBezTo>
                    <a:pt x="0" y="394"/>
                    <a:pt x="77" y="657"/>
                    <a:pt x="281" y="657"/>
                  </a:cubicBezTo>
                  <a:cubicBezTo>
                    <a:pt x="320" y="657"/>
                    <a:pt x="359" y="647"/>
                    <a:pt x="390" y="626"/>
                  </a:cubicBezTo>
                  <a:cubicBezTo>
                    <a:pt x="524" y="538"/>
                    <a:pt x="665" y="460"/>
                    <a:pt x="809" y="390"/>
                  </a:cubicBezTo>
                  <a:cubicBezTo>
                    <a:pt x="1018" y="284"/>
                    <a:pt x="911" y="0"/>
                    <a:pt x="7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3" name="Google Shape;21203;p90"/>
            <p:cNvSpPr/>
            <p:nvPr/>
          </p:nvSpPr>
          <p:spPr>
            <a:xfrm>
              <a:off x="2091428" y="1591243"/>
              <a:ext cx="95597" cy="18716"/>
            </a:xfrm>
            <a:custGeom>
              <a:rect b="b" l="l" r="r" t="t"/>
              <a:pathLst>
                <a:path extrusionOk="0" h="714" w="3647">
                  <a:moveTo>
                    <a:pt x="1825" y="0"/>
                  </a:moveTo>
                  <a:cubicBezTo>
                    <a:pt x="1279" y="0"/>
                    <a:pt x="733" y="107"/>
                    <a:pt x="220" y="319"/>
                  </a:cubicBezTo>
                  <a:cubicBezTo>
                    <a:pt x="1" y="412"/>
                    <a:pt x="96" y="714"/>
                    <a:pt x="292" y="714"/>
                  </a:cubicBezTo>
                  <a:cubicBezTo>
                    <a:pt x="319" y="714"/>
                    <a:pt x="348" y="708"/>
                    <a:pt x="378" y="696"/>
                  </a:cubicBezTo>
                  <a:cubicBezTo>
                    <a:pt x="844" y="505"/>
                    <a:pt x="1336" y="409"/>
                    <a:pt x="1828" y="409"/>
                  </a:cubicBezTo>
                  <a:cubicBezTo>
                    <a:pt x="2318" y="409"/>
                    <a:pt x="2807" y="504"/>
                    <a:pt x="3269" y="696"/>
                  </a:cubicBezTo>
                  <a:cubicBezTo>
                    <a:pt x="3299" y="708"/>
                    <a:pt x="3328" y="714"/>
                    <a:pt x="3355" y="714"/>
                  </a:cubicBezTo>
                  <a:cubicBezTo>
                    <a:pt x="3551" y="714"/>
                    <a:pt x="3647" y="412"/>
                    <a:pt x="3427" y="319"/>
                  </a:cubicBezTo>
                  <a:lnTo>
                    <a:pt x="3431" y="319"/>
                  </a:lnTo>
                  <a:cubicBezTo>
                    <a:pt x="2917" y="107"/>
                    <a:pt x="2371" y="0"/>
                    <a:pt x="18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4" name="Google Shape;21204;p90"/>
            <p:cNvSpPr/>
            <p:nvPr/>
          </p:nvSpPr>
          <p:spPr>
            <a:xfrm>
              <a:off x="2194208" y="1577036"/>
              <a:ext cx="27156" cy="17326"/>
            </a:xfrm>
            <a:custGeom>
              <a:rect b="b" l="l" r="r" t="t"/>
              <a:pathLst>
                <a:path extrusionOk="0" h="661" w="1036">
                  <a:moveTo>
                    <a:pt x="296" y="0"/>
                  </a:moveTo>
                  <a:cubicBezTo>
                    <a:pt x="107" y="0"/>
                    <a:pt x="0" y="284"/>
                    <a:pt x="209" y="390"/>
                  </a:cubicBezTo>
                  <a:cubicBezTo>
                    <a:pt x="354" y="460"/>
                    <a:pt x="491" y="538"/>
                    <a:pt x="628" y="626"/>
                  </a:cubicBezTo>
                  <a:cubicBezTo>
                    <a:pt x="666" y="650"/>
                    <a:pt x="704" y="660"/>
                    <a:pt x="740" y="660"/>
                  </a:cubicBezTo>
                  <a:cubicBezTo>
                    <a:pt x="917" y="660"/>
                    <a:pt x="1036" y="404"/>
                    <a:pt x="846" y="281"/>
                  </a:cubicBezTo>
                  <a:cubicBezTo>
                    <a:pt x="698" y="190"/>
                    <a:pt x="547" y="102"/>
                    <a:pt x="392" y="24"/>
                  </a:cubicBezTo>
                  <a:cubicBezTo>
                    <a:pt x="359" y="8"/>
                    <a:pt x="326"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5" name="Google Shape;21205;p90"/>
            <p:cNvSpPr/>
            <p:nvPr/>
          </p:nvSpPr>
          <p:spPr>
            <a:xfrm>
              <a:off x="2090956" y="1562750"/>
              <a:ext cx="96724" cy="16461"/>
            </a:xfrm>
            <a:custGeom>
              <a:rect b="b" l="l" r="r" t="t"/>
              <a:pathLst>
                <a:path extrusionOk="0" h="628" w="3690">
                  <a:moveTo>
                    <a:pt x="1845" y="1"/>
                  </a:moveTo>
                  <a:cubicBezTo>
                    <a:pt x="1304" y="1"/>
                    <a:pt x="764" y="75"/>
                    <a:pt x="238" y="225"/>
                  </a:cubicBezTo>
                  <a:cubicBezTo>
                    <a:pt x="0" y="295"/>
                    <a:pt x="74" y="628"/>
                    <a:pt x="290" y="628"/>
                  </a:cubicBezTo>
                  <a:cubicBezTo>
                    <a:pt x="310" y="628"/>
                    <a:pt x="332" y="625"/>
                    <a:pt x="354" y="619"/>
                  </a:cubicBezTo>
                  <a:cubicBezTo>
                    <a:pt x="841" y="478"/>
                    <a:pt x="1343" y="408"/>
                    <a:pt x="1845" y="408"/>
                  </a:cubicBezTo>
                  <a:cubicBezTo>
                    <a:pt x="2347" y="408"/>
                    <a:pt x="2849" y="478"/>
                    <a:pt x="3336" y="619"/>
                  </a:cubicBezTo>
                  <a:cubicBezTo>
                    <a:pt x="3358" y="625"/>
                    <a:pt x="3380" y="628"/>
                    <a:pt x="3400" y="628"/>
                  </a:cubicBezTo>
                  <a:cubicBezTo>
                    <a:pt x="3613" y="628"/>
                    <a:pt x="3690" y="295"/>
                    <a:pt x="3449" y="225"/>
                  </a:cubicBezTo>
                  <a:cubicBezTo>
                    <a:pt x="2925" y="75"/>
                    <a:pt x="2385" y="1"/>
                    <a:pt x="18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6" name="Google Shape;21206;p90"/>
          <p:cNvGrpSpPr/>
          <p:nvPr/>
        </p:nvGrpSpPr>
        <p:grpSpPr>
          <a:xfrm>
            <a:off x="2491588" y="2464120"/>
            <a:ext cx="374367" cy="265742"/>
            <a:chOff x="2491588" y="2464120"/>
            <a:chExt cx="374367" cy="265742"/>
          </a:xfrm>
        </p:grpSpPr>
        <p:sp>
          <p:nvSpPr>
            <p:cNvPr id="21207" name="Google Shape;21207;p90"/>
            <p:cNvSpPr/>
            <p:nvPr/>
          </p:nvSpPr>
          <p:spPr>
            <a:xfrm>
              <a:off x="2497041" y="2577856"/>
              <a:ext cx="363384" cy="146475"/>
            </a:xfrm>
            <a:custGeom>
              <a:rect b="b" l="l" r="r" t="t"/>
              <a:pathLst>
                <a:path extrusionOk="0" h="5588" w="13863">
                  <a:moveTo>
                    <a:pt x="0" y="0"/>
                  </a:moveTo>
                  <a:cubicBezTo>
                    <a:pt x="0" y="1917"/>
                    <a:pt x="3802" y="5588"/>
                    <a:pt x="6931" y="5588"/>
                  </a:cubicBezTo>
                  <a:cubicBezTo>
                    <a:pt x="10061" y="5588"/>
                    <a:pt x="13862" y="1917"/>
                    <a:pt x="13862" y="0"/>
                  </a:cubicBezTo>
                  <a:close/>
                </a:path>
              </a:pathLst>
            </a:custGeom>
            <a:solidFill>
              <a:srgbClr val="EE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8" name="Google Shape;21208;p90"/>
            <p:cNvSpPr/>
            <p:nvPr/>
          </p:nvSpPr>
          <p:spPr>
            <a:xfrm>
              <a:off x="2497041" y="2577856"/>
              <a:ext cx="137091" cy="138192"/>
            </a:xfrm>
            <a:custGeom>
              <a:rect b="b" l="l" r="r" t="t"/>
              <a:pathLst>
                <a:path extrusionOk="0" h="5272" w="5230">
                  <a:moveTo>
                    <a:pt x="0" y="0"/>
                  </a:moveTo>
                  <a:cubicBezTo>
                    <a:pt x="0" y="1576"/>
                    <a:pt x="2574" y="4340"/>
                    <a:pt x="5229" y="5271"/>
                  </a:cubicBezTo>
                  <a:cubicBezTo>
                    <a:pt x="4582" y="4385"/>
                    <a:pt x="3570" y="2880"/>
                    <a:pt x="3130" y="1565"/>
                  </a:cubicBezTo>
                  <a:cubicBezTo>
                    <a:pt x="2965" y="1069"/>
                    <a:pt x="3088" y="535"/>
                    <a:pt x="3369"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9" name="Google Shape;21209;p90"/>
            <p:cNvSpPr/>
            <p:nvPr/>
          </p:nvSpPr>
          <p:spPr>
            <a:xfrm>
              <a:off x="2497041" y="2577856"/>
              <a:ext cx="363384" cy="99660"/>
            </a:xfrm>
            <a:custGeom>
              <a:rect b="b" l="l" r="r" t="t"/>
              <a:pathLst>
                <a:path extrusionOk="0" h="3802" w="13863">
                  <a:moveTo>
                    <a:pt x="0" y="0"/>
                  </a:moveTo>
                  <a:cubicBezTo>
                    <a:pt x="0" y="1013"/>
                    <a:pt x="4695" y="3802"/>
                    <a:pt x="6931" y="3802"/>
                  </a:cubicBezTo>
                  <a:cubicBezTo>
                    <a:pt x="9168" y="3802"/>
                    <a:pt x="13862" y="1013"/>
                    <a:pt x="1386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0" name="Google Shape;21210;p90"/>
            <p:cNvSpPr/>
            <p:nvPr/>
          </p:nvSpPr>
          <p:spPr>
            <a:xfrm>
              <a:off x="2497041" y="2469650"/>
              <a:ext cx="363384" cy="149254"/>
            </a:xfrm>
            <a:custGeom>
              <a:rect b="b" l="l" r="r" t="t"/>
              <a:pathLst>
                <a:path extrusionOk="0" h="5694" w="13863">
                  <a:moveTo>
                    <a:pt x="2952" y="1"/>
                  </a:moveTo>
                  <a:cubicBezTo>
                    <a:pt x="2469" y="1"/>
                    <a:pt x="1969" y="151"/>
                    <a:pt x="1629" y="432"/>
                  </a:cubicBezTo>
                  <a:cubicBezTo>
                    <a:pt x="989" y="960"/>
                    <a:pt x="1323" y="1853"/>
                    <a:pt x="785" y="2637"/>
                  </a:cubicBezTo>
                  <a:cubicBezTo>
                    <a:pt x="785" y="2637"/>
                    <a:pt x="0" y="3682"/>
                    <a:pt x="0" y="4128"/>
                  </a:cubicBezTo>
                  <a:cubicBezTo>
                    <a:pt x="0" y="4575"/>
                    <a:pt x="3489" y="5693"/>
                    <a:pt x="6931" y="5693"/>
                  </a:cubicBezTo>
                  <a:cubicBezTo>
                    <a:pt x="10377" y="5693"/>
                    <a:pt x="13862" y="4575"/>
                    <a:pt x="13862" y="4128"/>
                  </a:cubicBezTo>
                  <a:cubicBezTo>
                    <a:pt x="13862" y="3682"/>
                    <a:pt x="13082" y="2637"/>
                    <a:pt x="13082" y="2637"/>
                  </a:cubicBezTo>
                  <a:cubicBezTo>
                    <a:pt x="12540" y="1853"/>
                    <a:pt x="12874" y="960"/>
                    <a:pt x="12238" y="432"/>
                  </a:cubicBezTo>
                  <a:cubicBezTo>
                    <a:pt x="11897" y="151"/>
                    <a:pt x="11397" y="1"/>
                    <a:pt x="10913" y="1"/>
                  </a:cubicBezTo>
                  <a:cubicBezTo>
                    <a:pt x="10509" y="1"/>
                    <a:pt x="10117" y="106"/>
                    <a:pt x="9839" y="327"/>
                  </a:cubicBezTo>
                  <a:cubicBezTo>
                    <a:pt x="8841" y="1122"/>
                    <a:pt x="8011" y="1445"/>
                    <a:pt x="6931" y="1445"/>
                  </a:cubicBezTo>
                  <a:cubicBezTo>
                    <a:pt x="5852" y="1445"/>
                    <a:pt x="5022" y="1122"/>
                    <a:pt x="4027" y="327"/>
                  </a:cubicBezTo>
                  <a:cubicBezTo>
                    <a:pt x="3748" y="106"/>
                    <a:pt x="3356" y="1"/>
                    <a:pt x="295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1" name="Google Shape;21211;p90"/>
            <p:cNvSpPr/>
            <p:nvPr/>
          </p:nvSpPr>
          <p:spPr>
            <a:xfrm>
              <a:off x="2497041" y="2469624"/>
              <a:ext cx="155886" cy="138402"/>
            </a:xfrm>
            <a:custGeom>
              <a:rect b="b" l="l" r="r" t="t"/>
              <a:pathLst>
                <a:path extrusionOk="0" h="5280" w="5947">
                  <a:moveTo>
                    <a:pt x="2953" y="0"/>
                  </a:moveTo>
                  <a:cubicBezTo>
                    <a:pt x="2470" y="0"/>
                    <a:pt x="1970" y="152"/>
                    <a:pt x="1629" y="433"/>
                  </a:cubicBezTo>
                  <a:cubicBezTo>
                    <a:pt x="989" y="961"/>
                    <a:pt x="1323" y="1854"/>
                    <a:pt x="785" y="2638"/>
                  </a:cubicBezTo>
                  <a:cubicBezTo>
                    <a:pt x="785" y="2638"/>
                    <a:pt x="0" y="3679"/>
                    <a:pt x="0" y="4126"/>
                  </a:cubicBezTo>
                  <a:cubicBezTo>
                    <a:pt x="0" y="4396"/>
                    <a:pt x="1284" y="4913"/>
                    <a:pt x="3060" y="5279"/>
                  </a:cubicBezTo>
                  <a:cubicBezTo>
                    <a:pt x="3007" y="3929"/>
                    <a:pt x="4695" y="2371"/>
                    <a:pt x="5947" y="1334"/>
                  </a:cubicBezTo>
                  <a:cubicBezTo>
                    <a:pt x="5296" y="1182"/>
                    <a:pt x="4698" y="866"/>
                    <a:pt x="4027" y="328"/>
                  </a:cubicBezTo>
                  <a:cubicBezTo>
                    <a:pt x="3748" y="106"/>
                    <a:pt x="3357" y="0"/>
                    <a:pt x="2953"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2" name="Google Shape;21212;p90"/>
            <p:cNvSpPr/>
            <p:nvPr/>
          </p:nvSpPr>
          <p:spPr>
            <a:xfrm>
              <a:off x="2508758" y="2478196"/>
              <a:ext cx="93841" cy="93788"/>
            </a:xfrm>
            <a:custGeom>
              <a:rect b="b" l="l" r="r" t="t"/>
              <a:pathLst>
                <a:path extrusionOk="0" h="3578" w="3580">
                  <a:moveTo>
                    <a:pt x="1790" y="1"/>
                  </a:moveTo>
                  <a:cubicBezTo>
                    <a:pt x="802" y="1"/>
                    <a:pt x="0" y="799"/>
                    <a:pt x="0" y="1787"/>
                  </a:cubicBezTo>
                  <a:cubicBezTo>
                    <a:pt x="0" y="2775"/>
                    <a:pt x="802" y="3577"/>
                    <a:pt x="1790" y="3577"/>
                  </a:cubicBezTo>
                  <a:cubicBezTo>
                    <a:pt x="2778" y="3577"/>
                    <a:pt x="3580" y="2775"/>
                    <a:pt x="3580" y="1787"/>
                  </a:cubicBezTo>
                  <a:cubicBezTo>
                    <a:pt x="3580" y="799"/>
                    <a:pt x="2778" y="1"/>
                    <a:pt x="1790"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3" name="Google Shape;21213;p90"/>
            <p:cNvSpPr/>
            <p:nvPr/>
          </p:nvSpPr>
          <p:spPr>
            <a:xfrm>
              <a:off x="2500632" y="2484303"/>
              <a:ext cx="95807" cy="87628"/>
            </a:xfrm>
            <a:custGeom>
              <a:rect b="b" l="l" r="r" t="t"/>
              <a:pathLst>
                <a:path extrusionOk="0" h="3343" w="3655">
                  <a:moveTo>
                    <a:pt x="1217" y="0"/>
                  </a:moveTo>
                  <a:lnTo>
                    <a:pt x="1217" y="0"/>
                  </a:lnTo>
                  <a:cubicBezTo>
                    <a:pt x="190" y="584"/>
                    <a:pt x="1" y="1983"/>
                    <a:pt x="834" y="2820"/>
                  </a:cubicBezTo>
                  <a:cubicBezTo>
                    <a:pt x="1189" y="3173"/>
                    <a:pt x="1645" y="3343"/>
                    <a:pt x="2097" y="3343"/>
                  </a:cubicBezTo>
                  <a:cubicBezTo>
                    <a:pt x="2711" y="3343"/>
                    <a:pt x="3318" y="3030"/>
                    <a:pt x="3654" y="2440"/>
                  </a:cubicBezTo>
                  <a:lnTo>
                    <a:pt x="3654" y="2440"/>
                  </a:lnTo>
                  <a:cubicBezTo>
                    <a:pt x="3383" y="2592"/>
                    <a:pt x="3081" y="2673"/>
                    <a:pt x="2772" y="2673"/>
                  </a:cubicBezTo>
                  <a:cubicBezTo>
                    <a:pt x="2770" y="2673"/>
                    <a:pt x="2768" y="2673"/>
                    <a:pt x="2767" y="2673"/>
                  </a:cubicBezTo>
                  <a:cubicBezTo>
                    <a:pt x="1395" y="2673"/>
                    <a:pt x="536" y="1191"/>
                    <a:pt x="12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4" name="Google Shape;21214;p90"/>
            <p:cNvSpPr/>
            <p:nvPr/>
          </p:nvSpPr>
          <p:spPr>
            <a:xfrm>
              <a:off x="2754945" y="2478196"/>
              <a:ext cx="93762" cy="93788"/>
            </a:xfrm>
            <a:custGeom>
              <a:rect b="b" l="l" r="r" t="t"/>
              <a:pathLst>
                <a:path extrusionOk="0" h="3578" w="3577">
                  <a:moveTo>
                    <a:pt x="1787" y="1"/>
                  </a:moveTo>
                  <a:cubicBezTo>
                    <a:pt x="799" y="1"/>
                    <a:pt x="0" y="799"/>
                    <a:pt x="0" y="1787"/>
                  </a:cubicBezTo>
                  <a:cubicBezTo>
                    <a:pt x="0" y="2775"/>
                    <a:pt x="799" y="3577"/>
                    <a:pt x="1787" y="3577"/>
                  </a:cubicBezTo>
                  <a:cubicBezTo>
                    <a:pt x="2775" y="3577"/>
                    <a:pt x="3577" y="2775"/>
                    <a:pt x="3577" y="1787"/>
                  </a:cubicBezTo>
                  <a:cubicBezTo>
                    <a:pt x="3577" y="799"/>
                    <a:pt x="2775" y="1"/>
                    <a:pt x="1787"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5" name="Google Shape;21215;p90"/>
            <p:cNvSpPr/>
            <p:nvPr/>
          </p:nvSpPr>
          <p:spPr>
            <a:xfrm>
              <a:off x="2746741" y="2484303"/>
              <a:ext cx="95807" cy="87628"/>
            </a:xfrm>
            <a:custGeom>
              <a:rect b="b" l="l" r="r" t="t"/>
              <a:pathLst>
                <a:path extrusionOk="0" h="3343" w="3655">
                  <a:moveTo>
                    <a:pt x="1217" y="0"/>
                  </a:moveTo>
                  <a:cubicBezTo>
                    <a:pt x="190" y="584"/>
                    <a:pt x="0" y="1983"/>
                    <a:pt x="837" y="2820"/>
                  </a:cubicBezTo>
                  <a:cubicBezTo>
                    <a:pt x="1191" y="3173"/>
                    <a:pt x="1646" y="3343"/>
                    <a:pt x="2097" y="3343"/>
                  </a:cubicBezTo>
                  <a:cubicBezTo>
                    <a:pt x="2711" y="3343"/>
                    <a:pt x="3318" y="3030"/>
                    <a:pt x="3654" y="2440"/>
                  </a:cubicBezTo>
                  <a:lnTo>
                    <a:pt x="3654" y="2440"/>
                  </a:lnTo>
                  <a:cubicBezTo>
                    <a:pt x="3387" y="2592"/>
                    <a:pt x="3081" y="2673"/>
                    <a:pt x="2771" y="2673"/>
                  </a:cubicBezTo>
                  <a:cubicBezTo>
                    <a:pt x="2770" y="2673"/>
                    <a:pt x="2768" y="2673"/>
                    <a:pt x="2767" y="2673"/>
                  </a:cubicBezTo>
                  <a:cubicBezTo>
                    <a:pt x="1398" y="2673"/>
                    <a:pt x="539" y="1191"/>
                    <a:pt x="12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6" name="Google Shape;21216;p90"/>
            <p:cNvSpPr/>
            <p:nvPr/>
          </p:nvSpPr>
          <p:spPr>
            <a:xfrm>
              <a:off x="2610514" y="2642286"/>
              <a:ext cx="136436" cy="35230"/>
            </a:xfrm>
            <a:custGeom>
              <a:rect b="b" l="l" r="r" t="t"/>
              <a:pathLst>
                <a:path extrusionOk="0" h="1344" w="5205">
                  <a:moveTo>
                    <a:pt x="2602" y="0"/>
                  </a:moveTo>
                  <a:cubicBezTo>
                    <a:pt x="1551" y="0"/>
                    <a:pt x="616" y="260"/>
                    <a:pt x="0" y="661"/>
                  </a:cubicBezTo>
                  <a:cubicBezTo>
                    <a:pt x="964" y="1069"/>
                    <a:pt x="1903" y="1344"/>
                    <a:pt x="2602" y="1344"/>
                  </a:cubicBezTo>
                  <a:cubicBezTo>
                    <a:pt x="3302" y="1344"/>
                    <a:pt x="4245" y="1069"/>
                    <a:pt x="5205" y="661"/>
                  </a:cubicBezTo>
                  <a:cubicBezTo>
                    <a:pt x="4589" y="260"/>
                    <a:pt x="3654" y="0"/>
                    <a:pt x="2602"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7" name="Google Shape;21217;p90"/>
            <p:cNvSpPr/>
            <p:nvPr/>
          </p:nvSpPr>
          <p:spPr>
            <a:xfrm>
              <a:off x="2656858" y="2643937"/>
              <a:ext cx="90197" cy="33473"/>
            </a:xfrm>
            <a:custGeom>
              <a:rect b="b" l="l" r="r" t="t"/>
              <a:pathLst>
                <a:path extrusionOk="0" h="1277" w="3441">
                  <a:moveTo>
                    <a:pt x="1710" y="1"/>
                  </a:moveTo>
                  <a:cubicBezTo>
                    <a:pt x="1059" y="155"/>
                    <a:pt x="469" y="574"/>
                    <a:pt x="1" y="1179"/>
                  </a:cubicBezTo>
                  <a:cubicBezTo>
                    <a:pt x="275" y="1242"/>
                    <a:pt x="557" y="1273"/>
                    <a:pt x="838" y="1277"/>
                  </a:cubicBezTo>
                  <a:cubicBezTo>
                    <a:pt x="1538" y="1277"/>
                    <a:pt x="2477" y="1006"/>
                    <a:pt x="3440" y="598"/>
                  </a:cubicBezTo>
                  <a:cubicBezTo>
                    <a:pt x="3004" y="313"/>
                    <a:pt x="2399" y="99"/>
                    <a:pt x="1710"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8" name="Google Shape;21218;p90"/>
            <p:cNvSpPr/>
            <p:nvPr/>
          </p:nvSpPr>
          <p:spPr>
            <a:xfrm>
              <a:off x="2532244" y="2501630"/>
              <a:ext cx="23434" cy="41127"/>
            </a:xfrm>
            <a:custGeom>
              <a:rect b="b" l="l" r="r" t="t"/>
              <a:pathLst>
                <a:path extrusionOk="0" h="1569" w="894">
                  <a:moveTo>
                    <a:pt x="447" y="0"/>
                  </a:moveTo>
                  <a:cubicBezTo>
                    <a:pt x="201" y="0"/>
                    <a:pt x="1" y="201"/>
                    <a:pt x="1" y="447"/>
                  </a:cubicBezTo>
                  <a:lnTo>
                    <a:pt x="1" y="1118"/>
                  </a:lnTo>
                  <a:cubicBezTo>
                    <a:pt x="1" y="1368"/>
                    <a:pt x="201" y="1568"/>
                    <a:pt x="447" y="1568"/>
                  </a:cubicBezTo>
                  <a:cubicBezTo>
                    <a:pt x="693" y="1568"/>
                    <a:pt x="894" y="1365"/>
                    <a:pt x="894" y="1118"/>
                  </a:cubicBezTo>
                  <a:lnTo>
                    <a:pt x="894" y="447"/>
                  </a:lnTo>
                  <a:cubicBezTo>
                    <a:pt x="894" y="201"/>
                    <a:pt x="693"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9" name="Google Shape;21219;p90"/>
            <p:cNvSpPr/>
            <p:nvPr/>
          </p:nvSpPr>
          <p:spPr>
            <a:xfrm>
              <a:off x="2532244" y="2501630"/>
              <a:ext cx="23434" cy="23434"/>
            </a:xfrm>
            <a:custGeom>
              <a:rect b="b" l="l" r="r" t="t"/>
              <a:pathLst>
                <a:path extrusionOk="0" h="894" w="894">
                  <a:moveTo>
                    <a:pt x="447" y="0"/>
                  </a:moveTo>
                  <a:cubicBezTo>
                    <a:pt x="201" y="0"/>
                    <a:pt x="1" y="201"/>
                    <a:pt x="1" y="447"/>
                  </a:cubicBezTo>
                  <a:cubicBezTo>
                    <a:pt x="1" y="693"/>
                    <a:pt x="201" y="893"/>
                    <a:pt x="447" y="893"/>
                  </a:cubicBezTo>
                  <a:cubicBezTo>
                    <a:pt x="693" y="893"/>
                    <a:pt x="894" y="693"/>
                    <a:pt x="894" y="447"/>
                  </a:cubicBezTo>
                  <a:cubicBezTo>
                    <a:pt x="894" y="201"/>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0" name="Google Shape;21220;p90"/>
            <p:cNvSpPr/>
            <p:nvPr/>
          </p:nvSpPr>
          <p:spPr>
            <a:xfrm>
              <a:off x="2801761" y="2501630"/>
              <a:ext cx="23539" cy="41127"/>
            </a:xfrm>
            <a:custGeom>
              <a:rect b="b" l="l" r="r" t="t"/>
              <a:pathLst>
                <a:path extrusionOk="0" h="1569" w="898">
                  <a:moveTo>
                    <a:pt x="447" y="0"/>
                  </a:moveTo>
                  <a:cubicBezTo>
                    <a:pt x="201" y="0"/>
                    <a:pt x="1" y="201"/>
                    <a:pt x="1" y="447"/>
                  </a:cubicBezTo>
                  <a:lnTo>
                    <a:pt x="1" y="1118"/>
                  </a:lnTo>
                  <a:cubicBezTo>
                    <a:pt x="1" y="1368"/>
                    <a:pt x="201" y="1568"/>
                    <a:pt x="447" y="1568"/>
                  </a:cubicBezTo>
                  <a:cubicBezTo>
                    <a:pt x="697" y="1568"/>
                    <a:pt x="897" y="1365"/>
                    <a:pt x="897" y="1118"/>
                  </a:cubicBezTo>
                  <a:lnTo>
                    <a:pt x="897" y="447"/>
                  </a:lnTo>
                  <a:cubicBezTo>
                    <a:pt x="897" y="201"/>
                    <a:pt x="697"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1" name="Google Shape;21221;p90"/>
            <p:cNvSpPr/>
            <p:nvPr/>
          </p:nvSpPr>
          <p:spPr>
            <a:xfrm>
              <a:off x="2801761" y="2501630"/>
              <a:ext cx="23539" cy="23434"/>
            </a:xfrm>
            <a:custGeom>
              <a:rect b="b" l="l" r="r" t="t"/>
              <a:pathLst>
                <a:path extrusionOk="0" h="894" w="898">
                  <a:moveTo>
                    <a:pt x="447" y="0"/>
                  </a:moveTo>
                  <a:cubicBezTo>
                    <a:pt x="201" y="0"/>
                    <a:pt x="1" y="201"/>
                    <a:pt x="1" y="447"/>
                  </a:cubicBezTo>
                  <a:cubicBezTo>
                    <a:pt x="1" y="693"/>
                    <a:pt x="201" y="893"/>
                    <a:pt x="447" y="893"/>
                  </a:cubicBezTo>
                  <a:cubicBezTo>
                    <a:pt x="697" y="893"/>
                    <a:pt x="897" y="693"/>
                    <a:pt x="897" y="447"/>
                  </a:cubicBezTo>
                  <a:cubicBezTo>
                    <a:pt x="897" y="201"/>
                    <a:pt x="697"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2" name="Google Shape;21222;p90"/>
            <p:cNvSpPr/>
            <p:nvPr/>
          </p:nvSpPr>
          <p:spPr>
            <a:xfrm>
              <a:off x="2491588" y="2464120"/>
              <a:ext cx="374367" cy="265742"/>
            </a:xfrm>
            <a:custGeom>
              <a:rect b="b" l="l" r="r" t="t"/>
              <a:pathLst>
                <a:path extrusionOk="0" h="10138" w="14282">
                  <a:moveTo>
                    <a:pt x="11834" y="745"/>
                  </a:moveTo>
                  <a:cubicBezTo>
                    <a:pt x="12706" y="749"/>
                    <a:pt x="13413" y="1456"/>
                    <a:pt x="13413" y="2324"/>
                  </a:cubicBezTo>
                  <a:cubicBezTo>
                    <a:pt x="13413" y="2964"/>
                    <a:pt x="13029" y="3541"/>
                    <a:pt x="12439" y="3784"/>
                  </a:cubicBezTo>
                  <a:cubicBezTo>
                    <a:pt x="12243" y="3865"/>
                    <a:pt x="12038" y="3905"/>
                    <a:pt x="11834" y="3905"/>
                  </a:cubicBezTo>
                  <a:cubicBezTo>
                    <a:pt x="11423" y="3905"/>
                    <a:pt x="11020" y="3744"/>
                    <a:pt x="10719" y="3443"/>
                  </a:cubicBezTo>
                  <a:cubicBezTo>
                    <a:pt x="10265" y="2989"/>
                    <a:pt x="10132" y="2310"/>
                    <a:pt x="10374" y="1719"/>
                  </a:cubicBezTo>
                  <a:cubicBezTo>
                    <a:pt x="10621" y="1132"/>
                    <a:pt x="11197" y="745"/>
                    <a:pt x="11834" y="745"/>
                  </a:cubicBezTo>
                  <a:close/>
                  <a:moveTo>
                    <a:pt x="11121" y="419"/>
                  </a:moveTo>
                  <a:cubicBezTo>
                    <a:pt x="11158" y="419"/>
                    <a:pt x="11195" y="420"/>
                    <a:pt x="11232" y="422"/>
                  </a:cubicBezTo>
                  <a:cubicBezTo>
                    <a:pt x="9931" y="830"/>
                    <a:pt x="9414" y="2391"/>
                    <a:pt x="10213" y="3495"/>
                  </a:cubicBezTo>
                  <a:cubicBezTo>
                    <a:pt x="10612" y="4047"/>
                    <a:pt x="11222" y="4323"/>
                    <a:pt x="11832" y="4323"/>
                  </a:cubicBezTo>
                  <a:cubicBezTo>
                    <a:pt x="12444" y="4323"/>
                    <a:pt x="13055" y="4046"/>
                    <a:pt x="13455" y="3492"/>
                  </a:cubicBezTo>
                  <a:cubicBezTo>
                    <a:pt x="13641" y="3756"/>
                    <a:pt x="13842" y="4097"/>
                    <a:pt x="13859" y="4308"/>
                  </a:cubicBezTo>
                  <a:cubicBezTo>
                    <a:pt x="13722" y="4469"/>
                    <a:pt x="12829" y="4888"/>
                    <a:pt x="11141" y="5250"/>
                  </a:cubicBezTo>
                  <a:cubicBezTo>
                    <a:pt x="10884" y="5306"/>
                    <a:pt x="10945" y="5667"/>
                    <a:pt x="11178" y="5667"/>
                  </a:cubicBezTo>
                  <a:cubicBezTo>
                    <a:pt x="11195" y="5667"/>
                    <a:pt x="11211" y="5665"/>
                    <a:pt x="11229" y="5661"/>
                  </a:cubicBezTo>
                  <a:cubicBezTo>
                    <a:pt x="12031" y="5486"/>
                    <a:pt x="12776" y="5275"/>
                    <a:pt x="13328" y="5057"/>
                  </a:cubicBezTo>
                  <a:lnTo>
                    <a:pt x="13328" y="5057"/>
                  </a:lnTo>
                  <a:cubicBezTo>
                    <a:pt x="13279" y="5102"/>
                    <a:pt x="13223" y="5152"/>
                    <a:pt x="13167" y="5201"/>
                  </a:cubicBezTo>
                  <a:cubicBezTo>
                    <a:pt x="12706" y="5591"/>
                    <a:pt x="12059" y="6031"/>
                    <a:pt x="11341" y="6435"/>
                  </a:cubicBezTo>
                  <a:cubicBezTo>
                    <a:pt x="10825" y="6727"/>
                    <a:pt x="10297" y="6994"/>
                    <a:pt x="9756" y="7226"/>
                  </a:cubicBezTo>
                  <a:cubicBezTo>
                    <a:pt x="9052" y="6815"/>
                    <a:pt x="8127" y="6586"/>
                    <a:pt x="7139" y="6586"/>
                  </a:cubicBezTo>
                  <a:cubicBezTo>
                    <a:pt x="6151" y="6586"/>
                    <a:pt x="5230" y="6815"/>
                    <a:pt x="4523" y="7226"/>
                  </a:cubicBezTo>
                  <a:cubicBezTo>
                    <a:pt x="3982" y="6994"/>
                    <a:pt x="3454" y="6727"/>
                    <a:pt x="2937" y="6435"/>
                  </a:cubicBezTo>
                  <a:cubicBezTo>
                    <a:pt x="2220" y="6031"/>
                    <a:pt x="1573" y="5591"/>
                    <a:pt x="1112" y="5201"/>
                  </a:cubicBezTo>
                  <a:cubicBezTo>
                    <a:pt x="1052" y="5152"/>
                    <a:pt x="1000" y="5102"/>
                    <a:pt x="950" y="5057"/>
                  </a:cubicBezTo>
                  <a:lnTo>
                    <a:pt x="950" y="5057"/>
                  </a:lnTo>
                  <a:cubicBezTo>
                    <a:pt x="1401" y="5229"/>
                    <a:pt x="1861" y="5373"/>
                    <a:pt x="2329" y="5489"/>
                  </a:cubicBezTo>
                  <a:cubicBezTo>
                    <a:pt x="3862" y="5886"/>
                    <a:pt x="5617" y="6112"/>
                    <a:pt x="7139" y="6112"/>
                  </a:cubicBezTo>
                  <a:cubicBezTo>
                    <a:pt x="8201" y="6108"/>
                    <a:pt x="9260" y="6013"/>
                    <a:pt x="10304" y="5837"/>
                  </a:cubicBezTo>
                  <a:cubicBezTo>
                    <a:pt x="10417" y="5816"/>
                    <a:pt x="10494" y="5711"/>
                    <a:pt x="10476" y="5595"/>
                  </a:cubicBezTo>
                  <a:cubicBezTo>
                    <a:pt x="10458" y="5495"/>
                    <a:pt x="10372" y="5422"/>
                    <a:pt x="10272" y="5422"/>
                  </a:cubicBezTo>
                  <a:cubicBezTo>
                    <a:pt x="10259" y="5422"/>
                    <a:pt x="10247" y="5423"/>
                    <a:pt x="10234" y="5426"/>
                  </a:cubicBezTo>
                  <a:cubicBezTo>
                    <a:pt x="9214" y="5598"/>
                    <a:pt x="8177" y="5690"/>
                    <a:pt x="7139" y="5693"/>
                  </a:cubicBezTo>
                  <a:cubicBezTo>
                    <a:pt x="5191" y="5693"/>
                    <a:pt x="3468" y="5341"/>
                    <a:pt x="2614" y="5130"/>
                  </a:cubicBezTo>
                  <a:cubicBezTo>
                    <a:pt x="1299" y="4807"/>
                    <a:pt x="546" y="4459"/>
                    <a:pt x="419" y="4308"/>
                  </a:cubicBezTo>
                  <a:cubicBezTo>
                    <a:pt x="437" y="4097"/>
                    <a:pt x="637" y="3756"/>
                    <a:pt x="824" y="3492"/>
                  </a:cubicBezTo>
                  <a:cubicBezTo>
                    <a:pt x="1211" y="4029"/>
                    <a:pt x="1822" y="4322"/>
                    <a:pt x="2446" y="4322"/>
                  </a:cubicBezTo>
                  <a:cubicBezTo>
                    <a:pt x="2762" y="4322"/>
                    <a:pt x="3081" y="4247"/>
                    <a:pt x="3377" y="4090"/>
                  </a:cubicBezTo>
                  <a:cubicBezTo>
                    <a:pt x="4259" y="3625"/>
                    <a:pt x="4660" y="2585"/>
                    <a:pt x="4323" y="1646"/>
                  </a:cubicBezTo>
                  <a:cubicBezTo>
                    <a:pt x="4289" y="1546"/>
                    <a:pt x="4211" y="1503"/>
                    <a:pt x="4132" y="1503"/>
                  </a:cubicBezTo>
                  <a:cubicBezTo>
                    <a:pt x="4000" y="1503"/>
                    <a:pt x="3865" y="1622"/>
                    <a:pt x="3929" y="1790"/>
                  </a:cubicBezTo>
                  <a:cubicBezTo>
                    <a:pt x="4200" y="2539"/>
                    <a:pt x="3873" y="3372"/>
                    <a:pt x="3162" y="3734"/>
                  </a:cubicBezTo>
                  <a:cubicBezTo>
                    <a:pt x="2933" y="3851"/>
                    <a:pt x="2686" y="3908"/>
                    <a:pt x="2443" y="3908"/>
                  </a:cubicBezTo>
                  <a:cubicBezTo>
                    <a:pt x="1933" y="3908"/>
                    <a:pt x="1436" y="3661"/>
                    <a:pt x="1133" y="3214"/>
                  </a:cubicBezTo>
                  <a:cubicBezTo>
                    <a:pt x="687" y="2556"/>
                    <a:pt x="799" y="1663"/>
                    <a:pt x="1397" y="1139"/>
                  </a:cubicBezTo>
                  <a:cubicBezTo>
                    <a:pt x="1695" y="876"/>
                    <a:pt x="2069" y="744"/>
                    <a:pt x="2443" y="744"/>
                  </a:cubicBezTo>
                  <a:cubicBezTo>
                    <a:pt x="2817" y="744"/>
                    <a:pt x="3192" y="877"/>
                    <a:pt x="3489" y="1143"/>
                  </a:cubicBezTo>
                  <a:cubicBezTo>
                    <a:pt x="3534" y="1182"/>
                    <a:pt x="3582" y="1198"/>
                    <a:pt x="3628" y="1198"/>
                  </a:cubicBezTo>
                  <a:cubicBezTo>
                    <a:pt x="3796" y="1198"/>
                    <a:pt x="3933" y="973"/>
                    <a:pt x="3767" y="826"/>
                  </a:cubicBezTo>
                  <a:cubicBezTo>
                    <a:pt x="3560" y="643"/>
                    <a:pt x="3313" y="506"/>
                    <a:pt x="3050" y="422"/>
                  </a:cubicBezTo>
                  <a:cubicBezTo>
                    <a:pt x="3087" y="420"/>
                    <a:pt x="3124" y="419"/>
                    <a:pt x="3161" y="419"/>
                  </a:cubicBezTo>
                  <a:cubicBezTo>
                    <a:pt x="3520" y="419"/>
                    <a:pt x="3869" y="512"/>
                    <a:pt x="4105" y="700"/>
                  </a:cubicBezTo>
                  <a:cubicBezTo>
                    <a:pt x="5138" y="1526"/>
                    <a:pt x="6018" y="1864"/>
                    <a:pt x="7139" y="1864"/>
                  </a:cubicBezTo>
                  <a:cubicBezTo>
                    <a:pt x="8261" y="1864"/>
                    <a:pt x="9140" y="1526"/>
                    <a:pt x="10178" y="700"/>
                  </a:cubicBezTo>
                  <a:cubicBezTo>
                    <a:pt x="10413" y="512"/>
                    <a:pt x="10762" y="419"/>
                    <a:pt x="11121" y="419"/>
                  </a:cubicBezTo>
                  <a:close/>
                  <a:moveTo>
                    <a:pt x="7139" y="7008"/>
                  </a:moveTo>
                  <a:cubicBezTo>
                    <a:pt x="7906" y="7008"/>
                    <a:pt x="8651" y="7159"/>
                    <a:pt x="9246" y="7434"/>
                  </a:cubicBezTo>
                  <a:cubicBezTo>
                    <a:pt x="8416" y="7750"/>
                    <a:pt x="7677" y="7930"/>
                    <a:pt x="7139" y="7930"/>
                  </a:cubicBezTo>
                  <a:cubicBezTo>
                    <a:pt x="6601" y="7930"/>
                    <a:pt x="5863" y="7754"/>
                    <a:pt x="5033" y="7434"/>
                  </a:cubicBezTo>
                  <a:cubicBezTo>
                    <a:pt x="5627" y="7159"/>
                    <a:pt x="6373" y="7008"/>
                    <a:pt x="7139" y="7008"/>
                  </a:cubicBezTo>
                  <a:close/>
                  <a:moveTo>
                    <a:pt x="753" y="5440"/>
                  </a:moveTo>
                  <a:lnTo>
                    <a:pt x="753" y="5440"/>
                  </a:lnTo>
                  <a:cubicBezTo>
                    <a:pt x="782" y="5468"/>
                    <a:pt x="810" y="5493"/>
                    <a:pt x="841" y="5517"/>
                  </a:cubicBezTo>
                  <a:cubicBezTo>
                    <a:pt x="1320" y="5925"/>
                    <a:pt x="1991" y="6379"/>
                    <a:pt x="2733" y="6801"/>
                  </a:cubicBezTo>
                  <a:cubicBezTo>
                    <a:pt x="3472" y="7223"/>
                    <a:pt x="4245" y="7585"/>
                    <a:pt x="5040" y="7884"/>
                  </a:cubicBezTo>
                  <a:cubicBezTo>
                    <a:pt x="5880" y="8193"/>
                    <a:pt x="6584" y="8348"/>
                    <a:pt x="7139" y="8348"/>
                  </a:cubicBezTo>
                  <a:cubicBezTo>
                    <a:pt x="7691" y="8348"/>
                    <a:pt x="8398" y="8193"/>
                    <a:pt x="9235" y="7884"/>
                  </a:cubicBezTo>
                  <a:cubicBezTo>
                    <a:pt x="10033" y="7585"/>
                    <a:pt x="10807" y="7223"/>
                    <a:pt x="11545" y="6801"/>
                  </a:cubicBezTo>
                  <a:cubicBezTo>
                    <a:pt x="12287" y="6382"/>
                    <a:pt x="12959" y="5925"/>
                    <a:pt x="13434" y="5517"/>
                  </a:cubicBezTo>
                  <a:cubicBezTo>
                    <a:pt x="13465" y="5493"/>
                    <a:pt x="13497" y="5468"/>
                    <a:pt x="13525" y="5440"/>
                  </a:cubicBezTo>
                  <a:lnTo>
                    <a:pt x="13525" y="5440"/>
                  </a:lnTo>
                  <a:cubicBezTo>
                    <a:pt x="13152" y="6157"/>
                    <a:pt x="12488" y="6966"/>
                    <a:pt x="11644" y="7694"/>
                  </a:cubicBezTo>
                  <a:cubicBezTo>
                    <a:pt x="10983" y="8271"/>
                    <a:pt x="10244" y="8756"/>
                    <a:pt x="9453" y="9136"/>
                  </a:cubicBezTo>
                  <a:cubicBezTo>
                    <a:pt x="8630" y="9522"/>
                    <a:pt x="7853" y="9719"/>
                    <a:pt x="7139" y="9719"/>
                  </a:cubicBezTo>
                  <a:cubicBezTo>
                    <a:pt x="6429" y="9719"/>
                    <a:pt x="5652" y="9522"/>
                    <a:pt x="4826" y="9136"/>
                  </a:cubicBezTo>
                  <a:cubicBezTo>
                    <a:pt x="4034" y="8756"/>
                    <a:pt x="3299" y="8271"/>
                    <a:pt x="2638" y="7694"/>
                  </a:cubicBezTo>
                  <a:cubicBezTo>
                    <a:pt x="1794" y="6966"/>
                    <a:pt x="1126" y="6154"/>
                    <a:pt x="753" y="5440"/>
                  </a:cubicBezTo>
                  <a:close/>
                  <a:moveTo>
                    <a:pt x="3150" y="1"/>
                  </a:moveTo>
                  <a:cubicBezTo>
                    <a:pt x="3110" y="1"/>
                    <a:pt x="3069" y="2"/>
                    <a:pt x="3029" y="3"/>
                  </a:cubicBezTo>
                  <a:cubicBezTo>
                    <a:pt x="2529" y="28"/>
                    <a:pt x="2058" y="193"/>
                    <a:pt x="1728" y="464"/>
                  </a:cubicBezTo>
                  <a:cubicBezTo>
                    <a:pt x="676" y="865"/>
                    <a:pt x="170" y="2057"/>
                    <a:pt x="602" y="3094"/>
                  </a:cubicBezTo>
                  <a:cubicBezTo>
                    <a:pt x="430" y="3312"/>
                    <a:pt x="1" y="3907"/>
                    <a:pt x="1" y="4339"/>
                  </a:cubicBezTo>
                  <a:cubicBezTo>
                    <a:pt x="1" y="5331"/>
                    <a:pt x="929" y="6773"/>
                    <a:pt x="2364" y="8010"/>
                  </a:cubicBezTo>
                  <a:cubicBezTo>
                    <a:pt x="3053" y="8612"/>
                    <a:pt x="3823" y="9118"/>
                    <a:pt x="4646" y="9512"/>
                  </a:cubicBezTo>
                  <a:cubicBezTo>
                    <a:pt x="5525" y="9927"/>
                    <a:pt x="6366" y="10138"/>
                    <a:pt x="7139" y="10138"/>
                  </a:cubicBezTo>
                  <a:cubicBezTo>
                    <a:pt x="7913" y="10138"/>
                    <a:pt x="8750" y="9927"/>
                    <a:pt x="9633" y="9512"/>
                  </a:cubicBezTo>
                  <a:cubicBezTo>
                    <a:pt x="10455" y="9115"/>
                    <a:pt x="11225" y="8612"/>
                    <a:pt x="11915" y="8010"/>
                  </a:cubicBezTo>
                  <a:cubicBezTo>
                    <a:pt x="13342" y="6780"/>
                    <a:pt x="14267" y="5345"/>
                    <a:pt x="14278" y="4357"/>
                  </a:cubicBezTo>
                  <a:lnTo>
                    <a:pt x="14278" y="4336"/>
                  </a:lnTo>
                  <a:lnTo>
                    <a:pt x="14281" y="4339"/>
                  </a:lnTo>
                  <a:cubicBezTo>
                    <a:pt x="14281" y="3907"/>
                    <a:pt x="13849" y="3312"/>
                    <a:pt x="13680" y="3094"/>
                  </a:cubicBezTo>
                  <a:cubicBezTo>
                    <a:pt x="14112" y="2057"/>
                    <a:pt x="13603" y="865"/>
                    <a:pt x="12555" y="464"/>
                  </a:cubicBezTo>
                  <a:cubicBezTo>
                    <a:pt x="12221" y="193"/>
                    <a:pt x="11749" y="28"/>
                    <a:pt x="11250" y="3"/>
                  </a:cubicBezTo>
                  <a:cubicBezTo>
                    <a:pt x="11209" y="2"/>
                    <a:pt x="11169" y="1"/>
                    <a:pt x="11128" y="1"/>
                  </a:cubicBezTo>
                  <a:cubicBezTo>
                    <a:pt x="10655" y="1"/>
                    <a:pt x="10218" y="133"/>
                    <a:pt x="9914" y="373"/>
                  </a:cubicBezTo>
                  <a:cubicBezTo>
                    <a:pt x="8947" y="1146"/>
                    <a:pt x="8170" y="1445"/>
                    <a:pt x="7139" y="1445"/>
                  </a:cubicBezTo>
                  <a:cubicBezTo>
                    <a:pt x="6109" y="1445"/>
                    <a:pt x="5328" y="1146"/>
                    <a:pt x="4365" y="373"/>
                  </a:cubicBezTo>
                  <a:cubicBezTo>
                    <a:pt x="4063" y="133"/>
                    <a:pt x="3625" y="1"/>
                    <a:pt x="31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3" name="Google Shape;21223;p90"/>
            <p:cNvSpPr/>
            <p:nvPr/>
          </p:nvSpPr>
          <p:spPr>
            <a:xfrm>
              <a:off x="2647920" y="2566270"/>
              <a:ext cx="21232" cy="17038"/>
            </a:xfrm>
            <a:custGeom>
              <a:rect b="b" l="l" r="r" t="t"/>
              <a:pathLst>
                <a:path extrusionOk="0" h="650" w="810">
                  <a:moveTo>
                    <a:pt x="505" y="0"/>
                  </a:moveTo>
                  <a:cubicBezTo>
                    <a:pt x="455" y="0"/>
                    <a:pt x="402" y="21"/>
                    <a:pt x="356" y="69"/>
                  </a:cubicBezTo>
                  <a:lnTo>
                    <a:pt x="131" y="295"/>
                  </a:lnTo>
                  <a:cubicBezTo>
                    <a:pt x="1" y="425"/>
                    <a:pt x="92" y="650"/>
                    <a:pt x="279" y="650"/>
                  </a:cubicBezTo>
                  <a:lnTo>
                    <a:pt x="282" y="650"/>
                  </a:lnTo>
                  <a:cubicBezTo>
                    <a:pt x="335" y="650"/>
                    <a:pt x="388" y="629"/>
                    <a:pt x="430" y="590"/>
                  </a:cubicBezTo>
                  <a:lnTo>
                    <a:pt x="651" y="365"/>
                  </a:lnTo>
                  <a:cubicBezTo>
                    <a:pt x="810" y="214"/>
                    <a:pt x="669" y="0"/>
                    <a:pt x="5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4" name="Google Shape;21224;p90"/>
            <p:cNvSpPr/>
            <p:nvPr/>
          </p:nvSpPr>
          <p:spPr>
            <a:xfrm>
              <a:off x="2688628" y="2566453"/>
              <a:ext cx="21232" cy="16881"/>
            </a:xfrm>
            <a:custGeom>
              <a:rect b="b" l="l" r="r" t="t"/>
              <a:pathLst>
                <a:path extrusionOk="0" h="644" w="810">
                  <a:moveTo>
                    <a:pt x="298" y="0"/>
                  </a:moveTo>
                  <a:cubicBezTo>
                    <a:pt x="137" y="0"/>
                    <a:pt x="0" y="206"/>
                    <a:pt x="146" y="358"/>
                  </a:cubicBezTo>
                  <a:lnTo>
                    <a:pt x="368" y="583"/>
                  </a:lnTo>
                  <a:cubicBezTo>
                    <a:pt x="413" y="626"/>
                    <a:pt x="463" y="644"/>
                    <a:pt x="511" y="644"/>
                  </a:cubicBezTo>
                  <a:cubicBezTo>
                    <a:pt x="672" y="644"/>
                    <a:pt x="810" y="439"/>
                    <a:pt x="663" y="288"/>
                  </a:cubicBezTo>
                  <a:lnTo>
                    <a:pt x="442" y="62"/>
                  </a:lnTo>
                  <a:cubicBezTo>
                    <a:pt x="396" y="19"/>
                    <a:pt x="346"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5" name="Google Shape;21225;p90"/>
            <p:cNvSpPr/>
            <p:nvPr/>
          </p:nvSpPr>
          <p:spPr>
            <a:xfrm>
              <a:off x="2526713" y="2496177"/>
              <a:ext cx="34417" cy="52006"/>
            </a:xfrm>
            <a:custGeom>
              <a:rect b="b" l="l" r="r" t="t"/>
              <a:pathLst>
                <a:path extrusionOk="0" h="1984" w="1313">
                  <a:moveTo>
                    <a:pt x="658" y="1"/>
                  </a:moveTo>
                  <a:cubicBezTo>
                    <a:pt x="296" y="1"/>
                    <a:pt x="1" y="293"/>
                    <a:pt x="1" y="655"/>
                  </a:cubicBezTo>
                  <a:lnTo>
                    <a:pt x="1" y="1326"/>
                  </a:lnTo>
                  <a:cubicBezTo>
                    <a:pt x="1" y="1689"/>
                    <a:pt x="296" y="1984"/>
                    <a:pt x="658" y="1984"/>
                  </a:cubicBezTo>
                  <a:cubicBezTo>
                    <a:pt x="1020" y="1984"/>
                    <a:pt x="1312" y="1689"/>
                    <a:pt x="1312" y="1326"/>
                  </a:cubicBezTo>
                  <a:lnTo>
                    <a:pt x="1312" y="880"/>
                  </a:lnTo>
                  <a:cubicBezTo>
                    <a:pt x="1312" y="764"/>
                    <a:pt x="1221" y="669"/>
                    <a:pt x="1105" y="669"/>
                  </a:cubicBezTo>
                  <a:cubicBezTo>
                    <a:pt x="989" y="669"/>
                    <a:pt x="894" y="764"/>
                    <a:pt x="894" y="880"/>
                  </a:cubicBezTo>
                  <a:lnTo>
                    <a:pt x="894" y="1326"/>
                  </a:lnTo>
                  <a:cubicBezTo>
                    <a:pt x="894" y="1456"/>
                    <a:pt x="788" y="1565"/>
                    <a:pt x="658" y="1565"/>
                  </a:cubicBezTo>
                  <a:cubicBezTo>
                    <a:pt x="525" y="1565"/>
                    <a:pt x="419" y="1456"/>
                    <a:pt x="419" y="1326"/>
                  </a:cubicBezTo>
                  <a:lnTo>
                    <a:pt x="419" y="655"/>
                  </a:lnTo>
                  <a:cubicBezTo>
                    <a:pt x="419" y="525"/>
                    <a:pt x="525" y="419"/>
                    <a:pt x="658" y="419"/>
                  </a:cubicBezTo>
                  <a:cubicBezTo>
                    <a:pt x="771" y="419"/>
                    <a:pt x="866" y="324"/>
                    <a:pt x="866" y="208"/>
                  </a:cubicBezTo>
                  <a:cubicBezTo>
                    <a:pt x="866" y="92"/>
                    <a:pt x="771" y="1"/>
                    <a:pt x="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6" name="Google Shape;21226;p90"/>
            <p:cNvSpPr/>
            <p:nvPr/>
          </p:nvSpPr>
          <p:spPr>
            <a:xfrm>
              <a:off x="2796335" y="2496177"/>
              <a:ext cx="34391" cy="52006"/>
            </a:xfrm>
            <a:custGeom>
              <a:rect b="b" l="l" r="r" t="t"/>
              <a:pathLst>
                <a:path extrusionOk="0" h="1984" w="1312">
                  <a:moveTo>
                    <a:pt x="654" y="1"/>
                  </a:moveTo>
                  <a:cubicBezTo>
                    <a:pt x="377" y="1"/>
                    <a:pt x="377" y="419"/>
                    <a:pt x="654" y="419"/>
                  </a:cubicBezTo>
                  <a:cubicBezTo>
                    <a:pt x="788" y="419"/>
                    <a:pt x="894" y="525"/>
                    <a:pt x="894" y="655"/>
                  </a:cubicBezTo>
                  <a:lnTo>
                    <a:pt x="894" y="1326"/>
                  </a:lnTo>
                  <a:cubicBezTo>
                    <a:pt x="894" y="1456"/>
                    <a:pt x="788" y="1565"/>
                    <a:pt x="654" y="1565"/>
                  </a:cubicBezTo>
                  <a:cubicBezTo>
                    <a:pt x="524" y="1565"/>
                    <a:pt x="419" y="1456"/>
                    <a:pt x="419" y="1326"/>
                  </a:cubicBezTo>
                  <a:lnTo>
                    <a:pt x="419" y="880"/>
                  </a:lnTo>
                  <a:cubicBezTo>
                    <a:pt x="419" y="741"/>
                    <a:pt x="314" y="671"/>
                    <a:pt x="210" y="671"/>
                  </a:cubicBezTo>
                  <a:cubicBezTo>
                    <a:pt x="105" y="671"/>
                    <a:pt x="0" y="741"/>
                    <a:pt x="0" y="880"/>
                  </a:cubicBezTo>
                  <a:lnTo>
                    <a:pt x="0" y="1326"/>
                  </a:lnTo>
                  <a:cubicBezTo>
                    <a:pt x="0" y="1689"/>
                    <a:pt x="292" y="1984"/>
                    <a:pt x="654" y="1984"/>
                  </a:cubicBezTo>
                  <a:cubicBezTo>
                    <a:pt x="1017" y="1984"/>
                    <a:pt x="1312" y="1689"/>
                    <a:pt x="1312" y="1326"/>
                  </a:cubicBezTo>
                  <a:lnTo>
                    <a:pt x="1312" y="655"/>
                  </a:lnTo>
                  <a:cubicBezTo>
                    <a:pt x="1312" y="293"/>
                    <a:pt x="1017" y="1"/>
                    <a:pt x="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27" name="Google Shape;21227;p90"/>
          <p:cNvGrpSpPr/>
          <p:nvPr/>
        </p:nvGrpSpPr>
        <p:grpSpPr>
          <a:xfrm>
            <a:off x="3897260" y="3348136"/>
            <a:ext cx="271850" cy="360999"/>
            <a:chOff x="3897260" y="3348136"/>
            <a:chExt cx="271850" cy="360999"/>
          </a:xfrm>
        </p:grpSpPr>
        <p:sp>
          <p:nvSpPr>
            <p:cNvPr id="21228" name="Google Shape;21228;p90"/>
            <p:cNvSpPr/>
            <p:nvPr/>
          </p:nvSpPr>
          <p:spPr>
            <a:xfrm>
              <a:off x="3904468" y="3353405"/>
              <a:ext cx="259949" cy="271299"/>
            </a:xfrm>
            <a:custGeom>
              <a:rect b="b" l="l" r="r" t="t"/>
              <a:pathLst>
                <a:path extrusionOk="0" h="10350" w="9917">
                  <a:moveTo>
                    <a:pt x="4938" y="1"/>
                  </a:moveTo>
                  <a:cubicBezTo>
                    <a:pt x="4877" y="1"/>
                    <a:pt x="4816" y="3"/>
                    <a:pt x="4754" y="8"/>
                  </a:cubicBezTo>
                  <a:cubicBezTo>
                    <a:pt x="3889" y="78"/>
                    <a:pt x="3126" y="616"/>
                    <a:pt x="2775" y="1411"/>
                  </a:cubicBezTo>
                  <a:cubicBezTo>
                    <a:pt x="1614" y="1713"/>
                    <a:pt x="693" y="2599"/>
                    <a:pt x="345" y="3746"/>
                  </a:cubicBezTo>
                  <a:cubicBezTo>
                    <a:pt x="0" y="4895"/>
                    <a:pt x="274" y="6144"/>
                    <a:pt x="1076" y="7037"/>
                  </a:cubicBezTo>
                  <a:cubicBezTo>
                    <a:pt x="1066" y="7135"/>
                    <a:pt x="1062" y="7234"/>
                    <a:pt x="1062" y="7332"/>
                  </a:cubicBezTo>
                  <a:cubicBezTo>
                    <a:pt x="1062" y="8999"/>
                    <a:pt x="2412" y="10349"/>
                    <a:pt x="4079" y="10349"/>
                  </a:cubicBezTo>
                  <a:cubicBezTo>
                    <a:pt x="4262" y="10349"/>
                    <a:pt x="4983" y="10335"/>
                    <a:pt x="5155" y="10304"/>
                  </a:cubicBezTo>
                  <a:lnTo>
                    <a:pt x="5229" y="9555"/>
                  </a:lnTo>
                  <a:cubicBezTo>
                    <a:pt x="5683" y="9800"/>
                    <a:pt x="6177" y="9919"/>
                    <a:pt x="6665" y="9919"/>
                  </a:cubicBezTo>
                  <a:cubicBezTo>
                    <a:pt x="7541" y="9919"/>
                    <a:pt x="8400" y="9538"/>
                    <a:pt x="8992" y="8827"/>
                  </a:cubicBezTo>
                  <a:cubicBezTo>
                    <a:pt x="9909" y="7719"/>
                    <a:pt x="9916" y="6112"/>
                    <a:pt x="9006" y="4997"/>
                  </a:cubicBezTo>
                  <a:lnTo>
                    <a:pt x="9009" y="4997"/>
                  </a:lnTo>
                  <a:cubicBezTo>
                    <a:pt x="9547" y="4241"/>
                    <a:pt x="9618" y="3246"/>
                    <a:pt x="9196" y="2423"/>
                  </a:cubicBezTo>
                  <a:cubicBezTo>
                    <a:pt x="8770" y="1597"/>
                    <a:pt x="7919" y="1080"/>
                    <a:pt x="6991" y="1080"/>
                  </a:cubicBezTo>
                  <a:cubicBezTo>
                    <a:pt x="6970" y="1080"/>
                    <a:pt x="6949" y="1084"/>
                    <a:pt x="6931" y="1084"/>
                  </a:cubicBezTo>
                  <a:cubicBezTo>
                    <a:pt x="6490" y="404"/>
                    <a:pt x="5739" y="1"/>
                    <a:pt x="493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9" name="Google Shape;21229;p90"/>
            <p:cNvSpPr/>
            <p:nvPr/>
          </p:nvSpPr>
          <p:spPr>
            <a:xfrm>
              <a:off x="3904468" y="3353379"/>
              <a:ext cx="143618" cy="271221"/>
            </a:xfrm>
            <a:custGeom>
              <a:rect b="b" l="l" r="r" t="t"/>
              <a:pathLst>
                <a:path extrusionOk="0" h="10347" w="5479">
                  <a:moveTo>
                    <a:pt x="4932" y="0"/>
                  </a:moveTo>
                  <a:cubicBezTo>
                    <a:pt x="4014" y="0"/>
                    <a:pt x="3156" y="539"/>
                    <a:pt x="2775" y="1408"/>
                  </a:cubicBezTo>
                  <a:cubicBezTo>
                    <a:pt x="1614" y="1711"/>
                    <a:pt x="693" y="2597"/>
                    <a:pt x="345" y="3747"/>
                  </a:cubicBezTo>
                  <a:cubicBezTo>
                    <a:pt x="0" y="4893"/>
                    <a:pt x="274" y="6141"/>
                    <a:pt x="1076" y="7034"/>
                  </a:cubicBezTo>
                  <a:cubicBezTo>
                    <a:pt x="1066" y="7133"/>
                    <a:pt x="1062" y="7231"/>
                    <a:pt x="1062" y="7330"/>
                  </a:cubicBezTo>
                  <a:cubicBezTo>
                    <a:pt x="1062" y="8997"/>
                    <a:pt x="2412" y="10347"/>
                    <a:pt x="4079" y="10347"/>
                  </a:cubicBezTo>
                  <a:cubicBezTo>
                    <a:pt x="4262" y="10347"/>
                    <a:pt x="4986" y="10333"/>
                    <a:pt x="5159" y="10301"/>
                  </a:cubicBezTo>
                  <a:lnTo>
                    <a:pt x="5159" y="9218"/>
                  </a:lnTo>
                  <a:cubicBezTo>
                    <a:pt x="5020" y="9255"/>
                    <a:pt x="4878" y="9274"/>
                    <a:pt x="4736" y="9274"/>
                  </a:cubicBezTo>
                  <a:cubicBezTo>
                    <a:pt x="4490" y="9274"/>
                    <a:pt x="4245" y="9218"/>
                    <a:pt x="4019" y="9109"/>
                  </a:cubicBezTo>
                  <a:cubicBezTo>
                    <a:pt x="3464" y="8845"/>
                    <a:pt x="3063" y="8314"/>
                    <a:pt x="3007" y="7703"/>
                  </a:cubicBezTo>
                  <a:cubicBezTo>
                    <a:pt x="2986" y="7470"/>
                    <a:pt x="3014" y="7238"/>
                    <a:pt x="3084" y="7020"/>
                  </a:cubicBezTo>
                  <a:cubicBezTo>
                    <a:pt x="3109" y="6936"/>
                    <a:pt x="3077" y="6845"/>
                    <a:pt x="3007" y="6792"/>
                  </a:cubicBezTo>
                  <a:cubicBezTo>
                    <a:pt x="1649" y="5681"/>
                    <a:pt x="1931" y="3529"/>
                    <a:pt x="3527" y="2804"/>
                  </a:cubicBezTo>
                  <a:cubicBezTo>
                    <a:pt x="3615" y="2765"/>
                    <a:pt x="3668" y="2678"/>
                    <a:pt x="3661" y="2586"/>
                  </a:cubicBezTo>
                  <a:cubicBezTo>
                    <a:pt x="3654" y="2516"/>
                    <a:pt x="3650" y="2442"/>
                    <a:pt x="3650" y="2372"/>
                  </a:cubicBezTo>
                  <a:cubicBezTo>
                    <a:pt x="3650" y="1271"/>
                    <a:pt x="4406" y="315"/>
                    <a:pt x="5479" y="65"/>
                  </a:cubicBezTo>
                  <a:cubicBezTo>
                    <a:pt x="5296" y="21"/>
                    <a:pt x="5113" y="0"/>
                    <a:pt x="4932"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0" name="Google Shape;21230;p90"/>
            <p:cNvSpPr/>
            <p:nvPr/>
          </p:nvSpPr>
          <p:spPr>
            <a:xfrm>
              <a:off x="4022713" y="3593275"/>
              <a:ext cx="33945" cy="110617"/>
            </a:xfrm>
            <a:custGeom>
              <a:rect b="b" l="l" r="r" t="t"/>
              <a:pathLst>
                <a:path extrusionOk="0" h="4220" w="1295">
                  <a:moveTo>
                    <a:pt x="888" y="1"/>
                  </a:moveTo>
                  <a:cubicBezTo>
                    <a:pt x="864" y="1"/>
                    <a:pt x="840" y="5"/>
                    <a:pt x="816" y="13"/>
                  </a:cubicBezTo>
                  <a:cubicBezTo>
                    <a:pt x="623" y="84"/>
                    <a:pt x="419" y="122"/>
                    <a:pt x="215" y="122"/>
                  </a:cubicBezTo>
                  <a:lnTo>
                    <a:pt x="194" y="122"/>
                  </a:lnTo>
                  <a:lnTo>
                    <a:pt x="1" y="4219"/>
                  </a:lnTo>
                  <a:lnTo>
                    <a:pt x="1295" y="4219"/>
                  </a:lnTo>
                  <a:lnTo>
                    <a:pt x="1101" y="210"/>
                  </a:lnTo>
                  <a:cubicBezTo>
                    <a:pt x="1098" y="91"/>
                    <a:pt x="999" y="1"/>
                    <a:pt x="888"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1" name="Google Shape;21231;p90"/>
            <p:cNvSpPr/>
            <p:nvPr/>
          </p:nvSpPr>
          <p:spPr>
            <a:xfrm>
              <a:off x="4022713" y="3593275"/>
              <a:ext cx="29148" cy="110617"/>
            </a:xfrm>
            <a:custGeom>
              <a:rect b="b" l="l" r="r" t="t"/>
              <a:pathLst>
                <a:path extrusionOk="0" h="4220" w="1112">
                  <a:moveTo>
                    <a:pt x="889" y="1"/>
                  </a:moveTo>
                  <a:cubicBezTo>
                    <a:pt x="865" y="1"/>
                    <a:pt x="841" y="5"/>
                    <a:pt x="816" y="13"/>
                  </a:cubicBezTo>
                  <a:cubicBezTo>
                    <a:pt x="627" y="84"/>
                    <a:pt x="423" y="122"/>
                    <a:pt x="215" y="122"/>
                  </a:cubicBezTo>
                  <a:lnTo>
                    <a:pt x="194" y="122"/>
                  </a:lnTo>
                  <a:lnTo>
                    <a:pt x="1" y="4219"/>
                  </a:lnTo>
                  <a:lnTo>
                    <a:pt x="648" y="4219"/>
                  </a:lnTo>
                  <a:lnTo>
                    <a:pt x="648" y="710"/>
                  </a:lnTo>
                  <a:cubicBezTo>
                    <a:pt x="648" y="615"/>
                    <a:pt x="704" y="534"/>
                    <a:pt x="795" y="506"/>
                  </a:cubicBezTo>
                  <a:lnTo>
                    <a:pt x="1112" y="400"/>
                  </a:lnTo>
                  <a:lnTo>
                    <a:pt x="1101" y="207"/>
                  </a:lnTo>
                  <a:cubicBezTo>
                    <a:pt x="1098" y="88"/>
                    <a:pt x="1000" y="1"/>
                    <a:pt x="889"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2" name="Google Shape;21232;p90"/>
            <p:cNvSpPr/>
            <p:nvPr/>
          </p:nvSpPr>
          <p:spPr>
            <a:xfrm>
              <a:off x="3897260" y="3348136"/>
              <a:ext cx="271850" cy="360999"/>
            </a:xfrm>
            <a:custGeom>
              <a:rect b="b" l="l" r="r" t="t"/>
              <a:pathLst>
                <a:path extrusionOk="0" h="13772" w="10371">
                  <a:moveTo>
                    <a:pt x="5221" y="405"/>
                  </a:moveTo>
                  <a:cubicBezTo>
                    <a:pt x="5911" y="405"/>
                    <a:pt x="6605" y="728"/>
                    <a:pt x="7037" y="1394"/>
                  </a:cubicBezTo>
                  <a:cubicBezTo>
                    <a:pt x="7076" y="1453"/>
                    <a:pt x="7143" y="1489"/>
                    <a:pt x="7213" y="1489"/>
                  </a:cubicBezTo>
                  <a:lnTo>
                    <a:pt x="7266" y="1489"/>
                  </a:lnTo>
                  <a:cubicBezTo>
                    <a:pt x="8525" y="1489"/>
                    <a:pt x="9544" y="2508"/>
                    <a:pt x="9544" y="3764"/>
                  </a:cubicBezTo>
                  <a:cubicBezTo>
                    <a:pt x="9544" y="4151"/>
                    <a:pt x="9446" y="4530"/>
                    <a:pt x="9260" y="4868"/>
                  </a:cubicBezTo>
                  <a:cubicBezTo>
                    <a:pt x="9238" y="4847"/>
                    <a:pt x="9217" y="4826"/>
                    <a:pt x="9196" y="4805"/>
                  </a:cubicBezTo>
                  <a:cubicBezTo>
                    <a:pt x="9153" y="4763"/>
                    <a:pt x="9106" y="4746"/>
                    <a:pt x="9060" y="4746"/>
                  </a:cubicBezTo>
                  <a:cubicBezTo>
                    <a:pt x="8904" y="4746"/>
                    <a:pt x="8771" y="4949"/>
                    <a:pt x="8915" y="5093"/>
                  </a:cubicBezTo>
                  <a:cubicBezTo>
                    <a:pt x="9734" y="5895"/>
                    <a:pt x="9984" y="7111"/>
                    <a:pt x="9551" y="8170"/>
                  </a:cubicBezTo>
                  <a:cubicBezTo>
                    <a:pt x="9119" y="9228"/>
                    <a:pt x="8089" y="9921"/>
                    <a:pt x="6946" y="9921"/>
                  </a:cubicBezTo>
                  <a:lnTo>
                    <a:pt x="6942" y="9917"/>
                  </a:lnTo>
                  <a:cubicBezTo>
                    <a:pt x="6654" y="9917"/>
                    <a:pt x="6369" y="9872"/>
                    <a:pt x="6095" y="9787"/>
                  </a:cubicBezTo>
                  <a:lnTo>
                    <a:pt x="6067" y="9256"/>
                  </a:lnTo>
                  <a:cubicBezTo>
                    <a:pt x="6123" y="9211"/>
                    <a:pt x="6176" y="9165"/>
                    <a:pt x="6225" y="9116"/>
                  </a:cubicBezTo>
                  <a:cubicBezTo>
                    <a:pt x="6389" y="8970"/>
                    <a:pt x="6248" y="8756"/>
                    <a:pt x="6088" y="8756"/>
                  </a:cubicBezTo>
                  <a:cubicBezTo>
                    <a:pt x="6036" y="8756"/>
                    <a:pt x="5982" y="8779"/>
                    <a:pt x="5937" y="8834"/>
                  </a:cubicBezTo>
                  <a:cubicBezTo>
                    <a:pt x="5685" y="9090"/>
                    <a:pt x="5347" y="9225"/>
                    <a:pt x="5004" y="9225"/>
                  </a:cubicBezTo>
                  <a:cubicBezTo>
                    <a:pt x="4813" y="9225"/>
                    <a:pt x="4621" y="9183"/>
                    <a:pt x="4442" y="9098"/>
                  </a:cubicBezTo>
                  <a:cubicBezTo>
                    <a:pt x="4409" y="9082"/>
                    <a:pt x="4377" y="9075"/>
                    <a:pt x="4347" y="9075"/>
                  </a:cubicBezTo>
                  <a:cubicBezTo>
                    <a:pt x="4156" y="9075"/>
                    <a:pt x="4054" y="9367"/>
                    <a:pt x="4270" y="9464"/>
                  </a:cubicBezTo>
                  <a:cubicBezTo>
                    <a:pt x="4431" y="9541"/>
                    <a:pt x="4604" y="9590"/>
                    <a:pt x="4783" y="9615"/>
                  </a:cubicBezTo>
                  <a:lnTo>
                    <a:pt x="4748" y="10322"/>
                  </a:lnTo>
                  <a:cubicBezTo>
                    <a:pt x="4614" y="10341"/>
                    <a:pt x="4480" y="10350"/>
                    <a:pt x="4349" y="10350"/>
                  </a:cubicBezTo>
                  <a:cubicBezTo>
                    <a:pt x="2822" y="10350"/>
                    <a:pt x="1537" y="9110"/>
                    <a:pt x="1537" y="7533"/>
                  </a:cubicBezTo>
                  <a:cubicBezTo>
                    <a:pt x="1537" y="7445"/>
                    <a:pt x="1541" y="7354"/>
                    <a:pt x="1552" y="7256"/>
                  </a:cubicBezTo>
                  <a:cubicBezTo>
                    <a:pt x="1559" y="7199"/>
                    <a:pt x="1541" y="7147"/>
                    <a:pt x="1502" y="7104"/>
                  </a:cubicBezTo>
                  <a:cubicBezTo>
                    <a:pt x="1" y="5423"/>
                    <a:pt x="630" y="2762"/>
                    <a:pt x="2726" y="1932"/>
                  </a:cubicBezTo>
                  <a:lnTo>
                    <a:pt x="2726" y="1932"/>
                  </a:lnTo>
                  <a:cubicBezTo>
                    <a:pt x="2691" y="2065"/>
                    <a:pt x="2666" y="2202"/>
                    <a:pt x="2656" y="2343"/>
                  </a:cubicBezTo>
                  <a:cubicBezTo>
                    <a:pt x="2645" y="2452"/>
                    <a:pt x="2726" y="2551"/>
                    <a:pt x="2839" y="2561"/>
                  </a:cubicBezTo>
                  <a:lnTo>
                    <a:pt x="2856" y="2561"/>
                  </a:lnTo>
                  <a:cubicBezTo>
                    <a:pt x="2962" y="2561"/>
                    <a:pt x="3046" y="2480"/>
                    <a:pt x="3057" y="2378"/>
                  </a:cubicBezTo>
                  <a:cubicBezTo>
                    <a:pt x="3078" y="2146"/>
                    <a:pt x="3134" y="1921"/>
                    <a:pt x="3229" y="1710"/>
                  </a:cubicBezTo>
                  <a:cubicBezTo>
                    <a:pt x="3229" y="1707"/>
                    <a:pt x="3232" y="1700"/>
                    <a:pt x="3236" y="1696"/>
                  </a:cubicBezTo>
                  <a:cubicBezTo>
                    <a:pt x="3611" y="847"/>
                    <a:pt x="4414" y="405"/>
                    <a:pt x="5221" y="405"/>
                  </a:cubicBezTo>
                  <a:close/>
                  <a:moveTo>
                    <a:pt x="5676" y="9492"/>
                  </a:moveTo>
                  <a:lnTo>
                    <a:pt x="5866" y="13367"/>
                  </a:lnTo>
                  <a:lnTo>
                    <a:pt x="4998" y="13367"/>
                  </a:lnTo>
                  <a:lnTo>
                    <a:pt x="5184" y="9619"/>
                  </a:lnTo>
                  <a:cubicBezTo>
                    <a:pt x="5353" y="9601"/>
                    <a:pt x="5518" y="9559"/>
                    <a:pt x="5676" y="9492"/>
                  </a:cubicBezTo>
                  <a:close/>
                  <a:moveTo>
                    <a:pt x="5221" y="0"/>
                  </a:moveTo>
                  <a:cubicBezTo>
                    <a:pt x="4294" y="0"/>
                    <a:pt x="3372" y="494"/>
                    <a:pt x="2909" y="1443"/>
                  </a:cubicBezTo>
                  <a:cubicBezTo>
                    <a:pt x="1717" y="1784"/>
                    <a:pt x="785" y="2709"/>
                    <a:pt x="426" y="3894"/>
                  </a:cubicBezTo>
                  <a:cubicBezTo>
                    <a:pt x="71" y="5079"/>
                    <a:pt x="338" y="6366"/>
                    <a:pt x="1144" y="7308"/>
                  </a:cubicBezTo>
                  <a:cubicBezTo>
                    <a:pt x="1137" y="7386"/>
                    <a:pt x="1137" y="7459"/>
                    <a:pt x="1137" y="7533"/>
                  </a:cubicBezTo>
                  <a:cubicBezTo>
                    <a:pt x="1133" y="9330"/>
                    <a:pt x="2599" y="10755"/>
                    <a:pt x="4348" y="10755"/>
                  </a:cubicBezTo>
                  <a:cubicBezTo>
                    <a:pt x="4472" y="10755"/>
                    <a:pt x="4597" y="10748"/>
                    <a:pt x="4723" y="10733"/>
                  </a:cubicBezTo>
                  <a:lnTo>
                    <a:pt x="4723" y="10733"/>
                  </a:lnTo>
                  <a:lnTo>
                    <a:pt x="4593" y="13371"/>
                  </a:lnTo>
                  <a:lnTo>
                    <a:pt x="4354" y="13371"/>
                  </a:lnTo>
                  <a:cubicBezTo>
                    <a:pt x="4353" y="13371"/>
                    <a:pt x="4352" y="13371"/>
                    <a:pt x="4351" y="13371"/>
                  </a:cubicBezTo>
                  <a:cubicBezTo>
                    <a:pt x="4087" y="13371"/>
                    <a:pt x="4088" y="13771"/>
                    <a:pt x="4354" y="13771"/>
                  </a:cubicBezTo>
                  <a:lnTo>
                    <a:pt x="6510" y="13771"/>
                  </a:lnTo>
                  <a:cubicBezTo>
                    <a:pt x="6619" y="13771"/>
                    <a:pt x="6710" y="13684"/>
                    <a:pt x="6710" y="13571"/>
                  </a:cubicBezTo>
                  <a:cubicBezTo>
                    <a:pt x="6710" y="13459"/>
                    <a:pt x="6619" y="13371"/>
                    <a:pt x="6510" y="13371"/>
                  </a:cubicBezTo>
                  <a:lnTo>
                    <a:pt x="6271" y="13371"/>
                  </a:lnTo>
                  <a:lnTo>
                    <a:pt x="6112" y="10216"/>
                  </a:lnTo>
                  <a:lnTo>
                    <a:pt x="6112" y="10216"/>
                  </a:lnTo>
                  <a:cubicBezTo>
                    <a:pt x="6386" y="10288"/>
                    <a:pt x="6662" y="10323"/>
                    <a:pt x="6936" y="10323"/>
                  </a:cubicBezTo>
                  <a:cubicBezTo>
                    <a:pt x="7986" y="10323"/>
                    <a:pt x="8993" y="9810"/>
                    <a:pt x="9604" y="8912"/>
                  </a:cubicBezTo>
                  <a:cubicBezTo>
                    <a:pt x="10371" y="7783"/>
                    <a:pt x="10343" y="6289"/>
                    <a:pt x="9530" y="5188"/>
                  </a:cubicBezTo>
                  <a:cubicBezTo>
                    <a:pt x="10051" y="4369"/>
                    <a:pt x="10082" y="3335"/>
                    <a:pt x="9622" y="2484"/>
                  </a:cubicBezTo>
                  <a:cubicBezTo>
                    <a:pt x="9161" y="1629"/>
                    <a:pt x="8278" y="1095"/>
                    <a:pt x="7311" y="1081"/>
                  </a:cubicBezTo>
                  <a:cubicBezTo>
                    <a:pt x="6793" y="353"/>
                    <a:pt x="6005" y="0"/>
                    <a:pt x="5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3" name="Google Shape;21233;p90"/>
            <p:cNvSpPr/>
            <p:nvPr/>
          </p:nvSpPr>
          <p:spPr>
            <a:xfrm>
              <a:off x="3955242" y="3495083"/>
              <a:ext cx="61416" cy="61416"/>
            </a:xfrm>
            <a:custGeom>
              <a:rect b="b" l="l" r="r" t="t"/>
              <a:pathLst>
                <a:path extrusionOk="0" h="2343" w="2343">
                  <a:moveTo>
                    <a:pt x="203" y="0"/>
                  </a:moveTo>
                  <a:cubicBezTo>
                    <a:pt x="102" y="0"/>
                    <a:pt x="1" y="67"/>
                    <a:pt x="1" y="201"/>
                  </a:cubicBezTo>
                  <a:cubicBezTo>
                    <a:pt x="1" y="1382"/>
                    <a:pt x="961" y="2342"/>
                    <a:pt x="2142" y="2342"/>
                  </a:cubicBezTo>
                  <a:cubicBezTo>
                    <a:pt x="2255" y="2342"/>
                    <a:pt x="2343" y="2254"/>
                    <a:pt x="2343" y="2142"/>
                  </a:cubicBezTo>
                  <a:cubicBezTo>
                    <a:pt x="2343" y="2029"/>
                    <a:pt x="2255" y="1941"/>
                    <a:pt x="2142" y="1941"/>
                  </a:cubicBezTo>
                  <a:cubicBezTo>
                    <a:pt x="1182" y="1938"/>
                    <a:pt x="405" y="1161"/>
                    <a:pt x="405" y="201"/>
                  </a:cubicBezTo>
                  <a:cubicBezTo>
                    <a:pt x="405" y="67"/>
                    <a:pt x="304"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4" name="Google Shape;21234;p90"/>
            <p:cNvSpPr/>
            <p:nvPr/>
          </p:nvSpPr>
          <p:spPr>
            <a:xfrm>
              <a:off x="4077838" y="3404650"/>
              <a:ext cx="46213" cy="44456"/>
            </a:xfrm>
            <a:custGeom>
              <a:rect b="b" l="l" r="r" t="t"/>
              <a:pathLst>
                <a:path extrusionOk="0" h="1696" w="1763">
                  <a:moveTo>
                    <a:pt x="268" y="1"/>
                  </a:moveTo>
                  <a:cubicBezTo>
                    <a:pt x="0" y="1"/>
                    <a:pt x="0" y="405"/>
                    <a:pt x="268" y="405"/>
                  </a:cubicBezTo>
                  <a:cubicBezTo>
                    <a:pt x="873" y="405"/>
                    <a:pt x="1358" y="894"/>
                    <a:pt x="1361" y="1495"/>
                  </a:cubicBezTo>
                  <a:cubicBezTo>
                    <a:pt x="1361" y="1608"/>
                    <a:pt x="1449" y="1696"/>
                    <a:pt x="1562" y="1696"/>
                  </a:cubicBezTo>
                  <a:cubicBezTo>
                    <a:pt x="1674" y="1696"/>
                    <a:pt x="1762" y="1608"/>
                    <a:pt x="1762" y="1495"/>
                  </a:cubicBezTo>
                  <a:cubicBezTo>
                    <a:pt x="1762" y="669"/>
                    <a:pt x="1094" y="1"/>
                    <a:pt x="2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35" name="Google Shape;21235;p90"/>
          <p:cNvGrpSpPr/>
          <p:nvPr/>
        </p:nvGrpSpPr>
        <p:grpSpPr>
          <a:xfrm>
            <a:off x="3584414" y="1959319"/>
            <a:ext cx="384328" cy="378430"/>
            <a:chOff x="3584414" y="1959319"/>
            <a:chExt cx="384328" cy="378430"/>
          </a:xfrm>
        </p:grpSpPr>
        <p:sp>
          <p:nvSpPr>
            <p:cNvPr id="21236" name="Google Shape;21236;p90"/>
            <p:cNvSpPr/>
            <p:nvPr/>
          </p:nvSpPr>
          <p:spPr>
            <a:xfrm>
              <a:off x="3786931" y="1964876"/>
              <a:ext cx="164457" cy="367263"/>
            </a:xfrm>
            <a:custGeom>
              <a:rect b="b" l="l" r="r" t="t"/>
              <a:pathLst>
                <a:path extrusionOk="0" h="14011" w="6274">
                  <a:moveTo>
                    <a:pt x="3343" y="1"/>
                  </a:moveTo>
                  <a:cubicBezTo>
                    <a:pt x="3059" y="1"/>
                    <a:pt x="2748" y="51"/>
                    <a:pt x="2406" y="166"/>
                  </a:cubicBezTo>
                  <a:cubicBezTo>
                    <a:pt x="1" y="975"/>
                    <a:pt x="795" y="4323"/>
                    <a:pt x="1470" y="6046"/>
                  </a:cubicBezTo>
                  <a:lnTo>
                    <a:pt x="2205" y="14010"/>
                  </a:lnTo>
                  <a:cubicBezTo>
                    <a:pt x="4688" y="14010"/>
                    <a:pt x="6274" y="12203"/>
                    <a:pt x="6274" y="9717"/>
                  </a:cubicBezTo>
                  <a:cubicBezTo>
                    <a:pt x="6274" y="7090"/>
                    <a:pt x="3732" y="5283"/>
                    <a:pt x="3563" y="3472"/>
                  </a:cubicBezTo>
                  <a:cubicBezTo>
                    <a:pt x="3466" y="2440"/>
                    <a:pt x="4059" y="1932"/>
                    <a:pt x="4844" y="1932"/>
                  </a:cubicBezTo>
                  <a:cubicBezTo>
                    <a:pt x="5060" y="1932"/>
                    <a:pt x="5290" y="1971"/>
                    <a:pt x="5525" y="2047"/>
                  </a:cubicBezTo>
                  <a:cubicBezTo>
                    <a:pt x="5543" y="2054"/>
                    <a:pt x="5561" y="2057"/>
                    <a:pt x="5579" y="2057"/>
                  </a:cubicBezTo>
                  <a:cubicBezTo>
                    <a:pt x="5686" y="2057"/>
                    <a:pt x="5770" y="1945"/>
                    <a:pt x="5722" y="1836"/>
                  </a:cubicBezTo>
                  <a:cubicBezTo>
                    <a:pt x="5456" y="1225"/>
                    <a:pt x="4744" y="1"/>
                    <a:pt x="3343" y="1"/>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7" name="Google Shape;21237;p90"/>
            <p:cNvSpPr/>
            <p:nvPr/>
          </p:nvSpPr>
          <p:spPr>
            <a:xfrm>
              <a:off x="3590049" y="2148495"/>
              <a:ext cx="29620" cy="35623"/>
            </a:xfrm>
            <a:custGeom>
              <a:rect b="b" l="l" r="r" t="t"/>
              <a:pathLst>
                <a:path extrusionOk="0" h="1359" w="1130">
                  <a:moveTo>
                    <a:pt x="563" y="1"/>
                  </a:moveTo>
                  <a:cubicBezTo>
                    <a:pt x="254" y="1"/>
                    <a:pt x="0" y="254"/>
                    <a:pt x="0" y="567"/>
                  </a:cubicBezTo>
                  <a:lnTo>
                    <a:pt x="0" y="792"/>
                  </a:lnTo>
                  <a:cubicBezTo>
                    <a:pt x="0" y="1105"/>
                    <a:pt x="254" y="1358"/>
                    <a:pt x="563" y="1358"/>
                  </a:cubicBezTo>
                  <a:cubicBezTo>
                    <a:pt x="876" y="1358"/>
                    <a:pt x="1129" y="1105"/>
                    <a:pt x="1129" y="792"/>
                  </a:cubicBezTo>
                  <a:lnTo>
                    <a:pt x="1129" y="567"/>
                  </a:lnTo>
                  <a:cubicBezTo>
                    <a:pt x="1129" y="254"/>
                    <a:pt x="876" y="1"/>
                    <a:pt x="56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8" name="Google Shape;21238;p90"/>
            <p:cNvSpPr/>
            <p:nvPr/>
          </p:nvSpPr>
          <p:spPr>
            <a:xfrm>
              <a:off x="3718622" y="2173659"/>
              <a:ext cx="60970" cy="79398"/>
            </a:xfrm>
            <a:custGeom>
              <a:rect b="b" l="l" r="r" t="t"/>
              <a:pathLst>
                <a:path extrusionOk="0" h="3029" w="2326">
                  <a:moveTo>
                    <a:pt x="1742" y="1"/>
                  </a:moveTo>
                  <a:lnTo>
                    <a:pt x="1" y="788"/>
                  </a:lnTo>
                  <a:cubicBezTo>
                    <a:pt x="1" y="788"/>
                    <a:pt x="451" y="2044"/>
                    <a:pt x="1330" y="3028"/>
                  </a:cubicBezTo>
                  <a:lnTo>
                    <a:pt x="2325" y="1639"/>
                  </a:lnTo>
                  <a:lnTo>
                    <a:pt x="1742"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9" name="Google Shape;21239;p90"/>
            <p:cNvSpPr/>
            <p:nvPr/>
          </p:nvSpPr>
          <p:spPr>
            <a:xfrm>
              <a:off x="3608398" y="2049228"/>
              <a:ext cx="317197" cy="282990"/>
            </a:xfrm>
            <a:custGeom>
              <a:rect b="b" l="l" r="r" t="t"/>
              <a:pathLst>
                <a:path extrusionOk="0" h="10796" w="12101">
                  <a:moveTo>
                    <a:pt x="3105" y="0"/>
                  </a:moveTo>
                  <a:cubicBezTo>
                    <a:pt x="2523" y="0"/>
                    <a:pt x="1953" y="204"/>
                    <a:pt x="1519" y="605"/>
                  </a:cubicBezTo>
                  <a:cubicBezTo>
                    <a:pt x="851" y="1221"/>
                    <a:pt x="584" y="2036"/>
                    <a:pt x="507" y="2437"/>
                  </a:cubicBezTo>
                  <a:cubicBezTo>
                    <a:pt x="482" y="2574"/>
                    <a:pt x="531" y="2715"/>
                    <a:pt x="640" y="2803"/>
                  </a:cubicBezTo>
                  <a:cubicBezTo>
                    <a:pt x="827" y="2954"/>
                    <a:pt x="1048" y="3060"/>
                    <a:pt x="1284" y="3109"/>
                  </a:cubicBezTo>
                  <a:cubicBezTo>
                    <a:pt x="1453" y="3429"/>
                    <a:pt x="1692" y="3707"/>
                    <a:pt x="1984" y="3925"/>
                  </a:cubicBezTo>
                  <a:cubicBezTo>
                    <a:pt x="1445" y="3922"/>
                    <a:pt x="985" y="3844"/>
                    <a:pt x="683" y="3844"/>
                  </a:cubicBezTo>
                  <a:cubicBezTo>
                    <a:pt x="573" y="3844"/>
                    <a:pt x="483" y="3854"/>
                    <a:pt x="419" y="3883"/>
                  </a:cubicBezTo>
                  <a:cubicBezTo>
                    <a:pt x="113" y="4027"/>
                    <a:pt x="28" y="4262"/>
                    <a:pt x="11" y="4435"/>
                  </a:cubicBezTo>
                  <a:cubicBezTo>
                    <a:pt x="0" y="4568"/>
                    <a:pt x="92" y="4688"/>
                    <a:pt x="225" y="4712"/>
                  </a:cubicBezTo>
                  <a:cubicBezTo>
                    <a:pt x="595" y="4783"/>
                    <a:pt x="1407" y="4899"/>
                    <a:pt x="2261" y="5268"/>
                  </a:cubicBezTo>
                  <a:cubicBezTo>
                    <a:pt x="3003" y="5589"/>
                    <a:pt x="3564" y="5692"/>
                    <a:pt x="3988" y="5692"/>
                  </a:cubicBezTo>
                  <a:cubicBezTo>
                    <a:pt x="4446" y="5692"/>
                    <a:pt x="4745" y="5572"/>
                    <a:pt x="4944" y="5479"/>
                  </a:cubicBezTo>
                  <a:cubicBezTo>
                    <a:pt x="5152" y="5381"/>
                    <a:pt x="5357" y="5336"/>
                    <a:pt x="5537" y="5336"/>
                  </a:cubicBezTo>
                  <a:cubicBezTo>
                    <a:pt x="6043" y="5336"/>
                    <a:pt x="6349" y="5698"/>
                    <a:pt x="5940" y="6284"/>
                  </a:cubicBezTo>
                  <a:cubicBezTo>
                    <a:pt x="4719" y="8028"/>
                    <a:pt x="6073" y="9425"/>
                    <a:pt x="6850" y="9892"/>
                  </a:cubicBezTo>
                  <a:lnTo>
                    <a:pt x="5848" y="9892"/>
                  </a:lnTo>
                  <a:cubicBezTo>
                    <a:pt x="5461" y="9892"/>
                    <a:pt x="5117" y="10138"/>
                    <a:pt x="4990" y="10508"/>
                  </a:cubicBezTo>
                  <a:cubicBezTo>
                    <a:pt x="4948" y="10650"/>
                    <a:pt x="5054" y="10796"/>
                    <a:pt x="5203" y="10796"/>
                  </a:cubicBezTo>
                  <a:cubicBezTo>
                    <a:pt x="5205" y="10796"/>
                    <a:pt x="5206" y="10796"/>
                    <a:pt x="5208" y="10796"/>
                  </a:cubicBezTo>
                  <a:lnTo>
                    <a:pt x="8827" y="10796"/>
                  </a:lnTo>
                  <a:cubicBezTo>
                    <a:pt x="9291" y="10796"/>
                    <a:pt x="9720" y="10553"/>
                    <a:pt x="9959" y="10152"/>
                  </a:cubicBezTo>
                  <a:lnTo>
                    <a:pt x="10254" y="9667"/>
                  </a:lnTo>
                  <a:cubicBezTo>
                    <a:pt x="12100" y="5898"/>
                    <a:pt x="9238" y="1527"/>
                    <a:pt x="5015" y="1386"/>
                  </a:cubicBezTo>
                  <a:cubicBezTo>
                    <a:pt x="5004" y="1333"/>
                    <a:pt x="4990" y="1284"/>
                    <a:pt x="4972" y="1235"/>
                  </a:cubicBezTo>
                  <a:cubicBezTo>
                    <a:pt x="4786" y="637"/>
                    <a:pt x="4079" y="109"/>
                    <a:pt x="3457" y="25"/>
                  </a:cubicBezTo>
                  <a:cubicBezTo>
                    <a:pt x="3340" y="9"/>
                    <a:pt x="3222" y="0"/>
                    <a:pt x="3105" y="0"/>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0" name="Google Shape;21240;p90"/>
            <p:cNvSpPr/>
            <p:nvPr/>
          </p:nvSpPr>
          <p:spPr>
            <a:xfrm>
              <a:off x="3682396" y="2019896"/>
              <a:ext cx="34234" cy="50590"/>
            </a:xfrm>
            <a:custGeom>
              <a:rect b="b" l="l" r="r" t="t"/>
              <a:pathLst>
                <a:path extrusionOk="0" h="1930" w="1306">
                  <a:moveTo>
                    <a:pt x="863" y="1"/>
                  </a:moveTo>
                  <a:cubicBezTo>
                    <a:pt x="810" y="1"/>
                    <a:pt x="757" y="20"/>
                    <a:pt x="715" y="61"/>
                  </a:cubicBezTo>
                  <a:cubicBezTo>
                    <a:pt x="455" y="318"/>
                    <a:pt x="265" y="870"/>
                    <a:pt x="156" y="1130"/>
                  </a:cubicBezTo>
                  <a:cubicBezTo>
                    <a:pt x="1" y="1496"/>
                    <a:pt x="254" y="1904"/>
                    <a:pt x="651" y="1928"/>
                  </a:cubicBezTo>
                  <a:cubicBezTo>
                    <a:pt x="663" y="1929"/>
                    <a:pt x="674" y="1929"/>
                    <a:pt x="685" y="1929"/>
                  </a:cubicBezTo>
                  <a:cubicBezTo>
                    <a:pt x="1022" y="1929"/>
                    <a:pt x="1305" y="1625"/>
                    <a:pt x="1302" y="1285"/>
                  </a:cubicBezTo>
                  <a:cubicBezTo>
                    <a:pt x="1295" y="887"/>
                    <a:pt x="1172" y="300"/>
                    <a:pt x="1038" y="93"/>
                  </a:cubicBezTo>
                  <a:cubicBezTo>
                    <a:pt x="995" y="32"/>
                    <a:pt x="929" y="1"/>
                    <a:pt x="863" y="1"/>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1" name="Google Shape;21241;p90"/>
            <p:cNvSpPr/>
            <p:nvPr/>
          </p:nvSpPr>
          <p:spPr>
            <a:xfrm>
              <a:off x="3655214" y="2083331"/>
              <a:ext cx="17825" cy="17824"/>
            </a:xfrm>
            <a:custGeom>
              <a:rect b="b" l="l" r="r" t="t"/>
              <a:pathLst>
                <a:path extrusionOk="0" h="680" w="680">
                  <a:moveTo>
                    <a:pt x="338" y="1"/>
                  </a:moveTo>
                  <a:cubicBezTo>
                    <a:pt x="152" y="1"/>
                    <a:pt x="1" y="152"/>
                    <a:pt x="1" y="338"/>
                  </a:cubicBezTo>
                  <a:cubicBezTo>
                    <a:pt x="1" y="528"/>
                    <a:pt x="152" y="679"/>
                    <a:pt x="338" y="679"/>
                  </a:cubicBezTo>
                  <a:cubicBezTo>
                    <a:pt x="525" y="679"/>
                    <a:pt x="679" y="528"/>
                    <a:pt x="679" y="338"/>
                  </a:cubicBezTo>
                  <a:cubicBezTo>
                    <a:pt x="679" y="152"/>
                    <a:pt x="525" y="1"/>
                    <a:pt x="338"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2" name="Google Shape;21242;p90"/>
            <p:cNvSpPr/>
            <p:nvPr/>
          </p:nvSpPr>
          <p:spPr>
            <a:xfrm>
              <a:off x="3642134" y="2116804"/>
              <a:ext cx="88782" cy="35308"/>
            </a:xfrm>
            <a:custGeom>
              <a:rect b="b" l="l" r="r" t="t"/>
              <a:pathLst>
                <a:path extrusionOk="0" h="1347" w="3387">
                  <a:moveTo>
                    <a:pt x="2767" y="0"/>
                  </a:moveTo>
                  <a:cubicBezTo>
                    <a:pt x="2198" y="0"/>
                    <a:pt x="1610" y="355"/>
                    <a:pt x="985" y="489"/>
                  </a:cubicBezTo>
                  <a:cubicBezTo>
                    <a:pt x="755" y="538"/>
                    <a:pt x="544" y="563"/>
                    <a:pt x="357" y="563"/>
                  </a:cubicBezTo>
                  <a:cubicBezTo>
                    <a:pt x="226" y="563"/>
                    <a:pt x="106" y="551"/>
                    <a:pt x="0" y="527"/>
                  </a:cubicBezTo>
                  <a:lnTo>
                    <a:pt x="0" y="527"/>
                  </a:lnTo>
                  <a:cubicBezTo>
                    <a:pt x="169" y="851"/>
                    <a:pt x="408" y="1129"/>
                    <a:pt x="700" y="1347"/>
                  </a:cubicBezTo>
                  <a:cubicBezTo>
                    <a:pt x="708" y="1347"/>
                    <a:pt x="717" y="1347"/>
                    <a:pt x="725" y="1347"/>
                  </a:cubicBezTo>
                  <a:cubicBezTo>
                    <a:pt x="1497" y="1347"/>
                    <a:pt x="2425" y="1184"/>
                    <a:pt x="3285" y="411"/>
                  </a:cubicBezTo>
                  <a:cubicBezTo>
                    <a:pt x="3387" y="324"/>
                    <a:pt x="3365" y="158"/>
                    <a:pt x="3246" y="98"/>
                  </a:cubicBezTo>
                  <a:cubicBezTo>
                    <a:pt x="3088" y="29"/>
                    <a:pt x="2928" y="0"/>
                    <a:pt x="27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3" name="Google Shape;21243;p90"/>
            <p:cNvSpPr/>
            <p:nvPr/>
          </p:nvSpPr>
          <p:spPr>
            <a:xfrm>
              <a:off x="3741295" y="2220396"/>
              <a:ext cx="85662" cy="88048"/>
            </a:xfrm>
            <a:custGeom>
              <a:rect b="b" l="l" r="r" t="t"/>
              <a:pathLst>
                <a:path extrusionOk="0" h="3359" w="3268">
                  <a:moveTo>
                    <a:pt x="711" y="0"/>
                  </a:moveTo>
                  <a:lnTo>
                    <a:pt x="711" y="0"/>
                  </a:lnTo>
                  <a:cubicBezTo>
                    <a:pt x="1" y="1242"/>
                    <a:pt x="567" y="2286"/>
                    <a:pt x="1204" y="2909"/>
                  </a:cubicBezTo>
                  <a:lnTo>
                    <a:pt x="1207" y="2909"/>
                  </a:lnTo>
                  <a:cubicBezTo>
                    <a:pt x="1383" y="3081"/>
                    <a:pt x="1576" y="3232"/>
                    <a:pt x="1787" y="3359"/>
                  </a:cubicBezTo>
                  <a:lnTo>
                    <a:pt x="3043" y="3359"/>
                  </a:lnTo>
                  <a:cubicBezTo>
                    <a:pt x="3169" y="3359"/>
                    <a:pt x="3268" y="3257"/>
                    <a:pt x="3268" y="3134"/>
                  </a:cubicBezTo>
                  <a:cubicBezTo>
                    <a:pt x="3268" y="3011"/>
                    <a:pt x="3169" y="2909"/>
                    <a:pt x="3043" y="2909"/>
                  </a:cubicBezTo>
                  <a:lnTo>
                    <a:pt x="2983" y="2909"/>
                  </a:lnTo>
                  <a:cubicBezTo>
                    <a:pt x="2561" y="2909"/>
                    <a:pt x="2139" y="2807"/>
                    <a:pt x="1784" y="2578"/>
                  </a:cubicBezTo>
                  <a:cubicBezTo>
                    <a:pt x="750" y="1917"/>
                    <a:pt x="613" y="616"/>
                    <a:pt x="711" y="0"/>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4" name="Google Shape;21244;p90"/>
            <p:cNvSpPr/>
            <p:nvPr/>
          </p:nvSpPr>
          <p:spPr>
            <a:xfrm>
              <a:off x="3824913" y="1983173"/>
              <a:ext cx="143828" cy="330723"/>
            </a:xfrm>
            <a:custGeom>
              <a:rect b="b" l="l" r="r" t="t"/>
              <a:pathLst>
                <a:path extrusionOk="0" h="12617" w="5487">
                  <a:moveTo>
                    <a:pt x="2140" y="0"/>
                  </a:moveTo>
                  <a:cubicBezTo>
                    <a:pt x="1618" y="0"/>
                    <a:pt x="1140" y="215"/>
                    <a:pt x="841" y="657"/>
                  </a:cubicBezTo>
                  <a:cubicBezTo>
                    <a:pt x="0" y="1905"/>
                    <a:pt x="514" y="3737"/>
                    <a:pt x="1889" y="5179"/>
                  </a:cubicBezTo>
                  <a:cubicBezTo>
                    <a:pt x="2726" y="6058"/>
                    <a:pt x="5486" y="9926"/>
                    <a:pt x="3126" y="12616"/>
                  </a:cubicBezTo>
                  <a:cubicBezTo>
                    <a:pt x="4203" y="11867"/>
                    <a:pt x="4825" y="10577"/>
                    <a:pt x="4825" y="9019"/>
                  </a:cubicBezTo>
                  <a:cubicBezTo>
                    <a:pt x="4825" y="6392"/>
                    <a:pt x="2283" y="4585"/>
                    <a:pt x="2114" y="2774"/>
                  </a:cubicBezTo>
                  <a:cubicBezTo>
                    <a:pt x="2017" y="1742"/>
                    <a:pt x="2613" y="1234"/>
                    <a:pt x="3396" y="1234"/>
                  </a:cubicBezTo>
                  <a:cubicBezTo>
                    <a:pt x="3612" y="1234"/>
                    <a:pt x="3842" y="1273"/>
                    <a:pt x="4076" y="1349"/>
                  </a:cubicBezTo>
                  <a:cubicBezTo>
                    <a:pt x="4092" y="1354"/>
                    <a:pt x="4108" y="1357"/>
                    <a:pt x="4125" y="1357"/>
                  </a:cubicBezTo>
                  <a:cubicBezTo>
                    <a:pt x="4177" y="1357"/>
                    <a:pt x="4229" y="1332"/>
                    <a:pt x="4259" y="1286"/>
                  </a:cubicBezTo>
                  <a:cubicBezTo>
                    <a:pt x="3723" y="440"/>
                    <a:pt x="2886" y="0"/>
                    <a:pt x="2140" y="0"/>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5" name="Google Shape;21245;p90"/>
            <p:cNvSpPr/>
            <p:nvPr/>
          </p:nvSpPr>
          <p:spPr>
            <a:xfrm>
              <a:off x="3584414" y="1959319"/>
              <a:ext cx="372506" cy="378430"/>
            </a:xfrm>
            <a:custGeom>
              <a:rect b="b" l="l" r="r" t="t"/>
              <a:pathLst>
                <a:path extrusionOk="0" h="14437" w="14211">
                  <a:moveTo>
                    <a:pt x="776" y="7428"/>
                  </a:moveTo>
                  <a:cubicBezTo>
                    <a:pt x="804" y="7428"/>
                    <a:pt x="833" y="7432"/>
                    <a:pt x="862" y="7439"/>
                  </a:cubicBezTo>
                  <a:cubicBezTo>
                    <a:pt x="736" y="7636"/>
                    <a:pt x="687" y="7879"/>
                    <a:pt x="732" y="8111"/>
                  </a:cubicBezTo>
                  <a:cubicBezTo>
                    <a:pt x="750" y="8248"/>
                    <a:pt x="884" y="8297"/>
                    <a:pt x="954" y="8315"/>
                  </a:cubicBezTo>
                  <a:cubicBezTo>
                    <a:pt x="897" y="8348"/>
                    <a:pt x="837" y="8363"/>
                    <a:pt x="778" y="8363"/>
                  </a:cubicBezTo>
                  <a:cubicBezTo>
                    <a:pt x="594" y="8363"/>
                    <a:pt x="426" y="8214"/>
                    <a:pt x="426" y="8009"/>
                  </a:cubicBezTo>
                  <a:lnTo>
                    <a:pt x="426" y="7784"/>
                  </a:lnTo>
                  <a:cubicBezTo>
                    <a:pt x="423" y="7582"/>
                    <a:pt x="588" y="7428"/>
                    <a:pt x="776" y="7428"/>
                  </a:cubicBezTo>
                  <a:close/>
                  <a:moveTo>
                    <a:pt x="6457" y="8974"/>
                  </a:moveTo>
                  <a:cubicBezTo>
                    <a:pt x="6614" y="8974"/>
                    <a:pt x="6736" y="9017"/>
                    <a:pt x="6795" y="9088"/>
                  </a:cubicBezTo>
                  <a:cubicBezTo>
                    <a:pt x="6879" y="9187"/>
                    <a:pt x="6840" y="9370"/>
                    <a:pt x="6686" y="9588"/>
                  </a:cubicBezTo>
                  <a:cubicBezTo>
                    <a:pt x="6475" y="9880"/>
                    <a:pt x="6324" y="10207"/>
                    <a:pt x="6229" y="10555"/>
                  </a:cubicBezTo>
                  <a:cubicBezTo>
                    <a:pt x="5937" y="10150"/>
                    <a:pt x="5694" y="9718"/>
                    <a:pt x="5501" y="9261"/>
                  </a:cubicBezTo>
                  <a:cubicBezTo>
                    <a:pt x="5655" y="9222"/>
                    <a:pt x="5807" y="9169"/>
                    <a:pt x="5954" y="9095"/>
                  </a:cubicBezTo>
                  <a:cubicBezTo>
                    <a:pt x="6137" y="9011"/>
                    <a:pt x="6312" y="8974"/>
                    <a:pt x="6457" y="8974"/>
                  </a:cubicBezTo>
                  <a:close/>
                  <a:moveTo>
                    <a:pt x="11068" y="424"/>
                  </a:moveTo>
                  <a:cubicBezTo>
                    <a:pt x="11396" y="424"/>
                    <a:pt x="11702" y="497"/>
                    <a:pt x="11985" y="642"/>
                  </a:cubicBezTo>
                  <a:cubicBezTo>
                    <a:pt x="12614" y="972"/>
                    <a:pt x="13001" y="1602"/>
                    <a:pt x="13202" y="2024"/>
                  </a:cubicBezTo>
                  <a:cubicBezTo>
                    <a:pt x="12985" y="1963"/>
                    <a:pt x="12773" y="1933"/>
                    <a:pt x="12571" y="1933"/>
                  </a:cubicBezTo>
                  <a:cubicBezTo>
                    <a:pt x="12224" y="1933"/>
                    <a:pt x="11906" y="2022"/>
                    <a:pt x="11651" y="2200"/>
                  </a:cubicBezTo>
                  <a:cubicBezTo>
                    <a:pt x="11218" y="2502"/>
                    <a:pt x="11014" y="3037"/>
                    <a:pt x="11078" y="3701"/>
                  </a:cubicBezTo>
                  <a:cubicBezTo>
                    <a:pt x="11155" y="4542"/>
                    <a:pt x="11700" y="5361"/>
                    <a:pt x="12273" y="6226"/>
                  </a:cubicBezTo>
                  <a:cubicBezTo>
                    <a:pt x="13019" y="7348"/>
                    <a:pt x="13789" y="8508"/>
                    <a:pt x="13789" y="9929"/>
                  </a:cubicBezTo>
                  <a:cubicBezTo>
                    <a:pt x="13789" y="11093"/>
                    <a:pt x="13416" y="12137"/>
                    <a:pt x="12741" y="12865"/>
                  </a:cubicBezTo>
                  <a:cubicBezTo>
                    <a:pt x="12045" y="13614"/>
                    <a:pt x="11074" y="14011"/>
                    <a:pt x="9931" y="14011"/>
                  </a:cubicBezTo>
                  <a:lnTo>
                    <a:pt x="6106" y="14011"/>
                  </a:lnTo>
                  <a:cubicBezTo>
                    <a:pt x="6200" y="13727"/>
                    <a:pt x="6464" y="13530"/>
                    <a:pt x="6767" y="13530"/>
                  </a:cubicBezTo>
                  <a:lnTo>
                    <a:pt x="8349" y="13530"/>
                  </a:lnTo>
                  <a:cubicBezTo>
                    <a:pt x="8465" y="13530"/>
                    <a:pt x="8560" y="13435"/>
                    <a:pt x="8560" y="13319"/>
                  </a:cubicBezTo>
                  <a:cubicBezTo>
                    <a:pt x="8560" y="13203"/>
                    <a:pt x="8465" y="13108"/>
                    <a:pt x="8349" y="13108"/>
                  </a:cubicBezTo>
                  <a:lnTo>
                    <a:pt x="7829" y="13108"/>
                  </a:lnTo>
                  <a:cubicBezTo>
                    <a:pt x="7357" y="12809"/>
                    <a:pt x="6774" y="12222"/>
                    <a:pt x="6622" y="11497"/>
                  </a:cubicBezTo>
                  <a:cubicBezTo>
                    <a:pt x="6503" y="10949"/>
                    <a:pt x="6644" y="10389"/>
                    <a:pt x="7030" y="9834"/>
                  </a:cubicBezTo>
                  <a:cubicBezTo>
                    <a:pt x="7421" y="9275"/>
                    <a:pt x="7220" y="8941"/>
                    <a:pt x="7118" y="8818"/>
                  </a:cubicBezTo>
                  <a:cubicBezTo>
                    <a:pt x="6973" y="8644"/>
                    <a:pt x="6732" y="8555"/>
                    <a:pt x="6454" y="8555"/>
                  </a:cubicBezTo>
                  <a:cubicBezTo>
                    <a:pt x="6240" y="8555"/>
                    <a:pt x="6005" y="8607"/>
                    <a:pt x="5775" y="8716"/>
                  </a:cubicBezTo>
                  <a:cubicBezTo>
                    <a:pt x="5620" y="8787"/>
                    <a:pt x="5354" y="8910"/>
                    <a:pt x="4909" y="8910"/>
                  </a:cubicBezTo>
                  <a:cubicBezTo>
                    <a:pt x="4517" y="8910"/>
                    <a:pt x="3984" y="8814"/>
                    <a:pt x="3264" y="8501"/>
                  </a:cubicBezTo>
                  <a:cubicBezTo>
                    <a:pt x="2484" y="8164"/>
                    <a:pt x="1724" y="8030"/>
                    <a:pt x="1323" y="7956"/>
                  </a:cubicBezTo>
                  <a:cubicBezTo>
                    <a:pt x="1260" y="7946"/>
                    <a:pt x="1190" y="7935"/>
                    <a:pt x="1137" y="7924"/>
                  </a:cubicBezTo>
                  <a:cubicBezTo>
                    <a:pt x="1140" y="7808"/>
                    <a:pt x="1186" y="7619"/>
                    <a:pt x="1422" y="7502"/>
                  </a:cubicBezTo>
                  <a:cubicBezTo>
                    <a:pt x="1457" y="7490"/>
                    <a:pt x="1514" y="7485"/>
                    <a:pt x="1585" y="7485"/>
                  </a:cubicBezTo>
                  <a:cubicBezTo>
                    <a:pt x="1713" y="7485"/>
                    <a:pt x="1884" y="7501"/>
                    <a:pt x="2051" y="7517"/>
                  </a:cubicBezTo>
                  <a:cubicBezTo>
                    <a:pt x="2301" y="7540"/>
                    <a:pt x="2596" y="7567"/>
                    <a:pt x="2921" y="7567"/>
                  </a:cubicBezTo>
                  <a:cubicBezTo>
                    <a:pt x="3787" y="7567"/>
                    <a:pt x="4861" y="7373"/>
                    <a:pt x="5828" y="6388"/>
                  </a:cubicBezTo>
                  <a:cubicBezTo>
                    <a:pt x="5978" y="6232"/>
                    <a:pt x="5837" y="6022"/>
                    <a:pt x="5674" y="6022"/>
                  </a:cubicBezTo>
                  <a:cubicBezTo>
                    <a:pt x="5624" y="6022"/>
                    <a:pt x="5572" y="6042"/>
                    <a:pt x="5525" y="6089"/>
                  </a:cubicBezTo>
                  <a:cubicBezTo>
                    <a:pt x="4755" y="6877"/>
                    <a:pt x="3915" y="7102"/>
                    <a:pt x="3176" y="7137"/>
                  </a:cubicBezTo>
                  <a:cubicBezTo>
                    <a:pt x="2958" y="7066"/>
                    <a:pt x="2765" y="6947"/>
                    <a:pt x="2603" y="6789"/>
                  </a:cubicBezTo>
                  <a:cubicBezTo>
                    <a:pt x="2818" y="6785"/>
                    <a:pt x="3032" y="6757"/>
                    <a:pt x="3240" y="6701"/>
                  </a:cubicBezTo>
                  <a:cubicBezTo>
                    <a:pt x="3352" y="6673"/>
                    <a:pt x="3422" y="6557"/>
                    <a:pt x="3391" y="6444"/>
                  </a:cubicBezTo>
                  <a:cubicBezTo>
                    <a:pt x="3367" y="6350"/>
                    <a:pt x="3282" y="6285"/>
                    <a:pt x="3189" y="6285"/>
                  </a:cubicBezTo>
                  <a:cubicBezTo>
                    <a:pt x="3171" y="6285"/>
                    <a:pt x="3152" y="6288"/>
                    <a:pt x="3134" y="6293"/>
                  </a:cubicBezTo>
                  <a:cubicBezTo>
                    <a:pt x="2932" y="6345"/>
                    <a:pt x="2751" y="6366"/>
                    <a:pt x="2591" y="6366"/>
                  </a:cubicBezTo>
                  <a:cubicBezTo>
                    <a:pt x="2038" y="6366"/>
                    <a:pt x="1728" y="6113"/>
                    <a:pt x="1619" y="6001"/>
                  </a:cubicBezTo>
                  <a:cubicBezTo>
                    <a:pt x="1668" y="5597"/>
                    <a:pt x="2090" y="4120"/>
                    <a:pt x="3538" y="3617"/>
                  </a:cubicBezTo>
                  <a:lnTo>
                    <a:pt x="3538" y="3617"/>
                  </a:lnTo>
                  <a:cubicBezTo>
                    <a:pt x="3538" y="3641"/>
                    <a:pt x="3535" y="3670"/>
                    <a:pt x="3535" y="3694"/>
                  </a:cubicBezTo>
                  <a:cubicBezTo>
                    <a:pt x="3531" y="3810"/>
                    <a:pt x="3623" y="3909"/>
                    <a:pt x="3739" y="3912"/>
                  </a:cubicBezTo>
                  <a:cubicBezTo>
                    <a:pt x="3741" y="3912"/>
                    <a:pt x="3743" y="3912"/>
                    <a:pt x="3745" y="3912"/>
                  </a:cubicBezTo>
                  <a:cubicBezTo>
                    <a:pt x="3859" y="3912"/>
                    <a:pt x="3954" y="3822"/>
                    <a:pt x="3957" y="3708"/>
                  </a:cubicBezTo>
                  <a:cubicBezTo>
                    <a:pt x="3978" y="3005"/>
                    <a:pt x="4358" y="2717"/>
                    <a:pt x="4555" y="2615"/>
                  </a:cubicBezTo>
                  <a:cubicBezTo>
                    <a:pt x="4984" y="3146"/>
                    <a:pt x="4871" y="3772"/>
                    <a:pt x="4868" y="3803"/>
                  </a:cubicBezTo>
                  <a:cubicBezTo>
                    <a:pt x="4836" y="3950"/>
                    <a:pt x="4954" y="4057"/>
                    <a:pt x="5076" y="4057"/>
                  </a:cubicBezTo>
                  <a:cubicBezTo>
                    <a:pt x="5132" y="4057"/>
                    <a:pt x="5189" y="4035"/>
                    <a:pt x="5233" y="3983"/>
                  </a:cubicBezTo>
                  <a:cubicBezTo>
                    <a:pt x="5476" y="4225"/>
                    <a:pt x="5648" y="4531"/>
                    <a:pt x="5729" y="4865"/>
                  </a:cubicBezTo>
                  <a:cubicBezTo>
                    <a:pt x="5750" y="4960"/>
                    <a:pt x="5831" y="5027"/>
                    <a:pt x="5930" y="5030"/>
                  </a:cubicBezTo>
                  <a:cubicBezTo>
                    <a:pt x="7909" y="5090"/>
                    <a:pt x="9724" y="6152"/>
                    <a:pt x="10740" y="7854"/>
                  </a:cubicBezTo>
                  <a:cubicBezTo>
                    <a:pt x="11197" y="8607"/>
                    <a:pt x="11465" y="9458"/>
                    <a:pt x="11524" y="10333"/>
                  </a:cubicBezTo>
                  <a:cubicBezTo>
                    <a:pt x="11584" y="11255"/>
                    <a:pt x="11398" y="12176"/>
                    <a:pt x="10986" y="13002"/>
                  </a:cubicBezTo>
                  <a:cubicBezTo>
                    <a:pt x="10902" y="13170"/>
                    <a:pt x="11043" y="13309"/>
                    <a:pt x="11183" y="13309"/>
                  </a:cubicBezTo>
                  <a:cubicBezTo>
                    <a:pt x="11254" y="13309"/>
                    <a:pt x="11325" y="13274"/>
                    <a:pt x="11366" y="13189"/>
                  </a:cubicBezTo>
                  <a:cubicBezTo>
                    <a:pt x="11809" y="12295"/>
                    <a:pt x="12010" y="11300"/>
                    <a:pt x="11946" y="10305"/>
                  </a:cubicBezTo>
                  <a:cubicBezTo>
                    <a:pt x="11883" y="9359"/>
                    <a:pt x="11591" y="8445"/>
                    <a:pt x="11102" y="7633"/>
                  </a:cubicBezTo>
                  <a:cubicBezTo>
                    <a:pt x="10635" y="6855"/>
                    <a:pt x="10005" y="6187"/>
                    <a:pt x="9253" y="5677"/>
                  </a:cubicBezTo>
                  <a:cubicBezTo>
                    <a:pt x="8883" y="4665"/>
                    <a:pt x="8374" y="2843"/>
                    <a:pt x="8950" y="1637"/>
                  </a:cubicBezTo>
                  <a:cubicBezTo>
                    <a:pt x="9193" y="1131"/>
                    <a:pt x="9611" y="776"/>
                    <a:pt x="10195" y="579"/>
                  </a:cubicBezTo>
                  <a:cubicBezTo>
                    <a:pt x="10501" y="476"/>
                    <a:pt x="10792" y="424"/>
                    <a:pt x="11068" y="424"/>
                  </a:cubicBezTo>
                  <a:close/>
                  <a:moveTo>
                    <a:pt x="11067" y="1"/>
                  </a:moveTo>
                  <a:cubicBezTo>
                    <a:pt x="10747" y="1"/>
                    <a:pt x="10411" y="60"/>
                    <a:pt x="10062" y="178"/>
                  </a:cubicBezTo>
                  <a:cubicBezTo>
                    <a:pt x="9362" y="413"/>
                    <a:pt x="8859" y="842"/>
                    <a:pt x="8567" y="1454"/>
                  </a:cubicBezTo>
                  <a:cubicBezTo>
                    <a:pt x="8279" y="2056"/>
                    <a:pt x="8198" y="2833"/>
                    <a:pt x="8321" y="3757"/>
                  </a:cubicBezTo>
                  <a:cubicBezTo>
                    <a:pt x="8395" y="4296"/>
                    <a:pt x="8518" y="4823"/>
                    <a:pt x="8687" y="5340"/>
                  </a:cubicBezTo>
                  <a:cubicBezTo>
                    <a:pt x="7885" y="4911"/>
                    <a:pt x="6999" y="4665"/>
                    <a:pt x="6095" y="4612"/>
                  </a:cubicBezTo>
                  <a:cubicBezTo>
                    <a:pt x="5947" y="4162"/>
                    <a:pt x="5669" y="3765"/>
                    <a:pt x="5297" y="3473"/>
                  </a:cubicBezTo>
                  <a:cubicBezTo>
                    <a:pt x="5283" y="3040"/>
                    <a:pt x="5117" y="2625"/>
                    <a:pt x="4833" y="2295"/>
                  </a:cubicBezTo>
                  <a:lnTo>
                    <a:pt x="4871" y="2056"/>
                  </a:lnTo>
                  <a:cubicBezTo>
                    <a:pt x="4893" y="1901"/>
                    <a:pt x="4775" y="1813"/>
                    <a:pt x="4658" y="1813"/>
                  </a:cubicBezTo>
                  <a:cubicBezTo>
                    <a:pt x="4568" y="1813"/>
                    <a:pt x="4478" y="1867"/>
                    <a:pt x="4456" y="1985"/>
                  </a:cubicBezTo>
                  <a:lnTo>
                    <a:pt x="4421" y="2214"/>
                  </a:lnTo>
                  <a:cubicBezTo>
                    <a:pt x="4031" y="2393"/>
                    <a:pt x="3735" y="2738"/>
                    <a:pt x="3619" y="3153"/>
                  </a:cubicBezTo>
                  <a:cubicBezTo>
                    <a:pt x="1640" y="3687"/>
                    <a:pt x="1190" y="5716"/>
                    <a:pt x="1190" y="6075"/>
                  </a:cubicBezTo>
                  <a:cubicBezTo>
                    <a:pt x="1190" y="6121"/>
                    <a:pt x="1204" y="6163"/>
                    <a:pt x="1228" y="6201"/>
                  </a:cubicBezTo>
                  <a:cubicBezTo>
                    <a:pt x="1246" y="6223"/>
                    <a:pt x="1485" y="6539"/>
                    <a:pt x="1984" y="6701"/>
                  </a:cubicBezTo>
                  <a:cubicBezTo>
                    <a:pt x="2083" y="6855"/>
                    <a:pt x="2199" y="6993"/>
                    <a:pt x="2332" y="7119"/>
                  </a:cubicBezTo>
                  <a:cubicBezTo>
                    <a:pt x="2248" y="7112"/>
                    <a:pt x="2167" y="7105"/>
                    <a:pt x="2090" y="7098"/>
                  </a:cubicBezTo>
                  <a:cubicBezTo>
                    <a:pt x="1896" y="7080"/>
                    <a:pt x="1730" y="7065"/>
                    <a:pt x="1589" y="7065"/>
                  </a:cubicBezTo>
                  <a:cubicBezTo>
                    <a:pt x="1456" y="7065"/>
                    <a:pt x="1345" y="7078"/>
                    <a:pt x="1253" y="7116"/>
                  </a:cubicBezTo>
                  <a:lnTo>
                    <a:pt x="1246" y="7119"/>
                  </a:lnTo>
                  <a:lnTo>
                    <a:pt x="1207" y="7140"/>
                  </a:lnTo>
                  <a:cubicBezTo>
                    <a:pt x="1140" y="7095"/>
                    <a:pt x="1066" y="7059"/>
                    <a:pt x="989" y="7038"/>
                  </a:cubicBezTo>
                  <a:lnTo>
                    <a:pt x="989" y="6950"/>
                  </a:lnTo>
                  <a:cubicBezTo>
                    <a:pt x="989" y="6810"/>
                    <a:pt x="884" y="6739"/>
                    <a:pt x="778" y="6739"/>
                  </a:cubicBezTo>
                  <a:cubicBezTo>
                    <a:pt x="673" y="6739"/>
                    <a:pt x="567" y="6810"/>
                    <a:pt x="567" y="6950"/>
                  </a:cubicBezTo>
                  <a:lnTo>
                    <a:pt x="567" y="7038"/>
                  </a:lnTo>
                  <a:cubicBezTo>
                    <a:pt x="233" y="7133"/>
                    <a:pt x="1" y="7439"/>
                    <a:pt x="1" y="7784"/>
                  </a:cubicBezTo>
                  <a:lnTo>
                    <a:pt x="1" y="8012"/>
                  </a:lnTo>
                  <a:cubicBezTo>
                    <a:pt x="1" y="8361"/>
                    <a:pt x="233" y="8666"/>
                    <a:pt x="571" y="8758"/>
                  </a:cubicBezTo>
                  <a:cubicBezTo>
                    <a:pt x="640" y="8778"/>
                    <a:pt x="711" y="8787"/>
                    <a:pt x="781" y="8787"/>
                  </a:cubicBezTo>
                  <a:cubicBezTo>
                    <a:pt x="1047" y="8787"/>
                    <a:pt x="1301" y="8650"/>
                    <a:pt x="1443" y="8413"/>
                  </a:cubicBezTo>
                  <a:cubicBezTo>
                    <a:pt x="1865" y="8491"/>
                    <a:pt x="2466" y="8621"/>
                    <a:pt x="3095" y="8891"/>
                  </a:cubicBezTo>
                  <a:cubicBezTo>
                    <a:pt x="3867" y="9226"/>
                    <a:pt x="4458" y="9332"/>
                    <a:pt x="4906" y="9332"/>
                  </a:cubicBezTo>
                  <a:cubicBezTo>
                    <a:pt x="4962" y="9332"/>
                    <a:pt x="5016" y="9331"/>
                    <a:pt x="5068" y="9328"/>
                  </a:cubicBezTo>
                  <a:cubicBezTo>
                    <a:pt x="5188" y="9630"/>
                    <a:pt x="5550" y="10449"/>
                    <a:pt x="6158" y="11142"/>
                  </a:cubicBezTo>
                  <a:cubicBezTo>
                    <a:pt x="6158" y="11293"/>
                    <a:pt x="6176" y="11441"/>
                    <a:pt x="6207" y="11585"/>
                  </a:cubicBezTo>
                  <a:cubicBezTo>
                    <a:pt x="6338" y="12207"/>
                    <a:pt x="6721" y="12735"/>
                    <a:pt x="7136" y="13111"/>
                  </a:cubicBezTo>
                  <a:lnTo>
                    <a:pt x="6767" y="13111"/>
                  </a:lnTo>
                  <a:cubicBezTo>
                    <a:pt x="6151" y="13111"/>
                    <a:pt x="5655" y="13611"/>
                    <a:pt x="5652" y="14222"/>
                  </a:cubicBezTo>
                  <a:cubicBezTo>
                    <a:pt x="5652" y="14342"/>
                    <a:pt x="5747" y="14437"/>
                    <a:pt x="5863" y="14437"/>
                  </a:cubicBezTo>
                  <a:lnTo>
                    <a:pt x="9931" y="14437"/>
                  </a:lnTo>
                  <a:cubicBezTo>
                    <a:pt x="11194" y="14437"/>
                    <a:pt x="12273" y="13990"/>
                    <a:pt x="13054" y="13153"/>
                  </a:cubicBezTo>
                  <a:cubicBezTo>
                    <a:pt x="13799" y="12345"/>
                    <a:pt x="14211" y="11202"/>
                    <a:pt x="14211" y="9929"/>
                  </a:cubicBezTo>
                  <a:cubicBezTo>
                    <a:pt x="14211" y="8382"/>
                    <a:pt x="13370" y="7116"/>
                    <a:pt x="12629" y="5994"/>
                  </a:cubicBezTo>
                  <a:cubicBezTo>
                    <a:pt x="12083" y="5175"/>
                    <a:pt x="11567" y="4397"/>
                    <a:pt x="11500" y="3663"/>
                  </a:cubicBezTo>
                  <a:cubicBezTo>
                    <a:pt x="11451" y="3149"/>
                    <a:pt x="11588" y="2762"/>
                    <a:pt x="11894" y="2548"/>
                  </a:cubicBezTo>
                  <a:cubicBezTo>
                    <a:pt x="12074" y="2421"/>
                    <a:pt x="12310" y="2358"/>
                    <a:pt x="12573" y="2358"/>
                  </a:cubicBezTo>
                  <a:cubicBezTo>
                    <a:pt x="12857" y="2358"/>
                    <a:pt x="13172" y="2432"/>
                    <a:pt x="13487" y="2579"/>
                  </a:cubicBezTo>
                  <a:cubicBezTo>
                    <a:pt x="13517" y="2594"/>
                    <a:pt x="13547" y="2600"/>
                    <a:pt x="13577" y="2600"/>
                  </a:cubicBezTo>
                  <a:cubicBezTo>
                    <a:pt x="13709" y="2600"/>
                    <a:pt x="13822" y="2471"/>
                    <a:pt x="13778" y="2330"/>
                  </a:cubicBezTo>
                  <a:cubicBezTo>
                    <a:pt x="13761" y="2270"/>
                    <a:pt x="13339" y="874"/>
                    <a:pt x="12178" y="269"/>
                  </a:cubicBezTo>
                  <a:cubicBezTo>
                    <a:pt x="11835" y="90"/>
                    <a:pt x="11463" y="1"/>
                    <a:pt x="11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6" name="Google Shape;21246;p90"/>
            <p:cNvSpPr/>
            <p:nvPr/>
          </p:nvSpPr>
          <p:spPr>
            <a:xfrm>
              <a:off x="3819645" y="2302886"/>
              <a:ext cx="18847" cy="11088"/>
            </a:xfrm>
            <a:custGeom>
              <a:rect b="b" l="l" r="r" t="t"/>
              <a:pathLst>
                <a:path extrusionOk="0" h="423" w="719">
                  <a:moveTo>
                    <a:pt x="282" y="1"/>
                  </a:moveTo>
                  <a:cubicBezTo>
                    <a:pt x="1" y="1"/>
                    <a:pt x="1" y="423"/>
                    <a:pt x="282" y="423"/>
                  </a:cubicBezTo>
                  <a:lnTo>
                    <a:pt x="507" y="423"/>
                  </a:lnTo>
                  <a:cubicBezTo>
                    <a:pt x="623" y="423"/>
                    <a:pt x="718" y="328"/>
                    <a:pt x="718" y="212"/>
                  </a:cubicBezTo>
                  <a:cubicBezTo>
                    <a:pt x="718" y="96"/>
                    <a:pt x="623" y="1"/>
                    <a:pt x="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7" name="Google Shape;21247;p90"/>
            <p:cNvSpPr/>
            <p:nvPr/>
          </p:nvSpPr>
          <p:spPr>
            <a:xfrm>
              <a:off x="3644807" y="2077800"/>
              <a:ext cx="33762" cy="28912"/>
            </a:xfrm>
            <a:custGeom>
              <a:rect b="b" l="l" r="r" t="t"/>
              <a:pathLst>
                <a:path extrusionOk="0" h="1103" w="1288">
                  <a:moveTo>
                    <a:pt x="734" y="423"/>
                  </a:moveTo>
                  <a:cubicBezTo>
                    <a:pt x="799" y="423"/>
                    <a:pt x="862" y="474"/>
                    <a:pt x="862" y="553"/>
                  </a:cubicBezTo>
                  <a:cubicBezTo>
                    <a:pt x="862" y="623"/>
                    <a:pt x="805" y="679"/>
                    <a:pt x="735" y="679"/>
                  </a:cubicBezTo>
                  <a:cubicBezTo>
                    <a:pt x="623" y="679"/>
                    <a:pt x="566" y="542"/>
                    <a:pt x="644" y="461"/>
                  </a:cubicBezTo>
                  <a:cubicBezTo>
                    <a:pt x="670" y="435"/>
                    <a:pt x="702" y="423"/>
                    <a:pt x="734" y="423"/>
                  </a:cubicBezTo>
                  <a:close/>
                  <a:moveTo>
                    <a:pt x="735" y="1"/>
                  </a:moveTo>
                  <a:cubicBezTo>
                    <a:pt x="246" y="1"/>
                    <a:pt x="0" y="595"/>
                    <a:pt x="348" y="939"/>
                  </a:cubicBezTo>
                  <a:cubicBezTo>
                    <a:pt x="460" y="1052"/>
                    <a:pt x="598" y="1103"/>
                    <a:pt x="733" y="1103"/>
                  </a:cubicBezTo>
                  <a:cubicBezTo>
                    <a:pt x="1015" y="1103"/>
                    <a:pt x="1287" y="882"/>
                    <a:pt x="1287" y="549"/>
                  </a:cubicBezTo>
                  <a:cubicBezTo>
                    <a:pt x="1284" y="247"/>
                    <a:pt x="1038"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8" name="Google Shape;21248;p90"/>
          <p:cNvGrpSpPr/>
          <p:nvPr/>
        </p:nvGrpSpPr>
        <p:grpSpPr>
          <a:xfrm>
            <a:off x="6041259" y="3348084"/>
            <a:ext cx="362729" cy="361051"/>
            <a:chOff x="6041259" y="3348084"/>
            <a:chExt cx="362729" cy="361051"/>
          </a:xfrm>
        </p:grpSpPr>
        <p:sp>
          <p:nvSpPr>
            <p:cNvPr id="21249" name="Google Shape;21249;p90"/>
            <p:cNvSpPr/>
            <p:nvPr/>
          </p:nvSpPr>
          <p:spPr>
            <a:xfrm>
              <a:off x="6121731" y="3426878"/>
              <a:ext cx="203435" cy="203435"/>
            </a:xfrm>
            <a:custGeom>
              <a:rect b="b" l="l" r="r" t="t"/>
              <a:pathLst>
                <a:path extrusionOk="0" h="7761" w="7761">
                  <a:moveTo>
                    <a:pt x="3882" y="0"/>
                  </a:moveTo>
                  <a:lnTo>
                    <a:pt x="1136" y="1136"/>
                  </a:lnTo>
                  <a:lnTo>
                    <a:pt x="0" y="3882"/>
                  </a:lnTo>
                  <a:lnTo>
                    <a:pt x="1136" y="6625"/>
                  </a:lnTo>
                  <a:lnTo>
                    <a:pt x="3882" y="7761"/>
                  </a:lnTo>
                  <a:lnTo>
                    <a:pt x="6625" y="6625"/>
                  </a:lnTo>
                  <a:lnTo>
                    <a:pt x="7761" y="3882"/>
                  </a:lnTo>
                  <a:lnTo>
                    <a:pt x="6625" y="1136"/>
                  </a:lnTo>
                  <a:lnTo>
                    <a:pt x="3882" y="0"/>
                  </a:ln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0" name="Google Shape;21250;p90"/>
            <p:cNvSpPr/>
            <p:nvPr/>
          </p:nvSpPr>
          <p:spPr>
            <a:xfrm>
              <a:off x="6144300" y="3449447"/>
              <a:ext cx="158297" cy="158297"/>
            </a:xfrm>
            <a:custGeom>
              <a:rect b="b" l="l" r="r" t="t"/>
              <a:pathLst>
                <a:path extrusionOk="0" h="6039" w="6039">
                  <a:moveTo>
                    <a:pt x="3021" y="1"/>
                  </a:moveTo>
                  <a:lnTo>
                    <a:pt x="887" y="887"/>
                  </a:lnTo>
                  <a:lnTo>
                    <a:pt x="1" y="3021"/>
                  </a:lnTo>
                  <a:lnTo>
                    <a:pt x="887" y="5156"/>
                  </a:lnTo>
                  <a:lnTo>
                    <a:pt x="3021" y="6038"/>
                  </a:lnTo>
                  <a:lnTo>
                    <a:pt x="5156" y="5156"/>
                  </a:lnTo>
                  <a:lnTo>
                    <a:pt x="6038" y="3021"/>
                  </a:lnTo>
                  <a:lnTo>
                    <a:pt x="5156" y="887"/>
                  </a:lnTo>
                  <a:lnTo>
                    <a:pt x="3021" y="1"/>
                  </a:ln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1" name="Google Shape;21251;p90"/>
            <p:cNvSpPr/>
            <p:nvPr/>
          </p:nvSpPr>
          <p:spPr>
            <a:xfrm>
              <a:off x="6041259" y="3348084"/>
              <a:ext cx="362729" cy="361051"/>
            </a:xfrm>
            <a:custGeom>
              <a:rect b="b" l="l" r="r" t="t"/>
              <a:pathLst>
                <a:path extrusionOk="0" h="13774" w="13838">
                  <a:moveTo>
                    <a:pt x="6748" y="4170"/>
                  </a:moveTo>
                  <a:lnTo>
                    <a:pt x="6748" y="6400"/>
                  </a:lnTo>
                  <a:lnTo>
                    <a:pt x="5173" y="4824"/>
                  </a:lnTo>
                  <a:lnTo>
                    <a:pt x="6748" y="4170"/>
                  </a:lnTo>
                  <a:close/>
                  <a:moveTo>
                    <a:pt x="4888" y="5109"/>
                  </a:moveTo>
                  <a:lnTo>
                    <a:pt x="6464" y="6684"/>
                  </a:lnTo>
                  <a:lnTo>
                    <a:pt x="4234" y="6684"/>
                  </a:lnTo>
                  <a:lnTo>
                    <a:pt x="4888" y="5109"/>
                  </a:lnTo>
                  <a:close/>
                  <a:moveTo>
                    <a:pt x="9017" y="5109"/>
                  </a:moveTo>
                  <a:lnTo>
                    <a:pt x="9667" y="6684"/>
                  </a:lnTo>
                  <a:lnTo>
                    <a:pt x="7441" y="6684"/>
                  </a:lnTo>
                  <a:lnTo>
                    <a:pt x="9017" y="5109"/>
                  </a:lnTo>
                  <a:close/>
                  <a:moveTo>
                    <a:pt x="6464" y="7089"/>
                  </a:moveTo>
                  <a:lnTo>
                    <a:pt x="4888" y="8664"/>
                  </a:lnTo>
                  <a:lnTo>
                    <a:pt x="4234" y="7089"/>
                  </a:lnTo>
                  <a:close/>
                  <a:moveTo>
                    <a:pt x="9671" y="7089"/>
                  </a:moveTo>
                  <a:lnTo>
                    <a:pt x="9013" y="8664"/>
                  </a:lnTo>
                  <a:lnTo>
                    <a:pt x="7441" y="7089"/>
                  </a:lnTo>
                  <a:close/>
                  <a:moveTo>
                    <a:pt x="7153" y="7374"/>
                  </a:moveTo>
                  <a:lnTo>
                    <a:pt x="8728" y="8949"/>
                  </a:lnTo>
                  <a:lnTo>
                    <a:pt x="7153" y="9603"/>
                  </a:lnTo>
                  <a:lnTo>
                    <a:pt x="7153" y="7374"/>
                  </a:lnTo>
                  <a:close/>
                  <a:moveTo>
                    <a:pt x="6952" y="0"/>
                  </a:moveTo>
                  <a:cubicBezTo>
                    <a:pt x="6852" y="0"/>
                    <a:pt x="6752" y="68"/>
                    <a:pt x="6752" y="204"/>
                  </a:cubicBezTo>
                  <a:lnTo>
                    <a:pt x="6752" y="2088"/>
                  </a:lnTo>
                  <a:lnTo>
                    <a:pt x="5584" y="924"/>
                  </a:lnTo>
                  <a:cubicBezTo>
                    <a:pt x="5540" y="877"/>
                    <a:pt x="5489" y="857"/>
                    <a:pt x="5441" y="857"/>
                  </a:cubicBezTo>
                  <a:cubicBezTo>
                    <a:pt x="5284" y="857"/>
                    <a:pt x="5149" y="1064"/>
                    <a:pt x="5300" y="1209"/>
                  </a:cubicBezTo>
                  <a:lnTo>
                    <a:pt x="6752" y="2658"/>
                  </a:lnTo>
                  <a:lnTo>
                    <a:pt x="6752" y="3738"/>
                  </a:lnTo>
                  <a:lnTo>
                    <a:pt x="4864" y="4518"/>
                  </a:lnTo>
                  <a:lnTo>
                    <a:pt x="4104" y="3755"/>
                  </a:lnTo>
                  <a:lnTo>
                    <a:pt x="4104" y="1705"/>
                  </a:lnTo>
                  <a:cubicBezTo>
                    <a:pt x="4104" y="1571"/>
                    <a:pt x="4003" y="1505"/>
                    <a:pt x="3902" y="1505"/>
                  </a:cubicBezTo>
                  <a:cubicBezTo>
                    <a:pt x="3801" y="1505"/>
                    <a:pt x="3700" y="1571"/>
                    <a:pt x="3700" y="1705"/>
                  </a:cubicBezTo>
                  <a:lnTo>
                    <a:pt x="3700" y="3354"/>
                  </a:lnTo>
                  <a:lnTo>
                    <a:pt x="2367" y="2022"/>
                  </a:lnTo>
                  <a:cubicBezTo>
                    <a:pt x="2323" y="1979"/>
                    <a:pt x="2275" y="1962"/>
                    <a:pt x="2229" y="1962"/>
                  </a:cubicBezTo>
                  <a:cubicBezTo>
                    <a:pt x="2074" y="1962"/>
                    <a:pt x="1941" y="2160"/>
                    <a:pt x="2082" y="2306"/>
                  </a:cubicBezTo>
                  <a:lnTo>
                    <a:pt x="3415" y="3639"/>
                  </a:lnTo>
                  <a:lnTo>
                    <a:pt x="1769" y="3639"/>
                  </a:lnTo>
                  <a:cubicBezTo>
                    <a:pt x="1502" y="3639"/>
                    <a:pt x="1502" y="4043"/>
                    <a:pt x="1769" y="4043"/>
                  </a:cubicBezTo>
                  <a:lnTo>
                    <a:pt x="3819" y="4043"/>
                  </a:lnTo>
                  <a:lnTo>
                    <a:pt x="4579" y="4803"/>
                  </a:lnTo>
                  <a:lnTo>
                    <a:pt x="3798" y="6688"/>
                  </a:lnTo>
                  <a:lnTo>
                    <a:pt x="2722" y="6688"/>
                  </a:lnTo>
                  <a:lnTo>
                    <a:pt x="1273" y="5239"/>
                  </a:lnTo>
                  <a:cubicBezTo>
                    <a:pt x="1230" y="5197"/>
                    <a:pt x="1181" y="5179"/>
                    <a:pt x="1135" y="5179"/>
                  </a:cubicBezTo>
                  <a:cubicBezTo>
                    <a:pt x="980" y="5179"/>
                    <a:pt x="848" y="5378"/>
                    <a:pt x="988" y="5524"/>
                  </a:cubicBezTo>
                  <a:lnTo>
                    <a:pt x="2152" y="6688"/>
                  </a:lnTo>
                  <a:lnTo>
                    <a:pt x="268" y="6688"/>
                  </a:lnTo>
                  <a:cubicBezTo>
                    <a:pt x="0" y="6688"/>
                    <a:pt x="0" y="7092"/>
                    <a:pt x="268" y="7092"/>
                  </a:cubicBezTo>
                  <a:lnTo>
                    <a:pt x="2152" y="7092"/>
                  </a:lnTo>
                  <a:lnTo>
                    <a:pt x="988" y="8256"/>
                  </a:lnTo>
                  <a:cubicBezTo>
                    <a:pt x="848" y="8402"/>
                    <a:pt x="980" y="8601"/>
                    <a:pt x="1135" y="8601"/>
                  </a:cubicBezTo>
                  <a:cubicBezTo>
                    <a:pt x="1181" y="8601"/>
                    <a:pt x="1230" y="8583"/>
                    <a:pt x="1273" y="8541"/>
                  </a:cubicBezTo>
                  <a:lnTo>
                    <a:pt x="2722" y="7092"/>
                  </a:lnTo>
                  <a:lnTo>
                    <a:pt x="3798" y="7092"/>
                  </a:lnTo>
                  <a:lnTo>
                    <a:pt x="4579" y="8977"/>
                  </a:lnTo>
                  <a:lnTo>
                    <a:pt x="3819" y="9737"/>
                  </a:lnTo>
                  <a:lnTo>
                    <a:pt x="1769" y="9737"/>
                  </a:lnTo>
                  <a:cubicBezTo>
                    <a:pt x="1502" y="9737"/>
                    <a:pt x="1502" y="10141"/>
                    <a:pt x="1769" y="10141"/>
                  </a:cubicBezTo>
                  <a:lnTo>
                    <a:pt x="3415" y="10141"/>
                  </a:lnTo>
                  <a:lnTo>
                    <a:pt x="2082" y="11474"/>
                  </a:lnTo>
                  <a:cubicBezTo>
                    <a:pt x="1941" y="11620"/>
                    <a:pt x="2074" y="11818"/>
                    <a:pt x="2229" y="11818"/>
                  </a:cubicBezTo>
                  <a:cubicBezTo>
                    <a:pt x="2275" y="11818"/>
                    <a:pt x="2323" y="11801"/>
                    <a:pt x="2367" y="11759"/>
                  </a:cubicBezTo>
                  <a:lnTo>
                    <a:pt x="3700" y="10426"/>
                  </a:lnTo>
                  <a:lnTo>
                    <a:pt x="3700" y="10770"/>
                  </a:lnTo>
                  <a:cubicBezTo>
                    <a:pt x="3700" y="10879"/>
                    <a:pt x="3791" y="10971"/>
                    <a:pt x="3904" y="10971"/>
                  </a:cubicBezTo>
                  <a:cubicBezTo>
                    <a:pt x="4013" y="10971"/>
                    <a:pt x="4104" y="10879"/>
                    <a:pt x="4104" y="10770"/>
                  </a:cubicBezTo>
                  <a:lnTo>
                    <a:pt x="4104" y="10021"/>
                  </a:lnTo>
                  <a:lnTo>
                    <a:pt x="4864" y="9262"/>
                  </a:lnTo>
                  <a:lnTo>
                    <a:pt x="5426" y="9494"/>
                  </a:lnTo>
                  <a:cubicBezTo>
                    <a:pt x="5457" y="9507"/>
                    <a:pt x="5486" y="9513"/>
                    <a:pt x="5513" y="9513"/>
                  </a:cubicBezTo>
                  <a:cubicBezTo>
                    <a:pt x="5708" y="9513"/>
                    <a:pt x="5803" y="9208"/>
                    <a:pt x="5577" y="9121"/>
                  </a:cubicBezTo>
                  <a:lnTo>
                    <a:pt x="5173" y="8952"/>
                  </a:lnTo>
                  <a:lnTo>
                    <a:pt x="6748" y="7377"/>
                  </a:lnTo>
                  <a:lnTo>
                    <a:pt x="6748" y="9607"/>
                  </a:lnTo>
                  <a:lnTo>
                    <a:pt x="6383" y="9452"/>
                  </a:lnTo>
                  <a:cubicBezTo>
                    <a:pt x="6352" y="9438"/>
                    <a:pt x="6322" y="9432"/>
                    <a:pt x="6294" y="9432"/>
                  </a:cubicBezTo>
                  <a:cubicBezTo>
                    <a:pt x="6097" y="9432"/>
                    <a:pt x="6003" y="9738"/>
                    <a:pt x="6228" y="9825"/>
                  </a:cubicBezTo>
                  <a:lnTo>
                    <a:pt x="6752" y="10043"/>
                  </a:lnTo>
                  <a:lnTo>
                    <a:pt x="6752" y="11119"/>
                  </a:lnTo>
                  <a:lnTo>
                    <a:pt x="5300" y="12567"/>
                  </a:lnTo>
                  <a:cubicBezTo>
                    <a:pt x="5149" y="12713"/>
                    <a:pt x="5284" y="12918"/>
                    <a:pt x="5442" y="12918"/>
                  </a:cubicBezTo>
                  <a:cubicBezTo>
                    <a:pt x="5490" y="12918"/>
                    <a:pt x="5540" y="12898"/>
                    <a:pt x="5584" y="12852"/>
                  </a:cubicBezTo>
                  <a:lnTo>
                    <a:pt x="6748" y="11688"/>
                  </a:lnTo>
                  <a:lnTo>
                    <a:pt x="6748" y="13573"/>
                  </a:lnTo>
                  <a:cubicBezTo>
                    <a:pt x="6748" y="13686"/>
                    <a:pt x="6840" y="13773"/>
                    <a:pt x="6952" y="13773"/>
                  </a:cubicBezTo>
                  <a:cubicBezTo>
                    <a:pt x="7061" y="13773"/>
                    <a:pt x="7153" y="13686"/>
                    <a:pt x="7153" y="13573"/>
                  </a:cubicBezTo>
                  <a:lnTo>
                    <a:pt x="7153" y="11688"/>
                  </a:lnTo>
                  <a:lnTo>
                    <a:pt x="8317" y="12852"/>
                  </a:lnTo>
                  <a:cubicBezTo>
                    <a:pt x="8361" y="12898"/>
                    <a:pt x="8412" y="12918"/>
                    <a:pt x="8460" y="12918"/>
                  </a:cubicBezTo>
                  <a:cubicBezTo>
                    <a:pt x="8618" y="12918"/>
                    <a:pt x="8755" y="12713"/>
                    <a:pt x="8602" y="12567"/>
                  </a:cubicBezTo>
                  <a:lnTo>
                    <a:pt x="7153" y="11119"/>
                  </a:lnTo>
                  <a:lnTo>
                    <a:pt x="7153" y="10043"/>
                  </a:lnTo>
                  <a:lnTo>
                    <a:pt x="9038" y="9262"/>
                  </a:lnTo>
                  <a:lnTo>
                    <a:pt x="9797" y="10021"/>
                  </a:lnTo>
                  <a:lnTo>
                    <a:pt x="9797" y="12072"/>
                  </a:lnTo>
                  <a:cubicBezTo>
                    <a:pt x="9797" y="12184"/>
                    <a:pt x="9889" y="12272"/>
                    <a:pt x="10001" y="12272"/>
                  </a:cubicBezTo>
                  <a:cubicBezTo>
                    <a:pt x="10110" y="12272"/>
                    <a:pt x="10202" y="12184"/>
                    <a:pt x="10202" y="12072"/>
                  </a:cubicBezTo>
                  <a:lnTo>
                    <a:pt x="10202" y="10426"/>
                  </a:lnTo>
                  <a:lnTo>
                    <a:pt x="11534" y="11759"/>
                  </a:lnTo>
                  <a:cubicBezTo>
                    <a:pt x="11579" y="11805"/>
                    <a:pt x="11629" y="11824"/>
                    <a:pt x="11677" y="11824"/>
                  </a:cubicBezTo>
                  <a:cubicBezTo>
                    <a:pt x="11834" y="11824"/>
                    <a:pt x="11970" y="11619"/>
                    <a:pt x="11819" y="11474"/>
                  </a:cubicBezTo>
                  <a:lnTo>
                    <a:pt x="10486" y="10141"/>
                  </a:lnTo>
                  <a:lnTo>
                    <a:pt x="12136" y="10141"/>
                  </a:lnTo>
                  <a:cubicBezTo>
                    <a:pt x="12245" y="10141"/>
                    <a:pt x="12336" y="10050"/>
                    <a:pt x="12336" y="9937"/>
                  </a:cubicBezTo>
                  <a:cubicBezTo>
                    <a:pt x="12336" y="9825"/>
                    <a:pt x="12245" y="9737"/>
                    <a:pt x="12136" y="9737"/>
                  </a:cubicBezTo>
                  <a:lnTo>
                    <a:pt x="10086" y="9737"/>
                  </a:lnTo>
                  <a:lnTo>
                    <a:pt x="9322" y="8977"/>
                  </a:lnTo>
                  <a:lnTo>
                    <a:pt x="10107" y="7089"/>
                  </a:lnTo>
                  <a:lnTo>
                    <a:pt x="11179" y="7089"/>
                  </a:lnTo>
                  <a:lnTo>
                    <a:pt x="12631" y="8541"/>
                  </a:lnTo>
                  <a:cubicBezTo>
                    <a:pt x="12675" y="8583"/>
                    <a:pt x="12723" y="8601"/>
                    <a:pt x="12770" y="8601"/>
                  </a:cubicBezTo>
                  <a:cubicBezTo>
                    <a:pt x="12925" y="8601"/>
                    <a:pt x="13057" y="8402"/>
                    <a:pt x="12916" y="8256"/>
                  </a:cubicBezTo>
                  <a:lnTo>
                    <a:pt x="11752" y="7092"/>
                  </a:lnTo>
                  <a:lnTo>
                    <a:pt x="13637" y="7092"/>
                  </a:lnTo>
                  <a:cubicBezTo>
                    <a:pt x="13746" y="7092"/>
                    <a:pt x="13838" y="7001"/>
                    <a:pt x="13838" y="6888"/>
                  </a:cubicBezTo>
                  <a:cubicBezTo>
                    <a:pt x="13838" y="6776"/>
                    <a:pt x="13746" y="6688"/>
                    <a:pt x="13637" y="6688"/>
                  </a:cubicBezTo>
                  <a:lnTo>
                    <a:pt x="13634" y="6684"/>
                  </a:lnTo>
                  <a:lnTo>
                    <a:pt x="11749" y="6684"/>
                  </a:lnTo>
                  <a:lnTo>
                    <a:pt x="12916" y="5520"/>
                  </a:lnTo>
                  <a:cubicBezTo>
                    <a:pt x="13057" y="5374"/>
                    <a:pt x="12925" y="5176"/>
                    <a:pt x="12770" y="5176"/>
                  </a:cubicBezTo>
                  <a:cubicBezTo>
                    <a:pt x="12723" y="5176"/>
                    <a:pt x="12675" y="5194"/>
                    <a:pt x="12631" y="5236"/>
                  </a:cubicBezTo>
                  <a:lnTo>
                    <a:pt x="11179" y="6688"/>
                  </a:lnTo>
                  <a:lnTo>
                    <a:pt x="10103" y="6688"/>
                  </a:lnTo>
                  <a:lnTo>
                    <a:pt x="9322" y="4800"/>
                  </a:lnTo>
                  <a:lnTo>
                    <a:pt x="10082" y="4040"/>
                  </a:lnTo>
                  <a:lnTo>
                    <a:pt x="12132" y="4040"/>
                  </a:lnTo>
                  <a:cubicBezTo>
                    <a:pt x="12245" y="4040"/>
                    <a:pt x="12336" y="3949"/>
                    <a:pt x="12336" y="3840"/>
                  </a:cubicBezTo>
                  <a:cubicBezTo>
                    <a:pt x="12336" y="3727"/>
                    <a:pt x="12245" y="3636"/>
                    <a:pt x="12132" y="3636"/>
                  </a:cubicBezTo>
                  <a:lnTo>
                    <a:pt x="10486" y="3636"/>
                  </a:lnTo>
                  <a:lnTo>
                    <a:pt x="11819" y="2303"/>
                  </a:lnTo>
                  <a:cubicBezTo>
                    <a:pt x="11960" y="2157"/>
                    <a:pt x="11828" y="1958"/>
                    <a:pt x="11673" y="1958"/>
                  </a:cubicBezTo>
                  <a:cubicBezTo>
                    <a:pt x="11626" y="1958"/>
                    <a:pt x="11578" y="1976"/>
                    <a:pt x="11534" y="2018"/>
                  </a:cubicBezTo>
                  <a:lnTo>
                    <a:pt x="10202" y="3351"/>
                  </a:lnTo>
                  <a:lnTo>
                    <a:pt x="10202" y="3006"/>
                  </a:lnTo>
                  <a:cubicBezTo>
                    <a:pt x="10202" y="2873"/>
                    <a:pt x="10100" y="2806"/>
                    <a:pt x="9999" y="2806"/>
                  </a:cubicBezTo>
                  <a:cubicBezTo>
                    <a:pt x="9898" y="2806"/>
                    <a:pt x="9797" y="2873"/>
                    <a:pt x="9797" y="3006"/>
                  </a:cubicBezTo>
                  <a:lnTo>
                    <a:pt x="9797" y="3755"/>
                  </a:lnTo>
                  <a:lnTo>
                    <a:pt x="9038" y="4515"/>
                  </a:lnTo>
                  <a:lnTo>
                    <a:pt x="8538" y="4307"/>
                  </a:lnTo>
                  <a:cubicBezTo>
                    <a:pt x="8510" y="4296"/>
                    <a:pt x="8483" y="4292"/>
                    <a:pt x="8458" y="4292"/>
                  </a:cubicBezTo>
                  <a:cubicBezTo>
                    <a:pt x="8263" y="4292"/>
                    <a:pt x="8172" y="4587"/>
                    <a:pt x="8384" y="4680"/>
                  </a:cubicBezTo>
                  <a:lnTo>
                    <a:pt x="8728" y="4824"/>
                  </a:lnTo>
                  <a:lnTo>
                    <a:pt x="7153" y="6400"/>
                  </a:lnTo>
                  <a:lnTo>
                    <a:pt x="7153" y="4170"/>
                  </a:lnTo>
                  <a:lnTo>
                    <a:pt x="7522" y="4325"/>
                  </a:lnTo>
                  <a:cubicBezTo>
                    <a:pt x="7550" y="4336"/>
                    <a:pt x="7576" y="4341"/>
                    <a:pt x="7601" y="4341"/>
                  </a:cubicBezTo>
                  <a:cubicBezTo>
                    <a:pt x="7794" y="4341"/>
                    <a:pt x="7889" y="4046"/>
                    <a:pt x="7677" y="3952"/>
                  </a:cubicBezTo>
                  <a:lnTo>
                    <a:pt x="7153" y="3734"/>
                  </a:lnTo>
                  <a:lnTo>
                    <a:pt x="7153" y="2658"/>
                  </a:lnTo>
                  <a:lnTo>
                    <a:pt x="8602" y="1209"/>
                  </a:lnTo>
                  <a:cubicBezTo>
                    <a:pt x="8737" y="1063"/>
                    <a:pt x="8609" y="868"/>
                    <a:pt x="8456" y="868"/>
                  </a:cubicBezTo>
                  <a:cubicBezTo>
                    <a:pt x="8411" y="868"/>
                    <a:pt x="8363" y="884"/>
                    <a:pt x="8320" y="924"/>
                  </a:cubicBezTo>
                  <a:lnTo>
                    <a:pt x="7153" y="2088"/>
                  </a:lnTo>
                  <a:lnTo>
                    <a:pt x="7153" y="204"/>
                  </a:lnTo>
                  <a:cubicBezTo>
                    <a:pt x="7153" y="68"/>
                    <a:pt x="7053" y="0"/>
                    <a:pt x="6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2" name="Google Shape;21252;p90"/>
            <p:cNvSpPr/>
            <p:nvPr/>
          </p:nvSpPr>
          <p:spPr>
            <a:xfrm>
              <a:off x="6298063" y="3387429"/>
              <a:ext cx="10616" cy="22150"/>
            </a:xfrm>
            <a:custGeom>
              <a:rect b="b" l="l" r="r" t="t"/>
              <a:pathLst>
                <a:path extrusionOk="0" h="845" w="405">
                  <a:moveTo>
                    <a:pt x="202" y="1"/>
                  </a:moveTo>
                  <a:cubicBezTo>
                    <a:pt x="101" y="1"/>
                    <a:pt x="0" y="69"/>
                    <a:pt x="0" y="204"/>
                  </a:cubicBezTo>
                  <a:lnTo>
                    <a:pt x="0" y="644"/>
                  </a:lnTo>
                  <a:cubicBezTo>
                    <a:pt x="0" y="756"/>
                    <a:pt x="92" y="844"/>
                    <a:pt x="204" y="844"/>
                  </a:cubicBezTo>
                  <a:cubicBezTo>
                    <a:pt x="313" y="844"/>
                    <a:pt x="405" y="756"/>
                    <a:pt x="405" y="644"/>
                  </a:cubicBezTo>
                  <a:lnTo>
                    <a:pt x="405" y="204"/>
                  </a:lnTo>
                  <a:cubicBezTo>
                    <a:pt x="405" y="69"/>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3" name="Google Shape;21253;p90"/>
            <p:cNvSpPr/>
            <p:nvPr/>
          </p:nvSpPr>
          <p:spPr>
            <a:xfrm>
              <a:off x="6138219" y="3647640"/>
              <a:ext cx="10642" cy="22123"/>
            </a:xfrm>
            <a:custGeom>
              <a:rect b="b" l="l" r="r" t="t"/>
              <a:pathLst>
                <a:path extrusionOk="0" h="844" w="406">
                  <a:moveTo>
                    <a:pt x="205" y="0"/>
                  </a:moveTo>
                  <a:cubicBezTo>
                    <a:pt x="92" y="0"/>
                    <a:pt x="1" y="91"/>
                    <a:pt x="1" y="200"/>
                  </a:cubicBezTo>
                  <a:lnTo>
                    <a:pt x="1" y="640"/>
                  </a:lnTo>
                  <a:cubicBezTo>
                    <a:pt x="1" y="753"/>
                    <a:pt x="92" y="844"/>
                    <a:pt x="205" y="844"/>
                  </a:cubicBezTo>
                  <a:cubicBezTo>
                    <a:pt x="314" y="844"/>
                    <a:pt x="405" y="753"/>
                    <a:pt x="405" y="640"/>
                  </a:cubicBezTo>
                  <a:lnTo>
                    <a:pt x="405" y="200"/>
                  </a:lnTo>
                  <a:cubicBezTo>
                    <a:pt x="405" y="91"/>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54" name="Google Shape;21254;p90"/>
          <p:cNvGrpSpPr/>
          <p:nvPr/>
        </p:nvGrpSpPr>
        <p:grpSpPr>
          <a:xfrm>
            <a:off x="5222013" y="1968415"/>
            <a:ext cx="378849" cy="360317"/>
            <a:chOff x="5222013" y="1968415"/>
            <a:chExt cx="378849" cy="360317"/>
          </a:xfrm>
        </p:grpSpPr>
        <p:sp>
          <p:nvSpPr>
            <p:cNvPr id="21255" name="Google Shape;21255;p90"/>
            <p:cNvSpPr/>
            <p:nvPr/>
          </p:nvSpPr>
          <p:spPr>
            <a:xfrm>
              <a:off x="5228357" y="2005637"/>
              <a:ext cx="366529" cy="317460"/>
            </a:xfrm>
            <a:custGeom>
              <a:rect b="b" l="l" r="r" t="t"/>
              <a:pathLst>
                <a:path extrusionOk="0" h="12111" w="13983">
                  <a:moveTo>
                    <a:pt x="4460" y="0"/>
                  </a:moveTo>
                  <a:lnTo>
                    <a:pt x="2388" y="56"/>
                  </a:lnTo>
                  <a:cubicBezTo>
                    <a:pt x="2177" y="63"/>
                    <a:pt x="1974" y="144"/>
                    <a:pt x="1815" y="289"/>
                  </a:cubicBezTo>
                  <a:cubicBezTo>
                    <a:pt x="943" y="1073"/>
                    <a:pt x="314" y="1962"/>
                    <a:pt x="82" y="2314"/>
                  </a:cubicBezTo>
                  <a:cubicBezTo>
                    <a:pt x="18" y="2409"/>
                    <a:pt x="1" y="2529"/>
                    <a:pt x="39" y="2634"/>
                  </a:cubicBezTo>
                  <a:lnTo>
                    <a:pt x="117" y="2856"/>
                  </a:lnTo>
                  <a:cubicBezTo>
                    <a:pt x="180" y="3040"/>
                    <a:pt x="353" y="3157"/>
                    <a:pt x="543" y="3157"/>
                  </a:cubicBezTo>
                  <a:cubicBezTo>
                    <a:pt x="574" y="3157"/>
                    <a:pt x="606" y="3154"/>
                    <a:pt x="637" y="3147"/>
                  </a:cubicBezTo>
                  <a:cubicBezTo>
                    <a:pt x="1506" y="2982"/>
                    <a:pt x="2227" y="3105"/>
                    <a:pt x="2779" y="2806"/>
                  </a:cubicBezTo>
                  <a:cubicBezTo>
                    <a:pt x="3352" y="3619"/>
                    <a:pt x="3366" y="6393"/>
                    <a:pt x="5254" y="7255"/>
                  </a:cubicBezTo>
                  <a:lnTo>
                    <a:pt x="5669" y="8988"/>
                  </a:lnTo>
                  <a:lnTo>
                    <a:pt x="5669" y="10982"/>
                  </a:lnTo>
                  <a:lnTo>
                    <a:pt x="5265" y="11917"/>
                  </a:lnTo>
                  <a:cubicBezTo>
                    <a:pt x="5226" y="12009"/>
                    <a:pt x="5293" y="12111"/>
                    <a:pt x="5392" y="12111"/>
                  </a:cubicBezTo>
                  <a:lnTo>
                    <a:pt x="6179" y="12111"/>
                  </a:lnTo>
                  <a:cubicBezTo>
                    <a:pt x="6253" y="12111"/>
                    <a:pt x="6313" y="12055"/>
                    <a:pt x="6320" y="11981"/>
                  </a:cubicBezTo>
                  <a:lnTo>
                    <a:pt x="6577" y="7673"/>
                  </a:lnTo>
                  <a:cubicBezTo>
                    <a:pt x="6838" y="7714"/>
                    <a:pt x="7152" y="7743"/>
                    <a:pt x="7513" y="7743"/>
                  </a:cubicBezTo>
                  <a:cubicBezTo>
                    <a:pt x="8433" y="7743"/>
                    <a:pt x="9663" y="7555"/>
                    <a:pt x="11137" y="6896"/>
                  </a:cubicBezTo>
                  <a:cubicBezTo>
                    <a:pt x="11443" y="7374"/>
                    <a:pt x="12038" y="8074"/>
                    <a:pt x="13149" y="8805"/>
                  </a:cubicBezTo>
                  <a:lnTo>
                    <a:pt x="12846" y="10979"/>
                  </a:lnTo>
                  <a:lnTo>
                    <a:pt x="12438" y="11917"/>
                  </a:lnTo>
                  <a:cubicBezTo>
                    <a:pt x="12400" y="12009"/>
                    <a:pt x="12467" y="12111"/>
                    <a:pt x="12565" y="12111"/>
                  </a:cubicBezTo>
                  <a:lnTo>
                    <a:pt x="13363" y="12111"/>
                  </a:lnTo>
                  <a:cubicBezTo>
                    <a:pt x="13434" y="12111"/>
                    <a:pt x="13493" y="12062"/>
                    <a:pt x="13500" y="11991"/>
                  </a:cubicBezTo>
                  <a:lnTo>
                    <a:pt x="13968" y="8833"/>
                  </a:lnTo>
                  <a:cubicBezTo>
                    <a:pt x="13982" y="8731"/>
                    <a:pt x="13954" y="8626"/>
                    <a:pt x="13891" y="8545"/>
                  </a:cubicBezTo>
                  <a:cubicBezTo>
                    <a:pt x="13740" y="8359"/>
                    <a:pt x="13472" y="7968"/>
                    <a:pt x="13391" y="7536"/>
                  </a:cubicBezTo>
                  <a:cubicBezTo>
                    <a:pt x="13219" y="6632"/>
                    <a:pt x="13740" y="5989"/>
                    <a:pt x="13740" y="5008"/>
                  </a:cubicBezTo>
                  <a:cubicBezTo>
                    <a:pt x="13740" y="3991"/>
                    <a:pt x="13131" y="3330"/>
                    <a:pt x="12185" y="3017"/>
                  </a:cubicBezTo>
                  <a:cubicBezTo>
                    <a:pt x="11676" y="2847"/>
                    <a:pt x="10862" y="2814"/>
                    <a:pt x="9953" y="2814"/>
                  </a:cubicBezTo>
                  <a:cubicBezTo>
                    <a:pt x="9378" y="2814"/>
                    <a:pt x="8766" y="2827"/>
                    <a:pt x="8168" y="2827"/>
                  </a:cubicBezTo>
                  <a:cubicBezTo>
                    <a:pt x="6883" y="2827"/>
                    <a:pt x="5667" y="2766"/>
                    <a:pt x="5050" y="2381"/>
                  </a:cubicBezTo>
                  <a:cubicBezTo>
                    <a:pt x="4917" y="2296"/>
                    <a:pt x="4822" y="2124"/>
                    <a:pt x="4744" y="1924"/>
                  </a:cubicBezTo>
                  <a:cubicBezTo>
                    <a:pt x="4650" y="1674"/>
                    <a:pt x="4590" y="1414"/>
                    <a:pt x="4569" y="1150"/>
                  </a:cubicBezTo>
                  <a:lnTo>
                    <a:pt x="4460"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6" name="Google Shape;21256;p90"/>
            <p:cNvSpPr/>
            <p:nvPr/>
          </p:nvSpPr>
          <p:spPr>
            <a:xfrm>
              <a:off x="5282459" y="1973972"/>
              <a:ext cx="104273" cy="70695"/>
            </a:xfrm>
            <a:custGeom>
              <a:rect b="b" l="l" r="r" t="t"/>
              <a:pathLst>
                <a:path extrusionOk="0" h="2697" w="3978">
                  <a:moveTo>
                    <a:pt x="1965" y="0"/>
                  </a:moveTo>
                  <a:cubicBezTo>
                    <a:pt x="926" y="0"/>
                    <a:pt x="272" y="872"/>
                    <a:pt x="50" y="1222"/>
                  </a:cubicBezTo>
                  <a:cubicBezTo>
                    <a:pt x="1" y="1307"/>
                    <a:pt x="19" y="1416"/>
                    <a:pt x="92" y="1486"/>
                  </a:cubicBezTo>
                  <a:cubicBezTo>
                    <a:pt x="351" y="1720"/>
                    <a:pt x="686" y="1847"/>
                    <a:pt x="1030" y="1847"/>
                  </a:cubicBezTo>
                  <a:cubicBezTo>
                    <a:pt x="1083" y="1847"/>
                    <a:pt x="1136" y="1844"/>
                    <a:pt x="1190" y="1838"/>
                  </a:cubicBezTo>
                  <a:cubicBezTo>
                    <a:pt x="1277" y="1827"/>
                    <a:pt x="1355" y="1771"/>
                    <a:pt x="1393" y="1693"/>
                  </a:cubicBezTo>
                  <a:cubicBezTo>
                    <a:pt x="1525" y="1402"/>
                    <a:pt x="1741" y="1275"/>
                    <a:pt x="1939" y="1275"/>
                  </a:cubicBezTo>
                  <a:cubicBezTo>
                    <a:pt x="2153" y="1275"/>
                    <a:pt x="2347" y="1424"/>
                    <a:pt x="2389" y="1672"/>
                  </a:cubicBezTo>
                  <a:cubicBezTo>
                    <a:pt x="2487" y="2260"/>
                    <a:pt x="1889" y="2309"/>
                    <a:pt x="1675" y="2323"/>
                  </a:cubicBezTo>
                  <a:cubicBezTo>
                    <a:pt x="1467" y="2337"/>
                    <a:pt x="1534" y="2548"/>
                    <a:pt x="1534" y="2548"/>
                  </a:cubicBezTo>
                  <a:cubicBezTo>
                    <a:pt x="1534" y="2548"/>
                    <a:pt x="1689" y="2689"/>
                    <a:pt x="2012" y="2696"/>
                  </a:cubicBezTo>
                  <a:cubicBezTo>
                    <a:pt x="2029" y="2696"/>
                    <a:pt x="2045" y="2696"/>
                    <a:pt x="2061" y="2696"/>
                  </a:cubicBezTo>
                  <a:cubicBezTo>
                    <a:pt x="3826" y="2696"/>
                    <a:pt x="3978" y="435"/>
                    <a:pt x="2438" y="58"/>
                  </a:cubicBezTo>
                  <a:cubicBezTo>
                    <a:pt x="2272" y="18"/>
                    <a:pt x="2115" y="0"/>
                    <a:pt x="1965" y="0"/>
                  </a:cubicBezTo>
                  <a:close/>
                </a:path>
              </a:pathLst>
            </a:custGeom>
            <a:solidFill>
              <a:srgbClr val="94AA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7" name="Google Shape;21257;p90"/>
            <p:cNvSpPr/>
            <p:nvPr/>
          </p:nvSpPr>
          <p:spPr>
            <a:xfrm>
              <a:off x="5365343" y="2298928"/>
              <a:ext cx="29410" cy="24273"/>
            </a:xfrm>
            <a:custGeom>
              <a:rect b="b" l="l" r="r" t="t"/>
              <a:pathLst>
                <a:path extrusionOk="0" h="926" w="1122">
                  <a:moveTo>
                    <a:pt x="352" y="0"/>
                  </a:moveTo>
                  <a:lnTo>
                    <a:pt x="39" y="728"/>
                  </a:lnTo>
                  <a:cubicBezTo>
                    <a:pt x="0" y="820"/>
                    <a:pt x="64" y="922"/>
                    <a:pt x="166" y="925"/>
                  </a:cubicBezTo>
                  <a:lnTo>
                    <a:pt x="950" y="925"/>
                  </a:lnTo>
                  <a:cubicBezTo>
                    <a:pt x="1024" y="925"/>
                    <a:pt x="1087" y="866"/>
                    <a:pt x="1090" y="792"/>
                  </a:cubicBezTo>
                  <a:lnTo>
                    <a:pt x="1122" y="257"/>
                  </a:lnTo>
                  <a:lnTo>
                    <a:pt x="352" y="0"/>
                  </a:lnTo>
                  <a:close/>
                </a:path>
              </a:pathLst>
            </a:custGeom>
            <a:solidFill>
              <a:srgbClr val="3F65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8" name="Google Shape;21258;p90"/>
            <p:cNvSpPr/>
            <p:nvPr/>
          </p:nvSpPr>
          <p:spPr>
            <a:xfrm>
              <a:off x="5553366" y="2298824"/>
              <a:ext cx="30905" cy="24273"/>
            </a:xfrm>
            <a:custGeom>
              <a:rect b="b" l="l" r="r" t="t"/>
              <a:pathLst>
                <a:path extrusionOk="0" h="926" w="1179">
                  <a:moveTo>
                    <a:pt x="356" y="1"/>
                  </a:moveTo>
                  <a:lnTo>
                    <a:pt x="39" y="732"/>
                  </a:lnTo>
                  <a:cubicBezTo>
                    <a:pt x="1" y="824"/>
                    <a:pt x="68" y="926"/>
                    <a:pt x="166" y="926"/>
                  </a:cubicBezTo>
                  <a:lnTo>
                    <a:pt x="964" y="926"/>
                  </a:lnTo>
                  <a:cubicBezTo>
                    <a:pt x="1035" y="926"/>
                    <a:pt x="1094" y="877"/>
                    <a:pt x="1101" y="806"/>
                  </a:cubicBezTo>
                  <a:lnTo>
                    <a:pt x="1179" y="286"/>
                  </a:lnTo>
                  <a:lnTo>
                    <a:pt x="356" y="1"/>
                  </a:lnTo>
                  <a:close/>
                </a:path>
              </a:pathLst>
            </a:custGeom>
            <a:solidFill>
              <a:srgbClr val="3F65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9" name="Google Shape;21259;p90"/>
            <p:cNvSpPr/>
            <p:nvPr/>
          </p:nvSpPr>
          <p:spPr>
            <a:xfrm>
              <a:off x="5228357" y="2042308"/>
              <a:ext cx="46317" cy="46082"/>
            </a:xfrm>
            <a:custGeom>
              <a:rect b="b" l="l" r="r" t="t"/>
              <a:pathLst>
                <a:path extrusionOk="0" h="1758" w="1767">
                  <a:moveTo>
                    <a:pt x="760" y="1"/>
                  </a:moveTo>
                  <a:cubicBezTo>
                    <a:pt x="440" y="391"/>
                    <a:pt x="201" y="729"/>
                    <a:pt x="78" y="915"/>
                  </a:cubicBezTo>
                  <a:cubicBezTo>
                    <a:pt x="15" y="1010"/>
                    <a:pt x="1" y="1130"/>
                    <a:pt x="39" y="1235"/>
                  </a:cubicBezTo>
                  <a:lnTo>
                    <a:pt x="113" y="1457"/>
                  </a:lnTo>
                  <a:cubicBezTo>
                    <a:pt x="180" y="1641"/>
                    <a:pt x="353" y="1758"/>
                    <a:pt x="541" y="1758"/>
                  </a:cubicBezTo>
                  <a:cubicBezTo>
                    <a:pt x="572" y="1758"/>
                    <a:pt x="603" y="1755"/>
                    <a:pt x="634" y="1748"/>
                  </a:cubicBezTo>
                  <a:cubicBezTo>
                    <a:pt x="1028" y="1675"/>
                    <a:pt x="1390" y="1657"/>
                    <a:pt x="1720" y="1632"/>
                  </a:cubicBezTo>
                  <a:cubicBezTo>
                    <a:pt x="1766" y="1421"/>
                    <a:pt x="1734" y="1200"/>
                    <a:pt x="1625" y="1010"/>
                  </a:cubicBezTo>
                  <a:cubicBezTo>
                    <a:pt x="1351" y="553"/>
                    <a:pt x="901" y="261"/>
                    <a:pt x="760"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0" name="Google Shape;21260;p90"/>
            <p:cNvSpPr/>
            <p:nvPr/>
          </p:nvSpPr>
          <p:spPr>
            <a:xfrm>
              <a:off x="5301175" y="2064562"/>
              <a:ext cx="64928" cy="131246"/>
            </a:xfrm>
            <a:custGeom>
              <a:rect b="b" l="l" r="r" t="t"/>
              <a:pathLst>
                <a:path extrusionOk="0" h="5007" w="2477">
                  <a:moveTo>
                    <a:pt x="717" y="0"/>
                  </a:moveTo>
                  <a:cubicBezTo>
                    <a:pt x="678" y="0"/>
                    <a:pt x="642" y="8"/>
                    <a:pt x="613" y="24"/>
                  </a:cubicBezTo>
                  <a:cubicBezTo>
                    <a:pt x="430" y="122"/>
                    <a:pt x="356" y="372"/>
                    <a:pt x="1" y="558"/>
                  </a:cubicBezTo>
                  <a:cubicBezTo>
                    <a:pt x="574" y="1371"/>
                    <a:pt x="585" y="4145"/>
                    <a:pt x="2476" y="5007"/>
                  </a:cubicBezTo>
                  <a:cubicBezTo>
                    <a:pt x="940" y="3772"/>
                    <a:pt x="982" y="762"/>
                    <a:pt x="1017" y="414"/>
                  </a:cubicBezTo>
                  <a:cubicBezTo>
                    <a:pt x="1048" y="119"/>
                    <a:pt x="864" y="0"/>
                    <a:pt x="717" y="0"/>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1" name="Google Shape;21261;p90"/>
            <p:cNvSpPr/>
            <p:nvPr/>
          </p:nvSpPr>
          <p:spPr>
            <a:xfrm>
              <a:off x="5400730" y="2171300"/>
              <a:ext cx="119477" cy="37405"/>
            </a:xfrm>
            <a:custGeom>
              <a:rect b="b" l="l" r="r" t="t"/>
              <a:pathLst>
                <a:path extrusionOk="0" h="1427" w="4558">
                  <a:moveTo>
                    <a:pt x="3973" y="1"/>
                  </a:moveTo>
                  <a:cubicBezTo>
                    <a:pt x="3929" y="1"/>
                    <a:pt x="3884" y="7"/>
                    <a:pt x="3841" y="20"/>
                  </a:cubicBezTo>
                  <a:cubicBezTo>
                    <a:pt x="2820" y="350"/>
                    <a:pt x="1502" y="405"/>
                    <a:pt x="778" y="405"/>
                  </a:cubicBezTo>
                  <a:cubicBezTo>
                    <a:pt x="699" y="405"/>
                    <a:pt x="627" y="405"/>
                    <a:pt x="563" y="404"/>
                  </a:cubicBezTo>
                  <a:cubicBezTo>
                    <a:pt x="561" y="404"/>
                    <a:pt x="558" y="404"/>
                    <a:pt x="555" y="404"/>
                  </a:cubicBezTo>
                  <a:cubicBezTo>
                    <a:pt x="355" y="404"/>
                    <a:pt x="176" y="536"/>
                    <a:pt x="113" y="731"/>
                  </a:cubicBezTo>
                  <a:cubicBezTo>
                    <a:pt x="46" y="931"/>
                    <a:pt x="8" y="1142"/>
                    <a:pt x="1" y="1357"/>
                  </a:cubicBezTo>
                  <a:cubicBezTo>
                    <a:pt x="263" y="1397"/>
                    <a:pt x="577" y="1426"/>
                    <a:pt x="938" y="1426"/>
                  </a:cubicBezTo>
                  <a:cubicBezTo>
                    <a:pt x="1858" y="1426"/>
                    <a:pt x="3086" y="1239"/>
                    <a:pt x="4558" y="579"/>
                  </a:cubicBezTo>
                  <a:cubicBezTo>
                    <a:pt x="4495" y="481"/>
                    <a:pt x="4438" y="379"/>
                    <a:pt x="4389" y="274"/>
                  </a:cubicBezTo>
                  <a:cubicBezTo>
                    <a:pt x="4316" y="104"/>
                    <a:pt x="4150" y="1"/>
                    <a:pt x="3973"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2" name="Google Shape;21262;p90"/>
            <p:cNvSpPr/>
            <p:nvPr/>
          </p:nvSpPr>
          <p:spPr>
            <a:xfrm>
              <a:off x="5297768" y="1993317"/>
              <a:ext cx="72871" cy="47497"/>
            </a:xfrm>
            <a:custGeom>
              <a:rect b="b" l="l" r="r" t="t"/>
              <a:pathLst>
                <a:path extrusionOk="0" h="1812" w="2780">
                  <a:moveTo>
                    <a:pt x="1387" y="0"/>
                  </a:moveTo>
                  <a:cubicBezTo>
                    <a:pt x="768" y="0"/>
                    <a:pt x="266" y="418"/>
                    <a:pt x="1" y="1036"/>
                  </a:cubicBezTo>
                  <a:cubicBezTo>
                    <a:pt x="146" y="1084"/>
                    <a:pt x="299" y="1108"/>
                    <a:pt x="452" y="1108"/>
                  </a:cubicBezTo>
                  <a:cubicBezTo>
                    <a:pt x="503" y="1108"/>
                    <a:pt x="555" y="1105"/>
                    <a:pt x="606" y="1100"/>
                  </a:cubicBezTo>
                  <a:cubicBezTo>
                    <a:pt x="693" y="1089"/>
                    <a:pt x="771" y="1036"/>
                    <a:pt x="809" y="955"/>
                  </a:cubicBezTo>
                  <a:cubicBezTo>
                    <a:pt x="941" y="664"/>
                    <a:pt x="1156" y="538"/>
                    <a:pt x="1353" y="538"/>
                  </a:cubicBezTo>
                  <a:cubicBezTo>
                    <a:pt x="1568" y="538"/>
                    <a:pt x="1762" y="688"/>
                    <a:pt x="1805" y="938"/>
                  </a:cubicBezTo>
                  <a:cubicBezTo>
                    <a:pt x="1903" y="1522"/>
                    <a:pt x="1305" y="1571"/>
                    <a:pt x="1091" y="1585"/>
                  </a:cubicBezTo>
                  <a:cubicBezTo>
                    <a:pt x="883" y="1599"/>
                    <a:pt x="950" y="1810"/>
                    <a:pt x="950" y="1810"/>
                  </a:cubicBezTo>
                  <a:cubicBezTo>
                    <a:pt x="981" y="1811"/>
                    <a:pt x="1011" y="1811"/>
                    <a:pt x="1041" y="1811"/>
                  </a:cubicBezTo>
                  <a:cubicBezTo>
                    <a:pt x="2779" y="1811"/>
                    <a:pt x="2580" y="214"/>
                    <a:pt x="1682" y="31"/>
                  </a:cubicBezTo>
                  <a:cubicBezTo>
                    <a:pt x="1581" y="10"/>
                    <a:pt x="1483" y="0"/>
                    <a:pt x="1387" y="0"/>
                  </a:cubicBezTo>
                  <a:close/>
                </a:path>
              </a:pathLst>
            </a:custGeom>
            <a:solidFill>
              <a:srgbClr val="7F99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3" name="Google Shape;21263;p90"/>
            <p:cNvSpPr/>
            <p:nvPr/>
          </p:nvSpPr>
          <p:spPr>
            <a:xfrm>
              <a:off x="5222013" y="1968415"/>
              <a:ext cx="378849" cy="360317"/>
            </a:xfrm>
            <a:custGeom>
              <a:rect b="b" l="l" r="r" t="t"/>
              <a:pathLst>
                <a:path extrusionOk="0" h="13746" w="14453">
                  <a:moveTo>
                    <a:pt x="4246" y="417"/>
                  </a:moveTo>
                  <a:cubicBezTo>
                    <a:pt x="4392" y="417"/>
                    <a:pt x="4542" y="436"/>
                    <a:pt x="4695" y="474"/>
                  </a:cubicBezTo>
                  <a:cubicBezTo>
                    <a:pt x="5398" y="647"/>
                    <a:pt x="5644" y="1248"/>
                    <a:pt x="5581" y="1733"/>
                  </a:cubicBezTo>
                  <a:cubicBezTo>
                    <a:pt x="5507" y="2296"/>
                    <a:pt x="5106" y="2574"/>
                    <a:pt x="4688" y="2661"/>
                  </a:cubicBezTo>
                  <a:cubicBezTo>
                    <a:pt x="4730" y="2630"/>
                    <a:pt x="4768" y="2591"/>
                    <a:pt x="4804" y="2552"/>
                  </a:cubicBezTo>
                  <a:cubicBezTo>
                    <a:pt x="4955" y="2377"/>
                    <a:pt x="5018" y="2148"/>
                    <a:pt x="4979" y="1891"/>
                  </a:cubicBezTo>
                  <a:cubicBezTo>
                    <a:pt x="4930" y="1561"/>
                    <a:pt x="4659" y="1311"/>
                    <a:pt x="4325" y="1294"/>
                  </a:cubicBezTo>
                  <a:cubicBezTo>
                    <a:pt x="4304" y="1294"/>
                    <a:pt x="4283" y="1290"/>
                    <a:pt x="4262" y="1290"/>
                  </a:cubicBezTo>
                  <a:cubicBezTo>
                    <a:pt x="3935" y="1290"/>
                    <a:pt x="3654" y="1491"/>
                    <a:pt x="3506" y="1818"/>
                  </a:cubicBezTo>
                  <a:cubicBezTo>
                    <a:pt x="3494" y="1818"/>
                    <a:pt x="3482" y="1818"/>
                    <a:pt x="3469" y="1818"/>
                  </a:cubicBezTo>
                  <a:cubicBezTo>
                    <a:pt x="3387" y="1818"/>
                    <a:pt x="3308" y="1808"/>
                    <a:pt x="3228" y="1793"/>
                  </a:cubicBezTo>
                  <a:cubicBezTo>
                    <a:pt x="2982" y="1744"/>
                    <a:pt x="2757" y="1624"/>
                    <a:pt x="2578" y="1452"/>
                  </a:cubicBezTo>
                  <a:cubicBezTo>
                    <a:pt x="2715" y="1241"/>
                    <a:pt x="2880" y="1051"/>
                    <a:pt x="3066" y="889"/>
                  </a:cubicBezTo>
                  <a:cubicBezTo>
                    <a:pt x="3427" y="576"/>
                    <a:pt x="3823" y="417"/>
                    <a:pt x="4246" y="417"/>
                  </a:cubicBezTo>
                  <a:close/>
                  <a:moveTo>
                    <a:pt x="5936" y="12873"/>
                  </a:moveTo>
                  <a:lnTo>
                    <a:pt x="6368" y="13017"/>
                  </a:lnTo>
                  <a:lnTo>
                    <a:pt x="6351" y="13320"/>
                  </a:lnTo>
                  <a:lnTo>
                    <a:pt x="5743" y="13320"/>
                  </a:lnTo>
                  <a:lnTo>
                    <a:pt x="5936" y="12873"/>
                  </a:lnTo>
                  <a:close/>
                  <a:moveTo>
                    <a:pt x="13113" y="12873"/>
                  </a:moveTo>
                  <a:lnTo>
                    <a:pt x="13588" y="13031"/>
                  </a:lnTo>
                  <a:lnTo>
                    <a:pt x="13542" y="13320"/>
                  </a:lnTo>
                  <a:lnTo>
                    <a:pt x="12920" y="13320"/>
                  </a:lnTo>
                  <a:lnTo>
                    <a:pt x="13113" y="12873"/>
                  </a:lnTo>
                  <a:close/>
                  <a:moveTo>
                    <a:pt x="4252" y="0"/>
                  </a:moveTo>
                  <a:cubicBezTo>
                    <a:pt x="3726" y="0"/>
                    <a:pt x="3228" y="193"/>
                    <a:pt x="2789" y="569"/>
                  </a:cubicBezTo>
                  <a:cubicBezTo>
                    <a:pt x="2536" y="791"/>
                    <a:pt x="2317" y="1054"/>
                    <a:pt x="2149" y="1346"/>
                  </a:cubicBezTo>
                  <a:cubicBezTo>
                    <a:pt x="897" y="2398"/>
                    <a:pt x="78" y="3720"/>
                    <a:pt x="42" y="3776"/>
                  </a:cubicBezTo>
                  <a:cubicBezTo>
                    <a:pt x="11" y="3829"/>
                    <a:pt x="0" y="3896"/>
                    <a:pt x="21" y="3956"/>
                  </a:cubicBezTo>
                  <a:lnTo>
                    <a:pt x="158" y="4342"/>
                  </a:lnTo>
                  <a:cubicBezTo>
                    <a:pt x="250" y="4610"/>
                    <a:pt x="499" y="4789"/>
                    <a:pt x="784" y="4789"/>
                  </a:cubicBezTo>
                  <a:cubicBezTo>
                    <a:pt x="827" y="4789"/>
                    <a:pt x="872" y="4785"/>
                    <a:pt x="914" y="4775"/>
                  </a:cubicBezTo>
                  <a:cubicBezTo>
                    <a:pt x="1224" y="4722"/>
                    <a:pt x="1537" y="4687"/>
                    <a:pt x="1853" y="4673"/>
                  </a:cubicBezTo>
                  <a:cubicBezTo>
                    <a:pt x="2226" y="4648"/>
                    <a:pt x="2592" y="4624"/>
                    <a:pt x="2919" y="4504"/>
                  </a:cubicBezTo>
                  <a:cubicBezTo>
                    <a:pt x="3042" y="4729"/>
                    <a:pt x="3140" y="5095"/>
                    <a:pt x="3256" y="5513"/>
                  </a:cubicBezTo>
                  <a:cubicBezTo>
                    <a:pt x="3559" y="6632"/>
                    <a:pt x="3974" y="8151"/>
                    <a:pt x="5314" y="8822"/>
                  </a:cubicBezTo>
                  <a:lnTo>
                    <a:pt x="5697" y="10433"/>
                  </a:lnTo>
                  <a:lnTo>
                    <a:pt x="5697" y="12360"/>
                  </a:lnTo>
                  <a:lnTo>
                    <a:pt x="5226" y="13450"/>
                  </a:lnTo>
                  <a:cubicBezTo>
                    <a:pt x="5166" y="13591"/>
                    <a:pt x="5268" y="13745"/>
                    <a:pt x="5419" y="13745"/>
                  </a:cubicBezTo>
                  <a:lnTo>
                    <a:pt x="6548" y="13745"/>
                  </a:lnTo>
                  <a:cubicBezTo>
                    <a:pt x="6660" y="13745"/>
                    <a:pt x="6752" y="13657"/>
                    <a:pt x="6759" y="13545"/>
                  </a:cubicBezTo>
                  <a:lnTo>
                    <a:pt x="7015" y="9318"/>
                  </a:lnTo>
                  <a:cubicBezTo>
                    <a:pt x="7128" y="9329"/>
                    <a:pt x="7244" y="9336"/>
                    <a:pt x="7360" y="9339"/>
                  </a:cubicBezTo>
                  <a:lnTo>
                    <a:pt x="7371" y="9339"/>
                  </a:lnTo>
                  <a:cubicBezTo>
                    <a:pt x="7373" y="9339"/>
                    <a:pt x="7375" y="9339"/>
                    <a:pt x="7377" y="9339"/>
                  </a:cubicBezTo>
                  <a:cubicBezTo>
                    <a:pt x="7490" y="9339"/>
                    <a:pt x="7585" y="9246"/>
                    <a:pt x="7585" y="9132"/>
                  </a:cubicBezTo>
                  <a:cubicBezTo>
                    <a:pt x="7589" y="9016"/>
                    <a:pt x="7497" y="8917"/>
                    <a:pt x="7378" y="8917"/>
                  </a:cubicBezTo>
                  <a:cubicBezTo>
                    <a:pt x="7265" y="8910"/>
                    <a:pt x="7153" y="8903"/>
                    <a:pt x="7040" y="8896"/>
                  </a:cubicBezTo>
                  <a:lnTo>
                    <a:pt x="7061" y="8537"/>
                  </a:lnTo>
                  <a:cubicBezTo>
                    <a:pt x="7074" y="8386"/>
                    <a:pt x="6960" y="8307"/>
                    <a:pt x="6848" y="8307"/>
                  </a:cubicBezTo>
                  <a:cubicBezTo>
                    <a:pt x="6746" y="8307"/>
                    <a:pt x="6644" y="8372"/>
                    <a:pt x="6639" y="8509"/>
                  </a:cubicBezTo>
                  <a:lnTo>
                    <a:pt x="6397" y="12581"/>
                  </a:lnTo>
                  <a:lnTo>
                    <a:pt x="6105" y="12483"/>
                  </a:lnTo>
                  <a:cubicBezTo>
                    <a:pt x="6115" y="12458"/>
                    <a:pt x="6119" y="12430"/>
                    <a:pt x="6122" y="12402"/>
                  </a:cubicBezTo>
                  <a:lnTo>
                    <a:pt x="6122" y="10405"/>
                  </a:lnTo>
                  <a:cubicBezTo>
                    <a:pt x="6122" y="10391"/>
                    <a:pt x="6119" y="10373"/>
                    <a:pt x="6115" y="10355"/>
                  </a:cubicBezTo>
                  <a:lnTo>
                    <a:pt x="5700" y="8625"/>
                  </a:lnTo>
                  <a:cubicBezTo>
                    <a:pt x="5686" y="8562"/>
                    <a:pt x="5641" y="8509"/>
                    <a:pt x="5584" y="8481"/>
                  </a:cubicBezTo>
                  <a:cubicBezTo>
                    <a:pt x="4354" y="7919"/>
                    <a:pt x="3970" y="6523"/>
                    <a:pt x="3664" y="5401"/>
                  </a:cubicBezTo>
                  <a:cubicBezTo>
                    <a:pt x="3545" y="4961"/>
                    <a:pt x="3439" y="4578"/>
                    <a:pt x="3292" y="4304"/>
                  </a:cubicBezTo>
                  <a:cubicBezTo>
                    <a:pt x="3450" y="4191"/>
                    <a:pt x="3583" y="4050"/>
                    <a:pt x="3689" y="3892"/>
                  </a:cubicBezTo>
                  <a:cubicBezTo>
                    <a:pt x="3801" y="3725"/>
                    <a:pt x="3657" y="3556"/>
                    <a:pt x="3507" y="3556"/>
                  </a:cubicBezTo>
                  <a:cubicBezTo>
                    <a:pt x="3446" y="3556"/>
                    <a:pt x="3383" y="3585"/>
                    <a:pt x="3337" y="3653"/>
                  </a:cubicBezTo>
                  <a:cubicBezTo>
                    <a:pt x="2986" y="4177"/>
                    <a:pt x="2497" y="4209"/>
                    <a:pt x="1825" y="4251"/>
                  </a:cubicBezTo>
                  <a:cubicBezTo>
                    <a:pt x="1491" y="4265"/>
                    <a:pt x="1161" y="4304"/>
                    <a:pt x="834" y="4360"/>
                  </a:cubicBezTo>
                  <a:cubicBezTo>
                    <a:pt x="815" y="4364"/>
                    <a:pt x="797" y="4366"/>
                    <a:pt x="779" y="4366"/>
                  </a:cubicBezTo>
                  <a:cubicBezTo>
                    <a:pt x="679" y="4366"/>
                    <a:pt x="588" y="4303"/>
                    <a:pt x="556" y="4205"/>
                  </a:cubicBezTo>
                  <a:lnTo>
                    <a:pt x="454" y="3913"/>
                  </a:lnTo>
                  <a:cubicBezTo>
                    <a:pt x="644" y="3621"/>
                    <a:pt x="1333" y="2616"/>
                    <a:pt x="2296" y="1772"/>
                  </a:cubicBezTo>
                  <a:cubicBezTo>
                    <a:pt x="2615" y="2076"/>
                    <a:pt x="3038" y="2243"/>
                    <a:pt x="3472" y="2243"/>
                  </a:cubicBezTo>
                  <a:cubicBezTo>
                    <a:pt x="3546" y="2243"/>
                    <a:pt x="3619" y="2239"/>
                    <a:pt x="3692" y="2229"/>
                  </a:cubicBezTo>
                  <a:cubicBezTo>
                    <a:pt x="3770" y="2215"/>
                    <a:pt x="3833" y="2159"/>
                    <a:pt x="3854" y="2085"/>
                  </a:cubicBezTo>
                  <a:cubicBezTo>
                    <a:pt x="3958" y="1756"/>
                    <a:pt x="4168" y="1714"/>
                    <a:pt x="4263" y="1714"/>
                  </a:cubicBezTo>
                  <a:cubicBezTo>
                    <a:pt x="4273" y="1714"/>
                    <a:pt x="4283" y="1715"/>
                    <a:pt x="4290" y="1716"/>
                  </a:cubicBezTo>
                  <a:cubicBezTo>
                    <a:pt x="4424" y="1719"/>
                    <a:pt x="4536" y="1818"/>
                    <a:pt x="4561" y="1951"/>
                  </a:cubicBezTo>
                  <a:cubicBezTo>
                    <a:pt x="4579" y="2088"/>
                    <a:pt x="4554" y="2194"/>
                    <a:pt x="4480" y="2278"/>
                  </a:cubicBezTo>
                  <a:cubicBezTo>
                    <a:pt x="4311" y="2479"/>
                    <a:pt x="3914" y="2528"/>
                    <a:pt x="3777" y="2528"/>
                  </a:cubicBezTo>
                  <a:cubicBezTo>
                    <a:pt x="3576" y="2531"/>
                    <a:pt x="3492" y="2788"/>
                    <a:pt x="3650" y="2908"/>
                  </a:cubicBezTo>
                  <a:cubicBezTo>
                    <a:pt x="3844" y="3045"/>
                    <a:pt x="4076" y="3119"/>
                    <a:pt x="4311" y="3122"/>
                  </a:cubicBezTo>
                  <a:lnTo>
                    <a:pt x="4364" y="3122"/>
                  </a:lnTo>
                  <a:cubicBezTo>
                    <a:pt x="4470" y="3122"/>
                    <a:pt x="4575" y="3115"/>
                    <a:pt x="4677" y="3098"/>
                  </a:cubicBezTo>
                  <a:cubicBezTo>
                    <a:pt x="4790" y="3460"/>
                    <a:pt x="4916" y="3815"/>
                    <a:pt x="5180" y="3977"/>
                  </a:cubicBezTo>
                  <a:cubicBezTo>
                    <a:pt x="5837" y="4388"/>
                    <a:pt x="7064" y="4456"/>
                    <a:pt x="8373" y="4456"/>
                  </a:cubicBezTo>
                  <a:cubicBezTo>
                    <a:pt x="8688" y="4456"/>
                    <a:pt x="9008" y="4452"/>
                    <a:pt x="9326" y="4448"/>
                  </a:cubicBezTo>
                  <a:cubicBezTo>
                    <a:pt x="9611" y="4445"/>
                    <a:pt x="9892" y="4443"/>
                    <a:pt x="10163" y="4443"/>
                  </a:cubicBezTo>
                  <a:cubicBezTo>
                    <a:pt x="11069" y="4443"/>
                    <a:pt x="11870" y="4472"/>
                    <a:pt x="12357" y="4634"/>
                  </a:cubicBezTo>
                  <a:cubicBezTo>
                    <a:pt x="13521" y="5021"/>
                    <a:pt x="13767" y="5823"/>
                    <a:pt x="13767" y="6424"/>
                  </a:cubicBezTo>
                  <a:cubicBezTo>
                    <a:pt x="13767" y="6832"/>
                    <a:pt x="13669" y="7187"/>
                    <a:pt x="13574" y="7532"/>
                  </a:cubicBezTo>
                  <a:cubicBezTo>
                    <a:pt x="13447" y="7982"/>
                    <a:pt x="13317" y="8443"/>
                    <a:pt x="13422" y="8995"/>
                  </a:cubicBezTo>
                  <a:cubicBezTo>
                    <a:pt x="13521" y="9522"/>
                    <a:pt x="13862" y="9972"/>
                    <a:pt x="14010" y="10148"/>
                  </a:cubicBezTo>
                  <a:lnTo>
                    <a:pt x="13647" y="12602"/>
                  </a:lnTo>
                  <a:lnTo>
                    <a:pt x="13278" y="12483"/>
                  </a:lnTo>
                  <a:cubicBezTo>
                    <a:pt x="13285" y="12465"/>
                    <a:pt x="13289" y="12448"/>
                    <a:pt x="13292" y="12430"/>
                  </a:cubicBezTo>
                  <a:lnTo>
                    <a:pt x="13595" y="10257"/>
                  </a:lnTo>
                  <a:cubicBezTo>
                    <a:pt x="13605" y="10176"/>
                    <a:pt x="13570" y="10095"/>
                    <a:pt x="13503" y="10050"/>
                  </a:cubicBezTo>
                  <a:cubicBezTo>
                    <a:pt x="12009" y="9068"/>
                    <a:pt x="11481" y="8144"/>
                    <a:pt x="11327" y="7795"/>
                  </a:cubicBezTo>
                  <a:cubicBezTo>
                    <a:pt x="11286" y="7704"/>
                    <a:pt x="11212" y="7666"/>
                    <a:pt x="11138" y="7666"/>
                  </a:cubicBezTo>
                  <a:cubicBezTo>
                    <a:pt x="11001" y="7666"/>
                    <a:pt x="10864" y="7797"/>
                    <a:pt x="10940" y="7964"/>
                  </a:cubicBezTo>
                  <a:cubicBezTo>
                    <a:pt x="10971" y="8035"/>
                    <a:pt x="11017" y="8130"/>
                    <a:pt x="11077" y="8239"/>
                  </a:cubicBezTo>
                  <a:cubicBezTo>
                    <a:pt x="10655" y="8397"/>
                    <a:pt x="9428" y="8826"/>
                    <a:pt x="8250" y="8896"/>
                  </a:cubicBezTo>
                  <a:cubicBezTo>
                    <a:pt x="7979" y="8914"/>
                    <a:pt x="7990" y="9318"/>
                    <a:pt x="8264" y="9318"/>
                  </a:cubicBezTo>
                  <a:lnTo>
                    <a:pt x="8274" y="9318"/>
                  </a:lnTo>
                  <a:cubicBezTo>
                    <a:pt x="9611" y="9241"/>
                    <a:pt x="10964" y="8738"/>
                    <a:pt x="11313" y="8601"/>
                  </a:cubicBezTo>
                  <a:cubicBezTo>
                    <a:pt x="11643" y="9068"/>
                    <a:pt x="12209" y="9691"/>
                    <a:pt x="13159" y="10331"/>
                  </a:cubicBezTo>
                  <a:lnTo>
                    <a:pt x="12877" y="12346"/>
                  </a:lnTo>
                  <a:lnTo>
                    <a:pt x="12399" y="13450"/>
                  </a:lnTo>
                  <a:cubicBezTo>
                    <a:pt x="12339" y="13591"/>
                    <a:pt x="12441" y="13745"/>
                    <a:pt x="12593" y="13745"/>
                  </a:cubicBezTo>
                  <a:lnTo>
                    <a:pt x="13728" y="13745"/>
                  </a:lnTo>
                  <a:cubicBezTo>
                    <a:pt x="13830" y="13745"/>
                    <a:pt x="13922" y="13668"/>
                    <a:pt x="13936" y="13566"/>
                  </a:cubicBezTo>
                  <a:lnTo>
                    <a:pt x="14446" y="10120"/>
                  </a:lnTo>
                  <a:cubicBezTo>
                    <a:pt x="14453" y="10053"/>
                    <a:pt x="14435" y="9990"/>
                    <a:pt x="14389" y="9941"/>
                  </a:cubicBezTo>
                  <a:cubicBezTo>
                    <a:pt x="14386" y="9937"/>
                    <a:pt x="13943" y="9462"/>
                    <a:pt x="13841" y="8917"/>
                  </a:cubicBezTo>
                  <a:cubicBezTo>
                    <a:pt x="13756" y="8464"/>
                    <a:pt x="13858" y="8087"/>
                    <a:pt x="13982" y="7648"/>
                  </a:cubicBezTo>
                  <a:cubicBezTo>
                    <a:pt x="14087" y="7275"/>
                    <a:pt x="14193" y="6892"/>
                    <a:pt x="14193" y="6428"/>
                  </a:cubicBezTo>
                  <a:cubicBezTo>
                    <a:pt x="14193" y="5380"/>
                    <a:pt x="13588" y="4599"/>
                    <a:pt x="12494" y="4237"/>
                  </a:cubicBezTo>
                  <a:cubicBezTo>
                    <a:pt x="11958" y="4057"/>
                    <a:pt x="11133" y="4023"/>
                    <a:pt x="10207" y="4023"/>
                  </a:cubicBezTo>
                  <a:cubicBezTo>
                    <a:pt x="9919" y="4023"/>
                    <a:pt x="9621" y="4026"/>
                    <a:pt x="9319" y="4029"/>
                  </a:cubicBezTo>
                  <a:cubicBezTo>
                    <a:pt x="9025" y="4033"/>
                    <a:pt x="8724" y="4036"/>
                    <a:pt x="8425" y="4036"/>
                  </a:cubicBezTo>
                  <a:cubicBezTo>
                    <a:pt x="7190" y="4036"/>
                    <a:pt x="5976" y="3978"/>
                    <a:pt x="5405" y="3621"/>
                  </a:cubicBezTo>
                  <a:cubicBezTo>
                    <a:pt x="5271" y="3537"/>
                    <a:pt x="5173" y="3259"/>
                    <a:pt x="5085" y="2989"/>
                  </a:cubicBezTo>
                  <a:cubicBezTo>
                    <a:pt x="5584" y="2781"/>
                    <a:pt x="5932" y="2324"/>
                    <a:pt x="5999" y="1793"/>
                  </a:cubicBezTo>
                  <a:cubicBezTo>
                    <a:pt x="6048" y="1424"/>
                    <a:pt x="5968" y="1054"/>
                    <a:pt x="5771" y="742"/>
                  </a:cubicBezTo>
                  <a:cubicBezTo>
                    <a:pt x="5549" y="400"/>
                    <a:pt x="5215" y="168"/>
                    <a:pt x="4793" y="66"/>
                  </a:cubicBezTo>
                  <a:cubicBezTo>
                    <a:pt x="4610" y="22"/>
                    <a:pt x="4430" y="0"/>
                    <a:pt x="4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4" name="Google Shape;21264;p90"/>
            <p:cNvSpPr/>
            <p:nvPr/>
          </p:nvSpPr>
          <p:spPr>
            <a:xfrm>
              <a:off x="5270952" y="2035676"/>
              <a:ext cx="14312" cy="11193"/>
            </a:xfrm>
            <a:custGeom>
              <a:rect b="b" l="l" r="r" t="t"/>
              <a:pathLst>
                <a:path extrusionOk="0" h="427" w="546">
                  <a:moveTo>
                    <a:pt x="334" y="1"/>
                  </a:moveTo>
                  <a:cubicBezTo>
                    <a:pt x="0" y="1"/>
                    <a:pt x="99" y="426"/>
                    <a:pt x="334" y="426"/>
                  </a:cubicBezTo>
                  <a:cubicBezTo>
                    <a:pt x="450" y="426"/>
                    <a:pt x="545" y="331"/>
                    <a:pt x="545" y="212"/>
                  </a:cubicBezTo>
                  <a:cubicBezTo>
                    <a:pt x="545" y="95"/>
                    <a:pt x="450"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65" name="Google Shape;21265;p90"/>
          <p:cNvGrpSpPr/>
          <p:nvPr/>
        </p:nvGrpSpPr>
        <p:grpSpPr>
          <a:xfrm>
            <a:off x="4127982" y="2033055"/>
            <a:ext cx="381444" cy="231063"/>
            <a:chOff x="4127982" y="2033055"/>
            <a:chExt cx="381444" cy="231063"/>
          </a:xfrm>
        </p:grpSpPr>
        <p:sp>
          <p:nvSpPr>
            <p:cNvPr id="21266" name="Google Shape;21266;p90"/>
            <p:cNvSpPr/>
            <p:nvPr/>
          </p:nvSpPr>
          <p:spPr>
            <a:xfrm>
              <a:off x="4134535" y="2050408"/>
              <a:ext cx="369727" cy="208180"/>
            </a:xfrm>
            <a:custGeom>
              <a:rect b="b" l="l" r="r" t="t"/>
              <a:pathLst>
                <a:path extrusionOk="0" h="7942" w="14105">
                  <a:moveTo>
                    <a:pt x="8909" y="1"/>
                  </a:moveTo>
                  <a:cubicBezTo>
                    <a:pt x="6637" y="1"/>
                    <a:pt x="4229" y="701"/>
                    <a:pt x="3133" y="1010"/>
                  </a:cubicBezTo>
                  <a:cubicBezTo>
                    <a:pt x="2859" y="1088"/>
                    <a:pt x="2275" y="1281"/>
                    <a:pt x="1941" y="1397"/>
                  </a:cubicBezTo>
                  <a:cubicBezTo>
                    <a:pt x="1794" y="1450"/>
                    <a:pt x="1677" y="1559"/>
                    <a:pt x="1611" y="1700"/>
                  </a:cubicBezTo>
                  <a:cubicBezTo>
                    <a:pt x="1315" y="2301"/>
                    <a:pt x="503" y="2730"/>
                    <a:pt x="148" y="2895"/>
                  </a:cubicBezTo>
                  <a:cubicBezTo>
                    <a:pt x="49" y="2941"/>
                    <a:pt x="0" y="3050"/>
                    <a:pt x="25" y="3152"/>
                  </a:cubicBezTo>
                  <a:lnTo>
                    <a:pt x="169" y="3729"/>
                  </a:lnTo>
                  <a:cubicBezTo>
                    <a:pt x="190" y="3817"/>
                    <a:pt x="264" y="3883"/>
                    <a:pt x="355" y="3897"/>
                  </a:cubicBezTo>
                  <a:cubicBezTo>
                    <a:pt x="419" y="3908"/>
                    <a:pt x="503" y="3915"/>
                    <a:pt x="594" y="3922"/>
                  </a:cubicBezTo>
                  <a:cubicBezTo>
                    <a:pt x="717" y="4689"/>
                    <a:pt x="3780" y="5072"/>
                    <a:pt x="3780" y="5072"/>
                  </a:cubicBezTo>
                  <a:lnTo>
                    <a:pt x="4329" y="6943"/>
                  </a:lnTo>
                  <a:lnTo>
                    <a:pt x="4111" y="7709"/>
                  </a:lnTo>
                  <a:cubicBezTo>
                    <a:pt x="4079" y="7825"/>
                    <a:pt x="4164" y="7941"/>
                    <a:pt x="4283" y="7941"/>
                  </a:cubicBezTo>
                  <a:lnTo>
                    <a:pt x="4790" y="7941"/>
                  </a:lnTo>
                  <a:cubicBezTo>
                    <a:pt x="4881" y="7938"/>
                    <a:pt x="4958" y="7871"/>
                    <a:pt x="4965" y="7780"/>
                  </a:cubicBezTo>
                  <a:lnTo>
                    <a:pt x="5148" y="6088"/>
                  </a:lnTo>
                  <a:cubicBezTo>
                    <a:pt x="5173" y="5845"/>
                    <a:pt x="5173" y="5603"/>
                    <a:pt x="5145" y="5364"/>
                  </a:cubicBezTo>
                  <a:lnTo>
                    <a:pt x="5145" y="5364"/>
                  </a:lnTo>
                  <a:cubicBezTo>
                    <a:pt x="5973" y="5595"/>
                    <a:pt x="7284" y="5724"/>
                    <a:pt x="8590" y="5724"/>
                  </a:cubicBezTo>
                  <a:cubicBezTo>
                    <a:pt x="9686" y="5724"/>
                    <a:pt x="10780" y="5633"/>
                    <a:pt x="11583" y="5438"/>
                  </a:cubicBezTo>
                  <a:lnTo>
                    <a:pt x="12086" y="5916"/>
                  </a:lnTo>
                  <a:lnTo>
                    <a:pt x="12258" y="7066"/>
                  </a:lnTo>
                  <a:lnTo>
                    <a:pt x="11851" y="7656"/>
                  </a:lnTo>
                  <a:cubicBezTo>
                    <a:pt x="11766" y="7776"/>
                    <a:pt x="11851" y="7938"/>
                    <a:pt x="11998" y="7938"/>
                  </a:cubicBezTo>
                  <a:lnTo>
                    <a:pt x="12480" y="7938"/>
                  </a:lnTo>
                  <a:cubicBezTo>
                    <a:pt x="12561" y="7938"/>
                    <a:pt x="12631" y="7885"/>
                    <a:pt x="12652" y="7811"/>
                  </a:cubicBezTo>
                  <a:lnTo>
                    <a:pt x="13250" y="5765"/>
                  </a:lnTo>
                  <a:cubicBezTo>
                    <a:pt x="13296" y="5606"/>
                    <a:pt x="13285" y="5438"/>
                    <a:pt x="13215" y="5290"/>
                  </a:cubicBezTo>
                  <a:lnTo>
                    <a:pt x="13000" y="4850"/>
                  </a:lnTo>
                  <a:cubicBezTo>
                    <a:pt x="13482" y="4267"/>
                    <a:pt x="14105" y="3053"/>
                    <a:pt x="13313" y="1837"/>
                  </a:cubicBezTo>
                  <a:cubicBezTo>
                    <a:pt x="12401" y="435"/>
                    <a:pt x="10697" y="1"/>
                    <a:pt x="8909" y="1"/>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7" name="Google Shape;21267;p90"/>
            <p:cNvSpPr/>
            <p:nvPr/>
          </p:nvSpPr>
          <p:spPr>
            <a:xfrm>
              <a:off x="4190106" y="2058219"/>
              <a:ext cx="33945" cy="39214"/>
            </a:xfrm>
            <a:custGeom>
              <a:rect b="b" l="l" r="r" t="t"/>
              <a:pathLst>
                <a:path extrusionOk="0" h="1496" w="1295">
                  <a:moveTo>
                    <a:pt x="408" y="0"/>
                  </a:moveTo>
                  <a:cubicBezTo>
                    <a:pt x="358" y="0"/>
                    <a:pt x="311" y="27"/>
                    <a:pt x="289" y="76"/>
                  </a:cubicBezTo>
                  <a:cubicBezTo>
                    <a:pt x="1" y="712"/>
                    <a:pt x="74" y="1187"/>
                    <a:pt x="141" y="1405"/>
                  </a:cubicBezTo>
                  <a:cubicBezTo>
                    <a:pt x="160" y="1460"/>
                    <a:pt x="209" y="1496"/>
                    <a:pt x="262" y="1496"/>
                  </a:cubicBezTo>
                  <a:cubicBezTo>
                    <a:pt x="280" y="1496"/>
                    <a:pt x="299" y="1491"/>
                    <a:pt x="317" y="1482"/>
                  </a:cubicBezTo>
                  <a:lnTo>
                    <a:pt x="1200" y="1089"/>
                  </a:lnTo>
                  <a:cubicBezTo>
                    <a:pt x="1270" y="1057"/>
                    <a:pt x="1295" y="976"/>
                    <a:pt x="1263" y="909"/>
                  </a:cubicBezTo>
                  <a:cubicBezTo>
                    <a:pt x="961" y="361"/>
                    <a:pt x="641" y="115"/>
                    <a:pt x="472" y="16"/>
                  </a:cubicBezTo>
                  <a:cubicBezTo>
                    <a:pt x="451" y="5"/>
                    <a:pt x="429" y="0"/>
                    <a:pt x="408" y="0"/>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8" name="Google Shape;21268;p90"/>
            <p:cNvSpPr/>
            <p:nvPr/>
          </p:nvSpPr>
          <p:spPr>
            <a:xfrm>
              <a:off x="4267774" y="2172741"/>
              <a:ext cx="170486" cy="27707"/>
            </a:xfrm>
            <a:custGeom>
              <a:rect b="b" l="l" r="r" t="t"/>
              <a:pathLst>
                <a:path extrusionOk="0" h="1057" w="6504">
                  <a:moveTo>
                    <a:pt x="255" y="1"/>
                  </a:moveTo>
                  <a:cubicBezTo>
                    <a:pt x="116" y="1"/>
                    <a:pt x="0" y="122"/>
                    <a:pt x="16" y="264"/>
                  </a:cubicBezTo>
                  <a:lnTo>
                    <a:pt x="62" y="693"/>
                  </a:lnTo>
                  <a:cubicBezTo>
                    <a:pt x="893" y="927"/>
                    <a:pt x="2207" y="1056"/>
                    <a:pt x="3517" y="1056"/>
                  </a:cubicBezTo>
                  <a:cubicBezTo>
                    <a:pt x="4611" y="1056"/>
                    <a:pt x="5702" y="966"/>
                    <a:pt x="6504" y="771"/>
                  </a:cubicBezTo>
                  <a:lnTo>
                    <a:pt x="6180" y="489"/>
                  </a:lnTo>
                  <a:cubicBezTo>
                    <a:pt x="6071" y="398"/>
                    <a:pt x="5932" y="349"/>
                    <a:pt x="5791" y="349"/>
                  </a:cubicBezTo>
                  <a:cubicBezTo>
                    <a:pt x="5770" y="349"/>
                    <a:pt x="5748" y="350"/>
                    <a:pt x="5727" y="352"/>
                  </a:cubicBezTo>
                  <a:cubicBezTo>
                    <a:pt x="5141" y="423"/>
                    <a:pt x="4572" y="451"/>
                    <a:pt x="4034" y="451"/>
                  </a:cubicBezTo>
                  <a:cubicBezTo>
                    <a:pt x="2319" y="451"/>
                    <a:pt x="922" y="160"/>
                    <a:pt x="311" y="8"/>
                  </a:cubicBezTo>
                  <a:cubicBezTo>
                    <a:pt x="292" y="3"/>
                    <a:pt x="273" y="1"/>
                    <a:pt x="255"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9" name="Google Shape;21269;p90"/>
            <p:cNvSpPr/>
            <p:nvPr/>
          </p:nvSpPr>
          <p:spPr>
            <a:xfrm>
              <a:off x="4127982" y="2033055"/>
              <a:ext cx="381444" cy="231063"/>
            </a:xfrm>
            <a:custGeom>
              <a:rect b="b" l="l" r="r" t="t"/>
              <a:pathLst>
                <a:path extrusionOk="0" h="8815" w="14552">
                  <a:moveTo>
                    <a:pt x="13631" y="424"/>
                  </a:moveTo>
                  <a:cubicBezTo>
                    <a:pt x="13686" y="424"/>
                    <a:pt x="13738" y="448"/>
                    <a:pt x="13774" y="484"/>
                  </a:cubicBezTo>
                  <a:cubicBezTo>
                    <a:pt x="13820" y="540"/>
                    <a:pt x="13827" y="614"/>
                    <a:pt x="13799" y="681"/>
                  </a:cubicBezTo>
                  <a:cubicBezTo>
                    <a:pt x="13781" y="744"/>
                    <a:pt x="13704" y="828"/>
                    <a:pt x="13592" y="923"/>
                  </a:cubicBezTo>
                  <a:lnTo>
                    <a:pt x="13577" y="906"/>
                  </a:lnTo>
                  <a:cubicBezTo>
                    <a:pt x="13479" y="786"/>
                    <a:pt x="13419" y="603"/>
                    <a:pt x="13451" y="508"/>
                  </a:cubicBezTo>
                  <a:cubicBezTo>
                    <a:pt x="13458" y="491"/>
                    <a:pt x="13472" y="452"/>
                    <a:pt x="13563" y="431"/>
                  </a:cubicBezTo>
                  <a:cubicBezTo>
                    <a:pt x="13581" y="424"/>
                    <a:pt x="13602" y="424"/>
                    <a:pt x="13620" y="424"/>
                  </a:cubicBezTo>
                  <a:cubicBezTo>
                    <a:pt x="13623" y="424"/>
                    <a:pt x="13627" y="424"/>
                    <a:pt x="13631" y="424"/>
                  </a:cubicBezTo>
                  <a:close/>
                  <a:moveTo>
                    <a:pt x="13623" y="1"/>
                  </a:moveTo>
                  <a:cubicBezTo>
                    <a:pt x="13572" y="1"/>
                    <a:pt x="13520" y="7"/>
                    <a:pt x="13468" y="20"/>
                  </a:cubicBezTo>
                  <a:cubicBezTo>
                    <a:pt x="13257" y="65"/>
                    <a:pt x="13110" y="195"/>
                    <a:pt x="13050" y="378"/>
                  </a:cubicBezTo>
                  <a:cubicBezTo>
                    <a:pt x="12959" y="653"/>
                    <a:pt x="13085" y="973"/>
                    <a:pt x="13250" y="1173"/>
                  </a:cubicBezTo>
                  <a:cubicBezTo>
                    <a:pt x="13120" y="1254"/>
                    <a:pt x="12990" y="1328"/>
                    <a:pt x="12853" y="1398"/>
                  </a:cubicBezTo>
                  <a:cubicBezTo>
                    <a:pt x="12410" y="1071"/>
                    <a:pt x="11865" y="832"/>
                    <a:pt x="11211" y="677"/>
                  </a:cubicBezTo>
                  <a:cubicBezTo>
                    <a:pt x="10634" y="543"/>
                    <a:pt x="9973" y="474"/>
                    <a:pt x="9238" y="474"/>
                  </a:cubicBezTo>
                  <a:cubicBezTo>
                    <a:pt x="8781" y="474"/>
                    <a:pt x="8295" y="500"/>
                    <a:pt x="7782" y="554"/>
                  </a:cubicBezTo>
                  <a:cubicBezTo>
                    <a:pt x="5866" y="751"/>
                    <a:pt x="4108" y="1272"/>
                    <a:pt x="3601" y="1426"/>
                  </a:cubicBezTo>
                  <a:cubicBezTo>
                    <a:pt x="3478" y="1250"/>
                    <a:pt x="3334" y="1092"/>
                    <a:pt x="3169" y="955"/>
                  </a:cubicBezTo>
                  <a:cubicBezTo>
                    <a:pt x="3053" y="853"/>
                    <a:pt x="2923" y="776"/>
                    <a:pt x="2778" y="719"/>
                  </a:cubicBezTo>
                  <a:cubicBezTo>
                    <a:pt x="2757" y="713"/>
                    <a:pt x="2736" y="709"/>
                    <a:pt x="2715" y="709"/>
                  </a:cubicBezTo>
                  <a:cubicBezTo>
                    <a:pt x="2637" y="709"/>
                    <a:pt x="2564" y="753"/>
                    <a:pt x="2525" y="825"/>
                  </a:cubicBezTo>
                  <a:cubicBezTo>
                    <a:pt x="2363" y="1131"/>
                    <a:pt x="2265" y="1465"/>
                    <a:pt x="2240" y="1810"/>
                  </a:cubicBezTo>
                  <a:lnTo>
                    <a:pt x="1871" y="1947"/>
                  </a:lnTo>
                  <a:cubicBezTo>
                    <a:pt x="1804" y="1971"/>
                    <a:pt x="1755" y="2024"/>
                    <a:pt x="1738" y="2094"/>
                  </a:cubicBezTo>
                  <a:cubicBezTo>
                    <a:pt x="1576" y="2748"/>
                    <a:pt x="538" y="3283"/>
                    <a:pt x="152" y="3434"/>
                  </a:cubicBezTo>
                  <a:cubicBezTo>
                    <a:pt x="53" y="3476"/>
                    <a:pt x="0" y="3582"/>
                    <a:pt x="25" y="3684"/>
                  </a:cubicBezTo>
                  <a:lnTo>
                    <a:pt x="215" y="4443"/>
                  </a:lnTo>
                  <a:cubicBezTo>
                    <a:pt x="257" y="4616"/>
                    <a:pt x="401" y="4746"/>
                    <a:pt x="577" y="4770"/>
                  </a:cubicBezTo>
                  <a:cubicBezTo>
                    <a:pt x="612" y="4777"/>
                    <a:pt x="651" y="4781"/>
                    <a:pt x="690" y="4784"/>
                  </a:cubicBezTo>
                  <a:cubicBezTo>
                    <a:pt x="950" y="5358"/>
                    <a:pt x="2131" y="5586"/>
                    <a:pt x="3598" y="5868"/>
                  </a:cubicBezTo>
                  <a:lnTo>
                    <a:pt x="3862" y="5920"/>
                  </a:lnTo>
                  <a:lnTo>
                    <a:pt x="4361" y="7608"/>
                  </a:lnTo>
                  <a:lnTo>
                    <a:pt x="4097" y="8547"/>
                  </a:lnTo>
                  <a:cubicBezTo>
                    <a:pt x="4058" y="8681"/>
                    <a:pt x="4160" y="8814"/>
                    <a:pt x="4301" y="8814"/>
                  </a:cubicBezTo>
                  <a:lnTo>
                    <a:pt x="5205" y="8814"/>
                  </a:lnTo>
                  <a:cubicBezTo>
                    <a:pt x="5310" y="8814"/>
                    <a:pt x="5402" y="8733"/>
                    <a:pt x="5412" y="8628"/>
                  </a:cubicBezTo>
                  <a:lnTo>
                    <a:pt x="5613" y="6775"/>
                  </a:lnTo>
                  <a:cubicBezTo>
                    <a:pt x="5630" y="6617"/>
                    <a:pt x="5637" y="6455"/>
                    <a:pt x="5630" y="6297"/>
                  </a:cubicBezTo>
                  <a:lnTo>
                    <a:pt x="5630" y="6297"/>
                  </a:lnTo>
                  <a:cubicBezTo>
                    <a:pt x="6638" y="6515"/>
                    <a:pt x="7665" y="6624"/>
                    <a:pt x="8693" y="6624"/>
                  </a:cubicBezTo>
                  <a:cubicBezTo>
                    <a:pt x="8710" y="6624"/>
                    <a:pt x="8726" y="6624"/>
                    <a:pt x="8742" y="6624"/>
                  </a:cubicBezTo>
                  <a:cubicBezTo>
                    <a:pt x="9231" y="6624"/>
                    <a:pt x="9720" y="6602"/>
                    <a:pt x="10195" y="6553"/>
                  </a:cubicBezTo>
                  <a:cubicBezTo>
                    <a:pt x="10459" y="6522"/>
                    <a:pt x="10428" y="6134"/>
                    <a:pt x="10173" y="6134"/>
                  </a:cubicBezTo>
                  <a:cubicBezTo>
                    <a:pt x="10166" y="6134"/>
                    <a:pt x="10159" y="6134"/>
                    <a:pt x="10152" y="6135"/>
                  </a:cubicBezTo>
                  <a:cubicBezTo>
                    <a:pt x="9657" y="6183"/>
                    <a:pt x="9185" y="6203"/>
                    <a:pt x="8742" y="6203"/>
                  </a:cubicBezTo>
                  <a:cubicBezTo>
                    <a:pt x="7280" y="6203"/>
                    <a:pt x="6145" y="5986"/>
                    <a:pt x="5592" y="5853"/>
                  </a:cubicBezTo>
                  <a:cubicBezTo>
                    <a:pt x="5563" y="5678"/>
                    <a:pt x="5525" y="5505"/>
                    <a:pt x="5472" y="5337"/>
                  </a:cubicBezTo>
                  <a:lnTo>
                    <a:pt x="5367" y="4985"/>
                  </a:lnTo>
                  <a:cubicBezTo>
                    <a:pt x="5334" y="4882"/>
                    <a:pt x="5252" y="4837"/>
                    <a:pt x="5170" y="4837"/>
                  </a:cubicBezTo>
                  <a:cubicBezTo>
                    <a:pt x="5042" y="4837"/>
                    <a:pt x="4913" y="4945"/>
                    <a:pt x="4962" y="5108"/>
                  </a:cubicBezTo>
                  <a:lnTo>
                    <a:pt x="5068" y="5460"/>
                  </a:lnTo>
                  <a:cubicBezTo>
                    <a:pt x="5194" y="5871"/>
                    <a:pt x="5236" y="6304"/>
                    <a:pt x="5191" y="6729"/>
                  </a:cubicBezTo>
                  <a:lnTo>
                    <a:pt x="5011" y="8392"/>
                  </a:lnTo>
                  <a:lnTo>
                    <a:pt x="4575" y="8392"/>
                  </a:lnTo>
                  <a:lnTo>
                    <a:pt x="4783" y="7664"/>
                  </a:lnTo>
                  <a:cubicBezTo>
                    <a:pt x="4793" y="7626"/>
                    <a:pt x="4793" y="7584"/>
                    <a:pt x="4783" y="7545"/>
                  </a:cubicBezTo>
                  <a:lnTo>
                    <a:pt x="4231" y="5678"/>
                  </a:lnTo>
                  <a:cubicBezTo>
                    <a:pt x="4210" y="5600"/>
                    <a:pt x="4146" y="5544"/>
                    <a:pt x="4069" y="5530"/>
                  </a:cubicBezTo>
                  <a:lnTo>
                    <a:pt x="3675" y="5453"/>
                  </a:lnTo>
                  <a:cubicBezTo>
                    <a:pt x="2965" y="5315"/>
                    <a:pt x="2297" y="5185"/>
                    <a:pt x="1801" y="5027"/>
                  </a:cubicBezTo>
                  <a:cubicBezTo>
                    <a:pt x="1611" y="4971"/>
                    <a:pt x="1432" y="4893"/>
                    <a:pt x="1263" y="4791"/>
                  </a:cubicBezTo>
                  <a:cubicBezTo>
                    <a:pt x="1555" y="4763"/>
                    <a:pt x="1850" y="4675"/>
                    <a:pt x="2051" y="4464"/>
                  </a:cubicBezTo>
                  <a:cubicBezTo>
                    <a:pt x="2197" y="4310"/>
                    <a:pt x="2055" y="4105"/>
                    <a:pt x="1893" y="4105"/>
                  </a:cubicBezTo>
                  <a:cubicBezTo>
                    <a:pt x="1842" y="4105"/>
                    <a:pt x="1788" y="4126"/>
                    <a:pt x="1741" y="4176"/>
                  </a:cubicBezTo>
                  <a:cubicBezTo>
                    <a:pt x="1613" y="4310"/>
                    <a:pt x="1358" y="4381"/>
                    <a:pt x="1027" y="4381"/>
                  </a:cubicBezTo>
                  <a:cubicBezTo>
                    <a:pt x="905" y="4381"/>
                    <a:pt x="773" y="4372"/>
                    <a:pt x="633" y="4352"/>
                  </a:cubicBezTo>
                  <a:cubicBezTo>
                    <a:pt x="630" y="4348"/>
                    <a:pt x="626" y="4345"/>
                    <a:pt x="623" y="4341"/>
                  </a:cubicBezTo>
                  <a:lnTo>
                    <a:pt x="479" y="3751"/>
                  </a:lnTo>
                  <a:cubicBezTo>
                    <a:pt x="700" y="3649"/>
                    <a:pt x="911" y="3533"/>
                    <a:pt x="1115" y="3399"/>
                  </a:cubicBezTo>
                  <a:cubicBezTo>
                    <a:pt x="1643" y="3058"/>
                    <a:pt x="1980" y="2689"/>
                    <a:pt x="2114" y="2302"/>
                  </a:cubicBezTo>
                  <a:lnTo>
                    <a:pt x="2269" y="2246"/>
                  </a:lnTo>
                  <a:cubicBezTo>
                    <a:pt x="2286" y="2365"/>
                    <a:pt x="2325" y="2485"/>
                    <a:pt x="2378" y="2597"/>
                  </a:cubicBezTo>
                  <a:cubicBezTo>
                    <a:pt x="2416" y="2664"/>
                    <a:pt x="2487" y="2706"/>
                    <a:pt x="2564" y="2706"/>
                  </a:cubicBezTo>
                  <a:cubicBezTo>
                    <a:pt x="2726" y="2706"/>
                    <a:pt x="2828" y="2537"/>
                    <a:pt x="2750" y="2397"/>
                  </a:cubicBezTo>
                  <a:cubicBezTo>
                    <a:pt x="2740" y="2376"/>
                    <a:pt x="2518" y="1929"/>
                    <a:pt x="2814" y="1208"/>
                  </a:cubicBezTo>
                  <a:cubicBezTo>
                    <a:pt x="2982" y="1328"/>
                    <a:pt x="3253" y="1581"/>
                    <a:pt x="3506" y="2084"/>
                  </a:cubicBezTo>
                  <a:cubicBezTo>
                    <a:pt x="3542" y="2159"/>
                    <a:pt x="3618" y="2204"/>
                    <a:pt x="3698" y="2204"/>
                  </a:cubicBezTo>
                  <a:cubicBezTo>
                    <a:pt x="3729" y="2204"/>
                    <a:pt x="3761" y="2197"/>
                    <a:pt x="3791" y="2182"/>
                  </a:cubicBezTo>
                  <a:cubicBezTo>
                    <a:pt x="3897" y="2130"/>
                    <a:pt x="3939" y="1999"/>
                    <a:pt x="3883" y="1894"/>
                  </a:cubicBezTo>
                  <a:cubicBezTo>
                    <a:pt x="3865" y="1859"/>
                    <a:pt x="3847" y="1827"/>
                    <a:pt x="3830" y="1792"/>
                  </a:cubicBezTo>
                  <a:cubicBezTo>
                    <a:pt x="4428" y="1613"/>
                    <a:pt x="6063" y="1148"/>
                    <a:pt x="7832" y="966"/>
                  </a:cubicBezTo>
                  <a:cubicBezTo>
                    <a:pt x="8329" y="915"/>
                    <a:pt x="8799" y="890"/>
                    <a:pt x="9239" y="890"/>
                  </a:cubicBezTo>
                  <a:cubicBezTo>
                    <a:pt x="9941" y="890"/>
                    <a:pt x="10569" y="954"/>
                    <a:pt x="11116" y="1082"/>
                  </a:cubicBezTo>
                  <a:cubicBezTo>
                    <a:pt x="12199" y="1338"/>
                    <a:pt x="12959" y="1848"/>
                    <a:pt x="13377" y="2597"/>
                  </a:cubicBezTo>
                  <a:cubicBezTo>
                    <a:pt x="14140" y="3969"/>
                    <a:pt x="13289" y="5217"/>
                    <a:pt x="12892" y="5583"/>
                  </a:cubicBezTo>
                  <a:cubicBezTo>
                    <a:pt x="12797" y="5660"/>
                    <a:pt x="12786" y="5801"/>
                    <a:pt x="12871" y="5892"/>
                  </a:cubicBezTo>
                  <a:cubicBezTo>
                    <a:pt x="12912" y="5937"/>
                    <a:pt x="12968" y="5959"/>
                    <a:pt x="13023" y="5959"/>
                  </a:cubicBezTo>
                  <a:cubicBezTo>
                    <a:pt x="13081" y="5959"/>
                    <a:pt x="13139" y="5935"/>
                    <a:pt x="13180" y="5889"/>
                  </a:cubicBezTo>
                  <a:lnTo>
                    <a:pt x="13198" y="5875"/>
                  </a:lnTo>
                  <a:lnTo>
                    <a:pt x="13272" y="6033"/>
                  </a:lnTo>
                  <a:cubicBezTo>
                    <a:pt x="13317" y="6135"/>
                    <a:pt x="13328" y="6251"/>
                    <a:pt x="13296" y="6360"/>
                  </a:cubicBezTo>
                  <a:lnTo>
                    <a:pt x="12705" y="8382"/>
                  </a:lnTo>
                  <a:lnTo>
                    <a:pt x="12304" y="8382"/>
                  </a:lnTo>
                  <a:lnTo>
                    <a:pt x="12677" y="7840"/>
                  </a:lnTo>
                  <a:cubicBezTo>
                    <a:pt x="12709" y="7798"/>
                    <a:pt x="12723" y="7745"/>
                    <a:pt x="12712" y="7693"/>
                  </a:cubicBezTo>
                  <a:lnTo>
                    <a:pt x="12544" y="6539"/>
                  </a:lnTo>
                  <a:cubicBezTo>
                    <a:pt x="12537" y="6493"/>
                    <a:pt x="12515" y="6448"/>
                    <a:pt x="12480" y="6416"/>
                  </a:cubicBezTo>
                  <a:lnTo>
                    <a:pt x="11559" y="5540"/>
                  </a:lnTo>
                  <a:cubicBezTo>
                    <a:pt x="11512" y="5497"/>
                    <a:pt x="11462" y="5479"/>
                    <a:pt x="11414" y="5479"/>
                  </a:cubicBezTo>
                  <a:cubicBezTo>
                    <a:pt x="11247" y="5479"/>
                    <a:pt x="11109" y="5697"/>
                    <a:pt x="11267" y="5850"/>
                  </a:cubicBezTo>
                  <a:lnTo>
                    <a:pt x="11345" y="5924"/>
                  </a:lnTo>
                  <a:cubicBezTo>
                    <a:pt x="11243" y="5945"/>
                    <a:pt x="11141" y="5962"/>
                    <a:pt x="11039" y="5984"/>
                  </a:cubicBezTo>
                  <a:cubicBezTo>
                    <a:pt x="10771" y="6026"/>
                    <a:pt x="10823" y="6404"/>
                    <a:pt x="11063" y="6404"/>
                  </a:cubicBezTo>
                  <a:cubicBezTo>
                    <a:pt x="11078" y="6404"/>
                    <a:pt x="11095" y="6402"/>
                    <a:pt x="11112" y="6398"/>
                  </a:cubicBezTo>
                  <a:cubicBezTo>
                    <a:pt x="11316" y="6363"/>
                    <a:pt x="11517" y="6318"/>
                    <a:pt x="11714" y="6272"/>
                  </a:cubicBezTo>
                  <a:lnTo>
                    <a:pt x="12139" y="6673"/>
                  </a:lnTo>
                  <a:lnTo>
                    <a:pt x="12283" y="7671"/>
                  </a:lnTo>
                  <a:lnTo>
                    <a:pt x="11731" y="8473"/>
                  </a:lnTo>
                  <a:cubicBezTo>
                    <a:pt x="11633" y="8614"/>
                    <a:pt x="11735" y="8807"/>
                    <a:pt x="11907" y="8807"/>
                  </a:cubicBezTo>
                  <a:lnTo>
                    <a:pt x="12867" y="8807"/>
                  </a:lnTo>
                  <a:cubicBezTo>
                    <a:pt x="12959" y="8807"/>
                    <a:pt x="13043" y="8744"/>
                    <a:pt x="13068" y="8653"/>
                  </a:cubicBezTo>
                  <a:lnTo>
                    <a:pt x="13704" y="6479"/>
                  </a:lnTo>
                  <a:cubicBezTo>
                    <a:pt x="13764" y="6272"/>
                    <a:pt x="13750" y="6050"/>
                    <a:pt x="13658" y="5857"/>
                  </a:cubicBezTo>
                  <a:lnTo>
                    <a:pt x="13504" y="5523"/>
                  </a:lnTo>
                  <a:cubicBezTo>
                    <a:pt x="13715" y="5231"/>
                    <a:pt x="13876" y="4908"/>
                    <a:pt x="13985" y="4566"/>
                  </a:cubicBezTo>
                  <a:cubicBezTo>
                    <a:pt x="14214" y="3839"/>
                    <a:pt x="14126" y="3051"/>
                    <a:pt x="13750" y="2390"/>
                  </a:cubicBezTo>
                  <a:cubicBezTo>
                    <a:pt x="13602" y="2130"/>
                    <a:pt x="13419" y="1890"/>
                    <a:pt x="13205" y="1683"/>
                  </a:cubicBezTo>
                  <a:cubicBezTo>
                    <a:pt x="13321" y="1616"/>
                    <a:pt x="13437" y="1546"/>
                    <a:pt x="13546" y="1475"/>
                  </a:cubicBezTo>
                  <a:cubicBezTo>
                    <a:pt x="13729" y="1651"/>
                    <a:pt x="13929" y="1813"/>
                    <a:pt x="14140" y="1957"/>
                  </a:cubicBezTo>
                  <a:cubicBezTo>
                    <a:pt x="14178" y="1979"/>
                    <a:pt x="14216" y="1989"/>
                    <a:pt x="14250" y="1989"/>
                  </a:cubicBezTo>
                  <a:cubicBezTo>
                    <a:pt x="14439" y="1989"/>
                    <a:pt x="14552" y="1707"/>
                    <a:pt x="14344" y="1592"/>
                  </a:cubicBezTo>
                  <a:lnTo>
                    <a:pt x="14344" y="1592"/>
                  </a:lnTo>
                  <a:lnTo>
                    <a:pt x="14344" y="1599"/>
                  </a:lnTo>
                  <a:cubicBezTo>
                    <a:pt x="14186" y="1483"/>
                    <a:pt x="14031" y="1359"/>
                    <a:pt x="13890" y="1226"/>
                  </a:cubicBezTo>
                  <a:cubicBezTo>
                    <a:pt x="14056" y="1078"/>
                    <a:pt x="14158" y="944"/>
                    <a:pt x="14200" y="818"/>
                  </a:cubicBezTo>
                  <a:cubicBezTo>
                    <a:pt x="14277" y="589"/>
                    <a:pt x="14239" y="364"/>
                    <a:pt x="14087" y="203"/>
                  </a:cubicBezTo>
                  <a:cubicBezTo>
                    <a:pt x="13965" y="72"/>
                    <a:pt x="13797" y="1"/>
                    <a:pt x="136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0" name="Google Shape;21270;p90"/>
            <p:cNvSpPr/>
            <p:nvPr/>
          </p:nvSpPr>
          <p:spPr>
            <a:xfrm>
              <a:off x="4175270" y="2113737"/>
              <a:ext cx="14312" cy="11193"/>
            </a:xfrm>
            <a:custGeom>
              <a:rect b="b" l="l" r="r" t="t"/>
              <a:pathLst>
                <a:path extrusionOk="0" h="427" w="546">
                  <a:moveTo>
                    <a:pt x="331" y="1"/>
                  </a:moveTo>
                  <a:cubicBezTo>
                    <a:pt x="0" y="1"/>
                    <a:pt x="99" y="426"/>
                    <a:pt x="334" y="426"/>
                  </a:cubicBezTo>
                  <a:cubicBezTo>
                    <a:pt x="450" y="426"/>
                    <a:pt x="545" y="332"/>
                    <a:pt x="545" y="215"/>
                  </a:cubicBezTo>
                  <a:cubicBezTo>
                    <a:pt x="545" y="96"/>
                    <a:pt x="450"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71" name="Google Shape;21271;p90"/>
          <p:cNvGrpSpPr/>
          <p:nvPr/>
        </p:nvGrpSpPr>
        <p:grpSpPr>
          <a:xfrm>
            <a:off x="5768046" y="1979057"/>
            <a:ext cx="381549" cy="339059"/>
            <a:chOff x="5768046" y="1979057"/>
            <a:chExt cx="381549" cy="339059"/>
          </a:xfrm>
        </p:grpSpPr>
        <p:sp>
          <p:nvSpPr>
            <p:cNvPr id="21272" name="Google Shape;21272;p90"/>
            <p:cNvSpPr/>
            <p:nvPr/>
          </p:nvSpPr>
          <p:spPr>
            <a:xfrm>
              <a:off x="5791559" y="1984955"/>
              <a:ext cx="154418" cy="88991"/>
            </a:xfrm>
            <a:custGeom>
              <a:rect b="b" l="l" r="r" t="t"/>
              <a:pathLst>
                <a:path extrusionOk="0" h="3395" w="5891">
                  <a:moveTo>
                    <a:pt x="1731" y="0"/>
                  </a:moveTo>
                  <a:cubicBezTo>
                    <a:pt x="931" y="0"/>
                    <a:pt x="311" y="417"/>
                    <a:pt x="74" y="649"/>
                  </a:cubicBezTo>
                  <a:cubicBezTo>
                    <a:pt x="0" y="722"/>
                    <a:pt x="18" y="845"/>
                    <a:pt x="109" y="895"/>
                  </a:cubicBezTo>
                  <a:lnTo>
                    <a:pt x="672" y="1204"/>
                  </a:lnTo>
                  <a:lnTo>
                    <a:pt x="5890" y="3395"/>
                  </a:lnTo>
                  <a:cubicBezTo>
                    <a:pt x="5458" y="3089"/>
                    <a:pt x="4336" y="561"/>
                    <a:pt x="2272" y="65"/>
                  </a:cubicBezTo>
                  <a:cubicBezTo>
                    <a:pt x="2084" y="20"/>
                    <a:pt x="1903" y="0"/>
                    <a:pt x="173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3" name="Google Shape;21273;p90"/>
            <p:cNvSpPr/>
            <p:nvPr/>
          </p:nvSpPr>
          <p:spPr>
            <a:xfrm>
              <a:off x="5774232" y="2008939"/>
              <a:ext cx="326215" cy="303462"/>
            </a:xfrm>
            <a:custGeom>
              <a:rect b="b" l="l" r="r" t="t"/>
              <a:pathLst>
                <a:path extrusionOk="0" h="11577" w="12445">
                  <a:moveTo>
                    <a:pt x="2628" y="0"/>
                  </a:moveTo>
                  <a:cubicBezTo>
                    <a:pt x="2547" y="0"/>
                    <a:pt x="2465" y="5"/>
                    <a:pt x="2384" y="15"/>
                  </a:cubicBezTo>
                  <a:lnTo>
                    <a:pt x="1955" y="68"/>
                  </a:lnTo>
                  <a:cubicBezTo>
                    <a:pt x="1783" y="89"/>
                    <a:pt x="1618" y="145"/>
                    <a:pt x="1474" y="240"/>
                  </a:cubicBezTo>
                  <a:cubicBezTo>
                    <a:pt x="1336" y="324"/>
                    <a:pt x="1231" y="458"/>
                    <a:pt x="1178" y="609"/>
                  </a:cubicBezTo>
                  <a:lnTo>
                    <a:pt x="1073" y="915"/>
                  </a:lnTo>
                  <a:cubicBezTo>
                    <a:pt x="1048" y="989"/>
                    <a:pt x="1009" y="1059"/>
                    <a:pt x="960" y="1119"/>
                  </a:cubicBezTo>
                  <a:lnTo>
                    <a:pt x="71" y="2216"/>
                  </a:lnTo>
                  <a:cubicBezTo>
                    <a:pt x="0" y="2304"/>
                    <a:pt x="7" y="2434"/>
                    <a:pt x="88" y="2519"/>
                  </a:cubicBezTo>
                  <a:lnTo>
                    <a:pt x="299" y="2680"/>
                  </a:lnTo>
                  <a:cubicBezTo>
                    <a:pt x="387" y="2768"/>
                    <a:pt x="501" y="2813"/>
                    <a:pt x="619" y="2813"/>
                  </a:cubicBezTo>
                  <a:cubicBezTo>
                    <a:pt x="680" y="2813"/>
                    <a:pt x="743" y="2801"/>
                    <a:pt x="802" y="2775"/>
                  </a:cubicBezTo>
                  <a:lnTo>
                    <a:pt x="2437" y="2033"/>
                  </a:lnTo>
                  <a:cubicBezTo>
                    <a:pt x="2454" y="2026"/>
                    <a:pt x="2471" y="2022"/>
                    <a:pt x="2489" y="2022"/>
                  </a:cubicBezTo>
                  <a:cubicBezTo>
                    <a:pt x="2538" y="2022"/>
                    <a:pt x="2587" y="2050"/>
                    <a:pt x="2613" y="2097"/>
                  </a:cubicBezTo>
                  <a:lnTo>
                    <a:pt x="4269" y="5469"/>
                  </a:lnTo>
                  <a:lnTo>
                    <a:pt x="4723" y="10786"/>
                  </a:lnTo>
                  <a:lnTo>
                    <a:pt x="4297" y="11383"/>
                  </a:lnTo>
                  <a:cubicBezTo>
                    <a:pt x="4238" y="11464"/>
                    <a:pt x="4297" y="11577"/>
                    <a:pt x="4396" y="11577"/>
                  </a:cubicBezTo>
                  <a:lnTo>
                    <a:pt x="4948" y="11577"/>
                  </a:lnTo>
                  <a:cubicBezTo>
                    <a:pt x="5011" y="11577"/>
                    <a:pt x="5067" y="11528"/>
                    <a:pt x="5071" y="11464"/>
                  </a:cubicBezTo>
                  <a:lnTo>
                    <a:pt x="5222" y="9077"/>
                  </a:lnTo>
                  <a:cubicBezTo>
                    <a:pt x="5268" y="8366"/>
                    <a:pt x="5338" y="7663"/>
                    <a:pt x="5440" y="6960"/>
                  </a:cubicBezTo>
                  <a:lnTo>
                    <a:pt x="5542" y="6281"/>
                  </a:lnTo>
                  <a:cubicBezTo>
                    <a:pt x="5961" y="6427"/>
                    <a:pt x="6364" y="6487"/>
                    <a:pt x="6745" y="6487"/>
                  </a:cubicBezTo>
                  <a:cubicBezTo>
                    <a:pt x="8053" y="6487"/>
                    <a:pt x="9084" y="5779"/>
                    <a:pt x="9512" y="5430"/>
                  </a:cubicBezTo>
                  <a:cubicBezTo>
                    <a:pt x="9836" y="6204"/>
                    <a:pt x="10504" y="7526"/>
                    <a:pt x="11654" y="8521"/>
                  </a:cubicBezTo>
                  <a:lnTo>
                    <a:pt x="12019" y="10751"/>
                  </a:lnTo>
                  <a:lnTo>
                    <a:pt x="11647" y="11394"/>
                  </a:lnTo>
                  <a:cubicBezTo>
                    <a:pt x="11601" y="11475"/>
                    <a:pt x="11657" y="11577"/>
                    <a:pt x="11752" y="11577"/>
                  </a:cubicBezTo>
                  <a:lnTo>
                    <a:pt x="12322" y="11577"/>
                  </a:lnTo>
                  <a:cubicBezTo>
                    <a:pt x="12389" y="11577"/>
                    <a:pt x="12445" y="11524"/>
                    <a:pt x="12445" y="11454"/>
                  </a:cubicBezTo>
                  <a:lnTo>
                    <a:pt x="12445" y="8205"/>
                  </a:lnTo>
                  <a:cubicBezTo>
                    <a:pt x="12441" y="8060"/>
                    <a:pt x="12371" y="7923"/>
                    <a:pt x="12255" y="7839"/>
                  </a:cubicBezTo>
                  <a:cubicBezTo>
                    <a:pt x="11552" y="7294"/>
                    <a:pt x="11622" y="6017"/>
                    <a:pt x="11995" y="5244"/>
                  </a:cubicBezTo>
                  <a:cubicBezTo>
                    <a:pt x="12410" y="4375"/>
                    <a:pt x="12371" y="3282"/>
                    <a:pt x="11770" y="2754"/>
                  </a:cubicBezTo>
                  <a:cubicBezTo>
                    <a:pt x="11397" y="2429"/>
                    <a:pt x="10899" y="2246"/>
                    <a:pt x="10210" y="2246"/>
                  </a:cubicBezTo>
                  <a:cubicBezTo>
                    <a:pt x="9761" y="2246"/>
                    <a:pt x="9231" y="2324"/>
                    <a:pt x="8601" y="2490"/>
                  </a:cubicBezTo>
                  <a:cubicBezTo>
                    <a:pt x="7974" y="2656"/>
                    <a:pt x="7549" y="2724"/>
                    <a:pt x="7246" y="2724"/>
                  </a:cubicBezTo>
                  <a:cubicBezTo>
                    <a:pt x="6584" y="2724"/>
                    <a:pt x="6503" y="2396"/>
                    <a:pt x="6150" y="2037"/>
                  </a:cubicBezTo>
                  <a:cubicBezTo>
                    <a:pt x="5356" y="1228"/>
                    <a:pt x="4167" y="402"/>
                    <a:pt x="3249" y="99"/>
                  </a:cubicBezTo>
                  <a:cubicBezTo>
                    <a:pt x="3049" y="33"/>
                    <a:pt x="2839" y="0"/>
                    <a:pt x="2628"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4" name="Google Shape;21274;p90"/>
            <p:cNvSpPr/>
            <p:nvPr/>
          </p:nvSpPr>
          <p:spPr>
            <a:xfrm>
              <a:off x="5812214" y="1991665"/>
              <a:ext cx="35046" cy="27916"/>
            </a:xfrm>
            <a:custGeom>
              <a:rect b="b" l="l" r="r" t="t"/>
              <a:pathLst>
                <a:path extrusionOk="0" h="1065" w="1337">
                  <a:moveTo>
                    <a:pt x="158" y="1"/>
                  </a:moveTo>
                  <a:cubicBezTo>
                    <a:pt x="69" y="1"/>
                    <a:pt x="1" y="91"/>
                    <a:pt x="35" y="182"/>
                  </a:cubicBezTo>
                  <a:lnTo>
                    <a:pt x="302" y="952"/>
                  </a:lnTo>
                  <a:cubicBezTo>
                    <a:pt x="327" y="1018"/>
                    <a:pt x="393" y="1064"/>
                    <a:pt x="462" y="1064"/>
                  </a:cubicBezTo>
                  <a:cubicBezTo>
                    <a:pt x="474" y="1064"/>
                    <a:pt x="485" y="1063"/>
                    <a:pt x="496" y="1061"/>
                  </a:cubicBezTo>
                  <a:lnTo>
                    <a:pt x="1199" y="906"/>
                  </a:lnTo>
                  <a:cubicBezTo>
                    <a:pt x="1298" y="885"/>
                    <a:pt x="1336" y="772"/>
                    <a:pt x="1276" y="695"/>
                  </a:cubicBezTo>
                  <a:cubicBezTo>
                    <a:pt x="1006" y="347"/>
                    <a:pt x="622" y="104"/>
                    <a:pt x="193" y="6"/>
                  </a:cubicBezTo>
                  <a:cubicBezTo>
                    <a:pt x="181" y="2"/>
                    <a:pt x="169" y="1"/>
                    <a:pt x="158"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5" name="Google Shape;21275;p90"/>
            <p:cNvSpPr/>
            <p:nvPr/>
          </p:nvSpPr>
          <p:spPr>
            <a:xfrm>
              <a:off x="5838007" y="2043278"/>
              <a:ext cx="48231" cy="109018"/>
            </a:xfrm>
            <a:custGeom>
              <a:rect b="b" l="l" r="r" t="t"/>
              <a:pathLst>
                <a:path extrusionOk="0" h="4159" w="1840">
                  <a:moveTo>
                    <a:pt x="1" y="723"/>
                  </a:moveTo>
                  <a:cubicBezTo>
                    <a:pt x="1" y="723"/>
                    <a:pt x="1" y="723"/>
                    <a:pt x="1" y="723"/>
                  </a:cubicBezTo>
                  <a:cubicBezTo>
                    <a:pt x="1" y="723"/>
                    <a:pt x="1" y="723"/>
                    <a:pt x="1" y="723"/>
                  </a:cubicBezTo>
                  <a:close/>
                  <a:moveTo>
                    <a:pt x="795" y="0"/>
                  </a:moveTo>
                  <a:cubicBezTo>
                    <a:pt x="695" y="0"/>
                    <a:pt x="600" y="58"/>
                    <a:pt x="556" y="154"/>
                  </a:cubicBezTo>
                  <a:cubicBezTo>
                    <a:pt x="437" y="396"/>
                    <a:pt x="244" y="596"/>
                    <a:pt x="1" y="723"/>
                  </a:cubicBezTo>
                  <a:lnTo>
                    <a:pt x="1" y="723"/>
                  </a:lnTo>
                  <a:cubicBezTo>
                    <a:pt x="20" y="713"/>
                    <a:pt x="40" y="709"/>
                    <a:pt x="59" y="709"/>
                  </a:cubicBezTo>
                  <a:cubicBezTo>
                    <a:pt x="109" y="709"/>
                    <a:pt x="157" y="739"/>
                    <a:pt x="180" y="787"/>
                  </a:cubicBezTo>
                  <a:lnTo>
                    <a:pt x="1840" y="4159"/>
                  </a:lnTo>
                  <a:cubicBezTo>
                    <a:pt x="1734" y="2932"/>
                    <a:pt x="1189" y="741"/>
                    <a:pt x="1052" y="199"/>
                  </a:cubicBezTo>
                  <a:cubicBezTo>
                    <a:pt x="1031" y="118"/>
                    <a:pt x="975" y="55"/>
                    <a:pt x="901" y="24"/>
                  </a:cubicBezTo>
                  <a:cubicBezTo>
                    <a:pt x="866" y="8"/>
                    <a:pt x="830" y="0"/>
                    <a:pt x="795"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6" name="Google Shape;21276;p90"/>
            <p:cNvSpPr/>
            <p:nvPr/>
          </p:nvSpPr>
          <p:spPr>
            <a:xfrm>
              <a:off x="5919580" y="2144301"/>
              <a:ext cx="104090" cy="34679"/>
            </a:xfrm>
            <a:custGeom>
              <a:rect b="b" l="l" r="r" t="t"/>
              <a:pathLst>
                <a:path extrusionOk="0" h="1323" w="3971">
                  <a:moveTo>
                    <a:pt x="3635" y="1"/>
                  </a:moveTo>
                  <a:cubicBezTo>
                    <a:pt x="3591" y="1"/>
                    <a:pt x="3546" y="9"/>
                    <a:pt x="3503" y="27"/>
                  </a:cubicBezTo>
                  <a:cubicBezTo>
                    <a:pt x="2706" y="362"/>
                    <a:pt x="2001" y="461"/>
                    <a:pt x="1446" y="461"/>
                  </a:cubicBezTo>
                  <a:cubicBezTo>
                    <a:pt x="1102" y="461"/>
                    <a:pt x="815" y="423"/>
                    <a:pt x="598" y="379"/>
                  </a:cubicBezTo>
                  <a:cubicBezTo>
                    <a:pt x="569" y="373"/>
                    <a:pt x="539" y="370"/>
                    <a:pt x="510" y="370"/>
                  </a:cubicBezTo>
                  <a:cubicBezTo>
                    <a:pt x="294" y="370"/>
                    <a:pt x="101" y="525"/>
                    <a:pt x="64" y="748"/>
                  </a:cubicBezTo>
                  <a:lnTo>
                    <a:pt x="1" y="1117"/>
                  </a:lnTo>
                  <a:cubicBezTo>
                    <a:pt x="420" y="1263"/>
                    <a:pt x="825" y="1323"/>
                    <a:pt x="1205" y="1323"/>
                  </a:cubicBezTo>
                  <a:cubicBezTo>
                    <a:pt x="2513" y="1323"/>
                    <a:pt x="3543" y="617"/>
                    <a:pt x="3971" y="266"/>
                  </a:cubicBezTo>
                  <a:lnTo>
                    <a:pt x="3964" y="245"/>
                  </a:lnTo>
                  <a:cubicBezTo>
                    <a:pt x="3918" y="94"/>
                    <a:pt x="3781" y="1"/>
                    <a:pt x="3635"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7" name="Google Shape;21277;p90"/>
            <p:cNvSpPr/>
            <p:nvPr/>
          </p:nvSpPr>
          <p:spPr>
            <a:xfrm>
              <a:off x="5774232" y="2048389"/>
              <a:ext cx="42228" cy="34312"/>
            </a:xfrm>
            <a:custGeom>
              <a:rect b="b" l="l" r="r" t="t"/>
              <a:pathLst>
                <a:path extrusionOk="0" h="1309" w="1611">
                  <a:moveTo>
                    <a:pt x="644" y="1"/>
                  </a:moveTo>
                  <a:lnTo>
                    <a:pt x="74" y="708"/>
                  </a:lnTo>
                  <a:cubicBezTo>
                    <a:pt x="0" y="799"/>
                    <a:pt x="7" y="929"/>
                    <a:pt x="88" y="1014"/>
                  </a:cubicBezTo>
                  <a:lnTo>
                    <a:pt x="299" y="1175"/>
                  </a:lnTo>
                  <a:cubicBezTo>
                    <a:pt x="387" y="1263"/>
                    <a:pt x="501" y="1308"/>
                    <a:pt x="619" y="1308"/>
                  </a:cubicBezTo>
                  <a:cubicBezTo>
                    <a:pt x="680" y="1308"/>
                    <a:pt x="743" y="1296"/>
                    <a:pt x="802" y="1270"/>
                  </a:cubicBezTo>
                  <a:lnTo>
                    <a:pt x="1611" y="901"/>
                  </a:lnTo>
                  <a:cubicBezTo>
                    <a:pt x="1375" y="416"/>
                    <a:pt x="967" y="145"/>
                    <a:pt x="644"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8" name="Google Shape;21278;p90"/>
            <p:cNvSpPr/>
            <p:nvPr/>
          </p:nvSpPr>
          <p:spPr>
            <a:xfrm>
              <a:off x="6088625" y="2085768"/>
              <a:ext cx="53500" cy="131692"/>
            </a:xfrm>
            <a:custGeom>
              <a:rect b="b" l="l" r="r" t="t"/>
              <a:pathLst>
                <a:path extrusionOk="0" h="5024" w="2041">
                  <a:moveTo>
                    <a:pt x="411" y="1"/>
                  </a:moveTo>
                  <a:cubicBezTo>
                    <a:pt x="284" y="1"/>
                    <a:pt x="147" y="16"/>
                    <a:pt x="1" y="48"/>
                  </a:cubicBezTo>
                  <a:lnTo>
                    <a:pt x="170" y="196"/>
                  </a:lnTo>
                  <a:cubicBezTo>
                    <a:pt x="1397" y="273"/>
                    <a:pt x="1116" y="2538"/>
                    <a:pt x="943" y="3610"/>
                  </a:cubicBezTo>
                  <a:cubicBezTo>
                    <a:pt x="796" y="4563"/>
                    <a:pt x="1414" y="5024"/>
                    <a:pt x="2040" y="5024"/>
                  </a:cubicBezTo>
                  <a:lnTo>
                    <a:pt x="2040" y="5024"/>
                  </a:lnTo>
                  <a:cubicBezTo>
                    <a:pt x="2032" y="5020"/>
                    <a:pt x="1581" y="4646"/>
                    <a:pt x="1727" y="3399"/>
                  </a:cubicBezTo>
                  <a:cubicBezTo>
                    <a:pt x="1969" y="1354"/>
                    <a:pt x="1596" y="1"/>
                    <a:pt x="411" y="1"/>
                  </a:cubicBezTo>
                  <a:close/>
                  <a:moveTo>
                    <a:pt x="2040" y="5024"/>
                  </a:moveTo>
                  <a:cubicBezTo>
                    <a:pt x="2040" y="5024"/>
                    <a:pt x="2040" y="5024"/>
                    <a:pt x="2040" y="5024"/>
                  </a:cubicBezTo>
                  <a:cubicBezTo>
                    <a:pt x="2040" y="5024"/>
                    <a:pt x="2040" y="5024"/>
                    <a:pt x="2040" y="5024"/>
                  </a:cubicBezTo>
                  <a:cubicBezTo>
                    <a:pt x="2040" y="5024"/>
                    <a:pt x="2040" y="5024"/>
                    <a:pt x="2040" y="5024"/>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9" name="Google Shape;21279;p90"/>
            <p:cNvSpPr/>
            <p:nvPr/>
          </p:nvSpPr>
          <p:spPr>
            <a:xfrm>
              <a:off x="5814416" y="2031718"/>
              <a:ext cx="14312" cy="11167"/>
            </a:xfrm>
            <a:custGeom>
              <a:rect b="b" l="l" r="r" t="t"/>
              <a:pathLst>
                <a:path extrusionOk="0" h="426" w="546">
                  <a:moveTo>
                    <a:pt x="331" y="0"/>
                  </a:moveTo>
                  <a:cubicBezTo>
                    <a:pt x="0" y="4"/>
                    <a:pt x="99" y="426"/>
                    <a:pt x="334" y="426"/>
                  </a:cubicBezTo>
                  <a:cubicBezTo>
                    <a:pt x="450" y="426"/>
                    <a:pt x="545" y="331"/>
                    <a:pt x="545" y="215"/>
                  </a:cubicBezTo>
                  <a:cubicBezTo>
                    <a:pt x="545" y="99"/>
                    <a:pt x="450" y="4"/>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0" name="Google Shape;21280;p90"/>
            <p:cNvSpPr/>
            <p:nvPr/>
          </p:nvSpPr>
          <p:spPr>
            <a:xfrm>
              <a:off x="5768046" y="1979057"/>
              <a:ext cx="381549" cy="339059"/>
            </a:xfrm>
            <a:custGeom>
              <a:rect b="b" l="l" r="r" t="t"/>
              <a:pathLst>
                <a:path extrusionOk="0" h="12935" w="14556">
                  <a:moveTo>
                    <a:pt x="1523" y="736"/>
                  </a:moveTo>
                  <a:lnTo>
                    <a:pt x="1674" y="1148"/>
                  </a:lnTo>
                  <a:lnTo>
                    <a:pt x="1576" y="1211"/>
                  </a:lnTo>
                  <a:cubicBezTo>
                    <a:pt x="1565" y="1218"/>
                    <a:pt x="1558" y="1225"/>
                    <a:pt x="1551" y="1229"/>
                  </a:cubicBezTo>
                  <a:lnTo>
                    <a:pt x="1157" y="1011"/>
                  </a:lnTo>
                  <a:cubicBezTo>
                    <a:pt x="1270" y="905"/>
                    <a:pt x="1393" y="814"/>
                    <a:pt x="1523" y="736"/>
                  </a:cubicBezTo>
                  <a:close/>
                  <a:moveTo>
                    <a:pt x="13106" y="4386"/>
                  </a:moveTo>
                  <a:lnTo>
                    <a:pt x="13106" y="4386"/>
                  </a:lnTo>
                  <a:cubicBezTo>
                    <a:pt x="13173" y="4422"/>
                    <a:pt x="13233" y="4464"/>
                    <a:pt x="13289" y="4513"/>
                  </a:cubicBezTo>
                  <a:cubicBezTo>
                    <a:pt x="13760" y="4939"/>
                    <a:pt x="13922" y="5979"/>
                    <a:pt x="13746" y="7446"/>
                  </a:cubicBezTo>
                  <a:cubicBezTo>
                    <a:pt x="13673" y="8079"/>
                    <a:pt x="13743" y="8511"/>
                    <a:pt x="13845" y="8793"/>
                  </a:cubicBezTo>
                  <a:cubicBezTo>
                    <a:pt x="13739" y="8743"/>
                    <a:pt x="13644" y="8673"/>
                    <a:pt x="13571" y="8585"/>
                  </a:cubicBezTo>
                  <a:cubicBezTo>
                    <a:pt x="13391" y="8378"/>
                    <a:pt x="13328" y="8075"/>
                    <a:pt x="13384" y="7717"/>
                  </a:cubicBezTo>
                  <a:cubicBezTo>
                    <a:pt x="13553" y="6644"/>
                    <a:pt x="13711" y="5139"/>
                    <a:pt x="13149" y="4436"/>
                  </a:cubicBezTo>
                  <a:cubicBezTo>
                    <a:pt x="13135" y="4418"/>
                    <a:pt x="13120" y="4401"/>
                    <a:pt x="13106" y="4386"/>
                  </a:cubicBezTo>
                  <a:close/>
                  <a:moveTo>
                    <a:pt x="5131" y="12052"/>
                  </a:moveTo>
                  <a:lnTo>
                    <a:pt x="5103" y="12506"/>
                  </a:lnTo>
                  <a:lnTo>
                    <a:pt x="4808" y="12506"/>
                  </a:lnTo>
                  <a:lnTo>
                    <a:pt x="5131" y="12052"/>
                  </a:lnTo>
                  <a:close/>
                  <a:moveTo>
                    <a:pt x="2611" y="423"/>
                  </a:moveTo>
                  <a:cubicBezTo>
                    <a:pt x="2741" y="423"/>
                    <a:pt x="2871" y="435"/>
                    <a:pt x="3000" y="459"/>
                  </a:cubicBezTo>
                  <a:cubicBezTo>
                    <a:pt x="3760" y="596"/>
                    <a:pt x="4459" y="1151"/>
                    <a:pt x="5047" y="1774"/>
                  </a:cubicBezTo>
                  <a:cubicBezTo>
                    <a:pt x="4723" y="1556"/>
                    <a:pt x="4382" y="1369"/>
                    <a:pt x="4023" y="1211"/>
                  </a:cubicBezTo>
                  <a:cubicBezTo>
                    <a:pt x="3990" y="1196"/>
                    <a:pt x="3958" y="1189"/>
                    <a:pt x="3928" y="1189"/>
                  </a:cubicBezTo>
                  <a:cubicBezTo>
                    <a:pt x="3723" y="1189"/>
                    <a:pt x="3621" y="1506"/>
                    <a:pt x="3855" y="1601"/>
                  </a:cubicBezTo>
                  <a:cubicBezTo>
                    <a:pt x="4839" y="2023"/>
                    <a:pt x="5694" y="2772"/>
                    <a:pt x="6232" y="3321"/>
                  </a:cubicBezTo>
                  <a:cubicBezTo>
                    <a:pt x="6306" y="3395"/>
                    <a:pt x="6365" y="3469"/>
                    <a:pt x="6425" y="3543"/>
                  </a:cubicBezTo>
                  <a:cubicBezTo>
                    <a:pt x="6684" y="3854"/>
                    <a:pt x="6905" y="4070"/>
                    <a:pt x="7475" y="4070"/>
                  </a:cubicBezTo>
                  <a:cubicBezTo>
                    <a:pt x="7805" y="4070"/>
                    <a:pt x="8250" y="3998"/>
                    <a:pt x="8887" y="3831"/>
                  </a:cubicBezTo>
                  <a:cubicBezTo>
                    <a:pt x="9485" y="3673"/>
                    <a:pt x="9999" y="3594"/>
                    <a:pt x="10438" y="3594"/>
                  </a:cubicBezTo>
                  <a:cubicBezTo>
                    <a:pt x="11047" y="3594"/>
                    <a:pt x="11512" y="3746"/>
                    <a:pt x="11862" y="4052"/>
                  </a:cubicBezTo>
                  <a:cubicBezTo>
                    <a:pt x="12368" y="4488"/>
                    <a:pt x="12442" y="5452"/>
                    <a:pt x="12041" y="6289"/>
                  </a:cubicBezTo>
                  <a:cubicBezTo>
                    <a:pt x="11809" y="6795"/>
                    <a:pt x="11710" y="7351"/>
                    <a:pt x="11756" y="7906"/>
                  </a:cubicBezTo>
                  <a:cubicBezTo>
                    <a:pt x="11816" y="8504"/>
                    <a:pt x="12069" y="8965"/>
                    <a:pt x="12473" y="9218"/>
                  </a:cubicBezTo>
                  <a:lnTo>
                    <a:pt x="12473" y="12506"/>
                  </a:lnTo>
                  <a:lnTo>
                    <a:pt x="12150" y="12506"/>
                  </a:lnTo>
                  <a:lnTo>
                    <a:pt x="12445" y="11996"/>
                  </a:lnTo>
                  <a:cubicBezTo>
                    <a:pt x="12470" y="11954"/>
                    <a:pt x="12477" y="11905"/>
                    <a:pt x="12470" y="11855"/>
                  </a:cubicBezTo>
                  <a:lnTo>
                    <a:pt x="12104" y="9629"/>
                  </a:lnTo>
                  <a:cubicBezTo>
                    <a:pt x="12094" y="9580"/>
                    <a:pt x="12069" y="9535"/>
                    <a:pt x="12034" y="9503"/>
                  </a:cubicBezTo>
                  <a:cubicBezTo>
                    <a:pt x="10378" y="8065"/>
                    <a:pt x="9727" y="5891"/>
                    <a:pt x="9720" y="5870"/>
                  </a:cubicBezTo>
                  <a:cubicBezTo>
                    <a:pt x="9689" y="5763"/>
                    <a:pt x="9606" y="5716"/>
                    <a:pt x="9523" y="5716"/>
                  </a:cubicBezTo>
                  <a:cubicBezTo>
                    <a:pt x="9396" y="5716"/>
                    <a:pt x="9267" y="5823"/>
                    <a:pt x="9316" y="5986"/>
                  </a:cubicBezTo>
                  <a:cubicBezTo>
                    <a:pt x="9323" y="6015"/>
                    <a:pt x="9379" y="6201"/>
                    <a:pt x="9491" y="6496"/>
                  </a:cubicBezTo>
                  <a:cubicBezTo>
                    <a:pt x="9182" y="6749"/>
                    <a:pt x="8837" y="6964"/>
                    <a:pt x="8468" y="7129"/>
                  </a:cubicBezTo>
                  <a:cubicBezTo>
                    <a:pt x="7961" y="7359"/>
                    <a:pt x="7459" y="7474"/>
                    <a:pt x="6971" y="7474"/>
                  </a:cubicBezTo>
                  <a:cubicBezTo>
                    <a:pt x="6643" y="7474"/>
                    <a:pt x="6321" y="7422"/>
                    <a:pt x="6007" y="7319"/>
                  </a:cubicBezTo>
                  <a:lnTo>
                    <a:pt x="6102" y="6669"/>
                  </a:lnTo>
                  <a:cubicBezTo>
                    <a:pt x="6125" y="6513"/>
                    <a:pt x="6007" y="6425"/>
                    <a:pt x="5890" y="6425"/>
                  </a:cubicBezTo>
                  <a:cubicBezTo>
                    <a:pt x="5795" y="6425"/>
                    <a:pt x="5702" y="6482"/>
                    <a:pt x="5683" y="6605"/>
                  </a:cubicBezTo>
                  <a:lnTo>
                    <a:pt x="5469" y="8072"/>
                  </a:lnTo>
                  <a:cubicBezTo>
                    <a:pt x="5367" y="8775"/>
                    <a:pt x="5293" y="9492"/>
                    <a:pt x="5247" y="10203"/>
                  </a:cubicBezTo>
                  <a:lnTo>
                    <a:pt x="5152" y="11697"/>
                  </a:lnTo>
                  <a:lnTo>
                    <a:pt x="4720" y="6591"/>
                  </a:lnTo>
                  <a:cubicBezTo>
                    <a:pt x="4716" y="6563"/>
                    <a:pt x="4709" y="6539"/>
                    <a:pt x="4699" y="6514"/>
                  </a:cubicBezTo>
                  <a:lnTo>
                    <a:pt x="3025" y="3110"/>
                  </a:lnTo>
                  <a:cubicBezTo>
                    <a:pt x="3063" y="3057"/>
                    <a:pt x="3092" y="3001"/>
                    <a:pt x="3113" y="2938"/>
                  </a:cubicBezTo>
                  <a:lnTo>
                    <a:pt x="3274" y="2449"/>
                  </a:lnTo>
                  <a:cubicBezTo>
                    <a:pt x="3320" y="2288"/>
                    <a:pt x="3193" y="2180"/>
                    <a:pt x="3067" y="2180"/>
                  </a:cubicBezTo>
                  <a:cubicBezTo>
                    <a:pt x="2988" y="2180"/>
                    <a:pt x="2910" y="2222"/>
                    <a:pt x="2874" y="2319"/>
                  </a:cubicBezTo>
                  <a:lnTo>
                    <a:pt x="2712" y="2808"/>
                  </a:lnTo>
                  <a:cubicBezTo>
                    <a:pt x="2691" y="2871"/>
                    <a:pt x="2641" y="2924"/>
                    <a:pt x="2578" y="2952"/>
                  </a:cubicBezTo>
                  <a:lnTo>
                    <a:pt x="2575" y="2952"/>
                  </a:lnTo>
                  <a:lnTo>
                    <a:pt x="950" y="3722"/>
                  </a:lnTo>
                  <a:cubicBezTo>
                    <a:pt x="919" y="3735"/>
                    <a:pt x="887" y="3741"/>
                    <a:pt x="855" y="3741"/>
                  </a:cubicBezTo>
                  <a:cubicBezTo>
                    <a:pt x="792" y="3741"/>
                    <a:pt x="729" y="3717"/>
                    <a:pt x="683" y="3673"/>
                  </a:cubicBezTo>
                  <a:cubicBezTo>
                    <a:pt x="676" y="3666"/>
                    <a:pt x="669" y="3659"/>
                    <a:pt x="662" y="3655"/>
                  </a:cubicBezTo>
                  <a:lnTo>
                    <a:pt x="468" y="3504"/>
                  </a:lnTo>
                  <a:cubicBezTo>
                    <a:pt x="465" y="3497"/>
                    <a:pt x="468" y="3490"/>
                    <a:pt x="472" y="3486"/>
                  </a:cubicBezTo>
                  <a:lnTo>
                    <a:pt x="1358" y="2389"/>
                  </a:lnTo>
                  <a:cubicBezTo>
                    <a:pt x="1421" y="2312"/>
                    <a:pt x="1474" y="2220"/>
                    <a:pt x="1506" y="2122"/>
                  </a:cubicBezTo>
                  <a:lnTo>
                    <a:pt x="1618" y="1802"/>
                  </a:lnTo>
                  <a:cubicBezTo>
                    <a:pt x="1653" y="1707"/>
                    <a:pt x="1717" y="1623"/>
                    <a:pt x="1805" y="1566"/>
                  </a:cubicBezTo>
                  <a:lnTo>
                    <a:pt x="1822" y="1552"/>
                  </a:lnTo>
                  <a:cubicBezTo>
                    <a:pt x="1859" y="1648"/>
                    <a:pt x="1935" y="1689"/>
                    <a:pt x="2012" y="1689"/>
                  </a:cubicBezTo>
                  <a:cubicBezTo>
                    <a:pt x="2146" y="1689"/>
                    <a:pt x="2281" y="1566"/>
                    <a:pt x="2216" y="1401"/>
                  </a:cubicBezTo>
                  <a:lnTo>
                    <a:pt x="1973" y="736"/>
                  </a:lnTo>
                  <a:lnTo>
                    <a:pt x="1973" y="736"/>
                  </a:lnTo>
                  <a:cubicBezTo>
                    <a:pt x="2276" y="842"/>
                    <a:pt x="2543" y="1018"/>
                    <a:pt x="2761" y="1253"/>
                  </a:cubicBezTo>
                  <a:cubicBezTo>
                    <a:pt x="2800" y="1299"/>
                    <a:pt x="2852" y="1327"/>
                    <a:pt x="2916" y="1331"/>
                  </a:cubicBezTo>
                  <a:cubicBezTo>
                    <a:pt x="2965" y="1334"/>
                    <a:pt x="3014" y="1341"/>
                    <a:pt x="3067" y="1352"/>
                  </a:cubicBezTo>
                  <a:cubicBezTo>
                    <a:pt x="3078" y="1353"/>
                    <a:pt x="3089" y="1354"/>
                    <a:pt x="3100" y="1354"/>
                  </a:cubicBezTo>
                  <a:cubicBezTo>
                    <a:pt x="3201" y="1354"/>
                    <a:pt x="3294" y="1284"/>
                    <a:pt x="3310" y="1179"/>
                  </a:cubicBezTo>
                  <a:cubicBezTo>
                    <a:pt x="3331" y="1063"/>
                    <a:pt x="3257" y="954"/>
                    <a:pt x="3141" y="933"/>
                  </a:cubicBezTo>
                  <a:cubicBezTo>
                    <a:pt x="3095" y="926"/>
                    <a:pt x="3056" y="919"/>
                    <a:pt x="3025" y="916"/>
                  </a:cubicBezTo>
                  <a:cubicBezTo>
                    <a:pt x="2831" y="719"/>
                    <a:pt x="2610" y="557"/>
                    <a:pt x="2364" y="437"/>
                  </a:cubicBezTo>
                  <a:cubicBezTo>
                    <a:pt x="2446" y="428"/>
                    <a:pt x="2528" y="423"/>
                    <a:pt x="2611" y="423"/>
                  </a:cubicBezTo>
                  <a:close/>
                  <a:moveTo>
                    <a:pt x="2606" y="0"/>
                  </a:moveTo>
                  <a:cubicBezTo>
                    <a:pt x="1384" y="0"/>
                    <a:pt x="682" y="893"/>
                    <a:pt x="651" y="937"/>
                  </a:cubicBezTo>
                  <a:cubicBezTo>
                    <a:pt x="570" y="1039"/>
                    <a:pt x="602" y="1186"/>
                    <a:pt x="714" y="1250"/>
                  </a:cubicBezTo>
                  <a:lnTo>
                    <a:pt x="1267" y="1556"/>
                  </a:lnTo>
                  <a:cubicBezTo>
                    <a:pt x="1249" y="1591"/>
                    <a:pt x="1235" y="1630"/>
                    <a:pt x="1221" y="1665"/>
                  </a:cubicBezTo>
                  <a:lnTo>
                    <a:pt x="1108" y="1985"/>
                  </a:lnTo>
                  <a:cubicBezTo>
                    <a:pt x="1091" y="2037"/>
                    <a:pt x="1066" y="2083"/>
                    <a:pt x="1031" y="2125"/>
                  </a:cubicBezTo>
                  <a:lnTo>
                    <a:pt x="145" y="3223"/>
                  </a:lnTo>
                  <a:cubicBezTo>
                    <a:pt x="1" y="3395"/>
                    <a:pt x="15" y="3648"/>
                    <a:pt x="173" y="3806"/>
                  </a:cubicBezTo>
                  <a:cubicBezTo>
                    <a:pt x="180" y="3813"/>
                    <a:pt x="187" y="3820"/>
                    <a:pt x="194" y="3824"/>
                  </a:cubicBezTo>
                  <a:lnTo>
                    <a:pt x="394" y="3982"/>
                  </a:lnTo>
                  <a:cubicBezTo>
                    <a:pt x="521" y="4098"/>
                    <a:pt x="686" y="4165"/>
                    <a:pt x="855" y="4165"/>
                  </a:cubicBezTo>
                  <a:cubicBezTo>
                    <a:pt x="950" y="4165"/>
                    <a:pt x="1041" y="4147"/>
                    <a:pt x="1126" y="4109"/>
                  </a:cubicBezTo>
                  <a:lnTo>
                    <a:pt x="1129" y="4109"/>
                  </a:lnTo>
                  <a:lnTo>
                    <a:pt x="2680" y="3374"/>
                  </a:lnTo>
                  <a:lnTo>
                    <a:pt x="4301" y="6669"/>
                  </a:lnTo>
                  <a:lnTo>
                    <a:pt x="4744" y="11869"/>
                  </a:lnTo>
                  <a:lnTo>
                    <a:pt x="4224" y="12601"/>
                  </a:lnTo>
                  <a:cubicBezTo>
                    <a:pt x="4125" y="12738"/>
                    <a:pt x="4224" y="12935"/>
                    <a:pt x="4396" y="12935"/>
                  </a:cubicBezTo>
                  <a:lnTo>
                    <a:pt x="5303" y="12935"/>
                  </a:lnTo>
                  <a:cubicBezTo>
                    <a:pt x="5412" y="12935"/>
                    <a:pt x="5507" y="12847"/>
                    <a:pt x="5514" y="12734"/>
                  </a:cubicBezTo>
                  <a:lnTo>
                    <a:pt x="5673" y="10234"/>
                  </a:lnTo>
                  <a:cubicBezTo>
                    <a:pt x="5715" y="9535"/>
                    <a:pt x="5789" y="8828"/>
                    <a:pt x="5891" y="8135"/>
                  </a:cubicBezTo>
                  <a:lnTo>
                    <a:pt x="5947" y="7745"/>
                  </a:lnTo>
                  <a:cubicBezTo>
                    <a:pt x="6277" y="7847"/>
                    <a:pt x="6619" y="7896"/>
                    <a:pt x="6963" y="7896"/>
                  </a:cubicBezTo>
                  <a:cubicBezTo>
                    <a:pt x="7550" y="7889"/>
                    <a:pt x="8127" y="7759"/>
                    <a:pt x="8658" y="7513"/>
                  </a:cubicBezTo>
                  <a:cubicBezTo>
                    <a:pt x="9013" y="7347"/>
                    <a:pt x="9351" y="7147"/>
                    <a:pt x="9664" y="6904"/>
                  </a:cubicBezTo>
                  <a:cubicBezTo>
                    <a:pt x="10019" y="7695"/>
                    <a:pt x="10662" y="8856"/>
                    <a:pt x="11696" y="9777"/>
                  </a:cubicBezTo>
                  <a:lnTo>
                    <a:pt x="12041" y="11855"/>
                  </a:lnTo>
                  <a:lnTo>
                    <a:pt x="11598" y="12615"/>
                  </a:lnTo>
                  <a:cubicBezTo>
                    <a:pt x="11517" y="12756"/>
                    <a:pt x="11619" y="12935"/>
                    <a:pt x="11781" y="12935"/>
                  </a:cubicBezTo>
                  <a:lnTo>
                    <a:pt x="12684" y="12935"/>
                  </a:lnTo>
                  <a:cubicBezTo>
                    <a:pt x="12804" y="12935"/>
                    <a:pt x="12899" y="12840"/>
                    <a:pt x="12899" y="12724"/>
                  </a:cubicBezTo>
                  <a:lnTo>
                    <a:pt x="12899" y="9098"/>
                  </a:lnTo>
                  <a:cubicBezTo>
                    <a:pt x="12895" y="9018"/>
                    <a:pt x="12853" y="8944"/>
                    <a:pt x="12779" y="8909"/>
                  </a:cubicBezTo>
                  <a:cubicBezTo>
                    <a:pt x="12347" y="8691"/>
                    <a:pt x="12213" y="8219"/>
                    <a:pt x="12182" y="7864"/>
                  </a:cubicBezTo>
                  <a:cubicBezTo>
                    <a:pt x="12139" y="7386"/>
                    <a:pt x="12224" y="6908"/>
                    <a:pt x="12424" y="6472"/>
                  </a:cubicBezTo>
                  <a:cubicBezTo>
                    <a:pt x="12646" y="6011"/>
                    <a:pt x="12744" y="5505"/>
                    <a:pt x="12713" y="4995"/>
                  </a:cubicBezTo>
                  <a:cubicBezTo>
                    <a:pt x="12702" y="4840"/>
                    <a:pt x="12674" y="4692"/>
                    <a:pt x="12632" y="4545"/>
                  </a:cubicBezTo>
                  <a:lnTo>
                    <a:pt x="12632" y="4545"/>
                  </a:lnTo>
                  <a:cubicBezTo>
                    <a:pt x="12702" y="4583"/>
                    <a:pt x="12765" y="4636"/>
                    <a:pt x="12815" y="4699"/>
                  </a:cubicBezTo>
                  <a:cubicBezTo>
                    <a:pt x="13156" y="5121"/>
                    <a:pt x="13205" y="6117"/>
                    <a:pt x="12962" y="7650"/>
                  </a:cubicBezTo>
                  <a:cubicBezTo>
                    <a:pt x="12867" y="8265"/>
                    <a:pt x="13064" y="8645"/>
                    <a:pt x="13247" y="8859"/>
                  </a:cubicBezTo>
                  <a:cubicBezTo>
                    <a:pt x="13498" y="9145"/>
                    <a:pt x="13861" y="9310"/>
                    <a:pt x="14243" y="9310"/>
                  </a:cubicBezTo>
                  <a:cubicBezTo>
                    <a:pt x="14251" y="9310"/>
                    <a:pt x="14259" y="9310"/>
                    <a:pt x="14267" y="9309"/>
                  </a:cubicBezTo>
                  <a:cubicBezTo>
                    <a:pt x="14467" y="9309"/>
                    <a:pt x="14555" y="9056"/>
                    <a:pt x="14397" y="8933"/>
                  </a:cubicBezTo>
                  <a:lnTo>
                    <a:pt x="14400" y="8933"/>
                  </a:lnTo>
                  <a:cubicBezTo>
                    <a:pt x="14397" y="8930"/>
                    <a:pt x="14038" y="8589"/>
                    <a:pt x="14168" y="7495"/>
                  </a:cubicBezTo>
                  <a:cubicBezTo>
                    <a:pt x="14362" y="5846"/>
                    <a:pt x="14165" y="4735"/>
                    <a:pt x="13574" y="4200"/>
                  </a:cubicBezTo>
                  <a:cubicBezTo>
                    <a:pt x="13323" y="3974"/>
                    <a:pt x="13013" y="3859"/>
                    <a:pt x="12647" y="3859"/>
                  </a:cubicBezTo>
                  <a:cubicBezTo>
                    <a:pt x="12535" y="3859"/>
                    <a:pt x="12419" y="3869"/>
                    <a:pt x="12298" y="3891"/>
                  </a:cubicBezTo>
                  <a:cubicBezTo>
                    <a:pt x="12252" y="3834"/>
                    <a:pt x="12203" y="3782"/>
                    <a:pt x="12146" y="3732"/>
                  </a:cubicBezTo>
                  <a:cubicBezTo>
                    <a:pt x="11718" y="3357"/>
                    <a:pt x="11165" y="3171"/>
                    <a:pt x="10453" y="3171"/>
                  </a:cubicBezTo>
                  <a:cubicBezTo>
                    <a:pt x="9972" y="3171"/>
                    <a:pt x="9420" y="3256"/>
                    <a:pt x="8785" y="3423"/>
                  </a:cubicBezTo>
                  <a:cubicBezTo>
                    <a:pt x="8200" y="3579"/>
                    <a:pt x="7774" y="3652"/>
                    <a:pt x="7475" y="3652"/>
                  </a:cubicBezTo>
                  <a:cubicBezTo>
                    <a:pt x="7389" y="3652"/>
                    <a:pt x="7314" y="3646"/>
                    <a:pt x="7248" y="3634"/>
                  </a:cubicBezTo>
                  <a:cubicBezTo>
                    <a:pt x="7164" y="3616"/>
                    <a:pt x="7086" y="3588"/>
                    <a:pt x="7016" y="3543"/>
                  </a:cubicBezTo>
                  <a:cubicBezTo>
                    <a:pt x="6928" y="3465"/>
                    <a:pt x="6735" y="3212"/>
                    <a:pt x="6534" y="2941"/>
                  </a:cubicBezTo>
                  <a:cubicBezTo>
                    <a:pt x="5810" y="1960"/>
                    <a:pt x="4593" y="321"/>
                    <a:pt x="3077" y="44"/>
                  </a:cubicBezTo>
                  <a:cubicBezTo>
                    <a:pt x="2913" y="14"/>
                    <a:pt x="2755" y="0"/>
                    <a:pt x="2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81" name="Google Shape;21281;p90"/>
          <p:cNvGrpSpPr/>
          <p:nvPr/>
        </p:nvGrpSpPr>
        <p:grpSpPr>
          <a:xfrm>
            <a:off x="7665936" y="3349997"/>
            <a:ext cx="386058" cy="360972"/>
            <a:chOff x="7665936" y="3349997"/>
            <a:chExt cx="386058" cy="360972"/>
          </a:xfrm>
        </p:grpSpPr>
        <p:sp>
          <p:nvSpPr>
            <p:cNvPr id="21282" name="Google Shape;21282;p90"/>
            <p:cNvSpPr/>
            <p:nvPr/>
          </p:nvSpPr>
          <p:spPr>
            <a:xfrm>
              <a:off x="7690366" y="3355240"/>
              <a:ext cx="350382" cy="350487"/>
            </a:xfrm>
            <a:custGeom>
              <a:rect b="b" l="l" r="r" t="t"/>
              <a:pathLst>
                <a:path extrusionOk="0" h="13371" w="13367">
                  <a:moveTo>
                    <a:pt x="6685" y="1"/>
                  </a:moveTo>
                  <a:cubicBezTo>
                    <a:pt x="2993" y="1"/>
                    <a:pt x="0" y="2993"/>
                    <a:pt x="0" y="6686"/>
                  </a:cubicBezTo>
                  <a:cubicBezTo>
                    <a:pt x="0" y="10378"/>
                    <a:pt x="2993" y="13370"/>
                    <a:pt x="6685" y="13370"/>
                  </a:cubicBezTo>
                  <a:cubicBezTo>
                    <a:pt x="10374" y="13370"/>
                    <a:pt x="13366" y="10378"/>
                    <a:pt x="13366" y="6686"/>
                  </a:cubicBezTo>
                  <a:cubicBezTo>
                    <a:pt x="13366" y="2993"/>
                    <a:pt x="10374" y="1"/>
                    <a:pt x="6685"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3" name="Google Shape;21283;p90"/>
            <p:cNvSpPr/>
            <p:nvPr/>
          </p:nvSpPr>
          <p:spPr>
            <a:xfrm>
              <a:off x="7685281" y="3381243"/>
              <a:ext cx="329544" cy="324485"/>
            </a:xfrm>
            <a:custGeom>
              <a:rect b="b" l="l" r="r" t="t"/>
              <a:pathLst>
                <a:path extrusionOk="0" h="12379" w="12572">
                  <a:moveTo>
                    <a:pt x="3380" y="1"/>
                  </a:moveTo>
                  <a:lnTo>
                    <a:pt x="3380" y="1"/>
                  </a:lnTo>
                  <a:cubicBezTo>
                    <a:pt x="1636" y="1073"/>
                    <a:pt x="479" y="2880"/>
                    <a:pt x="240" y="4913"/>
                  </a:cubicBezTo>
                  <a:cubicBezTo>
                    <a:pt x="1" y="6945"/>
                    <a:pt x="704" y="8974"/>
                    <a:pt x="2153" y="10420"/>
                  </a:cubicBezTo>
                  <a:cubicBezTo>
                    <a:pt x="3413" y="11680"/>
                    <a:pt x="5116" y="12378"/>
                    <a:pt x="6877" y="12378"/>
                  </a:cubicBezTo>
                  <a:cubicBezTo>
                    <a:pt x="7136" y="12378"/>
                    <a:pt x="7396" y="12363"/>
                    <a:pt x="7656" y="12333"/>
                  </a:cubicBezTo>
                  <a:cubicBezTo>
                    <a:pt x="9689" y="12094"/>
                    <a:pt x="11499" y="10937"/>
                    <a:pt x="12572" y="9196"/>
                  </a:cubicBezTo>
                  <a:lnTo>
                    <a:pt x="12572" y="9196"/>
                  </a:lnTo>
                  <a:cubicBezTo>
                    <a:pt x="11522" y="9840"/>
                    <a:pt x="10320" y="10184"/>
                    <a:pt x="9092" y="10184"/>
                  </a:cubicBezTo>
                  <a:cubicBezTo>
                    <a:pt x="9086" y="10184"/>
                    <a:pt x="9079" y="10184"/>
                    <a:pt x="9073" y="10184"/>
                  </a:cubicBezTo>
                  <a:cubicBezTo>
                    <a:pt x="6650" y="10184"/>
                    <a:pt x="4417" y="8876"/>
                    <a:pt x="3236" y="6763"/>
                  </a:cubicBezTo>
                  <a:cubicBezTo>
                    <a:pt x="2054" y="4649"/>
                    <a:pt x="2111" y="2061"/>
                    <a:pt x="3380"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4" name="Google Shape;21284;p90"/>
            <p:cNvSpPr/>
            <p:nvPr/>
          </p:nvSpPr>
          <p:spPr>
            <a:xfrm>
              <a:off x="7865570" y="3531126"/>
              <a:ext cx="117825" cy="152740"/>
            </a:xfrm>
            <a:custGeom>
              <a:rect b="b" l="l" r="r" t="t"/>
              <a:pathLst>
                <a:path extrusionOk="0" h="5827" w="4495">
                  <a:moveTo>
                    <a:pt x="539" y="0"/>
                  </a:moveTo>
                  <a:lnTo>
                    <a:pt x="1" y="1484"/>
                  </a:lnTo>
                  <a:lnTo>
                    <a:pt x="1049" y="3235"/>
                  </a:lnTo>
                  <a:lnTo>
                    <a:pt x="644" y="5405"/>
                  </a:lnTo>
                  <a:cubicBezTo>
                    <a:pt x="630" y="5486"/>
                    <a:pt x="662" y="5570"/>
                    <a:pt x="729" y="5620"/>
                  </a:cubicBezTo>
                  <a:lnTo>
                    <a:pt x="954" y="5785"/>
                  </a:lnTo>
                  <a:cubicBezTo>
                    <a:pt x="992" y="5813"/>
                    <a:pt x="1038" y="5827"/>
                    <a:pt x="1083" y="5827"/>
                  </a:cubicBezTo>
                  <a:cubicBezTo>
                    <a:pt x="1145" y="5827"/>
                    <a:pt x="1206" y="5801"/>
                    <a:pt x="1249" y="5750"/>
                  </a:cubicBezTo>
                  <a:lnTo>
                    <a:pt x="4330" y="2089"/>
                  </a:lnTo>
                  <a:cubicBezTo>
                    <a:pt x="4495" y="1892"/>
                    <a:pt x="4456" y="1600"/>
                    <a:pt x="4249" y="1456"/>
                  </a:cubicBezTo>
                  <a:lnTo>
                    <a:pt x="2585" y="299"/>
                  </a:lnTo>
                  <a:lnTo>
                    <a:pt x="539"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5" name="Google Shape;21285;p90"/>
            <p:cNvSpPr/>
            <p:nvPr/>
          </p:nvSpPr>
          <p:spPr>
            <a:xfrm>
              <a:off x="7882084" y="3644678"/>
              <a:ext cx="44719" cy="39266"/>
            </a:xfrm>
            <a:custGeom>
              <a:rect b="b" l="l" r="r" t="t"/>
              <a:pathLst>
                <a:path extrusionOk="0" h="1498" w="1706">
                  <a:moveTo>
                    <a:pt x="218" y="0"/>
                  </a:moveTo>
                  <a:lnTo>
                    <a:pt x="18" y="1077"/>
                  </a:lnTo>
                  <a:cubicBezTo>
                    <a:pt x="0" y="1157"/>
                    <a:pt x="35" y="1242"/>
                    <a:pt x="102" y="1291"/>
                  </a:cubicBezTo>
                  <a:lnTo>
                    <a:pt x="327" y="1456"/>
                  </a:lnTo>
                  <a:cubicBezTo>
                    <a:pt x="365" y="1484"/>
                    <a:pt x="409" y="1497"/>
                    <a:pt x="453" y="1497"/>
                  </a:cubicBezTo>
                  <a:cubicBezTo>
                    <a:pt x="514" y="1497"/>
                    <a:pt x="576" y="1471"/>
                    <a:pt x="619" y="1421"/>
                  </a:cubicBezTo>
                  <a:lnTo>
                    <a:pt x="1706" y="131"/>
                  </a:lnTo>
                  <a:cubicBezTo>
                    <a:pt x="1657" y="131"/>
                    <a:pt x="1607" y="134"/>
                    <a:pt x="1565" y="134"/>
                  </a:cubicBezTo>
                  <a:cubicBezTo>
                    <a:pt x="1112" y="134"/>
                    <a:pt x="661" y="92"/>
                    <a:pt x="218"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6" name="Google Shape;21286;p90"/>
            <p:cNvSpPr/>
            <p:nvPr/>
          </p:nvSpPr>
          <p:spPr>
            <a:xfrm>
              <a:off x="7756815" y="3371282"/>
              <a:ext cx="168048" cy="147236"/>
            </a:xfrm>
            <a:custGeom>
              <a:rect b="b" l="l" r="r" t="t"/>
              <a:pathLst>
                <a:path extrusionOk="0" h="5617" w="6411">
                  <a:moveTo>
                    <a:pt x="1361" y="1"/>
                  </a:moveTo>
                  <a:cubicBezTo>
                    <a:pt x="876" y="222"/>
                    <a:pt x="419" y="504"/>
                    <a:pt x="0" y="838"/>
                  </a:cubicBezTo>
                  <a:lnTo>
                    <a:pt x="408" y="1534"/>
                  </a:lnTo>
                  <a:cubicBezTo>
                    <a:pt x="500" y="1678"/>
                    <a:pt x="531" y="1854"/>
                    <a:pt x="493" y="2023"/>
                  </a:cubicBezTo>
                  <a:lnTo>
                    <a:pt x="134" y="3580"/>
                  </a:lnTo>
                  <a:cubicBezTo>
                    <a:pt x="99" y="3721"/>
                    <a:pt x="141" y="3869"/>
                    <a:pt x="243" y="3974"/>
                  </a:cubicBezTo>
                  <a:lnTo>
                    <a:pt x="1709" y="5486"/>
                  </a:lnTo>
                  <a:cubicBezTo>
                    <a:pt x="1792" y="5569"/>
                    <a:pt x="1903" y="5616"/>
                    <a:pt x="2016" y="5616"/>
                  </a:cubicBezTo>
                  <a:cubicBezTo>
                    <a:pt x="2033" y="5616"/>
                    <a:pt x="2051" y="5615"/>
                    <a:pt x="2068" y="5613"/>
                  </a:cubicBezTo>
                  <a:lnTo>
                    <a:pt x="2269" y="5592"/>
                  </a:lnTo>
                  <a:lnTo>
                    <a:pt x="2226" y="4702"/>
                  </a:lnTo>
                  <a:cubicBezTo>
                    <a:pt x="2216" y="4484"/>
                    <a:pt x="2371" y="4291"/>
                    <a:pt x="2589" y="4256"/>
                  </a:cubicBezTo>
                  <a:lnTo>
                    <a:pt x="4203" y="3992"/>
                  </a:lnTo>
                  <a:lnTo>
                    <a:pt x="5068" y="3011"/>
                  </a:lnTo>
                  <a:lnTo>
                    <a:pt x="5602" y="2402"/>
                  </a:lnTo>
                  <a:lnTo>
                    <a:pt x="6218" y="2199"/>
                  </a:lnTo>
                  <a:cubicBezTo>
                    <a:pt x="6383" y="2139"/>
                    <a:pt x="6411" y="1914"/>
                    <a:pt x="6263" y="1815"/>
                  </a:cubicBezTo>
                  <a:lnTo>
                    <a:pt x="4660" y="820"/>
                  </a:lnTo>
                  <a:lnTo>
                    <a:pt x="4255" y="1843"/>
                  </a:lnTo>
                  <a:lnTo>
                    <a:pt x="2989" y="1115"/>
                  </a:lnTo>
                  <a:lnTo>
                    <a:pt x="3781" y="732"/>
                  </a:lnTo>
                  <a:cubicBezTo>
                    <a:pt x="4082" y="583"/>
                    <a:pt x="3974" y="134"/>
                    <a:pt x="3645" y="134"/>
                  </a:cubicBezTo>
                  <a:cubicBezTo>
                    <a:pt x="3640" y="134"/>
                    <a:pt x="3635" y="134"/>
                    <a:pt x="3629" y="134"/>
                  </a:cubicBezTo>
                  <a:lnTo>
                    <a:pt x="2694" y="173"/>
                  </a:lnTo>
                  <a:lnTo>
                    <a:pt x="1709" y="591"/>
                  </a:lnTo>
                  <a:lnTo>
                    <a:pt x="1361" y="1"/>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7" name="Google Shape;21287;p90"/>
            <p:cNvSpPr/>
            <p:nvPr/>
          </p:nvSpPr>
          <p:spPr>
            <a:xfrm>
              <a:off x="7665936" y="3349997"/>
              <a:ext cx="386058" cy="360972"/>
            </a:xfrm>
            <a:custGeom>
              <a:rect b="b" l="l" r="r" t="t"/>
              <a:pathLst>
                <a:path extrusionOk="0" h="13771" w="14728">
                  <a:moveTo>
                    <a:pt x="7614" y="399"/>
                  </a:moveTo>
                  <a:cubicBezTo>
                    <a:pt x="9720" y="399"/>
                    <a:pt x="11761" y="1429"/>
                    <a:pt x="12997" y="3267"/>
                  </a:cubicBezTo>
                  <a:cubicBezTo>
                    <a:pt x="14727" y="5841"/>
                    <a:pt x="14393" y="9277"/>
                    <a:pt x="12199" y="11468"/>
                  </a:cubicBezTo>
                  <a:cubicBezTo>
                    <a:pt x="10933" y="12733"/>
                    <a:pt x="9274" y="13366"/>
                    <a:pt x="7615" y="13366"/>
                  </a:cubicBezTo>
                  <a:cubicBezTo>
                    <a:pt x="5956" y="13366"/>
                    <a:pt x="4297" y="12733"/>
                    <a:pt x="3031" y="11468"/>
                  </a:cubicBezTo>
                  <a:cubicBezTo>
                    <a:pt x="500" y="8936"/>
                    <a:pt x="500" y="4832"/>
                    <a:pt x="3031" y="2300"/>
                  </a:cubicBezTo>
                  <a:cubicBezTo>
                    <a:pt x="3151" y="2184"/>
                    <a:pt x="3271" y="2072"/>
                    <a:pt x="3397" y="1963"/>
                  </a:cubicBezTo>
                  <a:lnTo>
                    <a:pt x="3703" y="2451"/>
                  </a:lnTo>
                  <a:cubicBezTo>
                    <a:pt x="3766" y="2553"/>
                    <a:pt x="3787" y="2673"/>
                    <a:pt x="3759" y="2789"/>
                  </a:cubicBezTo>
                  <a:lnTo>
                    <a:pt x="3401" y="4347"/>
                  </a:lnTo>
                  <a:cubicBezTo>
                    <a:pt x="3355" y="4554"/>
                    <a:pt x="3415" y="4776"/>
                    <a:pt x="3566" y="4930"/>
                  </a:cubicBezTo>
                  <a:lnTo>
                    <a:pt x="5032" y="6443"/>
                  </a:lnTo>
                  <a:cubicBezTo>
                    <a:pt x="5153" y="6566"/>
                    <a:pt x="5317" y="6633"/>
                    <a:pt x="5488" y="6633"/>
                  </a:cubicBezTo>
                  <a:cubicBezTo>
                    <a:pt x="5512" y="6633"/>
                    <a:pt x="5536" y="6631"/>
                    <a:pt x="5560" y="6629"/>
                  </a:cubicBezTo>
                  <a:lnTo>
                    <a:pt x="6664" y="6502"/>
                  </a:lnTo>
                  <a:lnTo>
                    <a:pt x="7754" y="7424"/>
                  </a:lnTo>
                  <a:lnTo>
                    <a:pt x="7427" y="8324"/>
                  </a:lnTo>
                  <a:cubicBezTo>
                    <a:pt x="7406" y="8380"/>
                    <a:pt x="7413" y="8443"/>
                    <a:pt x="7445" y="8496"/>
                  </a:cubicBezTo>
                  <a:lnTo>
                    <a:pt x="7603" y="8767"/>
                  </a:lnTo>
                  <a:cubicBezTo>
                    <a:pt x="7645" y="8841"/>
                    <a:pt x="7709" y="8872"/>
                    <a:pt x="7772" y="8872"/>
                  </a:cubicBezTo>
                  <a:cubicBezTo>
                    <a:pt x="7914" y="8872"/>
                    <a:pt x="8053" y="8720"/>
                    <a:pt x="7951" y="8559"/>
                  </a:cubicBezTo>
                  <a:lnTo>
                    <a:pt x="7838" y="8373"/>
                  </a:lnTo>
                  <a:lnTo>
                    <a:pt x="8289" y="7135"/>
                  </a:lnTo>
                  <a:lnTo>
                    <a:pt x="10128" y="7399"/>
                  </a:lnTo>
                  <a:lnTo>
                    <a:pt x="11749" y="8531"/>
                  </a:lnTo>
                  <a:cubicBezTo>
                    <a:pt x="11861" y="8609"/>
                    <a:pt x="11879" y="8763"/>
                    <a:pt x="11794" y="8869"/>
                  </a:cubicBezTo>
                  <a:lnTo>
                    <a:pt x="8710" y="12530"/>
                  </a:lnTo>
                  <a:cubicBezTo>
                    <a:pt x="8708" y="12534"/>
                    <a:pt x="8704" y="12535"/>
                    <a:pt x="8700" y="12535"/>
                  </a:cubicBezTo>
                  <a:cubicBezTo>
                    <a:pt x="8697" y="12535"/>
                    <a:pt x="8694" y="12534"/>
                    <a:pt x="8693" y="12533"/>
                  </a:cubicBezTo>
                  <a:lnTo>
                    <a:pt x="8464" y="12368"/>
                  </a:lnTo>
                  <a:cubicBezTo>
                    <a:pt x="8461" y="12364"/>
                    <a:pt x="8457" y="12361"/>
                    <a:pt x="8461" y="12354"/>
                  </a:cubicBezTo>
                  <a:lnTo>
                    <a:pt x="8865" y="10184"/>
                  </a:lnTo>
                  <a:cubicBezTo>
                    <a:pt x="8876" y="10135"/>
                    <a:pt x="8865" y="10086"/>
                    <a:pt x="8841" y="10043"/>
                  </a:cubicBezTo>
                  <a:lnTo>
                    <a:pt x="8366" y="9252"/>
                  </a:lnTo>
                  <a:cubicBezTo>
                    <a:pt x="8323" y="9184"/>
                    <a:pt x="8262" y="9156"/>
                    <a:pt x="8201" y="9156"/>
                  </a:cubicBezTo>
                  <a:cubicBezTo>
                    <a:pt x="8064" y="9156"/>
                    <a:pt x="7931" y="9301"/>
                    <a:pt x="8021" y="9460"/>
                  </a:cubicBezTo>
                  <a:lnTo>
                    <a:pt x="8454" y="10184"/>
                  </a:lnTo>
                  <a:lnTo>
                    <a:pt x="8063" y="12280"/>
                  </a:lnTo>
                  <a:cubicBezTo>
                    <a:pt x="8035" y="12438"/>
                    <a:pt x="8099" y="12600"/>
                    <a:pt x="8229" y="12695"/>
                  </a:cubicBezTo>
                  <a:lnTo>
                    <a:pt x="8454" y="12860"/>
                  </a:lnTo>
                  <a:cubicBezTo>
                    <a:pt x="8527" y="12913"/>
                    <a:pt x="8613" y="12939"/>
                    <a:pt x="8699" y="12939"/>
                  </a:cubicBezTo>
                  <a:cubicBezTo>
                    <a:pt x="8818" y="12939"/>
                    <a:pt x="8936" y="12889"/>
                    <a:pt x="9020" y="12793"/>
                  </a:cubicBezTo>
                  <a:lnTo>
                    <a:pt x="12100" y="9129"/>
                  </a:lnTo>
                  <a:cubicBezTo>
                    <a:pt x="12343" y="8844"/>
                    <a:pt x="12287" y="8415"/>
                    <a:pt x="11981" y="8204"/>
                  </a:cubicBezTo>
                  <a:lnTo>
                    <a:pt x="10321" y="7044"/>
                  </a:lnTo>
                  <a:cubicBezTo>
                    <a:pt x="10293" y="7026"/>
                    <a:pt x="10261" y="7016"/>
                    <a:pt x="10233" y="7012"/>
                  </a:cubicBezTo>
                  <a:lnTo>
                    <a:pt x="8183" y="6713"/>
                  </a:lnTo>
                  <a:cubicBezTo>
                    <a:pt x="8173" y="6712"/>
                    <a:pt x="8164" y="6711"/>
                    <a:pt x="8154" y="6711"/>
                  </a:cubicBezTo>
                  <a:cubicBezTo>
                    <a:pt x="8070" y="6711"/>
                    <a:pt x="7993" y="6765"/>
                    <a:pt x="7961" y="6847"/>
                  </a:cubicBezTo>
                  <a:lnTo>
                    <a:pt x="7898" y="7023"/>
                  </a:lnTo>
                  <a:lnTo>
                    <a:pt x="6854" y="6140"/>
                  </a:lnTo>
                  <a:cubicBezTo>
                    <a:pt x="6818" y="6110"/>
                    <a:pt x="6771" y="6093"/>
                    <a:pt x="6726" y="6093"/>
                  </a:cubicBezTo>
                  <a:cubicBezTo>
                    <a:pt x="6718" y="6093"/>
                    <a:pt x="6710" y="6093"/>
                    <a:pt x="6703" y="6094"/>
                  </a:cubicBezTo>
                  <a:lnTo>
                    <a:pt x="5925" y="6182"/>
                  </a:lnTo>
                  <a:lnTo>
                    <a:pt x="5894" y="5511"/>
                  </a:lnTo>
                  <a:cubicBezTo>
                    <a:pt x="5887" y="5391"/>
                    <a:pt x="5971" y="5289"/>
                    <a:pt x="6087" y="5272"/>
                  </a:cubicBezTo>
                  <a:lnTo>
                    <a:pt x="7476" y="5047"/>
                  </a:lnTo>
                  <a:lnTo>
                    <a:pt x="7494" y="5546"/>
                  </a:lnTo>
                  <a:cubicBezTo>
                    <a:pt x="7497" y="5655"/>
                    <a:pt x="7585" y="5739"/>
                    <a:pt x="7694" y="5739"/>
                  </a:cubicBezTo>
                  <a:lnTo>
                    <a:pt x="7701" y="5739"/>
                  </a:lnTo>
                  <a:cubicBezTo>
                    <a:pt x="7814" y="5736"/>
                    <a:pt x="7902" y="5644"/>
                    <a:pt x="7898" y="5532"/>
                  </a:cubicBezTo>
                  <a:lnTo>
                    <a:pt x="7874" y="4885"/>
                  </a:lnTo>
                  <a:lnTo>
                    <a:pt x="8686" y="3960"/>
                  </a:lnTo>
                  <a:cubicBezTo>
                    <a:pt x="8820" y="3810"/>
                    <a:pt x="8683" y="3623"/>
                    <a:pt x="8532" y="3623"/>
                  </a:cubicBezTo>
                  <a:cubicBezTo>
                    <a:pt x="8481" y="3623"/>
                    <a:pt x="8428" y="3645"/>
                    <a:pt x="8383" y="3696"/>
                  </a:cubicBezTo>
                  <a:lnTo>
                    <a:pt x="7568" y="4625"/>
                  </a:lnTo>
                  <a:lnTo>
                    <a:pt x="6024" y="4874"/>
                  </a:lnTo>
                  <a:cubicBezTo>
                    <a:pt x="5707" y="4923"/>
                    <a:pt x="5479" y="5208"/>
                    <a:pt x="5493" y="5528"/>
                  </a:cubicBezTo>
                  <a:lnTo>
                    <a:pt x="5528" y="6228"/>
                  </a:lnTo>
                  <a:lnTo>
                    <a:pt x="5514" y="6228"/>
                  </a:lnTo>
                  <a:cubicBezTo>
                    <a:pt x="5506" y="6229"/>
                    <a:pt x="5498" y="6229"/>
                    <a:pt x="5490" y="6229"/>
                  </a:cubicBezTo>
                  <a:cubicBezTo>
                    <a:pt x="5428" y="6229"/>
                    <a:pt x="5368" y="6205"/>
                    <a:pt x="5324" y="6161"/>
                  </a:cubicBezTo>
                  <a:lnTo>
                    <a:pt x="3858" y="4649"/>
                  </a:lnTo>
                  <a:cubicBezTo>
                    <a:pt x="3802" y="4593"/>
                    <a:pt x="3780" y="4512"/>
                    <a:pt x="3798" y="4438"/>
                  </a:cubicBezTo>
                  <a:lnTo>
                    <a:pt x="4157" y="2880"/>
                  </a:lnTo>
                  <a:cubicBezTo>
                    <a:pt x="4206" y="2659"/>
                    <a:pt x="4167" y="2430"/>
                    <a:pt x="4048" y="2237"/>
                  </a:cubicBezTo>
                  <a:lnTo>
                    <a:pt x="3714" y="1709"/>
                  </a:lnTo>
                  <a:cubicBezTo>
                    <a:pt x="4034" y="1467"/>
                    <a:pt x="4375" y="1256"/>
                    <a:pt x="4733" y="1076"/>
                  </a:cubicBezTo>
                  <a:lnTo>
                    <a:pt x="5008" y="1509"/>
                  </a:lnTo>
                  <a:cubicBezTo>
                    <a:pt x="5045" y="1569"/>
                    <a:pt x="5110" y="1603"/>
                    <a:pt x="5177" y="1603"/>
                  </a:cubicBezTo>
                  <a:cubicBezTo>
                    <a:pt x="5204" y="1603"/>
                    <a:pt x="5231" y="1597"/>
                    <a:pt x="5257" y="1586"/>
                  </a:cubicBezTo>
                  <a:lnTo>
                    <a:pt x="6207" y="1182"/>
                  </a:lnTo>
                  <a:lnTo>
                    <a:pt x="7107" y="1147"/>
                  </a:lnTo>
                  <a:cubicBezTo>
                    <a:pt x="7109" y="1147"/>
                    <a:pt x="7111" y="1147"/>
                    <a:pt x="7113" y="1147"/>
                  </a:cubicBezTo>
                  <a:cubicBezTo>
                    <a:pt x="7180" y="1147"/>
                    <a:pt x="7233" y="1205"/>
                    <a:pt x="7223" y="1273"/>
                  </a:cubicBezTo>
                  <a:cubicBezTo>
                    <a:pt x="7220" y="1312"/>
                    <a:pt x="7195" y="1344"/>
                    <a:pt x="7160" y="1361"/>
                  </a:cubicBezTo>
                  <a:lnTo>
                    <a:pt x="6369" y="1745"/>
                  </a:lnTo>
                  <a:cubicBezTo>
                    <a:pt x="6224" y="1815"/>
                    <a:pt x="6217" y="2022"/>
                    <a:pt x="6358" y="2100"/>
                  </a:cubicBezTo>
                  <a:lnTo>
                    <a:pt x="7624" y="2828"/>
                  </a:lnTo>
                  <a:cubicBezTo>
                    <a:pt x="7656" y="2847"/>
                    <a:pt x="7690" y="2856"/>
                    <a:pt x="7724" y="2856"/>
                  </a:cubicBezTo>
                  <a:cubicBezTo>
                    <a:pt x="7804" y="2856"/>
                    <a:pt x="7880" y="2808"/>
                    <a:pt x="7912" y="2729"/>
                  </a:cubicBezTo>
                  <a:lnTo>
                    <a:pt x="8229" y="1927"/>
                  </a:lnTo>
                  <a:lnTo>
                    <a:pt x="9628" y="2800"/>
                  </a:lnTo>
                  <a:cubicBezTo>
                    <a:pt x="9635" y="2807"/>
                    <a:pt x="9635" y="2821"/>
                    <a:pt x="9625" y="2824"/>
                  </a:cubicBezTo>
                  <a:lnTo>
                    <a:pt x="9009" y="3028"/>
                  </a:lnTo>
                  <a:cubicBezTo>
                    <a:pt x="8778" y="3104"/>
                    <a:pt x="8858" y="3423"/>
                    <a:pt x="9064" y="3423"/>
                  </a:cubicBezTo>
                  <a:cubicBezTo>
                    <a:pt x="9087" y="3423"/>
                    <a:pt x="9111" y="3420"/>
                    <a:pt x="9136" y="3411"/>
                  </a:cubicBezTo>
                  <a:lnTo>
                    <a:pt x="9751" y="3207"/>
                  </a:lnTo>
                  <a:cubicBezTo>
                    <a:pt x="10085" y="3095"/>
                    <a:pt x="10138" y="2641"/>
                    <a:pt x="9839" y="2455"/>
                  </a:cubicBezTo>
                  <a:lnTo>
                    <a:pt x="8236" y="1460"/>
                  </a:lnTo>
                  <a:cubicBezTo>
                    <a:pt x="8201" y="1439"/>
                    <a:pt x="8164" y="1429"/>
                    <a:pt x="8127" y="1429"/>
                  </a:cubicBezTo>
                  <a:cubicBezTo>
                    <a:pt x="8047" y="1429"/>
                    <a:pt x="7972" y="1475"/>
                    <a:pt x="7940" y="1555"/>
                  </a:cubicBezTo>
                  <a:lnTo>
                    <a:pt x="7624" y="2363"/>
                  </a:lnTo>
                  <a:lnTo>
                    <a:pt x="6889" y="1942"/>
                  </a:lnTo>
                  <a:lnTo>
                    <a:pt x="7336" y="1723"/>
                  </a:lnTo>
                  <a:cubicBezTo>
                    <a:pt x="7557" y="1618"/>
                    <a:pt x="7670" y="1372"/>
                    <a:pt x="7610" y="1133"/>
                  </a:cubicBezTo>
                  <a:cubicBezTo>
                    <a:pt x="7552" y="904"/>
                    <a:pt x="7345" y="742"/>
                    <a:pt x="7111" y="742"/>
                  </a:cubicBezTo>
                  <a:cubicBezTo>
                    <a:pt x="7104" y="742"/>
                    <a:pt x="7097" y="742"/>
                    <a:pt x="7089" y="742"/>
                  </a:cubicBezTo>
                  <a:lnTo>
                    <a:pt x="6154" y="781"/>
                  </a:lnTo>
                  <a:cubicBezTo>
                    <a:pt x="6129" y="785"/>
                    <a:pt x="6105" y="788"/>
                    <a:pt x="6084" y="799"/>
                  </a:cubicBezTo>
                  <a:lnTo>
                    <a:pt x="5257" y="1150"/>
                  </a:lnTo>
                  <a:lnTo>
                    <a:pt x="5103" y="908"/>
                  </a:lnTo>
                  <a:cubicBezTo>
                    <a:pt x="5919" y="564"/>
                    <a:pt x="6771" y="399"/>
                    <a:pt x="7614" y="399"/>
                  </a:cubicBezTo>
                  <a:close/>
                  <a:moveTo>
                    <a:pt x="7612" y="0"/>
                  </a:moveTo>
                  <a:cubicBezTo>
                    <a:pt x="6288" y="0"/>
                    <a:pt x="4956" y="382"/>
                    <a:pt x="3791" y="1161"/>
                  </a:cubicBezTo>
                  <a:cubicBezTo>
                    <a:pt x="1059" y="2986"/>
                    <a:pt x="0" y="6485"/>
                    <a:pt x="1256" y="9519"/>
                  </a:cubicBezTo>
                  <a:cubicBezTo>
                    <a:pt x="2338" y="12129"/>
                    <a:pt x="4874" y="13771"/>
                    <a:pt x="7611" y="13771"/>
                  </a:cubicBezTo>
                  <a:cubicBezTo>
                    <a:pt x="8057" y="13771"/>
                    <a:pt x="8509" y="13727"/>
                    <a:pt x="8960" y="13637"/>
                  </a:cubicBezTo>
                  <a:cubicBezTo>
                    <a:pt x="12181" y="12997"/>
                    <a:pt x="14502" y="10170"/>
                    <a:pt x="14502" y="6886"/>
                  </a:cubicBezTo>
                  <a:cubicBezTo>
                    <a:pt x="14506" y="5057"/>
                    <a:pt x="13781" y="3306"/>
                    <a:pt x="12484" y="2019"/>
                  </a:cubicBezTo>
                  <a:cubicBezTo>
                    <a:pt x="11154" y="687"/>
                    <a:pt x="9390" y="0"/>
                    <a:pt x="76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88" name="Google Shape;21288;p90"/>
          <p:cNvGrpSpPr/>
          <p:nvPr/>
        </p:nvGrpSpPr>
        <p:grpSpPr>
          <a:xfrm>
            <a:off x="6316123" y="1994654"/>
            <a:ext cx="380579" cy="307709"/>
            <a:chOff x="6316123" y="1994654"/>
            <a:chExt cx="380579" cy="307709"/>
          </a:xfrm>
        </p:grpSpPr>
        <p:sp>
          <p:nvSpPr>
            <p:cNvPr id="21289" name="Google Shape;21289;p90"/>
            <p:cNvSpPr/>
            <p:nvPr/>
          </p:nvSpPr>
          <p:spPr>
            <a:xfrm>
              <a:off x="6577252" y="2124982"/>
              <a:ext cx="58454" cy="171771"/>
            </a:xfrm>
            <a:custGeom>
              <a:rect b="b" l="l" r="r" t="t"/>
              <a:pathLst>
                <a:path extrusionOk="0" h="6553" w="2230">
                  <a:moveTo>
                    <a:pt x="2170" y="1"/>
                  </a:moveTo>
                  <a:lnTo>
                    <a:pt x="419" y="451"/>
                  </a:lnTo>
                  <a:cubicBezTo>
                    <a:pt x="419" y="451"/>
                    <a:pt x="1379" y="2557"/>
                    <a:pt x="1323" y="3391"/>
                  </a:cubicBezTo>
                  <a:cubicBezTo>
                    <a:pt x="1249" y="4520"/>
                    <a:pt x="648" y="5877"/>
                    <a:pt x="648" y="5877"/>
                  </a:cubicBezTo>
                  <a:lnTo>
                    <a:pt x="521" y="5877"/>
                  </a:lnTo>
                  <a:cubicBezTo>
                    <a:pt x="328" y="5877"/>
                    <a:pt x="155" y="6000"/>
                    <a:pt x="92" y="6183"/>
                  </a:cubicBezTo>
                  <a:lnTo>
                    <a:pt x="29" y="6376"/>
                  </a:lnTo>
                  <a:cubicBezTo>
                    <a:pt x="0" y="6464"/>
                    <a:pt x="64" y="6552"/>
                    <a:pt x="155" y="6552"/>
                  </a:cubicBezTo>
                  <a:lnTo>
                    <a:pt x="1010" y="6552"/>
                  </a:lnTo>
                  <a:cubicBezTo>
                    <a:pt x="1062" y="6552"/>
                    <a:pt x="1112" y="6520"/>
                    <a:pt x="1133" y="6468"/>
                  </a:cubicBezTo>
                  <a:lnTo>
                    <a:pt x="2230" y="3841"/>
                  </a:lnTo>
                  <a:lnTo>
                    <a:pt x="2170"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0" name="Google Shape;21290;p90"/>
            <p:cNvSpPr/>
            <p:nvPr/>
          </p:nvSpPr>
          <p:spPr>
            <a:xfrm>
              <a:off x="6483149" y="2154576"/>
              <a:ext cx="51639" cy="142177"/>
            </a:xfrm>
            <a:custGeom>
              <a:rect b="b" l="l" r="r" t="t"/>
              <a:pathLst>
                <a:path extrusionOk="0" h="5424" w="1970">
                  <a:moveTo>
                    <a:pt x="1016" y="1"/>
                  </a:moveTo>
                  <a:lnTo>
                    <a:pt x="0" y="113"/>
                  </a:lnTo>
                  <a:cubicBezTo>
                    <a:pt x="746" y="1949"/>
                    <a:pt x="1298" y="4748"/>
                    <a:pt x="1298" y="4748"/>
                  </a:cubicBezTo>
                  <a:lnTo>
                    <a:pt x="1171" y="4748"/>
                  </a:lnTo>
                  <a:cubicBezTo>
                    <a:pt x="978" y="4748"/>
                    <a:pt x="805" y="4871"/>
                    <a:pt x="742" y="5057"/>
                  </a:cubicBezTo>
                  <a:lnTo>
                    <a:pt x="679" y="5247"/>
                  </a:lnTo>
                  <a:cubicBezTo>
                    <a:pt x="651" y="5335"/>
                    <a:pt x="718" y="5423"/>
                    <a:pt x="809" y="5423"/>
                  </a:cubicBezTo>
                  <a:lnTo>
                    <a:pt x="1832" y="5423"/>
                  </a:lnTo>
                  <a:cubicBezTo>
                    <a:pt x="1910" y="5423"/>
                    <a:pt x="1969" y="5356"/>
                    <a:pt x="1966" y="5279"/>
                  </a:cubicBezTo>
                  <a:lnTo>
                    <a:pt x="1751" y="2670"/>
                  </a:lnTo>
                  <a:lnTo>
                    <a:pt x="1016"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1" name="Google Shape;21291;p90"/>
            <p:cNvSpPr/>
            <p:nvPr/>
          </p:nvSpPr>
          <p:spPr>
            <a:xfrm>
              <a:off x="6321654" y="2000551"/>
              <a:ext cx="355442" cy="296280"/>
            </a:xfrm>
            <a:custGeom>
              <a:rect b="b" l="l" r="r" t="t"/>
              <a:pathLst>
                <a:path extrusionOk="0" h="11303" w="13560">
                  <a:moveTo>
                    <a:pt x="2093" y="1"/>
                  </a:moveTo>
                  <a:cubicBezTo>
                    <a:pt x="1910" y="1"/>
                    <a:pt x="1737" y="71"/>
                    <a:pt x="1611" y="201"/>
                  </a:cubicBezTo>
                  <a:lnTo>
                    <a:pt x="1358" y="454"/>
                  </a:lnTo>
                  <a:lnTo>
                    <a:pt x="567" y="585"/>
                  </a:lnTo>
                  <a:cubicBezTo>
                    <a:pt x="239" y="641"/>
                    <a:pt x="0" y="922"/>
                    <a:pt x="0" y="1256"/>
                  </a:cubicBezTo>
                  <a:lnTo>
                    <a:pt x="0" y="1358"/>
                  </a:lnTo>
                  <a:cubicBezTo>
                    <a:pt x="0" y="1481"/>
                    <a:pt x="102" y="1583"/>
                    <a:pt x="229" y="1583"/>
                  </a:cubicBezTo>
                  <a:lnTo>
                    <a:pt x="2019" y="1583"/>
                  </a:lnTo>
                  <a:lnTo>
                    <a:pt x="2019" y="3542"/>
                  </a:lnTo>
                  <a:cubicBezTo>
                    <a:pt x="2019" y="4804"/>
                    <a:pt x="3285" y="5979"/>
                    <a:pt x="5194" y="5979"/>
                  </a:cubicBezTo>
                  <a:cubicBezTo>
                    <a:pt x="5321" y="5979"/>
                    <a:pt x="5426" y="6081"/>
                    <a:pt x="5426" y="6207"/>
                  </a:cubicBezTo>
                  <a:lnTo>
                    <a:pt x="5426" y="10624"/>
                  </a:lnTo>
                  <a:lnTo>
                    <a:pt x="5300" y="10624"/>
                  </a:lnTo>
                  <a:cubicBezTo>
                    <a:pt x="5106" y="10624"/>
                    <a:pt x="4934" y="10747"/>
                    <a:pt x="4871" y="10930"/>
                  </a:cubicBezTo>
                  <a:lnTo>
                    <a:pt x="4843" y="11018"/>
                  </a:lnTo>
                  <a:cubicBezTo>
                    <a:pt x="4797" y="11158"/>
                    <a:pt x="4899" y="11303"/>
                    <a:pt x="5046" y="11303"/>
                  </a:cubicBezTo>
                  <a:lnTo>
                    <a:pt x="5904" y="11303"/>
                  </a:lnTo>
                  <a:cubicBezTo>
                    <a:pt x="6017" y="11303"/>
                    <a:pt x="6112" y="11215"/>
                    <a:pt x="6119" y="11102"/>
                  </a:cubicBezTo>
                  <a:lnTo>
                    <a:pt x="6457" y="6380"/>
                  </a:lnTo>
                  <a:cubicBezTo>
                    <a:pt x="7638" y="6366"/>
                    <a:pt x="9692" y="6109"/>
                    <a:pt x="11088" y="5131"/>
                  </a:cubicBezTo>
                  <a:lnTo>
                    <a:pt x="11204" y="5669"/>
                  </a:lnTo>
                  <a:cubicBezTo>
                    <a:pt x="11267" y="5958"/>
                    <a:pt x="11373" y="6235"/>
                    <a:pt x="11517" y="6496"/>
                  </a:cubicBezTo>
                  <a:lnTo>
                    <a:pt x="12660" y="8591"/>
                  </a:lnTo>
                  <a:lnTo>
                    <a:pt x="12660" y="10624"/>
                  </a:lnTo>
                  <a:lnTo>
                    <a:pt x="12533" y="10624"/>
                  </a:lnTo>
                  <a:cubicBezTo>
                    <a:pt x="12336" y="10624"/>
                    <a:pt x="12164" y="10747"/>
                    <a:pt x="12104" y="10930"/>
                  </a:cubicBezTo>
                  <a:lnTo>
                    <a:pt x="12076" y="11018"/>
                  </a:lnTo>
                  <a:cubicBezTo>
                    <a:pt x="12027" y="11158"/>
                    <a:pt x="12132" y="11303"/>
                    <a:pt x="12280" y="11303"/>
                  </a:cubicBezTo>
                  <a:lnTo>
                    <a:pt x="13134" y="11303"/>
                  </a:lnTo>
                  <a:cubicBezTo>
                    <a:pt x="13247" y="11303"/>
                    <a:pt x="13342" y="11215"/>
                    <a:pt x="13349" y="11102"/>
                  </a:cubicBezTo>
                  <a:lnTo>
                    <a:pt x="13553" y="8060"/>
                  </a:lnTo>
                  <a:cubicBezTo>
                    <a:pt x="13560" y="7966"/>
                    <a:pt x="13532" y="7867"/>
                    <a:pt x="13479" y="7786"/>
                  </a:cubicBezTo>
                  <a:lnTo>
                    <a:pt x="13261" y="7463"/>
                  </a:lnTo>
                  <a:cubicBezTo>
                    <a:pt x="13162" y="7311"/>
                    <a:pt x="13110" y="7139"/>
                    <a:pt x="13110" y="6960"/>
                  </a:cubicBezTo>
                  <a:lnTo>
                    <a:pt x="13110" y="4523"/>
                  </a:lnTo>
                  <a:cubicBezTo>
                    <a:pt x="13110" y="4372"/>
                    <a:pt x="13099" y="4221"/>
                    <a:pt x="13075" y="4069"/>
                  </a:cubicBezTo>
                  <a:cubicBezTo>
                    <a:pt x="12916" y="3050"/>
                    <a:pt x="12231" y="2438"/>
                    <a:pt x="11566" y="1952"/>
                  </a:cubicBezTo>
                  <a:cubicBezTo>
                    <a:pt x="10550" y="1207"/>
                    <a:pt x="10377" y="416"/>
                    <a:pt x="9625" y="416"/>
                  </a:cubicBezTo>
                  <a:cubicBezTo>
                    <a:pt x="8914" y="416"/>
                    <a:pt x="9201" y="1284"/>
                    <a:pt x="8345" y="1284"/>
                  </a:cubicBezTo>
                  <a:cubicBezTo>
                    <a:pt x="8341" y="1284"/>
                    <a:pt x="8338" y="1284"/>
                    <a:pt x="8334" y="1284"/>
                  </a:cubicBezTo>
                  <a:cubicBezTo>
                    <a:pt x="7642" y="1275"/>
                    <a:pt x="7717" y="328"/>
                    <a:pt x="7133" y="328"/>
                  </a:cubicBezTo>
                  <a:cubicBezTo>
                    <a:pt x="7073" y="328"/>
                    <a:pt x="7006" y="338"/>
                    <a:pt x="6931" y="359"/>
                  </a:cubicBezTo>
                  <a:cubicBezTo>
                    <a:pt x="6256" y="556"/>
                    <a:pt x="5947" y="2543"/>
                    <a:pt x="5257" y="3447"/>
                  </a:cubicBezTo>
                  <a:cubicBezTo>
                    <a:pt x="5078" y="3682"/>
                    <a:pt x="4691" y="4069"/>
                    <a:pt x="4188" y="4069"/>
                  </a:cubicBezTo>
                  <a:lnTo>
                    <a:pt x="4069" y="4069"/>
                  </a:lnTo>
                  <a:cubicBezTo>
                    <a:pt x="3570" y="4069"/>
                    <a:pt x="3165" y="3665"/>
                    <a:pt x="3165" y="3166"/>
                  </a:cubicBezTo>
                  <a:lnTo>
                    <a:pt x="3165" y="1"/>
                  </a:ln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2" name="Google Shape;21292;p90"/>
            <p:cNvSpPr/>
            <p:nvPr/>
          </p:nvSpPr>
          <p:spPr>
            <a:xfrm>
              <a:off x="6390042" y="2000289"/>
              <a:ext cx="25557" cy="18952"/>
            </a:xfrm>
            <a:custGeom>
              <a:rect b="b" l="l" r="r" t="t"/>
              <a:pathLst>
                <a:path extrusionOk="0" h="723" w="975">
                  <a:moveTo>
                    <a:pt x="465" y="0"/>
                  </a:moveTo>
                  <a:cubicBezTo>
                    <a:pt x="370" y="0"/>
                    <a:pt x="262" y="19"/>
                    <a:pt x="141" y="67"/>
                  </a:cubicBezTo>
                  <a:cubicBezTo>
                    <a:pt x="39" y="113"/>
                    <a:pt x="1" y="239"/>
                    <a:pt x="64" y="331"/>
                  </a:cubicBezTo>
                  <a:lnTo>
                    <a:pt x="261" y="640"/>
                  </a:lnTo>
                  <a:cubicBezTo>
                    <a:pt x="296" y="694"/>
                    <a:pt x="354" y="722"/>
                    <a:pt x="413" y="722"/>
                  </a:cubicBezTo>
                  <a:cubicBezTo>
                    <a:pt x="455" y="722"/>
                    <a:pt x="497" y="708"/>
                    <a:pt x="532" y="679"/>
                  </a:cubicBezTo>
                  <a:lnTo>
                    <a:pt x="918" y="359"/>
                  </a:lnTo>
                  <a:cubicBezTo>
                    <a:pt x="971" y="313"/>
                    <a:pt x="975" y="229"/>
                    <a:pt x="922" y="183"/>
                  </a:cubicBezTo>
                  <a:cubicBezTo>
                    <a:pt x="836" y="102"/>
                    <a:pt x="685" y="0"/>
                    <a:pt x="465"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3" name="Google Shape;21293;p90"/>
            <p:cNvSpPr/>
            <p:nvPr/>
          </p:nvSpPr>
          <p:spPr>
            <a:xfrm>
              <a:off x="6374551" y="2042046"/>
              <a:ext cx="89358" cy="118638"/>
            </a:xfrm>
            <a:custGeom>
              <a:rect b="b" l="l" r="r" t="t"/>
              <a:pathLst>
                <a:path extrusionOk="0" h="4526" w="3409">
                  <a:moveTo>
                    <a:pt x="1" y="0"/>
                  </a:moveTo>
                  <a:lnTo>
                    <a:pt x="1" y="1959"/>
                  </a:lnTo>
                  <a:cubicBezTo>
                    <a:pt x="1" y="3221"/>
                    <a:pt x="1267" y="4396"/>
                    <a:pt x="3176" y="4396"/>
                  </a:cubicBezTo>
                  <a:cubicBezTo>
                    <a:pt x="3264" y="4396"/>
                    <a:pt x="3345" y="4448"/>
                    <a:pt x="3384" y="4526"/>
                  </a:cubicBezTo>
                  <a:lnTo>
                    <a:pt x="3408" y="4519"/>
                  </a:lnTo>
                  <a:lnTo>
                    <a:pt x="3408" y="4294"/>
                  </a:lnTo>
                  <a:cubicBezTo>
                    <a:pt x="3408" y="3920"/>
                    <a:pt x="3106" y="3619"/>
                    <a:pt x="2736" y="3619"/>
                  </a:cubicBezTo>
                  <a:cubicBezTo>
                    <a:pt x="2734" y="3619"/>
                    <a:pt x="2732" y="3619"/>
                    <a:pt x="2730" y="3619"/>
                  </a:cubicBezTo>
                  <a:cubicBezTo>
                    <a:pt x="1608" y="3619"/>
                    <a:pt x="697" y="2708"/>
                    <a:pt x="697" y="1583"/>
                  </a:cubicBezTo>
                  <a:lnTo>
                    <a:pt x="697" y="679"/>
                  </a:lnTo>
                  <a:cubicBezTo>
                    <a:pt x="697" y="306"/>
                    <a:pt x="391" y="0"/>
                    <a:pt x="18"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4" name="Google Shape;21294;p90"/>
            <p:cNvSpPr/>
            <p:nvPr/>
          </p:nvSpPr>
          <p:spPr>
            <a:xfrm>
              <a:off x="6321654" y="2014759"/>
              <a:ext cx="23722" cy="27313"/>
            </a:xfrm>
            <a:custGeom>
              <a:rect b="b" l="l" r="r" t="t"/>
              <a:pathLst>
                <a:path extrusionOk="0" h="1042" w="905">
                  <a:moveTo>
                    <a:pt x="827" y="0"/>
                  </a:moveTo>
                  <a:lnTo>
                    <a:pt x="567" y="43"/>
                  </a:lnTo>
                  <a:cubicBezTo>
                    <a:pt x="239" y="99"/>
                    <a:pt x="0" y="380"/>
                    <a:pt x="0" y="714"/>
                  </a:cubicBezTo>
                  <a:lnTo>
                    <a:pt x="0" y="816"/>
                  </a:lnTo>
                  <a:cubicBezTo>
                    <a:pt x="0" y="939"/>
                    <a:pt x="102" y="1041"/>
                    <a:pt x="229" y="1041"/>
                  </a:cubicBezTo>
                  <a:lnTo>
                    <a:pt x="781" y="1041"/>
                  </a:lnTo>
                  <a:cubicBezTo>
                    <a:pt x="862" y="904"/>
                    <a:pt x="904" y="749"/>
                    <a:pt x="904" y="591"/>
                  </a:cubicBezTo>
                  <a:lnTo>
                    <a:pt x="904" y="363"/>
                  </a:lnTo>
                  <a:cubicBezTo>
                    <a:pt x="904" y="239"/>
                    <a:pt x="879" y="113"/>
                    <a:pt x="82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5" name="Google Shape;21295;p90"/>
            <p:cNvSpPr/>
            <p:nvPr/>
          </p:nvSpPr>
          <p:spPr>
            <a:xfrm>
              <a:off x="6490882" y="2125428"/>
              <a:ext cx="121416" cy="42359"/>
            </a:xfrm>
            <a:custGeom>
              <a:rect b="b" l="l" r="r" t="t"/>
              <a:pathLst>
                <a:path extrusionOk="0" h="1616" w="4632">
                  <a:moveTo>
                    <a:pt x="4277" y="0"/>
                  </a:moveTo>
                  <a:cubicBezTo>
                    <a:pt x="4236" y="0"/>
                    <a:pt x="4195" y="7"/>
                    <a:pt x="4153" y="23"/>
                  </a:cubicBezTo>
                  <a:cubicBezTo>
                    <a:pt x="2968" y="438"/>
                    <a:pt x="1470" y="582"/>
                    <a:pt x="634" y="635"/>
                  </a:cubicBezTo>
                  <a:cubicBezTo>
                    <a:pt x="278" y="659"/>
                    <a:pt x="1" y="955"/>
                    <a:pt x="1" y="1310"/>
                  </a:cubicBezTo>
                  <a:lnTo>
                    <a:pt x="1" y="1616"/>
                  </a:lnTo>
                  <a:cubicBezTo>
                    <a:pt x="1182" y="1602"/>
                    <a:pt x="3236" y="1345"/>
                    <a:pt x="4632" y="367"/>
                  </a:cubicBezTo>
                  <a:lnTo>
                    <a:pt x="4628" y="318"/>
                  </a:lnTo>
                  <a:cubicBezTo>
                    <a:pt x="4611" y="133"/>
                    <a:pt x="4453" y="0"/>
                    <a:pt x="427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6" name="Google Shape;21296;p90"/>
            <p:cNvSpPr/>
            <p:nvPr/>
          </p:nvSpPr>
          <p:spPr>
            <a:xfrm>
              <a:off x="6365979" y="2013369"/>
              <a:ext cx="15334" cy="11088"/>
            </a:xfrm>
            <a:custGeom>
              <a:rect b="b" l="l" r="r" t="t"/>
              <a:pathLst>
                <a:path extrusionOk="0" h="423" w="585">
                  <a:moveTo>
                    <a:pt x="282" y="1"/>
                  </a:moveTo>
                  <a:cubicBezTo>
                    <a:pt x="1" y="1"/>
                    <a:pt x="1" y="423"/>
                    <a:pt x="282" y="423"/>
                  </a:cubicBezTo>
                  <a:lnTo>
                    <a:pt x="374" y="423"/>
                  </a:lnTo>
                  <a:cubicBezTo>
                    <a:pt x="490" y="423"/>
                    <a:pt x="585" y="328"/>
                    <a:pt x="585" y="212"/>
                  </a:cubicBezTo>
                  <a:cubicBezTo>
                    <a:pt x="585" y="96"/>
                    <a:pt x="490" y="1"/>
                    <a:pt x="3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7" name="Google Shape;21297;p90"/>
            <p:cNvSpPr/>
            <p:nvPr/>
          </p:nvSpPr>
          <p:spPr>
            <a:xfrm>
              <a:off x="6316123" y="1994654"/>
              <a:ext cx="380579" cy="307709"/>
            </a:xfrm>
            <a:custGeom>
              <a:rect b="b" l="l" r="r" t="t"/>
              <a:pathLst>
                <a:path extrusionOk="0" h="11739" w="14519">
                  <a:moveTo>
                    <a:pt x="7367" y="6735"/>
                  </a:moveTo>
                  <a:lnTo>
                    <a:pt x="7912" y="8809"/>
                  </a:lnTo>
                  <a:lnTo>
                    <a:pt x="8120" y="11313"/>
                  </a:lnTo>
                  <a:lnTo>
                    <a:pt x="7283" y="11313"/>
                  </a:lnTo>
                  <a:lnTo>
                    <a:pt x="7315" y="11225"/>
                  </a:lnTo>
                  <a:cubicBezTo>
                    <a:pt x="7346" y="11127"/>
                    <a:pt x="7438" y="11060"/>
                    <a:pt x="7543" y="11060"/>
                  </a:cubicBezTo>
                  <a:lnTo>
                    <a:pt x="7666" y="11060"/>
                  </a:lnTo>
                  <a:cubicBezTo>
                    <a:pt x="7796" y="11060"/>
                    <a:pt x="7895" y="10947"/>
                    <a:pt x="7877" y="10821"/>
                  </a:cubicBezTo>
                  <a:cubicBezTo>
                    <a:pt x="7867" y="10736"/>
                    <a:pt x="7599" y="8774"/>
                    <a:pt x="6850" y="6939"/>
                  </a:cubicBezTo>
                  <a:lnTo>
                    <a:pt x="6864" y="6745"/>
                  </a:lnTo>
                  <a:cubicBezTo>
                    <a:pt x="7037" y="6745"/>
                    <a:pt x="7202" y="6742"/>
                    <a:pt x="7367" y="6735"/>
                  </a:cubicBezTo>
                  <a:close/>
                  <a:moveTo>
                    <a:pt x="11137" y="5620"/>
                  </a:moveTo>
                  <a:lnTo>
                    <a:pt x="11207" y="5936"/>
                  </a:lnTo>
                  <a:cubicBezTo>
                    <a:pt x="11278" y="6246"/>
                    <a:pt x="11387" y="6545"/>
                    <a:pt x="11538" y="6823"/>
                  </a:cubicBezTo>
                  <a:lnTo>
                    <a:pt x="11925" y="7526"/>
                  </a:lnTo>
                  <a:lnTo>
                    <a:pt x="11977" y="8778"/>
                  </a:lnTo>
                  <a:lnTo>
                    <a:pt x="10919" y="11313"/>
                  </a:lnTo>
                  <a:lnTo>
                    <a:pt x="10223" y="11313"/>
                  </a:lnTo>
                  <a:lnTo>
                    <a:pt x="10254" y="11225"/>
                  </a:lnTo>
                  <a:cubicBezTo>
                    <a:pt x="10286" y="11127"/>
                    <a:pt x="10377" y="11060"/>
                    <a:pt x="10483" y="11060"/>
                  </a:cubicBezTo>
                  <a:lnTo>
                    <a:pt x="10610" y="11060"/>
                  </a:lnTo>
                  <a:cubicBezTo>
                    <a:pt x="10694" y="11060"/>
                    <a:pt x="10768" y="11011"/>
                    <a:pt x="10803" y="10933"/>
                  </a:cubicBezTo>
                  <a:cubicBezTo>
                    <a:pt x="10828" y="10877"/>
                    <a:pt x="11418" y="9527"/>
                    <a:pt x="11499" y="8377"/>
                  </a:cubicBezTo>
                  <a:cubicBezTo>
                    <a:pt x="11524" y="8004"/>
                    <a:pt x="11404" y="7438"/>
                    <a:pt x="11148" y="6696"/>
                  </a:cubicBezTo>
                  <a:cubicBezTo>
                    <a:pt x="11014" y="6316"/>
                    <a:pt x="10880" y="5989"/>
                    <a:pt x="10810" y="5824"/>
                  </a:cubicBezTo>
                  <a:cubicBezTo>
                    <a:pt x="10940" y="5750"/>
                    <a:pt x="11049" y="5680"/>
                    <a:pt x="11137" y="5620"/>
                  </a:cubicBezTo>
                  <a:close/>
                  <a:moveTo>
                    <a:pt x="3285" y="1"/>
                  </a:moveTo>
                  <a:cubicBezTo>
                    <a:pt x="3235" y="1"/>
                    <a:pt x="3182" y="5"/>
                    <a:pt x="3127" y="15"/>
                  </a:cubicBezTo>
                  <a:lnTo>
                    <a:pt x="2304" y="15"/>
                  </a:lnTo>
                  <a:cubicBezTo>
                    <a:pt x="2065" y="15"/>
                    <a:pt x="1839" y="110"/>
                    <a:pt x="1674" y="275"/>
                  </a:cubicBezTo>
                  <a:lnTo>
                    <a:pt x="1467" y="482"/>
                  </a:lnTo>
                  <a:lnTo>
                    <a:pt x="746" y="602"/>
                  </a:lnTo>
                  <a:cubicBezTo>
                    <a:pt x="313" y="672"/>
                    <a:pt x="0" y="1045"/>
                    <a:pt x="0" y="1481"/>
                  </a:cubicBezTo>
                  <a:lnTo>
                    <a:pt x="0" y="1583"/>
                  </a:lnTo>
                  <a:cubicBezTo>
                    <a:pt x="0" y="1826"/>
                    <a:pt x="197" y="2023"/>
                    <a:pt x="440" y="2023"/>
                  </a:cubicBezTo>
                  <a:lnTo>
                    <a:pt x="2019" y="2023"/>
                  </a:lnTo>
                  <a:lnTo>
                    <a:pt x="2019" y="3767"/>
                  </a:lnTo>
                  <a:cubicBezTo>
                    <a:pt x="2019" y="4453"/>
                    <a:pt x="2363" y="5131"/>
                    <a:pt x="2968" y="5624"/>
                  </a:cubicBezTo>
                  <a:cubicBezTo>
                    <a:pt x="3598" y="6133"/>
                    <a:pt x="4463" y="6415"/>
                    <a:pt x="5409" y="6418"/>
                  </a:cubicBezTo>
                  <a:cubicBezTo>
                    <a:pt x="5416" y="6418"/>
                    <a:pt x="5426" y="6422"/>
                    <a:pt x="5426" y="6432"/>
                  </a:cubicBezTo>
                  <a:lnTo>
                    <a:pt x="5426" y="10641"/>
                  </a:lnTo>
                  <a:cubicBezTo>
                    <a:pt x="5173" y="10673"/>
                    <a:pt x="4962" y="10849"/>
                    <a:pt x="4881" y="11088"/>
                  </a:cubicBezTo>
                  <a:lnTo>
                    <a:pt x="4758" y="11457"/>
                  </a:lnTo>
                  <a:cubicBezTo>
                    <a:pt x="4712" y="11594"/>
                    <a:pt x="4814" y="11735"/>
                    <a:pt x="4959" y="11735"/>
                  </a:cubicBezTo>
                  <a:lnTo>
                    <a:pt x="6316" y="11735"/>
                  </a:lnTo>
                  <a:cubicBezTo>
                    <a:pt x="6428" y="11735"/>
                    <a:pt x="6520" y="11651"/>
                    <a:pt x="6527" y="11538"/>
                  </a:cubicBezTo>
                  <a:lnTo>
                    <a:pt x="6784" y="7972"/>
                  </a:lnTo>
                  <a:cubicBezTo>
                    <a:pt x="7061" y="8845"/>
                    <a:pt x="7276" y="9738"/>
                    <a:pt x="7427" y="10645"/>
                  </a:cubicBezTo>
                  <a:cubicBezTo>
                    <a:pt x="7188" y="10687"/>
                    <a:pt x="6991" y="10859"/>
                    <a:pt x="6917" y="11088"/>
                  </a:cubicBezTo>
                  <a:lnTo>
                    <a:pt x="6794" y="11457"/>
                  </a:lnTo>
                  <a:cubicBezTo>
                    <a:pt x="6748" y="11594"/>
                    <a:pt x="6850" y="11735"/>
                    <a:pt x="6995" y="11735"/>
                  </a:cubicBezTo>
                  <a:lnTo>
                    <a:pt x="8348" y="11735"/>
                  </a:lnTo>
                  <a:cubicBezTo>
                    <a:pt x="8472" y="11735"/>
                    <a:pt x="8570" y="11630"/>
                    <a:pt x="8559" y="11507"/>
                  </a:cubicBezTo>
                  <a:lnTo>
                    <a:pt x="8334" y="8753"/>
                  </a:lnTo>
                  <a:cubicBezTo>
                    <a:pt x="8334" y="8739"/>
                    <a:pt x="8331" y="8729"/>
                    <a:pt x="8327" y="8718"/>
                  </a:cubicBezTo>
                  <a:lnTo>
                    <a:pt x="7800" y="6700"/>
                  </a:lnTo>
                  <a:cubicBezTo>
                    <a:pt x="8341" y="6650"/>
                    <a:pt x="8876" y="6552"/>
                    <a:pt x="9396" y="6404"/>
                  </a:cubicBezTo>
                  <a:cubicBezTo>
                    <a:pt x="9639" y="6327"/>
                    <a:pt x="9563" y="5988"/>
                    <a:pt x="9342" y="5988"/>
                  </a:cubicBezTo>
                  <a:cubicBezTo>
                    <a:pt x="9323" y="5988"/>
                    <a:pt x="9302" y="5991"/>
                    <a:pt x="9280" y="5996"/>
                  </a:cubicBezTo>
                  <a:cubicBezTo>
                    <a:pt x="8519" y="6211"/>
                    <a:pt x="7730" y="6320"/>
                    <a:pt x="6937" y="6320"/>
                  </a:cubicBezTo>
                  <a:cubicBezTo>
                    <a:pt x="6925" y="6320"/>
                    <a:pt x="6912" y="6320"/>
                    <a:pt x="6900" y="6320"/>
                  </a:cubicBezTo>
                  <a:lnTo>
                    <a:pt x="6942" y="5747"/>
                  </a:lnTo>
                  <a:cubicBezTo>
                    <a:pt x="6951" y="5598"/>
                    <a:pt x="6838" y="5519"/>
                    <a:pt x="6726" y="5519"/>
                  </a:cubicBezTo>
                  <a:cubicBezTo>
                    <a:pt x="6627" y="5519"/>
                    <a:pt x="6528" y="5582"/>
                    <a:pt x="6520" y="5715"/>
                  </a:cubicBezTo>
                  <a:lnTo>
                    <a:pt x="6119" y="11313"/>
                  </a:lnTo>
                  <a:lnTo>
                    <a:pt x="5254" y="11313"/>
                  </a:lnTo>
                  <a:lnTo>
                    <a:pt x="5282" y="11222"/>
                  </a:lnTo>
                  <a:cubicBezTo>
                    <a:pt x="5316" y="11126"/>
                    <a:pt x="5404" y="11060"/>
                    <a:pt x="5503" y="11060"/>
                  </a:cubicBezTo>
                  <a:cubicBezTo>
                    <a:pt x="5506" y="11060"/>
                    <a:pt x="5508" y="11060"/>
                    <a:pt x="5511" y="11060"/>
                  </a:cubicBezTo>
                  <a:lnTo>
                    <a:pt x="5637" y="11060"/>
                  </a:lnTo>
                  <a:cubicBezTo>
                    <a:pt x="5753" y="11056"/>
                    <a:pt x="5848" y="10965"/>
                    <a:pt x="5848" y="10845"/>
                  </a:cubicBezTo>
                  <a:lnTo>
                    <a:pt x="5848" y="6432"/>
                  </a:lnTo>
                  <a:cubicBezTo>
                    <a:pt x="5848" y="6192"/>
                    <a:pt x="5651" y="5996"/>
                    <a:pt x="5412" y="5996"/>
                  </a:cubicBezTo>
                  <a:cubicBezTo>
                    <a:pt x="5409" y="5996"/>
                    <a:pt x="5407" y="5996"/>
                    <a:pt x="5405" y="5996"/>
                  </a:cubicBezTo>
                  <a:cubicBezTo>
                    <a:pt x="3548" y="5996"/>
                    <a:pt x="2441" y="4864"/>
                    <a:pt x="2441" y="3767"/>
                  </a:cubicBezTo>
                  <a:lnTo>
                    <a:pt x="2441" y="1808"/>
                  </a:lnTo>
                  <a:cubicBezTo>
                    <a:pt x="2441" y="1692"/>
                    <a:pt x="2346" y="1597"/>
                    <a:pt x="2230" y="1597"/>
                  </a:cubicBezTo>
                  <a:lnTo>
                    <a:pt x="440" y="1597"/>
                  </a:lnTo>
                  <a:cubicBezTo>
                    <a:pt x="433" y="1597"/>
                    <a:pt x="426" y="1590"/>
                    <a:pt x="426" y="1583"/>
                  </a:cubicBezTo>
                  <a:lnTo>
                    <a:pt x="426" y="1481"/>
                  </a:lnTo>
                  <a:cubicBezTo>
                    <a:pt x="426" y="1253"/>
                    <a:pt x="591" y="1056"/>
                    <a:pt x="816" y="1020"/>
                  </a:cubicBezTo>
                  <a:lnTo>
                    <a:pt x="1607" y="887"/>
                  </a:lnTo>
                  <a:cubicBezTo>
                    <a:pt x="1650" y="880"/>
                    <a:pt x="1688" y="859"/>
                    <a:pt x="1720" y="827"/>
                  </a:cubicBezTo>
                  <a:lnTo>
                    <a:pt x="1973" y="574"/>
                  </a:lnTo>
                  <a:cubicBezTo>
                    <a:pt x="2058" y="489"/>
                    <a:pt x="2173" y="440"/>
                    <a:pt x="2291" y="440"/>
                  </a:cubicBezTo>
                  <a:cubicBezTo>
                    <a:pt x="2295" y="440"/>
                    <a:pt x="2300" y="440"/>
                    <a:pt x="2304" y="440"/>
                  </a:cubicBezTo>
                  <a:lnTo>
                    <a:pt x="2574" y="440"/>
                  </a:lnTo>
                  <a:cubicBezTo>
                    <a:pt x="2602" y="533"/>
                    <a:pt x="2688" y="590"/>
                    <a:pt x="2777" y="590"/>
                  </a:cubicBezTo>
                  <a:cubicBezTo>
                    <a:pt x="2813" y="590"/>
                    <a:pt x="2850" y="580"/>
                    <a:pt x="2884" y="560"/>
                  </a:cubicBezTo>
                  <a:cubicBezTo>
                    <a:pt x="3050" y="461"/>
                    <a:pt x="3186" y="426"/>
                    <a:pt x="3295" y="426"/>
                  </a:cubicBezTo>
                  <a:cubicBezTo>
                    <a:pt x="3387" y="426"/>
                    <a:pt x="3461" y="450"/>
                    <a:pt x="3517" y="482"/>
                  </a:cubicBezTo>
                  <a:lnTo>
                    <a:pt x="3056" y="866"/>
                  </a:lnTo>
                  <a:cubicBezTo>
                    <a:pt x="2916" y="982"/>
                    <a:pt x="2982" y="1210"/>
                    <a:pt x="3165" y="1235"/>
                  </a:cubicBezTo>
                  <a:lnTo>
                    <a:pt x="3165" y="3394"/>
                  </a:lnTo>
                  <a:cubicBezTo>
                    <a:pt x="3165" y="4009"/>
                    <a:pt x="3665" y="4509"/>
                    <a:pt x="4280" y="4509"/>
                  </a:cubicBezTo>
                  <a:lnTo>
                    <a:pt x="4399" y="4509"/>
                  </a:lnTo>
                  <a:cubicBezTo>
                    <a:pt x="5029" y="4509"/>
                    <a:pt x="5472" y="4017"/>
                    <a:pt x="5634" y="3806"/>
                  </a:cubicBezTo>
                  <a:cubicBezTo>
                    <a:pt x="5950" y="3391"/>
                    <a:pt x="6182" y="2789"/>
                    <a:pt x="6404" y="2209"/>
                  </a:cubicBezTo>
                  <a:cubicBezTo>
                    <a:pt x="6646" y="1583"/>
                    <a:pt x="6917" y="873"/>
                    <a:pt x="7202" y="788"/>
                  </a:cubicBezTo>
                  <a:cubicBezTo>
                    <a:pt x="7256" y="773"/>
                    <a:pt x="7302" y="765"/>
                    <a:pt x="7343" y="765"/>
                  </a:cubicBezTo>
                  <a:cubicBezTo>
                    <a:pt x="7494" y="765"/>
                    <a:pt x="7569" y="875"/>
                    <a:pt x="7705" y="1108"/>
                  </a:cubicBezTo>
                  <a:cubicBezTo>
                    <a:pt x="7856" y="1365"/>
                    <a:pt x="8064" y="1717"/>
                    <a:pt x="8545" y="1724"/>
                  </a:cubicBezTo>
                  <a:cubicBezTo>
                    <a:pt x="8551" y="1724"/>
                    <a:pt x="8557" y="1724"/>
                    <a:pt x="8563" y="1724"/>
                  </a:cubicBezTo>
                  <a:cubicBezTo>
                    <a:pt x="9126" y="1724"/>
                    <a:pt x="9313" y="1394"/>
                    <a:pt x="9453" y="1154"/>
                  </a:cubicBezTo>
                  <a:cubicBezTo>
                    <a:pt x="9572" y="943"/>
                    <a:pt x="9628" y="859"/>
                    <a:pt x="9836" y="859"/>
                  </a:cubicBezTo>
                  <a:cubicBezTo>
                    <a:pt x="10170" y="859"/>
                    <a:pt x="10349" y="1045"/>
                    <a:pt x="10694" y="1439"/>
                  </a:cubicBezTo>
                  <a:cubicBezTo>
                    <a:pt x="10926" y="1703"/>
                    <a:pt x="11214" y="2033"/>
                    <a:pt x="11650" y="2353"/>
                  </a:cubicBezTo>
                  <a:cubicBezTo>
                    <a:pt x="12354" y="2867"/>
                    <a:pt x="13110" y="3521"/>
                    <a:pt x="13110" y="4751"/>
                  </a:cubicBezTo>
                  <a:lnTo>
                    <a:pt x="13110" y="7185"/>
                  </a:lnTo>
                  <a:cubicBezTo>
                    <a:pt x="13110" y="7406"/>
                    <a:pt x="13173" y="7621"/>
                    <a:pt x="13296" y="7804"/>
                  </a:cubicBezTo>
                  <a:lnTo>
                    <a:pt x="13556" y="8194"/>
                  </a:lnTo>
                  <a:lnTo>
                    <a:pt x="13349" y="11317"/>
                  </a:lnTo>
                  <a:lnTo>
                    <a:pt x="12484" y="11317"/>
                  </a:lnTo>
                  <a:lnTo>
                    <a:pt x="12515" y="11225"/>
                  </a:lnTo>
                  <a:cubicBezTo>
                    <a:pt x="12547" y="11127"/>
                    <a:pt x="12638" y="11060"/>
                    <a:pt x="12744" y="11060"/>
                  </a:cubicBezTo>
                  <a:lnTo>
                    <a:pt x="12871" y="11060"/>
                  </a:lnTo>
                  <a:cubicBezTo>
                    <a:pt x="12987" y="11060"/>
                    <a:pt x="13082" y="10965"/>
                    <a:pt x="13082" y="10849"/>
                  </a:cubicBezTo>
                  <a:lnTo>
                    <a:pt x="13082" y="8816"/>
                  </a:lnTo>
                  <a:cubicBezTo>
                    <a:pt x="13082" y="8778"/>
                    <a:pt x="13071" y="8746"/>
                    <a:pt x="13053" y="8714"/>
                  </a:cubicBezTo>
                  <a:lnTo>
                    <a:pt x="11911" y="6619"/>
                  </a:lnTo>
                  <a:cubicBezTo>
                    <a:pt x="11780" y="6376"/>
                    <a:pt x="11682" y="6116"/>
                    <a:pt x="11622" y="5849"/>
                  </a:cubicBezTo>
                  <a:lnTo>
                    <a:pt x="11348" y="4621"/>
                  </a:lnTo>
                  <a:cubicBezTo>
                    <a:pt x="11321" y="4506"/>
                    <a:pt x="11234" y="4456"/>
                    <a:pt x="11147" y="4456"/>
                  </a:cubicBezTo>
                  <a:cubicBezTo>
                    <a:pt x="11025" y="4456"/>
                    <a:pt x="10902" y="4553"/>
                    <a:pt x="10937" y="4713"/>
                  </a:cubicBezTo>
                  <a:lnTo>
                    <a:pt x="11039" y="5173"/>
                  </a:lnTo>
                  <a:cubicBezTo>
                    <a:pt x="10761" y="5377"/>
                    <a:pt x="10462" y="5546"/>
                    <a:pt x="10145" y="5683"/>
                  </a:cubicBezTo>
                  <a:cubicBezTo>
                    <a:pt x="9921" y="5784"/>
                    <a:pt x="10024" y="6092"/>
                    <a:pt x="10224" y="6092"/>
                  </a:cubicBezTo>
                  <a:cubicBezTo>
                    <a:pt x="10253" y="6092"/>
                    <a:pt x="10285" y="6085"/>
                    <a:pt x="10318" y="6070"/>
                  </a:cubicBezTo>
                  <a:cubicBezTo>
                    <a:pt x="10360" y="6053"/>
                    <a:pt x="10395" y="6035"/>
                    <a:pt x="10434" y="6017"/>
                  </a:cubicBezTo>
                  <a:cubicBezTo>
                    <a:pt x="10669" y="6576"/>
                    <a:pt x="11116" y="7765"/>
                    <a:pt x="11074" y="8349"/>
                  </a:cubicBezTo>
                  <a:cubicBezTo>
                    <a:pt x="11014" y="9231"/>
                    <a:pt x="10613" y="10283"/>
                    <a:pt x="10469" y="10638"/>
                  </a:cubicBezTo>
                  <a:cubicBezTo>
                    <a:pt x="10188" y="10641"/>
                    <a:pt x="9941" y="10824"/>
                    <a:pt x="9853" y="11092"/>
                  </a:cubicBezTo>
                  <a:lnTo>
                    <a:pt x="9730" y="11461"/>
                  </a:lnTo>
                  <a:cubicBezTo>
                    <a:pt x="9685" y="11594"/>
                    <a:pt x="9787" y="11739"/>
                    <a:pt x="9931" y="11739"/>
                  </a:cubicBezTo>
                  <a:lnTo>
                    <a:pt x="11060" y="11739"/>
                  </a:lnTo>
                  <a:cubicBezTo>
                    <a:pt x="11144" y="11739"/>
                    <a:pt x="11221" y="11686"/>
                    <a:pt x="11253" y="11605"/>
                  </a:cubicBezTo>
                  <a:lnTo>
                    <a:pt x="12385" y="8894"/>
                  </a:lnTo>
                  <a:cubicBezTo>
                    <a:pt x="12396" y="8866"/>
                    <a:pt x="12403" y="8834"/>
                    <a:pt x="12399" y="8802"/>
                  </a:cubicBezTo>
                  <a:lnTo>
                    <a:pt x="12378" y="8359"/>
                  </a:lnTo>
                  <a:lnTo>
                    <a:pt x="12656" y="8866"/>
                  </a:lnTo>
                  <a:lnTo>
                    <a:pt x="12656" y="10641"/>
                  </a:lnTo>
                  <a:cubicBezTo>
                    <a:pt x="12403" y="10673"/>
                    <a:pt x="12192" y="10845"/>
                    <a:pt x="12111" y="11088"/>
                  </a:cubicBezTo>
                  <a:lnTo>
                    <a:pt x="11988" y="11457"/>
                  </a:lnTo>
                  <a:cubicBezTo>
                    <a:pt x="11942" y="11594"/>
                    <a:pt x="12044" y="11735"/>
                    <a:pt x="12188" y="11735"/>
                  </a:cubicBezTo>
                  <a:lnTo>
                    <a:pt x="13546" y="11735"/>
                  </a:lnTo>
                  <a:cubicBezTo>
                    <a:pt x="13658" y="11735"/>
                    <a:pt x="13750" y="11651"/>
                    <a:pt x="13757" y="11538"/>
                  </a:cubicBezTo>
                  <a:lnTo>
                    <a:pt x="13982" y="8148"/>
                  </a:lnTo>
                  <a:cubicBezTo>
                    <a:pt x="13985" y="8103"/>
                    <a:pt x="13975" y="8057"/>
                    <a:pt x="13947" y="8018"/>
                  </a:cubicBezTo>
                  <a:lnTo>
                    <a:pt x="13648" y="7568"/>
                  </a:lnTo>
                  <a:cubicBezTo>
                    <a:pt x="13570" y="7452"/>
                    <a:pt x="13532" y="7318"/>
                    <a:pt x="13532" y="7181"/>
                  </a:cubicBezTo>
                  <a:lnTo>
                    <a:pt x="13532" y="4920"/>
                  </a:lnTo>
                  <a:cubicBezTo>
                    <a:pt x="13693" y="5050"/>
                    <a:pt x="13785" y="5247"/>
                    <a:pt x="13785" y="5458"/>
                  </a:cubicBezTo>
                  <a:lnTo>
                    <a:pt x="13785" y="6499"/>
                  </a:lnTo>
                  <a:cubicBezTo>
                    <a:pt x="13785" y="6735"/>
                    <a:pt x="13880" y="6963"/>
                    <a:pt x="14045" y="7129"/>
                  </a:cubicBezTo>
                  <a:lnTo>
                    <a:pt x="14073" y="7157"/>
                  </a:lnTo>
                  <a:cubicBezTo>
                    <a:pt x="14119" y="7200"/>
                    <a:pt x="14170" y="7219"/>
                    <a:pt x="14218" y="7219"/>
                  </a:cubicBezTo>
                  <a:cubicBezTo>
                    <a:pt x="14381" y="7219"/>
                    <a:pt x="14518" y="7012"/>
                    <a:pt x="14372" y="6858"/>
                  </a:cubicBezTo>
                  <a:lnTo>
                    <a:pt x="14376" y="6858"/>
                  </a:lnTo>
                  <a:lnTo>
                    <a:pt x="14347" y="6830"/>
                  </a:lnTo>
                  <a:cubicBezTo>
                    <a:pt x="14260" y="6742"/>
                    <a:pt x="14210" y="6622"/>
                    <a:pt x="14210" y="6499"/>
                  </a:cubicBezTo>
                  <a:lnTo>
                    <a:pt x="14210" y="5458"/>
                  </a:lnTo>
                  <a:cubicBezTo>
                    <a:pt x="14210" y="5082"/>
                    <a:pt x="14024" y="4734"/>
                    <a:pt x="13715" y="4530"/>
                  </a:cubicBezTo>
                  <a:lnTo>
                    <a:pt x="13514" y="4396"/>
                  </a:lnTo>
                  <a:cubicBezTo>
                    <a:pt x="13391" y="3253"/>
                    <a:pt x="12670" y="2571"/>
                    <a:pt x="11900" y="2005"/>
                  </a:cubicBezTo>
                  <a:cubicBezTo>
                    <a:pt x="11503" y="1717"/>
                    <a:pt x="11242" y="1418"/>
                    <a:pt x="11014" y="1158"/>
                  </a:cubicBezTo>
                  <a:cubicBezTo>
                    <a:pt x="10669" y="767"/>
                    <a:pt x="10377" y="430"/>
                    <a:pt x="9836" y="430"/>
                  </a:cubicBezTo>
                  <a:cubicBezTo>
                    <a:pt x="9375" y="430"/>
                    <a:pt x="9206" y="725"/>
                    <a:pt x="9083" y="943"/>
                  </a:cubicBezTo>
                  <a:cubicBezTo>
                    <a:pt x="8962" y="1155"/>
                    <a:pt x="8881" y="1298"/>
                    <a:pt x="8561" y="1298"/>
                  </a:cubicBezTo>
                  <a:cubicBezTo>
                    <a:pt x="8557" y="1298"/>
                    <a:pt x="8553" y="1298"/>
                    <a:pt x="8549" y="1298"/>
                  </a:cubicBezTo>
                  <a:cubicBezTo>
                    <a:pt x="8317" y="1295"/>
                    <a:pt x="8222" y="1151"/>
                    <a:pt x="8067" y="890"/>
                  </a:cubicBezTo>
                  <a:cubicBezTo>
                    <a:pt x="7927" y="654"/>
                    <a:pt x="7743" y="342"/>
                    <a:pt x="7350" y="342"/>
                  </a:cubicBezTo>
                  <a:cubicBezTo>
                    <a:pt x="7270" y="342"/>
                    <a:pt x="7181" y="355"/>
                    <a:pt x="7083" y="384"/>
                  </a:cubicBezTo>
                  <a:cubicBezTo>
                    <a:pt x="6597" y="525"/>
                    <a:pt x="6326" y="1235"/>
                    <a:pt x="6010" y="2058"/>
                  </a:cubicBezTo>
                  <a:cubicBezTo>
                    <a:pt x="5799" y="2610"/>
                    <a:pt x="5577" y="3180"/>
                    <a:pt x="5300" y="3545"/>
                  </a:cubicBezTo>
                  <a:cubicBezTo>
                    <a:pt x="5201" y="3672"/>
                    <a:pt x="4853" y="4087"/>
                    <a:pt x="4399" y="4087"/>
                  </a:cubicBezTo>
                  <a:lnTo>
                    <a:pt x="4280" y="4087"/>
                  </a:lnTo>
                  <a:cubicBezTo>
                    <a:pt x="3897" y="4083"/>
                    <a:pt x="3587" y="3774"/>
                    <a:pt x="3587" y="3394"/>
                  </a:cubicBezTo>
                  <a:lnTo>
                    <a:pt x="3587" y="971"/>
                  </a:lnTo>
                  <a:lnTo>
                    <a:pt x="3963" y="658"/>
                  </a:lnTo>
                  <a:cubicBezTo>
                    <a:pt x="4044" y="588"/>
                    <a:pt x="4065" y="472"/>
                    <a:pt x="4009" y="381"/>
                  </a:cubicBezTo>
                  <a:cubicBezTo>
                    <a:pt x="4006" y="377"/>
                    <a:pt x="3756" y="1"/>
                    <a:pt x="3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98" name="Google Shape;21298;p90"/>
          <p:cNvGrpSpPr/>
          <p:nvPr/>
        </p:nvGrpSpPr>
        <p:grpSpPr>
          <a:xfrm>
            <a:off x="7118514" y="3348136"/>
            <a:ext cx="380317" cy="360972"/>
            <a:chOff x="7118514" y="3348136"/>
            <a:chExt cx="380317" cy="360972"/>
          </a:xfrm>
        </p:grpSpPr>
        <p:sp>
          <p:nvSpPr>
            <p:cNvPr id="21299" name="Google Shape;21299;p90"/>
            <p:cNvSpPr/>
            <p:nvPr/>
          </p:nvSpPr>
          <p:spPr>
            <a:xfrm>
              <a:off x="7143023" y="3353405"/>
              <a:ext cx="350382" cy="350382"/>
            </a:xfrm>
            <a:custGeom>
              <a:rect b="b" l="l" r="r" t="t"/>
              <a:pathLst>
                <a:path extrusionOk="0" h="13367" w="13367">
                  <a:moveTo>
                    <a:pt x="6682" y="1"/>
                  </a:moveTo>
                  <a:cubicBezTo>
                    <a:pt x="2993" y="1"/>
                    <a:pt x="0" y="2993"/>
                    <a:pt x="0" y="6685"/>
                  </a:cubicBezTo>
                  <a:cubicBezTo>
                    <a:pt x="0" y="10374"/>
                    <a:pt x="2993" y="13367"/>
                    <a:pt x="6682" y="13367"/>
                  </a:cubicBezTo>
                  <a:cubicBezTo>
                    <a:pt x="10374" y="13367"/>
                    <a:pt x="13366" y="10374"/>
                    <a:pt x="13366" y="6685"/>
                  </a:cubicBezTo>
                  <a:cubicBezTo>
                    <a:pt x="13366" y="2993"/>
                    <a:pt x="10374" y="1"/>
                    <a:pt x="6682"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0" name="Google Shape;21300;p90"/>
            <p:cNvSpPr/>
            <p:nvPr/>
          </p:nvSpPr>
          <p:spPr>
            <a:xfrm>
              <a:off x="7137964" y="3379408"/>
              <a:ext cx="329439" cy="324380"/>
            </a:xfrm>
            <a:custGeom>
              <a:rect b="b" l="l" r="r" t="t"/>
              <a:pathLst>
                <a:path extrusionOk="0" h="12375" w="12568">
                  <a:moveTo>
                    <a:pt x="3376" y="0"/>
                  </a:moveTo>
                  <a:lnTo>
                    <a:pt x="3376" y="0"/>
                  </a:lnTo>
                  <a:cubicBezTo>
                    <a:pt x="1632" y="1069"/>
                    <a:pt x="478" y="2880"/>
                    <a:pt x="239" y="4913"/>
                  </a:cubicBezTo>
                  <a:cubicBezTo>
                    <a:pt x="0" y="6942"/>
                    <a:pt x="703" y="8971"/>
                    <a:pt x="2149" y="10419"/>
                  </a:cubicBezTo>
                  <a:cubicBezTo>
                    <a:pt x="3411" y="11679"/>
                    <a:pt x="5114" y="12375"/>
                    <a:pt x="6874" y="12375"/>
                  </a:cubicBezTo>
                  <a:cubicBezTo>
                    <a:pt x="7133" y="12375"/>
                    <a:pt x="7394" y="12360"/>
                    <a:pt x="7655" y="12329"/>
                  </a:cubicBezTo>
                  <a:cubicBezTo>
                    <a:pt x="9688" y="12090"/>
                    <a:pt x="11499" y="10936"/>
                    <a:pt x="12568" y="9192"/>
                  </a:cubicBezTo>
                  <a:lnTo>
                    <a:pt x="12568" y="9192"/>
                  </a:lnTo>
                  <a:cubicBezTo>
                    <a:pt x="11522" y="9839"/>
                    <a:pt x="10315" y="10184"/>
                    <a:pt x="9088" y="10184"/>
                  </a:cubicBezTo>
                  <a:cubicBezTo>
                    <a:pt x="9081" y="10184"/>
                    <a:pt x="9075" y="10184"/>
                    <a:pt x="9069" y="10184"/>
                  </a:cubicBezTo>
                  <a:cubicBezTo>
                    <a:pt x="6646" y="10184"/>
                    <a:pt x="4413" y="8876"/>
                    <a:pt x="3232" y="6762"/>
                  </a:cubicBezTo>
                  <a:cubicBezTo>
                    <a:pt x="2054" y="4649"/>
                    <a:pt x="2106" y="2061"/>
                    <a:pt x="3376"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1" name="Google Shape;21301;p90"/>
            <p:cNvSpPr/>
            <p:nvPr/>
          </p:nvSpPr>
          <p:spPr>
            <a:xfrm>
              <a:off x="7143678" y="3543655"/>
              <a:ext cx="33945" cy="82071"/>
            </a:xfrm>
            <a:custGeom>
              <a:rect b="b" l="l" r="r" t="t"/>
              <a:pathLst>
                <a:path extrusionOk="0" h="3131" w="1295">
                  <a:moveTo>
                    <a:pt x="0" y="0"/>
                  </a:moveTo>
                  <a:lnTo>
                    <a:pt x="0" y="0"/>
                  </a:lnTo>
                  <a:cubicBezTo>
                    <a:pt x="95" y="1119"/>
                    <a:pt x="471" y="2195"/>
                    <a:pt x="1094" y="3130"/>
                  </a:cubicBezTo>
                  <a:lnTo>
                    <a:pt x="1280" y="1435"/>
                  </a:lnTo>
                  <a:cubicBezTo>
                    <a:pt x="1294" y="1302"/>
                    <a:pt x="1248" y="1168"/>
                    <a:pt x="1150" y="1077"/>
                  </a:cubicBezTo>
                  <a:lnTo>
                    <a:pt x="0"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2" name="Google Shape;21302;p90"/>
            <p:cNvSpPr/>
            <p:nvPr/>
          </p:nvSpPr>
          <p:spPr>
            <a:xfrm>
              <a:off x="7214190" y="3353405"/>
              <a:ext cx="279294" cy="288862"/>
            </a:xfrm>
            <a:custGeom>
              <a:rect b="b" l="l" r="r" t="t"/>
              <a:pathLst>
                <a:path extrusionOk="0" h="11020" w="10655">
                  <a:moveTo>
                    <a:pt x="5921" y="2663"/>
                  </a:moveTo>
                  <a:cubicBezTo>
                    <a:pt x="6065" y="2663"/>
                    <a:pt x="6193" y="2768"/>
                    <a:pt x="6217" y="2916"/>
                  </a:cubicBezTo>
                  <a:cubicBezTo>
                    <a:pt x="6245" y="3088"/>
                    <a:pt x="6126" y="3246"/>
                    <a:pt x="5953" y="3264"/>
                  </a:cubicBezTo>
                  <a:lnTo>
                    <a:pt x="5134" y="3355"/>
                  </a:lnTo>
                  <a:lnTo>
                    <a:pt x="5134" y="3355"/>
                  </a:lnTo>
                  <a:lnTo>
                    <a:pt x="5271" y="2997"/>
                  </a:lnTo>
                  <a:cubicBezTo>
                    <a:pt x="5324" y="2856"/>
                    <a:pt x="5444" y="2754"/>
                    <a:pt x="5588" y="2726"/>
                  </a:cubicBezTo>
                  <a:lnTo>
                    <a:pt x="5859" y="2670"/>
                  </a:lnTo>
                  <a:cubicBezTo>
                    <a:pt x="5879" y="2665"/>
                    <a:pt x="5900" y="2663"/>
                    <a:pt x="5921" y="2663"/>
                  </a:cubicBezTo>
                  <a:close/>
                  <a:moveTo>
                    <a:pt x="3780" y="2842"/>
                  </a:moveTo>
                  <a:lnTo>
                    <a:pt x="4104" y="3334"/>
                  </a:lnTo>
                  <a:cubicBezTo>
                    <a:pt x="4186" y="3457"/>
                    <a:pt x="4319" y="3527"/>
                    <a:pt x="4459" y="3527"/>
                  </a:cubicBezTo>
                  <a:cubicBezTo>
                    <a:pt x="4499" y="3527"/>
                    <a:pt x="4539" y="3522"/>
                    <a:pt x="4579" y="3510"/>
                  </a:cubicBezTo>
                  <a:lnTo>
                    <a:pt x="5134" y="3355"/>
                  </a:lnTo>
                  <a:lnTo>
                    <a:pt x="5127" y="3637"/>
                  </a:lnTo>
                  <a:lnTo>
                    <a:pt x="5785" y="3971"/>
                  </a:lnTo>
                  <a:lnTo>
                    <a:pt x="5556" y="4308"/>
                  </a:lnTo>
                  <a:lnTo>
                    <a:pt x="3534" y="4308"/>
                  </a:lnTo>
                  <a:lnTo>
                    <a:pt x="1760" y="3610"/>
                  </a:lnTo>
                  <a:lnTo>
                    <a:pt x="2268" y="2898"/>
                  </a:lnTo>
                  <a:lnTo>
                    <a:pt x="3780" y="2842"/>
                  </a:lnTo>
                  <a:close/>
                  <a:moveTo>
                    <a:pt x="3917" y="1"/>
                  </a:moveTo>
                  <a:lnTo>
                    <a:pt x="3555" y="1544"/>
                  </a:lnTo>
                  <a:lnTo>
                    <a:pt x="2124" y="1544"/>
                  </a:lnTo>
                  <a:cubicBezTo>
                    <a:pt x="2019" y="1544"/>
                    <a:pt x="1927" y="1625"/>
                    <a:pt x="1913" y="1731"/>
                  </a:cubicBezTo>
                  <a:lnTo>
                    <a:pt x="1794" y="2624"/>
                  </a:lnTo>
                  <a:lnTo>
                    <a:pt x="1132" y="2659"/>
                  </a:lnTo>
                  <a:cubicBezTo>
                    <a:pt x="1020" y="2662"/>
                    <a:pt x="932" y="2754"/>
                    <a:pt x="928" y="2863"/>
                  </a:cubicBezTo>
                  <a:lnTo>
                    <a:pt x="904" y="3440"/>
                  </a:lnTo>
                  <a:cubicBezTo>
                    <a:pt x="901" y="3564"/>
                    <a:pt x="999" y="3662"/>
                    <a:pt x="1121" y="3662"/>
                  </a:cubicBezTo>
                  <a:cubicBezTo>
                    <a:pt x="1127" y="3662"/>
                    <a:pt x="1133" y="3662"/>
                    <a:pt x="1139" y="3661"/>
                  </a:cubicBezTo>
                  <a:lnTo>
                    <a:pt x="1750" y="3613"/>
                  </a:lnTo>
                  <a:lnTo>
                    <a:pt x="1750" y="3613"/>
                  </a:lnTo>
                  <a:lnTo>
                    <a:pt x="165" y="5078"/>
                  </a:lnTo>
                  <a:cubicBezTo>
                    <a:pt x="49" y="5187"/>
                    <a:pt x="0" y="5346"/>
                    <a:pt x="39" y="5500"/>
                  </a:cubicBezTo>
                  <a:lnTo>
                    <a:pt x="331" y="6692"/>
                  </a:lnTo>
                  <a:cubicBezTo>
                    <a:pt x="376" y="6879"/>
                    <a:pt x="538" y="7009"/>
                    <a:pt x="728" y="7019"/>
                  </a:cubicBezTo>
                  <a:lnTo>
                    <a:pt x="2356" y="7107"/>
                  </a:lnTo>
                  <a:cubicBezTo>
                    <a:pt x="2676" y="7125"/>
                    <a:pt x="2936" y="7375"/>
                    <a:pt x="2964" y="7695"/>
                  </a:cubicBezTo>
                  <a:lnTo>
                    <a:pt x="3105" y="9185"/>
                  </a:lnTo>
                  <a:lnTo>
                    <a:pt x="3650" y="10617"/>
                  </a:lnTo>
                  <a:cubicBezTo>
                    <a:pt x="3749" y="10874"/>
                    <a:pt x="3991" y="11020"/>
                    <a:pt x="4238" y="11020"/>
                  </a:cubicBezTo>
                  <a:cubicBezTo>
                    <a:pt x="4386" y="11020"/>
                    <a:pt x="4535" y="10968"/>
                    <a:pt x="4656" y="10856"/>
                  </a:cubicBezTo>
                  <a:lnTo>
                    <a:pt x="6112" y="9530"/>
                  </a:lnTo>
                  <a:cubicBezTo>
                    <a:pt x="6224" y="9432"/>
                    <a:pt x="6295" y="9294"/>
                    <a:pt x="6316" y="9147"/>
                  </a:cubicBezTo>
                  <a:lnTo>
                    <a:pt x="6470" y="8081"/>
                  </a:lnTo>
                  <a:lnTo>
                    <a:pt x="7525" y="6924"/>
                  </a:lnTo>
                  <a:cubicBezTo>
                    <a:pt x="7638" y="6794"/>
                    <a:pt x="7568" y="6590"/>
                    <a:pt x="7399" y="6566"/>
                  </a:cubicBezTo>
                  <a:lnTo>
                    <a:pt x="7202" y="6534"/>
                  </a:lnTo>
                  <a:lnTo>
                    <a:pt x="7237" y="6464"/>
                  </a:lnTo>
                  <a:lnTo>
                    <a:pt x="8710" y="5476"/>
                  </a:lnTo>
                  <a:lnTo>
                    <a:pt x="8366" y="5008"/>
                  </a:lnTo>
                  <a:lnTo>
                    <a:pt x="8978" y="4941"/>
                  </a:lnTo>
                  <a:cubicBezTo>
                    <a:pt x="8997" y="4938"/>
                    <a:pt x="9016" y="4937"/>
                    <a:pt x="9035" y="4937"/>
                  </a:cubicBezTo>
                  <a:cubicBezTo>
                    <a:pt x="9190" y="4937"/>
                    <a:pt x="9335" y="5025"/>
                    <a:pt x="9410" y="5163"/>
                  </a:cubicBezTo>
                  <a:lnTo>
                    <a:pt x="9839" y="5957"/>
                  </a:lnTo>
                  <a:lnTo>
                    <a:pt x="10138" y="6513"/>
                  </a:lnTo>
                  <a:cubicBezTo>
                    <a:pt x="10191" y="6611"/>
                    <a:pt x="10279" y="6685"/>
                    <a:pt x="10388" y="6717"/>
                  </a:cubicBezTo>
                  <a:lnTo>
                    <a:pt x="10651" y="6819"/>
                  </a:lnTo>
                  <a:cubicBezTo>
                    <a:pt x="10651" y="6777"/>
                    <a:pt x="10655" y="6727"/>
                    <a:pt x="10655" y="6682"/>
                  </a:cubicBezTo>
                  <a:cubicBezTo>
                    <a:pt x="10651" y="2990"/>
                    <a:pt x="7659" y="1"/>
                    <a:pt x="3967"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3" name="Google Shape;21303;p90"/>
            <p:cNvSpPr/>
            <p:nvPr/>
          </p:nvSpPr>
          <p:spPr>
            <a:xfrm>
              <a:off x="7118514" y="3348136"/>
              <a:ext cx="380317" cy="360972"/>
            </a:xfrm>
            <a:custGeom>
              <a:rect b="b" l="l" r="r" t="t"/>
              <a:pathLst>
                <a:path extrusionOk="0" h="13771" w="14509">
                  <a:moveTo>
                    <a:pt x="9568" y="3074"/>
                  </a:moveTo>
                  <a:cubicBezTo>
                    <a:pt x="9691" y="3078"/>
                    <a:pt x="9702" y="3257"/>
                    <a:pt x="9579" y="3271"/>
                  </a:cubicBezTo>
                  <a:lnTo>
                    <a:pt x="9090" y="3328"/>
                  </a:lnTo>
                  <a:lnTo>
                    <a:pt x="9111" y="3275"/>
                  </a:lnTo>
                  <a:cubicBezTo>
                    <a:pt x="9139" y="3201"/>
                    <a:pt x="9203" y="3145"/>
                    <a:pt x="9280" y="3131"/>
                  </a:cubicBezTo>
                  <a:lnTo>
                    <a:pt x="9547" y="3074"/>
                  </a:lnTo>
                  <a:close/>
                  <a:moveTo>
                    <a:pt x="7124" y="3261"/>
                  </a:moveTo>
                  <a:lnTo>
                    <a:pt x="7124" y="3261"/>
                  </a:lnTo>
                  <a:cubicBezTo>
                    <a:pt x="6906" y="3813"/>
                    <a:pt x="6906" y="3845"/>
                    <a:pt x="6906" y="3883"/>
                  </a:cubicBezTo>
                  <a:cubicBezTo>
                    <a:pt x="6906" y="3996"/>
                    <a:pt x="6998" y="4080"/>
                    <a:pt x="7107" y="4084"/>
                  </a:cubicBezTo>
                  <a:lnTo>
                    <a:pt x="7107" y="4087"/>
                  </a:lnTo>
                  <a:cubicBezTo>
                    <a:pt x="7202" y="4084"/>
                    <a:pt x="7286" y="4017"/>
                    <a:pt x="7304" y="3922"/>
                  </a:cubicBezTo>
                  <a:cubicBezTo>
                    <a:pt x="7318" y="3873"/>
                    <a:pt x="7388" y="3693"/>
                    <a:pt x="7473" y="3482"/>
                  </a:cubicBezTo>
                  <a:lnTo>
                    <a:pt x="7585" y="3655"/>
                  </a:lnTo>
                  <a:cubicBezTo>
                    <a:pt x="7704" y="3835"/>
                    <a:pt x="7904" y="3938"/>
                    <a:pt x="8114" y="3938"/>
                  </a:cubicBezTo>
                  <a:cubicBezTo>
                    <a:pt x="8170" y="3938"/>
                    <a:pt x="8228" y="3931"/>
                    <a:pt x="8285" y="3915"/>
                  </a:cubicBezTo>
                  <a:lnTo>
                    <a:pt x="8577" y="3834"/>
                  </a:lnTo>
                  <a:lnTo>
                    <a:pt x="8577" y="3838"/>
                  </a:lnTo>
                  <a:cubicBezTo>
                    <a:pt x="8573" y="3915"/>
                    <a:pt x="8615" y="3989"/>
                    <a:pt x="8686" y="4024"/>
                  </a:cubicBezTo>
                  <a:lnTo>
                    <a:pt x="9143" y="4256"/>
                  </a:lnTo>
                  <a:lnTo>
                    <a:pt x="9101" y="4316"/>
                  </a:lnTo>
                  <a:lnTo>
                    <a:pt x="7226" y="4316"/>
                  </a:lnTo>
                  <a:lnTo>
                    <a:pt x="5721" y="3725"/>
                  </a:lnTo>
                  <a:lnTo>
                    <a:pt x="6027" y="3303"/>
                  </a:lnTo>
                  <a:lnTo>
                    <a:pt x="7124" y="3261"/>
                  </a:lnTo>
                  <a:close/>
                  <a:moveTo>
                    <a:pt x="1224" y="7959"/>
                  </a:moveTo>
                  <a:lnTo>
                    <a:pt x="1973" y="8680"/>
                  </a:lnTo>
                  <a:cubicBezTo>
                    <a:pt x="2022" y="8729"/>
                    <a:pt x="2047" y="8799"/>
                    <a:pt x="2040" y="8870"/>
                  </a:cubicBezTo>
                  <a:lnTo>
                    <a:pt x="1917" y="9974"/>
                  </a:lnTo>
                  <a:cubicBezTo>
                    <a:pt x="1575" y="9348"/>
                    <a:pt x="1340" y="8666"/>
                    <a:pt x="1224" y="7959"/>
                  </a:cubicBezTo>
                  <a:close/>
                  <a:moveTo>
                    <a:pt x="7652" y="402"/>
                  </a:moveTo>
                  <a:cubicBezTo>
                    <a:pt x="11158" y="420"/>
                    <a:pt x="14013" y="3222"/>
                    <a:pt x="14097" y="6725"/>
                  </a:cubicBezTo>
                  <a:cubicBezTo>
                    <a:pt x="14041" y="6707"/>
                    <a:pt x="13992" y="6668"/>
                    <a:pt x="13964" y="6616"/>
                  </a:cubicBezTo>
                  <a:lnTo>
                    <a:pt x="13665" y="6063"/>
                  </a:lnTo>
                  <a:cubicBezTo>
                    <a:pt x="13624" y="5984"/>
                    <a:pt x="13558" y="5951"/>
                    <a:pt x="13492" y="5951"/>
                  </a:cubicBezTo>
                  <a:cubicBezTo>
                    <a:pt x="13354" y="5951"/>
                    <a:pt x="13217" y="6095"/>
                    <a:pt x="13310" y="6257"/>
                  </a:cubicBezTo>
                  <a:lnTo>
                    <a:pt x="13612" y="6809"/>
                  </a:lnTo>
                  <a:cubicBezTo>
                    <a:pt x="13690" y="6957"/>
                    <a:pt x="13820" y="7062"/>
                    <a:pt x="13978" y="7111"/>
                  </a:cubicBezTo>
                  <a:lnTo>
                    <a:pt x="14094" y="7150"/>
                  </a:lnTo>
                  <a:cubicBezTo>
                    <a:pt x="14034" y="8778"/>
                    <a:pt x="13356" y="10322"/>
                    <a:pt x="12202" y="11472"/>
                  </a:cubicBezTo>
                  <a:cubicBezTo>
                    <a:pt x="10936" y="12736"/>
                    <a:pt x="9277" y="13368"/>
                    <a:pt x="7618" y="13368"/>
                  </a:cubicBezTo>
                  <a:cubicBezTo>
                    <a:pt x="5960" y="13368"/>
                    <a:pt x="4301" y="12736"/>
                    <a:pt x="3035" y="11472"/>
                  </a:cubicBezTo>
                  <a:cubicBezTo>
                    <a:pt x="2746" y="11183"/>
                    <a:pt x="2486" y="10870"/>
                    <a:pt x="2258" y="10536"/>
                  </a:cubicBezTo>
                  <a:lnTo>
                    <a:pt x="2440" y="8915"/>
                  </a:lnTo>
                  <a:cubicBezTo>
                    <a:pt x="2462" y="8722"/>
                    <a:pt x="2391" y="8525"/>
                    <a:pt x="2251" y="8388"/>
                  </a:cubicBezTo>
                  <a:lnTo>
                    <a:pt x="1153" y="7329"/>
                  </a:lnTo>
                  <a:cubicBezTo>
                    <a:pt x="1143" y="7182"/>
                    <a:pt x="1136" y="7034"/>
                    <a:pt x="1136" y="6886"/>
                  </a:cubicBezTo>
                  <a:cubicBezTo>
                    <a:pt x="1139" y="4034"/>
                    <a:pt x="3000" y="1517"/>
                    <a:pt x="5728" y="683"/>
                  </a:cubicBezTo>
                  <a:lnTo>
                    <a:pt x="5728" y="683"/>
                  </a:lnTo>
                  <a:lnTo>
                    <a:pt x="5595" y="1028"/>
                  </a:lnTo>
                  <a:cubicBezTo>
                    <a:pt x="5535" y="1188"/>
                    <a:pt x="5663" y="1303"/>
                    <a:pt x="5789" y="1303"/>
                  </a:cubicBezTo>
                  <a:cubicBezTo>
                    <a:pt x="5863" y="1303"/>
                    <a:pt x="5936" y="1264"/>
                    <a:pt x="5971" y="1172"/>
                  </a:cubicBezTo>
                  <a:lnTo>
                    <a:pt x="6203" y="557"/>
                  </a:lnTo>
                  <a:cubicBezTo>
                    <a:pt x="6541" y="483"/>
                    <a:pt x="6885" y="434"/>
                    <a:pt x="7233" y="416"/>
                  </a:cubicBezTo>
                  <a:lnTo>
                    <a:pt x="7233" y="416"/>
                  </a:lnTo>
                  <a:lnTo>
                    <a:pt x="6949" y="1524"/>
                  </a:lnTo>
                  <a:lnTo>
                    <a:pt x="6871" y="1545"/>
                  </a:lnTo>
                  <a:lnTo>
                    <a:pt x="5774" y="1545"/>
                  </a:lnTo>
                  <a:cubicBezTo>
                    <a:pt x="5567" y="1545"/>
                    <a:pt x="5391" y="1700"/>
                    <a:pt x="5363" y="1907"/>
                  </a:cubicBezTo>
                  <a:lnTo>
                    <a:pt x="5264" y="2631"/>
                  </a:lnTo>
                  <a:lnTo>
                    <a:pt x="4768" y="2656"/>
                  </a:lnTo>
                  <a:cubicBezTo>
                    <a:pt x="4554" y="2667"/>
                    <a:pt x="4382" y="2842"/>
                    <a:pt x="4375" y="3057"/>
                  </a:cubicBezTo>
                  <a:lnTo>
                    <a:pt x="4350" y="3634"/>
                  </a:lnTo>
                  <a:cubicBezTo>
                    <a:pt x="4340" y="3871"/>
                    <a:pt x="4534" y="4068"/>
                    <a:pt x="4768" y="4068"/>
                  </a:cubicBezTo>
                  <a:cubicBezTo>
                    <a:pt x="4780" y="4068"/>
                    <a:pt x="4792" y="4067"/>
                    <a:pt x="4804" y="4066"/>
                  </a:cubicBezTo>
                  <a:lnTo>
                    <a:pt x="4839" y="4063"/>
                  </a:lnTo>
                  <a:lnTo>
                    <a:pt x="4431" y="4439"/>
                  </a:lnTo>
                  <a:cubicBezTo>
                    <a:pt x="4280" y="4582"/>
                    <a:pt x="4410" y="4789"/>
                    <a:pt x="4568" y="4789"/>
                  </a:cubicBezTo>
                  <a:cubicBezTo>
                    <a:pt x="4612" y="4789"/>
                    <a:pt x="4658" y="4773"/>
                    <a:pt x="4702" y="4734"/>
                  </a:cubicBezTo>
                  <a:lnTo>
                    <a:pt x="5451" y="4045"/>
                  </a:lnTo>
                  <a:lnTo>
                    <a:pt x="7110" y="4699"/>
                  </a:lnTo>
                  <a:cubicBezTo>
                    <a:pt x="7135" y="4710"/>
                    <a:pt x="7160" y="4713"/>
                    <a:pt x="7184" y="4713"/>
                  </a:cubicBezTo>
                  <a:lnTo>
                    <a:pt x="9206" y="4713"/>
                  </a:lnTo>
                  <a:cubicBezTo>
                    <a:pt x="9273" y="4713"/>
                    <a:pt x="9336" y="4681"/>
                    <a:pt x="9371" y="4625"/>
                  </a:cubicBezTo>
                  <a:lnTo>
                    <a:pt x="9600" y="4291"/>
                  </a:lnTo>
                  <a:cubicBezTo>
                    <a:pt x="9670" y="4189"/>
                    <a:pt x="9635" y="4052"/>
                    <a:pt x="9526" y="3996"/>
                  </a:cubicBezTo>
                  <a:lnTo>
                    <a:pt x="9016" y="3739"/>
                  </a:lnTo>
                  <a:lnTo>
                    <a:pt x="9625" y="3669"/>
                  </a:lnTo>
                  <a:cubicBezTo>
                    <a:pt x="9909" y="3637"/>
                    <a:pt x="10113" y="3373"/>
                    <a:pt x="10068" y="3089"/>
                  </a:cubicBezTo>
                  <a:cubicBezTo>
                    <a:pt x="10028" y="2840"/>
                    <a:pt x="9813" y="2666"/>
                    <a:pt x="9572" y="2666"/>
                  </a:cubicBezTo>
                  <a:cubicBezTo>
                    <a:pt x="9537" y="2666"/>
                    <a:pt x="9502" y="2670"/>
                    <a:pt x="9466" y="2677"/>
                  </a:cubicBezTo>
                  <a:lnTo>
                    <a:pt x="9196" y="2733"/>
                  </a:lnTo>
                  <a:cubicBezTo>
                    <a:pt x="8985" y="2776"/>
                    <a:pt x="8809" y="2927"/>
                    <a:pt x="8731" y="3127"/>
                  </a:cubicBezTo>
                  <a:lnTo>
                    <a:pt x="8629" y="3391"/>
                  </a:lnTo>
                  <a:lnTo>
                    <a:pt x="8172" y="3518"/>
                  </a:lnTo>
                  <a:cubicBezTo>
                    <a:pt x="8152" y="3524"/>
                    <a:pt x="8132" y="3527"/>
                    <a:pt x="8111" y="3527"/>
                  </a:cubicBezTo>
                  <a:cubicBezTo>
                    <a:pt x="8038" y="3527"/>
                    <a:pt x="7967" y="3489"/>
                    <a:pt x="7926" y="3426"/>
                  </a:cubicBezTo>
                  <a:lnTo>
                    <a:pt x="7599" y="2934"/>
                  </a:lnTo>
                  <a:cubicBezTo>
                    <a:pt x="7562" y="2877"/>
                    <a:pt x="7500" y="2842"/>
                    <a:pt x="7433" y="2842"/>
                  </a:cubicBezTo>
                  <a:cubicBezTo>
                    <a:pt x="7430" y="2842"/>
                    <a:pt x="7426" y="2842"/>
                    <a:pt x="7423" y="2842"/>
                  </a:cubicBezTo>
                  <a:lnTo>
                    <a:pt x="5915" y="2899"/>
                  </a:lnTo>
                  <a:cubicBezTo>
                    <a:pt x="5851" y="2899"/>
                    <a:pt x="5792" y="2930"/>
                    <a:pt x="5756" y="2980"/>
                  </a:cubicBezTo>
                  <a:lnTo>
                    <a:pt x="5299" y="3620"/>
                  </a:lnTo>
                  <a:lnTo>
                    <a:pt x="4772" y="3662"/>
                  </a:lnTo>
                  <a:cubicBezTo>
                    <a:pt x="4768" y="3662"/>
                    <a:pt x="4765" y="3662"/>
                    <a:pt x="4761" y="3658"/>
                  </a:cubicBezTo>
                  <a:cubicBezTo>
                    <a:pt x="4758" y="3658"/>
                    <a:pt x="4758" y="3651"/>
                    <a:pt x="4758" y="3648"/>
                  </a:cubicBezTo>
                  <a:lnTo>
                    <a:pt x="4779" y="3074"/>
                  </a:lnTo>
                  <a:cubicBezTo>
                    <a:pt x="4779" y="3067"/>
                    <a:pt x="4786" y="3060"/>
                    <a:pt x="4793" y="3060"/>
                  </a:cubicBezTo>
                  <a:lnTo>
                    <a:pt x="5454" y="3025"/>
                  </a:lnTo>
                  <a:cubicBezTo>
                    <a:pt x="5553" y="3022"/>
                    <a:pt x="5630" y="2948"/>
                    <a:pt x="5644" y="2849"/>
                  </a:cubicBezTo>
                  <a:lnTo>
                    <a:pt x="5764" y="1960"/>
                  </a:lnTo>
                  <a:cubicBezTo>
                    <a:pt x="5764" y="1953"/>
                    <a:pt x="5771" y="1946"/>
                    <a:pt x="5778" y="1946"/>
                  </a:cubicBezTo>
                  <a:lnTo>
                    <a:pt x="6899" y="1946"/>
                  </a:lnTo>
                  <a:cubicBezTo>
                    <a:pt x="6917" y="1946"/>
                    <a:pt x="6934" y="1946"/>
                    <a:pt x="6952" y="1939"/>
                  </a:cubicBezTo>
                  <a:lnTo>
                    <a:pt x="8067" y="1636"/>
                  </a:lnTo>
                  <a:cubicBezTo>
                    <a:pt x="8130" y="1619"/>
                    <a:pt x="8179" y="1569"/>
                    <a:pt x="8204" y="1510"/>
                  </a:cubicBezTo>
                  <a:lnTo>
                    <a:pt x="8345" y="1112"/>
                  </a:lnTo>
                  <a:cubicBezTo>
                    <a:pt x="8404" y="954"/>
                    <a:pt x="8277" y="841"/>
                    <a:pt x="8152" y="841"/>
                  </a:cubicBezTo>
                  <a:cubicBezTo>
                    <a:pt x="8077" y="841"/>
                    <a:pt x="8002" y="881"/>
                    <a:pt x="7968" y="975"/>
                  </a:cubicBezTo>
                  <a:lnTo>
                    <a:pt x="7859" y="1274"/>
                  </a:lnTo>
                  <a:lnTo>
                    <a:pt x="7399" y="1401"/>
                  </a:lnTo>
                  <a:lnTo>
                    <a:pt x="7652" y="402"/>
                  </a:lnTo>
                  <a:close/>
                  <a:moveTo>
                    <a:pt x="7616" y="1"/>
                  </a:moveTo>
                  <a:cubicBezTo>
                    <a:pt x="6292" y="1"/>
                    <a:pt x="4960" y="382"/>
                    <a:pt x="3794"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9" y="5058"/>
                    <a:pt x="13781" y="3307"/>
                    <a:pt x="12487" y="2016"/>
                  </a:cubicBezTo>
                  <a:cubicBezTo>
                    <a:pt x="11155" y="686"/>
                    <a:pt x="9392"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4" name="Google Shape;21304;p90"/>
            <p:cNvSpPr/>
            <p:nvPr/>
          </p:nvSpPr>
          <p:spPr>
            <a:xfrm>
              <a:off x="7387507" y="3592541"/>
              <a:ext cx="27733" cy="28021"/>
            </a:xfrm>
            <a:custGeom>
              <a:rect b="b" l="l" r="r" t="t"/>
              <a:pathLst>
                <a:path extrusionOk="0" h="1069" w="1058">
                  <a:moveTo>
                    <a:pt x="832" y="1"/>
                  </a:moveTo>
                  <a:cubicBezTo>
                    <a:pt x="774" y="1"/>
                    <a:pt x="717" y="26"/>
                    <a:pt x="678" y="73"/>
                  </a:cubicBezTo>
                  <a:lnTo>
                    <a:pt x="112" y="748"/>
                  </a:lnTo>
                  <a:cubicBezTo>
                    <a:pt x="1" y="899"/>
                    <a:pt x="131" y="1069"/>
                    <a:pt x="276" y="1069"/>
                  </a:cubicBezTo>
                  <a:cubicBezTo>
                    <a:pt x="325" y="1069"/>
                    <a:pt x="374" y="1050"/>
                    <a:pt x="418" y="1005"/>
                  </a:cubicBezTo>
                  <a:lnTo>
                    <a:pt x="984" y="333"/>
                  </a:lnTo>
                  <a:cubicBezTo>
                    <a:pt x="1057" y="245"/>
                    <a:pt x="1047" y="119"/>
                    <a:pt x="963" y="48"/>
                  </a:cubicBezTo>
                  <a:cubicBezTo>
                    <a:pt x="924" y="16"/>
                    <a:pt x="878" y="1"/>
                    <a:pt x="8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5" name="Google Shape;21305;p90"/>
            <p:cNvSpPr/>
            <p:nvPr/>
          </p:nvSpPr>
          <p:spPr>
            <a:xfrm>
              <a:off x="7208659" y="3464939"/>
              <a:ext cx="258010" cy="182596"/>
            </a:xfrm>
            <a:custGeom>
              <a:rect b="b" l="l" r="r" t="t"/>
              <a:pathLst>
                <a:path extrusionOk="0" h="6966" w="9843">
                  <a:moveTo>
                    <a:pt x="7428" y="1"/>
                  </a:moveTo>
                  <a:cubicBezTo>
                    <a:pt x="7365" y="1"/>
                    <a:pt x="7303" y="31"/>
                    <a:pt x="7265" y="88"/>
                  </a:cubicBezTo>
                  <a:cubicBezTo>
                    <a:pt x="7209" y="176"/>
                    <a:pt x="7223" y="289"/>
                    <a:pt x="7300" y="356"/>
                  </a:cubicBezTo>
                  <a:lnTo>
                    <a:pt x="7979" y="964"/>
                  </a:lnTo>
                  <a:cubicBezTo>
                    <a:pt x="8015" y="997"/>
                    <a:pt x="8064" y="1015"/>
                    <a:pt x="8113" y="1015"/>
                  </a:cubicBezTo>
                  <a:cubicBezTo>
                    <a:pt x="8121" y="1015"/>
                    <a:pt x="8129" y="1014"/>
                    <a:pt x="8137" y="1013"/>
                  </a:cubicBezTo>
                  <a:lnTo>
                    <a:pt x="8489" y="974"/>
                  </a:lnTo>
                  <a:lnTo>
                    <a:pt x="8637" y="1175"/>
                  </a:lnTo>
                  <a:lnTo>
                    <a:pt x="7353" y="2036"/>
                  </a:lnTo>
                  <a:cubicBezTo>
                    <a:pt x="7339" y="2045"/>
                    <a:pt x="7324" y="2050"/>
                    <a:pt x="7308" y="2050"/>
                  </a:cubicBezTo>
                  <a:cubicBezTo>
                    <a:pt x="7282" y="2050"/>
                    <a:pt x="7256" y="2036"/>
                    <a:pt x="7241" y="2012"/>
                  </a:cubicBezTo>
                  <a:lnTo>
                    <a:pt x="6397" y="676"/>
                  </a:lnTo>
                  <a:cubicBezTo>
                    <a:pt x="6359" y="614"/>
                    <a:pt x="6294" y="581"/>
                    <a:pt x="6227" y="581"/>
                  </a:cubicBezTo>
                  <a:cubicBezTo>
                    <a:pt x="6188" y="581"/>
                    <a:pt x="6149" y="592"/>
                    <a:pt x="6115" y="616"/>
                  </a:cubicBezTo>
                  <a:cubicBezTo>
                    <a:pt x="6024" y="679"/>
                    <a:pt x="5999" y="806"/>
                    <a:pt x="6059" y="897"/>
                  </a:cubicBezTo>
                  <a:lnTo>
                    <a:pt x="6973" y="2349"/>
                  </a:lnTo>
                  <a:cubicBezTo>
                    <a:pt x="7005" y="2399"/>
                    <a:pt x="7054" y="2430"/>
                    <a:pt x="7114" y="2441"/>
                  </a:cubicBezTo>
                  <a:lnTo>
                    <a:pt x="7582" y="2511"/>
                  </a:lnTo>
                  <a:cubicBezTo>
                    <a:pt x="7592" y="2515"/>
                    <a:pt x="7596" y="2529"/>
                    <a:pt x="7589" y="2536"/>
                  </a:cubicBezTo>
                  <a:lnTo>
                    <a:pt x="6537" y="3693"/>
                  </a:lnTo>
                  <a:cubicBezTo>
                    <a:pt x="6509" y="3724"/>
                    <a:pt x="6491" y="3760"/>
                    <a:pt x="6488" y="3802"/>
                  </a:cubicBezTo>
                  <a:lnTo>
                    <a:pt x="6333" y="4867"/>
                  </a:lnTo>
                  <a:cubicBezTo>
                    <a:pt x="6316" y="4966"/>
                    <a:pt x="6266" y="5061"/>
                    <a:pt x="6193" y="5131"/>
                  </a:cubicBezTo>
                  <a:lnTo>
                    <a:pt x="4737" y="6453"/>
                  </a:lnTo>
                  <a:cubicBezTo>
                    <a:pt x="4653" y="6530"/>
                    <a:pt x="4551" y="6566"/>
                    <a:pt x="4451" y="6566"/>
                  </a:cubicBezTo>
                  <a:cubicBezTo>
                    <a:pt x="4283" y="6566"/>
                    <a:pt x="4120" y="6467"/>
                    <a:pt x="4055" y="6291"/>
                  </a:cubicBezTo>
                  <a:lnTo>
                    <a:pt x="3517" y="4888"/>
                  </a:lnTo>
                  <a:lnTo>
                    <a:pt x="3383" y="3422"/>
                  </a:lnTo>
                  <a:cubicBezTo>
                    <a:pt x="3341" y="3003"/>
                    <a:pt x="3000" y="2676"/>
                    <a:pt x="2581" y="2655"/>
                  </a:cubicBezTo>
                  <a:lnTo>
                    <a:pt x="953" y="2567"/>
                  </a:lnTo>
                  <a:cubicBezTo>
                    <a:pt x="851" y="2560"/>
                    <a:pt x="767" y="2490"/>
                    <a:pt x="742" y="2392"/>
                  </a:cubicBezTo>
                  <a:lnTo>
                    <a:pt x="447" y="1196"/>
                  </a:lnTo>
                  <a:cubicBezTo>
                    <a:pt x="429" y="1115"/>
                    <a:pt x="454" y="1027"/>
                    <a:pt x="517" y="971"/>
                  </a:cubicBezTo>
                  <a:lnTo>
                    <a:pt x="672" y="827"/>
                  </a:lnTo>
                  <a:cubicBezTo>
                    <a:pt x="756" y="753"/>
                    <a:pt x="763" y="626"/>
                    <a:pt x="693" y="542"/>
                  </a:cubicBezTo>
                  <a:cubicBezTo>
                    <a:pt x="653" y="495"/>
                    <a:pt x="597" y="471"/>
                    <a:pt x="541" y="471"/>
                  </a:cubicBezTo>
                  <a:cubicBezTo>
                    <a:pt x="492" y="471"/>
                    <a:pt x="444" y="489"/>
                    <a:pt x="405" y="524"/>
                  </a:cubicBezTo>
                  <a:lnTo>
                    <a:pt x="243" y="676"/>
                  </a:lnTo>
                  <a:cubicBezTo>
                    <a:pt x="74" y="834"/>
                    <a:pt x="0" y="1069"/>
                    <a:pt x="56" y="1291"/>
                  </a:cubicBezTo>
                  <a:lnTo>
                    <a:pt x="352" y="2487"/>
                  </a:lnTo>
                  <a:cubicBezTo>
                    <a:pt x="415" y="2757"/>
                    <a:pt x="651" y="2954"/>
                    <a:pt x="932" y="2968"/>
                  </a:cubicBezTo>
                  <a:lnTo>
                    <a:pt x="2560" y="3056"/>
                  </a:lnTo>
                  <a:cubicBezTo>
                    <a:pt x="2782" y="3067"/>
                    <a:pt x="2957" y="3239"/>
                    <a:pt x="2979" y="3457"/>
                  </a:cubicBezTo>
                  <a:lnTo>
                    <a:pt x="3116" y="4952"/>
                  </a:lnTo>
                  <a:cubicBezTo>
                    <a:pt x="3119" y="4969"/>
                    <a:pt x="3123" y="4987"/>
                    <a:pt x="3130" y="5004"/>
                  </a:cubicBezTo>
                  <a:lnTo>
                    <a:pt x="3675" y="6432"/>
                  </a:lnTo>
                  <a:cubicBezTo>
                    <a:pt x="3807" y="6773"/>
                    <a:pt x="4126" y="6965"/>
                    <a:pt x="4452" y="6965"/>
                  </a:cubicBezTo>
                  <a:cubicBezTo>
                    <a:pt x="4647" y="6965"/>
                    <a:pt x="4845" y="6896"/>
                    <a:pt x="5008" y="6748"/>
                  </a:cubicBezTo>
                  <a:lnTo>
                    <a:pt x="6463" y="5426"/>
                  </a:lnTo>
                  <a:cubicBezTo>
                    <a:pt x="6608" y="5293"/>
                    <a:pt x="6702" y="5113"/>
                    <a:pt x="6731" y="4920"/>
                  </a:cubicBezTo>
                  <a:lnTo>
                    <a:pt x="6878" y="3918"/>
                  </a:lnTo>
                  <a:lnTo>
                    <a:pt x="7888" y="2803"/>
                  </a:lnTo>
                  <a:cubicBezTo>
                    <a:pt x="8053" y="2624"/>
                    <a:pt x="8028" y="2342"/>
                    <a:pt x="7838" y="2195"/>
                  </a:cubicBezTo>
                  <a:lnTo>
                    <a:pt x="9034" y="1393"/>
                  </a:lnTo>
                  <a:cubicBezTo>
                    <a:pt x="9059" y="1375"/>
                    <a:pt x="9076" y="1354"/>
                    <a:pt x="9094" y="1330"/>
                  </a:cubicBezTo>
                  <a:cubicBezTo>
                    <a:pt x="9139" y="1259"/>
                    <a:pt x="9136" y="1171"/>
                    <a:pt x="9087" y="1101"/>
                  </a:cubicBezTo>
                  <a:lnTo>
                    <a:pt x="8949" y="915"/>
                  </a:lnTo>
                  <a:lnTo>
                    <a:pt x="9213" y="883"/>
                  </a:lnTo>
                  <a:cubicBezTo>
                    <a:pt x="9224" y="881"/>
                    <a:pt x="9234" y="881"/>
                    <a:pt x="9245" y="881"/>
                  </a:cubicBezTo>
                  <a:cubicBezTo>
                    <a:pt x="9325" y="881"/>
                    <a:pt x="9401" y="927"/>
                    <a:pt x="9442" y="999"/>
                  </a:cubicBezTo>
                  <a:cubicBezTo>
                    <a:pt x="9478" y="1069"/>
                    <a:pt x="9548" y="1107"/>
                    <a:pt x="9620" y="1107"/>
                  </a:cubicBezTo>
                  <a:cubicBezTo>
                    <a:pt x="9661" y="1107"/>
                    <a:pt x="9702" y="1095"/>
                    <a:pt x="9737" y="1069"/>
                  </a:cubicBezTo>
                  <a:cubicBezTo>
                    <a:pt x="9822" y="1006"/>
                    <a:pt x="9843" y="894"/>
                    <a:pt x="9793" y="802"/>
                  </a:cubicBezTo>
                  <a:cubicBezTo>
                    <a:pt x="9680" y="601"/>
                    <a:pt x="9468" y="481"/>
                    <a:pt x="9243" y="481"/>
                  </a:cubicBezTo>
                  <a:cubicBezTo>
                    <a:pt x="9217" y="481"/>
                    <a:pt x="9190" y="482"/>
                    <a:pt x="9164" y="486"/>
                  </a:cubicBezTo>
                  <a:lnTo>
                    <a:pt x="8179" y="602"/>
                  </a:lnTo>
                  <a:lnTo>
                    <a:pt x="7564" y="53"/>
                  </a:lnTo>
                  <a:cubicBezTo>
                    <a:pt x="7524" y="18"/>
                    <a:pt x="7476" y="1"/>
                    <a:pt x="74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6" name="Google Shape;21306;p90"/>
            <p:cNvSpPr/>
            <p:nvPr/>
          </p:nvSpPr>
          <p:spPr>
            <a:xfrm>
              <a:off x="7389656" y="3423864"/>
              <a:ext cx="26186" cy="28178"/>
            </a:xfrm>
            <a:custGeom>
              <a:rect b="b" l="l" r="r" t="t"/>
              <a:pathLst>
                <a:path extrusionOk="0" h="1075" w="999">
                  <a:moveTo>
                    <a:pt x="278" y="1"/>
                  </a:moveTo>
                  <a:cubicBezTo>
                    <a:pt x="136" y="1"/>
                    <a:pt x="0" y="160"/>
                    <a:pt x="107" y="319"/>
                  </a:cubicBezTo>
                  <a:lnTo>
                    <a:pt x="557" y="984"/>
                  </a:lnTo>
                  <a:cubicBezTo>
                    <a:pt x="601" y="1048"/>
                    <a:pt x="660" y="1075"/>
                    <a:pt x="719" y="1075"/>
                  </a:cubicBezTo>
                  <a:cubicBezTo>
                    <a:pt x="861" y="1075"/>
                    <a:pt x="998" y="916"/>
                    <a:pt x="891" y="759"/>
                  </a:cubicBezTo>
                  <a:lnTo>
                    <a:pt x="441" y="94"/>
                  </a:lnTo>
                  <a:cubicBezTo>
                    <a:pt x="397" y="28"/>
                    <a:pt x="337"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07" name="Google Shape;21307;p90"/>
          <p:cNvGrpSpPr/>
          <p:nvPr/>
        </p:nvGrpSpPr>
        <p:grpSpPr>
          <a:xfrm>
            <a:off x="4674382" y="1997747"/>
            <a:ext cx="381706" cy="301391"/>
            <a:chOff x="4674382" y="1997747"/>
            <a:chExt cx="381706" cy="301391"/>
          </a:xfrm>
        </p:grpSpPr>
        <p:sp>
          <p:nvSpPr>
            <p:cNvPr id="21308" name="Google Shape;21308;p90"/>
            <p:cNvSpPr/>
            <p:nvPr/>
          </p:nvSpPr>
          <p:spPr>
            <a:xfrm>
              <a:off x="4680280" y="2043750"/>
              <a:ext cx="345690" cy="249962"/>
            </a:xfrm>
            <a:custGeom>
              <a:rect b="b" l="l" r="r" t="t"/>
              <a:pathLst>
                <a:path extrusionOk="0" h="9536" w="13188">
                  <a:moveTo>
                    <a:pt x="3053" y="0"/>
                  </a:moveTo>
                  <a:cubicBezTo>
                    <a:pt x="2622" y="0"/>
                    <a:pt x="2201" y="175"/>
                    <a:pt x="1893" y="498"/>
                  </a:cubicBezTo>
                  <a:lnTo>
                    <a:pt x="149" y="2333"/>
                  </a:lnTo>
                  <a:cubicBezTo>
                    <a:pt x="40" y="2446"/>
                    <a:pt x="1" y="2604"/>
                    <a:pt x="40" y="2755"/>
                  </a:cubicBezTo>
                  <a:lnTo>
                    <a:pt x="142" y="3149"/>
                  </a:lnTo>
                  <a:cubicBezTo>
                    <a:pt x="194" y="3347"/>
                    <a:pt x="376" y="3487"/>
                    <a:pt x="581" y="3487"/>
                  </a:cubicBezTo>
                  <a:cubicBezTo>
                    <a:pt x="583" y="3487"/>
                    <a:pt x="586" y="3487"/>
                    <a:pt x="588" y="3487"/>
                  </a:cubicBezTo>
                  <a:cubicBezTo>
                    <a:pt x="1292" y="3473"/>
                    <a:pt x="1812" y="3406"/>
                    <a:pt x="2202" y="3314"/>
                  </a:cubicBezTo>
                  <a:cubicBezTo>
                    <a:pt x="3190" y="4788"/>
                    <a:pt x="4685" y="5663"/>
                    <a:pt x="4685" y="5663"/>
                  </a:cubicBezTo>
                  <a:lnTo>
                    <a:pt x="4713" y="8631"/>
                  </a:lnTo>
                  <a:lnTo>
                    <a:pt x="4052" y="8797"/>
                  </a:lnTo>
                  <a:cubicBezTo>
                    <a:pt x="3901" y="8832"/>
                    <a:pt x="3781" y="8944"/>
                    <a:pt x="3732" y="9092"/>
                  </a:cubicBezTo>
                  <a:lnTo>
                    <a:pt x="3665" y="9285"/>
                  </a:lnTo>
                  <a:cubicBezTo>
                    <a:pt x="3626" y="9408"/>
                    <a:pt x="3718" y="9532"/>
                    <a:pt x="3844" y="9535"/>
                  </a:cubicBezTo>
                  <a:lnTo>
                    <a:pt x="4699" y="9535"/>
                  </a:lnTo>
                  <a:cubicBezTo>
                    <a:pt x="4850" y="9535"/>
                    <a:pt x="4991" y="9458"/>
                    <a:pt x="5075" y="9331"/>
                  </a:cubicBezTo>
                  <a:lnTo>
                    <a:pt x="5307" y="8979"/>
                  </a:lnTo>
                  <a:cubicBezTo>
                    <a:pt x="5364" y="8899"/>
                    <a:pt x="5399" y="8804"/>
                    <a:pt x="5413" y="8705"/>
                  </a:cubicBezTo>
                  <a:lnTo>
                    <a:pt x="5877" y="6012"/>
                  </a:lnTo>
                  <a:cubicBezTo>
                    <a:pt x="6483" y="6263"/>
                    <a:pt x="7157" y="6371"/>
                    <a:pt x="7847" y="6371"/>
                  </a:cubicBezTo>
                  <a:cubicBezTo>
                    <a:pt x="9084" y="6371"/>
                    <a:pt x="10372" y="6026"/>
                    <a:pt x="11408" y="5554"/>
                  </a:cubicBezTo>
                  <a:lnTo>
                    <a:pt x="12312" y="7270"/>
                  </a:lnTo>
                  <a:lnTo>
                    <a:pt x="12312" y="8582"/>
                  </a:lnTo>
                  <a:lnTo>
                    <a:pt x="11764" y="8783"/>
                  </a:lnTo>
                  <a:cubicBezTo>
                    <a:pt x="11630" y="8828"/>
                    <a:pt x="11524" y="8934"/>
                    <a:pt x="11479" y="9067"/>
                  </a:cubicBezTo>
                  <a:lnTo>
                    <a:pt x="11408" y="9285"/>
                  </a:lnTo>
                  <a:cubicBezTo>
                    <a:pt x="11366" y="9405"/>
                    <a:pt x="11458" y="9532"/>
                    <a:pt x="11588" y="9532"/>
                  </a:cubicBezTo>
                  <a:lnTo>
                    <a:pt x="12382" y="9532"/>
                  </a:lnTo>
                  <a:cubicBezTo>
                    <a:pt x="12565" y="9532"/>
                    <a:pt x="12727" y="9426"/>
                    <a:pt x="12797" y="9261"/>
                  </a:cubicBezTo>
                  <a:lnTo>
                    <a:pt x="13040" y="8702"/>
                  </a:lnTo>
                  <a:cubicBezTo>
                    <a:pt x="13100" y="8561"/>
                    <a:pt x="13131" y="8406"/>
                    <a:pt x="13131" y="8252"/>
                  </a:cubicBezTo>
                  <a:lnTo>
                    <a:pt x="13131" y="6778"/>
                  </a:lnTo>
                  <a:cubicBezTo>
                    <a:pt x="13131" y="6662"/>
                    <a:pt x="13110" y="6550"/>
                    <a:pt x="13068" y="6441"/>
                  </a:cubicBezTo>
                  <a:cubicBezTo>
                    <a:pt x="12945" y="6128"/>
                    <a:pt x="12681" y="5382"/>
                    <a:pt x="12681" y="4693"/>
                  </a:cubicBezTo>
                  <a:cubicBezTo>
                    <a:pt x="12681" y="3884"/>
                    <a:pt x="13188" y="3638"/>
                    <a:pt x="13131" y="2569"/>
                  </a:cubicBezTo>
                  <a:cubicBezTo>
                    <a:pt x="13110" y="2119"/>
                    <a:pt x="12738" y="888"/>
                    <a:pt x="11693" y="547"/>
                  </a:cubicBezTo>
                  <a:cubicBezTo>
                    <a:pt x="11405" y="454"/>
                    <a:pt x="11103" y="418"/>
                    <a:pt x="10780" y="418"/>
                  </a:cubicBezTo>
                  <a:cubicBezTo>
                    <a:pt x="9781" y="418"/>
                    <a:pt x="8581" y="756"/>
                    <a:pt x="6982" y="756"/>
                  </a:cubicBezTo>
                  <a:cubicBezTo>
                    <a:pt x="6313" y="756"/>
                    <a:pt x="5575" y="697"/>
                    <a:pt x="4752" y="529"/>
                  </a:cubicBezTo>
                  <a:lnTo>
                    <a:pt x="3616" y="104"/>
                  </a:lnTo>
                  <a:cubicBezTo>
                    <a:pt x="3432" y="34"/>
                    <a:pt x="3242" y="0"/>
                    <a:pt x="3053" y="0"/>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9" name="Google Shape;21309;p90"/>
            <p:cNvSpPr/>
            <p:nvPr/>
          </p:nvSpPr>
          <p:spPr>
            <a:xfrm>
              <a:off x="4712652" y="2012400"/>
              <a:ext cx="49253" cy="52530"/>
            </a:xfrm>
            <a:custGeom>
              <a:rect b="b" l="l" r="r" t="t"/>
              <a:pathLst>
                <a:path extrusionOk="0" h="2004" w="1879">
                  <a:moveTo>
                    <a:pt x="164" y="1"/>
                  </a:moveTo>
                  <a:cubicBezTo>
                    <a:pt x="117" y="1"/>
                    <a:pt x="70" y="32"/>
                    <a:pt x="60" y="90"/>
                  </a:cubicBezTo>
                  <a:cubicBezTo>
                    <a:pt x="0" y="653"/>
                    <a:pt x="92" y="1609"/>
                    <a:pt x="1263" y="1993"/>
                  </a:cubicBezTo>
                  <a:cubicBezTo>
                    <a:pt x="1288" y="2000"/>
                    <a:pt x="1314" y="2004"/>
                    <a:pt x="1340" y="2004"/>
                  </a:cubicBezTo>
                  <a:cubicBezTo>
                    <a:pt x="1402" y="2004"/>
                    <a:pt x="1463" y="1984"/>
                    <a:pt x="1512" y="1947"/>
                  </a:cubicBezTo>
                  <a:cubicBezTo>
                    <a:pt x="1664" y="1827"/>
                    <a:pt x="1776" y="1666"/>
                    <a:pt x="1836" y="1483"/>
                  </a:cubicBezTo>
                  <a:cubicBezTo>
                    <a:pt x="1878" y="1335"/>
                    <a:pt x="1787" y="1184"/>
                    <a:pt x="1635" y="1152"/>
                  </a:cubicBezTo>
                  <a:cubicBezTo>
                    <a:pt x="1122" y="1029"/>
                    <a:pt x="531" y="702"/>
                    <a:pt x="260" y="66"/>
                  </a:cubicBezTo>
                  <a:cubicBezTo>
                    <a:pt x="242" y="22"/>
                    <a:pt x="203" y="1"/>
                    <a:pt x="16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0" name="Google Shape;21310;p90"/>
            <p:cNvSpPr/>
            <p:nvPr/>
          </p:nvSpPr>
          <p:spPr>
            <a:xfrm>
              <a:off x="4775326" y="2269990"/>
              <a:ext cx="43801" cy="23722"/>
            </a:xfrm>
            <a:custGeom>
              <a:rect b="b" l="l" r="r" t="t"/>
              <a:pathLst>
                <a:path extrusionOk="0" h="905" w="1671">
                  <a:moveTo>
                    <a:pt x="1087" y="0"/>
                  </a:moveTo>
                  <a:lnTo>
                    <a:pt x="426" y="166"/>
                  </a:lnTo>
                  <a:cubicBezTo>
                    <a:pt x="275" y="201"/>
                    <a:pt x="155" y="313"/>
                    <a:pt x="106" y="461"/>
                  </a:cubicBezTo>
                  <a:lnTo>
                    <a:pt x="43" y="654"/>
                  </a:lnTo>
                  <a:cubicBezTo>
                    <a:pt x="0" y="777"/>
                    <a:pt x="92" y="901"/>
                    <a:pt x="222" y="904"/>
                  </a:cubicBezTo>
                  <a:lnTo>
                    <a:pt x="1073" y="904"/>
                  </a:lnTo>
                  <a:cubicBezTo>
                    <a:pt x="1224" y="904"/>
                    <a:pt x="1368" y="827"/>
                    <a:pt x="1449" y="700"/>
                  </a:cubicBezTo>
                  <a:lnTo>
                    <a:pt x="1671" y="370"/>
                  </a:lnTo>
                  <a:lnTo>
                    <a:pt x="1087"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1" name="Google Shape;21311;p90"/>
            <p:cNvSpPr/>
            <p:nvPr/>
          </p:nvSpPr>
          <p:spPr>
            <a:xfrm>
              <a:off x="4978211" y="2268705"/>
              <a:ext cx="40656" cy="25007"/>
            </a:xfrm>
            <a:custGeom>
              <a:rect b="b" l="l" r="r" t="t"/>
              <a:pathLst>
                <a:path extrusionOk="0" h="954" w="1551">
                  <a:moveTo>
                    <a:pt x="950" y="0"/>
                  </a:moveTo>
                  <a:lnTo>
                    <a:pt x="401" y="204"/>
                  </a:lnTo>
                  <a:cubicBezTo>
                    <a:pt x="264" y="246"/>
                    <a:pt x="158" y="352"/>
                    <a:pt x="113" y="489"/>
                  </a:cubicBezTo>
                  <a:lnTo>
                    <a:pt x="42" y="703"/>
                  </a:lnTo>
                  <a:cubicBezTo>
                    <a:pt x="0" y="826"/>
                    <a:pt x="92" y="953"/>
                    <a:pt x="222" y="953"/>
                  </a:cubicBezTo>
                  <a:lnTo>
                    <a:pt x="1016" y="953"/>
                  </a:lnTo>
                  <a:cubicBezTo>
                    <a:pt x="1199" y="953"/>
                    <a:pt x="1361" y="844"/>
                    <a:pt x="1431" y="679"/>
                  </a:cubicBezTo>
                  <a:lnTo>
                    <a:pt x="1551" y="408"/>
                  </a:lnTo>
                  <a:lnTo>
                    <a:pt x="950"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2" name="Google Shape;21312;p90"/>
            <p:cNvSpPr/>
            <p:nvPr/>
          </p:nvSpPr>
          <p:spPr>
            <a:xfrm>
              <a:off x="4738000" y="2117066"/>
              <a:ext cx="65086" cy="75151"/>
            </a:xfrm>
            <a:custGeom>
              <a:rect b="b" l="l" r="r" t="t"/>
              <a:pathLst>
                <a:path extrusionOk="0" h="2867" w="2483">
                  <a:moveTo>
                    <a:pt x="900" y="0"/>
                  </a:moveTo>
                  <a:cubicBezTo>
                    <a:pt x="839" y="0"/>
                    <a:pt x="777" y="23"/>
                    <a:pt x="728" y="71"/>
                  </a:cubicBezTo>
                  <a:cubicBezTo>
                    <a:pt x="524" y="271"/>
                    <a:pt x="275" y="426"/>
                    <a:pt x="0" y="517"/>
                  </a:cubicBezTo>
                  <a:cubicBezTo>
                    <a:pt x="988" y="1991"/>
                    <a:pt x="2483" y="2866"/>
                    <a:pt x="2483" y="2866"/>
                  </a:cubicBezTo>
                  <a:cubicBezTo>
                    <a:pt x="2483" y="2047"/>
                    <a:pt x="2363" y="1783"/>
                    <a:pt x="2202" y="1625"/>
                  </a:cubicBezTo>
                  <a:cubicBezTo>
                    <a:pt x="1780" y="1175"/>
                    <a:pt x="1414" y="672"/>
                    <a:pt x="1119" y="134"/>
                  </a:cubicBezTo>
                  <a:cubicBezTo>
                    <a:pt x="1073" y="47"/>
                    <a:pt x="987" y="0"/>
                    <a:pt x="900"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3" name="Google Shape;21313;p90"/>
            <p:cNvSpPr/>
            <p:nvPr/>
          </p:nvSpPr>
          <p:spPr>
            <a:xfrm>
              <a:off x="4834304" y="2170802"/>
              <a:ext cx="145034" cy="40000"/>
            </a:xfrm>
            <a:custGeom>
              <a:rect b="b" l="l" r="r" t="t"/>
              <a:pathLst>
                <a:path extrusionOk="0" h="1526" w="5533">
                  <a:moveTo>
                    <a:pt x="4935" y="0"/>
                  </a:moveTo>
                  <a:cubicBezTo>
                    <a:pt x="4889" y="0"/>
                    <a:pt x="4843" y="7"/>
                    <a:pt x="4797" y="22"/>
                  </a:cubicBezTo>
                  <a:cubicBezTo>
                    <a:pt x="3872" y="316"/>
                    <a:pt x="2872" y="399"/>
                    <a:pt x="2039" y="399"/>
                  </a:cubicBezTo>
                  <a:cubicBezTo>
                    <a:pt x="1437" y="399"/>
                    <a:pt x="923" y="355"/>
                    <a:pt x="588" y="317"/>
                  </a:cubicBezTo>
                  <a:cubicBezTo>
                    <a:pt x="570" y="315"/>
                    <a:pt x="552" y="314"/>
                    <a:pt x="534" y="314"/>
                  </a:cubicBezTo>
                  <a:cubicBezTo>
                    <a:pt x="321" y="314"/>
                    <a:pt x="135" y="465"/>
                    <a:pt x="96" y="679"/>
                  </a:cubicBezTo>
                  <a:lnTo>
                    <a:pt x="1" y="1165"/>
                  </a:lnTo>
                  <a:cubicBezTo>
                    <a:pt x="608" y="1418"/>
                    <a:pt x="1283" y="1526"/>
                    <a:pt x="1974" y="1526"/>
                  </a:cubicBezTo>
                  <a:cubicBezTo>
                    <a:pt x="3210" y="1526"/>
                    <a:pt x="4497" y="1181"/>
                    <a:pt x="5532" y="707"/>
                  </a:cubicBezTo>
                  <a:lnTo>
                    <a:pt x="5349" y="275"/>
                  </a:lnTo>
                  <a:cubicBezTo>
                    <a:pt x="5280" y="104"/>
                    <a:pt x="5112" y="0"/>
                    <a:pt x="4935"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4" name="Google Shape;21314;p90"/>
            <p:cNvSpPr/>
            <p:nvPr/>
          </p:nvSpPr>
          <p:spPr>
            <a:xfrm>
              <a:off x="4680280" y="2086738"/>
              <a:ext cx="47785" cy="48414"/>
            </a:xfrm>
            <a:custGeom>
              <a:rect b="b" l="l" r="r" t="t"/>
              <a:pathLst>
                <a:path extrusionOk="0" h="1847" w="1823">
                  <a:moveTo>
                    <a:pt x="803" y="1"/>
                  </a:moveTo>
                  <a:lnTo>
                    <a:pt x="149" y="693"/>
                  </a:lnTo>
                  <a:cubicBezTo>
                    <a:pt x="40" y="806"/>
                    <a:pt x="1" y="964"/>
                    <a:pt x="40" y="1115"/>
                  </a:cubicBezTo>
                  <a:lnTo>
                    <a:pt x="142" y="1509"/>
                  </a:lnTo>
                  <a:cubicBezTo>
                    <a:pt x="194" y="1707"/>
                    <a:pt x="376" y="1847"/>
                    <a:pt x="581" y="1847"/>
                  </a:cubicBezTo>
                  <a:cubicBezTo>
                    <a:pt x="583" y="1847"/>
                    <a:pt x="586" y="1847"/>
                    <a:pt x="588" y="1847"/>
                  </a:cubicBezTo>
                  <a:cubicBezTo>
                    <a:pt x="968" y="1843"/>
                    <a:pt x="1344" y="1815"/>
                    <a:pt x="1721" y="1762"/>
                  </a:cubicBezTo>
                  <a:cubicBezTo>
                    <a:pt x="1823" y="1425"/>
                    <a:pt x="1643" y="1066"/>
                    <a:pt x="1401" y="831"/>
                  </a:cubicBezTo>
                  <a:cubicBezTo>
                    <a:pt x="1154" y="588"/>
                    <a:pt x="954" y="307"/>
                    <a:pt x="803"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5" name="Google Shape;21315;p90"/>
            <p:cNvSpPr/>
            <p:nvPr/>
          </p:nvSpPr>
          <p:spPr>
            <a:xfrm>
              <a:off x="4760673" y="2043225"/>
              <a:ext cx="44535" cy="28808"/>
            </a:xfrm>
            <a:custGeom>
              <a:rect b="b" l="l" r="r" t="t"/>
              <a:pathLst>
                <a:path extrusionOk="0" h="1099" w="1699">
                  <a:moveTo>
                    <a:pt x="231" y="1"/>
                  </a:moveTo>
                  <a:cubicBezTo>
                    <a:pt x="103" y="1"/>
                    <a:pt x="1" y="107"/>
                    <a:pt x="7" y="233"/>
                  </a:cubicBezTo>
                  <a:lnTo>
                    <a:pt x="32" y="634"/>
                  </a:lnTo>
                  <a:cubicBezTo>
                    <a:pt x="41" y="898"/>
                    <a:pt x="262" y="1098"/>
                    <a:pt x="514" y="1098"/>
                  </a:cubicBezTo>
                  <a:cubicBezTo>
                    <a:pt x="547" y="1098"/>
                    <a:pt x="581" y="1095"/>
                    <a:pt x="616" y="1087"/>
                  </a:cubicBezTo>
                  <a:cubicBezTo>
                    <a:pt x="974" y="1017"/>
                    <a:pt x="1414" y="859"/>
                    <a:pt x="1639" y="497"/>
                  </a:cubicBezTo>
                  <a:cubicBezTo>
                    <a:pt x="1699" y="405"/>
                    <a:pt x="1657" y="279"/>
                    <a:pt x="1551" y="240"/>
                  </a:cubicBezTo>
                  <a:cubicBezTo>
                    <a:pt x="1340" y="152"/>
                    <a:pt x="922" y="29"/>
                    <a:pt x="243" y="1"/>
                  </a:cubicBezTo>
                  <a:cubicBezTo>
                    <a:pt x="239" y="1"/>
                    <a:pt x="235" y="1"/>
                    <a:pt x="231"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6" name="Google Shape;21316;p90"/>
            <p:cNvSpPr/>
            <p:nvPr/>
          </p:nvSpPr>
          <p:spPr>
            <a:xfrm>
              <a:off x="4674382" y="1997747"/>
              <a:ext cx="381706" cy="301391"/>
            </a:xfrm>
            <a:custGeom>
              <a:rect b="b" l="l" r="r" t="t"/>
              <a:pathLst>
                <a:path extrusionOk="0" h="11498" w="14562">
                  <a:moveTo>
                    <a:pt x="1724" y="1057"/>
                  </a:moveTo>
                  <a:lnTo>
                    <a:pt x="1724" y="1057"/>
                  </a:lnTo>
                  <a:cubicBezTo>
                    <a:pt x="2079" y="1560"/>
                    <a:pt x="2635" y="1831"/>
                    <a:pt x="3131" y="1933"/>
                  </a:cubicBezTo>
                  <a:cubicBezTo>
                    <a:pt x="3060" y="2098"/>
                    <a:pt x="2951" y="2242"/>
                    <a:pt x="2811" y="2355"/>
                  </a:cubicBezTo>
                  <a:cubicBezTo>
                    <a:pt x="2378" y="2218"/>
                    <a:pt x="2069" y="1986"/>
                    <a:pt x="1893" y="1662"/>
                  </a:cubicBezTo>
                  <a:cubicBezTo>
                    <a:pt x="1794" y="1472"/>
                    <a:pt x="1738" y="1268"/>
                    <a:pt x="1724" y="1057"/>
                  </a:cubicBezTo>
                  <a:close/>
                  <a:moveTo>
                    <a:pt x="3560" y="1979"/>
                  </a:moveTo>
                  <a:cubicBezTo>
                    <a:pt x="4207" y="1986"/>
                    <a:pt x="4551" y="2081"/>
                    <a:pt x="4720" y="2147"/>
                  </a:cubicBezTo>
                  <a:cubicBezTo>
                    <a:pt x="4428" y="2622"/>
                    <a:pt x="3820" y="2629"/>
                    <a:pt x="3785" y="2629"/>
                  </a:cubicBezTo>
                  <a:cubicBezTo>
                    <a:pt x="3500" y="2629"/>
                    <a:pt x="3500" y="3055"/>
                    <a:pt x="3785" y="3055"/>
                  </a:cubicBezTo>
                  <a:lnTo>
                    <a:pt x="3788" y="3055"/>
                  </a:lnTo>
                  <a:cubicBezTo>
                    <a:pt x="3858" y="3055"/>
                    <a:pt x="4565" y="3040"/>
                    <a:pt x="4991" y="2502"/>
                  </a:cubicBezTo>
                  <a:cubicBezTo>
                    <a:pt x="5808" y="2666"/>
                    <a:pt x="6544" y="2724"/>
                    <a:pt x="7210" y="2724"/>
                  </a:cubicBezTo>
                  <a:cubicBezTo>
                    <a:pt x="8117" y="2724"/>
                    <a:pt x="8896" y="2617"/>
                    <a:pt x="9580" y="2524"/>
                  </a:cubicBezTo>
                  <a:cubicBezTo>
                    <a:pt x="10115" y="2452"/>
                    <a:pt x="10584" y="2388"/>
                    <a:pt x="11008" y="2388"/>
                  </a:cubicBezTo>
                  <a:cubicBezTo>
                    <a:pt x="11311" y="2388"/>
                    <a:pt x="11591" y="2421"/>
                    <a:pt x="11855" y="2506"/>
                  </a:cubicBezTo>
                  <a:cubicBezTo>
                    <a:pt x="12857" y="2830"/>
                    <a:pt x="13135" y="4053"/>
                    <a:pt x="13149" y="4335"/>
                  </a:cubicBezTo>
                  <a:cubicBezTo>
                    <a:pt x="13174" y="4880"/>
                    <a:pt x="13050" y="5175"/>
                    <a:pt x="12920" y="5491"/>
                  </a:cubicBezTo>
                  <a:cubicBezTo>
                    <a:pt x="12811" y="5762"/>
                    <a:pt x="12695" y="6044"/>
                    <a:pt x="12695" y="6448"/>
                  </a:cubicBezTo>
                  <a:cubicBezTo>
                    <a:pt x="12695" y="7292"/>
                    <a:pt x="13058" y="8189"/>
                    <a:pt x="13145" y="8396"/>
                  </a:cubicBezTo>
                  <a:lnTo>
                    <a:pt x="13145" y="10010"/>
                  </a:lnTo>
                  <a:cubicBezTo>
                    <a:pt x="13145" y="10133"/>
                    <a:pt x="13121" y="10260"/>
                    <a:pt x="13072" y="10376"/>
                  </a:cubicBezTo>
                  <a:lnTo>
                    <a:pt x="12766" y="11079"/>
                  </a:lnTo>
                  <a:lnTo>
                    <a:pt x="11844" y="11079"/>
                  </a:lnTo>
                  <a:lnTo>
                    <a:pt x="11904" y="10893"/>
                  </a:lnTo>
                  <a:cubicBezTo>
                    <a:pt x="11929" y="10819"/>
                    <a:pt x="11985" y="10763"/>
                    <a:pt x="12059" y="10738"/>
                  </a:cubicBezTo>
                  <a:lnTo>
                    <a:pt x="12062" y="10738"/>
                  </a:lnTo>
                  <a:lnTo>
                    <a:pt x="12611" y="10538"/>
                  </a:lnTo>
                  <a:cubicBezTo>
                    <a:pt x="12695" y="10506"/>
                    <a:pt x="12752" y="10429"/>
                    <a:pt x="12752" y="10341"/>
                  </a:cubicBezTo>
                  <a:lnTo>
                    <a:pt x="12752" y="9029"/>
                  </a:lnTo>
                  <a:cubicBezTo>
                    <a:pt x="12752" y="8994"/>
                    <a:pt x="12741" y="8962"/>
                    <a:pt x="12727" y="8931"/>
                  </a:cubicBezTo>
                  <a:lnTo>
                    <a:pt x="11264" y="6156"/>
                  </a:lnTo>
                  <a:cubicBezTo>
                    <a:pt x="11221" y="6078"/>
                    <a:pt x="11153" y="6046"/>
                    <a:pt x="11086" y="6046"/>
                  </a:cubicBezTo>
                  <a:cubicBezTo>
                    <a:pt x="10947" y="6046"/>
                    <a:pt x="10808" y="6187"/>
                    <a:pt x="10891" y="6353"/>
                  </a:cubicBezTo>
                  <a:lnTo>
                    <a:pt x="11320" y="7169"/>
                  </a:lnTo>
                  <a:cubicBezTo>
                    <a:pt x="10519" y="7552"/>
                    <a:pt x="9661" y="7798"/>
                    <a:pt x="8782" y="7897"/>
                  </a:cubicBezTo>
                  <a:cubicBezTo>
                    <a:pt x="8540" y="7923"/>
                    <a:pt x="8302" y="7937"/>
                    <a:pt x="8070" y="7937"/>
                  </a:cubicBezTo>
                  <a:cubicBezTo>
                    <a:pt x="7445" y="7937"/>
                    <a:pt x="6858" y="7841"/>
                    <a:pt x="6338" y="7654"/>
                  </a:cubicBezTo>
                  <a:lnTo>
                    <a:pt x="6429" y="7116"/>
                  </a:lnTo>
                  <a:cubicBezTo>
                    <a:pt x="6453" y="6961"/>
                    <a:pt x="6333" y="6871"/>
                    <a:pt x="6215" y="6871"/>
                  </a:cubicBezTo>
                  <a:cubicBezTo>
                    <a:pt x="6125" y="6871"/>
                    <a:pt x="6035" y="6924"/>
                    <a:pt x="6014" y="7042"/>
                  </a:cubicBezTo>
                  <a:lnTo>
                    <a:pt x="5434" y="10425"/>
                  </a:lnTo>
                  <a:lnTo>
                    <a:pt x="5434" y="10429"/>
                  </a:lnTo>
                  <a:cubicBezTo>
                    <a:pt x="5423" y="10499"/>
                    <a:pt x="5395" y="10562"/>
                    <a:pt x="5360" y="10618"/>
                  </a:cubicBezTo>
                  <a:lnTo>
                    <a:pt x="5051" y="11076"/>
                  </a:lnTo>
                  <a:lnTo>
                    <a:pt x="4101" y="11076"/>
                  </a:lnTo>
                  <a:lnTo>
                    <a:pt x="4157" y="10910"/>
                  </a:lnTo>
                  <a:cubicBezTo>
                    <a:pt x="4182" y="10833"/>
                    <a:pt x="4249" y="10773"/>
                    <a:pt x="4326" y="10756"/>
                  </a:cubicBezTo>
                  <a:lnTo>
                    <a:pt x="4991" y="10587"/>
                  </a:lnTo>
                  <a:cubicBezTo>
                    <a:pt x="5086" y="10566"/>
                    <a:pt x="5153" y="10478"/>
                    <a:pt x="5149" y="10383"/>
                  </a:cubicBezTo>
                  <a:lnTo>
                    <a:pt x="5121" y="7415"/>
                  </a:lnTo>
                  <a:cubicBezTo>
                    <a:pt x="5121" y="7341"/>
                    <a:pt x="5082" y="7271"/>
                    <a:pt x="5019" y="7236"/>
                  </a:cubicBezTo>
                  <a:cubicBezTo>
                    <a:pt x="5005" y="7225"/>
                    <a:pt x="3718" y="6465"/>
                    <a:pt x="2772" y="5189"/>
                  </a:cubicBezTo>
                  <a:cubicBezTo>
                    <a:pt x="3145" y="5069"/>
                    <a:pt x="3415" y="4904"/>
                    <a:pt x="3581" y="4697"/>
                  </a:cubicBezTo>
                  <a:cubicBezTo>
                    <a:pt x="3795" y="4433"/>
                    <a:pt x="3753" y="4190"/>
                    <a:pt x="3746" y="4162"/>
                  </a:cubicBezTo>
                  <a:cubicBezTo>
                    <a:pt x="3721" y="4047"/>
                    <a:pt x="3633" y="3995"/>
                    <a:pt x="3544" y="3995"/>
                  </a:cubicBezTo>
                  <a:cubicBezTo>
                    <a:pt x="3422" y="3995"/>
                    <a:pt x="3298" y="4092"/>
                    <a:pt x="3331" y="4250"/>
                  </a:cubicBezTo>
                  <a:cubicBezTo>
                    <a:pt x="3324" y="4317"/>
                    <a:pt x="3296" y="4384"/>
                    <a:pt x="3250" y="4433"/>
                  </a:cubicBezTo>
                  <a:cubicBezTo>
                    <a:pt x="3085" y="4644"/>
                    <a:pt x="2543" y="4999"/>
                    <a:pt x="810" y="5031"/>
                  </a:cubicBezTo>
                  <a:lnTo>
                    <a:pt x="806" y="5031"/>
                  </a:lnTo>
                  <a:cubicBezTo>
                    <a:pt x="697" y="5031"/>
                    <a:pt x="599" y="4957"/>
                    <a:pt x="571" y="4851"/>
                  </a:cubicBezTo>
                  <a:lnTo>
                    <a:pt x="469" y="4458"/>
                  </a:lnTo>
                  <a:cubicBezTo>
                    <a:pt x="448" y="4377"/>
                    <a:pt x="469" y="4292"/>
                    <a:pt x="525" y="4233"/>
                  </a:cubicBezTo>
                  <a:lnTo>
                    <a:pt x="2146" y="2517"/>
                  </a:lnTo>
                  <a:cubicBezTo>
                    <a:pt x="2346" y="2640"/>
                    <a:pt x="2564" y="2731"/>
                    <a:pt x="2793" y="2791"/>
                  </a:cubicBezTo>
                  <a:cubicBezTo>
                    <a:pt x="2812" y="2797"/>
                    <a:pt x="2832" y="2800"/>
                    <a:pt x="2851" y="2800"/>
                  </a:cubicBezTo>
                  <a:cubicBezTo>
                    <a:pt x="2887" y="2800"/>
                    <a:pt x="2923" y="2790"/>
                    <a:pt x="2955" y="2770"/>
                  </a:cubicBezTo>
                  <a:cubicBezTo>
                    <a:pt x="3243" y="2587"/>
                    <a:pt x="3458" y="2306"/>
                    <a:pt x="3560" y="1979"/>
                  </a:cubicBezTo>
                  <a:close/>
                  <a:moveTo>
                    <a:pt x="1604" y="1"/>
                  </a:moveTo>
                  <a:cubicBezTo>
                    <a:pt x="1520" y="1"/>
                    <a:pt x="1437" y="48"/>
                    <a:pt x="1404" y="146"/>
                  </a:cubicBezTo>
                  <a:cubicBezTo>
                    <a:pt x="1390" y="185"/>
                    <a:pt x="1102" y="1078"/>
                    <a:pt x="1517" y="1855"/>
                  </a:cubicBezTo>
                  <a:cubicBezTo>
                    <a:pt x="1594" y="2003"/>
                    <a:pt x="1692" y="2137"/>
                    <a:pt x="1812" y="2253"/>
                  </a:cubicBezTo>
                  <a:lnTo>
                    <a:pt x="219" y="3941"/>
                  </a:lnTo>
                  <a:cubicBezTo>
                    <a:pt x="61" y="4106"/>
                    <a:pt x="1" y="4342"/>
                    <a:pt x="57" y="4563"/>
                  </a:cubicBezTo>
                  <a:lnTo>
                    <a:pt x="163" y="4953"/>
                  </a:lnTo>
                  <a:cubicBezTo>
                    <a:pt x="236" y="5246"/>
                    <a:pt x="499" y="5449"/>
                    <a:pt x="799" y="5449"/>
                  </a:cubicBezTo>
                  <a:cubicBezTo>
                    <a:pt x="801" y="5449"/>
                    <a:pt x="804" y="5449"/>
                    <a:pt x="806" y="5449"/>
                  </a:cubicBezTo>
                  <a:lnTo>
                    <a:pt x="817" y="5449"/>
                  </a:lnTo>
                  <a:cubicBezTo>
                    <a:pt x="1411" y="5439"/>
                    <a:pt x="1914" y="5389"/>
                    <a:pt x="2332" y="5305"/>
                  </a:cubicBezTo>
                  <a:cubicBezTo>
                    <a:pt x="3190" y="6525"/>
                    <a:pt x="4347" y="7313"/>
                    <a:pt x="4699" y="7534"/>
                  </a:cubicBezTo>
                  <a:lnTo>
                    <a:pt x="4724" y="10218"/>
                  </a:lnTo>
                  <a:lnTo>
                    <a:pt x="4224" y="10341"/>
                  </a:lnTo>
                  <a:cubicBezTo>
                    <a:pt x="4003" y="10397"/>
                    <a:pt x="3827" y="10559"/>
                    <a:pt x="3757" y="10777"/>
                  </a:cubicBezTo>
                  <a:lnTo>
                    <a:pt x="3609" y="11220"/>
                  </a:lnTo>
                  <a:cubicBezTo>
                    <a:pt x="3563" y="11353"/>
                    <a:pt x="3662" y="11498"/>
                    <a:pt x="3809" y="11498"/>
                  </a:cubicBezTo>
                  <a:lnTo>
                    <a:pt x="5163" y="11498"/>
                  </a:lnTo>
                  <a:cubicBezTo>
                    <a:pt x="5233" y="11498"/>
                    <a:pt x="5300" y="11462"/>
                    <a:pt x="5339" y="11403"/>
                  </a:cubicBezTo>
                  <a:lnTo>
                    <a:pt x="5708" y="10850"/>
                  </a:lnTo>
                  <a:cubicBezTo>
                    <a:pt x="5778" y="10741"/>
                    <a:pt x="5828" y="10618"/>
                    <a:pt x="5845" y="10492"/>
                  </a:cubicBezTo>
                  <a:lnTo>
                    <a:pt x="6260" y="8073"/>
                  </a:lnTo>
                  <a:cubicBezTo>
                    <a:pt x="6837" y="8262"/>
                    <a:pt x="7437" y="8357"/>
                    <a:pt x="8045" y="8357"/>
                  </a:cubicBezTo>
                  <a:cubicBezTo>
                    <a:pt x="8056" y="8357"/>
                    <a:pt x="8067" y="8357"/>
                    <a:pt x="8078" y="8357"/>
                  </a:cubicBezTo>
                  <a:cubicBezTo>
                    <a:pt x="9186" y="8357"/>
                    <a:pt x="10381" y="8080"/>
                    <a:pt x="11517" y="7538"/>
                  </a:cubicBezTo>
                  <a:lnTo>
                    <a:pt x="12326" y="9075"/>
                  </a:lnTo>
                  <a:lnTo>
                    <a:pt x="12326" y="10186"/>
                  </a:lnTo>
                  <a:lnTo>
                    <a:pt x="11918" y="10334"/>
                  </a:lnTo>
                  <a:cubicBezTo>
                    <a:pt x="11721" y="10400"/>
                    <a:pt x="11570" y="10555"/>
                    <a:pt x="11503" y="10752"/>
                  </a:cubicBezTo>
                  <a:lnTo>
                    <a:pt x="11349" y="11216"/>
                  </a:lnTo>
                  <a:cubicBezTo>
                    <a:pt x="11303" y="11353"/>
                    <a:pt x="11405" y="11494"/>
                    <a:pt x="11549" y="11494"/>
                  </a:cubicBezTo>
                  <a:lnTo>
                    <a:pt x="12906" y="11494"/>
                  </a:lnTo>
                  <a:cubicBezTo>
                    <a:pt x="12991" y="11494"/>
                    <a:pt x="13065" y="11445"/>
                    <a:pt x="13100" y="11367"/>
                  </a:cubicBezTo>
                  <a:lnTo>
                    <a:pt x="13458" y="10538"/>
                  </a:lnTo>
                  <a:cubicBezTo>
                    <a:pt x="13532" y="10369"/>
                    <a:pt x="13567" y="10189"/>
                    <a:pt x="13567" y="10007"/>
                  </a:cubicBezTo>
                  <a:lnTo>
                    <a:pt x="13567" y="8350"/>
                  </a:lnTo>
                  <a:cubicBezTo>
                    <a:pt x="13567" y="8319"/>
                    <a:pt x="13560" y="8291"/>
                    <a:pt x="13550" y="8262"/>
                  </a:cubicBezTo>
                  <a:cubicBezTo>
                    <a:pt x="13546" y="8252"/>
                    <a:pt x="13117" y="7295"/>
                    <a:pt x="13117" y="6448"/>
                  </a:cubicBezTo>
                  <a:cubicBezTo>
                    <a:pt x="13117" y="6124"/>
                    <a:pt x="13209" y="5906"/>
                    <a:pt x="13311" y="5650"/>
                  </a:cubicBezTo>
                  <a:cubicBezTo>
                    <a:pt x="13448" y="5323"/>
                    <a:pt x="13603" y="4946"/>
                    <a:pt x="13567" y="4313"/>
                  </a:cubicBezTo>
                  <a:cubicBezTo>
                    <a:pt x="13553" y="4025"/>
                    <a:pt x="13434" y="3547"/>
                    <a:pt x="13167" y="3100"/>
                  </a:cubicBezTo>
                  <a:lnTo>
                    <a:pt x="13167" y="3100"/>
                  </a:lnTo>
                  <a:cubicBezTo>
                    <a:pt x="13283" y="3167"/>
                    <a:pt x="13385" y="3251"/>
                    <a:pt x="13476" y="3350"/>
                  </a:cubicBezTo>
                  <a:cubicBezTo>
                    <a:pt x="13961" y="3888"/>
                    <a:pt x="14053" y="4746"/>
                    <a:pt x="13722" y="5713"/>
                  </a:cubicBezTo>
                  <a:cubicBezTo>
                    <a:pt x="13297" y="6965"/>
                    <a:pt x="14060" y="7985"/>
                    <a:pt x="14095" y="8027"/>
                  </a:cubicBezTo>
                  <a:cubicBezTo>
                    <a:pt x="14142" y="8092"/>
                    <a:pt x="14202" y="8119"/>
                    <a:pt x="14261" y="8119"/>
                  </a:cubicBezTo>
                  <a:cubicBezTo>
                    <a:pt x="14416" y="8119"/>
                    <a:pt x="14561" y="7935"/>
                    <a:pt x="14429" y="7770"/>
                  </a:cubicBezTo>
                  <a:cubicBezTo>
                    <a:pt x="14422" y="7760"/>
                    <a:pt x="13768" y="6887"/>
                    <a:pt x="14123" y="5847"/>
                  </a:cubicBezTo>
                  <a:cubicBezTo>
                    <a:pt x="14503" y="4732"/>
                    <a:pt x="14380" y="3719"/>
                    <a:pt x="13785" y="3065"/>
                  </a:cubicBezTo>
                  <a:cubicBezTo>
                    <a:pt x="13500" y="2750"/>
                    <a:pt x="13138" y="2570"/>
                    <a:pt x="12820" y="2570"/>
                  </a:cubicBezTo>
                  <a:cubicBezTo>
                    <a:pt x="12797" y="2570"/>
                    <a:pt x="12774" y="2571"/>
                    <a:pt x="12752" y="2573"/>
                  </a:cubicBezTo>
                  <a:cubicBezTo>
                    <a:pt x="12534" y="2358"/>
                    <a:pt x="12270" y="2200"/>
                    <a:pt x="11981" y="2105"/>
                  </a:cubicBezTo>
                  <a:cubicBezTo>
                    <a:pt x="11669" y="2004"/>
                    <a:pt x="11342" y="1966"/>
                    <a:pt x="10997" y="1966"/>
                  </a:cubicBezTo>
                  <a:cubicBezTo>
                    <a:pt x="10539" y="1966"/>
                    <a:pt x="10048" y="2033"/>
                    <a:pt x="9516" y="2105"/>
                  </a:cubicBezTo>
                  <a:cubicBezTo>
                    <a:pt x="8852" y="2196"/>
                    <a:pt x="8094" y="2300"/>
                    <a:pt x="7214" y="2300"/>
                  </a:cubicBezTo>
                  <a:cubicBezTo>
                    <a:pt x="6604" y="2300"/>
                    <a:pt x="5935" y="2250"/>
                    <a:pt x="5198" y="2112"/>
                  </a:cubicBezTo>
                  <a:cubicBezTo>
                    <a:pt x="5219" y="2038"/>
                    <a:pt x="5198" y="1961"/>
                    <a:pt x="5146" y="1908"/>
                  </a:cubicBezTo>
                  <a:cubicBezTo>
                    <a:pt x="5086" y="1852"/>
                    <a:pt x="4741" y="1564"/>
                    <a:pt x="3556" y="1557"/>
                  </a:cubicBezTo>
                  <a:cubicBezTo>
                    <a:pt x="2948" y="1550"/>
                    <a:pt x="1984" y="1180"/>
                    <a:pt x="1812" y="178"/>
                  </a:cubicBezTo>
                  <a:cubicBezTo>
                    <a:pt x="1793" y="62"/>
                    <a:pt x="1699"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7" name="Google Shape;21317;p90"/>
            <p:cNvSpPr/>
            <p:nvPr/>
          </p:nvSpPr>
          <p:spPr>
            <a:xfrm>
              <a:off x="4728694" y="2080657"/>
              <a:ext cx="11088" cy="11088"/>
            </a:xfrm>
            <a:custGeom>
              <a:rect b="b" l="l" r="r" t="t"/>
              <a:pathLst>
                <a:path extrusionOk="0" h="423" w="423">
                  <a:moveTo>
                    <a:pt x="211" y="1"/>
                  </a:moveTo>
                  <a:cubicBezTo>
                    <a:pt x="95" y="1"/>
                    <a:pt x="0" y="96"/>
                    <a:pt x="0" y="212"/>
                  </a:cubicBezTo>
                  <a:cubicBezTo>
                    <a:pt x="0" y="328"/>
                    <a:pt x="95" y="423"/>
                    <a:pt x="211" y="423"/>
                  </a:cubicBezTo>
                  <a:cubicBezTo>
                    <a:pt x="331" y="423"/>
                    <a:pt x="422" y="328"/>
                    <a:pt x="422" y="212"/>
                  </a:cubicBezTo>
                  <a:cubicBezTo>
                    <a:pt x="422" y="96"/>
                    <a:pt x="331"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8" name="Google Shape;21318;p90"/>
          <p:cNvGrpSpPr/>
          <p:nvPr/>
        </p:nvGrpSpPr>
        <p:grpSpPr>
          <a:xfrm>
            <a:off x="1936145" y="1959319"/>
            <a:ext cx="387526" cy="378351"/>
            <a:chOff x="1936145" y="1959319"/>
            <a:chExt cx="387526" cy="378351"/>
          </a:xfrm>
        </p:grpSpPr>
        <p:sp>
          <p:nvSpPr>
            <p:cNvPr id="21319" name="Google Shape;21319;p90"/>
            <p:cNvSpPr/>
            <p:nvPr/>
          </p:nvSpPr>
          <p:spPr>
            <a:xfrm>
              <a:off x="2161258" y="1964824"/>
              <a:ext cx="162413" cy="162753"/>
            </a:xfrm>
            <a:custGeom>
              <a:rect b="b" l="l" r="r" t="t"/>
              <a:pathLst>
                <a:path extrusionOk="0" h="6209" w="6196">
                  <a:moveTo>
                    <a:pt x="3512" y="0"/>
                  </a:moveTo>
                  <a:cubicBezTo>
                    <a:pt x="2418" y="0"/>
                    <a:pt x="1287" y="780"/>
                    <a:pt x="721" y="2039"/>
                  </a:cubicBezTo>
                  <a:cubicBezTo>
                    <a:pt x="0" y="3649"/>
                    <a:pt x="478" y="5429"/>
                    <a:pt x="1790" y="6020"/>
                  </a:cubicBezTo>
                  <a:cubicBezTo>
                    <a:pt x="2076" y="6148"/>
                    <a:pt x="2379" y="6209"/>
                    <a:pt x="2684" y="6209"/>
                  </a:cubicBezTo>
                  <a:cubicBezTo>
                    <a:pt x="3777" y="6209"/>
                    <a:pt x="4908" y="5429"/>
                    <a:pt x="5472" y="4170"/>
                  </a:cubicBezTo>
                  <a:cubicBezTo>
                    <a:pt x="6196" y="2559"/>
                    <a:pt x="5718" y="780"/>
                    <a:pt x="4406" y="189"/>
                  </a:cubicBezTo>
                  <a:cubicBezTo>
                    <a:pt x="4120" y="61"/>
                    <a:pt x="3817" y="0"/>
                    <a:pt x="3512"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0" name="Google Shape;21320;p90"/>
            <p:cNvSpPr/>
            <p:nvPr/>
          </p:nvSpPr>
          <p:spPr>
            <a:xfrm>
              <a:off x="2191114" y="1967733"/>
              <a:ext cx="132557" cy="159765"/>
            </a:xfrm>
            <a:custGeom>
              <a:rect b="b" l="l" r="r" t="t"/>
              <a:pathLst>
                <a:path extrusionOk="0" h="6095" w="5057">
                  <a:moveTo>
                    <a:pt x="3049" y="1"/>
                  </a:moveTo>
                  <a:cubicBezTo>
                    <a:pt x="2152" y="191"/>
                    <a:pt x="1245" y="971"/>
                    <a:pt x="735" y="2111"/>
                  </a:cubicBezTo>
                  <a:cubicBezTo>
                    <a:pt x="0" y="3746"/>
                    <a:pt x="355" y="5497"/>
                    <a:pt x="1526" y="6025"/>
                  </a:cubicBezTo>
                  <a:cubicBezTo>
                    <a:pt x="1590" y="6053"/>
                    <a:pt x="1653" y="6074"/>
                    <a:pt x="1716" y="6095"/>
                  </a:cubicBezTo>
                  <a:cubicBezTo>
                    <a:pt x="2757" y="6018"/>
                    <a:pt x="3798" y="5258"/>
                    <a:pt x="4336" y="4066"/>
                  </a:cubicBezTo>
                  <a:cubicBezTo>
                    <a:pt x="5057" y="2455"/>
                    <a:pt x="4579" y="673"/>
                    <a:pt x="3267" y="85"/>
                  </a:cubicBezTo>
                  <a:cubicBezTo>
                    <a:pt x="3197" y="54"/>
                    <a:pt x="3123" y="26"/>
                    <a:pt x="3049"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1" name="Google Shape;21321;p90"/>
            <p:cNvSpPr/>
            <p:nvPr/>
          </p:nvSpPr>
          <p:spPr>
            <a:xfrm>
              <a:off x="1936145" y="1965007"/>
              <a:ext cx="162439" cy="162753"/>
            </a:xfrm>
            <a:custGeom>
              <a:rect b="b" l="l" r="r" t="t"/>
              <a:pathLst>
                <a:path extrusionOk="0" h="6209" w="6197">
                  <a:moveTo>
                    <a:pt x="2685" y="0"/>
                  </a:moveTo>
                  <a:cubicBezTo>
                    <a:pt x="2380" y="0"/>
                    <a:pt x="2077" y="61"/>
                    <a:pt x="1791" y="189"/>
                  </a:cubicBezTo>
                  <a:cubicBezTo>
                    <a:pt x="479" y="777"/>
                    <a:pt x="1" y="2559"/>
                    <a:pt x="725" y="4170"/>
                  </a:cubicBezTo>
                  <a:cubicBezTo>
                    <a:pt x="1289" y="5429"/>
                    <a:pt x="2419" y="6209"/>
                    <a:pt x="3513" y="6209"/>
                  </a:cubicBezTo>
                  <a:cubicBezTo>
                    <a:pt x="3818" y="6209"/>
                    <a:pt x="4121" y="6148"/>
                    <a:pt x="4407" y="6020"/>
                  </a:cubicBezTo>
                  <a:cubicBezTo>
                    <a:pt x="5719" y="5429"/>
                    <a:pt x="6197" y="3646"/>
                    <a:pt x="5476" y="2039"/>
                  </a:cubicBezTo>
                  <a:cubicBezTo>
                    <a:pt x="4910" y="780"/>
                    <a:pt x="3778" y="0"/>
                    <a:pt x="2685"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2" name="Google Shape;21322;p90"/>
            <p:cNvSpPr/>
            <p:nvPr/>
          </p:nvSpPr>
          <p:spPr>
            <a:xfrm>
              <a:off x="1936145" y="1967733"/>
              <a:ext cx="132688" cy="159765"/>
            </a:xfrm>
            <a:custGeom>
              <a:rect b="b" l="l" r="r" t="t"/>
              <a:pathLst>
                <a:path extrusionOk="0" h="6095" w="5062">
                  <a:moveTo>
                    <a:pt x="2012" y="1"/>
                  </a:moveTo>
                  <a:cubicBezTo>
                    <a:pt x="1938" y="26"/>
                    <a:pt x="1865" y="54"/>
                    <a:pt x="1791" y="85"/>
                  </a:cubicBezTo>
                  <a:cubicBezTo>
                    <a:pt x="479" y="673"/>
                    <a:pt x="1" y="2455"/>
                    <a:pt x="725" y="4066"/>
                  </a:cubicBezTo>
                  <a:cubicBezTo>
                    <a:pt x="1260" y="5258"/>
                    <a:pt x="2304" y="6018"/>
                    <a:pt x="3341" y="6095"/>
                  </a:cubicBezTo>
                  <a:cubicBezTo>
                    <a:pt x="3408" y="6074"/>
                    <a:pt x="3472" y="6053"/>
                    <a:pt x="3535" y="6025"/>
                  </a:cubicBezTo>
                  <a:cubicBezTo>
                    <a:pt x="4706" y="5497"/>
                    <a:pt x="5061" y="3746"/>
                    <a:pt x="4326" y="2111"/>
                  </a:cubicBezTo>
                  <a:cubicBezTo>
                    <a:pt x="3813" y="971"/>
                    <a:pt x="2909" y="191"/>
                    <a:pt x="2012"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3" name="Google Shape;21323;p90"/>
            <p:cNvSpPr/>
            <p:nvPr/>
          </p:nvSpPr>
          <p:spPr>
            <a:xfrm>
              <a:off x="1981886" y="2024143"/>
              <a:ext cx="296175" cy="308023"/>
            </a:xfrm>
            <a:custGeom>
              <a:rect b="b" l="l" r="r" t="t"/>
              <a:pathLst>
                <a:path extrusionOk="0" h="11751" w="11299">
                  <a:moveTo>
                    <a:pt x="5647" y="1"/>
                  </a:moveTo>
                  <a:cubicBezTo>
                    <a:pt x="2711" y="1"/>
                    <a:pt x="0" y="3475"/>
                    <a:pt x="0" y="6953"/>
                  </a:cubicBezTo>
                  <a:cubicBezTo>
                    <a:pt x="0" y="8838"/>
                    <a:pt x="1547" y="10578"/>
                    <a:pt x="3998" y="11120"/>
                  </a:cubicBezTo>
                  <a:cubicBezTo>
                    <a:pt x="4468" y="11540"/>
                    <a:pt x="5058" y="11750"/>
                    <a:pt x="5647" y="11750"/>
                  </a:cubicBezTo>
                  <a:cubicBezTo>
                    <a:pt x="6237" y="11750"/>
                    <a:pt x="6827" y="11540"/>
                    <a:pt x="7297" y="11120"/>
                  </a:cubicBezTo>
                  <a:cubicBezTo>
                    <a:pt x="9748" y="10578"/>
                    <a:pt x="11298" y="8838"/>
                    <a:pt x="11298" y="6953"/>
                  </a:cubicBezTo>
                  <a:cubicBezTo>
                    <a:pt x="11298" y="3475"/>
                    <a:pt x="8584" y="1"/>
                    <a:pt x="5647"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4" name="Google Shape;21324;p90"/>
            <p:cNvSpPr/>
            <p:nvPr/>
          </p:nvSpPr>
          <p:spPr>
            <a:xfrm>
              <a:off x="1981886" y="2027577"/>
              <a:ext cx="122045" cy="287499"/>
            </a:xfrm>
            <a:custGeom>
              <a:rect b="b" l="l" r="r" t="t"/>
              <a:pathLst>
                <a:path extrusionOk="0" h="10968" w="4656">
                  <a:moveTo>
                    <a:pt x="4656" y="0"/>
                  </a:moveTo>
                  <a:lnTo>
                    <a:pt x="4656" y="0"/>
                  </a:lnTo>
                  <a:cubicBezTo>
                    <a:pt x="2131" y="665"/>
                    <a:pt x="0" y="3742"/>
                    <a:pt x="0" y="6822"/>
                  </a:cubicBezTo>
                  <a:cubicBezTo>
                    <a:pt x="0" y="8686"/>
                    <a:pt x="1509" y="10398"/>
                    <a:pt x="3910" y="10968"/>
                  </a:cubicBezTo>
                  <a:cubicBezTo>
                    <a:pt x="2592" y="10075"/>
                    <a:pt x="1807" y="8559"/>
                    <a:pt x="1807" y="6945"/>
                  </a:cubicBezTo>
                  <a:cubicBezTo>
                    <a:pt x="1807" y="4142"/>
                    <a:pt x="3028" y="1340"/>
                    <a:pt x="4656"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5" name="Google Shape;21325;p90"/>
            <p:cNvSpPr/>
            <p:nvPr/>
          </p:nvSpPr>
          <p:spPr>
            <a:xfrm>
              <a:off x="2088230" y="2303909"/>
              <a:ext cx="83172" cy="28283"/>
            </a:xfrm>
            <a:custGeom>
              <a:rect b="b" l="l" r="r" t="t"/>
              <a:pathLst>
                <a:path extrusionOk="0" h="1079" w="3173">
                  <a:moveTo>
                    <a:pt x="8" y="0"/>
                  </a:moveTo>
                  <a:lnTo>
                    <a:pt x="8" y="0"/>
                  </a:lnTo>
                  <a:cubicBezTo>
                    <a:pt x="1" y="194"/>
                    <a:pt x="75" y="377"/>
                    <a:pt x="208" y="514"/>
                  </a:cubicBezTo>
                  <a:cubicBezTo>
                    <a:pt x="592" y="890"/>
                    <a:pt x="1090" y="1078"/>
                    <a:pt x="1588" y="1078"/>
                  </a:cubicBezTo>
                  <a:cubicBezTo>
                    <a:pt x="2086" y="1078"/>
                    <a:pt x="2584" y="890"/>
                    <a:pt x="2965" y="514"/>
                  </a:cubicBezTo>
                  <a:cubicBezTo>
                    <a:pt x="3099" y="377"/>
                    <a:pt x="3173" y="194"/>
                    <a:pt x="3169" y="0"/>
                  </a:cubicBezTo>
                  <a:lnTo>
                    <a:pt x="3169" y="0"/>
                  </a:lnTo>
                  <a:lnTo>
                    <a:pt x="2382" y="264"/>
                  </a:lnTo>
                  <a:lnTo>
                    <a:pt x="799" y="264"/>
                  </a:lnTo>
                  <a:lnTo>
                    <a:pt x="8" y="0"/>
                  </a:ln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6" name="Google Shape;21326;p90"/>
            <p:cNvSpPr/>
            <p:nvPr/>
          </p:nvSpPr>
          <p:spPr>
            <a:xfrm>
              <a:off x="2100314" y="2243253"/>
              <a:ext cx="59214" cy="50092"/>
            </a:xfrm>
            <a:custGeom>
              <a:rect b="b" l="l" r="r" t="t"/>
              <a:pathLst>
                <a:path extrusionOk="0" h="1911" w="2259">
                  <a:moveTo>
                    <a:pt x="1129" y="1"/>
                  </a:moveTo>
                  <a:cubicBezTo>
                    <a:pt x="507" y="1"/>
                    <a:pt x="1" y="405"/>
                    <a:pt x="1" y="904"/>
                  </a:cubicBezTo>
                  <a:cubicBezTo>
                    <a:pt x="1" y="1390"/>
                    <a:pt x="475" y="1643"/>
                    <a:pt x="816" y="1829"/>
                  </a:cubicBezTo>
                  <a:cubicBezTo>
                    <a:pt x="913" y="1884"/>
                    <a:pt x="1021" y="1911"/>
                    <a:pt x="1129" y="1911"/>
                  </a:cubicBezTo>
                  <a:cubicBezTo>
                    <a:pt x="1238" y="1911"/>
                    <a:pt x="1346" y="1884"/>
                    <a:pt x="1442" y="1829"/>
                  </a:cubicBezTo>
                  <a:cubicBezTo>
                    <a:pt x="1783" y="1639"/>
                    <a:pt x="2258" y="1390"/>
                    <a:pt x="2258" y="904"/>
                  </a:cubicBezTo>
                  <a:cubicBezTo>
                    <a:pt x="2258" y="405"/>
                    <a:pt x="1755" y="1"/>
                    <a:pt x="112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7" name="Google Shape;21327;p90"/>
            <p:cNvSpPr/>
            <p:nvPr/>
          </p:nvSpPr>
          <p:spPr>
            <a:xfrm>
              <a:off x="2047051" y="2166293"/>
              <a:ext cx="41494" cy="53290"/>
            </a:xfrm>
            <a:custGeom>
              <a:rect b="b" l="l" r="r" t="t"/>
              <a:pathLst>
                <a:path extrusionOk="0" h="2033" w="1583">
                  <a:moveTo>
                    <a:pt x="791" y="0"/>
                  </a:moveTo>
                  <a:cubicBezTo>
                    <a:pt x="352" y="0"/>
                    <a:pt x="0" y="352"/>
                    <a:pt x="0" y="792"/>
                  </a:cubicBezTo>
                  <a:lnTo>
                    <a:pt x="0" y="1242"/>
                  </a:lnTo>
                  <a:cubicBezTo>
                    <a:pt x="0" y="1681"/>
                    <a:pt x="352" y="2033"/>
                    <a:pt x="791" y="2033"/>
                  </a:cubicBezTo>
                  <a:cubicBezTo>
                    <a:pt x="1227" y="2033"/>
                    <a:pt x="1583" y="1681"/>
                    <a:pt x="1583" y="1242"/>
                  </a:cubicBezTo>
                  <a:lnTo>
                    <a:pt x="1583" y="792"/>
                  </a:lnTo>
                  <a:cubicBezTo>
                    <a:pt x="1583" y="352"/>
                    <a:pt x="1227" y="0"/>
                    <a:pt x="79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8" name="Google Shape;21328;p90"/>
            <p:cNvSpPr/>
            <p:nvPr/>
          </p:nvSpPr>
          <p:spPr>
            <a:xfrm>
              <a:off x="2064744" y="2166293"/>
              <a:ext cx="23722" cy="41416"/>
            </a:xfrm>
            <a:custGeom>
              <a:rect b="b" l="l" r="r" t="t"/>
              <a:pathLst>
                <a:path extrusionOk="0" h="1580" w="905">
                  <a:moveTo>
                    <a:pt x="116" y="0"/>
                  </a:moveTo>
                  <a:cubicBezTo>
                    <a:pt x="78" y="0"/>
                    <a:pt x="39" y="4"/>
                    <a:pt x="0" y="11"/>
                  </a:cubicBezTo>
                  <a:lnTo>
                    <a:pt x="0" y="1129"/>
                  </a:lnTo>
                  <a:cubicBezTo>
                    <a:pt x="0" y="1379"/>
                    <a:pt x="204" y="1579"/>
                    <a:pt x="454" y="1579"/>
                  </a:cubicBezTo>
                  <a:cubicBezTo>
                    <a:pt x="704" y="1579"/>
                    <a:pt x="904" y="1379"/>
                    <a:pt x="904" y="1129"/>
                  </a:cubicBezTo>
                  <a:lnTo>
                    <a:pt x="904" y="792"/>
                  </a:lnTo>
                  <a:cubicBezTo>
                    <a:pt x="904" y="355"/>
                    <a:pt x="552" y="0"/>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9" name="Google Shape;21329;p90"/>
            <p:cNvSpPr/>
            <p:nvPr/>
          </p:nvSpPr>
          <p:spPr>
            <a:xfrm>
              <a:off x="2058846" y="2172191"/>
              <a:ext cx="17798" cy="17824"/>
            </a:xfrm>
            <a:custGeom>
              <a:rect b="b" l="l" r="r" t="t"/>
              <a:pathLst>
                <a:path extrusionOk="0" h="680" w="679">
                  <a:moveTo>
                    <a:pt x="338" y="0"/>
                  </a:moveTo>
                  <a:cubicBezTo>
                    <a:pt x="151" y="0"/>
                    <a:pt x="0" y="152"/>
                    <a:pt x="0" y="341"/>
                  </a:cubicBezTo>
                  <a:cubicBezTo>
                    <a:pt x="0" y="528"/>
                    <a:pt x="151" y="679"/>
                    <a:pt x="338" y="679"/>
                  </a:cubicBezTo>
                  <a:cubicBezTo>
                    <a:pt x="528" y="679"/>
                    <a:pt x="679" y="528"/>
                    <a:pt x="679" y="341"/>
                  </a:cubicBezTo>
                  <a:cubicBezTo>
                    <a:pt x="679" y="152"/>
                    <a:pt x="528" y="0"/>
                    <a:pt x="3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0" name="Google Shape;21330;p90"/>
            <p:cNvSpPr/>
            <p:nvPr/>
          </p:nvSpPr>
          <p:spPr>
            <a:xfrm>
              <a:off x="2171376" y="2166293"/>
              <a:ext cx="41521" cy="53290"/>
            </a:xfrm>
            <a:custGeom>
              <a:rect b="b" l="l" r="r" t="t"/>
              <a:pathLst>
                <a:path extrusionOk="0" h="2033" w="1584">
                  <a:moveTo>
                    <a:pt x="792" y="0"/>
                  </a:moveTo>
                  <a:cubicBezTo>
                    <a:pt x="352" y="0"/>
                    <a:pt x="1" y="352"/>
                    <a:pt x="1" y="792"/>
                  </a:cubicBezTo>
                  <a:lnTo>
                    <a:pt x="1" y="1242"/>
                  </a:lnTo>
                  <a:cubicBezTo>
                    <a:pt x="1" y="1681"/>
                    <a:pt x="352" y="2033"/>
                    <a:pt x="792" y="2033"/>
                  </a:cubicBezTo>
                  <a:cubicBezTo>
                    <a:pt x="1228" y="2033"/>
                    <a:pt x="1583" y="1681"/>
                    <a:pt x="1583" y="1242"/>
                  </a:cubicBezTo>
                  <a:lnTo>
                    <a:pt x="1583" y="792"/>
                  </a:lnTo>
                  <a:cubicBezTo>
                    <a:pt x="1583" y="352"/>
                    <a:pt x="1228" y="0"/>
                    <a:pt x="79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1" name="Google Shape;21331;p90"/>
            <p:cNvSpPr/>
            <p:nvPr/>
          </p:nvSpPr>
          <p:spPr>
            <a:xfrm>
              <a:off x="2189070" y="2166293"/>
              <a:ext cx="23722" cy="41416"/>
            </a:xfrm>
            <a:custGeom>
              <a:rect b="b" l="l" r="r" t="t"/>
              <a:pathLst>
                <a:path extrusionOk="0" h="1580" w="905">
                  <a:moveTo>
                    <a:pt x="117" y="0"/>
                  </a:moveTo>
                  <a:cubicBezTo>
                    <a:pt x="78" y="0"/>
                    <a:pt x="40" y="4"/>
                    <a:pt x="1" y="11"/>
                  </a:cubicBezTo>
                  <a:lnTo>
                    <a:pt x="1" y="1129"/>
                  </a:lnTo>
                  <a:cubicBezTo>
                    <a:pt x="1" y="1379"/>
                    <a:pt x="205" y="1579"/>
                    <a:pt x="455" y="1579"/>
                  </a:cubicBezTo>
                  <a:cubicBezTo>
                    <a:pt x="704" y="1579"/>
                    <a:pt x="905" y="1379"/>
                    <a:pt x="905" y="1129"/>
                  </a:cubicBezTo>
                  <a:lnTo>
                    <a:pt x="905" y="792"/>
                  </a:lnTo>
                  <a:cubicBezTo>
                    <a:pt x="905" y="355"/>
                    <a:pt x="553" y="0"/>
                    <a:pt x="11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2" name="Google Shape;21332;p90"/>
            <p:cNvSpPr/>
            <p:nvPr/>
          </p:nvSpPr>
          <p:spPr>
            <a:xfrm>
              <a:off x="2183277" y="2172191"/>
              <a:ext cx="17720" cy="17824"/>
            </a:xfrm>
            <a:custGeom>
              <a:rect b="b" l="l" r="r" t="t"/>
              <a:pathLst>
                <a:path extrusionOk="0" h="680" w="676">
                  <a:moveTo>
                    <a:pt x="338" y="0"/>
                  </a:moveTo>
                  <a:cubicBezTo>
                    <a:pt x="152" y="0"/>
                    <a:pt x="0" y="152"/>
                    <a:pt x="0" y="341"/>
                  </a:cubicBezTo>
                  <a:cubicBezTo>
                    <a:pt x="0" y="528"/>
                    <a:pt x="152" y="679"/>
                    <a:pt x="338" y="679"/>
                  </a:cubicBezTo>
                  <a:cubicBezTo>
                    <a:pt x="524" y="679"/>
                    <a:pt x="676" y="528"/>
                    <a:pt x="676" y="341"/>
                  </a:cubicBezTo>
                  <a:cubicBezTo>
                    <a:pt x="676" y="152"/>
                    <a:pt x="524" y="0"/>
                    <a:pt x="3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3" name="Google Shape;21333;p90"/>
            <p:cNvSpPr/>
            <p:nvPr/>
          </p:nvSpPr>
          <p:spPr>
            <a:xfrm>
              <a:off x="2100314" y="2243908"/>
              <a:ext cx="38926" cy="49437"/>
            </a:xfrm>
            <a:custGeom>
              <a:rect b="b" l="l" r="r" t="t"/>
              <a:pathLst>
                <a:path extrusionOk="0" h="1886" w="1485">
                  <a:moveTo>
                    <a:pt x="887" y="0"/>
                  </a:moveTo>
                  <a:cubicBezTo>
                    <a:pt x="380" y="88"/>
                    <a:pt x="1" y="447"/>
                    <a:pt x="1" y="879"/>
                  </a:cubicBezTo>
                  <a:cubicBezTo>
                    <a:pt x="1" y="1365"/>
                    <a:pt x="475" y="1614"/>
                    <a:pt x="816" y="1804"/>
                  </a:cubicBezTo>
                  <a:cubicBezTo>
                    <a:pt x="915" y="1859"/>
                    <a:pt x="1023" y="1886"/>
                    <a:pt x="1131" y="1886"/>
                  </a:cubicBezTo>
                  <a:cubicBezTo>
                    <a:pt x="1238" y="1886"/>
                    <a:pt x="1346" y="1859"/>
                    <a:pt x="1442" y="1804"/>
                  </a:cubicBezTo>
                  <a:lnTo>
                    <a:pt x="1485" y="1779"/>
                  </a:lnTo>
                  <a:cubicBezTo>
                    <a:pt x="1147" y="1547"/>
                    <a:pt x="679" y="1234"/>
                    <a:pt x="679" y="644"/>
                  </a:cubicBezTo>
                  <a:cubicBezTo>
                    <a:pt x="679" y="412"/>
                    <a:pt x="750" y="187"/>
                    <a:pt x="8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4" name="Google Shape;21334;p90"/>
            <p:cNvSpPr/>
            <p:nvPr/>
          </p:nvSpPr>
          <p:spPr>
            <a:xfrm>
              <a:off x="2041520" y="2160762"/>
              <a:ext cx="52556" cy="64352"/>
            </a:xfrm>
            <a:custGeom>
              <a:rect b="b" l="l" r="r" t="t"/>
              <a:pathLst>
                <a:path extrusionOk="0" h="2455" w="2005">
                  <a:moveTo>
                    <a:pt x="1002" y="0"/>
                  </a:moveTo>
                  <a:cubicBezTo>
                    <a:pt x="447" y="0"/>
                    <a:pt x="0" y="450"/>
                    <a:pt x="0" y="1003"/>
                  </a:cubicBezTo>
                  <a:lnTo>
                    <a:pt x="0" y="1453"/>
                  </a:lnTo>
                  <a:cubicBezTo>
                    <a:pt x="0" y="2008"/>
                    <a:pt x="447" y="2455"/>
                    <a:pt x="1002" y="2455"/>
                  </a:cubicBezTo>
                  <a:cubicBezTo>
                    <a:pt x="1554" y="2455"/>
                    <a:pt x="2005" y="2008"/>
                    <a:pt x="2005" y="1453"/>
                  </a:cubicBezTo>
                  <a:lnTo>
                    <a:pt x="2005" y="1003"/>
                  </a:lnTo>
                  <a:cubicBezTo>
                    <a:pt x="2005" y="855"/>
                    <a:pt x="1969" y="707"/>
                    <a:pt x="1906" y="574"/>
                  </a:cubicBezTo>
                  <a:cubicBezTo>
                    <a:pt x="1870" y="497"/>
                    <a:pt x="1794" y="452"/>
                    <a:pt x="1714" y="452"/>
                  </a:cubicBezTo>
                  <a:cubicBezTo>
                    <a:pt x="1684" y="452"/>
                    <a:pt x="1654" y="458"/>
                    <a:pt x="1625" y="472"/>
                  </a:cubicBezTo>
                  <a:cubicBezTo>
                    <a:pt x="1519" y="521"/>
                    <a:pt x="1474" y="647"/>
                    <a:pt x="1526" y="753"/>
                  </a:cubicBezTo>
                  <a:cubicBezTo>
                    <a:pt x="1561" y="830"/>
                    <a:pt x="1579" y="915"/>
                    <a:pt x="1579" y="1003"/>
                  </a:cubicBezTo>
                  <a:lnTo>
                    <a:pt x="1579" y="1453"/>
                  </a:lnTo>
                  <a:cubicBezTo>
                    <a:pt x="1579" y="1773"/>
                    <a:pt x="1322" y="2033"/>
                    <a:pt x="1002" y="2033"/>
                  </a:cubicBezTo>
                  <a:cubicBezTo>
                    <a:pt x="682" y="2033"/>
                    <a:pt x="422" y="1773"/>
                    <a:pt x="422" y="1453"/>
                  </a:cubicBezTo>
                  <a:lnTo>
                    <a:pt x="422" y="1003"/>
                  </a:lnTo>
                  <a:cubicBezTo>
                    <a:pt x="422" y="683"/>
                    <a:pt x="682" y="422"/>
                    <a:pt x="1002" y="422"/>
                  </a:cubicBezTo>
                  <a:cubicBezTo>
                    <a:pt x="1118" y="422"/>
                    <a:pt x="1213" y="327"/>
                    <a:pt x="1213" y="211"/>
                  </a:cubicBezTo>
                  <a:cubicBezTo>
                    <a:pt x="1213" y="95"/>
                    <a:pt x="1118" y="0"/>
                    <a:pt x="1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5" name="Google Shape;21335;p90"/>
            <p:cNvSpPr/>
            <p:nvPr/>
          </p:nvSpPr>
          <p:spPr>
            <a:xfrm>
              <a:off x="2165846" y="2160762"/>
              <a:ext cx="52582" cy="64352"/>
            </a:xfrm>
            <a:custGeom>
              <a:rect b="b" l="l" r="r" t="t"/>
              <a:pathLst>
                <a:path extrusionOk="0" h="2455" w="2006">
                  <a:moveTo>
                    <a:pt x="1003" y="0"/>
                  </a:moveTo>
                  <a:cubicBezTo>
                    <a:pt x="447" y="0"/>
                    <a:pt x="1" y="447"/>
                    <a:pt x="1" y="1003"/>
                  </a:cubicBezTo>
                  <a:lnTo>
                    <a:pt x="1" y="1453"/>
                  </a:lnTo>
                  <a:cubicBezTo>
                    <a:pt x="1" y="2008"/>
                    <a:pt x="447" y="2455"/>
                    <a:pt x="1003" y="2455"/>
                  </a:cubicBezTo>
                  <a:cubicBezTo>
                    <a:pt x="1555" y="2455"/>
                    <a:pt x="2005" y="2008"/>
                    <a:pt x="2005" y="1453"/>
                  </a:cubicBezTo>
                  <a:lnTo>
                    <a:pt x="2005" y="1003"/>
                  </a:lnTo>
                  <a:cubicBezTo>
                    <a:pt x="2005" y="855"/>
                    <a:pt x="1974" y="707"/>
                    <a:pt x="1910" y="574"/>
                  </a:cubicBezTo>
                  <a:cubicBezTo>
                    <a:pt x="1868" y="486"/>
                    <a:pt x="1797" y="450"/>
                    <a:pt x="1725" y="450"/>
                  </a:cubicBezTo>
                  <a:cubicBezTo>
                    <a:pt x="1586" y="450"/>
                    <a:pt x="1448" y="586"/>
                    <a:pt x="1527" y="753"/>
                  </a:cubicBezTo>
                  <a:cubicBezTo>
                    <a:pt x="1566" y="830"/>
                    <a:pt x="1583" y="915"/>
                    <a:pt x="1583" y="1003"/>
                  </a:cubicBezTo>
                  <a:lnTo>
                    <a:pt x="1583" y="1453"/>
                  </a:lnTo>
                  <a:cubicBezTo>
                    <a:pt x="1583" y="1773"/>
                    <a:pt x="1323" y="2033"/>
                    <a:pt x="1003" y="2033"/>
                  </a:cubicBezTo>
                  <a:cubicBezTo>
                    <a:pt x="683" y="2033"/>
                    <a:pt x="423" y="1773"/>
                    <a:pt x="423" y="1453"/>
                  </a:cubicBezTo>
                  <a:lnTo>
                    <a:pt x="423" y="1003"/>
                  </a:lnTo>
                  <a:cubicBezTo>
                    <a:pt x="423" y="683"/>
                    <a:pt x="683" y="422"/>
                    <a:pt x="1003" y="422"/>
                  </a:cubicBezTo>
                  <a:cubicBezTo>
                    <a:pt x="1119" y="422"/>
                    <a:pt x="1214" y="327"/>
                    <a:pt x="1214" y="211"/>
                  </a:cubicBezTo>
                  <a:cubicBezTo>
                    <a:pt x="1214" y="95"/>
                    <a:pt x="1119"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6" name="Google Shape;21336;p90"/>
            <p:cNvSpPr/>
            <p:nvPr/>
          </p:nvSpPr>
          <p:spPr>
            <a:xfrm>
              <a:off x="2094783" y="2237722"/>
              <a:ext cx="70354" cy="61128"/>
            </a:xfrm>
            <a:custGeom>
              <a:rect b="b" l="l" r="r" t="t"/>
              <a:pathLst>
                <a:path extrusionOk="0" h="2332" w="2684">
                  <a:moveTo>
                    <a:pt x="1344" y="426"/>
                  </a:moveTo>
                  <a:cubicBezTo>
                    <a:pt x="1850" y="426"/>
                    <a:pt x="2262" y="736"/>
                    <a:pt x="2262" y="1115"/>
                  </a:cubicBezTo>
                  <a:cubicBezTo>
                    <a:pt x="2262" y="1442"/>
                    <a:pt x="1945" y="1639"/>
                    <a:pt x="1565" y="1847"/>
                  </a:cubicBezTo>
                  <a:lnTo>
                    <a:pt x="1551" y="1854"/>
                  </a:lnTo>
                  <a:cubicBezTo>
                    <a:pt x="1486" y="1891"/>
                    <a:pt x="1414" y="1909"/>
                    <a:pt x="1342" y="1909"/>
                  </a:cubicBezTo>
                  <a:cubicBezTo>
                    <a:pt x="1269" y="1909"/>
                    <a:pt x="1196" y="1891"/>
                    <a:pt x="1129" y="1854"/>
                  </a:cubicBezTo>
                  <a:lnTo>
                    <a:pt x="1119" y="1847"/>
                  </a:lnTo>
                  <a:cubicBezTo>
                    <a:pt x="739" y="1639"/>
                    <a:pt x="423" y="1442"/>
                    <a:pt x="423" y="1119"/>
                  </a:cubicBezTo>
                  <a:cubicBezTo>
                    <a:pt x="423" y="736"/>
                    <a:pt x="834" y="426"/>
                    <a:pt x="1344" y="426"/>
                  </a:cubicBezTo>
                  <a:close/>
                  <a:moveTo>
                    <a:pt x="1340" y="1"/>
                  </a:moveTo>
                  <a:cubicBezTo>
                    <a:pt x="602" y="1"/>
                    <a:pt x="1" y="503"/>
                    <a:pt x="1" y="1115"/>
                  </a:cubicBezTo>
                  <a:cubicBezTo>
                    <a:pt x="1" y="1717"/>
                    <a:pt x="549" y="2019"/>
                    <a:pt x="915" y="2216"/>
                  </a:cubicBezTo>
                  <a:lnTo>
                    <a:pt x="925" y="2223"/>
                  </a:lnTo>
                  <a:cubicBezTo>
                    <a:pt x="1056" y="2295"/>
                    <a:pt x="1199" y="2331"/>
                    <a:pt x="1342" y="2331"/>
                  </a:cubicBezTo>
                  <a:cubicBezTo>
                    <a:pt x="1485" y="2331"/>
                    <a:pt x="1627" y="2295"/>
                    <a:pt x="1755" y="2223"/>
                  </a:cubicBezTo>
                  <a:lnTo>
                    <a:pt x="1766" y="2216"/>
                  </a:lnTo>
                  <a:cubicBezTo>
                    <a:pt x="2132" y="2015"/>
                    <a:pt x="2684" y="1717"/>
                    <a:pt x="2684" y="1115"/>
                  </a:cubicBezTo>
                  <a:cubicBezTo>
                    <a:pt x="2684" y="503"/>
                    <a:pt x="2082" y="1"/>
                    <a:pt x="1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7" name="Google Shape;21337;p90"/>
            <p:cNvSpPr/>
            <p:nvPr/>
          </p:nvSpPr>
          <p:spPr>
            <a:xfrm>
              <a:off x="1938636" y="1959319"/>
              <a:ext cx="382676" cy="378351"/>
            </a:xfrm>
            <a:custGeom>
              <a:rect b="b" l="l" r="r" t="t"/>
              <a:pathLst>
                <a:path extrusionOk="0" h="14434" w="14599">
                  <a:moveTo>
                    <a:pt x="2775" y="427"/>
                  </a:moveTo>
                  <a:cubicBezTo>
                    <a:pt x="3152" y="456"/>
                    <a:pt x="3517" y="572"/>
                    <a:pt x="3841" y="769"/>
                  </a:cubicBezTo>
                  <a:cubicBezTo>
                    <a:pt x="4463" y="1134"/>
                    <a:pt x="4948" y="1743"/>
                    <a:pt x="5212" y="2485"/>
                  </a:cubicBezTo>
                  <a:cubicBezTo>
                    <a:pt x="5247" y="2576"/>
                    <a:pt x="5275" y="2671"/>
                    <a:pt x="5300" y="2766"/>
                  </a:cubicBezTo>
                  <a:cubicBezTo>
                    <a:pt x="5093" y="2871"/>
                    <a:pt x="4892" y="2991"/>
                    <a:pt x="4699" y="3121"/>
                  </a:cubicBezTo>
                  <a:cubicBezTo>
                    <a:pt x="4657" y="2903"/>
                    <a:pt x="4600" y="2688"/>
                    <a:pt x="4523" y="2481"/>
                  </a:cubicBezTo>
                  <a:cubicBezTo>
                    <a:pt x="4256" y="1729"/>
                    <a:pt x="3799" y="1092"/>
                    <a:pt x="3232" y="691"/>
                  </a:cubicBezTo>
                  <a:cubicBezTo>
                    <a:pt x="3092" y="586"/>
                    <a:pt x="2937" y="498"/>
                    <a:pt x="2775" y="427"/>
                  </a:cubicBezTo>
                  <a:close/>
                  <a:moveTo>
                    <a:pt x="2007" y="678"/>
                  </a:moveTo>
                  <a:cubicBezTo>
                    <a:pt x="2823" y="678"/>
                    <a:pt x="3714" y="1461"/>
                    <a:pt x="4129" y="2622"/>
                  </a:cubicBezTo>
                  <a:cubicBezTo>
                    <a:pt x="4217" y="2875"/>
                    <a:pt x="4284" y="3135"/>
                    <a:pt x="4319" y="3402"/>
                  </a:cubicBezTo>
                  <a:cubicBezTo>
                    <a:pt x="3908" y="3729"/>
                    <a:pt x="3535" y="4102"/>
                    <a:pt x="3208" y="4514"/>
                  </a:cubicBezTo>
                  <a:cubicBezTo>
                    <a:pt x="2856" y="4953"/>
                    <a:pt x="2554" y="5424"/>
                    <a:pt x="2301" y="5927"/>
                  </a:cubicBezTo>
                  <a:cubicBezTo>
                    <a:pt x="1590" y="5593"/>
                    <a:pt x="1006" y="4918"/>
                    <a:pt x="711" y="4092"/>
                  </a:cubicBezTo>
                  <a:cubicBezTo>
                    <a:pt x="447" y="3353"/>
                    <a:pt x="437" y="2572"/>
                    <a:pt x="683" y="1894"/>
                  </a:cubicBezTo>
                  <a:cubicBezTo>
                    <a:pt x="859" y="1419"/>
                    <a:pt x="1144" y="1039"/>
                    <a:pt x="1513" y="783"/>
                  </a:cubicBezTo>
                  <a:cubicBezTo>
                    <a:pt x="1541" y="772"/>
                    <a:pt x="1576" y="758"/>
                    <a:pt x="1601" y="747"/>
                  </a:cubicBezTo>
                  <a:cubicBezTo>
                    <a:pt x="1732" y="701"/>
                    <a:pt x="1868" y="678"/>
                    <a:pt x="2007" y="678"/>
                  </a:cubicBezTo>
                  <a:close/>
                  <a:moveTo>
                    <a:pt x="11820" y="427"/>
                  </a:moveTo>
                  <a:cubicBezTo>
                    <a:pt x="11640" y="505"/>
                    <a:pt x="11475" y="603"/>
                    <a:pt x="11320" y="719"/>
                  </a:cubicBezTo>
                  <a:cubicBezTo>
                    <a:pt x="11138" y="856"/>
                    <a:pt x="11267" y="1106"/>
                    <a:pt x="11445" y="1106"/>
                  </a:cubicBezTo>
                  <a:cubicBezTo>
                    <a:pt x="11486" y="1106"/>
                    <a:pt x="11530" y="1092"/>
                    <a:pt x="11573" y="1060"/>
                  </a:cubicBezTo>
                  <a:cubicBezTo>
                    <a:pt x="11913" y="808"/>
                    <a:pt x="12264" y="679"/>
                    <a:pt x="12596" y="679"/>
                  </a:cubicBezTo>
                  <a:cubicBezTo>
                    <a:pt x="12735" y="679"/>
                    <a:pt x="12871" y="702"/>
                    <a:pt x="13001" y="747"/>
                  </a:cubicBezTo>
                  <a:cubicBezTo>
                    <a:pt x="13015" y="754"/>
                    <a:pt x="13057" y="772"/>
                    <a:pt x="13093" y="786"/>
                  </a:cubicBezTo>
                  <a:cubicBezTo>
                    <a:pt x="13458" y="1043"/>
                    <a:pt x="13743" y="1423"/>
                    <a:pt x="13915" y="1894"/>
                  </a:cubicBezTo>
                  <a:cubicBezTo>
                    <a:pt x="14162" y="2572"/>
                    <a:pt x="14154" y="3350"/>
                    <a:pt x="13887" y="4092"/>
                  </a:cubicBezTo>
                  <a:cubicBezTo>
                    <a:pt x="13592" y="4918"/>
                    <a:pt x="13005" y="5593"/>
                    <a:pt x="12298" y="5927"/>
                  </a:cubicBezTo>
                  <a:cubicBezTo>
                    <a:pt x="12045" y="5424"/>
                    <a:pt x="11742" y="4950"/>
                    <a:pt x="11391" y="4514"/>
                  </a:cubicBezTo>
                  <a:cubicBezTo>
                    <a:pt x="11064" y="4102"/>
                    <a:pt x="10691" y="3729"/>
                    <a:pt x="10283" y="3402"/>
                  </a:cubicBezTo>
                  <a:cubicBezTo>
                    <a:pt x="10318" y="3135"/>
                    <a:pt x="10381" y="2875"/>
                    <a:pt x="10473" y="2622"/>
                  </a:cubicBezTo>
                  <a:cubicBezTo>
                    <a:pt x="10589" y="2291"/>
                    <a:pt x="10751" y="1978"/>
                    <a:pt x="10958" y="1693"/>
                  </a:cubicBezTo>
                  <a:cubicBezTo>
                    <a:pt x="11067" y="1528"/>
                    <a:pt x="10927" y="1359"/>
                    <a:pt x="10778" y="1359"/>
                  </a:cubicBezTo>
                  <a:cubicBezTo>
                    <a:pt x="10721" y="1359"/>
                    <a:pt x="10663" y="1384"/>
                    <a:pt x="10617" y="1444"/>
                  </a:cubicBezTo>
                  <a:cubicBezTo>
                    <a:pt x="10385" y="1760"/>
                    <a:pt x="10202" y="2112"/>
                    <a:pt x="10072" y="2481"/>
                  </a:cubicBezTo>
                  <a:cubicBezTo>
                    <a:pt x="9998" y="2688"/>
                    <a:pt x="9938" y="2903"/>
                    <a:pt x="9896" y="3121"/>
                  </a:cubicBezTo>
                  <a:cubicBezTo>
                    <a:pt x="9703" y="2987"/>
                    <a:pt x="9502" y="2871"/>
                    <a:pt x="9295" y="2766"/>
                  </a:cubicBezTo>
                  <a:cubicBezTo>
                    <a:pt x="9323" y="2671"/>
                    <a:pt x="9351" y="2576"/>
                    <a:pt x="9383" y="2485"/>
                  </a:cubicBezTo>
                  <a:lnTo>
                    <a:pt x="9386" y="2485"/>
                  </a:lnTo>
                  <a:cubicBezTo>
                    <a:pt x="9650" y="1743"/>
                    <a:pt x="10135" y="1134"/>
                    <a:pt x="10754" y="769"/>
                  </a:cubicBezTo>
                  <a:cubicBezTo>
                    <a:pt x="11078" y="572"/>
                    <a:pt x="11443" y="456"/>
                    <a:pt x="11820" y="427"/>
                  </a:cubicBezTo>
                  <a:close/>
                  <a:moveTo>
                    <a:pt x="7297" y="2685"/>
                  </a:moveTo>
                  <a:cubicBezTo>
                    <a:pt x="8620" y="2685"/>
                    <a:pt x="9991" y="3448"/>
                    <a:pt x="11060" y="4777"/>
                  </a:cubicBezTo>
                  <a:cubicBezTo>
                    <a:pt x="12125" y="6110"/>
                    <a:pt x="12734" y="7801"/>
                    <a:pt x="12734" y="9426"/>
                  </a:cubicBezTo>
                  <a:cubicBezTo>
                    <a:pt x="12730" y="10006"/>
                    <a:pt x="12579" y="10572"/>
                    <a:pt x="12294" y="11075"/>
                  </a:cubicBezTo>
                  <a:cubicBezTo>
                    <a:pt x="11892" y="11058"/>
                    <a:pt x="11503" y="11053"/>
                    <a:pt x="11162" y="11053"/>
                  </a:cubicBezTo>
                  <a:cubicBezTo>
                    <a:pt x="10517" y="11053"/>
                    <a:pt x="10048" y="11073"/>
                    <a:pt x="10002" y="11075"/>
                  </a:cubicBezTo>
                  <a:cubicBezTo>
                    <a:pt x="9721" y="11089"/>
                    <a:pt x="9737" y="11498"/>
                    <a:pt x="10006" y="11498"/>
                  </a:cubicBezTo>
                  <a:cubicBezTo>
                    <a:pt x="10010" y="11498"/>
                    <a:pt x="10015" y="11497"/>
                    <a:pt x="10019" y="11497"/>
                  </a:cubicBezTo>
                  <a:cubicBezTo>
                    <a:pt x="10032" y="11497"/>
                    <a:pt x="10496" y="11476"/>
                    <a:pt x="11144" y="11476"/>
                  </a:cubicBezTo>
                  <a:cubicBezTo>
                    <a:pt x="11414" y="11476"/>
                    <a:pt x="11716" y="11480"/>
                    <a:pt x="12031" y="11490"/>
                  </a:cubicBezTo>
                  <a:cubicBezTo>
                    <a:pt x="11932" y="11620"/>
                    <a:pt x="11827" y="11747"/>
                    <a:pt x="11714" y="11870"/>
                  </a:cubicBezTo>
                  <a:cubicBezTo>
                    <a:pt x="11612" y="11975"/>
                    <a:pt x="11507" y="12077"/>
                    <a:pt x="11394" y="12176"/>
                  </a:cubicBezTo>
                  <a:cubicBezTo>
                    <a:pt x="10427" y="11909"/>
                    <a:pt x="9650" y="11768"/>
                    <a:pt x="9597" y="11757"/>
                  </a:cubicBezTo>
                  <a:cubicBezTo>
                    <a:pt x="9582" y="11755"/>
                    <a:pt x="9567" y="11753"/>
                    <a:pt x="9553" y="11753"/>
                  </a:cubicBezTo>
                  <a:cubicBezTo>
                    <a:pt x="9312" y="11753"/>
                    <a:pt x="9258" y="12126"/>
                    <a:pt x="9520" y="12172"/>
                  </a:cubicBezTo>
                  <a:cubicBezTo>
                    <a:pt x="9530" y="12172"/>
                    <a:pt x="10156" y="12288"/>
                    <a:pt x="10976" y="12503"/>
                  </a:cubicBezTo>
                  <a:cubicBezTo>
                    <a:pt x="10371" y="12918"/>
                    <a:pt x="9692" y="13213"/>
                    <a:pt x="8978" y="13371"/>
                  </a:cubicBezTo>
                  <a:cubicBezTo>
                    <a:pt x="9024" y="13322"/>
                    <a:pt x="9070" y="13269"/>
                    <a:pt x="9105" y="13213"/>
                  </a:cubicBezTo>
                  <a:cubicBezTo>
                    <a:pt x="9222" y="13047"/>
                    <a:pt x="9075" y="12877"/>
                    <a:pt x="8925" y="12877"/>
                  </a:cubicBezTo>
                  <a:cubicBezTo>
                    <a:pt x="8862" y="12877"/>
                    <a:pt x="8799" y="12906"/>
                    <a:pt x="8753" y="12978"/>
                  </a:cubicBezTo>
                  <a:cubicBezTo>
                    <a:pt x="8606" y="13203"/>
                    <a:pt x="8356" y="13336"/>
                    <a:pt x="8089" y="13336"/>
                  </a:cubicBezTo>
                  <a:cubicBezTo>
                    <a:pt x="7937" y="13336"/>
                    <a:pt x="7786" y="13291"/>
                    <a:pt x="7660" y="13210"/>
                  </a:cubicBezTo>
                  <a:cubicBezTo>
                    <a:pt x="7551" y="13138"/>
                    <a:pt x="7425" y="13102"/>
                    <a:pt x="7299" y="13102"/>
                  </a:cubicBezTo>
                  <a:cubicBezTo>
                    <a:pt x="7173" y="13102"/>
                    <a:pt x="7046" y="13138"/>
                    <a:pt x="6935" y="13210"/>
                  </a:cubicBezTo>
                  <a:cubicBezTo>
                    <a:pt x="6809" y="13291"/>
                    <a:pt x="6657" y="13336"/>
                    <a:pt x="6506" y="13336"/>
                  </a:cubicBezTo>
                  <a:cubicBezTo>
                    <a:pt x="6239" y="13336"/>
                    <a:pt x="5989" y="13203"/>
                    <a:pt x="5842" y="12978"/>
                  </a:cubicBezTo>
                  <a:cubicBezTo>
                    <a:pt x="5796" y="12906"/>
                    <a:pt x="5733" y="12877"/>
                    <a:pt x="5670" y="12877"/>
                  </a:cubicBezTo>
                  <a:cubicBezTo>
                    <a:pt x="5520" y="12877"/>
                    <a:pt x="5373" y="13047"/>
                    <a:pt x="5490" y="13213"/>
                  </a:cubicBezTo>
                  <a:cubicBezTo>
                    <a:pt x="5529" y="13269"/>
                    <a:pt x="5571" y="13322"/>
                    <a:pt x="5617" y="13371"/>
                  </a:cubicBezTo>
                  <a:cubicBezTo>
                    <a:pt x="4903" y="13213"/>
                    <a:pt x="4224" y="12918"/>
                    <a:pt x="3619" y="12503"/>
                  </a:cubicBezTo>
                  <a:cubicBezTo>
                    <a:pt x="4442" y="12288"/>
                    <a:pt x="5064" y="12176"/>
                    <a:pt x="5075" y="12172"/>
                  </a:cubicBezTo>
                  <a:cubicBezTo>
                    <a:pt x="5191" y="12151"/>
                    <a:pt x="5265" y="12042"/>
                    <a:pt x="5244" y="11930"/>
                  </a:cubicBezTo>
                  <a:cubicBezTo>
                    <a:pt x="5228" y="11827"/>
                    <a:pt x="5137" y="11754"/>
                    <a:pt x="5038" y="11754"/>
                  </a:cubicBezTo>
                  <a:cubicBezTo>
                    <a:pt x="5026" y="11754"/>
                    <a:pt x="5014" y="11755"/>
                    <a:pt x="5001" y="11757"/>
                  </a:cubicBezTo>
                  <a:cubicBezTo>
                    <a:pt x="4945" y="11768"/>
                    <a:pt x="4168" y="11909"/>
                    <a:pt x="3201" y="12176"/>
                  </a:cubicBezTo>
                  <a:cubicBezTo>
                    <a:pt x="3088" y="12077"/>
                    <a:pt x="2983" y="11975"/>
                    <a:pt x="2881" y="11870"/>
                  </a:cubicBezTo>
                  <a:cubicBezTo>
                    <a:pt x="2768" y="11750"/>
                    <a:pt x="2663" y="11620"/>
                    <a:pt x="2564" y="11490"/>
                  </a:cubicBezTo>
                  <a:cubicBezTo>
                    <a:pt x="2879" y="11480"/>
                    <a:pt x="3181" y="11476"/>
                    <a:pt x="3451" y="11476"/>
                  </a:cubicBezTo>
                  <a:cubicBezTo>
                    <a:pt x="4099" y="11476"/>
                    <a:pt x="4563" y="11497"/>
                    <a:pt x="4576" y="11497"/>
                  </a:cubicBezTo>
                  <a:cubicBezTo>
                    <a:pt x="4580" y="11497"/>
                    <a:pt x="4584" y="11498"/>
                    <a:pt x="4588" y="11498"/>
                  </a:cubicBezTo>
                  <a:cubicBezTo>
                    <a:pt x="4699" y="11498"/>
                    <a:pt x="4790" y="11409"/>
                    <a:pt x="4797" y="11297"/>
                  </a:cubicBezTo>
                  <a:cubicBezTo>
                    <a:pt x="4801" y="11181"/>
                    <a:pt x="4713" y="11079"/>
                    <a:pt x="4597" y="11075"/>
                  </a:cubicBezTo>
                  <a:cubicBezTo>
                    <a:pt x="4548" y="11073"/>
                    <a:pt x="4078" y="11053"/>
                    <a:pt x="3433" y="11053"/>
                  </a:cubicBezTo>
                  <a:cubicBezTo>
                    <a:pt x="3092" y="11053"/>
                    <a:pt x="2703" y="11058"/>
                    <a:pt x="2301" y="11075"/>
                  </a:cubicBezTo>
                  <a:cubicBezTo>
                    <a:pt x="2016" y="10572"/>
                    <a:pt x="1865" y="10006"/>
                    <a:pt x="1861" y="9426"/>
                  </a:cubicBezTo>
                  <a:cubicBezTo>
                    <a:pt x="1861" y="7801"/>
                    <a:pt x="2469" y="6106"/>
                    <a:pt x="3535" y="4777"/>
                  </a:cubicBezTo>
                  <a:cubicBezTo>
                    <a:pt x="4600" y="3448"/>
                    <a:pt x="5975" y="2685"/>
                    <a:pt x="7297" y="2685"/>
                  </a:cubicBezTo>
                  <a:close/>
                  <a:moveTo>
                    <a:pt x="7298" y="13522"/>
                  </a:moveTo>
                  <a:cubicBezTo>
                    <a:pt x="7344" y="13522"/>
                    <a:pt x="7391" y="13535"/>
                    <a:pt x="7431" y="13561"/>
                  </a:cubicBezTo>
                  <a:cubicBezTo>
                    <a:pt x="7629" y="13691"/>
                    <a:pt x="7859" y="13757"/>
                    <a:pt x="8091" y="13757"/>
                  </a:cubicBezTo>
                  <a:cubicBezTo>
                    <a:pt x="8204" y="13757"/>
                    <a:pt x="8319" y="13741"/>
                    <a:pt x="8430" y="13709"/>
                  </a:cubicBezTo>
                  <a:lnTo>
                    <a:pt x="8430" y="13709"/>
                  </a:lnTo>
                  <a:cubicBezTo>
                    <a:pt x="8080" y="13911"/>
                    <a:pt x="7690" y="14012"/>
                    <a:pt x="7299" y="14012"/>
                  </a:cubicBezTo>
                  <a:cubicBezTo>
                    <a:pt x="6909" y="14012"/>
                    <a:pt x="6519" y="13911"/>
                    <a:pt x="6169" y="13709"/>
                  </a:cubicBezTo>
                  <a:lnTo>
                    <a:pt x="6169" y="13709"/>
                  </a:lnTo>
                  <a:cubicBezTo>
                    <a:pt x="6280" y="13741"/>
                    <a:pt x="6394" y="13757"/>
                    <a:pt x="6508" y="13757"/>
                  </a:cubicBezTo>
                  <a:cubicBezTo>
                    <a:pt x="6739" y="13757"/>
                    <a:pt x="6969" y="13691"/>
                    <a:pt x="7167" y="13561"/>
                  </a:cubicBezTo>
                  <a:cubicBezTo>
                    <a:pt x="7206" y="13535"/>
                    <a:pt x="7252" y="13522"/>
                    <a:pt x="7298" y="13522"/>
                  </a:cubicBezTo>
                  <a:close/>
                  <a:moveTo>
                    <a:pt x="11940" y="0"/>
                  </a:moveTo>
                  <a:cubicBezTo>
                    <a:pt x="11469" y="0"/>
                    <a:pt x="10991" y="136"/>
                    <a:pt x="10540" y="406"/>
                  </a:cubicBezTo>
                  <a:cubicBezTo>
                    <a:pt x="9836" y="821"/>
                    <a:pt x="9284" y="1510"/>
                    <a:pt x="8985" y="2344"/>
                  </a:cubicBezTo>
                  <a:cubicBezTo>
                    <a:pt x="8957" y="2425"/>
                    <a:pt x="8933" y="2506"/>
                    <a:pt x="8908" y="2590"/>
                  </a:cubicBezTo>
                  <a:cubicBezTo>
                    <a:pt x="8393" y="2372"/>
                    <a:pt x="7845" y="2263"/>
                    <a:pt x="7298" y="2263"/>
                  </a:cubicBezTo>
                  <a:cubicBezTo>
                    <a:pt x="6751" y="2263"/>
                    <a:pt x="6204" y="2372"/>
                    <a:pt x="5690" y="2590"/>
                  </a:cubicBezTo>
                  <a:cubicBezTo>
                    <a:pt x="5666" y="2506"/>
                    <a:pt x="5641" y="2425"/>
                    <a:pt x="5610" y="2344"/>
                  </a:cubicBezTo>
                  <a:cubicBezTo>
                    <a:pt x="5314" y="1510"/>
                    <a:pt x="4762" y="821"/>
                    <a:pt x="4059" y="406"/>
                  </a:cubicBezTo>
                  <a:cubicBezTo>
                    <a:pt x="3606" y="138"/>
                    <a:pt x="3126" y="3"/>
                    <a:pt x="2653" y="3"/>
                  </a:cubicBezTo>
                  <a:cubicBezTo>
                    <a:pt x="2376" y="3"/>
                    <a:pt x="2101" y="49"/>
                    <a:pt x="1836" y="143"/>
                  </a:cubicBezTo>
                  <a:cubicBezTo>
                    <a:pt x="1123" y="396"/>
                    <a:pt x="570" y="969"/>
                    <a:pt x="286" y="1750"/>
                  </a:cubicBezTo>
                  <a:cubicBezTo>
                    <a:pt x="4" y="2520"/>
                    <a:pt x="15" y="3399"/>
                    <a:pt x="310" y="4236"/>
                  </a:cubicBezTo>
                  <a:cubicBezTo>
                    <a:pt x="644" y="5164"/>
                    <a:pt x="1312" y="5927"/>
                    <a:pt x="2118" y="6307"/>
                  </a:cubicBezTo>
                  <a:cubicBezTo>
                    <a:pt x="1678" y="7302"/>
                    <a:pt x="1439" y="8378"/>
                    <a:pt x="1439" y="9426"/>
                  </a:cubicBezTo>
                  <a:cubicBezTo>
                    <a:pt x="1439" y="10006"/>
                    <a:pt x="1576" y="10579"/>
                    <a:pt x="1836" y="11096"/>
                  </a:cubicBezTo>
                  <a:cubicBezTo>
                    <a:pt x="1270" y="11135"/>
                    <a:pt x="708" y="11198"/>
                    <a:pt x="247" y="11304"/>
                  </a:cubicBezTo>
                  <a:cubicBezTo>
                    <a:pt x="1" y="11360"/>
                    <a:pt x="39" y="11722"/>
                    <a:pt x="293" y="11722"/>
                  </a:cubicBezTo>
                  <a:cubicBezTo>
                    <a:pt x="310" y="11722"/>
                    <a:pt x="324" y="11722"/>
                    <a:pt x="342" y="11715"/>
                  </a:cubicBezTo>
                  <a:cubicBezTo>
                    <a:pt x="831" y="11606"/>
                    <a:pt x="1453" y="11539"/>
                    <a:pt x="2068" y="11508"/>
                  </a:cubicBezTo>
                  <a:cubicBezTo>
                    <a:pt x="2216" y="11740"/>
                    <a:pt x="2388" y="11958"/>
                    <a:pt x="2575" y="12158"/>
                  </a:cubicBezTo>
                  <a:cubicBezTo>
                    <a:pt x="2624" y="12211"/>
                    <a:pt x="2673" y="12260"/>
                    <a:pt x="2726" y="12309"/>
                  </a:cubicBezTo>
                  <a:cubicBezTo>
                    <a:pt x="2177" y="12475"/>
                    <a:pt x="1636" y="12672"/>
                    <a:pt x="1112" y="12900"/>
                  </a:cubicBezTo>
                  <a:cubicBezTo>
                    <a:pt x="884" y="12999"/>
                    <a:pt x="988" y="13307"/>
                    <a:pt x="1192" y="13307"/>
                  </a:cubicBezTo>
                  <a:cubicBezTo>
                    <a:pt x="1221" y="13307"/>
                    <a:pt x="1252" y="13301"/>
                    <a:pt x="1284" y="13287"/>
                  </a:cubicBezTo>
                  <a:cubicBezTo>
                    <a:pt x="1875" y="13030"/>
                    <a:pt x="2480" y="12816"/>
                    <a:pt x="3102" y="12644"/>
                  </a:cubicBezTo>
                  <a:cubicBezTo>
                    <a:pt x="3777" y="13182"/>
                    <a:pt x="4611" y="13572"/>
                    <a:pt x="5550" y="13790"/>
                  </a:cubicBezTo>
                  <a:cubicBezTo>
                    <a:pt x="6053" y="14219"/>
                    <a:pt x="6675" y="14433"/>
                    <a:pt x="7297" y="14433"/>
                  </a:cubicBezTo>
                  <a:cubicBezTo>
                    <a:pt x="7920" y="14433"/>
                    <a:pt x="8542" y="14219"/>
                    <a:pt x="9045" y="13790"/>
                  </a:cubicBezTo>
                  <a:cubicBezTo>
                    <a:pt x="9987" y="13572"/>
                    <a:pt x="10821" y="13182"/>
                    <a:pt x="11493" y="12644"/>
                  </a:cubicBezTo>
                  <a:cubicBezTo>
                    <a:pt x="12115" y="12816"/>
                    <a:pt x="12723" y="13034"/>
                    <a:pt x="13314" y="13291"/>
                  </a:cubicBezTo>
                  <a:cubicBezTo>
                    <a:pt x="13346" y="13305"/>
                    <a:pt x="13377" y="13311"/>
                    <a:pt x="13406" y="13311"/>
                  </a:cubicBezTo>
                  <a:cubicBezTo>
                    <a:pt x="13607" y="13311"/>
                    <a:pt x="13711" y="13002"/>
                    <a:pt x="13486" y="12904"/>
                  </a:cubicBezTo>
                  <a:cubicBezTo>
                    <a:pt x="12959" y="12675"/>
                    <a:pt x="12421" y="12478"/>
                    <a:pt x="11869" y="12313"/>
                  </a:cubicBezTo>
                  <a:cubicBezTo>
                    <a:pt x="11922" y="12264"/>
                    <a:pt x="11971" y="12211"/>
                    <a:pt x="12020" y="12162"/>
                  </a:cubicBezTo>
                  <a:cubicBezTo>
                    <a:pt x="12210" y="11958"/>
                    <a:pt x="12379" y="11740"/>
                    <a:pt x="12526" y="11511"/>
                  </a:cubicBezTo>
                  <a:cubicBezTo>
                    <a:pt x="13142" y="11543"/>
                    <a:pt x="13764" y="11606"/>
                    <a:pt x="14256" y="11719"/>
                  </a:cubicBezTo>
                  <a:cubicBezTo>
                    <a:pt x="14273" y="11722"/>
                    <a:pt x="14289" y="11724"/>
                    <a:pt x="14304" y="11724"/>
                  </a:cubicBezTo>
                  <a:cubicBezTo>
                    <a:pt x="14534" y="11724"/>
                    <a:pt x="14599" y="11370"/>
                    <a:pt x="14351" y="11307"/>
                  </a:cubicBezTo>
                  <a:cubicBezTo>
                    <a:pt x="13891" y="11198"/>
                    <a:pt x="13328" y="11135"/>
                    <a:pt x="12762" y="11100"/>
                  </a:cubicBezTo>
                  <a:cubicBezTo>
                    <a:pt x="13019" y="10579"/>
                    <a:pt x="13156" y="10006"/>
                    <a:pt x="13159" y="9426"/>
                  </a:cubicBezTo>
                  <a:cubicBezTo>
                    <a:pt x="13159" y="8378"/>
                    <a:pt x="12920" y="7306"/>
                    <a:pt x="12477" y="6307"/>
                  </a:cubicBezTo>
                  <a:cubicBezTo>
                    <a:pt x="13286" y="5927"/>
                    <a:pt x="13954" y="5164"/>
                    <a:pt x="14285" y="4236"/>
                  </a:cubicBezTo>
                  <a:cubicBezTo>
                    <a:pt x="14583" y="3399"/>
                    <a:pt x="14594" y="2520"/>
                    <a:pt x="14313" y="1750"/>
                  </a:cubicBezTo>
                  <a:cubicBezTo>
                    <a:pt x="14024" y="969"/>
                    <a:pt x="13476" y="396"/>
                    <a:pt x="12758" y="143"/>
                  </a:cubicBezTo>
                  <a:cubicBezTo>
                    <a:pt x="12492" y="47"/>
                    <a:pt x="12217" y="0"/>
                    <a:pt x="119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38" name="Google Shape;21338;p90"/>
          <p:cNvGrpSpPr/>
          <p:nvPr/>
        </p:nvGrpSpPr>
        <p:grpSpPr>
          <a:xfrm>
            <a:off x="6865118" y="1959345"/>
            <a:ext cx="374262" cy="378404"/>
            <a:chOff x="6865118" y="1959345"/>
            <a:chExt cx="374262" cy="378404"/>
          </a:xfrm>
        </p:grpSpPr>
        <p:sp>
          <p:nvSpPr>
            <p:cNvPr id="21339" name="Google Shape;21339;p90"/>
            <p:cNvSpPr/>
            <p:nvPr/>
          </p:nvSpPr>
          <p:spPr>
            <a:xfrm>
              <a:off x="6871016" y="1997799"/>
              <a:ext cx="64640" cy="32294"/>
            </a:xfrm>
            <a:custGeom>
              <a:rect b="b" l="l" r="r" t="t"/>
              <a:pathLst>
                <a:path extrusionOk="0" h="1232" w="2466">
                  <a:moveTo>
                    <a:pt x="2156" y="0"/>
                  </a:moveTo>
                  <a:lnTo>
                    <a:pt x="313" y="482"/>
                  </a:lnTo>
                  <a:cubicBezTo>
                    <a:pt x="123" y="528"/>
                    <a:pt x="0" y="704"/>
                    <a:pt x="25" y="897"/>
                  </a:cubicBezTo>
                  <a:cubicBezTo>
                    <a:pt x="50" y="1087"/>
                    <a:pt x="211" y="1231"/>
                    <a:pt x="405" y="1231"/>
                  </a:cubicBezTo>
                  <a:lnTo>
                    <a:pt x="2465" y="1231"/>
                  </a:lnTo>
                  <a:lnTo>
                    <a:pt x="2156" y="0"/>
                  </a:lnTo>
                  <a:close/>
                </a:path>
              </a:pathLst>
            </a:custGeom>
            <a:solidFill>
              <a:srgbClr val="98A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0" name="Google Shape;21340;p90"/>
            <p:cNvSpPr/>
            <p:nvPr/>
          </p:nvSpPr>
          <p:spPr>
            <a:xfrm>
              <a:off x="6871566" y="2018166"/>
              <a:ext cx="64090" cy="11927"/>
            </a:xfrm>
            <a:custGeom>
              <a:rect b="b" l="l" r="r" t="t"/>
              <a:pathLst>
                <a:path extrusionOk="0" h="455" w="2445">
                  <a:moveTo>
                    <a:pt x="11" y="0"/>
                  </a:moveTo>
                  <a:cubicBezTo>
                    <a:pt x="8" y="25"/>
                    <a:pt x="4" y="50"/>
                    <a:pt x="0" y="71"/>
                  </a:cubicBezTo>
                  <a:cubicBezTo>
                    <a:pt x="0" y="282"/>
                    <a:pt x="169" y="454"/>
                    <a:pt x="380" y="454"/>
                  </a:cubicBezTo>
                  <a:lnTo>
                    <a:pt x="2444" y="454"/>
                  </a:lnTo>
                  <a:lnTo>
                    <a:pt x="2332" y="0"/>
                  </a:lnTo>
                  <a:close/>
                </a:path>
              </a:pathLst>
            </a:custGeom>
            <a:solidFill>
              <a:srgbClr val="7F99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1" name="Google Shape;21341;p90"/>
            <p:cNvSpPr/>
            <p:nvPr/>
          </p:nvSpPr>
          <p:spPr>
            <a:xfrm>
              <a:off x="6913034" y="1964876"/>
              <a:ext cx="319976" cy="319976"/>
            </a:xfrm>
            <a:custGeom>
              <a:rect b="b" l="l" r="r" t="t"/>
              <a:pathLst>
                <a:path extrusionOk="0" h="12207" w="12207">
                  <a:moveTo>
                    <a:pt x="1808" y="1"/>
                  </a:moveTo>
                  <a:cubicBezTo>
                    <a:pt x="933" y="1"/>
                    <a:pt x="226" y="708"/>
                    <a:pt x="226" y="1583"/>
                  </a:cubicBezTo>
                  <a:cubicBezTo>
                    <a:pt x="226" y="2329"/>
                    <a:pt x="834" y="2937"/>
                    <a:pt x="1583" y="2937"/>
                  </a:cubicBezTo>
                  <a:lnTo>
                    <a:pt x="1808" y="2937"/>
                  </a:lnTo>
                  <a:cubicBezTo>
                    <a:pt x="1808" y="4973"/>
                    <a:pt x="1" y="5877"/>
                    <a:pt x="1" y="7684"/>
                  </a:cubicBezTo>
                  <a:cubicBezTo>
                    <a:pt x="1" y="9495"/>
                    <a:pt x="1583" y="12206"/>
                    <a:pt x="7913" y="12206"/>
                  </a:cubicBezTo>
                  <a:lnTo>
                    <a:pt x="11753" y="12206"/>
                  </a:lnTo>
                  <a:cubicBezTo>
                    <a:pt x="11753" y="12206"/>
                    <a:pt x="11711" y="11855"/>
                    <a:pt x="11510" y="11299"/>
                  </a:cubicBezTo>
                  <a:lnTo>
                    <a:pt x="11496" y="11292"/>
                  </a:lnTo>
                  <a:lnTo>
                    <a:pt x="11496" y="11292"/>
                  </a:lnTo>
                  <a:cubicBezTo>
                    <a:pt x="11725" y="11296"/>
                    <a:pt x="11960" y="11299"/>
                    <a:pt x="12206" y="11299"/>
                  </a:cubicBezTo>
                  <a:cubicBezTo>
                    <a:pt x="12206" y="11299"/>
                    <a:pt x="10396" y="5877"/>
                    <a:pt x="3391" y="5423"/>
                  </a:cubicBezTo>
                  <a:lnTo>
                    <a:pt x="3391" y="1583"/>
                  </a:lnTo>
                  <a:cubicBezTo>
                    <a:pt x="3391" y="708"/>
                    <a:pt x="2684" y="1"/>
                    <a:pt x="1808"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2" name="Google Shape;21342;p90"/>
            <p:cNvSpPr/>
            <p:nvPr/>
          </p:nvSpPr>
          <p:spPr>
            <a:xfrm>
              <a:off x="6912956" y="1971718"/>
              <a:ext cx="308154" cy="313030"/>
            </a:xfrm>
            <a:custGeom>
              <a:rect b="b" l="l" r="r" t="t"/>
              <a:pathLst>
                <a:path extrusionOk="0" h="11942" w="11756">
                  <a:moveTo>
                    <a:pt x="936" y="0"/>
                  </a:moveTo>
                  <a:cubicBezTo>
                    <a:pt x="496" y="292"/>
                    <a:pt x="229" y="788"/>
                    <a:pt x="229" y="1315"/>
                  </a:cubicBezTo>
                  <a:cubicBezTo>
                    <a:pt x="229" y="2064"/>
                    <a:pt x="879" y="2676"/>
                    <a:pt x="1625" y="2676"/>
                  </a:cubicBezTo>
                  <a:lnTo>
                    <a:pt x="1811" y="2676"/>
                  </a:lnTo>
                  <a:cubicBezTo>
                    <a:pt x="1811" y="4709"/>
                    <a:pt x="0" y="5612"/>
                    <a:pt x="0" y="7423"/>
                  </a:cubicBezTo>
                  <a:cubicBezTo>
                    <a:pt x="0" y="9231"/>
                    <a:pt x="1583" y="11942"/>
                    <a:pt x="7912" y="11942"/>
                  </a:cubicBezTo>
                  <a:lnTo>
                    <a:pt x="11756" y="11942"/>
                  </a:lnTo>
                  <a:cubicBezTo>
                    <a:pt x="11721" y="11727"/>
                    <a:pt x="11671" y="11516"/>
                    <a:pt x="11605" y="11309"/>
                  </a:cubicBezTo>
                  <a:cubicBezTo>
                    <a:pt x="11114" y="11343"/>
                    <a:pt x="10574" y="11362"/>
                    <a:pt x="10009" y="11362"/>
                  </a:cubicBezTo>
                  <a:cubicBezTo>
                    <a:pt x="7424" y="11362"/>
                    <a:pt x="4308" y="10974"/>
                    <a:pt x="2940" y="9909"/>
                  </a:cubicBezTo>
                  <a:cubicBezTo>
                    <a:pt x="1013" y="8408"/>
                    <a:pt x="1094" y="6625"/>
                    <a:pt x="1811" y="5162"/>
                  </a:cubicBezTo>
                  <a:cubicBezTo>
                    <a:pt x="2188" y="4378"/>
                    <a:pt x="2423" y="3538"/>
                    <a:pt x="2515" y="2676"/>
                  </a:cubicBezTo>
                  <a:cubicBezTo>
                    <a:pt x="2539" y="2444"/>
                    <a:pt x="2381" y="2233"/>
                    <a:pt x="2152" y="2191"/>
                  </a:cubicBezTo>
                  <a:cubicBezTo>
                    <a:pt x="1157" y="2019"/>
                    <a:pt x="651" y="1178"/>
                    <a:pt x="936"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3" name="Google Shape;21343;p90"/>
            <p:cNvSpPr/>
            <p:nvPr/>
          </p:nvSpPr>
          <p:spPr>
            <a:xfrm>
              <a:off x="6913034" y="2073108"/>
              <a:ext cx="319976" cy="211640"/>
            </a:xfrm>
            <a:custGeom>
              <a:rect b="b" l="l" r="r" t="t"/>
              <a:pathLst>
                <a:path extrusionOk="0" h="8074" w="12207">
                  <a:moveTo>
                    <a:pt x="1583" y="0"/>
                  </a:moveTo>
                  <a:cubicBezTo>
                    <a:pt x="1102" y="1280"/>
                    <a:pt x="1" y="2142"/>
                    <a:pt x="1" y="3555"/>
                  </a:cubicBezTo>
                  <a:cubicBezTo>
                    <a:pt x="1" y="5363"/>
                    <a:pt x="1583" y="8074"/>
                    <a:pt x="7909" y="8074"/>
                  </a:cubicBezTo>
                  <a:lnTo>
                    <a:pt x="11753" y="8074"/>
                  </a:lnTo>
                  <a:cubicBezTo>
                    <a:pt x="11753" y="8074"/>
                    <a:pt x="11707" y="7722"/>
                    <a:pt x="11510" y="7170"/>
                  </a:cubicBezTo>
                  <a:lnTo>
                    <a:pt x="11496" y="7163"/>
                  </a:lnTo>
                  <a:lnTo>
                    <a:pt x="11496" y="7163"/>
                  </a:lnTo>
                  <a:cubicBezTo>
                    <a:pt x="11725" y="7167"/>
                    <a:pt x="11960" y="7170"/>
                    <a:pt x="12206" y="7170"/>
                  </a:cubicBezTo>
                  <a:cubicBezTo>
                    <a:pt x="12206" y="7170"/>
                    <a:pt x="10396" y="1748"/>
                    <a:pt x="3391" y="1294"/>
                  </a:cubicBezTo>
                  <a:lnTo>
                    <a:pt x="3391" y="450"/>
                  </a:lnTo>
                  <a:cubicBezTo>
                    <a:pt x="2508" y="405"/>
                    <a:pt x="1882" y="148"/>
                    <a:pt x="1583"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4" name="Google Shape;21344;p90"/>
            <p:cNvSpPr/>
            <p:nvPr/>
          </p:nvSpPr>
          <p:spPr>
            <a:xfrm>
              <a:off x="6913139" y="2073003"/>
              <a:ext cx="308076" cy="211745"/>
            </a:xfrm>
            <a:custGeom>
              <a:rect b="b" l="l" r="r" t="t"/>
              <a:pathLst>
                <a:path extrusionOk="0" h="8078" w="11753">
                  <a:moveTo>
                    <a:pt x="1583" y="1"/>
                  </a:moveTo>
                  <a:cubicBezTo>
                    <a:pt x="1098" y="1281"/>
                    <a:pt x="0" y="2146"/>
                    <a:pt x="0" y="3559"/>
                  </a:cubicBezTo>
                  <a:cubicBezTo>
                    <a:pt x="0" y="5367"/>
                    <a:pt x="1583" y="8078"/>
                    <a:pt x="7912" y="8078"/>
                  </a:cubicBezTo>
                  <a:lnTo>
                    <a:pt x="11752" y="8078"/>
                  </a:lnTo>
                  <a:cubicBezTo>
                    <a:pt x="11721" y="7863"/>
                    <a:pt x="11668" y="7652"/>
                    <a:pt x="11601" y="7445"/>
                  </a:cubicBezTo>
                  <a:lnTo>
                    <a:pt x="11594" y="7445"/>
                  </a:lnTo>
                  <a:cubicBezTo>
                    <a:pt x="11107" y="7478"/>
                    <a:pt x="10572" y="7496"/>
                    <a:pt x="10011" y="7496"/>
                  </a:cubicBezTo>
                  <a:cubicBezTo>
                    <a:pt x="7426" y="7496"/>
                    <a:pt x="4303" y="7112"/>
                    <a:pt x="2937" y="6045"/>
                  </a:cubicBezTo>
                  <a:cubicBezTo>
                    <a:pt x="1006" y="4544"/>
                    <a:pt x="1091" y="2761"/>
                    <a:pt x="1808" y="1298"/>
                  </a:cubicBezTo>
                  <a:cubicBezTo>
                    <a:pt x="1970" y="961"/>
                    <a:pt x="2107" y="609"/>
                    <a:pt x="2216" y="250"/>
                  </a:cubicBezTo>
                  <a:cubicBezTo>
                    <a:pt x="1998" y="187"/>
                    <a:pt x="1787" y="103"/>
                    <a:pt x="158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5" name="Google Shape;21345;p90"/>
            <p:cNvSpPr/>
            <p:nvPr/>
          </p:nvSpPr>
          <p:spPr>
            <a:xfrm>
              <a:off x="6940505" y="2107105"/>
              <a:ext cx="292505" cy="177668"/>
            </a:xfrm>
            <a:custGeom>
              <a:rect b="b" l="l" r="r" t="t"/>
              <a:pathLst>
                <a:path extrusionOk="0" h="6778" w="11159">
                  <a:moveTo>
                    <a:pt x="2399" y="1"/>
                  </a:moveTo>
                  <a:cubicBezTo>
                    <a:pt x="1861" y="187"/>
                    <a:pt x="648" y="1355"/>
                    <a:pt x="648" y="1355"/>
                  </a:cubicBezTo>
                  <a:cubicBezTo>
                    <a:pt x="1" y="2853"/>
                    <a:pt x="289" y="5729"/>
                    <a:pt x="3644" y="6468"/>
                  </a:cubicBezTo>
                  <a:cubicBezTo>
                    <a:pt x="3999" y="6545"/>
                    <a:pt x="4386" y="6612"/>
                    <a:pt x="4787" y="6664"/>
                  </a:cubicBezTo>
                  <a:cubicBezTo>
                    <a:pt x="5447" y="6739"/>
                    <a:pt x="6111" y="6777"/>
                    <a:pt x="6775" y="6777"/>
                  </a:cubicBezTo>
                  <a:cubicBezTo>
                    <a:pt x="6804" y="6777"/>
                    <a:pt x="6832" y="6777"/>
                    <a:pt x="6861" y="6777"/>
                  </a:cubicBezTo>
                  <a:lnTo>
                    <a:pt x="10705" y="6777"/>
                  </a:lnTo>
                  <a:cubicBezTo>
                    <a:pt x="10705" y="6777"/>
                    <a:pt x="10659" y="6425"/>
                    <a:pt x="10462" y="5873"/>
                  </a:cubicBezTo>
                  <a:lnTo>
                    <a:pt x="10448" y="5866"/>
                  </a:lnTo>
                  <a:lnTo>
                    <a:pt x="10448" y="5866"/>
                  </a:lnTo>
                  <a:cubicBezTo>
                    <a:pt x="10677" y="5870"/>
                    <a:pt x="10912" y="5873"/>
                    <a:pt x="11158" y="5873"/>
                  </a:cubicBezTo>
                  <a:cubicBezTo>
                    <a:pt x="11158" y="5873"/>
                    <a:pt x="9358" y="479"/>
                    <a:pt x="2399"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6" name="Google Shape;21346;p90"/>
            <p:cNvSpPr/>
            <p:nvPr/>
          </p:nvSpPr>
          <p:spPr>
            <a:xfrm>
              <a:off x="6942628" y="2107000"/>
              <a:ext cx="290277" cy="154077"/>
            </a:xfrm>
            <a:custGeom>
              <a:rect b="b" l="l" r="r" t="t"/>
              <a:pathLst>
                <a:path extrusionOk="0" h="5878" w="11074">
                  <a:moveTo>
                    <a:pt x="2227" y="1"/>
                  </a:moveTo>
                  <a:cubicBezTo>
                    <a:pt x="1304" y="1"/>
                    <a:pt x="679" y="688"/>
                    <a:pt x="679" y="1359"/>
                  </a:cubicBezTo>
                  <a:cubicBezTo>
                    <a:pt x="679" y="1359"/>
                    <a:pt x="1" y="5877"/>
                    <a:pt x="11074" y="5877"/>
                  </a:cubicBezTo>
                  <a:cubicBezTo>
                    <a:pt x="11074" y="5877"/>
                    <a:pt x="9267" y="455"/>
                    <a:pt x="2262" y="1"/>
                  </a:cubicBezTo>
                  <a:cubicBezTo>
                    <a:pt x="2250" y="1"/>
                    <a:pt x="2238" y="1"/>
                    <a:pt x="2227"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7" name="Google Shape;21347;p90"/>
            <p:cNvSpPr/>
            <p:nvPr/>
          </p:nvSpPr>
          <p:spPr>
            <a:xfrm>
              <a:off x="6942628" y="1988572"/>
              <a:ext cx="23722" cy="23722"/>
            </a:xfrm>
            <a:custGeom>
              <a:rect b="b" l="l" r="r" t="t"/>
              <a:pathLst>
                <a:path extrusionOk="0" h="905" w="905">
                  <a:moveTo>
                    <a:pt x="454" y="1"/>
                  </a:moveTo>
                  <a:cubicBezTo>
                    <a:pt x="205" y="1"/>
                    <a:pt x="1" y="201"/>
                    <a:pt x="1" y="451"/>
                  </a:cubicBezTo>
                  <a:cubicBezTo>
                    <a:pt x="1" y="700"/>
                    <a:pt x="205" y="904"/>
                    <a:pt x="454" y="904"/>
                  </a:cubicBezTo>
                  <a:cubicBezTo>
                    <a:pt x="704" y="904"/>
                    <a:pt x="904" y="700"/>
                    <a:pt x="904" y="451"/>
                  </a:cubicBezTo>
                  <a:cubicBezTo>
                    <a:pt x="904" y="201"/>
                    <a:pt x="704" y="1"/>
                    <a:pt x="4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8" name="Google Shape;21348;p90"/>
            <p:cNvSpPr/>
            <p:nvPr/>
          </p:nvSpPr>
          <p:spPr>
            <a:xfrm>
              <a:off x="6957569" y="2107000"/>
              <a:ext cx="224458" cy="96147"/>
            </a:xfrm>
            <a:custGeom>
              <a:rect b="b" l="l" r="r" t="t"/>
              <a:pathLst>
                <a:path extrusionOk="0" h="3668" w="8563">
                  <a:moveTo>
                    <a:pt x="1656" y="1"/>
                  </a:moveTo>
                  <a:cubicBezTo>
                    <a:pt x="1240" y="1"/>
                    <a:pt x="724" y="120"/>
                    <a:pt x="461" y="328"/>
                  </a:cubicBezTo>
                  <a:cubicBezTo>
                    <a:pt x="71" y="634"/>
                    <a:pt x="0" y="1088"/>
                    <a:pt x="229" y="1527"/>
                  </a:cubicBezTo>
                  <a:cubicBezTo>
                    <a:pt x="1046" y="3120"/>
                    <a:pt x="3346" y="3668"/>
                    <a:pt x="5194" y="3668"/>
                  </a:cubicBezTo>
                  <a:cubicBezTo>
                    <a:pt x="5644" y="3668"/>
                    <a:pt x="6067" y="3635"/>
                    <a:pt x="6435" y="3577"/>
                  </a:cubicBezTo>
                  <a:cubicBezTo>
                    <a:pt x="7490" y="3412"/>
                    <a:pt x="8563" y="2945"/>
                    <a:pt x="8563" y="2945"/>
                  </a:cubicBezTo>
                  <a:cubicBezTo>
                    <a:pt x="7223" y="1584"/>
                    <a:pt x="5057" y="219"/>
                    <a:pt x="1692" y="1"/>
                  </a:cubicBezTo>
                  <a:cubicBezTo>
                    <a:pt x="1680" y="1"/>
                    <a:pt x="1668" y="1"/>
                    <a:pt x="1656"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9" name="Google Shape;21349;p90"/>
            <p:cNvSpPr/>
            <p:nvPr/>
          </p:nvSpPr>
          <p:spPr>
            <a:xfrm>
              <a:off x="6865118" y="1959345"/>
              <a:ext cx="374262" cy="378404"/>
            </a:xfrm>
            <a:custGeom>
              <a:rect b="b" l="l" r="r" t="t"/>
              <a:pathLst>
                <a:path extrusionOk="0" h="14436" w="14278">
                  <a:moveTo>
                    <a:pt x="1843" y="1837"/>
                  </a:moveTo>
                  <a:cubicBezTo>
                    <a:pt x="1850" y="2062"/>
                    <a:pt x="1906" y="2283"/>
                    <a:pt x="2005" y="2487"/>
                  </a:cubicBezTo>
                  <a:lnTo>
                    <a:pt x="626" y="2487"/>
                  </a:lnTo>
                  <a:cubicBezTo>
                    <a:pt x="535" y="2484"/>
                    <a:pt x="457" y="2410"/>
                    <a:pt x="457" y="2315"/>
                  </a:cubicBezTo>
                  <a:cubicBezTo>
                    <a:pt x="457" y="2237"/>
                    <a:pt x="510" y="2171"/>
                    <a:pt x="588" y="2153"/>
                  </a:cubicBezTo>
                  <a:lnTo>
                    <a:pt x="1843" y="1837"/>
                  </a:lnTo>
                  <a:close/>
                  <a:moveTo>
                    <a:pt x="3640" y="423"/>
                  </a:moveTo>
                  <a:cubicBezTo>
                    <a:pt x="4396" y="423"/>
                    <a:pt x="5008" y="1038"/>
                    <a:pt x="5008" y="1794"/>
                  </a:cubicBezTo>
                  <a:lnTo>
                    <a:pt x="5008" y="4516"/>
                  </a:lnTo>
                  <a:cubicBezTo>
                    <a:pt x="4554" y="4495"/>
                    <a:pt x="4108" y="4382"/>
                    <a:pt x="3696" y="4182"/>
                  </a:cubicBezTo>
                  <a:cubicBezTo>
                    <a:pt x="3798" y="3848"/>
                    <a:pt x="3851" y="3500"/>
                    <a:pt x="3851" y="3152"/>
                  </a:cubicBezTo>
                  <a:cubicBezTo>
                    <a:pt x="3851" y="3032"/>
                    <a:pt x="3756" y="2937"/>
                    <a:pt x="3640" y="2937"/>
                  </a:cubicBezTo>
                  <a:lnTo>
                    <a:pt x="3411" y="2937"/>
                  </a:lnTo>
                  <a:cubicBezTo>
                    <a:pt x="2778" y="2937"/>
                    <a:pt x="2268" y="2424"/>
                    <a:pt x="2268" y="1794"/>
                  </a:cubicBezTo>
                  <a:cubicBezTo>
                    <a:pt x="2268" y="1038"/>
                    <a:pt x="2880" y="423"/>
                    <a:pt x="3640" y="423"/>
                  </a:cubicBezTo>
                  <a:close/>
                  <a:moveTo>
                    <a:pt x="3548" y="4583"/>
                  </a:moveTo>
                  <a:cubicBezTo>
                    <a:pt x="4006" y="4801"/>
                    <a:pt x="4501" y="4920"/>
                    <a:pt x="5008" y="4942"/>
                  </a:cubicBezTo>
                  <a:lnTo>
                    <a:pt x="5008" y="5638"/>
                  </a:lnTo>
                  <a:cubicBezTo>
                    <a:pt x="5008" y="5750"/>
                    <a:pt x="5096" y="5842"/>
                    <a:pt x="5205" y="5849"/>
                  </a:cubicBezTo>
                  <a:cubicBezTo>
                    <a:pt x="6769" y="5951"/>
                    <a:pt x="8197" y="6313"/>
                    <a:pt x="9446" y="6932"/>
                  </a:cubicBezTo>
                  <a:cubicBezTo>
                    <a:pt x="10434" y="7417"/>
                    <a:pt x="11327" y="8075"/>
                    <a:pt x="12083" y="8876"/>
                  </a:cubicBezTo>
                  <a:cubicBezTo>
                    <a:pt x="12762" y="9587"/>
                    <a:pt x="13314" y="10406"/>
                    <a:pt x="13718" y="11303"/>
                  </a:cubicBezTo>
                  <a:cubicBezTo>
                    <a:pt x="7902" y="11250"/>
                    <a:pt x="5518" y="9924"/>
                    <a:pt x="4544" y="8806"/>
                  </a:cubicBezTo>
                  <a:cubicBezTo>
                    <a:pt x="4153" y="8360"/>
                    <a:pt x="3981" y="7934"/>
                    <a:pt x="3907" y="7635"/>
                  </a:cubicBezTo>
                  <a:lnTo>
                    <a:pt x="3907" y="7635"/>
                  </a:lnTo>
                  <a:cubicBezTo>
                    <a:pt x="5342" y="9137"/>
                    <a:pt x="7297" y="9485"/>
                    <a:pt x="8813" y="9485"/>
                  </a:cubicBezTo>
                  <a:cubicBezTo>
                    <a:pt x="9206" y="9485"/>
                    <a:pt x="9597" y="9464"/>
                    <a:pt x="9987" y="9421"/>
                  </a:cubicBezTo>
                  <a:cubicBezTo>
                    <a:pt x="10103" y="9407"/>
                    <a:pt x="10187" y="9302"/>
                    <a:pt x="10173" y="9186"/>
                  </a:cubicBezTo>
                  <a:cubicBezTo>
                    <a:pt x="10160" y="9078"/>
                    <a:pt x="10069" y="8998"/>
                    <a:pt x="9963" y="8998"/>
                  </a:cubicBezTo>
                  <a:cubicBezTo>
                    <a:pt x="9955" y="8998"/>
                    <a:pt x="9946" y="8998"/>
                    <a:pt x="9938" y="8999"/>
                  </a:cubicBezTo>
                  <a:cubicBezTo>
                    <a:pt x="9612" y="9037"/>
                    <a:pt x="9229" y="9065"/>
                    <a:pt x="8812" y="9065"/>
                  </a:cubicBezTo>
                  <a:cubicBezTo>
                    <a:pt x="7231" y="9065"/>
                    <a:pt x="5154" y="8665"/>
                    <a:pt x="3805" y="6865"/>
                  </a:cubicBezTo>
                  <a:cubicBezTo>
                    <a:pt x="3761" y="6806"/>
                    <a:pt x="3699" y="6779"/>
                    <a:pt x="3636" y="6779"/>
                  </a:cubicBezTo>
                  <a:cubicBezTo>
                    <a:pt x="3539" y="6779"/>
                    <a:pt x="3443" y="6846"/>
                    <a:pt x="3425" y="6960"/>
                  </a:cubicBezTo>
                  <a:cubicBezTo>
                    <a:pt x="3418" y="7002"/>
                    <a:pt x="3285" y="7994"/>
                    <a:pt x="4210" y="9066"/>
                  </a:cubicBezTo>
                  <a:cubicBezTo>
                    <a:pt x="4867" y="9829"/>
                    <a:pt x="5890" y="10441"/>
                    <a:pt x="7255" y="10881"/>
                  </a:cubicBezTo>
                  <a:cubicBezTo>
                    <a:pt x="8806" y="11380"/>
                    <a:pt x="10796" y="11661"/>
                    <a:pt x="13183" y="11714"/>
                  </a:cubicBezTo>
                  <a:cubicBezTo>
                    <a:pt x="13250" y="11915"/>
                    <a:pt x="13296" y="12080"/>
                    <a:pt x="13324" y="12203"/>
                  </a:cubicBezTo>
                  <a:lnTo>
                    <a:pt x="9737" y="12203"/>
                  </a:lnTo>
                  <a:cubicBezTo>
                    <a:pt x="6963" y="12203"/>
                    <a:pt x="4878" y="11686"/>
                    <a:pt x="3538" y="10666"/>
                  </a:cubicBezTo>
                  <a:cubicBezTo>
                    <a:pt x="2237" y="9671"/>
                    <a:pt x="2040" y="8504"/>
                    <a:pt x="2040" y="7895"/>
                  </a:cubicBezTo>
                  <a:cubicBezTo>
                    <a:pt x="2040" y="7080"/>
                    <a:pt x="2444" y="6450"/>
                    <a:pt x="2870" y="5785"/>
                  </a:cubicBezTo>
                  <a:cubicBezTo>
                    <a:pt x="3116" y="5406"/>
                    <a:pt x="3362" y="5019"/>
                    <a:pt x="3548" y="4583"/>
                  </a:cubicBezTo>
                  <a:close/>
                  <a:moveTo>
                    <a:pt x="6559" y="12351"/>
                  </a:moveTo>
                  <a:cubicBezTo>
                    <a:pt x="6717" y="12379"/>
                    <a:pt x="6875" y="12407"/>
                    <a:pt x="7040" y="12435"/>
                  </a:cubicBezTo>
                  <a:lnTo>
                    <a:pt x="7044" y="14010"/>
                  </a:lnTo>
                  <a:lnTo>
                    <a:pt x="6559" y="14010"/>
                  </a:lnTo>
                  <a:lnTo>
                    <a:pt x="6559" y="12351"/>
                  </a:lnTo>
                  <a:close/>
                  <a:moveTo>
                    <a:pt x="3637" y="0"/>
                  </a:moveTo>
                  <a:cubicBezTo>
                    <a:pt x="2811" y="0"/>
                    <a:pt x="2081" y="567"/>
                    <a:pt x="1889" y="1390"/>
                  </a:cubicBezTo>
                  <a:lnTo>
                    <a:pt x="482" y="1742"/>
                  </a:lnTo>
                  <a:cubicBezTo>
                    <a:pt x="194" y="1815"/>
                    <a:pt x="0" y="2093"/>
                    <a:pt x="39" y="2389"/>
                  </a:cubicBezTo>
                  <a:cubicBezTo>
                    <a:pt x="74" y="2684"/>
                    <a:pt x="327" y="2909"/>
                    <a:pt x="626" y="2909"/>
                  </a:cubicBezTo>
                  <a:lnTo>
                    <a:pt x="2311" y="2909"/>
                  </a:lnTo>
                  <a:cubicBezTo>
                    <a:pt x="2603" y="3197"/>
                    <a:pt x="2996" y="3359"/>
                    <a:pt x="3408" y="3359"/>
                  </a:cubicBezTo>
                  <a:lnTo>
                    <a:pt x="3415" y="3359"/>
                  </a:lnTo>
                  <a:cubicBezTo>
                    <a:pt x="3355" y="4238"/>
                    <a:pt x="2930" y="4906"/>
                    <a:pt x="2515" y="5553"/>
                  </a:cubicBezTo>
                  <a:cubicBezTo>
                    <a:pt x="2075" y="6243"/>
                    <a:pt x="1614" y="6956"/>
                    <a:pt x="1614" y="7895"/>
                  </a:cubicBezTo>
                  <a:cubicBezTo>
                    <a:pt x="1618" y="8437"/>
                    <a:pt x="1744" y="8971"/>
                    <a:pt x="1984" y="9457"/>
                  </a:cubicBezTo>
                  <a:cubicBezTo>
                    <a:pt x="2268" y="10044"/>
                    <a:pt x="2704" y="10561"/>
                    <a:pt x="3281" y="11000"/>
                  </a:cubicBezTo>
                  <a:cubicBezTo>
                    <a:pt x="4027" y="11566"/>
                    <a:pt x="4980" y="11988"/>
                    <a:pt x="6137" y="12259"/>
                  </a:cubicBezTo>
                  <a:lnTo>
                    <a:pt x="6137" y="14010"/>
                  </a:lnTo>
                  <a:lnTo>
                    <a:pt x="4765" y="14010"/>
                  </a:lnTo>
                  <a:cubicBezTo>
                    <a:pt x="4484" y="14010"/>
                    <a:pt x="4484" y="14436"/>
                    <a:pt x="4765" y="14436"/>
                  </a:cubicBezTo>
                  <a:lnTo>
                    <a:pt x="7705" y="14436"/>
                  </a:lnTo>
                  <a:cubicBezTo>
                    <a:pt x="7821" y="14432"/>
                    <a:pt x="7916" y="14341"/>
                    <a:pt x="7916" y="14221"/>
                  </a:cubicBezTo>
                  <a:cubicBezTo>
                    <a:pt x="7916" y="14105"/>
                    <a:pt x="7821" y="14010"/>
                    <a:pt x="7705" y="14010"/>
                  </a:cubicBezTo>
                  <a:lnTo>
                    <a:pt x="7462" y="14010"/>
                  </a:lnTo>
                  <a:lnTo>
                    <a:pt x="7462" y="12495"/>
                  </a:lnTo>
                  <a:cubicBezTo>
                    <a:pt x="8189" y="12583"/>
                    <a:pt x="8919" y="12625"/>
                    <a:pt x="9650" y="12625"/>
                  </a:cubicBezTo>
                  <a:cubicBezTo>
                    <a:pt x="9679" y="12625"/>
                    <a:pt x="9708" y="12625"/>
                    <a:pt x="9737" y="12625"/>
                  </a:cubicBezTo>
                  <a:lnTo>
                    <a:pt x="13581" y="12625"/>
                  </a:lnTo>
                  <a:cubicBezTo>
                    <a:pt x="13707" y="12625"/>
                    <a:pt x="13806" y="12516"/>
                    <a:pt x="13788" y="12389"/>
                  </a:cubicBezTo>
                  <a:cubicBezTo>
                    <a:pt x="13753" y="12161"/>
                    <a:pt x="13700" y="11939"/>
                    <a:pt x="13630" y="11721"/>
                  </a:cubicBezTo>
                  <a:lnTo>
                    <a:pt x="14031" y="11721"/>
                  </a:lnTo>
                  <a:cubicBezTo>
                    <a:pt x="14175" y="11718"/>
                    <a:pt x="14277" y="11577"/>
                    <a:pt x="14231" y="11440"/>
                  </a:cubicBezTo>
                  <a:lnTo>
                    <a:pt x="14231" y="11440"/>
                  </a:lnTo>
                  <a:lnTo>
                    <a:pt x="14235" y="11443"/>
                  </a:lnTo>
                  <a:cubicBezTo>
                    <a:pt x="14214" y="11384"/>
                    <a:pt x="13750" y="10026"/>
                    <a:pt x="12406" y="8595"/>
                  </a:cubicBezTo>
                  <a:cubicBezTo>
                    <a:pt x="11615" y="7755"/>
                    <a:pt x="10680" y="7062"/>
                    <a:pt x="9646" y="6552"/>
                  </a:cubicBezTo>
                  <a:cubicBezTo>
                    <a:pt x="8398" y="5933"/>
                    <a:pt x="6980" y="5557"/>
                    <a:pt x="5430" y="5437"/>
                  </a:cubicBezTo>
                  <a:lnTo>
                    <a:pt x="5430" y="1794"/>
                  </a:lnTo>
                  <a:cubicBezTo>
                    <a:pt x="5430" y="880"/>
                    <a:pt x="4744" y="117"/>
                    <a:pt x="3840" y="11"/>
                  </a:cubicBezTo>
                  <a:cubicBezTo>
                    <a:pt x="3772" y="4"/>
                    <a:pt x="3704"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0" name="Google Shape;21350;p90"/>
            <p:cNvSpPr/>
            <p:nvPr/>
          </p:nvSpPr>
          <p:spPr>
            <a:xfrm>
              <a:off x="7142131" y="2189596"/>
              <a:ext cx="21468" cy="12923"/>
            </a:xfrm>
            <a:custGeom>
              <a:rect b="b" l="l" r="r" t="t"/>
              <a:pathLst>
                <a:path extrusionOk="0" h="493" w="819">
                  <a:moveTo>
                    <a:pt x="583" y="0"/>
                  </a:moveTo>
                  <a:cubicBezTo>
                    <a:pt x="565" y="0"/>
                    <a:pt x="546" y="3"/>
                    <a:pt x="527" y="8"/>
                  </a:cubicBezTo>
                  <a:cubicBezTo>
                    <a:pt x="527" y="8"/>
                    <a:pt x="428" y="36"/>
                    <a:pt x="256" y="71"/>
                  </a:cubicBezTo>
                  <a:cubicBezTo>
                    <a:pt x="0" y="127"/>
                    <a:pt x="59" y="492"/>
                    <a:pt x="291" y="492"/>
                  </a:cubicBezTo>
                  <a:cubicBezTo>
                    <a:pt x="308" y="492"/>
                    <a:pt x="326" y="490"/>
                    <a:pt x="344" y="486"/>
                  </a:cubicBezTo>
                  <a:cubicBezTo>
                    <a:pt x="530" y="448"/>
                    <a:pt x="636" y="419"/>
                    <a:pt x="639" y="416"/>
                  </a:cubicBezTo>
                  <a:cubicBezTo>
                    <a:pt x="752" y="384"/>
                    <a:pt x="819" y="268"/>
                    <a:pt x="787" y="156"/>
                  </a:cubicBezTo>
                  <a:cubicBezTo>
                    <a:pt x="761" y="62"/>
                    <a:pt x="67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1" name="Google Shape;21351;p90"/>
            <p:cNvSpPr/>
            <p:nvPr/>
          </p:nvSpPr>
          <p:spPr>
            <a:xfrm>
              <a:off x="6931304" y="1982963"/>
              <a:ext cx="40577" cy="34863"/>
            </a:xfrm>
            <a:custGeom>
              <a:rect b="b" l="l" r="r" t="t"/>
              <a:pathLst>
                <a:path extrusionOk="0" h="1330" w="1548">
                  <a:moveTo>
                    <a:pt x="883" y="425"/>
                  </a:moveTo>
                  <a:cubicBezTo>
                    <a:pt x="1007" y="425"/>
                    <a:pt x="1125" y="520"/>
                    <a:pt x="1125" y="665"/>
                  </a:cubicBezTo>
                  <a:cubicBezTo>
                    <a:pt x="1125" y="798"/>
                    <a:pt x="1016" y="907"/>
                    <a:pt x="886" y="907"/>
                  </a:cubicBezTo>
                  <a:cubicBezTo>
                    <a:pt x="672" y="907"/>
                    <a:pt x="563" y="647"/>
                    <a:pt x="714" y="496"/>
                  </a:cubicBezTo>
                  <a:cubicBezTo>
                    <a:pt x="763" y="447"/>
                    <a:pt x="824" y="425"/>
                    <a:pt x="883" y="425"/>
                  </a:cubicBezTo>
                  <a:close/>
                  <a:moveTo>
                    <a:pt x="880" y="1"/>
                  </a:moveTo>
                  <a:cubicBezTo>
                    <a:pt x="717" y="1"/>
                    <a:pt x="551" y="62"/>
                    <a:pt x="415" y="197"/>
                  </a:cubicBezTo>
                  <a:cubicBezTo>
                    <a:pt x="0" y="616"/>
                    <a:pt x="296" y="1329"/>
                    <a:pt x="886" y="1329"/>
                  </a:cubicBezTo>
                  <a:cubicBezTo>
                    <a:pt x="1252" y="1329"/>
                    <a:pt x="1547" y="1030"/>
                    <a:pt x="1547" y="665"/>
                  </a:cubicBezTo>
                  <a:cubicBezTo>
                    <a:pt x="1547" y="265"/>
                    <a:pt x="1221" y="1"/>
                    <a:pt x="8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52" name="Google Shape;21352;p90"/>
          <p:cNvGrpSpPr/>
          <p:nvPr/>
        </p:nvGrpSpPr>
        <p:grpSpPr>
          <a:xfrm>
            <a:off x="1710141" y="3348162"/>
            <a:ext cx="269019" cy="360972"/>
            <a:chOff x="1710141" y="3348162"/>
            <a:chExt cx="269019" cy="360972"/>
          </a:xfrm>
        </p:grpSpPr>
        <p:sp>
          <p:nvSpPr>
            <p:cNvPr id="21353" name="Google Shape;21353;p90"/>
            <p:cNvSpPr/>
            <p:nvPr/>
          </p:nvSpPr>
          <p:spPr>
            <a:xfrm>
              <a:off x="1723038" y="3353405"/>
              <a:ext cx="45190" cy="350199"/>
            </a:xfrm>
            <a:custGeom>
              <a:rect b="b" l="l" r="r" t="t"/>
              <a:pathLst>
                <a:path extrusionOk="0" h="13360" w="1724">
                  <a:moveTo>
                    <a:pt x="279" y="1"/>
                  </a:moveTo>
                  <a:cubicBezTo>
                    <a:pt x="141" y="1"/>
                    <a:pt x="40" y="127"/>
                    <a:pt x="68" y="261"/>
                  </a:cubicBezTo>
                  <a:cubicBezTo>
                    <a:pt x="159" y="686"/>
                    <a:pt x="215" y="1284"/>
                    <a:pt x="215" y="1942"/>
                  </a:cubicBezTo>
                  <a:cubicBezTo>
                    <a:pt x="215" y="2747"/>
                    <a:pt x="131" y="3668"/>
                    <a:pt x="1" y="4094"/>
                  </a:cubicBezTo>
                  <a:lnTo>
                    <a:pt x="1" y="4526"/>
                  </a:lnTo>
                  <a:cubicBezTo>
                    <a:pt x="134" y="4955"/>
                    <a:pt x="215" y="5880"/>
                    <a:pt x="215" y="6682"/>
                  </a:cubicBezTo>
                  <a:cubicBezTo>
                    <a:pt x="215" y="7484"/>
                    <a:pt x="131" y="8408"/>
                    <a:pt x="1" y="8834"/>
                  </a:cubicBezTo>
                  <a:lnTo>
                    <a:pt x="1" y="9266"/>
                  </a:lnTo>
                  <a:cubicBezTo>
                    <a:pt x="134" y="9692"/>
                    <a:pt x="215" y="10617"/>
                    <a:pt x="215" y="11418"/>
                  </a:cubicBezTo>
                  <a:cubicBezTo>
                    <a:pt x="215" y="12080"/>
                    <a:pt x="159" y="12674"/>
                    <a:pt x="68" y="13099"/>
                  </a:cubicBezTo>
                  <a:cubicBezTo>
                    <a:pt x="40" y="13233"/>
                    <a:pt x="141" y="13359"/>
                    <a:pt x="279" y="13359"/>
                  </a:cubicBezTo>
                  <a:lnTo>
                    <a:pt x="1450" y="13359"/>
                  </a:lnTo>
                  <a:cubicBezTo>
                    <a:pt x="1583" y="13359"/>
                    <a:pt x="1685" y="13233"/>
                    <a:pt x="1661" y="13099"/>
                  </a:cubicBezTo>
                  <a:cubicBezTo>
                    <a:pt x="1566" y="12674"/>
                    <a:pt x="1509" y="12076"/>
                    <a:pt x="1509" y="11418"/>
                  </a:cubicBezTo>
                  <a:cubicBezTo>
                    <a:pt x="1509" y="10617"/>
                    <a:pt x="1594" y="9692"/>
                    <a:pt x="1724" y="9266"/>
                  </a:cubicBezTo>
                  <a:lnTo>
                    <a:pt x="1724" y="8834"/>
                  </a:lnTo>
                  <a:cubicBezTo>
                    <a:pt x="1594" y="8405"/>
                    <a:pt x="1509" y="7484"/>
                    <a:pt x="1509" y="6682"/>
                  </a:cubicBezTo>
                  <a:cubicBezTo>
                    <a:pt x="1509" y="5880"/>
                    <a:pt x="1594" y="4952"/>
                    <a:pt x="1724" y="4526"/>
                  </a:cubicBezTo>
                  <a:lnTo>
                    <a:pt x="1724" y="4094"/>
                  </a:lnTo>
                  <a:cubicBezTo>
                    <a:pt x="1594" y="3668"/>
                    <a:pt x="1509" y="2743"/>
                    <a:pt x="1509" y="1942"/>
                  </a:cubicBezTo>
                  <a:cubicBezTo>
                    <a:pt x="1509" y="1281"/>
                    <a:pt x="1566" y="686"/>
                    <a:pt x="1661" y="261"/>
                  </a:cubicBezTo>
                  <a:cubicBezTo>
                    <a:pt x="1685" y="127"/>
                    <a:pt x="1583" y="1"/>
                    <a:pt x="1450"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4" name="Google Shape;21354;p90"/>
            <p:cNvSpPr/>
            <p:nvPr/>
          </p:nvSpPr>
          <p:spPr>
            <a:xfrm>
              <a:off x="1723038" y="3353405"/>
              <a:ext cx="24273" cy="350199"/>
            </a:xfrm>
            <a:custGeom>
              <a:rect b="b" l="l" r="r" t="t"/>
              <a:pathLst>
                <a:path extrusionOk="0" h="13360" w="926">
                  <a:moveTo>
                    <a:pt x="279" y="1"/>
                  </a:moveTo>
                  <a:cubicBezTo>
                    <a:pt x="141" y="1"/>
                    <a:pt x="40" y="127"/>
                    <a:pt x="68" y="261"/>
                  </a:cubicBezTo>
                  <a:cubicBezTo>
                    <a:pt x="159" y="690"/>
                    <a:pt x="215" y="1284"/>
                    <a:pt x="215" y="1942"/>
                  </a:cubicBezTo>
                  <a:cubicBezTo>
                    <a:pt x="215" y="2747"/>
                    <a:pt x="131" y="3672"/>
                    <a:pt x="1" y="4097"/>
                  </a:cubicBezTo>
                  <a:lnTo>
                    <a:pt x="1" y="4526"/>
                  </a:lnTo>
                  <a:cubicBezTo>
                    <a:pt x="134" y="4955"/>
                    <a:pt x="215" y="5880"/>
                    <a:pt x="215" y="6682"/>
                  </a:cubicBezTo>
                  <a:cubicBezTo>
                    <a:pt x="215" y="7484"/>
                    <a:pt x="131" y="8408"/>
                    <a:pt x="1" y="8834"/>
                  </a:cubicBezTo>
                  <a:lnTo>
                    <a:pt x="1" y="9266"/>
                  </a:lnTo>
                  <a:cubicBezTo>
                    <a:pt x="134" y="9695"/>
                    <a:pt x="215" y="10617"/>
                    <a:pt x="215" y="11418"/>
                  </a:cubicBezTo>
                  <a:cubicBezTo>
                    <a:pt x="215" y="12080"/>
                    <a:pt x="159" y="12674"/>
                    <a:pt x="68" y="13103"/>
                  </a:cubicBezTo>
                  <a:cubicBezTo>
                    <a:pt x="40" y="13236"/>
                    <a:pt x="141" y="13359"/>
                    <a:pt x="279" y="13359"/>
                  </a:cubicBezTo>
                  <a:lnTo>
                    <a:pt x="926" y="13359"/>
                  </a:lnTo>
                  <a:cubicBezTo>
                    <a:pt x="792" y="13359"/>
                    <a:pt x="690" y="13240"/>
                    <a:pt x="715" y="13110"/>
                  </a:cubicBezTo>
                  <a:cubicBezTo>
                    <a:pt x="806" y="12681"/>
                    <a:pt x="862" y="12087"/>
                    <a:pt x="862" y="11429"/>
                  </a:cubicBezTo>
                  <a:cubicBezTo>
                    <a:pt x="862" y="10624"/>
                    <a:pt x="778" y="9917"/>
                    <a:pt x="648" y="9488"/>
                  </a:cubicBezTo>
                  <a:lnTo>
                    <a:pt x="648" y="8626"/>
                  </a:lnTo>
                  <a:cubicBezTo>
                    <a:pt x="778" y="8197"/>
                    <a:pt x="862" y="7487"/>
                    <a:pt x="862" y="6685"/>
                  </a:cubicBezTo>
                  <a:cubicBezTo>
                    <a:pt x="862" y="5880"/>
                    <a:pt x="778" y="5173"/>
                    <a:pt x="648" y="4744"/>
                  </a:cubicBezTo>
                  <a:lnTo>
                    <a:pt x="648" y="3883"/>
                  </a:lnTo>
                  <a:cubicBezTo>
                    <a:pt x="778" y="3454"/>
                    <a:pt x="862" y="2747"/>
                    <a:pt x="862" y="1942"/>
                  </a:cubicBezTo>
                  <a:cubicBezTo>
                    <a:pt x="862" y="1284"/>
                    <a:pt x="806" y="690"/>
                    <a:pt x="715" y="261"/>
                  </a:cubicBezTo>
                  <a:cubicBezTo>
                    <a:pt x="687" y="127"/>
                    <a:pt x="789" y="1"/>
                    <a:pt x="92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5" name="Google Shape;21355;p90"/>
            <p:cNvSpPr/>
            <p:nvPr/>
          </p:nvSpPr>
          <p:spPr>
            <a:xfrm>
              <a:off x="1812737" y="3513432"/>
              <a:ext cx="119031" cy="127209"/>
            </a:xfrm>
            <a:custGeom>
              <a:rect b="b" l="l" r="r" t="t"/>
              <a:pathLst>
                <a:path extrusionOk="0" h="4853" w="4541">
                  <a:moveTo>
                    <a:pt x="1104" y="0"/>
                  </a:moveTo>
                  <a:lnTo>
                    <a:pt x="0" y="647"/>
                  </a:lnTo>
                  <a:cubicBezTo>
                    <a:pt x="0" y="647"/>
                    <a:pt x="1017" y="3383"/>
                    <a:pt x="2926" y="4853"/>
                  </a:cubicBezTo>
                  <a:lnTo>
                    <a:pt x="4540" y="3239"/>
                  </a:lnTo>
                  <a:cubicBezTo>
                    <a:pt x="4540" y="3239"/>
                    <a:pt x="2831" y="2342"/>
                    <a:pt x="1108"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6" name="Google Shape;21356;p90"/>
            <p:cNvSpPr/>
            <p:nvPr/>
          </p:nvSpPr>
          <p:spPr>
            <a:xfrm>
              <a:off x="1717428" y="3455162"/>
              <a:ext cx="56514" cy="22621"/>
            </a:xfrm>
            <a:custGeom>
              <a:rect b="b" l="l" r="r" t="t"/>
              <a:pathLst>
                <a:path extrusionOk="0" h="863" w="2156">
                  <a:moveTo>
                    <a:pt x="429" y="1"/>
                  </a:moveTo>
                  <a:cubicBezTo>
                    <a:pt x="194" y="1"/>
                    <a:pt x="0" y="194"/>
                    <a:pt x="0" y="430"/>
                  </a:cubicBezTo>
                  <a:cubicBezTo>
                    <a:pt x="0" y="669"/>
                    <a:pt x="194" y="862"/>
                    <a:pt x="429" y="862"/>
                  </a:cubicBezTo>
                  <a:lnTo>
                    <a:pt x="1723" y="862"/>
                  </a:lnTo>
                  <a:cubicBezTo>
                    <a:pt x="1962" y="862"/>
                    <a:pt x="2156" y="669"/>
                    <a:pt x="2156" y="430"/>
                  </a:cubicBezTo>
                  <a:cubicBezTo>
                    <a:pt x="2156" y="194"/>
                    <a:pt x="1962" y="1"/>
                    <a:pt x="1723"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7" name="Google Shape;21357;p90"/>
            <p:cNvSpPr/>
            <p:nvPr/>
          </p:nvSpPr>
          <p:spPr>
            <a:xfrm>
              <a:off x="1717428" y="3455162"/>
              <a:ext cx="28231" cy="22621"/>
            </a:xfrm>
            <a:custGeom>
              <a:rect b="b" l="l" r="r" t="t"/>
              <a:pathLst>
                <a:path extrusionOk="0" h="863" w="1077">
                  <a:moveTo>
                    <a:pt x="429" y="1"/>
                  </a:moveTo>
                  <a:cubicBezTo>
                    <a:pt x="194" y="1"/>
                    <a:pt x="0" y="194"/>
                    <a:pt x="0" y="430"/>
                  </a:cubicBezTo>
                  <a:cubicBezTo>
                    <a:pt x="0" y="669"/>
                    <a:pt x="194" y="862"/>
                    <a:pt x="429" y="862"/>
                  </a:cubicBezTo>
                  <a:lnTo>
                    <a:pt x="1076" y="862"/>
                  </a:lnTo>
                  <a:cubicBezTo>
                    <a:pt x="837" y="862"/>
                    <a:pt x="647" y="669"/>
                    <a:pt x="647" y="430"/>
                  </a:cubicBezTo>
                  <a:cubicBezTo>
                    <a:pt x="647" y="194"/>
                    <a:pt x="837" y="1"/>
                    <a:pt x="1076" y="1"/>
                  </a:cubicBezTo>
                  <a:close/>
                </a:path>
              </a:pathLst>
            </a:custGeom>
            <a:solidFill>
              <a:srgbClr val="AF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8" name="Google Shape;21358;p90"/>
            <p:cNvSpPr/>
            <p:nvPr/>
          </p:nvSpPr>
          <p:spPr>
            <a:xfrm>
              <a:off x="1717428" y="3579514"/>
              <a:ext cx="56514" cy="22595"/>
            </a:xfrm>
            <a:custGeom>
              <a:rect b="b" l="l" r="r" t="t"/>
              <a:pathLst>
                <a:path extrusionOk="0" h="862" w="2156">
                  <a:moveTo>
                    <a:pt x="429" y="0"/>
                  </a:moveTo>
                  <a:cubicBezTo>
                    <a:pt x="194" y="0"/>
                    <a:pt x="0" y="194"/>
                    <a:pt x="0" y="429"/>
                  </a:cubicBezTo>
                  <a:cubicBezTo>
                    <a:pt x="0" y="668"/>
                    <a:pt x="194" y="862"/>
                    <a:pt x="429" y="862"/>
                  </a:cubicBezTo>
                  <a:lnTo>
                    <a:pt x="1723" y="862"/>
                  </a:lnTo>
                  <a:cubicBezTo>
                    <a:pt x="1962" y="862"/>
                    <a:pt x="2156" y="668"/>
                    <a:pt x="2156" y="429"/>
                  </a:cubicBezTo>
                  <a:cubicBezTo>
                    <a:pt x="2156" y="194"/>
                    <a:pt x="1962" y="0"/>
                    <a:pt x="1723"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9" name="Google Shape;21359;p90"/>
            <p:cNvSpPr/>
            <p:nvPr/>
          </p:nvSpPr>
          <p:spPr>
            <a:xfrm>
              <a:off x="1717428" y="3579514"/>
              <a:ext cx="28231" cy="22595"/>
            </a:xfrm>
            <a:custGeom>
              <a:rect b="b" l="l" r="r" t="t"/>
              <a:pathLst>
                <a:path extrusionOk="0" h="862" w="1077">
                  <a:moveTo>
                    <a:pt x="429" y="0"/>
                  </a:moveTo>
                  <a:cubicBezTo>
                    <a:pt x="194" y="0"/>
                    <a:pt x="0" y="194"/>
                    <a:pt x="0" y="429"/>
                  </a:cubicBezTo>
                  <a:cubicBezTo>
                    <a:pt x="0" y="668"/>
                    <a:pt x="194" y="862"/>
                    <a:pt x="429" y="862"/>
                  </a:cubicBezTo>
                  <a:lnTo>
                    <a:pt x="1076" y="862"/>
                  </a:lnTo>
                  <a:cubicBezTo>
                    <a:pt x="837" y="862"/>
                    <a:pt x="647" y="668"/>
                    <a:pt x="647" y="429"/>
                  </a:cubicBezTo>
                  <a:cubicBezTo>
                    <a:pt x="647" y="194"/>
                    <a:pt x="837" y="0"/>
                    <a:pt x="1076" y="0"/>
                  </a:cubicBezTo>
                  <a:close/>
                </a:path>
              </a:pathLst>
            </a:custGeom>
            <a:solidFill>
              <a:srgbClr val="AF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0" name="Google Shape;21360;p90"/>
            <p:cNvSpPr/>
            <p:nvPr/>
          </p:nvSpPr>
          <p:spPr>
            <a:xfrm>
              <a:off x="1812737" y="3513432"/>
              <a:ext cx="94129" cy="127209"/>
            </a:xfrm>
            <a:custGeom>
              <a:rect b="b" l="l" r="r" t="t"/>
              <a:pathLst>
                <a:path extrusionOk="0" h="4853" w="3591">
                  <a:moveTo>
                    <a:pt x="1108" y="0"/>
                  </a:moveTo>
                  <a:lnTo>
                    <a:pt x="0" y="647"/>
                  </a:lnTo>
                  <a:cubicBezTo>
                    <a:pt x="0" y="647"/>
                    <a:pt x="1017" y="3383"/>
                    <a:pt x="2926" y="4853"/>
                  </a:cubicBezTo>
                  <a:lnTo>
                    <a:pt x="3591" y="4185"/>
                  </a:lnTo>
                  <a:cubicBezTo>
                    <a:pt x="3591" y="4185"/>
                    <a:pt x="1266" y="2560"/>
                    <a:pt x="1133" y="1417"/>
                  </a:cubicBezTo>
                  <a:cubicBezTo>
                    <a:pt x="1083" y="1062"/>
                    <a:pt x="1199" y="700"/>
                    <a:pt x="1442" y="436"/>
                  </a:cubicBezTo>
                  <a:cubicBezTo>
                    <a:pt x="1330" y="299"/>
                    <a:pt x="1221" y="155"/>
                    <a:pt x="1108"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1" name="Google Shape;21361;p90"/>
            <p:cNvSpPr/>
            <p:nvPr/>
          </p:nvSpPr>
          <p:spPr>
            <a:xfrm>
              <a:off x="1832737" y="3458936"/>
              <a:ext cx="126659" cy="91927"/>
            </a:xfrm>
            <a:custGeom>
              <a:rect b="b" l="l" r="r" t="t"/>
              <a:pathLst>
                <a:path extrusionOk="0" h="3507" w="4832">
                  <a:moveTo>
                    <a:pt x="1222" y="1"/>
                  </a:moveTo>
                  <a:cubicBezTo>
                    <a:pt x="793" y="1"/>
                    <a:pt x="383" y="73"/>
                    <a:pt x="0" y="191"/>
                  </a:cubicBezTo>
                  <a:cubicBezTo>
                    <a:pt x="1745" y="2476"/>
                    <a:pt x="4832" y="3507"/>
                    <a:pt x="4832" y="3507"/>
                  </a:cubicBezTo>
                  <a:cubicBezTo>
                    <a:pt x="4832" y="3507"/>
                    <a:pt x="4779" y="1432"/>
                    <a:pt x="3105" y="504"/>
                  </a:cubicBezTo>
                  <a:cubicBezTo>
                    <a:pt x="2458" y="143"/>
                    <a:pt x="1822" y="1"/>
                    <a:pt x="1222"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2" name="Google Shape;21362;p90"/>
            <p:cNvSpPr/>
            <p:nvPr/>
          </p:nvSpPr>
          <p:spPr>
            <a:xfrm>
              <a:off x="1814860" y="3385620"/>
              <a:ext cx="156908" cy="50407"/>
            </a:xfrm>
            <a:custGeom>
              <a:rect b="b" l="l" r="r" t="t"/>
              <a:pathLst>
                <a:path extrusionOk="0" h="1923" w="5986">
                  <a:moveTo>
                    <a:pt x="2696" y="1"/>
                  </a:moveTo>
                  <a:cubicBezTo>
                    <a:pt x="2026" y="1"/>
                    <a:pt x="1334" y="142"/>
                    <a:pt x="703" y="533"/>
                  </a:cubicBezTo>
                  <a:cubicBezTo>
                    <a:pt x="0" y="969"/>
                    <a:pt x="88" y="1683"/>
                    <a:pt x="141" y="1922"/>
                  </a:cubicBezTo>
                  <a:cubicBezTo>
                    <a:pt x="1200" y="1364"/>
                    <a:pt x="2709" y="818"/>
                    <a:pt x="4552" y="818"/>
                  </a:cubicBezTo>
                  <a:cubicBezTo>
                    <a:pt x="5010" y="818"/>
                    <a:pt x="5488" y="852"/>
                    <a:pt x="5985" y="927"/>
                  </a:cubicBezTo>
                  <a:cubicBezTo>
                    <a:pt x="5985" y="927"/>
                    <a:pt x="4414" y="1"/>
                    <a:pt x="269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3" name="Google Shape;21363;p90"/>
            <p:cNvSpPr/>
            <p:nvPr/>
          </p:nvSpPr>
          <p:spPr>
            <a:xfrm>
              <a:off x="1710141" y="3348162"/>
              <a:ext cx="269019" cy="360972"/>
            </a:xfrm>
            <a:custGeom>
              <a:rect b="b" l="l" r="r" t="t"/>
              <a:pathLst>
                <a:path extrusionOk="0" h="13771" w="10263">
                  <a:moveTo>
                    <a:pt x="6692" y="1635"/>
                  </a:moveTo>
                  <a:cubicBezTo>
                    <a:pt x="7174" y="1642"/>
                    <a:pt x="7656" y="1706"/>
                    <a:pt x="8120" y="1832"/>
                  </a:cubicBezTo>
                  <a:cubicBezTo>
                    <a:pt x="8370" y="1899"/>
                    <a:pt x="8605" y="1973"/>
                    <a:pt x="8820" y="2050"/>
                  </a:cubicBezTo>
                  <a:cubicBezTo>
                    <a:pt x="8733" y="2048"/>
                    <a:pt x="8645" y="2047"/>
                    <a:pt x="8558" y="2047"/>
                  </a:cubicBezTo>
                  <a:cubicBezTo>
                    <a:pt x="7981" y="2047"/>
                    <a:pt x="7405" y="2098"/>
                    <a:pt x="6836" y="2201"/>
                  </a:cubicBezTo>
                  <a:lnTo>
                    <a:pt x="6840" y="2201"/>
                  </a:lnTo>
                  <a:cubicBezTo>
                    <a:pt x="5996" y="2360"/>
                    <a:pt x="5180" y="2623"/>
                    <a:pt x="4407" y="2993"/>
                  </a:cubicBezTo>
                  <a:lnTo>
                    <a:pt x="4287" y="3052"/>
                  </a:lnTo>
                  <a:cubicBezTo>
                    <a:pt x="4273" y="2824"/>
                    <a:pt x="4329" y="2433"/>
                    <a:pt x="4804" y="2138"/>
                  </a:cubicBezTo>
                  <a:cubicBezTo>
                    <a:pt x="5405" y="1765"/>
                    <a:pt x="6070" y="1635"/>
                    <a:pt x="6692" y="1635"/>
                  </a:cubicBezTo>
                  <a:close/>
                  <a:moveTo>
                    <a:pt x="1956" y="405"/>
                  </a:moveTo>
                  <a:cubicBezTo>
                    <a:pt x="1857" y="862"/>
                    <a:pt x="1801" y="1488"/>
                    <a:pt x="1801" y="2142"/>
                  </a:cubicBezTo>
                  <a:cubicBezTo>
                    <a:pt x="1801" y="2796"/>
                    <a:pt x="1857" y="3429"/>
                    <a:pt x="1959" y="3886"/>
                  </a:cubicBezTo>
                  <a:cubicBezTo>
                    <a:pt x="1724" y="3939"/>
                    <a:pt x="1762" y="4283"/>
                    <a:pt x="2001" y="4283"/>
                  </a:cubicBezTo>
                  <a:cubicBezTo>
                    <a:pt x="2128" y="4283"/>
                    <a:pt x="2233" y="4385"/>
                    <a:pt x="2233" y="4512"/>
                  </a:cubicBezTo>
                  <a:cubicBezTo>
                    <a:pt x="2233" y="4642"/>
                    <a:pt x="2128" y="4744"/>
                    <a:pt x="2001" y="4744"/>
                  </a:cubicBezTo>
                  <a:lnTo>
                    <a:pt x="707" y="4744"/>
                  </a:lnTo>
                  <a:cubicBezTo>
                    <a:pt x="401" y="4744"/>
                    <a:pt x="401" y="4283"/>
                    <a:pt x="707" y="4283"/>
                  </a:cubicBezTo>
                  <a:lnTo>
                    <a:pt x="1140" y="4283"/>
                  </a:lnTo>
                  <a:cubicBezTo>
                    <a:pt x="1252" y="4283"/>
                    <a:pt x="1340" y="4195"/>
                    <a:pt x="1340" y="4083"/>
                  </a:cubicBezTo>
                  <a:cubicBezTo>
                    <a:pt x="1340" y="3970"/>
                    <a:pt x="1252" y="3879"/>
                    <a:pt x="1140" y="3879"/>
                  </a:cubicBezTo>
                  <a:lnTo>
                    <a:pt x="753" y="3879"/>
                  </a:lnTo>
                  <a:cubicBezTo>
                    <a:pt x="851" y="3422"/>
                    <a:pt x="911" y="2796"/>
                    <a:pt x="911" y="2142"/>
                  </a:cubicBezTo>
                  <a:cubicBezTo>
                    <a:pt x="911" y="1488"/>
                    <a:pt x="851" y="862"/>
                    <a:pt x="753" y="405"/>
                  </a:cubicBezTo>
                  <a:close/>
                  <a:moveTo>
                    <a:pt x="5892" y="4426"/>
                  </a:moveTo>
                  <a:cubicBezTo>
                    <a:pt x="6510" y="4426"/>
                    <a:pt x="7109" y="4586"/>
                    <a:pt x="7684" y="4906"/>
                  </a:cubicBezTo>
                  <a:cubicBezTo>
                    <a:pt x="8331" y="5264"/>
                    <a:pt x="8799" y="5844"/>
                    <a:pt x="9076" y="6636"/>
                  </a:cubicBezTo>
                  <a:cubicBezTo>
                    <a:pt x="9168" y="6896"/>
                    <a:pt x="9235" y="7163"/>
                    <a:pt x="9273" y="7437"/>
                  </a:cubicBezTo>
                  <a:cubicBezTo>
                    <a:pt x="8486" y="7138"/>
                    <a:pt x="6295" y="6200"/>
                    <a:pt x="4976" y="4540"/>
                  </a:cubicBezTo>
                  <a:cubicBezTo>
                    <a:pt x="5286" y="4464"/>
                    <a:pt x="5591" y="4426"/>
                    <a:pt x="5892" y="4426"/>
                  </a:cubicBezTo>
                  <a:close/>
                  <a:moveTo>
                    <a:pt x="1959" y="5148"/>
                  </a:moveTo>
                  <a:cubicBezTo>
                    <a:pt x="1857" y="5605"/>
                    <a:pt x="1801" y="6231"/>
                    <a:pt x="1801" y="6885"/>
                  </a:cubicBezTo>
                  <a:cubicBezTo>
                    <a:pt x="1801" y="7539"/>
                    <a:pt x="1857" y="8165"/>
                    <a:pt x="1959" y="8622"/>
                  </a:cubicBezTo>
                  <a:lnTo>
                    <a:pt x="753" y="8622"/>
                  </a:lnTo>
                  <a:cubicBezTo>
                    <a:pt x="851" y="8165"/>
                    <a:pt x="911" y="7539"/>
                    <a:pt x="911" y="6885"/>
                  </a:cubicBezTo>
                  <a:cubicBezTo>
                    <a:pt x="911" y="6231"/>
                    <a:pt x="851" y="5605"/>
                    <a:pt x="753" y="5148"/>
                  </a:cubicBezTo>
                  <a:close/>
                  <a:moveTo>
                    <a:pt x="2001" y="9027"/>
                  </a:moveTo>
                  <a:cubicBezTo>
                    <a:pt x="2128" y="9027"/>
                    <a:pt x="2230" y="9129"/>
                    <a:pt x="2230" y="9255"/>
                  </a:cubicBezTo>
                  <a:cubicBezTo>
                    <a:pt x="2230" y="9382"/>
                    <a:pt x="2128" y="9487"/>
                    <a:pt x="2001" y="9487"/>
                  </a:cubicBezTo>
                  <a:lnTo>
                    <a:pt x="707" y="9487"/>
                  </a:lnTo>
                  <a:cubicBezTo>
                    <a:pt x="581" y="9487"/>
                    <a:pt x="479" y="9382"/>
                    <a:pt x="479" y="9255"/>
                  </a:cubicBezTo>
                  <a:cubicBezTo>
                    <a:pt x="479" y="9129"/>
                    <a:pt x="581" y="9027"/>
                    <a:pt x="707" y="9027"/>
                  </a:cubicBezTo>
                  <a:close/>
                  <a:moveTo>
                    <a:pt x="4966" y="6569"/>
                  </a:moveTo>
                  <a:cubicBezTo>
                    <a:pt x="6309" y="8345"/>
                    <a:pt x="7607" y="9262"/>
                    <a:pt x="8124" y="9586"/>
                  </a:cubicBezTo>
                  <a:lnTo>
                    <a:pt x="6826" y="10887"/>
                  </a:lnTo>
                  <a:cubicBezTo>
                    <a:pt x="5328" y="9656"/>
                    <a:pt x="4410" y="7617"/>
                    <a:pt x="4168" y="7040"/>
                  </a:cubicBezTo>
                  <a:lnTo>
                    <a:pt x="4966" y="6569"/>
                  </a:lnTo>
                  <a:close/>
                  <a:moveTo>
                    <a:pt x="1959" y="9892"/>
                  </a:moveTo>
                  <a:cubicBezTo>
                    <a:pt x="1857" y="10349"/>
                    <a:pt x="1801" y="10975"/>
                    <a:pt x="1801" y="11629"/>
                  </a:cubicBezTo>
                  <a:cubicBezTo>
                    <a:pt x="1801" y="12283"/>
                    <a:pt x="1857" y="12909"/>
                    <a:pt x="1959" y="13366"/>
                  </a:cubicBezTo>
                  <a:lnTo>
                    <a:pt x="753" y="13366"/>
                  </a:lnTo>
                  <a:cubicBezTo>
                    <a:pt x="851" y="12909"/>
                    <a:pt x="911" y="12283"/>
                    <a:pt x="911" y="11629"/>
                  </a:cubicBezTo>
                  <a:cubicBezTo>
                    <a:pt x="911" y="10975"/>
                    <a:pt x="851" y="10349"/>
                    <a:pt x="753" y="9892"/>
                  </a:cubicBezTo>
                  <a:close/>
                  <a:moveTo>
                    <a:pt x="493" y="0"/>
                  </a:moveTo>
                  <a:cubicBezTo>
                    <a:pt x="356" y="0"/>
                    <a:pt x="261" y="130"/>
                    <a:pt x="299" y="260"/>
                  </a:cubicBezTo>
                  <a:cubicBezTo>
                    <a:pt x="430" y="686"/>
                    <a:pt x="507" y="1389"/>
                    <a:pt x="507" y="2142"/>
                  </a:cubicBezTo>
                  <a:cubicBezTo>
                    <a:pt x="507" y="2894"/>
                    <a:pt x="430" y="3597"/>
                    <a:pt x="299" y="4023"/>
                  </a:cubicBezTo>
                  <a:cubicBezTo>
                    <a:pt x="299" y="4026"/>
                    <a:pt x="299" y="4030"/>
                    <a:pt x="296" y="4033"/>
                  </a:cubicBezTo>
                  <a:cubicBezTo>
                    <a:pt x="1" y="4287"/>
                    <a:pt x="1" y="4744"/>
                    <a:pt x="296" y="4993"/>
                  </a:cubicBezTo>
                  <a:cubicBezTo>
                    <a:pt x="296" y="4997"/>
                    <a:pt x="296" y="5000"/>
                    <a:pt x="299" y="5004"/>
                  </a:cubicBezTo>
                  <a:cubicBezTo>
                    <a:pt x="430" y="5429"/>
                    <a:pt x="507" y="6133"/>
                    <a:pt x="507" y="6885"/>
                  </a:cubicBezTo>
                  <a:cubicBezTo>
                    <a:pt x="507" y="7638"/>
                    <a:pt x="430" y="8341"/>
                    <a:pt x="299" y="8767"/>
                  </a:cubicBezTo>
                  <a:cubicBezTo>
                    <a:pt x="299" y="8770"/>
                    <a:pt x="299" y="8774"/>
                    <a:pt x="296" y="8777"/>
                  </a:cubicBezTo>
                  <a:cubicBezTo>
                    <a:pt x="1" y="9030"/>
                    <a:pt x="1" y="9487"/>
                    <a:pt x="296" y="9737"/>
                  </a:cubicBezTo>
                  <a:cubicBezTo>
                    <a:pt x="296" y="9741"/>
                    <a:pt x="296" y="9744"/>
                    <a:pt x="299" y="9748"/>
                  </a:cubicBezTo>
                  <a:cubicBezTo>
                    <a:pt x="430" y="10173"/>
                    <a:pt x="507" y="10876"/>
                    <a:pt x="507" y="11629"/>
                  </a:cubicBezTo>
                  <a:cubicBezTo>
                    <a:pt x="507" y="12381"/>
                    <a:pt x="430" y="13085"/>
                    <a:pt x="299" y="13510"/>
                  </a:cubicBezTo>
                  <a:cubicBezTo>
                    <a:pt x="261" y="13640"/>
                    <a:pt x="356" y="13770"/>
                    <a:pt x="493" y="13770"/>
                  </a:cubicBezTo>
                  <a:lnTo>
                    <a:pt x="2216" y="13770"/>
                  </a:lnTo>
                  <a:cubicBezTo>
                    <a:pt x="2353" y="13770"/>
                    <a:pt x="2451" y="13640"/>
                    <a:pt x="2409" y="13510"/>
                  </a:cubicBezTo>
                  <a:cubicBezTo>
                    <a:pt x="2279" y="13085"/>
                    <a:pt x="2202" y="12381"/>
                    <a:pt x="2202" y="11629"/>
                  </a:cubicBezTo>
                  <a:cubicBezTo>
                    <a:pt x="2202" y="10876"/>
                    <a:pt x="2279" y="10173"/>
                    <a:pt x="2409" y="9748"/>
                  </a:cubicBezTo>
                  <a:cubicBezTo>
                    <a:pt x="2409" y="9744"/>
                    <a:pt x="2409" y="9741"/>
                    <a:pt x="2413" y="9737"/>
                  </a:cubicBezTo>
                  <a:cubicBezTo>
                    <a:pt x="2708" y="9487"/>
                    <a:pt x="2708" y="9030"/>
                    <a:pt x="2413" y="8777"/>
                  </a:cubicBezTo>
                  <a:cubicBezTo>
                    <a:pt x="2413" y="8774"/>
                    <a:pt x="2413" y="8770"/>
                    <a:pt x="2409" y="8767"/>
                  </a:cubicBezTo>
                  <a:cubicBezTo>
                    <a:pt x="2279" y="8341"/>
                    <a:pt x="2202" y="7638"/>
                    <a:pt x="2202" y="6885"/>
                  </a:cubicBezTo>
                  <a:cubicBezTo>
                    <a:pt x="2202" y="6643"/>
                    <a:pt x="2212" y="6404"/>
                    <a:pt x="2226" y="6178"/>
                  </a:cubicBezTo>
                  <a:cubicBezTo>
                    <a:pt x="2638" y="5767"/>
                    <a:pt x="3099" y="5408"/>
                    <a:pt x="3598" y="5113"/>
                  </a:cubicBezTo>
                  <a:lnTo>
                    <a:pt x="4192" y="6558"/>
                  </a:lnTo>
                  <a:lnTo>
                    <a:pt x="3812" y="6776"/>
                  </a:lnTo>
                  <a:cubicBezTo>
                    <a:pt x="3728" y="6826"/>
                    <a:pt x="3689" y="6931"/>
                    <a:pt x="3724" y="7022"/>
                  </a:cubicBezTo>
                  <a:cubicBezTo>
                    <a:pt x="3770" y="7135"/>
                    <a:pt x="4783" y="9829"/>
                    <a:pt x="6713" y="11316"/>
                  </a:cubicBezTo>
                  <a:cubicBezTo>
                    <a:pt x="6750" y="11343"/>
                    <a:pt x="6793" y="11356"/>
                    <a:pt x="6836" y="11356"/>
                  </a:cubicBezTo>
                  <a:cubicBezTo>
                    <a:pt x="6888" y="11356"/>
                    <a:pt x="6939" y="11337"/>
                    <a:pt x="6977" y="11298"/>
                  </a:cubicBezTo>
                  <a:lnTo>
                    <a:pt x="8591" y="9684"/>
                  </a:lnTo>
                  <a:cubicBezTo>
                    <a:pt x="8686" y="9589"/>
                    <a:pt x="8662" y="9428"/>
                    <a:pt x="8542" y="9364"/>
                  </a:cubicBezTo>
                  <a:cubicBezTo>
                    <a:pt x="8538" y="9364"/>
                    <a:pt x="8124" y="9146"/>
                    <a:pt x="7505" y="8644"/>
                  </a:cubicBezTo>
                  <a:cubicBezTo>
                    <a:pt x="6629" y="7926"/>
                    <a:pt x="5845" y="7100"/>
                    <a:pt x="5177" y="6182"/>
                  </a:cubicBezTo>
                  <a:cubicBezTo>
                    <a:pt x="5138" y="6130"/>
                    <a:pt x="5078" y="6101"/>
                    <a:pt x="5016" y="6101"/>
                  </a:cubicBezTo>
                  <a:cubicBezTo>
                    <a:pt x="4981" y="6101"/>
                    <a:pt x="4946" y="6110"/>
                    <a:pt x="4913" y="6129"/>
                  </a:cubicBezTo>
                  <a:lnTo>
                    <a:pt x="4540" y="6347"/>
                  </a:lnTo>
                  <a:lnTo>
                    <a:pt x="3957" y="4920"/>
                  </a:lnTo>
                  <a:cubicBezTo>
                    <a:pt x="4153" y="4821"/>
                    <a:pt x="4354" y="4737"/>
                    <a:pt x="4561" y="4663"/>
                  </a:cubicBezTo>
                  <a:cubicBezTo>
                    <a:pt x="5433" y="5820"/>
                    <a:pt x="6696" y="6639"/>
                    <a:pt x="7610" y="7124"/>
                  </a:cubicBezTo>
                  <a:cubicBezTo>
                    <a:pt x="8201" y="7441"/>
                    <a:pt x="8813" y="7712"/>
                    <a:pt x="9446" y="7926"/>
                  </a:cubicBezTo>
                  <a:cubicBezTo>
                    <a:pt x="9466" y="7933"/>
                    <a:pt x="9487" y="7936"/>
                    <a:pt x="9508" y="7936"/>
                  </a:cubicBezTo>
                  <a:cubicBezTo>
                    <a:pt x="9618" y="7936"/>
                    <a:pt x="9712" y="7845"/>
                    <a:pt x="9709" y="7729"/>
                  </a:cubicBezTo>
                  <a:cubicBezTo>
                    <a:pt x="9685" y="7314"/>
                    <a:pt x="9604" y="6903"/>
                    <a:pt x="9463" y="6513"/>
                  </a:cubicBezTo>
                  <a:cubicBezTo>
                    <a:pt x="9157" y="5633"/>
                    <a:pt x="8609" y="4958"/>
                    <a:pt x="7881" y="4554"/>
                  </a:cubicBezTo>
                  <a:cubicBezTo>
                    <a:pt x="7252" y="4202"/>
                    <a:pt x="6585" y="4027"/>
                    <a:pt x="5898" y="4027"/>
                  </a:cubicBezTo>
                  <a:cubicBezTo>
                    <a:pt x="5176" y="4027"/>
                    <a:pt x="4432" y="4221"/>
                    <a:pt x="3686" y="4607"/>
                  </a:cubicBezTo>
                  <a:cubicBezTo>
                    <a:pt x="3186" y="4867"/>
                    <a:pt x="2719" y="5190"/>
                    <a:pt x="2293" y="5563"/>
                  </a:cubicBezTo>
                  <a:cubicBezTo>
                    <a:pt x="2318" y="5373"/>
                    <a:pt x="2357" y="5187"/>
                    <a:pt x="2413" y="5004"/>
                  </a:cubicBezTo>
                  <a:cubicBezTo>
                    <a:pt x="2413" y="5000"/>
                    <a:pt x="2413" y="4997"/>
                    <a:pt x="2413" y="4993"/>
                  </a:cubicBezTo>
                  <a:cubicBezTo>
                    <a:pt x="2529" y="4895"/>
                    <a:pt x="2606" y="4758"/>
                    <a:pt x="2627" y="4610"/>
                  </a:cubicBezTo>
                  <a:cubicBezTo>
                    <a:pt x="2821" y="4438"/>
                    <a:pt x="3517" y="3858"/>
                    <a:pt x="4597" y="3348"/>
                  </a:cubicBezTo>
                  <a:cubicBezTo>
                    <a:pt x="5335" y="2996"/>
                    <a:pt x="6116" y="2743"/>
                    <a:pt x="6921" y="2595"/>
                  </a:cubicBezTo>
                  <a:cubicBezTo>
                    <a:pt x="7459" y="2497"/>
                    <a:pt x="8004" y="2447"/>
                    <a:pt x="8550" y="2447"/>
                  </a:cubicBezTo>
                  <a:cubicBezTo>
                    <a:pt x="9017" y="2447"/>
                    <a:pt x="9485" y="2484"/>
                    <a:pt x="9949" y="2557"/>
                  </a:cubicBezTo>
                  <a:cubicBezTo>
                    <a:pt x="9960" y="2558"/>
                    <a:pt x="9970" y="2559"/>
                    <a:pt x="9981" y="2559"/>
                  </a:cubicBezTo>
                  <a:cubicBezTo>
                    <a:pt x="10177" y="2559"/>
                    <a:pt x="10262" y="2291"/>
                    <a:pt x="10082" y="2184"/>
                  </a:cubicBezTo>
                  <a:cubicBezTo>
                    <a:pt x="9498" y="1860"/>
                    <a:pt x="8880" y="1611"/>
                    <a:pt x="8233" y="1442"/>
                  </a:cubicBezTo>
                  <a:cubicBezTo>
                    <a:pt x="7696" y="1300"/>
                    <a:pt x="7182" y="1230"/>
                    <a:pt x="6697" y="1230"/>
                  </a:cubicBezTo>
                  <a:cubicBezTo>
                    <a:pt x="5905" y="1230"/>
                    <a:pt x="5192" y="1418"/>
                    <a:pt x="4589" y="1793"/>
                  </a:cubicBezTo>
                  <a:cubicBezTo>
                    <a:pt x="3893" y="2226"/>
                    <a:pt x="3830" y="2877"/>
                    <a:pt x="3907" y="3246"/>
                  </a:cubicBezTo>
                  <a:cubicBezTo>
                    <a:pt x="3422" y="3510"/>
                    <a:pt x="2958" y="3819"/>
                    <a:pt x="2529" y="4164"/>
                  </a:cubicBezTo>
                  <a:cubicBezTo>
                    <a:pt x="2497" y="4114"/>
                    <a:pt x="2459" y="4072"/>
                    <a:pt x="2413" y="4033"/>
                  </a:cubicBezTo>
                  <a:cubicBezTo>
                    <a:pt x="2413" y="4030"/>
                    <a:pt x="2413" y="4026"/>
                    <a:pt x="2409" y="4023"/>
                  </a:cubicBezTo>
                  <a:cubicBezTo>
                    <a:pt x="2279" y="3597"/>
                    <a:pt x="2202" y="2894"/>
                    <a:pt x="2202" y="2142"/>
                  </a:cubicBezTo>
                  <a:cubicBezTo>
                    <a:pt x="2202" y="1389"/>
                    <a:pt x="2279" y="686"/>
                    <a:pt x="2409" y="260"/>
                  </a:cubicBezTo>
                  <a:cubicBezTo>
                    <a:pt x="2451" y="130"/>
                    <a:pt x="2353" y="0"/>
                    <a:pt x="2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64" name="Google Shape;21364;p90"/>
          <p:cNvGrpSpPr/>
          <p:nvPr/>
        </p:nvGrpSpPr>
        <p:grpSpPr>
          <a:xfrm>
            <a:off x="4948250" y="3365122"/>
            <a:ext cx="360972" cy="327053"/>
            <a:chOff x="4948250" y="3365122"/>
            <a:chExt cx="360972" cy="327053"/>
          </a:xfrm>
        </p:grpSpPr>
        <p:sp>
          <p:nvSpPr>
            <p:cNvPr id="21365" name="Google Shape;21365;p90"/>
            <p:cNvSpPr/>
            <p:nvPr/>
          </p:nvSpPr>
          <p:spPr>
            <a:xfrm>
              <a:off x="4953493" y="3370364"/>
              <a:ext cx="350487" cy="169542"/>
            </a:xfrm>
            <a:custGeom>
              <a:rect b="b" l="l" r="r" t="t"/>
              <a:pathLst>
                <a:path extrusionOk="0" h="6468" w="13371">
                  <a:moveTo>
                    <a:pt x="6686" y="1"/>
                  </a:moveTo>
                  <a:cubicBezTo>
                    <a:pt x="2993" y="1"/>
                    <a:pt x="1" y="2413"/>
                    <a:pt x="1" y="5391"/>
                  </a:cubicBezTo>
                  <a:lnTo>
                    <a:pt x="1" y="5402"/>
                  </a:lnTo>
                  <a:cubicBezTo>
                    <a:pt x="1" y="5996"/>
                    <a:pt x="504" y="6467"/>
                    <a:pt x="1094" y="6467"/>
                  </a:cubicBezTo>
                  <a:lnTo>
                    <a:pt x="12277" y="6467"/>
                  </a:lnTo>
                  <a:cubicBezTo>
                    <a:pt x="12867" y="6467"/>
                    <a:pt x="13367" y="5996"/>
                    <a:pt x="13370" y="5402"/>
                  </a:cubicBezTo>
                  <a:lnTo>
                    <a:pt x="13370" y="5391"/>
                  </a:lnTo>
                  <a:cubicBezTo>
                    <a:pt x="13370" y="2413"/>
                    <a:pt x="10378" y="1"/>
                    <a:pt x="6686"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6" name="Google Shape;21366;p90"/>
            <p:cNvSpPr/>
            <p:nvPr/>
          </p:nvSpPr>
          <p:spPr>
            <a:xfrm>
              <a:off x="4953493" y="3370364"/>
              <a:ext cx="190198" cy="169621"/>
            </a:xfrm>
            <a:custGeom>
              <a:rect b="b" l="l" r="r" t="t"/>
              <a:pathLst>
                <a:path extrusionOk="0" h="6471" w="7256">
                  <a:moveTo>
                    <a:pt x="6686" y="1"/>
                  </a:moveTo>
                  <a:cubicBezTo>
                    <a:pt x="2993" y="1"/>
                    <a:pt x="1" y="2416"/>
                    <a:pt x="1" y="5391"/>
                  </a:cubicBezTo>
                  <a:lnTo>
                    <a:pt x="1" y="5402"/>
                  </a:lnTo>
                  <a:cubicBezTo>
                    <a:pt x="1" y="5996"/>
                    <a:pt x="504" y="6471"/>
                    <a:pt x="1098" y="6471"/>
                  </a:cubicBezTo>
                  <a:lnTo>
                    <a:pt x="4664" y="6471"/>
                  </a:lnTo>
                  <a:cubicBezTo>
                    <a:pt x="4358" y="6467"/>
                    <a:pt x="4101" y="5996"/>
                    <a:pt x="4097" y="5402"/>
                  </a:cubicBezTo>
                  <a:lnTo>
                    <a:pt x="4097" y="5391"/>
                  </a:lnTo>
                  <a:cubicBezTo>
                    <a:pt x="4097" y="2571"/>
                    <a:pt x="5486" y="254"/>
                    <a:pt x="7255" y="22"/>
                  </a:cubicBezTo>
                  <a:cubicBezTo>
                    <a:pt x="7065" y="11"/>
                    <a:pt x="6879" y="1"/>
                    <a:pt x="6686"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7" name="Google Shape;21367;p90"/>
            <p:cNvSpPr/>
            <p:nvPr/>
          </p:nvSpPr>
          <p:spPr>
            <a:xfrm>
              <a:off x="5063821" y="3539881"/>
              <a:ext cx="129831" cy="146947"/>
            </a:xfrm>
            <a:custGeom>
              <a:rect b="b" l="l" r="r" t="t"/>
              <a:pathLst>
                <a:path extrusionOk="0" h="5606" w="4953">
                  <a:moveTo>
                    <a:pt x="662" y="0"/>
                  </a:moveTo>
                  <a:lnTo>
                    <a:pt x="128" y="3893"/>
                  </a:lnTo>
                  <a:cubicBezTo>
                    <a:pt x="1" y="4797"/>
                    <a:pt x="704" y="5606"/>
                    <a:pt x="1622" y="5606"/>
                  </a:cubicBezTo>
                  <a:lnTo>
                    <a:pt x="3331" y="5606"/>
                  </a:lnTo>
                  <a:cubicBezTo>
                    <a:pt x="4245" y="5606"/>
                    <a:pt x="4952" y="4797"/>
                    <a:pt x="4829" y="3893"/>
                  </a:cubicBezTo>
                  <a:lnTo>
                    <a:pt x="4291"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8" name="Google Shape;21368;p90"/>
            <p:cNvSpPr/>
            <p:nvPr/>
          </p:nvSpPr>
          <p:spPr>
            <a:xfrm>
              <a:off x="5063926" y="3539881"/>
              <a:ext cx="115518" cy="146947"/>
            </a:xfrm>
            <a:custGeom>
              <a:rect b="b" l="l" r="r" t="t"/>
              <a:pathLst>
                <a:path extrusionOk="0" h="5606" w="4407">
                  <a:moveTo>
                    <a:pt x="662" y="0"/>
                  </a:moveTo>
                  <a:lnTo>
                    <a:pt x="124" y="3893"/>
                  </a:lnTo>
                  <a:cubicBezTo>
                    <a:pt x="0" y="4797"/>
                    <a:pt x="704" y="5606"/>
                    <a:pt x="1618" y="5606"/>
                  </a:cubicBezTo>
                  <a:lnTo>
                    <a:pt x="1759" y="5606"/>
                  </a:lnTo>
                  <a:cubicBezTo>
                    <a:pt x="1632" y="5342"/>
                    <a:pt x="1586" y="5046"/>
                    <a:pt x="1625" y="4755"/>
                  </a:cubicBezTo>
                  <a:lnTo>
                    <a:pt x="2058" y="1607"/>
                  </a:lnTo>
                  <a:cubicBezTo>
                    <a:pt x="2117" y="1182"/>
                    <a:pt x="2483" y="865"/>
                    <a:pt x="2912" y="865"/>
                  </a:cubicBezTo>
                  <a:lnTo>
                    <a:pt x="4407" y="865"/>
                  </a:lnTo>
                  <a:lnTo>
                    <a:pt x="4287"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9" name="Google Shape;21369;p90"/>
            <p:cNvSpPr/>
            <p:nvPr/>
          </p:nvSpPr>
          <p:spPr>
            <a:xfrm>
              <a:off x="5049640" y="3409919"/>
              <a:ext cx="90459" cy="79188"/>
            </a:xfrm>
            <a:custGeom>
              <a:rect b="b" l="l" r="r" t="t"/>
              <a:pathLst>
                <a:path extrusionOk="0" h="3021" w="3451">
                  <a:moveTo>
                    <a:pt x="1723" y="0"/>
                  </a:moveTo>
                  <a:cubicBezTo>
                    <a:pt x="771" y="0"/>
                    <a:pt x="0" y="675"/>
                    <a:pt x="0" y="1509"/>
                  </a:cubicBezTo>
                  <a:cubicBezTo>
                    <a:pt x="0" y="2342"/>
                    <a:pt x="771" y="3021"/>
                    <a:pt x="1723" y="3021"/>
                  </a:cubicBezTo>
                  <a:cubicBezTo>
                    <a:pt x="2676" y="3021"/>
                    <a:pt x="3450" y="2342"/>
                    <a:pt x="3450" y="1509"/>
                  </a:cubicBezTo>
                  <a:cubicBezTo>
                    <a:pt x="3450" y="675"/>
                    <a:pt x="2676" y="0"/>
                    <a:pt x="1723"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0" name="Google Shape;21370;p90"/>
            <p:cNvSpPr/>
            <p:nvPr/>
          </p:nvSpPr>
          <p:spPr>
            <a:xfrm>
              <a:off x="5190952" y="3383077"/>
              <a:ext cx="78008" cy="60787"/>
            </a:xfrm>
            <a:custGeom>
              <a:rect b="b" l="l" r="r" t="t"/>
              <a:pathLst>
                <a:path extrusionOk="0" h="2319" w="2976">
                  <a:moveTo>
                    <a:pt x="394" y="1"/>
                  </a:moveTo>
                  <a:cubicBezTo>
                    <a:pt x="144" y="240"/>
                    <a:pt x="4" y="571"/>
                    <a:pt x="0" y="919"/>
                  </a:cubicBezTo>
                  <a:cubicBezTo>
                    <a:pt x="0" y="1692"/>
                    <a:pt x="725" y="2318"/>
                    <a:pt x="1618" y="2318"/>
                  </a:cubicBezTo>
                  <a:cubicBezTo>
                    <a:pt x="2187" y="2318"/>
                    <a:pt x="2690" y="2061"/>
                    <a:pt x="2975" y="1675"/>
                  </a:cubicBezTo>
                  <a:cubicBezTo>
                    <a:pt x="2307" y="954"/>
                    <a:pt x="1417" y="381"/>
                    <a:pt x="39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1" name="Google Shape;21371;p90"/>
            <p:cNvSpPr/>
            <p:nvPr/>
          </p:nvSpPr>
          <p:spPr>
            <a:xfrm>
              <a:off x="5152970" y="3477757"/>
              <a:ext cx="109804" cy="62150"/>
            </a:xfrm>
            <a:custGeom>
              <a:rect b="b" l="l" r="r" t="t"/>
              <a:pathLst>
                <a:path extrusionOk="0" h="2371" w="4189">
                  <a:moveTo>
                    <a:pt x="2093" y="0"/>
                  </a:moveTo>
                  <a:cubicBezTo>
                    <a:pt x="936" y="0"/>
                    <a:pt x="0" y="869"/>
                    <a:pt x="0" y="1941"/>
                  </a:cubicBezTo>
                  <a:cubicBezTo>
                    <a:pt x="0" y="2085"/>
                    <a:pt x="18" y="2230"/>
                    <a:pt x="53" y="2370"/>
                  </a:cubicBezTo>
                  <a:lnTo>
                    <a:pt x="4136" y="2370"/>
                  </a:lnTo>
                  <a:cubicBezTo>
                    <a:pt x="4171" y="2230"/>
                    <a:pt x="4188" y="2085"/>
                    <a:pt x="4188" y="1941"/>
                  </a:cubicBezTo>
                  <a:cubicBezTo>
                    <a:pt x="4188" y="869"/>
                    <a:pt x="3250" y="0"/>
                    <a:pt x="2093"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2" name="Google Shape;21372;p90"/>
            <p:cNvSpPr/>
            <p:nvPr/>
          </p:nvSpPr>
          <p:spPr>
            <a:xfrm>
              <a:off x="4954043" y="3439120"/>
              <a:ext cx="55623" cy="66947"/>
            </a:xfrm>
            <a:custGeom>
              <a:rect b="b" l="l" r="r" t="t"/>
              <a:pathLst>
                <a:path extrusionOk="0" h="2554" w="2122">
                  <a:moveTo>
                    <a:pt x="929" y="1"/>
                  </a:moveTo>
                  <a:cubicBezTo>
                    <a:pt x="402" y="708"/>
                    <a:pt x="75" y="1520"/>
                    <a:pt x="1" y="2388"/>
                  </a:cubicBezTo>
                  <a:cubicBezTo>
                    <a:pt x="201" y="2501"/>
                    <a:pt x="417" y="2553"/>
                    <a:pt x="629" y="2553"/>
                  </a:cubicBezTo>
                  <a:cubicBezTo>
                    <a:pt x="1143" y="2553"/>
                    <a:pt x="1635" y="2245"/>
                    <a:pt x="1836" y="1727"/>
                  </a:cubicBezTo>
                  <a:cubicBezTo>
                    <a:pt x="2121" y="996"/>
                    <a:pt x="1692" y="184"/>
                    <a:pt x="92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3" name="Google Shape;21373;p90"/>
            <p:cNvSpPr/>
            <p:nvPr/>
          </p:nvSpPr>
          <p:spPr>
            <a:xfrm>
              <a:off x="5049640" y="3410365"/>
              <a:ext cx="38821" cy="67681"/>
            </a:xfrm>
            <a:custGeom>
              <a:rect b="b" l="l" r="r" t="t"/>
              <a:pathLst>
                <a:path extrusionOk="0" h="2582" w="1481">
                  <a:moveTo>
                    <a:pt x="1481" y="1"/>
                  </a:moveTo>
                  <a:lnTo>
                    <a:pt x="1481" y="1"/>
                  </a:lnTo>
                  <a:cubicBezTo>
                    <a:pt x="644" y="106"/>
                    <a:pt x="0" y="732"/>
                    <a:pt x="0" y="1492"/>
                  </a:cubicBezTo>
                  <a:cubicBezTo>
                    <a:pt x="0" y="1921"/>
                    <a:pt x="204" y="2307"/>
                    <a:pt x="531" y="2582"/>
                  </a:cubicBezTo>
                  <a:cubicBezTo>
                    <a:pt x="690" y="1583"/>
                    <a:pt x="1024" y="690"/>
                    <a:pt x="148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4" name="Google Shape;21374;p90"/>
            <p:cNvSpPr/>
            <p:nvPr/>
          </p:nvSpPr>
          <p:spPr>
            <a:xfrm>
              <a:off x="4948250" y="3365122"/>
              <a:ext cx="360972" cy="327053"/>
            </a:xfrm>
            <a:custGeom>
              <a:rect b="b" l="l" r="r" t="t"/>
              <a:pathLst>
                <a:path extrusionOk="0" h="12477" w="13771">
                  <a:moveTo>
                    <a:pt x="9741" y="932"/>
                  </a:moveTo>
                  <a:cubicBezTo>
                    <a:pt x="10553" y="1245"/>
                    <a:pt x="11292" y="1720"/>
                    <a:pt x="11918" y="2325"/>
                  </a:cubicBezTo>
                  <a:cubicBezTo>
                    <a:pt x="11723" y="2648"/>
                    <a:pt x="11342" y="2833"/>
                    <a:pt x="10921" y="2833"/>
                  </a:cubicBezTo>
                  <a:cubicBezTo>
                    <a:pt x="10743" y="2833"/>
                    <a:pt x="10556" y="2799"/>
                    <a:pt x="10374" y="2729"/>
                  </a:cubicBezTo>
                  <a:cubicBezTo>
                    <a:pt x="10054" y="2609"/>
                    <a:pt x="9787" y="2381"/>
                    <a:pt x="9618" y="2085"/>
                  </a:cubicBezTo>
                  <a:cubicBezTo>
                    <a:pt x="9470" y="1808"/>
                    <a:pt x="9442" y="1505"/>
                    <a:pt x="9547" y="1241"/>
                  </a:cubicBezTo>
                  <a:cubicBezTo>
                    <a:pt x="9590" y="1125"/>
                    <a:pt x="9656" y="1020"/>
                    <a:pt x="9741" y="932"/>
                  </a:cubicBezTo>
                  <a:close/>
                  <a:moveTo>
                    <a:pt x="1249" y="3031"/>
                  </a:moveTo>
                  <a:cubicBezTo>
                    <a:pt x="1280" y="3038"/>
                    <a:pt x="1312" y="3049"/>
                    <a:pt x="1344" y="3059"/>
                  </a:cubicBezTo>
                  <a:cubicBezTo>
                    <a:pt x="1850" y="3253"/>
                    <a:pt x="2089" y="3868"/>
                    <a:pt x="1878" y="4431"/>
                  </a:cubicBezTo>
                  <a:cubicBezTo>
                    <a:pt x="1780" y="4702"/>
                    <a:pt x="1583" y="4923"/>
                    <a:pt x="1326" y="5053"/>
                  </a:cubicBezTo>
                  <a:cubicBezTo>
                    <a:pt x="1192" y="5124"/>
                    <a:pt x="1044" y="5160"/>
                    <a:pt x="894" y="5160"/>
                  </a:cubicBezTo>
                  <a:cubicBezTo>
                    <a:pt x="785" y="5160"/>
                    <a:pt x="675" y="5141"/>
                    <a:pt x="570" y="5102"/>
                  </a:cubicBezTo>
                  <a:cubicBezTo>
                    <a:pt x="524" y="5085"/>
                    <a:pt x="482" y="5067"/>
                    <a:pt x="440" y="5043"/>
                  </a:cubicBezTo>
                  <a:cubicBezTo>
                    <a:pt x="538" y="4315"/>
                    <a:pt x="816" y="3626"/>
                    <a:pt x="1249" y="3031"/>
                  </a:cubicBezTo>
                  <a:close/>
                  <a:moveTo>
                    <a:pt x="6918" y="404"/>
                  </a:moveTo>
                  <a:cubicBezTo>
                    <a:pt x="7737" y="404"/>
                    <a:pt x="8556" y="534"/>
                    <a:pt x="9336" y="788"/>
                  </a:cubicBezTo>
                  <a:cubicBezTo>
                    <a:pt x="9266" y="883"/>
                    <a:pt x="9210" y="988"/>
                    <a:pt x="9168" y="1097"/>
                  </a:cubicBezTo>
                  <a:cubicBezTo>
                    <a:pt x="9024" y="1474"/>
                    <a:pt x="9055" y="1895"/>
                    <a:pt x="9263" y="2279"/>
                  </a:cubicBezTo>
                  <a:cubicBezTo>
                    <a:pt x="9474" y="2662"/>
                    <a:pt x="9815" y="2954"/>
                    <a:pt x="10226" y="3109"/>
                  </a:cubicBezTo>
                  <a:cubicBezTo>
                    <a:pt x="10448" y="3193"/>
                    <a:pt x="10680" y="3239"/>
                    <a:pt x="10919" y="3239"/>
                  </a:cubicBezTo>
                  <a:cubicBezTo>
                    <a:pt x="11439" y="3239"/>
                    <a:pt x="11918" y="3021"/>
                    <a:pt x="12199" y="2630"/>
                  </a:cubicBezTo>
                  <a:cubicBezTo>
                    <a:pt x="12934" y="3471"/>
                    <a:pt x="13366" y="4494"/>
                    <a:pt x="13366" y="5595"/>
                  </a:cubicBezTo>
                  <a:lnTo>
                    <a:pt x="13366" y="5602"/>
                  </a:lnTo>
                  <a:cubicBezTo>
                    <a:pt x="13366" y="6080"/>
                    <a:pt x="12965" y="6467"/>
                    <a:pt x="12473" y="6467"/>
                  </a:cubicBezTo>
                  <a:lnTo>
                    <a:pt x="12248" y="6467"/>
                  </a:lnTo>
                  <a:cubicBezTo>
                    <a:pt x="12255" y="6393"/>
                    <a:pt x="12259" y="6316"/>
                    <a:pt x="12262" y="6238"/>
                  </a:cubicBezTo>
                  <a:cubicBezTo>
                    <a:pt x="12259" y="5795"/>
                    <a:pt x="12111" y="5366"/>
                    <a:pt x="11840" y="5018"/>
                  </a:cubicBezTo>
                  <a:cubicBezTo>
                    <a:pt x="11796" y="4960"/>
                    <a:pt x="11740" y="4935"/>
                    <a:pt x="11685" y="4935"/>
                  </a:cubicBezTo>
                  <a:cubicBezTo>
                    <a:pt x="11538" y="4935"/>
                    <a:pt x="11400" y="5108"/>
                    <a:pt x="11520" y="5264"/>
                  </a:cubicBezTo>
                  <a:cubicBezTo>
                    <a:pt x="11738" y="5542"/>
                    <a:pt x="11854" y="5887"/>
                    <a:pt x="11858" y="6238"/>
                  </a:cubicBezTo>
                  <a:cubicBezTo>
                    <a:pt x="11858" y="6316"/>
                    <a:pt x="11851" y="6393"/>
                    <a:pt x="11840" y="6467"/>
                  </a:cubicBezTo>
                  <a:lnTo>
                    <a:pt x="7965" y="6467"/>
                  </a:lnTo>
                  <a:cubicBezTo>
                    <a:pt x="7955" y="6393"/>
                    <a:pt x="7947" y="6316"/>
                    <a:pt x="7947" y="6238"/>
                  </a:cubicBezTo>
                  <a:cubicBezTo>
                    <a:pt x="7947" y="5282"/>
                    <a:pt x="8827" y="4501"/>
                    <a:pt x="9903" y="4501"/>
                  </a:cubicBezTo>
                  <a:cubicBezTo>
                    <a:pt x="9909" y="4501"/>
                    <a:pt x="9916" y="4501"/>
                    <a:pt x="9923" y="4501"/>
                  </a:cubicBezTo>
                  <a:cubicBezTo>
                    <a:pt x="10274" y="4501"/>
                    <a:pt x="10622" y="4592"/>
                    <a:pt x="10933" y="4761"/>
                  </a:cubicBezTo>
                  <a:cubicBezTo>
                    <a:pt x="10966" y="4783"/>
                    <a:pt x="11004" y="4794"/>
                    <a:pt x="11042" y="4794"/>
                  </a:cubicBezTo>
                  <a:cubicBezTo>
                    <a:pt x="11112" y="4794"/>
                    <a:pt x="11182" y="4757"/>
                    <a:pt x="11221" y="4691"/>
                  </a:cubicBezTo>
                  <a:cubicBezTo>
                    <a:pt x="11278" y="4589"/>
                    <a:pt x="11235" y="4459"/>
                    <a:pt x="11126" y="4410"/>
                  </a:cubicBezTo>
                  <a:cubicBezTo>
                    <a:pt x="10756" y="4206"/>
                    <a:pt x="10345" y="4100"/>
                    <a:pt x="9923" y="4100"/>
                  </a:cubicBezTo>
                  <a:cubicBezTo>
                    <a:pt x="9916" y="4100"/>
                    <a:pt x="9910" y="4100"/>
                    <a:pt x="9903" y="4100"/>
                  </a:cubicBezTo>
                  <a:cubicBezTo>
                    <a:pt x="8602" y="4100"/>
                    <a:pt x="7547" y="5060"/>
                    <a:pt x="7547" y="6242"/>
                  </a:cubicBezTo>
                  <a:cubicBezTo>
                    <a:pt x="7547" y="6316"/>
                    <a:pt x="7550" y="6393"/>
                    <a:pt x="7561" y="6470"/>
                  </a:cubicBezTo>
                  <a:lnTo>
                    <a:pt x="1298" y="6470"/>
                  </a:lnTo>
                  <a:cubicBezTo>
                    <a:pt x="806" y="6470"/>
                    <a:pt x="405" y="6084"/>
                    <a:pt x="405" y="5605"/>
                  </a:cubicBezTo>
                  <a:lnTo>
                    <a:pt x="405" y="5591"/>
                  </a:lnTo>
                  <a:lnTo>
                    <a:pt x="405" y="5472"/>
                  </a:lnTo>
                  <a:lnTo>
                    <a:pt x="426" y="5482"/>
                  </a:lnTo>
                  <a:cubicBezTo>
                    <a:pt x="573" y="5535"/>
                    <a:pt x="728" y="5567"/>
                    <a:pt x="886" y="5567"/>
                  </a:cubicBezTo>
                  <a:cubicBezTo>
                    <a:pt x="1101" y="5563"/>
                    <a:pt x="1315" y="5514"/>
                    <a:pt x="1505" y="5415"/>
                  </a:cubicBezTo>
                  <a:cubicBezTo>
                    <a:pt x="1850" y="5236"/>
                    <a:pt x="2117" y="4937"/>
                    <a:pt x="2254" y="4575"/>
                  </a:cubicBezTo>
                  <a:cubicBezTo>
                    <a:pt x="2543" y="3812"/>
                    <a:pt x="2209" y="2975"/>
                    <a:pt x="1509" y="2694"/>
                  </a:cubicBezTo>
                  <a:cubicBezTo>
                    <a:pt x="2676" y="1312"/>
                    <a:pt x="4649" y="405"/>
                    <a:pt x="6886" y="405"/>
                  </a:cubicBezTo>
                  <a:cubicBezTo>
                    <a:pt x="6896" y="404"/>
                    <a:pt x="6907" y="404"/>
                    <a:pt x="6918" y="404"/>
                  </a:cubicBezTo>
                  <a:close/>
                  <a:moveTo>
                    <a:pt x="8524" y="6871"/>
                  </a:moveTo>
                  <a:lnTo>
                    <a:pt x="9034" y="10588"/>
                  </a:lnTo>
                  <a:cubicBezTo>
                    <a:pt x="9143" y="11372"/>
                    <a:pt x="8535" y="12072"/>
                    <a:pt x="7740" y="12072"/>
                  </a:cubicBezTo>
                  <a:lnTo>
                    <a:pt x="6031" y="12072"/>
                  </a:lnTo>
                  <a:cubicBezTo>
                    <a:pt x="5236" y="12072"/>
                    <a:pt x="4628" y="11372"/>
                    <a:pt x="4733" y="10588"/>
                  </a:cubicBezTo>
                  <a:lnTo>
                    <a:pt x="5247" y="6871"/>
                  </a:lnTo>
                  <a:close/>
                  <a:moveTo>
                    <a:pt x="6886" y="0"/>
                  </a:moveTo>
                  <a:cubicBezTo>
                    <a:pt x="5053" y="0"/>
                    <a:pt x="3330" y="577"/>
                    <a:pt x="2033" y="1621"/>
                  </a:cubicBezTo>
                  <a:cubicBezTo>
                    <a:pt x="721" y="2676"/>
                    <a:pt x="0" y="4090"/>
                    <a:pt x="0" y="5591"/>
                  </a:cubicBezTo>
                  <a:lnTo>
                    <a:pt x="0" y="5602"/>
                  </a:lnTo>
                  <a:cubicBezTo>
                    <a:pt x="0" y="6302"/>
                    <a:pt x="584" y="6871"/>
                    <a:pt x="1298" y="6871"/>
                  </a:cubicBezTo>
                  <a:lnTo>
                    <a:pt x="4839" y="6871"/>
                  </a:lnTo>
                  <a:lnTo>
                    <a:pt x="4336" y="10532"/>
                  </a:lnTo>
                  <a:cubicBezTo>
                    <a:pt x="4192" y="11559"/>
                    <a:pt x="4990" y="12476"/>
                    <a:pt x="6031" y="12476"/>
                  </a:cubicBezTo>
                  <a:lnTo>
                    <a:pt x="7740" y="12476"/>
                  </a:lnTo>
                  <a:cubicBezTo>
                    <a:pt x="8777" y="12476"/>
                    <a:pt x="9579" y="11559"/>
                    <a:pt x="9435" y="10532"/>
                  </a:cubicBezTo>
                  <a:lnTo>
                    <a:pt x="8932" y="6871"/>
                  </a:lnTo>
                  <a:lnTo>
                    <a:pt x="12473" y="6871"/>
                  </a:lnTo>
                  <a:cubicBezTo>
                    <a:pt x="13187" y="6871"/>
                    <a:pt x="13767" y="6302"/>
                    <a:pt x="13771" y="5602"/>
                  </a:cubicBezTo>
                  <a:lnTo>
                    <a:pt x="13771" y="5591"/>
                  </a:lnTo>
                  <a:cubicBezTo>
                    <a:pt x="13771" y="4090"/>
                    <a:pt x="13050" y="2680"/>
                    <a:pt x="11738" y="1621"/>
                  </a:cubicBezTo>
                  <a:cubicBezTo>
                    <a:pt x="10441" y="577"/>
                    <a:pt x="8718" y="0"/>
                    <a:pt x="68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5" name="Google Shape;21375;p90"/>
            <p:cNvSpPr/>
            <p:nvPr/>
          </p:nvSpPr>
          <p:spPr>
            <a:xfrm>
              <a:off x="5044293" y="3404650"/>
              <a:ext cx="101049" cy="89725"/>
            </a:xfrm>
            <a:custGeom>
              <a:rect b="b" l="l" r="r" t="t"/>
              <a:pathLst>
                <a:path extrusionOk="0" h="3423" w="3855">
                  <a:moveTo>
                    <a:pt x="1953" y="1"/>
                  </a:moveTo>
                  <a:cubicBezTo>
                    <a:pt x="1945" y="1"/>
                    <a:pt x="1936" y="1"/>
                    <a:pt x="1927" y="1"/>
                  </a:cubicBezTo>
                  <a:cubicBezTo>
                    <a:pt x="865" y="1"/>
                    <a:pt x="0" y="767"/>
                    <a:pt x="0" y="1710"/>
                  </a:cubicBezTo>
                  <a:cubicBezTo>
                    <a:pt x="0" y="2652"/>
                    <a:pt x="865" y="3422"/>
                    <a:pt x="1927" y="3422"/>
                  </a:cubicBezTo>
                  <a:cubicBezTo>
                    <a:pt x="2989" y="3422"/>
                    <a:pt x="3854" y="2652"/>
                    <a:pt x="3854" y="1710"/>
                  </a:cubicBezTo>
                  <a:cubicBezTo>
                    <a:pt x="3854" y="1344"/>
                    <a:pt x="3724" y="989"/>
                    <a:pt x="3489" y="707"/>
                  </a:cubicBezTo>
                  <a:cubicBezTo>
                    <a:pt x="3449" y="658"/>
                    <a:pt x="3392" y="633"/>
                    <a:pt x="3334" y="633"/>
                  </a:cubicBezTo>
                  <a:cubicBezTo>
                    <a:pt x="3289" y="633"/>
                    <a:pt x="3243" y="648"/>
                    <a:pt x="3204" y="679"/>
                  </a:cubicBezTo>
                  <a:cubicBezTo>
                    <a:pt x="3120" y="750"/>
                    <a:pt x="3105" y="876"/>
                    <a:pt x="3176" y="964"/>
                  </a:cubicBezTo>
                  <a:cubicBezTo>
                    <a:pt x="3352" y="1172"/>
                    <a:pt x="3450" y="1435"/>
                    <a:pt x="3450" y="1710"/>
                  </a:cubicBezTo>
                  <a:cubicBezTo>
                    <a:pt x="3450" y="2431"/>
                    <a:pt x="2768" y="3018"/>
                    <a:pt x="1927" y="3018"/>
                  </a:cubicBezTo>
                  <a:cubicBezTo>
                    <a:pt x="1087" y="3018"/>
                    <a:pt x="405" y="2431"/>
                    <a:pt x="405" y="1710"/>
                  </a:cubicBezTo>
                  <a:cubicBezTo>
                    <a:pt x="405" y="989"/>
                    <a:pt x="1087" y="402"/>
                    <a:pt x="1927" y="402"/>
                  </a:cubicBezTo>
                  <a:cubicBezTo>
                    <a:pt x="2149" y="402"/>
                    <a:pt x="2367" y="444"/>
                    <a:pt x="2574" y="525"/>
                  </a:cubicBezTo>
                  <a:cubicBezTo>
                    <a:pt x="2600" y="536"/>
                    <a:pt x="2628" y="542"/>
                    <a:pt x="2655" y="542"/>
                  </a:cubicBezTo>
                  <a:cubicBezTo>
                    <a:pt x="2734" y="542"/>
                    <a:pt x="2810" y="494"/>
                    <a:pt x="2842" y="416"/>
                  </a:cubicBezTo>
                  <a:cubicBezTo>
                    <a:pt x="2884" y="310"/>
                    <a:pt x="2831" y="191"/>
                    <a:pt x="2726" y="152"/>
                  </a:cubicBezTo>
                  <a:cubicBezTo>
                    <a:pt x="2480" y="53"/>
                    <a:pt x="2219"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76" name="Google Shape;21376;p90"/>
          <p:cNvGrpSpPr/>
          <p:nvPr/>
        </p:nvGrpSpPr>
        <p:grpSpPr>
          <a:xfrm>
            <a:off x="3312144" y="3348241"/>
            <a:ext cx="348154" cy="360789"/>
            <a:chOff x="3312144" y="3348241"/>
            <a:chExt cx="348154" cy="360789"/>
          </a:xfrm>
        </p:grpSpPr>
        <p:sp>
          <p:nvSpPr>
            <p:cNvPr id="21377" name="Google Shape;21377;p90"/>
            <p:cNvSpPr/>
            <p:nvPr/>
          </p:nvSpPr>
          <p:spPr>
            <a:xfrm>
              <a:off x="3531517" y="3467324"/>
              <a:ext cx="122334" cy="67419"/>
            </a:xfrm>
            <a:custGeom>
              <a:rect b="b" l="l" r="r" t="t"/>
              <a:pathLst>
                <a:path extrusionOk="0" h="2572" w="4667">
                  <a:moveTo>
                    <a:pt x="3074" y="1"/>
                  </a:moveTo>
                  <a:lnTo>
                    <a:pt x="1" y="1369"/>
                  </a:lnTo>
                  <a:lnTo>
                    <a:pt x="3415" y="2571"/>
                  </a:lnTo>
                  <a:cubicBezTo>
                    <a:pt x="3833" y="2287"/>
                    <a:pt x="4319" y="1784"/>
                    <a:pt x="4618" y="1327"/>
                  </a:cubicBezTo>
                  <a:cubicBezTo>
                    <a:pt x="4667" y="1246"/>
                    <a:pt x="4660" y="1144"/>
                    <a:pt x="4597" y="1073"/>
                  </a:cubicBezTo>
                  <a:cubicBezTo>
                    <a:pt x="4203" y="627"/>
                    <a:pt x="3594" y="222"/>
                    <a:pt x="3074"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8" name="Google Shape;21378;p90"/>
            <p:cNvSpPr/>
            <p:nvPr/>
          </p:nvSpPr>
          <p:spPr>
            <a:xfrm>
              <a:off x="3541923" y="3498124"/>
              <a:ext cx="111665" cy="36619"/>
            </a:xfrm>
            <a:custGeom>
              <a:rect b="b" l="l" r="r" t="t"/>
              <a:pathLst>
                <a:path extrusionOk="0" h="1397" w="4260">
                  <a:moveTo>
                    <a:pt x="4249" y="0"/>
                  </a:moveTo>
                  <a:lnTo>
                    <a:pt x="1" y="334"/>
                  </a:lnTo>
                  <a:lnTo>
                    <a:pt x="3018" y="1396"/>
                  </a:lnTo>
                  <a:cubicBezTo>
                    <a:pt x="3436" y="1112"/>
                    <a:pt x="3922" y="612"/>
                    <a:pt x="4221" y="152"/>
                  </a:cubicBezTo>
                  <a:cubicBezTo>
                    <a:pt x="4249" y="106"/>
                    <a:pt x="4259" y="53"/>
                    <a:pt x="4249"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9" name="Google Shape;21379;p90"/>
            <p:cNvSpPr/>
            <p:nvPr/>
          </p:nvSpPr>
          <p:spPr>
            <a:xfrm>
              <a:off x="3362551" y="3605412"/>
              <a:ext cx="91744" cy="98297"/>
            </a:xfrm>
            <a:custGeom>
              <a:rect b="b" l="l" r="r" t="t"/>
              <a:pathLst>
                <a:path extrusionOk="0" h="3750" w="3500">
                  <a:moveTo>
                    <a:pt x="915" y="0"/>
                  </a:moveTo>
                  <a:cubicBezTo>
                    <a:pt x="124" y="1069"/>
                    <a:pt x="1" y="2451"/>
                    <a:pt x="433" y="3608"/>
                  </a:cubicBezTo>
                  <a:cubicBezTo>
                    <a:pt x="464" y="3694"/>
                    <a:pt x="548" y="3749"/>
                    <a:pt x="639" y="3749"/>
                  </a:cubicBezTo>
                  <a:cubicBezTo>
                    <a:pt x="642" y="3749"/>
                    <a:pt x="645" y="3749"/>
                    <a:pt x="648" y="3749"/>
                  </a:cubicBezTo>
                  <a:cubicBezTo>
                    <a:pt x="1689" y="3682"/>
                    <a:pt x="2800" y="3123"/>
                    <a:pt x="3500" y="2371"/>
                  </a:cubicBezTo>
                  <a:lnTo>
                    <a:pt x="915"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0" name="Google Shape;21380;p90"/>
            <p:cNvSpPr/>
            <p:nvPr/>
          </p:nvSpPr>
          <p:spPr>
            <a:xfrm>
              <a:off x="3362551" y="3605412"/>
              <a:ext cx="56724" cy="97091"/>
            </a:xfrm>
            <a:custGeom>
              <a:rect b="b" l="l" r="r" t="t"/>
              <a:pathLst>
                <a:path extrusionOk="0" h="3704" w="2164">
                  <a:moveTo>
                    <a:pt x="915" y="0"/>
                  </a:moveTo>
                  <a:cubicBezTo>
                    <a:pt x="124" y="1069"/>
                    <a:pt x="1" y="2451"/>
                    <a:pt x="433" y="3608"/>
                  </a:cubicBezTo>
                  <a:cubicBezTo>
                    <a:pt x="447" y="3647"/>
                    <a:pt x="472" y="3679"/>
                    <a:pt x="504" y="3703"/>
                  </a:cubicBezTo>
                  <a:lnTo>
                    <a:pt x="2163" y="1147"/>
                  </a:lnTo>
                  <a:lnTo>
                    <a:pt x="915"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1" name="Google Shape;21381;p90"/>
            <p:cNvSpPr/>
            <p:nvPr/>
          </p:nvSpPr>
          <p:spPr>
            <a:xfrm>
              <a:off x="3479066" y="3540798"/>
              <a:ext cx="95807" cy="152557"/>
            </a:xfrm>
            <a:custGeom>
              <a:rect b="b" l="l" r="r" t="t"/>
              <a:pathLst>
                <a:path extrusionOk="0" h="5820" w="3655">
                  <a:moveTo>
                    <a:pt x="637" y="0"/>
                  </a:moveTo>
                  <a:lnTo>
                    <a:pt x="1" y="4424"/>
                  </a:lnTo>
                  <a:cubicBezTo>
                    <a:pt x="630" y="5022"/>
                    <a:pt x="1544" y="5630"/>
                    <a:pt x="2532" y="5817"/>
                  </a:cubicBezTo>
                  <a:cubicBezTo>
                    <a:pt x="2545" y="5819"/>
                    <a:pt x="2557" y="5820"/>
                    <a:pt x="2570" y="5820"/>
                  </a:cubicBezTo>
                  <a:cubicBezTo>
                    <a:pt x="2641" y="5820"/>
                    <a:pt x="2709" y="5786"/>
                    <a:pt x="2751" y="5729"/>
                  </a:cubicBezTo>
                  <a:cubicBezTo>
                    <a:pt x="3285" y="4973"/>
                    <a:pt x="3654" y="4069"/>
                    <a:pt x="3619" y="3109"/>
                  </a:cubicBezTo>
                  <a:lnTo>
                    <a:pt x="637"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2" name="Google Shape;21382;p90"/>
            <p:cNvSpPr/>
            <p:nvPr/>
          </p:nvSpPr>
          <p:spPr>
            <a:xfrm>
              <a:off x="3479066" y="3550654"/>
              <a:ext cx="64378" cy="142177"/>
            </a:xfrm>
            <a:custGeom>
              <a:rect b="b" l="l" r="r" t="t"/>
              <a:pathLst>
                <a:path extrusionOk="0" h="5424" w="2456">
                  <a:moveTo>
                    <a:pt x="584" y="1"/>
                  </a:moveTo>
                  <a:lnTo>
                    <a:pt x="1" y="4052"/>
                  </a:lnTo>
                  <a:cubicBezTo>
                    <a:pt x="613" y="4632"/>
                    <a:pt x="1495" y="5223"/>
                    <a:pt x="2455" y="5423"/>
                  </a:cubicBezTo>
                  <a:lnTo>
                    <a:pt x="584"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3" name="Google Shape;21383;p90"/>
            <p:cNvSpPr/>
            <p:nvPr/>
          </p:nvSpPr>
          <p:spPr>
            <a:xfrm>
              <a:off x="3316286" y="3353431"/>
              <a:ext cx="326791" cy="317512"/>
            </a:xfrm>
            <a:custGeom>
              <a:rect b="b" l="l" r="r" t="t"/>
              <a:pathLst>
                <a:path extrusionOk="0" h="12113" w="12467">
                  <a:moveTo>
                    <a:pt x="5115" y="1"/>
                  </a:moveTo>
                  <a:cubicBezTo>
                    <a:pt x="4855" y="1"/>
                    <a:pt x="4587" y="43"/>
                    <a:pt x="4322" y="133"/>
                  </a:cubicBezTo>
                  <a:cubicBezTo>
                    <a:pt x="3151" y="531"/>
                    <a:pt x="2490" y="1712"/>
                    <a:pt x="2852" y="2767"/>
                  </a:cubicBezTo>
                  <a:cubicBezTo>
                    <a:pt x="2916" y="2925"/>
                    <a:pt x="2990" y="3076"/>
                    <a:pt x="3070" y="3228"/>
                  </a:cubicBezTo>
                  <a:lnTo>
                    <a:pt x="2888" y="3674"/>
                  </a:lnTo>
                  <a:cubicBezTo>
                    <a:pt x="2687" y="3611"/>
                    <a:pt x="2483" y="3569"/>
                    <a:pt x="2279" y="3551"/>
                  </a:cubicBezTo>
                  <a:cubicBezTo>
                    <a:pt x="2231" y="3547"/>
                    <a:pt x="2183" y="3545"/>
                    <a:pt x="2135" y="3545"/>
                  </a:cubicBezTo>
                  <a:cubicBezTo>
                    <a:pt x="1084" y="3545"/>
                    <a:pt x="186" y="4452"/>
                    <a:pt x="96" y="5633"/>
                  </a:cubicBezTo>
                  <a:cubicBezTo>
                    <a:pt x="1" y="6867"/>
                    <a:pt x="823" y="7936"/>
                    <a:pt x="1935" y="8021"/>
                  </a:cubicBezTo>
                  <a:cubicBezTo>
                    <a:pt x="1995" y="8025"/>
                    <a:pt x="2056" y="8027"/>
                    <a:pt x="2119" y="8027"/>
                  </a:cubicBezTo>
                  <a:cubicBezTo>
                    <a:pt x="2699" y="8027"/>
                    <a:pt x="3361" y="7841"/>
                    <a:pt x="4002" y="7574"/>
                  </a:cubicBezTo>
                  <a:lnTo>
                    <a:pt x="4002" y="7574"/>
                  </a:lnTo>
                  <a:cubicBezTo>
                    <a:pt x="3426" y="8091"/>
                    <a:pt x="2909" y="8678"/>
                    <a:pt x="2687" y="9237"/>
                  </a:cubicBezTo>
                  <a:cubicBezTo>
                    <a:pt x="2276" y="10275"/>
                    <a:pt x="2877" y="11484"/>
                    <a:pt x="4030" y="11938"/>
                  </a:cubicBezTo>
                  <a:cubicBezTo>
                    <a:pt x="4329" y="12056"/>
                    <a:pt x="4635" y="12113"/>
                    <a:pt x="4932" y="12113"/>
                  </a:cubicBezTo>
                  <a:cubicBezTo>
                    <a:pt x="5779" y="12113"/>
                    <a:pt x="6553" y="11655"/>
                    <a:pt x="6858" y="10886"/>
                  </a:cubicBezTo>
                  <a:cubicBezTo>
                    <a:pt x="7160" y="10120"/>
                    <a:pt x="7121" y="8864"/>
                    <a:pt x="6953" y="7848"/>
                  </a:cubicBezTo>
                  <a:lnTo>
                    <a:pt x="6953" y="7848"/>
                  </a:lnTo>
                  <a:cubicBezTo>
                    <a:pt x="7290" y="8502"/>
                    <a:pt x="8201" y="9726"/>
                    <a:pt x="8953" y="10169"/>
                  </a:cubicBezTo>
                  <a:cubicBezTo>
                    <a:pt x="9249" y="10346"/>
                    <a:pt x="9576" y="10430"/>
                    <a:pt x="9905" y="10430"/>
                  </a:cubicBezTo>
                  <a:cubicBezTo>
                    <a:pt x="10644" y="10430"/>
                    <a:pt x="11396" y="10009"/>
                    <a:pt x="11833" y="9272"/>
                  </a:cubicBezTo>
                  <a:cubicBezTo>
                    <a:pt x="12466" y="8210"/>
                    <a:pt x="12203" y="6888"/>
                    <a:pt x="11246" y="6319"/>
                  </a:cubicBezTo>
                  <a:cubicBezTo>
                    <a:pt x="10712" y="6002"/>
                    <a:pt x="9959" y="5854"/>
                    <a:pt x="9193" y="5805"/>
                  </a:cubicBezTo>
                  <a:lnTo>
                    <a:pt x="9242" y="5788"/>
                  </a:lnTo>
                  <a:cubicBezTo>
                    <a:pt x="9945" y="5584"/>
                    <a:pt x="10613" y="5299"/>
                    <a:pt x="11032" y="4919"/>
                  </a:cubicBezTo>
                  <a:cubicBezTo>
                    <a:pt x="11858" y="4170"/>
                    <a:pt x="11858" y="2820"/>
                    <a:pt x="11028" y="1902"/>
                  </a:cubicBezTo>
                  <a:cubicBezTo>
                    <a:pt x="10557" y="1379"/>
                    <a:pt x="9922" y="1109"/>
                    <a:pt x="9308" y="1109"/>
                  </a:cubicBezTo>
                  <a:cubicBezTo>
                    <a:pt x="8841" y="1109"/>
                    <a:pt x="8386" y="1266"/>
                    <a:pt x="8029" y="1589"/>
                  </a:cubicBezTo>
                  <a:cubicBezTo>
                    <a:pt x="7737" y="1849"/>
                    <a:pt x="7480" y="2232"/>
                    <a:pt x="7259" y="2669"/>
                  </a:cubicBezTo>
                  <a:cubicBezTo>
                    <a:pt x="7269" y="2187"/>
                    <a:pt x="7216" y="1677"/>
                    <a:pt x="7097" y="1318"/>
                  </a:cubicBezTo>
                  <a:cubicBezTo>
                    <a:pt x="6816" y="501"/>
                    <a:pt x="6009" y="1"/>
                    <a:pt x="5115"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4" name="Google Shape;21384;p90"/>
            <p:cNvSpPr/>
            <p:nvPr/>
          </p:nvSpPr>
          <p:spPr>
            <a:xfrm>
              <a:off x="3375002" y="3447246"/>
              <a:ext cx="28336" cy="28231"/>
            </a:xfrm>
            <a:custGeom>
              <a:rect b="b" l="l" r="r" t="t"/>
              <a:pathLst>
                <a:path extrusionOk="0" h="1077" w="1081">
                  <a:moveTo>
                    <a:pt x="542" y="0"/>
                  </a:moveTo>
                  <a:cubicBezTo>
                    <a:pt x="243" y="0"/>
                    <a:pt x="1" y="239"/>
                    <a:pt x="1" y="538"/>
                  </a:cubicBezTo>
                  <a:cubicBezTo>
                    <a:pt x="1" y="837"/>
                    <a:pt x="243" y="1076"/>
                    <a:pt x="542" y="1076"/>
                  </a:cubicBezTo>
                  <a:cubicBezTo>
                    <a:pt x="838" y="1076"/>
                    <a:pt x="1080" y="837"/>
                    <a:pt x="1080" y="538"/>
                  </a:cubicBezTo>
                  <a:cubicBezTo>
                    <a:pt x="1080" y="239"/>
                    <a:pt x="838" y="0"/>
                    <a:pt x="542"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5" name="Google Shape;21385;p90"/>
            <p:cNvSpPr/>
            <p:nvPr/>
          </p:nvSpPr>
          <p:spPr>
            <a:xfrm>
              <a:off x="3391516" y="3430470"/>
              <a:ext cx="28310" cy="28310"/>
            </a:xfrm>
            <a:custGeom>
              <a:rect b="b" l="l" r="r" t="t"/>
              <a:pathLst>
                <a:path extrusionOk="0" h="1080" w="1080">
                  <a:moveTo>
                    <a:pt x="538" y="0"/>
                  </a:moveTo>
                  <a:cubicBezTo>
                    <a:pt x="243" y="0"/>
                    <a:pt x="0" y="243"/>
                    <a:pt x="0" y="542"/>
                  </a:cubicBezTo>
                  <a:cubicBezTo>
                    <a:pt x="0" y="837"/>
                    <a:pt x="243" y="1080"/>
                    <a:pt x="538" y="1080"/>
                  </a:cubicBezTo>
                  <a:cubicBezTo>
                    <a:pt x="837" y="1080"/>
                    <a:pt x="1080" y="837"/>
                    <a:pt x="1080" y="542"/>
                  </a:cubicBezTo>
                  <a:cubicBezTo>
                    <a:pt x="1080" y="243"/>
                    <a:pt x="837" y="0"/>
                    <a:pt x="538"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6" name="Google Shape;21386;p90"/>
            <p:cNvSpPr/>
            <p:nvPr/>
          </p:nvSpPr>
          <p:spPr>
            <a:xfrm>
              <a:off x="3394740" y="3453510"/>
              <a:ext cx="28310" cy="28231"/>
            </a:xfrm>
            <a:custGeom>
              <a:rect b="b" l="l" r="r" t="t"/>
              <a:pathLst>
                <a:path extrusionOk="0" h="1077" w="1080">
                  <a:moveTo>
                    <a:pt x="542" y="0"/>
                  </a:moveTo>
                  <a:cubicBezTo>
                    <a:pt x="243" y="0"/>
                    <a:pt x="0" y="240"/>
                    <a:pt x="0" y="538"/>
                  </a:cubicBezTo>
                  <a:cubicBezTo>
                    <a:pt x="0" y="837"/>
                    <a:pt x="243" y="1076"/>
                    <a:pt x="542" y="1076"/>
                  </a:cubicBezTo>
                  <a:cubicBezTo>
                    <a:pt x="837" y="1076"/>
                    <a:pt x="1080" y="837"/>
                    <a:pt x="1080" y="538"/>
                  </a:cubicBezTo>
                  <a:cubicBezTo>
                    <a:pt x="1080" y="240"/>
                    <a:pt x="837" y="0"/>
                    <a:pt x="542" y="0"/>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7" name="Google Shape;21387;p90"/>
            <p:cNvSpPr/>
            <p:nvPr/>
          </p:nvSpPr>
          <p:spPr>
            <a:xfrm>
              <a:off x="3542133" y="3554350"/>
              <a:ext cx="23617" cy="16593"/>
            </a:xfrm>
            <a:custGeom>
              <a:rect b="b" l="l" r="r" t="t"/>
              <a:pathLst>
                <a:path extrusionOk="0" h="633" w="901">
                  <a:moveTo>
                    <a:pt x="288" y="0"/>
                  </a:moveTo>
                  <a:cubicBezTo>
                    <a:pt x="119" y="0"/>
                    <a:pt x="1" y="235"/>
                    <a:pt x="169" y="363"/>
                  </a:cubicBezTo>
                  <a:lnTo>
                    <a:pt x="499" y="598"/>
                  </a:lnTo>
                  <a:cubicBezTo>
                    <a:pt x="537" y="622"/>
                    <a:pt x="574" y="632"/>
                    <a:pt x="610" y="632"/>
                  </a:cubicBezTo>
                  <a:cubicBezTo>
                    <a:pt x="780" y="632"/>
                    <a:pt x="900" y="396"/>
                    <a:pt x="731" y="268"/>
                  </a:cubicBezTo>
                  <a:lnTo>
                    <a:pt x="401" y="36"/>
                  </a:lnTo>
                  <a:cubicBezTo>
                    <a:pt x="362" y="11"/>
                    <a:pt x="324" y="0"/>
                    <a:pt x="2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8" name="Google Shape;21388;p90"/>
            <p:cNvSpPr/>
            <p:nvPr/>
          </p:nvSpPr>
          <p:spPr>
            <a:xfrm>
              <a:off x="3446379" y="3419644"/>
              <a:ext cx="15439" cy="18270"/>
            </a:xfrm>
            <a:custGeom>
              <a:rect b="b" l="l" r="r" t="t"/>
              <a:pathLst>
                <a:path extrusionOk="0" h="697" w="589">
                  <a:moveTo>
                    <a:pt x="251" y="1"/>
                  </a:moveTo>
                  <a:cubicBezTo>
                    <a:pt x="127" y="1"/>
                    <a:pt x="1" y="112"/>
                    <a:pt x="56" y="269"/>
                  </a:cubicBezTo>
                  <a:lnTo>
                    <a:pt x="154" y="561"/>
                  </a:lnTo>
                  <a:cubicBezTo>
                    <a:pt x="187" y="656"/>
                    <a:pt x="261" y="697"/>
                    <a:pt x="337" y="697"/>
                  </a:cubicBezTo>
                  <a:cubicBezTo>
                    <a:pt x="461" y="697"/>
                    <a:pt x="589" y="585"/>
                    <a:pt x="534" y="427"/>
                  </a:cubicBezTo>
                  <a:lnTo>
                    <a:pt x="435" y="139"/>
                  </a:lnTo>
                  <a:cubicBezTo>
                    <a:pt x="402" y="42"/>
                    <a:pt x="327"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9" name="Google Shape;21389;p90"/>
            <p:cNvSpPr/>
            <p:nvPr/>
          </p:nvSpPr>
          <p:spPr>
            <a:xfrm>
              <a:off x="3312144" y="3348241"/>
              <a:ext cx="348154" cy="360789"/>
            </a:xfrm>
            <a:custGeom>
              <a:rect b="b" l="l" r="r" t="t"/>
              <a:pathLst>
                <a:path extrusionOk="0" h="13764" w="13282">
                  <a:moveTo>
                    <a:pt x="3537" y="3441"/>
                  </a:moveTo>
                  <a:cubicBezTo>
                    <a:pt x="3629" y="3441"/>
                    <a:pt x="3722" y="3492"/>
                    <a:pt x="3759" y="3601"/>
                  </a:cubicBezTo>
                  <a:cubicBezTo>
                    <a:pt x="3777" y="3661"/>
                    <a:pt x="3774" y="3725"/>
                    <a:pt x="3745" y="3784"/>
                  </a:cubicBezTo>
                  <a:cubicBezTo>
                    <a:pt x="3701" y="3876"/>
                    <a:pt x="3618" y="3917"/>
                    <a:pt x="3536" y="3917"/>
                  </a:cubicBezTo>
                  <a:cubicBezTo>
                    <a:pt x="3410" y="3917"/>
                    <a:pt x="3285" y="3822"/>
                    <a:pt x="3295" y="3665"/>
                  </a:cubicBezTo>
                  <a:cubicBezTo>
                    <a:pt x="3305" y="3520"/>
                    <a:pt x="3421" y="3441"/>
                    <a:pt x="3537" y="3441"/>
                  </a:cubicBezTo>
                  <a:close/>
                  <a:moveTo>
                    <a:pt x="2838" y="4140"/>
                  </a:moveTo>
                  <a:cubicBezTo>
                    <a:pt x="2964" y="4140"/>
                    <a:pt x="3088" y="4236"/>
                    <a:pt x="3077" y="4393"/>
                  </a:cubicBezTo>
                  <a:cubicBezTo>
                    <a:pt x="3069" y="4537"/>
                    <a:pt x="2954" y="4617"/>
                    <a:pt x="2839" y="4617"/>
                  </a:cubicBezTo>
                  <a:cubicBezTo>
                    <a:pt x="2747" y="4617"/>
                    <a:pt x="2654" y="4565"/>
                    <a:pt x="2617" y="4456"/>
                  </a:cubicBezTo>
                  <a:cubicBezTo>
                    <a:pt x="2596" y="4396"/>
                    <a:pt x="2599" y="4329"/>
                    <a:pt x="2627" y="4273"/>
                  </a:cubicBezTo>
                  <a:cubicBezTo>
                    <a:pt x="2673" y="4181"/>
                    <a:pt x="2756" y="4140"/>
                    <a:pt x="2838" y="4140"/>
                  </a:cubicBezTo>
                  <a:close/>
                  <a:moveTo>
                    <a:pt x="3774" y="4344"/>
                  </a:moveTo>
                  <a:cubicBezTo>
                    <a:pt x="3869" y="4344"/>
                    <a:pt x="3963" y="4399"/>
                    <a:pt x="3999" y="4505"/>
                  </a:cubicBezTo>
                  <a:cubicBezTo>
                    <a:pt x="4053" y="4662"/>
                    <a:pt x="3936" y="4822"/>
                    <a:pt x="3775" y="4822"/>
                  </a:cubicBezTo>
                  <a:cubicBezTo>
                    <a:pt x="3770" y="4822"/>
                    <a:pt x="3765" y="4822"/>
                    <a:pt x="3759" y="4822"/>
                  </a:cubicBezTo>
                  <a:cubicBezTo>
                    <a:pt x="3587" y="4811"/>
                    <a:pt x="3485" y="4632"/>
                    <a:pt x="3559" y="4477"/>
                  </a:cubicBezTo>
                  <a:cubicBezTo>
                    <a:pt x="3604" y="4388"/>
                    <a:pt x="3689" y="4344"/>
                    <a:pt x="3774" y="4344"/>
                  </a:cubicBezTo>
                  <a:close/>
                  <a:moveTo>
                    <a:pt x="4399" y="4727"/>
                  </a:moveTo>
                  <a:lnTo>
                    <a:pt x="5148" y="5339"/>
                  </a:lnTo>
                  <a:lnTo>
                    <a:pt x="4297" y="4952"/>
                  </a:lnTo>
                  <a:cubicBezTo>
                    <a:pt x="4315" y="4924"/>
                    <a:pt x="4333" y="4896"/>
                    <a:pt x="4347" y="4867"/>
                  </a:cubicBezTo>
                  <a:lnTo>
                    <a:pt x="4350" y="4867"/>
                  </a:lnTo>
                  <a:cubicBezTo>
                    <a:pt x="4371" y="4822"/>
                    <a:pt x="4389" y="4772"/>
                    <a:pt x="4399" y="4727"/>
                  </a:cubicBezTo>
                  <a:close/>
                  <a:moveTo>
                    <a:pt x="11668" y="4867"/>
                  </a:moveTo>
                  <a:cubicBezTo>
                    <a:pt x="12111" y="5078"/>
                    <a:pt x="12501" y="5381"/>
                    <a:pt x="12821" y="5757"/>
                  </a:cubicBezTo>
                  <a:cubicBezTo>
                    <a:pt x="12593" y="6122"/>
                    <a:pt x="12299" y="6445"/>
                    <a:pt x="11955" y="6705"/>
                  </a:cubicBezTo>
                  <a:lnTo>
                    <a:pt x="11955" y="6705"/>
                  </a:lnTo>
                  <a:cubicBezTo>
                    <a:pt x="11825" y="6565"/>
                    <a:pt x="11674" y="6442"/>
                    <a:pt x="11510" y="6344"/>
                  </a:cubicBezTo>
                  <a:cubicBezTo>
                    <a:pt x="11337" y="6242"/>
                    <a:pt x="11158" y="6161"/>
                    <a:pt x="10972" y="6095"/>
                  </a:cubicBezTo>
                  <a:lnTo>
                    <a:pt x="11569" y="6052"/>
                  </a:lnTo>
                  <a:cubicBezTo>
                    <a:pt x="11826" y="6025"/>
                    <a:pt x="11802" y="5648"/>
                    <a:pt x="11552" y="5648"/>
                  </a:cubicBezTo>
                  <a:cubicBezTo>
                    <a:pt x="11548" y="5648"/>
                    <a:pt x="11545" y="5648"/>
                    <a:pt x="11541" y="5648"/>
                  </a:cubicBezTo>
                  <a:lnTo>
                    <a:pt x="10662" y="5715"/>
                  </a:lnTo>
                  <a:cubicBezTo>
                    <a:pt x="10901" y="5595"/>
                    <a:pt x="11123" y="5444"/>
                    <a:pt x="11327" y="5265"/>
                  </a:cubicBezTo>
                  <a:cubicBezTo>
                    <a:pt x="11457" y="5149"/>
                    <a:pt x="11573" y="5015"/>
                    <a:pt x="11668" y="4867"/>
                  </a:cubicBezTo>
                  <a:close/>
                  <a:moveTo>
                    <a:pt x="5262" y="402"/>
                  </a:moveTo>
                  <a:cubicBezTo>
                    <a:pt x="5539" y="402"/>
                    <a:pt x="5820" y="454"/>
                    <a:pt x="6091" y="563"/>
                  </a:cubicBezTo>
                  <a:cubicBezTo>
                    <a:pt x="6562" y="767"/>
                    <a:pt x="6907" y="1126"/>
                    <a:pt x="7061" y="1583"/>
                  </a:cubicBezTo>
                  <a:cubicBezTo>
                    <a:pt x="7170" y="1907"/>
                    <a:pt x="7216" y="2329"/>
                    <a:pt x="7199" y="2845"/>
                  </a:cubicBezTo>
                  <a:cubicBezTo>
                    <a:pt x="6935" y="3398"/>
                    <a:pt x="6720" y="3971"/>
                    <a:pt x="6559" y="4558"/>
                  </a:cubicBezTo>
                  <a:cubicBezTo>
                    <a:pt x="6517" y="4713"/>
                    <a:pt x="6638" y="4814"/>
                    <a:pt x="6758" y="4814"/>
                  </a:cubicBezTo>
                  <a:cubicBezTo>
                    <a:pt x="6839" y="4814"/>
                    <a:pt x="6919" y="4768"/>
                    <a:pt x="6949" y="4663"/>
                  </a:cubicBezTo>
                  <a:cubicBezTo>
                    <a:pt x="7290" y="3422"/>
                    <a:pt x="7803" y="2402"/>
                    <a:pt x="8320" y="1938"/>
                  </a:cubicBezTo>
                  <a:cubicBezTo>
                    <a:pt x="8628" y="1658"/>
                    <a:pt x="9029" y="1509"/>
                    <a:pt x="9463" y="1509"/>
                  </a:cubicBezTo>
                  <a:cubicBezTo>
                    <a:pt x="9529" y="1509"/>
                    <a:pt x="9596" y="1513"/>
                    <a:pt x="9664" y="1520"/>
                  </a:cubicBezTo>
                  <a:cubicBezTo>
                    <a:pt x="10754" y="1657"/>
                    <a:pt x="11580" y="2571"/>
                    <a:pt x="11605" y="3672"/>
                  </a:cubicBezTo>
                  <a:cubicBezTo>
                    <a:pt x="11605" y="4185"/>
                    <a:pt x="11411" y="4646"/>
                    <a:pt x="11053" y="4966"/>
                  </a:cubicBezTo>
                  <a:cubicBezTo>
                    <a:pt x="10697" y="5289"/>
                    <a:pt x="10110" y="5571"/>
                    <a:pt x="9344" y="5792"/>
                  </a:cubicBezTo>
                  <a:lnTo>
                    <a:pt x="9326" y="5799"/>
                  </a:lnTo>
                  <a:cubicBezTo>
                    <a:pt x="9135" y="5788"/>
                    <a:pt x="8930" y="5781"/>
                    <a:pt x="8713" y="5781"/>
                  </a:cubicBezTo>
                  <a:cubicBezTo>
                    <a:pt x="8587" y="5781"/>
                    <a:pt x="8456" y="5784"/>
                    <a:pt x="8320" y="5789"/>
                  </a:cubicBezTo>
                  <a:cubicBezTo>
                    <a:pt x="8048" y="5792"/>
                    <a:pt x="8056" y="6194"/>
                    <a:pt x="8318" y="6194"/>
                  </a:cubicBezTo>
                  <a:cubicBezTo>
                    <a:pt x="8323" y="6194"/>
                    <a:pt x="8329" y="6193"/>
                    <a:pt x="8334" y="6193"/>
                  </a:cubicBezTo>
                  <a:cubicBezTo>
                    <a:pt x="8452" y="6189"/>
                    <a:pt x="8586" y="6186"/>
                    <a:pt x="8731" y="6186"/>
                  </a:cubicBezTo>
                  <a:cubicBezTo>
                    <a:pt x="9503" y="6186"/>
                    <a:pt x="10591" y="6272"/>
                    <a:pt x="11295" y="6689"/>
                  </a:cubicBezTo>
                  <a:cubicBezTo>
                    <a:pt x="12160" y="7202"/>
                    <a:pt x="12392" y="8405"/>
                    <a:pt x="11819" y="9372"/>
                  </a:cubicBezTo>
                  <a:cubicBezTo>
                    <a:pt x="11421" y="10044"/>
                    <a:pt x="10735" y="10427"/>
                    <a:pt x="10065" y="10427"/>
                  </a:cubicBezTo>
                  <a:cubicBezTo>
                    <a:pt x="9771" y="10427"/>
                    <a:pt x="9480" y="10354"/>
                    <a:pt x="9217" y="10198"/>
                  </a:cubicBezTo>
                  <a:cubicBezTo>
                    <a:pt x="8471" y="9752"/>
                    <a:pt x="7578" y="8560"/>
                    <a:pt x="7322" y="7965"/>
                  </a:cubicBezTo>
                  <a:cubicBezTo>
                    <a:pt x="7315" y="7951"/>
                    <a:pt x="7308" y="7941"/>
                    <a:pt x="7301" y="7930"/>
                  </a:cubicBezTo>
                  <a:cubicBezTo>
                    <a:pt x="7283" y="7828"/>
                    <a:pt x="7265" y="7726"/>
                    <a:pt x="7244" y="7628"/>
                  </a:cubicBezTo>
                  <a:cubicBezTo>
                    <a:pt x="7221" y="7516"/>
                    <a:pt x="7136" y="7467"/>
                    <a:pt x="7051" y="7467"/>
                  </a:cubicBezTo>
                  <a:cubicBezTo>
                    <a:pt x="6933" y="7467"/>
                    <a:pt x="6814" y="7560"/>
                    <a:pt x="6847" y="7712"/>
                  </a:cubicBezTo>
                  <a:cubicBezTo>
                    <a:pt x="7156" y="9182"/>
                    <a:pt x="7061" y="10430"/>
                    <a:pt x="6829" y="11011"/>
                  </a:cubicBezTo>
                  <a:cubicBezTo>
                    <a:pt x="6559" y="11700"/>
                    <a:pt x="5859" y="12111"/>
                    <a:pt x="5089" y="12111"/>
                  </a:cubicBezTo>
                  <a:cubicBezTo>
                    <a:pt x="4807" y="12111"/>
                    <a:pt x="4526" y="12055"/>
                    <a:pt x="4266" y="11953"/>
                  </a:cubicBezTo>
                  <a:cubicBezTo>
                    <a:pt x="3218" y="11538"/>
                    <a:pt x="2666" y="10444"/>
                    <a:pt x="3035" y="9513"/>
                  </a:cubicBezTo>
                  <a:cubicBezTo>
                    <a:pt x="3214" y="9052"/>
                    <a:pt x="3643" y="8514"/>
                    <a:pt x="4269" y="7951"/>
                  </a:cubicBezTo>
                  <a:cubicBezTo>
                    <a:pt x="4544" y="7835"/>
                    <a:pt x="4800" y="7709"/>
                    <a:pt x="5029" y="7593"/>
                  </a:cubicBezTo>
                  <a:cubicBezTo>
                    <a:pt x="5233" y="7485"/>
                    <a:pt x="5127" y="7207"/>
                    <a:pt x="4943" y="7207"/>
                  </a:cubicBezTo>
                  <a:cubicBezTo>
                    <a:pt x="4911" y="7207"/>
                    <a:pt x="4877" y="7215"/>
                    <a:pt x="4843" y="7234"/>
                  </a:cubicBezTo>
                  <a:cubicBezTo>
                    <a:pt x="3855" y="7749"/>
                    <a:pt x="2954" y="8028"/>
                    <a:pt x="2280" y="8028"/>
                  </a:cubicBezTo>
                  <a:cubicBezTo>
                    <a:pt x="2222" y="8028"/>
                    <a:pt x="2165" y="8026"/>
                    <a:pt x="2110" y="8022"/>
                  </a:cubicBezTo>
                  <a:cubicBezTo>
                    <a:pt x="1632" y="7983"/>
                    <a:pt x="1196" y="7740"/>
                    <a:pt x="883" y="7336"/>
                  </a:cubicBezTo>
                  <a:cubicBezTo>
                    <a:pt x="563" y="6907"/>
                    <a:pt x="408" y="6379"/>
                    <a:pt x="458" y="5848"/>
                  </a:cubicBezTo>
                  <a:cubicBezTo>
                    <a:pt x="540" y="4772"/>
                    <a:pt x="1352" y="3948"/>
                    <a:pt x="2299" y="3948"/>
                  </a:cubicBezTo>
                  <a:cubicBezTo>
                    <a:pt x="2320" y="3948"/>
                    <a:pt x="2342" y="3949"/>
                    <a:pt x="2363" y="3950"/>
                  </a:cubicBezTo>
                  <a:cubicBezTo>
                    <a:pt x="2325" y="3992"/>
                    <a:pt x="2290" y="4041"/>
                    <a:pt x="2265" y="4097"/>
                  </a:cubicBezTo>
                  <a:cubicBezTo>
                    <a:pt x="2046" y="4542"/>
                    <a:pt x="2388" y="5023"/>
                    <a:pt x="2836" y="5023"/>
                  </a:cubicBezTo>
                  <a:cubicBezTo>
                    <a:pt x="2905" y="5023"/>
                    <a:pt x="2977" y="5012"/>
                    <a:pt x="3049" y="4987"/>
                  </a:cubicBezTo>
                  <a:cubicBezTo>
                    <a:pt x="3105" y="4966"/>
                    <a:pt x="3162" y="4938"/>
                    <a:pt x="3214" y="4903"/>
                  </a:cubicBezTo>
                  <a:cubicBezTo>
                    <a:pt x="3327" y="5104"/>
                    <a:pt x="3541" y="5225"/>
                    <a:pt x="3768" y="5225"/>
                  </a:cubicBezTo>
                  <a:cubicBezTo>
                    <a:pt x="3810" y="5225"/>
                    <a:pt x="3854" y="5221"/>
                    <a:pt x="3897" y="5212"/>
                  </a:cubicBezTo>
                  <a:lnTo>
                    <a:pt x="5792" y="6074"/>
                  </a:lnTo>
                  <a:lnTo>
                    <a:pt x="2979" y="6116"/>
                  </a:lnTo>
                  <a:cubicBezTo>
                    <a:pt x="2866" y="6119"/>
                    <a:pt x="2778" y="6207"/>
                    <a:pt x="2778" y="6316"/>
                  </a:cubicBezTo>
                  <a:lnTo>
                    <a:pt x="2778" y="6320"/>
                  </a:lnTo>
                  <a:cubicBezTo>
                    <a:pt x="2782" y="6432"/>
                    <a:pt x="2870" y="6520"/>
                    <a:pt x="2982" y="6520"/>
                  </a:cubicBezTo>
                  <a:lnTo>
                    <a:pt x="2986" y="6520"/>
                  </a:lnTo>
                  <a:lnTo>
                    <a:pt x="6232" y="6471"/>
                  </a:lnTo>
                  <a:lnTo>
                    <a:pt x="5275" y="9576"/>
                  </a:lnTo>
                  <a:cubicBezTo>
                    <a:pt x="5224" y="9734"/>
                    <a:pt x="5348" y="9841"/>
                    <a:pt x="5471" y="9841"/>
                  </a:cubicBezTo>
                  <a:cubicBezTo>
                    <a:pt x="5550" y="9841"/>
                    <a:pt x="5628" y="9797"/>
                    <a:pt x="5658" y="9695"/>
                  </a:cubicBezTo>
                  <a:lnTo>
                    <a:pt x="6618" y="6590"/>
                  </a:lnTo>
                  <a:lnTo>
                    <a:pt x="8239" y="7733"/>
                  </a:lnTo>
                  <a:cubicBezTo>
                    <a:pt x="8279" y="7760"/>
                    <a:pt x="8318" y="7771"/>
                    <a:pt x="8355" y="7771"/>
                  </a:cubicBezTo>
                  <a:cubicBezTo>
                    <a:pt x="8525" y="7771"/>
                    <a:pt x="8647" y="7533"/>
                    <a:pt x="8471" y="7403"/>
                  </a:cubicBezTo>
                  <a:lnTo>
                    <a:pt x="6850" y="6260"/>
                  </a:lnTo>
                  <a:lnTo>
                    <a:pt x="9449" y="4312"/>
                  </a:lnTo>
                  <a:cubicBezTo>
                    <a:pt x="9635" y="4185"/>
                    <a:pt x="9507" y="3941"/>
                    <a:pt x="9337" y="3941"/>
                  </a:cubicBezTo>
                  <a:cubicBezTo>
                    <a:pt x="9295" y="3941"/>
                    <a:pt x="9250" y="3956"/>
                    <a:pt x="9206" y="3992"/>
                  </a:cubicBezTo>
                  <a:lnTo>
                    <a:pt x="6608" y="5940"/>
                  </a:lnTo>
                  <a:lnTo>
                    <a:pt x="5915" y="3907"/>
                  </a:lnTo>
                  <a:cubicBezTo>
                    <a:pt x="5882" y="3810"/>
                    <a:pt x="5806" y="3769"/>
                    <a:pt x="5730" y="3769"/>
                  </a:cubicBezTo>
                  <a:cubicBezTo>
                    <a:pt x="5604" y="3769"/>
                    <a:pt x="5477" y="3880"/>
                    <a:pt x="5532" y="4037"/>
                  </a:cubicBezTo>
                  <a:lnTo>
                    <a:pt x="6052" y="5557"/>
                  </a:lnTo>
                  <a:lnTo>
                    <a:pt x="4104" y="3964"/>
                  </a:lnTo>
                  <a:lnTo>
                    <a:pt x="4104" y="3960"/>
                  </a:lnTo>
                  <a:cubicBezTo>
                    <a:pt x="4324" y="3515"/>
                    <a:pt x="3980" y="3035"/>
                    <a:pt x="3531" y="3035"/>
                  </a:cubicBezTo>
                  <a:cubicBezTo>
                    <a:pt x="3463" y="3035"/>
                    <a:pt x="3392" y="3046"/>
                    <a:pt x="3320" y="3070"/>
                  </a:cubicBezTo>
                  <a:cubicBezTo>
                    <a:pt x="3306" y="3078"/>
                    <a:pt x="3288" y="3081"/>
                    <a:pt x="3274" y="3088"/>
                  </a:cubicBezTo>
                  <a:cubicBezTo>
                    <a:pt x="3246" y="3025"/>
                    <a:pt x="3221" y="2961"/>
                    <a:pt x="3200" y="2902"/>
                  </a:cubicBezTo>
                  <a:cubicBezTo>
                    <a:pt x="3042" y="2445"/>
                    <a:pt x="3095" y="1949"/>
                    <a:pt x="3345" y="1502"/>
                  </a:cubicBezTo>
                  <a:cubicBezTo>
                    <a:pt x="3753" y="804"/>
                    <a:pt x="4493" y="402"/>
                    <a:pt x="5262" y="402"/>
                  </a:cubicBezTo>
                  <a:close/>
                  <a:moveTo>
                    <a:pt x="7803" y="9421"/>
                  </a:moveTo>
                  <a:cubicBezTo>
                    <a:pt x="8173" y="9875"/>
                    <a:pt x="8609" y="10300"/>
                    <a:pt x="9013" y="10543"/>
                  </a:cubicBezTo>
                  <a:cubicBezTo>
                    <a:pt x="9249" y="10684"/>
                    <a:pt x="9509" y="10775"/>
                    <a:pt x="9783" y="10810"/>
                  </a:cubicBezTo>
                  <a:cubicBezTo>
                    <a:pt x="9773" y="11520"/>
                    <a:pt x="9495" y="12245"/>
                    <a:pt x="8947" y="12972"/>
                  </a:cubicBezTo>
                  <a:lnTo>
                    <a:pt x="8947" y="12972"/>
                  </a:lnTo>
                  <a:cubicBezTo>
                    <a:pt x="7953" y="12817"/>
                    <a:pt x="7135" y="12234"/>
                    <a:pt x="6720" y="11883"/>
                  </a:cubicBezTo>
                  <a:cubicBezTo>
                    <a:pt x="6931" y="11679"/>
                    <a:pt x="7097" y="11433"/>
                    <a:pt x="7206" y="11162"/>
                  </a:cubicBezTo>
                  <a:cubicBezTo>
                    <a:pt x="7357" y="10779"/>
                    <a:pt x="7438" y="10255"/>
                    <a:pt x="7445" y="9632"/>
                  </a:cubicBezTo>
                  <a:lnTo>
                    <a:pt x="8060" y="11429"/>
                  </a:lnTo>
                  <a:cubicBezTo>
                    <a:pt x="8093" y="11526"/>
                    <a:pt x="8169" y="11567"/>
                    <a:pt x="8245" y="11567"/>
                  </a:cubicBezTo>
                  <a:cubicBezTo>
                    <a:pt x="8371" y="11567"/>
                    <a:pt x="8498" y="11456"/>
                    <a:pt x="8443" y="11299"/>
                  </a:cubicBezTo>
                  <a:lnTo>
                    <a:pt x="7803" y="9421"/>
                  </a:lnTo>
                  <a:close/>
                  <a:moveTo>
                    <a:pt x="2571" y="10585"/>
                  </a:moveTo>
                  <a:cubicBezTo>
                    <a:pt x="2687" y="11063"/>
                    <a:pt x="2944" y="11499"/>
                    <a:pt x="3313" y="11826"/>
                  </a:cubicBezTo>
                  <a:lnTo>
                    <a:pt x="3162" y="12055"/>
                  </a:lnTo>
                  <a:cubicBezTo>
                    <a:pt x="3091" y="12150"/>
                    <a:pt x="3116" y="12280"/>
                    <a:pt x="3214" y="12343"/>
                  </a:cubicBezTo>
                  <a:cubicBezTo>
                    <a:pt x="3248" y="12366"/>
                    <a:pt x="3286" y="12376"/>
                    <a:pt x="3324" y="12376"/>
                  </a:cubicBezTo>
                  <a:cubicBezTo>
                    <a:pt x="3394" y="12376"/>
                    <a:pt x="3463" y="12340"/>
                    <a:pt x="3499" y="12277"/>
                  </a:cubicBezTo>
                  <a:lnTo>
                    <a:pt x="3629" y="12073"/>
                  </a:lnTo>
                  <a:cubicBezTo>
                    <a:pt x="3981" y="12301"/>
                    <a:pt x="4382" y="12449"/>
                    <a:pt x="4797" y="12495"/>
                  </a:cubicBezTo>
                  <a:cubicBezTo>
                    <a:pt x="4160" y="13018"/>
                    <a:pt x="3373" y="13321"/>
                    <a:pt x="2550" y="13356"/>
                  </a:cubicBezTo>
                  <a:cubicBezTo>
                    <a:pt x="2198" y="12438"/>
                    <a:pt x="2212" y="11443"/>
                    <a:pt x="2571" y="10585"/>
                  </a:cubicBezTo>
                  <a:close/>
                  <a:moveTo>
                    <a:pt x="5266" y="1"/>
                  </a:moveTo>
                  <a:cubicBezTo>
                    <a:pt x="4356" y="1"/>
                    <a:pt x="3479" y="477"/>
                    <a:pt x="2996" y="1305"/>
                  </a:cubicBezTo>
                  <a:cubicBezTo>
                    <a:pt x="2687" y="1854"/>
                    <a:pt x="2627" y="2466"/>
                    <a:pt x="2821" y="3032"/>
                  </a:cubicBezTo>
                  <a:cubicBezTo>
                    <a:pt x="2863" y="3148"/>
                    <a:pt x="2912" y="3264"/>
                    <a:pt x="2968" y="3373"/>
                  </a:cubicBezTo>
                  <a:cubicBezTo>
                    <a:pt x="2965" y="3380"/>
                    <a:pt x="2961" y="3387"/>
                    <a:pt x="2954" y="3394"/>
                  </a:cubicBezTo>
                  <a:cubicBezTo>
                    <a:pt x="2923" y="3464"/>
                    <a:pt x="2901" y="3542"/>
                    <a:pt x="2891" y="3619"/>
                  </a:cubicBezTo>
                  <a:cubicBezTo>
                    <a:pt x="2747" y="3584"/>
                    <a:pt x="2603" y="3559"/>
                    <a:pt x="2451" y="3549"/>
                  </a:cubicBezTo>
                  <a:cubicBezTo>
                    <a:pt x="2398" y="3545"/>
                    <a:pt x="2346" y="3543"/>
                    <a:pt x="2293" y="3543"/>
                  </a:cubicBezTo>
                  <a:cubicBezTo>
                    <a:pt x="1140" y="3543"/>
                    <a:pt x="151" y="4528"/>
                    <a:pt x="53" y="5817"/>
                  </a:cubicBezTo>
                  <a:cubicBezTo>
                    <a:pt x="0" y="6446"/>
                    <a:pt x="180" y="7076"/>
                    <a:pt x="563" y="7579"/>
                  </a:cubicBezTo>
                  <a:cubicBezTo>
                    <a:pt x="946" y="8078"/>
                    <a:pt x="1484" y="8377"/>
                    <a:pt x="2079" y="8422"/>
                  </a:cubicBezTo>
                  <a:cubicBezTo>
                    <a:pt x="2149" y="8426"/>
                    <a:pt x="2216" y="8430"/>
                    <a:pt x="2286" y="8430"/>
                  </a:cubicBezTo>
                  <a:cubicBezTo>
                    <a:pt x="2659" y="8422"/>
                    <a:pt x="3028" y="8366"/>
                    <a:pt x="3387" y="8261"/>
                  </a:cubicBezTo>
                  <a:lnTo>
                    <a:pt x="3387" y="8261"/>
                  </a:lnTo>
                  <a:cubicBezTo>
                    <a:pt x="3084" y="8598"/>
                    <a:pt x="2810" y="8978"/>
                    <a:pt x="2659" y="9365"/>
                  </a:cubicBezTo>
                  <a:cubicBezTo>
                    <a:pt x="2606" y="9495"/>
                    <a:pt x="2567" y="9632"/>
                    <a:pt x="2543" y="9773"/>
                  </a:cubicBezTo>
                  <a:cubicBezTo>
                    <a:pt x="1790" y="10912"/>
                    <a:pt x="1688" y="12364"/>
                    <a:pt x="2226" y="13641"/>
                  </a:cubicBezTo>
                  <a:cubicBezTo>
                    <a:pt x="2258" y="13718"/>
                    <a:pt x="2332" y="13764"/>
                    <a:pt x="2413" y="13764"/>
                  </a:cubicBezTo>
                  <a:lnTo>
                    <a:pt x="2416" y="13764"/>
                  </a:lnTo>
                  <a:cubicBezTo>
                    <a:pt x="3559" y="13750"/>
                    <a:pt x="4635" y="13286"/>
                    <a:pt x="5381" y="12495"/>
                  </a:cubicBezTo>
                  <a:cubicBezTo>
                    <a:pt x="5743" y="12452"/>
                    <a:pt x="6087" y="12333"/>
                    <a:pt x="6393" y="12136"/>
                  </a:cubicBezTo>
                  <a:cubicBezTo>
                    <a:pt x="6833" y="12519"/>
                    <a:pt x="7807" y="13244"/>
                    <a:pt x="9013" y="13384"/>
                  </a:cubicBezTo>
                  <a:cubicBezTo>
                    <a:pt x="9022" y="13386"/>
                    <a:pt x="9032" y="13386"/>
                    <a:pt x="9041" y="13386"/>
                  </a:cubicBezTo>
                  <a:cubicBezTo>
                    <a:pt x="9099" y="13386"/>
                    <a:pt x="9156" y="13359"/>
                    <a:pt x="9192" y="13310"/>
                  </a:cubicBezTo>
                  <a:cubicBezTo>
                    <a:pt x="9839" y="12487"/>
                    <a:pt x="10170" y="11651"/>
                    <a:pt x="10180" y="10824"/>
                  </a:cubicBezTo>
                  <a:cubicBezTo>
                    <a:pt x="10947" y="10782"/>
                    <a:pt x="11714" y="10335"/>
                    <a:pt x="12164" y="9576"/>
                  </a:cubicBezTo>
                  <a:cubicBezTo>
                    <a:pt x="12663" y="8739"/>
                    <a:pt x="12646" y="7744"/>
                    <a:pt x="12199" y="7026"/>
                  </a:cubicBezTo>
                  <a:cubicBezTo>
                    <a:pt x="12621" y="6706"/>
                    <a:pt x="12976" y="6302"/>
                    <a:pt x="13240" y="5841"/>
                  </a:cubicBezTo>
                  <a:cubicBezTo>
                    <a:pt x="13282" y="5768"/>
                    <a:pt x="13278" y="5680"/>
                    <a:pt x="13226" y="5613"/>
                  </a:cubicBezTo>
                  <a:cubicBezTo>
                    <a:pt x="12860" y="5145"/>
                    <a:pt x="12389" y="4765"/>
                    <a:pt x="11854" y="4509"/>
                  </a:cubicBezTo>
                  <a:cubicBezTo>
                    <a:pt x="11960" y="4241"/>
                    <a:pt x="12013" y="3957"/>
                    <a:pt x="12013" y="3672"/>
                  </a:cubicBezTo>
                  <a:cubicBezTo>
                    <a:pt x="11988" y="2367"/>
                    <a:pt x="11003" y="1277"/>
                    <a:pt x="9706" y="1119"/>
                  </a:cubicBezTo>
                  <a:cubicBezTo>
                    <a:pt x="9623" y="1110"/>
                    <a:pt x="9540" y="1106"/>
                    <a:pt x="9459" y="1106"/>
                  </a:cubicBezTo>
                  <a:cubicBezTo>
                    <a:pt x="8929" y="1106"/>
                    <a:pt x="8437" y="1292"/>
                    <a:pt x="8053" y="1639"/>
                  </a:cubicBezTo>
                  <a:cubicBezTo>
                    <a:pt x="7877" y="1801"/>
                    <a:pt x="7722" y="1980"/>
                    <a:pt x="7589" y="2177"/>
                  </a:cubicBezTo>
                  <a:cubicBezTo>
                    <a:pt x="7571" y="1931"/>
                    <a:pt x="7522" y="1689"/>
                    <a:pt x="7445" y="1453"/>
                  </a:cubicBezTo>
                  <a:cubicBezTo>
                    <a:pt x="7255" y="887"/>
                    <a:pt x="6829" y="440"/>
                    <a:pt x="6253" y="194"/>
                  </a:cubicBezTo>
                  <a:cubicBezTo>
                    <a:pt x="5931" y="63"/>
                    <a:pt x="5596" y="1"/>
                    <a:pt x="5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90" name="Google Shape;21390;p90"/>
          <p:cNvGrpSpPr/>
          <p:nvPr/>
        </p:nvGrpSpPr>
        <p:grpSpPr>
          <a:xfrm>
            <a:off x="1137555" y="3348162"/>
            <a:ext cx="317564" cy="360972"/>
            <a:chOff x="1137555" y="3348162"/>
            <a:chExt cx="317564" cy="360972"/>
          </a:xfrm>
        </p:grpSpPr>
        <p:sp>
          <p:nvSpPr>
            <p:cNvPr id="21391" name="Google Shape;21391;p90"/>
            <p:cNvSpPr/>
            <p:nvPr/>
          </p:nvSpPr>
          <p:spPr>
            <a:xfrm>
              <a:off x="1240597" y="3370338"/>
              <a:ext cx="197852" cy="333449"/>
            </a:xfrm>
            <a:custGeom>
              <a:rect b="b" l="l" r="r" t="t"/>
              <a:pathLst>
                <a:path extrusionOk="0" h="12721" w="7548">
                  <a:moveTo>
                    <a:pt x="2164" y="0"/>
                  </a:moveTo>
                  <a:cubicBezTo>
                    <a:pt x="2115" y="0"/>
                    <a:pt x="2065" y="2"/>
                    <a:pt x="2016" y="5"/>
                  </a:cubicBezTo>
                  <a:cubicBezTo>
                    <a:pt x="869" y="82"/>
                    <a:pt x="1" y="1085"/>
                    <a:pt x="1" y="2231"/>
                  </a:cubicBezTo>
                  <a:lnTo>
                    <a:pt x="1" y="12721"/>
                  </a:lnTo>
                  <a:lnTo>
                    <a:pt x="4315" y="12721"/>
                  </a:lnTo>
                  <a:lnTo>
                    <a:pt x="4315" y="7548"/>
                  </a:lnTo>
                  <a:cubicBezTo>
                    <a:pt x="4315" y="7428"/>
                    <a:pt x="4410" y="7330"/>
                    <a:pt x="4530" y="7330"/>
                  </a:cubicBezTo>
                  <a:lnTo>
                    <a:pt x="6038" y="7330"/>
                  </a:lnTo>
                  <a:cubicBezTo>
                    <a:pt x="6872" y="7330"/>
                    <a:pt x="7547" y="6655"/>
                    <a:pt x="7547" y="5821"/>
                  </a:cubicBezTo>
                  <a:lnTo>
                    <a:pt x="7547" y="3019"/>
                  </a:lnTo>
                  <a:cubicBezTo>
                    <a:pt x="7547" y="2536"/>
                    <a:pt x="7153" y="2157"/>
                    <a:pt x="6681" y="2157"/>
                  </a:cubicBezTo>
                  <a:cubicBezTo>
                    <a:pt x="6655" y="2157"/>
                    <a:pt x="6628" y="2158"/>
                    <a:pt x="6601" y="2161"/>
                  </a:cubicBezTo>
                  <a:cubicBezTo>
                    <a:pt x="6155" y="2206"/>
                    <a:pt x="5824" y="2607"/>
                    <a:pt x="5824" y="3057"/>
                  </a:cubicBezTo>
                  <a:lnTo>
                    <a:pt x="5824" y="5178"/>
                  </a:lnTo>
                  <a:cubicBezTo>
                    <a:pt x="5824" y="5413"/>
                    <a:pt x="5631" y="5607"/>
                    <a:pt x="5395" y="5607"/>
                  </a:cubicBezTo>
                  <a:lnTo>
                    <a:pt x="4530" y="5607"/>
                  </a:lnTo>
                  <a:cubicBezTo>
                    <a:pt x="4410" y="5607"/>
                    <a:pt x="4315" y="5512"/>
                    <a:pt x="4315" y="5392"/>
                  </a:cubicBezTo>
                  <a:lnTo>
                    <a:pt x="4315" y="2157"/>
                  </a:lnTo>
                  <a:cubicBezTo>
                    <a:pt x="4315" y="959"/>
                    <a:pt x="3343" y="0"/>
                    <a:pt x="2164"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2" name="Google Shape;21392;p90"/>
            <p:cNvSpPr/>
            <p:nvPr/>
          </p:nvSpPr>
          <p:spPr>
            <a:xfrm>
              <a:off x="1155904" y="3370391"/>
              <a:ext cx="158376" cy="333397"/>
            </a:xfrm>
            <a:custGeom>
              <a:rect b="b" l="l" r="r" t="t"/>
              <a:pathLst>
                <a:path extrusionOk="0" h="12719" w="6042">
                  <a:moveTo>
                    <a:pt x="5384" y="1"/>
                  </a:moveTo>
                  <a:cubicBezTo>
                    <a:pt x="5211" y="1"/>
                    <a:pt x="5039" y="21"/>
                    <a:pt x="4870" y="63"/>
                  </a:cubicBezTo>
                  <a:cubicBezTo>
                    <a:pt x="3893" y="302"/>
                    <a:pt x="3235" y="1223"/>
                    <a:pt x="3235" y="2229"/>
                  </a:cubicBezTo>
                  <a:lnTo>
                    <a:pt x="3235" y="8840"/>
                  </a:lnTo>
                  <a:cubicBezTo>
                    <a:pt x="3235" y="8959"/>
                    <a:pt x="3137" y="9054"/>
                    <a:pt x="3017" y="9054"/>
                  </a:cubicBezTo>
                  <a:lnTo>
                    <a:pt x="2156" y="9054"/>
                  </a:lnTo>
                  <a:cubicBezTo>
                    <a:pt x="1917" y="9054"/>
                    <a:pt x="1727" y="8861"/>
                    <a:pt x="1727" y="8625"/>
                  </a:cubicBezTo>
                  <a:lnTo>
                    <a:pt x="1727" y="4782"/>
                  </a:lnTo>
                  <a:cubicBezTo>
                    <a:pt x="1727" y="4328"/>
                    <a:pt x="1396" y="3927"/>
                    <a:pt x="946" y="3885"/>
                  </a:cubicBezTo>
                  <a:cubicBezTo>
                    <a:pt x="918" y="3882"/>
                    <a:pt x="889" y="3881"/>
                    <a:pt x="861" y="3881"/>
                  </a:cubicBezTo>
                  <a:cubicBezTo>
                    <a:pt x="392" y="3881"/>
                    <a:pt x="0" y="4262"/>
                    <a:pt x="0" y="4743"/>
                  </a:cubicBezTo>
                  <a:lnTo>
                    <a:pt x="0" y="9272"/>
                  </a:lnTo>
                  <a:cubicBezTo>
                    <a:pt x="0" y="10102"/>
                    <a:pt x="675" y="10781"/>
                    <a:pt x="1509" y="10781"/>
                  </a:cubicBezTo>
                  <a:lnTo>
                    <a:pt x="3017" y="10781"/>
                  </a:lnTo>
                  <a:cubicBezTo>
                    <a:pt x="3137" y="10781"/>
                    <a:pt x="3232" y="10876"/>
                    <a:pt x="3232" y="10995"/>
                  </a:cubicBezTo>
                  <a:lnTo>
                    <a:pt x="3232" y="12719"/>
                  </a:lnTo>
                  <a:lnTo>
                    <a:pt x="4526" y="12719"/>
                  </a:lnTo>
                  <a:lnTo>
                    <a:pt x="4526" y="2229"/>
                  </a:lnTo>
                  <a:cubicBezTo>
                    <a:pt x="4529" y="1255"/>
                    <a:pt x="5152" y="390"/>
                    <a:pt x="6041" y="102"/>
                  </a:cubicBezTo>
                  <a:cubicBezTo>
                    <a:pt x="5828" y="34"/>
                    <a:pt x="5606" y="1"/>
                    <a:pt x="5384"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3" name="Google Shape;21393;p90"/>
            <p:cNvSpPr/>
            <p:nvPr/>
          </p:nvSpPr>
          <p:spPr>
            <a:xfrm>
              <a:off x="1184187" y="3472855"/>
              <a:ext cx="28231" cy="134890"/>
            </a:xfrm>
            <a:custGeom>
              <a:rect b="b" l="l" r="r" t="t"/>
              <a:pathLst>
                <a:path extrusionOk="0" h="5146" w="1077">
                  <a:moveTo>
                    <a:pt x="1" y="1"/>
                  </a:moveTo>
                  <a:lnTo>
                    <a:pt x="1" y="4498"/>
                  </a:lnTo>
                  <a:cubicBezTo>
                    <a:pt x="1" y="4857"/>
                    <a:pt x="289" y="5145"/>
                    <a:pt x="648" y="5145"/>
                  </a:cubicBezTo>
                  <a:lnTo>
                    <a:pt x="1077" y="5145"/>
                  </a:lnTo>
                  <a:cubicBezTo>
                    <a:pt x="838" y="5145"/>
                    <a:pt x="648" y="4952"/>
                    <a:pt x="648" y="4716"/>
                  </a:cubicBezTo>
                  <a:lnTo>
                    <a:pt x="648" y="834"/>
                  </a:lnTo>
                  <a:cubicBezTo>
                    <a:pt x="644" y="440"/>
                    <a:pt x="380" y="99"/>
                    <a:pt x="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4" name="Google Shape;21394;p90"/>
            <p:cNvSpPr/>
            <p:nvPr/>
          </p:nvSpPr>
          <p:spPr>
            <a:xfrm>
              <a:off x="1381908" y="3427691"/>
              <a:ext cx="28309" cy="89542"/>
            </a:xfrm>
            <a:custGeom>
              <a:rect b="b" l="l" r="r" t="t"/>
              <a:pathLst>
                <a:path extrusionOk="0" h="3416" w="1080">
                  <a:moveTo>
                    <a:pt x="1080" y="1"/>
                  </a:moveTo>
                  <a:cubicBezTo>
                    <a:pt x="700" y="96"/>
                    <a:pt x="433" y="440"/>
                    <a:pt x="433" y="831"/>
                  </a:cubicBezTo>
                  <a:lnTo>
                    <a:pt x="433" y="2986"/>
                  </a:lnTo>
                  <a:cubicBezTo>
                    <a:pt x="433" y="3222"/>
                    <a:pt x="240" y="3415"/>
                    <a:pt x="0" y="3415"/>
                  </a:cubicBezTo>
                  <a:lnTo>
                    <a:pt x="433" y="3415"/>
                  </a:lnTo>
                  <a:cubicBezTo>
                    <a:pt x="788" y="3415"/>
                    <a:pt x="1076" y="3127"/>
                    <a:pt x="1080" y="2772"/>
                  </a:cubicBezTo>
                  <a:lnTo>
                    <a:pt x="1080"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5" name="Google Shape;21395;p90"/>
            <p:cNvSpPr/>
            <p:nvPr/>
          </p:nvSpPr>
          <p:spPr>
            <a:xfrm>
              <a:off x="1137555" y="3348162"/>
              <a:ext cx="317564" cy="360972"/>
            </a:xfrm>
            <a:custGeom>
              <a:rect b="b" l="l" r="r" t="t"/>
              <a:pathLst>
                <a:path extrusionOk="0" h="13771" w="12115">
                  <a:moveTo>
                    <a:pt x="1562" y="4930"/>
                  </a:moveTo>
                  <a:cubicBezTo>
                    <a:pt x="1927" y="4930"/>
                    <a:pt x="2223" y="5226"/>
                    <a:pt x="2223" y="5591"/>
                  </a:cubicBezTo>
                  <a:lnTo>
                    <a:pt x="2223" y="9470"/>
                  </a:lnTo>
                  <a:cubicBezTo>
                    <a:pt x="2223" y="9822"/>
                    <a:pt x="2508" y="10103"/>
                    <a:pt x="2856" y="10103"/>
                  </a:cubicBezTo>
                  <a:lnTo>
                    <a:pt x="3731" y="10103"/>
                  </a:lnTo>
                  <a:lnTo>
                    <a:pt x="3731" y="11425"/>
                  </a:lnTo>
                  <a:lnTo>
                    <a:pt x="2209" y="11425"/>
                  </a:lnTo>
                  <a:cubicBezTo>
                    <a:pt x="1488" y="11425"/>
                    <a:pt x="901" y="10838"/>
                    <a:pt x="901" y="10117"/>
                  </a:cubicBezTo>
                  <a:lnTo>
                    <a:pt x="901" y="5591"/>
                  </a:lnTo>
                  <a:cubicBezTo>
                    <a:pt x="901" y="5226"/>
                    <a:pt x="1196" y="4930"/>
                    <a:pt x="1562" y="4930"/>
                  </a:cubicBezTo>
                  <a:close/>
                  <a:moveTo>
                    <a:pt x="6089" y="1"/>
                  </a:moveTo>
                  <a:cubicBezTo>
                    <a:pt x="5988" y="1"/>
                    <a:pt x="5887" y="69"/>
                    <a:pt x="5887" y="204"/>
                  </a:cubicBezTo>
                  <a:lnTo>
                    <a:pt x="5887" y="658"/>
                  </a:lnTo>
                  <a:cubicBezTo>
                    <a:pt x="5405" y="696"/>
                    <a:pt x="4944" y="890"/>
                    <a:pt x="4572" y="1203"/>
                  </a:cubicBezTo>
                  <a:lnTo>
                    <a:pt x="4238" y="869"/>
                  </a:lnTo>
                  <a:cubicBezTo>
                    <a:pt x="4193" y="822"/>
                    <a:pt x="4143" y="803"/>
                    <a:pt x="4095" y="803"/>
                  </a:cubicBezTo>
                  <a:cubicBezTo>
                    <a:pt x="3938" y="803"/>
                    <a:pt x="3802" y="1008"/>
                    <a:pt x="3953" y="1154"/>
                  </a:cubicBezTo>
                  <a:lnTo>
                    <a:pt x="4287" y="1488"/>
                  </a:lnTo>
                  <a:cubicBezTo>
                    <a:pt x="3974" y="1860"/>
                    <a:pt x="3781" y="2317"/>
                    <a:pt x="3742" y="2803"/>
                  </a:cubicBezTo>
                  <a:lnTo>
                    <a:pt x="3288" y="2803"/>
                  </a:lnTo>
                  <a:cubicBezTo>
                    <a:pt x="3017" y="2803"/>
                    <a:pt x="3017" y="3207"/>
                    <a:pt x="3288" y="3207"/>
                  </a:cubicBezTo>
                  <a:lnTo>
                    <a:pt x="3731" y="3207"/>
                  </a:lnTo>
                  <a:lnTo>
                    <a:pt x="3731" y="4529"/>
                  </a:lnTo>
                  <a:lnTo>
                    <a:pt x="3288" y="4529"/>
                  </a:lnTo>
                  <a:cubicBezTo>
                    <a:pt x="3017" y="4529"/>
                    <a:pt x="3017" y="4934"/>
                    <a:pt x="3288" y="4934"/>
                  </a:cubicBezTo>
                  <a:lnTo>
                    <a:pt x="3731" y="4934"/>
                  </a:lnTo>
                  <a:lnTo>
                    <a:pt x="3731" y="6252"/>
                  </a:lnTo>
                  <a:lnTo>
                    <a:pt x="3288" y="6252"/>
                  </a:lnTo>
                  <a:cubicBezTo>
                    <a:pt x="3017" y="6252"/>
                    <a:pt x="3017" y="6657"/>
                    <a:pt x="3288" y="6657"/>
                  </a:cubicBezTo>
                  <a:lnTo>
                    <a:pt x="3731" y="6657"/>
                  </a:lnTo>
                  <a:lnTo>
                    <a:pt x="3731" y="7979"/>
                  </a:lnTo>
                  <a:lnTo>
                    <a:pt x="3288" y="7979"/>
                  </a:lnTo>
                  <a:cubicBezTo>
                    <a:pt x="3017" y="7979"/>
                    <a:pt x="3017" y="8383"/>
                    <a:pt x="3288" y="8383"/>
                  </a:cubicBezTo>
                  <a:lnTo>
                    <a:pt x="3731" y="8383"/>
                  </a:lnTo>
                  <a:lnTo>
                    <a:pt x="3731" y="9702"/>
                  </a:lnTo>
                  <a:lnTo>
                    <a:pt x="2856" y="9702"/>
                  </a:lnTo>
                  <a:cubicBezTo>
                    <a:pt x="2729" y="9702"/>
                    <a:pt x="2627" y="9600"/>
                    <a:pt x="2627" y="9473"/>
                  </a:cubicBezTo>
                  <a:lnTo>
                    <a:pt x="2627" y="9027"/>
                  </a:lnTo>
                  <a:lnTo>
                    <a:pt x="2856" y="9027"/>
                  </a:lnTo>
                  <a:cubicBezTo>
                    <a:pt x="2968" y="9027"/>
                    <a:pt x="3056" y="8939"/>
                    <a:pt x="3056" y="8826"/>
                  </a:cubicBezTo>
                  <a:cubicBezTo>
                    <a:pt x="3056" y="8714"/>
                    <a:pt x="2968" y="8626"/>
                    <a:pt x="2856" y="8626"/>
                  </a:cubicBezTo>
                  <a:lnTo>
                    <a:pt x="2627" y="8626"/>
                  </a:lnTo>
                  <a:lnTo>
                    <a:pt x="2627" y="7518"/>
                  </a:lnTo>
                  <a:lnTo>
                    <a:pt x="2856" y="7518"/>
                  </a:lnTo>
                  <a:cubicBezTo>
                    <a:pt x="2968" y="7518"/>
                    <a:pt x="3056" y="7427"/>
                    <a:pt x="3056" y="7314"/>
                  </a:cubicBezTo>
                  <a:cubicBezTo>
                    <a:pt x="3056" y="7205"/>
                    <a:pt x="2968" y="7114"/>
                    <a:pt x="2856" y="7114"/>
                  </a:cubicBezTo>
                  <a:lnTo>
                    <a:pt x="2627" y="7114"/>
                  </a:lnTo>
                  <a:lnTo>
                    <a:pt x="2627" y="6006"/>
                  </a:lnTo>
                  <a:lnTo>
                    <a:pt x="2856" y="6006"/>
                  </a:lnTo>
                  <a:cubicBezTo>
                    <a:pt x="2968" y="6006"/>
                    <a:pt x="3056" y="5918"/>
                    <a:pt x="3056" y="5806"/>
                  </a:cubicBezTo>
                  <a:cubicBezTo>
                    <a:pt x="3056" y="5693"/>
                    <a:pt x="2968" y="5605"/>
                    <a:pt x="2856" y="5605"/>
                  </a:cubicBezTo>
                  <a:lnTo>
                    <a:pt x="2627" y="5605"/>
                  </a:lnTo>
                  <a:lnTo>
                    <a:pt x="2627" y="5591"/>
                  </a:lnTo>
                  <a:cubicBezTo>
                    <a:pt x="2627" y="5081"/>
                    <a:pt x="2265" y="4642"/>
                    <a:pt x="1766" y="4547"/>
                  </a:cubicBezTo>
                  <a:lnTo>
                    <a:pt x="1766" y="4297"/>
                  </a:lnTo>
                  <a:cubicBezTo>
                    <a:pt x="1766" y="4162"/>
                    <a:pt x="1665" y="4094"/>
                    <a:pt x="1563" y="4094"/>
                  </a:cubicBezTo>
                  <a:cubicBezTo>
                    <a:pt x="1462" y="4094"/>
                    <a:pt x="1361" y="4162"/>
                    <a:pt x="1361" y="4297"/>
                  </a:cubicBezTo>
                  <a:lnTo>
                    <a:pt x="1361" y="4547"/>
                  </a:lnTo>
                  <a:cubicBezTo>
                    <a:pt x="862" y="4642"/>
                    <a:pt x="500" y="5081"/>
                    <a:pt x="500" y="5591"/>
                  </a:cubicBezTo>
                  <a:lnTo>
                    <a:pt x="500" y="5605"/>
                  </a:lnTo>
                  <a:lnTo>
                    <a:pt x="268" y="5605"/>
                  </a:lnTo>
                  <a:cubicBezTo>
                    <a:pt x="0" y="5605"/>
                    <a:pt x="0" y="6006"/>
                    <a:pt x="268" y="6006"/>
                  </a:cubicBezTo>
                  <a:lnTo>
                    <a:pt x="500" y="6006"/>
                  </a:lnTo>
                  <a:lnTo>
                    <a:pt x="500" y="7114"/>
                  </a:lnTo>
                  <a:lnTo>
                    <a:pt x="268" y="7114"/>
                  </a:lnTo>
                  <a:cubicBezTo>
                    <a:pt x="0" y="7114"/>
                    <a:pt x="0" y="7518"/>
                    <a:pt x="268" y="7518"/>
                  </a:cubicBezTo>
                  <a:lnTo>
                    <a:pt x="500" y="7518"/>
                  </a:lnTo>
                  <a:lnTo>
                    <a:pt x="500" y="8622"/>
                  </a:lnTo>
                  <a:lnTo>
                    <a:pt x="268" y="8622"/>
                  </a:lnTo>
                  <a:cubicBezTo>
                    <a:pt x="0" y="8622"/>
                    <a:pt x="0" y="9027"/>
                    <a:pt x="268" y="9027"/>
                  </a:cubicBezTo>
                  <a:lnTo>
                    <a:pt x="500" y="9027"/>
                  </a:lnTo>
                  <a:lnTo>
                    <a:pt x="500" y="10120"/>
                  </a:lnTo>
                  <a:lnTo>
                    <a:pt x="500" y="10134"/>
                  </a:lnTo>
                  <a:lnTo>
                    <a:pt x="268" y="10134"/>
                  </a:lnTo>
                  <a:cubicBezTo>
                    <a:pt x="0" y="10134"/>
                    <a:pt x="0" y="10535"/>
                    <a:pt x="268" y="10535"/>
                  </a:cubicBezTo>
                  <a:lnTo>
                    <a:pt x="549" y="10535"/>
                  </a:lnTo>
                  <a:cubicBezTo>
                    <a:pt x="742" y="11295"/>
                    <a:pt x="1425" y="11829"/>
                    <a:pt x="2209" y="11829"/>
                  </a:cubicBezTo>
                  <a:lnTo>
                    <a:pt x="3731" y="11829"/>
                  </a:lnTo>
                  <a:lnTo>
                    <a:pt x="3731" y="13567"/>
                  </a:lnTo>
                  <a:cubicBezTo>
                    <a:pt x="3731" y="13679"/>
                    <a:pt x="3823" y="13770"/>
                    <a:pt x="3935" y="13770"/>
                  </a:cubicBezTo>
                  <a:cubicBezTo>
                    <a:pt x="4044" y="13770"/>
                    <a:pt x="4136" y="13679"/>
                    <a:pt x="4136" y="13567"/>
                  </a:cubicBezTo>
                  <a:lnTo>
                    <a:pt x="4136" y="3003"/>
                  </a:lnTo>
                  <a:cubicBezTo>
                    <a:pt x="4136" y="1924"/>
                    <a:pt x="5011" y="1048"/>
                    <a:pt x="6091" y="1048"/>
                  </a:cubicBezTo>
                  <a:cubicBezTo>
                    <a:pt x="7170" y="1048"/>
                    <a:pt x="8042" y="1924"/>
                    <a:pt x="8042" y="3003"/>
                  </a:cubicBezTo>
                  <a:lnTo>
                    <a:pt x="8042" y="6667"/>
                  </a:lnTo>
                  <a:cubicBezTo>
                    <a:pt x="8042" y="6780"/>
                    <a:pt x="8134" y="6871"/>
                    <a:pt x="8246" y="6871"/>
                  </a:cubicBezTo>
                  <a:cubicBezTo>
                    <a:pt x="8355" y="6871"/>
                    <a:pt x="8447" y="6780"/>
                    <a:pt x="8447" y="6667"/>
                  </a:cubicBezTo>
                  <a:lnTo>
                    <a:pt x="8447" y="6653"/>
                  </a:lnTo>
                  <a:lnTo>
                    <a:pt x="9322" y="6653"/>
                  </a:lnTo>
                  <a:cubicBezTo>
                    <a:pt x="9674" y="6653"/>
                    <a:pt x="9955" y="6372"/>
                    <a:pt x="9955" y="6020"/>
                  </a:cubicBezTo>
                  <a:lnTo>
                    <a:pt x="9955" y="3868"/>
                  </a:lnTo>
                  <a:cubicBezTo>
                    <a:pt x="9955" y="3502"/>
                    <a:pt x="10251" y="3207"/>
                    <a:pt x="10617" y="3207"/>
                  </a:cubicBezTo>
                  <a:cubicBezTo>
                    <a:pt x="10982" y="3207"/>
                    <a:pt x="11278" y="3502"/>
                    <a:pt x="11278" y="3868"/>
                  </a:cubicBezTo>
                  <a:lnTo>
                    <a:pt x="11278" y="6671"/>
                  </a:lnTo>
                  <a:cubicBezTo>
                    <a:pt x="11278" y="7392"/>
                    <a:pt x="10694" y="7979"/>
                    <a:pt x="9969" y="7979"/>
                  </a:cubicBezTo>
                  <a:lnTo>
                    <a:pt x="8447" y="7979"/>
                  </a:lnTo>
                  <a:lnTo>
                    <a:pt x="8447" y="7532"/>
                  </a:lnTo>
                  <a:cubicBezTo>
                    <a:pt x="8447" y="7399"/>
                    <a:pt x="8347" y="7332"/>
                    <a:pt x="8246" y="7332"/>
                  </a:cubicBezTo>
                  <a:cubicBezTo>
                    <a:pt x="8146" y="7332"/>
                    <a:pt x="8046" y="7399"/>
                    <a:pt x="8046" y="7532"/>
                  </a:cubicBezTo>
                  <a:lnTo>
                    <a:pt x="8046" y="13570"/>
                  </a:lnTo>
                  <a:cubicBezTo>
                    <a:pt x="8046" y="13683"/>
                    <a:pt x="8134" y="13770"/>
                    <a:pt x="8246" y="13770"/>
                  </a:cubicBezTo>
                  <a:cubicBezTo>
                    <a:pt x="8359" y="13770"/>
                    <a:pt x="8447" y="13683"/>
                    <a:pt x="8447" y="13570"/>
                  </a:cubicBezTo>
                  <a:lnTo>
                    <a:pt x="8447" y="11829"/>
                  </a:lnTo>
                  <a:lnTo>
                    <a:pt x="8893" y="11829"/>
                  </a:lnTo>
                  <a:cubicBezTo>
                    <a:pt x="9006" y="11829"/>
                    <a:pt x="9094" y="11738"/>
                    <a:pt x="9094" y="11629"/>
                  </a:cubicBezTo>
                  <a:cubicBezTo>
                    <a:pt x="9094" y="11516"/>
                    <a:pt x="9006" y="11425"/>
                    <a:pt x="8893" y="11425"/>
                  </a:cubicBezTo>
                  <a:lnTo>
                    <a:pt x="8447" y="11425"/>
                  </a:lnTo>
                  <a:lnTo>
                    <a:pt x="8447" y="10106"/>
                  </a:lnTo>
                  <a:lnTo>
                    <a:pt x="8893" y="10106"/>
                  </a:lnTo>
                  <a:cubicBezTo>
                    <a:pt x="9006" y="10106"/>
                    <a:pt x="9094" y="10015"/>
                    <a:pt x="9094" y="9906"/>
                  </a:cubicBezTo>
                  <a:cubicBezTo>
                    <a:pt x="9094" y="9793"/>
                    <a:pt x="9006" y="9702"/>
                    <a:pt x="8893" y="9702"/>
                  </a:cubicBezTo>
                  <a:lnTo>
                    <a:pt x="8447" y="9702"/>
                  </a:lnTo>
                  <a:lnTo>
                    <a:pt x="8447" y="8383"/>
                  </a:lnTo>
                  <a:lnTo>
                    <a:pt x="9969" y="8383"/>
                  </a:lnTo>
                  <a:cubicBezTo>
                    <a:pt x="10669" y="8380"/>
                    <a:pt x="11299" y="7954"/>
                    <a:pt x="11559" y="7304"/>
                  </a:cubicBezTo>
                  <a:lnTo>
                    <a:pt x="11911" y="7304"/>
                  </a:lnTo>
                  <a:cubicBezTo>
                    <a:pt x="12023" y="7304"/>
                    <a:pt x="12115" y="7212"/>
                    <a:pt x="12115" y="7103"/>
                  </a:cubicBezTo>
                  <a:cubicBezTo>
                    <a:pt x="12115" y="6991"/>
                    <a:pt x="12023" y="6899"/>
                    <a:pt x="11911" y="6899"/>
                  </a:cubicBezTo>
                  <a:lnTo>
                    <a:pt x="11668" y="6899"/>
                  </a:lnTo>
                  <a:cubicBezTo>
                    <a:pt x="11675" y="6826"/>
                    <a:pt x="11682" y="6748"/>
                    <a:pt x="11682" y="6671"/>
                  </a:cubicBezTo>
                  <a:lnTo>
                    <a:pt x="11682" y="5795"/>
                  </a:lnTo>
                  <a:lnTo>
                    <a:pt x="11682" y="5792"/>
                  </a:lnTo>
                  <a:lnTo>
                    <a:pt x="11911" y="5792"/>
                  </a:lnTo>
                  <a:cubicBezTo>
                    <a:pt x="12023" y="5792"/>
                    <a:pt x="12111" y="5704"/>
                    <a:pt x="12111" y="5591"/>
                  </a:cubicBezTo>
                  <a:cubicBezTo>
                    <a:pt x="12111" y="5479"/>
                    <a:pt x="12023" y="5387"/>
                    <a:pt x="11911" y="5387"/>
                  </a:cubicBezTo>
                  <a:lnTo>
                    <a:pt x="11682" y="5387"/>
                  </a:lnTo>
                  <a:lnTo>
                    <a:pt x="11682" y="4283"/>
                  </a:lnTo>
                  <a:lnTo>
                    <a:pt x="11911" y="4283"/>
                  </a:lnTo>
                  <a:cubicBezTo>
                    <a:pt x="12023" y="4283"/>
                    <a:pt x="12111" y="4192"/>
                    <a:pt x="12111" y="4083"/>
                  </a:cubicBezTo>
                  <a:cubicBezTo>
                    <a:pt x="12111" y="3970"/>
                    <a:pt x="12023" y="3879"/>
                    <a:pt x="11911" y="3879"/>
                  </a:cubicBezTo>
                  <a:lnTo>
                    <a:pt x="11682" y="3879"/>
                  </a:lnTo>
                  <a:lnTo>
                    <a:pt x="11682" y="3865"/>
                  </a:lnTo>
                  <a:cubicBezTo>
                    <a:pt x="11682" y="3355"/>
                    <a:pt x="11320" y="2919"/>
                    <a:pt x="10820" y="2820"/>
                  </a:cubicBezTo>
                  <a:lnTo>
                    <a:pt x="10820" y="2571"/>
                  </a:lnTo>
                  <a:cubicBezTo>
                    <a:pt x="10820" y="2437"/>
                    <a:pt x="10719" y="2370"/>
                    <a:pt x="10618" y="2370"/>
                  </a:cubicBezTo>
                  <a:cubicBezTo>
                    <a:pt x="10517" y="2370"/>
                    <a:pt x="10416" y="2437"/>
                    <a:pt x="10416" y="2571"/>
                  </a:cubicBezTo>
                  <a:lnTo>
                    <a:pt x="10416" y="2820"/>
                  </a:lnTo>
                  <a:cubicBezTo>
                    <a:pt x="9917" y="2919"/>
                    <a:pt x="9555" y="3355"/>
                    <a:pt x="9555" y="3865"/>
                  </a:cubicBezTo>
                  <a:lnTo>
                    <a:pt x="9555" y="3879"/>
                  </a:lnTo>
                  <a:lnTo>
                    <a:pt x="9326" y="3879"/>
                  </a:lnTo>
                  <a:cubicBezTo>
                    <a:pt x="9055" y="3879"/>
                    <a:pt x="9055" y="4283"/>
                    <a:pt x="9326" y="4283"/>
                  </a:cubicBezTo>
                  <a:lnTo>
                    <a:pt x="9555" y="4283"/>
                  </a:lnTo>
                  <a:lnTo>
                    <a:pt x="9555" y="5387"/>
                  </a:lnTo>
                  <a:lnTo>
                    <a:pt x="9326" y="5387"/>
                  </a:lnTo>
                  <a:cubicBezTo>
                    <a:pt x="9055" y="5387"/>
                    <a:pt x="9055" y="5792"/>
                    <a:pt x="9326" y="5792"/>
                  </a:cubicBezTo>
                  <a:lnTo>
                    <a:pt x="9555" y="5792"/>
                  </a:lnTo>
                  <a:lnTo>
                    <a:pt x="9555" y="6020"/>
                  </a:lnTo>
                  <a:cubicBezTo>
                    <a:pt x="9555" y="6147"/>
                    <a:pt x="9453" y="6249"/>
                    <a:pt x="9326" y="6252"/>
                  </a:cubicBezTo>
                  <a:lnTo>
                    <a:pt x="8447" y="6252"/>
                  </a:lnTo>
                  <a:lnTo>
                    <a:pt x="8447" y="4930"/>
                  </a:lnTo>
                  <a:lnTo>
                    <a:pt x="8893" y="4930"/>
                  </a:lnTo>
                  <a:cubicBezTo>
                    <a:pt x="9006" y="4930"/>
                    <a:pt x="9094" y="4839"/>
                    <a:pt x="9094" y="4726"/>
                  </a:cubicBezTo>
                  <a:cubicBezTo>
                    <a:pt x="9094" y="4617"/>
                    <a:pt x="9006" y="4526"/>
                    <a:pt x="8893" y="4526"/>
                  </a:cubicBezTo>
                  <a:lnTo>
                    <a:pt x="8447" y="4526"/>
                  </a:lnTo>
                  <a:lnTo>
                    <a:pt x="8447" y="3207"/>
                  </a:lnTo>
                  <a:lnTo>
                    <a:pt x="8893" y="3207"/>
                  </a:lnTo>
                  <a:cubicBezTo>
                    <a:pt x="9006" y="3207"/>
                    <a:pt x="9094" y="3116"/>
                    <a:pt x="9094" y="3003"/>
                  </a:cubicBezTo>
                  <a:cubicBezTo>
                    <a:pt x="9094" y="2891"/>
                    <a:pt x="9006" y="2803"/>
                    <a:pt x="8893" y="2803"/>
                  </a:cubicBezTo>
                  <a:lnTo>
                    <a:pt x="8440" y="2803"/>
                  </a:lnTo>
                  <a:cubicBezTo>
                    <a:pt x="8398" y="2317"/>
                    <a:pt x="8208" y="1857"/>
                    <a:pt x="7895" y="1488"/>
                  </a:cubicBezTo>
                  <a:lnTo>
                    <a:pt x="8225" y="1154"/>
                  </a:lnTo>
                  <a:cubicBezTo>
                    <a:pt x="8378" y="1008"/>
                    <a:pt x="8242" y="802"/>
                    <a:pt x="8085" y="802"/>
                  </a:cubicBezTo>
                  <a:cubicBezTo>
                    <a:pt x="8036" y="802"/>
                    <a:pt x="7985" y="821"/>
                    <a:pt x="7940" y="869"/>
                  </a:cubicBezTo>
                  <a:lnTo>
                    <a:pt x="7606" y="1199"/>
                  </a:lnTo>
                  <a:cubicBezTo>
                    <a:pt x="7237" y="886"/>
                    <a:pt x="6777" y="696"/>
                    <a:pt x="6291" y="658"/>
                  </a:cubicBezTo>
                  <a:lnTo>
                    <a:pt x="6291" y="204"/>
                  </a:lnTo>
                  <a:cubicBezTo>
                    <a:pt x="6291" y="69"/>
                    <a:pt x="6190" y="1"/>
                    <a:pt x="6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6" name="Google Shape;21396;p90"/>
            <p:cNvSpPr/>
            <p:nvPr/>
          </p:nvSpPr>
          <p:spPr>
            <a:xfrm>
              <a:off x="1291842" y="3410286"/>
              <a:ext cx="10642" cy="27576"/>
            </a:xfrm>
            <a:custGeom>
              <a:rect b="b" l="l" r="r" t="t"/>
              <a:pathLst>
                <a:path extrusionOk="0" h="1052" w="406">
                  <a:moveTo>
                    <a:pt x="205" y="0"/>
                  </a:moveTo>
                  <a:cubicBezTo>
                    <a:pt x="92" y="0"/>
                    <a:pt x="1" y="92"/>
                    <a:pt x="1" y="201"/>
                  </a:cubicBezTo>
                  <a:lnTo>
                    <a:pt x="1" y="848"/>
                  </a:lnTo>
                  <a:cubicBezTo>
                    <a:pt x="1" y="960"/>
                    <a:pt x="92" y="1052"/>
                    <a:pt x="205" y="1052"/>
                  </a:cubicBezTo>
                  <a:cubicBezTo>
                    <a:pt x="314" y="1052"/>
                    <a:pt x="405" y="960"/>
                    <a:pt x="405" y="848"/>
                  </a:cubicBezTo>
                  <a:lnTo>
                    <a:pt x="405" y="204"/>
                  </a:lnTo>
                  <a:cubicBezTo>
                    <a:pt x="405" y="92"/>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7" name="Google Shape;21397;p90"/>
            <p:cNvSpPr/>
            <p:nvPr/>
          </p:nvSpPr>
          <p:spPr>
            <a:xfrm>
              <a:off x="1291842" y="3455529"/>
              <a:ext cx="10642" cy="27497"/>
            </a:xfrm>
            <a:custGeom>
              <a:rect b="b" l="l" r="r" t="t"/>
              <a:pathLst>
                <a:path extrusionOk="0" h="1049" w="406">
                  <a:moveTo>
                    <a:pt x="205" y="1"/>
                  </a:moveTo>
                  <a:cubicBezTo>
                    <a:pt x="92" y="1"/>
                    <a:pt x="1" y="89"/>
                    <a:pt x="1" y="201"/>
                  </a:cubicBezTo>
                  <a:lnTo>
                    <a:pt x="1" y="848"/>
                  </a:lnTo>
                  <a:cubicBezTo>
                    <a:pt x="1" y="961"/>
                    <a:pt x="92" y="1049"/>
                    <a:pt x="205" y="1049"/>
                  </a:cubicBezTo>
                  <a:cubicBezTo>
                    <a:pt x="314" y="1049"/>
                    <a:pt x="405" y="961"/>
                    <a:pt x="405" y="848"/>
                  </a:cubicBezTo>
                  <a:lnTo>
                    <a:pt x="405" y="201"/>
                  </a:lnTo>
                  <a:cubicBezTo>
                    <a:pt x="405" y="89"/>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8" name="Google Shape;21398;p90"/>
            <p:cNvSpPr/>
            <p:nvPr/>
          </p:nvSpPr>
          <p:spPr>
            <a:xfrm>
              <a:off x="1291842" y="3500693"/>
              <a:ext cx="10642" cy="27602"/>
            </a:xfrm>
            <a:custGeom>
              <a:rect b="b" l="l" r="r" t="t"/>
              <a:pathLst>
                <a:path extrusionOk="0" h="1053" w="406">
                  <a:moveTo>
                    <a:pt x="205" y="1"/>
                  </a:moveTo>
                  <a:cubicBezTo>
                    <a:pt x="92" y="1"/>
                    <a:pt x="1" y="92"/>
                    <a:pt x="1" y="205"/>
                  </a:cubicBezTo>
                  <a:lnTo>
                    <a:pt x="1" y="848"/>
                  </a:lnTo>
                  <a:cubicBezTo>
                    <a:pt x="1" y="961"/>
                    <a:pt x="92" y="1052"/>
                    <a:pt x="205" y="1052"/>
                  </a:cubicBezTo>
                  <a:cubicBezTo>
                    <a:pt x="314" y="1052"/>
                    <a:pt x="405" y="961"/>
                    <a:pt x="405" y="848"/>
                  </a:cubicBezTo>
                  <a:lnTo>
                    <a:pt x="405" y="205"/>
                  </a:lnTo>
                  <a:cubicBezTo>
                    <a:pt x="405" y="92"/>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9" name="Google Shape;21399;p90"/>
            <p:cNvSpPr/>
            <p:nvPr/>
          </p:nvSpPr>
          <p:spPr>
            <a:xfrm>
              <a:off x="1173231" y="3495083"/>
              <a:ext cx="10616" cy="16252"/>
            </a:xfrm>
            <a:custGeom>
              <a:rect b="b" l="l" r="r" t="t"/>
              <a:pathLst>
                <a:path extrusionOk="0" h="620" w="405">
                  <a:moveTo>
                    <a:pt x="202" y="0"/>
                  </a:moveTo>
                  <a:cubicBezTo>
                    <a:pt x="101" y="0"/>
                    <a:pt x="0" y="67"/>
                    <a:pt x="0" y="201"/>
                  </a:cubicBezTo>
                  <a:lnTo>
                    <a:pt x="0" y="419"/>
                  </a:lnTo>
                  <a:cubicBezTo>
                    <a:pt x="0" y="528"/>
                    <a:pt x="92" y="619"/>
                    <a:pt x="201" y="619"/>
                  </a:cubicBezTo>
                  <a:cubicBezTo>
                    <a:pt x="313" y="619"/>
                    <a:pt x="405" y="528"/>
                    <a:pt x="405" y="419"/>
                  </a:cubicBezTo>
                  <a:lnTo>
                    <a:pt x="405" y="201"/>
                  </a:lnTo>
                  <a:cubicBezTo>
                    <a:pt x="405" y="67"/>
                    <a:pt x="304"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0" name="Google Shape;21400;p90"/>
            <p:cNvSpPr/>
            <p:nvPr/>
          </p:nvSpPr>
          <p:spPr>
            <a:xfrm>
              <a:off x="1173231" y="3534612"/>
              <a:ext cx="10616" cy="16252"/>
            </a:xfrm>
            <a:custGeom>
              <a:rect b="b" l="l" r="r" t="t"/>
              <a:pathLst>
                <a:path extrusionOk="0" h="620" w="405">
                  <a:moveTo>
                    <a:pt x="202" y="1"/>
                  </a:moveTo>
                  <a:cubicBezTo>
                    <a:pt x="101" y="1"/>
                    <a:pt x="0" y="68"/>
                    <a:pt x="0" y="201"/>
                  </a:cubicBezTo>
                  <a:lnTo>
                    <a:pt x="0" y="419"/>
                  </a:lnTo>
                  <a:cubicBezTo>
                    <a:pt x="0" y="528"/>
                    <a:pt x="92" y="620"/>
                    <a:pt x="201" y="620"/>
                  </a:cubicBezTo>
                  <a:cubicBezTo>
                    <a:pt x="313" y="620"/>
                    <a:pt x="405" y="528"/>
                    <a:pt x="405" y="419"/>
                  </a:cubicBezTo>
                  <a:lnTo>
                    <a:pt x="405" y="201"/>
                  </a:lnTo>
                  <a:cubicBezTo>
                    <a:pt x="405" y="68"/>
                    <a:pt x="30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1" name="Google Shape;21401;p90"/>
            <p:cNvSpPr/>
            <p:nvPr/>
          </p:nvSpPr>
          <p:spPr>
            <a:xfrm>
              <a:off x="1173231" y="3574193"/>
              <a:ext cx="10616" cy="16226"/>
            </a:xfrm>
            <a:custGeom>
              <a:rect b="b" l="l" r="r" t="t"/>
              <a:pathLst>
                <a:path extrusionOk="0" h="619" w="405">
                  <a:moveTo>
                    <a:pt x="202" y="0"/>
                  </a:moveTo>
                  <a:cubicBezTo>
                    <a:pt x="101" y="0"/>
                    <a:pt x="0" y="68"/>
                    <a:pt x="0" y="203"/>
                  </a:cubicBezTo>
                  <a:lnTo>
                    <a:pt x="0" y="418"/>
                  </a:lnTo>
                  <a:cubicBezTo>
                    <a:pt x="0" y="530"/>
                    <a:pt x="92" y="618"/>
                    <a:pt x="201" y="618"/>
                  </a:cubicBezTo>
                  <a:cubicBezTo>
                    <a:pt x="313" y="618"/>
                    <a:pt x="405" y="530"/>
                    <a:pt x="405" y="418"/>
                  </a:cubicBezTo>
                  <a:lnTo>
                    <a:pt x="405" y="203"/>
                  </a:lnTo>
                  <a:cubicBezTo>
                    <a:pt x="405" y="68"/>
                    <a:pt x="304"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2" name="Google Shape;21402;p90"/>
            <p:cNvSpPr/>
            <p:nvPr/>
          </p:nvSpPr>
          <p:spPr>
            <a:xfrm>
              <a:off x="1410585" y="3489448"/>
              <a:ext cx="10616" cy="16252"/>
            </a:xfrm>
            <a:custGeom>
              <a:rect b="b" l="l" r="r" t="t"/>
              <a:pathLst>
                <a:path extrusionOk="0" h="620" w="405">
                  <a:moveTo>
                    <a:pt x="202" y="1"/>
                  </a:moveTo>
                  <a:cubicBezTo>
                    <a:pt x="101" y="1"/>
                    <a:pt x="0" y="68"/>
                    <a:pt x="0" y="201"/>
                  </a:cubicBezTo>
                  <a:lnTo>
                    <a:pt x="0" y="416"/>
                  </a:lnTo>
                  <a:cubicBezTo>
                    <a:pt x="0" y="528"/>
                    <a:pt x="91" y="620"/>
                    <a:pt x="201" y="620"/>
                  </a:cubicBezTo>
                  <a:cubicBezTo>
                    <a:pt x="313" y="620"/>
                    <a:pt x="404" y="528"/>
                    <a:pt x="404" y="416"/>
                  </a:cubicBezTo>
                  <a:lnTo>
                    <a:pt x="404" y="201"/>
                  </a:lnTo>
                  <a:cubicBezTo>
                    <a:pt x="404" y="68"/>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3" name="Google Shape;21403;p90"/>
            <p:cNvSpPr/>
            <p:nvPr/>
          </p:nvSpPr>
          <p:spPr>
            <a:xfrm>
              <a:off x="1399156" y="3523734"/>
              <a:ext cx="19109" cy="14758"/>
            </a:xfrm>
            <a:custGeom>
              <a:rect b="b" l="l" r="r" t="t"/>
              <a:pathLst>
                <a:path extrusionOk="0" h="563" w="729">
                  <a:moveTo>
                    <a:pt x="441" y="1"/>
                  </a:moveTo>
                  <a:cubicBezTo>
                    <a:pt x="394" y="1"/>
                    <a:pt x="346" y="19"/>
                    <a:pt x="302" y="61"/>
                  </a:cubicBezTo>
                  <a:lnTo>
                    <a:pt x="151" y="212"/>
                  </a:lnTo>
                  <a:cubicBezTo>
                    <a:pt x="1" y="357"/>
                    <a:pt x="136" y="562"/>
                    <a:pt x="293" y="562"/>
                  </a:cubicBezTo>
                  <a:cubicBezTo>
                    <a:pt x="341" y="562"/>
                    <a:pt x="391" y="543"/>
                    <a:pt x="436" y="497"/>
                  </a:cubicBezTo>
                  <a:lnTo>
                    <a:pt x="591" y="346"/>
                  </a:lnTo>
                  <a:cubicBezTo>
                    <a:pt x="729" y="199"/>
                    <a:pt x="59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4" name="Google Shape;21404;p90"/>
            <p:cNvSpPr/>
            <p:nvPr/>
          </p:nvSpPr>
          <p:spPr>
            <a:xfrm>
              <a:off x="1410585" y="3449841"/>
              <a:ext cx="10616" cy="16226"/>
            </a:xfrm>
            <a:custGeom>
              <a:rect b="b" l="l" r="r" t="t"/>
              <a:pathLst>
                <a:path extrusionOk="0" h="619" w="405">
                  <a:moveTo>
                    <a:pt x="202" y="1"/>
                  </a:moveTo>
                  <a:cubicBezTo>
                    <a:pt x="101" y="1"/>
                    <a:pt x="0" y="68"/>
                    <a:pt x="0" y="204"/>
                  </a:cubicBezTo>
                  <a:lnTo>
                    <a:pt x="0" y="418"/>
                  </a:lnTo>
                  <a:cubicBezTo>
                    <a:pt x="0" y="531"/>
                    <a:pt x="91" y="619"/>
                    <a:pt x="201" y="619"/>
                  </a:cubicBezTo>
                  <a:cubicBezTo>
                    <a:pt x="313" y="619"/>
                    <a:pt x="404" y="531"/>
                    <a:pt x="404" y="418"/>
                  </a:cubicBezTo>
                  <a:lnTo>
                    <a:pt x="404" y="204"/>
                  </a:lnTo>
                  <a:cubicBezTo>
                    <a:pt x="404" y="68"/>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5" name="Google Shape;21405;p90"/>
            <p:cNvSpPr/>
            <p:nvPr/>
          </p:nvSpPr>
          <p:spPr>
            <a:xfrm>
              <a:off x="1174856" y="3609789"/>
              <a:ext cx="19371" cy="15518"/>
            </a:xfrm>
            <a:custGeom>
              <a:rect b="b" l="l" r="r" t="t"/>
              <a:pathLst>
                <a:path extrusionOk="0" h="592" w="739">
                  <a:moveTo>
                    <a:pt x="295" y="0"/>
                  </a:moveTo>
                  <a:cubicBezTo>
                    <a:pt x="141" y="0"/>
                    <a:pt x="0" y="194"/>
                    <a:pt x="146" y="347"/>
                  </a:cubicBezTo>
                  <a:lnTo>
                    <a:pt x="286" y="509"/>
                  </a:lnTo>
                  <a:cubicBezTo>
                    <a:pt x="332" y="567"/>
                    <a:pt x="388" y="591"/>
                    <a:pt x="442" y="591"/>
                  </a:cubicBezTo>
                  <a:cubicBezTo>
                    <a:pt x="597" y="591"/>
                    <a:pt x="738" y="396"/>
                    <a:pt x="592" y="245"/>
                  </a:cubicBezTo>
                  <a:lnTo>
                    <a:pt x="452" y="83"/>
                  </a:lnTo>
                  <a:cubicBezTo>
                    <a:pt x="406" y="24"/>
                    <a:pt x="349"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6" name="Google Shape;21406;p90"/>
            <p:cNvSpPr/>
            <p:nvPr/>
          </p:nvSpPr>
          <p:spPr>
            <a:xfrm>
              <a:off x="1291842" y="3545962"/>
              <a:ext cx="10642" cy="27497"/>
            </a:xfrm>
            <a:custGeom>
              <a:rect b="b" l="l" r="r" t="t"/>
              <a:pathLst>
                <a:path extrusionOk="0" h="1049" w="406">
                  <a:moveTo>
                    <a:pt x="205" y="0"/>
                  </a:moveTo>
                  <a:cubicBezTo>
                    <a:pt x="92" y="0"/>
                    <a:pt x="1" y="88"/>
                    <a:pt x="1" y="201"/>
                  </a:cubicBezTo>
                  <a:lnTo>
                    <a:pt x="1" y="848"/>
                  </a:lnTo>
                  <a:cubicBezTo>
                    <a:pt x="1" y="957"/>
                    <a:pt x="92" y="1048"/>
                    <a:pt x="205" y="1048"/>
                  </a:cubicBezTo>
                  <a:cubicBezTo>
                    <a:pt x="314" y="1048"/>
                    <a:pt x="405" y="957"/>
                    <a:pt x="405" y="848"/>
                  </a:cubicBezTo>
                  <a:lnTo>
                    <a:pt x="405" y="201"/>
                  </a:lnTo>
                  <a:cubicBezTo>
                    <a:pt x="405" y="88"/>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7" name="Google Shape;21407;p90"/>
            <p:cNvSpPr/>
            <p:nvPr/>
          </p:nvSpPr>
          <p:spPr>
            <a:xfrm>
              <a:off x="1291842" y="3591205"/>
              <a:ext cx="10642" cy="27497"/>
            </a:xfrm>
            <a:custGeom>
              <a:rect b="b" l="l" r="r" t="t"/>
              <a:pathLst>
                <a:path extrusionOk="0" h="1049" w="406">
                  <a:moveTo>
                    <a:pt x="205" y="1"/>
                  </a:moveTo>
                  <a:cubicBezTo>
                    <a:pt x="92" y="1"/>
                    <a:pt x="1" y="89"/>
                    <a:pt x="1" y="201"/>
                  </a:cubicBezTo>
                  <a:lnTo>
                    <a:pt x="1" y="848"/>
                  </a:lnTo>
                  <a:cubicBezTo>
                    <a:pt x="1" y="957"/>
                    <a:pt x="92" y="1049"/>
                    <a:pt x="205" y="1049"/>
                  </a:cubicBezTo>
                  <a:cubicBezTo>
                    <a:pt x="314" y="1049"/>
                    <a:pt x="405" y="957"/>
                    <a:pt x="405" y="848"/>
                  </a:cubicBezTo>
                  <a:lnTo>
                    <a:pt x="405" y="201"/>
                  </a:lnTo>
                  <a:cubicBezTo>
                    <a:pt x="405" y="89"/>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8" name="Google Shape;21408;p90"/>
            <p:cNvSpPr/>
            <p:nvPr/>
          </p:nvSpPr>
          <p:spPr>
            <a:xfrm>
              <a:off x="1291842" y="3636395"/>
              <a:ext cx="10642" cy="27471"/>
            </a:xfrm>
            <a:custGeom>
              <a:rect b="b" l="l" r="r" t="t"/>
              <a:pathLst>
                <a:path extrusionOk="0" h="1048" w="406">
                  <a:moveTo>
                    <a:pt x="205" y="0"/>
                  </a:moveTo>
                  <a:cubicBezTo>
                    <a:pt x="92" y="0"/>
                    <a:pt x="1" y="88"/>
                    <a:pt x="1" y="200"/>
                  </a:cubicBezTo>
                  <a:lnTo>
                    <a:pt x="1" y="847"/>
                  </a:lnTo>
                  <a:cubicBezTo>
                    <a:pt x="1" y="960"/>
                    <a:pt x="92" y="1048"/>
                    <a:pt x="205" y="1048"/>
                  </a:cubicBezTo>
                  <a:cubicBezTo>
                    <a:pt x="314" y="1048"/>
                    <a:pt x="405" y="960"/>
                    <a:pt x="405" y="847"/>
                  </a:cubicBezTo>
                  <a:lnTo>
                    <a:pt x="405" y="200"/>
                  </a:lnTo>
                  <a:cubicBezTo>
                    <a:pt x="405" y="88"/>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9" name="Google Shape;21409;p90"/>
            <p:cNvSpPr/>
            <p:nvPr/>
          </p:nvSpPr>
          <p:spPr>
            <a:xfrm>
              <a:off x="1205393" y="3625045"/>
              <a:ext cx="18008" cy="10616"/>
            </a:xfrm>
            <a:custGeom>
              <a:rect b="b" l="l" r="r" t="t"/>
              <a:pathLst>
                <a:path extrusionOk="0" h="405" w="687">
                  <a:moveTo>
                    <a:pt x="268" y="0"/>
                  </a:moveTo>
                  <a:cubicBezTo>
                    <a:pt x="0" y="0"/>
                    <a:pt x="0" y="405"/>
                    <a:pt x="268" y="405"/>
                  </a:cubicBezTo>
                  <a:lnTo>
                    <a:pt x="482" y="405"/>
                  </a:lnTo>
                  <a:cubicBezTo>
                    <a:pt x="595" y="405"/>
                    <a:pt x="686" y="313"/>
                    <a:pt x="686" y="201"/>
                  </a:cubicBezTo>
                  <a:cubicBezTo>
                    <a:pt x="686" y="92"/>
                    <a:pt x="595"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0" name="Google Shape;21410;p90"/>
            <p:cNvSpPr/>
            <p:nvPr/>
          </p:nvSpPr>
          <p:spPr>
            <a:xfrm>
              <a:off x="1369274" y="3534612"/>
              <a:ext cx="18008" cy="10642"/>
            </a:xfrm>
            <a:custGeom>
              <a:rect b="b" l="l" r="r" t="t"/>
              <a:pathLst>
                <a:path extrusionOk="0" h="406" w="687">
                  <a:moveTo>
                    <a:pt x="271" y="1"/>
                  </a:moveTo>
                  <a:cubicBezTo>
                    <a:pt x="1" y="1"/>
                    <a:pt x="1" y="405"/>
                    <a:pt x="271" y="405"/>
                  </a:cubicBezTo>
                  <a:lnTo>
                    <a:pt x="482" y="405"/>
                  </a:lnTo>
                  <a:cubicBezTo>
                    <a:pt x="595" y="405"/>
                    <a:pt x="686" y="314"/>
                    <a:pt x="686" y="201"/>
                  </a:cubicBezTo>
                  <a:cubicBezTo>
                    <a:pt x="686" y="92"/>
                    <a:pt x="595"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11" name="Google Shape;21411;p90"/>
          <p:cNvGrpSpPr/>
          <p:nvPr/>
        </p:nvGrpSpPr>
        <p:grpSpPr>
          <a:xfrm>
            <a:off x="7397808" y="1959345"/>
            <a:ext cx="403463" cy="378325"/>
            <a:chOff x="7397808" y="1959345"/>
            <a:chExt cx="403463" cy="378325"/>
          </a:xfrm>
        </p:grpSpPr>
        <p:sp>
          <p:nvSpPr>
            <p:cNvPr id="21412" name="Google Shape;21412;p90"/>
            <p:cNvSpPr/>
            <p:nvPr/>
          </p:nvSpPr>
          <p:spPr>
            <a:xfrm>
              <a:off x="7397808" y="2035965"/>
              <a:ext cx="106659" cy="94758"/>
            </a:xfrm>
            <a:custGeom>
              <a:rect b="b" l="l" r="r" t="t"/>
              <a:pathLst>
                <a:path extrusionOk="0" h="3615" w="4069">
                  <a:moveTo>
                    <a:pt x="784" y="0"/>
                  </a:moveTo>
                  <a:lnTo>
                    <a:pt x="784" y="0"/>
                  </a:lnTo>
                  <a:cubicBezTo>
                    <a:pt x="784" y="0"/>
                    <a:pt x="0" y="3615"/>
                    <a:pt x="3390" y="3615"/>
                  </a:cubicBezTo>
                  <a:lnTo>
                    <a:pt x="4068" y="2033"/>
                  </a:lnTo>
                  <a:cubicBezTo>
                    <a:pt x="3696" y="1892"/>
                    <a:pt x="2068" y="1196"/>
                    <a:pt x="78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3" name="Google Shape;21413;p90"/>
            <p:cNvSpPr/>
            <p:nvPr/>
          </p:nvSpPr>
          <p:spPr>
            <a:xfrm>
              <a:off x="7694586" y="2035965"/>
              <a:ext cx="106685" cy="94758"/>
            </a:xfrm>
            <a:custGeom>
              <a:rect b="b" l="l" r="r" t="t"/>
              <a:pathLst>
                <a:path extrusionOk="0" h="3615" w="4070">
                  <a:moveTo>
                    <a:pt x="3289" y="0"/>
                  </a:moveTo>
                  <a:cubicBezTo>
                    <a:pt x="2002" y="1196"/>
                    <a:pt x="374" y="1892"/>
                    <a:pt x="1" y="2033"/>
                  </a:cubicBezTo>
                  <a:lnTo>
                    <a:pt x="680" y="3615"/>
                  </a:lnTo>
                  <a:cubicBezTo>
                    <a:pt x="4069" y="3615"/>
                    <a:pt x="3289" y="0"/>
                    <a:pt x="3289"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4" name="Google Shape;21414;p90"/>
            <p:cNvSpPr/>
            <p:nvPr/>
          </p:nvSpPr>
          <p:spPr>
            <a:xfrm>
              <a:off x="7466459" y="1964876"/>
              <a:ext cx="271299" cy="349570"/>
            </a:xfrm>
            <a:custGeom>
              <a:rect b="b" l="l" r="r" t="t"/>
              <a:pathLst>
                <a:path extrusionOk="0" h="13336" w="10350">
                  <a:moveTo>
                    <a:pt x="5065" y="0"/>
                  </a:moveTo>
                  <a:cubicBezTo>
                    <a:pt x="3074" y="0"/>
                    <a:pt x="1449" y="1616"/>
                    <a:pt x="1449" y="3616"/>
                  </a:cubicBezTo>
                  <a:cubicBezTo>
                    <a:pt x="1449" y="3711"/>
                    <a:pt x="1453" y="3802"/>
                    <a:pt x="1460" y="3894"/>
                  </a:cubicBezTo>
                  <a:cubicBezTo>
                    <a:pt x="1509" y="4446"/>
                    <a:pt x="1358" y="4998"/>
                    <a:pt x="1038" y="5451"/>
                  </a:cubicBezTo>
                  <a:cubicBezTo>
                    <a:pt x="328" y="6429"/>
                    <a:pt x="1" y="7635"/>
                    <a:pt x="117" y="8838"/>
                  </a:cubicBezTo>
                  <a:cubicBezTo>
                    <a:pt x="331" y="11159"/>
                    <a:pt x="2181" y="13047"/>
                    <a:pt x="4502" y="13304"/>
                  </a:cubicBezTo>
                  <a:cubicBezTo>
                    <a:pt x="4690" y="13325"/>
                    <a:pt x="4877" y="13335"/>
                    <a:pt x="5063" y="13335"/>
                  </a:cubicBezTo>
                  <a:cubicBezTo>
                    <a:pt x="6811" y="13335"/>
                    <a:pt x="8452" y="12413"/>
                    <a:pt x="9351" y="10881"/>
                  </a:cubicBezTo>
                  <a:cubicBezTo>
                    <a:pt x="10350" y="9186"/>
                    <a:pt x="10251" y="7062"/>
                    <a:pt x="9105" y="5462"/>
                  </a:cubicBezTo>
                  <a:cubicBezTo>
                    <a:pt x="8785" y="5026"/>
                    <a:pt x="8609" y="4495"/>
                    <a:pt x="8662" y="3957"/>
                  </a:cubicBezTo>
                  <a:cubicBezTo>
                    <a:pt x="8690" y="3679"/>
                    <a:pt x="8683" y="3401"/>
                    <a:pt x="8644" y="3124"/>
                  </a:cubicBezTo>
                  <a:cubicBezTo>
                    <a:pt x="8405" y="1383"/>
                    <a:pt x="6900" y="40"/>
                    <a:pt x="5142" y="1"/>
                  </a:cubicBezTo>
                  <a:cubicBezTo>
                    <a:pt x="5116" y="0"/>
                    <a:pt x="5090" y="0"/>
                    <a:pt x="5065"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5" name="Google Shape;21415;p90"/>
            <p:cNvSpPr/>
            <p:nvPr/>
          </p:nvSpPr>
          <p:spPr>
            <a:xfrm>
              <a:off x="7466459" y="1964850"/>
              <a:ext cx="156462" cy="349439"/>
            </a:xfrm>
            <a:custGeom>
              <a:rect b="b" l="l" r="r" t="t"/>
              <a:pathLst>
                <a:path extrusionOk="0" h="13331" w="5969">
                  <a:moveTo>
                    <a:pt x="5059" y="1"/>
                  </a:moveTo>
                  <a:cubicBezTo>
                    <a:pt x="3071" y="1"/>
                    <a:pt x="1449" y="1616"/>
                    <a:pt x="1449" y="3617"/>
                  </a:cubicBezTo>
                  <a:cubicBezTo>
                    <a:pt x="1449" y="3708"/>
                    <a:pt x="1453" y="3800"/>
                    <a:pt x="1460" y="3891"/>
                  </a:cubicBezTo>
                  <a:cubicBezTo>
                    <a:pt x="1509" y="4443"/>
                    <a:pt x="1358" y="4995"/>
                    <a:pt x="1038" y="5449"/>
                  </a:cubicBezTo>
                  <a:cubicBezTo>
                    <a:pt x="328" y="6426"/>
                    <a:pt x="1" y="7633"/>
                    <a:pt x="117" y="8839"/>
                  </a:cubicBezTo>
                  <a:cubicBezTo>
                    <a:pt x="331" y="11156"/>
                    <a:pt x="2181" y="13044"/>
                    <a:pt x="4502" y="13301"/>
                  </a:cubicBezTo>
                  <a:cubicBezTo>
                    <a:pt x="4685" y="13321"/>
                    <a:pt x="4869" y="13331"/>
                    <a:pt x="5053" y="13331"/>
                  </a:cubicBezTo>
                  <a:cubicBezTo>
                    <a:pt x="5360" y="13331"/>
                    <a:pt x="5667" y="13303"/>
                    <a:pt x="5968" y="13248"/>
                  </a:cubicBezTo>
                  <a:cubicBezTo>
                    <a:pt x="3812" y="12858"/>
                    <a:pt x="2128" y="11044"/>
                    <a:pt x="1921" y="8839"/>
                  </a:cubicBezTo>
                  <a:cubicBezTo>
                    <a:pt x="1805" y="7636"/>
                    <a:pt x="2132" y="6430"/>
                    <a:pt x="2842" y="5449"/>
                  </a:cubicBezTo>
                  <a:cubicBezTo>
                    <a:pt x="3165" y="4999"/>
                    <a:pt x="3317" y="4443"/>
                    <a:pt x="3267" y="3891"/>
                  </a:cubicBezTo>
                  <a:cubicBezTo>
                    <a:pt x="3260" y="3800"/>
                    <a:pt x="3253" y="3708"/>
                    <a:pt x="3257" y="3617"/>
                  </a:cubicBezTo>
                  <a:cubicBezTo>
                    <a:pt x="3257" y="1971"/>
                    <a:pt x="4368" y="533"/>
                    <a:pt x="5961" y="118"/>
                  </a:cubicBezTo>
                  <a:cubicBezTo>
                    <a:pt x="5694" y="48"/>
                    <a:pt x="5419" y="9"/>
                    <a:pt x="5142" y="2"/>
                  </a:cubicBezTo>
                  <a:cubicBezTo>
                    <a:pt x="5114" y="1"/>
                    <a:pt x="5086" y="1"/>
                    <a:pt x="5059"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6" name="Google Shape;21416;p90"/>
            <p:cNvSpPr/>
            <p:nvPr/>
          </p:nvSpPr>
          <p:spPr>
            <a:xfrm>
              <a:off x="7447559" y="2165166"/>
              <a:ext cx="299792" cy="167026"/>
            </a:xfrm>
            <a:custGeom>
              <a:rect b="b" l="l" r="r" t="t"/>
              <a:pathLst>
                <a:path extrusionOk="0" h="6372" w="11437">
                  <a:moveTo>
                    <a:pt x="329" y="1"/>
                  </a:moveTo>
                  <a:cubicBezTo>
                    <a:pt x="239" y="1"/>
                    <a:pt x="153" y="68"/>
                    <a:pt x="148" y="170"/>
                  </a:cubicBezTo>
                  <a:lnTo>
                    <a:pt x="148" y="212"/>
                  </a:lnTo>
                  <a:cubicBezTo>
                    <a:pt x="1" y="3433"/>
                    <a:pt x="2410" y="6285"/>
                    <a:pt x="5634" y="6369"/>
                  </a:cubicBezTo>
                  <a:cubicBezTo>
                    <a:pt x="5685" y="6371"/>
                    <a:pt x="5736" y="6371"/>
                    <a:pt x="5787" y="6371"/>
                  </a:cubicBezTo>
                  <a:cubicBezTo>
                    <a:pt x="8893" y="6371"/>
                    <a:pt x="11433" y="3850"/>
                    <a:pt x="11436" y="722"/>
                  </a:cubicBezTo>
                  <a:lnTo>
                    <a:pt x="11436" y="560"/>
                  </a:lnTo>
                  <a:cubicBezTo>
                    <a:pt x="11434" y="457"/>
                    <a:pt x="11349" y="381"/>
                    <a:pt x="11255" y="381"/>
                  </a:cubicBezTo>
                  <a:cubicBezTo>
                    <a:pt x="11228" y="381"/>
                    <a:pt x="11200" y="388"/>
                    <a:pt x="11173" y="402"/>
                  </a:cubicBezTo>
                  <a:lnTo>
                    <a:pt x="9720" y="1126"/>
                  </a:lnTo>
                  <a:cubicBezTo>
                    <a:pt x="9694" y="1139"/>
                    <a:pt x="9667" y="1145"/>
                    <a:pt x="9640" y="1145"/>
                  </a:cubicBezTo>
                  <a:cubicBezTo>
                    <a:pt x="9604" y="1145"/>
                    <a:pt x="9569" y="1134"/>
                    <a:pt x="9537" y="1112"/>
                  </a:cubicBezTo>
                  <a:lnTo>
                    <a:pt x="8395" y="349"/>
                  </a:lnTo>
                  <a:cubicBezTo>
                    <a:pt x="8363" y="330"/>
                    <a:pt x="8328" y="320"/>
                    <a:pt x="8293" y="320"/>
                  </a:cubicBezTo>
                  <a:cubicBezTo>
                    <a:pt x="8246" y="320"/>
                    <a:pt x="8200" y="338"/>
                    <a:pt x="8166" y="374"/>
                  </a:cubicBezTo>
                  <a:lnTo>
                    <a:pt x="6816" y="1721"/>
                  </a:lnTo>
                  <a:cubicBezTo>
                    <a:pt x="6780" y="1758"/>
                    <a:pt x="6734" y="1776"/>
                    <a:pt x="6687" y="1776"/>
                  </a:cubicBezTo>
                  <a:cubicBezTo>
                    <a:pt x="6641" y="1776"/>
                    <a:pt x="6594" y="1758"/>
                    <a:pt x="6559" y="1721"/>
                  </a:cubicBezTo>
                  <a:lnTo>
                    <a:pt x="5465" y="624"/>
                  </a:lnTo>
                  <a:cubicBezTo>
                    <a:pt x="5429" y="589"/>
                    <a:pt x="5383" y="572"/>
                    <a:pt x="5337" y="572"/>
                  </a:cubicBezTo>
                  <a:cubicBezTo>
                    <a:pt x="5289" y="572"/>
                    <a:pt x="5241" y="591"/>
                    <a:pt x="5205" y="631"/>
                  </a:cubicBezTo>
                  <a:lnTo>
                    <a:pt x="4143" y="1752"/>
                  </a:lnTo>
                  <a:cubicBezTo>
                    <a:pt x="4107" y="1790"/>
                    <a:pt x="4058" y="1809"/>
                    <a:pt x="4010" y="1809"/>
                  </a:cubicBezTo>
                  <a:cubicBezTo>
                    <a:pt x="3963" y="1809"/>
                    <a:pt x="3917" y="1792"/>
                    <a:pt x="3883" y="1756"/>
                  </a:cubicBezTo>
                  <a:lnTo>
                    <a:pt x="2279" y="152"/>
                  </a:lnTo>
                  <a:cubicBezTo>
                    <a:pt x="2244" y="117"/>
                    <a:pt x="2198" y="100"/>
                    <a:pt x="2151" y="100"/>
                  </a:cubicBezTo>
                  <a:cubicBezTo>
                    <a:pt x="2113" y="100"/>
                    <a:pt x="2075" y="111"/>
                    <a:pt x="2044" y="135"/>
                  </a:cubicBezTo>
                  <a:lnTo>
                    <a:pt x="1379" y="634"/>
                  </a:lnTo>
                  <a:cubicBezTo>
                    <a:pt x="1346" y="658"/>
                    <a:pt x="1307" y="671"/>
                    <a:pt x="1267" y="671"/>
                  </a:cubicBezTo>
                  <a:cubicBezTo>
                    <a:pt x="1227" y="671"/>
                    <a:pt x="1186" y="657"/>
                    <a:pt x="1154" y="631"/>
                  </a:cubicBezTo>
                  <a:lnTo>
                    <a:pt x="444" y="43"/>
                  </a:lnTo>
                  <a:cubicBezTo>
                    <a:pt x="409" y="14"/>
                    <a:pt x="369" y="1"/>
                    <a:pt x="329"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7" name="Google Shape;21417;p90"/>
            <p:cNvSpPr/>
            <p:nvPr/>
          </p:nvSpPr>
          <p:spPr>
            <a:xfrm>
              <a:off x="7747037" y="2172191"/>
              <a:ext cx="210" cy="105"/>
            </a:xfrm>
            <a:custGeom>
              <a:rect b="b" l="l" r="r" t="t"/>
              <a:pathLst>
                <a:path extrusionOk="0" h="4" w="8">
                  <a:moveTo>
                    <a:pt x="1" y="0"/>
                  </a:moveTo>
                  <a:lnTo>
                    <a:pt x="1" y="4"/>
                  </a:lnTo>
                  <a:lnTo>
                    <a:pt x="8"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8" name="Google Shape;21418;p90"/>
            <p:cNvSpPr/>
            <p:nvPr/>
          </p:nvSpPr>
          <p:spPr>
            <a:xfrm>
              <a:off x="7569605" y="2060840"/>
              <a:ext cx="59214" cy="56907"/>
            </a:xfrm>
            <a:custGeom>
              <a:rect b="b" l="l" r="r" t="t"/>
              <a:pathLst>
                <a:path extrusionOk="0" h="2171" w="2259">
                  <a:moveTo>
                    <a:pt x="1129" y="1"/>
                  </a:moveTo>
                  <a:cubicBezTo>
                    <a:pt x="753" y="1"/>
                    <a:pt x="1" y="588"/>
                    <a:pt x="1" y="1084"/>
                  </a:cubicBezTo>
                  <a:cubicBezTo>
                    <a:pt x="1" y="1583"/>
                    <a:pt x="753" y="2170"/>
                    <a:pt x="1129" y="2170"/>
                  </a:cubicBezTo>
                  <a:cubicBezTo>
                    <a:pt x="1502" y="2170"/>
                    <a:pt x="2258" y="1583"/>
                    <a:pt x="2258" y="1084"/>
                  </a:cubicBezTo>
                  <a:cubicBezTo>
                    <a:pt x="2258" y="588"/>
                    <a:pt x="1502" y="1"/>
                    <a:pt x="1129" y="1"/>
                  </a:cubicBezTo>
                  <a:close/>
                </a:path>
              </a:pathLst>
            </a:custGeom>
            <a:solidFill>
              <a:srgbClr val="98A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9" name="Google Shape;21419;p90"/>
            <p:cNvSpPr/>
            <p:nvPr/>
          </p:nvSpPr>
          <p:spPr>
            <a:xfrm>
              <a:off x="7534035" y="2035965"/>
              <a:ext cx="23696" cy="29594"/>
            </a:xfrm>
            <a:custGeom>
              <a:rect b="b" l="l" r="r" t="t"/>
              <a:pathLst>
                <a:path extrusionOk="0" h="1129" w="904">
                  <a:moveTo>
                    <a:pt x="450" y="0"/>
                  </a:moveTo>
                  <a:cubicBezTo>
                    <a:pt x="201" y="0"/>
                    <a:pt x="0" y="204"/>
                    <a:pt x="0" y="454"/>
                  </a:cubicBezTo>
                  <a:lnTo>
                    <a:pt x="0" y="679"/>
                  </a:lnTo>
                  <a:cubicBezTo>
                    <a:pt x="0" y="928"/>
                    <a:pt x="201" y="1129"/>
                    <a:pt x="450" y="1129"/>
                  </a:cubicBezTo>
                  <a:cubicBezTo>
                    <a:pt x="700" y="1129"/>
                    <a:pt x="904" y="928"/>
                    <a:pt x="904" y="679"/>
                  </a:cubicBezTo>
                  <a:lnTo>
                    <a:pt x="904" y="454"/>
                  </a:lnTo>
                  <a:cubicBezTo>
                    <a:pt x="904" y="204"/>
                    <a:pt x="700" y="0"/>
                    <a:pt x="45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0" name="Google Shape;21420;p90"/>
            <p:cNvSpPr/>
            <p:nvPr/>
          </p:nvSpPr>
          <p:spPr>
            <a:xfrm>
              <a:off x="7640667" y="2035965"/>
              <a:ext cx="23722" cy="29594"/>
            </a:xfrm>
            <a:custGeom>
              <a:rect b="b" l="l" r="r" t="t"/>
              <a:pathLst>
                <a:path extrusionOk="0" h="1129" w="905">
                  <a:moveTo>
                    <a:pt x="451" y="0"/>
                  </a:moveTo>
                  <a:cubicBezTo>
                    <a:pt x="201" y="0"/>
                    <a:pt x="1" y="204"/>
                    <a:pt x="1" y="454"/>
                  </a:cubicBezTo>
                  <a:lnTo>
                    <a:pt x="1" y="679"/>
                  </a:lnTo>
                  <a:cubicBezTo>
                    <a:pt x="1" y="928"/>
                    <a:pt x="201" y="1129"/>
                    <a:pt x="451" y="1129"/>
                  </a:cubicBezTo>
                  <a:cubicBezTo>
                    <a:pt x="701" y="1129"/>
                    <a:pt x="904" y="928"/>
                    <a:pt x="904" y="679"/>
                  </a:cubicBezTo>
                  <a:lnTo>
                    <a:pt x="904" y="454"/>
                  </a:lnTo>
                  <a:cubicBezTo>
                    <a:pt x="904" y="204"/>
                    <a:pt x="701" y="0"/>
                    <a:pt x="45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1" name="Google Shape;21421;p90"/>
            <p:cNvSpPr/>
            <p:nvPr/>
          </p:nvSpPr>
          <p:spPr>
            <a:xfrm>
              <a:off x="7447559" y="2165140"/>
              <a:ext cx="193317" cy="166974"/>
            </a:xfrm>
            <a:custGeom>
              <a:rect b="b" l="l" r="r" t="t"/>
              <a:pathLst>
                <a:path extrusionOk="0" h="6370" w="7375">
                  <a:moveTo>
                    <a:pt x="330" y="0"/>
                  </a:moveTo>
                  <a:cubicBezTo>
                    <a:pt x="240" y="0"/>
                    <a:pt x="156" y="69"/>
                    <a:pt x="148" y="171"/>
                  </a:cubicBezTo>
                  <a:lnTo>
                    <a:pt x="148" y="213"/>
                  </a:lnTo>
                  <a:cubicBezTo>
                    <a:pt x="1" y="3434"/>
                    <a:pt x="2410" y="6282"/>
                    <a:pt x="5634" y="6367"/>
                  </a:cubicBezTo>
                  <a:cubicBezTo>
                    <a:pt x="5689" y="6369"/>
                    <a:pt x="5743" y="6369"/>
                    <a:pt x="5798" y="6369"/>
                  </a:cubicBezTo>
                  <a:cubicBezTo>
                    <a:pt x="6331" y="6369"/>
                    <a:pt x="6864" y="6292"/>
                    <a:pt x="7375" y="6142"/>
                  </a:cubicBezTo>
                  <a:cubicBezTo>
                    <a:pt x="5202" y="5495"/>
                    <a:pt x="3619" y="3529"/>
                    <a:pt x="3345" y="1219"/>
                  </a:cubicBezTo>
                  <a:lnTo>
                    <a:pt x="2279" y="153"/>
                  </a:lnTo>
                  <a:cubicBezTo>
                    <a:pt x="2244" y="118"/>
                    <a:pt x="2198" y="101"/>
                    <a:pt x="2151" y="101"/>
                  </a:cubicBezTo>
                  <a:cubicBezTo>
                    <a:pt x="2113" y="101"/>
                    <a:pt x="2075" y="112"/>
                    <a:pt x="2044" y="136"/>
                  </a:cubicBezTo>
                  <a:lnTo>
                    <a:pt x="1379" y="635"/>
                  </a:lnTo>
                  <a:cubicBezTo>
                    <a:pt x="1346" y="659"/>
                    <a:pt x="1308" y="672"/>
                    <a:pt x="1269" y="672"/>
                  </a:cubicBezTo>
                  <a:cubicBezTo>
                    <a:pt x="1229" y="672"/>
                    <a:pt x="1188" y="658"/>
                    <a:pt x="1154" y="632"/>
                  </a:cubicBezTo>
                  <a:lnTo>
                    <a:pt x="447" y="44"/>
                  </a:lnTo>
                  <a:cubicBezTo>
                    <a:pt x="412" y="14"/>
                    <a:pt x="370" y="0"/>
                    <a:pt x="33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2" name="Google Shape;21422;p90"/>
            <p:cNvSpPr/>
            <p:nvPr/>
          </p:nvSpPr>
          <p:spPr>
            <a:xfrm>
              <a:off x="7570889" y="2084536"/>
              <a:ext cx="56619" cy="33106"/>
            </a:xfrm>
            <a:custGeom>
              <a:rect b="b" l="l" r="r" t="t"/>
              <a:pathLst>
                <a:path extrusionOk="0" h="1263" w="2160">
                  <a:moveTo>
                    <a:pt x="1080" y="0"/>
                  </a:moveTo>
                  <a:cubicBezTo>
                    <a:pt x="827" y="0"/>
                    <a:pt x="465" y="102"/>
                    <a:pt x="134" y="260"/>
                  </a:cubicBezTo>
                  <a:cubicBezTo>
                    <a:pt x="75" y="292"/>
                    <a:pt x="25" y="345"/>
                    <a:pt x="1" y="408"/>
                  </a:cubicBezTo>
                  <a:cubicBezTo>
                    <a:pt x="173" y="841"/>
                    <a:pt x="764" y="1263"/>
                    <a:pt x="1084" y="1263"/>
                  </a:cubicBezTo>
                  <a:cubicBezTo>
                    <a:pt x="1400" y="1263"/>
                    <a:pt x="1988" y="844"/>
                    <a:pt x="2160" y="408"/>
                  </a:cubicBezTo>
                  <a:cubicBezTo>
                    <a:pt x="2135" y="348"/>
                    <a:pt x="2090" y="296"/>
                    <a:pt x="2030" y="264"/>
                  </a:cubicBezTo>
                  <a:cubicBezTo>
                    <a:pt x="1696" y="106"/>
                    <a:pt x="1334" y="0"/>
                    <a:pt x="108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3" name="Google Shape;21423;p90"/>
            <p:cNvSpPr/>
            <p:nvPr/>
          </p:nvSpPr>
          <p:spPr>
            <a:xfrm>
              <a:off x="7646198" y="2041495"/>
              <a:ext cx="12556" cy="12634"/>
            </a:xfrm>
            <a:custGeom>
              <a:rect b="b" l="l" r="r" t="t"/>
              <a:pathLst>
                <a:path extrusionOk="0" h="482" w="479">
                  <a:moveTo>
                    <a:pt x="240" y="0"/>
                  </a:moveTo>
                  <a:cubicBezTo>
                    <a:pt x="106" y="0"/>
                    <a:pt x="1" y="109"/>
                    <a:pt x="1" y="243"/>
                  </a:cubicBezTo>
                  <a:cubicBezTo>
                    <a:pt x="1" y="373"/>
                    <a:pt x="106" y="482"/>
                    <a:pt x="240" y="482"/>
                  </a:cubicBezTo>
                  <a:cubicBezTo>
                    <a:pt x="373" y="482"/>
                    <a:pt x="479" y="373"/>
                    <a:pt x="479" y="243"/>
                  </a:cubicBezTo>
                  <a:cubicBezTo>
                    <a:pt x="479" y="109"/>
                    <a:pt x="373" y="0"/>
                    <a:pt x="2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4" name="Google Shape;21424;p90"/>
            <p:cNvSpPr/>
            <p:nvPr/>
          </p:nvSpPr>
          <p:spPr>
            <a:xfrm>
              <a:off x="7539565" y="2041495"/>
              <a:ext cx="12556" cy="12634"/>
            </a:xfrm>
            <a:custGeom>
              <a:rect b="b" l="l" r="r" t="t"/>
              <a:pathLst>
                <a:path extrusionOk="0" h="482" w="479">
                  <a:moveTo>
                    <a:pt x="239" y="0"/>
                  </a:moveTo>
                  <a:cubicBezTo>
                    <a:pt x="109" y="0"/>
                    <a:pt x="0" y="109"/>
                    <a:pt x="0" y="243"/>
                  </a:cubicBezTo>
                  <a:cubicBezTo>
                    <a:pt x="0" y="373"/>
                    <a:pt x="109" y="482"/>
                    <a:pt x="239" y="482"/>
                  </a:cubicBezTo>
                  <a:cubicBezTo>
                    <a:pt x="373" y="482"/>
                    <a:pt x="478" y="373"/>
                    <a:pt x="478" y="243"/>
                  </a:cubicBezTo>
                  <a:cubicBezTo>
                    <a:pt x="478" y="109"/>
                    <a:pt x="373" y="0"/>
                    <a:pt x="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5" name="Google Shape;21425;p90"/>
            <p:cNvSpPr/>
            <p:nvPr/>
          </p:nvSpPr>
          <p:spPr>
            <a:xfrm>
              <a:off x="7563995" y="2055309"/>
              <a:ext cx="70354" cy="68048"/>
            </a:xfrm>
            <a:custGeom>
              <a:rect b="b" l="l" r="r" t="t"/>
              <a:pathLst>
                <a:path extrusionOk="0" h="2596" w="2684">
                  <a:moveTo>
                    <a:pt x="1340" y="423"/>
                  </a:moveTo>
                  <a:cubicBezTo>
                    <a:pt x="1449" y="423"/>
                    <a:pt x="1684" y="528"/>
                    <a:pt x="1906" y="725"/>
                  </a:cubicBezTo>
                  <a:cubicBezTo>
                    <a:pt x="2078" y="876"/>
                    <a:pt x="2198" y="1045"/>
                    <a:pt x="2244" y="1189"/>
                  </a:cubicBezTo>
                  <a:cubicBezTo>
                    <a:pt x="1952" y="1020"/>
                    <a:pt x="1582" y="904"/>
                    <a:pt x="1340" y="904"/>
                  </a:cubicBezTo>
                  <a:cubicBezTo>
                    <a:pt x="1101" y="904"/>
                    <a:pt x="728" y="1017"/>
                    <a:pt x="440" y="1189"/>
                  </a:cubicBezTo>
                  <a:cubicBezTo>
                    <a:pt x="485" y="1045"/>
                    <a:pt x="605" y="876"/>
                    <a:pt x="777" y="725"/>
                  </a:cubicBezTo>
                  <a:cubicBezTo>
                    <a:pt x="995" y="528"/>
                    <a:pt x="1231" y="423"/>
                    <a:pt x="1340" y="423"/>
                  </a:cubicBezTo>
                  <a:close/>
                  <a:moveTo>
                    <a:pt x="1343" y="1326"/>
                  </a:moveTo>
                  <a:cubicBezTo>
                    <a:pt x="1558" y="1326"/>
                    <a:pt x="1927" y="1470"/>
                    <a:pt x="2135" y="1622"/>
                  </a:cubicBezTo>
                  <a:cubicBezTo>
                    <a:pt x="2068" y="1713"/>
                    <a:pt x="1990" y="1794"/>
                    <a:pt x="1906" y="1868"/>
                  </a:cubicBezTo>
                  <a:cubicBezTo>
                    <a:pt x="1684" y="2065"/>
                    <a:pt x="1449" y="2170"/>
                    <a:pt x="1340" y="2170"/>
                  </a:cubicBezTo>
                  <a:cubicBezTo>
                    <a:pt x="1231" y="2170"/>
                    <a:pt x="995" y="2065"/>
                    <a:pt x="774" y="1868"/>
                  </a:cubicBezTo>
                  <a:cubicBezTo>
                    <a:pt x="689" y="1794"/>
                    <a:pt x="615" y="1710"/>
                    <a:pt x="552" y="1622"/>
                  </a:cubicBezTo>
                  <a:cubicBezTo>
                    <a:pt x="763" y="1463"/>
                    <a:pt x="1139" y="1326"/>
                    <a:pt x="1343" y="1326"/>
                  </a:cubicBezTo>
                  <a:close/>
                  <a:moveTo>
                    <a:pt x="1343" y="1"/>
                  </a:moveTo>
                  <a:cubicBezTo>
                    <a:pt x="872" y="1"/>
                    <a:pt x="0" y="669"/>
                    <a:pt x="0" y="1298"/>
                  </a:cubicBezTo>
                  <a:cubicBezTo>
                    <a:pt x="0" y="1928"/>
                    <a:pt x="872" y="2596"/>
                    <a:pt x="1343" y="2596"/>
                  </a:cubicBezTo>
                  <a:cubicBezTo>
                    <a:pt x="1811" y="2596"/>
                    <a:pt x="2683" y="1928"/>
                    <a:pt x="2683" y="1298"/>
                  </a:cubicBezTo>
                  <a:cubicBezTo>
                    <a:pt x="2683" y="669"/>
                    <a:pt x="1811" y="1"/>
                    <a:pt x="13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6" name="Google Shape;21426;p90"/>
            <p:cNvSpPr/>
            <p:nvPr/>
          </p:nvSpPr>
          <p:spPr>
            <a:xfrm>
              <a:off x="7528504" y="2030434"/>
              <a:ext cx="34758" cy="40656"/>
            </a:xfrm>
            <a:custGeom>
              <a:rect b="b" l="l" r="r" t="t"/>
              <a:pathLst>
                <a:path extrusionOk="0" h="1551" w="1326">
                  <a:moveTo>
                    <a:pt x="663" y="422"/>
                  </a:moveTo>
                  <a:cubicBezTo>
                    <a:pt x="784" y="422"/>
                    <a:pt x="904" y="503"/>
                    <a:pt x="904" y="665"/>
                  </a:cubicBezTo>
                  <a:lnTo>
                    <a:pt x="904" y="890"/>
                  </a:lnTo>
                  <a:cubicBezTo>
                    <a:pt x="904" y="1023"/>
                    <a:pt x="795" y="1129"/>
                    <a:pt x="661" y="1129"/>
                  </a:cubicBezTo>
                  <a:cubicBezTo>
                    <a:pt x="531" y="1129"/>
                    <a:pt x="422" y="1023"/>
                    <a:pt x="422" y="890"/>
                  </a:cubicBezTo>
                  <a:lnTo>
                    <a:pt x="422" y="665"/>
                  </a:lnTo>
                  <a:cubicBezTo>
                    <a:pt x="422" y="503"/>
                    <a:pt x="543" y="422"/>
                    <a:pt x="663" y="422"/>
                  </a:cubicBezTo>
                  <a:close/>
                  <a:moveTo>
                    <a:pt x="661" y="0"/>
                  </a:moveTo>
                  <a:cubicBezTo>
                    <a:pt x="296" y="0"/>
                    <a:pt x="0" y="299"/>
                    <a:pt x="0" y="665"/>
                  </a:cubicBezTo>
                  <a:lnTo>
                    <a:pt x="0" y="890"/>
                  </a:lnTo>
                  <a:cubicBezTo>
                    <a:pt x="0" y="1255"/>
                    <a:pt x="296" y="1551"/>
                    <a:pt x="661" y="1551"/>
                  </a:cubicBezTo>
                  <a:cubicBezTo>
                    <a:pt x="1031" y="1551"/>
                    <a:pt x="1326" y="1255"/>
                    <a:pt x="1326" y="890"/>
                  </a:cubicBezTo>
                  <a:lnTo>
                    <a:pt x="1326" y="665"/>
                  </a:lnTo>
                  <a:cubicBezTo>
                    <a:pt x="1326" y="299"/>
                    <a:pt x="1027" y="0"/>
                    <a:pt x="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7" name="Google Shape;21427;p90"/>
            <p:cNvSpPr/>
            <p:nvPr/>
          </p:nvSpPr>
          <p:spPr>
            <a:xfrm>
              <a:off x="7635057" y="2030434"/>
              <a:ext cx="34863" cy="40656"/>
            </a:xfrm>
            <a:custGeom>
              <a:rect b="b" l="l" r="r" t="t"/>
              <a:pathLst>
                <a:path extrusionOk="0" h="1551" w="1330">
                  <a:moveTo>
                    <a:pt x="665" y="422"/>
                  </a:moveTo>
                  <a:cubicBezTo>
                    <a:pt x="784" y="422"/>
                    <a:pt x="904" y="503"/>
                    <a:pt x="904" y="665"/>
                  </a:cubicBezTo>
                  <a:lnTo>
                    <a:pt x="904" y="890"/>
                  </a:lnTo>
                  <a:cubicBezTo>
                    <a:pt x="904" y="1023"/>
                    <a:pt x="798" y="1129"/>
                    <a:pt x="665" y="1129"/>
                  </a:cubicBezTo>
                  <a:cubicBezTo>
                    <a:pt x="531" y="1129"/>
                    <a:pt x="426" y="1023"/>
                    <a:pt x="426" y="890"/>
                  </a:cubicBezTo>
                  <a:lnTo>
                    <a:pt x="426" y="665"/>
                  </a:lnTo>
                  <a:cubicBezTo>
                    <a:pt x="426" y="503"/>
                    <a:pt x="545" y="422"/>
                    <a:pt x="665" y="422"/>
                  </a:cubicBezTo>
                  <a:close/>
                  <a:moveTo>
                    <a:pt x="665" y="0"/>
                  </a:moveTo>
                  <a:cubicBezTo>
                    <a:pt x="299" y="0"/>
                    <a:pt x="4" y="299"/>
                    <a:pt x="0" y="665"/>
                  </a:cubicBezTo>
                  <a:lnTo>
                    <a:pt x="0" y="890"/>
                  </a:lnTo>
                  <a:cubicBezTo>
                    <a:pt x="0" y="1255"/>
                    <a:pt x="299" y="1551"/>
                    <a:pt x="665" y="1551"/>
                  </a:cubicBezTo>
                  <a:cubicBezTo>
                    <a:pt x="1031" y="1551"/>
                    <a:pt x="1329" y="1255"/>
                    <a:pt x="1329" y="890"/>
                  </a:cubicBezTo>
                  <a:lnTo>
                    <a:pt x="1329" y="665"/>
                  </a:lnTo>
                  <a:cubicBezTo>
                    <a:pt x="1326" y="299"/>
                    <a:pt x="1031" y="0"/>
                    <a:pt x="6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8" name="Google Shape;21428;p90"/>
            <p:cNvSpPr/>
            <p:nvPr/>
          </p:nvSpPr>
          <p:spPr>
            <a:xfrm>
              <a:off x="7401661" y="1959345"/>
              <a:ext cx="394996" cy="378325"/>
            </a:xfrm>
            <a:custGeom>
              <a:rect b="b" l="l" r="r" t="t"/>
              <a:pathLst>
                <a:path extrusionOk="0" h="14433" w="15069">
                  <a:moveTo>
                    <a:pt x="778" y="3338"/>
                  </a:moveTo>
                  <a:lnTo>
                    <a:pt x="778" y="3338"/>
                  </a:lnTo>
                  <a:cubicBezTo>
                    <a:pt x="1892" y="4284"/>
                    <a:pt x="3085" y="4833"/>
                    <a:pt x="3591" y="5036"/>
                  </a:cubicBezTo>
                  <a:cubicBezTo>
                    <a:pt x="3524" y="5226"/>
                    <a:pt x="3433" y="5406"/>
                    <a:pt x="3317" y="5571"/>
                  </a:cubicBezTo>
                  <a:cubicBezTo>
                    <a:pt x="3176" y="5764"/>
                    <a:pt x="3053" y="5965"/>
                    <a:pt x="2944" y="6176"/>
                  </a:cubicBezTo>
                  <a:cubicBezTo>
                    <a:pt x="2153" y="6172"/>
                    <a:pt x="1565" y="5944"/>
                    <a:pt x="1203" y="5490"/>
                  </a:cubicBezTo>
                  <a:cubicBezTo>
                    <a:pt x="679" y="4836"/>
                    <a:pt x="714" y="3858"/>
                    <a:pt x="778" y="3338"/>
                  </a:cubicBezTo>
                  <a:close/>
                  <a:moveTo>
                    <a:pt x="7537" y="426"/>
                  </a:moveTo>
                  <a:cubicBezTo>
                    <a:pt x="7562" y="426"/>
                    <a:pt x="7588" y="426"/>
                    <a:pt x="7614" y="426"/>
                  </a:cubicBezTo>
                  <a:cubicBezTo>
                    <a:pt x="9266" y="462"/>
                    <a:pt x="10684" y="1724"/>
                    <a:pt x="10909" y="3366"/>
                  </a:cubicBezTo>
                  <a:cubicBezTo>
                    <a:pt x="10944" y="3616"/>
                    <a:pt x="10951" y="3865"/>
                    <a:pt x="10930" y="4119"/>
                  </a:cubicBezTo>
                  <a:cubicBezTo>
                    <a:pt x="10895" y="4572"/>
                    <a:pt x="10982" y="5029"/>
                    <a:pt x="11190" y="5437"/>
                  </a:cubicBezTo>
                  <a:cubicBezTo>
                    <a:pt x="11231" y="5521"/>
                    <a:pt x="11300" y="5555"/>
                    <a:pt x="11370" y="5555"/>
                  </a:cubicBezTo>
                  <a:cubicBezTo>
                    <a:pt x="11508" y="5555"/>
                    <a:pt x="11648" y="5416"/>
                    <a:pt x="11566" y="5247"/>
                  </a:cubicBezTo>
                  <a:cubicBezTo>
                    <a:pt x="11535" y="5181"/>
                    <a:pt x="11503" y="5110"/>
                    <a:pt x="11478" y="5040"/>
                  </a:cubicBezTo>
                  <a:cubicBezTo>
                    <a:pt x="11981" y="4836"/>
                    <a:pt x="13177" y="4287"/>
                    <a:pt x="14295" y="3338"/>
                  </a:cubicBezTo>
                  <a:lnTo>
                    <a:pt x="14295" y="3338"/>
                  </a:lnTo>
                  <a:cubicBezTo>
                    <a:pt x="14358" y="3855"/>
                    <a:pt x="14393" y="4833"/>
                    <a:pt x="13869" y="5490"/>
                  </a:cubicBezTo>
                  <a:cubicBezTo>
                    <a:pt x="13504" y="5944"/>
                    <a:pt x="12920" y="6176"/>
                    <a:pt x="12129" y="6176"/>
                  </a:cubicBezTo>
                  <a:cubicBezTo>
                    <a:pt x="12094" y="6109"/>
                    <a:pt x="12058" y="6042"/>
                    <a:pt x="12023" y="5982"/>
                  </a:cubicBezTo>
                  <a:cubicBezTo>
                    <a:pt x="11980" y="5901"/>
                    <a:pt x="11912" y="5868"/>
                    <a:pt x="11845" y="5868"/>
                  </a:cubicBezTo>
                  <a:cubicBezTo>
                    <a:pt x="11698" y="5868"/>
                    <a:pt x="11552" y="6025"/>
                    <a:pt x="11658" y="6193"/>
                  </a:cubicBezTo>
                  <a:cubicBezTo>
                    <a:pt x="12034" y="6847"/>
                    <a:pt x="12248" y="7579"/>
                    <a:pt x="12287" y="8331"/>
                  </a:cubicBezTo>
                  <a:lnTo>
                    <a:pt x="11390" y="8781"/>
                  </a:lnTo>
                  <a:lnTo>
                    <a:pt x="10139" y="7945"/>
                  </a:lnTo>
                  <a:cubicBezTo>
                    <a:pt x="10103" y="7921"/>
                    <a:pt x="10062" y="7909"/>
                    <a:pt x="10021" y="7909"/>
                  </a:cubicBezTo>
                  <a:cubicBezTo>
                    <a:pt x="9966" y="7909"/>
                    <a:pt x="9912" y="7930"/>
                    <a:pt x="9871" y="7973"/>
                  </a:cubicBezTo>
                  <a:lnTo>
                    <a:pt x="9643" y="8198"/>
                  </a:lnTo>
                  <a:cubicBezTo>
                    <a:pt x="9499" y="8352"/>
                    <a:pt x="9637" y="8559"/>
                    <a:pt x="9798" y="8559"/>
                  </a:cubicBezTo>
                  <a:cubicBezTo>
                    <a:pt x="9846" y="8559"/>
                    <a:pt x="9896" y="8540"/>
                    <a:pt x="9942" y="8497"/>
                  </a:cubicBezTo>
                  <a:lnTo>
                    <a:pt x="10047" y="8395"/>
                  </a:lnTo>
                  <a:lnTo>
                    <a:pt x="11260" y="9200"/>
                  </a:lnTo>
                  <a:cubicBezTo>
                    <a:pt x="11296" y="9224"/>
                    <a:pt x="11337" y="9235"/>
                    <a:pt x="11378" y="9235"/>
                  </a:cubicBezTo>
                  <a:cubicBezTo>
                    <a:pt x="11410" y="9235"/>
                    <a:pt x="11442" y="9228"/>
                    <a:pt x="11471" y="9214"/>
                  </a:cubicBezTo>
                  <a:lnTo>
                    <a:pt x="12973" y="8461"/>
                  </a:lnTo>
                  <a:lnTo>
                    <a:pt x="12973" y="8570"/>
                  </a:lnTo>
                  <a:cubicBezTo>
                    <a:pt x="12973" y="11577"/>
                    <a:pt x="10536" y="14010"/>
                    <a:pt x="7533" y="14010"/>
                  </a:cubicBezTo>
                  <a:cubicBezTo>
                    <a:pt x="4530" y="14010"/>
                    <a:pt x="2096" y="11577"/>
                    <a:pt x="2096" y="8570"/>
                  </a:cubicBezTo>
                  <a:cubicBezTo>
                    <a:pt x="2096" y="8416"/>
                    <a:pt x="2100" y="8254"/>
                    <a:pt x="2107" y="8096"/>
                  </a:cubicBezTo>
                  <a:lnTo>
                    <a:pt x="2881" y="8736"/>
                  </a:lnTo>
                  <a:cubicBezTo>
                    <a:pt x="2921" y="8769"/>
                    <a:pt x="2970" y="8786"/>
                    <a:pt x="3018" y="8786"/>
                  </a:cubicBezTo>
                  <a:cubicBezTo>
                    <a:pt x="3063" y="8786"/>
                    <a:pt x="3107" y="8771"/>
                    <a:pt x="3144" y="8743"/>
                  </a:cubicBezTo>
                  <a:lnTo>
                    <a:pt x="3900" y="8173"/>
                  </a:lnTo>
                  <a:lnTo>
                    <a:pt x="5616" y="9889"/>
                  </a:lnTo>
                  <a:cubicBezTo>
                    <a:pt x="5657" y="9930"/>
                    <a:pt x="5711" y="9950"/>
                    <a:pt x="5764" y="9950"/>
                  </a:cubicBezTo>
                  <a:cubicBezTo>
                    <a:pt x="5820" y="9950"/>
                    <a:pt x="5877" y="9927"/>
                    <a:pt x="5919" y="9882"/>
                  </a:cubicBezTo>
                  <a:lnTo>
                    <a:pt x="7086" y="8648"/>
                  </a:lnTo>
                  <a:lnTo>
                    <a:pt x="8289" y="9850"/>
                  </a:lnTo>
                  <a:cubicBezTo>
                    <a:pt x="8331" y="9891"/>
                    <a:pt x="8386" y="9911"/>
                    <a:pt x="8440" y="9911"/>
                  </a:cubicBezTo>
                  <a:cubicBezTo>
                    <a:pt x="8494" y="9911"/>
                    <a:pt x="8547" y="9891"/>
                    <a:pt x="8588" y="9850"/>
                  </a:cubicBezTo>
                  <a:lnTo>
                    <a:pt x="9266" y="9172"/>
                  </a:lnTo>
                  <a:cubicBezTo>
                    <a:pt x="9428" y="9019"/>
                    <a:pt x="9285" y="8802"/>
                    <a:pt x="9120" y="8802"/>
                  </a:cubicBezTo>
                  <a:cubicBezTo>
                    <a:pt x="9068" y="8802"/>
                    <a:pt x="9015" y="8823"/>
                    <a:pt x="8968" y="8873"/>
                  </a:cubicBezTo>
                  <a:lnTo>
                    <a:pt x="8440" y="9400"/>
                  </a:lnTo>
                  <a:lnTo>
                    <a:pt x="7234" y="8198"/>
                  </a:lnTo>
                  <a:cubicBezTo>
                    <a:pt x="7192" y="8156"/>
                    <a:pt x="7135" y="8134"/>
                    <a:pt x="7079" y="8134"/>
                  </a:cubicBezTo>
                  <a:cubicBezTo>
                    <a:pt x="7023" y="8134"/>
                    <a:pt x="6967" y="8159"/>
                    <a:pt x="6928" y="8201"/>
                  </a:cubicBezTo>
                  <a:lnTo>
                    <a:pt x="5761" y="9436"/>
                  </a:lnTo>
                  <a:lnTo>
                    <a:pt x="4069" y="7744"/>
                  </a:lnTo>
                  <a:cubicBezTo>
                    <a:pt x="4027" y="7704"/>
                    <a:pt x="3973" y="7683"/>
                    <a:pt x="3920" y="7683"/>
                  </a:cubicBezTo>
                  <a:cubicBezTo>
                    <a:pt x="3875" y="7683"/>
                    <a:pt x="3830" y="7698"/>
                    <a:pt x="3791" y="7727"/>
                  </a:cubicBezTo>
                  <a:lnTo>
                    <a:pt x="3021" y="8303"/>
                  </a:lnTo>
                  <a:lnTo>
                    <a:pt x="2796" y="8117"/>
                  </a:lnTo>
                  <a:cubicBezTo>
                    <a:pt x="2877" y="7287"/>
                    <a:pt x="3172" y="6492"/>
                    <a:pt x="3658" y="5817"/>
                  </a:cubicBezTo>
                  <a:cubicBezTo>
                    <a:pt x="4016" y="5311"/>
                    <a:pt x="4182" y="4702"/>
                    <a:pt x="4143" y="4052"/>
                  </a:cubicBezTo>
                  <a:cubicBezTo>
                    <a:pt x="4136" y="3978"/>
                    <a:pt x="4132" y="3904"/>
                    <a:pt x="4132" y="3830"/>
                  </a:cubicBezTo>
                  <a:cubicBezTo>
                    <a:pt x="4132" y="1947"/>
                    <a:pt x="5662" y="426"/>
                    <a:pt x="7537" y="426"/>
                  </a:cubicBezTo>
                  <a:close/>
                  <a:moveTo>
                    <a:pt x="7534" y="0"/>
                  </a:moveTo>
                  <a:cubicBezTo>
                    <a:pt x="5427" y="0"/>
                    <a:pt x="3707" y="1706"/>
                    <a:pt x="3707" y="3827"/>
                  </a:cubicBezTo>
                  <a:cubicBezTo>
                    <a:pt x="3707" y="3911"/>
                    <a:pt x="3710" y="3996"/>
                    <a:pt x="3714" y="4076"/>
                  </a:cubicBezTo>
                  <a:cubicBezTo>
                    <a:pt x="3728" y="4259"/>
                    <a:pt x="3721" y="4439"/>
                    <a:pt x="3693" y="4618"/>
                  </a:cubicBezTo>
                  <a:cubicBezTo>
                    <a:pt x="3134" y="4386"/>
                    <a:pt x="1878" y="3792"/>
                    <a:pt x="778" y="2768"/>
                  </a:cubicBezTo>
                  <a:cubicBezTo>
                    <a:pt x="735" y="2728"/>
                    <a:pt x="684" y="2710"/>
                    <a:pt x="633" y="2710"/>
                  </a:cubicBezTo>
                  <a:cubicBezTo>
                    <a:pt x="540" y="2710"/>
                    <a:pt x="451" y="2771"/>
                    <a:pt x="426" y="2870"/>
                  </a:cubicBezTo>
                  <a:cubicBezTo>
                    <a:pt x="408" y="2944"/>
                    <a:pt x="1" y="4664"/>
                    <a:pt x="869" y="5750"/>
                  </a:cubicBezTo>
                  <a:cubicBezTo>
                    <a:pt x="1284" y="6271"/>
                    <a:pt x="1914" y="6552"/>
                    <a:pt x="2743" y="6591"/>
                  </a:cubicBezTo>
                  <a:cubicBezTo>
                    <a:pt x="2582" y="6978"/>
                    <a:pt x="2469" y="7382"/>
                    <a:pt x="2409" y="7797"/>
                  </a:cubicBezTo>
                  <a:lnTo>
                    <a:pt x="2058" y="7505"/>
                  </a:lnTo>
                  <a:cubicBezTo>
                    <a:pt x="2016" y="7471"/>
                    <a:pt x="1968" y="7455"/>
                    <a:pt x="1921" y="7455"/>
                  </a:cubicBezTo>
                  <a:cubicBezTo>
                    <a:pt x="1817" y="7455"/>
                    <a:pt x="1719" y="7531"/>
                    <a:pt x="1710" y="7649"/>
                  </a:cubicBezTo>
                  <a:cubicBezTo>
                    <a:pt x="1685" y="7955"/>
                    <a:pt x="1674" y="8265"/>
                    <a:pt x="1674" y="8570"/>
                  </a:cubicBezTo>
                  <a:cubicBezTo>
                    <a:pt x="1674" y="11802"/>
                    <a:pt x="4301" y="14432"/>
                    <a:pt x="7533" y="14432"/>
                  </a:cubicBezTo>
                  <a:cubicBezTo>
                    <a:pt x="10764" y="14432"/>
                    <a:pt x="13395" y="11802"/>
                    <a:pt x="13395" y="8570"/>
                  </a:cubicBezTo>
                  <a:cubicBezTo>
                    <a:pt x="13395" y="8419"/>
                    <a:pt x="13391" y="8265"/>
                    <a:pt x="13384" y="8110"/>
                  </a:cubicBezTo>
                  <a:cubicBezTo>
                    <a:pt x="13379" y="7988"/>
                    <a:pt x="13279" y="7907"/>
                    <a:pt x="13173" y="7907"/>
                  </a:cubicBezTo>
                  <a:cubicBezTo>
                    <a:pt x="13129" y="7907"/>
                    <a:pt x="13083" y="7921"/>
                    <a:pt x="13043" y="7952"/>
                  </a:cubicBezTo>
                  <a:lnTo>
                    <a:pt x="12695" y="8127"/>
                  </a:lnTo>
                  <a:cubicBezTo>
                    <a:pt x="12649" y="7600"/>
                    <a:pt x="12526" y="7080"/>
                    <a:pt x="12322" y="6591"/>
                  </a:cubicBezTo>
                  <a:cubicBezTo>
                    <a:pt x="13152" y="6552"/>
                    <a:pt x="13782" y="6271"/>
                    <a:pt x="14196" y="5754"/>
                  </a:cubicBezTo>
                  <a:cubicBezTo>
                    <a:pt x="15069" y="4664"/>
                    <a:pt x="14661" y="2944"/>
                    <a:pt x="14640" y="2874"/>
                  </a:cubicBezTo>
                  <a:cubicBezTo>
                    <a:pt x="14615" y="2772"/>
                    <a:pt x="14525" y="2712"/>
                    <a:pt x="14433" y="2712"/>
                  </a:cubicBezTo>
                  <a:cubicBezTo>
                    <a:pt x="14383" y="2712"/>
                    <a:pt x="14332" y="2730"/>
                    <a:pt x="14291" y="2768"/>
                  </a:cubicBezTo>
                  <a:cubicBezTo>
                    <a:pt x="13184" y="3799"/>
                    <a:pt x="11918" y="4396"/>
                    <a:pt x="11366" y="4625"/>
                  </a:cubicBezTo>
                  <a:cubicBezTo>
                    <a:pt x="11341" y="4467"/>
                    <a:pt x="11334" y="4309"/>
                    <a:pt x="11348" y="4154"/>
                  </a:cubicBezTo>
                  <a:cubicBezTo>
                    <a:pt x="11373" y="3869"/>
                    <a:pt x="11366" y="3588"/>
                    <a:pt x="11327" y="3306"/>
                  </a:cubicBezTo>
                  <a:cubicBezTo>
                    <a:pt x="11070" y="1460"/>
                    <a:pt x="9477" y="40"/>
                    <a:pt x="7617" y="1"/>
                  </a:cubicBezTo>
                  <a:cubicBezTo>
                    <a:pt x="7589" y="0"/>
                    <a:pt x="7562" y="0"/>
                    <a:pt x="75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9" name="Google Shape;21429;p90"/>
          <p:cNvGrpSpPr/>
          <p:nvPr/>
        </p:nvGrpSpPr>
        <p:grpSpPr>
          <a:xfrm>
            <a:off x="6569336" y="3348136"/>
            <a:ext cx="387893" cy="360972"/>
            <a:chOff x="6569336" y="3348136"/>
            <a:chExt cx="387893" cy="360972"/>
          </a:xfrm>
        </p:grpSpPr>
        <p:sp>
          <p:nvSpPr>
            <p:cNvPr id="21430" name="Google Shape;21430;p90"/>
            <p:cNvSpPr/>
            <p:nvPr/>
          </p:nvSpPr>
          <p:spPr>
            <a:xfrm>
              <a:off x="6595601" y="3353405"/>
              <a:ext cx="350461" cy="350382"/>
            </a:xfrm>
            <a:custGeom>
              <a:rect b="b" l="l" r="r" t="t"/>
              <a:pathLst>
                <a:path extrusionOk="0" h="13367" w="13370">
                  <a:moveTo>
                    <a:pt x="6685" y="1"/>
                  </a:moveTo>
                  <a:cubicBezTo>
                    <a:pt x="2993" y="1"/>
                    <a:pt x="0" y="2993"/>
                    <a:pt x="0" y="6685"/>
                  </a:cubicBezTo>
                  <a:cubicBezTo>
                    <a:pt x="0" y="10374"/>
                    <a:pt x="2993" y="13367"/>
                    <a:pt x="6685" y="13367"/>
                  </a:cubicBezTo>
                  <a:cubicBezTo>
                    <a:pt x="10377" y="13367"/>
                    <a:pt x="13370" y="10374"/>
                    <a:pt x="13370" y="6685"/>
                  </a:cubicBezTo>
                  <a:cubicBezTo>
                    <a:pt x="13370" y="2993"/>
                    <a:pt x="10377" y="1"/>
                    <a:pt x="6685"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1" name="Google Shape;21431;p90"/>
            <p:cNvSpPr/>
            <p:nvPr/>
          </p:nvSpPr>
          <p:spPr>
            <a:xfrm>
              <a:off x="6590516" y="3379408"/>
              <a:ext cx="329570" cy="324380"/>
            </a:xfrm>
            <a:custGeom>
              <a:rect b="b" l="l" r="r" t="t"/>
              <a:pathLst>
                <a:path extrusionOk="0" h="12375" w="12573">
                  <a:moveTo>
                    <a:pt x="3377" y="0"/>
                  </a:moveTo>
                  <a:cubicBezTo>
                    <a:pt x="1636" y="1069"/>
                    <a:pt x="479" y="2880"/>
                    <a:pt x="240" y="4913"/>
                  </a:cubicBezTo>
                  <a:cubicBezTo>
                    <a:pt x="1" y="6942"/>
                    <a:pt x="708" y="8971"/>
                    <a:pt x="2153" y="10419"/>
                  </a:cubicBezTo>
                  <a:cubicBezTo>
                    <a:pt x="3412" y="11679"/>
                    <a:pt x="5115" y="12375"/>
                    <a:pt x="6877" y="12375"/>
                  </a:cubicBezTo>
                  <a:cubicBezTo>
                    <a:pt x="7137" y="12375"/>
                    <a:pt x="7398" y="12360"/>
                    <a:pt x="7660" y="12329"/>
                  </a:cubicBezTo>
                  <a:cubicBezTo>
                    <a:pt x="9689" y="12090"/>
                    <a:pt x="11500" y="10936"/>
                    <a:pt x="12572" y="9192"/>
                  </a:cubicBezTo>
                  <a:lnTo>
                    <a:pt x="12572" y="9192"/>
                  </a:lnTo>
                  <a:cubicBezTo>
                    <a:pt x="11526" y="9839"/>
                    <a:pt x="10320" y="10184"/>
                    <a:pt x="9089" y="10184"/>
                  </a:cubicBezTo>
                  <a:cubicBezTo>
                    <a:pt x="9082" y="10184"/>
                    <a:pt x="9076" y="10184"/>
                    <a:pt x="9070" y="10184"/>
                  </a:cubicBezTo>
                  <a:cubicBezTo>
                    <a:pt x="6650" y="10184"/>
                    <a:pt x="4418" y="8876"/>
                    <a:pt x="3236" y="6762"/>
                  </a:cubicBezTo>
                  <a:cubicBezTo>
                    <a:pt x="2054" y="4649"/>
                    <a:pt x="2111" y="2061"/>
                    <a:pt x="3377"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2" name="Google Shape;21432;p90"/>
            <p:cNvSpPr/>
            <p:nvPr/>
          </p:nvSpPr>
          <p:spPr>
            <a:xfrm>
              <a:off x="6780504" y="3544337"/>
              <a:ext cx="32477" cy="24142"/>
            </a:xfrm>
            <a:custGeom>
              <a:rect b="b" l="l" r="r" t="t"/>
              <a:pathLst>
                <a:path extrusionOk="0" h="921" w="1239">
                  <a:moveTo>
                    <a:pt x="412" y="0"/>
                  </a:moveTo>
                  <a:cubicBezTo>
                    <a:pt x="325" y="0"/>
                    <a:pt x="246" y="51"/>
                    <a:pt x="211" y="129"/>
                  </a:cubicBezTo>
                  <a:lnTo>
                    <a:pt x="32" y="541"/>
                  </a:lnTo>
                  <a:cubicBezTo>
                    <a:pt x="0" y="614"/>
                    <a:pt x="35" y="699"/>
                    <a:pt x="113" y="731"/>
                  </a:cubicBezTo>
                  <a:lnTo>
                    <a:pt x="595" y="906"/>
                  </a:lnTo>
                  <a:cubicBezTo>
                    <a:pt x="619" y="916"/>
                    <a:pt x="644" y="921"/>
                    <a:pt x="670" y="921"/>
                  </a:cubicBezTo>
                  <a:cubicBezTo>
                    <a:pt x="735" y="921"/>
                    <a:pt x="800" y="889"/>
                    <a:pt x="841" y="836"/>
                  </a:cubicBezTo>
                  <a:lnTo>
                    <a:pt x="1140" y="439"/>
                  </a:lnTo>
                  <a:cubicBezTo>
                    <a:pt x="1238" y="312"/>
                    <a:pt x="1164" y="126"/>
                    <a:pt x="1006" y="98"/>
                  </a:cubicBezTo>
                  <a:lnTo>
                    <a:pt x="443" y="3"/>
                  </a:lnTo>
                  <a:cubicBezTo>
                    <a:pt x="433" y="1"/>
                    <a:pt x="422" y="0"/>
                    <a:pt x="412"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3" name="Google Shape;21433;p90"/>
            <p:cNvSpPr/>
            <p:nvPr/>
          </p:nvSpPr>
          <p:spPr>
            <a:xfrm>
              <a:off x="6834135" y="3547325"/>
              <a:ext cx="38113" cy="22333"/>
            </a:xfrm>
            <a:custGeom>
              <a:rect b="b" l="l" r="r" t="t"/>
              <a:pathLst>
                <a:path extrusionOk="0" h="852" w="1454">
                  <a:moveTo>
                    <a:pt x="712" y="1"/>
                  </a:moveTo>
                  <a:cubicBezTo>
                    <a:pt x="651" y="1"/>
                    <a:pt x="589" y="13"/>
                    <a:pt x="532" y="40"/>
                  </a:cubicBezTo>
                  <a:lnTo>
                    <a:pt x="110" y="233"/>
                  </a:lnTo>
                  <a:cubicBezTo>
                    <a:pt x="1" y="286"/>
                    <a:pt x="1" y="444"/>
                    <a:pt x="113" y="493"/>
                  </a:cubicBezTo>
                  <a:lnTo>
                    <a:pt x="817" y="813"/>
                  </a:lnTo>
                  <a:cubicBezTo>
                    <a:pt x="874" y="839"/>
                    <a:pt x="934" y="851"/>
                    <a:pt x="995" y="851"/>
                  </a:cubicBezTo>
                  <a:cubicBezTo>
                    <a:pt x="1069" y="851"/>
                    <a:pt x="1143" y="833"/>
                    <a:pt x="1210" y="796"/>
                  </a:cubicBezTo>
                  <a:lnTo>
                    <a:pt x="1358" y="711"/>
                  </a:lnTo>
                  <a:cubicBezTo>
                    <a:pt x="1439" y="662"/>
                    <a:pt x="1453" y="550"/>
                    <a:pt x="1386" y="483"/>
                  </a:cubicBezTo>
                  <a:lnTo>
                    <a:pt x="1014" y="124"/>
                  </a:lnTo>
                  <a:cubicBezTo>
                    <a:pt x="932" y="43"/>
                    <a:pt x="823" y="1"/>
                    <a:pt x="71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4" name="Google Shape;21434;p90"/>
            <p:cNvSpPr/>
            <p:nvPr/>
          </p:nvSpPr>
          <p:spPr>
            <a:xfrm>
              <a:off x="6782548" y="3585517"/>
              <a:ext cx="92085" cy="65269"/>
            </a:xfrm>
            <a:custGeom>
              <a:rect b="b" l="l" r="r" t="t"/>
              <a:pathLst>
                <a:path extrusionOk="0" h="2490" w="3513">
                  <a:moveTo>
                    <a:pt x="1951" y="1"/>
                  </a:moveTo>
                  <a:cubicBezTo>
                    <a:pt x="1907" y="1"/>
                    <a:pt x="1863" y="13"/>
                    <a:pt x="1825" y="39"/>
                  </a:cubicBezTo>
                  <a:lnTo>
                    <a:pt x="829" y="742"/>
                  </a:lnTo>
                  <a:lnTo>
                    <a:pt x="400" y="826"/>
                  </a:lnTo>
                  <a:cubicBezTo>
                    <a:pt x="207" y="861"/>
                    <a:pt x="63" y="1023"/>
                    <a:pt x="49" y="1217"/>
                  </a:cubicBezTo>
                  <a:lnTo>
                    <a:pt x="14" y="1712"/>
                  </a:lnTo>
                  <a:cubicBezTo>
                    <a:pt x="0" y="1921"/>
                    <a:pt x="163" y="2093"/>
                    <a:pt x="367" y="2093"/>
                  </a:cubicBezTo>
                  <a:cubicBezTo>
                    <a:pt x="377" y="2093"/>
                    <a:pt x="387" y="2093"/>
                    <a:pt x="397" y="2092"/>
                  </a:cubicBezTo>
                  <a:lnTo>
                    <a:pt x="1979" y="1966"/>
                  </a:lnTo>
                  <a:lnTo>
                    <a:pt x="2356" y="2412"/>
                  </a:lnTo>
                  <a:cubicBezTo>
                    <a:pt x="2399" y="2464"/>
                    <a:pt x="2459" y="2489"/>
                    <a:pt x="2520" y="2489"/>
                  </a:cubicBezTo>
                  <a:cubicBezTo>
                    <a:pt x="2587" y="2489"/>
                    <a:pt x="2654" y="2458"/>
                    <a:pt x="2697" y="2395"/>
                  </a:cubicBezTo>
                  <a:lnTo>
                    <a:pt x="3467" y="1273"/>
                  </a:lnTo>
                  <a:cubicBezTo>
                    <a:pt x="3502" y="1220"/>
                    <a:pt x="3513" y="1153"/>
                    <a:pt x="3498" y="1094"/>
                  </a:cubicBezTo>
                  <a:lnTo>
                    <a:pt x="3256" y="200"/>
                  </a:lnTo>
                  <a:lnTo>
                    <a:pt x="2732" y="327"/>
                  </a:lnTo>
                  <a:lnTo>
                    <a:pt x="2036" y="18"/>
                  </a:lnTo>
                  <a:cubicBezTo>
                    <a:pt x="2009" y="6"/>
                    <a:pt x="1980" y="1"/>
                    <a:pt x="195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5" name="Google Shape;21435;p90"/>
            <p:cNvSpPr/>
            <p:nvPr/>
          </p:nvSpPr>
          <p:spPr>
            <a:xfrm>
              <a:off x="6841789" y="3644023"/>
              <a:ext cx="14312" cy="6684"/>
            </a:xfrm>
            <a:custGeom>
              <a:rect b="b" l="l" r="r" t="t"/>
              <a:pathLst>
                <a:path extrusionOk="0" h="255" w="546">
                  <a:moveTo>
                    <a:pt x="546" y="1"/>
                  </a:moveTo>
                  <a:lnTo>
                    <a:pt x="546" y="1"/>
                  </a:lnTo>
                  <a:cubicBezTo>
                    <a:pt x="366" y="33"/>
                    <a:pt x="187" y="54"/>
                    <a:pt x="1" y="68"/>
                  </a:cubicBezTo>
                  <a:lnTo>
                    <a:pt x="92" y="177"/>
                  </a:lnTo>
                  <a:cubicBezTo>
                    <a:pt x="136" y="229"/>
                    <a:pt x="198" y="254"/>
                    <a:pt x="259" y="254"/>
                  </a:cubicBezTo>
                  <a:cubicBezTo>
                    <a:pt x="327" y="254"/>
                    <a:pt x="394" y="223"/>
                    <a:pt x="437" y="163"/>
                  </a:cubicBezTo>
                  <a:lnTo>
                    <a:pt x="546"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6" name="Google Shape;21436;p90"/>
            <p:cNvSpPr/>
            <p:nvPr/>
          </p:nvSpPr>
          <p:spPr>
            <a:xfrm>
              <a:off x="6578825" y="3353300"/>
              <a:ext cx="290566" cy="276935"/>
            </a:xfrm>
            <a:custGeom>
              <a:rect b="b" l="l" r="r" t="t"/>
              <a:pathLst>
                <a:path extrusionOk="0" h="10565" w="11085">
                  <a:moveTo>
                    <a:pt x="7321" y="1"/>
                  </a:moveTo>
                  <a:cubicBezTo>
                    <a:pt x="5575" y="1"/>
                    <a:pt x="3842" y="685"/>
                    <a:pt x="2546" y="2009"/>
                  </a:cubicBezTo>
                  <a:cubicBezTo>
                    <a:pt x="278" y="4323"/>
                    <a:pt x="0" y="7927"/>
                    <a:pt x="1882" y="10564"/>
                  </a:cubicBezTo>
                  <a:lnTo>
                    <a:pt x="1846" y="8880"/>
                  </a:lnTo>
                  <a:cubicBezTo>
                    <a:pt x="1846" y="8834"/>
                    <a:pt x="1836" y="8785"/>
                    <a:pt x="1822" y="8743"/>
                  </a:cubicBezTo>
                  <a:lnTo>
                    <a:pt x="1407" y="7611"/>
                  </a:lnTo>
                  <a:cubicBezTo>
                    <a:pt x="1365" y="7495"/>
                    <a:pt x="1354" y="7371"/>
                    <a:pt x="1382" y="7252"/>
                  </a:cubicBezTo>
                  <a:lnTo>
                    <a:pt x="1639" y="6042"/>
                  </a:lnTo>
                  <a:lnTo>
                    <a:pt x="1628" y="6039"/>
                  </a:lnTo>
                  <a:lnTo>
                    <a:pt x="2068" y="5694"/>
                  </a:lnTo>
                  <a:lnTo>
                    <a:pt x="2078" y="5037"/>
                  </a:lnTo>
                  <a:lnTo>
                    <a:pt x="2922" y="5089"/>
                  </a:lnTo>
                  <a:lnTo>
                    <a:pt x="3380" y="6394"/>
                  </a:lnTo>
                  <a:cubicBezTo>
                    <a:pt x="3426" y="6528"/>
                    <a:pt x="3546" y="6597"/>
                    <a:pt x="3667" y="6597"/>
                  </a:cubicBezTo>
                  <a:cubicBezTo>
                    <a:pt x="3774" y="6597"/>
                    <a:pt x="3882" y="6542"/>
                    <a:pt x="3939" y="6429"/>
                  </a:cubicBezTo>
                  <a:lnTo>
                    <a:pt x="4224" y="5856"/>
                  </a:lnTo>
                  <a:lnTo>
                    <a:pt x="4751" y="5494"/>
                  </a:lnTo>
                  <a:cubicBezTo>
                    <a:pt x="4826" y="5442"/>
                    <a:pt x="4912" y="5417"/>
                    <a:pt x="4997" y="5417"/>
                  </a:cubicBezTo>
                  <a:cubicBezTo>
                    <a:pt x="5126" y="5417"/>
                    <a:pt x="5253" y="5475"/>
                    <a:pt x="5338" y="5585"/>
                  </a:cubicBezTo>
                  <a:lnTo>
                    <a:pt x="5897" y="6313"/>
                  </a:lnTo>
                  <a:lnTo>
                    <a:pt x="6126" y="6327"/>
                  </a:lnTo>
                  <a:cubicBezTo>
                    <a:pt x="6214" y="6334"/>
                    <a:pt x="6291" y="6397"/>
                    <a:pt x="6316" y="6482"/>
                  </a:cubicBezTo>
                  <a:lnTo>
                    <a:pt x="6414" y="6819"/>
                  </a:lnTo>
                  <a:lnTo>
                    <a:pt x="6994" y="6612"/>
                  </a:lnTo>
                  <a:cubicBezTo>
                    <a:pt x="7174" y="6545"/>
                    <a:pt x="7290" y="6366"/>
                    <a:pt x="7272" y="6172"/>
                  </a:cubicBezTo>
                  <a:lnTo>
                    <a:pt x="7216" y="5473"/>
                  </a:lnTo>
                  <a:lnTo>
                    <a:pt x="7687" y="5307"/>
                  </a:lnTo>
                  <a:lnTo>
                    <a:pt x="8468" y="5037"/>
                  </a:lnTo>
                  <a:lnTo>
                    <a:pt x="8753" y="4935"/>
                  </a:lnTo>
                  <a:lnTo>
                    <a:pt x="8890" y="3616"/>
                  </a:lnTo>
                  <a:lnTo>
                    <a:pt x="9618" y="3194"/>
                  </a:lnTo>
                  <a:lnTo>
                    <a:pt x="9621" y="3148"/>
                  </a:lnTo>
                  <a:cubicBezTo>
                    <a:pt x="9635" y="2983"/>
                    <a:pt x="9744" y="2839"/>
                    <a:pt x="9899" y="2779"/>
                  </a:cubicBezTo>
                  <a:lnTo>
                    <a:pt x="10117" y="2695"/>
                  </a:lnTo>
                  <a:cubicBezTo>
                    <a:pt x="10230" y="2652"/>
                    <a:pt x="10286" y="2529"/>
                    <a:pt x="10244" y="2420"/>
                  </a:cubicBezTo>
                  <a:lnTo>
                    <a:pt x="10047" y="1865"/>
                  </a:lnTo>
                  <a:lnTo>
                    <a:pt x="11017" y="1218"/>
                  </a:lnTo>
                  <a:lnTo>
                    <a:pt x="11084" y="1165"/>
                  </a:lnTo>
                  <a:cubicBezTo>
                    <a:pt x="9940" y="383"/>
                    <a:pt x="8626" y="1"/>
                    <a:pt x="732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7" name="Google Shape;21437;p90"/>
            <p:cNvSpPr/>
            <p:nvPr/>
          </p:nvSpPr>
          <p:spPr>
            <a:xfrm>
              <a:off x="6569336" y="3379408"/>
              <a:ext cx="109699" cy="250827"/>
            </a:xfrm>
            <a:custGeom>
              <a:rect b="b" l="l" r="r" t="t"/>
              <a:pathLst>
                <a:path extrusionOk="0" h="9569" w="4185">
                  <a:moveTo>
                    <a:pt x="4185" y="0"/>
                  </a:moveTo>
                  <a:cubicBezTo>
                    <a:pt x="890" y="2026"/>
                    <a:pt x="0" y="6418"/>
                    <a:pt x="2244" y="9568"/>
                  </a:cubicBezTo>
                  <a:lnTo>
                    <a:pt x="2208" y="7884"/>
                  </a:lnTo>
                  <a:cubicBezTo>
                    <a:pt x="2208" y="7838"/>
                    <a:pt x="2198" y="7789"/>
                    <a:pt x="2184" y="7747"/>
                  </a:cubicBezTo>
                  <a:lnTo>
                    <a:pt x="1769" y="6615"/>
                  </a:lnTo>
                  <a:cubicBezTo>
                    <a:pt x="1727" y="6499"/>
                    <a:pt x="1716" y="6375"/>
                    <a:pt x="1744" y="6256"/>
                  </a:cubicBezTo>
                  <a:lnTo>
                    <a:pt x="2001" y="5046"/>
                  </a:lnTo>
                  <a:lnTo>
                    <a:pt x="1990" y="5043"/>
                  </a:lnTo>
                  <a:lnTo>
                    <a:pt x="2430" y="4695"/>
                  </a:lnTo>
                  <a:lnTo>
                    <a:pt x="2440" y="4041"/>
                  </a:lnTo>
                  <a:lnTo>
                    <a:pt x="3221" y="4090"/>
                  </a:lnTo>
                  <a:cubicBezTo>
                    <a:pt x="3207" y="3896"/>
                    <a:pt x="3197" y="3699"/>
                    <a:pt x="3197" y="3503"/>
                  </a:cubicBezTo>
                  <a:cubicBezTo>
                    <a:pt x="3193" y="2265"/>
                    <a:pt x="3538" y="1052"/>
                    <a:pt x="4185"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8" name="Google Shape;21438;p90"/>
            <p:cNvSpPr/>
            <p:nvPr/>
          </p:nvSpPr>
          <p:spPr>
            <a:xfrm>
              <a:off x="6571171" y="3348136"/>
              <a:ext cx="386058" cy="360972"/>
            </a:xfrm>
            <a:custGeom>
              <a:rect b="b" l="l" r="r" t="t"/>
              <a:pathLst>
                <a:path extrusionOk="0" h="13771" w="14728">
                  <a:moveTo>
                    <a:pt x="1168" y="6232"/>
                  </a:moveTo>
                  <a:lnTo>
                    <a:pt x="1312" y="6426"/>
                  </a:lnTo>
                  <a:cubicBezTo>
                    <a:pt x="1379" y="6517"/>
                    <a:pt x="1481" y="6573"/>
                    <a:pt x="1593" y="6591"/>
                  </a:cubicBezTo>
                  <a:cubicBezTo>
                    <a:pt x="1611" y="6591"/>
                    <a:pt x="1629" y="6594"/>
                    <a:pt x="1650" y="6594"/>
                  </a:cubicBezTo>
                  <a:lnTo>
                    <a:pt x="1474" y="7407"/>
                  </a:lnTo>
                  <a:cubicBezTo>
                    <a:pt x="1442" y="7561"/>
                    <a:pt x="1453" y="7727"/>
                    <a:pt x="1509" y="7874"/>
                  </a:cubicBezTo>
                  <a:lnTo>
                    <a:pt x="1924" y="9007"/>
                  </a:lnTo>
                  <a:cubicBezTo>
                    <a:pt x="1931" y="9031"/>
                    <a:pt x="1934" y="9056"/>
                    <a:pt x="1938" y="9081"/>
                  </a:cubicBezTo>
                  <a:lnTo>
                    <a:pt x="1959" y="10051"/>
                  </a:lnTo>
                  <a:cubicBezTo>
                    <a:pt x="1418" y="9084"/>
                    <a:pt x="1133" y="7994"/>
                    <a:pt x="1136" y="6886"/>
                  </a:cubicBezTo>
                  <a:cubicBezTo>
                    <a:pt x="1136" y="6665"/>
                    <a:pt x="1147" y="6447"/>
                    <a:pt x="1168" y="6232"/>
                  </a:cubicBezTo>
                  <a:close/>
                  <a:moveTo>
                    <a:pt x="7625" y="403"/>
                  </a:moveTo>
                  <a:cubicBezTo>
                    <a:pt x="8794" y="403"/>
                    <a:pt x="9971" y="718"/>
                    <a:pt x="11021" y="1365"/>
                  </a:cubicBezTo>
                  <a:lnTo>
                    <a:pt x="10230" y="1893"/>
                  </a:lnTo>
                  <a:cubicBezTo>
                    <a:pt x="10152" y="1946"/>
                    <a:pt x="10121" y="2041"/>
                    <a:pt x="10152" y="2129"/>
                  </a:cubicBezTo>
                  <a:lnTo>
                    <a:pt x="10349" y="2684"/>
                  </a:lnTo>
                  <a:cubicBezTo>
                    <a:pt x="10353" y="2691"/>
                    <a:pt x="10349" y="2698"/>
                    <a:pt x="10342" y="2702"/>
                  </a:cubicBezTo>
                  <a:lnTo>
                    <a:pt x="10121" y="2786"/>
                  </a:lnTo>
                  <a:cubicBezTo>
                    <a:pt x="9906" y="2867"/>
                    <a:pt x="9751" y="3064"/>
                    <a:pt x="9720" y="3292"/>
                  </a:cubicBezTo>
                  <a:lnTo>
                    <a:pt x="9087" y="3634"/>
                  </a:lnTo>
                  <a:cubicBezTo>
                    <a:pt x="9027" y="3665"/>
                    <a:pt x="8988" y="3725"/>
                    <a:pt x="8981" y="3792"/>
                  </a:cubicBezTo>
                  <a:lnTo>
                    <a:pt x="8862" y="4984"/>
                  </a:lnTo>
                  <a:lnTo>
                    <a:pt x="8697" y="5044"/>
                  </a:lnTo>
                  <a:cubicBezTo>
                    <a:pt x="8584" y="5072"/>
                    <a:pt x="8521" y="5191"/>
                    <a:pt x="8559" y="5300"/>
                  </a:cubicBezTo>
                  <a:cubicBezTo>
                    <a:pt x="8589" y="5387"/>
                    <a:pt x="8669" y="5438"/>
                    <a:pt x="8752" y="5438"/>
                  </a:cubicBezTo>
                  <a:cubicBezTo>
                    <a:pt x="8777" y="5438"/>
                    <a:pt x="8802" y="5433"/>
                    <a:pt x="8827" y="5423"/>
                  </a:cubicBezTo>
                  <a:lnTo>
                    <a:pt x="9115" y="5321"/>
                  </a:lnTo>
                  <a:cubicBezTo>
                    <a:pt x="9185" y="5297"/>
                    <a:pt x="9238" y="5230"/>
                    <a:pt x="9245" y="5153"/>
                  </a:cubicBezTo>
                  <a:lnTo>
                    <a:pt x="9368" y="3940"/>
                  </a:lnTo>
                  <a:lnTo>
                    <a:pt x="9678" y="3771"/>
                  </a:lnTo>
                  <a:lnTo>
                    <a:pt x="9650" y="4119"/>
                  </a:lnTo>
                  <a:cubicBezTo>
                    <a:pt x="9642" y="4231"/>
                    <a:pt x="9727" y="4326"/>
                    <a:pt x="9836" y="4337"/>
                  </a:cubicBezTo>
                  <a:lnTo>
                    <a:pt x="9853" y="4337"/>
                  </a:lnTo>
                  <a:cubicBezTo>
                    <a:pt x="9955" y="4337"/>
                    <a:pt x="10043" y="4256"/>
                    <a:pt x="10054" y="4151"/>
                  </a:cubicBezTo>
                  <a:lnTo>
                    <a:pt x="10114" y="3359"/>
                  </a:lnTo>
                  <a:cubicBezTo>
                    <a:pt x="10121" y="3271"/>
                    <a:pt x="10177" y="3194"/>
                    <a:pt x="10261" y="3162"/>
                  </a:cubicBezTo>
                  <a:lnTo>
                    <a:pt x="10479" y="3078"/>
                  </a:lnTo>
                  <a:cubicBezTo>
                    <a:pt x="10690" y="2997"/>
                    <a:pt x="10799" y="2762"/>
                    <a:pt x="10726" y="2547"/>
                  </a:cubicBezTo>
                  <a:lnTo>
                    <a:pt x="10578" y="2139"/>
                  </a:lnTo>
                  <a:lnTo>
                    <a:pt x="11380" y="1605"/>
                  </a:lnTo>
                  <a:cubicBezTo>
                    <a:pt x="11671" y="1816"/>
                    <a:pt x="11946" y="2048"/>
                    <a:pt x="12199" y="2301"/>
                  </a:cubicBezTo>
                  <a:cubicBezTo>
                    <a:pt x="14727" y="4833"/>
                    <a:pt x="14727" y="8936"/>
                    <a:pt x="12199" y="11468"/>
                  </a:cubicBezTo>
                  <a:cubicBezTo>
                    <a:pt x="10935" y="12734"/>
                    <a:pt x="9276" y="13367"/>
                    <a:pt x="7617" y="13367"/>
                  </a:cubicBezTo>
                  <a:cubicBezTo>
                    <a:pt x="5958" y="13367"/>
                    <a:pt x="4299" y="12734"/>
                    <a:pt x="3035" y="11468"/>
                  </a:cubicBezTo>
                  <a:cubicBezTo>
                    <a:pt x="2796" y="11229"/>
                    <a:pt x="2574" y="10972"/>
                    <a:pt x="2374" y="10698"/>
                  </a:cubicBezTo>
                  <a:lnTo>
                    <a:pt x="2342" y="9070"/>
                  </a:lnTo>
                  <a:cubicBezTo>
                    <a:pt x="2339" y="9003"/>
                    <a:pt x="2328" y="8933"/>
                    <a:pt x="2304" y="8866"/>
                  </a:cubicBezTo>
                  <a:lnTo>
                    <a:pt x="1889" y="7734"/>
                  </a:lnTo>
                  <a:cubicBezTo>
                    <a:pt x="1861" y="7656"/>
                    <a:pt x="1854" y="7572"/>
                    <a:pt x="1871" y="7488"/>
                  </a:cubicBezTo>
                  <a:lnTo>
                    <a:pt x="2117" y="6338"/>
                  </a:lnTo>
                  <a:lnTo>
                    <a:pt x="2487" y="6046"/>
                  </a:lnTo>
                  <a:cubicBezTo>
                    <a:pt x="2536" y="6007"/>
                    <a:pt x="2564" y="5951"/>
                    <a:pt x="2564" y="5888"/>
                  </a:cubicBezTo>
                  <a:lnTo>
                    <a:pt x="2571" y="5445"/>
                  </a:lnTo>
                  <a:lnTo>
                    <a:pt x="3070" y="5476"/>
                  </a:lnTo>
                  <a:lnTo>
                    <a:pt x="3482" y="6654"/>
                  </a:lnTo>
                  <a:cubicBezTo>
                    <a:pt x="3560" y="6877"/>
                    <a:pt x="3760" y="6992"/>
                    <a:pt x="3960" y="6992"/>
                  </a:cubicBezTo>
                  <a:cubicBezTo>
                    <a:pt x="4139" y="6992"/>
                    <a:pt x="4317" y="6901"/>
                    <a:pt x="4410" y="6714"/>
                  </a:cubicBezTo>
                  <a:lnTo>
                    <a:pt x="4674" y="6187"/>
                  </a:lnTo>
                  <a:lnTo>
                    <a:pt x="5159" y="5856"/>
                  </a:lnTo>
                  <a:cubicBezTo>
                    <a:pt x="5198" y="5828"/>
                    <a:pt x="5243" y="5815"/>
                    <a:pt x="5288" y="5815"/>
                  </a:cubicBezTo>
                  <a:cubicBezTo>
                    <a:pt x="5357" y="5815"/>
                    <a:pt x="5425" y="5846"/>
                    <a:pt x="5472" y="5905"/>
                  </a:cubicBezTo>
                  <a:lnTo>
                    <a:pt x="6031" y="6630"/>
                  </a:lnTo>
                  <a:cubicBezTo>
                    <a:pt x="6066" y="6675"/>
                    <a:pt x="6119" y="6703"/>
                    <a:pt x="6175" y="6710"/>
                  </a:cubicBezTo>
                  <a:lnTo>
                    <a:pt x="6404" y="6725"/>
                  </a:lnTo>
                  <a:cubicBezTo>
                    <a:pt x="6407" y="6725"/>
                    <a:pt x="6414" y="6728"/>
                    <a:pt x="6414" y="6735"/>
                  </a:cubicBezTo>
                  <a:lnTo>
                    <a:pt x="6671" y="7614"/>
                  </a:lnTo>
                  <a:cubicBezTo>
                    <a:pt x="6700" y="7716"/>
                    <a:pt x="6779" y="7760"/>
                    <a:pt x="6859" y="7760"/>
                  </a:cubicBezTo>
                  <a:cubicBezTo>
                    <a:pt x="6980" y="7760"/>
                    <a:pt x="7102" y="7659"/>
                    <a:pt x="7058" y="7502"/>
                  </a:cubicBezTo>
                  <a:lnTo>
                    <a:pt x="6956" y="7147"/>
                  </a:lnTo>
                  <a:lnTo>
                    <a:pt x="7357" y="6999"/>
                  </a:lnTo>
                  <a:cubicBezTo>
                    <a:pt x="7621" y="6900"/>
                    <a:pt x="7789" y="6637"/>
                    <a:pt x="7768" y="6355"/>
                  </a:cubicBezTo>
                  <a:lnTo>
                    <a:pt x="7723" y="5810"/>
                  </a:lnTo>
                  <a:lnTo>
                    <a:pt x="8046" y="5698"/>
                  </a:lnTo>
                  <a:cubicBezTo>
                    <a:pt x="8159" y="5666"/>
                    <a:pt x="8218" y="5547"/>
                    <a:pt x="8183" y="5438"/>
                  </a:cubicBezTo>
                  <a:cubicBezTo>
                    <a:pt x="8154" y="5354"/>
                    <a:pt x="8075" y="5302"/>
                    <a:pt x="7993" y="5302"/>
                  </a:cubicBezTo>
                  <a:cubicBezTo>
                    <a:pt x="7967" y="5302"/>
                    <a:pt x="7941" y="5307"/>
                    <a:pt x="7916" y="5318"/>
                  </a:cubicBezTo>
                  <a:lnTo>
                    <a:pt x="7445" y="5483"/>
                  </a:lnTo>
                  <a:cubicBezTo>
                    <a:pt x="7357" y="5511"/>
                    <a:pt x="7304" y="5596"/>
                    <a:pt x="7311" y="5687"/>
                  </a:cubicBezTo>
                  <a:lnTo>
                    <a:pt x="7364" y="6387"/>
                  </a:lnTo>
                  <a:cubicBezTo>
                    <a:pt x="7374" y="6489"/>
                    <a:pt x="7311" y="6584"/>
                    <a:pt x="7216" y="6619"/>
                  </a:cubicBezTo>
                  <a:lnTo>
                    <a:pt x="6843" y="6760"/>
                  </a:lnTo>
                  <a:lnTo>
                    <a:pt x="6805" y="6623"/>
                  </a:lnTo>
                  <a:cubicBezTo>
                    <a:pt x="6755" y="6457"/>
                    <a:pt x="6608" y="6338"/>
                    <a:pt x="6432" y="6324"/>
                  </a:cubicBezTo>
                  <a:lnTo>
                    <a:pt x="6295" y="6313"/>
                  </a:lnTo>
                  <a:lnTo>
                    <a:pt x="5792" y="5659"/>
                  </a:lnTo>
                  <a:cubicBezTo>
                    <a:pt x="5666" y="5497"/>
                    <a:pt x="5478" y="5411"/>
                    <a:pt x="5288" y="5411"/>
                  </a:cubicBezTo>
                  <a:cubicBezTo>
                    <a:pt x="5164" y="5411"/>
                    <a:pt x="5040" y="5447"/>
                    <a:pt x="4930" y="5522"/>
                  </a:cubicBezTo>
                  <a:lnTo>
                    <a:pt x="4403" y="5884"/>
                  </a:lnTo>
                  <a:cubicBezTo>
                    <a:pt x="4375" y="5902"/>
                    <a:pt x="4354" y="5930"/>
                    <a:pt x="4336" y="5961"/>
                  </a:cubicBezTo>
                  <a:lnTo>
                    <a:pt x="4051" y="6535"/>
                  </a:lnTo>
                  <a:cubicBezTo>
                    <a:pt x="4031" y="6573"/>
                    <a:pt x="3995" y="6592"/>
                    <a:pt x="3959" y="6592"/>
                  </a:cubicBezTo>
                  <a:cubicBezTo>
                    <a:pt x="3918" y="6592"/>
                    <a:pt x="3878" y="6569"/>
                    <a:pt x="3861" y="6524"/>
                  </a:cubicBezTo>
                  <a:lnTo>
                    <a:pt x="3404" y="5220"/>
                  </a:lnTo>
                  <a:cubicBezTo>
                    <a:pt x="3380" y="5146"/>
                    <a:pt x="3309" y="5093"/>
                    <a:pt x="3228" y="5086"/>
                  </a:cubicBezTo>
                  <a:lnTo>
                    <a:pt x="2479" y="5037"/>
                  </a:lnTo>
                  <a:lnTo>
                    <a:pt x="2230" y="4692"/>
                  </a:lnTo>
                  <a:cubicBezTo>
                    <a:pt x="2185" y="4631"/>
                    <a:pt x="2127" y="4605"/>
                    <a:pt x="2071" y="4605"/>
                  </a:cubicBezTo>
                  <a:cubicBezTo>
                    <a:pt x="1926" y="4605"/>
                    <a:pt x="1789" y="4771"/>
                    <a:pt x="1903" y="4928"/>
                  </a:cubicBezTo>
                  <a:lnTo>
                    <a:pt x="2170" y="5297"/>
                  </a:lnTo>
                  <a:lnTo>
                    <a:pt x="2163" y="5789"/>
                  </a:lnTo>
                  <a:lnTo>
                    <a:pt x="1657" y="6187"/>
                  </a:lnTo>
                  <a:cubicBezTo>
                    <a:pt x="1654" y="6188"/>
                    <a:pt x="1651" y="6189"/>
                    <a:pt x="1648" y="6189"/>
                  </a:cubicBezTo>
                  <a:cubicBezTo>
                    <a:pt x="1644" y="6189"/>
                    <a:pt x="1641" y="6187"/>
                    <a:pt x="1639" y="6183"/>
                  </a:cubicBezTo>
                  <a:lnTo>
                    <a:pt x="1252" y="5666"/>
                  </a:lnTo>
                  <a:cubicBezTo>
                    <a:pt x="1400" y="4871"/>
                    <a:pt x="1702" y="4108"/>
                    <a:pt x="2135" y="3426"/>
                  </a:cubicBezTo>
                  <a:lnTo>
                    <a:pt x="2413" y="3845"/>
                  </a:lnTo>
                  <a:cubicBezTo>
                    <a:pt x="2455" y="3914"/>
                    <a:pt x="2516" y="3943"/>
                    <a:pt x="2577" y="3943"/>
                  </a:cubicBezTo>
                  <a:cubicBezTo>
                    <a:pt x="2720" y="3943"/>
                    <a:pt x="2861" y="3780"/>
                    <a:pt x="2747" y="3620"/>
                  </a:cubicBezTo>
                  <a:lnTo>
                    <a:pt x="2381" y="3064"/>
                  </a:lnTo>
                  <a:cubicBezTo>
                    <a:pt x="2578" y="2793"/>
                    <a:pt x="2799" y="2540"/>
                    <a:pt x="3035" y="2301"/>
                  </a:cubicBezTo>
                  <a:cubicBezTo>
                    <a:pt x="4286" y="1052"/>
                    <a:pt x="5948" y="403"/>
                    <a:pt x="7625" y="403"/>
                  </a:cubicBezTo>
                  <a:close/>
                  <a:moveTo>
                    <a:pt x="7616" y="1"/>
                  </a:moveTo>
                  <a:cubicBezTo>
                    <a:pt x="6291" y="1"/>
                    <a:pt x="4958" y="382"/>
                    <a:pt x="3791"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6" y="5058"/>
                    <a:pt x="13781" y="3307"/>
                    <a:pt x="12487" y="2016"/>
                  </a:cubicBezTo>
                  <a:cubicBezTo>
                    <a:pt x="11156" y="686"/>
                    <a:pt x="9393"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9" name="Google Shape;21439;p90"/>
            <p:cNvSpPr/>
            <p:nvPr/>
          </p:nvSpPr>
          <p:spPr>
            <a:xfrm>
              <a:off x="6752089" y="3562790"/>
              <a:ext cx="48048" cy="28545"/>
            </a:xfrm>
            <a:custGeom>
              <a:rect b="b" l="l" r="r" t="t"/>
              <a:pathLst>
                <a:path extrusionOk="0" h="1089" w="1833">
                  <a:moveTo>
                    <a:pt x="285" y="0"/>
                  </a:moveTo>
                  <a:cubicBezTo>
                    <a:pt x="126" y="0"/>
                    <a:pt x="1" y="208"/>
                    <a:pt x="145" y="350"/>
                  </a:cubicBezTo>
                  <a:lnTo>
                    <a:pt x="821" y="916"/>
                  </a:lnTo>
                  <a:cubicBezTo>
                    <a:pt x="922" y="1001"/>
                    <a:pt x="1049" y="1053"/>
                    <a:pt x="1179" y="1060"/>
                  </a:cubicBezTo>
                  <a:lnTo>
                    <a:pt x="1545" y="1088"/>
                  </a:lnTo>
                  <a:lnTo>
                    <a:pt x="1559" y="1088"/>
                  </a:lnTo>
                  <a:cubicBezTo>
                    <a:pt x="1560" y="1088"/>
                    <a:pt x="1561" y="1088"/>
                    <a:pt x="1562" y="1088"/>
                  </a:cubicBezTo>
                  <a:cubicBezTo>
                    <a:pt x="1819" y="1088"/>
                    <a:pt x="1832" y="705"/>
                    <a:pt x="1573" y="688"/>
                  </a:cubicBezTo>
                  <a:lnTo>
                    <a:pt x="1211" y="659"/>
                  </a:lnTo>
                  <a:cubicBezTo>
                    <a:pt x="1162" y="656"/>
                    <a:pt x="1116" y="638"/>
                    <a:pt x="1077" y="607"/>
                  </a:cubicBezTo>
                  <a:lnTo>
                    <a:pt x="402" y="41"/>
                  </a:lnTo>
                  <a:cubicBezTo>
                    <a:pt x="363" y="13"/>
                    <a:pt x="323"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0" name="Google Shape;21440;p90"/>
            <p:cNvSpPr/>
            <p:nvPr/>
          </p:nvSpPr>
          <p:spPr>
            <a:xfrm>
              <a:off x="6844279" y="3432907"/>
              <a:ext cx="24797" cy="32477"/>
            </a:xfrm>
            <a:custGeom>
              <a:rect b="b" l="l" r="r" t="t"/>
              <a:pathLst>
                <a:path extrusionOk="0" h="1239" w="946">
                  <a:moveTo>
                    <a:pt x="695" y="0"/>
                  </a:moveTo>
                  <a:cubicBezTo>
                    <a:pt x="618" y="0"/>
                    <a:pt x="542" y="42"/>
                    <a:pt x="511" y="139"/>
                  </a:cubicBezTo>
                  <a:lnTo>
                    <a:pt x="398" y="484"/>
                  </a:lnTo>
                  <a:lnTo>
                    <a:pt x="71" y="917"/>
                  </a:lnTo>
                  <a:cubicBezTo>
                    <a:pt x="1" y="1004"/>
                    <a:pt x="18" y="1131"/>
                    <a:pt x="106" y="1198"/>
                  </a:cubicBezTo>
                  <a:cubicBezTo>
                    <a:pt x="142" y="1225"/>
                    <a:pt x="185" y="1238"/>
                    <a:pt x="227" y="1238"/>
                  </a:cubicBezTo>
                  <a:cubicBezTo>
                    <a:pt x="288" y="1238"/>
                    <a:pt x="349" y="1211"/>
                    <a:pt x="391" y="1159"/>
                  </a:cubicBezTo>
                  <a:lnTo>
                    <a:pt x="743" y="702"/>
                  </a:lnTo>
                  <a:cubicBezTo>
                    <a:pt x="757" y="684"/>
                    <a:pt x="767" y="663"/>
                    <a:pt x="774" y="642"/>
                  </a:cubicBezTo>
                  <a:lnTo>
                    <a:pt x="894" y="266"/>
                  </a:lnTo>
                  <a:cubicBezTo>
                    <a:pt x="946" y="108"/>
                    <a:pt x="819" y="0"/>
                    <a:pt x="6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1" name="Google Shape;21441;p90"/>
            <p:cNvSpPr/>
            <p:nvPr/>
          </p:nvSpPr>
          <p:spPr>
            <a:xfrm>
              <a:off x="6808079" y="3505673"/>
              <a:ext cx="18244" cy="28860"/>
            </a:xfrm>
            <a:custGeom>
              <a:rect b="b" l="l" r="r" t="t"/>
              <a:pathLst>
                <a:path extrusionOk="0" h="1101" w="696">
                  <a:moveTo>
                    <a:pt x="253" y="1"/>
                  </a:moveTo>
                  <a:cubicBezTo>
                    <a:pt x="127" y="1"/>
                    <a:pt x="0" y="111"/>
                    <a:pt x="56" y="271"/>
                  </a:cubicBezTo>
                  <a:lnTo>
                    <a:pt x="274" y="954"/>
                  </a:lnTo>
                  <a:cubicBezTo>
                    <a:pt x="297" y="1042"/>
                    <a:pt x="378" y="1101"/>
                    <a:pt x="466" y="1101"/>
                  </a:cubicBezTo>
                  <a:cubicBezTo>
                    <a:pt x="486" y="1101"/>
                    <a:pt x="507" y="1097"/>
                    <a:pt x="527" y="1091"/>
                  </a:cubicBezTo>
                  <a:cubicBezTo>
                    <a:pt x="636" y="1059"/>
                    <a:pt x="696" y="940"/>
                    <a:pt x="657" y="834"/>
                  </a:cubicBezTo>
                  <a:lnTo>
                    <a:pt x="443" y="152"/>
                  </a:lnTo>
                  <a:cubicBezTo>
                    <a:pt x="413" y="46"/>
                    <a:pt x="333"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2" name="Google Shape;21442;p90"/>
            <p:cNvSpPr/>
            <p:nvPr/>
          </p:nvSpPr>
          <p:spPr>
            <a:xfrm>
              <a:off x="6773689" y="3539068"/>
              <a:ext cx="45924" cy="34758"/>
            </a:xfrm>
            <a:custGeom>
              <a:rect b="b" l="l" r="r" t="t"/>
              <a:pathLst>
                <a:path extrusionOk="0" h="1326" w="1752">
                  <a:moveTo>
                    <a:pt x="672" y="401"/>
                  </a:moveTo>
                  <a:lnTo>
                    <a:pt x="1231" y="495"/>
                  </a:lnTo>
                  <a:cubicBezTo>
                    <a:pt x="1241" y="499"/>
                    <a:pt x="1245" y="510"/>
                    <a:pt x="1241" y="517"/>
                  </a:cubicBezTo>
                  <a:lnTo>
                    <a:pt x="939" y="914"/>
                  </a:lnTo>
                  <a:cubicBezTo>
                    <a:pt x="936" y="916"/>
                    <a:pt x="934" y="919"/>
                    <a:pt x="930" y="919"/>
                  </a:cubicBezTo>
                  <a:cubicBezTo>
                    <a:pt x="929" y="919"/>
                    <a:pt x="927" y="918"/>
                    <a:pt x="925" y="917"/>
                  </a:cubicBezTo>
                  <a:lnTo>
                    <a:pt x="503" y="759"/>
                  </a:lnTo>
                  <a:lnTo>
                    <a:pt x="654" y="411"/>
                  </a:lnTo>
                  <a:cubicBezTo>
                    <a:pt x="658" y="404"/>
                    <a:pt x="665" y="401"/>
                    <a:pt x="672" y="401"/>
                  </a:cubicBezTo>
                  <a:close/>
                  <a:moveTo>
                    <a:pt x="668" y="1"/>
                  </a:moveTo>
                  <a:cubicBezTo>
                    <a:pt x="504" y="1"/>
                    <a:pt x="353" y="95"/>
                    <a:pt x="285" y="249"/>
                  </a:cubicBezTo>
                  <a:lnTo>
                    <a:pt x="46" y="798"/>
                  </a:lnTo>
                  <a:cubicBezTo>
                    <a:pt x="0" y="903"/>
                    <a:pt x="53" y="1026"/>
                    <a:pt x="162" y="1065"/>
                  </a:cubicBezTo>
                  <a:lnTo>
                    <a:pt x="784" y="1297"/>
                  </a:lnTo>
                  <a:cubicBezTo>
                    <a:pt x="830" y="1315"/>
                    <a:pt x="879" y="1322"/>
                    <a:pt x="932" y="1325"/>
                  </a:cubicBezTo>
                  <a:cubicBezTo>
                    <a:pt x="1062" y="1322"/>
                    <a:pt x="1185" y="1262"/>
                    <a:pt x="1262" y="1157"/>
                  </a:cubicBezTo>
                  <a:lnTo>
                    <a:pt x="1561" y="763"/>
                  </a:lnTo>
                  <a:cubicBezTo>
                    <a:pt x="1751" y="513"/>
                    <a:pt x="1607" y="151"/>
                    <a:pt x="1298" y="98"/>
                  </a:cubicBezTo>
                  <a:lnTo>
                    <a:pt x="738" y="7"/>
                  </a:lnTo>
                  <a:cubicBezTo>
                    <a:pt x="715" y="3"/>
                    <a:pt x="691"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3" name="Google Shape;21443;p90"/>
            <p:cNvSpPr/>
            <p:nvPr/>
          </p:nvSpPr>
          <p:spPr>
            <a:xfrm>
              <a:off x="6823361" y="3542056"/>
              <a:ext cx="56802" cy="32870"/>
            </a:xfrm>
            <a:custGeom>
              <a:rect b="b" l="l" r="r" t="t"/>
              <a:pathLst>
                <a:path extrusionOk="0" h="1254" w="2167">
                  <a:moveTo>
                    <a:pt x="1123" y="403"/>
                  </a:moveTo>
                  <a:cubicBezTo>
                    <a:pt x="1182" y="403"/>
                    <a:pt x="1241" y="426"/>
                    <a:pt x="1284" y="469"/>
                  </a:cubicBezTo>
                  <a:lnTo>
                    <a:pt x="1597" y="775"/>
                  </a:lnTo>
                  <a:lnTo>
                    <a:pt x="1519" y="821"/>
                  </a:lnTo>
                  <a:cubicBezTo>
                    <a:pt x="1485" y="840"/>
                    <a:pt x="1447" y="850"/>
                    <a:pt x="1408" y="850"/>
                  </a:cubicBezTo>
                  <a:cubicBezTo>
                    <a:pt x="1375" y="850"/>
                    <a:pt x="1341" y="843"/>
                    <a:pt x="1309" y="828"/>
                  </a:cubicBezTo>
                  <a:lnTo>
                    <a:pt x="725" y="564"/>
                  </a:lnTo>
                  <a:lnTo>
                    <a:pt x="1027" y="424"/>
                  </a:lnTo>
                  <a:cubicBezTo>
                    <a:pt x="1058" y="410"/>
                    <a:pt x="1091" y="403"/>
                    <a:pt x="1123" y="403"/>
                  </a:cubicBezTo>
                  <a:close/>
                  <a:moveTo>
                    <a:pt x="1122" y="1"/>
                  </a:moveTo>
                  <a:cubicBezTo>
                    <a:pt x="1033" y="1"/>
                    <a:pt x="943" y="19"/>
                    <a:pt x="858" y="58"/>
                  </a:cubicBezTo>
                  <a:lnTo>
                    <a:pt x="159" y="381"/>
                  </a:lnTo>
                  <a:cubicBezTo>
                    <a:pt x="0" y="455"/>
                    <a:pt x="0" y="677"/>
                    <a:pt x="159" y="751"/>
                  </a:cubicBezTo>
                  <a:lnTo>
                    <a:pt x="1143" y="1197"/>
                  </a:lnTo>
                  <a:cubicBezTo>
                    <a:pt x="1227" y="1235"/>
                    <a:pt x="1316" y="1254"/>
                    <a:pt x="1405" y="1254"/>
                  </a:cubicBezTo>
                  <a:cubicBezTo>
                    <a:pt x="1514" y="1254"/>
                    <a:pt x="1623" y="1225"/>
                    <a:pt x="1720" y="1169"/>
                  </a:cubicBezTo>
                  <a:lnTo>
                    <a:pt x="2029" y="993"/>
                  </a:lnTo>
                  <a:cubicBezTo>
                    <a:pt x="2145" y="927"/>
                    <a:pt x="2167" y="765"/>
                    <a:pt x="2072" y="673"/>
                  </a:cubicBezTo>
                  <a:lnTo>
                    <a:pt x="1565" y="181"/>
                  </a:lnTo>
                  <a:cubicBezTo>
                    <a:pt x="1445" y="63"/>
                    <a:pt x="1285" y="1"/>
                    <a:pt x="1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4" name="Google Shape;21444;p90"/>
            <p:cNvSpPr/>
            <p:nvPr/>
          </p:nvSpPr>
          <p:spPr>
            <a:xfrm>
              <a:off x="6776834" y="3580222"/>
              <a:ext cx="103435" cy="75728"/>
            </a:xfrm>
            <a:custGeom>
              <a:rect b="b" l="l" r="r" t="t"/>
              <a:pathLst>
                <a:path extrusionOk="0" h="2889" w="3946">
                  <a:moveTo>
                    <a:pt x="2164" y="0"/>
                  </a:moveTo>
                  <a:cubicBezTo>
                    <a:pt x="2080" y="0"/>
                    <a:pt x="1997" y="25"/>
                    <a:pt x="1927" y="75"/>
                  </a:cubicBezTo>
                  <a:lnTo>
                    <a:pt x="967" y="754"/>
                  </a:lnTo>
                  <a:lnTo>
                    <a:pt x="580" y="828"/>
                  </a:lnTo>
                  <a:cubicBezTo>
                    <a:pt x="298" y="881"/>
                    <a:pt x="87" y="1116"/>
                    <a:pt x="66" y="1401"/>
                  </a:cubicBezTo>
                  <a:lnTo>
                    <a:pt x="17" y="2062"/>
                  </a:lnTo>
                  <a:cubicBezTo>
                    <a:pt x="0" y="2304"/>
                    <a:pt x="195" y="2510"/>
                    <a:pt x="433" y="2510"/>
                  </a:cubicBezTo>
                  <a:cubicBezTo>
                    <a:pt x="444" y="2510"/>
                    <a:pt x="456" y="2510"/>
                    <a:pt x="467" y="2509"/>
                  </a:cubicBezTo>
                  <a:lnTo>
                    <a:pt x="889" y="2474"/>
                  </a:lnTo>
                  <a:cubicBezTo>
                    <a:pt x="1150" y="2450"/>
                    <a:pt x="1126" y="2072"/>
                    <a:pt x="878" y="2072"/>
                  </a:cubicBezTo>
                  <a:cubicBezTo>
                    <a:pt x="871" y="2072"/>
                    <a:pt x="865" y="2072"/>
                    <a:pt x="858" y="2073"/>
                  </a:cubicBezTo>
                  <a:lnTo>
                    <a:pt x="436" y="2104"/>
                  </a:lnTo>
                  <a:cubicBezTo>
                    <a:pt x="435" y="2105"/>
                    <a:pt x="434" y="2105"/>
                    <a:pt x="433" y="2105"/>
                  </a:cubicBezTo>
                  <a:cubicBezTo>
                    <a:pt x="426" y="2105"/>
                    <a:pt x="419" y="2096"/>
                    <a:pt x="422" y="2090"/>
                  </a:cubicBezTo>
                  <a:lnTo>
                    <a:pt x="467" y="1433"/>
                  </a:lnTo>
                  <a:cubicBezTo>
                    <a:pt x="478" y="1327"/>
                    <a:pt x="552" y="1243"/>
                    <a:pt x="654" y="1222"/>
                  </a:cubicBezTo>
                  <a:lnTo>
                    <a:pt x="1083" y="1141"/>
                  </a:lnTo>
                  <a:cubicBezTo>
                    <a:pt x="1111" y="1134"/>
                    <a:pt x="1139" y="1123"/>
                    <a:pt x="1164" y="1106"/>
                  </a:cubicBezTo>
                  <a:lnTo>
                    <a:pt x="2159" y="402"/>
                  </a:lnTo>
                  <a:lnTo>
                    <a:pt x="2173" y="402"/>
                  </a:lnTo>
                  <a:lnTo>
                    <a:pt x="2869" y="712"/>
                  </a:lnTo>
                  <a:cubicBezTo>
                    <a:pt x="2893" y="723"/>
                    <a:pt x="2920" y="728"/>
                    <a:pt x="2948" y="728"/>
                  </a:cubicBezTo>
                  <a:cubicBezTo>
                    <a:pt x="2965" y="728"/>
                    <a:pt x="2982" y="726"/>
                    <a:pt x="2999" y="722"/>
                  </a:cubicBezTo>
                  <a:lnTo>
                    <a:pt x="3330" y="645"/>
                  </a:lnTo>
                  <a:lnTo>
                    <a:pt x="3520" y="1348"/>
                  </a:lnTo>
                  <a:cubicBezTo>
                    <a:pt x="3523" y="1352"/>
                    <a:pt x="3523" y="1355"/>
                    <a:pt x="3520" y="1359"/>
                  </a:cubicBezTo>
                  <a:lnTo>
                    <a:pt x="2749" y="2481"/>
                  </a:lnTo>
                  <a:cubicBezTo>
                    <a:pt x="2746" y="2484"/>
                    <a:pt x="2742" y="2484"/>
                    <a:pt x="2739" y="2484"/>
                  </a:cubicBezTo>
                  <a:cubicBezTo>
                    <a:pt x="2738" y="2485"/>
                    <a:pt x="2737" y="2486"/>
                    <a:pt x="2735" y="2486"/>
                  </a:cubicBezTo>
                  <a:cubicBezTo>
                    <a:pt x="2732" y="2486"/>
                    <a:pt x="2728" y="2483"/>
                    <a:pt x="2728" y="2481"/>
                  </a:cubicBezTo>
                  <a:lnTo>
                    <a:pt x="2352" y="2034"/>
                  </a:lnTo>
                  <a:cubicBezTo>
                    <a:pt x="2313" y="1985"/>
                    <a:pt x="2254" y="1960"/>
                    <a:pt x="2192" y="1960"/>
                  </a:cubicBezTo>
                  <a:cubicBezTo>
                    <a:pt x="2188" y="1960"/>
                    <a:pt x="2184" y="1960"/>
                    <a:pt x="2180" y="1960"/>
                  </a:cubicBezTo>
                  <a:lnTo>
                    <a:pt x="1684" y="2002"/>
                  </a:lnTo>
                  <a:cubicBezTo>
                    <a:pt x="1424" y="2023"/>
                    <a:pt x="1447" y="2404"/>
                    <a:pt x="1696" y="2404"/>
                  </a:cubicBezTo>
                  <a:cubicBezTo>
                    <a:pt x="1702" y="2404"/>
                    <a:pt x="1709" y="2404"/>
                    <a:pt x="1716" y="2403"/>
                  </a:cubicBezTo>
                  <a:lnTo>
                    <a:pt x="2109" y="2372"/>
                  </a:lnTo>
                  <a:lnTo>
                    <a:pt x="2419" y="2741"/>
                  </a:lnTo>
                  <a:cubicBezTo>
                    <a:pt x="2496" y="2836"/>
                    <a:pt x="2616" y="2888"/>
                    <a:pt x="2739" y="2888"/>
                  </a:cubicBezTo>
                  <a:lnTo>
                    <a:pt x="2760" y="2888"/>
                  </a:lnTo>
                  <a:cubicBezTo>
                    <a:pt x="2890" y="2885"/>
                    <a:pt x="3010" y="2818"/>
                    <a:pt x="3084" y="2709"/>
                  </a:cubicBezTo>
                  <a:lnTo>
                    <a:pt x="3854" y="1587"/>
                  </a:lnTo>
                  <a:cubicBezTo>
                    <a:pt x="3924" y="1485"/>
                    <a:pt x="3945" y="1359"/>
                    <a:pt x="3913" y="1243"/>
                  </a:cubicBezTo>
                  <a:lnTo>
                    <a:pt x="3667" y="350"/>
                  </a:lnTo>
                  <a:cubicBezTo>
                    <a:pt x="3644" y="261"/>
                    <a:pt x="3563" y="202"/>
                    <a:pt x="3475" y="202"/>
                  </a:cubicBezTo>
                  <a:cubicBezTo>
                    <a:pt x="3459" y="202"/>
                    <a:pt x="3442" y="204"/>
                    <a:pt x="3425" y="209"/>
                  </a:cubicBezTo>
                  <a:lnTo>
                    <a:pt x="2971" y="318"/>
                  </a:lnTo>
                  <a:lnTo>
                    <a:pt x="2335" y="37"/>
                  </a:lnTo>
                  <a:cubicBezTo>
                    <a:pt x="2280" y="12"/>
                    <a:pt x="2222" y="0"/>
                    <a:pt x="21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45" name="Google Shape;21445;p90"/>
          <p:cNvGrpSpPr/>
          <p:nvPr/>
        </p:nvGrpSpPr>
        <p:grpSpPr>
          <a:xfrm>
            <a:off x="7955715" y="1986004"/>
            <a:ext cx="380081" cy="325114"/>
            <a:chOff x="7955715" y="1986004"/>
            <a:chExt cx="380081" cy="325114"/>
          </a:xfrm>
        </p:grpSpPr>
        <p:sp>
          <p:nvSpPr>
            <p:cNvPr id="21446" name="Google Shape;21446;p90"/>
            <p:cNvSpPr/>
            <p:nvPr/>
          </p:nvSpPr>
          <p:spPr>
            <a:xfrm>
              <a:off x="7962452" y="2079451"/>
              <a:ext cx="41521" cy="46868"/>
            </a:xfrm>
            <a:custGeom>
              <a:rect b="b" l="l" r="r" t="t"/>
              <a:pathLst>
                <a:path extrusionOk="0" h="1788" w="1584">
                  <a:moveTo>
                    <a:pt x="1583" y="1"/>
                  </a:moveTo>
                  <a:lnTo>
                    <a:pt x="1" y="665"/>
                  </a:lnTo>
                  <a:lnTo>
                    <a:pt x="1421" y="1787"/>
                  </a:lnTo>
                  <a:lnTo>
                    <a:pt x="1583" y="1"/>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7" name="Google Shape;21447;p90"/>
            <p:cNvSpPr/>
            <p:nvPr/>
          </p:nvSpPr>
          <p:spPr>
            <a:xfrm>
              <a:off x="7981456" y="1991534"/>
              <a:ext cx="348338" cy="278482"/>
            </a:xfrm>
            <a:custGeom>
              <a:rect b="b" l="l" r="r" t="t"/>
              <a:pathLst>
                <a:path extrusionOk="0" h="10624" w="13289">
                  <a:moveTo>
                    <a:pt x="5211" y="0"/>
                  </a:moveTo>
                  <a:cubicBezTo>
                    <a:pt x="4946" y="0"/>
                    <a:pt x="1061" y="72"/>
                    <a:pt x="436" y="4294"/>
                  </a:cubicBezTo>
                  <a:cubicBezTo>
                    <a:pt x="0" y="8137"/>
                    <a:pt x="3116" y="10623"/>
                    <a:pt x="6734" y="10623"/>
                  </a:cubicBezTo>
                  <a:cubicBezTo>
                    <a:pt x="9899" y="10623"/>
                    <a:pt x="12610" y="8591"/>
                    <a:pt x="13289" y="5876"/>
                  </a:cubicBezTo>
                  <a:lnTo>
                    <a:pt x="13289" y="5876"/>
                  </a:lnTo>
                  <a:cubicBezTo>
                    <a:pt x="13288" y="5876"/>
                    <a:pt x="12489" y="6446"/>
                    <a:pt x="11249" y="6446"/>
                  </a:cubicBezTo>
                  <a:cubicBezTo>
                    <a:pt x="11125" y="6446"/>
                    <a:pt x="10998" y="6441"/>
                    <a:pt x="10866" y="6428"/>
                  </a:cubicBezTo>
                  <a:cubicBezTo>
                    <a:pt x="9013" y="6252"/>
                    <a:pt x="7676" y="3956"/>
                    <a:pt x="6875" y="2571"/>
                  </a:cubicBezTo>
                  <a:cubicBezTo>
                    <a:pt x="6340" y="1646"/>
                    <a:pt x="5623" y="1073"/>
                    <a:pt x="4561" y="865"/>
                  </a:cubicBezTo>
                  <a:lnTo>
                    <a:pt x="5225" y="0"/>
                  </a:lnTo>
                  <a:cubicBezTo>
                    <a:pt x="5225" y="0"/>
                    <a:pt x="5221" y="0"/>
                    <a:pt x="5211"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8" name="Google Shape;21448;p90"/>
            <p:cNvSpPr/>
            <p:nvPr/>
          </p:nvSpPr>
          <p:spPr>
            <a:xfrm>
              <a:off x="7981456" y="1991534"/>
              <a:ext cx="235808" cy="278482"/>
            </a:xfrm>
            <a:custGeom>
              <a:rect b="b" l="l" r="r" t="t"/>
              <a:pathLst>
                <a:path extrusionOk="0" h="10624" w="8996">
                  <a:moveTo>
                    <a:pt x="5211" y="0"/>
                  </a:moveTo>
                  <a:cubicBezTo>
                    <a:pt x="4946" y="0"/>
                    <a:pt x="1061" y="72"/>
                    <a:pt x="436" y="4294"/>
                  </a:cubicBezTo>
                  <a:cubicBezTo>
                    <a:pt x="0" y="8137"/>
                    <a:pt x="3116" y="10623"/>
                    <a:pt x="6734" y="10623"/>
                  </a:cubicBezTo>
                  <a:cubicBezTo>
                    <a:pt x="7501" y="10623"/>
                    <a:pt x="8264" y="10504"/>
                    <a:pt x="8995" y="10265"/>
                  </a:cubicBezTo>
                  <a:lnTo>
                    <a:pt x="8995" y="10265"/>
                  </a:lnTo>
                  <a:cubicBezTo>
                    <a:pt x="8826" y="10275"/>
                    <a:pt x="8658" y="10282"/>
                    <a:pt x="8485" y="10282"/>
                  </a:cubicBezTo>
                  <a:cubicBezTo>
                    <a:pt x="4870" y="10282"/>
                    <a:pt x="1751" y="7796"/>
                    <a:pt x="2187" y="3953"/>
                  </a:cubicBezTo>
                  <a:cubicBezTo>
                    <a:pt x="2549" y="1505"/>
                    <a:pt x="4012" y="450"/>
                    <a:pt x="5225" y="0"/>
                  </a:cubicBezTo>
                  <a:cubicBezTo>
                    <a:pt x="5225" y="0"/>
                    <a:pt x="5221" y="0"/>
                    <a:pt x="5211"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9" name="Google Shape;21449;p90"/>
            <p:cNvSpPr/>
            <p:nvPr/>
          </p:nvSpPr>
          <p:spPr>
            <a:xfrm>
              <a:off x="8076764" y="2068468"/>
              <a:ext cx="213763" cy="125217"/>
            </a:xfrm>
            <a:custGeom>
              <a:rect b="b" l="l" r="r" t="t"/>
              <a:pathLst>
                <a:path extrusionOk="0" h="4777" w="8155">
                  <a:moveTo>
                    <a:pt x="2837" y="0"/>
                  </a:moveTo>
                  <a:cubicBezTo>
                    <a:pt x="2636" y="0"/>
                    <a:pt x="2434" y="48"/>
                    <a:pt x="2247" y="149"/>
                  </a:cubicBezTo>
                  <a:lnTo>
                    <a:pt x="2240" y="153"/>
                  </a:lnTo>
                  <a:cubicBezTo>
                    <a:pt x="0" y="1373"/>
                    <a:pt x="1161" y="4776"/>
                    <a:pt x="3921" y="4776"/>
                  </a:cubicBezTo>
                  <a:cubicBezTo>
                    <a:pt x="5091" y="4776"/>
                    <a:pt x="6548" y="4164"/>
                    <a:pt x="8155" y="2516"/>
                  </a:cubicBezTo>
                  <a:lnTo>
                    <a:pt x="8155" y="2516"/>
                  </a:lnTo>
                  <a:cubicBezTo>
                    <a:pt x="8155" y="2516"/>
                    <a:pt x="7842" y="2663"/>
                    <a:pt x="7324" y="2663"/>
                  </a:cubicBezTo>
                  <a:cubicBezTo>
                    <a:pt x="6520" y="2663"/>
                    <a:pt x="5223" y="2308"/>
                    <a:pt x="3833" y="497"/>
                  </a:cubicBezTo>
                  <a:cubicBezTo>
                    <a:pt x="3591" y="175"/>
                    <a:pt x="3218" y="0"/>
                    <a:pt x="2837"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0" name="Google Shape;21450;p90"/>
            <p:cNvSpPr/>
            <p:nvPr/>
          </p:nvSpPr>
          <p:spPr>
            <a:xfrm>
              <a:off x="8100539" y="2115965"/>
              <a:ext cx="189988" cy="77746"/>
            </a:xfrm>
            <a:custGeom>
              <a:rect b="b" l="l" r="r" t="t"/>
              <a:pathLst>
                <a:path extrusionOk="0" h="2966" w="7248">
                  <a:moveTo>
                    <a:pt x="169" y="0"/>
                  </a:moveTo>
                  <a:cubicBezTo>
                    <a:pt x="0" y="1391"/>
                    <a:pt x="1138" y="2965"/>
                    <a:pt x="3015" y="2965"/>
                  </a:cubicBezTo>
                  <a:cubicBezTo>
                    <a:pt x="4185" y="2965"/>
                    <a:pt x="5641" y="2354"/>
                    <a:pt x="7248" y="707"/>
                  </a:cubicBezTo>
                  <a:lnTo>
                    <a:pt x="7248" y="707"/>
                  </a:lnTo>
                  <a:cubicBezTo>
                    <a:pt x="7226" y="715"/>
                    <a:pt x="6918" y="851"/>
                    <a:pt x="6416" y="851"/>
                  </a:cubicBezTo>
                  <a:cubicBezTo>
                    <a:pt x="6263" y="851"/>
                    <a:pt x="6091" y="839"/>
                    <a:pt x="5904" y="806"/>
                  </a:cubicBezTo>
                  <a:cubicBezTo>
                    <a:pt x="5109" y="1553"/>
                    <a:pt x="3725" y="2141"/>
                    <a:pt x="2515" y="2141"/>
                  </a:cubicBezTo>
                  <a:cubicBezTo>
                    <a:pt x="1318" y="2141"/>
                    <a:pt x="290" y="1566"/>
                    <a:pt x="169" y="0"/>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1" name="Google Shape;21451;p90"/>
            <p:cNvSpPr/>
            <p:nvPr/>
          </p:nvSpPr>
          <p:spPr>
            <a:xfrm>
              <a:off x="8027616" y="2062596"/>
              <a:ext cx="35518" cy="41494"/>
            </a:xfrm>
            <a:custGeom>
              <a:rect b="b" l="l" r="r" t="t"/>
              <a:pathLst>
                <a:path extrusionOk="0" h="1583" w="1355">
                  <a:moveTo>
                    <a:pt x="679" y="0"/>
                  </a:moveTo>
                  <a:cubicBezTo>
                    <a:pt x="303" y="0"/>
                    <a:pt x="1" y="306"/>
                    <a:pt x="1" y="679"/>
                  </a:cubicBezTo>
                  <a:lnTo>
                    <a:pt x="1" y="904"/>
                  </a:lnTo>
                  <a:cubicBezTo>
                    <a:pt x="1" y="1280"/>
                    <a:pt x="303" y="1583"/>
                    <a:pt x="679" y="1583"/>
                  </a:cubicBezTo>
                  <a:cubicBezTo>
                    <a:pt x="1052" y="1583"/>
                    <a:pt x="1355" y="1280"/>
                    <a:pt x="1355" y="904"/>
                  </a:cubicBezTo>
                  <a:lnTo>
                    <a:pt x="1355" y="679"/>
                  </a:lnTo>
                  <a:cubicBezTo>
                    <a:pt x="1355" y="306"/>
                    <a:pt x="1052" y="0"/>
                    <a:pt x="6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2" name="Google Shape;21452;p90"/>
            <p:cNvSpPr/>
            <p:nvPr/>
          </p:nvSpPr>
          <p:spPr>
            <a:xfrm>
              <a:off x="8045414" y="2062596"/>
              <a:ext cx="17720" cy="29620"/>
            </a:xfrm>
            <a:custGeom>
              <a:rect b="b" l="l" r="r" t="t"/>
              <a:pathLst>
                <a:path extrusionOk="0" h="1130" w="676">
                  <a:moveTo>
                    <a:pt x="0" y="0"/>
                  </a:moveTo>
                  <a:lnTo>
                    <a:pt x="0" y="792"/>
                  </a:lnTo>
                  <a:cubicBezTo>
                    <a:pt x="0" y="978"/>
                    <a:pt x="152" y="1129"/>
                    <a:pt x="338" y="1129"/>
                  </a:cubicBezTo>
                  <a:cubicBezTo>
                    <a:pt x="524" y="1129"/>
                    <a:pt x="676" y="978"/>
                    <a:pt x="676" y="792"/>
                  </a:cubicBezTo>
                  <a:lnTo>
                    <a:pt x="676" y="679"/>
                  </a:lnTo>
                  <a:cubicBezTo>
                    <a:pt x="676" y="303"/>
                    <a:pt x="373"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3" name="Google Shape;21453;p90"/>
            <p:cNvSpPr/>
            <p:nvPr/>
          </p:nvSpPr>
          <p:spPr>
            <a:xfrm>
              <a:off x="8039149" y="2068127"/>
              <a:ext cx="12556" cy="12661"/>
            </a:xfrm>
            <a:custGeom>
              <a:rect b="b" l="l" r="r" t="t"/>
              <a:pathLst>
                <a:path extrusionOk="0" h="483" w="479">
                  <a:moveTo>
                    <a:pt x="239" y="0"/>
                  </a:moveTo>
                  <a:cubicBezTo>
                    <a:pt x="106" y="0"/>
                    <a:pt x="0" y="109"/>
                    <a:pt x="0" y="243"/>
                  </a:cubicBezTo>
                  <a:cubicBezTo>
                    <a:pt x="0" y="373"/>
                    <a:pt x="106" y="482"/>
                    <a:pt x="239" y="482"/>
                  </a:cubicBezTo>
                  <a:cubicBezTo>
                    <a:pt x="370" y="482"/>
                    <a:pt x="479" y="373"/>
                    <a:pt x="479" y="243"/>
                  </a:cubicBezTo>
                  <a:cubicBezTo>
                    <a:pt x="479" y="109"/>
                    <a:pt x="370" y="0"/>
                    <a:pt x="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4" name="Google Shape;21454;p90"/>
            <p:cNvSpPr/>
            <p:nvPr/>
          </p:nvSpPr>
          <p:spPr>
            <a:xfrm>
              <a:off x="8022085" y="2057066"/>
              <a:ext cx="46684" cy="52110"/>
            </a:xfrm>
            <a:custGeom>
              <a:rect b="b" l="l" r="r" t="t"/>
              <a:pathLst>
                <a:path extrusionOk="0" h="1988" w="1781">
                  <a:moveTo>
                    <a:pt x="890" y="0"/>
                  </a:moveTo>
                  <a:cubicBezTo>
                    <a:pt x="398" y="0"/>
                    <a:pt x="1" y="398"/>
                    <a:pt x="1" y="890"/>
                  </a:cubicBezTo>
                  <a:lnTo>
                    <a:pt x="1" y="1115"/>
                  </a:lnTo>
                  <a:cubicBezTo>
                    <a:pt x="11" y="1600"/>
                    <a:pt x="405" y="1987"/>
                    <a:pt x="890" y="1987"/>
                  </a:cubicBezTo>
                  <a:cubicBezTo>
                    <a:pt x="1372" y="1987"/>
                    <a:pt x="1766" y="1600"/>
                    <a:pt x="1780" y="1115"/>
                  </a:cubicBezTo>
                  <a:lnTo>
                    <a:pt x="1780" y="890"/>
                  </a:lnTo>
                  <a:cubicBezTo>
                    <a:pt x="1780" y="774"/>
                    <a:pt x="1685" y="679"/>
                    <a:pt x="1569" y="679"/>
                  </a:cubicBezTo>
                  <a:cubicBezTo>
                    <a:pt x="1450" y="679"/>
                    <a:pt x="1355" y="774"/>
                    <a:pt x="1355" y="890"/>
                  </a:cubicBezTo>
                  <a:lnTo>
                    <a:pt x="1355" y="1115"/>
                  </a:lnTo>
                  <a:cubicBezTo>
                    <a:pt x="1355" y="1372"/>
                    <a:pt x="1147" y="1583"/>
                    <a:pt x="890" y="1583"/>
                  </a:cubicBezTo>
                  <a:cubicBezTo>
                    <a:pt x="630" y="1583"/>
                    <a:pt x="423" y="1372"/>
                    <a:pt x="423" y="1115"/>
                  </a:cubicBezTo>
                  <a:lnTo>
                    <a:pt x="423" y="890"/>
                  </a:lnTo>
                  <a:cubicBezTo>
                    <a:pt x="423" y="633"/>
                    <a:pt x="630" y="422"/>
                    <a:pt x="890" y="422"/>
                  </a:cubicBezTo>
                  <a:cubicBezTo>
                    <a:pt x="1006" y="422"/>
                    <a:pt x="1101" y="327"/>
                    <a:pt x="1101" y="211"/>
                  </a:cubicBezTo>
                  <a:cubicBezTo>
                    <a:pt x="1101" y="95"/>
                    <a:pt x="1006" y="0"/>
                    <a:pt x="8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5" name="Google Shape;21455;p90"/>
            <p:cNvSpPr/>
            <p:nvPr/>
          </p:nvSpPr>
          <p:spPr>
            <a:xfrm>
              <a:off x="7955715" y="1986004"/>
              <a:ext cx="380081" cy="325114"/>
            </a:xfrm>
            <a:custGeom>
              <a:rect b="b" l="l" r="r" t="t"/>
              <a:pathLst>
                <a:path extrusionOk="0" h="12403" w="14500">
                  <a:moveTo>
                    <a:pt x="1277" y="4079"/>
                  </a:moveTo>
                  <a:cubicBezTo>
                    <a:pt x="1253" y="4209"/>
                    <a:pt x="1228" y="4339"/>
                    <a:pt x="1207" y="4473"/>
                  </a:cubicBezTo>
                  <a:lnTo>
                    <a:pt x="1207" y="4480"/>
                  </a:lnTo>
                  <a:cubicBezTo>
                    <a:pt x="1197" y="4568"/>
                    <a:pt x="1190" y="4656"/>
                    <a:pt x="1182" y="4740"/>
                  </a:cubicBezTo>
                  <a:lnTo>
                    <a:pt x="669" y="4336"/>
                  </a:lnTo>
                  <a:lnTo>
                    <a:pt x="1277" y="4079"/>
                  </a:lnTo>
                  <a:close/>
                  <a:moveTo>
                    <a:pt x="5754" y="450"/>
                  </a:moveTo>
                  <a:lnTo>
                    <a:pt x="5374" y="946"/>
                  </a:lnTo>
                  <a:cubicBezTo>
                    <a:pt x="5279" y="1066"/>
                    <a:pt x="5342" y="1245"/>
                    <a:pt x="5494" y="1280"/>
                  </a:cubicBezTo>
                  <a:cubicBezTo>
                    <a:pt x="6387" y="1495"/>
                    <a:pt x="7164" y="2068"/>
                    <a:pt x="7677" y="2891"/>
                  </a:cubicBezTo>
                  <a:cubicBezTo>
                    <a:pt x="8265" y="3826"/>
                    <a:pt x="8894" y="4565"/>
                    <a:pt x="9552" y="5088"/>
                  </a:cubicBezTo>
                  <a:cubicBezTo>
                    <a:pt x="10090" y="5514"/>
                    <a:pt x="10645" y="5799"/>
                    <a:pt x="11208" y="5932"/>
                  </a:cubicBezTo>
                  <a:cubicBezTo>
                    <a:pt x="11451" y="5991"/>
                    <a:pt x="11702" y="6020"/>
                    <a:pt x="11951" y="6020"/>
                  </a:cubicBezTo>
                  <a:cubicBezTo>
                    <a:pt x="12001" y="6020"/>
                    <a:pt x="12051" y="6019"/>
                    <a:pt x="12101" y="6017"/>
                  </a:cubicBezTo>
                  <a:lnTo>
                    <a:pt x="12101" y="6017"/>
                  </a:lnTo>
                  <a:cubicBezTo>
                    <a:pt x="11310" y="6738"/>
                    <a:pt x="10519" y="7233"/>
                    <a:pt x="9756" y="7501"/>
                  </a:cubicBezTo>
                  <a:cubicBezTo>
                    <a:pt x="9334" y="7648"/>
                    <a:pt x="8920" y="7721"/>
                    <a:pt x="8527" y="7721"/>
                  </a:cubicBezTo>
                  <a:cubicBezTo>
                    <a:pt x="8194" y="7721"/>
                    <a:pt x="7877" y="7669"/>
                    <a:pt x="7582" y="7564"/>
                  </a:cubicBezTo>
                  <a:cubicBezTo>
                    <a:pt x="7220" y="7434"/>
                    <a:pt x="6893" y="7226"/>
                    <a:pt x="6622" y="6952"/>
                  </a:cubicBezTo>
                  <a:lnTo>
                    <a:pt x="6622" y="6952"/>
                  </a:lnTo>
                  <a:cubicBezTo>
                    <a:pt x="6946" y="7128"/>
                    <a:pt x="7333" y="7233"/>
                    <a:pt x="7769" y="7265"/>
                  </a:cubicBezTo>
                  <a:cubicBezTo>
                    <a:pt x="7867" y="7272"/>
                    <a:pt x="7966" y="7276"/>
                    <a:pt x="8068" y="7276"/>
                  </a:cubicBezTo>
                  <a:cubicBezTo>
                    <a:pt x="8451" y="7276"/>
                    <a:pt x="8831" y="7226"/>
                    <a:pt x="9203" y="7135"/>
                  </a:cubicBezTo>
                  <a:cubicBezTo>
                    <a:pt x="9316" y="7107"/>
                    <a:pt x="9386" y="6991"/>
                    <a:pt x="9358" y="6878"/>
                  </a:cubicBezTo>
                  <a:cubicBezTo>
                    <a:pt x="9334" y="6783"/>
                    <a:pt x="9247" y="6717"/>
                    <a:pt x="9152" y="6717"/>
                  </a:cubicBezTo>
                  <a:cubicBezTo>
                    <a:pt x="9135" y="6717"/>
                    <a:pt x="9118" y="6719"/>
                    <a:pt x="9102" y="6724"/>
                  </a:cubicBezTo>
                  <a:cubicBezTo>
                    <a:pt x="8747" y="6812"/>
                    <a:pt x="8400" y="6855"/>
                    <a:pt x="8075" y="6855"/>
                  </a:cubicBezTo>
                  <a:cubicBezTo>
                    <a:pt x="7503" y="6855"/>
                    <a:pt x="6997" y="6721"/>
                    <a:pt x="6636" y="6463"/>
                  </a:cubicBezTo>
                  <a:cubicBezTo>
                    <a:pt x="6211" y="6161"/>
                    <a:pt x="5968" y="5686"/>
                    <a:pt x="5912" y="5050"/>
                  </a:cubicBezTo>
                  <a:cubicBezTo>
                    <a:pt x="5975" y="4392"/>
                    <a:pt x="6345" y="3837"/>
                    <a:pt x="6964" y="3485"/>
                  </a:cubicBezTo>
                  <a:cubicBezTo>
                    <a:pt x="7169" y="3366"/>
                    <a:pt x="7052" y="3086"/>
                    <a:pt x="6862" y="3086"/>
                  </a:cubicBezTo>
                  <a:cubicBezTo>
                    <a:pt x="6827" y="3086"/>
                    <a:pt x="6790" y="3095"/>
                    <a:pt x="6753" y="3116"/>
                  </a:cubicBezTo>
                  <a:cubicBezTo>
                    <a:pt x="5873" y="3615"/>
                    <a:pt x="5406" y="4501"/>
                    <a:pt x="5490" y="5486"/>
                  </a:cubicBezTo>
                  <a:cubicBezTo>
                    <a:pt x="5589" y="6604"/>
                    <a:pt x="6355" y="7575"/>
                    <a:pt x="7442" y="7961"/>
                  </a:cubicBezTo>
                  <a:cubicBezTo>
                    <a:pt x="7783" y="8084"/>
                    <a:pt x="8148" y="8145"/>
                    <a:pt x="8529" y="8145"/>
                  </a:cubicBezTo>
                  <a:cubicBezTo>
                    <a:pt x="8968" y="8145"/>
                    <a:pt x="9427" y="8064"/>
                    <a:pt x="9893" y="7902"/>
                  </a:cubicBezTo>
                  <a:cubicBezTo>
                    <a:pt x="10515" y="7684"/>
                    <a:pt x="11148" y="7328"/>
                    <a:pt x="11781" y="6840"/>
                  </a:cubicBezTo>
                  <a:cubicBezTo>
                    <a:pt x="11792" y="6843"/>
                    <a:pt x="11806" y="6843"/>
                    <a:pt x="11816" y="6847"/>
                  </a:cubicBezTo>
                  <a:cubicBezTo>
                    <a:pt x="11999" y="6875"/>
                    <a:pt x="12182" y="6888"/>
                    <a:pt x="12365" y="6888"/>
                  </a:cubicBezTo>
                  <a:cubicBezTo>
                    <a:pt x="12897" y="6888"/>
                    <a:pt x="13425" y="6771"/>
                    <a:pt x="13912" y="6541"/>
                  </a:cubicBezTo>
                  <a:lnTo>
                    <a:pt x="13912" y="6541"/>
                  </a:lnTo>
                  <a:cubicBezTo>
                    <a:pt x="13054" y="8935"/>
                    <a:pt x="10536" y="10620"/>
                    <a:pt x="7716" y="10620"/>
                  </a:cubicBezTo>
                  <a:cubicBezTo>
                    <a:pt x="5768" y="10620"/>
                    <a:pt x="3999" y="9892"/>
                    <a:pt x="2863" y="8619"/>
                  </a:cubicBezTo>
                  <a:cubicBezTo>
                    <a:pt x="1879" y="7515"/>
                    <a:pt x="1450" y="6101"/>
                    <a:pt x="1626" y="4529"/>
                  </a:cubicBezTo>
                  <a:cubicBezTo>
                    <a:pt x="1770" y="3576"/>
                    <a:pt x="2097" y="2768"/>
                    <a:pt x="2600" y="2128"/>
                  </a:cubicBezTo>
                  <a:cubicBezTo>
                    <a:pt x="3008" y="1611"/>
                    <a:pt x="3531" y="1196"/>
                    <a:pt x="4133" y="914"/>
                  </a:cubicBezTo>
                  <a:cubicBezTo>
                    <a:pt x="4643" y="675"/>
                    <a:pt x="5191" y="517"/>
                    <a:pt x="5754" y="450"/>
                  </a:cubicBezTo>
                  <a:close/>
                  <a:moveTo>
                    <a:pt x="7396" y="11038"/>
                  </a:moveTo>
                  <a:cubicBezTo>
                    <a:pt x="7502" y="11042"/>
                    <a:pt x="7611" y="11045"/>
                    <a:pt x="7716" y="11045"/>
                  </a:cubicBezTo>
                  <a:lnTo>
                    <a:pt x="7825" y="11045"/>
                  </a:lnTo>
                  <a:lnTo>
                    <a:pt x="7357" y="11977"/>
                  </a:lnTo>
                  <a:lnTo>
                    <a:pt x="6928" y="11977"/>
                  </a:lnTo>
                  <a:lnTo>
                    <a:pt x="7396" y="11038"/>
                  </a:lnTo>
                  <a:close/>
                  <a:moveTo>
                    <a:pt x="6211" y="0"/>
                  </a:moveTo>
                  <a:cubicBezTo>
                    <a:pt x="5434" y="14"/>
                    <a:pt x="4667" y="194"/>
                    <a:pt x="3964" y="528"/>
                  </a:cubicBezTo>
                  <a:cubicBezTo>
                    <a:pt x="3306" y="834"/>
                    <a:pt x="2726" y="1287"/>
                    <a:pt x="2273" y="1857"/>
                  </a:cubicBezTo>
                  <a:cubicBezTo>
                    <a:pt x="1879" y="2367"/>
                    <a:pt x="1583" y="2947"/>
                    <a:pt x="1408" y="3569"/>
                  </a:cubicBezTo>
                  <a:lnTo>
                    <a:pt x="177" y="4086"/>
                  </a:lnTo>
                  <a:cubicBezTo>
                    <a:pt x="29" y="4146"/>
                    <a:pt x="1" y="4347"/>
                    <a:pt x="128" y="4445"/>
                  </a:cubicBezTo>
                  <a:lnTo>
                    <a:pt x="1165" y="5268"/>
                  </a:lnTo>
                  <a:cubicBezTo>
                    <a:pt x="1175" y="6650"/>
                    <a:pt x="1650" y="7895"/>
                    <a:pt x="2547" y="8900"/>
                  </a:cubicBezTo>
                  <a:cubicBezTo>
                    <a:pt x="3612" y="10092"/>
                    <a:pt x="5184" y="10838"/>
                    <a:pt x="6942" y="11010"/>
                  </a:cubicBezTo>
                  <a:lnTo>
                    <a:pt x="6457" y="11981"/>
                  </a:lnTo>
                  <a:lnTo>
                    <a:pt x="5233" y="11981"/>
                  </a:lnTo>
                  <a:cubicBezTo>
                    <a:pt x="4949" y="11981"/>
                    <a:pt x="4949" y="12403"/>
                    <a:pt x="5233" y="12403"/>
                  </a:cubicBezTo>
                  <a:lnTo>
                    <a:pt x="8398" y="12403"/>
                  </a:lnTo>
                  <a:cubicBezTo>
                    <a:pt x="8514" y="12403"/>
                    <a:pt x="8609" y="12308"/>
                    <a:pt x="8609" y="12192"/>
                  </a:cubicBezTo>
                  <a:cubicBezTo>
                    <a:pt x="8609" y="12072"/>
                    <a:pt x="8514" y="11981"/>
                    <a:pt x="8398" y="11981"/>
                  </a:cubicBezTo>
                  <a:lnTo>
                    <a:pt x="7836" y="11981"/>
                  </a:lnTo>
                  <a:lnTo>
                    <a:pt x="8314" y="11021"/>
                  </a:lnTo>
                  <a:cubicBezTo>
                    <a:pt x="9664" y="10919"/>
                    <a:pt x="10958" y="10440"/>
                    <a:pt x="12052" y="9649"/>
                  </a:cubicBezTo>
                  <a:cubicBezTo>
                    <a:pt x="13276" y="8756"/>
                    <a:pt x="14137" y="7508"/>
                    <a:pt x="14478" y="6140"/>
                  </a:cubicBezTo>
                  <a:cubicBezTo>
                    <a:pt x="14499" y="6052"/>
                    <a:pt x="14461" y="5957"/>
                    <a:pt x="14383" y="5908"/>
                  </a:cubicBezTo>
                  <a:cubicBezTo>
                    <a:pt x="14350" y="5886"/>
                    <a:pt x="14312" y="5875"/>
                    <a:pt x="14273" y="5875"/>
                  </a:cubicBezTo>
                  <a:cubicBezTo>
                    <a:pt x="14226" y="5875"/>
                    <a:pt x="14178" y="5891"/>
                    <a:pt x="14137" y="5922"/>
                  </a:cubicBezTo>
                  <a:cubicBezTo>
                    <a:pt x="14130" y="5929"/>
                    <a:pt x="13437" y="6466"/>
                    <a:pt x="12366" y="6466"/>
                  </a:cubicBezTo>
                  <a:cubicBezTo>
                    <a:pt x="12324" y="6466"/>
                    <a:pt x="12281" y="6465"/>
                    <a:pt x="12238" y="6463"/>
                  </a:cubicBezTo>
                  <a:cubicBezTo>
                    <a:pt x="12467" y="6263"/>
                    <a:pt x="12695" y="6045"/>
                    <a:pt x="12924" y="5809"/>
                  </a:cubicBezTo>
                  <a:cubicBezTo>
                    <a:pt x="13065" y="5666"/>
                    <a:pt x="12945" y="5451"/>
                    <a:pt x="12774" y="5451"/>
                  </a:cubicBezTo>
                  <a:cubicBezTo>
                    <a:pt x="12745" y="5451"/>
                    <a:pt x="12713" y="5457"/>
                    <a:pt x="12681" y="5472"/>
                  </a:cubicBezTo>
                  <a:cubicBezTo>
                    <a:pt x="12679" y="5474"/>
                    <a:pt x="12406" y="5600"/>
                    <a:pt x="11949" y="5600"/>
                  </a:cubicBezTo>
                  <a:cubicBezTo>
                    <a:pt x="11763" y="5600"/>
                    <a:pt x="11547" y="5579"/>
                    <a:pt x="11306" y="5521"/>
                  </a:cubicBezTo>
                  <a:cubicBezTo>
                    <a:pt x="9865" y="5176"/>
                    <a:pt x="8732" y="3780"/>
                    <a:pt x="8036" y="2669"/>
                  </a:cubicBezTo>
                  <a:cubicBezTo>
                    <a:pt x="7519" y="1846"/>
                    <a:pt x="6770" y="1249"/>
                    <a:pt x="5898" y="960"/>
                  </a:cubicBezTo>
                  <a:lnTo>
                    <a:pt x="6376" y="338"/>
                  </a:lnTo>
                  <a:cubicBezTo>
                    <a:pt x="6482" y="201"/>
                    <a:pt x="6387" y="4"/>
                    <a:pt x="62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6" name="Google Shape;21456;p90"/>
            <p:cNvSpPr/>
            <p:nvPr/>
          </p:nvSpPr>
          <p:spPr>
            <a:xfrm>
              <a:off x="8210212" y="2148023"/>
              <a:ext cx="24666" cy="17091"/>
            </a:xfrm>
            <a:custGeom>
              <a:rect b="b" l="l" r="r" t="t"/>
              <a:pathLst>
                <a:path extrusionOk="0" h="652" w="941">
                  <a:moveTo>
                    <a:pt x="632" y="1"/>
                  </a:moveTo>
                  <a:cubicBezTo>
                    <a:pt x="586" y="1"/>
                    <a:pt x="538" y="18"/>
                    <a:pt x="493" y="57"/>
                  </a:cubicBezTo>
                  <a:cubicBezTo>
                    <a:pt x="402" y="135"/>
                    <a:pt x="303" y="198"/>
                    <a:pt x="194" y="251"/>
                  </a:cubicBezTo>
                  <a:cubicBezTo>
                    <a:pt x="1" y="353"/>
                    <a:pt x="71" y="652"/>
                    <a:pt x="293" y="652"/>
                  </a:cubicBezTo>
                  <a:cubicBezTo>
                    <a:pt x="328" y="652"/>
                    <a:pt x="360" y="645"/>
                    <a:pt x="391" y="627"/>
                  </a:cubicBezTo>
                  <a:cubicBezTo>
                    <a:pt x="528" y="560"/>
                    <a:pt x="655" y="476"/>
                    <a:pt x="774" y="377"/>
                  </a:cubicBezTo>
                  <a:cubicBezTo>
                    <a:pt x="941" y="231"/>
                    <a:pt x="802"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57" name="Google Shape;21457;p90"/>
          <p:cNvGrpSpPr/>
          <p:nvPr/>
        </p:nvGrpSpPr>
        <p:grpSpPr>
          <a:xfrm>
            <a:off x="2238218" y="3348162"/>
            <a:ext cx="306765" cy="360999"/>
            <a:chOff x="2238218" y="3348162"/>
            <a:chExt cx="306765" cy="360999"/>
          </a:xfrm>
        </p:grpSpPr>
        <p:sp>
          <p:nvSpPr>
            <p:cNvPr id="21458" name="Google Shape;21458;p90"/>
            <p:cNvSpPr/>
            <p:nvPr/>
          </p:nvSpPr>
          <p:spPr>
            <a:xfrm>
              <a:off x="2415362" y="3568793"/>
              <a:ext cx="122910" cy="84142"/>
            </a:xfrm>
            <a:custGeom>
              <a:rect b="b" l="l" r="r" t="t"/>
              <a:pathLst>
                <a:path extrusionOk="0" h="3210" w="4689">
                  <a:moveTo>
                    <a:pt x="2671" y="1"/>
                  </a:moveTo>
                  <a:cubicBezTo>
                    <a:pt x="2159" y="1"/>
                    <a:pt x="1628" y="72"/>
                    <a:pt x="1179" y="283"/>
                  </a:cubicBezTo>
                  <a:cubicBezTo>
                    <a:pt x="272" y="712"/>
                    <a:pt x="1" y="2020"/>
                    <a:pt x="198" y="2445"/>
                  </a:cubicBezTo>
                  <a:cubicBezTo>
                    <a:pt x="351" y="2768"/>
                    <a:pt x="1078" y="3210"/>
                    <a:pt x="1817" y="3210"/>
                  </a:cubicBezTo>
                  <a:cubicBezTo>
                    <a:pt x="2045" y="3210"/>
                    <a:pt x="2273" y="3168"/>
                    <a:pt x="2487" y="3068"/>
                  </a:cubicBezTo>
                  <a:cubicBezTo>
                    <a:pt x="3602" y="2547"/>
                    <a:pt x="4368" y="1099"/>
                    <a:pt x="4632" y="539"/>
                  </a:cubicBezTo>
                  <a:cubicBezTo>
                    <a:pt x="4688" y="420"/>
                    <a:pt x="4621" y="279"/>
                    <a:pt x="4495" y="248"/>
                  </a:cubicBezTo>
                  <a:cubicBezTo>
                    <a:pt x="4139" y="155"/>
                    <a:pt x="3425" y="1"/>
                    <a:pt x="267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9" name="Google Shape;21459;p90"/>
            <p:cNvSpPr/>
            <p:nvPr/>
          </p:nvSpPr>
          <p:spPr>
            <a:xfrm>
              <a:off x="2415362" y="3568793"/>
              <a:ext cx="121993" cy="64745"/>
            </a:xfrm>
            <a:custGeom>
              <a:rect b="b" l="l" r="r" t="t"/>
              <a:pathLst>
                <a:path extrusionOk="0" h="2470" w="4654">
                  <a:moveTo>
                    <a:pt x="2671" y="1"/>
                  </a:moveTo>
                  <a:cubicBezTo>
                    <a:pt x="2159" y="1"/>
                    <a:pt x="1628" y="72"/>
                    <a:pt x="1179" y="283"/>
                  </a:cubicBezTo>
                  <a:cubicBezTo>
                    <a:pt x="272" y="712"/>
                    <a:pt x="1" y="2020"/>
                    <a:pt x="198" y="2445"/>
                  </a:cubicBezTo>
                  <a:cubicBezTo>
                    <a:pt x="205" y="2452"/>
                    <a:pt x="212" y="2463"/>
                    <a:pt x="215" y="2470"/>
                  </a:cubicBezTo>
                  <a:cubicBezTo>
                    <a:pt x="961" y="2016"/>
                    <a:pt x="2997" y="849"/>
                    <a:pt x="4653" y="441"/>
                  </a:cubicBezTo>
                  <a:cubicBezTo>
                    <a:pt x="4650" y="350"/>
                    <a:pt x="4586" y="269"/>
                    <a:pt x="4495" y="248"/>
                  </a:cubicBezTo>
                  <a:cubicBezTo>
                    <a:pt x="4139" y="155"/>
                    <a:pt x="3425" y="1"/>
                    <a:pt x="267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0" name="Google Shape;21460;p90"/>
            <p:cNvSpPr/>
            <p:nvPr/>
          </p:nvSpPr>
          <p:spPr>
            <a:xfrm>
              <a:off x="2354995" y="3356157"/>
              <a:ext cx="61888" cy="82753"/>
            </a:xfrm>
            <a:custGeom>
              <a:rect b="b" l="l" r="r" t="t"/>
              <a:pathLst>
                <a:path extrusionOk="0" h="3157" w="2361">
                  <a:moveTo>
                    <a:pt x="728" y="1"/>
                  </a:moveTo>
                  <a:cubicBezTo>
                    <a:pt x="649" y="1"/>
                    <a:pt x="573" y="46"/>
                    <a:pt x="539" y="128"/>
                  </a:cubicBezTo>
                  <a:cubicBezTo>
                    <a:pt x="349" y="553"/>
                    <a:pt x="1" y="1492"/>
                    <a:pt x="194" y="2237"/>
                  </a:cubicBezTo>
                  <a:cubicBezTo>
                    <a:pt x="349" y="2824"/>
                    <a:pt x="1040" y="3157"/>
                    <a:pt x="1396" y="3157"/>
                  </a:cubicBezTo>
                  <a:cubicBezTo>
                    <a:pt x="1434" y="3157"/>
                    <a:pt x="1469" y="3153"/>
                    <a:pt x="1499" y="3145"/>
                  </a:cubicBezTo>
                  <a:cubicBezTo>
                    <a:pt x="1805" y="3067"/>
                    <a:pt x="2360" y="2364"/>
                    <a:pt x="2191" y="1714"/>
                  </a:cubicBezTo>
                  <a:cubicBezTo>
                    <a:pt x="1994" y="968"/>
                    <a:pt x="1231" y="321"/>
                    <a:pt x="855" y="43"/>
                  </a:cubicBezTo>
                  <a:cubicBezTo>
                    <a:pt x="816" y="15"/>
                    <a:pt x="772" y="1"/>
                    <a:pt x="72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1" name="Google Shape;21461;p90"/>
            <p:cNvSpPr/>
            <p:nvPr/>
          </p:nvSpPr>
          <p:spPr>
            <a:xfrm>
              <a:off x="2372138" y="3356183"/>
              <a:ext cx="44745" cy="82412"/>
            </a:xfrm>
            <a:custGeom>
              <a:rect b="b" l="l" r="r" t="t"/>
              <a:pathLst>
                <a:path extrusionOk="0" h="3144" w="1707">
                  <a:moveTo>
                    <a:pt x="82" y="1"/>
                  </a:moveTo>
                  <a:cubicBezTo>
                    <a:pt x="55" y="1"/>
                    <a:pt x="27" y="7"/>
                    <a:pt x="1" y="18"/>
                  </a:cubicBezTo>
                  <a:cubicBezTo>
                    <a:pt x="159" y="461"/>
                    <a:pt x="518" y="1537"/>
                    <a:pt x="852" y="3144"/>
                  </a:cubicBezTo>
                  <a:cubicBezTo>
                    <a:pt x="1154" y="3056"/>
                    <a:pt x="1706" y="2360"/>
                    <a:pt x="1534" y="1713"/>
                  </a:cubicBezTo>
                  <a:cubicBezTo>
                    <a:pt x="1340" y="967"/>
                    <a:pt x="577" y="320"/>
                    <a:pt x="201" y="42"/>
                  </a:cubicBezTo>
                  <a:cubicBezTo>
                    <a:pt x="167" y="14"/>
                    <a:pt x="125" y="1"/>
                    <a:pt x="8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2" name="Google Shape;21462;p90"/>
            <p:cNvSpPr/>
            <p:nvPr/>
          </p:nvSpPr>
          <p:spPr>
            <a:xfrm>
              <a:off x="2245951" y="3524966"/>
              <a:ext cx="138376" cy="88441"/>
            </a:xfrm>
            <a:custGeom>
              <a:rect b="b" l="l" r="r" t="t"/>
              <a:pathLst>
                <a:path extrusionOk="0" h="3374" w="5279">
                  <a:moveTo>
                    <a:pt x="2840" y="1"/>
                  </a:moveTo>
                  <a:cubicBezTo>
                    <a:pt x="1758" y="1"/>
                    <a:pt x="634" y="429"/>
                    <a:pt x="166" y="629"/>
                  </a:cubicBezTo>
                  <a:cubicBezTo>
                    <a:pt x="46" y="682"/>
                    <a:pt x="1" y="830"/>
                    <a:pt x="74" y="939"/>
                  </a:cubicBezTo>
                  <a:cubicBezTo>
                    <a:pt x="437" y="1480"/>
                    <a:pt x="1506" y="2929"/>
                    <a:pt x="2793" y="3309"/>
                  </a:cubicBezTo>
                  <a:cubicBezTo>
                    <a:pt x="2944" y="3354"/>
                    <a:pt x="3098" y="3374"/>
                    <a:pt x="3251" y="3374"/>
                  </a:cubicBezTo>
                  <a:cubicBezTo>
                    <a:pt x="4147" y="3374"/>
                    <a:pt x="5011" y="2682"/>
                    <a:pt x="5135" y="2268"/>
                  </a:cubicBezTo>
                  <a:cubicBezTo>
                    <a:pt x="5279" y="1782"/>
                    <a:pt x="4776" y="429"/>
                    <a:pt x="3735" y="119"/>
                  </a:cubicBezTo>
                  <a:cubicBezTo>
                    <a:pt x="3451" y="35"/>
                    <a:pt x="3147" y="1"/>
                    <a:pt x="2840"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3" name="Google Shape;21463;p90"/>
            <p:cNvSpPr/>
            <p:nvPr/>
          </p:nvSpPr>
          <p:spPr>
            <a:xfrm>
              <a:off x="2246423" y="3524966"/>
              <a:ext cx="137904" cy="60656"/>
            </a:xfrm>
            <a:custGeom>
              <a:rect b="b" l="l" r="r" t="t"/>
              <a:pathLst>
                <a:path extrusionOk="0" h="2314" w="5261">
                  <a:moveTo>
                    <a:pt x="2822" y="1"/>
                  </a:moveTo>
                  <a:cubicBezTo>
                    <a:pt x="1740" y="1"/>
                    <a:pt x="616" y="429"/>
                    <a:pt x="148" y="629"/>
                  </a:cubicBezTo>
                  <a:cubicBezTo>
                    <a:pt x="49" y="671"/>
                    <a:pt x="0" y="784"/>
                    <a:pt x="35" y="882"/>
                  </a:cubicBezTo>
                  <a:cubicBezTo>
                    <a:pt x="1041" y="967"/>
                    <a:pt x="3921" y="1290"/>
                    <a:pt x="5099" y="2313"/>
                  </a:cubicBezTo>
                  <a:cubicBezTo>
                    <a:pt x="5106" y="2299"/>
                    <a:pt x="5113" y="2282"/>
                    <a:pt x="5117" y="2268"/>
                  </a:cubicBezTo>
                  <a:cubicBezTo>
                    <a:pt x="5261" y="1782"/>
                    <a:pt x="4758" y="429"/>
                    <a:pt x="3717" y="119"/>
                  </a:cubicBezTo>
                  <a:cubicBezTo>
                    <a:pt x="3433" y="35"/>
                    <a:pt x="3129" y="1"/>
                    <a:pt x="282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4" name="Google Shape;21464;p90"/>
            <p:cNvSpPr/>
            <p:nvPr/>
          </p:nvSpPr>
          <p:spPr>
            <a:xfrm>
              <a:off x="2305506" y="3443838"/>
              <a:ext cx="78008" cy="58952"/>
            </a:xfrm>
            <a:custGeom>
              <a:rect b="b" l="l" r="r" t="t"/>
              <a:pathLst>
                <a:path extrusionOk="0" h="2249" w="2976">
                  <a:moveTo>
                    <a:pt x="829" y="1"/>
                  </a:moveTo>
                  <a:cubicBezTo>
                    <a:pt x="589" y="1"/>
                    <a:pt x="376" y="18"/>
                    <a:pt x="222" y="35"/>
                  </a:cubicBezTo>
                  <a:cubicBezTo>
                    <a:pt x="88" y="49"/>
                    <a:pt x="0" y="187"/>
                    <a:pt x="46" y="313"/>
                  </a:cubicBezTo>
                  <a:cubicBezTo>
                    <a:pt x="197" y="753"/>
                    <a:pt x="584" y="1678"/>
                    <a:pt x="1235" y="2089"/>
                  </a:cubicBezTo>
                  <a:cubicBezTo>
                    <a:pt x="1417" y="2204"/>
                    <a:pt x="1626" y="2249"/>
                    <a:pt x="1832" y="2249"/>
                  </a:cubicBezTo>
                  <a:cubicBezTo>
                    <a:pt x="2271" y="2249"/>
                    <a:pt x="2695" y="2043"/>
                    <a:pt x="2810" y="1864"/>
                  </a:cubicBezTo>
                  <a:cubicBezTo>
                    <a:pt x="2975" y="1597"/>
                    <a:pt x="2905" y="703"/>
                    <a:pt x="2335" y="345"/>
                  </a:cubicBezTo>
                  <a:cubicBezTo>
                    <a:pt x="1901" y="70"/>
                    <a:pt x="1311" y="1"/>
                    <a:pt x="829"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5" name="Google Shape;21465;p90"/>
            <p:cNvSpPr/>
            <p:nvPr/>
          </p:nvSpPr>
          <p:spPr>
            <a:xfrm>
              <a:off x="2306502" y="3443838"/>
              <a:ext cx="77012" cy="49227"/>
            </a:xfrm>
            <a:custGeom>
              <a:rect b="b" l="l" r="r" t="t"/>
              <a:pathLst>
                <a:path extrusionOk="0" h="1878" w="2938">
                  <a:moveTo>
                    <a:pt x="791" y="1"/>
                  </a:moveTo>
                  <a:cubicBezTo>
                    <a:pt x="551" y="1"/>
                    <a:pt x="338" y="18"/>
                    <a:pt x="184" y="35"/>
                  </a:cubicBezTo>
                  <a:cubicBezTo>
                    <a:pt x="89" y="46"/>
                    <a:pt x="15" y="120"/>
                    <a:pt x="1" y="211"/>
                  </a:cubicBezTo>
                  <a:cubicBezTo>
                    <a:pt x="542" y="447"/>
                    <a:pt x="1861" y="1066"/>
                    <a:pt x="2758" y="1878"/>
                  </a:cubicBezTo>
                  <a:cubicBezTo>
                    <a:pt x="2761" y="1874"/>
                    <a:pt x="2768" y="1867"/>
                    <a:pt x="2772" y="1864"/>
                  </a:cubicBezTo>
                  <a:cubicBezTo>
                    <a:pt x="2937" y="1597"/>
                    <a:pt x="2867" y="703"/>
                    <a:pt x="2297" y="345"/>
                  </a:cubicBezTo>
                  <a:cubicBezTo>
                    <a:pt x="1863" y="70"/>
                    <a:pt x="1273" y="1"/>
                    <a:pt x="79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6" name="Google Shape;21466;p90"/>
            <p:cNvSpPr/>
            <p:nvPr/>
          </p:nvSpPr>
          <p:spPr>
            <a:xfrm>
              <a:off x="2422282" y="3466407"/>
              <a:ext cx="82071" cy="56488"/>
            </a:xfrm>
            <a:custGeom>
              <a:rect b="b" l="l" r="r" t="t"/>
              <a:pathLst>
                <a:path extrusionOk="0" h="2155" w="3131">
                  <a:moveTo>
                    <a:pt x="1795" y="1"/>
                  </a:moveTo>
                  <a:cubicBezTo>
                    <a:pt x="1451" y="1"/>
                    <a:pt x="1095" y="49"/>
                    <a:pt x="792" y="191"/>
                  </a:cubicBezTo>
                  <a:cubicBezTo>
                    <a:pt x="183" y="479"/>
                    <a:pt x="1" y="1355"/>
                    <a:pt x="138" y="1639"/>
                  </a:cubicBezTo>
                  <a:cubicBezTo>
                    <a:pt x="240" y="1857"/>
                    <a:pt x="725" y="2154"/>
                    <a:pt x="1220" y="2154"/>
                  </a:cubicBezTo>
                  <a:cubicBezTo>
                    <a:pt x="1373" y="2154"/>
                    <a:pt x="1527" y="2126"/>
                    <a:pt x="1671" y="2058"/>
                  </a:cubicBezTo>
                  <a:cubicBezTo>
                    <a:pt x="2367" y="1731"/>
                    <a:pt x="2863" y="862"/>
                    <a:pt x="3070" y="444"/>
                  </a:cubicBezTo>
                  <a:cubicBezTo>
                    <a:pt x="3130" y="321"/>
                    <a:pt x="3060" y="177"/>
                    <a:pt x="2930" y="145"/>
                  </a:cubicBezTo>
                  <a:cubicBezTo>
                    <a:pt x="2673" y="83"/>
                    <a:pt x="2245" y="1"/>
                    <a:pt x="1795"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7" name="Google Shape;21467;p90"/>
            <p:cNvSpPr/>
            <p:nvPr/>
          </p:nvSpPr>
          <p:spPr>
            <a:xfrm>
              <a:off x="2422282" y="3466407"/>
              <a:ext cx="81416" cy="45295"/>
            </a:xfrm>
            <a:custGeom>
              <a:rect b="b" l="l" r="r" t="t"/>
              <a:pathLst>
                <a:path extrusionOk="0" h="1728" w="3106">
                  <a:moveTo>
                    <a:pt x="1795" y="1"/>
                  </a:moveTo>
                  <a:cubicBezTo>
                    <a:pt x="1451" y="1"/>
                    <a:pt x="1095" y="49"/>
                    <a:pt x="792" y="191"/>
                  </a:cubicBezTo>
                  <a:cubicBezTo>
                    <a:pt x="183" y="479"/>
                    <a:pt x="1" y="1355"/>
                    <a:pt x="138" y="1639"/>
                  </a:cubicBezTo>
                  <a:cubicBezTo>
                    <a:pt x="152" y="1671"/>
                    <a:pt x="173" y="1699"/>
                    <a:pt x="198" y="1727"/>
                  </a:cubicBezTo>
                  <a:cubicBezTo>
                    <a:pt x="834" y="1066"/>
                    <a:pt x="2399" y="581"/>
                    <a:pt x="3081" y="391"/>
                  </a:cubicBezTo>
                  <a:cubicBezTo>
                    <a:pt x="3106" y="282"/>
                    <a:pt x="3039" y="173"/>
                    <a:pt x="2930" y="145"/>
                  </a:cubicBezTo>
                  <a:cubicBezTo>
                    <a:pt x="2673" y="83"/>
                    <a:pt x="2245" y="1"/>
                    <a:pt x="1795"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8" name="Google Shape;21468;p90"/>
            <p:cNvSpPr/>
            <p:nvPr/>
          </p:nvSpPr>
          <p:spPr>
            <a:xfrm>
              <a:off x="2238218" y="3348162"/>
              <a:ext cx="306765" cy="360999"/>
            </a:xfrm>
            <a:custGeom>
              <a:rect b="b" l="l" r="r" t="t"/>
              <a:pathLst>
                <a:path extrusionOk="0" h="13772" w="11703">
                  <a:moveTo>
                    <a:pt x="5183" y="503"/>
                  </a:moveTo>
                  <a:cubicBezTo>
                    <a:pt x="5535" y="763"/>
                    <a:pt x="6270" y="1382"/>
                    <a:pt x="6449" y="2068"/>
                  </a:cubicBezTo>
                  <a:cubicBezTo>
                    <a:pt x="6555" y="2465"/>
                    <a:pt x="6312" y="2898"/>
                    <a:pt x="6098" y="3116"/>
                  </a:cubicBezTo>
                  <a:cubicBezTo>
                    <a:pt x="5982" y="2595"/>
                    <a:pt x="5841" y="2082"/>
                    <a:pt x="5683" y="1575"/>
                  </a:cubicBezTo>
                  <a:cubicBezTo>
                    <a:pt x="5653" y="1474"/>
                    <a:pt x="5576" y="1431"/>
                    <a:pt x="5497" y="1431"/>
                  </a:cubicBezTo>
                  <a:cubicBezTo>
                    <a:pt x="5372" y="1431"/>
                    <a:pt x="5243" y="1541"/>
                    <a:pt x="5300" y="1699"/>
                  </a:cubicBezTo>
                  <a:cubicBezTo>
                    <a:pt x="5461" y="2205"/>
                    <a:pt x="5598" y="2718"/>
                    <a:pt x="5714" y="3242"/>
                  </a:cubicBezTo>
                  <a:cubicBezTo>
                    <a:pt x="5423" y="3172"/>
                    <a:pt x="4955" y="2908"/>
                    <a:pt x="4846" y="2490"/>
                  </a:cubicBezTo>
                  <a:cubicBezTo>
                    <a:pt x="4663" y="1801"/>
                    <a:pt x="5004" y="904"/>
                    <a:pt x="5183" y="503"/>
                  </a:cubicBezTo>
                  <a:close/>
                  <a:moveTo>
                    <a:pt x="3399" y="3851"/>
                  </a:moveTo>
                  <a:cubicBezTo>
                    <a:pt x="3852" y="3851"/>
                    <a:pt x="4399" y="3915"/>
                    <a:pt x="4793" y="4164"/>
                  </a:cubicBezTo>
                  <a:cubicBezTo>
                    <a:pt x="5131" y="4378"/>
                    <a:pt x="5254" y="4835"/>
                    <a:pt x="5254" y="5138"/>
                  </a:cubicBezTo>
                  <a:cubicBezTo>
                    <a:pt x="4649" y="4621"/>
                    <a:pt x="4114" y="4396"/>
                    <a:pt x="4076" y="4378"/>
                  </a:cubicBezTo>
                  <a:cubicBezTo>
                    <a:pt x="4050" y="4369"/>
                    <a:pt x="4024" y="4364"/>
                    <a:pt x="4001" y="4364"/>
                  </a:cubicBezTo>
                  <a:cubicBezTo>
                    <a:pt x="3806" y="4364"/>
                    <a:pt x="3711" y="4657"/>
                    <a:pt x="3921" y="4751"/>
                  </a:cubicBezTo>
                  <a:cubicBezTo>
                    <a:pt x="3932" y="4754"/>
                    <a:pt x="4477" y="4986"/>
                    <a:pt x="5071" y="5517"/>
                  </a:cubicBezTo>
                  <a:cubicBezTo>
                    <a:pt x="4915" y="5609"/>
                    <a:pt x="4658" y="5695"/>
                    <a:pt x="4396" y="5695"/>
                  </a:cubicBezTo>
                  <a:cubicBezTo>
                    <a:pt x="4227" y="5695"/>
                    <a:pt x="4057" y="5659"/>
                    <a:pt x="3911" y="5567"/>
                  </a:cubicBezTo>
                  <a:cubicBezTo>
                    <a:pt x="3309" y="5187"/>
                    <a:pt x="2944" y="4301"/>
                    <a:pt x="2799" y="3886"/>
                  </a:cubicBezTo>
                  <a:cubicBezTo>
                    <a:pt x="2949" y="3869"/>
                    <a:pt x="3161" y="3851"/>
                    <a:pt x="3399" y="3851"/>
                  </a:cubicBezTo>
                  <a:close/>
                  <a:moveTo>
                    <a:pt x="8812" y="4716"/>
                  </a:moveTo>
                  <a:cubicBezTo>
                    <a:pt x="9185" y="4719"/>
                    <a:pt x="9554" y="4768"/>
                    <a:pt x="9913" y="4856"/>
                  </a:cubicBezTo>
                  <a:cubicBezTo>
                    <a:pt x="9720" y="5250"/>
                    <a:pt x="9249" y="6087"/>
                    <a:pt x="8605" y="6386"/>
                  </a:cubicBezTo>
                  <a:cubicBezTo>
                    <a:pt x="8484" y="6444"/>
                    <a:pt x="8358" y="6464"/>
                    <a:pt x="8240" y="6464"/>
                  </a:cubicBezTo>
                  <a:cubicBezTo>
                    <a:pt x="8069" y="6464"/>
                    <a:pt x="7914" y="6421"/>
                    <a:pt x="7814" y="6386"/>
                  </a:cubicBezTo>
                  <a:cubicBezTo>
                    <a:pt x="7694" y="6340"/>
                    <a:pt x="7582" y="6284"/>
                    <a:pt x="7480" y="6210"/>
                  </a:cubicBezTo>
                  <a:cubicBezTo>
                    <a:pt x="7554" y="6147"/>
                    <a:pt x="7631" y="6091"/>
                    <a:pt x="7715" y="6038"/>
                  </a:cubicBezTo>
                  <a:cubicBezTo>
                    <a:pt x="7902" y="5918"/>
                    <a:pt x="7782" y="5664"/>
                    <a:pt x="7607" y="5664"/>
                  </a:cubicBezTo>
                  <a:cubicBezTo>
                    <a:pt x="7571" y="5664"/>
                    <a:pt x="7532" y="5675"/>
                    <a:pt x="7494" y="5700"/>
                  </a:cubicBezTo>
                  <a:cubicBezTo>
                    <a:pt x="7434" y="5739"/>
                    <a:pt x="7374" y="5778"/>
                    <a:pt x="7318" y="5820"/>
                  </a:cubicBezTo>
                  <a:cubicBezTo>
                    <a:pt x="7357" y="5517"/>
                    <a:pt x="7532" y="5060"/>
                    <a:pt x="7902" y="4884"/>
                  </a:cubicBezTo>
                  <a:cubicBezTo>
                    <a:pt x="8172" y="4758"/>
                    <a:pt x="8496" y="4716"/>
                    <a:pt x="8812" y="4716"/>
                  </a:cubicBezTo>
                  <a:close/>
                  <a:moveTo>
                    <a:pt x="3134" y="6947"/>
                  </a:moveTo>
                  <a:cubicBezTo>
                    <a:pt x="3424" y="6947"/>
                    <a:pt x="3708" y="6979"/>
                    <a:pt x="3974" y="7058"/>
                  </a:cubicBezTo>
                  <a:cubicBezTo>
                    <a:pt x="4522" y="7219"/>
                    <a:pt x="4853" y="7698"/>
                    <a:pt x="4997" y="7968"/>
                  </a:cubicBezTo>
                  <a:cubicBezTo>
                    <a:pt x="5117" y="8186"/>
                    <a:pt x="5201" y="8418"/>
                    <a:pt x="5240" y="8665"/>
                  </a:cubicBezTo>
                  <a:cubicBezTo>
                    <a:pt x="5155" y="8608"/>
                    <a:pt x="5067" y="8556"/>
                    <a:pt x="4976" y="8506"/>
                  </a:cubicBezTo>
                  <a:cubicBezTo>
                    <a:pt x="4466" y="8229"/>
                    <a:pt x="3830" y="8011"/>
                    <a:pt x="3081" y="7863"/>
                  </a:cubicBezTo>
                  <a:cubicBezTo>
                    <a:pt x="3066" y="7860"/>
                    <a:pt x="3052" y="7859"/>
                    <a:pt x="3039" y="7859"/>
                  </a:cubicBezTo>
                  <a:cubicBezTo>
                    <a:pt x="2816" y="7859"/>
                    <a:pt x="2761" y="8204"/>
                    <a:pt x="3003" y="8257"/>
                  </a:cubicBezTo>
                  <a:cubicBezTo>
                    <a:pt x="3619" y="8380"/>
                    <a:pt x="4519" y="8629"/>
                    <a:pt x="5159" y="9104"/>
                  </a:cubicBezTo>
                  <a:cubicBezTo>
                    <a:pt x="5043" y="9273"/>
                    <a:pt x="4811" y="9484"/>
                    <a:pt x="4498" y="9653"/>
                  </a:cubicBezTo>
                  <a:cubicBezTo>
                    <a:pt x="4294" y="9764"/>
                    <a:pt x="3941" y="9917"/>
                    <a:pt x="3545" y="9917"/>
                  </a:cubicBezTo>
                  <a:cubicBezTo>
                    <a:pt x="3415" y="9917"/>
                    <a:pt x="3280" y="9900"/>
                    <a:pt x="3144" y="9860"/>
                  </a:cubicBezTo>
                  <a:cubicBezTo>
                    <a:pt x="1920" y="9498"/>
                    <a:pt x="879" y="8081"/>
                    <a:pt x="531" y="7564"/>
                  </a:cubicBezTo>
                  <a:cubicBezTo>
                    <a:pt x="980" y="7371"/>
                    <a:pt x="2086" y="6947"/>
                    <a:pt x="3134" y="6947"/>
                  </a:cubicBezTo>
                  <a:close/>
                  <a:moveTo>
                    <a:pt x="9428" y="8619"/>
                  </a:moveTo>
                  <a:cubicBezTo>
                    <a:pt x="10163" y="8619"/>
                    <a:pt x="10866" y="8774"/>
                    <a:pt x="11211" y="8862"/>
                  </a:cubicBezTo>
                  <a:cubicBezTo>
                    <a:pt x="10961" y="9396"/>
                    <a:pt x="10216" y="10806"/>
                    <a:pt x="9161" y="11302"/>
                  </a:cubicBezTo>
                  <a:cubicBezTo>
                    <a:pt x="8978" y="11383"/>
                    <a:pt x="8781" y="11425"/>
                    <a:pt x="8580" y="11425"/>
                  </a:cubicBezTo>
                  <a:cubicBezTo>
                    <a:pt x="8007" y="11425"/>
                    <a:pt x="7441" y="11130"/>
                    <a:pt x="7216" y="10883"/>
                  </a:cubicBezTo>
                  <a:cubicBezTo>
                    <a:pt x="7919" y="10423"/>
                    <a:pt x="8869" y="9902"/>
                    <a:pt x="9959" y="9582"/>
                  </a:cubicBezTo>
                  <a:cubicBezTo>
                    <a:pt x="10068" y="9554"/>
                    <a:pt x="10131" y="9442"/>
                    <a:pt x="10099" y="9333"/>
                  </a:cubicBezTo>
                  <a:cubicBezTo>
                    <a:pt x="10074" y="9244"/>
                    <a:pt x="9992" y="9186"/>
                    <a:pt x="9904" y="9186"/>
                  </a:cubicBezTo>
                  <a:cubicBezTo>
                    <a:pt x="9884" y="9186"/>
                    <a:pt x="9863" y="9189"/>
                    <a:pt x="9843" y="9196"/>
                  </a:cubicBezTo>
                  <a:cubicBezTo>
                    <a:pt x="8756" y="9516"/>
                    <a:pt x="7810" y="10015"/>
                    <a:pt x="7096" y="10479"/>
                  </a:cubicBezTo>
                  <a:cubicBezTo>
                    <a:pt x="7107" y="9990"/>
                    <a:pt x="7392" y="9178"/>
                    <a:pt x="8021" y="8883"/>
                  </a:cubicBezTo>
                  <a:cubicBezTo>
                    <a:pt x="8440" y="8686"/>
                    <a:pt x="8939" y="8619"/>
                    <a:pt x="9428" y="8619"/>
                  </a:cubicBezTo>
                  <a:close/>
                  <a:moveTo>
                    <a:pt x="5102" y="0"/>
                  </a:moveTo>
                  <a:cubicBezTo>
                    <a:pt x="5030" y="0"/>
                    <a:pt x="4960" y="38"/>
                    <a:pt x="4923" y="106"/>
                  </a:cubicBezTo>
                  <a:cubicBezTo>
                    <a:pt x="4892" y="165"/>
                    <a:pt x="4178" y="1530"/>
                    <a:pt x="4456" y="2592"/>
                  </a:cubicBezTo>
                  <a:cubicBezTo>
                    <a:pt x="4631" y="3253"/>
                    <a:pt x="5345" y="3629"/>
                    <a:pt x="5799" y="3661"/>
                  </a:cubicBezTo>
                  <a:cubicBezTo>
                    <a:pt x="5954" y="4452"/>
                    <a:pt x="6052" y="5257"/>
                    <a:pt x="6098" y="6062"/>
                  </a:cubicBezTo>
                  <a:cubicBezTo>
                    <a:pt x="5950" y="5855"/>
                    <a:pt x="5788" y="5658"/>
                    <a:pt x="5609" y="5475"/>
                  </a:cubicBezTo>
                  <a:cubicBezTo>
                    <a:pt x="5739" y="5046"/>
                    <a:pt x="5609" y="4199"/>
                    <a:pt x="5008" y="3822"/>
                  </a:cubicBezTo>
                  <a:cubicBezTo>
                    <a:pt x="4533" y="3523"/>
                    <a:pt x="3901" y="3448"/>
                    <a:pt x="3389" y="3448"/>
                  </a:cubicBezTo>
                  <a:cubicBezTo>
                    <a:pt x="2905" y="3448"/>
                    <a:pt x="2529" y="3515"/>
                    <a:pt x="2497" y="3520"/>
                  </a:cubicBezTo>
                  <a:cubicBezTo>
                    <a:pt x="2381" y="3541"/>
                    <a:pt x="2311" y="3657"/>
                    <a:pt x="2339" y="3770"/>
                  </a:cubicBezTo>
                  <a:cubicBezTo>
                    <a:pt x="2356" y="3833"/>
                    <a:pt x="2764" y="5324"/>
                    <a:pt x="3693" y="5908"/>
                  </a:cubicBezTo>
                  <a:cubicBezTo>
                    <a:pt x="3902" y="6035"/>
                    <a:pt x="4138" y="6101"/>
                    <a:pt x="4381" y="6101"/>
                  </a:cubicBezTo>
                  <a:cubicBezTo>
                    <a:pt x="4387" y="6101"/>
                    <a:pt x="4393" y="6101"/>
                    <a:pt x="4399" y="6101"/>
                  </a:cubicBezTo>
                  <a:cubicBezTo>
                    <a:pt x="4744" y="6101"/>
                    <a:pt x="5078" y="5996"/>
                    <a:pt x="5363" y="5802"/>
                  </a:cubicBezTo>
                  <a:cubicBezTo>
                    <a:pt x="5669" y="6129"/>
                    <a:pt x="5929" y="6495"/>
                    <a:pt x="6126" y="6896"/>
                  </a:cubicBezTo>
                  <a:cubicBezTo>
                    <a:pt x="6136" y="7726"/>
                    <a:pt x="6094" y="8556"/>
                    <a:pt x="5999" y="9378"/>
                  </a:cubicBezTo>
                  <a:cubicBezTo>
                    <a:pt x="5897" y="9231"/>
                    <a:pt x="5778" y="9097"/>
                    <a:pt x="5644" y="8974"/>
                  </a:cubicBezTo>
                  <a:cubicBezTo>
                    <a:pt x="5743" y="8324"/>
                    <a:pt x="5159" y="6987"/>
                    <a:pt x="4086" y="6671"/>
                  </a:cubicBezTo>
                  <a:cubicBezTo>
                    <a:pt x="3797" y="6585"/>
                    <a:pt x="3476" y="6541"/>
                    <a:pt x="3126" y="6541"/>
                  </a:cubicBezTo>
                  <a:cubicBezTo>
                    <a:pt x="2633" y="6541"/>
                    <a:pt x="2083" y="6627"/>
                    <a:pt x="1481" y="6797"/>
                  </a:cubicBezTo>
                  <a:cubicBezTo>
                    <a:pt x="1024" y="6927"/>
                    <a:pt x="577" y="7093"/>
                    <a:pt x="144" y="7293"/>
                  </a:cubicBezTo>
                  <a:cubicBezTo>
                    <a:pt x="39" y="7346"/>
                    <a:pt x="0" y="7476"/>
                    <a:pt x="64" y="7578"/>
                  </a:cubicBezTo>
                  <a:cubicBezTo>
                    <a:pt x="313" y="7982"/>
                    <a:pt x="598" y="8366"/>
                    <a:pt x="911" y="8721"/>
                  </a:cubicBezTo>
                  <a:cubicBezTo>
                    <a:pt x="1618" y="9526"/>
                    <a:pt x="2332" y="10040"/>
                    <a:pt x="3028" y="10247"/>
                  </a:cubicBezTo>
                  <a:cubicBezTo>
                    <a:pt x="3197" y="10296"/>
                    <a:pt x="3369" y="10321"/>
                    <a:pt x="3545" y="10321"/>
                  </a:cubicBezTo>
                  <a:cubicBezTo>
                    <a:pt x="4027" y="10321"/>
                    <a:pt x="4449" y="10142"/>
                    <a:pt x="4691" y="10008"/>
                  </a:cubicBezTo>
                  <a:cubicBezTo>
                    <a:pt x="5015" y="9832"/>
                    <a:pt x="5296" y="9596"/>
                    <a:pt x="5465" y="9368"/>
                  </a:cubicBezTo>
                  <a:cubicBezTo>
                    <a:pt x="5676" y="9575"/>
                    <a:pt x="5827" y="9836"/>
                    <a:pt x="5901" y="10124"/>
                  </a:cubicBezTo>
                  <a:cubicBezTo>
                    <a:pt x="5813" y="10690"/>
                    <a:pt x="5707" y="11218"/>
                    <a:pt x="5595" y="11682"/>
                  </a:cubicBezTo>
                  <a:lnTo>
                    <a:pt x="5595" y="11692"/>
                  </a:lnTo>
                  <a:cubicBezTo>
                    <a:pt x="5391" y="12550"/>
                    <a:pt x="5176" y="13194"/>
                    <a:pt x="5053" y="13493"/>
                  </a:cubicBezTo>
                  <a:cubicBezTo>
                    <a:pt x="4988" y="13652"/>
                    <a:pt x="5119" y="13772"/>
                    <a:pt x="5248" y="13772"/>
                  </a:cubicBezTo>
                  <a:cubicBezTo>
                    <a:pt x="5321" y="13772"/>
                    <a:pt x="5393" y="13734"/>
                    <a:pt x="5430" y="13644"/>
                  </a:cubicBezTo>
                  <a:cubicBezTo>
                    <a:pt x="5444" y="13605"/>
                    <a:pt x="5711" y="12948"/>
                    <a:pt x="5978" y="11836"/>
                  </a:cubicBezTo>
                  <a:cubicBezTo>
                    <a:pt x="6267" y="11580"/>
                    <a:pt x="6572" y="11337"/>
                    <a:pt x="6889" y="11116"/>
                  </a:cubicBezTo>
                  <a:cubicBezTo>
                    <a:pt x="7184" y="11474"/>
                    <a:pt x="7881" y="11829"/>
                    <a:pt x="8584" y="11829"/>
                  </a:cubicBezTo>
                  <a:cubicBezTo>
                    <a:pt x="8591" y="11830"/>
                    <a:pt x="8599" y="11830"/>
                    <a:pt x="8607" y="11830"/>
                  </a:cubicBezTo>
                  <a:cubicBezTo>
                    <a:pt x="8856" y="11830"/>
                    <a:pt x="9104" y="11773"/>
                    <a:pt x="9333" y="11668"/>
                  </a:cubicBezTo>
                  <a:cubicBezTo>
                    <a:pt x="10782" y="10989"/>
                    <a:pt x="11643" y="8897"/>
                    <a:pt x="11682" y="8809"/>
                  </a:cubicBezTo>
                  <a:cubicBezTo>
                    <a:pt x="11703" y="8756"/>
                    <a:pt x="11699" y="8696"/>
                    <a:pt x="11675" y="8644"/>
                  </a:cubicBezTo>
                  <a:cubicBezTo>
                    <a:pt x="11650" y="8594"/>
                    <a:pt x="11605" y="8556"/>
                    <a:pt x="11552" y="8538"/>
                  </a:cubicBezTo>
                  <a:cubicBezTo>
                    <a:pt x="11491" y="8519"/>
                    <a:pt x="10513" y="8216"/>
                    <a:pt x="9439" y="8216"/>
                  </a:cubicBezTo>
                  <a:cubicBezTo>
                    <a:pt x="8900" y="8216"/>
                    <a:pt x="8336" y="8292"/>
                    <a:pt x="7852" y="8520"/>
                  </a:cubicBezTo>
                  <a:cubicBezTo>
                    <a:pt x="6970" y="8935"/>
                    <a:pt x="6608" y="10106"/>
                    <a:pt x="6713" y="10739"/>
                  </a:cubicBezTo>
                  <a:cubicBezTo>
                    <a:pt x="6481" y="10901"/>
                    <a:pt x="6281" y="11052"/>
                    <a:pt x="6122" y="11182"/>
                  </a:cubicBezTo>
                  <a:cubicBezTo>
                    <a:pt x="6196" y="10824"/>
                    <a:pt x="6267" y="10433"/>
                    <a:pt x="6326" y="10011"/>
                  </a:cubicBezTo>
                  <a:cubicBezTo>
                    <a:pt x="6439" y="9241"/>
                    <a:pt x="6506" y="8464"/>
                    <a:pt x="6527" y="7687"/>
                  </a:cubicBezTo>
                  <a:cubicBezTo>
                    <a:pt x="6639" y="7237"/>
                    <a:pt x="6864" y="6826"/>
                    <a:pt x="7181" y="6484"/>
                  </a:cubicBezTo>
                  <a:cubicBezTo>
                    <a:pt x="7483" y="6727"/>
                    <a:pt x="7856" y="6861"/>
                    <a:pt x="8239" y="6868"/>
                  </a:cubicBezTo>
                  <a:cubicBezTo>
                    <a:pt x="8426" y="6868"/>
                    <a:pt x="8609" y="6829"/>
                    <a:pt x="8777" y="6752"/>
                  </a:cubicBezTo>
                  <a:cubicBezTo>
                    <a:pt x="9772" y="6284"/>
                    <a:pt x="10360" y="4860"/>
                    <a:pt x="10384" y="4800"/>
                  </a:cubicBezTo>
                  <a:cubicBezTo>
                    <a:pt x="10430" y="4691"/>
                    <a:pt x="10370" y="4564"/>
                    <a:pt x="10258" y="4529"/>
                  </a:cubicBezTo>
                  <a:cubicBezTo>
                    <a:pt x="10216" y="4518"/>
                    <a:pt x="9552" y="4312"/>
                    <a:pt x="8821" y="4312"/>
                  </a:cubicBezTo>
                  <a:cubicBezTo>
                    <a:pt x="8451" y="4312"/>
                    <a:pt x="8063" y="4365"/>
                    <a:pt x="7729" y="4522"/>
                  </a:cubicBezTo>
                  <a:cubicBezTo>
                    <a:pt x="7054" y="4839"/>
                    <a:pt x="6833" y="5725"/>
                    <a:pt x="6945" y="6147"/>
                  </a:cubicBezTo>
                  <a:cubicBezTo>
                    <a:pt x="6787" y="6305"/>
                    <a:pt x="6646" y="6481"/>
                    <a:pt x="6527" y="6671"/>
                  </a:cubicBezTo>
                  <a:cubicBezTo>
                    <a:pt x="6523" y="6502"/>
                    <a:pt x="6516" y="6333"/>
                    <a:pt x="6509" y="6168"/>
                  </a:cubicBezTo>
                  <a:cubicBezTo>
                    <a:pt x="6467" y="5289"/>
                    <a:pt x="6358" y="4417"/>
                    <a:pt x="6189" y="3555"/>
                  </a:cubicBezTo>
                  <a:cubicBezTo>
                    <a:pt x="6572" y="3309"/>
                    <a:pt x="7012" y="2627"/>
                    <a:pt x="6840" y="1966"/>
                  </a:cubicBezTo>
                  <a:cubicBezTo>
                    <a:pt x="6562" y="904"/>
                    <a:pt x="5264" y="67"/>
                    <a:pt x="5212" y="32"/>
                  </a:cubicBezTo>
                  <a:cubicBezTo>
                    <a:pt x="5177" y="10"/>
                    <a:pt x="5139" y="0"/>
                    <a:pt x="51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9" name="Google Shape;21469;p90"/>
            <p:cNvSpPr/>
            <p:nvPr/>
          </p:nvSpPr>
          <p:spPr>
            <a:xfrm>
              <a:off x="2282517" y="3550208"/>
              <a:ext cx="20053" cy="11088"/>
            </a:xfrm>
            <a:custGeom>
              <a:rect b="b" l="l" r="r" t="t"/>
              <a:pathLst>
                <a:path extrusionOk="0" h="423" w="765">
                  <a:moveTo>
                    <a:pt x="276" y="0"/>
                  </a:moveTo>
                  <a:cubicBezTo>
                    <a:pt x="19" y="0"/>
                    <a:pt x="0" y="380"/>
                    <a:pt x="258" y="401"/>
                  </a:cubicBezTo>
                  <a:cubicBezTo>
                    <a:pt x="258" y="401"/>
                    <a:pt x="339" y="408"/>
                    <a:pt x="473" y="422"/>
                  </a:cubicBezTo>
                  <a:lnTo>
                    <a:pt x="494" y="422"/>
                  </a:lnTo>
                  <a:cubicBezTo>
                    <a:pt x="747" y="419"/>
                    <a:pt x="765" y="46"/>
                    <a:pt x="515" y="18"/>
                  </a:cubicBezTo>
                  <a:lnTo>
                    <a:pt x="515" y="18"/>
                  </a:lnTo>
                  <a:lnTo>
                    <a:pt x="515" y="21"/>
                  </a:lnTo>
                  <a:cubicBezTo>
                    <a:pt x="371" y="4"/>
                    <a:pt x="286" y="0"/>
                    <a:pt x="283" y="0"/>
                  </a:cubicBezTo>
                  <a:cubicBezTo>
                    <a:pt x="281" y="0"/>
                    <a:pt x="278" y="0"/>
                    <a:pt x="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0" name="Google Shape;21470;p90"/>
            <p:cNvSpPr/>
            <p:nvPr/>
          </p:nvSpPr>
          <p:spPr>
            <a:xfrm>
              <a:off x="2450120" y="3485359"/>
              <a:ext cx="21127" cy="12503"/>
            </a:xfrm>
            <a:custGeom>
              <a:rect b="b" l="l" r="r" t="t"/>
              <a:pathLst>
                <a:path extrusionOk="0" h="477" w="806">
                  <a:moveTo>
                    <a:pt x="522" y="1"/>
                  </a:moveTo>
                  <a:cubicBezTo>
                    <a:pt x="503" y="1"/>
                    <a:pt x="483" y="3"/>
                    <a:pt x="461" y="9"/>
                  </a:cubicBezTo>
                  <a:cubicBezTo>
                    <a:pt x="380" y="34"/>
                    <a:pt x="296" y="58"/>
                    <a:pt x="215" y="83"/>
                  </a:cubicBezTo>
                  <a:cubicBezTo>
                    <a:pt x="1" y="157"/>
                    <a:pt x="53" y="477"/>
                    <a:pt x="282" y="477"/>
                  </a:cubicBezTo>
                  <a:cubicBezTo>
                    <a:pt x="303" y="477"/>
                    <a:pt x="324" y="473"/>
                    <a:pt x="345" y="466"/>
                  </a:cubicBezTo>
                  <a:cubicBezTo>
                    <a:pt x="415" y="442"/>
                    <a:pt x="493" y="421"/>
                    <a:pt x="567" y="399"/>
                  </a:cubicBezTo>
                  <a:cubicBezTo>
                    <a:pt x="806" y="335"/>
                    <a:pt x="736"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71" name="Google Shape;21471;p90"/>
          <p:cNvGrpSpPr/>
          <p:nvPr/>
        </p:nvGrpSpPr>
        <p:grpSpPr>
          <a:xfrm>
            <a:off x="2794028" y="3348110"/>
            <a:ext cx="290461" cy="360658"/>
            <a:chOff x="2794028" y="3348110"/>
            <a:chExt cx="290461" cy="360658"/>
          </a:xfrm>
        </p:grpSpPr>
        <p:sp>
          <p:nvSpPr>
            <p:cNvPr id="21472" name="Google Shape;21472;p90"/>
            <p:cNvSpPr/>
            <p:nvPr/>
          </p:nvSpPr>
          <p:spPr>
            <a:xfrm>
              <a:off x="2799559" y="3353379"/>
              <a:ext cx="279399" cy="276883"/>
            </a:xfrm>
            <a:custGeom>
              <a:rect b="b" l="l" r="r" t="t"/>
              <a:pathLst>
                <a:path extrusionOk="0" h="10563" w="10659">
                  <a:moveTo>
                    <a:pt x="3831" y="1"/>
                  </a:moveTo>
                  <a:cubicBezTo>
                    <a:pt x="3679" y="1"/>
                    <a:pt x="3527" y="24"/>
                    <a:pt x="3380" y="72"/>
                  </a:cubicBezTo>
                  <a:cubicBezTo>
                    <a:pt x="2982" y="195"/>
                    <a:pt x="2655" y="469"/>
                    <a:pt x="2465" y="838"/>
                  </a:cubicBezTo>
                  <a:cubicBezTo>
                    <a:pt x="2402" y="965"/>
                    <a:pt x="2279" y="1053"/>
                    <a:pt x="2138" y="1067"/>
                  </a:cubicBezTo>
                  <a:cubicBezTo>
                    <a:pt x="1727" y="1120"/>
                    <a:pt x="1354" y="1334"/>
                    <a:pt x="1105" y="1665"/>
                  </a:cubicBezTo>
                  <a:cubicBezTo>
                    <a:pt x="865" y="1971"/>
                    <a:pt x="756" y="2358"/>
                    <a:pt x="802" y="2744"/>
                  </a:cubicBezTo>
                  <a:cubicBezTo>
                    <a:pt x="996" y="4183"/>
                    <a:pt x="3204" y="4858"/>
                    <a:pt x="4463" y="5129"/>
                  </a:cubicBezTo>
                  <a:cubicBezTo>
                    <a:pt x="4051" y="5072"/>
                    <a:pt x="3532" y="5020"/>
                    <a:pt x="2995" y="5020"/>
                  </a:cubicBezTo>
                  <a:cubicBezTo>
                    <a:pt x="1869" y="5020"/>
                    <a:pt x="665" y="5246"/>
                    <a:pt x="208" y="6117"/>
                  </a:cubicBezTo>
                  <a:cubicBezTo>
                    <a:pt x="32" y="6461"/>
                    <a:pt x="0" y="6862"/>
                    <a:pt x="120" y="7231"/>
                  </a:cubicBezTo>
                  <a:cubicBezTo>
                    <a:pt x="243" y="7629"/>
                    <a:pt x="517" y="7959"/>
                    <a:pt x="887" y="8146"/>
                  </a:cubicBezTo>
                  <a:cubicBezTo>
                    <a:pt x="1013" y="8209"/>
                    <a:pt x="1101" y="8332"/>
                    <a:pt x="1115" y="8473"/>
                  </a:cubicBezTo>
                  <a:cubicBezTo>
                    <a:pt x="1168" y="8884"/>
                    <a:pt x="1382" y="9257"/>
                    <a:pt x="1713" y="9506"/>
                  </a:cubicBezTo>
                  <a:cubicBezTo>
                    <a:pt x="1973" y="9710"/>
                    <a:pt x="2292" y="9819"/>
                    <a:pt x="2619" y="9819"/>
                  </a:cubicBezTo>
                  <a:cubicBezTo>
                    <a:pt x="2677" y="9819"/>
                    <a:pt x="2735" y="9816"/>
                    <a:pt x="2792" y="9809"/>
                  </a:cubicBezTo>
                  <a:cubicBezTo>
                    <a:pt x="4231" y="9615"/>
                    <a:pt x="4906" y="7411"/>
                    <a:pt x="5177" y="6148"/>
                  </a:cubicBezTo>
                  <a:lnTo>
                    <a:pt x="5177" y="6148"/>
                  </a:lnTo>
                  <a:cubicBezTo>
                    <a:pt x="5001" y="7425"/>
                    <a:pt x="4878" y="9732"/>
                    <a:pt x="6165" y="10403"/>
                  </a:cubicBezTo>
                  <a:cubicBezTo>
                    <a:pt x="6372" y="10509"/>
                    <a:pt x="6599" y="10562"/>
                    <a:pt x="6828" y="10562"/>
                  </a:cubicBezTo>
                  <a:cubicBezTo>
                    <a:pt x="6980" y="10562"/>
                    <a:pt x="7132" y="10539"/>
                    <a:pt x="7279" y="10491"/>
                  </a:cubicBezTo>
                  <a:cubicBezTo>
                    <a:pt x="7677" y="10372"/>
                    <a:pt x="8007" y="10094"/>
                    <a:pt x="8194" y="9724"/>
                  </a:cubicBezTo>
                  <a:cubicBezTo>
                    <a:pt x="8257" y="9598"/>
                    <a:pt x="8380" y="9514"/>
                    <a:pt x="8521" y="9496"/>
                  </a:cubicBezTo>
                  <a:cubicBezTo>
                    <a:pt x="8932" y="9443"/>
                    <a:pt x="9305" y="9229"/>
                    <a:pt x="9555" y="8898"/>
                  </a:cubicBezTo>
                  <a:cubicBezTo>
                    <a:pt x="9794" y="8592"/>
                    <a:pt x="9903" y="8205"/>
                    <a:pt x="9857" y="7819"/>
                  </a:cubicBezTo>
                  <a:cubicBezTo>
                    <a:pt x="9664" y="6380"/>
                    <a:pt x="7459" y="5705"/>
                    <a:pt x="6196" y="5434"/>
                  </a:cubicBezTo>
                  <a:lnTo>
                    <a:pt x="6196" y="5434"/>
                  </a:lnTo>
                  <a:cubicBezTo>
                    <a:pt x="6609" y="5491"/>
                    <a:pt x="7130" y="5543"/>
                    <a:pt x="7669" y="5543"/>
                  </a:cubicBezTo>
                  <a:cubicBezTo>
                    <a:pt x="8794" y="5543"/>
                    <a:pt x="9997" y="5318"/>
                    <a:pt x="10451" y="4450"/>
                  </a:cubicBezTo>
                  <a:cubicBezTo>
                    <a:pt x="10627" y="4102"/>
                    <a:pt x="10659" y="3701"/>
                    <a:pt x="10539" y="3332"/>
                  </a:cubicBezTo>
                  <a:cubicBezTo>
                    <a:pt x="10420" y="2934"/>
                    <a:pt x="10142" y="2607"/>
                    <a:pt x="9773" y="2417"/>
                  </a:cubicBezTo>
                  <a:cubicBezTo>
                    <a:pt x="9646" y="2354"/>
                    <a:pt x="9558" y="2231"/>
                    <a:pt x="9544" y="2090"/>
                  </a:cubicBezTo>
                  <a:cubicBezTo>
                    <a:pt x="9491" y="1679"/>
                    <a:pt x="9277" y="1306"/>
                    <a:pt x="8946" y="1056"/>
                  </a:cubicBezTo>
                  <a:cubicBezTo>
                    <a:pt x="8686" y="853"/>
                    <a:pt x="8367" y="744"/>
                    <a:pt x="8040" y="744"/>
                  </a:cubicBezTo>
                  <a:cubicBezTo>
                    <a:pt x="7982" y="744"/>
                    <a:pt x="7925" y="747"/>
                    <a:pt x="7867" y="754"/>
                  </a:cubicBezTo>
                  <a:cubicBezTo>
                    <a:pt x="6428" y="947"/>
                    <a:pt x="5753" y="3156"/>
                    <a:pt x="5483" y="4415"/>
                  </a:cubicBezTo>
                  <a:cubicBezTo>
                    <a:pt x="5658" y="3142"/>
                    <a:pt x="5781" y="835"/>
                    <a:pt x="4498" y="160"/>
                  </a:cubicBezTo>
                  <a:cubicBezTo>
                    <a:pt x="4289" y="54"/>
                    <a:pt x="4060" y="1"/>
                    <a:pt x="383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3" name="Google Shape;21473;p90"/>
            <p:cNvSpPr/>
            <p:nvPr/>
          </p:nvSpPr>
          <p:spPr>
            <a:xfrm>
              <a:off x="2799559" y="3484992"/>
              <a:ext cx="139765" cy="85689"/>
            </a:xfrm>
            <a:custGeom>
              <a:rect b="b" l="l" r="r" t="t"/>
              <a:pathLst>
                <a:path extrusionOk="0" h="3269" w="5332">
                  <a:moveTo>
                    <a:pt x="2994" y="0"/>
                  </a:moveTo>
                  <a:cubicBezTo>
                    <a:pt x="1868" y="0"/>
                    <a:pt x="665" y="226"/>
                    <a:pt x="211" y="1096"/>
                  </a:cubicBezTo>
                  <a:cubicBezTo>
                    <a:pt x="32" y="1440"/>
                    <a:pt x="0" y="1845"/>
                    <a:pt x="123" y="2214"/>
                  </a:cubicBezTo>
                  <a:cubicBezTo>
                    <a:pt x="243" y="2608"/>
                    <a:pt x="521" y="2938"/>
                    <a:pt x="890" y="3128"/>
                  </a:cubicBezTo>
                  <a:cubicBezTo>
                    <a:pt x="953" y="3160"/>
                    <a:pt x="1006" y="3209"/>
                    <a:pt x="1048" y="3269"/>
                  </a:cubicBezTo>
                  <a:lnTo>
                    <a:pt x="5331" y="262"/>
                  </a:lnTo>
                  <a:cubicBezTo>
                    <a:pt x="5331" y="262"/>
                    <a:pt x="4207" y="0"/>
                    <a:pt x="2994"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4" name="Google Shape;21474;p90"/>
            <p:cNvSpPr/>
            <p:nvPr/>
          </p:nvSpPr>
          <p:spPr>
            <a:xfrm>
              <a:off x="2939298" y="3413222"/>
              <a:ext cx="139660" cy="85531"/>
            </a:xfrm>
            <a:custGeom>
              <a:rect b="b" l="l" r="r" t="t"/>
              <a:pathLst>
                <a:path extrusionOk="0" h="3263" w="5328">
                  <a:moveTo>
                    <a:pt x="4287" y="1"/>
                  </a:moveTo>
                  <a:lnTo>
                    <a:pt x="0" y="3000"/>
                  </a:lnTo>
                  <a:cubicBezTo>
                    <a:pt x="0" y="3000"/>
                    <a:pt x="1123" y="3262"/>
                    <a:pt x="2337" y="3262"/>
                  </a:cubicBezTo>
                  <a:cubicBezTo>
                    <a:pt x="3462" y="3262"/>
                    <a:pt x="4665" y="3037"/>
                    <a:pt x="5120" y="2167"/>
                  </a:cubicBezTo>
                  <a:cubicBezTo>
                    <a:pt x="5296" y="1819"/>
                    <a:pt x="5328" y="1418"/>
                    <a:pt x="5208" y="1049"/>
                  </a:cubicBezTo>
                  <a:cubicBezTo>
                    <a:pt x="5089" y="651"/>
                    <a:pt x="4811" y="324"/>
                    <a:pt x="4442" y="134"/>
                  </a:cubicBezTo>
                  <a:cubicBezTo>
                    <a:pt x="4378" y="103"/>
                    <a:pt x="4326" y="57"/>
                    <a:pt x="4287"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5" name="Google Shape;21475;p90"/>
            <p:cNvSpPr/>
            <p:nvPr/>
          </p:nvSpPr>
          <p:spPr>
            <a:xfrm>
              <a:off x="2860582" y="3353379"/>
              <a:ext cx="104273" cy="138507"/>
            </a:xfrm>
            <a:custGeom>
              <a:rect b="b" l="l" r="r" t="t"/>
              <a:pathLst>
                <a:path extrusionOk="0" h="5284" w="3978">
                  <a:moveTo>
                    <a:pt x="1501" y="1"/>
                  </a:moveTo>
                  <a:cubicBezTo>
                    <a:pt x="1348" y="1"/>
                    <a:pt x="1196" y="24"/>
                    <a:pt x="1048" y="72"/>
                  </a:cubicBezTo>
                  <a:cubicBezTo>
                    <a:pt x="654" y="195"/>
                    <a:pt x="324" y="469"/>
                    <a:pt x="137" y="838"/>
                  </a:cubicBezTo>
                  <a:cubicBezTo>
                    <a:pt x="106" y="902"/>
                    <a:pt x="57" y="955"/>
                    <a:pt x="0" y="997"/>
                  </a:cubicBezTo>
                  <a:lnTo>
                    <a:pt x="3003" y="5283"/>
                  </a:lnTo>
                  <a:cubicBezTo>
                    <a:pt x="3003" y="5283"/>
                    <a:pt x="3977" y="1106"/>
                    <a:pt x="2166" y="160"/>
                  </a:cubicBezTo>
                  <a:cubicBezTo>
                    <a:pt x="1959" y="54"/>
                    <a:pt x="1731" y="1"/>
                    <a:pt x="150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6" name="Google Shape;21476;p90"/>
            <p:cNvSpPr/>
            <p:nvPr/>
          </p:nvSpPr>
          <p:spPr>
            <a:xfrm>
              <a:off x="2913767" y="3491859"/>
              <a:ext cx="104168" cy="138481"/>
            </a:xfrm>
            <a:custGeom>
              <a:rect b="b" l="l" r="r" t="t"/>
              <a:pathLst>
                <a:path extrusionOk="0" h="5283" w="3974">
                  <a:moveTo>
                    <a:pt x="974" y="0"/>
                  </a:moveTo>
                  <a:cubicBezTo>
                    <a:pt x="974" y="0"/>
                    <a:pt x="0" y="4174"/>
                    <a:pt x="1808" y="5124"/>
                  </a:cubicBezTo>
                  <a:cubicBezTo>
                    <a:pt x="2017" y="5229"/>
                    <a:pt x="2245" y="5283"/>
                    <a:pt x="2474" y="5283"/>
                  </a:cubicBezTo>
                  <a:cubicBezTo>
                    <a:pt x="2626" y="5283"/>
                    <a:pt x="2779" y="5259"/>
                    <a:pt x="2926" y="5212"/>
                  </a:cubicBezTo>
                  <a:cubicBezTo>
                    <a:pt x="3323" y="5089"/>
                    <a:pt x="3650" y="4811"/>
                    <a:pt x="3840" y="4445"/>
                  </a:cubicBezTo>
                  <a:cubicBezTo>
                    <a:pt x="3872" y="4382"/>
                    <a:pt x="3918" y="4329"/>
                    <a:pt x="3974" y="4287"/>
                  </a:cubicBezTo>
                  <a:lnTo>
                    <a:pt x="974"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7" name="Google Shape;21477;p90"/>
            <p:cNvSpPr/>
            <p:nvPr/>
          </p:nvSpPr>
          <p:spPr>
            <a:xfrm>
              <a:off x="2835785" y="3547351"/>
              <a:ext cx="24194" cy="16881"/>
            </a:xfrm>
            <a:custGeom>
              <a:rect b="b" l="l" r="r" t="t"/>
              <a:pathLst>
                <a:path extrusionOk="0" h="644" w="923">
                  <a:moveTo>
                    <a:pt x="636" y="1"/>
                  </a:moveTo>
                  <a:cubicBezTo>
                    <a:pt x="599" y="1"/>
                    <a:pt x="560" y="12"/>
                    <a:pt x="521" y="39"/>
                  </a:cubicBezTo>
                  <a:lnTo>
                    <a:pt x="187" y="271"/>
                  </a:lnTo>
                  <a:cubicBezTo>
                    <a:pt x="0" y="394"/>
                    <a:pt x="125" y="644"/>
                    <a:pt x="298" y="644"/>
                  </a:cubicBezTo>
                  <a:cubicBezTo>
                    <a:pt x="337" y="644"/>
                    <a:pt x="378" y="631"/>
                    <a:pt x="419" y="601"/>
                  </a:cubicBezTo>
                  <a:lnTo>
                    <a:pt x="749" y="369"/>
                  </a:lnTo>
                  <a:cubicBezTo>
                    <a:pt x="922" y="240"/>
                    <a:pt x="804" y="1"/>
                    <a:pt x="6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8" name="Google Shape;21478;p90"/>
            <p:cNvSpPr/>
            <p:nvPr/>
          </p:nvSpPr>
          <p:spPr>
            <a:xfrm>
              <a:off x="2861866" y="3507849"/>
              <a:ext cx="54627" cy="38139"/>
            </a:xfrm>
            <a:custGeom>
              <a:rect b="b" l="l" r="r" t="t"/>
              <a:pathLst>
                <a:path extrusionOk="0" h="1455" w="2084">
                  <a:moveTo>
                    <a:pt x="1792" y="1"/>
                  </a:moveTo>
                  <a:cubicBezTo>
                    <a:pt x="1756" y="1"/>
                    <a:pt x="1717" y="12"/>
                    <a:pt x="1678" y="37"/>
                  </a:cubicBezTo>
                  <a:lnTo>
                    <a:pt x="187" y="1082"/>
                  </a:lnTo>
                  <a:cubicBezTo>
                    <a:pt x="0" y="1205"/>
                    <a:pt x="125" y="1455"/>
                    <a:pt x="298" y="1455"/>
                  </a:cubicBezTo>
                  <a:cubicBezTo>
                    <a:pt x="337" y="1455"/>
                    <a:pt x="378" y="1442"/>
                    <a:pt x="419" y="1412"/>
                  </a:cubicBezTo>
                  <a:lnTo>
                    <a:pt x="1910" y="368"/>
                  </a:lnTo>
                  <a:cubicBezTo>
                    <a:pt x="2083" y="238"/>
                    <a:pt x="1962" y="1"/>
                    <a:pt x="17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9" name="Google Shape;21479;p90"/>
            <p:cNvSpPr/>
            <p:nvPr/>
          </p:nvSpPr>
          <p:spPr>
            <a:xfrm>
              <a:off x="2794028" y="3348110"/>
              <a:ext cx="290461" cy="360658"/>
            </a:xfrm>
            <a:custGeom>
              <a:rect b="b" l="l" r="r" t="t"/>
              <a:pathLst>
                <a:path extrusionOk="0" h="13759" w="11081">
                  <a:moveTo>
                    <a:pt x="4048" y="407"/>
                  </a:moveTo>
                  <a:cubicBezTo>
                    <a:pt x="4245" y="407"/>
                    <a:pt x="4438" y="452"/>
                    <a:pt x="4614" y="544"/>
                  </a:cubicBezTo>
                  <a:cubicBezTo>
                    <a:pt x="5454" y="983"/>
                    <a:pt x="5616" y="2270"/>
                    <a:pt x="5602" y="3272"/>
                  </a:cubicBezTo>
                  <a:cubicBezTo>
                    <a:pt x="5588" y="3888"/>
                    <a:pt x="5525" y="4500"/>
                    <a:pt x="5412" y="5104"/>
                  </a:cubicBezTo>
                  <a:cubicBezTo>
                    <a:pt x="5397" y="5179"/>
                    <a:pt x="5332" y="5234"/>
                    <a:pt x="5257" y="5234"/>
                  </a:cubicBezTo>
                  <a:cubicBezTo>
                    <a:pt x="5247" y="5234"/>
                    <a:pt x="5236" y="5233"/>
                    <a:pt x="5226" y="5231"/>
                  </a:cubicBezTo>
                  <a:lnTo>
                    <a:pt x="5226" y="5235"/>
                  </a:lnTo>
                  <a:cubicBezTo>
                    <a:pt x="4621" y="5133"/>
                    <a:pt x="4023" y="4981"/>
                    <a:pt x="3440" y="4784"/>
                  </a:cubicBezTo>
                  <a:cubicBezTo>
                    <a:pt x="2494" y="4454"/>
                    <a:pt x="1340" y="3863"/>
                    <a:pt x="1214" y="2924"/>
                  </a:cubicBezTo>
                  <a:cubicBezTo>
                    <a:pt x="1175" y="2590"/>
                    <a:pt x="1266" y="2256"/>
                    <a:pt x="1474" y="1992"/>
                  </a:cubicBezTo>
                  <a:cubicBezTo>
                    <a:pt x="1692" y="1704"/>
                    <a:pt x="2015" y="1518"/>
                    <a:pt x="2374" y="1475"/>
                  </a:cubicBezTo>
                  <a:cubicBezTo>
                    <a:pt x="2581" y="1447"/>
                    <a:pt x="2761" y="1321"/>
                    <a:pt x="2856" y="1134"/>
                  </a:cubicBezTo>
                  <a:cubicBezTo>
                    <a:pt x="3018" y="814"/>
                    <a:pt x="3306" y="575"/>
                    <a:pt x="3650" y="470"/>
                  </a:cubicBezTo>
                  <a:cubicBezTo>
                    <a:pt x="3781" y="428"/>
                    <a:pt x="3914" y="407"/>
                    <a:pt x="4048" y="407"/>
                  </a:cubicBezTo>
                  <a:close/>
                  <a:moveTo>
                    <a:pt x="8249" y="1147"/>
                  </a:moveTo>
                  <a:cubicBezTo>
                    <a:pt x="8533" y="1147"/>
                    <a:pt x="8809" y="1242"/>
                    <a:pt x="9034" y="1416"/>
                  </a:cubicBezTo>
                  <a:cubicBezTo>
                    <a:pt x="9323" y="1634"/>
                    <a:pt x="9509" y="1957"/>
                    <a:pt x="9551" y="2316"/>
                  </a:cubicBezTo>
                  <a:cubicBezTo>
                    <a:pt x="9576" y="2523"/>
                    <a:pt x="9702" y="2703"/>
                    <a:pt x="9889" y="2798"/>
                  </a:cubicBezTo>
                  <a:cubicBezTo>
                    <a:pt x="10212" y="2963"/>
                    <a:pt x="10451" y="3248"/>
                    <a:pt x="10557" y="3596"/>
                  </a:cubicBezTo>
                  <a:cubicBezTo>
                    <a:pt x="10662" y="3912"/>
                    <a:pt x="10638" y="4257"/>
                    <a:pt x="10486" y="4556"/>
                  </a:cubicBezTo>
                  <a:lnTo>
                    <a:pt x="10483" y="4556"/>
                  </a:lnTo>
                  <a:cubicBezTo>
                    <a:pt x="10060" y="5367"/>
                    <a:pt x="8854" y="5545"/>
                    <a:pt x="7875" y="5545"/>
                  </a:cubicBezTo>
                  <a:cubicBezTo>
                    <a:pt x="7835" y="5545"/>
                    <a:pt x="7796" y="5545"/>
                    <a:pt x="7758" y="5544"/>
                  </a:cubicBezTo>
                  <a:cubicBezTo>
                    <a:pt x="7142" y="5530"/>
                    <a:pt x="6527" y="5467"/>
                    <a:pt x="5922" y="5354"/>
                  </a:cubicBezTo>
                  <a:cubicBezTo>
                    <a:pt x="5834" y="5340"/>
                    <a:pt x="5778" y="5256"/>
                    <a:pt x="5792" y="5168"/>
                  </a:cubicBezTo>
                  <a:cubicBezTo>
                    <a:pt x="5894" y="4563"/>
                    <a:pt x="6042" y="3969"/>
                    <a:pt x="6239" y="3388"/>
                  </a:cubicBezTo>
                  <a:cubicBezTo>
                    <a:pt x="6569" y="2439"/>
                    <a:pt x="7160" y="1282"/>
                    <a:pt x="8102" y="1156"/>
                  </a:cubicBezTo>
                  <a:cubicBezTo>
                    <a:pt x="8151" y="1150"/>
                    <a:pt x="8200" y="1147"/>
                    <a:pt x="8249" y="1147"/>
                  </a:cubicBezTo>
                  <a:close/>
                  <a:moveTo>
                    <a:pt x="3327" y="5424"/>
                  </a:moveTo>
                  <a:cubicBezTo>
                    <a:pt x="3942" y="5439"/>
                    <a:pt x="4554" y="5502"/>
                    <a:pt x="5159" y="5614"/>
                  </a:cubicBezTo>
                  <a:cubicBezTo>
                    <a:pt x="5247" y="5628"/>
                    <a:pt x="5303" y="5713"/>
                    <a:pt x="5289" y="5797"/>
                  </a:cubicBezTo>
                  <a:lnTo>
                    <a:pt x="5289" y="5801"/>
                  </a:lnTo>
                  <a:cubicBezTo>
                    <a:pt x="5187" y="6406"/>
                    <a:pt x="5036" y="7000"/>
                    <a:pt x="4843" y="7584"/>
                  </a:cubicBezTo>
                  <a:cubicBezTo>
                    <a:pt x="4512" y="8529"/>
                    <a:pt x="3921" y="9686"/>
                    <a:pt x="2979" y="9813"/>
                  </a:cubicBezTo>
                  <a:cubicBezTo>
                    <a:pt x="2927" y="9820"/>
                    <a:pt x="2875" y="9823"/>
                    <a:pt x="2823" y="9823"/>
                  </a:cubicBezTo>
                  <a:cubicBezTo>
                    <a:pt x="2542" y="9823"/>
                    <a:pt x="2270" y="9728"/>
                    <a:pt x="2047" y="9553"/>
                  </a:cubicBezTo>
                  <a:cubicBezTo>
                    <a:pt x="1759" y="9338"/>
                    <a:pt x="1572" y="9011"/>
                    <a:pt x="1530" y="8656"/>
                  </a:cubicBezTo>
                  <a:cubicBezTo>
                    <a:pt x="1505" y="8449"/>
                    <a:pt x="1379" y="8266"/>
                    <a:pt x="1189" y="8171"/>
                  </a:cubicBezTo>
                  <a:cubicBezTo>
                    <a:pt x="869" y="8009"/>
                    <a:pt x="630" y="7721"/>
                    <a:pt x="524" y="7376"/>
                  </a:cubicBezTo>
                  <a:cubicBezTo>
                    <a:pt x="419" y="7056"/>
                    <a:pt x="447" y="6711"/>
                    <a:pt x="598" y="6413"/>
                  </a:cubicBezTo>
                  <a:cubicBezTo>
                    <a:pt x="1020" y="5604"/>
                    <a:pt x="2223" y="5424"/>
                    <a:pt x="3207" y="5424"/>
                  </a:cubicBezTo>
                  <a:close/>
                  <a:moveTo>
                    <a:pt x="5830" y="5732"/>
                  </a:moveTo>
                  <a:cubicBezTo>
                    <a:pt x="5838" y="5732"/>
                    <a:pt x="5847" y="5733"/>
                    <a:pt x="5855" y="5734"/>
                  </a:cubicBezTo>
                  <a:cubicBezTo>
                    <a:pt x="6464" y="5836"/>
                    <a:pt x="7061" y="5987"/>
                    <a:pt x="7642" y="6184"/>
                  </a:cubicBezTo>
                  <a:cubicBezTo>
                    <a:pt x="8588" y="6515"/>
                    <a:pt x="9744" y="7105"/>
                    <a:pt x="9868" y="8048"/>
                  </a:cubicBezTo>
                  <a:cubicBezTo>
                    <a:pt x="9910" y="8378"/>
                    <a:pt x="9815" y="8712"/>
                    <a:pt x="9607" y="8976"/>
                  </a:cubicBezTo>
                  <a:cubicBezTo>
                    <a:pt x="9393" y="9264"/>
                    <a:pt x="9069" y="9454"/>
                    <a:pt x="8711" y="9496"/>
                  </a:cubicBezTo>
                  <a:cubicBezTo>
                    <a:pt x="8503" y="9521"/>
                    <a:pt x="8320" y="9648"/>
                    <a:pt x="8225" y="9834"/>
                  </a:cubicBezTo>
                  <a:cubicBezTo>
                    <a:pt x="8064" y="10158"/>
                    <a:pt x="7775" y="10397"/>
                    <a:pt x="7431" y="10502"/>
                  </a:cubicBezTo>
                  <a:cubicBezTo>
                    <a:pt x="7303" y="10543"/>
                    <a:pt x="7171" y="10564"/>
                    <a:pt x="7038" y="10564"/>
                  </a:cubicBezTo>
                  <a:cubicBezTo>
                    <a:pt x="6842" y="10564"/>
                    <a:pt x="6646" y="10519"/>
                    <a:pt x="6467" y="10428"/>
                  </a:cubicBezTo>
                  <a:cubicBezTo>
                    <a:pt x="5627" y="9989"/>
                    <a:pt x="5468" y="8702"/>
                    <a:pt x="5483" y="7700"/>
                  </a:cubicBezTo>
                  <a:cubicBezTo>
                    <a:pt x="5497" y="7084"/>
                    <a:pt x="5560" y="6472"/>
                    <a:pt x="5669" y="5868"/>
                  </a:cubicBezTo>
                  <a:cubicBezTo>
                    <a:pt x="5685" y="5788"/>
                    <a:pt x="5752" y="5732"/>
                    <a:pt x="5830" y="5732"/>
                  </a:cubicBezTo>
                  <a:close/>
                  <a:moveTo>
                    <a:pt x="4044" y="1"/>
                  </a:moveTo>
                  <a:cubicBezTo>
                    <a:pt x="3870" y="1"/>
                    <a:pt x="3696" y="28"/>
                    <a:pt x="3527" y="83"/>
                  </a:cubicBezTo>
                  <a:cubicBezTo>
                    <a:pt x="3081" y="220"/>
                    <a:pt x="2708" y="533"/>
                    <a:pt x="2494" y="952"/>
                  </a:cubicBezTo>
                  <a:cubicBezTo>
                    <a:pt x="2462" y="1018"/>
                    <a:pt x="2395" y="1064"/>
                    <a:pt x="2321" y="1071"/>
                  </a:cubicBezTo>
                  <a:cubicBezTo>
                    <a:pt x="1857" y="1127"/>
                    <a:pt x="1439" y="1370"/>
                    <a:pt x="1154" y="1743"/>
                  </a:cubicBezTo>
                  <a:cubicBezTo>
                    <a:pt x="880" y="2091"/>
                    <a:pt x="760" y="2534"/>
                    <a:pt x="813" y="2974"/>
                  </a:cubicBezTo>
                  <a:cubicBezTo>
                    <a:pt x="943" y="3965"/>
                    <a:pt x="1910" y="4612"/>
                    <a:pt x="2933" y="5024"/>
                  </a:cubicBezTo>
                  <a:cubicBezTo>
                    <a:pt x="1832" y="5062"/>
                    <a:pt x="704" y="5340"/>
                    <a:pt x="240" y="6226"/>
                  </a:cubicBezTo>
                  <a:cubicBezTo>
                    <a:pt x="39" y="6620"/>
                    <a:pt x="0" y="7077"/>
                    <a:pt x="141" y="7499"/>
                  </a:cubicBezTo>
                  <a:cubicBezTo>
                    <a:pt x="278" y="7946"/>
                    <a:pt x="591" y="8318"/>
                    <a:pt x="1006" y="8533"/>
                  </a:cubicBezTo>
                  <a:cubicBezTo>
                    <a:pt x="1073" y="8565"/>
                    <a:pt x="1119" y="8628"/>
                    <a:pt x="1126" y="8702"/>
                  </a:cubicBezTo>
                  <a:cubicBezTo>
                    <a:pt x="1185" y="9166"/>
                    <a:pt x="1428" y="9588"/>
                    <a:pt x="1801" y="9873"/>
                  </a:cubicBezTo>
                  <a:cubicBezTo>
                    <a:pt x="2093" y="10101"/>
                    <a:pt x="2451" y="10224"/>
                    <a:pt x="2824" y="10228"/>
                  </a:cubicBezTo>
                  <a:cubicBezTo>
                    <a:pt x="2894" y="10228"/>
                    <a:pt x="2961" y="10221"/>
                    <a:pt x="3032" y="10214"/>
                  </a:cubicBezTo>
                  <a:cubicBezTo>
                    <a:pt x="3830" y="10105"/>
                    <a:pt x="4407" y="9454"/>
                    <a:pt x="4818" y="8667"/>
                  </a:cubicBezTo>
                  <a:lnTo>
                    <a:pt x="4818" y="8667"/>
                  </a:lnTo>
                  <a:cubicBezTo>
                    <a:pt x="4642" y="11149"/>
                    <a:pt x="5173" y="12742"/>
                    <a:pt x="5679" y="13671"/>
                  </a:cubicBezTo>
                  <a:cubicBezTo>
                    <a:pt x="5723" y="13733"/>
                    <a:pt x="5783" y="13759"/>
                    <a:pt x="5842" y="13759"/>
                  </a:cubicBezTo>
                  <a:cubicBezTo>
                    <a:pt x="5973" y="13759"/>
                    <a:pt x="6099" y="13629"/>
                    <a:pt x="6031" y="13474"/>
                  </a:cubicBezTo>
                  <a:cubicBezTo>
                    <a:pt x="5578" y="12647"/>
                    <a:pt x="5110" y="11258"/>
                    <a:pt x="5194" y="9110"/>
                  </a:cubicBezTo>
                  <a:lnTo>
                    <a:pt x="5194" y="9110"/>
                  </a:lnTo>
                  <a:cubicBezTo>
                    <a:pt x="5349" y="9834"/>
                    <a:pt x="5669" y="10467"/>
                    <a:pt x="6277" y="10787"/>
                  </a:cubicBezTo>
                  <a:cubicBezTo>
                    <a:pt x="6513" y="10907"/>
                    <a:pt x="6770" y="10970"/>
                    <a:pt x="7030" y="10970"/>
                  </a:cubicBezTo>
                  <a:cubicBezTo>
                    <a:pt x="7209" y="10970"/>
                    <a:pt x="7385" y="10942"/>
                    <a:pt x="7550" y="10885"/>
                  </a:cubicBezTo>
                  <a:cubicBezTo>
                    <a:pt x="7997" y="10748"/>
                    <a:pt x="8370" y="10435"/>
                    <a:pt x="8584" y="10020"/>
                  </a:cubicBezTo>
                  <a:cubicBezTo>
                    <a:pt x="8616" y="9954"/>
                    <a:pt x="8683" y="9908"/>
                    <a:pt x="8756" y="9901"/>
                  </a:cubicBezTo>
                  <a:cubicBezTo>
                    <a:pt x="9221" y="9841"/>
                    <a:pt x="9643" y="9598"/>
                    <a:pt x="9924" y="9226"/>
                  </a:cubicBezTo>
                  <a:cubicBezTo>
                    <a:pt x="10198" y="8878"/>
                    <a:pt x="10321" y="8435"/>
                    <a:pt x="10265" y="7995"/>
                  </a:cubicBezTo>
                  <a:cubicBezTo>
                    <a:pt x="10135" y="7007"/>
                    <a:pt x="9168" y="6360"/>
                    <a:pt x="8145" y="5945"/>
                  </a:cubicBezTo>
                  <a:cubicBezTo>
                    <a:pt x="9249" y="5906"/>
                    <a:pt x="10377" y="5628"/>
                    <a:pt x="10838" y="4746"/>
                  </a:cubicBezTo>
                  <a:cubicBezTo>
                    <a:pt x="11042" y="4352"/>
                    <a:pt x="11081" y="3891"/>
                    <a:pt x="10944" y="3473"/>
                  </a:cubicBezTo>
                  <a:cubicBezTo>
                    <a:pt x="10803" y="3023"/>
                    <a:pt x="10490" y="2654"/>
                    <a:pt x="10075" y="2439"/>
                  </a:cubicBezTo>
                  <a:cubicBezTo>
                    <a:pt x="10008" y="2404"/>
                    <a:pt x="9963" y="2341"/>
                    <a:pt x="9955" y="2267"/>
                  </a:cubicBezTo>
                  <a:cubicBezTo>
                    <a:pt x="9896" y="1803"/>
                    <a:pt x="9653" y="1381"/>
                    <a:pt x="9280" y="1099"/>
                  </a:cubicBezTo>
                  <a:cubicBezTo>
                    <a:pt x="8987" y="869"/>
                    <a:pt x="8627" y="745"/>
                    <a:pt x="8259" y="745"/>
                  </a:cubicBezTo>
                  <a:cubicBezTo>
                    <a:pt x="8189" y="745"/>
                    <a:pt x="8119" y="749"/>
                    <a:pt x="8050" y="758"/>
                  </a:cubicBezTo>
                  <a:cubicBezTo>
                    <a:pt x="7061" y="888"/>
                    <a:pt x="6414" y="1855"/>
                    <a:pt x="5999" y="2879"/>
                  </a:cubicBezTo>
                  <a:cubicBezTo>
                    <a:pt x="5964" y="1774"/>
                    <a:pt x="5683" y="646"/>
                    <a:pt x="4800" y="185"/>
                  </a:cubicBezTo>
                  <a:cubicBezTo>
                    <a:pt x="4564" y="63"/>
                    <a:pt x="4305" y="1"/>
                    <a:pt x="4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0" name="Google Shape;21480;p90"/>
            <p:cNvSpPr/>
            <p:nvPr/>
          </p:nvSpPr>
          <p:spPr>
            <a:xfrm>
              <a:off x="3018197" y="3419539"/>
              <a:ext cx="24614" cy="17038"/>
            </a:xfrm>
            <a:custGeom>
              <a:rect b="b" l="l" r="r" t="t"/>
              <a:pathLst>
                <a:path extrusionOk="0" h="650" w="939">
                  <a:moveTo>
                    <a:pt x="642" y="0"/>
                  </a:moveTo>
                  <a:cubicBezTo>
                    <a:pt x="602" y="0"/>
                    <a:pt x="559" y="14"/>
                    <a:pt x="517" y="45"/>
                  </a:cubicBezTo>
                  <a:lnTo>
                    <a:pt x="187" y="277"/>
                  </a:lnTo>
                  <a:cubicBezTo>
                    <a:pt x="0" y="400"/>
                    <a:pt x="125" y="650"/>
                    <a:pt x="298" y="650"/>
                  </a:cubicBezTo>
                  <a:cubicBezTo>
                    <a:pt x="337" y="650"/>
                    <a:pt x="378" y="637"/>
                    <a:pt x="419" y="607"/>
                  </a:cubicBezTo>
                  <a:lnTo>
                    <a:pt x="749" y="375"/>
                  </a:lnTo>
                  <a:cubicBezTo>
                    <a:pt x="938" y="249"/>
                    <a:pt x="815" y="0"/>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1" name="Google Shape;21481;p90"/>
            <p:cNvSpPr/>
            <p:nvPr/>
          </p:nvSpPr>
          <p:spPr>
            <a:xfrm>
              <a:off x="2961710" y="3437888"/>
              <a:ext cx="54627" cy="38192"/>
            </a:xfrm>
            <a:custGeom>
              <a:rect b="b" l="l" r="r" t="t"/>
              <a:pathLst>
                <a:path extrusionOk="0" h="1457" w="2084">
                  <a:moveTo>
                    <a:pt x="1794" y="1"/>
                  </a:moveTo>
                  <a:cubicBezTo>
                    <a:pt x="1758" y="1"/>
                    <a:pt x="1719" y="12"/>
                    <a:pt x="1681" y="37"/>
                  </a:cubicBezTo>
                  <a:lnTo>
                    <a:pt x="190" y="1082"/>
                  </a:lnTo>
                  <a:cubicBezTo>
                    <a:pt x="1" y="1205"/>
                    <a:pt x="124" y="1456"/>
                    <a:pt x="296" y="1456"/>
                  </a:cubicBezTo>
                  <a:cubicBezTo>
                    <a:pt x="335" y="1456"/>
                    <a:pt x="377" y="1443"/>
                    <a:pt x="418" y="1412"/>
                  </a:cubicBezTo>
                  <a:lnTo>
                    <a:pt x="1909" y="368"/>
                  </a:lnTo>
                  <a:cubicBezTo>
                    <a:pt x="2083" y="240"/>
                    <a:pt x="1963" y="1"/>
                    <a:pt x="17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2" name="Google Shape;21482;p90"/>
            <p:cNvSpPr/>
            <p:nvPr/>
          </p:nvSpPr>
          <p:spPr>
            <a:xfrm>
              <a:off x="2865326" y="3391020"/>
              <a:ext cx="20288" cy="19188"/>
            </a:xfrm>
            <a:custGeom>
              <a:rect b="b" l="l" r="r" t="t"/>
              <a:pathLst>
                <a:path extrusionOk="0" h="732" w="774">
                  <a:moveTo>
                    <a:pt x="278" y="0"/>
                  </a:moveTo>
                  <a:cubicBezTo>
                    <a:pt x="136" y="0"/>
                    <a:pt x="1" y="160"/>
                    <a:pt x="104" y="317"/>
                  </a:cubicBezTo>
                  <a:lnTo>
                    <a:pt x="340" y="647"/>
                  </a:lnTo>
                  <a:cubicBezTo>
                    <a:pt x="383" y="707"/>
                    <a:pt x="440" y="732"/>
                    <a:pt x="496" y="732"/>
                  </a:cubicBezTo>
                  <a:cubicBezTo>
                    <a:pt x="638" y="732"/>
                    <a:pt x="774" y="572"/>
                    <a:pt x="670" y="415"/>
                  </a:cubicBezTo>
                  <a:lnTo>
                    <a:pt x="435" y="85"/>
                  </a:lnTo>
                  <a:cubicBezTo>
                    <a:pt x="391" y="25"/>
                    <a:pt x="334"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3" name="Google Shape;21483;p90"/>
            <p:cNvSpPr/>
            <p:nvPr/>
          </p:nvSpPr>
          <p:spPr>
            <a:xfrm>
              <a:off x="2883518" y="3417101"/>
              <a:ext cx="41835" cy="49830"/>
            </a:xfrm>
            <a:custGeom>
              <a:rect b="b" l="l" r="r" t="t"/>
              <a:pathLst>
                <a:path extrusionOk="0" h="1901" w="1596">
                  <a:moveTo>
                    <a:pt x="278" y="0"/>
                  </a:moveTo>
                  <a:cubicBezTo>
                    <a:pt x="135" y="0"/>
                    <a:pt x="0" y="160"/>
                    <a:pt x="106" y="317"/>
                  </a:cubicBezTo>
                  <a:lnTo>
                    <a:pt x="1147" y="1808"/>
                  </a:lnTo>
                  <a:cubicBezTo>
                    <a:pt x="1192" y="1873"/>
                    <a:pt x="1251" y="1901"/>
                    <a:pt x="1310" y="1901"/>
                  </a:cubicBezTo>
                  <a:cubicBezTo>
                    <a:pt x="1456" y="1901"/>
                    <a:pt x="1596" y="1734"/>
                    <a:pt x="1478" y="1576"/>
                  </a:cubicBezTo>
                  <a:lnTo>
                    <a:pt x="437" y="85"/>
                  </a:lnTo>
                  <a:cubicBezTo>
                    <a:pt x="392" y="25"/>
                    <a:pt x="335"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4" name="Google Shape;21484;p90"/>
            <p:cNvSpPr/>
            <p:nvPr/>
          </p:nvSpPr>
          <p:spPr>
            <a:xfrm>
              <a:off x="2992981" y="3573433"/>
              <a:ext cx="20210" cy="19214"/>
            </a:xfrm>
            <a:custGeom>
              <a:rect b="b" l="l" r="r" t="t"/>
              <a:pathLst>
                <a:path extrusionOk="0" h="733" w="771">
                  <a:moveTo>
                    <a:pt x="278" y="0"/>
                  </a:moveTo>
                  <a:cubicBezTo>
                    <a:pt x="136" y="0"/>
                    <a:pt x="1" y="160"/>
                    <a:pt x="104" y="317"/>
                  </a:cubicBezTo>
                  <a:lnTo>
                    <a:pt x="336" y="647"/>
                  </a:lnTo>
                  <a:cubicBezTo>
                    <a:pt x="382" y="707"/>
                    <a:pt x="439" y="732"/>
                    <a:pt x="496" y="732"/>
                  </a:cubicBezTo>
                  <a:cubicBezTo>
                    <a:pt x="638" y="732"/>
                    <a:pt x="770" y="575"/>
                    <a:pt x="667" y="419"/>
                  </a:cubicBezTo>
                  <a:lnTo>
                    <a:pt x="435" y="85"/>
                  </a:lnTo>
                  <a:cubicBezTo>
                    <a:pt x="391" y="25"/>
                    <a:pt x="334"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5" name="Google Shape;21485;p90"/>
            <p:cNvSpPr/>
            <p:nvPr/>
          </p:nvSpPr>
          <p:spPr>
            <a:xfrm>
              <a:off x="2953479" y="3516997"/>
              <a:ext cx="41861" cy="49856"/>
            </a:xfrm>
            <a:custGeom>
              <a:rect b="b" l="l" r="r" t="t"/>
              <a:pathLst>
                <a:path extrusionOk="0" h="1902" w="1597">
                  <a:moveTo>
                    <a:pt x="277" y="1"/>
                  </a:moveTo>
                  <a:cubicBezTo>
                    <a:pt x="135" y="1"/>
                    <a:pt x="1" y="159"/>
                    <a:pt x="106" y="318"/>
                  </a:cubicBezTo>
                  <a:lnTo>
                    <a:pt x="1151" y="1809"/>
                  </a:lnTo>
                  <a:cubicBezTo>
                    <a:pt x="1194" y="1874"/>
                    <a:pt x="1253" y="1901"/>
                    <a:pt x="1312" y="1901"/>
                  </a:cubicBezTo>
                  <a:cubicBezTo>
                    <a:pt x="1456" y="1901"/>
                    <a:pt x="1597" y="1735"/>
                    <a:pt x="1481" y="1577"/>
                  </a:cubicBezTo>
                  <a:lnTo>
                    <a:pt x="437" y="86"/>
                  </a:lnTo>
                  <a:cubicBezTo>
                    <a:pt x="392" y="26"/>
                    <a:pt x="334" y="1"/>
                    <a:pt x="2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86" name="Google Shape;21486;p90"/>
          <p:cNvGrpSpPr/>
          <p:nvPr/>
        </p:nvGrpSpPr>
        <p:grpSpPr>
          <a:xfrm>
            <a:off x="2496516" y="1959319"/>
            <a:ext cx="358823" cy="378430"/>
            <a:chOff x="2496516" y="1959319"/>
            <a:chExt cx="358823" cy="378430"/>
          </a:xfrm>
        </p:grpSpPr>
        <p:sp>
          <p:nvSpPr>
            <p:cNvPr id="21487" name="Google Shape;21487;p90"/>
            <p:cNvSpPr/>
            <p:nvPr/>
          </p:nvSpPr>
          <p:spPr>
            <a:xfrm>
              <a:off x="2522388" y="1964850"/>
              <a:ext cx="130722" cy="171220"/>
            </a:xfrm>
            <a:custGeom>
              <a:rect b="b" l="l" r="r" t="t"/>
              <a:pathLst>
                <a:path extrusionOk="0" h="6532" w="4987">
                  <a:moveTo>
                    <a:pt x="453" y="0"/>
                  </a:moveTo>
                  <a:cubicBezTo>
                    <a:pt x="219" y="0"/>
                    <a:pt x="0" y="185"/>
                    <a:pt x="0" y="456"/>
                  </a:cubicBezTo>
                  <a:lnTo>
                    <a:pt x="0" y="6532"/>
                  </a:lnTo>
                  <a:lnTo>
                    <a:pt x="4987" y="3585"/>
                  </a:lnTo>
                  <a:lnTo>
                    <a:pt x="739" y="104"/>
                  </a:lnTo>
                  <a:cubicBezTo>
                    <a:pt x="651" y="32"/>
                    <a:pt x="551" y="0"/>
                    <a:pt x="453"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8" name="Google Shape;21488;p90"/>
            <p:cNvSpPr/>
            <p:nvPr/>
          </p:nvSpPr>
          <p:spPr>
            <a:xfrm>
              <a:off x="2522388" y="1983225"/>
              <a:ext cx="71272" cy="138297"/>
            </a:xfrm>
            <a:custGeom>
              <a:rect b="b" l="l" r="r" t="t"/>
              <a:pathLst>
                <a:path extrusionOk="0" h="5276" w="2719">
                  <a:moveTo>
                    <a:pt x="0" y="1"/>
                  </a:moveTo>
                  <a:lnTo>
                    <a:pt x="0" y="5275"/>
                  </a:lnTo>
                  <a:lnTo>
                    <a:pt x="2719" y="3064"/>
                  </a:lnTo>
                  <a:lnTo>
                    <a:pt x="0"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9" name="Google Shape;21489;p90"/>
            <p:cNvSpPr/>
            <p:nvPr/>
          </p:nvSpPr>
          <p:spPr>
            <a:xfrm>
              <a:off x="2700659" y="1964850"/>
              <a:ext cx="130722" cy="171220"/>
            </a:xfrm>
            <a:custGeom>
              <a:rect b="b" l="l" r="r" t="t"/>
              <a:pathLst>
                <a:path extrusionOk="0" h="6532" w="4987">
                  <a:moveTo>
                    <a:pt x="4532" y="0"/>
                  </a:moveTo>
                  <a:cubicBezTo>
                    <a:pt x="4435" y="0"/>
                    <a:pt x="4335" y="32"/>
                    <a:pt x="4248" y="104"/>
                  </a:cubicBezTo>
                  <a:lnTo>
                    <a:pt x="0" y="3585"/>
                  </a:lnTo>
                  <a:lnTo>
                    <a:pt x="4987" y="6532"/>
                  </a:lnTo>
                  <a:lnTo>
                    <a:pt x="4987" y="456"/>
                  </a:lnTo>
                  <a:cubicBezTo>
                    <a:pt x="4987" y="185"/>
                    <a:pt x="4766" y="0"/>
                    <a:pt x="4532"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0" name="Google Shape;21490;p90"/>
            <p:cNvSpPr/>
            <p:nvPr/>
          </p:nvSpPr>
          <p:spPr>
            <a:xfrm>
              <a:off x="2760109" y="1983225"/>
              <a:ext cx="71272" cy="138297"/>
            </a:xfrm>
            <a:custGeom>
              <a:rect b="b" l="l" r="r" t="t"/>
              <a:pathLst>
                <a:path extrusionOk="0" h="5276" w="2719">
                  <a:moveTo>
                    <a:pt x="2719" y="1"/>
                  </a:moveTo>
                  <a:lnTo>
                    <a:pt x="0" y="3064"/>
                  </a:lnTo>
                  <a:lnTo>
                    <a:pt x="2719" y="5275"/>
                  </a:lnTo>
                  <a:lnTo>
                    <a:pt x="2719"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1" name="Google Shape;21491;p90"/>
            <p:cNvSpPr/>
            <p:nvPr/>
          </p:nvSpPr>
          <p:spPr>
            <a:xfrm>
              <a:off x="2510488" y="2017144"/>
              <a:ext cx="332794" cy="314996"/>
            </a:xfrm>
            <a:custGeom>
              <a:rect b="b" l="l" r="r" t="t"/>
              <a:pathLst>
                <a:path extrusionOk="0" h="12017" w="12696">
                  <a:moveTo>
                    <a:pt x="6348" y="1"/>
                  </a:moveTo>
                  <a:cubicBezTo>
                    <a:pt x="2842" y="1"/>
                    <a:pt x="1" y="2691"/>
                    <a:pt x="1" y="6010"/>
                  </a:cubicBezTo>
                  <a:cubicBezTo>
                    <a:pt x="1" y="9326"/>
                    <a:pt x="2842" y="12016"/>
                    <a:pt x="6348" y="12016"/>
                  </a:cubicBezTo>
                  <a:cubicBezTo>
                    <a:pt x="9854" y="12016"/>
                    <a:pt x="12695" y="9326"/>
                    <a:pt x="12695" y="6010"/>
                  </a:cubicBezTo>
                  <a:cubicBezTo>
                    <a:pt x="12695" y="2691"/>
                    <a:pt x="9854" y="1"/>
                    <a:pt x="6348"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2" name="Google Shape;21492;p90"/>
            <p:cNvSpPr/>
            <p:nvPr/>
          </p:nvSpPr>
          <p:spPr>
            <a:xfrm>
              <a:off x="2653084" y="2260868"/>
              <a:ext cx="47602" cy="47497"/>
            </a:xfrm>
            <a:custGeom>
              <a:rect b="b" l="l" r="r" t="t"/>
              <a:pathLst>
                <a:path extrusionOk="0" h="1812" w="1816">
                  <a:moveTo>
                    <a:pt x="908" y="0"/>
                  </a:moveTo>
                  <a:lnTo>
                    <a:pt x="1" y="454"/>
                  </a:lnTo>
                  <a:lnTo>
                    <a:pt x="1" y="907"/>
                  </a:lnTo>
                  <a:cubicBezTo>
                    <a:pt x="1" y="1407"/>
                    <a:pt x="405" y="1811"/>
                    <a:pt x="908" y="1811"/>
                  </a:cubicBezTo>
                  <a:cubicBezTo>
                    <a:pt x="1407" y="1811"/>
                    <a:pt x="1815" y="1407"/>
                    <a:pt x="1815" y="907"/>
                  </a:cubicBezTo>
                  <a:lnTo>
                    <a:pt x="1815" y="454"/>
                  </a:lnTo>
                  <a:lnTo>
                    <a:pt x="908"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3" name="Google Shape;21493;p90"/>
            <p:cNvSpPr/>
            <p:nvPr/>
          </p:nvSpPr>
          <p:spPr>
            <a:xfrm>
              <a:off x="2654945" y="2211536"/>
              <a:ext cx="43880" cy="29725"/>
            </a:xfrm>
            <a:custGeom>
              <a:rect b="b" l="l" r="r" t="t"/>
              <a:pathLst>
                <a:path extrusionOk="0" h="1134" w="1674">
                  <a:moveTo>
                    <a:pt x="338" y="1"/>
                  </a:moveTo>
                  <a:cubicBezTo>
                    <a:pt x="120" y="1"/>
                    <a:pt x="0" y="251"/>
                    <a:pt x="137" y="419"/>
                  </a:cubicBezTo>
                  <a:lnTo>
                    <a:pt x="637" y="1038"/>
                  </a:lnTo>
                  <a:cubicBezTo>
                    <a:pt x="688" y="1102"/>
                    <a:pt x="761" y="1133"/>
                    <a:pt x="836" y="1133"/>
                  </a:cubicBezTo>
                  <a:cubicBezTo>
                    <a:pt x="910" y="1133"/>
                    <a:pt x="985" y="1102"/>
                    <a:pt x="1037" y="1038"/>
                  </a:cubicBezTo>
                  <a:lnTo>
                    <a:pt x="1537" y="419"/>
                  </a:lnTo>
                  <a:cubicBezTo>
                    <a:pt x="1674" y="251"/>
                    <a:pt x="1554" y="1"/>
                    <a:pt x="1336"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4" name="Google Shape;21494;p90"/>
            <p:cNvSpPr/>
            <p:nvPr/>
          </p:nvSpPr>
          <p:spPr>
            <a:xfrm>
              <a:off x="2510488" y="2019267"/>
              <a:ext cx="234890" cy="312951"/>
            </a:xfrm>
            <a:custGeom>
              <a:rect b="b" l="l" r="r" t="t"/>
              <a:pathLst>
                <a:path extrusionOk="0" h="11939" w="8961">
                  <a:moveTo>
                    <a:pt x="5321" y="1"/>
                  </a:moveTo>
                  <a:lnTo>
                    <a:pt x="5321" y="1"/>
                  </a:lnTo>
                  <a:cubicBezTo>
                    <a:pt x="2304" y="465"/>
                    <a:pt x="1" y="2944"/>
                    <a:pt x="1" y="5929"/>
                  </a:cubicBezTo>
                  <a:cubicBezTo>
                    <a:pt x="1" y="9249"/>
                    <a:pt x="2842" y="11939"/>
                    <a:pt x="6348" y="11939"/>
                  </a:cubicBezTo>
                  <a:cubicBezTo>
                    <a:pt x="7245" y="11939"/>
                    <a:pt x="8134" y="11760"/>
                    <a:pt x="8961" y="11408"/>
                  </a:cubicBezTo>
                  <a:lnTo>
                    <a:pt x="8961" y="11408"/>
                  </a:lnTo>
                  <a:cubicBezTo>
                    <a:pt x="8620" y="11457"/>
                    <a:pt x="8279" y="11485"/>
                    <a:pt x="7934" y="11485"/>
                  </a:cubicBezTo>
                  <a:cubicBezTo>
                    <a:pt x="4428" y="11485"/>
                    <a:pt x="1587" y="8795"/>
                    <a:pt x="1587" y="5476"/>
                  </a:cubicBezTo>
                  <a:cubicBezTo>
                    <a:pt x="1587" y="3042"/>
                    <a:pt x="3120" y="943"/>
                    <a:pt x="5321"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5" name="Google Shape;21495;p90"/>
            <p:cNvSpPr/>
            <p:nvPr/>
          </p:nvSpPr>
          <p:spPr>
            <a:xfrm>
              <a:off x="2587736" y="2141942"/>
              <a:ext cx="41599" cy="53500"/>
            </a:xfrm>
            <a:custGeom>
              <a:rect b="b" l="l" r="r" t="t"/>
              <a:pathLst>
                <a:path extrusionOk="0" h="2041" w="1587">
                  <a:moveTo>
                    <a:pt x="792" y="1"/>
                  </a:moveTo>
                  <a:cubicBezTo>
                    <a:pt x="356" y="5"/>
                    <a:pt x="1" y="356"/>
                    <a:pt x="1" y="796"/>
                  </a:cubicBezTo>
                  <a:lnTo>
                    <a:pt x="1" y="1249"/>
                  </a:lnTo>
                  <a:cubicBezTo>
                    <a:pt x="1" y="1685"/>
                    <a:pt x="356" y="2041"/>
                    <a:pt x="792" y="2041"/>
                  </a:cubicBezTo>
                  <a:cubicBezTo>
                    <a:pt x="1231" y="2041"/>
                    <a:pt x="1587" y="1685"/>
                    <a:pt x="1587" y="1249"/>
                  </a:cubicBezTo>
                  <a:lnTo>
                    <a:pt x="1587" y="796"/>
                  </a:lnTo>
                  <a:cubicBezTo>
                    <a:pt x="1587" y="356"/>
                    <a:pt x="1231" y="5"/>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6" name="Google Shape;21496;p90"/>
            <p:cNvSpPr/>
            <p:nvPr/>
          </p:nvSpPr>
          <p:spPr>
            <a:xfrm>
              <a:off x="2605351" y="2141942"/>
              <a:ext cx="24168" cy="42071"/>
            </a:xfrm>
            <a:custGeom>
              <a:rect b="b" l="l" r="r" t="t"/>
              <a:pathLst>
                <a:path extrusionOk="0" h="1605" w="922">
                  <a:moveTo>
                    <a:pt x="120" y="1"/>
                  </a:moveTo>
                  <a:cubicBezTo>
                    <a:pt x="85" y="1"/>
                    <a:pt x="46" y="8"/>
                    <a:pt x="7" y="12"/>
                  </a:cubicBezTo>
                  <a:lnTo>
                    <a:pt x="7" y="1137"/>
                  </a:lnTo>
                  <a:cubicBezTo>
                    <a:pt x="0" y="1390"/>
                    <a:pt x="204" y="1604"/>
                    <a:pt x="461" y="1604"/>
                  </a:cubicBezTo>
                  <a:cubicBezTo>
                    <a:pt x="718" y="1604"/>
                    <a:pt x="922" y="1390"/>
                    <a:pt x="915" y="1137"/>
                  </a:cubicBezTo>
                  <a:lnTo>
                    <a:pt x="915" y="796"/>
                  </a:lnTo>
                  <a:cubicBezTo>
                    <a:pt x="915" y="356"/>
                    <a:pt x="559" y="5"/>
                    <a:pt x="12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7" name="Google Shape;21497;p90"/>
            <p:cNvSpPr/>
            <p:nvPr/>
          </p:nvSpPr>
          <p:spPr>
            <a:xfrm>
              <a:off x="2599636" y="2147944"/>
              <a:ext cx="17798" cy="17824"/>
            </a:xfrm>
            <a:custGeom>
              <a:rect b="b" l="l" r="r" t="t"/>
              <a:pathLst>
                <a:path extrusionOk="0" h="680" w="679">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8" name="Google Shape;21498;p90"/>
            <p:cNvSpPr/>
            <p:nvPr/>
          </p:nvSpPr>
          <p:spPr>
            <a:xfrm>
              <a:off x="2724434" y="2141942"/>
              <a:ext cx="41599" cy="53500"/>
            </a:xfrm>
            <a:custGeom>
              <a:rect b="b" l="l" r="r" t="t"/>
              <a:pathLst>
                <a:path extrusionOk="0" h="2041" w="1587">
                  <a:moveTo>
                    <a:pt x="792" y="1"/>
                  </a:moveTo>
                  <a:cubicBezTo>
                    <a:pt x="356" y="5"/>
                    <a:pt x="1" y="356"/>
                    <a:pt x="1" y="796"/>
                  </a:cubicBezTo>
                  <a:lnTo>
                    <a:pt x="1" y="1249"/>
                  </a:lnTo>
                  <a:cubicBezTo>
                    <a:pt x="1" y="1685"/>
                    <a:pt x="356" y="2041"/>
                    <a:pt x="792" y="2041"/>
                  </a:cubicBezTo>
                  <a:cubicBezTo>
                    <a:pt x="1231" y="2041"/>
                    <a:pt x="1583" y="1685"/>
                    <a:pt x="1586" y="1249"/>
                  </a:cubicBezTo>
                  <a:lnTo>
                    <a:pt x="1586" y="796"/>
                  </a:lnTo>
                  <a:cubicBezTo>
                    <a:pt x="1583" y="356"/>
                    <a:pt x="1231" y="5"/>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9" name="Google Shape;21499;p90"/>
            <p:cNvSpPr/>
            <p:nvPr/>
          </p:nvSpPr>
          <p:spPr>
            <a:xfrm>
              <a:off x="2742232" y="2141942"/>
              <a:ext cx="23801" cy="41232"/>
            </a:xfrm>
            <a:custGeom>
              <a:rect b="b" l="l" r="r" t="t"/>
              <a:pathLst>
                <a:path extrusionOk="0" h="1573" w="908">
                  <a:moveTo>
                    <a:pt x="113" y="1"/>
                  </a:moveTo>
                  <a:cubicBezTo>
                    <a:pt x="78" y="1"/>
                    <a:pt x="39" y="8"/>
                    <a:pt x="0" y="12"/>
                  </a:cubicBezTo>
                  <a:lnTo>
                    <a:pt x="0" y="1137"/>
                  </a:lnTo>
                  <a:cubicBezTo>
                    <a:pt x="7" y="1379"/>
                    <a:pt x="208" y="1573"/>
                    <a:pt x="454" y="1573"/>
                  </a:cubicBezTo>
                  <a:cubicBezTo>
                    <a:pt x="700" y="1573"/>
                    <a:pt x="900" y="1379"/>
                    <a:pt x="907" y="1137"/>
                  </a:cubicBezTo>
                  <a:lnTo>
                    <a:pt x="907" y="796"/>
                  </a:lnTo>
                  <a:cubicBezTo>
                    <a:pt x="907" y="356"/>
                    <a:pt x="552" y="5"/>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0" name="Google Shape;21500;p90"/>
            <p:cNvSpPr/>
            <p:nvPr/>
          </p:nvSpPr>
          <p:spPr>
            <a:xfrm>
              <a:off x="2736334" y="2147944"/>
              <a:ext cx="17798" cy="17824"/>
            </a:xfrm>
            <a:custGeom>
              <a:rect b="b" l="l" r="r" t="t"/>
              <a:pathLst>
                <a:path extrusionOk="0" h="680" w="679">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1" name="Google Shape;21501;p90"/>
            <p:cNvSpPr/>
            <p:nvPr/>
          </p:nvSpPr>
          <p:spPr>
            <a:xfrm>
              <a:off x="2654945" y="2211536"/>
              <a:ext cx="26658" cy="29673"/>
            </a:xfrm>
            <a:custGeom>
              <a:rect b="b" l="l" r="r" t="t"/>
              <a:pathLst>
                <a:path extrusionOk="0" h="1132" w="1017">
                  <a:moveTo>
                    <a:pt x="338" y="1"/>
                  </a:moveTo>
                  <a:cubicBezTo>
                    <a:pt x="120" y="1"/>
                    <a:pt x="0" y="251"/>
                    <a:pt x="137" y="419"/>
                  </a:cubicBezTo>
                  <a:lnTo>
                    <a:pt x="637" y="1038"/>
                  </a:lnTo>
                  <a:cubicBezTo>
                    <a:pt x="687" y="1100"/>
                    <a:pt x="761" y="1132"/>
                    <a:pt x="836" y="1132"/>
                  </a:cubicBezTo>
                  <a:cubicBezTo>
                    <a:pt x="901" y="1132"/>
                    <a:pt x="967" y="1107"/>
                    <a:pt x="1016" y="1056"/>
                  </a:cubicBezTo>
                  <a:cubicBezTo>
                    <a:pt x="1016" y="1052"/>
                    <a:pt x="1013" y="1052"/>
                    <a:pt x="1013" y="1049"/>
                  </a:cubicBezTo>
                  <a:lnTo>
                    <a:pt x="510" y="57"/>
                  </a:lnTo>
                  <a:cubicBezTo>
                    <a:pt x="503" y="40"/>
                    <a:pt x="496" y="18"/>
                    <a:pt x="48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2" name="Google Shape;21502;p90"/>
            <p:cNvSpPr/>
            <p:nvPr/>
          </p:nvSpPr>
          <p:spPr>
            <a:xfrm>
              <a:off x="2653084" y="2260868"/>
              <a:ext cx="47497" cy="29227"/>
            </a:xfrm>
            <a:custGeom>
              <a:rect b="b" l="l" r="r" t="t"/>
              <a:pathLst>
                <a:path extrusionOk="0" h="1115" w="1812">
                  <a:moveTo>
                    <a:pt x="904" y="0"/>
                  </a:moveTo>
                  <a:lnTo>
                    <a:pt x="1" y="454"/>
                  </a:lnTo>
                  <a:lnTo>
                    <a:pt x="1" y="907"/>
                  </a:lnTo>
                  <a:cubicBezTo>
                    <a:pt x="1" y="974"/>
                    <a:pt x="11" y="1045"/>
                    <a:pt x="25" y="1115"/>
                  </a:cubicBezTo>
                  <a:cubicBezTo>
                    <a:pt x="342" y="1076"/>
                    <a:pt x="644" y="964"/>
                    <a:pt x="904" y="788"/>
                  </a:cubicBezTo>
                  <a:cubicBezTo>
                    <a:pt x="1168" y="964"/>
                    <a:pt x="1471" y="1076"/>
                    <a:pt x="1784" y="1115"/>
                  </a:cubicBezTo>
                  <a:cubicBezTo>
                    <a:pt x="1801" y="1045"/>
                    <a:pt x="1812" y="974"/>
                    <a:pt x="1812" y="907"/>
                  </a:cubicBezTo>
                  <a:lnTo>
                    <a:pt x="1812" y="454"/>
                  </a:lnTo>
                  <a:lnTo>
                    <a:pt x="904"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3" name="Google Shape;21503;p90"/>
            <p:cNvSpPr/>
            <p:nvPr/>
          </p:nvSpPr>
          <p:spPr>
            <a:xfrm>
              <a:off x="2582205" y="2136437"/>
              <a:ext cx="52661" cy="64535"/>
            </a:xfrm>
            <a:custGeom>
              <a:rect b="b" l="l" r="r" t="t"/>
              <a:pathLst>
                <a:path extrusionOk="0" h="2462" w="2009">
                  <a:moveTo>
                    <a:pt x="1003" y="0"/>
                  </a:moveTo>
                  <a:cubicBezTo>
                    <a:pt x="451" y="0"/>
                    <a:pt x="1" y="450"/>
                    <a:pt x="1" y="1006"/>
                  </a:cubicBezTo>
                  <a:lnTo>
                    <a:pt x="1" y="1459"/>
                  </a:lnTo>
                  <a:cubicBezTo>
                    <a:pt x="1" y="2011"/>
                    <a:pt x="451" y="2462"/>
                    <a:pt x="1003" y="2462"/>
                  </a:cubicBezTo>
                  <a:cubicBezTo>
                    <a:pt x="1558" y="2462"/>
                    <a:pt x="2009" y="2011"/>
                    <a:pt x="2009" y="1459"/>
                  </a:cubicBezTo>
                  <a:lnTo>
                    <a:pt x="2009" y="1006"/>
                  </a:lnTo>
                  <a:cubicBezTo>
                    <a:pt x="2009" y="855"/>
                    <a:pt x="1977" y="707"/>
                    <a:pt x="1914" y="573"/>
                  </a:cubicBezTo>
                  <a:cubicBezTo>
                    <a:pt x="1872" y="487"/>
                    <a:pt x="1800" y="451"/>
                    <a:pt x="1729" y="451"/>
                  </a:cubicBezTo>
                  <a:cubicBezTo>
                    <a:pt x="1590" y="451"/>
                    <a:pt x="1451" y="587"/>
                    <a:pt x="1530" y="756"/>
                  </a:cubicBezTo>
                  <a:cubicBezTo>
                    <a:pt x="1569" y="833"/>
                    <a:pt x="1587" y="918"/>
                    <a:pt x="1587" y="1006"/>
                  </a:cubicBezTo>
                  <a:lnTo>
                    <a:pt x="1587" y="1459"/>
                  </a:lnTo>
                  <a:cubicBezTo>
                    <a:pt x="1587" y="1779"/>
                    <a:pt x="1326" y="2040"/>
                    <a:pt x="1003" y="2040"/>
                  </a:cubicBezTo>
                  <a:cubicBezTo>
                    <a:pt x="683" y="2040"/>
                    <a:pt x="423" y="1779"/>
                    <a:pt x="423" y="1459"/>
                  </a:cubicBezTo>
                  <a:lnTo>
                    <a:pt x="423" y="1006"/>
                  </a:lnTo>
                  <a:cubicBezTo>
                    <a:pt x="423"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4" name="Google Shape;21504;p90"/>
            <p:cNvSpPr/>
            <p:nvPr/>
          </p:nvSpPr>
          <p:spPr>
            <a:xfrm>
              <a:off x="2718903" y="2136437"/>
              <a:ext cx="52661" cy="64535"/>
            </a:xfrm>
            <a:custGeom>
              <a:rect b="b" l="l" r="r" t="t"/>
              <a:pathLst>
                <a:path extrusionOk="0" h="2462" w="2009">
                  <a:moveTo>
                    <a:pt x="1003" y="0"/>
                  </a:moveTo>
                  <a:cubicBezTo>
                    <a:pt x="451" y="0"/>
                    <a:pt x="1" y="450"/>
                    <a:pt x="1" y="1006"/>
                  </a:cubicBezTo>
                  <a:lnTo>
                    <a:pt x="1" y="1459"/>
                  </a:lnTo>
                  <a:cubicBezTo>
                    <a:pt x="1" y="2011"/>
                    <a:pt x="451" y="2462"/>
                    <a:pt x="1003" y="2462"/>
                  </a:cubicBezTo>
                  <a:cubicBezTo>
                    <a:pt x="1558" y="2462"/>
                    <a:pt x="2008" y="2011"/>
                    <a:pt x="2008" y="1459"/>
                  </a:cubicBezTo>
                  <a:lnTo>
                    <a:pt x="2008" y="1006"/>
                  </a:lnTo>
                  <a:cubicBezTo>
                    <a:pt x="2008" y="855"/>
                    <a:pt x="1977" y="707"/>
                    <a:pt x="1913" y="573"/>
                  </a:cubicBezTo>
                  <a:cubicBezTo>
                    <a:pt x="1872" y="487"/>
                    <a:pt x="1800" y="451"/>
                    <a:pt x="1728" y="451"/>
                  </a:cubicBezTo>
                  <a:cubicBezTo>
                    <a:pt x="1590" y="451"/>
                    <a:pt x="1451" y="587"/>
                    <a:pt x="1530" y="756"/>
                  </a:cubicBezTo>
                  <a:cubicBezTo>
                    <a:pt x="1569" y="833"/>
                    <a:pt x="1586" y="918"/>
                    <a:pt x="1586" y="1006"/>
                  </a:cubicBezTo>
                  <a:lnTo>
                    <a:pt x="1586" y="1459"/>
                  </a:lnTo>
                  <a:cubicBezTo>
                    <a:pt x="1586" y="1779"/>
                    <a:pt x="1326" y="2040"/>
                    <a:pt x="1003" y="2040"/>
                  </a:cubicBezTo>
                  <a:cubicBezTo>
                    <a:pt x="683" y="2040"/>
                    <a:pt x="422" y="1779"/>
                    <a:pt x="422" y="1459"/>
                  </a:cubicBezTo>
                  <a:lnTo>
                    <a:pt x="422" y="1006"/>
                  </a:lnTo>
                  <a:cubicBezTo>
                    <a:pt x="422"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5" name="Google Shape;21505;p90"/>
            <p:cNvSpPr/>
            <p:nvPr/>
          </p:nvSpPr>
          <p:spPr>
            <a:xfrm>
              <a:off x="2615206" y="2257827"/>
              <a:ext cx="123068" cy="56147"/>
            </a:xfrm>
            <a:custGeom>
              <a:rect b="b" l="l" r="r" t="t"/>
              <a:pathLst>
                <a:path extrusionOk="0" h="2142" w="4695">
                  <a:moveTo>
                    <a:pt x="2564" y="485"/>
                  </a:moveTo>
                  <a:cubicBezTo>
                    <a:pt x="2578" y="492"/>
                    <a:pt x="2589" y="499"/>
                    <a:pt x="2603" y="507"/>
                  </a:cubicBezTo>
                  <a:cubicBezTo>
                    <a:pt x="2740" y="601"/>
                    <a:pt x="2888" y="672"/>
                    <a:pt x="3049" y="718"/>
                  </a:cubicBezTo>
                  <a:lnTo>
                    <a:pt x="3049" y="1023"/>
                  </a:lnTo>
                  <a:cubicBezTo>
                    <a:pt x="3049" y="1407"/>
                    <a:pt x="2736" y="1716"/>
                    <a:pt x="2353" y="1716"/>
                  </a:cubicBezTo>
                  <a:cubicBezTo>
                    <a:pt x="1970" y="1716"/>
                    <a:pt x="1657" y="1407"/>
                    <a:pt x="1657" y="1023"/>
                  </a:cubicBezTo>
                  <a:lnTo>
                    <a:pt x="1657" y="718"/>
                  </a:lnTo>
                  <a:cubicBezTo>
                    <a:pt x="1815" y="672"/>
                    <a:pt x="1966" y="601"/>
                    <a:pt x="2103" y="507"/>
                  </a:cubicBezTo>
                  <a:cubicBezTo>
                    <a:pt x="2117" y="499"/>
                    <a:pt x="2128" y="492"/>
                    <a:pt x="2142" y="485"/>
                  </a:cubicBezTo>
                  <a:lnTo>
                    <a:pt x="2142" y="795"/>
                  </a:lnTo>
                  <a:cubicBezTo>
                    <a:pt x="2142" y="911"/>
                    <a:pt x="2237" y="1006"/>
                    <a:pt x="2353" y="1006"/>
                  </a:cubicBezTo>
                  <a:cubicBezTo>
                    <a:pt x="2469" y="1006"/>
                    <a:pt x="2564" y="911"/>
                    <a:pt x="2564" y="795"/>
                  </a:cubicBezTo>
                  <a:lnTo>
                    <a:pt x="2564" y="485"/>
                  </a:lnTo>
                  <a:close/>
                  <a:moveTo>
                    <a:pt x="309" y="1"/>
                  </a:moveTo>
                  <a:cubicBezTo>
                    <a:pt x="139" y="1"/>
                    <a:pt x="0" y="231"/>
                    <a:pt x="173" y="376"/>
                  </a:cubicBezTo>
                  <a:cubicBezTo>
                    <a:pt x="461" y="637"/>
                    <a:pt x="834" y="781"/>
                    <a:pt x="1221" y="781"/>
                  </a:cubicBezTo>
                  <a:lnTo>
                    <a:pt x="1235" y="781"/>
                  </a:lnTo>
                  <a:lnTo>
                    <a:pt x="1235" y="1023"/>
                  </a:lnTo>
                  <a:cubicBezTo>
                    <a:pt x="1235" y="1639"/>
                    <a:pt x="1738" y="2142"/>
                    <a:pt x="2353" y="2142"/>
                  </a:cubicBezTo>
                  <a:cubicBezTo>
                    <a:pt x="2972" y="2142"/>
                    <a:pt x="3475" y="1639"/>
                    <a:pt x="3475" y="1023"/>
                  </a:cubicBezTo>
                  <a:lnTo>
                    <a:pt x="3475" y="781"/>
                  </a:lnTo>
                  <a:lnTo>
                    <a:pt x="3489" y="781"/>
                  </a:lnTo>
                  <a:cubicBezTo>
                    <a:pt x="3876" y="781"/>
                    <a:pt x="4248" y="637"/>
                    <a:pt x="4537" y="376"/>
                  </a:cubicBezTo>
                  <a:cubicBezTo>
                    <a:pt x="4694" y="227"/>
                    <a:pt x="4559" y="9"/>
                    <a:pt x="4393" y="9"/>
                  </a:cubicBezTo>
                  <a:cubicBezTo>
                    <a:pt x="4347" y="9"/>
                    <a:pt x="4300" y="25"/>
                    <a:pt x="4255" y="63"/>
                  </a:cubicBezTo>
                  <a:cubicBezTo>
                    <a:pt x="4038" y="257"/>
                    <a:pt x="3763" y="356"/>
                    <a:pt x="3487" y="356"/>
                  </a:cubicBezTo>
                  <a:cubicBezTo>
                    <a:pt x="3263" y="356"/>
                    <a:pt x="3037" y="291"/>
                    <a:pt x="2842" y="158"/>
                  </a:cubicBezTo>
                  <a:cubicBezTo>
                    <a:pt x="2694" y="58"/>
                    <a:pt x="2524" y="8"/>
                    <a:pt x="2353" y="8"/>
                  </a:cubicBezTo>
                  <a:cubicBezTo>
                    <a:pt x="2183" y="8"/>
                    <a:pt x="2014" y="58"/>
                    <a:pt x="1868" y="158"/>
                  </a:cubicBezTo>
                  <a:cubicBezTo>
                    <a:pt x="1672" y="291"/>
                    <a:pt x="1447" y="356"/>
                    <a:pt x="1222" y="356"/>
                  </a:cubicBezTo>
                  <a:cubicBezTo>
                    <a:pt x="946" y="356"/>
                    <a:pt x="671" y="257"/>
                    <a:pt x="454" y="63"/>
                  </a:cubicBezTo>
                  <a:cubicBezTo>
                    <a:pt x="408" y="19"/>
                    <a:pt x="357"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6" name="Google Shape;21506;p90"/>
            <p:cNvSpPr/>
            <p:nvPr/>
          </p:nvSpPr>
          <p:spPr>
            <a:xfrm>
              <a:off x="2647658" y="2206005"/>
              <a:ext cx="58375" cy="40813"/>
            </a:xfrm>
            <a:custGeom>
              <a:rect b="b" l="l" r="r" t="t"/>
              <a:pathLst>
                <a:path extrusionOk="0" h="1557" w="2227">
                  <a:moveTo>
                    <a:pt x="1622" y="423"/>
                  </a:moveTo>
                  <a:cubicBezTo>
                    <a:pt x="1658" y="423"/>
                    <a:pt x="1680" y="470"/>
                    <a:pt x="1653" y="497"/>
                  </a:cubicBezTo>
                  <a:lnTo>
                    <a:pt x="1154" y="1116"/>
                  </a:lnTo>
                  <a:cubicBezTo>
                    <a:pt x="1145" y="1128"/>
                    <a:pt x="1131" y="1134"/>
                    <a:pt x="1117" y="1134"/>
                  </a:cubicBezTo>
                  <a:cubicBezTo>
                    <a:pt x="1103" y="1134"/>
                    <a:pt x="1089" y="1128"/>
                    <a:pt x="1080" y="1116"/>
                  </a:cubicBezTo>
                  <a:lnTo>
                    <a:pt x="581" y="497"/>
                  </a:lnTo>
                  <a:cubicBezTo>
                    <a:pt x="566" y="483"/>
                    <a:pt x="566" y="465"/>
                    <a:pt x="573" y="451"/>
                  </a:cubicBezTo>
                  <a:lnTo>
                    <a:pt x="573" y="448"/>
                  </a:lnTo>
                  <a:cubicBezTo>
                    <a:pt x="581" y="433"/>
                    <a:pt x="598" y="423"/>
                    <a:pt x="616" y="423"/>
                  </a:cubicBezTo>
                  <a:lnTo>
                    <a:pt x="1618" y="423"/>
                  </a:lnTo>
                  <a:cubicBezTo>
                    <a:pt x="1619" y="423"/>
                    <a:pt x="1620" y="423"/>
                    <a:pt x="1622" y="423"/>
                  </a:cubicBezTo>
                  <a:close/>
                  <a:moveTo>
                    <a:pt x="616" y="1"/>
                  </a:moveTo>
                  <a:cubicBezTo>
                    <a:pt x="218" y="1"/>
                    <a:pt x="0" y="458"/>
                    <a:pt x="250" y="764"/>
                  </a:cubicBezTo>
                  <a:lnTo>
                    <a:pt x="749" y="1383"/>
                  </a:lnTo>
                  <a:cubicBezTo>
                    <a:pt x="844" y="1499"/>
                    <a:pt x="980" y="1557"/>
                    <a:pt x="1115" y="1557"/>
                  </a:cubicBezTo>
                  <a:cubicBezTo>
                    <a:pt x="1250" y="1557"/>
                    <a:pt x="1386" y="1499"/>
                    <a:pt x="1481" y="1383"/>
                  </a:cubicBezTo>
                  <a:lnTo>
                    <a:pt x="1980" y="764"/>
                  </a:lnTo>
                  <a:cubicBezTo>
                    <a:pt x="2226" y="458"/>
                    <a:pt x="2008" y="1"/>
                    <a:pt x="16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7" name="Google Shape;21507;p90"/>
            <p:cNvSpPr/>
            <p:nvPr/>
          </p:nvSpPr>
          <p:spPr>
            <a:xfrm>
              <a:off x="2496516" y="1959319"/>
              <a:ext cx="358823" cy="378430"/>
            </a:xfrm>
            <a:custGeom>
              <a:rect b="b" l="l" r="r" t="t"/>
              <a:pathLst>
                <a:path extrusionOk="0" h="14437" w="13689">
                  <a:moveTo>
                    <a:pt x="1441" y="423"/>
                  </a:moveTo>
                  <a:cubicBezTo>
                    <a:pt x="1495" y="423"/>
                    <a:pt x="1548" y="442"/>
                    <a:pt x="1592" y="480"/>
                  </a:cubicBezTo>
                  <a:lnTo>
                    <a:pt x="4152" y="2558"/>
                  </a:lnTo>
                  <a:cubicBezTo>
                    <a:pt x="3850" y="2688"/>
                    <a:pt x="3558" y="2840"/>
                    <a:pt x="3280" y="3016"/>
                  </a:cubicBezTo>
                  <a:lnTo>
                    <a:pt x="1198" y="663"/>
                  </a:lnTo>
                  <a:cubicBezTo>
                    <a:pt x="1198" y="572"/>
                    <a:pt x="1251" y="487"/>
                    <a:pt x="1336" y="449"/>
                  </a:cubicBezTo>
                  <a:cubicBezTo>
                    <a:pt x="1369" y="432"/>
                    <a:pt x="1405" y="423"/>
                    <a:pt x="1441" y="423"/>
                  </a:cubicBezTo>
                  <a:close/>
                  <a:moveTo>
                    <a:pt x="1198" y="1303"/>
                  </a:moveTo>
                  <a:lnTo>
                    <a:pt x="2929" y="3251"/>
                  </a:lnTo>
                  <a:cubicBezTo>
                    <a:pt x="2689" y="3423"/>
                    <a:pt x="2461" y="3610"/>
                    <a:pt x="2246" y="3814"/>
                  </a:cubicBezTo>
                  <a:cubicBezTo>
                    <a:pt x="1842" y="4197"/>
                    <a:pt x="1487" y="4630"/>
                    <a:pt x="1198" y="5104"/>
                  </a:cubicBezTo>
                  <a:lnTo>
                    <a:pt x="1198" y="1303"/>
                  </a:lnTo>
                  <a:close/>
                  <a:moveTo>
                    <a:pt x="12324" y="424"/>
                  </a:moveTo>
                  <a:cubicBezTo>
                    <a:pt x="12448" y="424"/>
                    <a:pt x="12564" y="520"/>
                    <a:pt x="12564" y="663"/>
                  </a:cubicBezTo>
                  <a:lnTo>
                    <a:pt x="12156" y="1124"/>
                  </a:lnTo>
                  <a:cubicBezTo>
                    <a:pt x="12016" y="1282"/>
                    <a:pt x="12159" y="1480"/>
                    <a:pt x="12318" y="1480"/>
                  </a:cubicBezTo>
                  <a:cubicBezTo>
                    <a:pt x="12371" y="1480"/>
                    <a:pt x="12426" y="1458"/>
                    <a:pt x="12472" y="1405"/>
                  </a:cubicBezTo>
                  <a:lnTo>
                    <a:pt x="12564" y="1303"/>
                  </a:lnTo>
                  <a:lnTo>
                    <a:pt x="12564" y="5104"/>
                  </a:lnTo>
                  <a:cubicBezTo>
                    <a:pt x="12275" y="4630"/>
                    <a:pt x="11920" y="4197"/>
                    <a:pt x="11516" y="3814"/>
                  </a:cubicBezTo>
                  <a:cubicBezTo>
                    <a:pt x="11301" y="3610"/>
                    <a:pt x="11073" y="3423"/>
                    <a:pt x="10834" y="3251"/>
                  </a:cubicBezTo>
                  <a:lnTo>
                    <a:pt x="11871" y="2080"/>
                  </a:lnTo>
                  <a:cubicBezTo>
                    <a:pt x="12013" y="1922"/>
                    <a:pt x="11871" y="1724"/>
                    <a:pt x="11711" y="1724"/>
                  </a:cubicBezTo>
                  <a:cubicBezTo>
                    <a:pt x="11657" y="1724"/>
                    <a:pt x="11602" y="1746"/>
                    <a:pt x="11554" y="1799"/>
                  </a:cubicBezTo>
                  <a:lnTo>
                    <a:pt x="10478" y="3012"/>
                  </a:lnTo>
                  <a:cubicBezTo>
                    <a:pt x="10201" y="2840"/>
                    <a:pt x="9912" y="2685"/>
                    <a:pt x="9610" y="2555"/>
                  </a:cubicBezTo>
                  <a:lnTo>
                    <a:pt x="12170" y="480"/>
                  </a:lnTo>
                  <a:cubicBezTo>
                    <a:pt x="12217" y="441"/>
                    <a:pt x="12271" y="424"/>
                    <a:pt x="12324" y="424"/>
                  </a:cubicBezTo>
                  <a:close/>
                  <a:moveTo>
                    <a:pt x="6877" y="2418"/>
                  </a:moveTo>
                  <a:cubicBezTo>
                    <a:pt x="10260" y="2418"/>
                    <a:pt x="13014" y="5020"/>
                    <a:pt x="13014" y="8216"/>
                  </a:cubicBezTo>
                  <a:cubicBezTo>
                    <a:pt x="13014" y="8828"/>
                    <a:pt x="12912" y="9433"/>
                    <a:pt x="12711" y="10010"/>
                  </a:cubicBezTo>
                  <a:cubicBezTo>
                    <a:pt x="11854" y="9891"/>
                    <a:pt x="10879" y="9869"/>
                    <a:pt x="10295" y="9869"/>
                  </a:cubicBezTo>
                  <a:cubicBezTo>
                    <a:pt x="9998" y="9869"/>
                    <a:pt x="9802" y="9875"/>
                    <a:pt x="9775" y="9876"/>
                  </a:cubicBezTo>
                  <a:cubicBezTo>
                    <a:pt x="9496" y="9883"/>
                    <a:pt x="9508" y="10298"/>
                    <a:pt x="9782" y="10298"/>
                  </a:cubicBezTo>
                  <a:cubicBezTo>
                    <a:pt x="9784" y="10298"/>
                    <a:pt x="9787" y="10298"/>
                    <a:pt x="9789" y="10298"/>
                  </a:cubicBezTo>
                  <a:cubicBezTo>
                    <a:pt x="9795" y="10298"/>
                    <a:pt x="9976" y="10293"/>
                    <a:pt x="10260" y="10293"/>
                  </a:cubicBezTo>
                  <a:cubicBezTo>
                    <a:pt x="10806" y="10293"/>
                    <a:pt x="11735" y="10311"/>
                    <a:pt x="12553" y="10418"/>
                  </a:cubicBezTo>
                  <a:cubicBezTo>
                    <a:pt x="12419" y="10731"/>
                    <a:pt x="12254" y="11033"/>
                    <a:pt x="12061" y="11318"/>
                  </a:cubicBezTo>
                  <a:cubicBezTo>
                    <a:pt x="10816" y="10857"/>
                    <a:pt x="9511" y="10600"/>
                    <a:pt x="9445" y="10586"/>
                  </a:cubicBezTo>
                  <a:cubicBezTo>
                    <a:pt x="9426" y="10583"/>
                    <a:pt x="9409" y="10581"/>
                    <a:pt x="9392" y="10581"/>
                  </a:cubicBezTo>
                  <a:cubicBezTo>
                    <a:pt x="9154" y="10581"/>
                    <a:pt x="9097" y="10955"/>
                    <a:pt x="9364" y="11001"/>
                  </a:cubicBezTo>
                  <a:cubicBezTo>
                    <a:pt x="10190" y="11174"/>
                    <a:pt x="11006" y="11399"/>
                    <a:pt x="11801" y="11677"/>
                  </a:cubicBezTo>
                  <a:cubicBezTo>
                    <a:pt x="10682" y="13094"/>
                    <a:pt x="8892" y="14011"/>
                    <a:pt x="6877" y="14011"/>
                  </a:cubicBezTo>
                  <a:cubicBezTo>
                    <a:pt x="4866" y="14011"/>
                    <a:pt x="3076" y="13094"/>
                    <a:pt x="1954" y="11677"/>
                  </a:cubicBezTo>
                  <a:cubicBezTo>
                    <a:pt x="2753" y="11399"/>
                    <a:pt x="3569" y="11174"/>
                    <a:pt x="4395" y="11001"/>
                  </a:cubicBezTo>
                  <a:cubicBezTo>
                    <a:pt x="4651" y="10948"/>
                    <a:pt x="4592" y="10583"/>
                    <a:pt x="4356" y="10583"/>
                  </a:cubicBezTo>
                  <a:cubicBezTo>
                    <a:pt x="4342" y="10583"/>
                    <a:pt x="4328" y="10584"/>
                    <a:pt x="4314" y="10586"/>
                  </a:cubicBezTo>
                  <a:cubicBezTo>
                    <a:pt x="4244" y="10600"/>
                    <a:pt x="2943" y="10857"/>
                    <a:pt x="1694" y="11318"/>
                  </a:cubicBezTo>
                  <a:cubicBezTo>
                    <a:pt x="1504" y="11033"/>
                    <a:pt x="1339" y="10731"/>
                    <a:pt x="1198" y="10418"/>
                  </a:cubicBezTo>
                  <a:cubicBezTo>
                    <a:pt x="2019" y="10311"/>
                    <a:pt x="2948" y="10293"/>
                    <a:pt x="3494" y="10293"/>
                  </a:cubicBezTo>
                  <a:cubicBezTo>
                    <a:pt x="3779" y="10293"/>
                    <a:pt x="3960" y="10298"/>
                    <a:pt x="3966" y="10298"/>
                  </a:cubicBezTo>
                  <a:cubicBezTo>
                    <a:pt x="3968" y="10298"/>
                    <a:pt x="3970" y="10298"/>
                    <a:pt x="3972" y="10298"/>
                  </a:cubicBezTo>
                  <a:cubicBezTo>
                    <a:pt x="4086" y="10298"/>
                    <a:pt x="4180" y="10208"/>
                    <a:pt x="4184" y="10094"/>
                  </a:cubicBezTo>
                  <a:cubicBezTo>
                    <a:pt x="4187" y="9975"/>
                    <a:pt x="4096" y="9880"/>
                    <a:pt x="3980" y="9876"/>
                  </a:cubicBezTo>
                  <a:cubicBezTo>
                    <a:pt x="3953" y="9875"/>
                    <a:pt x="3757" y="9869"/>
                    <a:pt x="3460" y="9869"/>
                  </a:cubicBezTo>
                  <a:cubicBezTo>
                    <a:pt x="2876" y="9869"/>
                    <a:pt x="1900" y="9891"/>
                    <a:pt x="1040" y="10010"/>
                  </a:cubicBezTo>
                  <a:cubicBezTo>
                    <a:pt x="843" y="9433"/>
                    <a:pt x="741" y="8828"/>
                    <a:pt x="741" y="8216"/>
                  </a:cubicBezTo>
                  <a:cubicBezTo>
                    <a:pt x="741" y="5020"/>
                    <a:pt x="3495" y="2418"/>
                    <a:pt x="6877" y="2418"/>
                  </a:cubicBezTo>
                  <a:close/>
                  <a:moveTo>
                    <a:pt x="1442" y="0"/>
                  </a:moveTo>
                  <a:cubicBezTo>
                    <a:pt x="1098" y="0"/>
                    <a:pt x="773" y="271"/>
                    <a:pt x="773" y="667"/>
                  </a:cubicBezTo>
                  <a:lnTo>
                    <a:pt x="773" y="5934"/>
                  </a:lnTo>
                  <a:cubicBezTo>
                    <a:pt x="228" y="7253"/>
                    <a:pt x="172" y="8726"/>
                    <a:pt x="618" y="10080"/>
                  </a:cubicBezTo>
                  <a:cubicBezTo>
                    <a:pt x="492" y="10105"/>
                    <a:pt x="365" y="10133"/>
                    <a:pt x="249" y="10164"/>
                  </a:cubicBezTo>
                  <a:cubicBezTo>
                    <a:pt x="1" y="10232"/>
                    <a:pt x="72" y="10581"/>
                    <a:pt x="294" y="10581"/>
                  </a:cubicBezTo>
                  <a:cubicBezTo>
                    <a:pt x="314" y="10581"/>
                    <a:pt x="336" y="10578"/>
                    <a:pt x="358" y="10572"/>
                  </a:cubicBezTo>
                  <a:cubicBezTo>
                    <a:pt x="488" y="10537"/>
                    <a:pt x="622" y="10509"/>
                    <a:pt x="769" y="10484"/>
                  </a:cubicBezTo>
                  <a:cubicBezTo>
                    <a:pt x="910" y="10829"/>
                    <a:pt x="1086" y="11163"/>
                    <a:pt x="1293" y="11476"/>
                  </a:cubicBezTo>
                  <a:cubicBezTo>
                    <a:pt x="1072" y="11567"/>
                    <a:pt x="861" y="11666"/>
                    <a:pt x="660" y="11768"/>
                  </a:cubicBezTo>
                  <a:cubicBezTo>
                    <a:pt x="447" y="11879"/>
                    <a:pt x="558" y="12171"/>
                    <a:pt x="753" y="12171"/>
                  </a:cubicBezTo>
                  <a:cubicBezTo>
                    <a:pt x="786" y="12171"/>
                    <a:pt x="821" y="12163"/>
                    <a:pt x="857" y="12144"/>
                  </a:cubicBezTo>
                  <a:cubicBezTo>
                    <a:pt x="1068" y="12032"/>
                    <a:pt x="1300" y="11930"/>
                    <a:pt x="1543" y="11831"/>
                  </a:cubicBezTo>
                  <a:cubicBezTo>
                    <a:pt x="1754" y="12113"/>
                    <a:pt x="1990" y="12376"/>
                    <a:pt x="2246" y="12619"/>
                  </a:cubicBezTo>
                  <a:cubicBezTo>
                    <a:pt x="3484" y="13790"/>
                    <a:pt x="5130" y="14437"/>
                    <a:pt x="6881" y="14437"/>
                  </a:cubicBezTo>
                  <a:cubicBezTo>
                    <a:pt x="8629" y="14437"/>
                    <a:pt x="10274" y="13790"/>
                    <a:pt x="11516" y="12619"/>
                  </a:cubicBezTo>
                  <a:cubicBezTo>
                    <a:pt x="11769" y="12376"/>
                    <a:pt x="12004" y="12113"/>
                    <a:pt x="12219" y="11831"/>
                  </a:cubicBezTo>
                  <a:cubicBezTo>
                    <a:pt x="12458" y="11930"/>
                    <a:pt x="12690" y="12032"/>
                    <a:pt x="12905" y="12144"/>
                  </a:cubicBezTo>
                  <a:cubicBezTo>
                    <a:pt x="12941" y="12163"/>
                    <a:pt x="12975" y="12171"/>
                    <a:pt x="13008" y="12171"/>
                  </a:cubicBezTo>
                  <a:cubicBezTo>
                    <a:pt x="13201" y="12171"/>
                    <a:pt x="13312" y="11879"/>
                    <a:pt x="13098" y="11768"/>
                  </a:cubicBezTo>
                  <a:cubicBezTo>
                    <a:pt x="12898" y="11666"/>
                    <a:pt x="12687" y="11567"/>
                    <a:pt x="12469" y="11476"/>
                  </a:cubicBezTo>
                  <a:cubicBezTo>
                    <a:pt x="12673" y="11163"/>
                    <a:pt x="12848" y="10829"/>
                    <a:pt x="12993" y="10484"/>
                  </a:cubicBezTo>
                  <a:cubicBezTo>
                    <a:pt x="13137" y="10509"/>
                    <a:pt x="13274" y="10541"/>
                    <a:pt x="13401" y="10572"/>
                  </a:cubicBezTo>
                  <a:cubicBezTo>
                    <a:pt x="13419" y="10578"/>
                    <a:pt x="13438" y="10580"/>
                    <a:pt x="13457" y="10580"/>
                  </a:cubicBezTo>
                  <a:cubicBezTo>
                    <a:pt x="13550" y="10580"/>
                    <a:pt x="13634" y="10518"/>
                    <a:pt x="13657" y="10425"/>
                  </a:cubicBezTo>
                  <a:cubicBezTo>
                    <a:pt x="13689" y="10312"/>
                    <a:pt x="13622" y="10196"/>
                    <a:pt x="13510" y="10164"/>
                  </a:cubicBezTo>
                  <a:cubicBezTo>
                    <a:pt x="13393" y="10133"/>
                    <a:pt x="13270" y="10105"/>
                    <a:pt x="13140" y="10080"/>
                  </a:cubicBezTo>
                  <a:cubicBezTo>
                    <a:pt x="13587" y="8726"/>
                    <a:pt x="13534" y="7253"/>
                    <a:pt x="12986" y="5934"/>
                  </a:cubicBezTo>
                  <a:lnTo>
                    <a:pt x="12986" y="667"/>
                  </a:lnTo>
                  <a:cubicBezTo>
                    <a:pt x="12986" y="271"/>
                    <a:pt x="12662" y="0"/>
                    <a:pt x="12318" y="0"/>
                  </a:cubicBezTo>
                  <a:cubicBezTo>
                    <a:pt x="12176" y="0"/>
                    <a:pt x="12030" y="47"/>
                    <a:pt x="11903" y="150"/>
                  </a:cubicBezTo>
                  <a:lnTo>
                    <a:pt x="9160" y="2379"/>
                  </a:lnTo>
                  <a:cubicBezTo>
                    <a:pt x="8421" y="2124"/>
                    <a:pt x="7651" y="1997"/>
                    <a:pt x="6881" y="1997"/>
                  </a:cubicBezTo>
                  <a:cubicBezTo>
                    <a:pt x="6111" y="1997"/>
                    <a:pt x="5341" y="2124"/>
                    <a:pt x="4602" y="2379"/>
                  </a:cubicBezTo>
                  <a:lnTo>
                    <a:pt x="1856" y="150"/>
                  </a:lnTo>
                  <a:cubicBezTo>
                    <a:pt x="1729" y="47"/>
                    <a:pt x="1584"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08" name="Google Shape;21508;p90"/>
          <p:cNvGrpSpPr/>
          <p:nvPr/>
        </p:nvGrpSpPr>
        <p:grpSpPr>
          <a:xfrm>
            <a:off x="4413174" y="3348241"/>
            <a:ext cx="336726" cy="360972"/>
            <a:chOff x="4413174" y="3348241"/>
            <a:chExt cx="336726" cy="360972"/>
          </a:xfrm>
        </p:grpSpPr>
        <p:sp>
          <p:nvSpPr>
            <p:cNvPr id="21509" name="Google Shape;21509;p90"/>
            <p:cNvSpPr/>
            <p:nvPr/>
          </p:nvSpPr>
          <p:spPr>
            <a:xfrm>
              <a:off x="4466255" y="3534245"/>
              <a:ext cx="233789" cy="169542"/>
            </a:xfrm>
            <a:custGeom>
              <a:rect b="b" l="l" r="r" t="t"/>
              <a:pathLst>
                <a:path extrusionOk="0" h="6468" w="8919">
                  <a:moveTo>
                    <a:pt x="1" y="1"/>
                  </a:moveTo>
                  <a:lnTo>
                    <a:pt x="4175" y="3450"/>
                  </a:lnTo>
                  <a:lnTo>
                    <a:pt x="3746" y="6468"/>
                  </a:lnTo>
                  <a:lnTo>
                    <a:pt x="5040" y="6468"/>
                  </a:lnTo>
                  <a:lnTo>
                    <a:pt x="4607" y="3450"/>
                  </a:lnTo>
                  <a:lnTo>
                    <a:pt x="8919"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0" name="Google Shape;21510;p90"/>
            <p:cNvSpPr/>
            <p:nvPr/>
          </p:nvSpPr>
          <p:spPr>
            <a:xfrm>
              <a:off x="4570869" y="3630287"/>
              <a:ext cx="21049" cy="28336"/>
            </a:xfrm>
            <a:custGeom>
              <a:rect b="b" l="l" r="r" t="t"/>
              <a:pathLst>
                <a:path extrusionOk="0" h="1081" w="803">
                  <a:moveTo>
                    <a:pt x="156" y="1"/>
                  </a:moveTo>
                  <a:lnTo>
                    <a:pt x="1" y="1080"/>
                  </a:lnTo>
                  <a:lnTo>
                    <a:pt x="803" y="1080"/>
                  </a:lnTo>
                  <a:lnTo>
                    <a:pt x="648" y="1"/>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1" name="Google Shape;21511;p90"/>
            <p:cNvSpPr/>
            <p:nvPr/>
          </p:nvSpPr>
          <p:spPr>
            <a:xfrm>
              <a:off x="4581380" y="3595818"/>
              <a:ext cx="137642" cy="40184"/>
            </a:xfrm>
            <a:custGeom>
              <a:rect b="b" l="l" r="r" t="t"/>
              <a:pathLst>
                <a:path extrusionOk="0" h="1533" w="5251">
                  <a:moveTo>
                    <a:pt x="3902" y="0"/>
                  </a:moveTo>
                  <a:cubicBezTo>
                    <a:pt x="3679" y="0"/>
                    <a:pt x="3456" y="9"/>
                    <a:pt x="3232" y="25"/>
                  </a:cubicBezTo>
                  <a:lnTo>
                    <a:pt x="1" y="1105"/>
                  </a:lnTo>
                  <a:lnTo>
                    <a:pt x="1" y="1323"/>
                  </a:lnTo>
                  <a:cubicBezTo>
                    <a:pt x="603" y="1471"/>
                    <a:pt x="1159" y="1532"/>
                    <a:pt x="1665" y="1532"/>
                  </a:cubicBezTo>
                  <a:cubicBezTo>
                    <a:pt x="3480" y="1532"/>
                    <a:pt x="4664" y="745"/>
                    <a:pt x="5145" y="349"/>
                  </a:cubicBezTo>
                  <a:cubicBezTo>
                    <a:pt x="5251" y="261"/>
                    <a:pt x="5198" y="89"/>
                    <a:pt x="5065" y="75"/>
                  </a:cubicBezTo>
                  <a:cubicBezTo>
                    <a:pt x="4678" y="25"/>
                    <a:pt x="4290" y="0"/>
                    <a:pt x="3902"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2" name="Google Shape;21512;p90"/>
            <p:cNvSpPr/>
            <p:nvPr/>
          </p:nvSpPr>
          <p:spPr>
            <a:xfrm>
              <a:off x="4581301" y="3536080"/>
              <a:ext cx="155152" cy="88624"/>
            </a:xfrm>
            <a:custGeom>
              <a:rect b="b" l="l" r="r" t="t"/>
              <a:pathLst>
                <a:path extrusionOk="0" h="3381" w="5919">
                  <a:moveTo>
                    <a:pt x="5736" y="0"/>
                  </a:moveTo>
                  <a:cubicBezTo>
                    <a:pt x="5725" y="0"/>
                    <a:pt x="5713" y="2"/>
                    <a:pt x="5700" y="5"/>
                  </a:cubicBezTo>
                  <a:cubicBezTo>
                    <a:pt x="1635" y="929"/>
                    <a:pt x="0" y="3380"/>
                    <a:pt x="0" y="3380"/>
                  </a:cubicBezTo>
                  <a:cubicBezTo>
                    <a:pt x="3629" y="2864"/>
                    <a:pt x="5317" y="965"/>
                    <a:pt x="5848" y="226"/>
                  </a:cubicBezTo>
                  <a:cubicBezTo>
                    <a:pt x="5918" y="131"/>
                    <a:pt x="5847" y="0"/>
                    <a:pt x="5736"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3" name="Google Shape;21513;p90"/>
            <p:cNvSpPr/>
            <p:nvPr/>
          </p:nvSpPr>
          <p:spPr>
            <a:xfrm>
              <a:off x="4443764" y="3595818"/>
              <a:ext cx="137563" cy="40184"/>
            </a:xfrm>
            <a:custGeom>
              <a:rect b="b" l="l" r="r" t="t"/>
              <a:pathLst>
                <a:path extrusionOk="0" h="1533" w="5248">
                  <a:moveTo>
                    <a:pt x="1346" y="0"/>
                  </a:moveTo>
                  <a:cubicBezTo>
                    <a:pt x="958" y="0"/>
                    <a:pt x="571" y="25"/>
                    <a:pt x="187" y="75"/>
                  </a:cubicBezTo>
                  <a:cubicBezTo>
                    <a:pt x="50" y="89"/>
                    <a:pt x="1" y="261"/>
                    <a:pt x="106" y="349"/>
                  </a:cubicBezTo>
                  <a:cubicBezTo>
                    <a:pt x="587" y="745"/>
                    <a:pt x="1772" y="1532"/>
                    <a:pt x="3585" y="1532"/>
                  </a:cubicBezTo>
                  <a:cubicBezTo>
                    <a:pt x="4091" y="1532"/>
                    <a:pt x="4645" y="1471"/>
                    <a:pt x="5247" y="1323"/>
                  </a:cubicBezTo>
                  <a:lnTo>
                    <a:pt x="5247" y="1105"/>
                  </a:lnTo>
                  <a:lnTo>
                    <a:pt x="2016" y="25"/>
                  </a:lnTo>
                  <a:cubicBezTo>
                    <a:pt x="1793" y="9"/>
                    <a:pt x="1569" y="0"/>
                    <a:pt x="1346"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4" name="Google Shape;21514;p90"/>
            <p:cNvSpPr/>
            <p:nvPr/>
          </p:nvSpPr>
          <p:spPr>
            <a:xfrm>
              <a:off x="4427906" y="3432278"/>
              <a:ext cx="43093" cy="42464"/>
            </a:xfrm>
            <a:custGeom>
              <a:rect b="b" l="l" r="r" t="t"/>
              <a:pathLst>
                <a:path extrusionOk="0" h="1620" w="1644">
                  <a:moveTo>
                    <a:pt x="196" y="1"/>
                  </a:moveTo>
                  <a:cubicBezTo>
                    <a:pt x="87" y="1"/>
                    <a:pt x="1" y="100"/>
                    <a:pt x="29" y="213"/>
                  </a:cubicBezTo>
                  <a:lnTo>
                    <a:pt x="310" y="1429"/>
                  </a:lnTo>
                  <a:lnTo>
                    <a:pt x="1643" y="1619"/>
                  </a:lnTo>
                  <a:lnTo>
                    <a:pt x="1643" y="1619"/>
                  </a:lnTo>
                  <a:lnTo>
                    <a:pt x="1453" y="286"/>
                  </a:lnTo>
                  <a:lnTo>
                    <a:pt x="237" y="5"/>
                  </a:lnTo>
                  <a:cubicBezTo>
                    <a:pt x="223" y="2"/>
                    <a:pt x="209" y="1"/>
                    <a:pt x="196" y="1"/>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5" name="Google Shape;21515;p90"/>
            <p:cNvSpPr/>
            <p:nvPr/>
          </p:nvSpPr>
          <p:spPr>
            <a:xfrm>
              <a:off x="4458994" y="3424650"/>
              <a:ext cx="86108" cy="110774"/>
            </a:xfrm>
            <a:custGeom>
              <a:rect b="b" l="l" r="r" t="t"/>
              <a:pathLst>
                <a:path extrusionOk="0" h="4226" w="3285">
                  <a:moveTo>
                    <a:pt x="176" y="1"/>
                  </a:moveTo>
                  <a:cubicBezTo>
                    <a:pt x="82" y="1"/>
                    <a:pt x="1" y="78"/>
                    <a:pt x="4" y="180"/>
                  </a:cubicBezTo>
                  <a:cubicBezTo>
                    <a:pt x="14" y="732"/>
                    <a:pt x="81" y="2079"/>
                    <a:pt x="433" y="2972"/>
                  </a:cubicBezTo>
                  <a:cubicBezTo>
                    <a:pt x="689" y="3623"/>
                    <a:pt x="1076" y="4140"/>
                    <a:pt x="1684" y="4217"/>
                  </a:cubicBezTo>
                  <a:cubicBezTo>
                    <a:pt x="1732" y="4223"/>
                    <a:pt x="1780" y="4226"/>
                    <a:pt x="1827" y="4226"/>
                  </a:cubicBezTo>
                  <a:cubicBezTo>
                    <a:pt x="2405" y="4226"/>
                    <a:pt x="2911" y="3798"/>
                    <a:pt x="3080" y="3229"/>
                  </a:cubicBezTo>
                  <a:cubicBezTo>
                    <a:pt x="3284" y="2543"/>
                    <a:pt x="3094" y="1805"/>
                    <a:pt x="2592" y="1302"/>
                  </a:cubicBezTo>
                  <a:cubicBezTo>
                    <a:pt x="1997" y="708"/>
                    <a:pt x="753" y="205"/>
                    <a:pt x="236" y="11"/>
                  </a:cubicBezTo>
                  <a:cubicBezTo>
                    <a:pt x="216" y="4"/>
                    <a:pt x="195" y="1"/>
                    <a:pt x="176"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6" name="Google Shape;21516;p90"/>
            <p:cNvSpPr/>
            <p:nvPr/>
          </p:nvSpPr>
          <p:spPr>
            <a:xfrm>
              <a:off x="4420016" y="3462816"/>
              <a:ext cx="113474" cy="82805"/>
            </a:xfrm>
            <a:custGeom>
              <a:rect b="b" l="l" r="r" t="t"/>
              <a:pathLst>
                <a:path extrusionOk="0" h="3159" w="4329">
                  <a:moveTo>
                    <a:pt x="205" y="0"/>
                  </a:moveTo>
                  <a:cubicBezTo>
                    <a:pt x="85" y="0"/>
                    <a:pt x="0" y="122"/>
                    <a:pt x="45" y="233"/>
                  </a:cubicBezTo>
                  <a:cubicBezTo>
                    <a:pt x="235" y="753"/>
                    <a:pt x="738" y="1994"/>
                    <a:pt x="1332" y="2589"/>
                  </a:cubicBezTo>
                  <a:cubicBezTo>
                    <a:pt x="1701" y="2959"/>
                    <a:pt x="2197" y="3159"/>
                    <a:pt x="2704" y="3159"/>
                  </a:cubicBezTo>
                  <a:cubicBezTo>
                    <a:pt x="2890" y="3159"/>
                    <a:pt x="3077" y="3132"/>
                    <a:pt x="3259" y="3077"/>
                  </a:cubicBezTo>
                  <a:cubicBezTo>
                    <a:pt x="3875" y="2895"/>
                    <a:pt x="4328" y="2318"/>
                    <a:pt x="4247" y="1681"/>
                  </a:cubicBezTo>
                  <a:cubicBezTo>
                    <a:pt x="4174" y="1073"/>
                    <a:pt x="3653" y="686"/>
                    <a:pt x="3006" y="430"/>
                  </a:cubicBezTo>
                  <a:cubicBezTo>
                    <a:pt x="2109" y="78"/>
                    <a:pt x="763" y="11"/>
                    <a:pt x="211" y="1"/>
                  </a:cubicBezTo>
                  <a:cubicBezTo>
                    <a:pt x="209" y="1"/>
                    <a:pt x="207" y="0"/>
                    <a:pt x="20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7" name="Google Shape;21517;p90"/>
            <p:cNvSpPr/>
            <p:nvPr/>
          </p:nvSpPr>
          <p:spPr>
            <a:xfrm>
              <a:off x="4691813" y="3432278"/>
              <a:ext cx="42989" cy="42464"/>
            </a:xfrm>
            <a:custGeom>
              <a:rect b="b" l="l" r="r" t="t"/>
              <a:pathLst>
                <a:path extrusionOk="0" h="1620" w="1640">
                  <a:moveTo>
                    <a:pt x="1446" y="1"/>
                  </a:moveTo>
                  <a:cubicBezTo>
                    <a:pt x="1433" y="1"/>
                    <a:pt x="1420" y="2"/>
                    <a:pt x="1407" y="5"/>
                  </a:cubicBezTo>
                  <a:lnTo>
                    <a:pt x="190" y="286"/>
                  </a:lnTo>
                  <a:lnTo>
                    <a:pt x="1" y="1619"/>
                  </a:lnTo>
                  <a:lnTo>
                    <a:pt x="1" y="1619"/>
                  </a:lnTo>
                  <a:lnTo>
                    <a:pt x="1333" y="1429"/>
                  </a:lnTo>
                  <a:lnTo>
                    <a:pt x="1615" y="213"/>
                  </a:lnTo>
                  <a:cubicBezTo>
                    <a:pt x="1640" y="100"/>
                    <a:pt x="1553" y="1"/>
                    <a:pt x="1446" y="1"/>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8" name="Google Shape;21518;p90"/>
            <p:cNvSpPr/>
            <p:nvPr/>
          </p:nvSpPr>
          <p:spPr>
            <a:xfrm>
              <a:off x="4617710" y="3424650"/>
              <a:ext cx="86108" cy="110774"/>
            </a:xfrm>
            <a:custGeom>
              <a:rect b="b" l="l" r="r" t="t"/>
              <a:pathLst>
                <a:path extrusionOk="0" h="4226" w="3285">
                  <a:moveTo>
                    <a:pt x="3108" y="1"/>
                  </a:moveTo>
                  <a:cubicBezTo>
                    <a:pt x="3088" y="1"/>
                    <a:pt x="3069" y="4"/>
                    <a:pt x="3049" y="11"/>
                  </a:cubicBezTo>
                  <a:cubicBezTo>
                    <a:pt x="2529" y="205"/>
                    <a:pt x="1287" y="708"/>
                    <a:pt x="690" y="1302"/>
                  </a:cubicBezTo>
                  <a:cubicBezTo>
                    <a:pt x="187" y="1805"/>
                    <a:pt x="0" y="2543"/>
                    <a:pt x="204" y="3229"/>
                  </a:cubicBezTo>
                  <a:cubicBezTo>
                    <a:pt x="373" y="3798"/>
                    <a:pt x="879" y="4226"/>
                    <a:pt x="1458" y="4226"/>
                  </a:cubicBezTo>
                  <a:cubicBezTo>
                    <a:pt x="1505" y="4226"/>
                    <a:pt x="1552" y="4223"/>
                    <a:pt x="1600" y="4217"/>
                  </a:cubicBezTo>
                  <a:cubicBezTo>
                    <a:pt x="2209" y="4140"/>
                    <a:pt x="2595" y="3623"/>
                    <a:pt x="2849" y="2972"/>
                  </a:cubicBezTo>
                  <a:cubicBezTo>
                    <a:pt x="3200" y="2079"/>
                    <a:pt x="3267" y="732"/>
                    <a:pt x="3281" y="180"/>
                  </a:cubicBezTo>
                  <a:cubicBezTo>
                    <a:pt x="3284" y="78"/>
                    <a:pt x="3200" y="1"/>
                    <a:pt x="3108"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9" name="Google Shape;21519;p90"/>
            <p:cNvSpPr/>
            <p:nvPr/>
          </p:nvSpPr>
          <p:spPr>
            <a:xfrm>
              <a:off x="4629218" y="3462816"/>
              <a:ext cx="113474" cy="82805"/>
            </a:xfrm>
            <a:custGeom>
              <a:rect b="b" l="l" r="r" t="t"/>
              <a:pathLst>
                <a:path extrusionOk="0" h="3159" w="4329">
                  <a:moveTo>
                    <a:pt x="4124" y="0"/>
                  </a:moveTo>
                  <a:cubicBezTo>
                    <a:pt x="4122" y="0"/>
                    <a:pt x="4120" y="1"/>
                    <a:pt x="4119" y="1"/>
                  </a:cubicBezTo>
                  <a:cubicBezTo>
                    <a:pt x="3567" y="11"/>
                    <a:pt x="2220" y="78"/>
                    <a:pt x="1327" y="430"/>
                  </a:cubicBezTo>
                  <a:cubicBezTo>
                    <a:pt x="676" y="686"/>
                    <a:pt x="156" y="1073"/>
                    <a:pt x="82" y="1681"/>
                  </a:cubicBezTo>
                  <a:cubicBezTo>
                    <a:pt x="1" y="2318"/>
                    <a:pt x="455" y="2895"/>
                    <a:pt x="1070" y="3077"/>
                  </a:cubicBezTo>
                  <a:cubicBezTo>
                    <a:pt x="1253" y="3132"/>
                    <a:pt x="1439" y="3159"/>
                    <a:pt x="1625" y="3159"/>
                  </a:cubicBezTo>
                  <a:cubicBezTo>
                    <a:pt x="2132" y="3159"/>
                    <a:pt x="2629" y="2959"/>
                    <a:pt x="2997" y="2589"/>
                  </a:cubicBezTo>
                  <a:cubicBezTo>
                    <a:pt x="3591" y="1994"/>
                    <a:pt x="4094" y="753"/>
                    <a:pt x="4284" y="233"/>
                  </a:cubicBezTo>
                  <a:cubicBezTo>
                    <a:pt x="4329" y="122"/>
                    <a:pt x="4244" y="0"/>
                    <a:pt x="4124"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0" name="Google Shape;21520;p90"/>
            <p:cNvSpPr/>
            <p:nvPr/>
          </p:nvSpPr>
          <p:spPr>
            <a:xfrm>
              <a:off x="4560200" y="3358909"/>
              <a:ext cx="42412" cy="58218"/>
            </a:xfrm>
            <a:custGeom>
              <a:rect b="b" l="l" r="r" t="t"/>
              <a:pathLst>
                <a:path extrusionOk="0" h="2221" w="1618">
                  <a:moveTo>
                    <a:pt x="807" y="1"/>
                  </a:moveTo>
                  <a:cubicBezTo>
                    <a:pt x="751" y="1"/>
                    <a:pt x="695" y="28"/>
                    <a:pt x="661" y="82"/>
                  </a:cubicBezTo>
                  <a:lnTo>
                    <a:pt x="0" y="1141"/>
                  </a:lnTo>
                  <a:lnTo>
                    <a:pt x="805" y="2220"/>
                  </a:lnTo>
                  <a:lnTo>
                    <a:pt x="1618" y="1141"/>
                  </a:lnTo>
                  <a:lnTo>
                    <a:pt x="953" y="82"/>
                  </a:lnTo>
                  <a:cubicBezTo>
                    <a:pt x="920" y="28"/>
                    <a:pt x="863" y="1"/>
                    <a:pt x="807" y="1"/>
                  </a:cubicBezTo>
                  <a:close/>
                </a:path>
              </a:pathLst>
            </a:custGeom>
            <a:solidFill>
              <a:srgbClr val="B4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1" name="Google Shape;21521;p90"/>
            <p:cNvSpPr/>
            <p:nvPr/>
          </p:nvSpPr>
          <p:spPr>
            <a:xfrm>
              <a:off x="4551524" y="3375135"/>
              <a:ext cx="80682" cy="119634"/>
            </a:xfrm>
            <a:custGeom>
              <a:rect b="b" l="l" r="r" t="t"/>
              <a:pathLst>
                <a:path extrusionOk="0" h="4564" w="3078">
                  <a:moveTo>
                    <a:pt x="2165" y="1"/>
                  </a:moveTo>
                  <a:cubicBezTo>
                    <a:pt x="2120" y="1"/>
                    <a:pt x="2075" y="18"/>
                    <a:pt x="2040" y="54"/>
                  </a:cubicBezTo>
                  <a:cubicBezTo>
                    <a:pt x="1660" y="452"/>
                    <a:pt x="753" y="1454"/>
                    <a:pt x="370" y="2333"/>
                  </a:cubicBezTo>
                  <a:cubicBezTo>
                    <a:pt x="92" y="2973"/>
                    <a:pt x="1" y="3613"/>
                    <a:pt x="373" y="4095"/>
                  </a:cubicBezTo>
                  <a:cubicBezTo>
                    <a:pt x="616" y="4409"/>
                    <a:pt x="986" y="4563"/>
                    <a:pt x="1367" y="4563"/>
                  </a:cubicBezTo>
                  <a:cubicBezTo>
                    <a:pt x="1604" y="4563"/>
                    <a:pt x="1844" y="4504"/>
                    <a:pt x="2061" y="4386"/>
                  </a:cubicBezTo>
                  <a:cubicBezTo>
                    <a:pt x="2687" y="4045"/>
                    <a:pt x="3077" y="3391"/>
                    <a:pt x="3077" y="2677"/>
                  </a:cubicBezTo>
                  <a:cubicBezTo>
                    <a:pt x="3077" y="1837"/>
                    <a:pt x="2553" y="603"/>
                    <a:pt x="2321" y="100"/>
                  </a:cubicBezTo>
                  <a:cubicBezTo>
                    <a:pt x="2292" y="36"/>
                    <a:pt x="2229" y="1"/>
                    <a:pt x="2165"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2" name="Google Shape;21522;p90"/>
            <p:cNvSpPr/>
            <p:nvPr/>
          </p:nvSpPr>
          <p:spPr>
            <a:xfrm>
              <a:off x="4530501" y="3375135"/>
              <a:ext cx="80787" cy="119634"/>
            </a:xfrm>
            <a:custGeom>
              <a:rect b="b" l="l" r="r" t="t"/>
              <a:pathLst>
                <a:path extrusionOk="0" h="4564" w="3082">
                  <a:moveTo>
                    <a:pt x="913" y="1"/>
                  </a:moveTo>
                  <a:cubicBezTo>
                    <a:pt x="849" y="1"/>
                    <a:pt x="786" y="36"/>
                    <a:pt x="757" y="100"/>
                  </a:cubicBezTo>
                  <a:cubicBezTo>
                    <a:pt x="525" y="603"/>
                    <a:pt x="1" y="1837"/>
                    <a:pt x="1" y="2677"/>
                  </a:cubicBezTo>
                  <a:cubicBezTo>
                    <a:pt x="1" y="3391"/>
                    <a:pt x="391" y="4045"/>
                    <a:pt x="1021" y="4386"/>
                  </a:cubicBezTo>
                  <a:cubicBezTo>
                    <a:pt x="1236" y="4504"/>
                    <a:pt x="1476" y="4563"/>
                    <a:pt x="1712" y="4563"/>
                  </a:cubicBezTo>
                  <a:cubicBezTo>
                    <a:pt x="2092" y="4563"/>
                    <a:pt x="2462" y="4409"/>
                    <a:pt x="2705" y="4095"/>
                  </a:cubicBezTo>
                  <a:cubicBezTo>
                    <a:pt x="3081" y="3613"/>
                    <a:pt x="2986" y="2973"/>
                    <a:pt x="2708" y="2333"/>
                  </a:cubicBezTo>
                  <a:cubicBezTo>
                    <a:pt x="2325" y="1454"/>
                    <a:pt x="1421" y="452"/>
                    <a:pt x="1038" y="54"/>
                  </a:cubicBezTo>
                  <a:cubicBezTo>
                    <a:pt x="1003" y="18"/>
                    <a:pt x="958" y="1"/>
                    <a:pt x="913"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3" name="Google Shape;21523;p90"/>
            <p:cNvSpPr/>
            <p:nvPr/>
          </p:nvSpPr>
          <p:spPr>
            <a:xfrm>
              <a:off x="4426281" y="3536080"/>
              <a:ext cx="155126" cy="88624"/>
            </a:xfrm>
            <a:custGeom>
              <a:rect b="b" l="l" r="r" t="t"/>
              <a:pathLst>
                <a:path extrusionOk="0" h="3381" w="5918">
                  <a:moveTo>
                    <a:pt x="183" y="0"/>
                  </a:moveTo>
                  <a:cubicBezTo>
                    <a:pt x="74" y="0"/>
                    <a:pt x="0" y="131"/>
                    <a:pt x="74" y="226"/>
                  </a:cubicBezTo>
                  <a:cubicBezTo>
                    <a:pt x="601" y="965"/>
                    <a:pt x="2292" y="2864"/>
                    <a:pt x="5918" y="3380"/>
                  </a:cubicBezTo>
                  <a:cubicBezTo>
                    <a:pt x="5918" y="3380"/>
                    <a:pt x="4283" y="929"/>
                    <a:pt x="218" y="5"/>
                  </a:cubicBezTo>
                  <a:cubicBezTo>
                    <a:pt x="206" y="2"/>
                    <a:pt x="194" y="0"/>
                    <a:pt x="183"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4" name="Google Shape;21524;p90"/>
            <p:cNvSpPr/>
            <p:nvPr/>
          </p:nvSpPr>
          <p:spPr>
            <a:xfrm>
              <a:off x="4560200" y="3464834"/>
              <a:ext cx="42412" cy="58192"/>
            </a:xfrm>
            <a:custGeom>
              <a:rect b="b" l="l" r="r" t="t"/>
              <a:pathLst>
                <a:path extrusionOk="0" h="2220" w="1618">
                  <a:moveTo>
                    <a:pt x="807" y="0"/>
                  </a:moveTo>
                  <a:cubicBezTo>
                    <a:pt x="751" y="0"/>
                    <a:pt x="695" y="27"/>
                    <a:pt x="661" y="82"/>
                  </a:cubicBezTo>
                  <a:lnTo>
                    <a:pt x="0" y="1140"/>
                  </a:lnTo>
                  <a:lnTo>
                    <a:pt x="805" y="2220"/>
                  </a:lnTo>
                  <a:lnTo>
                    <a:pt x="1618" y="1140"/>
                  </a:lnTo>
                  <a:lnTo>
                    <a:pt x="953" y="82"/>
                  </a:lnTo>
                  <a:cubicBezTo>
                    <a:pt x="920" y="27"/>
                    <a:pt x="863" y="0"/>
                    <a:pt x="807"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5" name="Google Shape;21525;p90"/>
            <p:cNvSpPr/>
            <p:nvPr/>
          </p:nvSpPr>
          <p:spPr>
            <a:xfrm>
              <a:off x="4551524" y="3481060"/>
              <a:ext cx="80682" cy="119608"/>
            </a:xfrm>
            <a:custGeom>
              <a:rect b="b" l="l" r="r" t="t"/>
              <a:pathLst>
                <a:path extrusionOk="0" h="4563" w="3078">
                  <a:moveTo>
                    <a:pt x="2165" y="0"/>
                  </a:moveTo>
                  <a:cubicBezTo>
                    <a:pt x="2120" y="0"/>
                    <a:pt x="2075" y="17"/>
                    <a:pt x="2040" y="54"/>
                  </a:cubicBezTo>
                  <a:cubicBezTo>
                    <a:pt x="1660" y="451"/>
                    <a:pt x="753" y="1453"/>
                    <a:pt x="370" y="2332"/>
                  </a:cubicBezTo>
                  <a:cubicBezTo>
                    <a:pt x="92" y="2972"/>
                    <a:pt x="1" y="3612"/>
                    <a:pt x="373" y="4094"/>
                  </a:cubicBezTo>
                  <a:cubicBezTo>
                    <a:pt x="616" y="4408"/>
                    <a:pt x="986" y="4562"/>
                    <a:pt x="1367" y="4562"/>
                  </a:cubicBezTo>
                  <a:cubicBezTo>
                    <a:pt x="1604" y="4562"/>
                    <a:pt x="1844" y="4503"/>
                    <a:pt x="2061" y="4386"/>
                  </a:cubicBezTo>
                  <a:cubicBezTo>
                    <a:pt x="2687" y="4045"/>
                    <a:pt x="3077" y="3391"/>
                    <a:pt x="3077" y="2677"/>
                  </a:cubicBezTo>
                  <a:cubicBezTo>
                    <a:pt x="3077" y="1836"/>
                    <a:pt x="2553" y="602"/>
                    <a:pt x="2321" y="99"/>
                  </a:cubicBezTo>
                  <a:cubicBezTo>
                    <a:pt x="2292" y="35"/>
                    <a:pt x="2229" y="0"/>
                    <a:pt x="2165"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6" name="Google Shape;21526;p90"/>
            <p:cNvSpPr/>
            <p:nvPr/>
          </p:nvSpPr>
          <p:spPr>
            <a:xfrm>
              <a:off x="4530501" y="3481060"/>
              <a:ext cx="80787" cy="119608"/>
            </a:xfrm>
            <a:custGeom>
              <a:rect b="b" l="l" r="r" t="t"/>
              <a:pathLst>
                <a:path extrusionOk="0" h="4563" w="3082">
                  <a:moveTo>
                    <a:pt x="913" y="0"/>
                  </a:moveTo>
                  <a:cubicBezTo>
                    <a:pt x="849" y="0"/>
                    <a:pt x="786" y="35"/>
                    <a:pt x="757" y="99"/>
                  </a:cubicBezTo>
                  <a:cubicBezTo>
                    <a:pt x="525" y="602"/>
                    <a:pt x="1" y="1836"/>
                    <a:pt x="1" y="2677"/>
                  </a:cubicBezTo>
                  <a:cubicBezTo>
                    <a:pt x="1" y="3391"/>
                    <a:pt x="391" y="4045"/>
                    <a:pt x="1021" y="4386"/>
                  </a:cubicBezTo>
                  <a:cubicBezTo>
                    <a:pt x="1236" y="4503"/>
                    <a:pt x="1476" y="4562"/>
                    <a:pt x="1712" y="4562"/>
                  </a:cubicBezTo>
                  <a:cubicBezTo>
                    <a:pt x="2092" y="4562"/>
                    <a:pt x="2462" y="4408"/>
                    <a:pt x="2705" y="4094"/>
                  </a:cubicBezTo>
                  <a:cubicBezTo>
                    <a:pt x="3081" y="3612"/>
                    <a:pt x="2986" y="2972"/>
                    <a:pt x="2708" y="2332"/>
                  </a:cubicBezTo>
                  <a:cubicBezTo>
                    <a:pt x="2325" y="1453"/>
                    <a:pt x="1421" y="451"/>
                    <a:pt x="1038" y="54"/>
                  </a:cubicBezTo>
                  <a:cubicBezTo>
                    <a:pt x="1003" y="17"/>
                    <a:pt x="958" y="0"/>
                    <a:pt x="913"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7" name="Google Shape;21527;p90"/>
            <p:cNvSpPr/>
            <p:nvPr/>
          </p:nvSpPr>
          <p:spPr>
            <a:xfrm>
              <a:off x="4413174" y="3348241"/>
              <a:ext cx="336726" cy="360972"/>
            </a:xfrm>
            <a:custGeom>
              <a:rect b="b" l="l" r="r" t="t"/>
              <a:pathLst>
                <a:path extrusionOk="0" h="13771" w="12846">
                  <a:moveTo>
                    <a:pt x="6418" y="581"/>
                  </a:moveTo>
                  <a:lnTo>
                    <a:pt x="6836" y="1245"/>
                  </a:lnTo>
                  <a:cubicBezTo>
                    <a:pt x="6706" y="1386"/>
                    <a:pt x="6566" y="1551"/>
                    <a:pt x="6418" y="1734"/>
                  </a:cubicBezTo>
                  <a:cubicBezTo>
                    <a:pt x="6274" y="1551"/>
                    <a:pt x="6133" y="1386"/>
                    <a:pt x="6003" y="1245"/>
                  </a:cubicBezTo>
                  <a:lnTo>
                    <a:pt x="6418" y="581"/>
                  </a:lnTo>
                  <a:close/>
                  <a:moveTo>
                    <a:pt x="799" y="3419"/>
                  </a:moveTo>
                  <a:lnTo>
                    <a:pt x="1562" y="3594"/>
                  </a:lnTo>
                  <a:cubicBezTo>
                    <a:pt x="1572" y="3784"/>
                    <a:pt x="1590" y="4002"/>
                    <a:pt x="1614" y="4234"/>
                  </a:cubicBezTo>
                  <a:cubicBezTo>
                    <a:pt x="1382" y="4210"/>
                    <a:pt x="1168" y="4192"/>
                    <a:pt x="974" y="4182"/>
                  </a:cubicBezTo>
                  <a:lnTo>
                    <a:pt x="799" y="3419"/>
                  </a:lnTo>
                  <a:close/>
                  <a:moveTo>
                    <a:pt x="12037" y="3419"/>
                  </a:moveTo>
                  <a:lnTo>
                    <a:pt x="11861" y="4182"/>
                  </a:lnTo>
                  <a:cubicBezTo>
                    <a:pt x="11671" y="4192"/>
                    <a:pt x="11453" y="4210"/>
                    <a:pt x="11225" y="4234"/>
                  </a:cubicBezTo>
                  <a:cubicBezTo>
                    <a:pt x="11249" y="4002"/>
                    <a:pt x="11264" y="3784"/>
                    <a:pt x="11274" y="3594"/>
                  </a:cubicBezTo>
                  <a:lnTo>
                    <a:pt x="12037" y="3419"/>
                  </a:lnTo>
                  <a:close/>
                  <a:moveTo>
                    <a:pt x="5398" y="1189"/>
                  </a:moveTo>
                  <a:lnTo>
                    <a:pt x="5402" y="1193"/>
                  </a:lnTo>
                  <a:cubicBezTo>
                    <a:pt x="5767" y="1565"/>
                    <a:pt x="6105" y="1966"/>
                    <a:pt x="6414" y="2388"/>
                  </a:cubicBezTo>
                  <a:cubicBezTo>
                    <a:pt x="6458" y="2444"/>
                    <a:pt x="6513" y="2467"/>
                    <a:pt x="6567" y="2467"/>
                  </a:cubicBezTo>
                  <a:cubicBezTo>
                    <a:pt x="6709" y="2467"/>
                    <a:pt x="6843" y="2308"/>
                    <a:pt x="6741" y="2153"/>
                  </a:cubicBezTo>
                  <a:cubicBezTo>
                    <a:pt x="6717" y="2121"/>
                    <a:pt x="6696" y="2093"/>
                    <a:pt x="6675" y="2065"/>
                  </a:cubicBezTo>
                  <a:cubicBezTo>
                    <a:pt x="6914" y="1762"/>
                    <a:pt x="7170" y="1470"/>
                    <a:pt x="7438" y="1193"/>
                  </a:cubicBezTo>
                  <a:cubicBezTo>
                    <a:pt x="7670" y="1703"/>
                    <a:pt x="8158" y="2870"/>
                    <a:pt x="8158" y="3651"/>
                  </a:cubicBezTo>
                  <a:cubicBezTo>
                    <a:pt x="8158" y="4097"/>
                    <a:pt x="7986" y="4530"/>
                    <a:pt x="7677" y="4853"/>
                  </a:cubicBezTo>
                  <a:cubicBezTo>
                    <a:pt x="7652" y="4808"/>
                    <a:pt x="7617" y="4776"/>
                    <a:pt x="7571" y="4758"/>
                  </a:cubicBezTo>
                  <a:cubicBezTo>
                    <a:pt x="7628" y="4572"/>
                    <a:pt x="7649" y="4375"/>
                    <a:pt x="7635" y="4182"/>
                  </a:cubicBezTo>
                  <a:cubicBezTo>
                    <a:pt x="7610" y="3805"/>
                    <a:pt x="7469" y="3376"/>
                    <a:pt x="7216" y="2909"/>
                  </a:cubicBezTo>
                  <a:cubicBezTo>
                    <a:pt x="7174" y="2835"/>
                    <a:pt x="7110" y="2805"/>
                    <a:pt x="7047" y="2805"/>
                  </a:cubicBezTo>
                  <a:cubicBezTo>
                    <a:pt x="6912" y="2805"/>
                    <a:pt x="6780" y="2941"/>
                    <a:pt x="6861" y="3099"/>
                  </a:cubicBezTo>
                  <a:cubicBezTo>
                    <a:pt x="7286" y="3890"/>
                    <a:pt x="7346" y="4498"/>
                    <a:pt x="7044" y="4917"/>
                  </a:cubicBezTo>
                  <a:lnTo>
                    <a:pt x="6590" y="4189"/>
                  </a:lnTo>
                  <a:cubicBezTo>
                    <a:pt x="6551" y="4125"/>
                    <a:pt x="6486" y="4094"/>
                    <a:pt x="6420" y="4094"/>
                  </a:cubicBezTo>
                  <a:cubicBezTo>
                    <a:pt x="6354" y="4094"/>
                    <a:pt x="6288" y="4125"/>
                    <a:pt x="6249" y="4189"/>
                  </a:cubicBezTo>
                  <a:lnTo>
                    <a:pt x="5722" y="5036"/>
                  </a:lnTo>
                  <a:cubicBezTo>
                    <a:pt x="5581" y="4892"/>
                    <a:pt x="5493" y="4808"/>
                    <a:pt x="5482" y="4797"/>
                  </a:cubicBezTo>
                  <a:cubicBezTo>
                    <a:pt x="5442" y="4760"/>
                    <a:pt x="5392" y="4742"/>
                    <a:pt x="5342" y="4742"/>
                  </a:cubicBezTo>
                  <a:cubicBezTo>
                    <a:pt x="5270" y="4742"/>
                    <a:pt x="5200" y="4779"/>
                    <a:pt x="5162" y="4850"/>
                  </a:cubicBezTo>
                  <a:cubicBezTo>
                    <a:pt x="4853" y="4526"/>
                    <a:pt x="4681" y="4097"/>
                    <a:pt x="4681" y="3651"/>
                  </a:cubicBezTo>
                  <a:cubicBezTo>
                    <a:pt x="4677" y="2870"/>
                    <a:pt x="5166" y="1703"/>
                    <a:pt x="5398" y="1189"/>
                  </a:cubicBezTo>
                  <a:close/>
                  <a:moveTo>
                    <a:pt x="6418" y="4677"/>
                  </a:moveTo>
                  <a:lnTo>
                    <a:pt x="6836" y="5342"/>
                  </a:lnTo>
                  <a:cubicBezTo>
                    <a:pt x="6706" y="5483"/>
                    <a:pt x="6566" y="5648"/>
                    <a:pt x="6418" y="5827"/>
                  </a:cubicBezTo>
                  <a:cubicBezTo>
                    <a:pt x="6271" y="5649"/>
                    <a:pt x="6130" y="5484"/>
                    <a:pt x="6004" y="5340"/>
                  </a:cubicBezTo>
                  <a:lnTo>
                    <a:pt x="6004" y="5340"/>
                  </a:lnTo>
                  <a:lnTo>
                    <a:pt x="6418" y="4677"/>
                  </a:lnTo>
                  <a:close/>
                  <a:moveTo>
                    <a:pt x="10887" y="3130"/>
                  </a:moveTo>
                  <a:cubicBezTo>
                    <a:pt x="10880" y="3517"/>
                    <a:pt x="10856" y="3904"/>
                    <a:pt x="10810" y="4287"/>
                  </a:cubicBezTo>
                  <a:lnTo>
                    <a:pt x="10701" y="4305"/>
                  </a:lnTo>
                  <a:cubicBezTo>
                    <a:pt x="10451" y="4345"/>
                    <a:pt x="10495" y="4706"/>
                    <a:pt x="10726" y="4706"/>
                  </a:cubicBezTo>
                  <a:cubicBezTo>
                    <a:pt x="10740" y="4706"/>
                    <a:pt x="10753" y="4705"/>
                    <a:pt x="10768" y="4702"/>
                  </a:cubicBezTo>
                  <a:cubicBezTo>
                    <a:pt x="11281" y="4621"/>
                    <a:pt x="11805" y="4579"/>
                    <a:pt x="12325" y="4572"/>
                  </a:cubicBezTo>
                  <a:lnTo>
                    <a:pt x="12325" y="4572"/>
                  </a:lnTo>
                  <a:cubicBezTo>
                    <a:pt x="12129" y="5099"/>
                    <a:pt x="11650" y="6267"/>
                    <a:pt x="11098" y="6819"/>
                  </a:cubicBezTo>
                  <a:cubicBezTo>
                    <a:pt x="10760" y="7158"/>
                    <a:pt x="10316" y="7327"/>
                    <a:pt x="9871" y="7327"/>
                  </a:cubicBezTo>
                  <a:cubicBezTo>
                    <a:pt x="9437" y="7327"/>
                    <a:pt x="9003" y="7166"/>
                    <a:pt x="8665" y="6844"/>
                  </a:cubicBezTo>
                  <a:cubicBezTo>
                    <a:pt x="8489" y="6436"/>
                    <a:pt x="8471" y="6084"/>
                    <a:pt x="8605" y="5792"/>
                  </a:cubicBezTo>
                  <a:cubicBezTo>
                    <a:pt x="8781" y="5405"/>
                    <a:pt x="9235" y="5103"/>
                    <a:pt x="9945" y="4888"/>
                  </a:cubicBezTo>
                  <a:cubicBezTo>
                    <a:pt x="10174" y="4811"/>
                    <a:pt x="10098" y="4494"/>
                    <a:pt x="9891" y="4494"/>
                  </a:cubicBezTo>
                  <a:cubicBezTo>
                    <a:pt x="9872" y="4494"/>
                    <a:pt x="9853" y="4496"/>
                    <a:pt x="9832" y="4502"/>
                  </a:cubicBezTo>
                  <a:cubicBezTo>
                    <a:pt x="9002" y="4751"/>
                    <a:pt x="8468" y="5128"/>
                    <a:pt x="8239" y="5623"/>
                  </a:cubicBezTo>
                  <a:cubicBezTo>
                    <a:pt x="8201" y="5704"/>
                    <a:pt x="8173" y="5785"/>
                    <a:pt x="8155" y="5870"/>
                  </a:cubicBezTo>
                  <a:cubicBezTo>
                    <a:pt x="8137" y="5778"/>
                    <a:pt x="8130" y="5683"/>
                    <a:pt x="8130" y="5588"/>
                  </a:cubicBezTo>
                  <a:cubicBezTo>
                    <a:pt x="8130" y="5128"/>
                    <a:pt x="8313" y="4685"/>
                    <a:pt x="8640" y="4357"/>
                  </a:cubicBezTo>
                  <a:cubicBezTo>
                    <a:pt x="9189" y="3809"/>
                    <a:pt x="10360" y="3327"/>
                    <a:pt x="10884" y="3130"/>
                  </a:cubicBezTo>
                  <a:close/>
                  <a:moveTo>
                    <a:pt x="1952" y="3130"/>
                  </a:moveTo>
                  <a:lnTo>
                    <a:pt x="1952" y="3130"/>
                  </a:lnTo>
                  <a:cubicBezTo>
                    <a:pt x="2479" y="3327"/>
                    <a:pt x="3647" y="3809"/>
                    <a:pt x="4199" y="4361"/>
                  </a:cubicBezTo>
                  <a:cubicBezTo>
                    <a:pt x="4526" y="4685"/>
                    <a:pt x="4709" y="5128"/>
                    <a:pt x="4709" y="5592"/>
                  </a:cubicBezTo>
                  <a:cubicBezTo>
                    <a:pt x="4709" y="5683"/>
                    <a:pt x="4702" y="5778"/>
                    <a:pt x="4684" y="5870"/>
                  </a:cubicBezTo>
                  <a:cubicBezTo>
                    <a:pt x="4663" y="5785"/>
                    <a:pt x="4635" y="5704"/>
                    <a:pt x="4600" y="5623"/>
                  </a:cubicBezTo>
                  <a:cubicBezTo>
                    <a:pt x="4371" y="5128"/>
                    <a:pt x="3837" y="4751"/>
                    <a:pt x="3007" y="4502"/>
                  </a:cubicBezTo>
                  <a:cubicBezTo>
                    <a:pt x="2986" y="4496"/>
                    <a:pt x="2967" y="4494"/>
                    <a:pt x="2948" y="4494"/>
                  </a:cubicBezTo>
                  <a:cubicBezTo>
                    <a:pt x="2741" y="4494"/>
                    <a:pt x="2665" y="4811"/>
                    <a:pt x="2891" y="4888"/>
                  </a:cubicBezTo>
                  <a:cubicBezTo>
                    <a:pt x="3605" y="5103"/>
                    <a:pt x="4055" y="5405"/>
                    <a:pt x="4234" y="5792"/>
                  </a:cubicBezTo>
                  <a:cubicBezTo>
                    <a:pt x="4364" y="6084"/>
                    <a:pt x="4347" y="6436"/>
                    <a:pt x="4174" y="6847"/>
                  </a:cubicBezTo>
                  <a:cubicBezTo>
                    <a:pt x="3837" y="7169"/>
                    <a:pt x="3404" y="7329"/>
                    <a:pt x="2972" y="7329"/>
                  </a:cubicBezTo>
                  <a:cubicBezTo>
                    <a:pt x="2526" y="7329"/>
                    <a:pt x="2080" y="7158"/>
                    <a:pt x="1741" y="6819"/>
                  </a:cubicBezTo>
                  <a:cubicBezTo>
                    <a:pt x="1185" y="6267"/>
                    <a:pt x="707" y="5096"/>
                    <a:pt x="510" y="4568"/>
                  </a:cubicBezTo>
                  <a:lnTo>
                    <a:pt x="510" y="4568"/>
                  </a:lnTo>
                  <a:lnTo>
                    <a:pt x="514" y="4572"/>
                  </a:lnTo>
                  <a:cubicBezTo>
                    <a:pt x="1034" y="4579"/>
                    <a:pt x="1555" y="4621"/>
                    <a:pt x="2072" y="4702"/>
                  </a:cubicBezTo>
                  <a:cubicBezTo>
                    <a:pt x="2086" y="4705"/>
                    <a:pt x="2099" y="4706"/>
                    <a:pt x="2112" y="4706"/>
                  </a:cubicBezTo>
                  <a:cubicBezTo>
                    <a:pt x="2341" y="4706"/>
                    <a:pt x="2388" y="4345"/>
                    <a:pt x="2138" y="4305"/>
                  </a:cubicBezTo>
                  <a:lnTo>
                    <a:pt x="2026" y="4287"/>
                  </a:lnTo>
                  <a:cubicBezTo>
                    <a:pt x="1984" y="3904"/>
                    <a:pt x="1955" y="3517"/>
                    <a:pt x="1952" y="3130"/>
                  </a:cubicBezTo>
                  <a:close/>
                  <a:moveTo>
                    <a:pt x="8517" y="7252"/>
                  </a:moveTo>
                  <a:lnTo>
                    <a:pt x="8517" y="7252"/>
                  </a:lnTo>
                  <a:cubicBezTo>
                    <a:pt x="8883" y="7550"/>
                    <a:pt x="9336" y="7719"/>
                    <a:pt x="9808" y="7733"/>
                  </a:cubicBezTo>
                  <a:cubicBezTo>
                    <a:pt x="9335" y="7944"/>
                    <a:pt x="8875" y="8189"/>
                    <a:pt x="8437" y="8465"/>
                  </a:cubicBezTo>
                  <a:lnTo>
                    <a:pt x="8437" y="8465"/>
                  </a:lnTo>
                  <a:cubicBezTo>
                    <a:pt x="8518" y="8234"/>
                    <a:pt x="8563" y="7992"/>
                    <a:pt x="8559" y="7747"/>
                  </a:cubicBezTo>
                  <a:cubicBezTo>
                    <a:pt x="8559" y="7582"/>
                    <a:pt x="8545" y="7417"/>
                    <a:pt x="8517" y="7252"/>
                  </a:cubicBezTo>
                  <a:close/>
                  <a:moveTo>
                    <a:pt x="4322" y="7248"/>
                  </a:moveTo>
                  <a:lnTo>
                    <a:pt x="4322" y="7252"/>
                  </a:lnTo>
                  <a:cubicBezTo>
                    <a:pt x="4294" y="7417"/>
                    <a:pt x="4280" y="7582"/>
                    <a:pt x="4280" y="7747"/>
                  </a:cubicBezTo>
                  <a:cubicBezTo>
                    <a:pt x="4276" y="7993"/>
                    <a:pt x="4322" y="8236"/>
                    <a:pt x="4403" y="8468"/>
                  </a:cubicBezTo>
                  <a:cubicBezTo>
                    <a:pt x="3967" y="8190"/>
                    <a:pt x="3506" y="7944"/>
                    <a:pt x="3035" y="7733"/>
                  </a:cubicBezTo>
                  <a:cubicBezTo>
                    <a:pt x="3503" y="7719"/>
                    <a:pt x="3956" y="7547"/>
                    <a:pt x="4322" y="7248"/>
                  </a:cubicBezTo>
                  <a:close/>
                  <a:moveTo>
                    <a:pt x="7438" y="5289"/>
                  </a:moveTo>
                  <a:cubicBezTo>
                    <a:pt x="7670" y="5799"/>
                    <a:pt x="8158" y="6967"/>
                    <a:pt x="8158" y="7747"/>
                  </a:cubicBezTo>
                  <a:cubicBezTo>
                    <a:pt x="8158" y="8306"/>
                    <a:pt x="7888" y="8830"/>
                    <a:pt x="7434" y="9157"/>
                  </a:cubicBezTo>
                  <a:cubicBezTo>
                    <a:pt x="7480" y="9084"/>
                    <a:pt x="7518" y="9006"/>
                    <a:pt x="7547" y="8925"/>
                  </a:cubicBezTo>
                  <a:cubicBezTo>
                    <a:pt x="7737" y="8412"/>
                    <a:pt x="7624" y="7768"/>
                    <a:pt x="7216" y="7005"/>
                  </a:cubicBezTo>
                  <a:cubicBezTo>
                    <a:pt x="7175" y="6925"/>
                    <a:pt x="7108" y="6892"/>
                    <a:pt x="7041" y="6892"/>
                  </a:cubicBezTo>
                  <a:cubicBezTo>
                    <a:pt x="6903" y="6892"/>
                    <a:pt x="6766" y="7034"/>
                    <a:pt x="6861" y="7195"/>
                  </a:cubicBezTo>
                  <a:cubicBezTo>
                    <a:pt x="7213" y="7853"/>
                    <a:pt x="7318" y="8387"/>
                    <a:pt x="7167" y="8785"/>
                  </a:cubicBezTo>
                  <a:cubicBezTo>
                    <a:pt x="7058" y="9084"/>
                    <a:pt x="6791" y="9319"/>
                    <a:pt x="6379" y="9484"/>
                  </a:cubicBezTo>
                  <a:cubicBezTo>
                    <a:pt x="5433" y="9463"/>
                    <a:pt x="4681" y="8693"/>
                    <a:pt x="4677" y="7747"/>
                  </a:cubicBezTo>
                  <a:cubicBezTo>
                    <a:pt x="4677" y="6967"/>
                    <a:pt x="5166" y="5799"/>
                    <a:pt x="5398" y="5289"/>
                  </a:cubicBezTo>
                  <a:cubicBezTo>
                    <a:pt x="5764" y="5662"/>
                    <a:pt x="6101" y="6063"/>
                    <a:pt x="6407" y="6481"/>
                  </a:cubicBezTo>
                  <a:lnTo>
                    <a:pt x="6411" y="6485"/>
                  </a:lnTo>
                  <a:cubicBezTo>
                    <a:pt x="6455" y="6540"/>
                    <a:pt x="6510" y="6563"/>
                    <a:pt x="6564" y="6563"/>
                  </a:cubicBezTo>
                  <a:cubicBezTo>
                    <a:pt x="6706" y="6563"/>
                    <a:pt x="6840" y="6405"/>
                    <a:pt x="6738" y="6249"/>
                  </a:cubicBezTo>
                  <a:cubicBezTo>
                    <a:pt x="6717" y="6218"/>
                    <a:pt x="6696" y="6190"/>
                    <a:pt x="6671" y="6161"/>
                  </a:cubicBezTo>
                  <a:cubicBezTo>
                    <a:pt x="6914" y="5855"/>
                    <a:pt x="7167" y="5567"/>
                    <a:pt x="7438" y="5289"/>
                  </a:cubicBezTo>
                  <a:close/>
                  <a:moveTo>
                    <a:pt x="6112" y="9864"/>
                  </a:moveTo>
                  <a:lnTo>
                    <a:pt x="6112" y="9864"/>
                  </a:lnTo>
                  <a:cubicBezTo>
                    <a:pt x="6214" y="9880"/>
                    <a:pt x="6316" y="9888"/>
                    <a:pt x="6418" y="9888"/>
                  </a:cubicBezTo>
                  <a:cubicBezTo>
                    <a:pt x="6520" y="9888"/>
                    <a:pt x="6622" y="9880"/>
                    <a:pt x="6724" y="9864"/>
                  </a:cubicBezTo>
                  <a:lnTo>
                    <a:pt x="6724" y="9864"/>
                  </a:lnTo>
                  <a:cubicBezTo>
                    <a:pt x="6594" y="10001"/>
                    <a:pt x="6492" y="10121"/>
                    <a:pt x="6418" y="10212"/>
                  </a:cubicBezTo>
                  <a:cubicBezTo>
                    <a:pt x="6344" y="10121"/>
                    <a:pt x="6242" y="10001"/>
                    <a:pt x="6112" y="9864"/>
                  </a:cubicBezTo>
                  <a:close/>
                  <a:moveTo>
                    <a:pt x="837" y="7407"/>
                  </a:moveTo>
                  <a:cubicBezTo>
                    <a:pt x="2752" y="7871"/>
                    <a:pt x="4080" y="8676"/>
                    <a:pt x="4878" y="9298"/>
                  </a:cubicBezTo>
                  <a:cubicBezTo>
                    <a:pt x="5257" y="9586"/>
                    <a:pt x="5609" y="9910"/>
                    <a:pt x="5929" y="10265"/>
                  </a:cubicBezTo>
                  <a:cubicBezTo>
                    <a:pt x="3942" y="9885"/>
                    <a:pt x="2624" y="9077"/>
                    <a:pt x="1850" y="8440"/>
                  </a:cubicBezTo>
                  <a:cubicBezTo>
                    <a:pt x="1475" y="8135"/>
                    <a:pt x="1135" y="7789"/>
                    <a:pt x="837" y="7407"/>
                  </a:cubicBezTo>
                  <a:close/>
                  <a:moveTo>
                    <a:pt x="12002" y="7406"/>
                  </a:moveTo>
                  <a:lnTo>
                    <a:pt x="12002" y="7406"/>
                  </a:lnTo>
                  <a:cubicBezTo>
                    <a:pt x="11703" y="7786"/>
                    <a:pt x="11362" y="8134"/>
                    <a:pt x="10986" y="8440"/>
                  </a:cubicBezTo>
                  <a:lnTo>
                    <a:pt x="10989" y="8440"/>
                  </a:lnTo>
                  <a:cubicBezTo>
                    <a:pt x="10216" y="9080"/>
                    <a:pt x="8897" y="9885"/>
                    <a:pt x="6907" y="10265"/>
                  </a:cubicBezTo>
                  <a:cubicBezTo>
                    <a:pt x="7223" y="9917"/>
                    <a:pt x="7571" y="9593"/>
                    <a:pt x="7944" y="9309"/>
                  </a:cubicBezTo>
                  <a:cubicBezTo>
                    <a:pt x="8746" y="8686"/>
                    <a:pt x="10078" y="7874"/>
                    <a:pt x="12002" y="7406"/>
                  </a:cubicBezTo>
                  <a:close/>
                  <a:moveTo>
                    <a:pt x="2375" y="9652"/>
                  </a:moveTo>
                  <a:cubicBezTo>
                    <a:pt x="2577" y="9652"/>
                    <a:pt x="2780" y="9661"/>
                    <a:pt x="2982" y="9678"/>
                  </a:cubicBezTo>
                  <a:lnTo>
                    <a:pt x="2989" y="9678"/>
                  </a:lnTo>
                  <a:cubicBezTo>
                    <a:pt x="3756" y="10082"/>
                    <a:pt x="4723" y="10451"/>
                    <a:pt x="5919" y="10673"/>
                  </a:cubicBezTo>
                  <a:cubicBezTo>
                    <a:pt x="5509" y="10745"/>
                    <a:pt x="5126" y="10776"/>
                    <a:pt x="4770" y="10776"/>
                  </a:cubicBezTo>
                  <a:cubicBezTo>
                    <a:pt x="3805" y="10776"/>
                    <a:pt x="3043" y="10551"/>
                    <a:pt x="2511" y="10314"/>
                  </a:cubicBezTo>
                  <a:lnTo>
                    <a:pt x="2511" y="10314"/>
                  </a:lnTo>
                  <a:lnTo>
                    <a:pt x="2515" y="10318"/>
                  </a:lnTo>
                  <a:cubicBezTo>
                    <a:pt x="2149" y="10156"/>
                    <a:pt x="1804" y="9952"/>
                    <a:pt x="1488" y="9706"/>
                  </a:cubicBezTo>
                  <a:cubicBezTo>
                    <a:pt x="1783" y="9670"/>
                    <a:pt x="2079" y="9652"/>
                    <a:pt x="2375" y="9652"/>
                  </a:cubicBezTo>
                  <a:close/>
                  <a:moveTo>
                    <a:pt x="10464" y="9652"/>
                  </a:moveTo>
                  <a:cubicBezTo>
                    <a:pt x="10761" y="9652"/>
                    <a:pt x="11057" y="9670"/>
                    <a:pt x="11351" y="9706"/>
                  </a:cubicBezTo>
                  <a:cubicBezTo>
                    <a:pt x="11042" y="9949"/>
                    <a:pt x="10701" y="10149"/>
                    <a:pt x="10342" y="10311"/>
                  </a:cubicBezTo>
                  <a:cubicBezTo>
                    <a:pt x="9809" y="10549"/>
                    <a:pt x="9045" y="10779"/>
                    <a:pt x="8078" y="10779"/>
                  </a:cubicBezTo>
                  <a:cubicBezTo>
                    <a:pt x="7720" y="10779"/>
                    <a:pt x="7333" y="10747"/>
                    <a:pt x="6921" y="10673"/>
                  </a:cubicBezTo>
                  <a:cubicBezTo>
                    <a:pt x="8116" y="10451"/>
                    <a:pt x="9087" y="10082"/>
                    <a:pt x="9850" y="9678"/>
                  </a:cubicBezTo>
                  <a:lnTo>
                    <a:pt x="9857" y="9678"/>
                  </a:lnTo>
                  <a:cubicBezTo>
                    <a:pt x="10059" y="9661"/>
                    <a:pt x="10262" y="9652"/>
                    <a:pt x="10464" y="9652"/>
                  </a:cubicBezTo>
                  <a:close/>
                  <a:moveTo>
                    <a:pt x="6418" y="10979"/>
                  </a:moveTo>
                  <a:lnTo>
                    <a:pt x="6495" y="10997"/>
                  </a:lnTo>
                  <a:lnTo>
                    <a:pt x="6587" y="11644"/>
                  </a:lnTo>
                  <a:lnTo>
                    <a:pt x="6249" y="11644"/>
                  </a:lnTo>
                  <a:lnTo>
                    <a:pt x="6344" y="10997"/>
                  </a:lnTo>
                  <a:lnTo>
                    <a:pt x="6418" y="10979"/>
                  </a:lnTo>
                  <a:close/>
                  <a:moveTo>
                    <a:pt x="6643" y="12044"/>
                  </a:moveTo>
                  <a:lnTo>
                    <a:pt x="6833" y="13367"/>
                  </a:lnTo>
                  <a:lnTo>
                    <a:pt x="6006" y="13367"/>
                  </a:lnTo>
                  <a:lnTo>
                    <a:pt x="6193" y="12044"/>
                  </a:lnTo>
                  <a:close/>
                  <a:moveTo>
                    <a:pt x="6423" y="1"/>
                  </a:moveTo>
                  <a:cubicBezTo>
                    <a:pt x="6357" y="1"/>
                    <a:pt x="6291" y="32"/>
                    <a:pt x="6253" y="96"/>
                  </a:cubicBezTo>
                  <a:lnTo>
                    <a:pt x="5725" y="940"/>
                  </a:lnTo>
                  <a:cubicBezTo>
                    <a:pt x="5584" y="795"/>
                    <a:pt x="5497" y="711"/>
                    <a:pt x="5486" y="700"/>
                  </a:cubicBezTo>
                  <a:cubicBezTo>
                    <a:pt x="5446" y="664"/>
                    <a:pt x="5397" y="646"/>
                    <a:pt x="5348" y="646"/>
                  </a:cubicBezTo>
                  <a:cubicBezTo>
                    <a:pt x="5274" y="646"/>
                    <a:pt x="5202" y="685"/>
                    <a:pt x="5166" y="757"/>
                  </a:cubicBezTo>
                  <a:cubicBezTo>
                    <a:pt x="5131" y="831"/>
                    <a:pt x="4283" y="2539"/>
                    <a:pt x="4283" y="3651"/>
                  </a:cubicBezTo>
                  <a:cubicBezTo>
                    <a:pt x="4283" y="3735"/>
                    <a:pt x="4287" y="3819"/>
                    <a:pt x="4297" y="3904"/>
                  </a:cubicBezTo>
                  <a:cubicBezTo>
                    <a:pt x="3443" y="3201"/>
                    <a:pt x="1889" y="2680"/>
                    <a:pt x="1818" y="2656"/>
                  </a:cubicBezTo>
                  <a:cubicBezTo>
                    <a:pt x="1798" y="2649"/>
                    <a:pt x="1777" y="2645"/>
                    <a:pt x="1756" y="2645"/>
                  </a:cubicBezTo>
                  <a:cubicBezTo>
                    <a:pt x="1652" y="2645"/>
                    <a:pt x="1558" y="2730"/>
                    <a:pt x="1555" y="2842"/>
                  </a:cubicBezTo>
                  <a:cubicBezTo>
                    <a:pt x="1555" y="2852"/>
                    <a:pt x="1551" y="2979"/>
                    <a:pt x="1555" y="3179"/>
                  </a:cubicBezTo>
                  <a:lnTo>
                    <a:pt x="584" y="2954"/>
                  </a:lnTo>
                  <a:cubicBezTo>
                    <a:pt x="569" y="2951"/>
                    <a:pt x="554" y="2950"/>
                    <a:pt x="539" y="2950"/>
                  </a:cubicBezTo>
                  <a:cubicBezTo>
                    <a:pt x="411" y="2950"/>
                    <a:pt x="310" y="3068"/>
                    <a:pt x="341" y="3197"/>
                  </a:cubicBezTo>
                  <a:lnTo>
                    <a:pt x="566" y="4168"/>
                  </a:lnTo>
                  <a:cubicBezTo>
                    <a:pt x="500" y="4166"/>
                    <a:pt x="441" y="4166"/>
                    <a:pt x="392" y="4166"/>
                  </a:cubicBezTo>
                  <a:cubicBezTo>
                    <a:pt x="295" y="4166"/>
                    <a:pt x="236" y="4168"/>
                    <a:pt x="229" y="4168"/>
                  </a:cubicBezTo>
                  <a:cubicBezTo>
                    <a:pt x="92" y="4175"/>
                    <a:pt x="0" y="4305"/>
                    <a:pt x="43" y="4431"/>
                  </a:cubicBezTo>
                  <a:cubicBezTo>
                    <a:pt x="67" y="4509"/>
                    <a:pt x="675" y="6316"/>
                    <a:pt x="1463" y="7104"/>
                  </a:cubicBezTo>
                  <a:cubicBezTo>
                    <a:pt x="1488" y="7128"/>
                    <a:pt x="1512" y="7150"/>
                    <a:pt x="1537" y="7174"/>
                  </a:cubicBezTo>
                  <a:cubicBezTo>
                    <a:pt x="1189" y="7069"/>
                    <a:pt x="820" y="6977"/>
                    <a:pt x="429" y="6900"/>
                  </a:cubicBezTo>
                  <a:cubicBezTo>
                    <a:pt x="415" y="6897"/>
                    <a:pt x="401" y="6895"/>
                    <a:pt x="387" y="6895"/>
                  </a:cubicBezTo>
                  <a:cubicBezTo>
                    <a:pt x="240" y="6895"/>
                    <a:pt x="137" y="7057"/>
                    <a:pt x="211" y="7195"/>
                  </a:cubicBezTo>
                  <a:cubicBezTo>
                    <a:pt x="229" y="7223"/>
                    <a:pt x="619" y="7937"/>
                    <a:pt x="1583" y="8735"/>
                  </a:cubicBezTo>
                  <a:cubicBezTo>
                    <a:pt x="1804" y="8918"/>
                    <a:pt x="2036" y="9091"/>
                    <a:pt x="2275" y="9249"/>
                  </a:cubicBezTo>
                  <a:cubicBezTo>
                    <a:pt x="1846" y="9256"/>
                    <a:pt x="1421" y="9295"/>
                    <a:pt x="999" y="9372"/>
                  </a:cubicBezTo>
                  <a:cubicBezTo>
                    <a:pt x="844" y="9397"/>
                    <a:pt x="777" y="9590"/>
                    <a:pt x="886" y="9706"/>
                  </a:cubicBezTo>
                  <a:cubicBezTo>
                    <a:pt x="908" y="9727"/>
                    <a:pt x="1400" y="10255"/>
                    <a:pt x="2339" y="10677"/>
                  </a:cubicBezTo>
                  <a:cubicBezTo>
                    <a:pt x="3094" y="11011"/>
                    <a:pt x="3915" y="11179"/>
                    <a:pt x="4743" y="11179"/>
                  </a:cubicBezTo>
                  <a:cubicBezTo>
                    <a:pt x="4752" y="11179"/>
                    <a:pt x="4760" y="11179"/>
                    <a:pt x="4769" y="11179"/>
                  </a:cubicBezTo>
                  <a:cubicBezTo>
                    <a:pt x="5155" y="11179"/>
                    <a:pt x="5546" y="11144"/>
                    <a:pt x="5929" y="11077"/>
                  </a:cubicBezTo>
                  <a:lnTo>
                    <a:pt x="5929" y="11077"/>
                  </a:lnTo>
                  <a:lnTo>
                    <a:pt x="5577" y="13539"/>
                  </a:lnTo>
                  <a:cubicBezTo>
                    <a:pt x="5560" y="13662"/>
                    <a:pt x="5655" y="13771"/>
                    <a:pt x="5778" y="13771"/>
                  </a:cubicBezTo>
                  <a:lnTo>
                    <a:pt x="7072" y="13771"/>
                  </a:lnTo>
                  <a:cubicBezTo>
                    <a:pt x="7195" y="13771"/>
                    <a:pt x="7290" y="13662"/>
                    <a:pt x="7272" y="13539"/>
                  </a:cubicBezTo>
                  <a:lnTo>
                    <a:pt x="6921" y="11077"/>
                  </a:lnTo>
                  <a:lnTo>
                    <a:pt x="6921" y="11077"/>
                  </a:lnTo>
                  <a:cubicBezTo>
                    <a:pt x="7304" y="11144"/>
                    <a:pt x="7691" y="11179"/>
                    <a:pt x="8081" y="11179"/>
                  </a:cubicBezTo>
                  <a:cubicBezTo>
                    <a:pt x="8090" y="11179"/>
                    <a:pt x="8098" y="11179"/>
                    <a:pt x="8107" y="11179"/>
                  </a:cubicBezTo>
                  <a:cubicBezTo>
                    <a:pt x="8935" y="11179"/>
                    <a:pt x="9756" y="11011"/>
                    <a:pt x="10511" y="10677"/>
                  </a:cubicBezTo>
                  <a:cubicBezTo>
                    <a:pt x="11450" y="10255"/>
                    <a:pt x="11942" y="9727"/>
                    <a:pt x="11963" y="9706"/>
                  </a:cubicBezTo>
                  <a:cubicBezTo>
                    <a:pt x="12069" y="9590"/>
                    <a:pt x="12005" y="9397"/>
                    <a:pt x="11851" y="9372"/>
                  </a:cubicBezTo>
                  <a:cubicBezTo>
                    <a:pt x="11429" y="9295"/>
                    <a:pt x="11003" y="9256"/>
                    <a:pt x="10574" y="9249"/>
                  </a:cubicBezTo>
                  <a:cubicBezTo>
                    <a:pt x="10813" y="9091"/>
                    <a:pt x="11045" y="8918"/>
                    <a:pt x="11267" y="8735"/>
                  </a:cubicBezTo>
                  <a:cubicBezTo>
                    <a:pt x="12231" y="7937"/>
                    <a:pt x="12621" y="7223"/>
                    <a:pt x="12638" y="7195"/>
                  </a:cubicBezTo>
                  <a:cubicBezTo>
                    <a:pt x="12712" y="7057"/>
                    <a:pt x="12610" y="6895"/>
                    <a:pt x="12463" y="6895"/>
                  </a:cubicBezTo>
                  <a:cubicBezTo>
                    <a:pt x="12449" y="6895"/>
                    <a:pt x="12435" y="6897"/>
                    <a:pt x="12420" y="6900"/>
                  </a:cubicBezTo>
                  <a:cubicBezTo>
                    <a:pt x="12030" y="6977"/>
                    <a:pt x="11661" y="7072"/>
                    <a:pt x="11313" y="7174"/>
                  </a:cubicBezTo>
                  <a:cubicBezTo>
                    <a:pt x="11337" y="7150"/>
                    <a:pt x="11362" y="7128"/>
                    <a:pt x="11387" y="7104"/>
                  </a:cubicBezTo>
                  <a:cubicBezTo>
                    <a:pt x="12167" y="6316"/>
                    <a:pt x="12776" y="4509"/>
                    <a:pt x="12804" y="4435"/>
                  </a:cubicBezTo>
                  <a:cubicBezTo>
                    <a:pt x="12846" y="4305"/>
                    <a:pt x="12751" y="4175"/>
                    <a:pt x="12617" y="4171"/>
                  </a:cubicBezTo>
                  <a:cubicBezTo>
                    <a:pt x="12608" y="4171"/>
                    <a:pt x="12550" y="4170"/>
                    <a:pt x="12453" y="4170"/>
                  </a:cubicBezTo>
                  <a:cubicBezTo>
                    <a:pt x="12405" y="4170"/>
                    <a:pt x="12347" y="4170"/>
                    <a:pt x="12280" y="4171"/>
                  </a:cubicBezTo>
                  <a:lnTo>
                    <a:pt x="12505" y="3197"/>
                  </a:lnTo>
                  <a:cubicBezTo>
                    <a:pt x="12533" y="3068"/>
                    <a:pt x="12431" y="2950"/>
                    <a:pt x="12306" y="2950"/>
                  </a:cubicBezTo>
                  <a:cubicBezTo>
                    <a:pt x="12292" y="2950"/>
                    <a:pt x="12277" y="2951"/>
                    <a:pt x="12262" y="2954"/>
                  </a:cubicBezTo>
                  <a:lnTo>
                    <a:pt x="11292" y="3179"/>
                  </a:lnTo>
                  <a:cubicBezTo>
                    <a:pt x="11295" y="2979"/>
                    <a:pt x="11292" y="2852"/>
                    <a:pt x="11292" y="2842"/>
                  </a:cubicBezTo>
                  <a:cubicBezTo>
                    <a:pt x="11286" y="2730"/>
                    <a:pt x="11194" y="2645"/>
                    <a:pt x="11090" y="2645"/>
                  </a:cubicBezTo>
                  <a:cubicBezTo>
                    <a:pt x="11069" y="2645"/>
                    <a:pt x="11049" y="2649"/>
                    <a:pt x="11028" y="2656"/>
                  </a:cubicBezTo>
                  <a:cubicBezTo>
                    <a:pt x="10958" y="2680"/>
                    <a:pt x="9403" y="3204"/>
                    <a:pt x="8549" y="3904"/>
                  </a:cubicBezTo>
                  <a:cubicBezTo>
                    <a:pt x="8559" y="3819"/>
                    <a:pt x="8563" y="3735"/>
                    <a:pt x="8563" y="3651"/>
                  </a:cubicBezTo>
                  <a:cubicBezTo>
                    <a:pt x="8563" y="2539"/>
                    <a:pt x="7715" y="831"/>
                    <a:pt x="7680" y="757"/>
                  </a:cubicBezTo>
                  <a:cubicBezTo>
                    <a:pt x="7644" y="685"/>
                    <a:pt x="7572" y="646"/>
                    <a:pt x="7499" y="646"/>
                  </a:cubicBezTo>
                  <a:cubicBezTo>
                    <a:pt x="7449" y="646"/>
                    <a:pt x="7400" y="664"/>
                    <a:pt x="7360" y="700"/>
                  </a:cubicBezTo>
                  <a:cubicBezTo>
                    <a:pt x="7353" y="711"/>
                    <a:pt x="7262" y="795"/>
                    <a:pt x="7121" y="940"/>
                  </a:cubicBezTo>
                  <a:lnTo>
                    <a:pt x="6594" y="96"/>
                  </a:lnTo>
                  <a:cubicBezTo>
                    <a:pt x="6555" y="32"/>
                    <a:pt x="6489" y="1"/>
                    <a:pt x="6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28" name="Google Shape;21528;p90"/>
          <p:cNvGrpSpPr/>
          <p:nvPr/>
        </p:nvGrpSpPr>
        <p:grpSpPr>
          <a:xfrm>
            <a:off x="1387256" y="1968179"/>
            <a:ext cx="391484" cy="360553"/>
            <a:chOff x="1387256" y="1968179"/>
            <a:chExt cx="391484" cy="360553"/>
          </a:xfrm>
        </p:grpSpPr>
        <p:sp>
          <p:nvSpPr>
            <p:cNvPr id="21529" name="Google Shape;21529;p90"/>
            <p:cNvSpPr/>
            <p:nvPr/>
          </p:nvSpPr>
          <p:spPr>
            <a:xfrm>
              <a:off x="1671897" y="2050801"/>
              <a:ext cx="102884" cy="73552"/>
            </a:xfrm>
            <a:custGeom>
              <a:rect b="b" l="l" r="r" t="t"/>
              <a:pathLst>
                <a:path extrusionOk="0" h="2806" w="3925">
                  <a:moveTo>
                    <a:pt x="3566" y="0"/>
                  </a:moveTo>
                  <a:lnTo>
                    <a:pt x="0" y="1808"/>
                  </a:lnTo>
                  <a:lnTo>
                    <a:pt x="679" y="2711"/>
                  </a:lnTo>
                  <a:cubicBezTo>
                    <a:pt x="987" y="2776"/>
                    <a:pt x="1263" y="2805"/>
                    <a:pt x="1509" y="2805"/>
                  </a:cubicBezTo>
                  <a:cubicBezTo>
                    <a:pt x="3925" y="2805"/>
                    <a:pt x="3566" y="0"/>
                    <a:pt x="3566"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0" name="Google Shape;21530;p90"/>
            <p:cNvSpPr/>
            <p:nvPr/>
          </p:nvSpPr>
          <p:spPr>
            <a:xfrm>
              <a:off x="1689669" y="2059267"/>
              <a:ext cx="76409" cy="65086"/>
            </a:xfrm>
            <a:custGeom>
              <a:rect b="b" l="l" r="r" t="t"/>
              <a:pathLst>
                <a:path extrusionOk="0" h="2483" w="2915">
                  <a:moveTo>
                    <a:pt x="2905" y="1"/>
                  </a:moveTo>
                  <a:cubicBezTo>
                    <a:pt x="2269" y="388"/>
                    <a:pt x="971" y="1256"/>
                    <a:pt x="1" y="2388"/>
                  </a:cubicBezTo>
                  <a:cubicBezTo>
                    <a:pt x="309" y="2453"/>
                    <a:pt x="584" y="2482"/>
                    <a:pt x="831" y="2482"/>
                  </a:cubicBezTo>
                  <a:cubicBezTo>
                    <a:pt x="2737" y="2482"/>
                    <a:pt x="2915" y="736"/>
                    <a:pt x="2905"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1" name="Google Shape;21531;p90"/>
            <p:cNvSpPr/>
            <p:nvPr/>
          </p:nvSpPr>
          <p:spPr>
            <a:xfrm>
              <a:off x="1391292" y="2050801"/>
              <a:ext cx="102910" cy="73552"/>
            </a:xfrm>
            <a:custGeom>
              <a:rect b="b" l="l" r="r" t="t"/>
              <a:pathLst>
                <a:path extrusionOk="0" h="2806" w="3926">
                  <a:moveTo>
                    <a:pt x="360" y="0"/>
                  </a:moveTo>
                  <a:cubicBezTo>
                    <a:pt x="360" y="0"/>
                    <a:pt x="1" y="2805"/>
                    <a:pt x="2416" y="2805"/>
                  </a:cubicBezTo>
                  <a:cubicBezTo>
                    <a:pt x="2663" y="2805"/>
                    <a:pt x="2939" y="2776"/>
                    <a:pt x="3247" y="2711"/>
                  </a:cubicBezTo>
                  <a:lnTo>
                    <a:pt x="3925" y="1808"/>
                  </a:lnTo>
                  <a:lnTo>
                    <a:pt x="36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2" name="Google Shape;21532;p90"/>
            <p:cNvSpPr/>
            <p:nvPr/>
          </p:nvSpPr>
          <p:spPr>
            <a:xfrm>
              <a:off x="1399916" y="2059267"/>
              <a:ext cx="76488" cy="65086"/>
            </a:xfrm>
            <a:custGeom>
              <a:rect b="b" l="l" r="r" t="t"/>
              <a:pathLst>
                <a:path extrusionOk="0" h="2483" w="2918">
                  <a:moveTo>
                    <a:pt x="10" y="1"/>
                  </a:moveTo>
                  <a:lnTo>
                    <a:pt x="10" y="1"/>
                  </a:lnTo>
                  <a:cubicBezTo>
                    <a:pt x="0" y="736"/>
                    <a:pt x="181" y="2482"/>
                    <a:pt x="2088" y="2482"/>
                  </a:cubicBezTo>
                  <a:cubicBezTo>
                    <a:pt x="2334" y="2482"/>
                    <a:pt x="2610" y="2453"/>
                    <a:pt x="2918" y="2388"/>
                  </a:cubicBezTo>
                  <a:cubicBezTo>
                    <a:pt x="1951" y="1256"/>
                    <a:pt x="650" y="388"/>
                    <a:pt x="10"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3" name="Google Shape;21533;p90"/>
            <p:cNvSpPr/>
            <p:nvPr/>
          </p:nvSpPr>
          <p:spPr>
            <a:xfrm>
              <a:off x="1654099" y="1973736"/>
              <a:ext cx="88887" cy="100761"/>
            </a:xfrm>
            <a:custGeom>
              <a:rect b="b" l="l" r="r" t="t"/>
              <a:pathLst>
                <a:path extrusionOk="0" h="3844" w="3391">
                  <a:moveTo>
                    <a:pt x="2262" y="0"/>
                  </a:moveTo>
                  <a:cubicBezTo>
                    <a:pt x="2262" y="1"/>
                    <a:pt x="1847" y="1970"/>
                    <a:pt x="1" y="2487"/>
                  </a:cubicBezTo>
                  <a:lnTo>
                    <a:pt x="904" y="3844"/>
                  </a:lnTo>
                  <a:cubicBezTo>
                    <a:pt x="3390" y="2262"/>
                    <a:pt x="2262" y="1"/>
                    <a:pt x="226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4" name="Google Shape;21534;p90"/>
            <p:cNvSpPr/>
            <p:nvPr/>
          </p:nvSpPr>
          <p:spPr>
            <a:xfrm>
              <a:off x="1668568" y="1973841"/>
              <a:ext cx="74417" cy="100656"/>
            </a:xfrm>
            <a:custGeom>
              <a:rect b="b" l="l" r="r" t="t"/>
              <a:pathLst>
                <a:path extrusionOk="0" h="3840" w="2839">
                  <a:moveTo>
                    <a:pt x="1710" y="0"/>
                  </a:moveTo>
                  <a:cubicBezTo>
                    <a:pt x="1710" y="0"/>
                    <a:pt x="1949" y="2096"/>
                    <a:pt x="1" y="3312"/>
                  </a:cubicBezTo>
                  <a:lnTo>
                    <a:pt x="352" y="3840"/>
                  </a:lnTo>
                  <a:cubicBezTo>
                    <a:pt x="2838" y="2258"/>
                    <a:pt x="1710" y="0"/>
                    <a:pt x="1710"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5" name="Google Shape;21535;p90"/>
            <p:cNvSpPr/>
            <p:nvPr/>
          </p:nvSpPr>
          <p:spPr>
            <a:xfrm>
              <a:off x="1423114" y="1973736"/>
              <a:ext cx="88887" cy="100761"/>
            </a:xfrm>
            <a:custGeom>
              <a:rect b="b" l="l" r="r" t="t"/>
              <a:pathLst>
                <a:path extrusionOk="0" h="3844" w="3391">
                  <a:moveTo>
                    <a:pt x="1129" y="0"/>
                  </a:moveTo>
                  <a:cubicBezTo>
                    <a:pt x="1129" y="1"/>
                    <a:pt x="0" y="2262"/>
                    <a:pt x="2486" y="3844"/>
                  </a:cubicBezTo>
                  <a:lnTo>
                    <a:pt x="3390" y="2487"/>
                  </a:lnTo>
                  <a:cubicBezTo>
                    <a:pt x="1541" y="1970"/>
                    <a:pt x="1129" y="1"/>
                    <a:pt x="1129"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6" name="Google Shape;21536;p90"/>
            <p:cNvSpPr/>
            <p:nvPr/>
          </p:nvSpPr>
          <p:spPr>
            <a:xfrm>
              <a:off x="1423114" y="1973841"/>
              <a:ext cx="74417" cy="100656"/>
            </a:xfrm>
            <a:custGeom>
              <a:rect b="b" l="l" r="r" t="t"/>
              <a:pathLst>
                <a:path extrusionOk="0" h="3840" w="2839">
                  <a:moveTo>
                    <a:pt x="1129" y="0"/>
                  </a:moveTo>
                  <a:lnTo>
                    <a:pt x="1129" y="0"/>
                  </a:lnTo>
                  <a:cubicBezTo>
                    <a:pt x="1129" y="0"/>
                    <a:pt x="0" y="2258"/>
                    <a:pt x="2486" y="3840"/>
                  </a:cubicBezTo>
                  <a:lnTo>
                    <a:pt x="2838" y="3312"/>
                  </a:lnTo>
                  <a:cubicBezTo>
                    <a:pt x="890" y="2096"/>
                    <a:pt x="1129" y="0"/>
                    <a:pt x="112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7" name="Google Shape;21537;p90"/>
            <p:cNvSpPr/>
            <p:nvPr/>
          </p:nvSpPr>
          <p:spPr>
            <a:xfrm>
              <a:off x="1462092" y="1997432"/>
              <a:ext cx="241889" cy="291745"/>
            </a:xfrm>
            <a:custGeom>
              <a:rect b="b" l="l" r="r" t="t"/>
              <a:pathLst>
                <a:path extrusionOk="0" h="11130" w="9228">
                  <a:moveTo>
                    <a:pt x="4614" y="0"/>
                  </a:moveTo>
                  <a:cubicBezTo>
                    <a:pt x="1998" y="0"/>
                    <a:pt x="1" y="2332"/>
                    <a:pt x="398" y="4916"/>
                  </a:cubicBezTo>
                  <a:lnTo>
                    <a:pt x="971" y="8626"/>
                  </a:lnTo>
                  <a:cubicBezTo>
                    <a:pt x="1126" y="9649"/>
                    <a:pt x="1706" y="10557"/>
                    <a:pt x="2568" y="11130"/>
                  </a:cubicBezTo>
                  <a:lnTo>
                    <a:pt x="6668" y="11126"/>
                  </a:lnTo>
                  <a:cubicBezTo>
                    <a:pt x="7526" y="10553"/>
                    <a:pt x="8103" y="9646"/>
                    <a:pt x="8257" y="8626"/>
                  </a:cubicBezTo>
                  <a:lnTo>
                    <a:pt x="8831" y="4916"/>
                  </a:lnTo>
                  <a:cubicBezTo>
                    <a:pt x="9228" y="2332"/>
                    <a:pt x="7227" y="0"/>
                    <a:pt x="461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8" name="Google Shape;21538;p90"/>
            <p:cNvSpPr/>
            <p:nvPr/>
          </p:nvSpPr>
          <p:spPr>
            <a:xfrm>
              <a:off x="1462748" y="1997983"/>
              <a:ext cx="110092" cy="291195"/>
            </a:xfrm>
            <a:custGeom>
              <a:rect b="b" l="l" r="r" t="t"/>
              <a:pathLst>
                <a:path extrusionOk="0" h="11109" w="4200">
                  <a:moveTo>
                    <a:pt x="4199" y="0"/>
                  </a:moveTo>
                  <a:lnTo>
                    <a:pt x="4199" y="0"/>
                  </a:lnTo>
                  <a:cubicBezTo>
                    <a:pt x="1752" y="225"/>
                    <a:pt x="0" y="2465"/>
                    <a:pt x="373" y="4895"/>
                  </a:cubicBezTo>
                  <a:lnTo>
                    <a:pt x="946" y="8605"/>
                  </a:lnTo>
                  <a:cubicBezTo>
                    <a:pt x="1105" y="9625"/>
                    <a:pt x="1681" y="10536"/>
                    <a:pt x="2543" y="11109"/>
                  </a:cubicBezTo>
                  <a:lnTo>
                    <a:pt x="3591" y="11109"/>
                  </a:lnTo>
                  <a:cubicBezTo>
                    <a:pt x="3049" y="10483"/>
                    <a:pt x="2705" y="9713"/>
                    <a:pt x="2596" y="8893"/>
                  </a:cubicBezTo>
                  <a:lnTo>
                    <a:pt x="2040" y="4832"/>
                  </a:lnTo>
                  <a:cubicBezTo>
                    <a:pt x="1759" y="2792"/>
                    <a:pt x="2697" y="897"/>
                    <a:pt x="419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9" name="Google Shape;21539;p90"/>
            <p:cNvSpPr/>
            <p:nvPr/>
          </p:nvSpPr>
          <p:spPr>
            <a:xfrm>
              <a:off x="1526523" y="2252191"/>
              <a:ext cx="113028" cy="71088"/>
            </a:xfrm>
            <a:custGeom>
              <a:rect b="b" l="l" r="r" t="t"/>
              <a:pathLst>
                <a:path extrusionOk="0" h="2712" w="4312">
                  <a:moveTo>
                    <a:pt x="1492" y="1"/>
                  </a:moveTo>
                  <a:cubicBezTo>
                    <a:pt x="830" y="1"/>
                    <a:pt x="271" y="481"/>
                    <a:pt x="163" y="1133"/>
                  </a:cubicBezTo>
                  <a:lnTo>
                    <a:pt x="117" y="1397"/>
                  </a:lnTo>
                  <a:cubicBezTo>
                    <a:pt x="1" y="2082"/>
                    <a:pt x="532" y="2712"/>
                    <a:pt x="1232" y="2712"/>
                  </a:cubicBezTo>
                  <a:lnTo>
                    <a:pt x="3081" y="2712"/>
                  </a:lnTo>
                  <a:cubicBezTo>
                    <a:pt x="3781" y="2712"/>
                    <a:pt x="4312" y="2086"/>
                    <a:pt x="4199" y="1397"/>
                  </a:cubicBezTo>
                  <a:lnTo>
                    <a:pt x="4154" y="1133"/>
                  </a:lnTo>
                  <a:cubicBezTo>
                    <a:pt x="4045" y="481"/>
                    <a:pt x="3483" y="1"/>
                    <a:pt x="2825" y="1"/>
                  </a:cubicBezTo>
                  <a:cubicBezTo>
                    <a:pt x="2822" y="1"/>
                    <a:pt x="2820" y="1"/>
                    <a:pt x="2817" y="1"/>
                  </a:cubicBezTo>
                  <a:lnTo>
                    <a:pt x="1499" y="1"/>
                  </a:lnTo>
                  <a:cubicBezTo>
                    <a:pt x="1496" y="1"/>
                    <a:pt x="1494" y="1"/>
                    <a:pt x="1492"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0" name="Google Shape;21540;p90"/>
            <p:cNvSpPr/>
            <p:nvPr/>
          </p:nvSpPr>
          <p:spPr>
            <a:xfrm>
              <a:off x="1526523" y="2252191"/>
              <a:ext cx="74417" cy="71088"/>
            </a:xfrm>
            <a:custGeom>
              <a:rect b="b" l="l" r="r" t="t"/>
              <a:pathLst>
                <a:path extrusionOk="0" h="2712" w="2839">
                  <a:moveTo>
                    <a:pt x="1495" y="1"/>
                  </a:moveTo>
                  <a:cubicBezTo>
                    <a:pt x="834" y="1"/>
                    <a:pt x="272" y="479"/>
                    <a:pt x="163" y="1133"/>
                  </a:cubicBezTo>
                  <a:lnTo>
                    <a:pt x="117" y="1397"/>
                  </a:lnTo>
                  <a:cubicBezTo>
                    <a:pt x="1" y="2086"/>
                    <a:pt x="532" y="2712"/>
                    <a:pt x="1232" y="2712"/>
                  </a:cubicBezTo>
                  <a:lnTo>
                    <a:pt x="1759" y="2712"/>
                  </a:lnTo>
                  <a:cubicBezTo>
                    <a:pt x="1530" y="2399"/>
                    <a:pt x="1435" y="2009"/>
                    <a:pt x="1495" y="1629"/>
                  </a:cubicBezTo>
                  <a:lnTo>
                    <a:pt x="1537" y="1319"/>
                  </a:lnTo>
                  <a:cubicBezTo>
                    <a:pt x="1643" y="574"/>
                    <a:pt x="2192" y="22"/>
                    <a:pt x="2839"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1" name="Google Shape;21541;p90"/>
            <p:cNvSpPr/>
            <p:nvPr/>
          </p:nvSpPr>
          <p:spPr>
            <a:xfrm>
              <a:off x="1500074" y="2109962"/>
              <a:ext cx="35597" cy="41521"/>
            </a:xfrm>
            <a:custGeom>
              <a:rect b="b" l="l" r="r" t="t"/>
              <a:pathLst>
                <a:path extrusionOk="0" h="1584" w="1358">
                  <a:moveTo>
                    <a:pt x="679" y="1"/>
                  </a:moveTo>
                  <a:cubicBezTo>
                    <a:pt x="303" y="1"/>
                    <a:pt x="1" y="303"/>
                    <a:pt x="1" y="679"/>
                  </a:cubicBezTo>
                  <a:lnTo>
                    <a:pt x="1" y="905"/>
                  </a:lnTo>
                  <a:cubicBezTo>
                    <a:pt x="1" y="1281"/>
                    <a:pt x="303" y="1583"/>
                    <a:pt x="679" y="1583"/>
                  </a:cubicBezTo>
                  <a:cubicBezTo>
                    <a:pt x="1052" y="1583"/>
                    <a:pt x="1358" y="1281"/>
                    <a:pt x="1358" y="905"/>
                  </a:cubicBezTo>
                  <a:lnTo>
                    <a:pt x="1358" y="679"/>
                  </a:lnTo>
                  <a:cubicBezTo>
                    <a:pt x="1358" y="303"/>
                    <a:pt x="1052" y="1"/>
                    <a:pt x="67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2" name="Google Shape;21542;p90"/>
            <p:cNvSpPr/>
            <p:nvPr/>
          </p:nvSpPr>
          <p:spPr>
            <a:xfrm>
              <a:off x="1517873" y="2109962"/>
              <a:ext cx="17798" cy="29725"/>
            </a:xfrm>
            <a:custGeom>
              <a:rect b="b" l="l" r="r" t="t"/>
              <a:pathLst>
                <a:path extrusionOk="0" h="1134" w="679">
                  <a:moveTo>
                    <a:pt x="0" y="1"/>
                  </a:moveTo>
                  <a:lnTo>
                    <a:pt x="0" y="792"/>
                  </a:lnTo>
                  <a:cubicBezTo>
                    <a:pt x="0" y="978"/>
                    <a:pt x="151" y="1133"/>
                    <a:pt x="338" y="1133"/>
                  </a:cubicBezTo>
                  <a:cubicBezTo>
                    <a:pt x="524" y="1133"/>
                    <a:pt x="679" y="978"/>
                    <a:pt x="679" y="792"/>
                  </a:cubicBezTo>
                  <a:lnTo>
                    <a:pt x="679" y="679"/>
                  </a:lnTo>
                  <a:cubicBezTo>
                    <a:pt x="679" y="307"/>
                    <a:pt x="373"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3" name="Google Shape;21543;p90"/>
            <p:cNvSpPr/>
            <p:nvPr/>
          </p:nvSpPr>
          <p:spPr>
            <a:xfrm>
              <a:off x="1511975" y="2115965"/>
              <a:ext cx="11822" cy="11822"/>
            </a:xfrm>
            <a:custGeom>
              <a:rect b="b" l="l" r="r" t="t"/>
              <a:pathLst>
                <a:path extrusionOk="0" h="451" w="451">
                  <a:moveTo>
                    <a:pt x="225" y="0"/>
                  </a:moveTo>
                  <a:cubicBezTo>
                    <a:pt x="99" y="0"/>
                    <a:pt x="0" y="99"/>
                    <a:pt x="0" y="225"/>
                  </a:cubicBezTo>
                  <a:cubicBezTo>
                    <a:pt x="0" y="348"/>
                    <a:pt x="99" y="450"/>
                    <a:pt x="225" y="450"/>
                  </a:cubicBezTo>
                  <a:cubicBezTo>
                    <a:pt x="348" y="450"/>
                    <a:pt x="450" y="348"/>
                    <a:pt x="450" y="225"/>
                  </a:cubicBezTo>
                  <a:cubicBezTo>
                    <a:pt x="450" y="99"/>
                    <a:pt x="348"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4" name="Google Shape;21544;p90"/>
            <p:cNvSpPr/>
            <p:nvPr/>
          </p:nvSpPr>
          <p:spPr>
            <a:xfrm>
              <a:off x="1630403" y="2109962"/>
              <a:ext cx="35623" cy="41521"/>
            </a:xfrm>
            <a:custGeom>
              <a:rect b="b" l="l" r="r" t="t"/>
              <a:pathLst>
                <a:path extrusionOk="0" h="1584" w="1359">
                  <a:moveTo>
                    <a:pt x="679" y="1"/>
                  </a:moveTo>
                  <a:cubicBezTo>
                    <a:pt x="303" y="1"/>
                    <a:pt x="1" y="303"/>
                    <a:pt x="1" y="679"/>
                  </a:cubicBezTo>
                  <a:lnTo>
                    <a:pt x="1" y="905"/>
                  </a:lnTo>
                  <a:cubicBezTo>
                    <a:pt x="1" y="1281"/>
                    <a:pt x="303" y="1583"/>
                    <a:pt x="679" y="1583"/>
                  </a:cubicBezTo>
                  <a:cubicBezTo>
                    <a:pt x="1052" y="1583"/>
                    <a:pt x="1358" y="1281"/>
                    <a:pt x="1355" y="905"/>
                  </a:cubicBezTo>
                  <a:lnTo>
                    <a:pt x="1355" y="679"/>
                  </a:lnTo>
                  <a:cubicBezTo>
                    <a:pt x="1355" y="303"/>
                    <a:pt x="1052" y="1"/>
                    <a:pt x="67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5" name="Google Shape;21545;p90"/>
            <p:cNvSpPr/>
            <p:nvPr/>
          </p:nvSpPr>
          <p:spPr>
            <a:xfrm>
              <a:off x="1648201" y="2109962"/>
              <a:ext cx="17720" cy="29725"/>
            </a:xfrm>
            <a:custGeom>
              <a:rect b="b" l="l" r="r" t="t"/>
              <a:pathLst>
                <a:path extrusionOk="0" h="1134" w="676">
                  <a:moveTo>
                    <a:pt x="0" y="1"/>
                  </a:moveTo>
                  <a:lnTo>
                    <a:pt x="0" y="792"/>
                  </a:lnTo>
                  <a:cubicBezTo>
                    <a:pt x="0" y="978"/>
                    <a:pt x="152" y="1133"/>
                    <a:pt x="338" y="1133"/>
                  </a:cubicBezTo>
                  <a:cubicBezTo>
                    <a:pt x="524" y="1133"/>
                    <a:pt x="676" y="978"/>
                    <a:pt x="676" y="792"/>
                  </a:cubicBezTo>
                  <a:lnTo>
                    <a:pt x="676" y="679"/>
                  </a:lnTo>
                  <a:cubicBezTo>
                    <a:pt x="676" y="307"/>
                    <a:pt x="373"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6" name="Google Shape;21546;p90"/>
            <p:cNvSpPr/>
            <p:nvPr/>
          </p:nvSpPr>
          <p:spPr>
            <a:xfrm>
              <a:off x="1642198" y="2115965"/>
              <a:ext cx="11927" cy="11822"/>
            </a:xfrm>
            <a:custGeom>
              <a:rect b="b" l="l" r="r" t="t"/>
              <a:pathLst>
                <a:path extrusionOk="0" h="451" w="455">
                  <a:moveTo>
                    <a:pt x="229" y="0"/>
                  </a:moveTo>
                  <a:cubicBezTo>
                    <a:pt x="103" y="0"/>
                    <a:pt x="1" y="99"/>
                    <a:pt x="1" y="225"/>
                  </a:cubicBezTo>
                  <a:cubicBezTo>
                    <a:pt x="1" y="348"/>
                    <a:pt x="103" y="450"/>
                    <a:pt x="229" y="450"/>
                  </a:cubicBezTo>
                  <a:cubicBezTo>
                    <a:pt x="353" y="450"/>
                    <a:pt x="455" y="348"/>
                    <a:pt x="455" y="225"/>
                  </a:cubicBezTo>
                  <a:cubicBezTo>
                    <a:pt x="455" y="99"/>
                    <a:pt x="353" y="0"/>
                    <a:pt x="2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7" name="Google Shape;21547;p90"/>
            <p:cNvSpPr/>
            <p:nvPr/>
          </p:nvSpPr>
          <p:spPr>
            <a:xfrm>
              <a:off x="1484137" y="1997458"/>
              <a:ext cx="188520" cy="72163"/>
            </a:xfrm>
            <a:custGeom>
              <a:rect b="b" l="l" r="r" t="t"/>
              <a:pathLst>
                <a:path extrusionOk="0" h="2753" w="7192">
                  <a:moveTo>
                    <a:pt x="3769" y="1"/>
                  </a:moveTo>
                  <a:cubicBezTo>
                    <a:pt x="3660" y="1"/>
                    <a:pt x="3550" y="5"/>
                    <a:pt x="3439" y="13"/>
                  </a:cubicBezTo>
                  <a:cubicBezTo>
                    <a:pt x="1980" y="129"/>
                    <a:pt x="679" y="984"/>
                    <a:pt x="0" y="2278"/>
                  </a:cubicBezTo>
                  <a:cubicBezTo>
                    <a:pt x="171" y="2287"/>
                    <a:pt x="407" y="2296"/>
                    <a:pt x="683" y="2296"/>
                  </a:cubicBezTo>
                  <a:cubicBezTo>
                    <a:pt x="1528" y="2296"/>
                    <a:pt x="2739" y="2213"/>
                    <a:pt x="3548" y="1807"/>
                  </a:cubicBezTo>
                  <a:lnTo>
                    <a:pt x="3548" y="1807"/>
                  </a:lnTo>
                  <a:lnTo>
                    <a:pt x="3320" y="2710"/>
                  </a:lnTo>
                  <a:cubicBezTo>
                    <a:pt x="3320" y="2710"/>
                    <a:pt x="4902" y="2485"/>
                    <a:pt x="5806" y="1807"/>
                  </a:cubicBezTo>
                  <a:cubicBezTo>
                    <a:pt x="5918" y="2113"/>
                    <a:pt x="5996" y="2433"/>
                    <a:pt x="6031" y="2753"/>
                  </a:cubicBezTo>
                  <a:cubicBezTo>
                    <a:pt x="6031" y="2753"/>
                    <a:pt x="6822" y="2517"/>
                    <a:pt x="7191" y="1715"/>
                  </a:cubicBezTo>
                  <a:cubicBezTo>
                    <a:pt x="6382" y="630"/>
                    <a:pt x="5110" y="1"/>
                    <a:pt x="3769"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8" name="Google Shape;21548;p90"/>
            <p:cNvSpPr/>
            <p:nvPr/>
          </p:nvSpPr>
          <p:spPr>
            <a:xfrm>
              <a:off x="1484032" y="1997983"/>
              <a:ext cx="88808" cy="59712"/>
            </a:xfrm>
            <a:custGeom>
              <a:rect b="b" l="l" r="r" t="t"/>
              <a:pathLst>
                <a:path extrusionOk="0" h="2278" w="3388">
                  <a:moveTo>
                    <a:pt x="3387" y="0"/>
                  </a:moveTo>
                  <a:lnTo>
                    <a:pt x="3387" y="0"/>
                  </a:lnTo>
                  <a:cubicBezTo>
                    <a:pt x="1949" y="130"/>
                    <a:pt x="672" y="981"/>
                    <a:pt x="1" y="2261"/>
                  </a:cubicBezTo>
                  <a:cubicBezTo>
                    <a:pt x="218" y="2272"/>
                    <a:pt x="435" y="2277"/>
                    <a:pt x="653" y="2277"/>
                  </a:cubicBezTo>
                  <a:cubicBezTo>
                    <a:pt x="945" y="2277"/>
                    <a:pt x="1238" y="2268"/>
                    <a:pt x="1530" y="2247"/>
                  </a:cubicBezTo>
                  <a:cubicBezTo>
                    <a:pt x="1907" y="1291"/>
                    <a:pt x="2561" y="496"/>
                    <a:pt x="3387" y="0"/>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9" name="Google Shape;21549;p90"/>
            <p:cNvSpPr/>
            <p:nvPr/>
          </p:nvSpPr>
          <p:spPr>
            <a:xfrm>
              <a:off x="1387256" y="1968179"/>
              <a:ext cx="391484" cy="360553"/>
            </a:xfrm>
            <a:custGeom>
              <a:rect b="b" l="l" r="r" t="t"/>
              <a:pathLst>
                <a:path extrusionOk="0" h="13755" w="14935">
                  <a:moveTo>
                    <a:pt x="12505" y="954"/>
                  </a:moveTo>
                  <a:cubicBezTo>
                    <a:pt x="12547" y="1120"/>
                    <a:pt x="12572" y="1289"/>
                    <a:pt x="12582" y="1457"/>
                  </a:cubicBezTo>
                  <a:cubicBezTo>
                    <a:pt x="12621" y="2256"/>
                    <a:pt x="12255" y="2913"/>
                    <a:pt x="11492" y="3419"/>
                  </a:cubicBezTo>
                  <a:cubicBezTo>
                    <a:pt x="11341" y="3110"/>
                    <a:pt x="11155" y="2818"/>
                    <a:pt x="10937" y="2551"/>
                  </a:cubicBezTo>
                  <a:cubicBezTo>
                    <a:pt x="11763" y="2231"/>
                    <a:pt x="12181" y="1668"/>
                    <a:pt x="12392" y="1229"/>
                  </a:cubicBezTo>
                  <a:cubicBezTo>
                    <a:pt x="12435" y="1141"/>
                    <a:pt x="12470" y="1046"/>
                    <a:pt x="12505" y="954"/>
                  </a:cubicBezTo>
                  <a:close/>
                  <a:moveTo>
                    <a:pt x="2430" y="947"/>
                  </a:moveTo>
                  <a:cubicBezTo>
                    <a:pt x="2462" y="1042"/>
                    <a:pt x="2501" y="1137"/>
                    <a:pt x="2546" y="1229"/>
                  </a:cubicBezTo>
                  <a:cubicBezTo>
                    <a:pt x="2754" y="1668"/>
                    <a:pt x="3172" y="2231"/>
                    <a:pt x="3999" y="2554"/>
                  </a:cubicBezTo>
                  <a:cubicBezTo>
                    <a:pt x="3781" y="2818"/>
                    <a:pt x="3594" y="3110"/>
                    <a:pt x="3443" y="3423"/>
                  </a:cubicBezTo>
                  <a:cubicBezTo>
                    <a:pt x="2254" y="2628"/>
                    <a:pt x="2265" y="1598"/>
                    <a:pt x="2430" y="947"/>
                  </a:cubicBezTo>
                  <a:close/>
                  <a:moveTo>
                    <a:pt x="686" y="3476"/>
                  </a:moveTo>
                  <a:lnTo>
                    <a:pt x="3049" y="4657"/>
                  </a:lnTo>
                  <a:cubicBezTo>
                    <a:pt x="2989" y="5034"/>
                    <a:pt x="2975" y="5420"/>
                    <a:pt x="3010" y="5800"/>
                  </a:cubicBezTo>
                  <a:cubicBezTo>
                    <a:pt x="2791" y="5840"/>
                    <a:pt x="2586" y="5859"/>
                    <a:pt x="2396" y="5859"/>
                  </a:cubicBezTo>
                  <a:cubicBezTo>
                    <a:pt x="1895" y="5859"/>
                    <a:pt x="1500" y="5722"/>
                    <a:pt x="1217" y="5448"/>
                  </a:cubicBezTo>
                  <a:lnTo>
                    <a:pt x="1214" y="5448"/>
                  </a:lnTo>
                  <a:cubicBezTo>
                    <a:pt x="658" y="4910"/>
                    <a:pt x="651" y="3950"/>
                    <a:pt x="686" y="3476"/>
                  </a:cubicBezTo>
                  <a:close/>
                  <a:moveTo>
                    <a:pt x="14249" y="3476"/>
                  </a:moveTo>
                  <a:lnTo>
                    <a:pt x="14249" y="3476"/>
                  </a:lnTo>
                  <a:cubicBezTo>
                    <a:pt x="14284" y="3950"/>
                    <a:pt x="14277" y="4907"/>
                    <a:pt x="13722" y="5448"/>
                  </a:cubicBezTo>
                  <a:cubicBezTo>
                    <a:pt x="13438" y="5722"/>
                    <a:pt x="13044" y="5859"/>
                    <a:pt x="12541" y="5859"/>
                  </a:cubicBezTo>
                  <a:cubicBezTo>
                    <a:pt x="12351" y="5859"/>
                    <a:pt x="12146" y="5840"/>
                    <a:pt x="11925" y="5800"/>
                  </a:cubicBezTo>
                  <a:cubicBezTo>
                    <a:pt x="11960" y="5420"/>
                    <a:pt x="11946" y="5037"/>
                    <a:pt x="11886" y="4657"/>
                  </a:cubicBezTo>
                  <a:lnTo>
                    <a:pt x="14249" y="3476"/>
                  </a:lnTo>
                  <a:close/>
                  <a:moveTo>
                    <a:pt x="7468" y="1332"/>
                  </a:moveTo>
                  <a:cubicBezTo>
                    <a:pt x="7949" y="1332"/>
                    <a:pt x="8436" y="1418"/>
                    <a:pt x="8908" y="1598"/>
                  </a:cubicBezTo>
                  <a:cubicBezTo>
                    <a:pt x="10697" y="2277"/>
                    <a:pt x="11766" y="4112"/>
                    <a:pt x="11475" y="6004"/>
                  </a:cubicBezTo>
                  <a:lnTo>
                    <a:pt x="11475" y="6001"/>
                  </a:lnTo>
                  <a:lnTo>
                    <a:pt x="10901" y="9710"/>
                  </a:lnTo>
                  <a:cubicBezTo>
                    <a:pt x="10771" y="10561"/>
                    <a:pt x="10328" y="11331"/>
                    <a:pt x="9660" y="11877"/>
                  </a:cubicBezTo>
                  <a:cubicBezTo>
                    <a:pt x="9516" y="11145"/>
                    <a:pt x="8872" y="10621"/>
                    <a:pt x="8127" y="10621"/>
                  </a:cubicBezTo>
                  <a:lnTo>
                    <a:pt x="6808" y="10621"/>
                  </a:lnTo>
                  <a:cubicBezTo>
                    <a:pt x="6806" y="10621"/>
                    <a:pt x="6803" y="10621"/>
                    <a:pt x="6801" y="10621"/>
                  </a:cubicBezTo>
                  <a:cubicBezTo>
                    <a:pt x="6058" y="10621"/>
                    <a:pt x="5419" y="11148"/>
                    <a:pt x="5275" y="11873"/>
                  </a:cubicBezTo>
                  <a:cubicBezTo>
                    <a:pt x="4607" y="11331"/>
                    <a:pt x="4164" y="10558"/>
                    <a:pt x="4034" y="9707"/>
                  </a:cubicBezTo>
                  <a:lnTo>
                    <a:pt x="3461" y="5997"/>
                  </a:lnTo>
                  <a:cubicBezTo>
                    <a:pt x="3334" y="5174"/>
                    <a:pt x="3464" y="4334"/>
                    <a:pt x="3833" y="3588"/>
                  </a:cubicBezTo>
                  <a:cubicBezTo>
                    <a:pt x="4100" y="3614"/>
                    <a:pt x="4367" y="3626"/>
                    <a:pt x="4634" y="3626"/>
                  </a:cubicBezTo>
                  <a:cubicBezTo>
                    <a:pt x="4773" y="3626"/>
                    <a:pt x="4911" y="3622"/>
                    <a:pt x="5050" y="3616"/>
                  </a:cubicBezTo>
                  <a:cubicBezTo>
                    <a:pt x="5778" y="3588"/>
                    <a:pt x="6411" y="3476"/>
                    <a:pt x="6935" y="3286"/>
                  </a:cubicBezTo>
                  <a:lnTo>
                    <a:pt x="6935" y="3286"/>
                  </a:lnTo>
                  <a:lnTo>
                    <a:pt x="6812" y="3778"/>
                  </a:lnTo>
                  <a:cubicBezTo>
                    <a:pt x="6777" y="3912"/>
                    <a:pt x="6879" y="4042"/>
                    <a:pt x="7016" y="4042"/>
                  </a:cubicBezTo>
                  <a:lnTo>
                    <a:pt x="7047" y="4042"/>
                  </a:lnTo>
                  <a:cubicBezTo>
                    <a:pt x="7114" y="4031"/>
                    <a:pt x="8693" y="3799"/>
                    <a:pt x="9628" y="3099"/>
                  </a:cubicBezTo>
                  <a:cubicBezTo>
                    <a:pt x="9811" y="2963"/>
                    <a:pt x="9679" y="2713"/>
                    <a:pt x="9503" y="2713"/>
                  </a:cubicBezTo>
                  <a:cubicBezTo>
                    <a:pt x="9462" y="2713"/>
                    <a:pt x="9418" y="2726"/>
                    <a:pt x="9375" y="2758"/>
                  </a:cubicBezTo>
                  <a:cubicBezTo>
                    <a:pt x="8760" y="3219"/>
                    <a:pt x="7796" y="3462"/>
                    <a:pt x="7301" y="3567"/>
                  </a:cubicBezTo>
                  <a:lnTo>
                    <a:pt x="7448" y="2980"/>
                  </a:lnTo>
                  <a:cubicBezTo>
                    <a:pt x="7482" y="2839"/>
                    <a:pt x="7373" y="2718"/>
                    <a:pt x="7245" y="2718"/>
                  </a:cubicBezTo>
                  <a:cubicBezTo>
                    <a:pt x="7214" y="2718"/>
                    <a:pt x="7181" y="2725"/>
                    <a:pt x="7149" y="2741"/>
                  </a:cubicBezTo>
                  <a:cubicBezTo>
                    <a:pt x="6372" y="3128"/>
                    <a:pt x="5344" y="3206"/>
                    <a:pt x="4649" y="3206"/>
                  </a:cubicBezTo>
                  <a:cubicBezTo>
                    <a:pt x="4405" y="3206"/>
                    <a:pt x="4202" y="3197"/>
                    <a:pt x="4065" y="3187"/>
                  </a:cubicBezTo>
                  <a:cubicBezTo>
                    <a:pt x="4829" y="2004"/>
                    <a:pt x="6125" y="1332"/>
                    <a:pt x="7468" y="1332"/>
                  </a:cubicBezTo>
                  <a:close/>
                  <a:moveTo>
                    <a:pt x="8134" y="11047"/>
                  </a:moveTo>
                  <a:cubicBezTo>
                    <a:pt x="8694" y="11047"/>
                    <a:pt x="9165" y="11450"/>
                    <a:pt x="9256" y="12003"/>
                  </a:cubicBezTo>
                  <a:lnTo>
                    <a:pt x="9301" y="12267"/>
                  </a:lnTo>
                  <a:cubicBezTo>
                    <a:pt x="9344" y="12531"/>
                    <a:pt x="9270" y="12805"/>
                    <a:pt x="9094" y="13009"/>
                  </a:cubicBezTo>
                  <a:cubicBezTo>
                    <a:pt x="8922" y="13216"/>
                    <a:pt x="8665" y="13336"/>
                    <a:pt x="8394" y="13336"/>
                  </a:cubicBezTo>
                  <a:lnTo>
                    <a:pt x="6545" y="13336"/>
                  </a:lnTo>
                  <a:cubicBezTo>
                    <a:pt x="5975" y="13336"/>
                    <a:pt x="5542" y="12826"/>
                    <a:pt x="5637" y="12267"/>
                  </a:cubicBezTo>
                  <a:lnTo>
                    <a:pt x="5679" y="12003"/>
                  </a:lnTo>
                  <a:cubicBezTo>
                    <a:pt x="5770" y="11450"/>
                    <a:pt x="6245" y="11047"/>
                    <a:pt x="6801" y="11047"/>
                  </a:cubicBezTo>
                  <a:cubicBezTo>
                    <a:pt x="6803" y="11047"/>
                    <a:pt x="6806" y="11047"/>
                    <a:pt x="6808" y="11047"/>
                  </a:cubicBezTo>
                  <a:lnTo>
                    <a:pt x="8127" y="11047"/>
                  </a:lnTo>
                  <a:cubicBezTo>
                    <a:pt x="8129" y="11047"/>
                    <a:pt x="8132" y="11047"/>
                    <a:pt x="8134" y="11047"/>
                  </a:cubicBezTo>
                  <a:close/>
                  <a:moveTo>
                    <a:pt x="12443" y="1"/>
                  </a:moveTo>
                  <a:cubicBezTo>
                    <a:pt x="12335" y="1"/>
                    <a:pt x="12229" y="80"/>
                    <a:pt x="12227" y="209"/>
                  </a:cubicBezTo>
                  <a:cubicBezTo>
                    <a:pt x="12210" y="508"/>
                    <a:pt x="12132" y="796"/>
                    <a:pt x="12002" y="1063"/>
                  </a:cubicBezTo>
                  <a:cubicBezTo>
                    <a:pt x="11731" y="1619"/>
                    <a:pt x="11271" y="2006"/>
                    <a:pt x="10631" y="2213"/>
                  </a:cubicBezTo>
                  <a:cubicBezTo>
                    <a:pt x="9757" y="1341"/>
                    <a:pt x="8613" y="905"/>
                    <a:pt x="7469" y="905"/>
                  </a:cubicBezTo>
                  <a:cubicBezTo>
                    <a:pt x="6326" y="905"/>
                    <a:pt x="5182" y="1341"/>
                    <a:pt x="4308" y="2213"/>
                  </a:cubicBezTo>
                  <a:cubicBezTo>
                    <a:pt x="3668" y="2006"/>
                    <a:pt x="3204" y="1619"/>
                    <a:pt x="2933" y="1063"/>
                  </a:cubicBezTo>
                  <a:cubicBezTo>
                    <a:pt x="2803" y="796"/>
                    <a:pt x="2726" y="508"/>
                    <a:pt x="2708" y="212"/>
                  </a:cubicBezTo>
                  <a:cubicBezTo>
                    <a:pt x="2706" y="81"/>
                    <a:pt x="2599" y="1"/>
                    <a:pt x="2492" y="1"/>
                  </a:cubicBezTo>
                  <a:cubicBezTo>
                    <a:pt x="2424" y="1"/>
                    <a:pt x="2356" y="33"/>
                    <a:pt x="2314" y="103"/>
                  </a:cubicBezTo>
                  <a:cubicBezTo>
                    <a:pt x="2089" y="515"/>
                    <a:pt x="1959" y="969"/>
                    <a:pt x="1934" y="1436"/>
                  </a:cubicBezTo>
                  <a:cubicBezTo>
                    <a:pt x="1899" y="2111"/>
                    <a:pt x="2110" y="3068"/>
                    <a:pt x="3274" y="3813"/>
                  </a:cubicBezTo>
                  <a:cubicBezTo>
                    <a:pt x="3225" y="3950"/>
                    <a:pt x="3179" y="4088"/>
                    <a:pt x="3144" y="4228"/>
                  </a:cubicBezTo>
                  <a:lnTo>
                    <a:pt x="609" y="2962"/>
                  </a:lnTo>
                  <a:cubicBezTo>
                    <a:pt x="578" y="2947"/>
                    <a:pt x="545" y="2939"/>
                    <a:pt x="513" y="2939"/>
                  </a:cubicBezTo>
                  <a:cubicBezTo>
                    <a:pt x="415" y="2939"/>
                    <a:pt x="325" y="3008"/>
                    <a:pt x="306" y="3114"/>
                  </a:cubicBezTo>
                  <a:cubicBezTo>
                    <a:pt x="292" y="3184"/>
                    <a:pt x="0" y="4858"/>
                    <a:pt x="922" y="5751"/>
                  </a:cubicBezTo>
                  <a:cubicBezTo>
                    <a:pt x="1280" y="6099"/>
                    <a:pt x="1767" y="6278"/>
                    <a:pt x="2374" y="6278"/>
                  </a:cubicBezTo>
                  <a:cubicBezTo>
                    <a:pt x="2380" y="6278"/>
                    <a:pt x="2386" y="6278"/>
                    <a:pt x="2392" y="6278"/>
                  </a:cubicBezTo>
                  <a:cubicBezTo>
                    <a:pt x="2620" y="6278"/>
                    <a:pt x="2845" y="6257"/>
                    <a:pt x="3067" y="6219"/>
                  </a:cubicBezTo>
                  <a:lnTo>
                    <a:pt x="3615" y="9770"/>
                  </a:lnTo>
                  <a:cubicBezTo>
                    <a:pt x="3777" y="10808"/>
                    <a:pt x="4350" y="11739"/>
                    <a:pt x="5205" y="12351"/>
                  </a:cubicBezTo>
                  <a:cubicBezTo>
                    <a:pt x="5166" y="13114"/>
                    <a:pt x="5778" y="13754"/>
                    <a:pt x="6545" y="13754"/>
                  </a:cubicBezTo>
                  <a:lnTo>
                    <a:pt x="8394" y="13754"/>
                  </a:lnTo>
                  <a:cubicBezTo>
                    <a:pt x="9161" y="13754"/>
                    <a:pt x="9769" y="13114"/>
                    <a:pt x="9734" y="12351"/>
                  </a:cubicBezTo>
                  <a:cubicBezTo>
                    <a:pt x="10588" y="11739"/>
                    <a:pt x="11162" y="10808"/>
                    <a:pt x="11323" y="9770"/>
                  </a:cubicBezTo>
                  <a:lnTo>
                    <a:pt x="11868" y="6219"/>
                  </a:lnTo>
                  <a:cubicBezTo>
                    <a:pt x="12093" y="6257"/>
                    <a:pt x="12319" y="6278"/>
                    <a:pt x="12544" y="6278"/>
                  </a:cubicBezTo>
                  <a:cubicBezTo>
                    <a:pt x="13159" y="6278"/>
                    <a:pt x="13655" y="6103"/>
                    <a:pt x="14017" y="5751"/>
                  </a:cubicBezTo>
                  <a:cubicBezTo>
                    <a:pt x="14935" y="4858"/>
                    <a:pt x="14646" y="3184"/>
                    <a:pt x="14632" y="3114"/>
                  </a:cubicBezTo>
                  <a:cubicBezTo>
                    <a:pt x="14614" y="3010"/>
                    <a:pt x="14522" y="2940"/>
                    <a:pt x="14424" y="2940"/>
                  </a:cubicBezTo>
                  <a:cubicBezTo>
                    <a:pt x="14393" y="2940"/>
                    <a:pt x="14361" y="2947"/>
                    <a:pt x="14330" y="2962"/>
                  </a:cubicBezTo>
                  <a:lnTo>
                    <a:pt x="11795" y="4232"/>
                  </a:lnTo>
                  <a:cubicBezTo>
                    <a:pt x="11756" y="4091"/>
                    <a:pt x="11714" y="3950"/>
                    <a:pt x="11661" y="3817"/>
                  </a:cubicBezTo>
                  <a:cubicBezTo>
                    <a:pt x="12828" y="3068"/>
                    <a:pt x="13039" y="2115"/>
                    <a:pt x="13004" y="1436"/>
                  </a:cubicBezTo>
                  <a:cubicBezTo>
                    <a:pt x="12976" y="969"/>
                    <a:pt x="12846" y="515"/>
                    <a:pt x="12621" y="103"/>
                  </a:cubicBezTo>
                  <a:cubicBezTo>
                    <a:pt x="12579" y="33"/>
                    <a:pt x="12510" y="1"/>
                    <a:pt x="12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0" name="Google Shape;21550;p90"/>
            <p:cNvSpPr/>
            <p:nvPr/>
          </p:nvSpPr>
          <p:spPr>
            <a:xfrm>
              <a:off x="1494543" y="2104432"/>
              <a:ext cx="46658" cy="52582"/>
            </a:xfrm>
            <a:custGeom>
              <a:rect b="b" l="l" r="r" t="t"/>
              <a:pathLst>
                <a:path extrusionOk="0" h="2006" w="1780">
                  <a:moveTo>
                    <a:pt x="890" y="1"/>
                  </a:moveTo>
                  <a:cubicBezTo>
                    <a:pt x="398" y="1"/>
                    <a:pt x="1" y="398"/>
                    <a:pt x="1" y="890"/>
                  </a:cubicBezTo>
                  <a:lnTo>
                    <a:pt x="1" y="1116"/>
                  </a:lnTo>
                  <a:cubicBezTo>
                    <a:pt x="1" y="1608"/>
                    <a:pt x="398" y="2005"/>
                    <a:pt x="890" y="2005"/>
                  </a:cubicBezTo>
                  <a:cubicBezTo>
                    <a:pt x="1383" y="2005"/>
                    <a:pt x="1780" y="1608"/>
                    <a:pt x="1780" y="1116"/>
                  </a:cubicBezTo>
                  <a:lnTo>
                    <a:pt x="1780" y="890"/>
                  </a:lnTo>
                  <a:cubicBezTo>
                    <a:pt x="1780" y="774"/>
                    <a:pt x="1685" y="679"/>
                    <a:pt x="1569" y="679"/>
                  </a:cubicBezTo>
                  <a:cubicBezTo>
                    <a:pt x="1453" y="679"/>
                    <a:pt x="1358" y="774"/>
                    <a:pt x="1358" y="890"/>
                  </a:cubicBezTo>
                  <a:lnTo>
                    <a:pt x="1358" y="1116"/>
                  </a:lnTo>
                  <a:cubicBezTo>
                    <a:pt x="1358" y="1372"/>
                    <a:pt x="1147" y="1583"/>
                    <a:pt x="890" y="1583"/>
                  </a:cubicBezTo>
                  <a:cubicBezTo>
                    <a:pt x="634" y="1583"/>
                    <a:pt x="423" y="1372"/>
                    <a:pt x="423" y="1116"/>
                  </a:cubicBezTo>
                  <a:lnTo>
                    <a:pt x="423" y="890"/>
                  </a:lnTo>
                  <a:cubicBezTo>
                    <a:pt x="423" y="634"/>
                    <a:pt x="634" y="423"/>
                    <a:pt x="890" y="423"/>
                  </a:cubicBezTo>
                  <a:cubicBezTo>
                    <a:pt x="1006" y="423"/>
                    <a:pt x="1101" y="328"/>
                    <a:pt x="1101" y="212"/>
                  </a:cubicBezTo>
                  <a:cubicBezTo>
                    <a:pt x="1101" y="96"/>
                    <a:pt x="1006" y="1"/>
                    <a:pt x="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1" name="Google Shape;21551;p90"/>
            <p:cNvSpPr/>
            <p:nvPr/>
          </p:nvSpPr>
          <p:spPr>
            <a:xfrm>
              <a:off x="1624872" y="2104432"/>
              <a:ext cx="46684" cy="52582"/>
            </a:xfrm>
            <a:custGeom>
              <a:rect b="b" l="l" r="r" t="t"/>
              <a:pathLst>
                <a:path extrusionOk="0" h="2006" w="1781">
                  <a:moveTo>
                    <a:pt x="890" y="1"/>
                  </a:moveTo>
                  <a:cubicBezTo>
                    <a:pt x="398" y="1"/>
                    <a:pt x="1" y="398"/>
                    <a:pt x="1" y="890"/>
                  </a:cubicBezTo>
                  <a:lnTo>
                    <a:pt x="1" y="1116"/>
                  </a:lnTo>
                  <a:cubicBezTo>
                    <a:pt x="1" y="1608"/>
                    <a:pt x="398" y="2005"/>
                    <a:pt x="890" y="2005"/>
                  </a:cubicBezTo>
                  <a:cubicBezTo>
                    <a:pt x="1379" y="2005"/>
                    <a:pt x="1780" y="1608"/>
                    <a:pt x="1780" y="1116"/>
                  </a:cubicBezTo>
                  <a:lnTo>
                    <a:pt x="1780" y="890"/>
                  </a:lnTo>
                  <a:cubicBezTo>
                    <a:pt x="1780" y="750"/>
                    <a:pt x="1674" y="679"/>
                    <a:pt x="1567" y="679"/>
                  </a:cubicBezTo>
                  <a:cubicBezTo>
                    <a:pt x="1461" y="679"/>
                    <a:pt x="1355" y="750"/>
                    <a:pt x="1355" y="890"/>
                  </a:cubicBezTo>
                  <a:lnTo>
                    <a:pt x="1355" y="1116"/>
                  </a:lnTo>
                  <a:cubicBezTo>
                    <a:pt x="1355" y="1372"/>
                    <a:pt x="1147" y="1583"/>
                    <a:pt x="890" y="1583"/>
                  </a:cubicBezTo>
                  <a:cubicBezTo>
                    <a:pt x="630" y="1583"/>
                    <a:pt x="423" y="1372"/>
                    <a:pt x="423" y="1116"/>
                  </a:cubicBezTo>
                  <a:lnTo>
                    <a:pt x="423" y="890"/>
                  </a:lnTo>
                  <a:cubicBezTo>
                    <a:pt x="423" y="634"/>
                    <a:pt x="630" y="423"/>
                    <a:pt x="890" y="423"/>
                  </a:cubicBezTo>
                  <a:cubicBezTo>
                    <a:pt x="1007" y="423"/>
                    <a:pt x="1101" y="328"/>
                    <a:pt x="1101" y="212"/>
                  </a:cubicBezTo>
                  <a:cubicBezTo>
                    <a:pt x="1101" y="96"/>
                    <a:pt x="1007" y="1"/>
                    <a:pt x="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2" name="Google Shape;21552;p90"/>
            <p:cNvSpPr/>
            <p:nvPr/>
          </p:nvSpPr>
          <p:spPr>
            <a:xfrm>
              <a:off x="1547833" y="2270278"/>
              <a:ext cx="16330" cy="22962"/>
            </a:xfrm>
            <a:custGeom>
              <a:rect b="b" l="l" r="r" t="t"/>
              <a:pathLst>
                <a:path extrusionOk="0" h="876" w="623">
                  <a:moveTo>
                    <a:pt x="385" y="1"/>
                  </a:moveTo>
                  <a:cubicBezTo>
                    <a:pt x="325" y="1"/>
                    <a:pt x="266" y="27"/>
                    <a:pt x="225" y="77"/>
                  </a:cubicBezTo>
                  <a:cubicBezTo>
                    <a:pt x="81" y="239"/>
                    <a:pt x="4" y="450"/>
                    <a:pt x="0" y="664"/>
                  </a:cubicBezTo>
                  <a:cubicBezTo>
                    <a:pt x="0" y="781"/>
                    <a:pt x="95" y="875"/>
                    <a:pt x="211" y="875"/>
                  </a:cubicBezTo>
                  <a:cubicBezTo>
                    <a:pt x="331" y="875"/>
                    <a:pt x="426" y="781"/>
                    <a:pt x="426" y="664"/>
                  </a:cubicBezTo>
                  <a:cubicBezTo>
                    <a:pt x="426" y="548"/>
                    <a:pt x="471" y="436"/>
                    <a:pt x="549" y="348"/>
                  </a:cubicBezTo>
                  <a:cubicBezTo>
                    <a:pt x="622" y="260"/>
                    <a:pt x="612" y="126"/>
                    <a:pt x="524" y="53"/>
                  </a:cubicBezTo>
                  <a:cubicBezTo>
                    <a:pt x="483" y="18"/>
                    <a:pt x="434" y="1"/>
                    <a:pt x="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3" name="Google Shape;21553;p90"/>
            <p:cNvSpPr/>
            <p:nvPr/>
          </p:nvSpPr>
          <p:spPr>
            <a:xfrm>
              <a:off x="1601831" y="2270278"/>
              <a:ext cx="16357" cy="22962"/>
            </a:xfrm>
            <a:custGeom>
              <a:rect b="b" l="l" r="r" t="t"/>
              <a:pathLst>
                <a:path extrusionOk="0" h="876" w="624">
                  <a:moveTo>
                    <a:pt x="239" y="1"/>
                  </a:moveTo>
                  <a:cubicBezTo>
                    <a:pt x="191" y="1"/>
                    <a:pt x="142" y="18"/>
                    <a:pt x="103" y="53"/>
                  </a:cubicBezTo>
                  <a:cubicBezTo>
                    <a:pt x="11" y="126"/>
                    <a:pt x="1" y="260"/>
                    <a:pt x="75" y="348"/>
                  </a:cubicBezTo>
                  <a:cubicBezTo>
                    <a:pt x="155" y="436"/>
                    <a:pt x="198" y="548"/>
                    <a:pt x="201" y="664"/>
                  </a:cubicBezTo>
                  <a:cubicBezTo>
                    <a:pt x="201" y="781"/>
                    <a:pt x="296" y="875"/>
                    <a:pt x="412" y="875"/>
                  </a:cubicBezTo>
                  <a:cubicBezTo>
                    <a:pt x="528" y="875"/>
                    <a:pt x="623" y="781"/>
                    <a:pt x="623" y="664"/>
                  </a:cubicBezTo>
                  <a:cubicBezTo>
                    <a:pt x="620" y="450"/>
                    <a:pt x="542" y="239"/>
                    <a:pt x="398" y="77"/>
                  </a:cubicBezTo>
                  <a:cubicBezTo>
                    <a:pt x="357" y="27"/>
                    <a:pt x="298"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4" name="Google Shape;21554;p90"/>
            <p:cNvSpPr/>
            <p:nvPr/>
          </p:nvSpPr>
          <p:spPr>
            <a:xfrm>
              <a:off x="1634833" y="2054602"/>
              <a:ext cx="26973" cy="25426"/>
            </a:xfrm>
            <a:custGeom>
              <a:rect b="b" l="l" r="r" t="t"/>
              <a:pathLst>
                <a:path extrusionOk="0" h="970" w="1029">
                  <a:moveTo>
                    <a:pt x="731" y="1"/>
                  </a:moveTo>
                  <a:cubicBezTo>
                    <a:pt x="670" y="1"/>
                    <a:pt x="609" y="29"/>
                    <a:pt x="563" y="98"/>
                  </a:cubicBezTo>
                  <a:cubicBezTo>
                    <a:pt x="433" y="281"/>
                    <a:pt x="289" y="450"/>
                    <a:pt x="134" y="608"/>
                  </a:cubicBezTo>
                  <a:cubicBezTo>
                    <a:pt x="1" y="741"/>
                    <a:pt x="96" y="970"/>
                    <a:pt x="282" y="970"/>
                  </a:cubicBezTo>
                  <a:cubicBezTo>
                    <a:pt x="338" y="970"/>
                    <a:pt x="394" y="949"/>
                    <a:pt x="433" y="907"/>
                  </a:cubicBezTo>
                  <a:cubicBezTo>
                    <a:pt x="605" y="731"/>
                    <a:pt x="767" y="544"/>
                    <a:pt x="908" y="341"/>
                  </a:cubicBezTo>
                  <a:cubicBezTo>
                    <a:pt x="1028" y="175"/>
                    <a:pt x="882"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55" name="Google Shape;21555;p90"/>
          <p:cNvGrpSpPr/>
          <p:nvPr/>
        </p:nvGrpSpPr>
        <p:grpSpPr>
          <a:xfrm>
            <a:off x="3034239" y="1980106"/>
            <a:ext cx="379033" cy="336752"/>
            <a:chOff x="3034239" y="1980106"/>
            <a:chExt cx="379033" cy="336752"/>
          </a:xfrm>
        </p:grpSpPr>
        <p:sp>
          <p:nvSpPr>
            <p:cNvPr id="21556" name="Google Shape;21556;p90"/>
            <p:cNvSpPr/>
            <p:nvPr/>
          </p:nvSpPr>
          <p:spPr>
            <a:xfrm>
              <a:off x="3085564" y="1991613"/>
              <a:ext cx="276463" cy="256647"/>
            </a:xfrm>
            <a:custGeom>
              <a:rect b="b" l="l" r="r" t="t"/>
              <a:pathLst>
                <a:path extrusionOk="0" h="9791" w="10547">
                  <a:moveTo>
                    <a:pt x="5272" y="1"/>
                  </a:moveTo>
                  <a:cubicBezTo>
                    <a:pt x="3952" y="1"/>
                    <a:pt x="3545" y="328"/>
                    <a:pt x="3049" y="328"/>
                  </a:cubicBezTo>
                  <a:cubicBezTo>
                    <a:pt x="2902" y="328"/>
                    <a:pt x="2748" y="299"/>
                    <a:pt x="2561" y="226"/>
                  </a:cubicBezTo>
                  <a:lnTo>
                    <a:pt x="303" y="226"/>
                  </a:lnTo>
                  <a:lnTo>
                    <a:pt x="1" y="5905"/>
                  </a:lnTo>
                  <a:cubicBezTo>
                    <a:pt x="191" y="8134"/>
                    <a:pt x="1573" y="9347"/>
                    <a:pt x="2666" y="9790"/>
                  </a:cubicBezTo>
                  <a:lnTo>
                    <a:pt x="7881" y="9790"/>
                  </a:lnTo>
                  <a:cubicBezTo>
                    <a:pt x="8975" y="9347"/>
                    <a:pt x="10357" y="8134"/>
                    <a:pt x="10547" y="5905"/>
                  </a:cubicBezTo>
                  <a:lnTo>
                    <a:pt x="10244" y="226"/>
                  </a:lnTo>
                  <a:lnTo>
                    <a:pt x="7983" y="226"/>
                  </a:lnTo>
                  <a:cubicBezTo>
                    <a:pt x="7797" y="299"/>
                    <a:pt x="7645" y="328"/>
                    <a:pt x="7499" y="328"/>
                  </a:cubicBezTo>
                  <a:cubicBezTo>
                    <a:pt x="7005" y="328"/>
                    <a:pt x="6595" y="1"/>
                    <a:pt x="5272"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7" name="Google Shape;21557;p90"/>
            <p:cNvSpPr/>
            <p:nvPr/>
          </p:nvSpPr>
          <p:spPr>
            <a:xfrm>
              <a:off x="3294818" y="1985637"/>
              <a:ext cx="112556" cy="182727"/>
            </a:xfrm>
            <a:custGeom>
              <a:rect b="b" l="l" r="r" t="t"/>
              <a:pathLst>
                <a:path extrusionOk="0" h="6971" w="4294">
                  <a:moveTo>
                    <a:pt x="1583" y="0"/>
                  </a:moveTo>
                  <a:cubicBezTo>
                    <a:pt x="904" y="0"/>
                    <a:pt x="0" y="454"/>
                    <a:pt x="0" y="454"/>
                  </a:cubicBezTo>
                  <a:cubicBezTo>
                    <a:pt x="2546" y="1213"/>
                    <a:pt x="1161" y="5141"/>
                    <a:pt x="2799" y="6836"/>
                  </a:cubicBezTo>
                  <a:cubicBezTo>
                    <a:pt x="2888" y="6928"/>
                    <a:pt x="3001" y="6971"/>
                    <a:pt x="3113" y="6971"/>
                  </a:cubicBezTo>
                  <a:cubicBezTo>
                    <a:pt x="3301" y="6971"/>
                    <a:pt x="3485" y="6852"/>
                    <a:pt x="3545" y="6650"/>
                  </a:cubicBezTo>
                  <a:cubicBezTo>
                    <a:pt x="3675" y="6221"/>
                    <a:pt x="3805" y="5546"/>
                    <a:pt x="3784" y="4575"/>
                  </a:cubicBezTo>
                  <a:cubicBezTo>
                    <a:pt x="3756" y="3249"/>
                    <a:pt x="4294" y="3165"/>
                    <a:pt x="4294" y="3165"/>
                  </a:cubicBezTo>
                  <a:cubicBezTo>
                    <a:pt x="4294" y="3165"/>
                    <a:pt x="3615" y="0"/>
                    <a:pt x="1583"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8" name="Google Shape;21558;p90"/>
            <p:cNvSpPr/>
            <p:nvPr/>
          </p:nvSpPr>
          <p:spPr>
            <a:xfrm>
              <a:off x="3140872" y="2098167"/>
              <a:ext cx="41521" cy="53316"/>
            </a:xfrm>
            <a:custGeom>
              <a:rect b="b" l="l" r="r" t="t"/>
              <a:pathLst>
                <a:path extrusionOk="0" h="2034" w="1584">
                  <a:moveTo>
                    <a:pt x="792" y="1"/>
                  </a:moveTo>
                  <a:cubicBezTo>
                    <a:pt x="356" y="1"/>
                    <a:pt x="1" y="352"/>
                    <a:pt x="1" y="792"/>
                  </a:cubicBezTo>
                  <a:lnTo>
                    <a:pt x="1" y="1242"/>
                  </a:lnTo>
                  <a:cubicBezTo>
                    <a:pt x="1"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9" name="Google Shape;21559;p90"/>
            <p:cNvSpPr/>
            <p:nvPr/>
          </p:nvSpPr>
          <p:spPr>
            <a:xfrm>
              <a:off x="3158670" y="2098167"/>
              <a:ext cx="23722" cy="41521"/>
            </a:xfrm>
            <a:custGeom>
              <a:rect b="b" l="l" r="r" t="t"/>
              <a:pathLst>
                <a:path extrusionOk="0" h="1584" w="905">
                  <a:moveTo>
                    <a:pt x="113" y="1"/>
                  </a:moveTo>
                  <a:cubicBezTo>
                    <a:pt x="74" y="1"/>
                    <a:pt x="36" y="4"/>
                    <a:pt x="0" y="11"/>
                  </a:cubicBezTo>
                  <a:lnTo>
                    <a:pt x="0" y="1129"/>
                  </a:lnTo>
                  <a:cubicBezTo>
                    <a:pt x="0" y="1379"/>
                    <a:pt x="201" y="1583"/>
                    <a:pt x="451"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0" name="Google Shape;21560;p90"/>
            <p:cNvSpPr/>
            <p:nvPr/>
          </p:nvSpPr>
          <p:spPr>
            <a:xfrm>
              <a:off x="3152668" y="2104065"/>
              <a:ext cx="17824" cy="17824"/>
            </a:xfrm>
            <a:custGeom>
              <a:rect b="b" l="l" r="r" t="t"/>
              <a:pathLst>
                <a:path extrusionOk="0" h="680" w="680">
                  <a:moveTo>
                    <a:pt x="342" y="1"/>
                  </a:moveTo>
                  <a:cubicBezTo>
                    <a:pt x="156" y="1"/>
                    <a:pt x="1" y="152"/>
                    <a:pt x="1" y="338"/>
                  </a:cubicBezTo>
                  <a:cubicBezTo>
                    <a:pt x="1" y="528"/>
                    <a:pt x="156" y="679"/>
                    <a:pt x="342" y="679"/>
                  </a:cubicBezTo>
                  <a:cubicBezTo>
                    <a:pt x="528" y="679"/>
                    <a:pt x="680" y="528"/>
                    <a:pt x="680" y="338"/>
                  </a:cubicBezTo>
                  <a:cubicBezTo>
                    <a:pt x="680" y="152"/>
                    <a:pt x="528" y="1"/>
                    <a:pt x="3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1" name="Google Shape;21561;p90"/>
            <p:cNvSpPr/>
            <p:nvPr/>
          </p:nvSpPr>
          <p:spPr>
            <a:xfrm>
              <a:off x="3265224" y="2098167"/>
              <a:ext cx="41494" cy="53316"/>
            </a:xfrm>
            <a:custGeom>
              <a:rect b="b" l="l" r="r" t="t"/>
              <a:pathLst>
                <a:path extrusionOk="0" h="2034" w="1583">
                  <a:moveTo>
                    <a:pt x="792" y="1"/>
                  </a:moveTo>
                  <a:cubicBezTo>
                    <a:pt x="356" y="1"/>
                    <a:pt x="0" y="352"/>
                    <a:pt x="0" y="792"/>
                  </a:cubicBezTo>
                  <a:lnTo>
                    <a:pt x="0" y="1242"/>
                  </a:lnTo>
                  <a:cubicBezTo>
                    <a:pt x="0"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2" name="Google Shape;21562;p90"/>
            <p:cNvSpPr/>
            <p:nvPr/>
          </p:nvSpPr>
          <p:spPr>
            <a:xfrm>
              <a:off x="3283022" y="2098167"/>
              <a:ext cx="23696" cy="41521"/>
            </a:xfrm>
            <a:custGeom>
              <a:rect b="b" l="l" r="r" t="t"/>
              <a:pathLst>
                <a:path extrusionOk="0" h="1584" w="904">
                  <a:moveTo>
                    <a:pt x="113" y="1"/>
                  </a:moveTo>
                  <a:cubicBezTo>
                    <a:pt x="74" y="1"/>
                    <a:pt x="35" y="4"/>
                    <a:pt x="0" y="11"/>
                  </a:cubicBezTo>
                  <a:lnTo>
                    <a:pt x="0" y="1129"/>
                  </a:lnTo>
                  <a:cubicBezTo>
                    <a:pt x="0" y="1379"/>
                    <a:pt x="201" y="1583"/>
                    <a:pt x="450"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3" name="Google Shape;21563;p90"/>
            <p:cNvSpPr/>
            <p:nvPr/>
          </p:nvSpPr>
          <p:spPr>
            <a:xfrm>
              <a:off x="3277125" y="2104065"/>
              <a:ext cx="17720" cy="17824"/>
            </a:xfrm>
            <a:custGeom>
              <a:rect b="b" l="l" r="r" t="t"/>
              <a:pathLst>
                <a:path extrusionOk="0" h="680" w="676">
                  <a:moveTo>
                    <a:pt x="338" y="1"/>
                  </a:moveTo>
                  <a:cubicBezTo>
                    <a:pt x="151" y="1"/>
                    <a:pt x="0" y="152"/>
                    <a:pt x="0" y="338"/>
                  </a:cubicBezTo>
                  <a:cubicBezTo>
                    <a:pt x="0" y="528"/>
                    <a:pt x="151" y="679"/>
                    <a:pt x="338" y="679"/>
                  </a:cubicBezTo>
                  <a:cubicBezTo>
                    <a:pt x="524" y="679"/>
                    <a:pt x="675" y="528"/>
                    <a:pt x="675" y="338"/>
                  </a:cubicBezTo>
                  <a:cubicBezTo>
                    <a:pt x="675" y="152"/>
                    <a:pt x="524"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4" name="Google Shape;21564;p90"/>
            <p:cNvSpPr/>
            <p:nvPr/>
          </p:nvSpPr>
          <p:spPr>
            <a:xfrm>
              <a:off x="3294897" y="1996253"/>
              <a:ext cx="97930" cy="172137"/>
            </a:xfrm>
            <a:custGeom>
              <a:rect b="b" l="l" r="r" t="t"/>
              <a:pathLst>
                <a:path extrusionOk="0" h="6567" w="3736">
                  <a:moveTo>
                    <a:pt x="488" y="0"/>
                  </a:moveTo>
                  <a:cubicBezTo>
                    <a:pt x="336" y="0"/>
                    <a:pt x="174" y="16"/>
                    <a:pt x="1" y="49"/>
                  </a:cubicBezTo>
                  <a:cubicBezTo>
                    <a:pt x="2543" y="808"/>
                    <a:pt x="1158" y="4736"/>
                    <a:pt x="2796" y="6435"/>
                  </a:cubicBezTo>
                  <a:cubicBezTo>
                    <a:pt x="2884" y="6525"/>
                    <a:pt x="2996" y="6566"/>
                    <a:pt x="3108" y="6566"/>
                  </a:cubicBezTo>
                  <a:cubicBezTo>
                    <a:pt x="3296" y="6566"/>
                    <a:pt x="3482" y="6448"/>
                    <a:pt x="3542" y="6245"/>
                  </a:cubicBezTo>
                  <a:cubicBezTo>
                    <a:pt x="3637" y="5921"/>
                    <a:pt x="3704" y="5587"/>
                    <a:pt x="3735" y="5250"/>
                  </a:cubicBezTo>
                  <a:cubicBezTo>
                    <a:pt x="3292" y="5032"/>
                    <a:pt x="2912" y="4325"/>
                    <a:pt x="2680" y="3126"/>
                  </a:cubicBezTo>
                  <a:cubicBezTo>
                    <a:pt x="2302" y="1179"/>
                    <a:pt x="1786" y="0"/>
                    <a:pt x="488"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5" name="Google Shape;21565;p90"/>
            <p:cNvSpPr/>
            <p:nvPr/>
          </p:nvSpPr>
          <p:spPr>
            <a:xfrm>
              <a:off x="3085564" y="1997511"/>
              <a:ext cx="97930" cy="250749"/>
            </a:xfrm>
            <a:custGeom>
              <a:rect b="b" l="l" r="r" t="t"/>
              <a:pathLst>
                <a:path extrusionOk="0" h="9566" w="3736">
                  <a:moveTo>
                    <a:pt x="303" y="1"/>
                  </a:moveTo>
                  <a:lnTo>
                    <a:pt x="1" y="5680"/>
                  </a:lnTo>
                  <a:cubicBezTo>
                    <a:pt x="191" y="7906"/>
                    <a:pt x="1573" y="9122"/>
                    <a:pt x="2666" y="9565"/>
                  </a:cubicBezTo>
                  <a:lnTo>
                    <a:pt x="3735" y="9565"/>
                  </a:lnTo>
                  <a:cubicBezTo>
                    <a:pt x="3735" y="9565"/>
                    <a:pt x="1858" y="8303"/>
                    <a:pt x="1545" y="6070"/>
                  </a:cubicBezTo>
                  <a:cubicBezTo>
                    <a:pt x="940" y="1731"/>
                    <a:pt x="2093" y="433"/>
                    <a:pt x="3085" y="103"/>
                  </a:cubicBezTo>
                  <a:lnTo>
                    <a:pt x="3085" y="103"/>
                  </a:lnTo>
                  <a:cubicBezTo>
                    <a:pt x="3077" y="103"/>
                    <a:pt x="3069" y="103"/>
                    <a:pt x="3060" y="103"/>
                  </a:cubicBezTo>
                  <a:cubicBezTo>
                    <a:pt x="2889" y="103"/>
                    <a:pt x="2719" y="68"/>
                    <a:pt x="256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6" name="Google Shape;21566;p90"/>
            <p:cNvSpPr/>
            <p:nvPr/>
          </p:nvSpPr>
          <p:spPr>
            <a:xfrm>
              <a:off x="3040216" y="1985637"/>
              <a:ext cx="112583" cy="182727"/>
            </a:xfrm>
            <a:custGeom>
              <a:rect b="b" l="l" r="r" t="t"/>
              <a:pathLst>
                <a:path extrusionOk="0" h="6971" w="4295">
                  <a:moveTo>
                    <a:pt x="2712" y="0"/>
                  </a:moveTo>
                  <a:cubicBezTo>
                    <a:pt x="680" y="0"/>
                    <a:pt x="1" y="3165"/>
                    <a:pt x="1" y="3165"/>
                  </a:cubicBezTo>
                  <a:cubicBezTo>
                    <a:pt x="1" y="3165"/>
                    <a:pt x="539" y="3249"/>
                    <a:pt x="511" y="4575"/>
                  </a:cubicBezTo>
                  <a:cubicBezTo>
                    <a:pt x="490" y="5546"/>
                    <a:pt x="620" y="6221"/>
                    <a:pt x="750" y="6650"/>
                  </a:cubicBezTo>
                  <a:cubicBezTo>
                    <a:pt x="809" y="6852"/>
                    <a:pt x="994" y="6971"/>
                    <a:pt x="1182" y="6971"/>
                  </a:cubicBezTo>
                  <a:cubicBezTo>
                    <a:pt x="1294" y="6971"/>
                    <a:pt x="1407" y="6928"/>
                    <a:pt x="1495" y="6836"/>
                  </a:cubicBezTo>
                  <a:cubicBezTo>
                    <a:pt x="3134" y="5141"/>
                    <a:pt x="1749" y="1213"/>
                    <a:pt x="4294" y="454"/>
                  </a:cubicBezTo>
                  <a:cubicBezTo>
                    <a:pt x="4294" y="454"/>
                    <a:pt x="3391" y="0"/>
                    <a:pt x="2712"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7" name="Google Shape;21567;p90"/>
            <p:cNvSpPr/>
            <p:nvPr/>
          </p:nvSpPr>
          <p:spPr>
            <a:xfrm>
              <a:off x="3040137" y="1985637"/>
              <a:ext cx="110643" cy="121311"/>
            </a:xfrm>
            <a:custGeom>
              <a:rect b="b" l="l" r="r" t="t"/>
              <a:pathLst>
                <a:path extrusionOk="0" h="4628" w="4221">
                  <a:moveTo>
                    <a:pt x="2712" y="0"/>
                  </a:moveTo>
                  <a:cubicBezTo>
                    <a:pt x="679" y="0"/>
                    <a:pt x="0" y="3165"/>
                    <a:pt x="0" y="3165"/>
                  </a:cubicBezTo>
                  <a:cubicBezTo>
                    <a:pt x="0" y="3165"/>
                    <a:pt x="538" y="3249"/>
                    <a:pt x="510" y="4579"/>
                  </a:cubicBezTo>
                  <a:lnTo>
                    <a:pt x="510" y="4628"/>
                  </a:lnTo>
                  <a:cubicBezTo>
                    <a:pt x="1488" y="919"/>
                    <a:pt x="2860" y="308"/>
                    <a:pt x="3655" y="308"/>
                  </a:cubicBezTo>
                  <a:cubicBezTo>
                    <a:pt x="3918" y="308"/>
                    <a:pt x="4118" y="375"/>
                    <a:pt x="4220" y="419"/>
                  </a:cubicBezTo>
                  <a:cubicBezTo>
                    <a:pt x="3988" y="310"/>
                    <a:pt x="3274" y="0"/>
                    <a:pt x="2712"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8" name="Google Shape;21568;p90"/>
            <p:cNvSpPr/>
            <p:nvPr/>
          </p:nvSpPr>
          <p:spPr>
            <a:xfrm>
              <a:off x="3158670" y="2204721"/>
              <a:ext cx="130276" cy="94784"/>
            </a:xfrm>
            <a:custGeom>
              <a:rect b="b" l="l" r="r" t="t"/>
              <a:pathLst>
                <a:path extrusionOk="0" h="3616" w="4970">
                  <a:moveTo>
                    <a:pt x="2483" y="1"/>
                  </a:moveTo>
                  <a:cubicBezTo>
                    <a:pt x="1112" y="1"/>
                    <a:pt x="0" y="813"/>
                    <a:pt x="0" y="1808"/>
                  </a:cubicBezTo>
                  <a:cubicBezTo>
                    <a:pt x="0" y="2807"/>
                    <a:pt x="1112" y="3616"/>
                    <a:pt x="2483" y="3616"/>
                  </a:cubicBezTo>
                  <a:cubicBezTo>
                    <a:pt x="3858" y="3616"/>
                    <a:pt x="4969" y="2807"/>
                    <a:pt x="4969" y="1808"/>
                  </a:cubicBezTo>
                  <a:cubicBezTo>
                    <a:pt x="4969" y="813"/>
                    <a:pt x="3858" y="1"/>
                    <a:pt x="2483" y="1"/>
                  </a:cubicBezTo>
                  <a:close/>
                </a:path>
              </a:pathLst>
            </a:custGeom>
            <a:solidFill>
              <a:srgbClr val="8E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9" name="Google Shape;21569;p90"/>
            <p:cNvSpPr/>
            <p:nvPr/>
          </p:nvSpPr>
          <p:spPr>
            <a:xfrm>
              <a:off x="3194162" y="2252113"/>
              <a:ext cx="59293" cy="59293"/>
            </a:xfrm>
            <a:custGeom>
              <a:rect b="b" l="l" r="r" t="t"/>
              <a:pathLst>
                <a:path extrusionOk="0" h="2262" w="2262">
                  <a:moveTo>
                    <a:pt x="0" y="0"/>
                  </a:moveTo>
                  <a:lnTo>
                    <a:pt x="0" y="1132"/>
                  </a:lnTo>
                  <a:cubicBezTo>
                    <a:pt x="0" y="1755"/>
                    <a:pt x="507" y="2261"/>
                    <a:pt x="1129" y="2261"/>
                  </a:cubicBezTo>
                  <a:cubicBezTo>
                    <a:pt x="1755" y="2261"/>
                    <a:pt x="2261" y="1755"/>
                    <a:pt x="2261" y="1132"/>
                  </a:cubicBezTo>
                  <a:lnTo>
                    <a:pt x="2261"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0" name="Google Shape;21570;p90"/>
            <p:cNvSpPr/>
            <p:nvPr/>
          </p:nvSpPr>
          <p:spPr>
            <a:xfrm>
              <a:off x="3194162" y="2252113"/>
              <a:ext cx="59293" cy="29148"/>
            </a:xfrm>
            <a:custGeom>
              <a:rect b="b" l="l" r="r" t="t"/>
              <a:pathLst>
                <a:path extrusionOk="0" h="1112" w="2262">
                  <a:moveTo>
                    <a:pt x="0" y="0"/>
                  </a:moveTo>
                  <a:lnTo>
                    <a:pt x="0" y="1111"/>
                  </a:lnTo>
                  <a:cubicBezTo>
                    <a:pt x="401" y="1069"/>
                    <a:pt x="788" y="936"/>
                    <a:pt x="1129" y="725"/>
                  </a:cubicBezTo>
                  <a:cubicBezTo>
                    <a:pt x="1474" y="936"/>
                    <a:pt x="1861" y="1069"/>
                    <a:pt x="2261" y="1111"/>
                  </a:cubicBezTo>
                  <a:lnTo>
                    <a:pt x="2261"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1" name="Google Shape;21571;p90"/>
            <p:cNvSpPr/>
            <p:nvPr/>
          </p:nvSpPr>
          <p:spPr>
            <a:xfrm>
              <a:off x="3140872" y="2198823"/>
              <a:ext cx="165846" cy="65190"/>
            </a:xfrm>
            <a:custGeom>
              <a:rect b="b" l="l" r="r" t="t"/>
              <a:pathLst>
                <a:path extrusionOk="0" h="2487" w="6327">
                  <a:moveTo>
                    <a:pt x="1696" y="1"/>
                  </a:moveTo>
                  <a:cubicBezTo>
                    <a:pt x="757" y="1"/>
                    <a:pt x="1" y="556"/>
                    <a:pt x="1" y="1245"/>
                  </a:cubicBezTo>
                  <a:cubicBezTo>
                    <a:pt x="1" y="1931"/>
                    <a:pt x="757" y="2487"/>
                    <a:pt x="1696" y="2487"/>
                  </a:cubicBezTo>
                  <a:cubicBezTo>
                    <a:pt x="2167" y="2487"/>
                    <a:pt x="2592" y="2346"/>
                    <a:pt x="2898" y="2118"/>
                  </a:cubicBezTo>
                  <a:cubicBezTo>
                    <a:pt x="2977" y="2060"/>
                    <a:pt x="3071" y="2031"/>
                    <a:pt x="3163" y="2031"/>
                  </a:cubicBezTo>
                  <a:cubicBezTo>
                    <a:pt x="3256" y="2031"/>
                    <a:pt x="3348" y="2060"/>
                    <a:pt x="3426" y="2118"/>
                  </a:cubicBezTo>
                  <a:cubicBezTo>
                    <a:pt x="3735" y="2346"/>
                    <a:pt x="4161" y="2487"/>
                    <a:pt x="4632" y="2487"/>
                  </a:cubicBezTo>
                  <a:cubicBezTo>
                    <a:pt x="5567" y="2487"/>
                    <a:pt x="6327" y="1931"/>
                    <a:pt x="6327" y="1245"/>
                  </a:cubicBezTo>
                  <a:cubicBezTo>
                    <a:pt x="6327" y="556"/>
                    <a:pt x="5567" y="1"/>
                    <a:pt x="4632"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2" name="Google Shape;21572;p90"/>
            <p:cNvSpPr/>
            <p:nvPr/>
          </p:nvSpPr>
          <p:spPr>
            <a:xfrm>
              <a:off x="3188264" y="2175127"/>
              <a:ext cx="71088" cy="50013"/>
            </a:xfrm>
            <a:custGeom>
              <a:rect b="b" l="l" r="r" t="t"/>
              <a:pathLst>
                <a:path extrusionOk="0" h="1908" w="2712">
                  <a:moveTo>
                    <a:pt x="1354" y="1"/>
                  </a:moveTo>
                  <a:cubicBezTo>
                    <a:pt x="609" y="1"/>
                    <a:pt x="0" y="405"/>
                    <a:pt x="4" y="905"/>
                  </a:cubicBezTo>
                  <a:cubicBezTo>
                    <a:pt x="4" y="1386"/>
                    <a:pt x="573" y="1640"/>
                    <a:pt x="985" y="1826"/>
                  </a:cubicBezTo>
                  <a:cubicBezTo>
                    <a:pt x="1103" y="1880"/>
                    <a:pt x="1229" y="1908"/>
                    <a:pt x="1356" y="1908"/>
                  </a:cubicBezTo>
                  <a:cubicBezTo>
                    <a:pt x="1483" y="1908"/>
                    <a:pt x="1611" y="1880"/>
                    <a:pt x="1730" y="1826"/>
                  </a:cubicBezTo>
                  <a:cubicBezTo>
                    <a:pt x="2138" y="1640"/>
                    <a:pt x="2711" y="1386"/>
                    <a:pt x="2711" y="905"/>
                  </a:cubicBezTo>
                  <a:cubicBezTo>
                    <a:pt x="2711" y="405"/>
                    <a:pt x="2103" y="1"/>
                    <a:pt x="1354"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3" name="Google Shape;21573;p90"/>
            <p:cNvSpPr/>
            <p:nvPr/>
          </p:nvSpPr>
          <p:spPr>
            <a:xfrm>
              <a:off x="3188264" y="2176988"/>
              <a:ext cx="52661" cy="48179"/>
            </a:xfrm>
            <a:custGeom>
              <a:rect b="b" l="l" r="r" t="t"/>
              <a:pathLst>
                <a:path extrusionOk="0" h="1838" w="2009">
                  <a:moveTo>
                    <a:pt x="841" y="0"/>
                  </a:moveTo>
                  <a:lnTo>
                    <a:pt x="841" y="0"/>
                  </a:lnTo>
                  <a:cubicBezTo>
                    <a:pt x="348" y="134"/>
                    <a:pt x="0" y="457"/>
                    <a:pt x="0" y="834"/>
                  </a:cubicBezTo>
                  <a:cubicBezTo>
                    <a:pt x="0" y="1319"/>
                    <a:pt x="570" y="1569"/>
                    <a:pt x="981" y="1758"/>
                  </a:cubicBezTo>
                  <a:cubicBezTo>
                    <a:pt x="1099" y="1811"/>
                    <a:pt x="1227" y="1838"/>
                    <a:pt x="1354" y="1838"/>
                  </a:cubicBezTo>
                  <a:cubicBezTo>
                    <a:pt x="1482" y="1838"/>
                    <a:pt x="1609" y="1811"/>
                    <a:pt x="1727" y="1758"/>
                  </a:cubicBezTo>
                  <a:cubicBezTo>
                    <a:pt x="1815" y="1716"/>
                    <a:pt x="1913" y="1674"/>
                    <a:pt x="2008" y="1625"/>
                  </a:cubicBezTo>
                  <a:cubicBezTo>
                    <a:pt x="1453" y="1526"/>
                    <a:pt x="735" y="1161"/>
                    <a:pt x="672" y="587"/>
                  </a:cubicBezTo>
                  <a:cubicBezTo>
                    <a:pt x="640" y="303"/>
                    <a:pt x="841" y="0"/>
                    <a:pt x="84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4" name="Google Shape;21574;p90"/>
            <p:cNvSpPr/>
            <p:nvPr/>
          </p:nvSpPr>
          <p:spPr>
            <a:xfrm>
              <a:off x="3259693" y="2092636"/>
              <a:ext cx="52556" cy="64378"/>
            </a:xfrm>
            <a:custGeom>
              <a:rect b="b" l="l" r="r" t="t"/>
              <a:pathLst>
                <a:path extrusionOk="0" h="2456" w="2005">
                  <a:moveTo>
                    <a:pt x="1003" y="1"/>
                  </a:moveTo>
                  <a:cubicBezTo>
                    <a:pt x="451" y="1"/>
                    <a:pt x="1" y="447"/>
                    <a:pt x="1" y="1003"/>
                  </a:cubicBezTo>
                  <a:lnTo>
                    <a:pt x="1" y="1453"/>
                  </a:lnTo>
                  <a:cubicBezTo>
                    <a:pt x="1" y="2009"/>
                    <a:pt x="451" y="2455"/>
                    <a:pt x="1003" y="2455"/>
                  </a:cubicBezTo>
                  <a:cubicBezTo>
                    <a:pt x="1555" y="2455"/>
                    <a:pt x="2005" y="2009"/>
                    <a:pt x="2005" y="1453"/>
                  </a:cubicBezTo>
                  <a:lnTo>
                    <a:pt x="2005" y="1003"/>
                  </a:lnTo>
                  <a:cubicBezTo>
                    <a:pt x="2005" y="852"/>
                    <a:pt x="1973" y="708"/>
                    <a:pt x="1910" y="574"/>
                  </a:cubicBezTo>
                  <a:cubicBezTo>
                    <a:pt x="1872" y="497"/>
                    <a:pt x="1794" y="452"/>
                    <a:pt x="1714" y="452"/>
                  </a:cubicBezTo>
                  <a:cubicBezTo>
                    <a:pt x="1684" y="452"/>
                    <a:pt x="1654" y="458"/>
                    <a:pt x="1625" y="472"/>
                  </a:cubicBezTo>
                  <a:cubicBezTo>
                    <a:pt x="1520" y="521"/>
                    <a:pt x="1477" y="648"/>
                    <a:pt x="1527" y="753"/>
                  </a:cubicBezTo>
                  <a:cubicBezTo>
                    <a:pt x="1562" y="831"/>
                    <a:pt x="1583" y="915"/>
                    <a:pt x="1583" y="1003"/>
                  </a:cubicBezTo>
                  <a:lnTo>
                    <a:pt x="1583" y="1453"/>
                  </a:lnTo>
                  <a:cubicBezTo>
                    <a:pt x="1583" y="1773"/>
                    <a:pt x="1323" y="2033"/>
                    <a:pt x="1003" y="2033"/>
                  </a:cubicBezTo>
                  <a:cubicBezTo>
                    <a:pt x="683" y="2033"/>
                    <a:pt x="422" y="1773"/>
                    <a:pt x="422" y="1453"/>
                  </a:cubicBezTo>
                  <a:lnTo>
                    <a:pt x="422" y="1003"/>
                  </a:lnTo>
                  <a:cubicBezTo>
                    <a:pt x="422"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5" name="Google Shape;21575;p90"/>
            <p:cNvSpPr/>
            <p:nvPr/>
          </p:nvSpPr>
          <p:spPr>
            <a:xfrm>
              <a:off x="3135341" y="2092636"/>
              <a:ext cx="52582" cy="64378"/>
            </a:xfrm>
            <a:custGeom>
              <a:rect b="b" l="l" r="r" t="t"/>
              <a:pathLst>
                <a:path extrusionOk="0" h="2456" w="2006">
                  <a:moveTo>
                    <a:pt x="1003" y="1"/>
                  </a:moveTo>
                  <a:cubicBezTo>
                    <a:pt x="451" y="1"/>
                    <a:pt x="1" y="447"/>
                    <a:pt x="1" y="1003"/>
                  </a:cubicBezTo>
                  <a:lnTo>
                    <a:pt x="1" y="1453"/>
                  </a:lnTo>
                  <a:cubicBezTo>
                    <a:pt x="1" y="2009"/>
                    <a:pt x="447" y="2455"/>
                    <a:pt x="1003" y="2455"/>
                  </a:cubicBezTo>
                  <a:cubicBezTo>
                    <a:pt x="1555" y="2455"/>
                    <a:pt x="2005" y="2009"/>
                    <a:pt x="2005" y="1453"/>
                  </a:cubicBezTo>
                  <a:lnTo>
                    <a:pt x="2005" y="1003"/>
                  </a:lnTo>
                  <a:cubicBezTo>
                    <a:pt x="2005" y="852"/>
                    <a:pt x="1974" y="708"/>
                    <a:pt x="1907" y="574"/>
                  </a:cubicBezTo>
                  <a:cubicBezTo>
                    <a:pt x="1871" y="497"/>
                    <a:pt x="1794" y="452"/>
                    <a:pt x="1715" y="452"/>
                  </a:cubicBezTo>
                  <a:cubicBezTo>
                    <a:pt x="1685" y="452"/>
                    <a:pt x="1654" y="458"/>
                    <a:pt x="1625" y="472"/>
                  </a:cubicBezTo>
                  <a:cubicBezTo>
                    <a:pt x="1520" y="521"/>
                    <a:pt x="1474" y="648"/>
                    <a:pt x="1527" y="753"/>
                  </a:cubicBezTo>
                  <a:cubicBezTo>
                    <a:pt x="1562" y="831"/>
                    <a:pt x="1583" y="915"/>
                    <a:pt x="1583" y="1003"/>
                  </a:cubicBezTo>
                  <a:lnTo>
                    <a:pt x="1583" y="1453"/>
                  </a:lnTo>
                  <a:cubicBezTo>
                    <a:pt x="1583" y="1773"/>
                    <a:pt x="1323" y="2033"/>
                    <a:pt x="1003" y="2033"/>
                  </a:cubicBezTo>
                  <a:cubicBezTo>
                    <a:pt x="683" y="2033"/>
                    <a:pt x="423" y="1773"/>
                    <a:pt x="423" y="1453"/>
                  </a:cubicBezTo>
                  <a:lnTo>
                    <a:pt x="423" y="1003"/>
                  </a:lnTo>
                  <a:cubicBezTo>
                    <a:pt x="423"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6" name="Google Shape;21576;p90"/>
            <p:cNvSpPr/>
            <p:nvPr/>
          </p:nvSpPr>
          <p:spPr>
            <a:xfrm>
              <a:off x="3034239" y="1980106"/>
              <a:ext cx="379033" cy="336752"/>
            </a:xfrm>
            <a:custGeom>
              <a:rect b="b" l="l" r="r" t="t"/>
              <a:pathLst>
                <a:path extrusionOk="0" h="12847" w="14460">
                  <a:moveTo>
                    <a:pt x="2940" y="422"/>
                  </a:moveTo>
                  <a:cubicBezTo>
                    <a:pt x="3274" y="422"/>
                    <a:pt x="3675" y="545"/>
                    <a:pt x="3977" y="661"/>
                  </a:cubicBezTo>
                  <a:cubicBezTo>
                    <a:pt x="2842" y="1284"/>
                    <a:pt x="2673" y="2666"/>
                    <a:pt x="2508" y="4002"/>
                  </a:cubicBezTo>
                  <a:cubicBezTo>
                    <a:pt x="2370" y="5092"/>
                    <a:pt x="2233" y="6217"/>
                    <a:pt x="1572" y="6903"/>
                  </a:cubicBezTo>
                  <a:cubicBezTo>
                    <a:pt x="1530" y="6948"/>
                    <a:pt x="1472" y="6971"/>
                    <a:pt x="1414" y="6971"/>
                  </a:cubicBezTo>
                  <a:cubicBezTo>
                    <a:pt x="1394" y="6971"/>
                    <a:pt x="1374" y="6968"/>
                    <a:pt x="1354" y="6963"/>
                  </a:cubicBezTo>
                  <a:cubicBezTo>
                    <a:pt x="1270" y="6945"/>
                    <a:pt x="1203" y="6882"/>
                    <a:pt x="1178" y="6797"/>
                  </a:cubicBezTo>
                  <a:cubicBezTo>
                    <a:pt x="1062" y="6414"/>
                    <a:pt x="929" y="5757"/>
                    <a:pt x="950" y="4793"/>
                  </a:cubicBezTo>
                  <a:cubicBezTo>
                    <a:pt x="971" y="3805"/>
                    <a:pt x="686" y="3415"/>
                    <a:pt x="475" y="3263"/>
                  </a:cubicBezTo>
                  <a:cubicBezTo>
                    <a:pt x="640" y="2648"/>
                    <a:pt x="1347" y="422"/>
                    <a:pt x="2940" y="422"/>
                  </a:cubicBezTo>
                  <a:close/>
                  <a:moveTo>
                    <a:pt x="7230" y="7655"/>
                  </a:moveTo>
                  <a:cubicBezTo>
                    <a:pt x="7849" y="7655"/>
                    <a:pt x="8376" y="7968"/>
                    <a:pt x="8376" y="8345"/>
                  </a:cubicBezTo>
                  <a:lnTo>
                    <a:pt x="8376" y="8348"/>
                  </a:lnTo>
                  <a:cubicBezTo>
                    <a:pt x="8376" y="8686"/>
                    <a:pt x="7888" y="8907"/>
                    <a:pt x="7533" y="9069"/>
                  </a:cubicBezTo>
                  <a:lnTo>
                    <a:pt x="7518" y="9076"/>
                  </a:lnTo>
                  <a:cubicBezTo>
                    <a:pt x="7427" y="9118"/>
                    <a:pt x="7329" y="9139"/>
                    <a:pt x="7232" y="9139"/>
                  </a:cubicBezTo>
                  <a:cubicBezTo>
                    <a:pt x="7134" y="9139"/>
                    <a:pt x="7037" y="9118"/>
                    <a:pt x="6945" y="9076"/>
                  </a:cubicBezTo>
                  <a:lnTo>
                    <a:pt x="6928" y="9069"/>
                  </a:lnTo>
                  <a:cubicBezTo>
                    <a:pt x="6573" y="8907"/>
                    <a:pt x="6087" y="8686"/>
                    <a:pt x="6087" y="8348"/>
                  </a:cubicBezTo>
                  <a:cubicBezTo>
                    <a:pt x="6087" y="7972"/>
                    <a:pt x="6611" y="7655"/>
                    <a:pt x="7230" y="7655"/>
                  </a:cubicBezTo>
                  <a:close/>
                  <a:moveTo>
                    <a:pt x="11527" y="426"/>
                  </a:moveTo>
                  <a:cubicBezTo>
                    <a:pt x="13117" y="426"/>
                    <a:pt x="13827" y="2648"/>
                    <a:pt x="13992" y="3267"/>
                  </a:cubicBezTo>
                  <a:cubicBezTo>
                    <a:pt x="13778" y="3415"/>
                    <a:pt x="13493" y="3805"/>
                    <a:pt x="13514" y="4793"/>
                  </a:cubicBezTo>
                  <a:cubicBezTo>
                    <a:pt x="13535" y="5760"/>
                    <a:pt x="13401" y="6421"/>
                    <a:pt x="13285" y="6801"/>
                  </a:cubicBezTo>
                  <a:cubicBezTo>
                    <a:pt x="13261" y="6882"/>
                    <a:pt x="13194" y="6945"/>
                    <a:pt x="13110" y="6966"/>
                  </a:cubicBezTo>
                  <a:cubicBezTo>
                    <a:pt x="13091" y="6971"/>
                    <a:pt x="13072" y="6974"/>
                    <a:pt x="13054" y="6974"/>
                  </a:cubicBezTo>
                  <a:cubicBezTo>
                    <a:pt x="12994" y="6974"/>
                    <a:pt x="12934" y="6948"/>
                    <a:pt x="12892" y="6903"/>
                  </a:cubicBezTo>
                  <a:cubicBezTo>
                    <a:pt x="12230" y="6221"/>
                    <a:pt x="12090" y="5095"/>
                    <a:pt x="11956" y="4002"/>
                  </a:cubicBezTo>
                  <a:cubicBezTo>
                    <a:pt x="11868" y="3277"/>
                    <a:pt x="11773" y="2525"/>
                    <a:pt x="11524" y="1906"/>
                  </a:cubicBezTo>
                  <a:cubicBezTo>
                    <a:pt x="11486" y="1815"/>
                    <a:pt x="11411" y="1776"/>
                    <a:pt x="11336" y="1776"/>
                  </a:cubicBezTo>
                  <a:cubicBezTo>
                    <a:pt x="11204" y="1776"/>
                    <a:pt x="11070" y="1897"/>
                    <a:pt x="11133" y="2061"/>
                  </a:cubicBezTo>
                  <a:cubicBezTo>
                    <a:pt x="11362" y="2634"/>
                    <a:pt x="11446" y="3323"/>
                    <a:pt x="11538" y="4055"/>
                  </a:cubicBezTo>
                  <a:cubicBezTo>
                    <a:pt x="11654" y="4990"/>
                    <a:pt x="11770" y="5950"/>
                    <a:pt x="12213" y="6699"/>
                  </a:cubicBezTo>
                  <a:cubicBezTo>
                    <a:pt x="12132" y="7385"/>
                    <a:pt x="11886" y="8039"/>
                    <a:pt x="11489" y="8605"/>
                  </a:cubicBezTo>
                  <a:cubicBezTo>
                    <a:pt x="11246" y="8956"/>
                    <a:pt x="10947" y="9266"/>
                    <a:pt x="10602" y="9519"/>
                  </a:cubicBezTo>
                  <a:cubicBezTo>
                    <a:pt x="10581" y="9146"/>
                    <a:pt x="10377" y="8798"/>
                    <a:pt x="10022" y="8538"/>
                  </a:cubicBezTo>
                  <a:cubicBezTo>
                    <a:pt x="9685" y="8288"/>
                    <a:pt x="9242" y="8148"/>
                    <a:pt x="8770" y="8134"/>
                  </a:cubicBezTo>
                  <a:cubicBezTo>
                    <a:pt x="8637" y="7613"/>
                    <a:pt x="8007" y="7230"/>
                    <a:pt x="7230" y="7230"/>
                  </a:cubicBezTo>
                  <a:cubicBezTo>
                    <a:pt x="6456" y="7230"/>
                    <a:pt x="5824" y="7613"/>
                    <a:pt x="5693" y="8134"/>
                  </a:cubicBezTo>
                  <a:cubicBezTo>
                    <a:pt x="5591" y="8137"/>
                    <a:pt x="5493" y="8148"/>
                    <a:pt x="5395" y="8162"/>
                  </a:cubicBezTo>
                  <a:cubicBezTo>
                    <a:pt x="5122" y="8192"/>
                    <a:pt x="5164" y="8584"/>
                    <a:pt x="5414" y="8584"/>
                  </a:cubicBezTo>
                  <a:cubicBezTo>
                    <a:pt x="5428" y="8584"/>
                    <a:pt x="5442" y="8583"/>
                    <a:pt x="5458" y="8580"/>
                  </a:cubicBezTo>
                  <a:cubicBezTo>
                    <a:pt x="5535" y="8566"/>
                    <a:pt x="5616" y="8559"/>
                    <a:pt x="5693" y="8559"/>
                  </a:cubicBezTo>
                  <a:cubicBezTo>
                    <a:pt x="5827" y="9030"/>
                    <a:pt x="6376" y="9280"/>
                    <a:pt x="6755" y="9452"/>
                  </a:cubicBezTo>
                  <a:lnTo>
                    <a:pt x="6769" y="9459"/>
                  </a:lnTo>
                  <a:cubicBezTo>
                    <a:pt x="6917" y="9526"/>
                    <a:pt x="7074" y="9560"/>
                    <a:pt x="7232" y="9560"/>
                  </a:cubicBezTo>
                  <a:cubicBezTo>
                    <a:pt x="7389" y="9560"/>
                    <a:pt x="7547" y="9526"/>
                    <a:pt x="7694" y="9459"/>
                  </a:cubicBezTo>
                  <a:lnTo>
                    <a:pt x="7708" y="9452"/>
                  </a:lnTo>
                  <a:cubicBezTo>
                    <a:pt x="8088" y="9280"/>
                    <a:pt x="8640" y="9030"/>
                    <a:pt x="8770" y="8559"/>
                  </a:cubicBezTo>
                  <a:cubicBezTo>
                    <a:pt x="9554" y="8584"/>
                    <a:pt x="10184" y="9037"/>
                    <a:pt x="10184" y="9586"/>
                  </a:cubicBezTo>
                  <a:cubicBezTo>
                    <a:pt x="10184" y="10156"/>
                    <a:pt x="9519" y="10620"/>
                    <a:pt x="8700" y="10620"/>
                  </a:cubicBezTo>
                  <a:cubicBezTo>
                    <a:pt x="8289" y="10620"/>
                    <a:pt x="7909" y="10504"/>
                    <a:pt x="7624" y="10293"/>
                  </a:cubicBezTo>
                  <a:cubicBezTo>
                    <a:pt x="7506" y="10207"/>
                    <a:pt x="7368" y="10164"/>
                    <a:pt x="7231" y="10164"/>
                  </a:cubicBezTo>
                  <a:cubicBezTo>
                    <a:pt x="7093" y="10164"/>
                    <a:pt x="6956" y="10207"/>
                    <a:pt x="6840" y="10293"/>
                  </a:cubicBezTo>
                  <a:cubicBezTo>
                    <a:pt x="6555" y="10504"/>
                    <a:pt x="6175" y="10620"/>
                    <a:pt x="5764" y="10620"/>
                  </a:cubicBezTo>
                  <a:cubicBezTo>
                    <a:pt x="4944" y="10620"/>
                    <a:pt x="4280" y="10156"/>
                    <a:pt x="4280" y="9586"/>
                  </a:cubicBezTo>
                  <a:cubicBezTo>
                    <a:pt x="4280" y="9340"/>
                    <a:pt x="4413" y="9097"/>
                    <a:pt x="4653" y="8907"/>
                  </a:cubicBezTo>
                  <a:cubicBezTo>
                    <a:pt x="4830" y="8767"/>
                    <a:pt x="4696" y="8527"/>
                    <a:pt x="4522" y="8527"/>
                  </a:cubicBezTo>
                  <a:cubicBezTo>
                    <a:pt x="4479" y="8527"/>
                    <a:pt x="4433" y="8542"/>
                    <a:pt x="4389" y="8577"/>
                  </a:cubicBezTo>
                  <a:cubicBezTo>
                    <a:pt x="4065" y="8833"/>
                    <a:pt x="3879" y="9164"/>
                    <a:pt x="3858" y="9519"/>
                  </a:cubicBezTo>
                  <a:cubicBezTo>
                    <a:pt x="3513" y="9266"/>
                    <a:pt x="3214" y="8956"/>
                    <a:pt x="2972" y="8605"/>
                  </a:cubicBezTo>
                  <a:cubicBezTo>
                    <a:pt x="2574" y="8039"/>
                    <a:pt x="2328" y="7385"/>
                    <a:pt x="2251" y="6699"/>
                  </a:cubicBezTo>
                  <a:cubicBezTo>
                    <a:pt x="2690" y="5950"/>
                    <a:pt x="2806" y="4990"/>
                    <a:pt x="2922" y="4055"/>
                  </a:cubicBezTo>
                  <a:cubicBezTo>
                    <a:pt x="3014" y="3309"/>
                    <a:pt x="3102" y="2609"/>
                    <a:pt x="3341" y="2033"/>
                  </a:cubicBezTo>
                  <a:cubicBezTo>
                    <a:pt x="3584" y="1438"/>
                    <a:pt x="3960" y="1073"/>
                    <a:pt x="4515" y="890"/>
                  </a:cubicBezTo>
                  <a:cubicBezTo>
                    <a:pt x="4698" y="954"/>
                    <a:pt x="4856" y="979"/>
                    <a:pt x="5004" y="979"/>
                  </a:cubicBezTo>
                  <a:cubicBezTo>
                    <a:pt x="5221" y="979"/>
                    <a:pt x="5417" y="926"/>
                    <a:pt x="5641" y="865"/>
                  </a:cubicBezTo>
                  <a:cubicBezTo>
                    <a:pt x="6161" y="723"/>
                    <a:pt x="6696" y="652"/>
                    <a:pt x="7230" y="652"/>
                  </a:cubicBezTo>
                  <a:cubicBezTo>
                    <a:pt x="7765" y="652"/>
                    <a:pt x="8299" y="723"/>
                    <a:pt x="8820" y="865"/>
                  </a:cubicBezTo>
                  <a:cubicBezTo>
                    <a:pt x="9041" y="928"/>
                    <a:pt x="9238" y="981"/>
                    <a:pt x="9456" y="981"/>
                  </a:cubicBezTo>
                  <a:cubicBezTo>
                    <a:pt x="9621" y="978"/>
                    <a:pt x="9790" y="950"/>
                    <a:pt x="9945" y="893"/>
                  </a:cubicBezTo>
                  <a:cubicBezTo>
                    <a:pt x="10230" y="981"/>
                    <a:pt x="10486" y="1139"/>
                    <a:pt x="10694" y="1354"/>
                  </a:cubicBezTo>
                  <a:cubicBezTo>
                    <a:pt x="10740" y="1403"/>
                    <a:pt x="10793" y="1423"/>
                    <a:pt x="10844" y="1423"/>
                  </a:cubicBezTo>
                  <a:cubicBezTo>
                    <a:pt x="11006" y="1423"/>
                    <a:pt x="11150" y="1217"/>
                    <a:pt x="11000" y="1062"/>
                  </a:cubicBezTo>
                  <a:cubicBezTo>
                    <a:pt x="10849" y="904"/>
                    <a:pt x="10676" y="770"/>
                    <a:pt x="10486" y="665"/>
                  </a:cubicBezTo>
                  <a:cubicBezTo>
                    <a:pt x="10789" y="549"/>
                    <a:pt x="11193" y="426"/>
                    <a:pt x="11527" y="426"/>
                  </a:cubicBezTo>
                  <a:close/>
                  <a:moveTo>
                    <a:pt x="5187" y="10975"/>
                  </a:moveTo>
                  <a:cubicBezTo>
                    <a:pt x="5377" y="11017"/>
                    <a:pt x="5570" y="11042"/>
                    <a:pt x="5764" y="11042"/>
                  </a:cubicBezTo>
                  <a:cubicBezTo>
                    <a:pt x="5806" y="11042"/>
                    <a:pt x="5848" y="11042"/>
                    <a:pt x="5890" y="11038"/>
                  </a:cubicBezTo>
                  <a:lnTo>
                    <a:pt x="5890" y="11506"/>
                  </a:lnTo>
                  <a:cubicBezTo>
                    <a:pt x="5890" y="11559"/>
                    <a:pt x="5894" y="11608"/>
                    <a:pt x="5901" y="11657"/>
                  </a:cubicBezTo>
                  <a:cubicBezTo>
                    <a:pt x="5609" y="11492"/>
                    <a:pt x="5366" y="11256"/>
                    <a:pt x="5187" y="10975"/>
                  </a:cubicBezTo>
                  <a:close/>
                  <a:moveTo>
                    <a:pt x="9277" y="10975"/>
                  </a:moveTo>
                  <a:cubicBezTo>
                    <a:pt x="9097" y="11260"/>
                    <a:pt x="8855" y="11495"/>
                    <a:pt x="8563" y="11661"/>
                  </a:cubicBezTo>
                  <a:cubicBezTo>
                    <a:pt x="8570" y="11611"/>
                    <a:pt x="8573" y="11559"/>
                    <a:pt x="8573" y="11509"/>
                  </a:cubicBezTo>
                  <a:lnTo>
                    <a:pt x="8573" y="11038"/>
                  </a:lnTo>
                  <a:cubicBezTo>
                    <a:pt x="8616" y="11038"/>
                    <a:pt x="8658" y="11042"/>
                    <a:pt x="8700" y="11042"/>
                  </a:cubicBezTo>
                  <a:cubicBezTo>
                    <a:pt x="8893" y="11042"/>
                    <a:pt x="9087" y="11021"/>
                    <a:pt x="9277" y="10975"/>
                  </a:cubicBezTo>
                  <a:close/>
                  <a:moveTo>
                    <a:pt x="7019" y="10680"/>
                  </a:moveTo>
                  <a:lnTo>
                    <a:pt x="7019" y="11281"/>
                  </a:lnTo>
                  <a:cubicBezTo>
                    <a:pt x="7019" y="11397"/>
                    <a:pt x="7114" y="11492"/>
                    <a:pt x="7230" y="11492"/>
                  </a:cubicBezTo>
                  <a:cubicBezTo>
                    <a:pt x="7350" y="11492"/>
                    <a:pt x="7445" y="11397"/>
                    <a:pt x="7441" y="11281"/>
                  </a:cubicBezTo>
                  <a:lnTo>
                    <a:pt x="7441" y="10683"/>
                  </a:lnTo>
                  <a:cubicBezTo>
                    <a:pt x="7659" y="10824"/>
                    <a:pt x="7898" y="10926"/>
                    <a:pt x="8148" y="10982"/>
                  </a:cubicBezTo>
                  <a:lnTo>
                    <a:pt x="8148" y="11509"/>
                  </a:lnTo>
                  <a:cubicBezTo>
                    <a:pt x="8148" y="12016"/>
                    <a:pt x="7736" y="12424"/>
                    <a:pt x="7230" y="12427"/>
                  </a:cubicBezTo>
                  <a:lnTo>
                    <a:pt x="7230" y="12424"/>
                  </a:lnTo>
                  <a:cubicBezTo>
                    <a:pt x="6724" y="12424"/>
                    <a:pt x="6312" y="12012"/>
                    <a:pt x="6312" y="11506"/>
                  </a:cubicBezTo>
                  <a:lnTo>
                    <a:pt x="6312" y="10978"/>
                  </a:lnTo>
                  <a:cubicBezTo>
                    <a:pt x="6565" y="10922"/>
                    <a:pt x="6805" y="10820"/>
                    <a:pt x="7019" y="10680"/>
                  </a:cubicBezTo>
                  <a:close/>
                  <a:moveTo>
                    <a:pt x="2937" y="0"/>
                  </a:moveTo>
                  <a:cubicBezTo>
                    <a:pt x="2022" y="0"/>
                    <a:pt x="1224" y="587"/>
                    <a:pt x="633" y="1695"/>
                  </a:cubicBezTo>
                  <a:cubicBezTo>
                    <a:pt x="359" y="2212"/>
                    <a:pt x="151" y="2761"/>
                    <a:pt x="18" y="3330"/>
                  </a:cubicBezTo>
                  <a:cubicBezTo>
                    <a:pt x="0" y="3390"/>
                    <a:pt x="11" y="3453"/>
                    <a:pt x="46" y="3503"/>
                  </a:cubicBezTo>
                  <a:cubicBezTo>
                    <a:pt x="78" y="3552"/>
                    <a:pt x="127" y="3580"/>
                    <a:pt x="183" y="3583"/>
                  </a:cubicBezTo>
                  <a:cubicBezTo>
                    <a:pt x="229" y="3604"/>
                    <a:pt x="542" y="3773"/>
                    <a:pt x="521" y="4782"/>
                  </a:cubicBezTo>
                  <a:cubicBezTo>
                    <a:pt x="500" y="5802"/>
                    <a:pt x="644" y="6509"/>
                    <a:pt x="767" y="6920"/>
                  </a:cubicBezTo>
                  <a:cubicBezTo>
                    <a:pt x="837" y="7149"/>
                    <a:pt x="1020" y="7321"/>
                    <a:pt x="1252" y="7374"/>
                  </a:cubicBezTo>
                  <a:cubicBezTo>
                    <a:pt x="1305" y="7388"/>
                    <a:pt x="1358" y="7392"/>
                    <a:pt x="1410" y="7392"/>
                  </a:cubicBezTo>
                  <a:cubicBezTo>
                    <a:pt x="1414" y="7392"/>
                    <a:pt x="1418" y="7392"/>
                    <a:pt x="1422" y="7392"/>
                  </a:cubicBezTo>
                  <a:cubicBezTo>
                    <a:pt x="1594" y="7392"/>
                    <a:pt x="1754" y="7318"/>
                    <a:pt x="1875" y="7195"/>
                  </a:cubicBezTo>
                  <a:lnTo>
                    <a:pt x="1896" y="7170"/>
                  </a:lnTo>
                  <a:cubicBezTo>
                    <a:pt x="2188" y="8549"/>
                    <a:pt x="3112" y="9656"/>
                    <a:pt x="3974" y="10096"/>
                  </a:cubicBezTo>
                  <a:cubicBezTo>
                    <a:pt x="4079" y="10310"/>
                    <a:pt x="4241" y="10497"/>
                    <a:pt x="4438" y="10637"/>
                  </a:cubicBezTo>
                  <a:cubicBezTo>
                    <a:pt x="4491" y="10676"/>
                    <a:pt x="4551" y="10715"/>
                    <a:pt x="4607" y="10746"/>
                  </a:cubicBezTo>
                  <a:cubicBezTo>
                    <a:pt x="4860" y="11429"/>
                    <a:pt x="5402" y="11963"/>
                    <a:pt x="6087" y="12206"/>
                  </a:cubicBezTo>
                  <a:cubicBezTo>
                    <a:pt x="6347" y="12633"/>
                    <a:pt x="6788" y="12847"/>
                    <a:pt x="7229" y="12847"/>
                  </a:cubicBezTo>
                  <a:cubicBezTo>
                    <a:pt x="7670" y="12847"/>
                    <a:pt x="8111" y="12633"/>
                    <a:pt x="8373" y="12206"/>
                  </a:cubicBezTo>
                  <a:cubicBezTo>
                    <a:pt x="9059" y="11967"/>
                    <a:pt x="9600" y="11429"/>
                    <a:pt x="9850" y="10746"/>
                  </a:cubicBezTo>
                  <a:cubicBezTo>
                    <a:pt x="9910" y="10715"/>
                    <a:pt x="9966" y="10676"/>
                    <a:pt x="10019" y="10637"/>
                  </a:cubicBezTo>
                  <a:cubicBezTo>
                    <a:pt x="10216" y="10497"/>
                    <a:pt x="10377" y="10310"/>
                    <a:pt x="10486" y="10096"/>
                  </a:cubicBezTo>
                  <a:cubicBezTo>
                    <a:pt x="11348" y="9656"/>
                    <a:pt x="12273" y="8549"/>
                    <a:pt x="12561" y="7170"/>
                  </a:cubicBezTo>
                  <a:lnTo>
                    <a:pt x="12582" y="7195"/>
                  </a:lnTo>
                  <a:cubicBezTo>
                    <a:pt x="12702" y="7318"/>
                    <a:pt x="12866" y="7392"/>
                    <a:pt x="13035" y="7392"/>
                  </a:cubicBezTo>
                  <a:cubicBezTo>
                    <a:pt x="13038" y="7392"/>
                    <a:pt x="13042" y="7392"/>
                    <a:pt x="13046" y="7392"/>
                  </a:cubicBezTo>
                  <a:cubicBezTo>
                    <a:pt x="13103" y="7392"/>
                    <a:pt x="13155" y="7388"/>
                    <a:pt x="13205" y="7374"/>
                  </a:cubicBezTo>
                  <a:cubicBezTo>
                    <a:pt x="13437" y="7321"/>
                    <a:pt x="13619" y="7149"/>
                    <a:pt x="13690" y="6920"/>
                  </a:cubicBezTo>
                  <a:cubicBezTo>
                    <a:pt x="13813" y="6509"/>
                    <a:pt x="13957" y="5802"/>
                    <a:pt x="13936" y="4782"/>
                  </a:cubicBezTo>
                  <a:cubicBezTo>
                    <a:pt x="13915" y="3773"/>
                    <a:pt x="14228" y="3604"/>
                    <a:pt x="14274" y="3583"/>
                  </a:cubicBezTo>
                  <a:cubicBezTo>
                    <a:pt x="14330" y="3580"/>
                    <a:pt x="14379" y="3552"/>
                    <a:pt x="14414" y="3503"/>
                  </a:cubicBezTo>
                  <a:cubicBezTo>
                    <a:pt x="14449" y="3453"/>
                    <a:pt x="14460" y="3390"/>
                    <a:pt x="14442" y="3330"/>
                  </a:cubicBezTo>
                  <a:cubicBezTo>
                    <a:pt x="14305" y="2761"/>
                    <a:pt x="14101" y="2212"/>
                    <a:pt x="13827" y="1695"/>
                  </a:cubicBezTo>
                  <a:cubicBezTo>
                    <a:pt x="13233" y="587"/>
                    <a:pt x="12434" y="0"/>
                    <a:pt x="11524" y="0"/>
                  </a:cubicBezTo>
                  <a:cubicBezTo>
                    <a:pt x="10834" y="0"/>
                    <a:pt x="9962" y="419"/>
                    <a:pt x="9857" y="471"/>
                  </a:cubicBezTo>
                  <a:cubicBezTo>
                    <a:pt x="9702" y="531"/>
                    <a:pt x="9576" y="554"/>
                    <a:pt x="9453" y="554"/>
                  </a:cubicBezTo>
                  <a:cubicBezTo>
                    <a:pt x="9292" y="554"/>
                    <a:pt x="9136" y="513"/>
                    <a:pt x="8929" y="457"/>
                  </a:cubicBezTo>
                  <a:cubicBezTo>
                    <a:pt x="8373" y="304"/>
                    <a:pt x="7802" y="228"/>
                    <a:pt x="7230" y="228"/>
                  </a:cubicBezTo>
                  <a:cubicBezTo>
                    <a:pt x="6659" y="228"/>
                    <a:pt x="6087" y="304"/>
                    <a:pt x="5532" y="457"/>
                  </a:cubicBezTo>
                  <a:cubicBezTo>
                    <a:pt x="5322" y="513"/>
                    <a:pt x="5165" y="554"/>
                    <a:pt x="5004" y="554"/>
                  </a:cubicBezTo>
                  <a:cubicBezTo>
                    <a:pt x="4882" y="554"/>
                    <a:pt x="4757" y="531"/>
                    <a:pt x="4603" y="471"/>
                  </a:cubicBezTo>
                  <a:cubicBezTo>
                    <a:pt x="4494" y="419"/>
                    <a:pt x="3626" y="0"/>
                    <a:pt x="29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77" name="Google Shape;21577;p90"/>
          <p:cNvGrpSpPr/>
          <p:nvPr/>
        </p:nvGrpSpPr>
        <p:grpSpPr>
          <a:xfrm>
            <a:off x="874854" y="1965322"/>
            <a:ext cx="322361" cy="368653"/>
            <a:chOff x="874854" y="1965322"/>
            <a:chExt cx="322361" cy="368653"/>
          </a:xfrm>
        </p:grpSpPr>
        <p:sp>
          <p:nvSpPr>
            <p:cNvPr id="21578" name="Google Shape;21578;p90"/>
            <p:cNvSpPr/>
            <p:nvPr/>
          </p:nvSpPr>
          <p:spPr>
            <a:xfrm>
              <a:off x="1066755" y="1970774"/>
              <a:ext cx="125217" cy="187157"/>
            </a:xfrm>
            <a:custGeom>
              <a:rect b="b" l="l" r="r" t="t"/>
              <a:pathLst>
                <a:path extrusionOk="0" h="7140" w="4777">
                  <a:moveTo>
                    <a:pt x="4776" y="1"/>
                  </a:moveTo>
                  <a:cubicBezTo>
                    <a:pt x="4776" y="1"/>
                    <a:pt x="1780" y="1777"/>
                    <a:pt x="1" y="5543"/>
                  </a:cubicBezTo>
                  <a:lnTo>
                    <a:pt x="1966" y="7139"/>
                  </a:lnTo>
                  <a:cubicBezTo>
                    <a:pt x="4671" y="4896"/>
                    <a:pt x="4776" y="1"/>
                    <a:pt x="4776"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9" name="Google Shape;21579;p90"/>
            <p:cNvSpPr/>
            <p:nvPr/>
          </p:nvSpPr>
          <p:spPr>
            <a:xfrm>
              <a:off x="1093781" y="1970774"/>
              <a:ext cx="98192" cy="187157"/>
            </a:xfrm>
            <a:custGeom>
              <a:rect b="b" l="l" r="r" t="t"/>
              <a:pathLst>
                <a:path extrusionOk="0" h="7140" w="3746">
                  <a:moveTo>
                    <a:pt x="3745" y="1"/>
                  </a:moveTo>
                  <a:lnTo>
                    <a:pt x="3745" y="1"/>
                  </a:lnTo>
                  <a:cubicBezTo>
                    <a:pt x="1727" y="2188"/>
                    <a:pt x="475" y="4766"/>
                    <a:pt x="0" y="5856"/>
                  </a:cubicBezTo>
                  <a:lnTo>
                    <a:pt x="67" y="6436"/>
                  </a:lnTo>
                  <a:lnTo>
                    <a:pt x="935" y="7139"/>
                  </a:lnTo>
                  <a:cubicBezTo>
                    <a:pt x="3640" y="4896"/>
                    <a:pt x="3745" y="1"/>
                    <a:pt x="3745" y="1"/>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0" name="Google Shape;21580;p90"/>
            <p:cNvSpPr/>
            <p:nvPr/>
          </p:nvSpPr>
          <p:spPr>
            <a:xfrm>
              <a:off x="880280" y="1970774"/>
              <a:ext cx="125217" cy="187157"/>
            </a:xfrm>
            <a:custGeom>
              <a:rect b="b" l="l" r="r" t="t"/>
              <a:pathLst>
                <a:path extrusionOk="0" h="7140" w="4777">
                  <a:moveTo>
                    <a:pt x="1" y="1"/>
                  </a:moveTo>
                  <a:lnTo>
                    <a:pt x="1" y="1"/>
                  </a:lnTo>
                  <a:cubicBezTo>
                    <a:pt x="1" y="1"/>
                    <a:pt x="106" y="4896"/>
                    <a:pt x="2807" y="7139"/>
                  </a:cubicBezTo>
                  <a:lnTo>
                    <a:pt x="4776" y="5543"/>
                  </a:lnTo>
                  <a:cubicBezTo>
                    <a:pt x="2997" y="1777"/>
                    <a:pt x="1" y="1"/>
                    <a:pt x="1"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1" name="Google Shape;21581;p90"/>
            <p:cNvSpPr/>
            <p:nvPr/>
          </p:nvSpPr>
          <p:spPr>
            <a:xfrm>
              <a:off x="880280" y="1970774"/>
              <a:ext cx="98192" cy="187157"/>
            </a:xfrm>
            <a:custGeom>
              <a:rect b="b" l="l" r="r" t="t"/>
              <a:pathLst>
                <a:path extrusionOk="0" h="7140" w="3746">
                  <a:moveTo>
                    <a:pt x="1" y="1"/>
                  </a:moveTo>
                  <a:cubicBezTo>
                    <a:pt x="1" y="1"/>
                    <a:pt x="106" y="4896"/>
                    <a:pt x="2807" y="7139"/>
                  </a:cubicBezTo>
                  <a:lnTo>
                    <a:pt x="3679" y="6436"/>
                  </a:lnTo>
                  <a:lnTo>
                    <a:pt x="3746" y="5856"/>
                  </a:lnTo>
                  <a:cubicBezTo>
                    <a:pt x="3268" y="4766"/>
                    <a:pt x="2023" y="2188"/>
                    <a:pt x="1" y="1"/>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2" name="Google Shape;21582;p90"/>
            <p:cNvSpPr/>
            <p:nvPr/>
          </p:nvSpPr>
          <p:spPr>
            <a:xfrm>
              <a:off x="926283" y="2109229"/>
              <a:ext cx="219320" cy="219320"/>
            </a:xfrm>
            <a:custGeom>
              <a:rect b="b" l="l" r="r" t="t"/>
              <a:pathLst>
                <a:path extrusionOk="0" h="8367" w="8367">
                  <a:moveTo>
                    <a:pt x="4185" y="1"/>
                  </a:moveTo>
                  <a:cubicBezTo>
                    <a:pt x="2241" y="1"/>
                    <a:pt x="665" y="1312"/>
                    <a:pt x="665" y="2930"/>
                  </a:cubicBezTo>
                  <a:lnTo>
                    <a:pt x="665" y="3014"/>
                  </a:lnTo>
                  <a:cubicBezTo>
                    <a:pt x="683" y="3485"/>
                    <a:pt x="539" y="3939"/>
                    <a:pt x="303" y="4350"/>
                  </a:cubicBezTo>
                  <a:cubicBezTo>
                    <a:pt x="106" y="4681"/>
                    <a:pt x="4" y="5057"/>
                    <a:pt x="1" y="5441"/>
                  </a:cubicBezTo>
                  <a:cubicBezTo>
                    <a:pt x="1" y="7055"/>
                    <a:pt x="1875" y="8366"/>
                    <a:pt x="4185" y="8366"/>
                  </a:cubicBezTo>
                  <a:cubicBezTo>
                    <a:pt x="6496" y="8366"/>
                    <a:pt x="8366" y="7055"/>
                    <a:pt x="8366" y="5441"/>
                  </a:cubicBezTo>
                  <a:cubicBezTo>
                    <a:pt x="8366" y="5057"/>
                    <a:pt x="8264" y="4681"/>
                    <a:pt x="8071" y="4350"/>
                  </a:cubicBezTo>
                  <a:cubicBezTo>
                    <a:pt x="7832" y="3939"/>
                    <a:pt x="7691" y="3485"/>
                    <a:pt x="7709" y="3014"/>
                  </a:cubicBezTo>
                  <a:lnTo>
                    <a:pt x="7709" y="2930"/>
                  </a:lnTo>
                  <a:cubicBezTo>
                    <a:pt x="7709" y="1312"/>
                    <a:pt x="6133" y="1"/>
                    <a:pt x="4185"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3" name="Google Shape;21583;p90"/>
            <p:cNvSpPr/>
            <p:nvPr/>
          </p:nvSpPr>
          <p:spPr>
            <a:xfrm>
              <a:off x="926466" y="2109517"/>
              <a:ext cx="102805" cy="215336"/>
            </a:xfrm>
            <a:custGeom>
              <a:rect b="b" l="l" r="r" t="t"/>
              <a:pathLst>
                <a:path extrusionOk="0" h="8215" w="3922">
                  <a:moveTo>
                    <a:pt x="3922" y="0"/>
                  </a:moveTo>
                  <a:lnTo>
                    <a:pt x="3922" y="0"/>
                  </a:lnTo>
                  <a:cubicBezTo>
                    <a:pt x="2100" y="113"/>
                    <a:pt x="662" y="1375"/>
                    <a:pt x="662" y="2919"/>
                  </a:cubicBezTo>
                  <a:lnTo>
                    <a:pt x="662" y="3003"/>
                  </a:lnTo>
                  <a:cubicBezTo>
                    <a:pt x="679" y="3474"/>
                    <a:pt x="539" y="3928"/>
                    <a:pt x="300" y="4339"/>
                  </a:cubicBezTo>
                  <a:cubicBezTo>
                    <a:pt x="106" y="4670"/>
                    <a:pt x="1" y="5046"/>
                    <a:pt x="1" y="5430"/>
                  </a:cubicBezTo>
                  <a:cubicBezTo>
                    <a:pt x="1" y="6731"/>
                    <a:pt x="1217" y="7835"/>
                    <a:pt x="2902" y="8215"/>
                  </a:cubicBezTo>
                  <a:cubicBezTo>
                    <a:pt x="2107" y="7596"/>
                    <a:pt x="1615" y="6731"/>
                    <a:pt x="1615" y="5774"/>
                  </a:cubicBezTo>
                  <a:cubicBezTo>
                    <a:pt x="1615" y="5335"/>
                    <a:pt x="1717" y="4906"/>
                    <a:pt x="1914" y="4515"/>
                  </a:cubicBezTo>
                  <a:cubicBezTo>
                    <a:pt x="2153" y="4037"/>
                    <a:pt x="2293" y="3510"/>
                    <a:pt x="2276" y="2965"/>
                  </a:cubicBezTo>
                  <a:lnTo>
                    <a:pt x="2276" y="2866"/>
                  </a:lnTo>
                  <a:cubicBezTo>
                    <a:pt x="2276" y="1660"/>
                    <a:pt x="2937" y="602"/>
                    <a:pt x="3922"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4" name="Google Shape;21584;p90"/>
            <p:cNvSpPr/>
            <p:nvPr/>
          </p:nvSpPr>
          <p:spPr>
            <a:xfrm>
              <a:off x="966833" y="2201680"/>
              <a:ext cx="34600" cy="40315"/>
            </a:xfrm>
            <a:custGeom>
              <a:rect b="b" l="l" r="r" t="t"/>
              <a:pathLst>
                <a:path extrusionOk="0" h="1538" w="132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5" name="Google Shape;21585;p90"/>
            <p:cNvSpPr/>
            <p:nvPr/>
          </p:nvSpPr>
          <p:spPr>
            <a:xfrm>
              <a:off x="984160" y="2201601"/>
              <a:ext cx="17379" cy="28414"/>
            </a:xfrm>
            <a:custGeom>
              <a:rect b="b" l="l" r="r" t="t"/>
              <a:pathLst>
                <a:path extrusionOk="0" h="1084" w="663">
                  <a:moveTo>
                    <a:pt x="1" y="0"/>
                  </a:moveTo>
                  <a:lnTo>
                    <a:pt x="1" y="770"/>
                  </a:lnTo>
                  <a:cubicBezTo>
                    <a:pt x="8" y="946"/>
                    <a:pt x="156" y="1083"/>
                    <a:pt x="332" y="1083"/>
                  </a:cubicBezTo>
                  <a:cubicBezTo>
                    <a:pt x="504" y="1083"/>
                    <a:pt x="652" y="946"/>
                    <a:pt x="659" y="770"/>
                  </a:cubicBezTo>
                  <a:lnTo>
                    <a:pt x="659" y="661"/>
                  </a:lnTo>
                  <a:cubicBezTo>
                    <a:pt x="662" y="296"/>
                    <a:pt x="367"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6" name="Google Shape;21586;p90"/>
            <p:cNvSpPr/>
            <p:nvPr/>
          </p:nvSpPr>
          <p:spPr>
            <a:xfrm>
              <a:off x="978367" y="2207316"/>
              <a:ext cx="11533" cy="11638"/>
            </a:xfrm>
            <a:custGeom>
              <a:rect b="b" l="l" r="r" t="t"/>
              <a:pathLst>
                <a:path extrusionOk="0" h="444" w="440">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7" name="Google Shape;21587;p90"/>
            <p:cNvSpPr/>
            <p:nvPr/>
          </p:nvSpPr>
          <p:spPr>
            <a:xfrm>
              <a:off x="1070714" y="2201680"/>
              <a:ext cx="34600" cy="40315"/>
            </a:xfrm>
            <a:custGeom>
              <a:rect b="b" l="l" r="r" t="t"/>
              <a:pathLst>
                <a:path extrusionOk="0" h="1538" w="132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8" name="Google Shape;21588;p90"/>
            <p:cNvSpPr/>
            <p:nvPr/>
          </p:nvSpPr>
          <p:spPr>
            <a:xfrm>
              <a:off x="1088066" y="2201601"/>
              <a:ext cx="17353" cy="28414"/>
            </a:xfrm>
            <a:custGeom>
              <a:rect b="b" l="l" r="r" t="t"/>
              <a:pathLst>
                <a:path extrusionOk="0" h="1084" w="662">
                  <a:moveTo>
                    <a:pt x="0" y="0"/>
                  </a:moveTo>
                  <a:lnTo>
                    <a:pt x="0" y="770"/>
                  </a:lnTo>
                  <a:cubicBezTo>
                    <a:pt x="7" y="946"/>
                    <a:pt x="155" y="1083"/>
                    <a:pt x="331" y="1083"/>
                  </a:cubicBezTo>
                  <a:cubicBezTo>
                    <a:pt x="503" y="1083"/>
                    <a:pt x="651" y="946"/>
                    <a:pt x="658" y="770"/>
                  </a:cubicBezTo>
                  <a:lnTo>
                    <a:pt x="658" y="661"/>
                  </a:lnTo>
                  <a:cubicBezTo>
                    <a:pt x="661" y="296"/>
                    <a:pt x="366"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9" name="Google Shape;21589;p90"/>
            <p:cNvSpPr/>
            <p:nvPr/>
          </p:nvSpPr>
          <p:spPr>
            <a:xfrm>
              <a:off x="1082247" y="2207316"/>
              <a:ext cx="11560" cy="11638"/>
            </a:xfrm>
            <a:custGeom>
              <a:rect b="b" l="l" r="r" t="t"/>
              <a:pathLst>
                <a:path extrusionOk="0" h="444" w="441">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0" name="Google Shape;21590;p90"/>
            <p:cNvSpPr/>
            <p:nvPr/>
          </p:nvSpPr>
          <p:spPr>
            <a:xfrm>
              <a:off x="952731" y="2201601"/>
              <a:ext cx="166790" cy="126947"/>
            </a:xfrm>
            <a:custGeom>
              <a:rect b="b" l="l" r="r" t="t"/>
              <a:pathLst>
                <a:path extrusionOk="0" h="4843" w="6363">
                  <a:moveTo>
                    <a:pt x="3183" y="0"/>
                  </a:moveTo>
                  <a:cubicBezTo>
                    <a:pt x="2962" y="0"/>
                    <a:pt x="2744" y="218"/>
                    <a:pt x="2744" y="658"/>
                  </a:cubicBezTo>
                  <a:cubicBezTo>
                    <a:pt x="2744" y="1097"/>
                    <a:pt x="2522" y="1758"/>
                    <a:pt x="1200" y="2201"/>
                  </a:cubicBezTo>
                  <a:cubicBezTo>
                    <a:pt x="279" y="2507"/>
                    <a:pt x="1" y="3137"/>
                    <a:pt x="68" y="3865"/>
                  </a:cubicBezTo>
                  <a:cubicBezTo>
                    <a:pt x="834" y="4462"/>
                    <a:pt x="1942" y="4842"/>
                    <a:pt x="3183" y="4842"/>
                  </a:cubicBezTo>
                  <a:cubicBezTo>
                    <a:pt x="4421" y="4842"/>
                    <a:pt x="5532" y="4462"/>
                    <a:pt x="6299" y="3865"/>
                  </a:cubicBezTo>
                  <a:cubicBezTo>
                    <a:pt x="6362" y="3137"/>
                    <a:pt x="6084" y="2507"/>
                    <a:pt x="5163" y="2201"/>
                  </a:cubicBezTo>
                  <a:cubicBezTo>
                    <a:pt x="3841" y="1762"/>
                    <a:pt x="3623" y="1101"/>
                    <a:pt x="3623" y="658"/>
                  </a:cubicBezTo>
                  <a:cubicBezTo>
                    <a:pt x="3623" y="218"/>
                    <a:pt x="3401" y="0"/>
                    <a:pt x="3183"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1" name="Google Shape;21591;p90"/>
            <p:cNvSpPr/>
            <p:nvPr/>
          </p:nvSpPr>
          <p:spPr>
            <a:xfrm>
              <a:off x="1009796" y="2259295"/>
              <a:ext cx="52661" cy="40472"/>
            </a:xfrm>
            <a:custGeom>
              <a:rect b="b" l="l" r="r" t="t"/>
              <a:pathLst>
                <a:path extrusionOk="0" h="1544" w="2009">
                  <a:moveTo>
                    <a:pt x="1003" y="0"/>
                  </a:moveTo>
                  <a:cubicBezTo>
                    <a:pt x="451" y="0"/>
                    <a:pt x="1" y="327"/>
                    <a:pt x="1" y="728"/>
                  </a:cubicBezTo>
                  <a:cubicBezTo>
                    <a:pt x="1" y="1119"/>
                    <a:pt x="423" y="1326"/>
                    <a:pt x="725" y="1477"/>
                  </a:cubicBezTo>
                  <a:cubicBezTo>
                    <a:pt x="813" y="1521"/>
                    <a:pt x="909" y="1543"/>
                    <a:pt x="1004" y="1543"/>
                  </a:cubicBezTo>
                  <a:cubicBezTo>
                    <a:pt x="1099" y="1543"/>
                    <a:pt x="1194" y="1521"/>
                    <a:pt x="1281" y="1477"/>
                  </a:cubicBezTo>
                  <a:cubicBezTo>
                    <a:pt x="1586" y="1323"/>
                    <a:pt x="2008" y="1119"/>
                    <a:pt x="2008" y="728"/>
                  </a:cubicBezTo>
                  <a:cubicBezTo>
                    <a:pt x="2008" y="327"/>
                    <a:pt x="1558" y="0"/>
                    <a:pt x="1003" y="0"/>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2" name="Google Shape;21592;p90"/>
            <p:cNvSpPr/>
            <p:nvPr/>
          </p:nvSpPr>
          <p:spPr>
            <a:xfrm>
              <a:off x="1009796" y="2260501"/>
              <a:ext cx="35597" cy="39266"/>
            </a:xfrm>
            <a:custGeom>
              <a:rect b="b" l="l" r="r" t="t"/>
              <a:pathLst>
                <a:path extrusionOk="0" h="1498" w="1358">
                  <a:moveTo>
                    <a:pt x="651" y="0"/>
                  </a:moveTo>
                  <a:lnTo>
                    <a:pt x="651" y="0"/>
                  </a:lnTo>
                  <a:cubicBezTo>
                    <a:pt x="271" y="106"/>
                    <a:pt x="1" y="369"/>
                    <a:pt x="1" y="682"/>
                  </a:cubicBezTo>
                  <a:cubicBezTo>
                    <a:pt x="1" y="1073"/>
                    <a:pt x="423" y="1277"/>
                    <a:pt x="725" y="1431"/>
                  </a:cubicBezTo>
                  <a:cubicBezTo>
                    <a:pt x="813" y="1475"/>
                    <a:pt x="908" y="1497"/>
                    <a:pt x="1003" y="1497"/>
                  </a:cubicBezTo>
                  <a:cubicBezTo>
                    <a:pt x="1098" y="1497"/>
                    <a:pt x="1193" y="1475"/>
                    <a:pt x="1281" y="1431"/>
                  </a:cubicBezTo>
                  <a:lnTo>
                    <a:pt x="1358" y="1393"/>
                  </a:lnTo>
                  <a:cubicBezTo>
                    <a:pt x="1312" y="1379"/>
                    <a:pt x="1266" y="1361"/>
                    <a:pt x="1228" y="1336"/>
                  </a:cubicBezTo>
                  <a:cubicBezTo>
                    <a:pt x="925" y="1157"/>
                    <a:pt x="503" y="914"/>
                    <a:pt x="503" y="454"/>
                  </a:cubicBezTo>
                  <a:cubicBezTo>
                    <a:pt x="503" y="292"/>
                    <a:pt x="556" y="134"/>
                    <a:pt x="651"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3" name="Google Shape;21593;p90"/>
            <p:cNvSpPr/>
            <p:nvPr/>
          </p:nvSpPr>
          <p:spPr>
            <a:xfrm>
              <a:off x="953098" y="2266766"/>
              <a:ext cx="49358" cy="58087"/>
            </a:xfrm>
            <a:custGeom>
              <a:rect b="b" l="l" r="r" t="t"/>
              <a:pathLst>
                <a:path extrusionOk="0" h="2216" w="1883">
                  <a:moveTo>
                    <a:pt x="613" y="0"/>
                  </a:moveTo>
                  <a:cubicBezTo>
                    <a:pt x="149" y="341"/>
                    <a:pt x="1" y="834"/>
                    <a:pt x="50" y="1379"/>
                  </a:cubicBezTo>
                  <a:cubicBezTo>
                    <a:pt x="539" y="1762"/>
                    <a:pt x="1168" y="2054"/>
                    <a:pt x="1882" y="2216"/>
                  </a:cubicBezTo>
                  <a:cubicBezTo>
                    <a:pt x="1154" y="1646"/>
                    <a:pt x="683" y="869"/>
                    <a:pt x="613" y="0"/>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4" name="Google Shape;21594;p90"/>
            <p:cNvSpPr/>
            <p:nvPr/>
          </p:nvSpPr>
          <p:spPr>
            <a:xfrm>
              <a:off x="874854" y="1965322"/>
              <a:ext cx="322361" cy="368653"/>
            </a:xfrm>
            <a:custGeom>
              <a:rect b="b" l="l" r="r" t="t"/>
              <a:pathLst>
                <a:path extrusionOk="0" h="14064" w="12298">
                  <a:moveTo>
                    <a:pt x="1491" y="1433"/>
                  </a:moveTo>
                  <a:lnTo>
                    <a:pt x="1491" y="1433"/>
                  </a:lnTo>
                  <a:cubicBezTo>
                    <a:pt x="2803" y="2586"/>
                    <a:pt x="3872" y="3986"/>
                    <a:pt x="4646" y="5554"/>
                  </a:cubicBezTo>
                  <a:cubicBezTo>
                    <a:pt x="4445" y="5628"/>
                    <a:pt x="4255" y="5716"/>
                    <a:pt x="4069" y="5821"/>
                  </a:cubicBezTo>
                  <a:cubicBezTo>
                    <a:pt x="3672" y="4928"/>
                    <a:pt x="2807" y="3177"/>
                    <a:pt x="1491" y="1433"/>
                  </a:cubicBezTo>
                  <a:close/>
                  <a:moveTo>
                    <a:pt x="440" y="779"/>
                  </a:moveTo>
                  <a:lnTo>
                    <a:pt x="440" y="779"/>
                  </a:lnTo>
                  <a:cubicBezTo>
                    <a:pt x="2174" y="2794"/>
                    <a:pt x="3274" y="5041"/>
                    <a:pt x="3721" y="6046"/>
                  </a:cubicBezTo>
                  <a:cubicBezTo>
                    <a:pt x="3380" y="6289"/>
                    <a:pt x="3088" y="6598"/>
                    <a:pt x="2859" y="6950"/>
                  </a:cubicBezTo>
                  <a:cubicBezTo>
                    <a:pt x="1636" y="5821"/>
                    <a:pt x="1034" y="4116"/>
                    <a:pt x="749" y="2857"/>
                  </a:cubicBezTo>
                  <a:cubicBezTo>
                    <a:pt x="595" y="2175"/>
                    <a:pt x="489" y="1478"/>
                    <a:pt x="440" y="779"/>
                  </a:cubicBezTo>
                  <a:close/>
                  <a:moveTo>
                    <a:pt x="11865" y="779"/>
                  </a:moveTo>
                  <a:cubicBezTo>
                    <a:pt x="11816" y="1468"/>
                    <a:pt x="11714" y="2154"/>
                    <a:pt x="11563" y="2829"/>
                  </a:cubicBezTo>
                  <a:cubicBezTo>
                    <a:pt x="11278" y="4095"/>
                    <a:pt x="10676" y="5814"/>
                    <a:pt x="9442" y="6950"/>
                  </a:cubicBezTo>
                  <a:cubicBezTo>
                    <a:pt x="9217" y="6598"/>
                    <a:pt x="8925" y="6289"/>
                    <a:pt x="8584" y="6046"/>
                  </a:cubicBezTo>
                  <a:cubicBezTo>
                    <a:pt x="8651" y="5892"/>
                    <a:pt x="8721" y="5737"/>
                    <a:pt x="8795" y="5579"/>
                  </a:cubicBezTo>
                  <a:cubicBezTo>
                    <a:pt x="8885" y="5412"/>
                    <a:pt x="8745" y="5273"/>
                    <a:pt x="8606" y="5273"/>
                  </a:cubicBezTo>
                  <a:cubicBezTo>
                    <a:pt x="8533" y="5273"/>
                    <a:pt x="8461" y="5311"/>
                    <a:pt x="8422" y="5403"/>
                  </a:cubicBezTo>
                  <a:cubicBezTo>
                    <a:pt x="8359" y="5543"/>
                    <a:pt x="8292" y="5684"/>
                    <a:pt x="8232" y="5821"/>
                  </a:cubicBezTo>
                  <a:cubicBezTo>
                    <a:pt x="8050" y="5716"/>
                    <a:pt x="7856" y="5628"/>
                    <a:pt x="7659" y="5554"/>
                  </a:cubicBezTo>
                  <a:cubicBezTo>
                    <a:pt x="8380" y="4095"/>
                    <a:pt x="9361" y="2776"/>
                    <a:pt x="10550" y="1668"/>
                  </a:cubicBezTo>
                  <a:cubicBezTo>
                    <a:pt x="10641" y="1580"/>
                    <a:pt x="10733" y="1500"/>
                    <a:pt x="10821" y="1422"/>
                  </a:cubicBezTo>
                  <a:lnTo>
                    <a:pt x="10821" y="1422"/>
                  </a:lnTo>
                  <a:cubicBezTo>
                    <a:pt x="10072" y="2421"/>
                    <a:pt x="9407" y="3479"/>
                    <a:pt x="8834" y="4587"/>
                  </a:cubicBezTo>
                  <a:cubicBezTo>
                    <a:pt x="8774" y="4689"/>
                    <a:pt x="8813" y="4819"/>
                    <a:pt x="8915" y="4872"/>
                  </a:cubicBezTo>
                  <a:cubicBezTo>
                    <a:pt x="8946" y="4888"/>
                    <a:pt x="8979" y="4896"/>
                    <a:pt x="9011" y="4896"/>
                  </a:cubicBezTo>
                  <a:cubicBezTo>
                    <a:pt x="9090" y="4896"/>
                    <a:pt x="9165" y="4851"/>
                    <a:pt x="9199" y="4777"/>
                  </a:cubicBezTo>
                  <a:cubicBezTo>
                    <a:pt x="9755" y="3711"/>
                    <a:pt x="10652" y="2192"/>
                    <a:pt x="11865" y="779"/>
                  </a:cubicBezTo>
                  <a:close/>
                  <a:moveTo>
                    <a:pt x="6151" y="11423"/>
                  </a:moveTo>
                  <a:cubicBezTo>
                    <a:pt x="6583" y="11423"/>
                    <a:pt x="6949" y="11662"/>
                    <a:pt x="6949" y="11947"/>
                  </a:cubicBezTo>
                  <a:cubicBezTo>
                    <a:pt x="6949" y="12182"/>
                    <a:pt x="6678" y="12337"/>
                    <a:pt x="6348" y="12499"/>
                  </a:cubicBezTo>
                  <a:lnTo>
                    <a:pt x="6337" y="12506"/>
                  </a:lnTo>
                  <a:cubicBezTo>
                    <a:pt x="6279" y="12536"/>
                    <a:pt x="6216" y="12551"/>
                    <a:pt x="6152" y="12551"/>
                  </a:cubicBezTo>
                  <a:cubicBezTo>
                    <a:pt x="6089" y="12551"/>
                    <a:pt x="6026" y="12536"/>
                    <a:pt x="5968" y="12506"/>
                  </a:cubicBezTo>
                  <a:lnTo>
                    <a:pt x="5954" y="12499"/>
                  </a:lnTo>
                  <a:cubicBezTo>
                    <a:pt x="5627" y="12337"/>
                    <a:pt x="5356" y="12182"/>
                    <a:pt x="5356" y="11947"/>
                  </a:cubicBezTo>
                  <a:cubicBezTo>
                    <a:pt x="5356" y="11662"/>
                    <a:pt x="5718" y="11423"/>
                    <a:pt x="6151" y="11423"/>
                  </a:cubicBezTo>
                  <a:close/>
                  <a:moveTo>
                    <a:pt x="6154" y="5695"/>
                  </a:moveTo>
                  <a:cubicBezTo>
                    <a:pt x="7983" y="5695"/>
                    <a:pt x="9470" y="6918"/>
                    <a:pt x="9470" y="8416"/>
                  </a:cubicBezTo>
                  <a:lnTo>
                    <a:pt x="9470" y="8494"/>
                  </a:lnTo>
                  <a:cubicBezTo>
                    <a:pt x="9453" y="8979"/>
                    <a:pt x="9583" y="9464"/>
                    <a:pt x="9861" y="9946"/>
                  </a:cubicBezTo>
                  <a:cubicBezTo>
                    <a:pt x="10033" y="10245"/>
                    <a:pt x="10128" y="10582"/>
                    <a:pt x="10128" y="10927"/>
                  </a:cubicBezTo>
                  <a:cubicBezTo>
                    <a:pt x="10128" y="12140"/>
                    <a:pt x="8967" y="13171"/>
                    <a:pt x="7367" y="13522"/>
                  </a:cubicBezTo>
                  <a:cubicBezTo>
                    <a:pt x="7571" y="13427"/>
                    <a:pt x="7744" y="13280"/>
                    <a:pt x="7867" y="13090"/>
                  </a:cubicBezTo>
                  <a:cubicBezTo>
                    <a:pt x="7982" y="12925"/>
                    <a:pt x="7838" y="12760"/>
                    <a:pt x="7691" y="12760"/>
                  </a:cubicBezTo>
                  <a:cubicBezTo>
                    <a:pt x="7627" y="12760"/>
                    <a:pt x="7563" y="12791"/>
                    <a:pt x="7519" y="12865"/>
                  </a:cubicBezTo>
                  <a:cubicBezTo>
                    <a:pt x="7385" y="13079"/>
                    <a:pt x="7149" y="13209"/>
                    <a:pt x="6900" y="13213"/>
                  </a:cubicBezTo>
                  <a:cubicBezTo>
                    <a:pt x="6696" y="13209"/>
                    <a:pt x="6506" y="13125"/>
                    <a:pt x="6369" y="12977"/>
                  </a:cubicBezTo>
                  <a:cubicBezTo>
                    <a:pt x="6355" y="12967"/>
                    <a:pt x="6341" y="12953"/>
                    <a:pt x="6327" y="12946"/>
                  </a:cubicBezTo>
                  <a:cubicBezTo>
                    <a:pt x="6393" y="12928"/>
                    <a:pt x="6460" y="12907"/>
                    <a:pt x="6520" y="12875"/>
                  </a:cubicBezTo>
                  <a:lnTo>
                    <a:pt x="6531" y="12872"/>
                  </a:lnTo>
                  <a:cubicBezTo>
                    <a:pt x="6861" y="12706"/>
                    <a:pt x="7360" y="12457"/>
                    <a:pt x="7360" y="11947"/>
                  </a:cubicBezTo>
                  <a:cubicBezTo>
                    <a:pt x="7360" y="11437"/>
                    <a:pt x="6819" y="11011"/>
                    <a:pt x="6151" y="11011"/>
                  </a:cubicBezTo>
                  <a:cubicBezTo>
                    <a:pt x="5486" y="11011"/>
                    <a:pt x="4941" y="11430"/>
                    <a:pt x="4941" y="11947"/>
                  </a:cubicBezTo>
                  <a:cubicBezTo>
                    <a:pt x="4941" y="12464"/>
                    <a:pt x="5440" y="12706"/>
                    <a:pt x="5771" y="12872"/>
                  </a:cubicBezTo>
                  <a:lnTo>
                    <a:pt x="5782" y="12875"/>
                  </a:lnTo>
                  <a:cubicBezTo>
                    <a:pt x="5845" y="12907"/>
                    <a:pt x="5908" y="12928"/>
                    <a:pt x="5975" y="12946"/>
                  </a:cubicBezTo>
                  <a:cubicBezTo>
                    <a:pt x="5961" y="12953"/>
                    <a:pt x="5947" y="12967"/>
                    <a:pt x="5936" y="12977"/>
                  </a:cubicBezTo>
                  <a:cubicBezTo>
                    <a:pt x="5799" y="13125"/>
                    <a:pt x="5606" y="13209"/>
                    <a:pt x="5405" y="13213"/>
                  </a:cubicBezTo>
                  <a:cubicBezTo>
                    <a:pt x="5152" y="13209"/>
                    <a:pt x="4920" y="13079"/>
                    <a:pt x="4783" y="12865"/>
                  </a:cubicBezTo>
                  <a:cubicBezTo>
                    <a:pt x="4738" y="12802"/>
                    <a:pt x="4679" y="12775"/>
                    <a:pt x="4620" y="12775"/>
                  </a:cubicBezTo>
                  <a:cubicBezTo>
                    <a:pt x="4479" y="12775"/>
                    <a:pt x="4344" y="12928"/>
                    <a:pt x="4438" y="13090"/>
                  </a:cubicBezTo>
                  <a:cubicBezTo>
                    <a:pt x="4558" y="13280"/>
                    <a:pt x="4734" y="13427"/>
                    <a:pt x="4938" y="13522"/>
                  </a:cubicBezTo>
                  <a:cubicBezTo>
                    <a:pt x="3338" y="13171"/>
                    <a:pt x="2174" y="12140"/>
                    <a:pt x="2174" y="10931"/>
                  </a:cubicBezTo>
                  <a:cubicBezTo>
                    <a:pt x="2177" y="10582"/>
                    <a:pt x="2272" y="10241"/>
                    <a:pt x="2448" y="9946"/>
                  </a:cubicBezTo>
                  <a:cubicBezTo>
                    <a:pt x="2722" y="9468"/>
                    <a:pt x="2856" y="8979"/>
                    <a:pt x="2838" y="8494"/>
                  </a:cubicBezTo>
                  <a:lnTo>
                    <a:pt x="2838" y="8416"/>
                  </a:lnTo>
                  <a:cubicBezTo>
                    <a:pt x="2838" y="6918"/>
                    <a:pt x="4326" y="5695"/>
                    <a:pt x="6154" y="5695"/>
                  </a:cubicBezTo>
                  <a:close/>
                  <a:moveTo>
                    <a:pt x="6151" y="13339"/>
                  </a:moveTo>
                  <a:cubicBezTo>
                    <a:pt x="6327" y="13494"/>
                    <a:pt x="6548" y="13593"/>
                    <a:pt x="6784" y="13617"/>
                  </a:cubicBezTo>
                  <a:cubicBezTo>
                    <a:pt x="6573" y="13640"/>
                    <a:pt x="6362" y="13651"/>
                    <a:pt x="6151" y="13651"/>
                  </a:cubicBezTo>
                  <a:cubicBezTo>
                    <a:pt x="5941" y="13651"/>
                    <a:pt x="5731" y="13640"/>
                    <a:pt x="5521" y="13617"/>
                  </a:cubicBezTo>
                  <a:cubicBezTo>
                    <a:pt x="5753" y="13593"/>
                    <a:pt x="5975" y="13494"/>
                    <a:pt x="6151" y="13339"/>
                  </a:cubicBezTo>
                  <a:close/>
                  <a:moveTo>
                    <a:pt x="12097" y="1"/>
                  </a:moveTo>
                  <a:cubicBezTo>
                    <a:pt x="12061" y="1"/>
                    <a:pt x="12025" y="10"/>
                    <a:pt x="11992" y="30"/>
                  </a:cubicBezTo>
                  <a:cubicBezTo>
                    <a:pt x="11963" y="47"/>
                    <a:pt x="11232" y="469"/>
                    <a:pt x="10276" y="1355"/>
                  </a:cubicBezTo>
                  <a:cubicBezTo>
                    <a:pt x="9031" y="2516"/>
                    <a:pt x="8007" y="3898"/>
                    <a:pt x="7262" y="5427"/>
                  </a:cubicBezTo>
                  <a:cubicBezTo>
                    <a:pt x="6898" y="5332"/>
                    <a:pt x="6525" y="5285"/>
                    <a:pt x="6152" y="5285"/>
                  </a:cubicBezTo>
                  <a:cubicBezTo>
                    <a:pt x="5780" y="5285"/>
                    <a:pt x="5407" y="5332"/>
                    <a:pt x="5043" y="5427"/>
                  </a:cubicBezTo>
                  <a:cubicBezTo>
                    <a:pt x="4298" y="3901"/>
                    <a:pt x="3278" y="2526"/>
                    <a:pt x="2040" y="1369"/>
                  </a:cubicBezTo>
                  <a:cubicBezTo>
                    <a:pt x="1077" y="473"/>
                    <a:pt x="342" y="51"/>
                    <a:pt x="310" y="30"/>
                  </a:cubicBezTo>
                  <a:cubicBezTo>
                    <a:pt x="277" y="11"/>
                    <a:pt x="243" y="3"/>
                    <a:pt x="209" y="3"/>
                  </a:cubicBezTo>
                  <a:cubicBezTo>
                    <a:pt x="102" y="3"/>
                    <a:pt x="3" y="89"/>
                    <a:pt x="0" y="209"/>
                  </a:cubicBezTo>
                  <a:cubicBezTo>
                    <a:pt x="25" y="1130"/>
                    <a:pt x="138" y="2045"/>
                    <a:pt x="345" y="2941"/>
                  </a:cubicBezTo>
                  <a:cubicBezTo>
                    <a:pt x="524" y="3761"/>
                    <a:pt x="799" y="4552"/>
                    <a:pt x="1164" y="5308"/>
                  </a:cubicBezTo>
                  <a:cubicBezTo>
                    <a:pt x="1569" y="6127"/>
                    <a:pt x="2072" y="6802"/>
                    <a:pt x="2659" y="7323"/>
                  </a:cubicBezTo>
                  <a:cubicBezTo>
                    <a:pt x="2501" y="7667"/>
                    <a:pt x="2423" y="8040"/>
                    <a:pt x="2423" y="8420"/>
                  </a:cubicBezTo>
                  <a:lnTo>
                    <a:pt x="2423" y="8511"/>
                  </a:lnTo>
                  <a:cubicBezTo>
                    <a:pt x="2437" y="8916"/>
                    <a:pt x="2325" y="9327"/>
                    <a:pt x="2086" y="9739"/>
                  </a:cubicBezTo>
                  <a:cubicBezTo>
                    <a:pt x="1875" y="10101"/>
                    <a:pt x="1762" y="10509"/>
                    <a:pt x="1759" y="10927"/>
                  </a:cubicBezTo>
                  <a:cubicBezTo>
                    <a:pt x="1759" y="11782"/>
                    <a:pt x="2226" y="12576"/>
                    <a:pt x="3074" y="13167"/>
                  </a:cubicBezTo>
                  <a:cubicBezTo>
                    <a:pt x="3897" y="13744"/>
                    <a:pt x="4990" y="14064"/>
                    <a:pt x="6147" y="14064"/>
                  </a:cubicBezTo>
                  <a:cubicBezTo>
                    <a:pt x="7308" y="14064"/>
                    <a:pt x="8401" y="13744"/>
                    <a:pt x="9228" y="13167"/>
                  </a:cubicBezTo>
                  <a:cubicBezTo>
                    <a:pt x="10072" y="12576"/>
                    <a:pt x="10539" y="11782"/>
                    <a:pt x="10539" y="10927"/>
                  </a:cubicBezTo>
                  <a:cubicBezTo>
                    <a:pt x="10536" y="10509"/>
                    <a:pt x="10423" y="10101"/>
                    <a:pt x="10212" y="9739"/>
                  </a:cubicBezTo>
                  <a:cubicBezTo>
                    <a:pt x="9973" y="9327"/>
                    <a:pt x="9861" y="8916"/>
                    <a:pt x="9875" y="8511"/>
                  </a:cubicBezTo>
                  <a:lnTo>
                    <a:pt x="9875" y="8420"/>
                  </a:lnTo>
                  <a:cubicBezTo>
                    <a:pt x="9875" y="8040"/>
                    <a:pt x="9797" y="7664"/>
                    <a:pt x="9639" y="7319"/>
                  </a:cubicBezTo>
                  <a:cubicBezTo>
                    <a:pt x="10237" y="6792"/>
                    <a:pt x="10747" y="6106"/>
                    <a:pt x="11155" y="5269"/>
                  </a:cubicBezTo>
                  <a:cubicBezTo>
                    <a:pt x="11513" y="4520"/>
                    <a:pt x="11784" y="3729"/>
                    <a:pt x="11960" y="2917"/>
                  </a:cubicBezTo>
                  <a:cubicBezTo>
                    <a:pt x="12164" y="2027"/>
                    <a:pt x="12276" y="1116"/>
                    <a:pt x="12297" y="205"/>
                  </a:cubicBezTo>
                  <a:cubicBezTo>
                    <a:pt x="12297" y="132"/>
                    <a:pt x="12259" y="68"/>
                    <a:pt x="12199" y="30"/>
                  </a:cubicBezTo>
                  <a:cubicBezTo>
                    <a:pt x="12167" y="10"/>
                    <a:pt x="12132" y="1"/>
                    <a:pt x="12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5" name="Google Shape;21595;p90"/>
            <p:cNvSpPr/>
            <p:nvPr/>
          </p:nvSpPr>
          <p:spPr>
            <a:xfrm>
              <a:off x="961407" y="2196254"/>
              <a:ext cx="45479" cy="51167"/>
            </a:xfrm>
            <a:custGeom>
              <a:rect b="b" l="l" r="r" t="t"/>
              <a:pathLst>
                <a:path extrusionOk="0" h="1952" w="1735">
                  <a:moveTo>
                    <a:pt x="863" y="0"/>
                  </a:moveTo>
                  <a:cubicBezTo>
                    <a:pt x="387" y="0"/>
                    <a:pt x="4" y="389"/>
                    <a:pt x="0" y="865"/>
                  </a:cubicBezTo>
                  <a:lnTo>
                    <a:pt x="0" y="1087"/>
                  </a:lnTo>
                  <a:cubicBezTo>
                    <a:pt x="0" y="1565"/>
                    <a:pt x="391" y="1952"/>
                    <a:pt x="869" y="1952"/>
                  </a:cubicBezTo>
                  <a:cubicBezTo>
                    <a:pt x="1347" y="1952"/>
                    <a:pt x="1734" y="1565"/>
                    <a:pt x="1734" y="1087"/>
                  </a:cubicBezTo>
                  <a:lnTo>
                    <a:pt x="1734" y="865"/>
                  </a:lnTo>
                  <a:cubicBezTo>
                    <a:pt x="1734" y="753"/>
                    <a:pt x="1643" y="658"/>
                    <a:pt x="1530" y="658"/>
                  </a:cubicBezTo>
                  <a:cubicBezTo>
                    <a:pt x="1414" y="658"/>
                    <a:pt x="1323" y="753"/>
                    <a:pt x="1326" y="865"/>
                  </a:cubicBezTo>
                  <a:lnTo>
                    <a:pt x="1326" y="1087"/>
                  </a:lnTo>
                  <a:cubicBezTo>
                    <a:pt x="1326" y="1336"/>
                    <a:pt x="1122" y="1540"/>
                    <a:pt x="869" y="1540"/>
                  </a:cubicBezTo>
                  <a:cubicBezTo>
                    <a:pt x="619" y="1540"/>
                    <a:pt x="415" y="1336"/>
                    <a:pt x="415" y="1087"/>
                  </a:cubicBezTo>
                  <a:lnTo>
                    <a:pt x="415" y="865"/>
                  </a:lnTo>
                  <a:cubicBezTo>
                    <a:pt x="415" y="616"/>
                    <a:pt x="619" y="412"/>
                    <a:pt x="869" y="412"/>
                  </a:cubicBezTo>
                  <a:cubicBezTo>
                    <a:pt x="1133" y="398"/>
                    <a:pt x="1133" y="11"/>
                    <a:pt x="869" y="0"/>
                  </a:cubicBezTo>
                  <a:cubicBezTo>
                    <a:pt x="867" y="0"/>
                    <a:pt x="865" y="0"/>
                    <a:pt x="8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6" name="Google Shape;21596;p90"/>
            <p:cNvSpPr/>
            <p:nvPr/>
          </p:nvSpPr>
          <p:spPr>
            <a:xfrm>
              <a:off x="1065288" y="2196149"/>
              <a:ext cx="45479" cy="51272"/>
            </a:xfrm>
            <a:custGeom>
              <a:rect b="b" l="l" r="r" t="t"/>
              <a:pathLst>
                <a:path extrusionOk="0" h="1956" w="1735">
                  <a:moveTo>
                    <a:pt x="869" y="1"/>
                  </a:moveTo>
                  <a:cubicBezTo>
                    <a:pt x="387" y="1"/>
                    <a:pt x="0" y="391"/>
                    <a:pt x="0" y="869"/>
                  </a:cubicBezTo>
                  <a:lnTo>
                    <a:pt x="0" y="1091"/>
                  </a:lnTo>
                  <a:cubicBezTo>
                    <a:pt x="0" y="1569"/>
                    <a:pt x="391" y="1956"/>
                    <a:pt x="869" y="1956"/>
                  </a:cubicBezTo>
                  <a:cubicBezTo>
                    <a:pt x="1347" y="1956"/>
                    <a:pt x="1734" y="1569"/>
                    <a:pt x="1734" y="1091"/>
                  </a:cubicBezTo>
                  <a:lnTo>
                    <a:pt x="1734" y="869"/>
                  </a:lnTo>
                  <a:cubicBezTo>
                    <a:pt x="1734" y="757"/>
                    <a:pt x="1643" y="662"/>
                    <a:pt x="1530" y="662"/>
                  </a:cubicBezTo>
                  <a:cubicBezTo>
                    <a:pt x="1414" y="662"/>
                    <a:pt x="1323" y="753"/>
                    <a:pt x="1323" y="869"/>
                  </a:cubicBezTo>
                  <a:lnTo>
                    <a:pt x="1323" y="1087"/>
                  </a:lnTo>
                  <a:cubicBezTo>
                    <a:pt x="1323" y="1340"/>
                    <a:pt x="1119" y="1541"/>
                    <a:pt x="869" y="1541"/>
                  </a:cubicBezTo>
                  <a:cubicBezTo>
                    <a:pt x="616" y="1541"/>
                    <a:pt x="412" y="1340"/>
                    <a:pt x="412" y="1087"/>
                  </a:cubicBezTo>
                  <a:lnTo>
                    <a:pt x="412" y="869"/>
                  </a:lnTo>
                  <a:cubicBezTo>
                    <a:pt x="412" y="616"/>
                    <a:pt x="616" y="412"/>
                    <a:pt x="869" y="412"/>
                  </a:cubicBezTo>
                  <a:cubicBezTo>
                    <a:pt x="1129" y="402"/>
                    <a:pt x="1129" y="15"/>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97" name="Google Shape;21597;p90"/>
          <p:cNvGrpSpPr/>
          <p:nvPr/>
        </p:nvGrpSpPr>
        <p:grpSpPr>
          <a:xfrm>
            <a:off x="5494938" y="3366826"/>
            <a:ext cx="362545" cy="323593"/>
            <a:chOff x="5494938" y="3366826"/>
            <a:chExt cx="362545" cy="323593"/>
          </a:xfrm>
        </p:grpSpPr>
        <p:sp>
          <p:nvSpPr>
            <p:cNvPr id="21598" name="Google Shape;21598;p90"/>
            <p:cNvSpPr/>
            <p:nvPr/>
          </p:nvSpPr>
          <p:spPr>
            <a:xfrm>
              <a:off x="5535305" y="3385253"/>
              <a:ext cx="50826" cy="50590"/>
            </a:xfrm>
            <a:custGeom>
              <a:rect b="b" l="l" r="r" t="t"/>
              <a:pathLst>
                <a:path extrusionOk="0" h="1930" w="1939">
                  <a:moveTo>
                    <a:pt x="837" y="0"/>
                  </a:moveTo>
                  <a:cubicBezTo>
                    <a:pt x="708" y="0"/>
                    <a:pt x="580" y="35"/>
                    <a:pt x="465" y="104"/>
                  </a:cubicBezTo>
                  <a:cubicBezTo>
                    <a:pt x="103" y="322"/>
                    <a:pt x="1" y="800"/>
                    <a:pt x="289" y="1254"/>
                  </a:cubicBezTo>
                  <a:cubicBezTo>
                    <a:pt x="517" y="1614"/>
                    <a:pt x="974" y="1929"/>
                    <a:pt x="1333" y="1929"/>
                  </a:cubicBezTo>
                  <a:cubicBezTo>
                    <a:pt x="1423" y="1929"/>
                    <a:pt x="1507" y="1910"/>
                    <a:pt x="1579" y="1866"/>
                  </a:cubicBezTo>
                  <a:cubicBezTo>
                    <a:pt x="1938" y="1648"/>
                    <a:pt x="1878" y="913"/>
                    <a:pt x="1594" y="463"/>
                  </a:cubicBezTo>
                  <a:cubicBezTo>
                    <a:pt x="1397" y="157"/>
                    <a:pt x="1113" y="0"/>
                    <a:pt x="83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9" name="Google Shape;21599;p90"/>
            <p:cNvSpPr/>
            <p:nvPr/>
          </p:nvSpPr>
          <p:spPr>
            <a:xfrm>
              <a:off x="5498529" y="3430129"/>
              <a:ext cx="47969" cy="40131"/>
            </a:xfrm>
            <a:custGeom>
              <a:rect b="b" l="l" r="r" t="t"/>
              <a:pathLst>
                <a:path extrusionOk="0" h="1531" w="1830">
                  <a:moveTo>
                    <a:pt x="694" y="1"/>
                  </a:moveTo>
                  <a:cubicBezTo>
                    <a:pt x="516" y="1"/>
                    <a:pt x="353" y="71"/>
                    <a:pt x="236" y="203"/>
                  </a:cubicBezTo>
                  <a:cubicBezTo>
                    <a:pt x="0" y="470"/>
                    <a:pt x="46" y="892"/>
                    <a:pt x="394" y="1198"/>
                  </a:cubicBezTo>
                  <a:cubicBezTo>
                    <a:pt x="618" y="1395"/>
                    <a:pt x="953" y="1530"/>
                    <a:pt x="1227" y="1530"/>
                  </a:cubicBezTo>
                  <a:cubicBezTo>
                    <a:pt x="1380" y="1530"/>
                    <a:pt x="1513" y="1489"/>
                    <a:pt x="1597" y="1392"/>
                  </a:cubicBezTo>
                  <a:cubicBezTo>
                    <a:pt x="1829" y="1124"/>
                    <a:pt x="1593" y="534"/>
                    <a:pt x="1245" y="228"/>
                  </a:cubicBezTo>
                  <a:cubicBezTo>
                    <a:pt x="1070" y="73"/>
                    <a:pt x="874" y="1"/>
                    <a:pt x="69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0" name="Google Shape;21600;p90"/>
            <p:cNvSpPr/>
            <p:nvPr/>
          </p:nvSpPr>
          <p:spPr>
            <a:xfrm>
              <a:off x="5651453" y="3397756"/>
              <a:ext cx="41049" cy="45164"/>
            </a:xfrm>
            <a:custGeom>
              <a:rect b="b" l="l" r="r" t="t"/>
              <a:pathLst>
                <a:path extrusionOk="0" h="1723" w="1566">
                  <a:moveTo>
                    <a:pt x="862" y="1"/>
                  </a:moveTo>
                  <a:cubicBezTo>
                    <a:pt x="607" y="1"/>
                    <a:pt x="350" y="166"/>
                    <a:pt x="201" y="478"/>
                  </a:cubicBezTo>
                  <a:cubicBezTo>
                    <a:pt x="0" y="897"/>
                    <a:pt x="14" y="1533"/>
                    <a:pt x="338" y="1688"/>
                  </a:cubicBezTo>
                  <a:cubicBezTo>
                    <a:pt x="387" y="1712"/>
                    <a:pt x="440" y="1722"/>
                    <a:pt x="496" y="1722"/>
                  </a:cubicBezTo>
                  <a:cubicBezTo>
                    <a:pt x="806" y="1722"/>
                    <a:pt x="1195" y="1388"/>
                    <a:pt x="1365" y="1034"/>
                  </a:cubicBezTo>
                  <a:cubicBezTo>
                    <a:pt x="1565" y="619"/>
                    <a:pt x="1439" y="211"/>
                    <a:pt x="1119" y="60"/>
                  </a:cubicBezTo>
                  <a:cubicBezTo>
                    <a:pt x="1036" y="20"/>
                    <a:pt x="949" y="1"/>
                    <a:pt x="862"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1" name="Google Shape;21601;p90"/>
            <p:cNvSpPr/>
            <p:nvPr/>
          </p:nvSpPr>
          <p:spPr>
            <a:xfrm>
              <a:off x="5544899" y="3447088"/>
              <a:ext cx="128232" cy="84430"/>
            </a:xfrm>
            <a:custGeom>
              <a:rect b="b" l="l" r="r" t="t"/>
              <a:pathLst>
                <a:path extrusionOk="0" h="3221" w="4892">
                  <a:moveTo>
                    <a:pt x="2580" y="1"/>
                  </a:moveTo>
                  <a:cubicBezTo>
                    <a:pt x="2409" y="1"/>
                    <a:pt x="2238" y="18"/>
                    <a:pt x="2068" y="52"/>
                  </a:cubicBezTo>
                  <a:cubicBezTo>
                    <a:pt x="816" y="309"/>
                    <a:pt x="0" y="1466"/>
                    <a:pt x="190" y="2404"/>
                  </a:cubicBezTo>
                  <a:cubicBezTo>
                    <a:pt x="316" y="3015"/>
                    <a:pt x="806" y="3221"/>
                    <a:pt x="1477" y="3221"/>
                  </a:cubicBezTo>
                  <a:cubicBezTo>
                    <a:pt x="1838" y="3221"/>
                    <a:pt x="2252" y="3161"/>
                    <a:pt x="2690" y="3073"/>
                  </a:cubicBezTo>
                  <a:cubicBezTo>
                    <a:pt x="3939" y="2816"/>
                    <a:pt x="4892" y="2366"/>
                    <a:pt x="4649" y="1441"/>
                  </a:cubicBezTo>
                  <a:cubicBezTo>
                    <a:pt x="4399" y="492"/>
                    <a:pt x="3619" y="196"/>
                    <a:pt x="3281" y="101"/>
                  </a:cubicBezTo>
                  <a:cubicBezTo>
                    <a:pt x="3052" y="34"/>
                    <a:pt x="2817" y="1"/>
                    <a:pt x="2580"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2" name="Google Shape;21602;p90"/>
            <p:cNvSpPr/>
            <p:nvPr/>
          </p:nvSpPr>
          <p:spPr>
            <a:xfrm>
              <a:off x="5596983" y="3372461"/>
              <a:ext cx="43880" cy="54496"/>
            </a:xfrm>
            <a:custGeom>
              <a:rect b="b" l="l" r="r" t="t"/>
              <a:pathLst>
                <a:path extrusionOk="0" h="2079" w="1674">
                  <a:moveTo>
                    <a:pt x="855" y="1"/>
                  </a:moveTo>
                  <a:cubicBezTo>
                    <a:pt x="492" y="1"/>
                    <a:pt x="167" y="284"/>
                    <a:pt x="88" y="757"/>
                  </a:cubicBezTo>
                  <a:cubicBezTo>
                    <a:pt x="0" y="1285"/>
                    <a:pt x="229" y="1995"/>
                    <a:pt x="647" y="2073"/>
                  </a:cubicBezTo>
                  <a:cubicBezTo>
                    <a:pt x="671" y="2077"/>
                    <a:pt x="695" y="2079"/>
                    <a:pt x="719" y="2079"/>
                  </a:cubicBezTo>
                  <a:cubicBezTo>
                    <a:pt x="1112" y="2079"/>
                    <a:pt x="1507" y="1532"/>
                    <a:pt x="1589" y="1035"/>
                  </a:cubicBezTo>
                  <a:cubicBezTo>
                    <a:pt x="1674" y="508"/>
                    <a:pt x="1396" y="89"/>
                    <a:pt x="981" y="12"/>
                  </a:cubicBezTo>
                  <a:cubicBezTo>
                    <a:pt x="939" y="4"/>
                    <a:pt x="897" y="1"/>
                    <a:pt x="85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3" name="Google Shape;21603;p90"/>
            <p:cNvSpPr/>
            <p:nvPr/>
          </p:nvSpPr>
          <p:spPr>
            <a:xfrm>
              <a:off x="5545161" y="3449998"/>
              <a:ext cx="47785" cy="81547"/>
            </a:xfrm>
            <a:custGeom>
              <a:rect b="b" l="l" r="r" t="t"/>
              <a:pathLst>
                <a:path extrusionOk="0" h="3111" w="1823">
                  <a:moveTo>
                    <a:pt x="1822" y="1"/>
                  </a:moveTo>
                  <a:lnTo>
                    <a:pt x="1822" y="1"/>
                  </a:lnTo>
                  <a:cubicBezTo>
                    <a:pt x="708" y="345"/>
                    <a:pt x="1" y="1418"/>
                    <a:pt x="180" y="2293"/>
                  </a:cubicBezTo>
                  <a:cubicBezTo>
                    <a:pt x="308" y="2900"/>
                    <a:pt x="793" y="3111"/>
                    <a:pt x="1460" y="3111"/>
                  </a:cubicBezTo>
                  <a:cubicBezTo>
                    <a:pt x="1492" y="3111"/>
                    <a:pt x="1525" y="3110"/>
                    <a:pt x="1559" y="3109"/>
                  </a:cubicBezTo>
                  <a:cubicBezTo>
                    <a:pt x="1411" y="2969"/>
                    <a:pt x="1295" y="2775"/>
                    <a:pt x="1214" y="2508"/>
                  </a:cubicBezTo>
                  <a:cubicBezTo>
                    <a:pt x="978" y="1696"/>
                    <a:pt x="1232" y="690"/>
                    <a:pt x="182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4" name="Google Shape;21604;p90"/>
            <p:cNvSpPr/>
            <p:nvPr/>
          </p:nvSpPr>
          <p:spPr>
            <a:xfrm>
              <a:off x="5498634" y="3433772"/>
              <a:ext cx="44063" cy="36488"/>
            </a:xfrm>
            <a:custGeom>
              <a:rect b="b" l="l" r="r" t="t"/>
              <a:pathLst>
                <a:path extrusionOk="0" h="1392" w="1681">
                  <a:moveTo>
                    <a:pt x="302" y="1"/>
                  </a:moveTo>
                  <a:cubicBezTo>
                    <a:pt x="278" y="18"/>
                    <a:pt x="253" y="40"/>
                    <a:pt x="232" y="64"/>
                  </a:cubicBezTo>
                  <a:cubicBezTo>
                    <a:pt x="0" y="331"/>
                    <a:pt x="42" y="753"/>
                    <a:pt x="390" y="1059"/>
                  </a:cubicBezTo>
                  <a:cubicBezTo>
                    <a:pt x="614" y="1256"/>
                    <a:pt x="949" y="1391"/>
                    <a:pt x="1223" y="1391"/>
                  </a:cubicBezTo>
                  <a:cubicBezTo>
                    <a:pt x="1376" y="1391"/>
                    <a:pt x="1509" y="1350"/>
                    <a:pt x="1593" y="1253"/>
                  </a:cubicBezTo>
                  <a:cubicBezTo>
                    <a:pt x="1642" y="1193"/>
                    <a:pt x="1674" y="1119"/>
                    <a:pt x="1681" y="1038"/>
                  </a:cubicBezTo>
                  <a:lnTo>
                    <a:pt x="1681" y="1038"/>
                  </a:lnTo>
                  <a:cubicBezTo>
                    <a:pt x="1678" y="1038"/>
                    <a:pt x="1675" y="1038"/>
                    <a:pt x="1672" y="1038"/>
                  </a:cubicBezTo>
                  <a:cubicBezTo>
                    <a:pt x="1363" y="1038"/>
                    <a:pt x="947" y="860"/>
                    <a:pt x="668" y="613"/>
                  </a:cubicBezTo>
                  <a:cubicBezTo>
                    <a:pt x="454" y="419"/>
                    <a:pt x="334" y="205"/>
                    <a:pt x="30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5" name="Google Shape;21605;p90"/>
            <p:cNvSpPr/>
            <p:nvPr/>
          </p:nvSpPr>
          <p:spPr>
            <a:xfrm>
              <a:off x="5535305" y="3385751"/>
              <a:ext cx="42150" cy="50092"/>
            </a:xfrm>
            <a:custGeom>
              <a:rect b="b" l="l" r="r" t="t"/>
              <a:pathLst>
                <a:path extrusionOk="0" h="1911" w="1608">
                  <a:moveTo>
                    <a:pt x="683" y="1"/>
                  </a:moveTo>
                  <a:lnTo>
                    <a:pt x="683" y="1"/>
                  </a:lnTo>
                  <a:cubicBezTo>
                    <a:pt x="602" y="15"/>
                    <a:pt x="528" y="43"/>
                    <a:pt x="461" y="85"/>
                  </a:cubicBezTo>
                  <a:cubicBezTo>
                    <a:pt x="103" y="303"/>
                    <a:pt x="1" y="781"/>
                    <a:pt x="285" y="1235"/>
                  </a:cubicBezTo>
                  <a:cubicBezTo>
                    <a:pt x="513" y="1595"/>
                    <a:pt x="973" y="1910"/>
                    <a:pt x="1331" y="1910"/>
                  </a:cubicBezTo>
                  <a:cubicBezTo>
                    <a:pt x="1421" y="1910"/>
                    <a:pt x="1504" y="1891"/>
                    <a:pt x="1576" y="1847"/>
                  </a:cubicBezTo>
                  <a:cubicBezTo>
                    <a:pt x="1586" y="1836"/>
                    <a:pt x="1597" y="1826"/>
                    <a:pt x="1608" y="1815"/>
                  </a:cubicBezTo>
                  <a:cubicBezTo>
                    <a:pt x="1291" y="1671"/>
                    <a:pt x="950" y="1334"/>
                    <a:pt x="760" y="978"/>
                  </a:cubicBezTo>
                  <a:cubicBezTo>
                    <a:pt x="563" y="609"/>
                    <a:pt x="553" y="254"/>
                    <a:pt x="68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6" name="Google Shape;21606;p90"/>
            <p:cNvSpPr/>
            <p:nvPr/>
          </p:nvSpPr>
          <p:spPr>
            <a:xfrm>
              <a:off x="5597350" y="3372540"/>
              <a:ext cx="33002" cy="52687"/>
            </a:xfrm>
            <a:custGeom>
              <a:rect b="b" l="l" r="r" t="t"/>
              <a:pathLst>
                <a:path extrusionOk="0" h="2010" w="1259">
                  <a:moveTo>
                    <a:pt x="836" y="0"/>
                  </a:moveTo>
                  <a:cubicBezTo>
                    <a:pt x="475" y="0"/>
                    <a:pt x="152" y="283"/>
                    <a:pt x="74" y="754"/>
                  </a:cubicBezTo>
                  <a:cubicBezTo>
                    <a:pt x="0" y="1215"/>
                    <a:pt x="162" y="1813"/>
                    <a:pt x="482" y="2010"/>
                  </a:cubicBezTo>
                  <a:cubicBezTo>
                    <a:pt x="397" y="1637"/>
                    <a:pt x="415" y="1247"/>
                    <a:pt x="538" y="881"/>
                  </a:cubicBezTo>
                  <a:cubicBezTo>
                    <a:pt x="679" y="484"/>
                    <a:pt x="953" y="224"/>
                    <a:pt x="1259" y="136"/>
                  </a:cubicBezTo>
                  <a:cubicBezTo>
                    <a:pt x="1171" y="72"/>
                    <a:pt x="1073" y="30"/>
                    <a:pt x="967" y="13"/>
                  </a:cubicBezTo>
                  <a:cubicBezTo>
                    <a:pt x="923" y="4"/>
                    <a:pt x="879" y="0"/>
                    <a:pt x="836"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7" name="Google Shape;21607;p90"/>
            <p:cNvSpPr/>
            <p:nvPr/>
          </p:nvSpPr>
          <p:spPr>
            <a:xfrm>
              <a:off x="5652003" y="3397756"/>
              <a:ext cx="35964" cy="40577"/>
            </a:xfrm>
            <a:custGeom>
              <a:rect b="b" l="l" r="r" t="t"/>
              <a:pathLst>
                <a:path extrusionOk="0" h="1548" w="1372">
                  <a:moveTo>
                    <a:pt x="839" y="1"/>
                  </a:moveTo>
                  <a:cubicBezTo>
                    <a:pt x="586" y="1"/>
                    <a:pt x="329" y="166"/>
                    <a:pt x="180" y="478"/>
                  </a:cubicBezTo>
                  <a:cubicBezTo>
                    <a:pt x="18" y="816"/>
                    <a:pt x="0" y="1294"/>
                    <a:pt x="166" y="1547"/>
                  </a:cubicBezTo>
                  <a:cubicBezTo>
                    <a:pt x="225" y="1224"/>
                    <a:pt x="377" y="925"/>
                    <a:pt x="595" y="682"/>
                  </a:cubicBezTo>
                  <a:cubicBezTo>
                    <a:pt x="814" y="446"/>
                    <a:pt x="1076" y="336"/>
                    <a:pt x="1318" y="336"/>
                  </a:cubicBezTo>
                  <a:cubicBezTo>
                    <a:pt x="1336" y="336"/>
                    <a:pt x="1354" y="336"/>
                    <a:pt x="1372" y="338"/>
                  </a:cubicBezTo>
                  <a:cubicBezTo>
                    <a:pt x="1316" y="214"/>
                    <a:pt x="1217" y="116"/>
                    <a:pt x="1094" y="60"/>
                  </a:cubicBezTo>
                  <a:cubicBezTo>
                    <a:pt x="1012" y="20"/>
                    <a:pt x="926" y="1"/>
                    <a:pt x="839"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8" name="Google Shape;21608;p90"/>
            <p:cNvSpPr/>
            <p:nvPr/>
          </p:nvSpPr>
          <p:spPr>
            <a:xfrm>
              <a:off x="5723721" y="3520483"/>
              <a:ext cx="40656" cy="54653"/>
            </a:xfrm>
            <a:custGeom>
              <a:rect b="b" l="l" r="r" t="t"/>
              <a:pathLst>
                <a:path extrusionOk="0" h="2085" w="1551">
                  <a:moveTo>
                    <a:pt x="762" y="1"/>
                  </a:moveTo>
                  <a:cubicBezTo>
                    <a:pt x="360" y="1"/>
                    <a:pt x="28" y="341"/>
                    <a:pt x="14" y="860"/>
                  </a:cubicBezTo>
                  <a:cubicBezTo>
                    <a:pt x="0" y="1394"/>
                    <a:pt x="327" y="2066"/>
                    <a:pt x="746" y="2084"/>
                  </a:cubicBezTo>
                  <a:cubicBezTo>
                    <a:pt x="752" y="2084"/>
                    <a:pt x="759" y="2084"/>
                    <a:pt x="766" y="2084"/>
                  </a:cubicBezTo>
                  <a:cubicBezTo>
                    <a:pt x="1179" y="2084"/>
                    <a:pt x="1526" y="1453"/>
                    <a:pt x="1537" y="927"/>
                  </a:cubicBezTo>
                  <a:cubicBezTo>
                    <a:pt x="1551" y="392"/>
                    <a:pt x="1220" y="23"/>
                    <a:pt x="798" y="2"/>
                  </a:cubicBezTo>
                  <a:cubicBezTo>
                    <a:pt x="786" y="1"/>
                    <a:pt x="774" y="1"/>
                    <a:pt x="762"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9" name="Google Shape;21609;p90"/>
            <p:cNvSpPr/>
            <p:nvPr/>
          </p:nvSpPr>
          <p:spPr>
            <a:xfrm>
              <a:off x="5668596" y="3535660"/>
              <a:ext cx="38926" cy="46580"/>
            </a:xfrm>
            <a:custGeom>
              <a:rect b="b" l="l" r="r" t="t"/>
              <a:pathLst>
                <a:path extrusionOk="0" h="1777" w="1485">
                  <a:moveTo>
                    <a:pt x="695" y="1"/>
                  </a:moveTo>
                  <a:cubicBezTo>
                    <a:pt x="644" y="1"/>
                    <a:pt x="593" y="7"/>
                    <a:pt x="542" y="21"/>
                  </a:cubicBezTo>
                  <a:cubicBezTo>
                    <a:pt x="197" y="112"/>
                    <a:pt x="0" y="488"/>
                    <a:pt x="120" y="935"/>
                  </a:cubicBezTo>
                  <a:cubicBezTo>
                    <a:pt x="229" y="1344"/>
                    <a:pt x="595" y="1776"/>
                    <a:pt x="921" y="1776"/>
                  </a:cubicBezTo>
                  <a:cubicBezTo>
                    <a:pt x="951" y="1776"/>
                    <a:pt x="980" y="1773"/>
                    <a:pt x="1010" y="1765"/>
                  </a:cubicBezTo>
                  <a:cubicBezTo>
                    <a:pt x="1354" y="1673"/>
                    <a:pt x="1484" y="1051"/>
                    <a:pt x="1365" y="601"/>
                  </a:cubicBezTo>
                  <a:cubicBezTo>
                    <a:pt x="1263" y="220"/>
                    <a:pt x="987" y="1"/>
                    <a:pt x="69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0" name="Google Shape;21610;p90"/>
            <p:cNvSpPr/>
            <p:nvPr/>
          </p:nvSpPr>
          <p:spPr>
            <a:xfrm>
              <a:off x="5803616" y="3596316"/>
              <a:ext cx="50276" cy="37589"/>
            </a:xfrm>
            <a:custGeom>
              <a:rect b="b" l="l" r="r" t="t"/>
              <a:pathLst>
                <a:path extrusionOk="0" h="1434" w="1918">
                  <a:moveTo>
                    <a:pt x="1198" y="1"/>
                  </a:moveTo>
                  <a:cubicBezTo>
                    <a:pt x="1053" y="1"/>
                    <a:pt x="895" y="44"/>
                    <a:pt x="739" y="137"/>
                  </a:cubicBezTo>
                  <a:cubicBezTo>
                    <a:pt x="342" y="372"/>
                    <a:pt x="1" y="910"/>
                    <a:pt x="180" y="1216"/>
                  </a:cubicBezTo>
                  <a:cubicBezTo>
                    <a:pt x="271" y="1367"/>
                    <a:pt x="471" y="1433"/>
                    <a:pt x="700" y="1433"/>
                  </a:cubicBezTo>
                  <a:cubicBezTo>
                    <a:pt x="934" y="1433"/>
                    <a:pt x="1197" y="1364"/>
                    <a:pt x="1400" y="1244"/>
                  </a:cubicBezTo>
                  <a:cubicBezTo>
                    <a:pt x="1798" y="1012"/>
                    <a:pt x="1917" y="604"/>
                    <a:pt x="1738" y="295"/>
                  </a:cubicBezTo>
                  <a:cubicBezTo>
                    <a:pt x="1626" y="108"/>
                    <a:pt x="1427" y="1"/>
                    <a:pt x="1198"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1" name="Google Shape;21611;p90"/>
            <p:cNvSpPr/>
            <p:nvPr/>
          </p:nvSpPr>
          <p:spPr>
            <a:xfrm>
              <a:off x="5669225" y="3594586"/>
              <a:ext cx="129070" cy="89935"/>
            </a:xfrm>
            <a:custGeom>
              <a:rect b="b" l="l" r="r" t="t"/>
              <a:pathLst>
                <a:path extrusionOk="0" h="3431" w="4924">
                  <a:moveTo>
                    <a:pt x="2279" y="0"/>
                  </a:moveTo>
                  <a:cubicBezTo>
                    <a:pt x="1415" y="0"/>
                    <a:pt x="632" y="447"/>
                    <a:pt x="367" y="1099"/>
                  </a:cubicBezTo>
                  <a:cubicBezTo>
                    <a:pt x="1" y="1985"/>
                    <a:pt x="887" y="2559"/>
                    <a:pt x="2069" y="3040"/>
                  </a:cubicBezTo>
                  <a:cubicBezTo>
                    <a:pt x="2636" y="3273"/>
                    <a:pt x="3171" y="3430"/>
                    <a:pt x="3608" y="3430"/>
                  </a:cubicBezTo>
                  <a:cubicBezTo>
                    <a:pt x="4082" y="3430"/>
                    <a:pt x="4441" y="3246"/>
                    <a:pt x="4604" y="2777"/>
                  </a:cubicBezTo>
                  <a:cubicBezTo>
                    <a:pt x="4924" y="1852"/>
                    <a:pt x="4442" y="1170"/>
                    <a:pt x="4214" y="902"/>
                  </a:cubicBezTo>
                  <a:cubicBezTo>
                    <a:pt x="3950" y="589"/>
                    <a:pt x="3612" y="343"/>
                    <a:pt x="3233" y="188"/>
                  </a:cubicBezTo>
                  <a:cubicBezTo>
                    <a:pt x="2918" y="59"/>
                    <a:pt x="2593" y="0"/>
                    <a:pt x="2279"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2" name="Google Shape;21612;p90"/>
            <p:cNvSpPr/>
            <p:nvPr/>
          </p:nvSpPr>
          <p:spPr>
            <a:xfrm>
              <a:off x="5770458" y="3544494"/>
              <a:ext cx="53185" cy="48624"/>
            </a:xfrm>
            <a:custGeom>
              <a:rect b="b" l="l" r="r" t="t"/>
              <a:pathLst>
                <a:path extrusionOk="0" h="1855" w="2029">
                  <a:moveTo>
                    <a:pt x="1237" y="0"/>
                  </a:moveTo>
                  <a:cubicBezTo>
                    <a:pt x="1012" y="0"/>
                    <a:pt x="772" y="104"/>
                    <a:pt x="570" y="320"/>
                  </a:cubicBezTo>
                  <a:cubicBezTo>
                    <a:pt x="204" y="710"/>
                    <a:pt x="0" y="1428"/>
                    <a:pt x="299" y="1723"/>
                  </a:cubicBezTo>
                  <a:cubicBezTo>
                    <a:pt x="392" y="1815"/>
                    <a:pt x="523" y="1854"/>
                    <a:pt x="670" y="1854"/>
                  </a:cubicBezTo>
                  <a:cubicBezTo>
                    <a:pt x="998" y="1854"/>
                    <a:pt x="1407" y="1655"/>
                    <a:pt x="1660" y="1386"/>
                  </a:cubicBezTo>
                  <a:cubicBezTo>
                    <a:pt x="2025" y="999"/>
                    <a:pt x="2029" y="496"/>
                    <a:pt x="1727" y="201"/>
                  </a:cubicBezTo>
                  <a:cubicBezTo>
                    <a:pt x="1591" y="68"/>
                    <a:pt x="1419" y="0"/>
                    <a:pt x="123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3" name="Google Shape;21613;p90"/>
            <p:cNvSpPr/>
            <p:nvPr/>
          </p:nvSpPr>
          <p:spPr>
            <a:xfrm>
              <a:off x="5672370" y="3594586"/>
              <a:ext cx="75597" cy="66606"/>
            </a:xfrm>
            <a:custGeom>
              <a:rect b="b" l="l" r="r" t="t"/>
              <a:pathLst>
                <a:path extrusionOk="0" h="2541" w="2884">
                  <a:moveTo>
                    <a:pt x="2160" y="1"/>
                  </a:moveTo>
                  <a:cubicBezTo>
                    <a:pt x="1295" y="1"/>
                    <a:pt x="511" y="448"/>
                    <a:pt x="247" y="1096"/>
                  </a:cubicBezTo>
                  <a:cubicBezTo>
                    <a:pt x="1" y="1701"/>
                    <a:pt x="331" y="2158"/>
                    <a:pt x="939" y="2541"/>
                  </a:cubicBezTo>
                  <a:cubicBezTo>
                    <a:pt x="890" y="2344"/>
                    <a:pt x="901" y="2115"/>
                    <a:pt x="985" y="1852"/>
                  </a:cubicBezTo>
                  <a:cubicBezTo>
                    <a:pt x="1242" y="1046"/>
                    <a:pt x="2008" y="350"/>
                    <a:pt x="2884" y="108"/>
                  </a:cubicBezTo>
                  <a:cubicBezTo>
                    <a:pt x="2643" y="35"/>
                    <a:pt x="2398" y="1"/>
                    <a:pt x="2160"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4" name="Google Shape;21614;p90"/>
            <p:cNvSpPr/>
            <p:nvPr/>
          </p:nvSpPr>
          <p:spPr>
            <a:xfrm>
              <a:off x="5668596" y="3535818"/>
              <a:ext cx="31455" cy="46422"/>
            </a:xfrm>
            <a:custGeom>
              <a:rect b="b" l="l" r="r" t="t"/>
              <a:pathLst>
                <a:path extrusionOk="0" h="1771" w="1200">
                  <a:moveTo>
                    <a:pt x="633" y="1"/>
                  </a:moveTo>
                  <a:lnTo>
                    <a:pt x="633" y="1"/>
                  </a:lnTo>
                  <a:cubicBezTo>
                    <a:pt x="602" y="4"/>
                    <a:pt x="570" y="8"/>
                    <a:pt x="542" y="15"/>
                  </a:cubicBezTo>
                  <a:cubicBezTo>
                    <a:pt x="197" y="106"/>
                    <a:pt x="0" y="482"/>
                    <a:pt x="120" y="929"/>
                  </a:cubicBezTo>
                  <a:cubicBezTo>
                    <a:pt x="229" y="1337"/>
                    <a:pt x="593" y="1771"/>
                    <a:pt x="918" y="1771"/>
                  </a:cubicBezTo>
                  <a:cubicBezTo>
                    <a:pt x="949" y="1771"/>
                    <a:pt x="980" y="1767"/>
                    <a:pt x="1010" y="1759"/>
                  </a:cubicBezTo>
                  <a:cubicBezTo>
                    <a:pt x="1083" y="1738"/>
                    <a:pt x="1150" y="1688"/>
                    <a:pt x="1199" y="1629"/>
                  </a:cubicBezTo>
                  <a:cubicBezTo>
                    <a:pt x="943" y="1460"/>
                    <a:pt x="693" y="1077"/>
                    <a:pt x="598" y="711"/>
                  </a:cubicBezTo>
                  <a:cubicBezTo>
                    <a:pt x="528" y="433"/>
                    <a:pt x="549" y="187"/>
                    <a:pt x="63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5" name="Google Shape;21615;p90"/>
            <p:cNvSpPr/>
            <p:nvPr/>
          </p:nvSpPr>
          <p:spPr>
            <a:xfrm>
              <a:off x="5723721" y="3520483"/>
              <a:ext cx="26920" cy="54627"/>
            </a:xfrm>
            <a:custGeom>
              <a:rect b="b" l="l" r="r" t="t"/>
              <a:pathLst>
                <a:path extrusionOk="0" h="2084" w="1027">
                  <a:moveTo>
                    <a:pt x="762" y="1"/>
                  </a:moveTo>
                  <a:cubicBezTo>
                    <a:pt x="356" y="1"/>
                    <a:pt x="28" y="341"/>
                    <a:pt x="14" y="860"/>
                  </a:cubicBezTo>
                  <a:cubicBezTo>
                    <a:pt x="0" y="1394"/>
                    <a:pt x="327" y="2066"/>
                    <a:pt x="746" y="2084"/>
                  </a:cubicBezTo>
                  <a:cubicBezTo>
                    <a:pt x="760" y="2084"/>
                    <a:pt x="777" y="2080"/>
                    <a:pt x="791" y="2077"/>
                  </a:cubicBezTo>
                  <a:cubicBezTo>
                    <a:pt x="605" y="1778"/>
                    <a:pt x="510" y="1306"/>
                    <a:pt x="549" y="909"/>
                  </a:cubicBezTo>
                  <a:cubicBezTo>
                    <a:pt x="594" y="491"/>
                    <a:pt x="781" y="192"/>
                    <a:pt x="1027" y="51"/>
                  </a:cubicBezTo>
                  <a:cubicBezTo>
                    <a:pt x="953" y="23"/>
                    <a:pt x="876" y="5"/>
                    <a:pt x="798" y="2"/>
                  </a:cubicBezTo>
                  <a:cubicBezTo>
                    <a:pt x="786" y="1"/>
                    <a:pt x="774" y="1"/>
                    <a:pt x="76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6" name="Google Shape;21616;p90"/>
            <p:cNvSpPr/>
            <p:nvPr/>
          </p:nvSpPr>
          <p:spPr>
            <a:xfrm>
              <a:off x="5771821" y="3544573"/>
              <a:ext cx="48336" cy="41704"/>
            </a:xfrm>
            <a:custGeom>
              <a:rect b="b" l="l" r="r" t="t"/>
              <a:pathLst>
                <a:path extrusionOk="0" h="1591" w="1844">
                  <a:moveTo>
                    <a:pt x="1185" y="1"/>
                  </a:moveTo>
                  <a:cubicBezTo>
                    <a:pt x="960" y="1"/>
                    <a:pt x="720" y="105"/>
                    <a:pt x="518" y="321"/>
                  </a:cubicBezTo>
                  <a:cubicBezTo>
                    <a:pt x="198" y="662"/>
                    <a:pt x="1" y="1249"/>
                    <a:pt x="155" y="1590"/>
                  </a:cubicBezTo>
                  <a:cubicBezTo>
                    <a:pt x="293" y="1231"/>
                    <a:pt x="525" y="918"/>
                    <a:pt x="831" y="683"/>
                  </a:cubicBezTo>
                  <a:cubicBezTo>
                    <a:pt x="1071" y="505"/>
                    <a:pt x="1324" y="421"/>
                    <a:pt x="1559" y="421"/>
                  </a:cubicBezTo>
                  <a:cubicBezTo>
                    <a:pt x="1658" y="421"/>
                    <a:pt x="1754" y="436"/>
                    <a:pt x="1843" y="465"/>
                  </a:cubicBezTo>
                  <a:cubicBezTo>
                    <a:pt x="1808" y="366"/>
                    <a:pt x="1748" y="275"/>
                    <a:pt x="1675" y="201"/>
                  </a:cubicBezTo>
                  <a:cubicBezTo>
                    <a:pt x="1539" y="69"/>
                    <a:pt x="1367" y="1"/>
                    <a:pt x="1185"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7" name="Google Shape;21617;p90"/>
            <p:cNvSpPr/>
            <p:nvPr/>
          </p:nvSpPr>
          <p:spPr>
            <a:xfrm>
              <a:off x="5807129" y="3596342"/>
              <a:ext cx="44456" cy="26527"/>
            </a:xfrm>
            <a:custGeom>
              <a:rect b="b" l="l" r="r" t="t"/>
              <a:pathLst>
                <a:path extrusionOk="0" h="1012" w="1696">
                  <a:moveTo>
                    <a:pt x="1062" y="0"/>
                  </a:moveTo>
                  <a:cubicBezTo>
                    <a:pt x="917" y="0"/>
                    <a:pt x="760" y="42"/>
                    <a:pt x="605" y="132"/>
                  </a:cubicBezTo>
                  <a:cubicBezTo>
                    <a:pt x="285" y="325"/>
                    <a:pt x="4" y="712"/>
                    <a:pt x="1" y="1011"/>
                  </a:cubicBezTo>
                  <a:cubicBezTo>
                    <a:pt x="233" y="779"/>
                    <a:pt x="521" y="610"/>
                    <a:pt x="841" y="533"/>
                  </a:cubicBezTo>
                  <a:cubicBezTo>
                    <a:pt x="936" y="511"/>
                    <a:pt x="1027" y="501"/>
                    <a:pt x="1115" y="501"/>
                  </a:cubicBezTo>
                  <a:cubicBezTo>
                    <a:pt x="1337" y="501"/>
                    <a:pt x="1532" y="567"/>
                    <a:pt x="1678" y="681"/>
                  </a:cubicBezTo>
                  <a:cubicBezTo>
                    <a:pt x="1695" y="547"/>
                    <a:pt x="1671" y="410"/>
                    <a:pt x="1601" y="294"/>
                  </a:cubicBezTo>
                  <a:cubicBezTo>
                    <a:pt x="1491" y="106"/>
                    <a:pt x="1292" y="0"/>
                    <a:pt x="1062"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8" name="Google Shape;21618;p90"/>
            <p:cNvSpPr/>
            <p:nvPr/>
          </p:nvSpPr>
          <p:spPr>
            <a:xfrm>
              <a:off x="5532160" y="3379775"/>
              <a:ext cx="57930" cy="61232"/>
            </a:xfrm>
            <a:custGeom>
              <a:rect b="b" l="l" r="r" t="t"/>
              <a:pathLst>
                <a:path extrusionOk="0" h="2336" w="2210">
                  <a:moveTo>
                    <a:pt x="957" y="405"/>
                  </a:moveTo>
                  <a:cubicBezTo>
                    <a:pt x="1172" y="405"/>
                    <a:pt x="1394" y="535"/>
                    <a:pt x="1545" y="774"/>
                  </a:cubicBezTo>
                  <a:cubicBezTo>
                    <a:pt x="1714" y="1038"/>
                    <a:pt x="1791" y="1417"/>
                    <a:pt x="1728" y="1678"/>
                  </a:cubicBezTo>
                  <a:cubicBezTo>
                    <a:pt x="1714" y="1751"/>
                    <a:pt x="1675" y="1850"/>
                    <a:pt x="1597" y="1896"/>
                  </a:cubicBezTo>
                  <a:cubicBezTo>
                    <a:pt x="1555" y="1920"/>
                    <a:pt x="1506" y="1931"/>
                    <a:pt x="1457" y="1931"/>
                  </a:cubicBezTo>
                  <a:cubicBezTo>
                    <a:pt x="1197" y="1931"/>
                    <a:pt x="785" y="1674"/>
                    <a:pt x="581" y="1351"/>
                  </a:cubicBezTo>
                  <a:cubicBezTo>
                    <a:pt x="462" y="1164"/>
                    <a:pt x="419" y="967"/>
                    <a:pt x="462" y="795"/>
                  </a:cubicBezTo>
                  <a:cubicBezTo>
                    <a:pt x="490" y="661"/>
                    <a:pt x="574" y="549"/>
                    <a:pt x="690" y="478"/>
                  </a:cubicBezTo>
                  <a:cubicBezTo>
                    <a:pt x="771" y="429"/>
                    <a:pt x="863" y="405"/>
                    <a:pt x="957" y="405"/>
                  </a:cubicBezTo>
                  <a:close/>
                  <a:moveTo>
                    <a:pt x="956" y="0"/>
                  </a:moveTo>
                  <a:cubicBezTo>
                    <a:pt x="792" y="0"/>
                    <a:pt x="629" y="43"/>
                    <a:pt x="479" y="134"/>
                  </a:cubicBezTo>
                  <a:cubicBezTo>
                    <a:pt x="272" y="260"/>
                    <a:pt x="121" y="464"/>
                    <a:pt x="68" y="700"/>
                  </a:cubicBezTo>
                  <a:cubicBezTo>
                    <a:pt x="1" y="981"/>
                    <a:pt x="64" y="1287"/>
                    <a:pt x="240" y="1565"/>
                  </a:cubicBezTo>
                  <a:cubicBezTo>
                    <a:pt x="416" y="1832"/>
                    <a:pt x="655" y="2047"/>
                    <a:pt x="936" y="2195"/>
                  </a:cubicBezTo>
                  <a:cubicBezTo>
                    <a:pt x="1095" y="2282"/>
                    <a:pt x="1274" y="2328"/>
                    <a:pt x="1457" y="2335"/>
                  </a:cubicBezTo>
                  <a:cubicBezTo>
                    <a:pt x="1462" y="2335"/>
                    <a:pt x="1468" y="2335"/>
                    <a:pt x="1474" y="2335"/>
                  </a:cubicBezTo>
                  <a:cubicBezTo>
                    <a:pt x="1591" y="2335"/>
                    <a:pt x="1704" y="2301"/>
                    <a:pt x="1805" y="2244"/>
                  </a:cubicBezTo>
                  <a:cubicBezTo>
                    <a:pt x="1963" y="2149"/>
                    <a:pt x="2072" y="1984"/>
                    <a:pt x="2121" y="1769"/>
                  </a:cubicBezTo>
                  <a:cubicBezTo>
                    <a:pt x="2209" y="1403"/>
                    <a:pt x="2114" y="918"/>
                    <a:pt x="1886" y="559"/>
                  </a:cubicBezTo>
                  <a:cubicBezTo>
                    <a:pt x="1660" y="200"/>
                    <a:pt x="1307" y="0"/>
                    <a:pt x="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9" name="Google Shape;21619;p90"/>
            <p:cNvSpPr/>
            <p:nvPr/>
          </p:nvSpPr>
          <p:spPr>
            <a:xfrm>
              <a:off x="5494938" y="3424703"/>
              <a:ext cx="54417" cy="50774"/>
            </a:xfrm>
            <a:custGeom>
              <a:rect b="b" l="l" r="r" t="t"/>
              <a:pathLst>
                <a:path extrusionOk="0" h="1937" w="2076">
                  <a:moveTo>
                    <a:pt x="830" y="403"/>
                  </a:moveTo>
                  <a:cubicBezTo>
                    <a:pt x="985" y="410"/>
                    <a:pt x="1136" y="473"/>
                    <a:pt x="1252" y="579"/>
                  </a:cubicBezTo>
                  <a:cubicBezTo>
                    <a:pt x="1512" y="808"/>
                    <a:pt x="1727" y="1296"/>
                    <a:pt x="1583" y="1462"/>
                  </a:cubicBezTo>
                  <a:cubicBezTo>
                    <a:pt x="1545" y="1507"/>
                    <a:pt x="1468" y="1531"/>
                    <a:pt x="1368" y="1531"/>
                  </a:cubicBezTo>
                  <a:cubicBezTo>
                    <a:pt x="1321" y="1531"/>
                    <a:pt x="1269" y="1526"/>
                    <a:pt x="1214" y="1514"/>
                  </a:cubicBezTo>
                  <a:cubicBezTo>
                    <a:pt x="1013" y="1472"/>
                    <a:pt x="823" y="1381"/>
                    <a:pt x="665" y="1247"/>
                  </a:cubicBezTo>
                  <a:cubicBezTo>
                    <a:pt x="545" y="1152"/>
                    <a:pt x="461" y="1011"/>
                    <a:pt x="433" y="860"/>
                  </a:cubicBezTo>
                  <a:cubicBezTo>
                    <a:pt x="415" y="744"/>
                    <a:pt x="450" y="625"/>
                    <a:pt x="528" y="537"/>
                  </a:cubicBezTo>
                  <a:cubicBezTo>
                    <a:pt x="599" y="452"/>
                    <a:pt x="706" y="406"/>
                    <a:pt x="818" y="406"/>
                  </a:cubicBezTo>
                  <a:cubicBezTo>
                    <a:pt x="822" y="406"/>
                    <a:pt x="826" y="407"/>
                    <a:pt x="830" y="407"/>
                  </a:cubicBezTo>
                  <a:lnTo>
                    <a:pt x="830" y="403"/>
                  </a:lnTo>
                  <a:close/>
                  <a:moveTo>
                    <a:pt x="827" y="1"/>
                  </a:moveTo>
                  <a:cubicBezTo>
                    <a:pt x="598" y="1"/>
                    <a:pt x="381" y="91"/>
                    <a:pt x="222" y="273"/>
                  </a:cubicBezTo>
                  <a:cubicBezTo>
                    <a:pt x="67" y="449"/>
                    <a:pt x="0" y="684"/>
                    <a:pt x="36" y="920"/>
                  </a:cubicBezTo>
                  <a:cubicBezTo>
                    <a:pt x="78" y="1166"/>
                    <a:pt x="204" y="1391"/>
                    <a:pt x="398" y="1553"/>
                  </a:cubicBezTo>
                  <a:cubicBezTo>
                    <a:pt x="612" y="1736"/>
                    <a:pt x="865" y="1859"/>
                    <a:pt x="1140" y="1912"/>
                  </a:cubicBezTo>
                  <a:cubicBezTo>
                    <a:pt x="1214" y="1929"/>
                    <a:pt x="1291" y="1936"/>
                    <a:pt x="1368" y="1936"/>
                  </a:cubicBezTo>
                  <a:cubicBezTo>
                    <a:pt x="1590" y="1936"/>
                    <a:pt x="1769" y="1869"/>
                    <a:pt x="1885" y="1729"/>
                  </a:cubicBezTo>
                  <a:cubicBezTo>
                    <a:pt x="2043" y="1550"/>
                    <a:pt x="2075" y="1279"/>
                    <a:pt x="1970" y="962"/>
                  </a:cubicBezTo>
                  <a:cubicBezTo>
                    <a:pt x="1878" y="702"/>
                    <a:pt x="1723" y="466"/>
                    <a:pt x="1516" y="280"/>
                  </a:cubicBezTo>
                  <a:cubicBezTo>
                    <a:pt x="1305" y="94"/>
                    <a:pt x="1060" y="1"/>
                    <a:pt x="8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0" name="Google Shape;21620;p90"/>
            <p:cNvSpPr/>
            <p:nvPr/>
          </p:nvSpPr>
          <p:spPr>
            <a:xfrm>
              <a:off x="5593392" y="3366826"/>
              <a:ext cx="52189" cy="64850"/>
            </a:xfrm>
            <a:custGeom>
              <a:rect b="b" l="l" r="r" t="t"/>
              <a:pathLst>
                <a:path extrusionOk="0" h="2474" w="1991">
                  <a:moveTo>
                    <a:pt x="1025" y="0"/>
                  </a:moveTo>
                  <a:cubicBezTo>
                    <a:pt x="668" y="0"/>
                    <a:pt x="337" y="208"/>
                    <a:pt x="158" y="554"/>
                  </a:cubicBezTo>
                  <a:cubicBezTo>
                    <a:pt x="68" y="715"/>
                    <a:pt x="204" y="855"/>
                    <a:pt x="340" y="855"/>
                  </a:cubicBezTo>
                  <a:cubicBezTo>
                    <a:pt x="406" y="855"/>
                    <a:pt x="473" y="821"/>
                    <a:pt x="513" y="740"/>
                  </a:cubicBezTo>
                  <a:cubicBezTo>
                    <a:pt x="626" y="530"/>
                    <a:pt x="814" y="404"/>
                    <a:pt x="1021" y="404"/>
                  </a:cubicBezTo>
                  <a:cubicBezTo>
                    <a:pt x="1046" y="404"/>
                    <a:pt x="1071" y="406"/>
                    <a:pt x="1097" y="410"/>
                  </a:cubicBezTo>
                  <a:cubicBezTo>
                    <a:pt x="1231" y="427"/>
                    <a:pt x="1350" y="498"/>
                    <a:pt x="1431" y="607"/>
                  </a:cubicBezTo>
                  <a:cubicBezTo>
                    <a:pt x="1533" y="751"/>
                    <a:pt x="1572" y="948"/>
                    <a:pt x="1537" y="1166"/>
                  </a:cubicBezTo>
                  <a:cubicBezTo>
                    <a:pt x="1465" y="1610"/>
                    <a:pt x="1109" y="2071"/>
                    <a:pt x="847" y="2071"/>
                  </a:cubicBezTo>
                  <a:cubicBezTo>
                    <a:pt x="838" y="2071"/>
                    <a:pt x="828" y="2071"/>
                    <a:pt x="819" y="2070"/>
                  </a:cubicBezTo>
                  <a:cubicBezTo>
                    <a:pt x="633" y="2045"/>
                    <a:pt x="464" y="1746"/>
                    <a:pt x="418" y="1377"/>
                  </a:cubicBezTo>
                  <a:cubicBezTo>
                    <a:pt x="404" y="1255"/>
                    <a:pt x="312" y="1198"/>
                    <a:pt x="220" y="1198"/>
                  </a:cubicBezTo>
                  <a:cubicBezTo>
                    <a:pt x="110" y="1198"/>
                    <a:pt x="0" y="1278"/>
                    <a:pt x="18" y="1423"/>
                  </a:cubicBezTo>
                  <a:cubicBezTo>
                    <a:pt x="77" y="1897"/>
                    <a:pt x="327" y="2407"/>
                    <a:pt x="767" y="2470"/>
                  </a:cubicBezTo>
                  <a:cubicBezTo>
                    <a:pt x="795" y="2474"/>
                    <a:pt x="823" y="2474"/>
                    <a:pt x="854" y="2474"/>
                  </a:cubicBezTo>
                  <a:cubicBezTo>
                    <a:pt x="1094" y="2474"/>
                    <a:pt x="1336" y="2340"/>
                    <a:pt x="1544" y="2084"/>
                  </a:cubicBezTo>
                  <a:cubicBezTo>
                    <a:pt x="1748" y="1838"/>
                    <a:pt x="1881" y="1542"/>
                    <a:pt x="1937" y="1229"/>
                  </a:cubicBezTo>
                  <a:cubicBezTo>
                    <a:pt x="1990" y="906"/>
                    <a:pt x="1923" y="600"/>
                    <a:pt x="1755" y="368"/>
                  </a:cubicBezTo>
                  <a:cubicBezTo>
                    <a:pt x="1610" y="171"/>
                    <a:pt x="1392" y="41"/>
                    <a:pt x="1153" y="9"/>
                  </a:cubicBezTo>
                  <a:cubicBezTo>
                    <a:pt x="1110" y="3"/>
                    <a:pt x="1068"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1" name="Google Shape;21621;p90"/>
            <p:cNvSpPr/>
            <p:nvPr/>
          </p:nvSpPr>
          <p:spPr>
            <a:xfrm>
              <a:off x="5647757" y="3392278"/>
              <a:ext cx="48231" cy="55911"/>
            </a:xfrm>
            <a:custGeom>
              <a:rect b="b" l="l" r="r" t="t"/>
              <a:pathLst>
                <a:path extrusionOk="0" h="2133" w="1840">
                  <a:moveTo>
                    <a:pt x="1010" y="406"/>
                  </a:moveTo>
                  <a:cubicBezTo>
                    <a:pt x="1070" y="406"/>
                    <a:pt x="1126" y="420"/>
                    <a:pt x="1179" y="445"/>
                  </a:cubicBezTo>
                  <a:cubicBezTo>
                    <a:pt x="1284" y="494"/>
                    <a:pt x="1361" y="589"/>
                    <a:pt x="1390" y="705"/>
                  </a:cubicBezTo>
                  <a:cubicBezTo>
                    <a:pt x="1425" y="856"/>
                    <a:pt x="1404" y="1014"/>
                    <a:pt x="1330" y="1151"/>
                  </a:cubicBezTo>
                  <a:cubicBezTo>
                    <a:pt x="1199" y="1431"/>
                    <a:pt x="863" y="1727"/>
                    <a:pt x="648" y="1727"/>
                  </a:cubicBezTo>
                  <a:cubicBezTo>
                    <a:pt x="620" y="1727"/>
                    <a:pt x="594" y="1722"/>
                    <a:pt x="570" y="1710"/>
                  </a:cubicBezTo>
                  <a:cubicBezTo>
                    <a:pt x="373" y="1616"/>
                    <a:pt x="380" y="1085"/>
                    <a:pt x="532" y="768"/>
                  </a:cubicBezTo>
                  <a:cubicBezTo>
                    <a:pt x="591" y="627"/>
                    <a:pt x="704" y="511"/>
                    <a:pt x="841" y="441"/>
                  </a:cubicBezTo>
                  <a:cubicBezTo>
                    <a:pt x="894" y="420"/>
                    <a:pt x="954" y="406"/>
                    <a:pt x="1010" y="406"/>
                  </a:cubicBezTo>
                  <a:close/>
                  <a:moveTo>
                    <a:pt x="1006" y="1"/>
                  </a:moveTo>
                  <a:cubicBezTo>
                    <a:pt x="897" y="1"/>
                    <a:pt x="786" y="23"/>
                    <a:pt x="679" y="72"/>
                  </a:cubicBezTo>
                  <a:cubicBezTo>
                    <a:pt x="451" y="181"/>
                    <a:pt x="271" y="364"/>
                    <a:pt x="166" y="596"/>
                  </a:cubicBezTo>
                  <a:cubicBezTo>
                    <a:pt x="50" y="849"/>
                    <a:pt x="1" y="1127"/>
                    <a:pt x="18" y="1405"/>
                  </a:cubicBezTo>
                  <a:cubicBezTo>
                    <a:pt x="46" y="1732"/>
                    <a:pt x="180" y="1971"/>
                    <a:pt x="398" y="2076"/>
                  </a:cubicBezTo>
                  <a:cubicBezTo>
                    <a:pt x="475" y="2111"/>
                    <a:pt x="560" y="2132"/>
                    <a:pt x="648" y="2132"/>
                  </a:cubicBezTo>
                  <a:cubicBezTo>
                    <a:pt x="1063" y="2132"/>
                    <a:pt x="1509" y="1714"/>
                    <a:pt x="1696" y="1327"/>
                  </a:cubicBezTo>
                  <a:cubicBezTo>
                    <a:pt x="1808" y="1102"/>
                    <a:pt x="1840" y="845"/>
                    <a:pt x="1780" y="599"/>
                  </a:cubicBezTo>
                  <a:cubicBezTo>
                    <a:pt x="1686" y="235"/>
                    <a:pt x="1357"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2" name="Google Shape;21622;p90"/>
            <p:cNvSpPr/>
            <p:nvPr/>
          </p:nvSpPr>
          <p:spPr>
            <a:xfrm>
              <a:off x="5541937" y="3441662"/>
              <a:ext cx="134890" cy="95204"/>
            </a:xfrm>
            <a:custGeom>
              <a:rect b="b" l="l" r="r" t="t"/>
              <a:pathLst>
                <a:path extrusionOk="0" h="3632" w="5146">
                  <a:moveTo>
                    <a:pt x="2692" y="0"/>
                  </a:moveTo>
                  <a:cubicBezTo>
                    <a:pt x="2509" y="0"/>
                    <a:pt x="2326" y="19"/>
                    <a:pt x="2146" y="55"/>
                  </a:cubicBezTo>
                  <a:cubicBezTo>
                    <a:pt x="1509" y="185"/>
                    <a:pt x="940" y="540"/>
                    <a:pt x="546" y="1054"/>
                  </a:cubicBezTo>
                  <a:cubicBezTo>
                    <a:pt x="162" y="1550"/>
                    <a:pt x="1" y="2130"/>
                    <a:pt x="110" y="2650"/>
                  </a:cubicBezTo>
                  <a:cubicBezTo>
                    <a:pt x="215" y="3171"/>
                    <a:pt x="556" y="3487"/>
                    <a:pt x="1122" y="3589"/>
                  </a:cubicBezTo>
                  <a:cubicBezTo>
                    <a:pt x="1277" y="3617"/>
                    <a:pt x="1435" y="3631"/>
                    <a:pt x="1590" y="3631"/>
                  </a:cubicBezTo>
                  <a:cubicBezTo>
                    <a:pt x="1931" y="3631"/>
                    <a:pt x="2343" y="3579"/>
                    <a:pt x="2849" y="3477"/>
                  </a:cubicBezTo>
                  <a:cubicBezTo>
                    <a:pt x="3605" y="3322"/>
                    <a:pt x="4122" y="3139"/>
                    <a:pt x="4477" y="2903"/>
                  </a:cubicBezTo>
                  <a:cubicBezTo>
                    <a:pt x="4955" y="2583"/>
                    <a:pt x="5145" y="2158"/>
                    <a:pt x="5040" y="1637"/>
                  </a:cubicBezTo>
                  <a:cubicBezTo>
                    <a:pt x="4952" y="1212"/>
                    <a:pt x="4678" y="811"/>
                    <a:pt x="4266" y="509"/>
                  </a:cubicBezTo>
                  <a:cubicBezTo>
                    <a:pt x="4225" y="477"/>
                    <a:pt x="4182" y="464"/>
                    <a:pt x="4143" y="464"/>
                  </a:cubicBezTo>
                  <a:cubicBezTo>
                    <a:pt x="3973" y="464"/>
                    <a:pt x="3848" y="707"/>
                    <a:pt x="4027" y="832"/>
                  </a:cubicBezTo>
                  <a:cubicBezTo>
                    <a:pt x="4358" y="1075"/>
                    <a:pt x="4576" y="1391"/>
                    <a:pt x="4642" y="1722"/>
                  </a:cubicBezTo>
                  <a:cubicBezTo>
                    <a:pt x="4716" y="2073"/>
                    <a:pt x="4593" y="2344"/>
                    <a:pt x="4256" y="2569"/>
                  </a:cubicBezTo>
                  <a:cubicBezTo>
                    <a:pt x="3946" y="2773"/>
                    <a:pt x="3471" y="2939"/>
                    <a:pt x="2765" y="3083"/>
                  </a:cubicBezTo>
                  <a:cubicBezTo>
                    <a:pt x="2276" y="3181"/>
                    <a:pt x="1889" y="3227"/>
                    <a:pt x="1590" y="3227"/>
                  </a:cubicBezTo>
                  <a:cubicBezTo>
                    <a:pt x="774" y="3227"/>
                    <a:pt x="574" y="2910"/>
                    <a:pt x="504" y="2569"/>
                  </a:cubicBezTo>
                  <a:cubicBezTo>
                    <a:pt x="338" y="1771"/>
                    <a:pt x="1038" y="699"/>
                    <a:pt x="2227" y="452"/>
                  </a:cubicBezTo>
                  <a:cubicBezTo>
                    <a:pt x="2380" y="422"/>
                    <a:pt x="2537" y="406"/>
                    <a:pt x="2693" y="406"/>
                  </a:cubicBezTo>
                  <a:cubicBezTo>
                    <a:pt x="2912" y="406"/>
                    <a:pt x="3132" y="437"/>
                    <a:pt x="3345" y="498"/>
                  </a:cubicBezTo>
                  <a:cubicBezTo>
                    <a:pt x="3365" y="505"/>
                    <a:pt x="3385" y="508"/>
                    <a:pt x="3405" y="508"/>
                  </a:cubicBezTo>
                  <a:cubicBezTo>
                    <a:pt x="3491" y="508"/>
                    <a:pt x="3572" y="449"/>
                    <a:pt x="3598" y="361"/>
                  </a:cubicBezTo>
                  <a:cubicBezTo>
                    <a:pt x="3630" y="252"/>
                    <a:pt x="3566" y="139"/>
                    <a:pt x="3457" y="111"/>
                  </a:cubicBezTo>
                  <a:cubicBezTo>
                    <a:pt x="3208" y="37"/>
                    <a:pt x="2950" y="0"/>
                    <a:pt x="2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3" name="Google Shape;21623;p90"/>
            <p:cNvSpPr/>
            <p:nvPr/>
          </p:nvSpPr>
          <p:spPr>
            <a:xfrm>
              <a:off x="5718635" y="3514952"/>
              <a:ext cx="51088" cy="65322"/>
            </a:xfrm>
            <a:custGeom>
              <a:rect b="b" l="l" r="r" t="t"/>
              <a:pathLst>
                <a:path extrusionOk="0" h="2492" w="1949">
                  <a:moveTo>
                    <a:pt x="982" y="403"/>
                  </a:moveTo>
                  <a:cubicBezTo>
                    <a:pt x="1309" y="417"/>
                    <a:pt x="1541" y="719"/>
                    <a:pt x="1530" y="1124"/>
                  </a:cubicBezTo>
                  <a:cubicBezTo>
                    <a:pt x="1520" y="1437"/>
                    <a:pt x="1372" y="1795"/>
                    <a:pt x="1179" y="1978"/>
                  </a:cubicBezTo>
                  <a:cubicBezTo>
                    <a:pt x="1125" y="2025"/>
                    <a:pt x="1047" y="2084"/>
                    <a:pt x="961" y="2084"/>
                  </a:cubicBezTo>
                  <a:cubicBezTo>
                    <a:pt x="956" y="2084"/>
                    <a:pt x="951" y="2084"/>
                    <a:pt x="947" y="2084"/>
                  </a:cubicBezTo>
                  <a:cubicBezTo>
                    <a:pt x="683" y="2073"/>
                    <a:pt x="395" y="1528"/>
                    <a:pt x="405" y="1064"/>
                  </a:cubicBezTo>
                  <a:cubicBezTo>
                    <a:pt x="412" y="846"/>
                    <a:pt x="486" y="656"/>
                    <a:pt x="616" y="536"/>
                  </a:cubicBezTo>
                  <a:cubicBezTo>
                    <a:pt x="708" y="448"/>
                    <a:pt x="831" y="403"/>
                    <a:pt x="957" y="403"/>
                  </a:cubicBezTo>
                  <a:close/>
                  <a:moveTo>
                    <a:pt x="949" y="0"/>
                  </a:moveTo>
                  <a:cubicBezTo>
                    <a:pt x="724" y="0"/>
                    <a:pt x="509" y="87"/>
                    <a:pt x="342" y="241"/>
                  </a:cubicBezTo>
                  <a:cubicBezTo>
                    <a:pt x="131" y="438"/>
                    <a:pt x="11" y="726"/>
                    <a:pt x="4" y="1057"/>
                  </a:cubicBezTo>
                  <a:cubicBezTo>
                    <a:pt x="1" y="1373"/>
                    <a:pt x="78" y="1686"/>
                    <a:pt x="233" y="1968"/>
                  </a:cubicBezTo>
                  <a:cubicBezTo>
                    <a:pt x="412" y="2291"/>
                    <a:pt x="658" y="2477"/>
                    <a:pt x="929" y="2492"/>
                  </a:cubicBezTo>
                  <a:lnTo>
                    <a:pt x="957" y="2492"/>
                  </a:lnTo>
                  <a:cubicBezTo>
                    <a:pt x="1130" y="2492"/>
                    <a:pt x="1302" y="2414"/>
                    <a:pt x="1453" y="2273"/>
                  </a:cubicBezTo>
                  <a:cubicBezTo>
                    <a:pt x="1731" y="2017"/>
                    <a:pt x="1921" y="1560"/>
                    <a:pt x="1931" y="1138"/>
                  </a:cubicBezTo>
                  <a:cubicBezTo>
                    <a:pt x="1949" y="515"/>
                    <a:pt x="1548" y="26"/>
                    <a:pt x="999" y="2"/>
                  </a:cubicBezTo>
                  <a:cubicBezTo>
                    <a:pt x="983" y="1"/>
                    <a:pt x="966" y="0"/>
                    <a:pt x="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4" name="Google Shape;21624;p90"/>
            <p:cNvSpPr/>
            <p:nvPr/>
          </p:nvSpPr>
          <p:spPr>
            <a:xfrm>
              <a:off x="5662698" y="3530051"/>
              <a:ext cx="50171" cy="57222"/>
            </a:xfrm>
            <a:custGeom>
              <a:rect b="b" l="l" r="r" t="t"/>
              <a:pathLst>
                <a:path extrusionOk="0" h="2183" w="1914">
                  <a:moveTo>
                    <a:pt x="915" y="403"/>
                  </a:moveTo>
                  <a:cubicBezTo>
                    <a:pt x="995" y="407"/>
                    <a:pt x="1076" y="432"/>
                    <a:pt x="1143" y="477"/>
                  </a:cubicBezTo>
                  <a:cubicBezTo>
                    <a:pt x="1270" y="572"/>
                    <a:pt x="1358" y="706"/>
                    <a:pt x="1389" y="857"/>
                  </a:cubicBezTo>
                  <a:cubicBezTo>
                    <a:pt x="1481" y="1195"/>
                    <a:pt x="1389" y="1719"/>
                    <a:pt x="1175" y="1775"/>
                  </a:cubicBezTo>
                  <a:cubicBezTo>
                    <a:pt x="1163" y="1778"/>
                    <a:pt x="1150" y="1780"/>
                    <a:pt x="1136" y="1780"/>
                  </a:cubicBezTo>
                  <a:cubicBezTo>
                    <a:pt x="1054" y="1780"/>
                    <a:pt x="946" y="1719"/>
                    <a:pt x="841" y="1613"/>
                  </a:cubicBezTo>
                  <a:cubicBezTo>
                    <a:pt x="697" y="1465"/>
                    <a:pt x="591" y="1286"/>
                    <a:pt x="531" y="1086"/>
                  </a:cubicBezTo>
                  <a:cubicBezTo>
                    <a:pt x="447" y="766"/>
                    <a:pt x="566" y="484"/>
                    <a:pt x="813" y="417"/>
                  </a:cubicBezTo>
                  <a:cubicBezTo>
                    <a:pt x="848" y="410"/>
                    <a:pt x="879" y="403"/>
                    <a:pt x="915" y="403"/>
                  </a:cubicBezTo>
                  <a:close/>
                  <a:moveTo>
                    <a:pt x="913" y="1"/>
                  </a:moveTo>
                  <a:cubicBezTo>
                    <a:pt x="845" y="1"/>
                    <a:pt x="777" y="9"/>
                    <a:pt x="711" y="27"/>
                  </a:cubicBezTo>
                  <a:cubicBezTo>
                    <a:pt x="243" y="154"/>
                    <a:pt x="0" y="653"/>
                    <a:pt x="144" y="1191"/>
                  </a:cubicBezTo>
                  <a:cubicBezTo>
                    <a:pt x="218" y="1458"/>
                    <a:pt x="359" y="1701"/>
                    <a:pt x="556" y="1901"/>
                  </a:cubicBezTo>
                  <a:cubicBezTo>
                    <a:pt x="742" y="2088"/>
                    <a:pt x="946" y="2183"/>
                    <a:pt x="1136" y="2183"/>
                  </a:cubicBezTo>
                  <a:cubicBezTo>
                    <a:pt x="1185" y="2183"/>
                    <a:pt x="1235" y="2179"/>
                    <a:pt x="1280" y="2165"/>
                  </a:cubicBezTo>
                  <a:cubicBezTo>
                    <a:pt x="1787" y="2028"/>
                    <a:pt x="1913" y="1251"/>
                    <a:pt x="1780" y="755"/>
                  </a:cubicBezTo>
                  <a:cubicBezTo>
                    <a:pt x="1720" y="509"/>
                    <a:pt x="1576" y="294"/>
                    <a:pt x="1372" y="147"/>
                  </a:cubicBezTo>
                  <a:cubicBezTo>
                    <a:pt x="1236" y="50"/>
                    <a:pt x="1075" y="1"/>
                    <a:pt x="9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5" name="Google Shape;21625;p90"/>
            <p:cNvSpPr/>
            <p:nvPr/>
          </p:nvSpPr>
          <p:spPr>
            <a:xfrm>
              <a:off x="5766395" y="3539278"/>
              <a:ext cx="61232" cy="58611"/>
            </a:xfrm>
            <a:custGeom>
              <a:rect b="b" l="l" r="r" t="t"/>
              <a:pathLst>
                <a:path extrusionOk="0" h="2236" w="2336">
                  <a:moveTo>
                    <a:pt x="1400" y="0"/>
                  </a:moveTo>
                  <a:cubicBezTo>
                    <a:pt x="1230" y="0"/>
                    <a:pt x="1055" y="44"/>
                    <a:pt x="890" y="132"/>
                  </a:cubicBezTo>
                  <a:cubicBezTo>
                    <a:pt x="699" y="247"/>
                    <a:pt x="808" y="510"/>
                    <a:pt x="990" y="510"/>
                  </a:cubicBezTo>
                  <a:cubicBezTo>
                    <a:pt x="1019" y="510"/>
                    <a:pt x="1051" y="503"/>
                    <a:pt x="1083" y="487"/>
                  </a:cubicBezTo>
                  <a:cubicBezTo>
                    <a:pt x="1187" y="432"/>
                    <a:pt x="1295" y="404"/>
                    <a:pt x="1399" y="404"/>
                  </a:cubicBezTo>
                  <a:cubicBezTo>
                    <a:pt x="1530" y="404"/>
                    <a:pt x="1653" y="448"/>
                    <a:pt x="1751" y="537"/>
                  </a:cubicBezTo>
                  <a:cubicBezTo>
                    <a:pt x="1853" y="625"/>
                    <a:pt x="1913" y="751"/>
                    <a:pt x="1920" y="888"/>
                  </a:cubicBezTo>
                  <a:cubicBezTo>
                    <a:pt x="1927" y="1064"/>
                    <a:pt x="1850" y="1251"/>
                    <a:pt x="1699" y="1412"/>
                  </a:cubicBezTo>
                  <a:cubicBezTo>
                    <a:pt x="1465" y="1664"/>
                    <a:pt x="1087" y="1831"/>
                    <a:pt x="825" y="1831"/>
                  </a:cubicBezTo>
                  <a:cubicBezTo>
                    <a:pt x="732" y="1831"/>
                    <a:pt x="653" y="1810"/>
                    <a:pt x="602" y="1764"/>
                  </a:cubicBezTo>
                  <a:cubicBezTo>
                    <a:pt x="461" y="1637"/>
                    <a:pt x="482" y="1296"/>
                    <a:pt x="654" y="966"/>
                  </a:cubicBezTo>
                  <a:cubicBezTo>
                    <a:pt x="730" y="805"/>
                    <a:pt x="599" y="671"/>
                    <a:pt x="467" y="671"/>
                  </a:cubicBezTo>
                  <a:cubicBezTo>
                    <a:pt x="402" y="671"/>
                    <a:pt x="337" y="703"/>
                    <a:pt x="296" y="779"/>
                  </a:cubicBezTo>
                  <a:cubicBezTo>
                    <a:pt x="74" y="1205"/>
                    <a:pt x="0" y="1767"/>
                    <a:pt x="331" y="2063"/>
                  </a:cubicBezTo>
                  <a:cubicBezTo>
                    <a:pt x="461" y="2173"/>
                    <a:pt x="629" y="2236"/>
                    <a:pt x="800" y="2236"/>
                  </a:cubicBezTo>
                  <a:cubicBezTo>
                    <a:pt x="809" y="2236"/>
                    <a:pt x="818" y="2235"/>
                    <a:pt x="827" y="2235"/>
                  </a:cubicBezTo>
                  <a:cubicBezTo>
                    <a:pt x="950" y="2232"/>
                    <a:pt x="1073" y="2211"/>
                    <a:pt x="1192" y="2175"/>
                  </a:cubicBezTo>
                  <a:cubicBezTo>
                    <a:pt x="1495" y="2084"/>
                    <a:pt x="1773" y="1915"/>
                    <a:pt x="1994" y="1687"/>
                  </a:cubicBezTo>
                  <a:cubicBezTo>
                    <a:pt x="2219" y="1444"/>
                    <a:pt x="2335" y="1156"/>
                    <a:pt x="2321" y="867"/>
                  </a:cubicBezTo>
                  <a:cubicBezTo>
                    <a:pt x="2311" y="625"/>
                    <a:pt x="2202" y="396"/>
                    <a:pt x="2022" y="234"/>
                  </a:cubicBezTo>
                  <a:cubicBezTo>
                    <a:pt x="1849" y="79"/>
                    <a:pt x="1629" y="0"/>
                    <a:pt x="14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6" name="Google Shape;21626;p90"/>
            <p:cNvSpPr/>
            <p:nvPr/>
          </p:nvSpPr>
          <p:spPr>
            <a:xfrm>
              <a:off x="5800497" y="3590995"/>
              <a:ext cx="56986" cy="48179"/>
            </a:xfrm>
            <a:custGeom>
              <a:rect b="b" l="l" r="r" t="t"/>
              <a:pathLst>
                <a:path extrusionOk="0" h="1838" w="2174">
                  <a:moveTo>
                    <a:pt x="1314" y="404"/>
                  </a:moveTo>
                  <a:cubicBezTo>
                    <a:pt x="1469" y="404"/>
                    <a:pt x="1603" y="471"/>
                    <a:pt x="1681" y="600"/>
                  </a:cubicBezTo>
                  <a:cubicBezTo>
                    <a:pt x="1741" y="702"/>
                    <a:pt x="1752" y="825"/>
                    <a:pt x="1713" y="934"/>
                  </a:cubicBezTo>
                  <a:cubicBezTo>
                    <a:pt x="1657" y="1078"/>
                    <a:pt x="1548" y="1198"/>
                    <a:pt x="1414" y="1271"/>
                  </a:cubicBezTo>
                  <a:cubicBezTo>
                    <a:pt x="1231" y="1373"/>
                    <a:pt x="1031" y="1430"/>
                    <a:pt x="823" y="1433"/>
                  </a:cubicBezTo>
                  <a:cubicBezTo>
                    <a:pt x="817" y="1433"/>
                    <a:pt x="812" y="1433"/>
                    <a:pt x="806" y="1433"/>
                  </a:cubicBezTo>
                  <a:cubicBezTo>
                    <a:pt x="642" y="1433"/>
                    <a:pt x="516" y="1385"/>
                    <a:pt x="472" y="1314"/>
                  </a:cubicBezTo>
                  <a:cubicBezTo>
                    <a:pt x="429" y="1240"/>
                    <a:pt x="454" y="1099"/>
                    <a:pt x="538" y="948"/>
                  </a:cubicBezTo>
                  <a:cubicBezTo>
                    <a:pt x="640" y="769"/>
                    <a:pt x="785" y="617"/>
                    <a:pt x="964" y="508"/>
                  </a:cubicBezTo>
                  <a:lnTo>
                    <a:pt x="960" y="508"/>
                  </a:lnTo>
                  <a:cubicBezTo>
                    <a:pt x="1081" y="438"/>
                    <a:pt x="1203" y="404"/>
                    <a:pt x="1314" y="404"/>
                  </a:cubicBezTo>
                  <a:close/>
                  <a:moveTo>
                    <a:pt x="1315" y="1"/>
                  </a:moveTo>
                  <a:cubicBezTo>
                    <a:pt x="1133" y="1"/>
                    <a:pt x="939" y="53"/>
                    <a:pt x="756" y="160"/>
                  </a:cubicBezTo>
                  <a:cubicBezTo>
                    <a:pt x="517" y="304"/>
                    <a:pt x="320" y="508"/>
                    <a:pt x="183" y="751"/>
                  </a:cubicBezTo>
                  <a:cubicBezTo>
                    <a:pt x="25" y="1039"/>
                    <a:pt x="0" y="1314"/>
                    <a:pt x="123" y="1518"/>
                  </a:cubicBezTo>
                  <a:cubicBezTo>
                    <a:pt x="247" y="1725"/>
                    <a:pt x="493" y="1838"/>
                    <a:pt x="820" y="1838"/>
                  </a:cubicBezTo>
                  <a:lnTo>
                    <a:pt x="827" y="1838"/>
                  </a:lnTo>
                  <a:cubicBezTo>
                    <a:pt x="1105" y="1834"/>
                    <a:pt x="1379" y="1757"/>
                    <a:pt x="1618" y="1619"/>
                  </a:cubicBezTo>
                  <a:cubicBezTo>
                    <a:pt x="1839" y="1496"/>
                    <a:pt x="2008" y="1299"/>
                    <a:pt x="2093" y="1064"/>
                  </a:cubicBezTo>
                  <a:cubicBezTo>
                    <a:pt x="2174" y="842"/>
                    <a:pt x="2149" y="596"/>
                    <a:pt x="2029" y="392"/>
                  </a:cubicBezTo>
                  <a:cubicBezTo>
                    <a:pt x="1877" y="136"/>
                    <a:pt x="1610" y="1"/>
                    <a:pt x="1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7" name="Google Shape;21627;p90"/>
            <p:cNvSpPr/>
            <p:nvPr/>
          </p:nvSpPr>
          <p:spPr>
            <a:xfrm>
              <a:off x="5668491" y="3589055"/>
              <a:ext cx="131744" cy="101364"/>
            </a:xfrm>
            <a:custGeom>
              <a:rect b="b" l="l" r="r" t="t"/>
              <a:pathLst>
                <a:path extrusionOk="0" h="3867" w="5026">
                  <a:moveTo>
                    <a:pt x="2308" y="1"/>
                  </a:moveTo>
                  <a:cubicBezTo>
                    <a:pt x="2020" y="1"/>
                    <a:pt x="1731" y="47"/>
                    <a:pt x="1453" y="139"/>
                  </a:cubicBezTo>
                  <a:cubicBezTo>
                    <a:pt x="855" y="340"/>
                    <a:pt x="402" y="733"/>
                    <a:pt x="201" y="1222"/>
                  </a:cubicBezTo>
                  <a:cubicBezTo>
                    <a:pt x="1" y="1715"/>
                    <a:pt x="106" y="2168"/>
                    <a:pt x="518" y="2569"/>
                  </a:cubicBezTo>
                  <a:cubicBezTo>
                    <a:pt x="820" y="2868"/>
                    <a:pt x="1298" y="3142"/>
                    <a:pt x="2012" y="3434"/>
                  </a:cubicBezTo>
                  <a:cubicBezTo>
                    <a:pt x="2730" y="3726"/>
                    <a:pt x="3261" y="3867"/>
                    <a:pt x="3686" y="3867"/>
                  </a:cubicBezTo>
                  <a:lnTo>
                    <a:pt x="3693" y="3867"/>
                  </a:lnTo>
                  <a:cubicBezTo>
                    <a:pt x="4266" y="3867"/>
                    <a:pt x="4657" y="3620"/>
                    <a:pt x="4861" y="3132"/>
                  </a:cubicBezTo>
                  <a:cubicBezTo>
                    <a:pt x="5026" y="2727"/>
                    <a:pt x="5022" y="2242"/>
                    <a:pt x="4850" y="1760"/>
                  </a:cubicBezTo>
                  <a:cubicBezTo>
                    <a:pt x="4815" y="1670"/>
                    <a:pt x="4742" y="1632"/>
                    <a:pt x="4669" y="1632"/>
                  </a:cubicBezTo>
                  <a:cubicBezTo>
                    <a:pt x="4544" y="1632"/>
                    <a:pt x="4417" y="1743"/>
                    <a:pt x="4470" y="1897"/>
                  </a:cubicBezTo>
                  <a:cubicBezTo>
                    <a:pt x="4607" y="2284"/>
                    <a:pt x="4614" y="2668"/>
                    <a:pt x="4488" y="2977"/>
                  </a:cubicBezTo>
                  <a:cubicBezTo>
                    <a:pt x="4382" y="3234"/>
                    <a:pt x="4195" y="3461"/>
                    <a:pt x="3707" y="3461"/>
                  </a:cubicBezTo>
                  <a:cubicBezTo>
                    <a:pt x="3366" y="3461"/>
                    <a:pt x="2879" y="3350"/>
                    <a:pt x="2170" y="3061"/>
                  </a:cubicBezTo>
                  <a:cubicBezTo>
                    <a:pt x="1502" y="2791"/>
                    <a:pt x="1070" y="2541"/>
                    <a:pt x="803" y="2284"/>
                  </a:cubicBezTo>
                  <a:cubicBezTo>
                    <a:pt x="511" y="1999"/>
                    <a:pt x="440" y="1711"/>
                    <a:pt x="578" y="1377"/>
                  </a:cubicBezTo>
                  <a:cubicBezTo>
                    <a:pt x="732" y="997"/>
                    <a:pt x="1098" y="688"/>
                    <a:pt x="1583" y="523"/>
                  </a:cubicBezTo>
                  <a:cubicBezTo>
                    <a:pt x="1820" y="445"/>
                    <a:pt x="2066" y="406"/>
                    <a:pt x="2312" y="406"/>
                  </a:cubicBezTo>
                  <a:cubicBezTo>
                    <a:pt x="2610" y="406"/>
                    <a:pt x="2907" y="463"/>
                    <a:pt x="3187" y="579"/>
                  </a:cubicBezTo>
                  <a:cubicBezTo>
                    <a:pt x="3535" y="723"/>
                    <a:pt x="3844" y="948"/>
                    <a:pt x="4090" y="1240"/>
                  </a:cubicBezTo>
                  <a:cubicBezTo>
                    <a:pt x="4133" y="1282"/>
                    <a:pt x="4181" y="1300"/>
                    <a:pt x="4228" y="1300"/>
                  </a:cubicBezTo>
                  <a:cubicBezTo>
                    <a:pt x="4372" y="1300"/>
                    <a:pt x="4503" y="1131"/>
                    <a:pt x="4396" y="980"/>
                  </a:cubicBezTo>
                  <a:cubicBezTo>
                    <a:pt x="4112" y="639"/>
                    <a:pt x="3749" y="371"/>
                    <a:pt x="3338" y="206"/>
                  </a:cubicBezTo>
                  <a:cubicBezTo>
                    <a:pt x="3008" y="69"/>
                    <a:pt x="2658" y="1"/>
                    <a:pt x="2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631" name="Shape 21631"/>
        <p:cNvGrpSpPr/>
        <p:nvPr/>
      </p:nvGrpSpPr>
      <p:grpSpPr>
        <a:xfrm>
          <a:off x="0" y="0"/>
          <a:ext cx="0" cy="0"/>
          <a:chOff x="0" y="0"/>
          <a:chExt cx="0" cy="0"/>
        </a:xfrm>
      </p:grpSpPr>
      <p:sp>
        <p:nvSpPr>
          <p:cNvPr id="21632" name="Google Shape;21632;p9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21633" name="Google Shape;21633;p91"/>
          <p:cNvGrpSpPr/>
          <p:nvPr/>
        </p:nvGrpSpPr>
        <p:grpSpPr>
          <a:xfrm>
            <a:off x="1807567" y="3398339"/>
            <a:ext cx="363604" cy="278156"/>
            <a:chOff x="1807567" y="3398339"/>
            <a:chExt cx="363604" cy="278156"/>
          </a:xfrm>
        </p:grpSpPr>
        <p:sp>
          <p:nvSpPr>
            <p:cNvPr id="21634" name="Google Shape;21634;p91"/>
            <p:cNvSpPr/>
            <p:nvPr/>
          </p:nvSpPr>
          <p:spPr>
            <a:xfrm>
              <a:off x="1826984" y="3508878"/>
              <a:ext cx="22826" cy="57078"/>
            </a:xfrm>
            <a:custGeom>
              <a:rect b="b" l="l" r="r" t="t"/>
              <a:pathLst>
                <a:path extrusionOk="0" h="2193" w="877">
                  <a:moveTo>
                    <a:pt x="120" y="0"/>
                  </a:moveTo>
                  <a:cubicBezTo>
                    <a:pt x="43" y="109"/>
                    <a:pt x="1" y="240"/>
                    <a:pt x="1" y="373"/>
                  </a:cubicBezTo>
                  <a:lnTo>
                    <a:pt x="1" y="2192"/>
                  </a:lnTo>
                  <a:lnTo>
                    <a:pt x="877" y="2192"/>
                  </a:lnTo>
                  <a:lnTo>
                    <a:pt x="877" y="1024"/>
                  </a:lnTo>
                  <a:cubicBezTo>
                    <a:pt x="877" y="852"/>
                    <a:pt x="806" y="683"/>
                    <a:pt x="683" y="563"/>
                  </a:cubicBezTo>
                  <a:lnTo>
                    <a:pt x="12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5" name="Google Shape;21635;p91"/>
            <p:cNvSpPr/>
            <p:nvPr/>
          </p:nvSpPr>
          <p:spPr>
            <a:xfrm>
              <a:off x="2091840" y="3477645"/>
              <a:ext cx="45522" cy="39874"/>
            </a:xfrm>
            <a:custGeom>
              <a:rect b="b" l="l" r="r" t="t"/>
              <a:pathLst>
                <a:path extrusionOk="0" h="1532" w="1749">
                  <a:moveTo>
                    <a:pt x="873" y="1"/>
                  </a:moveTo>
                  <a:cubicBezTo>
                    <a:pt x="391" y="1"/>
                    <a:pt x="0" y="342"/>
                    <a:pt x="0" y="764"/>
                  </a:cubicBezTo>
                  <a:cubicBezTo>
                    <a:pt x="0" y="1186"/>
                    <a:pt x="391" y="1531"/>
                    <a:pt x="873" y="1531"/>
                  </a:cubicBezTo>
                  <a:cubicBezTo>
                    <a:pt x="1355" y="1531"/>
                    <a:pt x="1749" y="1186"/>
                    <a:pt x="1749" y="764"/>
                  </a:cubicBezTo>
                  <a:cubicBezTo>
                    <a:pt x="1749" y="342"/>
                    <a:pt x="1355" y="1"/>
                    <a:pt x="873"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6" name="Google Shape;21636;p91"/>
            <p:cNvSpPr/>
            <p:nvPr/>
          </p:nvSpPr>
          <p:spPr>
            <a:xfrm>
              <a:off x="2091736" y="3477645"/>
              <a:ext cx="31337" cy="39874"/>
            </a:xfrm>
            <a:custGeom>
              <a:rect b="b" l="l" r="r" t="t"/>
              <a:pathLst>
                <a:path extrusionOk="0" h="1532" w="1204">
                  <a:moveTo>
                    <a:pt x="877" y="1"/>
                  </a:moveTo>
                  <a:cubicBezTo>
                    <a:pt x="391" y="1"/>
                    <a:pt x="1" y="342"/>
                    <a:pt x="1" y="764"/>
                  </a:cubicBezTo>
                  <a:cubicBezTo>
                    <a:pt x="1" y="1186"/>
                    <a:pt x="395" y="1531"/>
                    <a:pt x="877" y="1531"/>
                  </a:cubicBezTo>
                  <a:cubicBezTo>
                    <a:pt x="989" y="1531"/>
                    <a:pt x="1098" y="1510"/>
                    <a:pt x="1204" y="1475"/>
                  </a:cubicBezTo>
                  <a:cubicBezTo>
                    <a:pt x="884" y="1359"/>
                    <a:pt x="659" y="1084"/>
                    <a:pt x="659" y="764"/>
                  </a:cubicBezTo>
                  <a:cubicBezTo>
                    <a:pt x="659" y="444"/>
                    <a:pt x="884" y="169"/>
                    <a:pt x="1204" y="57"/>
                  </a:cubicBezTo>
                  <a:cubicBezTo>
                    <a:pt x="1098" y="18"/>
                    <a:pt x="989" y="1"/>
                    <a:pt x="87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7" name="Google Shape;21637;p91"/>
            <p:cNvSpPr/>
            <p:nvPr/>
          </p:nvSpPr>
          <p:spPr>
            <a:xfrm>
              <a:off x="2063262" y="3580115"/>
              <a:ext cx="102496" cy="91070"/>
            </a:xfrm>
            <a:custGeom>
              <a:rect b="b" l="l" r="r" t="t"/>
              <a:pathLst>
                <a:path extrusionOk="0" h="3499" w="3938">
                  <a:moveTo>
                    <a:pt x="1313" y="1"/>
                  </a:moveTo>
                  <a:lnTo>
                    <a:pt x="1313" y="655"/>
                  </a:lnTo>
                  <a:cubicBezTo>
                    <a:pt x="1313" y="821"/>
                    <a:pt x="1221" y="972"/>
                    <a:pt x="1073" y="1049"/>
                  </a:cubicBezTo>
                  <a:lnTo>
                    <a:pt x="366" y="1401"/>
                  </a:lnTo>
                  <a:cubicBezTo>
                    <a:pt x="141" y="1510"/>
                    <a:pt x="0" y="1739"/>
                    <a:pt x="4" y="1985"/>
                  </a:cubicBezTo>
                  <a:lnTo>
                    <a:pt x="4" y="3498"/>
                  </a:lnTo>
                  <a:lnTo>
                    <a:pt x="3938" y="3498"/>
                  </a:lnTo>
                  <a:lnTo>
                    <a:pt x="3938" y="1985"/>
                  </a:lnTo>
                  <a:cubicBezTo>
                    <a:pt x="3938" y="1739"/>
                    <a:pt x="3797" y="1510"/>
                    <a:pt x="3575" y="1401"/>
                  </a:cubicBezTo>
                  <a:lnTo>
                    <a:pt x="2868" y="1049"/>
                  </a:lnTo>
                  <a:cubicBezTo>
                    <a:pt x="2720" y="972"/>
                    <a:pt x="2625" y="821"/>
                    <a:pt x="2625" y="655"/>
                  </a:cubicBezTo>
                  <a:lnTo>
                    <a:pt x="262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8" name="Google Shape;21638;p91"/>
            <p:cNvSpPr/>
            <p:nvPr/>
          </p:nvSpPr>
          <p:spPr>
            <a:xfrm>
              <a:off x="2063340" y="3605310"/>
              <a:ext cx="102418" cy="65771"/>
            </a:xfrm>
            <a:custGeom>
              <a:rect b="b" l="l" r="r" t="t"/>
              <a:pathLst>
                <a:path extrusionOk="0" h="2527" w="3935">
                  <a:moveTo>
                    <a:pt x="1176" y="0"/>
                  </a:moveTo>
                  <a:cubicBezTo>
                    <a:pt x="1144" y="32"/>
                    <a:pt x="1109" y="60"/>
                    <a:pt x="1070" y="78"/>
                  </a:cubicBezTo>
                  <a:lnTo>
                    <a:pt x="363" y="430"/>
                  </a:lnTo>
                  <a:cubicBezTo>
                    <a:pt x="138" y="542"/>
                    <a:pt x="1" y="771"/>
                    <a:pt x="1" y="1017"/>
                  </a:cubicBezTo>
                  <a:lnTo>
                    <a:pt x="1" y="2527"/>
                  </a:lnTo>
                  <a:lnTo>
                    <a:pt x="3935" y="2527"/>
                  </a:lnTo>
                  <a:lnTo>
                    <a:pt x="3935" y="1017"/>
                  </a:lnTo>
                  <a:cubicBezTo>
                    <a:pt x="3935" y="771"/>
                    <a:pt x="3794" y="542"/>
                    <a:pt x="3572" y="430"/>
                  </a:cubicBezTo>
                  <a:lnTo>
                    <a:pt x="2865" y="78"/>
                  </a:lnTo>
                  <a:cubicBezTo>
                    <a:pt x="2826" y="60"/>
                    <a:pt x="2788" y="32"/>
                    <a:pt x="2756" y="0"/>
                  </a:cubicBezTo>
                  <a:lnTo>
                    <a:pt x="2506" y="282"/>
                  </a:lnTo>
                  <a:cubicBezTo>
                    <a:pt x="2355" y="449"/>
                    <a:pt x="2160" y="533"/>
                    <a:pt x="1966" y="533"/>
                  </a:cubicBezTo>
                  <a:cubicBezTo>
                    <a:pt x="1772" y="533"/>
                    <a:pt x="1579" y="449"/>
                    <a:pt x="1429" y="282"/>
                  </a:cubicBezTo>
                  <a:lnTo>
                    <a:pt x="1176"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9" name="Google Shape;21639;p91"/>
            <p:cNvSpPr/>
            <p:nvPr/>
          </p:nvSpPr>
          <p:spPr>
            <a:xfrm>
              <a:off x="2074714" y="3500367"/>
              <a:ext cx="79696" cy="79696"/>
            </a:xfrm>
            <a:custGeom>
              <a:rect b="b" l="l" r="r" t="t"/>
              <a:pathLst>
                <a:path extrusionOk="0" h="3062" w="3062">
                  <a:moveTo>
                    <a:pt x="1531" y="0"/>
                  </a:moveTo>
                  <a:cubicBezTo>
                    <a:pt x="686" y="0"/>
                    <a:pt x="0" y="686"/>
                    <a:pt x="0" y="1531"/>
                  </a:cubicBezTo>
                  <a:cubicBezTo>
                    <a:pt x="0" y="2375"/>
                    <a:pt x="686" y="3061"/>
                    <a:pt x="1531" y="3061"/>
                  </a:cubicBezTo>
                  <a:cubicBezTo>
                    <a:pt x="2375" y="3061"/>
                    <a:pt x="3061" y="2375"/>
                    <a:pt x="3061" y="1531"/>
                  </a:cubicBezTo>
                  <a:cubicBezTo>
                    <a:pt x="3061" y="686"/>
                    <a:pt x="2375" y="0"/>
                    <a:pt x="153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0" name="Google Shape;21640;p91"/>
            <p:cNvSpPr/>
            <p:nvPr/>
          </p:nvSpPr>
          <p:spPr>
            <a:xfrm>
              <a:off x="2089393" y="3500367"/>
              <a:ext cx="66656" cy="71732"/>
            </a:xfrm>
            <a:custGeom>
              <a:rect b="b" l="l" r="r" t="t"/>
              <a:pathLst>
                <a:path extrusionOk="0" h="2756" w="2561">
                  <a:moveTo>
                    <a:pt x="973" y="0"/>
                  </a:moveTo>
                  <a:cubicBezTo>
                    <a:pt x="241" y="0"/>
                    <a:pt x="0" y="1011"/>
                    <a:pt x="657" y="1330"/>
                  </a:cubicBezTo>
                  <a:cubicBezTo>
                    <a:pt x="675" y="1341"/>
                    <a:pt x="696" y="1348"/>
                    <a:pt x="713" y="1355"/>
                  </a:cubicBezTo>
                  <a:lnTo>
                    <a:pt x="1477" y="2734"/>
                  </a:lnTo>
                  <a:cubicBezTo>
                    <a:pt x="1477" y="2734"/>
                    <a:pt x="1681" y="2748"/>
                    <a:pt x="1885" y="2755"/>
                  </a:cubicBezTo>
                  <a:cubicBezTo>
                    <a:pt x="2332" y="2421"/>
                    <a:pt x="2561" y="1872"/>
                    <a:pt x="2483" y="1320"/>
                  </a:cubicBezTo>
                  <a:cubicBezTo>
                    <a:pt x="2395" y="690"/>
                    <a:pt x="1927" y="180"/>
                    <a:pt x="1304" y="39"/>
                  </a:cubicBezTo>
                  <a:cubicBezTo>
                    <a:pt x="1199" y="14"/>
                    <a:pt x="1086" y="0"/>
                    <a:pt x="977" y="0"/>
                  </a:cubicBezTo>
                  <a:cubicBezTo>
                    <a:pt x="976" y="0"/>
                    <a:pt x="975" y="0"/>
                    <a:pt x="97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1" name="Google Shape;21641;p91"/>
            <p:cNvSpPr/>
            <p:nvPr/>
          </p:nvSpPr>
          <p:spPr>
            <a:xfrm>
              <a:off x="2080648" y="3535452"/>
              <a:ext cx="68088" cy="56063"/>
            </a:xfrm>
            <a:custGeom>
              <a:rect b="b" l="l" r="r" t="t"/>
              <a:pathLst>
                <a:path extrusionOk="0" h="2154" w="2616">
                  <a:moveTo>
                    <a:pt x="998" y="0"/>
                  </a:moveTo>
                  <a:cubicBezTo>
                    <a:pt x="917" y="0"/>
                    <a:pt x="841" y="48"/>
                    <a:pt x="803" y="126"/>
                  </a:cubicBezTo>
                  <a:cubicBezTo>
                    <a:pt x="733" y="274"/>
                    <a:pt x="631" y="411"/>
                    <a:pt x="504" y="520"/>
                  </a:cubicBezTo>
                  <a:cubicBezTo>
                    <a:pt x="455" y="563"/>
                    <a:pt x="405" y="605"/>
                    <a:pt x="353" y="640"/>
                  </a:cubicBezTo>
                  <a:cubicBezTo>
                    <a:pt x="89" y="823"/>
                    <a:pt x="1" y="1171"/>
                    <a:pt x="145" y="1456"/>
                  </a:cubicBezTo>
                  <a:cubicBezTo>
                    <a:pt x="374" y="1886"/>
                    <a:pt x="817" y="2153"/>
                    <a:pt x="1303" y="2153"/>
                  </a:cubicBezTo>
                  <a:cubicBezTo>
                    <a:pt x="1989" y="2150"/>
                    <a:pt x="2555" y="1625"/>
                    <a:pt x="2612" y="939"/>
                  </a:cubicBezTo>
                  <a:cubicBezTo>
                    <a:pt x="2615" y="876"/>
                    <a:pt x="2587" y="809"/>
                    <a:pt x="2538" y="767"/>
                  </a:cubicBezTo>
                  <a:cubicBezTo>
                    <a:pt x="2105" y="404"/>
                    <a:pt x="1595" y="144"/>
                    <a:pt x="1049" y="7"/>
                  </a:cubicBezTo>
                  <a:cubicBezTo>
                    <a:pt x="1032" y="3"/>
                    <a:pt x="1015" y="0"/>
                    <a:pt x="99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2" name="Google Shape;21642;p91"/>
            <p:cNvSpPr/>
            <p:nvPr/>
          </p:nvSpPr>
          <p:spPr>
            <a:xfrm>
              <a:off x="2080752" y="3535452"/>
              <a:ext cx="67984" cy="55491"/>
            </a:xfrm>
            <a:custGeom>
              <a:rect b="b" l="l" r="r" t="t"/>
              <a:pathLst>
                <a:path extrusionOk="0" h="2132" w="2612">
                  <a:moveTo>
                    <a:pt x="996" y="1"/>
                  </a:moveTo>
                  <a:cubicBezTo>
                    <a:pt x="915" y="1"/>
                    <a:pt x="837" y="50"/>
                    <a:pt x="799" y="126"/>
                  </a:cubicBezTo>
                  <a:cubicBezTo>
                    <a:pt x="746" y="232"/>
                    <a:pt x="679" y="330"/>
                    <a:pt x="602" y="418"/>
                  </a:cubicBezTo>
                  <a:cubicBezTo>
                    <a:pt x="570" y="454"/>
                    <a:pt x="535" y="489"/>
                    <a:pt x="500" y="520"/>
                  </a:cubicBezTo>
                  <a:cubicBezTo>
                    <a:pt x="454" y="563"/>
                    <a:pt x="405" y="601"/>
                    <a:pt x="356" y="637"/>
                  </a:cubicBezTo>
                  <a:cubicBezTo>
                    <a:pt x="46" y="848"/>
                    <a:pt x="0" y="1242"/>
                    <a:pt x="190" y="1537"/>
                  </a:cubicBezTo>
                  <a:cubicBezTo>
                    <a:pt x="394" y="1857"/>
                    <a:pt x="725" y="2076"/>
                    <a:pt x="1098" y="2132"/>
                  </a:cubicBezTo>
                  <a:cubicBezTo>
                    <a:pt x="834" y="1956"/>
                    <a:pt x="644" y="1713"/>
                    <a:pt x="644" y="1277"/>
                  </a:cubicBezTo>
                  <a:lnTo>
                    <a:pt x="644" y="1108"/>
                  </a:lnTo>
                  <a:cubicBezTo>
                    <a:pt x="694" y="1069"/>
                    <a:pt x="743" y="1034"/>
                    <a:pt x="792" y="988"/>
                  </a:cubicBezTo>
                  <a:cubicBezTo>
                    <a:pt x="912" y="879"/>
                    <a:pt x="1017" y="756"/>
                    <a:pt x="1105" y="619"/>
                  </a:cubicBezTo>
                  <a:cubicBezTo>
                    <a:pt x="1524" y="749"/>
                    <a:pt x="1911" y="960"/>
                    <a:pt x="2245" y="1242"/>
                  </a:cubicBezTo>
                  <a:cubicBezTo>
                    <a:pt x="2287" y="1277"/>
                    <a:pt x="2344" y="1330"/>
                    <a:pt x="2463" y="1442"/>
                  </a:cubicBezTo>
                  <a:cubicBezTo>
                    <a:pt x="2541" y="1319"/>
                    <a:pt x="2597" y="1083"/>
                    <a:pt x="2608" y="939"/>
                  </a:cubicBezTo>
                  <a:cubicBezTo>
                    <a:pt x="2611" y="876"/>
                    <a:pt x="2583" y="813"/>
                    <a:pt x="2534" y="770"/>
                  </a:cubicBezTo>
                  <a:cubicBezTo>
                    <a:pt x="2101" y="408"/>
                    <a:pt x="1591" y="148"/>
                    <a:pt x="1045" y="7"/>
                  </a:cubicBezTo>
                  <a:cubicBezTo>
                    <a:pt x="1029" y="3"/>
                    <a:pt x="1013" y="1"/>
                    <a:pt x="996"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3" name="Google Shape;21643;p91"/>
            <p:cNvSpPr/>
            <p:nvPr/>
          </p:nvSpPr>
          <p:spPr>
            <a:xfrm>
              <a:off x="2142932" y="3621525"/>
              <a:ext cx="22826" cy="49660"/>
            </a:xfrm>
            <a:custGeom>
              <a:rect b="b" l="l" r="r" t="t"/>
              <a:pathLst>
                <a:path extrusionOk="0" h="1908" w="877">
                  <a:moveTo>
                    <a:pt x="743" y="0"/>
                  </a:moveTo>
                  <a:lnTo>
                    <a:pt x="166" y="465"/>
                  </a:lnTo>
                  <a:cubicBezTo>
                    <a:pt x="60" y="549"/>
                    <a:pt x="0" y="676"/>
                    <a:pt x="0" y="806"/>
                  </a:cubicBezTo>
                  <a:lnTo>
                    <a:pt x="0" y="1907"/>
                  </a:lnTo>
                  <a:lnTo>
                    <a:pt x="877" y="1907"/>
                  </a:lnTo>
                  <a:lnTo>
                    <a:pt x="877" y="398"/>
                  </a:lnTo>
                  <a:cubicBezTo>
                    <a:pt x="877" y="253"/>
                    <a:pt x="831" y="116"/>
                    <a:pt x="74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4" name="Google Shape;21644;p91"/>
            <p:cNvSpPr/>
            <p:nvPr/>
          </p:nvSpPr>
          <p:spPr>
            <a:xfrm>
              <a:off x="1830003" y="3506119"/>
              <a:ext cx="28422" cy="62570"/>
            </a:xfrm>
            <a:custGeom>
              <a:rect b="b" l="l" r="r" t="t"/>
              <a:pathLst>
                <a:path extrusionOk="0" h="2404" w="1092">
                  <a:moveTo>
                    <a:pt x="652" y="1"/>
                  </a:moveTo>
                  <a:cubicBezTo>
                    <a:pt x="289" y="1"/>
                    <a:pt x="1" y="295"/>
                    <a:pt x="1" y="655"/>
                  </a:cubicBezTo>
                  <a:lnTo>
                    <a:pt x="1" y="810"/>
                  </a:lnTo>
                  <a:cubicBezTo>
                    <a:pt x="1" y="997"/>
                    <a:pt x="29" y="1183"/>
                    <a:pt x="89" y="1362"/>
                  </a:cubicBezTo>
                  <a:lnTo>
                    <a:pt x="437" y="2404"/>
                  </a:lnTo>
                  <a:lnTo>
                    <a:pt x="1092" y="2404"/>
                  </a:lnTo>
                  <a:lnTo>
                    <a:pt x="1092" y="1"/>
                  </a:lnTo>
                  <a:lnTo>
                    <a:pt x="659" y="1"/>
                  </a:lnTo>
                  <a:cubicBezTo>
                    <a:pt x="657" y="1"/>
                    <a:pt x="654" y="1"/>
                    <a:pt x="65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5" name="Google Shape;21645;p91"/>
            <p:cNvSpPr/>
            <p:nvPr/>
          </p:nvSpPr>
          <p:spPr>
            <a:xfrm>
              <a:off x="1841455" y="3500367"/>
              <a:ext cx="68244" cy="68322"/>
            </a:xfrm>
            <a:custGeom>
              <a:rect b="b" l="l" r="r" t="t"/>
              <a:pathLst>
                <a:path extrusionOk="0" h="2625" w="2622">
                  <a:moveTo>
                    <a:pt x="655" y="0"/>
                  </a:moveTo>
                  <a:cubicBezTo>
                    <a:pt x="293" y="0"/>
                    <a:pt x="1" y="296"/>
                    <a:pt x="1" y="658"/>
                  </a:cubicBezTo>
                  <a:cubicBezTo>
                    <a:pt x="1" y="897"/>
                    <a:pt x="194" y="1094"/>
                    <a:pt x="437" y="1094"/>
                  </a:cubicBezTo>
                  <a:lnTo>
                    <a:pt x="2186" y="2625"/>
                  </a:lnTo>
                  <a:lnTo>
                    <a:pt x="2573" y="1270"/>
                  </a:lnTo>
                  <a:cubicBezTo>
                    <a:pt x="2604" y="1154"/>
                    <a:pt x="2622" y="1031"/>
                    <a:pt x="2622" y="911"/>
                  </a:cubicBezTo>
                  <a:lnTo>
                    <a:pt x="262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6" name="Google Shape;21646;p91"/>
            <p:cNvSpPr/>
            <p:nvPr/>
          </p:nvSpPr>
          <p:spPr>
            <a:xfrm>
              <a:off x="1852725" y="3585711"/>
              <a:ext cx="34174" cy="34174"/>
            </a:xfrm>
            <a:custGeom>
              <a:rect b="b" l="l" r="r" t="t"/>
              <a:pathLst>
                <a:path extrusionOk="0" h="1313" w="1313">
                  <a:moveTo>
                    <a:pt x="0" y="0"/>
                  </a:moveTo>
                  <a:lnTo>
                    <a:pt x="0" y="1313"/>
                  </a:lnTo>
                  <a:lnTo>
                    <a:pt x="1313" y="1313"/>
                  </a:lnTo>
                  <a:lnTo>
                    <a:pt x="1313"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7" name="Google Shape;21647;p91"/>
            <p:cNvSpPr/>
            <p:nvPr/>
          </p:nvSpPr>
          <p:spPr>
            <a:xfrm>
              <a:off x="1812981" y="3599532"/>
              <a:ext cx="113844" cy="71550"/>
            </a:xfrm>
            <a:custGeom>
              <a:rect b="b" l="l" r="r" t="t"/>
              <a:pathLst>
                <a:path extrusionOk="0" h="2749" w="4374">
                  <a:moveTo>
                    <a:pt x="1531" y="1"/>
                  </a:moveTo>
                  <a:lnTo>
                    <a:pt x="475" y="303"/>
                  </a:lnTo>
                  <a:cubicBezTo>
                    <a:pt x="194" y="381"/>
                    <a:pt x="0" y="638"/>
                    <a:pt x="0" y="933"/>
                  </a:cubicBezTo>
                  <a:lnTo>
                    <a:pt x="0" y="2749"/>
                  </a:lnTo>
                  <a:lnTo>
                    <a:pt x="4374" y="2749"/>
                  </a:lnTo>
                  <a:lnTo>
                    <a:pt x="4374" y="933"/>
                  </a:lnTo>
                  <a:cubicBezTo>
                    <a:pt x="4374" y="638"/>
                    <a:pt x="4177" y="381"/>
                    <a:pt x="3895" y="303"/>
                  </a:cubicBezTo>
                  <a:lnTo>
                    <a:pt x="2840" y="1"/>
                  </a:lnTo>
                  <a:lnTo>
                    <a:pt x="2185" y="782"/>
                  </a:lnTo>
                  <a:lnTo>
                    <a:pt x="153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8" name="Google Shape;21648;p91"/>
            <p:cNvSpPr/>
            <p:nvPr/>
          </p:nvSpPr>
          <p:spPr>
            <a:xfrm>
              <a:off x="1835599" y="3528841"/>
              <a:ext cx="68348" cy="62674"/>
            </a:xfrm>
            <a:custGeom>
              <a:rect b="b" l="l" r="r" t="t"/>
              <a:pathLst>
                <a:path extrusionOk="0" h="2408" w="2626">
                  <a:moveTo>
                    <a:pt x="845" y="0"/>
                  </a:moveTo>
                  <a:cubicBezTo>
                    <a:pt x="725" y="0"/>
                    <a:pt x="609" y="46"/>
                    <a:pt x="525" y="131"/>
                  </a:cubicBezTo>
                  <a:lnTo>
                    <a:pt x="310" y="345"/>
                  </a:lnTo>
                  <a:cubicBezTo>
                    <a:pt x="113" y="546"/>
                    <a:pt x="0" y="813"/>
                    <a:pt x="4" y="1095"/>
                  </a:cubicBezTo>
                  <a:cubicBezTo>
                    <a:pt x="0" y="1819"/>
                    <a:pt x="592" y="2407"/>
                    <a:pt x="1316" y="2407"/>
                  </a:cubicBezTo>
                  <a:cubicBezTo>
                    <a:pt x="2041" y="2404"/>
                    <a:pt x="2625" y="1816"/>
                    <a:pt x="2625" y="1091"/>
                  </a:cubicBezTo>
                  <a:lnTo>
                    <a:pt x="2625" y="813"/>
                  </a:lnTo>
                  <a:cubicBezTo>
                    <a:pt x="2625" y="697"/>
                    <a:pt x="2579" y="584"/>
                    <a:pt x="2499" y="504"/>
                  </a:cubicBezTo>
                  <a:cubicBezTo>
                    <a:pt x="2164" y="173"/>
                    <a:pt x="1541" y="25"/>
                    <a:pt x="84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9" name="Google Shape;21649;p91"/>
            <p:cNvSpPr/>
            <p:nvPr/>
          </p:nvSpPr>
          <p:spPr>
            <a:xfrm>
              <a:off x="1835781" y="3528919"/>
              <a:ext cx="68062" cy="61217"/>
            </a:xfrm>
            <a:custGeom>
              <a:rect b="b" l="l" r="r" t="t"/>
              <a:pathLst>
                <a:path extrusionOk="0" h="2352" w="2615">
                  <a:moveTo>
                    <a:pt x="829" y="1"/>
                  </a:moveTo>
                  <a:cubicBezTo>
                    <a:pt x="713" y="1"/>
                    <a:pt x="603" y="46"/>
                    <a:pt x="521" y="128"/>
                  </a:cubicBezTo>
                  <a:lnTo>
                    <a:pt x="307" y="342"/>
                  </a:lnTo>
                  <a:cubicBezTo>
                    <a:pt x="110" y="543"/>
                    <a:pt x="0" y="810"/>
                    <a:pt x="0" y="1092"/>
                  </a:cubicBezTo>
                  <a:cubicBezTo>
                    <a:pt x="0" y="1676"/>
                    <a:pt x="387" y="2189"/>
                    <a:pt x="947" y="2351"/>
                  </a:cubicBezTo>
                  <a:cubicBezTo>
                    <a:pt x="757" y="2119"/>
                    <a:pt x="655" y="1827"/>
                    <a:pt x="655" y="1528"/>
                  </a:cubicBezTo>
                  <a:lnTo>
                    <a:pt x="655" y="1092"/>
                  </a:lnTo>
                  <a:cubicBezTo>
                    <a:pt x="655" y="849"/>
                    <a:pt x="849" y="654"/>
                    <a:pt x="1088" y="654"/>
                  </a:cubicBezTo>
                  <a:cubicBezTo>
                    <a:pt x="1099" y="654"/>
                    <a:pt x="1109" y="655"/>
                    <a:pt x="1119" y="655"/>
                  </a:cubicBezTo>
                  <a:cubicBezTo>
                    <a:pt x="1559" y="684"/>
                    <a:pt x="2214" y="757"/>
                    <a:pt x="2615" y="947"/>
                  </a:cubicBezTo>
                  <a:cubicBezTo>
                    <a:pt x="2604" y="856"/>
                    <a:pt x="2562" y="567"/>
                    <a:pt x="2495" y="501"/>
                  </a:cubicBezTo>
                  <a:cubicBezTo>
                    <a:pt x="2157" y="173"/>
                    <a:pt x="1538" y="22"/>
                    <a:pt x="841" y="1"/>
                  </a:cubicBezTo>
                  <a:cubicBezTo>
                    <a:pt x="837" y="1"/>
                    <a:pt x="833" y="1"/>
                    <a:pt x="829"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0" name="Google Shape;21650;p91"/>
            <p:cNvSpPr/>
            <p:nvPr/>
          </p:nvSpPr>
          <p:spPr>
            <a:xfrm>
              <a:off x="1904286" y="3403571"/>
              <a:ext cx="170168" cy="199293"/>
            </a:xfrm>
            <a:custGeom>
              <a:rect b="b" l="l" r="r" t="t"/>
              <a:pathLst>
                <a:path extrusionOk="0" h="7657" w="6538">
                  <a:moveTo>
                    <a:pt x="3269" y="0"/>
                  </a:moveTo>
                  <a:cubicBezTo>
                    <a:pt x="1700" y="0"/>
                    <a:pt x="556" y="1084"/>
                    <a:pt x="426" y="2843"/>
                  </a:cubicBezTo>
                  <a:cubicBezTo>
                    <a:pt x="268" y="5003"/>
                    <a:pt x="85" y="6217"/>
                    <a:pt x="18" y="6625"/>
                  </a:cubicBezTo>
                  <a:cubicBezTo>
                    <a:pt x="0" y="6720"/>
                    <a:pt x="50" y="6812"/>
                    <a:pt x="134" y="6858"/>
                  </a:cubicBezTo>
                  <a:cubicBezTo>
                    <a:pt x="553" y="7072"/>
                    <a:pt x="1837" y="7656"/>
                    <a:pt x="3269" y="7656"/>
                  </a:cubicBezTo>
                  <a:cubicBezTo>
                    <a:pt x="4697" y="7656"/>
                    <a:pt x="5982" y="7069"/>
                    <a:pt x="6404" y="6858"/>
                  </a:cubicBezTo>
                  <a:cubicBezTo>
                    <a:pt x="6488" y="6812"/>
                    <a:pt x="6538" y="6720"/>
                    <a:pt x="6520" y="6625"/>
                  </a:cubicBezTo>
                  <a:cubicBezTo>
                    <a:pt x="6453" y="6221"/>
                    <a:pt x="6270" y="5007"/>
                    <a:pt x="6112" y="2843"/>
                  </a:cubicBezTo>
                  <a:cubicBezTo>
                    <a:pt x="5978" y="1084"/>
                    <a:pt x="4838" y="0"/>
                    <a:pt x="326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1" name="Google Shape;21651;p91"/>
            <p:cNvSpPr/>
            <p:nvPr/>
          </p:nvSpPr>
          <p:spPr>
            <a:xfrm>
              <a:off x="1944290" y="3403571"/>
              <a:ext cx="130164" cy="199319"/>
            </a:xfrm>
            <a:custGeom>
              <a:rect b="b" l="l" r="r" t="t"/>
              <a:pathLst>
                <a:path extrusionOk="0" h="7658" w="5001">
                  <a:moveTo>
                    <a:pt x="1732" y="0"/>
                  </a:moveTo>
                  <a:cubicBezTo>
                    <a:pt x="1623" y="0"/>
                    <a:pt x="1514" y="7"/>
                    <a:pt x="1408" y="18"/>
                  </a:cubicBezTo>
                  <a:cubicBezTo>
                    <a:pt x="187" y="141"/>
                    <a:pt x="1" y="1865"/>
                    <a:pt x="1176" y="2224"/>
                  </a:cubicBezTo>
                  <a:lnTo>
                    <a:pt x="1208" y="2231"/>
                  </a:lnTo>
                  <a:lnTo>
                    <a:pt x="1644" y="7656"/>
                  </a:lnTo>
                  <a:cubicBezTo>
                    <a:pt x="1673" y="7657"/>
                    <a:pt x="1702" y="7657"/>
                    <a:pt x="1731" y="7657"/>
                  </a:cubicBezTo>
                  <a:cubicBezTo>
                    <a:pt x="3164" y="7657"/>
                    <a:pt x="4446" y="7071"/>
                    <a:pt x="4867" y="6858"/>
                  </a:cubicBezTo>
                  <a:cubicBezTo>
                    <a:pt x="4951" y="6815"/>
                    <a:pt x="5001" y="6720"/>
                    <a:pt x="4983" y="6625"/>
                  </a:cubicBezTo>
                  <a:cubicBezTo>
                    <a:pt x="4916" y="6221"/>
                    <a:pt x="4733" y="5007"/>
                    <a:pt x="4575" y="2843"/>
                  </a:cubicBezTo>
                  <a:cubicBezTo>
                    <a:pt x="4441" y="1084"/>
                    <a:pt x="3301" y="0"/>
                    <a:pt x="173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2" name="Google Shape;21652;p91"/>
            <p:cNvSpPr/>
            <p:nvPr/>
          </p:nvSpPr>
          <p:spPr>
            <a:xfrm>
              <a:off x="1892547" y="3557315"/>
              <a:ext cx="193540" cy="113870"/>
            </a:xfrm>
            <a:custGeom>
              <a:rect b="b" l="l" r="r" t="t"/>
              <a:pathLst>
                <a:path extrusionOk="0" h="4375" w="7436">
                  <a:moveTo>
                    <a:pt x="2626" y="1"/>
                  </a:moveTo>
                  <a:lnTo>
                    <a:pt x="2626" y="961"/>
                  </a:lnTo>
                  <a:cubicBezTo>
                    <a:pt x="2626" y="1134"/>
                    <a:pt x="2524" y="1292"/>
                    <a:pt x="2365" y="1362"/>
                  </a:cubicBezTo>
                  <a:lnTo>
                    <a:pt x="525" y="2175"/>
                  </a:lnTo>
                  <a:cubicBezTo>
                    <a:pt x="205" y="2316"/>
                    <a:pt x="1" y="2629"/>
                    <a:pt x="1" y="2974"/>
                  </a:cubicBezTo>
                  <a:lnTo>
                    <a:pt x="1" y="4374"/>
                  </a:lnTo>
                  <a:lnTo>
                    <a:pt x="7435" y="4374"/>
                  </a:lnTo>
                  <a:lnTo>
                    <a:pt x="7435" y="2974"/>
                  </a:lnTo>
                  <a:cubicBezTo>
                    <a:pt x="7435" y="2629"/>
                    <a:pt x="7231" y="2316"/>
                    <a:pt x="6915" y="2175"/>
                  </a:cubicBezTo>
                  <a:lnTo>
                    <a:pt x="5075" y="1362"/>
                  </a:lnTo>
                  <a:cubicBezTo>
                    <a:pt x="4916" y="1292"/>
                    <a:pt x="4811" y="1134"/>
                    <a:pt x="4814" y="961"/>
                  </a:cubicBezTo>
                  <a:lnTo>
                    <a:pt x="4814"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3" name="Google Shape;21653;p91"/>
            <p:cNvSpPr/>
            <p:nvPr/>
          </p:nvSpPr>
          <p:spPr>
            <a:xfrm>
              <a:off x="1960869" y="3557315"/>
              <a:ext cx="57000" cy="28448"/>
            </a:xfrm>
            <a:custGeom>
              <a:rect b="b" l="l" r="r" t="t"/>
              <a:pathLst>
                <a:path extrusionOk="0" h="1093" w="2190">
                  <a:moveTo>
                    <a:pt x="1" y="1"/>
                  </a:moveTo>
                  <a:lnTo>
                    <a:pt x="1" y="873"/>
                  </a:lnTo>
                  <a:cubicBezTo>
                    <a:pt x="351" y="1019"/>
                    <a:pt x="723" y="1092"/>
                    <a:pt x="1095" y="1092"/>
                  </a:cubicBezTo>
                  <a:cubicBezTo>
                    <a:pt x="1467" y="1092"/>
                    <a:pt x="1839" y="1019"/>
                    <a:pt x="2189" y="873"/>
                  </a:cubicBezTo>
                  <a:lnTo>
                    <a:pt x="2189"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4" name="Google Shape;21654;p91"/>
            <p:cNvSpPr/>
            <p:nvPr/>
          </p:nvSpPr>
          <p:spPr>
            <a:xfrm>
              <a:off x="1892547" y="3598257"/>
              <a:ext cx="193540" cy="72929"/>
            </a:xfrm>
            <a:custGeom>
              <a:rect b="b" l="l" r="r" t="t"/>
              <a:pathLst>
                <a:path extrusionOk="0" h="2802" w="7436">
                  <a:moveTo>
                    <a:pt x="1880" y="0"/>
                  </a:moveTo>
                  <a:lnTo>
                    <a:pt x="525" y="602"/>
                  </a:lnTo>
                  <a:cubicBezTo>
                    <a:pt x="205" y="743"/>
                    <a:pt x="1" y="1056"/>
                    <a:pt x="1" y="1401"/>
                  </a:cubicBezTo>
                  <a:lnTo>
                    <a:pt x="1" y="2801"/>
                  </a:lnTo>
                  <a:lnTo>
                    <a:pt x="7435" y="2801"/>
                  </a:lnTo>
                  <a:lnTo>
                    <a:pt x="7435" y="1401"/>
                  </a:lnTo>
                  <a:cubicBezTo>
                    <a:pt x="7435" y="1056"/>
                    <a:pt x="7231" y="743"/>
                    <a:pt x="6915" y="602"/>
                  </a:cubicBezTo>
                  <a:lnTo>
                    <a:pt x="5557" y="0"/>
                  </a:lnTo>
                  <a:cubicBezTo>
                    <a:pt x="5265" y="764"/>
                    <a:pt x="4533" y="1267"/>
                    <a:pt x="3716" y="1267"/>
                  </a:cubicBezTo>
                  <a:cubicBezTo>
                    <a:pt x="2900" y="1267"/>
                    <a:pt x="2172" y="764"/>
                    <a:pt x="188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5" name="Google Shape;21655;p91"/>
            <p:cNvSpPr/>
            <p:nvPr/>
          </p:nvSpPr>
          <p:spPr>
            <a:xfrm>
              <a:off x="1932395" y="3461560"/>
              <a:ext cx="113948" cy="107077"/>
            </a:xfrm>
            <a:custGeom>
              <a:rect b="b" l="l" r="r" t="t"/>
              <a:pathLst>
                <a:path extrusionOk="0" h="4114" w="4378">
                  <a:moveTo>
                    <a:pt x="1593" y="0"/>
                  </a:moveTo>
                  <a:cubicBezTo>
                    <a:pt x="1432" y="0"/>
                    <a:pt x="1280" y="91"/>
                    <a:pt x="1204" y="239"/>
                  </a:cubicBezTo>
                  <a:cubicBezTo>
                    <a:pt x="1067" y="524"/>
                    <a:pt x="771" y="974"/>
                    <a:pt x="187" y="1375"/>
                  </a:cubicBezTo>
                  <a:cubicBezTo>
                    <a:pt x="71" y="1456"/>
                    <a:pt x="0" y="1590"/>
                    <a:pt x="4" y="1730"/>
                  </a:cubicBezTo>
                  <a:lnTo>
                    <a:pt x="4" y="1854"/>
                  </a:lnTo>
                  <a:cubicBezTo>
                    <a:pt x="4" y="3018"/>
                    <a:pt x="884" y="4035"/>
                    <a:pt x="2045" y="4109"/>
                  </a:cubicBezTo>
                  <a:cubicBezTo>
                    <a:pt x="2094" y="4112"/>
                    <a:pt x="2144" y="4114"/>
                    <a:pt x="2193" y="4114"/>
                  </a:cubicBezTo>
                  <a:cubicBezTo>
                    <a:pt x="3387" y="4114"/>
                    <a:pt x="4374" y="3144"/>
                    <a:pt x="4374" y="1927"/>
                  </a:cubicBezTo>
                  <a:lnTo>
                    <a:pt x="4374" y="1544"/>
                  </a:lnTo>
                  <a:cubicBezTo>
                    <a:pt x="4377" y="1357"/>
                    <a:pt x="4297" y="1178"/>
                    <a:pt x="4156" y="1055"/>
                  </a:cubicBezTo>
                  <a:cubicBezTo>
                    <a:pt x="3804" y="749"/>
                    <a:pt x="3016" y="210"/>
                    <a:pt x="1665" y="6"/>
                  </a:cubicBezTo>
                  <a:cubicBezTo>
                    <a:pt x="1641" y="2"/>
                    <a:pt x="1617" y="0"/>
                    <a:pt x="159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6" name="Google Shape;21656;p91"/>
            <p:cNvSpPr/>
            <p:nvPr/>
          </p:nvSpPr>
          <p:spPr>
            <a:xfrm>
              <a:off x="1932473" y="3461560"/>
              <a:ext cx="113870" cy="106687"/>
            </a:xfrm>
            <a:custGeom>
              <a:rect b="b" l="l" r="r" t="t"/>
              <a:pathLst>
                <a:path extrusionOk="0" h="4099" w="4375">
                  <a:moveTo>
                    <a:pt x="1590" y="0"/>
                  </a:moveTo>
                  <a:cubicBezTo>
                    <a:pt x="1429" y="0"/>
                    <a:pt x="1277" y="91"/>
                    <a:pt x="1201" y="239"/>
                  </a:cubicBezTo>
                  <a:cubicBezTo>
                    <a:pt x="1162" y="320"/>
                    <a:pt x="1120" y="397"/>
                    <a:pt x="1071" y="471"/>
                  </a:cubicBezTo>
                  <a:cubicBezTo>
                    <a:pt x="842" y="830"/>
                    <a:pt x="539" y="1136"/>
                    <a:pt x="187" y="1372"/>
                  </a:cubicBezTo>
                  <a:cubicBezTo>
                    <a:pt x="68" y="1452"/>
                    <a:pt x="1" y="1586"/>
                    <a:pt x="1" y="1730"/>
                  </a:cubicBezTo>
                  <a:lnTo>
                    <a:pt x="1" y="1854"/>
                  </a:lnTo>
                  <a:cubicBezTo>
                    <a:pt x="1" y="2979"/>
                    <a:pt x="821" y="3961"/>
                    <a:pt x="1922" y="4098"/>
                  </a:cubicBezTo>
                  <a:cubicBezTo>
                    <a:pt x="1531" y="3690"/>
                    <a:pt x="1313" y="3148"/>
                    <a:pt x="1313" y="2585"/>
                  </a:cubicBezTo>
                  <a:lnTo>
                    <a:pt x="1313" y="1210"/>
                  </a:lnTo>
                  <a:cubicBezTo>
                    <a:pt x="1310" y="988"/>
                    <a:pt x="1482" y="798"/>
                    <a:pt x="1704" y="777"/>
                  </a:cubicBezTo>
                  <a:cubicBezTo>
                    <a:pt x="1743" y="773"/>
                    <a:pt x="1787" y="771"/>
                    <a:pt x="1836" y="771"/>
                  </a:cubicBezTo>
                  <a:cubicBezTo>
                    <a:pt x="2444" y="771"/>
                    <a:pt x="3765" y="1087"/>
                    <a:pt x="4374" y="1491"/>
                  </a:cubicBezTo>
                  <a:cubicBezTo>
                    <a:pt x="4339" y="1438"/>
                    <a:pt x="4202" y="1097"/>
                    <a:pt x="4153" y="1055"/>
                  </a:cubicBezTo>
                  <a:cubicBezTo>
                    <a:pt x="3801" y="749"/>
                    <a:pt x="3013" y="210"/>
                    <a:pt x="1662" y="6"/>
                  </a:cubicBezTo>
                  <a:cubicBezTo>
                    <a:pt x="1638" y="2"/>
                    <a:pt x="1614" y="0"/>
                    <a:pt x="1590"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7" name="Google Shape;21657;p91"/>
            <p:cNvSpPr/>
            <p:nvPr/>
          </p:nvSpPr>
          <p:spPr>
            <a:xfrm>
              <a:off x="1892547" y="3617022"/>
              <a:ext cx="39874" cy="54163"/>
            </a:xfrm>
            <a:custGeom>
              <a:rect b="b" l="l" r="r" t="t"/>
              <a:pathLst>
                <a:path extrusionOk="0" h="2081" w="1532">
                  <a:moveTo>
                    <a:pt x="328" y="1"/>
                  </a:moveTo>
                  <a:cubicBezTo>
                    <a:pt x="124" y="166"/>
                    <a:pt x="4" y="416"/>
                    <a:pt x="1" y="680"/>
                  </a:cubicBezTo>
                  <a:lnTo>
                    <a:pt x="1" y="2080"/>
                  </a:lnTo>
                  <a:lnTo>
                    <a:pt x="1531" y="2080"/>
                  </a:lnTo>
                  <a:lnTo>
                    <a:pt x="1531" y="1478"/>
                  </a:lnTo>
                  <a:cubicBezTo>
                    <a:pt x="1531" y="1303"/>
                    <a:pt x="1465" y="1137"/>
                    <a:pt x="1341" y="1014"/>
                  </a:cubicBezTo>
                  <a:lnTo>
                    <a:pt x="328"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8" name="Google Shape;21658;p91"/>
            <p:cNvSpPr/>
            <p:nvPr/>
          </p:nvSpPr>
          <p:spPr>
            <a:xfrm>
              <a:off x="2046214" y="3617022"/>
              <a:ext cx="39874" cy="54163"/>
            </a:xfrm>
            <a:custGeom>
              <a:rect b="b" l="l" r="r" t="t"/>
              <a:pathLst>
                <a:path extrusionOk="0" h="2081" w="1532">
                  <a:moveTo>
                    <a:pt x="1204" y="1"/>
                  </a:moveTo>
                  <a:lnTo>
                    <a:pt x="194" y="1014"/>
                  </a:lnTo>
                  <a:cubicBezTo>
                    <a:pt x="71" y="1137"/>
                    <a:pt x="1" y="1303"/>
                    <a:pt x="4" y="1478"/>
                  </a:cubicBezTo>
                  <a:lnTo>
                    <a:pt x="4" y="2080"/>
                  </a:lnTo>
                  <a:lnTo>
                    <a:pt x="1531" y="2080"/>
                  </a:lnTo>
                  <a:lnTo>
                    <a:pt x="1531" y="680"/>
                  </a:lnTo>
                  <a:cubicBezTo>
                    <a:pt x="1531" y="416"/>
                    <a:pt x="1412" y="166"/>
                    <a:pt x="120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9" name="Google Shape;21659;p91"/>
            <p:cNvSpPr/>
            <p:nvPr/>
          </p:nvSpPr>
          <p:spPr>
            <a:xfrm>
              <a:off x="1927086" y="3643024"/>
              <a:ext cx="10749" cy="33367"/>
            </a:xfrm>
            <a:custGeom>
              <a:rect b="b" l="l" r="r" t="t"/>
              <a:pathLst>
                <a:path extrusionOk="0" h="1282" w="413">
                  <a:moveTo>
                    <a:pt x="204" y="1"/>
                  </a:moveTo>
                  <a:cubicBezTo>
                    <a:pt x="92" y="1"/>
                    <a:pt x="0" y="92"/>
                    <a:pt x="0" y="205"/>
                  </a:cubicBezTo>
                  <a:lnTo>
                    <a:pt x="0" y="1078"/>
                  </a:lnTo>
                  <a:cubicBezTo>
                    <a:pt x="0" y="1190"/>
                    <a:pt x="92" y="1282"/>
                    <a:pt x="204" y="1282"/>
                  </a:cubicBezTo>
                  <a:cubicBezTo>
                    <a:pt x="317" y="1282"/>
                    <a:pt x="409" y="1190"/>
                    <a:pt x="412" y="1078"/>
                  </a:cubicBezTo>
                  <a:lnTo>
                    <a:pt x="412" y="205"/>
                  </a:lnTo>
                  <a:cubicBezTo>
                    <a:pt x="412" y="92"/>
                    <a:pt x="31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0" name="Google Shape;21660;p91"/>
            <p:cNvSpPr/>
            <p:nvPr/>
          </p:nvSpPr>
          <p:spPr>
            <a:xfrm>
              <a:off x="2040904" y="3643024"/>
              <a:ext cx="10749" cy="33367"/>
            </a:xfrm>
            <a:custGeom>
              <a:rect b="b" l="l" r="r" t="t"/>
              <a:pathLst>
                <a:path extrusionOk="0" h="1282" w="413">
                  <a:moveTo>
                    <a:pt x="208" y="1"/>
                  </a:moveTo>
                  <a:cubicBezTo>
                    <a:pt x="92" y="1"/>
                    <a:pt x="1" y="92"/>
                    <a:pt x="1" y="205"/>
                  </a:cubicBezTo>
                  <a:lnTo>
                    <a:pt x="1" y="1078"/>
                  </a:lnTo>
                  <a:cubicBezTo>
                    <a:pt x="1" y="1190"/>
                    <a:pt x="92" y="1282"/>
                    <a:pt x="208" y="1282"/>
                  </a:cubicBezTo>
                  <a:cubicBezTo>
                    <a:pt x="321" y="1282"/>
                    <a:pt x="412" y="1190"/>
                    <a:pt x="412" y="1078"/>
                  </a:cubicBezTo>
                  <a:lnTo>
                    <a:pt x="412" y="205"/>
                  </a:lnTo>
                  <a:cubicBezTo>
                    <a:pt x="412" y="92"/>
                    <a:pt x="32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1" name="Google Shape;21661;p91"/>
            <p:cNvSpPr/>
            <p:nvPr/>
          </p:nvSpPr>
          <p:spPr>
            <a:xfrm>
              <a:off x="1845672" y="3523532"/>
              <a:ext cx="49114" cy="16423"/>
            </a:xfrm>
            <a:custGeom>
              <a:rect b="b" l="l" r="r" t="t"/>
              <a:pathLst>
                <a:path extrusionOk="0" h="631" w="1887">
                  <a:moveTo>
                    <a:pt x="271" y="0"/>
                  </a:moveTo>
                  <a:cubicBezTo>
                    <a:pt x="0" y="0"/>
                    <a:pt x="0" y="408"/>
                    <a:pt x="271" y="408"/>
                  </a:cubicBezTo>
                  <a:cubicBezTo>
                    <a:pt x="504" y="408"/>
                    <a:pt x="1172" y="444"/>
                    <a:pt x="1492" y="606"/>
                  </a:cubicBezTo>
                  <a:cubicBezTo>
                    <a:pt x="1527" y="623"/>
                    <a:pt x="1560" y="631"/>
                    <a:pt x="1591" y="631"/>
                  </a:cubicBezTo>
                  <a:cubicBezTo>
                    <a:pt x="1782" y="631"/>
                    <a:pt x="1887" y="345"/>
                    <a:pt x="1675" y="240"/>
                  </a:cubicBezTo>
                  <a:cubicBezTo>
                    <a:pt x="1200" y="4"/>
                    <a:pt x="310"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2" name="Google Shape;21662;p91"/>
            <p:cNvSpPr/>
            <p:nvPr/>
          </p:nvSpPr>
          <p:spPr>
            <a:xfrm>
              <a:off x="1830289" y="3631676"/>
              <a:ext cx="10723" cy="44819"/>
            </a:xfrm>
            <a:custGeom>
              <a:rect b="b" l="l" r="r" t="t"/>
              <a:pathLst>
                <a:path extrusionOk="0" h="1722" w="412">
                  <a:moveTo>
                    <a:pt x="208" y="1"/>
                  </a:moveTo>
                  <a:cubicBezTo>
                    <a:pt x="92" y="1"/>
                    <a:pt x="0" y="92"/>
                    <a:pt x="0" y="205"/>
                  </a:cubicBezTo>
                  <a:lnTo>
                    <a:pt x="0" y="1517"/>
                  </a:lnTo>
                  <a:cubicBezTo>
                    <a:pt x="0" y="1630"/>
                    <a:pt x="92" y="1721"/>
                    <a:pt x="208" y="1721"/>
                  </a:cubicBezTo>
                  <a:cubicBezTo>
                    <a:pt x="321" y="1721"/>
                    <a:pt x="412" y="1630"/>
                    <a:pt x="412" y="1517"/>
                  </a:cubicBezTo>
                  <a:lnTo>
                    <a:pt x="412" y="205"/>
                  </a:lnTo>
                  <a:cubicBezTo>
                    <a:pt x="412" y="92"/>
                    <a:pt x="32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3" name="Google Shape;21663;p91"/>
            <p:cNvSpPr/>
            <p:nvPr/>
          </p:nvSpPr>
          <p:spPr>
            <a:xfrm>
              <a:off x="1807567" y="3398339"/>
              <a:ext cx="363604" cy="278156"/>
            </a:xfrm>
            <a:custGeom>
              <a:rect b="b" l="l" r="r" t="t"/>
              <a:pathLst>
                <a:path extrusionOk="0" h="10687" w="13970">
                  <a:moveTo>
                    <a:pt x="11795" y="3252"/>
                  </a:moveTo>
                  <a:cubicBezTo>
                    <a:pt x="12164" y="3252"/>
                    <a:pt x="12463" y="3501"/>
                    <a:pt x="12463" y="3811"/>
                  </a:cubicBezTo>
                  <a:lnTo>
                    <a:pt x="12463" y="3850"/>
                  </a:lnTo>
                  <a:cubicBezTo>
                    <a:pt x="12250" y="3762"/>
                    <a:pt x="12023" y="3718"/>
                    <a:pt x="11796" y="3718"/>
                  </a:cubicBezTo>
                  <a:cubicBezTo>
                    <a:pt x="11570" y="3718"/>
                    <a:pt x="11343" y="3762"/>
                    <a:pt x="11130" y="3850"/>
                  </a:cubicBezTo>
                  <a:cubicBezTo>
                    <a:pt x="11126" y="3839"/>
                    <a:pt x="11126" y="3825"/>
                    <a:pt x="11126" y="3811"/>
                  </a:cubicBezTo>
                  <a:cubicBezTo>
                    <a:pt x="11126" y="3505"/>
                    <a:pt x="11425" y="3252"/>
                    <a:pt x="11795" y="3252"/>
                  </a:cubicBezTo>
                  <a:close/>
                  <a:moveTo>
                    <a:pt x="3720" y="4124"/>
                  </a:moveTo>
                  <a:lnTo>
                    <a:pt x="3720" y="4976"/>
                  </a:lnTo>
                  <a:cubicBezTo>
                    <a:pt x="3716" y="5113"/>
                    <a:pt x="3685" y="5247"/>
                    <a:pt x="3625" y="5370"/>
                  </a:cubicBezTo>
                  <a:lnTo>
                    <a:pt x="3523" y="5577"/>
                  </a:lnTo>
                  <a:cubicBezTo>
                    <a:pt x="3505" y="5606"/>
                    <a:pt x="3498" y="5637"/>
                    <a:pt x="3498" y="5669"/>
                  </a:cubicBezTo>
                  <a:lnTo>
                    <a:pt x="3498" y="6105"/>
                  </a:lnTo>
                  <a:cubicBezTo>
                    <a:pt x="3498" y="6721"/>
                    <a:pt x="2998" y="7214"/>
                    <a:pt x="2387" y="7214"/>
                  </a:cubicBezTo>
                  <a:cubicBezTo>
                    <a:pt x="2376" y="7214"/>
                    <a:pt x="2365" y="7214"/>
                    <a:pt x="2355" y="7213"/>
                  </a:cubicBezTo>
                  <a:cubicBezTo>
                    <a:pt x="1767" y="7196"/>
                    <a:pt x="1285" y="6675"/>
                    <a:pt x="1285" y="6052"/>
                  </a:cubicBezTo>
                  <a:lnTo>
                    <a:pt x="1285" y="5669"/>
                  </a:lnTo>
                  <a:cubicBezTo>
                    <a:pt x="1285" y="5637"/>
                    <a:pt x="1278" y="5606"/>
                    <a:pt x="1264" y="5577"/>
                  </a:cubicBezTo>
                  <a:lnTo>
                    <a:pt x="1137" y="5328"/>
                  </a:lnTo>
                  <a:cubicBezTo>
                    <a:pt x="1091" y="5233"/>
                    <a:pt x="1067" y="5131"/>
                    <a:pt x="1067" y="5028"/>
                  </a:cubicBezTo>
                  <a:lnTo>
                    <a:pt x="1067" y="5014"/>
                  </a:lnTo>
                  <a:cubicBezTo>
                    <a:pt x="1067" y="4525"/>
                    <a:pt x="1464" y="4128"/>
                    <a:pt x="1957" y="4124"/>
                  </a:cubicBezTo>
                  <a:close/>
                  <a:moveTo>
                    <a:pt x="11790" y="4128"/>
                  </a:moveTo>
                  <a:cubicBezTo>
                    <a:pt x="11791" y="4128"/>
                    <a:pt x="11793" y="4128"/>
                    <a:pt x="11795" y="4128"/>
                  </a:cubicBezTo>
                  <a:cubicBezTo>
                    <a:pt x="12527" y="4128"/>
                    <a:pt x="13121" y="4719"/>
                    <a:pt x="13121" y="5451"/>
                  </a:cubicBezTo>
                  <a:cubicBezTo>
                    <a:pt x="13121" y="5591"/>
                    <a:pt x="13097" y="5732"/>
                    <a:pt x="13054" y="5866"/>
                  </a:cubicBezTo>
                  <a:cubicBezTo>
                    <a:pt x="12474" y="5275"/>
                    <a:pt x="11450" y="5046"/>
                    <a:pt x="11401" y="5036"/>
                  </a:cubicBezTo>
                  <a:cubicBezTo>
                    <a:pt x="11386" y="5032"/>
                    <a:pt x="11370" y="5031"/>
                    <a:pt x="11356" y="5031"/>
                  </a:cubicBezTo>
                  <a:cubicBezTo>
                    <a:pt x="11247" y="5031"/>
                    <a:pt x="11154" y="5118"/>
                    <a:pt x="11154" y="5233"/>
                  </a:cubicBezTo>
                  <a:cubicBezTo>
                    <a:pt x="11154" y="5233"/>
                    <a:pt x="11144" y="5377"/>
                    <a:pt x="10992" y="5525"/>
                  </a:cubicBezTo>
                  <a:cubicBezTo>
                    <a:pt x="10846" y="5674"/>
                    <a:pt x="10983" y="5879"/>
                    <a:pt x="11143" y="5879"/>
                  </a:cubicBezTo>
                  <a:cubicBezTo>
                    <a:pt x="11190" y="5879"/>
                    <a:pt x="11240" y="5860"/>
                    <a:pt x="11285" y="5817"/>
                  </a:cubicBezTo>
                  <a:cubicBezTo>
                    <a:pt x="11380" y="5722"/>
                    <a:pt x="11453" y="5609"/>
                    <a:pt x="11506" y="5486"/>
                  </a:cubicBezTo>
                  <a:cubicBezTo>
                    <a:pt x="11851" y="5588"/>
                    <a:pt x="12565" y="5845"/>
                    <a:pt x="12885" y="6299"/>
                  </a:cubicBezTo>
                  <a:cubicBezTo>
                    <a:pt x="12792" y="6829"/>
                    <a:pt x="12329" y="7214"/>
                    <a:pt x="11795" y="7214"/>
                  </a:cubicBezTo>
                  <a:cubicBezTo>
                    <a:pt x="11783" y="7214"/>
                    <a:pt x="11771" y="7214"/>
                    <a:pt x="11760" y="7213"/>
                  </a:cubicBezTo>
                  <a:cubicBezTo>
                    <a:pt x="11207" y="7196"/>
                    <a:pt x="10753" y="6777"/>
                    <a:pt x="10693" y="6228"/>
                  </a:cubicBezTo>
                  <a:cubicBezTo>
                    <a:pt x="10690" y="6200"/>
                    <a:pt x="10679" y="6168"/>
                    <a:pt x="10665" y="6144"/>
                  </a:cubicBezTo>
                  <a:cubicBezTo>
                    <a:pt x="10121" y="5262"/>
                    <a:pt x="10755" y="4128"/>
                    <a:pt x="11790" y="4128"/>
                  </a:cubicBezTo>
                  <a:close/>
                  <a:moveTo>
                    <a:pt x="6985" y="409"/>
                  </a:moveTo>
                  <a:cubicBezTo>
                    <a:pt x="7706" y="409"/>
                    <a:pt x="8336" y="652"/>
                    <a:pt x="8804" y="1112"/>
                  </a:cubicBezTo>
                  <a:cubicBezTo>
                    <a:pt x="9279" y="1584"/>
                    <a:pt x="9564" y="2256"/>
                    <a:pt x="9624" y="3062"/>
                  </a:cubicBezTo>
                  <a:cubicBezTo>
                    <a:pt x="9786" y="5243"/>
                    <a:pt x="9969" y="6461"/>
                    <a:pt x="10039" y="6883"/>
                  </a:cubicBezTo>
                  <a:cubicBezTo>
                    <a:pt x="10039" y="6886"/>
                    <a:pt x="10039" y="6890"/>
                    <a:pt x="10035" y="6893"/>
                  </a:cubicBezTo>
                  <a:cubicBezTo>
                    <a:pt x="9838" y="7020"/>
                    <a:pt x="9420" y="7256"/>
                    <a:pt x="8758" y="7432"/>
                  </a:cubicBezTo>
                  <a:lnTo>
                    <a:pt x="8420" y="7280"/>
                  </a:lnTo>
                  <a:cubicBezTo>
                    <a:pt x="8336" y="7245"/>
                    <a:pt x="8283" y="7161"/>
                    <a:pt x="8283" y="7069"/>
                  </a:cubicBezTo>
                  <a:lnTo>
                    <a:pt x="8283" y="6366"/>
                  </a:lnTo>
                  <a:cubicBezTo>
                    <a:pt x="8962" y="5926"/>
                    <a:pt x="9374" y="5169"/>
                    <a:pt x="9377" y="4356"/>
                  </a:cubicBezTo>
                  <a:lnTo>
                    <a:pt x="9377" y="3973"/>
                  </a:lnTo>
                  <a:cubicBezTo>
                    <a:pt x="9377" y="3727"/>
                    <a:pt x="9272" y="3491"/>
                    <a:pt x="9085" y="3329"/>
                  </a:cubicBezTo>
                  <a:cubicBezTo>
                    <a:pt x="8674" y="2970"/>
                    <a:pt x="7745" y="2347"/>
                    <a:pt x="6130" y="2186"/>
                  </a:cubicBezTo>
                  <a:cubicBezTo>
                    <a:pt x="6121" y="2185"/>
                    <a:pt x="6112" y="2184"/>
                    <a:pt x="6104" y="2184"/>
                  </a:cubicBezTo>
                  <a:cubicBezTo>
                    <a:pt x="5857" y="2184"/>
                    <a:pt x="5826" y="2567"/>
                    <a:pt x="6091" y="2594"/>
                  </a:cubicBezTo>
                  <a:cubicBezTo>
                    <a:pt x="7590" y="2742"/>
                    <a:pt x="8442" y="3311"/>
                    <a:pt x="8818" y="3635"/>
                  </a:cubicBezTo>
                  <a:cubicBezTo>
                    <a:pt x="8913" y="3723"/>
                    <a:pt x="8969" y="3846"/>
                    <a:pt x="8966" y="3973"/>
                  </a:cubicBezTo>
                  <a:lnTo>
                    <a:pt x="8966" y="4356"/>
                  </a:lnTo>
                  <a:cubicBezTo>
                    <a:pt x="8966" y="5451"/>
                    <a:pt x="8079" y="6337"/>
                    <a:pt x="6985" y="6337"/>
                  </a:cubicBezTo>
                  <a:cubicBezTo>
                    <a:pt x="5891" y="6337"/>
                    <a:pt x="5004" y="5451"/>
                    <a:pt x="5004" y="4356"/>
                  </a:cubicBezTo>
                  <a:lnTo>
                    <a:pt x="5004" y="4184"/>
                  </a:lnTo>
                  <a:cubicBezTo>
                    <a:pt x="5004" y="4107"/>
                    <a:pt x="5050" y="4033"/>
                    <a:pt x="5120" y="3994"/>
                  </a:cubicBezTo>
                  <a:cubicBezTo>
                    <a:pt x="5377" y="3846"/>
                    <a:pt x="5711" y="3572"/>
                    <a:pt x="5866" y="3111"/>
                  </a:cubicBezTo>
                  <a:cubicBezTo>
                    <a:pt x="5920" y="2950"/>
                    <a:pt x="5792" y="2839"/>
                    <a:pt x="5666" y="2839"/>
                  </a:cubicBezTo>
                  <a:cubicBezTo>
                    <a:pt x="5588" y="2839"/>
                    <a:pt x="5511" y="2881"/>
                    <a:pt x="5479" y="2981"/>
                  </a:cubicBezTo>
                  <a:cubicBezTo>
                    <a:pt x="5366" y="3322"/>
                    <a:pt x="5110" y="3526"/>
                    <a:pt x="4916" y="3639"/>
                  </a:cubicBezTo>
                  <a:cubicBezTo>
                    <a:pt x="4719" y="3751"/>
                    <a:pt x="4596" y="3959"/>
                    <a:pt x="4596" y="4188"/>
                  </a:cubicBezTo>
                  <a:lnTo>
                    <a:pt x="4596" y="4356"/>
                  </a:lnTo>
                  <a:cubicBezTo>
                    <a:pt x="4596" y="5169"/>
                    <a:pt x="5008" y="5926"/>
                    <a:pt x="5687" y="6366"/>
                  </a:cubicBezTo>
                  <a:lnTo>
                    <a:pt x="5687" y="7069"/>
                  </a:lnTo>
                  <a:cubicBezTo>
                    <a:pt x="5687" y="7161"/>
                    <a:pt x="5634" y="7245"/>
                    <a:pt x="5549" y="7280"/>
                  </a:cubicBezTo>
                  <a:lnTo>
                    <a:pt x="5212" y="7432"/>
                  </a:lnTo>
                  <a:cubicBezTo>
                    <a:pt x="4554" y="7256"/>
                    <a:pt x="4131" y="7020"/>
                    <a:pt x="3938" y="6893"/>
                  </a:cubicBezTo>
                  <a:cubicBezTo>
                    <a:pt x="3931" y="6893"/>
                    <a:pt x="3931" y="6886"/>
                    <a:pt x="3931" y="6883"/>
                  </a:cubicBezTo>
                  <a:cubicBezTo>
                    <a:pt x="4001" y="6461"/>
                    <a:pt x="4188" y="5243"/>
                    <a:pt x="4346" y="3062"/>
                  </a:cubicBezTo>
                  <a:cubicBezTo>
                    <a:pt x="4406" y="2256"/>
                    <a:pt x="4691" y="1584"/>
                    <a:pt x="5166" y="1112"/>
                  </a:cubicBezTo>
                  <a:cubicBezTo>
                    <a:pt x="5634" y="652"/>
                    <a:pt x="6264" y="409"/>
                    <a:pt x="6985" y="409"/>
                  </a:cubicBezTo>
                  <a:close/>
                  <a:moveTo>
                    <a:pt x="3565" y="7069"/>
                  </a:moveTo>
                  <a:cubicBezTo>
                    <a:pt x="3597" y="7136"/>
                    <a:pt x="3649" y="7196"/>
                    <a:pt x="3713" y="7238"/>
                  </a:cubicBezTo>
                  <a:cubicBezTo>
                    <a:pt x="4005" y="7421"/>
                    <a:pt x="4314" y="7569"/>
                    <a:pt x="4642" y="7681"/>
                  </a:cubicBezTo>
                  <a:lnTo>
                    <a:pt x="4072" y="7935"/>
                  </a:lnTo>
                  <a:lnTo>
                    <a:pt x="3424" y="7752"/>
                  </a:lnTo>
                  <a:cubicBezTo>
                    <a:pt x="3252" y="7703"/>
                    <a:pt x="3252" y="7685"/>
                    <a:pt x="3252" y="7639"/>
                  </a:cubicBezTo>
                  <a:lnTo>
                    <a:pt x="3252" y="7358"/>
                  </a:lnTo>
                  <a:cubicBezTo>
                    <a:pt x="3371" y="7277"/>
                    <a:pt x="3473" y="7178"/>
                    <a:pt x="3565" y="7069"/>
                  </a:cubicBezTo>
                  <a:close/>
                  <a:moveTo>
                    <a:pt x="10437" y="6784"/>
                  </a:moveTo>
                  <a:lnTo>
                    <a:pt x="10437" y="6784"/>
                  </a:lnTo>
                  <a:cubicBezTo>
                    <a:pt x="10553" y="7013"/>
                    <a:pt x="10722" y="7210"/>
                    <a:pt x="10933" y="7358"/>
                  </a:cubicBezTo>
                  <a:lnTo>
                    <a:pt x="10933" y="7773"/>
                  </a:lnTo>
                  <a:cubicBezTo>
                    <a:pt x="10933" y="7780"/>
                    <a:pt x="10929" y="7783"/>
                    <a:pt x="10926" y="7787"/>
                  </a:cubicBezTo>
                  <a:lnTo>
                    <a:pt x="10285" y="8107"/>
                  </a:lnTo>
                  <a:lnTo>
                    <a:pt x="10264" y="8097"/>
                  </a:lnTo>
                  <a:lnTo>
                    <a:pt x="9328" y="7681"/>
                  </a:lnTo>
                  <a:cubicBezTo>
                    <a:pt x="9652" y="7569"/>
                    <a:pt x="9965" y="7421"/>
                    <a:pt x="10257" y="7238"/>
                  </a:cubicBezTo>
                  <a:cubicBezTo>
                    <a:pt x="10398" y="7147"/>
                    <a:pt x="10468" y="6978"/>
                    <a:pt x="10440" y="6812"/>
                  </a:cubicBezTo>
                  <a:lnTo>
                    <a:pt x="10437" y="6784"/>
                  </a:lnTo>
                  <a:close/>
                  <a:moveTo>
                    <a:pt x="1943" y="7548"/>
                  </a:moveTo>
                  <a:cubicBezTo>
                    <a:pt x="2073" y="7593"/>
                    <a:pt x="2207" y="7618"/>
                    <a:pt x="2348" y="7625"/>
                  </a:cubicBezTo>
                  <a:lnTo>
                    <a:pt x="2348" y="7622"/>
                  </a:lnTo>
                  <a:lnTo>
                    <a:pt x="2393" y="7622"/>
                  </a:lnTo>
                  <a:cubicBezTo>
                    <a:pt x="2545" y="7622"/>
                    <a:pt x="2699" y="7600"/>
                    <a:pt x="2844" y="7555"/>
                  </a:cubicBezTo>
                  <a:lnTo>
                    <a:pt x="2844" y="7636"/>
                  </a:lnTo>
                  <a:cubicBezTo>
                    <a:pt x="2844" y="7678"/>
                    <a:pt x="2847" y="7717"/>
                    <a:pt x="2858" y="7759"/>
                  </a:cubicBezTo>
                  <a:lnTo>
                    <a:pt x="2393" y="8220"/>
                  </a:lnTo>
                  <a:lnTo>
                    <a:pt x="1925" y="7755"/>
                  </a:lnTo>
                  <a:cubicBezTo>
                    <a:pt x="1936" y="7717"/>
                    <a:pt x="1943" y="7674"/>
                    <a:pt x="1943" y="7636"/>
                  </a:cubicBezTo>
                  <a:lnTo>
                    <a:pt x="1943" y="7548"/>
                  </a:lnTo>
                  <a:close/>
                  <a:moveTo>
                    <a:pt x="12245" y="7555"/>
                  </a:moveTo>
                  <a:lnTo>
                    <a:pt x="12245" y="7773"/>
                  </a:lnTo>
                  <a:cubicBezTo>
                    <a:pt x="12245" y="7843"/>
                    <a:pt x="12263" y="7910"/>
                    <a:pt x="12294" y="7973"/>
                  </a:cubicBezTo>
                  <a:lnTo>
                    <a:pt x="12104" y="8153"/>
                  </a:lnTo>
                  <a:cubicBezTo>
                    <a:pt x="12016" y="8236"/>
                    <a:pt x="11905" y="8277"/>
                    <a:pt x="11793" y="8277"/>
                  </a:cubicBezTo>
                  <a:cubicBezTo>
                    <a:pt x="11682" y="8277"/>
                    <a:pt x="11571" y="8236"/>
                    <a:pt x="11485" y="8153"/>
                  </a:cubicBezTo>
                  <a:lnTo>
                    <a:pt x="11482" y="8153"/>
                  </a:lnTo>
                  <a:lnTo>
                    <a:pt x="11292" y="7973"/>
                  </a:lnTo>
                  <a:cubicBezTo>
                    <a:pt x="11323" y="7910"/>
                    <a:pt x="11341" y="7843"/>
                    <a:pt x="11341" y="7773"/>
                  </a:cubicBezTo>
                  <a:lnTo>
                    <a:pt x="11341" y="7555"/>
                  </a:lnTo>
                  <a:cubicBezTo>
                    <a:pt x="11489" y="7600"/>
                    <a:pt x="11641" y="7623"/>
                    <a:pt x="11793" y="7623"/>
                  </a:cubicBezTo>
                  <a:cubicBezTo>
                    <a:pt x="11945" y="7623"/>
                    <a:pt x="12097" y="7600"/>
                    <a:pt x="12245" y="7555"/>
                  </a:cubicBezTo>
                  <a:close/>
                  <a:moveTo>
                    <a:pt x="7872" y="6580"/>
                  </a:moveTo>
                  <a:lnTo>
                    <a:pt x="7872" y="7073"/>
                  </a:lnTo>
                  <a:cubicBezTo>
                    <a:pt x="7872" y="7326"/>
                    <a:pt x="8023" y="7555"/>
                    <a:pt x="8255" y="7657"/>
                  </a:cubicBezTo>
                  <a:lnTo>
                    <a:pt x="8554" y="7790"/>
                  </a:lnTo>
                  <a:cubicBezTo>
                    <a:pt x="8253" y="8375"/>
                    <a:pt x="7652" y="8744"/>
                    <a:pt x="6994" y="8744"/>
                  </a:cubicBezTo>
                  <a:cubicBezTo>
                    <a:pt x="6991" y="8744"/>
                    <a:pt x="6988" y="8744"/>
                    <a:pt x="6985" y="8744"/>
                  </a:cubicBezTo>
                  <a:cubicBezTo>
                    <a:pt x="6982" y="8744"/>
                    <a:pt x="6979" y="8744"/>
                    <a:pt x="6976" y="8744"/>
                  </a:cubicBezTo>
                  <a:cubicBezTo>
                    <a:pt x="6318" y="8744"/>
                    <a:pt x="5717" y="8372"/>
                    <a:pt x="5416" y="7787"/>
                  </a:cubicBezTo>
                  <a:lnTo>
                    <a:pt x="5715" y="7657"/>
                  </a:lnTo>
                  <a:cubicBezTo>
                    <a:pt x="5947" y="7551"/>
                    <a:pt x="6095" y="7323"/>
                    <a:pt x="6095" y="7069"/>
                  </a:cubicBezTo>
                  <a:lnTo>
                    <a:pt x="6095" y="6580"/>
                  </a:lnTo>
                  <a:cubicBezTo>
                    <a:pt x="6380" y="6694"/>
                    <a:pt x="6681" y="6752"/>
                    <a:pt x="6983" y="6752"/>
                  </a:cubicBezTo>
                  <a:cubicBezTo>
                    <a:pt x="7285" y="6752"/>
                    <a:pt x="7587" y="6694"/>
                    <a:pt x="7872" y="6580"/>
                  </a:cubicBezTo>
                  <a:close/>
                  <a:moveTo>
                    <a:pt x="6981" y="1"/>
                  </a:moveTo>
                  <a:cubicBezTo>
                    <a:pt x="6151" y="1"/>
                    <a:pt x="5423" y="282"/>
                    <a:pt x="4877" y="820"/>
                  </a:cubicBezTo>
                  <a:cubicBezTo>
                    <a:pt x="4332" y="1355"/>
                    <a:pt x="4005" y="2126"/>
                    <a:pt x="3938" y="3030"/>
                  </a:cubicBezTo>
                  <a:cubicBezTo>
                    <a:pt x="3920" y="3273"/>
                    <a:pt x="3899" y="3498"/>
                    <a:pt x="3882" y="3716"/>
                  </a:cubicBezTo>
                  <a:lnTo>
                    <a:pt x="1957" y="3716"/>
                  </a:lnTo>
                  <a:cubicBezTo>
                    <a:pt x="1239" y="3716"/>
                    <a:pt x="659" y="4297"/>
                    <a:pt x="659" y="5014"/>
                  </a:cubicBezTo>
                  <a:lnTo>
                    <a:pt x="659" y="5025"/>
                  </a:lnTo>
                  <a:cubicBezTo>
                    <a:pt x="659" y="5194"/>
                    <a:pt x="697" y="5359"/>
                    <a:pt x="771" y="5511"/>
                  </a:cubicBezTo>
                  <a:lnTo>
                    <a:pt x="877" y="5718"/>
                  </a:lnTo>
                  <a:lnTo>
                    <a:pt x="877" y="6052"/>
                  </a:lnTo>
                  <a:cubicBezTo>
                    <a:pt x="877" y="6563"/>
                    <a:pt x="1120" y="7041"/>
                    <a:pt x="1531" y="7344"/>
                  </a:cubicBezTo>
                  <a:lnTo>
                    <a:pt x="1531" y="7639"/>
                  </a:lnTo>
                  <a:cubicBezTo>
                    <a:pt x="1531" y="7674"/>
                    <a:pt x="1507" y="7710"/>
                    <a:pt x="1471" y="7720"/>
                  </a:cubicBezTo>
                  <a:lnTo>
                    <a:pt x="627" y="7963"/>
                  </a:lnTo>
                  <a:cubicBezTo>
                    <a:pt x="258" y="8068"/>
                    <a:pt x="4" y="8406"/>
                    <a:pt x="1" y="8790"/>
                  </a:cubicBezTo>
                  <a:lnTo>
                    <a:pt x="1" y="10479"/>
                  </a:lnTo>
                  <a:cubicBezTo>
                    <a:pt x="1" y="10591"/>
                    <a:pt x="92" y="10683"/>
                    <a:pt x="205" y="10683"/>
                  </a:cubicBezTo>
                  <a:cubicBezTo>
                    <a:pt x="317" y="10683"/>
                    <a:pt x="412" y="10591"/>
                    <a:pt x="409" y="10479"/>
                  </a:cubicBezTo>
                  <a:lnTo>
                    <a:pt x="409" y="8790"/>
                  </a:lnTo>
                  <a:cubicBezTo>
                    <a:pt x="412" y="8586"/>
                    <a:pt x="546" y="8410"/>
                    <a:pt x="736" y="8353"/>
                  </a:cubicBezTo>
                  <a:lnTo>
                    <a:pt x="1584" y="8114"/>
                  </a:lnTo>
                  <a:cubicBezTo>
                    <a:pt x="1612" y="8104"/>
                    <a:pt x="1644" y="8093"/>
                    <a:pt x="1672" y="8079"/>
                  </a:cubicBezTo>
                  <a:lnTo>
                    <a:pt x="2189" y="8596"/>
                  </a:lnTo>
                  <a:lnTo>
                    <a:pt x="2189" y="10479"/>
                  </a:lnTo>
                  <a:cubicBezTo>
                    <a:pt x="2189" y="10591"/>
                    <a:pt x="2281" y="10683"/>
                    <a:pt x="2393" y="10683"/>
                  </a:cubicBezTo>
                  <a:cubicBezTo>
                    <a:pt x="2506" y="10683"/>
                    <a:pt x="2597" y="10591"/>
                    <a:pt x="2597" y="10479"/>
                  </a:cubicBezTo>
                  <a:lnTo>
                    <a:pt x="2597" y="8596"/>
                  </a:lnTo>
                  <a:lnTo>
                    <a:pt x="3118" y="8075"/>
                  </a:lnTo>
                  <a:cubicBezTo>
                    <a:pt x="3181" y="8104"/>
                    <a:pt x="3245" y="8128"/>
                    <a:pt x="3312" y="8146"/>
                  </a:cubicBezTo>
                  <a:lnTo>
                    <a:pt x="3519" y="8202"/>
                  </a:lnTo>
                  <a:cubicBezTo>
                    <a:pt x="3234" y="8406"/>
                    <a:pt x="3062" y="8733"/>
                    <a:pt x="3062" y="9082"/>
                  </a:cubicBezTo>
                  <a:lnTo>
                    <a:pt x="3062" y="10482"/>
                  </a:lnTo>
                  <a:cubicBezTo>
                    <a:pt x="3062" y="10595"/>
                    <a:pt x="3153" y="10686"/>
                    <a:pt x="3269" y="10686"/>
                  </a:cubicBezTo>
                  <a:cubicBezTo>
                    <a:pt x="3382" y="10686"/>
                    <a:pt x="3473" y="10595"/>
                    <a:pt x="3473" y="10482"/>
                  </a:cubicBezTo>
                  <a:lnTo>
                    <a:pt x="3473" y="9082"/>
                  </a:lnTo>
                  <a:cubicBezTo>
                    <a:pt x="3473" y="8818"/>
                    <a:pt x="3628" y="8579"/>
                    <a:pt x="3871" y="8470"/>
                  </a:cubicBezTo>
                  <a:lnTo>
                    <a:pt x="5043" y="7952"/>
                  </a:lnTo>
                  <a:cubicBezTo>
                    <a:pt x="5409" y="8691"/>
                    <a:pt x="6162" y="9156"/>
                    <a:pt x="6985" y="9156"/>
                  </a:cubicBezTo>
                  <a:cubicBezTo>
                    <a:pt x="7808" y="9156"/>
                    <a:pt x="8561" y="8691"/>
                    <a:pt x="8927" y="7952"/>
                  </a:cubicBezTo>
                  <a:lnTo>
                    <a:pt x="10095" y="8473"/>
                  </a:lnTo>
                  <a:cubicBezTo>
                    <a:pt x="10338" y="8579"/>
                    <a:pt x="10493" y="8818"/>
                    <a:pt x="10496" y="9085"/>
                  </a:cubicBezTo>
                  <a:lnTo>
                    <a:pt x="10496" y="10482"/>
                  </a:lnTo>
                  <a:cubicBezTo>
                    <a:pt x="10496" y="10595"/>
                    <a:pt x="10588" y="10686"/>
                    <a:pt x="10700" y="10686"/>
                  </a:cubicBezTo>
                  <a:cubicBezTo>
                    <a:pt x="10813" y="10686"/>
                    <a:pt x="10905" y="10595"/>
                    <a:pt x="10905" y="10482"/>
                  </a:cubicBezTo>
                  <a:lnTo>
                    <a:pt x="10905" y="9085"/>
                  </a:lnTo>
                  <a:cubicBezTo>
                    <a:pt x="10905" y="8828"/>
                    <a:pt x="10813" y="8579"/>
                    <a:pt x="10644" y="8385"/>
                  </a:cubicBezTo>
                  <a:lnTo>
                    <a:pt x="10961" y="8227"/>
                  </a:lnTo>
                  <a:lnTo>
                    <a:pt x="11200" y="8452"/>
                  </a:lnTo>
                  <a:cubicBezTo>
                    <a:pt x="11365" y="8610"/>
                    <a:pt x="11579" y="8689"/>
                    <a:pt x="11793" y="8689"/>
                  </a:cubicBezTo>
                  <a:cubicBezTo>
                    <a:pt x="12007" y="8689"/>
                    <a:pt x="12220" y="8610"/>
                    <a:pt x="12386" y="8452"/>
                  </a:cubicBezTo>
                  <a:lnTo>
                    <a:pt x="12625" y="8227"/>
                  </a:lnTo>
                  <a:lnTo>
                    <a:pt x="13308" y="8568"/>
                  </a:lnTo>
                  <a:cubicBezTo>
                    <a:pt x="13462" y="8642"/>
                    <a:pt x="13557" y="8800"/>
                    <a:pt x="13557" y="8973"/>
                  </a:cubicBezTo>
                  <a:lnTo>
                    <a:pt x="13557" y="10482"/>
                  </a:lnTo>
                  <a:cubicBezTo>
                    <a:pt x="13557" y="10595"/>
                    <a:pt x="13649" y="10686"/>
                    <a:pt x="13762" y="10686"/>
                  </a:cubicBezTo>
                  <a:cubicBezTo>
                    <a:pt x="13874" y="10686"/>
                    <a:pt x="13966" y="10595"/>
                    <a:pt x="13966" y="10482"/>
                  </a:cubicBezTo>
                  <a:lnTo>
                    <a:pt x="13966" y="8973"/>
                  </a:lnTo>
                  <a:cubicBezTo>
                    <a:pt x="13969" y="8645"/>
                    <a:pt x="13783" y="8346"/>
                    <a:pt x="13491" y="8199"/>
                  </a:cubicBezTo>
                  <a:lnTo>
                    <a:pt x="12664" y="7787"/>
                  </a:lnTo>
                  <a:cubicBezTo>
                    <a:pt x="12657" y="7783"/>
                    <a:pt x="12653" y="7780"/>
                    <a:pt x="12653" y="7773"/>
                  </a:cubicBezTo>
                  <a:lnTo>
                    <a:pt x="12653" y="7358"/>
                  </a:lnTo>
                  <a:cubicBezTo>
                    <a:pt x="13005" y="7115"/>
                    <a:pt x="13237" y="6738"/>
                    <a:pt x="13297" y="6316"/>
                  </a:cubicBezTo>
                  <a:cubicBezTo>
                    <a:pt x="13737" y="5560"/>
                    <a:pt x="13540" y="4589"/>
                    <a:pt x="12836" y="4064"/>
                  </a:cubicBezTo>
                  <a:cubicBezTo>
                    <a:pt x="12861" y="3984"/>
                    <a:pt x="12871" y="3896"/>
                    <a:pt x="12871" y="3811"/>
                  </a:cubicBezTo>
                  <a:cubicBezTo>
                    <a:pt x="12871" y="3276"/>
                    <a:pt x="12389" y="2840"/>
                    <a:pt x="11795" y="2840"/>
                  </a:cubicBezTo>
                  <a:cubicBezTo>
                    <a:pt x="11200" y="2840"/>
                    <a:pt x="10715" y="3276"/>
                    <a:pt x="10715" y="3811"/>
                  </a:cubicBezTo>
                  <a:cubicBezTo>
                    <a:pt x="10715" y="3896"/>
                    <a:pt x="10729" y="3984"/>
                    <a:pt x="10753" y="4064"/>
                  </a:cubicBezTo>
                  <a:cubicBezTo>
                    <a:pt x="10500" y="4254"/>
                    <a:pt x="10303" y="4511"/>
                    <a:pt x="10183" y="4803"/>
                  </a:cubicBezTo>
                  <a:cubicBezTo>
                    <a:pt x="10134" y="4307"/>
                    <a:pt x="10081" y="3716"/>
                    <a:pt x="10028" y="3030"/>
                  </a:cubicBezTo>
                  <a:cubicBezTo>
                    <a:pt x="9962" y="2126"/>
                    <a:pt x="9638" y="1359"/>
                    <a:pt x="9089" y="820"/>
                  </a:cubicBezTo>
                  <a:cubicBezTo>
                    <a:pt x="8540" y="279"/>
                    <a:pt x="7815" y="1"/>
                    <a:pt x="69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4" name="Google Shape;21664;p91"/>
            <p:cNvSpPr/>
            <p:nvPr/>
          </p:nvSpPr>
          <p:spPr>
            <a:xfrm>
              <a:off x="2137622" y="3638651"/>
              <a:ext cx="10749" cy="37740"/>
            </a:xfrm>
            <a:custGeom>
              <a:rect b="b" l="l" r="r" t="t"/>
              <a:pathLst>
                <a:path extrusionOk="0" h="1450" w="413">
                  <a:moveTo>
                    <a:pt x="208" y="0"/>
                  </a:moveTo>
                  <a:cubicBezTo>
                    <a:pt x="95" y="0"/>
                    <a:pt x="0" y="92"/>
                    <a:pt x="0" y="204"/>
                  </a:cubicBezTo>
                  <a:lnTo>
                    <a:pt x="0" y="1246"/>
                  </a:lnTo>
                  <a:cubicBezTo>
                    <a:pt x="0" y="1358"/>
                    <a:pt x="95" y="1450"/>
                    <a:pt x="208" y="1450"/>
                  </a:cubicBezTo>
                  <a:cubicBezTo>
                    <a:pt x="321" y="1450"/>
                    <a:pt x="412" y="1358"/>
                    <a:pt x="412" y="1246"/>
                  </a:cubicBezTo>
                  <a:lnTo>
                    <a:pt x="412" y="208"/>
                  </a:lnTo>
                  <a:cubicBezTo>
                    <a:pt x="412" y="92"/>
                    <a:pt x="321"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65" name="Google Shape;21665;p91"/>
          <p:cNvGrpSpPr/>
          <p:nvPr/>
        </p:nvGrpSpPr>
        <p:grpSpPr>
          <a:xfrm>
            <a:off x="2273251" y="3385065"/>
            <a:ext cx="363760" cy="304600"/>
            <a:chOff x="2273251" y="3385065"/>
            <a:chExt cx="363760" cy="304600"/>
          </a:xfrm>
        </p:grpSpPr>
        <p:sp>
          <p:nvSpPr>
            <p:cNvPr id="21666" name="Google Shape;21666;p91"/>
            <p:cNvSpPr/>
            <p:nvPr/>
          </p:nvSpPr>
          <p:spPr>
            <a:xfrm>
              <a:off x="2513641" y="3437459"/>
              <a:ext cx="70535" cy="117592"/>
            </a:xfrm>
            <a:custGeom>
              <a:rect b="b" l="l" r="r" t="t"/>
              <a:pathLst>
                <a:path extrusionOk="0" h="4518" w="2710">
                  <a:moveTo>
                    <a:pt x="904" y="0"/>
                  </a:moveTo>
                  <a:lnTo>
                    <a:pt x="904" y="538"/>
                  </a:lnTo>
                  <a:cubicBezTo>
                    <a:pt x="904" y="623"/>
                    <a:pt x="855" y="700"/>
                    <a:pt x="778" y="739"/>
                  </a:cubicBezTo>
                  <a:lnTo>
                    <a:pt x="250" y="1003"/>
                  </a:lnTo>
                  <a:cubicBezTo>
                    <a:pt x="99" y="1080"/>
                    <a:pt x="0" y="1235"/>
                    <a:pt x="0" y="1407"/>
                  </a:cubicBezTo>
                  <a:lnTo>
                    <a:pt x="0" y="4518"/>
                  </a:lnTo>
                  <a:lnTo>
                    <a:pt x="2709" y="4518"/>
                  </a:lnTo>
                  <a:lnTo>
                    <a:pt x="2709" y="1407"/>
                  </a:lnTo>
                  <a:cubicBezTo>
                    <a:pt x="2709" y="1235"/>
                    <a:pt x="2614" y="1080"/>
                    <a:pt x="2460" y="1003"/>
                  </a:cubicBezTo>
                  <a:lnTo>
                    <a:pt x="1932" y="739"/>
                  </a:lnTo>
                  <a:cubicBezTo>
                    <a:pt x="1854" y="700"/>
                    <a:pt x="1809" y="623"/>
                    <a:pt x="1809" y="538"/>
                  </a:cubicBezTo>
                  <a:lnTo>
                    <a:pt x="1809"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7" name="Google Shape;21667;p91"/>
            <p:cNvSpPr/>
            <p:nvPr/>
          </p:nvSpPr>
          <p:spPr>
            <a:xfrm>
              <a:off x="2525354" y="3555025"/>
              <a:ext cx="47110" cy="76495"/>
            </a:xfrm>
            <a:custGeom>
              <a:rect b="b" l="l" r="r" t="t"/>
              <a:pathLst>
                <a:path extrusionOk="0" h="2939" w="1810">
                  <a:moveTo>
                    <a:pt x="1" y="1"/>
                  </a:moveTo>
                  <a:lnTo>
                    <a:pt x="1" y="2939"/>
                  </a:lnTo>
                  <a:lnTo>
                    <a:pt x="1809" y="2939"/>
                  </a:lnTo>
                  <a:lnTo>
                    <a:pt x="1809"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8" name="Google Shape;21668;p91"/>
            <p:cNvSpPr/>
            <p:nvPr/>
          </p:nvSpPr>
          <p:spPr>
            <a:xfrm>
              <a:off x="2545968" y="3466844"/>
              <a:ext cx="5882" cy="88207"/>
            </a:xfrm>
            <a:custGeom>
              <a:rect b="b" l="l" r="r" t="t"/>
              <a:pathLst>
                <a:path extrusionOk="0" h="3389" w="226">
                  <a:moveTo>
                    <a:pt x="0" y="0"/>
                  </a:moveTo>
                  <a:lnTo>
                    <a:pt x="0" y="3389"/>
                  </a:lnTo>
                  <a:lnTo>
                    <a:pt x="225" y="3389"/>
                  </a:lnTo>
                  <a:lnTo>
                    <a:pt x="22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9" name="Google Shape;21669;p91"/>
            <p:cNvSpPr/>
            <p:nvPr/>
          </p:nvSpPr>
          <p:spPr>
            <a:xfrm>
              <a:off x="2537170" y="3437459"/>
              <a:ext cx="23477" cy="29411"/>
            </a:xfrm>
            <a:custGeom>
              <a:rect b="b" l="l" r="r" t="t"/>
              <a:pathLst>
                <a:path extrusionOk="0" h="1130" w="902">
                  <a:moveTo>
                    <a:pt x="0" y="0"/>
                  </a:moveTo>
                  <a:lnTo>
                    <a:pt x="0" y="676"/>
                  </a:lnTo>
                  <a:cubicBezTo>
                    <a:pt x="0" y="925"/>
                    <a:pt x="201" y="1129"/>
                    <a:pt x="451" y="1129"/>
                  </a:cubicBezTo>
                  <a:cubicBezTo>
                    <a:pt x="701" y="1129"/>
                    <a:pt x="901" y="925"/>
                    <a:pt x="901" y="676"/>
                  </a:cubicBezTo>
                  <a:lnTo>
                    <a:pt x="901"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0" name="Google Shape;21670;p91"/>
            <p:cNvSpPr/>
            <p:nvPr/>
          </p:nvSpPr>
          <p:spPr>
            <a:xfrm>
              <a:off x="2525354" y="3390375"/>
              <a:ext cx="47110" cy="52966"/>
            </a:xfrm>
            <a:custGeom>
              <a:rect b="b" l="l" r="r" t="t"/>
              <a:pathLst>
                <a:path extrusionOk="0" h="2035" w="1810">
                  <a:moveTo>
                    <a:pt x="680" y="1"/>
                  </a:moveTo>
                  <a:cubicBezTo>
                    <a:pt x="303" y="1"/>
                    <a:pt x="1" y="303"/>
                    <a:pt x="1" y="680"/>
                  </a:cubicBezTo>
                  <a:lnTo>
                    <a:pt x="1" y="1130"/>
                  </a:lnTo>
                  <a:cubicBezTo>
                    <a:pt x="1" y="1630"/>
                    <a:pt x="405" y="2034"/>
                    <a:pt x="905" y="2034"/>
                  </a:cubicBezTo>
                  <a:cubicBezTo>
                    <a:pt x="1404" y="2034"/>
                    <a:pt x="1809" y="1630"/>
                    <a:pt x="1809" y="1130"/>
                  </a:cubicBezTo>
                  <a:lnTo>
                    <a:pt x="1809" y="680"/>
                  </a:lnTo>
                  <a:cubicBezTo>
                    <a:pt x="1809"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1" name="Google Shape;21671;p91"/>
            <p:cNvSpPr/>
            <p:nvPr/>
          </p:nvSpPr>
          <p:spPr>
            <a:xfrm>
              <a:off x="2525354" y="3390375"/>
              <a:ext cx="32352" cy="52888"/>
            </a:xfrm>
            <a:custGeom>
              <a:rect b="b" l="l" r="r" t="t"/>
              <a:pathLst>
                <a:path extrusionOk="0" h="2032" w="1243">
                  <a:moveTo>
                    <a:pt x="680" y="1"/>
                  </a:moveTo>
                  <a:cubicBezTo>
                    <a:pt x="303" y="1"/>
                    <a:pt x="1" y="303"/>
                    <a:pt x="1" y="680"/>
                  </a:cubicBezTo>
                  <a:lnTo>
                    <a:pt x="1" y="1130"/>
                  </a:lnTo>
                  <a:cubicBezTo>
                    <a:pt x="1" y="1648"/>
                    <a:pt x="424" y="2032"/>
                    <a:pt x="900" y="2032"/>
                  </a:cubicBezTo>
                  <a:cubicBezTo>
                    <a:pt x="1013" y="2032"/>
                    <a:pt x="1129" y="2010"/>
                    <a:pt x="1243" y="1964"/>
                  </a:cubicBezTo>
                  <a:cubicBezTo>
                    <a:pt x="901" y="1827"/>
                    <a:pt x="680" y="1496"/>
                    <a:pt x="680" y="1130"/>
                  </a:cubicBezTo>
                  <a:lnTo>
                    <a:pt x="680" y="680"/>
                  </a:lnTo>
                  <a:cubicBezTo>
                    <a:pt x="680" y="349"/>
                    <a:pt x="919" y="67"/>
                    <a:pt x="1243" y="11"/>
                  </a:cubicBezTo>
                  <a:cubicBezTo>
                    <a:pt x="1207"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2" name="Google Shape;21672;p91"/>
            <p:cNvSpPr/>
            <p:nvPr/>
          </p:nvSpPr>
          <p:spPr>
            <a:xfrm>
              <a:off x="2525354" y="3390375"/>
              <a:ext cx="47110" cy="23555"/>
            </a:xfrm>
            <a:custGeom>
              <a:rect b="b" l="l" r="r" t="t"/>
              <a:pathLst>
                <a:path extrusionOk="0" h="905" w="1810">
                  <a:moveTo>
                    <a:pt x="680" y="1"/>
                  </a:moveTo>
                  <a:cubicBezTo>
                    <a:pt x="303" y="1"/>
                    <a:pt x="1" y="303"/>
                    <a:pt x="1" y="680"/>
                  </a:cubicBezTo>
                  <a:cubicBezTo>
                    <a:pt x="1" y="680"/>
                    <a:pt x="680" y="905"/>
                    <a:pt x="1809" y="905"/>
                  </a:cubicBezTo>
                  <a:lnTo>
                    <a:pt x="1809" y="680"/>
                  </a:lnTo>
                  <a:cubicBezTo>
                    <a:pt x="1809" y="303"/>
                    <a:pt x="1507"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3" name="Google Shape;21673;p91"/>
            <p:cNvSpPr/>
            <p:nvPr/>
          </p:nvSpPr>
          <p:spPr>
            <a:xfrm>
              <a:off x="2525354" y="3390375"/>
              <a:ext cx="32352" cy="21447"/>
            </a:xfrm>
            <a:custGeom>
              <a:rect b="b" l="l" r="r" t="t"/>
              <a:pathLst>
                <a:path extrusionOk="0" h="824" w="1243">
                  <a:moveTo>
                    <a:pt x="680" y="1"/>
                  </a:moveTo>
                  <a:cubicBezTo>
                    <a:pt x="303" y="1"/>
                    <a:pt x="1" y="303"/>
                    <a:pt x="1" y="680"/>
                  </a:cubicBezTo>
                  <a:cubicBezTo>
                    <a:pt x="222" y="743"/>
                    <a:pt x="447" y="792"/>
                    <a:pt x="680" y="824"/>
                  </a:cubicBezTo>
                  <a:lnTo>
                    <a:pt x="680" y="680"/>
                  </a:lnTo>
                  <a:cubicBezTo>
                    <a:pt x="680" y="349"/>
                    <a:pt x="919" y="67"/>
                    <a:pt x="1243" y="11"/>
                  </a:cubicBezTo>
                  <a:cubicBezTo>
                    <a:pt x="1207"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4" name="Google Shape;21674;p91"/>
            <p:cNvSpPr/>
            <p:nvPr/>
          </p:nvSpPr>
          <p:spPr>
            <a:xfrm>
              <a:off x="2513641" y="3467104"/>
              <a:ext cx="17595" cy="87947"/>
            </a:xfrm>
            <a:custGeom>
              <a:rect b="b" l="l" r="r" t="t"/>
              <a:pathLst>
                <a:path extrusionOk="0" h="3379" w="676">
                  <a:moveTo>
                    <a:pt x="92" y="1"/>
                  </a:moveTo>
                  <a:cubicBezTo>
                    <a:pt x="32" y="78"/>
                    <a:pt x="0" y="173"/>
                    <a:pt x="0" y="268"/>
                  </a:cubicBezTo>
                  <a:lnTo>
                    <a:pt x="0" y="3379"/>
                  </a:lnTo>
                  <a:lnTo>
                    <a:pt x="676" y="3379"/>
                  </a:lnTo>
                  <a:lnTo>
                    <a:pt x="676" y="666"/>
                  </a:lnTo>
                  <a:cubicBezTo>
                    <a:pt x="676" y="525"/>
                    <a:pt x="609" y="392"/>
                    <a:pt x="496" y="307"/>
                  </a:cubicBezTo>
                  <a:lnTo>
                    <a:pt x="92"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5" name="Google Shape;21675;p91"/>
            <p:cNvSpPr/>
            <p:nvPr/>
          </p:nvSpPr>
          <p:spPr>
            <a:xfrm>
              <a:off x="2566477" y="3467104"/>
              <a:ext cx="17699" cy="87947"/>
            </a:xfrm>
            <a:custGeom>
              <a:rect b="b" l="l" r="r" t="t"/>
              <a:pathLst>
                <a:path extrusionOk="0" h="3379" w="680">
                  <a:moveTo>
                    <a:pt x="588" y="1"/>
                  </a:moveTo>
                  <a:lnTo>
                    <a:pt x="183" y="307"/>
                  </a:lnTo>
                  <a:cubicBezTo>
                    <a:pt x="67" y="392"/>
                    <a:pt x="0" y="525"/>
                    <a:pt x="0" y="666"/>
                  </a:cubicBezTo>
                  <a:lnTo>
                    <a:pt x="0" y="3379"/>
                  </a:lnTo>
                  <a:lnTo>
                    <a:pt x="679" y="3379"/>
                  </a:lnTo>
                  <a:lnTo>
                    <a:pt x="679" y="268"/>
                  </a:lnTo>
                  <a:cubicBezTo>
                    <a:pt x="679" y="173"/>
                    <a:pt x="648" y="78"/>
                    <a:pt x="58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6" name="Google Shape;21676;p91"/>
            <p:cNvSpPr/>
            <p:nvPr/>
          </p:nvSpPr>
          <p:spPr>
            <a:xfrm>
              <a:off x="2325437" y="3437459"/>
              <a:ext cx="70535" cy="117592"/>
            </a:xfrm>
            <a:custGeom>
              <a:rect b="b" l="l" r="r" t="t"/>
              <a:pathLst>
                <a:path extrusionOk="0" h="4518" w="2710">
                  <a:moveTo>
                    <a:pt x="905" y="0"/>
                  </a:moveTo>
                  <a:lnTo>
                    <a:pt x="905" y="538"/>
                  </a:lnTo>
                  <a:cubicBezTo>
                    <a:pt x="905" y="623"/>
                    <a:pt x="856" y="700"/>
                    <a:pt x="782" y="739"/>
                  </a:cubicBezTo>
                  <a:lnTo>
                    <a:pt x="254" y="1003"/>
                  </a:lnTo>
                  <a:cubicBezTo>
                    <a:pt x="99" y="1080"/>
                    <a:pt x="1" y="1235"/>
                    <a:pt x="4" y="1407"/>
                  </a:cubicBezTo>
                  <a:lnTo>
                    <a:pt x="4" y="4518"/>
                  </a:lnTo>
                  <a:lnTo>
                    <a:pt x="2710" y="4518"/>
                  </a:lnTo>
                  <a:lnTo>
                    <a:pt x="2710" y="1407"/>
                  </a:lnTo>
                  <a:cubicBezTo>
                    <a:pt x="2710" y="1235"/>
                    <a:pt x="2615" y="1080"/>
                    <a:pt x="2460" y="1003"/>
                  </a:cubicBezTo>
                  <a:lnTo>
                    <a:pt x="1932" y="739"/>
                  </a:lnTo>
                  <a:cubicBezTo>
                    <a:pt x="1859" y="700"/>
                    <a:pt x="1809" y="623"/>
                    <a:pt x="1809" y="538"/>
                  </a:cubicBezTo>
                  <a:lnTo>
                    <a:pt x="180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7" name="Google Shape;21677;p91"/>
            <p:cNvSpPr/>
            <p:nvPr/>
          </p:nvSpPr>
          <p:spPr>
            <a:xfrm>
              <a:off x="2337175" y="3555025"/>
              <a:ext cx="47084" cy="76495"/>
            </a:xfrm>
            <a:custGeom>
              <a:rect b="b" l="l" r="r" t="t"/>
              <a:pathLst>
                <a:path extrusionOk="0" h="2939" w="1809">
                  <a:moveTo>
                    <a:pt x="0" y="1"/>
                  </a:moveTo>
                  <a:lnTo>
                    <a:pt x="0" y="2939"/>
                  </a:lnTo>
                  <a:lnTo>
                    <a:pt x="1809" y="2939"/>
                  </a:lnTo>
                  <a:lnTo>
                    <a:pt x="1809"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8" name="Google Shape;21678;p91"/>
            <p:cNvSpPr/>
            <p:nvPr/>
          </p:nvSpPr>
          <p:spPr>
            <a:xfrm>
              <a:off x="2357763" y="3466844"/>
              <a:ext cx="5882" cy="88207"/>
            </a:xfrm>
            <a:custGeom>
              <a:rect b="b" l="l" r="r" t="t"/>
              <a:pathLst>
                <a:path extrusionOk="0" h="3389" w="226">
                  <a:moveTo>
                    <a:pt x="1" y="0"/>
                  </a:moveTo>
                  <a:lnTo>
                    <a:pt x="1" y="3389"/>
                  </a:lnTo>
                  <a:lnTo>
                    <a:pt x="226" y="3389"/>
                  </a:lnTo>
                  <a:lnTo>
                    <a:pt x="226"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9" name="Google Shape;21679;p91"/>
            <p:cNvSpPr/>
            <p:nvPr/>
          </p:nvSpPr>
          <p:spPr>
            <a:xfrm>
              <a:off x="2348991" y="3437459"/>
              <a:ext cx="23555" cy="29411"/>
            </a:xfrm>
            <a:custGeom>
              <a:rect b="b" l="l" r="r" t="t"/>
              <a:pathLst>
                <a:path extrusionOk="0" h="1130" w="905">
                  <a:moveTo>
                    <a:pt x="0" y="0"/>
                  </a:moveTo>
                  <a:lnTo>
                    <a:pt x="0" y="676"/>
                  </a:lnTo>
                  <a:cubicBezTo>
                    <a:pt x="0" y="925"/>
                    <a:pt x="201" y="1129"/>
                    <a:pt x="450" y="1129"/>
                  </a:cubicBezTo>
                  <a:cubicBezTo>
                    <a:pt x="700" y="1129"/>
                    <a:pt x="904" y="925"/>
                    <a:pt x="904" y="676"/>
                  </a:cubicBezTo>
                  <a:lnTo>
                    <a:pt x="90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0" name="Google Shape;21680;p91"/>
            <p:cNvSpPr/>
            <p:nvPr/>
          </p:nvSpPr>
          <p:spPr>
            <a:xfrm>
              <a:off x="2337175" y="3390375"/>
              <a:ext cx="47084" cy="52966"/>
            </a:xfrm>
            <a:custGeom>
              <a:rect b="b" l="l" r="r" t="t"/>
              <a:pathLst>
                <a:path extrusionOk="0" h="2035" w="1809">
                  <a:moveTo>
                    <a:pt x="679" y="1"/>
                  </a:moveTo>
                  <a:cubicBezTo>
                    <a:pt x="303" y="1"/>
                    <a:pt x="0" y="303"/>
                    <a:pt x="0" y="680"/>
                  </a:cubicBezTo>
                  <a:lnTo>
                    <a:pt x="0" y="1130"/>
                  </a:lnTo>
                  <a:cubicBezTo>
                    <a:pt x="0" y="1630"/>
                    <a:pt x="405" y="2034"/>
                    <a:pt x="904" y="2034"/>
                  </a:cubicBezTo>
                  <a:cubicBezTo>
                    <a:pt x="1404" y="2034"/>
                    <a:pt x="1809" y="1630"/>
                    <a:pt x="1809" y="1130"/>
                  </a:cubicBezTo>
                  <a:lnTo>
                    <a:pt x="1809" y="680"/>
                  </a:lnTo>
                  <a:cubicBezTo>
                    <a:pt x="1809" y="303"/>
                    <a:pt x="1506"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1" name="Google Shape;21681;p91"/>
            <p:cNvSpPr/>
            <p:nvPr/>
          </p:nvSpPr>
          <p:spPr>
            <a:xfrm>
              <a:off x="2337175" y="3390375"/>
              <a:ext cx="32352" cy="52888"/>
            </a:xfrm>
            <a:custGeom>
              <a:rect b="b" l="l" r="r" t="t"/>
              <a:pathLst>
                <a:path extrusionOk="0" h="2032" w="1243">
                  <a:moveTo>
                    <a:pt x="679" y="1"/>
                  </a:moveTo>
                  <a:cubicBezTo>
                    <a:pt x="303" y="1"/>
                    <a:pt x="0" y="303"/>
                    <a:pt x="0" y="680"/>
                  </a:cubicBezTo>
                  <a:lnTo>
                    <a:pt x="0" y="1130"/>
                  </a:lnTo>
                  <a:cubicBezTo>
                    <a:pt x="0" y="1648"/>
                    <a:pt x="426" y="2032"/>
                    <a:pt x="901" y="2032"/>
                  </a:cubicBezTo>
                  <a:cubicBezTo>
                    <a:pt x="1013" y="2032"/>
                    <a:pt x="1129" y="2010"/>
                    <a:pt x="1242" y="1964"/>
                  </a:cubicBezTo>
                  <a:cubicBezTo>
                    <a:pt x="904" y="1827"/>
                    <a:pt x="679" y="1496"/>
                    <a:pt x="679" y="1130"/>
                  </a:cubicBezTo>
                  <a:lnTo>
                    <a:pt x="679" y="680"/>
                  </a:lnTo>
                  <a:cubicBezTo>
                    <a:pt x="679" y="349"/>
                    <a:pt x="918" y="67"/>
                    <a:pt x="1242" y="11"/>
                  </a:cubicBezTo>
                  <a:cubicBezTo>
                    <a:pt x="1207" y="4"/>
                    <a:pt x="1168"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2" name="Google Shape;21682;p91"/>
            <p:cNvSpPr/>
            <p:nvPr/>
          </p:nvSpPr>
          <p:spPr>
            <a:xfrm>
              <a:off x="2337175" y="3390375"/>
              <a:ext cx="47084" cy="23555"/>
            </a:xfrm>
            <a:custGeom>
              <a:rect b="b" l="l" r="r" t="t"/>
              <a:pathLst>
                <a:path extrusionOk="0" h="905" w="1809">
                  <a:moveTo>
                    <a:pt x="679" y="1"/>
                  </a:moveTo>
                  <a:cubicBezTo>
                    <a:pt x="306" y="1"/>
                    <a:pt x="0" y="303"/>
                    <a:pt x="0" y="680"/>
                  </a:cubicBezTo>
                  <a:cubicBezTo>
                    <a:pt x="0" y="680"/>
                    <a:pt x="679" y="905"/>
                    <a:pt x="1809" y="905"/>
                  </a:cubicBezTo>
                  <a:lnTo>
                    <a:pt x="1809" y="680"/>
                  </a:lnTo>
                  <a:cubicBezTo>
                    <a:pt x="1809" y="303"/>
                    <a:pt x="1506"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3" name="Google Shape;21683;p91"/>
            <p:cNvSpPr/>
            <p:nvPr/>
          </p:nvSpPr>
          <p:spPr>
            <a:xfrm>
              <a:off x="2337175" y="3390375"/>
              <a:ext cx="32352" cy="21447"/>
            </a:xfrm>
            <a:custGeom>
              <a:rect b="b" l="l" r="r" t="t"/>
              <a:pathLst>
                <a:path extrusionOk="0" h="824" w="1243">
                  <a:moveTo>
                    <a:pt x="679" y="1"/>
                  </a:moveTo>
                  <a:cubicBezTo>
                    <a:pt x="303" y="1"/>
                    <a:pt x="0" y="303"/>
                    <a:pt x="0" y="680"/>
                  </a:cubicBezTo>
                  <a:cubicBezTo>
                    <a:pt x="222" y="743"/>
                    <a:pt x="450" y="792"/>
                    <a:pt x="679" y="824"/>
                  </a:cubicBezTo>
                  <a:lnTo>
                    <a:pt x="679" y="680"/>
                  </a:lnTo>
                  <a:cubicBezTo>
                    <a:pt x="679" y="349"/>
                    <a:pt x="918" y="67"/>
                    <a:pt x="1242" y="11"/>
                  </a:cubicBezTo>
                  <a:cubicBezTo>
                    <a:pt x="1207" y="4"/>
                    <a:pt x="1168"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4" name="Google Shape;21684;p91"/>
            <p:cNvSpPr/>
            <p:nvPr/>
          </p:nvSpPr>
          <p:spPr>
            <a:xfrm>
              <a:off x="2325437" y="3467104"/>
              <a:ext cx="17621" cy="87947"/>
            </a:xfrm>
            <a:custGeom>
              <a:rect b="b" l="l" r="r" t="t"/>
              <a:pathLst>
                <a:path extrusionOk="0" h="3379" w="677">
                  <a:moveTo>
                    <a:pt x="92" y="1"/>
                  </a:moveTo>
                  <a:cubicBezTo>
                    <a:pt x="32" y="78"/>
                    <a:pt x="1" y="173"/>
                    <a:pt x="1" y="268"/>
                  </a:cubicBezTo>
                  <a:lnTo>
                    <a:pt x="1" y="3379"/>
                  </a:lnTo>
                  <a:lnTo>
                    <a:pt x="676" y="3379"/>
                  </a:lnTo>
                  <a:lnTo>
                    <a:pt x="676" y="666"/>
                  </a:lnTo>
                  <a:cubicBezTo>
                    <a:pt x="676" y="525"/>
                    <a:pt x="609" y="392"/>
                    <a:pt x="497" y="307"/>
                  </a:cubicBezTo>
                  <a:lnTo>
                    <a:pt x="9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5" name="Google Shape;21685;p91"/>
            <p:cNvSpPr/>
            <p:nvPr/>
          </p:nvSpPr>
          <p:spPr>
            <a:xfrm>
              <a:off x="2378376" y="3467104"/>
              <a:ext cx="17595" cy="87947"/>
            </a:xfrm>
            <a:custGeom>
              <a:rect b="b" l="l" r="r" t="t"/>
              <a:pathLst>
                <a:path extrusionOk="0" h="3379" w="676">
                  <a:moveTo>
                    <a:pt x="585" y="1"/>
                  </a:moveTo>
                  <a:lnTo>
                    <a:pt x="180" y="307"/>
                  </a:lnTo>
                  <a:cubicBezTo>
                    <a:pt x="67" y="392"/>
                    <a:pt x="0" y="525"/>
                    <a:pt x="0" y="666"/>
                  </a:cubicBezTo>
                  <a:lnTo>
                    <a:pt x="0" y="3379"/>
                  </a:lnTo>
                  <a:lnTo>
                    <a:pt x="676" y="3379"/>
                  </a:lnTo>
                  <a:lnTo>
                    <a:pt x="676" y="268"/>
                  </a:lnTo>
                  <a:cubicBezTo>
                    <a:pt x="676" y="173"/>
                    <a:pt x="644" y="78"/>
                    <a:pt x="58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6" name="Google Shape;21686;p91"/>
            <p:cNvSpPr/>
            <p:nvPr/>
          </p:nvSpPr>
          <p:spPr>
            <a:xfrm>
              <a:off x="2419500" y="3437459"/>
              <a:ext cx="70613" cy="117592"/>
            </a:xfrm>
            <a:custGeom>
              <a:rect b="b" l="l" r="r" t="t"/>
              <a:pathLst>
                <a:path extrusionOk="0" h="4518" w="2713">
                  <a:moveTo>
                    <a:pt x="904" y="0"/>
                  </a:moveTo>
                  <a:lnTo>
                    <a:pt x="904" y="538"/>
                  </a:lnTo>
                  <a:cubicBezTo>
                    <a:pt x="904" y="623"/>
                    <a:pt x="855" y="700"/>
                    <a:pt x="781" y="739"/>
                  </a:cubicBezTo>
                  <a:lnTo>
                    <a:pt x="254" y="1003"/>
                  </a:lnTo>
                  <a:cubicBezTo>
                    <a:pt x="99" y="1080"/>
                    <a:pt x="0" y="1235"/>
                    <a:pt x="4" y="1407"/>
                  </a:cubicBezTo>
                  <a:lnTo>
                    <a:pt x="4" y="4518"/>
                  </a:lnTo>
                  <a:lnTo>
                    <a:pt x="2713" y="4518"/>
                  </a:lnTo>
                  <a:lnTo>
                    <a:pt x="2713" y="1407"/>
                  </a:lnTo>
                  <a:cubicBezTo>
                    <a:pt x="2713" y="1235"/>
                    <a:pt x="2614" y="1080"/>
                    <a:pt x="2463" y="1003"/>
                  </a:cubicBezTo>
                  <a:lnTo>
                    <a:pt x="1935" y="739"/>
                  </a:lnTo>
                  <a:cubicBezTo>
                    <a:pt x="1858" y="700"/>
                    <a:pt x="1809" y="623"/>
                    <a:pt x="1809" y="538"/>
                  </a:cubicBezTo>
                  <a:lnTo>
                    <a:pt x="1809"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7" name="Google Shape;21687;p91"/>
            <p:cNvSpPr/>
            <p:nvPr/>
          </p:nvSpPr>
          <p:spPr>
            <a:xfrm>
              <a:off x="2431316" y="3555025"/>
              <a:ext cx="47006" cy="76495"/>
            </a:xfrm>
            <a:custGeom>
              <a:rect b="b" l="l" r="r" t="t"/>
              <a:pathLst>
                <a:path extrusionOk="0" h="2939" w="1806">
                  <a:moveTo>
                    <a:pt x="0" y="1"/>
                  </a:moveTo>
                  <a:lnTo>
                    <a:pt x="0" y="2939"/>
                  </a:lnTo>
                  <a:lnTo>
                    <a:pt x="1805" y="2939"/>
                  </a:lnTo>
                  <a:lnTo>
                    <a:pt x="180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8" name="Google Shape;21688;p91"/>
            <p:cNvSpPr/>
            <p:nvPr/>
          </p:nvSpPr>
          <p:spPr>
            <a:xfrm>
              <a:off x="2451826" y="3466844"/>
              <a:ext cx="5960" cy="88207"/>
            </a:xfrm>
            <a:custGeom>
              <a:rect b="b" l="l" r="r" t="t"/>
              <a:pathLst>
                <a:path extrusionOk="0" h="3389" w="229">
                  <a:moveTo>
                    <a:pt x="0" y="0"/>
                  </a:moveTo>
                  <a:lnTo>
                    <a:pt x="0" y="3389"/>
                  </a:lnTo>
                  <a:lnTo>
                    <a:pt x="229" y="3389"/>
                  </a:lnTo>
                  <a:lnTo>
                    <a:pt x="229"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9" name="Google Shape;21689;p91"/>
            <p:cNvSpPr/>
            <p:nvPr/>
          </p:nvSpPr>
          <p:spPr>
            <a:xfrm>
              <a:off x="2443029" y="3437459"/>
              <a:ext cx="23555" cy="29411"/>
            </a:xfrm>
            <a:custGeom>
              <a:rect b="b" l="l" r="r" t="t"/>
              <a:pathLst>
                <a:path extrusionOk="0" h="1130" w="905">
                  <a:moveTo>
                    <a:pt x="0" y="0"/>
                  </a:moveTo>
                  <a:lnTo>
                    <a:pt x="0" y="676"/>
                  </a:lnTo>
                  <a:cubicBezTo>
                    <a:pt x="0" y="925"/>
                    <a:pt x="205" y="1129"/>
                    <a:pt x="454" y="1129"/>
                  </a:cubicBezTo>
                  <a:cubicBezTo>
                    <a:pt x="701" y="1129"/>
                    <a:pt x="905" y="925"/>
                    <a:pt x="905" y="676"/>
                  </a:cubicBezTo>
                  <a:lnTo>
                    <a:pt x="905"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0" name="Google Shape;21690;p91"/>
            <p:cNvSpPr/>
            <p:nvPr/>
          </p:nvSpPr>
          <p:spPr>
            <a:xfrm>
              <a:off x="2431316" y="3390375"/>
              <a:ext cx="47006" cy="52966"/>
            </a:xfrm>
            <a:custGeom>
              <a:rect b="b" l="l" r="r" t="t"/>
              <a:pathLst>
                <a:path extrusionOk="0" h="2035" w="1806">
                  <a:moveTo>
                    <a:pt x="676" y="1"/>
                  </a:moveTo>
                  <a:cubicBezTo>
                    <a:pt x="303" y="1"/>
                    <a:pt x="0" y="303"/>
                    <a:pt x="0" y="680"/>
                  </a:cubicBezTo>
                  <a:lnTo>
                    <a:pt x="0" y="1130"/>
                  </a:lnTo>
                  <a:cubicBezTo>
                    <a:pt x="0" y="1630"/>
                    <a:pt x="405" y="2034"/>
                    <a:pt x="904" y="2034"/>
                  </a:cubicBezTo>
                  <a:cubicBezTo>
                    <a:pt x="1400" y="2034"/>
                    <a:pt x="1805" y="1630"/>
                    <a:pt x="1805" y="1130"/>
                  </a:cubicBezTo>
                  <a:lnTo>
                    <a:pt x="1805" y="680"/>
                  </a:lnTo>
                  <a:cubicBezTo>
                    <a:pt x="1805"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1" name="Google Shape;21691;p91"/>
            <p:cNvSpPr/>
            <p:nvPr/>
          </p:nvSpPr>
          <p:spPr>
            <a:xfrm>
              <a:off x="2431238" y="3390375"/>
              <a:ext cx="32430" cy="52888"/>
            </a:xfrm>
            <a:custGeom>
              <a:rect b="b" l="l" r="r" t="t"/>
              <a:pathLst>
                <a:path extrusionOk="0" h="2032" w="1246">
                  <a:moveTo>
                    <a:pt x="679" y="1"/>
                  </a:moveTo>
                  <a:cubicBezTo>
                    <a:pt x="306" y="1"/>
                    <a:pt x="3" y="303"/>
                    <a:pt x="3" y="680"/>
                  </a:cubicBezTo>
                  <a:lnTo>
                    <a:pt x="3" y="1130"/>
                  </a:lnTo>
                  <a:cubicBezTo>
                    <a:pt x="0" y="1648"/>
                    <a:pt x="425" y="2032"/>
                    <a:pt x="902" y="2032"/>
                  </a:cubicBezTo>
                  <a:cubicBezTo>
                    <a:pt x="1015" y="2032"/>
                    <a:pt x="1131" y="2010"/>
                    <a:pt x="1245" y="1964"/>
                  </a:cubicBezTo>
                  <a:cubicBezTo>
                    <a:pt x="904" y="1827"/>
                    <a:pt x="679" y="1496"/>
                    <a:pt x="679" y="1130"/>
                  </a:cubicBezTo>
                  <a:lnTo>
                    <a:pt x="679" y="680"/>
                  </a:lnTo>
                  <a:cubicBezTo>
                    <a:pt x="679" y="349"/>
                    <a:pt x="918" y="67"/>
                    <a:pt x="1245" y="11"/>
                  </a:cubicBezTo>
                  <a:cubicBezTo>
                    <a:pt x="1206" y="4"/>
                    <a:pt x="1168" y="1"/>
                    <a:pt x="113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2" name="Google Shape;21692;p91"/>
            <p:cNvSpPr/>
            <p:nvPr/>
          </p:nvSpPr>
          <p:spPr>
            <a:xfrm>
              <a:off x="2431316" y="3390375"/>
              <a:ext cx="47006" cy="23555"/>
            </a:xfrm>
            <a:custGeom>
              <a:rect b="b" l="l" r="r" t="t"/>
              <a:pathLst>
                <a:path extrusionOk="0" h="905" w="1806">
                  <a:moveTo>
                    <a:pt x="676" y="1"/>
                  </a:moveTo>
                  <a:cubicBezTo>
                    <a:pt x="303" y="1"/>
                    <a:pt x="0" y="303"/>
                    <a:pt x="0" y="680"/>
                  </a:cubicBezTo>
                  <a:cubicBezTo>
                    <a:pt x="0" y="680"/>
                    <a:pt x="676" y="905"/>
                    <a:pt x="1805" y="905"/>
                  </a:cubicBezTo>
                  <a:lnTo>
                    <a:pt x="1805" y="680"/>
                  </a:lnTo>
                  <a:cubicBezTo>
                    <a:pt x="1805" y="303"/>
                    <a:pt x="1503"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3" name="Google Shape;21693;p91"/>
            <p:cNvSpPr/>
            <p:nvPr/>
          </p:nvSpPr>
          <p:spPr>
            <a:xfrm>
              <a:off x="2431316" y="3390375"/>
              <a:ext cx="32352" cy="21447"/>
            </a:xfrm>
            <a:custGeom>
              <a:rect b="b" l="l" r="r" t="t"/>
              <a:pathLst>
                <a:path extrusionOk="0" h="824" w="1243">
                  <a:moveTo>
                    <a:pt x="676" y="1"/>
                  </a:moveTo>
                  <a:cubicBezTo>
                    <a:pt x="303" y="1"/>
                    <a:pt x="0" y="303"/>
                    <a:pt x="0" y="680"/>
                  </a:cubicBezTo>
                  <a:cubicBezTo>
                    <a:pt x="222" y="743"/>
                    <a:pt x="447" y="792"/>
                    <a:pt x="676" y="824"/>
                  </a:cubicBezTo>
                  <a:lnTo>
                    <a:pt x="676" y="680"/>
                  </a:lnTo>
                  <a:cubicBezTo>
                    <a:pt x="676" y="349"/>
                    <a:pt x="915" y="67"/>
                    <a:pt x="1242" y="11"/>
                  </a:cubicBezTo>
                  <a:cubicBezTo>
                    <a:pt x="1203" y="4"/>
                    <a:pt x="1165"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4" name="Google Shape;21694;p91"/>
            <p:cNvSpPr/>
            <p:nvPr/>
          </p:nvSpPr>
          <p:spPr>
            <a:xfrm>
              <a:off x="2419500" y="3467104"/>
              <a:ext cx="17699" cy="87947"/>
            </a:xfrm>
            <a:custGeom>
              <a:rect b="b" l="l" r="r" t="t"/>
              <a:pathLst>
                <a:path extrusionOk="0" h="3379" w="680">
                  <a:moveTo>
                    <a:pt x="92" y="1"/>
                  </a:moveTo>
                  <a:cubicBezTo>
                    <a:pt x="35" y="78"/>
                    <a:pt x="4" y="173"/>
                    <a:pt x="0" y="268"/>
                  </a:cubicBezTo>
                  <a:lnTo>
                    <a:pt x="0" y="3379"/>
                  </a:lnTo>
                  <a:lnTo>
                    <a:pt x="679" y="3379"/>
                  </a:lnTo>
                  <a:lnTo>
                    <a:pt x="679" y="666"/>
                  </a:lnTo>
                  <a:cubicBezTo>
                    <a:pt x="679" y="525"/>
                    <a:pt x="612" y="392"/>
                    <a:pt x="500" y="307"/>
                  </a:cubicBezTo>
                  <a:lnTo>
                    <a:pt x="9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5" name="Google Shape;21695;p91"/>
            <p:cNvSpPr/>
            <p:nvPr/>
          </p:nvSpPr>
          <p:spPr>
            <a:xfrm>
              <a:off x="2472414" y="3467104"/>
              <a:ext cx="17699" cy="87947"/>
            </a:xfrm>
            <a:custGeom>
              <a:rect b="b" l="l" r="r" t="t"/>
              <a:pathLst>
                <a:path extrusionOk="0" h="3379" w="680">
                  <a:moveTo>
                    <a:pt x="589" y="1"/>
                  </a:moveTo>
                  <a:lnTo>
                    <a:pt x="184" y="307"/>
                  </a:lnTo>
                  <a:cubicBezTo>
                    <a:pt x="68" y="392"/>
                    <a:pt x="1" y="525"/>
                    <a:pt x="1" y="666"/>
                  </a:cubicBezTo>
                  <a:lnTo>
                    <a:pt x="1" y="3379"/>
                  </a:lnTo>
                  <a:lnTo>
                    <a:pt x="680" y="3379"/>
                  </a:lnTo>
                  <a:lnTo>
                    <a:pt x="680" y="268"/>
                  </a:lnTo>
                  <a:cubicBezTo>
                    <a:pt x="676" y="173"/>
                    <a:pt x="645" y="78"/>
                    <a:pt x="58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6" name="Google Shape;21696;p91"/>
            <p:cNvSpPr/>
            <p:nvPr/>
          </p:nvSpPr>
          <p:spPr>
            <a:xfrm>
              <a:off x="2278457" y="3537352"/>
              <a:ext cx="70561" cy="147003"/>
            </a:xfrm>
            <a:custGeom>
              <a:rect b="b" l="l" r="r" t="t"/>
              <a:pathLst>
                <a:path extrusionOk="0" h="5648" w="2711">
                  <a:moveTo>
                    <a:pt x="902" y="1"/>
                  </a:moveTo>
                  <a:lnTo>
                    <a:pt x="902" y="539"/>
                  </a:lnTo>
                  <a:cubicBezTo>
                    <a:pt x="902" y="627"/>
                    <a:pt x="852"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298" y="4462"/>
                    <a:pt x="2372" y="4349"/>
                  </a:cubicBezTo>
                  <a:lnTo>
                    <a:pt x="2597" y="4012"/>
                  </a:lnTo>
                  <a:cubicBezTo>
                    <a:pt x="2671" y="3903"/>
                    <a:pt x="2710" y="3772"/>
                    <a:pt x="2710" y="3639"/>
                  </a:cubicBezTo>
                  <a:lnTo>
                    <a:pt x="2710" y="1412"/>
                  </a:lnTo>
                  <a:cubicBezTo>
                    <a:pt x="2710" y="1239"/>
                    <a:pt x="2611" y="1081"/>
                    <a:pt x="2460" y="1007"/>
                  </a:cubicBezTo>
                  <a:lnTo>
                    <a:pt x="1932" y="743"/>
                  </a:lnTo>
                  <a:cubicBezTo>
                    <a:pt x="1855" y="704"/>
                    <a:pt x="1806" y="627"/>
                    <a:pt x="1806" y="539"/>
                  </a:cubicBezTo>
                  <a:lnTo>
                    <a:pt x="180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7" name="Google Shape;21697;p91"/>
            <p:cNvSpPr/>
            <p:nvPr/>
          </p:nvSpPr>
          <p:spPr>
            <a:xfrm>
              <a:off x="2278379" y="3567128"/>
              <a:ext cx="17699" cy="93803"/>
            </a:xfrm>
            <a:custGeom>
              <a:rect b="b" l="l" r="r" t="t"/>
              <a:pathLst>
                <a:path extrusionOk="0" h="3604" w="680">
                  <a:moveTo>
                    <a:pt x="92" y="0"/>
                  </a:moveTo>
                  <a:cubicBezTo>
                    <a:pt x="35" y="78"/>
                    <a:pt x="0" y="169"/>
                    <a:pt x="0" y="268"/>
                  </a:cubicBezTo>
                  <a:lnTo>
                    <a:pt x="0" y="2495"/>
                  </a:lnTo>
                  <a:cubicBezTo>
                    <a:pt x="0" y="2628"/>
                    <a:pt x="39" y="2759"/>
                    <a:pt x="116" y="2868"/>
                  </a:cubicBezTo>
                  <a:lnTo>
                    <a:pt x="338" y="3205"/>
                  </a:lnTo>
                  <a:cubicBezTo>
                    <a:pt x="412" y="3318"/>
                    <a:pt x="451" y="3448"/>
                    <a:pt x="454" y="3582"/>
                  </a:cubicBezTo>
                  <a:lnTo>
                    <a:pt x="454" y="3603"/>
                  </a:lnTo>
                  <a:lnTo>
                    <a:pt x="679" y="3603"/>
                  </a:lnTo>
                  <a:lnTo>
                    <a:pt x="679" y="665"/>
                  </a:lnTo>
                  <a:cubicBezTo>
                    <a:pt x="679" y="521"/>
                    <a:pt x="612" y="387"/>
                    <a:pt x="496" y="303"/>
                  </a:cubicBezTo>
                  <a:lnTo>
                    <a:pt x="9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8" name="Google Shape;21698;p91"/>
            <p:cNvSpPr/>
            <p:nvPr/>
          </p:nvSpPr>
          <p:spPr>
            <a:xfrm>
              <a:off x="2331293" y="3567128"/>
              <a:ext cx="17725" cy="93803"/>
            </a:xfrm>
            <a:custGeom>
              <a:rect b="b" l="l" r="r" t="t"/>
              <a:pathLst>
                <a:path extrusionOk="0" h="3604" w="681">
                  <a:moveTo>
                    <a:pt x="589"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9"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9" name="Google Shape;21699;p91"/>
            <p:cNvSpPr/>
            <p:nvPr/>
          </p:nvSpPr>
          <p:spPr>
            <a:xfrm>
              <a:off x="2290195" y="3649088"/>
              <a:ext cx="47006" cy="35267"/>
            </a:xfrm>
            <a:custGeom>
              <a:rect b="b" l="l" r="r" t="t"/>
              <a:pathLst>
                <a:path extrusionOk="0" h="1355" w="1806">
                  <a:moveTo>
                    <a:pt x="0" y="0"/>
                  </a:moveTo>
                  <a:lnTo>
                    <a:pt x="0" y="1355"/>
                  </a:lnTo>
                  <a:lnTo>
                    <a:pt x="1805" y="1355"/>
                  </a:lnTo>
                  <a:lnTo>
                    <a:pt x="180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0" name="Google Shape;21700;p91"/>
            <p:cNvSpPr/>
            <p:nvPr/>
          </p:nvSpPr>
          <p:spPr>
            <a:xfrm>
              <a:off x="2310705" y="3660905"/>
              <a:ext cx="5960" cy="23555"/>
            </a:xfrm>
            <a:custGeom>
              <a:rect b="b" l="l" r="r" t="t"/>
              <a:pathLst>
                <a:path extrusionOk="0" h="905" w="229">
                  <a:moveTo>
                    <a:pt x="113" y="0"/>
                  </a:moveTo>
                  <a:cubicBezTo>
                    <a:pt x="53" y="0"/>
                    <a:pt x="0" y="49"/>
                    <a:pt x="0" y="113"/>
                  </a:cubicBezTo>
                  <a:lnTo>
                    <a:pt x="0" y="904"/>
                  </a:lnTo>
                  <a:lnTo>
                    <a:pt x="229" y="904"/>
                  </a:lnTo>
                  <a:lnTo>
                    <a:pt x="229" y="113"/>
                  </a:lnTo>
                  <a:cubicBezTo>
                    <a:pt x="229" y="49"/>
                    <a:pt x="176" y="0"/>
                    <a:pt x="11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1" name="Google Shape;21701;p91"/>
            <p:cNvSpPr/>
            <p:nvPr/>
          </p:nvSpPr>
          <p:spPr>
            <a:xfrm>
              <a:off x="2310705" y="3566763"/>
              <a:ext cx="5960" cy="82351"/>
            </a:xfrm>
            <a:custGeom>
              <a:rect b="b" l="l" r="r" t="t"/>
              <a:pathLst>
                <a:path extrusionOk="0" h="3164" w="229">
                  <a:moveTo>
                    <a:pt x="0" y="0"/>
                  </a:moveTo>
                  <a:lnTo>
                    <a:pt x="0" y="3163"/>
                  </a:lnTo>
                  <a:lnTo>
                    <a:pt x="229" y="3163"/>
                  </a:lnTo>
                  <a:lnTo>
                    <a:pt x="22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2" name="Google Shape;21702;p91"/>
            <p:cNvSpPr/>
            <p:nvPr/>
          </p:nvSpPr>
          <p:spPr>
            <a:xfrm>
              <a:off x="2301908" y="3537352"/>
              <a:ext cx="23555" cy="29437"/>
            </a:xfrm>
            <a:custGeom>
              <a:rect b="b" l="l" r="r" t="t"/>
              <a:pathLst>
                <a:path extrusionOk="0" h="1131" w="905">
                  <a:moveTo>
                    <a:pt x="1" y="1"/>
                  </a:moveTo>
                  <a:lnTo>
                    <a:pt x="1" y="680"/>
                  </a:lnTo>
                  <a:cubicBezTo>
                    <a:pt x="1" y="930"/>
                    <a:pt x="201" y="1130"/>
                    <a:pt x="451"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3" name="Google Shape;21703;p91"/>
            <p:cNvSpPr/>
            <p:nvPr/>
          </p:nvSpPr>
          <p:spPr>
            <a:xfrm>
              <a:off x="2290195" y="3490373"/>
              <a:ext cx="47006" cy="52966"/>
            </a:xfrm>
            <a:custGeom>
              <a:rect b="b" l="l" r="r" t="t"/>
              <a:pathLst>
                <a:path extrusionOk="0" h="2035" w="1806">
                  <a:moveTo>
                    <a:pt x="676" y="1"/>
                  </a:moveTo>
                  <a:cubicBezTo>
                    <a:pt x="303" y="1"/>
                    <a:pt x="0" y="303"/>
                    <a:pt x="0" y="676"/>
                  </a:cubicBezTo>
                  <a:lnTo>
                    <a:pt x="0" y="1130"/>
                  </a:lnTo>
                  <a:cubicBezTo>
                    <a:pt x="0" y="1626"/>
                    <a:pt x="405" y="2031"/>
                    <a:pt x="901" y="2034"/>
                  </a:cubicBezTo>
                  <a:cubicBezTo>
                    <a:pt x="1400" y="2031"/>
                    <a:pt x="1805" y="1626"/>
                    <a:pt x="1805" y="1130"/>
                  </a:cubicBezTo>
                  <a:lnTo>
                    <a:pt x="1805" y="676"/>
                  </a:lnTo>
                  <a:cubicBezTo>
                    <a:pt x="1805"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4" name="Google Shape;21704;p91"/>
            <p:cNvSpPr/>
            <p:nvPr/>
          </p:nvSpPr>
          <p:spPr>
            <a:xfrm>
              <a:off x="2290117" y="3490373"/>
              <a:ext cx="32430" cy="52914"/>
            </a:xfrm>
            <a:custGeom>
              <a:rect b="b" l="l" r="r" t="t"/>
              <a:pathLst>
                <a:path extrusionOk="0" h="2033" w="1246">
                  <a:moveTo>
                    <a:pt x="679" y="1"/>
                  </a:moveTo>
                  <a:cubicBezTo>
                    <a:pt x="306" y="1"/>
                    <a:pt x="3" y="303"/>
                    <a:pt x="3" y="676"/>
                  </a:cubicBezTo>
                  <a:lnTo>
                    <a:pt x="3" y="1130"/>
                  </a:lnTo>
                  <a:cubicBezTo>
                    <a:pt x="0" y="1648"/>
                    <a:pt x="425" y="2032"/>
                    <a:pt x="902" y="2032"/>
                  </a:cubicBezTo>
                  <a:cubicBezTo>
                    <a:pt x="1015" y="2032"/>
                    <a:pt x="1131" y="2010"/>
                    <a:pt x="1245" y="1964"/>
                  </a:cubicBezTo>
                  <a:cubicBezTo>
                    <a:pt x="904" y="1827"/>
                    <a:pt x="679" y="1496"/>
                    <a:pt x="679" y="1130"/>
                  </a:cubicBezTo>
                  <a:lnTo>
                    <a:pt x="679" y="676"/>
                  </a:lnTo>
                  <a:cubicBezTo>
                    <a:pt x="679" y="345"/>
                    <a:pt x="918" y="64"/>
                    <a:pt x="1245" y="11"/>
                  </a:cubicBezTo>
                  <a:cubicBezTo>
                    <a:pt x="1206" y="4"/>
                    <a:pt x="1168" y="1"/>
                    <a:pt x="113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5" name="Google Shape;21705;p91"/>
            <p:cNvSpPr/>
            <p:nvPr/>
          </p:nvSpPr>
          <p:spPr>
            <a:xfrm>
              <a:off x="2290091" y="3490373"/>
              <a:ext cx="47110" cy="23477"/>
            </a:xfrm>
            <a:custGeom>
              <a:rect b="b" l="l" r="r" t="t"/>
              <a:pathLst>
                <a:path extrusionOk="0" h="902" w="1810">
                  <a:moveTo>
                    <a:pt x="680" y="1"/>
                  </a:moveTo>
                  <a:cubicBezTo>
                    <a:pt x="303" y="1"/>
                    <a:pt x="1" y="303"/>
                    <a:pt x="1" y="676"/>
                  </a:cubicBezTo>
                  <a:cubicBezTo>
                    <a:pt x="1" y="676"/>
                    <a:pt x="680" y="901"/>
                    <a:pt x="1809" y="901"/>
                  </a:cubicBezTo>
                  <a:lnTo>
                    <a:pt x="1809" y="676"/>
                  </a:lnTo>
                  <a:cubicBezTo>
                    <a:pt x="1809" y="303"/>
                    <a:pt x="1507"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6" name="Google Shape;21706;p91"/>
            <p:cNvSpPr/>
            <p:nvPr/>
          </p:nvSpPr>
          <p:spPr>
            <a:xfrm>
              <a:off x="2290195" y="3490373"/>
              <a:ext cx="32352" cy="21369"/>
            </a:xfrm>
            <a:custGeom>
              <a:rect b="b" l="l" r="r" t="t"/>
              <a:pathLst>
                <a:path extrusionOk="0" h="821" w="1243">
                  <a:moveTo>
                    <a:pt x="676" y="1"/>
                  </a:moveTo>
                  <a:cubicBezTo>
                    <a:pt x="303" y="1"/>
                    <a:pt x="0" y="303"/>
                    <a:pt x="0" y="676"/>
                  </a:cubicBezTo>
                  <a:cubicBezTo>
                    <a:pt x="222" y="743"/>
                    <a:pt x="447" y="792"/>
                    <a:pt x="676" y="820"/>
                  </a:cubicBezTo>
                  <a:lnTo>
                    <a:pt x="676" y="676"/>
                  </a:lnTo>
                  <a:cubicBezTo>
                    <a:pt x="676" y="345"/>
                    <a:pt x="915" y="64"/>
                    <a:pt x="1242" y="11"/>
                  </a:cubicBezTo>
                  <a:cubicBezTo>
                    <a:pt x="1203" y="4"/>
                    <a:pt x="1165"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7" name="Google Shape;21707;p91"/>
            <p:cNvSpPr/>
            <p:nvPr/>
          </p:nvSpPr>
          <p:spPr>
            <a:xfrm>
              <a:off x="2372520" y="3537352"/>
              <a:ext cx="70639" cy="147003"/>
            </a:xfrm>
            <a:custGeom>
              <a:rect b="b" l="l" r="r" t="t"/>
              <a:pathLst>
                <a:path extrusionOk="0" h="5648" w="2714">
                  <a:moveTo>
                    <a:pt x="905" y="1"/>
                  </a:moveTo>
                  <a:lnTo>
                    <a:pt x="905" y="539"/>
                  </a:lnTo>
                  <a:cubicBezTo>
                    <a:pt x="905" y="627"/>
                    <a:pt x="855" y="704"/>
                    <a:pt x="778" y="743"/>
                  </a:cubicBezTo>
                  <a:lnTo>
                    <a:pt x="250" y="1007"/>
                  </a:lnTo>
                  <a:cubicBezTo>
                    <a:pt x="99" y="1081"/>
                    <a:pt x="0" y="1239"/>
                    <a:pt x="0" y="1412"/>
                  </a:cubicBezTo>
                  <a:lnTo>
                    <a:pt x="0" y="3639"/>
                  </a:lnTo>
                  <a:cubicBezTo>
                    <a:pt x="0" y="3772"/>
                    <a:pt x="39" y="3903"/>
                    <a:pt x="116" y="4012"/>
                  </a:cubicBezTo>
                  <a:lnTo>
                    <a:pt x="338" y="4349"/>
                  </a:lnTo>
                  <a:cubicBezTo>
                    <a:pt x="412" y="4462"/>
                    <a:pt x="454" y="4592"/>
                    <a:pt x="454" y="4726"/>
                  </a:cubicBezTo>
                  <a:lnTo>
                    <a:pt x="454" y="5648"/>
                  </a:lnTo>
                  <a:lnTo>
                    <a:pt x="2259" y="5648"/>
                  </a:lnTo>
                  <a:lnTo>
                    <a:pt x="2259" y="4726"/>
                  </a:lnTo>
                  <a:cubicBezTo>
                    <a:pt x="2259" y="4592"/>
                    <a:pt x="2301" y="4462"/>
                    <a:pt x="2375" y="4349"/>
                  </a:cubicBezTo>
                  <a:lnTo>
                    <a:pt x="2597" y="4012"/>
                  </a:lnTo>
                  <a:cubicBezTo>
                    <a:pt x="2674" y="3903"/>
                    <a:pt x="2713" y="3772"/>
                    <a:pt x="2713" y="3639"/>
                  </a:cubicBezTo>
                  <a:lnTo>
                    <a:pt x="2713" y="1412"/>
                  </a:lnTo>
                  <a:cubicBezTo>
                    <a:pt x="2713" y="1239"/>
                    <a:pt x="2614" y="1081"/>
                    <a:pt x="2460" y="1007"/>
                  </a:cubicBezTo>
                  <a:lnTo>
                    <a:pt x="1932" y="743"/>
                  </a:lnTo>
                  <a:cubicBezTo>
                    <a:pt x="1855" y="704"/>
                    <a:pt x="1809" y="627"/>
                    <a:pt x="1809" y="539"/>
                  </a:cubicBezTo>
                  <a:lnTo>
                    <a:pt x="1809" y="1"/>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8" name="Google Shape;21708;p91"/>
            <p:cNvSpPr/>
            <p:nvPr/>
          </p:nvSpPr>
          <p:spPr>
            <a:xfrm>
              <a:off x="2372520" y="3567128"/>
              <a:ext cx="17595" cy="93803"/>
            </a:xfrm>
            <a:custGeom>
              <a:rect b="b" l="l" r="r" t="t"/>
              <a:pathLst>
                <a:path extrusionOk="0" h="3604" w="676">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6" y="3603"/>
                  </a:lnTo>
                  <a:lnTo>
                    <a:pt x="676" y="665"/>
                  </a:lnTo>
                  <a:cubicBezTo>
                    <a:pt x="676" y="521"/>
                    <a:pt x="609" y="387"/>
                    <a:pt x="496" y="303"/>
                  </a:cubicBezTo>
                  <a:lnTo>
                    <a:pt x="92"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9" name="Google Shape;21709;p91"/>
            <p:cNvSpPr/>
            <p:nvPr/>
          </p:nvSpPr>
          <p:spPr>
            <a:xfrm>
              <a:off x="2425356" y="3567128"/>
              <a:ext cx="17699" cy="93803"/>
            </a:xfrm>
            <a:custGeom>
              <a:rect b="b" l="l" r="r" t="t"/>
              <a:pathLst>
                <a:path extrusionOk="0" h="3604" w="680">
                  <a:moveTo>
                    <a:pt x="588" y="0"/>
                  </a:moveTo>
                  <a:lnTo>
                    <a:pt x="183" y="303"/>
                  </a:lnTo>
                  <a:cubicBezTo>
                    <a:pt x="67" y="387"/>
                    <a:pt x="0" y="521"/>
                    <a:pt x="0" y="665"/>
                  </a:cubicBezTo>
                  <a:lnTo>
                    <a:pt x="0" y="3603"/>
                  </a:lnTo>
                  <a:lnTo>
                    <a:pt x="229" y="3603"/>
                  </a:lnTo>
                  <a:lnTo>
                    <a:pt x="229" y="3582"/>
                  </a:lnTo>
                  <a:cubicBezTo>
                    <a:pt x="229" y="3448"/>
                    <a:pt x="268" y="3318"/>
                    <a:pt x="342" y="3205"/>
                  </a:cubicBezTo>
                  <a:lnTo>
                    <a:pt x="567" y="2868"/>
                  </a:lnTo>
                  <a:cubicBezTo>
                    <a:pt x="641" y="2759"/>
                    <a:pt x="679" y="2628"/>
                    <a:pt x="679" y="2495"/>
                  </a:cubicBezTo>
                  <a:lnTo>
                    <a:pt x="679" y="268"/>
                  </a:lnTo>
                  <a:cubicBezTo>
                    <a:pt x="679" y="169"/>
                    <a:pt x="648" y="78"/>
                    <a:pt x="588"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0" name="Google Shape;21710;p91"/>
            <p:cNvSpPr/>
            <p:nvPr/>
          </p:nvSpPr>
          <p:spPr>
            <a:xfrm>
              <a:off x="2384233" y="3649088"/>
              <a:ext cx="47110" cy="35267"/>
            </a:xfrm>
            <a:custGeom>
              <a:rect b="b" l="l" r="r" t="t"/>
              <a:pathLst>
                <a:path extrusionOk="0" h="1355" w="1810">
                  <a:moveTo>
                    <a:pt x="1" y="0"/>
                  </a:moveTo>
                  <a:lnTo>
                    <a:pt x="1" y="1355"/>
                  </a:lnTo>
                  <a:lnTo>
                    <a:pt x="1809" y="1355"/>
                  </a:lnTo>
                  <a:lnTo>
                    <a:pt x="1809"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1" name="Google Shape;21711;p91"/>
            <p:cNvSpPr/>
            <p:nvPr/>
          </p:nvSpPr>
          <p:spPr>
            <a:xfrm>
              <a:off x="2404846" y="3660905"/>
              <a:ext cx="5882" cy="23555"/>
            </a:xfrm>
            <a:custGeom>
              <a:rect b="b" l="l" r="r" t="t"/>
              <a:pathLst>
                <a:path extrusionOk="0" h="905" w="226">
                  <a:moveTo>
                    <a:pt x="113" y="0"/>
                  </a:moveTo>
                  <a:cubicBezTo>
                    <a:pt x="50" y="0"/>
                    <a:pt x="0" y="49"/>
                    <a:pt x="0" y="113"/>
                  </a:cubicBezTo>
                  <a:lnTo>
                    <a:pt x="0" y="904"/>
                  </a:lnTo>
                  <a:lnTo>
                    <a:pt x="225" y="904"/>
                  </a:lnTo>
                  <a:lnTo>
                    <a:pt x="225" y="113"/>
                  </a:lnTo>
                  <a:cubicBezTo>
                    <a:pt x="225" y="49"/>
                    <a:pt x="173" y="0"/>
                    <a:pt x="1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2" name="Google Shape;21712;p91"/>
            <p:cNvSpPr/>
            <p:nvPr/>
          </p:nvSpPr>
          <p:spPr>
            <a:xfrm>
              <a:off x="2404846" y="3566763"/>
              <a:ext cx="5882" cy="82351"/>
            </a:xfrm>
            <a:custGeom>
              <a:rect b="b" l="l" r="r" t="t"/>
              <a:pathLst>
                <a:path extrusionOk="0" h="3164" w="226">
                  <a:moveTo>
                    <a:pt x="0" y="0"/>
                  </a:moveTo>
                  <a:lnTo>
                    <a:pt x="0" y="3163"/>
                  </a:lnTo>
                  <a:lnTo>
                    <a:pt x="225" y="3163"/>
                  </a:lnTo>
                  <a:lnTo>
                    <a:pt x="22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3" name="Google Shape;21713;p91"/>
            <p:cNvSpPr/>
            <p:nvPr/>
          </p:nvSpPr>
          <p:spPr>
            <a:xfrm>
              <a:off x="2395945" y="3537352"/>
              <a:ext cx="23581" cy="29437"/>
            </a:xfrm>
            <a:custGeom>
              <a:rect b="b" l="l" r="r" t="t"/>
              <a:pathLst>
                <a:path extrusionOk="0" h="1131" w="906">
                  <a:moveTo>
                    <a:pt x="1" y="1"/>
                  </a:moveTo>
                  <a:lnTo>
                    <a:pt x="1" y="680"/>
                  </a:lnTo>
                  <a:cubicBezTo>
                    <a:pt x="1" y="930"/>
                    <a:pt x="205" y="1130"/>
                    <a:pt x="455" y="1130"/>
                  </a:cubicBezTo>
                  <a:cubicBezTo>
                    <a:pt x="705"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4" name="Google Shape;21714;p91"/>
            <p:cNvSpPr/>
            <p:nvPr/>
          </p:nvSpPr>
          <p:spPr>
            <a:xfrm>
              <a:off x="2384233" y="3490373"/>
              <a:ext cx="47110" cy="52966"/>
            </a:xfrm>
            <a:custGeom>
              <a:rect b="b" l="l" r="r" t="t"/>
              <a:pathLst>
                <a:path extrusionOk="0" h="2035" w="1810">
                  <a:moveTo>
                    <a:pt x="680" y="1"/>
                  </a:moveTo>
                  <a:cubicBezTo>
                    <a:pt x="303" y="1"/>
                    <a:pt x="1" y="303"/>
                    <a:pt x="1" y="676"/>
                  </a:cubicBezTo>
                  <a:lnTo>
                    <a:pt x="1" y="1130"/>
                  </a:lnTo>
                  <a:cubicBezTo>
                    <a:pt x="1" y="1626"/>
                    <a:pt x="405" y="2031"/>
                    <a:pt x="905" y="2034"/>
                  </a:cubicBezTo>
                  <a:cubicBezTo>
                    <a:pt x="1405" y="2031"/>
                    <a:pt x="1809" y="1626"/>
                    <a:pt x="1809" y="1130"/>
                  </a:cubicBezTo>
                  <a:lnTo>
                    <a:pt x="1809" y="676"/>
                  </a:lnTo>
                  <a:cubicBezTo>
                    <a:pt x="1809"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5" name="Google Shape;21715;p91"/>
            <p:cNvSpPr/>
            <p:nvPr/>
          </p:nvSpPr>
          <p:spPr>
            <a:xfrm>
              <a:off x="2384233" y="3490373"/>
              <a:ext cx="32352" cy="52914"/>
            </a:xfrm>
            <a:custGeom>
              <a:rect b="b" l="l" r="r" t="t"/>
              <a:pathLst>
                <a:path extrusionOk="0" h="2033" w="1243">
                  <a:moveTo>
                    <a:pt x="680" y="1"/>
                  </a:moveTo>
                  <a:cubicBezTo>
                    <a:pt x="303" y="1"/>
                    <a:pt x="1" y="303"/>
                    <a:pt x="1" y="676"/>
                  </a:cubicBezTo>
                  <a:lnTo>
                    <a:pt x="1" y="1130"/>
                  </a:lnTo>
                  <a:cubicBezTo>
                    <a:pt x="1" y="1648"/>
                    <a:pt x="424" y="2032"/>
                    <a:pt x="900" y="2032"/>
                  </a:cubicBezTo>
                  <a:cubicBezTo>
                    <a:pt x="1013" y="2032"/>
                    <a:pt x="1129" y="2010"/>
                    <a:pt x="1243" y="1964"/>
                  </a:cubicBezTo>
                  <a:cubicBezTo>
                    <a:pt x="901" y="1827"/>
                    <a:pt x="680" y="1496"/>
                    <a:pt x="680" y="1130"/>
                  </a:cubicBezTo>
                  <a:lnTo>
                    <a:pt x="680" y="676"/>
                  </a:lnTo>
                  <a:cubicBezTo>
                    <a:pt x="680" y="345"/>
                    <a:pt x="915" y="64"/>
                    <a:pt x="1243" y="11"/>
                  </a:cubicBezTo>
                  <a:cubicBezTo>
                    <a:pt x="1204"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6" name="Google Shape;21716;p91"/>
            <p:cNvSpPr/>
            <p:nvPr/>
          </p:nvSpPr>
          <p:spPr>
            <a:xfrm>
              <a:off x="2384233" y="3490373"/>
              <a:ext cx="47110" cy="23477"/>
            </a:xfrm>
            <a:custGeom>
              <a:rect b="b" l="l" r="r" t="t"/>
              <a:pathLst>
                <a:path extrusionOk="0" h="902" w="1810">
                  <a:moveTo>
                    <a:pt x="680" y="1"/>
                  </a:moveTo>
                  <a:cubicBezTo>
                    <a:pt x="303" y="1"/>
                    <a:pt x="1" y="303"/>
                    <a:pt x="1" y="676"/>
                  </a:cubicBezTo>
                  <a:cubicBezTo>
                    <a:pt x="1" y="676"/>
                    <a:pt x="680" y="901"/>
                    <a:pt x="1809" y="901"/>
                  </a:cubicBezTo>
                  <a:lnTo>
                    <a:pt x="1809" y="676"/>
                  </a:lnTo>
                  <a:cubicBezTo>
                    <a:pt x="1809" y="303"/>
                    <a:pt x="1503"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7" name="Google Shape;21717;p91"/>
            <p:cNvSpPr/>
            <p:nvPr/>
          </p:nvSpPr>
          <p:spPr>
            <a:xfrm>
              <a:off x="2384233" y="3490373"/>
              <a:ext cx="32352" cy="21369"/>
            </a:xfrm>
            <a:custGeom>
              <a:rect b="b" l="l" r="r" t="t"/>
              <a:pathLst>
                <a:path extrusionOk="0" h="821" w="1243">
                  <a:moveTo>
                    <a:pt x="680" y="1"/>
                  </a:moveTo>
                  <a:cubicBezTo>
                    <a:pt x="303" y="1"/>
                    <a:pt x="1" y="303"/>
                    <a:pt x="1" y="676"/>
                  </a:cubicBezTo>
                  <a:cubicBezTo>
                    <a:pt x="222" y="743"/>
                    <a:pt x="447" y="792"/>
                    <a:pt x="680" y="820"/>
                  </a:cubicBezTo>
                  <a:lnTo>
                    <a:pt x="680" y="676"/>
                  </a:lnTo>
                  <a:cubicBezTo>
                    <a:pt x="680" y="345"/>
                    <a:pt x="915" y="64"/>
                    <a:pt x="1243" y="11"/>
                  </a:cubicBezTo>
                  <a:cubicBezTo>
                    <a:pt x="1204"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8" name="Google Shape;21718;p91"/>
            <p:cNvSpPr/>
            <p:nvPr/>
          </p:nvSpPr>
          <p:spPr>
            <a:xfrm>
              <a:off x="2466558" y="3537352"/>
              <a:ext cx="70639" cy="147003"/>
            </a:xfrm>
            <a:custGeom>
              <a:rect b="b" l="l" r="r" t="t"/>
              <a:pathLst>
                <a:path extrusionOk="0" h="5648" w="2714">
                  <a:moveTo>
                    <a:pt x="905" y="1"/>
                  </a:moveTo>
                  <a:lnTo>
                    <a:pt x="905" y="539"/>
                  </a:lnTo>
                  <a:cubicBezTo>
                    <a:pt x="905" y="627"/>
                    <a:pt x="856" y="704"/>
                    <a:pt x="778" y="743"/>
                  </a:cubicBezTo>
                  <a:lnTo>
                    <a:pt x="251" y="1007"/>
                  </a:lnTo>
                  <a:cubicBezTo>
                    <a:pt x="99" y="1081"/>
                    <a:pt x="1" y="1239"/>
                    <a:pt x="1" y="1412"/>
                  </a:cubicBezTo>
                  <a:lnTo>
                    <a:pt x="1" y="3639"/>
                  </a:lnTo>
                  <a:cubicBezTo>
                    <a:pt x="1" y="3772"/>
                    <a:pt x="43" y="3903"/>
                    <a:pt x="117" y="4012"/>
                  </a:cubicBezTo>
                  <a:lnTo>
                    <a:pt x="339" y="4349"/>
                  </a:lnTo>
                  <a:cubicBezTo>
                    <a:pt x="412" y="4462"/>
                    <a:pt x="455" y="4592"/>
                    <a:pt x="455" y="4726"/>
                  </a:cubicBezTo>
                  <a:lnTo>
                    <a:pt x="455" y="5648"/>
                  </a:lnTo>
                  <a:lnTo>
                    <a:pt x="2260" y="5648"/>
                  </a:lnTo>
                  <a:lnTo>
                    <a:pt x="2260" y="4726"/>
                  </a:lnTo>
                  <a:cubicBezTo>
                    <a:pt x="2263" y="4592"/>
                    <a:pt x="2302" y="4462"/>
                    <a:pt x="2376" y="4349"/>
                  </a:cubicBezTo>
                  <a:lnTo>
                    <a:pt x="2601" y="4012"/>
                  </a:lnTo>
                  <a:cubicBezTo>
                    <a:pt x="2675" y="3903"/>
                    <a:pt x="2713" y="3772"/>
                    <a:pt x="2713" y="3639"/>
                  </a:cubicBezTo>
                  <a:lnTo>
                    <a:pt x="2713" y="1412"/>
                  </a:lnTo>
                  <a:cubicBezTo>
                    <a:pt x="2713" y="1239"/>
                    <a:pt x="2615" y="1081"/>
                    <a:pt x="2460" y="1007"/>
                  </a:cubicBezTo>
                  <a:lnTo>
                    <a:pt x="1932" y="743"/>
                  </a:lnTo>
                  <a:cubicBezTo>
                    <a:pt x="1859" y="704"/>
                    <a:pt x="1809" y="627"/>
                    <a:pt x="1809" y="539"/>
                  </a:cubicBezTo>
                  <a:lnTo>
                    <a:pt x="1809"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9" name="Google Shape;21719;p91"/>
            <p:cNvSpPr/>
            <p:nvPr/>
          </p:nvSpPr>
          <p:spPr>
            <a:xfrm>
              <a:off x="2466558" y="3567128"/>
              <a:ext cx="17699" cy="93803"/>
            </a:xfrm>
            <a:custGeom>
              <a:rect b="b" l="l" r="r" t="t"/>
              <a:pathLst>
                <a:path extrusionOk="0" h="3604" w="680">
                  <a:moveTo>
                    <a:pt x="92" y="0"/>
                  </a:moveTo>
                  <a:cubicBezTo>
                    <a:pt x="32" y="78"/>
                    <a:pt x="1" y="169"/>
                    <a:pt x="1" y="268"/>
                  </a:cubicBezTo>
                  <a:lnTo>
                    <a:pt x="1" y="2495"/>
                  </a:lnTo>
                  <a:cubicBezTo>
                    <a:pt x="1" y="2628"/>
                    <a:pt x="39" y="2759"/>
                    <a:pt x="113" y="2868"/>
                  </a:cubicBezTo>
                  <a:lnTo>
                    <a:pt x="339" y="3205"/>
                  </a:lnTo>
                  <a:cubicBezTo>
                    <a:pt x="412" y="3318"/>
                    <a:pt x="451" y="3448"/>
                    <a:pt x="451" y="3582"/>
                  </a:cubicBezTo>
                  <a:lnTo>
                    <a:pt x="451" y="3603"/>
                  </a:lnTo>
                  <a:lnTo>
                    <a:pt x="680" y="3603"/>
                  </a:lnTo>
                  <a:lnTo>
                    <a:pt x="680" y="665"/>
                  </a:lnTo>
                  <a:cubicBezTo>
                    <a:pt x="680" y="521"/>
                    <a:pt x="613" y="387"/>
                    <a:pt x="497" y="303"/>
                  </a:cubicBezTo>
                  <a:lnTo>
                    <a:pt x="92"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0" name="Google Shape;21720;p91"/>
            <p:cNvSpPr/>
            <p:nvPr/>
          </p:nvSpPr>
          <p:spPr>
            <a:xfrm>
              <a:off x="2519498" y="3567128"/>
              <a:ext cx="17595" cy="93803"/>
            </a:xfrm>
            <a:custGeom>
              <a:rect b="b" l="l" r="r" t="t"/>
              <a:pathLst>
                <a:path extrusionOk="0" h="3604" w="676">
                  <a:moveTo>
                    <a:pt x="584" y="0"/>
                  </a:moveTo>
                  <a:lnTo>
                    <a:pt x="180" y="303"/>
                  </a:lnTo>
                  <a:cubicBezTo>
                    <a:pt x="67" y="387"/>
                    <a:pt x="0" y="521"/>
                    <a:pt x="0" y="665"/>
                  </a:cubicBezTo>
                  <a:lnTo>
                    <a:pt x="0" y="3603"/>
                  </a:lnTo>
                  <a:lnTo>
                    <a:pt x="226" y="3603"/>
                  </a:lnTo>
                  <a:lnTo>
                    <a:pt x="226" y="3582"/>
                  </a:lnTo>
                  <a:cubicBezTo>
                    <a:pt x="226" y="3448"/>
                    <a:pt x="264" y="3318"/>
                    <a:pt x="338" y="3205"/>
                  </a:cubicBezTo>
                  <a:lnTo>
                    <a:pt x="563" y="2868"/>
                  </a:lnTo>
                  <a:cubicBezTo>
                    <a:pt x="637" y="2759"/>
                    <a:pt x="676" y="2628"/>
                    <a:pt x="676" y="2495"/>
                  </a:cubicBezTo>
                  <a:lnTo>
                    <a:pt x="676" y="268"/>
                  </a:lnTo>
                  <a:cubicBezTo>
                    <a:pt x="676" y="169"/>
                    <a:pt x="644" y="78"/>
                    <a:pt x="584"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1" name="Google Shape;21721;p91"/>
            <p:cNvSpPr/>
            <p:nvPr/>
          </p:nvSpPr>
          <p:spPr>
            <a:xfrm>
              <a:off x="2478296" y="3649088"/>
              <a:ext cx="47084" cy="35267"/>
            </a:xfrm>
            <a:custGeom>
              <a:rect b="b" l="l" r="r" t="t"/>
              <a:pathLst>
                <a:path extrusionOk="0" h="1355" w="1809">
                  <a:moveTo>
                    <a:pt x="0" y="0"/>
                  </a:moveTo>
                  <a:lnTo>
                    <a:pt x="0" y="1355"/>
                  </a:lnTo>
                  <a:lnTo>
                    <a:pt x="1809" y="1355"/>
                  </a:lnTo>
                  <a:lnTo>
                    <a:pt x="1809"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2" name="Google Shape;21722;p91"/>
            <p:cNvSpPr/>
            <p:nvPr/>
          </p:nvSpPr>
          <p:spPr>
            <a:xfrm>
              <a:off x="2498884" y="3660905"/>
              <a:ext cx="5986" cy="23555"/>
            </a:xfrm>
            <a:custGeom>
              <a:rect b="b" l="l" r="r" t="t"/>
              <a:pathLst>
                <a:path extrusionOk="0" h="905" w="230">
                  <a:moveTo>
                    <a:pt x="117" y="0"/>
                  </a:moveTo>
                  <a:cubicBezTo>
                    <a:pt x="54" y="0"/>
                    <a:pt x="1" y="49"/>
                    <a:pt x="1" y="113"/>
                  </a:cubicBezTo>
                  <a:lnTo>
                    <a:pt x="1" y="904"/>
                  </a:lnTo>
                  <a:lnTo>
                    <a:pt x="229" y="904"/>
                  </a:lnTo>
                  <a:lnTo>
                    <a:pt x="229" y="113"/>
                  </a:lnTo>
                  <a:cubicBezTo>
                    <a:pt x="229" y="49"/>
                    <a:pt x="177" y="0"/>
                    <a:pt x="1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3" name="Google Shape;21723;p91"/>
            <p:cNvSpPr/>
            <p:nvPr/>
          </p:nvSpPr>
          <p:spPr>
            <a:xfrm>
              <a:off x="2498884" y="3566763"/>
              <a:ext cx="5882" cy="82351"/>
            </a:xfrm>
            <a:custGeom>
              <a:rect b="b" l="l" r="r" t="t"/>
              <a:pathLst>
                <a:path extrusionOk="0" h="3164" w="226">
                  <a:moveTo>
                    <a:pt x="1" y="0"/>
                  </a:moveTo>
                  <a:lnTo>
                    <a:pt x="1" y="3163"/>
                  </a:lnTo>
                  <a:lnTo>
                    <a:pt x="226" y="3163"/>
                  </a:lnTo>
                  <a:lnTo>
                    <a:pt x="22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4" name="Google Shape;21724;p91"/>
            <p:cNvSpPr/>
            <p:nvPr/>
          </p:nvSpPr>
          <p:spPr>
            <a:xfrm>
              <a:off x="2490086" y="3537352"/>
              <a:ext cx="23581" cy="29437"/>
            </a:xfrm>
            <a:custGeom>
              <a:rect b="b" l="l" r="r" t="t"/>
              <a:pathLst>
                <a:path extrusionOk="0" h="1131" w="906">
                  <a:moveTo>
                    <a:pt x="1" y="1"/>
                  </a:moveTo>
                  <a:lnTo>
                    <a:pt x="1" y="680"/>
                  </a:lnTo>
                  <a:cubicBezTo>
                    <a:pt x="1" y="930"/>
                    <a:pt x="205" y="1130"/>
                    <a:pt x="455"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5" name="Google Shape;21725;p91"/>
            <p:cNvSpPr/>
            <p:nvPr/>
          </p:nvSpPr>
          <p:spPr>
            <a:xfrm>
              <a:off x="2478374" y="3490373"/>
              <a:ext cx="47006" cy="52966"/>
            </a:xfrm>
            <a:custGeom>
              <a:rect b="b" l="l" r="r" t="t"/>
              <a:pathLst>
                <a:path extrusionOk="0" h="2035" w="1806">
                  <a:moveTo>
                    <a:pt x="676" y="1"/>
                  </a:moveTo>
                  <a:cubicBezTo>
                    <a:pt x="303" y="1"/>
                    <a:pt x="1" y="303"/>
                    <a:pt x="1" y="676"/>
                  </a:cubicBezTo>
                  <a:lnTo>
                    <a:pt x="1" y="1130"/>
                  </a:lnTo>
                  <a:cubicBezTo>
                    <a:pt x="1" y="1626"/>
                    <a:pt x="405" y="2034"/>
                    <a:pt x="905" y="2034"/>
                  </a:cubicBezTo>
                  <a:cubicBezTo>
                    <a:pt x="1401" y="2031"/>
                    <a:pt x="1806" y="1626"/>
                    <a:pt x="1806" y="1130"/>
                  </a:cubicBezTo>
                  <a:lnTo>
                    <a:pt x="1806" y="676"/>
                  </a:lnTo>
                  <a:cubicBezTo>
                    <a:pt x="1806"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6" name="Google Shape;21726;p91"/>
            <p:cNvSpPr/>
            <p:nvPr/>
          </p:nvSpPr>
          <p:spPr>
            <a:xfrm>
              <a:off x="2478296" y="3490373"/>
              <a:ext cx="32352" cy="52914"/>
            </a:xfrm>
            <a:custGeom>
              <a:rect b="b" l="l" r="r" t="t"/>
              <a:pathLst>
                <a:path extrusionOk="0" h="2033" w="1243">
                  <a:moveTo>
                    <a:pt x="679" y="1"/>
                  </a:moveTo>
                  <a:cubicBezTo>
                    <a:pt x="303" y="1"/>
                    <a:pt x="0" y="303"/>
                    <a:pt x="0" y="676"/>
                  </a:cubicBezTo>
                  <a:lnTo>
                    <a:pt x="0" y="1130"/>
                  </a:lnTo>
                  <a:cubicBezTo>
                    <a:pt x="0" y="1648"/>
                    <a:pt x="425" y="2032"/>
                    <a:pt x="901" y="2032"/>
                  </a:cubicBezTo>
                  <a:cubicBezTo>
                    <a:pt x="1013" y="2032"/>
                    <a:pt x="1129" y="2010"/>
                    <a:pt x="1242" y="1964"/>
                  </a:cubicBezTo>
                  <a:cubicBezTo>
                    <a:pt x="904" y="1827"/>
                    <a:pt x="679" y="1496"/>
                    <a:pt x="679" y="1130"/>
                  </a:cubicBezTo>
                  <a:lnTo>
                    <a:pt x="679" y="676"/>
                  </a:lnTo>
                  <a:cubicBezTo>
                    <a:pt x="679" y="345"/>
                    <a:pt x="918" y="64"/>
                    <a:pt x="1242" y="11"/>
                  </a:cubicBezTo>
                  <a:cubicBezTo>
                    <a:pt x="1207" y="4"/>
                    <a:pt x="1168"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7" name="Google Shape;21727;p91"/>
            <p:cNvSpPr/>
            <p:nvPr/>
          </p:nvSpPr>
          <p:spPr>
            <a:xfrm>
              <a:off x="2478296" y="3490373"/>
              <a:ext cx="47084" cy="23477"/>
            </a:xfrm>
            <a:custGeom>
              <a:rect b="b" l="l" r="r" t="t"/>
              <a:pathLst>
                <a:path extrusionOk="0" h="902" w="1809">
                  <a:moveTo>
                    <a:pt x="679" y="1"/>
                  </a:moveTo>
                  <a:cubicBezTo>
                    <a:pt x="306" y="1"/>
                    <a:pt x="0" y="303"/>
                    <a:pt x="0" y="676"/>
                  </a:cubicBezTo>
                  <a:cubicBezTo>
                    <a:pt x="0" y="676"/>
                    <a:pt x="679" y="901"/>
                    <a:pt x="1809" y="901"/>
                  </a:cubicBezTo>
                  <a:lnTo>
                    <a:pt x="1809" y="676"/>
                  </a:lnTo>
                  <a:cubicBezTo>
                    <a:pt x="1809" y="303"/>
                    <a:pt x="1506"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8" name="Google Shape;21728;p91"/>
            <p:cNvSpPr/>
            <p:nvPr/>
          </p:nvSpPr>
          <p:spPr>
            <a:xfrm>
              <a:off x="2478296" y="3490373"/>
              <a:ext cx="32352" cy="21369"/>
            </a:xfrm>
            <a:custGeom>
              <a:rect b="b" l="l" r="r" t="t"/>
              <a:pathLst>
                <a:path extrusionOk="0" h="821" w="1243">
                  <a:moveTo>
                    <a:pt x="679" y="1"/>
                  </a:moveTo>
                  <a:cubicBezTo>
                    <a:pt x="303" y="1"/>
                    <a:pt x="0" y="303"/>
                    <a:pt x="0" y="676"/>
                  </a:cubicBezTo>
                  <a:cubicBezTo>
                    <a:pt x="222" y="743"/>
                    <a:pt x="450" y="792"/>
                    <a:pt x="679" y="820"/>
                  </a:cubicBezTo>
                  <a:lnTo>
                    <a:pt x="679" y="676"/>
                  </a:lnTo>
                  <a:cubicBezTo>
                    <a:pt x="679" y="345"/>
                    <a:pt x="918" y="64"/>
                    <a:pt x="1242" y="11"/>
                  </a:cubicBezTo>
                  <a:cubicBezTo>
                    <a:pt x="1207" y="4"/>
                    <a:pt x="1168"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9" name="Google Shape;21729;p91"/>
            <p:cNvSpPr/>
            <p:nvPr/>
          </p:nvSpPr>
          <p:spPr>
            <a:xfrm>
              <a:off x="2560699" y="3537352"/>
              <a:ext cx="70639" cy="147003"/>
            </a:xfrm>
            <a:custGeom>
              <a:rect b="b" l="l" r="r" t="t"/>
              <a:pathLst>
                <a:path extrusionOk="0" h="5648" w="2714">
                  <a:moveTo>
                    <a:pt x="905" y="1"/>
                  </a:moveTo>
                  <a:lnTo>
                    <a:pt x="905" y="539"/>
                  </a:lnTo>
                  <a:cubicBezTo>
                    <a:pt x="901" y="627"/>
                    <a:pt x="856"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302" y="4462"/>
                    <a:pt x="2376" y="4349"/>
                  </a:cubicBezTo>
                  <a:lnTo>
                    <a:pt x="2597" y="4012"/>
                  </a:lnTo>
                  <a:cubicBezTo>
                    <a:pt x="2671" y="3903"/>
                    <a:pt x="2713" y="3772"/>
                    <a:pt x="2713" y="3639"/>
                  </a:cubicBezTo>
                  <a:lnTo>
                    <a:pt x="2713" y="1412"/>
                  </a:lnTo>
                  <a:cubicBezTo>
                    <a:pt x="2713" y="1239"/>
                    <a:pt x="2615" y="1081"/>
                    <a:pt x="2460" y="1007"/>
                  </a:cubicBezTo>
                  <a:lnTo>
                    <a:pt x="1932" y="743"/>
                  </a:lnTo>
                  <a:cubicBezTo>
                    <a:pt x="1855" y="704"/>
                    <a:pt x="1806" y="627"/>
                    <a:pt x="1806" y="539"/>
                  </a:cubicBezTo>
                  <a:lnTo>
                    <a:pt x="1806"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0" name="Google Shape;21730;p91"/>
            <p:cNvSpPr/>
            <p:nvPr/>
          </p:nvSpPr>
          <p:spPr>
            <a:xfrm>
              <a:off x="2560621" y="3567128"/>
              <a:ext cx="17699" cy="93803"/>
            </a:xfrm>
            <a:custGeom>
              <a:rect b="b" l="l" r="r" t="t"/>
              <a:pathLst>
                <a:path extrusionOk="0" h="3604" w="680">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9" y="3603"/>
                  </a:lnTo>
                  <a:lnTo>
                    <a:pt x="679" y="665"/>
                  </a:lnTo>
                  <a:cubicBezTo>
                    <a:pt x="679" y="521"/>
                    <a:pt x="612" y="387"/>
                    <a:pt x="496" y="303"/>
                  </a:cubicBezTo>
                  <a:lnTo>
                    <a:pt x="9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1" name="Google Shape;21731;p91"/>
            <p:cNvSpPr/>
            <p:nvPr/>
          </p:nvSpPr>
          <p:spPr>
            <a:xfrm>
              <a:off x="2613535" y="3567128"/>
              <a:ext cx="17699" cy="93803"/>
            </a:xfrm>
            <a:custGeom>
              <a:rect b="b" l="l" r="r" t="t"/>
              <a:pathLst>
                <a:path extrusionOk="0" h="3604" w="680">
                  <a:moveTo>
                    <a:pt x="588"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8"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2" name="Google Shape;21732;p91"/>
            <p:cNvSpPr/>
            <p:nvPr/>
          </p:nvSpPr>
          <p:spPr>
            <a:xfrm>
              <a:off x="2572438" y="3649088"/>
              <a:ext cx="47006" cy="35267"/>
            </a:xfrm>
            <a:custGeom>
              <a:rect b="b" l="l" r="r" t="t"/>
              <a:pathLst>
                <a:path extrusionOk="0" h="1355" w="1806">
                  <a:moveTo>
                    <a:pt x="0" y="0"/>
                  </a:moveTo>
                  <a:lnTo>
                    <a:pt x="0" y="1355"/>
                  </a:lnTo>
                  <a:lnTo>
                    <a:pt x="1805" y="1355"/>
                  </a:lnTo>
                  <a:lnTo>
                    <a:pt x="180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3" name="Google Shape;21733;p91"/>
            <p:cNvSpPr/>
            <p:nvPr/>
          </p:nvSpPr>
          <p:spPr>
            <a:xfrm>
              <a:off x="2592947" y="3660905"/>
              <a:ext cx="5960" cy="23555"/>
            </a:xfrm>
            <a:custGeom>
              <a:rect b="b" l="l" r="r" t="t"/>
              <a:pathLst>
                <a:path extrusionOk="0" h="905" w="229">
                  <a:moveTo>
                    <a:pt x="116" y="0"/>
                  </a:moveTo>
                  <a:cubicBezTo>
                    <a:pt x="53" y="0"/>
                    <a:pt x="0" y="49"/>
                    <a:pt x="0" y="113"/>
                  </a:cubicBezTo>
                  <a:lnTo>
                    <a:pt x="0" y="904"/>
                  </a:lnTo>
                  <a:lnTo>
                    <a:pt x="229" y="904"/>
                  </a:lnTo>
                  <a:lnTo>
                    <a:pt x="229" y="113"/>
                  </a:lnTo>
                  <a:cubicBezTo>
                    <a:pt x="229" y="49"/>
                    <a:pt x="176" y="0"/>
                    <a:pt x="11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4" name="Google Shape;21734;p91"/>
            <p:cNvSpPr/>
            <p:nvPr/>
          </p:nvSpPr>
          <p:spPr>
            <a:xfrm>
              <a:off x="2592947" y="3566763"/>
              <a:ext cx="5960" cy="82351"/>
            </a:xfrm>
            <a:custGeom>
              <a:rect b="b" l="l" r="r" t="t"/>
              <a:pathLst>
                <a:path extrusionOk="0" h="3164" w="229">
                  <a:moveTo>
                    <a:pt x="0" y="0"/>
                  </a:moveTo>
                  <a:lnTo>
                    <a:pt x="0" y="3163"/>
                  </a:lnTo>
                  <a:lnTo>
                    <a:pt x="229" y="3163"/>
                  </a:lnTo>
                  <a:lnTo>
                    <a:pt x="229"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5" name="Google Shape;21735;p91"/>
            <p:cNvSpPr/>
            <p:nvPr/>
          </p:nvSpPr>
          <p:spPr>
            <a:xfrm>
              <a:off x="2584150" y="3537352"/>
              <a:ext cx="23555" cy="29437"/>
            </a:xfrm>
            <a:custGeom>
              <a:rect b="b" l="l" r="r" t="t"/>
              <a:pathLst>
                <a:path extrusionOk="0" h="1131" w="905">
                  <a:moveTo>
                    <a:pt x="0" y="1"/>
                  </a:moveTo>
                  <a:lnTo>
                    <a:pt x="0" y="680"/>
                  </a:lnTo>
                  <a:cubicBezTo>
                    <a:pt x="0" y="930"/>
                    <a:pt x="205" y="1130"/>
                    <a:pt x="454"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6" name="Google Shape;21736;p91"/>
            <p:cNvSpPr/>
            <p:nvPr/>
          </p:nvSpPr>
          <p:spPr>
            <a:xfrm>
              <a:off x="2572438" y="3490373"/>
              <a:ext cx="47006" cy="52966"/>
            </a:xfrm>
            <a:custGeom>
              <a:rect b="b" l="l" r="r" t="t"/>
              <a:pathLst>
                <a:path extrusionOk="0" h="2035" w="1806">
                  <a:moveTo>
                    <a:pt x="676" y="1"/>
                  </a:moveTo>
                  <a:cubicBezTo>
                    <a:pt x="303" y="1"/>
                    <a:pt x="0" y="303"/>
                    <a:pt x="0" y="676"/>
                  </a:cubicBezTo>
                  <a:lnTo>
                    <a:pt x="0" y="1130"/>
                  </a:lnTo>
                  <a:cubicBezTo>
                    <a:pt x="0" y="1626"/>
                    <a:pt x="405" y="2031"/>
                    <a:pt x="904" y="2034"/>
                  </a:cubicBezTo>
                  <a:cubicBezTo>
                    <a:pt x="1400" y="2031"/>
                    <a:pt x="1805" y="1626"/>
                    <a:pt x="1805" y="1130"/>
                  </a:cubicBezTo>
                  <a:lnTo>
                    <a:pt x="1805" y="676"/>
                  </a:lnTo>
                  <a:cubicBezTo>
                    <a:pt x="1805" y="303"/>
                    <a:pt x="1502"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7" name="Google Shape;21737;p91"/>
            <p:cNvSpPr/>
            <p:nvPr/>
          </p:nvSpPr>
          <p:spPr>
            <a:xfrm>
              <a:off x="2572333" y="3490373"/>
              <a:ext cx="32456" cy="52914"/>
            </a:xfrm>
            <a:custGeom>
              <a:rect b="b" l="l" r="r" t="t"/>
              <a:pathLst>
                <a:path extrusionOk="0" h="2033" w="1247">
                  <a:moveTo>
                    <a:pt x="680" y="1"/>
                  </a:moveTo>
                  <a:cubicBezTo>
                    <a:pt x="307" y="1"/>
                    <a:pt x="1" y="303"/>
                    <a:pt x="1" y="676"/>
                  </a:cubicBezTo>
                  <a:lnTo>
                    <a:pt x="1" y="1130"/>
                  </a:lnTo>
                  <a:cubicBezTo>
                    <a:pt x="1" y="1648"/>
                    <a:pt x="426" y="2032"/>
                    <a:pt x="903" y="2032"/>
                  </a:cubicBezTo>
                  <a:cubicBezTo>
                    <a:pt x="1016" y="2032"/>
                    <a:pt x="1132" y="2010"/>
                    <a:pt x="1246" y="1964"/>
                  </a:cubicBezTo>
                  <a:cubicBezTo>
                    <a:pt x="905" y="1827"/>
                    <a:pt x="680" y="1496"/>
                    <a:pt x="680" y="1130"/>
                  </a:cubicBezTo>
                  <a:lnTo>
                    <a:pt x="680" y="676"/>
                  </a:lnTo>
                  <a:cubicBezTo>
                    <a:pt x="680" y="345"/>
                    <a:pt x="919" y="64"/>
                    <a:pt x="1246" y="11"/>
                  </a:cubicBezTo>
                  <a:cubicBezTo>
                    <a:pt x="1207"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8" name="Google Shape;21738;p91"/>
            <p:cNvSpPr/>
            <p:nvPr/>
          </p:nvSpPr>
          <p:spPr>
            <a:xfrm>
              <a:off x="2572333" y="3490373"/>
              <a:ext cx="47110" cy="23477"/>
            </a:xfrm>
            <a:custGeom>
              <a:rect b="b" l="l" r="r" t="t"/>
              <a:pathLst>
                <a:path extrusionOk="0" h="902" w="1810">
                  <a:moveTo>
                    <a:pt x="680" y="1"/>
                  </a:moveTo>
                  <a:cubicBezTo>
                    <a:pt x="307" y="1"/>
                    <a:pt x="1" y="303"/>
                    <a:pt x="1" y="676"/>
                  </a:cubicBezTo>
                  <a:lnTo>
                    <a:pt x="4" y="676"/>
                  </a:lnTo>
                  <a:cubicBezTo>
                    <a:pt x="4" y="676"/>
                    <a:pt x="680" y="901"/>
                    <a:pt x="1809" y="901"/>
                  </a:cubicBezTo>
                  <a:lnTo>
                    <a:pt x="1809" y="676"/>
                  </a:lnTo>
                  <a:cubicBezTo>
                    <a:pt x="1809" y="303"/>
                    <a:pt x="1506" y="1"/>
                    <a:pt x="113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9" name="Google Shape;21739;p91"/>
            <p:cNvSpPr/>
            <p:nvPr/>
          </p:nvSpPr>
          <p:spPr>
            <a:xfrm>
              <a:off x="2572333" y="3490373"/>
              <a:ext cx="32456" cy="21369"/>
            </a:xfrm>
            <a:custGeom>
              <a:rect b="b" l="l" r="r" t="t"/>
              <a:pathLst>
                <a:path extrusionOk="0" h="821" w="1247">
                  <a:moveTo>
                    <a:pt x="680" y="1"/>
                  </a:moveTo>
                  <a:cubicBezTo>
                    <a:pt x="307" y="1"/>
                    <a:pt x="1" y="303"/>
                    <a:pt x="1" y="676"/>
                  </a:cubicBezTo>
                  <a:cubicBezTo>
                    <a:pt x="222" y="743"/>
                    <a:pt x="451" y="792"/>
                    <a:pt x="680" y="820"/>
                  </a:cubicBezTo>
                  <a:lnTo>
                    <a:pt x="680" y="676"/>
                  </a:lnTo>
                  <a:cubicBezTo>
                    <a:pt x="680" y="345"/>
                    <a:pt x="919" y="64"/>
                    <a:pt x="1246" y="11"/>
                  </a:cubicBezTo>
                  <a:cubicBezTo>
                    <a:pt x="1207"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0" name="Google Shape;21740;p91"/>
            <p:cNvSpPr/>
            <p:nvPr/>
          </p:nvSpPr>
          <p:spPr>
            <a:xfrm>
              <a:off x="2273251" y="3385065"/>
              <a:ext cx="363760" cy="304600"/>
            </a:xfrm>
            <a:custGeom>
              <a:rect b="b" l="l" r="r" t="t"/>
              <a:pathLst>
                <a:path extrusionOk="0" h="11703" w="13976">
                  <a:moveTo>
                    <a:pt x="3586" y="409"/>
                  </a:moveTo>
                  <a:cubicBezTo>
                    <a:pt x="3849" y="409"/>
                    <a:pt x="4061" y="620"/>
                    <a:pt x="4061" y="884"/>
                  </a:cubicBezTo>
                  <a:lnTo>
                    <a:pt x="4061" y="1334"/>
                  </a:lnTo>
                  <a:cubicBezTo>
                    <a:pt x="4050" y="1714"/>
                    <a:pt x="3740" y="2017"/>
                    <a:pt x="3360" y="2017"/>
                  </a:cubicBezTo>
                  <a:cubicBezTo>
                    <a:pt x="2980" y="2017"/>
                    <a:pt x="2671" y="1714"/>
                    <a:pt x="2660" y="1334"/>
                  </a:cubicBezTo>
                  <a:lnTo>
                    <a:pt x="2660" y="884"/>
                  </a:lnTo>
                  <a:cubicBezTo>
                    <a:pt x="2660" y="620"/>
                    <a:pt x="2875" y="409"/>
                    <a:pt x="3135" y="409"/>
                  </a:cubicBezTo>
                  <a:close/>
                  <a:moveTo>
                    <a:pt x="7203" y="409"/>
                  </a:moveTo>
                  <a:cubicBezTo>
                    <a:pt x="7463" y="409"/>
                    <a:pt x="7674" y="620"/>
                    <a:pt x="7674" y="884"/>
                  </a:cubicBezTo>
                  <a:lnTo>
                    <a:pt x="7674" y="1334"/>
                  </a:lnTo>
                  <a:cubicBezTo>
                    <a:pt x="7663" y="1714"/>
                    <a:pt x="7354" y="2017"/>
                    <a:pt x="6974" y="2017"/>
                  </a:cubicBezTo>
                  <a:cubicBezTo>
                    <a:pt x="6594" y="2017"/>
                    <a:pt x="6284" y="1714"/>
                    <a:pt x="6277" y="1334"/>
                  </a:cubicBezTo>
                  <a:lnTo>
                    <a:pt x="6277" y="884"/>
                  </a:lnTo>
                  <a:cubicBezTo>
                    <a:pt x="6277" y="620"/>
                    <a:pt x="6488" y="409"/>
                    <a:pt x="6749" y="409"/>
                  </a:cubicBezTo>
                  <a:close/>
                  <a:moveTo>
                    <a:pt x="10816" y="409"/>
                  </a:moveTo>
                  <a:cubicBezTo>
                    <a:pt x="11076" y="409"/>
                    <a:pt x="11288" y="620"/>
                    <a:pt x="11288" y="884"/>
                  </a:cubicBezTo>
                  <a:lnTo>
                    <a:pt x="11288" y="1334"/>
                  </a:lnTo>
                  <a:cubicBezTo>
                    <a:pt x="11280" y="1714"/>
                    <a:pt x="10967" y="2017"/>
                    <a:pt x="10591" y="2017"/>
                  </a:cubicBezTo>
                  <a:cubicBezTo>
                    <a:pt x="10211" y="2017"/>
                    <a:pt x="9901" y="1714"/>
                    <a:pt x="9891" y="1334"/>
                  </a:cubicBezTo>
                  <a:lnTo>
                    <a:pt x="9891" y="884"/>
                  </a:lnTo>
                  <a:cubicBezTo>
                    <a:pt x="9891" y="620"/>
                    <a:pt x="10102" y="409"/>
                    <a:pt x="10362" y="409"/>
                  </a:cubicBezTo>
                  <a:close/>
                  <a:moveTo>
                    <a:pt x="3607" y="2442"/>
                  </a:moveTo>
                  <a:lnTo>
                    <a:pt x="3607" y="2551"/>
                  </a:lnTo>
                  <a:cubicBezTo>
                    <a:pt x="3607" y="2629"/>
                    <a:pt x="3628" y="2703"/>
                    <a:pt x="3666" y="2769"/>
                  </a:cubicBezTo>
                  <a:lnTo>
                    <a:pt x="3374" y="3062"/>
                  </a:lnTo>
                  <a:cubicBezTo>
                    <a:pt x="3371" y="3067"/>
                    <a:pt x="3366" y="3069"/>
                    <a:pt x="3360" y="3069"/>
                  </a:cubicBezTo>
                  <a:cubicBezTo>
                    <a:pt x="3355" y="3069"/>
                    <a:pt x="3350" y="3067"/>
                    <a:pt x="3346" y="3062"/>
                  </a:cubicBezTo>
                  <a:lnTo>
                    <a:pt x="3054" y="2769"/>
                  </a:lnTo>
                  <a:cubicBezTo>
                    <a:pt x="3093" y="2703"/>
                    <a:pt x="3114" y="2629"/>
                    <a:pt x="3114" y="2551"/>
                  </a:cubicBezTo>
                  <a:lnTo>
                    <a:pt x="3114" y="2442"/>
                  </a:lnTo>
                  <a:close/>
                  <a:moveTo>
                    <a:pt x="7224" y="2442"/>
                  </a:moveTo>
                  <a:lnTo>
                    <a:pt x="7224" y="2551"/>
                  </a:lnTo>
                  <a:cubicBezTo>
                    <a:pt x="7224" y="2629"/>
                    <a:pt x="7245" y="2703"/>
                    <a:pt x="7283" y="2769"/>
                  </a:cubicBezTo>
                  <a:lnTo>
                    <a:pt x="6991" y="3062"/>
                  </a:lnTo>
                  <a:cubicBezTo>
                    <a:pt x="6986" y="3067"/>
                    <a:pt x="6980" y="3069"/>
                    <a:pt x="6974" y="3069"/>
                  </a:cubicBezTo>
                  <a:cubicBezTo>
                    <a:pt x="6969" y="3069"/>
                    <a:pt x="6963" y="3067"/>
                    <a:pt x="6960" y="3062"/>
                  </a:cubicBezTo>
                  <a:lnTo>
                    <a:pt x="6668" y="2769"/>
                  </a:lnTo>
                  <a:cubicBezTo>
                    <a:pt x="6706" y="2703"/>
                    <a:pt x="6728" y="2629"/>
                    <a:pt x="6728" y="2551"/>
                  </a:cubicBezTo>
                  <a:lnTo>
                    <a:pt x="6728" y="2442"/>
                  </a:lnTo>
                  <a:close/>
                  <a:moveTo>
                    <a:pt x="10837" y="2442"/>
                  </a:moveTo>
                  <a:lnTo>
                    <a:pt x="10837" y="2551"/>
                  </a:lnTo>
                  <a:cubicBezTo>
                    <a:pt x="10837" y="2629"/>
                    <a:pt x="10858" y="2703"/>
                    <a:pt x="10897" y="2769"/>
                  </a:cubicBezTo>
                  <a:lnTo>
                    <a:pt x="10605" y="3062"/>
                  </a:lnTo>
                  <a:cubicBezTo>
                    <a:pt x="10600" y="3067"/>
                    <a:pt x="10594" y="3069"/>
                    <a:pt x="10589" y="3069"/>
                  </a:cubicBezTo>
                  <a:cubicBezTo>
                    <a:pt x="10584" y="3069"/>
                    <a:pt x="10579" y="3067"/>
                    <a:pt x="10573" y="3062"/>
                  </a:cubicBezTo>
                  <a:lnTo>
                    <a:pt x="10281" y="2769"/>
                  </a:lnTo>
                  <a:cubicBezTo>
                    <a:pt x="10320" y="2703"/>
                    <a:pt x="10341" y="2629"/>
                    <a:pt x="10341" y="2551"/>
                  </a:cubicBezTo>
                  <a:lnTo>
                    <a:pt x="10341" y="2442"/>
                  </a:lnTo>
                  <a:close/>
                  <a:moveTo>
                    <a:pt x="1781" y="4251"/>
                  </a:moveTo>
                  <a:cubicBezTo>
                    <a:pt x="2041" y="4251"/>
                    <a:pt x="2252" y="4462"/>
                    <a:pt x="2252" y="4722"/>
                  </a:cubicBezTo>
                  <a:lnTo>
                    <a:pt x="2252" y="5173"/>
                  </a:lnTo>
                  <a:cubicBezTo>
                    <a:pt x="2241" y="5553"/>
                    <a:pt x="1932" y="5855"/>
                    <a:pt x="1552" y="5855"/>
                  </a:cubicBezTo>
                  <a:cubicBezTo>
                    <a:pt x="1175" y="5855"/>
                    <a:pt x="862" y="5553"/>
                    <a:pt x="855" y="5173"/>
                  </a:cubicBezTo>
                  <a:lnTo>
                    <a:pt x="855" y="4722"/>
                  </a:lnTo>
                  <a:cubicBezTo>
                    <a:pt x="855" y="4462"/>
                    <a:pt x="1066" y="4251"/>
                    <a:pt x="1327" y="4251"/>
                  </a:cubicBezTo>
                  <a:close/>
                  <a:moveTo>
                    <a:pt x="5394" y="4251"/>
                  </a:moveTo>
                  <a:cubicBezTo>
                    <a:pt x="5654" y="4251"/>
                    <a:pt x="5866" y="4462"/>
                    <a:pt x="5866" y="4722"/>
                  </a:cubicBezTo>
                  <a:lnTo>
                    <a:pt x="5866" y="5176"/>
                  </a:lnTo>
                  <a:cubicBezTo>
                    <a:pt x="5858" y="5553"/>
                    <a:pt x="5549" y="5855"/>
                    <a:pt x="5169" y="5855"/>
                  </a:cubicBezTo>
                  <a:cubicBezTo>
                    <a:pt x="4789" y="5855"/>
                    <a:pt x="4479" y="5553"/>
                    <a:pt x="4469" y="5176"/>
                  </a:cubicBezTo>
                  <a:lnTo>
                    <a:pt x="4469" y="4722"/>
                  </a:lnTo>
                  <a:cubicBezTo>
                    <a:pt x="4469" y="4462"/>
                    <a:pt x="4680" y="4251"/>
                    <a:pt x="4944" y="4251"/>
                  </a:cubicBezTo>
                  <a:close/>
                  <a:moveTo>
                    <a:pt x="9008" y="4251"/>
                  </a:moveTo>
                  <a:cubicBezTo>
                    <a:pt x="9268" y="4251"/>
                    <a:pt x="9483" y="4462"/>
                    <a:pt x="9483" y="4722"/>
                  </a:cubicBezTo>
                  <a:lnTo>
                    <a:pt x="9483" y="5176"/>
                  </a:lnTo>
                  <a:cubicBezTo>
                    <a:pt x="9472" y="5553"/>
                    <a:pt x="9162" y="5855"/>
                    <a:pt x="8782" y="5855"/>
                  </a:cubicBezTo>
                  <a:cubicBezTo>
                    <a:pt x="8402" y="5855"/>
                    <a:pt x="8093" y="5553"/>
                    <a:pt x="8082" y="5176"/>
                  </a:cubicBezTo>
                  <a:lnTo>
                    <a:pt x="8082" y="4722"/>
                  </a:lnTo>
                  <a:cubicBezTo>
                    <a:pt x="8082" y="4462"/>
                    <a:pt x="8293" y="4251"/>
                    <a:pt x="8557" y="4251"/>
                  </a:cubicBezTo>
                  <a:close/>
                  <a:moveTo>
                    <a:pt x="12621" y="4251"/>
                  </a:moveTo>
                  <a:cubicBezTo>
                    <a:pt x="12885" y="4251"/>
                    <a:pt x="13096" y="4462"/>
                    <a:pt x="13096" y="4722"/>
                  </a:cubicBezTo>
                  <a:lnTo>
                    <a:pt x="13096" y="5173"/>
                  </a:lnTo>
                  <a:cubicBezTo>
                    <a:pt x="13085" y="5553"/>
                    <a:pt x="12776" y="5855"/>
                    <a:pt x="12396" y="5855"/>
                  </a:cubicBezTo>
                  <a:cubicBezTo>
                    <a:pt x="12016" y="5855"/>
                    <a:pt x="11706" y="5553"/>
                    <a:pt x="11699" y="5173"/>
                  </a:cubicBezTo>
                  <a:lnTo>
                    <a:pt x="11699" y="4722"/>
                  </a:lnTo>
                  <a:cubicBezTo>
                    <a:pt x="11699" y="4462"/>
                    <a:pt x="11910" y="4251"/>
                    <a:pt x="12171" y="4251"/>
                  </a:cubicBezTo>
                  <a:close/>
                  <a:moveTo>
                    <a:pt x="1802" y="6284"/>
                  </a:moveTo>
                  <a:lnTo>
                    <a:pt x="1802" y="6390"/>
                  </a:lnTo>
                  <a:cubicBezTo>
                    <a:pt x="1802" y="6467"/>
                    <a:pt x="1823" y="6545"/>
                    <a:pt x="1862" y="6612"/>
                  </a:cubicBezTo>
                  <a:lnTo>
                    <a:pt x="1569" y="6904"/>
                  </a:lnTo>
                  <a:cubicBezTo>
                    <a:pt x="1564" y="6907"/>
                    <a:pt x="1559" y="6909"/>
                    <a:pt x="1554" y="6909"/>
                  </a:cubicBezTo>
                  <a:cubicBezTo>
                    <a:pt x="1548" y="6909"/>
                    <a:pt x="1543" y="6907"/>
                    <a:pt x="1538" y="6904"/>
                  </a:cubicBezTo>
                  <a:lnTo>
                    <a:pt x="1246" y="6612"/>
                  </a:lnTo>
                  <a:cubicBezTo>
                    <a:pt x="1284" y="6545"/>
                    <a:pt x="1306" y="6467"/>
                    <a:pt x="1306" y="6390"/>
                  </a:cubicBezTo>
                  <a:lnTo>
                    <a:pt x="1306" y="6284"/>
                  </a:lnTo>
                  <a:close/>
                  <a:moveTo>
                    <a:pt x="5415" y="6284"/>
                  </a:moveTo>
                  <a:lnTo>
                    <a:pt x="5415" y="6390"/>
                  </a:lnTo>
                  <a:cubicBezTo>
                    <a:pt x="5415" y="6467"/>
                    <a:pt x="5436" y="6545"/>
                    <a:pt x="5475" y="6612"/>
                  </a:cubicBezTo>
                  <a:lnTo>
                    <a:pt x="5183" y="6904"/>
                  </a:lnTo>
                  <a:cubicBezTo>
                    <a:pt x="5179" y="6907"/>
                    <a:pt x="5174" y="6909"/>
                    <a:pt x="5168" y="6909"/>
                  </a:cubicBezTo>
                  <a:cubicBezTo>
                    <a:pt x="5163" y="6909"/>
                    <a:pt x="5157" y="6907"/>
                    <a:pt x="5151" y="6904"/>
                  </a:cubicBezTo>
                  <a:lnTo>
                    <a:pt x="4859" y="6612"/>
                  </a:lnTo>
                  <a:cubicBezTo>
                    <a:pt x="4898" y="6545"/>
                    <a:pt x="4919" y="6467"/>
                    <a:pt x="4919" y="6390"/>
                  </a:cubicBezTo>
                  <a:lnTo>
                    <a:pt x="4919" y="6284"/>
                  </a:lnTo>
                  <a:close/>
                  <a:moveTo>
                    <a:pt x="9029" y="6284"/>
                  </a:moveTo>
                  <a:lnTo>
                    <a:pt x="9029" y="6390"/>
                  </a:lnTo>
                  <a:cubicBezTo>
                    <a:pt x="9029" y="6467"/>
                    <a:pt x="9050" y="6545"/>
                    <a:pt x="9088" y="6612"/>
                  </a:cubicBezTo>
                  <a:lnTo>
                    <a:pt x="8796" y="6904"/>
                  </a:lnTo>
                  <a:cubicBezTo>
                    <a:pt x="8793" y="6907"/>
                    <a:pt x="8788" y="6909"/>
                    <a:pt x="8782" y="6909"/>
                  </a:cubicBezTo>
                  <a:cubicBezTo>
                    <a:pt x="8777" y="6909"/>
                    <a:pt x="8772" y="6907"/>
                    <a:pt x="8768" y="6904"/>
                  </a:cubicBezTo>
                  <a:lnTo>
                    <a:pt x="8473" y="6612"/>
                  </a:lnTo>
                  <a:cubicBezTo>
                    <a:pt x="8515" y="6545"/>
                    <a:pt x="8536" y="6467"/>
                    <a:pt x="8536" y="6390"/>
                  </a:cubicBezTo>
                  <a:lnTo>
                    <a:pt x="8536" y="6284"/>
                  </a:lnTo>
                  <a:close/>
                  <a:moveTo>
                    <a:pt x="12646" y="6284"/>
                  </a:moveTo>
                  <a:lnTo>
                    <a:pt x="12646" y="6390"/>
                  </a:lnTo>
                  <a:cubicBezTo>
                    <a:pt x="12646" y="6467"/>
                    <a:pt x="12667" y="6545"/>
                    <a:pt x="12705" y="6612"/>
                  </a:cubicBezTo>
                  <a:lnTo>
                    <a:pt x="12413" y="6904"/>
                  </a:lnTo>
                  <a:cubicBezTo>
                    <a:pt x="12408" y="6907"/>
                    <a:pt x="12402" y="6909"/>
                    <a:pt x="12396" y="6909"/>
                  </a:cubicBezTo>
                  <a:cubicBezTo>
                    <a:pt x="12391" y="6909"/>
                    <a:pt x="12385" y="6907"/>
                    <a:pt x="12382" y="6904"/>
                  </a:cubicBezTo>
                  <a:lnTo>
                    <a:pt x="12090" y="6612"/>
                  </a:lnTo>
                  <a:cubicBezTo>
                    <a:pt x="12128" y="6545"/>
                    <a:pt x="12150" y="6467"/>
                    <a:pt x="12150" y="6390"/>
                  </a:cubicBezTo>
                  <a:lnTo>
                    <a:pt x="12150" y="6284"/>
                  </a:lnTo>
                  <a:close/>
                  <a:moveTo>
                    <a:pt x="3139" y="0"/>
                  </a:moveTo>
                  <a:cubicBezTo>
                    <a:pt x="2653" y="0"/>
                    <a:pt x="2259" y="395"/>
                    <a:pt x="2256" y="884"/>
                  </a:cubicBezTo>
                  <a:lnTo>
                    <a:pt x="2256" y="1334"/>
                  </a:lnTo>
                  <a:cubicBezTo>
                    <a:pt x="2256" y="1686"/>
                    <a:pt x="2424" y="2017"/>
                    <a:pt x="2709" y="2228"/>
                  </a:cubicBezTo>
                  <a:lnTo>
                    <a:pt x="2709" y="2551"/>
                  </a:lnTo>
                  <a:cubicBezTo>
                    <a:pt x="2709" y="2558"/>
                    <a:pt x="2702" y="2565"/>
                    <a:pt x="2695" y="2569"/>
                  </a:cubicBezTo>
                  <a:lnTo>
                    <a:pt x="2168" y="2833"/>
                  </a:lnTo>
                  <a:cubicBezTo>
                    <a:pt x="1946" y="2942"/>
                    <a:pt x="1805" y="3171"/>
                    <a:pt x="1805" y="3420"/>
                  </a:cubicBezTo>
                  <a:lnTo>
                    <a:pt x="1805" y="3839"/>
                  </a:lnTo>
                  <a:lnTo>
                    <a:pt x="1334" y="3839"/>
                  </a:lnTo>
                  <a:cubicBezTo>
                    <a:pt x="845" y="3839"/>
                    <a:pt x="451" y="4237"/>
                    <a:pt x="451" y="4722"/>
                  </a:cubicBezTo>
                  <a:lnTo>
                    <a:pt x="451" y="5173"/>
                  </a:lnTo>
                  <a:cubicBezTo>
                    <a:pt x="451" y="5528"/>
                    <a:pt x="619" y="5859"/>
                    <a:pt x="901" y="6066"/>
                  </a:cubicBezTo>
                  <a:lnTo>
                    <a:pt x="901" y="6390"/>
                  </a:lnTo>
                  <a:cubicBezTo>
                    <a:pt x="901" y="6397"/>
                    <a:pt x="897" y="6404"/>
                    <a:pt x="890" y="6408"/>
                  </a:cubicBezTo>
                  <a:lnTo>
                    <a:pt x="363" y="6671"/>
                  </a:lnTo>
                  <a:cubicBezTo>
                    <a:pt x="141" y="6784"/>
                    <a:pt x="0" y="7013"/>
                    <a:pt x="0" y="7259"/>
                  </a:cubicBezTo>
                  <a:lnTo>
                    <a:pt x="0" y="9486"/>
                  </a:lnTo>
                  <a:cubicBezTo>
                    <a:pt x="0" y="9662"/>
                    <a:pt x="49" y="9831"/>
                    <a:pt x="148" y="9975"/>
                  </a:cubicBezTo>
                  <a:lnTo>
                    <a:pt x="373" y="10313"/>
                  </a:lnTo>
                  <a:cubicBezTo>
                    <a:pt x="426" y="10390"/>
                    <a:pt x="451" y="10482"/>
                    <a:pt x="451" y="10577"/>
                  </a:cubicBezTo>
                  <a:lnTo>
                    <a:pt x="451" y="11499"/>
                  </a:lnTo>
                  <a:cubicBezTo>
                    <a:pt x="451" y="11611"/>
                    <a:pt x="542" y="11703"/>
                    <a:pt x="655" y="11703"/>
                  </a:cubicBezTo>
                  <a:cubicBezTo>
                    <a:pt x="771" y="11703"/>
                    <a:pt x="862" y="11611"/>
                    <a:pt x="862" y="11499"/>
                  </a:cubicBezTo>
                  <a:lnTo>
                    <a:pt x="862" y="10577"/>
                  </a:lnTo>
                  <a:cubicBezTo>
                    <a:pt x="862" y="10401"/>
                    <a:pt x="809" y="10232"/>
                    <a:pt x="714" y="10088"/>
                  </a:cubicBezTo>
                  <a:lnTo>
                    <a:pt x="489" y="9750"/>
                  </a:lnTo>
                  <a:cubicBezTo>
                    <a:pt x="437" y="9673"/>
                    <a:pt x="408" y="9581"/>
                    <a:pt x="408" y="9486"/>
                  </a:cubicBezTo>
                  <a:lnTo>
                    <a:pt x="408" y="7259"/>
                  </a:lnTo>
                  <a:cubicBezTo>
                    <a:pt x="408" y="7168"/>
                    <a:pt x="461" y="7083"/>
                    <a:pt x="546" y="7041"/>
                  </a:cubicBezTo>
                  <a:lnTo>
                    <a:pt x="919" y="6854"/>
                  </a:lnTo>
                  <a:lnTo>
                    <a:pt x="1256" y="7192"/>
                  </a:lnTo>
                  <a:cubicBezTo>
                    <a:pt x="1341" y="7277"/>
                    <a:pt x="1451" y="7319"/>
                    <a:pt x="1561" y="7319"/>
                  </a:cubicBezTo>
                  <a:cubicBezTo>
                    <a:pt x="1671" y="7319"/>
                    <a:pt x="1781" y="7277"/>
                    <a:pt x="1865" y="7192"/>
                  </a:cubicBezTo>
                  <a:lnTo>
                    <a:pt x="2203" y="6854"/>
                  </a:lnTo>
                  <a:lnTo>
                    <a:pt x="2576" y="7041"/>
                  </a:lnTo>
                  <a:cubicBezTo>
                    <a:pt x="2660" y="7083"/>
                    <a:pt x="2713" y="7168"/>
                    <a:pt x="2713" y="7259"/>
                  </a:cubicBezTo>
                  <a:lnTo>
                    <a:pt x="2713" y="9486"/>
                  </a:lnTo>
                  <a:cubicBezTo>
                    <a:pt x="2713" y="9581"/>
                    <a:pt x="2685" y="9673"/>
                    <a:pt x="2632" y="9750"/>
                  </a:cubicBezTo>
                  <a:lnTo>
                    <a:pt x="2407" y="10088"/>
                  </a:lnTo>
                  <a:cubicBezTo>
                    <a:pt x="2312" y="10232"/>
                    <a:pt x="2259" y="10401"/>
                    <a:pt x="2259" y="10577"/>
                  </a:cubicBezTo>
                  <a:lnTo>
                    <a:pt x="2259" y="11499"/>
                  </a:lnTo>
                  <a:cubicBezTo>
                    <a:pt x="2259" y="11611"/>
                    <a:pt x="2351" y="11703"/>
                    <a:pt x="2463" y="11703"/>
                  </a:cubicBezTo>
                  <a:cubicBezTo>
                    <a:pt x="2576" y="11703"/>
                    <a:pt x="2667" y="11611"/>
                    <a:pt x="2667" y="11499"/>
                  </a:cubicBezTo>
                  <a:lnTo>
                    <a:pt x="2667" y="10577"/>
                  </a:lnTo>
                  <a:cubicBezTo>
                    <a:pt x="2667" y="10482"/>
                    <a:pt x="2695" y="10390"/>
                    <a:pt x="2748" y="10313"/>
                  </a:cubicBezTo>
                  <a:lnTo>
                    <a:pt x="2973" y="9975"/>
                  </a:lnTo>
                  <a:cubicBezTo>
                    <a:pt x="3068" y="9831"/>
                    <a:pt x="3121" y="9662"/>
                    <a:pt x="3121" y="9486"/>
                  </a:cubicBezTo>
                  <a:lnTo>
                    <a:pt x="3121" y="7259"/>
                  </a:lnTo>
                  <a:cubicBezTo>
                    <a:pt x="3121" y="7013"/>
                    <a:pt x="2980" y="6784"/>
                    <a:pt x="2759" y="6671"/>
                  </a:cubicBezTo>
                  <a:lnTo>
                    <a:pt x="2231" y="6408"/>
                  </a:lnTo>
                  <a:cubicBezTo>
                    <a:pt x="2224" y="6404"/>
                    <a:pt x="2217" y="6397"/>
                    <a:pt x="2217" y="6390"/>
                  </a:cubicBezTo>
                  <a:lnTo>
                    <a:pt x="2217" y="6066"/>
                  </a:lnTo>
                  <a:cubicBezTo>
                    <a:pt x="2502" y="5859"/>
                    <a:pt x="2671" y="5528"/>
                    <a:pt x="2671" y="5173"/>
                  </a:cubicBezTo>
                  <a:lnTo>
                    <a:pt x="2671" y="4722"/>
                  </a:lnTo>
                  <a:cubicBezTo>
                    <a:pt x="2671" y="4402"/>
                    <a:pt x="2498" y="4110"/>
                    <a:pt x="2217" y="3952"/>
                  </a:cubicBezTo>
                  <a:lnTo>
                    <a:pt x="2217" y="3420"/>
                  </a:lnTo>
                  <a:cubicBezTo>
                    <a:pt x="2217" y="3325"/>
                    <a:pt x="2270" y="3241"/>
                    <a:pt x="2354" y="3199"/>
                  </a:cubicBezTo>
                  <a:lnTo>
                    <a:pt x="2727" y="3016"/>
                  </a:lnTo>
                  <a:lnTo>
                    <a:pt x="3065" y="3354"/>
                  </a:lnTo>
                  <a:cubicBezTo>
                    <a:pt x="3149" y="3438"/>
                    <a:pt x="3259" y="3480"/>
                    <a:pt x="3369" y="3480"/>
                  </a:cubicBezTo>
                  <a:cubicBezTo>
                    <a:pt x="3479" y="3480"/>
                    <a:pt x="3589" y="3438"/>
                    <a:pt x="3674" y="3354"/>
                  </a:cubicBezTo>
                  <a:lnTo>
                    <a:pt x="4011" y="3016"/>
                  </a:lnTo>
                  <a:lnTo>
                    <a:pt x="4384" y="3199"/>
                  </a:lnTo>
                  <a:cubicBezTo>
                    <a:pt x="4469" y="3241"/>
                    <a:pt x="4521" y="3325"/>
                    <a:pt x="4521" y="3420"/>
                  </a:cubicBezTo>
                  <a:lnTo>
                    <a:pt x="4521" y="3952"/>
                  </a:lnTo>
                  <a:cubicBezTo>
                    <a:pt x="4244" y="4110"/>
                    <a:pt x="4071" y="4402"/>
                    <a:pt x="4071" y="4722"/>
                  </a:cubicBezTo>
                  <a:lnTo>
                    <a:pt x="4071" y="5173"/>
                  </a:lnTo>
                  <a:cubicBezTo>
                    <a:pt x="4071" y="5528"/>
                    <a:pt x="4236" y="5859"/>
                    <a:pt x="4521" y="6066"/>
                  </a:cubicBezTo>
                  <a:lnTo>
                    <a:pt x="4521" y="6390"/>
                  </a:lnTo>
                  <a:cubicBezTo>
                    <a:pt x="4521" y="6397"/>
                    <a:pt x="4518" y="6404"/>
                    <a:pt x="4511" y="6408"/>
                  </a:cubicBezTo>
                  <a:lnTo>
                    <a:pt x="3983" y="6671"/>
                  </a:lnTo>
                  <a:cubicBezTo>
                    <a:pt x="3758" y="6784"/>
                    <a:pt x="3617" y="7013"/>
                    <a:pt x="3617" y="7259"/>
                  </a:cubicBezTo>
                  <a:lnTo>
                    <a:pt x="3617" y="9486"/>
                  </a:lnTo>
                  <a:cubicBezTo>
                    <a:pt x="3617" y="9662"/>
                    <a:pt x="3670" y="9831"/>
                    <a:pt x="3765" y="9975"/>
                  </a:cubicBezTo>
                  <a:lnTo>
                    <a:pt x="3990" y="10313"/>
                  </a:lnTo>
                  <a:cubicBezTo>
                    <a:pt x="4043" y="10390"/>
                    <a:pt x="4071" y="10482"/>
                    <a:pt x="4071" y="10577"/>
                  </a:cubicBezTo>
                  <a:lnTo>
                    <a:pt x="4071" y="11499"/>
                  </a:lnTo>
                  <a:cubicBezTo>
                    <a:pt x="4071" y="11611"/>
                    <a:pt x="4163" y="11703"/>
                    <a:pt x="4275" y="11703"/>
                  </a:cubicBezTo>
                  <a:cubicBezTo>
                    <a:pt x="4388" y="11703"/>
                    <a:pt x="4479" y="11611"/>
                    <a:pt x="4479" y="11499"/>
                  </a:cubicBezTo>
                  <a:lnTo>
                    <a:pt x="4479" y="10577"/>
                  </a:lnTo>
                  <a:cubicBezTo>
                    <a:pt x="4479" y="10401"/>
                    <a:pt x="4430" y="10232"/>
                    <a:pt x="4331" y="10088"/>
                  </a:cubicBezTo>
                  <a:lnTo>
                    <a:pt x="4106" y="9750"/>
                  </a:lnTo>
                  <a:cubicBezTo>
                    <a:pt x="4054" y="9673"/>
                    <a:pt x="4029" y="9581"/>
                    <a:pt x="4029" y="9486"/>
                  </a:cubicBezTo>
                  <a:lnTo>
                    <a:pt x="4029" y="7259"/>
                  </a:lnTo>
                  <a:cubicBezTo>
                    <a:pt x="4029" y="7168"/>
                    <a:pt x="4082" y="7083"/>
                    <a:pt x="4163" y="7041"/>
                  </a:cubicBezTo>
                  <a:lnTo>
                    <a:pt x="4536" y="6854"/>
                  </a:lnTo>
                  <a:lnTo>
                    <a:pt x="4873" y="7192"/>
                  </a:lnTo>
                  <a:cubicBezTo>
                    <a:pt x="4958" y="7277"/>
                    <a:pt x="5069" y="7319"/>
                    <a:pt x="5179" y="7319"/>
                  </a:cubicBezTo>
                  <a:cubicBezTo>
                    <a:pt x="5289" y="7319"/>
                    <a:pt x="5399" y="7277"/>
                    <a:pt x="5482" y="7192"/>
                  </a:cubicBezTo>
                  <a:lnTo>
                    <a:pt x="5823" y="6854"/>
                  </a:lnTo>
                  <a:lnTo>
                    <a:pt x="6193" y="7041"/>
                  </a:lnTo>
                  <a:cubicBezTo>
                    <a:pt x="6277" y="7083"/>
                    <a:pt x="6330" y="7168"/>
                    <a:pt x="6330" y="7259"/>
                  </a:cubicBezTo>
                  <a:lnTo>
                    <a:pt x="6330" y="9486"/>
                  </a:lnTo>
                  <a:cubicBezTo>
                    <a:pt x="6330" y="9581"/>
                    <a:pt x="6302" y="9673"/>
                    <a:pt x="6253" y="9750"/>
                  </a:cubicBezTo>
                  <a:lnTo>
                    <a:pt x="6027" y="10088"/>
                  </a:lnTo>
                  <a:cubicBezTo>
                    <a:pt x="5929" y="10232"/>
                    <a:pt x="5880" y="10401"/>
                    <a:pt x="5880" y="10577"/>
                  </a:cubicBezTo>
                  <a:lnTo>
                    <a:pt x="5880" y="11499"/>
                  </a:lnTo>
                  <a:cubicBezTo>
                    <a:pt x="5880" y="11611"/>
                    <a:pt x="5971" y="11703"/>
                    <a:pt x="6084" y="11703"/>
                  </a:cubicBezTo>
                  <a:cubicBezTo>
                    <a:pt x="6196" y="11703"/>
                    <a:pt x="6288" y="11611"/>
                    <a:pt x="6288" y="11499"/>
                  </a:cubicBezTo>
                  <a:lnTo>
                    <a:pt x="6288" y="10577"/>
                  </a:lnTo>
                  <a:cubicBezTo>
                    <a:pt x="6288" y="10482"/>
                    <a:pt x="6316" y="10390"/>
                    <a:pt x="6369" y="10313"/>
                  </a:cubicBezTo>
                  <a:lnTo>
                    <a:pt x="6590" y="9975"/>
                  </a:lnTo>
                  <a:cubicBezTo>
                    <a:pt x="6689" y="9831"/>
                    <a:pt x="6738" y="9662"/>
                    <a:pt x="6738" y="9486"/>
                  </a:cubicBezTo>
                  <a:lnTo>
                    <a:pt x="6738" y="7259"/>
                  </a:lnTo>
                  <a:cubicBezTo>
                    <a:pt x="6742" y="7013"/>
                    <a:pt x="6601" y="6784"/>
                    <a:pt x="6376" y="6671"/>
                  </a:cubicBezTo>
                  <a:lnTo>
                    <a:pt x="5848" y="6408"/>
                  </a:lnTo>
                  <a:cubicBezTo>
                    <a:pt x="5841" y="6404"/>
                    <a:pt x="5837" y="6397"/>
                    <a:pt x="5837" y="6390"/>
                  </a:cubicBezTo>
                  <a:lnTo>
                    <a:pt x="5837" y="6066"/>
                  </a:lnTo>
                  <a:cubicBezTo>
                    <a:pt x="6122" y="5859"/>
                    <a:pt x="6288" y="5528"/>
                    <a:pt x="6288" y="5173"/>
                  </a:cubicBezTo>
                  <a:lnTo>
                    <a:pt x="6288" y="4722"/>
                  </a:lnTo>
                  <a:cubicBezTo>
                    <a:pt x="6288" y="4402"/>
                    <a:pt x="6115" y="4110"/>
                    <a:pt x="5837" y="3952"/>
                  </a:cubicBezTo>
                  <a:lnTo>
                    <a:pt x="5837" y="3420"/>
                  </a:lnTo>
                  <a:cubicBezTo>
                    <a:pt x="5837" y="3325"/>
                    <a:pt x="5890" y="3241"/>
                    <a:pt x="5975" y="3199"/>
                  </a:cubicBezTo>
                  <a:lnTo>
                    <a:pt x="6344" y="3016"/>
                  </a:lnTo>
                  <a:lnTo>
                    <a:pt x="6685" y="3354"/>
                  </a:lnTo>
                  <a:cubicBezTo>
                    <a:pt x="6768" y="3438"/>
                    <a:pt x="6878" y="3480"/>
                    <a:pt x="6988" y="3480"/>
                  </a:cubicBezTo>
                  <a:cubicBezTo>
                    <a:pt x="7099" y="3480"/>
                    <a:pt x="7210" y="3438"/>
                    <a:pt x="7294" y="3354"/>
                  </a:cubicBezTo>
                  <a:lnTo>
                    <a:pt x="7632" y="3016"/>
                  </a:lnTo>
                  <a:lnTo>
                    <a:pt x="8001" y="3199"/>
                  </a:lnTo>
                  <a:cubicBezTo>
                    <a:pt x="8086" y="3241"/>
                    <a:pt x="8138" y="3325"/>
                    <a:pt x="8138" y="3420"/>
                  </a:cubicBezTo>
                  <a:lnTo>
                    <a:pt x="8138" y="3952"/>
                  </a:lnTo>
                  <a:cubicBezTo>
                    <a:pt x="7861" y="4110"/>
                    <a:pt x="7688" y="4402"/>
                    <a:pt x="7688" y="4722"/>
                  </a:cubicBezTo>
                  <a:lnTo>
                    <a:pt x="7688" y="5173"/>
                  </a:lnTo>
                  <a:cubicBezTo>
                    <a:pt x="7688" y="5528"/>
                    <a:pt x="7857" y="5859"/>
                    <a:pt x="8138" y="6066"/>
                  </a:cubicBezTo>
                  <a:lnTo>
                    <a:pt x="8138" y="6390"/>
                  </a:lnTo>
                  <a:cubicBezTo>
                    <a:pt x="8138" y="6397"/>
                    <a:pt x="8135" y="6404"/>
                    <a:pt x="8128" y="6408"/>
                  </a:cubicBezTo>
                  <a:lnTo>
                    <a:pt x="7600" y="6671"/>
                  </a:lnTo>
                  <a:cubicBezTo>
                    <a:pt x="7378" y="6784"/>
                    <a:pt x="7238" y="7013"/>
                    <a:pt x="7238" y="7259"/>
                  </a:cubicBezTo>
                  <a:lnTo>
                    <a:pt x="7238" y="9486"/>
                  </a:lnTo>
                  <a:cubicBezTo>
                    <a:pt x="7238" y="9662"/>
                    <a:pt x="7287" y="9831"/>
                    <a:pt x="7386" y="9975"/>
                  </a:cubicBezTo>
                  <a:lnTo>
                    <a:pt x="7611" y="10313"/>
                  </a:lnTo>
                  <a:cubicBezTo>
                    <a:pt x="7663" y="10390"/>
                    <a:pt x="7688" y="10482"/>
                    <a:pt x="7688" y="10577"/>
                  </a:cubicBezTo>
                  <a:lnTo>
                    <a:pt x="7688" y="11499"/>
                  </a:lnTo>
                  <a:cubicBezTo>
                    <a:pt x="7688" y="11611"/>
                    <a:pt x="7780" y="11703"/>
                    <a:pt x="7892" y="11703"/>
                  </a:cubicBezTo>
                  <a:cubicBezTo>
                    <a:pt x="8008" y="11703"/>
                    <a:pt x="8100" y="11611"/>
                    <a:pt x="8100" y="11499"/>
                  </a:cubicBezTo>
                  <a:lnTo>
                    <a:pt x="8100" y="10577"/>
                  </a:lnTo>
                  <a:cubicBezTo>
                    <a:pt x="8100" y="10401"/>
                    <a:pt x="8047" y="10232"/>
                    <a:pt x="7948" y="10088"/>
                  </a:cubicBezTo>
                  <a:lnTo>
                    <a:pt x="7727" y="9750"/>
                  </a:lnTo>
                  <a:cubicBezTo>
                    <a:pt x="7674" y="9673"/>
                    <a:pt x="7646" y="9581"/>
                    <a:pt x="7646" y="9486"/>
                  </a:cubicBezTo>
                  <a:lnTo>
                    <a:pt x="7646" y="7259"/>
                  </a:lnTo>
                  <a:cubicBezTo>
                    <a:pt x="7646" y="7168"/>
                    <a:pt x="7699" y="7083"/>
                    <a:pt x="7783" y="7041"/>
                  </a:cubicBezTo>
                  <a:lnTo>
                    <a:pt x="8156" y="6854"/>
                  </a:lnTo>
                  <a:lnTo>
                    <a:pt x="8494" y="7192"/>
                  </a:lnTo>
                  <a:cubicBezTo>
                    <a:pt x="8578" y="7277"/>
                    <a:pt x="8688" y="7319"/>
                    <a:pt x="8798" y="7319"/>
                  </a:cubicBezTo>
                  <a:cubicBezTo>
                    <a:pt x="8908" y="7319"/>
                    <a:pt x="9018" y="7277"/>
                    <a:pt x="9103" y="7192"/>
                  </a:cubicBezTo>
                  <a:lnTo>
                    <a:pt x="9440" y="6854"/>
                  </a:lnTo>
                  <a:lnTo>
                    <a:pt x="9813" y="7041"/>
                  </a:lnTo>
                  <a:cubicBezTo>
                    <a:pt x="9898" y="7083"/>
                    <a:pt x="9950" y="7168"/>
                    <a:pt x="9950" y="7259"/>
                  </a:cubicBezTo>
                  <a:lnTo>
                    <a:pt x="9950" y="9486"/>
                  </a:lnTo>
                  <a:cubicBezTo>
                    <a:pt x="9950" y="9581"/>
                    <a:pt x="9922" y="9673"/>
                    <a:pt x="9870" y="9750"/>
                  </a:cubicBezTo>
                  <a:lnTo>
                    <a:pt x="9644" y="10088"/>
                  </a:lnTo>
                  <a:cubicBezTo>
                    <a:pt x="9549" y="10232"/>
                    <a:pt x="9497" y="10401"/>
                    <a:pt x="9497" y="10577"/>
                  </a:cubicBezTo>
                  <a:lnTo>
                    <a:pt x="9497" y="11499"/>
                  </a:lnTo>
                  <a:cubicBezTo>
                    <a:pt x="9497" y="11611"/>
                    <a:pt x="9588" y="11703"/>
                    <a:pt x="9701" y="11703"/>
                  </a:cubicBezTo>
                  <a:cubicBezTo>
                    <a:pt x="9813" y="11703"/>
                    <a:pt x="9905" y="11611"/>
                    <a:pt x="9905" y="11499"/>
                  </a:cubicBezTo>
                  <a:lnTo>
                    <a:pt x="9905" y="10577"/>
                  </a:lnTo>
                  <a:cubicBezTo>
                    <a:pt x="9905" y="10482"/>
                    <a:pt x="9933" y="10390"/>
                    <a:pt x="9986" y="10313"/>
                  </a:cubicBezTo>
                  <a:lnTo>
                    <a:pt x="10211" y="9975"/>
                  </a:lnTo>
                  <a:cubicBezTo>
                    <a:pt x="10306" y="9831"/>
                    <a:pt x="10359" y="9662"/>
                    <a:pt x="10359" y="9486"/>
                  </a:cubicBezTo>
                  <a:lnTo>
                    <a:pt x="10359" y="7259"/>
                  </a:lnTo>
                  <a:cubicBezTo>
                    <a:pt x="10359" y="7013"/>
                    <a:pt x="10218" y="6784"/>
                    <a:pt x="9996" y="6671"/>
                  </a:cubicBezTo>
                  <a:lnTo>
                    <a:pt x="9468" y="6408"/>
                  </a:lnTo>
                  <a:cubicBezTo>
                    <a:pt x="9461" y="6404"/>
                    <a:pt x="9454" y="6397"/>
                    <a:pt x="9454" y="6390"/>
                  </a:cubicBezTo>
                  <a:lnTo>
                    <a:pt x="9454" y="6066"/>
                  </a:lnTo>
                  <a:cubicBezTo>
                    <a:pt x="9739" y="5859"/>
                    <a:pt x="9908" y="5524"/>
                    <a:pt x="9908" y="5173"/>
                  </a:cubicBezTo>
                  <a:lnTo>
                    <a:pt x="9908" y="4722"/>
                  </a:lnTo>
                  <a:cubicBezTo>
                    <a:pt x="9908" y="4402"/>
                    <a:pt x="9736" y="4106"/>
                    <a:pt x="9454" y="3952"/>
                  </a:cubicBezTo>
                  <a:lnTo>
                    <a:pt x="9454" y="3420"/>
                  </a:lnTo>
                  <a:cubicBezTo>
                    <a:pt x="9454" y="3325"/>
                    <a:pt x="9507" y="3241"/>
                    <a:pt x="9592" y="3199"/>
                  </a:cubicBezTo>
                  <a:lnTo>
                    <a:pt x="9965" y="3016"/>
                  </a:lnTo>
                  <a:lnTo>
                    <a:pt x="10302" y="3354"/>
                  </a:lnTo>
                  <a:cubicBezTo>
                    <a:pt x="10387" y="3436"/>
                    <a:pt x="10497" y="3478"/>
                    <a:pt x="10607" y="3478"/>
                  </a:cubicBezTo>
                  <a:cubicBezTo>
                    <a:pt x="10717" y="3478"/>
                    <a:pt x="10827" y="3436"/>
                    <a:pt x="10911" y="3354"/>
                  </a:cubicBezTo>
                  <a:lnTo>
                    <a:pt x="11249" y="3016"/>
                  </a:lnTo>
                  <a:lnTo>
                    <a:pt x="11622" y="3199"/>
                  </a:lnTo>
                  <a:cubicBezTo>
                    <a:pt x="11706" y="3241"/>
                    <a:pt x="11759" y="3325"/>
                    <a:pt x="11759" y="3420"/>
                  </a:cubicBezTo>
                  <a:lnTo>
                    <a:pt x="11759" y="3952"/>
                  </a:lnTo>
                  <a:cubicBezTo>
                    <a:pt x="11481" y="4106"/>
                    <a:pt x="11309" y="4402"/>
                    <a:pt x="11305" y="4722"/>
                  </a:cubicBezTo>
                  <a:lnTo>
                    <a:pt x="11305" y="5173"/>
                  </a:lnTo>
                  <a:cubicBezTo>
                    <a:pt x="11309" y="5524"/>
                    <a:pt x="11474" y="5859"/>
                    <a:pt x="11759" y="6066"/>
                  </a:cubicBezTo>
                  <a:lnTo>
                    <a:pt x="11759" y="6390"/>
                  </a:lnTo>
                  <a:cubicBezTo>
                    <a:pt x="11759" y="6397"/>
                    <a:pt x="11755" y="6404"/>
                    <a:pt x="11745" y="6408"/>
                  </a:cubicBezTo>
                  <a:lnTo>
                    <a:pt x="11217" y="6671"/>
                  </a:lnTo>
                  <a:cubicBezTo>
                    <a:pt x="10995" y="6784"/>
                    <a:pt x="10855" y="7009"/>
                    <a:pt x="10855" y="7259"/>
                  </a:cubicBezTo>
                  <a:lnTo>
                    <a:pt x="10855" y="9486"/>
                  </a:lnTo>
                  <a:cubicBezTo>
                    <a:pt x="10855" y="9662"/>
                    <a:pt x="10908" y="9831"/>
                    <a:pt x="11003" y="9975"/>
                  </a:cubicBezTo>
                  <a:lnTo>
                    <a:pt x="11228" y="10313"/>
                  </a:lnTo>
                  <a:cubicBezTo>
                    <a:pt x="11280" y="10390"/>
                    <a:pt x="11309" y="10482"/>
                    <a:pt x="11309" y="10577"/>
                  </a:cubicBezTo>
                  <a:lnTo>
                    <a:pt x="11309" y="11499"/>
                  </a:lnTo>
                  <a:cubicBezTo>
                    <a:pt x="11309" y="11611"/>
                    <a:pt x="11400" y="11703"/>
                    <a:pt x="11513" y="11703"/>
                  </a:cubicBezTo>
                  <a:cubicBezTo>
                    <a:pt x="11625" y="11703"/>
                    <a:pt x="11717" y="11611"/>
                    <a:pt x="11717" y="11499"/>
                  </a:cubicBezTo>
                  <a:lnTo>
                    <a:pt x="11717" y="10577"/>
                  </a:lnTo>
                  <a:cubicBezTo>
                    <a:pt x="11717" y="10401"/>
                    <a:pt x="11668" y="10232"/>
                    <a:pt x="11569" y="10088"/>
                  </a:cubicBezTo>
                  <a:lnTo>
                    <a:pt x="11344" y="9750"/>
                  </a:lnTo>
                  <a:cubicBezTo>
                    <a:pt x="11291" y="9673"/>
                    <a:pt x="11266" y="9581"/>
                    <a:pt x="11266" y="9486"/>
                  </a:cubicBezTo>
                  <a:lnTo>
                    <a:pt x="11266" y="7259"/>
                  </a:lnTo>
                  <a:cubicBezTo>
                    <a:pt x="11266" y="7168"/>
                    <a:pt x="11319" y="7080"/>
                    <a:pt x="11400" y="7041"/>
                  </a:cubicBezTo>
                  <a:lnTo>
                    <a:pt x="11773" y="6854"/>
                  </a:lnTo>
                  <a:lnTo>
                    <a:pt x="12111" y="7192"/>
                  </a:lnTo>
                  <a:cubicBezTo>
                    <a:pt x="12195" y="7277"/>
                    <a:pt x="12306" y="7319"/>
                    <a:pt x="12417" y="7319"/>
                  </a:cubicBezTo>
                  <a:cubicBezTo>
                    <a:pt x="12527" y="7319"/>
                    <a:pt x="12637" y="7277"/>
                    <a:pt x="12720" y="7192"/>
                  </a:cubicBezTo>
                  <a:lnTo>
                    <a:pt x="13061" y="6854"/>
                  </a:lnTo>
                  <a:lnTo>
                    <a:pt x="13430" y="7041"/>
                  </a:lnTo>
                  <a:cubicBezTo>
                    <a:pt x="13515" y="7080"/>
                    <a:pt x="13567" y="7168"/>
                    <a:pt x="13567" y="7259"/>
                  </a:cubicBezTo>
                  <a:lnTo>
                    <a:pt x="13567" y="9486"/>
                  </a:lnTo>
                  <a:cubicBezTo>
                    <a:pt x="13567" y="9581"/>
                    <a:pt x="13539" y="9673"/>
                    <a:pt x="13487" y="9750"/>
                  </a:cubicBezTo>
                  <a:lnTo>
                    <a:pt x="13265" y="10088"/>
                  </a:lnTo>
                  <a:cubicBezTo>
                    <a:pt x="13166" y="10232"/>
                    <a:pt x="13117" y="10401"/>
                    <a:pt x="13117" y="10577"/>
                  </a:cubicBezTo>
                  <a:lnTo>
                    <a:pt x="13117" y="11499"/>
                  </a:lnTo>
                  <a:cubicBezTo>
                    <a:pt x="13117" y="11611"/>
                    <a:pt x="13209" y="11703"/>
                    <a:pt x="13321" y="11703"/>
                  </a:cubicBezTo>
                  <a:cubicBezTo>
                    <a:pt x="13434" y="11703"/>
                    <a:pt x="13525" y="11611"/>
                    <a:pt x="13525" y="11499"/>
                  </a:cubicBezTo>
                  <a:lnTo>
                    <a:pt x="13525" y="10577"/>
                  </a:lnTo>
                  <a:cubicBezTo>
                    <a:pt x="13525" y="10482"/>
                    <a:pt x="13553" y="10390"/>
                    <a:pt x="13603" y="10313"/>
                  </a:cubicBezTo>
                  <a:lnTo>
                    <a:pt x="13828" y="9975"/>
                  </a:lnTo>
                  <a:cubicBezTo>
                    <a:pt x="13926" y="9831"/>
                    <a:pt x="13976" y="9662"/>
                    <a:pt x="13976" y="9486"/>
                  </a:cubicBezTo>
                  <a:lnTo>
                    <a:pt x="13976" y="7259"/>
                  </a:lnTo>
                  <a:cubicBezTo>
                    <a:pt x="13972" y="7006"/>
                    <a:pt x="13824" y="6781"/>
                    <a:pt x="13596" y="6675"/>
                  </a:cubicBezTo>
                  <a:lnTo>
                    <a:pt x="13068" y="6411"/>
                  </a:lnTo>
                  <a:cubicBezTo>
                    <a:pt x="13061" y="6408"/>
                    <a:pt x="13054" y="6401"/>
                    <a:pt x="13057" y="6390"/>
                  </a:cubicBezTo>
                  <a:lnTo>
                    <a:pt x="13057" y="6066"/>
                  </a:lnTo>
                  <a:cubicBezTo>
                    <a:pt x="13339" y="5859"/>
                    <a:pt x="13508" y="5528"/>
                    <a:pt x="13508" y="5176"/>
                  </a:cubicBezTo>
                  <a:lnTo>
                    <a:pt x="13508" y="4722"/>
                  </a:lnTo>
                  <a:cubicBezTo>
                    <a:pt x="13508" y="4237"/>
                    <a:pt x="13114" y="3843"/>
                    <a:pt x="12625" y="3843"/>
                  </a:cubicBezTo>
                  <a:lnTo>
                    <a:pt x="12153" y="3843"/>
                  </a:lnTo>
                  <a:lnTo>
                    <a:pt x="12153" y="3420"/>
                  </a:lnTo>
                  <a:cubicBezTo>
                    <a:pt x="12153" y="3171"/>
                    <a:pt x="12012" y="2945"/>
                    <a:pt x="11791" y="2833"/>
                  </a:cubicBezTo>
                  <a:lnTo>
                    <a:pt x="11263" y="2569"/>
                  </a:lnTo>
                  <a:cubicBezTo>
                    <a:pt x="11252" y="2565"/>
                    <a:pt x="11249" y="2558"/>
                    <a:pt x="11249" y="2551"/>
                  </a:cubicBezTo>
                  <a:lnTo>
                    <a:pt x="11249" y="2228"/>
                  </a:lnTo>
                  <a:cubicBezTo>
                    <a:pt x="11534" y="2017"/>
                    <a:pt x="11699" y="1686"/>
                    <a:pt x="11703" y="1334"/>
                  </a:cubicBezTo>
                  <a:lnTo>
                    <a:pt x="11703" y="884"/>
                  </a:lnTo>
                  <a:cubicBezTo>
                    <a:pt x="11699" y="395"/>
                    <a:pt x="11305" y="0"/>
                    <a:pt x="10820" y="0"/>
                  </a:cubicBezTo>
                  <a:lnTo>
                    <a:pt x="10366" y="0"/>
                  </a:lnTo>
                  <a:cubicBezTo>
                    <a:pt x="9880" y="0"/>
                    <a:pt x="9486" y="395"/>
                    <a:pt x="9486" y="884"/>
                  </a:cubicBezTo>
                  <a:lnTo>
                    <a:pt x="9486" y="1334"/>
                  </a:lnTo>
                  <a:cubicBezTo>
                    <a:pt x="9486" y="1686"/>
                    <a:pt x="9651" y="2017"/>
                    <a:pt x="9936" y="2228"/>
                  </a:cubicBezTo>
                  <a:lnTo>
                    <a:pt x="9936" y="2551"/>
                  </a:lnTo>
                  <a:cubicBezTo>
                    <a:pt x="9936" y="2558"/>
                    <a:pt x="9933" y="2565"/>
                    <a:pt x="9926" y="2569"/>
                  </a:cubicBezTo>
                  <a:lnTo>
                    <a:pt x="9398" y="2833"/>
                  </a:lnTo>
                  <a:cubicBezTo>
                    <a:pt x="9173" y="2945"/>
                    <a:pt x="9032" y="3171"/>
                    <a:pt x="9036" y="3420"/>
                  </a:cubicBezTo>
                  <a:lnTo>
                    <a:pt x="9036" y="3843"/>
                  </a:lnTo>
                  <a:lnTo>
                    <a:pt x="8540" y="3843"/>
                  </a:lnTo>
                  <a:lnTo>
                    <a:pt x="8540" y="3420"/>
                  </a:lnTo>
                  <a:cubicBezTo>
                    <a:pt x="8540" y="3171"/>
                    <a:pt x="8399" y="2945"/>
                    <a:pt x="8177" y="2833"/>
                  </a:cubicBezTo>
                  <a:lnTo>
                    <a:pt x="7649" y="2569"/>
                  </a:lnTo>
                  <a:cubicBezTo>
                    <a:pt x="7642" y="2565"/>
                    <a:pt x="7639" y="2558"/>
                    <a:pt x="7639" y="2551"/>
                  </a:cubicBezTo>
                  <a:lnTo>
                    <a:pt x="7639" y="2228"/>
                  </a:lnTo>
                  <a:cubicBezTo>
                    <a:pt x="7920" y="2017"/>
                    <a:pt x="8089" y="1686"/>
                    <a:pt x="8089" y="1334"/>
                  </a:cubicBezTo>
                  <a:lnTo>
                    <a:pt x="8089" y="884"/>
                  </a:lnTo>
                  <a:cubicBezTo>
                    <a:pt x="8089" y="395"/>
                    <a:pt x="7695" y="0"/>
                    <a:pt x="7206" y="0"/>
                  </a:cubicBezTo>
                  <a:lnTo>
                    <a:pt x="6756" y="0"/>
                  </a:lnTo>
                  <a:cubicBezTo>
                    <a:pt x="6267" y="0"/>
                    <a:pt x="5873" y="395"/>
                    <a:pt x="5873" y="884"/>
                  </a:cubicBezTo>
                  <a:lnTo>
                    <a:pt x="5873" y="1334"/>
                  </a:lnTo>
                  <a:cubicBezTo>
                    <a:pt x="5873" y="1686"/>
                    <a:pt x="6038" y="2017"/>
                    <a:pt x="6323" y="2228"/>
                  </a:cubicBezTo>
                  <a:lnTo>
                    <a:pt x="6323" y="2551"/>
                  </a:lnTo>
                  <a:cubicBezTo>
                    <a:pt x="6319" y="2558"/>
                    <a:pt x="6316" y="2565"/>
                    <a:pt x="6309" y="2569"/>
                  </a:cubicBezTo>
                  <a:lnTo>
                    <a:pt x="5781" y="2833"/>
                  </a:lnTo>
                  <a:cubicBezTo>
                    <a:pt x="5559" y="2942"/>
                    <a:pt x="5419" y="3171"/>
                    <a:pt x="5419" y="3420"/>
                  </a:cubicBezTo>
                  <a:lnTo>
                    <a:pt x="5419" y="3839"/>
                  </a:lnTo>
                  <a:lnTo>
                    <a:pt x="4923" y="3839"/>
                  </a:lnTo>
                  <a:lnTo>
                    <a:pt x="4923" y="3420"/>
                  </a:lnTo>
                  <a:cubicBezTo>
                    <a:pt x="4926" y="3171"/>
                    <a:pt x="4785" y="2942"/>
                    <a:pt x="4560" y="2833"/>
                  </a:cubicBezTo>
                  <a:lnTo>
                    <a:pt x="4032" y="2569"/>
                  </a:lnTo>
                  <a:cubicBezTo>
                    <a:pt x="4025" y="2565"/>
                    <a:pt x="4022" y="2558"/>
                    <a:pt x="4022" y="2551"/>
                  </a:cubicBezTo>
                  <a:lnTo>
                    <a:pt x="4022" y="2228"/>
                  </a:lnTo>
                  <a:cubicBezTo>
                    <a:pt x="4307" y="2017"/>
                    <a:pt x="4472" y="1686"/>
                    <a:pt x="4472" y="1334"/>
                  </a:cubicBezTo>
                  <a:lnTo>
                    <a:pt x="4472" y="884"/>
                  </a:lnTo>
                  <a:cubicBezTo>
                    <a:pt x="4472" y="395"/>
                    <a:pt x="4078" y="0"/>
                    <a:pt x="3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41" name="Google Shape;21741;p91"/>
          <p:cNvGrpSpPr/>
          <p:nvPr/>
        </p:nvGrpSpPr>
        <p:grpSpPr>
          <a:xfrm>
            <a:off x="2738545" y="3367028"/>
            <a:ext cx="363500" cy="340674"/>
            <a:chOff x="2738545" y="3367028"/>
            <a:chExt cx="363500" cy="340674"/>
          </a:xfrm>
        </p:grpSpPr>
        <p:sp>
          <p:nvSpPr>
            <p:cNvPr id="21742" name="Google Shape;21742;p91"/>
            <p:cNvSpPr/>
            <p:nvPr/>
          </p:nvSpPr>
          <p:spPr>
            <a:xfrm>
              <a:off x="2965739" y="3497530"/>
              <a:ext cx="79722" cy="79696"/>
            </a:xfrm>
            <a:custGeom>
              <a:rect b="b" l="l" r="r" t="t"/>
              <a:pathLst>
                <a:path extrusionOk="0" h="3062" w="3063">
                  <a:moveTo>
                    <a:pt x="1532" y="0"/>
                  </a:moveTo>
                  <a:cubicBezTo>
                    <a:pt x="687" y="0"/>
                    <a:pt x="1" y="686"/>
                    <a:pt x="1" y="1531"/>
                  </a:cubicBezTo>
                  <a:cubicBezTo>
                    <a:pt x="1" y="2375"/>
                    <a:pt x="687" y="3061"/>
                    <a:pt x="1532" y="3061"/>
                  </a:cubicBezTo>
                  <a:cubicBezTo>
                    <a:pt x="2376" y="3061"/>
                    <a:pt x="3062" y="2375"/>
                    <a:pt x="3062" y="1531"/>
                  </a:cubicBezTo>
                  <a:cubicBezTo>
                    <a:pt x="3062" y="686"/>
                    <a:pt x="2376" y="0"/>
                    <a:pt x="1532"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3" name="Google Shape;21743;p91"/>
            <p:cNvSpPr/>
            <p:nvPr/>
          </p:nvSpPr>
          <p:spPr>
            <a:xfrm>
              <a:off x="2961262" y="3528841"/>
              <a:ext cx="88676" cy="48385"/>
            </a:xfrm>
            <a:custGeom>
              <a:rect b="b" l="l" r="r" t="t"/>
              <a:pathLst>
                <a:path extrusionOk="0" h="1859" w="3407">
                  <a:moveTo>
                    <a:pt x="208" y="0"/>
                  </a:moveTo>
                  <a:lnTo>
                    <a:pt x="208" y="0"/>
                  </a:lnTo>
                  <a:cubicBezTo>
                    <a:pt x="1" y="954"/>
                    <a:pt x="729" y="1858"/>
                    <a:pt x="1704" y="1858"/>
                  </a:cubicBezTo>
                  <a:cubicBezTo>
                    <a:pt x="2682" y="1858"/>
                    <a:pt x="3406" y="954"/>
                    <a:pt x="3199" y="0"/>
                  </a:cubicBezTo>
                  <a:lnTo>
                    <a:pt x="3199" y="0"/>
                  </a:lnTo>
                  <a:cubicBezTo>
                    <a:pt x="3044" y="704"/>
                    <a:pt x="2421" y="1204"/>
                    <a:pt x="1704" y="1204"/>
                  </a:cubicBezTo>
                  <a:cubicBezTo>
                    <a:pt x="986" y="1204"/>
                    <a:pt x="363" y="704"/>
                    <a:pt x="208"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4" name="Google Shape;21744;p91"/>
            <p:cNvSpPr/>
            <p:nvPr/>
          </p:nvSpPr>
          <p:spPr>
            <a:xfrm>
              <a:off x="2743855" y="3491934"/>
              <a:ext cx="85474" cy="90966"/>
            </a:xfrm>
            <a:custGeom>
              <a:rect b="b" l="l" r="r" t="t"/>
              <a:pathLst>
                <a:path extrusionOk="0" h="3495" w="3284">
                  <a:moveTo>
                    <a:pt x="877" y="0"/>
                  </a:moveTo>
                  <a:cubicBezTo>
                    <a:pt x="395" y="0"/>
                    <a:pt x="1" y="391"/>
                    <a:pt x="1" y="873"/>
                  </a:cubicBezTo>
                  <a:lnTo>
                    <a:pt x="1" y="2622"/>
                  </a:lnTo>
                  <a:cubicBezTo>
                    <a:pt x="1" y="3104"/>
                    <a:pt x="395" y="3494"/>
                    <a:pt x="877" y="3494"/>
                  </a:cubicBezTo>
                  <a:lnTo>
                    <a:pt x="3283" y="3494"/>
                  </a:lnTo>
                  <a:lnTo>
                    <a:pt x="328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5" name="Google Shape;21745;p91"/>
            <p:cNvSpPr/>
            <p:nvPr/>
          </p:nvSpPr>
          <p:spPr>
            <a:xfrm>
              <a:off x="2743855" y="3492481"/>
              <a:ext cx="85474" cy="90420"/>
            </a:xfrm>
            <a:custGeom>
              <a:rect b="b" l="l" r="r" t="t"/>
              <a:pathLst>
                <a:path extrusionOk="0" h="3474" w="3284">
                  <a:moveTo>
                    <a:pt x="680" y="1"/>
                  </a:moveTo>
                  <a:cubicBezTo>
                    <a:pt x="282" y="92"/>
                    <a:pt x="1" y="444"/>
                    <a:pt x="1" y="852"/>
                  </a:cubicBezTo>
                  <a:lnTo>
                    <a:pt x="1" y="2601"/>
                  </a:lnTo>
                  <a:cubicBezTo>
                    <a:pt x="1" y="3083"/>
                    <a:pt x="391" y="3473"/>
                    <a:pt x="873" y="3473"/>
                  </a:cubicBezTo>
                  <a:lnTo>
                    <a:pt x="3283" y="3473"/>
                  </a:lnTo>
                  <a:lnTo>
                    <a:pt x="3283" y="2819"/>
                  </a:lnTo>
                  <a:lnTo>
                    <a:pt x="1095" y="2819"/>
                  </a:lnTo>
                  <a:cubicBezTo>
                    <a:pt x="852" y="2819"/>
                    <a:pt x="655" y="2622"/>
                    <a:pt x="655" y="2383"/>
                  </a:cubicBezTo>
                  <a:lnTo>
                    <a:pt x="655" y="194"/>
                  </a:lnTo>
                  <a:cubicBezTo>
                    <a:pt x="655" y="127"/>
                    <a:pt x="662" y="64"/>
                    <a:pt x="68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6" name="Google Shape;21746;p91"/>
            <p:cNvSpPr/>
            <p:nvPr/>
          </p:nvSpPr>
          <p:spPr>
            <a:xfrm>
              <a:off x="2829303" y="3395138"/>
              <a:ext cx="142240" cy="284559"/>
            </a:xfrm>
            <a:custGeom>
              <a:rect b="b" l="l" r="r" t="t"/>
              <a:pathLst>
                <a:path extrusionOk="0" h="10933" w="5465">
                  <a:moveTo>
                    <a:pt x="5465" y="0"/>
                  </a:moveTo>
                  <a:cubicBezTo>
                    <a:pt x="5465" y="0"/>
                    <a:pt x="3276" y="3716"/>
                    <a:pt x="0" y="3716"/>
                  </a:cubicBezTo>
                  <a:lnTo>
                    <a:pt x="0" y="7213"/>
                  </a:lnTo>
                  <a:cubicBezTo>
                    <a:pt x="3280" y="7213"/>
                    <a:pt x="5465" y="10932"/>
                    <a:pt x="5465" y="10932"/>
                  </a:cubicBezTo>
                  <a:lnTo>
                    <a:pt x="5465"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7" name="Google Shape;21747;p91"/>
            <p:cNvSpPr/>
            <p:nvPr/>
          </p:nvSpPr>
          <p:spPr>
            <a:xfrm>
              <a:off x="2829303" y="3565826"/>
              <a:ext cx="142240" cy="113870"/>
            </a:xfrm>
            <a:custGeom>
              <a:rect b="b" l="l" r="r" t="t"/>
              <a:pathLst>
                <a:path extrusionOk="0" h="4375" w="5465">
                  <a:moveTo>
                    <a:pt x="0" y="1"/>
                  </a:moveTo>
                  <a:lnTo>
                    <a:pt x="0" y="655"/>
                  </a:lnTo>
                  <a:cubicBezTo>
                    <a:pt x="3280" y="655"/>
                    <a:pt x="5465" y="4374"/>
                    <a:pt x="5465" y="4374"/>
                  </a:cubicBezTo>
                  <a:lnTo>
                    <a:pt x="5465" y="3062"/>
                  </a:lnTo>
                  <a:cubicBezTo>
                    <a:pt x="5465" y="3062"/>
                    <a:pt x="3276" y="1"/>
                    <a:pt x="0"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8" name="Google Shape;21748;p91"/>
            <p:cNvSpPr/>
            <p:nvPr/>
          </p:nvSpPr>
          <p:spPr>
            <a:xfrm>
              <a:off x="2971439" y="3372338"/>
              <a:ext cx="34174" cy="330055"/>
            </a:xfrm>
            <a:custGeom>
              <a:rect b="b" l="l" r="r" t="t"/>
              <a:pathLst>
                <a:path extrusionOk="0" h="12681" w="1313">
                  <a:moveTo>
                    <a:pt x="0" y="0"/>
                  </a:moveTo>
                  <a:lnTo>
                    <a:pt x="0" y="12681"/>
                  </a:lnTo>
                  <a:lnTo>
                    <a:pt x="1313" y="12681"/>
                  </a:lnTo>
                  <a:lnTo>
                    <a:pt x="1313"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9" name="Google Shape;21749;p91"/>
            <p:cNvSpPr/>
            <p:nvPr/>
          </p:nvSpPr>
          <p:spPr>
            <a:xfrm>
              <a:off x="2971439" y="3673997"/>
              <a:ext cx="34174" cy="28396"/>
            </a:xfrm>
            <a:custGeom>
              <a:rect b="b" l="l" r="r" t="t"/>
              <a:pathLst>
                <a:path extrusionOk="0" h="1091" w="1313">
                  <a:moveTo>
                    <a:pt x="0" y="0"/>
                  </a:moveTo>
                  <a:lnTo>
                    <a:pt x="0" y="1091"/>
                  </a:lnTo>
                  <a:lnTo>
                    <a:pt x="1313" y="1091"/>
                  </a:lnTo>
                  <a:lnTo>
                    <a:pt x="13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0" name="Google Shape;21750;p91"/>
            <p:cNvSpPr/>
            <p:nvPr/>
          </p:nvSpPr>
          <p:spPr>
            <a:xfrm>
              <a:off x="2783703" y="3491830"/>
              <a:ext cx="45522" cy="91070"/>
            </a:xfrm>
            <a:custGeom>
              <a:rect b="b" l="l" r="r" t="t"/>
              <a:pathLst>
                <a:path extrusionOk="0" h="3499" w="1749">
                  <a:moveTo>
                    <a:pt x="0" y="1"/>
                  </a:moveTo>
                  <a:lnTo>
                    <a:pt x="0" y="3498"/>
                  </a:lnTo>
                  <a:lnTo>
                    <a:pt x="1749" y="3498"/>
                  </a:lnTo>
                  <a:lnTo>
                    <a:pt x="1749" y="1"/>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1" name="Google Shape;21751;p91"/>
            <p:cNvSpPr/>
            <p:nvPr/>
          </p:nvSpPr>
          <p:spPr>
            <a:xfrm>
              <a:off x="2783703" y="3565826"/>
              <a:ext cx="45522" cy="17074"/>
            </a:xfrm>
            <a:custGeom>
              <a:rect b="b" l="l" r="r" t="t"/>
              <a:pathLst>
                <a:path extrusionOk="0" h="656" w="1749">
                  <a:moveTo>
                    <a:pt x="0" y="1"/>
                  </a:moveTo>
                  <a:lnTo>
                    <a:pt x="0" y="655"/>
                  </a:lnTo>
                  <a:lnTo>
                    <a:pt x="1749" y="655"/>
                  </a:lnTo>
                  <a:lnTo>
                    <a:pt x="17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2" name="Google Shape;21752;p91"/>
            <p:cNvSpPr/>
            <p:nvPr/>
          </p:nvSpPr>
          <p:spPr>
            <a:xfrm>
              <a:off x="2800725" y="3611348"/>
              <a:ext cx="34200" cy="34174"/>
            </a:xfrm>
            <a:custGeom>
              <a:rect b="b" l="l" r="r" t="t"/>
              <a:pathLst>
                <a:path extrusionOk="0" h="1313" w="1314">
                  <a:moveTo>
                    <a:pt x="1" y="1"/>
                  </a:moveTo>
                  <a:lnTo>
                    <a:pt x="1" y="1313"/>
                  </a:lnTo>
                  <a:lnTo>
                    <a:pt x="1313" y="1313"/>
                  </a:lnTo>
                  <a:lnTo>
                    <a:pt x="1313" y="1"/>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3" name="Google Shape;21753;p91"/>
            <p:cNvSpPr/>
            <p:nvPr/>
          </p:nvSpPr>
          <p:spPr>
            <a:xfrm>
              <a:off x="2783703" y="3582874"/>
              <a:ext cx="45522" cy="85370"/>
            </a:xfrm>
            <a:custGeom>
              <a:rect b="b" l="l" r="r" t="t"/>
              <a:pathLst>
                <a:path extrusionOk="0" h="3280" w="1749">
                  <a:moveTo>
                    <a:pt x="0" y="0"/>
                  </a:moveTo>
                  <a:lnTo>
                    <a:pt x="0" y="3280"/>
                  </a:lnTo>
                  <a:lnTo>
                    <a:pt x="873" y="3280"/>
                  </a:lnTo>
                  <a:lnTo>
                    <a:pt x="1749"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4" name="Google Shape;21754;p91"/>
            <p:cNvSpPr/>
            <p:nvPr/>
          </p:nvSpPr>
          <p:spPr>
            <a:xfrm>
              <a:off x="2738545" y="3367028"/>
              <a:ext cx="312304" cy="340674"/>
            </a:xfrm>
            <a:custGeom>
              <a:rect b="b" l="l" r="r" t="t"/>
              <a:pathLst>
                <a:path extrusionOk="0" h="13089" w="11999">
                  <a:moveTo>
                    <a:pt x="10465" y="5236"/>
                  </a:moveTo>
                  <a:cubicBezTo>
                    <a:pt x="11112" y="5338"/>
                    <a:pt x="11587" y="5894"/>
                    <a:pt x="11587" y="6545"/>
                  </a:cubicBezTo>
                  <a:cubicBezTo>
                    <a:pt x="11587" y="7199"/>
                    <a:pt x="11112" y="7755"/>
                    <a:pt x="10465" y="7857"/>
                  </a:cubicBezTo>
                  <a:lnTo>
                    <a:pt x="10465" y="5236"/>
                  </a:lnTo>
                  <a:close/>
                  <a:moveTo>
                    <a:pt x="1531" y="5004"/>
                  </a:moveTo>
                  <a:lnTo>
                    <a:pt x="1531" y="8093"/>
                  </a:lnTo>
                  <a:lnTo>
                    <a:pt x="1077" y="8093"/>
                  </a:lnTo>
                  <a:cubicBezTo>
                    <a:pt x="708" y="8093"/>
                    <a:pt x="405" y="7790"/>
                    <a:pt x="409" y="7421"/>
                  </a:cubicBezTo>
                  <a:lnTo>
                    <a:pt x="409" y="5672"/>
                  </a:lnTo>
                  <a:cubicBezTo>
                    <a:pt x="409" y="5303"/>
                    <a:pt x="708" y="5004"/>
                    <a:pt x="1077" y="5004"/>
                  </a:cubicBezTo>
                  <a:close/>
                  <a:moveTo>
                    <a:pt x="3280" y="5000"/>
                  </a:moveTo>
                  <a:lnTo>
                    <a:pt x="3280" y="8093"/>
                  </a:lnTo>
                  <a:lnTo>
                    <a:pt x="1939" y="8093"/>
                  </a:lnTo>
                  <a:lnTo>
                    <a:pt x="1939" y="5004"/>
                  </a:lnTo>
                  <a:lnTo>
                    <a:pt x="3280" y="5000"/>
                  </a:lnTo>
                  <a:close/>
                  <a:moveTo>
                    <a:pt x="3498" y="9592"/>
                  </a:moveTo>
                  <a:lnTo>
                    <a:pt x="3498" y="10496"/>
                  </a:lnTo>
                  <a:lnTo>
                    <a:pt x="3107" y="10496"/>
                  </a:lnTo>
                  <a:lnTo>
                    <a:pt x="3350" y="9592"/>
                  </a:lnTo>
                  <a:close/>
                  <a:moveTo>
                    <a:pt x="3217" y="8501"/>
                  </a:moveTo>
                  <a:lnTo>
                    <a:pt x="2453" y="11368"/>
                  </a:lnTo>
                  <a:lnTo>
                    <a:pt x="1939" y="11368"/>
                  </a:lnTo>
                  <a:lnTo>
                    <a:pt x="1939" y="8501"/>
                  </a:lnTo>
                  <a:close/>
                  <a:moveTo>
                    <a:pt x="10056" y="412"/>
                  </a:moveTo>
                  <a:lnTo>
                    <a:pt x="10056" y="12681"/>
                  </a:lnTo>
                  <a:lnTo>
                    <a:pt x="9156" y="12681"/>
                  </a:lnTo>
                  <a:lnTo>
                    <a:pt x="9156" y="4040"/>
                  </a:lnTo>
                  <a:cubicBezTo>
                    <a:pt x="9156" y="3904"/>
                    <a:pt x="9053" y="3836"/>
                    <a:pt x="8950" y="3836"/>
                  </a:cubicBezTo>
                  <a:cubicBezTo>
                    <a:pt x="8847" y="3836"/>
                    <a:pt x="8744" y="3904"/>
                    <a:pt x="8744" y="4040"/>
                  </a:cubicBezTo>
                  <a:lnTo>
                    <a:pt x="8744" y="11340"/>
                  </a:lnTo>
                  <a:cubicBezTo>
                    <a:pt x="8396" y="10865"/>
                    <a:pt x="8009" y="10418"/>
                    <a:pt x="7590" y="10007"/>
                  </a:cubicBezTo>
                  <a:cubicBezTo>
                    <a:pt x="7020" y="9454"/>
                    <a:pt x="6422" y="9015"/>
                    <a:pt x="5817" y="8694"/>
                  </a:cubicBezTo>
                  <a:cubicBezTo>
                    <a:pt x="5117" y="8328"/>
                    <a:pt x="4402" y="8128"/>
                    <a:pt x="3688" y="8096"/>
                  </a:cubicBezTo>
                  <a:lnTo>
                    <a:pt x="3688" y="5000"/>
                  </a:lnTo>
                  <a:cubicBezTo>
                    <a:pt x="4402" y="4965"/>
                    <a:pt x="5117" y="4764"/>
                    <a:pt x="5817" y="4398"/>
                  </a:cubicBezTo>
                  <a:cubicBezTo>
                    <a:pt x="6422" y="4082"/>
                    <a:pt x="7020" y="3638"/>
                    <a:pt x="7590" y="3086"/>
                  </a:cubicBezTo>
                  <a:cubicBezTo>
                    <a:pt x="8009" y="2674"/>
                    <a:pt x="8396" y="2227"/>
                    <a:pt x="8744" y="1753"/>
                  </a:cubicBezTo>
                  <a:lnTo>
                    <a:pt x="8744" y="3058"/>
                  </a:lnTo>
                  <a:cubicBezTo>
                    <a:pt x="8744" y="3170"/>
                    <a:pt x="8836" y="3262"/>
                    <a:pt x="8948" y="3262"/>
                  </a:cubicBezTo>
                  <a:cubicBezTo>
                    <a:pt x="9061" y="3262"/>
                    <a:pt x="9152" y="3170"/>
                    <a:pt x="9156" y="3058"/>
                  </a:cubicBezTo>
                  <a:lnTo>
                    <a:pt x="9156" y="412"/>
                  </a:lnTo>
                  <a:close/>
                  <a:moveTo>
                    <a:pt x="8948" y="0"/>
                  </a:moveTo>
                  <a:cubicBezTo>
                    <a:pt x="8836" y="0"/>
                    <a:pt x="8744" y="92"/>
                    <a:pt x="8744" y="204"/>
                  </a:cubicBezTo>
                  <a:lnTo>
                    <a:pt x="8744" y="1021"/>
                  </a:lnTo>
                  <a:cubicBezTo>
                    <a:pt x="8332" y="1668"/>
                    <a:pt x="7843" y="2263"/>
                    <a:pt x="7294" y="2797"/>
                  </a:cubicBezTo>
                  <a:cubicBezTo>
                    <a:pt x="6450" y="3614"/>
                    <a:pt x="5106" y="4592"/>
                    <a:pt x="3484" y="4592"/>
                  </a:cubicBezTo>
                  <a:lnTo>
                    <a:pt x="1077" y="4592"/>
                  </a:lnTo>
                  <a:cubicBezTo>
                    <a:pt x="483" y="4592"/>
                    <a:pt x="1" y="5074"/>
                    <a:pt x="1" y="5669"/>
                  </a:cubicBezTo>
                  <a:lnTo>
                    <a:pt x="1" y="7417"/>
                  </a:lnTo>
                  <a:cubicBezTo>
                    <a:pt x="1" y="8015"/>
                    <a:pt x="483" y="8497"/>
                    <a:pt x="1077" y="8497"/>
                  </a:cubicBezTo>
                  <a:lnTo>
                    <a:pt x="1528" y="8497"/>
                  </a:lnTo>
                  <a:lnTo>
                    <a:pt x="1528" y="11573"/>
                  </a:lnTo>
                  <a:cubicBezTo>
                    <a:pt x="1531" y="11685"/>
                    <a:pt x="1623" y="11777"/>
                    <a:pt x="1735" y="11777"/>
                  </a:cubicBezTo>
                  <a:lnTo>
                    <a:pt x="2608" y="11777"/>
                  </a:lnTo>
                  <a:cubicBezTo>
                    <a:pt x="2703" y="11777"/>
                    <a:pt x="2784" y="11713"/>
                    <a:pt x="2808" y="11625"/>
                  </a:cubicBezTo>
                  <a:lnTo>
                    <a:pt x="3002" y="10908"/>
                  </a:lnTo>
                  <a:lnTo>
                    <a:pt x="3706" y="10908"/>
                  </a:lnTo>
                  <a:cubicBezTo>
                    <a:pt x="3818" y="10904"/>
                    <a:pt x="3910" y="10813"/>
                    <a:pt x="3910" y="10700"/>
                  </a:cubicBezTo>
                  <a:lnTo>
                    <a:pt x="3910" y="9388"/>
                  </a:lnTo>
                  <a:cubicBezTo>
                    <a:pt x="3910" y="9275"/>
                    <a:pt x="3818" y="9183"/>
                    <a:pt x="3706" y="9183"/>
                  </a:cubicBezTo>
                  <a:lnTo>
                    <a:pt x="3463" y="9183"/>
                  </a:lnTo>
                  <a:lnTo>
                    <a:pt x="3642" y="8504"/>
                  </a:lnTo>
                  <a:cubicBezTo>
                    <a:pt x="5197" y="8564"/>
                    <a:pt x="6482" y="9504"/>
                    <a:pt x="7298" y="10295"/>
                  </a:cubicBezTo>
                  <a:cubicBezTo>
                    <a:pt x="7847" y="10830"/>
                    <a:pt x="8336" y="11425"/>
                    <a:pt x="8748" y="12069"/>
                  </a:cubicBezTo>
                  <a:lnTo>
                    <a:pt x="8748" y="12885"/>
                  </a:lnTo>
                  <a:cubicBezTo>
                    <a:pt x="8748" y="12997"/>
                    <a:pt x="8839" y="13089"/>
                    <a:pt x="8952" y="13089"/>
                  </a:cubicBezTo>
                  <a:lnTo>
                    <a:pt x="10264" y="13089"/>
                  </a:lnTo>
                  <a:cubicBezTo>
                    <a:pt x="10377" y="13089"/>
                    <a:pt x="10468" y="12997"/>
                    <a:pt x="10468" y="12885"/>
                  </a:cubicBezTo>
                  <a:lnTo>
                    <a:pt x="10468" y="8269"/>
                  </a:lnTo>
                  <a:cubicBezTo>
                    <a:pt x="11341" y="8163"/>
                    <a:pt x="11999" y="7424"/>
                    <a:pt x="11999" y="6545"/>
                  </a:cubicBezTo>
                  <a:cubicBezTo>
                    <a:pt x="11999" y="5665"/>
                    <a:pt x="11341" y="4926"/>
                    <a:pt x="10468" y="4821"/>
                  </a:cubicBezTo>
                  <a:lnTo>
                    <a:pt x="10465" y="4824"/>
                  </a:lnTo>
                  <a:lnTo>
                    <a:pt x="10465" y="204"/>
                  </a:lnTo>
                  <a:cubicBezTo>
                    <a:pt x="10465" y="92"/>
                    <a:pt x="10373" y="0"/>
                    <a:pt x="10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5" name="Google Shape;21755;p91"/>
            <p:cNvSpPr/>
            <p:nvPr/>
          </p:nvSpPr>
          <p:spPr>
            <a:xfrm>
              <a:off x="3072452" y="3532043"/>
              <a:ext cx="29593" cy="10645"/>
            </a:xfrm>
            <a:custGeom>
              <a:rect b="b" l="l" r="r" t="t"/>
              <a:pathLst>
                <a:path extrusionOk="0" h="409" w="1137">
                  <a:moveTo>
                    <a:pt x="274" y="1"/>
                  </a:moveTo>
                  <a:cubicBezTo>
                    <a:pt x="0" y="1"/>
                    <a:pt x="0" y="409"/>
                    <a:pt x="274" y="409"/>
                  </a:cubicBezTo>
                  <a:lnTo>
                    <a:pt x="929" y="409"/>
                  </a:lnTo>
                  <a:cubicBezTo>
                    <a:pt x="1045" y="409"/>
                    <a:pt x="1136" y="317"/>
                    <a:pt x="1136" y="205"/>
                  </a:cubicBezTo>
                  <a:cubicBezTo>
                    <a:pt x="1136" y="92"/>
                    <a:pt x="1045"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6" name="Google Shape;21756;p91"/>
            <p:cNvSpPr/>
            <p:nvPr/>
          </p:nvSpPr>
          <p:spPr>
            <a:xfrm>
              <a:off x="3050927" y="3467598"/>
              <a:ext cx="26626" cy="22800"/>
            </a:xfrm>
            <a:custGeom>
              <a:rect b="b" l="l" r="r" t="t"/>
              <a:pathLst>
                <a:path extrusionOk="0" h="876" w="1023">
                  <a:moveTo>
                    <a:pt x="730" y="0"/>
                  </a:moveTo>
                  <a:cubicBezTo>
                    <a:pt x="683" y="0"/>
                    <a:pt x="633" y="19"/>
                    <a:pt x="588" y="63"/>
                  </a:cubicBezTo>
                  <a:lnTo>
                    <a:pt x="123" y="527"/>
                  </a:lnTo>
                  <a:cubicBezTo>
                    <a:pt x="0" y="658"/>
                    <a:pt x="88" y="872"/>
                    <a:pt x="268" y="876"/>
                  </a:cubicBezTo>
                  <a:cubicBezTo>
                    <a:pt x="324" y="876"/>
                    <a:pt x="377" y="855"/>
                    <a:pt x="415" y="816"/>
                  </a:cubicBezTo>
                  <a:lnTo>
                    <a:pt x="880" y="351"/>
                  </a:lnTo>
                  <a:cubicBezTo>
                    <a:pt x="1023" y="203"/>
                    <a:pt x="888" y="0"/>
                    <a:pt x="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7" name="Google Shape;21757;p91"/>
            <p:cNvSpPr/>
            <p:nvPr/>
          </p:nvSpPr>
          <p:spPr>
            <a:xfrm>
              <a:off x="3050198" y="3584202"/>
              <a:ext cx="27355" cy="22930"/>
            </a:xfrm>
            <a:custGeom>
              <a:rect b="b" l="l" r="r" t="t"/>
              <a:pathLst>
                <a:path extrusionOk="0" h="881" w="1051">
                  <a:moveTo>
                    <a:pt x="296" y="0"/>
                  </a:moveTo>
                  <a:cubicBezTo>
                    <a:pt x="137" y="0"/>
                    <a:pt x="0" y="209"/>
                    <a:pt x="151" y="357"/>
                  </a:cubicBezTo>
                  <a:lnTo>
                    <a:pt x="616" y="818"/>
                  </a:lnTo>
                  <a:cubicBezTo>
                    <a:pt x="660" y="862"/>
                    <a:pt x="709" y="881"/>
                    <a:pt x="757" y="881"/>
                  </a:cubicBezTo>
                  <a:cubicBezTo>
                    <a:pt x="914" y="881"/>
                    <a:pt x="1050" y="678"/>
                    <a:pt x="904" y="530"/>
                  </a:cubicBezTo>
                  <a:lnTo>
                    <a:pt x="440" y="65"/>
                  </a:lnTo>
                  <a:cubicBezTo>
                    <a:pt x="395" y="20"/>
                    <a:pt x="344"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58" name="Google Shape;21758;p91"/>
          <p:cNvGrpSpPr/>
          <p:nvPr/>
        </p:nvGrpSpPr>
        <p:grpSpPr>
          <a:xfrm>
            <a:off x="3669445" y="3378376"/>
            <a:ext cx="363474" cy="317978"/>
            <a:chOff x="3669445" y="3378376"/>
            <a:chExt cx="363474" cy="317978"/>
          </a:xfrm>
        </p:grpSpPr>
        <p:sp>
          <p:nvSpPr>
            <p:cNvPr id="21759" name="Google Shape;21759;p91"/>
            <p:cNvSpPr/>
            <p:nvPr/>
          </p:nvSpPr>
          <p:spPr>
            <a:xfrm>
              <a:off x="3674754" y="3463356"/>
              <a:ext cx="352855" cy="227689"/>
            </a:xfrm>
            <a:custGeom>
              <a:rect b="b" l="l" r="r" t="t"/>
              <a:pathLst>
                <a:path extrusionOk="0" h="8748" w="13557">
                  <a:moveTo>
                    <a:pt x="436" y="1"/>
                  </a:moveTo>
                  <a:cubicBezTo>
                    <a:pt x="197" y="1"/>
                    <a:pt x="0" y="198"/>
                    <a:pt x="0" y="437"/>
                  </a:cubicBezTo>
                  <a:lnTo>
                    <a:pt x="0" y="8311"/>
                  </a:lnTo>
                  <a:cubicBezTo>
                    <a:pt x="0" y="8551"/>
                    <a:pt x="197" y="8748"/>
                    <a:pt x="436" y="8748"/>
                  </a:cubicBezTo>
                  <a:lnTo>
                    <a:pt x="13120" y="8748"/>
                  </a:lnTo>
                  <a:cubicBezTo>
                    <a:pt x="13360" y="8748"/>
                    <a:pt x="13557" y="8551"/>
                    <a:pt x="13557" y="8311"/>
                  </a:cubicBezTo>
                  <a:lnTo>
                    <a:pt x="13557" y="437"/>
                  </a:lnTo>
                  <a:cubicBezTo>
                    <a:pt x="13557" y="198"/>
                    <a:pt x="13360" y="1"/>
                    <a:pt x="1311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0" name="Google Shape;21760;p91"/>
            <p:cNvSpPr/>
            <p:nvPr/>
          </p:nvSpPr>
          <p:spPr>
            <a:xfrm>
              <a:off x="3674754" y="3463356"/>
              <a:ext cx="352855" cy="17152"/>
            </a:xfrm>
            <a:custGeom>
              <a:rect b="b" l="l" r="r" t="t"/>
              <a:pathLst>
                <a:path extrusionOk="0" h="659" w="13557">
                  <a:moveTo>
                    <a:pt x="436" y="1"/>
                  </a:moveTo>
                  <a:cubicBezTo>
                    <a:pt x="197" y="1"/>
                    <a:pt x="0" y="198"/>
                    <a:pt x="0" y="437"/>
                  </a:cubicBezTo>
                  <a:lnTo>
                    <a:pt x="0" y="659"/>
                  </a:lnTo>
                  <a:lnTo>
                    <a:pt x="13557" y="659"/>
                  </a:lnTo>
                  <a:lnTo>
                    <a:pt x="13557" y="437"/>
                  </a:lnTo>
                  <a:cubicBezTo>
                    <a:pt x="13557" y="198"/>
                    <a:pt x="13360" y="1"/>
                    <a:pt x="131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1" name="Google Shape;21761;p91"/>
            <p:cNvSpPr/>
            <p:nvPr/>
          </p:nvSpPr>
          <p:spPr>
            <a:xfrm>
              <a:off x="3708902" y="3508956"/>
              <a:ext cx="113844" cy="147940"/>
            </a:xfrm>
            <a:custGeom>
              <a:rect b="b" l="l" r="r" t="t"/>
              <a:pathLst>
                <a:path extrusionOk="0" h="5684" w="4374">
                  <a:moveTo>
                    <a:pt x="219" y="1"/>
                  </a:moveTo>
                  <a:cubicBezTo>
                    <a:pt x="95" y="1"/>
                    <a:pt x="0" y="96"/>
                    <a:pt x="0" y="219"/>
                  </a:cubicBezTo>
                  <a:lnTo>
                    <a:pt x="0" y="5465"/>
                  </a:lnTo>
                  <a:cubicBezTo>
                    <a:pt x="0" y="5585"/>
                    <a:pt x="95" y="5683"/>
                    <a:pt x="219" y="5683"/>
                  </a:cubicBezTo>
                  <a:lnTo>
                    <a:pt x="4156" y="5683"/>
                  </a:lnTo>
                  <a:cubicBezTo>
                    <a:pt x="4275" y="5683"/>
                    <a:pt x="4374" y="5588"/>
                    <a:pt x="4374" y="5465"/>
                  </a:cubicBezTo>
                  <a:lnTo>
                    <a:pt x="4374" y="219"/>
                  </a:lnTo>
                  <a:cubicBezTo>
                    <a:pt x="4374" y="96"/>
                    <a:pt x="4275" y="1"/>
                    <a:pt x="4156"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2" name="Google Shape;21762;p91"/>
            <p:cNvSpPr/>
            <p:nvPr/>
          </p:nvSpPr>
          <p:spPr>
            <a:xfrm>
              <a:off x="3856791" y="3508956"/>
              <a:ext cx="136670" cy="22748"/>
            </a:xfrm>
            <a:custGeom>
              <a:rect b="b" l="l" r="r" t="t"/>
              <a:pathLst>
                <a:path extrusionOk="0" h="874" w="5251">
                  <a:moveTo>
                    <a:pt x="222" y="1"/>
                  </a:moveTo>
                  <a:cubicBezTo>
                    <a:pt x="99" y="1"/>
                    <a:pt x="1" y="96"/>
                    <a:pt x="1" y="219"/>
                  </a:cubicBezTo>
                  <a:lnTo>
                    <a:pt x="1" y="655"/>
                  </a:lnTo>
                  <a:cubicBezTo>
                    <a:pt x="1" y="775"/>
                    <a:pt x="99" y="873"/>
                    <a:pt x="222" y="873"/>
                  </a:cubicBezTo>
                  <a:lnTo>
                    <a:pt x="5032" y="873"/>
                  </a:lnTo>
                  <a:cubicBezTo>
                    <a:pt x="5152" y="873"/>
                    <a:pt x="5250" y="775"/>
                    <a:pt x="5250" y="655"/>
                  </a:cubicBezTo>
                  <a:lnTo>
                    <a:pt x="5250" y="219"/>
                  </a:lnTo>
                  <a:cubicBezTo>
                    <a:pt x="5250" y="96"/>
                    <a:pt x="5152" y="1"/>
                    <a:pt x="5032"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3" name="Google Shape;21763;p91"/>
            <p:cNvSpPr/>
            <p:nvPr/>
          </p:nvSpPr>
          <p:spPr>
            <a:xfrm>
              <a:off x="3856791" y="3554400"/>
              <a:ext cx="102496" cy="22826"/>
            </a:xfrm>
            <a:custGeom>
              <a:rect b="b" l="l" r="r" t="t"/>
              <a:pathLst>
                <a:path extrusionOk="0" h="877" w="3938">
                  <a:moveTo>
                    <a:pt x="222" y="0"/>
                  </a:moveTo>
                  <a:cubicBezTo>
                    <a:pt x="99" y="0"/>
                    <a:pt x="1" y="99"/>
                    <a:pt x="1" y="218"/>
                  </a:cubicBezTo>
                  <a:lnTo>
                    <a:pt x="1" y="658"/>
                  </a:lnTo>
                  <a:cubicBezTo>
                    <a:pt x="1" y="778"/>
                    <a:pt x="99" y="876"/>
                    <a:pt x="222" y="876"/>
                  </a:cubicBezTo>
                  <a:lnTo>
                    <a:pt x="3720" y="876"/>
                  </a:lnTo>
                  <a:cubicBezTo>
                    <a:pt x="3839" y="876"/>
                    <a:pt x="3938" y="778"/>
                    <a:pt x="3938" y="658"/>
                  </a:cubicBezTo>
                  <a:lnTo>
                    <a:pt x="3938" y="218"/>
                  </a:lnTo>
                  <a:cubicBezTo>
                    <a:pt x="3938" y="99"/>
                    <a:pt x="3839" y="0"/>
                    <a:pt x="3720"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4" name="Google Shape;21764;p91"/>
            <p:cNvSpPr/>
            <p:nvPr/>
          </p:nvSpPr>
          <p:spPr>
            <a:xfrm>
              <a:off x="3822721" y="3383686"/>
              <a:ext cx="56896" cy="102496"/>
            </a:xfrm>
            <a:custGeom>
              <a:rect b="b" l="l" r="r" t="t"/>
              <a:pathLst>
                <a:path extrusionOk="0" h="3938" w="2186">
                  <a:moveTo>
                    <a:pt x="1" y="1"/>
                  </a:moveTo>
                  <a:lnTo>
                    <a:pt x="437" y="3938"/>
                  </a:lnTo>
                  <a:lnTo>
                    <a:pt x="1750" y="3938"/>
                  </a:lnTo>
                  <a:lnTo>
                    <a:pt x="2186" y="1"/>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5" name="Google Shape;21765;p91"/>
            <p:cNvSpPr/>
            <p:nvPr/>
          </p:nvSpPr>
          <p:spPr>
            <a:xfrm>
              <a:off x="3731624" y="3582874"/>
              <a:ext cx="68426" cy="74022"/>
            </a:xfrm>
            <a:custGeom>
              <a:rect b="b" l="l" r="r" t="t"/>
              <a:pathLst>
                <a:path extrusionOk="0" h="2844" w="2629">
                  <a:moveTo>
                    <a:pt x="876" y="0"/>
                  </a:moveTo>
                  <a:lnTo>
                    <a:pt x="876" y="440"/>
                  </a:lnTo>
                  <a:cubicBezTo>
                    <a:pt x="876" y="521"/>
                    <a:pt x="830" y="598"/>
                    <a:pt x="757" y="634"/>
                  </a:cubicBezTo>
                  <a:lnTo>
                    <a:pt x="243" y="890"/>
                  </a:lnTo>
                  <a:cubicBezTo>
                    <a:pt x="95" y="964"/>
                    <a:pt x="0" y="1116"/>
                    <a:pt x="0" y="1281"/>
                  </a:cubicBezTo>
                  <a:lnTo>
                    <a:pt x="0" y="2843"/>
                  </a:lnTo>
                  <a:lnTo>
                    <a:pt x="2628" y="2843"/>
                  </a:lnTo>
                  <a:lnTo>
                    <a:pt x="2628" y="1281"/>
                  </a:lnTo>
                  <a:cubicBezTo>
                    <a:pt x="2625" y="1116"/>
                    <a:pt x="2533" y="964"/>
                    <a:pt x="2382" y="890"/>
                  </a:cubicBezTo>
                  <a:lnTo>
                    <a:pt x="1872" y="634"/>
                  </a:lnTo>
                  <a:cubicBezTo>
                    <a:pt x="1798" y="598"/>
                    <a:pt x="1752" y="521"/>
                    <a:pt x="1752" y="440"/>
                  </a:cubicBezTo>
                  <a:lnTo>
                    <a:pt x="1752"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6" name="Google Shape;21766;p91"/>
            <p:cNvSpPr/>
            <p:nvPr/>
          </p:nvSpPr>
          <p:spPr>
            <a:xfrm>
              <a:off x="3731624" y="3600807"/>
              <a:ext cx="68426" cy="56089"/>
            </a:xfrm>
            <a:custGeom>
              <a:rect b="b" l="l" r="r" t="t"/>
              <a:pathLst>
                <a:path extrusionOk="0" h="2155" w="2629">
                  <a:moveTo>
                    <a:pt x="640" y="1"/>
                  </a:moveTo>
                  <a:lnTo>
                    <a:pt x="243" y="201"/>
                  </a:lnTo>
                  <a:cubicBezTo>
                    <a:pt x="95" y="275"/>
                    <a:pt x="0" y="427"/>
                    <a:pt x="0" y="592"/>
                  </a:cubicBezTo>
                  <a:lnTo>
                    <a:pt x="0" y="2154"/>
                  </a:lnTo>
                  <a:lnTo>
                    <a:pt x="2628" y="2154"/>
                  </a:lnTo>
                  <a:lnTo>
                    <a:pt x="2628" y="592"/>
                  </a:lnTo>
                  <a:cubicBezTo>
                    <a:pt x="2625" y="427"/>
                    <a:pt x="2533" y="275"/>
                    <a:pt x="2382" y="201"/>
                  </a:cubicBezTo>
                  <a:lnTo>
                    <a:pt x="1984" y="1"/>
                  </a:lnTo>
                  <a:cubicBezTo>
                    <a:pt x="1823" y="194"/>
                    <a:pt x="1583" y="624"/>
                    <a:pt x="1312" y="624"/>
                  </a:cubicBezTo>
                  <a:cubicBezTo>
                    <a:pt x="1042" y="624"/>
                    <a:pt x="802" y="194"/>
                    <a:pt x="640"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7" name="Google Shape;21767;p91"/>
            <p:cNvSpPr/>
            <p:nvPr/>
          </p:nvSpPr>
          <p:spPr>
            <a:xfrm>
              <a:off x="3731624" y="3610880"/>
              <a:ext cx="17152" cy="46017"/>
            </a:xfrm>
            <a:custGeom>
              <a:rect b="b" l="l" r="r" t="t"/>
              <a:pathLst>
                <a:path extrusionOk="0" h="1768" w="659">
                  <a:moveTo>
                    <a:pt x="53" y="1"/>
                  </a:moveTo>
                  <a:cubicBezTo>
                    <a:pt x="21" y="64"/>
                    <a:pt x="4" y="131"/>
                    <a:pt x="0" y="205"/>
                  </a:cubicBezTo>
                  <a:lnTo>
                    <a:pt x="0" y="1767"/>
                  </a:lnTo>
                  <a:lnTo>
                    <a:pt x="658" y="1767"/>
                  </a:lnTo>
                  <a:lnTo>
                    <a:pt x="658" y="673"/>
                  </a:lnTo>
                  <a:cubicBezTo>
                    <a:pt x="658" y="536"/>
                    <a:pt x="591" y="406"/>
                    <a:pt x="482" y="321"/>
                  </a:cubicBezTo>
                  <a:lnTo>
                    <a:pt x="5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8" name="Google Shape;21768;p91"/>
            <p:cNvSpPr/>
            <p:nvPr/>
          </p:nvSpPr>
          <p:spPr>
            <a:xfrm>
              <a:off x="3782898" y="3610880"/>
              <a:ext cx="17048" cy="46017"/>
            </a:xfrm>
            <a:custGeom>
              <a:rect b="b" l="l" r="r" t="t"/>
              <a:pathLst>
                <a:path extrusionOk="0" h="1768" w="655">
                  <a:moveTo>
                    <a:pt x="602" y="1"/>
                  </a:moveTo>
                  <a:lnTo>
                    <a:pt x="176" y="321"/>
                  </a:lnTo>
                  <a:cubicBezTo>
                    <a:pt x="64" y="406"/>
                    <a:pt x="0" y="536"/>
                    <a:pt x="0" y="673"/>
                  </a:cubicBezTo>
                  <a:lnTo>
                    <a:pt x="0" y="1767"/>
                  </a:lnTo>
                  <a:lnTo>
                    <a:pt x="655" y="1767"/>
                  </a:lnTo>
                  <a:lnTo>
                    <a:pt x="655" y="205"/>
                  </a:lnTo>
                  <a:cubicBezTo>
                    <a:pt x="655" y="131"/>
                    <a:pt x="637" y="64"/>
                    <a:pt x="60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9" name="Google Shape;21769;p91"/>
            <p:cNvSpPr/>
            <p:nvPr/>
          </p:nvSpPr>
          <p:spPr>
            <a:xfrm>
              <a:off x="3743050" y="3537352"/>
              <a:ext cx="45548" cy="51300"/>
            </a:xfrm>
            <a:custGeom>
              <a:rect b="b" l="l" r="r" t="t"/>
              <a:pathLst>
                <a:path extrusionOk="0" h="1971" w="1750">
                  <a:moveTo>
                    <a:pt x="655" y="1"/>
                  </a:moveTo>
                  <a:cubicBezTo>
                    <a:pt x="293" y="1"/>
                    <a:pt x="1" y="296"/>
                    <a:pt x="1" y="659"/>
                  </a:cubicBezTo>
                  <a:lnTo>
                    <a:pt x="1" y="1095"/>
                  </a:lnTo>
                  <a:cubicBezTo>
                    <a:pt x="1" y="1577"/>
                    <a:pt x="391" y="1971"/>
                    <a:pt x="873" y="1971"/>
                  </a:cubicBezTo>
                  <a:cubicBezTo>
                    <a:pt x="1355" y="1967"/>
                    <a:pt x="1750" y="1577"/>
                    <a:pt x="1750" y="1095"/>
                  </a:cubicBezTo>
                  <a:lnTo>
                    <a:pt x="1750" y="659"/>
                  </a:lnTo>
                  <a:cubicBezTo>
                    <a:pt x="1750" y="296"/>
                    <a:pt x="1454" y="1"/>
                    <a:pt x="10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0" name="Google Shape;21770;p91"/>
            <p:cNvSpPr/>
            <p:nvPr/>
          </p:nvSpPr>
          <p:spPr>
            <a:xfrm>
              <a:off x="3742998" y="3537352"/>
              <a:ext cx="31415" cy="51300"/>
            </a:xfrm>
            <a:custGeom>
              <a:rect b="b" l="l" r="r" t="t"/>
              <a:pathLst>
                <a:path extrusionOk="0" h="1971" w="1207">
                  <a:moveTo>
                    <a:pt x="657" y="1"/>
                  </a:moveTo>
                  <a:cubicBezTo>
                    <a:pt x="295" y="1"/>
                    <a:pt x="3" y="296"/>
                    <a:pt x="3" y="659"/>
                  </a:cubicBezTo>
                  <a:lnTo>
                    <a:pt x="3" y="1095"/>
                  </a:lnTo>
                  <a:cubicBezTo>
                    <a:pt x="0" y="1596"/>
                    <a:pt x="412" y="1970"/>
                    <a:pt x="874" y="1970"/>
                  </a:cubicBezTo>
                  <a:cubicBezTo>
                    <a:pt x="984" y="1970"/>
                    <a:pt x="1096" y="1949"/>
                    <a:pt x="1206" y="1904"/>
                  </a:cubicBezTo>
                  <a:cubicBezTo>
                    <a:pt x="875" y="1770"/>
                    <a:pt x="657" y="1450"/>
                    <a:pt x="657" y="1095"/>
                  </a:cubicBezTo>
                  <a:lnTo>
                    <a:pt x="657" y="659"/>
                  </a:lnTo>
                  <a:cubicBezTo>
                    <a:pt x="657" y="338"/>
                    <a:pt x="890" y="64"/>
                    <a:pt x="1206" y="11"/>
                  </a:cubicBezTo>
                  <a:cubicBezTo>
                    <a:pt x="1167" y="4"/>
                    <a:pt x="1132" y="1"/>
                    <a:pt x="109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1" name="Google Shape;21771;p91"/>
            <p:cNvSpPr/>
            <p:nvPr/>
          </p:nvSpPr>
          <p:spPr>
            <a:xfrm>
              <a:off x="3743050" y="3537352"/>
              <a:ext cx="45548" cy="22826"/>
            </a:xfrm>
            <a:custGeom>
              <a:rect b="b" l="l" r="r" t="t"/>
              <a:pathLst>
                <a:path extrusionOk="0" h="877" w="1750">
                  <a:moveTo>
                    <a:pt x="655" y="1"/>
                  </a:moveTo>
                  <a:cubicBezTo>
                    <a:pt x="293" y="1"/>
                    <a:pt x="1" y="296"/>
                    <a:pt x="1" y="659"/>
                  </a:cubicBezTo>
                  <a:cubicBezTo>
                    <a:pt x="1" y="659"/>
                    <a:pt x="655" y="877"/>
                    <a:pt x="1750" y="877"/>
                  </a:cubicBezTo>
                  <a:lnTo>
                    <a:pt x="1750" y="659"/>
                  </a:lnTo>
                  <a:cubicBezTo>
                    <a:pt x="1750" y="296"/>
                    <a:pt x="1454" y="1"/>
                    <a:pt x="10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2" name="Google Shape;21772;p91"/>
            <p:cNvSpPr/>
            <p:nvPr/>
          </p:nvSpPr>
          <p:spPr>
            <a:xfrm>
              <a:off x="3743050" y="3537352"/>
              <a:ext cx="31363" cy="20822"/>
            </a:xfrm>
            <a:custGeom>
              <a:rect b="b" l="l" r="r" t="t"/>
              <a:pathLst>
                <a:path extrusionOk="0" h="800" w="1205">
                  <a:moveTo>
                    <a:pt x="655" y="1"/>
                  </a:moveTo>
                  <a:cubicBezTo>
                    <a:pt x="293" y="1"/>
                    <a:pt x="1" y="296"/>
                    <a:pt x="1" y="659"/>
                  </a:cubicBezTo>
                  <a:cubicBezTo>
                    <a:pt x="215" y="722"/>
                    <a:pt x="434" y="768"/>
                    <a:pt x="655" y="799"/>
                  </a:cubicBezTo>
                  <a:lnTo>
                    <a:pt x="655" y="659"/>
                  </a:lnTo>
                  <a:cubicBezTo>
                    <a:pt x="655" y="338"/>
                    <a:pt x="888" y="64"/>
                    <a:pt x="1204" y="11"/>
                  </a:cubicBezTo>
                  <a:cubicBezTo>
                    <a:pt x="1165" y="4"/>
                    <a:pt x="1130" y="1"/>
                    <a:pt x="109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3" name="Google Shape;21773;p91"/>
            <p:cNvSpPr/>
            <p:nvPr/>
          </p:nvSpPr>
          <p:spPr>
            <a:xfrm>
              <a:off x="3669445" y="3378376"/>
              <a:ext cx="363474" cy="317978"/>
            </a:xfrm>
            <a:custGeom>
              <a:rect b="b" l="l" r="r" t="t"/>
              <a:pathLst>
                <a:path extrusionOk="0" h="12217" w="13965">
                  <a:moveTo>
                    <a:pt x="7846" y="412"/>
                  </a:moveTo>
                  <a:lnTo>
                    <a:pt x="7456" y="3924"/>
                  </a:lnTo>
                  <a:cubicBezTo>
                    <a:pt x="7456" y="3931"/>
                    <a:pt x="7449" y="3938"/>
                    <a:pt x="7442" y="3938"/>
                  </a:cubicBezTo>
                  <a:lnTo>
                    <a:pt x="6520" y="3938"/>
                  </a:lnTo>
                  <a:cubicBezTo>
                    <a:pt x="6513" y="3938"/>
                    <a:pt x="6509" y="3931"/>
                    <a:pt x="6506" y="3924"/>
                  </a:cubicBezTo>
                  <a:lnTo>
                    <a:pt x="6115" y="412"/>
                  </a:lnTo>
                  <a:close/>
                  <a:moveTo>
                    <a:pt x="13321" y="3470"/>
                  </a:moveTo>
                  <a:cubicBezTo>
                    <a:pt x="13451" y="3470"/>
                    <a:pt x="13553" y="3575"/>
                    <a:pt x="13557" y="3702"/>
                  </a:cubicBezTo>
                  <a:lnTo>
                    <a:pt x="13557" y="11576"/>
                  </a:lnTo>
                  <a:cubicBezTo>
                    <a:pt x="13557" y="11703"/>
                    <a:pt x="13451" y="11809"/>
                    <a:pt x="13324" y="11809"/>
                  </a:cubicBezTo>
                  <a:lnTo>
                    <a:pt x="640" y="11809"/>
                  </a:lnTo>
                  <a:cubicBezTo>
                    <a:pt x="514" y="11809"/>
                    <a:pt x="408" y="11703"/>
                    <a:pt x="408" y="11576"/>
                  </a:cubicBezTo>
                  <a:lnTo>
                    <a:pt x="408" y="3702"/>
                  </a:lnTo>
                  <a:cubicBezTo>
                    <a:pt x="408" y="3575"/>
                    <a:pt x="514" y="3470"/>
                    <a:pt x="640" y="3470"/>
                  </a:cubicBezTo>
                  <a:lnTo>
                    <a:pt x="6045" y="3470"/>
                  </a:lnTo>
                  <a:lnTo>
                    <a:pt x="6101" y="3969"/>
                  </a:lnTo>
                  <a:cubicBezTo>
                    <a:pt x="6126" y="4184"/>
                    <a:pt x="6305" y="4346"/>
                    <a:pt x="6523" y="4346"/>
                  </a:cubicBezTo>
                  <a:lnTo>
                    <a:pt x="7442" y="4346"/>
                  </a:lnTo>
                  <a:cubicBezTo>
                    <a:pt x="7656" y="4346"/>
                    <a:pt x="7839" y="4184"/>
                    <a:pt x="7864" y="3969"/>
                  </a:cubicBezTo>
                  <a:lnTo>
                    <a:pt x="7917" y="3470"/>
                  </a:lnTo>
                  <a:close/>
                  <a:moveTo>
                    <a:pt x="5886" y="1"/>
                  </a:moveTo>
                  <a:cubicBezTo>
                    <a:pt x="5767" y="1"/>
                    <a:pt x="5672" y="106"/>
                    <a:pt x="5686" y="229"/>
                  </a:cubicBezTo>
                  <a:lnTo>
                    <a:pt x="5999" y="3062"/>
                  </a:lnTo>
                  <a:lnTo>
                    <a:pt x="640" y="3062"/>
                  </a:lnTo>
                  <a:cubicBezTo>
                    <a:pt x="289" y="3062"/>
                    <a:pt x="0" y="3350"/>
                    <a:pt x="0" y="3706"/>
                  </a:cubicBezTo>
                  <a:lnTo>
                    <a:pt x="0" y="11576"/>
                  </a:lnTo>
                  <a:cubicBezTo>
                    <a:pt x="0" y="11932"/>
                    <a:pt x="289" y="12217"/>
                    <a:pt x="640" y="12217"/>
                  </a:cubicBezTo>
                  <a:lnTo>
                    <a:pt x="13321" y="12217"/>
                  </a:lnTo>
                  <a:cubicBezTo>
                    <a:pt x="13676" y="12217"/>
                    <a:pt x="13965" y="11932"/>
                    <a:pt x="13965" y="11576"/>
                  </a:cubicBezTo>
                  <a:lnTo>
                    <a:pt x="13965" y="3706"/>
                  </a:lnTo>
                  <a:cubicBezTo>
                    <a:pt x="13965" y="3350"/>
                    <a:pt x="13676" y="3062"/>
                    <a:pt x="13324" y="3062"/>
                  </a:cubicBezTo>
                  <a:lnTo>
                    <a:pt x="7962" y="3062"/>
                  </a:lnTo>
                  <a:lnTo>
                    <a:pt x="8279" y="229"/>
                  </a:lnTo>
                  <a:cubicBezTo>
                    <a:pt x="8290" y="106"/>
                    <a:pt x="8195" y="1"/>
                    <a:pt x="80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4" name="Google Shape;21774;p91"/>
            <p:cNvSpPr/>
            <p:nvPr/>
          </p:nvSpPr>
          <p:spPr>
            <a:xfrm>
              <a:off x="3703593" y="3503568"/>
              <a:ext cx="124490" cy="158638"/>
            </a:xfrm>
            <a:custGeom>
              <a:rect b="b" l="l" r="r" t="t"/>
              <a:pathLst>
                <a:path extrusionOk="0" h="6095" w="4783">
                  <a:moveTo>
                    <a:pt x="2608" y="1503"/>
                  </a:moveTo>
                  <a:cubicBezTo>
                    <a:pt x="2857" y="1506"/>
                    <a:pt x="3061" y="1707"/>
                    <a:pt x="3061" y="1957"/>
                  </a:cubicBezTo>
                  <a:lnTo>
                    <a:pt x="3061" y="2393"/>
                  </a:lnTo>
                  <a:cubicBezTo>
                    <a:pt x="3058" y="2762"/>
                    <a:pt x="2759" y="3061"/>
                    <a:pt x="2389" y="3061"/>
                  </a:cubicBezTo>
                  <a:cubicBezTo>
                    <a:pt x="2020" y="3061"/>
                    <a:pt x="1721" y="2762"/>
                    <a:pt x="1721" y="2393"/>
                  </a:cubicBezTo>
                  <a:lnTo>
                    <a:pt x="1721" y="1957"/>
                  </a:lnTo>
                  <a:cubicBezTo>
                    <a:pt x="1721" y="1707"/>
                    <a:pt x="1921" y="1506"/>
                    <a:pt x="2171" y="1503"/>
                  </a:cubicBezTo>
                  <a:close/>
                  <a:moveTo>
                    <a:pt x="2622" y="3445"/>
                  </a:moveTo>
                  <a:lnTo>
                    <a:pt x="2622" y="3568"/>
                  </a:lnTo>
                  <a:cubicBezTo>
                    <a:pt x="2622" y="3645"/>
                    <a:pt x="2643" y="3716"/>
                    <a:pt x="2681" y="3783"/>
                  </a:cubicBezTo>
                  <a:lnTo>
                    <a:pt x="2400" y="4061"/>
                  </a:lnTo>
                  <a:cubicBezTo>
                    <a:pt x="2396" y="4064"/>
                    <a:pt x="2393" y="4066"/>
                    <a:pt x="2389" y="4066"/>
                  </a:cubicBezTo>
                  <a:cubicBezTo>
                    <a:pt x="2386" y="4066"/>
                    <a:pt x="2382" y="4064"/>
                    <a:pt x="2379" y="4061"/>
                  </a:cubicBezTo>
                  <a:lnTo>
                    <a:pt x="2101" y="3783"/>
                  </a:lnTo>
                  <a:cubicBezTo>
                    <a:pt x="2136" y="3716"/>
                    <a:pt x="2157" y="3645"/>
                    <a:pt x="2157" y="3568"/>
                  </a:cubicBezTo>
                  <a:lnTo>
                    <a:pt x="2157" y="3445"/>
                  </a:lnTo>
                  <a:cubicBezTo>
                    <a:pt x="2235" y="3462"/>
                    <a:pt x="2312" y="3473"/>
                    <a:pt x="2389" y="3473"/>
                  </a:cubicBezTo>
                  <a:cubicBezTo>
                    <a:pt x="2467" y="3473"/>
                    <a:pt x="2548" y="3462"/>
                    <a:pt x="2622" y="3445"/>
                  </a:cubicBezTo>
                  <a:close/>
                  <a:moveTo>
                    <a:pt x="3016" y="4025"/>
                  </a:moveTo>
                  <a:lnTo>
                    <a:pt x="3371" y="4201"/>
                  </a:lnTo>
                  <a:cubicBezTo>
                    <a:pt x="3449" y="4240"/>
                    <a:pt x="3498" y="4321"/>
                    <a:pt x="3498" y="4409"/>
                  </a:cubicBezTo>
                  <a:lnTo>
                    <a:pt x="3498" y="5686"/>
                  </a:lnTo>
                  <a:lnTo>
                    <a:pt x="1285" y="5686"/>
                  </a:lnTo>
                  <a:lnTo>
                    <a:pt x="1285" y="4409"/>
                  </a:lnTo>
                  <a:cubicBezTo>
                    <a:pt x="1285" y="4321"/>
                    <a:pt x="1334" y="4240"/>
                    <a:pt x="1415" y="4201"/>
                  </a:cubicBezTo>
                  <a:lnTo>
                    <a:pt x="1770" y="4025"/>
                  </a:lnTo>
                  <a:lnTo>
                    <a:pt x="2094" y="4349"/>
                  </a:lnTo>
                  <a:cubicBezTo>
                    <a:pt x="2177" y="4432"/>
                    <a:pt x="2285" y="4473"/>
                    <a:pt x="2393" y="4473"/>
                  </a:cubicBezTo>
                  <a:cubicBezTo>
                    <a:pt x="2501" y="4473"/>
                    <a:pt x="2609" y="4432"/>
                    <a:pt x="2692" y="4349"/>
                  </a:cubicBezTo>
                  <a:lnTo>
                    <a:pt x="3016" y="4025"/>
                  </a:lnTo>
                  <a:close/>
                  <a:moveTo>
                    <a:pt x="4360" y="412"/>
                  </a:moveTo>
                  <a:cubicBezTo>
                    <a:pt x="4367" y="412"/>
                    <a:pt x="4374" y="419"/>
                    <a:pt x="4374" y="426"/>
                  </a:cubicBezTo>
                  <a:lnTo>
                    <a:pt x="4374" y="5672"/>
                  </a:lnTo>
                  <a:cubicBezTo>
                    <a:pt x="4374" y="5679"/>
                    <a:pt x="4367" y="5686"/>
                    <a:pt x="4360" y="5686"/>
                  </a:cubicBezTo>
                  <a:lnTo>
                    <a:pt x="3909" y="5686"/>
                  </a:lnTo>
                  <a:lnTo>
                    <a:pt x="3909" y="4412"/>
                  </a:lnTo>
                  <a:cubicBezTo>
                    <a:pt x="3909" y="4166"/>
                    <a:pt x="3772" y="3945"/>
                    <a:pt x="3554" y="3835"/>
                  </a:cubicBezTo>
                  <a:lnTo>
                    <a:pt x="3040" y="3582"/>
                  </a:lnTo>
                  <a:cubicBezTo>
                    <a:pt x="3037" y="3579"/>
                    <a:pt x="3033" y="3575"/>
                    <a:pt x="3033" y="3568"/>
                  </a:cubicBezTo>
                  <a:lnTo>
                    <a:pt x="3033" y="3265"/>
                  </a:lnTo>
                  <a:lnTo>
                    <a:pt x="3033" y="3258"/>
                  </a:lnTo>
                  <a:cubicBezTo>
                    <a:pt x="3311" y="3054"/>
                    <a:pt x="3473" y="2734"/>
                    <a:pt x="3473" y="2393"/>
                  </a:cubicBezTo>
                  <a:lnTo>
                    <a:pt x="3473" y="1953"/>
                  </a:lnTo>
                  <a:cubicBezTo>
                    <a:pt x="3473" y="1478"/>
                    <a:pt x="3090" y="1095"/>
                    <a:pt x="2615" y="1095"/>
                  </a:cubicBezTo>
                  <a:lnTo>
                    <a:pt x="2175" y="1095"/>
                  </a:lnTo>
                  <a:cubicBezTo>
                    <a:pt x="1700" y="1095"/>
                    <a:pt x="1316" y="1478"/>
                    <a:pt x="1316" y="1953"/>
                  </a:cubicBezTo>
                  <a:lnTo>
                    <a:pt x="1316" y="2393"/>
                  </a:lnTo>
                  <a:cubicBezTo>
                    <a:pt x="1316" y="2734"/>
                    <a:pt x="1478" y="3054"/>
                    <a:pt x="1756" y="3258"/>
                  </a:cubicBezTo>
                  <a:lnTo>
                    <a:pt x="1756" y="3265"/>
                  </a:lnTo>
                  <a:lnTo>
                    <a:pt x="1756" y="3568"/>
                  </a:lnTo>
                  <a:cubicBezTo>
                    <a:pt x="1756" y="3575"/>
                    <a:pt x="1753" y="3579"/>
                    <a:pt x="1746" y="3582"/>
                  </a:cubicBezTo>
                  <a:lnTo>
                    <a:pt x="1235" y="3835"/>
                  </a:lnTo>
                  <a:cubicBezTo>
                    <a:pt x="1017" y="3945"/>
                    <a:pt x="880" y="4166"/>
                    <a:pt x="880" y="4412"/>
                  </a:cubicBezTo>
                  <a:lnTo>
                    <a:pt x="880" y="5686"/>
                  </a:lnTo>
                  <a:lnTo>
                    <a:pt x="423" y="5686"/>
                  </a:lnTo>
                  <a:cubicBezTo>
                    <a:pt x="416" y="5686"/>
                    <a:pt x="409" y="5679"/>
                    <a:pt x="409" y="5672"/>
                  </a:cubicBezTo>
                  <a:lnTo>
                    <a:pt x="409" y="426"/>
                  </a:lnTo>
                  <a:cubicBezTo>
                    <a:pt x="409" y="419"/>
                    <a:pt x="416" y="412"/>
                    <a:pt x="423" y="412"/>
                  </a:cubicBezTo>
                  <a:close/>
                  <a:moveTo>
                    <a:pt x="423" y="0"/>
                  </a:moveTo>
                  <a:cubicBezTo>
                    <a:pt x="190" y="0"/>
                    <a:pt x="0" y="190"/>
                    <a:pt x="0" y="426"/>
                  </a:cubicBezTo>
                  <a:lnTo>
                    <a:pt x="0" y="5672"/>
                  </a:lnTo>
                  <a:cubicBezTo>
                    <a:pt x="0" y="5904"/>
                    <a:pt x="190" y="6094"/>
                    <a:pt x="423" y="6094"/>
                  </a:cubicBezTo>
                  <a:lnTo>
                    <a:pt x="4360" y="6094"/>
                  </a:lnTo>
                  <a:cubicBezTo>
                    <a:pt x="4592" y="6094"/>
                    <a:pt x="4782" y="5904"/>
                    <a:pt x="4782" y="5672"/>
                  </a:cubicBezTo>
                  <a:lnTo>
                    <a:pt x="4782" y="426"/>
                  </a:lnTo>
                  <a:cubicBezTo>
                    <a:pt x="4782" y="190"/>
                    <a:pt x="4592" y="0"/>
                    <a:pt x="4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5" name="Google Shape;21775;p91"/>
            <p:cNvSpPr/>
            <p:nvPr/>
          </p:nvSpPr>
          <p:spPr>
            <a:xfrm>
              <a:off x="3851481" y="3503568"/>
              <a:ext cx="147290" cy="33549"/>
            </a:xfrm>
            <a:custGeom>
              <a:rect b="b" l="l" r="r" t="t"/>
              <a:pathLst>
                <a:path extrusionOk="0" h="1289" w="5659">
                  <a:moveTo>
                    <a:pt x="5236" y="412"/>
                  </a:moveTo>
                  <a:cubicBezTo>
                    <a:pt x="5243" y="412"/>
                    <a:pt x="5250" y="419"/>
                    <a:pt x="5250" y="426"/>
                  </a:cubicBezTo>
                  <a:lnTo>
                    <a:pt x="5250" y="862"/>
                  </a:lnTo>
                  <a:cubicBezTo>
                    <a:pt x="5250" y="869"/>
                    <a:pt x="5243" y="876"/>
                    <a:pt x="5236" y="876"/>
                  </a:cubicBezTo>
                  <a:lnTo>
                    <a:pt x="426" y="876"/>
                  </a:lnTo>
                  <a:cubicBezTo>
                    <a:pt x="416" y="876"/>
                    <a:pt x="412" y="869"/>
                    <a:pt x="412" y="862"/>
                  </a:cubicBezTo>
                  <a:lnTo>
                    <a:pt x="412" y="426"/>
                  </a:lnTo>
                  <a:cubicBezTo>
                    <a:pt x="412" y="419"/>
                    <a:pt x="416" y="412"/>
                    <a:pt x="426" y="412"/>
                  </a:cubicBezTo>
                  <a:close/>
                  <a:moveTo>
                    <a:pt x="426" y="0"/>
                  </a:moveTo>
                  <a:cubicBezTo>
                    <a:pt x="191" y="0"/>
                    <a:pt x="1" y="190"/>
                    <a:pt x="1" y="426"/>
                  </a:cubicBezTo>
                  <a:lnTo>
                    <a:pt x="1" y="862"/>
                  </a:lnTo>
                  <a:cubicBezTo>
                    <a:pt x="1" y="1098"/>
                    <a:pt x="191" y="1285"/>
                    <a:pt x="423" y="1288"/>
                  </a:cubicBezTo>
                  <a:lnTo>
                    <a:pt x="5236" y="1288"/>
                  </a:lnTo>
                  <a:cubicBezTo>
                    <a:pt x="5468" y="1285"/>
                    <a:pt x="5658" y="1098"/>
                    <a:pt x="5658" y="862"/>
                  </a:cubicBezTo>
                  <a:lnTo>
                    <a:pt x="5658" y="426"/>
                  </a:lnTo>
                  <a:cubicBezTo>
                    <a:pt x="5658" y="190"/>
                    <a:pt x="5468" y="0"/>
                    <a:pt x="52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6" name="Google Shape;21776;p91"/>
            <p:cNvSpPr/>
            <p:nvPr/>
          </p:nvSpPr>
          <p:spPr>
            <a:xfrm>
              <a:off x="3851481" y="3549169"/>
              <a:ext cx="113142" cy="33367"/>
            </a:xfrm>
            <a:custGeom>
              <a:rect b="b" l="l" r="r" t="t"/>
              <a:pathLst>
                <a:path extrusionOk="0" h="1282" w="4347">
                  <a:moveTo>
                    <a:pt x="3924" y="409"/>
                  </a:moveTo>
                  <a:cubicBezTo>
                    <a:pt x="3931" y="409"/>
                    <a:pt x="3938" y="416"/>
                    <a:pt x="3938" y="423"/>
                  </a:cubicBezTo>
                  <a:lnTo>
                    <a:pt x="3938" y="859"/>
                  </a:lnTo>
                  <a:cubicBezTo>
                    <a:pt x="3938" y="866"/>
                    <a:pt x="3931" y="873"/>
                    <a:pt x="3924" y="873"/>
                  </a:cubicBezTo>
                  <a:lnTo>
                    <a:pt x="426" y="873"/>
                  </a:lnTo>
                  <a:cubicBezTo>
                    <a:pt x="416" y="873"/>
                    <a:pt x="412" y="866"/>
                    <a:pt x="412" y="859"/>
                  </a:cubicBezTo>
                  <a:lnTo>
                    <a:pt x="412" y="423"/>
                  </a:lnTo>
                  <a:cubicBezTo>
                    <a:pt x="412" y="416"/>
                    <a:pt x="416" y="409"/>
                    <a:pt x="426" y="409"/>
                  </a:cubicBezTo>
                  <a:close/>
                  <a:moveTo>
                    <a:pt x="426" y="1"/>
                  </a:moveTo>
                  <a:cubicBezTo>
                    <a:pt x="191" y="1"/>
                    <a:pt x="1" y="187"/>
                    <a:pt x="1" y="423"/>
                  </a:cubicBezTo>
                  <a:lnTo>
                    <a:pt x="1" y="859"/>
                  </a:lnTo>
                  <a:cubicBezTo>
                    <a:pt x="1" y="1091"/>
                    <a:pt x="191" y="1281"/>
                    <a:pt x="426" y="1281"/>
                  </a:cubicBezTo>
                  <a:lnTo>
                    <a:pt x="3924" y="1281"/>
                  </a:lnTo>
                  <a:cubicBezTo>
                    <a:pt x="4156" y="1281"/>
                    <a:pt x="4346" y="1091"/>
                    <a:pt x="4346" y="859"/>
                  </a:cubicBezTo>
                  <a:lnTo>
                    <a:pt x="4346" y="423"/>
                  </a:lnTo>
                  <a:cubicBezTo>
                    <a:pt x="4346" y="187"/>
                    <a:pt x="4156"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7" name="Google Shape;21777;p91"/>
            <p:cNvSpPr/>
            <p:nvPr/>
          </p:nvSpPr>
          <p:spPr>
            <a:xfrm>
              <a:off x="3849737" y="3594691"/>
              <a:ext cx="69363" cy="10645"/>
            </a:xfrm>
            <a:custGeom>
              <a:rect b="b" l="l" r="r" t="t"/>
              <a:pathLst>
                <a:path extrusionOk="0" h="409" w="2665">
                  <a:moveTo>
                    <a:pt x="272" y="0"/>
                  </a:moveTo>
                  <a:cubicBezTo>
                    <a:pt x="1" y="0"/>
                    <a:pt x="1" y="408"/>
                    <a:pt x="272" y="408"/>
                  </a:cubicBezTo>
                  <a:lnTo>
                    <a:pt x="2460" y="408"/>
                  </a:lnTo>
                  <a:cubicBezTo>
                    <a:pt x="2573" y="408"/>
                    <a:pt x="2664" y="317"/>
                    <a:pt x="2664" y="204"/>
                  </a:cubicBezTo>
                  <a:cubicBezTo>
                    <a:pt x="2664" y="92"/>
                    <a:pt x="2573" y="0"/>
                    <a:pt x="24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8" name="Google Shape;21778;p91"/>
            <p:cNvSpPr/>
            <p:nvPr/>
          </p:nvSpPr>
          <p:spPr>
            <a:xfrm>
              <a:off x="3929407" y="3594691"/>
              <a:ext cx="35215" cy="10645"/>
            </a:xfrm>
            <a:custGeom>
              <a:rect b="b" l="l" r="r" t="t"/>
              <a:pathLst>
                <a:path extrusionOk="0" h="409" w="1353">
                  <a:moveTo>
                    <a:pt x="275" y="0"/>
                  </a:moveTo>
                  <a:cubicBezTo>
                    <a:pt x="1" y="0"/>
                    <a:pt x="1" y="408"/>
                    <a:pt x="275" y="408"/>
                  </a:cubicBezTo>
                  <a:lnTo>
                    <a:pt x="1148" y="408"/>
                  </a:lnTo>
                  <a:cubicBezTo>
                    <a:pt x="1261" y="408"/>
                    <a:pt x="1352" y="317"/>
                    <a:pt x="1352" y="204"/>
                  </a:cubicBezTo>
                  <a:cubicBezTo>
                    <a:pt x="1352" y="92"/>
                    <a:pt x="1261" y="0"/>
                    <a:pt x="11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9" name="Google Shape;21779;p91"/>
            <p:cNvSpPr/>
            <p:nvPr/>
          </p:nvSpPr>
          <p:spPr>
            <a:xfrm>
              <a:off x="3849737" y="3628761"/>
              <a:ext cx="23841" cy="10723"/>
            </a:xfrm>
            <a:custGeom>
              <a:rect b="b" l="l" r="r" t="t"/>
              <a:pathLst>
                <a:path extrusionOk="0" h="412" w="916">
                  <a:moveTo>
                    <a:pt x="272" y="0"/>
                  </a:moveTo>
                  <a:cubicBezTo>
                    <a:pt x="1" y="0"/>
                    <a:pt x="1" y="412"/>
                    <a:pt x="272" y="412"/>
                  </a:cubicBezTo>
                  <a:lnTo>
                    <a:pt x="712" y="412"/>
                  </a:lnTo>
                  <a:cubicBezTo>
                    <a:pt x="824" y="412"/>
                    <a:pt x="916" y="320"/>
                    <a:pt x="916" y="208"/>
                  </a:cubicBezTo>
                  <a:cubicBezTo>
                    <a:pt x="916" y="92"/>
                    <a:pt x="824" y="0"/>
                    <a:pt x="7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0" name="Google Shape;21780;p91"/>
            <p:cNvSpPr/>
            <p:nvPr/>
          </p:nvSpPr>
          <p:spPr>
            <a:xfrm>
              <a:off x="3883911" y="3628761"/>
              <a:ext cx="57989" cy="10723"/>
            </a:xfrm>
            <a:custGeom>
              <a:rect b="b" l="l" r="r" t="t"/>
              <a:pathLst>
                <a:path extrusionOk="0" h="412" w="2228">
                  <a:moveTo>
                    <a:pt x="271" y="0"/>
                  </a:moveTo>
                  <a:cubicBezTo>
                    <a:pt x="0" y="0"/>
                    <a:pt x="0" y="412"/>
                    <a:pt x="271" y="412"/>
                  </a:cubicBezTo>
                  <a:lnTo>
                    <a:pt x="2023" y="412"/>
                  </a:lnTo>
                  <a:cubicBezTo>
                    <a:pt x="2136" y="412"/>
                    <a:pt x="2227" y="320"/>
                    <a:pt x="2227" y="208"/>
                  </a:cubicBezTo>
                  <a:cubicBezTo>
                    <a:pt x="2227" y="92"/>
                    <a:pt x="2136"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1" name="Google Shape;21781;p91"/>
            <p:cNvSpPr/>
            <p:nvPr/>
          </p:nvSpPr>
          <p:spPr>
            <a:xfrm>
              <a:off x="3849737" y="3651561"/>
              <a:ext cx="23841" cy="10645"/>
            </a:xfrm>
            <a:custGeom>
              <a:rect b="b" l="l" r="r" t="t"/>
              <a:pathLst>
                <a:path extrusionOk="0" h="409" w="916">
                  <a:moveTo>
                    <a:pt x="272" y="0"/>
                  </a:moveTo>
                  <a:cubicBezTo>
                    <a:pt x="1" y="0"/>
                    <a:pt x="1" y="408"/>
                    <a:pt x="272" y="408"/>
                  </a:cubicBezTo>
                  <a:lnTo>
                    <a:pt x="712" y="408"/>
                  </a:lnTo>
                  <a:cubicBezTo>
                    <a:pt x="824" y="408"/>
                    <a:pt x="916" y="317"/>
                    <a:pt x="916" y="204"/>
                  </a:cubicBezTo>
                  <a:cubicBezTo>
                    <a:pt x="916" y="92"/>
                    <a:pt x="824" y="0"/>
                    <a:pt x="7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2" name="Google Shape;21782;p91"/>
            <p:cNvSpPr/>
            <p:nvPr/>
          </p:nvSpPr>
          <p:spPr>
            <a:xfrm>
              <a:off x="3883911" y="3651561"/>
              <a:ext cx="57989" cy="10645"/>
            </a:xfrm>
            <a:custGeom>
              <a:rect b="b" l="l" r="r" t="t"/>
              <a:pathLst>
                <a:path extrusionOk="0" h="409" w="2228">
                  <a:moveTo>
                    <a:pt x="271" y="0"/>
                  </a:moveTo>
                  <a:cubicBezTo>
                    <a:pt x="0" y="0"/>
                    <a:pt x="0" y="408"/>
                    <a:pt x="271" y="408"/>
                  </a:cubicBezTo>
                  <a:lnTo>
                    <a:pt x="2023" y="408"/>
                  </a:lnTo>
                  <a:cubicBezTo>
                    <a:pt x="2136" y="408"/>
                    <a:pt x="2227" y="317"/>
                    <a:pt x="2227" y="204"/>
                  </a:cubicBezTo>
                  <a:cubicBezTo>
                    <a:pt x="2227" y="92"/>
                    <a:pt x="2136"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3" name="Google Shape;21783;p91"/>
            <p:cNvSpPr/>
            <p:nvPr/>
          </p:nvSpPr>
          <p:spPr>
            <a:xfrm>
              <a:off x="3844063" y="3458046"/>
              <a:ext cx="12493" cy="10749"/>
            </a:xfrm>
            <a:custGeom>
              <a:rect b="b" l="l" r="r" t="t"/>
              <a:pathLst>
                <a:path extrusionOk="0" h="413" w="480">
                  <a:moveTo>
                    <a:pt x="275" y="1"/>
                  </a:moveTo>
                  <a:cubicBezTo>
                    <a:pt x="1" y="1"/>
                    <a:pt x="1" y="412"/>
                    <a:pt x="275" y="412"/>
                  </a:cubicBezTo>
                  <a:cubicBezTo>
                    <a:pt x="388" y="412"/>
                    <a:pt x="479" y="317"/>
                    <a:pt x="479" y="205"/>
                  </a:cubicBezTo>
                  <a:cubicBezTo>
                    <a:pt x="479" y="92"/>
                    <a:pt x="388"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84" name="Google Shape;21784;p91"/>
          <p:cNvGrpSpPr/>
          <p:nvPr/>
        </p:nvGrpSpPr>
        <p:grpSpPr>
          <a:xfrm>
            <a:off x="1835495" y="1506921"/>
            <a:ext cx="356629" cy="356525"/>
            <a:chOff x="1835495" y="1506921"/>
            <a:chExt cx="356629" cy="356525"/>
          </a:xfrm>
        </p:grpSpPr>
        <p:sp>
          <p:nvSpPr>
            <p:cNvPr id="21785" name="Google Shape;21785;p91"/>
            <p:cNvSpPr/>
            <p:nvPr/>
          </p:nvSpPr>
          <p:spPr>
            <a:xfrm>
              <a:off x="1974690" y="1618188"/>
              <a:ext cx="27980" cy="61477"/>
            </a:xfrm>
            <a:custGeom>
              <a:rect b="b" l="l" r="r" t="t"/>
              <a:pathLst>
                <a:path extrusionOk="0" h="2362" w="1075">
                  <a:moveTo>
                    <a:pt x="645" y="0"/>
                  </a:moveTo>
                  <a:cubicBezTo>
                    <a:pt x="289" y="0"/>
                    <a:pt x="1" y="289"/>
                    <a:pt x="1" y="644"/>
                  </a:cubicBezTo>
                  <a:lnTo>
                    <a:pt x="1" y="796"/>
                  </a:lnTo>
                  <a:cubicBezTo>
                    <a:pt x="1" y="978"/>
                    <a:pt x="29" y="1161"/>
                    <a:pt x="89" y="1337"/>
                  </a:cubicBezTo>
                  <a:lnTo>
                    <a:pt x="430" y="2361"/>
                  </a:lnTo>
                  <a:lnTo>
                    <a:pt x="1074" y="2361"/>
                  </a:lnTo>
                  <a:lnTo>
                    <a:pt x="107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6" name="Google Shape;21786;p91"/>
            <p:cNvSpPr/>
            <p:nvPr/>
          </p:nvSpPr>
          <p:spPr>
            <a:xfrm>
              <a:off x="1985882" y="1612593"/>
              <a:ext cx="67047" cy="66969"/>
            </a:xfrm>
            <a:custGeom>
              <a:rect b="b" l="l" r="r" t="t"/>
              <a:pathLst>
                <a:path extrusionOk="0" h="2573" w="2576">
                  <a:moveTo>
                    <a:pt x="644" y="1"/>
                  </a:moveTo>
                  <a:cubicBezTo>
                    <a:pt x="289" y="1"/>
                    <a:pt x="0" y="289"/>
                    <a:pt x="0" y="645"/>
                  </a:cubicBezTo>
                  <a:cubicBezTo>
                    <a:pt x="0" y="880"/>
                    <a:pt x="194" y="1074"/>
                    <a:pt x="429" y="1074"/>
                  </a:cubicBezTo>
                  <a:lnTo>
                    <a:pt x="2147" y="2573"/>
                  </a:lnTo>
                  <a:lnTo>
                    <a:pt x="2523" y="1246"/>
                  </a:lnTo>
                  <a:cubicBezTo>
                    <a:pt x="2558" y="1130"/>
                    <a:pt x="2572" y="1014"/>
                    <a:pt x="2576" y="894"/>
                  </a:cubicBezTo>
                  <a:lnTo>
                    <a:pt x="2576"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7" name="Google Shape;21787;p91"/>
            <p:cNvSpPr/>
            <p:nvPr/>
          </p:nvSpPr>
          <p:spPr>
            <a:xfrm>
              <a:off x="1997048" y="1696297"/>
              <a:ext cx="33445" cy="33549"/>
            </a:xfrm>
            <a:custGeom>
              <a:rect b="b" l="l" r="r" t="t"/>
              <a:pathLst>
                <a:path extrusionOk="0" h="1289" w="1285">
                  <a:moveTo>
                    <a:pt x="0" y="1"/>
                  </a:moveTo>
                  <a:lnTo>
                    <a:pt x="0" y="1288"/>
                  </a:lnTo>
                  <a:lnTo>
                    <a:pt x="1285" y="1288"/>
                  </a:lnTo>
                  <a:lnTo>
                    <a:pt x="128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8" name="Google Shape;21788;p91"/>
            <p:cNvSpPr/>
            <p:nvPr/>
          </p:nvSpPr>
          <p:spPr>
            <a:xfrm>
              <a:off x="1957954" y="1709857"/>
              <a:ext cx="111658" cy="87010"/>
            </a:xfrm>
            <a:custGeom>
              <a:rect b="b" l="l" r="r" t="t"/>
              <a:pathLst>
                <a:path extrusionOk="0" h="3343" w="4290">
                  <a:moveTo>
                    <a:pt x="1502" y="0"/>
                  </a:moveTo>
                  <a:lnTo>
                    <a:pt x="468" y="296"/>
                  </a:lnTo>
                  <a:cubicBezTo>
                    <a:pt x="190" y="377"/>
                    <a:pt x="0" y="627"/>
                    <a:pt x="0" y="915"/>
                  </a:cubicBezTo>
                  <a:lnTo>
                    <a:pt x="0" y="3343"/>
                  </a:lnTo>
                  <a:lnTo>
                    <a:pt x="4289" y="3343"/>
                  </a:lnTo>
                  <a:lnTo>
                    <a:pt x="4289" y="915"/>
                  </a:lnTo>
                  <a:cubicBezTo>
                    <a:pt x="4289" y="627"/>
                    <a:pt x="4099" y="377"/>
                    <a:pt x="3821" y="296"/>
                  </a:cubicBezTo>
                  <a:lnTo>
                    <a:pt x="2787" y="0"/>
                  </a:lnTo>
                  <a:lnTo>
                    <a:pt x="2533" y="303"/>
                  </a:lnTo>
                  <a:cubicBezTo>
                    <a:pt x="2431" y="424"/>
                    <a:pt x="2288" y="485"/>
                    <a:pt x="2145" y="485"/>
                  </a:cubicBezTo>
                  <a:cubicBezTo>
                    <a:pt x="2001" y="485"/>
                    <a:pt x="1858" y="424"/>
                    <a:pt x="1756" y="303"/>
                  </a:cubicBezTo>
                  <a:lnTo>
                    <a:pt x="150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9" name="Google Shape;21789;p91"/>
            <p:cNvSpPr/>
            <p:nvPr/>
          </p:nvSpPr>
          <p:spPr>
            <a:xfrm>
              <a:off x="1980286" y="1640624"/>
              <a:ext cx="67073" cy="61295"/>
            </a:xfrm>
            <a:custGeom>
              <a:rect b="b" l="l" r="r" t="t"/>
              <a:pathLst>
                <a:path extrusionOk="0" h="2355" w="2577">
                  <a:moveTo>
                    <a:pt x="815" y="0"/>
                  </a:moveTo>
                  <a:cubicBezTo>
                    <a:pt x="700" y="0"/>
                    <a:pt x="592" y="46"/>
                    <a:pt x="514" y="127"/>
                  </a:cubicBezTo>
                  <a:lnTo>
                    <a:pt x="303" y="338"/>
                  </a:lnTo>
                  <a:cubicBezTo>
                    <a:pt x="110" y="532"/>
                    <a:pt x="1" y="796"/>
                    <a:pt x="1" y="1070"/>
                  </a:cubicBezTo>
                  <a:cubicBezTo>
                    <a:pt x="1" y="1781"/>
                    <a:pt x="578" y="2354"/>
                    <a:pt x="1288" y="2354"/>
                  </a:cubicBezTo>
                  <a:cubicBezTo>
                    <a:pt x="1996" y="2354"/>
                    <a:pt x="2573" y="1781"/>
                    <a:pt x="2573" y="1070"/>
                  </a:cubicBezTo>
                  <a:lnTo>
                    <a:pt x="2573" y="796"/>
                  </a:lnTo>
                  <a:cubicBezTo>
                    <a:pt x="2576" y="683"/>
                    <a:pt x="2530" y="574"/>
                    <a:pt x="2449" y="493"/>
                  </a:cubicBezTo>
                  <a:cubicBezTo>
                    <a:pt x="2119" y="169"/>
                    <a:pt x="1510" y="21"/>
                    <a:pt x="827" y="0"/>
                  </a:cubicBezTo>
                  <a:cubicBezTo>
                    <a:pt x="823" y="0"/>
                    <a:pt x="819" y="0"/>
                    <a:pt x="81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0" name="Google Shape;21790;p91"/>
            <p:cNvSpPr/>
            <p:nvPr/>
          </p:nvSpPr>
          <p:spPr>
            <a:xfrm>
              <a:off x="1980286" y="1640520"/>
              <a:ext cx="66891" cy="60019"/>
            </a:xfrm>
            <a:custGeom>
              <a:rect b="b" l="l" r="r" t="t"/>
              <a:pathLst>
                <a:path extrusionOk="0" h="2306" w="2570">
                  <a:moveTo>
                    <a:pt x="815" y="1"/>
                  </a:moveTo>
                  <a:cubicBezTo>
                    <a:pt x="703" y="1"/>
                    <a:pt x="596" y="46"/>
                    <a:pt x="514" y="128"/>
                  </a:cubicBezTo>
                  <a:lnTo>
                    <a:pt x="303" y="339"/>
                  </a:lnTo>
                  <a:cubicBezTo>
                    <a:pt x="110" y="532"/>
                    <a:pt x="1" y="796"/>
                    <a:pt x="1" y="1070"/>
                  </a:cubicBezTo>
                  <a:cubicBezTo>
                    <a:pt x="1" y="1644"/>
                    <a:pt x="381" y="2147"/>
                    <a:pt x="933" y="2305"/>
                  </a:cubicBezTo>
                  <a:cubicBezTo>
                    <a:pt x="747" y="2080"/>
                    <a:pt x="644" y="1795"/>
                    <a:pt x="644" y="1500"/>
                  </a:cubicBezTo>
                  <a:lnTo>
                    <a:pt x="644" y="1074"/>
                  </a:lnTo>
                  <a:cubicBezTo>
                    <a:pt x="644" y="835"/>
                    <a:pt x="835" y="644"/>
                    <a:pt x="1068" y="644"/>
                  </a:cubicBezTo>
                  <a:cubicBezTo>
                    <a:pt x="1078" y="644"/>
                    <a:pt x="1088" y="644"/>
                    <a:pt x="1098" y="645"/>
                  </a:cubicBezTo>
                  <a:cubicBezTo>
                    <a:pt x="1531" y="673"/>
                    <a:pt x="2175" y="743"/>
                    <a:pt x="2569" y="933"/>
                  </a:cubicBezTo>
                  <a:cubicBezTo>
                    <a:pt x="2555" y="842"/>
                    <a:pt x="2516" y="560"/>
                    <a:pt x="2453" y="493"/>
                  </a:cubicBezTo>
                  <a:cubicBezTo>
                    <a:pt x="2119" y="170"/>
                    <a:pt x="1514" y="22"/>
                    <a:pt x="827" y="1"/>
                  </a:cubicBezTo>
                  <a:cubicBezTo>
                    <a:pt x="823" y="1"/>
                    <a:pt x="819" y="1"/>
                    <a:pt x="81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1" name="Google Shape;21791;p91"/>
            <p:cNvSpPr/>
            <p:nvPr/>
          </p:nvSpPr>
          <p:spPr>
            <a:xfrm>
              <a:off x="1957954" y="1724146"/>
              <a:ext cx="22358" cy="72721"/>
            </a:xfrm>
            <a:custGeom>
              <a:rect b="b" l="l" r="r" t="t"/>
              <a:pathLst>
                <a:path extrusionOk="0" h="2794" w="859">
                  <a:moveTo>
                    <a:pt x="116" y="0"/>
                  </a:moveTo>
                  <a:cubicBezTo>
                    <a:pt x="42" y="106"/>
                    <a:pt x="0" y="236"/>
                    <a:pt x="0" y="366"/>
                  </a:cubicBezTo>
                  <a:lnTo>
                    <a:pt x="0" y="2794"/>
                  </a:lnTo>
                  <a:lnTo>
                    <a:pt x="859" y="2794"/>
                  </a:lnTo>
                  <a:lnTo>
                    <a:pt x="859" y="1006"/>
                  </a:lnTo>
                  <a:cubicBezTo>
                    <a:pt x="859" y="834"/>
                    <a:pt x="792" y="672"/>
                    <a:pt x="669" y="553"/>
                  </a:cubicBezTo>
                  <a:lnTo>
                    <a:pt x="116"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2" name="Google Shape;21792;p91"/>
            <p:cNvSpPr/>
            <p:nvPr/>
          </p:nvSpPr>
          <p:spPr>
            <a:xfrm>
              <a:off x="2047229" y="1724146"/>
              <a:ext cx="22384" cy="72721"/>
            </a:xfrm>
            <a:custGeom>
              <a:rect b="b" l="l" r="r" t="t"/>
              <a:pathLst>
                <a:path extrusionOk="0" h="2794" w="860">
                  <a:moveTo>
                    <a:pt x="743" y="0"/>
                  </a:moveTo>
                  <a:lnTo>
                    <a:pt x="191" y="553"/>
                  </a:lnTo>
                  <a:cubicBezTo>
                    <a:pt x="67" y="672"/>
                    <a:pt x="1" y="834"/>
                    <a:pt x="1" y="1006"/>
                  </a:cubicBezTo>
                  <a:lnTo>
                    <a:pt x="1" y="2794"/>
                  </a:lnTo>
                  <a:lnTo>
                    <a:pt x="859" y="2794"/>
                  </a:lnTo>
                  <a:lnTo>
                    <a:pt x="859" y="366"/>
                  </a:lnTo>
                  <a:cubicBezTo>
                    <a:pt x="859" y="236"/>
                    <a:pt x="817" y="106"/>
                    <a:pt x="74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3" name="Google Shape;21793;p91"/>
            <p:cNvSpPr/>
            <p:nvPr/>
          </p:nvSpPr>
          <p:spPr>
            <a:xfrm>
              <a:off x="1840622" y="1512048"/>
              <a:ext cx="346296" cy="346270"/>
            </a:xfrm>
            <a:custGeom>
              <a:rect b="b" l="l" r="r" t="t"/>
              <a:pathLst>
                <a:path extrusionOk="0" h="13304" w="13305">
                  <a:moveTo>
                    <a:pt x="6655" y="2576"/>
                  </a:moveTo>
                  <a:cubicBezTo>
                    <a:pt x="7179" y="2576"/>
                    <a:pt x="7709" y="2677"/>
                    <a:pt x="8213" y="2886"/>
                  </a:cubicBezTo>
                  <a:cubicBezTo>
                    <a:pt x="9733" y="3515"/>
                    <a:pt x="10729" y="5004"/>
                    <a:pt x="10729" y="6650"/>
                  </a:cubicBezTo>
                  <a:cubicBezTo>
                    <a:pt x="10729" y="8902"/>
                    <a:pt x="8903" y="10728"/>
                    <a:pt x="6654" y="10728"/>
                  </a:cubicBezTo>
                  <a:lnTo>
                    <a:pt x="6654" y="10725"/>
                  </a:lnTo>
                  <a:cubicBezTo>
                    <a:pt x="5004" y="10725"/>
                    <a:pt x="3519" y="9732"/>
                    <a:pt x="2890" y="8209"/>
                  </a:cubicBezTo>
                  <a:cubicBezTo>
                    <a:pt x="2256" y="6689"/>
                    <a:pt x="2605" y="4933"/>
                    <a:pt x="3773" y="3769"/>
                  </a:cubicBezTo>
                  <a:cubicBezTo>
                    <a:pt x="4552" y="2990"/>
                    <a:pt x="5594" y="2576"/>
                    <a:pt x="6655" y="2576"/>
                  </a:cubicBezTo>
                  <a:close/>
                  <a:moveTo>
                    <a:pt x="5792" y="0"/>
                  </a:moveTo>
                  <a:cubicBezTo>
                    <a:pt x="5676" y="0"/>
                    <a:pt x="5578" y="99"/>
                    <a:pt x="5578" y="215"/>
                  </a:cubicBezTo>
                  <a:lnTo>
                    <a:pt x="5578" y="789"/>
                  </a:lnTo>
                  <a:cubicBezTo>
                    <a:pt x="5578" y="891"/>
                    <a:pt x="5507" y="975"/>
                    <a:pt x="5409" y="996"/>
                  </a:cubicBezTo>
                  <a:cubicBezTo>
                    <a:pt x="4740" y="1144"/>
                    <a:pt x="4107" y="1408"/>
                    <a:pt x="3533" y="1774"/>
                  </a:cubicBezTo>
                  <a:cubicBezTo>
                    <a:pt x="3497" y="1798"/>
                    <a:pt x="3455" y="1810"/>
                    <a:pt x="3414" y="1810"/>
                  </a:cubicBezTo>
                  <a:cubicBezTo>
                    <a:pt x="3360" y="1810"/>
                    <a:pt x="3306" y="1789"/>
                    <a:pt x="3266" y="1749"/>
                  </a:cubicBezTo>
                  <a:lnTo>
                    <a:pt x="2861" y="1344"/>
                  </a:lnTo>
                  <a:cubicBezTo>
                    <a:pt x="2819" y="1302"/>
                    <a:pt x="2765" y="1281"/>
                    <a:pt x="2710" y="1281"/>
                  </a:cubicBezTo>
                  <a:cubicBezTo>
                    <a:pt x="2656" y="1281"/>
                    <a:pt x="2601" y="1302"/>
                    <a:pt x="2559" y="1344"/>
                  </a:cubicBezTo>
                  <a:lnTo>
                    <a:pt x="1345" y="2558"/>
                  </a:lnTo>
                  <a:cubicBezTo>
                    <a:pt x="1261" y="2643"/>
                    <a:pt x="1261" y="2777"/>
                    <a:pt x="1345" y="2861"/>
                  </a:cubicBezTo>
                  <a:lnTo>
                    <a:pt x="1750" y="3266"/>
                  </a:lnTo>
                  <a:cubicBezTo>
                    <a:pt x="1820" y="3336"/>
                    <a:pt x="1831" y="3449"/>
                    <a:pt x="1774" y="3533"/>
                  </a:cubicBezTo>
                  <a:cubicBezTo>
                    <a:pt x="1405" y="4106"/>
                    <a:pt x="1144" y="4743"/>
                    <a:pt x="997" y="5408"/>
                  </a:cubicBezTo>
                  <a:cubicBezTo>
                    <a:pt x="976" y="5507"/>
                    <a:pt x="888" y="5581"/>
                    <a:pt x="789" y="5581"/>
                  </a:cubicBezTo>
                  <a:lnTo>
                    <a:pt x="216" y="5581"/>
                  </a:lnTo>
                  <a:cubicBezTo>
                    <a:pt x="99" y="5581"/>
                    <a:pt x="1" y="5676"/>
                    <a:pt x="1" y="5795"/>
                  </a:cubicBezTo>
                  <a:lnTo>
                    <a:pt x="1" y="7509"/>
                  </a:lnTo>
                  <a:cubicBezTo>
                    <a:pt x="1" y="7628"/>
                    <a:pt x="99" y="7723"/>
                    <a:pt x="216" y="7723"/>
                  </a:cubicBezTo>
                  <a:lnTo>
                    <a:pt x="789" y="7723"/>
                  </a:lnTo>
                  <a:cubicBezTo>
                    <a:pt x="888" y="7723"/>
                    <a:pt x="976" y="7797"/>
                    <a:pt x="997" y="7896"/>
                  </a:cubicBezTo>
                  <a:cubicBezTo>
                    <a:pt x="1141" y="8561"/>
                    <a:pt x="1405" y="9198"/>
                    <a:pt x="1774" y="9771"/>
                  </a:cubicBezTo>
                  <a:cubicBezTo>
                    <a:pt x="1831" y="9856"/>
                    <a:pt x="1816" y="9968"/>
                    <a:pt x="1746" y="10039"/>
                  </a:cubicBezTo>
                  <a:lnTo>
                    <a:pt x="1345" y="10443"/>
                  </a:lnTo>
                  <a:cubicBezTo>
                    <a:pt x="1261" y="10528"/>
                    <a:pt x="1261" y="10661"/>
                    <a:pt x="1345" y="10746"/>
                  </a:cubicBezTo>
                  <a:lnTo>
                    <a:pt x="2559" y="11960"/>
                  </a:lnTo>
                  <a:cubicBezTo>
                    <a:pt x="2601" y="12002"/>
                    <a:pt x="2656" y="12023"/>
                    <a:pt x="2710" y="12023"/>
                  </a:cubicBezTo>
                  <a:cubicBezTo>
                    <a:pt x="2765" y="12023"/>
                    <a:pt x="2819" y="12002"/>
                    <a:pt x="2861" y="11960"/>
                  </a:cubicBezTo>
                  <a:lnTo>
                    <a:pt x="3266" y="11559"/>
                  </a:lnTo>
                  <a:cubicBezTo>
                    <a:pt x="3306" y="11516"/>
                    <a:pt x="3361" y="11495"/>
                    <a:pt x="3416" y="11495"/>
                  </a:cubicBezTo>
                  <a:cubicBezTo>
                    <a:pt x="3456" y="11495"/>
                    <a:pt x="3498" y="11506"/>
                    <a:pt x="3533" y="11530"/>
                  </a:cubicBezTo>
                  <a:cubicBezTo>
                    <a:pt x="4107" y="11900"/>
                    <a:pt x="4744" y="12160"/>
                    <a:pt x="5409" y="12308"/>
                  </a:cubicBezTo>
                  <a:cubicBezTo>
                    <a:pt x="5507" y="12329"/>
                    <a:pt x="5581" y="12414"/>
                    <a:pt x="5581" y="12516"/>
                  </a:cubicBezTo>
                  <a:lnTo>
                    <a:pt x="5581" y="13089"/>
                  </a:lnTo>
                  <a:cubicBezTo>
                    <a:pt x="5581" y="13205"/>
                    <a:pt x="5676" y="13304"/>
                    <a:pt x="5796" y="13304"/>
                  </a:cubicBezTo>
                  <a:lnTo>
                    <a:pt x="7509" y="13304"/>
                  </a:lnTo>
                  <a:cubicBezTo>
                    <a:pt x="7629" y="13300"/>
                    <a:pt x="7724" y="13205"/>
                    <a:pt x="7724" y="13089"/>
                  </a:cubicBezTo>
                  <a:lnTo>
                    <a:pt x="7724" y="12516"/>
                  </a:lnTo>
                  <a:cubicBezTo>
                    <a:pt x="7724" y="12414"/>
                    <a:pt x="7798" y="12329"/>
                    <a:pt x="7896" y="12308"/>
                  </a:cubicBezTo>
                  <a:cubicBezTo>
                    <a:pt x="8561" y="12160"/>
                    <a:pt x="9198" y="11900"/>
                    <a:pt x="9772" y="11530"/>
                  </a:cubicBezTo>
                  <a:cubicBezTo>
                    <a:pt x="9808" y="11506"/>
                    <a:pt x="9849" y="11495"/>
                    <a:pt x="9889" y="11495"/>
                  </a:cubicBezTo>
                  <a:cubicBezTo>
                    <a:pt x="9944" y="11495"/>
                    <a:pt x="9999" y="11516"/>
                    <a:pt x="10039" y="11559"/>
                  </a:cubicBezTo>
                  <a:lnTo>
                    <a:pt x="10444" y="11960"/>
                  </a:lnTo>
                  <a:cubicBezTo>
                    <a:pt x="10486" y="12002"/>
                    <a:pt x="10541" y="12023"/>
                    <a:pt x="10595" y="12023"/>
                  </a:cubicBezTo>
                  <a:cubicBezTo>
                    <a:pt x="10650" y="12023"/>
                    <a:pt x="10704" y="12002"/>
                    <a:pt x="10746" y="11960"/>
                  </a:cubicBezTo>
                  <a:lnTo>
                    <a:pt x="11960" y="10746"/>
                  </a:lnTo>
                  <a:cubicBezTo>
                    <a:pt x="12045" y="10661"/>
                    <a:pt x="12045" y="10528"/>
                    <a:pt x="11960" y="10443"/>
                  </a:cubicBezTo>
                  <a:lnTo>
                    <a:pt x="11556" y="10042"/>
                  </a:lnTo>
                  <a:cubicBezTo>
                    <a:pt x="11485" y="9968"/>
                    <a:pt x="11475" y="9856"/>
                    <a:pt x="11531" y="9771"/>
                  </a:cubicBezTo>
                  <a:cubicBezTo>
                    <a:pt x="11900" y="9198"/>
                    <a:pt x="12161" y="8561"/>
                    <a:pt x="12309" y="7896"/>
                  </a:cubicBezTo>
                  <a:cubicBezTo>
                    <a:pt x="12330" y="7797"/>
                    <a:pt x="12414" y="7723"/>
                    <a:pt x="12516" y="7723"/>
                  </a:cubicBezTo>
                  <a:lnTo>
                    <a:pt x="13090" y="7723"/>
                  </a:lnTo>
                  <a:cubicBezTo>
                    <a:pt x="13206" y="7723"/>
                    <a:pt x="13304" y="7628"/>
                    <a:pt x="13304" y="7509"/>
                  </a:cubicBezTo>
                  <a:lnTo>
                    <a:pt x="13304" y="5795"/>
                  </a:lnTo>
                  <a:cubicBezTo>
                    <a:pt x="13304" y="5678"/>
                    <a:pt x="13209" y="5581"/>
                    <a:pt x="13092" y="5581"/>
                  </a:cubicBezTo>
                  <a:cubicBezTo>
                    <a:pt x="13090" y="5581"/>
                    <a:pt x="13088" y="5581"/>
                    <a:pt x="13086" y="5581"/>
                  </a:cubicBezTo>
                  <a:lnTo>
                    <a:pt x="12516" y="5581"/>
                  </a:lnTo>
                  <a:cubicBezTo>
                    <a:pt x="12414" y="5581"/>
                    <a:pt x="12326" y="5507"/>
                    <a:pt x="12305" y="5408"/>
                  </a:cubicBezTo>
                  <a:cubicBezTo>
                    <a:pt x="12161" y="4743"/>
                    <a:pt x="11897" y="4106"/>
                    <a:pt x="11527" y="3533"/>
                  </a:cubicBezTo>
                  <a:cubicBezTo>
                    <a:pt x="11475" y="3449"/>
                    <a:pt x="11485" y="3336"/>
                    <a:pt x="11556" y="3266"/>
                  </a:cubicBezTo>
                  <a:lnTo>
                    <a:pt x="11960" y="2861"/>
                  </a:lnTo>
                  <a:cubicBezTo>
                    <a:pt x="12041" y="2777"/>
                    <a:pt x="12041" y="2643"/>
                    <a:pt x="11960" y="2558"/>
                  </a:cubicBezTo>
                  <a:lnTo>
                    <a:pt x="10746" y="1344"/>
                  </a:lnTo>
                  <a:cubicBezTo>
                    <a:pt x="10704" y="1302"/>
                    <a:pt x="10649" y="1281"/>
                    <a:pt x="10594" y="1281"/>
                  </a:cubicBezTo>
                  <a:cubicBezTo>
                    <a:pt x="10539" y="1281"/>
                    <a:pt x="10484" y="1302"/>
                    <a:pt x="10444" y="1344"/>
                  </a:cubicBezTo>
                  <a:lnTo>
                    <a:pt x="10039" y="1746"/>
                  </a:lnTo>
                  <a:cubicBezTo>
                    <a:pt x="9999" y="1788"/>
                    <a:pt x="9944" y="1810"/>
                    <a:pt x="9889" y="1810"/>
                  </a:cubicBezTo>
                  <a:cubicBezTo>
                    <a:pt x="9849" y="1810"/>
                    <a:pt x="9808" y="1798"/>
                    <a:pt x="9772" y="1774"/>
                  </a:cubicBezTo>
                  <a:cubicBezTo>
                    <a:pt x="9198" y="1404"/>
                    <a:pt x="8561" y="1144"/>
                    <a:pt x="7893" y="996"/>
                  </a:cubicBezTo>
                  <a:cubicBezTo>
                    <a:pt x="7794" y="975"/>
                    <a:pt x="7724" y="891"/>
                    <a:pt x="7724" y="789"/>
                  </a:cubicBezTo>
                  <a:lnTo>
                    <a:pt x="7724" y="215"/>
                  </a:lnTo>
                  <a:cubicBezTo>
                    <a:pt x="7724" y="99"/>
                    <a:pt x="7625" y="0"/>
                    <a:pt x="7509"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4" name="Google Shape;21794;p91"/>
            <p:cNvSpPr/>
            <p:nvPr/>
          </p:nvSpPr>
          <p:spPr>
            <a:xfrm>
              <a:off x="1881303" y="1562412"/>
              <a:ext cx="255330" cy="245569"/>
            </a:xfrm>
            <a:custGeom>
              <a:rect b="b" l="l" r="r" t="t"/>
              <a:pathLst>
                <a:path extrusionOk="0" h="9435" w="9810">
                  <a:moveTo>
                    <a:pt x="5089" y="642"/>
                  </a:moveTo>
                  <a:cubicBezTo>
                    <a:pt x="5614" y="642"/>
                    <a:pt x="6145" y="744"/>
                    <a:pt x="6650" y="954"/>
                  </a:cubicBezTo>
                  <a:cubicBezTo>
                    <a:pt x="8170" y="1584"/>
                    <a:pt x="9166" y="3069"/>
                    <a:pt x="9166" y="4715"/>
                  </a:cubicBezTo>
                  <a:cubicBezTo>
                    <a:pt x="9166" y="6967"/>
                    <a:pt x="7340" y="8793"/>
                    <a:pt x="5091" y="8793"/>
                  </a:cubicBezTo>
                  <a:cubicBezTo>
                    <a:pt x="3441" y="8793"/>
                    <a:pt x="1956" y="7797"/>
                    <a:pt x="1327" y="6278"/>
                  </a:cubicBezTo>
                  <a:cubicBezTo>
                    <a:pt x="693" y="4754"/>
                    <a:pt x="1042" y="3002"/>
                    <a:pt x="2210" y="1837"/>
                  </a:cubicBezTo>
                  <a:cubicBezTo>
                    <a:pt x="2988" y="1057"/>
                    <a:pt x="4029" y="642"/>
                    <a:pt x="5089" y="642"/>
                  </a:cubicBezTo>
                  <a:close/>
                  <a:moveTo>
                    <a:pt x="5091" y="1"/>
                  </a:moveTo>
                  <a:cubicBezTo>
                    <a:pt x="3181" y="1"/>
                    <a:pt x="1460" y="1148"/>
                    <a:pt x="732" y="2910"/>
                  </a:cubicBezTo>
                  <a:cubicBezTo>
                    <a:pt x="0" y="4673"/>
                    <a:pt x="405" y="6703"/>
                    <a:pt x="1756" y="8054"/>
                  </a:cubicBezTo>
                  <a:cubicBezTo>
                    <a:pt x="2657" y="8955"/>
                    <a:pt x="3863" y="9435"/>
                    <a:pt x="5091" y="9435"/>
                  </a:cubicBezTo>
                  <a:cubicBezTo>
                    <a:pt x="5699" y="9435"/>
                    <a:pt x="6312" y="9317"/>
                    <a:pt x="6896" y="9075"/>
                  </a:cubicBezTo>
                  <a:cubicBezTo>
                    <a:pt x="8659" y="8346"/>
                    <a:pt x="9806" y="6626"/>
                    <a:pt x="9810" y="4719"/>
                  </a:cubicBezTo>
                  <a:cubicBezTo>
                    <a:pt x="9810" y="2112"/>
                    <a:pt x="7695" y="1"/>
                    <a:pt x="5091"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5" name="Google Shape;21795;p91"/>
            <p:cNvSpPr/>
            <p:nvPr/>
          </p:nvSpPr>
          <p:spPr>
            <a:xfrm>
              <a:off x="1835495" y="1506921"/>
              <a:ext cx="356629" cy="356525"/>
            </a:xfrm>
            <a:custGeom>
              <a:rect b="b" l="l" r="r" t="t"/>
              <a:pathLst>
                <a:path extrusionOk="0" h="13698" w="13702">
                  <a:moveTo>
                    <a:pt x="7706" y="402"/>
                  </a:moveTo>
                  <a:cubicBezTo>
                    <a:pt x="7713" y="402"/>
                    <a:pt x="7720" y="409"/>
                    <a:pt x="7720" y="416"/>
                  </a:cubicBezTo>
                  <a:lnTo>
                    <a:pt x="7720" y="986"/>
                  </a:lnTo>
                  <a:cubicBezTo>
                    <a:pt x="7720" y="1183"/>
                    <a:pt x="7858" y="1351"/>
                    <a:pt x="8048" y="1390"/>
                  </a:cubicBezTo>
                  <a:cubicBezTo>
                    <a:pt x="8692" y="1531"/>
                    <a:pt x="9307" y="1784"/>
                    <a:pt x="9860" y="2143"/>
                  </a:cubicBezTo>
                  <a:cubicBezTo>
                    <a:pt x="9929" y="2188"/>
                    <a:pt x="10008" y="2210"/>
                    <a:pt x="10086" y="2210"/>
                  </a:cubicBezTo>
                  <a:cubicBezTo>
                    <a:pt x="10192" y="2210"/>
                    <a:pt x="10298" y="2168"/>
                    <a:pt x="10377" y="2087"/>
                  </a:cubicBezTo>
                  <a:lnTo>
                    <a:pt x="10782" y="1686"/>
                  </a:lnTo>
                  <a:cubicBezTo>
                    <a:pt x="10783" y="1682"/>
                    <a:pt x="10787" y="1680"/>
                    <a:pt x="10790" y="1680"/>
                  </a:cubicBezTo>
                  <a:cubicBezTo>
                    <a:pt x="10794" y="1680"/>
                    <a:pt x="10797" y="1682"/>
                    <a:pt x="10799" y="1686"/>
                  </a:cubicBezTo>
                  <a:lnTo>
                    <a:pt x="12013" y="2896"/>
                  </a:lnTo>
                  <a:cubicBezTo>
                    <a:pt x="12020" y="2903"/>
                    <a:pt x="12020" y="2910"/>
                    <a:pt x="12013" y="2917"/>
                  </a:cubicBezTo>
                  <a:lnTo>
                    <a:pt x="11612" y="3318"/>
                  </a:lnTo>
                  <a:cubicBezTo>
                    <a:pt x="11471" y="3459"/>
                    <a:pt x="11450" y="3674"/>
                    <a:pt x="11556" y="3839"/>
                  </a:cubicBezTo>
                  <a:cubicBezTo>
                    <a:pt x="11911" y="4391"/>
                    <a:pt x="12168" y="5007"/>
                    <a:pt x="12309" y="5651"/>
                  </a:cubicBezTo>
                  <a:cubicBezTo>
                    <a:pt x="12347" y="5841"/>
                    <a:pt x="12516" y="5978"/>
                    <a:pt x="12713" y="5978"/>
                  </a:cubicBezTo>
                  <a:lnTo>
                    <a:pt x="13283" y="5978"/>
                  </a:lnTo>
                  <a:cubicBezTo>
                    <a:pt x="13290" y="5978"/>
                    <a:pt x="13297" y="5985"/>
                    <a:pt x="13297" y="5992"/>
                  </a:cubicBezTo>
                  <a:lnTo>
                    <a:pt x="13297" y="7706"/>
                  </a:lnTo>
                  <a:cubicBezTo>
                    <a:pt x="13297" y="7716"/>
                    <a:pt x="13290" y="7720"/>
                    <a:pt x="13283" y="7720"/>
                  </a:cubicBezTo>
                  <a:lnTo>
                    <a:pt x="12713" y="7720"/>
                  </a:lnTo>
                  <a:cubicBezTo>
                    <a:pt x="12516" y="7720"/>
                    <a:pt x="12347" y="7857"/>
                    <a:pt x="12309" y="8051"/>
                  </a:cubicBezTo>
                  <a:cubicBezTo>
                    <a:pt x="12168" y="8695"/>
                    <a:pt x="11911" y="9307"/>
                    <a:pt x="11556" y="9863"/>
                  </a:cubicBezTo>
                  <a:cubicBezTo>
                    <a:pt x="11450" y="10024"/>
                    <a:pt x="11471" y="10243"/>
                    <a:pt x="11612" y="10380"/>
                  </a:cubicBezTo>
                  <a:lnTo>
                    <a:pt x="12013" y="10781"/>
                  </a:lnTo>
                  <a:cubicBezTo>
                    <a:pt x="12020" y="10788"/>
                    <a:pt x="12020" y="10795"/>
                    <a:pt x="12013" y="10802"/>
                  </a:cubicBezTo>
                  <a:lnTo>
                    <a:pt x="10799" y="12016"/>
                  </a:lnTo>
                  <a:cubicBezTo>
                    <a:pt x="10797" y="12018"/>
                    <a:pt x="10794" y="12019"/>
                    <a:pt x="10790" y="12019"/>
                  </a:cubicBezTo>
                  <a:cubicBezTo>
                    <a:pt x="10787" y="12019"/>
                    <a:pt x="10783" y="12018"/>
                    <a:pt x="10782" y="12016"/>
                  </a:cubicBezTo>
                  <a:lnTo>
                    <a:pt x="10377" y="11611"/>
                  </a:lnTo>
                  <a:cubicBezTo>
                    <a:pt x="10298" y="11532"/>
                    <a:pt x="10192" y="11490"/>
                    <a:pt x="10086" y="11490"/>
                  </a:cubicBezTo>
                  <a:cubicBezTo>
                    <a:pt x="10008" y="11490"/>
                    <a:pt x="9929" y="11513"/>
                    <a:pt x="9860" y="11559"/>
                  </a:cubicBezTo>
                  <a:cubicBezTo>
                    <a:pt x="9307" y="11914"/>
                    <a:pt x="8692" y="12167"/>
                    <a:pt x="8048" y="12308"/>
                  </a:cubicBezTo>
                  <a:cubicBezTo>
                    <a:pt x="7858" y="12347"/>
                    <a:pt x="7720" y="12516"/>
                    <a:pt x="7720" y="12713"/>
                  </a:cubicBezTo>
                  <a:lnTo>
                    <a:pt x="7720" y="13283"/>
                  </a:lnTo>
                  <a:cubicBezTo>
                    <a:pt x="7720" y="13293"/>
                    <a:pt x="7713" y="13297"/>
                    <a:pt x="7706" y="13297"/>
                  </a:cubicBezTo>
                  <a:lnTo>
                    <a:pt x="5989" y="13297"/>
                  </a:lnTo>
                  <a:cubicBezTo>
                    <a:pt x="5982" y="13297"/>
                    <a:pt x="5979" y="13293"/>
                    <a:pt x="5979" y="13283"/>
                  </a:cubicBezTo>
                  <a:lnTo>
                    <a:pt x="5979" y="12713"/>
                  </a:lnTo>
                  <a:cubicBezTo>
                    <a:pt x="5979" y="12516"/>
                    <a:pt x="5842" y="12347"/>
                    <a:pt x="5648" y="12308"/>
                  </a:cubicBezTo>
                  <a:cubicBezTo>
                    <a:pt x="5004" y="12167"/>
                    <a:pt x="4392" y="11914"/>
                    <a:pt x="3836" y="11559"/>
                  </a:cubicBezTo>
                  <a:cubicBezTo>
                    <a:pt x="3769" y="11513"/>
                    <a:pt x="3692" y="11492"/>
                    <a:pt x="3611" y="11492"/>
                  </a:cubicBezTo>
                  <a:cubicBezTo>
                    <a:pt x="3502" y="11492"/>
                    <a:pt x="3396" y="11534"/>
                    <a:pt x="3319" y="11611"/>
                  </a:cubicBezTo>
                  <a:lnTo>
                    <a:pt x="2914" y="12016"/>
                  </a:lnTo>
                  <a:cubicBezTo>
                    <a:pt x="2912" y="12018"/>
                    <a:pt x="2909" y="12019"/>
                    <a:pt x="2905" y="12019"/>
                  </a:cubicBezTo>
                  <a:cubicBezTo>
                    <a:pt x="2902" y="12019"/>
                    <a:pt x="2898" y="12018"/>
                    <a:pt x="2897" y="12016"/>
                  </a:cubicBezTo>
                  <a:lnTo>
                    <a:pt x="1683" y="10802"/>
                  </a:lnTo>
                  <a:cubicBezTo>
                    <a:pt x="1679" y="10795"/>
                    <a:pt x="1679" y="10788"/>
                    <a:pt x="1683" y="10781"/>
                  </a:cubicBezTo>
                  <a:lnTo>
                    <a:pt x="2087" y="10380"/>
                  </a:lnTo>
                  <a:cubicBezTo>
                    <a:pt x="2225" y="10243"/>
                    <a:pt x="2246" y="10024"/>
                    <a:pt x="2140" y="9863"/>
                  </a:cubicBezTo>
                  <a:cubicBezTo>
                    <a:pt x="1785" y="9307"/>
                    <a:pt x="1531" y="8695"/>
                    <a:pt x="1391" y="8051"/>
                  </a:cubicBezTo>
                  <a:cubicBezTo>
                    <a:pt x="1348" y="7857"/>
                    <a:pt x="1180" y="7720"/>
                    <a:pt x="986" y="7720"/>
                  </a:cubicBezTo>
                  <a:lnTo>
                    <a:pt x="413" y="7720"/>
                  </a:lnTo>
                  <a:cubicBezTo>
                    <a:pt x="406" y="7720"/>
                    <a:pt x="398" y="7716"/>
                    <a:pt x="398" y="7706"/>
                  </a:cubicBezTo>
                  <a:lnTo>
                    <a:pt x="398" y="5992"/>
                  </a:lnTo>
                  <a:cubicBezTo>
                    <a:pt x="398" y="5985"/>
                    <a:pt x="406" y="5978"/>
                    <a:pt x="413" y="5978"/>
                  </a:cubicBezTo>
                  <a:lnTo>
                    <a:pt x="986" y="5978"/>
                  </a:lnTo>
                  <a:cubicBezTo>
                    <a:pt x="1180" y="5978"/>
                    <a:pt x="1348" y="5841"/>
                    <a:pt x="1391" y="5651"/>
                  </a:cubicBezTo>
                  <a:cubicBezTo>
                    <a:pt x="1531" y="5007"/>
                    <a:pt x="1785" y="4391"/>
                    <a:pt x="2140" y="3839"/>
                  </a:cubicBezTo>
                  <a:cubicBezTo>
                    <a:pt x="2246" y="3674"/>
                    <a:pt x="2225" y="3459"/>
                    <a:pt x="2087" y="3318"/>
                  </a:cubicBezTo>
                  <a:lnTo>
                    <a:pt x="1683" y="2917"/>
                  </a:lnTo>
                  <a:cubicBezTo>
                    <a:pt x="1679" y="2910"/>
                    <a:pt x="1679" y="2903"/>
                    <a:pt x="1683" y="2896"/>
                  </a:cubicBezTo>
                  <a:lnTo>
                    <a:pt x="2897" y="1686"/>
                  </a:lnTo>
                  <a:cubicBezTo>
                    <a:pt x="2898" y="1682"/>
                    <a:pt x="2902" y="1680"/>
                    <a:pt x="2905" y="1680"/>
                  </a:cubicBezTo>
                  <a:cubicBezTo>
                    <a:pt x="2909" y="1680"/>
                    <a:pt x="2912" y="1682"/>
                    <a:pt x="2914" y="1686"/>
                  </a:cubicBezTo>
                  <a:lnTo>
                    <a:pt x="3319" y="2087"/>
                  </a:lnTo>
                  <a:cubicBezTo>
                    <a:pt x="3398" y="2168"/>
                    <a:pt x="3505" y="2210"/>
                    <a:pt x="3612" y="2210"/>
                  </a:cubicBezTo>
                  <a:cubicBezTo>
                    <a:pt x="3690" y="2210"/>
                    <a:pt x="3768" y="2188"/>
                    <a:pt x="3836" y="2143"/>
                  </a:cubicBezTo>
                  <a:cubicBezTo>
                    <a:pt x="4392" y="1784"/>
                    <a:pt x="5004" y="1531"/>
                    <a:pt x="5648" y="1390"/>
                  </a:cubicBezTo>
                  <a:cubicBezTo>
                    <a:pt x="5842" y="1351"/>
                    <a:pt x="5979" y="1183"/>
                    <a:pt x="5979" y="986"/>
                  </a:cubicBezTo>
                  <a:lnTo>
                    <a:pt x="5979" y="416"/>
                  </a:lnTo>
                  <a:cubicBezTo>
                    <a:pt x="5979" y="409"/>
                    <a:pt x="5982" y="402"/>
                    <a:pt x="5989" y="402"/>
                  </a:cubicBezTo>
                  <a:close/>
                  <a:moveTo>
                    <a:pt x="5993" y="0"/>
                  </a:moveTo>
                  <a:cubicBezTo>
                    <a:pt x="5764" y="0"/>
                    <a:pt x="5578" y="183"/>
                    <a:pt x="5578" y="416"/>
                  </a:cubicBezTo>
                  <a:lnTo>
                    <a:pt x="5578" y="986"/>
                  </a:lnTo>
                  <a:cubicBezTo>
                    <a:pt x="5578" y="993"/>
                    <a:pt x="5571" y="996"/>
                    <a:pt x="5564" y="1000"/>
                  </a:cubicBezTo>
                  <a:cubicBezTo>
                    <a:pt x="4874" y="1147"/>
                    <a:pt x="4216" y="1422"/>
                    <a:pt x="3621" y="1802"/>
                  </a:cubicBezTo>
                  <a:cubicBezTo>
                    <a:pt x="3620" y="1804"/>
                    <a:pt x="3616" y="1804"/>
                    <a:pt x="3613" y="1804"/>
                  </a:cubicBezTo>
                  <a:cubicBezTo>
                    <a:pt x="3609" y="1804"/>
                    <a:pt x="3606" y="1804"/>
                    <a:pt x="3604" y="1802"/>
                  </a:cubicBezTo>
                  <a:lnTo>
                    <a:pt x="3203" y="1401"/>
                  </a:lnTo>
                  <a:cubicBezTo>
                    <a:pt x="3120" y="1320"/>
                    <a:pt x="3014" y="1279"/>
                    <a:pt x="2908" y="1279"/>
                  </a:cubicBezTo>
                  <a:cubicBezTo>
                    <a:pt x="2802" y="1279"/>
                    <a:pt x="2696" y="1320"/>
                    <a:pt x="2615" y="1401"/>
                  </a:cubicBezTo>
                  <a:lnTo>
                    <a:pt x="1401" y="2615"/>
                  </a:lnTo>
                  <a:cubicBezTo>
                    <a:pt x="1239" y="2776"/>
                    <a:pt x="1239" y="3037"/>
                    <a:pt x="1401" y="3199"/>
                  </a:cubicBezTo>
                  <a:lnTo>
                    <a:pt x="1802" y="3603"/>
                  </a:lnTo>
                  <a:cubicBezTo>
                    <a:pt x="1806" y="3610"/>
                    <a:pt x="1806" y="3617"/>
                    <a:pt x="1802" y="3621"/>
                  </a:cubicBezTo>
                  <a:cubicBezTo>
                    <a:pt x="1422" y="4216"/>
                    <a:pt x="1148" y="4873"/>
                    <a:pt x="1000" y="5563"/>
                  </a:cubicBezTo>
                  <a:cubicBezTo>
                    <a:pt x="1000" y="5570"/>
                    <a:pt x="993" y="5577"/>
                    <a:pt x="986" y="5577"/>
                  </a:cubicBezTo>
                  <a:lnTo>
                    <a:pt x="416" y="5577"/>
                  </a:lnTo>
                  <a:cubicBezTo>
                    <a:pt x="184" y="5577"/>
                    <a:pt x="1" y="5764"/>
                    <a:pt x="1" y="5992"/>
                  </a:cubicBezTo>
                  <a:lnTo>
                    <a:pt x="1" y="7706"/>
                  </a:lnTo>
                  <a:cubicBezTo>
                    <a:pt x="1" y="7938"/>
                    <a:pt x="184" y="8121"/>
                    <a:pt x="416" y="8121"/>
                  </a:cubicBezTo>
                  <a:lnTo>
                    <a:pt x="986" y="8121"/>
                  </a:lnTo>
                  <a:cubicBezTo>
                    <a:pt x="993" y="8121"/>
                    <a:pt x="997" y="8128"/>
                    <a:pt x="1000" y="8135"/>
                  </a:cubicBezTo>
                  <a:cubicBezTo>
                    <a:pt x="1148" y="8825"/>
                    <a:pt x="1422" y="9483"/>
                    <a:pt x="1802" y="10077"/>
                  </a:cubicBezTo>
                  <a:cubicBezTo>
                    <a:pt x="1806" y="10084"/>
                    <a:pt x="1806" y="10091"/>
                    <a:pt x="1802" y="10095"/>
                  </a:cubicBezTo>
                  <a:lnTo>
                    <a:pt x="1401" y="10499"/>
                  </a:lnTo>
                  <a:cubicBezTo>
                    <a:pt x="1239" y="10661"/>
                    <a:pt x="1239" y="10925"/>
                    <a:pt x="1401" y="11087"/>
                  </a:cubicBezTo>
                  <a:lnTo>
                    <a:pt x="2615" y="12297"/>
                  </a:lnTo>
                  <a:cubicBezTo>
                    <a:pt x="2696" y="12378"/>
                    <a:pt x="2802" y="12419"/>
                    <a:pt x="2907" y="12419"/>
                  </a:cubicBezTo>
                  <a:cubicBezTo>
                    <a:pt x="3013" y="12419"/>
                    <a:pt x="3118" y="12378"/>
                    <a:pt x="3199" y="12297"/>
                  </a:cubicBezTo>
                  <a:lnTo>
                    <a:pt x="3604" y="11896"/>
                  </a:lnTo>
                  <a:cubicBezTo>
                    <a:pt x="3606" y="11895"/>
                    <a:pt x="3608" y="11894"/>
                    <a:pt x="3611" y="11894"/>
                  </a:cubicBezTo>
                  <a:cubicBezTo>
                    <a:pt x="3614" y="11894"/>
                    <a:pt x="3618" y="11895"/>
                    <a:pt x="3621" y="11896"/>
                  </a:cubicBezTo>
                  <a:cubicBezTo>
                    <a:pt x="4216" y="12276"/>
                    <a:pt x="4874" y="12551"/>
                    <a:pt x="5564" y="12699"/>
                  </a:cubicBezTo>
                  <a:cubicBezTo>
                    <a:pt x="5571" y="12699"/>
                    <a:pt x="5578" y="12706"/>
                    <a:pt x="5578" y="12713"/>
                  </a:cubicBezTo>
                  <a:lnTo>
                    <a:pt x="5578" y="13283"/>
                  </a:lnTo>
                  <a:cubicBezTo>
                    <a:pt x="5578" y="13515"/>
                    <a:pt x="5764" y="13698"/>
                    <a:pt x="5993" y="13698"/>
                  </a:cubicBezTo>
                  <a:lnTo>
                    <a:pt x="7706" y="13698"/>
                  </a:lnTo>
                  <a:cubicBezTo>
                    <a:pt x="7935" y="13698"/>
                    <a:pt x="8122" y="13515"/>
                    <a:pt x="8122" y="13283"/>
                  </a:cubicBezTo>
                  <a:lnTo>
                    <a:pt x="8122" y="12713"/>
                  </a:lnTo>
                  <a:cubicBezTo>
                    <a:pt x="8122" y="12706"/>
                    <a:pt x="8129" y="12702"/>
                    <a:pt x="8136" y="12699"/>
                  </a:cubicBezTo>
                  <a:cubicBezTo>
                    <a:pt x="8825" y="12551"/>
                    <a:pt x="9483" y="12276"/>
                    <a:pt x="10078" y="11896"/>
                  </a:cubicBezTo>
                  <a:cubicBezTo>
                    <a:pt x="10081" y="11895"/>
                    <a:pt x="10085" y="11894"/>
                    <a:pt x="10088" y="11894"/>
                  </a:cubicBezTo>
                  <a:cubicBezTo>
                    <a:pt x="10091" y="11894"/>
                    <a:pt x="10094" y="11895"/>
                    <a:pt x="10095" y="11896"/>
                  </a:cubicBezTo>
                  <a:lnTo>
                    <a:pt x="10500" y="12297"/>
                  </a:lnTo>
                  <a:cubicBezTo>
                    <a:pt x="10581" y="12378"/>
                    <a:pt x="10687" y="12419"/>
                    <a:pt x="10793" y="12419"/>
                  </a:cubicBezTo>
                  <a:cubicBezTo>
                    <a:pt x="10898" y="12419"/>
                    <a:pt x="11005" y="12378"/>
                    <a:pt x="11088" y="12297"/>
                  </a:cubicBezTo>
                  <a:lnTo>
                    <a:pt x="12298" y="11087"/>
                  </a:lnTo>
                  <a:cubicBezTo>
                    <a:pt x="12460" y="10925"/>
                    <a:pt x="12460" y="10661"/>
                    <a:pt x="12298" y="10499"/>
                  </a:cubicBezTo>
                  <a:lnTo>
                    <a:pt x="11897" y="10095"/>
                  </a:lnTo>
                  <a:cubicBezTo>
                    <a:pt x="11893" y="10091"/>
                    <a:pt x="11893" y="10084"/>
                    <a:pt x="11897" y="10077"/>
                  </a:cubicBezTo>
                  <a:cubicBezTo>
                    <a:pt x="12277" y="9483"/>
                    <a:pt x="12551" y="8825"/>
                    <a:pt x="12703" y="8135"/>
                  </a:cubicBezTo>
                  <a:cubicBezTo>
                    <a:pt x="12703" y="8128"/>
                    <a:pt x="12706" y="8121"/>
                    <a:pt x="12713" y="8121"/>
                  </a:cubicBezTo>
                  <a:lnTo>
                    <a:pt x="13287" y="8121"/>
                  </a:lnTo>
                  <a:cubicBezTo>
                    <a:pt x="13515" y="8121"/>
                    <a:pt x="13698" y="7935"/>
                    <a:pt x="13702" y="7706"/>
                  </a:cubicBezTo>
                  <a:lnTo>
                    <a:pt x="13702" y="5989"/>
                  </a:lnTo>
                  <a:cubicBezTo>
                    <a:pt x="13698" y="5760"/>
                    <a:pt x="13512" y="5577"/>
                    <a:pt x="13283" y="5577"/>
                  </a:cubicBezTo>
                  <a:lnTo>
                    <a:pt x="12713" y="5577"/>
                  </a:lnTo>
                  <a:cubicBezTo>
                    <a:pt x="12706" y="5577"/>
                    <a:pt x="12699" y="5570"/>
                    <a:pt x="12699" y="5563"/>
                  </a:cubicBezTo>
                  <a:cubicBezTo>
                    <a:pt x="12548" y="4873"/>
                    <a:pt x="12277" y="4216"/>
                    <a:pt x="11893" y="3621"/>
                  </a:cubicBezTo>
                  <a:cubicBezTo>
                    <a:pt x="11890" y="3617"/>
                    <a:pt x="11890" y="3607"/>
                    <a:pt x="11893" y="3603"/>
                  </a:cubicBezTo>
                  <a:lnTo>
                    <a:pt x="12298" y="3199"/>
                  </a:lnTo>
                  <a:cubicBezTo>
                    <a:pt x="12460" y="3037"/>
                    <a:pt x="12460" y="2776"/>
                    <a:pt x="12298" y="2615"/>
                  </a:cubicBezTo>
                  <a:lnTo>
                    <a:pt x="11088" y="1401"/>
                  </a:lnTo>
                  <a:cubicBezTo>
                    <a:pt x="11005" y="1320"/>
                    <a:pt x="10898" y="1279"/>
                    <a:pt x="10793" y="1279"/>
                  </a:cubicBezTo>
                  <a:cubicBezTo>
                    <a:pt x="10687" y="1279"/>
                    <a:pt x="10581" y="1320"/>
                    <a:pt x="10500" y="1401"/>
                  </a:cubicBezTo>
                  <a:lnTo>
                    <a:pt x="10095" y="1802"/>
                  </a:lnTo>
                  <a:cubicBezTo>
                    <a:pt x="10094" y="1804"/>
                    <a:pt x="10091" y="1804"/>
                    <a:pt x="10088" y="1804"/>
                  </a:cubicBezTo>
                  <a:cubicBezTo>
                    <a:pt x="10085" y="1804"/>
                    <a:pt x="10081" y="1804"/>
                    <a:pt x="10078" y="1802"/>
                  </a:cubicBezTo>
                  <a:cubicBezTo>
                    <a:pt x="9483" y="1422"/>
                    <a:pt x="8825" y="1147"/>
                    <a:pt x="8136" y="1000"/>
                  </a:cubicBezTo>
                  <a:cubicBezTo>
                    <a:pt x="8129" y="1000"/>
                    <a:pt x="8122" y="993"/>
                    <a:pt x="8122" y="986"/>
                  </a:cubicBezTo>
                  <a:lnTo>
                    <a:pt x="8122" y="416"/>
                  </a:lnTo>
                  <a:cubicBezTo>
                    <a:pt x="8122" y="183"/>
                    <a:pt x="7939" y="0"/>
                    <a:pt x="7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6" name="Google Shape;21796;p91"/>
            <p:cNvSpPr/>
            <p:nvPr/>
          </p:nvSpPr>
          <p:spPr>
            <a:xfrm>
              <a:off x="1891376" y="1573838"/>
              <a:ext cx="196716" cy="183390"/>
            </a:xfrm>
            <a:custGeom>
              <a:rect b="b" l="l" r="r" t="t"/>
              <a:pathLst>
                <a:path extrusionOk="0" h="7046" w="7558">
                  <a:moveTo>
                    <a:pt x="4704" y="1"/>
                  </a:moveTo>
                  <a:cubicBezTo>
                    <a:pt x="3604" y="1"/>
                    <a:pt x="2509" y="423"/>
                    <a:pt x="1678" y="1254"/>
                  </a:cubicBezTo>
                  <a:cubicBezTo>
                    <a:pt x="130" y="2799"/>
                    <a:pt x="0" y="5265"/>
                    <a:pt x="1379" y="6968"/>
                  </a:cubicBezTo>
                  <a:cubicBezTo>
                    <a:pt x="1423" y="7023"/>
                    <a:pt x="1477" y="7045"/>
                    <a:pt x="1529" y="7045"/>
                  </a:cubicBezTo>
                  <a:cubicBezTo>
                    <a:pt x="1676" y="7045"/>
                    <a:pt x="1813" y="6868"/>
                    <a:pt x="1689" y="6715"/>
                  </a:cubicBezTo>
                  <a:cubicBezTo>
                    <a:pt x="1091" y="5972"/>
                    <a:pt x="785" y="5036"/>
                    <a:pt x="834" y="4086"/>
                  </a:cubicBezTo>
                  <a:cubicBezTo>
                    <a:pt x="904" y="2630"/>
                    <a:pt x="1791" y="1338"/>
                    <a:pt x="3121" y="740"/>
                  </a:cubicBezTo>
                  <a:cubicBezTo>
                    <a:pt x="3627" y="514"/>
                    <a:pt x="4165" y="404"/>
                    <a:pt x="4700" y="404"/>
                  </a:cubicBezTo>
                  <a:cubicBezTo>
                    <a:pt x="5573" y="404"/>
                    <a:pt x="6437" y="698"/>
                    <a:pt x="7139" y="1265"/>
                  </a:cubicBezTo>
                  <a:cubicBezTo>
                    <a:pt x="7181" y="1299"/>
                    <a:pt x="7225" y="1313"/>
                    <a:pt x="7267" y="1313"/>
                  </a:cubicBezTo>
                  <a:cubicBezTo>
                    <a:pt x="7431" y="1313"/>
                    <a:pt x="7558" y="1089"/>
                    <a:pt x="7392" y="955"/>
                  </a:cubicBezTo>
                  <a:cubicBezTo>
                    <a:pt x="6605" y="316"/>
                    <a:pt x="5653" y="1"/>
                    <a:pt x="4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7" name="Google Shape;21797;p91"/>
            <p:cNvSpPr/>
            <p:nvPr/>
          </p:nvSpPr>
          <p:spPr>
            <a:xfrm>
              <a:off x="1939423" y="1607387"/>
              <a:ext cx="192994" cy="189116"/>
            </a:xfrm>
            <a:custGeom>
              <a:rect b="b" l="l" r="r" t="t"/>
              <a:pathLst>
                <a:path extrusionOk="0" h="7266" w="7415">
                  <a:moveTo>
                    <a:pt x="4157" y="405"/>
                  </a:moveTo>
                  <a:lnTo>
                    <a:pt x="4157" y="1235"/>
                  </a:lnTo>
                  <a:cubicBezTo>
                    <a:pt x="4157" y="1372"/>
                    <a:pt x="4125" y="1506"/>
                    <a:pt x="4065" y="1626"/>
                  </a:cubicBezTo>
                  <a:lnTo>
                    <a:pt x="3963" y="1830"/>
                  </a:lnTo>
                  <a:cubicBezTo>
                    <a:pt x="3949" y="1854"/>
                    <a:pt x="3942" y="1886"/>
                    <a:pt x="3942" y="1918"/>
                  </a:cubicBezTo>
                  <a:lnTo>
                    <a:pt x="3942" y="2343"/>
                  </a:lnTo>
                  <a:cubicBezTo>
                    <a:pt x="3942" y="2948"/>
                    <a:pt x="3453" y="3431"/>
                    <a:pt x="2855" y="3431"/>
                  </a:cubicBezTo>
                  <a:cubicBezTo>
                    <a:pt x="2845" y="3431"/>
                    <a:pt x="2834" y="3431"/>
                    <a:pt x="2823" y="3431"/>
                  </a:cubicBezTo>
                  <a:cubicBezTo>
                    <a:pt x="2243" y="3413"/>
                    <a:pt x="1771" y="2903"/>
                    <a:pt x="1771" y="2291"/>
                  </a:cubicBezTo>
                  <a:lnTo>
                    <a:pt x="1771" y="1918"/>
                  </a:lnTo>
                  <a:cubicBezTo>
                    <a:pt x="1771" y="1886"/>
                    <a:pt x="1764" y="1854"/>
                    <a:pt x="1750" y="1830"/>
                  </a:cubicBezTo>
                  <a:lnTo>
                    <a:pt x="1627" y="1580"/>
                  </a:lnTo>
                  <a:cubicBezTo>
                    <a:pt x="1581" y="1488"/>
                    <a:pt x="1557" y="1390"/>
                    <a:pt x="1557" y="1288"/>
                  </a:cubicBezTo>
                  <a:lnTo>
                    <a:pt x="1557" y="1274"/>
                  </a:lnTo>
                  <a:cubicBezTo>
                    <a:pt x="1557" y="795"/>
                    <a:pt x="1947" y="405"/>
                    <a:pt x="2429" y="405"/>
                  </a:cubicBezTo>
                  <a:close/>
                  <a:moveTo>
                    <a:pt x="2412" y="3758"/>
                  </a:moveTo>
                  <a:cubicBezTo>
                    <a:pt x="2542" y="3804"/>
                    <a:pt x="2675" y="3828"/>
                    <a:pt x="2813" y="3835"/>
                  </a:cubicBezTo>
                  <a:lnTo>
                    <a:pt x="2813" y="3832"/>
                  </a:lnTo>
                  <a:lnTo>
                    <a:pt x="2855" y="3832"/>
                  </a:lnTo>
                  <a:cubicBezTo>
                    <a:pt x="3006" y="3832"/>
                    <a:pt x="3154" y="3807"/>
                    <a:pt x="3298" y="3765"/>
                  </a:cubicBezTo>
                  <a:cubicBezTo>
                    <a:pt x="3302" y="3825"/>
                    <a:pt x="3312" y="3885"/>
                    <a:pt x="3333" y="3941"/>
                  </a:cubicBezTo>
                  <a:lnTo>
                    <a:pt x="3168" y="4103"/>
                  </a:lnTo>
                  <a:cubicBezTo>
                    <a:pt x="3082" y="4191"/>
                    <a:pt x="2968" y="4235"/>
                    <a:pt x="2855" y="4235"/>
                  </a:cubicBezTo>
                  <a:cubicBezTo>
                    <a:pt x="2741" y="4235"/>
                    <a:pt x="2628" y="4191"/>
                    <a:pt x="2542" y="4103"/>
                  </a:cubicBezTo>
                  <a:lnTo>
                    <a:pt x="2376" y="3941"/>
                  </a:lnTo>
                  <a:cubicBezTo>
                    <a:pt x="2397" y="3881"/>
                    <a:pt x="2408" y="3821"/>
                    <a:pt x="2412" y="3758"/>
                  </a:cubicBezTo>
                  <a:close/>
                  <a:moveTo>
                    <a:pt x="3583" y="4265"/>
                  </a:moveTo>
                  <a:cubicBezTo>
                    <a:pt x="3636" y="4300"/>
                    <a:pt x="3696" y="4328"/>
                    <a:pt x="3756" y="4345"/>
                  </a:cubicBezTo>
                  <a:lnTo>
                    <a:pt x="4480" y="4553"/>
                  </a:lnTo>
                  <a:cubicBezTo>
                    <a:pt x="4670" y="4606"/>
                    <a:pt x="4801" y="4778"/>
                    <a:pt x="4801" y="4979"/>
                  </a:cubicBezTo>
                  <a:lnTo>
                    <a:pt x="4801" y="6340"/>
                  </a:lnTo>
                  <a:cubicBezTo>
                    <a:pt x="4653" y="6425"/>
                    <a:pt x="4501" y="6502"/>
                    <a:pt x="4343" y="6566"/>
                  </a:cubicBezTo>
                  <a:lnTo>
                    <a:pt x="4343" y="5348"/>
                  </a:lnTo>
                  <a:cubicBezTo>
                    <a:pt x="4343" y="5215"/>
                    <a:pt x="4243" y="5148"/>
                    <a:pt x="4143" y="5148"/>
                  </a:cubicBezTo>
                  <a:cubicBezTo>
                    <a:pt x="4042" y="5148"/>
                    <a:pt x="3942" y="5215"/>
                    <a:pt x="3942" y="5348"/>
                  </a:cubicBezTo>
                  <a:lnTo>
                    <a:pt x="3942" y="6710"/>
                  </a:lnTo>
                  <a:cubicBezTo>
                    <a:pt x="3654" y="6794"/>
                    <a:pt x="3351" y="6844"/>
                    <a:pt x="3052" y="6858"/>
                  </a:cubicBezTo>
                  <a:lnTo>
                    <a:pt x="3048" y="6858"/>
                  </a:lnTo>
                  <a:cubicBezTo>
                    <a:pt x="2985" y="6861"/>
                    <a:pt x="2922" y="6861"/>
                    <a:pt x="2855" y="6861"/>
                  </a:cubicBezTo>
                  <a:cubicBezTo>
                    <a:pt x="2489" y="6861"/>
                    <a:pt x="2123" y="6808"/>
                    <a:pt x="1771" y="6706"/>
                  </a:cubicBezTo>
                  <a:lnTo>
                    <a:pt x="1771" y="5348"/>
                  </a:lnTo>
                  <a:cubicBezTo>
                    <a:pt x="1771" y="5215"/>
                    <a:pt x="1671" y="5148"/>
                    <a:pt x="1571" y="5148"/>
                  </a:cubicBezTo>
                  <a:cubicBezTo>
                    <a:pt x="1470" y="5148"/>
                    <a:pt x="1370" y="5215"/>
                    <a:pt x="1370" y="5348"/>
                  </a:cubicBezTo>
                  <a:lnTo>
                    <a:pt x="1370" y="6566"/>
                  </a:lnTo>
                  <a:cubicBezTo>
                    <a:pt x="1212" y="6502"/>
                    <a:pt x="1060" y="6425"/>
                    <a:pt x="913" y="6340"/>
                  </a:cubicBezTo>
                  <a:lnTo>
                    <a:pt x="913" y="4979"/>
                  </a:lnTo>
                  <a:cubicBezTo>
                    <a:pt x="913" y="4778"/>
                    <a:pt x="1043" y="4606"/>
                    <a:pt x="1233" y="4553"/>
                  </a:cubicBezTo>
                  <a:lnTo>
                    <a:pt x="1958" y="4345"/>
                  </a:lnTo>
                  <a:cubicBezTo>
                    <a:pt x="2017" y="4328"/>
                    <a:pt x="2077" y="4300"/>
                    <a:pt x="2130" y="4265"/>
                  </a:cubicBezTo>
                  <a:lnTo>
                    <a:pt x="2260" y="4395"/>
                  </a:lnTo>
                  <a:cubicBezTo>
                    <a:pt x="2426" y="4558"/>
                    <a:pt x="2641" y="4640"/>
                    <a:pt x="2857" y="4640"/>
                  </a:cubicBezTo>
                  <a:cubicBezTo>
                    <a:pt x="3072" y="4640"/>
                    <a:pt x="3288" y="4558"/>
                    <a:pt x="3453" y="4395"/>
                  </a:cubicBezTo>
                  <a:lnTo>
                    <a:pt x="3583" y="4265"/>
                  </a:lnTo>
                  <a:close/>
                  <a:moveTo>
                    <a:pt x="2429" y="0"/>
                  </a:moveTo>
                  <a:cubicBezTo>
                    <a:pt x="1725" y="4"/>
                    <a:pt x="1155" y="570"/>
                    <a:pt x="1155" y="1274"/>
                  </a:cubicBezTo>
                  <a:lnTo>
                    <a:pt x="1155" y="1284"/>
                  </a:lnTo>
                  <a:cubicBezTo>
                    <a:pt x="1155" y="1450"/>
                    <a:pt x="1194" y="1612"/>
                    <a:pt x="1268" y="1759"/>
                  </a:cubicBezTo>
                  <a:lnTo>
                    <a:pt x="1370" y="1963"/>
                  </a:lnTo>
                  <a:lnTo>
                    <a:pt x="1370" y="2291"/>
                  </a:lnTo>
                  <a:cubicBezTo>
                    <a:pt x="1370" y="2790"/>
                    <a:pt x="1609" y="3262"/>
                    <a:pt x="2014" y="3557"/>
                  </a:cubicBezTo>
                  <a:lnTo>
                    <a:pt x="2014" y="3737"/>
                  </a:lnTo>
                  <a:cubicBezTo>
                    <a:pt x="2014" y="3839"/>
                    <a:pt x="1947" y="3930"/>
                    <a:pt x="1849" y="3958"/>
                  </a:cubicBezTo>
                  <a:lnTo>
                    <a:pt x="1124" y="4166"/>
                  </a:lnTo>
                  <a:cubicBezTo>
                    <a:pt x="761" y="4268"/>
                    <a:pt x="512" y="4599"/>
                    <a:pt x="512" y="4979"/>
                  </a:cubicBezTo>
                  <a:lnTo>
                    <a:pt x="512" y="6073"/>
                  </a:lnTo>
                  <a:cubicBezTo>
                    <a:pt x="480" y="6052"/>
                    <a:pt x="452" y="6027"/>
                    <a:pt x="420" y="6003"/>
                  </a:cubicBezTo>
                  <a:cubicBezTo>
                    <a:pt x="378" y="5969"/>
                    <a:pt x="335" y="5954"/>
                    <a:pt x="293" y="5954"/>
                  </a:cubicBezTo>
                  <a:cubicBezTo>
                    <a:pt x="129" y="5954"/>
                    <a:pt x="1" y="6181"/>
                    <a:pt x="167" y="6316"/>
                  </a:cubicBezTo>
                  <a:cubicBezTo>
                    <a:pt x="930" y="6932"/>
                    <a:pt x="1877" y="7266"/>
                    <a:pt x="2855" y="7266"/>
                  </a:cubicBezTo>
                  <a:cubicBezTo>
                    <a:pt x="2925" y="7266"/>
                    <a:pt x="2996" y="7262"/>
                    <a:pt x="3069" y="7259"/>
                  </a:cubicBezTo>
                  <a:cubicBezTo>
                    <a:pt x="4674" y="7178"/>
                    <a:pt x="6102" y="6203"/>
                    <a:pt x="6760" y="4736"/>
                  </a:cubicBezTo>
                  <a:cubicBezTo>
                    <a:pt x="7415" y="3265"/>
                    <a:pt x="7193" y="1552"/>
                    <a:pt x="6180" y="299"/>
                  </a:cubicBezTo>
                  <a:cubicBezTo>
                    <a:pt x="6142" y="251"/>
                    <a:pt x="6085" y="226"/>
                    <a:pt x="6026" y="226"/>
                  </a:cubicBezTo>
                  <a:cubicBezTo>
                    <a:pt x="5982" y="226"/>
                    <a:pt x="5936" y="241"/>
                    <a:pt x="5898" y="271"/>
                  </a:cubicBezTo>
                  <a:cubicBezTo>
                    <a:pt x="5814" y="341"/>
                    <a:pt x="5800" y="468"/>
                    <a:pt x="5870" y="553"/>
                  </a:cubicBezTo>
                  <a:cubicBezTo>
                    <a:pt x="7242" y="2252"/>
                    <a:pt x="6940" y="4750"/>
                    <a:pt x="5202" y="6073"/>
                  </a:cubicBezTo>
                  <a:lnTo>
                    <a:pt x="5202" y="4979"/>
                  </a:lnTo>
                  <a:cubicBezTo>
                    <a:pt x="5202" y="4599"/>
                    <a:pt x="4952" y="4268"/>
                    <a:pt x="4589" y="4166"/>
                  </a:cubicBezTo>
                  <a:lnTo>
                    <a:pt x="3865" y="3958"/>
                  </a:lnTo>
                  <a:cubicBezTo>
                    <a:pt x="3770" y="3930"/>
                    <a:pt x="3699" y="3839"/>
                    <a:pt x="3699" y="3737"/>
                  </a:cubicBezTo>
                  <a:lnTo>
                    <a:pt x="3699" y="3571"/>
                  </a:lnTo>
                  <a:cubicBezTo>
                    <a:pt x="3770" y="3522"/>
                    <a:pt x="3833" y="3469"/>
                    <a:pt x="3893" y="3413"/>
                  </a:cubicBezTo>
                  <a:cubicBezTo>
                    <a:pt x="4181" y="3132"/>
                    <a:pt x="4347" y="2748"/>
                    <a:pt x="4343" y="2343"/>
                  </a:cubicBezTo>
                  <a:lnTo>
                    <a:pt x="4343" y="1963"/>
                  </a:lnTo>
                  <a:lnTo>
                    <a:pt x="4424" y="1805"/>
                  </a:lnTo>
                  <a:cubicBezTo>
                    <a:pt x="4512" y="1629"/>
                    <a:pt x="4558" y="1432"/>
                    <a:pt x="4558" y="1235"/>
                  </a:cubicBezTo>
                  <a:lnTo>
                    <a:pt x="4558" y="201"/>
                  </a:lnTo>
                  <a:cubicBezTo>
                    <a:pt x="4558" y="92"/>
                    <a:pt x="4470" y="0"/>
                    <a:pt x="4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8" name="Google Shape;21798;p91"/>
            <p:cNvSpPr/>
            <p:nvPr/>
          </p:nvSpPr>
          <p:spPr>
            <a:xfrm>
              <a:off x="1990098" y="1635315"/>
              <a:ext cx="48151" cy="16111"/>
            </a:xfrm>
            <a:custGeom>
              <a:rect b="b" l="l" r="r" t="t"/>
              <a:pathLst>
                <a:path extrusionOk="0" h="619" w="1850">
                  <a:moveTo>
                    <a:pt x="267" y="0"/>
                  </a:moveTo>
                  <a:cubicBezTo>
                    <a:pt x="0" y="0"/>
                    <a:pt x="0" y="401"/>
                    <a:pt x="267" y="401"/>
                  </a:cubicBezTo>
                  <a:cubicBezTo>
                    <a:pt x="493" y="401"/>
                    <a:pt x="1147" y="437"/>
                    <a:pt x="1464" y="595"/>
                  </a:cubicBezTo>
                  <a:cubicBezTo>
                    <a:pt x="1497" y="612"/>
                    <a:pt x="1529" y="619"/>
                    <a:pt x="1560" y="619"/>
                  </a:cubicBezTo>
                  <a:cubicBezTo>
                    <a:pt x="1745" y="619"/>
                    <a:pt x="1849" y="339"/>
                    <a:pt x="1643" y="236"/>
                  </a:cubicBezTo>
                  <a:cubicBezTo>
                    <a:pt x="1179" y="4"/>
                    <a:pt x="30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99" name="Google Shape;21799;p91"/>
          <p:cNvGrpSpPr/>
          <p:nvPr/>
        </p:nvGrpSpPr>
        <p:grpSpPr>
          <a:xfrm>
            <a:off x="4187027" y="1499946"/>
            <a:ext cx="375941" cy="363500"/>
            <a:chOff x="4187027" y="1499946"/>
            <a:chExt cx="375941" cy="363500"/>
          </a:xfrm>
        </p:grpSpPr>
        <p:sp>
          <p:nvSpPr>
            <p:cNvPr id="21800" name="Google Shape;21800;p91"/>
            <p:cNvSpPr/>
            <p:nvPr/>
          </p:nvSpPr>
          <p:spPr>
            <a:xfrm>
              <a:off x="4187027" y="1505281"/>
              <a:ext cx="375941" cy="352855"/>
            </a:xfrm>
            <a:custGeom>
              <a:rect b="b" l="l" r="r" t="t"/>
              <a:pathLst>
                <a:path extrusionOk="0" h="13557" w="14444">
                  <a:moveTo>
                    <a:pt x="7220" y="0"/>
                  </a:moveTo>
                  <a:cubicBezTo>
                    <a:pt x="7220" y="0"/>
                    <a:pt x="3955" y="1963"/>
                    <a:pt x="1443" y="1963"/>
                  </a:cubicBezTo>
                  <a:cubicBezTo>
                    <a:pt x="1443" y="1963"/>
                    <a:pt x="0" y="11154"/>
                    <a:pt x="7220" y="13557"/>
                  </a:cubicBezTo>
                  <a:cubicBezTo>
                    <a:pt x="14444" y="11157"/>
                    <a:pt x="13001" y="1963"/>
                    <a:pt x="13001" y="1963"/>
                  </a:cubicBezTo>
                  <a:cubicBezTo>
                    <a:pt x="10486" y="1963"/>
                    <a:pt x="7220" y="0"/>
                    <a:pt x="722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1" name="Google Shape;21801;p91"/>
            <p:cNvSpPr/>
            <p:nvPr/>
          </p:nvSpPr>
          <p:spPr>
            <a:xfrm>
              <a:off x="4367893" y="1555644"/>
              <a:ext cx="195076" cy="302492"/>
            </a:xfrm>
            <a:custGeom>
              <a:rect b="b" l="l" r="r" t="t"/>
              <a:pathLst>
                <a:path extrusionOk="0" h="11622" w="7495">
                  <a:moveTo>
                    <a:pt x="5500" y="0"/>
                  </a:moveTo>
                  <a:cubicBezTo>
                    <a:pt x="5500" y="7"/>
                    <a:pt x="5503" y="18"/>
                    <a:pt x="5503" y="28"/>
                  </a:cubicBezTo>
                  <a:cubicBezTo>
                    <a:pt x="5503" y="28"/>
                    <a:pt x="6911" y="8986"/>
                    <a:pt x="0" y="11527"/>
                  </a:cubicBezTo>
                  <a:cubicBezTo>
                    <a:pt x="88" y="11558"/>
                    <a:pt x="180" y="11590"/>
                    <a:pt x="271" y="11622"/>
                  </a:cubicBezTo>
                  <a:cubicBezTo>
                    <a:pt x="7495" y="9219"/>
                    <a:pt x="6049" y="28"/>
                    <a:pt x="6049" y="28"/>
                  </a:cubicBezTo>
                  <a:cubicBezTo>
                    <a:pt x="5869" y="28"/>
                    <a:pt x="5686" y="18"/>
                    <a:pt x="55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2" name="Google Shape;21802;p91"/>
            <p:cNvSpPr/>
            <p:nvPr/>
          </p:nvSpPr>
          <p:spPr>
            <a:xfrm>
              <a:off x="4224845" y="1540080"/>
              <a:ext cx="300305" cy="281800"/>
            </a:xfrm>
            <a:custGeom>
              <a:rect b="b" l="l" r="r" t="t"/>
              <a:pathLst>
                <a:path extrusionOk="0" h="10827" w="11538">
                  <a:moveTo>
                    <a:pt x="5767" y="0"/>
                  </a:moveTo>
                  <a:cubicBezTo>
                    <a:pt x="5767" y="0"/>
                    <a:pt x="3160" y="1566"/>
                    <a:pt x="1155" y="1566"/>
                  </a:cubicBezTo>
                  <a:cubicBezTo>
                    <a:pt x="1155" y="1566"/>
                    <a:pt x="1" y="8909"/>
                    <a:pt x="5767" y="10826"/>
                  </a:cubicBezTo>
                  <a:cubicBezTo>
                    <a:pt x="11538" y="8909"/>
                    <a:pt x="10384" y="1566"/>
                    <a:pt x="10384" y="1566"/>
                  </a:cubicBezTo>
                  <a:cubicBezTo>
                    <a:pt x="8375" y="1566"/>
                    <a:pt x="5767" y="0"/>
                    <a:pt x="576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3" name="Google Shape;21803;p91"/>
            <p:cNvSpPr/>
            <p:nvPr/>
          </p:nvSpPr>
          <p:spPr>
            <a:xfrm>
              <a:off x="4367893" y="1579902"/>
              <a:ext cx="157258" cy="241978"/>
            </a:xfrm>
            <a:custGeom>
              <a:rect b="b" l="l" r="r" t="t"/>
              <a:pathLst>
                <a:path extrusionOk="0" h="9297" w="6042">
                  <a:moveTo>
                    <a:pt x="4328" y="1"/>
                  </a:moveTo>
                  <a:lnTo>
                    <a:pt x="4328" y="1"/>
                  </a:lnTo>
                  <a:cubicBezTo>
                    <a:pt x="4332" y="11"/>
                    <a:pt x="4339" y="25"/>
                    <a:pt x="4342" y="36"/>
                  </a:cubicBezTo>
                  <a:cubicBezTo>
                    <a:pt x="4342" y="36"/>
                    <a:pt x="5458" y="7143"/>
                    <a:pt x="0" y="9198"/>
                  </a:cubicBezTo>
                  <a:cubicBezTo>
                    <a:pt x="88" y="9233"/>
                    <a:pt x="176" y="9265"/>
                    <a:pt x="271" y="9296"/>
                  </a:cubicBezTo>
                  <a:cubicBezTo>
                    <a:pt x="6042" y="7379"/>
                    <a:pt x="4888" y="36"/>
                    <a:pt x="4888" y="36"/>
                  </a:cubicBezTo>
                  <a:cubicBezTo>
                    <a:pt x="4701" y="36"/>
                    <a:pt x="4515" y="22"/>
                    <a:pt x="432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4" name="Google Shape;21804;p91"/>
            <p:cNvSpPr/>
            <p:nvPr/>
          </p:nvSpPr>
          <p:spPr>
            <a:xfrm>
              <a:off x="4346836" y="1591614"/>
              <a:ext cx="56350" cy="80529"/>
            </a:xfrm>
            <a:custGeom>
              <a:rect b="b" l="l" r="r" t="t"/>
              <a:pathLst>
                <a:path extrusionOk="0" h="3094" w="2165">
                  <a:moveTo>
                    <a:pt x="1080" y="1"/>
                  </a:moveTo>
                  <a:cubicBezTo>
                    <a:pt x="486" y="1"/>
                    <a:pt x="0" y="487"/>
                    <a:pt x="0" y="1081"/>
                  </a:cubicBezTo>
                  <a:lnTo>
                    <a:pt x="0" y="2014"/>
                  </a:lnTo>
                  <a:cubicBezTo>
                    <a:pt x="0" y="2608"/>
                    <a:pt x="486" y="3094"/>
                    <a:pt x="1080" y="3094"/>
                  </a:cubicBezTo>
                  <a:cubicBezTo>
                    <a:pt x="1679" y="3094"/>
                    <a:pt x="2161" y="2608"/>
                    <a:pt x="2164" y="2014"/>
                  </a:cubicBezTo>
                  <a:lnTo>
                    <a:pt x="2164" y="1081"/>
                  </a:lnTo>
                  <a:cubicBezTo>
                    <a:pt x="2161" y="487"/>
                    <a:pt x="1679" y="1"/>
                    <a:pt x="108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5" name="Google Shape;21805;p91"/>
            <p:cNvSpPr/>
            <p:nvPr/>
          </p:nvSpPr>
          <p:spPr>
            <a:xfrm>
              <a:off x="4367893" y="1591614"/>
              <a:ext cx="35293" cy="80529"/>
            </a:xfrm>
            <a:custGeom>
              <a:rect b="b" l="l" r="r" t="t"/>
              <a:pathLst>
                <a:path extrusionOk="0" h="3094" w="1356">
                  <a:moveTo>
                    <a:pt x="271" y="1"/>
                  </a:moveTo>
                  <a:cubicBezTo>
                    <a:pt x="180" y="1"/>
                    <a:pt x="88" y="12"/>
                    <a:pt x="0" y="36"/>
                  </a:cubicBezTo>
                  <a:cubicBezTo>
                    <a:pt x="475" y="163"/>
                    <a:pt x="806" y="592"/>
                    <a:pt x="806" y="1081"/>
                  </a:cubicBezTo>
                  <a:lnTo>
                    <a:pt x="806" y="2014"/>
                  </a:lnTo>
                  <a:cubicBezTo>
                    <a:pt x="806" y="2503"/>
                    <a:pt x="475" y="2932"/>
                    <a:pt x="0" y="3059"/>
                  </a:cubicBezTo>
                  <a:cubicBezTo>
                    <a:pt x="88" y="3083"/>
                    <a:pt x="180" y="3094"/>
                    <a:pt x="271" y="3094"/>
                  </a:cubicBezTo>
                  <a:cubicBezTo>
                    <a:pt x="870" y="3094"/>
                    <a:pt x="1352" y="2608"/>
                    <a:pt x="1355" y="2014"/>
                  </a:cubicBezTo>
                  <a:lnTo>
                    <a:pt x="1355" y="1081"/>
                  </a:lnTo>
                  <a:cubicBezTo>
                    <a:pt x="1352" y="487"/>
                    <a:pt x="870" y="1"/>
                    <a:pt x="27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6" name="Google Shape;21806;p91"/>
            <p:cNvSpPr/>
            <p:nvPr/>
          </p:nvSpPr>
          <p:spPr>
            <a:xfrm>
              <a:off x="4316072" y="1672117"/>
              <a:ext cx="117774" cy="75844"/>
            </a:xfrm>
            <a:custGeom>
              <a:rect b="b" l="l" r="r" t="t"/>
              <a:pathLst>
                <a:path extrusionOk="0" h="2914" w="4525">
                  <a:moveTo>
                    <a:pt x="2262" y="1"/>
                  </a:moveTo>
                  <a:cubicBezTo>
                    <a:pt x="1070" y="15"/>
                    <a:pt x="0" y="993"/>
                    <a:pt x="0" y="2189"/>
                  </a:cubicBezTo>
                  <a:lnTo>
                    <a:pt x="0" y="2914"/>
                  </a:lnTo>
                  <a:lnTo>
                    <a:pt x="4525" y="2914"/>
                  </a:lnTo>
                  <a:lnTo>
                    <a:pt x="4525" y="2189"/>
                  </a:lnTo>
                  <a:cubicBezTo>
                    <a:pt x="4525" y="993"/>
                    <a:pt x="3459" y="15"/>
                    <a:pt x="2262"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7" name="Google Shape;21807;p91"/>
            <p:cNvSpPr/>
            <p:nvPr/>
          </p:nvSpPr>
          <p:spPr>
            <a:xfrm>
              <a:off x="4367893" y="1672117"/>
              <a:ext cx="65954" cy="75844"/>
            </a:xfrm>
            <a:custGeom>
              <a:rect b="b" l="l" r="r" t="t"/>
              <a:pathLst>
                <a:path extrusionOk="0" h="2914" w="2534">
                  <a:moveTo>
                    <a:pt x="271" y="1"/>
                  </a:moveTo>
                  <a:cubicBezTo>
                    <a:pt x="180" y="1"/>
                    <a:pt x="88" y="8"/>
                    <a:pt x="0" y="22"/>
                  </a:cubicBezTo>
                  <a:cubicBezTo>
                    <a:pt x="1077" y="170"/>
                    <a:pt x="1988" y="1084"/>
                    <a:pt x="1988" y="2189"/>
                  </a:cubicBezTo>
                  <a:lnTo>
                    <a:pt x="1988" y="2914"/>
                  </a:lnTo>
                  <a:lnTo>
                    <a:pt x="2534" y="2914"/>
                  </a:lnTo>
                  <a:lnTo>
                    <a:pt x="2534" y="2189"/>
                  </a:lnTo>
                  <a:cubicBezTo>
                    <a:pt x="2534" y="996"/>
                    <a:pt x="1468" y="15"/>
                    <a:pt x="27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8" name="Google Shape;21808;p91"/>
            <p:cNvSpPr/>
            <p:nvPr/>
          </p:nvSpPr>
          <p:spPr>
            <a:xfrm>
              <a:off x="4360657" y="1672117"/>
              <a:ext cx="28604" cy="16710"/>
            </a:xfrm>
            <a:custGeom>
              <a:rect b="b" l="l" r="r" t="t"/>
              <a:pathLst>
                <a:path extrusionOk="0" h="642" w="1099">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9" name="Google Shape;21809;p91"/>
            <p:cNvSpPr/>
            <p:nvPr/>
          </p:nvSpPr>
          <p:spPr>
            <a:xfrm>
              <a:off x="4360657" y="1672117"/>
              <a:ext cx="28604" cy="16710"/>
            </a:xfrm>
            <a:custGeom>
              <a:rect b="b" l="l" r="r" t="t"/>
              <a:pathLst>
                <a:path extrusionOk="0" h="642" w="1099">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0" name="Google Shape;21810;p91"/>
            <p:cNvSpPr/>
            <p:nvPr/>
          </p:nvSpPr>
          <p:spPr>
            <a:xfrm>
              <a:off x="4371016" y="1672300"/>
              <a:ext cx="18245" cy="16527"/>
            </a:xfrm>
            <a:custGeom>
              <a:rect b="b" l="l" r="r" t="t"/>
              <a:pathLst>
                <a:path extrusionOk="0" h="635" w="701">
                  <a:moveTo>
                    <a:pt x="317" y="1"/>
                  </a:moveTo>
                  <a:lnTo>
                    <a:pt x="0" y="634"/>
                  </a:lnTo>
                  <a:lnTo>
                    <a:pt x="408" y="634"/>
                  </a:lnTo>
                  <a:lnTo>
                    <a:pt x="700" y="68"/>
                  </a:lnTo>
                  <a:cubicBezTo>
                    <a:pt x="574" y="36"/>
                    <a:pt x="443" y="11"/>
                    <a:pt x="31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1" name="Google Shape;21811;p91"/>
            <p:cNvSpPr/>
            <p:nvPr/>
          </p:nvSpPr>
          <p:spPr>
            <a:xfrm>
              <a:off x="4360371" y="1688801"/>
              <a:ext cx="29255" cy="47370"/>
            </a:xfrm>
            <a:custGeom>
              <a:rect b="b" l="l" r="r" t="t"/>
              <a:pathLst>
                <a:path extrusionOk="0" h="1820" w="1124">
                  <a:moveTo>
                    <a:pt x="300" y="0"/>
                  </a:moveTo>
                  <a:lnTo>
                    <a:pt x="1" y="1305"/>
                  </a:lnTo>
                  <a:lnTo>
                    <a:pt x="560" y="1819"/>
                  </a:lnTo>
                  <a:lnTo>
                    <a:pt x="1123" y="1305"/>
                  </a:lnTo>
                  <a:lnTo>
                    <a:pt x="821"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2" name="Google Shape;21812;p91"/>
            <p:cNvSpPr/>
            <p:nvPr/>
          </p:nvSpPr>
          <p:spPr>
            <a:xfrm>
              <a:off x="4369636" y="1688801"/>
              <a:ext cx="19989" cy="47370"/>
            </a:xfrm>
            <a:custGeom>
              <a:rect b="b" l="l" r="r" t="t"/>
              <a:pathLst>
                <a:path extrusionOk="0" h="1820" w="768">
                  <a:moveTo>
                    <a:pt x="57" y="0"/>
                  </a:moveTo>
                  <a:lnTo>
                    <a:pt x="356" y="1305"/>
                  </a:lnTo>
                  <a:lnTo>
                    <a:pt x="0" y="1633"/>
                  </a:lnTo>
                  <a:lnTo>
                    <a:pt x="204" y="1819"/>
                  </a:lnTo>
                  <a:lnTo>
                    <a:pt x="767" y="1305"/>
                  </a:lnTo>
                  <a:lnTo>
                    <a:pt x="465"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3" name="Google Shape;21813;p91"/>
            <p:cNvSpPr/>
            <p:nvPr/>
          </p:nvSpPr>
          <p:spPr>
            <a:xfrm>
              <a:off x="4310736" y="1586955"/>
              <a:ext cx="128524" cy="166342"/>
            </a:xfrm>
            <a:custGeom>
              <a:rect b="b" l="l" r="r" t="t"/>
              <a:pathLst>
                <a:path extrusionOk="0" h="6391" w="4938">
                  <a:moveTo>
                    <a:pt x="2675" y="1088"/>
                  </a:moveTo>
                  <a:cubicBezTo>
                    <a:pt x="2675" y="1088"/>
                    <a:pt x="2865" y="1584"/>
                    <a:pt x="3343" y="1703"/>
                  </a:cubicBezTo>
                  <a:lnTo>
                    <a:pt x="3343" y="2193"/>
                  </a:lnTo>
                  <a:cubicBezTo>
                    <a:pt x="3343" y="2660"/>
                    <a:pt x="2974" y="3048"/>
                    <a:pt x="2506" y="3069"/>
                  </a:cubicBezTo>
                  <a:lnTo>
                    <a:pt x="2432" y="3069"/>
                  </a:lnTo>
                  <a:cubicBezTo>
                    <a:pt x="1961" y="3048"/>
                    <a:pt x="1595" y="2660"/>
                    <a:pt x="1591" y="2193"/>
                  </a:cubicBezTo>
                  <a:lnTo>
                    <a:pt x="1591" y="1718"/>
                  </a:lnTo>
                  <a:cubicBezTo>
                    <a:pt x="2383" y="1633"/>
                    <a:pt x="2675" y="1088"/>
                    <a:pt x="2675" y="1088"/>
                  </a:cubicBezTo>
                  <a:close/>
                  <a:moveTo>
                    <a:pt x="2496" y="3477"/>
                  </a:moveTo>
                  <a:lnTo>
                    <a:pt x="2559" y="3480"/>
                  </a:lnTo>
                  <a:lnTo>
                    <a:pt x="2573" y="3480"/>
                  </a:lnTo>
                  <a:cubicBezTo>
                    <a:pt x="2605" y="3480"/>
                    <a:pt x="2633" y="3487"/>
                    <a:pt x="2664" y="3491"/>
                  </a:cubicBezTo>
                  <a:lnTo>
                    <a:pt x="2714" y="3494"/>
                  </a:lnTo>
                  <a:lnTo>
                    <a:pt x="2605" y="3709"/>
                  </a:lnTo>
                  <a:lnTo>
                    <a:pt x="2334" y="3709"/>
                  </a:lnTo>
                  <a:lnTo>
                    <a:pt x="2225" y="3494"/>
                  </a:lnTo>
                  <a:lnTo>
                    <a:pt x="2270" y="3491"/>
                  </a:lnTo>
                  <a:cubicBezTo>
                    <a:pt x="2302" y="3487"/>
                    <a:pt x="2334" y="3484"/>
                    <a:pt x="2365" y="3480"/>
                  </a:cubicBezTo>
                  <a:lnTo>
                    <a:pt x="2379" y="3480"/>
                  </a:lnTo>
                  <a:lnTo>
                    <a:pt x="2439" y="3477"/>
                  </a:lnTo>
                  <a:close/>
                  <a:moveTo>
                    <a:pt x="2566" y="4117"/>
                  </a:moveTo>
                  <a:lnTo>
                    <a:pt x="2802" y="5148"/>
                  </a:lnTo>
                  <a:lnTo>
                    <a:pt x="2467" y="5458"/>
                  </a:lnTo>
                  <a:lnTo>
                    <a:pt x="2133" y="5148"/>
                  </a:lnTo>
                  <a:lnTo>
                    <a:pt x="2372" y="4117"/>
                  </a:lnTo>
                  <a:close/>
                  <a:moveTo>
                    <a:pt x="3118" y="3596"/>
                  </a:moveTo>
                  <a:cubicBezTo>
                    <a:pt x="3414" y="3695"/>
                    <a:pt x="3681" y="3860"/>
                    <a:pt x="3906" y="4071"/>
                  </a:cubicBezTo>
                  <a:cubicBezTo>
                    <a:pt x="4308" y="4451"/>
                    <a:pt x="4526" y="4944"/>
                    <a:pt x="4526" y="5461"/>
                  </a:cubicBezTo>
                  <a:lnTo>
                    <a:pt x="4526" y="5982"/>
                  </a:lnTo>
                  <a:lnTo>
                    <a:pt x="413" y="5982"/>
                  </a:lnTo>
                  <a:lnTo>
                    <a:pt x="413" y="5461"/>
                  </a:lnTo>
                  <a:cubicBezTo>
                    <a:pt x="409" y="4944"/>
                    <a:pt x="631" y="4451"/>
                    <a:pt x="1032" y="4071"/>
                  </a:cubicBezTo>
                  <a:lnTo>
                    <a:pt x="1028" y="4071"/>
                  </a:lnTo>
                  <a:cubicBezTo>
                    <a:pt x="1254" y="3860"/>
                    <a:pt x="1521" y="3698"/>
                    <a:pt x="1813" y="3596"/>
                  </a:cubicBezTo>
                  <a:lnTo>
                    <a:pt x="1989" y="3938"/>
                  </a:lnTo>
                  <a:lnTo>
                    <a:pt x="1707" y="5173"/>
                  </a:lnTo>
                  <a:cubicBezTo>
                    <a:pt x="1690" y="5247"/>
                    <a:pt x="1714" y="5320"/>
                    <a:pt x="1767" y="5370"/>
                  </a:cubicBezTo>
                  <a:lnTo>
                    <a:pt x="2330" y="5883"/>
                  </a:lnTo>
                  <a:cubicBezTo>
                    <a:pt x="2369" y="5919"/>
                    <a:pt x="2418" y="5936"/>
                    <a:pt x="2467" y="5936"/>
                  </a:cubicBezTo>
                  <a:cubicBezTo>
                    <a:pt x="2517" y="5936"/>
                    <a:pt x="2566" y="5919"/>
                    <a:pt x="2605" y="5883"/>
                  </a:cubicBezTo>
                  <a:lnTo>
                    <a:pt x="3168" y="5370"/>
                  </a:lnTo>
                  <a:cubicBezTo>
                    <a:pt x="3220" y="5320"/>
                    <a:pt x="3245" y="5247"/>
                    <a:pt x="3227" y="5173"/>
                  </a:cubicBezTo>
                  <a:lnTo>
                    <a:pt x="2942" y="3941"/>
                  </a:lnTo>
                  <a:lnTo>
                    <a:pt x="3118" y="3596"/>
                  </a:lnTo>
                  <a:close/>
                  <a:moveTo>
                    <a:pt x="2467" y="1"/>
                  </a:moveTo>
                  <a:cubicBezTo>
                    <a:pt x="1767" y="1"/>
                    <a:pt x="1194" y="560"/>
                    <a:pt x="1183" y="1260"/>
                  </a:cubicBezTo>
                  <a:lnTo>
                    <a:pt x="1183" y="2193"/>
                  </a:lnTo>
                  <a:cubicBezTo>
                    <a:pt x="1183" y="2590"/>
                    <a:pt x="1366" y="2963"/>
                    <a:pt x="1679" y="3206"/>
                  </a:cubicBezTo>
                  <a:cubicBezTo>
                    <a:pt x="715" y="3544"/>
                    <a:pt x="1" y="4444"/>
                    <a:pt x="1" y="5461"/>
                  </a:cubicBezTo>
                  <a:lnTo>
                    <a:pt x="1" y="6186"/>
                  </a:lnTo>
                  <a:cubicBezTo>
                    <a:pt x="1" y="6299"/>
                    <a:pt x="92" y="6390"/>
                    <a:pt x="205" y="6390"/>
                  </a:cubicBezTo>
                  <a:lnTo>
                    <a:pt x="4730" y="6390"/>
                  </a:lnTo>
                  <a:cubicBezTo>
                    <a:pt x="4846" y="6390"/>
                    <a:pt x="4937" y="6299"/>
                    <a:pt x="4937" y="6186"/>
                  </a:cubicBezTo>
                  <a:lnTo>
                    <a:pt x="4937" y="5461"/>
                  </a:lnTo>
                  <a:cubicBezTo>
                    <a:pt x="4937" y="4444"/>
                    <a:pt x="4223" y="3544"/>
                    <a:pt x="3259" y="3206"/>
                  </a:cubicBezTo>
                  <a:cubicBezTo>
                    <a:pt x="3572" y="2963"/>
                    <a:pt x="3755" y="2590"/>
                    <a:pt x="3755" y="2193"/>
                  </a:cubicBezTo>
                  <a:lnTo>
                    <a:pt x="3755" y="1260"/>
                  </a:lnTo>
                  <a:cubicBezTo>
                    <a:pt x="3741" y="560"/>
                    <a:pt x="3171" y="1"/>
                    <a:pt x="2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4" name="Google Shape;21814;p91"/>
            <p:cNvSpPr/>
            <p:nvPr/>
          </p:nvSpPr>
          <p:spPr>
            <a:xfrm>
              <a:off x="4246917" y="1534666"/>
              <a:ext cx="261290" cy="157024"/>
            </a:xfrm>
            <a:custGeom>
              <a:rect b="b" l="l" r="r" t="t"/>
              <a:pathLst>
                <a:path extrusionOk="0" h="6033" w="10039">
                  <a:moveTo>
                    <a:pt x="4921" y="0"/>
                  </a:moveTo>
                  <a:cubicBezTo>
                    <a:pt x="4884" y="0"/>
                    <a:pt x="4847" y="11"/>
                    <a:pt x="4814" y="32"/>
                  </a:cubicBezTo>
                  <a:cubicBezTo>
                    <a:pt x="4789" y="46"/>
                    <a:pt x="2235" y="1570"/>
                    <a:pt x="303" y="1570"/>
                  </a:cubicBezTo>
                  <a:cubicBezTo>
                    <a:pt x="205" y="1570"/>
                    <a:pt x="117" y="1644"/>
                    <a:pt x="103" y="1742"/>
                  </a:cubicBezTo>
                  <a:cubicBezTo>
                    <a:pt x="32" y="2256"/>
                    <a:pt x="1" y="2773"/>
                    <a:pt x="4" y="3294"/>
                  </a:cubicBezTo>
                  <a:cubicBezTo>
                    <a:pt x="4" y="3406"/>
                    <a:pt x="99" y="3498"/>
                    <a:pt x="212" y="3498"/>
                  </a:cubicBezTo>
                  <a:cubicBezTo>
                    <a:pt x="324" y="3498"/>
                    <a:pt x="416" y="3406"/>
                    <a:pt x="416" y="3290"/>
                  </a:cubicBezTo>
                  <a:cubicBezTo>
                    <a:pt x="412" y="2850"/>
                    <a:pt x="437" y="2414"/>
                    <a:pt x="486" y="1974"/>
                  </a:cubicBezTo>
                  <a:cubicBezTo>
                    <a:pt x="1313" y="1943"/>
                    <a:pt x="2305" y="1672"/>
                    <a:pt x="3445" y="1179"/>
                  </a:cubicBezTo>
                  <a:cubicBezTo>
                    <a:pt x="3952" y="961"/>
                    <a:pt x="4441" y="715"/>
                    <a:pt x="4919" y="444"/>
                  </a:cubicBezTo>
                  <a:cubicBezTo>
                    <a:pt x="5398" y="715"/>
                    <a:pt x="5887" y="961"/>
                    <a:pt x="6394" y="1179"/>
                  </a:cubicBezTo>
                  <a:cubicBezTo>
                    <a:pt x="7534" y="1672"/>
                    <a:pt x="8526" y="1943"/>
                    <a:pt x="9353" y="1974"/>
                  </a:cubicBezTo>
                  <a:cubicBezTo>
                    <a:pt x="9412" y="2485"/>
                    <a:pt x="9543" y="4068"/>
                    <a:pt x="9159" y="5778"/>
                  </a:cubicBezTo>
                  <a:cubicBezTo>
                    <a:pt x="9135" y="5890"/>
                    <a:pt x="9201" y="6003"/>
                    <a:pt x="9314" y="6028"/>
                  </a:cubicBezTo>
                  <a:cubicBezTo>
                    <a:pt x="9329" y="6031"/>
                    <a:pt x="9343" y="6032"/>
                    <a:pt x="9358" y="6032"/>
                  </a:cubicBezTo>
                  <a:cubicBezTo>
                    <a:pt x="9454" y="6032"/>
                    <a:pt x="9542" y="5964"/>
                    <a:pt x="9560" y="5866"/>
                  </a:cubicBezTo>
                  <a:cubicBezTo>
                    <a:pt x="10039" y="3720"/>
                    <a:pt x="9750" y="1823"/>
                    <a:pt x="9736" y="1742"/>
                  </a:cubicBezTo>
                  <a:cubicBezTo>
                    <a:pt x="9722" y="1644"/>
                    <a:pt x="9634" y="1570"/>
                    <a:pt x="9536" y="1570"/>
                  </a:cubicBezTo>
                  <a:cubicBezTo>
                    <a:pt x="7608" y="1570"/>
                    <a:pt x="5050" y="46"/>
                    <a:pt x="5025" y="32"/>
                  </a:cubicBezTo>
                  <a:cubicBezTo>
                    <a:pt x="4993" y="11"/>
                    <a:pt x="4957" y="0"/>
                    <a:pt x="49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5" name="Google Shape;21815;p91"/>
            <p:cNvSpPr/>
            <p:nvPr/>
          </p:nvSpPr>
          <p:spPr>
            <a:xfrm>
              <a:off x="4247593" y="1635445"/>
              <a:ext cx="244398" cy="191745"/>
            </a:xfrm>
            <a:custGeom>
              <a:rect b="b" l="l" r="r" t="t"/>
              <a:pathLst>
                <a:path extrusionOk="0" h="7367" w="9390">
                  <a:moveTo>
                    <a:pt x="212" y="0"/>
                  </a:moveTo>
                  <a:cubicBezTo>
                    <a:pt x="107" y="0"/>
                    <a:pt x="1" y="74"/>
                    <a:pt x="6" y="213"/>
                  </a:cubicBezTo>
                  <a:cubicBezTo>
                    <a:pt x="101" y="1737"/>
                    <a:pt x="453" y="3077"/>
                    <a:pt x="1051" y="4193"/>
                  </a:cubicBezTo>
                  <a:cubicBezTo>
                    <a:pt x="1875" y="5730"/>
                    <a:pt x="3145" y="6796"/>
                    <a:pt x="4830" y="7356"/>
                  </a:cubicBezTo>
                  <a:cubicBezTo>
                    <a:pt x="4851" y="7363"/>
                    <a:pt x="4873" y="7366"/>
                    <a:pt x="4895" y="7366"/>
                  </a:cubicBezTo>
                  <a:cubicBezTo>
                    <a:pt x="4917" y="7366"/>
                    <a:pt x="4939" y="7363"/>
                    <a:pt x="4960" y="7356"/>
                  </a:cubicBezTo>
                  <a:cubicBezTo>
                    <a:pt x="6051" y="6993"/>
                    <a:pt x="6980" y="6413"/>
                    <a:pt x="7715" y="5628"/>
                  </a:cubicBezTo>
                  <a:cubicBezTo>
                    <a:pt x="8451" y="4844"/>
                    <a:pt x="9006" y="3852"/>
                    <a:pt x="9358" y="2680"/>
                  </a:cubicBezTo>
                  <a:cubicBezTo>
                    <a:pt x="9390" y="2571"/>
                    <a:pt x="9330" y="2458"/>
                    <a:pt x="9221" y="2423"/>
                  </a:cubicBezTo>
                  <a:cubicBezTo>
                    <a:pt x="9202" y="2417"/>
                    <a:pt x="9183" y="2415"/>
                    <a:pt x="9164" y="2415"/>
                  </a:cubicBezTo>
                  <a:cubicBezTo>
                    <a:pt x="9074" y="2415"/>
                    <a:pt x="8990" y="2473"/>
                    <a:pt x="8964" y="2560"/>
                  </a:cubicBezTo>
                  <a:cubicBezTo>
                    <a:pt x="8630" y="3672"/>
                    <a:pt x="8109" y="4611"/>
                    <a:pt x="7416" y="5347"/>
                  </a:cubicBezTo>
                  <a:cubicBezTo>
                    <a:pt x="6741" y="6065"/>
                    <a:pt x="5893" y="6603"/>
                    <a:pt x="4893" y="6944"/>
                  </a:cubicBezTo>
                  <a:cubicBezTo>
                    <a:pt x="3345" y="6413"/>
                    <a:pt x="2174" y="5424"/>
                    <a:pt x="1410" y="3999"/>
                  </a:cubicBezTo>
                  <a:cubicBezTo>
                    <a:pt x="844" y="2937"/>
                    <a:pt x="506" y="1652"/>
                    <a:pt x="414" y="189"/>
                  </a:cubicBezTo>
                  <a:cubicBezTo>
                    <a:pt x="404" y="61"/>
                    <a:pt x="30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6" name="Google Shape;21816;p91"/>
            <p:cNvSpPr/>
            <p:nvPr/>
          </p:nvSpPr>
          <p:spPr>
            <a:xfrm>
              <a:off x="4209932" y="1499946"/>
              <a:ext cx="330159" cy="363500"/>
            </a:xfrm>
            <a:custGeom>
              <a:rect b="b" l="l" r="r" t="t"/>
              <a:pathLst>
                <a:path extrusionOk="0" h="13966" w="12685">
                  <a:moveTo>
                    <a:pt x="6340" y="444"/>
                  </a:moveTo>
                  <a:cubicBezTo>
                    <a:pt x="6942" y="789"/>
                    <a:pt x="7565" y="1099"/>
                    <a:pt x="8205" y="1377"/>
                  </a:cubicBezTo>
                  <a:cubicBezTo>
                    <a:pt x="9644" y="2003"/>
                    <a:pt x="10900" y="2337"/>
                    <a:pt x="11938" y="2372"/>
                  </a:cubicBezTo>
                  <a:cubicBezTo>
                    <a:pt x="12009" y="2942"/>
                    <a:pt x="12185" y="4888"/>
                    <a:pt x="11738" y="7020"/>
                  </a:cubicBezTo>
                  <a:cubicBezTo>
                    <a:pt x="11432" y="8502"/>
                    <a:pt x="10886" y="9779"/>
                    <a:pt x="10126" y="10817"/>
                  </a:cubicBezTo>
                  <a:cubicBezTo>
                    <a:pt x="9190" y="12090"/>
                    <a:pt x="7917" y="13009"/>
                    <a:pt x="6340" y="13544"/>
                  </a:cubicBezTo>
                  <a:cubicBezTo>
                    <a:pt x="4768" y="13009"/>
                    <a:pt x="3494" y="12094"/>
                    <a:pt x="2558" y="10820"/>
                  </a:cubicBezTo>
                  <a:cubicBezTo>
                    <a:pt x="1798" y="9786"/>
                    <a:pt x="1253" y="8512"/>
                    <a:pt x="947" y="7034"/>
                  </a:cubicBezTo>
                  <a:cubicBezTo>
                    <a:pt x="496" y="4899"/>
                    <a:pt x="672" y="2942"/>
                    <a:pt x="742" y="2372"/>
                  </a:cubicBezTo>
                  <a:cubicBezTo>
                    <a:pt x="1777" y="2337"/>
                    <a:pt x="3033" y="2003"/>
                    <a:pt x="4476" y="1377"/>
                  </a:cubicBezTo>
                  <a:cubicBezTo>
                    <a:pt x="5112" y="1099"/>
                    <a:pt x="5735" y="789"/>
                    <a:pt x="6340" y="444"/>
                  </a:cubicBezTo>
                  <a:close/>
                  <a:moveTo>
                    <a:pt x="6340" y="0"/>
                  </a:moveTo>
                  <a:cubicBezTo>
                    <a:pt x="6303" y="0"/>
                    <a:pt x="6267" y="10"/>
                    <a:pt x="6235" y="29"/>
                  </a:cubicBezTo>
                  <a:cubicBezTo>
                    <a:pt x="6203" y="50"/>
                    <a:pt x="2991" y="1964"/>
                    <a:pt x="563" y="1964"/>
                  </a:cubicBezTo>
                  <a:cubicBezTo>
                    <a:pt x="461" y="1964"/>
                    <a:pt x="373" y="2035"/>
                    <a:pt x="359" y="2137"/>
                  </a:cubicBezTo>
                  <a:cubicBezTo>
                    <a:pt x="345" y="2232"/>
                    <a:pt x="0" y="4501"/>
                    <a:pt x="542" y="7105"/>
                  </a:cubicBezTo>
                  <a:cubicBezTo>
                    <a:pt x="862" y="8646"/>
                    <a:pt x="1429" y="9972"/>
                    <a:pt x="2224" y="11056"/>
                  </a:cubicBezTo>
                  <a:cubicBezTo>
                    <a:pt x="3223" y="12421"/>
                    <a:pt x="4588" y="13396"/>
                    <a:pt x="6277" y="13955"/>
                  </a:cubicBezTo>
                  <a:cubicBezTo>
                    <a:pt x="6296" y="13962"/>
                    <a:pt x="6318" y="13966"/>
                    <a:pt x="6339" y="13966"/>
                  </a:cubicBezTo>
                  <a:cubicBezTo>
                    <a:pt x="6361" y="13966"/>
                    <a:pt x="6383" y="13962"/>
                    <a:pt x="6404" y="13955"/>
                  </a:cubicBezTo>
                  <a:cubicBezTo>
                    <a:pt x="8093" y="13396"/>
                    <a:pt x="9458" y="12418"/>
                    <a:pt x="10457" y="11056"/>
                  </a:cubicBezTo>
                  <a:cubicBezTo>
                    <a:pt x="11252" y="9972"/>
                    <a:pt x="11819" y="8642"/>
                    <a:pt x="12139" y="7105"/>
                  </a:cubicBezTo>
                  <a:cubicBezTo>
                    <a:pt x="12684" y="4501"/>
                    <a:pt x="12336" y="2232"/>
                    <a:pt x="12322" y="2137"/>
                  </a:cubicBezTo>
                  <a:cubicBezTo>
                    <a:pt x="12308" y="2035"/>
                    <a:pt x="12220" y="1964"/>
                    <a:pt x="12121" y="1964"/>
                  </a:cubicBezTo>
                  <a:cubicBezTo>
                    <a:pt x="9694" y="1964"/>
                    <a:pt x="6478" y="50"/>
                    <a:pt x="6446" y="29"/>
                  </a:cubicBezTo>
                  <a:cubicBezTo>
                    <a:pt x="6414" y="10"/>
                    <a:pt x="6377" y="0"/>
                    <a:pt x="6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17" name="Google Shape;21817;p91"/>
          <p:cNvGrpSpPr/>
          <p:nvPr/>
        </p:nvGrpSpPr>
        <p:grpSpPr>
          <a:xfrm>
            <a:off x="2300528" y="1508404"/>
            <a:ext cx="362771" cy="355223"/>
            <a:chOff x="2300528" y="1508404"/>
            <a:chExt cx="362771" cy="355223"/>
          </a:xfrm>
        </p:grpSpPr>
        <p:sp>
          <p:nvSpPr>
            <p:cNvPr id="21818" name="Google Shape;21818;p91"/>
            <p:cNvSpPr/>
            <p:nvPr/>
          </p:nvSpPr>
          <p:spPr>
            <a:xfrm>
              <a:off x="2313906" y="1514052"/>
              <a:ext cx="344162" cy="344188"/>
            </a:xfrm>
            <a:custGeom>
              <a:rect b="b" l="l" r="r" t="t"/>
              <a:pathLst>
                <a:path extrusionOk="0" h="13224" w="13223">
                  <a:moveTo>
                    <a:pt x="6612" y="1"/>
                  </a:moveTo>
                  <a:cubicBezTo>
                    <a:pt x="2963" y="1"/>
                    <a:pt x="0" y="2963"/>
                    <a:pt x="0" y="6612"/>
                  </a:cubicBezTo>
                  <a:cubicBezTo>
                    <a:pt x="0" y="10264"/>
                    <a:pt x="2963" y="13223"/>
                    <a:pt x="6612" y="13223"/>
                  </a:cubicBezTo>
                  <a:cubicBezTo>
                    <a:pt x="10264" y="13223"/>
                    <a:pt x="13223" y="10264"/>
                    <a:pt x="13223" y="6612"/>
                  </a:cubicBezTo>
                  <a:cubicBezTo>
                    <a:pt x="13223" y="2963"/>
                    <a:pt x="10264" y="1"/>
                    <a:pt x="6612"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9" name="Google Shape;21819;p91"/>
            <p:cNvSpPr/>
            <p:nvPr/>
          </p:nvSpPr>
          <p:spPr>
            <a:xfrm>
              <a:off x="2339726" y="1539898"/>
              <a:ext cx="292523" cy="292497"/>
            </a:xfrm>
            <a:custGeom>
              <a:rect b="b" l="l" r="r" t="t"/>
              <a:pathLst>
                <a:path extrusionOk="0" h="11238" w="11239">
                  <a:moveTo>
                    <a:pt x="5620" y="0"/>
                  </a:moveTo>
                  <a:cubicBezTo>
                    <a:pt x="2516" y="0"/>
                    <a:pt x="1" y="2516"/>
                    <a:pt x="1" y="5619"/>
                  </a:cubicBezTo>
                  <a:cubicBezTo>
                    <a:pt x="1" y="8722"/>
                    <a:pt x="2516" y="11238"/>
                    <a:pt x="5620" y="11238"/>
                  </a:cubicBezTo>
                  <a:cubicBezTo>
                    <a:pt x="8723" y="11238"/>
                    <a:pt x="11239" y="8722"/>
                    <a:pt x="11239" y="5619"/>
                  </a:cubicBezTo>
                  <a:cubicBezTo>
                    <a:pt x="11239" y="2516"/>
                    <a:pt x="8723" y="0"/>
                    <a:pt x="562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0" name="Google Shape;21820;p91"/>
            <p:cNvSpPr/>
            <p:nvPr/>
          </p:nvSpPr>
          <p:spPr>
            <a:xfrm>
              <a:off x="2375800" y="1575972"/>
              <a:ext cx="273575" cy="256527"/>
            </a:xfrm>
            <a:custGeom>
              <a:rect b="b" l="l" r="r" t="t"/>
              <a:pathLst>
                <a:path extrusionOk="0" h="9856" w="10511">
                  <a:moveTo>
                    <a:pt x="7928" y="0"/>
                  </a:moveTo>
                  <a:lnTo>
                    <a:pt x="7928" y="0"/>
                  </a:lnTo>
                  <a:cubicBezTo>
                    <a:pt x="9870" y="2228"/>
                    <a:pt x="9754" y="5577"/>
                    <a:pt x="7664" y="7664"/>
                  </a:cubicBezTo>
                  <a:cubicBezTo>
                    <a:pt x="6572" y="8758"/>
                    <a:pt x="5133" y="9311"/>
                    <a:pt x="3691" y="9311"/>
                  </a:cubicBezTo>
                  <a:cubicBezTo>
                    <a:pt x="2378" y="9311"/>
                    <a:pt x="1062" y="8853"/>
                    <a:pt x="1" y="7927"/>
                  </a:cubicBezTo>
                  <a:lnTo>
                    <a:pt x="1" y="7927"/>
                  </a:lnTo>
                  <a:cubicBezTo>
                    <a:pt x="1115" y="9208"/>
                    <a:pt x="2673" y="9855"/>
                    <a:pt x="4236" y="9855"/>
                  </a:cubicBezTo>
                  <a:cubicBezTo>
                    <a:pt x="5670" y="9855"/>
                    <a:pt x="7108" y="9310"/>
                    <a:pt x="8210" y="8209"/>
                  </a:cubicBezTo>
                  <a:cubicBezTo>
                    <a:pt x="10511" y="5908"/>
                    <a:pt x="10380" y="2140"/>
                    <a:pt x="792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1" name="Google Shape;21821;p91"/>
            <p:cNvSpPr/>
            <p:nvPr/>
          </p:nvSpPr>
          <p:spPr>
            <a:xfrm>
              <a:off x="2300528" y="1508404"/>
              <a:ext cx="362771" cy="355223"/>
            </a:xfrm>
            <a:custGeom>
              <a:rect b="b" l="l" r="r" t="t"/>
              <a:pathLst>
                <a:path extrusionOk="0" h="13648" w="13938">
                  <a:moveTo>
                    <a:pt x="7124" y="1"/>
                  </a:moveTo>
                  <a:cubicBezTo>
                    <a:pt x="6820" y="1"/>
                    <a:pt x="6513" y="21"/>
                    <a:pt x="6204" y="63"/>
                  </a:cubicBezTo>
                  <a:cubicBezTo>
                    <a:pt x="2587" y="549"/>
                    <a:pt x="1" y="3796"/>
                    <a:pt x="324" y="7431"/>
                  </a:cubicBezTo>
                  <a:cubicBezTo>
                    <a:pt x="639" y="10963"/>
                    <a:pt x="3599" y="13648"/>
                    <a:pt x="7111" y="13648"/>
                  </a:cubicBezTo>
                  <a:cubicBezTo>
                    <a:pt x="7213" y="13648"/>
                    <a:pt x="7315" y="13645"/>
                    <a:pt x="7418" y="13641"/>
                  </a:cubicBezTo>
                  <a:cubicBezTo>
                    <a:pt x="11059" y="13479"/>
                    <a:pt x="13934" y="10478"/>
                    <a:pt x="13937" y="6829"/>
                  </a:cubicBezTo>
                  <a:cubicBezTo>
                    <a:pt x="13937" y="6709"/>
                    <a:pt x="13934" y="6586"/>
                    <a:pt x="13927" y="6467"/>
                  </a:cubicBezTo>
                  <a:cubicBezTo>
                    <a:pt x="13925" y="6333"/>
                    <a:pt x="13827" y="6268"/>
                    <a:pt x="13729" y="6268"/>
                  </a:cubicBezTo>
                  <a:cubicBezTo>
                    <a:pt x="13623" y="6268"/>
                    <a:pt x="13517" y="6343"/>
                    <a:pt x="13529" y="6488"/>
                  </a:cubicBezTo>
                  <a:cubicBezTo>
                    <a:pt x="13536" y="6600"/>
                    <a:pt x="13540" y="6716"/>
                    <a:pt x="13540" y="6829"/>
                  </a:cubicBezTo>
                  <a:cubicBezTo>
                    <a:pt x="13536" y="10249"/>
                    <a:pt x="10841" y="13060"/>
                    <a:pt x="7428" y="13212"/>
                  </a:cubicBezTo>
                  <a:cubicBezTo>
                    <a:pt x="7332" y="13216"/>
                    <a:pt x="7236" y="13218"/>
                    <a:pt x="7141" y="13218"/>
                  </a:cubicBezTo>
                  <a:cubicBezTo>
                    <a:pt x="3849" y="13218"/>
                    <a:pt x="1076" y="10702"/>
                    <a:pt x="782" y="7392"/>
                  </a:cubicBezTo>
                  <a:cubicBezTo>
                    <a:pt x="476" y="3986"/>
                    <a:pt x="2900" y="943"/>
                    <a:pt x="6288" y="485"/>
                  </a:cubicBezTo>
                  <a:cubicBezTo>
                    <a:pt x="6578" y="446"/>
                    <a:pt x="6866" y="427"/>
                    <a:pt x="7150" y="427"/>
                  </a:cubicBezTo>
                  <a:cubicBezTo>
                    <a:pt x="10194" y="427"/>
                    <a:pt x="12878" y="2603"/>
                    <a:pt x="13434" y="5678"/>
                  </a:cubicBezTo>
                  <a:cubicBezTo>
                    <a:pt x="13459" y="5788"/>
                    <a:pt x="13543" y="5838"/>
                    <a:pt x="13628" y="5838"/>
                  </a:cubicBezTo>
                  <a:cubicBezTo>
                    <a:pt x="13739" y="5838"/>
                    <a:pt x="13850" y="5754"/>
                    <a:pt x="13828" y="5608"/>
                  </a:cubicBezTo>
                  <a:cubicBezTo>
                    <a:pt x="13233" y="2326"/>
                    <a:pt x="10373" y="1"/>
                    <a:pt x="7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2" name="Google Shape;21822;p91"/>
            <p:cNvSpPr/>
            <p:nvPr/>
          </p:nvSpPr>
          <p:spPr>
            <a:xfrm>
              <a:off x="2314557" y="1534536"/>
              <a:ext cx="341793" cy="304209"/>
            </a:xfrm>
            <a:custGeom>
              <a:rect b="b" l="l" r="r" t="t"/>
              <a:pathLst>
                <a:path extrusionOk="0" h="11688" w="13132">
                  <a:moveTo>
                    <a:pt x="6607" y="0"/>
                  </a:moveTo>
                  <a:cubicBezTo>
                    <a:pt x="5031" y="0"/>
                    <a:pt x="3461" y="634"/>
                    <a:pt x="2312" y="1877"/>
                  </a:cubicBezTo>
                  <a:cubicBezTo>
                    <a:pt x="2164" y="2025"/>
                    <a:pt x="2301" y="2224"/>
                    <a:pt x="2455" y="2224"/>
                  </a:cubicBezTo>
                  <a:cubicBezTo>
                    <a:pt x="2506" y="2224"/>
                    <a:pt x="2559" y="2202"/>
                    <a:pt x="2604" y="2148"/>
                  </a:cubicBezTo>
                  <a:cubicBezTo>
                    <a:pt x="3669" y="999"/>
                    <a:pt x="5121" y="414"/>
                    <a:pt x="6578" y="414"/>
                  </a:cubicBezTo>
                  <a:cubicBezTo>
                    <a:pt x="7821" y="414"/>
                    <a:pt x="9069" y="840"/>
                    <a:pt x="10084" y="1705"/>
                  </a:cubicBezTo>
                  <a:cubicBezTo>
                    <a:pt x="12294" y="3587"/>
                    <a:pt x="12617" y="6877"/>
                    <a:pt x="10826" y="9161"/>
                  </a:cubicBezTo>
                  <a:cubicBezTo>
                    <a:pt x="9762" y="10518"/>
                    <a:pt x="8173" y="11233"/>
                    <a:pt x="6566" y="11233"/>
                  </a:cubicBezTo>
                  <a:cubicBezTo>
                    <a:pt x="5469" y="11233"/>
                    <a:pt x="4364" y="10900"/>
                    <a:pt x="3409" y="10213"/>
                  </a:cubicBezTo>
                  <a:cubicBezTo>
                    <a:pt x="1059" y="8513"/>
                    <a:pt x="461" y="5262"/>
                    <a:pt x="2062" y="2841"/>
                  </a:cubicBezTo>
                  <a:cubicBezTo>
                    <a:pt x="2125" y="2750"/>
                    <a:pt x="2101" y="2623"/>
                    <a:pt x="2009" y="2563"/>
                  </a:cubicBezTo>
                  <a:cubicBezTo>
                    <a:pt x="1974" y="2541"/>
                    <a:pt x="1935" y="2531"/>
                    <a:pt x="1897" y="2531"/>
                  </a:cubicBezTo>
                  <a:cubicBezTo>
                    <a:pt x="1832" y="2531"/>
                    <a:pt x="1769" y="2562"/>
                    <a:pt x="1731" y="2620"/>
                  </a:cubicBezTo>
                  <a:cubicBezTo>
                    <a:pt x="0" y="5234"/>
                    <a:pt x="644" y="8749"/>
                    <a:pt x="3184" y="10582"/>
                  </a:cubicBezTo>
                  <a:cubicBezTo>
                    <a:pt x="4216" y="11327"/>
                    <a:pt x="5411" y="11687"/>
                    <a:pt x="6596" y="11687"/>
                  </a:cubicBezTo>
                  <a:cubicBezTo>
                    <a:pt x="8332" y="11687"/>
                    <a:pt x="10046" y="10915"/>
                    <a:pt x="11196" y="9449"/>
                  </a:cubicBezTo>
                  <a:cubicBezTo>
                    <a:pt x="13131" y="6983"/>
                    <a:pt x="12779" y="3429"/>
                    <a:pt x="10394" y="1395"/>
                  </a:cubicBezTo>
                  <a:cubicBezTo>
                    <a:pt x="9297" y="460"/>
                    <a:pt x="7950" y="0"/>
                    <a:pt x="6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3" name="Google Shape;21823;p91"/>
            <p:cNvSpPr/>
            <p:nvPr/>
          </p:nvSpPr>
          <p:spPr>
            <a:xfrm>
              <a:off x="2359975" y="1680993"/>
              <a:ext cx="19156" cy="10385"/>
            </a:xfrm>
            <a:custGeom>
              <a:rect b="b" l="l" r="r" t="t"/>
              <a:pathLst>
                <a:path extrusionOk="0" h="399" w="736">
                  <a:moveTo>
                    <a:pt x="197" y="1"/>
                  </a:moveTo>
                  <a:cubicBezTo>
                    <a:pt x="85" y="1"/>
                    <a:pt x="0" y="89"/>
                    <a:pt x="0" y="198"/>
                  </a:cubicBezTo>
                  <a:cubicBezTo>
                    <a:pt x="0" y="311"/>
                    <a:pt x="88" y="399"/>
                    <a:pt x="197" y="399"/>
                  </a:cubicBezTo>
                  <a:lnTo>
                    <a:pt x="482" y="399"/>
                  </a:lnTo>
                  <a:cubicBezTo>
                    <a:pt x="736" y="388"/>
                    <a:pt x="736" y="12"/>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4" name="Google Shape;21824;p91"/>
            <p:cNvSpPr/>
            <p:nvPr/>
          </p:nvSpPr>
          <p:spPr>
            <a:xfrm>
              <a:off x="2480847" y="1560251"/>
              <a:ext cx="132714" cy="131127"/>
            </a:xfrm>
            <a:custGeom>
              <a:rect b="b" l="l" r="r" t="t"/>
              <a:pathLst>
                <a:path extrusionOk="0" h="5038" w="5099">
                  <a:moveTo>
                    <a:pt x="199" y="0"/>
                  </a:moveTo>
                  <a:cubicBezTo>
                    <a:pt x="103" y="0"/>
                    <a:pt x="6" y="64"/>
                    <a:pt x="1" y="193"/>
                  </a:cubicBezTo>
                  <a:lnTo>
                    <a:pt x="1" y="4837"/>
                  </a:lnTo>
                  <a:cubicBezTo>
                    <a:pt x="1" y="4950"/>
                    <a:pt x="89" y="5038"/>
                    <a:pt x="198" y="5038"/>
                  </a:cubicBezTo>
                  <a:lnTo>
                    <a:pt x="4846" y="5038"/>
                  </a:lnTo>
                  <a:cubicBezTo>
                    <a:pt x="5099" y="5027"/>
                    <a:pt x="5099" y="4651"/>
                    <a:pt x="4846" y="4640"/>
                  </a:cubicBezTo>
                  <a:lnTo>
                    <a:pt x="398" y="4640"/>
                  </a:lnTo>
                  <a:lnTo>
                    <a:pt x="398" y="193"/>
                  </a:lnTo>
                  <a:cubicBezTo>
                    <a:pt x="393" y="64"/>
                    <a:pt x="29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5" name="Google Shape;21825;p91"/>
            <p:cNvSpPr/>
            <p:nvPr/>
          </p:nvSpPr>
          <p:spPr>
            <a:xfrm>
              <a:off x="2480847" y="1794655"/>
              <a:ext cx="10385" cy="17412"/>
            </a:xfrm>
            <a:custGeom>
              <a:rect b="b" l="l" r="r" t="t"/>
              <a:pathLst>
                <a:path extrusionOk="0" h="669" w="399">
                  <a:moveTo>
                    <a:pt x="198" y="0"/>
                  </a:moveTo>
                  <a:cubicBezTo>
                    <a:pt x="102" y="0"/>
                    <a:pt x="6" y="64"/>
                    <a:pt x="1" y="190"/>
                  </a:cubicBezTo>
                  <a:lnTo>
                    <a:pt x="1" y="479"/>
                  </a:lnTo>
                  <a:cubicBezTo>
                    <a:pt x="6" y="606"/>
                    <a:pt x="102" y="669"/>
                    <a:pt x="198" y="669"/>
                  </a:cubicBezTo>
                  <a:cubicBezTo>
                    <a:pt x="294" y="669"/>
                    <a:pt x="391" y="606"/>
                    <a:pt x="398" y="479"/>
                  </a:cubicBezTo>
                  <a:lnTo>
                    <a:pt x="398" y="190"/>
                  </a:lnTo>
                  <a:cubicBezTo>
                    <a:pt x="391" y="64"/>
                    <a:pt x="294"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6" name="Google Shape;21826;p91"/>
            <p:cNvSpPr/>
            <p:nvPr/>
          </p:nvSpPr>
          <p:spPr>
            <a:xfrm>
              <a:off x="2393030" y="1595336"/>
              <a:ext cx="20301" cy="15981"/>
            </a:xfrm>
            <a:custGeom>
              <a:rect b="b" l="l" r="r" t="t"/>
              <a:pathLst>
                <a:path extrusionOk="0" h="614" w="780">
                  <a:moveTo>
                    <a:pt x="287" y="1"/>
                  </a:moveTo>
                  <a:cubicBezTo>
                    <a:pt x="132" y="1"/>
                    <a:pt x="0" y="202"/>
                    <a:pt x="148" y="347"/>
                  </a:cubicBezTo>
                  <a:lnTo>
                    <a:pt x="349" y="551"/>
                  </a:lnTo>
                  <a:cubicBezTo>
                    <a:pt x="393" y="595"/>
                    <a:pt x="442" y="614"/>
                    <a:pt x="489" y="614"/>
                  </a:cubicBezTo>
                  <a:cubicBezTo>
                    <a:pt x="646" y="614"/>
                    <a:pt x="780" y="412"/>
                    <a:pt x="634" y="266"/>
                  </a:cubicBezTo>
                  <a:lnTo>
                    <a:pt x="430" y="66"/>
                  </a:lnTo>
                  <a:cubicBezTo>
                    <a:pt x="385" y="20"/>
                    <a:pt x="335"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7" name="Google Shape;21827;p91"/>
            <p:cNvSpPr/>
            <p:nvPr/>
          </p:nvSpPr>
          <p:spPr>
            <a:xfrm>
              <a:off x="2560517" y="1761184"/>
              <a:ext cx="18532" cy="15851"/>
            </a:xfrm>
            <a:custGeom>
              <a:rect b="b" l="l" r="r" t="t"/>
              <a:pathLst>
                <a:path extrusionOk="0" h="609" w="712">
                  <a:moveTo>
                    <a:pt x="219" y="0"/>
                  </a:moveTo>
                  <a:cubicBezTo>
                    <a:pt x="168" y="0"/>
                    <a:pt x="117" y="20"/>
                    <a:pt x="78" y="58"/>
                  </a:cubicBezTo>
                  <a:cubicBezTo>
                    <a:pt x="1" y="136"/>
                    <a:pt x="1" y="263"/>
                    <a:pt x="78" y="340"/>
                  </a:cubicBezTo>
                  <a:lnTo>
                    <a:pt x="282" y="544"/>
                  </a:lnTo>
                  <a:cubicBezTo>
                    <a:pt x="326" y="589"/>
                    <a:pt x="375" y="608"/>
                    <a:pt x="422" y="608"/>
                  </a:cubicBezTo>
                  <a:cubicBezTo>
                    <a:pt x="577" y="608"/>
                    <a:pt x="712" y="405"/>
                    <a:pt x="564" y="263"/>
                  </a:cubicBezTo>
                  <a:lnTo>
                    <a:pt x="360" y="58"/>
                  </a:lnTo>
                  <a:cubicBezTo>
                    <a:pt x="321" y="20"/>
                    <a:pt x="27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8" name="Google Shape;21828;p91"/>
            <p:cNvSpPr/>
            <p:nvPr/>
          </p:nvSpPr>
          <p:spPr>
            <a:xfrm>
              <a:off x="2558669" y="1595414"/>
              <a:ext cx="20171" cy="15903"/>
            </a:xfrm>
            <a:custGeom>
              <a:rect b="b" l="l" r="r" t="t"/>
              <a:pathLst>
                <a:path extrusionOk="0" h="611" w="775">
                  <a:moveTo>
                    <a:pt x="491" y="1"/>
                  </a:moveTo>
                  <a:cubicBezTo>
                    <a:pt x="445" y="1"/>
                    <a:pt x="397" y="19"/>
                    <a:pt x="353" y="63"/>
                  </a:cubicBezTo>
                  <a:lnTo>
                    <a:pt x="149" y="263"/>
                  </a:lnTo>
                  <a:cubicBezTo>
                    <a:pt x="1" y="409"/>
                    <a:pt x="136" y="611"/>
                    <a:pt x="291" y="611"/>
                  </a:cubicBezTo>
                  <a:cubicBezTo>
                    <a:pt x="338" y="611"/>
                    <a:pt x="387" y="592"/>
                    <a:pt x="431" y="548"/>
                  </a:cubicBezTo>
                  <a:lnTo>
                    <a:pt x="635" y="344"/>
                  </a:lnTo>
                  <a:cubicBezTo>
                    <a:pt x="775" y="198"/>
                    <a:pt x="644" y="1"/>
                    <a:pt x="4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9" name="Google Shape;21829;p91"/>
            <p:cNvSpPr/>
            <p:nvPr/>
          </p:nvSpPr>
          <p:spPr>
            <a:xfrm>
              <a:off x="2394774" y="1761131"/>
              <a:ext cx="18427" cy="15747"/>
            </a:xfrm>
            <a:custGeom>
              <a:rect b="b" l="l" r="r" t="t"/>
              <a:pathLst>
                <a:path extrusionOk="0" h="605" w="708">
                  <a:moveTo>
                    <a:pt x="420" y="1"/>
                  </a:moveTo>
                  <a:cubicBezTo>
                    <a:pt x="374" y="1"/>
                    <a:pt x="325" y="18"/>
                    <a:pt x="282" y="60"/>
                  </a:cubicBezTo>
                  <a:lnTo>
                    <a:pt x="81" y="265"/>
                  </a:lnTo>
                  <a:cubicBezTo>
                    <a:pt x="0" y="342"/>
                    <a:pt x="0" y="469"/>
                    <a:pt x="81" y="546"/>
                  </a:cubicBezTo>
                  <a:cubicBezTo>
                    <a:pt x="120" y="585"/>
                    <a:pt x="171" y="604"/>
                    <a:pt x="222" y="604"/>
                  </a:cubicBezTo>
                  <a:cubicBezTo>
                    <a:pt x="273" y="604"/>
                    <a:pt x="324" y="585"/>
                    <a:pt x="363" y="546"/>
                  </a:cubicBezTo>
                  <a:lnTo>
                    <a:pt x="567" y="342"/>
                  </a:lnTo>
                  <a:cubicBezTo>
                    <a:pt x="708" y="198"/>
                    <a:pt x="575" y="1"/>
                    <a:pt x="4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0" name="Google Shape;21830;p91"/>
            <p:cNvSpPr/>
            <p:nvPr/>
          </p:nvSpPr>
          <p:spPr>
            <a:xfrm>
              <a:off x="2366898" y="1633519"/>
              <a:ext cx="20848" cy="13586"/>
            </a:xfrm>
            <a:custGeom>
              <a:rect b="b" l="l" r="r" t="t"/>
              <a:pathLst>
                <a:path extrusionOk="0" h="522" w="801">
                  <a:moveTo>
                    <a:pt x="285" y="1"/>
                  </a:moveTo>
                  <a:cubicBezTo>
                    <a:pt x="93" y="1"/>
                    <a:pt x="0" y="304"/>
                    <a:pt x="223" y="389"/>
                  </a:cubicBezTo>
                  <a:lnTo>
                    <a:pt x="487" y="502"/>
                  </a:lnTo>
                  <a:cubicBezTo>
                    <a:pt x="514" y="515"/>
                    <a:pt x="543" y="521"/>
                    <a:pt x="571" y="521"/>
                  </a:cubicBezTo>
                  <a:cubicBezTo>
                    <a:pt x="649" y="521"/>
                    <a:pt x="724" y="475"/>
                    <a:pt x="755" y="400"/>
                  </a:cubicBezTo>
                  <a:cubicBezTo>
                    <a:pt x="800" y="294"/>
                    <a:pt x="748" y="175"/>
                    <a:pt x="642" y="136"/>
                  </a:cubicBezTo>
                  <a:lnTo>
                    <a:pt x="378" y="24"/>
                  </a:lnTo>
                  <a:cubicBezTo>
                    <a:pt x="345" y="8"/>
                    <a:pt x="314" y="1"/>
                    <a:pt x="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1" name="Google Shape;21831;p91"/>
            <p:cNvSpPr/>
            <p:nvPr/>
          </p:nvSpPr>
          <p:spPr>
            <a:xfrm>
              <a:off x="2583005" y="1725396"/>
              <a:ext cx="20406" cy="13378"/>
            </a:xfrm>
            <a:custGeom>
              <a:rect b="b" l="l" r="r" t="t"/>
              <a:pathLst>
                <a:path extrusionOk="0" h="514" w="784">
                  <a:moveTo>
                    <a:pt x="286" y="0"/>
                  </a:moveTo>
                  <a:cubicBezTo>
                    <a:pt x="93" y="0"/>
                    <a:pt x="1" y="285"/>
                    <a:pt x="206" y="381"/>
                  </a:cubicBezTo>
                  <a:lnTo>
                    <a:pt x="470" y="494"/>
                  </a:lnTo>
                  <a:cubicBezTo>
                    <a:pt x="497" y="507"/>
                    <a:pt x="526" y="513"/>
                    <a:pt x="554" y="513"/>
                  </a:cubicBezTo>
                  <a:cubicBezTo>
                    <a:pt x="632" y="513"/>
                    <a:pt x="708" y="467"/>
                    <a:pt x="741" y="392"/>
                  </a:cubicBezTo>
                  <a:cubicBezTo>
                    <a:pt x="783" y="286"/>
                    <a:pt x="734" y="167"/>
                    <a:pt x="629" y="128"/>
                  </a:cubicBezTo>
                  <a:lnTo>
                    <a:pt x="365" y="16"/>
                  </a:lnTo>
                  <a:cubicBezTo>
                    <a:pt x="337" y="5"/>
                    <a:pt x="311"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2" name="Google Shape;21832;p91"/>
            <p:cNvSpPr/>
            <p:nvPr/>
          </p:nvSpPr>
          <p:spPr>
            <a:xfrm>
              <a:off x="2524156" y="1569465"/>
              <a:ext cx="15903" cy="17517"/>
            </a:xfrm>
            <a:custGeom>
              <a:rect b="b" l="l" r="r" t="t"/>
              <a:pathLst>
                <a:path extrusionOk="0" h="673" w="611">
                  <a:moveTo>
                    <a:pt x="347" y="1"/>
                  </a:moveTo>
                  <a:cubicBezTo>
                    <a:pt x="275" y="1"/>
                    <a:pt x="204" y="39"/>
                    <a:pt x="170" y="131"/>
                  </a:cubicBezTo>
                  <a:lnTo>
                    <a:pt x="57" y="395"/>
                  </a:lnTo>
                  <a:cubicBezTo>
                    <a:pt x="1" y="525"/>
                    <a:pt x="96" y="673"/>
                    <a:pt x="240" y="673"/>
                  </a:cubicBezTo>
                  <a:cubicBezTo>
                    <a:pt x="321" y="673"/>
                    <a:pt x="391" y="623"/>
                    <a:pt x="423" y="549"/>
                  </a:cubicBezTo>
                  <a:lnTo>
                    <a:pt x="536" y="286"/>
                  </a:lnTo>
                  <a:cubicBezTo>
                    <a:pt x="610" y="125"/>
                    <a:pt x="477" y="1"/>
                    <a:pt x="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3" name="Google Shape;21833;p91"/>
            <p:cNvSpPr/>
            <p:nvPr/>
          </p:nvSpPr>
          <p:spPr>
            <a:xfrm>
              <a:off x="2432774" y="1785493"/>
              <a:ext cx="15200" cy="17152"/>
            </a:xfrm>
            <a:custGeom>
              <a:rect b="b" l="l" r="r" t="t"/>
              <a:pathLst>
                <a:path extrusionOk="0" h="659" w="584">
                  <a:moveTo>
                    <a:pt x="334" y="0"/>
                  </a:moveTo>
                  <a:cubicBezTo>
                    <a:pt x="265" y="0"/>
                    <a:pt x="197" y="35"/>
                    <a:pt x="159" y="117"/>
                  </a:cubicBezTo>
                  <a:lnTo>
                    <a:pt x="46" y="381"/>
                  </a:lnTo>
                  <a:cubicBezTo>
                    <a:pt x="0" y="479"/>
                    <a:pt x="46" y="595"/>
                    <a:pt x="148" y="641"/>
                  </a:cubicBezTo>
                  <a:cubicBezTo>
                    <a:pt x="174" y="653"/>
                    <a:pt x="201" y="658"/>
                    <a:pt x="228" y="658"/>
                  </a:cubicBezTo>
                  <a:cubicBezTo>
                    <a:pt x="306" y="658"/>
                    <a:pt x="381" y="611"/>
                    <a:pt x="412" y="535"/>
                  </a:cubicBezTo>
                  <a:lnTo>
                    <a:pt x="525" y="271"/>
                  </a:lnTo>
                  <a:cubicBezTo>
                    <a:pt x="584" y="117"/>
                    <a:pt x="45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4" name="Google Shape;21834;p91"/>
            <p:cNvSpPr/>
            <p:nvPr/>
          </p:nvSpPr>
          <p:spPr>
            <a:xfrm>
              <a:off x="2434570" y="1569101"/>
              <a:ext cx="15174" cy="17048"/>
            </a:xfrm>
            <a:custGeom>
              <a:rect b="b" l="l" r="r" t="t"/>
              <a:pathLst>
                <a:path extrusionOk="0" h="655" w="583">
                  <a:moveTo>
                    <a:pt x="249" y="1"/>
                  </a:moveTo>
                  <a:cubicBezTo>
                    <a:pt x="125" y="1"/>
                    <a:pt x="0" y="114"/>
                    <a:pt x="55" y="268"/>
                  </a:cubicBezTo>
                  <a:lnTo>
                    <a:pt x="160" y="532"/>
                  </a:lnTo>
                  <a:cubicBezTo>
                    <a:pt x="192" y="606"/>
                    <a:pt x="266" y="655"/>
                    <a:pt x="347" y="655"/>
                  </a:cubicBezTo>
                  <a:cubicBezTo>
                    <a:pt x="487" y="655"/>
                    <a:pt x="582" y="514"/>
                    <a:pt x="530" y="380"/>
                  </a:cubicBezTo>
                  <a:lnTo>
                    <a:pt x="424" y="117"/>
                  </a:lnTo>
                  <a:cubicBezTo>
                    <a:pt x="386" y="35"/>
                    <a:pt x="318"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5" name="Google Shape;21835;p91"/>
            <p:cNvSpPr/>
            <p:nvPr/>
          </p:nvSpPr>
          <p:spPr>
            <a:xfrm>
              <a:off x="2522517" y="1786196"/>
              <a:ext cx="14940" cy="17022"/>
            </a:xfrm>
            <a:custGeom>
              <a:rect b="b" l="l" r="r" t="t"/>
              <a:pathLst>
                <a:path extrusionOk="0" h="654" w="574">
                  <a:moveTo>
                    <a:pt x="228" y="1"/>
                  </a:moveTo>
                  <a:cubicBezTo>
                    <a:pt x="203" y="1"/>
                    <a:pt x="177" y="6"/>
                    <a:pt x="152" y="16"/>
                  </a:cubicBezTo>
                  <a:lnTo>
                    <a:pt x="155" y="16"/>
                  </a:lnTo>
                  <a:cubicBezTo>
                    <a:pt x="53" y="54"/>
                    <a:pt x="1" y="171"/>
                    <a:pt x="43" y="273"/>
                  </a:cubicBezTo>
                  <a:lnTo>
                    <a:pt x="152" y="537"/>
                  </a:lnTo>
                  <a:cubicBezTo>
                    <a:pt x="190" y="619"/>
                    <a:pt x="258" y="654"/>
                    <a:pt x="327" y="654"/>
                  </a:cubicBezTo>
                  <a:cubicBezTo>
                    <a:pt x="450" y="654"/>
                    <a:pt x="573" y="542"/>
                    <a:pt x="521" y="389"/>
                  </a:cubicBezTo>
                  <a:lnTo>
                    <a:pt x="412" y="125"/>
                  </a:lnTo>
                  <a:cubicBezTo>
                    <a:pt x="383" y="48"/>
                    <a:pt x="307" y="1"/>
                    <a:pt x="2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6" name="Google Shape;21836;p91"/>
            <p:cNvSpPr/>
            <p:nvPr/>
          </p:nvSpPr>
          <p:spPr>
            <a:xfrm>
              <a:off x="2583968" y="1635783"/>
              <a:ext cx="21369" cy="13196"/>
            </a:xfrm>
            <a:custGeom>
              <a:rect b="b" l="l" r="r" t="t"/>
              <a:pathLst>
                <a:path extrusionOk="0" h="507" w="821">
                  <a:moveTo>
                    <a:pt x="538" y="1"/>
                  </a:moveTo>
                  <a:cubicBezTo>
                    <a:pt x="515" y="1"/>
                    <a:pt x="490" y="5"/>
                    <a:pt x="465" y="14"/>
                  </a:cubicBezTo>
                  <a:lnTo>
                    <a:pt x="201" y="120"/>
                  </a:lnTo>
                  <a:cubicBezTo>
                    <a:pt x="0" y="204"/>
                    <a:pt x="57" y="507"/>
                    <a:pt x="278" y="507"/>
                  </a:cubicBezTo>
                  <a:cubicBezTo>
                    <a:pt x="303" y="507"/>
                    <a:pt x="328" y="499"/>
                    <a:pt x="352" y="489"/>
                  </a:cubicBezTo>
                  <a:lnTo>
                    <a:pt x="616" y="383"/>
                  </a:lnTo>
                  <a:cubicBezTo>
                    <a:pt x="821" y="289"/>
                    <a:pt x="730"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7" name="Google Shape;21837;p91"/>
            <p:cNvSpPr/>
            <p:nvPr/>
          </p:nvSpPr>
          <p:spPr>
            <a:xfrm>
              <a:off x="2366039" y="1723340"/>
              <a:ext cx="20978" cy="13456"/>
            </a:xfrm>
            <a:custGeom>
              <a:rect b="b" l="l" r="r" t="t"/>
              <a:pathLst>
                <a:path extrusionOk="0" h="517" w="806">
                  <a:moveTo>
                    <a:pt x="574" y="0"/>
                  </a:moveTo>
                  <a:cubicBezTo>
                    <a:pt x="547" y="0"/>
                    <a:pt x="519" y="6"/>
                    <a:pt x="492" y="17"/>
                  </a:cubicBezTo>
                  <a:lnTo>
                    <a:pt x="228" y="126"/>
                  </a:lnTo>
                  <a:cubicBezTo>
                    <a:pt x="1" y="206"/>
                    <a:pt x="93" y="517"/>
                    <a:pt x="288" y="517"/>
                  </a:cubicBezTo>
                  <a:cubicBezTo>
                    <a:pt x="317" y="517"/>
                    <a:pt x="347" y="510"/>
                    <a:pt x="379" y="496"/>
                  </a:cubicBezTo>
                  <a:lnTo>
                    <a:pt x="643" y="387"/>
                  </a:lnTo>
                  <a:cubicBezTo>
                    <a:pt x="749" y="351"/>
                    <a:pt x="805" y="232"/>
                    <a:pt x="759" y="126"/>
                  </a:cubicBezTo>
                  <a:cubicBezTo>
                    <a:pt x="728" y="47"/>
                    <a:pt x="653" y="0"/>
                    <a:pt x="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38" name="Google Shape;21838;p91"/>
          <p:cNvGrpSpPr/>
          <p:nvPr/>
        </p:nvGrpSpPr>
        <p:grpSpPr>
          <a:xfrm>
            <a:off x="880806" y="1528081"/>
            <a:ext cx="376956" cy="335651"/>
            <a:chOff x="880806" y="1528081"/>
            <a:chExt cx="376956" cy="335651"/>
          </a:xfrm>
        </p:grpSpPr>
        <p:sp>
          <p:nvSpPr>
            <p:cNvPr id="21839" name="Google Shape;21839;p91"/>
            <p:cNvSpPr/>
            <p:nvPr/>
          </p:nvSpPr>
          <p:spPr>
            <a:xfrm>
              <a:off x="951237" y="1551246"/>
              <a:ext cx="70821" cy="59082"/>
            </a:xfrm>
            <a:custGeom>
              <a:rect b="b" l="l" r="r" t="t"/>
              <a:pathLst>
                <a:path extrusionOk="0" h="2270" w="2721">
                  <a:moveTo>
                    <a:pt x="1362" y="0"/>
                  </a:moveTo>
                  <a:cubicBezTo>
                    <a:pt x="609" y="0"/>
                    <a:pt x="0" y="507"/>
                    <a:pt x="0" y="1133"/>
                  </a:cubicBezTo>
                  <a:cubicBezTo>
                    <a:pt x="0" y="1760"/>
                    <a:pt x="609" y="2270"/>
                    <a:pt x="1362" y="2270"/>
                  </a:cubicBezTo>
                  <a:cubicBezTo>
                    <a:pt x="2112" y="2270"/>
                    <a:pt x="2720" y="1760"/>
                    <a:pt x="2720" y="1133"/>
                  </a:cubicBezTo>
                  <a:cubicBezTo>
                    <a:pt x="2720" y="507"/>
                    <a:pt x="2112" y="0"/>
                    <a:pt x="13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0" name="Google Shape;21840;p91"/>
            <p:cNvSpPr/>
            <p:nvPr/>
          </p:nvSpPr>
          <p:spPr>
            <a:xfrm>
              <a:off x="951237" y="1551246"/>
              <a:ext cx="47266" cy="59004"/>
            </a:xfrm>
            <a:custGeom>
              <a:rect b="b" l="l" r="r" t="t"/>
              <a:pathLst>
                <a:path extrusionOk="0" h="2267" w="1816">
                  <a:moveTo>
                    <a:pt x="1359" y="0"/>
                  </a:moveTo>
                  <a:cubicBezTo>
                    <a:pt x="609" y="0"/>
                    <a:pt x="0" y="507"/>
                    <a:pt x="0" y="1133"/>
                  </a:cubicBezTo>
                  <a:cubicBezTo>
                    <a:pt x="0" y="1760"/>
                    <a:pt x="609" y="2266"/>
                    <a:pt x="1362" y="2266"/>
                  </a:cubicBezTo>
                  <a:cubicBezTo>
                    <a:pt x="1517" y="2266"/>
                    <a:pt x="1668" y="2245"/>
                    <a:pt x="1816" y="2203"/>
                  </a:cubicBezTo>
                  <a:cubicBezTo>
                    <a:pt x="1288" y="2045"/>
                    <a:pt x="908" y="1626"/>
                    <a:pt x="908" y="1133"/>
                  </a:cubicBezTo>
                  <a:cubicBezTo>
                    <a:pt x="908" y="641"/>
                    <a:pt x="1285" y="222"/>
                    <a:pt x="1812" y="67"/>
                  </a:cubicBezTo>
                  <a:cubicBezTo>
                    <a:pt x="1665" y="21"/>
                    <a:pt x="1513" y="0"/>
                    <a:pt x="1359"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1" name="Google Shape;21841;p91"/>
            <p:cNvSpPr/>
            <p:nvPr/>
          </p:nvSpPr>
          <p:spPr>
            <a:xfrm>
              <a:off x="909931" y="1580735"/>
              <a:ext cx="153510" cy="153510"/>
            </a:xfrm>
            <a:custGeom>
              <a:rect b="b" l="l" r="r" t="t"/>
              <a:pathLst>
                <a:path extrusionOk="0" h="5898" w="5898">
                  <a:moveTo>
                    <a:pt x="2949" y="0"/>
                  </a:moveTo>
                  <a:cubicBezTo>
                    <a:pt x="1320" y="0"/>
                    <a:pt x="1" y="1320"/>
                    <a:pt x="1" y="2949"/>
                  </a:cubicBezTo>
                  <a:cubicBezTo>
                    <a:pt x="1" y="4578"/>
                    <a:pt x="1320" y="5897"/>
                    <a:pt x="2949" y="5897"/>
                  </a:cubicBezTo>
                  <a:cubicBezTo>
                    <a:pt x="4578" y="5897"/>
                    <a:pt x="5898" y="4578"/>
                    <a:pt x="5898" y="2949"/>
                  </a:cubicBezTo>
                  <a:cubicBezTo>
                    <a:pt x="5898" y="1320"/>
                    <a:pt x="4578" y="0"/>
                    <a:pt x="29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2" name="Google Shape;21842;p91"/>
            <p:cNvSpPr/>
            <p:nvPr/>
          </p:nvSpPr>
          <p:spPr>
            <a:xfrm>
              <a:off x="940982" y="1580761"/>
              <a:ext cx="122381" cy="153484"/>
            </a:xfrm>
            <a:custGeom>
              <a:rect b="b" l="l" r="r" t="t"/>
              <a:pathLst>
                <a:path extrusionOk="0" h="5897" w="4702">
                  <a:moveTo>
                    <a:pt x="1773" y="1"/>
                  </a:moveTo>
                  <a:cubicBezTo>
                    <a:pt x="1619" y="1"/>
                    <a:pt x="1464" y="13"/>
                    <a:pt x="1309" y="38"/>
                  </a:cubicBezTo>
                  <a:cubicBezTo>
                    <a:pt x="145" y="256"/>
                    <a:pt x="0" y="1945"/>
                    <a:pt x="1183" y="2307"/>
                  </a:cubicBezTo>
                  <a:lnTo>
                    <a:pt x="1211" y="2314"/>
                  </a:lnTo>
                  <a:lnTo>
                    <a:pt x="1499" y="5886"/>
                  </a:lnTo>
                  <a:cubicBezTo>
                    <a:pt x="1584" y="5893"/>
                    <a:pt x="1668" y="5896"/>
                    <a:pt x="1756" y="5896"/>
                  </a:cubicBezTo>
                  <a:cubicBezTo>
                    <a:pt x="3382" y="5896"/>
                    <a:pt x="4701" y="4577"/>
                    <a:pt x="4701" y="2951"/>
                  </a:cubicBezTo>
                  <a:cubicBezTo>
                    <a:pt x="4701" y="2181"/>
                    <a:pt x="4465" y="1692"/>
                    <a:pt x="4163" y="1252"/>
                  </a:cubicBezTo>
                  <a:cubicBezTo>
                    <a:pt x="3612" y="462"/>
                    <a:pt x="2716" y="1"/>
                    <a:pt x="177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3" name="Google Shape;21843;p91"/>
            <p:cNvSpPr/>
            <p:nvPr/>
          </p:nvSpPr>
          <p:spPr>
            <a:xfrm>
              <a:off x="1086944" y="1551246"/>
              <a:ext cx="165327" cy="172823"/>
            </a:xfrm>
            <a:custGeom>
              <a:rect b="b" l="l" r="r" t="t"/>
              <a:pathLst>
                <a:path extrusionOk="0" h="6640" w="6352">
                  <a:moveTo>
                    <a:pt x="683" y="0"/>
                  </a:moveTo>
                  <a:cubicBezTo>
                    <a:pt x="307" y="0"/>
                    <a:pt x="4" y="306"/>
                    <a:pt x="4" y="679"/>
                  </a:cubicBezTo>
                  <a:lnTo>
                    <a:pt x="4" y="4307"/>
                  </a:lnTo>
                  <a:cubicBezTo>
                    <a:pt x="1" y="4683"/>
                    <a:pt x="307" y="4990"/>
                    <a:pt x="683" y="4990"/>
                  </a:cubicBezTo>
                  <a:lnTo>
                    <a:pt x="1362" y="4990"/>
                  </a:lnTo>
                  <a:lnTo>
                    <a:pt x="986" y="6499"/>
                  </a:lnTo>
                  <a:cubicBezTo>
                    <a:pt x="967" y="6576"/>
                    <a:pt x="1030" y="6639"/>
                    <a:pt x="1097" y="6639"/>
                  </a:cubicBezTo>
                  <a:cubicBezTo>
                    <a:pt x="1119" y="6639"/>
                    <a:pt x="1141" y="6633"/>
                    <a:pt x="1162" y="6619"/>
                  </a:cubicBezTo>
                  <a:lnTo>
                    <a:pt x="3403" y="4990"/>
                  </a:lnTo>
                  <a:lnTo>
                    <a:pt x="5673" y="4990"/>
                  </a:lnTo>
                  <a:cubicBezTo>
                    <a:pt x="6049" y="4990"/>
                    <a:pt x="6352" y="4683"/>
                    <a:pt x="6352" y="4307"/>
                  </a:cubicBezTo>
                  <a:lnTo>
                    <a:pt x="6352" y="679"/>
                  </a:lnTo>
                  <a:cubicBezTo>
                    <a:pt x="6352" y="303"/>
                    <a:pt x="6046" y="0"/>
                    <a:pt x="566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4" name="Google Shape;21844;p91"/>
            <p:cNvSpPr/>
            <p:nvPr/>
          </p:nvSpPr>
          <p:spPr>
            <a:xfrm>
              <a:off x="1092722" y="1551246"/>
              <a:ext cx="141798" cy="94428"/>
            </a:xfrm>
            <a:custGeom>
              <a:rect b="b" l="l" r="r" t="t"/>
              <a:pathLst>
                <a:path extrusionOk="0" h="3628" w="5448">
                  <a:moveTo>
                    <a:pt x="736" y="0"/>
                  </a:moveTo>
                  <a:cubicBezTo>
                    <a:pt x="0" y="1436"/>
                    <a:pt x="803" y="3181"/>
                    <a:pt x="2372" y="3558"/>
                  </a:cubicBezTo>
                  <a:cubicBezTo>
                    <a:pt x="2570" y="3605"/>
                    <a:pt x="2767" y="3628"/>
                    <a:pt x="2960" y="3628"/>
                  </a:cubicBezTo>
                  <a:cubicBezTo>
                    <a:pt x="4297" y="3628"/>
                    <a:pt x="5447" y="2544"/>
                    <a:pt x="5447" y="1133"/>
                  </a:cubicBezTo>
                  <a:cubicBezTo>
                    <a:pt x="5447" y="739"/>
                    <a:pt x="5356" y="352"/>
                    <a:pt x="517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5" name="Google Shape;21845;p91"/>
            <p:cNvSpPr/>
            <p:nvPr/>
          </p:nvSpPr>
          <p:spPr>
            <a:xfrm>
              <a:off x="1122393" y="1533573"/>
              <a:ext cx="94454" cy="94428"/>
            </a:xfrm>
            <a:custGeom>
              <a:rect b="b" l="l" r="r" t="t"/>
              <a:pathLst>
                <a:path extrusionOk="0" h="3628" w="3629">
                  <a:moveTo>
                    <a:pt x="1816" y="0"/>
                  </a:moveTo>
                  <a:cubicBezTo>
                    <a:pt x="813" y="0"/>
                    <a:pt x="0" y="813"/>
                    <a:pt x="0" y="1812"/>
                  </a:cubicBezTo>
                  <a:cubicBezTo>
                    <a:pt x="0" y="2815"/>
                    <a:pt x="813" y="3628"/>
                    <a:pt x="1816" y="3628"/>
                  </a:cubicBezTo>
                  <a:cubicBezTo>
                    <a:pt x="2815" y="3628"/>
                    <a:pt x="3628" y="2815"/>
                    <a:pt x="3628" y="1812"/>
                  </a:cubicBezTo>
                  <a:cubicBezTo>
                    <a:pt x="3628" y="813"/>
                    <a:pt x="2815" y="0"/>
                    <a:pt x="181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6" name="Google Shape;21846;p91"/>
            <p:cNvSpPr/>
            <p:nvPr/>
          </p:nvSpPr>
          <p:spPr>
            <a:xfrm>
              <a:off x="1140066" y="1551246"/>
              <a:ext cx="59082" cy="59082"/>
            </a:xfrm>
            <a:custGeom>
              <a:rect b="b" l="l" r="r" t="t"/>
              <a:pathLst>
                <a:path extrusionOk="0" h="2270" w="2270">
                  <a:moveTo>
                    <a:pt x="1137" y="0"/>
                  </a:moveTo>
                  <a:cubicBezTo>
                    <a:pt x="511" y="0"/>
                    <a:pt x="1" y="507"/>
                    <a:pt x="1" y="1133"/>
                  </a:cubicBezTo>
                  <a:cubicBezTo>
                    <a:pt x="1" y="1760"/>
                    <a:pt x="511" y="2270"/>
                    <a:pt x="1137" y="2270"/>
                  </a:cubicBezTo>
                  <a:cubicBezTo>
                    <a:pt x="1760" y="2270"/>
                    <a:pt x="2270" y="1760"/>
                    <a:pt x="2270" y="1133"/>
                  </a:cubicBezTo>
                  <a:cubicBezTo>
                    <a:pt x="2270" y="507"/>
                    <a:pt x="1760" y="0"/>
                    <a:pt x="11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7" name="Google Shape;21847;p91"/>
            <p:cNvSpPr/>
            <p:nvPr/>
          </p:nvSpPr>
          <p:spPr>
            <a:xfrm>
              <a:off x="1151883" y="1624513"/>
              <a:ext cx="35475" cy="27121"/>
            </a:xfrm>
            <a:custGeom>
              <a:rect b="b" l="l" r="r" t="t"/>
              <a:pathLst>
                <a:path extrusionOk="0" h="1042" w="1363">
                  <a:moveTo>
                    <a:pt x="0" y="0"/>
                  </a:moveTo>
                  <a:lnTo>
                    <a:pt x="0" y="813"/>
                  </a:lnTo>
                  <a:cubicBezTo>
                    <a:pt x="0" y="940"/>
                    <a:pt x="102" y="1042"/>
                    <a:pt x="229" y="1042"/>
                  </a:cubicBezTo>
                  <a:lnTo>
                    <a:pt x="1133" y="1042"/>
                  </a:lnTo>
                  <a:cubicBezTo>
                    <a:pt x="1260" y="1038"/>
                    <a:pt x="1362" y="940"/>
                    <a:pt x="1362" y="813"/>
                  </a:cubicBezTo>
                  <a:lnTo>
                    <a:pt x="136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8" name="Google Shape;21848;p91"/>
            <p:cNvSpPr/>
            <p:nvPr/>
          </p:nvSpPr>
          <p:spPr>
            <a:xfrm>
              <a:off x="1151883" y="1624513"/>
              <a:ext cx="17777" cy="27121"/>
            </a:xfrm>
            <a:custGeom>
              <a:rect b="b" l="l" r="r" t="t"/>
              <a:pathLst>
                <a:path extrusionOk="0" h="1042" w="683">
                  <a:moveTo>
                    <a:pt x="0" y="0"/>
                  </a:moveTo>
                  <a:lnTo>
                    <a:pt x="0" y="813"/>
                  </a:lnTo>
                  <a:cubicBezTo>
                    <a:pt x="0" y="940"/>
                    <a:pt x="102" y="1042"/>
                    <a:pt x="229" y="1042"/>
                  </a:cubicBezTo>
                  <a:lnTo>
                    <a:pt x="683" y="1042"/>
                  </a:lnTo>
                  <a:lnTo>
                    <a:pt x="683"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9" name="Google Shape;21849;p91"/>
            <p:cNvSpPr/>
            <p:nvPr/>
          </p:nvSpPr>
          <p:spPr>
            <a:xfrm>
              <a:off x="886298" y="1740075"/>
              <a:ext cx="200776" cy="118061"/>
            </a:xfrm>
            <a:custGeom>
              <a:rect b="b" l="l" r="r" t="t"/>
              <a:pathLst>
                <a:path extrusionOk="0" h="4536" w="7714">
                  <a:moveTo>
                    <a:pt x="2724" y="0"/>
                  </a:moveTo>
                  <a:lnTo>
                    <a:pt x="2724" y="996"/>
                  </a:lnTo>
                  <a:cubicBezTo>
                    <a:pt x="2724" y="1176"/>
                    <a:pt x="2619" y="1337"/>
                    <a:pt x="2453" y="1411"/>
                  </a:cubicBezTo>
                  <a:lnTo>
                    <a:pt x="543" y="2256"/>
                  </a:lnTo>
                  <a:cubicBezTo>
                    <a:pt x="215" y="2400"/>
                    <a:pt x="1" y="2724"/>
                    <a:pt x="1" y="3083"/>
                  </a:cubicBezTo>
                  <a:lnTo>
                    <a:pt x="1" y="4536"/>
                  </a:lnTo>
                  <a:lnTo>
                    <a:pt x="7713" y="4536"/>
                  </a:lnTo>
                  <a:lnTo>
                    <a:pt x="7713" y="3086"/>
                  </a:lnTo>
                  <a:cubicBezTo>
                    <a:pt x="7713" y="2724"/>
                    <a:pt x="7499" y="2400"/>
                    <a:pt x="7171" y="2256"/>
                  </a:cubicBezTo>
                  <a:lnTo>
                    <a:pt x="5261" y="1411"/>
                  </a:lnTo>
                  <a:cubicBezTo>
                    <a:pt x="5096" y="1341"/>
                    <a:pt x="4990" y="1176"/>
                    <a:pt x="4990" y="996"/>
                  </a:cubicBezTo>
                  <a:lnTo>
                    <a:pt x="4990"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0" name="Google Shape;21850;p91"/>
            <p:cNvSpPr/>
            <p:nvPr/>
          </p:nvSpPr>
          <p:spPr>
            <a:xfrm>
              <a:off x="957197" y="1740075"/>
              <a:ext cx="59004" cy="29567"/>
            </a:xfrm>
            <a:custGeom>
              <a:rect b="b" l="l" r="r" t="t"/>
              <a:pathLst>
                <a:path extrusionOk="0" h="1136" w="2267">
                  <a:moveTo>
                    <a:pt x="0" y="0"/>
                  </a:moveTo>
                  <a:lnTo>
                    <a:pt x="0" y="908"/>
                  </a:lnTo>
                  <a:cubicBezTo>
                    <a:pt x="363" y="1059"/>
                    <a:pt x="748" y="1135"/>
                    <a:pt x="1133" y="1135"/>
                  </a:cubicBezTo>
                  <a:cubicBezTo>
                    <a:pt x="1518" y="1135"/>
                    <a:pt x="1904" y="1059"/>
                    <a:pt x="2266" y="908"/>
                  </a:cubicBezTo>
                  <a:lnTo>
                    <a:pt x="2266"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1" name="Google Shape;21851;p91"/>
            <p:cNvSpPr/>
            <p:nvPr/>
          </p:nvSpPr>
          <p:spPr>
            <a:xfrm>
              <a:off x="886298" y="1782552"/>
              <a:ext cx="200776" cy="75584"/>
            </a:xfrm>
            <a:custGeom>
              <a:rect b="b" l="l" r="r" t="t"/>
              <a:pathLst>
                <a:path extrusionOk="0" h="2904" w="7714">
                  <a:moveTo>
                    <a:pt x="1954" y="1"/>
                  </a:moveTo>
                  <a:lnTo>
                    <a:pt x="543" y="624"/>
                  </a:lnTo>
                  <a:cubicBezTo>
                    <a:pt x="212" y="768"/>
                    <a:pt x="1" y="1092"/>
                    <a:pt x="1" y="1454"/>
                  </a:cubicBezTo>
                  <a:lnTo>
                    <a:pt x="1" y="2904"/>
                  </a:lnTo>
                  <a:lnTo>
                    <a:pt x="7713" y="2904"/>
                  </a:lnTo>
                  <a:lnTo>
                    <a:pt x="7713" y="1454"/>
                  </a:lnTo>
                  <a:cubicBezTo>
                    <a:pt x="7713" y="1092"/>
                    <a:pt x="7499" y="768"/>
                    <a:pt x="7171" y="624"/>
                  </a:cubicBezTo>
                  <a:lnTo>
                    <a:pt x="5764" y="1"/>
                  </a:lnTo>
                  <a:cubicBezTo>
                    <a:pt x="5461" y="789"/>
                    <a:pt x="4705" y="1313"/>
                    <a:pt x="3857" y="1313"/>
                  </a:cubicBezTo>
                  <a:cubicBezTo>
                    <a:pt x="3013" y="1313"/>
                    <a:pt x="2253" y="789"/>
                    <a:pt x="195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2" name="Google Shape;21852;p91"/>
            <p:cNvSpPr/>
            <p:nvPr/>
          </p:nvSpPr>
          <p:spPr>
            <a:xfrm>
              <a:off x="927708" y="1640780"/>
              <a:ext cx="118061" cy="111163"/>
            </a:xfrm>
            <a:custGeom>
              <a:rect b="b" l="l" r="r" t="t"/>
              <a:pathLst>
                <a:path extrusionOk="0" h="4271" w="4536">
                  <a:moveTo>
                    <a:pt x="1653" y="0"/>
                  </a:moveTo>
                  <a:cubicBezTo>
                    <a:pt x="1483" y="0"/>
                    <a:pt x="1323" y="92"/>
                    <a:pt x="1246" y="248"/>
                  </a:cubicBezTo>
                  <a:cubicBezTo>
                    <a:pt x="1101" y="543"/>
                    <a:pt x="795" y="1011"/>
                    <a:pt x="190" y="1426"/>
                  </a:cubicBezTo>
                  <a:cubicBezTo>
                    <a:pt x="71" y="1511"/>
                    <a:pt x="0" y="1648"/>
                    <a:pt x="0" y="1796"/>
                  </a:cubicBezTo>
                  <a:lnTo>
                    <a:pt x="0" y="1922"/>
                  </a:lnTo>
                  <a:cubicBezTo>
                    <a:pt x="0" y="3133"/>
                    <a:pt x="911" y="4185"/>
                    <a:pt x="2115" y="4266"/>
                  </a:cubicBezTo>
                  <a:cubicBezTo>
                    <a:pt x="2165" y="4269"/>
                    <a:pt x="2215" y="4271"/>
                    <a:pt x="2264" y="4271"/>
                  </a:cubicBezTo>
                  <a:cubicBezTo>
                    <a:pt x="3510" y="4271"/>
                    <a:pt x="4535" y="3262"/>
                    <a:pt x="4535" y="2003"/>
                  </a:cubicBezTo>
                  <a:lnTo>
                    <a:pt x="4535" y="1606"/>
                  </a:lnTo>
                  <a:cubicBezTo>
                    <a:pt x="4535" y="1409"/>
                    <a:pt x="4451" y="1222"/>
                    <a:pt x="4303" y="1096"/>
                  </a:cubicBezTo>
                  <a:cubicBezTo>
                    <a:pt x="3941" y="779"/>
                    <a:pt x="3121" y="220"/>
                    <a:pt x="1721" y="5"/>
                  </a:cubicBezTo>
                  <a:cubicBezTo>
                    <a:pt x="1698" y="2"/>
                    <a:pt x="1676" y="0"/>
                    <a:pt x="165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3" name="Google Shape;21853;p91"/>
            <p:cNvSpPr/>
            <p:nvPr/>
          </p:nvSpPr>
          <p:spPr>
            <a:xfrm>
              <a:off x="927604" y="1640780"/>
              <a:ext cx="118061" cy="110669"/>
            </a:xfrm>
            <a:custGeom>
              <a:rect b="b" l="l" r="r" t="t"/>
              <a:pathLst>
                <a:path extrusionOk="0" h="4252" w="4536">
                  <a:moveTo>
                    <a:pt x="1657" y="0"/>
                  </a:moveTo>
                  <a:cubicBezTo>
                    <a:pt x="1487" y="0"/>
                    <a:pt x="1327" y="92"/>
                    <a:pt x="1250" y="248"/>
                  </a:cubicBezTo>
                  <a:cubicBezTo>
                    <a:pt x="1207" y="332"/>
                    <a:pt x="1162" y="413"/>
                    <a:pt x="1112" y="490"/>
                  </a:cubicBezTo>
                  <a:cubicBezTo>
                    <a:pt x="873" y="860"/>
                    <a:pt x="560" y="1180"/>
                    <a:pt x="194" y="1426"/>
                  </a:cubicBezTo>
                  <a:cubicBezTo>
                    <a:pt x="75" y="1507"/>
                    <a:pt x="1" y="1648"/>
                    <a:pt x="4" y="1796"/>
                  </a:cubicBezTo>
                  <a:lnTo>
                    <a:pt x="4" y="1926"/>
                  </a:lnTo>
                  <a:cubicBezTo>
                    <a:pt x="4" y="3091"/>
                    <a:pt x="852" y="4111"/>
                    <a:pt x="1996" y="4252"/>
                  </a:cubicBezTo>
                  <a:cubicBezTo>
                    <a:pt x="1587" y="3829"/>
                    <a:pt x="1362" y="3267"/>
                    <a:pt x="1362" y="2682"/>
                  </a:cubicBezTo>
                  <a:lnTo>
                    <a:pt x="1362" y="1257"/>
                  </a:lnTo>
                  <a:cubicBezTo>
                    <a:pt x="1362" y="1025"/>
                    <a:pt x="1538" y="828"/>
                    <a:pt x="1770" y="804"/>
                  </a:cubicBezTo>
                  <a:cubicBezTo>
                    <a:pt x="1808" y="800"/>
                    <a:pt x="1849" y="798"/>
                    <a:pt x="1895" y="798"/>
                  </a:cubicBezTo>
                  <a:cubicBezTo>
                    <a:pt x="2522" y="798"/>
                    <a:pt x="3903" y="1127"/>
                    <a:pt x="4536" y="1550"/>
                  </a:cubicBezTo>
                  <a:cubicBezTo>
                    <a:pt x="4501" y="1490"/>
                    <a:pt x="4360" y="1141"/>
                    <a:pt x="4307" y="1096"/>
                  </a:cubicBezTo>
                  <a:cubicBezTo>
                    <a:pt x="3945" y="779"/>
                    <a:pt x="3129" y="220"/>
                    <a:pt x="1725" y="5"/>
                  </a:cubicBezTo>
                  <a:cubicBezTo>
                    <a:pt x="1702" y="2"/>
                    <a:pt x="1680" y="0"/>
                    <a:pt x="165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4" name="Google Shape;21854;p91"/>
            <p:cNvSpPr/>
            <p:nvPr/>
          </p:nvSpPr>
          <p:spPr>
            <a:xfrm>
              <a:off x="886298" y="1801969"/>
              <a:ext cx="41436" cy="56167"/>
            </a:xfrm>
            <a:custGeom>
              <a:rect b="b" l="l" r="r" t="t"/>
              <a:pathLst>
                <a:path extrusionOk="0" h="2158" w="1592">
                  <a:moveTo>
                    <a:pt x="342" y="1"/>
                  </a:moveTo>
                  <a:cubicBezTo>
                    <a:pt x="127" y="173"/>
                    <a:pt x="4" y="434"/>
                    <a:pt x="1" y="705"/>
                  </a:cubicBezTo>
                  <a:lnTo>
                    <a:pt x="1" y="2158"/>
                  </a:lnTo>
                  <a:lnTo>
                    <a:pt x="1591" y="2158"/>
                  </a:lnTo>
                  <a:lnTo>
                    <a:pt x="1591" y="1531"/>
                  </a:lnTo>
                  <a:cubicBezTo>
                    <a:pt x="1591" y="1352"/>
                    <a:pt x="1517" y="1180"/>
                    <a:pt x="1391" y="1049"/>
                  </a:cubicBezTo>
                  <a:lnTo>
                    <a:pt x="34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5" name="Google Shape;21855;p91"/>
            <p:cNvSpPr/>
            <p:nvPr/>
          </p:nvSpPr>
          <p:spPr>
            <a:xfrm>
              <a:off x="1045638" y="1801969"/>
              <a:ext cx="41332" cy="56167"/>
            </a:xfrm>
            <a:custGeom>
              <a:rect b="b" l="l" r="r" t="t"/>
              <a:pathLst>
                <a:path extrusionOk="0" h="2158" w="1588">
                  <a:moveTo>
                    <a:pt x="1250" y="1"/>
                  </a:moveTo>
                  <a:lnTo>
                    <a:pt x="202" y="1049"/>
                  </a:lnTo>
                  <a:cubicBezTo>
                    <a:pt x="75" y="1180"/>
                    <a:pt x="1" y="1352"/>
                    <a:pt x="1" y="1531"/>
                  </a:cubicBezTo>
                  <a:lnTo>
                    <a:pt x="1" y="2158"/>
                  </a:lnTo>
                  <a:lnTo>
                    <a:pt x="1588" y="2158"/>
                  </a:lnTo>
                  <a:lnTo>
                    <a:pt x="1588" y="705"/>
                  </a:lnTo>
                  <a:cubicBezTo>
                    <a:pt x="1588" y="434"/>
                    <a:pt x="1465" y="173"/>
                    <a:pt x="1250"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6" name="Google Shape;21856;p91"/>
            <p:cNvSpPr/>
            <p:nvPr/>
          </p:nvSpPr>
          <p:spPr>
            <a:xfrm>
              <a:off x="1112789" y="1528081"/>
              <a:ext cx="113844" cy="134901"/>
            </a:xfrm>
            <a:custGeom>
              <a:rect b="b" l="l" r="r" t="t"/>
              <a:pathLst>
                <a:path extrusionOk="0" h="5183" w="4374">
                  <a:moveTo>
                    <a:pt x="2185" y="422"/>
                  </a:moveTo>
                  <a:cubicBezTo>
                    <a:pt x="2970" y="422"/>
                    <a:pt x="3638" y="989"/>
                    <a:pt x="3765" y="1763"/>
                  </a:cubicBezTo>
                  <a:cubicBezTo>
                    <a:pt x="3891" y="2540"/>
                    <a:pt x="3438" y="3290"/>
                    <a:pt x="2695" y="3543"/>
                  </a:cubicBezTo>
                  <a:lnTo>
                    <a:pt x="3068" y="2076"/>
                  </a:lnTo>
                  <a:cubicBezTo>
                    <a:pt x="3110" y="1960"/>
                    <a:pt x="3044" y="1830"/>
                    <a:pt x="2924" y="1798"/>
                  </a:cubicBezTo>
                  <a:cubicBezTo>
                    <a:pt x="2906" y="1793"/>
                    <a:pt x="2888" y="1791"/>
                    <a:pt x="2870" y="1791"/>
                  </a:cubicBezTo>
                  <a:cubicBezTo>
                    <a:pt x="2767" y="1791"/>
                    <a:pt x="2675" y="1866"/>
                    <a:pt x="2660" y="1971"/>
                  </a:cubicBezTo>
                  <a:lnTo>
                    <a:pt x="2642" y="2037"/>
                  </a:lnTo>
                  <a:lnTo>
                    <a:pt x="1728" y="2037"/>
                  </a:lnTo>
                  <a:lnTo>
                    <a:pt x="1710" y="1971"/>
                  </a:lnTo>
                  <a:cubicBezTo>
                    <a:pt x="1681" y="1859"/>
                    <a:pt x="1596" y="1810"/>
                    <a:pt x="1510" y="1810"/>
                  </a:cubicBezTo>
                  <a:cubicBezTo>
                    <a:pt x="1384" y="1810"/>
                    <a:pt x="1257" y="1913"/>
                    <a:pt x="1298" y="2076"/>
                  </a:cubicBezTo>
                  <a:lnTo>
                    <a:pt x="1671" y="3543"/>
                  </a:lnTo>
                  <a:cubicBezTo>
                    <a:pt x="925" y="3290"/>
                    <a:pt x="475" y="2540"/>
                    <a:pt x="602" y="1763"/>
                  </a:cubicBezTo>
                  <a:cubicBezTo>
                    <a:pt x="728" y="989"/>
                    <a:pt x="1397" y="422"/>
                    <a:pt x="2181" y="422"/>
                  </a:cubicBezTo>
                  <a:close/>
                  <a:moveTo>
                    <a:pt x="2533" y="2463"/>
                  </a:moveTo>
                  <a:lnTo>
                    <a:pt x="2238" y="3628"/>
                  </a:lnTo>
                  <a:lnTo>
                    <a:pt x="2132" y="3628"/>
                  </a:lnTo>
                  <a:lnTo>
                    <a:pt x="1833" y="2463"/>
                  </a:lnTo>
                  <a:close/>
                  <a:moveTo>
                    <a:pt x="2649" y="3994"/>
                  </a:moveTo>
                  <a:lnTo>
                    <a:pt x="2653" y="4518"/>
                  </a:lnTo>
                  <a:cubicBezTo>
                    <a:pt x="2653" y="4525"/>
                    <a:pt x="2646" y="4532"/>
                    <a:pt x="2635" y="4532"/>
                  </a:cubicBezTo>
                  <a:lnTo>
                    <a:pt x="1731" y="4532"/>
                  </a:lnTo>
                  <a:cubicBezTo>
                    <a:pt x="1721" y="4532"/>
                    <a:pt x="1717" y="4525"/>
                    <a:pt x="1717" y="4518"/>
                  </a:cubicBezTo>
                  <a:lnTo>
                    <a:pt x="1717" y="3994"/>
                  </a:lnTo>
                  <a:cubicBezTo>
                    <a:pt x="1870" y="4031"/>
                    <a:pt x="2027" y="4049"/>
                    <a:pt x="2183" y="4049"/>
                  </a:cubicBezTo>
                  <a:cubicBezTo>
                    <a:pt x="2340" y="4049"/>
                    <a:pt x="2496" y="4031"/>
                    <a:pt x="2649" y="3994"/>
                  </a:cubicBezTo>
                  <a:close/>
                  <a:moveTo>
                    <a:pt x="2185" y="0"/>
                  </a:moveTo>
                  <a:cubicBezTo>
                    <a:pt x="1242" y="0"/>
                    <a:pt x="426" y="648"/>
                    <a:pt x="211" y="1566"/>
                  </a:cubicBezTo>
                  <a:cubicBezTo>
                    <a:pt x="0" y="2484"/>
                    <a:pt x="447" y="3427"/>
                    <a:pt x="1295" y="3842"/>
                  </a:cubicBezTo>
                  <a:lnTo>
                    <a:pt x="1291" y="3842"/>
                  </a:lnTo>
                  <a:lnTo>
                    <a:pt x="1291" y="4518"/>
                  </a:lnTo>
                  <a:cubicBezTo>
                    <a:pt x="1291" y="4761"/>
                    <a:pt x="1488" y="4958"/>
                    <a:pt x="1731" y="4958"/>
                  </a:cubicBezTo>
                  <a:lnTo>
                    <a:pt x="1974" y="4958"/>
                  </a:lnTo>
                  <a:lnTo>
                    <a:pt x="1974" y="4972"/>
                  </a:lnTo>
                  <a:cubicBezTo>
                    <a:pt x="1974" y="5088"/>
                    <a:pt x="2069" y="5183"/>
                    <a:pt x="2185" y="5183"/>
                  </a:cubicBezTo>
                  <a:cubicBezTo>
                    <a:pt x="2301" y="5183"/>
                    <a:pt x="2396" y="5088"/>
                    <a:pt x="2396" y="4972"/>
                  </a:cubicBezTo>
                  <a:lnTo>
                    <a:pt x="2396" y="4958"/>
                  </a:lnTo>
                  <a:lnTo>
                    <a:pt x="2639" y="4958"/>
                  </a:lnTo>
                  <a:cubicBezTo>
                    <a:pt x="2882" y="4958"/>
                    <a:pt x="3079" y="4761"/>
                    <a:pt x="3079" y="4518"/>
                  </a:cubicBezTo>
                  <a:lnTo>
                    <a:pt x="3079" y="3842"/>
                  </a:lnTo>
                  <a:cubicBezTo>
                    <a:pt x="3923" y="3427"/>
                    <a:pt x="4373" y="2484"/>
                    <a:pt x="4159" y="1566"/>
                  </a:cubicBezTo>
                  <a:cubicBezTo>
                    <a:pt x="3944" y="648"/>
                    <a:pt x="3128" y="0"/>
                    <a:pt x="2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7" name="Google Shape;21857;p91"/>
            <p:cNvSpPr/>
            <p:nvPr/>
          </p:nvSpPr>
          <p:spPr>
            <a:xfrm>
              <a:off x="880806" y="1545754"/>
              <a:ext cx="211760" cy="317978"/>
            </a:xfrm>
            <a:custGeom>
              <a:rect b="b" l="l" r="r" t="t"/>
              <a:pathLst>
                <a:path extrusionOk="0" h="12217" w="8136">
                  <a:moveTo>
                    <a:pt x="4068" y="422"/>
                  </a:moveTo>
                  <a:cubicBezTo>
                    <a:pt x="4701" y="422"/>
                    <a:pt x="5215" y="834"/>
                    <a:pt x="5215" y="1344"/>
                  </a:cubicBezTo>
                  <a:lnTo>
                    <a:pt x="5215" y="1348"/>
                  </a:lnTo>
                  <a:cubicBezTo>
                    <a:pt x="4846" y="1204"/>
                    <a:pt x="4456" y="1131"/>
                    <a:pt x="4067" y="1131"/>
                  </a:cubicBezTo>
                  <a:cubicBezTo>
                    <a:pt x="3678" y="1131"/>
                    <a:pt x="3289" y="1204"/>
                    <a:pt x="2921" y="1348"/>
                  </a:cubicBezTo>
                  <a:cubicBezTo>
                    <a:pt x="2921" y="1348"/>
                    <a:pt x="2918" y="1344"/>
                    <a:pt x="2918" y="1344"/>
                  </a:cubicBezTo>
                  <a:cubicBezTo>
                    <a:pt x="2918" y="838"/>
                    <a:pt x="3435" y="422"/>
                    <a:pt x="4068" y="422"/>
                  </a:cubicBezTo>
                  <a:close/>
                  <a:moveTo>
                    <a:pt x="4068" y="1555"/>
                  </a:moveTo>
                  <a:cubicBezTo>
                    <a:pt x="6067" y="1555"/>
                    <a:pt x="7393" y="3631"/>
                    <a:pt x="6549" y="5447"/>
                  </a:cubicBezTo>
                  <a:lnTo>
                    <a:pt x="6549" y="5253"/>
                  </a:lnTo>
                  <a:cubicBezTo>
                    <a:pt x="6549" y="5000"/>
                    <a:pt x="6440" y="4754"/>
                    <a:pt x="6246" y="4585"/>
                  </a:cubicBezTo>
                  <a:cubicBezTo>
                    <a:pt x="5820" y="4215"/>
                    <a:pt x="4856" y="3568"/>
                    <a:pt x="3181" y="3403"/>
                  </a:cubicBezTo>
                  <a:cubicBezTo>
                    <a:pt x="3171" y="3401"/>
                    <a:pt x="3161" y="3401"/>
                    <a:pt x="3152" y="3401"/>
                  </a:cubicBezTo>
                  <a:cubicBezTo>
                    <a:pt x="2897" y="3401"/>
                    <a:pt x="2868" y="3794"/>
                    <a:pt x="3139" y="3825"/>
                  </a:cubicBezTo>
                  <a:cubicBezTo>
                    <a:pt x="4694" y="3980"/>
                    <a:pt x="5577" y="4567"/>
                    <a:pt x="5965" y="4905"/>
                  </a:cubicBezTo>
                  <a:cubicBezTo>
                    <a:pt x="6067" y="4993"/>
                    <a:pt x="6123" y="5123"/>
                    <a:pt x="6123" y="5253"/>
                  </a:cubicBezTo>
                  <a:lnTo>
                    <a:pt x="6123" y="5651"/>
                  </a:lnTo>
                  <a:cubicBezTo>
                    <a:pt x="6123" y="6787"/>
                    <a:pt x="5201" y="7706"/>
                    <a:pt x="4065" y="7706"/>
                  </a:cubicBezTo>
                  <a:cubicBezTo>
                    <a:pt x="2932" y="7706"/>
                    <a:pt x="2010" y="6787"/>
                    <a:pt x="2010" y="5651"/>
                  </a:cubicBezTo>
                  <a:lnTo>
                    <a:pt x="2010" y="5651"/>
                  </a:lnTo>
                  <a:lnTo>
                    <a:pt x="2013" y="5654"/>
                  </a:lnTo>
                  <a:lnTo>
                    <a:pt x="2013" y="5478"/>
                  </a:lnTo>
                  <a:cubicBezTo>
                    <a:pt x="2013" y="5394"/>
                    <a:pt x="2059" y="5317"/>
                    <a:pt x="2133" y="5278"/>
                  </a:cubicBezTo>
                  <a:cubicBezTo>
                    <a:pt x="2397" y="5123"/>
                    <a:pt x="2749" y="4842"/>
                    <a:pt x="2907" y="4360"/>
                  </a:cubicBezTo>
                  <a:cubicBezTo>
                    <a:pt x="2964" y="4194"/>
                    <a:pt x="2831" y="4080"/>
                    <a:pt x="2700" y="4080"/>
                  </a:cubicBezTo>
                  <a:cubicBezTo>
                    <a:pt x="2619" y="4080"/>
                    <a:pt x="2539" y="4124"/>
                    <a:pt x="2506" y="4226"/>
                  </a:cubicBezTo>
                  <a:cubicBezTo>
                    <a:pt x="2390" y="4578"/>
                    <a:pt x="2122" y="4792"/>
                    <a:pt x="1922" y="4908"/>
                  </a:cubicBezTo>
                  <a:cubicBezTo>
                    <a:pt x="1725" y="5021"/>
                    <a:pt x="1602" y="5225"/>
                    <a:pt x="1591" y="5450"/>
                  </a:cubicBezTo>
                  <a:cubicBezTo>
                    <a:pt x="743" y="3635"/>
                    <a:pt x="2066" y="1555"/>
                    <a:pt x="4068" y="1555"/>
                  </a:cubicBezTo>
                  <a:close/>
                  <a:moveTo>
                    <a:pt x="4986" y="7955"/>
                  </a:moveTo>
                  <a:lnTo>
                    <a:pt x="4986" y="8462"/>
                  </a:lnTo>
                  <a:cubicBezTo>
                    <a:pt x="4986" y="8726"/>
                    <a:pt x="5141" y="8965"/>
                    <a:pt x="5384" y="9071"/>
                  </a:cubicBezTo>
                  <a:lnTo>
                    <a:pt x="5690" y="9208"/>
                  </a:lnTo>
                  <a:cubicBezTo>
                    <a:pt x="5380" y="9820"/>
                    <a:pt x="4754" y="10204"/>
                    <a:pt x="4068" y="10204"/>
                  </a:cubicBezTo>
                  <a:cubicBezTo>
                    <a:pt x="3382" y="10204"/>
                    <a:pt x="2752" y="9820"/>
                    <a:pt x="2439" y="9212"/>
                  </a:cubicBezTo>
                  <a:lnTo>
                    <a:pt x="2749" y="9074"/>
                  </a:lnTo>
                  <a:cubicBezTo>
                    <a:pt x="2988" y="8969"/>
                    <a:pt x="3143" y="8730"/>
                    <a:pt x="3143" y="8466"/>
                  </a:cubicBezTo>
                  <a:lnTo>
                    <a:pt x="3143" y="7955"/>
                  </a:lnTo>
                  <a:cubicBezTo>
                    <a:pt x="3440" y="8073"/>
                    <a:pt x="3753" y="8132"/>
                    <a:pt x="4066" y="8132"/>
                  </a:cubicBezTo>
                  <a:cubicBezTo>
                    <a:pt x="4379" y="8132"/>
                    <a:pt x="4691" y="8073"/>
                    <a:pt x="4986" y="7955"/>
                  </a:cubicBezTo>
                  <a:close/>
                  <a:moveTo>
                    <a:pt x="4068" y="0"/>
                  </a:moveTo>
                  <a:cubicBezTo>
                    <a:pt x="3199" y="0"/>
                    <a:pt x="2495" y="602"/>
                    <a:pt x="2495" y="1344"/>
                  </a:cubicBezTo>
                  <a:cubicBezTo>
                    <a:pt x="2495" y="1411"/>
                    <a:pt x="2502" y="1478"/>
                    <a:pt x="2513" y="1541"/>
                  </a:cubicBezTo>
                  <a:cubicBezTo>
                    <a:pt x="764" y="2530"/>
                    <a:pt x="370" y="4877"/>
                    <a:pt x="1697" y="6379"/>
                  </a:cubicBezTo>
                  <a:cubicBezTo>
                    <a:pt x="1869" y="6939"/>
                    <a:pt x="2231" y="7417"/>
                    <a:pt x="2724" y="7734"/>
                  </a:cubicBezTo>
                  <a:lnTo>
                    <a:pt x="2724" y="8462"/>
                  </a:lnTo>
                  <a:cubicBezTo>
                    <a:pt x="2720" y="8557"/>
                    <a:pt x="2664" y="8645"/>
                    <a:pt x="2580" y="8680"/>
                  </a:cubicBezTo>
                  <a:lnTo>
                    <a:pt x="669" y="9528"/>
                  </a:lnTo>
                  <a:cubicBezTo>
                    <a:pt x="261" y="9708"/>
                    <a:pt x="1" y="10109"/>
                    <a:pt x="1" y="10552"/>
                  </a:cubicBezTo>
                  <a:lnTo>
                    <a:pt x="1" y="12002"/>
                  </a:lnTo>
                  <a:cubicBezTo>
                    <a:pt x="1" y="12121"/>
                    <a:pt x="96" y="12216"/>
                    <a:pt x="212" y="12216"/>
                  </a:cubicBezTo>
                  <a:cubicBezTo>
                    <a:pt x="331" y="12216"/>
                    <a:pt x="426" y="12121"/>
                    <a:pt x="426" y="12002"/>
                  </a:cubicBezTo>
                  <a:lnTo>
                    <a:pt x="426" y="10552"/>
                  </a:lnTo>
                  <a:cubicBezTo>
                    <a:pt x="426" y="10274"/>
                    <a:pt x="588" y="10028"/>
                    <a:pt x="842" y="9915"/>
                  </a:cubicBezTo>
                  <a:lnTo>
                    <a:pt x="2055" y="9380"/>
                  </a:lnTo>
                  <a:cubicBezTo>
                    <a:pt x="2435" y="10144"/>
                    <a:pt x="3217" y="10626"/>
                    <a:pt x="4072" y="10626"/>
                  </a:cubicBezTo>
                  <a:cubicBezTo>
                    <a:pt x="4923" y="10626"/>
                    <a:pt x="5704" y="10144"/>
                    <a:pt x="6084" y="9380"/>
                  </a:cubicBezTo>
                  <a:lnTo>
                    <a:pt x="7298" y="9915"/>
                  </a:lnTo>
                  <a:cubicBezTo>
                    <a:pt x="7551" y="10028"/>
                    <a:pt x="7713" y="10278"/>
                    <a:pt x="7713" y="10552"/>
                  </a:cubicBezTo>
                  <a:lnTo>
                    <a:pt x="7713" y="12002"/>
                  </a:lnTo>
                  <a:cubicBezTo>
                    <a:pt x="7713" y="12121"/>
                    <a:pt x="7808" y="12216"/>
                    <a:pt x="7924" y="12216"/>
                  </a:cubicBezTo>
                  <a:cubicBezTo>
                    <a:pt x="8040" y="12216"/>
                    <a:pt x="8135" y="12121"/>
                    <a:pt x="8135" y="12002"/>
                  </a:cubicBezTo>
                  <a:lnTo>
                    <a:pt x="8135" y="10552"/>
                  </a:lnTo>
                  <a:cubicBezTo>
                    <a:pt x="8135" y="10109"/>
                    <a:pt x="7875" y="9708"/>
                    <a:pt x="7467" y="9528"/>
                  </a:cubicBezTo>
                  <a:lnTo>
                    <a:pt x="5556" y="8684"/>
                  </a:lnTo>
                  <a:cubicBezTo>
                    <a:pt x="5468" y="8645"/>
                    <a:pt x="5412" y="8561"/>
                    <a:pt x="5412" y="8466"/>
                  </a:cubicBezTo>
                  <a:lnTo>
                    <a:pt x="5412" y="7734"/>
                  </a:lnTo>
                  <a:cubicBezTo>
                    <a:pt x="5901" y="7417"/>
                    <a:pt x="6264" y="6939"/>
                    <a:pt x="6440" y="6383"/>
                  </a:cubicBezTo>
                  <a:cubicBezTo>
                    <a:pt x="7766" y="4877"/>
                    <a:pt x="7368" y="2530"/>
                    <a:pt x="5623" y="1545"/>
                  </a:cubicBezTo>
                  <a:cubicBezTo>
                    <a:pt x="5634" y="1478"/>
                    <a:pt x="5641" y="1411"/>
                    <a:pt x="5641" y="1344"/>
                  </a:cubicBezTo>
                  <a:cubicBezTo>
                    <a:pt x="5641" y="605"/>
                    <a:pt x="4937" y="0"/>
                    <a:pt x="40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8" name="Google Shape;21858;p91"/>
            <p:cNvSpPr/>
            <p:nvPr/>
          </p:nvSpPr>
          <p:spPr>
            <a:xfrm>
              <a:off x="922112" y="1828985"/>
              <a:ext cx="11114" cy="34643"/>
            </a:xfrm>
            <a:custGeom>
              <a:rect b="b" l="l" r="r" t="t"/>
              <a:pathLst>
                <a:path extrusionOk="0" h="1331" w="427">
                  <a:moveTo>
                    <a:pt x="215" y="1"/>
                  </a:moveTo>
                  <a:cubicBezTo>
                    <a:pt x="96" y="1"/>
                    <a:pt x="1" y="96"/>
                    <a:pt x="4" y="212"/>
                  </a:cubicBezTo>
                  <a:lnTo>
                    <a:pt x="4" y="1120"/>
                  </a:lnTo>
                  <a:cubicBezTo>
                    <a:pt x="4" y="1236"/>
                    <a:pt x="99" y="1331"/>
                    <a:pt x="215" y="1331"/>
                  </a:cubicBezTo>
                  <a:cubicBezTo>
                    <a:pt x="331" y="1331"/>
                    <a:pt x="426" y="1236"/>
                    <a:pt x="426" y="1120"/>
                  </a:cubicBezTo>
                  <a:lnTo>
                    <a:pt x="426" y="212"/>
                  </a:lnTo>
                  <a:cubicBezTo>
                    <a:pt x="426" y="96"/>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9" name="Google Shape;21859;p91"/>
            <p:cNvSpPr/>
            <p:nvPr/>
          </p:nvSpPr>
          <p:spPr>
            <a:xfrm>
              <a:off x="1040147" y="1828985"/>
              <a:ext cx="11114" cy="34643"/>
            </a:xfrm>
            <a:custGeom>
              <a:rect b="b" l="l" r="r" t="t"/>
              <a:pathLst>
                <a:path extrusionOk="0" h="1331" w="427">
                  <a:moveTo>
                    <a:pt x="212" y="1"/>
                  </a:moveTo>
                  <a:cubicBezTo>
                    <a:pt x="96" y="1"/>
                    <a:pt x="1" y="96"/>
                    <a:pt x="1" y="212"/>
                  </a:cubicBezTo>
                  <a:lnTo>
                    <a:pt x="1" y="1120"/>
                  </a:lnTo>
                  <a:cubicBezTo>
                    <a:pt x="1" y="1236"/>
                    <a:pt x="96" y="1331"/>
                    <a:pt x="212" y="1331"/>
                  </a:cubicBezTo>
                  <a:cubicBezTo>
                    <a:pt x="332" y="1331"/>
                    <a:pt x="427" y="1236"/>
                    <a:pt x="427" y="1120"/>
                  </a:cubicBezTo>
                  <a:lnTo>
                    <a:pt x="427" y="212"/>
                  </a:lnTo>
                  <a:cubicBezTo>
                    <a:pt x="427" y="96"/>
                    <a:pt x="332"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0" name="Google Shape;21860;p91"/>
            <p:cNvSpPr/>
            <p:nvPr/>
          </p:nvSpPr>
          <p:spPr>
            <a:xfrm>
              <a:off x="1081452" y="1545754"/>
              <a:ext cx="176310" cy="183858"/>
            </a:xfrm>
            <a:custGeom>
              <a:rect b="b" l="l" r="r" t="t"/>
              <a:pathLst>
                <a:path extrusionOk="0" h="7064" w="6774">
                  <a:moveTo>
                    <a:pt x="894" y="0"/>
                  </a:moveTo>
                  <a:cubicBezTo>
                    <a:pt x="402" y="0"/>
                    <a:pt x="1" y="398"/>
                    <a:pt x="1" y="890"/>
                  </a:cubicBezTo>
                  <a:lnTo>
                    <a:pt x="1" y="4518"/>
                  </a:lnTo>
                  <a:cubicBezTo>
                    <a:pt x="1" y="5011"/>
                    <a:pt x="402" y="5408"/>
                    <a:pt x="894" y="5412"/>
                  </a:cubicBezTo>
                  <a:lnTo>
                    <a:pt x="1303" y="5412"/>
                  </a:lnTo>
                  <a:lnTo>
                    <a:pt x="989" y="6657"/>
                  </a:lnTo>
                  <a:cubicBezTo>
                    <a:pt x="934" y="6879"/>
                    <a:pt x="1109" y="7064"/>
                    <a:pt x="1304" y="7064"/>
                  </a:cubicBezTo>
                  <a:cubicBezTo>
                    <a:pt x="1368" y="7064"/>
                    <a:pt x="1435" y="7044"/>
                    <a:pt x="1496" y="6998"/>
                  </a:cubicBezTo>
                  <a:lnTo>
                    <a:pt x="3685" y="5412"/>
                  </a:lnTo>
                  <a:lnTo>
                    <a:pt x="5884" y="5412"/>
                  </a:lnTo>
                  <a:cubicBezTo>
                    <a:pt x="6376" y="5408"/>
                    <a:pt x="6774" y="5011"/>
                    <a:pt x="6774" y="4518"/>
                  </a:cubicBezTo>
                  <a:lnTo>
                    <a:pt x="6774" y="890"/>
                  </a:lnTo>
                  <a:cubicBezTo>
                    <a:pt x="6774" y="398"/>
                    <a:pt x="6373" y="0"/>
                    <a:pt x="5880" y="0"/>
                  </a:cubicBezTo>
                  <a:cubicBezTo>
                    <a:pt x="5599" y="0"/>
                    <a:pt x="5599" y="426"/>
                    <a:pt x="5880" y="426"/>
                  </a:cubicBezTo>
                  <a:cubicBezTo>
                    <a:pt x="6140" y="426"/>
                    <a:pt x="6348" y="634"/>
                    <a:pt x="6348" y="894"/>
                  </a:cubicBezTo>
                  <a:lnTo>
                    <a:pt x="6348" y="4521"/>
                  </a:lnTo>
                  <a:cubicBezTo>
                    <a:pt x="6348" y="4778"/>
                    <a:pt x="6140" y="4989"/>
                    <a:pt x="5880" y="4989"/>
                  </a:cubicBezTo>
                  <a:lnTo>
                    <a:pt x="3614" y="4989"/>
                  </a:lnTo>
                  <a:cubicBezTo>
                    <a:pt x="3568" y="4989"/>
                    <a:pt x="3526" y="5003"/>
                    <a:pt x="3491" y="5028"/>
                  </a:cubicBezTo>
                  <a:lnTo>
                    <a:pt x="1468" y="6499"/>
                  </a:lnTo>
                  <a:lnTo>
                    <a:pt x="1468" y="6499"/>
                  </a:lnTo>
                  <a:lnTo>
                    <a:pt x="1778" y="5253"/>
                  </a:lnTo>
                  <a:cubicBezTo>
                    <a:pt x="1812" y="5118"/>
                    <a:pt x="1713" y="4989"/>
                    <a:pt x="1579" y="4989"/>
                  </a:cubicBezTo>
                  <a:cubicBezTo>
                    <a:pt x="1577" y="4989"/>
                    <a:pt x="1575" y="4989"/>
                    <a:pt x="1573" y="4989"/>
                  </a:cubicBezTo>
                  <a:lnTo>
                    <a:pt x="894" y="4989"/>
                  </a:lnTo>
                  <a:cubicBezTo>
                    <a:pt x="634" y="4986"/>
                    <a:pt x="426" y="4778"/>
                    <a:pt x="426" y="4521"/>
                  </a:cubicBezTo>
                  <a:lnTo>
                    <a:pt x="426" y="890"/>
                  </a:lnTo>
                  <a:cubicBezTo>
                    <a:pt x="426" y="634"/>
                    <a:pt x="634" y="422"/>
                    <a:pt x="894" y="422"/>
                  </a:cubicBezTo>
                  <a:cubicBezTo>
                    <a:pt x="1011" y="422"/>
                    <a:pt x="1106" y="327"/>
                    <a:pt x="1106" y="211"/>
                  </a:cubicBezTo>
                  <a:cubicBezTo>
                    <a:pt x="1106" y="95"/>
                    <a:pt x="1011"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61" name="Google Shape;21861;p91"/>
          <p:cNvGrpSpPr/>
          <p:nvPr/>
        </p:nvGrpSpPr>
        <p:grpSpPr>
          <a:xfrm>
            <a:off x="1410960" y="1509341"/>
            <a:ext cx="261108" cy="363552"/>
            <a:chOff x="1410960" y="1509341"/>
            <a:chExt cx="261108" cy="363552"/>
          </a:xfrm>
        </p:grpSpPr>
        <p:sp>
          <p:nvSpPr>
            <p:cNvPr id="21862" name="Google Shape;21862;p91"/>
            <p:cNvSpPr/>
            <p:nvPr/>
          </p:nvSpPr>
          <p:spPr>
            <a:xfrm>
              <a:off x="1416348" y="1537425"/>
              <a:ext cx="250411" cy="330159"/>
            </a:xfrm>
            <a:custGeom>
              <a:rect b="b" l="l" r="r" t="t"/>
              <a:pathLst>
                <a:path extrusionOk="0" h="12685" w="9621">
                  <a:moveTo>
                    <a:pt x="655" y="0"/>
                  </a:moveTo>
                  <a:cubicBezTo>
                    <a:pt x="293" y="0"/>
                    <a:pt x="1" y="296"/>
                    <a:pt x="1" y="658"/>
                  </a:cubicBezTo>
                  <a:lnTo>
                    <a:pt x="1" y="12026"/>
                  </a:lnTo>
                  <a:cubicBezTo>
                    <a:pt x="1" y="12389"/>
                    <a:pt x="293" y="12684"/>
                    <a:pt x="655" y="12684"/>
                  </a:cubicBezTo>
                  <a:lnTo>
                    <a:pt x="8966" y="12684"/>
                  </a:lnTo>
                  <a:cubicBezTo>
                    <a:pt x="9325" y="12684"/>
                    <a:pt x="9620" y="12389"/>
                    <a:pt x="9620" y="12026"/>
                  </a:cubicBezTo>
                  <a:lnTo>
                    <a:pt x="9620" y="658"/>
                  </a:lnTo>
                  <a:cubicBezTo>
                    <a:pt x="9620" y="296"/>
                    <a:pt x="9325" y="0"/>
                    <a:pt x="8966"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3" name="Google Shape;21863;p91"/>
            <p:cNvSpPr/>
            <p:nvPr/>
          </p:nvSpPr>
          <p:spPr>
            <a:xfrm>
              <a:off x="1439070" y="1560225"/>
              <a:ext cx="204888" cy="273185"/>
            </a:xfrm>
            <a:custGeom>
              <a:rect b="b" l="l" r="r" t="t"/>
              <a:pathLst>
                <a:path extrusionOk="0" h="10496" w="7872">
                  <a:moveTo>
                    <a:pt x="0" y="0"/>
                  </a:moveTo>
                  <a:lnTo>
                    <a:pt x="0" y="10496"/>
                  </a:lnTo>
                  <a:lnTo>
                    <a:pt x="7871" y="10496"/>
                  </a:lnTo>
                  <a:lnTo>
                    <a:pt x="787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4" name="Google Shape;21864;p91"/>
            <p:cNvSpPr/>
            <p:nvPr/>
          </p:nvSpPr>
          <p:spPr>
            <a:xfrm>
              <a:off x="1490266" y="1514651"/>
              <a:ext cx="102496" cy="45600"/>
            </a:xfrm>
            <a:custGeom>
              <a:rect b="b" l="l" r="r" t="t"/>
              <a:pathLst>
                <a:path extrusionOk="0" h="1752" w="3938">
                  <a:moveTo>
                    <a:pt x="1969" y="1"/>
                  </a:moveTo>
                  <a:cubicBezTo>
                    <a:pt x="1676" y="1"/>
                    <a:pt x="1383" y="147"/>
                    <a:pt x="1218" y="439"/>
                  </a:cubicBezTo>
                  <a:lnTo>
                    <a:pt x="440" y="439"/>
                  </a:lnTo>
                  <a:cubicBezTo>
                    <a:pt x="197" y="439"/>
                    <a:pt x="0" y="636"/>
                    <a:pt x="0" y="875"/>
                  </a:cubicBezTo>
                  <a:lnTo>
                    <a:pt x="0" y="1751"/>
                  </a:lnTo>
                  <a:lnTo>
                    <a:pt x="3937" y="1751"/>
                  </a:lnTo>
                  <a:lnTo>
                    <a:pt x="3937" y="875"/>
                  </a:lnTo>
                  <a:cubicBezTo>
                    <a:pt x="3937" y="636"/>
                    <a:pt x="3740" y="439"/>
                    <a:pt x="3501" y="439"/>
                  </a:cubicBezTo>
                  <a:lnTo>
                    <a:pt x="2724" y="439"/>
                  </a:lnTo>
                  <a:cubicBezTo>
                    <a:pt x="2556" y="147"/>
                    <a:pt x="2263" y="1"/>
                    <a:pt x="196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5" name="Google Shape;21865;p91"/>
            <p:cNvSpPr/>
            <p:nvPr/>
          </p:nvSpPr>
          <p:spPr>
            <a:xfrm>
              <a:off x="1470381" y="1671206"/>
              <a:ext cx="28500" cy="28422"/>
            </a:xfrm>
            <a:custGeom>
              <a:rect b="b" l="l" r="r" t="t"/>
              <a:pathLst>
                <a:path extrusionOk="0" h="1092" w="1095">
                  <a:moveTo>
                    <a:pt x="546" y="1"/>
                  </a:moveTo>
                  <a:cubicBezTo>
                    <a:pt x="247" y="1"/>
                    <a:pt x="1" y="243"/>
                    <a:pt x="1" y="546"/>
                  </a:cubicBezTo>
                  <a:cubicBezTo>
                    <a:pt x="1" y="848"/>
                    <a:pt x="247" y="1091"/>
                    <a:pt x="546" y="1091"/>
                  </a:cubicBezTo>
                  <a:cubicBezTo>
                    <a:pt x="849" y="1091"/>
                    <a:pt x="1095" y="848"/>
                    <a:pt x="1095" y="546"/>
                  </a:cubicBezTo>
                  <a:cubicBezTo>
                    <a:pt x="1095" y="243"/>
                    <a:pt x="849" y="1"/>
                    <a:pt x="546"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6" name="Google Shape;21866;p91"/>
            <p:cNvSpPr/>
            <p:nvPr/>
          </p:nvSpPr>
          <p:spPr>
            <a:xfrm>
              <a:off x="1470381" y="1722403"/>
              <a:ext cx="28500" cy="28500"/>
            </a:xfrm>
            <a:custGeom>
              <a:rect b="b" l="l" r="r" t="t"/>
              <a:pathLst>
                <a:path extrusionOk="0" h="1095" w="1095">
                  <a:moveTo>
                    <a:pt x="546" y="0"/>
                  </a:moveTo>
                  <a:cubicBezTo>
                    <a:pt x="247" y="0"/>
                    <a:pt x="1" y="243"/>
                    <a:pt x="1" y="546"/>
                  </a:cubicBezTo>
                  <a:cubicBezTo>
                    <a:pt x="1" y="848"/>
                    <a:pt x="247" y="1095"/>
                    <a:pt x="546" y="1095"/>
                  </a:cubicBezTo>
                  <a:cubicBezTo>
                    <a:pt x="849" y="1095"/>
                    <a:pt x="1095" y="848"/>
                    <a:pt x="1095" y="546"/>
                  </a:cubicBezTo>
                  <a:cubicBezTo>
                    <a:pt x="1095" y="243"/>
                    <a:pt x="849" y="0"/>
                    <a:pt x="546"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7" name="Google Shape;21867;p91"/>
            <p:cNvSpPr/>
            <p:nvPr/>
          </p:nvSpPr>
          <p:spPr>
            <a:xfrm>
              <a:off x="1470381" y="1773599"/>
              <a:ext cx="28500" cy="28500"/>
            </a:xfrm>
            <a:custGeom>
              <a:rect b="b" l="l" r="r" t="t"/>
              <a:pathLst>
                <a:path extrusionOk="0" h="1095" w="1095">
                  <a:moveTo>
                    <a:pt x="546" y="0"/>
                  </a:moveTo>
                  <a:cubicBezTo>
                    <a:pt x="247" y="0"/>
                    <a:pt x="1" y="246"/>
                    <a:pt x="1" y="546"/>
                  </a:cubicBezTo>
                  <a:cubicBezTo>
                    <a:pt x="1" y="848"/>
                    <a:pt x="247" y="1094"/>
                    <a:pt x="546" y="1094"/>
                  </a:cubicBezTo>
                  <a:cubicBezTo>
                    <a:pt x="849" y="1094"/>
                    <a:pt x="1095" y="848"/>
                    <a:pt x="1095" y="546"/>
                  </a:cubicBezTo>
                  <a:cubicBezTo>
                    <a:pt x="1095" y="246"/>
                    <a:pt x="849" y="0"/>
                    <a:pt x="546"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8" name="Google Shape;21868;p91"/>
            <p:cNvSpPr/>
            <p:nvPr/>
          </p:nvSpPr>
          <p:spPr>
            <a:xfrm>
              <a:off x="1467544" y="1582921"/>
              <a:ext cx="34200" cy="34200"/>
            </a:xfrm>
            <a:custGeom>
              <a:rect b="b" l="l" r="r" t="t"/>
              <a:pathLst>
                <a:path extrusionOk="0" h="1314" w="1314">
                  <a:moveTo>
                    <a:pt x="219" y="1"/>
                  </a:moveTo>
                  <a:cubicBezTo>
                    <a:pt x="99" y="1"/>
                    <a:pt x="1" y="99"/>
                    <a:pt x="1" y="222"/>
                  </a:cubicBezTo>
                  <a:lnTo>
                    <a:pt x="1" y="1095"/>
                  </a:lnTo>
                  <a:cubicBezTo>
                    <a:pt x="1" y="1215"/>
                    <a:pt x="99" y="1313"/>
                    <a:pt x="219" y="1313"/>
                  </a:cubicBezTo>
                  <a:lnTo>
                    <a:pt x="1095" y="1313"/>
                  </a:lnTo>
                  <a:cubicBezTo>
                    <a:pt x="1214" y="1313"/>
                    <a:pt x="1313" y="1218"/>
                    <a:pt x="1313" y="1095"/>
                  </a:cubicBezTo>
                  <a:lnTo>
                    <a:pt x="1313" y="222"/>
                  </a:lnTo>
                  <a:cubicBezTo>
                    <a:pt x="1313" y="99"/>
                    <a:pt x="1214" y="1"/>
                    <a:pt x="1095"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9" name="Google Shape;21869;p91"/>
            <p:cNvSpPr/>
            <p:nvPr/>
          </p:nvSpPr>
          <p:spPr>
            <a:xfrm>
              <a:off x="1410960" y="1509341"/>
              <a:ext cx="261108" cy="363552"/>
            </a:xfrm>
            <a:custGeom>
              <a:rect b="b" l="l" r="r" t="t"/>
              <a:pathLst>
                <a:path extrusionOk="0" h="13968" w="10032">
                  <a:moveTo>
                    <a:pt x="5016" y="410"/>
                  </a:moveTo>
                  <a:cubicBezTo>
                    <a:pt x="5241" y="410"/>
                    <a:pt x="5466" y="521"/>
                    <a:pt x="5595" y="745"/>
                  </a:cubicBezTo>
                  <a:cubicBezTo>
                    <a:pt x="5630" y="808"/>
                    <a:pt x="5697" y="847"/>
                    <a:pt x="5771" y="847"/>
                  </a:cubicBezTo>
                  <a:lnTo>
                    <a:pt x="6545" y="847"/>
                  </a:lnTo>
                  <a:cubicBezTo>
                    <a:pt x="6675" y="847"/>
                    <a:pt x="6777" y="952"/>
                    <a:pt x="6777" y="1079"/>
                  </a:cubicBezTo>
                  <a:lnTo>
                    <a:pt x="6777" y="1751"/>
                  </a:lnTo>
                  <a:lnTo>
                    <a:pt x="3255" y="1751"/>
                  </a:lnTo>
                  <a:lnTo>
                    <a:pt x="3255" y="1079"/>
                  </a:lnTo>
                  <a:cubicBezTo>
                    <a:pt x="3255" y="952"/>
                    <a:pt x="3357" y="847"/>
                    <a:pt x="3487" y="847"/>
                  </a:cubicBezTo>
                  <a:lnTo>
                    <a:pt x="4265" y="847"/>
                  </a:lnTo>
                  <a:cubicBezTo>
                    <a:pt x="4335" y="847"/>
                    <a:pt x="4402" y="808"/>
                    <a:pt x="4441" y="745"/>
                  </a:cubicBezTo>
                  <a:cubicBezTo>
                    <a:pt x="4567" y="521"/>
                    <a:pt x="4791" y="410"/>
                    <a:pt x="5016" y="410"/>
                  </a:cubicBezTo>
                  <a:close/>
                  <a:moveTo>
                    <a:pt x="9169" y="1287"/>
                  </a:moveTo>
                  <a:cubicBezTo>
                    <a:pt x="9419" y="1287"/>
                    <a:pt x="9623" y="1487"/>
                    <a:pt x="9623" y="1737"/>
                  </a:cubicBezTo>
                  <a:lnTo>
                    <a:pt x="9623" y="13105"/>
                  </a:lnTo>
                  <a:cubicBezTo>
                    <a:pt x="9623" y="13355"/>
                    <a:pt x="9419" y="13556"/>
                    <a:pt x="9173" y="13556"/>
                  </a:cubicBezTo>
                  <a:lnTo>
                    <a:pt x="862" y="13556"/>
                  </a:lnTo>
                  <a:cubicBezTo>
                    <a:pt x="612" y="13556"/>
                    <a:pt x="412" y="13355"/>
                    <a:pt x="412" y="13105"/>
                  </a:cubicBezTo>
                  <a:lnTo>
                    <a:pt x="412" y="1737"/>
                  </a:lnTo>
                  <a:cubicBezTo>
                    <a:pt x="412" y="1487"/>
                    <a:pt x="612" y="1287"/>
                    <a:pt x="862" y="1287"/>
                  </a:cubicBezTo>
                  <a:lnTo>
                    <a:pt x="2843" y="1287"/>
                  </a:lnTo>
                  <a:lnTo>
                    <a:pt x="2843" y="1955"/>
                  </a:lnTo>
                  <a:cubicBezTo>
                    <a:pt x="2843" y="2068"/>
                    <a:pt x="2935" y="2159"/>
                    <a:pt x="3051" y="2159"/>
                  </a:cubicBezTo>
                  <a:lnTo>
                    <a:pt x="6984" y="2159"/>
                  </a:lnTo>
                  <a:cubicBezTo>
                    <a:pt x="7097" y="2159"/>
                    <a:pt x="7188" y="2068"/>
                    <a:pt x="7188" y="1955"/>
                  </a:cubicBezTo>
                  <a:lnTo>
                    <a:pt x="7188" y="1287"/>
                  </a:lnTo>
                  <a:close/>
                  <a:moveTo>
                    <a:pt x="5018" y="1"/>
                  </a:moveTo>
                  <a:cubicBezTo>
                    <a:pt x="4693" y="1"/>
                    <a:pt x="4368" y="147"/>
                    <a:pt x="4156" y="439"/>
                  </a:cubicBezTo>
                  <a:lnTo>
                    <a:pt x="3487" y="439"/>
                  </a:lnTo>
                  <a:cubicBezTo>
                    <a:pt x="3209" y="439"/>
                    <a:pt x="2966" y="615"/>
                    <a:pt x="2878" y="875"/>
                  </a:cubicBezTo>
                  <a:lnTo>
                    <a:pt x="862" y="875"/>
                  </a:lnTo>
                  <a:cubicBezTo>
                    <a:pt x="387" y="875"/>
                    <a:pt x="0" y="1262"/>
                    <a:pt x="0" y="1737"/>
                  </a:cubicBezTo>
                  <a:lnTo>
                    <a:pt x="0" y="13105"/>
                  </a:lnTo>
                  <a:cubicBezTo>
                    <a:pt x="0" y="13580"/>
                    <a:pt x="387" y="13964"/>
                    <a:pt x="862" y="13967"/>
                  </a:cubicBezTo>
                  <a:lnTo>
                    <a:pt x="9173" y="13967"/>
                  </a:lnTo>
                  <a:cubicBezTo>
                    <a:pt x="9644" y="13964"/>
                    <a:pt x="10031" y="13580"/>
                    <a:pt x="10031" y="13105"/>
                  </a:cubicBezTo>
                  <a:lnTo>
                    <a:pt x="10031" y="1737"/>
                  </a:lnTo>
                  <a:cubicBezTo>
                    <a:pt x="10031" y="1262"/>
                    <a:pt x="9644" y="875"/>
                    <a:pt x="9173" y="875"/>
                  </a:cubicBezTo>
                  <a:lnTo>
                    <a:pt x="7157" y="875"/>
                  </a:lnTo>
                  <a:cubicBezTo>
                    <a:pt x="7069" y="615"/>
                    <a:pt x="6823" y="439"/>
                    <a:pt x="6548" y="439"/>
                  </a:cubicBezTo>
                  <a:lnTo>
                    <a:pt x="5880" y="439"/>
                  </a:lnTo>
                  <a:cubicBezTo>
                    <a:pt x="5667" y="147"/>
                    <a:pt x="5342" y="1"/>
                    <a:pt x="50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0" name="Google Shape;21870;p91"/>
            <p:cNvSpPr/>
            <p:nvPr/>
          </p:nvSpPr>
          <p:spPr>
            <a:xfrm>
              <a:off x="1534487" y="1532089"/>
              <a:ext cx="12389" cy="10749"/>
            </a:xfrm>
            <a:custGeom>
              <a:rect b="b" l="l" r="r" t="t"/>
              <a:pathLst>
                <a:path extrusionOk="0" h="413" w="476">
                  <a:moveTo>
                    <a:pt x="272" y="1"/>
                  </a:moveTo>
                  <a:cubicBezTo>
                    <a:pt x="1" y="1"/>
                    <a:pt x="1" y="413"/>
                    <a:pt x="272" y="413"/>
                  </a:cubicBezTo>
                  <a:cubicBezTo>
                    <a:pt x="384" y="413"/>
                    <a:pt x="476" y="318"/>
                    <a:pt x="476" y="205"/>
                  </a:cubicBezTo>
                  <a:cubicBezTo>
                    <a:pt x="476" y="92"/>
                    <a:pt x="384"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1" name="Google Shape;21871;p91"/>
            <p:cNvSpPr/>
            <p:nvPr/>
          </p:nvSpPr>
          <p:spPr>
            <a:xfrm>
              <a:off x="1433760" y="1554916"/>
              <a:ext cx="215586" cy="283804"/>
            </a:xfrm>
            <a:custGeom>
              <a:rect b="b" l="l" r="r" t="t"/>
              <a:pathLst>
                <a:path extrusionOk="0" h="10904" w="8283">
                  <a:moveTo>
                    <a:pt x="204" y="0"/>
                  </a:moveTo>
                  <a:cubicBezTo>
                    <a:pt x="92" y="0"/>
                    <a:pt x="0" y="92"/>
                    <a:pt x="0" y="204"/>
                  </a:cubicBezTo>
                  <a:lnTo>
                    <a:pt x="0" y="10700"/>
                  </a:lnTo>
                  <a:cubicBezTo>
                    <a:pt x="0" y="10812"/>
                    <a:pt x="92" y="10904"/>
                    <a:pt x="204" y="10904"/>
                  </a:cubicBezTo>
                  <a:lnTo>
                    <a:pt x="8079" y="10904"/>
                  </a:lnTo>
                  <a:cubicBezTo>
                    <a:pt x="8191" y="10904"/>
                    <a:pt x="8283" y="10812"/>
                    <a:pt x="8283" y="10700"/>
                  </a:cubicBezTo>
                  <a:lnTo>
                    <a:pt x="8283" y="204"/>
                  </a:lnTo>
                  <a:cubicBezTo>
                    <a:pt x="8283" y="92"/>
                    <a:pt x="8191" y="0"/>
                    <a:pt x="8075" y="0"/>
                  </a:cubicBezTo>
                  <a:lnTo>
                    <a:pt x="6984" y="0"/>
                  </a:lnTo>
                  <a:cubicBezTo>
                    <a:pt x="6710" y="0"/>
                    <a:pt x="6710" y="408"/>
                    <a:pt x="6984" y="408"/>
                  </a:cubicBezTo>
                  <a:lnTo>
                    <a:pt x="7871" y="408"/>
                  </a:lnTo>
                  <a:lnTo>
                    <a:pt x="7871" y="10496"/>
                  </a:lnTo>
                  <a:lnTo>
                    <a:pt x="408" y="10496"/>
                  </a:lnTo>
                  <a:lnTo>
                    <a:pt x="408" y="408"/>
                  </a:lnTo>
                  <a:lnTo>
                    <a:pt x="1299" y="408"/>
                  </a:lnTo>
                  <a:cubicBezTo>
                    <a:pt x="1411" y="408"/>
                    <a:pt x="1503" y="317"/>
                    <a:pt x="1503" y="204"/>
                  </a:cubicBezTo>
                  <a:cubicBezTo>
                    <a:pt x="1503" y="92"/>
                    <a:pt x="1411"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2" name="Google Shape;21872;p91"/>
            <p:cNvSpPr/>
            <p:nvPr/>
          </p:nvSpPr>
          <p:spPr>
            <a:xfrm>
              <a:off x="1462339" y="1668734"/>
              <a:ext cx="39015" cy="33419"/>
            </a:xfrm>
            <a:custGeom>
              <a:rect b="b" l="l" r="r" t="t"/>
              <a:pathLst>
                <a:path extrusionOk="0" h="1284" w="1499">
                  <a:moveTo>
                    <a:pt x="855" y="408"/>
                  </a:moveTo>
                  <a:cubicBezTo>
                    <a:pt x="975" y="408"/>
                    <a:pt x="1091" y="500"/>
                    <a:pt x="1091" y="641"/>
                  </a:cubicBezTo>
                  <a:cubicBezTo>
                    <a:pt x="1087" y="768"/>
                    <a:pt x="985" y="873"/>
                    <a:pt x="855" y="873"/>
                  </a:cubicBezTo>
                  <a:cubicBezTo>
                    <a:pt x="647" y="873"/>
                    <a:pt x="545" y="623"/>
                    <a:pt x="693" y="476"/>
                  </a:cubicBezTo>
                  <a:cubicBezTo>
                    <a:pt x="740" y="429"/>
                    <a:pt x="798" y="408"/>
                    <a:pt x="855" y="408"/>
                  </a:cubicBezTo>
                  <a:close/>
                  <a:moveTo>
                    <a:pt x="855" y="1"/>
                  </a:moveTo>
                  <a:cubicBezTo>
                    <a:pt x="285" y="1"/>
                    <a:pt x="0" y="690"/>
                    <a:pt x="401" y="1095"/>
                  </a:cubicBezTo>
                  <a:cubicBezTo>
                    <a:pt x="532" y="1225"/>
                    <a:pt x="692" y="1284"/>
                    <a:pt x="850" y="1284"/>
                  </a:cubicBezTo>
                  <a:cubicBezTo>
                    <a:pt x="1181" y="1284"/>
                    <a:pt x="1499" y="1027"/>
                    <a:pt x="1499" y="641"/>
                  </a:cubicBezTo>
                  <a:cubicBezTo>
                    <a:pt x="1499" y="286"/>
                    <a:pt x="1210"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3" name="Google Shape;21873;p91"/>
            <p:cNvSpPr/>
            <p:nvPr/>
          </p:nvSpPr>
          <p:spPr>
            <a:xfrm>
              <a:off x="1462339" y="1719930"/>
              <a:ext cx="39015" cy="33445"/>
            </a:xfrm>
            <a:custGeom>
              <a:rect b="b" l="l" r="r" t="t"/>
              <a:pathLst>
                <a:path extrusionOk="0" h="1285" w="1499">
                  <a:moveTo>
                    <a:pt x="855" y="408"/>
                  </a:moveTo>
                  <a:cubicBezTo>
                    <a:pt x="975" y="408"/>
                    <a:pt x="1091" y="500"/>
                    <a:pt x="1091" y="641"/>
                  </a:cubicBezTo>
                  <a:cubicBezTo>
                    <a:pt x="1087" y="771"/>
                    <a:pt x="985" y="873"/>
                    <a:pt x="855" y="873"/>
                  </a:cubicBezTo>
                  <a:cubicBezTo>
                    <a:pt x="647" y="873"/>
                    <a:pt x="545" y="623"/>
                    <a:pt x="693" y="475"/>
                  </a:cubicBezTo>
                  <a:cubicBezTo>
                    <a:pt x="740" y="429"/>
                    <a:pt x="798" y="408"/>
                    <a:pt x="855" y="408"/>
                  </a:cubicBezTo>
                  <a:close/>
                  <a:moveTo>
                    <a:pt x="855" y="0"/>
                  </a:moveTo>
                  <a:cubicBezTo>
                    <a:pt x="285" y="0"/>
                    <a:pt x="0" y="690"/>
                    <a:pt x="401" y="1095"/>
                  </a:cubicBezTo>
                  <a:cubicBezTo>
                    <a:pt x="532" y="1226"/>
                    <a:pt x="694" y="1284"/>
                    <a:pt x="852" y="1284"/>
                  </a:cubicBezTo>
                  <a:cubicBezTo>
                    <a:pt x="1182" y="1284"/>
                    <a:pt x="1499" y="1028"/>
                    <a:pt x="1499" y="641"/>
                  </a:cubicBezTo>
                  <a:cubicBezTo>
                    <a:pt x="1499" y="289"/>
                    <a:pt x="1210"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4" name="Google Shape;21874;p91"/>
            <p:cNvSpPr/>
            <p:nvPr/>
          </p:nvSpPr>
          <p:spPr>
            <a:xfrm>
              <a:off x="1462339" y="1771126"/>
              <a:ext cx="39015" cy="33445"/>
            </a:xfrm>
            <a:custGeom>
              <a:rect b="b" l="l" r="r" t="t"/>
              <a:pathLst>
                <a:path extrusionOk="0" h="1285" w="1499">
                  <a:moveTo>
                    <a:pt x="855" y="410"/>
                  </a:moveTo>
                  <a:cubicBezTo>
                    <a:pt x="975" y="410"/>
                    <a:pt x="1091" y="503"/>
                    <a:pt x="1091" y="644"/>
                  </a:cubicBezTo>
                  <a:cubicBezTo>
                    <a:pt x="1087" y="771"/>
                    <a:pt x="985" y="876"/>
                    <a:pt x="855" y="876"/>
                  </a:cubicBezTo>
                  <a:cubicBezTo>
                    <a:pt x="647" y="876"/>
                    <a:pt x="545" y="626"/>
                    <a:pt x="693" y="479"/>
                  </a:cubicBezTo>
                  <a:cubicBezTo>
                    <a:pt x="740" y="431"/>
                    <a:pt x="798" y="410"/>
                    <a:pt x="855" y="410"/>
                  </a:cubicBezTo>
                  <a:close/>
                  <a:moveTo>
                    <a:pt x="855" y="0"/>
                  </a:moveTo>
                  <a:cubicBezTo>
                    <a:pt x="285" y="0"/>
                    <a:pt x="0" y="693"/>
                    <a:pt x="401" y="1094"/>
                  </a:cubicBezTo>
                  <a:cubicBezTo>
                    <a:pt x="532" y="1226"/>
                    <a:pt x="694" y="1284"/>
                    <a:pt x="852" y="1284"/>
                  </a:cubicBezTo>
                  <a:cubicBezTo>
                    <a:pt x="1182" y="1284"/>
                    <a:pt x="1499" y="1029"/>
                    <a:pt x="1499" y="644"/>
                  </a:cubicBezTo>
                  <a:cubicBezTo>
                    <a:pt x="1499" y="289"/>
                    <a:pt x="1210"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5" name="Google Shape;21875;p91"/>
            <p:cNvSpPr/>
            <p:nvPr/>
          </p:nvSpPr>
          <p:spPr>
            <a:xfrm>
              <a:off x="1511687" y="1668734"/>
              <a:ext cx="63663" cy="10645"/>
            </a:xfrm>
            <a:custGeom>
              <a:rect b="b" l="l" r="r" t="t"/>
              <a:pathLst>
                <a:path extrusionOk="0" h="409" w="2446">
                  <a:moveTo>
                    <a:pt x="271" y="1"/>
                  </a:moveTo>
                  <a:cubicBezTo>
                    <a:pt x="1" y="1"/>
                    <a:pt x="1" y="409"/>
                    <a:pt x="271" y="409"/>
                  </a:cubicBezTo>
                  <a:lnTo>
                    <a:pt x="2238" y="409"/>
                  </a:lnTo>
                  <a:cubicBezTo>
                    <a:pt x="2354" y="409"/>
                    <a:pt x="2446" y="317"/>
                    <a:pt x="2446" y="205"/>
                  </a:cubicBezTo>
                  <a:cubicBezTo>
                    <a:pt x="2446" y="92"/>
                    <a:pt x="2354" y="1"/>
                    <a:pt x="2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6" name="Google Shape;21876;p91"/>
            <p:cNvSpPr/>
            <p:nvPr/>
          </p:nvSpPr>
          <p:spPr>
            <a:xfrm>
              <a:off x="1511687" y="1691456"/>
              <a:ext cx="103511" cy="10645"/>
            </a:xfrm>
            <a:custGeom>
              <a:rect b="b" l="l" r="r" t="t"/>
              <a:pathLst>
                <a:path extrusionOk="0" h="409" w="3977">
                  <a:moveTo>
                    <a:pt x="271" y="0"/>
                  </a:moveTo>
                  <a:cubicBezTo>
                    <a:pt x="1" y="0"/>
                    <a:pt x="1" y="408"/>
                    <a:pt x="271" y="408"/>
                  </a:cubicBezTo>
                  <a:lnTo>
                    <a:pt x="3769" y="408"/>
                  </a:lnTo>
                  <a:cubicBezTo>
                    <a:pt x="3885" y="408"/>
                    <a:pt x="3976" y="317"/>
                    <a:pt x="3976" y="204"/>
                  </a:cubicBezTo>
                  <a:cubicBezTo>
                    <a:pt x="3976" y="92"/>
                    <a:pt x="3885" y="0"/>
                    <a:pt x="3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7" name="Google Shape;21877;p91"/>
            <p:cNvSpPr/>
            <p:nvPr/>
          </p:nvSpPr>
          <p:spPr>
            <a:xfrm>
              <a:off x="1511687" y="1719930"/>
              <a:ext cx="63663" cy="10645"/>
            </a:xfrm>
            <a:custGeom>
              <a:rect b="b" l="l" r="r" t="t"/>
              <a:pathLst>
                <a:path extrusionOk="0" h="409" w="2446">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8" name="Google Shape;21878;p91"/>
            <p:cNvSpPr/>
            <p:nvPr/>
          </p:nvSpPr>
          <p:spPr>
            <a:xfrm>
              <a:off x="1511687" y="1742626"/>
              <a:ext cx="103511" cy="10671"/>
            </a:xfrm>
            <a:custGeom>
              <a:rect b="b" l="l" r="r" t="t"/>
              <a:pathLst>
                <a:path extrusionOk="0" h="410" w="3977">
                  <a:moveTo>
                    <a:pt x="271" y="1"/>
                  </a:moveTo>
                  <a:cubicBezTo>
                    <a:pt x="1" y="1"/>
                    <a:pt x="1" y="409"/>
                    <a:pt x="271" y="409"/>
                  </a:cubicBezTo>
                  <a:lnTo>
                    <a:pt x="3769" y="409"/>
                  </a:lnTo>
                  <a:cubicBezTo>
                    <a:pt x="3885" y="409"/>
                    <a:pt x="3976" y="318"/>
                    <a:pt x="3976" y="205"/>
                  </a:cubicBezTo>
                  <a:cubicBezTo>
                    <a:pt x="3976" y="92"/>
                    <a:pt x="3885" y="1"/>
                    <a:pt x="3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9" name="Google Shape;21879;p91"/>
            <p:cNvSpPr/>
            <p:nvPr/>
          </p:nvSpPr>
          <p:spPr>
            <a:xfrm>
              <a:off x="1511687" y="1771126"/>
              <a:ext cx="63663" cy="10645"/>
            </a:xfrm>
            <a:custGeom>
              <a:rect b="b" l="l" r="r" t="t"/>
              <a:pathLst>
                <a:path extrusionOk="0" h="409" w="2446">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0" name="Google Shape;21880;p91"/>
            <p:cNvSpPr/>
            <p:nvPr/>
          </p:nvSpPr>
          <p:spPr>
            <a:xfrm>
              <a:off x="1511687" y="1793926"/>
              <a:ext cx="103511" cy="10645"/>
            </a:xfrm>
            <a:custGeom>
              <a:rect b="b" l="l" r="r" t="t"/>
              <a:pathLst>
                <a:path extrusionOk="0" h="409" w="3977">
                  <a:moveTo>
                    <a:pt x="271" y="0"/>
                  </a:moveTo>
                  <a:cubicBezTo>
                    <a:pt x="1" y="0"/>
                    <a:pt x="1" y="408"/>
                    <a:pt x="271" y="408"/>
                  </a:cubicBezTo>
                  <a:lnTo>
                    <a:pt x="3769" y="408"/>
                  </a:lnTo>
                  <a:cubicBezTo>
                    <a:pt x="3885" y="408"/>
                    <a:pt x="3976" y="317"/>
                    <a:pt x="3976" y="204"/>
                  </a:cubicBezTo>
                  <a:cubicBezTo>
                    <a:pt x="3976" y="92"/>
                    <a:pt x="3885" y="0"/>
                    <a:pt x="37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1" name="Google Shape;21881;p91"/>
            <p:cNvSpPr/>
            <p:nvPr/>
          </p:nvSpPr>
          <p:spPr>
            <a:xfrm>
              <a:off x="1511687" y="1583390"/>
              <a:ext cx="103511" cy="10645"/>
            </a:xfrm>
            <a:custGeom>
              <a:rect b="b" l="l" r="r" t="t"/>
              <a:pathLst>
                <a:path extrusionOk="0" h="409" w="3977">
                  <a:moveTo>
                    <a:pt x="3775" y="0"/>
                  </a:moveTo>
                  <a:cubicBezTo>
                    <a:pt x="3773" y="0"/>
                    <a:pt x="3771" y="0"/>
                    <a:pt x="3769" y="0"/>
                  </a:cubicBezTo>
                  <a:lnTo>
                    <a:pt x="271" y="0"/>
                  </a:lnTo>
                  <a:cubicBezTo>
                    <a:pt x="1" y="0"/>
                    <a:pt x="1" y="408"/>
                    <a:pt x="271" y="408"/>
                  </a:cubicBezTo>
                  <a:lnTo>
                    <a:pt x="3769" y="408"/>
                  </a:lnTo>
                  <a:cubicBezTo>
                    <a:pt x="3885" y="408"/>
                    <a:pt x="3976" y="317"/>
                    <a:pt x="3976" y="204"/>
                  </a:cubicBezTo>
                  <a:cubicBezTo>
                    <a:pt x="3976" y="94"/>
                    <a:pt x="3888"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2" name="Google Shape;21882;p91"/>
            <p:cNvSpPr/>
            <p:nvPr/>
          </p:nvSpPr>
          <p:spPr>
            <a:xfrm>
              <a:off x="1466165" y="1634586"/>
              <a:ext cx="149033" cy="10645"/>
            </a:xfrm>
            <a:custGeom>
              <a:rect b="b" l="l" r="r" t="t"/>
              <a:pathLst>
                <a:path extrusionOk="0" h="409" w="5726">
                  <a:moveTo>
                    <a:pt x="272" y="0"/>
                  </a:moveTo>
                  <a:cubicBezTo>
                    <a:pt x="1" y="0"/>
                    <a:pt x="1" y="408"/>
                    <a:pt x="272" y="408"/>
                  </a:cubicBezTo>
                  <a:lnTo>
                    <a:pt x="5521" y="408"/>
                  </a:lnTo>
                  <a:cubicBezTo>
                    <a:pt x="5634" y="408"/>
                    <a:pt x="5725" y="317"/>
                    <a:pt x="5725" y="204"/>
                  </a:cubicBezTo>
                  <a:cubicBezTo>
                    <a:pt x="5725" y="92"/>
                    <a:pt x="5634" y="0"/>
                    <a:pt x="5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3" name="Google Shape;21883;p91"/>
            <p:cNvSpPr/>
            <p:nvPr/>
          </p:nvSpPr>
          <p:spPr>
            <a:xfrm>
              <a:off x="1511687" y="1606086"/>
              <a:ext cx="29515" cy="10671"/>
            </a:xfrm>
            <a:custGeom>
              <a:rect b="b" l="l" r="r" t="t"/>
              <a:pathLst>
                <a:path extrusionOk="0" h="410" w="1134">
                  <a:moveTo>
                    <a:pt x="271" y="1"/>
                  </a:moveTo>
                  <a:cubicBezTo>
                    <a:pt x="1" y="1"/>
                    <a:pt x="1" y="409"/>
                    <a:pt x="271"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4" name="Google Shape;21884;p91"/>
            <p:cNvSpPr/>
            <p:nvPr/>
          </p:nvSpPr>
          <p:spPr>
            <a:xfrm>
              <a:off x="1551535" y="1606086"/>
              <a:ext cx="29515" cy="10671"/>
            </a:xfrm>
            <a:custGeom>
              <a:rect b="b" l="l" r="r" t="t"/>
              <a:pathLst>
                <a:path extrusionOk="0" h="410" w="1134">
                  <a:moveTo>
                    <a:pt x="275" y="1"/>
                  </a:moveTo>
                  <a:cubicBezTo>
                    <a:pt x="0" y="1"/>
                    <a:pt x="0" y="409"/>
                    <a:pt x="275"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5" name="Google Shape;21885;p91"/>
            <p:cNvSpPr/>
            <p:nvPr/>
          </p:nvSpPr>
          <p:spPr>
            <a:xfrm>
              <a:off x="1467908" y="1583286"/>
              <a:ext cx="33445" cy="33471"/>
            </a:xfrm>
            <a:custGeom>
              <a:rect b="b" l="l" r="r" t="t"/>
              <a:pathLst>
                <a:path extrusionOk="0" h="1286" w="1285">
                  <a:moveTo>
                    <a:pt x="877" y="412"/>
                  </a:moveTo>
                  <a:lnTo>
                    <a:pt x="877" y="877"/>
                  </a:lnTo>
                  <a:lnTo>
                    <a:pt x="409" y="877"/>
                  </a:lnTo>
                  <a:lnTo>
                    <a:pt x="409" y="412"/>
                  </a:lnTo>
                  <a:close/>
                  <a:moveTo>
                    <a:pt x="205" y="1"/>
                  </a:moveTo>
                  <a:cubicBezTo>
                    <a:pt x="92" y="4"/>
                    <a:pt x="1" y="96"/>
                    <a:pt x="1" y="208"/>
                  </a:cubicBezTo>
                  <a:lnTo>
                    <a:pt x="1" y="1081"/>
                  </a:lnTo>
                  <a:cubicBezTo>
                    <a:pt x="1" y="1194"/>
                    <a:pt x="92" y="1285"/>
                    <a:pt x="205" y="1285"/>
                  </a:cubicBezTo>
                  <a:lnTo>
                    <a:pt x="1081" y="1285"/>
                  </a:lnTo>
                  <a:cubicBezTo>
                    <a:pt x="1193" y="1285"/>
                    <a:pt x="1285" y="1194"/>
                    <a:pt x="1285" y="1081"/>
                  </a:cubicBezTo>
                  <a:lnTo>
                    <a:pt x="1285" y="208"/>
                  </a:lnTo>
                  <a:cubicBezTo>
                    <a:pt x="1285" y="96"/>
                    <a:pt x="1193" y="1"/>
                    <a:pt x="10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86" name="Google Shape;21886;p91"/>
          <p:cNvGrpSpPr/>
          <p:nvPr/>
        </p:nvGrpSpPr>
        <p:grpSpPr>
          <a:xfrm>
            <a:off x="2269399" y="1990746"/>
            <a:ext cx="392260" cy="356160"/>
            <a:chOff x="2269399" y="1990746"/>
            <a:chExt cx="392260" cy="356160"/>
          </a:xfrm>
        </p:grpSpPr>
        <p:sp>
          <p:nvSpPr>
            <p:cNvPr id="21887" name="Google Shape;21887;p91"/>
            <p:cNvSpPr/>
            <p:nvPr/>
          </p:nvSpPr>
          <p:spPr>
            <a:xfrm>
              <a:off x="2340376" y="2040823"/>
              <a:ext cx="255798" cy="255876"/>
            </a:xfrm>
            <a:custGeom>
              <a:rect b="b" l="l" r="r" t="t"/>
              <a:pathLst>
                <a:path extrusionOk="0" h="9831" w="9828">
                  <a:moveTo>
                    <a:pt x="4912" y="0"/>
                  </a:moveTo>
                  <a:cubicBezTo>
                    <a:pt x="2199" y="0"/>
                    <a:pt x="0" y="2203"/>
                    <a:pt x="0" y="4915"/>
                  </a:cubicBezTo>
                  <a:cubicBezTo>
                    <a:pt x="0" y="7628"/>
                    <a:pt x="2199" y="9831"/>
                    <a:pt x="4912" y="9831"/>
                  </a:cubicBezTo>
                  <a:cubicBezTo>
                    <a:pt x="7628" y="9831"/>
                    <a:pt x="9827" y="7628"/>
                    <a:pt x="9827" y="4915"/>
                  </a:cubicBezTo>
                  <a:cubicBezTo>
                    <a:pt x="9827" y="2203"/>
                    <a:pt x="7628" y="0"/>
                    <a:pt x="49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8" name="Google Shape;21888;p91"/>
            <p:cNvSpPr/>
            <p:nvPr/>
          </p:nvSpPr>
          <p:spPr>
            <a:xfrm>
              <a:off x="2393212" y="2042176"/>
              <a:ext cx="202598" cy="252519"/>
            </a:xfrm>
            <a:custGeom>
              <a:rect b="b" l="l" r="r" t="t"/>
              <a:pathLst>
                <a:path extrusionOk="0" h="9702" w="7784">
                  <a:moveTo>
                    <a:pt x="3596" y="1"/>
                  </a:moveTo>
                  <a:lnTo>
                    <a:pt x="3603" y="8"/>
                  </a:lnTo>
                  <a:lnTo>
                    <a:pt x="3931" y="409"/>
                  </a:lnTo>
                  <a:cubicBezTo>
                    <a:pt x="3969" y="458"/>
                    <a:pt x="3980" y="525"/>
                    <a:pt x="3955" y="581"/>
                  </a:cubicBezTo>
                  <a:lnTo>
                    <a:pt x="3674" y="1243"/>
                  </a:lnTo>
                  <a:lnTo>
                    <a:pt x="3311" y="592"/>
                  </a:lnTo>
                  <a:lnTo>
                    <a:pt x="2671" y="592"/>
                  </a:lnTo>
                  <a:lnTo>
                    <a:pt x="2221" y="1450"/>
                  </a:lnTo>
                  <a:cubicBezTo>
                    <a:pt x="2157" y="1574"/>
                    <a:pt x="2238" y="1721"/>
                    <a:pt x="2375" y="1732"/>
                  </a:cubicBezTo>
                  <a:lnTo>
                    <a:pt x="2734" y="1760"/>
                  </a:lnTo>
                  <a:lnTo>
                    <a:pt x="3023" y="1348"/>
                  </a:lnTo>
                  <a:lnTo>
                    <a:pt x="3318" y="1718"/>
                  </a:lnTo>
                  <a:lnTo>
                    <a:pt x="3237" y="2295"/>
                  </a:lnTo>
                  <a:lnTo>
                    <a:pt x="2474" y="2407"/>
                  </a:lnTo>
                  <a:lnTo>
                    <a:pt x="1682" y="2984"/>
                  </a:lnTo>
                  <a:lnTo>
                    <a:pt x="1591" y="3375"/>
                  </a:lnTo>
                  <a:cubicBezTo>
                    <a:pt x="1571" y="3453"/>
                    <a:pt x="1501" y="3506"/>
                    <a:pt x="1425" y="3506"/>
                  </a:cubicBezTo>
                  <a:cubicBezTo>
                    <a:pt x="1418" y="3506"/>
                    <a:pt x="1411" y="3506"/>
                    <a:pt x="1404" y="3505"/>
                  </a:cubicBezTo>
                  <a:lnTo>
                    <a:pt x="1109" y="3466"/>
                  </a:lnTo>
                  <a:cubicBezTo>
                    <a:pt x="1103" y="3466"/>
                    <a:pt x="1098" y="3466"/>
                    <a:pt x="1092" y="3466"/>
                  </a:cubicBezTo>
                  <a:cubicBezTo>
                    <a:pt x="1021" y="3466"/>
                    <a:pt x="955" y="3507"/>
                    <a:pt x="929" y="3576"/>
                  </a:cubicBezTo>
                  <a:lnTo>
                    <a:pt x="764" y="4019"/>
                  </a:lnTo>
                  <a:cubicBezTo>
                    <a:pt x="732" y="4110"/>
                    <a:pt x="782" y="4209"/>
                    <a:pt x="877" y="4237"/>
                  </a:cubicBezTo>
                  <a:lnTo>
                    <a:pt x="1415" y="4392"/>
                  </a:lnTo>
                  <a:lnTo>
                    <a:pt x="1724" y="3702"/>
                  </a:lnTo>
                  <a:cubicBezTo>
                    <a:pt x="1763" y="3614"/>
                    <a:pt x="1841" y="3547"/>
                    <a:pt x="1932" y="3519"/>
                  </a:cubicBezTo>
                  <a:lnTo>
                    <a:pt x="2805" y="3241"/>
                  </a:lnTo>
                  <a:lnTo>
                    <a:pt x="3526" y="3790"/>
                  </a:lnTo>
                  <a:lnTo>
                    <a:pt x="3909" y="3628"/>
                  </a:lnTo>
                  <a:lnTo>
                    <a:pt x="4159" y="3910"/>
                  </a:lnTo>
                  <a:lnTo>
                    <a:pt x="4680" y="3868"/>
                  </a:lnTo>
                  <a:cubicBezTo>
                    <a:pt x="4685" y="3867"/>
                    <a:pt x="4690" y="3867"/>
                    <a:pt x="4694" y="3867"/>
                  </a:cubicBezTo>
                  <a:cubicBezTo>
                    <a:pt x="4773" y="3867"/>
                    <a:pt x="4843" y="3922"/>
                    <a:pt x="4859" y="4001"/>
                  </a:cubicBezTo>
                  <a:lnTo>
                    <a:pt x="4881" y="4117"/>
                  </a:lnTo>
                  <a:cubicBezTo>
                    <a:pt x="4923" y="4314"/>
                    <a:pt x="4779" y="4504"/>
                    <a:pt x="4574" y="4518"/>
                  </a:cubicBezTo>
                  <a:lnTo>
                    <a:pt x="3719" y="4589"/>
                  </a:lnTo>
                  <a:cubicBezTo>
                    <a:pt x="3621" y="4596"/>
                    <a:pt x="3558" y="4691"/>
                    <a:pt x="3586" y="4786"/>
                  </a:cubicBezTo>
                  <a:cubicBezTo>
                    <a:pt x="3616" y="4889"/>
                    <a:pt x="3537" y="4984"/>
                    <a:pt x="3438" y="4984"/>
                  </a:cubicBezTo>
                  <a:cubicBezTo>
                    <a:pt x="3422" y="4984"/>
                    <a:pt x="3405" y="4981"/>
                    <a:pt x="3389" y="4976"/>
                  </a:cubicBezTo>
                  <a:lnTo>
                    <a:pt x="2752" y="4765"/>
                  </a:lnTo>
                  <a:cubicBezTo>
                    <a:pt x="2667" y="4737"/>
                    <a:pt x="2604" y="4663"/>
                    <a:pt x="2590" y="4575"/>
                  </a:cubicBezTo>
                  <a:cubicBezTo>
                    <a:pt x="2572" y="4455"/>
                    <a:pt x="2467" y="4371"/>
                    <a:pt x="2347" y="4371"/>
                  </a:cubicBezTo>
                  <a:lnTo>
                    <a:pt x="1415" y="4395"/>
                  </a:lnTo>
                  <a:lnTo>
                    <a:pt x="901" y="4621"/>
                  </a:lnTo>
                  <a:cubicBezTo>
                    <a:pt x="782" y="4673"/>
                    <a:pt x="704" y="4789"/>
                    <a:pt x="701" y="4916"/>
                  </a:cubicBezTo>
                  <a:lnTo>
                    <a:pt x="694" y="5085"/>
                  </a:lnTo>
                  <a:lnTo>
                    <a:pt x="85" y="5782"/>
                  </a:lnTo>
                  <a:cubicBezTo>
                    <a:pt x="32" y="5845"/>
                    <a:pt x="0" y="5922"/>
                    <a:pt x="0" y="6007"/>
                  </a:cubicBezTo>
                  <a:lnTo>
                    <a:pt x="0" y="6749"/>
                  </a:lnTo>
                  <a:cubicBezTo>
                    <a:pt x="0" y="6886"/>
                    <a:pt x="57" y="7020"/>
                    <a:pt x="155" y="7115"/>
                  </a:cubicBezTo>
                  <a:lnTo>
                    <a:pt x="690" y="7629"/>
                  </a:lnTo>
                  <a:cubicBezTo>
                    <a:pt x="775" y="7710"/>
                    <a:pt x="884" y="7759"/>
                    <a:pt x="1000" y="7770"/>
                  </a:cubicBezTo>
                  <a:lnTo>
                    <a:pt x="2780" y="7924"/>
                  </a:lnTo>
                  <a:lnTo>
                    <a:pt x="2748" y="8181"/>
                  </a:lnTo>
                  <a:cubicBezTo>
                    <a:pt x="2734" y="8301"/>
                    <a:pt x="2784" y="8420"/>
                    <a:pt x="2882" y="8494"/>
                  </a:cubicBezTo>
                  <a:lnTo>
                    <a:pt x="3273" y="8786"/>
                  </a:lnTo>
                  <a:lnTo>
                    <a:pt x="3213" y="8980"/>
                  </a:lnTo>
                  <a:cubicBezTo>
                    <a:pt x="3171" y="9110"/>
                    <a:pt x="3213" y="9251"/>
                    <a:pt x="3318" y="9339"/>
                  </a:cubicBezTo>
                  <a:lnTo>
                    <a:pt x="3730" y="9701"/>
                  </a:lnTo>
                  <a:lnTo>
                    <a:pt x="4919" y="9321"/>
                  </a:lnTo>
                  <a:lnTo>
                    <a:pt x="5560" y="8558"/>
                  </a:lnTo>
                  <a:cubicBezTo>
                    <a:pt x="5662" y="8435"/>
                    <a:pt x="5750" y="8294"/>
                    <a:pt x="5813" y="8142"/>
                  </a:cubicBezTo>
                  <a:lnTo>
                    <a:pt x="6731" y="6017"/>
                  </a:lnTo>
                  <a:lnTo>
                    <a:pt x="6147" y="6063"/>
                  </a:lnTo>
                  <a:cubicBezTo>
                    <a:pt x="6147" y="6063"/>
                    <a:pt x="6147" y="6063"/>
                    <a:pt x="6146" y="6063"/>
                  </a:cubicBezTo>
                  <a:cubicBezTo>
                    <a:pt x="6040" y="6063"/>
                    <a:pt x="7009" y="4733"/>
                    <a:pt x="6939" y="4649"/>
                  </a:cubicBezTo>
                  <a:lnTo>
                    <a:pt x="6728" y="4223"/>
                  </a:lnTo>
                  <a:lnTo>
                    <a:pt x="7154" y="4008"/>
                  </a:lnTo>
                  <a:lnTo>
                    <a:pt x="7783" y="4452"/>
                  </a:lnTo>
                  <a:cubicBezTo>
                    <a:pt x="7590" y="2175"/>
                    <a:pt x="5855" y="332"/>
                    <a:pt x="3596"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9" name="Google Shape;21889;p91"/>
            <p:cNvSpPr/>
            <p:nvPr/>
          </p:nvSpPr>
          <p:spPr>
            <a:xfrm>
              <a:off x="2314999" y="2043478"/>
              <a:ext cx="243357" cy="253248"/>
            </a:xfrm>
            <a:custGeom>
              <a:rect b="b" l="l" r="r" t="t"/>
              <a:pathLst>
                <a:path extrusionOk="0" h="9730" w="9350">
                  <a:moveTo>
                    <a:pt x="4884" y="0"/>
                  </a:moveTo>
                  <a:lnTo>
                    <a:pt x="4884" y="0"/>
                  </a:lnTo>
                  <a:cubicBezTo>
                    <a:pt x="1668" y="672"/>
                    <a:pt x="1" y="4247"/>
                    <a:pt x="1559" y="7143"/>
                  </a:cubicBezTo>
                  <a:cubicBezTo>
                    <a:pt x="2295" y="8508"/>
                    <a:pt x="3628" y="9447"/>
                    <a:pt x="5162" y="9676"/>
                  </a:cubicBezTo>
                  <a:cubicBezTo>
                    <a:pt x="5404" y="9712"/>
                    <a:pt x="5646" y="9729"/>
                    <a:pt x="5886" y="9729"/>
                  </a:cubicBezTo>
                  <a:cubicBezTo>
                    <a:pt x="7174" y="9729"/>
                    <a:pt x="8421" y="9223"/>
                    <a:pt x="9349" y="8304"/>
                  </a:cubicBezTo>
                  <a:lnTo>
                    <a:pt x="9349" y="8304"/>
                  </a:lnTo>
                  <a:cubicBezTo>
                    <a:pt x="9019" y="8370"/>
                    <a:pt x="8684" y="8406"/>
                    <a:pt x="8346" y="8406"/>
                  </a:cubicBezTo>
                  <a:cubicBezTo>
                    <a:pt x="6355" y="8406"/>
                    <a:pt x="4561" y="7202"/>
                    <a:pt x="3801" y="5362"/>
                  </a:cubicBezTo>
                  <a:cubicBezTo>
                    <a:pt x="3044" y="3522"/>
                    <a:pt x="3470" y="1404"/>
                    <a:pt x="4884"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0" name="Google Shape;21890;p91"/>
            <p:cNvSpPr/>
            <p:nvPr/>
          </p:nvSpPr>
          <p:spPr>
            <a:xfrm>
              <a:off x="2393212" y="2174969"/>
              <a:ext cx="146925" cy="119726"/>
            </a:xfrm>
            <a:custGeom>
              <a:rect b="b" l="l" r="r" t="t"/>
              <a:pathLst>
                <a:path extrusionOk="0" h="4600" w="5645">
                  <a:moveTo>
                    <a:pt x="680" y="1"/>
                  </a:moveTo>
                  <a:lnTo>
                    <a:pt x="85" y="680"/>
                  </a:lnTo>
                  <a:cubicBezTo>
                    <a:pt x="32" y="739"/>
                    <a:pt x="0" y="820"/>
                    <a:pt x="0" y="901"/>
                  </a:cubicBezTo>
                  <a:lnTo>
                    <a:pt x="0" y="1647"/>
                  </a:lnTo>
                  <a:cubicBezTo>
                    <a:pt x="0" y="1784"/>
                    <a:pt x="57" y="1918"/>
                    <a:pt x="155" y="2013"/>
                  </a:cubicBezTo>
                  <a:lnTo>
                    <a:pt x="690" y="2530"/>
                  </a:lnTo>
                  <a:cubicBezTo>
                    <a:pt x="775" y="2611"/>
                    <a:pt x="884" y="2661"/>
                    <a:pt x="1000" y="2671"/>
                  </a:cubicBezTo>
                  <a:lnTo>
                    <a:pt x="2601" y="2808"/>
                  </a:lnTo>
                  <a:cubicBezTo>
                    <a:pt x="2699" y="2815"/>
                    <a:pt x="2773" y="2907"/>
                    <a:pt x="2759" y="3005"/>
                  </a:cubicBezTo>
                  <a:lnTo>
                    <a:pt x="2752" y="3079"/>
                  </a:lnTo>
                  <a:cubicBezTo>
                    <a:pt x="2734" y="3199"/>
                    <a:pt x="2787" y="3318"/>
                    <a:pt x="2882" y="3392"/>
                  </a:cubicBezTo>
                  <a:lnTo>
                    <a:pt x="3276" y="3684"/>
                  </a:lnTo>
                  <a:lnTo>
                    <a:pt x="3213" y="3881"/>
                  </a:lnTo>
                  <a:cubicBezTo>
                    <a:pt x="3174" y="4012"/>
                    <a:pt x="3216" y="4152"/>
                    <a:pt x="3318" y="4240"/>
                  </a:cubicBezTo>
                  <a:lnTo>
                    <a:pt x="3737" y="4599"/>
                  </a:lnTo>
                  <a:lnTo>
                    <a:pt x="3744" y="4599"/>
                  </a:lnTo>
                  <a:cubicBezTo>
                    <a:pt x="4040" y="4546"/>
                    <a:pt x="4328" y="4465"/>
                    <a:pt x="4610" y="4363"/>
                  </a:cubicBezTo>
                  <a:lnTo>
                    <a:pt x="4677" y="4335"/>
                  </a:lnTo>
                  <a:cubicBezTo>
                    <a:pt x="4736" y="4311"/>
                    <a:pt x="4796" y="4286"/>
                    <a:pt x="4856" y="4261"/>
                  </a:cubicBezTo>
                  <a:lnTo>
                    <a:pt x="4912" y="4237"/>
                  </a:lnTo>
                  <a:lnTo>
                    <a:pt x="5560" y="3459"/>
                  </a:lnTo>
                  <a:cubicBezTo>
                    <a:pt x="5591" y="3424"/>
                    <a:pt x="5616" y="3382"/>
                    <a:pt x="5644" y="3343"/>
                  </a:cubicBezTo>
                  <a:lnTo>
                    <a:pt x="5644" y="3343"/>
                  </a:lnTo>
                  <a:cubicBezTo>
                    <a:pt x="5549" y="3350"/>
                    <a:pt x="5444" y="3354"/>
                    <a:pt x="5341" y="3354"/>
                  </a:cubicBezTo>
                  <a:cubicBezTo>
                    <a:pt x="3227" y="3354"/>
                    <a:pt x="1352" y="2003"/>
                    <a:pt x="680"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1" name="Google Shape;21891;p91"/>
            <p:cNvSpPr/>
            <p:nvPr/>
          </p:nvSpPr>
          <p:spPr>
            <a:xfrm>
              <a:off x="2320700" y="2089651"/>
              <a:ext cx="340960" cy="257256"/>
            </a:xfrm>
            <a:custGeom>
              <a:rect b="b" l="l" r="r" t="t"/>
              <a:pathLst>
                <a:path extrusionOk="0" h="9884" w="13100">
                  <a:moveTo>
                    <a:pt x="11678" y="1"/>
                  </a:moveTo>
                  <a:cubicBezTo>
                    <a:pt x="11549" y="1"/>
                    <a:pt x="11420" y="124"/>
                    <a:pt x="11488" y="281"/>
                  </a:cubicBezTo>
                  <a:cubicBezTo>
                    <a:pt x="12666" y="2765"/>
                    <a:pt x="12135" y="5724"/>
                    <a:pt x="10165" y="7645"/>
                  </a:cubicBezTo>
                  <a:cubicBezTo>
                    <a:pt x="8934" y="8849"/>
                    <a:pt x="7310" y="9479"/>
                    <a:pt x="5666" y="9479"/>
                  </a:cubicBezTo>
                  <a:cubicBezTo>
                    <a:pt x="4682" y="9479"/>
                    <a:pt x="3691" y="9254"/>
                    <a:pt x="2772" y="8792"/>
                  </a:cubicBezTo>
                  <a:cubicBezTo>
                    <a:pt x="2012" y="8405"/>
                    <a:pt x="1340" y="7877"/>
                    <a:pt x="784" y="7233"/>
                  </a:cubicBezTo>
                  <a:lnTo>
                    <a:pt x="784" y="7233"/>
                  </a:lnTo>
                  <a:lnTo>
                    <a:pt x="1576" y="7497"/>
                  </a:lnTo>
                  <a:cubicBezTo>
                    <a:pt x="1601" y="7507"/>
                    <a:pt x="1626" y="7511"/>
                    <a:pt x="1651" y="7511"/>
                  </a:cubicBezTo>
                  <a:cubicBezTo>
                    <a:pt x="1735" y="7511"/>
                    <a:pt x="1813" y="7458"/>
                    <a:pt x="1840" y="7374"/>
                  </a:cubicBezTo>
                  <a:cubicBezTo>
                    <a:pt x="1875" y="7265"/>
                    <a:pt x="1815" y="7149"/>
                    <a:pt x="1703" y="7117"/>
                  </a:cubicBezTo>
                  <a:lnTo>
                    <a:pt x="281" y="6646"/>
                  </a:lnTo>
                  <a:cubicBezTo>
                    <a:pt x="259" y="6638"/>
                    <a:pt x="237" y="6634"/>
                    <a:pt x="216" y="6634"/>
                  </a:cubicBezTo>
                  <a:cubicBezTo>
                    <a:pt x="100" y="6634"/>
                    <a:pt x="0" y="6739"/>
                    <a:pt x="21" y="6864"/>
                  </a:cubicBezTo>
                  <a:lnTo>
                    <a:pt x="257" y="8525"/>
                  </a:lnTo>
                  <a:cubicBezTo>
                    <a:pt x="271" y="8623"/>
                    <a:pt x="355" y="8693"/>
                    <a:pt x="454" y="8697"/>
                  </a:cubicBezTo>
                  <a:lnTo>
                    <a:pt x="482" y="8697"/>
                  </a:lnTo>
                  <a:cubicBezTo>
                    <a:pt x="594" y="8679"/>
                    <a:pt x="668" y="8577"/>
                    <a:pt x="654" y="8468"/>
                  </a:cubicBezTo>
                  <a:lnTo>
                    <a:pt x="521" y="7543"/>
                  </a:lnTo>
                  <a:lnTo>
                    <a:pt x="521" y="7543"/>
                  </a:lnTo>
                  <a:cubicBezTo>
                    <a:pt x="1101" y="8208"/>
                    <a:pt x="1805" y="8753"/>
                    <a:pt x="2593" y="9151"/>
                  </a:cubicBezTo>
                  <a:cubicBezTo>
                    <a:pt x="3569" y="9643"/>
                    <a:pt x="4622" y="9883"/>
                    <a:pt x="5667" y="9883"/>
                  </a:cubicBezTo>
                  <a:cubicBezTo>
                    <a:pt x="7414" y="9883"/>
                    <a:pt x="9139" y="9214"/>
                    <a:pt x="10446" y="7937"/>
                  </a:cubicBezTo>
                  <a:cubicBezTo>
                    <a:pt x="12536" y="5896"/>
                    <a:pt x="13099" y="2754"/>
                    <a:pt x="11850" y="115"/>
                  </a:cubicBezTo>
                  <a:lnTo>
                    <a:pt x="11850" y="108"/>
                  </a:lnTo>
                  <a:cubicBezTo>
                    <a:pt x="11810" y="33"/>
                    <a:pt x="11744" y="1"/>
                    <a:pt x="116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2" name="Google Shape;21892;p91"/>
            <p:cNvSpPr/>
            <p:nvPr/>
          </p:nvSpPr>
          <p:spPr>
            <a:xfrm>
              <a:off x="2269399" y="1990746"/>
              <a:ext cx="346452" cy="257386"/>
            </a:xfrm>
            <a:custGeom>
              <a:rect b="b" l="l" r="r" t="t"/>
              <a:pathLst>
                <a:path extrusionOk="0" h="9889" w="13311">
                  <a:moveTo>
                    <a:pt x="7641" y="1"/>
                  </a:moveTo>
                  <a:cubicBezTo>
                    <a:pt x="6347" y="1"/>
                    <a:pt x="5043" y="367"/>
                    <a:pt x="3892" y="1122"/>
                  </a:cubicBezTo>
                  <a:cubicBezTo>
                    <a:pt x="1038" y="2994"/>
                    <a:pt x="0" y="6681"/>
                    <a:pt x="1461" y="9767"/>
                  </a:cubicBezTo>
                  <a:cubicBezTo>
                    <a:pt x="1494" y="9843"/>
                    <a:pt x="1568" y="9889"/>
                    <a:pt x="1645" y="9889"/>
                  </a:cubicBezTo>
                  <a:cubicBezTo>
                    <a:pt x="1674" y="9889"/>
                    <a:pt x="1704" y="9882"/>
                    <a:pt x="1732" y="9869"/>
                  </a:cubicBezTo>
                  <a:cubicBezTo>
                    <a:pt x="1837" y="9819"/>
                    <a:pt x="1876" y="9696"/>
                    <a:pt x="1823" y="9594"/>
                  </a:cubicBezTo>
                  <a:cubicBezTo>
                    <a:pt x="1415" y="8736"/>
                    <a:pt x="1200" y="7793"/>
                    <a:pt x="1204" y="6839"/>
                  </a:cubicBezTo>
                  <a:cubicBezTo>
                    <a:pt x="1204" y="4148"/>
                    <a:pt x="2879" y="1738"/>
                    <a:pt x="5405" y="802"/>
                  </a:cubicBezTo>
                  <a:cubicBezTo>
                    <a:pt x="6134" y="531"/>
                    <a:pt x="6890" y="400"/>
                    <a:pt x="7639" y="400"/>
                  </a:cubicBezTo>
                  <a:cubicBezTo>
                    <a:pt x="9480" y="400"/>
                    <a:pt x="11277" y="1192"/>
                    <a:pt x="12523" y="2645"/>
                  </a:cubicBezTo>
                  <a:lnTo>
                    <a:pt x="11731" y="2381"/>
                  </a:lnTo>
                  <a:cubicBezTo>
                    <a:pt x="11710" y="2376"/>
                    <a:pt x="11691" y="2373"/>
                    <a:pt x="11672" y="2373"/>
                  </a:cubicBezTo>
                  <a:cubicBezTo>
                    <a:pt x="11471" y="2373"/>
                    <a:pt x="11389" y="2678"/>
                    <a:pt x="11604" y="2761"/>
                  </a:cubicBezTo>
                  <a:lnTo>
                    <a:pt x="13026" y="3236"/>
                  </a:lnTo>
                  <a:cubicBezTo>
                    <a:pt x="13048" y="3244"/>
                    <a:pt x="13071" y="3248"/>
                    <a:pt x="13093" y="3248"/>
                  </a:cubicBezTo>
                  <a:cubicBezTo>
                    <a:pt x="13211" y="3248"/>
                    <a:pt x="13311" y="3142"/>
                    <a:pt x="13290" y="3015"/>
                  </a:cubicBezTo>
                  <a:lnTo>
                    <a:pt x="13054" y="1358"/>
                  </a:lnTo>
                  <a:cubicBezTo>
                    <a:pt x="13034" y="1244"/>
                    <a:pt x="12947" y="1192"/>
                    <a:pt x="12860" y="1192"/>
                  </a:cubicBezTo>
                  <a:cubicBezTo>
                    <a:pt x="12753" y="1192"/>
                    <a:pt x="12644" y="1272"/>
                    <a:pt x="12660" y="1414"/>
                  </a:cubicBezTo>
                  <a:lnTo>
                    <a:pt x="12790" y="2336"/>
                  </a:lnTo>
                  <a:cubicBezTo>
                    <a:pt x="11448" y="803"/>
                    <a:pt x="9555" y="1"/>
                    <a:pt x="7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3" name="Google Shape;21893;p91"/>
            <p:cNvSpPr/>
            <p:nvPr/>
          </p:nvSpPr>
          <p:spPr>
            <a:xfrm>
              <a:off x="2423534" y="2085044"/>
              <a:ext cx="16580" cy="27641"/>
            </a:xfrm>
            <a:custGeom>
              <a:rect b="b" l="l" r="r" t="t"/>
              <a:pathLst>
                <a:path extrusionOk="0" h="1062" w="637">
                  <a:moveTo>
                    <a:pt x="426" y="0"/>
                  </a:moveTo>
                  <a:cubicBezTo>
                    <a:pt x="313" y="4"/>
                    <a:pt x="225" y="95"/>
                    <a:pt x="229" y="204"/>
                  </a:cubicBezTo>
                  <a:lnTo>
                    <a:pt x="232" y="574"/>
                  </a:lnTo>
                  <a:lnTo>
                    <a:pt x="84" y="715"/>
                  </a:lnTo>
                  <a:cubicBezTo>
                    <a:pt x="4" y="792"/>
                    <a:pt x="0" y="919"/>
                    <a:pt x="77" y="1000"/>
                  </a:cubicBezTo>
                  <a:cubicBezTo>
                    <a:pt x="115" y="1041"/>
                    <a:pt x="167" y="1061"/>
                    <a:pt x="219" y="1061"/>
                  </a:cubicBezTo>
                  <a:cubicBezTo>
                    <a:pt x="269" y="1061"/>
                    <a:pt x="319" y="1043"/>
                    <a:pt x="359" y="1007"/>
                  </a:cubicBezTo>
                  <a:lnTo>
                    <a:pt x="570" y="806"/>
                  </a:lnTo>
                  <a:cubicBezTo>
                    <a:pt x="612" y="767"/>
                    <a:pt x="637" y="711"/>
                    <a:pt x="637" y="655"/>
                  </a:cubicBezTo>
                  <a:lnTo>
                    <a:pt x="630" y="197"/>
                  </a:lnTo>
                  <a:cubicBezTo>
                    <a:pt x="626" y="88"/>
                    <a:pt x="538"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4" name="Google Shape;21894;p91"/>
            <p:cNvSpPr/>
            <p:nvPr/>
          </p:nvSpPr>
          <p:spPr>
            <a:xfrm>
              <a:off x="2321584" y="2035279"/>
              <a:ext cx="289244" cy="266912"/>
            </a:xfrm>
            <a:custGeom>
              <a:rect b="b" l="l" r="r" t="t"/>
              <a:pathLst>
                <a:path extrusionOk="0" h="10255" w="11113">
                  <a:moveTo>
                    <a:pt x="3857" y="3932"/>
                  </a:moveTo>
                  <a:lnTo>
                    <a:pt x="4128" y="3964"/>
                  </a:lnTo>
                  <a:cubicBezTo>
                    <a:pt x="4145" y="3965"/>
                    <a:pt x="4161" y="3966"/>
                    <a:pt x="4177" y="3966"/>
                  </a:cubicBezTo>
                  <a:cubicBezTo>
                    <a:pt x="4205" y="3966"/>
                    <a:pt x="4233" y="3963"/>
                    <a:pt x="4262" y="3957"/>
                  </a:cubicBezTo>
                  <a:lnTo>
                    <a:pt x="4262" y="3957"/>
                  </a:lnTo>
                  <a:lnTo>
                    <a:pt x="4051" y="4421"/>
                  </a:lnTo>
                  <a:lnTo>
                    <a:pt x="3709" y="4323"/>
                  </a:lnTo>
                  <a:lnTo>
                    <a:pt x="3857" y="3932"/>
                  </a:lnTo>
                  <a:close/>
                  <a:moveTo>
                    <a:pt x="5194" y="3834"/>
                  </a:moveTo>
                  <a:lnTo>
                    <a:pt x="5588" y="4316"/>
                  </a:lnTo>
                  <a:lnTo>
                    <a:pt x="5546" y="4453"/>
                  </a:lnTo>
                  <a:cubicBezTo>
                    <a:pt x="5504" y="4558"/>
                    <a:pt x="5560" y="4678"/>
                    <a:pt x="5666" y="4713"/>
                  </a:cubicBezTo>
                  <a:cubicBezTo>
                    <a:pt x="5688" y="4721"/>
                    <a:pt x="5710" y="4725"/>
                    <a:pt x="5732" y="4725"/>
                  </a:cubicBezTo>
                  <a:cubicBezTo>
                    <a:pt x="5818" y="4725"/>
                    <a:pt x="5898" y="4667"/>
                    <a:pt x="5926" y="4579"/>
                  </a:cubicBezTo>
                  <a:lnTo>
                    <a:pt x="5975" y="4428"/>
                  </a:lnTo>
                  <a:cubicBezTo>
                    <a:pt x="6018" y="4308"/>
                    <a:pt x="5993" y="4175"/>
                    <a:pt x="5912" y="4076"/>
                  </a:cubicBezTo>
                  <a:lnTo>
                    <a:pt x="5806" y="3946"/>
                  </a:lnTo>
                  <a:lnTo>
                    <a:pt x="6158" y="4213"/>
                  </a:lnTo>
                  <a:cubicBezTo>
                    <a:pt x="6193" y="4241"/>
                    <a:pt x="6235" y="4255"/>
                    <a:pt x="6276" y="4255"/>
                  </a:cubicBezTo>
                  <a:cubicBezTo>
                    <a:pt x="6304" y="4255"/>
                    <a:pt x="6331" y="4249"/>
                    <a:pt x="6355" y="4238"/>
                  </a:cubicBezTo>
                  <a:lnTo>
                    <a:pt x="6609" y="4133"/>
                  </a:lnTo>
                  <a:lnTo>
                    <a:pt x="6764" y="4308"/>
                  </a:lnTo>
                  <a:cubicBezTo>
                    <a:pt x="6801" y="4352"/>
                    <a:pt x="6855" y="4377"/>
                    <a:pt x="6911" y="4377"/>
                  </a:cubicBezTo>
                  <a:cubicBezTo>
                    <a:pt x="6918" y="4377"/>
                    <a:pt x="6925" y="4376"/>
                    <a:pt x="6932" y="4375"/>
                  </a:cubicBezTo>
                  <a:lnTo>
                    <a:pt x="7425" y="4333"/>
                  </a:lnTo>
                  <a:lnTo>
                    <a:pt x="7443" y="4421"/>
                  </a:lnTo>
                  <a:cubicBezTo>
                    <a:pt x="7460" y="4506"/>
                    <a:pt x="7400" y="4583"/>
                    <a:pt x="7316" y="4586"/>
                  </a:cubicBezTo>
                  <a:lnTo>
                    <a:pt x="6461" y="4657"/>
                  </a:lnTo>
                  <a:cubicBezTo>
                    <a:pt x="6267" y="4671"/>
                    <a:pt x="6123" y="4836"/>
                    <a:pt x="6134" y="5030"/>
                  </a:cubicBezTo>
                  <a:lnTo>
                    <a:pt x="5567" y="4840"/>
                  </a:lnTo>
                  <a:cubicBezTo>
                    <a:pt x="5553" y="4836"/>
                    <a:pt x="5543" y="4822"/>
                    <a:pt x="5539" y="4808"/>
                  </a:cubicBezTo>
                  <a:cubicBezTo>
                    <a:pt x="5504" y="4593"/>
                    <a:pt x="5321" y="4435"/>
                    <a:pt x="5103" y="4435"/>
                  </a:cubicBezTo>
                  <a:lnTo>
                    <a:pt x="5092" y="4435"/>
                  </a:lnTo>
                  <a:lnTo>
                    <a:pt x="4476" y="4449"/>
                  </a:lnTo>
                  <a:lnTo>
                    <a:pt x="4656" y="4052"/>
                  </a:lnTo>
                  <a:cubicBezTo>
                    <a:pt x="4674" y="4016"/>
                    <a:pt x="4705" y="3988"/>
                    <a:pt x="4740" y="3978"/>
                  </a:cubicBezTo>
                  <a:lnTo>
                    <a:pt x="5194" y="3834"/>
                  </a:lnTo>
                  <a:close/>
                  <a:moveTo>
                    <a:pt x="9857" y="4520"/>
                  </a:moveTo>
                  <a:cubicBezTo>
                    <a:pt x="9892" y="4520"/>
                    <a:pt x="9927" y="4532"/>
                    <a:pt x="9955" y="4558"/>
                  </a:cubicBezTo>
                  <a:lnTo>
                    <a:pt x="10359" y="4956"/>
                  </a:lnTo>
                  <a:cubicBezTo>
                    <a:pt x="10363" y="5076"/>
                    <a:pt x="10363" y="5199"/>
                    <a:pt x="10359" y="5318"/>
                  </a:cubicBezTo>
                  <a:cubicBezTo>
                    <a:pt x="10310" y="6504"/>
                    <a:pt x="9818" y="7630"/>
                    <a:pt x="8977" y="8467"/>
                  </a:cubicBezTo>
                  <a:cubicBezTo>
                    <a:pt x="8850" y="8597"/>
                    <a:pt x="8716" y="8717"/>
                    <a:pt x="8572" y="8830"/>
                  </a:cubicBezTo>
                  <a:cubicBezTo>
                    <a:pt x="8646" y="8724"/>
                    <a:pt x="8709" y="8612"/>
                    <a:pt x="8758" y="8495"/>
                  </a:cubicBezTo>
                  <a:lnTo>
                    <a:pt x="9680" y="6367"/>
                  </a:lnTo>
                  <a:cubicBezTo>
                    <a:pt x="9738" y="6235"/>
                    <a:pt x="9640" y="6088"/>
                    <a:pt x="9499" y="6088"/>
                  </a:cubicBezTo>
                  <a:cubicBezTo>
                    <a:pt x="9493" y="6088"/>
                    <a:pt x="9486" y="6088"/>
                    <a:pt x="9480" y="6089"/>
                  </a:cubicBezTo>
                  <a:lnTo>
                    <a:pt x="9392" y="6092"/>
                  </a:lnTo>
                  <a:lnTo>
                    <a:pt x="9891" y="5100"/>
                  </a:lnTo>
                  <a:cubicBezTo>
                    <a:pt x="9976" y="4935"/>
                    <a:pt x="9923" y="4734"/>
                    <a:pt x="9772" y="4629"/>
                  </a:cubicBezTo>
                  <a:lnTo>
                    <a:pt x="9730" y="4601"/>
                  </a:lnTo>
                  <a:lnTo>
                    <a:pt x="9740" y="4583"/>
                  </a:lnTo>
                  <a:cubicBezTo>
                    <a:pt x="9766" y="4541"/>
                    <a:pt x="9811" y="4520"/>
                    <a:pt x="9857" y="4520"/>
                  </a:cubicBezTo>
                  <a:close/>
                  <a:moveTo>
                    <a:pt x="5635" y="1"/>
                  </a:moveTo>
                  <a:cubicBezTo>
                    <a:pt x="4318" y="1"/>
                    <a:pt x="3006" y="506"/>
                    <a:pt x="2010" y="1504"/>
                  </a:cubicBezTo>
                  <a:cubicBezTo>
                    <a:pt x="131" y="3383"/>
                    <a:pt x="1" y="6384"/>
                    <a:pt x="1707" y="8422"/>
                  </a:cubicBezTo>
                  <a:cubicBezTo>
                    <a:pt x="1752" y="8474"/>
                    <a:pt x="1806" y="8496"/>
                    <a:pt x="1858" y="8496"/>
                  </a:cubicBezTo>
                  <a:cubicBezTo>
                    <a:pt x="2006" y="8496"/>
                    <a:pt x="2142" y="8316"/>
                    <a:pt x="2017" y="8165"/>
                  </a:cubicBezTo>
                  <a:cubicBezTo>
                    <a:pt x="856" y="6782"/>
                    <a:pt x="585" y="4864"/>
                    <a:pt x="1313" y="3218"/>
                  </a:cubicBezTo>
                  <a:cubicBezTo>
                    <a:pt x="2042" y="1568"/>
                    <a:pt x="3643" y="480"/>
                    <a:pt x="5441" y="407"/>
                  </a:cubicBezTo>
                  <a:cubicBezTo>
                    <a:pt x="5506" y="404"/>
                    <a:pt x="5572" y="403"/>
                    <a:pt x="5638" y="403"/>
                  </a:cubicBezTo>
                  <a:cubicBezTo>
                    <a:pt x="5840" y="403"/>
                    <a:pt x="6044" y="415"/>
                    <a:pt x="6243" y="442"/>
                  </a:cubicBezTo>
                  <a:lnTo>
                    <a:pt x="6514" y="776"/>
                  </a:lnTo>
                  <a:lnTo>
                    <a:pt x="6401" y="1040"/>
                  </a:lnTo>
                  <a:lnTo>
                    <a:pt x="6239" y="744"/>
                  </a:lnTo>
                  <a:cubicBezTo>
                    <a:pt x="6201" y="681"/>
                    <a:pt x="6134" y="642"/>
                    <a:pt x="6063" y="642"/>
                  </a:cubicBezTo>
                  <a:lnTo>
                    <a:pt x="5419" y="642"/>
                  </a:lnTo>
                  <a:cubicBezTo>
                    <a:pt x="5346" y="642"/>
                    <a:pt x="5279" y="684"/>
                    <a:pt x="5244" y="748"/>
                  </a:cubicBezTo>
                  <a:lnTo>
                    <a:pt x="4793" y="1610"/>
                  </a:lnTo>
                  <a:cubicBezTo>
                    <a:pt x="4663" y="1860"/>
                    <a:pt x="4828" y="2159"/>
                    <a:pt x="5110" y="2183"/>
                  </a:cubicBezTo>
                  <a:lnTo>
                    <a:pt x="5469" y="2215"/>
                  </a:lnTo>
                  <a:cubicBezTo>
                    <a:pt x="5472" y="2215"/>
                    <a:pt x="5476" y="2215"/>
                    <a:pt x="5479" y="2215"/>
                  </a:cubicBezTo>
                  <a:cubicBezTo>
                    <a:pt x="5546" y="2215"/>
                    <a:pt x="5608" y="2184"/>
                    <a:pt x="5648" y="2131"/>
                  </a:cubicBezTo>
                  <a:lnTo>
                    <a:pt x="5785" y="1937"/>
                  </a:lnTo>
                  <a:lnTo>
                    <a:pt x="5856" y="2029"/>
                  </a:lnTo>
                  <a:lnTo>
                    <a:pt x="5810" y="2373"/>
                  </a:lnTo>
                  <a:lnTo>
                    <a:pt x="5194" y="2461"/>
                  </a:lnTo>
                  <a:cubicBezTo>
                    <a:pt x="5163" y="2468"/>
                    <a:pt x="5131" y="2479"/>
                    <a:pt x="5106" y="2500"/>
                  </a:cubicBezTo>
                  <a:lnTo>
                    <a:pt x="4315" y="3081"/>
                  </a:lnTo>
                  <a:cubicBezTo>
                    <a:pt x="4276" y="3109"/>
                    <a:pt x="4248" y="3147"/>
                    <a:pt x="4237" y="3197"/>
                  </a:cubicBezTo>
                  <a:lnTo>
                    <a:pt x="4149" y="3559"/>
                  </a:lnTo>
                  <a:lnTo>
                    <a:pt x="3878" y="3524"/>
                  </a:lnTo>
                  <a:cubicBezTo>
                    <a:pt x="3863" y="3522"/>
                    <a:pt x="3848" y="3521"/>
                    <a:pt x="3833" y="3521"/>
                  </a:cubicBezTo>
                  <a:cubicBezTo>
                    <a:pt x="3681" y="3521"/>
                    <a:pt x="3542" y="3616"/>
                    <a:pt x="3488" y="3763"/>
                  </a:cubicBezTo>
                  <a:lnTo>
                    <a:pt x="3322" y="4210"/>
                  </a:lnTo>
                  <a:cubicBezTo>
                    <a:pt x="3249" y="4411"/>
                    <a:pt x="3361" y="4632"/>
                    <a:pt x="3569" y="4692"/>
                  </a:cubicBezTo>
                  <a:lnTo>
                    <a:pt x="3572" y="4692"/>
                  </a:lnTo>
                  <a:lnTo>
                    <a:pt x="3569" y="4696"/>
                  </a:lnTo>
                  <a:cubicBezTo>
                    <a:pt x="3379" y="4780"/>
                    <a:pt x="3256" y="4963"/>
                    <a:pt x="3245" y="5171"/>
                  </a:cubicBezTo>
                  <a:lnTo>
                    <a:pt x="3242" y="5269"/>
                  </a:lnTo>
                  <a:lnTo>
                    <a:pt x="2679" y="5909"/>
                  </a:lnTo>
                  <a:cubicBezTo>
                    <a:pt x="2594" y="6008"/>
                    <a:pt x="2548" y="6135"/>
                    <a:pt x="2548" y="6265"/>
                  </a:cubicBezTo>
                  <a:lnTo>
                    <a:pt x="2548" y="7014"/>
                  </a:lnTo>
                  <a:cubicBezTo>
                    <a:pt x="2548" y="7208"/>
                    <a:pt x="2626" y="7391"/>
                    <a:pt x="2767" y="7524"/>
                  </a:cubicBezTo>
                  <a:lnTo>
                    <a:pt x="3301" y="8042"/>
                  </a:lnTo>
                  <a:cubicBezTo>
                    <a:pt x="3417" y="8154"/>
                    <a:pt x="3569" y="8225"/>
                    <a:pt x="3731" y="8239"/>
                  </a:cubicBezTo>
                  <a:lnTo>
                    <a:pt x="5310" y="8376"/>
                  </a:lnTo>
                  <a:lnTo>
                    <a:pt x="5303" y="8425"/>
                  </a:lnTo>
                  <a:cubicBezTo>
                    <a:pt x="5279" y="8615"/>
                    <a:pt x="5363" y="8809"/>
                    <a:pt x="5518" y="8925"/>
                  </a:cubicBezTo>
                  <a:lnTo>
                    <a:pt x="5796" y="9132"/>
                  </a:lnTo>
                  <a:lnTo>
                    <a:pt x="5778" y="9192"/>
                  </a:lnTo>
                  <a:cubicBezTo>
                    <a:pt x="5715" y="9400"/>
                    <a:pt x="5778" y="9625"/>
                    <a:pt x="5944" y="9762"/>
                  </a:cubicBezTo>
                  <a:lnTo>
                    <a:pt x="6025" y="9836"/>
                  </a:lnTo>
                  <a:cubicBezTo>
                    <a:pt x="5961" y="9840"/>
                    <a:pt x="5894" y="9843"/>
                    <a:pt x="5828" y="9847"/>
                  </a:cubicBezTo>
                  <a:cubicBezTo>
                    <a:pt x="5761" y="9849"/>
                    <a:pt x="5695" y="9851"/>
                    <a:pt x="5629" y="9851"/>
                  </a:cubicBezTo>
                  <a:cubicBezTo>
                    <a:pt x="4523" y="9851"/>
                    <a:pt x="3448" y="9463"/>
                    <a:pt x="2598" y="8749"/>
                  </a:cubicBezTo>
                  <a:cubicBezTo>
                    <a:pt x="2555" y="8713"/>
                    <a:pt x="2510" y="8698"/>
                    <a:pt x="2468" y="8698"/>
                  </a:cubicBezTo>
                  <a:cubicBezTo>
                    <a:pt x="2306" y="8698"/>
                    <a:pt x="2176" y="8918"/>
                    <a:pt x="2341" y="9055"/>
                  </a:cubicBezTo>
                  <a:cubicBezTo>
                    <a:pt x="3263" y="9832"/>
                    <a:pt x="4427" y="10255"/>
                    <a:pt x="5634" y="10255"/>
                  </a:cubicBezTo>
                  <a:cubicBezTo>
                    <a:pt x="5704" y="10255"/>
                    <a:pt x="5775" y="10255"/>
                    <a:pt x="5845" y="10251"/>
                  </a:cubicBezTo>
                  <a:cubicBezTo>
                    <a:pt x="7798" y="10170"/>
                    <a:pt x="9533" y="8988"/>
                    <a:pt x="10324" y="7201"/>
                  </a:cubicBezTo>
                  <a:cubicBezTo>
                    <a:pt x="11112" y="5413"/>
                    <a:pt x="10817" y="3330"/>
                    <a:pt x="9561" y="1835"/>
                  </a:cubicBezTo>
                  <a:cubicBezTo>
                    <a:pt x="9516" y="1781"/>
                    <a:pt x="9462" y="1759"/>
                    <a:pt x="9410" y="1759"/>
                  </a:cubicBezTo>
                  <a:cubicBezTo>
                    <a:pt x="9262" y="1759"/>
                    <a:pt x="9127" y="1941"/>
                    <a:pt x="9255" y="2092"/>
                  </a:cubicBezTo>
                  <a:cubicBezTo>
                    <a:pt x="9793" y="2732"/>
                    <a:pt x="10152" y="3506"/>
                    <a:pt x="10293" y="4333"/>
                  </a:cubicBezTo>
                  <a:lnTo>
                    <a:pt x="10233" y="4277"/>
                  </a:lnTo>
                  <a:cubicBezTo>
                    <a:pt x="10126" y="4171"/>
                    <a:pt x="9988" y="4120"/>
                    <a:pt x="9852" y="4120"/>
                  </a:cubicBezTo>
                  <a:cubicBezTo>
                    <a:pt x="9674" y="4120"/>
                    <a:pt x="9499" y="4207"/>
                    <a:pt x="9395" y="4372"/>
                  </a:cubicBezTo>
                  <a:lnTo>
                    <a:pt x="9360" y="4428"/>
                  </a:lnTo>
                  <a:cubicBezTo>
                    <a:pt x="9356" y="4428"/>
                    <a:pt x="9351" y="4428"/>
                    <a:pt x="9347" y="4428"/>
                  </a:cubicBezTo>
                  <a:cubicBezTo>
                    <a:pt x="9257" y="4428"/>
                    <a:pt x="9170" y="4463"/>
                    <a:pt x="9103" y="4527"/>
                  </a:cubicBezTo>
                  <a:lnTo>
                    <a:pt x="8839" y="4213"/>
                  </a:lnTo>
                  <a:cubicBezTo>
                    <a:pt x="8795" y="4161"/>
                    <a:pt x="8741" y="4139"/>
                    <a:pt x="8690" y="4139"/>
                  </a:cubicBezTo>
                  <a:cubicBezTo>
                    <a:pt x="8541" y="4139"/>
                    <a:pt x="8405" y="4320"/>
                    <a:pt x="8533" y="4474"/>
                  </a:cubicBezTo>
                  <a:lnTo>
                    <a:pt x="8934" y="4949"/>
                  </a:lnTo>
                  <a:cubicBezTo>
                    <a:pt x="8975" y="4997"/>
                    <a:pt x="9032" y="5022"/>
                    <a:pt x="9089" y="5022"/>
                  </a:cubicBezTo>
                  <a:cubicBezTo>
                    <a:pt x="9140" y="5022"/>
                    <a:pt x="9190" y="5003"/>
                    <a:pt x="9230" y="4963"/>
                  </a:cubicBezTo>
                  <a:lnTo>
                    <a:pt x="9357" y="4836"/>
                  </a:lnTo>
                  <a:lnTo>
                    <a:pt x="9522" y="4942"/>
                  </a:lnTo>
                  <a:lnTo>
                    <a:pt x="8924" y="6131"/>
                  </a:lnTo>
                  <a:lnTo>
                    <a:pt x="8892" y="6131"/>
                  </a:lnTo>
                  <a:cubicBezTo>
                    <a:pt x="8888" y="6131"/>
                    <a:pt x="8885" y="6131"/>
                    <a:pt x="8881" y="6131"/>
                  </a:cubicBezTo>
                  <a:cubicBezTo>
                    <a:pt x="8839" y="6131"/>
                    <a:pt x="8802" y="6114"/>
                    <a:pt x="8776" y="6082"/>
                  </a:cubicBezTo>
                  <a:lnTo>
                    <a:pt x="7984" y="5114"/>
                  </a:lnTo>
                  <a:cubicBezTo>
                    <a:pt x="7939" y="5052"/>
                    <a:pt x="7881" y="5026"/>
                    <a:pt x="7825" y="5026"/>
                  </a:cubicBezTo>
                  <a:cubicBezTo>
                    <a:pt x="7673" y="5026"/>
                    <a:pt x="7531" y="5216"/>
                    <a:pt x="7675" y="5368"/>
                  </a:cubicBezTo>
                  <a:lnTo>
                    <a:pt x="8466" y="6335"/>
                  </a:lnTo>
                  <a:cubicBezTo>
                    <a:pt x="8572" y="6463"/>
                    <a:pt x="8726" y="6533"/>
                    <a:pt x="8889" y="6533"/>
                  </a:cubicBezTo>
                  <a:cubicBezTo>
                    <a:pt x="8901" y="6533"/>
                    <a:pt x="8912" y="6533"/>
                    <a:pt x="8924" y="6532"/>
                  </a:cubicBezTo>
                  <a:lnTo>
                    <a:pt x="9181" y="6511"/>
                  </a:lnTo>
                  <a:lnTo>
                    <a:pt x="9181" y="6511"/>
                  </a:lnTo>
                  <a:lnTo>
                    <a:pt x="8393" y="8337"/>
                  </a:lnTo>
                  <a:cubicBezTo>
                    <a:pt x="8336" y="8471"/>
                    <a:pt x="8259" y="8594"/>
                    <a:pt x="8167" y="8703"/>
                  </a:cubicBezTo>
                  <a:lnTo>
                    <a:pt x="7538" y="9456"/>
                  </a:lnTo>
                  <a:cubicBezTo>
                    <a:pt x="7221" y="9597"/>
                    <a:pt x="6890" y="9699"/>
                    <a:pt x="6552" y="9766"/>
                  </a:cubicBezTo>
                  <a:lnTo>
                    <a:pt x="6204" y="9463"/>
                  </a:lnTo>
                  <a:cubicBezTo>
                    <a:pt x="6162" y="9428"/>
                    <a:pt x="6144" y="9368"/>
                    <a:pt x="6162" y="9315"/>
                  </a:cubicBezTo>
                  <a:lnTo>
                    <a:pt x="6222" y="9122"/>
                  </a:lnTo>
                  <a:cubicBezTo>
                    <a:pt x="6246" y="9037"/>
                    <a:pt x="6218" y="8949"/>
                    <a:pt x="6151" y="8900"/>
                  </a:cubicBezTo>
                  <a:lnTo>
                    <a:pt x="5757" y="8608"/>
                  </a:lnTo>
                  <a:cubicBezTo>
                    <a:pt x="5719" y="8576"/>
                    <a:pt x="5697" y="8531"/>
                    <a:pt x="5704" y="8478"/>
                  </a:cubicBezTo>
                  <a:lnTo>
                    <a:pt x="5736" y="8225"/>
                  </a:lnTo>
                  <a:cubicBezTo>
                    <a:pt x="5750" y="8108"/>
                    <a:pt x="5666" y="8006"/>
                    <a:pt x="5553" y="7999"/>
                  </a:cubicBezTo>
                  <a:lnTo>
                    <a:pt x="3766" y="7845"/>
                  </a:lnTo>
                  <a:cubicBezTo>
                    <a:pt x="3695" y="7838"/>
                    <a:pt x="3629" y="7809"/>
                    <a:pt x="3579" y="7760"/>
                  </a:cubicBezTo>
                  <a:lnTo>
                    <a:pt x="3044" y="7243"/>
                  </a:lnTo>
                  <a:cubicBezTo>
                    <a:pt x="2985" y="7183"/>
                    <a:pt x="2949" y="7106"/>
                    <a:pt x="2949" y="7021"/>
                  </a:cubicBezTo>
                  <a:lnTo>
                    <a:pt x="2949" y="6272"/>
                  </a:lnTo>
                  <a:cubicBezTo>
                    <a:pt x="2949" y="6240"/>
                    <a:pt x="2960" y="6205"/>
                    <a:pt x="2985" y="6180"/>
                  </a:cubicBezTo>
                  <a:lnTo>
                    <a:pt x="3593" y="5484"/>
                  </a:lnTo>
                  <a:cubicBezTo>
                    <a:pt x="3622" y="5452"/>
                    <a:pt x="3639" y="5406"/>
                    <a:pt x="3643" y="5361"/>
                  </a:cubicBezTo>
                  <a:lnTo>
                    <a:pt x="3650" y="5192"/>
                  </a:lnTo>
                  <a:cubicBezTo>
                    <a:pt x="3650" y="5139"/>
                    <a:pt x="3681" y="5090"/>
                    <a:pt x="3731" y="5068"/>
                  </a:cubicBezTo>
                  <a:lnTo>
                    <a:pt x="4209" y="4857"/>
                  </a:lnTo>
                  <a:lnTo>
                    <a:pt x="5103" y="4836"/>
                  </a:lnTo>
                  <a:cubicBezTo>
                    <a:pt x="5124" y="4836"/>
                    <a:pt x="5141" y="4854"/>
                    <a:pt x="5145" y="4871"/>
                  </a:cubicBezTo>
                  <a:cubicBezTo>
                    <a:pt x="5170" y="5037"/>
                    <a:pt x="5286" y="5171"/>
                    <a:pt x="5441" y="5220"/>
                  </a:cubicBezTo>
                  <a:lnTo>
                    <a:pt x="6081" y="5434"/>
                  </a:lnTo>
                  <a:cubicBezTo>
                    <a:pt x="6121" y="5448"/>
                    <a:pt x="6160" y="5455"/>
                    <a:pt x="6199" y="5455"/>
                  </a:cubicBezTo>
                  <a:cubicBezTo>
                    <a:pt x="6403" y="5455"/>
                    <a:pt x="6575" y="5273"/>
                    <a:pt x="6545" y="5051"/>
                  </a:cubicBezTo>
                  <a:lnTo>
                    <a:pt x="7348" y="4988"/>
                  </a:lnTo>
                  <a:cubicBezTo>
                    <a:pt x="7671" y="4963"/>
                    <a:pt x="7900" y="4664"/>
                    <a:pt x="7837" y="4344"/>
                  </a:cubicBezTo>
                  <a:lnTo>
                    <a:pt x="7812" y="4231"/>
                  </a:lnTo>
                  <a:cubicBezTo>
                    <a:pt x="7779" y="4059"/>
                    <a:pt x="7625" y="3934"/>
                    <a:pt x="7452" y="3934"/>
                  </a:cubicBezTo>
                  <a:cubicBezTo>
                    <a:pt x="7441" y="3934"/>
                    <a:pt x="7429" y="3934"/>
                    <a:pt x="7418" y="3936"/>
                  </a:cubicBezTo>
                  <a:lnTo>
                    <a:pt x="6996" y="3971"/>
                  </a:lnTo>
                  <a:lnTo>
                    <a:pt x="6932" y="3900"/>
                  </a:lnTo>
                  <a:lnTo>
                    <a:pt x="7488" y="3344"/>
                  </a:lnTo>
                  <a:cubicBezTo>
                    <a:pt x="7634" y="3198"/>
                    <a:pt x="7500" y="2998"/>
                    <a:pt x="7345" y="2998"/>
                  </a:cubicBezTo>
                  <a:cubicBezTo>
                    <a:pt x="7298" y="2998"/>
                    <a:pt x="7250" y="3016"/>
                    <a:pt x="7207" y="3059"/>
                  </a:cubicBezTo>
                  <a:lnTo>
                    <a:pt x="6531" y="3731"/>
                  </a:lnTo>
                  <a:lnTo>
                    <a:pt x="6306" y="3826"/>
                  </a:lnTo>
                  <a:lnTo>
                    <a:pt x="5676" y="3348"/>
                  </a:lnTo>
                  <a:cubicBezTo>
                    <a:pt x="5641" y="3320"/>
                    <a:pt x="5598" y="3306"/>
                    <a:pt x="5556" y="3306"/>
                  </a:cubicBezTo>
                  <a:cubicBezTo>
                    <a:pt x="5534" y="3306"/>
                    <a:pt x="5513" y="3309"/>
                    <a:pt x="5493" y="3316"/>
                  </a:cubicBezTo>
                  <a:lnTo>
                    <a:pt x="4617" y="3594"/>
                  </a:lnTo>
                  <a:cubicBezTo>
                    <a:pt x="4593" y="3601"/>
                    <a:pt x="4568" y="3612"/>
                    <a:pt x="4543" y="3626"/>
                  </a:cubicBezTo>
                  <a:lnTo>
                    <a:pt x="4607" y="3362"/>
                  </a:lnTo>
                  <a:lnTo>
                    <a:pt x="5300" y="2855"/>
                  </a:lnTo>
                  <a:lnTo>
                    <a:pt x="6014" y="2750"/>
                  </a:lnTo>
                  <a:cubicBezTo>
                    <a:pt x="6102" y="2736"/>
                    <a:pt x="6172" y="2669"/>
                    <a:pt x="6183" y="2581"/>
                  </a:cubicBezTo>
                  <a:lnTo>
                    <a:pt x="6264" y="2004"/>
                  </a:lnTo>
                  <a:cubicBezTo>
                    <a:pt x="6271" y="1948"/>
                    <a:pt x="6257" y="1895"/>
                    <a:pt x="6222" y="1853"/>
                  </a:cubicBezTo>
                  <a:lnTo>
                    <a:pt x="5930" y="1480"/>
                  </a:lnTo>
                  <a:cubicBezTo>
                    <a:pt x="5889" y="1429"/>
                    <a:pt x="5832" y="1404"/>
                    <a:pt x="5774" y="1404"/>
                  </a:cubicBezTo>
                  <a:cubicBezTo>
                    <a:pt x="5712" y="1404"/>
                    <a:pt x="5650" y="1433"/>
                    <a:pt x="5609" y="1490"/>
                  </a:cubicBezTo>
                  <a:lnTo>
                    <a:pt x="5384" y="1810"/>
                  </a:lnTo>
                  <a:lnTo>
                    <a:pt x="5152" y="1789"/>
                  </a:lnTo>
                  <a:lnTo>
                    <a:pt x="5539" y="1047"/>
                  </a:lnTo>
                  <a:lnTo>
                    <a:pt x="5944" y="1047"/>
                  </a:lnTo>
                  <a:lnTo>
                    <a:pt x="6250" y="1596"/>
                  </a:lnTo>
                  <a:cubicBezTo>
                    <a:pt x="6288" y="1664"/>
                    <a:pt x="6356" y="1698"/>
                    <a:pt x="6424" y="1698"/>
                  </a:cubicBezTo>
                  <a:cubicBezTo>
                    <a:pt x="6499" y="1698"/>
                    <a:pt x="6574" y="1657"/>
                    <a:pt x="6609" y="1578"/>
                  </a:cubicBezTo>
                  <a:lnTo>
                    <a:pt x="6890" y="917"/>
                  </a:lnTo>
                  <a:cubicBezTo>
                    <a:pt x="6939" y="801"/>
                    <a:pt x="6925" y="667"/>
                    <a:pt x="6855" y="561"/>
                  </a:cubicBezTo>
                  <a:lnTo>
                    <a:pt x="6855" y="561"/>
                  </a:lnTo>
                  <a:cubicBezTo>
                    <a:pt x="7523" y="741"/>
                    <a:pt x="8143" y="1064"/>
                    <a:pt x="8671" y="1508"/>
                  </a:cubicBezTo>
                  <a:cubicBezTo>
                    <a:pt x="8713" y="1544"/>
                    <a:pt x="8758" y="1559"/>
                    <a:pt x="8800" y="1559"/>
                  </a:cubicBezTo>
                  <a:cubicBezTo>
                    <a:pt x="8963" y="1559"/>
                    <a:pt x="9092" y="1338"/>
                    <a:pt x="8927" y="1202"/>
                  </a:cubicBezTo>
                  <a:cubicBezTo>
                    <a:pt x="7972" y="398"/>
                    <a:pt x="6802" y="1"/>
                    <a:pt x="56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95" name="Google Shape;21895;p91"/>
          <p:cNvGrpSpPr/>
          <p:nvPr/>
        </p:nvGrpSpPr>
        <p:grpSpPr>
          <a:xfrm>
            <a:off x="5605734" y="1525687"/>
            <a:ext cx="371829" cy="355978"/>
            <a:chOff x="5605734" y="1525687"/>
            <a:chExt cx="371829" cy="355978"/>
          </a:xfrm>
        </p:grpSpPr>
        <p:sp>
          <p:nvSpPr>
            <p:cNvPr id="21896" name="Google Shape;21896;p91"/>
            <p:cNvSpPr/>
            <p:nvPr/>
          </p:nvSpPr>
          <p:spPr>
            <a:xfrm>
              <a:off x="5727621" y="1738045"/>
              <a:ext cx="9552" cy="20015"/>
            </a:xfrm>
            <a:custGeom>
              <a:rect b="b" l="l" r="r" t="t"/>
              <a:pathLst>
                <a:path extrusionOk="0" h="769" w="367">
                  <a:moveTo>
                    <a:pt x="325" y="1"/>
                  </a:moveTo>
                  <a:lnTo>
                    <a:pt x="1" y="325"/>
                  </a:lnTo>
                  <a:cubicBezTo>
                    <a:pt x="110" y="483"/>
                    <a:pt x="230" y="631"/>
                    <a:pt x="367" y="768"/>
                  </a:cubicBezTo>
                  <a:cubicBezTo>
                    <a:pt x="335" y="515"/>
                    <a:pt x="321" y="258"/>
                    <a:pt x="325" y="1"/>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7" name="Google Shape;21897;p91"/>
            <p:cNvSpPr/>
            <p:nvPr/>
          </p:nvSpPr>
          <p:spPr>
            <a:xfrm>
              <a:off x="5737147" y="1553796"/>
              <a:ext cx="234300" cy="246376"/>
            </a:xfrm>
            <a:custGeom>
              <a:rect b="b" l="l" r="r" t="t"/>
              <a:pathLst>
                <a:path extrusionOk="0" h="9466" w="9002">
                  <a:moveTo>
                    <a:pt x="7847" y="1"/>
                  </a:moveTo>
                  <a:lnTo>
                    <a:pt x="7847" y="1"/>
                  </a:lnTo>
                  <a:cubicBezTo>
                    <a:pt x="7847" y="1"/>
                    <a:pt x="8178" y="2207"/>
                    <a:pt x="7024" y="3361"/>
                  </a:cubicBezTo>
                  <a:lnTo>
                    <a:pt x="3361" y="7024"/>
                  </a:lnTo>
                  <a:cubicBezTo>
                    <a:pt x="2627" y="7757"/>
                    <a:pt x="1469" y="7891"/>
                    <a:pt x="722" y="7891"/>
                  </a:cubicBezTo>
                  <a:cubicBezTo>
                    <a:pt x="294" y="7891"/>
                    <a:pt x="1" y="7847"/>
                    <a:pt x="1" y="7847"/>
                  </a:cubicBezTo>
                  <a:lnTo>
                    <a:pt x="1" y="7847"/>
                  </a:lnTo>
                  <a:cubicBezTo>
                    <a:pt x="363" y="8209"/>
                    <a:pt x="814" y="8470"/>
                    <a:pt x="1306" y="8607"/>
                  </a:cubicBezTo>
                  <a:lnTo>
                    <a:pt x="2165" y="9466"/>
                  </a:lnTo>
                  <a:cubicBezTo>
                    <a:pt x="2897" y="9001"/>
                    <a:pt x="3572" y="8456"/>
                    <a:pt x="4184" y="7847"/>
                  </a:cubicBezTo>
                  <a:lnTo>
                    <a:pt x="7847" y="4184"/>
                  </a:lnTo>
                  <a:cubicBezTo>
                    <a:pt x="9001" y="3030"/>
                    <a:pt x="9001" y="1158"/>
                    <a:pt x="784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8" name="Google Shape;21898;p91"/>
            <p:cNvSpPr/>
            <p:nvPr/>
          </p:nvSpPr>
          <p:spPr>
            <a:xfrm>
              <a:off x="5715544" y="1531283"/>
              <a:ext cx="247001" cy="238932"/>
            </a:xfrm>
            <a:custGeom>
              <a:rect b="b" l="l" r="r" t="t"/>
              <a:pathLst>
                <a:path extrusionOk="0" h="9180" w="9490">
                  <a:moveTo>
                    <a:pt x="6584" y="1507"/>
                  </a:moveTo>
                  <a:cubicBezTo>
                    <a:pt x="6956" y="1507"/>
                    <a:pt x="7328" y="1649"/>
                    <a:pt x="7611" y="1932"/>
                  </a:cubicBezTo>
                  <a:cubicBezTo>
                    <a:pt x="8177" y="2498"/>
                    <a:pt x="8177" y="3420"/>
                    <a:pt x="7611" y="3987"/>
                  </a:cubicBezTo>
                  <a:lnTo>
                    <a:pt x="5774" y="5823"/>
                  </a:lnTo>
                  <a:lnTo>
                    <a:pt x="5391" y="5918"/>
                  </a:lnTo>
                  <a:lnTo>
                    <a:pt x="4050" y="7547"/>
                  </a:lnTo>
                  <a:lnTo>
                    <a:pt x="3952" y="7646"/>
                  </a:lnTo>
                  <a:cubicBezTo>
                    <a:pt x="3667" y="7929"/>
                    <a:pt x="3295" y="8071"/>
                    <a:pt x="2923" y="8071"/>
                  </a:cubicBezTo>
                  <a:cubicBezTo>
                    <a:pt x="2551" y="8071"/>
                    <a:pt x="2180" y="7929"/>
                    <a:pt x="1897" y="7646"/>
                  </a:cubicBezTo>
                  <a:cubicBezTo>
                    <a:pt x="1330" y="7079"/>
                    <a:pt x="1330" y="6161"/>
                    <a:pt x="1897" y="5591"/>
                  </a:cubicBezTo>
                  <a:lnTo>
                    <a:pt x="5556" y="1932"/>
                  </a:lnTo>
                  <a:cubicBezTo>
                    <a:pt x="5839" y="1649"/>
                    <a:pt x="6211" y="1507"/>
                    <a:pt x="6584" y="1507"/>
                  </a:cubicBezTo>
                  <a:close/>
                  <a:moveTo>
                    <a:pt x="6584" y="0"/>
                  </a:moveTo>
                  <a:cubicBezTo>
                    <a:pt x="5827" y="0"/>
                    <a:pt x="5071" y="289"/>
                    <a:pt x="4494" y="866"/>
                  </a:cubicBezTo>
                  <a:lnTo>
                    <a:pt x="831" y="4529"/>
                  </a:lnTo>
                  <a:lnTo>
                    <a:pt x="0" y="7079"/>
                  </a:lnTo>
                  <a:cubicBezTo>
                    <a:pt x="67" y="7505"/>
                    <a:pt x="226" y="7910"/>
                    <a:pt x="468" y="8269"/>
                  </a:cubicBezTo>
                  <a:lnTo>
                    <a:pt x="507" y="8226"/>
                  </a:lnTo>
                  <a:cubicBezTo>
                    <a:pt x="585" y="8406"/>
                    <a:pt x="694" y="8571"/>
                    <a:pt x="831" y="8712"/>
                  </a:cubicBezTo>
                  <a:cubicBezTo>
                    <a:pt x="1148" y="9026"/>
                    <a:pt x="1583" y="9179"/>
                    <a:pt x="2064" y="9179"/>
                  </a:cubicBezTo>
                  <a:cubicBezTo>
                    <a:pt x="2202" y="9179"/>
                    <a:pt x="2344" y="9166"/>
                    <a:pt x="2488" y="9141"/>
                  </a:cubicBezTo>
                  <a:cubicBezTo>
                    <a:pt x="3132" y="9029"/>
                    <a:pt x="3822" y="8670"/>
                    <a:pt x="4399" y="8093"/>
                  </a:cubicBezTo>
                  <a:lnTo>
                    <a:pt x="8058" y="4434"/>
                  </a:lnTo>
                  <a:cubicBezTo>
                    <a:pt x="9215" y="3280"/>
                    <a:pt x="9490" y="1682"/>
                    <a:pt x="8677" y="866"/>
                  </a:cubicBezTo>
                  <a:cubicBezTo>
                    <a:pt x="8098" y="289"/>
                    <a:pt x="7341" y="0"/>
                    <a:pt x="6584"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9" name="Google Shape;21899;p91"/>
            <p:cNvSpPr/>
            <p:nvPr/>
          </p:nvSpPr>
          <p:spPr>
            <a:xfrm>
              <a:off x="5842012" y="1649239"/>
              <a:ext cx="23841" cy="57443"/>
            </a:xfrm>
            <a:custGeom>
              <a:rect b="b" l="l" r="r" t="t"/>
              <a:pathLst>
                <a:path extrusionOk="0" h="2207" w="916">
                  <a:moveTo>
                    <a:pt x="162" y="0"/>
                  </a:moveTo>
                  <a:cubicBezTo>
                    <a:pt x="162" y="0"/>
                    <a:pt x="331" y="1137"/>
                    <a:pt x="0" y="2206"/>
                  </a:cubicBezTo>
                  <a:lnTo>
                    <a:pt x="915" y="1288"/>
                  </a:lnTo>
                  <a:cubicBezTo>
                    <a:pt x="778" y="802"/>
                    <a:pt x="518" y="359"/>
                    <a:pt x="1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0" name="Google Shape;21900;p91"/>
            <p:cNvSpPr/>
            <p:nvPr/>
          </p:nvSpPr>
          <p:spPr>
            <a:xfrm>
              <a:off x="5642017" y="1798949"/>
              <a:ext cx="159627" cy="77041"/>
            </a:xfrm>
            <a:custGeom>
              <a:rect b="b" l="l" r="r" t="t"/>
              <a:pathLst>
                <a:path extrusionOk="0" h="2960" w="6133">
                  <a:moveTo>
                    <a:pt x="4630" y="1"/>
                  </a:moveTo>
                  <a:lnTo>
                    <a:pt x="3360" y="1271"/>
                  </a:lnTo>
                  <a:cubicBezTo>
                    <a:pt x="2627" y="2005"/>
                    <a:pt x="1468" y="2138"/>
                    <a:pt x="721" y="2138"/>
                  </a:cubicBezTo>
                  <a:cubicBezTo>
                    <a:pt x="293" y="2138"/>
                    <a:pt x="0" y="2094"/>
                    <a:pt x="0" y="2094"/>
                  </a:cubicBezTo>
                  <a:lnTo>
                    <a:pt x="0" y="2094"/>
                  </a:lnTo>
                  <a:cubicBezTo>
                    <a:pt x="577" y="2671"/>
                    <a:pt x="1334" y="2960"/>
                    <a:pt x="2092" y="2960"/>
                  </a:cubicBezTo>
                  <a:cubicBezTo>
                    <a:pt x="2849" y="2960"/>
                    <a:pt x="3607" y="2671"/>
                    <a:pt x="4184" y="2094"/>
                  </a:cubicBezTo>
                  <a:lnTo>
                    <a:pt x="6133" y="145"/>
                  </a:lnTo>
                  <a:lnTo>
                    <a:pt x="463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1" name="Google Shape;21901;p91"/>
            <p:cNvSpPr/>
            <p:nvPr/>
          </p:nvSpPr>
          <p:spPr>
            <a:xfrm>
              <a:off x="5762524" y="1754364"/>
              <a:ext cx="87218" cy="48958"/>
            </a:xfrm>
            <a:custGeom>
              <a:rect b="b" l="l" r="r" t="t"/>
              <a:pathLst>
                <a:path extrusionOk="0" h="1881" w="3351">
                  <a:moveTo>
                    <a:pt x="3350" y="0"/>
                  </a:moveTo>
                  <a:lnTo>
                    <a:pt x="3209" y="141"/>
                  </a:lnTo>
                  <a:cubicBezTo>
                    <a:pt x="2652" y="699"/>
                    <a:pt x="1901" y="1008"/>
                    <a:pt x="1124" y="1008"/>
                  </a:cubicBezTo>
                  <a:cubicBezTo>
                    <a:pt x="994" y="1008"/>
                    <a:pt x="863" y="1000"/>
                    <a:pt x="732" y="982"/>
                  </a:cubicBezTo>
                  <a:lnTo>
                    <a:pt x="0" y="1714"/>
                  </a:lnTo>
                  <a:cubicBezTo>
                    <a:pt x="365" y="1825"/>
                    <a:pt x="743" y="1880"/>
                    <a:pt x="1121" y="1880"/>
                  </a:cubicBezTo>
                  <a:cubicBezTo>
                    <a:pt x="1247" y="1880"/>
                    <a:pt x="1374" y="1874"/>
                    <a:pt x="1499" y="1862"/>
                  </a:cubicBezTo>
                  <a:lnTo>
                    <a:pt x="3216" y="145"/>
                  </a:lnTo>
                  <a:cubicBezTo>
                    <a:pt x="3262" y="99"/>
                    <a:pt x="3308" y="50"/>
                    <a:pt x="3350"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2" name="Google Shape;21902;p91"/>
            <p:cNvSpPr/>
            <p:nvPr/>
          </p:nvSpPr>
          <p:spPr>
            <a:xfrm>
              <a:off x="5611981" y="1626699"/>
              <a:ext cx="248198" cy="238932"/>
            </a:xfrm>
            <a:custGeom>
              <a:rect b="b" l="l" r="r" t="t"/>
              <a:pathLst>
                <a:path extrusionOk="0" h="9180" w="9536">
                  <a:moveTo>
                    <a:pt x="6907" y="1"/>
                  </a:moveTo>
                  <a:cubicBezTo>
                    <a:pt x="6150" y="1"/>
                    <a:pt x="5394" y="289"/>
                    <a:pt x="4817" y="866"/>
                  </a:cubicBezTo>
                  <a:lnTo>
                    <a:pt x="1154" y="4529"/>
                  </a:lnTo>
                  <a:cubicBezTo>
                    <a:pt x="0" y="5683"/>
                    <a:pt x="0" y="7555"/>
                    <a:pt x="1154" y="8709"/>
                  </a:cubicBezTo>
                  <a:cubicBezTo>
                    <a:pt x="1471" y="9026"/>
                    <a:pt x="1907" y="9179"/>
                    <a:pt x="2388" y="9179"/>
                  </a:cubicBezTo>
                  <a:cubicBezTo>
                    <a:pt x="2526" y="9179"/>
                    <a:pt x="2668" y="9167"/>
                    <a:pt x="2811" y="9142"/>
                  </a:cubicBezTo>
                  <a:cubicBezTo>
                    <a:pt x="3455" y="9029"/>
                    <a:pt x="4145" y="8670"/>
                    <a:pt x="4722" y="8093"/>
                  </a:cubicBezTo>
                  <a:lnTo>
                    <a:pt x="6115" y="6700"/>
                  </a:lnTo>
                  <a:cubicBezTo>
                    <a:pt x="6115" y="6700"/>
                    <a:pt x="5955" y="6483"/>
                    <a:pt x="5545" y="6483"/>
                  </a:cubicBezTo>
                  <a:cubicBezTo>
                    <a:pt x="5508" y="6483"/>
                    <a:pt x="5470" y="6485"/>
                    <a:pt x="5429" y="6489"/>
                  </a:cubicBezTo>
                  <a:lnTo>
                    <a:pt x="4275" y="7646"/>
                  </a:lnTo>
                  <a:cubicBezTo>
                    <a:pt x="3992" y="7929"/>
                    <a:pt x="3620" y="8071"/>
                    <a:pt x="3248" y="8071"/>
                  </a:cubicBezTo>
                  <a:cubicBezTo>
                    <a:pt x="2876" y="8071"/>
                    <a:pt x="2503" y="7929"/>
                    <a:pt x="2220" y="7646"/>
                  </a:cubicBezTo>
                  <a:cubicBezTo>
                    <a:pt x="1654" y="7080"/>
                    <a:pt x="1654" y="6158"/>
                    <a:pt x="2220" y="5591"/>
                  </a:cubicBezTo>
                  <a:lnTo>
                    <a:pt x="5883" y="1932"/>
                  </a:lnTo>
                  <a:cubicBezTo>
                    <a:pt x="6166" y="1636"/>
                    <a:pt x="6545" y="1487"/>
                    <a:pt x="6926" y="1487"/>
                  </a:cubicBezTo>
                  <a:cubicBezTo>
                    <a:pt x="7274" y="1487"/>
                    <a:pt x="7624" y="1612"/>
                    <a:pt x="7903" y="1862"/>
                  </a:cubicBezTo>
                  <a:cubicBezTo>
                    <a:pt x="8483" y="2390"/>
                    <a:pt x="8539" y="3283"/>
                    <a:pt x="8033" y="3878"/>
                  </a:cubicBezTo>
                  <a:lnTo>
                    <a:pt x="9440" y="2471"/>
                  </a:lnTo>
                  <a:cubicBezTo>
                    <a:pt x="9535" y="1848"/>
                    <a:pt x="9394" y="1264"/>
                    <a:pt x="9000" y="866"/>
                  </a:cubicBezTo>
                  <a:cubicBezTo>
                    <a:pt x="8422" y="289"/>
                    <a:pt x="7664" y="1"/>
                    <a:pt x="6907"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3" name="Google Shape;21903;p91"/>
            <p:cNvSpPr/>
            <p:nvPr/>
          </p:nvSpPr>
          <p:spPr>
            <a:xfrm>
              <a:off x="5753284" y="1777815"/>
              <a:ext cx="38391" cy="23373"/>
            </a:xfrm>
            <a:custGeom>
              <a:rect b="b" l="l" r="r" t="t"/>
              <a:pathLst>
                <a:path extrusionOk="0" h="898" w="1475">
                  <a:moveTo>
                    <a:pt x="683" y="0"/>
                  </a:moveTo>
                  <a:lnTo>
                    <a:pt x="0" y="686"/>
                  </a:lnTo>
                  <a:cubicBezTo>
                    <a:pt x="218" y="778"/>
                    <a:pt x="447" y="848"/>
                    <a:pt x="683" y="897"/>
                  </a:cubicBezTo>
                  <a:lnTo>
                    <a:pt x="1474" y="106"/>
                  </a:lnTo>
                  <a:cubicBezTo>
                    <a:pt x="1207" y="106"/>
                    <a:pt x="940" y="70"/>
                    <a:pt x="683"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4" name="Google Shape;21904;p91"/>
            <p:cNvSpPr/>
            <p:nvPr/>
          </p:nvSpPr>
          <p:spPr>
            <a:xfrm>
              <a:off x="5605734" y="1565613"/>
              <a:ext cx="328155" cy="316052"/>
            </a:xfrm>
            <a:custGeom>
              <a:rect b="b" l="l" r="r" t="t"/>
              <a:pathLst>
                <a:path extrusionOk="0" h="12143" w="12608">
                  <a:moveTo>
                    <a:pt x="10774" y="0"/>
                  </a:moveTo>
                  <a:cubicBezTo>
                    <a:pt x="10361" y="0"/>
                    <a:pt x="9947" y="152"/>
                    <a:pt x="9624" y="458"/>
                  </a:cubicBezTo>
                  <a:lnTo>
                    <a:pt x="8466" y="1612"/>
                  </a:lnTo>
                  <a:cubicBezTo>
                    <a:pt x="8347" y="1773"/>
                    <a:pt x="8482" y="1967"/>
                    <a:pt x="8643" y="1967"/>
                  </a:cubicBezTo>
                  <a:cubicBezTo>
                    <a:pt x="8686" y="1967"/>
                    <a:pt x="8730" y="1954"/>
                    <a:pt x="8772" y="1922"/>
                  </a:cubicBezTo>
                  <a:lnTo>
                    <a:pt x="9930" y="764"/>
                  </a:lnTo>
                  <a:cubicBezTo>
                    <a:pt x="10171" y="523"/>
                    <a:pt x="10487" y="403"/>
                    <a:pt x="10803" y="403"/>
                  </a:cubicBezTo>
                  <a:cubicBezTo>
                    <a:pt x="11118" y="403"/>
                    <a:pt x="11434" y="523"/>
                    <a:pt x="11675" y="764"/>
                  </a:cubicBezTo>
                  <a:cubicBezTo>
                    <a:pt x="12157" y="1246"/>
                    <a:pt x="12157" y="2027"/>
                    <a:pt x="11675" y="2509"/>
                  </a:cubicBezTo>
                  <a:lnTo>
                    <a:pt x="10085" y="4100"/>
                  </a:lnTo>
                  <a:cubicBezTo>
                    <a:pt x="9563" y="2828"/>
                    <a:pt x="8362" y="2127"/>
                    <a:pt x="7139" y="2127"/>
                  </a:cubicBezTo>
                  <a:cubicBezTo>
                    <a:pt x="6342" y="2127"/>
                    <a:pt x="5535" y="2425"/>
                    <a:pt x="4902" y="3058"/>
                  </a:cubicBezTo>
                  <a:lnTo>
                    <a:pt x="1239" y="6721"/>
                  </a:lnTo>
                  <a:cubicBezTo>
                    <a:pt x="1" y="7959"/>
                    <a:pt x="1" y="9972"/>
                    <a:pt x="1239" y="11211"/>
                  </a:cubicBezTo>
                  <a:cubicBezTo>
                    <a:pt x="1860" y="11832"/>
                    <a:pt x="2674" y="12142"/>
                    <a:pt x="3487" y="12142"/>
                  </a:cubicBezTo>
                  <a:cubicBezTo>
                    <a:pt x="4300" y="12142"/>
                    <a:pt x="5113" y="11832"/>
                    <a:pt x="5732" y="11211"/>
                  </a:cubicBezTo>
                  <a:lnTo>
                    <a:pt x="7678" y="9268"/>
                  </a:lnTo>
                  <a:cubicBezTo>
                    <a:pt x="7798" y="9107"/>
                    <a:pt x="7663" y="8913"/>
                    <a:pt x="7500" y="8913"/>
                  </a:cubicBezTo>
                  <a:cubicBezTo>
                    <a:pt x="7457" y="8913"/>
                    <a:pt x="7411" y="8927"/>
                    <a:pt x="7368" y="8959"/>
                  </a:cubicBezTo>
                  <a:lnTo>
                    <a:pt x="5423" y="10901"/>
                  </a:lnTo>
                  <a:cubicBezTo>
                    <a:pt x="4890" y="11422"/>
                    <a:pt x="4198" y="11682"/>
                    <a:pt x="3506" y="11682"/>
                  </a:cubicBezTo>
                  <a:cubicBezTo>
                    <a:pt x="2805" y="11682"/>
                    <a:pt x="2105" y="11415"/>
                    <a:pt x="1570" y="10880"/>
                  </a:cubicBezTo>
                  <a:cubicBezTo>
                    <a:pt x="511" y="9817"/>
                    <a:pt x="500" y="8100"/>
                    <a:pt x="1549" y="7027"/>
                  </a:cubicBezTo>
                  <a:lnTo>
                    <a:pt x="5208" y="3368"/>
                  </a:lnTo>
                  <a:cubicBezTo>
                    <a:pt x="5757" y="2819"/>
                    <a:pt x="6452" y="2563"/>
                    <a:pt x="7139" y="2563"/>
                  </a:cubicBezTo>
                  <a:cubicBezTo>
                    <a:pt x="8255" y="2563"/>
                    <a:pt x="9348" y="3241"/>
                    <a:pt x="9747" y="4438"/>
                  </a:cubicBezTo>
                  <a:lnTo>
                    <a:pt x="8016" y="6172"/>
                  </a:lnTo>
                  <a:cubicBezTo>
                    <a:pt x="7769" y="6419"/>
                    <a:pt x="7455" y="6535"/>
                    <a:pt x="7145" y="6535"/>
                  </a:cubicBezTo>
                  <a:cubicBezTo>
                    <a:pt x="6668" y="6535"/>
                    <a:pt x="6200" y="6261"/>
                    <a:pt x="6000" y="5764"/>
                  </a:cubicBezTo>
                  <a:cubicBezTo>
                    <a:pt x="5955" y="5685"/>
                    <a:pt x="5884" y="5651"/>
                    <a:pt x="5813" y="5651"/>
                  </a:cubicBezTo>
                  <a:cubicBezTo>
                    <a:pt x="5682" y="5651"/>
                    <a:pt x="5552" y="5767"/>
                    <a:pt x="5595" y="5929"/>
                  </a:cubicBezTo>
                  <a:cubicBezTo>
                    <a:pt x="5868" y="6601"/>
                    <a:pt x="6501" y="6971"/>
                    <a:pt x="7147" y="6971"/>
                  </a:cubicBezTo>
                  <a:cubicBezTo>
                    <a:pt x="7566" y="6971"/>
                    <a:pt x="7991" y="6815"/>
                    <a:pt x="8326" y="6482"/>
                  </a:cubicBezTo>
                  <a:lnTo>
                    <a:pt x="10145" y="4659"/>
                  </a:lnTo>
                  <a:lnTo>
                    <a:pt x="10152" y="4656"/>
                  </a:lnTo>
                  <a:lnTo>
                    <a:pt x="11988" y="2823"/>
                  </a:lnTo>
                  <a:cubicBezTo>
                    <a:pt x="12608" y="2165"/>
                    <a:pt x="12593" y="1130"/>
                    <a:pt x="11953" y="490"/>
                  </a:cubicBezTo>
                  <a:cubicBezTo>
                    <a:pt x="11629" y="164"/>
                    <a:pt x="11202" y="0"/>
                    <a:pt x="10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5" name="Google Shape;21905;p91"/>
            <p:cNvSpPr/>
            <p:nvPr/>
          </p:nvSpPr>
          <p:spPr>
            <a:xfrm>
              <a:off x="5647587" y="1525687"/>
              <a:ext cx="329977" cy="317640"/>
            </a:xfrm>
            <a:custGeom>
              <a:rect b="b" l="l" r="r" t="t"/>
              <a:pathLst>
                <a:path extrusionOk="0" h="12204" w="12678">
                  <a:moveTo>
                    <a:pt x="9196" y="1"/>
                  </a:moveTo>
                  <a:cubicBezTo>
                    <a:pt x="8384" y="1"/>
                    <a:pt x="7571" y="310"/>
                    <a:pt x="6950" y="930"/>
                  </a:cubicBezTo>
                  <a:lnTo>
                    <a:pt x="5001" y="2875"/>
                  </a:lnTo>
                  <a:cubicBezTo>
                    <a:pt x="4895" y="2956"/>
                    <a:pt x="4884" y="3111"/>
                    <a:pt x="4979" y="3206"/>
                  </a:cubicBezTo>
                  <a:cubicBezTo>
                    <a:pt x="5023" y="3249"/>
                    <a:pt x="5079" y="3271"/>
                    <a:pt x="5134" y="3271"/>
                  </a:cubicBezTo>
                  <a:cubicBezTo>
                    <a:pt x="5200" y="3271"/>
                    <a:pt x="5266" y="3241"/>
                    <a:pt x="5310" y="3181"/>
                  </a:cubicBezTo>
                  <a:lnTo>
                    <a:pt x="7256" y="1236"/>
                  </a:lnTo>
                  <a:cubicBezTo>
                    <a:pt x="7793" y="686"/>
                    <a:pt x="8504" y="411"/>
                    <a:pt x="9215" y="411"/>
                  </a:cubicBezTo>
                  <a:cubicBezTo>
                    <a:pt x="9916" y="411"/>
                    <a:pt x="10616" y="678"/>
                    <a:pt x="11151" y="1215"/>
                  </a:cubicBezTo>
                  <a:cubicBezTo>
                    <a:pt x="12231" y="2291"/>
                    <a:pt x="12220" y="4043"/>
                    <a:pt x="11130" y="5109"/>
                  </a:cubicBezTo>
                  <a:lnTo>
                    <a:pt x="7470" y="8772"/>
                  </a:lnTo>
                  <a:cubicBezTo>
                    <a:pt x="6951" y="9292"/>
                    <a:pt x="6252" y="9574"/>
                    <a:pt x="5533" y="9574"/>
                  </a:cubicBezTo>
                  <a:cubicBezTo>
                    <a:pt x="5323" y="9574"/>
                    <a:pt x="5111" y="9550"/>
                    <a:pt x="4902" y="9501"/>
                  </a:cubicBezTo>
                  <a:cubicBezTo>
                    <a:pt x="3977" y="9282"/>
                    <a:pt x="3234" y="8600"/>
                    <a:pt x="2932" y="7699"/>
                  </a:cubicBezTo>
                  <a:lnTo>
                    <a:pt x="4666" y="5968"/>
                  </a:lnTo>
                  <a:cubicBezTo>
                    <a:pt x="4912" y="5719"/>
                    <a:pt x="5226" y="5602"/>
                    <a:pt x="5537" y="5602"/>
                  </a:cubicBezTo>
                  <a:cubicBezTo>
                    <a:pt x="6014" y="5602"/>
                    <a:pt x="6484" y="5878"/>
                    <a:pt x="6686" y="6376"/>
                  </a:cubicBezTo>
                  <a:cubicBezTo>
                    <a:pt x="6710" y="6474"/>
                    <a:pt x="6798" y="6537"/>
                    <a:pt x="6894" y="6537"/>
                  </a:cubicBezTo>
                  <a:cubicBezTo>
                    <a:pt x="6922" y="6537"/>
                    <a:pt x="6950" y="6531"/>
                    <a:pt x="6978" y="6520"/>
                  </a:cubicBezTo>
                  <a:cubicBezTo>
                    <a:pt x="7101" y="6471"/>
                    <a:pt x="7154" y="6327"/>
                    <a:pt x="7090" y="6211"/>
                  </a:cubicBezTo>
                  <a:cubicBezTo>
                    <a:pt x="6818" y="5539"/>
                    <a:pt x="6183" y="5169"/>
                    <a:pt x="5538" y="5169"/>
                  </a:cubicBezTo>
                  <a:cubicBezTo>
                    <a:pt x="5118" y="5169"/>
                    <a:pt x="4693" y="5326"/>
                    <a:pt x="4360" y="5658"/>
                  </a:cubicBezTo>
                  <a:lnTo>
                    <a:pt x="697" y="9318"/>
                  </a:lnTo>
                  <a:cubicBezTo>
                    <a:pt x="15" y="9965"/>
                    <a:pt x="1" y="11049"/>
                    <a:pt x="666" y="11714"/>
                  </a:cubicBezTo>
                  <a:cubicBezTo>
                    <a:pt x="993" y="12040"/>
                    <a:pt x="1421" y="12203"/>
                    <a:pt x="1848" y="12203"/>
                  </a:cubicBezTo>
                  <a:cubicBezTo>
                    <a:pt x="2291" y="12203"/>
                    <a:pt x="2733" y="12029"/>
                    <a:pt x="3062" y="11682"/>
                  </a:cubicBezTo>
                  <a:lnTo>
                    <a:pt x="4216" y="10528"/>
                  </a:lnTo>
                  <a:cubicBezTo>
                    <a:pt x="4321" y="10447"/>
                    <a:pt x="4332" y="10289"/>
                    <a:pt x="4241" y="10197"/>
                  </a:cubicBezTo>
                  <a:cubicBezTo>
                    <a:pt x="4197" y="10153"/>
                    <a:pt x="4140" y="10132"/>
                    <a:pt x="4083" y="10132"/>
                  </a:cubicBezTo>
                  <a:cubicBezTo>
                    <a:pt x="4016" y="10132"/>
                    <a:pt x="3950" y="10161"/>
                    <a:pt x="3906" y="10218"/>
                  </a:cubicBezTo>
                  <a:lnTo>
                    <a:pt x="2752" y="11372"/>
                  </a:lnTo>
                  <a:cubicBezTo>
                    <a:pt x="2512" y="11613"/>
                    <a:pt x="2197" y="11733"/>
                    <a:pt x="1881" y="11733"/>
                  </a:cubicBezTo>
                  <a:cubicBezTo>
                    <a:pt x="1565" y="11733"/>
                    <a:pt x="1248" y="11612"/>
                    <a:pt x="1007" y="11369"/>
                  </a:cubicBezTo>
                  <a:cubicBezTo>
                    <a:pt x="525" y="10887"/>
                    <a:pt x="525" y="10106"/>
                    <a:pt x="1007" y="9624"/>
                  </a:cubicBezTo>
                  <a:lnTo>
                    <a:pt x="2594" y="8040"/>
                  </a:lnTo>
                  <a:cubicBezTo>
                    <a:pt x="2998" y="9022"/>
                    <a:pt x="3864" y="9740"/>
                    <a:pt x="4909" y="9947"/>
                  </a:cubicBezTo>
                  <a:cubicBezTo>
                    <a:pt x="5118" y="9990"/>
                    <a:pt x="5328" y="10010"/>
                    <a:pt x="5537" y="10010"/>
                  </a:cubicBezTo>
                  <a:cubicBezTo>
                    <a:pt x="6369" y="10010"/>
                    <a:pt x="7178" y="9681"/>
                    <a:pt x="7780" y="9082"/>
                  </a:cubicBezTo>
                  <a:lnTo>
                    <a:pt x="11439" y="5419"/>
                  </a:lnTo>
                  <a:cubicBezTo>
                    <a:pt x="12678" y="4181"/>
                    <a:pt x="12678" y="2168"/>
                    <a:pt x="11443" y="930"/>
                  </a:cubicBezTo>
                  <a:cubicBezTo>
                    <a:pt x="10822" y="310"/>
                    <a:pt x="10009" y="1"/>
                    <a:pt x="9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06" name="Google Shape;21906;p91"/>
          <p:cNvGrpSpPr/>
          <p:nvPr/>
        </p:nvGrpSpPr>
        <p:grpSpPr>
          <a:xfrm>
            <a:off x="5186041" y="1525609"/>
            <a:ext cx="266964" cy="356056"/>
            <a:chOff x="5186041" y="1525609"/>
            <a:chExt cx="266964" cy="356056"/>
          </a:xfrm>
        </p:grpSpPr>
        <p:sp>
          <p:nvSpPr>
            <p:cNvPr id="21907" name="Google Shape;21907;p91"/>
            <p:cNvSpPr/>
            <p:nvPr/>
          </p:nvSpPr>
          <p:spPr>
            <a:xfrm>
              <a:off x="5275524" y="1603977"/>
              <a:ext cx="31337" cy="68999"/>
            </a:xfrm>
            <a:custGeom>
              <a:rect b="b" l="l" r="r" t="t"/>
              <a:pathLst>
                <a:path extrusionOk="0" h="2651" w="1204">
                  <a:moveTo>
                    <a:pt x="721" y="1"/>
                  </a:moveTo>
                  <a:cubicBezTo>
                    <a:pt x="324" y="1"/>
                    <a:pt x="0" y="325"/>
                    <a:pt x="0" y="726"/>
                  </a:cubicBezTo>
                  <a:lnTo>
                    <a:pt x="0" y="895"/>
                  </a:lnTo>
                  <a:cubicBezTo>
                    <a:pt x="0" y="1099"/>
                    <a:pt x="32" y="1306"/>
                    <a:pt x="99" y="1503"/>
                  </a:cubicBezTo>
                  <a:lnTo>
                    <a:pt x="482" y="2650"/>
                  </a:lnTo>
                  <a:lnTo>
                    <a:pt x="1203" y="2650"/>
                  </a:lnTo>
                  <a:lnTo>
                    <a:pt x="120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8" name="Google Shape;21908;p91"/>
            <p:cNvSpPr/>
            <p:nvPr/>
          </p:nvSpPr>
          <p:spPr>
            <a:xfrm>
              <a:off x="5287965" y="1597679"/>
              <a:ext cx="75298" cy="75298"/>
            </a:xfrm>
            <a:custGeom>
              <a:rect b="b" l="l" r="r" t="t"/>
              <a:pathLst>
                <a:path extrusionOk="0" h="2893" w="2893">
                  <a:moveTo>
                    <a:pt x="725" y="0"/>
                  </a:moveTo>
                  <a:cubicBezTo>
                    <a:pt x="324" y="0"/>
                    <a:pt x="1" y="324"/>
                    <a:pt x="1" y="721"/>
                  </a:cubicBezTo>
                  <a:cubicBezTo>
                    <a:pt x="1" y="989"/>
                    <a:pt x="219" y="1207"/>
                    <a:pt x="486" y="1207"/>
                  </a:cubicBezTo>
                  <a:lnTo>
                    <a:pt x="2414" y="2892"/>
                  </a:lnTo>
                  <a:lnTo>
                    <a:pt x="2822" y="1467"/>
                  </a:lnTo>
                  <a:cubicBezTo>
                    <a:pt x="2868" y="1295"/>
                    <a:pt x="2893" y="1116"/>
                    <a:pt x="2893" y="936"/>
                  </a:cubicBezTo>
                  <a:lnTo>
                    <a:pt x="289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9" name="Google Shape;21909;p91"/>
            <p:cNvSpPr/>
            <p:nvPr/>
          </p:nvSpPr>
          <p:spPr>
            <a:xfrm>
              <a:off x="5299417" y="1692445"/>
              <a:ext cx="40134" cy="35189"/>
            </a:xfrm>
            <a:custGeom>
              <a:rect b="b" l="l" r="r" t="t"/>
              <a:pathLst>
                <a:path extrusionOk="0" h="1352" w="1542">
                  <a:moveTo>
                    <a:pt x="0" y="1"/>
                  </a:moveTo>
                  <a:lnTo>
                    <a:pt x="0" y="1352"/>
                  </a:lnTo>
                  <a:lnTo>
                    <a:pt x="1542" y="1352"/>
                  </a:lnTo>
                  <a:lnTo>
                    <a:pt x="1542"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0" name="Google Shape;21910;p91"/>
            <p:cNvSpPr/>
            <p:nvPr/>
          </p:nvSpPr>
          <p:spPr>
            <a:xfrm>
              <a:off x="5299417" y="1692445"/>
              <a:ext cx="40134" cy="21863"/>
            </a:xfrm>
            <a:custGeom>
              <a:rect b="b" l="l" r="r" t="t"/>
              <a:pathLst>
                <a:path extrusionOk="0" h="840" w="1542">
                  <a:moveTo>
                    <a:pt x="0" y="1"/>
                  </a:moveTo>
                  <a:lnTo>
                    <a:pt x="0" y="687"/>
                  </a:lnTo>
                  <a:cubicBezTo>
                    <a:pt x="247" y="789"/>
                    <a:pt x="508" y="840"/>
                    <a:pt x="770" y="840"/>
                  </a:cubicBezTo>
                  <a:cubicBezTo>
                    <a:pt x="1031" y="840"/>
                    <a:pt x="1294" y="789"/>
                    <a:pt x="1542" y="687"/>
                  </a:cubicBezTo>
                  <a:lnTo>
                    <a:pt x="154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1" name="Google Shape;21911;p91"/>
            <p:cNvSpPr/>
            <p:nvPr/>
          </p:nvSpPr>
          <p:spPr>
            <a:xfrm>
              <a:off x="5252619" y="1714256"/>
              <a:ext cx="133729" cy="67411"/>
            </a:xfrm>
            <a:custGeom>
              <a:rect b="b" l="l" r="r" t="t"/>
              <a:pathLst>
                <a:path extrusionOk="0" h="2590" w="5138">
                  <a:moveTo>
                    <a:pt x="1795" y="0"/>
                  </a:moveTo>
                  <a:lnTo>
                    <a:pt x="556" y="356"/>
                  </a:lnTo>
                  <a:cubicBezTo>
                    <a:pt x="226" y="451"/>
                    <a:pt x="1" y="753"/>
                    <a:pt x="1" y="1098"/>
                  </a:cubicBezTo>
                  <a:lnTo>
                    <a:pt x="1" y="2590"/>
                  </a:lnTo>
                  <a:lnTo>
                    <a:pt x="5138" y="2590"/>
                  </a:lnTo>
                  <a:lnTo>
                    <a:pt x="5138" y="1098"/>
                  </a:lnTo>
                  <a:cubicBezTo>
                    <a:pt x="5138" y="753"/>
                    <a:pt x="4909" y="451"/>
                    <a:pt x="4578" y="356"/>
                  </a:cubicBezTo>
                  <a:lnTo>
                    <a:pt x="3340" y="0"/>
                  </a:lnTo>
                  <a:lnTo>
                    <a:pt x="2569" y="514"/>
                  </a:lnTo>
                  <a:lnTo>
                    <a:pt x="179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2" name="Google Shape;21912;p91"/>
            <p:cNvSpPr/>
            <p:nvPr/>
          </p:nvSpPr>
          <p:spPr>
            <a:xfrm>
              <a:off x="5281822" y="1629068"/>
              <a:ext cx="75402" cy="68999"/>
            </a:xfrm>
            <a:custGeom>
              <a:rect b="b" l="l" r="r" t="t"/>
              <a:pathLst>
                <a:path extrusionOk="0" h="2651" w="2897">
                  <a:moveTo>
                    <a:pt x="918" y="1"/>
                  </a:moveTo>
                  <a:cubicBezTo>
                    <a:pt x="791" y="1"/>
                    <a:pt x="667" y="53"/>
                    <a:pt x="578" y="145"/>
                  </a:cubicBezTo>
                  <a:lnTo>
                    <a:pt x="142" y="582"/>
                  </a:lnTo>
                  <a:cubicBezTo>
                    <a:pt x="50" y="670"/>
                    <a:pt x="1" y="793"/>
                    <a:pt x="1" y="923"/>
                  </a:cubicBezTo>
                  <a:lnTo>
                    <a:pt x="1" y="1204"/>
                  </a:lnTo>
                  <a:cubicBezTo>
                    <a:pt x="1" y="2003"/>
                    <a:pt x="648" y="2650"/>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8"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3" name="Google Shape;21913;p91"/>
            <p:cNvSpPr/>
            <p:nvPr/>
          </p:nvSpPr>
          <p:spPr>
            <a:xfrm>
              <a:off x="5281744" y="1629172"/>
              <a:ext cx="75219" cy="67437"/>
            </a:xfrm>
            <a:custGeom>
              <a:rect b="b" l="l" r="r" t="t"/>
              <a:pathLst>
                <a:path extrusionOk="0" h="2591" w="2890">
                  <a:moveTo>
                    <a:pt x="919" y="0"/>
                  </a:moveTo>
                  <a:cubicBezTo>
                    <a:pt x="791" y="0"/>
                    <a:pt x="669" y="49"/>
                    <a:pt x="581" y="141"/>
                  </a:cubicBezTo>
                  <a:lnTo>
                    <a:pt x="0" y="718"/>
                  </a:lnTo>
                  <a:lnTo>
                    <a:pt x="0" y="1204"/>
                  </a:lnTo>
                  <a:cubicBezTo>
                    <a:pt x="0" y="1848"/>
                    <a:pt x="426" y="2414"/>
                    <a:pt x="1045" y="2590"/>
                  </a:cubicBezTo>
                  <a:cubicBezTo>
                    <a:pt x="838" y="2337"/>
                    <a:pt x="725" y="2017"/>
                    <a:pt x="725" y="1686"/>
                  </a:cubicBezTo>
                  <a:lnTo>
                    <a:pt x="725" y="1151"/>
                  </a:lnTo>
                  <a:cubicBezTo>
                    <a:pt x="725" y="873"/>
                    <a:pt x="957" y="669"/>
                    <a:pt x="1235" y="669"/>
                  </a:cubicBezTo>
                  <a:cubicBezTo>
                    <a:pt x="1665" y="669"/>
                    <a:pt x="2520" y="722"/>
                    <a:pt x="2889" y="993"/>
                  </a:cubicBezTo>
                  <a:cubicBezTo>
                    <a:pt x="2871" y="891"/>
                    <a:pt x="2829" y="627"/>
                    <a:pt x="2755" y="553"/>
                  </a:cubicBezTo>
                  <a:cubicBezTo>
                    <a:pt x="2382" y="191"/>
                    <a:pt x="1700" y="25"/>
                    <a:pt x="933" y="1"/>
                  </a:cubicBezTo>
                  <a:cubicBezTo>
                    <a:pt x="928" y="0"/>
                    <a:pt x="924" y="0"/>
                    <a:pt x="919"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4" name="Google Shape;21914;p91"/>
            <p:cNvSpPr/>
            <p:nvPr/>
          </p:nvSpPr>
          <p:spPr>
            <a:xfrm>
              <a:off x="5191272" y="1530918"/>
              <a:ext cx="256423" cy="345541"/>
            </a:xfrm>
            <a:custGeom>
              <a:rect b="b" l="l" r="r" t="t"/>
              <a:pathLst>
                <a:path extrusionOk="0" h="13276" w="9852">
                  <a:moveTo>
                    <a:pt x="4925" y="1284"/>
                  </a:moveTo>
                  <a:cubicBezTo>
                    <a:pt x="5394" y="1284"/>
                    <a:pt x="5868" y="1375"/>
                    <a:pt x="6319" y="1562"/>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7" y="1654"/>
                    <a:pt x="3977" y="1284"/>
                    <a:pt x="4925" y="1284"/>
                  </a:cubicBezTo>
                  <a:close/>
                  <a:moveTo>
                    <a:pt x="4920" y="0"/>
                  </a:moveTo>
                  <a:cubicBezTo>
                    <a:pt x="2199" y="0"/>
                    <a:pt x="0" y="2205"/>
                    <a:pt x="0" y="4926"/>
                  </a:cubicBezTo>
                  <a:cubicBezTo>
                    <a:pt x="0" y="10063"/>
                    <a:pt x="4926" y="13275"/>
                    <a:pt x="4926" y="13275"/>
                  </a:cubicBezTo>
                  <a:cubicBezTo>
                    <a:pt x="4926" y="13275"/>
                    <a:pt x="9852" y="10063"/>
                    <a:pt x="9852" y="4926"/>
                  </a:cubicBezTo>
                  <a:cubicBezTo>
                    <a:pt x="9852" y="2203"/>
                    <a:pt x="7646" y="0"/>
                    <a:pt x="4926" y="0"/>
                  </a:cubicBezTo>
                  <a:cubicBezTo>
                    <a:pt x="4924" y="0"/>
                    <a:pt x="4922" y="0"/>
                    <a:pt x="492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5" name="Google Shape;21915;p91"/>
            <p:cNvSpPr/>
            <p:nvPr/>
          </p:nvSpPr>
          <p:spPr>
            <a:xfrm>
              <a:off x="5191272" y="1530918"/>
              <a:ext cx="243071" cy="345541"/>
            </a:xfrm>
            <a:custGeom>
              <a:rect b="b" l="l" r="r" t="t"/>
              <a:pathLst>
                <a:path extrusionOk="0" h="13276" w="9339">
                  <a:moveTo>
                    <a:pt x="4929" y="1283"/>
                  </a:moveTo>
                  <a:cubicBezTo>
                    <a:pt x="5397" y="1283"/>
                    <a:pt x="5869" y="1373"/>
                    <a:pt x="6319" y="1559"/>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8" y="1653"/>
                    <a:pt x="3980" y="1283"/>
                    <a:pt x="4929" y="1283"/>
                  </a:cubicBezTo>
                  <a:close/>
                  <a:moveTo>
                    <a:pt x="4920" y="0"/>
                  </a:moveTo>
                  <a:cubicBezTo>
                    <a:pt x="2203" y="0"/>
                    <a:pt x="0" y="2205"/>
                    <a:pt x="0" y="4926"/>
                  </a:cubicBezTo>
                  <a:cubicBezTo>
                    <a:pt x="0" y="10063"/>
                    <a:pt x="4926" y="13275"/>
                    <a:pt x="4926" y="13275"/>
                  </a:cubicBezTo>
                  <a:cubicBezTo>
                    <a:pt x="4926" y="13275"/>
                    <a:pt x="3783" y="11710"/>
                    <a:pt x="3089" y="9018"/>
                  </a:cubicBezTo>
                  <a:cubicBezTo>
                    <a:pt x="3069" y="8933"/>
                    <a:pt x="3134" y="8857"/>
                    <a:pt x="3214" y="8857"/>
                  </a:cubicBezTo>
                  <a:cubicBezTo>
                    <a:pt x="3229" y="8857"/>
                    <a:pt x="3246" y="8860"/>
                    <a:pt x="3262" y="8867"/>
                  </a:cubicBezTo>
                  <a:cubicBezTo>
                    <a:pt x="3799" y="9095"/>
                    <a:pt x="4368" y="9208"/>
                    <a:pt x="4934" y="9208"/>
                  </a:cubicBezTo>
                  <a:cubicBezTo>
                    <a:pt x="5830" y="9208"/>
                    <a:pt x="6719" y="8926"/>
                    <a:pt x="7463" y="8378"/>
                  </a:cubicBezTo>
                  <a:cubicBezTo>
                    <a:pt x="8680" y="7484"/>
                    <a:pt x="9338" y="6017"/>
                    <a:pt x="9190" y="4518"/>
                  </a:cubicBezTo>
                  <a:cubicBezTo>
                    <a:pt x="9007" y="2565"/>
                    <a:pt x="7473" y="961"/>
                    <a:pt x="5535" y="683"/>
                  </a:cubicBezTo>
                  <a:cubicBezTo>
                    <a:pt x="5334" y="654"/>
                    <a:pt x="5131" y="640"/>
                    <a:pt x="4930" y="640"/>
                  </a:cubicBezTo>
                  <a:cubicBezTo>
                    <a:pt x="4612" y="640"/>
                    <a:pt x="4296" y="675"/>
                    <a:pt x="3987" y="746"/>
                  </a:cubicBezTo>
                  <a:cubicBezTo>
                    <a:pt x="3976" y="748"/>
                    <a:pt x="3966" y="750"/>
                    <a:pt x="3956" y="750"/>
                  </a:cubicBezTo>
                  <a:cubicBezTo>
                    <a:pt x="3847" y="750"/>
                    <a:pt x="3783" y="615"/>
                    <a:pt x="3863" y="532"/>
                  </a:cubicBezTo>
                  <a:cubicBezTo>
                    <a:pt x="4184" y="190"/>
                    <a:pt x="4543" y="0"/>
                    <a:pt x="4926" y="0"/>
                  </a:cubicBezTo>
                  <a:cubicBezTo>
                    <a:pt x="4924" y="0"/>
                    <a:pt x="4922" y="0"/>
                    <a:pt x="492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6" name="Google Shape;21916;p91"/>
            <p:cNvSpPr/>
            <p:nvPr/>
          </p:nvSpPr>
          <p:spPr>
            <a:xfrm>
              <a:off x="5209674" y="1559132"/>
              <a:ext cx="176050" cy="164025"/>
            </a:xfrm>
            <a:custGeom>
              <a:rect b="b" l="l" r="r" t="t"/>
              <a:pathLst>
                <a:path extrusionOk="0" h="6302" w="6764">
                  <a:moveTo>
                    <a:pt x="4222" y="1"/>
                  </a:moveTo>
                  <a:cubicBezTo>
                    <a:pt x="3235" y="1"/>
                    <a:pt x="2252" y="380"/>
                    <a:pt x="1506" y="1126"/>
                  </a:cubicBezTo>
                  <a:cubicBezTo>
                    <a:pt x="131" y="2502"/>
                    <a:pt x="0" y="4687"/>
                    <a:pt x="1200" y="6217"/>
                  </a:cubicBezTo>
                  <a:cubicBezTo>
                    <a:pt x="1245" y="6277"/>
                    <a:pt x="1302" y="6302"/>
                    <a:pt x="1357" y="6302"/>
                  </a:cubicBezTo>
                  <a:cubicBezTo>
                    <a:pt x="1507" y="6302"/>
                    <a:pt x="1648" y="6121"/>
                    <a:pt x="1517" y="5967"/>
                  </a:cubicBezTo>
                  <a:cubicBezTo>
                    <a:pt x="437" y="4599"/>
                    <a:pt x="553" y="2639"/>
                    <a:pt x="1784" y="1407"/>
                  </a:cubicBezTo>
                  <a:cubicBezTo>
                    <a:pt x="2453" y="738"/>
                    <a:pt x="3335" y="398"/>
                    <a:pt x="4220" y="398"/>
                  </a:cubicBezTo>
                  <a:cubicBezTo>
                    <a:pt x="4969" y="398"/>
                    <a:pt x="5720" y="641"/>
                    <a:pt x="6348" y="1136"/>
                  </a:cubicBezTo>
                  <a:cubicBezTo>
                    <a:pt x="6389" y="1169"/>
                    <a:pt x="6432" y="1183"/>
                    <a:pt x="6472" y="1183"/>
                  </a:cubicBezTo>
                  <a:cubicBezTo>
                    <a:pt x="6636" y="1183"/>
                    <a:pt x="6763" y="956"/>
                    <a:pt x="6594" y="823"/>
                  </a:cubicBezTo>
                  <a:cubicBezTo>
                    <a:pt x="5894" y="272"/>
                    <a:pt x="5057" y="1"/>
                    <a:pt x="4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7" name="Google Shape;21917;p91"/>
            <p:cNvSpPr/>
            <p:nvPr/>
          </p:nvSpPr>
          <p:spPr>
            <a:xfrm>
              <a:off x="5186041" y="1525609"/>
              <a:ext cx="266964" cy="356056"/>
            </a:xfrm>
            <a:custGeom>
              <a:rect b="b" l="l" r="r" t="t"/>
              <a:pathLst>
                <a:path extrusionOk="0" h="13680" w="10257">
                  <a:moveTo>
                    <a:pt x="5127" y="405"/>
                  </a:moveTo>
                  <a:cubicBezTo>
                    <a:pt x="7738" y="405"/>
                    <a:pt x="9852" y="2519"/>
                    <a:pt x="9852" y="5130"/>
                  </a:cubicBezTo>
                  <a:cubicBezTo>
                    <a:pt x="9849" y="6270"/>
                    <a:pt x="9599" y="7407"/>
                    <a:pt x="9103" y="8511"/>
                  </a:cubicBezTo>
                  <a:cubicBezTo>
                    <a:pt x="8702" y="9398"/>
                    <a:pt x="8142" y="10267"/>
                    <a:pt x="7442" y="11090"/>
                  </a:cubicBezTo>
                  <a:cubicBezTo>
                    <a:pt x="6760" y="11896"/>
                    <a:pt x="5982" y="12614"/>
                    <a:pt x="5127" y="13233"/>
                  </a:cubicBezTo>
                  <a:cubicBezTo>
                    <a:pt x="4272" y="12617"/>
                    <a:pt x="3498" y="11900"/>
                    <a:pt x="2815" y="11101"/>
                  </a:cubicBezTo>
                  <a:cubicBezTo>
                    <a:pt x="2112" y="10274"/>
                    <a:pt x="1552" y="9405"/>
                    <a:pt x="1155" y="8518"/>
                  </a:cubicBezTo>
                  <a:cubicBezTo>
                    <a:pt x="655" y="7410"/>
                    <a:pt x="405" y="6274"/>
                    <a:pt x="405" y="5130"/>
                  </a:cubicBezTo>
                  <a:cubicBezTo>
                    <a:pt x="405" y="2519"/>
                    <a:pt x="2520" y="405"/>
                    <a:pt x="5127" y="405"/>
                  </a:cubicBezTo>
                  <a:close/>
                  <a:moveTo>
                    <a:pt x="5127" y="0"/>
                  </a:moveTo>
                  <a:cubicBezTo>
                    <a:pt x="2295" y="4"/>
                    <a:pt x="4" y="2298"/>
                    <a:pt x="1" y="5130"/>
                  </a:cubicBezTo>
                  <a:cubicBezTo>
                    <a:pt x="1" y="6330"/>
                    <a:pt x="264" y="7526"/>
                    <a:pt x="789" y="8684"/>
                  </a:cubicBezTo>
                  <a:cubicBezTo>
                    <a:pt x="1204" y="9606"/>
                    <a:pt x="1784" y="10506"/>
                    <a:pt x="2513" y="11361"/>
                  </a:cubicBezTo>
                  <a:cubicBezTo>
                    <a:pt x="3748" y="12811"/>
                    <a:pt x="4965" y="13613"/>
                    <a:pt x="5018" y="13648"/>
                  </a:cubicBezTo>
                  <a:cubicBezTo>
                    <a:pt x="5051" y="13669"/>
                    <a:pt x="5090" y="13680"/>
                    <a:pt x="5129" y="13680"/>
                  </a:cubicBezTo>
                  <a:cubicBezTo>
                    <a:pt x="5167" y="13680"/>
                    <a:pt x="5206" y="13669"/>
                    <a:pt x="5240" y="13648"/>
                  </a:cubicBezTo>
                  <a:cubicBezTo>
                    <a:pt x="5289" y="13613"/>
                    <a:pt x="6506" y="12811"/>
                    <a:pt x="7745" y="11361"/>
                  </a:cubicBezTo>
                  <a:cubicBezTo>
                    <a:pt x="8473" y="10506"/>
                    <a:pt x="9050" y="9606"/>
                    <a:pt x="9469" y="8684"/>
                  </a:cubicBezTo>
                  <a:cubicBezTo>
                    <a:pt x="9990" y="7526"/>
                    <a:pt x="10257" y="6330"/>
                    <a:pt x="10257" y="5130"/>
                  </a:cubicBezTo>
                  <a:cubicBezTo>
                    <a:pt x="10253" y="2298"/>
                    <a:pt x="7956" y="4"/>
                    <a:pt x="5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8" name="Google Shape;21918;p91"/>
            <p:cNvSpPr/>
            <p:nvPr/>
          </p:nvSpPr>
          <p:spPr>
            <a:xfrm>
              <a:off x="5291713" y="1624435"/>
              <a:ext cx="57130" cy="17855"/>
            </a:xfrm>
            <a:custGeom>
              <a:rect b="b" l="l" r="r" t="t"/>
              <a:pathLst>
                <a:path extrusionOk="0" h="686" w="2195">
                  <a:moveTo>
                    <a:pt x="793" y="0"/>
                  </a:moveTo>
                  <a:cubicBezTo>
                    <a:pt x="603" y="0"/>
                    <a:pt x="393" y="18"/>
                    <a:pt x="166" y="63"/>
                  </a:cubicBezTo>
                  <a:cubicBezTo>
                    <a:pt x="75" y="84"/>
                    <a:pt x="8" y="165"/>
                    <a:pt x="8" y="260"/>
                  </a:cubicBezTo>
                  <a:lnTo>
                    <a:pt x="8" y="475"/>
                  </a:lnTo>
                  <a:cubicBezTo>
                    <a:pt x="1" y="587"/>
                    <a:pt x="92" y="686"/>
                    <a:pt x="209" y="686"/>
                  </a:cubicBezTo>
                  <a:cubicBezTo>
                    <a:pt x="321" y="686"/>
                    <a:pt x="413" y="587"/>
                    <a:pt x="409" y="475"/>
                  </a:cubicBezTo>
                  <a:lnTo>
                    <a:pt x="409" y="429"/>
                  </a:lnTo>
                  <a:cubicBezTo>
                    <a:pt x="536" y="410"/>
                    <a:pt x="664" y="400"/>
                    <a:pt x="791" y="400"/>
                  </a:cubicBezTo>
                  <a:cubicBezTo>
                    <a:pt x="995" y="400"/>
                    <a:pt x="1197" y="425"/>
                    <a:pt x="1394" y="475"/>
                  </a:cubicBezTo>
                  <a:cubicBezTo>
                    <a:pt x="1542" y="510"/>
                    <a:pt x="1683" y="566"/>
                    <a:pt x="1813" y="643"/>
                  </a:cubicBezTo>
                  <a:cubicBezTo>
                    <a:pt x="1847" y="662"/>
                    <a:pt x="1880" y="670"/>
                    <a:pt x="1911" y="670"/>
                  </a:cubicBezTo>
                  <a:cubicBezTo>
                    <a:pt x="2080" y="670"/>
                    <a:pt x="2194" y="437"/>
                    <a:pt x="2031" y="309"/>
                  </a:cubicBezTo>
                  <a:cubicBezTo>
                    <a:pt x="2009" y="292"/>
                    <a:pt x="1557" y="0"/>
                    <a:pt x="7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9" name="Google Shape;21919;p91"/>
            <p:cNvSpPr/>
            <p:nvPr/>
          </p:nvSpPr>
          <p:spPr>
            <a:xfrm>
              <a:off x="5255092" y="1592551"/>
              <a:ext cx="174306" cy="166524"/>
            </a:xfrm>
            <a:custGeom>
              <a:rect b="b" l="l" r="r" t="t"/>
              <a:pathLst>
                <a:path extrusionOk="0" h="6398" w="6697">
                  <a:moveTo>
                    <a:pt x="3987" y="401"/>
                  </a:moveTo>
                  <a:lnTo>
                    <a:pt x="3987" y="1397"/>
                  </a:lnTo>
                  <a:cubicBezTo>
                    <a:pt x="3983" y="1562"/>
                    <a:pt x="3945" y="1728"/>
                    <a:pt x="3871" y="1879"/>
                  </a:cubicBezTo>
                  <a:lnTo>
                    <a:pt x="3793" y="2037"/>
                  </a:lnTo>
                  <a:cubicBezTo>
                    <a:pt x="3779" y="2062"/>
                    <a:pt x="3772" y="2094"/>
                    <a:pt x="3772" y="2125"/>
                  </a:cubicBezTo>
                  <a:lnTo>
                    <a:pt x="3772" y="2558"/>
                  </a:lnTo>
                  <a:cubicBezTo>
                    <a:pt x="3772" y="3275"/>
                    <a:pt x="3188" y="3854"/>
                    <a:pt x="2476" y="3854"/>
                  </a:cubicBezTo>
                  <a:cubicBezTo>
                    <a:pt x="2461" y="3854"/>
                    <a:pt x="2447" y="3853"/>
                    <a:pt x="2432" y="3853"/>
                  </a:cubicBezTo>
                  <a:cubicBezTo>
                    <a:pt x="1739" y="3832"/>
                    <a:pt x="1176" y="3223"/>
                    <a:pt x="1176" y="2491"/>
                  </a:cubicBezTo>
                  <a:lnTo>
                    <a:pt x="1176" y="2125"/>
                  </a:lnTo>
                  <a:cubicBezTo>
                    <a:pt x="1172" y="2097"/>
                    <a:pt x="1165" y="2065"/>
                    <a:pt x="1155" y="2037"/>
                  </a:cubicBezTo>
                  <a:lnTo>
                    <a:pt x="1074" y="1883"/>
                  </a:lnTo>
                  <a:cubicBezTo>
                    <a:pt x="1000" y="1731"/>
                    <a:pt x="961" y="1566"/>
                    <a:pt x="961" y="1397"/>
                  </a:cubicBezTo>
                  <a:cubicBezTo>
                    <a:pt x="961" y="848"/>
                    <a:pt x="1404" y="401"/>
                    <a:pt x="1953" y="401"/>
                  </a:cubicBezTo>
                  <a:close/>
                  <a:moveTo>
                    <a:pt x="1816" y="4113"/>
                  </a:moveTo>
                  <a:cubicBezTo>
                    <a:pt x="2006" y="4198"/>
                    <a:pt x="2214" y="4247"/>
                    <a:pt x="2421" y="4254"/>
                  </a:cubicBezTo>
                  <a:lnTo>
                    <a:pt x="2421" y="4250"/>
                  </a:lnTo>
                  <a:lnTo>
                    <a:pt x="2474" y="4250"/>
                  </a:lnTo>
                  <a:cubicBezTo>
                    <a:pt x="2699" y="4250"/>
                    <a:pt x="2921" y="4208"/>
                    <a:pt x="3128" y="4120"/>
                  </a:cubicBezTo>
                  <a:lnTo>
                    <a:pt x="3128" y="4395"/>
                  </a:lnTo>
                  <a:cubicBezTo>
                    <a:pt x="3128" y="4455"/>
                    <a:pt x="3139" y="4514"/>
                    <a:pt x="3153" y="4571"/>
                  </a:cubicBezTo>
                  <a:lnTo>
                    <a:pt x="2474" y="5084"/>
                  </a:lnTo>
                  <a:lnTo>
                    <a:pt x="1791" y="4571"/>
                  </a:lnTo>
                  <a:cubicBezTo>
                    <a:pt x="1806" y="4514"/>
                    <a:pt x="1816" y="4455"/>
                    <a:pt x="1816" y="4395"/>
                  </a:cubicBezTo>
                  <a:lnTo>
                    <a:pt x="1816" y="4113"/>
                  </a:lnTo>
                  <a:close/>
                  <a:moveTo>
                    <a:pt x="1559" y="4905"/>
                  </a:moveTo>
                  <a:lnTo>
                    <a:pt x="2273" y="5436"/>
                  </a:lnTo>
                  <a:lnTo>
                    <a:pt x="2273" y="5989"/>
                  </a:lnTo>
                  <a:cubicBezTo>
                    <a:pt x="1630" y="5953"/>
                    <a:pt x="1014" y="5735"/>
                    <a:pt x="490" y="5366"/>
                  </a:cubicBezTo>
                  <a:cubicBezTo>
                    <a:pt x="528" y="5327"/>
                    <a:pt x="578" y="5299"/>
                    <a:pt x="627" y="5281"/>
                  </a:cubicBezTo>
                  <a:lnTo>
                    <a:pt x="627" y="5278"/>
                  </a:lnTo>
                  <a:lnTo>
                    <a:pt x="1408" y="4986"/>
                  </a:lnTo>
                  <a:cubicBezTo>
                    <a:pt x="1464" y="4965"/>
                    <a:pt x="1513" y="4937"/>
                    <a:pt x="1559" y="4905"/>
                  </a:cubicBezTo>
                  <a:close/>
                  <a:moveTo>
                    <a:pt x="3385" y="4905"/>
                  </a:moveTo>
                  <a:cubicBezTo>
                    <a:pt x="3431" y="4940"/>
                    <a:pt x="3484" y="4968"/>
                    <a:pt x="3537" y="4989"/>
                  </a:cubicBezTo>
                  <a:lnTo>
                    <a:pt x="4487" y="5345"/>
                  </a:lnTo>
                  <a:cubicBezTo>
                    <a:pt x="3955" y="5728"/>
                    <a:pt x="3325" y="5953"/>
                    <a:pt x="2675" y="5989"/>
                  </a:cubicBezTo>
                  <a:lnTo>
                    <a:pt x="2675" y="5440"/>
                  </a:lnTo>
                  <a:lnTo>
                    <a:pt x="3385" y="4905"/>
                  </a:lnTo>
                  <a:close/>
                  <a:moveTo>
                    <a:pt x="1953" y="0"/>
                  </a:moveTo>
                  <a:cubicBezTo>
                    <a:pt x="1183" y="0"/>
                    <a:pt x="560" y="623"/>
                    <a:pt x="560" y="1393"/>
                  </a:cubicBezTo>
                  <a:cubicBezTo>
                    <a:pt x="560" y="1626"/>
                    <a:pt x="613" y="1851"/>
                    <a:pt x="715" y="2058"/>
                  </a:cubicBezTo>
                  <a:lnTo>
                    <a:pt x="775" y="2175"/>
                  </a:lnTo>
                  <a:lnTo>
                    <a:pt x="775" y="2491"/>
                  </a:lnTo>
                  <a:cubicBezTo>
                    <a:pt x="775" y="3023"/>
                    <a:pt x="1007" y="3526"/>
                    <a:pt x="1415" y="3867"/>
                  </a:cubicBezTo>
                  <a:lnTo>
                    <a:pt x="1415" y="4398"/>
                  </a:lnTo>
                  <a:cubicBezTo>
                    <a:pt x="1415" y="4493"/>
                    <a:pt x="1355" y="4578"/>
                    <a:pt x="1267" y="4613"/>
                  </a:cubicBezTo>
                  <a:lnTo>
                    <a:pt x="486" y="4905"/>
                  </a:lnTo>
                  <a:cubicBezTo>
                    <a:pt x="286" y="4982"/>
                    <a:pt x="120" y="5137"/>
                    <a:pt x="36" y="5334"/>
                  </a:cubicBezTo>
                  <a:cubicBezTo>
                    <a:pt x="1" y="5415"/>
                    <a:pt x="25" y="5514"/>
                    <a:pt x="96" y="5570"/>
                  </a:cubicBezTo>
                  <a:cubicBezTo>
                    <a:pt x="797" y="6124"/>
                    <a:pt x="1638" y="6397"/>
                    <a:pt x="2476" y="6397"/>
                  </a:cubicBezTo>
                  <a:cubicBezTo>
                    <a:pt x="3464" y="6397"/>
                    <a:pt x="4446" y="6018"/>
                    <a:pt x="5190" y="5274"/>
                  </a:cubicBezTo>
                  <a:cubicBezTo>
                    <a:pt x="6570" y="3895"/>
                    <a:pt x="6696" y="1707"/>
                    <a:pt x="5493" y="176"/>
                  </a:cubicBezTo>
                  <a:cubicBezTo>
                    <a:pt x="5453" y="126"/>
                    <a:pt x="5394" y="100"/>
                    <a:pt x="5335" y="100"/>
                  </a:cubicBezTo>
                  <a:cubicBezTo>
                    <a:pt x="5290" y="100"/>
                    <a:pt x="5246" y="114"/>
                    <a:pt x="5208" y="144"/>
                  </a:cubicBezTo>
                  <a:cubicBezTo>
                    <a:pt x="5120" y="211"/>
                    <a:pt x="5106" y="338"/>
                    <a:pt x="5176" y="426"/>
                  </a:cubicBezTo>
                  <a:cubicBezTo>
                    <a:pt x="6256" y="1795"/>
                    <a:pt x="6140" y="3754"/>
                    <a:pt x="4905" y="4986"/>
                  </a:cubicBezTo>
                  <a:cubicBezTo>
                    <a:pt x="4881" y="5010"/>
                    <a:pt x="4856" y="5035"/>
                    <a:pt x="4831" y="5060"/>
                  </a:cubicBezTo>
                  <a:cubicBezTo>
                    <a:pt x="4789" y="5035"/>
                    <a:pt x="4743" y="5010"/>
                    <a:pt x="4698" y="4993"/>
                  </a:cubicBezTo>
                  <a:lnTo>
                    <a:pt x="3677" y="4613"/>
                  </a:lnTo>
                  <a:cubicBezTo>
                    <a:pt x="3589" y="4578"/>
                    <a:pt x="3530" y="4493"/>
                    <a:pt x="3530" y="4398"/>
                  </a:cubicBezTo>
                  <a:lnTo>
                    <a:pt x="3530" y="3885"/>
                  </a:lnTo>
                  <a:cubicBezTo>
                    <a:pt x="3575" y="3849"/>
                    <a:pt x="3614" y="3814"/>
                    <a:pt x="3656" y="3775"/>
                  </a:cubicBezTo>
                  <a:cubicBezTo>
                    <a:pt x="3987" y="3455"/>
                    <a:pt x="4173" y="3015"/>
                    <a:pt x="4173" y="2558"/>
                  </a:cubicBezTo>
                  <a:lnTo>
                    <a:pt x="4173" y="2175"/>
                  </a:lnTo>
                  <a:lnTo>
                    <a:pt x="4230" y="2058"/>
                  </a:lnTo>
                  <a:cubicBezTo>
                    <a:pt x="4332" y="1851"/>
                    <a:pt x="4385" y="1626"/>
                    <a:pt x="4385" y="1393"/>
                  </a:cubicBezTo>
                  <a:lnTo>
                    <a:pt x="4385" y="201"/>
                  </a:lnTo>
                  <a:cubicBezTo>
                    <a:pt x="4385" y="88"/>
                    <a:pt x="4297" y="0"/>
                    <a:pt x="4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20" name="Google Shape;21920;p91"/>
          <p:cNvGrpSpPr/>
          <p:nvPr/>
        </p:nvGrpSpPr>
        <p:grpSpPr>
          <a:xfrm>
            <a:off x="1356198" y="2907591"/>
            <a:ext cx="379143" cy="337655"/>
            <a:chOff x="1356198" y="2907591"/>
            <a:chExt cx="379143" cy="337655"/>
          </a:xfrm>
        </p:grpSpPr>
        <p:sp>
          <p:nvSpPr>
            <p:cNvPr id="21921" name="Google Shape;21921;p91"/>
            <p:cNvSpPr/>
            <p:nvPr/>
          </p:nvSpPr>
          <p:spPr>
            <a:xfrm>
              <a:off x="1361768" y="3061517"/>
              <a:ext cx="207101" cy="178158"/>
            </a:xfrm>
            <a:custGeom>
              <a:rect b="b" l="l" r="r" t="t"/>
              <a:pathLst>
                <a:path extrusionOk="0" h="6845" w="7957">
                  <a:moveTo>
                    <a:pt x="7752" y="1"/>
                  </a:moveTo>
                  <a:lnTo>
                    <a:pt x="3783" y="3751"/>
                  </a:lnTo>
                  <a:cubicBezTo>
                    <a:pt x="3695" y="3832"/>
                    <a:pt x="3583" y="3878"/>
                    <a:pt x="3466" y="3878"/>
                  </a:cubicBezTo>
                  <a:lnTo>
                    <a:pt x="3424" y="3878"/>
                  </a:lnTo>
                  <a:cubicBezTo>
                    <a:pt x="3171" y="3878"/>
                    <a:pt x="2967" y="3674"/>
                    <a:pt x="2967" y="3421"/>
                  </a:cubicBezTo>
                  <a:lnTo>
                    <a:pt x="2967" y="3192"/>
                  </a:lnTo>
                  <a:lnTo>
                    <a:pt x="1598" y="3192"/>
                  </a:lnTo>
                  <a:lnTo>
                    <a:pt x="1598" y="3533"/>
                  </a:lnTo>
                  <a:cubicBezTo>
                    <a:pt x="1598" y="3737"/>
                    <a:pt x="1461" y="3917"/>
                    <a:pt x="1267" y="3973"/>
                  </a:cubicBezTo>
                  <a:lnTo>
                    <a:pt x="497" y="4191"/>
                  </a:lnTo>
                  <a:cubicBezTo>
                    <a:pt x="201" y="4276"/>
                    <a:pt x="1" y="4547"/>
                    <a:pt x="1" y="4853"/>
                  </a:cubicBezTo>
                  <a:lnTo>
                    <a:pt x="1" y="6844"/>
                  </a:lnTo>
                  <a:lnTo>
                    <a:pt x="3649" y="6844"/>
                  </a:lnTo>
                  <a:lnTo>
                    <a:pt x="3649" y="5623"/>
                  </a:lnTo>
                  <a:cubicBezTo>
                    <a:pt x="3649" y="5380"/>
                    <a:pt x="3748" y="5148"/>
                    <a:pt x="3917" y="4979"/>
                  </a:cubicBezTo>
                  <a:lnTo>
                    <a:pt x="7798" y="1095"/>
                  </a:lnTo>
                  <a:cubicBezTo>
                    <a:pt x="7910" y="979"/>
                    <a:pt x="7956" y="817"/>
                    <a:pt x="7917" y="659"/>
                  </a:cubicBezTo>
                  <a:lnTo>
                    <a:pt x="7752"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2" name="Google Shape;21922;p91"/>
            <p:cNvSpPr/>
            <p:nvPr/>
          </p:nvSpPr>
          <p:spPr>
            <a:xfrm>
              <a:off x="1516085" y="2913161"/>
              <a:ext cx="213686" cy="178054"/>
            </a:xfrm>
            <a:custGeom>
              <a:rect b="b" l="l" r="r" t="t"/>
              <a:pathLst>
                <a:path extrusionOk="0" h="6841" w="8210">
                  <a:moveTo>
                    <a:pt x="454" y="1"/>
                  </a:moveTo>
                  <a:cubicBezTo>
                    <a:pt x="204" y="1"/>
                    <a:pt x="0" y="205"/>
                    <a:pt x="0" y="455"/>
                  </a:cubicBezTo>
                  <a:lnTo>
                    <a:pt x="0" y="6383"/>
                  </a:lnTo>
                  <a:cubicBezTo>
                    <a:pt x="0" y="6637"/>
                    <a:pt x="204" y="6841"/>
                    <a:pt x="454" y="6841"/>
                  </a:cubicBezTo>
                  <a:lnTo>
                    <a:pt x="7752" y="6841"/>
                  </a:lnTo>
                  <a:cubicBezTo>
                    <a:pt x="8005" y="6841"/>
                    <a:pt x="8209" y="6637"/>
                    <a:pt x="8209" y="6383"/>
                  </a:cubicBezTo>
                  <a:lnTo>
                    <a:pt x="8209" y="455"/>
                  </a:lnTo>
                  <a:cubicBezTo>
                    <a:pt x="8209" y="205"/>
                    <a:pt x="8005" y="1"/>
                    <a:pt x="7752"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3" name="Google Shape;21923;p91"/>
            <p:cNvSpPr/>
            <p:nvPr/>
          </p:nvSpPr>
          <p:spPr>
            <a:xfrm>
              <a:off x="1379545" y="3061517"/>
              <a:ext cx="29697" cy="65329"/>
            </a:xfrm>
            <a:custGeom>
              <a:rect b="b" l="l" r="r" t="t"/>
              <a:pathLst>
                <a:path extrusionOk="0" h="2510" w="1141">
                  <a:moveTo>
                    <a:pt x="686" y="1"/>
                  </a:moveTo>
                  <a:cubicBezTo>
                    <a:pt x="306" y="1"/>
                    <a:pt x="0" y="307"/>
                    <a:pt x="0" y="683"/>
                  </a:cubicBezTo>
                  <a:lnTo>
                    <a:pt x="0" y="845"/>
                  </a:lnTo>
                  <a:cubicBezTo>
                    <a:pt x="0" y="1039"/>
                    <a:pt x="32" y="1236"/>
                    <a:pt x="95" y="1422"/>
                  </a:cubicBezTo>
                  <a:lnTo>
                    <a:pt x="458" y="2509"/>
                  </a:lnTo>
                  <a:lnTo>
                    <a:pt x="1140" y="2509"/>
                  </a:lnTo>
                  <a:lnTo>
                    <a:pt x="114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4" name="Google Shape;21924;p91"/>
            <p:cNvSpPr/>
            <p:nvPr/>
          </p:nvSpPr>
          <p:spPr>
            <a:xfrm>
              <a:off x="1391440" y="3055661"/>
              <a:ext cx="71289" cy="71185"/>
            </a:xfrm>
            <a:custGeom>
              <a:rect b="b" l="l" r="r" t="t"/>
              <a:pathLst>
                <a:path extrusionOk="0" h="2735" w="2739">
                  <a:moveTo>
                    <a:pt x="683" y="1"/>
                  </a:moveTo>
                  <a:cubicBezTo>
                    <a:pt x="307" y="1"/>
                    <a:pt x="1" y="303"/>
                    <a:pt x="1" y="683"/>
                  </a:cubicBezTo>
                  <a:cubicBezTo>
                    <a:pt x="1" y="933"/>
                    <a:pt x="205" y="1137"/>
                    <a:pt x="458" y="1137"/>
                  </a:cubicBezTo>
                  <a:lnTo>
                    <a:pt x="2281" y="2734"/>
                  </a:lnTo>
                  <a:lnTo>
                    <a:pt x="2685" y="1323"/>
                  </a:lnTo>
                  <a:cubicBezTo>
                    <a:pt x="2721" y="1200"/>
                    <a:pt x="2738" y="1074"/>
                    <a:pt x="2738" y="947"/>
                  </a:cubicBezTo>
                  <a:lnTo>
                    <a:pt x="2738"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5" name="Google Shape;21925;p91"/>
            <p:cNvSpPr/>
            <p:nvPr/>
          </p:nvSpPr>
          <p:spPr>
            <a:xfrm>
              <a:off x="1403360" y="3144571"/>
              <a:ext cx="35554" cy="29697"/>
            </a:xfrm>
            <a:custGeom>
              <a:rect b="b" l="l" r="r" t="t"/>
              <a:pathLst>
                <a:path extrusionOk="0" h="1141" w="1366">
                  <a:moveTo>
                    <a:pt x="0" y="1"/>
                  </a:moveTo>
                  <a:lnTo>
                    <a:pt x="0" y="458"/>
                  </a:lnTo>
                  <a:cubicBezTo>
                    <a:pt x="0" y="835"/>
                    <a:pt x="306" y="1141"/>
                    <a:pt x="683" y="1141"/>
                  </a:cubicBezTo>
                  <a:cubicBezTo>
                    <a:pt x="1059" y="1141"/>
                    <a:pt x="1365" y="835"/>
                    <a:pt x="1365" y="458"/>
                  </a:cubicBezTo>
                  <a:lnTo>
                    <a:pt x="136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6" name="Google Shape;21926;p91"/>
            <p:cNvSpPr/>
            <p:nvPr/>
          </p:nvSpPr>
          <p:spPr>
            <a:xfrm>
              <a:off x="1385505" y="3085411"/>
              <a:ext cx="71263" cy="65147"/>
            </a:xfrm>
            <a:custGeom>
              <a:rect b="b" l="l" r="r" t="t"/>
              <a:pathLst>
                <a:path extrusionOk="0" h="2503" w="2738">
                  <a:moveTo>
                    <a:pt x="866" y="1"/>
                  </a:moveTo>
                  <a:cubicBezTo>
                    <a:pt x="744" y="1"/>
                    <a:pt x="630" y="46"/>
                    <a:pt x="549" y="131"/>
                  </a:cubicBezTo>
                  <a:lnTo>
                    <a:pt x="324" y="356"/>
                  </a:lnTo>
                  <a:cubicBezTo>
                    <a:pt x="116" y="564"/>
                    <a:pt x="0" y="842"/>
                    <a:pt x="0" y="1134"/>
                  </a:cubicBezTo>
                  <a:cubicBezTo>
                    <a:pt x="0" y="1890"/>
                    <a:pt x="612" y="2503"/>
                    <a:pt x="1369" y="2503"/>
                  </a:cubicBezTo>
                  <a:cubicBezTo>
                    <a:pt x="2122" y="2503"/>
                    <a:pt x="2737" y="1890"/>
                    <a:pt x="2737" y="1138"/>
                  </a:cubicBezTo>
                  <a:lnTo>
                    <a:pt x="2737" y="845"/>
                  </a:lnTo>
                  <a:cubicBezTo>
                    <a:pt x="2737" y="726"/>
                    <a:pt x="2692" y="610"/>
                    <a:pt x="2604" y="522"/>
                  </a:cubicBezTo>
                  <a:cubicBezTo>
                    <a:pt x="2252" y="177"/>
                    <a:pt x="1608" y="22"/>
                    <a:pt x="880" y="1"/>
                  </a:cubicBezTo>
                  <a:cubicBezTo>
                    <a:pt x="875" y="1"/>
                    <a:pt x="871" y="1"/>
                    <a:pt x="86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7" name="Google Shape;21927;p91"/>
            <p:cNvSpPr/>
            <p:nvPr/>
          </p:nvSpPr>
          <p:spPr>
            <a:xfrm>
              <a:off x="1385505" y="3085333"/>
              <a:ext cx="71081" cy="63767"/>
            </a:xfrm>
            <a:custGeom>
              <a:rect b="b" l="l" r="r" t="t"/>
              <a:pathLst>
                <a:path extrusionOk="0" h="2450" w="2731">
                  <a:moveTo>
                    <a:pt x="866" y="0"/>
                  </a:moveTo>
                  <a:cubicBezTo>
                    <a:pt x="748" y="0"/>
                    <a:pt x="634" y="46"/>
                    <a:pt x="549" y="131"/>
                  </a:cubicBezTo>
                  <a:lnTo>
                    <a:pt x="324" y="356"/>
                  </a:lnTo>
                  <a:cubicBezTo>
                    <a:pt x="116" y="563"/>
                    <a:pt x="0" y="845"/>
                    <a:pt x="0" y="1137"/>
                  </a:cubicBezTo>
                  <a:cubicBezTo>
                    <a:pt x="0" y="1746"/>
                    <a:pt x="405" y="2280"/>
                    <a:pt x="989" y="2449"/>
                  </a:cubicBezTo>
                  <a:cubicBezTo>
                    <a:pt x="792" y="2207"/>
                    <a:pt x="686" y="1904"/>
                    <a:pt x="686" y="1591"/>
                  </a:cubicBezTo>
                  <a:lnTo>
                    <a:pt x="686" y="1137"/>
                  </a:lnTo>
                  <a:cubicBezTo>
                    <a:pt x="683" y="884"/>
                    <a:pt x="887" y="682"/>
                    <a:pt x="1137" y="682"/>
                  </a:cubicBezTo>
                  <a:cubicBezTo>
                    <a:pt x="1147" y="682"/>
                    <a:pt x="1158" y="682"/>
                    <a:pt x="1168" y="683"/>
                  </a:cubicBezTo>
                  <a:cubicBezTo>
                    <a:pt x="1629" y="711"/>
                    <a:pt x="2312" y="789"/>
                    <a:pt x="2730" y="989"/>
                  </a:cubicBezTo>
                  <a:cubicBezTo>
                    <a:pt x="2716" y="894"/>
                    <a:pt x="2678" y="595"/>
                    <a:pt x="2607" y="525"/>
                  </a:cubicBezTo>
                  <a:cubicBezTo>
                    <a:pt x="2255" y="180"/>
                    <a:pt x="1608" y="25"/>
                    <a:pt x="880" y="1"/>
                  </a:cubicBezTo>
                  <a:cubicBezTo>
                    <a:pt x="875" y="0"/>
                    <a:pt x="871" y="0"/>
                    <a:pt x="86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8" name="Google Shape;21928;p91"/>
            <p:cNvSpPr/>
            <p:nvPr/>
          </p:nvSpPr>
          <p:spPr>
            <a:xfrm>
              <a:off x="1361768" y="3175622"/>
              <a:ext cx="23763" cy="63950"/>
            </a:xfrm>
            <a:custGeom>
              <a:rect b="b" l="l" r="r" t="t"/>
              <a:pathLst>
                <a:path extrusionOk="0" h="2457" w="913">
                  <a:moveTo>
                    <a:pt x="184" y="1"/>
                  </a:moveTo>
                  <a:cubicBezTo>
                    <a:pt x="68" y="127"/>
                    <a:pt x="1" y="293"/>
                    <a:pt x="1" y="465"/>
                  </a:cubicBezTo>
                  <a:lnTo>
                    <a:pt x="1" y="2457"/>
                  </a:lnTo>
                  <a:lnTo>
                    <a:pt x="912" y="2457"/>
                  </a:lnTo>
                  <a:lnTo>
                    <a:pt x="912" y="1014"/>
                  </a:lnTo>
                  <a:cubicBezTo>
                    <a:pt x="912" y="831"/>
                    <a:pt x="842" y="659"/>
                    <a:pt x="712" y="529"/>
                  </a:cubicBezTo>
                  <a:lnTo>
                    <a:pt x="184"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9" name="Google Shape;21929;p91"/>
            <p:cNvSpPr/>
            <p:nvPr/>
          </p:nvSpPr>
          <p:spPr>
            <a:xfrm>
              <a:off x="1456743" y="3061517"/>
              <a:ext cx="112126" cy="146379"/>
            </a:xfrm>
            <a:custGeom>
              <a:rect b="b" l="l" r="r" t="t"/>
              <a:pathLst>
                <a:path extrusionOk="0" h="5624" w="4308">
                  <a:moveTo>
                    <a:pt x="4103" y="1"/>
                  </a:moveTo>
                  <a:lnTo>
                    <a:pt x="296" y="3597"/>
                  </a:lnTo>
                  <a:cubicBezTo>
                    <a:pt x="183" y="3699"/>
                    <a:pt x="113" y="3836"/>
                    <a:pt x="88" y="3987"/>
                  </a:cubicBezTo>
                  <a:cubicBezTo>
                    <a:pt x="2" y="4614"/>
                    <a:pt x="0" y="5591"/>
                    <a:pt x="0" y="5622"/>
                  </a:cubicBezTo>
                  <a:lnTo>
                    <a:pt x="0" y="5622"/>
                  </a:lnTo>
                  <a:cubicBezTo>
                    <a:pt x="1" y="5380"/>
                    <a:pt x="99" y="5148"/>
                    <a:pt x="268" y="4979"/>
                  </a:cubicBezTo>
                  <a:lnTo>
                    <a:pt x="4149" y="1095"/>
                  </a:lnTo>
                  <a:cubicBezTo>
                    <a:pt x="4261" y="979"/>
                    <a:pt x="4307" y="817"/>
                    <a:pt x="4268" y="659"/>
                  </a:cubicBezTo>
                  <a:lnTo>
                    <a:pt x="4103" y="1"/>
                  </a:lnTo>
                  <a:close/>
                  <a:moveTo>
                    <a:pt x="0" y="5622"/>
                  </a:moveTo>
                  <a:cubicBezTo>
                    <a:pt x="0" y="5623"/>
                    <a:pt x="0" y="5623"/>
                    <a:pt x="0" y="5623"/>
                  </a:cubicBezTo>
                  <a:lnTo>
                    <a:pt x="0" y="5623"/>
                  </a:lnTo>
                  <a:cubicBezTo>
                    <a:pt x="0" y="5623"/>
                    <a:pt x="0" y="5623"/>
                    <a:pt x="0" y="5622"/>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0" name="Google Shape;21930;p91"/>
            <p:cNvSpPr/>
            <p:nvPr/>
          </p:nvSpPr>
          <p:spPr>
            <a:xfrm>
              <a:off x="1542191" y="3061517"/>
              <a:ext cx="26678" cy="35658"/>
            </a:xfrm>
            <a:custGeom>
              <a:rect b="b" l="l" r="r" t="t"/>
              <a:pathLst>
                <a:path extrusionOk="0" h="1370" w="1025">
                  <a:moveTo>
                    <a:pt x="820" y="1"/>
                  </a:moveTo>
                  <a:lnTo>
                    <a:pt x="0" y="775"/>
                  </a:lnTo>
                  <a:lnTo>
                    <a:pt x="591" y="1369"/>
                  </a:lnTo>
                  <a:lnTo>
                    <a:pt x="866" y="1095"/>
                  </a:lnTo>
                  <a:cubicBezTo>
                    <a:pt x="978" y="982"/>
                    <a:pt x="1024" y="817"/>
                    <a:pt x="985" y="662"/>
                  </a:cubicBezTo>
                  <a:lnTo>
                    <a:pt x="820"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1" name="Google Shape;21931;p91"/>
            <p:cNvSpPr/>
            <p:nvPr/>
          </p:nvSpPr>
          <p:spPr>
            <a:xfrm>
              <a:off x="1395942" y="3079659"/>
              <a:ext cx="51196" cy="17178"/>
            </a:xfrm>
            <a:custGeom>
              <a:rect b="b" l="l" r="r" t="t"/>
              <a:pathLst>
                <a:path extrusionOk="0" h="660" w="1967">
                  <a:moveTo>
                    <a:pt x="282" y="0"/>
                  </a:moveTo>
                  <a:cubicBezTo>
                    <a:pt x="0" y="0"/>
                    <a:pt x="0" y="430"/>
                    <a:pt x="282" y="430"/>
                  </a:cubicBezTo>
                  <a:cubicBezTo>
                    <a:pt x="524" y="430"/>
                    <a:pt x="1221" y="465"/>
                    <a:pt x="1555" y="634"/>
                  </a:cubicBezTo>
                  <a:cubicBezTo>
                    <a:pt x="1591" y="651"/>
                    <a:pt x="1625" y="659"/>
                    <a:pt x="1657" y="659"/>
                  </a:cubicBezTo>
                  <a:cubicBezTo>
                    <a:pt x="1854" y="659"/>
                    <a:pt x="1966" y="363"/>
                    <a:pt x="1745" y="254"/>
                  </a:cubicBezTo>
                  <a:cubicBezTo>
                    <a:pt x="1253" y="4"/>
                    <a:pt x="324"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2" name="Google Shape;21932;p91"/>
            <p:cNvSpPr/>
            <p:nvPr/>
          </p:nvSpPr>
          <p:spPr>
            <a:xfrm>
              <a:off x="1379910" y="3192488"/>
              <a:ext cx="11192" cy="52680"/>
            </a:xfrm>
            <a:custGeom>
              <a:rect b="b" l="l" r="r" t="t"/>
              <a:pathLst>
                <a:path extrusionOk="0" h="2024" w="430">
                  <a:moveTo>
                    <a:pt x="215" y="0"/>
                  </a:moveTo>
                  <a:cubicBezTo>
                    <a:pt x="99" y="0"/>
                    <a:pt x="0" y="95"/>
                    <a:pt x="0" y="215"/>
                  </a:cubicBezTo>
                  <a:lnTo>
                    <a:pt x="0" y="1809"/>
                  </a:lnTo>
                  <a:cubicBezTo>
                    <a:pt x="0" y="1928"/>
                    <a:pt x="99" y="2023"/>
                    <a:pt x="215" y="2023"/>
                  </a:cubicBezTo>
                  <a:cubicBezTo>
                    <a:pt x="331" y="2023"/>
                    <a:pt x="430" y="1928"/>
                    <a:pt x="430" y="1809"/>
                  </a:cubicBezTo>
                  <a:lnTo>
                    <a:pt x="430" y="215"/>
                  </a:lnTo>
                  <a:cubicBezTo>
                    <a:pt x="430" y="95"/>
                    <a:pt x="331"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3" name="Google Shape;21933;p91"/>
            <p:cNvSpPr/>
            <p:nvPr/>
          </p:nvSpPr>
          <p:spPr>
            <a:xfrm>
              <a:off x="1356198" y="3050013"/>
              <a:ext cx="219438" cy="195232"/>
            </a:xfrm>
            <a:custGeom>
              <a:rect b="b" l="l" r="r" t="t"/>
              <a:pathLst>
                <a:path extrusionOk="0" h="7501" w="8431">
                  <a:moveTo>
                    <a:pt x="7846" y="840"/>
                  </a:moveTo>
                  <a:lnTo>
                    <a:pt x="7924" y="1157"/>
                  </a:lnTo>
                  <a:cubicBezTo>
                    <a:pt x="7945" y="1241"/>
                    <a:pt x="7920" y="1329"/>
                    <a:pt x="7860" y="1389"/>
                  </a:cubicBezTo>
                  <a:lnTo>
                    <a:pt x="7737" y="1512"/>
                  </a:lnTo>
                  <a:lnTo>
                    <a:pt x="7445" y="1220"/>
                  </a:lnTo>
                  <a:lnTo>
                    <a:pt x="7846" y="840"/>
                  </a:lnTo>
                  <a:close/>
                  <a:moveTo>
                    <a:pt x="3878" y="429"/>
                  </a:moveTo>
                  <a:lnTo>
                    <a:pt x="3878" y="1315"/>
                  </a:lnTo>
                  <a:cubicBezTo>
                    <a:pt x="3878" y="1460"/>
                    <a:pt x="3842" y="1600"/>
                    <a:pt x="3779" y="1730"/>
                  </a:cubicBezTo>
                  <a:lnTo>
                    <a:pt x="3670" y="1945"/>
                  </a:lnTo>
                  <a:cubicBezTo>
                    <a:pt x="3656" y="1973"/>
                    <a:pt x="3649" y="2008"/>
                    <a:pt x="3649" y="2040"/>
                  </a:cubicBezTo>
                  <a:lnTo>
                    <a:pt x="3649" y="2498"/>
                  </a:lnTo>
                  <a:cubicBezTo>
                    <a:pt x="3649" y="3136"/>
                    <a:pt x="3131" y="3652"/>
                    <a:pt x="2498" y="3652"/>
                  </a:cubicBezTo>
                  <a:cubicBezTo>
                    <a:pt x="2485" y="3652"/>
                    <a:pt x="2472" y="3652"/>
                    <a:pt x="2460" y="3652"/>
                  </a:cubicBezTo>
                  <a:cubicBezTo>
                    <a:pt x="1840" y="3630"/>
                    <a:pt x="1341" y="3089"/>
                    <a:pt x="1341" y="2438"/>
                  </a:cubicBezTo>
                  <a:lnTo>
                    <a:pt x="1341" y="2040"/>
                  </a:lnTo>
                  <a:cubicBezTo>
                    <a:pt x="1341" y="2005"/>
                    <a:pt x="1330" y="1973"/>
                    <a:pt x="1316" y="1942"/>
                  </a:cubicBezTo>
                  <a:lnTo>
                    <a:pt x="1186" y="1678"/>
                  </a:lnTo>
                  <a:cubicBezTo>
                    <a:pt x="1137" y="1583"/>
                    <a:pt x="1112" y="1474"/>
                    <a:pt x="1112" y="1368"/>
                  </a:cubicBezTo>
                  <a:lnTo>
                    <a:pt x="1112" y="1354"/>
                  </a:lnTo>
                  <a:cubicBezTo>
                    <a:pt x="1112" y="844"/>
                    <a:pt x="1527" y="429"/>
                    <a:pt x="2037" y="429"/>
                  </a:cubicBezTo>
                  <a:close/>
                  <a:moveTo>
                    <a:pt x="2977" y="4000"/>
                  </a:moveTo>
                  <a:cubicBezTo>
                    <a:pt x="2987" y="4056"/>
                    <a:pt x="3008" y="4109"/>
                    <a:pt x="3033" y="4158"/>
                  </a:cubicBezTo>
                  <a:lnTo>
                    <a:pt x="3026" y="4165"/>
                  </a:lnTo>
                  <a:lnTo>
                    <a:pt x="2825" y="4369"/>
                  </a:lnTo>
                  <a:cubicBezTo>
                    <a:pt x="2734" y="4461"/>
                    <a:pt x="2613" y="4507"/>
                    <a:pt x="2493" y="4507"/>
                  </a:cubicBezTo>
                  <a:cubicBezTo>
                    <a:pt x="2372" y="4507"/>
                    <a:pt x="2252" y="4461"/>
                    <a:pt x="2160" y="4369"/>
                  </a:cubicBezTo>
                  <a:lnTo>
                    <a:pt x="1985" y="4193"/>
                  </a:lnTo>
                  <a:cubicBezTo>
                    <a:pt x="2006" y="4130"/>
                    <a:pt x="2020" y="4067"/>
                    <a:pt x="2020" y="4000"/>
                  </a:cubicBezTo>
                  <a:cubicBezTo>
                    <a:pt x="2157" y="4046"/>
                    <a:pt x="2301" y="4070"/>
                    <a:pt x="2445" y="4074"/>
                  </a:cubicBezTo>
                  <a:lnTo>
                    <a:pt x="2495" y="4074"/>
                  </a:lnTo>
                  <a:cubicBezTo>
                    <a:pt x="2657" y="4074"/>
                    <a:pt x="2822" y="4049"/>
                    <a:pt x="2977" y="4000"/>
                  </a:cubicBezTo>
                  <a:close/>
                  <a:moveTo>
                    <a:pt x="8196" y="1"/>
                  </a:moveTo>
                  <a:cubicBezTo>
                    <a:pt x="8143" y="1"/>
                    <a:pt x="8089" y="20"/>
                    <a:pt x="8047" y="59"/>
                  </a:cubicBezTo>
                  <a:lnTo>
                    <a:pt x="3846" y="4039"/>
                  </a:lnTo>
                  <a:cubicBezTo>
                    <a:pt x="3804" y="4081"/>
                    <a:pt x="3744" y="4105"/>
                    <a:pt x="3680" y="4105"/>
                  </a:cubicBezTo>
                  <a:lnTo>
                    <a:pt x="3635" y="4105"/>
                  </a:lnTo>
                  <a:cubicBezTo>
                    <a:pt x="3501" y="4105"/>
                    <a:pt x="3392" y="3996"/>
                    <a:pt x="3392" y="3863"/>
                  </a:cubicBezTo>
                  <a:lnTo>
                    <a:pt x="3392" y="3796"/>
                  </a:lnTo>
                  <a:cubicBezTo>
                    <a:pt x="3466" y="3747"/>
                    <a:pt x="3533" y="3690"/>
                    <a:pt x="3596" y="3630"/>
                  </a:cubicBezTo>
                  <a:cubicBezTo>
                    <a:pt x="3906" y="3331"/>
                    <a:pt x="4078" y="2923"/>
                    <a:pt x="4078" y="2494"/>
                  </a:cubicBezTo>
                  <a:lnTo>
                    <a:pt x="4078" y="2089"/>
                  </a:lnTo>
                  <a:lnTo>
                    <a:pt x="4163" y="1920"/>
                  </a:lnTo>
                  <a:cubicBezTo>
                    <a:pt x="4254" y="1730"/>
                    <a:pt x="4303" y="1523"/>
                    <a:pt x="4303" y="1315"/>
                  </a:cubicBezTo>
                  <a:lnTo>
                    <a:pt x="4303" y="218"/>
                  </a:lnTo>
                  <a:cubicBezTo>
                    <a:pt x="4303" y="98"/>
                    <a:pt x="4208" y="3"/>
                    <a:pt x="4089" y="3"/>
                  </a:cubicBezTo>
                  <a:lnTo>
                    <a:pt x="2037" y="3"/>
                  </a:lnTo>
                  <a:cubicBezTo>
                    <a:pt x="1291" y="3"/>
                    <a:pt x="686" y="608"/>
                    <a:pt x="686" y="1358"/>
                  </a:cubicBezTo>
                  <a:lnTo>
                    <a:pt x="686" y="1368"/>
                  </a:lnTo>
                  <a:cubicBezTo>
                    <a:pt x="686" y="1544"/>
                    <a:pt x="725" y="1716"/>
                    <a:pt x="802" y="1871"/>
                  </a:cubicBezTo>
                  <a:lnTo>
                    <a:pt x="911" y="2093"/>
                  </a:lnTo>
                  <a:lnTo>
                    <a:pt x="911" y="2441"/>
                  </a:lnTo>
                  <a:cubicBezTo>
                    <a:pt x="911" y="2973"/>
                    <a:pt x="1168" y="3472"/>
                    <a:pt x="1598" y="3785"/>
                  </a:cubicBezTo>
                  <a:lnTo>
                    <a:pt x="1598" y="3979"/>
                  </a:lnTo>
                  <a:cubicBezTo>
                    <a:pt x="1598" y="4084"/>
                    <a:pt x="1524" y="4179"/>
                    <a:pt x="1422" y="4211"/>
                  </a:cubicBezTo>
                  <a:lnTo>
                    <a:pt x="651" y="4433"/>
                  </a:lnTo>
                  <a:cubicBezTo>
                    <a:pt x="268" y="4542"/>
                    <a:pt x="0" y="4894"/>
                    <a:pt x="0" y="5295"/>
                  </a:cubicBezTo>
                  <a:lnTo>
                    <a:pt x="0" y="7286"/>
                  </a:lnTo>
                  <a:cubicBezTo>
                    <a:pt x="0" y="7402"/>
                    <a:pt x="95" y="7501"/>
                    <a:pt x="215" y="7501"/>
                  </a:cubicBezTo>
                  <a:cubicBezTo>
                    <a:pt x="331" y="7501"/>
                    <a:pt x="426" y="7402"/>
                    <a:pt x="426" y="7286"/>
                  </a:cubicBezTo>
                  <a:lnTo>
                    <a:pt x="426" y="5295"/>
                  </a:lnTo>
                  <a:cubicBezTo>
                    <a:pt x="429" y="5084"/>
                    <a:pt x="567" y="4901"/>
                    <a:pt x="767" y="4841"/>
                  </a:cubicBezTo>
                  <a:lnTo>
                    <a:pt x="1538" y="4623"/>
                  </a:lnTo>
                  <a:cubicBezTo>
                    <a:pt x="1605" y="4602"/>
                    <a:pt x="1664" y="4573"/>
                    <a:pt x="1721" y="4535"/>
                  </a:cubicBezTo>
                  <a:lnTo>
                    <a:pt x="1858" y="4672"/>
                  </a:lnTo>
                  <a:cubicBezTo>
                    <a:pt x="2034" y="4848"/>
                    <a:pt x="2263" y="4936"/>
                    <a:pt x="2493" y="4936"/>
                  </a:cubicBezTo>
                  <a:cubicBezTo>
                    <a:pt x="2723" y="4936"/>
                    <a:pt x="2952" y="4848"/>
                    <a:pt x="3128" y="4672"/>
                  </a:cubicBezTo>
                  <a:lnTo>
                    <a:pt x="3329" y="4471"/>
                  </a:lnTo>
                  <a:lnTo>
                    <a:pt x="3336" y="4464"/>
                  </a:lnTo>
                  <a:cubicBezTo>
                    <a:pt x="3427" y="4510"/>
                    <a:pt x="3529" y="4535"/>
                    <a:pt x="3635" y="4535"/>
                  </a:cubicBezTo>
                  <a:lnTo>
                    <a:pt x="3677" y="4535"/>
                  </a:lnTo>
                  <a:cubicBezTo>
                    <a:pt x="3849" y="4535"/>
                    <a:pt x="4015" y="4468"/>
                    <a:pt x="4138" y="4352"/>
                  </a:cubicBezTo>
                  <a:lnTo>
                    <a:pt x="7136" y="1512"/>
                  </a:lnTo>
                  <a:lnTo>
                    <a:pt x="7435" y="1811"/>
                  </a:lnTo>
                  <a:lnTo>
                    <a:pt x="3976" y="5270"/>
                  </a:lnTo>
                  <a:cubicBezTo>
                    <a:pt x="3765" y="5481"/>
                    <a:pt x="3645" y="5770"/>
                    <a:pt x="3649" y="6065"/>
                  </a:cubicBezTo>
                  <a:lnTo>
                    <a:pt x="3649" y="7286"/>
                  </a:lnTo>
                  <a:cubicBezTo>
                    <a:pt x="3649" y="7402"/>
                    <a:pt x="3744" y="7497"/>
                    <a:pt x="3860" y="7497"/>
                  </a:cubicBezTo>
                  <a:cubicBezTo>
                    <a:pt x="3980" y="7497"/>
                    <a:pt x="4075" y="7402"/>
                    <a:pt x="4075" y="7286"/>
                  </a:cubicBezTo>
                  <a:lnTo>
                    <a:pt x="4075" y="6065"/>
                  </a:lnTo>
                  <a:cubicBezTo>
                    <a:pt x="4075" y="5879"/>
                    <a:pt x="4148" y="5703"/>
                    <a:pt x="4279" y="5573"/>
                  </a:cubicBezTo>
                  <a:lnTo>
                    <a:pt x="8160" y="1688"/>
                  </a:lnTo>
                  <a:cubicBezTo>
                    <a:pt x="8325" y="1523"/>
                    <a:pt x="8392" y="1280"/>
                    <a:pt x="8335" y="1055"/>
                  </a:cubicBezTo>
                  <a:lnTo>
                    <a:pt x="8198" y="503"/>
                  </a:lnTo>
                  <a:lnTo>
                    <a:pt x="8339" y="372"/>
                  </a:lnTo>
                  <a:cubicBezTo>
                    <a:pt x="8427" y="291"/>
                    <a:pt x="8430" y="154"/>
                    <a:pt x="8350" y="66"/>
                  </a:cubicBezTo>
                  <a:cubicBezTo>
                    <a:pt x="8308" y="23"/>
                    <a:pt x="8252" y="1"/>
                    <a:pt x="8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4" name="Google Shape;21934;p91"/>
            <p:cNvSpPr/>
            <p:nvPr/>
          </p:nvSpPr>
          <p:spPr>
            <a:xfrm>
              <a:off x="1510594" y="2907591"/>
              <a:ext cx="224747" cy="189220"/>
            </a:xfrm>
            <a:custGeom>
              <a:rect b="b" l="l" r="r" t="t"/>
              <a:pathLst>
                <a:path extrusionOk="0" h="7270" w="8635">
                  <a:moveTo>
                    <a:pt x="665" y="0"/>
                  </a:moveTo>
                  <a:cubicBezTo>
                    <a:pt x="299" y="0"/>
                    <a:pt x="0" y="299"/>
                    <a:pt x="0" y="669"/>
                  </a:cubicBezTo>
                  <a:lnTo>
                    <a:pt x="0" y="6457"/>
                  </a:lnTo>
                  <a:cubicBezTo>
                    <a:pt x="0" y="6573"/>
                    <a:pt x="95" y="6668"/>
                    <a:pt x="211" y="6668"/>
                  </a:cubicBezTo>
                  <a:cubicBezTo>
                    <a:pt x="331" y="6668"/>
                    <a:pt x="426" y="6573"/>
                    <a:pt x="426" y="6457"/>
                  </a:cubicBezTo>
                  <a:lnTo>
                    <a:pt x="426" y="669"/>
                  </a:lnTo>
                  <a:cubicBezTo>
                    <a:pt x="426" y="535"/>
                    <a:pt x="535" y="426"/>
                    <a:pt x="669" y="426"/>
                  </a:cubicBezTo>
                  <a:lnTo>
                    <a:pt x="7963" y="426"/>
                  </a:lnTo>
                  <a:cubicBezTo>
                    <a:pt x="8096" y="426"/>
                    <a:pt x="8205" y="535"/>
                    <a:pt x="8205" y="669"/>
                  </a:cubicBezTo>
                  <a:lnTo>
                    <a:pt x="8205" y="6597"/>
                  </a:lnTo>
                  <a:cubicBezTo>
                    <a:pt x="8205" y="6731"/>
                    <a:pt x="8096" y="6840"/>
                    <a:pt x="7963" y="6840"/>
                  </a:cubicBezTo>
                  <a:lnTo>
                    <a:pt x="3086" y="6840"/>
                  </a:lnTo>
                  <a:cubicBezTo>
                    <a:pt x="2801" y="6840"/>
                    <a:pt x="2801" y="7269"/>
                    <a:pt x="3086" y="7269"/>
                  </a:cubicBezTo>
                  <a:lnTo>
                    <a:pt x="7963" y="7269"/>
                  </a:lnTo>
                  <a:cubicBezTo>
                    <a:pt x="8332" y="7266"/>
                    <a:pt x="8631" y="6967"/>
                    <a:pt x="8635" y="6597"/>
                  </a:cubicBezTo>
                  <a:lnTo>
                    <a:pt x="8635" y="669"/>
                  </a:lnTo>
                  <a:cubicBezTo>
                    <a:pt x="8631" y="299"/>
                    <a:pt x="8332" y="0"/>
                    <a:pt x="79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5" name="Google Shape;21935;p91"/>
            <p:cNvSpPr/>
            <p:nvPr/>
          </p:nvSpPr>
          <p:spPr>
            <a:xfrm>
              <a:off x="1537818" y="2943196"/>
              <a:ext cx="167851" cy="106192"/>
            </a:xfrm>
            <a:custGeom>
              <a:rect b="b" l="l" r="r" t="t"/>
              <a:pathLst>
                <a:path extrusionOk="0" h="4080" w="6449">
                  <a:moveTo>
                    <a:pt x="5094" y="1"/>
                  </a:moveTo>
                  <a:cubicBezTo>
                    <a:pt x="4809" y="1"/>
                    <a:pt x="4809" y="427"/>
                    <a:pt x="5094" y="427"/>
                  </a:cubicBezTo>
                  <a:lnTo>
                    <a:pt x="5720" y="427"/>
                  </a:lnTo>
                  <a:lnTo>
                    <a:pt x="3384" y="2763"/>
                  </a:lnTo>
                  <a:lnTo>
                    <a:pt x="2395" y="1774"/>
                  </a:lnTo>
                  <a:cubicBezTo>
                    <a:pt x="2353" y="1732"/>
                    <a:pt x="2299" y="1711"/>
                    <a:pt x="2244" y="1711"/>
                  </a:cubicBezTo>
                  <a:cubicBezTo>
                    <a:pt x="2190" y="1711"/>
                    <a:pt x="2135" y="1732"/>
                    <a:pt x="2093" y="1774"/>
                  </a:cubicBezTo>
                  <a:lnTo>
                    <a:pt x="154" y="3713"/>
                  </a:lnTo>
                  <a:cubicBezTo>
                    <a:pt x="1" y="3866"/>
                    <a:pt x="142" y="4080"/>
                    <a:pt x="307" y="4080"/>
                  </a:cubicBezTo>
                  <a:cubicBezTo>
                    <a:pt x="357" y="4080"/>
                    <a:pt x="410" y="4060"/>
                    <a:pt x="457" y="4012"/>
                  </a:cubicBezTo>
                  <a:lnTo>
                    <a:pt x="2244" y="2225"/>
                  </a:lnTo>
                  <a:lnTo>
                    <a:pt x="3233" y="3213"/>
                  </a:lnTo>
                  <a:cubicBezTo>
                    <a:pt x="3275" y="3255"/>
                    <a:pt x="3330" y="3277"/>
                    <a:pt x="3384" y="3277"/>
                  </a:cubicBezTo>
                  <a:cubicBezTo>
                    <a:pt x="3439" y="3277"/>
                    <a:pt x="3493" y="3255"/>
                    <a:pt x="3535" y="3213"/>
                  </a:cubicBezTo>
                  <a:lnTo>
                    <a:pt x="6019" y="729"/>
                  </a:lnTo>
                  <a:lnTo>
                    <a:pt x="6019" y="1352"/>
                  </a:lnTo>
                  <a:cubicBezTo>
                    <a:pt x="6019" y="1472"/>
                    <a:pt x="6114" y="1567"/>
                    <a:pt x="6234" y="1567"/>
                  </a:cubicBezTo>
                  <a:cubicBezTo>
                    <a:pt x="6350" y="1567"/>
                    <a:pt x="6449" y="1472"/>
                    <a:pt x="6449" y="1352"/>
                  </a:cubicBezTo>
                  <a:lnTo>
                    <a:pt x="6449" y="212"/>
                  </a:lnTo>
                  <a:cubicBezTo>
                    <a:pt x="6449" y="96"/>
                    <a:pt x="6350" y="1"/>
                    <a:pt x="62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36" name="Google Shape;21936;p91"/>
          <p:cNvGrpSpPr/>
          <p:nvPr/>
        </p:nvGrpSpPr>
        <p:grpSpPr>
          <a:xfrm>
            <a:off x="1860689" y="2886795"/>
            <a:ext cx="307905" cy="379143"/>
            <a:chOff x="1860689" y="2886795"/>
            <a:chExt cx="307905" cy="379143"/>
          </a:xfrm>
        </p:grpSpPr>
        <p:sp>
          <p:nvSpPr>
            <p:cNvPr id="21937" name="Google Shape;21937;p91"/>
            <p:cNvSpPr/>
            <p:nvPr/>
          </p:nvSpPr>
          <p:spPr>
            <a:xfrm>
              <a:off x="1979010" y="2939813"/>
              <a:ext cx="71185" cy="53513"/>
            </a:xfrm>
            <a:custGeom>
              <a:rect b="b" l="l" r="r" t="t"/>
              <a:pathLst>
                <a:path extrusionOk="0" h="2056" w="2735">
                  <a:moveTo>
                    <a:pt x="912" y="1"/>
                  </a:moveTo>
                  <a:lnTo>
                    <a:pt x="912" y="458"/>
                  </a:lnTo>
                  <a:cubicBezTo>
                    <a:pt x="912" y="543"/>
                    <a:pt x="862" y="623"/>
                    <a:pt x="785" y="662"/>
                  </a:cubicBezTo>
                  <a:lnTo>
                    <a:pt x="250" y="930"/>
                  </a:lnTo>
                  <a:cubicBezTo>
                    <a:pt x="95" y="1007"/>
                    <a:pt x="0" y="1165"/>
                    <a:pt x="0" y="1338"/>
                  </a:cubicBezTo>
                  <a:lnTo>
                    <a:pt x="0" y="2055"/>
                  </a:lnTo>
                  <a:lnTo>
                    <a:pt x="2734" y="2055"/>
                  </a:lnTo>
                  <a:lnTo>
                    <a:pt x="2734" y="1338"/>
                  </a:lnTo>
                  <a:cubicBezTo>
                    <a:pt x="2734" y="1165"/>
                    <a:pt x="2639" y="1007"/>
                    <a:pt x="2484" y="930"/>
                  </a:cubicBezTo>
                  <a:lnTo>
                    <a:pt x="1950" y="662"/>
                  </a:lnTo>
                  <a:cubicBezTo>
                    <a:pt x="1872" y="623"/>
                    <a:pt x="1823" y="543"/>
                    <a:pt x="1823" y="458"/>
                  </a:cubicBezTo>
                  <a:lnTo>
                    <a:pt x="1823"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8" name="Google Shape;21938;p91"/>
            <p:cNvSpPr/>
            <p:nvPr/>
          </p:nvSpPr>
          <p:spPr>
            <a:xfrm>
              <a:off x="1979010" y="2958579"/>
              <a:ext cx="71185" cy="34747"/>
            </a:xfrm>
            <a:custGeom>
              <a:rect b="b" l="l" r="r" t="t"/>
              <a:pathLst>
                <a:path extrusionOk="0" h="1335" w="2735">
                  <a:moveTo>
                    <a:pt x="665" y="1"/>
                  </a:moveTo>
                  <a:lnTo>
                    <a:pt x="250" y="209"/>
                  </a:lnTo>
                  <a:cubicBezTo>
                    <a:pt x="95" y="286"/>
                    <a:pt x="0" y="444"/>
                    <a:pt x="0" y="617"/>
                  </a:cubicBezTo>
                  <a:lnTo>
                    <a:pt x="0" y="1334"/>
                  </a:lnTo>
                  <a:lnTo>
                    <a:pt x="2734" y="1334"/>
                  </a:lnTo>
                  <a:lnTo>
                    <a:pt x="2734" y="617"/>
                  </a:lnTo>
                  <a:cubicBezTo>
                    <a:pt x="2734" y="444"/>
                    <a:pt x="2639" y="286"/>
                    <a:pt x="2484" y="209"/>
                  </a:cubicBezTo>
                  <a:lnTo>
                    <a:pt x="2066" y="1"/>
                  </a:lnTo>
                  <a:cubicBezTo>
                    <a:pt x="1900" y="202"/>
                    <a:pt x="1651" y="553"/>
                    <a:pt x="1366" y="553"/>
                  </a:cubicBezTo>
                  <a:cubicBezTo>
                    <a:pt x="1084" y="553"/>
                    <a:pt x="834" y="202"/>
                    <a:pt x="66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9" name="Google Shape;21939;p91"/>
            <p:cNvSpPr/>
            <p:nvPr/>
          </p:nvSpPr>
          <p:spPr>
            <a:xfrm>
              <a:off x="1979011" y="2969120"/>
              <a:ext cx="17777" cy="24206"/>
            </a:xfrm>
            <a:custGeom>
              <a:rect b="b" l="l" r="r" t="t"/>
              <a:pathLst>
                <a:path extrusionOk="0" h="930" w="683">
                  <a:moveTo>
                    <a:pt x="53" y="1"/>
                  </a:moveTo>
                  <a:cubicBezTo>
                    <a:pt x="18" y="64"/>
                    <a:pt x="0" y="138"/>
                    <a:pt x="0" y="212"/>
                  </a:cubicBezTo>
                  <a:lnTo>
                    <a:pt x="0" y="929"/>
                  </a:lnTo>
                  <a:lnTo>
                    <a:pt x="683" y="929"/>
                  </a:lnTo>
                  <a:lnTo>
                    <a:pt x="683" y="701"/>
                  </a:lnTo>
                  <a:cubicBezTo>
                    <a:pt x="683" y="557"/>
                    <a:pt x="616" y="419"/>
                    <a:pt x="500" y="335"/>
                  </a:cubicBezTo>
                  <a:lnTo>
                    <a:pt x="53"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0" name="Google Shape;21940;p91"/>
            <p:cNvSpPr/>
            <p:nvPr/>
          </p:nvSpPr>
          <p:spPr>
            <a:xfrm>
              <a:off x="2032393" y="2969120"/>
              <a:ext cx="17803" cy="24206"/>
            </a:xfrm>
            <a:custGeom>
              <a:rect b="b" l="l" r="r" t="t"/>
              <a:pathLst>
                <a:path extrusionOk="0" h="930" w="684">
                  <a:moveTo>
                    <a:pt x="630" y="1"/>
                  </a:moveTo>
                  <a:lnTo>
                    <a:pt x="184" y="335"/>
                  </a:lnTo>
                  <a:cubicBezTo>
                    <a:pt x="67" y="419"/>
                    <a:pt x="1" y="557"/>
                    <a:pt x="1" y="701"/>
                  </a:cubicBezTo>
                  <a:lnTo>
                    <a:pt x="1" y="929"/>
                  </a:lnTo>
                  <a:lnTo>
                    <a:pt x="683" y="929"/>
                  </a:lnTo>
                  <a:lnTo>
                    <a:pt x="683" y="212"/>
                  </a:lnTo>
                  <a:cubicBezTo>
                    <a:pt x="683" y="138"/>
                    <a:pt x="666" y="64"/>
                    <a:pt x="63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1" name="Google Shape;21941;p91"/>
            <p:cNvSpPr/>
            <p:nvPr/>
          </p:nvSpPr>
          <p:spPr>
            <a:xfrm>
              <a:off x="1990827" y="2892287"/>
              <a:ext cx="47552" cy="53513"/>
            </a:xfrm>
            <a:custGeom>
              <a:rect b="b" l="l" r="r" t="t"/>
              <a:pathLst>
                <a:path extrusionOk="0" h="2056" w="1827">
                  <a:moveTo>
                    <a:pt x="683" y="1"/>
                  </a:moveTo>
                  <a:cubicBezTo>
                    <a:pt x="306" y="1"/>
                    <a:pt x="0" y="307"/>
                    <a:pt x="0" y="687"/>
                  </a:cubicBezTo>
                  <a:lnTo>
                    <a:pt x="0" y="1141"/>
                  </a:lnTo>
                  <a:cubicBezTo>
                    <a:pt x="0" y="1644"/>
                    <a:pt x="408" y="2055"/>
                    <a:pt x="912" y="2055"/>
                  </a:cubicBezTo>
                  <a:cubicBezTo>
                    <a:pt x="1418" y="2055"/>
                    <a:pt x="1826" y="1644"/>
                    <a:pt x="1826" y="1141"/>
                  </a:cubicBezTo>
                  <a:lnTo>
                    <a:pt x="1826" y="687"/>
                  </a:lnTo>
                  <a:cubicBezTo>
                    <a:pt x="1826" y="307"/>
                    <a:pt x="1520" y="1"/>
                    <a:pt x="114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2" name="Google Shape;21942;p91"/>
            <p:cNvSpPr/>
            <p:nvPr/>
          </p:nvSpPr>
          <p:spPr>
            <a:xfrm>
              <a:off x="1990827" y="2892391"/>
              <a:ext cx="32717" cy="53460"/>
            </a:xfrm>
            <a:custGeom>
              <a:rect b="b" l="l" r="r" t="t"/>
              <a:pathLst>
                <a:path extrusionOk="0" h="2054" w="1257">
                  <a:moveTo>
                    <a:pt x="686" y="0"/>
                  </a:moveTo>
                  <a:cubicBezTo>
                    <a:pt x="306" y="0"/>
                    <a:pt x="0" y="306"/>
                    <a:pt x="0" y="683"/>
                  </a:cubicBezTo>
                  <a:lnTo>
                    <a:pt x="0" y="1140"/>
                  </a:lnTo>
                  <a:cubicBezTo>
                    <a:pt x="0" y="1664"/>
                    <a:pt x="428" y="2054"/>
                    <a:pt x="910" y="2054"/>
                  </a:cubicBezTo>
                  <a:cubicBezTo>
                    <a:pt x="1024" y="2054"/>
                    <a:pt x="1141" y="2032"/>
                    <a:pt x="1256" y="1985"/>
                  </a:cubicBezTo>
                  <a:cubicBezTo>
                    <a:pt x="912" y="1844"/>
                    <a:pt x="686" y="1510"/>
                    <a:pt x="686" y="1140"/>
                  </a:cubicBezTo>
                  <a:lnTo>
                    <a:pt x="686" y="683"/>
                  </a:lnTo>
                  <a:cubicBezTo>
                    <a:pt x="686" y="348"/>
                    <a:pt x="929" y="67"/>
                    <a:pt x="1256" y="11"/>
                  </a:cubicBezTo>
                  <a:cubicBezTo>
                    <a:pt x="1218" y="4"/>
                    <a:pt x="1182" y="0"/>
                    <a:pt x="114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3" name="Google Shape;21943;p91"/>
            <p:cNvSpPr/>
            <p:nvPr/>
          </p:nvSpPr>
          <p:spPr>
            <a:xfrm>
              <a:off x="1990827" y="2892391"/>
              <a:ext cx="47552" cy="23737"/>
            </a:xfrm>
            <a:custGeom>
              <a:rect b="b" l="l" r="r" t="t"/>
              <a:pathLst>
                <a:path extrusionOk="0" h="912" w="1827">
                  <a:moveTo>
                    <a:pt x="686" y="0"/>
                  </a:moveTo>
                  <a:cubicBezTo>
                    <a:pt x="306" y="0"/>
                    <a:pt x="0" y="306"/>
                    <a:pt x="0" y="683"/>
                  </a:cubicBezTo>
                  <a:cubicBezTo>
                    <a:pt x="0" y="683"/>
                    <a:pt x="686" y="911"/>
                    <a:pt x="1826" y="911"/>
                  </a:cubicBezTo>
                  <a:lnTo>
                    <a:pt x="1826" y="683"/>
                  </a:lnTo>
                  <a:cubicBezTo>
                    <a:pt x="1826" y="306"/>
                    <a:pt x="1520" y="0"/>
                    <a:pt x="114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4" name="Google Shape;21944;p91"/>
            <p:cNvSpPr/>
            <p:nvPr/>
          </p:nvSpPr>
          <p:spPr>
            <a:xfrm>
              <a:off x="1990827" y="2892391"/>
              <a:ext cx="32717" cy="21629"/>
            </a:xfrm>
            <a:custGeom>
              <a:rect b="b" l="l" r="r" t="t"/>
              <a:pathLst>
                <a:path extrusionOk="0" h="831" w="1257">
                  <a:moveTo>
                    <a:pt x="686" y="0"/>
                  </a:moveTo>
                  <a:cubicBezTo>
                    <a:pt x="306" y="0"/>
                    <a:pt x="0" y="306"/>
                    <a:pt x="0" y="683"/>
                  </a:cubicBezTo>
                  <a:cubicBezTo>
                    <a:pt x="225" y="750"/>
                    <a:pt x="454" y="799"/>
                    <a:pt x="686" y="831"/>
                  </a:cubicBezTo>
                  <a:lnTo>
                    <a:pt x="686" y="683"/>
                  </a:lnTo>
                  <a:cubicBezTo>
                    <a:pt x="686" y="348"/>
                    <a:pt x="929" y="67"/>
                    <a:pt x="1256" y="11"/>
                  </a:cubicBezTo>
                  <a:cubicBezTo>
                    <a:pt x="1218" y="4"/>
                    <a:pt x="1182" y="0"/>
                    <a:pt x="11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5" name="Google Shape;21945;p91"/>
            <p:cNvSpPr/>
            <p:nvPr/>
          </p:nvSpPr>
          <p:spPr>
            <a:xfrm>
              <a:off x="1979010" y="3011076"/>
              <a:ext cx="71185" cy="142422"/>
            </a:xfrm>
            <a:custGeom>
              <a:rect b="b" l="l" r="r" t="t"/>
              <a:pathLst>
                <a:path extrusionOk="0" h="5472" w="2735">
                  <a:moveTo>
                    <a:pt x="0" y="0"/>
                  </a:moveTo>
                  <a:lnTo>
                    <a:pt x="0" y="5471"/>
                  </a:lnTo>
                  <a:lnTo>
                    <a:pt x="2734" y="5471"/>
                  </a:lnTo>
                  <a:lnTo>
                    <a:pt x="273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6" name="Google Shape;21946;p91"/>
            <p:cNvSpPr/>
            <p:nvPr/>
          </p:nvSpPr>
          <p:spPr>
            <a:xfrm>
              <a:off x="1979010" y="3094130"/>
              <a:ext cx="71185" cy="59447"/>
            </a:xfrm>
            <a:custGeom>
              <a:rect b="b" l="l" r="r" t="t"/>
              <a:pathLst>
                <a:path extrusionOk="0" h="2284" w="2735">
                  <a:moveTo>
                    <a:pt x="0" y="0"/>
                  </a:moveTo>
                  <a:lnTo>
                    <a:pt x="0" y="2284"/>
                  </a:lnTo>
                  <a:lnTo>
                    <a:pt x="2734" y="2284"/>
                  </a:lnTo>
                  <a:lnTo>
                    <a:pt x="2734"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7" name="Google Shape;21947;p91"/>
            <p:cNvSpPr/>
            <p:nvPr/>
          </p:nvSpPr>
          <p:spPr>
            <a:xfrm>
              <a:off x="1937419" y="3076353"/>
              <a:ext cx="47474" cy="71185"/>
            </a:xfrm>
            <a:custGeom>
              <a:rect b="b" l="l" r="r" t="t"/>
              <a:pathLst>
                <a:path extrusionOk="0" h="2735" w="1824">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8" name="Google Shape;21948;p91"/>
            <p:cNvSpPr/>
            <p:nvPr/>
          </p:nvSpPr>
          <p:spPr>
            <a:xfrm>
              <a:off x="1937419" y="3076353"/>
              <a:ext cx="26782" cy="71185"/>
            </a:xfrm>
            <a:custGeom>
              <a:rect b="b" l="l" r="r" t="t"/>
              <a:pathLst>
                <a:path extrusionOk="0" h="2735" w="1029">
                  <a:moveTo>
                    <a:pt x="684" y="1"/>
                  </a:moveTo>
                  <a:cubicBezTo>
                    <a:pt x="307" y="1"/>
                    <a:pt x="1" y="307"/>
                    <a:pt x="1" y="687"/>
                  </a:cubicBezTo>
                  <a:lnTo>
                    <a:pt x="1" y="1436"/>
                  </a:lnTo>
                  <a:cubicBezTo>
                    <a:pt x="12" y="1661"/>
                    <a:pt x="92" y="1876"/>
                    <a:pt x="230" y="2052"/>
                  </a:cubicBezTo>
                  <a:cubicBezTo>
                    <a:pt x="377" y="2224"/>
                    <a:pt x="455" y="2443"/>
                    <a:pt x="455" y="2668"/>
                  </a:cubicBezTo>
                  <a:lnTo>
                    <a:pt x="455" y="2735"/>
                  </a:lnTo>
                  <a:lnTo>
                    <a:pt x="912" y="2735"/>
                  </a:lnTo>
                  <a:lnTo>
                    <a:pt x="912" y="2668"/>
                  </a:lnTo>
                  <a:cubicBezTo>
                    <a:pt x="916" y="2457"/>
                    <a:pt x="877" y="2249"/>
                    <a:pt x="800" y="2052"/>
                  </a:cubicBezTo>
                  <a:cubicBezTo>
                    <a:pt x="726" y="1855"/>
                    <a:pt x="687" y="1647"/>
                    <a:pt x="684" y="1436"/>
                  </a:cubicBezTo>
                  <a:lnTo>
                    <a:pt x="684" y="687"/>
                  </a:lnTo>
                  <a:cubicBezTo>
                    <a:pt x="684" y="307"/>
                    <a:pt x="838" y="1"/>
                    <a:pt x="1028"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9" name="Google Shape;21949;p91"/>
            <p:cNvSpPr/>
            <p:nvPr/>
          </p:nvSpPr>
          <p:spPr>
            <a:xfrm>
              <a:off x="1937419" y="3076353"/>
              <a:ext cx="47578" cy="53408"/>
            </a:xfrm>
            <a:custGeom>
              <a:rect b="b" l="l" r="r" t="t"/>
              <a:pathLst>
                <a:path extrusionOk="0" h="2052" w="1828">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0" name="Google Shape;21950;p91"/>
            <p:cNvSpPr/>
            <p:nvPr/>
          </p:nvSpPr>
          <p:spPr>
            <a:xfrm>
              <a:off x="1937419" y="3076353"/>
              <a:ext cx="26782" cy="53148"/>
            </a:xfrm>
            <a:custGeom>
              <a:rect b="b" l="l" r="r" t="t"/>
              <a:pathLst>
                <a:path extrusionOk="0" h="2042" w="1029">
                  <a:moveTo>
                    <a:pt x="687" y="1"/>
                  </a:moveTo>
                  <a:cubicBezTo>
                    <a:pt x="307" y="1"/>
                    <a:pt x="1" y="307"/>
                    <a:pt x="1" y="683"/>
                  </a:cubicBezTo>
                  <a:lnTo>
                    <a:pt x="1" y="1141"/>
                  </a:lnTo>
                  <a:cubicBezTo>
                    <a:pt x="1" y="1598"/>
                    <a:pt x="342" y="1982"/>
                    <a:pt x="796" y="2041"/>
                  </a:cubicBezTo>
                  <a:cubicBezTo>
                    <a:pt x="726" y="1848"/>
                    <a:pt x="691" y="1644"/>
                    <a:pt x="687" y="1436"/>
                  </a:cubicBezTo>
                  <a:lnTo>
                    <a:pt x="687" y="683"/>
                  </a:lnTo>
                  <a:cubicBezTo>
                    <a:pt x="687"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1" name="Google Shape;21951;p91"/>
            <p:cNvSpPr/>
            <p:nvPr/>
          </p:nvSpPr>
          <p:spPr>
            <a:xfrm>
              <a:off x="1919564" y="3141656"/>
              <a:ext cx="83184" cy="95000"/>
            </a:xfrm>
            <a:custGeom>
              <a:rect b="b" l="l" r="r" t="t"/>
              <a:pathLst>
                <a:path extrusionOk="0" h="3650" w="3196">
                  <a:moveTo>
                    <a:pt x="1362" y="0"/>
                  </a:moveTo>
                  <a:cubicBezTo>
                    <a:pt x="1218" y="0"/>
                    <a:pt x="1074" y="29"/>
                    <a:pt x="940" y="81"/>
                  </a:cubicBezTo>
                  <a:lnTo>
                    <a:pt x="434" y="285"/>
                  </a:lnTo>
                  <a:cubicBezTo>
                    <a:pt x="173" y="387"/>
                    <a:pt x="1" y="637"/>
                    <a:pt x="1" y="919"/>
                  </a:cubicBezTo>
                  <a:lnTo>
                    <a:pt x="1" y="3420"/>
                  </a:lnTo>
                  <a:cubicBezTo>
                    <a:pt x="1" y="3547"/>
                    <a:pt x="103" y="3649"/>
                    <a:pt x="230" y="3649"/>
                  </a:cubicBezTo>
                  <a:lnTo>
                    <a:pt x="2967" y="3649"/>
                  </a:lnTo>
                  <a:cubicBezTo>
                    <a:pt x="3094" y="3649"/>
                    <a:pt x="3196" y="3547"/>
                    <a:pt x="3196" y="3420"/>
                  </a:cubicBezTo>
                  <a:lnTo>
                    <a:pt x="3196" y="919"/>
                  </a:lnTo>
                  <a:cubicBezTo>
                    <a:pt x="3192" y="637"/>
                    <a:pt x="3023" y="387"/>
                    <a:pt x="2766" y="285"/>
                  </a:cubicBezTo>
                  <a:lnTo>
                    <a:pt x="2260" y="81"/>
                  </a:lnTo>
                  <a:cubicBezTo>
                    <a:pt x="2122" y="29"/>
                    <a:pt x="1982"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2" name="Google Shape;21952;p91"/>
            <p:cNvSpPr/>
            <p:nvPr/>
          </p:nvSpPr>
          <p:spPr>
            <a:xfrm>
              <a:off x="1919668" y="3155034"/>
              <a:ext cx="17777" cy="81622"/>
            </a:xfrm>
            <a:custGeom>
              <a:rect b="b" l="l" r="r" t="t"/>
              <a:pathLst>
                <a:path extrusionOk="0" h="3136" w="683">
                  <a:moveTo>
                    <a:pt x="134" y="0"/>
                  </a:moveTo>
                  <a:cubicBezTo>
                    <a:pt x="46" y="116"/>
                    <a:pt x="0" y="260"/>
                    <a:pt x="0" y="405"/>
                  </a:cubicBezTo>
                  <a:lnTo>
                    <a:pt x="0" y="2906"/>
                  </a:lnTo>
                  <a:cubicBezTo>
                    <a:pt x="0" y="3033"/>
                    <a:pt x="102" y="3135"/>
                    <a:pt x="229" y="3135"/>
                  </a:cubicBezTo>
                  <a:lnTo>
                    <a:pt x="683" y="3135"/>
                  </a:lnTo>
                  <a:lnTo>
                    <a:pt x="683" y="640"/>
                  </a:lnTo>
                  <a:cubicBezTo>
                    <a:pt x="683" y="496"/>
                    <a:pt x="616" y="362"/>
                    <a:pt x="500" y="278"/>
                  </a:cubicBezTo>
                  <a:lnTo>
                    <a:pt x="13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3" name="Google Shape;21953;p91"/>
            <p:cNvSpPr/>
            <p:nvPr/>
          </p:nvSpPr>
          <p:spPr>
            <a:xfrm>
              <a:off x="1984867" y="3155034"/>
              <a:ext cx="17803" cy="81622"/>
            </a:xfrm>
            <a:custGeom>
              <a:rect b="b" l="l" r="r" t="t"/>
              <a:pathLst>
                <a:path extrusionOk="0" h="3136" w="684">
                  <a:moveTo>
                    <a:pt x="553" y="0"/>
                  </a:moveTo>
                  <a:lnTo>
                    <a:pt x="183" y="278"/>
                  </a:lnTo>
                  <a:cubicBezTo>
                    <a:pt x="71" y="362"/>
                    <a:pt x="1" y="496"/>
                    <a:pt x="1" y="640"/>
                  </a:cubicBezTo>
                  <a:lnTo>
                    <a:pt x="1" y="3135"/>
                  </a:lnTo>
                  <a:lnTo>
                    <a:pt x="458" y="3135"/>
                  </a:lnTo>
                  <a:cubicBezTo>
                    <a:pt x="581" y="3135"/>
                    <a:pt x="683" y="3033"/>
                    <a:pt x="683" y="2906"/>
                  </a:cubicBezTo>
                  <a:lnTo>
                    <a:pt x="683" y="405"/>
                  </a:lnTo>
                  <a:cubicBezTo>
                    <a:pt x="683" y="260"/>
                    <a:pt x="637" y="116"/>
                    <a:pt x="55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4" name="Google Shape;21954;p91"/>
            <p:cNvSpPr/>
            <p:nvPr/>
          </p:nvSpPr>
          <p:spPr>
            <a:xfrm>
              <a:off x="1955195" y="2993299"/>
              <a:ext cx="118816" cy="23737"/>
            </a:xfrm>
            <a:custGeom>
              <a:rect b="b" l="l" r="r" t="t"/>
              <a:pathLst>
                <a:path extrusionOk="0" h="912" w="4565">
                  <a:moveTo>
                    <a:pt x="1" y="0"/>
                  </a:moveTo>
                  <a:lnTo>
                    <a:pt x="444" y="887"/>
                  </a:lnTo>
                  <a:cubicBezTo>
                    <a:pt x="451" y="901"/>
                    <a:pt x="468" y="912"/>
                    <a:pt x="486" y="912"/>
                  </a:cubicBezTo>
                  <a:lnTo>
                    <a:pt x="4078" y="912"/>
                  </a:lnTo>
                  <a:cubicBezTo>
                    <a:pt x="4096" y="912"/>
                    <a:pt x="4110" y="901"/>
                    <a:pt x="4121" y="887"/>
                  </a:cubicBezTo>
                  <a:lnTo>
                    <a:pt x="456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5" name="Google Shape;21955;p91"/>
            <p:cNvSpPr/>
            <p:nvPr/>
          </p:nvSpPr>
          <p:spPr>
            <a:xfrm>
              <a:off x="1937419" y="3076353"/>
              <a:ext cx="47474" cy="71185"/>
            </a:xfrm>
            <a:custGeom>
              <a:rect b="b" l="l" r="r" t="t"/>
              <a:pathLst>
                <a:path extrusionOk="0" h="2735" w="1824">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6" name="Google Shape;21956;p91"/>
            <p:cNvSpPr/>
            <p:nvPr/>
          </p:nvSpPr>
          <p:spPr>
            <a:xfrm>
              <a:off x="1919564" y="3141656"/>
              <a:ext cx="83184" cy="95000"/>
            </a:xfrm>
            <a:custGeom>
              <a:rect b="b" l="l" r="r" t="t"/>
              <a:pathLst>
                <a:path extrusionOk="0" h="3650" w="3196">
                  <a:moveTo>
                    <a:pt x="1362" y="0"/>
                  </a:moveTo>
                  <a:cubicBezTo>
                    <a:pt x="1218" y="0"/>
                    <a:pt x="1074" y="29"/>
                    <a:pt x="940" y="81"/>
                  </a:cubicBezTo>
                  <a:lnTo>
                    <a:pt x="434" y="285"/>
                  </a:lnTo>
                  <a:cubicBezTo>
                    <a:pt x="173" y="387"/>
                    <a:pt x="1" y="637"/>
                    <a:pt x="1" y="919"/>
                  </a:cubicBezTo>
                  <a:lnTo>
                    <a:pt x="1" y="3649"/>
                  </a:lnTo>
                  <a:lnTo>
                    <a:pt x="3196" y="3649"/>
                  </a:lnTo>
                  <a:lnTo>
                    <a:pt x="3196" y="919"/>
                  </a:lnTo>
                  <a:cubicBezTo>
                    <a:pt x="3196" y="637"/>
                    <a:pt x="3023" y="387"/>
                    <a:pt x="2766" y="285"/>
                  </a:cubicBezTo>
                  <a:lnTo>
                    <a:pt x="2260" y="81"/>
                  </a:lnTo>
                  <a:cubicBezTo>
                    <a:pt x="2122" y="29"/>
                    <a:pt x="1982"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7" name="Google Shape;21957;p91"/>
            <p:cNvSpPr/>
            <p:nvPr/>
          </p:nvSpPr>
          <p:spPr>
            <a:xfrm>
              <a:off x="1937419" y="3076353"/>
              <a:ext cx="47578" cy="53408"/>
            </a:xfrm>
            <a:custGeom>
              <a:rect b="b" l="l" r="r" t="t"/>
              <a:pathLst>
                <a:path extrusionOk="0" h="2052" w="1828">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8" name="Google Shape;21958;p91"/>
            <p:cNvSpPr/>
            <p:nvPr/>
          </p:nvSpPr>
          <p:spPr>
            <a:xfrm>
              <a:off x="1937419" y="3076353"/>
              <a:ext cx="26782" cy="52419"/>
            </a:xfrm>
            <a:custGeom>
              <a:rect b="b" l="l" r="r" t="t"/>
              <a:pathLst>
                <a:path extrusionOk="0" h="2014" w="1029">
                  <a:moveTo>
                    <a:pt x="684" y="1"/>
                  </a:moveTo>
                  <a:cubicBezTo>
                    <a:pt x="307" y="1"/>
                    <a:pt x="1" y="307"/>
                    <a:pt x="1" y="683"/>
                  </a:cubicBezTo>
                  <a:lnTo>
                    <a:pt x="1" y="1141"/>
                  </a:lnTo>
                  <a:cubicBezTo>
                    <a:pt x="1" y="1552"/>
                    <a:pt x="282" y="1915"/>
                    <a:pt x="684" y="2013"/>
                  </a:cubicBezTo>
                  <a:lnTo>
                    <a:pt x="684" y="683"/>
                  </a:lnTo>
                  <a:cubicBezTo>
                    <a:pt x="684"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9" name="Google Shape;21959;p91"/>
            <p:cNvSpPr/>
            <p:nvPr/>
          </p:nvSpPr>
          <p:spPr>
            <a:xfrm>
              <a:off x="1919668" y="3155034"/>
              <a:ext cx="17777" cy="81622"/>
            </a:xfrm>
            <a:custGeom>
              <a:rect b="b" l="l" r="r" t="t"/>
              <a:pathLst>
                <a:path extrusionOk="0" h="3136" w="683">
                  <a:moveTo>
                    <a:pt x="134" y="0"/>
                  </a:moveTo>
                  <a:cubicBezTo>
                    <a:pt x="46" y="116"/>
                    <a:pt x="0" y="260"/>
                    <a:pt x="0" y="405"/>
                  </a:cubicBezTo>
                  <a:lnTo>
                    <a:pt x="0" y="3135"/>
                  </a:lnTo>
                  <a:lnTo>
                    <a:pt x="683" y="3135"/>
                  </a:lnTo>
                  <a:lnTo>
                    <a:pt x="683" y="640"/>
                  </a:lnTo>
                  <a:cubicBezTo>
                    <a:pt x="683" y="496"/>
                    <a:pt x="616" y="362"/>
                    <a:pt x="500" y="278"/>
                  </a:cubicBezTo>
                  <a:lnTo>
                    <a:pt x="13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0" name="Google Shape;21960;p91"/>
            <p:cNvSpPr/>
            <p:nvPr/>
          </p:nvSpPr>
          <p:spPr>
            <a:xfrm>
              <a:off x="1984867" y="3155034"/>
              <a:ext cx="17803" cy="81622"/>
            </a:xfrm>
            <a:custGeom>
              <a:rect b="b" l="l" r="r" t="t"/>
              <a:pathLst>
                <a:path extrusionOk="0" h="3136" w="684">
                  <a:moveTo>
                    <a:pt x="553" y="0"/>
                  </a:moveTo>
                  <a:lnTo>
                    <a:pt x="183" y="278"/>
                  </a:lnTo>
                  <a:cubicBezTo>
                    <a:pt x="71" y="362"/>
                    <a:pt x="1" y="496"/>
                    <a:pt x="1" y="640"/>
                  </a:cubicBezTo>
                  <a:lnTo>
                    <a:pt x="1" y="3135"/>
                  </a:lnTo>
                  <a:lnTo>
                    <a:pt x="683" y="3135"/>
                  </a:lnTo>
                  <a:lnTo>
                    <a:pt x="683" y="405"/>
                  </a:lnTo>
                  <a:cubicBezTo>
                    <a:pt x="683" y="260"/>
                    <a:pt x="637" y="116"/>
                    <a:pt x="55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1" name="Google Shape;21961;p91"/>
            <p:cNvSpPr/>
            <p:nvPr/>
          </p:nvSpPr>
          <p:spPr>
            <a:xfrm>
              <a:off x="2044209" y="3076353"/>
              <a:ext cx="47552" cy="71185"/>
            </a:xfrm>
            <a:custGeom>
              <a:rect b="b" l="l" r="r" t="t"/>
              <a:pathLst>
                <a:path extrusionOk="0" h="2735" w="1827">
                  <a:moveTo>
                    <a:pt x="687" y="1"/>
                  </a:moveTo>
                  <a:cubicBezTo>
                    <a:pt x="307" y="1"/>
                    <a:pt x="1" y="307"/>
                    <a:pt x="4" y="683"/>
                  </a:cubicBezTo>
                  <a:lnTo>
                    <a:pt x="4" y="1436"/>
                  </a:lnTo>
                  <a:cubicBezTo>
                    <a:pt x="15" y="1661"/>
                    <a:pt x="92" y="1876"/>
                    <a:pt x="229" y="2052"/>
                  </a:cubicBezTo>
                  <a:cubicBezTo>
                    <a:pt x="377" y="2224"/>
                    <a:pt x="458" y="2443"/>
                    <a:pt x="458" y="2668"/>
                  </a:cubicBezTo>
                  <a:lnTo>
                    <a:pt x="458" y="2735"/>
                  </a:lnTo>
                  <a:lnTo>
                    <a:pt x="1369" y="2735"/>
                  </a:lnTo>
                  <a:lnTo>
                    <a:pt x="1369" y="2604"/>
                  </a:lnTo>
                  <a:cubicBezTo>
                    <a:pt x="1369" y="2418"/>
                    <a:pt x="1436" y="2242"/>
                    <a:pt x="1556" y="2101"/>
                  </a:cubicBezTo>
                  <a:lnTo>
                    <a:pt x="1640" y="2003"/>
                  </a:lnTo>
                  <a:cubicBezTo>
                    <a:pt x="1753" y="1858"/>
                    <a:pt x="1816" y="1683"/>
                    <a:pt x="1827" y="1500"/>
                  </a:cubicBezTo>
                  <a:lnTo>
                    <a:pt x="1827" y="683"/>
                  </a:lnTo>
                  <a:cubicBezTo>
                    <a:pt x="1827" y="307"/>
                    <a:pt x="1520" y="1"/>
                    <a:pt x="1144"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2" name="Google Shape;21962;p91"/>
            <p:cNvSpPr/>
            <p:nvPr/>
          </p:nvSpPr>
          <p:spPr>
            <a:xfrm>
              <a:off x="2026433" y="3141656"/>
              <a:ext cx="83184" cy="95000"/>
            </a:xfrm>
            <a:custGeom>
              <a:rect b="b" l="l" r="r" t="t"/>
              <a:pathLst>
                <a:path extrusionOk="0" h="3650" w="3196">
                  <a:moveTo>
                    <a:pt x="1359" y="0"/>
                  </a:moveTo>
                  <a:cubicBezTo>
                    <a:pt x="1215" y="0"/>
                    <a:pt x="1074" y="29"/>
                    <a:pt x="940" y="81"/>
                  </a:cubicBezTo>
                  <a:lnTo>
                    <a:pt x="434" y="285"/>
                  </a:lnTo>
                  <a:cubicBezTo>
                    <a:pt x="173" y="387"/>
                    <a:pt x="1" y="637"/>
                    <a:pt x="1" y="919"/>
                  </a:cubicBezTo>
                  <a:lnTo>
                    <a:pt x="1" y="3649"/>
                  </a:lnTo>
                  <a:lnTo>
                    <a:pt x="3196" y="3649"/>
                  </a:lnTo>
                  <a:lnTo>
                    <a:pt x="3196" y="919"/>
                  </a:lnTo>
                  <a:cubicBezTo>
                    <a:pt x="3192" y="637"/>
                    <a:pt x="3023" y="387"/>
                    <a:pt x="2763" y="285"/>
                  </a:cubicBezTo>
                  <a:lnTo>
                    <a:pt x="2260" y="81"/>
                  </a:lnTo>
                  <a:cubicBezTo>
                    <a:pt x="2123" y="29"/>
                    <a:pt x="1978"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3" name="Google Shape;21963;p91"/>
            <p:cNvSpPr/>
            <p:nvPr/>
          </p:nvSpPr>
          <p:spPr>
            <a:xfrm>
              <a:off x="2044313" y="3076353"/>
              <a:ext cx="47448" cy="53408"/>
            </a:xfrm>
            <a:custGeom>
              <a:rect b="b" l="l" r="r" t="t"/>
              <a:pathLst>
                <a:path extrusionOk="0" h="2052" w="1823">
                  <a:moveTo>
                    <a:pt x="683" y="1"/>
                  </a:moveTo>
                  <a:cubicBezTo>
                    <a:pt x="306" y="1"/>
                    <a:pt x="0" y="307"/>
                    <a:pt x="0" y="683"/>
                  </a:cubicBezTo>
                  <a:lnTo>
                    <a:pt x="0" y="1141"/>
                  </a:lnTo>
                  <a:cubicBezTo>
                    <a:pt x="0" y="1644"/>
                    <a:pt x="408" y="2052"/>
                    <a:pt x="911" y="2052"/>
                  </a:cubicBezTo>
                  <a:cubicBezTo>
                    <a:pt x="1414" y="2052"/>
                    <a:pt x="1823" y="1644"/>
                    <a:pt x="1823" y="1141"/>
                  </a:cubicBezTo>
                  <a:lnTo>
                    <a:pt x="1823" y="683"/>
                  </a:lnTo>
                  <a:cubicBezTo>
                    <a:pt x="1823" y="307"/>
                    <a:pt x="1516" y="1"/>
                    <a:pt x="114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4" name="Google Shape;21964;p91"/>
            <p:cNvSpPr/>
            <p:nvPr/>
          </p:nvSpPr>
          <p:spPr>
            <a:xfrm>
              <a:off x="2044209" y="3076353"/>
              <a:ext cx="26756" cy="52419"/>
            </a:xfrm>
            <a:custGeom>
              <a:rect b="b" l="l" r="r" t="t"/>
              <a:pathLst>
                <a:path extrusionOk="0" h="2014" w="1028">
                  <a:moveTo>
                    <a:pt x="687" y="1"/>
                  </a:moveTo>
                  <a:cubicBezTo>
                    <a:pt x="310" y="1"/>
                    <a:pt x="1" y="307"/>
                    <a:pt x="4" y="683"/>
                  </a:cubicBezTo>
                  <a:lnTo>
                    <a:pt x="4" y="1141"/>
                  </a:lnTo>
                  <a:cubicBezTo>
                    <a:pt x="4" y="1552"/>
                    <a:pt x="285" y="1915"/>
                    <a:pt x="687" y="2013"/>
                  </a:cubicBezTo>
                  <a:lnTo>
                    <a:pt x="687" y="683"/>
                  </a:lnTo>
                  <a:cubicBezTo>
                    <a:pt x="687"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5" name="Google Shape;21965;p91"/>
            <p:cNvSpPr/>
            <p:nvPr/>
          </p:nvSpPr>
          <p:spPr>
            <a:xfrm>
              <a:off x="2026537" y="3155034"/>
              <a:ext cx="17803" cy="81622"/>
            </a:xfrm>
            <a:custGeom>
              <a:rect b="b" l="l" r="r" t="t"/>
              <a:pathLst>
                <a:path extrusionOk="0" h="3136" w="684">
                  <a:moveTo>
                    <a:pt x="131" y="0"/>
                  </a:moveTo>
                  <a:cubicBezTo>
                    <a:pt x="46" y="116"/>
                    <a:pt x="0" y="260"/>
                    <a:pt x="0" y="405"/>
                  </a:cubicBezTo>
                  <a:lnTo>
                    <a:pt x="0" y="3135"/>
                  </a:lnTo>
                  <a:lnTo>
                    <a:pt x="683" y="3135"/>
                  </a:lnTo>
                  <a:lnTo>
                    <a:pt x="683" y="640"/>
                  </a:lnTo>
                  <a:cubicBezTo>
                    <a:pt x="683" y="496"/>
                    <a:pt x="613" y="362"/>
                    <a:pt x="500" y="278"/>
                  </a:cubicBezTo>
                  <a:lnTo>
                    <a:pt x="131"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6" name="Google Shape;21966;p91"/>
            <p:cNvSpPr/>
            <p:nvPr/>
          </p:nvSpPr>
          <p:spPr>
            <a:xfrm>
              <a:off x="2091736" y="3155034"/>
              <a:ext cx="17803" cy="81622"/>
            </a:xfrm>
            <a:custGeom>
              <a:rect b="b" l="l" r="r" t="t"/>
              <a:pathLst>
                <a:path extrusionOk="0" h="3136" w="684">
                  <a:moveTo>
                    <a:pt x="549" y="0"/>
                  </a:moveTo>
                  <a:lnTo>
                    <a:pt x="184" y="278"/>
                  </a:lnTo>
                  <a:cubicBezTo>
                    <a:pt x="67" y="362"/>
                    <a:pt x="1" y="496"/>
                    <a:pt x="1" y="640"/>
                  </a:cubicBezTo>
                  <a:lnTo>
                    <a:pt x="1" y="3135"/>
                  </a:lnTo>
                  <a:lnTo>
                    <a:pt x="683" y="3135"/>
                  </a:lnTo>
                  <a:lnTo>
                    <a:pt x="683" y="405"/>
                  </a:lnTo>
                  <a:cubicBezTo>
                    <a:pt x="683" y="260"/>
                    <a:pt x="637" y="116"/>
                    <a:pt x="549"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7" name="Google Shape;21967;p91"/>
            <p:cNvSpPr/>
            <p:nvPr/>
          </p:nvSpPr>
          <p:spPr>
            <a:xfrm>
              <a:off x="1884036" y="3135800"/>
              <a:ext cx="47474" cy="71081"/>
            </a:xfrm>
            <a:custGeom>
              <a:rect b="b" l="l" r="r" t="t"/>
              <a:pathLst>
                <a:path extrusionOk="0" h="2731" w="1824">
                  <a:moveTo>
                    <a:pt x="677" y="0"/>
                  </a:moveTo>
                  <a:cubicBezTo>
                    <a:pt x="303" y="0"/>
                    <a:pt x="1" y="305"/>
                    <a:pt x="1" y="679"/>
                  </a:cubicBezTo>
                  <a:lnTo>
                    <a:pt x="1" y="1432"/>
                  </a:lnTo>
                  <a:cubicBezTo>
                    <a:pt x="11" y="1657"/>
                    <a:pt x="92" y="1872"/>
                    <a:pt x="226" y="2048"/>
                  </a:cubicBezTo>
                  <a:cubicBezTo>
                    <a:pt x="374" y="2220"/>
                    <a:pt x="455" y="2438"/>
                    <a:pt x="455" y="2664"/>
                  </a:cubicBezTo>
                  <a:lnTo>
                    <a:pt x="455" y="2731"/>
                  </a:lnTo>
                  <a:lnTo>
                    <a:pt x="1366" y="2731"/>
                  </a:lnTo>
                  <a:lnTo>
                    <a:pt x="1366" y="2600"/>
                  </a:lnTo>
                  <a:cubicBezTo>
                    <a:pt x="1366" y="2414"/>
                    <a:pt x="1433" y="2238"/>
                    <a:pt x="1552" y="2097"/>
                  </a:cubicBezTo>
                  <a:lnTo>
                    <a:pt x="1637" y="1999"/>
                  </a:lnTo>
                  <a:cubicBezTo>
                    <a:pt x="1749" y="1854"/>
                    <a:pt x="1813" y="1679"/>
                    <a:pt x="1823" y="1496"/>
                  </a:cubicBezTo>
                  <a:lnTo>
                    <a:pt x="1823" y="679"/>
                  </a:lnTo>
                  <a:cubicBezTo>
                    <a:pt x="1823" y="305"/>
                    <a:pt x="1521" y="0"/>
                    <a:pt x="1147" y="0"/>
                  </a:cubicBezTo>
                  <a:cubicBezTo>
                    <a:pt x="1145" y="0"/>
                    <a:pt x="1143" y="0"/>
                    <a:pt x="1141" y="0"/>
                  </a:cubicBezTo>
                  <a:lnTo>
                    <a:pt x="683" y="0"/>
                  </a:lnTo>
                  <a:cubicBezTo>
                    <a:pt x="681" y="0"/>
                    <a:pt x="679" y="0"/>
                    <a:pt x="67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8" name="Google Shape;21968;p91"/>
            <p:cNvSpPr/>
            <p:nvPr/>
          </p:nvSpPr>
          <p:spPr>
            <a:xfrm>
              <a:off x="1866181" y="3200999"/>
              <a:ext cx="83184" cy="59369"/>
            </a:xfrm>
            <a:custGeom>
              <a:rect b="b" l="l" r="r" t="t"/>
              <a:pathLst>
                <a:path extrusionOk="0" h="2281" w="3196">
                  <a:moveTo>
                    <a:pt x="1362" y="0"/>
                  </a:moveTo>
                  <a:cubicBezTo>
                    <a:pt x="1214" y="0"/>
                    <a:pt x="1074" y="28"/>
                    <a:pt x="936" y="81"/>
                  </a:cubicBezTo>
                  <a:lnTo>
                    <a:pt x="430" y="285"/>
                  </a:lnTo>
                  <a:cubicBezTo>
                    <a:pt x="173" y="387"/>
                    <a:pt x="1" y="641"/>
                    <a:pt x="1" y="919"/>
                  </a:cubicBezTo>
                  <a:lnTo>
                    <a:pt x="1" y="2280"/>
                  </a:lnTo>
                  <a:lnTo>
                    <a:pt x="3195" y="2280"/>
                  </a:lnTo>
                  <a:lnTo>
                    <a:pt x="3195" y="919"/>
                  </a:lnTo>
                  <a:cubicBezTo>
                    <a:pt x="3195" y="641"/>
                    <a:pt x="3023" y="387"/>
                    <a:pt x="2763" y="285"/>
                  </a:cubicBezTo>
                  <a:lnTo>
                    <a:pt x="2256" y="81"/>
                  </a:lnTo>
                  <a:cubicBezTo>
                    <a:pt x="2122" y="28"/>
                    <a:pt x="1978" y="0"/>
                    <a:pt x="183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9" name="Google Shape;21969;p91"/>
            <p:cNvSpPr/>
            <p:nvPr/>
          </p:nvSpPr>
          <p:spPr>
            <a:xfrm>
              <a:off x="1884036" y="3135800"/>
              <a:ext cx="47474" cy="53304"/>
            </a:xfrm>
            <a:custGeom>
              <a:rect b="b" l="l" r="r" t="t"/>
              <a:pathLst>
                <a:path extrusionOk="0" h="2048" w="1824">
                  <a:moveTo>
                    <a:pt x="683" y="0"/>
                  </a:moveTo>
                  <a:cubicBezTo>
                    <a:pt x="307" y="0"/>
                    <a:pt x="1" y="303"/>
                    <a:pt x="1" y="679"/>
                  </a:cubicBezTo>
                  <a:lnTo>
                    <a:pt x="1" y="1137"/>
                  </a:lnTo>
                  <a:cubicBezTo>
                    <a:pt x="1" y="1640"/>
                    <a:pt x="409" y="2048"/>
                    <a:pt x="912" y="2048"/>
                  </a:cubicBezTo>
                  <a:cubicBezTo>
                    <a:pt x="1415" y="2048"/>
                    <a:pt x="1823" y="1640"/>
                    <a:pt x="1823" y="1137"/>
                  </a:cubicBezTo>
                  <a:lnTo>
                    <a:pt x="1823" y="683"/>
                  </a:lnTo>
                  <a:cubicBezTo>
                    <a:pt x="1823" y="306"/>
                    <a:pt x="1517" y="0"/>
                    <a:pt x="114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0" name="Google Shape;21970;p91"/>
            <p:cNvSpPr/>
            <p:nvPr/>
          </p:nvSpPr>
          <p:spPr>
            <a:xfrm>
              <a:off x="1884036" y="3135800"/>
              <a:ext cx="26678" cy="52393"/>
            </a:xfrm>
            <a:custGeom>
              <a:rect b="b" l="l" r="r" t="t"/>
              <a:pathLst>
                <a:path extrusionOk="0" h="2013" w="1025">
                  <a:moveTo>
                    <a:pt x="683" y="0"/>
                  </a:moveTo>
                  <a:cubicBezTo>
                    <a:pt x="307" y="0"/>
                    <a:pt x="1" y="306"/>
                    <a:pt x="1" y="683"/>
                  </a:cubicBezTo>
                  <a:lnTo>
                    <a:pt x="1" y="1137"/>
                  </a:lnTo>
                  <a:cubicBezTo>
                    <a:pt x="1" y="1552"/>
                    <a:pt x="282" y="1914"/>
                    <a:pt x="683" y="2013"/>
                  </a:cubicBezTo>
                  <a:lnTo>
                    <a:pt x="683" y="683"/>
                  </a:lnTo>
                  <a:cubicBezTo>
                    <a:pt x="683" y="303"/>
                    <a:pt x="838" y="0"/>
                    <a:pt x="102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1" name="Google Shape;21971;p91"/>
            <p:cNvSpPr/>
            <p:nvPr/>
          </p:nvSpPr>
          <p:spPr>
            <a:xfrm>
              <a:off x="1866285" y="3214377"/>
              <a:ext cx="17777" cy="45991"/>
            </a:xfrm>
            <a:custGeom>
              <a:rect b="b" l="l" r="r" t="t"/>
              <a:pathLst>
                <a:path extrusionOk="0" h="1767" w="683">
                  <a:moveTo>
                    <a:pt x="130" y="0"/>
                  </a:moveTo>
                  <a:cubicBezTo>
                    <a:pt x="46" y="120"/>
                    <a:pt x="0" y="260"/>
                    <a:pt x="0" y="405"/>
                  </a:cubicBezTo>
                  <a:lnTo>
                    <a:pt x="0" y="1766"/>
                  </a:lnTo>
                  <a:lnTo>
                    <a:pt x="683" y="1766"/>
                  </a:lnTo>
                  <a:lnTo>
                    <a:pt x="683" y="640"/>
                  </a:lnTo>
                  <a:cubicBezTo>
                    <a:pt x="683" y="500"/>
                    <a:pt x="612" y="362"/>
                    <a:pt x="500" y="278"/>
                  </a:cubicBezTo>
                  <a:lnTo>
                    <a:pt x="130"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2" name="Google Shape;21972;p91"/>
            <p:cNvSpPr/>
            <p:nvPr/>
          </p:nvSpPr>
          <p:spPr>
            <a:xfrm>
              <a:off x="1931484" y="3214377"/>
              <a:ext cx="17777" cy="45991"/>
            </a:xfrm>
            <a:custGeom>
              <a:rect b="b" l="l" r="r" t="t"/>
              <a:pathLst>
                <a:path extrusionOk="0" h="1767" w="683">
                  <a:moveTo>
                    <a:pt x="553" y="0"/>
                  </a:moveTo>
                  <a:lnTo>
                    <a:pt x="183" y="278"/>
                  </a:lnTo>
                  <a:cubicBezTo>
                    <a:pt x="67" y="362"/>
                    <a:pt x="0" y="500"/>
                    <a:pt x="0" y="640"/>
                  </a:cubicBezTo>
                  <a:lnTo>
                    <a:pt x="0" y="1766"/>
                  </a:lnTo>
                  <a:lnTo>
                    <a:pt x="683" y="1766"/>
                  </a:lnTo>
                  <a:lnTo>
                    <a:pt x="683" y="405"/>
                  </a:lnTo>
                  <a:cubicBezTo>
                    <a:pt x="683" y="260"/>
                    <a:pt x="637" y="120"/>
                    <a:pt x="5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3" name="Google Shape;21973;p91"/>
            <p:cNvSpPr/>
            <p:nvPr/>
          </p:nvSpPr>
          <p:spPr>
            <a:xfrm>
              <a:off x="1990827" y="3135800"/>
              <a:ext cx="47552" cy="71081"/>
            </a:xfrm>
            <a:custGeom>
              <a:rect b="b" l="l" r="r" t="t"/>
              <a:pathLst>
                <a:path extrusionOk="0" h="2731" w="1827">
                  <a:moveTo>
                    <a:pt x="680" y="0"/>
                  </a:moveTo>
                  <a:cubicBezTo>
                    <a:pt x="303" y="0"/>
                    <a:pt x="0" y="305"/>
                    <a:pt x="0" y="679"/>
                  </a:cubicBezTo>
                  <a:lnTo>
                    <a:pt x="0" y="1432"/>
                  </a:lnTo>
                  <a:cubicBezTo>
                    <a:pt x="11" y="1657"/>
                    <a:pt x="92" y="1872"/>
                    <a:pt x="229" y="2048"/>
                  </a:cubicBezTo>
                  <a:cubicBezTo>
                    <a:pt x="377" y="2220"/>
                    <a:pt x="458" y="2438"/>
                    <a:pt x="458" y="2664"/>
                  </a:cubicBezTo>
                  <a:lnTo>
                    <a:pt x="458" y="2731"/>
                  </a:lnTo>
                  <a:lnTo>
                    <a:pt x="1369" y="2731"/>
                  </a:lnTo>
                  <a:lnTo>
                    <a:pt x="1369" y="2600"/>
                  </a:lnTo>
                  <a:cubicBezTo>
                    <a:pt x="1369" y="2414"/>
                    <a:pt x="1436" y="2238"/>
                    <a:pt x="1555" y="2097"/>
                  </a:cubicBezTo>
                  <a:lnTo>
                    <a:pt x="1640" y="1999"/>
                  </a:lnTo>
                  <a:cubicBezTo>
                    <a:pt x="1749" y="1854"/>
                    <a:pt x="1816" y="1679"/>
                    <a:pt x="1826" y="1496"/>
                  </a:cubicBezTo>
                  <a:lnTo>
                    <a:pt x="1826" y="679"/>
                  </a:lnTo>
                  <a:cubicBezTo>
                    <a:pt x="1823" y="303"/>
                    <a:pt x="1517" y="0"/>
                    <a:pt x="1140" y="0"/>
                  </a:cubicBezTo>
                  <a:lnTo>
                    <a:pt x="686" y="0"/>
                  </a:lnTo>
                  <a:cubicBezTo>
                    <a:pt x="684" y="0"/>
                    <a:pt x="682" y="0"/>
                    <a:pt x="68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4" name="Google Shape;21974;p91"/>
            <p:cNvSpPr/>
            <p:nvPr/>
          </p:nvSpPr>
          <p:spPr>
            <a:xfrm>
              <a:off x="1973050" y="3200999"/>
              <a:ext cx="83080" cy="59369"/>
            </a:xfrm>
            <a:custGeom>
              <a:rect b="b" l="l" r="r" t="t"/>
              <a:pathLst>
                <a:path extrusionOk="0" h="2281" w="3192">
                  <a:moveTo>
                    <a:pt x="1359" y="0"/>
                  </a:moveTo>
                  <a:cubicBezTo>
                    <a:pt x="1215" y="0"/>
                    <a:pt x="1070" y="28"/>
                    <a:pt x="937" y="81"/>
                  </a:cubicBezTo>
                  <a:lnTo>
                    <a:pt x="430" y="285"/>
                  </a:lnTo>
                  <a:cubicBezTo>
                    <a:pt x="170" y="387"/>
                    <a:pt x="1" y="641"/>
                    <a:pt x="1" y="919"/>
                  </a:cubicBezTo>
                  <a:lnTo>
                    <a:pt x="1" y="2280"/>
                  </a:lnTo>
                  <a:lnTo>
                    <a:pt x="3192" y="2280"/>
                  </a:lnTo>
                  <a:lnTo>
                    <a:pt x="3192" y="919"/>
                  </a:lnTo>
                  <a:cubicBezTo>
                    <a:pt x="3192" y="641"/>
                    <a:pt x="3023" y="387"/>
                    <a:pt x="2763" y="285"/>
                  </a:cubicBezTo>
                  <a:lnTo>
                    <a:pt x="2256" y="81"/>
                  </a:lnTo>
                  <a:cubicBezTo>
                    <a:pt x="2122" y="28"/>
                    <a:pt x="1978" y="0"/>
                    <a:pt x="183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5" name="Google Shape;21975;p91"/>
            <p:cNvSpPr/>
            <p:nvPr/>
          </p:nvSpPr>
          <p:spPr>
            <a:xfrm>
              <a:off x="1990827" y="3135800"/>
              <a:ext cx="47552" cy="53304"/>
            </a:xfrm>
            <a:custGeom>
              <a:rect b="b" l="l" r="r" t="t"/>
              <a:pathLst>
                <a:path extrusionOk="0" h="2048" w="1827">
                  <a:moveTo>
                    <a:pt x="680" y="0"/>
                  </a:moveTo>
                  <a:cubicBezTo>
                    <a:pt x="303" y="0"/>
                    <a:pt x="0" y="305"/>
                    <a:pt x="0" y="679"/>
                  </a:cubicBezTo>
                  <a:lnTo>
                    <a:pt x="0" y="1137"/>
                  </a:lnTo>
                  <a:cubicBezTo>
                    <a:pt x="0" y="1640"/>
                    <a:pt x="408" y="2048"/>
                    <a:pt x="912" y="2048"/>
                  </a:cubicBezTo>
                  <a:cubicBezTo>
                    <a:pt x="1415" y="2048"/>
                    <a:pt x="1823" y="1640"/>
                    <a:pt x="1826" y="1137"/>
                  </a:cubicBezTo>
                  <a:lnTo>
                    <a:pt x="1826" y="683"/>
                  </a:lnTo>
                  <a:cubicBezTo>
                    <a:pt x="1826" y="306"/>
                    <a:pt x="1520" y="0"/>
                    <a:pt x="1140" y="0"/>
                  </a:cubicBezTo>
                  <a:lnTo>
                    <a:pt x="686" y="0"/>
                  </a:lnTo>
                  <a:cubicBezTo>
                    <a:pt x="684" y="0"/>
                    <a:pt x="682" y="0"/>
                    <a:pt x="68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6" name="Google Shape;21976;p91"/>
            <p:cNvSpPr/>
            <p:nvPr/>
          </p:nvSpPr>
          <p:spPr>
            <a:xfrm>
              <a:off x="1990827" y="3135800"/>
              <a:ext cx="26756" cy="52393"/>
            </a:xfrm>
            <a:custGeom>
              <a:rect b="b" l="l" r="r" t="t"/>
              <a:pathLst>
                <a:path extrusionOk="0" h="2013" w="1028">
                  <a:moveTo>
                    <a:pt x="686" y="0"/>
                  </a:moveTo>
                  <a:cubicBezTo>
                    <a:pt x="306" y="0"/>
                    <a:pt x="0" y="306"/>
                    <a:pt x="0" y="683"/>
                  </a:cubicBezTo>
                  <a:lnTo>
                    <a:pt x="0" y="1137"/>
                  </a:lnTo>
                  <a:cubicBezTo>
                    <a:pt x="0" y="1552"/>
                    <a:pt x="282" y="1914"/>
                    <a:pt x="686" y="2013"/>
                  </a:cubicBezTo>
                  <a:lnTo>
                    <a:pt x="686" y="683"/>
                  </a:lnTo>
                  <a:cubicBezTo>
                    <a:pt x="686" y="303"/>
                    <a:pt x="838" y="0"/>
                    <a:pt x="102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7" name="Google Shape;21977;p91"/>
            <p:cNvSpPr/>
            <p:nvPr/>
          </p:nvSpPr>
          <p:spPr>
            <a:xfrm>
              <a:off x="1973050" y="3214377"/>
              <a:ext cx="17803" cy="45991"/>
            </a:xfrm>
            <a:custGeom>
              <a:rect b="b" l="l" r="r" t="t"/>
              <a:pathLst>
                <a:path extrusionOk="0" h="1767" w="684">
                  <a:moveTo>
                    <a:pt x="134" y="0"/>
                  </a:moveTo>
                  <a:cubicBezTo>
                    <a:pt x="46" y="120"/>
                    <a:pt x="1" y="260"/>
                    <a:pt x="1" y="405"/>
                  </a:cubicBezTo>
                  <a:lnTo>
                    <a:pt x="1" y="1766"/>
                  </a:lnTo>
                  <a:lnTo>
                    <a:pt x="683" y="1766"/>
                  </a:lnTo>
                  <a:lnTo>
                    <a:pt x="683" y="640"/>
                  </a:lnTo>
                  <a:cubicBezTo>
                    <a:pt x="683" y="500"/>
                    <a:pt x="616" y="362"/>
                    <a:pt x="500" y="278"/>
                  </a:cubicBezTo>
                  <a:lnTo>
                    <a:pt x="13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8" name="Google Shape;21978;p91"/>
            <p:cNvSpPr/>
            <p:nvPr/>
          </p:nvSpPr>
          <p:spPr>
            <a:xfrm>
              <a:off x="2038353" y="3214377"/>
              <a:ext cx="17777" cy="45991"/>
            </a:xfrm>
            <a:custGeom>
              <a:rect b="b" l="l" r="r" t="t"/>
              <a:pathLst>
                <a:path extrusionOk="0" h="1767" w="683">
                  <a:moveTo>
                    <a:pt x="549" y="0"/>
                  </a:moveTo>
                  <a:lnTo>
                    <a:pt x="183" y="278"/>
                  </a:lnTo>
                  <a:cubicBezTo>
                    <a:pt x="67" y="362"/>
                    <a:pt x="0" y="500"/>
                    <a:pt x="0" y="640"/>
                  </a:cubicBezTo>
                  <a:lnTo>
                    <a:pt x="0" y="1766"/>
                  </a:lnTo>
                  <a:lnTo>
                    <a:pt x="683" y="1766"/>
                  </a:lnTo>
                  <a:lnTo>
                    <a:pt x="683" y="405"/>
                  </a:lnTo>
                  <a:cubicBezTo>
                    <a:pt x="683" y="260"/>
                    <a:pt x="634" y="120"/>
                    <a:pt x="5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9" name="Google Shape;21979;p91"/>
            <p:cNvSpPr/>
            <p:nvPr/>
          </p:nvSpPr>
          <p:spPr>
            <a:xfrm>
              <a:off x="2097696" y="3135696"/>
              <a:ext cx="47448" cy="71185"/>
            </a:xfrm>
            <a:custGeom>
              <a:rect b="b" l="l" r="r" t="t"/>
              <a:pathLst>
                <a:path extrusionOk="0" h="2735" w="1823">
                  <a:moveTo>
                    <a:pt x="683" y="1"/>
                  </a:moveTo>
                  <a:cubicBezTo>
                    <a:pt x="306" y="1"/>
                    <a:pt x="0" y="307"/>
                    <a:pt x="0" y="683"/>
                  </a:cubicBezTo>
                  <a:lnTo>
                    <a:pt x="0" y="1436"/>
                  </a:lnTo>
                  <a:cubicBezTo>
                    <a:pt x="11" y="1661"/>
                    <a:pt x="92" y="1876"/>
                    <a:pt x="229" y="2052"/>
                  </a:cubicBezTo>
                  <a:cubicBezTo>
                    <a:pt x="373" y="2224"/>
                    <a:pt x="454" y="2442"/>
                    <a:pt x="454" y="2668"/>
                  </a:cubicBezTo>
                  <a:lnTo>
                    <a:pt x="454" y="2735"/>
                  </a:lnTo>
                  <a:lnTo>
                    <a:pt x="1369" y="2735"/>
                  </a:lnTo>
                  <a:lnTo>
                    <a:pt x="1369" y="2604"/>
                  </a:lnTo>
                  <a:cubicBezTo>
                    <a:pt x="1369" y="2418"/>
                    <a:pt x="1432" y="2242"/>
                    <a:pt x="1552" y="2101"/>
                  </a:cubicBezTo>
                  <a:lnTo>
                    <a:pt x="1636" y="2003"/>
                  </a:lnTo>
                  <a:cubicBezTo>
                    <a:pt x="1749" y="1858"/>
                    <a:pt x="1812" y="1683"/>
                    <a:pt x="1823" y="1500"/>
                  </a:cubicBezTo>
                  <a:lnTo>
                    <a:pt x="1823" y="683"/>
                  </a:lnTo>
                  <a:cubicBezTo>
                    <a:pt x="1823" y="307"/>
                    <a:pt x="1517" y="1"/>
                    <a:pt x="114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0" name="Google Shape;21980;p91"/>
            <p:cNvSpPr/>
            <p:nvPr/>
          </p:nvSpPr>
          <p:spPr>
            <a:xfrm>
              <a:off x="2079841" y="3200999"/>
              <a:ext cx="83158" cy="59369"/>
            </a:xfrm>
            <a:custGeom>
              <a:rect b="b" l="l" r="r" t="t"/>
              <a:pathLst>
                <a:path extrusionOk="0" h="2281" w="3195">
                  <a:moveTo>
                    <a:pt x="1362" y="0"/>
                  </a:moveTo>
                  <a:cubicBezTo>
                    <a:pt x="1214" y="0"/>
                    <a:pt x="1073" y="28"/>
                    <a:pt x="936" y="81"/>
                  </a:cubicBezTo>
                  <a:lnTo>
                    <a:pt x="429" y="285"/>
                  </a:lnTo>
                  <a:cubicBezTo>
                    <a:pt x="173" y="387"/>
                    <a:pt x="0" y="641"/>
                    <a:pt x="0" y="919"/>
                  </a:cubicBezTo>
                  <a:lnTo>
                    <a:pt x="0" y="2280"/>
                  </a:lnTo>
                  <a:lnTo>
                    <a:pt x="3191" y="2280"/>
                  </a:lnTo>
                  <a:lnTo>
                    <a:pt x="3191" y="919"/>
                  </a:lnTo>
                  <a:cubicBezTo>
                    <a:pt x="3195" y="641"/>
                    <a:pt x="3023" y="387"/>
                    <a:pt x="2762" y="285"/>
                  </a:cubicBezTo>
                  <a:lnTo>
                    <a:pt x="2259" y="81"/>
                  </a:lnTo>
                  <a:cubicBezTo>
                    <a:pt x="2122" y="28"/>
                    <a:pt x="1978" y="0"/>
                    <a:pt x="183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1" name="Google Shape;21981;p91"/>
            <p:cNvSpPr/>
            <p:nvPr/>
          </p:nvSpPr>
          <p:spPr>
            <a:xfrm>
              <a:off x="2097696" y="3135696"/>
              <a:ext cx="47448" cy="53408"/>
            </a:xfrm>
            <a:custGeom>
              <a:rect b="b" l="l" r="r" t="t"/>
              <a:pathLst>
                <a:path extrusionOk="0" h="2052" w="1823">
                  <a:moveTo>
                    <a:pt x="683" y="1"/>
                  </a:moveTo>
                  <a:cubicBezTo>
                    <a:pt x="306" y="1"/>
                    <a:pt x="0" y="307"/>
                    <a:pt x="0" y="683"/>
                  </a:cubicBezTo>
                  <a:lnTo>
                    <a:pt x="0" y="1141"/>
                  </a:lnTo>
                  <a:cubicBezTo>
                    <a:pt x="0" y="1644"/>
                    <a:pt x="408" y="2052"/>
                    <a:pt x="912" y="2052"/>
                  </a:cubicBezTo>
                  <a:cubicBezTo>
                    <a:pt x="1415" y="2052"/>
                    <a:pt x="1823" y="1644"/>
                    <a:pt x="1823" y="1141"/>
                  </a:cubicBezTo>
                  <a:lnTo>
                    <a:pt x="1823" y="683"/>
                  </a:lnTo>
                  <a:cubicBezTo>
                    <a:pt x="1823" y="307"/>
                    <a:pt x="1517" y="1"/>
                    <a:pt x="114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2" name="Google Shape;21982;p91"/>
            <p:cNvSpPr/>
            <p:nvPr/>
          </p:nvSpPr>
          <p:spPr>
            <a:xfrm>
              <a:off x="2097696" y="3135800"/>
              <a:ext cx="26678" cy="52393"/>
            </a:xfrm>
            <a:custGeom>
              <a:rect b="b" l="l" r="r" t="t"/>
              <a:pathLst>
                <a:path extrusionOk="0" h="2013" w="1025">
                  <a:moveTo>
                    <a:pt x="683" y="0"/>
                  </a:moveTo>
                  <a:cubicBezTo>
                    <a:pt x="306" y="0"/>
                    <a:pt x="0" y="306"/>
                    <a:pt x="0" y="683"/>
                  </a:cubicBezTo>
                  <a:lnTo>
                    <a:pt x="0" y="1137"/>
                  </a:lnTo>
                  <a:cubicBezTo>
                    <a:pt x="0" y="1552"/>
                    <a:pt x="282" y="1914"/>
                    <a:pt x="683" y="2013"/>
                  </a:cubicBezTo>
                  <a:lnTo>
                    <a:pt x="683" y="683"/>
                  </a:lnTo>
                  <a:cubicBezTo>
                    <a:pt x="683" y="303"/>
                    <a:pt x="838" y="0"/>
                    <a:pt x="102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3" name="Google Shape;21983;p91"/>
            <p:cNvSpPr/>
            <p:nvPr/>
          </p:nvSpPr>
          <p:spPr>
            <a:xfrm>
              <a:off x="2079919" y="3214377"/>
              <a:ext cx="17803" cy="45991"/>
            </a:xfrm>
            <a:custGeom>
              <a:rect b="b" l="l" r="r" t="t"/>
              <a:pathLst>
                <a:path extrusionOk="0" h="1767" w="684">
                  <a:moveTo>
                    <a:pt x="131" y="0"/>
                  </a:moveTo>
                  <a:cubicBezTo>
                    <a:pt x="46" y="120"/>
                    <a:pt x="1" y="260"/>
                    <a:pt x="1" y="405"/>
                  </a:cubicBezTo>
                  <a:lnTo>
                    <a:pt x="1" y="1766"/>
                  </a:lnTo>
                  <a:lnTo>
                    <a:pt x="683" y="1766"/>
                  </a:lnTo>
                  <a:lnTo>
                    <a:pt x="683" y="640"/>
                  </a:lnTo>
                  <a:cubicBezTo>
                    <a:pt x="683" y="500"/>
                    <a:pt x="616" y="362"/>
                    <a:pt x="500" y="278"/>
                  </a:cubicBezTo>
                  <a:lnTo>
                    <a:pt x="1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4" name="Google Shape;21984;p91"/>
            <p:cNvSpPr/>
            <p:nvPr/>
          </p:nvSpPr>
          <p:spPr>
            <a:xfrm>
              <a:off x="2145118" y="3214377"/>
              <a:ext cx="17803" cy="45991"/>
            </a:xfrm>
            <a:custGeom>
              <a:rect b="b" l="l" r="r" t="t"/>
              <a:pathLst>
                <a:path extrusionOk="0" h="1767" w="684">
                  <a:moveTo>
                    <a:pt x="553" y="0"/>
                  </a:moveTo>
                  <a:lnTo>
                    <a:pt x="184" y="278"/>
                  </a:lnTo>
                  <a:cubicBezTo>
                    <a:pt x="68" y="362"/>
                    <a:pt x="1" y="500"/>
                    <a:pt x="1" y="640"/>
                  </a:cubicBezTo>
                  <a:lnTo>
                    <a:pt x="1" y="1766"/>
                  </a:lnTo>
                  <a:lnTo>
                    <a:pt x="683" y="1766"/>
                  </a:lnTo>
                  <a:lnTo>
                    <a:pt x="683" y="405"/>
                  </a:lnTo>
                  <a:cubicBezTo>
                    <a:pt x="683" y="260"/>
                    <a:pt x="638" y="120"/>
                    <a:pt x="5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5" name="Google Shape;21985;p91"/>
            <p:cNvSpPr/>
            <p:nvPr/>
          </p:nvSpPr>
          <p:spPr>
            <a:xfrm>
              <a:off x="1860689" y="3070679"/>
              <a:ext cx="307905" cy="195258"/>
            </a:xfrm>
            <a:custGeom>
              <a:rect b="b" l="l" r="r" t="t"/>
              <a:pathLst>
                <a:path extrusionOk="0" h="7502" w="11830">
                  <a:moveTo>
                    <a:pt x="4089" y="433"/>
                  </a:moveTo>
                  <a:cubicBezTo>
                    <a:pt x="4349" y="433"/>
                    <a:pt x="4560" y="644"/>
                    <a:pt x="4560" y="905"/>
                  </a:cubicBezTo>
                  <a:lnTo>
                    <a:pt x="4560" y="1485"/>
                  </a:lnTo>
                  <a:cubicBezTo>
                    <a:pt x="4560" y="1732"/>
                    <a:pt x="4423" y="1964"/>
                    <a:pt x="4209" y="2087"/>
                  </a:cubicBezTo>
                  <a:cubicBezTo>
                    <a:pt x="4142" y="2122"/>
                    <a:pt x="4103" y="2193"/>
                    <a:pt x="4103" y="2270"/>
                  </a:cubicBezTo>
                  <a:lnTo>
                    <a:pt x="4103" y="2513"/>
                  </a:lnTo>
                  <a:lnTo>
                    <a:pt x="3617" y="2513"/>
                  </a:lnTo>
                  <a:lnTo>
                    <a:pt x="3617" y="2270"/>
                  </a:lnTo>
                  <a:cubicBezTo>
                    <a:pt x="3617" y="2193"/>
                    <a:pt x="3579" y="2122"/>
                    <a:pt x="3512" y="2087"/>
                  </a:cubicBezTo>
                  <a:cubicBezTo>
                    <a:pt x="3294" y="1964"/>
                    <a:pt x="3160" y="1732"/>
                    <a:pt x="3164" y="1482"/>
                  </a:cubicBezTo>
                  <a:lnTo>
                    <a:pt x="3164" y="905"/>
                  </a:lnTo>
                  <a:cubicBezTo>
                    <a:pt x="3164" y="644"/>
                    <a:pt x="3375" y="433"/>
                    <a:pt x="3632" y="433"/>
                  </a:cubicBezTo>
                  <a:close/>
                  <a:moveTo>
                    <a:pt x="8195" y="433"/>
                  </a:moveTo>
                  <a:cubicBezTo>
                    <a:pt x="8452" y="433"/>
                    <a:pt x="8663" y="644"/>
                    <a:pt x="8663" y="905"/>
                  </a:cubicBezTo>
                  <a:lnTo>
                    <a:pt x="8663" y="1485"/>
                  </a:lnTo>
                  <a:cubicBezTo>
                    <a:pt x="8663" y="1732"/>
                    <a:pt x="8529" y="1964"/>
                    <a:pt x="8311" y="2087"/>
                  </a:cubicBezTo>
                  <a:cubicBezTo>
                    <a:pt x="8248" y="2122"/>
                    <a:pt x="8206" y="2193"/>
                    <a:pt x="8206" y="2270"/>
                  </a:cubicBezTo>
                  <a:lnTo>
                    <a:pt x="8206" y="2513"/>
                  </a:lnTo>
                  <a:lnTo>
                    <a:pt x="7724" y="2513"/>
                  </a:lnTo>
                  <a:lnTo>
                    <a:pt x="7724" y="2270"/>
                  </a:lnTo>
                  <a:cubicBezTo>
                    <a:pt x="7724" y="2193"/>
                    <a:pt x="7681" y="2122"/>
                    <a:pt x="7618" y="2087"/>
                  </a:cubicBezTo>
                  <a:cubicBezTo>
                    <a:pt x="7400" y="1964"/>
                    <a:pt x="7266" y="1732"/>
                    <a:pt x="7266" y="1482"/>
                  </a:cubicBezTo>
                  <a:lnTo>
                    <a:pt x="7270" y="1482"/>
                  </a:lnTo>
                  <a:lnTo>
                    <a:pt x="7270" y="905"/>
                  </a:lnTo>
                  <a:cubicBezTo>
                    <a:pt x="7270" y="644"/>
                    <a:pt x="7477" y="433"/>
                    <a:pt x="7738" y="433"/>
                  </a:cubicBezTo>
                  <a:close/>
                  <a:moveTo>
                    <a:pt x="2034" y="2717"/>
                  </a:moveTo>
                  <a:cubicBezTo>
                    <a:pt x="2295" y="2717"/>
                    <a:pt x="2506" y="2928"/>
                    <a:pt x="2506" y="3188"/>
                  </a:cubicBezTo>
                  <a:lnTo>
                    <a:pt x="2509" y="3765"/>
                  </a:lnTo>
                  <a:cubicBezTo>
                    <a:pt x="2509" y="4015"/>
                    <a:pt x="2375" y="4244"/>
                    <a:pt x="2157" y="4367"/>
                  </a:cubicBezTo>
                  <a:cubicBezTo>
                    <a:pt x="2090" y="4406"/>
                    <a:pt x="2052" y="4476"/>
                    <a:pt x="2052" y="4550"/>
                  </a:cubicBezTo>
                  <a:lnTo>
                    <a:pt x="2052" y="4793"/>
                  </a:lnTo>
                  <a:lnTo>
                    <a:pt x="1566" y="4793"/>
                  </a:lnTo>
                  <a:lnTo>
                    <a:pt x="1566" y="4550"/>
                  </a:lnTo>
                  <a:cubicBezTo>
                    <a:pt x="1566" y="4476"/>
                    <a:pt x="1527" y="4406"/>
                    <a:pt x="1461" y="4367"/>
                  </a:cubicBezTo>
                  <a:cubicBezTo>
                    <a:pt x="1246" y="4244"/>
                    <a:pt x="1109" y="4015"/>
                    <a:pt x="1109" y="3765"/>
                  </a:cubicBezTo>
                  <a:lnTo>
                    <a:pt x="1109" y="3188"/>
                  </a:lnTo>
                  <a:cubicBezTo>
                    <a:pt x="1109" y="2928"/>
                    <a:pt x="1320" y="2717"/>
                    <a:pt x="1580" y="2717"/>
                  </a:cubicBezTo>
                  <a:close/>
                  <a:moveTo>
                    <a:pt x="6140" y="2717"/>
                  </a:moveTo>
                  <a:cubicBezTo>
                    <a:pt x="6401" y="2717"/>
                    <a:pt x="6612" y="2928"/>
                    <a:pt x="6612" y="3188"/>
                  </a:cubicBezTo>
                  <a:lnTo>
                    <a:pt x="6612" y="3769"/>
                  </a:lnTo>
                  <a:lnTo>
                    <a:pt x="6615" y="3765"/>
                  </a:lnTo>
                  <a:lnTo>
                    <a:pt x="6615" y="3765"/>
                  </a:lnTo>
                  <a:cubicBezTo>
                    <a:pt x="6615" y="4015"/>
                    <a:pt x="6478" y="4244"/>
                    <a:pt x="6263" y="4367"/>
                  </a:cubicBezTo>
                  <a:cubicBezTo>
                    <a:pt x="6197" y="4406"/>
                    <a:pt x="6158" y="4476"/>
                    <a:pt x="6158" y="4550"/>
                  </a:cubicBezTo>
                  <a:lnTo>
                    <a:pt x="6158" y="4793"/>
                  </a:lnTo>
                  <a:lnTo>
                    <a:pt x="5672" y="4793"/>
                  </a:lnTo>
                  <a:lnTo>
                    <a:pt x="5672" y="4550"/>
                  </a:lnTo>
                  <a:cubicBezTo>
                    <a:pt x="5672" y="4476"/>
                    <a:pt x="5634" y="4406"/>
                    <a:pt x="5567" y="4367"/>
                  </a:cubicBezTo>
                  <a:cubicBezTo>
                    <a:pt x="5349" y="4244"/>
                    <a:pt x="5215" y="4015"/>
                    <a:pt x="5215" y="3765"/>
                  </a:cubicBezTo>
                  <a:lnTo>
                    <a:pt x="5215" y="3188"/>
                  </a:lnTo>
                  <a:cubicBezTo>
                    <a:pt x="5215" y="2928"/>
                    <a:pt x="5426" y="2717"/>
                    <a:pt x="5683" y="2717"/>
                  </a:cubicBezTo>
                  <a:close/>
                  <a:moveTo>
                    <a:pt x="10246" y="2717"/>
                  </a:moveTo>
                  <a:cubicBezTo>
                    <a:pt x="10507" y="2717"/>
                    <a:pt x="10718" y="2928"/>
                    <a:pt x="10718" y="3188"/>
                  </a:cubicBezTo>
                  <a:lnTo>
                    <a:pt x="10718" y="3769"/>
                  </a:lnTo>
                  <a:cubicBezTo>
                    <a:pt x="10718" y="4015"/>
                    <a:pt x="10584" y="4247"/>
                    <a:pt x="10366" y="4367"/>
                  </a:cubicBezTo>
                  <a:cubicBezTo>
                    <a:pt x="10299" y="4406"/>
                    <a:pt x="10260" y="4476"/>
                    <a:pt x="10260" y="4553"/>
                  </a:cubicBezTo>
                  <a:lnTo>
                    <a:pt x="10260" y="4796"/>
                  </a:lnTo>
                  <a:lnTo>
                    <a:pt x="9775" y="4796"/>
                  </a:lnTo>
                  <a:lnTo>
                    <a:pt x="9775" y="4553"/>
                  </a:lnTo>
                  <a:cubicBezTo>
                    <a:pt x="9775" y="4476"/>
                    <a:pt x="9736" y="4406"/>
                    <a:pt x="9669" y="4367"/>
                  </a:cubicBezTo>
                  <a:cubicBezTo>
                    <a:pt x="9455" y="4247"/>
                    <a:pt x="9317" y="4015"/>
                    <a:pt x="9317" y="3765"/>
                  </a:cubicBezTo>
                  <a:lnTo>
                    <a:pt x="9321" y="3765"/>
                  </a:lnTo>
                  <a:lnTo>
                    <a:pt x="9321" y="3188"/>
                  </a:lnTo>
                  <a:cubicBezTo>
                    <a:pt x="9321" y="2928"/>
                    <a:pt x="9532" y="2717"/>
                    <a:pt x="9789" y="2717"/>
                  </a:cubicBezTo>
                  <a:close/>
                  <a:moveTo>
                    <a:pt x="3632" y="1"/>
                  </a:moveTo>
                  <a:cubicBezTo>
                    <a:pt x="3135" y="4"/>
                    <a:pt x="2738" y="405"/>
                    <a:pt x="2738" y="898"/>
                  </a:cubicBezTo>
                  <a:lnTo>
                    <a:pt x="2738" y="1475"/>
                  </a:lnTo>
                  <a:cubicBezTo>
                    <a:pt x="2738" y="1830"/>
                    <a:pt x="2907" y="2164"/>
                    <a:pt x="3192" y="2376"/>
                  </a:cubicBezTo>
                  <a:lnTo>
                    <a:pt x="3192" y="2573"/>
                  </a:lnTo>
                  <a:lnTo>
                    <a:pt x="2812" y="2724"/>
                  </a:lnTo>
                  <a:cubicBezTo>
                    <a:pt x="2773" y="2661"/>
                    <a:pt x="2727" y="2597"/>
                    <a:pt x="2671" y="2544"/>
                  </a:cubicBezTo>
                  <a:cubicBezTo>
                    <a:pt x="2506" y="2376"/>
                    <a:pt x="2277" y="2281"/>
                    <a:pt x="2038" y="2281"/>
                  </a:cubicBezTo>
                  <a:lnTo>
                    <a:pt x="1577" y="2281"/>
                  </a:lnTo>
                  <a:cubicBezTo>
                    <a:pt x="1084" y="2281"/>
                    <a:pt x="687" y="2682"/>
                    <a:pt x="683" y="3178"/>
                  </a:cubicBezTo>
                  <a:lnTo>
                    <a:pt x="683" y="3755"/>
                  </a:lnTo>
                  <a:cubicBezTo>
                    <a:pt x="687" y="4110"/>
                    <a:pt x="855" y="4444"/>
                    <a:pt x="1140" y="4655"/>
                  </a:cubicBezTo>
                  <a:lnTo>
                    <a:pt x="1140" y="4853"/>
                  </a:lnTo>
                  <a:lnTo>
                    <a:pt x="563" y="5081"/>
                  </a:lnTo>
                  <a:cubicBezTo>
                    <a:pt x="222" y="5218"/>
                    <a:pt x="0" y="5549"/>
                    <a:pt x="0" y="5915"/>
                  </a:cubicBezTo>
                  <a:lnTo>
                    <a:pt x="0" y="7277"/>
                  </a:lnTo>
                  <a:cubicBezTo>
                    <a:pt x="0" y="7393"/>
                    <a:pt x="95" y="7491"/>
                    <a:pt x="212" y="7491"/>
                  </a:cubicBezTo>
                  <a:cubicBezTo>
                    <a:pt x="331" y="7491"/>
                    <a:pt x="426" y="7393"/>
                    <a:pt x="426" y="7277"/>
                  </a:cubicBezTo>
                  <a:lnTo>
                    <a:pt x="426" y="5915"/>
                  </a:lnTo>
                  <a:cubicBezTo>
                    <a:pt x="426" y="5722"/>
                    <a:pt x="542" y="5549"/>
                    <a:pt x="722" y="5479"/>
                  </a:cubicBezTo>
                  <a:lnTo>
                    <a:pt x="1394" y="5211"/>
                  </a:lnTo>
                  <a:lnTo>
                    <a:pt x="2224" y="5211"/>
                  </a:lnTo>
                  <a:lnTo>
                    <a:pt x="2896" y="5493"/>
                  </a:lnTo>
                  <a:cubicBezTo>
                    <a:pt x="3076" y="5563"/>
                    <a:pt x="3192" y="5736"/>
                    <a:pt x="3192" y="5929"/>
                  </a:cubicBezTo>
                  <a:lnTo>
                    <a:pt x="3192" y="7291"/>
                  </a:lnTo>
                  <a:cubicBezTo>
                    <a:pt x="3192" y="7407"/>
                    <a:pt x="3287" y="7502"/>
                    <a:pt x="3406" y="7502"/>
                  </a:cubicBezTo>
                  <a:cubicBezTo>
                    <a:pt x="3522" y="7502"/>
                    <a:pt x="3617" y="7407"/>
                    <a:pt x="3617" y="7291"/>
                  </a:cubicBezTo>
                  <a:lnTo>
                    <a:pt x="3617" y="5929"/>
                  </a:lnTo>
                  <a:cubicBezTo>
                    <a:pt x="3617" y="5560"/>
                    <a:pt x="3396" y="5229"/>
                    <a:pt x="3055" y="5095"/>
                  </a:cubicBezTo>
                  <a:lnTo>
                    <a:pt x="2477" y="4863"/>
                  </a:lnTo>
                  <a:lnTo>
                    <a:pt x="2477" y="4666"/>
                  </a:lnTo>
                  <a:cubicBezTo>
                    <a:pt x="2762" y="4455"/>
                    <a:pt x="2931" y="4121"/>
                    <a:pt x="2935" y="3769"/>
                  </a:cubicBezTo>
                  <a:lnTo>
                    <a:pt x="2935" y="3188"/>
                  </a:lnTo>
                  <a:lnTo>
                    <a:pt x="2935" y="3143"/>
                  </a:lnTo>
                  <a:lnTo>
                    <a:pt x="3445" y="2938"/>
                  </a:lnTo>
                  <a:lnTo>
                    <a:pt x="4275" y="2938"/>
                  </a:lnTo>
                  <a:lnTo>
                    <a:pt x="4789" y="3143"/>
                  </a:lnTo>
                  <a:lnTo>
                    <a:pt x="4789" y="3188"/>
                  </a:lnTo>
                  <a:lnTo>
                    <a:pt x="4789" y="3765"/>
                  </a:lnTo>
                  <a:cubicBezTo>
                    <a:pt x="4789" y="4121"/>
                    <a:pt x="4962" y="4455"/>
                    <a:pt x="5247" y="4666"/>
                  </a:cubicBezTo>
                  <a:lnTo>
                    <a:pt x="5247" y="4863"/>
                  </a:lnTo>
                  <a:lnTo>
                    <a:pt x="4669" y="5092"/>
                  </a:lnTo>
                  <a:cubicBezTo>
                    <a:pt x="4328" y="5229"/>
                    <a:pt x="4103" y="5560"/>
                    <a:pt x="4107" y="5926"/>
                  </a:cubicBezTo>
                  <a:lnTo>
                    <a:pt x="4107" y="7287"/>
                  </a:lnTo>
                  <a:cubicBezTo>
                    <a:pt x="4107" y="7407"/>
                    <a:pt x="4202" y="7502"/>
                    <a:pt x="4318" y="7502"/>
                  </a:cubicBezTo>
                  <a:cubicBezTo>
                    <a:pt x="4437" y="7502"/>
                    <a:pt x="4532" y="7407"/>
                    <a:pt x="4532" y="7287"/>
                  </a:cubicBezTo>
                  <a:lnTo>
                    <a:pt x="4532" y="5926"/>
                  </a:lnTo>
                  <a:cubicBezTo>
                    <a:pt x="4532" y="5732"/>
                    <a:pt x="4648" y="5560"/>
                    <a:pt x="4828" y="5489"/>
                  </a:cubicBezTo>
                  <a:lnTo>
                    <a:pt x="5500" y="5222"/>
                  </a:lnTo>
                  <a:lnTo>
                    <a:pt x="6330" y="5222"/>
                  </a:lnTo>
                  <a:lnTo>
                    <a:pt x="6999" y="5493"/>
                  </a:lnTo>
                  <a:cubicBezTo>
                    <a:pt x="7178" y="5563"/>
                    <a:pt x="7294" y="5736"/>
                    <a:pt x="7294" y="5929"/>
                  </a:cubicBezTo>
                  <a:lnTo>
                    <a:pt x="7294" y="7291"/>
                  </a:lnTo>
                  <a:cubicBezTo>
                    <a:pt x="7294" y="7407"/>
                    <a:pt x="7389" y="7502"/>
                    <a:pt x="7509" y="7502"/>
                  </a:cubicBezTo>
                  <a:cubicBezTo>
                    <a:pt x="7625" y="7502"/>
                    <a:pt x="7720" y="7407"/>
                    <a:pt x="7720" y="7291"/>
                  </a:cubicBezTo>
                  <a:lnTo>
                    <a:pt x="7720" y="5929"/>
                  </a:lnTo>
                  <a:cubicBezTo>
                    <a:pt x="7724" y="5560"/>
                    <a:pt x="7498" y="5229"/>
                    <a:pt x="7157" y="5095"/>
                  </a:cubicBezTo>
                  <a:lnTo>
                    <a:pt x="6580" y="4863"/>
                  </a:lnTo>
                  <a:lnTo>
                    <a:pt x="6580" y="4666"/>
                  </a:lnTo>
                  <a:cubicBezTo>
                    <a:pt x="6865" y="4455"/>
                    <a:pt x="7034" y="4124"/>
                    <a:pt x="7037" y="3769"/>
                  </a:cubicBezTo>
                  <a:lnTo>
                    <a:pt x="7037" y="3188"/>
                  </a:lnTo>
                  <a:lnTo>
                    <a:pt x="7037" y="3143"/>
                  </a:lnTo>
                  <a:lnTo>
                    <a:pt x="7551" y="2938"/>
                  </a:lnTo>
                  <a:lnTo>
                    <a:pt x="8378" y="2938"/>
                  </a:lnTo>
                  <a:lnTo>
                    <a:pt x="8892" y="3143"/>
                  </a:lnTo>
                  <a:lnTo>
                    <a:pt x="8892" y="3188"/>
                  </a:lnTo>
                  <a:lnTo>
                    <a:pt x="8892" y="3765"/>
                  </a:lnTo>
                  <a:cubicBezTo>
                    <a:pt x="8895" y="4121"/>
                    <a:pt x="9064" y="4455"/>
                    <a:pt x="9349" y="4666"/>
                  </a:cubicBezTo>
                  <a:lnTo>
                    <a:pt x="9349" y="4863"/>
                  </a:lnTo>
                  <a:lnTo>
                    <a:pt x="8772" y="5095"/>
                  </a:lnTo>
                  <a:cubicBezTo>
                    <a:pt x="8431" y="5229"/>
                    <a:pt x="8206" y="5560"/>
                    <a:pt x="8209" y="5926"/>
                  </a:cubicBezTo>
                  <a:lnTo>
                    <a:pt x="8209" y="7287"/>
                  </a:lnTo>
                  <a:cubicBezTo>
                    <a:pt x="8209" y="7407"/>
                    <a:pt x="8304" y="7502"/>
                    <a:pt x="8420" y="7502"/>
                  </a:cubicBezTo>
                  <a:cubicBezTo>
                    <a:pt x="8540" y="7502"/>
                    <a:pt x="8635" y="7407"/>
                    <a:pt x="8635" y="7287"/>
                  </a:cubicBezTo>
                  <a:lnTo>
                    <a:pt x="8635" y="5926"/>
                  </a:lnTo>
                  <a:cubicBezTo>
                    <a:pt x="8635" y="5736"/>
                    <a:pt x="8751" y="5560"/>
                    <a:pt x="8930" y="5489"/>
                  </a:cubicBezTo>
                  <a:lnTo>
                    <a:pt x="9602" y="5222"/>
                  </a:lnTo>
                  <a:lnTo>
                    <a:pt x="10433" y="5222"/>
                  </a:lnTo>
                  <a:lnTo>
                    <a:pt x="11105" y="5489"/>
                  </a:lnTo>
                  <a:cubicBezTo>
                    <a:pt x="11284" y="5560"/>
                    <a:pt x="11400" y="5736"/>
                    <a:pt x="11400" y="5926"/>
                  </a:cubicBezTo>
                  <a:lnTo>
                    <a:pt x="11400" y="7287"/>
                  </a:lnTo>
                  <a:cubicBezTo>
                    <a:pt x="11400" y="7407"/>
                    <a:pt x="11495" y="7502"/>
                    <a:pt x="11615" y="7502"/>
                  </a:cubicBezTo>
                  <a:cubicBezTo>
                    <a:pt x="11731" y="7502"/>
                    <a:pt x="11826" y="7407"/>
                    <a:pt x="11826" y="7287"/>
                  </a:cubicBezTo>
                  <a:lnTo>
                    <a:pt x="11826" y="5926"/>
                  </a:lnTo>
                  <a:cubicBezTo>
                    <a:pt x="11830" y="5560"/>
                    <a:pt x="11604" y="5229"/>
                    <a:pt x="11267" y="5092"/>
                  </a:cubicBezTo>
                  <a:lnTo>
                    <a:pt x="10690" y="4863"/>
                  </a:lnTo>
                  <a:lnTo>
                    <a:pt x="10690" y="4666"/>
                  </a:lnTo>
                  <a:cubicBezTo>
                    <a:pt x="10975" y="4455"/>
                    <a:pt x="11143" y="4121"/>
                    <a:pt x="11143" y="3765"/>
                  </a:cubicBezTo>
                  <a:lnTo>
                    <a:pt x="11143" y="3185"/>
                  </a:lnTo>
                  <a:cubicBezTo>
                    <a:pt x="11143" y="2689"/>
                    <a:pt x="10742" y="2288"/>
                    <a:pt x="10246" y="2288"/>
                  </a:cubicBezTo>
                  <a:lnTo>
                    <a:pt x="9789" y="2288"/>
                  </a:lnTo>
                  <a:cubicBezTo>
                    <a:pt x="9472" y="2291"/>
                    <a:pt x="9180" y="2460"/>
                    <a:pt x="9018" y="2731"/>
                  </a:cubicBezTo>
                  <a:lnTo>
                    <a:pt x="8635" y="2580"/>
                  </a:lnTo>
                  <a:lnTo>
                    <a:pt x="8635" y="2383"/>
                  </a:lnTo>
                  <a:cubicBezTo>
                    <a:pt x="8920" y="2171"/>
                    <a:pt x="9092" y="1837"/>
                    <a:pt x="9092" y="1482"/>
                  </a:cubicBezTo>
                  <a:lnTo>
                    <a:pt x="9092" y="901"/>
                  </a:lnTo>
                  <a:cubicBezTo>
                    <a:pt x="9092" y="405"/>
                    <a:pt x="8691" y="4"/>
                    <a:pt x="8195" y="4"/>
                  </a:cubicBezTo>
                  <a:lnTo>
                    <a:pt x="7734" y="4"/>
                  </a:lnTo>
                  <a:cubicBezTo>
                    <a:pt x="7241" y="8"/>
                    <a:pt x="6844" y="409"/>
                    <a:pt x="6840" y="901"/>
                  </a:cubicBezTo>
                  <a:lnTo>
                    <a:pt x="6840" y="1478"/>
                  </a:lnTo>
                  <a:cubicBezTo>
                    <a:pt x="6844" y="1834"/>
                    <a:pt x="7013" y="2168"/>
                    <a:pt x="7298" y="2379"/>
                  </a:cubicBezTo>
                  <a:lnTo>
                    <a:pt x="7298" y="2576"/>
                  </a:lnTo>
                  <a:lnTo>
                    <a:pt x="6918" y="2727"/>
                  </a:lnTo>
                  <a:cubicBezTo>
                    <a:pt x="6879" y="2664"/>
                    <a:pt x="6830" y="2601"/>
                    <a:pt x="6777" y="2548"/>
                  </a:cubicBezTo>
                  <a:cubicBezTo>
                    <a:pt x="6608" y="2379"/>
                    <a:pt x="6379" y="2284"/>
                    <a:pt x="6144" y="2284"/>
                  </a:cubicBezTo>
                  <a:lnTo>
                    <a:pt x="5683" y="2284"/>
                  </a:lnTo>
                  <a:cubicBezTo>
                    <a:pt x="5366" y="2288"/>
                    <a:pt x="5074" y="2456"/>
                    <a:pt x="4912" y="2727"/>
                  </a:cubicBezTo>
                  <a:lnTo>
                    <a:pt x="4532" y="2576"/>
                  </a:lnTo>
                  <a:lnTo>
                    <a:pt x="4532" y="2379"/>
                  </a:lnTo>
                  <a:cubicBezTo>
                    <a:pt x="4817" y="2168"/>
                    <a:pt x="4986" y="1834"/>
                    <a:pt x="4986" y="1478"/>
                  </a:cubicBezTo>
                  <a:lnTo>
                    <a:pt x="4986" y="898"/>
                  </a:lnTo>
                  <a:cubicBezTo>
                    <a:pt x="4986" y="402"/>
                    <a:pt x="4585" y="1"/>
                    <a:pt x="4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6" name="Google Shape;21986;p91"/>
            <p:cNvSpPr/>
            <p:nvPr/>
          </p:nvSpPr>
          <p:spPr>
            <a:xfrm>
              <a:off x="1948428" y="2886795"/>
              <a:ext cx="132350" cy="177325"/>
            </a:xfrm>
            <a:custGeom>
              <a:rect b="b" l="l" r="r" t="t"/>
              <a:pathLst>
                <a:path extrusionOk="0" h="6813" w="5085">
                  <a:moveTo>
                    <a:pt x="2769" y="426"/>
                  </a:moveTo>
                  <a:cubicBezTo>
                    <a:pt x="3030" y="426"/>
                    <a:pt x="3241" y="637"/>
                    <a:pt x="3241" y="898"/>
                  </a:cubicBezTo>
                  <a:lnTo>
                    <a:pt x="3241" y="1355"/>
                  </a:lnTo>
                  <a:cubicBezTo>
                    <a:pt x="3241" y="1739"/>
                    <a:pt x="2928" y="2052"/>
                    <a:pt x="2541" y="2052"/>
                  </a:cubicBezTo>
                  <a:cubicBezTo>
                    <a:pt x="2157" y="2052"/>
                    <a:pt x="1844" y="1739"/>
                    <a:pt x="1844" y="1355"/>
                  </a:cubicBezTo>
                  <a:lnTo>
                    <a:pt x="1844" y="898"/>
                  </a:lnTo>
                  <a:cubicBezTo>
                    <a:pt x="1844" y="637"/>
                    <a:pt x="2055" y="426"/>
                    <a:pt x="2315" y="426"/>
                  </a:cubicBezTo>
                  <a:close/>
                  <a:moveTo>
                    <a:pt x="2783" y="2456"/>
                  </a:moveTo>
                  <a:lnTo>
                    <a:pt x="2783" y="2583"/>
                  </a:lnTo>
                  <a:cubicBezTo>
                    <a:pt x="2787" y="2660"/>
                    <a:pt x="2804" y="2738"/>
                    <a:pt x="2843" y="2805"/>
                  </a:cubicBezTo>
                  <a:lnTo>
                    <a:pt x="2555" y="3093"/>
                  </a:lnTo>
                  <a:cubicBezTo>
                    <a:pt x="2551" y="3097"/>
                    <a:pt x="2547" y="3099"/>
                    <a:pt x="2543" y="3099"/>
                  </a:cubicBezTo>
                  <a:cubicBezTo>
                    <a:pt x="2539" y="3099"/>
                    <a:pt x="2535" y="3097"/>
                    <a:pt x="2533" y="3093"/>
                  </a:cubicBezTo>
                  <a:lnTo>
                    <a:pt x="2241" y="2805"/>
                  </a:lnTo>
                  <a:cubicBezTo>
                    <a:pt x="2280" y="2738"/>
                    <a:pt x="2301" y="2660"/>
                    <a:pt x="2301" y="2583"/>
                  </a:cubicBezTo>
                  <a:lnTo>
                    <a:pt x="2301" y="2456"/>
                  </a:lnTo>
                  <a:cubicBezTo>
                    <a:pt x="2379" y="2470"/>
                    <a:pt x="2460" y="2481"/>
                    <a:pt x="2541" y="2481"/>
                  </a:cubicBezTo>
                  <a:lnTo>
                    <a:pt x="2544" y="2481"/>
                  </a:lnTo>
                  <a:cubicBezTo>
                    <a:pt x="2625" y="2481"/>
                    <a:pt x="2706" y="2474"/>
                    <a:pt x="2783" y="2456"/>
                  </a:cubicBezTo>
                  <a:close/>
                  <a:moveTo>
                    <a:pt x="3191" y="3062"/>
                  </a:moveTo>
                  <a:lnTo>
                    <a:pt x="3564" y="3245"/>
                  </a:lnTo>
                  <a:cubicBezTo>
                    <a:pt x="3645" y="3287"/>
                    <a:pt x="3698" y="3371"/>
                    <a:pt x="3698" y="3463"/>
                  </a:cubicBezTo>
                  <a:lnTo>
                    <a:pt x="3698" y="3878"/>
                  </a:lnTo>
                  <a:lnTo>
                    <a:pt x="1386" y="3878"/>
                  </a:lnTo>
                  <a:lnTo>
                    <a:pt x="1386" y="3463"/>
                  </a:lnTo>
                  <a:cubicBezTo>
                    <a:pt x="1386" y="3371"/>
                    <a:pt x="1439" y="3287"/>
                    <a:pt x="1520" y="3245"/>
                  </a:cubicBezTo>
                  <a:lnTo>
                    <a:pt x="1893" y="3062"/>
                  </a:lnTo>
                  <a:lnTo>
                    <a:pt x="2231" y="3399"/>
                  </a:lnTo>
                  <a:cubicBezTo>
                    <a:pt x="2317" y="3486"/>
                    <a:pt x="2430" y="3529"/>
                    <a:pt x="2542" y="3529"/>
                  </a:cubicBezTo>
                  <a:cubicBezTo>
                    <a:pt x="2655" y="3529"/>
                    <a:pt x="2767" y="3486"/>
                    <a:pt x="2854" y="3399"/>
                  </a:cubicBezTo>
                  <a:lnTo>
                    <a:pt x="3191" y="3062"/>
                  </a:lnTo>
                  <a:close/>
                  <a:moveTo>
                    <a:pt x="4479" y="4307"/>
                  </a:moveTo>
                  <a:lnTo>
                    <a:pt x="4236" y="4789"/>
                  </a:lnTo>
                  <a:lnTo>
                    <a:pt x="848" y="4789"/>
                  </a:lnTo>
                  <a:lnTo>
                    <a:pt x="605" y="4307"/>
                  </a:lnTo>
                  <a:close/>
                  <a:moveTo>
                    <a:pt x="2315" y="1"/>
                  </a:moveTo>
                  <a:cubicBezTo>
                    <a:pt x="1819" y="1"/>
                    <a:pt x="1418" y="402"/>
                    <a:pt x="1418" y="898"/>
                  </a:cubicBezTo>
                  <a:lnTo>
                    <a:pt x="1418" y="1352"/>
                  </a:lnTo>
                  <a:cubicBezTo>
                    <a:pt x="1418" y="1710"/>
                    <a:pt x="1587" y="2045"/>
                    <a:pt x="1872" y="2256"/>
                  </a:cubicBezTo>
                  <a:lnTo>
                    <a:pt x="1872" y="2266"/>
                  </a:lnTo>
                  <a:lnTo>
                    <a:pt x="1872" y="2580"/>
                  </a:lnTo>
                  <a:cubicBezTo>
                    <a:pt x="1872" y="2587"/>
                    <a:pt x="1872" y="2590"/>
                    <a:pt x="1865" y="2594"/>
                  </a:cubicBezTo>
                  <a:lnTo>
                    <a:pt x="1330" y="2861"/>
                  </a:lnTo>
                  <a:cubicBezTo>
                    <a:pt x="1105" y="2974"/>
                    <a:pt x="961" y="3206"/>
                    <a:pt x="961" y="3459"/>
                  </a:cubicBezTo>
                  <a:lnTo>
                    <a:pt x="961" y="3874"/>
                  </a:lnTo>
                  <a:lnTo>
                    <a:pt x="261" y="3874"/>
                  </a:lnTo>
                  <a:cubicBezTo>
                    <a:pt x="102" y="3874"/>
                    <a:pt x="0" y="4043"/>
                    <a:pt x="71" y="4184"/>
                  </a:cubicBezTo>
                  <a:lnTo>
                    <a:pt x="528" y="5099"/>
                  </a:lnTo>
                  <a:cubicBezTo>
                    <a:pt x="563" y="5169"/>
                    <a:pt x="637" y="5215"/>
                    <a:pt x="718" y="5215"/>
                  </a:cubicBezTo>
                  <a:lnTo>
                    <a:pt x="961" y="5215"/>
                  </a:lnTo>
                  <a:lnTo>
                    <a:pt x="961" y="6598"/>
                  </a:lnTo>
                  <a:cubicBezTo>
                    <a:pt x="961" y="6717"/>
                    <a:pt x="1056" y="6812"/>
                    <a:pt x="1175" y="6812"/>
                  </a:cubicBezTo>
                  <a:cubicBezTo>
                    <a:pt x="1291" y="6812"/>
                    <a:pt x="1386" y="6717"/>
                    <a:pt x="1386" y="6598"/>
                  </a:cubicBezTo>
                  <a:lnTo>
                    <a:pt x="1386" y="5215"/>
                  </a:lnTo>
                  <a:lnTo>
                    <a:pt x="3698" y="5215"/>
                  </a:lnTo>
                  <a:lnTo>
                    <a:pt x="3698" y="6598"/>
                  </a:lnTo>
                  <a:cubicBezTo>
                    <a:pt x="3698" y="6717"/>
                    <a:pt x="3793" y="6812"/>
                    <a:pt x="3909" y="6812"/>
                  </a:cubicBezTo>
                  <a:cubicBezTo>
                    <a:pt x="4029" y="6812"/>
                    <a:pt x="4124" y="6717"/>
                    <a:pt x="4124" y="6598"/>
                  </a:cubicBezTo>
                  <a:lnTo>
                    <a:pt x="4124" y="5215"/>
                  </a:lnTo>
                  <a:lnTo>
                    <a:pt x="4367" y="5215"/>
                  </a:lnTo>
                  <a:cubicBezTo>
                    <a:pt x="4448" y="5215"/>
                    <a:pt x="4521" y="5169"/>
                    <a:pt x="4557" y="5099"/>
                  </a:cubicBezTo>
                  <a:lnTo>
                    <a:pt x="5014" y="4187"/>
                  </a:lnTo>
                  <a:cubicBezTo>
                    <a:pt x="5084" y="4043"/>
                    <a:pt x="4979" y="3878"/>
                    <a:pt x="4820" y="3878"/>
                  </a:cubicBezTo>
                  <a:lnTo>
                    <a:pt x="4124" y="3878"/>
                  </a:lnTo>
                  <a:lnTo>
                    <a:pt x="4124" y="3463"/>
                  </a:lnTo>
                  <a:cubicBezTo>
                    <a:pt x="4124" y="3209"/>
                    <a:pt x="3980" y="2977"/>
                    <a:pt x="3754" y="2865"/>
                  </a:cubicBezTo>
                  <a:lnTo>
                    <a:pt x="3220" y="2597"/>
                  </a:lnTo>
                  <a:cubicBezTo>
                    <a:pt x="3216" y="2594"/>
                    <a:pt x="3213" y="2587"/>
                    <a:pt x="3213" y="2583"/>
                  </a:cubicBezTo>
                  <a:lnTo>
                    <a:pt x="3213" y="2266"/>
                  </a:lnTo>
                  <a:lnTo>
                    <a:pt x="3213" y="2256"/>
                  </a:lnTo>
                  <a:cubicBezTo>
                    <a:pt x="3498" y="2045"/>
                    <a:pt x="3666" y="1710"/>
                    <a:pt x="3666" y="1352"/>
                  </a:cubicBezTo>
                  <a:lnTo>
                    <a:pt x="3666" y="898"/>
                  </a:lnTo>
                  <a:cubicBezTo>
                    <a:pt x="3666" y="402"/>
                    <a:pt x="3265" y="1"/>
                    <a:pt x="27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7" name="Google Shape;21987;p91"/>
            <p:cNvSpPr/>
            <p:nvPr/>
          </p:nvSpPr>
          <p:spPr>
            <a:xfrm>
              <a:off x="1995304" y="3035152"/>
              <a:ext cx="36751" cy="11192"/>
            </a:xfrm>
            <a:custGeom>
              <a:rect b="b" l="l" r="r" t="t"/>
              <a:pathLst>
                <a:path extrusionOk="0" h="430" w="1412">
                  <a:moveTo>
                    <a:pt x="286" y="0"/>
                  </a:moveTo>
                  <a:cubicBezTo>
                    <a:pt x="1" y="0"/>
                    <a:pt x="1" y="430"/>
                    <a:pt x="286" y="430"/>
                  </a:cubicBezTo>
                  <a:lnTo>
                    <a:pt x="1197" y="430"/>
                  </a:lnTo>
                  <a:cubicBezTo>
                    <a:pt x="1313" y="430"/>
                    <a:pt x="1412" y="331"/>
                    <a:pt x="1412" y="215"/>
                  </a:cubicBezTo>
                  <a:cubicBezTo>
                    <a:pt x="1412" y="99"/>
                    <a:pt x="1313"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88" name="Google Shape;21988;p91"/>
          <p:cNvGrpSpPr/>
          <p:nvPr/>
        </p:nvGrpSpPr>
        <p:grpSpPr>
          <a:xfrm>
            <a:off x="1817093" y="1990798"/>
            <a:ext cx="356004" cy="355900"/>
            <a:chOff x="1817093" y="1990798"/>
            <a:chExt cx="356004" cy="355900"/>
          </a:xfrm>
        </p:grpSpPr>
        <p:sp>
          <p:nvSpPr>
            <p:cNvPr id="21989" name="Google Shape;21989;p91"/>
            <p:cNvSpPr/>
            <p:nvPr/>
          </p:nvSpPr>
          <p:spPr>
            <a:xfrm>
              <a:off x="1822325" y="1996030"/>
              <a:ext cx="262019" cy="172745"/>
            </a:xfrm>
            <a:custGeom>
              <a:rect b="b" l="l" r="r" t="t"/>
              <a:pathLst>
                <a:path extrusionOk="0" h="6637" w="10067">
                  <a:moveTo>
                    <a:pt x="6431" y="0"/>
                  </a:moveTo>
                  <a:cubicBezTo>
                    <a:pt x="6429" y="0"/>
                    <a:pt x="6427" y="0"/>
                    <a:pt x="6425" y="0"/>
                  </a:cubicBezTo>
                  <a:lnTo>
                    <a:pt x="855" y="0"/>
                  </a:lnTo>
                  <a:cubicBezTo>
                    <a:pt x="384" y="0"/>
                    <a:pt x="0" y="380"/>
                    <a:pt x="0" y="855"/>
                  </a:cubicBezTo>
                  <a:lnTo>
                    <a:pt x="0" y="6422"/>
                  </a:lnTo>
                  <a:cubicBezTo>
                    <a:pt x="0" y="6541"/>
                    <a:pt x="95" y="6636"/>
                    <a:pt x="215" y="6636"/>
                  </a:cubicBezTo>
                  <a:lnTo>
                    <a:pt x="2358" y="6636"/>
                  </a:lnTo>
                  <a:cubicBezTo>
                    <a:pt x="2593" y="6636"/>
                    <a:pt x="2783" y="6443"/>
                    <a:pt x="2783" y="6207"/>
                  </a:cubicBezTo>
                  <a:lnTo>
                    <a:pt x="2783" y="5781"/>
                  </a:lnTo>
                  <a:cubicBezTo>
                    <a:pt x="2787" y="5595"/>
                    <a:pt x="2709" y="5419"/>
                    <a:pt x="2572" y="5296"/>
                  </a:cubicBezTo>
                  <a:cubicBezTo>
                    <a:pt x="2189" y="4983"/>
                    <a:pt x="2044" y="4462"/>
                    <a:pt x="2210" y="3994"/>
                  </a:cubicBezTo>
                  <a:cubicBezTo>
                    <a:pt x="2375" y="3526"/>
                    <a:pt x="2815" y="3213"/>
                    <a:pt x="3311" y="3209"/>
                  </a:cubicBezTo>
                  <a:cubicBezTo>
                    <a:pt x="3314" y="3209"/>
                    <a:pt x="3317" y="3209"/>
                    <a:pt x="3319" y="3209"/>
                  </a:cubicBezTo>
                  <a:cubicBezTo>
                    <a:pt x="3812" y="3209"/>
                    <a:pt x="4255" y="3518"/>
                    <a:pt x="4423" y="3980"/>
                  </a:cubicBezTo>
                  <a:cubicBezTo>
                    <a:pt x="4595" y="4448"/>
                    <a:pt x="4458" y="4969"/>
                    <a:pt x="4078" y="5289"/>
                  </a:cubicBezTo>
                  <a:cubicBezTo>
                    <a:pt x="3937" y="5408"/>
                    <a:pt x="3853" y="5588"/>
                    <a:pt x="3856" y="5774"/>
                  </a:cubicBezTo>
                  <a:lnTo>
                    <a:pt x="3856" y="6207"/>
                  </a:lnTo>
                  <a:cubicBezTo>
                    <a:pt x="3853" y="6443"/>
                    <a:pt x="4046" y="6636"/>
                    <a:pt x="4282" y="6636"/>
                  </a:cubicBezTo>
                  <a:lnTo>
                    <a:pt x="6636" y="6636"/>
                  </a:lnTo>
                  <a:lnTo>
                    <a:pt x="6636" y="4279"/>
                  </a:lnTo>
                  <a:cubicBezTo>
                    <a:pt x="6636" y="4043"/>
                    <a:pt x="6830" y="3853"/>
                    <a:pt x="7065" y="3853"/>
                  </a:cubicBezTo>
                  <a:lnTo>
                    <a:pt x="7502" y="3853"/>
                  </a:lnTo>
                  <a:cubicBezTo>
                    <a:pt x="7688" y="3853"/>
                    <a:pt x="7864" y="3934"/>
                    <a:pt x="7984" y="4075"/>
                  </a:cubicBezTo>
                  <a:cubicBezTo>
                    <a:pt x="8213" y="4347"/>
                    <a:pt x="8546" y="4496"/>
                    <a:pt x="8887" y="4496"/>
                  </a:cubicBezTo>
                  <a:cubicBezTo>
                    <a:pt x="9023" y="4496"/>
                    <a:pt x="9160" y="4472"/>
                    <a:pt x="9293" y="4423"/>
                  </a:cubicBezTo>
                  <a:cubicBezTo>
                    <a:pt x="9757" y="4251"/>
                    <a:pt x="10067" y="3807"/>
                    <a:pt x="10063" y="3311"/>
                  </a:cubicBezTo>
                  <a:cubicBezTo>
                    <a:pt x="10063" y="2815"/>
                    <a:pt x="9750" y="2372"/>
                    <a:pt x="9282" y="2207"/>
                  </a:cubicBezTo>
                  <a:cubicBezTo>
                    <a:pt x="9153" y="2161"/>
                    <a:pt x="9020" y="2139"/>
                    <a:pt x="8888" y="2139"/>
                  </a:cubicBezTo>
                  <a:cubicBezTo>
                    <a:pt x="8541" y="2139"/>
                    <a:pt x="8203" y="2291"/>
                    <a:pt x="7977" y="2569"/>
                  </a:cubicBezTo>
                  <a:cubicBezTo>
                    <a:pt x="7856" y="2703"/>
                    <a:pt x="7685" y="2784"/>
                    <a:pt x="7503" y="2784"/>
                  </a:cubicBezTo>
                  <a:cubicBezTo>
                    <a:pt x="7499" y="2784"/>
                    <a:pt x="7495" y="2784"/>
                    <a:pt x="7491" y="2784"/>
                  </a:cubicBezTo>
                  <a:lnTo>
                    <a:pt x="7065" y="2784"/>
                  </a:lnTo>
                  <a:cubicBezTo>
                    <a:pt x="6830" y="2780"/>
                    <a:pt x="6636" y="2590"/>
                    <a:pt x="6636" y="2354"/>
                  </a:cubicBezTo>
                  <a:lnTo>
                    <a:pt x="6636" y="212"/>
                  </a:lnTo>
                  <a:cubicBezTo>
                    <a:pt x="6636" y="98"/>
                    <a:pt x="6544" y="0"/>
                    <a:pt x="643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0" name="Google Shape;21990;p91"/>
            <p:cNvSpPr/>
            <p:nvPr/>
          </p:nvSpPr>
          <p:spPr>
            <a:xfrm>
              <a:off x="1995043" y="1995926"/>
              <a:ext cx="172823" cy="262045"/>
            </a:xfrm>
            <a:custGeom>
              <a:rect b="b" l="l" r="r" t="t"/>
              <a:pathLst>
                <a:path extrusionOk="0" h="10068" w="6640">
                  <a:moveTo>
                    <a:pt x="215" y="1"/>
                  </a:moveTo>
                  <a:cubicBezTo>
                    <a:pt x="99" y="1"/>
                    <a:pt x="0" y="99"/>
                    <a:pt x="0" y="216"/>
                  </a:cubicBezTo>
                  <a:lnTo>
                    <a:pt x="0" y="2358"/>
                  </a:lnTo>
                  <a:cubicBezTo>
                    <a:pt x="0" y="2594"/>
                    <a:pt x="194" y="2788"/>
                    <a:pt x="429" y="2788"/>
                  </a:cubicBezTo>
                  <a:lnTo>
                    <a:pt x="855" y="2788"/>
                  </a:lnTo>
                  <a:cubicBezTo>
                    <a:pt x="859" y="2788"/>
                    <a:pt x="863" y="2788"/>
                    <a:pt x="867" y="2788"/>
                  </a:cubicBezTo>
                  <a:cubicBezTo>
                    <a:pt x="1049" y="2788"/>
                    <a:pt x="1220" y="2707"/>
                    <a:pt x="1341" y="2573"/>
                  </a:cubicBezTo>
                  <a:cubicBezTo>
                    <a:pt x="1567" y="2295"/>
                    <a:pt x="1905" y="2143"/>
                    <a:pt x="2250" y="2143"/>
                  </a:cubicBezTo>
                  <a:cubicBezTo>
                    <a:pt x="2382" y="2143"/>
                    <a:pt x="2514" y="2165"/>
                    <a:pt x="2642" y="2211"/>
                  </a:cubicBezTo>
                  <a:cubicBezTo>
                    <a:pt x="3110" y="2376"/>
                    <a:pt x="3424" y="2819"/>
                    <a:pt x="3427" y="3315"/>
                  </a:cubicBezTo>
                  <a:cubicBezTo>
                    <a:pt x="3431" y="3811"/>
                    <a:pt x="3121" y="4255"/>
                    <a:pt x="2657" y="4427"/>
                  </a:cubicBezTo>
                  <a:cubicBezTo>
                    <a:pt x="2525" y="4475"/>
                    <a:pt x="2388" y="4498"/>
                    <a:pt x="2252" y="4498"/>
                  </a:cubicBezTo>
                  <a:cubicBezTo>
                    <a:pt x="1911" y="4498"/>
                    <a:pt x="1577" y="4351"/>
                    <a:pt x="1348" y="4079"/>
                  </a:cubicBezTo>
                  <a:cubicBezTo>
                    <a:pt x="1228" y="3938"/>
                    <a:pt x="1052" y="3857"/>
                    <a:pt x="866" y="3857"/>
                  </a:cubicBezTo>
                  <a:lnTo>
                    <a:pt x="429" y="3857"/>
                  </a:lnTo>
                  <a:cubicBezTo>
                    <a:pt x="194" y="3857"/>
                    <a:pt x="0" y="4047"/>
                    <a:pt x="0" y="4283"/>
                  </a:cubicBezTo>
                  <a:lnTo>
                    <a:pt x="0" y="6640"/>
                  </a:lnTo>
                  <a:lnTo>
                    <a:pt x="2357" y="6640"/>
                  </a:lnTo>
                  <a:cubicBezTo>
                    <a:pt x="2593" y="6640"/>
                    <a:pt x="2787" y="6834"/>
                    <a:pt x="2787" y="7070"/>
                  </a:cubicBezTo>
                  <a:lnTo>
                    <a:pt x="2787" y="7506"/>
                  </a:lnTo>
                  <a:cubicBezTo>
                    <a:pt x="2787" y="7689"/>
                    <a:pt x="2706" y="7868"/>
                    <a:pt x="2562" y="7988"/>
                  </a:cubicBezTo>
                  <a:cubicBezTo>
                    <a:pt x="2182" y="8308"/>
                    <a:pt x="2044" y="8829"/>
                    <a:pt x="2217" y="9297"/>
                  </a:cubicBezTo>
                  <a:cubicBezTo>
                    <a:pt x="2385" y="9759"/>
                    <a:pt x="2827" y="10067"/>
                    <a:pt x="3320" y="10067"/>
                  </a:cubicBezTo>
                  <a:cubicBezTo>
                    <a:pt x="3323" y="10067"/>
                    <a:pt x="3326" y="10067"/>
                    <a:pt x="3329" y="10067"/>
                  </a:cubicBezTo>
                  <a:cubicBezTo>
                    <a:pt x="3825" y="10064"/>
                    <a:pt x="4264" y="9751"/>
                    <a:pt x="4430" y="9283"/>
                  </a:cubicBezTo>
                  <a:cubicBezTo>
                    <a:pt x="4599" y="8815"/>
                    <a:pt x="4451" y="8294"/>
                    <a:pt x="4067" y="7981"/>
                  </a:cubicBezTo>
                  <a:cubicBezTo>
                    <a:pt x="3930" y="7858"/>
                    <a:pt x="3853" y="7682"/>
                    <a:pt x="3856" y="7495"/>
                  </a:cubicBezTo>
                  <a:lnTo>
                    <a:pt x="3856" y="7070"/>
                  </a:lnTo>
                  <a:cubicBezTo>
                    <a:pt x="3856" y="6834"/>
                    <a:pt x="4046" y="6640"/>
                    <a:pt x="4286" y="6640"/>
                  </a:cubicBezTo>
                  <a:lnTo>
                    <a:pt x="6425" y="6640"/>
                  </a:lnTo>
                  <a:cubicBezTo>
                    <a:pt x="6544" y="6640"/>
                    <a:pt x="6639" y="6545"/>
                    <a:pt x="6639" y="6426"/>
                  </a:cubicBezTo>
                  <a:lnTo>
                    <a:pt x="6639" y="859"/>
                  </a:lnTo>
                  <a:cubicBezTo>
                    <a:pt x="6639" y="384"/>
                    <a:pt x="6256" y="1"/>
                    <a:pt x="578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1" name="Google Shape;21991;p91"/>
            <p:cNvSpPr/>
            <p:nvPr/>
          </p:nvSpPr>
          <p:spPr>
            <a:xfrm>
              <a:off x="1905743" y="2168748"/>
              <a:ext cx="262123" cy="172823"/>
            </a:xfrm>
            <a:custGeom>
              <a:rect b="b" l="l" r="r" t="t"/>
              <a:pathLst>
                <a:path extrusionOk="0" h="6640" w="10071">
                  <a:moveTo>
                    <a:pt x="3431" y="0"/>
                  </a:moveTo>
                  <a:lnTo>
                    <a:pt x="3431" y="2358"/>
                  </a:lnTo>
                  <a:cubicBezTo>
                    <a:pt x="3431" y="2593"/>
                    <a:pt x="3241" y="2783"/>
                    <a:pt x="3005" y="2783"/>
                  </a:cubicBezTo>
                  <a:lnTo>
                    <a:pt x="2569" y="2783"/>
                  </a:lnTo>
                  <a:cubicBezTo>
                    <a:pt x="2383" y="2783"/>
                    <a:pt x="2207" y="2702"/>
                    <a:pt x="2083" y="2562"/>
                  </a:cubicBezTo>
                  <a:cubicBezTo>
                    <a:pt x="1857" y="2290"/>
                    <a:pt x="1524" y="2141"/>
                    <a:pt x="1183" y="2141"/>
                  </a:cubicBezTo>
                  <a:cubicBezTo>
                    <a:pt x="1048" y="2141"/>
                    <a:pt x="910" y="2164"/>
                    <a:pt x="778" y="2213"/>
                  </a:cubicBezTo>
                  <a:cubicBezTo>
                    <a:pt x="310" y="2386"/>
                    <a:pt x="1" y="2829"/>
                    <a:pt x="4" y="3325"/>
                  </a:cubicBezTo>
                  <a:cubicBezTo>
                    <a:pt x="8" y="3821"/>
                    <a:pt x="321" y="4265"/>
                    <a:pt x="789" y="4430"/>
                  </a:cubicBezTo>
                  <a:cubicBezTo>
                    <a:pt x="918" y="4476"/>
                    <a:pt x="1051" y="4498"/>
                    <a:pt x="1182" y="4498"/>
                  </a:cubicBezTo>
                  <a:cubicBezTo>
                    <a:pt x="1528" y="4498"/>
                    <a:pt x="1865" y="4345"/>
                    <a:pt x="2094" y="4068"/>
                  </a:cubicBezTo>
                  <a:cubicBezTo>
                    <a:pt x="2211" y="3930"/>
                    <a:pt x="2385" y="3853"/>
                    <a:pt x="2564" y="3853"/>
                  </a:cubicBezTo>
                  <a:cubicBezTo>
                    <a:pt x="2568" y="3853"/>
                    <a:pt x="2572" y="3853"/>
                    <a:pt x="2576" y="3853"/>
                  </a:cubicBezTo>
                  <a:lnTo>
                    <a:pt x="3005" y="3853"/>
                  </a:lnTo>
                  <a:cubicBezTo>
                    <a:pt x="3241" y="3853"/>
                    <a:pt x="3431" y="4047"/>
                    <a:pt x="3431" y="4282"/>
                  </a:cubicBezTo>
                  <a:lnTo>
                    <a:pt x="3431" y="6425"/>
                  </a:lnTo>
                  <a:cubicBezTo>
                    <a:pt x="3431" y="6541"/>
                    <a:pt x="3530" y="6640"/>
                    <a:pt x="3646" y="6640"/>
                  </a:cubicBezTo>
                  <a:lnTo>
                    <a:pt x="9212" y="6640"/>
                  </a:lnTo>
                  <a:cubicBezTo>
                    <a:pt x="9687" y="6640"/>
                    <a:pt x="10070" y="6256"/>
                    <a:pt x="10070" y="5781"/>
                  </a:cubicBezTo>
                  <a:lnTo>
                    <a:pt x="10070" y="215"/>
                  </a:lnTo>
                  <a:cubicBezTo>
                    <a:pt x="10070" y="99"/>
                    <a:pt x="9972" y="0"/>
                    <a:pt x="9856" y="0"/>
                  </a:cubicBezTo>
                  <a:lnTo>
                    <a:pt x="7713" y="0"/>
                  </a:lnTo>
                  <a:cubicBezTo>
                    <a:pt x="7477" y="0"/>
                    <a:pt x="7287" y="194"/>
                    <a:pt x="7287" y="430"/>
                  </a:cubicBezTo>
                  <a:lnTo>
                    <a:pt x="7287" y="855"/>
                  </a:lnTo>
                  <a:cubicBezTo>
                    <a:pt x="7280" y="1042"/>
                    <a:pt x="7361" y="1218"/>
                    <a:pt x="7498" y="1337"/>
                  </a:cubicBezTo>
                  <a:cubicBezTo>
                    <a:pt x="7882" y="1654"/>
                    <a:pt x="8026" y="2175"/>
                    <a:pt x="7861" y="2643"/>
                  </a:cubicBezTo>
                  <a:cubicBezTo>
                    <a:pt x="7695" y="3111"/>
                    <a:pt x="7252" y="3424"/>
                    <a:pt x="6756" y="3427"/>
                  </a:cubicBezTo>
                  <a:cubicBezTo>
                    <a:pt x="6260" y="3427"/>
                    <a:pt x="5817" y="3121"/>
                    <a:pt x="5644" y="2657"/>
                  </a:cubicBezTo>
                  <a:cubicBezTo>
                    <a:pt x="5475" y="2189"/>
                    <a:pt x="5613" y="1668"/>
                    <a:pt x="5993" y="1348"/>
                  </a:cubicBezTo>
                  <a:cubicBezTo>
                    <a:pt x="6133" y="1228"/>
                    <a:pt x="6218" y="1049"/>
                    <a:pt x="6214" y="862"/>
                  </a:cubicBezTo>
                  <a:lnTo>
                    <a:pt x="6214" y="430"/>
                  </a:lnTo>
                  <a:cubicBezTo>
                    <a:pt x="6214" y="190"/>
                    <a:pt x="6024" y="0"/>
                    <a:pt x="578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2" name="Google Shape;21992;p91"/>
            <p:cNvSpPr/>
            <p:nvPr/>
          </p:nvSpPr>
          <p:spPr>
            <a:xfrm>
              <a:off x="1822325" y="2079552"/>
              <a:ext cx="172823" cy="261941"/>
            </a:xfrm>
            <a:custGeom>
              <a:rect b="b" l="l" r="r" t="t"/>
              <a:pathLst>
                <a:path extrusionOk="0" h="10064" w="6640">
                  <a:moveTo>
                    <a:pt x="3319" y="0"/>
                  </a:moveTo>
                  <a:cubicBezTo>
                    <a:pt x="3317" y="0"/>
                    <a:pt x="3314" y="0"/>
                    <a:pt x="3311" y="0"/>
                  </a:cubicBezTo>
                  <a:cubicBezTo>
                    <a:pt x="2815" y="4"/>
                    <a:pt x="2375" y="317"/>
                    <a:pt x="2210" y="785"/>
                  </a:cubicBezTo>
                  <a:cubicBezTo>
                    <a:pt x="2041" y="1253"/>
                    <a:pt x="2185" y="1774"/>
                    <a:pt x="2569" y="2087"/>
                  </a:cubicBezTo>
                  <a:cubicBezTo>
                    <a:pt x="2709" y="2210"/>
                    <a:pt x="2787" y="2386"/>
                    <a:pt x="2783" y="2572"/>
                  </a:cubicBezTo>
                  <a:lnTo>
                    <a:pt x="2783" y="2998"/>
                  </a:lnTo>
                  <a:cubicBezTo>
                    <a:pt x="2783" y="3234"/>
                    <a:pt x="2590" y="3427"/>
                    <a:pt x="2354" y="3427"/>
                  </a:cubicBezTo>
                  <a:lnTo>
                    <a:pt x="215" y="3427"/>
                  </a:lnTo>
                  <a:cubicBezTo>
                    <a:pt x="95" y="3427"/>
                    <a:pt x="0" y="3522"/>
                    <a:pt x="0" y="3642"/>
                  </a:cubicBezTo>
                  <a:lnTo>
                    <a:pt x="0" y="9208"/>
                  </a:lnTo>
                  <a:cubicBezTo>
                    <a:pt x="0" y="9683"/>
                    <a:pt x="384" y="10063"/>
                    <a:pt x="855" y="10063"/>
                  </a:cubicBezTo>
                  <a:lnTo>
                    <a:pt x="6425" y="10063"/>
                  </a:lnTo>
                  <a:cubicBezTo>
                    <a:pt x="6541" y="10063"/>
                    <a:pt x="6640" y="9968"/>
                    <a:pt x="6640" y="9852"/>
                  </a:cubicBezTo>
                  <a:lnTo>
                    <a:pt x="6640" y="7709"/>
                  </a:lnTo>
                  <a:cubicBezTo>
                    <a:pt x="6640" y="7474"/>
                    <a:pt x="6446" y="7280"/>
                    <a:pt x="6210" y="7280"/>
                  </a:cubicBezTo>
                  <a:lnTo>
                    <a:pt x="5781" y="7280"/>
                  </a:lnTo>
                  <a:cubicBezTo>
                    <a:pt x="5777" y="7280"/>
                    <a:pt x="5773" y="7280"/>
                    <a:pt x="5769" y="7280"/>
                  </a:cubicBezTo>
                  <a:cubicBezTo>
                    <a:pt x="5590" y="7280"/>
                    <a:pt x="5416" y="7357"/>
                    <a:pt x="5299" y="7495"/>
                  </a:cubicBezTo>
                  <a:cubicBezTo>
                    <a:pt x="5070" y="7772"/>
                    <a:pt x="4733" y="7925"/>
                    <a:pt x="4387" y="7925"/>
                  </a:cubicBezTo>
                  <a:cubicBezTo>
                    <a:pt x="4256" y="7925"/>
                    <a:pt x="4123" y="7903"/>
                    <a:pt x="3994" y="7857"/>
                  </a:cubicBezTo>
                  <a:cubicBezTo>
                    <a:pt x="3526" y="7692"/>
                    <a:pt x="3213" y="7248"/>
                    <a:pt x="3213" y="6752"/>
                  </a:cubicBezTo>
                  <a:cubicBezTo>
                    <a:pt x="3209" y="6256"/>
                    <a:pt x="3515" y="5813"/>
                    <a:pt x="3983" y="5640"/>
                  </a:cubicBezTo>
                  <a:cubicBezTo>
                    <a:pt x="4115" y="5591"/>
                    <a:pt x="4253" y="5568"/>
                    <a:pt x="4388" y="5568"/>
                  </a:cubicBezTo>
                  <a:cubicBezTo>
                    <a:pt x="4730" y="5568"/>
                    <a:pt x="5063" y="5717"/>
                    <a:pt x="5292" y="5989"/>
                  </a:cubicBezTo>
                  <a:cubicBezTo>
                    <a:pt x="5412" y="6129"/>
                    <a:pt x="5588" y="6210"/>
                    <a:pt x="5774" y="6210"/>
                  </a:cubicBezTo>
                  <a:lnTo>
                    <a:pt x="6210" y="6210"/>
                  </a:lnTo>
                  <a:cubicBezTo>
                    <a:pt x="6446" y="6210"/>
                    <a:pt x="6636" y="6020"/>
                    <a:pt x="6636" y="5781"/>
                  </a:cubicBezTo>
                  <a:lnTo>
                    <a:pt x="6636" y="3427"/>
                  </a:lnTo>
                  <a:lnTo>
                    <a:pt x="4282" y="3427"/>
                  </a:lnTo>
                  <a:cubicBezTo>
                    <a:pt x="4046" y="3427"/>
                    <a:pt x="3853" y="3234"/>
                    <a:pt x="3853" y="2998"/>
                  </a:cubicBezTo>
                  <a:lnTo>
                    <a:pt x="3853" y="2562"/>
                  </a:lnTo>
                  <a:cubicBezTo>
                    <a:pt x="3853" y="2379"/>
                    <a:pt x="3934" y="2199"/>
                    <a:pt x="4078" y="2080"/>
                  </a:cubicBezTo>
                  <a:cubicBezTo>
                    <a:pt x="4458" y="1760"/>
                    <a:pt x="4595" y="1239"/>
                    <a:pt x="4423" y="771"/>
                  </a:cubicBezTo>
                  <a:cubicBezTo>
                    <a:pt x="4255" y="309"/>
                    <a:pt x="3812" y="0"/>
                    <a:pt x="331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3" name="Google Shape;21993;p91"/>
            <p:cNvSpPr/>
            <p:nvPr/>
          </p:nvSpPr>
          <p:spPr>
            <a:xfrm>
              <a:off x="1822325" y="2168748"/>
              <a:ext cx="39041" cy="172745"/>
            </a:xfrm>
            <a:custGeom>
              <a:rect b="b" l="l" r="r" t="t"/>
              <a:pathLst>
                <a:path extrusionOk="0" h="6637" w="1500">
                  <a:moveTo>
                    <a:pt x="215" y="0"/>
                  </a:moveTo>
                  <a:cubicBezTo>
                    <a:pt x="95" y="0"/>
                    <a:pt x="0" y="95"/>
                    <a:pt x="0" y="215"/>
                  </a:cubicBezTo>
                  <a:lnTo>
                    <a:pt x="0" y="5781"/>
                  </a:lnTo>
                  <a:cubicBezTo>
                    <a:pt x="0" y="6253"/>
                    <a:pt x="384" y="6636"/>
                    <a:pt x="855" y="6636"/>
                  </a:cubicBezTo>
                  <a:lnTo>
                    <a:pt x="1499" y="6636"/>
                  </a:lnTo>
                  <a:cubicBezTo>
                    <a:pt x="1028" y="6636"/>
                    <a:pt x="644" y="6253"/>
                    <a:pt x="644" y="5781"/>
                  </a:cubicBezTo>
                  <a:lnTo>
                    <a:pt x="644" y="215"/>
                  </a:lnTo>
                  <a:cubicBezTo>
                    <a:pt x="644" y="95"/>
                    <a:pt x="739" y="0"/>
                    <a:pt x="859"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4" name="Google Shape;21994;p91"/>
            <p:cNvSpPr/>
            <p:nvPr/>
          </p:nvSpPr>
          <p:spPr>
            <a:xfrm>
              <a:off x="1874979" y="2079578"/>
              <a:ext cx="39406" cy="89196"/>
            </a:xfrm>
            <a:custGeom>
              <a:rect b="b" l="l" r="r" t="t"/>
              <a:pathLst>
                <a:path extrusionOk="0" h="3427" w="1514">
                  <a:moveTo>
                    <a:pt x="1297" y="0"/>
                  </a:moveTo>
                  <a:cubicBezTo>
                    <a:pt x="846" y="0"/>
                    <a:pt x="426" y="259"/>
                    <a:pt x="229" y="678"/>
                  </a:cubicBezTo>
                  <a:cubicBezTo>
                    <a:pt x="0" y="1167"/>
                    <a:pt x="134" y="1744"/>
                    <a:pt x="549" y="2086"/>
                  </a:cubicBezTo>
                  <a:lnTo>
                    <a:pt x="546" y="2086"/>
                  </a:lnTo>
                  <a:cubicBezTo>
                    <a:pt x="686" y="2209"/>
                    <a:pt x="764" y="2385"/>
                    <a:pt x="760" y="2571"/>
                  </a:cubicBezTo>
                  <a:lnTo>
                    <a:pt x="760" y="2997"/>
                  </a:lnTo>
                  <a:cubicBezTo>
                    <a:pt x="760" y="3233"/>
                    <a:pt x="567" y="3426"/>
                    <a:pt x="331" y="3426"/>
                  </a:cubicBezTo>
                  <a:lnTo>
                    <a:pt x="760" y="3426"/>
                  </a:lnTo>
                  <a:cubicBezTo>
                    <a:pt x="996" y="3426"/>
                    <a:pt x="1190" y="3233"/>
                    <a:pt x="1190" y="2997"/>
                  </a:cubicBezTo>
                  <a:lnTo>
                    <a:pt x="1190" y="2571"/>
                  </a:lnTo>
                  <a:cubicBezTo>
                    <a:pt x="1193" y="2385"/>
                    <a:pt x="1116" y="2209"/>
                    <a:pt x="975" y="2086"/>
                  </a:cubicBezTo>
                  <a:cubicBezTo>
                    <a:pt x="201" y="1449"/>
                    <a:pt x="528" y="200"/>
                    <a:pt x="1513" y="20"/>
                  </a:cubicBezTo>
                  <a:cubicBezTo>
                    <a:pt x="1441" y="7"/>
                    <a:pt x="1368" y="0"/>
                    <a:pt x="129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5" name="Google Shape;21995;p91"/>
            <p:cNvSpPr/>
            <p:nvPr/>
          </p:nvSpPr>
          <p:spPr>
            <a:xfrm>
              <a:off x="1822325" y="1996030"/>
              <a:ext cx="39041" cy="172745"/>
            </a:xfrm>
            <a:custGeom>
              <a:rect b="b" l="l" r="r" t="t"/>
              <a:pathLst>
                <a:path extrusionOk="0" h="6637" w="1500">
                  <a:moveTo>
                    <a:pt x="855" y="0"/>
                  </a:moveTo>
                  <a:cubicBezTo>
                    <a:pt x="384" y="0"/>
                    <a:pt x="0" y="380"/>
                    <a:pt x="0" y="855"/>
                  </a:cubicBezTo>
                  <a:lnTo>
                    <a:pt x="0" y="6422"/>
                  </a:lnTo>
                  <a:cubicBezTo>
                    <a:pt x="0" y="6541"/>
                    <a:pt x="95" y="6636"/>
                    <a:pt x="215" y="6636"/>
                  </a:cubicBezTo>
                  <a:lnTo>
                    <a:pt x="855" y="6636"/>
                  </a:lnTo>
                  <a:cubicBezTo>
                    <a:pt x="739" y="6636"/>
                    <a:pt x="644" y="6541"/>
                    <a:pt x="644" y="6422"/>
                  </a:cubicBezTo>
                  <a:lnTo>
                    <a:pt x="644" y="855"/>
                  </a:lnTo>
                  <a:cubicBezTo>
                    <a:pt x="644" y="380"/>
                    <a:pt x="1028" y="0"/>
                    <a:pt x="14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6" name="Google Shape;21996;p91"/>
            <p:cNvSpPr/>
            <p:nvPr/>
          </p:nvSpPr>
          <p:spPr>
            <a:xfrm>
              <a:off x="2059149" y="2051598"/>
              <a:ext cx="39562" cy="61399"/>
            </a:xfrm>
            <a:custGeom>
              <a:rect b="b" l="l" r="r" t="t"/>
              <a:pathLst>
                <a:path extrusionOk="0" h="2359" w="1520">
                  <a:moveTo>
                    <a:pt x="241" y="1"/>
                  </a:moveTo>
                  <a:cubicBezTo>
                    <a:pt x="162" y="1"/>
                    <a:pt x="81" y="9"/>
                    <a:pt x="0" y="26"/>
                  </a:cubicBezTo>
                  <a:cubicBezTo>
                    <a:pt x="556" y="128"/>
                    <a:pt x="964" y="610"/>
                    <a:pt x="964" y="1176"/>
                  </a:cubicBezTo>
                  <a:cubicBezTo>
                    <a:pt x="968" y="1743"/>
                    <a:pt x="566" y="2232"/>
                    <a:pt x="14" y="2337"/>
                  </a:cubicBezTo>
                  <a:lnTo>
                    <a:pt x="7" y="2337"/>
                  </a:lnTo>
                  <a:cubicBezTo>
                    <a:pt x="79" y="2352"/>
                    <a:pt x="152" y="2359"/>
                    <a:pt x="225" y="2359"/>
                  </a:cubicBezTo>
                  <a:cubicBezTo>
                    <a:pt x="297" y="2359"/>
                    <a:pt x="369" y="2352"/>
                    <a:pt x="440" y="2337"/>
                  </a:cubicBezTo>
                  <a:cubicBezTo>
                    <a:pt x="1091" y="2228"/>
                    <a:pt x="1520" y="1606"/>
                    <a:pt x="1397" y="958"/>
                  </a:cubicBezTo>
                  <a:cubicBezTo>
                    <a:pt x="1289" y="392"/>
                    <a:pt x="794" y="1"/>
                    <a:pt x="24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7" name="Google Shape;21997;p91"/>
            <p:cNvSpPr/>
            <p:nvPr/>
          </p:nvSpPr>
          <p:spPr>
            <a:xfrm>
              <a:off x="1995043" y="1995926"/>
              <a:ext cx="22358" cy="72565"/>
            </a:xfrm>
            <a:custGeom>
              <a:rect b="b" l="l" r="r" t="t"/>
              <a:pathLst>
                <a:path extrusionOk="0" h="2788" w="859">
                  <a:moveTo>
                    <a:pt x="215" y="1"/>
                  </a:moveTo>
                  <a:cubicBezTo>
                    <a:pt x="99" y="1"/>
                    <a:pt x="0" y="99"/>
                    <a:pt x="0" y="216"/>
                  </a:cubicBezTo>
                  <a:lnTo>
                    <a:pt x="0" y="2358"/>
                  </a:lnTo>
                  <a:cubicBezTo>
                    <a:pt x="0" y="2594"/>
                    <a:pt x="194" y="2788"/>
                    <a:pt x="429" y="2788"/>
                  </a:cubicBezTo>
                  <a:lnTo>
                    <a:pt x="859" y="2788"/>
                  </a:lnTo>
                  <a:cubicBezTo>
                    <a:pt x="619" y="2784"/>
                    <a:pt x="429" y="2594"/>
                    <a:pt x="429" y="2358"/>
                  </a:cubicBezTo>
                  <a:lnTo>
                    <a:pt x="429" y="216"/>
                  </a:lnTo>
                  <a:cubicBezTo>
                    <a:pt x="429" y="99"/>
                    <a:pt x="524" y="1"/>
                    <a:pt x="644"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8" name="Google Shape;21998;p91"/>
            <p:cNvSpPr/>
            <p:nvPr/>
          </p:nvSpPr>
          <p:spPr>
            <a:xfrm>
              <a:off x="1995043" y="2096314"/>
              <a:ext cx="22358" cy="72461"/>
            </a:xfrm>
            <a:custGeom>
              <a:rect b="b" l="l" r="r" t="t"/>
              <a:pathLst>
                <a:path extrusionOk="0" h="2784" w="859">
                  <a:moveTo>
                    <a:pt x="429" y="0"/>
                  </a:moveTo>
                  <a:cubicBezTo>
                    <a:pt x="194" y="0"/>
                    <a:pt x="0" y="190"/>
                    <a:pt x="0" y="426"/>
                  </a:cubicBezTo>
                  <a:lnTo>
                    <a:pt x="0" y="2783"/>
                  </a:lnTo>
                  <a:lnTo>
                    <a:pt x="429" y="2783"/>
                  </a:lnTo>
                  <a:lnTo>
                    <a:pt x="429" y="426"/>
                  </a:lnTo>
                  <a:cubicBezTo>
                    <a:pt x="429" y="190"/>
                    <a:pt x="619" y="0"/>
                    <a:pt x="859"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9" name="Google Shape;21999;p91"/>
            <p:cNvSpPr/>
            <p:nvPr/>
          </p:nvSpPr>
          <p:spPr>
            <a:xfrm>
              <a:off x="2042283" y="2168748"/>
              <a:ext cx="44715" cy="89170"/>
            </a:xfrm>
            <a:custGeom>
              <a:rect b="b" l="l" r="r" t="t"/>
              <a:pathLst>
                <a:path extrusionOk="0" h="3426" w="1718">
                  <a:moveTo>
                    <a:pt x="542" y="0"/>
                  </a:moveTo>
                  <a:cubicBezTo>
                    <a:pt x="778" y="0"/>
                    <a:pt x="972" y="194"/>
                    <a:pt x="972" y="430"/>
                  </a:cubicBezTo>
                  <a:lnTo>
                    <a:pt x="972" y="866"/>
                  </a:lnTo>
                  <a:cubicBezTo>
                    <a:pt x="972" y="1052"/>
                    <a:pt x="887" y="1228"/>
                    <a:pt x="747" y="1348"/>
                  </a:cubicBezTo>
                  <a:cubicBezTo>
                    <a:pt x="1" y="1978"/>
                    <a:pt x="300" y="3192"/>
                    <a:pt x="1253" y="3399"/>
                  </a:cubicBezTo>
                  <a:cubicBezTo>
                    <a:pt x="1337" y="3416"/>
                    <a:pt x="1423" y="3425"/>
                    <a:pt x="1507" y="3425"/>
                  </a:cubicBezTo>
                  <a:cubicBezTo>
                    <a:pt x="1578" y="3425"/>
                    <a:pt x="1649" y="3419"/>
                    <a:pt x="1718" y="3406"/>
                  </a:cubicBezTo>
                  <a:cubicBezTo>
                    <a:pt x="1704" y="3403"/>
                    <a:pt x="1693" y="3403"/>
                    <a:pt x="1679" y="3399"/>
                  </a:cubicBezTo>
                  <a:cubicBezTo>
                    <a:pt x="725" y="3188"/>
                    <a:pt x="430" y="1978"/>
                    <a:pt x="1176" y="1348"/>
                  </a:cubicBezTo>
                  <a:cubicBezTo>
                    <a:pt x="1317" y="1228"/>
                    <a:pt x="1397" y="1052"/>
                    <a:pt x="1397" y="866"/>
                  </a:cubicBezTo>
                  <a:lnTo>
                    <a:pt x="1397" y="430"/>
                  </a:lnTo>
                  <a:cubicBezTo>
                    <a:pt x="1397" y="194"/>
                    <a:pt x="1207" y="0"/>
                    <a:pt x="972"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0" name="Google Shape;22000;p91"/>
            <p:cNvSpPr/>
            <p:nvPr/>
          </p:nvSpPr>
          <p:spPr>
            <a:xfrm>
              <a:off x="1983956" y="2168748"/>
              <a:ext cx="22280" cy="72461"/>
            </a:xfrm>
            <a:custGeom>
              <a:rect b="b" l="l" r="r" t="t"/>
              <a:pathLst>
                <a:path extrusionOk="0" h="2784" w="856">
                  <a:moveTo>
                    <a:pt x="426" y="0"/>
                  </a:moveTo>
                  <a:lnTo>
                    <a:pt x="426" y="2354"/>
                  </a:lnTo>
                  <a:cubicBezTo>
                    <a:pt x="426" y="2593"/>
                    <a:pt x="236" y="2783"/>
                    <a:pt x="0" y="2783"/>
                  </a:cubicBezTo>
                  <a:lnTo>
                    <a:pt x="426" y="2783"/>
                  </a:lnTo>
                  <a:cubicBezTo>
                    <a:pt x="665" y="2783"/>
                    <a:pt x="855" y="2593"/>
                    <a:pt x="855" y="2354"/>
                  </a:cubicBezTo>
                  <a:lnTo>
                    <a:pt x="85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1" name="Google Shape;22001;p91"/>
            <p:cNvSpPr/>
            <p:nvPr/>
          </p:nvSpPr>
          <p:spPr>
            <a:xfrm>
              <a:off x="1903088" y="2224525"/>
              <a:ext cx="39041" cy="61295"/>
            </a:xfrm>
            <a:custGeom>
              <a:rect b="b" l="l" r="r" t="t"/>
              <a:pathLst>
                <a:path extrusionOk="0" h="2355" w="1500">
                  <a:moveTo>
                    <a:pt x="1275" y="0"/>
                  </a:moveTo>
                  <a:cubicBezTo>
                    <a:pt x="1202" y="0"/>
                    <a:pt x="1130" y="7"/>
                    <a:pt x="1060" y="21"/>
                  </a:cubicBezTo>
                  <a:cubicBezTo>
                    <a:pt x="419" y="141"/>
                    <a:pt x="1" y="757"/>
                    <a:pt x="124" y="1397"/>
                  </a:cubicBezTo>
                  <a:cubicBezTo>
                    <a:pt x="229" y="1959"/>
                    <a:pt x="722" y="2354"/>
                    <a:pt x="1276" y="2354"/>
                  </a:cubicBezTo>
                  <a:cubicBezTo>
                    <a:pt x="1350" y="2354"/>
                    <a:pt x="1424" y="2347"/>
                    <a:pt x="1499" y="2333"/>
                  </a:cubicBezTo>
                  <a:cubicBezTo>
                    <a:pt x="845" y="2210"/>
                    <a:pt x="419" y="1573"/>
                    <a:pt x="563" y="922"/>
                  </a:cubicBezTo>
                  <a:cubicBezTo>
                    <a:pt x="662" y="464"/>
                    <a:pt x="1028" y="109"/>
                    <a:pt x="1489" y="21"/>
                  </a:cubicBezTo>
                  <a:lnTo>
                    <a:pt x="1492" y="21"/>
                  </a:lnTo>
                  <a:cubicBezTo>
                    <a:pt x="1420" y="7"/>
                    <a:pt x="1347" y="0"/>
                    <a:pt x="127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2" name="Google Shape;22002;p91"/>
            <p:cNvSpPr/>
            <p:nvPr/>
          </p:nvSpPr>
          <p:spPr>
            <a:xfrm>
              <a:off x="1983956" y="2269032"/>
              <a:ext cx="27849" cy="72539"/>
            </a:xfrm>
            <a:custGeom>
              <a:rect b="b" l="l" r="r" t="t"/>
              <a:pathLst>
                <a:path extrusionOk="0" h="2787" w="1070">
                  <a:moveTo>
                    <a:pt x="0" y="0"/>
                  </a:moveTo>
                  <a:cubicBezTo>
                    <a:pt x="236" y="0"/>
                    <a:pt x="426" y="194"/>
                    <a:pt x="426" y="429"/>
                  </a:cubicBezTo>
                  <a:lnTo>
                    <a:pt x="426" y="2572"/>
                  </a:lnTo>
                  <a:cubicBezTo>
                    <a:pt x="426" y="2688"/>
                    <a:pt x="525" y="2787"/>
                    <a:pt x="641" y="2787"/>
                  </a:cubicBezTo>
                  <a:lnTo>
                    <a:pt x="1070" y="2787"/>
                  </a:lnTo>
                  <a:cubicBezTo>
                    <a:pt x="950" y="2787"/>
                    <a:pt x="855" y="2688"/>
                    <a:pt x="855" y="2572"/>
                  </a:cubicBezTo>
                  <a:lnTo>
                    <a:pt x="855" y="429"/>
                  </a:lnTo>
                  <a:cubicBezTo>
                    <a:pt x="855" y="194"/>
                    <a:pt x="662" y="0"/>
                    <a:pt x="42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3" name="Google Shape;22003;p91"/>
            <p:cNvSpPr/>
            <p:nvPr/>
          </p:nvSpPr>
          <p:spPr>
            <a:xfrm>
              <a:off x="1817093" y="1990798"/>
              <a:ext cx="356004" cy="355900"/>
            </a:xfrm>
            <a:custGeom>
              <a:rect b="b" l="l" r="r" t="t"/>
              <a:pathLst>
                <a:path extrusionOk="0" h="13674" w="13678">
                  <a:moveTo>
                    <a:pt x="3522" y="3613"/>
                  </a:moveTo>
                  <a:cubicBezTo>
                    <a:pt x="3592" y="3613"/>
                    <a:pt x="3663" y="3620"/>
                    <a:pt x="3734" y="3636"/>
                  </a:cubicBezTo>
                  <a:cubicBezTo>
                    <a:pt x="4522" y="3808"/>
                    <a:pt x="4768" y="4814"/>
                    <a:pt x="4149" y="5335"/>
                  </a:cubicBezTo>
                  <a:cubicBezTo>
                    <a:pt x="3962" y="5493"/>
                    <a:pt x="3853" y="5729"/>
                    <a:pt x="3853" y="5975"/>
                  </a:cubicBezTo>
                  <a:lnTo>
                    <a:pt x="3853" y="6408"/>
                  </a:lnTo>
                  <a:cubicBezTo>
                    <a:pt x="3853" y="6756"/>
                    <a:pt x="4135" y="7038"/>
                    <a:pt x="4483" y="7038"/>
                  </a:cubicBezTo>
                  <a:lnTo>
                    <a:pt x="6637" y="7038"/>
                  </a:lnTo>
                  <a:lnTo>
                    <a:pt x="6637" y="9191"/>
                  </a:lnTo>
                  <a:cubicBezTo>
                    <a:pt x="6640" y="9318"/>
                    <a:pt x="6538" y="9420"/>
                    <a:pt x="6411" y="9420"/>
                  </a:cubicBezTo>
                  <a:lnTo>
                    <a:pt x="5975" y="9420"/>
                  </a:lnTo>
                  <a:cubicBezTo>
                    <a:pt x="5845" y="9420"/>
                    <a:pt x="5725" y="9367"/>
                    <a:pt x="5644" y="9269"/>
                  </a:cubicBezTo>
                  <a:cubicBezTo>
                    <a:pt x="5362" y="8932"/>
                    <a:pt x="4977" y="8776"/>
                    <a:pt x="4598" y="8776"/>
                  </a:cubicBezTo>
                  <a:cubicBezTo>
                    <a:pt x="3990" y="8776"/>
                    <a:pt x="3394" y="9174"/>
                    <a:pt x="3245" y="9863"/>
                  </a:cubicBezTo>
                  <a:cubicBezTo>
                    <a:pt x="3107" y="10482"/>
                    <a:pt x="3414" y="11119"/>
                    <a:pt x="3987" y="11397"/>
                  </a:cubicBezTo>
                  <a:cubicBezTo>
                    <a:pt x="4179" y="11490"/>
                    <a:pt x="4385" y="11535"/>
                    <a:pt x="4588" y="11535"/>
                  </a:cubicBezTo>
                  <a:cubicBezTo>
                    <a:pt x="4991" y="11535"/>
                    <a:pt x="5386" y="11359"/>
                    <a:pt x="5655" y="11031"/>
                  </a:cubicBezTo>
                  <a:cubicBezTo>
                    <a:pt x="5733" y="10943"/>
                    <a:pt x="5848" y="10890"/>
                    <a:pt x="5970" y="10890"/>
                  </a:cubicBezTo>
                  <a:cubicBezTo>
                    <a:pt x="5974" y="10890"/>
                    <a:pt x="5978" y="10890"/>
                    <a:pt x="5982" y="10891"/>
                  </a:cubicBezTo>
                  <a:lnTo>
                    <a:pt x="6411" y="10891"/>
                  </a:lnTo>
                  <a:cubicBezTo>
                    <a:pt x="6538" y="10891"/>
                    <a:pt x="6640" y="10993"/>
                    <a:pt x="6637" y="11119"/>
                  </a:cubicBezTo>
                  <a:lnTo>
                    <a:pt x="6637" y="13276"/>
                  </a:lnTo>
                  <a:lnTo>
                    <a:pt x="1056" y="13276"/>
                  </a:lnTo>
                  <a:cubicBezTo>
                    <a:pt x="694" y="13273"/>
                    <a:pt x="402" y="12981"/>
                    <a:pt x="402" y="12618"/>
                  </a:cubicBezTo>
                  <a:lnTo>
                    <a:pt x="402" y="7038"/>
                  </a:lnTo>
                  <a:lnTo>
                    <a:pt x="2555" y="7038"/>
                  </a:lnTo>
                  <a:cubicBezTo>
                    <a:pt x="2903" y="7038"/>
                    <a:pt x="3185" y="6756"/>
                    <a:pt x="3185" y="6408"/>
                  </a:cubicBezTo>
                  <a:lnTo>
                    <a:pt x="3185" y="5982"/>
                  </a:lnTo>
                  <a:cubicBezTo>
                    <a:pt x="3188" y="5736"/>
                    <a:pt x="3083" y="5500"/>
                    <a:pt x="2900" y="5342"/>
                  </a:cubicBezTo>
                  <a:cubicBezTo>
                    <a:pt x="2421" y="4951"/>
                    <a:pt x="2425" y="4220"/>
                    <a:pt x="2903" y="3829"/>
                  </a:cubicBezTo>
                  <a:cubicBezTo>
                    <a:pt x="3080" y="3687"/>
                    <a:pt x="3299" y="3613"/>
                    <a:pt x="3522" y="3613"/>
                  </a:cubicBezTo>
                  <a:close/>
                  <a:moveTo>
                    <a:pt x="12621" y="399"/>
                  </a:moveTo>
                  <a:cubicBezTo>
                    <a:pt x="12984" y="399"/>
                    <a:pt x="13276" y="691"/>
                    <a:pt x="13279" y="1053"/>
                  </a:cubicBezTo>
                  <a:lnTo>
                    <a:pt x="13279" y="6637"/>
                  </a:lnTo>
                  <a:lnTo>
                    <a:pt x="13051" y="6637"/>
                  </a:lnTo>
                  <a:cubicBezTo>
                    <a:pt x="12794" y="6647"/>
                    <a:pt x="12794" y="7024"/>
                    <a:pt x="13051" y="7034"/>
                  </a:cubicBezTo>
                  <a:lnTo>
                    <a:pt x="13279" y="7034"/>
                  </a:lnTo>
                  <a:lnTo>
                    <a:pt x="13279" y="12618"/>
                  </a:lnTo>
                  <a:cubicBezTo>
                    <a:pt x="13279" y="12981"/>
                    <a:pt x="12984" y="13276"/>
                    <a:pt x="12621" y="13276"/>
                  </a:cubicBezTo>
                  <a:lnTo>
                    <a:pt x="7038" y="13276"/>
                  </a:lnTo>
                  <a:lnTo>
                    <a:pt x="7038" y="11119"/>
                  </a:lnTo>
                  <a:cubicBezTo>
                    <a:pt x="7038" y="10774"/>
                    <a:pt x="6756" y="10493"/>
                    <a:pt x="6411" y="10493"/>
                  </a:cubicBezTo>
                  <a:lnTo>
                    <a:pt x="5982" y="10493"/>
                  </a:lnTo>
                  <a:cubicBezTo>
                    <a:pt x="5974" y="10493"/>
                    <a:pt x="5967" y="10493"/>
                    <a:pt x="5959" y="10493"/>
                  </a:cubicBezTo>
                  <a:cubicBezTo>
                    <a:pt x="5721" y="10493"/>
                    <a:pt x="5499" y="10597"/>
                    <a:pt x="5345" y="10778"/>
                  </a:cubicBezTo>
                  <a:cubicBezTo>
                    <a:pt x="5149" y="11015"/>
                    <a:pt x="4869" y="11133"/>
                    <a:pt x="4589" y="11133"/>
                  </a:cubicBezTo>
                  <a:cubicBezTo>
                    <a:pt x="4308" y="11133"/>
                    <a:pt x="4027" y="11013"/>
                    <a:pt x="3832" y="10771"/>
                  </a:cubicBezTo>
                  <a:cubicBezTo>
                    <a:pt x="3642" y="10539"/>
                    <a:pt x="3572" y="10236"/>
                    <a:pt x="3635" y="9944"/>
                  </a:cubicBezTo>
                  <a:cubicBezTo>
                    <a:pt x="3743" y="9457"/>
                    <a:pt x="4165" y="9177"/>
                    <a:pt x="4596" y="9177"/>
                  </a:cubicBezTo>
                  <a:cubicBezTo>
                    <a:pt x="4865" y="9177"/>
                    <a:pt x="5138" y="9287"/>
                    <a:pt x="5338" y="9525"/>
                  </a:cubicBezTo>
                  <a:cubicBezTo>
                    <a:pt x="5497" y="9715"/>
                    <a:pt x="5729" y="9821"/>
                    <a:pt x="5975" y="9821"/>
                  </a:cubicBezTo>
                  <a:lnTo>
                    <a:pt x="6411" y="9821"/>
                  </a:lnTo>
                  <a:cubicBezTo>
                    <a:pt x="6756" y="9821"/>
                    <a:pt x="7038" y="9539"/>
                    <a:pt x="7038" y="9191"/>
                  </a:cubicBezTo>
                  <a:lnTo>
                    <a:pt x="7038" y="7038"/>
                  </a:lnTo>
                  <a:lnTo>
                    <a:pt x="9194" y="7038"/>
                  </a:lnTo>
                  <a:cubicBezTo>
                    <a:pt x="9321" y="7038"/>
                    <a:pt x="9423" y="7140"/>
                    <a:pt x="9423" y="7267"/>
                  </a:cubicBezTo>
                  <a:lnTo>
                    <a:pt x="9423" y="7703"/>
                  </a:lnTo>
                  <a:cubicBezTo>
                    <a:pt x="9423" y="7830"/>
                    <a:pt x="9367" y="7953"/>
                    <a:pt x="9268" y="8034"/>
                  </a:cubicBezTo>
                  <a:cubicBezTo>
                    <a:pt x="8396" y="8769"/>
                    <a:pt x="8744" y="10187"/>
                    <a:pt x="9863" y="10433"/>
                  </a:cubicBezTo>
                  <a:cubicBezTo>
                    <a:pt x="9958" y="10454"/>
                    <a:pt x="10056" y="10465"/>
                    <a:pt x="10155" y="10465"/>
                  </a:cubicBezTo>
                  <a:cubicBezTo>
                    <a:pt x="10736" y="10465"/>
                    <a:pt x="11256" y="10102"/>
                    <a:pt x="11453" y="9554"/>
                  </a:cubicBezTo>
                  <a:cubicBezTo>
                    <a:pt x="11650" y="9005"/>
                    <a:pt x="11485" y="8392"/>
                    <a:pt x="11035" y="8023"/>
                  </a:cubicBezTo>
                  <a:cubicBezTo>
                    <a:pt x="10940" y="7939"/>
                    <a:pt x="10890" y="7819"/>
                    <a:pt x="10894" y="7692"/>
                  </a:cubicBezTo>
                  <a:lnTo>
                    <a:pt x="10894" y="7267"/>
                  </a:lnTo>
                  <a:cubicBezTo>
                    <a:pt x="10894" y="7140"/>
                    <a:pt x="10996" y="7038"/>
                    <a:pt x="11123" y="7038"/>
                  </a:cubicBezTo>
                  <a:lnTo>
                    <a:pt x="12192" y="7038"/>
                  </a:lnTo>
                  <a:cubicBezTo>
                    <a:pt x="12196" y="7038"/>
                    <a:pt x="12200" y="7038"/>
                    <a:pt x="12204" y="7038"/>
                  </a:cubicBezTo>
                  <a:cubicBezTo>
                    <a:pt x="12312" y="7038"/>
                    <a:pt x="12403" y="6949"/>
                    <a:pt x="12403" y="6837"/>
                  </a:cubicBezTo>
                  <a:cubicBezTo>
                    <a:pt x="12403" y="6727"/>
                    <a:pt x="12308" y="6637"/>
                    <a:pt x="12198" y="6637"/>
                  </a:cubicBezTo>
                  <a:cubicBezTo>
                    <a:pt x="12196" y="6637"/>
                    <a:pt x="12194" y="6637"/>
                    <a:pt x="12192" y="6637"/>
                  </a:cubicBezTo>
                  <a:lnTo>
                    <a:pt x="11123" y="6637"/>
                  </a:lnTo>
                  <a:cubicBezTo>
                    <a:pt x="10774" y="6637"/>
                    <a:pt x="10493" y="6918"/>
                    <a:pt x="10493" y="7267"/>
                  </a:cubicBezTo>
                  <a:lnTo>
                    <a:pt x="10493" y="7692"/>
                  </a:lnTo>
                  <a:cubicBezTo>
                    <a:pt x="10486" y="7939"/>
                    <a:pt x="10591" y="8174"/>
                    <a:pt x="10778" y="8333"/>
                  </a:cubicBezTo>
                  <a:cubicBezTo>
                    <a:pt x="11256" y="8727"/>
                    <a:pt x="11253" y="9455"/>
                    <a:pt x="10774" y="9846"/>
                  </a:cubicBezTo>
                  <a:cubicBezTo>
                    <a:pt x="10597" y="9988"/>
                    <a:pt x="10376" y="10065"/>
                    <a:pt x="10152" y="10065"/>
                  </a:cubicBezTo>
                  <a:cubicBezTo>
                    <a:pt x="10082" y="10065"/>
                    <a:pt x="10013" y="10058"/>
                    <a:pt x="9944" y="10043"/>
                  </a:cubicBezTo>
                  <a:cubicBezTo>
                    <a:pt x="9156" y="9867"/>
                    <a:pt x="8909" y="8860"/>
                    <a:pt x="9529" y="8340"/>
                  </a:cubicBezTo>
                  <a:cubicBezTo>
                    <a:pt x="9715" y="8181"/>
                    <a:pt x="9824" y="7949"/>
                    <a:pt x="9821" y="7703"/>
                  </a:cubicBezTo>
                  <a:lnTo>
                    <a:pt x="9821" y="7267"/>
                  </a:lnTo>
                  <a:cubicBezTo>
                    <a:pt x="9821" y="6918"/>
                    <a:pt x="9539" y="6640"/>
                    <a:pt x="9194" y="6637"/>
                  </a:cubicBezTo>
                  <a:lnTo>
                    <a:pt x="7038" y="6637"/>
                  </a:lnTo>
                  <a:lnTo>
                    <a:pt x="7038" y="4483"/>
                  </a:lnTo>
                  <a:cubicBezTo>
                    <a:pt x="7038" y="4357"/>
                    <a:pt x="7140" y="4255"/>
                    <a:pt x="7266" y="4255"/>
                  </a:cubicBezTo>
                  <a:lnTo>
                    <a:pt x="7703" y="4255"/>
                  </a:lnTo>
                  <a:cubicBezTo>
                    <a:pt x="7706" y="4255"/>
                    <a:pt x="7710" y="4255"/>
                    <a:pt x="7714" y="4255"/>
                  </a:cubicBezTo>
                  <a:cubicBezTo>
                    <a:pt x="7837" y="4255"/>
                    <a:pt x="7955" y="4310"/>
                    <a:pt x="8033" y="4406"/>
                  </a:cubicBezTo>
                  <a:cubicBezTo>
                    <a:pt x="8316" y="4742"/>
                    <a:pt x="8701" y="4897"/>
                    <a:pt x="9081" y="4897"/>
                  </a:cubicBezTo>
                  <a:cubicBezTo>
                    <a:pt x="9688" y="4897"/>
                    <a:pt x="10284" y="4501"/>
                    <a:pt x="10433" y="3815"/>
                  </a:cubicBezTo>
                  <a:cubicBezTo>
                    <a:pt x="10570" y="3192"/>
                    <a:pt x="10261" y="2555"/>
                    <a:pt x="9691" y="2277"/>
                  </a:cubicBezTo>
                  <a:cubicBezTo>
                    <a:pt x="9498" y="2184"/>
                    <a:pt x="9293" y="2139"/>
                    <a:pt x="9090" y="2139"/>
                  </a:cubicBezTo>
                  <a:cubicBezTo>
                    <a:pt x="8687" y="2139"/>
                    <a:pt x="8292" y="2316"/>
                    <a:pt x="8023" y="2643"/>
                  </a:cubicBezTo>
                  <a:cubicBezTo>
                    <a:pt x="7941" y="2732"/>
                    <a:pt x="7826" y="2784"/>
                    <a:pt x="7707" y="2784"/>
                  </a:cubicBezTo>
                  <a:cubicBezTo>
                    <a:pt x="7703" y="2784"/>
                    <a:pt x="7699" y="2784"/>
                    <a:pt x="7696" y="2784"/>
                  </a:cubicBezTo>
                  <a:lnTo>
                    <a:pt x="7266" y="2784"/>
                  </a:lnTo>
                  <a:cubicBezTo>
                    <a:pt x="7140" y="2784"/>
                    <a:pt x="7038" y="2682"/>
                    <a:pt x="7038" y="2555"/>
                  </a:cubicBezTo>
                  <a:lnTo>
                    <a:pt x="7038" y="1486"/>
                  </a:lnTo>
                  <a:cubicBezTo>
                    <a:pt x="7032" y="1357"/>
                    <a:pt x="6936" y="1293"/>
                    <a:pt x="6839" y="1293"/>
                  </a:cubicBezTo>
                  <a:cubicBezTo>
                    <a:pt x="6742" y="1293"/>
                    <a:pt x="6645" y="1357"/>
                    <a:pt x="6640" y="1486"/>
                  </a:cubicBezTo>
                  <a:lnTo>
                    <a:pt x="6640" y="2555"/>
                  </a:lnTo>
                  <a:cubicBezTo>
                    <a:pt x="6637" y="2900"/>
                    <a:pt x="6918" y="3182"/>
                    <a:pt x="7266" y="3185"/>
                  </a:cubicBezTo>
                  <a:lnTo>
                    <a:pt x="7696" y="3185"/>
                  </a:lnTo>
                  <a:cubicBezTo>
                    <a:pt x="7700" y="3185"/>
                    <a:pt x="7703" y="3185"/>
                    <a:pt x="7707" y="3185"/>
                  </a:cubicBezTo>
                  <a:cubicBezTo>
                    <a:pt x="7946" y="3185"/>
                    <a:pt x="8177" y="3080"/>
                    <a:pt x="8332" y="2897"/>
                  </a:cubicBezTo>
                  <a:cubicBezTo>
                    <a:pt x="8528" y="2659"/>
                    <a:pt x="8808" y="2540"/>
                    <a:pt x="9087" y="2540"/>
                  </a:cubicBezTo>
                  <a:cubicBezTo>
                    <a:pt x="9369" y="2540"/>
                    <a:pt x="9651" y="2661"/>
                    <a:pt x="9845" y="2904"/>
                  </a:cubicBezTo>
                  <a:cubicBezTo>
                    <a:pt x="10032" y="3136"/>
                    <a:pt x="10106" y="3438"/>
                    <a:pt x="10042" y="3730"/>
                  </a:cubicBezTo>
                  <a:cubicBezTo>
                    <a:pt x="9934" y="4217"/>
                    <a:pt x="9512" y="4498"/>
                    <a:pt x="9082" y="4498"/>
                  </a:cubicBezTo>
                  <a:cubicBezTo>
                    <a:pt x="8813" y="4498"/>
                    <a:pt x="8540" y="4388"/>
                    <a:pt x="8339" y="4149"/>
                  </a:cubicBezTo>
                  <a:cubicBezTo>
                    <a:pt x="8181" y="3959"/>
                    <a:pt x="7949" y="3854"/>
                    <a:pt x="7703" y="3854"/>
                  </a:cubicBezTo>
                  <a:lnTo>
                    <a:pt x="7266" y="3854"/>
                  </a:lnTo>
                  <a:cubicBezTo>
                    <a:pt x="6918" y="3854"/>
                    <a:pt x="6637" y="4135"/>
                    <a:pt x="6637" y="4483"/>
                  </a:cubicBezTo>
                  <a:lnTo>
                    <a:pt x="6637" y="6637"/>
                  </a:lnTo>
                  <a:lnTo>
                    <a:pt x="4483" y="6637"/>
                  </a:lnTo>
                  <a:cubicBezTo>
                    <a:pt x="4357" y="6637"/>
                    <a:pt x="4255" y="6535"/>
                    <a:pt x="4255" y="6408"/>
                  </a:cubicBezTo>
                  <a:lnTo>
                    <a:pt x="4255" y="5975"/>
                  </a:lnTo>
                  <a:cubicBezTo>
                    <a:pt x="4255" y="5845"/>
                    <a:pt x="4311" y="5725"/>
                    <a:pt x="4406" y="5641"/>
                  </a:cubicBezTo>
                  <a:cubicBezTo>
                    <a:pt x="5282" y="4906"/>
                    <a:pt x="4930" y="3484"/>
                    <a:pt x="3815" y="3241"/>
                  </a:cubicBezTo>
                  <a:cubicBezTo>
                    <a:pt x="3715" y="3220"/>
                    <a:pt x="3617" y="3210"/>
                    <a:pt x="3520" y="3210"/>
                  </a:cubicBezTo>
                  <a:cubicBezTo>
                    <a:pt x="2779" y="3210"/>
                    <a:pt x="2143" y="3811"/>
                    <a:pt x="2143" y="4589"/>
                  </a:cubicBezTo>
                  <a:cubicBezTo>
                    <a:pt x="2143" y="5001"/>
                    <a:pt x="2326" y="5391"/>
                    <a:pt x="2647" y="5652"/>
                  </a:cubicBezTo>
                  <a:cubicBezTo>
                    <a:pt x="2738" y="5736"/>
                    <a:pt x="2791" y="5856"/>
                    <a:pt x="2787" y="5982"/>
                  </a:cubicBezTo>
                  <a:lnTo>
                    <a:pt x="2787" y="6408"/>
                  </a:lnTo>
                  <a:cubicBezTo>
                    <a:pt x="2784" y="6535"/>
                    <a:pt x="2682" y="6637"/>
                    <a:pt x="2559" y="6637"/>
                  </a:cubicBezTo>
                  <a:lnTo>
                    <a:pt x="402" y="6637"/>
                  </a:lnTo>
                  <a:lnTo>
                    <a:pt x="402" y="1056"/>
                  </a:lnTo>
                  <a:cubicBezTo>
                    <a:pt x="402" y="694"/>
                    <a:pt x="697" y="402"/>
                    <a:pt x="1060" y="399"/>
                  </a:cubicBezTo>
                  <a:lnTo>
                    <a:pt x="6640" y="399"/>
                  </a:lnTo>
                  <a:lnTo>
                    <a:pt x="6640" y="627"/>
                  </a:lnTo>
                  <a:cubicBezTo>
                    <a:pt x="6633" y="740"/>
                    <a:pt x="6724" y="835"/>
                    <a:pt x="6841" y="835"/>
                  </a:cubicBezTo>
                  <a:cubicBezTo>
                    <a:pt x="6953" y="835"/>
                    <a:pt x="7045" y="740"/>
                    <a:pt x="7041" y="627"/>
                  </a:cubicBezTo>
                  <a:lnTo>
                    <a:pt x="7041" y="399"/>
                  </a:lnTo>
                  <a:close/>
                  <a:moveTo>
                    <a:pt x="1056" y="1"/>
                  </a:moveTo>
                  <a:cubicBezTo>
                    <a:pt x="476" y="1"/>
                    <a:pt x="4" y="472"/>
                    <a:pt x="1" y="1056"/>
                  </a:cubicBezTo>
                  <a:lnTo>
                    <a:pt x="1" y="12618"/>
                  </a:lnTo>
                  <a:cubicBezTo>
                    <a:pt x="4" y="13199"/>
                    <a:pt x="476" y="13670"/>
                    <a:pt x="1056" y="13674"/>
                  </a:cubicBezTo>
                  <a:lnTo>
                    <a:pt x="12621" y="13674"/>
                  </a:lnTo>
                  <a:cubicBezTo>
                    <a:pt x="13202" y="13670"/>
                    <a:pt x="13673" y="13199"/>
                    <a:pt x="13677" y="12618"/>
                  </a:cubicBezTo>
                  <a:lnTo>
                    <a:pt x="13677" y="1056"/>
                  </a:lnTo>
                  <a:cubicBezTo>
                    <a:pt x="13673" y="472"/>
                    <a:pt x="13202" y="1"/>
                    <a:pt x="12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04" name="Google Shape;22004;p91"/>
          <p:cNvGrpSpPr/>
          <p:nvPr/>
        </p:nvGrpSpPr>
        <p:grpSpPr>
          <a:xfrm>
            <a:off x="6558237" y="1550777"/>
            <a:ext cx="355978" cy="305797"/>
            <a:chOff x="6558237" y="1550777"/>
            <a:chExt cx="355978" cy="305797"/>
          </a:xfrm>
        </p:grpSpPr>
        <p:sp>
          <p:nvSpPr>
            <p:cNvPr id="22005" name="Google Shape;22005;p91"/>
            <p:cNvSpPr/>
            <p:nvPr/>
          </p:nvSpPr>
          <p:spPr>
            <a:xfrm>
              <a:off x="6574530" y="1717457"/>
              <a:ext cx="323314" cy="133807"/>
            </a:xfrm>
            <a:custGeom>
              <a:rect b="b" l="l" r="r" t="t"/>
              <a:pathLst>
                <a:path extrusionOk="0" h="5141" w="12422">
                  <a:moveTo>
                    <a:pt x="1" y="0"/>
                  </a:moveTo>
                  <a:lnTo>
                    <a:pt x="1" y="4497"/>
                  </a:lnTo>
                  <a:cubicBezTo>
                    <a:pt x="1" y="4852"/>
                    <a:pt x="289" y="5141"/>
                    <a:pt x="645" y="5141"/>
                  </a:cubicBezTo>
                  <a:lnTo>
                    <a:pt x="11777" y="5141"/>
                  </a:lnTo>
                  <a:cubicBezTo>
                    <a:pt x="12133" y="5141"/>
                    <a:pt x="12421" y="4852"/>
                    <a:pt x="12421" y="4497"/>
                  </a:cubicBezTo>
                  <a:lnTo>
                    <a:pt x="12421"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6" name="Google Shape;22006;p91"/>
            <p:cNvSpPr/>
            <p:nvPr/>
          </p:nvSpPr>
          <p:spPr>
            <a:xfrm>
              <a:off x="6574530" y="1717457"/>
              <a:ext cx="323314" cy="133807"/>
            </a:xfrm>
            <a:custGeom>
              <a:rect b="b" l="l" r="r" t="t"/>
              <a:pathLst>
                <a:path extrusionOk="0" h="5141" w="12422">
                  <a:moveTo>
                    <a:pt x="1" y="0"/>
                  </a:moveTo>
                  <a:lnTo>
                    <a:pt x="1" y="4497"/>
                  </a:lnTo>
                  <a:cubicBezTo>
                    <a:pt x="1" y="4852"/>
                    <a:pt x="289" y="5141"/>
                    <a:pt x="645" y="5141"/>
                  </a:cubicBezTo>
                  <a:lnTo>
                    <a:pt x="11777" y="5141"/>
                  </a:lnTo>
                  <a:cubicBezTo>
                    <a:pt x="12133" y="5141"/>
                    <a:pt x="12421" y="4852"/>
                    <a:pt x="12421" y="4497"/>
                  </a:cubicBezTo>
                  <a:lnTo>
                    <a:pt x="12421" y="4286"/>
                  </a:lnTo>
                  <a:lnTo>
                    <a:pt x="1714" y="4286"/>
                  </a:lnTo>
                  <a:cubicBezTo>
                    <a:pt x="1239" y="4286"/>
                    <a:pt x="859" y="3902"/>
                    <a:pt x="859" y="3427"/>
                  </a:cubicBezTo>
                  <a:lnTo>
                    <a:pt x="859" y="2136"/>
                  </a:lnTo>
                  <a:cubicBezTo>
                    <a:pt x="859" y="2017"/>
                    <a:pt x="955" y="1924"/>
                    <a:pt x="1071" y="1924"/>
                  </a:cubicBezTo>
                  <a:cubicBezTo>
                    <a:pt x="1079" y="1924"/>
                    <a:pt x="1087" y="1924"/>
                    <a:pt x="1095" y="1925"/>
                  </a:cubicBezTo>
                  <a:cubicBezTo>
                    <a:pt x="1158" y="1932"/>
                    <a:pt x="1222" y="1935"/>
                    <a:pt x="1285" y="1935"/>
                  </a:cubicBezTo>
                  <a:lnTo>
                    <a:pt x="11137" y="1935"/>
                  </a:lnTo>
                  <a:cubicBezTo>
                    <a:pt x="11601" y="1935"/>
                    <a:pt x="12052" y="1784"/>
                    <a:pt x="12421" y="1503"/>
                  </a:cubicBezTo>
                  <a:lnTo>
                    <a:pt x="1242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7" name="Google Shape;22007;p91"/>
            <p:cNvSpPr/>
            <p:nvPr/>
          </p:nvSpPr>
          <p:spPr>
            <a:xfrm>
              <a:off x="6563364" y="1606008"/>
              <a:ext cx="345645" cy="144999"/>
            </a:xfrm>
            <a:custGeom>
              <a:rect b="b" l="l" r="r" t="t"/>
              <a:pathLst>
                <a:path extrusionOk="0" h="5571" w="13280">
                  <a:moveTo>
                    <a:pt x="859" y="0"/>
                  </a:moveTo>
                  <a:cubicBezTo>
                    <a:pt x="384" y="0"/>
                    <a:pt x="1" y="384"/>
                    <a:pt x="1" y="859"/>
                  </a:cubicBezTo>
                  <a:lnTo>
                    <a:pt x="1" y="3857"/>
                  </a:lnTo>
                  <a:cubicBezTo>
                    <a:pt x="4" y="4800"/>
                    <a:pt x="768" y="5567"/>
                    <a:pt x="1714" y="5570"/>
                  </a:cubicBezTo>
                  <a:lnTo>
                    <a:pt x="11566" y="5570"/>
                  </a:lnTo>
                  <a:cubicBezTo>
                    <a:pt x="12512" y="5567"/>
                    <a:pt x="13279" y="4803"/>
                    <a:pt x="13279" y="3857"/>
                  </a:cubicBezTo>
                  <a:lnTo>
                    <a:pt x="13279" y="859"/>
                  </a:lnTo>
                  <a:cubicBezTo>
                    <a:pt x="13279" y="384"/>
                    <a:pt x="12896" y="0"/>
                    <a:pt x="12421"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8" name="Google Shape;22008;p91"/>
            <p:cNvSpPr/>
            <p:nvPr/>
          </p:nvSpPr>
          <p:spPr>
            <a:xfrm>
              <a:off x="6591292" y="1606086"/>
              <a:ext cx="289790" cy="16710"/>
            </a:xfrm>
            <a:custGeom>
              <a:rect b="b" l="l" r="r" t="t"/>
              <a:pathLst>
                <a:path extrusionOk="0" h="642" w="11134">
                  <a:moveTo>
                    <a:pt x="321" y="1"/>
                  </a:moveTo>
                  <a:cubicBezTo>
                    <a:pt x="141" y="1"/>
                    <a:pt x="1" y="142"/>
                    <a:pt x="1" y="321"/>
                  </a:cubicBezTo>
                  <a:cubicBezTo>
                    <a:pt x="1" y="497"/>
                    <a:pt x="141" y="641"/>
                    <a:pt x="321" y="641"/>
                  </a:cubicBezTo>
                  <a:lnTo>
                    <a:pt x="10813" y="641"/>
                  </a:lnTo>
                  <a:cubicBezTo>
                    <a:pt x="10989" y="641"/>
                    <a:pt x="11133" y="497"/>
                    <a:pt x="11133" y="321"/>
                  </a:cubicBezTo>
                  <a:cubicBezTo>
                    <a:pt x="11133" y="142"/>
                    <a:pt x="10989" y="1"/>
                    <a:pt x="10813" y="1"/>
                  </a:cubicBez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9" name="Google Shape;22009;p91"/>
            <p:cNvSpPr/>
            <p:nvPr/>
          </p:nvSpPr>
          <p:spPr>
            <a:xfrm>
              <a:off x="6624711" y="1606008"/>
              <a:ext cx="22280" cy="245257"/>
            </a:xfrm>
            <a:custGeom>
              <a:rect b="b" l="l" r="r" t="t"/>
              <a:pathLst>
                <a:path extrusionOk="0" h="9423" w="856">
                  <a:moveTo>
                    <a:pt x="1" y="0"/>
                  </a:moveTo>
                  <a:lnTo>
                    <a:pt x="1" y="9423"/>
                  </a:lnTo>
                  <a:lnTo>
                    <a:pt x="856" y="9423"/>
                  </a:lnTo>
                  <a:lnTo>
                    <a:pt x="85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0" name="Google Shape;22010;p91"/>
            <p:cNvSpPr/>
            <p:nvPr/>
          </p:nvSpPr>
          <p:spPr>
            <a:xfrm>
              <a:off x="6624711" y="1606008"/>
              <a:ext cx="22280" cy="16788"/>
            </a:xfrm>
            <a:custGeom>
              <a:rect b="b" l="l" r="r" t="t"/>
              <a:pathLst>
                <a:path extrusionOk="0" h="645" w="856">
                  <a:moveTo>
                    <a:pt x="1" y="0"/>
                  </a:moveTo>
                  <a:lnTo>
                    <a:pt x="1" y="644"/>
                  </a:lnTo>
                  <a:lnTo>
                    <a:pt x="856" y="644"/>
                  </a:lnTo>
                  <a:lnTo>
                    <a:pt x="85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1" name="Google Shape;22011;p91"/>
            <p:cNvSpPr/>
            <p:nvPr/>
          </p:nvSpPr>
          <p:spPr>
            <a:xfrm>
              <a:off x="6624711" y="1767638"/>
              <a:ext cx="22280" cy="16788"/>
            </a:xfrm>
            <a:custGeom>
              <a:rect b="b" l="l" r="r" t="t"/>
              <a:pathLst>
                <a:path extrusionOk="0" h="645" w="856">
                  <a:moveTo>
                    <a:pt x="1" y="0"/>
                  </a:moveTo>
                  <a:lnTo>
                    <a:pt x="1" y="644"/>
                  </a:lnTo>
                  <a:lnTo>
                    <a:pt x="856" y="644"/>
                  </a:lnTo>
                  <a:lnTo>
                    <a:pt x="856"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2" name="Google Shape;22012;p91"/>
            <p:cNvSpPr/>
            <p:nvPr/>
          </p:nvSpPr>
          <p:spPr>
            <a:xfrm>
              <a:off x="6624711" y="1828985"/>
              <a:ext cx="22280" cy="22280"/>
            </a:xfrm>
            <a:custGeom>
              <a:rect b="b" l="l" r="r" t="t"/>
              <a:pathLst>
                <a:path extrusionOk="0" h="856" w="856">
                  <a:moveTo>
                    <a:pt x="1" y="1"/>
                  </a:moveTo>
                  <a:lnTo>
                    <a:pt x="1" y="856"/>
                  </a:lnTo>
                  <a:lnTo>
                    <a:pt x="856" y="856"/>
                  </a:lnTo>
                  <a:lnTo>
                    <a:pt x="85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3" name="Google Shape;22013;p91"/>
            <p:cNvSpPr/>
            <p:nvPr/>
          </p:nvSpPr>
          <p:spPr>
            <a:xfrm>
              <a:off x="6825357" y="1606008"/>
              <a:ext cx="22280" cy="245257"/>
            </a:xfrm>
            <a:custGeom>
              <a:rect b="b" l="l" r="r" t="t"/>
              <a:pathLst>
                <a:path extrusionOk="0" h="9423" w="856">
                  <a:moveTo>
                    <a:pt x="1" y="0"/>
                  </a:moveTo>
                  <a:lnTo>
                    <a:pt x="1" y="9423"/>
                  </a:lnTo>
                  <a:lnTo>
                    <a:pt x="856" y="9423"/>
                  </a:lnTo>
                  <a:lnTo>
                    <a:pt x="85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4" name="Google Shape;22014;p91"/>
            <p:cNvSpPr/>
            <p:nvPr/>
          </p:nvSpPr>
          <p:spPr>
            <a:xfrm>
              <a:off x="6825357" y="1606008"/>
              <a:ext cx="22280" cy="16788"/>
            </a:xfrm>
            <a:custGeom>
              <a:rect b="b" l="l" r="r" t="t"/>
              <a:pathLst>
                <a:path extrusionOk="0" h="645" w="856">
                  <a:moveTo>
                    <a:pt x="1" y="0"/>
                  </a:moveTo>
                  <a:lnTo>
                    <a:pt x="1" y="644"/>
                  </a:lnTo>
                  <a:lnTo>
                    <a:pt x="856" y="644"/>
                  </a:lnTo>
                  <a:lnTo>
                    <a:pt x="85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5" name="Google Shape;22015;p91"/>
            <p:cNvSpPr/>
            <p:nvPr/>
          </p:nvSpPr>
          <p:spPr>
            <a:xfrm>
              <a:off x="6825357" y="1767638"/>
              <a:ext cx="22280" cy="16788"/>
            </a:xfrm>
            <a:custGeom>
              <a:rect b="b" l="l" r="r" t="t"/>
              <a:pathLst>
                <a:path extrusionOk="0" h="645" w="856">
                  <a:moveTo>
                    <a:pt x="1" y="0"/>
                  </a:moveTo>
                  <a:lnTo>
                    <a:pt x="1" y="644"/>
                  </a:lnTo>
                  <a:lnTo>
                    <a:pt x="856" y="644"/>
                  </a:lnTo>
                  <a:lnTo>
                    <a:pt x="856"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6" name="Google Shape;22016;p91"/>
            <p:cNvSpPr/>
            <p:nvPr/>
          </p:nvSpPr>
          <p:spPr>
            <a:xfrm>
              <a:off x="6825357" y="1828985"/>
              <a:ext cx="22280" cy="22280"/>
            </a:xfrm>
            <a:custGeom>
              <a:rect b="b" l="l" r="r" t="t"/>
              <a:pathLst>
                <a:path extrusionOk="0" h="856" w="856">
                  <a:moveTo>
                    <a:pt x="1" y="1"/>
                  </a:moveTo>
                  <a:lnTo>
                    <a:pt x="1" y="856"/>
                  </a:lnTo>
                  <a:lnTo>
                    <a:pt x="856" y="856"/>
                  </a:lnTo>
                  <a:lnTo>
                    <a:pt x="85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7" name="Google Shape;22017;p91"/>
            <p:cNvSpPr/>
            <p:nvPr/>
          </p:nvSpPr>
          <p:spPr>
            <a:xfrm>
              <a:off x="6708337" y="1706370"/>
              <a:ext cx="55699" cy="22280"/>
            </a:xfrm>
            <a:custGeom>
              <a:rect b="b" l="l" r="r" t="t"/>
              <a:pathLst>
                <a:path extrusionOk="0" h="856" w="2140">
                  <a:moveTo>
                    <a:pt x="211" y="1"/>
                  </a:moveTo>
                  <a:cubicBezTo>
                    <a:pt x="95" y="1"/>
                    <a:pt x="0" y="96"/>
                    <a:pt x="0" y="215"/>
                  </a:cubicBezTo>
                  <a:lnTo>
                    <a:pt x="0" y="641"/>
                  </a:lnTo>
                  <a:cubicBezTo>
                    <a:pt x="0" y="761"/>
                    <a:pt x="95" y="856"/>
                    <a:pt x="211" y="856"/>
                  </a:cubicBezTo>
                  <a:lnTo>
                    <a:pt x="1925" y="856"/>
                  </a:lnTo>
                  <a:cubicBezTo>
                    <a:pt x="2045" y="856"/>
                    <a:pt x="2140" y="761"/>
                    <a:pt x="2140" y="641"/>
                  </a:cubicBezTo>
                  <a:lnTo>
                    <a:pt x="2140" y="215"/>
                  </a:lnTo>
                  <a:cubicBezTo>
                    <a:pt x="2140" y="96"/>
                    <a:pt x="2045" y="1"/>
                    <a:pt x="192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8" name="Google Shape;22018;p91"/>
            <p:cNvSpPr/>
            <p:nvPr/>
          </p:nvSpPr>
          <p:spPr>
            <a:xfrm>
              <a:off x="6613649" y="1728623"/>
              <a:ext cx="44533" cy="39041"/>
            </a:xfrm>
            <a:custGeom>
              <a:rect b="b" l="l" r="r" t="t"/>
              <a:pathLst>
                <a:path extrusionOk="0" h="1500" w="1711">
                  <a:moveTo>
                    <a:pt x="211" y="1"/>
                  </a:moveTo>
                  <a:cubicBezTo>
                    <a:pt x="95" y="1"/>
                    <a:pt x="0" y="99"/>
                    <a:pt x="0" y="215"/>
                  </a:cubicBezTo>
                  <a:lnTo>
                    <a:pt x="0" y="1285"/>
                  </a:lnTo>
                  <a:cubicBezTo>
                    <a:pt x="0" y="1404"/>
                    <a:pt x="95" y="1499"/>
                    <a:pt x="211" y="1499"/>
                  </a:cubicBezTo>
                  <a:lnTo>
                    <a:pt x="1499" y="1499"/>
                  </a:lnTo>
                  <a:cubicBezTo>
                    <a:pt x="1615" y="1499"/>
                    <a:pt x="1710" y="1404"/>
                    <a:pt x="1710" y="1288"/>
                  </a:cubicBezTo>
                  <a:lnTo>
                    <a:pt x="1710" y="215"/>
                  </a:lnTo>
                  <a:cubicBezTo>
                    <a:pt x="1710" y="99"/>
                    <a:pt x="1615" y="1"/>
                    <a:pt x="1499"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9" name="Google Shape;22019;p91"/>
            <p:cNvSpPr/>
            <p:nvPr/>
          </p:nvSpPr>
          <p:spPr>
            <a:xfrm>
              <a:off x="6613545" y="1728623"/>
              <a:ext cx="44637" cy="16788"/>
            </a:xfrm>
            <a:custGeom>
              <a:rect b="b" l="l" r="r" t="t"/>
              <a:pathLst>
                <a:path extrusionOk="0" h="645" w="1715">
                  <a:moveTo>
                    <a:pt x="215" y="1"/>
                  </a:moveTo>
                  <a:cubicBezTo>
                    <a:pt x="96" y="1"/>
                    <a:pt x="1" y="96"/>
                    <a:pt x="1" y="215"/>
                  </a:cubicBezTo>
                  <a:lnTo>
                    <a:pt x="1" y="644"/>
                  </a:lnTo>
                  <a:lnTo>
                    <a:pt x="1714" y="644"/>
                  </a:lnTo>
                  <a:lnTo>
                    <a:pt x="1714" y="215"/>
                  </a:lnTo>
                  <a:cubicBezTo>
                    <a:pt x="1714" y="96"/>
                    <a:pt x="1619" y="1"/>
                    <a:pt x="150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0" name="Google Shape;22020;p91"/>
            <p:cNvSpPr/>
            <p:nvPr/>
          </p:nvSpPr>
          <p:spPr>
            <a:xfrm>
              <a:off x="6814191" y="1728623"/>
              <a:ext cx="44637" cy="39041"/>
            </a:xfrm>
            <a:custGeom>
              <a:rect b="b" l="l" r="r" t="t"/>
              <a:pathLst>
                <a:path extrusionOk="0" h="1500" w="1715">
                  <a:moveTo>
                    <a:pt x="215" y="1"/>
                  </a:moveTo>
                  <a:cubicBezTo>
                    <a:pt x="96" y="1"/>
                    <a:pt x="1" y="99"/>
                    <a:pt x="1" y="215"/>
                  </a:cubicBezTo>
                  <a:lnTo>
                    <a:pt x="1" y="1285"/>
                  </a:lnTo>
                  <a:cubicBezTo>
                    <a:pt x="1" y="1404"/>
                    <a:pt x="96" y="1499"/>
                    <a:pt x="215" y="1499"/>
                  </a:cubicBezTo>
                  <a:lnTo>
                    <a:pt x="1500" y="1499"/>
                  </a:lnTo>
                  <a:cubicBezTo>
                    <a:pt x="1616" y="1499"/>
                    <a:pt x="1711" y="1404"/>
                    <a:pt x="1714" y="1288"/>
                  </a:cubicBezTo>
                  <a:lnTo>
                    <a:pt x="1714" y="215"/>
                  </a:lnTo>
                  <a:cubicBezTo>
                    <a:pt x="1714" y="99"/>
                    <a:pt x="1616" y="1"/>
                    <a:pt x="1500"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1" name="Google Shape;22021;p91"/>
            <p:cNvSpPr/>
            <p:nvPr/>
          </p:nvSpPr>
          <p:spPr>
            <a:xfrm>
              <a:off x="6814191" y="1728623"/>
              <a:ext cx="44637" cy="16788"/>
            </a:xfrm>
            <a:custGeom>
              <a:rect b="b" l="l" r="r" t="t"/>
              <a:pathLst>
                <a:path extrusionOk="0" h="645" w="1715">
                  <a:moveTo>
                    <a:pt x="215" y="1"/>
                  </a:moveTo>
                  <a:cubicBezTo>
                    <a:pt x="96" y="1"/>
                    <a:pt x="1" y="96"/>
                    <a:pt x="1" y="215"/>
                  </a:cubicBezTo>
                  <a:lnTo>
                    <a:pt x="1" y="644"/>
                  </a:lnTo>
                  <a:lnTo>
                    <a:pt x="1714" y="644"/>
                  </a:lnTo>
                  <a:lnTo>
                    <a:pt x="1714" y="215"/>
                  </a:lnTo>
                  <a:cubicBezTo>
                    <a:pt x="1714" y="96"/>
                    <a:pt x="1616" y="1"/>
                    <a:pt x="150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2" name="Google Shape;22022;p91"/>
            <p:cNvSpPr/>
            <p:nvPr/>
          </p:nvSpPr>
          <p:spPr>
            <a:xfrm>
              <a:off x="6558237" y="1550777"/>
              <a:ext cx="355978" cy="305797"/>
            </a:xfrm>
            <a:custGeom>
              <a:rect b="b" l="l" r="r" t="t"/>
              <a:pathLst>
                <a:path extrusionOk="0" h="11749" w="13677">
                  <a:moveTo>
                    <a:pt x="7819" y="398"/>
                  </a:moveTo>
                  <a:cubicBezTo>
                    <a:pt x="8026" y="398"/>
                    <a:pt x="8209" y="543"/>
                    <a:pt x="8251" y="747"/>
                  </a:cubicBezTo>
                  <a:lnTo>
                    <a:pt x="8515" y="1925"/>
                  </a:lnTo>
                  <a:lnTo>
                    <a:pt x="5162" y="1925"/>
                  </a:lnTo>
                  <a:lnTo>
                    <a:pt x="5423" y="747"/>
                  </a:lnTo>
                  <a:cubicBezTo>
                    <a:pt x="5465" y="543"/>
                    <a:pt x="5644" y="398"/>
                    <a:pt x="5852" y="398"/>
                  </a:cubicBezTo>
                  <a:close/>
                  <a:moveTo>
                    <a:pt x="3209" y="2326"/>
                  </a:moveTo>
                  <a:lnTo>
                    <a:pt x="3209" y="6637"/>
                  </a:lnTo>
                  <a:lnTo>
                    <a:pt x="2755" y="6637"/>
                  </a:lnTo>
                  <a:lnTo>
                    <a:pt x="2755" y="2326"/>
                  </a:lnTo>
                  <a:close/>
                  <a:moveTo>
                    <a:pt x="10918" y="2326"/>
                  </a:moveTo>
                  <a:lnTo>
                    <a:pt x="10918" y="6637"/>
                  </a:lnTo>
                  <a:lnTo>
                    <a:pt x="10461" y="6637"/>
                  </a:lnTo>
                  <a:lnTo>
                    <a:pt x="10461" y="2326"/>
                  </a:lnTo>
                  <a:close/>
                  <a:moveTo>
                    <a:pt x="2354" y="2326"/>
                  </a:moveTo>
                  <a:lnTo>
                    <a:pt x="2354" y="6637"/>
                  </a:lnTo>
                  <a:lnTo>
                    <a:pt x="2340" y="6637"/>
                  </a:lnTo>
                  <a:cubicBezTo>
                    <a:pt x="2112" y="6637"/>
                    <a:pt x="1925" y="6823"/>
                    <a:pt x="1925" y="7052"/>
                  </a:cubicBezTo>
                  <a:lnTo>
                    <a:pt x="1925" y="7492"/>
                  </a:lnTo>
                  <a:lnTo>
                    <a:pt x="1911" y="7492"/>
                  </a:lnTo>
                  <a:cubicBezTo>
                    <a:pt x="1077" y="7492"/>
                    <a:pt x="398" y="6816"/>
                    <a:pt x="398" y="5979"/>
                  </a:cubicBezTo>
                  <a:lnTo>
                    <a:pt x="398" y="2981"/>
                  </a:lnTo>
                  <a:cubicBezTo>
                    <a:pt x="402" y="2618"/>
                    <a:pt x="694" y="2326"/>
                    <a:pt x="1056" y="2326"/>
                  </a:cubicBezTo>
                  <a:close/>
                  <a:moveTo>
                    <a:pt x="10063" y="2326"/>
                  </a:moveTo>
                  <a:lnTo>
                    <a:pt x="10063" y="6637"/>
                  </a:lnTo>
                  <a:lnTo>
                    <a:pt x="10049" y="6637"/>
                  </a:lnTo>
                  <a:cubicBezTo>
                    <a:pt x="9817" y="6637"/>
                    <a:pt x="9634" y="6823"/>
                    <a:pt x="9634" y="7052"/>
                  </a:cubicBezTo>
                  <a:lnTo>
                    <a:pt x="9634" y="7492"/>
                  </a:lnTo>
                  <a:lnTo>
                    <a:pt x="4040" y="7492"/>
                  </a:lnTo>
                  <a:lnTo>
                    <a:pt x="4040" y="7052"/>
                  </a:lnTo>
                  <a:cubicBezTo>
                    <a:pt x="4040" y="6823"/>
                    <a:pt x="3853" y="6637"/>
                    <a:pt x="3625" y="6637"/>
                  </a:cubicBezTo>
                  <a:lnTo>
                    <a:pt x="3610" y="6637"/>
                  </a:lnTo>
                  <a:lnTo>
                    <a:pt x="3610" y="2326"/>
                  </a:lnTo>
                  <a:close/>
                  <a:moveTo>
                    <a:pt x="12621" y="2326"/>
                  </a:moveTo>
                  <a:cubicBezTo>
                    <a:pt x="12980" y="2326"/>
                    <a:pt x="13276" y="2618"/>
                    <a:pt x="13276" y="2981"/>
                  </a:cubicBezTo>
                  <a:lnTo>
                    <a:pt x="13276" y="5979"/>
                  </a:lnTo>
                  <a:lnTo>
                    <a:pt x="13276" y="5982"/>
                  </a:lnTo>
                  <a:cubicBezTo>
                    <a:pt x="13272" y="6816"/>
                    <a:pt x="12597" y="7492"/>
                    <a:pt x="11763" y="7492"/>
                  </a:cubicBezTo>
                  <a:lnTo>
                    <a:pt x="11749" y="7492"/>
                  </a:lnTo>
                  <a:lnTo>
                    <a:pt x="11749" y="7052"/>
                  </a:lnTo>
                  <a:cubicBezTo>
                    <a:pt x="11749" y="6823"/>
                    <a:pt x="11562" y="6637"/>
                    <a:pt x="11334" y="6637"/>
                  </a:cubicBezTo>
                  <a:lnTo>
                    <a:pt x="11319" y="6637"/>
                  </a:lnTo>
                  <a:lnTo>
                    <a:pt x="11319" y="2326"/>
                  </a:lnTo>
                  <a:close/>
                  <a:moveTo>
                    <a:pt x="2780" y="7034"/>
                  </a:moveTo>
                  <a:lnTo>
                    <a:pt x="2780" y="7477"/>
                  </a:lnTo>
                  <a:cubicBezTo>
                    <a:pt x="2787" y="7604"/>
                    <a:pt x="2885" y="7667"/>
                    <a:pt x="2982" y="7667"/>
                  </a:cubicBezTo>
                  <a:cubicBezTo>
                    <a:pt x="3079" y="7667"/>
                    <a:pt x="3176" y="7604"/>
                    <a:pt x="3181" y="7477"/>
                  </a:cubicBezTo>
                  <a:lnTo>
                    <a:pt x="3181" y="7038"/>
                  </a:lnTo>
                  <a:lnTo>
                    <a:pt x="3628" y="7038"/>
                  </a:lnTo>
                  <a:cubicBezTo>
                    <a:pt x="3635" y="7038"/>
                    <a:pt x="3639" y="7041"/>
                    <a:pt x="3639" y="7052"/>
                  </a:cubicBezTo>
                  <a:lnTo>
                    <a:pt x="3639" y="8121"/>
                  </a:lnTo>
                  <a:cubicBezTo>
                    <a:pt x="3639" y="8128"/>
                    <a:pt x="3635" y="8132"/>
                    <a:pt x="3628" y="8132"/>
                  </a:cubicBezTo>
                  <a:lnTo>
                    <a:pt x="2340" y="8132"/>
                  </a:lnTo>
                  <a:cubicBezTo>
                    <a:pt x="2333" y="8132"/>
                    <a:pt x="2326" y="8128"/>
                    <a:pt x="2326" y="8121"/>
                  </a:cubicBezTo>
                  <a:lnTo>
                    <a:pt x="2326" y="7048"/>
                  </a:lnTo>
                  <a:cubicBezTo>
                    <a:pt x="2326" y="7041"/>
                    <a:pt x="2333" y="7034"/>
                    <a:pt x="2340" y="7034"/>
                  </a:cubicBezTo>
                  <a:close/>
                  <a:moveTo>
                    <a:pt x="11334" y="7038"/>
                  </a:moveTo>
                  <a:cubicBezTo>
                    <a:pt x="11341" y="7038"/>
                    <a:pt x="11344" y="7041"/>
                    <a:pt x="11348" y="7052"/>
                  </a:cubicBezTo>
                  <a:lnTo>
                    <a:pt x="11348" y="8121"/>
                  </a:lnTo>
                  <a:cubicBezTo>
                    <a:pt x="11348" y="8128"/>
                    <a:pt x="11341" y="8132"/>
                    <a:pt x="11334" y="8132"/>
                  </a:cubicBezTo>
                  <a:lnTo>
                    <a:pt x="10049" y="8132"/>
                  </a:lnTo>
                  <a:cubicBezTo>
                    <a:pt x="10039" y="8132"/>
                    <a:pt x="10035" y="8128"/>
                    <a:pt x="10035" y="8121"/>
                  </a:cubicBezTo>
                  <a:lnTo>
                    <a:pt x="10035" y="7052"/>
                  </a:lnTo>
                  <a:cubicBezTo>
                    <a:pt x="10035" y="7041"/>
                    <a:pt x="10039" y="7038"/>
                    <a:pt x="10049" y="7038"/>
                  </a:cubicBezTo>
                  <a:lnTo>
                    <a:pt x="10489" y="7038"/>
                  </a:lnTo>
                  <a:lnTo>
                    <a:pt x="10489" y="7477"/>
                  </a:lnTo>
                  <a:cubicBezTo>
                    <a:pt x="10486" y="7594"/>
                    <a:pt x="10577" y="7689"/>
                    <a:pt x="10690" y="7689"/>
                  </a:cubicBezTo>
                  <a:cubicBezTo>
                    <a:pt x="10806" y="7689"/>
                    <a:pt x="10897" y="7594"/>
                    <a:pt x="10890" y="7477"/>
                  </a:cubicBezTo>
                  <a:lnTo>
                    <a:pt x="10890" y="7038"/>
                  </a:lnTo>
                  <a:close/>
                  <a:moveTo>
                    <a:pt x="827" y="7555"/>
                  </a:moveTo>
                  <a:cubicBezTo>
                    <a:pt x="1148" y="7777"/>
                    <a:pt x="1524" y="7893"/>
                    <a:pt x="1911" y="7893"/>
                  </a:cubicBezTo>
                  <a:lnTo>
                    <a:pt x="1925" y="7893"/>
                  </a:lnTo>
                  <a:lnTo>
                    <a:pt x="1925" y="8121"/>
                  </a:lnTo>
                  <a:cubicBezTo>
                    <a:pt x="1925" y="8350"/>
                    <a:pt x="2112" y="8533"/>
                    <a:pt x="2340" y="8533"/>
                  </a:cubicBezTo>
                  <a:lnTo>
                    <a:pt x="3209" y="8533"/>
                  </a:lnTo>
                  <a:lnTo>
                    <a:pt x="3209" y="11344"/>
                  </a:lnTo>
                  <a:lnTo>
                    <a:pt x="2755" y="11344"/>
                  </a:lnTo>
                  <a:lnTo>
                    <a:pt x="2755" y="9191"/>
                  </a:lnTo>
                  <a:cubicBezTo>
                    <a:pt x="2748" y="9063"/>
                    <a:pt x="2651" y="8998"/>
                    <a:pt x="2554" y="8998"/>
                  </a:cubicBezTo>
                  <a:cubicBezTo>
                    <a:pt x="2456" y="8998"/>
                    <a:pt x="2360" y="9063"/>
                    <a:pt x="2354" y="9191"/>
                  </a:cubicBezTo>
                  <a:lnTo>
                    <a:pt x="2354" y="11344"/>
                  </a:lnTo>
                  <a:lnTo>
                    <a:pt x="1271" y="11344"/>
                  </a:lnTo>
                  <a:cubicBezTo>
                    <a:pt x="1024" y="11344"/>
                    <a:pt x="827" y="11147"/>
                    <a:pt x="827" y="10904"/>
                  </a:cubicBezTo>
                  <a:lnTo>
                    <a:pt x="827" y="7555"/>
                  </a:lnTo>
                  <a:close/>
                  <a:moveTo>
                    <a:pt x="9634" y="7893"/>
                  </a:moveTo>
                  <a:lnTo>
                    <a:pt x="9634" y="8121"/>
                  </a:lnTo>
                  <a:cubicBezTo>
                    <a:pt x="9634" y="8350"/>
                    <a:pt x="9821" y="8533"/>
                    <a:pt x="10049" y="8533"/>
                  </a:cubicBezTo>
                  <a:lnTo>
                    <a:pt x="10918" y="8533"/>
                  </a:lnTo>
                  <a:lnTo>
                    <a:pt x="10918" y="11344"/>
                  </a:lnTo>
                  <a:lnTo>
                    <a:pt x="10464" y="11344"/>
                  </a:lnTo>
                  <a:lnTo>
                    <a:pt x="10464" y="9191"/>
                  </a:lnTo>
                  <a:cubicBezTo>
                    <a:pt x="10461" y="9078"/>
                    <a:pt x="10373" y="8990"/>
                    <a:pt x="10264" y="8990"/>
                  </a:cubicBezTo>
                  <a:cubicBezTo>
                    <a:pt x="10151" y="8990"/>
                    <a:pt x="10060" y="9078"/>
                    <a:pt x="10063" y="9191"/>
                  </a:cubicBezTo>
                  <a:lnTo>
                    <a:pt x="10063" y="11344"/>
                  </a:lnTo>
                  <a:lnTo>
                    <a:pt x="3610" y="11344"/>
                  </a:lnTo>
                  <a:lnTo>
                    <a:pt x="3610" y="8537"/>
                  </a:lnTo>
                  <a:lnTo>
                    <a:pt x="3625" y="8537"/>
                  </a:lnTo>
                  <a:cubicBezTo>
                    <a:pt x="3853" y="8537"/>
                    <a:pt x="4040" y="8350"/>
                    <a:pt x="4040" y="8121"/>
                  </a:cubicBezTo>
                  <a:lnTo>
                    <a:pt x="4040" y="7893"/>
                  </a:lnTo>
                  <a:close/>
                  <a:moveTo>
                    <a:pt x="12847" y="7555"/>
                  </a:moveTo>
                  <a:lnTo>
                    <a:pt x="12847" y="10904"/>
                  </a:lnTo>
                  <a:cubicBezTo>
                    <a:pt x="12847" y="11147"/>
                    <a:pt x="12646" y="11348"/>
                    <a:pt x="12403" y="11348"/>
                  </a:cubicBezTo>
                  <a:lnTo>
                    <a:pt x="11319" y="11348"/>
                  </a:lnTo>
                  <a:lnTo>
                    <a:pt x="11319" y="8537"/>
                  </a:lnTo>
                  <a:lnTo>
                    <a:pt x="11334" y="8537"/>
                  </a:lnTo>
                  <a:cubicBezTo>
                    <a:pt x="11562" y="8537"/>
                    <a:pt x="11749" y="8350"/>
                    <a:pt x="11749" y="8121"/>
                  </a:cubicBezTo>
                  <a:lnTo>
                    <a:pt x="11749" y="7893"/>
                  </a:lnTo>
                  <a:lnTo>
                    <a:pt x="11763" y="7893"/>
                  </a:lnTo>
                  <a:cubicBezTo>
                    <a:pt x="12150" y="7893"/>
                    <a:pt x="12526" y="7777"/>
                    <a:pt x="12847" y="7555"/>
                  </a:cubicBezTo>
                  <a:close/>
                  <a:moveTo>
                    <a:pt x="5848" y="1"/>
                  </a:moveTo>
                  <a:cubicBezTo>
                    <a:pt x="5453" y="1"/>
                    <a:pt x="5112" y="274"/>
                    <a:pt x="5032" y="659"/>
                  </a:cubicBezTo>
                  <a:lnTo>
                    <a:pt x="4750" y="1925"/>
                  </a:lnTo>
                  <a:lnTo>
                    <a:pt x="1056" y="1925"/>
                  </a:lnTo>
                  <a:cubicBezTo>
                    <a:pt x="472" y="1929"/>
                    <a:pt x="1" y="2400"/>
                    <a:pt x="1" y="2981"/>
                  </a:cubicBezTo>
                  <a:lnTo>
                    <a:pt x="1" y="5979"/>
                  </a:lnTo>
                  <a:cubicBezTo>
                    <a:pt x="1" y="6418"/>
                    <a:pt x="152" y="6844"/>
                    <a:pt x="430" y="7185"/>
                  </a:cubicBezTo>
                  <a:lnTo>
                    <a:pt x="430" y="10904"/>
                  </a:lnTo>
                  <a:cubicBezTo>
                    <a:pt x="430" y="11369"/>
                    <a:pt x="806" y="11745"/>
                    <a:pt x="1271" y="11749"/>
                  </a:cubicBezTo>
                  <a:lnTo>
                    <a:pt x="12407" y="11749"/>
                  </a:lnTo>
                  <a:cubicBezTo>
                    <a:pt x="12871" y="11745"/>
                    <a:pt x="13248" y="11369"/>
                    <a:pt x="13248" y="10904"/>
                  </a:cubicBezTo>
                  <a:lnTo>
                    <a:pt x="13248" y="7185"/>
                  </a:lnTo>
                  <a:cubicBezTo>
                    <a:pt x="13526" y="6844"/>
                    <a:pt x="13677" y="6418"/>
                    <a:pt x="13677" y="5979"/>
                  </a:cubicBezTo>
                  <a:lnTo>
                    <a:pt x="13673" y="2981"/>
                  </a:lnTo>
                  <a:cubicBezTo>
                    <a:pt x="13673" y="2400"/>
                    <a:pt x="13202" y="1929"/>
                    <a:pt x="12618" y="1925"/>
                  </a:cubicBezTo>
                  <a:lnTo>
                    <a:pt x="8923" y="1925"/>
                  </a:lnTo>
                  <a:lnTo>
                    <a:pt x="8642" y="659"/>
                  </a:lnTo>
                  <a:cubicBezTo>
                    <a:pt x="8562" y="274"/>
                    <a:pt x="8221" y="1"/>
                    <a:pt x="7830" y="1"/>
                  </a:cubicBezTo>
                  <a:cubicBezTo>
                    <a:pt x="7827" y="1"/>
                    <a:pt x="7825" y="1"/>
                    <a:pt x="7822" y="1"/>
                  </a:cubicBezTo>
                  <a:lnTo>
                    <a:pt x="5855" y="1"/>
                  </a:lnTo>
                  <a:cubicBezTo>
                    <a:pt x="5853" y="1"/>
                    <a:pt x="5850" y="1"/>
                    <a:pt x="5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3" name="Google Shape;22023;p91"/>
            <p:cNvSpPr/>
            <p:nvPr/>
          </p:nvSpPr>
          <p:spPr>
            <a:xfrm>
              <a:off x="6703106" y="1701242"/>
              <a:ext cx="66162" cy="32717"/>
            </a:xfrm>
            <a:custGeom>
              <a:rect b="b" l="l" r="r" t="t"/>
              <a:pathLst>
                <a:path extrusionOk="0" h="1257" w="2542">
                  <a:moveTo>
                    <a:pt x="1069" y="0"/>
                  </a:moveTo>
                  <a:cubicBezTo>
                    <a:pt x="1065" y="0"/>
                    <a:pt x="1061" y="0"/>
                    <a:pt x="1056" y="1"/>
                  </a:cubicBezTo>
                  <a:lnTo>
                    <a:pt x="416" y="1"/>
                  </a:lnTo>
                  <a:cubicBezTo>
                    <a:pt x="184" y="1"/>
                    <a:pt x="1" y="187"/>
                    <a:pt x="1" y="416"/>
                  </a:cubicBezTo>
                  <a:lnTo>
                    <a:pt x="1" y="845"/>
                  </a:lnTo>
                  <a:cubicBezTo>
                    <a:pt x="1" y="1070"/>
                    <a:pt x="187" y="1257"/>
                    <a:pt x="416" y="1257"/>
                  </a:cubicBezTo>
                  <a:lnTo>
                    <a:pt x="2126" y="1257"/>
                  </a:lnTo>
                  <a:cubicBezTo>
                    <a:pt x="2355" y="1257"/>
                    <a:pt x="2541" y="1070"/>
                    <a:pt x="2541" y="841"/>
                  </a:cubicBezTo>
                  <a:lnTo>
                    <a:pt x="2541" y="412"/>
                  </a:lnTo>
                  <a:cubicBezTo>
                    <a:pt x="2541" y="184"/>
                    <a:pt x="2355" y="1"/>
                    <a:pt x="2126" y="1"/>
                  </a:cubicBezTo>
                  <a:lnTo>
                    <a:pt x="1915" y="1"/>
                  </a:lnTo>
                  <a:cubicBezTo>
                    <a:pt x="1910" y="0"/>
                    <a:pt x="1906" y="0"/>
                    <a:pt x="1901" y="0"/>
                  </a:cubicBezTo>
                  <a:cubicBezTo>
                    <a:pt x="1638" y="0"/>
                    <a:pt x="1638" y="398"/>
                    <a:pt x="1901" y="398"/>
                  </a:cubicBezTo>
                  <a:cubicBezTo>
                    <a:pt x="1906" y="398"/>
                    <a:pt x="1910" y="398"/>
                    <a:pt x="1915" y="398"/>
                  </a:cubicBezTo>
                  <a:lnTo>
                    <a:pt x="2126" y="398"/>
                  </a:lnTo>
                  <a:cubicBezTo>
                    <a:pt x="2136" y="398"/>
                    <a:pt x="2140" y="405"/>
                    <a:pt x="2140" y="412"/>
                  </a:cubicBezTo>
                  <a:lnTo>
                    <a:pt x="2140" y="845"/>
                  </a:lnTo>
                  <a:cubicBezTo>
                    <a:pt x="2140" y="852"/>
                    <a:pt x="2136" y="856"/>
                    <a:pt x="2126" y="856"/>
                  </a:cubicBezTo>
                  <a:lnTo>
                    <a:pt x="416" y="856"/>
                  </a:lnTo>
                  <a:cubicBezTo>
                    <a:pt x="405" y="856"/>
                    <a:pt x="402" y="852"/>
                    <a:pt x="402" y="845"/>
                  </a:cubicBezTo>
                  <a:lnTo>
                    <a:pt x="402" y="416"/>
                  </a:lnTo>
                  <a:cubicBezTo>
                    <a:pt x="402" y="409"/>
                    <a:pt x="405" y="402"/>
                    <a:pt x="416" y="402"/>
                  </a:cubicBezTo>
                  <a:lnTo>
                    <a:pt x="1056" y="402"/>
                  </a:lnTo>
                  <a:cubicBezTo>
                    <a:pt x="1058" y="402"/>
                    <a:pt x="1061" y="402"/>
                    <a:pt x="1063" y="402"/>
                  </a:cubicBezTo>
                  <a:cubicBezTo>
                    <a:pt x="1176" y="402"/>
                    <a:pt x="1267" y="312"/>
                    <a:pt x="1267" y="201"/>
                  </a:cubicBezTo>
                  <a:cubicBezTo>
                    <a:pt x="1267" y="89"/>
                    <a:pt x="1179" y="0"/>
                    <a:pt x="10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24" name="Google Shape;22024;p91"/>
          <p:cNvGrpSpPr/>
          <p:nvPr/>
        </p:nvGrpSpPr>
        <p:grpSpPr>
          <a:xfrm>
            <a:off x="1809858" y="2454296"/>
            <a:ext cx="417065" cy="312018"/>
            <a:chOff x="1809858" y="2454296"/>
            <a:chExt cx="417065" cy="312018"/>
          </a:xfrm>
        </p:grpSpPr>
        <p:sp>
          <p:nvSpPr>
            <p:cNvPr id="22025" name="Google Shape;22025;p91"/>
            <p:cNvSpPr/>
            <p:nvPr/>
          </p:nvSpPr>
          <p:spPr>
            <a:xfrm>
              <a:off x="1816833" y="2460438"/>
              <a:ext cx="404780" cy="215117"/>
            </a:xfrm>
            <a:custGeom>
              <a:rect b="b" l="l" r="r" t="t"/>
              <a:pathLst>
                <a:path extrusionOk="0" h="8265" w="15552">
                  <a:moveTo>
                    <a:pt x="6255" y="0"/>
                  </a:moveTo>
                  <a:cubicBezTo>
                    <a:pt x="6100" y="0"/>
                    <a:pt x="5944" y="10"/>
                    <a:pt x="5788" y="31"/>
                  </a:cubicBezTo>
                  <a:cubicBezTo>
                    <a:pt x="4423" y="218"/>
                    <a:pt x="3293" y="1185"/>
                    <a:pt x="2899" y="2505"/>
                  </a:cubicBezTo>
                  <a:lnTo>
                    <a:pt x="2878" y="2505"/>
                  </a:lnTo>
                  <a:cubicBezTo>
                    <a:pt x="1288" y="2505"/>
                    <a:pt x="0" y="3792"/>
                    <a:pt x="0" y="5383"/>
                  </a:cubicBezTo>
                  <a:cubicBezTo>
                    <a:pt x="0" y="6973"/>
                    <a:pt x="1288" y="8264"/>
                    <a:pt x="2878" y="8264"/>
                  </a:cubicBezTo>
                  <a:lnTo>
                    <a:pt x="13142" y="8264"/>
                  </a:lnTo>
                  <a:cubicBezTo>
                    <a:pt x="13152" y="8265"/>
                    <a:pt x="13163" y="8265"/>
                    <a:pt x="13174" y="8265"/>
                  </a:cubicBezTo>
                  <a:cubicBezTo>
                    <a:pt x="14486" y="8265"/>
                    <a:pt x="15552" y="7202"/>
                    <a:pt x="15552" y="5886"/>
                  </a:cubicBezTo>
                  <a:cubicBezTo>
                    <a:pt x="15552" y="4572"/>
                    <a:pt x="14489" y="3507"/>
                    <a:pt x="13180" y="3507"/>
                  </a:cubicBezTo>
                  <a:cubicBezTo>
                    <a:pt x="13167" y="3507"/>
                    <a:pt x="13154" y="3507"/>
                    <a:pt x="13142" y="3507"/>
                  </a:cubicBezTo>
                  <a:lnTo>
                    <a:pt x="13142" y="3504"/>
                  </a:lnTo>
                  <a:cubicBezTo>
                    <a:pt x="13057" y="3504"/>
                    <a:pt x="12969" y="3511"/>
                    <a:pt x="12885" y="3522"/>
                  </a:cubicBezTo>
                  <a:cubicBezTo>
                    <a:pt x="12501" y="2290"/>
                    <a:pt x="11366" y="1503"/>
                    <a:pt x="10144" y="1503"/>
                  </a:cubicBezTo>
                  <a:cubicBezTo>
                    <a:pt x="9841" y="1503"/>
                    <a:pt x="9533" y="1551"/>
                    <a:pt x="9229" y="1653"/>
                  </a:cubicBezTo>
                  <a:cubicBezTo>
                    <a:pt x="8584" y="616"/>
                    <a:pt x="7453" y="0"/>
                    <a:pt x="625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6" name="Google Shape;22026;p91"/>
            <p:cNvSpPr/>
            <p:nvPr/>
          </p:nvSpPr>
          <p:spPr>
            <a:xfrm>
              <a:off x="1815454" y="2525793"/>
              <a:ext cx="368706" cy="149762"/>
            </a:xfrm>
            <a:custGeom>
              <a:rect b="b" l="l" r="r" t="t"/>
              <a:pathLst>
                <a:path extrusionOk="0" h="5754" w="14166">
                  <a:moveTo>
                    <a:pt x="2805" y="1"/>
                  </a:moveTo>
                  <a:lnTo>
                    <a:pt x="2805" y="1"/>
                  </a:lnTo>
                  <a:cubicBezTo>
                    <a:pt x="1228" y="68"/>
                    <a:pt x="0" y="1394"/>
                    <a:pt x="53" y="2970"/>
                  </a:cubicBezTo>
                  <a:cubicBezTo>
                    <a:pt x="102" y="4540"/>
                    <a:pt x="1453" y="5753"/>
                    <a:pt x="3023" y="5753"/>
                  </a:cubicBezTo>
                  <a:lnTo>
                    <a:pt x="13195" y="5753"/>
                  </a:lnTo>
                  <a:cubicBezTo>
                    <a:pt x="13254" y="5753"/>
                    <a:pt x="13318" y="5750"/>
                    <a:pt x="13378" y="5746"/>
                  </a:cubicBezTo>
                  <a:cubicBezTo>
                    <a:pt x="14166" y="5683"/>
                    <a:pt x="14102" y="4501"/>
                    <a:pt x="13314" y="4501"/>
                  </a:cubicBezTo>
                  <a:lnTo>
                    <a:pt x="11569" y="4501"/>
                  </a:lnTo>
                  <a:cubicBezTo>
                    <a:pt x="11428" y="4501"/>
                    <a:pt x="11316" y="4388"/>
                    <a:pt x="11316" y="4251"/>
                  </a:cubicBezTo>
                  <a:lnTo>
                    <a:pt x="11316" y="3456"/>
                  </a:lnTo>
                  <a:cubicBezTo>
                    <a:pt x="11319" y="3122"/>
                    <a:pt x="11186" y="2805"/>
                    <a:pt x="10950" y="2569"/>
                  </a:cubicBezTo>
                  <a:lnTo>
                    <a:pt x="9490" y="1109"/>
                  </a:lnTo>
                  <a:cubicBezTo>
                    <a:pt x="9257" y="877"/>
                    <a:pt x="8937" y="743"/>
                    <a:pt x="8607" y="743"/>
                  </a:cubicBezTo>
                  <a:lnTo>
                    <a:pt x="5306" y="743"/>
                  </a:lnTo>
                  <a:cubicBezTo>
                    <a:pt x="4754" y="743"/>
                    <a:pt x="4307" y="1194"/>
                    <a:pt x="4307" y="1746"/>
                  </a:cubicBezTo>
                  <a:lnTo>
                    <a:pt x="4307" y="3963"/>
                  </a:lnTo>
                  <a:cubicBezTo>
                    <a:pt x="4307" y="4107"/>
                    <a:pt x="4188" y="4215"/>
                    <a:pt x="4054" y="4215"/>
                  </a:cubicBezTo>
                  <a:cubicBezTo>
                    <a:pt x="4019" y="4215"/>
                    <a:pt x="3983" y="4207"/>
                    <a:pt x="3948" y="4191"/>
                  </a:cubicBezTo>
                  <a:cubicBezTo>
                    <a:pt x="3016" y="3737"/>
                    <a:pt x="2344" y="2819"/>
                    <a:pt x="2305" y="1728"/>
                  </a:cubicBezTo>
                  <a:cubicBezTo>
                    <a:pt x="2280" y="1116"/>
                    <a:pt x="2456" y="507"/>
                    <a:pt x="2805"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7" name="Google Shape;22027;p91"/>
            <p:cNvSpPr/>
            <p:nvPr/>
          </p:nvSpPr>
          <p:spPr>
            <a:xfrm>
              <a:off x="1947127" y="2564731"/>
              <a:ext cx="143359" cy="195440"/>
            </a:xfrm>
            <a:custGeom>
              <a:rect b="b" l="l" r="r" t="t"/>
              <a:pathLst>
                <a:path extrusionOk="0" h="7509" w="5508">
                  <a:moveTo>
                    <a:pt x="251" y="0"/>
                  </a:moveTo>
                  <a:cubicBezTo>
                    <a:pt x="114" y="0"/>
                    <a:pt x="1" y="113"/>
                    <a:pt x="1" y="250"/>
                  </a:cubicBezTo>
                  <a:lnTo>
                    <a:pt x="1" y="7259"/>
                  </a:lnTo>
                  <a:cubicBezTo>
                    <a:pt x="1" y="7399"/>
                    <a:pt x="114" y="7508"/>
                    <a:pt x="251" y="7508"/>
                  </a:cubicBezTo>
                  <a:lnTo>
                    <a:pt x="5258" y="7508"/>
                  </a:lnTo>
                  <a:cubicBezTo>
                    <a:pt x="5260" y="7509"/>
                    <a:pt x="5262" y="7509"/>
                    <a:pt x="5264" y="7509"/>
                  </a:cubicBezTo>
                  <a:cubicBezTo>
                    <a:pt x="5398" y="7509"/>
                    <a:pt x="5507" y="7397"/>
                    <a:pt x="5507" y="7259"/>
                  </a:cubicBezTo>
                  <a:lnTo>
                    <a:pt x="5507" y="1960"/>
                  </a:lnTo>
                  <a:cubicBezTo>
                    <a:pt x="5507" y="1826"/>
                    <a:pt x="5455" y="1700"/>
                    <a:pt x="5363" y="1605"/>
                  </a:cubicBezTo>
                  <a:lnTo>
                    <a:pt x="3903" y="144"/>
                  </a:lnTo>
                  <a:cubicBezTo>
                    <a:pt x="3808" y="53"/>
                    <a:pt x="3681" y="0"/>
                    <a:pt x="354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8" name="Google Shape;22028;p91"/>
            <p:cNvSpPr/>
            <p:nvPr/>
          </p:nvSpPr>
          <p:spPr>
            <a:xfrm>
              <a:off x="2044860" y="2610331"/>
              <a:ext cx="45626" cy="13014"/>
            </a:xfrm>
            <a:custGeom>
              <a:rect b="b" l="l" r="r" t="t"/>
              <a:pathLst>
                <a:path extrusionOk="0" h="500" w="1753">
                  <a:moveTo>
                    <a:pt x="0" y="0"/>
                  </a:moveTo>
                  <a:lnTo>
                    <a:pt x="0" y="500"/>
                  </a:lnTo>
                  <a:lnTo>
                    <a:pt x="1752" y="500"/>
                  </a:lnTo>
                  <a:lnTo>
                    <a:pt x="1752" y="208"/>
                  </a:lnTo>
                  <a:cubicBezTo>
                    <a:pt x="1752" y="134"/>
                    <a:pt x="1735" y="64"/>
                    <a:pt x="1707"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9" name="Google Shape;22029;p91"/>
            <p:cNvSpPr/>
            <p:nvPr/>
          </p:nvSpPr>
          <p:spPr>
            <a:xfrm>
              <a:off x="1809858" y="2454296"/>
              <a:ext cx="417065" cy="227298"/>
            </a:xfrm>
            <a:custGeom>
              <a:rect b="b" l="l" r="r" t="t"/>
              <a:pathLst>
                <a:path extrusionOk="0" h="8733" w="16024">
                  <a:moveTo>
                    <a:pt x="6521" y="0"/>
                  </a:moveTo>
                  <a:cubicBezTo>
                    <a:pt x="5737" y="0"/>
                    <a:pt x="4947" y="246"/>
                    <a:pt x="4272" y="756"/>
                  </a:cubicBezTo>
                  <a:cubicBezTo>
                    <a:pt x="3685" y="1203"/>
                    <a:pt x="3241" y="1812"/>
                    <a:pt x="2995" y="2509"/>
                  </a:cubicBezTo>
                  <a:cubicBezTo>
                    <a:pt x="1310" y="2593"/>
                    <a:pt x="1" y="4004"/>
                    <a:pt x="39" y="5693"/>
                  </a:cubicBezTo>
                  <a:cubicBezTo>
                    <a:pt x="82" y="7378"/>
                    <a:pt x="1457" y="8726"/>
                    <a:pt x="3146" y="8729"/>
                  </a:cubicBezTo>
                  <a:lnTo>
                    <a:pt x="4272" y="8729"/>
                  </a:lnTo>
                  <a:cubicBezTo>
                    <a:pt x="4571" y="8719"/>
                    <a:pt x="4571" y="8275"/>
                    <a:pt x="4272" y="8261"/>
                  </a:cubicBezTo>
                  <a:lnTo>
                    <a:pt x="3146" y="8261"/>
                  </a:lnTo>
                  <a:cubicBezTo>
                    <a:pt x="1700" y="8244"/>
                    <a:pt x="536" y="7068"/>
                    <a:pt x="532" y="5619"/>
                  </a:cubicBezTo>
                  <a:cubicBezTo>
                    <a:pt x="532" y="4173"/>
                    <a:pt x="1693" y="2991"/>
                    <a:pt x="3143" y="2973"/>
                  </a:cubicBezTo>
                  <a:lnTo>
                    <a:pt x="3167" y="2973"/>
                  </a:lnTo>
                  <a:cubicBezTo>
                    <a:pt x="3269" y="2973"/>
                    <a:pt x="3361" y="2903"/>
                    <a:pt x="3389" y="2804"/>
                  </a:cubicBezTo>
                  <a:cubicBezTo>
                    <a:pt x="3593" y="2139"/>
                    <a:pt x="3998" y="1551"/>
                    <a:pt x="4554" y="1133"/>
                  </a:cubicBezTo>
                  <a:cubicBezTo>
                    <a:pt x="5145" y="684"/>
                    <a:pt x="5836" y="470"/>
                    <a:pt x="6520" y="470"/>
                  </a:cubicBezTo>
                  <a:cubicBezTo>
                    <a:pt x="7606" y="470"/>
                    <a:pt x="8675" y="1011"/>
                    <a:pt x="9297" y="2012"/>
                  </a:cubicBezTo>
                  <a:cubicBezTo>
                    <a:pt x="9342" y="2083"/>
                    <a:pt x="9420" y="2122"/>
                    <a:pt x="9499" y="2122"/>
                  </a:cubicBezTo>
                  <a:cubicBezTo>
                    <a:pt x="9523" y="2122"/>
                    <a:pt x="9547" y="2118"/>
                    <a:pt x="9571" y="2111"/>
                  </a:cubicBezTo>
                  <a:cubicBezTo>
                    <a:pt x="9850" y="2017"/>
                    <a:pt x="10133" y="1973"/>
                    <a:pt x="10411" y="1973"/>
                  </a:cubicBezTo>
                  <a:cubicBezTo>
                    <a:pt x="11532" y="1973"/>
                    <a:pt x="12576" y="2694"/>
                    <a:pt x="12931" y="3824"/>
                  </a:cubicBezTo>
                  <a:cubicBezTo>
                    <a:pt x="12961" y="3926"/>
                    <a:pt x="13054" y="3991"/>
                    <a:pt x="13155" y="3991"/>
                  </a:cubicBezTo>
                  <a:cubicBezTo>
                    <a:pt x="13162" y="3991"/>
                    <a:pt x="13170" y="3991"/>
                    <a:pt x="13177" y="3990"/>
                  </a:cubicBezTo>
                  <a:cubicBezTo>
                    <a:pt x="13259" y="3981"/>
                    <a:pt x="13339" y="3976"/>
                    <a:pt x="13419" y="3976"/>
                  </a:cubicBezTo>
                  <a:cubicBezTo>
                    <a:pt x="14541" y="3976"/>
                    <a:pt x="15490" y="4856"/>
                    <a:pt x="15552" y="6002"/>
                  </a:cubicBezTo>
                  <a:cubicBezTo>
                    <a:pt x="15619" y="7230"/>
                    <a:pt x="14641" y="8265"/>
                    <a:pt x="13410" y="8265"/>
                  </a:cubicBezTo>
                  <a:lnTo>
                    <a:pt x="11784" y="8265"/>
                  </a:lnTo>
                  <a:cubicBezTo>
                    <a:pt x="11485" y="8275"/>
                    <a:pt x="11485" y="8719"/>
                    <a:pt x="11784" y="8733"/>
                  </a:cubicBezTo>
                  <a:lnTo>
                    <a:pt x="13410" y="8733"/>
                  </a:lnTo>
                  <a:cubicBezTo>
                    <a:pt x="14852" y="8733"/>
                    <a:pt x="16024" y="7561"/>
                    <a:pt x="16024" y="6118"/>
                  </a:cubicBezTo>
                  <a:cubicBezTo>
                    <a:pt x="16024" y="4676"/>
                    <a:pt x="14852" y="3508"/>
                    <a:pt x="13410" y="3508"/>
                  </a:cubicBezTo>
                  <a:lnTo>
                    <a:pt x="13315" y="3508"/>
                  </a:lnTo>
                  <a:cubicBezTo>
                    <a:pt x="13104" y="2955"/>
                    <a:pt x="12741" y="2473"/>
                    <a:pt x="12266" y="2118"/>
                  </a:cubicBezTo>
                  <a:cubicBezTo>
                    <a:pt x="11725" y="1714"/>
                    <a:pt x="11073" y="1503"/>
                    <a:pt x="10411" y="1503"/>
                  </a:cubicBezTo>
                  <a:cubicBezTo>
                    <a:pt x="10138" y="1503"/>
                    <a:pt x="9864" y="1538"/>
                    <a:pt x="9596" y="1611"/>
                  </a:cubicBezTo>
                  <a:cubicBezTo>
                    <a:pt x="8870" y="560"/>
                    <a:pt x="7703" y="0"/>
                    <a:pt x="6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0" name="Google Shape;22030;p91"/>
            <p:cNvSpPr/>
            <p:nvPr/>
          </p:nvSpPr>
          <p:spPr>
            <a:xfrm>
              <a:off x="1941010" y="2558588"/>
              <a:ext cx="155514" cy="207725"/>
            </a:xfrm>
            <a:custGeom>
              <a:rect b="b" l="l" r="r" t="t"/>
              <a:pathLst>
                <a:path extrusionOk="0" h="7981" w="5975">
                  <a:moveTo>
                    <a:pt x="3505" y="468"/>
                  </a:moveTo>
                  <a:lnTo>
                    <a:pt x="3505" y="1988"/>
                  </a:lnTo>
                  <a:cubicBezTo>
                    <a:pt x="3505" y="2256"/>
                    <a:pt x="3723" y="2474"/>
                    <a:pt x="3990" y="2474"/>
                  </a:cubicBezTo>
                  <a:lnTo>
                    <a:pt x="4740" y="2474"/>
                  </a:lnTo>
                  <a:cubicBezTo>
                    <a:pt x="4742" y="2474"/>
                    <a:pt x="4744" y="2474"/>
                    <a:pt x="4746" y="2474"/>
                  </a:cubicBezTo>
                  <a:cubicBezTo>
                    <a:pt x="4877" y="2474"/>
                    <a:pt x="4986" y="2370"/>
                    <a:pt x="4986" y="2238"/>
                  </a:cubicBezTo>
                  <a:cubicBezTo>
                    <a:pt x="4986" y="2107"/>
                    <a:pt x="4877" y="2002"/>
                    <a:pt x="4746" y="2002"/>
                  </a:cubicBezTo>
                  <a:cubicBezTo>
                    <a:pt x="4744" y="2002"/>
                    <a:pt x="4742" y="2002"/>
                    <a:pt x="4740" y="2002"/>
                  </a:cubicBezTo>
                  <a:lnTo>
                    <a:pt x="3990" y="2002"/>
                  </a:lnTo>
                  <a:cubicBezTo>
                    <a:pt x="3980" y="2002"/>
                    <a:pt x="3973" y="1995"/>
                    <a:pt x="3973" y="1988"/>
                  </a:cubicBezTo>
                  <a:lnTo>
                    <a:pt x="3973" y="549"/>
                  </a:lnTo>
                  <a:lnTo>
                    <a:pt x="5429" y="2006"/>
                  </a:lnTo>
                  <a:cubicBezTo>
                    <a:pt x="5478" y="2055"/>
                    <a:pt x="5507" y="2126"/>
                    <a:pt x="5507" y="2196"/>
                  </a:cubicBezTo>
                  <a:lnTo>
                    <a:pt x="5510" y="7495"/>
                  </a:lnTo>
                  <a:cubicBezTo>
                    <a:pt x="5510" y="7505"/>
                    <a:pt x="5500" y="7512"/>
                    <a:pt x="5493" y="7512"/>
                  </a:cubicBezTo>
                  <a:lnTo>
                    <a:pt x="486" y="7512"/>
                  </a:lnTo>
                  <a:cubicBezTo>
                    <a:pt x="475" y="7512"/>
                    <a:pt x="468" y="7505"/>
                    <a:pt x="468" y="7495"/>
                  </a:cubicBezTo>
                  <a:lnTo>
                    <a:pt x="468" y="486"/>
                  </a:lnTo>
                  <a:cubicBezTo>
                    <a:pt x="468" y="475"/>
                    <a:pt x="475" y="468"/>
                    <a:pt x="486" y="468"/>
                  </a:cubicBezTo>
                  <a:close/>
                  <a:moveTo>
                    <a:pt x="482" y="0"/>
                  </a:moveTo>
                  <a:cubicBezTo>
                    <a:pt x="218" y="0"/>
                    <a:pt x="0" y="219"/>
                    <a:pt x="0" y="486"/>
                  </a:cubicBezTo>
                  <a:lnTo>
                    <a:pt x="0" y="7495"/>
                  </a:lnTo>
                  <a:cubicBezTo>
                    <a:pt x="0" y="7762"/>
                    <a:pt x="218" y="7980"/>
                    <a:pt x="482" y="7980"/>
                  </a:cubicBezTo>
                  <a:lnTo>
                    <a:pt x="5493" y="7980"/>
                  </a:lnTo>
                  <a:cubicBezTo>
                    <a:pt x="5760" y="7980"/>
                    <a:pt x="5975" y="7762"/>
                    <a:pt x="5975" y="7495"/>
                  </a:cubicBezTo>
                  <a:lnTo>
                    <a:pt x="5975" y="2196"/>
                  </a:lnTo>
                  <a:cubicBezTo>
                    <a:pt x="5975" y="1999"/>
                    <a:pt x="5897" y="1812"/>
                    <a:pt x="5760" y="1675"/>
                  </a:cubicBezTo>
                  <a:lnTo>
                    <a:pt x="4303" y="215"/>
                  </a:lnTo>
                  <a:cubicBezTo>
                    <a:pt x="4166" y="78"/>
                    <a:pt x="3976" y="0"/>
                    <a:pt x="37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1" name="Google Shape;22031;p91"/>
            <p:cNvSpPr/>
            <p:nvPr/>
          </p:nvSpPr>
          <p:spPr>
            <a:xfrm>
              <a:off x="1984528" y="2643308"/>
              <a:ext cx="68687" cy="84173"/>
            </a:xfrm>
            <a:custGeom>
              <a:rect b="b" l="l" r="r" t="t"/>
              <a:pathLst>
                <a:path extrusionOk="0" h="3234" w="2639">
                  <a:moveTo>
                    <a:pt x="1317" y="1"/>
                  </a:moveTo>
                  <a:cubicBezTo>
                    <a:pt x="1249" y="1"/>
                    <a:pt x="1180" y="30"/>
                    <a:pt x="1132" y="88"/>
                  </a:cubicBezTo>
                  <a:lnTo>
                    <a:pt x="133" y="1340"/>
                  </a:lnTo>
                  <a:cubicBezTo>
                    <a:pt x="1" y="1520"/>
                    <a:pt x="156" y="1716"/>
                    <a:pt x="325" y="1716"/>
                  </a:cubicBezTo>
                  <a:cubicBezTo>
                    <a:pt x="386" y="1716"/>
                    <a:pt x="447" y="1691"/>
                    <a:pt x="499" y="1633"/>
                  </a:cubicBezTo>
                  <a:lnTo>
                    <a:pt x="1083" y="901"/>
                  </a:lnTo>
                  <a:lnTo>
                    <a:pt x="1083" y="2987"/>
                  </a:lnTo>
                  <a:cubicBezTo>
                    <a:pt x="1076" y="3121"/>
                    <a:pt x="1182" y="3233"/>
                    <a:pt x="1315" y="3233"/>
                  </a:cubicBezTo>
                  <a:cubicBezTo>
                    <a:pt x="1449" y="3233"/>
                    <a:pt x="1558" y="3121"/>
                    <a:pt x="1551" y="2987"/>
                  </a:cubicBezTo>
                  <a:lnTo>
                    <a:pt x="1551" y="901"/>
                  </a:lnTo>
                  <a:lnTo>
                    <a:pt x="2135" y="1633"/>
                  </a:lnTo>
                  <a:cubicBezTo>
                    <a:pt x="2187" y="1695"/>
                    <a:pt x="2250" y="1721"/>
                    <a:pt x="2311" y="1721"/>
                  </a:cubicBezTo>
                  <a:cubicBezTo>
                    <a:pt x="2482" y="1721"/>
                    <a:pt x="2638" y="1519"/>
                    <a:pt x="2501" y="1340"/>
                  </a:cubicBezTo>
                  <a:lnTo>
                    <a:pt x="1498" y="88"/>
                  </a:lnTo>
                  <a:cubicBezTo>
                    <a:pt x="1453" y="30"/>
                    <a:pt x="1385" y="1"/>
                    <a:pt x="1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2" name="Google Shape;22032;p91"/>
            <p:cNvSpPr/>
            <p:nvPr/>
          </p:nvSpPr>
          <p:spPr>
            <a:xfrm>
              <a:off x="1984268" y="2481755"/>
              <a:ext cx="54554" cy="37089"/>
            </a:xfrm>
            <a:custGeom>
              <a:rect b="b" l="l" r="r" t="t"/>
              <a:pathLst>
                <a:path extrusionOk="0" h="1425" w="2096">
                  <a:moveTo>
                    <a:pt x="326" y="0"/>
                  </a:moveTo>
                  <a:cubicBezTo>
                    <a:pt x="65" y="0"/>
                    <a:pt x="1" y="395"/>
                    <a:pt x="280" y="461"/>
                  </a:cubicBezTo>
                  <a:cubicBezTo>
                    <a:pt x="822" y="574"/>
                    <a:pt x="1308" y="880"/>
                    <a:pt x="1642" y="1327"/>
                  </a:cubicBezTo>
                  <a:cubicBezTo>
                    <a:pt x="1686" y="1390"/>
                    <a:pt x="1758" y="1424"/>
                    <a:pt x="1831" y="1424"/>
                  </a:cubicBezTo>
                  <a:cubicBezTo>
                    <a:pt x="1880" y="1424"/>
                    <a:pt x="1930" y="1409"/>
                    <a:pt x="1973" y="1376"/>
                  </a:cubicBezTo>
                  <a:cubicBezTo>
                    <a:pt x="2078" y="1299"/>
                    <a:pt x="2096" y="1147"/>
                    <a:pt x="2015" y="1045"/>
                  </a:cubicBezTo>
                  <a:cubicBezTo>
                    <a:pt x="1614" y="507"/>
                    <a:pt x="1030" y="138"/>
                    <a:pt x="372" y="4"/>
                  </a:cubicBezTo>
                  <a:cubicBezTo>
                    <a:pt x="356" y="1"/>
                    <a:pt x="341"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3" name="Google Shape;22033;p91"/>
            <p:cNvSpPr/>
            <p:nvPr/>
          </p:nvSpPr>
          <p:spPr>
            <a:xfrm>
              <a:off x="2088794" y="2522384"/>
              <a:ext cx="42165" cy="35371"/>
            </a:xfrm>
            <a:custGeom>
              <a:rect b="b" l="l" r="r" t="t"/>
              <a:pathLst>
                <a:path extrusionOk="0" h="1359" w="1620">
                  <a:moveTo>
                    <a:pt x="327" y="0"/>
                  </a:moveTo>
                  <a:cubicBezTo>
                    <a:pt x="97" y="0"/>
                    <a:pt x="1" y="339"/>
                    <a:pt x="237" y="448"/>
                  </a:cubicBezTo>
                  <a:lnTo>
                    <a:pt x="237" y="452"/>
                  </a:lnTo>
                  <a:cubicBezTo>
                    <a:pt x="627" y="589"/>
                    <a:pt x="951" y="867"/>
                    <a:pt x="1145" y="1233"/>
                  </a:cubicBezTo>
                  <a:cubicBezTo>
                    <a:pt x="1186" y="1314"/>
                    <a:pt x="1267" y="1359"/>
                    <a:pt x="1351" y="1359"/>
                  </a:cubicBezTo>
                  <a:cubicBezTo>
                    <a:pt x="1388" y="1359"/>
                    <a:pt x="1426" y="1350"/>
                    <a:pt x="1461" y="1332"/>
                  </a:cubicBezTo>
                  <a:cubicBezTo>
                    <a:pt x="1574" y="1272"/>
                    <a:pt x="1620" y="1131"/>
                    <a:pt x="1556" y="1015"/>
                  </a:cubicBezTo>
                  <a:cubicBezTo>
                    <a:pt x="1310" y="543"/>
                    <a:pt x="895" y="185"/>
                    <a:pt x="392" y="9"/>
                  </a:cubicBezTo>
                  <a:cubicBezTo>
                    <a:pt x="369" y="3"/>
                    <a:pt x="348" y="0"/>
                    <a:pt x="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34" name="Google Shape;22034;p91"/>
          <p:cNvGrpSpPr/>
          <p:nvPr/>
        </p:nvGrpSpPr>
        <p:grpSpPr>
          <a:xfrm>
            <a:off x="877266" y="1990798"/>
            <a:ext cx="340934" cy="355952"/>
            <a:chOff x="877266" y="1990798"/>
            <a:chExt cx="340934" cy="355952"/>
          </a:xfrm>
        </p:grpSpPr>
        <p:sp>
          <p:nvSpPr>
            <p:cNvPr id="22035" name="Google Shape;22035;p91"/>
            <p:cNvSpPr/>
            <p:nvPr/>
          </p:nvSpPr>
          <p:spPr>
            <a:xfrm>
              <a:off x="999231" y="1996030"/>
              <a:ext cx="214310" cy="164494"/>
            </a:xfrm>
            <a:custGeom>
              <a:rect b="b" l="l" r="r" t="t"/>
              <a:pathLst>
                <a:path extrusionOk="0" h="6320" w="8234">
                  <a:moveTo>
                    <a:pt x="4583" y="0"/>
                  </a:moveTo>
                  <a:cubicBezTo>
                    <a:pt x="4541" y="0"/>
                    <a:pt x="4502" y="24"/>
                    <a:pt x="4479" y="57"/>
                  </a:cubicBezTo>
                  <a:lnTo>
                    <a:pt x="0" y="6320"/>
                  </a:lnTo>
                  <a:lnTo>
                    <a:pt x="3804" y="6320"/>
                  </a:lnTo>
                  <a:lnTo>
                    <a:pt x="8166" y="219"/>
                  </a:lnTo>
                  <a:cubicBezTo>
                    <a:pt x="8233" y="127"/>
                    <a:pt x="8166" y="0"/>
                    <a:pt x="8054" y="0"/>
                  </a:cubicBezTo>
                  <a:lnTo>
                    <a:pt x="4592" y="0"/>
                  </a:lnTo>
                  <a:cubicBezTo>
                    <a:pt x="4589" y="0"/>
                    <a:pt x="4586" y="0"/>
                    <a:pt x="4583"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6" name="Google Shape;22036;p91"/>
            <p:cNvSpPr/>
            <p:nvPr/>
          </p:nvSpPr>
          <p:spPr>
            <a:xfrm>
              <a:off x="1033379" y="1995926"/>
              <a:ext cx="151688" cy="164520"/>
            </a:xfrm>
            <a:custGeom>
              <a:rect b="b" l="l" r="r" t="t"/>
              <a:pathLst>
                <a:path extrusionOk="0" h="6321" w="5828">
                  <a:moveTo>
                    <a:pt x="4522" y="1"/>
                  </a:moveTo>
                  <a:lnTo>
                    <a:pt x="0" y="6320"/>
                  </a:lnTo>
                  <a:lnTo>
                    <a:pt x="1306" y="6320"/>
                  </a:lnTo>
                  <a:lnTo>
                    <a:pt x="5827"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7" name="Google Shape;22037;p91"/>
            <p:cNvSpPr/>
            <p:nvPr/>
          </p:nvSpPr>
          <p:spPr>
            <a:xfrm>
              <a:off x="1067345" y="1995926"/>
              <a:ext cx="146196" cy="164598"/>
            </a:xfrm>
            <a:custGeom>
              <a:rect b="b" l="l" r="r" t="t"/>
              <a:pathLst>
                <a:path extrusionOk="0" h="6324" w="5617">
                  <a:moveTo>
                    <a:pt x="4522" y="1"/>
                  </a:moveTo>
                  <a:lnTo>
                    <a:pt x="1" y="6324"/>
                  </a:lnTo>
                  <a:lnTo>
                    <a:pt x="1187" y="6324"/>
                  </a:lnTo>
                  <a:lnTo>
                    <a:pt x="5549" y="223"/>
                  </a:lnTo>
                  <a:cubicBezTo>
                    <a:pt x="5616" y="131"/>
                    <a:pt x="5549" y="1"/>
                    <a:pt x="5433"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8" name="Google Shape;22038;p91"/>
            <p:cNvSpPr/>
            <p:nvPr/>
          </p:nvSpPr>
          <p:spPr>
            <a:xfrm>
              <a:off x="884008" y="1996030"/>
              <a:ext cx="214232" cy="164494"/>
            </a:xfrm>
            <a:custGeom>
              <a:rect b="b" l="l" r="r" t="t"/>
              <a:pathLst>
                <a:path extrusionOk="0" h="6320" w="8231">
                  <a:moveTo>
                    <a:pt x="3648" y="0"/>
                  </a:moveTo>
                  <a:cubicBezTo>
                    <a:pt x="3645" y="0"/>
                    <a:pt x="3642" y="0"/>
                    <a:pt x="3639" y="0"/>
                  </a:cubicBezTo>
                  <a:lnTo>
                    <a:pt x="180" y="0"/>
                  </a:lnTo>
                  <a:cubicBezTo>
                    <a:pt x="68" y="0"/>
                    <a:pt x="1" y="127"/>
                    <a:pt x="64" y="219"/>
                  </a:cubicBezTo>
                  <a:lnTo>
                    <a:pt x="4427" y="6320"/>
                  </a:lnTo>
                  <a:lnTo>
                    <a:pt x="8231" y="6320"/>
                  </a:lnTo>
                  <a:lnTo>
                    <a:pt x="3755" y="57"/>
                  </a:lnTo>
                  <a:cubicBezTo>
                    <a:pt x="3729" y="24"/>
                    <a:pt x="3690" y="0"/>
                    <a:pt x="364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9" name="Google Shape;22039;p91"/>
            <p:cNvSpPr/>
            <p:nvPr/>
          </p:nvSpPr>
          <p:spPr>
            <a:xfrm>
              <a:off x="914225" y="1995926"/>
              <a:ext cx="151688" cy="164520"/>
            </a:xfrm>
            <a:custGeom>
              <a:rect b="b" l="l" r="r" t="t"/>
              <a:pathLst>
                <a:path extrusionOk="0" h="6321" w="5828">
                  <a:moveTo>
                    <a:pt x="1" y="1"/>
                  </a:moveTo>
                  <a:lnTo>
                    <a:pt x="4522" y="6320"/>
                  </a:lnTo>
                  <a:lnTo>
                    <a:pt x="5828" y="6320"/>
                  </a:lnTo>
                  <a:lnTo>
                    <a:pt x="130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0" name="Google Shape;22040;p91"/>
            <p:cNvSpPr/>
            <p:nvPr/>
          </p:nvSpPr>
          <p:spPr>
            <a:xfrm>
              <a:off x="884008" y="1995926"/>
              <a:ext cx="147940" cy="164598"/>
            </a:xfrm>
            <a:custGeom>
              <a:rect b="b" l="l" r="r" t="t"/>
              <a:pathLst>
                <a:path extrusionOk="0" h="6324" w="5684">
                  <a:moveTo>
                    <a:pt x="180" y="1"/>
                  </a:moveTo>
                  <a:cubicBezTo>
                    <a:pt x="68" y="1"/>
                    <a:pt x="1" y="131"/>
                    <a:pt x="64" y="223"/>
                  </a:cubicBezTo>
                  <a:lnTo>
                    <a:pt x="4427" y="6324"/>
                  </a:lnTo>
                  <a:lnTo>
                    <a:pt x="5683" y="6324"/>
                  </a:lnTo>
                  <a:lnTo>
                    <a:pt x="116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1" name="Google Shape;22041;p91"/>
            <p:cNvSpPr/>
            <p:nvPr/>
          </p:nvSpPr>
          <p:spPr>
            <a:xfrm>
              <a:off x="1082832" y="2112971"/>
              <a:ext cx="33914" cy="47474"/>
            </a:xfrm>
            <a:custGeom>
              <a:rect b="b" l="l" r="r" t="t"/>
              <a:pathLst>
                <a:path extrusionOk="0" h="1824" w="1303">
                  <a:moveTo>
                    <a:pt x="711" y="1"/>
                  </a:moveTo>
                  <a:lnTo>
                    <a:pt x="0" y="996"/>
                  </a:lnTo>
                  <a:lnTo>
                    <a:pt x="592" y="1823"/>
                  </a:lnTo>
                  <a:lnTo>
                    <a:pt x="1081" y="1141"/>
                  </a:lnTo>
                  <a:lnTo>
                    <a:pt x="1302" y="831"/>
                  </a:lnTo>
                  <a:lnTo>
                    <a:pt x="711"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2" name="Google Shape;22042;p91"/>
            <p:cNvSpPr/>
            <p:nvPr/>
          </p:nvSpPr>
          <p:spPr>
            <a:xfrm>
              <a:off x="1065810" y="2089260"/>
              <a:ext cx="35554" cy="49660"/>
            </a:xfrm>
            <a:custGeom>
              <a:rect b="b" l="l" r="r" t="t"/>
              <a:pathLst>
                <a:path extrusionOk="0" h="1908" w="1366">
                  <a:moveTo>
                    <a:pt x="711" y="0"/>
                  </a:moveTo>
                  <a:lnTo>
                    <a:pt x="0" y="992"/>
                  </a:lnTo>
                  <a:lnTo>
                    <a:pt x="654" y="1907"/>
                  </a:lnTo>
                  <a:lnTo>
                    <a:pt x="1365" y="912"/>
                  </a:lnTo>
                  <a:lnTo>
                    <a:pt x="711"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3" name="Google Shape;22043;p91"/>
            <p:cNvSpPr/>
            <p:nvPr/>
          </p:nvSpPr>
          <p:spPr>
            <a:xfrm>
              <a:off x="1048762" y="2065341"/>
              <a:ext cx="35554" cy="49765"/>
            </a:xfrm>
            <a:custGeom>
              <a:rect b="b" l="l" r="r" t="t"/>
              <a:pathLst>
                <a:path extrusionOk="0" h="1912" w="1366">
                  <a:moveTo>
                    <a:pt x="708" y="1"/>
                  </a:moveTo>
                  <a:lnTo>
                    <a:pt x="1" y="993"/>
                  </a:lnTo>
                  <a:lnTo>
                    <a:pt x="655" y="1911"/>
                  </a:lnTo>
                  <a:lnTo>
                    <a:pt x="1366" y="919"/>
                  </a:lnTo>
                  <a:lnTo>
                    <a:pt x="70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4" name="Google Shape;22044;p91"/>
            <p:cNvSpPr/>
            <p:nvPr/>
          </p:nvSpPr>
          <p:spPr>
            <a:xfrm>
              <a:off x="941711" y="2132752"/>
              <a:ext cx="214050" cy="208767"/>
            </a:xfrm>
            <a:custGeom>
              <a:rect b="b" l="l" r="r" t="t"/>
              <a:pathLst>
                <a:path extrusionOk="0" h="8021" w="8224">
                  <a:moveTo>
                    <a:pt x="4112" y="1"/>
                  </a:moveTo>
                  <a:cubicBezTo>
                    <a:pt x="3946" y="1"/>
                    <a:pt x="3779" y="64"/>
                    <a:pt x="3653" y="191"/>
                  </a:cubicBezTo>
                  <a:cubicBezTo>
                    <a:pt x="3528" y="313"/>
                    <a:pt x="3362" y="378"/>
                    <a:pt x="3194" y="378"/>
                  </a:cubicBezTo>
                  <a:cubicBezTo>
                    <a:pt x="3115" y="378"/>
                    <a:pt x="3036" y="364"/>
                    <a:pt x="2960" y="335"/>
                  </a:cubicBezTo>
                  <a:cubicBezTo>
                    <a:pt x="2884" y="306"/>
                    <a:pt x="2807" y="293"/>
                    <a:pt x="2731" y="293"/>
                  </a:cubicBezTo>
                  <a:cubicBezTo>
                    <a:pt x="2469" y="293"/>
                    <a:pt x="2223" y="452"/>
                    <a:pt x="2122" y="711"/>
                  </a:cubicBezTo>
                  <a:cubicBezTo>
                    <a:pt x="2031" y="947"/>
                    <a:pt x="1805" y="1109"/>
                    <a:pt x="1549" y="1123"/>
                  </a:cubicBezTo>
                  <a:cubicBezTo>
                    <a:pt x="1193" y="1144"/>
                    <a:pt x="915" y="1450"/>
                    <a:pt x="933" y="1806"/>
                  </a:cubicBezTo>
                  <a:cubicBezTo>
                    <a:pt x="947" y="2062"/>
                    <a:pt x="810" y="2302"/>
                    <a:pt x="581" y="2418"/>
                  </a:cubicBezTo>
                  <a:cubicBezTo>
                    <a:pt x="264" y="2583"/>
                    <a:pt x="138" y="2974"/>
                    <a:pt x="300" y="3290"/>
                  </a:cubicBezTo>
                  <a:cubicBezTo>
                    <a:pt x="416" y="3519"/>
                    <a:pt x="384" y="3797"/>
                    <a:pt x="226" y="3994"/>
                  </a:cubicBezTo>
                  <a:cubicBezTo>
                    <a:pt x="0" y="4275"/>
                    <a:pt x="43" y="4684"/>
                    <a:pt x="321" y="4909"/>
                  </a:cubicBezTo>
                  <a:cubicBezTo>
                    <a:pt x="518" y="5071"/>
                    <a:pt x="606" y="5331"/>
                    <a:pt x="539" y="5581"/>
                  </a:cubicBezTo>
                  <a:cubicBezTo>
                    <a:pt x="451" y="5926"/>
                    <a:pt x="655" y="6281"/>
                    <a:pt x="1000" y="6376"/>
                  </a:cubicBezTo>
                  <a:cubicBezTo>
                    <a:pt x="1246" y="6443"/>
                    <a:pt x="1433" y="6647"/>
                    <a:pt x="1471" y="6900"/>
                  </a:cubicBezTo>
                  <a:cubicBezTo>
                    <a:pt x="1525" y="7218"/>
                    <a:pt x="1800" y="7447"/>
                    <a:pt x="2112" y="7447"/>
                  </a:cubicBezTo>
                  <a:cubicBezTo>
                    <a:pt x="2145" y="7447"/>
                    <a:pt x="2179" y="7444"/>
                    <a:pt x="2214" y="7439"/>
                  </a:cubicBezTo>
                  <a:cubicBezTo>
                    <a:pt x="2247" y="7434"/>
                    <a:pt x="2280" y="7431"/>
                    <a:pt x="2313" y="7431"/>
                  </a:cubicBezTo>
                  <a:cubicBezTo>
                    <a:pt x="2531" y="7431"/>
                    <a:pt x="2739" y="7540"/>
                    <a:pt x="2861" y="7727"/>
                  </a:cubicBezTo>
                  <a:cubicBezTo>
                    <a:pt x="2984" y="7918"/>
                    <a:pt x="3192" y="8021"/>
                    <a:pt x="3404" y="8021"/>
                  </a:cubicBezTo>
                  <a:cubicBezTo>
                    <a:pt x="3525" y="8021"/>
                    <a:pt x="3648" y="7987"/>
                    <a:pt x="3758" y="7917"/>
                  </a:cubicBezTo>
                  <a:cubicBezTo>
                    <a:pt x="3866" y="7848"/>
                    <a:pt x="3989" y="7814"/>
                    <a:pt x="4112" y="7814"/>
                  </a:cubicBezTo>
                  <a:cubicBezTo>
                    <a:pt x="4235" y="7814"/>
                    <a:pt x="4358" y="7848"/>
                    <a:pt x="4465" y="7917"/>
                  </a:cubicBezTo>
                  <a:cubicBezTo>
                    <a:pt x="4574" y="7987"/>
                    <a:pt x="4696" y="8021"/>
                    <a:pt x="4817" y="8021"/>
                  </a:cubicBezTo>
                  <a:cubicBezTo>
                    <a:pt x="5029" y="8021"/>
                    <a:pt x="5237" y="7918"/>
                    <a:pt x="5363" y="7727"/>
                  </a:cubicBezTo>
                  <a:cubicBezTo>
                    <a:pt x="5485" y="7540"/>
                    <a:pt x="5690" y="7431"/>
                    <a:pt x="5908" y="7431"/>
                  </a:cubicBezTo>
                  <a:cubicBezTo>
                    <a:pt x="5940" y="7431"/>
                    <a:pt x="5973" y="7434"/>
                    <a:pt x="6007" y="7439"/>
                  </a:cubicBezTo>
                  <a:cubicBezTo>
                    <a:pt x="6041" y="7444"/>
                    <a:pt x="6076" y="7447"/>
                    <a:pt x="6110" y="7447"/>
                  </a:cubicBezTo>
                  <a:cubicBezTo>
                    <a:pt x="6424" y="7447"/>
                    <a:pt x="6698" y="7221"/>
                    <a:pt x="6749" y="6900"/>
                  </a:cubicBezTo>
                  <a:cubicBezTo>
                    <a:pt x="6791" y="6647"/>
                    <a:pt x="6974" y="6443"/>
                    <a:pt x="7224" y="6376"/>
                  </a:cubicBezTo>
                  <a:cubicBezTo>
                    <a:pt x="7569" y="6281"/>
                    <a:pt x="7773" y="5926"/>
                    <a:pt x="7681" y="5581"/>
                  </a:cubicBezTo>
                  <a:cubicBezTo>
                    <a:pt x="7618" y="5335"/>
                    <a:pt x="7702" y="5071"/>
                    <a:pt x="7903" y="4909"/>
                  </a:cubicBezTo>
                  <a:cubicBezTo>
                    <a:pt x="8177" y="4684"/>
                    <a:pt x="8223" y="4275"/>
                    <a:pt x="7998" y="3998"/>
                  </a:cubicBezTo>
                  <a:cubicBezTo>
                    <a:pt x="7836" y="3797"/>
                    <a:pt x="7808" y="3523"/>
                    <a:pt x="7924" y="3294"/>
                  </a:cubicBezTo>
                  <a:cubicBezTo>
                    <a:pt x="8086" y="2974"/>
                    <a:pt x="7959" y="2583"/>
                    <a:pt x="7639" y="2418"/>
                  </a:cubicBezTo>
                  <a:cubicBezTo>
                    <a:pt x="7414" y="2302"/>
                    <a:pt x="7277" y="2062"/>
                    <a:pt x="7287" y="1809"/>
                  </a:cubicBezTo>
                  <a:cubicBezTo>
                    <a:pt x="7305" y="1450"/>
                    <a:pt x="7030" y="1144"/>
                    <a:pt x="6672" y="1126"/>
                  </a:cubicBezTo>
                  <a:cubicBezTo>
                    <a:pt x="6418" y="1112"/>
                    <a:pt x="6193" y="951"/>
                    <a:pt x="6102" y="711"/>
                  </a:cubicBezTo>
                  <a:cubicBezTo>
                    <a:pt x="6001" y="454"/>
                    <a:pt x="5755" y="294"/>
                    <a:pt x="5494" y="294"/>
                  </a:cubicBezTo>
                  <a:cubicBezTo>
                    <a:pt x="5416" y="294"/>
                    <a:pt x="5337" y="308"/>
                    <a:pt x="5261" y="338"/>
                  </a:cubicBezTo>
                  <a:cubicBezTo>
                    <a:pt x="5186" y="366"/>
                    <a:pt x="5109" y="379"/>
                    <a:pt x="5032" y="379"/>
                  </a:cubicBezTo>
                  <a:cubicBezTo>
                    <a:pt x="4863" y="379"/>
                    <a:pt x="4697" y="314"/>
                    <a:pt x="4571" y="191"/>
                  </a:cubicBezTo>
                  <a:cubicBezTo>
                    <a:pt x="4444" y="64"/>
                    <a:pt x="4278" y="1"/>
                    <a:pt x="4112"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5" name="Google Shape;22045;p91"/>
            <p:cNvSpPr/>
            <p:nvPr/>
          </p:nvSpPr>
          <p:spPr>
            <a:xfrm>
              <a:off x="1033093" y="2132752"/>
              <a:ext cx="122668" cy="208767"/>
            </a:xfrm>
            <a:custGeom>
              <a:rect b="b" l="l" r="r" t="t"/>
              <a:pathLst>
                <a:path extrusionOk="0" h="8021" w="4713">
                  <a:moveTo>
                    <a:pt x="601" y="1"/>
                  </a:moveTo>
                  <a:cubicBezTo>
                    <a:pt x="435" y="1"/>
                    <a:pt x="268" y="64"/>
                    <a:pt x="142" y="191"/>
                  </a:cubicBezTo>
                  <a:cubicBezTo>
                    <a:pt x="99" y="229"/>
                    <a:pt x="50" y="268"/>
                    <a:pt x="1" y="296"/>
                  </a:cubicBezTo>
                  <a:cubicBezTo>
                    <a:pt x="98" y="350"/>
                    <a:pt x="207" y="378"/>
                    <a:pt x="317" y="378"/>
                  </a:cubicBezTo>
                  <a:cubicBezTo>
                    <a:pt x="394" y="378"/>
                    <a:pt x="472" y="364"/>
                    <a:pt x="546" y="335"/>
                  </a:cubicBezTo>
                  <a:cubicBezTo>
                    <a:pt x="623" y="306"/>
                    <a:pt x="702" y="292"/>
                    <a:pt x="779" y="292"/>
                  </a:cubicBezTo>
                  <a:cubicBezTo>
                    <a:pt x="1041" y="292"/>
                    <a:pt x="1287" y="450"/>
                    <a:pt x="1387" y="708"/>
                  </a:cubicBezTo>
                  <a:cubicBezTo>
                    <a:pt x="1479" y="947"/>
                    <a:pt x="1704" y="1109"/>
                    <a:pt x="1957" y="1123"/>
                  </a:cubicBezTo>
                  <a:cubicBezTo>
                    <a:pt x="2316" y="1144"/>
                    <a:pt x="2591" y="1447"/>
                    <a:pt x="2573" y="1806"/>
                  </a:cubicBezTo>
                  <a:cubicBezTo>
                    <a:pt x="2562" y="2062"/>
                    <a:pt x="2700" y="2302"/>
                    <a:pt x="2925" y="2418"/>
                  </a:cubicBezTo>
                  <a:cubicBezTo>
                    <a:pt x="3245" y="2583"/>
                    <a:pt x="3372" y="2970"/>
                    <a:pt x="3210" y="3290"/>
                  </a:cubicBezTo>
                  <a:cubicBezTo>
                    <a:pt x="3094" y="3519"/>
                    <a:pt x="3122" y="3797"/>
                    <a:pt x="3284" y="3994"/>
                  </a:cubicBezTo>
                  <a:cubicBezTo>
                    <a:pt x="3509" y="4275"/>
                    <a:pt x="3467" y="4684"/>
                    <a:pt x="3189" y="4909"/>
                  </a:cubicBezTo>
                  <a:cubicBezTo>
                    <a:pt x="2988" y="5071"/>
                    <a:pt x="2904" y="5331"/>
                    <a:pt x="2967" y="5581"/>
                  </a:cubicBezTo>
                  <a:cubicBezTo>
                    <a:pt x="3059" y="5926"/>
                    <a:pt x="2854" y="6281"/>
                    <a:pt x="2513" y="6376"/>
                  </a:cubicBezTo>
                  <a:cubicBezTo>
                    <a:pt x="2263" y="6443"/>
                    <a:pt x="2080" y="6647"/>
                    <a:pt x="2038" y="6900"/>
                  </a:cubicBezTo>
                  <a:cubicBezTo>
                    <a:pt x="1987" y="7218"/>
                    <a:pt x="1713" y="7447"/>
                    <a:pt x="1398" y="7447"/>
                  </a:cubicBezTo>
                  <a:cubicBezTo>
                    <a:pt x="1365" y="7447"/>
                    <a:pt x="1330" y="7444"/>
                    <a:pt x="1296" y="7439"/>
                  </a:cubicBezTo>
                  <a:cubicBezTo>
                    <a:pt x="1263" y="7434"/>
                    <a:pt x="1230" y="7431"/>
                    <a:pt x="1197" y="7431"/>
                  </a:cubicBezTo>
                  <a:cubicBezTo>
                    <a:pt x="979" y="7431"/>
                    <a:pt x="774" y="7540"/>
                    <a:pt x="652" y="7727"/>
                  </a:cubicBezTo>
                  <a:cubicBezTo>
                    <a:pt x="631" y="7759"/>
                    <a:pt x="606" y="7787"/>
                    <a:pt x="581" y="7815"/>
                  </a:cubicBezTo>
                  <a:cubicBezTo>
                    <a:pt x="588" y="7815"/>
                    <a:pt x="594" y="7815"/>
                    <a:pt x="600" y="7815"/>
                  </a:cubicBezTo>
                  <a:cubicBezTo>
                    <a:pt x="727" y="7815"/>
                    <a:pt x="850" y="7850"/>
                    <a:pt x="954" y="7917"/>
                  </a:cubicBezTo>
                  <a:cubicBezTo>
                    <a:pt x="1064" y="7987"/>
                    <a:pt x="1187" y="8021"/>
                    <a:pt x="1308" y="8021"/>
                  </a:cubicBezTo>
                  <a:cubicBezTo>
                    <a:pt x="1519" y="8021"/>
                    <a:pt x="1726" y="7918"/>
                    <a:pt x="1852" y="7727"/>
                  </a:cubicBezTo>
                  <a:cubicBezTo>
                    <a:pt x="1974" y="7540"/>
                    <a:pt x="2179" y="7431"/>
                    <a:pt x="2397" y="7431"/>
                  </a:cubicBezTo>
                  <a:cubicBezTo>
                    <a:pt x="2429" y="7431"/>
                    <a:pt x="2462" y="7434"/>
                    <a:pt x="2496" y="7439"/>
                  </a:cubicBezTo>
                  <a:cubicBezTo>
                    <a:pt x="2530" y="7444"/>
                    <a:pt x="2564" y="7447"/>
                    <a:pt x="2598" y="7447"/>
                  </a:cubicBezTo>
                  <a:cubicBezTo>
                    <a:pt x="2913" y="7447"/>
                    <a:pt x="3187" y="7218"/>
                    <a:pt x="3238" y="6900"/>
                  </a:cubicBezTo>
                  <a:cubicBezTo>
                    <a:pt x="3280" y="6647"/>
                    <a:pt x="3463" y="6443"/>
                    <a:pt x="3713" y="6376"/>
                  </a:cubicBezTo>
                  <a:cubicBezTo>
                    <a:pt x="4058" y="6281"/>
                    <a:pt x="4262" y="5926"/>
                    <a:pt x="4170" y="5581"/>
                  </a:cubicBezTo>
                  <a:cubicBezTo>
                    <a:pt x="4107" y="5331"/>
                    <a:pt x="4191" y="5071"/>
                    <a:pt x="4392" y="4909"/>
                  </a:cubicBezTo>
                  <a:cubicBezTo>
                    <a:pt x="4666" y="4680"/>
                    <a:pt x="4712" y="4275"/>
                    <a:pt x="4487" y="3994"/>
                  </a:cubicBezTo>
                  <a:cubicBezTo>
                    <a:pt x="4325" y="3797"/>
                    <a:pt x="4297" y="3519"/>
                    <a:pt x="4413" y="3290"/>
                  </a:cubicBezTo>
                  <a:cubicBezTo>
                    <a:pt x="4575" y="2970"/>
                    <a:pt x="4448" y="2583"/>
                    <a:pt x="4128" y="2418"/>
                  </a:cubicBezTo>
                  <a:cubicBezTo>
                    <a:pt x="3903" y="2302"/>
                    <a:pt x="3766" y="2062"/>
                    <a:pt x="3776" y="1806"/>
                  </a:cubicBezTo>
                  <a:cubicBezTo>
                    <a:pt x="3794" y="1447"/>
                    <a:pt x="3519" y="1144"/>
                    <a:pt x="3161" y="1123"/>
                  </a:cubicBezTo>
                  <a:cubicBezTo>
                    <a:pt x="2907" y="1109"/>
                    <a:pt x="2682" y="947"/>
                    <a:pt x="2591" y="708"/>
                  </a:cubicBezTo>
                  <a:cubicBezTo>
                    <a:pt x="2490" y="450"/>
                    <a:pt x="2243" y="292"/>
                    <a:pt x="1981" y="292"/>
                  </a:cubicBezTo>
                  <a:cubicBezTo>
                    <a:pt x="1904" y="292"/>
                    <a:pt x="1826" y="306"/>
                    <a:pt x="1750" y="335"/>
                  </a:cubicBezTo>
                  <a:cubicBezTo>
                    <a:pt x="1674" y="364"/>
                    <a:pt x="1594" y="378"/>
                    <a:pt x="1516" y="378"/>
                  </a:cubicBezTo>
                  <a:cubicBezTo>
                    <a:pt x="1347" y="378"/>
                    <a:pt x="1182" y="313"/>
                    <a:pt x="1060" y="191"/>
                  </a:cubicBezTo>
                  <a:cubicBezTo>
                    <a:pt x="933" y="64"/>
                    <a:pt x="767" y="1"/>
                    <a:pt x="601"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6" name="Google Shape;22046;p91"/>
            <p:cNvSpPr/>
            <p:nvPr/>
          </p:nvSpPr>
          <p:spPr>
            <a:xfrm>
              <a:off x="969820" y="2158207"/>
              <a:ext cx="157831" cy="157727"/>
            </a:xfrm>
            <a:custGeom>
              <a:rect b="b" l="l" r="r" t="t"/>
              <a:pathLst>
                <a:path extrusionOk="0" h="6060" w="6064">
                  <a:moveTo>
                    <a:pt x="3030" y="1"/>
                  </a:moveTo>
                  <a:cubicBezTo>
                    <a:pt x="1359" y="1"/>
                    <a:pt x="1" y="1355"/>
                    <a:pt x="1" y="3030"/>
                  </a:cubicBezTo>
                  <a:cubicBezTo>
                    <a:pt x="1" y="4705"/>
                    <a:pt x="1359" y="6059"/>
                    <a:pt x="3030" y="6059"/>
                  </a:cubicBezTo>
                  <a:cubicBezTo>
                    <a:pt x="4705" y="6059"/>
                    <a:pt x="6063" y="4705"/>
                    <a:pt x="6063" y="3030"/>
                  </a:cubicBezTo>
                  <a:cubicBezTo>
                    <a:pt x="6063" y="1355"/>
                    <a:pt x="4705" y="1"/>
                    <a:pt x="3030"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7" name="Google Shape;22047;p91"/>
            <p:cNvSpPr/>
            <p:nvPr/>
          </p:nvSpPr>
          <p:spPr>
            <a:xfrm>
              <a:off x="1033093" y="2158207"/>
              <a:ext cx="98748" cy="157753"/>
            </a:xfrm>
            <a:custGeom>
              <a:rect b="b" l="l" r="r" t="t"/>
              <a:pathLst>
                <a:path extrusionOk="0" h="6061" w="3794">
                  <a:moveTo>
                    <a:pt x="559" y="0"/>
                  </a:moveTo>
                  <a:cubicBezTo>
                    <a:pt x="370" y="0"/>
                    <a:pt x="184" y="21"/>
                    <a:pt x="1" y="60"/>
                  </a:cubicBezTo>
                  <a:cubicBezTo>
                    <a:pt x="1412" y="345"/>
                    <a:pt x="2429" y="1587"/>
                    <a:pt x="2429" y="3030"/>
                  </a:cubicBezTo>
                  <a:cubicBezTo>
                    <a:pt x="2429" y="4469"/>
                    <a:pt x="1412" y="5711"/>
                    <a:pt x="1" y="6000"/>
                  </a:cubicBezTo>
                  <a:cubicBezTo>
                    <a:pt x="204" y="6041"/>
                    <a:pt x="407" y="6061"/>
                    <a:pt x="606" y="6061"/>
                  </a:cubicBezTo>
                  <a:cubicBezTo>
                    <a:pt x="2126" y="6061"/>
                    <a:pt x="3459" y="4910"/>
                    <a:pt x="3614" y="3333"/>
                  </a:cubicBezTo>
                  <a:cubicBezTo>
                    <a:pt x="3794" y="1551"/>
                    <a:pt x="2397" y="1"/>
                    <a:pt x="609" y="1"/>
                  </a:cubicBezTo>
                  <a:cubicBezTo>
                    <a:pt x="607" y="1"/>
                    <a:pt x="605" y="1"/>
                    <a:pt x="603" y="1"/>
                  </a:cubicBezTo>
                  <a:cubicBezTo>
                    <a:pt x="588" y="0"/>
                    <a:pt x="573" y="0"/>
                    <a:pt x="559" y="0"/>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8" name="Google Shape;22048;p91"/>
            <p:cNvSpPr/>
            <p:nvPr/>
          </p:nvSpPr>
          <p:spPr>
            <a:xfrm>
              <a:off x="877266" y="1990798"/>
              <a:ext cx="340934" cy="355952"/>
            </a:xfrm>
            <a:custGeom>
              <a:rect b="b" l="l" r="r" t="t"/>
              <a:pathLst>
                <a:path extrusionOk="0" h="13676" w="13099">
                  <a:moveTo>
                    <a:pt x="10129" y="399"/>
                  </a:moveTo>
                  <a:lnTo>
                    <a:pt x="7244" y="4431"/>
                  </a:lnTo>
                  <a:lnTo>
                    <a:pt x="6836" y="3861"/>
                  </a:lnTo>
                  <a:lnTo>
                    <a:pt x="9309" y="399"/>
                  </a:lnTo>
                  <a:close/>
                  <a:moveTo>
                    <a:pt x="11435" y="399"/>
                  </a:moveTo>
                  <a:lnTo>
                    <a:pt x="7898" y="5345"/>
                  </a:lnTo>
                  <a:lnTo>
                    <a:pt x="7490" y="4775"/>
                  </a:lnTo>
                  <a:lnTo>
                    <a:pt x="10622" y="402"/>
                  </a:lnTo>
                  <a:lnTo>
                    <a:pt x="11435" y="399"/>
                  </a:lnTo>
                  <a:close/>
                  <a:moveTo>
                    <a:pt x="2624" y="399"/>
                  </a:moveTo>
                  <a:lnTo>
                    <a:pt x="6174" y="5363"/>
                  </a:lnTo>
                  <a:cubicBezTo>
                    <a:pt x="6108" y="5398"/>
                    <a:pt x="6044" y="5448"/>
                    <a:pt x="5988" y="5504"/>
                  </a:cubicBezTo>
                  <a:cubicBezTo>
                    <a:pt x="5903" y="5586"/>
                    <a:pt x="5788" y="5633"/>
                    <a:pt x="5671" y="5633"/>
                  </a:cubicBezTo>
                  <a:cubicBezTo>
                    <a:pt x="5628" y="5633"/>
                    <a:pt x="5584" y="5626"/>
                    <a:pt x="5541" y="5613"/>
                  </a:cubicBezTo>
                  <a:lnTo>
                    <a:pt x="1812" y="399"/>
                  </a:lnTo>
                  <a:close/>
                  <a:moveTo>
                    <a:pt x="3866" y="399"/>
                  </a:moveTo>
                  <a:lnTo>
                    <a:pt x="7606" y="5623"/>
                  </a:lnTo>
                  <a:cubicBezTo>
                    <a:pt x="7575" y="5630"/>
                    <a:pt x="7543" y="5633"/>
                    <a:pt x="7511" y="5633"/>
                  </a:cubicBezTo>
                  <a:cubicBezTo>
                    <a:pt x="7392" y="5633"/>
                    <a:pt x="7277" y="5587"/>
                    <a:pt x="7191" y="5504"/>
                  </a:cubicBezTo>
                  <a:cubicBezTo>
                    <a:pt x="7029" y="5345"/>
                    <a:pt x="6815" y="5258"/>
                    <a:pt x="6593" y="5258"/>
                  </a:cubicBezTo>
                  <a:lnTo>
                    <a:pt x="3117" y="399"/>
                  </a:lnTo>
                  <a:close/>
                  <a:moveTo>
                    <a:pt x="1319" y="399"/>
                  </a:moveTo>
                  <a:lnTo>
                    <a:pt x="5017" y="5571"/>
                  </a:lnTo>
                  <a:cubicBezTo>
                    <a:pt x="4809" y="5620"/>
                    <a:pt x="4626" y="5743"/>
                    <a:pt x="4507" y="5919"/>
                  </a:cubicBezTo>
                  <a:lnTo>
                    <a:pt x="555" y="399"/>
                  </a:lnTo>
                  <a:close/>
                  <a:moveTo>
                    <a:pt x="12620" y="399"/>
                  </a:moveTo>
                  <a:lnTo>
                    <a:pt x="8673" y="5919"/>
                  </a:lnTo>
                  <a:cubicBezTo>
                    <a:pt x="8560" y="5761"/>
                    <a:pt x="8402" y="5645"/>
                    <a:pt x="8219" y="5585"/>
                  </a:cubicBezTo>
                  <a:lnTo>
                    <a:pt x="11931" y="399"/>
                  </a:lnTo>
                  <a:close/>
                  <a:moveTo>
                    <a:pt x="6588" y="5656"/>
                  </a:moveTo>
                  <a:cubicBezTo>
                    <a:pt x="6703" y="5656"/>
                    <a:pt x="6818" y="5699"/>
                    <a:pt x="6906" y="5785"/>
                  </a:cubicBezTo>
                  <a:cubicBezTo>
                    <a:pt x="7071" y="5947"/>
                    <a:pt x="7288" y="6033"/>
                    <a:pt x="7510" y="6033"/>
                  </a:cubicBezTo>
                  <a:cubicBezTo>
                    <a:pt x="7611" y="6033"/>
                    <a:pt x="7713" y="6015"/>
                    <a:pt x="7811" y="5979"/>
                  </a:cubicBezTo>
                  <a:cubicBezTo>
                    <a:pt x="7863" y="5959"/>
                    <a:pt x="7917" y="5949"/>
                    <a:pt x="7970" y="5949"/>
                  </a:cubicBezTo>
                  <a:cubicBezTo>
                    <a:pt x="8151" y="5949"/>
                    <a:pt x="8320" y="6059"/>
                    <a:pt x="8391" y="6236"/>
                  </a:cubicBezTo>
                  <a:cubicBezTo>
                    <a:pt x="8398" y="6253"/>
                    <a:pt x="8405" y="6267"/>
                    <a:pt x="8412" y="6281"/>
                  </a:cubicBezTo>
                  <a:cubicBezTo>
                    <a:pt x="8461" y="6415"/>
                    <a:pt x="8553" y="6528"/>
                    <a:pt x="8673" y="6605"/>
                  </a:cubicBezTo>
                  <a:cubicBezTo>
                    <a:pt x="8806" y="6707"/>
                    <a:pt x="8968" y="6770"/>
                    <a:pt x="9137" y="6781"/>
                  </a:cubicBezTo>
                  <a:cubicBezTo>
                    <a:pt x="9383" y="6795"/>
                    <a:pt x="9573" y="7006"/>
                    <a:pt x="9563" y="7252"/>
                  </a:cubicBezTo>
                  <a:cubicBezTo>
                    <a:pt x="9545" y="7587"/>
                    <a:pt x="9728" y="7900"/>
                    <a:pt x="10024" y="8051"/>
                  </a:cubicBezTo>
                  <a:cubicBezTo>
                    <a:pt x="10245" y="8167"/>
                    <a:pt x="10330" y="8435"/>
                    <a:pt x="10221" y="8656"/>
                  </a:cubicBezTo>
                  <a:cubicBezTo>
                    <a:pt x="10069" y="8955"/>
                    <a:pt x="10108" y="9314"/>
                    <a:pt x="10316" y="9575"/>
                  </a:cubicBezTo>
                  <a:cubicBezTo>
                    <a:pt x="10470" y="9768"/>
                    <a:pt x="10442" y="10050"/>
                    <a:pt x="10249" y="10208"/>
                  </a:cubicBezTo>
                  <a:cubicBezTo>
                    <a:pt x="9992" y="10419"/>
                    <a:pt x="9879" y="10764"/>
                    <a:pt x="9964" y="11088"/>
                  </a:cubicBezTo>
                  <a:cubicBezTo>
                    <a:pt x="10027" y="11327"/>
                    <a:pt x="9886" y="11573"/>
                    <a:pt x="9647" y="11636"/>
                  </a:cubicBezTo>
                  <a:cubicBezTo>
                    <a:pt x="9323" y="11728"/>
                    <a:pt x="9084" y="11995"/>
                    <a:pt x="9031" y="12323"/>
                  </a:cubicBezTo>
                  <a:cubicBezTo>
                    <a:pt x="8993" y="12545"/>
                    <a:pt x="8803" y="12701"/>
                    <a:pt x="8588" y="12701"/>
                  </a:cubicBezTo>
                  <a:cubicBezTo>
                    <a:pt x="8565" y="12701"/>
                    <a:pt x="8541" y="12699"/>
                    <a:pt x="8518" y="12696"/>
                  </a:cubicBezTo>
                  <a:cubicBezTo>
                    <a:pt x="8475" y="12689"/>
                    <a:pt x="8433" y="12686"/>
                    <a:pt x="8391" y="12686"/>
                  </a:cubicBezTo>
                  <a:cubicBezTo>
                    <a:pt x="8105" y="12686"/>
                    <a:pt x="7833" y="12830"/>
                    <a:pt x="7673" y="13072"/>
                  </a:cubicBezTo>
                  <a:cubicBezTo>
                    <a:pt x="7586" y="13205"/>
                    <a:pt x="7440" y="13277"/>
                    <a:pt x="7293" y="13277"/>
                  </a:cubicBezTo>
                  <a:cubicBezTo>
                    <a:pt x="7209" y="13277"/>
                    <a:pt x="7125" y="13254"/>
                    <a:pt x="7051" y="13206"/>
                  </a:cubicBezTo>
                  <a:cubicBezTo>
                    <a:pt x="6910" y="13114"/>
                    <a:pt x="6749" y="13068"/>
                    <a:pt x="6588" y="13068"/>
                  </a:cubicBezTo>
                  <a:cubicBezTo>
                    <a:pt x="6427" y="13068"/>
                    <a:pt x="6266" y="13114"/>
                    <a:pt x="6125" y="13206"/>
                  </a:cubicBezTo>
                  <a:cubicBezTo>
                    <a:pt x="6050" y="13254"/>
                    <a:pt x="5966" y="13277"/>
                    <a:pt x="5883" y="13277"/>
                  </a:cubicBezTo>
                  <a:cubicBezTo>
                    <a:pt x="5735" y="13277"/>
                    <a:pt x="5590" y="13205"/>
                    <a:pt x="5502" y="13072"/>
                  </a:cubicBezTo>
                  <a:cubicBezTo>
                    <a:pt x="5343" y="12830"/>
                    <a:pt x="5071" y="12686"/>
                    <a:pt x="4787" y="12686"/>
                  </a:cubicBezTo>
                  <a:cubicBezTo>
                    <a:pt x="4745" y="12686"/>
                    <a:pt x="4703" y="12689"/>
                    <a:pt x="4661" y="12696"/>
                  </a:cubicBezTo>
                  <a:cubicBezTo>
                    <a:pt x="4637" y="12699"/>
                    <a:pt x="4614" y="12701"/>
                    <a:pt x="4590" y="12701"/>
                  </a:cubicBezTo>
                  <a:cubicBezTo>
                    <a:pt x="4372" y="12701"/>
                    <a:pt x="4182" y="12545"/>
                    <a:pt x="4144" y="12323"/>
                  </a:cubicBezTo>
                  <a:cubicBezTo>
                    <a:pt x="4091" y="11995"/>
                    <a:pt x="3852" y="11724"/>
                    <a:pt x="3529" y="11636"/>
                  </a:cubicBezTo>
                  <a:cubicBezTo>
                    <a:pt x="3289" y="11573"/>
                    <a:pt x="3149" y="11327"/>
                    <a:pt x="3212" y="11088"/>
                  </a:cubicBezTo>
                  <a:cubicBezTo>
                    <a:pt x="3296" y="10764"/>
                    <a:pt x="3187" y="10419"/>
                    <a:pt x="2927" y="10208"/>
                  </a:cubicBezTo>
                  <a:cubicBezTo>
                    <a:pt x="2737" y="10050"/>
                    <a:pt x="2705" y="9768"/>
                    <a:pt x="2860" y="9575"/>
                  </a:cubicBezTo>
                  <a:cubicBezTo>
                    <a:pt x="3068" y="9314"/>
                    <a:pt x="3106" y="8955"/>
                    <a:pt x="2959" y="8656"/>
                  </a:cubicBezTo>
                  <a:cubicBezTo>
                    <a:pt x="2846" y="8435"/>
                    <a:pt x="2934" y="8164"/>
                    <a:pt x="3152" y="8051"/>
                  </a:cubicBezTo>
                  <a:cubicBezTo>
                    <a:pt x="3451" y="7900"/>
                    <a:pt x="3631" y="7587"/>
                    <a:pt x="3613" y="7252"/>
                  </a:cubicBezTo>
                  <a:cubicBezTo>
                    <a:pt x="3602" y="7006"/>
                    <a:pt x="3792" y="6795"/>
                    <a:pt x="4039" y="6781"/>
                  </a:cubicBezTo>
                  <a:cubicBezTo>
                    <a:pt x="4299" y="6763"/>
                    <a:pt x="4538" y="6633"/>
                    <a:pt x="4686" y="6422"/>
                  </a:cubicBezTo>
                  <a:lnTo>
                    <a:pt x="4697" y="6408"/>
                  </a:lnTo>
                  <a:cubicBezTo>
                    <a:pt x="4732" y="6355"/>
                    <a:pt x="4764" y="6299"/>
                    <a:pt x="4788" y="6236"/>
                  </a:cubicBezTo>
                  <a:cubicBezTo>
                    <a:pt x="4856" y="6059"/>
                    <a:pt x="5027" y="5949"/>
                    <a:pt x="5208" y="5949"/>
                  </a:cubicBezTo>
                  <a:cubicBezTo>
                    <a:pt x="5262" y="5949"/>
                    <a:pt x="5316" y="5959"/>
                    <a:pt x="5369" y="5979"/>
                  </a:cubicBezTo>
                  <a:cubicBezTo>
                    <a:pt x="5467" y="6015"/>
                    <a:pt x="5568" y="6033"/>
                    <a:pt x="5669" y="6033"/>
                  </a:cubicBezTo>
                  <a:cubicBezTo>
                    <a:pt x="5891" y="6033"/>
                    <a:pt x="6107" y="5947"/>
                    <a:pt x="6269" y="5785"/>
                  </a:cubicBezTo>
                  <a:cubicBezTo>
                    <a:pt x="6357" y="5699"/>
                    <a:pt x="6473" y="5656"/>
                    <a:pt x="6588" y="5656"/>
                  </a:cubicBezTo>
                  <a:close/>
                  <a:moveTo>
                    <a:pt x="12745" y="1"/>
                  </a:moveTo>
                  <a:cubicBezTo>
                    <a:pt x="12742" y="1"/>
                    <a:pt x="12739" y="1"/>
                    <a:pt x="12736" y="1"/>
                  </a:cubicBezTo>
                  <a:lnTo>
                    <a:pt x="9278" y="1"/>
                  </a:lnTo>
                  <a:cubicBezTo>
                    <a:pt x="9169" y="1"/>
                    <a:pt x="9067" y="54"/>
                    <a:pt x="9000" y="142"/>
                  </a:cubicBezTo>
                  <a:lnTo>
                    <a:pt x="6590" y="3512"/>
                  </a:lnTo>
                  <a:lnTo>
                    <a:pt x="4176" y="142"/>
                  </a:lnTo>
                  <a:cubicBezTo>
                    <a:pt x="4113" y="54"/>
                    <a:pt x="4007" y="1"/>
                    <a:pt x="3898" y="1"/>
                  </a:cubicBezTo>
                  <a:lnTo>
                    <a:pt x="439" y="1"/>
                  </a:lnTo>
                  <a:cubicBezTo>
                    <a:pt x="438" y="1"/>
                    <a:pt x="436" y="1"/>
                    <a:pt x="435" y="1"/>
                  </a:cubicBezTo>
                  <a:cubicBezTo>
                    <a:pt x="160" y="1"/>
                    <a:pt x="0" y="315"/>
                    <a:pt x="161" y="539"/>
                  </a:cubicBezTo>
                  <a:lnTo>
                    <a:pt x="4271" y="6281"/>
                  </a:lnTo>
                  <a:cubicBezTo>
                    <a:pt x="4201" y="6341"/>
                    <a:pt x="4109" y="6373"/>
                    <a:pt x="4018" y="6380"/>
                  </a:cubicBezTo>
                  <a:cubicBezTo>
                    <a:pt x="3550" y="6408"/>
                    <a:pt x="3191" y="6806"/>
                    <a:pt x="3212" y="7274"/>
                  </a:cubicBezTo>
                  <a:cubicBezTo>
                    <a:pt x="3222" y="7450"/>
                    <a:pt x="3127" y="7615"/>
                    <a:pt x="2969" y="7696"/>
                  </a:cubicBezTo>
                  <a:cubicBezTo>
                    <a:pt x="2554" y="7910"/>
                    <a:pt x="2389" y="8421"/>
                    <a:pt x="2596" y="8839"/>
                  </a:cubicBezTo>
                  <a:cubicBezTo>
                    <a:pt x="2677" y="8998"/>
                    <a:pt x="2656" y="9188"/>
                    <a:pt x="2547" y="9325"/>
                  </a:cubicBezTo>
                  <a:cubicBezTo>
                    <a:pt x="2255" y="9691"/>
                    <a:pt x="2311" y="10222"/>
                    <a:pt x="2674" y="10518"/>
                  </a:cubicBezTo>
                  <a:cubicBezTo>
                    <a:pt x="2807" y="10630"/>
                    <a:pt x="2867" y="10813"/>
                    <a:pt x="2825" y="10982"/>
                  </a:cubicBezTo>
                  <a:cubicBezTo>
                    <a:pt x="2705" y="11436"/>
                    <a:pt x="2973" y="11897"/>
                    <a:pt x="3426" y="12024"/>
                  </a:cubicBezTo>
                  <a:cubicBezTo>
                    <a:pt x="3595" y="12069"/>
                    <a:pt x="3722" y="12210"/>
                    <a:pt x="3754" y="12386"/>
                  </a:cubicBezTo>
                  <a:cubicBezTo>
                    <a:pt x="3824" y="12803"/>
                    <a:pt x="4185" y="13099"/>
                    <a:pt x="4595" y="13099"/>
                  </a:cubicBezTo>
                  <a:cubicBezTo>
                    <a:pt x="4638" y="13099"/>
                    <a:pt x="4681" y="13096"/>
                    <a:pt x="4725" y="13090"/>
                  </a:cubicBezTo>
                  <a:cubicBezTo>
                    <a:pt x="4746" y="13087"/>
                    <a:pt x="4768" y="13085"/>
                    <a:pt x="4789" y="13085"/>
                  </a:cubicBezTo>
                  <a:cubicBezTo>
                    <a:pt x="4942" y="13085"/>
                    <a:pt x="5085" y="13161"/>
                    <a:pt x="5168" y="13294"/>
                  </a:cubicBezTo>
                  <a:cubicBezTo>
                    <a:pt x="5334" y="13540"/>
                    <a:pt x="5606" y="13676"/>
                    <a:pt x="5883" y="13676"/>
                  </a:cubicBezTo>
                  <a:cubicBezTo>
                    <a:pt x="6041" y="13676"/>
                    <a:pt x="6200" y="13632"/>
                    <a:pt x="6343" y="13540"/>
                  </a:cubicBezTo>
                  <a:cubicBezTo>
                    <a:pt x="6417" y="13492"/>
                    <a:pt x="6503" y="13469"/>
                    <a:pt x="6588" y="13469"/>
                  </a:cubicBezTo>
                  <a:cubicBezTo>
                    <a:pt x="6673" y="13469"/>
                    <a:pt x="6758" y="13492"/>
                    <a:pt x="6832" y="13540"/>
                  </a:cubicBezTo>
                  <a:cubicBezTo>
                    <a:pt x="6975" y="13632"/>
                    <a:pt x="7135" y="13676"/>
                    <a:pt x="7293" y="13676"/>
                  </a:cubicBezTo>
                  <a:cubicBezTo>
                    <a:pt x="7571" y="13676"/>
                    <a:pt x="7844" y="13540"/>
                    <a:pt x="8008" y="13294"/>
                  </a:cubicBezTo>
                  <a:cubicBezTo>
                    <a:pt x="8090" y="13163"/>
                    <a:pt x="8232" y="13087"/>
                    <a:pt x="8383" y="13087"/>
                  </a:cubicBezTo>
                  <a:cubicBezTo>
                    <a:pt x="8407" y="13087"/>
                    <a:pt x="8430" y="13089"/>
                    <a:pt x="8454" y="13093"/>
                  </a:cubicBezTo>
                  <a:cubicBezTo>
                    <a:pt x="8498" y="13100"/>
                    <a:pt x="8541" y="13103"/>
                    <a:pt x="8584" y="13103"/>
                  </a:cubicBezTo>
                  <a:cubicBezTo>
                    <a:pt x="8994" y="13103"/>
                    <a:pt x="9355" y="12807"/>
                    <a:pt x="9425" y="12389"/>
                  </a:cubicBezTo>
                  <a:cubicBezTo>
                    <a:pt x="9454" y="12213"/>
                    <a:pt x="9584" y="12073"/>
                    <a:pt x="9753" y="12024"/>
                  </a:cubicBezTo>
                  <a:cubicBezTo>
                    <a:pt x="10203" y="11900"/>
                    <a:pt x="10470" y="11436"/>
                    <a:pt x="10354" y="10986"/>
                  </a:cubicBezTo>
                  <a:cubicBezTo>
                    <a:pt x="10309" y="10813"/>
                    <a:pt x="10368" y="10634"/>
                    <a:pt x="10506" y="10521"/>
                  </a:cubicBezTo>
                  <a:cubicBezTo>
                    <a:pt x="10865" y="10222"/>
                    <a:pt x="10921" y="9691"/>
                    <a:pt x="10629" y="9325"/>
                  </a:cubicBezTo>
                  <a:cubicBezTo>
                    <a:pt x="10520" y="9188"/>
                    <a:pt x="10499" y="8998"/>
                    <a:pt x="10580" y="8839"/>
                  </a:cubicBezTo>
                  <a:cubicBezTo>
                    <a:pt x="10791" y="8421"/>
                    <a:pt x="10625" y="7910"/>
                    <a:pt x="10207" y="7696"/>
                  </a:cubicBezTo>
                  <a:cubicBezTo>
                    <a:pt x="10052" y="7615"/>
                    <a:pt x="9957" y="7450"/>
                    <a:pt x="9964" y="7274"/>
                  </a:cubicBezTo>
                  <a:cubicBezTo>
                    <a:pt x="9985" y="6806"/>
                    <a:pt x="9626" y="6405"/>
                    <a:pt x="9158" y="6380"/>
                  </a:cubicBezTo>
                  <a:cubicBezTo>
                    <a:pt x="9067" y="6373"/>
                    <a:pt x="8975" y="6341"/>
                    <a:pt x="8901" y="6281"/>
                  </a:cubicBezTo>
                  <a:lnTo>
                    <a:pt x="13014" y="539"/>
                  </a:lnTo>
                  <a:cubicBezTo>
                    <a:pt x="13088" y="434"/>
                    <a:pt x="13099" y="296"/>
                    <a:pt x="13039" y="184"/>
                  </a:cubicBezTo>
                  <a:cubicBezTo>
                    <a:pt x="12984" y="74"/>
                    <a:pt x="12872" y="1"/>
                    <a:pt x="12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9" name="Google Shape;22049;p91"/>
            <p:cNvSpPr/>
            <p:nvPr/>
          </p:nvSpPr>
          <p:spPr>
            <a:xfrm>
              <a:off x="965057" y="2152923"/>
              <a:ext cx="167149" cy="77640"/>
            </a:xfrm>
            <a:custGeom>
              <a:rect b="b" l="l" r="r" t="t"/>
              <a:pathLst>
                <a:path extrusionOk="0" h="2983" w="6422">
                  <a:moveTo>
                    <a:pt x="3217" y="1"/>
                  </a:moveTo>
                  <a:cubicBezTo>
                    <a:pt x="2451" y="1"/>
                    <a:pt x="1697" y="274"/>
                    <a:pt x="1102" y="791"/>
                  </a:cubicBezTo>
                  <a:cubicBezTo>
                    <a:pt x="521" y="1291"/>
                    <a:pt x="141" y="1984"/>
                    <a:pt x="25" y="2740"/>
                  </a:cubicBezTo>
                  <a:cubicBezTo>
                    <a:pt x="1" y="2853"/>
                    <a:pt x="75" y="2962"/>
                    <a:pt x="191" y="2980"/>
                  </a:cubicBezTo>
                  <a:cubicBezTo>
                    <a:pt x="201" y="2981"/>
                    <a:pt x="211" y="2982"/>
                    <a:pt x="222" y="2982"/>
                  </a:cubicBezTo>
                  <a:cubicBezTo>
                    <a:pt x="322" y="2982"/>
                    <a:pt x="410" y="2906"/>
                    <a:pt x="419" y="2800"/>
                  </a:cubicBezTo>
                  <a:cubicBezTo>
                    <a:pt x="634" y="1421"/>
                    <a:pt x="1820" y="404"/>
                    <a:pt x="3217" y="404"/>
                  </a:cubicBezTo>
                  <a:cubicBezTo>
                    <a:pt x="4613" y="404"/>
                    <a:pt x="5799" y="1421"/>
                    <a:pt x="6014" y="2800"/>
                  </a:cubicBezTo>
                  <a:cubicBezTo>
                    <a:pt x="6037" y="2909"/>
                    <a:pt x="6122" y="2959"/>
                    <a:pt x="6207" y="2959"/>
                  </a:cubicBezTo>
                  <a:cubicBezTo>
                    <a:pt x="6314" y="2959"/>
                    <a:pt x="6422" y="2880"/>
                    <a:pt x="6408" y="2740"/>
                  </a:cubicBezTo>
                  <a:cubicBezTo>
                    <a:pt x="6232" y="1579"/>
                    <a:pt x="5433" y="605"/>
                    <a:pt x="4332" y="200"/>
                  </a:cubicBezTo>
                  <a:cubicBezTo>
                    <a:pt x="3969" y="66"/>
                    <a:pt x="3592" y="1"/>
                    <a:pt x="3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0" name="Google Shape;22050;p91"/>
            <p:cNvSpPr/>
            <p:nvPr/>
          </p:nvSpPr>
          <p:spPr>
            <a:xfrm>
              <a:off x="964849" y="2243785"/>
              <a:ext cx="167461" cy="77380"/>
            </a:xfrm>
            <a:custGeom>
              <a:rect b="b" l="l" r="r" t="t"/>
              <a:pathLst>
                <a:path extrusionOk="0" h="2973" w="6434">
                  <a:moveTo>
                    <a:pt x="232" y="1"/>
                  </a:moveTo>
                  <a:cubicBezTo>
                    <a:pt x="117" y="1"/>
                    <a:pt x="0" y="89"/>
                    <a:pt x="33" y="242"/>
                  </a:cubicBezTo>
                  <a:cubicBezTo>
                    <a:pt x="279" y="1816"/>
                    <a:pt x="1630" y="2972"/>
                    <a:pt x="3221" y="2972"/>
                  </a:cubicBezTo>
                  <a:cubicBezTo>
                    <a:pt x="3223" y="2972"/>
                    <a:pt x="3226" y="2972"/>
                    <a:pt x="3228" y="2972"/>
                  </a:cubicBezTo>
                  <a:cubicBezTo>
                    <a:pt x="4822" y="2972"/>
                    <a:pt x="6173" y="1807"/>
                    <a:pt x="6416" y="231"/>
                  </a:cubicBezTo>
                  <a:cubicBezTo>
                    <a:pt x="6433" y="122"/>
                    <a:pt x="6360" y="20"/>
                    <a:pt x="6247" y="6"/>
                  </a:cubicBezTo>
                  <a:cubicBezTo>
                    <a:pt x="6236" y="4"/>
                    <a:pt x="6225" y="3"/>
                    <a:pt x="6215" y="3"/>
                  </a:cubicBezTo>
                  <a:cubicBezTo>
                    <a:pt x="6119" y="3"/>
                    <a:pt x="6034" y="73"/>
                    <a:pt x="6022" y="171"/>
                  </a:cubicBezTo>
                  <a:cubicBezTo>
                    <a:pt x="5807" y="1551"/>
                    <a:pt x="4621" y="2567"/>
                    <a:pt x="3228" y="2571"/>
                  </a:cubicBezTo>
                  <a:cubicBezTo>
                    <a:pt x="1831" y="2571"/>
                    <a:pt x="646" y="1558"/>
                    <a:pt x="427" y="182"/>
                  </a:cubicBezTo>
                  <a:cubicBezTo>
                    <a:pt x="415" y="57"/>
                    <a:pt x="324"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1" name="Google Shape;22051;p91"/>
            <p:cNvSpPr/>
            <p:nvPr/>
          </p:nvSpPr>
          <p:spPr>
            <a:xfrm>
              <a:off x="1033093" y="2201595"/>
              <a:ext cx="19364" cy="71029"/>
            </a:xfrm>
            <a:custGeom>
              <a:rect b="b" l="l" r="r" t="t"/>
              <a:pathLst>
                <a:path extrusionOk="0" h="2729" w="744">
                  <a:moveTo>
                    <a:pt x="556" y="1"/>
                  </a:moveTo>
                  <a:cubicBezTo>
                    <a:pt x="521" y="1"/>
                    <a:pt x="488" y="15"/>
                    <a:pt x="465" y="40"/>
                  </a:cubicBezTo>
                  <a:lnTo>
                    <a:pt x="78" y="413"/>
                  </a:lnTo>
                  <a:cubicBezTo>
                    <a:pt x="29" y="448"/>
                    <a:pt x="1" y="505"/>
                    <a:pt x="1" y="564"/>
                  </a:cubicBezTo>
                  <a:cubicBezTo>
                    <a:pt x="1" y="645"/>
                    <a:pt x="54" y="726"/>
                    <a:pt x="131" y="726"/>
                  </a:cubicBezTo>
                  <a:cubicBezTo>
                    <a:pt x="163" y="723"/>
                    <a:pt x="191" y="712"/>
                    <a:pt x="216" y="688"/>
                  </a:cubicBezTo>
                  <a:lnTo>
                    <a:pt x="346" y="526"/>
                  </a:lnTo>
                  <a:lnTo>
                    <a:pt x="346" y="2595"/>
                  </a:lnTo>
                  <a:cubicBezTo>
                    <a:pt x="346" y="2682"/>
                    <a:pt x="448" y="2728"/>
                    <a:pt x="543" y="2728"/>
                  </a:cubicBezTo>
                  <a:cubicBezTo>
                    <a:pt x="641" y="2728"/>
                    <a:pt x="743" y="2682"/>
                    <a:pt x="743" y="2595"/>
                  </a:cubicBezTo>
                  <a:lnTo>
                    <a:pt x="743" y="132"/>
                  </a:lnTo>
                  <a:cubicBezTo>
                    <a:pt x="743" y="47"/>
                    <a:pt x="648" y="1"/>
                    <a:pt x="567" y="1"/>
                  </a:cubicBezTo>
                  <a:cubicBezTo>
                    <a:pt x="564" y="1"/>
                    <a:pt x="560" y="1"/>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52" name="Google Shape;22052;p91"/>
          <p:cNvGrpSpPr/>
          <p:nvPr/>
        </p:nvGrpSpPr>
        <p:grpSpPr>
          <a:xfrm>
            <a:off x="6523907" y="2422490"/>
            <a:ext cx="400928" cy="375603"/>
            <a:chOff x="6523907" y="2422490"/>
            <a:chExt cx="400928" cy="375603"/>
          </a:xfrm>
        </p:grpSpPr>
        <p:sp>
          <p:nvSpPr>
            <p:cNvPr id="22053" name="Google Shape;22053;p91"/>
            <p:cNvSpPr/>
            <p:nvPr/>
          </p:nvSpPr>
          <p:spPr>
            <a:xfrm>
              <a:off x="6529841" y="2504373"/>
              <a:ext cx="389137" cy="287838"/>
            </a:xfrm>
            <a:custGeom>
              <a:rect b="b" l="l" r="r" t="t"/>
              <a:pathLst>
                <a:path extrusionOk="0" h="11059" w="14951">
                  <a:moveTo>
                    <a:pt x="1127" y="0"/>
                  </a:moveTo>
                  <a:cubicBezTo>
                    <a:pt x="504" y="0"/>
                    <a:pt x="1" y="507"/>
                    <a:pt x="1" y="1130"/>
                  </a:cubicBezTo>
                  <a:lnTo>
                    <a:pt x="1" y="9930"/>
                  </a:lnTo>
                  <a:cubicBezTo>
                    <a:pt x="1" y="10552"/>
                    <a:pt x="504" y="11059"/>
                    <a:pt x="1127" y="11059"/>
                  </a:cubicBezTo>
                  <a:lnTo>
                    <a:pt x="13821" y="11059"/>
                  </a:lnTo>
                  <a:cubicBezTo>
                    <a:pt x="14444" y="11059"/>
                    <a:pt x="14947" y="10552"/>
                    <a:pt x="14951" y="9930"/>
                  </a:cubicBezTo>
                  <a:lnTo>
                    <a:pt x="14951" y="1130"/>
                  </a:lnTo>
                  <a:cubicBezTo>
                    <a:pt x="14947" y="507"/>
                    <a:pt x="14444" y="0"/>
                    <a:pt x="1382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4" name="Google Shape;22054;p91"/>
            <p:cNvSpPr/>
            <p:nvPr/>
          </p:nvSpPr>
          <p:spPr>
            <a:xfrm>
              <a:off x="6529763" y="2504373"/>
              <a:ext cx="194634" cy="287838"/>
            </a:xfrm>
            <a:custGeom>
              <a:rect b="b" l="l" r="r" t="t"/>
              <a:pathLst>
                <a:path extrusionOk="0" h="11059" w="7478">
                  <a:moveTo>
                    <a:pt x="1105" y="0"/>
                  </a:moveTo>
                  <a:cubicBezTo>
                    <a:pt x="496" y="0"/>
                    <a:pt x="0" y="507"/>
                    <a:pt x="0" y="1130"/>
                  </a:cubicBezTo>
                  <a:lnTo>
                    <a:pt x="0" y="9930"/>
                  </a:lnTo>
                  <a:cubicBezTo>
                    <a:pt x="0" y="10552"/>
                    <a:pt x="496" y="11059"/>
                    <a:pt x="1105" y="11059"/>
                  </a:cubicBezTo>
                  <a:lnTo>
                    <a:pt x="7477" y="11059"/>
                  </a:lnTo>
                  <a:lnTo>
                    <a:pt x="7477"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5" name="Google Shape;22055;p91"/>
            <p:cNvSpPr/>
            <p:nvPr/>
          </p:nvSpPr>
          <p:spPr>
            <a:xfrm>
              <a:off x="6563546" y="2538156"/>
              <a:ext cx="321648" cy="220271"/>
            </a:xfrm>
            <a:custGeom>
              <a:rect b="b" l="l" r="r" t="t"/>
              <a:pathLst>
                <a:path extrusionOk="0" h="8463" w="12358">
                  <a:moveTo>
                    <a:pt x="300" y="1"/>
                  </a:moveTo>
                  <a:cubicBezTo>
                    <a:pt x="134" y="1"/>
                    <a:pt x="1" y="134"/>
                    <a:pt x="1" y="300"/>
                  </a:cubicBezTo>
                  <a:lnTo>
                    <a:pt x="1" y="8164"/>
                  </a:lnTo>
                  <a:cubicBezTo>
                    <a:pt x="1" y="8329"/>
                    <a:pt x="134" y="8463"/>
                    <a:pt x="300" y="8463"/>
                  </a:cubicBezTo>
                  <a:lnTo>
                    <a:pt x="12055" y="8463"/>
                  </a:lnTo>
                  <a:cubicBezTo>
                    <a:pt x="12220" y="8463"/>
                    <a:pt x="12358" y="8329"/>
                    <a:pt x="12358" y="8164"/>
                  </a:cubicBezTo>
                  <a:lnTo>
                    <a:pt x="12358" y="300"/>
                  </a:lnTo>
                  <a:cubicBezTo>
                    <a:pt x="12358" y="134"/>
                    <a:pt x="12220" y="1"/>
                    <a:pt x="12055"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6" name="Google Shape;22056;p91"/>
            <p:cNvSpPr/>
            <p:nvPr/>
          </p:nvSpPr>
          <p:spPr>
            <a:xfrm>
              <a:off x="6563546" y="2538156"/>
              <a:ext cx="160850" cy="220271"/>
            </a:xfrm>
            <a:custGeom>
              <a:rect b="b" l="l" r="r" t="t"/>
              <a:pathLst>
                <a:path extrusionOk="0" h="8463" w="6180">
                  <a:moveTo>
                    <a:pt x="293" y="1"/>
                  </a:moveTo>
                  <a:cubicBezTo>
                    <a:pt x="131" y="1"/>
                    <a:pt x="1" y="138"/>
                    <a:pt x="1" y="300"/>
                  </a:cubicBezTo>
                  <a:lnTo>
                    <a:pt x="1" y="8164"/>
                  </a:lnTo>
                  <a:cubicBezTo>
                    <a:pt x="1" y="8329"/>
                    <a:pt x="131" y="8463"/>
                    <a:pt x="293" y="8463"/>
                  </a:cubicBezTo>
                  <a:lnTo>
                    <a:pt x="6179" y="8463"/>
                  </a:lnTo>
                  <a:lnTo>
                    <a:pt x="6179"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7" name="Google Shape;22057;p91"/>
            <p:cNvSpPr/>
            <p:nvPr/>
          </p:nvSpPr>
          <p:spPr>
            <a:xfrm>
              <a:off x="6647980" y="2428451"/>
              <a:ext cx="152781" cy="127509"/>
            </a:xfrm>
            <a:custGeom>
              <a:rect b="b" l="l" r="r" t="t"/>
              <a:pathLst>
                <a:path extrusionOk="0" h="4899" w="5870">
                  <a:moveTo>
                    <a:pt x="2492" y="1"/>
                  </a:moveTo>
                  <a:cubicBezTo>
                    <a:pt x="1830" y="1"/>
                    <a:pt x="1299" y="535"/>
                    <a:pt x="1295" y="1193"/>
                  </a:cubicBezTo>
                  <a:lnTo>
                    <a:pt x="1295" y="1756"/>
                  </a:lnTo>
                  <a:cubicBezTo>
                    <a:pt x="1295" y="2038"/>
                    <a:pt x="1063" y="2270"/>
                    <a:pt x="778" y="2270"/>
                  </a:cubicBezTo>
                  <a:lnTo>
                    <a:pt x="550" y="2270"/>
                  </a:lnTo>
                  <a:cubicBezTo>
                    <a:pt x="247" y="2270"/>
                    <a:pt x="1" y="2516"/>
                    <a:pt x="1" y="2819"/>
                  </a:cubicBezTo>
                  <a:lnTo>
                    <a:pt x="1" y="4346"/>
                  </a:lnTo>
                  <a:cubicBezTo>
                    <a:pt x="1" y="4649"/>
                    <a:pt x="247" y="4895"/>
                    <a:pt x="550" y="4895"/>
                  </a:cubicBezTo>
                  <a:lnTo>
                    <a:pt x="550" y="4898"/>
                  </a:lnTo>
                  <a:lnTo>
                    <a:pt x="5321" y="4898"/>
                  </a:lnTo>
                  <a:cubicBezTo>
                    <a:pt x="5623" y="4898"/>
                    <a:pt x="5869" y="4652"/>
                    <a:pt x="5869" y="4349"/>
                  </a:cubicBezTo>
                  <a:lnTo>
                    <a:pt x="5869" y="2822"/>
                  </a:lnTo>
                  <a:cubicBezTo>
                    <a:pt x="5869" y="2516"/>
                    <a:pt x="5623" y="2274"/>
                    <a:pt x="5321" y="2274"/>
                  </a:cubicBezTo>
                  <a:lnTo>
                    <a:pt x="5088" y="2274"/>
                  </a:lnTo>
                  <a:cubicBezTo>
                    <a:pt x="4803" y="2270"/>
                    <a:pt x="4571" y="2041"/>
                    <a:pt x="4571" y="1756"/>
                  </a:cubicBezTo>
                  <a:lnTo>
                    <a:pt x="4571" y="1193"/>
                  </a:lnTo>
                  <a:cubicBezTo>
                    <a:pt x="4571" y="535"/>
                    <a:pt x="4036" y="1"/>
                    <a:pt x="337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8" name="Google Shape;22058;p91"/>
            <p:cNvSpPr/>
            <p:nvPr/>
          </p:nvSpPr>
          <p:spPr>
            <a:xfrm>
              <a:off x="6637829" y="2671495"/>
              <a:ext cx="44429" cy="38052"/>
            </a:xfrm>
            <a:custGeom>
              <a:rect b="b" l="l" r="r" t="t"/>
              <a:pathLst>
                <a:path extrusionOk="0" h="1462" w="1707">
                  <a:moveTo>
                    <a:pt x="732" y="1"/>
                  </a:moveTo>
                  <a:cubicBezTo>
                    <a:pt x="327" y="1"/>
                    <a:pt x="4" y="328"/>
                    <a:pt x="0" y="729"/>
                  </a:cubicBezTo>
                  <a:cubicBezTo>
                    <a:pt x="0" y="1169"/>
                    <a:pt x="360" y="1462"/>
                    <a:pt x="735" y="1462"/>
                  </a:cubicBezTo>
                  <a:cubicBezTo>
                    <a:pt x="914" y="1462"/>
                    <a:pt x="1097" y="1395"/>
                    <a:pt x="1246" y="1246"/>
                  </a:cubicBezTo>
                  <a:cubicBezTo>
                    <a:pt x="1707" y="789"/>
                    <a:pt x="1379" y="1"/>
                    <a:pt x="732"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9" name="Google Shape;22059;p91"/>
            <p:cNvSpPr/>
            <p:nvPr/>
          </p:nvSpPr>
          <p:spPr>
            <a:xfrm>
              <a:off x="6706932" y="2599685"/>
              <a:ext cx="43284" cy="38156"/>
            </a:xfrm>
            <a:custGeom>
              <a:rect b="b" l="l" r="r" t="t"/>
              <a:pathLst>
                <a:path extrusionOk="0" h="1466" w="1663">
                  <a:moveTo>
                    <a:pt x="348" y="1"/>
                  </a:moveTo>
                  <a:cubicBezTo>
                    <a:pt x="160" y="1"/>
                    <a:pt x="1" y="241"/>
                    <a:pt x="174" y="420"/>
                  </a:cubicBezTo>
                  <a:lnTo>
                    <a:pt x="487" y="733"/>
                  </a:lnTo>
                  <a:lnTo>
                    <a:pt x="174" y="1046"/>
                  </a:lnTo>
                  <a:cubicBezTo>
                    <a:pt x="79" y="1141"/>
                    <a:pt x="79" y="1296"/>
                    <a:pt x="174" y="1391"/>
                  </a:cubicBezTo>
                  <a:cubicBezTo>
                    <a:pt x="221" y="1438"/>
                    <a:pt x="284" y="1462"/>
                    <a:pt x="346" y="1462"/>
                  </a:cubicBezTo>
                  <a:cubicBezTo>
                    <a:pt x="409" y="1462"/>
                    <a:pt x="471" y="1438"/>
                    <a:pt x="519" y="1391"/>
                  </a:cubicBezTo>
                  <a:lnTo>
                    <a:pt x="832" y="1078"/>
                  </a:lnTo>
                  <a:lnTo>
                    <a:pt x="1145" y="1391"/>
                  </a:lnTo>
                  <a:cubicBezTo>
                    <a:pt x="1199" y="1443"/>
                    <a:pt x="1258" y="1465"/>
                    <a:pt x="1315" y="1465"/>
                  </a:cubicBezTo>
                  <a:cubicBezTo>
                    <a:pt x="1504" y="1465"/>
                    <a:pt x="1663" y="1224"/>
                    <a:pt x="1490" y="1046"/>
                  </a:cubicBezTo>
                  <a:lnTo>
                    <a:pt x="1177" y="733"/>
                  </a:lnTo>
                  <a:lnTo>
                    <a:pt x="1490" y="420"/>
                  </a:lnTo>
                  <a:cubicBezTo>
                    <a:pt x="1663" y="241"/>
                    <a:pt x="1504" y="1"/>
                    <a:pt x="1315" y="1"/>
                  </a:cubicBezTo>
                  <a:cubicBezTo>
                    <a:pt x="1258" y="1"/>
                    <a:pt x="1199" y="23"/>
                    <a:pt x="1145" y="75"/>
                  </a:cubicBezTo>
                  <a:lnTo>
                    <a:pt x="832" y="388"/>
                  </a:lnTo>
                  <a:lnTo>
                    <a:pt x="519" y="75"/>
                  </a:lnTo>
                  <a:cubicBezTo>
                    <a:pt x="465" y="23"/>
                    <a:pt x="405" y="1"/>
                    <a:pt x="34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0" name="Google Shape;22060;p91"/>
            <p:cNvSpPr/>
            <p:nvPr/>
          </p:nvSpPr>
          <p:spPr>
            <a:xfrm>
              <a:off x="6647980" y="2428451"/>
              <a:ext cx="76417" cy="127509"/>
            </a:xfrm>
            <a:custGeom>
              <a:rect b="b" l="l" r="r" t="t"/>
              <a:pathLst>
                <a:path extrusionOk="0" h="4899" w="2936">
                  <a:moveTo>
                    <a:pt x="2492" y="1"/>
                  </a:moveTo>
                  <a:cubicBezTo>
                    <a:pt x="1830" y="1"/>
                    <a:pt x="1299" y="535"/>
                    <a:pt x="1295" y="1193"/>
                  </a:cubicBezTo>
                  <a:lnTo>
                    <a:pt x="1295" y="1756"/>
                  </a:lnTo>
                  <a:cubicBezTo>
                    <a:pt x="1295" y="2041"/>
                    <a:pt x="1067" y="2270"/>
                    <a:pt x="778" y="2274"/>
                  </a:cubicBezTo>
                  <a:lnTo>
                    <a:pt x="550" y="2274"/>
                  </a:lnTo>
                  <a:cubicBezTo>
                    <a:pt x="247" y="2274"/>
                    <a:pt x="1" y="2516"/>
                    <a:pt x="1" y="2822"/>
                  </a:cubicBezTo>
                  <a:lnTo>
                    <a:pt x="1" y="4349"/>
                  </a:lnTo>
                  <a:cubicBezTo>
                    <a:pt x="1" y="4652"/>
                    <a:pt x="247" y="4898"/>
                    <a:pt x="550" y="4898"/>
                  </a:cubicBezTo>
                  <a:lnTo>
                    <a:pt x="2935" y="4898"/>
                  </a:lnTo>
                  <a:lnTo>
                    <a:pt x="2935"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1" name="Google Shape;22061;p91"/>
            <p:cNvSpPr/>
            <p:nvPr/>
          </p:nvSpPr>
          <p:spPr>
            <a:xfrm>
              <a:off x="6701180" y="2495888"/>
              <a:ext cx="40525" cy="34695"/>
            </a:xfrm>
            <a:custGeom>
              <a:rect b="b" l="l" r="r" t="t"/>
              <a:pathLst>
                <a:path extrusionOk="0" h="1333" w="1557">
                  <a:moveTo>
                    <a:pt x="884" y="1"/>
                  </a:moveTo>
                  <a:cubicBezTo>
                    <a:pt x="721" y="1"/>
                    <a:pt x="555" y="61"/>
                    <a:pt x="420" y="196"/>
                  </a:cubicBezTo>
                  <a:cubicBezTo>
                    <a:pt x="1" y="615"/>
                    <a:pt x="300" y="1333"/>
                    <a:pt x="891" y="1333"/>
                  </a:cubicBezTo>
                  <a:cubicBezTo>
                    <a:pt x="1257" y="1333"/>
                    <a:pt x="1556" y="1034"/>
                    <a:pt x="1556" y="668"/>
                  </a:cubicBezTo>
                  <a:cubicBezTo>
                    <a:pt x="1556" y="267"/>
                    <a:pt x="1227" y="1"/>
                    <a:pt x="88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2" name="Google Shape;22062;p91"/>
            <p:cNvSpPr/>
            <p:nvPr/>
          </p:nvSpPr>
          <p:spPr>
            <a:xfrm>
              <a:off x="6624529" y="2591461"/>
              <a:ext cx="208272" cy="130632"/>
            </a:xfrm>
            <a:custGeom>
              <a:rect b="b" l="l" r="r" t="t"/>
              <a:pathLst>
                <a:path extrusionOk="0" h="5019" w="8002">
                  <a:moveTo>
                    <a:pt x="1244" y="3076"/>
                  </a:moveTo>
                  <a:cubicBezTo>
                    <a:pt x="1892" y="3076"/>
                    <a:pt x="2217" y="3861"/>
                    <a:pt x="1757" y="4318"/>
                  </a:cubicBezTo>
                  <a:cubicBezTo>
                    <a:pt x="1608" y="4467"/>
                    <a:pt x="1425" y="4534"/>
                    <a:pt x="1245" y="4534"/>
                  </a:cubicBezTo>
                  <a:cubicBezTo>
                    <a:pt x="871" y="4534"/>
                    <a:pt x="511" y="4244"/>
                    <a:pt x="511" y="3804"/>
                  </a:cubicBezTo>
                  <a:cubicBezTo>
                    <a:pt x="515" y="3403"/>
                    <a:pt x="838" y="3076"/>
                    <a:pt x="1243" y="3076"/>
                  </a:cubicBezTo>
                  <a:lnTo>
                    <a:pt x="1239" y="3076"/>
                  </a:lnTo>
                  <a:cubicBezTo>
                    <a:pt x="1241" y="3076"/>
                    <a:pt x="1242" y="3076"/>
                    <a:pt x="1244" y="3076"/>
                  </a:cubicBezTo>
                  <a:close/>
                  <a:moveTo>
                    <a:pt x="7393" y="0"/>
                  </a:moveTo>
                  <a:cubicBezTo>
                    <a:pt x="7383" y="0"/>
                    <a:pt x="7372" y="4"/>
                    <a:pt x="7362" y="4"/>
                  </a:cubicBezTo>
                  <a:lnTo>
                    <a:pt x="7358" y="4"/>
                  </a:lnTo>
                  <a:cubicBezTo>
                    <a:pt x="7347" y="8"/>
                    <a:pt x="7340" y="8"/>
                    <a:pt x="7333" y="11"/>
                  </a:cubicBezTo>
                  <a:lnTo>
                    <a:pt x="7326" y="15"/>
                  </a:lnTo>
                  <a:cubicBezTo>
                    <a:pt x="7316" y="18"/>
                    <a:pt x="7305" y="22"/>
                    <a:pt x="7295" y="25"/>
                  </a:cubicBezTo>
                  <a:lnTo>
                    <a:pt x="6647" y="349"/>
                  </a:lnTo>
                  <a:cubicBezTo>
                    <a:pt x="6402" y="476"/>
                    <a:pt x="6527" y="813"/>
                    <a:pt x="6752" y="813"/>
                  </a:cubicBezTo>
                  <a:cubicBezTo>
                    <a:pt x="6787" y="813"/>
                    <a:pt x="6826" y="804"/>
                    <a:pt x="6865" y="785"/>
                  </a:cubicBezTo>
                  <a:lnTo>
                    <a:pt x="7038" y="697"/>
                  </a:lnTo>
                  <a:lnTo>
                    <a:pt x="7038" y="697"/>
                  </a:lnTo>
                  <a:cubicBezTo>
                    <a:pt x="6721" y="1763"/>
                    <a:pt x="6165" y="2555"/>
                    <a:pt x="5391" y="3047"/>
                  </a:cubicBezTo>
                  <a:cubicBezTo>
                    <a:pt x="4623" y="3538"/>
                    <a:pt x="3770" y="3651"/>
                    <a:pt x="3150" y="3651"/>
                  </a:cubicBezTo>
                  <a:cubicBezTo>
                    <a:pt x="2845" y="3651"/>
                    <a:pt x="2596" y="3623"/>
                    <a:pt x="2443" y="3600"/>
                  </a:cubicBezTo>
                  <a:cubicBezTo>
                    <a:pt x="2363" y="2995"/>
                    <a:pt x="1846" y="2547"/>
                    <a:pt x="1244" y="2547"/>
                  </a:cubicBezTo>
                  <a:cubicBezTo>
                    <a:pt x="1208" y="2547"/>
                    <a:pt x="1173" y="2548"/>
                    <a:pt x="1137" y="2551"/>
                  </a:cubicBezTo>
                  <a:cubicBezTo>
                    <a:pt x="490" y="2604"/>
                    <a:pt x="1" y="3157"/>
                    <a:pt x="26" y="3804"/>
                  </a:cubicBezTo>
                  <a:cubicBezTo>
                    <a:pt x="26" y="4420"/>
                    <a:pt x="486" y="4937"/>
                    <a:pt x="1099" y="5011"/>
                  </a:cubicBezTo>
                  <a:cubicBezTo>
                    <a:pt x="1146" y="5016"/>
                    <a:pt x="1193" y="5019"/>
                    <a:pt x="1239" y="5019"/>
                  </a:cubicBezTo>
                  <a:cubicBezTo>
                    <a:pt x="1793" y="5019"/>
                    <a:pt x="2289" y="4641"/>
                    <a:pt x="2422" y="4089"/>
                  </a:cubicBezTo>
                  <a:cubicBezTo>
                    <a:pt x="2664" y="4121"/>
                    <a:pt x="2907" y="4138"/>
                    <a:pt x="3153" y="4138"/>
                  </a:cubicBezTo>
                  <a:cubicBezTo>
                    <a:pt x="3836" y="4138"/>
                    <a:pt x="4775" y="4008"/>
                    <a:pt x="5645" y="3456"/>
                  </a:cubicBezTo>
                  <a:cubicBezTo>
                    <a:pt x="6503" y="2910"/>
                    <a:pt x="7115" y="2059"/>
                    <a:pt x="7471" y="922"/>
                  </a:cubicBezTo>
                  <a:lnTo>
                    <a:pt x="7506" y="993"/>
                  </a:lnTo>
                  <a:cubicBezTo>
                    <a:pt x="7551" y="1078"/>
                    <a:pt x="7637" y="1127"/>
                    <a:pt x="7726" y="1127"/>
                  </a:cubicBezTo>
                  <a:cubicBezTo>
                    <a:pt x="7762" y="1127"/>
                    <a:pt x="7798" y="1119"/>
                    <a:pt x="7833" y="1102"/>
                  </a:cubicBezTo>
                  <a:cubicBezTo>
                    <a:pt x="7953" y="1042"/>
                    <a:pt x="8002" y="898"/>
                    <a:pt x="7942" y="775"/>
                  </a:cubicBezTo>
                  <a:lnTo>
                    <a:pt x="7618" y="127"/>
                  </a:lnTo>
                  <a:lnTo>
                    <a:pt x="7618" y="124"/>
                  </a:lnTo>
                  <a:lnTo>
                    <a:pt x="7615" y="117"/>
                  </a:lnTo>
                  <a:cubicBezTo>
                    <a:pt x="7611" y="110"/>
                    <a:pt x="7608" y="103"/>
                    <a:pt x="7601" y="95"/>
                  </a:cubicBezTo>
                  <a:lnTo>
                    <a:pt x="7597" y="92"/>
                  </a:lnTo>
                  <a:cubicBezTo>
                    <a:pt x="7587" y="74"/>
                    <a:pt x="7569" y="60"/>
                    <a:pt x="7555" y="46"/>
                  </a:cubicBezTo>
                  <a:lnTo>
                    <a:pt x="7552" y="46"/>
                  </a:lnTo>
                  <a:cubicBezTo>
                    <a:pt x="7541" y="43"/>
                    <a:pt x="7534" y="36"/>
                    <a:pt x="7523" y="29"/>
                  </a:cubicBezTo>
                  <a:cubicBezTo>
                    <a:pt x="7516" y="25"/>
                    <a:pt x="7506" y="22"/>
                    <a:pt x="7499" y="18"/>
                  </a:cubicBezTo>
                  <a:lnTo>
                    <a:pt x="7488" y="15"/>
                  </a:lnTo>
                  <a:lnTo>
                    <a:pt x="7467" y="8"/>
                  </a:lnTo>
                  <a:lnTo>
                    <a:pt x="7460" y="8"/>
                  </a:lnTo>
                  <a:cubicBezTo>
                    <a:pt x="7450" y="4"/>
                    <a:pt x="7442" y="4"/>
                    <a:pt x="74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3" name="Google Shape;22063;p91"/>
            <p:cNvSpPr/>
            <p:nvPr/>
          </p:nvSpPr>
          <p:spPr>
            <a:xfrm>
              <a:off x="6597226" y="2582846"/>
              <a:ext cx="43492" cy="38234"/>
            </a:xfrm>
            <a:custGeom>
              <a:rect b="b" l="l" r="r" t="t"/>
              <a:pathLst>
                <a:path extrusionOk="0" h="1469" w="1671">
                  <a:moveTo>
                    <a:pt x="347" y="0"/>
                  </a:moveTo>
                  <a:cubicBezTo>
                    <a:pt x="160" y="0"/>
                    <a:pt x="1" y="240"/>
                    <a:pt x="174" y="416"/>
                  </a:cubicBezTo>
                  <a:lnTo>
                    <a:pt x="487" y="733"/>
                  </a:lnTo>
                  <a:lnTo>
                    <a:pt x="174" y="1046"/>
                  </a:lnTo>
                  <a:cubicBezTo>
                    <a:pt x="79" y="1141"/>
                    <a:pt x="79" y="1296"/>
                    <a:pt x="174" y="1391"/>
                  </a:cubicBezTo>
                  <a:cubicBezTo>
                    <a:pt x="221" y="1438"/>
                    <a:pt x="284" y="1462"/>
                    <a:pt x="346" y="1462"/>
                  </a:cubicBezTo>
                  <a:cubicBezTo>
                    <a:pt x="408" y="1462"/>
                    <a:pt x="469" y="1438"/>
                    <a:pt x="515" y="1391"/>
                  </a:cubicBezTo>
                  <a:lnTo>
                    <a:pt x="832" y="1074"/>
                  </a:lnTo>
                  <a:lnTo>
                    <a:pt x="1145" y="1391"/>
                  </a:lnTo>
                  <a:cubicBezTo>
                    <a:pt x="1198" y="1446"/>
                    <a:pt x="1258" y="1469"/>
                    <a:pt x="1316" y="1469"/>
                  </a:cubicBezTo>
                  <a:cubicBezTo>
                    <a:pt x="1506" y="1469"/>
                    <a:pt x="1670" y="1221"/>
                    <a:pt x="1490" y="1046"/>
                  </a:cubicBezTo>
                  <a:lnTo>
                    <a:pt x="1177" y="733"/>
                  </a:lnTo>
                  <a:lnTo>
                    <a:pt x="1490" y="416"/>
                  </a:lnTo>
                  <a:cubicBezTo>
                    <a:pt x="1663" y="240"/>
                    <a:pt x="1502" y="0"/>
                    <a:pt x="1314" y="0"/>
                  </a:cubicBezTo>
                  <a:cubicBezTo>
                    <a:pt x="1257" y="0"/>
                    <a:pt x="1198" y="22"/>
                    <a:pt x="1145" y="75"/>
                  </a:cubicBezTo>
                  <a:lnTo>
                    <a:pt x="832" y="388"/>
                  </a:lnTo>
                  <a:lnTo>
                    <a:pt x="515" y="75"/>
                  </a:lnTo>
                  <a:cubicBezTo>
                    <a:pt x="462" y="22"/>
                    <a:pt x="403" y="0"/>
                    <a:pt x="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4" name="Google Shape;22064;p91"/>
            <p:cNvSpPr/>
            <p:nvPr/>
          </p:nvSpPr>
          <p:spPr>
            <a:xfrm>
              <a:off x="6816638" y="2684093"/>
              <a:ext cx="43310" cy="38130"/>
            </a:xfrm>
            <a:custGeom>
              <a:rect b="b" l="l" r="r" t="t"/>
              <a:pathLst>
                <a:path extrusionOk="0" h="1465" w="1664">
                  <a:moveTo>
                    <a:pt x="1314" y="0"/>
                  </a:moveTo>
                  <a:cubicBezTo>
                    <a:pt x="1257" y="0"/>
                    <a:pt x="1199" y="22"/>
                    <a:pt x="1145" y="73"/>
                  </a:cubicBezTo>
                  <a:lnTo>
                    <a:pt x="832" y="389"/>
                  </a:lnTo>
                  <a:lnTo>
                    <a:pt x="519" y="73"/>
                  </a:lnTo>
                  <a:cubicBezTo>
                    <a:pt x="471" y="27"/>
                    <a:pt x="409" y="4"/>
                    <a:pt x="346" y="4"/>
                  </a:cubicBezTo>
                  <a:cubicBezTo>
                    <a:pt x="284" y="4"/>
                    <a:pt x="222" y="27"/>
                    <a:pt x="174" y="73"/>
                  </a:cubicBezTo>
                  <a:cubicBezTo>
                    <a:pt x="79" y="168"/>
                    <a:pt x="79" y="322"/>
                    <a:pt x="174" y="417"/>
                  </a:cubicBezTo>
                  <a:lnTo>
                    <a:pt x="487" y="734"/>
                  </a:lnTo>
                  <a:lnTo>
                    <a:pt x="174" y="1047"/>
                  </a:lnTo>
                  <a:cubicBezTo>
                    <a:pt x="1" y="1223"/>
                    <a:pt x="161" y="1464"/>
                    <a:pt x="350" y="1464"/>
                  </a:cubicBezTo>
                  <a:cubicBezTo>
                    <a:pt x="407" y="1464"/>
                    <a:pt x="466" y="1443"/>
                    <a:pt x="519" y="1392"/>
                  </a:cubicBezTo>
                  <a:lnTo>
                    <a:pt x="832" y="1075"/>
                  </a:lnTo>
                  <a:lnTo>
                    <a:pt x="1145" y="1392"/>
                  </a:lnTo>
                  <a:cubicBezTo>
                    <a:pt x="1199" y="1443"/>
                    <a:pt x="1257" y="1464"/>
                    <a:pt x="1314" y="1464"/>
                  </a:cubicBezTo>
                  <a:cubicBezTo>
                    <a:pt x="1503" y="1464"/>
                    <a:pt x="1663" y="1223"/>
                    <a:pt x="1490" y="1047"/>
                  </a:cubicBezTo>
                  <a:lnTo>
                    <a:pt x="1177" y="734"/>
                  </a:lnTo>
                  <a:lnTo>
                    <a:pt x="1490" y="417"/>
                  </a:lnTo>
                  <a:cubicBezTo>
                    <a:pt x="1663" y="241"/>
                    <a:pt x="1503" y="0"/>
                    <a:pt x="13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5" name="Google Shape;22065;p91"/>
            <p:cNvSpPr/>
            <p:nvPr/>
          </p:nvSpPr>
          <p:spPr>
            <a:xfrm>
              <a:off x="6523907" y="2422490"/>
              <a:ext cx="400928" cy="375603"/>
            </a:xfrm>
            <a:custGeom>
              <a:rect b="b" l="l" r="r" t="t"/>
              <a:pathLst>
                <a:path extrusionOk="0" h="14431" w="15404">
                  <a:moveTo>
                    <a:pt x="8145" y="490"/>
                  </a:moveTo>
                  <a:cubicBezTo>
                    <a:pt x="8663" y="490"/>
                    <a:pt x="9078" y="905"/>
                    <a:pt x="9081" y="1422"/>
                  </a:cubicBezTo>
                  <a:lnTo>
                    <a:pt x="9081" y="1985"/>
                  </a:lnTo>
                  <a:cubicBezTo>
                    <a:pt x="9081" y="2411"/>
                    <a:pt x="9426" y="2759"/>
                    <a:pt x="9855" y="2759"/>
                  </a:cubicBezTo>
                  <a:lnTo>
                    <a:pt x="10088" y="2759"/>
                  </a:lnTo>
                  <a:cubicBezTo>
                    <a:pt x="10246" y="2759"/>
                    <a:pt x="10376" y="2890"/>
                    <a:pt x="10376" y="3051"/>
                  </a:cubicBezTo>
                  <a:lnTo>
                    <a:pt x="10376" y="4578"/>
                  </a:lnTo>
                  <a:cubicBezTo>
                    <a:pt x="10376" y="4737"/>
                    <a:pt x="10246" y="4867"/>
                    <a:pt x="10088" y="4867"/>
                  </a:cubicBezTo>
                  <a:lnTo>
                    <a:pt x="5317" y="4867"/>
                  </a:lnTo>
                  <a:cubicBezTo>
                    <a:pt x="5155" y="4867"/>
                    <a:pt x="5024" y="4737"/>
                    <a:pt x="5024" y="4578"/>
                  </a:cubicBezTo>
                  <a:lnTo>
                    <a:pt x="5024" y="3048"/>
                  </a:lnTo>
                  <a:lnTo>
                    <a:pt x="5028" y="3048"/>
                  </a:lnTo>
                  <a:cubicBezTo>
                    <a:pt x="5028" y="2890"/>
                    <a:pt x="5158" y="2759"/>
                    <a:pt x="5317" y="2759"/>
                  </a:cubicBezTo>
                  <a:lnTo>
                    <a:pt x="5549" y="2759"/>
                  </a:lnTo>
                  <a:cubicBezTo>
                    <a:pt x="5974" y="2756"/>
                    <a:pt x="6323" y="2411"/>
                    <a:pt x="6323" y="1985"/>
                  </a:cubicBezTo>
                  <a:lnTo>
                    <a:pt x="6323" y="1422"/>
                  </a:lnTo>
                  <a:cubicBezTo>
                    <a:pt x="6323" y="905"/>
                    <a:pt x="6742" y="490"/>
                    <a:pt x="7259" y="490"/>
                  </a:cubicBezTo>
                  <a:close/>
                  <a:moveTo>
                    <a:pt x="14049" y="3407"/>
                  </a:moveTo>
                  <a:cubicBezTo>
                    <a:pt x="14528" y="3407"/>
                    <a:pt x="14918" y="3794"/>
                    <a:pt x="14918" y="4276"/>
                  </a:cubicBezTo>
                  <a:lnTo>
                    <a:pt x="14918" y="13076"/>
                  </a:lnTo>
                  <a:cubicBezTo>
                    <a:pt x="14918" y="13558"/>
                    <a:pt x="14531" y="13948"/>
                    <a:pt x="14049" y="13948"/>
                  </a:cubicBezTo>
                  <a:lnTo>
                    <a:pt x="1355" y="13948"/>
                  </a:lnTo>
                  <a:cubicBezTo>
                    <a:pt x="876" y="13948"/>
                    <a:pt x="486" y="13558"/>
                    <a:pt x="486" y="13079"/>
                  </a:cubicBezTo>
                  <a:lnTo>
                    <a:pt x="486" y="4276"/>
                  </a:lnTo>
                  <a:cubicBezTo>
                    <a:pt x="486" y="3794"/>
                    <a:pt x="876" y="3407"/>
                    <a:pt x="1355" y="3407"/>
                  </a:cubicBezTo>
                  <a:lnTo>
                    <a:pt x="4539" y="3407"/>
                  </a:lnTo>
                  <a:lnTo>
                    <a:pt x="4539" y="4216"/>
                  </a:lnTo>
                  <a:lnTo>
                    <a:pt x="1541" y="4216"/>
                  </a:lnTo>
                  <a:cubicBezTo>
                    <a:pt x="1407" y="4216"/>
                    <a:pt x="1298" y="4325"/>
                    <a:pt x="1298" y="4462"/>
                  </a:cubicBezTo>
                  <a:lnTo>
                    <a:pt x="1298" y="12893"/>
                  </a:lnTo>
                  <a:cubicBezTo>
                    <a:pt x="1298" y="13026"/>
                    <a:pt x="1407" y="13135"/>
                    <a:pt x="1541" y="13135"/>
                  </a:cubicBezTo>
                  <a:lnTo>
                    <a:pt x="9753" y="13135"/>
                  </a:lnTo>
                  <a:cubicBezTo>
                    <a:pt x="9887" y="13135"/>
                    <a:pt x="9996" y="13026"/>
                    <a:pt x="9996" y="12893"/>
                  </a:cubicBezTo>
                  <a:cubicBezTo>
                    <a:pt x="9996" y="12755"/>
                    <a:pt x="9887" y="12646"/>
                    <a:pt x="9753" y="12646"/>
                  </a:cubicBezTo>
                  <a:lnTo>
                    <a:pt x="1784" y="12646"/>
                  </a:lnTo>
                  <a:lnTo>
                    <a:pt x="1784" y="4705"/>
                  </a:lnTo>
                  <a:lnTo>
                    <a:pt x="4549" y="4705"/>
                  </a:lnTo>
                  <a:cubicBezTo>
                    <a:pt x="4613" y="5078"/>
                    <a:pt x="4937" y="5353"/>
                    <a:pt x="5317" y="5353"/>
                  </a:cubicBezTo>
                  <a:lnTo>
                    <a:pt x="10088" y="5353"/>
                  </a:lnTo>
                  <a:cubicBezTo>
                    <a:pt x="10468" y="5353"/>
                    <a:pt x="10791" y="5078"/>
                    <a:pt x="10851" y="4705"/>
                  </a:cubicBezTo>
                  <a:lnTo>
                    <a:pt x="13620" y="4705"/>
                  </a:lnTo>
                  <a:lnTo>
                    <a:pt x="13620" y="12650"/>
                  </a:lnTo>
                  <a:lnTo>
                    <a:pt x="10936" y="12650"/>
                  </a:lnTo>
                  <a:cubicBezTo>
                    <a:pt x="10802" y="12650"/>
                    <a:pt x="10693" y="12759"/>
                    <a:pt x="10693" y="12893"/>
                  </a:cubicBezTo>
                  <a:cubicBezTo>
                    <a:pt x="10693" y="13026"/>
                    <a:pt x="10802" y="13135"/>
                    <a:pt x="10936" y="13135"/>
                  </a:cubicBezTo>
                  <a:lnTo>
                    <a:pt x="13863" y="13135"/>
                  </a:lnTo>
                  <a:cubicBezTo>
                    <a:pt x="13997" y="13135"/>
                    <a:pt x="14106" y="13026"/>
                    <a:pt x="14106" y="12893"/>
                  </a:cubicBezTo>
                  <a:lnTo>
                    <a:pt x="14106" y="4462"/>
                  </a:lnTo>
                  <a:cubicBezTo>
                    <a:pt x="14106" y="4325"/>
                    <a:pt x="13997" y="4216"/>
                    <a:pt x="13863" y="4216"/>
                  </a:cubicBezTo>
                  <a:lnTo>
                    <a:pt x="10865" y="4216"/>
                  </a:lnTo>
                  <a:lnTo>
                    <a:pt x="10865" y="3407"/>
                  </a:lnTo>
                  <a:close/>
                  <a:moveTo>
                    <a:pt x="7259" y="1"/>
                  </a:moveTo>
                  <a:cubicBezTo>
                    <a:pt x="6474" y="4"/>
                    <a:pt x="5841" y="638"/>
                    <a:pt x="5837" y="1422"/>
                  </a:cubicBezTo>
                  <a:lnTo>
                    <a:pt x="5837" y="1985"/>
                  </a:lnTo>
                  <a:cubicBezTo>
                    <a:pt x="5837" y="2144"/>
                    <a:pt x="5707" y="2274"/>
                    <a:pt x="5549" y="2274"/>
                  </a:cubicBezTo>
                  <a:lnTo>
                    <a:pt x="5317" y="2274"/>
                  </a:lnTo>
                  <a:cubicBezTo>
                    <a:pt x="4937" y="2274"/>
                    <a:pt x="4613" y="2545"/>
                    <a:pt x="4549" y="2921"/>
                  </a:cubicBezTo>
                  <a:lnTo>
                    <a:pt x="1355" y="2921"/>
                  </a:lnTo>
                  <a:cubicBezTo>
                    <a:pt x="605" y="2921"/>
                    <a:pt x="0" y="3526"/>
                    <a:pt x="0" y="4276"/>
                  </a:cubicBezTo>
                  <a:lnTo>
                    <a:pt x="0" y="13076"/>
                  </a:lnTo>
                  <a:cubicBezTo>
                    <a:pt x="0" y="13825"/>
                    <a:pt x="605" y="14430"/>
                    <a:pt x="1355" y="14430"/>
                  </a:cubicBezTo>
                  <a:lnTo>
                    <a:pt x="14049" y="14430"/>
                  </a:lnTo>
                  <a:cubicBezTo>
                    <a:pt x="14799" y="14430"/>
                    <a:pt x="15404" y="13825"/>
                    <a:pt x="15404" y="13076"/>
                  </a:cubicBezTo>
                  <a:lnTo>
                    <a:pt x="15404" y="4276"/>
                  </a:lnTo>
                  <a:cubicBezTo>
                    <a:pt x="15404" y="3526"/>
                    <a:pt x="14799" y="2921"/>
                    <a:pt x="14049" y="2921"/>
                  </a:cubicBezTo>
                  <a:lnTo>
                    <a:pt x="10855" y="2921"/>
                  </a:lnTo>
                  <a:cubicBezTo>
                    <a:pt x="10791" y="2545"/>
                    <a:pt x="10468" y="2274"/>
                    <a:pt x="10088" y="2270"/>
                  </a:cubicBezTo>
                  <a:lnTo>
                    <a:pt x="9859" y="2270"/>
                  </a:lnTo>
                  <a:cubicBezTo>
                    <a:pt x="9697" y="2270"/>
                    <a:pt x="9567" y="2140"/>
                    <a:pt x="9567" y="1982"/>
                  </a:cubicBezTo>
                  <a:lnTo>
                    <a:pt x="9567" y="1422"/>
                  </a:lnTo>
                  <a:cubicBezTo>
                    <a:pt x="9567" y="638"/>
                    <a:pt x="8930" y="4"/>
                    <a:pt x="8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6" name="Google Shape;22066;p91"/>
            <p:cNvSpPr/>
            <p:nvPr/>
          </p:nvSpPr>
          <p:spPr>
            <a:xfrm>
              <a:off x="6701102" y="2490006"/>
              <a:ext cx="54319" cy="46433"/>
            </a:xfrm>
            <a:custGeom>
              <a:rect b="b" l="l" r="r" t="t"/>
              <a:pathLst>
                <a:path extrusionOk="0" h="1784" w="2087">
                  <a:moveTo>
                    <a:pt x="894" y="489"/>
                  </a:moveTo>
                  <a:cubicBezTo>
                    <a:pt x="1256" y="489"/>
                    <a:pt x="1436" y="925"/>
                    <a:pt x="1179" y="1179"/>
                  </a:cubicBezTo>
                  <a:cubicBezTo>
                    <a:pt x="1097" y="1262"/>
                    <a:pt x="995" y="1300"/>
                    <a:pt x="895" y="1300"/>
                  </a:cubicBezTo>
                  <a:cubicBezTo>
                    <a:pt x="688" y="1300"/>
                    <a:pt x="489" y="1138"/>
                    <a:pt x="489" y="894"/>
                  </a:cubicBezTo>
                  <a:cubicBezTo>
                    <a:pt x="489" y="669"/>
                    <a:pt x="669" y="489"/>
                    <a:pt x="894" y="489"/>
                  </a:cubicBezTo>
                  <a:close/>
                  <a:moveTo>
                    <a:pt x="898" y="0"/>
                  </a:moveTo>
                  <a:cubicBezTo>
                    <a:pt x="440" y="0"/>
                    <a:pt x="0" y="356"/>
                    <a:pt x="0" y="894"/>
                  </a:cubicBezTo>
                  <a:cubicBezTo>
                    <a:pt x="4" y="1386"/>
                    <a:pt x="401" y="1784"/>
                    <a:pt x="894" y="1784"/>
                  </a:cubicBezTo>
                  <a:cubicBezTo>
                    <a:pt x="1689" y="1784"/>
                    <a:pt x="2087" y="823"/>
                    <a:pt x="1524" y="264"/>
                  </a:cubicBezTo>
                  <a:cubicBezTo>
                    <a:pt x="1342" y="82"/>
                    <a:pt x="1118"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67" name="Google Shape;22067;p91"/>
          <p:cNvGrpSpPr/>
          <p:nvPr/>
        </p:nvGrpSpPr>
        <p:grpSpPr>
          <a:xfrm>
            <a:off x="5191637" y="1972006"/>
            <a:ext cx="231332" cy="370580"/>
            <a:chOff x="5191637" y="1972006"/>
            <a:chExt cx="231332" cy="370580"/>
          </a:xfrm>
        </p:grpSpPr>
        <p:sp>
          <p:nvSpPr>
            <p:cNvPr id="22068" name="Google Shape;22068;p91"/>
            <p:cNvSpPr/>
            <p:nvPr/>
          </p:nvSpPr>
          <p:spPr>
            <a:xfrm>
              <a:off x="5208841" y="2012505"/>
              <a:ext cx="196924" cy="208454"/>
            </a:xfrm>
            <a:custGeom>
              <a:rect b="b" l="l" r="r" t="t"/>
              <a:pathLst>
                <a:path extrusionOk="0" h="8009" w="7566">
                  <a:moveTo>
                    <a:pt x="1" y="1"/>
                  </a:moveTo>
                  <a:lnTo>
                    <a:pt x="1" y="7784"/>
                  </a:lnTo>
                  <a:cubicBezTo>
                    <a:pt x="1" y="7907"/>
                    <a:pt x="99" y="8009"/>
                    <a:pt x="222" y="8009"/>
                  </a:cubicBezTo>
                  <a:lnTo>
                    <a:pt x="7344" y="8009"/>
                  </a:lnTo>
                  <a:cubicBezTo>
                    <a:pt x="7467" y="8009"/>
                    <a:pt x="7565" y="7907"/>
                    <a:pt x="7565" y="7784"/>
                  </a:cubicBezTo>
                  <a:lnTo>
                    <a:pt x="7565"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9" name="Google Shape;22069;p91"/>
            <p:cNvSpPr/>
            <p:nvPr/>
          </p:nvSpPr>
          <p:spPr>
            <a:xfrm>
              <a:off x="5208841" y="2012505"/>
              <a:ext cx="196924" cy="23191"/>
            </a:xfrm>
            <a:custGeom>
              <a:rect b="b" l="l" r="r" t="t"/>
              <a:pathLst>
                <a:path extrusionOk="0" h="891" w="7566">
                  <a:moveTo>
                    <a:pt x="1" y="1"/>
                  </a:moveTo>
                  <a:lnTo>
                    <a:pt x="1" y="891"/>
                  </a:lnTo>
                  <a:lnTo>
                    <a:pt x="7565" y="891"/>
                  </a:lnTo>
                  <a:lnTo>
                    <a:pt x="7565"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0" name="Google Shape;22070;p91"/>
            <p:cNvSpPr/>
            <p:nvPr/>
          </p:nvSpPr>
          <p:spPr>
            <a:xfrm>
              <a:off x="5197311" y="1995119"/>
              <a:ext cx="219984" cy="23191"/>
            </a:xfrm>
            <a:custGeom>
              <a:rect b="b" l="l" r="r" t="t"/>
              <a:pathLst>
                <a:path extrusionOk="0" h="891" w="8452">
                  <a:moveTo>
                    <a:pt x="222" y="0"/>
                  </a:moveTo>
                  <a:cubicBezTo>
                    <a:pt x="99" y="0"/>
                    <a:pt x="0" y="102"/>
                    <a:pt x="0" y="225"/>
                  </a:cubicBezTo>
                  <a:lnTo>
                    <a:pt x="0" y="669"/>
                  </a:lnTo>
                  <a:cubicBezTo>
                    <a:pt x="0" y="792"/>
                    <a:pt x="99" y="890"/>
                    <a:pt x="222" y="890"/>
                  </a:cubicBezTo>
                  <a:lnTo>
                    <a:pt x="8230" y="890"/>
                  </a:lnTo>
                  <a:cubicBezTo>
                    <a:pt x="8353" y="890"/>
                    <a:pt x="8452" y="792"/>
                    <a:pt x="8452" y="669"/>
                  </a:cubicBezTo>
                  <a:lnTo>
                    <a:pt x="8452" y="225"/>
                  </a:lnTo>
                  <a:cubicBezTo>
                    <a:pt x="8452" y="102"/>
                    <a:pt x="8353" y="0"/>
                    <a:pt x="823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1" name="Google Shape;22071;p91"/>
            <p:cNvSpPr/>
            <p:nvPr/>
          </p:nvSpPr>
          <p:spPr>
            <a:xfrm>
              <a:off x="5191637" y="1972006"/>
              <a:ext cx="231332" cy="370580"/>
            </a:xfrm>
            <a:custGeom>
              <a:rect b="b" l="l" r="r" t="t"/>
              <a:pathLst>
                <a:path extrusionOk="0" h="14238" w="8888">
                  <a:moveTo>
                    <a:pt x="8459" y="1085"/>
                  </a:moveTo>
                  <a:cubicBezTo>
                    <a:pt x="8466" y="1085"/>
                    <a:pt x="8473" y="1092"/>
                    <a:pt x="8473" y="1099"/>
                  </a:cubicBezTo>
                  <a:lnTo>
                    <a:pt x="8473" y="1546"/>
                  </a:lnTo>
                  <a:cubicBezTo>
                    <a:pt x="8473" y="1553"/>
                    <a:pt x="8466" y="1560"/>
                    <a:pt x="8459" y="1560"/>
                  </a:cubicBezTo>
                  <a:lnTo>
                    <a:pt x="7790" y="1560"/>
                  </a:lnTo>
                  <a:cubicBezTo>
                    <a:pt x="7512" y="1560"/>
                    <a:pt x="7512" y="1976"/>
                    <a:pt x="7790" y="1976"/>
                  </a:cubicBezTo>
                  <a:lnTo>
                    <a:pt x="8026" y="1976"/>
                  </a:lnTo>
                  <a:lnTo>
                    <a:pt x="8026" y="9347"/>
                  </a:lnTo>
                  <a:cubicBezTo>
                    <a:pt x="8026" y="9357"/>
                    <a:pt x="8022" y="9361"/>
                    <a:pt x="8012" y="9361"/>
                  </a:cubicBezTo>
                  <a:lnTo>
                    <a:pt x="880" y="9361"/>
                  </a:lnTo>
                  <a:cubicBezTo>
                    <a:pt x="869" y="9361"/>
                    <a:pt x="866" y="9357"/>
                    <a:pt x="866" y="9347"/>
                  </a:cubicBezTo>
                  <a:lnTo>
                    <a:pt x="866" y="1976"/>
                  </a:lnTo>
                  <a:lnTo>
                    <a:pt x="6896" y="1976"/>
                  </a:lnTo>
                  <a:cubicBezTo>
                    <a:pt x="7013" y="1976"/>
                    <a:pt x="7108" y="1884"/>
                    <a:pt x="7108" y="1768"/>
                  </a:cubicBezTo>
                  <a:cubicBezTo>
                    <a:pt x="7108" y="1652"/>
                    <a:pt x="7013" y="1560"/>
                    <a:pt x="6896" y="1560"/>
                  </a:cubicBezTo>
                  <a:lnTo>
                    <a:pt x="433" y="1560"/>
                  </a:lnTo>
                  <a:cubicBezTo>
                    <a:pt x="426" y="1560"/>
                    <a:pt x="419" y="1553"/>
                    <a:pt x="419" y="1546"/>
                  </a:cubicBezTo>
                  <a:lnTo>
                    <a:pt x="419" y="1099"/>
                  </a:lnTo>
                  <a:cubicBezTo>
                    <a:pt x="419" y="1092"/>
                    <a:pt x="426" y="1085"/>
                    <a:pt x="433" y="1085"/>
                  </a:cubicBezTo>
                  <a:close/>
                  <a:moveTo>
                    <a:pt x="6728" y="9779"/>
                  </a:moveTo>
                  <a:lnTo>
                    <a:pt x="7357" y="12928"/>
                  </a:lnTo>
                  <a:lnTo>
                    <a:pt x="4655" y="12928"/>
                  </a:lnTo>
                  <a:lnTo>
                    <a:pt x="4655" y="10462"/>
                  </a:lnTo>
                  <a:cubicBezTo>
                    <a:pt x="4655" y="10323"/>
                    <a:pt x="4550" y="10254"/>
                    <a:pt x="4446" y="10254"/>
                  </a:cubicBezTo>
                  <a:cubicBezTo>
                    <a:pt x="4341" y="10254"/>
                    <a:pt x="4236" y="10323"/>
                    <a:pt x="4236" y="10462"/>
                  </a:cubicBezTo>
                  <a:lnTo>
                    <a:pt x="4236" y="12928"/>
                  </a:lnTo>
                  <a:lnTo>
                    <a:pt x="1534" y="12928"/>
                  </a:lnTo>
                  <a:lnTo>
                    <a:pt x="2164" y="9779"/>
                  </a:lnTo>
                  <a:close/>
                  <a:moveTo>
                    <a:pt x="4444" y="1"/>
                  </a:moveTo>
                  <a:cubicBezTo>
                    <a:pt x="4340" y="1"/>
                    <a:pt x="4236" y="70"/>
                    <a:pt x="4236" y="209"/>
                  </a:cubicBezTo>
                  <a:lnTo>
                    <a:pt x="4236" y="667"/>
                  </a:lnTo>
                  <a:lnTo>
                    <a:pt x="433" y="667"/>
                  </a:lnTo>
                  <a:cubicBezTo>
                    <a:pt x="194" y="667"/>
                    <a:pt x="0" y="860"/>
                    <a:pt x="0" y="1099"/>
                  </a:cubicBezTo>
                  <a:lnTo>
                    <a:pt x="0" y="1546"/>
                  </a:lnTo>
                  <a:cubicBezTo>
                    <a:pt x="0" y="1782"/>
                    <a:pt x="194" y="1976"/>
                    <a:pt x="433" y="1976"/>
                  </a:cubicBezTo>
                  <a:lnTo>
                    <a:pt x="447" y="1976"/>
                  </a:lnTo>
                  <a:lnTo>
                    <a:pt x="447" y="9347"/>
                  </a:lnTo>
                  <a:cubicBezTo>
                    <a:pt x="447" y="9586"/>
                    <a:pt x="641" y="9779"/>
                    <a:pt x="880" y="9779"/>
                  </a:cubicBezTo>
                  <a:lnTo>
                    <a:pt x="1738" y="9779"/>
                  </a:lnTo>
                  <a:lnTo>
                    <a:pt x="897" y="13988"/>
                  </a:lnTo>
                  <a:cubicBezTo>
                    <a:pt x="873" y="14100"/>
                    <a:pt x="947" y="14209"/>
                    <a:pt x="1059" y="14234"/>
                  </a:cubicBezTo>
                  <a:cubicBezTo>
                    <a:pt x="1072" y="14236"/>
                    <a:pt x="1085" y="14237"/>
                    <a:pt x="1098" y="14237"/>
                  </a:cubicBezTo>
                  <a:cubicBezTo>
                    <a:pt x="1197" y="14237"/>
                    <a:pt x="1287" y="14168"/>
                    <a:pt x="1306" y="14068"/>
                  </a:cubicBezTo>
                  <a:lnTo>
                    <a:pt x="1450" y="13347"/>
                  </a:lnTo>
                  <a:lnTo>
                    <a:pt x="4236" y="13347"/>
                  </a:lnTo>
                  <a:lnTo>
                    <a:pt x="4236" y="14030"/>
                  </a:lnTo>
                  <a:cubicBezTo>
                    <a:pt x="4236" y="14142"/>
                    <a:pt x="4328" y="14237"/>
                    <a:pt x="4444" y="14237"/>
                  </a:cubicBezTo>
                  <a:cubicBezTo>
                    <a:pt x="4557" y="14237"/>
                    <a:pt x="4652" y="14142"/>
                    <a:pt x="4652" y="14030"/>
                  </a:cubicBezTo>
                  <a:lnTo>
                    <a:pt x="4652" y="13347"/>
                  </a:lnTo>
                  <a:lnTo>
                    <a:pt x="7438" y="13347"/>
                  </a:lnTo>
                  <a:lnTo>
                    <a:pt x="7583" y="14068"/>
                  </a:lnTo>
                  <a:cubicBezTo>
                    <a:pt x="7601" y="14168"/>
                    <a:pt x="7692" y="14237"/>
                    <a:pt x="7790" y="14237"/>
                  </a:cubicBezTo>
                  <a:cubicBezTo>
                    <a:pt x="7803" y="14237"/>
                    <a:pt x="7816" y="14236"/>
                    <a:pt x="7829" y="14234"/>
                  </a:cubicBezTo>
                  <a:cubicBezTo>
                    <a:pt x="7941" y="14209"/>
                    <a:pt x="8015" y="14100"/>
                    <a:pt x="7991" y="13988"/>
                  </a:cubicBezTo>
                  <a:lnTo>
                    <a:pt x="7150" y="9779"/>
                  </a:lnTo>
                  <a:lnTo>
                    <a:pt x="8008" y="9779"/>
                  </a:lnTo>
                  <a:cubicBezTo>
                    <a:pt x="8248" y="9779"/>
                    <a:pt x="8441" y="9586"/>
                    <a:pt x="8441" y="9347"/>
                  </a:cubicBezTo>
                  <a:lnTo>
                    <a:pt x="8441" y="1976"/>
                  </a:lnTo>
                  <a:lnTo>
                    <a:pt x="8455" y="1976"/>
                  </a:lnTo>
                  <a:cubicBezTo>
                    <a:pt x="8694" y="1976"/>
                    <a:pt x="8888" y="1782"/>
                    <a:pt x="8888" y="1546"/>
                  </a:cubicBezTo>
                  <a:lnTo>
                    <a:pt x="8888" y="1099"/>
                  </a:lnTo>
                  <a:cubicBezTo>
                    <a:pt x="8888" y="860"/>
                    <a:pt x="8694" y="670"/>
                    <a:pt x="8459" y="667"/>
                  </a:cubicBezTo>
                  <a:lnTo>
                    <a:pt x="4652" y="667"/>
                  </a:lnTo>
                  <a:lnTo>
                    <a:pt x="4652" y="209"/>
                  </a:lnTo>
                  <a:cubicBezTo>
                    <a:pt x="4652" y="70"/>
                    <a:pt x="4548" y="1"/>
                    <a:pt x="4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2" name="Google Shape;22072;p91"/>
            <p:cNvSpPr/>
            <p:nvPr/>
          </p:nvSpPr>
          <p:spPr>
            <a:xfrm>
              <a:off x="5229923" y="2064794"/>
              <a:ext cx="152391" cy="109602"/>
            </a:xfrm>
            <a:custGeom>
              <a:rect b="b" l="l" r="r" t="t"/>
              <a:pathLst>
                <a:path extrusionOk="0" h="4211" w="5855">
                  <a:moveTo>
                    <a:pt x="4532" y="1"/>
                  </a:moveTo>
                  <a:cubicBezTo>
                    <a:pt x="4254" y="1"/>
                    <a:pt x="4254" y="420"/>
                    <a:pt x="4532" y="420"/>
                  </a:cubicBezTo>
                  <a:lnTo>
                    <a:pt x="5144" y="420"/>
                  </a:lnTo>
                  <a:lnTo>
                    <a:pt x="3093" y="2467"/>
                  </a:lnTo>
                  <a:cubicBezTo>
                    <a:pt x="3091" y="2471"/>
                    <a:pt x="3087" y="2473"/>
                    <a:pt x="3084" y="2473"/>
                  </a:cubicBezTo>
                  <a:cubicBezTo>
                    <a:pt x="3080" y="2473"/>
                    <a:pt x="3077" y="2471"/>
                    <a:pt x="3075" y="2467"/>
                  </a:cubicBezTo>
                  <a:lnTo>
                    <a:pt x="2611" y="2006"/>
                  </a:lnTo>
                  <a:cubicBezTo>
                    <a:pt x="2526" y="1922"/>
                    <a:pt x="2415" y="1880"/>
                    <a:pt x="2305" y="1880"/>
                  </a:cubicBezTo>
                  <a:cubicBezTo>
                    <a:pt x="2194" y="1880"/>
                    <a:pt x="2083" y="1922"/>
                    <a:pt x="1998" y="2006"/>
                  </a:cubicBezTo>
                  <a:lnTo>
                    <a:pt x="151" y="3854"/>
                  </a:lnTo>
                  <a:cubicBezTo>
                    <a:pt x="0" y="4002"/>
                    <a:pt x="139" y="4211"/>
                    <a:pt x="301" y="4211"/>
                  </a:cubicBezTo>
                  <a:cubicBezTo>
                    <a:pt x="350" y="4211"/>
                    <a:pt x="401" y="4191"/>
                    <a:pt x="447" y="4146"/>
                  </a:cubicBezTo>
                  <a:lnTo>
                    <a:pt x="2294" y="2298"/>
                  </a:lnTo>
                  <a:cubicBezTo>
                    <a:pt x="2298" y="2297"/>
                    <a:pt x="2301" y="2296"/>
                    <a:pt x="2305" y="2296"/>
                  </a:cubicBezTo>
                  <a:cubicBezTo>
                    <a:pt x="2308" y="2296"/>
                    <a:pt x="2312" y="2297"/>
                    <a:pt x="2315" y="2298"/>
                  </a:cubicBezTo>
                  <a:lnTo>
                    <a:pt x="2780" y="2766"/>
                  </a:lnTo>
                  <a:cubicBezTo>
                    <a:pt x="2864" y="2849"/>
                    <a:pt x="2974" y="2890"/>
                    <a:pt x="3084" y="2890"/>
                  </a:cubicBezTo>
                  <a:cubicBezTo>
                    <a:pt x="3194" y="2890"/>
                    <a:pt x="3304" y="2849"/>
                    <a:pt x="3388" y="2766"/>
                  </a:cubicBezTo>
                  <a:lnTo>
                    <a:pt x="5440" y="715"/>
                  </a:lnTo>
                  <a:lnTo>
                    <a:pt x="5440" y="1327"/>
                  </a:lnTo>
                  <a:cubicBezTo>
                    <a:pt x="5440" y="1440"/>
                    <a:pt x="5531" y="1535"/>
                    <a:pt x="5647" y="1535"/>
                  </a:cubicBezTo>
                  <a:cubicBezTo>
                    <a:pt x="5763" y="1535"/>
                    <a:pt x="5855" y="1440"/>
                    <a:pt x="5855" y="1327"/>
                  </a:cubicBezTo>
                  <a:lnTo>
                    <a:pt x="5855" y="208"/>
                  </a:lnTo>
                  <a:cubicBezTo>
                    <a:pt x="5855" y="96"/>
                    <a:pt x="5763" y="1"/>
                    <a:pt x="5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73" name="Google Shape;22073;p91"/>
          <p:cNvGrpSpPr/>
          <p:nvPr/>
        </p:nvGrpSpPr>
        <p:grpSpPr>
          <a:xfrm>
            <a:off x="4667521" y="1540132"/>
            <a:ext cx="363786" cy="326983"/>
            <a:chOff x="4667521" y="1540132"/>
            <a:chExt cx="363786" cy="326983"/>
          </a:xfrm>
        </p:grpSpPr>
        <p:sp>
          <p:nvSpPr>
            <p:cNvPr id="22074" name="Google Shape;22074;p91"/>
            <p:cNvSpPr/>
            <p:nvPr/>
          </p:nvSpPr>
          <p:spPr>
            <a:xfrm>
              <a:off x="4817908" y="1606372"/>
              <a:ext cx="28786" cy="50207"/>
            </a:xfrm>
            <a:custGeom>
              <a:rect b="b" l="l" r="r" t="t"/>
              <a:pathLst>
                <a:path extrusionOk="0" h="1929" w="1106">
                  <a:moveTo>
                    <a:pt x="518" y="387"/>
                  </a:moveTo>
                  <a:lnTo>
                    <a:pt x="518" y="743"/>
                  </a:lnTo>
                  <a:cubicBezTo>
                    <a:pt x="408" y="701"/>
                    <a:pt x="331" y="655"/>
                    <a:pt x="331" y="553"/>
                  </a:cubicBezTo>
                  <a:cubicBezTo>
                    <a:pt x="331" y="461"/>
                    <a:pt x="401" y="405"/>
                    <a:pt x="518" y="387"/>
                  </a:cubicBezTo>
                  <a:close/>
                  <a:moveTo>
                    <a:pt x="641" y="1112"/>
                  </a:moveTo>
                  <a:cubicBezTo>
                    <a:pt x="743" y="1158"/>
                    <a:pt x="817" y="1218"/>
                    <a:pt x="817" y="1330"/>
                  </a:cubicBezTo>
                  <a:cubicBezTo>
                    <a:pt x="817" y="1440"/>
                    <a:pt x="746" y="1503"/>
                    <a:pt x="641" y="1524"/>
                  </a:cubicBezTo>
                  <a:lnTo>
                    <a:pt x="641" y="1112"/>
                  </a:lnTo>
                  <a:close/>
                  <a:moveTo>
                    <a:pt x="581" y="0"/>
                  </a:moveTo>
                  <a:cubicBezTo>
                    <a:pt x="535" y="0"/>
                    <a:pt x="500" y="29"/>
                    <a:pt x="500" y="60"/>
                  </a:cubicBezTo>
                  <a:lnTo>
                    <a:pt x="500" y="124"/>
                  </a:lnTo>
                  <a:cubicBezTo>
                    <a:pt x="261" y="155"/>
                    <a:pt x="43" y="282"/>
                    <a:pt x="43" y="585"/>
                  </a:cubicBezTo>
                  <a:cubicBezTo>
                    <a:pt x="43" y="887"/>
                    <a:pt x="285" y="979"/>
                    <a:pt x="500" y="1060"/>
                  </a:cubicBezTo>
                  <a:lnTo>
                    <a:pt x="500" y="1524"/>
                  </a:lnTo>
                  <a:cubicBezTo>
                    <a:pt x="292" y="1503"/>
                    <a:pt x="218" y="1348"/>
                    <a:pt x="130" y="1348"/>
                  </a:cubicBezTo>
                  <a:cubicBezTo>
                    <a:pt x="60" y="1348"/>
                    <a:pt x="0" y="1447"/>
                    <a:pt x="0" y="1513"/>
                  </a:cubicBezTo>
                  <a:cubicBezTo>
                    <a:pt x="0" y="1647"/>
                    <a:pt x="215" y="1798"/>
                    <a:pt x="500" y="1805"/>
                  </a:cubicBezTo>
                  <a:lnTo>
                    <a:pt x="500" y="1872"/>
                  </a:lnTo>
                  <a:cubicBezTo>
                    <a:pt x="500" y="1900"/>
                    <a:pt x="539" y="1929"/>
                    <a:pt x="577" y="1929"/>
                  </a:cubicBezTo>
                  <a:cubicBezTo>
                    <a:pt x="620" y="1929"/>
                    <a:pt x="658" y="1900"/>
                    <a:pt x="658" y="1872"/>
                  </a:cubicBezTo>
                  <a:lnTo>
                    <a:pt x="658" y="1798"/>
                  </a:lnTo>
                  <a:cubicBezTo>
                    <a:pt x="922" y="1756"/>
                    <a:pt x="1105" y="1587"/>
                    <a:pt x="1105" y="1299"/>
                  </a:cubicBezTo>
                  <a:cubicBezTo>
                    <a:pt x="1105" y="979"/>
                    <a:pt x="869" y="873"/>
                    <a:pt x="658" y="796"/>
                  </a:cubicBezTo>
                  <a:lnTo>
                    <a:pt x="658" y="380"/>
                  </a:lnTo>
                  <a:cubicBezTo>
                    <a:pt x="817" y="395"/>
                    <a:pt x="873" y="468"/>
                    <a:pt x="936" y="468"/>
                  </a:cubicBezTo>
                  <a:cubicBezTo>
                    <a:pt x="1024" y="468"/>
                    <a:pt x="1063" y="359"/>
                    <a:pt x="1063" y="307"/>
                  </a:cubicBezTo>
                  <a:cubicBezTo>
                    <a:pt x="1063" y="169"/>
                    <a:pt x="813" y="124"/>
                    <a:pt x="658" y="120"/>
                  </a:cubicBezTo>
                  <a:lnTo>
                    <a:pt x="658" y="60"/>
                  </a:lnTo>
                  <a:cubicBezTo>
                    <a:pt x="658" y="29"/>
                    <a:pt x="623"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5" name="Google Shape;22075;p91"/>
            <p:cNvSpPr/>
            <p:nvPr/>
          </p:nvSpPr>
          <p:spPr>
            <a:xfrm>
              <a:off x="4901430" y="1574879"/>
              <a:ext cx="28760" cy="50285"/>
            </a:xfrm>
            <a:custGeom>
              <a:rect b="b" l="l" r="r" t="t"/>
              <a:pathLst>
                <a:path extrusionOk="0" h="1932" w="1105">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6" name="Google Shape;22076;p91"/>
            <p:cNvSpPr/>
            <p:nvPr/>
          </p:nvSpPr>
          <p:spPr>
            <a:xfrm>
              <a:off x="4901430" y="1574879"/>
              <a:ext cx="28760" cy="50285"/>
            </a:xfrm>
            <a:custGeom>
              <a:rect b="b" l="l" r="r" t="t"/>
              <a:pathLst>
                <a:path extrusionOk="0" h="1932" w="1105">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7" name="Google Shape;22077;p91"/>
            <p:cNvSpPr/>
            <p:nvPr/>
          </p:nvSpPr>
          <p:spPr>
            <a:xfrm>
              <a:off x="4778528" y="1577169"/>
              <a:ext cx="107806" cy="107806"/>
            </a:xfrm>
            <a:custGeom>
              <a:rect b="b" l="l" r="r" t="t"/>
              <a:pathLst>
                <a:path extrusionOk="0" h="4142" w="4142">
                  <a:moveTo>
                    <a:pt x="2069" y="0"/>
                  </a:moveTo>
                  <a:cubicBezTo>
                    <a:pt x="926" y="0"/>
                    <a:pt x="0" y="925"/>
                    <a:pt x="0" y="2069"/>
                  </a:cubicBezTo>
                  <a:cubicBezTo>
                    <a:pt x="0" y="3212"/>
                    <a:pt x="926" y="4141"/>
                    <a:pt x="2069" y="4141"/>
                  </a:cubicBezTo>
                  <a:cubicBezTo>
                    <a:pt x="3213" y="4141"/>
                    <a:pt x="4142" y="3212"/>
                    <a:pt x="4142" y="2069"/>
                  </a:cubicBezTo>
                  <a:cubicBezTo>
                    <a:pt x="4142" y="925"/>
                    <a:pt x="3213" y="0"/>
                    <a:pt x="206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8" name="Google Shape;22078;p91"/>
            <p:cNvSpPr/>
            <p:nvPr/>
          </p:nvSpPr>
          <p:spPr>
            <a:xfrm>
              <a:off x="4778528" y="1577143"/>
              <a:ext cx="60930" cy="107832"/>
            </a:xfrm>
            <a:custGeom>
              <a:rect b="b" l="l" r="r" t="t"/>
              <a:pathLst>
                <a:path extrusionOk="0" h="4143" w="2341">
                  <a:moveTo>
                    <a:pt x="2067" y="1"/>
                  </a:moveTo>
                  <a:cubicBezTo>
                    <a:pt x="942" y="1"/>
                    <a:pt x="0" y="913"/>
                    <a:pt x="0" y="2070"/>
                  </a:cubicBezTo>
                  <a:cubicBezTo>
                    <a:pt x="0" y="3230"/>
                    <a:pt x="942" y="4142"/>
                    <a:pt x="2068" y="4142"/>
                  </a:cubicBezTo>
                  <a:cubicBezTo>
                    <a:pt x="2157" y="4142"/>
                    <a:pt x="2248" y="4137"/>
                    <a:pt x="2340" y="4125"/>
                  </a:cubicBezTo>
                  <a:cubicBezTo>
                    <a:pt x="1306" y="3991"/>
                    <a:pt x="535" y="3111"/>
                    <a:pt x="535" y="2070"/>
                  </a:cubicBezTo>
                  <a:cubicBezTo>
                    <a:pt x="535" y="1032"/>
                    <a:pt x="1306" y="152"/>
                    <a:pt x="2340" y="19"/>
                  </a:cubicBezTo>
                  <a:cubicBezTo>
                    <a:pt x="2248" y="7"/>
                    <a:pt x="2157" y="1"/>
                    <a:pt x="206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9" name="Google Shape;22079;p91"/>
            <p:cNvSpPr/>
            <p:nvPr/>
          </p:nvSpPr>
          <p:spPr>
            <a:xfrm>
              <a:off x="4795733" y="1594373"/>
              <a:ext cx="73398" cy="73372"/>
            </a:xfrm>
            <a:custGeom>
              <a:rect b="b" l="l" r="r" t="t"/>
              <a:pathLst>
                <a:path extrusionOk="0" h="2819" w="2820">
                  <a:moveTo>
                    <a:pt x="1408" y="1"/>
                  </a:moveTo>
                  <a:cubicBezTo>
                    <a:pt x="631" y="1"/>
                    <a:pt x="1" y="630"/>
                    <a:pt x="1" y="1408"/>
                  </a:cubicBezTo>
                  <a:cubicBezTo>
                    <a:pt x="1" y="2185"/>
                    <a:pt x="631" y="2819"/>
                    <a:pt x="1408" y="2819"/>
                  </a:cubicBezTo>
                  <a:cubicBezTo>
                    <a:pt x="2186" y="2819"/>
                    <a:pt x="2819" y="2185"/>
                    <a:pt x="2819" y="1408"/>
                  </a:cubicBezTo>
                  <a:cubicBezTo>
                    <a:pt x="2819" y="630"/>
                    <a:pt x="2186" y="1"/>
                    <a:pt x="140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0" name="Google Shape;22080;p91"/>
            <p:cNvSpPr/>
            <p:nvPr/>
          </p:nvSpPr>
          <p:spPr>
            <a:xfrm>
              <a:off x="4796019" y="1594347"/>
              <a:ext cx="43518" cy="73345"/>
            </a:xfrm>
            <a:custGeom>
              <a:rect b="b" l="l" r="r" t="t"/>
              <a:pathLst>
                <a:path extrusionOk="0" h="2818" w="1672">
                  <a:moveTo>
                    <a:pt x="1405" y="1"/>
                  </a:moveTo>
                  <a:cubicBezTo>
                    <a:pt x="645" y="1"/>
                    <a:pt x="0" y="617"/>
                    <a:pt x="0" y="1409"/>
                  </a:cubicBezTo>
                  <a:cubicBezTo>
                    <a:pt x="0" y="2201"/>
                    <a:pt x="645" y="2817"/>
                    <a:pt x="1405" y="2817"/>
                  </a:cubicBezTo>
                  <a:cubicBezTo>
                    <a:pt x="1492" y="2817"/>
                    <a:pt x="1582" y="2809"/>
                    <a:pt x="1672" y="2792"/>
                  </a:cubicBezTo>
                  <a:cubicBezTo>
                    <a:pt x="1014" y="2661"/>
                    <a:pt x="535" y="2081"/>
                    <a:pt x="539" y="1409"/>
                  </a:cubicBezTo>
                  <a:cubicBezTo>
                    <a:pt x="535" y="737"/>
                    <a:pt x="1010" y="156"/>
                    <a:pt x="1672" y="26"/>
                  </a:cubicBezTo>
                  <a:cubicBezTo>
                    <a:pt x="1582" y="9"/>
                    <a:pt x="1492" y="1"/>
                    <a:pt x="140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1" name="Google Shape;22081;p91"/>
            <p:cNvSpPr/>
            <p:nvPr/>
          </p:nvSpPr>
          <p:spPr>
            <a:xfrm>
              <a:off x="4862051" y="1545650"/>
              <a:ext cx="107806" cy="107806"/>
            </a:xfrm>
            <a:custGeom>
              <a:rect b="b" l="l" r="r" t="t"/>
              <a:pathLst>
                <a:path extrusionOk="0" h="4142" w="4142">
                  <a:moveTo>
                    <a:pt x="2073" y="1"/>
                  </a:moveTo>
                  <a:cubicBezTo>
                    <a:pt x="929" y="1"/>
                    <a:pt x="0" y="926"/>
                    <a:pt x="0" y="2073"/>
                  </a:cubicBezTo>
                  <a:cubicBezTo>
                    <a:pt x="0" y="3217"/>
                    <a:pt x="929" y="4142"/>
                    <a:pt x="2073" y="4142"/>
                  </a:cubicBezTo>
                  <a:cubicBezTo>
                    <a:pt x="3216" y="4142"/>
                    <a:pt x="4141" y="3217"/>
                    <a:pt x="4141" y="2073"/>
                  </a:cubicBezTo>
                  <a:lnTo>
                    <a:pt x="4141" y="2070"/>
                  </a:lnTo>
                  <a:cubicBezTo>
                    <a:pt x="4141" y="926"/>
                    <a:pt x="3216" y="1"/>
                    <a:pt x="2073"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2" name="Google Shape;22082;p91"/>
            <p:cNvSpPr/>
            <p:nvPr/>
          </p:nvSpPr>
          <p:spPr>
            <a:xfrm>
              <a:off x="4862051" y="1545650"/>
              <a:ext cx="60904" cy="107832"/>
            </a:xfrm>
            <a:custGeom>
              <a:rect b="b" l="l" r="r" t="t"/>
              <a:pathLst>
                <a:path extrusionOk="0" h="4143" w="2340">
                  <a:moveTo>
                    <a:pt x="2068" y="1"/>
                  </a:moveTo>
                  <a:cubicBezTo>
                    <a:pt x="945" y="1"/>
                    <a:pt x="0" y="913"/>
                    <a:pt x="0" y="2073"/>
                  </a:cubicBezTo>
                  <a:cubicBezTo>
                    <a:pt x="0" y="3230"/>
                    <a:pt x="945" y="4142"/>
                    <a:pt x="2068" y="4142"/>
                  </a:cubicBezTo>
                  <a:cubicBezTo>
                    <a:pt x="2158" y="4142"/>
                    <a:pt x="2248" y="4136"/>
                    <a:pt x="2340" y="4124"/>
                  </a:cubicBezTo>
                  <a:cubicBezTo>
                    <a:pt x="1309" y="3991"/>
                    <a:pt x="539" y="3111"/>
                    <a:pt x="539" y="2073"/>
                  </a:cubicBezTo>
                  <a:cubicBezTo>
                    <a:pt x="539" y="1032"/>
                    <a:pt x="1309" y="152"/>
                    <a:pt x="2340" y="18"/>
                  </a:cubicBezTo>
                  <a:cubicBezTo>
                    <a:pt x="2248" y="6"/>
                    <a:pt x="2158" y="1"/>
                    <a:pt x="2068"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3" name="Google Shape;22083;p91"/>
            <p:cNvSpPr/>
            <p:nvPr/>
          </p:nvSpPr>
          <p:spPr>
            <a:xfrm>
              <a:off x="4879255" y="1562880"/>
              <a:ext cx="73372" cy="73372"/>
            </a:xfrm>
            <a:custGeom>
              <a:rect b="b" l="l" r="r" t="t"/>
              <a:pathLst>
                <a:path extrusionOk="0" h="2819" w="2819">
                  <a:moveTo>
                    <a:pt x="1412" y="0"/>
                  </a:moveTo>
                  <a:cubicBezTo>
                    <a:pt x="630" y="0"/>
                    <a:pt x="1" y="630"/>
                    <a:pt x="1" y="1411"/>
                  </a:cubicBezTo>
                  <a:cubicBezTo>
                    <a:pt x="1" y="2189"/>
                    <a:pt x="630" y="2818"/>
                    <a:pt x="1412" y="2818"/>
                  </a:cubicBezTo>
                  <a:cubicBezTo>
                    <a:pt x="2189" y="2818"/>
                    <a:pt x="2819" y="2189"/>
                    <a:pt x="2819" y="1411"/>
                  </a:cubicBezTo>
                  <a:lnTo>
                    <a:pt x="2819" y="1408"/>
                  </a:lnTo>
                  <a:cubicBezTo>
                    <a:pt x="2819" y="630"/>
                    <a:pt x="2189" y="0"/>
                    <a:pt x="14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4" name="Google Shape;22084;p91"/>
            <p:cNvSpPr/>
            <p:nvPr/>
          </p:nvSpPr>
          <p:spPr>
            <a:xfrm>
              <a:off x="4879541" y="1562906"/>
              <a:ext cx="43622" cy="73293"/>
            </a:xfrm>
            <a:custGeom>
              <a:rect b="b" l="l" r="r" t="t"/>
              <a:pathLst>
                <a:path extrusionOk="0" h="2816" w="1676">
                  <a:moveTo>
                    <a:pt x="1403" y="1"/>
                  </a:moveTo>
                  <a:cubicBezTo>
                    <a:pt x="645" y="1"/>
                    <a:pt x="0" y="616"/>
                    <a:pt x="0" y="1407"/>
                  </a:cubicBezTo>
                  <a:cubicBezTo>
                    <a:pt x="0" y="2200"/>
                    <a:pt x="645" y="2816"/>
                    <a:pt x="1403" y="2816"/>
                  </a:cubicBezTo>
                  <a:cubicBezTo>
                    <a:pt x="1493" y="2816"/>
                    <a:pt x="1583" y="2807"/>
                    <a:pt x="1675" y="2789"/>
                  </a:cubicBezTo>
                  <a:cubicBezTo>
                    <a:pt x="1014" y="2659"/>
                    <a:pt x="539" y="2082"/>
                    <a:pt x="539" y="1410"/>
                  </a:cubicBezTo>
                  <a:cubicBezTo>
                    <a:pt x="539" y="735"/>
                    <a:pt x="1014" y="158"/>
                    <a:pt x="1675" y="27"/>
                  </a:cubicBezTo>
                  <a:cubicBezTo>
                    <a:pt x="1583" y="10"/>
                    <a:pt x="1493" y="1"/>
                    <a:pt x="1403"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5" name="Google Shape;22085;p91"/>
            <p:cNvSpPr/>
            <p:nvPr/>
          </p:nvSpPr>
          <p:spPr>
            <a:xfrm>
              <a:off x="4673299" y="1725604"/>
              <a:ext cx="121470" cy="136696"/>
            </a:xfrm>
            <a:custGeom>
              <a:rect b="b" l="l" r="r" t="t"/>
              <a:pathLst>
                <a:path extrusionOk="0" h="5252" w="4667">
                  <a:moveTo>
                    <a:pt x="3100" y="0"/>
                  </a:moveTo>
                  <a:lnTo>
                    <a:pt x="222" y="1088"/>
                  </a:lnTo>
                  <a:cubicBezTo>
                    <a:pt x="74" y="1140"/>
                    <a:pt x="1" y="1306"/>
                    <a:pt x="57" y="1454"/>
                  </a:cubicBezTo>
                  <a:lnTo>
                    <a:pt x="1419" y="5067"/>
                  </a:lnTo>
                  <a:cubicBezTo>
                    <a:pt x="1462" y="5181"/>
                    <a:pt x="1571" y="5251"/>
                    <a:pt x="1684" y="5251"/>
                  </a:cubicBezTo>
                  <a:cubicBezTo>
                    <a:pt x="1718" y="5251"/>
                    <a:pt x="1752" y="5245"/>
                    <a:pt x="1784" y="5232"/>
                  </a:cubicBezTo>
                  <a:lnTo>
                    <a:pt x="4666" y="4145"/>
                  </a:lnTo>
                  <a:lnTo>
                    <a:pt x="3100"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6" name="Google Shape;22086;p91"/>
            <p:cNvSpPr/>
            <p:nvPr/>
          </p:nvSpPr>
          <p:spPr>
            <a:xfrm>
              <a:off x="4706901" y="1817819"/>
              <a:ext cx="87765" cy="44481"/>
            </a:xfrm>
            <a:custGeom>
              <a:rect b="b" l="l" r="r" t="t"/>
              <a:pathLst>
                <a:path extrusionOk="0" h="1709" w="3372">
                  <a:moveTo>
                    <a:pt x="3146" y="1"/>
                  </a:moveTo>
                  <a:lnTo>
                    <a:pt x="3090" y="22"/>
                  </a:lnTo>
                  <a:lnTo>
                    <a:pt x="1" y="1186"/>
                  </a:lnTo>
                  <a:lnTo>
                    <a:pt x="128" y="1524"/>
                  </a:lnTo>
                  <a:cubicBezTo>
                    <a:pt x="168" y="1638"/>
                    <a:pt x="276" y="1708"/>
                    <a:pt x="391" y="1708"/>
                  </a:cubicBezTo>
                  <a:cubicBezTo>
                    <a:pt x="425" y="1708"/>
                    <a:pt x="460" y="1702"/>
                    <a:pt x="493" y="1689"/>
                  </a:cubicBezTo>
                  <a:lnTo>
                    <a:pt x="3372" y="606"/>
                  </a:lnTo>
                  <a:lnTo>
                    <a:pt x="3146"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7" name="Google Shape;22087;p91"/>
            <p:cNvSpPr/>
            <p:nvPr/>
          </p:nvSpPr>
          <p:spPr>
            <a:xfrm>
              <a:off x="4790787" y="1663424"/>
              <a:ext cx="236017" cy="146092"/>
            </a:xfrm>
            <a:custGeom>
              <a:rect b="b" l="l" r="r" t="t"/>
              <a:pathLst>
                <a:path extrusionOk="0" h="5613" w="9068">
                  <a:moveTo>
                    <a:pt x="8068" y="1"/>
                  </a:moveTo>
                  <a:cubicBezTo>
                    <a:pt x="7706" y="1"/>
                    <a:pt x="7413" y="292"/>
                    <a:pt x="7379" y="324"/>
                  </a:cubicBezTo>
                  <a:lnTo>
                    <a:pt x="4997" y="2302"/>
                  </a:lnTo>
                  <a:lnTo>
                    <a:pt x="4994" y="2298"/>
                  </a:lnTo>
                  <a:cubicBezTo>
                    <a:pt x="4994" y="2298"/>
                    <a:pt x="4958" y="1619"/>
                    <a:pt x="4248" y="1619"/>
                  </a:cubicBezTo>
                  <a:cubicBezTo>
                    <a:pt x="3699" y="1619"/>
                    <a:pt x="3283" y="1617"/>
                    <a:pt x="2960" y="1617"/>
                  </a:cubicBezTo>
                  <a:cubicBezTo>
                    <a:pt x="2114" y="1617"/>
                    <a:pt x="1897" y="1633"/>
                    <a:pt x="1584" y="1753"/>
                  </a:cubicBezTo>
                  <a:lnTo>
                    <a:pt x="1" y="2407"/>
                  </a:lnTo>
                  <a:lnTo>
                    <a:pt x="1208" y="5612"/>
                  </a:lnTo>
                  <a:cubicBezTo>
                    <a:pt x="2166" y="5214"/>
                    <a:pt x="2099" y="5168"/>
                    <a:pt x="3065" y="5168"/>
                  </a:cubicBezTo>
                  <a:cubicBezTo>
                    <a:pt x="3354" y="5168"/>
                    <a:pt x="3736" y="5173"/>
                    <a:pt x="4265" y="5173"/>
                  </a:cubicBezTo>
                  <a:cubicBezTo>
                    <a:pt x="4536" y="5159"/>
                    <a:pt x="5145" y="5067"/>
                    <a:pt x="5599" y="4543"/>
                  </a:cubicBezTo>
                  <a:lnTo>
                    <a:pt x="8530" y="1397"/>
                  </a:lnTo>
                  <a:cubicBezTo>
                    <a:pt x="8621" y="1292"/>
                    <a:pt x="9068" y="704"/>
                    <a:pt x="8565" y="212"/>
                  </a:cubicBezTo>
                  <a:cubicBezTo>
                    <a:pt x="8396" y="56"/>
                    <a:pt x="8226" y="1"/>
                    <a:pt x="8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8" name="Google Shape;22088;p91"/>
            <p:cNvSpPr/>
            <p:nvPr/>
          </p:nvSpPr>
          <p:spPr>
            <a:xfrm>
              <a:off x="4790787" y="1719201"/>
              <a:ext cx="47917" cy="90315"/>
            </a:xfrm>
            <a:custGeom>
              <a:rect b="b" l="l" r="r" t="t"/>
              <a:pathLst>
                <a:path extrusionOk="0" h="3470" w="1841">
                  <a:moveTo>
                    <a:pt x="634" y="0"/>
                  </a:moveTo>
                  <a:lnTo>
                    <a:pt x="1" y="264"/>
                  </a:lnTo>
                  <a:lnTo>
                    <a:pt x="1208" y="3469"/>
                  </a:lnTo>
                  <a:lnTo>
                    <a:pt x="1841" y="3206"/>
                  </a:lnTo>
                  <a:lnTo>
                    <a:pt x="634"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9" name="Google Shape;22089;p91"/>
            <p:cNvSpPr/>
            <p:nvPr/>
          </p:nvSpPr>
          <p:spPr>
            <a:xfrm>
              <a:off x="4752709" y="1715115"/>
              <a:ext cx="73840" cy="118946"/>
            </a:xfrm>
            <a:custGeom>
              <a:rect b="b" l="l" r="r" t="t"/>
              <a:pathLst>
                <a:path extrusionOk="0" h="4570" w="2837">
                  <a:moveTo>
                    <a:pt x="1168" y="0"/>
                  </a:moveTo>
                  <a:cubicBezTo>
                    <a:pt x="1139" y="0"/>
                    <a:pt x="1109" y="5"/>
                    <a:pt x="1080" y="16"/>
                  </a:cubicBezTo>
                  <a:lnTo>
                    <a:pt x="0" y="425"/>
                  </a:lnTo>
                  <a:lnTo>
                    <a:pt x="1562" y="4569"/>
                  </a:lnTo>
                  <a:lnTo>
                    <a:pt x="2643" y="4161"/>
                  </a:lnTo>
                  <a:cubicBezTo>
                    <a:pt x="2773" y="4112"/>
                    <a:pt x="2836" y="3968"/>
                    <a:pt x="2790" y="3841"/>
                  </a:cubicBezTo>
                  <a:lnTo>
                    <a:pt x="1404" y="164"/>
                  </a:lnTo>
                  <a:cubicBezTo>
                    <a:pt x="1366" y="63"/>
                    <a:pt x="1270" y="0"/>
                    <a:pt x="116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0" name="Google Shape;22090;p91"/>
            <p:cNvSpPr/>
            <p:nvPr/>
          </p:nvSpPr>
          <p:spPr>
            <a:xfrm>
              <a:off x="4787508" y="1804545"/>
              <a:ext cx="39119" cy="29515"/>
            </a:xfrm>
            <a:custGeom>
              <a:rect b="b" l="l" r="r" t="t"/>
              <a:pathLst>
                <a:path extrusionOk="0" h="1134" w="1503">
                  <a:moveTo>
                    <a:pt x="1298" y="0"/>
                  </a:moveTo>
                  <a:cubicBezTo>
                    <a:pt x="1270" y="36"/>
                    <a:pt x="1228" y="67"/>
                    <a:pt x="1182" y="85"/>
                  </a:cubicBezTo>
                  <a:lnTo>
                    <a:pt x="0" y="528"/>
                  </a:lnTo>
                  <a:lnTo>
                    <a:pt x="225" y="1133"/>
                  </a:lnTo>
                  <a:lnTo>
                    <a:pt x="1306" y="725"/>
                  </a:lnTo>
                  <a:cubicBezTo>
                    <a:pt x="1436" y="679"/>
                    <a:pt x="1503" y="532"/>
                    <a:pt x="1453" y="401"/>
                  </a:cubicBezTo>
                  <a:lnTo>
                    <a:pt x="1298"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1" name="Google Shape;22091;p91"/>
            <p:cNvSpPr/>
            <p:nvPr/>
          </p:nvSpPr>
          <p:spPr>
            <a:xfrm>
              <a:off x="4817726" y="1606008"/>
              <a:ext cx="29151" cy="50311"/>
            </a:xfrm>
            <a:custGeom>
              <a:rect b="b" l="l" r="r" t="t"/>
              <a:pathLst>
                <a:path extrusionOk="0" h="1933" w="1120">
                  <a:moveTo>
                    <a:pt x="532" y="387"/>
                  </a:moveTo>
                  <a:lnTo>
                    <a:pt x="532" y="743"/>
                  </a:lnTo>
                  <a:cubicBezTo>
                    <a:pt x="391" y="686"/>
                    <a:pt x="345" y="641"/>
                    <a:pt x="345" y="553"/>
                  </a:cubicBezTo>
                  <a:cubicBezTo>
                    <a:pt x="345" y="451"/>
                    <a:pt x="433" y="405"/>
                    <a:pt x="532" y="387"/>
                  </a:cubicBezTo>
                  <a:close/>
                  <a:moveTo>
                    <a:pt x="655" y="1116"/>
                  </a:moveTo>
                  <a:cubicBezTo>
                    <a:pt x="802" y="1179"/>
                    <a:pt x="831" y="1249"/>
                    <a:pt x="831" y="1334"/>
                  </a:cubicBezTo>
                  <a:cubicBezTo>
                    <a:pt x="834" y="1439"/>
                    <a:pt x="760" y="1503"/>
                    <a:pt x="655" y="1524"/>
                  </a:cubicBezTo>
                  <a:lnTo>
                    <a:pt x="655" y="1116"/>
                  </a:lnTo>
                  <a:close/>
                  <a:moveTo>
                    <a:pt x="591" y="0"/>
                  </a:moveTo>
                  <a:cubicBezTo>
                    <a:pt x="556" y="0"/>
                    <a:pt x="514" y="25"/>
                    <a:pt x="514" y="60"/>
                  </a:cubicBezTo>
                  <a:lnTo>
                    <a:pt x="514" y="127"/>
                  </a:lnTo>
                  <a:cubicBezTo>
                    <a:pt x="236" y="162"/>
                    <a:pt x="57" y="310"/>
                    <a:pt x="57" y="584"/>
                  </a:cubicBezTo>
                  <a:cubicBezTo>
                    <a:pt x="57" y="873"/>
                    <a:pt x="268" y="964"/>
                    <a:pt x="514" y="1059"/>
                  </a:cubicBezTo>
                  <a:lnTo>
                    <a:pt x="514" y="1527"/>
                  </a:lnTo>
                  <a:cubicBezTo>
                    <a:pt x="387" y="1513"/>
                    <a:pt x="331" y="1464"/>
                    <a:pt x="211" y="1376"/>
                  </a:cubicBezTo>
                  <a:cubicBezTo>
                    <a:pt x="188" y="1358"/>
                    <a:pt x="166" y="1350"/>
                    <a:pt x="144" y="1350"/>
                  </a:cubicBezTo>
                  <a:cubicBezTo>
                    <a:pt x="110" y="1350"/>
                    <a:pt x="79" y="1371"/>
                    <a:pt x="53" y="1408"/>
                  </a:cubicBezTo>
                  <a:cubicBezTo>
                    <a:pt x="0" y="1468"/>
                    <a:pt x="0" y="1556"/>
                    <a:pt x="53" y="1615"/>
                  </a:cubicBezTo>
                  <a:cubicBezTo>
                    <a:pt x="145" y="1738"/>
                    <a:pt x="338" y="1805"/>
                    <a:pt x="514" y="1805"/>
                  </a:cubicBezTo>
                  <a:lnTo>
                    <a:pt x="514" y="1872"/>
                  </a:lnTo>
                  <a:cubicBezTo>
                    <a:pt x="514" y="1907"/>
                    <a:pt x="553" y="1932"/>
                    <a:pt x="595" y="1932"/>
                  </a:cubicBezTo>
                  <a:cubicBezTo>
                    <a:pt x="634" y="1932"/>
                    <a:pt x="672" y="1907"/>
                    <a:pt x="672" y="1872"/>
                  </a:cubicBezTo>
                  <a:lnTo>
                    <a:pt x="672" y="1802"/>
                  </a:lnTo>
                  <a:cubicBezTo>
                    <a:pt x="922" y="1763"/>
                    <a:pt x="1119" y="1605"/>
                    <a:pt x="1119" y="1302"/>
                  </a:cubicBezTo>
                  <a:cubicBezTo>
                    <a:pt x="1119" y="1014"/>
                    <a:pt x="940" y="894"/>
                    <a:pt x="672" y="796"/>
                  </a:cubicBezTo>
                  <a:lnTo>
                    <a:pt x="672" y="380"/>
                  </a:lnTo>
                  <a:cubicBezTo>
                    <a:pt x="732" y="384"/>
                    <a:pt x="792" y="401"/>
                    <a:pt x="848" y="430"/>
                  </a:cubicBezTo>
                  <a:cubicBezTo>
                    <a:pt x="874" y="442"/>
                    <a:pt x="915" y="468"/>
                    <a:pt x="956" y="468"/>
                  </a:cubicBezTo>
                  <a:cubicBezTo>
                    <a:pt x="987" y="468"/>
                    <a:pt x="1018" y="453"/>
                    <a:pt x="1045" y="409"/>
                  </a:cubicBezTo>
                  <a:cubicBezTo>
                    <a:pt x="1077" y="356"/>
                    <a:pt x="1098" y="271"/>
                    <a:pt x="1035" y="219"/>
                  </a:cubicBezTo>
                  <a:cubicBezTo>
                    <a:pt x="943" y="145"/>
                    <a:pt x="785" y="120"/>
                    <a:pt x="672" y="120"/>
                  </a:cubicBezTo>
                  <a:lnTo>
                    <a:pt x="672" y="60"/>
                  </a:lnTo>
                  <a:cubicBezTo>
                    <a:pt x="672" y="25"/>
                    <a:pt x="630" y="0"/>
                    <a:pt x="5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2" name="Google Shape;22092;p91"/>
            <p:cNvSpPr/>
            <p:nvPr/>
          </p:nvSpPr>
          <p:spPr>
            <a:xfrm>
              <a:off x="4870926" y="1557284"/>
              <a:ext cx="87036" cy="83809"/>
            </a:xfrm>
            <a:custGeom>
              <a:rect b="b" l="l" r="r" t="t"/>
              <a:pathLst>
                <a:path extrusionOk="0" h="3220" w="3344">
                  <a:moveTo>
                    <a:pt x="1727" y="400"/>
                  </a:moveTo>
                  <a:cubicBezTo>
                    <a:pt x="2348" y="400"/>
                    <a:pt x="2943" y="883"/>
                    <a:pt x="2945" y="1612"/>
                  </a:cubicBezTo>
                  <a:cubicBezTo>
                    <a:pt x="2942" y="2277"/>
                    <a:pt x="2404" y="2819"/>
                    <a:pt x="1735" y="2819"/>
                  </a:cubicBezTo>
                  <a:cubicBezTo>
                    <a:pt x="658" y="2819"/>
                    <a:pt x="120" y="1517"/>
                    <a:pt x="880" y="757"/>
                  </a:cubicBezTo>
                  <a:cubicBezTo>
                    <a:pt x="1127" y="510"/>
                    <a:pt x="1430" y="400"/>
                    <a:pt x="1727" y="400"/>
                  </a:cubicBezTo>
                  <a:close/>
                  <a:moveTo>
                    <a:pt x="1735" y="1"/>
                  </a:moveTo>
                  <a:cubicBezTo>
                    <a:pt x="1084" y="1"/>
                    <a:pt x="497" y="395"/>
                    <a:pt x="247" y="996"/>
                  </a:cubicBezTo>
                  <a:cubicBezTo>
                    <a:pt x="0" y="1594"/>
                    <a:pt x="138" y="2288"/>
                    <a:pt x="599" y="2748"/>
                  </a:cubicBezTo>
                  <a:cubicBezTo>
                    <a:pt x="904" y="3056"/>
                    <a:pt x="1315" y="3220"/>
                    <a:pt x="1734" y="3220"/>
                  </a:cubicBezTo>
                  <a:cubicBezTo>
                    <a:pt x="1942" y="3220"/>
                    <a:pt x="2151" y="3180"/>
                    <a:pt x="2351" y="3097"/>
                  </a:cubicBezTo>
                  <a:cubicBezTo>
                    <a:pt x="2952" y="2847"/>
                    <a:pt x="3343" y="2263"/>
                    <a:pt x="3343" y="1612"/>
                  </a:cubicBezTo>
                  <a:cubicBezTo>
                    <a:pt x="3343" y="722"/>
                    <a:pt x="2622" y="4"/>
                    <a:pt x="1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3" name="Google Shape;22093;p91"/>
            <p:cNvSpPr/>
            <p:nvPr/>
          </p:nvSpPr>
          <p:spPr>
            <a:xfrm>
              <a:off x="4765723" y="1540132"/>
              <a:ext cx="208819" cy="149684"/>
            </a:xfrm>
            <a:custGeom>
              <a:rect b="b" l="l" r="r" t="t"/>
              <a:pathLst>
                <a:path extrusionOk="0" h="5751" w="8023">
                  <a:moveTo>
                    <a:pt x="2564" y="2271"/>
                  </a:moveTo>
                  <a:cubicBezTo>
                    <a:pt x="2957" y="2271"/>
                    <a:pt x="3339" y="2463"/>
                    <a:pt x="3571" y="2809"/>
                  </a:cubicBezTo>
                  <a:cubicBezTo>
                    <a:pt x="3613" y="2985"/>
                    <a:pt x="3680" y="3158"/>
                    <a:pt x="3765" y="3320"/>
                  </a:cubicBezTo>
                  <a:cubicBezTo>
                    <a:pt x="3772" y="3372"/>
                    <a:pt x="3775" y="3425"/>
                    <a:pt x="3779" y="3478"/>
                  </a:cubicBezTo>
                  <a:lnTo>
                    <a:pt x="3775" y="3478"/>
                  </a:lnTo>
                  <a:cubicBezTo>
                    <a:pt x="3775" y="4079"/>
                    <a:pt x="3335" y="4590"/>
                    <a:pt x="2744" y="4678"/>
                  </a:cubicBezTo>
                  <a:cubicBezTo>
                    <a:pt x="2684" y="4687"/>
                    <a:pt x="2624" y="4691"/>
                    <a:pt x="2565" y="4691"/>
                  </a:cubicBezTo>
                  <a:cubicBezTo>
                    <a:pt x="2039" y="4691"/>
                    <a:pt x="1565" y="4349"/>
                    <a:pt x="1407" y="3833"/>
                  </a:cubicBezTo>
                  <a:cubicBezTo>
                    <a:pt x="1235" y="3260"/>
                    <a:pt x="1506" y="2644"/>
                    <a:pt x="2048" y="2387"/>
                  </a:cubicBezTo>
                  <a:cubicBezTo>
                    <a:pt x="2214" y="2308"/>
                    <a:pt x="2390" y="2271"/>
                    <a:pt x="2564" y="2271"/>
                  </a:cubicBezTo>
                  <a:close/>
                  <a:moveTo>
                    <a:pt x="2568" y="1610"/>
                  </a:moveTo>
                  <a:cubicBezTo>
                    <a:pt x="2910" y="1610"/>
                    <a:pt x="3247" y="1705"/>
                    <a:pt x="3539" y="1884"/>
                  </a:cubicBezTo>
                  <a:cubicBezTo>
                    <a:pt x="3525" y="1979"/>
                    <a:pt x="3515" y="2077"/>
                    <a:pt x="3508" y="2176"/>
                  </a:cubicBezTo>
                  <a:cubicBezTo>
                    <a:pt x="3227" y="1973"/>
                    <a:pt x="2898" y="1872"/>
                    <a:pt x="2568" y="1872"/>
                  </a:cubicBezTo>
                  <a:cubicBezTo>
                    <a:pt x="2223" y="1872"/>
                    <a:pt x="1878" y="1983"/>
                    <a:pt x="1590" y="2204"/>
                  </a:cubicBezTo>
                  <a:cubicBezTo>
                    <a:pt x="1027" y="2633"/>
                    <a:pt x="813" y="3383"/>
                    <a:pt x="1062" y="4048"/>
                  </a:cubicBezTo>
                  <a:cubicBezTo>
                    <a:pt x="1299" y="4678"/>
                    <a:pt x="1902" y="5090"/>
                    <a:pt x="2566" y="5090"/>
                  </a:cubicBezTo>
                  <a:cubicBezTo>
                    <a:pt x="2603" y="5090"/>
                    <a:pt x="2640" y="5088"/>
                    <a:pt x="2677" y="5086"/>
                  </a:cubicBezTo>
                  <a:cubicBezTo>
                    <a:pt x="3385" y="5037"/>
                    <a:pt x="3979" y="4530"/>
                    <a:pt x="4137" y="3837"/>
                  </a:cubicBezTo>
                  <a:cubicBezTo>
                    <a:pt x="4204" y="3907"/>
                    <a:pt x="4275" y="3974"/>
                    <a:pt x="4352" y="4037"/>
                  </a:cubicBezTo>
                  <a:cubicBezTo>
                    <a:pt x="4141" y="4709"/>
                    <a:pt x="3571" y="5209"/>
                    <a:pt x="2874" y="5325"/>
                  </a:cubicBezTo>
                  <a:cubicBezTo>
                    <a:pt x="2772" y="5342"/>
                    <a:pt x="2669" y="5351"/>
                    <a:pt x="2567" y="5351"/>
                  </a:cubicBezTo>
                  <a:cubicBezTo>
                    <a:pt x="1979" y="5351"/>
                    <a:pt x="1416" y="5072"/>
                    <a:pt x="1062" y="4586"/>
                  </a:cubicBezTo>
                  <a:cubicBezTo>
                    <a:pt x="151" y="3351"/>
                    <a:pt x="1034" y="1610"/>
                    <a:pt x="2568" y="1610"/>
                  </a:cubicBezTo>
                  <a:close/>
                  <a:moveTo>
                    <a:pt x="5777" y="1"/>
                  </a:moveTo>
                  <a:cubicBezTo>
                    <a:pt x="4831" y="1"/>
                    <a:pt x="3980" y="589"/>
                    <a:pt x="3648" y="1486"/>
                  </a:cubicBezTo>
                  <a:cubicBezTo>
                    <a:pt x="3300" y="1297"/>
                    <a:pt x="2929" y="1209"/>
                    <a:pt x="2566" y="1209"/>
                  </a:cubicBezTo>
                  <a:cubicBezTo>
                    <a:pt x="1569" y="1209"/>
                    <a:pt x="628" y="1870"/>
                    <a:pt x="362" y="2922"/>
                  </a:cubicBezTo>
                  <a:cubicBezTo>
                    <a:pt x="0" y="4356"/>
                    <a:pt x="1081" y="5751"/>
                    <a:pt x="2563" y="5751"/>
                  </a:cubicBezTo>
                  <a:cubicBezTo>
                    <a:pt x="2565" y="5751"/>
                    <a:pt x="2566" y="5751"/>
                    <a:pt x="2568" y="5751"/>
                  </a:cubicBezTo>
                  <a:cubicBezTo>
                    <a:pt x="2571" y="5751"/>
                    <a:pt x="2574" y="5751"/>
                    <a:pt x="2577" y="5751"/>
                  </a:cubicBezTo>
                  <a:cubicBezTo>
                    <a:pt x="3523" y="5751"/>
                    <a:pt x="4371" y="5157"/>
                    <a:pt x="4697" y="4266"/>
                  </a:cubicBezTo>
                  <a:cubicBezTo>
                    <a:pt x="5035" y="4450"/>
                    <a:pt x="5407" y="4540"/>
                    <a:pt x="5776" y="4540"/>
                  </a:cubicBezTo>
                  <a:cubicBezTo>
                    <a:pt x="6283" y="4540"/>
                    <a:pt x="6788" y="4370"/>
                    <a:pt x="7199" y="4041"/>
                  </a:cubicBezTo>
                  <a:cubicBezTo>
                    <a:pt x="7596" y="3721"/>
                    <a:pt x="7874" y="3277"/>
                    <a:pt x="7990" y="2781"/>
                  </a:cubicBezTo>
                  <a:cubicBezTo>
                    <a:pt x="8023" y="2630"/>
                    <a:pt x="7904" y="2536"/>
                    <a:pt x="7788" y="2536"/>
                  </a:cubicBezTo>
                  <a:cubicBezTo>
                    <a:pt x="7705" y="2536"/>
                    <a:pt x="7623" y="2584"/>
                    <a:pt x="7600" y="2693"/>
                  </a:cubicBezTo>
                  <a:cubicBezTo>
                    <a:pt x="7424" y="3446"/>
                    <a:pt x="6805" y="4013"/>
                    <a:pt x="6045" y="4122"/>
                  </a:cubicBezTo>
                  <a:cubicBezTo>
                    <a:pt x="5956" y="4134"/>
                    <a:pt x="5868" y="4141"/>
                    <a:pt x="5780" y="4141"/>
                  </a:cubicBezTo>
                  <a:cubicBezTo>
                    <a:pt x="5112" y="4141"/>
                    <a:pt x="4484" y="3780"/>
                    <a:pt x="4152" y="3189"/>
                  </a:cubicBezTo>
                  <a:cubicBezTo>
                    <a:pt x="4116" y="2999"/>
                    <a:pt x="4046" y="2816"/>
                    <a:pt x="3947" y="2655"/>
                  </a:cubicBezTo>
                  <a:cubicBezTo>
                    <a:pt x="3750" y="1655"/>
                    <a:pt x="4387" y="684"/>
                    <a:pt x="5380" y="466"/>
                  </a:cubicBezTo>
                  <a:cubicBezTo>
                    <a:pt x="5515" y="436"/>
                    <a:pt x="5650" y="422"/>
                    <a:pt x="5783" y="422"/>
                  </a:cubicBezTo>
                  <a:cubicBezTo>
                    <a:pt x="6627" y="422"/>
                    <a:pt x="7390" y="995"/>
                    <a:pt x="7600" y="1849"/>
                  </a:cubicBezTo>
                  <a:cubicBezTo>
                    <a:pt x="7623" y="1958"/>
                    <a:pt x="7705" y="2006"/>
                    <a:pt x="7788" y="2006"/>
                  </a:cubicBezTo>
                  <a:cubicBezTo>
                    <a:pt x="7904" y="2006"/>
                    <a:pt x="8023" y="1912"/>
                    <a:pt x="7990" y="1761"/>
                  </a:cubicBezTo>
                  <a:cubicBezTo>
                    <a:pt x="7762" y="783"/>
                    <a:pt x="6921" y="68"/>
                    <a:pt x="5921" y="5"/>
                  </a:cubicBezTo>
                  <a:cubicBezTo>
                    <a:pt x="5873" y="2"/>
                    <a:pt x="5825" y="1"/>
                    <a:pt x="5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4" name="Google Shape;22094;p91"/>
            <p:cNvSpPr/>
            <p:nvPr/>
          </p:nvSpPr>
          <p:spPr>
            <a:xfrm>
              <a:off x="4901612" y="1574514"/>
              <a:ext cx="28760" cy="50285"/>
            </a:xfrm>
            <a:custGeom>
              <a:rect b="b" l="l" r="r" t="t"/>
              <a:pathLst>
                <a:path extrusionOk="0" h="1932" w="1105">
                  <a:moveTo>
                    <a:pt x="521" y="387"/>
                  </a:moveTo>
                  <a:lnTo>
                    <a:pt x="521" y="742"/>
                  </a:lnTo>
                  <a:cubicBezTo>
                    <a:pt x="377" y="686"/>
                    <a:pt x="331" y="640"/>
                    <a:pt x="331" y="552"/>
                  </a:cubicBezTo>
                  <a:cubicBezTo>
                    <a:pt x="331" y="450"/>
                    <a:pt x="419" y="401"/>
                    <a:pt x="521" y="387"/>
                  </a:cubicBezTo>
                  <a:close/>
                  <a:moveTo>
                    <a:pt x="641" y="1115"/>
                  </a:moveTo>
                  <a:cubicBezTo>
                    <a:pt x="788" y="1179"/>
                    <a:pt x="816" y="1249"/>
                    <a:pt x="816" y="1330"/>
                  </a:cubicBezTo>
                  <a:cubicBezTo>
                    <a:pt x="820" y="1439"/>
                    <a:pt x="750" y="1502"/>
                    <a:pt x="641" y="1524"/>
                  </a:cubicBezTo>
                  <a:lnTo>
                    <a:pt x="641" y="1115"/>
                  </a:lnTo>
                  <a:close/>
                  <a:moveTo>
                    <a:pt x="581" y="0"/>
                  </a:moveTo>
                  <a:cubicBezTo>
                    <a:pt x="546" y="0"/>
                    <a:pt x="500" y="25"/>
                    <a:pt x="500" y="60"/>
                  </a:cubicBezTo>
                  <a:lnTo>
                    <a:pt x="500" y="127"/>
                  </a:lnTo>
                  <a:cubicBezTo>
                    <a:pt x="225" y="162"/>
                    <a:pt x="42" y="313"/>
                    <a:pt x="42" y="588"/>
                  </a:cubicBezTo>
                  <a:cubicBezTo>
                    <a:pt x="42" y="883"/>
                    <a:pt x="271" y="975"/>
                    <a:pt x="500" y="1059"/>
                  </a:cubicBezTo>
                  <a:lnTo>
                    <a:pt x="500" y="1527"/>
                  </a:lnTo>
                  <a:cubicBezTo>
                    <a:pt x="373" y="1513"/>
                    <a:pt x="310" y="1457"/>
                    <a:pt x="197" y="1376"/>
                  </a:cubicBezTo>
                  <a:cubicBezTo>
                    <a:pt x="174" y="1358"/>
                    <a:pt x="152" y="1350"/>
                    <a:pt x="132" y="1350"/>
                  </a:cubicBezTo>
                  <a:cubicBezTo>
                    <a:pt x="55" y="1350"/>
                    <a:pt x="0" y="1455"/>
                    <a:pt x="0" y="1516"/>
                  </a:cubicBezTo>
                  <a:cubicBezTo>
                    <a:pt x="4" y="1552"/>
                    <a:pt x="14" y="1587"/>
                    <a:pt x="39" y="1615"/>
                  </a:cubicBezTo>
                  <a:cubicBezTo>
                    <a:pt x="130" y="1742"/>
                    <a:pt x="331" y="1805"/>
                    <a:pt x="500" y="1805"/>
                  </a:cubicBezTo>
                  <a:lnTo>
                    <a:pt x="500" y="1872"/>
                  </a:lnTo>
                  <a:cubicBezTo>
                    <a:pt x="500" y="1907"/>
                    <a:pt x="539" y="1932"/>
                    <a:pt x="581" y="1932"/>
                  </a:cubicBezTo>
                  <a:cubicBezTo>
                    <a:pt x="623" y="1932"/>
                    <a:pt x="662" y="1907"/>
                    <a:pt x="662" y="1872"/>
                  </a:cubicBezTo>
                  <a:lnTo>
                    <a:pt x="662" y="1801"/>
                  </a:lnTo>
                  <a:cubicBezTo>
                    <a:pt x="908" y="1763"/>
                    <a:pt x="1105" y="1604"/>
                    <a:pt x="1105" y="1302"/>
                  </a:cubicBezTo>
                  <a:cubicBezTo>
                    <a:pt x="1105" y="1006"/>
                    <a:pt x="915" y="890"/>
                    <a:pt x="662" y="795"/>
                  </a:cubicBezTo>
                  <a:lnTo>
                    <a:pt x="662" y="384"/>
                  </a:lnTo>
                  <a:cubicBezTo>
                    <a:pt x="743" y="391"/>
                    <a:pt x="820" y="415"/>
                    <a:pt x="890" y="457"/>
                  </a:cubicBezTo>
                  <a:cubicBezTo>
                    <a:pt x="905" y="465"/>
                    <a:pt x="922" y="469"/>
                    <a:pt x="938" y="469"/>
                  </a:cubicBezTo>
                  <a:cubicBezTo>
                    <a:pt x="978" y="469"/>
                    <a:pt x="1017" y="446"/>
                    <a:pt x="1035" y="408"/>
                  </a:cubicBezTo>
                  <a:cubicBezTo>
                    <a:pt x="1066" y="355"/>
                    <a:pt x="1087" y="271"/>
                    <a:pt x="1024" y="218"/>
                  </a:cubicBezTo>
                  <a:cubicBezTo>
                    <a:pt x="936" y="144"/>
                    <a:pt x="778" y="120"/>
                    <a:pt x="662" y="120"/>
                  </a:cubicBezTo>
                  <a:lnTo>
                    <a:pt x="662" y="60"/>
                  </a:lnTo>
                  <a:cubicBezTo>
                    <a:pt x="662" y="25"/>
                    <a:pt x="61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5" name="Google Shape;22095;p91"/>
            <p:cNvSpPr/>
            <p:nvPr/>
          </p:nvSpPr>
          <p:spPr>
            <a:xfrm>
              <a:off x="4667521" y="1657932"/>
              <a:ext cx="363786" cy="209183"/>
            </a:xfrm>
            <a:custGeom>
              <a:rect b="b" l="l" r="r" t="t"/>
              <a:pathLst>
                <a:path extrusionOk="0" h="8037" w="13977">
                  <a:moveTo>
                    <a:pt x="4446" y="2384"/>
                  </a:moveTo>
                  <a:cubicBezTo>
                    <a:pt x="4467" y="2384"/>
                    <a:pt x="4488" y="2395"/>
                    <a:pt x="4494" y="2418"/>
                  </a:cubicBezTo>
                  <a:lnTo>
                    <a:pt x="5880" y="6094"/>
                  </a:lnTo>
                  <a:cubicBezTo>
                    <a:pt x="5891" y="6119"/>
                    <a:pt x="5877" y="6147"/>
                    <a:pt x="5852" y="6158"/>
                  </a:cubicBezTo>
                  <a:lnTo>
                    <a:pt x="4958" y="6495"/>
                  </a:lnTo>
                  <a:lnTo>
                    <a:pt x="3541" y="2724"/>
                  </a:lnTo>
                  <a:lnTo>
                    <a:pt x="4431" y="2386"/>
                  </a:lnTo>
                  <a:cubicBezTo>
                    <a:pt x="4436" y="2384"/>
                    <a:pt x="4441" y="2384"/>
                    <a:pt x="4446" y="2384"/>
                  </a:cubicBezTo>
                  <a:close/>
                  <a:moveTo>
                    <a:pt x="3161" y="2864"/>
                  </a:moveTo>
                  <a:lnTo>
                    <a:pt x="4582" y="6636"/>
                  </a:lnTo>
                  <a:lnTo>
                    <a:pt x="1943" y="7632"/>
                  </a:lnTo>
                  <a:cubicBezTo>
                    <a:pt x="1932" y="7636"/>
                    <a:pt x="1921" y="7638"/>
                    <a:pt x="1910" y="7638"/>
                  </a:cubicBezTo>
                  <a:cubicBezTo>
                    <a:pt x="1876" y="7638"/>
                    <a:pt x="1845" y="7617"/>
                    <a:pt x="1834" y="7583"/>
                  </a:cubicBezTo>
                  <a:lnTo>
                    <a:pt x="469" y="3969"/>
                  </a:lnTo>
                  <a:cubicBezTo>
                    <a:pt x="455" y="3927"/>
                    <a:pt x="476" y="3878"/>
                    <a:pt x="518" y="3860"/>
                  </a:cubicBezTo>
                  <a:lnTo>
                    <a:pt x="3161" y="2864"/>
                  </a:lnTo>
                  <a:close/>
                  <a:moveTo>
                    <a:pt x="12814" y="1"/>
                  </a:moveTo>
                  <a:cubicBezTo>
                    <a:pt x="12507" y="1"/>
                    <a:pt x="12213" y="161"/>
                    <a:pt x="11992" y="370"/>
                  </a:cubicBezTo>
                  <a:lnTo>
                    <a:pt x="9853" y="2143"/>
                  </a:lnTo>
                  <a:cubicBezTo>
                    <a:pt x="9733" y="1879"/>
                    <a:pt x="9476" y="1619"/>
                    <a:pt x="8991" y="1619"/>
                  </a:cubicBezTo>
                  <a:cubicBezTo>
                    <a:pt x="8429" y="1619"/>
                    <a:pt x="8004" y="1616"/>
                    <a:pt x="7673" y="1616"/>
                  </a:cubicBezTo>
                  <a:cubicBezTo>
                    <a:pt x="6829" y="1616"/>
                    <a:pt x="6594" y="1634"/>
                    <a:pt x="6253" y="1763"/>
                  </a:cubicBezTo>
                  <a:lnTo>
                    <a:pt x="6250" y="1763"/>
                  </a:lnTo>
                  <a:lnTo>
                    <a:pt x="4888" y="2326"/>
                  </a:lnTo>
                  <a:lnTo>
                    <a:pt x="4871" y="2277"/>
                  </a:lnTo>
                  <a:cubicBezTo>
                    <a:pt x="4802" y="2096"/>
                    <a:pt x="4630" y="1984"/>
                    <a:pt x="4447" y="1984"/>
                  </a:cubicBezTo>
                  <a:cubicBezTo>
                    <a:pt x="4395" y="1984"/>
                    <a:pt x="4342" y="1993"/>
                    <a:pt x="4290" y="2013"/>
                  </a:cubicBezTo>
                  <a:lnTo>
                    <a:pt x="381" y="3487"/>
                  </a:lnTo>
                  <a:cubicBezTo>
                    <a:pt x="128" y="3579"/>
                    <a:pt x="1" y="3860"/>
                    <a:pt x="96" y="4110"/>
                  </a:cubicBezTo>
                  <a:lnTo>
                    <a:pt x="1461" y="7723"/>
                  </a:lnTo>
                  <a:cubicBezTo>
                    <a:pt x="1532" y="7917"/>
                    <a:pt x="1717" y="8036"/>
                    <a:pt x="1913" y="8036"/>
                  </a:cubicBezTo>
                  <a:cubicBezTo>
                    <a:pt x="1970" y="8036"/>
                    <a:pt x="2028" y="8026"/>
                    <a:pt x="2084" y="8005"/>
                  </a:cubicBezTo>
                  <a:lnTo>
                    <a:pt x="5993" y="6534"/>
                  </a:lnTo>
                  <a:cubicBezTo>
                    <a:pt x="6225" y="6446"/>
                    <a:pt x="6345" y="6186"/>
                    <a:pt x="6257" y="5950"/>
                  </a:cubicBezTo>
                  <a:lnTo>
                    <a:pt x="6239" y="5904"/>
                  </a:lnTo>
                  <a:cubicBezTo>
                    <a:pt x="6946" y="5605"/>
                    <a:pt x="6964" y="5567"/>
                    <a:pt x="7699" y="5567"/>
                  </a:cubicBezTo>
                  <a:cubicBezTo>
                    <a:pt x="7956" y="5552"/>
                    <a:pt x="7956" y="5176"/>
                    <a:pt x="7699" y="5165"/>
                  </a:cubicBezTo>
                  <a:cubicBezTo>
                    <a:pt x="6901" y="5169"/>
                    <a:pt x="6830" y="5218"/>
                    <a:pt x="6098" y="5528"/>
                  </a:cubicBezTo>
                  <a:lnTo>
                    <a:pt x="5032" y="2699"/>
                  </a:lnTo>
                  <a:lnTo>
                    <a:pt x="6401" y="2136"/>
                  </a:lnTo>
                  <a:cubicBezTo>
                    <a:pt x="6679" y="2029"/>
                    <a:pt x="6878" y="2014"/>
                    <a:pt x="7658" y="2014"/>
                  </a:cubicBezTo>
                  <a:cubicBezTo>
                    <a:pt x="7984" y="2014"/>
                    <a:pt x="8412" y="2016"/>
                    <a:pt x="8991" y="2016"/>
                  </a:cubicBezTo>
                  <a:cubicBezTo>
                    <a:pt x="9212" y="2016"/>
                    <a:pt x="9360" y="2094"/>
                    <a:pt x="9455" y="2249"/>
                  </a:cubicBezTo>
                  <a:cubicBezTo>
                    <a:pt x="9501" y="2323"/>
                    <a:pt x="9529" y="2410"/>
                    <a:pt x="9540" y="2498"/>
                  </a:cubicBezTo>
                  <a:cubicBezTo>
                    <a:pt x="9536" y="2579"/>
                    <a:pt x="9487" y="2945"/>
                    <a:pt x="9128" y="3005"/>
                  </a:cubicBezTo>
                  <a:cubicBezTo>
                    <a:pt x="8579" y="3097"/>
                    <a:pt x="7397" y="3269"/>
                    <a:pt x="7383" y="3269"/>
                  </a:cubicBezTo>
                  <a:cubicBezTo>
                    <a:pt x="7143" y="3308"/>
                    <a:pt x="7168" y="3663"/>
                    <a:pt x="7411" y="3667"/>
                  </a:cubicBezTo>
                  <a:lnTo>
                    <a:pt x="7439" y="3667"/>
                  </a:lnTo>
                  <a:cubicBezTo>
                    <a:pt x="7453" y="3667"/>
                    <a:pt x="8642" y="3494"/>
                    <a:pt x="9195" y="3403"/>
                  </a:cubicBezTo>
                  <a:cubicBezTo>
                    <a:pt x="9701" y="3315"/>
                    <a:pt x="9891" y="2885"/>
                    <a:pt x="9934" y="2600"/>
                  </a:cubicBezTo>
                  <a:lnTo>
                    <a:pt x="12252" y="679"/>
                  </a:lnTo>
                  <a:lnTo>
                    <a:pt x="12259" y="672"/>
                  </a:lnTo>
                  <a:lnTo>
                    <a:pt x="12266" y="665"/>
                  </a:lnTo>
                  <a:cubicBezTo>
                    <a:pt x="12412" y="528"/>
                    <a:pt x="12602" y="403"/>
                    <a:pt x="12805" y="403"/>
                  </a:cubicBezTo>
                  <a:cubicBezTo>
                    <a:pt x="12926" y="403"/>
                    <a:pt x="13051" y="447"/>
                    <a:pt x="13174" y="560"/>
                  </a:cubicBezTo>
                  <a:cubicBezTo>
                    <a:pt x="13547" y="929"/>
                    <a:pt x="13202" y="1373"/>
                    <a:pt x="13125" y="1464"/>
                  </a:cubicBezTo>
                  <a:lnTo>
                    <a:pt x="10198" y="4606"/>
                  </a:lnTo>
                  <a:lnTo>
                    <a:pt x="10194" y="4613"/>
                  </a:lnTo>
                  <a:cubicBezTo>
                    <a:pt x="9782" y="5081"/>
                    <a:pt x="9230" y="5162"/>
                    <a:pt x="9005" y="5172"/>
                  </a:cubicBezTo>
                  <a:lnTo>
                    <a:pt x="8635" y="5172"/>
                  </a:lnTo>
                  <a:cubicBezTo>
                    <a:pt x="8382" y="5183"/>
                    <a:pt x="8382" y="5560"/>
                    <a:pt x="8635" y="5574"/>
                  </a:cubicBezTo>
                  <a:lnTo>
                    <a:pt x="9019" y="5574"/>
                  </a:lnTo>
                  <a:cubicBezTo>
                    <a:pt x="9293" y="5560"/>
                    <a:pt x="9979" y="5465"/>
                    <a:pt x="10493" y="4877"/>
                  </a:cubicBezTo>
                  <a:lnTo>
                    <a:pt x="13420" y="1728"/>
                  </a:lnTo>
                  <a:lnTo>
                    <a:pt x="13420" y="1724"/>
                  </a:lnTo>
                  <a:cubicBezTo>
                    <a:pt x="13681" y="1429"/>
                    <a:pt x="13976" y="788"/>
                    <a:pt x="13449" y="268"/>
                  </a:cubicBezTo>
                  <a:lnTo>
                    <a:pt x="13445" y="264"/>
                  </a:lnTo>
                  <a:cubicBezTo>
                    <a:pt x="13242" y="77"/>
                    <a:pt x="13025" y="1"/>
                    <a:pt x="128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96" name="Google Shape;22096;p91"/>
          <p:cNvGrpSpPr/>
          <p:nvPr/>
        </p:nvGrpSpPr>
        <p:grpSpPr>
          <a:xfrm>
            <a:off x="2293943" y="2937262"/>
            <a:ext cx="379065" cy="278130"/>
            <a:chOff x="2293943" y="2937262"/>
            <a:chExt cx="379065" cy="278130"/>
          </a:xfrm>
        </p:grpSpPr>
        <p:sp>
          <p:nvSpPr>
            <p:cNvPr id="22097" name="Google Shape;22097;p91"/>
            <p:cNvSpPr/>
            <p:nvPr/>
          </p:nvSpPr>
          <p:spPr>
            <a:xfrm>
              <a:off x="2317212" y="2942832"/>
              <a:ext cx="332345" cy="243357"/>
            </a:xfrm>
            <a:custGeom>
              <a:rect b="b" l="l" r="r" t="t"/>
              <a:pathLst>
                <a:path extrusionOk="0" h="9350" w="12769">
                  <a:moveTo>
                    <a:pt x="457" y="1"/>
                  </a:moveTo>
                  <a:cubicBezTo>
                    <a:pt x="204" y="1"/>
                    <a:pt x="0" y="205"/>
                    <a:pt x="0" y="455"/>
                  </a:cubicBezTo>
                  <a:lnTo>
                    <a:pt x="0" y="9349"/>
                  </a:lnTo>
                  <a:lnTo>
                    <a:pt x="12769" y="9349"/>
                  </a:lnTo>
                  <a:lnTo>
                    <a:pt x="12769" y="455"/>
                  </a:lnTo>
                  <a:cubicBezTo>
                    <a:pt x="12769" y="205"/>
                    <a:pt x="12565" y="1"/>
                    <a:pt x="1231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8" name="Google Shape;22098;p91"/>
            <p:cNvSpPr/>
            <p:nvPr/>
          </p:nvSpPr>
          <p:spPr>
            <a:xfrm>
              <a:off x="2340923" y="2966569"/>
              <a:ext cx="284923" cy="189949"/>
            </a:xfrm>
            <a:custGeom>
              <a:rect b="b" l="l" r="r" t="t"/>
              <a:pathLst>
                <a:path extrusionOk="0" h="7298" w="10947">
                  <a:moveTo>
                    <a:pt x="0" y="0"/>
                  </a:moveTo>
                  <a:lnTo>
                    <a:pt x="0" y="7297"/>
                  </a:lnTo>
                  <a:lnTo>
                    <a:pt x="10946" y="7297"/>
                  </a:lnTo>
                  <a:lnTo>
                    <a:pt x="10946"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9" name="Google Shape;22099;p91"/>
            <p:cNvSpPr/>
            <p:nvPr/>
          </p:nvSpPr>
          <p:spPr>
            <a:xfrm>
              <a:off x="2340923" y="3120860"/>
              <a:ext cx="166238" cy="35658"/>
            </a:xfrm>
            <a:custGeom>
              <a:rect b="b" l="l" r="r" t="t"/>
              <a:pathLst>
                <a:path extrusionOk="0" h="1370" w="6387">
                  <a:moveTo>
                    <a:pt x="0" y="1"/>
                  </a:moveTo>
                  <a:lnTo>
                    <a:pt x="0" y="1369"/>
                  </a:lnTo>
                  <a:lnTo>
                    <a:pt x="6386" y="1369"/>
                  </a:lnTo>
                  <a:lnTo>
                    <a:pt x="638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0" name="Google Shape;22100;p91"/>
            <p:cNvSpPr/>
            <p:nvPr/>
          </p:nvSpPr>
          <p:spPr>
            <a:xfrm>
              <a:off x="2382489" y="3049623"/>
              <a:ext cx="83106" cy="83184"/>
            </a:xfrm>
            <a:custGeom>
              <a:rect b="b" l="l" r="r" t="t"/>
              <a:pathLst>
                <a:path extrusionOk="0" h="3196" w="3193">
                  <a:moveTo>
                    <a:pt x="1141" y="0"/>
                  </a:moveTo>
                  <a:lnTo>
                    <a:pt x="1141" y="317"/>
                  </a:lnTo>
                  <a:cubicBezTo>
                    <a:pt x="1141" y="401"/>
                    <a:pt x="1092" y="482"/>
                    <a:pt x="1014" y="521"/>
                  </a:cubicBezTo>
                  <a:lnTo>
                    <a:pt x="437" y="746"/>
                  </a:lnTo>
                  <a:cubicBezTo>
                    <a:pt x="173" y="848"/>
                    <a:pt x="1" y="1102"/>
                    <a:pt x="1" y="1383"/>
                  </a:cubicBezTo>
                  <a:lnTo>
                    <a:pt x="1" y="2738"/>
                  </a:lnTo>
                  <a:cubicBezTo>
                    <a:pt x="1" y="2991"/>
                    <a:pt x="205" y="3195"/>
                    <a:pt x="458" y="3195"/>
                  </a:cubicBezTo>
                  <a:lnTo>
                    <a:pt x="2738" y="3195"/>
                  </a:lnTo>
                  <a:cubicBezTo>
                    <a:pt x="2988" y="3195"/>
                    <a:pt x="3192" y="2991"/>
                    <a:pt x="3192" y="2738"/>
                  </a:cubicBezTo>
                  <a:lnTo>
                    <a:pt x="3192" y="1383"/>
                  </a:lnTo>
                  <a:cubicBezTo>
                    <a:pt x="3192" y="1102"/>
                    <a:pt x="3020" y="848"/>
                    <a:pt x="2756" y="746"/>
                  </a:cubicBezTo>
                  <a:lnTo>
                    <a:pt x="2179" y="521"/>
                  </a:lnTo>
                  <a:cubicBezTo>
                    <a:pt x="2101" y="482"/>
                    <a:pt x="2052" y="401"/>
                    <a:pt x="2052" y="317"/>
                  </a:cubicBezTo>
                  <a:lnTo>
                    <a:pt x="205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1" name="Google Shape;22101;p91"/>
            <p:cNvSpPr/>
            <p:nvPr/>
          </p:nvSpPr>
          <p:spPr>
            <a:xfrm>
              <a:off x="2507135" y="2966569"/>
              <a:ext cx="118711" cy="94974"/>
            </a:xfrm>
            <a:custGeom>
              <a:rect b="b" l="l" r="r" t="t"/>
              <a:pathLst>
                <a:path extrusionOk="0" h="3649" w="4561">
                  <a:moveTo>
                    <a:pt x="0" y="0"/>
                  </a:moveTo>
                  <a:lnTo>
                    <a:pt x="0" y="3649"/>
                  </a:lnTo>
                  <a:lnTo>
                    <a:pt x="4560" y="3649"/>
                  </a:lnTo>
                  <a:lnTo>
                    <a:pt x="4560" y="0"/>
                  </a:ln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2" name="Google Shape;22102;p91"/>
            <p:cNvSpPr/>
            <p:nvPr/>
          </p:nvSpPr>
          <p:spPr>
            <a:xfrm>
              <a:off x="2507135" y="3061517"/>
              <a:ext cx="118711" cy="95000"/>
            </a:xfrm>
            <a:custGeom>
              <a:rect b="b" l="l" r="r" t="t"/>
              <a:pathLst>
                <a:path extrusionOk="0" h="3650" w="4561">
                  <a:moveTo>
                    <a:pt x="0" y="1"/>
                  </a:moveTo>
                  <a:lnTo>
                    <a:pt x="0" y="3649"/>
                  </a:lnTo>
                  <a:lnTo>
                    <a:pt x="4560" y="3649"/>
                  </a:lnTo>
                  <a:lnTo>
                    <a:pt x="456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3" name="Google Shape;22103;p91"/>
            <p:cNvSpPr/>
            <p:nvPr/>
          </p:nvSpPr>
          <p:spPr>
            <a:xfrm>
              <a:off x="2299435" y="3180203"/>
              <a:ext cx="367977" cy="29697"/>
            </a:xfrm>
            <a:custGeom>
              <a:rect b="b" l="l" r="r" t="t"/>
              <a:pathLst>
                <a:path extrusionOk="0" h="1141" w="14138">
                  <a:moveTo>
                    <a:pt x="229" y="1"/>
                  </a:moveTo>
                  <a:cubicBezTo>
                    <a:pt x="103" y="1"/>
                    <a:pt x="1" y="103"/>
                    <a:pt x="1" y="229"/>
                  </a:cubicBezTo>
                  <a:lnTo>
                    <a:pt x="1" y="687"/>
                  </a:lnTo>
                  <a:cubicBezTo>
                    <a:pt x="1" y="937"/>
                    <a:pt x="205" y="1141"/>
                    <a:pt x="454" y="1141"/>
                  </a:cubicBezTo>
                  <a:lnTo>
                    <a:pt x="13680" y="1141"/>
                  </a:lnTo>
                  <a:cubicBezTo>
                    <a:pt x="13934" y="1141"/>
                    <a:pt x="14138" y="937"/>
                    <a:pt x="14138" y="687"/>
                  </a:cubicBezTo>
                  <a:lnTo>
                    <a:pt x="14138" y="229"/>
                  </a:lnTo>
                  <a:cubicBezTo>
                    <a:pt x="14138" y="103"/>
                    <a:pt x="14036" y="1"/>
                    <a:pt x="13909"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4" name="Google Shape;22104;p91"/>
            <p:cNvSpPr/>
            <p:nvPr/>
          </p:nvSpPr>
          <p:spPr>
            <a:xfrm>
              <a:off x="2447792" y="3180203"/>
              <a:ext cx="71263" cy="17881"/>
            </a:xfrm>
            <a:custGeom>
              <a:rect b="b" l="l" r="r" t="t"/>
              <a:pathLst>
                <a:path extrusionOk="0" h="687" w="2738">
                  <a:moveTo>
                    <a:pt x="0" y="1"/>
                  </a:moveTo>
                  <a:lnTo>
                    <a:pt x="321" y="483"/>
                  </a:lnTo>
                  <a:cubicBezTo>
                    <a:pt x="405" y="609"/>
                    <a:pt x="549" y="687"/>
                    <a:pt x="701" y="687"/>
                  </a:cubicBezTo>
                  <a:lnTo>
                    <a:pt x="2038" y="687"/>
                  </a:lnTo>
                  <a:cubicBezTo>
                    <a:pt x="2189" y="687"/>
                    <a:pt x="2333" y="609"/>
                    <a:pt x="2418" y="483"/>
                  </a:cubicBezTo>
                  <a:lnTo>
                    <a:pt x="2738" y="1"/>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5" name="Google Shape;22105;p91"/>
            <p:cNvSpPr/>
            <p:nvPr/>
          </p:nvSpPr>
          <p:spPr>
            <a:xfrm>
              <a:off x="2530846" y="3037806"/>
              <a:ext cx="71289" cy="23737"/>
            </a:xfrm>
            <a:custGeom>
              <a:rect b="b" l="l" r="r" t="t"/>
              <a:pathLst>
                <a:path extrusionOk="0" h="912" w="2739">
                  <a:moveTo>
                    <a:pt x="824" y="0"/>
                  </a:moveTo>
                  <a:lnTo>
                    <a:pt x="377" y="124"/>
                  </a:lnTo>
                  <a:cubicBezTo>
                    <a:pt x="152" y="187"/>
                    <a:pt x="1" y="359"/>
                    <a:pt x="1" y="556"/>
                  </a:cubicBezTo>
                  <a:lnTo>
                    <a:pt x="1" y="912"/>
                  </a:lnTo>
                  <a:lnTo>
                    <a:pt x="2738" y="912"/>
                  </a:lnTo>
                  <a:lnTo>
                    <a:pt x="2738" y="556"/>
                  </a:lnTo>
                  <a:cubicBezTo>
                    <a:pt x="2738" y="359"/>
                    <a:pt x="2587" y="187"/>
                    <a:pt x="2365" y="124"/>
                  </a:cubicBezTo>
                  <a:lnTo>
                    <a:pt x="1918"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6" name="Google Shape;22106;p91"/>
            <p:cNvSpPr/>
            <p:nvPr/>
          </p:nvSpPr>
          <p:spPr>
            <a:xfrm>
              <a:off x="2554661" y="3019952"/>
              <a:ext cx="23737" cy="29697"/>
            </a:xfrm>
            <a:custGeom>
              <a:rect b="b" l="l" r="r" t="t"/>
              <a:pathLst>
                <a:path extrusionOk="0" h="1141" w="912">
                  <a:moveTo>
                    <a:pt x="1" y="0"/>
                  </a:moveTo>
                  <a:lnTo>
                    <a:pt x="1" y="686"/>
                  </a:lnTo>
                  <a:cubicBezTo>
                    <a:pt x="1" y="936"/>
                    <a:pt x="205" y="1140"/>
                    <a:pt x="454" y="1140"/>
                  </a:cubicBezTo>
                  <a:cubicBezTo>
                    <a:pt x="708" y="1140"/>
                    <a:pt x="912" y="936"/>
                    <a:pt x="912" y="686"/>
                  </a:cubicBezTo>
                  <a:lnTo>
                    <a:pt x="91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7" name="Google Shape;22107;p91"/>
            <p:cNvSpPr/>
            <p:nvPr/>
          </p:nvSpPr>
          <p:spPr>
            <a:xfrm>
              <a:off x="2548700" y="2990280"/>
              <a:ext cx="35658" cy="41592"/>
            </a:xfrm>
            <a:custGeom>
              <a:rect b="b" l="l" r="r" t="t"/>
              <a:pathLst>
                <a:path extrusionOk="0" h="1598" w="1370">
                  <a:moveTo>
                    <a:pt x="458" y="0"/>
                  </a:moveTo>
                  <a:cubicBezTo>
                    <a:pt x="205" y="0"/>
                    <a:pt x="1" y="204"/>
                    <a:pt x="1" y="458"/>
                  </a:cubicBezTo>
                  <a:lnTo>
                    <a:pt x="1" y="915"/>
                  </a:lnTo>
                  <a:cubicBezTo>
                    <a:pt x="1" y="1292"/>
                    <a:pt x="307" y="1598"/>
                    <a:pt x="683" y="1598"/>
                  </a:cubicBezTo>
                  <a:cubicBezTo>
                    <a:pt x="1063" y="1598"/>
                    <a:pt x="1370" y="1292"/>
                    <a:pt x="1370" y="912"/>
                  </a:cubicBezTo>
                  <a:lnTo>
                    <a:pt x="1370" y="458"/>
                  </a:lnTo>
                  <a:cubicBezTo>
                    <a:pt x="1370" y="204"/>
                    <a:pt x="1165" y="0"/>
                    <a:pt x="91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8" name="Google Shape;22108;p91"/>
            <p:cNvSpPr/>
            <p:nvPr/>
          </p:nvSpPr>
          <p:spPr>
            <a:xfrm>
              <a:off x="2548570" y="2990280"/>
              <a:ext cx="23893" cy="41618"/>
            </a:xfrm>
            <a:custGeom>
              <a:rect b="b" l="l" r="r" t="t"/>
              <a:pathLst>
                <a:path extrusionOk="0" h="1599" w="918">
                  <a:moveTo>
                    <a:pt x="460" y="0"/>
                  </a:moveTo>
                  <a:cubicBezTo>
                    <a:pt x="210" y="0"/>
                    <a:pt x="6" y="204"/>
                    <a:pt x="6" y="458"/>
                  </a:cubicBezTo>
                  <a:lnTo>
                    <a:pt x="6" y="912"/>
                  </a:lnTo>
                  <a:cubicBezTo>
                    <a:pt x="0" y="1303"/>
                    <a:pt x="321" y="1598"/>
                    <a:pt x="682" y="1598"/>
                  </a:cubicBezTo>
                  <a:cubicBezTo>
                    <a:pt x="759" y="1598"/>
                    <a:pt x="839" y="1585"/>
                    <a:pt x="917" y="1556"/>
                  </a:cubicBezTo>
                  <a:cubicBezTo>
                    <a:pt x="643" y="1461"/>
                    <a:pt x="463" y="1204"/>
                    <a:pt x="460" y="912"/>
                  </a:cubicBezTo>
                  <a:lnTo>
                    <a:pt x="460" y="458"/>
                  </a:lnTo>
                  <a:cubicBezTo>
                    <a:pt x="460" y="204"/>
                    <a:pt x="664" y="0"/>
                    <a:pt x="91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9" name="Google Shape;22109;p91"/>
            <p:cNvSpPr/>
            <p:nvPr/>
          </p:nvSpPr>
          <p:spPr>
            <a:xfrm>
              <a:off x="2548700" y="2990280"/>
              <a:ext cx="35658" cy="17699"/>
            </a:xfrm>
            <a:custGeom>
              <a:rect b="b" l="l" r="r" t="t"/>
              <a:pathLst>
                <a:path extrusionOk="0" h="680" w="1370">
                  <a:moveTo>
                    <a:pt x="455" y="0"/>
                  </a:moveTo>
                  <a:cubicBezTo>
                    <a:pt x="205" y="0"/>
                    <a:pt x="1" y="204"/>
                    <a:pt x="1" y="458"/>
                  </a:cubicBezTo>
                  <a:cubicBezTo>
                    <a:pt x="444" y="588"/>
                    <a:pt x="905" y="662"/>
                    <a:pt x="1370" y="679"/>
                  </a:cubicBezTo>
                  <a:lnTo>
                    <a:pt x="1370" y="458"/>
                  </a:lnTo>
                  <a:cubicBezTo>
                    <a:pt x="1370" y="204"/>
                    <a:pt x="1165" y="0"/>
                    <a:pt x="9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0" name="Google Shape;22110;p91"/>
            <p:cNvSpPr/>
            <p:nvPr/>
          </p:nvSpPr>
          <p:spPr>
            <a:xfrm>
              <a:off x="2548700" y="2990280"/>
              <a:ext cx="23763" cy="14862"/>
            </a:xfrm>
            <a:custGeom>
              <a:rect b="b" l="l" r="r" t="t"/>
              <a:pathLst>
                <a:path extrusionOk="0" h="571" w="913">
                  <a:moveTo>
                    <a:pt x="455" y="0"/>
                  </a:moveTo>
                  <a:cubicBezTo>
                    <a:pt x="205" y="0"/>
                    <a:pt x="1" y="204"/>
                    <a:pt x="1" y="458"/>
                  </a:cubicBezTo>
                  <a:cubicBezTo>
                    <a:pt x="149" y="504"/>
                    <a:pt x="303" y="542"/>
                    <a:pt x="455" y="570"/>
                  </a:cubicBezTo>
                  <a:lnTo>
                    <a:pt x="455" y="458"/>
                  </a:lnTo>
                  <a:cubicBezTo>
                    <a:pt x="455" y="204"/>
                    <a:pt x="659" y="0"/>
                    <a:pt x="91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1" name="Google Shape;22111;p91"/>
            <p:cNvSpPr/>
            <p:nvPr/>
          </p:nvSpPr>
          <p:spPr>
            <a:xfrm>
              <a:off x="2530846" y="3132677"/>
              <a:ext cx="71289" cy="23841"/>
            </a:xfrm>
            <a:custGeom>
              <a:rect b="b" l="l" r="r" t="t"/>
              <a:pathLst>
                <a:path extrusionOk="0" h="916" w="2739">
                  <a:moveTo>
                    <a:pt x="1918" y="1"/>
                  </a:moveTo>
                  <a:lnTo>
                    <a:pt x="824" y="4"/>
                  </a:lnTo>
                  <a:lnTo>
                    <a:pt x="377" y="127"/>
                  </a:lnTo>
                  <a:cubicBezTo>
                    <a:pt x="152" y="191"/>
                    <a:pt x="1" y="363"/>
                    <a:pt x="1" y="560"/>
                  </a:cubicBezTo>
                  <a:lnTo>
                    <a:pt x="1" y="915"/>
                  </a:lnTo>
                  <a:lnTo>
                    <a:pt x="2738" y="915"/>
                  </a:lnTo>
                  <a:lnTo>
                    <a:pt x="2738" y="560"/>
                  </a:lnTo>
                  <a:cubicBezTo>
                    <a:pt x="2738" y="363"/>
                    <a:pt x="2587" y="187"/>
                    <a:pt x="2365" y="127"/>
                  </a:cubicBezTo>
                  <a:lnTo>
                    <a:pt x="191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2" name="Google Shape;22112;p91"/>
            <p:cNvSpPr/>
            <p:nvPr/>
          </p:nvSpPr>
          <p:spPr>
            <a:xfrm>
              <a:off x="2554661" y="3114900"/>
              <a:ext cx="23737" cy="29697"/>
            </a:xfrm>
            <a:custGeom>
              <a:rect b="b" l="l" r="r" t="t"/>
              <a:pathLst>
                <a:path extrusionOk="0" h="1141" w="912">
                  <a:moveTo>
                    <a:pt x="1" y="1"/>
                  </a:moveTo>
                  <a:lnTo>
                    <a:pt x="1" y="687"/>
                  </a:lnTo>
                  <a:cubicBezTo>
                    <a:pt x="1" y="937"/>
                    <a:pt x="205" y="1141"/>
                    <a:pt x="454" y="1141"/>
                  </a:cubicBezTo>
                  <a:cubicBezTo>
                    <a:pt x="708" y="1141"/>
                    <a:pt x="912" y="937"/>
                    <a:pt x="912" y="687"/>
                  </a:cubicBezTo>
                  <a:lnTo>
                    <a:pt x="91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3" name="Google Shape;22113;p91"/>
            <p:cNvSpPr/>
            <p:nvPr/>
          </p:nvSpPr>
          <p:spPr>
            <a:xfrm>
              <a:off x="2548700" y="3085255"/>
              <a:ext cx="35658" cy="41592"/>
            </a:xfrm>
            <a:custGeom>
              <a:rect b="b" l="l" r="r" t="t"/>
              <a:pathLst>
                <a:path extrusionOk="0" h="1598" w="1370">
                  <a:moveTo>
                    <a:pt x="458" y="0"/>
                  </a:moveTo>
                  <a:cubicBezTo>
                    <a:pt x="205" y="0"/>
                    <a:pt x="1" y="204"/>
                    <a:pt x="1" y="457"/>
                  </a:cubicBezTo>
                  <a:lnTo>
                    <a:pt x="1" y="911"/>
                  </a:lnTo>
                  <a:cubicBezTo>
                    <a:pt x="1" y="1291"/>
                    <a:pt x="307" y="1597"/>
                    <a:pt x="683" y="1597"/>
                  </a:cubicBezTo>
                  <a:cubicBezTo>
                    <a:pt x="1063" y="1597"/>
                    <a:pt x="1370" y="1291"/>
                    <a:pt x="1370" y="911"/>
                  </a:cubicBezTo>
                  <a:lnTo>
                    <a:pt x="1370" y="457"/>
                  </a:lnTo>
                  <a:cubicBezTo>
                    <a:pt x="1370" y="204"/>
                    <a:pt x="1165" y="0"/>
                    <a:pt x="91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4" name="Google Shape;22114;p91"/>
            <p:cNvSpPr/>
            <p:nvPr/>
          </p:nvSpPr>
          <p:spPr>
            <a:xfrm>
              <a:off x="2548570" y="3085255"/>
              <a:ext cx="23893" cy="41618"/>
            </a:xfrm>
            <a:custGeom>
              <a:rect b="b" l="l" r="r" t="t"/>
              <a:pathLst>
                <a:path extrusionOk="0" h="1599" w="918">
                  <a:moveTo>
                    <a:pt x="460" y="0"/>
                  </a:moveTo>
                  <a:cubicBezTo>
                    <a:pt x="210" y="0"/>
                    <a:pt x="6" y="204"/>
                    <a:pt x="6" y="457"/>
                  </a:cubicBezTo>
                  <a:lnTo>
                    <a:pt x="6" y="911"/>
                  </a:lnTo>
                  <a:cubicBezTo>
                    <a:pt x="0" y="1302"/>
                    <a:pt x="321" y="1598"/>
                    <a:pt x="682" y="1598"/>
                  </a:cubicBezTo>
                  <a:cubicBezTo>
                    <a:pt x="759" y="1598"/>
                    <a:pt x="839" y="1584"/>
                    <a:pt x="917" y="1555"/>
                  </a:cubicBezTo>
                  <a:cubicBezTo>
                    <a:pt x="643" y="1460"/>
                    <a:pt x="463" y="1203"/>
                    <a:pt x="460" y="911"/>
                  </a:cubicBezTo>
                  <a:lnTo>
                    <a:pt x="460" y="457"/>
                  </a:lnTo>
                  <a:cubicBezTo>
                    <a:pt x="460" y="204"/>
                    <a:pt x="664" y="0"/>
                    <a:pt x="91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5" name="Google Shape;22115;p91"/>
            <p:cNvSpPr/>
            <p:nvPr/>
          </p:nvSpPr>
          <p:spPr>
            <a:xfrm>
              <a:off x="2548700" y="3085255"/>
              <a:ext cx="35658" cy="17699"/>
            </a:xfrm>
            <a:custGeom>
              <a:rect b="b" l="l" r="r" t="t"/>
              <a:pathLst>
                <a:path extrusionOk="0" h="680" w="1370">
                  <a:moveTo>
                    <a:pt x="455" y="0"/>
                  </a:moveTo>
                  <a:cubicBezTo>
                    <a:pt x="205" y="0"/>
                    <a:pt x="1" y="204"/>
                    <a:pt x="1" y="457"/>
                  </a:cubicBezTo>
                  <a:cubicBezTo>
                    <a:pt x="444" y="588"/>
                    <a:pt x="905" y="661"/>
                    <a:pt x="1370" y="679"/>
                  </a:cubicBezTo>
                  <a:lnTo>
                    <a:pt x="1370" y="457"/>
                  </a:lnTo>
                  <a:cubicBezTo>
                    <a:pt x="1370" y="204"/>
                    <a:pt x="1165" y="0"/>
                    <a:pt x="9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6" name="Google Shape;22116;p91"/>
            <p:cNvSpPr/>
            <p:nvPr/>
          </p:nvSpPr>
          <p:spPr>
            <a:xfrm>
              <a:off x="2548700" y="3085255"/>
              <a:ext cx="23763" cy="14836"/>
            </a:xfrm>
            <a:custGeom>
              <a:rect b="b" l="l" r="r" t="t"/>
              <a:pathLst>
                <a:path extrusionOk="0" h="570" w="913">
                  <a:moveTo>
                    <a:pt x="455" y="0"/>
                  </a:moveTo>
                  <a:cubicBezTo>
                    <a:pt x="205" y="0"/>
                    <a:pt x="1" y="204"/>
                    <a:pt x="1" y="457"/>
                  </a:cubicBezTo>
                  <a:cubicBezTo>
                    <a:pt x="149" y="503"/>
                    <a:pt x="303" y="542"/>
                    <a:pt x="455" y="570"/>
                  </a:cubicBezTo>
                  <a:lnTo>
                    <a:pt x="455" y="457"/>
                  </a:lnTo>
                  <a:cubicBezTo>
                    <a:pt x="455" y="204"/>
                    <a:pt x="659" y="0"/>
                    <a:pt x="91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7" name="Google Shape;22117;p91"/>
            <p:cNvSpPr/>
            <p:nvPr/>
          </p:nvSpPr>
          <p:spPr>
            <a:xfrm>
              <a:off x="2412160" y="3043767"/>
              <a:ext cx="23763" cy="35554"/>
            </a:xfrm>
            <a:custGeom>
              <a:rect b="b" l="l" r="r" t="t"/>
              <a:pathLst>
                <a:path extrusionOk="0" h="1366" w="913">
                  <a:moveTo>
                    <a:pt x="1" y="0"/>
                  </a:moveTo>
                  <a:lnTo>
                    <a:pt x="1" y="911"/>
                  </a:lnTo>
                  <a:cubicBezTo>
                    <a:pt x="1" y="1161"/>
                    <a:pt x="205" y="1365"/>
                    <a:pt x="458" y="1365"/>
                  </a:cubicBezTo>
                  <a:cubicBezTo>
                    <a:pt x="708" y="1365"/>
                    <a:pt x="912" y="1161"/>
                    <a:pt x="912" y="911"/>
                  </a:cubicBezTo>
                  <a:lnTo>
                    <a:pt x="91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8" name="Google Shape;22118;p91"/>
            <p:cNvSpPr/>
            <p:nvPr/>
          </p:nvSpPr>
          <p:spPr>
            <a:xfrm>
              <a:off x="2400266" y="2996240"/>
              <a:ext cx="47552" cy="53408"/>
            </a:xfrm>
            <a:custGeom>
              <a:rect b="b" l="l" r="r" t="t"/>
              <a:pathLst>
                <a:path extrusionOk="0" h="2052" w="1827">
                  <a:moveTo>
                    <a:pt x="686" y="0"/>
                  </a:moveTo>
                  <a:cubicBezTo>
                    <a:pt x="306" y="0"/>
                    <a:pt x="0" y="306"/>
                    <a:pt x="0" y="683"/>
                  </a:cubicBezTo>
                  <a:lnTo>
                    <a:pt x="0" y="1140"/>
                  </a:lnTo>
                  <a:cubicBezTo>
                    <a:pt x="0" y="1643"/>
                    <a:pt x="409" y="2051"/>
                    <a:pt x="915" y="2051"/>
                  </a:cubicBezTo>
                  <a:cubicBezTo>
                    <a:pt x="1418" y="2051"/>
                    <a:pt x="1826" y="1643"/>
                    <a:pt x="1826" y="1140"/>
                  </a:cubicBezTo>
                  <a:lnTo>
                    <a:pt x="1826" y="683"/>
                  </a:lnTo>
                  <a:cubicBezTo>
                    <a:pt x="1826" y="306"/>
                    <a:pt x="1520" y="0"/>
                    <a:pt x="114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9" name="Google Shape;22119;p91"/>
            <p:cNvSpPr/>
            <p:nvPr/>
          </p:nvSpPr>
          <p:spPr>
            <a:xfrm>
              <a:off x="2400344" y="2996240"/>
              <a:ext cx="32717" cy="53434"/>
            </a:xfrm>
            <a:custGeom>
              <a:rect b="b" l="l" r="r" t="t"/>
              <a:pathLst>
                <a:path extrusionOk="0" h="2053" w="1257">
                  <a:moveTo>
                    <a:pt x="687" y="0"/>
                  </a:moveTo>
                  <a:cubicBezTo>
                    <a:pt x="307" y="0"/>
                    <a:pt x="1" y="306"/>
                    <a:pt x="1" y="683"/>
                  </a:cubicBezTo>
                  <a:lnTo>
                    <a:pt x="1" y="1140"/>
                  </a:lnTo>
                  <a:cubicBezTo>
                    <a:pt x="1" y="1664"/>
                    <a:pt x="430" y="2052"/>
                    <a:pt x="912" y="2052"/>
                  </a:cubicBezTo>
                  <a:cubicBezTo>
                    <a:pt x="1026" y="2052"/>
                    <a:pt x="1142" y="2031"/>
                    <a:pt x="1257" y="1984"/>
                  </a:cubicBezTo>
                  <a:cubicBezTo>
                    <a:pt x="912" y="1844"/>
                    <a:pt x="683" y="1509"/>
                    <a:pt x="683" y="1140"/>
                  </a:cubicBezTo>
                  <a:lnTo>
                    <a:pt x="683" y="683"/>
                  </a:lnTo>
                  <a:cubicBezTo>
                    <a:pt x="683" y="348"/>
                    <a:pt x="926" y="63"/>
                    <a:pt x="1257" y="11"/>
                  </a:cubicBezTo>
                  <a:cubicBezTo>
                    <a:pt x="1218" y="4"/>
                    <a:pt x="1180" y="0"/>
                    <a:pt x="114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0" name="Google Shape;22120;p91"/>
            <p:cNvSpPr/>
            <p:nvPr/>
          </p:nvSpPr>
          <p:spPr>
            <a:xfrm>
              <a:off x="2400344" y="2996240"/>
              <a:ext cx="47474" cy="23737"/>
            </a:xfrm>
            <a:custGeom>
              <a:rect b="b" l="l" r="r" t="t"/>
              <a:pathLst>
                <a:path extrusionOk="0" h="912" w="1824">
                  <a:moveTo>
                    <a:pt x="683" y="0"/>
                  </a:moveTo>
                  <a:cubicBezTo>
                    <a:pt x="307" y="0"/>
                    <a:pt x="1" y="306"/>
                    <a:pt x="1" y="683"/>
                  </a:cubicBezTo>
                  <a:cubicBezTo>
                    <a:pt x="1" y="683"/>
                    <a:pt x="683" y="911"/>
                    <a:pt x="1823" y="911"/>
                  </a:cubicBezTo>
                  <a:lnTo>
                    <a:pt x="1823" y="683"/>
                  </a:lnTo>
                  <a:cubicBezTo>
                    <a:pt x="1823" y="306"/>
                    <a:pt x="1517" y="0"/>
                    <a:pt x="114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1" name="Google Shape;22121;p91"/>
            <p:cNvSpPr/>
            <p:nvPr/>
          </p:nvSpPr>
          <p:spPr>
            <a:xfrm>
              <a:off x="2400344" y="2996240"/>
              <a:ext cx="32717" cy="21629"/>
            </a:xfrm>
            <a:custGeom>
              <a:rect b="b" l="l" r="r" t="t"/>
              <a:pathLst>
                <a:path extrusionOk="0" h="831" w="1257">
                  <a:moveTo>
                    <a:pt x="687" y="0"/>
                  </a:moveTo>
                  <a:cubicBezTo>
                    <a:pt x="307" y="0"/>
                    <a:pt x="1" y="306"/>
                    <a:pt x="1" y="683"/>
                  </a:cubicBezTo>
                  <a:cubicBezTo>
                    <a:pt x="226" y="750"/>
                    <a:pt x="455" y="799"/>
                    <a:pt x="687" y="830"/>
                  </a:cubicBezTo>
                  <a:lnTo>
                    <a:pt x="687" y="683"/>
                  </a:lnTo>
                  <a:lnTo>
                    <a:pt x="683" y="683"/>
                  </a:lnTo>
                  <a:cubicBezTo>
                    <a:pt x="683" y="352"/>
                    <a:pt x="926" y="67"/>
                    <a:pt x="1257" y="11"/>
                  </a:cubicBezTo>
                  <a:cubicBezTo>
                    <a:pt x="1218" y="4"/>
                    <a:pt x="1180" y="0"/>
                    <a:pt x="114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2" name="Google Shape;22122;p91"/>
            <p:cNvSpPr/>
            <p:nvPr/>
          </p:nvSpPr>
          <p:spPr>
            <a:xfrm>
              <a:off x="2382489" y="3074974"/>
              <a:ext cx="83184" cy="57833"/>
            </a:xfrm>
            <a:custGeom>
              <a:rect b="b" l="l" r="r" t="t"/>
              <a:pathLst>
                <a:path extrusionOk="0" h="2222" w="3196">
                  <a:moveTo>
                    <a:pt x="138" y="1"/>
                  </a:moveTo>
                  <a:cubicBezTo>
                    <a:pt x="50" y="121"/>
                    <a:pt x="1" y="261"/>
                    <a:pt x="1" y="409"/>
                  </a:cubicBezTo>
                  <a:lnTo>
                    <a:pt x="1" y="1764"/>
                  </a:lnTo>
                  <a:cubicBezTo>
                    <a:pt x="1" y="2017"/>
                    <a:pt x="205" y="2221"/>
                    <a:pt x="458" y="2221"/>
                  </a:cubicBezTo>
                  <a:lnTo>
                    <a:pt x="2738" y="2221"/>
                  </a:lnTo>
                  <a:cubicBezTo>
                    <a:pt x="2991" y="2221"/>
                    <a:pt x="3196" y="2017"/>
                    <a:pt x="3196" y="1764"/>
                  </a:cubicBezTo>
                  <a:lnTo>
                    <a:pt x="3196" y="409"/>
                  </a:lnTo>
                  <a:cubicBezTo>
                    <a:pt x="3196" y="261"/>
                    <a:pt x="3146" y="121"/>
                    <a:pt x="3058" y="1"/>
                  </a:cubicBezTo>
                  <a:lnTo>
                    <a:pt x="2281" y="624"/>
                  </a:lnTo>
                  <a:lnTo>
                    <a:pt x="2281" y="1535"/>
                  </a:lnTo>
                  <a:lnTo>
                    <a:pt x="912" y="1535"/>
                  </a:lnTo>
                  <a:lnTo>
                    <a:pt x="912" y="624"/>
                  </a:lnTo>
                  <a:lnTo>
                    <a:pt x="138"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3" name="Google Shape;22123;p91"/>
            <p:cNvSpPr/>
            <p:nvPr/>
          </p:nvSpPr>
          <p:spPr>
            <a:xfrm>
              <a:off x="2335431" y="2960973"/>
              <a:ext cx="296011" cy="201036"/>
            </a:xfrm>
            <a:custGeom>
              <a:rect b="b" l="l" r="r" t="t"/>
              <a:pathLst>
                <a:path extrusionOk="0" h="7724" w="11373">
                  <a:moveTo>
                    <a:pt x="3635" y="1570"/>
                  </a:moveTo>
                  <a:cubicBezTo>
                    <a:pt x="3892" y="1570"/>
                    <a:pt x="4103" y="1781"/>
                    <a:pt x="4103" y="2038"/>
                  </a:cubicBezTo>
                  <a:lnTo>
                    <a:pt x="4103" y="2495"/>
                  </a:lnTo>
                  <a:cubicBezTo>
                    <a:pt x="4103" y="2879"/>
                    <a:pt x="3790" y="3192"/>
                    <a:pt x="3406" y="3192"/>
                  </a:cubicBezTo>
                  <a:cubicBezTo>
                    <a:pt x="3019" y="3192"/>
                    <a:pt x="2706" y="2879"/>
                    <a:pt x="2706" y="2495"/>
                  </a:cubicBezTo>
                  <a:lnTo>
                    <a:pt x="2706" y="2038"/>
                  </a:lnTo>
                  <a:cubicBezTo>
                    <a:pt x="2706" y="1781"/>
                    <a:pt x="2917" y="1570"/>
                    <a:pt x="3177" y="1570"/>
                  </a:cubicBezTo>
                  <a:close/>
                  <a:moveTo>
                    <a:pt x="9106" y="1341"/>
                  </a:moveTo>
                  <a:cubicBezTo>
                    <a:pt x="9240" y="1341"/>
                    <a:pt x="9349" y="1450"/>
                    <a:pt x="9349" y="1584"/>
                  </a:cubicBezTo>
                  <a:lnTo>
                    <a:pt x="9349" y="2266"/>
                  </a:lnTo>
                  <a:cubicBezTo>
                    <a:pt x="9349" y="2354"/>
                    <a:pt x="9303" y="2432"/>
                    <a:pt x="9226" y="2474"/>
                  </a:cubicBezTo>
                  <a:cubicBezTo>
                    <a:pt x="9162" y="2513"/>
                    <a:pt x="9120" y="2583"/>
                    <a:pt x="9120" y="2660"/>
                  </a:cubicBezTo>
                  <a:lnTo>
                    <a:pt x="9120" y="3002"/>
                  </a:lnTo>
                  <a:cubicBezTo>
                    <a:pt x="9120" y="3100"/>
                    <a:pt x="9187" y="3185"/>
                    <a:pt x="9282" y="3209"/>
                  </a:cubicBezTo>
                  <a:lnTo>
                    <a:pt x="9849" y="3350"/>
                  </a:lnTo>
                  <a:cubicBezTo>
                    <a:pt x="9958" y="3378"/>
                    <a:pt x="10031" y="3473"/>
                    <a:pt x="10031" y="3586"/>
                  </a:cubicBezTo>
                  <a:lnTo>
                    <a:pt x="10031" y="3649"/>
                  </a:lnTo>
                  <a:lnTo>
                    <a:pt x="7723" y="3649"/>
                  </a:lnTo>
                  <a:lnTo>
                    <a:pt x="7723" y="3586"/>
                  </a:lnTo>
                  <a:cubicBezTo>
                    <a:pt x="7723" y="3473"/>
                    <a:pt x="7801" y="3378"/>
                    <a:pt x="7906" y="3350"/>
                  </a:cubicBezTo>
                  <a:lnTo>
                    <a:pt x="8473" y="3209"/>
                  </a:lnTo>
                  <a:cubicBezTo>
                    <a:pt x="8568" y="3185"/>
                    <a:pt x="8635" y="3100"/>
                    <a:pt x="8635" y="3002"/>
                  </a:cubicBezTo>
                  <a:lnTo>
                    <a:pt x="8635" y="2660"/>
                  </a:lnTo>
                  <a:cubicBezTo>
                    <a:pt x="8635" y="2583"/>
                    <a:pt x="8596" y="2513"/>
                    <a:pt x="8529" y="2477"/>
                  </a:cubicBezTo>
                  <a:cubicBezTo>
                    <a:pt x="8455" y="2432"/>
                    <a:pt x="8406" y="2354"/>
                    <a:pt x="8406" y="2266"/>
                  </a:cubicBezTo>
                  <a:lnTo>
                    <a:pt x="8406" y="1584"/>
                  </a:lnTo>
                  <a:cubicBezTo>
                    <a:pt x="8406" y="1450"/>
                    <a:pt x="8515" y="1341"/>
                    <a:pt x="8649" y="1341"/>
                  </a:cubicBezTo>
                  <a:close/>
                  <a:moveTo>
                    <a:pt x="6816" y="426"/>
                  </a:moveTo>
                  <a:lnTo>
                    <a:pt x="10946" y="430"/>
                  </a:lnTo>
                  <a:lnTo>
                    <a:pt x="10946" y="3649"/>
                  </a:lnTo>
                  <a:lnTo>
                    <a:pt x="10461" y="3649"/>
                  </a:lnTo>
                  <a:lnTo>
                    <a:pt x="10461" y="3586"/>
                  </a:lnTo>
                  <a:cubicBezTo>
                    <a:pt x="10461" y="3280"/>
                    <a:pt x="10253" y="3009"/>
                    <a:pt x="9954" y="2935"/>
                  </a:cubicBezTo>
                  <a:lnTo>
                    <a:pt x="9549" y="2836"/>
                  </a:lnTo>
                  <a:lnTo>
                    <a:pt x="9549" y="2769"/>
                  </a:lnTo>
                  <a:cubicBezTo>
                    <a:pt x="9694" y="2643"/>
                    <a:pt x="9778" y="2460"/>
                    <a:pt x="9778" y="2266"/>
                  </a:cubicBezTo>
                  <a:lnTo>
                    <a:pt x="9778" y="1584"/>
                  </a:lnTo>
                  <a:cubicBezTo>
                    <a:pt x="9778" y="1214"/>
                    <a:pt x="9479" y="915"/>
                    <a:pt x="9110" y="915"/>
                  </a:cubicBezTo>
                  <a:lnTo>
                    <a:pt x="8652" y="915"/>
                  </a:lnTo>
                  <a:cubicBezTo>
                    <a:pt x="8283" y="915"/>
                    <a:pt x="7984" y="1214"/>
                    <a:pt x="7984" y="1584"/>
                  </a:cubicBezTo>
                  <a:lnTo>
                    <a:pt x="7984" y="2266"/>
                  </a:lnTo>
                  <a:cubicBezTo>
                    <a:pt x="7984" y="2460"/>
                    <a:pt x="8065" y="2643"/>
                    <a:pt x="8209" y="2769"/>
                  </a:cubicBezTo>
                  <a:lnTo>
                    <a:pt x="8209" y="2836"/>
                  </a:lnTo>
                  <a:lnTo>
                    <a:pt x="7804" y="2935"/>
                  </a:lnTo>
                  <a:cubicBezTo>
                    <a:pt x="7505" y="3009"/>
                    <a:pt x="7298" y="3280"/>
                    <a:pt x="7298" y="3586"/>
                  </a:cubicBezTo>
                  <a:lnTo>
                    <a:pt x="7298" y="3649"/>
                  </a:lnTo>
                  <a:lnTo>
                    <a:pt x="6816" y="3649"/>
                  </a:lnTo>
                  <a:lnTo>
                    <a:pt x="6816" y="426"/>
                  </a:lnTo>
                  <a:close/>
                  <a:moveTo>
                    <a:pt x="3649" y="3621"/>
                  </a:moveTo>
                  <a:lnTo>
                    <a:pt x="3649" y="3723"/>
                  </a:lnTo>
                  <a:cubicBezTo>
                    <a:pt x="3649" y="3800"/>
                    <a:pt x="3670" y="3878"/>
                    <a:pt x="3709" y="3945"/>
                  </a:cubicBezTo>
                  <a:lnTo>
                    <a:pt x="3417" y="4237"/>
                  </a:lnTo>
                  <a:cubicBezTo>
                    <a:pt x="3413" y="4238"/>
                    <a:pt x="3409" y="4239"/>
                    <a:pt x="3405" y="4239"/>
                  </a:cubicBezTo>
                  <a:cubicBezTo>
                    <a:pt x="3401" y="4239"/>
                    <a:pt x="3397" y="4238"/>
                    <a:pt x="3396" y="4237"/>
                  </a:cubicBezTo>
                  <a:lnTo>
                    <a:pt x="3104" y="3945"/>
                  </a:lnTo>
                  <a:cubicBezTo>
                    <a:pt x="3142" y="3878"/>
                    <a:pt x="3163" y="3800"/>
                    <a:pt x="3163" y="3723"/>
                  </a:cubicBezTo>
                  <a:lnTo>
                    <a:pt x="3163" y="3621"/>
                  </a:lnTo>
                  <a:close/>
                  <a:moveTo>
                    <a:pt x="4068" y="4187"/>
                  </a:moveTo>
                  <a:lnTo>
                    <a:pt x="4490" y="4349"/>
                  </a:lnTo>
                  <a:cubicBezTo>
                    <a:pt x="4669" y="4420"/>
                    <a:pt x="4789" y="4596"/>
                    <a:pt x="4789" y="4789"/>
                  </a:cubicBezTo>
                  <a:lnTo>
                    <a:pt x="4789" y="6144"/>
                  </a:lnTo>
                  <a:cubicBezTo>
                    <a:pt x="4789" y="6277"/>
                    <a:pt x="4680" y="6386"/>
                    <a:pt x="4546" y="6386"/>
                  </a:cubicBezTo>
                  <a:lnTo>
                    <a:pt x="3621" y="6386"/>
                  </a:lnTo>
                  <a:lnTo>
                    <a:pt x="3621" y="6130"/>
                  </a:lnTo>
                  <a:lnTo>
                    <a:pt x="4092" y="6130"/>
                  </a:lnTo>
                  <a:cubicBezTo>
                    <a:pt x="4208" y="6130"/>
                    <a:pt x="4303" y="6035"/>
                    <a:pt x="4303" y="5915"/>
                  </a:cubicBezTo>
                  <a:lnTo>
                    <a:pt x="4303" y="5232"/>
                  </a:lnTo>
                  <a:cubicBezTo>
                    <a:pt x="4303" y="5090"/>
                    <a:pt x="4197" y="5019"/>
                    <a:pt x="4091" y="5019"/>
                  </a:cubicBezTo>
                  <a:cubicBezTo>
                    <a:pt x="3984" y="5019"/>
                    <a:pt x="3878" y="5090"/>
                    <a:pt x="3878" y="5232"/>
                  </a:cubicBezTo>
                  <a:lnTo>
                    <a:pt x="3878" y="5704"/>
                  </a:lnTo>
                  <a:lnTo>
                    <a:pt x="2935" y="5704"/>
                  </a:lnTo>
                  <a:lnTo>
                    <a:pt x="2935" y="5232"/>
                  </a:lnTo>
                  <a:cubicBezTo>
                    <a:pt x="2935" y="5090"/>
                    <a:pt x="2828" y="5019"/>
                    <a:pt x="2722" y="5019"/>
                  </a:cubicBezTo>
                  <a:cubicBezTo>
                    <a:pt x="2615" y="5019"/>
                    <a:pt x="2509" y="5090"/>
                    <a:pt x="2509" y="5232"/>
                  </a:cubicBezTo>
                  <a:lnTo>
                    <a:pt x="2509" y="5919"/>
                  </a:lnTo>
                  <a:cubicBezTo>
                    <a:pt x="2509" y="6035"/>
                    <a:pt x="2604" y="6130"/>
                    <a:pt x="2724" y="6130"/>
                  </a:cubicBezTo>
                  <a:lnTo>
                    <a:pt x="3192" y="6130"/>
                  </a:lnTo>
                  <a:lnTo>
                    <a:pt x="3192" y="6386"/>
                  </a:lnTo>
                  <a:lnTo>
                    <a:pt x="2266" y="6386"/>
                  </a:lnTo>
                  <a:cubicBezTo>
                    <a:pt x="2132" y="6386"/>
                    <a:pt x="2023" y="6277"/>
                    <a:pt x="2023" y="6144"/>
                  </a:cubicBezTo>
                  <a:lnTo>
                    <a:pt x="2023" y="4789"/>
                  </a:lnTo>
                  <a:lnTo>
                    <a:pt x="2020" y="4789"/>
                  </a:lnTo>
                  <a:cubicBezTo>
                    <a:pt x="2020" y="4596"/>
                    <a:pt x="2140" y="4420"/>
                    <a:pt x="2322" y="4349"/>
                  </a:cubicBezTo>
                  <a:lnTo>
                    <a:pt x="2741" y="4187"/>
                  </a:lnTo>
                  <a:lnTo>
                    <a:pt x="3093" y="4539"/>
                  </a:lnTo>
                  <a:cubicBezTo>
                    <a:pt x="3179" y="4625"/>
                    <a:pt x="3292" y="4669"/>
                    <a:pt x="3404" y="4669"/>
                  </a:cubicBezTo>
                  <a:cubicBezTo>
                    <a:pt x="3517" y="4669"/>
                    <a:pt x="3630" y="4625"/>
                    <a:pt x="3716" y="4539"/>
                  </a:cubicBezTo>
                  <a:lnTo>
                    <a:pt x="4068" y="4187"/>
                  </a:lnTo>
                  <a:close/>
                  <a:moveTo>
                    <a:pt x="6383" y="6358"/>
                  </a:moveTo>
                  <a:lnTo>
                    <a:pt x="6383" y="7301"/>
                  </a:lnTo>
                  <a:lnTo>
                    <a:pt x="426" y="7301"/>
                  </a:lnTo>
                  <a:lnTo>
                    <a:pt x="426" y="6358"/>
                  </a:lnTo>
                  <a:lnTo>
                    <a:pt x="1629" y="6358"/>
                  </a:lnTo>
                  <a:cubicBezTo>
                    <a:pt x="1721" y="6629"/>
                    <a:pt x="1978" y="6816"/>
                    <a:pt x="2263" y="6816"/>
                  </a:cubicBezTo>
                  <a:lnTo>
                    <a:pt x="4543" y="6816"/>
                  </a:lnTo>
                  <a:cubicBezTo>
                    <a:pt x="4831" y="6816"/>
                    <a:pt x="5084" y="6629"/>
                    <a:pt x="5179" y="6358"/>
                  </a:cubicBezTo>
                  <a:close/>
                  <a:moveTo>
                    <a:pt x="9106" y="4990"/>
                  </a:moveTo>
                  <a:cubicBezTo>
                    <a:pt x="9240" y="4990"/>
                    <a:pt x="9349" y="5099"/>
                    <a:pt x="9349" y="5232"/>
                  </a:cubicBezTo>
                  <a:lnTo>
                    <a:pt x="9349" y="5919"/>
                  </a:lnTo>
                  <a:cubicBezTo>
                    <a:pt x="9345" y="6003"/>
                    <a:pt x="9300" y="6084"/>
                    <a:pt x="9226" y="6126"/>
                  </a:cubicBezTo>
                  <a:cubicBezTo>
                    <a:pt x="9159" y="6165"/>
                    <a:pt x="9120" y="6235"/>
                    <a:pt x="9120" y="6309"/>
                  </a:cubicBezTo>
                  <a:lnTo>
                    <a:pt x="9120" y="6650"/>
                  </a:lnTo>
                  <a:cubicBezTo>
                    <a:pt x="9120" y="6749"/>
                    <a:pt x="9187" y="6833"/>
                    <a:pt x="9282" y="6858"/>
                  </a:cubicBezTo>
                  <a:lnTo>
                    <a:pt x="9849" y="7002"/>
                  </a:lnTo>
                  <a:cubicBezTo>
                    <a:pt x="9954" y="7027"/>
                    <a:pt x="10031" y="7125"/>
                    <a:pt x="10031" y="7234"/>
                  </a:cubicBezTo>
                  <a:lnTo>
                    <a:pt x="10031" y="7301"/>
                  </a:lnTo>
                  <a:lnTo>
                    <a:pt x="7723" y="7301"/>
                  </a:lnTo>
                  <a:lnTo>
                    <a:pt x="7723" y="7234"/>
                  </a:lnTo>
                  <a:cubicBezTo>
                    <a:pt x="7720" y="7125"/>
                    <a:pt x="7797" y="7027"/>
                    <a:pt x="7906" y="7002"/>
                  </a:cubicBezTo>
                  <a:lnTo>
                    <a:pt x="8473" y="6858"/>
                  </a:lnTo>
                  <a:cubicBezTo>
                    <a:pt x="8568" y="6833"/>
                    <a:pt x="8635" y="6749"/>
                    <a:pt x="8635" y="6650"/>
                  </a:cubicBezTo>
                  <a:lnTo>
                    <a:pt x="8635" y="6309"/>
                  </a:lnTo>
                  <a:cubicBezTo>
                    <a:pt x="8635" y="6235"/>
                    <a:pt x="8592" y="6165"/>
                    <a:pt x="8529" y="6126"/>
                  </a:cubicBezTo>
                  <a:cubicBezTo>
                    <a:pt x="8452" y="6084"/>
                    <a:pt x="8406" y="6003"/>
                    <a:pt x="8406" y="5919"/>
                  </a:cubicBezTo>
                  <a:lnTo>
                    <a:pt x="8406" y="5232"/>
                  </a:lnTo>
                  <a:cubicBezTo>
                    <a:pt x="8406" y="5099"/>
                    <a:pt x="8515" y="4990"/>
                    <a:pt x="8649" y="4990"/>
                  </a:cubicBezTo>
                  <a:close/>
                  <a:moveTo>
                    <a:pt x="10946" y="4078"/>
                  </a:moveTo>
                  <a:lnTo>
                    <a:pt x="10946" y="7298"/>
                  </a:lnTo>
                  <a:lnTo>
                    <a:pt x="10457" y="7301"/>
                  </a:lnTo>
                  <a:lnTo>
                    <a:pt x="10457" y="7234"/>
                  </a:lnTo>
                  <a:cubicBezTo>
                    <a:pt x="10457" y="6928"/>
                    <a:pt x="10250" y="6661"/>
                    <a:pt x="9951" y="6587"/>
                  </a:cubicBezTo>
                  <a:lnTo>
                    <a:pt x="9546" y="6485"/>
                  </a:lnTo>
                  <a:lnTo>
                    <a:pt x="9546" y="6418"/>
                  </a:lnTo>
                  <a:cubicBezTo>
                    <a:pt x="9690" y="6291"/>
                    <a:pt x="9775" y="6109"/>
                    <a:pt x="9775" y="5919"/>
                  </a:cubicBezTo>
                  <a:lnTo>
                    <a:pt x="9775" y="5232"/>
                  </a:lnTo>
                  <a:cubicBezTo>
                    <a:pt x="9775" y="4863"/>
                    <a:pt x="9476" y="4564"/>
                    <a:pt x="9106" y="4564"/>
                  </a:cubicBezTo>
                  <a:lnTo>
                    <a:pt x="8649" y="4564"/>
                  </a:lnTo>
                  <a:cubicBezTo>
                    <a:pt x="8279" y="4564"/>
                    <a:pt x="7980" y="4863"/>
                    <a:pt x="7980" y="5232"/>
                  </a:cubicBezTo>
                  <a:lnTo>
                    <a:pt x="7980" y="5919"/>
                  </a:lnTo>
                  <a:cubicBezTo>
                    <a:pt x="7980" y="6109"/>
                    <a:pt x="8065" y="6291"/>
                    <a:pt x="8209" y="6418"/>
                  </a:cubicBezTo>
                  <a:lnTo>
                    <a:pt x="8209" y="6485"/>
                  </a:lnTo>
                  <a:lnTo>
                    <a:pt x="7804" y="6584"/>
                  </a:lnTo>
                  <a:cubicBezTo>
                    <a:pt x="7505" y="6657"/>
                    <a:pt x="7294" y="6925"/>
                    <a:pt x="7294" y="7234"/>
                  </a:cubicBezTo>
                  <a:lnTo>
                    <a:pt x="7294" y="7298"/>
                  </a:lnTo>
                  <a:lnTo>
                    <a:pt x="6812" y="7298"/>
                  </a:lnTo>
                  <a:lnTo>
                    <a:pt x="6812" y="4078"/>
                  </a:lnTo>
                  <a:close/>
                  <a:moveTo>
                    <a:pt x="215" y="0"/>
                  </a:moveTo>
                  <a:cubicBezTo>
                    <a:pt x="95" y="0"/>
                    <a:pt x="0" y="95"/>
                    <a:pt x="0" y="212"/>
                  </a:cubicBezTo>
                  <a:lnTo>
                    <a:pt x="0" y="7509"/>
                  </a:lnTo>
                  <a:cubicBezTo>
                    <a:pt x="0" y="7628"/>
                    <a:pt x="95" y="7723"/>
                    <a:pt x="215" y="7723"/>
                  </a:cubicBezTo>
                  <a:lnTo>
                    <a:pt x="11157" y="7723"/>
                  </a:lnTo>
                  <a:cubicBezTo>
                    <a:pt x="11273" y="7723"/>
                    <a:pt x="11372" y="7628"/>
                    <a:pt x="11372" y="7512"/>
                  </a:cubicBezTo>
                  <a:lnTo>
                    <a:pt x="11372" y="215"/>
                  </a:lnTo>
                  <a:cubicBezTo>
                    <a:pt x="11372" y="99"/>
                    <a:pt x="11277" y="0"/>
                    <a:pt x="11157" y="0"/>
                  </a:cubicBezTo>
                  <a:lnTo>
                    <a:pt x="1809" y="0"/>
                  </a:lnTo>
                  <a:cubicBezTo>
                    <a:pt x="1524" y="0"/>
                    <a:pt x="1524" y="430"/>
                    <a:pt x="1809" y="430"/>
                  </a:cubicBezTo>
                  <a:lnTo>
                    <a:pt x="6383" y="430"/>
                  </a:lnTo>
                  <a:lnTo>
                    <a:pt x="6383" y="5929"/>
                  </a:lnTo>
                  <a:lnTo>
                    <a:pt x="5215" y="5929"/>
                  </a:lnTo>
                  <a:lnTo>
                    <a:pt x="5215" y="4786"/>
                  </a:lnTo>
                  <a:cubicBezTo>
                    <a:pt x="5211" y="4416"/>
                    <a:pt x="4986" y="4085"/>
                    <a:pt x="4641" y="3952"/>
                  </a:cubicBezTo>
                  <a:lnTo>
                    <a:pt x="4078" y="3730"/>
                  </a:lnTo>
                  <a:cubicBezTo>
                    <a:pt x="4075" y="3730"/>
                    <a:pt x="4075" y="3723"/>
                    <a:pt x="4075" y="3719"/>
                  </a:cubicBezTo>
                  <a:lnTo>
                    <a:pt x="4075" y="3406"/>
                  </a:lnTo>
                  <a:lnTo>
                    <a:pt x="4075" y="3396"/>
                  </a:lnTo>
                  <a:cubicBezTo>
                    <a:pt x="4363" y="3185"/>
                    <a:pt x="4532" y="2850"/>
                    <a:pt x="4532" y="2492"/>
                  </a:cubicBezTo>
                  <a:lnTo>
                    <a:pt x="4532" y="2038"/>
                  </a:lnTo>
                  <a:cubicBezTo>
                    <a:pt x="4532" y="1542"/>
                    <a:pt x="4127" y="1140"/>
                    <a:pt x="3635" y="1140"/>
                  </a:cubicBezTo>
                  <a:lnTo>
                    <a:pt x="3177" y="1140"/>
                  </a:lnTo>
                  <a:cubicBezTo>
                    <a:pt x="2681" y="1140"/>
                    <a:pt x="2280" y="1542"/>
                    <a:pt x="2280" y="2038"/>
                  </a:cubicBezTo>
                  <a:lnTo>
                    <a:pt x="2280" y="2495"/>
                  </a:lnTo>
                  <a:cubicBezTo>
                    <a:pt x="2280" y="2850"/>
                    <a:pt x="2449" y="3185"/>
                    <a:pt x="2738" y="3399"/>
                  </a:cubicBezTo>
                  <a:lnTo>
                    <a:pt x="2738" y="3406"/>
                  </a:lnTo>
                  <a:lnTo>
                    <a:pt x="2738" y="3719"/>
                  </a:lnTo>
                  <a:cubicBezTo>
                    <a:pt x="2738" y="3727"/>
                    <a:pt x="2734" y="3730"/>
                    <a:pt x="2734" y="3734"/>
                  </a:cubicBezTo>
                  <a:lnTo>
                    <a:pt x="2171" y="3952"/>
                  </a:lnTo>
                  <a:cubicBezTo>
                    <a:pt x="1826" y="4089"/>
                    <a:pt x="1601" y="4420"/>
                    <a:pt x="1598" y="4789"/>
                  </a:cubicBezTo>
                  <a:lnTo>
                    <a:pt x="1598" y="5933"/>
                  </a:lnTo>
                  <a:lnTo>
                    <a:pt x="430" y="5933"/>
                  </a:lnTo>
                  <a:lnTo>
                    <a:pt x="430" y="426"/>
                  </a:lnTo>
                  <a:lnTo>
                    <a:pt x="897" y="426"/>
                  </a:lnTo>
                  <a:cubicBezTo>
                    <a:pt x="1014" y="426"/>
                    <a:pt x="1112" y="331"/>
                    <a:pt x="1112" y="212"/>
                  </a:cubicBezTo>
                  <a:cubicBezTo>
                    <a:pt x="1112" y="95"/>
                    <a:pt x="1014" y="0"/>
                    <a:pt x="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4" name="Google Shape;22124;p91"/>
            <p:cNvSpPr/>
            <p:nvPr/>
          </p:nvSpPr>
          <p:spPr>
            <a:xfrm>
              <a:off x="2293943" y="2937262"/>
              <a:ext cx="379065" cy="278130"/>
            </a:xfrm>
            <a:custGeom>
              <a:rect b="b" l="l" r="r" t="t"/>
              <a:pathLst>
                <a:path extrusionOk="0" h="10686" w="14564">
                  <a:moveTo>
                    <a:pt x="13209" y="426"/>
                  </a:moveTo>
                  <a:cubicBezTo>
                    <a:pt x="13342" y="426"/>
                    <a:pt x="13452" y="535"/>
                    <a:pt x="13452" y="669"/>
                  </a:cubicBezTo>
                  <a:lnTo>
                    <a:pt x="13452" y="9124"/>
                  </a:lnTo>
                  <a:lnTo>
                    <a:pt x="12980" y="9124"/>
                  </a:lnTo>
                  <a:cubicBezTo>
                    <a:pt x="12695" y="9124"/>
                    <a:pt x="12695" y="9549"/>
                    <a:pt x="12980" y="9549"/>
                  </a:cubicBezTo>
                  <a:lnTo>
                    <a:pt x="14120" y="9549"/>
                  </a:lnTo>
                  <a:cubicBezTo>
                    <a:pt x="14127" y="9549"/>
                    <a:pt x="14134" y="9556"/>
                    <a:pt x="14134" y="9563"/>
                  </a:cubicBezTo>
                  <a:lnTo>
                    <a:pt x="14134" y="10021"/>
                  </a:lnTo>
                  <a:cubicBezTo>
                    <a:pt x="14134" y="10154"/>
                    <a:pt x="14025" y="10264"/>
                    <a:pt x="13891" y="10264"/>
                  </a:cubicBezTo>
                  <a:lnTo>
                    <a:pt x="665" y="10264"/>
                  </a:lnTo>
                  <a:cubicBezTo>
                    <a:pt x="532" y="10264"/>
                    <a:pt x="423" y="10154"/>
                    <a:pt x="423" y="10021"/>
                  </a:cubicBezTo>
                  <a:lnTo>
                    <a:pt x="423" y="9563"/>
                  </a:lnTo>
                  <a:cubicBezTo>
                    <a:pt x="423" y="9553"/>
                    <a:pt x="430" y="9546"/>
                    <a:pt x="440" y="9546"/>
                  </a:cubicBezTo>
                  <a:lnTo>
                    <a:pt x="12069" y="9546"/>
                  </a:lnTo>
                  <a:cubicBezTo>
                    <a:pt x="12185" y="9546"/>
                    <a:pt x="12280" y="9451"/>
                    <a:pt x="12280" y="9335"/>
                  </a:cubicBezTo>
                  <a:cubicBezTo>
                    <a:pt x="12280" y="9215"/>
                    <a:pt x="12185" y="9120"/>
                    <a:pt x="12069" y="9120"/>
                  </a:cubicBezTo>
                  <a:lnTo>
                    <a:pt x="1109" y="9120"/>
                  </a:lnTo>
                  <a:lnTo>
                    <a:pt x="1109" y="669"/>
                  </a:lnTo>
                  <a:cubicBezTo>
                    <a:pt x="1109" y="535"/>
                    <a:pt x="1218" y="426"/>
                    <a:pt x="1351" y="426"/>
                  </a:cubicBezTo>
                  <a:close/>
                  <a:moveTo>
                    <a:pt x="1351" y="0"/>
                  </a:moveTo>
                  <a:cubicBezTo>
                    <a:pt x="982" y="0"/>
                    <a:pt x="683" y="299"/>
                    <a:pt x="683" y="669"/>
                  </a:cubicBezTo>
                  <a:lnTo>
                    <a:pt x="683" y="9124"/>
                  </a:lnTo>
                  <a:lnTo>
                    <a:pt x="440" y="9124"/>
                  </a:lnTo>
                  <a:cubicBezTo>
                    <a:pt x="197" y="9124"/>
                    <a:pt x="0" y="9317"/>
                    <a:pt x="0" y="9563"/>
                  </a:cubicBezTo>
                  <a:lnTo>
                    <a:pt x="0" y="10017"/>
                  </a:lnTo>
                  <a:cubicBezTo>
                    <a:pt x="0" y="10387"/>
                    <a:pt x="299" y="10686"/>
                    <a:pt x="669" y="10686"/>
                  </a:cubicBezTo>
                  <a:lnTo>
                    <a:pt x="13895" y="10686"/>
                  </a:lnTo>
                  <a:cubicBezTo>
                    <a:pt x="14264" y="10686"/>
                    <a:pt x="14563" y="10387"/>
                    <a:pt x="14563" y="10017"/>
                  </a:cubicBezTo>
                  <a:lnTo>
                    <a:pt x="14563" y="9563"/>
                  </a:lnTo>
                  <a:cubicBezTo>
                    <a:pt x="14563" y="9319"/>
                    <a:pt x="14370" y="9124"/>
                    <a:pt x="14127" y="9124"/>
                  </a:cubicBezTo>
                  <a:cubicBezTo>
                    <a:pt x="14124" y="9124"/>
                    <a:pt x="14122" y="9124"/>
                    <a:pt x="14120" y="9124"/>
                  </a:cubicBezTo>
                  <a:lnTo>
                    <a:pt x="13877" y="9124"/>
                  </a:lnTo>
                  <a:lnTo>
                    <a:pt x="13877" y="669"/>
                  </a:lnTo>
                  <a:cubicBezTo>
                    <a:pt x="13877" y="299"/>
                    <a:pt x="13578" y="0"/>
                    <a:pt x="1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25" name="Google Shape;22125;p91"/>
          <p:cNvGrpSpPr/>
          <p:nvPr/>
        </p:nvGrpSpPr>
        <p:grpSpPr>
          <a:xfrm>
            <a:off x="2762829" y="2898611"/>
            <a:ext cx="378960" cy="355536"/>
            <a:chOff x="2762829" y="2898611"/>
            <a:chExt cx="378960" cy="355536"/>
          </a:xfrm>
        </p:grpSpPr>
        <p:sp>
          <p:nvSpPr>
            <p:cNvPr id="22126" name="Google Shape;22126;p91"/>
            <p:cNvSpPr/>
            <p:nvPr/>
          </p:nvSpPr>
          <p:spPr>
            <a:xfrm>
              <a:off x="2970060" y="2939813"/>
              <a:ext cx="166134" cy="173916"/>
            </a:xfrm>
            <a:custGeom>
              <a:rect b="b" l="l" r="r" t="t"/>
              <a:pathLst>
                <a:path extrusionOk="0" h="6682" w="6383">
                  <a:moveTo>
                    <a:pt x="683" y="1"/>
                  </a:moveTo>
                  <a:cubicBezTo>
                    <a:pt x="306" y="1"/>
                    <a:pt x="0" y="307"/>
                    <a:pt x="0" y="687"/>
                  </a:cubicBezTo>
                  <a:lnTo>
                    <a:pt x="0" y="4335"/>
                  </a:lnTo>
                  <a:cubicBezTo>
                    <a:pt x="0" y="4712"/>
                    <a:pt x="306" y="5018"/>
                    <a:pt x="683" y="5018"/>
                  </a:cubicBezTo>
                  <a:lnTo>
                    <a:pt x="1369" y="5018"/>
                  </a:lnTo>
                  <a:lnTo>
                    <a:pt x="989" y="6538"/>
                  </a:lnTo>
                  <a:cubicBezTo>
                    <a:pt x="970" y="6616"/>
                    <a:pt x="1031" y="6682"/>
                    <a:pt x="1101" y="6682"/>
                  </a:cubicBezTo>
                  <a:cubicBezTo>
                    <a:pt x="1122" y="6682"/>
                    <a:pt x="1144" y="6675"/>
                    <a:pt x="1165" y="6661"/>
                  </a:cubicBezTo>
                  <a:lnTo>
                    <a:pt x="3417" y="5022"/>
                  </a:lnTo>
                  <a:lnTo>
                    <a:pt x="5697" y="5022"/>
                  </a:lnTo>
                  <a:cubicBezTo>
                    <a:pt x="6077" y="5022"/>
                    <a:pt x="6383" y="4715"/>
                    <a:pt x="6383" y="4335"/>
                  </a:cubicBezTo>
                  <a:lnTo>
                    <a:pt x="6383" y="687"/>
                  </a:lnTo>
                  <a:cubicBezTo>
                    <a:pt x="6383" y="310"/>
                    <a:pt x="6077" y="4"/>
                    <a:pt x="570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7" name="Google Shape;22127;p91"/>
            <p:cNvSpPr/>
            <p:nvPr/>
          </p:nvSpPr>
          <p:spPr>
            <a:xfrm>
              <a:off x="3023442" y="2939813"/>
              <a:ext cx="59369" cy="118816"/>
            </a:xfrm>
            <a:custGeom>
              <a:rect b="b" l="l" r="r" t="t"/>
              <a:pathLst>
                <a:path extrusionOk="0" h="4565" w="2281">
                  <a:moveTo>
                    <a:pt x="1" y="1"/>
                  </a:moveTo>
                  <a:lnTo>
                    <a:pt x="1" y="3649"/>
                  </a:lnTo>
                  <a:cubicBezTo>
                    <a:pt x="1" y="4152"/>
                    <a:pt x="409" y="4561"/>
                    <a:pt x="912" y="4564"/>
                  </a:cubicBezTo>
                  <a:lnTo>
                    <a:pt x="1369" y="4564"/>
                  </a:lnTo>
                  <a:cubicBezTo>
                    <a:pt x="1872" y="4564"/>
                    <a:pt x="2281" y="4152"/>
                    <a:pt x="2281" y="3649"/>
                  </a:cubicBezTo>
                  <a:lnTo>
                    <a:pt x="228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8" name="Google Shape;22128;p91"/>
            <p:cNvSpPr/>
            <p:nvPr/>
          </p:nvSpPr>
          <p:spPr>
            <a:xfrm>
              <a:off x="3041297" y="2904285"/>
              <a:ext cx="23763" cy="94896"/>
            </a:xfrm>
            <a:custGeom>
              <a:rect b="b" l="l" r="r" t="t"/>
              <a:pathLst>
                <a:path extrusionOk="0" h="3646" w="913">
                  <a:moveTo>
                    <a:pt x="1" y="1"/>
                  </a:moveTo>
                  <a:lnTo>
                    <a:pt x="226" y="3646"/>
                  </a:lnTo>
                  <a:lnTo>
                    <a:pt x="683" y="3646"/>
                  </a:lnTo>
                  <a:lnTo>
                    <a:pt x="912"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9" name="Google Shape;22129;p91"/>
            <p:cNvSpPr/>
            <p:nvPr/>
          </p:nvSpPr>
          <p:spPr>
            <a:xfrm>
              <a:off x="3041219" y="3017010"/>
              <a:ext cx="23841" cy="23763"/>
            </a:xfrm>
            <a:custGeom>
              <a:rect b="b" l="l" r="r" t="t"/>
              <a:pathLst>
                <a:path extrusionOk="0" h="913" w="916">
                  <a:moveTo>
                    <a:pt x="458" y="1"/>
                  </a:moveTo>
                  <a:cubicBezTo>
                    <a:pt x="208" y="1"/>
                    <a:pt x="0" y="205"/>
                    <a:pt x="0" y="455"/>
                  </a:cubicBezTo>
                  <a:cubicBezTo>
                    <a:pt x="0" y="708"/>
                    <a:pt x="208" y="912"/>
                    <a:pt x="458" y="912"/>
                  </a:cubicBezTo>
                  <a:cubicBezTo>
                    <a:pt x="711" y="912"/>
                    <a:pt x="915" y="708"/>
                    <a:pt x="915" y="455"/>
                  </a:cubicBezTo>
                  <a:cubicBezTo>
                    <a:pt x="915" y="205"/>
                    <a:pt x="711" y="1"/>
                    <a:pt x="45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0" name="Google Shape;22130;p91"/>
            <p:cNvSpPr/>
            <p:nvPr/>
          </p:nvSpPr>
          <p:spPr>
            <a:xfrm>
              <a:off x="2768320" y="3165367"/>
              <a:ext cx="201765" cy="83080"/>
            </a:xfrm>
            <a:custGeom>
              <a:rect b="b" l="l" r="r" t="t"/>
              <a:pathLst>
                <a:path extrusionOk="0" h="3192" w="7752">
                  <a:moveTo>
                    <a:pt x="2509" y="1"/>
                  </a:moveTo>
                  <a:lnTo>
                    <a:pt x="602" y="694"/>
                  </a:lnTo>
                  <a:cubicBezTo>
                    <a:pt x="239" y="824"/>
                    <a:pt x="0" y="1169"/>
                    <a:pt x="0" y="1552"/>
                  </a:cubicBezTo>
                  <a:lnTo>
                    <a:pt x="0" y="3192"/>
                  </a:lnTo>
                  <a:lnTo>
                    <a:pt x="7751" y="3192"/>
                  </a:lnTo>
                  <a:lnTo>
                    <a:pt x="7751" y="1552"/>
                  </a:lnTo>
                  <a:cubicBezTo>
                    <a:pt x="7751" y="1169"/>
                    <a:pt x="7512" y="824"/>
                    <a:pt x="7150" y="694"/>
                  </a:cubicBezTo>
                  <a:lnTo>
                    <a:pt x="5246" y="1"/>
                  </a:lnTo>
                  <a:lnTo>
                    <a:pt x="3878" y="458"/>
                  </a:lnTo>
                  <a:lnTo>
                    <a:pt x="2509"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1" name="Google Shape;22131;p91"/>
            <p:cNvSpPr/>
            <p:nvPr/>
          </p:nvSpPr>
          <p:spPr>
            <a:xfrm>
              <a:off x="2934428" y="3189547"/>
              <a:ext cx="35658" cy="58900"/>
            </a:xfrm>
            <a:custGeom>
              <a:rect b="b" l="l" r="r" t="t"/>
              <a:pathLst>
                <a:path extrusionOk="0" h="2263" w="1370">
                  <a:moveTo>
                    <a:pt x="1123" y="1"/>
                  </a:moveTo>
                  <a:lnTo>
                    <a:pt x="268" y="856"/>
                  </a:lnTo>
                  <a:cubicBezTo>
                    <a:pt x="96" y="1028"/>
                    <a:pt x="1" y="1260"/>
                    <a:pt x="1" y="1503"/>
                  </a:cubicBezTo>
                  <a:lnTo>
                    <a:pt x="1" y="2263"/>
                  </a:lnTo>
                  <a:lnTo>
                    <a:pt x="1369" y="2263"/>
                  </a:lnTo>
                  <a:lnTo>
                    <a:pt x="1369" y="623"/>
                  </a:lnTo>
                  <a:cubicBezTo>
                    <a:pt x="1369" y="391"/>
                    <a:pt x="1281" y="169"/>
                    <a:pt x="1123"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2" name="Google Shape;22132;p91"/>
            <p:cNvSpPr/>
            <p:nvPr/>
          </p:nvSpPr>
          <p:spPr>
            <a:xfrm>
              <a:off x="2803848" y="2981483"/>
              <a:ext cx="130606" cy="95000"/>
            </a:xfrm>
            <a:custGeom>
              <a:rect b="b" l="l" r="r" t="t"/>
              <a:pathLst>
                <a:path extrusionOk="0" h="3650" w="5018">
                  <a:moveTo>
                    <a:pt x="1826" y="1"/>
                  </a:moveTo>
                  <a:cubicBezTo>
                    <a:pt x="817" y="1"/>
                    <a:pt x="0" y="817"/>
                    <a:pt x="0" y="1823"/>
                  </a:cubicBezTo>
                  <a:lnTo>
                    <a:pt x="0" y="2365"/>
                  </a:lnTo>
                  <a:cubicBezTo>
                    <a:pt x="0" y="2611"/>
                    <a:pt x="39" y="2854"/>
                    <a:pt x="116" y="3086"/>
                  </a:cubicBezTo>
                  <a:lnTo>
                    <a:pt x="194" y="3315"/>
                  </a:lnTo>
                  <a:cubicBezTo>
                    <a:pt x="215" y="3385"/>
                    <a:pt x="229" y="3456"/>
                    <a:pt x="229" y="3530"/>
                  </a:cubicBezTo>
                  <a:lnTo>
                    <a:pt x="229" y="3649"/>
                  </a:lnTo>
                  <a:lnTo>
                    <a:pt x="4789" y="3649"/>
                  </a:lnTo>
                  <a:lnTo>
                    <a:pt x="4789" y="3530"/>
                  </a:lnTo>
                  <a:cubicBezTo>
                    <a:pt x="4789" y="3456"/>
                    <a:pt x="4803" y="3385"/>
                    <a:pt x="4824" y="3315"/>
                  </a:cubicBezTo>
                  <a:lnTo>
                    <a:pt x="4902" y="3086"/>
                  </a:lnTo>
                  <a:cubicBezTo>
                    <a:pt x="4979" y="2854"/>
                    <a:pt x="5018" y="2611"/>
                    <a:pt x="5018" y="2365"/>
                  </a:cubicBezTo>
                  <a:lnTo>
                    <a:pt x="5018" y="454"/>
                  </a:lnTo>
                  <a:cubicBezTo>
                    <a:pt x="5018" y="205"/>
                    <a:pt x="4814" y="1"/>
                    <a:pt x="456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3" name="Google Shape;22133;p91"/>
            <p:cNvSpPr/>
            <p:nvPr/>
          </p:nvSpPr>
          <p:spPr>
            <a:xfrm>
              <a:off x="2833519" y="2981405"/>
              <a:ext cx="100935" cy="94974"/>
            </a:xfrm>
            <a:custGeom>
              <a:rect b="b" l="l" r="r" t="t"/>
              <a:pathLst>
                <a:path extrusionOk="0" h="3649" w="3878">
                  <a:moveTo>
                    <a:pt x="929" y="0"/>
                  </a:moveTo>
                  <a:cubicBezTo>
                    <a:pt x="415" y="0"/>
                    <a:pt x="0" y="415"/>
                    <a:pt x="0" y="925"/>
                  </a:cubicBezTo>
                  <a:cubicBezTo>
                    <a:pt x="0" y="1439"/>
                    <a:pt x="415" y="1854"/>
                    <a:pt x="926" y="1854"/>
                  </a:cubicBezTo>
                  <a:lnTo>
                    <a:pt x="1056" y="1854"/>
                  </a:lnTo>
                  <a:lnTo>
                    <a:pt x="1119" y="3649"/>
                  </a:lnTo>
                  <a:lnTo>
                    <a:pt x="3649" y="3649"/>
                  </a:lnTo>
                  <a:lnTo>
                    <a:pt x="3649" y="3533"/>
                  </a:lnTo>
                  <a:cubicBezTo>
                    <a:pt x="3649" y="3459"/>
                    <a:pt x="3663" y="3385"/>
                    <a:pt x="3684" y="3314"/>
                  </a:cubicBezTo>
                  <a:lnTo>
                    <a:pt x="3762" y="3086"/>
                  </a:lnTo>
                  <a:cubicBezTo>
                    <a:pt x="3839" y="2854"/>
                    <a:pt x="3878" y="2611"/>
                    <a:pt x="3878" y="2364"/>
                  </a:cubicBezTo>
                  <a:lnTo>
                    <a:pt x="3878" y="454"/>
                  </a:lnTo>
                  <a:cubicBezTo>
                    <a:pt x="3878" y="204"/>
                    <a:pt x="3674" y="0"/>
                    <a:pt x="342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4" name="Google Shape;22134;p91"/>
            <p:cNvSpPr/>
            <p:nvPr/>
          </p:nvSpPr>
          <p:spPr>
            <a:xfrm>
              <a:off x="2833519" y="3123801"/>
              <a:ext cx="71263" cy="53513"/>
            </a:xfrm>
            <a:custGeom>
              <a:rect b="b" l="l" r="r" t="t"/>
              <a:pathLst>
                <a:path extrusionOk="0" h="2056" w="2738">
                  <a:moveTo>
                    <a:pt x="0" y="0"/>
                  </a:moveTo>
                  <a:lnTo>
                    <a:pt x="0" y="2055"/>
                  </a:lnTo>
                  <a:lnTo>
                    <a:pt x="2738" y="2055"/>
                  </a:lnTo>
                  <a:lnTo>
                    <a:pt x="2738"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5" name="Google Shape;22135;p91"/>
            <p:cNvSpPr/>
            <p:nvPr/>
          </p:nvSpPr>
          <p:spPr>
            <a:xfrm>
              <a:off x="2833519" y="3123879"/>
              <a:ext cx="71263" cy="35580"/>
            </a:xfrm>
            <a:custGeom>
              <a:rect b="b" l="l" r="r" t="t"/>
              <a:pathLst>
                <a:path extrusionOk="0" h="1367" w="2738">
                  <a:moveTo>
                    <a:pt x="0" y="1"/>
                  </a:moveTo>
                  <a:lnTo>
                    <a:pt x="0" y="1032"/>
                  </a:lnTo>
                  <a:cubicBezTo>
                    <a:pt x="430" y="1255"/>
                    <a:pt x="899" y="1367"/>
                    <a:pt x="1369" y="1367"/>
                  </a:cubicBezTo>
                  <a:cubicBezTo>
                    <a:pt x="1839" y="1367"/>
                    <a:pt x="2308" y="1255"/>
                    <a:pt x="2738" y="1032"/>
                  </a:cubicBezTo>
                  <a:lnTo>
                    <a:pt x="2738"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6" name="Google Shape;22136;p91"/>
            <p:cNvSpPr/>
            <p:nvPr/>
          </p:nvSpPr>
          <p:spPr>
            <a:xfrm>
              <a:off x="2821599" y="3155503"/>
              <a:ext cx="47552" cy="42425"/>
            </a:xfrm>
            <a:custGeom>
              <a:rect b="b" l="l" r="r" t="t"/>
              <a:pathLst>
                <a:path extrusionOk="0" h="1630" w="1827">
                  <a:moveTo>
                    <a:pt x="404" y="1"/>
                  </a:moveTo>
                  <a:cubicBezTo>
                    <a:pt x="320" y="1"/>
                    <a:pt x="238" y="47"/>
                    <a:pt x="198" y="130"/>
                  </a:cubicBezTo>
                  <a:lnTo>
                    <a:pt x="1" y="545"/>
                  </a:lnTo>
                  <a:lnTo>
                    <a:pt x="757" y="1541"/>
                  </a:lnTo>
                  <a:cubicBezTo>
                    <a:pt x="803" y="1599"/>
                    <a:pt x="870" y="1630"/>
                    <a:pt x="937" y="1630"/>
                  </a:cubicBezTo>
                  <a:cubicBezTo>
                    <a:pt x="995" y="1630"/>
                    <a:pt x="1053" y="1607"/>
                    <a:pt x="1099" y="1562"/>
                  </a:cubicBezTo>
                  <a:lnTo>
                    <a:pt x="1827" y="837"/>
                  </a:lnTo>
                  <a:lnTo>
                    <a:pt x="525" y="35"/>
                  </a:lnTo>
                  <a:cubicBezTo>
                    <a:pt x="487" y="12"/>
                    <a:pt x="445" y="1"/>
                    <a:pt x="40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7" name="Google Shape;22137;p91"/>
            <p:cNvSpPr/>
            <p:nvPr/>
          </p:nvSpPr>
          <p:spPr>
            <a:xfrm>
              <a:off x="2869125" y="3155503"/>
              <a:ext cx="47578" cy="42425"/>
            </a:xfrm>
            <a:custGeom>
              <a:rect b="b" l="l" r="r" t="t"/>
              <a:pathLst>
                <a:path extrusionOk="0" h="1630" w="1828">
                  <a:moveTo>
                    <a:pt x="1424" y="1"/>
                  </a:moveTo>
                  <a:cubicBezTo>
                    <a:pt x="1383" y="1"/>
                    <a:pt x="1341" y="12"/>
                    <a:pt x="1303" y="35"/>
                  </a:cubicBezTo>
                  <a:lnTo>
                    <a:pt x="1" y="837"/>
                  </a:lnTo>
                  <a:lnTo>
                    <a:pt x="729" y="1562"/>
                  </a:lnTo>
                  <a:cubicBezTo>
                    <a:pt x="775" y="1607"/>
                    <a:pt x="833" y="1630"/>
                    <a:pt x="891" y="1630"/>
                  </a:cubicBezTo>
                  <a:cubicBezTo>
                    <a:pt x="958" y="1630"/>
                    <a:pt x="1025" y="1599"/>
                    <a:pt x="1071" y="1541"/>
                  </a:cubicBezTo>
                  <a:lnTo>
                    <a:pt x="1827" y="545"/>
                  </a:lnTo>
                  <a:lnTo>
                    <a:pt x="1630" y="130"/>
                  </a:lnTo>
                  <a:cubicBezTo>
                    <a:pt x="1590" y="47"/>
                    <a:pt x="1508" y="1"/>
                    <a:pt x="142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8" name="Google Shape;22138;p91"/>
            <p:cNvSpPr/>
            <p:nvPr/>
          </p:nvSpPr>
          <p:spPr>
            <a:xfrm>
              <a:off x="2809808" y="3029504"/>
              <a:ext cx="118685" cy="112179"/>
            </a:xfrm>
            <a:custGeom>
              <a:rect b="b" l="l" r="r" t="t"/>
              <a:pathLst>
                <a:path extrusionOk="0" h="4310" w="4560">
                  <a:moveTo>
                    <a:pt x="1941" y="1"/>
                  </a:moveTo>
                  <a:cubicBezTo>
                    <a:pt x="1227" y="1"/>
                    <a:pt x="686" y="203"/>
                    <a:pt x="686" y="203"/>
                  </a:cubicBezTo>
                  <a:lnTo>
                    <a:pt x="686" y="977"/>
                  </a:lnTo>
                  <a:cubicBezTo>
                    <a:pt x="683" y="1206"/>
                    <a:pt x="570" y="1421"/>
                    <a:pt x="380" y="1547"/>
                  </a:cubicBezTo>
                  <a:lnTo>
                    <a:pt x="0" y="1801"/>
                  </a:lnTo>
                  <a:lnTo>
                    <a:pt x="0" y="2029"/>
                  </a:lnTo>
                  <a:cubicBezTo>
                    <a:pt x="0" y="3289"/>
                    <a:pt x="1020" y="4309"/>
                    <a:pt x="2280" y="4309"/>
                  </a:cubicBezTo>
                  <a:cubicBezTo>
                    <a:pt x="3540" y="4309"/>
                    <a:pt x="4560" y="3289"/>
                    <a:pt x="4560" y="2029"/>
                  </a:cubicBezTo>
                  <a:lnTo>
                    <a:pt x="4560" y="1801"/>
                  </a:lnTo>
                  <a:lnTo>
                    <a:pt x="4183" y="1547"/>
                  </a:lnTo>
                  <a:cubicBezTo>
                    <a:pt x="3990" y="1421"/>
                    <a:pt x="3877" y="1206"/>
                    <a:pt x="3877" y="977"/>
                  </a:cubicBezTo>
                  <a:lnTo>
                    <a:pt x="3877" y="661"/>
                  </a:lnTo>
                  <a:cubicBezTo>
                    <a:pt x="3255" y="142"/>
                    <a:pt x="2538" y="1"/>
                    <a:pt x="19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9" name="Google Shape;22139;p91"/>
            <p:cNvSpPr/>
            <p:nvPr/>
          </p:nvSpPr>
          <p:spPr>
            <a:xfrm>
              <a:off x="2768216" y="3189547"/>
              <a:ext cx="35658" cy="58900"/>
            </a:xfrm>
            <a:custGeom>
              <a:rect b="b" l="l" r="r" t="t"/>
              <a:pathLst>
                <a:path extrusionOk="0" h="2263" w="1370">
                  <a:moveTo>
                    <a:pt x="247" y="1"/>
                  </a:moveTo>
                  <a:cubicBezTo>
                    <a:pt x="89" y="169"/>
                    <a:pt x="1" y="391"/>
                    <a:pt x="1" y="623"/>
                  </a:cubicBezTo>
                  <a:lnTo>
                    <a:pt x="1" y="2263"/>
                  </a:lnTo>
                  <a:lnTo>
                    <a:pt x="1369" y="2263"/>
                  </a:lnTo>
                  <a:lnTo>
                    <a:pt x="1369" y="1503"/>
                  </a:lnTo>
                  <a:cubicBezTo>
                    <a:pt x="1369" y="1260"/>
                    <a:pt x="1274" y="1028"/>
                    <a:pt x="1102" y="856"/>
                  </a:cubicBezTo>
                  <a:lnTo>
                    <a:pt x="247"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0" name="Google Shape;22140;p91"/>
            <p:cNvSpPr/>
            <p:nvPr/>
          </p:nvSpPr>
          <p:spPr>
            <a:xfrm>
              <a:off x="2809808" y="3029504"/>
              <a:ext cx="100935" cy="111632"/>
            </a:xfrm>
            <a:custGeom>
              <a:rect b="b" l="l" r="r" t="t"/>
              <a:pathLst>
                <a:path extrusionOk="0" h="4289" w="3878">
                  <a:moveTo>
                    <a:pt x="1940" y="1"/>
                  </a:moveTo>
                  <a:cubicBezTo>
                    <a:pt x="1225" y="1"/>
                    <a:pt x="683" y="203"/>
                    <a:pt x="683" y="203"/>
                  </a:cubicBezTo>
                  <a:lnTo>
                    <a:pt x="683" y="977"/>
                  </a:lnTo>
                  <a:cubicBezTo>
                    <a:pt x="683" y="1206"/>
                    <a:pt x="570" y="1421"/>
                    <a:pt x="380" y="1547"/>
                  </a:cubicBezTo>
                  <a:lnTo>
                    <a:pt x="0" y="1801"/>
                  </a:lnTo>
                  <a:lnTo>
                    <a:pt x="0" y="2029"/>
                  </a:lnTo>
                  <a:cubicBezTo>
                    <a:pt x="0" y="3180"/>
                    <a:pt x="859" y="4151"/>
                    <a:pt x="2006" y="4288"/>
                  </a:cubicBezTo>
                  <a:cubicBezTo>
                    <a:pt x="1594" y="3866"/>
                    <a:pt x="1369" y="3300"/>
                    <a:pt x="1369" y="2712"/>
                  </a:cubicBezTo>
                  <a:lnTo>
                    <a:pt x="1369" y="1206"/>
                  </a:lnTo>
                  <a:cubicBezTo>
                    <a:pt x="1369" y="974"/>
                    <a:pt x="1541" y="780"/>
                    <a:pt x="1770" y="752"/>
                  </a:cubicBezTo>
                  <a:cubicBezTo>
                    <a:pt x="1949" y="729"/>
                    <a:pt x="2176" y="710"/>
                    <a:pt x="2428" y="710"/>
                  </a:cubicBezTo>
                  <a:cubicBezTo>
                    <a:pt x="2875" y="710"/>
                    <a:pt x="3401" y="770"/>
                    <a:pt x="3877" y="977"/>
                  </a:cubicBezTo>
                  <a:lnTo>
                    <a:pt x="3877" y="661"/>
                  </a:lnTo>
                  <a:cubicBezTo>
                    <a:pt x="3255" y="142"/>
                    <a:pt x="2537" y="1"/>
                    <a:pt x="194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1" name="Google Shape;22141;p91"/>
            <p:cNvSpPr/>
            <p:nvPr/>
          </p:nvSpPr>
          <p:spPr>
            <a:xfrm>
              <a:off x="2822067" y="3026250"/>
              <a:ext cx="96614" cy="31910"/>
            </a:xfrm>
            <a:custGeom>
              <a:rect b="b" l="l" r="r" t="t"/>
              <a:pathLst>
                <a:path extrusionOk="0" h="1226" w="3712">
                  <a:moveTo>
                    <a:pt x="1465" y="0"/>
                  </a:moveTo>
                  <a:cubicBezTo>
                    <a:pt x="1027" y="0"/>
                    <a:pt x="631" y="46"/>
                    <a:pt x="373" y="86"/>
                  </a:cubicBezTo>
                  <a:cubicBezTo>
                    <a:pt x="159" y="117"/>
                    <a:pt x="0" y="304"/>
                    <a:pt x="0" y="522"/>
                  </a:cubicBezTo>
                  <a:lnTo>
                    <a:pt x="0" y="1014"/>
                  </a:lnTo>
                  <a:cubicBezTo>
                    <a:pt x="0" y="1131"/>
                    <a:pt x="95" y="1226"/>
                    <a:pt x="215" y="1226"/>
                  </a:cubicBezTo>
                  <a:cubicBezTo>
                    <a:pt x="331" y="1226"/>
                    <a:pt x="426" y="1131"/>
                    <a:pt x="426" y="1014"/>
                  </a:cubicBezTo>
                  <a:lnTo>
                    <a:pt x="426" y="522"/>
                  </a:lnTo>
                  <a:cubicBezTo>
                    <a:pt x="426" y="515"/>
                    <a:pt x="430" y="508"/>
                    <a:pt x="437" y="508"/>
                  </a:cubicBezTo>
                  <a:cubicBezTo>
                    <a:pt x="773" y="457"/>
                    <a:pt x="1110" y="430"/>
                    <a:pt x="1447" y="430"/>
                  </a:cubicBezTo>
                  <a:cubicBezTo>
                    <a:pt x="1572" y="430"/>
                    <a:pt x="1698" y="433"/>
                    <a:pt x="1823" y="441"/>
                  </a:cubicBezTo>
                  <a:cubicBezTo>
                    <a:pt x="2488" y="483"/>
                    <a:pt x="2970" y="652"/>
                    <a:pt x="3255" y="937"/>
                  </a:cubicBezTo>
                  <a:cubicBezTo>
                    <a:pt x="3302" y="983"/>
                    <a:pt x="3355" y="1003"/>
                    <a:pt x="3405" y="1003"/>
                  </a:cubicBezTo>
                  <a:cubicBezTo>
                    <a:pt x="3571" y="1003"/>
                    <a:pt x="3712" y="789"/>
                    <a:pt x="3558" y="634"/>
                  </a:cubicBezTo>
                  <a:cubicBezTo>
                    <a:pt x="3053" y="129"/>
                    <a:pt x="2201"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2" name="Google Shape;22142;p91"/>
            <p:cNvSpPr/>
            <p:nvPr/>
          </p:nvSpPr>
          <p:spPr>
            <a:xfrm>
              <a:off x="2762829" y="2975809"/>
              <a:ext cx="212827" cy="278338"/>
            </a:xfrm>
            <a:custGeom>
              <a:rect b="b" l="l" r="r" t="t"/>
              <a:pathLst>
                <a:path extrusionOk="0" h="10694" w="8177">
                  <a:moveTo>
                    <a:pt x="6383" y="430"/>
                  </a:moveTo>
                  <a:lnTo>
                    <a:pt x="6383" y="2495"/>
                  </a:lnTo>
                  <a:cubicBezTo>
                    <a:pt x="6383" y="2808"/>
                    <a:pt x="6312" y="3114"/>
                    <a:pt x="6175" y="3392"/>
                  </a:cubicBezTo>
                  <a:cubicBezTo>
                    <a:pt x="6161" y="3420"/>
                    <a:pt x="6154" y="3452"/>
                    <a:pt x="6154" y="3487"/>
                  </a:cubicBezTo>
                  <a:lnTo>
                    <a:pt x="6154" y="4092"/>
                  </a:lnTo>
                  <a:cubicBezTo>
                    <a:pt x="6154" y="5243"/>
                    <a:pt x="5220" y="6162"/>
                    <a:pt x="4085" y="6162"/>
                  </a:cubicBezTo>
                  <a:cubicBezTo>
                    <a:pt x="4039" y="6162"/>
                    <a:pt x="3994" y="6161"/>
                    <a:pt x="3948" y="6158"/>
                  </a:cubicBezTo>
                  <a:cubicBezTo>
                    <a:pt x="2868" y="6084"/>
                    <a:pt x="2020" y="5144"/>
                    <a:pt x="2020" y="4015"/>
                  </a:cubicBezTo>
                  <a:lnTo>
                    <a:pt x="2020" y="3487"/>
                  </a:lnTo>
                  <a:cubicBezTo>
                    <a:pt x="2020" y="3452"/>
                    <a:pt x="2013" y="3420"/>
                    <a:pt x="1999" y="3392"/>
                  </a:cubicBezTo>
                  <a:cubicBezTo>
                    <a:pt x="1861" y="3114"/>
                    <a:pt x="1791" y="2808"/>
                    <a:pt x="1791" y="2495"/>
                  </a:cubicBezTo>
                  <a:lnTo>
                    <a:pt x="1791" y="2041"/>
                  </a:lnTo>
                  <a:cubicBezTo>
                    <a:pt x="1791" y="1151"/>
                    <a:pt x="2512" y="430"/>
                    <a:pt x="3402" y="430"/>
                  </a:cubicBezTo>
                  <a:close/>
                  <a:moveTo>
                    <a:pt x="2931" y="6295"/>
                  </a:moveTo>
                  <a:cubicBezTo>
                    <a:pt x="3237" y="6460"/>
                    <a:pt x="3575" y="6559"/>
                    <a:pt x="3920" y="6580"/>
                  </a:cubicBezTo>
                  <a:cubicBezTo>
                    <a:pt x="3976" y="6583"/>
                    <a:pt x="4032" y="6587"/>
                    <a:pt x="4089" y="6587"/>
                  </a:cubicBezTo>
                  <a:cubicBezTo>
                    <a:pt x="4490" y="6587"/>
                    <a:pt x="4887" y="6488"/>
                    <a:pt x="5243" y="6302"/>
                  </a:cubicBezTo>
                  <a:lnTo>
                    <a:pt x="5243" y="6693"/>
                  </a:lnTo>
                  <a:lnTo>
                    <a:pt x="4089" y="7484"/>
                  </a:lnTo>
                  <a:lnTo>
                    <a:pt x="2931" y="6693"/>
                  </a:lnTo>
                  <a:lnTo>
                    <a:pt x="2931" y="6295"/>
                  </a:lnTo>
                  <a:close/>
                  <a:moveTo>
                    <a:pt x="2748" y="7083"/>
                  </a:moveTo>
                  <a:lnTo>
                    <a:pt x="3754" y="7773"/>
                  </a:lnTo>
                  <a:lnTo>
                    <a:pt x="3219" y="8308"/>
                  </a:lnTo>
                  <a:cubicBezTo>
                    <a:pt x="3216" y="8311"/>
                    <a:pt x="3212" y="8311"/>
                    <a:pt x="3209" y="8311"/>
                  </a:cubicBezTo>
                  <a:cubicBezTo>
                    <a:pt x="3202" y="8311"/>
                    <a:pt x="3198" y="8308"/>
                    <a:pt x="3198" y="8304"/>
                  </a:cubicBezTo>
                  <a:lnTo>
                    <a:pt x="2533" y="7308"/>
                  </a:lnTo>
                  <a:lnTo>
                    <a:pt x="2748" y="7083"/>
                  </a:lnTo>
                  <a:close/>
                  <a:moveTo>
                    <a:pt x="5426" y="7087"/>
                  </a:moveTo>
                  <a:lnTo>
                    <a:pt x="5640" y="7308"/>
                  </a:lnTo>
                  <a:lnTo>
                    <a:pt x="4975" y="8304"/>
                  </a:lnTo>
                  <a:cubicBezTo>
                    <a:pt x="4972" y="8308"/>
                    <a:pt x="4968" y="8311"/>
                    <a:pt x="4965" y="8311"/>
                  </a:cubicBezTo>
                  <a:cubicBezTo>
                    <a:pt x="4961" y="8311"/>
                    <a:pt x="4954" y="8311"/>
                    <a:pt x="4954" y="8308"/>
                  </a:cubicBezTo>
                  <a:lnTo>
                    <a:pt x="4419" y="7773"/>
                  </a:lnTo>
                  <a:lnTo>
                    <a:pt x="5426" y="7087"/>
                  </a:lnTo>
                  <a:close/>
                  <a:moveTo>
                    <a:pt x="3406" y="0"/>
                  </a:moveTo>
                  <a:cubicBezTo>
                    <a:pt x="2280" y="0"/>
                    <a:pt x="1369" y="915"/>
                    <a:pt x="1365" y="2038"/>
                  </a:cubicBezTo>
                  <a:lnTo>
                    <a:pt x="1365" y="2495"/>
                  </a:lnTo>
                  <a:cubicBezTo>
                    <a:pt x="1365" y="2854"/>
                    <a:pt x="1443" y="3206"/>
                    <a:pt x="1594" y="3533"/>
                  </a:cubicBezTo>
                  <a:lnTo>
                    <a:pt x="1594" y="4015"/>
                  </a:lnTo>
                  <a:cubicBezTo>
                    <a:pt x="1590" y="4782"/>
                    <a:pt x="1925" y="5507"/>
                    <a:pt x="2509" y="6006"/>
                  </a:cubicBezTo>
                  <a:lnTo>
                    <a:pt x="2509" y="6724"/>
                  </a:lnTo>
                  <a:lnTo>
                    <a:pt x="2111" y="7139"/>
                  </a:lnTo>
                  <a:cubicBezTo>
                    <a:pt x="2069" y="7185"/>
                    <a:pt x="2048" y="7245"/>
                    <a:pt x="2055" y="7305"/>
                  </a:cubicBezTo>
                  <a:lnTo>
                    <a:pt x="739" y="7780"/>
                  </a:lnTo>
                  <a:cubicBezTo>
                    <a:pt x="296" y="7942"/>
                    <a:pt x="0" y="8367"/>
                    <a:pt x="0" y="8839"/>
                  </a:cubicBezTo>
                  <a:lnTo>
                    <a:pt x="0" y="10482"/>
                  </a:lnTo>
                  <a:cubicBezTo>
                    <a:pt x="0" y="10598"/>
                    <a:pt x="95" y="10693"/>
                    <a:pt x="211" y="10693"/>
                  </a:cubicBezTo>
                  <a:cubicBezTo>
                    <a:pt x="331" y="10693"/>
                    <a:pt x="426" y="10598"/>
                    <a:pt x="426" y="10482"/>
                  </a:cubicBezTo>
                  <a:lnTo>
                    <a:pt x="426" y="8839"/>
                  </a:lnTo>
                  <a:cubicBezTo>
                    <a:pt x="426" y="8547"/>
                    <a:pt x="609" y="8283"/>
                    <a:pt x="887" y="8181"/>
                  </a:cubicBezTo>
                  <a:lnTo>
                    <a:pt x="2269" y="7678"/>
                  </a:lnTo>
                  <a:lnTo>
                    <a:pt x="2846" y="8543"/>
                  </a:lnTo>
                  <a:cubicBezTo>
                    <a:pt x="2920" y="8652"/>
                    <a:pt x="3036" y="8723"/>
                    <a:pt x="3170" y="8737"/>
                  </a:cubicBezTo>
                  <a:lnTo>
                    <a:pt x="3212" y="8737"/>
                  </a:lnTo>
                  <a:cubicBezTo>
                    <a:pt x="3329" y="8737"/>
                    <a:pt x="3438" y="8691"/>
                    <a:pt x="3522" y="8610"/>
                  </a:cubicBezTo>
                  <a:lnTo>
                    <a:pt x="3874" y="8258"/>
                  </a:lnTo>
                  <a:lnTo>
                    <a:pt x="3874" y="10478"/>
                  </a:lnTo>
                  <a:cubicBezTo>
                    <a:pt x="3874" y="10598"/>
                    <a:pt x="3969" y="10693"/>
                    <a:pt x="4085" y="10693"/>
                  </a:cubicBezTo>
                  <a:cubicBezTo>
                    <a:pt x="4205" y="10693"/>
                    <a:pt x="4300" y="10598"/>
                    <a:pt x="4300" y="10478"/>
                  </a:cubicBezTo>
                  <a:lnTo>
                    <a:pt x="4300" y="8258"/>
                  </a:lnTo>
                  <a:lnTo>
                    <a:pt x="4651" y="8610"/>
                  </a:lnTo>
                  <a:cubicBezTo>
                    <a:pt x="4738" y="8697"/>
                    <a:pt x="4851" y="8739"/>
                    <a:pt x="4962" y="8739"/>
                  </a:cubicBezTo>
                  <a:cubicBezTo>
                    <a:pt x="5104" y="8739"/>
                    <a:pt x="5244" y="8671"/>
                    <a:pt x="5331" y="8540"/>
                  </a:cubicBezTo>
                  <a:lnTo>
                    <a:pt x="5908" y="7678"/>
                  </a:lnTo>
                  <a:lnTo>
                    <a:pt x="7290" y="8181"/>
                  </a:lnTo>
                  <a:cubicBezTo>
                    <a:pt x="7565" y="8283"/>
                    <a:pt x="7748" y="8543"/>
                    <a:pt x="7751" y="8839"/>
                  </a:cubicBezTo>
                  <a:lnTo>
                    <a:pt x="7751" y="10478"/>
                  </a:lnTo>
                  <a:cubicBezTo>
                    <a:pt x="7751" y="10598"/>
                    <a:pt x="7846" y="10693"/>
                    <a:pt x="7962" y="10693"/>
                  </a:cubicBezTo>
                  <a:cubicBezTo>
                    <a:pt x="8082" y="10693"/>
                    <a:pt x="8177" y="10598"/>
                    <a:pt x="8177" y="10478"/>
                  </a:cubicBezTo>
                  <a:lnTo>
                    <a:pt x="8177" y="8839"/>
                  </a:lnTo>
                  <a:cubicBezTo>
                    <a:pt x="8177" y="8364"/>
                    <a:pt x="7881" y="7942"/>
                    <a:pt x="7438" y="7780"/>
                  </a:cubicBezTo>
                  <a:lnTo>
                    <a:pt x="6126" y="7301"/>
                  </a:lnTo>
                  <a:cubicBezTo>
                    <a:pt x="6129" y="7241"/>
                    <a:pt x="6108" y="7182"/>
                    <a:pt x="6066" y="7139"/>
                  </a:cubicBezTo>
                  <a:lnTo>
                    <a:pt x="5672" y="6721"/>
                  </a:lnTo>
                  <a:lnTo>
                    <a:pt x="5672" y="6021"/>
                  </a:lnTo>
                  <a:cubicBezTo>
                    <a:pt x="5714" y="5985"/>
                    <a:pt x="5753" y="5950"/>
                    <a:pt x="5795" y="5911"/>
                  </a:cubicBezTo>
                  <a:cubicBezTo>
                    <a:pt x="6295" y="5440"/>
                    <a:pt x="6583" y="4782"/>
                    <a:pt x="6583" y="4092"/>
                  </a:cubicBezTo>
                  <a:lnTo>
                    <a:pt x="6583" y="3533"/>
                  </a:lnTo>
                  <a:cubicBezTo>
                    <a:pt x="6734" y="3206"/>
                    <a:pt x="6812" y="2854"/>
                    <a:pt x="6812" y="2495"/>
                  </a:cubicBezTo>
                  <a:lnTo>
                    <a:pt x="6812" y="215"/>
                  </a:lnTo>
                  <a:cubicBezTo>
                    <a:pt x="6812" y="95"/>
                    <a:pt x="6717" y="0"/>
                    <a:pt x="6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3" name="Google Shape;22143;p91"/>
            <p:cNvSpPr/>
            <p:nvPr/>
          </p:nvSpPr>
          <p:spPr>
            <a:xfrm>
              <a:off x="2798356" y="3219218"/>
              <a:ext cx="11088" cy="34929"/>
            </a:xfrm>
            <a:custGeom>
              <a:rect b="b" l="l" r="r" t="t"/>
              <a:pathLst>
                <a:path extrusionOk="0" h="1342" w="426">
                  <a:moveTo>
                    <a:pt x="211" y="1"/>
                  </a:moveTo>
                  <a:cubicBezTo>
                    <a:pt x="95" y="1"/>
                    <a:pt x="0" y="96"/>
                    <a:pt x="0" y="215"/>
                  </a:cubicBezTo>
                  <a:lnTo>
                    <a:pt x="0" y="1126"/>
                  </a:lnTo>
                  <a:cubicBezTo>
                    <a:pt x="0" y="1246"/>
                    <a:pt x="95" y="1341"/>
                    <a:pt x="211" y="1341"/>
                  </a:cubicBezTo>
                  <a:cubicBezTo>
                    <a:pt x="331" y="1341"/>
                    <a:pt x="426" y="1246"/>
                    <a:pt x="426" y="1126"/>
                  </a:cubicBezTo>
                  <a:lnTo>
                    <a:pt x="426" y="215"/>
                  </a:lnTo>
                  <a:cubicBezTo>
                    <a:pt x="426" y="96"/>
                    <a:pt x="331"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4" name="Google Shape;22144;p91"/>
            <p:cNvSpPr/>
            <p:nvPr/>
          </p:nvSpPr>
          <p:spPr>
            <a:xfrm>
              <a:off x="2928936" y="3219218"/>
              <a:ext cx="11114" cy="34929"/>
            </a:xfrm>
            <a:custGeom>
              <a:rect b="b" l="l" r="r" t="t"/>
              <a:pathLst>
                <a:path extrusionOk="0" h="1342" w="427">
                  <a:moveTo>
                    <a:pt x="215" y="1"/>
                  </a:moveTo>
                  <a:cubicBezTo>
                    <a:pt x="96" y="1"/>
                    <a:pt x="1" y="96"/>
                    <a:pt x="1" y="215"/>
                  </a:cubicBezTo>
                  <a:lnTo>
                    <a:pt x="1" y="1126"/>
                  </a:lnTo>
                  <a:cubicBezTo>
                    <a:pt x="1" y="1246"/>
                    <a:pt x="96" y="1341"/>
                    <a:pt x="215" y="1341"/>
                  </a:cubicBezTo>
                  <a:cubicBezTo>
                    <a:pt x="331" y="1341"/>
                    <a:pt x="426" y="1246"/>
                    <a:pt x="426" y="1126"/>
                  </a:cubicBezTo>
                  <a:lnTo>
                    <a:pt x="426" y="215"/>
                  </a:lnTo>
                  <a:cubicBezTo>
                    <a:pt x="426" y="96"/>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5" name="Google Shape;22145;p91"/>
            <p:cNvSpPr/>
            <p:nvPr/>
          </p:nvSpPr>
          <p:spPr>
            <a:xfrm>
              <a:off x="2964464" y="2934321"/>
              <a:ext cx="177325" cy="185056"/>
            </a:xfrm>
            <a:custGeom>
              <a:rect b="b" l="l" r="r" t="t"/>
              <a:pathLst>
                <a:path extrusionOk="0" h="7110" w="6813">
                  <a:moveTo>
                    <a:pt x="4772" y="1"/>
                  </a:moveTo>
                  <a:cubicBezTo>
                    <a:pt x="4490" y="1"/>
                    <a:pt x="4491" y="426"/>
                    <a:pt x="4775" y="426"/>
                  </a:cubicBezTo>
                  <a:lnTo>
                    <a:pt x="5915" y="426"/>
                  </a:lnTo>
                  <a:cubicBezTo>
                    <a:pt x="6176" y="426"/>
                    <a:pt x="6387" y="637"/>
                    <a:pt x="6387" y="898"/>
                  </a:cubicBezTo>
                  <a:lnTo>
                    <a:pt x="6387" y="4546"/>
                  </a:lnTo>
                  <a:cubicBezTo>
                    <a:pt x="6387" y="4807"/>
                    <a:pt x="6176" y="5018"/>
                    <a:pt x="5915" y="5018"/>
                  </a:cubicBezTo>
                  <a:lnTo>
                    <a:pt x="3635" y="5018"/>
                  </a:lnTo>
                  <a:cubicBezTo>
                    <a:pt x="3590" y="5018"/>
                    <a:pt x="3544" y="5032"/>
                    <a:pt x="3509" y="5060"/>
                  </a:cubicBezTo>
                  <a:lnTo>
                    <a:pt x="1475" y="6538"/>
                  </a:lnTo>
                  <a:lnTo>
                    <a:pt x="1788" y="5282"/>
                  </a:lnTo>
                  <a:cubicBezTo>
                    <a:pt x="1820" y="5148"/>
                    <a:pt x="1718" y="5018"/>
                    <a:pt x="1581" y="5018"/>
                  </a:cubicBezTo>
                  <a:lnTo>
                    <a:pt x="898" y="5018"/>
                  </a:lnTo>
                  <a:cubicBezTo>
                    <a:pt x="638" y="5018"/>
                    <a:pt x="426" y="4807"/>
                    <a:pt x="426" y="4550"/>
                  </a:cubicBezTo>
                  <a:lnTo>
                    <a:pt x="426" y="898"/>
                  </a:lnTo>
                  <a:cubicBezTo>
                    <a:pt x="426" y="637"/>
                    <a:pt x="638" y="426"/>
                    <a:pt x="898" y="426"/>
                  </a:cubicBezTo>
                  <a:lnTo>
                    <a:pt x="2038" y="426"/>
                  </a:lnTo>
                  <a:cubicBezTo>
                    <a:pt x="2154" y="426"/>
                    <a:pt x="2249" y="331"/>
                    <a:pt x="2249" y="215"/>
                  </a:cubicBezTo>
                  <a:cubicBezTo>
                    <a:pt x="2249" y="96"/>
                    <a:pt x="2154" y="1"/>
                    <a:pt x="2038" y="1"/>
                  </a:cubicBezTo>
                  <a:lnTo>
                    <a:pt x="898" y="1"/>
                  </a:lnTo>
                  <a:cubicBezTo>
                    <a:pt x="402" y="1"/>
                    <a:pt x="1" y="402"/>
                    <a:pt x="1" y="898"/>
                  </a:cubicBezTo>
                  <a:lnTo>
                    <a:pt x="1" y="4550"/>
                  </a:lnTo>
                  <a:cubicBezTo>
                    <a:pt x="1" y="5043"/>
                    <a:pt x="402" y="5444"/>
                    <a:pt x="898" y="5447"/>
                  </a:cubicBezTo>
                  <a:lnTo>
                    <a:pt x="1310" y="5447"/>
                  </a:lnTo>
                  <a:lnTo>
                    <a:pt x="993" y="6700"/>
                  </a:lnTo>
                  <a:cubicBezTo>
                    <a:pt x="937" y="6925"/>
                    <a:pt x="1115" y="7110"/>
                    <a:pt x="1311" y="7110"/>
                  </a:cubicBezTo>
                  <a:cubicBezTo>
                    <a:pt x="1376" y="7110"/>
                    <a:pt x="1442" y="7090"/>
                    <a:pt x="1503" y="7045"/>
                  </a:cubicBezTo>
                  <a:lnTo>
                    <a:pt x="3702" y="5447"/>
                  </a:lnTo>
                  <a:lnTo>
                    <a:pt x="5915" y="5447"/>
                  </a:lnTo>
                  <a:cubicBezTo>
                    <a:pt x="6411" y="5444"/>
                    <a:pt x="6813" y="5043"/>
                    <a:pt x="6813" y="4550"/>
                  </a:cubicBezTo>
                  <a:lnTo>
                    <a:pt x="6813" y="898"/>
                  </a:lnTo>
                  <a:cubicBezTo>
                    <a:pt x="6813" y="402"/>
                    <a:pt x="6411" y="1"/>
                    <a:pt x="5915" y="1"/>
                  </a:cubicBezTo>
                  <a:lnTo>
                    <a:pt x="4775" y="1"/>
                  </a:lnTo>
                  <a:cubicBezTo>
                    <a:pt x="4774" y="1"/>
                    <a:pt x="4773" y="1"/>
                    <a:pt x="4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6" name="Google Shape;22146;p91"/>
            <p:cNvSpPr/>
            <p:nvPr/>
          </p:nvSpPr>
          <p:spPr>
            <a:xfrm>
              <a:off x="3035441" y="2898611"/>
              <a:ext cx="35293" cy="106166"/>
            </a:xfrm>
            <a:custGeom>
              <a:rect b="b" l="l" r="r" t="t"/>
              <a:pathLst>
                <a:path extrusionOk="0" h="4079" w="1356">
                  <a:moveTo>
                    <a:pt x="908" y="430"/>
                  </a:moveTo>
                  <a:lnTo>
                    <a:pt x="708" y="3653"/>
                  </a:lnTo>
                  <a:lnTo>
                    <a:pt x="651" y="3653"/>
                  </a:lnTo>
                  <a:lnTo>
                    <a:pt x="451" y="430"/>
                  </a:lnTo>
                  <a:close/>
                  <a:moveTo>
                    <a:pt x="222" y="0"/>
                  </a:moveTo>
                  <a:cubicBezTo>
                    <a:pt x="99" y="0"/>
                    <a:pt x="1" y="106"/>
                    <a:pt x="11" y="229"/>
                  </a:cubicBezTo>
                  <a:lnTo>
                    <a:pt x="236" y="3878"/>
                  </a:lnTo>
                  <a:cubicBezTo>
                    <a:pt x="243" y="3990"/>
                    <a:pt x="338" y="4078"/>
                    <a:pt x="451" y="4078"/>
                  </a:cubicBezTo>
                  <a:lnTo>
                    <a:pt x="905" y="4078"/>
                  </a:lnTo>
                  <a:cubicBezTo>
                    <a:pt x="1021" y="4078"/>
                    <a:pt x="1112" y="3990"/>
                    <a:pt x="1119" y="3878"/>
                  </a:cubicBezTo>
                  <a:lnTo>
                    <a:pt x="1348" y="229"/>
                  </a:lnTo>
                  <a:cubicBezTo>
                    <a:pt x="1355" y="106"/>
                    <a:pt x="1257" y="0"/>
                    <a:pt x="11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7" name="Google Shape;22147;p91"/>
            <p:cNvSpPr/>
            <p:nvPr/>
          </p:nvSpPr>
          <p:spPr>
            <a:xfrm>
              <a:off x="3035727" y="3011414"/>
              <a:ext cx="40681" cy="34929"/>
            </a:xfrm>
            <a:custGeom>
              <a:rect b="b" l="l" r="r" t="t"/>
              <a:pathLst>
                <a:path extrusionOk="0" h="1342" w="1563">
                  <a:moveTo>
                    <a:pt x="669" y="427"/>
                  </a:moveTo>
                  <a:cubicBezTo>
                    <a:pt x="883" y="427"/>
                    <a:pt x="992" y="687"/>
                    <a:pt x="841" y="842"/>
                  </a:cubicBezTo>
                  <a:cubicBezTo>
                    <a:pt x="791" y="891"/>
                    <a:pt x="730" y="913"/>
                    <a:pt x="670" y="913"/>
                  </a:cubicBezTo>
                  <a:cubicBezTo>
                    <a:pt x="545" y="913"/>
                    <a:pt x="426" y="817"/>
                    <a:pt x="426" y="670"/>
                  </a:cubicBezTo>
                  <a:cubicBezTo>
                    <a:pt x="426" y="536"/>
                    <a:pt x="535" y="427"/>
                    <a:pt x="669" y="427"/>
                  </a:cubicBezTo>
                  <a:close/>
                  <a:moveTo>
                    <a:pt x="672" y="0"/>
                  </a:moveTo>
                  <a:cubicBezTo>
                    <a:pt x="329" y="0"/>
                    <a:pt x="0" y="267"/>
                    <a:pt x="0" y="670"/>
                  </a:cubicBezTo>
                  <a:cubicBezTo>
                    <a:pt x="0" y="1039"/>
                    <a:pt x="299" y="1338"/>
                    <a:pt x="669" y="1342"/>
                  </a:cubicBezTo>
                  <a:cubicBezTo>
                    <a:pt x="1263" y="1338"/>
                    <a:pt x="1562" y="620"/>
                    <a:pt x="1140" y="198"/>
                  </a:cubicBezTo>
                  <a:cubicBezTo>
                    <a:pt x="1003" y="62"/>
                    <a:pt x="836" y="0"/>
                    <a:pt x="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48" name="Google Shape;22148;p91"/>
          <p:cNvGrpSpPr/>
          <p:nvPr/>
        </p:nvGrpSpPr>
        <p:grpSpPr>
          <a:xfrm>
            <a:off x="4181432" y="1990720"/>
            <a:ext cx="357436" cy="356056"/>
            <a:chOff x="4181432" y="1990720"/>
            <a:chExt cx="357436" cy="356056"/>
          </a:xfrm>
        </p:grpSpPr>
        <p:sp>
          <p:nvSpPr>
            <p:cNvPr id="22149" name="Google Shape;22149;p91"/>
            <p:cNvSpPr/>
            <p:nvPr/>
          </p:nvSpPr>
          <p:spPr>
            <a:xfrm>
              <a:off x="4286947" y="2187982"/>
              <a:ext cx="55230" cy="55334"/>
            </a:xfrm>
            <a:custGeom>
              <a:rect b="b" l="l" r="r" t="t"/>
              <a:pathLst>
                <a:path extrusionOk="0" h="2126" w="2122">
                  <a:moveTo>
                    <a:pt x="1313" y="0"/>
                  </a:moveTo>
                  <a:lnTo>
                    <a:pt x="0" y="1313"/>
                  </a:lnTo>
                  <a:cubicBezTo>
                    <a:pt x="99" y="1327"/>
                    <a:pt x="190" y="1372"/>
                    <a:pt x="260" y="1443"/>
                  </a:cubicBezTo>
                  <a:lnTo>
                    <a:pt x="683" y="1865"/>
                  </a:lnTo>
                  <a:cubicBezTo>
                    <a:pt x="750" y="1935"/>
                    <a:pt x="795" y="2027"/>
                    <a:pt x="809" y="2125"/>
                  </a:cubicBezTo>
                  <a:lnTo>
                    <a:pt x="2122" y="813"/>
                  </a:lnTo>
                  <a:cubicBezTo>
                    <a:pt x="1812" y="584"/>
                    <a:pt x="1541" y="310"/>
                    <a:pt x="1313"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0" name="Google Shape;22150;p91"/>
            <p:cNvSpPr/>
            <p:nvPr/>
          </p:nvSpPr>
          <p:spPr>
            <a:xfrm>
              <a:off x="4286947" y="2187982"/>
              <a:ext cx="44611" cy="55334"/>
            </a:xfrm>
            <a:custGeom>
              <a:rect b="b" l="l" r="r" t="t"/>
              <a:pathLst>
                <a:path extrusionOk="0" h="2126" w="1714">
                  <a:moveTo>
                    <a:pt x="1313" y="0"/>
                  </a:moveTo>
                  <a:lnTo>
                    <a:pt x="0" y="1313"/>
                  </a:lnTo>
                  <a:cubicBezTo>
                    <a:pt x="99" y="1327"/>
                    <a:pt x="190" y="1372"/>
                    <a:pt x="260" y="1443"/>
                  </a:cubicBezTo>
                  <a:lnTo>
                    <a:pt x="683" y="1865"/>
                  </a:lnTo>
                  <a:cubicBezTo>
                    <a:pt x="753" y="1935"/>
                    <a:pt x="795" y="2027"/>
                    <a:pt x="813" y="2125"/>
                  </a:cubicBezTo>
                  <a:lnTo>
                    <a:pt x="1305" y="1629"/>
                  </a:lnTo>
                  <a:lnTo>
                    <a:pt x="1119" y="1443"/>
                  </a:lnTo>
                  <a:lnTo>
                    <a:pt x="1119" y="1439"/>
                  </a:lnTo>
                  <a:cubicBezTo>
                    <a:pt x="1010" y="1337"/>
                    <a:pt x="1006" y="1168"/>
                    <a:pt x="1112" y="1063"/>
                  </a:cubicBezTo>
                  <a:lnTo>
                    <a:pt x="1714" y="461"/>
                  </a:lnTo>
                  <a:cubicBezTo>
                    <a:pt x="1566" y="317"/>
                    <a:pt x="1432" y="166"/>
                    <a:pt x="131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1" name="Google Shape;22151;p91"/>
            <p:cNvSpPr/>
            <p:nvPr/>
          </p:nvSpPr>
          <p:spPr>
            <a:xfrm>
              <a:off x="4282262" y="1995847"/>
              <a:ext cx="252154" cy="240416"/>
            </a:xfrm>
            <a:custGeom>
              <a:rect b="b" l="l" r="r" t="t"/>
              <a:pathLst>
                <a:path extrusionOk="0" h="9237" w="9688">
                  <a:moveTo>
                    <a:pt x="5068" y="1"/>
                  </a:moveTo>
                  <a:cubicBezTo>
                    <a:pt x="3866" y="1"/>
                    <a:pt x="2685" y="470"/>
                    <a:pt x="1802" y="1355"/>
                  </a:cubicBezTo>
                  <a:cubicBezTo>
                    <a:pt x="1" y="3160"/>
                    <a:pt x="1" y="6080"/>
                    <a:pt x="1802" y="7882"/>
                  </a:cubicBezTo>
                  <a:cubicBezTo>
                    <a:pt x="2685" y="8767"/>
                    <a:pt x="3866" y="9236"/>
                    <a:pt x="5068" y="9236"/>
                  </a:cubicBezTo>
                  <a:cubicBezTo>
                    <a:pt x="5663" y="9236"/>
                    <a:pt x="6263" y="9121"/>
                    <a:pt x="6834" y="8885"/>
                  </a:cubicBezTo>
                  <a:cubicBezTo>
                    <a:pt x="8561" y="8170"/>
                    <a:pt x="9687" y="6488"/>
                    <a:pt x="9687" y="4620"/>
                  </a:cubicBezTo>
                  <a:cubicBezTo>
                    <a:pt x="9687" y="2752"/>
                    <a:pt x="8561" y="1067"/>
                    <a:pt x="6834" y="352"/>
                  </a:cubicBezTo>
                  <a:cubicBezTo>
                    <a:pt x="6263" y="116"/>
                    <a:pt x="5663" y="1"/>
                    <a:pt x="506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2" name="Google Shape;22152;p91"/>
            <p:cNvSpPr/>
            <p:nvPr/>
          </p:nvSpPr>
          <p:spPr>
            <a:xfrm>
              <a:off x="4293610" y="1996004"/>
              <a:ext cx="130814" cy="240182"/>
            </a:xfrm>
            <a:custGeom>
              <a:rect b="b" l="l" r="r" t="t"/>
              <a:pathLst>
                <a:path extrusionOk="0" h="9228" w="5026">
                  <a:moveTo>
                    <a:pt x="4611" y="1"/>
                  </a:moveTo>
                  <a:cubicBezTo>
                    <a:pt x="2093" y="1"/>
                    <a:pt x="1" y="2045"/>
                    <a:pt x="1" y="4614"/>
                  </a:cubicBezTo>
                  <a:cubicBezTo>
                    <a:pt x="1" y="7184"/>
                    <a:pt x="2093" y="9228"/>
                    <a:pt x="4611" y="9228"/>
                  </a:cubicBezTo>
                  <a:cubicBezTo>
                    <a:pt x="4748" y="9228"/>
                    <a:pt x="4886" y="9222"/>
                    <a:pt x="5025" y="9209"/>
                  </a:cubicBezTo>
                  <a:cubicBezTo>
                    <a:pt x="3942" y="9121"/>
                    <a:pt x="2925" y="8650"/>
                    <a:pt x="2154" y="7879"/>
                  </a:cubicBezTo>
                  <a:cubicBezTo>
                    <a:pt x="884" y="6609"/>
                    <a:pt x="465" y="4720"/>
                    <a:pt x="1081" y="3034"/>
                  </a:cubicBezTo>
                  <a:cubicBezTo>
                    <a:pt x="1697" y="1349"/>
                    <a:pt x="3234" y="170"/>
                    <a:pt x="5025" y="19"/>
                  </a:cubicBezTo>
                  <a:cubicBezTo>
                    <a:pt x="4886" y="7"/>
                    <a:pt x="4748" y="1"/>
                    <a:pt x="461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3" name="Google Shape;22153;p91"/>
            <p:cNvSpPr/>
            <p:nvPr/>
          </p:nvSpPr>
          <p:spPr>
            <a:xfrm>
              <a:off x="4316879" y="2018882"/>
              <a:ext cx="203873" cy="194504"/>
            </a:xfrm>
            <a:custGeom>
              <a:rect b="b" l="l" r="r" t="t"/>
              <a:pathLst>
                <a:path extrusionOk="0" h="7473" w="7833">
                  <a:moveTo>
                    <a:pt x="3732" y="0"/>
                  </a:moveTo>
                  <a:cubicBezTo>
                    <a:pt x="3251" y="0"/>
                    <a:pt x="2767" y="93"/>
                    <a:pt x="2305" y="284"/>
                  </a:cubicBezTo>
                  <a:cubicBezTo>
                    <a:pt x="908" y="864"/>
                    <a:pt x="1" y="2226"/>
                    <a:pt x="1" y="3735"/>
                  </a:cubicBezTo>
                  <a:cubicBezTo>
                    <a:pt x="1" y="5248"/>
                    <a:pt x="908" y="6610"/>
                    <a:pt x="2305" y="7187"/>
                  </a:cubicBezTo>
                  <a:cubicBezTo>
                    <a:pt x="2768" y="7379"/>
                    <a:pt x="3254" y="7473"/>
                    <a:pt x="3736" y="7473"/>
                  </a:cubicBezTo>
                  <a:cubicBezTo>
                    <a:pt x="4707" y="7473"/>
                    <a:pt x="5661" y="7093"/>
                    <a:pt x="6376" y="6378"/>
                  </a:cubicBezTo>
                  <a:cubicBezTo>
                    <a:pt x="7833" y="4917"/>
                    <a:pt x="7833" y="2553"/>
                    <a:pt x="6376" y="1096"/>
                  </a:cubicBezTo>
                  <a:cubicBezTo>
                    <a:pt x="5660" y="380"/>
                    <a:pt x="4704" y="0"/>
                    <a:pt x="373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4" name="Google Shape;22154;p91"/>
            <p:cNvSpPr/>
            <p:nvPr/>
          </p:nvSpPr>
          <p:spPr>
            <a:xfrm>
              <a:off x="4316983" y="2018908"/>
              <a:ext cx="107624" cy="194477"/>
            </a:xfrm>
            <a:custGeom>
              <a:rect b="b" l="l" r="r" t="t"/>
              <a:pathLst>
                <a:path extrusionOk="0" h="7472" w="4135">
                  <a:moveTo>
                    <a:pt x="3731" y="1"/>
                  </a:moveTo>
                  <a:cubicBezTo>
                    <a:pt x="1696" y="1"/>
                    <a:pt x="0" y="1650"/>
                    <a:pt x="0" y="3734"/>
                  </a:cubicBezTo>
                  <a:cubicBezTo>
                    <a:pt x="0" y="5821"/>
                    <a:pt x="1696" y="7471"/>
                    <a:pt x="3731" y="7471"/>
                  </a:cubicBezTo>
                  <a:cubicBezTo>
                    <a:pt x="3864" y="7471"/>
                    <a:pt x="3999" y="7464"/>
                    <a:pt x="4134" y="7450"/>
                  </a:cubicBezTo>
                  <a:cubicBezTo>
                    <a:pt x="3286" y="7358"/>
                    <a:pt x="2495" y="6982"/>
                    <a:pt x="1890" y="6377"/>
                  </a:cubicBezTo>
                  <a:cubicBezTo>
                    <a:pt x="873" y="5360"/>
                    <a:pt x="528" y="3850"/>
                    <a:pt x="1010" y="2492"/>
                  </a:cubicBezTo>
                  <a:cubicBezTo>
                    <a:pt x="1489" y="1138"/>
                    <a:pt x="2702" y="177"/>
                    <a:pt x="4134" y="22"/>
                  </a:cubicBezTo>
                  <a:cubicBezTo>
                    <a:pt x="3999" y="8"/>
                    <a:pt x="3864" y="1"/>
                    <a:pt x="3731"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5" name="Google Shape;22155;p91"/>
            <p:cNvSpPr/>
            <p:nvPr/>
          </p:nvSpPr>
          <p:spPr>
            <a:xfrm>
              <a:off x="4378512" y="2057298"/>
              <a:ext cx="62128" cy="53200"/>
            </a:xfrm>
            <a:custGeom>
              <a:rect b="b" l="l" r="r" t="t"/>
              <a:pathLst>
                <a:path extrusionOk="0" h="2044" w="2387">
                  <a:moveTo>
                    <a:pt x="1366" y="0"/>
                  </a:moveTo>
                  <a:cubicBezTo>
                    <a:pt x="458" y="0"/>
                    <a:pt x="1" y="1102"/>
                    <a:pt x="644" y="1742"/>
                  </a:cubicBezTo>
                  <a:cubicBezTo>
                    <a:pt x="853" y="1950"/>
                    <a:pt x="1109" y="2044"/>
                    <a:pt x="1360" y="2044"/>
                  </a:cubicBezTo>
                  <a:cubicBezTo>
                    <a:pt x="1884" y="2044"/>
                    <a:pt x="2386" y="1637"/>
                    <a:pt x="2386" y="1021"/>
                  </a:cubicBezTo>
                  <a:cubicBezTo>
                    <a:pt x="2386" y="458"/>
                    <a:pt x="1929" y="0"/>
                    <a:pt x="1366"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6" name="Google Shape;22156;p91"/>
            <p:cNvSpPr/>
            <p:nvPr/>
          </p:nvSpPr>
          <p:spPr>
            <a:xfrm>
              <a:off x="4387491" y="2057272"/>
              <a:ext cx="37011" cy="53226"/>
            </a:xfrm>
            <a:custGeom>
              <a:rect b="b" l="l" r="r" t="t"/>
              <a:pathLst>
                <a:path extrusionOk="0" h="2045" w="1422">
                  <a:moveTo>
                    <a:pt x="1023" y="0"/>
                  </a:moveTo>
                  <a:cubicBezTo>
                    <a:pt x="484" y="0"/>
                    <a:pt x="0" y="434"/>
                    <a:pt x="0" y="1022"/>
                  </a:cubicBezTo>
                  <a:cubicBezTo>
                    <a:pt x="0" y="1609"/>
                    <a:pt x="483" y="2044"/>
                    <a:pt x="1021" y="2044"/>
                  </a:cubicBezTo>
                  <a:cubicBezTo>
                    <a:pt x="1153" y="2044"/>
                    <a:pt x="1289" y="2018"/>
                    <a:pt x="1422" y="1961"/>
                  </a:cubicBezTo>
                  <a:cubicBezTo>
                    <a:pt x="1045" y="1799"/>
                    <a:pt x="803" y="1430"/>
                    <a:pt x="803" y="1022"/>
                  </a:cubicBezTo>
                  <a:cubicBezTo>
                    <a:pt x="803" y="614"/>
                    <a:pt x="1045" y="244"/>
                    <a:pt x="1422" y="82"/>
                  </a:cubicBezTo>
                  <a:cubicBezTo>
                    <a:pt x="1290" y="26"/>
                    <a:pt x="1155" y="0"/>
                    <a:pt x="102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7" name="Google Shape;22157;p91"/>
            <p:cNvSpPr/>
            <p:nvPr/>
          </p:nvSpPr>
          <p:spPr>
            <a:xfrm>
              <a:off x="4370547" y="2110421"/>
              <a:ext cx="87036" cy="55595"/>
            </a:xfrm>
            <a:custGeom>
              <a:rect b="b" l="l" r="r" t="t"/>
              <a:pathLst>
                <a:path extrusionOk="0" h="2136" w="3344">
                  <a:moveTo>
                    <a:pt x="1095" y="0"/>
                  </a:moveTo>
                  <a:cubicBezTo>
                    <a:pt x="493" y="4"/>
                    <a:pt x="4" y="493"/>
                    <a:pt x="1" y="1094"/>
                  </a:cubicBezTo>
                  <a:lnTo>
                    <a:pt x="1" y="1949"/>
                  </a:lnTo>
                  <a:cubicBezTo>
                    <a:pt x="1" y="2055"/>
                    <a:pt x="85" y="2136"/>
                    <a:pt x="187" y="2136"/>
                  </a:cubicBezTo>
                  <a:lnTo>
                    <a:pt x="3157" y="2136"/>
                  </a:lnTo>
                  <a:cubicBezTo>
                    <a:pt x="3262" y="2136"/>
                    <a:pt x="3343" y="2055"/>
                    <a:pt x="3343" y="1949"/>
                  </a:cubicBezTo>
                  <a:lnTo>
                    <a:pt x="3343" y="1094"/>
                  </a:lnTo>
                  <a:cubicBezTo>
                    <a:pt x="3343" y="493"/>
                    <a:pt x="2854" y="4"/>
                    <a:pt x="2252"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8" name="Google Shape;22158;p91"/>
            <p:cNvSpPr/>
            <p:nvPr/>
          </p:nvSpPr>
          <p:spPr>
            <a:xfrm>
              <a:off x="4370547" y="2110421"/>
              <a:ext cx="49374" cy="55595"/>
            </a:xfrm>
            <a:custGeom>
              <a:rect b="b" l="l" r="r" t="t"/>
              <a:pathLst>
                <a:path extrusionOk="0" h="2136" w="1897">
                  <a:moveTo>
                    <a:pt x="1095" y="0"/>
                  </a:moveTo>
                  <a:cubicBezTo>
                    <a:pt x="493" y="4"/>
                    <a:pt x="4" y="493"/>
                    <a:pt x="1" y="1094"/>
                  </a:cubicBezTo>
                  <a:lnTo>
                    <a:pt x="1" y="1949"/>
                  </a:lnTo>
                  <a:cubicBezTo>
                    <a:pt x="1" y="2055"/>
                    <a:pt x="85" y="2136"/>
                    <a:pt x="187" y="2136"/>
                  </a:cubicBezTo>
                  <a:lnTo>
                    <a:pt x="989" y="2136"/>
                  </a:lnTo>
                  <a:cubicBezTo>
                    <a:pt x="887" y="2136"/>
                    <a:pt x="803" y="2055"/>
                    <a:pt x="803" y="1949"/>
                  </a:cubicBezTo>
                  <a:lnTo>
                    <a:pt x="803" y="1094"/>
                  </a:lnTo>
                  <a:cubicBezTo>
                    <a:pt x="803" y="493"/>
                    <a:pt x="1292" y="4"/>
                    <a:pt x="1897" y="0"/>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9" name="Google Shape;22159;p91"/>
            <p:cNvSpPr/>
            <p:nvPr/>
          </p:nvSpPr>
          <p:spPr>
            <a:xfrm>
              <a:off x="4187314" y="2218200"/>
              <a:ext cx="126025" cy="123396"/>
            </a:xfrm>
            <a:custGeom>
              <a:rect b="b" l="l" r="r" t="t"/>
              <a:pathLst>
                <a:path extrusionOk="0" h="4741" w="4842">
                  <a:moveTo>
                    <a:pt x="3839" y="0"/>
                  </a:moveTo>
                  <a:cubicBezTo>
                    <a:pt x="3703" y="0"/>
                    <a:pt x="3568" y="53"/>
                    <a:pt x="3466" y="159"/>
                  </a:cubicBezTo>
                  <a:lnTo>
                    <a:pt x="208" y="3417"/>
                  </a:lnTo>
                  <a:cubicBezTo>
                    <a:pt x="0" y="3621"/>
                    <a:pt x="0" y="3959"/>
                    <a:pt x="208" y="4163"/>
                  </a:cubicBezTo>
                  <a:lnTo>
                    <a:pt x="630" y="4585"/>
                  </a:lnTo>
                  <a:cubicBezTo>
                    <a:pt x="732" y="4689"/>
                    <a:pt x="867" y="4741"/>
                    <a:pt x="1003" y="4741"/>
                  </a:cubicBezTo>
                  <a:cubicBezTo>
                    <a:pt x="1138" y="4741"/>
                    <a:pt x="1274" y="4689"/>
                    <a:pt x="1376" y="4585"/>
                  </a:cubicBezTo>
                  <a:lnTo>
                    <a:pt x="4634" y="1327"/>
                  </a:lnTo>
                  <a:cubicBezTo>
                    <a:pt x="4841" y="1119"/>
                    <a:pt x="4841" y="785"/>
                    <a:pt x="4634" y="577"/>
                  </a:cubicBezTo>
                  <a:lnTo>
                    <a:pt x="4215" y="159"/>
                  </a:lnTo>
                  <a:cubicBezTo>
                    <a:pt x="4111" y="53"/>
                    <a:pt x="3975" y="0"/>
                    <a:pt x="3839"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0" name="Google Shape;22160;p91"/>
            <p:cNvSpPr/>
            <p:nvPr/>
          </p:nvSpPr>
          <p:spPr>
            <a:xfrm>
              <a:off x="4187210" y="2218252"/>
              <a:ext cx="110461" cy="123266"/>
            </a:xfrm>
            <a:custGeom>
              <a:rect b="b" l="l" r="r" t="t"/>
              <a:pathLst>
                <a:path extrusionOk="0" h="4736" w="4244">
                  <a:moveTo>
                    <a:pt x="3844" y="1"/>
                  </a:moveTo>
                  <a:cubicBezTo>
                    <a:pt x="3709" y="1"/>
                    <a:pt x="3574" y="53"/>
                    <a:pt x="3470" y="157"/>
                  </a:cubicBezTo>
                  <a:lnTo>
                    <a:pt x="208" y="3411"/>
                  </a:lnTo>
                  <a:cubicBezTo>
                    <a:pt x="1" y="3619"/>
                    <a:pt x="1" y="3953"/>
                    <a:pt x="208" y="4161"/>
                  </a:cubicBezTo>
                  <a:lnTo>
                    <a:pt x="630" y="4583"/>
                  </a:lnTo>
                  <a:cubicBezTo>
                    <a:pt x="732" y="4685"/>
                    <a:pt x="868" y="4736"/>
                    <a:pt x="1003" y="4736"/>
                  </a:cubicBezTo>
                  <a:cubicBezTo>
                    <a:pt x="1139" y="4736"/>
                    <a:pt x="1274" y="4685"/>
                    <a:pt x="1376" y="4583"/>
                  </a:cubicBezTo>
                  <a:lnTo>
                    <a:pt x="1404" y="4555"/>
                  </a:lnTo>
                  <a:lnTo>
                    <a:pt x="1010" y="4161"/>
                  </a:lnTo>
                  <a:cubicBezTo>
                    <a:pt x="803" y="3957"/>
                    <a:pt x="803" y="3619"/>
                    <a:pt x="1010" y="3415"/>
                  </a:cubicBezTo>
                  <a:lnTo>
                    <a:pt x="4244" y="181"/>
                  </a:lnTo>
                  <a:lnTo>
                    <a:pt x="4219" y="157"/>
                  </a:lnTo>
                  <a:cubicBezTo>
                    <a:pt x="4115" y="53"/>
                    <a:pt x="3980" y="1"/>
                    <a:pt x="3844"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1" name="Google Shape;22161;p91"/>
            <p:cNvSpPr/>
            <p:nvPr/>
          </p:nvSpPr>
          <p:spPr>
            <a:xfrm>
              <a:off x="4267426" y="2218252"/>
              <a:ext cx="45991" cy="44663"/>
            </a:xfrm>
            <a:custGeom>
              <a:rect b="b" l="l" r="r" t="t"/>
              <a:pathLst>
                <a:path extrusionOk="0" h="1716" w="1767">
                  <a:moveTo>
                    <a:pt x="762" y="1"/>
                  </a:moveTo>
                  <a:cubicBezTo>
                    <a:pt x="627" y="1"/>
                    <a:pt x="492" y="53"/>
                    <a:pt x="388" y="157"/>
                  </a:cubicBezTo>
                  <a:lnTo>
                    <a:pt x="1" y="544"/>
                  </a:lnTo>
                  <a:lnTo>
                    <a:pt x="1169" y="1715"/>
                  </a:lnTo>
                  <a:lnTo>
                    <a:pt x="1559" y="1325"/>
                  </a:lnTo>
                  <a:cubicBezTo>
                    <a:pt x="1767" y="1121"/>
                    <a:pt x="1767" y="783"/>
                    <a:pt x="1559" y="579"/>
                  </a:cubicBezTo>
                  <a:lnTo>
                    <a:pt x="1137" y="157"/>
                  </a:lnTo>
                  <a:cubicBezTo>
                    <a:pt x="1033" y="53"/>
                    <a:pt x="898" y="1"/>
                    <a:pt x="762"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2" name="Google Shape;22162;p91"/>
            <p:cNvSpPr/>
            <p:nvPr/>
          </p:nvSpPr>
          <p:spPr>
            <a:xfrm>
              <a:off x="4267348" y="2218278"/>
              <a:ext cx="30322" cy="24492"/>
            </a:xfrm>
            <a:custGeom>
              <a:rect b="b" l="l" r="r" t="t"/>
              <a:pathLst>
                <a:path extrusionOk="0" h="941" w="1165">
                  <a:moveTo>
                    <a:pt x="714" y="1"/>
                  </a:moveTo>
                  <a:cubicBezTo>
                    <a:pt x="697" y="4"/>
                    <a:pt x="679" y="4"/>
                    <a:pt x="665" y="8"/>
                  </a:cubicBezTo>
                  <a:cubicBezTo>
                    <a:pt x="560" y="29"/>
                    <a:pt x="465" y="82"/>
                    <a:pt x="391" y="156"/>
                  </a:cubicBezTo>
                  <a:lnTo>
                    <a:pt x="99" y="444"/>
                  </a:lnTo>
                  <a:lnTo>
                    <a:pt x="0" y="543"/>
                  </a:lnTo>
                  <a:lnTo>
                    <a:pt x="401" y="940"/>
                  </a:lnTo>
                  <a:lnTo>
                    <a:pt x="1165" y="180"/>
                  </a:lnTo>
                  <a:lnTo>
                    <a:pt x="1137" y="152"/>
                  </a:lnTo>
                  <a:cubicBezTo>
                    <a:pt x="1126" y="142"/>
                    <a:pt x="1116" y="131"/>
                    <a:pt x="1101" y="120"/>
                  </a:cubicBezTo>
                  <a:lnTo>
                    <a:pt x="1087" y="110"/>
                  </a:lnTo>
                  <a:cubicBezTo>
                    <a:pt x="1073" y="99"/>
                    <a:pt x="1056" y="89"/>
                    <a:pt x="1038" y="78"/>
                  </a:cubicBezTo>
                  <a:cubicBezTo>
                    <a:pt x="957" y="25"/>
                    <a:pt x="862" y="1"/>
                    <a:pt x="7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3" name="Google Shape;22163;p91"/>
            <p:cNvSpPr/>
            <p:nvPr/>
          </p:nvSpPr>
          <p:spPr>
            <a:xfrm>
              <a:off x="4181432" y="1990720"/>
              <a:ext cx="357436" cy="356056"/>
            </a:xfrm>
            <a:custGeom>
              <a:rect b="b" l="l" r="r" t="t"/>
              <a:pathLst>
                <a:path extrusionOk="0" h="13680" w="13733">
                  <a:moveTo>
                    <a:pt x="5275" y="7949"/>
                  </a:moveTo>
                  <a:cubicBezTo>
                    <a:pt x="5437" y="8139"/>
                    <a:pt x="5613" y="8315"/>
                    <a:pt x="5803" y="8476"/>
                  </a:cubicBezTo>
                  <a:lnTo>
                    <a:pt x="5050" y="9229"/>
                  </a:lnTo>
                  <a:cubicBezTo>
                    <a:pt x="5032" y="9212"/>
                    <a:pt x="5015" y="9191"/>
                    <a:pt x="4997" y="9173"/>
                  </a:cubicBezTo>
                  <a:lnTo>
                    <a:pt x="4575" y="8751"/>
                  </a:lnTo>
                  <a:cubicBezTo>
                    <a:pt x="4557" y="8733"/>
                    <a:pt x="4540" y="8719"/>
                    <a:pt x="4522" y="8702"/>
                  </a:cubicBezTo>
                  <a:lnTo>
                    <a:pt x="5275" y="7949"/>
                  </a:lnTo>
                  <a:close/>
                  <a:moveTo>
                    <a:pt x="4059" y="8938"/>
                  </a:moveTo>
                  <a:cubicBezTo>
                    <a:pt x="4143" y="8938"/>
                    <a:pt x="4227" y="8971"/>
                    <a:pt x="4290" y="9036"/>
                  </a:cubicBezTo>
                  <a:lnTo>
                    <a:pt x="4712" y="9458"/>
                  </a:lnTo>
                  <a:cubicBezTo>
                    <a:pt x="4842" y="9585"/>
                    <a:pt x="4842" y="9792"/>
                    <a:pt x="4716" y="9922"/>
                  </a:cubicBezTo>
                  <a:lnTo>
                    <a:pt x="4466" y="10169"/>
                  </a:lnTo>
                  <a:lnTo>
                    <a:pt x="3579" y="9282"/>
                  </a:lnTo>
                  <a:lnTo>
                    <a:pt x="3825" y="9036"/>
                  </a:lnTo>
                  <a:cubicBezTo>
                    <a:pt x="3891" y="8971"/>
                    <a:pt x="3975" y="8938"/>
                    <a:pt x="4059" y="8938"/>
                  </a:cubicBezTo>
                  <a:close/>
                  <a:moveTo>
                    <a:pt x="3294" y="9567"/>
                  </a:moveTo>
                  <a:lnTo>
                    <a:pt x="4181" y="10454"/>
                  </a:lnTo>
                  <a:lnTo>
                    <a:pt x="1454" y="13181"/>
                  </a:lnTo>
                  <a:cubicBezTo>
                    <a:pt x="1391" y="13246"/>
                    <a:pt x="1307" y="13278"/>
                    <a:pt x="1223" y="13278"/>
                  </a:cubicBezTo>
                  <a:cubicBezTo>
                    <a:pt x="1139" y="13278"/>
                    <a:pt x="1055" y="13246"/>
                    <a:pt x="990" y="13181"/>
                  </a:cubicBezTo>
                  <a:lnTo>
                    <a:pt x="567" y="12758"/>
                  </a:lnTo>
                  <a:cubicBezTo>
                    <a:pt x="441" y="12632"/>
                    <a:pt x="441" y="12424"/>
                    <a:pt x="567" y="12294"/>
                  </a:cubicBezTo>
                  <a:lnTo>
                    <a:pt x="3294" y="9567"/>
                  </a:lnTo>
                  <a:close/>
                  <a:moveTo>
                    <a:pt x="8941" y="0"/>
                  </a:moveTo>
                  <a:cubicBezTo>
                    <a:pt x="8939" y="0"/>
                    <a:pt x="8937" y="0"/>
                    <a:pt x="8934" y="0"/>
                  </a:cubicBezTo>
                  <a:cubicBezTo>
                    <a:pt x="5008" y="0"/>
                    <a:pt x="2738" y="4458"/>
                    <a:pt x="5025" y="7628"/>
                  </a:cubicBezTo>
                  <a:lnTo>
                    <a:pt x="4114" y="8540"/>
                  </a:lnTo>
                  <a:cubicBezTo>
                    <a:pt x="4094" y="8538"/>
                    <a:pt x="4074" y="8537"/>
                    <a:pt x="4055" y="8537"/>
                  </a:cubicBezTo>
                  <a:cubicBezTo>
                    <a:pt x="3864" y="8537"/>
                    <a:pt x="3681" y="8614"/>
                    <a:pt x="3544" y="8751"/>
                  </a:cubicBezTo>
                  <a:lnTo>
                    <a:pt x="286" y="12009"/>
                  </a:lnTo>
                  <a:cubicBezTo>
                    <a:pt x="1" y="12294"/>
                    <a:pt x="1" y="12755"/>
                    <a:pt x="286" y="13040"/>
                  </a:cubicBezTo>
                  <a:lnTo>
                    <a:pt x="708" y="13466"/>
                  </a:lnTo>
                  <a:cubicBezTo>
                    <a:pt x="851" y="13608"/>
                    <a:pt x="1037" y="13679"/>
                    <a:pt x="1224" y="13679"/>
                  </a:cubicBezTo>
                  <a:cubicBezTo>
                    <a:pt x="1410" y="13679"/>
                    <a:pt x="1596" y="13608"/>
                    <a:pt x="1739" y="13466"/>
                  </a:cubicBezTo>
                  <a:lnTo>
                    <a:pt x="4610" y="10594"/>
                  </a:lnTo>
                  <a:lnTo>
                    <a:pt x="4997" y="10207"/>
                  </a:lnTo>
                  <a:cubicBezTo>
                    <a:pt x="5148" y="10056"/>
                    <a:pt x="5226" y="9845"/>
                    <a:pt x="5208" y="9634"/>
                  </a:cubicBezTo>
                  <a:lnTo>
                    <a:pt x="6119" y="8723"/>
                  </a:lnTo>
                  <a:cubicBezTo>
                    <a:pt x="6802" y="9215"/>
                    <a:pt x="7604" y="9518"/>
                    <a:pt x="8445" y="9602"/>
                  </a:cubicBezTo>
                  <a:lnTo>
                    <a:pt x="8466" y="9602"/>
                  </a:lnTo>
                  <a:cubicBezTo>
                    <a:pt x="8471" y="9603"/>
                    <a:pt x="8475" y="9603"/>
                    <a:pt x="8480" y="9603"/>
                  </a:cubicBezTo>
                  <a:cubicBezTo>
                    <a:pt x="8731" y="9603"/>
                    <a:pt x="8747" y="9215"/>
                    <a:pt x="8484" y="9201"/>
                  </a:cubicBezTo>
                  <a:cubicBezTo>
                    <a:pt x="7632" y="9117"/>
                    <a:pt x="6820" y="8782"/>
                    <a:pt x="6155" y="8241"/>
                  </a:cubicBezTo>
                  <a:cubicBezTo>
                    <a:pt x="2904" y="5616"/>
                    <a:pt x="4818" y="398"/>
                    <a:pt x="8934" y="398"/>
                  </a:cubicBezTo>
                  <a:cubicBezTo>
                    <a:pt x="8937" y="398"/>
                    <a:pt x="8939" y="398"/>
                    <a:pt x="8941" y="398"/>
                  </a:cubicBezTo>
                  <a:cubicBezTo>
                    <a:pt x="11204" y="398"/>
                    <a:pt x="13100" y="2114"/>
                    <a:pt x="13325" y="4367"/>
                  </a:cubicBezTo>
                  <a:cubicBezTo>
                    <a:pt x="13340" y="4486"/>
                    <a:pt x="13430" y="4541"/>
                    <a:pt x="13521" y="4541"/>
                  </a:cubicBezTo>
                  <a:cubicBezTo>
                    <a:pt x="13626" y="4541"/>
                    <a:pt x="13732" y="4466"/>
                    <a:pt x="13723" y="4328"/>
                  </a:cubicBezTo>
                  <a:cubicBezTo>
                    <a:pt x="13477" y="1871"/>
                    <a:pt x="11408" y="0"/>
                    <a:pt x="8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4" name="Google Shape;22164;p91"/>
            <p:cNvSpPr/>
            <p:nvPr/>
          </p:nvSpPr>
          <p:spPr>
            <a:xfrm>
              <a:off x="4303318" y="2013546"/>
              <a:ext cx="213399" cy="204941"/>
            </a:xfrm>
            <a:custGeom>
              <a:rect b="b" l="l" r="r" t="t"/>
              <a:pathLst>
                <a:path extrusionOk="0" h="7874" w="8199">
                  <a:moveTo>
                    <a:pt x="4250" y="405"/>
                  </a:moveTo>
                  <a:cubicBezTo>
                    <a:pt x="4706" y="405"/>
                    <a:pt x="5165" y="493"/>
                    <a:pt x="5602" y="675"/>
                  </a:cubicBezTo>
                  <a:cubicBezTo>
                    <a:pt x="6922" y="1220"/>
                    <a:pt x="7784" y="2512"/>
                    <a:pt x="7784" y="3940"/>
                  </a:cubicBezTo>
                  <a:cubicBezTo>
                    <a:pt x="7787" y="5891"/>
                    <a:pt x="6208" y="7473"/>
                    <a:pt x="4258" y="7473"/>
                  </a:cubicBezTo>
                  <a:cubicBezTo>
                    <a:pt x="4256" y="7473"/>
                    <a:pt x="4253" y="7473"/>
                    <a:pt x="4251" y="7473"/>
                  </a:cubicBezTo>
                  <a:cubicBezTo>
                    <a:pt x="2819" y="7473"/>
                    <a:pt x="1531" y="6611"/>
                    <a:pt x="986" y="5291"/>
                  </a:cubicBezTo>
                  <a:cubicBezTo>
                    <a:pt x="437" y="3972"/>
                    <a:pt x="740" y="2452"/>
                    <a:pt x="1750" y="1442"/>
                  </a:cubicBezTo>
                  <a:cubicBezTo>
                    <a:pt x="2427" y="765"/>
                    <a:pt x="3331" y="405"/>
                    <a:pt x="4250" y="405"/>
                  </a:cubicBezTo>
                  <a:close/>
                  <a:moveTo>
                    <a:pt x="4247" y="1"/>
                  </a:moveTo>
                  <a:cubicBezTo>
                    <a:pt x="3223" y="1"/>
                    <a:pt x="2217" y="401"/>
                    <a:pt x="1465" y="1154"/>
                  </a:cubicBezTo>
                  <a:cubicBezTo>
                    <a:pt x="339" y="2279"/>
                    <a:pt x="1" y="3972"/>
                    <a:pt x="613" y="5443"/>
                  </a:cubicBezTo>
                  <a:cubicBezTo>
                    <a:pt x="1222" y="6917"/>
                    <a:pt x="2657" y="7874"/>
                    <a:pt x="4251" y="7874"/>
                  </a:cubicBezTo>
                  <a:cubicBezTo>
                    <a:pt x="4260" y="7874"/>
                    <a:pt x="4268" y="7874"/>
                    <a:pt x="4277" y="7874"/>
                  </a:cubicBezTo>
                  <a:cubicBezTo>
                    <a:pt x="6443" y="7874"/>
                    <a:pt x="8199" y="6110"/>
                    <a:pt x="8185" y="3940"/>
                  </a:cubicBezTo>
                  <a:cubicBezTo>
                    <a:pt x="8185" y="2346"/>
                    <a:pt x="7228" y="911"/>
                    <a:pt x="5757" y="302"/>
                  </a:cubicBezTo>
                  <a:cubicBezTo>
                    <a:pt x="5268" y="99"/>
                    <a:pt x="4756" y="1"/>
                    <a:pt x="4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5" name="Google Shape;22165;p91"/>
            <p:cNvSpPr/>
            <p:nvPr/>
          </p:nvSpPr>
          <p:spPr>
            <a:xfrm>
              <a:off x="4365238" y="2051989"/>
              <a:ext cx="97473" cy="119258"/>
            </a:xfrm>
            <a:custGeom>
              <a:rect b="b" l="l" r="r" t="t"/>
              <a:pathLst>
                <a:path extrusionOk="0" h="4582" w="3745">
                  <a:moveTo>
                    <a:pt x="1872" y="405"/>
                  </a:moveTo>
                  <a:cubicBezTo>
                    <a:pt x="2601" y="405"/>
                    <a:pt x="2967" y="1288"/>
                    <a:pt x="2449" y="1805"/>
                  </a:cubicBezTo>
                  <a:cubicBezTo>
                    <a:pt x="2283" y="1971"/>
                    <a:pt x="2078" y="2045"/>
                    <a:pt x="1877" y="2045"/>
                  </a:cubicBezTo>
                  <a:cubicBezTo>
                    <a:pt x="1455" y="2045"/>
                    <a:pt x="1050" y="1717"/>
                    <a:pt x="1052" y="1221"/>
                  </a:cubicBezTo>
                  <a:cubicBezTo>
                    <a:pt x="1052" y="771"/>
                    <a:pt x="1418" y="405"/>
                    <a:pt x="1872" y="405"/>
                  </a:cubicBezTo>
                  <a:close/>
                  <a:moveTo>
                    <a:pt x="2449" y="2446"/>
                  </a:moveTo>
                  <a:cubicBezTo>
                    <a:pt x="2942" y="2446"/>
                    <a:pt x="3343" y="2843"/>
                    <a:pt x="3343" y="3339"/>
                  </a:cubicBezTo>
                  <a:lnTo>
                    <a:pt x="3343" y="4180"/>
                  </a:lnTo>
                  <a:lnTo>
                    <a:pt x="2903" y="4180"/>
                  </a:lnTo>
                  <a:lnTo>
                    <a:pt x="2903" y="3301"/>
                  </a:lnTo>
                  <a:cubicBezTo>
                    <a:pt x="2896" y="3172"/>
                    <a:pt x="2799" y="3108"/>
                    <a:pt x="2701" y="3108"/>
                  </a:cubicBezTo>
                  <a:cubicBezTo>
                    <a:pt x="2604" y="3108"/>
                    <a:pt x="2507" y="3172"/>
                    <a:pt x="2502" y="3301"/>
                  </a:cubicBezTo>
                  <a:lnTo>
                    <a:pt x="2502" y="4180"/>
                  </a:lnTo>
                  <a:lnTo>
                    <a:pt x="1242" y="4180"/>
                  </a:lnTo>
                  <a:lnTo>
                    <a:pt x="1242" y="3301"/>
                  </a:lnTo>
                  <a:cubicBezTo>
                    <a:pt x="1235" y="3172"/>
                    <a:pt x="1138" y="3108"/>
                    <a:pt x="1041" y="3108"/>
                  </a:cubicBezTo>
                  <a:cubicBezTo>
                    <a:pt x="943" y="3108"/>
                    <a:pt x="847" y="3172"/>
                    <a:pt x="841" y="3301"/>
                  </a:cubicBezTo>
                  <a:lnTo>
                    <a:pt x="841" y="4180"/>
                  </a:lnTo>
                  <a:lnTo>
                    <a:pt x="402" y="4180"/>
                  </a:lnTo>
                  <a:lnTo>
                    <a:pt x="402" y="3339"/>
                  </a:lnTo>
                  <a:cubicBezTo>
                    <a:pt x="402" y="2843"/>
                    <a:pt x="799" y="2446"/>
                    <a:pt x="1295" y="2446"/>
                  </a:cubicBezTo>
                  <a:close/>
                  <a:moveTo>
                    <a:pt x="1872" y="0"/>
                  </a:moveTo>
                  <a:cubicBezTo>
                    <a:pt x="789" y="0"/>
                    <a:pt x="243" y="1306"/>
                    <a:pt x="1000" y="2080"/>
                  </a:cubicBezTo>
                  <a:cubicBezTo>
                    <a:pt x="416" y="2213"/>
                    <a:pt x="0" y="2738"/>
                    <a:pt x="0" y="3339"/>
                  </a:cubicBezTo>
                  <a:lnTo>
                    <a:pt x="0" y="4194"/>
                  </a:lnTo>
                  <a:cubicBezTo>
                    <a:pt x="0" y="4409"/>
                    <a:pt x="173" y="4581"/>
                    <a:pt x="387" y="4581"/>
                  </a:cubicBezTo>
                  <a:lnTo>
                    <a:pt x="3357" y="4581"/>
                  </a:lnTo>
                  <a:cubicBezTo>
                    <a:pt x="3568" y="4581"/>
                    <a:pt x="3741" y="4409"/>
                    <a:pt x="3744" y="4194"/>
                  </a:cubicBezTo>
                  <a:lnTo>
                    <a:pt x="3744" y="3339"/>
                  </a:lnTo>
                  <a:cubicBezTo>
                    <a:pt x="3741" y="2738"/>
                    <a:pt x="3329" y="2213"/>
                    <a:pt x="2741" y="2080"/>
                  </a:cubicBezTo>
                  <a:cubicBezTo>
                    <a:pt x="3086" y="1728"/>
                    <a:pt x="3188" y="1204"/>
                    <a:pt x="2998" y="750"/>
                  </a:cubicBezTo>
                  <a:cubicBezTo>
                    <a:pt x="2808" y="296"/>
                    <a:pt x="2361" y="0"/>
                    <a:pt x="18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6" name="Google Shape;22166;p91"/>
            <p:cNvSpPr/>
            <p:nvPr/>
          </p:nvSpPr>
          <p:spPr>
            <a:xfrm>
              <a:off x="4419089" y="2123174"/>
              <a:ext cx="119779" cy="117566"/>
            </a:xfrm>
            <a:custGeom>
              <a:rect b="b" l="l" r="r" t="t"/>
              <a:pathLst>
                <a:path extrusionOk="0" h="4517" w="4602">
                  <a:moveTo>
                    <a:pt x="4390" y="1"/>
                  </a:moveTo>
                  <a:cubicBezTo>
                    <a:pt x="4299" y="1"/>
                    <a:pt x="4209" y="56"/>
                    <a:pt x="4194" y="175"/>
                  </a:cubicBezTo>
                  <a:cubicBezTo>
                    <a:pt x="3983" y="2258"/>
                    <a:pt x="2333" y="3908"/>
                    <a:pt x="250" y="4119"/>
                  </a:cubicBezTo>
                  <a:cubicBezTo>
                    <a:pt x="0" y="4147"/>
                    <a:pt x="18" y="4513"/>
                    <a:pt x="268" y="4517"/>
                  </a:cubicBezTo>
                  <a:lnTo>
                    <a:pt x="289" y="4517"/>
                  </a:lnTo>
                  <a:cubicBezTo>
                    <a:pt x="2565" y="4288"/>
                    <a:pt x="4363" y="2490"/>
                    <a:pt x="4592" y="214"/>
                  </a:cubicBezTo>
                  <a:cubicBezTo>
                    <a:pt x="4601" y="76"/>
                    <a:pt x="4495" y="1"/>
                    <a:pt x="4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67" name="Google Shape;22167;p91"/>
          <p:cNvGrpSpPr/>
          <p:nvPr/>
        </p:nvGrpSpPr>
        <p:grpSpPr>
          <a:xfrm>
            <a:off x="3227107" y="2886821"/>
            <a:ext cx="383932" cy="379117"/>
            <a:chOff x="3227107" y="2886821"/>
            <a:chExt cx="383932" cy="379117"/>
          </a:xfrm>
        </p:grpSpPr>
        <p:sp>
          <p:nvSpPr>
            <p:cNvPr id="22168" name="Google Shape;22168;p91"/>
            <p:cNvSpPr/>
            <p:nvPr/>
          </p:nvSpPr>
          <p:spPr>
            <a:xfrm>
              <a:off x="3237102" y="2963524"/>
              <a:ext cx="296740" cy="296844"/>
            </a:xfrm>
            <a:custGeom>
              <a:rect b="b" l="l" r="r" t="t"/>
              <a:pathLst>
                <a:path extrusionOk="0" h="11405" w="11401">
                  <a:moveTo>
                    <a:pt x="5700" y="1"/>
                  </a:moveTo>
                  <a:cubicBezTo>
                    <a:pt x="2551" y="1"/>
                    <a:pt x="0" y="2555"/>
                    <a:pt x="0" y="5704"/>
                  </a:cubicBezTo>
                  <a:cubicBezTo>
                    <a:pt x="0" y="8853"/>
                    <a:pt x="2551" y="11404"/>
                    <a:pt x="5700" y="11404"/>
                  </a:cubicBezTo>
                  <a:cubicBezTo>
                    <a:pt x="8849" y="11404"/>
                    <a:pt x="11400" y="8853"/>
                    <a:pt x="11400" y="5704"/>
                  </a:cubicBezTo>
                  <a:cubicBezTo>
                    <a:pt x="11400" y="2555"/>
                    <a:pt x="8849" y="1"/>
                    <a:pt x="570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9" name="Google Shape;22169;p91"/>
            <p:cNvSpPr/>
            <p:nvPr/>
          </p:nvSpPr>
          <p:spPr>
            <a:xfrm>
              <a:off x="3385459" y="3106024"/>
              <a:ext cx="148383" cy="11947"/>
            </a:xfrm>
            <a:custGeom>
              <a:rect b="b" l="l" r="r" t="t"/>
              <a:pathLst>
                <a:path extrusionOk="0" h="459" w="5701">
                  <a:moveTo>
                    <a:pt x="0" y="1"/>
                  </a:moveTo>
                  <a:lnTo>
                    <a:pt x="0" y="458"/>
                  </a:lnTo>
                  <a:lnTo>
                    <a:pt x="5697" y="458"/>
                  </a:lnTo>
                  <a:cubicBezTo>
                    <a:pt x="5700" y="381"/>
                    <a:pt x="5700" y="307"/>
                    <a:pt x="5700" y="229"/>
                  </a:cubicBezTo>
                  <a:cubicBezTo>
                    <a:pt x="5700" y="152"/>
                    <a:pt x="5700" y="78"/>
                    <a:pt x="5697"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0" name="Google Shape;22170;p91"/>
            <p:cNvSpPr/>
            <p:nvPr/>
          </p:nvSpPr>
          <p:spPr>
            <a:xfrm>
              <a:off x="3510078" y="2892391"/>
              <a:ext cx="95000" cy="94974"/>
            </a:xfrm>
            <a:custGeom>
              <a:rect b="b" l="l" r="r" t="t"/>
              <a:pathLst>
                <a:path extrusionOk="0" h="3649" w="3650">
                  <a:moveTo>
                    <a:pt x="2281" y="0"/>
                  </a:moveTo>
                  <a:lnTo>
                    <a:pt x="1" y="2280"/>
                  </a:lnTo>
                  <a:lnTo>
                    <a:pt x="1" y="3649"/>
                  </a:lnTo>
                  <a:lnTo>
                    <a:pt x="1370" y="3649"/>
                  </a:lnTo>
                  <a:lnTo>
                    <a:pt x="3650" y="1369"/>
                  </a:lnTo>
                  <a:lnTo>
                    <a:pt x="2281" y="1369"/>
                  </a:lnTo>
                  <a:lnTo>
                    <a:pt x="228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1" name="Google Shape;22171;p91"/>
            <p:cNvSpPr/>
            <p:nvPr/>
          </p:nvSpPr>
          <p:spPr>
            <a:xfrm>
              <a:off x="3510078" y="2892391"/>
              <a:ext cx="59369" cy="94974"/>
            </a:xfrm>
            <a:custGeom>
              <a:rect b="b" l="l" r="r" t="t"/>
              <a:pathLst>
                <a:path extrusionOk="0" h="3649" w="2281">
                  <a:moveTo>
                    <a:pt x="2281" y="0"/>
                  </a:moveTo>
                  <a:lnTo>
                    <a:pt x="1" y="2280"/>
                  </a:lnTo>
                  <a:lnTo>
                    <a:pt x="1" y="3649"/>
                  </a:lnTo>
                  <a:lnTo>
                    <a:pt x="2281" y="1369"/>
                  </a:lnTo>
                  <a:lnTo>
                    <a:pt x="2281"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2" name="Google Shape;22172;p91"/>
            <p:cNvSpPr/>
            <p:nvPr/>
          </p:nvSpPr>
          <p:spPr>
            <a:xfrm>
              <a:off x="3272707" y="2999156"/>
              <a:ext cx="225502" cy="225580"/>
            </a:xfrm>
            <a:custGeom>
              <a:rect b="b" l="l" r="r" t="t"/>
              <a:pathLst>
                <a:path extrusionOk="0" h="8667" w="8664">
                  <a:moveTo>
                    <a:pt x="4332" y="1"/>
                  </a:moveTo>
                  <a:cubicBezTo>
                    <a:pt x="1940" y="1"/>
                    <a:pt x="1" y="1943"/>
                    <a:pt x="1" y="4335"/>
                  </a:cubicBezTo>
                  <a:cubicBezTo>
                    <a:pt x="1" y="6728"/>
                    <a:pt x="1940" y="8667"/>
                    <a:pt x="4332" y="8667"/>
                  </a:cubicBezTo>
                  <a:cubicBezTo>
                    <a:pt x="6725" y="8667"/>
                    <a:pt x="8663" y="6728"/>
                    <a:pt x="8663" y="4335"/>
                  </a:cubicBezTo>
                  <a:cubicBezTo>
                    <a:pt x="8663" y="1943"/>
                    <a:pt x="6725" y="1"/>
                    <a:pt x="43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3" name="Google Shape;22173;p91"/>
            <p:cNvSpPr/>
            <p:nvPr/>
          </p:nvSpPr>
          <p:spPr>
            <a:xfrm>
              <a:off x="3385459" y="3106024"/>
              <a:ext cx="112751" cy="11947"/>
            </a:xfrm>
            <a:custGeom>
              <a:rect b="b" l="l" r="r" t="t"/>
              <a:pathLst>
                <a:path extrusionOk="0" h="459" w="4332">
                  <a:moveTo>
                    <a:pt x="0" y="1"/>
                  </a:moveTo>
                  <a:lnTo>
                    <a:pt x="0" y="458"/>
                  </a:lnTo>
                  <a:lnTo>
                    <a:pt x="4321" y="458"/>
                  </a:lnTo>
                  <a:cubicBezTo>
                    <a:pt x="4324" y="381"/>
                    <a:pt x="4331" y="307"/>
                    <a:pt x="4331" y="229"/>
                  </a:cubicBezTo>
                  <a:cubicBezTo>
                    <a:pt x="4331" y="152"/>
                    <a:pt x="4324" y="78"/>
                    <a:pt x="4321"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4" name="Google Shape;22174;p91"/>
            <p:cNvSpPr/>
            <p:nvPr/>
          </p:nvSpPr>
          <p:spPr>
            <a:xfrm>
              <a:off x="3308443" y="3034969"/>
              <a:ext cx="154057" cy="154057"/>
            </a:xfrm>
            <a:custGeom>
              <a:rect b="b" l="l" r="r" t="t"/>
              <a:pathLst>
                <a:path extrusionOk="0" h="5919" w="5919">
                  <a:moveTo>
                    <a:pt x="2959" y="0"/>
                  </a:moveTo>
                  <a:cubicBezTo>
                    <a:pt x="1327" y="0"/>
                    <a:pt x="0" y="1323"/>
                    <a:pt x="0" y="2959"/>
                  </a:cubicBezTo>
                  <a:cubicBezTo>
                    <a:pt x="0" y="4592"/>
                    <a:pt x="1327" y="5918"/>
                    <a:pt x="2959" y="5918"/>
                  </a:cubicBezTo>
                  <a:cubicBezTo>
                    <a:pt x="4592" y="5918"/>
                    <a:pt x="5918" y="4592"/>
                    <a:pt x="5918" y="2959"/>
                  </a:cubicBezTo>
                  <a:cubicBezTo>
                    <a:pt x="5918" y="1323"/>
                    <a:pt x="4592" y="0"/>
                    <a:pt x="295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5" name="Google Shape;22175;p91"/>
            <p:cNvSpPr/>
            <p:nvPr/>
          </p:nvSpPr>
          <p:spPr>
            <a:xfrm>
              <a:off x="3385459" y="3106024"/>
              <a:ext cx="77041" cy="11947"/>
            </a:xfrm>
            <a:custGeom>
              <a:rect b="b" l="l" r="r" t="t"/>
              <a:pathLst>
                <a:path extrusionOk="0" h="459" w="2960">
                  <a:moveTo>
                    <a:pt x="0" y="1"/>
                  </a:moveTo>
                  <a:lnTo>
                    <a:pt x="0" y="458"/>
                  </a:lnTo>
                  <a:lnTo>
                    <a:pt x="2949" y="458"/>
                  </a:lnTo>
                  <a:cubicBezTo>
                    <a:pt x="2956" y="381"/>
                    <a:pt x="2959" y="307"/>
                    <a:pt x="2959" y="229"/>
                  </a:cubicBezTo>
                  <a:cubicBezTo>
                    <a:pt x="2959" y="152"/>
                    <a:pt x="2956" y="78"/>
                    <a:pt x="2949"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6" name="Google Shape;22176;p91"/>
            <p:cNvSpPr/>
            <p:nvPr/>
          </p:nvSpPr>
          <p:spPr>
            <a:xfrm>
              <a:off x="3343502" y="3070028"/>
              <a:ext cx="83913" cy="83835"/>
            </a:xfrm>
            <a:custGeom>
              <a:rect b="b" l="l" r="r" t="t"/>
              <a:pathLst>
                <a:path extrusionOk="0" h="3221" w="3224">
                  <a:moveTo>
                    <a:pt x="1612" y="1"/>
                  </a:moveTo>
                  <a:cubicBezTo>
                    <a:pt x="722" y="1"/>
                    <a:pt x="1" y="722"/>
                    <a:pt x="1" y="1612"/>
                  </a:cubicBezTo>
                  <a:cubicBezTo>
                    <a:pt x="1" y="2499"/>
                    <a:pt x="722" y="3220"/>
                    <a:pt x="1612" y="3220"/>
                  </a:cubicBezTo>
                  <a:cubicBezTo>
                    <a:pt x="2502" y="3220"/>
                    <a:pt x="3224" y="2499"/>
                    <a:pt x="3224" y="1612"/>
                  </a:cubicBezTo>
                  <a:cubicBezTo>
                    <a:pt x="3224" y="722"/>
                    <a:pt x="2502" y="1"/>
                    <a:pt x="1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7" name="Google Shape;22177;p91"/>
            <p:cNvSpPr/>
            <p:nvPr/>
          </p:nvSpPr>
          <p:spPr>
            <a:xfrm>
              <a:off x="3385459" y="3106024"/>
              <a:ext cx="42060" cy="11947"/>
            </a:xfrm>
            <a:custGeom>
              <a:rect b="b" l="l" r="r" t="t"/>
              <a:pathLst>
                <a:path extrusionOk="0" h="459" w="1616">
                  <a:moveTo>
                    <a:pt x="0" y="1"/>
                  </a:moveTo>
                  <a:lnTo>
                    <a:pt x="0" y="458"/>
                  </a:lnTo>
                  <a:lnTo>
                    <a:pt x="1594" y="458"/>
                  </a:lnTo>
                  <a:cubicBezTo>
                    <a:pt x="1615" y="307"/>
                    <a:pt x="1615" y="152"/>
                    <a:pt x="159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8" name="Google Shape;22178;p91"/>
            <p:cNvSpPr/>
            <p:nvPr/>
          </p:nvSpPr>
          <p:spPr>
            <a:xfrm>
              <a:off x="3367604" y="3094130"/>
              <a:ext cx="35632" cy="35632"/>
            </a:xfrm>
            <a:custGeom>
              <a:rect b="b" l="l" r="r" t="t"/>
              <a:pathLst>
                <a:path extrusionOk="0" h="1369" w="1369">
                  <a:moveTo>
                    <a:pt x="686" y="0"/>
                  </a:moveTo>
                  <a:cubicBezTo>
                    <a:pt x="310" y="0"/>
                    <a:pt x="0" y="306"/>
                    <a:pt x="0" y="686"/>
                  </a:cubicBezTo>
                  <a:cubicBezTo>
                    <a:pt x="0" y="1063"/>
                    <a:pt x="310" y="1369"/>
                    <a:pt x="686" y="1369"/>
                  </a:cubicBezTo>
                  <a:cubicBezTo>
                    <a:pt x="1063" y="1369"/>
                    <a:pt x="1369" y="1063"/>
                    <a:pt x="1369" y="686"/>
                  </a:cubicBezTo>
                  <a:cubicBezTo>
                    <a:pt x="1369" y="306"/>
                    <a:pt x="1063" y="0"/>
                    <a:pt x="6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9" name="Google Shape;22179;p91"/>
            <p:cNvSpPr/>
            <p:nvPr/>
          </p:nvSpPr>
          <p:spPr>
            <a:xfrm>
              <a:off x="3385459" y="3106024"/>
              <a:ext cx="18141" cy="11947"/>
            </a:xfrm>
            <a:custGeom>
              <a:rect b="b" l="l" r="r" t="t"/>
              <a:pathLst>
                <a:path extrusionOk="0" h="459" w="697">
                  <a:moveTo>
                    <a:pt x="0" y="1"/>
                  </a:moveTo>
                  <a:lnTo>
                    <a:pt x="0" y="458"/>
                  </a:lnTo>
                  <a:lnTo>
                    <a:pt x="644" y="458"/>
                  </a:lnTo>
                  <a:cubicBezTo>
                    <a:pt x="697" y="310"/>
                    <a:pt x="697" y="148"/>
                    <a:pt x="64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0" name="Google Shape;22180;p91"/>
            <p:cNvSpPr/>
            <p:nvPr/>
          </p:nvSpPr>
          <p:spPr>
            <a:xfrm>
              <a:off x="3227107" y="2886821"/>
              <a:ext cx="383932" cy="379117"/>
            </a:xfrm>
            <a:custGeom>
              <a:rect b="b" l="l" r="r" t="t"/>
              <a:pathLst>
                <a:path extrusionOk="0" h="14566" w="14751">
                  <a:moveTo>
                    <a:pt x="12938" y="728"/>
                  </a:moveTo>
                  <a:lnTo>
                    <a:pt x="12938" y="1583"/>
                  </a:lnTo>
                  <a:cubicBezTo>
                    <a:pt x="12938" y="1699"/>
                    <a:pt x="13037" y="1794"/>
                    <a:pt x="13153" y="1794"/>
                  </a:cubicBezTo>
                  <a:lnTo>
                    <a:pt x="14008" y="1794"/>
                  </a:lnTo>
                  <a:lnTo>
                    <a:pt x="12154" y="3648"/>
                  </a:lnTo>
                  <a:lnTo>
                    <a:pt x="11387" y="3648"/>
                  </a:lnTo>
                  <a:lnTo>
                    <a:pt x="12618" y="2417"/>
                  </a:lnTo>
                  <a:cubicBezTo>
                    <a:pt x="12775" y="2263"/>
                    <a:pt x="12632" y="2048"/>
                    <a:pt x="12467" y="2048"/>
                  </a:cubicBezTo>
                  <a:cubicBezTo>
                    <a:pt x="12417" y="2048"/>
                    <a:pt x="12365" y="2068"/>
                    <a:pt x="12319" y="2114"/>
                  </a:cubicBezTo>
                  <a:lnTo>
                    <a:pt x="11087" y="3346"/>
                  </a:lnTo>
                  <a:lnTo>
                    <a:pt x="11087" y="2582"/>
                  </a:lnTo>
                  <a:lnTo>
                    <a:pt x="12938" y="728"/>
                  </a:lnTo>
                  <a:close/>
                  <a:moveTo>
                    <a:pt x="6076" y="3163"/>
                  </a:moveTo>
                  <a:cubicBezTo>
                    <a:pt x="7422" y="3163"/>
                    <a:pt x="8762" y="3656"/>
                    <a:pt x="9807" y="4626"/>
                  </a:cubicBezTo>
                  <a:lnTo>
                    <a:pt x="5933" y="8500"/>
                  </a:lnTo>
                  <a:cubicBezTo>
                    <a:pt x="5779" y="8654"/>
                    <a:pt x="5922" y="8869"/>
                    <a:pt x="6087" y="8869"/>
                  </a:cubicBezTo>
                  <a:cubicBezTo>
                    <a:pt x="6137" y="8869"/>
                    <a:pt x="6189" y="8849"/>
                    <a:pt x="6235" y="8803"/>
                  </a:cubicBezTo>
                  <a:lnTo>
                    <a:pt x="7203" y="7835"/>
                  </a:lnTo>
                  <a:lnTo>
                    <a:pt x="7203" y="7835"/>
                  </a:lnTo>
                  <a:cubicBezTo>
                    <a:pt x="7580" y="8349"/>
                    <a:pt x="7555" y="9060"/>
                    <a:pt x="7140" y="9545"/>
                  </a:cubicBezTo>
                  <a:cubicBezTo>
                    <a:pt x="6869" y="9862"/>
                    <a:pt x="6480" y="10032"/>
                    <a:pt x="6084" y="10032"/>
                  </a:cubicBezTo>
                  <a:cubicBezTo>
                    <a:pt x="5873" y="10032"/>
                    <a:pt x="5660" y="9983"/>
                    <a:pt x="5461" y="9883"/>
                  </a:cubicBezTo>
                  <a:cubicBezTo>
                    <a:pt x="4888" y="9591"/>
                    <a:pt x="4592" y="8950"/>
                    <a:pt x="4740" y="8328"/>
                  </a:cubicBezTo>
                  <a:cubicBezTo>
                    <a:pt x="4891" y="7705"/>
                    <a:pt x="5447" y="7265"/>
                    <a:pt x="6084" y="7265"/>
                  </a:cubicBezTo>
                  <a:cubicBezTo>
                    <a:pt x="6172" y="7265"/>
                    <a:pt x="6257" y="7276"/>
                    <a:pt x="6341" y="7290"/>
                  </a:cubicBezTo>
                  <a:cubicBezTo>
                    <a:pt x="6357" y="7293"/>
                    <a:pt x="6372" y="7294"/>
                    <a:pt x="6387" y="7294"/>
                  </a:cubicBezTo>
                  <a:cubicBezTo>
                    <a:pt x="6489" y="7294"/>
                    <a:pt x="6580" y="7225"/>
                    <a:pt x="6598" y="7121"/>
                  </a:cubicBezTo>
                  <a:cubicBezTo>
                    <a:pt x="6619" y="7005"/>
                    <a:pt x="6542" y="6889"/>
                    <a:pt x="6422" y="6871"/>
                  </a:cubicBezTo>
                  <a:cubicBezTo>
                    <a:pt x="6310" y="6850"/>
                    <a:pt x="6197" y="6840"/>
                    <a:pt x="6086" y="6840"/>
                  </a:cubicBezTo>
                  <a:cubicBezTo>
                    <a:pt x="5453" y="6840"/>
                    <a:pt x="4855" y="7170"/>
                    <a:pt x="4526" y="7730"/>
                  </a:cubicBezTo>
                  <a:cubicBezTo>
                    <a:pt x="4138" y="8388"/>
                    <a:pt x="4205" y="9218"/>
                    <a:pt x="4691" y="9805"/>
                  </a:cubicBezTo>
                  <a:cubicBezTo>
                    <a:pt x="5042" y="10228"/>
                    <a:pt x="5556" y="10459"/>
                    <a:pt x="6084" y="10459"/>
                  </a:cubicBezTo>
                  <a:cubicBezTo>
                    <a:pt x="6290" y="10459"/>
                    <a:pt x="6498" y="10424"/>
                    <a:pt x="6700" y="10351"/>
                  </a:cubicBezTo>
                  <a:cubicBezTo>
                    <a:pt x="7418" y="10094"/>
                    <a:pt x="7896" y="9411"/>
                    <a:pt x="7896" y="8648"/>
                  </a:cubicBezTo>
                  <a:cubicBezTo>
                    <a:pt x="7896" y="8243"/>
                    <a:pt x="7759" y="7849"/>
                    <a:pt x="7506" y="7529"/>
                  </a:cubicBezTo>
                  <a:lnTo>
                    <a:pt x="8174" y="6861"/>
                  </a:lnTo>
                  <a:lnTo>
                    <a:pt x="8174" y="6861"/>
                  </a:lnTo>
                  <a:cubicBezTo>
                    <a:pt x="9096" y="7941"/>
                    <a:pt x="9043" y="9542"/>
                    <a:pt x="8055" y="10555"/>
                  </a:cubicBezTo>
                  <a:cubicBezTo>
                    <a:pt x="7520" y="11105"/>
                    <a:pt x="6806" y="11385"/>
                    <a:pt x="6089" y="11385"/>
                  </a:cubicBezTo>
                  <a:cubicBezTo>
                    <a:pt x="5480" y="11385"/>
                    <a:pt x="4869" y="11183"/>
                    <a:pt x="4364" y="10773"/>
                  </a:cubicBezTo>
                  <a:cubicBezTo>
                    <a:pt x="3262" y="9883"/>
                    <a:pt x="3020" y="8300"/>
                    <a:pt x="3804" y="7121"/>
                  </a:cubicBezTo>
                  <a:cubicBezTo>
                    <a:pt x="4329" y="6331"/>
                    <a:pt x="5197" y="5897"/>
                    <a:pt x="6088" y="5897"/>
                  </a:cubicBezTo>
                  <a:cubicBezTo>
                    <a:pt x="6531" y="5897"/>
                    <a:pt x="6979" y="6004"/>
                    <a:pt x="7393" y="6227"/>
                  </a:cubicBezTo>
                  <a:cubicBezTo>
                    <a:pt x="7431" y="6248"/>
                    <a:pt x="7467" y="6257"/>
                    <a:pt x="7501" y="6257"/>
                  </a:cubicBezTo>
                  <a:cubicBezTo>
                    <a:pt x="7694" y="6257"/>
                    <a:pt x="7809" y="5968"/>
                    <a:pt x="7597" y="5854"/>
                  </a:cubicBezTo>
                  <a:cubicBezTo>
                    <a:pt x="7118" y="5595"/>
                    <a:pt x="6599" y="5471"/>
                    <a:pt x="6087" y="5471"/>
                  </a:cubicBezTo>
                  <a:cubicBezTo>
                    <a:pt x="5050" y="5471"/>
                    <a:pt x="4039" y="5979"/>
                    <a:pt x="3431" y="6899"/>
                  </a:cubicBezTo>
                  <a:cubicBezTo>
                    <a:pt x="2523" y="8271"/>
                    <a:pt x="2816" y="10112"/>
                    <a:pt x="4103" y="11139"/>
                  </a:cubicBezTo>
                  <a:cubicBezTo>
                    <a:pt x="4687" y="11603"/>
                    <a:pt x="5389" y="11832"/>
                    <a:pt x="6087" y="11832"/>
                  </a:cubicBezTo>
                  <a:cubicBezTo>
                    <a:pt x="6928" y="11832"/>
                    <a:pt x="7764" y="11500"/>
                    <a:pt x="8385" y="10850"/>
                  </a:cubicBezTo>
                  <a:cubicBezTo>
                    <a:pt x="9522" y="9658"/>
                    <a:pt x="9564" y="7796"/>
                    <a:pt x="8477" y="6558"/>
                  </a:cubicBezTo>
                  <a:lnTo>
                    <a:pt x="9145" y="5889"/>
                  </a:lnTo>
                  <a:lnTo>
                    <a:pt x="9145" y="5889"/>
                  </a:lnTo>
                  <a:cubicBezTo>
                    <a:pt x="10591" y="7501"/>
                    <a:pt x="10542" y="9957"/>
                    <a:pt x="9033" y="11505"/>
                  </a:cubicBezTo>
                  <a:cubicBezTo>
                    <a:pt x="8230" y="12330"/>
                    <a:pt x="7160" y="12748"/>
                    <a:pt x="6087" y="12748"/>
                  </a:cubicBezTo>
                  <a:cubicBezTo>
                    <a:pt x="5142" y="12748"/>
                    <a:pt x="4193" y="12424"/>
                    <a:pt x="3421" y="11769"/>
                  </a:cubicBezTo>
                  <a:cubicBezTo>
                    <a:pt x="1774" y="10365"/>
                    <a:pt x="1493" y="7927"/>
                    <a:pt x="2784" y="6188"/>
                  </a:cubicBezTo>
                  <a:cubicBezTo>
                    <a:pt x="3586" y="5105"/>
                    <a:pt x="4827" y="4525"/>
                    <a:pt x="6089" y="4525"/>
                  </a:cubicBezTo>
                  <a:cubicBezTo>
                    <a:pt x="6852" y="4525"/>
                    <a:pt x="7622" y="4737"/>
                    <a:pt x="8308" y="5179"/>
                  </a:cubicBezTo>
                  <a:cubicBezTo>
                    <a:pt x="8350" y="5207"/>
                    <a:pt x="8392" y="5219"/>
                    <a:pt x="8431" y="5219"/>
                  </a:cubicBezTo>
                  <a:cubicBezTo>
                    <a:pt x="8618" y="5219"/>
                    <a:pt x="8744" y="4945"/>
                    <a:pt x="8540" y="4820"/>
                  </a:cubicBezTo>
                  <a:cubicBezTo>
                    <a:pt x="7780" y="4333"/>
                    <a:pt x="6928" y="4099"/>
                    <a:pt x="6084" y="4099"/>
                  </a:cubicBezTo>
                  <a:cubicBezTo>
                    <a:pt x="4684" y="4099"/>
                    <a:pt x="3308" y="4743"/>
                    <a:pt x="2421" y="5946"/>
                  </a:cubicBezTo>
                  <a:cubicBezTo>
                    <a:pt x="996" y="7874"/>
                    <a:pt x="1313" y="10576"/>
                    <a:pt x="3146" y="12124"/>
                  </a:cubicBezTo>
                  <a:cubicBezTo>
                    <a:pt x="3998" y="12845"/>
                    <a:pt x="5042" y="13200"/>
                    <a:pt x="6083" y="13200"/>
                  </a:cubicBezTo>
                  <a:cubicBezTo>
                    <a:pt x="7277" y="13200"/>
                    <a:pt x="8467" y="12732"/>
                    <a:pt x="9356" y="11811"/>
                  </a:cubicBezTo>
                  <a:cubicBezTo>
                    <a:pt x="11021" y="10083"/>
                    <a:pt x="11063" y="7364"/>
                    <a:pt x="9448" y="5587"/>
                  </a:cubicBezTo>
                  <a:lnTo>
                    <a:pt x="10113" y="4922"/>
                  </a:lnTo>
                  <a:cubicBezTo>
                    <a:pt x="11052" y="5935"/>
                    <a:pt x="11573" y="7269"/>
                    <a:pt x="11573" y="8651"/>
                  </a:cubicBezTo>
                  <a:cubicBezTo>
                    <a:pt x="11577" y="11252"/>
                    <a:pt x="9754" y="13500"/>
                    <a:pt x="7207" y="14035"/>
                  </a:cubicBezTo>
                  <a:cubicBezTo>
                    <a:pt x="6828" y="14114"/>
                    <a:pt x="6450" y="14152"/>
                    <a:pt x="6076" y="14152"/>
                  </a:cubicBezTo>
                  <a:cubicBezTo>
                    <a:pt x="3930" y="14152"/>
                    <a:pt x="1936" y="12889"/>
                    <a:pt x="1046" y="10861"/>
                  </a:cubicBezTo>
                  <a:cubicBezTo>
                    <a:pt x="1" y="8479"/>
                    <a:pt x="771" y="5689"/>
                    <a:pt x="2893" y="4179"/>
                  </a:cubicBezTo>
                  <a:cubicBezTo>
                    <a:pt x="3850" y="3499"/>
                    <a:pt x="4965" y="3163"/>
                    <a:pt x="6076" y="3163"/>
                  </a:cubicBezTo>
                  <a:close/>
                  <a:moveTo>
                    <a:pt x="13151" y="0"/>
                  </a:moveTo>
                  <a:cubicBezTo>
                    <a:pt x="13098" y="0"/>
                    <a:pt x="13045" y="20"/>
                    <a:pt x="13002" y="63"/>
                  </a:cubicBezTo>
                  <a:lnTo>
                    <a:pt x="10722" y="2343"/>
                  </a:lnTo>
                  <a:cubicBezTo>
                    <a:pt x="10683" y="2382"/>
                    <a:pt x="10658" y="2438"/>
                    <a:pt x="10658" y="2494"/>
                  </a:cubicBezTo>
                  <a:lnTo>
                    <a:pt x="10658" y="3775"/>
                  </a:lnTo>
                  <a:lnTo>
                    <a:pt x="10109" y="4324"/>
                  </a:lnTo>
                  <a:cubicBezTo>
                    <a:pt x="9019" y="3303"/>
                    <a:pt x="7580" y="2737"/>
                    <a:pt x="6084" y="2737"/>
                  </a:cubicBezTo>
                  <a:cubicBezTo>
                    <a:pt x="2823" y="2737"/>
                    <a:pt x="170" y="5390"/>
                    <a:pt x="170" y="8651"/>
                  </a:cubicBezTo>
                  <a:cubicBezTo>
                    <a:pt x="170" y="11913"/>
                    <a:pt x="2823" y="14566"/>
                    <a:pt x="6084" y="14566"/>
                  </a:cubicBezTo>
                  <a:cubicBezTo>
                    <a:pt x="9346" y="14566"/>
                    <a:pt x="11999" y="11913"/>
                    <a:pt x="11999" y="8651"/>
                  </a:cubicBezTo>
                  <a:cubicBezTo>
                    <a:pt x="11999" y="7156"/>
                    <a:pt x="11432" y="5717"/>
                    <a:pt x="10412" y="4626"/>
                  </a:cubicBezTo>
                  <a:lnTo>
                    <a:pt x="10961" y="4074"/>
                  </a:lnTo>
                  <a:lnTo>
                    <a:pt x="12242" y="4074"/>
                  </a:lnTo>
                  <a:cubicBezTo>
                    <a:pt x="12298" y="4074"/>
                    <a:pt x="12351" y="4053"/>
                    <a:pt x="12393" y="4014"/>
                  </a:cubicBezTo>
                  <a:lnTo>
                    <a:pt x="14673" y="1734"/>
                  </a:lnTo>
                  <a:cubicBezTo>
                    <a:pt x="14733" y="1671"/>
                    <a:pt x="14750" y="1579"/>
                    <a:pt x="14719" y="1502"/>
                  </a:cubicBezTo>
                  <a:cubicBezTo>
                    <a:pt x="14687" y="1421"/>
                    <a:pt x="14609" y="1368"/>
                    <a:pt x="14522" y="1368"/>
                  </a:cubicBezTo>
                  <a:lnTo>
                    <a:pt x="13367" y="1368"/>
                  </a:lnTo>
                  <a:lnTo>
                    <a:pt x="13367" y="214"/>
                  </a:lnTo>
                  <a:cubicBezTo>
                    <a:pt x="13367" y="85"/>
                    <a:pt x="13261" y="0"/>
                    <a:pt x="131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81" name="Google Shape;22181;p91"/>
          <p:cNvGrpSpPr/>
          <p:nvPr/>
        </p:nvGrpSpPr>
        <p:grpSpPr>
          <a:xfrm>
            <a:off x="3702395" y="1990746"/>
            <a:ext cx="363396" cy="356030"/>
            <a:chOff x="3702395" y="1990746"/>
            <a:chExt cx="363396" cy="356030"/>
          </a:xfrm>
        </p:grpSpPr>
        <p:sp>
          <p:nvSpPr>
            <p:cNvPr id="22182" name="Google Shape;22182;p91"/>
            <p:cNvSpPr/>
            <p:nvPr/>
          </p:nvSpPr>
          <p:spPr>
            <a:xfrm>
              <a:off x="3854318" y="1995926"/>
              <a:ext cx="66891" cy="66969"/>
            </a:xfrm>
            <a:custGeom>
              <a:rect b="b" l="l" r="r" t="t"/>
              <a:pathLst>
                <a:path extrusionOk="0" h="2573" w="2570">
                  <a:moveTo>
                    <a:pt x="1285" y="1"/>
                  </a:moveTo>
                  <a:cubicBezTo>
                    <a:pt x="574" y="1"/>
                    <a:pt x="1" y="578"/>
                    <a:pt x="1" y="1285"/>
                  </a:cubicBezTo>
                  <a:cubicBezTo>
                    <a:pt x="1" y="1996"/>
                    <a:pt x="574" y="2573"/>
                    <a:pt x="1285" y="2573"/>
                  </a:cubicBezTo>
                  <a:cubicBezTo>
                    <a:pt x="1996" y="2573"/>
                    <a:pt x="2569" y="1996"/>
                    <a:pt x="2569" y="1285"/>
                  </a:cubicBezTo>
                  <a:cubicBezTo>
                    <a:pt x="2569" y="578"/>
                    <a:pt x="1996" y="1"/>
                    <a:pt x="1285"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3" name="Google Shape;22183;p91"/>
            <p:cNvSpPr/>
            <p:nvPr/>
          </p:nvSpPr>
          <p:spPr>
            <a:xfrm>
              <a:off x="3847447" y="1997305"/>
              <a:ext cx="66422" cy="65563"/>
            </a:xfrm>
            <a:custGeom>
              <a:rect b="b" l="l" r="r" t="t"/>
              <a:pathLst>
                <a:path extrusionOk="0" h="2519" w="2552">
                  <a:moveTo>
                    <a:pt x="1190" y="1"/>
                  </a:moveTo>
                  <a:cubicBezTo>
                    <a:pt x="356" y="244"/>
                    <a:pt x="1" y="1225"/>
                    <a:pt x="479" y="1946"/>
                  </a:cubicBezTo>
                  <a:cubicBezTo>
                    <a:pt x="733" y="2325"/>
                    <a:pt x="1141" y="2519"/>
                    <a:pt x="1551" y="2519"/>
                  </a:cubicBezTo>
                  <a:cubicBezTo>
                    <a:pt x="1921" y="2519"/>
                    <a:pt x="2293" y="2360"/>
                    <a:pt x="2552" y="2038"/>
                  </a:cubicBezTo>
                  <a:lnTo>
                    <a:pt x="2552" y="2038"/>
                  </a:lnTo>
                  <a:cubicBezTo>
                    <a:pt x="2432" y="2073"/>
                    <a:pt x="2313" y="2091"/>
                    <a:pt x="2193" y="2091"/>
                  </a:cubicBezTo>
                  <a:cubicBezTo>
                    <a:pt x="1113" y="2091"/>
                    <a:pt x="515" y="842"/>
                    <a:pt x="1190"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4" name="Google Shape;22184;p91"/>
            <p:cNvSpPr/>
            <p:nvPr/>
          </p:nvSpPr>
          <p:spPr>
            <a:xfrm>
              <a:off x="3787479" y="2146495"/>
              <a:ext cx="44611" cy="44533"/>
            </a:xfrm>
            <a:custGeom>
              <a:rect b="b" l="l" r="r" t="t"/>
              <a:pathLst>
                <a:path extrusionOk="0" h="1711" w="1714">
                  <a:moveTo>
                    <a:pt x="855" y="0"/>
                  </a:moveTo>
                  <a:cubicBezTo>
                    <a:pt x="384" y="0"/>
                    <a:pt x="0" y="384"/>
                    <a:pt x="0" y="855"/>
                  </a:cubicBezTo>
                  <a:cubicBezTo>
                    <a:pt x="0" y="1327"/>
                    <a:pt x="384" y="1710"/>
                    <a:pt x="855" y="1710"/>
                  </a:cubicBezTo>
                  <a:cubicBezTo>
                    <a:pt x="1330" y="1710"/>
                    <a:pt x="1714" y="1327"/>
                    <a:pt x="1714" y="855"/>
                  </a:cubicBezTo>
                  <a:cubicBezTo>
                    <a:pt x="1714" y="384"/>
                    <a:pt x="1330" y="0"/>
                    <a:pt x="85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5" name="Google Shape;22185;p91"/>
            <p:cNvSpPr/>
            <p:nvPr/>
          </p:nvSpPr>
          <p:spPr>
            <a:xfrm>
              <a:off x="3782794" y="2147301"/>
              <a:ext cx="44351" cy="43778"/>
            </a:xfrm>
            <a:custGeom>
              <a:rect b="b" l="l" r="r" t="t"/>
              <a:pathLst>
                <a:path extrusionOk="0" h="1682" w="1704">
                  <a:moveTo>
                    <a:pt x="796" y="1"/>
                  </a:moveTo>
                  <a:cubicBezTo>
                    <a:pt x="240" y="163"/>
                    <a:pt x="1" y="817"/>
                    <a:pt x="321" y="1299"/>
                  </a:cubicBezTo>
                  <a:cubicBezTo>
                    <a:pt x="491" y="1553"/>
                    <a:pt x="764" y="1682"/>
                    <a:pt x="1038" y="1682"/>
                  </a:cubicBezTo>
                  <a:cubicBezTo>
                    <a:pt x="1285" y="1682"/>
                    <a:pt x="1532" y="1576"/>
                    <a:pt x="1704" y="1363"/>
                  </a:cubicBezTo>
                  <a:lnTo>
                    <a:pt x="1704" y="1363"/>
                  </a:lnTo>
                  <a:cubicBezTo>
                    <a:pt x="1626" y="1384"/>
                    <a:pt x="1545" y="1394"/>
                    <a:pt x="1465" y="1394"/>
                  </a:cubicBezTo>
                  <a:cubicBezTo>
                    <a:pt x="743" y="1394"/>
                    <a:pt x="346" y="564"/>
                    <a:pt x="796"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6" name="Google Shape;22186;p91"/>
            <p:cNvSpPr/>
            <p:nvPr/>
          </p:nvSpPr>
          <p:spPr>
            <a:xfrm>
              <a:off x="3943514" y="2146495"/>
              <a:ext cx="44637" cy="44533"/>
            </a:xfrm>
            <a:custGeom>
              <a:rect b="b" l="l" r="r" t="t"/>
              <a:pathLst>
                <a:path extrusionOk="0" h="1711" w="1715">
                  <a:moveTo>
                    <a:pt x="856" y="0"/>
                  </a:moveTo>
                  <a:cubicBezTo>
                    <a:pt x="384" y="0"/>
                    <a:pt x="1" y="384"/>
                    <a:pt x="1" y="855"/>
                  </a:cubicBezTo>
                  <a:cubicBezTo>
                    <a:pt x="1" y="1327"/>
                    <a:pt x="384" y="1710"/>
                    <a:pt x="856" y="1710"/>
                  </a:cubicBezTo>
                  <a:cubicBezTo>
                    <a:pt x="1331" y="1710"/>
                    <a:pt x="1714" y="1327"/>
                    <a:pt x="1714" y="855"/>
                  </a:cubicBezTo>
                  <a:cubicBezTo>
                    <a:pt x="1714" y="384"/>
                    <a:pt x="1331" y="0"/>
                    <a:pt x="856"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7" name="Google Shape;22187;p91"/>
            <p:cNvSpPr/>
            <p:nvPr/>
          </p:nvSpPr>
          <p:spPr>
            <a:xfrm>
              <a:off x="3938855" y="2147301"/>
              <a:ext cx="44351" cy="43778"/>
            </a:xfrm>
            <a:custGeom>
              <a:rect b="b" l="l" r="r" t="t"/>
              <a:pathLst>
                <a:path extrusionOk="0" h="1682" w="1704">
                  <a:moveTo>
                    <a:pt x="796" y="1"/>
                  </a:moveTo>
                  <a:lnTo>
                    <a:pt x="796" y="1"/>
                  </a:lnTo>
                  <a:cubicBezTo>
                    <a:pt x="240" y="163"/>
                    <a:pt x="0" y="817"/>
                    <a:pt x="321" y="1299"/>
                  </a:cubicBezTo>
                  <a:cubicBezTo>
                    <a:pt x="491" y="1553"/>
                    <a:pt x="764" y="1682"/>
                    <a:pt x="1037" y="1682"/>
                  </a:cubicBezTo>
                  <a:cubicBezTo>
                    <a:pt x="1284" y="1682"/>
                    <a:pt x="1531" y="1576"/>
                    <a:pt x="1703" y="1363"/>
                  </a:cubicBezTo>
                  <a:lnTo>
                    <a:pt x="1703" y="1363"/>
                  </a:lnTo>
                  <a:cubicBezTo>
                    <a:pt x="1626" y="1384"/>
                    <a:pt x="1545" y="1394"/>
                    <a:pt x="1464" y="1394"/>
                  </a:cubicBezTo>
                  <a:cubicBezTo>
                    <a:pt x="743" y="1394"/>
                    <a:pt x="345" y="564"/>
                    <a:pt x="796"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8" name="Google Shape;22188;p91"/>
            <p:cNvSpPr/>
            <p:nvPr/>
          </p:nvSpPr>
          <p:spPr>
            <a:xfrm>
              <a:off x="3715045" y="2308021"/>
              <a:ext cx="33445" cy="33471"/>
            </a:xfrm>
            <a:custGeom>
              <a:rect b="b" l="l" r="r" t="t"/>
              <a:pathLst>
                <a:path extrusionOk="0" h="1286" w="1285">
                  <a:moveTo>
                    <a:pt x="641" y="1"/>
                  </a:moveTo>
                  <a:cubicBezTo>
                    <a:pt x="285" y="1"/>
                    <a:pt x="0" y="289"/>
                    <a:pt x="0" y="645"/>
                  </a:cubicBezTo>
                  <a:cubicBezTo>
                    <a:pt x="0" y="1000"/>
                    <a:pt x="285" y="1285"/>
                    <a:pt x="641" y="1285"/>
                  </a:cubicBezTo>
                  <a:cubicBezTo>
                    <a:pt x="996" y="1285"/>
                    <a:pt x="1284" y="1000"/>
                    <a:pt x="1284" y="645"/>
                  </a:cubicBezTo>
                  <a:cubicBezTo>
                    <a:pt x="1284" y="289"/>
                    <a:pt x="996" y="1"/>
                    <a:pt x="6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9" name="Google Shape;22189;p91"/>
            <p:cNvSpPr/>
            <p:nvPr/>
          </p:nvSpPr>
          <p:spPr>
            <a:xfrm>
              <a:off x="3711557" y="2308776"/>
              <a:ext cx="33185" cy="32743"/>
            </a:xfrm>
            <a:custGeom>
              <a:rect b="b" l="l" r="r" t="t"/>
              <a:pathLst>
                <a:path extrusionOk="0" h="1258" w="1275">
                  <a:moveTo>
                    <a:pt x="595" y="0"/>
                  </a:moveTo>
                  <a:cubicBezTo>
                    <a:pt x="180" y="120"/>
                    <a:pt x="1"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0" name="Google Shape;22190;p91"/>
            <p:cNvSpPr/>
            <p:nvPr/>
          </p:nvSpPr>
          <p:spPr>
            <a:xfrm>
              <a:off x="3871002" y="2308021"/>
              <a:ext cx="33523" cy="33471"/>
            </a:xfrm>
            <a:custGeom>
              <a:rect b="b" l="l" r="r" t="t"/>
              <a:pathLst>
                <a:path extrusionOk="0" h="1286" w="1288">
                  <a:moveTo>
                    <a:pt x="644" y="1"/>
                  </a:moveTo>
                  <a:cubicBezTo>
                    <a:pt x="289" y="1"/>
                    <a:pt x="0" y="289"/>
                    <a:pt x="0" y="645"/>
                  </a:cubicBezTo>
                  <a:cubicBezTo>
                    <a:pt x="0" y="1000"/>
                    <a:pt x="289" y="1285"/>
                    <a:pt x="644" y="1285"/>
                  </a:cubicBezTo>
                  <a:cubicBezTo>
                    <a:pt x="999" y="1285"/>
                    <a:pt x="1288" y="1000"/>
                    <a:pt x="1288" y="645"/>
                  </a:cubicBezTo>
                  <a:cubicBezTo>
                    <a:pt x="1288" y="289"/>
                    <a:pt x="999" y="1"/>
                    <a:pt x="64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1" name="Google Shape;22191;p91"/>
            <p:cNvSpPr/>
            <p:nvPr/>
          </p:nvSpPr>
          <p:spPr>
            <a:xfrm>
              <a:off x="3867592" y="2308776"/>
              <a:ext cx="33185" cy="32743"/>
            </a:xfrm>
            <a:custGeom>
              <a:rect b="b" l="l" r="r" t="t"/>
              <a:pathLst>
                <a:path extrusionOk="0" h="1258" w="1275">
                  <a:moveTo>
                    <a:pt x="596" y="0"/>
                  </a:moveTo>
                  <a:lnTo>
                    <a:pt x="596" y="0"/>
                  </a:lnTo>
                  <a:cubicBezTo>
                    <a:pt x="180" y="120"/>
                    <a:pt x="1" y="612"/>
                    <a:pt x="240" y="971"/>
                  </a:cubicBezTo>
                  <a:cubicBezTo>
                    <a:pt x="367" y="1161"/>
                    <a:pt x="571" y="1257"/>
                    <a:pt x="775" y="1257"/>
                  </a:cubicBezTo>
                  <a:cubicBezTo>
                    <a:pt x="960" y="1257"/>
                    <a:pt x="1146" y="1178"/>
                    <a:pt x="1275" y="1017"/>
                  </a:cubicBezTo>
                  <a:lnTo>
                    <a:pt x="1275" y="1017"/>
                  </a:lnTo>
                  <a:cubicBezTo>
                    <a:pt x="1218" y="1034"/>
                    <a:pt x="1159" y="1045"/>
                    <a:pt x="1099" y="1045"/>
                  </a:cubicBezTo>
                  <a:cubicBezTo>
                    <a:pt x="557" y="1045"/>
                    <a:pt x="258" y="419"/>
                    <a:pt x="5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2" name="Google Shape;22192;p91"/>
            <p:cNvSpPr/>
            <p:nvPr/>
          </p:nvSpPr>
          <p:spPr>
            <a:xfrm>
              <a:off x="4027036" y="2308021"/>
              <a:ext cx="33549" cy="33471"/>
            </a:xfrm>
            <a:custGeom>
              <a:rect b="b" l="l" r="r" t="t"/>
              <a:pathLst>
                <a:path extrusionOk="0" h="1286" w="1289">
                  <a:moveTo>
                    <a:pt x="645" y="1"/>
                  </a:moveTo>
                  <a:cubicBezTo>
                    <a:pt x="289" y="1"/>
                    <a:pt x="1" y="289"/>
                    <a:pt x="1" y="645"/>
                  </a:cubicBezTo>
                  <a:cubicBezTo>
                    <a:pt x="1" y="1000"/>
                    <a:pt x="289" y="1285"/>
                    <a:pt x="645" y="1285"/>
                  </a:cubicBezTo>
                  <a:cubicBezTo>
                    <a:pt x="1000" y="1285"/>
                    <a:pt x="1288" y="1000"/>
                    <a:pt x="1288" y="645"/>
                  </a:cubicBezTo>
                  <a:cubicBezTo>
                    <a:pt x="1288" y="289"/>
                    <a:pt x="1000"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3" name="Google Shape;22193;p91"/>
            <p:cNvSpPr/>
            <p:nvPr/>
          </p:nvSpPr>
          <p:spPr>
            <a:xfrm>
              <a:off x="4023653" y="2308776"/>
              <a:ext cx="33185" cy="32743"/>
            </a:xfrm>
            <a:custGeom>
              <a:rect b="b" l="l" r="r" t="t"/>
              <a:pathLst>
                <a:path extrusionOk="0" h="1258" w="1275">
                  <a:moveTo>
                    <a:pt x="595" y="0"/>
                  </a:moveTo>
                  <a:lnTo>
                    <a:pt x="595" y="0"/>
                  </a:lnTo>
                  <a:cubicBezTo>
                    <a:pt x="180" y="120"/>
                    <a:pt x="0"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4" name="Google Shape;22194;p91"/>
            <p:cNvSpPr/>
            <p:nvPr/>
          </p:nvSpPr>
          <p:spPr>
            <a:xfrm>
              <a:off x="3858456" y="2302816"/>
              <a:ext cx="51300" cy="43960"/>
            </a:xfrm>
            <a:custGeom>
              <a:rect b="b" l="l" r="r" t="t"/>
              <a:pathLst>
                <a:path extrusionOk="0" h="1689" w="1971">
                  <a:moveTo>
                    <a:pt x="1122" y="402"/>
                  </a:moveTo>
                  <a:cubicBezTo>
                    <a:pt x="1350" y="402"/>
                    <a:pt x="1569" y="578"/>
                    <a:pt x="1569" y="845"/>
                  </a:cubicBezTo>
                  <a:cubicBezTo>
                    <a:pt x="1569" y="1088"/>
                    <a:pt x="1369" y="1285"/>
                    <a:pt x="1126" y="1288"/>
                  </a:cubicBezTo>
                  <a:cubicBezTo>
                    <a:pt x="732" y="1288"/>
                    <a:pt x="535" y="810"/>
                    <a:pt x="813" y="532"/>
                  </a:cubicBezTo>
                  <a:cubicBezTo>
                    <a:pt x="903" y="442"/>
                    <a:pt x="1014" y="402"/>
                    <a:pt x="1122" y="402"/>
                  </a:cubicBezTo>
                  <a:close/>
                  <a:moveTo>
                    <a:pt x="1126" y="0"/>
                  </a:moveTo>
                  <a:cubicBezTo>
                    <a:pt x="377" y="0"/>
                    <a:pt x="0" y="908"/>
                    <a:pt x="531" y="1439"/>
                  </a:cubicBezTo>
                  <a:cubicBezTo>
                    <a:pt x="703" y="1611"/>
                    <a:pt x="915" y="1688"/>
                    <a:pt x="1122" y="1688"/>
                  </a:cubicBezTo>
                  <a:cubicBezTo>
                    <a:pt x="1555" y="1688"/>
                    <a:pt x="1971" y="1352"/>
                    <a:pt x="1971" y="845"/>
                  </a:cubicBezTo>
                  <a:cubicBezTo>
                    <a:pt x="1967" y="380"/>
                    <a:pt x="1591" y="4"/>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5" name="Google Shape;22195;p91"/>
            <p:cNvSpPr/>
            <p:nvPr/>
          </p:nvSpPr>
          <p:spPr>
            <a:xfrm>
              <a:off x="3938309" y="2141237"/>
              <a:ext cx="64210" cy="54996"/>
            </a:xfrm>
            <a:custGeom>
              <a:rect b="b" l="l" r="r" t="t"/>
              <a:pathLst>
                <a:path extrusionOk="0" h="2113" w="2467">
                  <a:moveTo>
                    <a:pt x="1056" y="399"/>
                  </a:moveTo>
                  <a:cubicBezTo>
                    <a:pt x="1640" y="399"/>
                    <a:pt x="1932" y="1107"/>
                    <a:pt x="1520" y="1522"/>
                  </a:cubicBezTo>
                  <a:cubicBezTo>
                    <a:pt x="1387" y="1655"/>
                    <a:pt x="1223" y="1714"/>
                    <a:pt x="1063" y="1714"/>
                  </a:cubicBezTo>
                  <a:cubicBezTo>
                    <a:pt x="725" y="1714"/>
                    <a:pt x="401" y="1453"/>
                    <a:pt x="401" y="1057"/>
                  </a:cubicBezTo>
                  <a:cubicBezTo>
                    <a:pt x="401" y="695"/>
                    <a:pt x="693" y="403"/>
                    <a:pt x="1056" y="403"/>
                  </a:cubicBezTo>
                  <a:lnTo>
                    <a:pt x="1056" y="399"/>
                  </a:lnTo>
                  <a:close/>
                  <a:moveTo>
                    <a:pt x="1063" y="0"/>
                  </a:moveTo>
                  <a:cubicBezTo>
                    <a:pt x="521" y="0"/>
                    <a:pt x="0" y="422"/>
                    <a:pt x="0" y="1057"/>
                  </a:cubicBezTo>
                  <a:cubicBezTo>
                    <a:pt x="4" y="1641"/>
                    <a:pt x="475" y="2113"/>
                    <a:pt x="1056" y="2113"/>
                  </a:cubicBezTo>
                  <a:cubicBezTo>
                    <a:pt x="1995" y="2113"/>
                    <a:pt x="2467" y="976"/>
                    <a:pt x="1802" y="311"/>
                  </a:cubicBezTo>
                  <a:cubicBezTo>
                    <a:pt x="1587" y="96"/>
                    <a:pt x="1322"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6" name="Google Shape;22196;p91"/>
            <p:cNvSpPr/>
            <p:nvPr/>
          </p:nvSpPr>
          <p:spPr>
            <a:xfrm>
              <a:off x="3782248" y="2141237"/>
              <a:ext cx="64236" cy="54996"/>
            </a:xfrm>
            <a:custGeom>
              <a:rect b="b" l="l" r="r" t="t"/>
              <a:pathLst>
                <a:path extrusionOk="0" h="2113" w="2468">
                  <a:moveTo>
                    <a:pt x="1056" y="399"/>
                  </a:moveTo>
                  <a:cubicBezTo>
                    <a:pt x="1640" y="399"/>
                    <a:pt x="1932" y="1107"/>
                    <a:pt x="1521" y="1522"/>
                  </a:cubicBezTo>
                  <a:cubicBezTo>
                    <a:pt x="1388" y="1655"/>
                    <a:pt x="1224" y="1714"/>
                    <a:pt x="1063" y="1714"/>
                  </a:cubicBezTo>
                  <a:cubicBezTo>
                    <a:pt x="726" y="1714"/>
                    <a:pt x="402" y="1453"/>
                    <a:pt x="402" y="1057"/>
                  </a:cubicBezTo>
                  <a:cubicBezTo>
                    <a:pt x="402" y="695"/>
                    <a:pt x="694" y="403"/>
                    <a:pt x="1056" y="403"/>
                  </a:cubicBezTo>
                  <a:lnTo>
                    <a:pt x="1056" y="399"/>
                  </a:lnTo>
                  <a:close/>
                  <a:moveTo>
                    <a:pt x="1064" y="0"/>
                  </a:moveTo>
                  <a:cubicBezTo>
                    <a:pt x="521" y="0"/>
                    <a:pt x="1" y="422"/>
                    <a:pt x="1" y="1057"/>
                  </a:cubicBezTo>
                  <a:cubicBezTo>
                    <a:pt x="4" y="1641"/>
                    <a:pt x="476" y="2113"/>
                    <a:pt x="1056" y="2113"/>
                  </a:cubicBezTo>
                  <a:cubicBezTo>
                    <a:pt x="1996" y="2113"/>
                    <a:pt x="2467" y="976"/>
                    <a:pt x="1802" y="311"/>
                  </a:cubicBezTo>
                  <a:cubicBezTo>
                    <a:pt x="1587" y="96"/>
                    <a:pt x="1323" y="0"/>
                    <a:pt x="10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7" name="Google Shape;22197;p91"/>
            <p:cNvSpPr/>
            <p:nvPr/>
          </p:nvSpPr>
          <p:spPr>
            <a:xfrm>
              <a:off x="3702395" y="2302816"/>
              <a:ext cx="51300" cy="43960"/>
            </a:xfrm>
            <a:custGeom>
              <a:rect b="b" l="l" r="r" t="t"/>
              <a:pathLst>
                <a:path extrusionOk="0" h="1689" w="1971">
                  <a:moveTo>
                    <a:pt x="1123" y="402"/>
                  </a:moveTo>
                  <a:cubicBezTo>
                    <a:pt x="1351" y="402"/>
                    <a:pt x="1570" y="578"/>
                    <a:pt x="1570" y="845"/>
                  </a:cubicBezTo>
                  <a:cubicBezTo>
                    <a:pt x="1570" y="1088"/>
                    <a:pt x="1369" y="1285"/>
                    <a:pt x="1127" y="1288"/>
                  </a:cubicBezTo>
                  <a:cubicBezTo>
                    <a:pt x="733"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8" name="Google Shape;22198;p91"/>
            <p:cNvSpPr/>
            <p:nvPr/>
          </p:nvSpPr>
          <p:spPr>
            <a:xfrm>
              <a:off x="4014491" y="2302816"/>
              <a:ext cx="51300" cy="43960"/>
            </a:xfrm>
            <a:custGeom>
              <a:rect b="b" l="l" r="r" t="t"/>
              <a:pathLst>
                <a:path extrusionOk="0" h="1689" w="1971">
                  <a:moveTo>
                    <a:pt x="1123" y="402"/>
                  </a:moveTo>
                  <a:cubicBezTo>
                    <a:pt x="1351" y="402"/>
                    <a:pt x="1570" y="578"/>
                    <a:pt x="1570" y="845"/>
                  </a:cubicBezTo>
                  <a:cubicBezTo>
                    <a:pt x="1570" y="1088"/>
                    <a:pt x="1369" y="1285"/>
                    <a:pt x="1127" y="1288"/>
                  </a:cubicBezTo>
                  <a:cubicBezTo>
                    <a:pt x="732"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9" name="Google Shape;22199;p91"/>
            <p:cNvSpPr/>
            <p:nvPr/>
          </p:nvSpPr>
          <p:spPr>
            <a:xfrm>
              <a:off x="3849112" y="1990746"/>
              <a:ext cx="80321" cy="77380"/>
            </a:xfrm>
            <a:custGeom>
              <a:rect b="b" l="l" r="r" t="t"/>
              <a:pathLst>
                <a:path extrusionOk="0" h="2973" w="3086">
                  <a:moveTo>
                    <a:pt x="1485" y="401"/>
                  </a:moveTo>
                  <a:cubicBezTo>
                    <a:pt x="2453" y="404"/>
                    <a:pt x="2935" y="1572"/>
                    <a:pt x="2252" y="2255"/>
                  </a:cubicBezTo>
                  <a:cubicBezTo>
                    <a:pt x="2031" y="2475"/>
                    <a:pt x="1759" y="2574"/>
                    <a:pt x="1492" y="2574"/>
                  </a:cubicBezTo>
                  <a:cubicBezTo>
                    <a:pt x="934" y="2574"/>
                    <a:pt x="399" y="2140"/>
                    <a:pt x="401" y="1488"/>
                  </a:cubicBezTo>
                  <a:cubicBezTo>
                    <a:pt x="401" y="886"/>
                    <a:pt x="887" y="401"/>
                    <a:pt x="1485" y="401"/>
                  </a:cubicBezTo>
                  <a:close/>
                  <a:moveTo>
                    <a:pt x="1488" y="1"/>
                  </a:moveTo>
                  <a:cubicBezTo>
                    <a:pt x="1296" y="1"/>
                    <a:pt x="1102" y="38"/>
                    <a:pt x="919" y="116"/>
                  </a:cubicBezTo>
                  <a:cubicBezTo>
                    <a:pt x="363" y="344"/>
                    <a:pt x="0" y="886"/>
                    <a:pt x="0" y="1488"/>
                  </a:cubicBezTo>
                  <a:cubicBezTo>
                    <a:pt x="0" y="2308"/>
                    <a:pt x="665" y="2969"/>
                    <a:pt x="1485" y="2973"/>
                  </a:cubicBezTo>
                  <a:cubicBezTo>
                    <a:pt x="2087" y="2973"/>
                    <a:pt x="2629" y="2610"/>
                    <a:pt x="2857" y="2054"/>
                  </a:cubicBezTo>
                  <a:cubicBezTo>
                    <a:pt x="3086" y="1498"/>
                    <a:pt x="2959" y="861"/>
                    <a:pt x="2537" y="436"/>
                  </a:cubicBezTo>
                  <a:cubicBezTo>
                    <a:pt x="2253" y="152"/>
                    <a:pt x="1873" y="1"/>
                    <a:pt x="14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0" name="Google Shape;22200;p91"/>
            <p:cNvSpPr/>
            <p:nvPr/>
          </p:nvSpPr>
          <p:spPr>
            <a:xfrm>
              <a:off x="3742374" y="2208336"/>
              <a:ext cx="133677" cy="88415"/>
            </a:xfrm>
            <a:custGeom>
              <a:rect b="b" l="l" r="r" t="t"/>
              <a:pathLst>
                <a:path extrusionOk="0" h="3397" w="5136">
                  <a:moveTo>
                    <a:pt x="2587" y="0"/>
                  </a:moveTo>
                  <a:cubicBezTo>
                    <a:pt x="2490" y="0"/>
                    <a:pt x="2393" y="64"/>
                    <a:pt x="2388" y="193"/>
                  </a:cubicBezTo>
                  <a:lnTo>
                    <a:pt x="2388" y="1706"/>
                  </a:lnTo>
                  <a:lnTo>
                    <a:pt x="1336" y="1706"/>
                  </a:lnTo>
                  <a:cubicBezTo>
                    <a:pt x="1023" y="1706"/>
                    <a:pt x="734" y="1878"/>
                    <a:pt x="590" y="2153"/>
                  </a:cubicBezTo>
                  <a:lnTo>
                    <a:pt x="90" y="3096"/>
                  </a:lnTo>
                  <a:cubicBezTo>
                    <a:pt x="0" y="3256"/>
                    <a:pt x="136" y="3396"/>
                    <a:pt x="272" y="3396"/>
                  </a:cubicBezTo>
                  <a:cubicBezTo>
                    <a:pt x="339" y="3396"/>
                    <a:pt x="405" y="3363"/>
                    <a:pt x="446" y="3282"/>
                  </a:cubicBezTo>
                  <a:lnTo>
                    <a:pt x="945" y="2339"/>
                  </a:lnTo>
                  <a:cubicBezTo>
                    <a:pt x="1023" y="2195"/>
                    <a:pt x="1170" y="2103"/>
                    <a:pt x="1336" y="2103"/>
                  </a:cubicBezTo>
                  <a:lnTo>
                    <a:pt x="3844" y="2103"/>
                  </a:lnTo>
                  <a:cubicBezTo>
                    <a:pt x="4006" y="2103"/>
                    <a:pt x="4158" y="2195"/>
                    <a:pt x="4235" y="2339"/>
                  </a:cubicBezTo>
                  <a:lnTo>
                    <a:pt x="4731" y="3282"/>
                  </a:lnTo>
                  <a:cubicBezTo>
                    <a:pt x="4768" y="3351"/>
                    <a:pt x="4837" y="3390"/>
                    <a:pt x="4909" y="3390"/>
                  </a:cubicBezTo>
                  <a:cubicBezTo>
                    <a:pt x="4940" y="3390"/>
                    <a:pt x="4972" y="3383"/>
                    <a:pt x="5002" y="3366"/>
                  </a:cubicBezTo>
                  <a:cubicBezTo>
                    <a:pt x="5101" y="3314"/>
                    <a:pt x="5136" y="3194"/>
                    <a:pt x="5086" y="3096"/>
                  </a:cubicBezTo>
                  <a:lnTo>
                    <a:pt x="4590" y="2153"/>
                  </a:lnTo>
                  <a:cubicBezTo>
                    <a:pt x="4444" y="1877"/>
                    <a:pt x="4160" y="1706"/>
                    <a:pt x="3850" y="1706"/>
                  </a:cubicBezTo>
                  <a:cubicBezTo>
                    <a:pt x="3847" y="1706"/>
                    <a:pt x="3844" y="1706"/>
                    <a:pt x="3841" y="1706"/>
                  </a:cubicBezTo>
                  <a:lnTo>
                    <a:pt x="2789" y="1706"/>
                  </a:lnTo>
                  <a:lnTo>
                    <a:pt x="2789" y="193"/>
                  </a:lnTo>
                  <a:cubicBezTo>
                    <a:pt x="2782" y="64"/>
                    <a:pt x="2684" y="0"/>
                    <a:pt x="25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1" name="Google Shape;22201;p91"/>
            <p:cNvSpPr/>
            <p:nvPr/>
          </p:nvSpPr>
          <p:spPr>
            <a:xfrm>
              <a:off x="3828785" y="2080177"/>
              <a:ext cx="118295" cy="54788"/>
            </a:xfrm>
            <a:custGeom>
              <a:rect b="b" l="l" r="r" t="t"/>
              <a:pathLst>
                <a:path extrusionOk="0" h="2105" w="4545">
                  <a:moveTo>
                    <a:pt x="2265" y="1"/>
                  </a:moveTo>
                  <a:cubicBezTo>
                    <a:pt x="2168" y="1"/>
                    <a:pt x="2071" y="64"/>
                    <a:pt x="2066" y="191"/>
                  </a:cubicBezTo>
                  <a:lnTo>
                    <a:pt x="2066" y="849"/>
                  </a:lnTo>
                  <a:lnTo>
                    <a:pt x="940" y="849"/>
                  </a:lnTo>
                  <a:cubicBezTo>
                    <a:pt x="707" y="849"/>
                    <a:pt x="493" y="976"/>
                    <a:pt x="384" y="1183"/>
                  </a:cubicBezTo>
                  <a:lnTo>
                    <a:pt x="53" y="1809"/>
                  </a:lnTo>
                  <a:cubicBezTo>
                    <a:pt x="0" y="1908"/>
                    <a:pt x="39" y="2031"/>
                    <a:pt x="137" y="2080"/>
                  </a:cubicBezTo>
                  <a:cubicBezTo>
                    <a:pt x="168" y="2097"/>
                    <a:pt x="200" y="2104"/>
                    <a:pt x="231" y="2104"/>
                  </a:cubicBezTo>
                  <a:cubicBezTo>
                    <a:pt x="303" y="2104"/>
                    <a:pt x="372" y="2065"/>
                    <a:pt x="408" y="1999"/>
                  </a:cubicBezTo>
                  <a:lnTo>
                    <a:pt x="743" y="1370"/>
                  </a:lnTo>
                  <a:cubicBezTo>
                    <a:pt x="780" y="1298"/>
                    <a:pt x="854" y="1250"/>
                    <a:pt x="935" y="1250"/>
                  </a:cubicBezTo>
                  <a:cubicBezTo>
                    <a:pt x="937" y="1250"/>
                    <a:pt x="940" y="1250"/>
                    <a:pt x="943" y="1250"/>
                  </a:cubicBezTo>
                  <a:lnTo>
                    <a:pt x="3593" y="1250"/>
                  </a:lnTo>
                  <a:cubicBezTo>
                    <a:pt x="3595" y="1250"/>
                    <a:pt x="3598" y="1250"/>
                    <a:pt x="3601" y="1250"/>
                  </a:cubicBezTo>
                  <a:cubicBezTo>
                    <a:pt x="3682" y="1250"/>
                    <a:pt x="3756" y="1298"/>
                    <a:pt x="3797" y="1370"/>
                  </a:cubicBezTo>
                  <a:lnTo>
                    <a:pt x="4127" y="1999"/>
                  </a:lnTo>
                  <a:cubicBezTo>
                    <a:pt x="4170" y="2063"/>
                    <a:pt x="4230" y="2090"/>
                    <a:pt x="4289" y="2090"/>
                  </a:cubicBezTo>
                  <a:cubicBezTo>
                    <a:pt x="4418" y="2090"/>
                    <a:pt x="4544" y="1964"/>
                    <a:pt x="4479" y="1809"/>
                  </a:cubicBezTo>
                  <a:lnTo>
                    <a:pt x="4148" y="1183"/>
                  </a:lnTo>
                  <a:cubicBezTo>
                    <a:pt x="4039" y="976"/>
                    <a:pt x="3825" y="845"/>
                    <a:pt x="3593" y="845"/>
                  </a:cubicBezTo>
                  <a:lnTo>
                    <a:pt x="2467" y="845"/>
                  </a:lnTo>
                  <a:lnTo>
                    <a:pt x="2467" y="191"/>
                  </a:lnTo>
                  <a:cubicBezTo>
                    <a:pt x="2460" y="64"/>
                    <a:pt x="2362" y="1"/>
                    <a:pt x="2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2" name="Google Shape;22202;p91"/>
            <p:cNvSpPr/>
            <p:nvPr/>
          </p:nvSpPr>
          <p:spPr>
            <a:xfrm>
              <a:off x="3898799" y="2208336"/>
              <a:ext cx="133755" cy="88285"/>
            </a:xfrm>
            <a:custGeom>
              <a:rect b="b" l="l" r="r" t="t"/>
              <a:pathLst>
                <a:path extrusionOk="0" h="3392" w="5139">
                  <a:moveTo>
                    <a:pt x="2575" y="0"/>
                  </a:moveTo>
                  <a:cubicBezTo>
                    <a:pt x="2478" y="0"/>
                    <a:pt x="2380" y="64"/>
                    <a:pt x="2373" y="193"/>
                  </a:cubicBezTo>
                  <a:lnTo>
                    <a:pt x="2373" y="1706"/>
                  </a:lnTo>
                  <a:lnTo>
                    <a:pt x="1321" y="1706"/>
                  </a:lnTo>
                  <a:cubicBezTo>
                    <a:pt x="1008" y="1706"/>
                    <a:pt x="723" y="1878"/>
                    <a:pt x="575" y="2153"/>
                  </a:cubicBezTo>
                  <a:lnTo>
                    <a:pt x="79" y="3096"/>
                  </a:lnTo>
                  <a:cubicBezTo>
                    <a:pt x="1" y="3252"/>
                    <a:pt x="131" y="3387"/>
                    <a:pt x="264" y="3387"/>
                  </a:cubicBezTo>
                  <a:cubicBezTo>
                    <a:pt x="328" y="3387"/>
                    <a:pt x="392" y="3356"/>
                    <a:pt x="435" y="3282"/>
                  </a:cubicBezTo>
                  <a:lnTo>
                    <a:pt x="931" y="2339"/>
                  </a:lnTo>
                  <a:cubicBezTo>
                    <a:pt x="1008" y="2195"/>
                    <a:pt x="1156" y="2103"/>
                    <a:pt x="1321" y="2103"/>
                  </a:cubicBezTo>
                  <a:lnTo>
                    <a:pt x="3826" y="2103"/>
                  </a:lnTo>
                  <a:cubicBezTo>
                    <a:pt x="3992" y="2103"/>
                    <a:pt x="4143" y="2195"/>
                    <a:pt x="4220" y="2339"/>
                  </a:cubicBezTo>
                  <a:lnTo>
                    <a:pt x="4717" y="3282"/>
                  </a:lnTo>
                  <a:cubicBezTo>
                    <a:pt x="4752" y="3349"/>
                    <a:pt x="4819" y="3391"/>
                    <a:pt x="4892" y="3391"/>
                  </a:cubicBezTo>
                  <a:cubicBezTo>
                    <a:pt x="5044" y="3388"/>
                    <a:pt x="5139" y="3229"/>
                    <a:pt x="5068" y="3096"/>
                  </a:cubicBezTo>
                  <a:lnTo>
                    <a:pt x="4572" y="2153"/>
                  </a:lnTo>
                  <a:cubicBezTo>
                    <a:pt x="4425" y="1878"/>
                    <a:pt x="4140" y="1706"/>
                    <a:pt x="3826" y="1706"/>
                  </a:cubicBezTo>
                  <a:lnTo>
                    <a:pt x="2774" y="1706"/>
                  </a:lnTo>
                  <a:lnTo>
                    <a:pt x="2774" y="193"/>
                  </a:lnTo>
                  <a:cubicBezTo>
                    <a:pt x="2769" y="64"/>
                    <a:pt x="2672" y="0"/>
                    <a:pt x="2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03" name="Google Shape;22203;p91"/>
          <p:cNvGrpSpPr/>
          <p:nvPr/>
        </p:nvGrpSpPr>
        <p:grpSpPr>
          <a:xfrm>
            <a:off x="1319656" y="2442662"/>
            <a:ext cx="457173" cy="335364"/>
            <a:chOff x="1319656" y="2442662"/>
            <a:chExt cx="457173" cy="335364"/>
          </a:xfrm>
        </p:grpSpPr>
        <p:sp>
          <p:nvSpPr>
            <p:cNvPr id="22204" name="Google Shape;22204;p91"/>
            <p:cNvSpPr/>
            <p:nvPr/>
          </p:nvSpPr>
          <p:spPr>
            <a:xfrm>
              <a:off x="1605360" y="2463900"/>
              <a:ext cx="35762" cy="78603"/>
            </a:xfrm>
            <a:custGeom>
              <a:rect b="b" l="l" r="r" t="t"/>
              <a:pathLst>
                <a:path extrusionOk="0" h="3020" w="1374">
                  <a:moveTo>
                    <a:pt x="824" y="0"/>
                  </a:moveTo>
                  <a:cubicBezTo>
                    <a:pt x="370" y="0"/>
                    <a:pt x="1" y="370"/>
                    <a:pt x="1" y="824"/>
                  </a:cubicBezTo>
                  <a:lnTo>
                    <a:pt x="1" y="1017"/>
                  </a:lnTo>
                  <a:cubicBezTo>
                    <a:pt x="1" y="1253"/>
                    <a:pt x="40" y="1489"/>
                    <a:pt x="114" y="1714"/>
                  </a:cubicBezTo>
                  <a:lnTo>
                    <a:pt x="550" y="3019"/>
                  </a:lnTo>
                  <a:lnTo>
                    <a:pt x="1373" y="3019"/>
                  </a:lnTo>
                  <a:lnTo>
                    <a:pt x="137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5" name="Google Shape;22205;p91"/>
            <p:cNvSpPr/>
            <p:nvPr/>
          </p:nvSpPr>
          <p:spPr>
            <a:xfrm>
              <a:off x="1619649" y="2456742"/>
              <a:ext cx="85761" cy="85761"/>
            </a:xfrm>
            <a:custGeom>
              <a:rect b="b" l="l" r="r" t="t"/>
              <a:pathLst>
                <a:path extrusionOk="0" h="3295" w="3295">
                  <a:moveTo>
                    <a:pt x="824" y="1"/>
                  </a:moveTo>
                  <a:cubicBezTo>
                    <a:pt x="370" y="1"/>
                    <a:pt x="1" y="370"/>
                    <a:pt x="1" y="824"/>
                  </a:cubicBezTo>
                  <a:cubicBezTo>
                    <a:pt x="1" y="1127"/>
                    <a:pt x="247" y="1373"/>
                    <a:pt x="550" y="1373"/>
                  </a:cubicBezTo>
                  <a:lnTo>
                    <a:pt x="2749" y="3294"/>
                  </a:lnTo>
                  <a:lnTo>
                    <a:pt x="3231" y="1595"/>
                  </a:lnTo>
                  <a:cubicBezTo>
                    <a:pt x="3273" y="1447"/>
                    <a:pt x="3294" y="1296"/>
                    <a:pt x="3294" y="1144"/>
                  </a:cubicBezTo>
                  <a:lnTo>
                    <a:pt x="3294"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6" name="Google Shape;22206;p91"/>
            <p:cNvSpPr/>
            <p:nvPr/>
          </p:nvSpPr>
          <p:spPr>
            <a:xfrm>
              <a:off x="1633938" y="2563898"/>
              <a:ext cx="42893" cy="42893"/>
            </a:xfrm>
            <a:custGeom>
              <a:rect b="b" l="l" r="r" t="t"/>
              <a:pathLst>
                <a:path extrusionOk="0" h="1648" w="1648">
                  <a:moveTo>
                    <a:pt x="1" y="0"/>
                  </a:moveTo>
                  <a:lnTo>
                    <a:pt x="1" y="1647"/>
                  </a:lnTo>
                  <a:lnTo>
                    <a:pt x="1647" y="1647"/>
                  </a:lnTo>
                  <a:lnTo>
                    <a:pt x="1647"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7" name="Google Shape;22207;p91"/>
            <p:cNvSpPr/>
            <p:nvPr/>
          </p:nvSpPr>
          <p:spPr>
            <a:xfrm>
              <a:off x="1583939" y="2581206"/>
              <a:ext cx="142969" cy="125583"/>
            </a:xfrm>
            <a:custGeom>
              <a:rect b="b" l="l" r="r" t="t"/>
              <a:pathLst>
                <a:path extrusionOk="0" h="4825" w="5493">
                  <a:moveTo>
                    <a:pt x="1922" y="0"/>
                  </a:moveTo>
                  <a:lnTo>
                    <a:pt x="599" y="380"/>
                  </a:lnTo>
                  <a:cubicBezTo>
                    <a:pt x="243" y="479"/>
                    <a:pt x="1" y="803"/>
                    <a:pt x="1" y="1172"/>
                  </a:cubicBezTo>
                  <a:lnTo>
                    <a:pt x="1" y="4824"/>
                  </a:lnTo>
                  <a:lnTo>
                    <a:pt x="4395" y="4824"/>
                  </a:lnTo>
                  <a:cubicBezTo>
                    <a:pt x="5000" y="4824"/>
                    <a:pt x="5493" y="4332"/>
                    <a:pt x="5493" y="3723"/>
                  </a:cubicBezTo>
                  <a:lnTo>
                    <a:pt x="5493" y="1169"/>
                  </a:lnTo>
                  <a:cubicBezTo>
                    <a:pt x="5493" y="803"/>
                    <a:pt x="5247" y="479"/>
                    <a:pt x="4891" y="380"/>
                  </a:cubicBezTo>
                  <a:lnTo>
                    <a:pt x="3568" y="0"/>
                  </a:lnTo>
                  <a:lnTo>
                    <a:pt x="3245" y="387"/>
                  </a:lnTo>
                  <a:cubicBezTo>
                    <a:pt x="3114" y="542"/>
                    <a:pt x="2930" y="620"/>
                    <a:pt x="2745" y="620"/>
                  </a:cubicBezTo>
                  <a:cubicBezTo>
                    <a:pt x="2560" y="620"/>
                    <a:pt x="2376" y="542"/>
                    <a:pt x="2245" y="387"/>
                  </a:cubicBezTo>
                  <a:lnTo>
                    <a:pt x="1922"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8" name="Google Shape;22208;p91"/>
            <p:cNvSpPr/>
            <p:nvPr/>
          </p:nvSpPr>
          <p:spPr>
            <a:xfrm>
              <a:off x="1612517" y="2492556"/>
              <a:ext cx="85839" cy="78499"/>
            </a:xfrm>
            <a:custGeom>
              <a:rect b="b" l="l" r="r" t="t"/>
              <a:pathLst>
                <a:path extrusionOk="0" h="3016" w="3298">
                  <a:moveTo>
                    <a:pt x="1043" y="0"/>
                  </a:moveTo>
                  <a:cubicBezTo>
                    <a:pt x="900" y="0"/>
                    <a:pt x="761" y="57"/>
                    <a:pt x="658" y="162"/>
                  </a:cubicBezTo>
                  <a:lnTo>
                    <a:pt x="387" y="433"/>
                  </a:lnTo>
                  <a:cubicBezTo>
                    <a:pt x="141" y="680"/>
                    <a:pt x="0" y="1017"/>
                    <a:pt x="0" y="1369"/>
                  </a:cubicBezTo>
                  <a:cubicBezTo>
                    <a:pt x="0" y="2277"/>
                    <a:pt x="739" y="3016"/>
                    <a:pt x="1647" y="3016"/>
                  </a:cubicBezTo>
                  <a:cubicBezTo>
                    <a:pt x="2555" y="3016"/>
                    <a:pt x="3294" y="2281"/>
                    <a:pt x="3294" y="1369"/>
                  </a:cubicBezTo>
                  <a:lnTo>
                    <a:pt x="3294" y="1017"/>
                  </a:lnTo>
                  <a:cubicBezTo>
                    <a:pt x="3297" y="873"/>
                    <a:pt x="3237" y="732"/>
                    <a:pt x="3135" y="630"/>
                  </a:cubicBezTo>
                  <a:cubicBezTo>
                    <a:pt x="2710" y="215"/>
                    <a:pt x="1936" y="29"/>
                    <a:pt x="1056" y="1"/>
                  </a:cubicBezTo>
                  <a:cubicBezTo>
                    <a:pt x="1052" y="0"/>
                    <a:pt x="1047" y="0"/>
                    <a:pt x="104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9" name="Google Shape;22209;p91"/>
            <p:cNvSpPr/>
            <p:nvPr/>
          </p:nvSpPr>
          <p:spPr>
            <a:xfrm>
              <a:off x="1612517" y="2492556"/>
              <a:ext cx="85552" cy="76859"/>
            </a:xfrm>
            <a:custGeom>
              <a:rect b="b" l="l" r="r" t="t"/>
              <a:pathLst>
                <a:path extrusionOk="0" h="2953" w="3287">
                  <a:moveTo>
                    <a:pt x="1044" y="0"/>
                  </a:moveTo>
                  <a:cubicBezTo>
                    <a:pt x="900" y="0"/>
                    <a:pt x="761" y="60"/>
                    <a:pt x="658" y="162"/>
                  </a:cubicBezTo>
                  <a:lnTo>
                    <a:pt x="387" y="433"/>
                  </a:lnTo>
                  <a:cubicBezTo>
                    <a:pt x="138" y="680"/>
                    <a:pt x="0" y="1017"/>
                    <a:pt x="0" y="1369"/>
                  </a:cubicBezTo>
                  <a:cubicBezTo>
                    <a:pt x="0" y="2105"/>
                    <a:pt x="486" y="2748"/>
                    <a:pt x="1190" y="2953"/>
                  </a:cubicBezTo>
                  <a:cubicBezTo>
                    <a:pt x="954" y="2661"/>
                    <a:pt x="824" y="2298"/>
                    <a:pt x="824" y="1922"/>
                  </a:cubicBezTo>
                  <a:lnTo>
                    <a:pt x="824" y="1369"/>
                  </a:lnTo>
                  <a:cubicBezTo>
                    <a:pt x="824" y="1063"/>
                    <a:pt x="1070" y="819"/>
                    <a:pt x="1373" y="819"/>
                  </a:cubicBezTo>
                  <a:cubicBezTo>
                    <a:pt x="1383" y="819"/>
                    <a:pt x="1394" y="820"/>
                    <a:pt x="1404" y="820"/>
                  </a:cubicBezTo>
                  <a:cubicBezTo>
                    <a:pt x="1960" y="856"/>
                    <a:pt x="2780" y="951"/>
                    <a:pt x="3287" y="1193"/>
                  </a:cubicBezTo>
                  <a:cubicBezTo>
                    <a:pt x="3269" y="1077"/>
                    <a:pt x="3220" y="715"/>
                    <a:pt x="3135" y="630"/>
                  </a:cubicBezTo>
                  <a:cubicBezTo>
                    <a:pt x="2710" y="215"/>
                    <a:pt x="1932" y="29"/>
                    <a:pt x="1056" y="1"/>
                  </a:cubicBezTo>
                  <a:cubicBezTo>
                    <a:pt x="1052" y="0"/>
                    <a:pt x="1048" y="0"/>
                    <a:pt x="104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0" name="Google Shape;22210;p91"/>
            <p:cNvSpPr/>
            <p:nvPr/>
          </p:nvSpPr>
          <p:spPr>
            <a:xfrm>
              <a:off x="1633938" y="2599425"/>
              <a:ext cx="92970" cy="107363"/>
            </a:xfrm>
            <a:custGeom>
              <a:rect b="b" l="l" r="r" t="t"/>
              <a:pathLst>
                <a:path extrusionOk="0" h="4125" w="3572">
                  <a:moveTo>
                    <a:pt x="3417" y="1"/>
                  </a:moveTo>
                  <a:lnTo>
                    <a:pt x="2713" y="708"/>
                  </a:lnTo>
                  <a:cubicBezTo>
                    <a:pt x="2559" y="859"/>
                    <a:pt x="2471" y="1070"/>
                    <a:pt x="2474" y="1288"/>
                  </a:cubicBezTo>
                  <a:lnTo>
                    <a:pt x="2474" y="2752"/>
                  </a:lnTo>
                  <a:lnTo>
                    <a:pt x="1" y="2752"/>
                  </a:lnTo>
                  <a:lnTo>
                    <a:pt x="1" y="4124"/>
                  </a:lnTo>
                  <a:lnTo>
                    <a:pt x="2474" y="4124"/>
                  </a:lnTo>
                  <a:cubicBezTo>
                    <a:pt x="3079" y="4124"/>
                    <a:pt x="3572" y="3632"/>
                    <a:pt x="3572" y="3023"/>
                  </a:cubicBezTo>
                  <a:lnTo>
                    <a:pt x="3572" y="469"/>
                  </a:lnTo>
                  <a:cubicBezTo>
                    <a:pt x="3568" y="300"/>
                    <a:pt x="3516" y="138"/>
                    <a:pt x="3417"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1" name="Google Shape;22211;p91"/>
            <p:cNvSpPr/>
            <p:nvPr/>
          </p:nvSpPr>
          <p:spPr>
            <a:xfrm>
              <a:off x="1569650" y="2628186"/>
              <a:ext cx="100024" cy="71445"/>
            </a:xfrm>
            <a:custGeom>
              <a:rect b="b" l="l" r="r" t="t"/>
              <a:pathLst>
                <a:path extrusionOk="0" h="2745" w="3843">
                  <a:moveTo>
                    <a:pt x="275" y="0"/>
                  </a:moveTo>
                  <a:cubicBezTo>
                    <a:pt x="124" y="0"/>
                    <a:pt x="1" y="124"/>
                    <a:pt x="1" y="275"/>
                  </a:cubicBezTo>
                  <a:lnTo>
                    <a:pt x="1" y="2470"/>
                  </a:lnTo>
                  <a:cubicBezTo>
                    <a:pt x="1" y="2622"/>
                    <a:pt x="124" y="2745"/>
                    <a:pt x="275" y="2745"/>
                  </a:cubicBezTo>
                  <a:lnTo>
                    <a:pt x="3568" y="2745"/>
                  </a:lnTo>
                  <a:cubicBezTo>
                    <a:pt x="3720" y="2745"/>
                    <a:pt x="3843" y="2622"/>
                    <a:pt x="3843" y="2470"/>
                  </a:cubicBezTo>
                  <a:lnTo>
                    <a:pt x="3843" y="275"/>
                  </a:lnTo>
                  <a:cubicBezTo>
                    <a:pt x="3843" y="124"/>
                    <a:pt x="3720" y="0"/>
                    <a:pt x="3568"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2" name="Google Shape;22212;p91"/>
            <p:cNvSpPr/>
            <p:nvPr/>
          </p:nvSpPr>
          <p:spPr>
            <a:xfrm>
              <a:off x="1383944" y="2571029"/>
              <a:ext cx="142891" cy="128602"/>
            </a:xfrm>
            <a:custGeom>
              <a:rect b="b" l="l" r="r" t="t"/>
              <a:pathLst>
                <a:path extrusionOk="0" h="4941" w="5490">
                  <a:moveTo>
                    <a:pt x="1921" y="1"/>
                  </a:moveTo>
                  <a:lnTo>
                    <a:pt x="1921" y="135"/>
                  </a:lnTo>
                  <a:cubicBezTo>
                    <a:pt x="1921" y="381"/>
                    <a:pt x="1759" y="595"/>
                    <a:pt x="1524" y="662"/>
                  </a:cubicBezTo>
                  <a:lnTo>
                    <a:pt x="598" y="926"/>
                  </a:lnTo>
                  <a:cubicBezTo>
                    <a:pt x="243" y="1028"/>
                    <a:pt x="0" y="1352"/>
                    <a:pt x="0" y="1718"/>
                  </a:cubicBezTo>
                  <a:lnTo>
                    <a:pt x="0" y="4117"/>
                  </a:lnTo>
                  <a:cubicBezTo>
                    <a:pt x="0" y="4571"/>
                    <a:pt x="370" y="4941"/>
                    <a:pt x="824" y="4941"/>
                  </a:cubicBezTo>
                  <a:lnTo>
                    <a:pt x="4666" y="4941"/>
                  </a:lnTo>
                  <a:cubicBezTo>
                    <a:pt x="5120" y="4941"/>
                    <a:pt x="5489" y="4571"/>
                    <a:pt x="5489" y="4117"/>
                  </a:cubicBezTo>
                  <a:lnTo>
                    <a:pt x="5489" y="1718"/>
                  </a:lnTo>
                  <a:cubicBezTo>
                    <a:pt x="5489" y="1352"/>
                    <a:pt x="5246" y="1028"/>
                    <a:pt x="4891" y="926"/>
                  </a:cubicBezTo>
                  <a:lnTo>
                    <a:pt x="3969" y="662"/>
                  </a:lnTo>
                  <a:cubicBezTo>
                    <a:pt x="3733" y="595"/>
                    <a:pt x="3572" y="377"/>
                    <a:pt x="3572" y="131"/>
                  </a:cubicBezTo>
                  <a:lnTo>
                    <a:pt x="3572"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3" name="Google Shape;22213;p91"/>
            <p:cNvSpPr/>
            <p:nvPr/>
          </p:nvSpPr>
          <p:spPr>
            <a:xfrm>
              <a:off x="1383944" y="2603459"/>
              <a:ext cx="28604" cy="96172"/>
            </a:xfrm>
            <a:custGeom>
              <a:rect b="b" l="l" r="r" t="t"/>
              <a:pathLst>
                <a:path extrusionOk="0" h="3695" w="1099">
                  <a:moveTo>
                    <a:pt x="152" y="0"/>
                  </a:moveTo>
                  <a:cubicBezTo>
                    <a:pt x="53" y="138"/>
                    <a:pt x="0" y="303"/>
                    <a:pt x="0" y="472"/>
                  </a:cubicBezTo>
                  <a:lnTo>
                    <a:pt x="0" y="2868"/>
                  </a:lnTo>
                  <a:cubicBezTo>
                    <a:pt x="0" y="3325"/>
                    <a:pt x="370" y="3695"/>
                    <a:pt x="824" y="3695"/>
                  </a:cubicBezTo>
                  <a:lnTo>
                    <a:pt x="1098" y="3695"/>
                  </a:lnTo>
                  <a:lnTo>
                    <a:pt x="1098" y="950"/>
                  </a:lnTo>
                  <a:lnTo>
                    <a:pt x="15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4" name="Google Shape;22214;p91"/>
            <p:cNvSpPr/>
            <p:nvPr/>
          </p:nvSpPr>
          <p:spPr>
            <a:xfrm>
              <a:off x="1498231" y="2603459"/>
              <a:ext cx="28604" cy="96172"/>
            </a:xfrm>
            <a:custGeom>
              <a:rect b="b" l="l" r="r" t="t"/>
              <a:pathLst>
                <a:path extrusionOk="0" h="3695" w="1099">
                  <a:moveTo>
                    <a:pt x="947" y="0"/>
                  </a:moveTo>
                  <a:lnTo>
                    <a:pt x="0" y="950"/>
                  </a:lnTo>
                  <a:lnTo>
                    <a:pt x="0" y="3695"/>
                  </a:lnTo>
                  <a:lnTo>
                    <a:pt x="275" y="3695"/>
                  </a:lnTo>
                  <a:cubicBezTo>
                    <a:pt x="729" y="3695"/>
                    <a:pt x="1098" y="3325"/>
                    <a:pt x="1098" y="2868"/>
                  </a:cubicBezTo>
                  <a:lnTo>
                    <a:pt x="1098" y="472"/>
                  </a:lnTo>
                  <a:cubicBezTo>
                    <a:pt x="1098" y="303"/>
                    <a:pt x="1045" y="138"/>
                    <a:pt x="94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5" name="Google Shape;22215;p91"/>
            <p:cNvSpPr/>
            <p:nvPr/>
          </p:nvSpPr>
          <p:spPr>
            <a:xfrm>
              <a:off x="1421033" y="2571029"/>
              <a:ext cx="68713" cy="21473"/>
            </a:xfrm>
            <a:custGeom>
              <a:rect b="b" l="l" r="r" t="t"/>
              <a:pathLst>
                <a:path extrusionOk="0" h="825" w="2640">
                  <a:moveTo>
                    <a:pt x="496" y="1"/>
                  </a:moveTo>
                  <a:lnTo>
                    <a:pt x="496" y="138"/>
                  </a:lnTo>
                  <a:cubicBezTo>
                    <a:pt x="496" y="381"/>
                    <a:pt x="334" y="595"/>
                    <a:pt x="99" y="666"/>
                  </a:cubicBezTo>
                  <a:lnTo>
                    <a:pt x="0" y="690"/>
                  </a:lnTo>
                  <a:cubicBezTo>
                    <a:pt x="437" y="778"/>
                    <a:pt x="876" y="821"/>
                    <a:pt x="1320" y="824"/>
                  </a:cubicBezTo>
                  <a:cubicBezTo>
                    <a:pt x="1763" y="821"/>
                    <a:pt x="2203" y="778"/>
                    <a:pt x="2639" y="690"/>
                  </a:cubicBezTo>
                  <a:lnTo>
                    <a:pt x="2548" y="666"/>
                  </a:lnTo>
                  <a:cubicBezTo>
                    <a:pt x="2308" y="599"/>
                    <a:pt x="2147" y="377"/>
                    <a:pt x="2150" y="131"/>
                  </a:cubicBezTo>
                  <a:lnTo>
                    <a:pt x="2150"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6" name="Google Shape;22216;p91"/>
            <p:cNvSpPr/>
            <p:nvPr/>
          </p:nvSpPr>
          <p:spPr>
            <a:xfrm>
              <a:off x="1392455" y="2449611"/>
              <a:ext cx="125843" cy="128602"/>
            </a:xfrm>
            <a:custGeom>
              <a:rect b="b" l="l" r="r" t="t"/>
              <a:pathLst>
                <a:path extrusionOk="0" h="4941" w="4835">
                  <a:moveTo>
                    <a:pt x="2418" y="0"/>
                  </a:moveTo>
                  <a:cubicBezTo>
                    <a:pt x="1355" y="0"/>
                    <a:pt x="570" y="873"/>
                    <a:pt x="497" y="1943"/>
                  </a:cubicBezTo>
                  <a:cubicBezTo>
                    <a:pt x="458" y="2502"/>
                    <a:pt x="278" y="3572"/>
                    <a:pt x="50" y="4201"/>
                  </a:cubicBezTo>
                  <a:cubicBezTo>
                    <a:pt x="0" y="4342"/>
                    <a:pt x="74" y="4497"/>
                    <a:pt x="215" y="4550"/>
                  </a:cubicBezTo>
                  <a:cubicBezTo>
                    <a:pt x="922" y="4800"/>
                    <a:pt x="1668" y="4933"/>
                    <a:pt x="2418" y="4940"/>
                  </a:cubicBezTo>
                  <a:cubicBezTo>
                    <a:pt x="3167" y="4933"/>
                    <a:pt x="3913" y="4800"/>
                    <a:pt x="4620" y="4550"/>
                  </a:cubicBezTo>
                  <a:cubicBezTo>
                    <a:pt x="4761" y="4497"/>
                    <a:pt x="4835" y="4342"/>
                    <a:pt x="4786" y="4201"/>
                  </a:cubicBezTo>
                  <a:cubicBezTo>
                    <a:pt x="4557" y="3572"/>
                    <a:pt x="4377" y="2502"/>
                    <a:pt x="4339" y="1943"/>
                  </a:cubicBezTo>
                  <a:cubicBezTo>
                    <a:pt x="4265" y="873"/>
                    <a:pt x="3480" y="0"/>
                    <a:pt x="241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7" name="Google Shape;22217;p91"/>
            <p:cNvSpPr/>
            <p:nvPr/>
          </p:nvSpPr>
          <p:spPr>
            <a:xfrm>
              <a:off x="1392455" y="2449611"/>
              <a:ext cx="76677" cy="126025"/>
            </a:xfrm>
            <a:custGeom>
              <a:rect b="b" l="l" r="r" t="t"/>
              <a:pathLst>
                <a:path extrusionOk="0" h="4842" w="2946">
                  <a:moveTo>
                    <a:pt x="2418" y="0"/>
                  </a:moveTo>
                  <a:cubicBezTo>
                    <a:pt x="1359" y="0"/>
                    <a:pt x="570" y="873"/>
                    <a:pt x="497" y="1946"/>
                  </a:cubicBezTo>
                  <a:cubicBezTo>
                    <a:pt x="458" y="2502"/>
                    <a:pt x="278" y="3572"/>
                    <a:pt x="50" y="4205"/>
                  </a:cubicBezTo>
                  <a:cubicBezTo>
                    <a:pt x="0" y="4342"/>
                    <a:pt x="74" y="4497"/>
                    <a:pt x="215" y="4550"/>
                  </a:cubicBezTo>
                  <a:cubicBezTo>
                    <a:pt x="577" y="4676"/>
                    <a:pt x="950" y="4775"/>
                    <a:pt x="1330" y="4842"/>
                  </a:cubicBezTo>
                  <a:cubicBezTo>
                    <a:pt x="1320" y="4786"/>
                    <a:pt x="1320" y="4726"/>
                    <a:pt x="1334" y="4669"/>
                  </a:cubicBezTo>
                  <a:cubicBezTo>
                    <a:pt x="1531" y="3969"/>
                    <a:pt x="1686" y="2780"/>
                    <a:pt x="1721" y="2161"/>
                  </a:cubicBezTo>
                  <a:cubicBezTo>
                    <a:pt x="1774" y="1169"/>
                    <a:pt x="2256" y="328"/>
                    <a:pt x="2945" y="78"/>
                  </a:cubicBezTo>
                  <a:cubicBezTo>
                    <a:pt x="2777" y="25"/>
                    <a:pt x="2597" y="0"/>
                    <a:pt x="241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8" name="Google Shape;22218;p91"/>
            <p:cNvSpPr/>
            <p:nvPr/>
          </p:nvSpPr>
          <p:spPr>
            <a:xfrm>
              <a:off x="1341076" y="2699605"/>
              <a:ext cx="414332" cy="28604"/>
            </a:xfrm>
            <a:custGeom>
              <a:rect b="b" l="l" r="r" t="t"/>
              <a:pathLst>
                <a:path extrusionOk="0" h="1099" w="15919">
                  <a:moveTo>
                    <a:pt x="1" y="1"/>
                  </a:moveTo>
                  <a:lnTo>
                    <a:pt x="1" y="1099"/>
                  </a:lnTo>
                  <a:lnTo>
                    <a:pt x="15918" y="1099"/>
                  </a:lnTo>
                  <a:lnTo>
                    <a:pt x="1591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9" name="Google Shape;22219;p91"/>
            <p:cNvSpPr/>
            <p:nvPr/>
          </p:nvSpPr>
          <p:spPr>
            <a:xfrm>
              <a:off x="1412522" y="2628186"/>
              <a:ext cx="85735" cy="114313"/>
            </a:xfrm>
            <a:custGeom>
              <a:rect b="b" l="l" r="r" t="t"/>
              <a:pathLst>
                <a:path extrusionOk="0" h="4392" w="3294">
                  <a:moveTo>
                    <a:pt x="549" y="0"/>
                  </a:moveTo>
                  <a:cubicBezTo>
                    <a:pt x="246" y="0"/>
                    <a:pt x="0" y="247"/>
                    <a:pt x="0" y="549"/>
                  </a:cubicBezTo>
                  <a:lnTo>
                    <a:pt x="0" y="4391"/>
                  </a:lnTo>
                  <a:lnTo>
                    <a:pt x="3293" y="4391"/>
                  </a:lnTo>
                  <a:lnTo>
                    <a:pt x="3293" y="549"/>
                  </a:lnTo>
                  <a:cubicBezTo>
                    <a:pt x="3293" y="247"/>
                    <a:pt x="3047" y="0"/>
                    <a:pt x="274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0" name="Google Shape;22220;p91"/>
            <p:cNvSpPr/>
            <p:nvPr/>
          </p:nvSpPr>
          <p:spPr>
            <a:xfrm>
              <a:off x="1627431" y="2485607"/>
              <a:ext cx="57078" cy="20380"/>
            </a:xfrm>
            <a:custGeom>
              <a:rect b="b" l="l" r="r" t="t"/>
              <a:pathLst>
                <a:path extrusionOk="0" h="783" w="2193">
                  <a:moveTo>
                    <a:pt x="261" y="0"/>
                  </a:moveTo>
                  <a:cubicBezTo>
                    <a:pt x="117" y="0"/>
                    <a:pt x="1" y="113"/>
                    <a:pt x="1" y="257"/>
                  </a:cubicBezTo>
                  <a:cubicBezTo>
                    <a:pt x="1" y="398"/>
                    <a:pt x="117" y="514"/>
                    <a:pt x="261" y="514"/>
                  </a:cubicBezTo>
                  <a:cubicBezTo>
                    <a:pt x="271" y="514"/>
                    <a:pt x="282" y="514"/>
                    <a:pt x="293" y="514"/>
                  </a:cubicBezTo>
                  <a:cubicBezTo>
                    <a:pt x="604" y="514"/>
                    <a:pt x="1401" y="563"/>
                    <a:pt x="1792" y="760"/>
                  </a:cubicBezTo>
                  <a:cubicBezTo>
                    <a:pt x="1826" y="775"/>
                    <a:pt x="1862" y="783"/>
                    <a:pt x="1898" y="783"/>
                  </a:cubicBezTo>
                  <a:cubicBezTo>
                    <a:pt x="1994" y="783"/>
                    <a:pt x="2086" y="730"/>
                    <a:pt x="2130" y="641"/>
                  </a:cubicBezTo>
                  <a:cubicBezTo>
                    <a:pt x="2193" y="517"/>
                    <a:pt x="2144" y="366"/>
                    <a:pt x="2024" y="299"/>
                  </a:cubicBezTo>
                  <a:cubicBezTo>
                    <a:pt x="1426" y="0"/>
                    <a:pt x="303"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1" name="Google Shape;22221;p91"/>
            <p:cNvSpPr/>
            <p:nvPr/>
          </p:nvSpPr>
          <p:spPr>
            <a:xfrm>
              <a:off x="1319656" y="2442662"/>
              <a:ext cx="457173" cy="335364"/>
            </a:xfrm>
            <a:custGeom>
              <a:rect b="b" l="l" r="r" t="t"/>
              <a:pathLst>
                <a:path extrusionOk="0" h="12885" w="17565">
                  <a:moveTo>
                    <a:pt x="14574" y="788"/>
                  </a:moveTo>
                  <a:lnTo>
                    <a:pt x="14574" y="1854"/>
                  </a:lnTo>
                  <a:cubicBezTo>
                    <a:pt x="14574" y="2030"/>
                    <a:pt x="14532" y="2199"/>
                    <a:pt x="14458" y="2354"/>
                  </a:cubicBezTo>
                  <a:lnTo>
                    <a:pt x="14324" y="2614"/>
                  </a:lnTo>
                  <a:cubicBezTo>
                    <a:pt x="14306" y="2649"/>
                    <a:pt x="14296" y="2692"/>
                    <a:pt x="14296" y="2730"/>
                  </a:cubicBezTo>
                  <a:lnTo>
                    <a:pt x="14296" y="3279"/>
                  </a:lnTo>
                  <a:cubicBezTo>
                    <a:pt x="14296" y="4052"/>
                    <a:pt x="13673" y="4673"/>
                    <a:pt x="12905" y="4673"/>
                  </a:cubicBezTo>
                  <a:cubicBezTo>
                    <a:pt x="12890" y="4673"/>
                    <a:pt x="12875" y="4673"/>
                    <a:pt x="12860" y="4673"/>
                  </a:cubicBezTo>
                  <a:cubicBezTo>
                    <a:pt x="12121" y="4648"/>
                    <a:pt x="11513" y="3993"/>
                    <a:pt x="11513" y="3209"/>
                  </a:cubicBezTo>
                  <a:lnTo>
                    <a:pt x="11513" y="2730"/>
                  </a:lnTo>
                  <a:cubicBezTo>
                    <a:pt x="11513" y="2688"/>
                    <a:pt x="11502" y="2649"/>
                    <a:pt x="11485" y="2614"/>
                  </a:cubicBezTo>
                  <a:lnTo>
                    <a:pt x="11326" y="2298"/>
                  </a:lnTo>
                  <a:cubicBezTo>
                    <a:pt x="11270" y="2178"/>
                    <a:pt x="11238" y="2051"/>
                    <a:pt x="11238" y="1921"/>
                  </a:cubicBezTo>
                  <a:lnTo>
                    <a:pt x="11238" y="1903"/>
                  </a:lnTo>
                  <a:cubicBezTo>
                    <a:pt x="11238" y="1288"/>
                    <a:pt x="11738" y="788"/>
                    <a:pt x="12357" y="788"/>
                  </a:cubicBezTo>
                  <a:close/>
                  <a:moveTo>
                    <a:pt x="5209" y="513"/>
                  </a:moveTo>
                  <a:cubicBezTo>
                    <a:pt x="5626" y="513"/>
                    <a:pt x="6043" y="677"/>
                    <a:pt x="6355" y="1006"/>
                  </a:cubicBezTo>
                  <a:cubicBezTo>
                    <a:pt x="6664" y="1337"/>
                    <a:pt x="6851" y="1766"/>
                    <a:pt x="6875" y="2220"/>
                  </a:cubicBezTo>
                  <a:cubicBezTo>
                    <a:pt x="6914" y="2766"/>
                    <a:pt x="7097" y="3881"/>
                    <a:pt x="7340" y="4553"/>
                  </a:cubicBezTo>
                  <a:cubicBezTo>
                    <a:pt x="7340" y="4553"/>
                    <a:pt x="7340" y="4556"/>
                    <a:pt x="7340" y="4560"/>
                  </a:cubicBezTo>
                  <a:cubicBezTo>
                    <a:pt x="7336" y="4563"/>
                    <a:pt x="7333" y="4567"/>
                    <a:pt x="7329" y="4567"/>
                  </a:cubicBezTo>
                  <a:cubicBezTo>
                    <a:pt x="6645" y="4819"/>
                    <a:pt x="5927" y="4944"/>
                    <a:pt x="5209" y="4944"/>
                  </a:cubicBezTo>
                  <a:cubicBezTo>
                    <a:pt x="4491" y="4944"/>
                    <a:pt x="3772" y="4819"/>
                    <a:pt x="3086" y="4567"/>
                  </a:cubicBezTo>
                  <a:lnTo>
                    <a:pt x="3086" y="4570"/>
                  </a:lnTo>
                  <a:cubicBezTo>
                    <a:pt x="3082" y="4567"/>
                    <a:pt x="3079" y="4567"/>
                    <a:pt x="3075" y="4560"/>
                  </a:cubicBezTo>
                  <a:cubicBezTo>
                    <a:pt x="3075" y="4560"/>
                    <a:pt x="3075" y="4556"/>
                    <a:pt x="3075" y="4553"/>
                  </a:cubicBezTo>
                  <a:cubicBezTo>
                    <a:pt x="3318" y="3881"/>
                    <a:pt x="3501" y="2766"/>
                    <a:pt x="3540" y="2220"/>
                  </a:cubicBezTo>
                  <a:cubicBezTo>
                    <a:pt x="3568" y="1766"/>
                    <a:pt x="3751" y="1337"/>
                    <a:pt x="4061" y="1006"/>
                  </a:cubicBezTo>
                  <a:cubicBezTo>
                    <a:pt x="4374" y="677"/>
                    <a:pt x="4792" y="513"/>
                    <a:pt x="5209" y="513"/>
                  </a:cubicBezTo>
                  <a:close/>
                  <a:moveTo>
                    <a:pt x="12336" y="5095"/>
                  </a:moveTo>
                  <a:cubicBezTo>
                    <a:pt x="12501" y="5151"/>
                    <a:pt x="12674" y="5179"/>
                    <a:pt x="12846" y="5186"/>
                  </a:cubicBezTo>
                  <a:lnTo>
                    <a:pt x="12906" y="5186"/>
                  </a:lnTo>
                  <a:cubicBezTo>
                    <a:pt x="13100" y="5186"/>
                    <a:pt x="13290" y="5155"/>
                    <a:pt x="13476" y="5098"/>
                  </a:cubicBezTo>
                  <a:cubicBezTo>
                    <a:pt x="13480" y="5176"/>
                    <a:pt x="13494" y="5253"/>
                    <a:pt x="13522" y="5327"/>
                  </a:cubicBezTo>
                  <a:lnTo>
                    <a:pt x="13518" y="5327"/>
                  </a:lnTo>
                  <a:lnTo>
                    <a:pt x="13307" y="5538"/>
                  </a:lnTo>
                  <a:cubicBezTo>
                    <a:pt x="13196" y="5649"/>
                    <a:pt x="13051" y="5704"/>
                    <a:pt x="12906" y="5704"/>
                  </a:cubicBezTo>
                  <a:cubicBezTo>
                    <a:pt x="12761" y="5704"/>
                    <a:pt x="12616" y="5649"/>
                    <a:pt x="12505" y="5538"/>
                  </a:cubicBezTo>
                  <a:lnTo>
                    <a:pt x="12294" y="5327"/>
                  </a:lnTo>
                  <a:cubicBezTo>
                    <a:pt x="12318" y="5253"/>
                    <a:pt x="12333" y="5176"/>
                    <a:pt x="12336" y="5095"/>
                  </a:cubicBezTo>
                  <a:close/>
                  <a:moveTo>
                    <a:pt x="13181" y="7385"/>
                  </a:moveTo>
                  <a:cubicBezTo>
                    <a:pt x="13188" y="7385"/>
                    <a:pt x="13198" y="7396"/>
                    <a:pt x="13198" y="7403"/>
                  </a:cubicBezTo>
                  <a:lnTo>
                    <a:pt x="13198" y="9602"/>
                  </a:lnTo>
                  <a:cubicBezTo>
                    <a:pt x="13198" y="9612"/>
                    <a:pt x="13188" y="9619"/>
                    <a:pt x="13181" y="9619"/>
                  </a:cubicBezTo>
                  <a:lnTo>
                    <a:pt x="9880" y="9619"/>
                  </a:lnTo>
                  <a:cubicBezTo>
                    <a:pt x="9870" y="9619"/>
                    <a:pt x="9863" y="9612"/>
                    <a:pt x="9863" y="9602"/>
                  </a:cubicBezTo>
                  <a:lnTo>
                    <a:pt x="9863" y="7403"/>
                  </a:lnTo>
                  <a:cubicBezTo>
                    <a:pt x="9863" y="7396"/>
                    <a:pt x="9870" y="7385"/>
                    <a:pt x="9880" y="7385"/>
                  </a:cubicBezTo>
                  <a:close/>
                  <a:moveTo>
                    <a:pt x="5862" y="5429"/>
                  </a:moveTo>
                  <a:cubicBezTo>
                    <a:pt x="5964" y="5630"/>
                    <a:pt x="6147" y="5781"/>
                    <a:pt x="6362" y="5841"/>
                  </a:cubicBezTo>
                  <a:lnTo>
                    <a:pt x="7291" y="6105"/>
                  </a:lnTo>
                  <a:cubicBezTo>
                    <a:pt x="7533" y="6178"/>
                    <a:pt x="7699" y="6400"/>
                    <a:pt x="7702" y="6653"/>
                  </a:cubicBezTo>
                  <a:lnTo>
                    <a:pt x="7702" y="9053"/>
                  </a:lnTo>
                  <a:cubicBezTo>
                    <a:pt x="7702" y="9366"/>
                    <a:pt x="7445" y="9623"/>
                    <a:pt x="7132" y="9623"/>
                  </a:cubicBezTo>
                  <a:lnTo>
                    <a:pt x="7115" y="9623"/>
                  </a:lnTo>
                  <a:lnTo>
                    <a:pt x="7115" y="7681"/>
                  </a:lnTo>
                  <a:cubicBezTo>
                    <a:pt x="7115" y="7234"/>
                    <a:pt x="6752" y="6872"/>
                    <a:pt x="6309" y="6872"/>
                  </a:cubicBezTo>
                  <a:lnTo>
                    <a:pt x="6305" y="6875"/>
                  </a:lnTo>
                  <a:lnTo>
                    <a:pt x="4106" y="6875"/>
                  </a:lnTo>
                  <a:cubicBezTo>
                    <a:pt x="3663" y="6875"/>
                    <a:pt x="3301" y="7234"/>
                    <a:pt x="3301" y="7681"/>
                  </a:cubicBezTo>
                  <a:lnTo>
                    <a:pt x="3301" y="9623"/>
                  </a:lnTo>
                  <a:lnTo>
                    <a:pt x="3283" y="9623"/>
                  </a:lnTo>
                  <a:cubicBezTo>
                    <a:pt x="2970" y="9623"/>
                    <a:pt x="2717" y="9366"/>
                    <a:pt x="2717" y="9053"/>
                  </a:cubicBezTo>
                  <a:lnTo>
                    <a:pt x="2717" y="6653"/>
                  </a:lnTo>
                  <a:cubicBezTo>
                    <a:pt x="2717" y="6400"/>
                    <a:pt x="2885" y="6178"/>
                    <a:pt x="3128" y="6105"/>
                  </a:cubicBezTo>
                  <a:lnTo>
                    <a:pt x="4057" y="5841"/>
                  </a:lnTo>
                  <a:cubicBezTo>
                    <a:pt x="4272" y="5781"/>
                    <a:pt x="4455" y="5630"/>
                    <a:pt x="4557" y="5429"/>
                  </a:cubicBezTo>
                  <a:cubicBezTo>
                    <a:pt x="4773" y="5452"/>
                    <a:pt x="4991" y="5463"/>
                    <a:pt x="5209" y="5463"/>
                  </a:cubicBezTo>
                  <a:cubicBezTo>
                    <a:pt x="5428" y="5463"/>
                    <a:pt x="5646" y="5452"/>
                    <a:pt x="5862" y="5429"/>
                  </a:cubicBezTo>
                  <a:close/>
                  <a:moveTo>
                    <a:pt x="13835" y="5739"/>
                  </a:moveTo>
                  <a:cubicBezTo>
                    <a:pt x="13905" y="5784"/>
                    <a:pt x="13979" y="5820"/>
                    <a:pt x="14060" y="5841"/>
                  </a:cubicBezTo>
                  <a:lnTo>
                    <a:pt x="14985" y="6105"/>
                  </a:lnTo>
                  <a:cubicBezTo>
                    <a:pt x="15228" y="6178"/>
                    <a:pt x="15397" y="6400"/>
                    <a:pt x="15397" y="6653"/>
                  </a:cubicBezTo>
                  <a:lnTo>
                    <a:pt x="15397" y="9053"/>
                  </a:lnTo>
                  <a:cubicBezTo>
                    <a:pt x="15397" y="9366"/>
                    <a:pt x="15144" y="9623"/>
                    <a:pt x="14831" y="9623"/>
                  </a:cubicBezTo>
                  <a:lnTo>
                    <a:pt x="13712" y="9623"/>
                  </a:lnTo>
                  <a:lnTo>
                    <a:pt x="13712" y="9605"/>
                  </a:lnTo>
                  <a:lnTo>
                    <a:pt x="13712" y="9039"/>
                  </a:lnTo>
                  <a:lnTo>
                    <a:pt x="14556" y="9039"/>
                  </a:lnTo>
                  <a:cubicBezTo>
                    <a:pt x="14697" y="9039"/>
                    <a:pt x="14813" y="8923"/>
                    <a:pt x="14813" y="8779"/>
                  </a:cubicBezTo>
                  <a:lnTo>
                    <a:pt x="14813" y="7128"/>
                  </a:lnTo>
                  <a:cubicBezTo>
                    <a:pt x="14813" y="6988"/>
                    <a:pt x="14697" y="6872"/>
                    <a:pt x="14556" y="6872"/>
                  </a:cubicBezTo>
                  <a:cubicBezTo>
                    <a:pt x="14412" y="6872"/>
                    <a:pt x="14296" y="6988"/>
                    <a:pt x="14296" y="7128"/>
                  </a:cubicBezTo>
                  <a:lnTo>
                    <a:pt x="14296" y="8522"/>
                  </a:lnTo>
                  <a:lnTo>
                    <a:pt x="13715" y="8522"/>
                  </a:lnTo>
                  <a:lnTo>
                    <a:pt x="13715" y="7403"/>
                  </a:lnTo>
                  <a:cubicBezTo>
                    <a:pt x="13715" y="7111"/>
                    <a:pt x="13476" y="6872"/>
                    <a:pt x="13181" y="6872"/>
                  </a:cubicBezTo>
                  <a:lnTo>
                    <a:pt x="10415" y="6872"/>
                  </a:lnTo>
                  <a:lnTo>
                    <a:pt x="10415" y="6653"/>
                  </a:lnTo>
                  <a:cubicBezTo>
                    <a:pt x="10415" y="6400"/>
                    <a:pt x="10580" y="6178"/>
                    <a:pt x="10827" y="6105"/>
                  </a:cubicBezTo>
                  <a:lnTo>
                    <a:pt x="11752" y="5841"/>
                  </a:lnTo>
                  <a:cubicBezTo>
                    <a:pt x="11833" y="5820"/>
                    <a:pt x="11907" y="5784"/>
                    <a:pt x="11974" y="5739"/>
                  </a:cubicBezTo>
                  <a:lnTo>
                    <a:pt x="12139" y="5904"/>
                  </a:lnTo>
                  <a:cubicBezTo>
                    <a:pt x="12352" y="6115"/>
                    <a:pt x="12629" y="6221"/>
                    <a:pt x="12906" y="6221"/>
                  </a:cubicBezTo>
                  <a:cubicBezTo>
                    <a:pt x="13182" y="6221"/>
                    <a:pt x="13458" y="6115"/>
                    <a:pt x="13670" y="5904"/>
                  </a:cubicBezTo>
                  <a:lnTo>
                    <a:pt x="13835" y="5739"/>
                  </a:lnTo>
                  <a:close/>
                  <a:moveTo>
                    <a:pt x="3301" y="10137"/>
                  </a:moveTo>
                  <a:lnTo>
                    <a:pt x="3301" y="10721"/>
                  </a:lnTo>
                  <a:lnTo>
                    <a:pt x="1066" y="10721"/>
                  </a:lnTo>
                  <a:lnTo>
                    <a:pt x="1066" y="10137"/>
                  </a:lnTo>
                  <a:close/>
                  <a:moveTo>
                    <a:pt x="16498" y="10137"/>
                  </a:moveTo>
                  <a:lnTo>
                    <a:pt x="16498" y="10721"/>
                  </a:lnTo>
                  <a:lnTo>
                    <a:pt x="16498" y="10724"/>
                  </a:lnTo>
                  <a:lnTo>
                    <a:pt x="7115" y="10724"/>
                  </a:lnTo>
                  <a:lnTo>
                    <a:pt x="7115" y="10137"/>
                  </a:lnTo>
                  <a:close/>
                  <a:moveTo>
                    <a:pt x="6309" y="7385"/>
                  </a:moveTo>
                  <a:cubicBezTo>
                    <a:pt x="6471" y="7385"/>
                    <a:pt x="6601" y="7519"/>
                    <a:pt x="6601" y="7681"/>
                  </a:cubicBezTo>
                  <a:lnTo>
                    <a:pt x="6601" y="11273"/>
                  </a:lnTo>
                  <a:lnTo>
                    <a:pt x="3818" y="11273"/>
                  </a:lnTo>
                  <a:lnTo>
                    <a:pt x="3818" y="7681"/>
                  </a:lnTo>
                  <a:cubicBezTo>
                    <a:pt x="3818" y="7519"/>
                    <a:pt x="3948" y="7385"/>
                    <a:pt x="4110" y="7385"/>
                  </a:cubicBezTo>
                  <a:close/>
                  <a:moveTo>
                    <a:pt x="5208" y="0"/>
                  </a:moveTo>
                  <a:cubicBezTo>
                    <a:pt x="4050" y="0"/>
                    <a:pt x="3114" y="939"/>
                    <a:pt x="3026" y="2185"/>
                  </a:cubicBezTo>
                  <a:cubicBezTo>
                    <a:pt x="2987" y="2702"/>
                    <a:pt x="2819" y="3751"/>
                    <a:pt x="2590" y="4377"/>
                  </a:cubicBezTo>
                  <a:cubicBezTo>
                    <a:pt x="2544" y="4511"/>
                    <a:pt x="2551" y="4655"/>
                    <a:pt x="2611" y="4782"/>
                  </a:cubicBezTo>
                  <a:cubicBezTo>
                    <a:pt x="2671" y="4908"/>
                    <a:pt x="2780" y="5007"/>
                    <a:pt x="2910" y="5056"/>
                  </a:cubicBezTo>
                  <a:cubicBezTo>
                    <a:pt x="3248" y="5172"/>
                    <a:pt x="3593" y="5267"/>
                    <a:pt x="3941" y="5334"/>
                  </a:cubicBezTo>
                  <a:cubicBezTo>
                    <a:pt x="3930" y="5341"/>
                    <a:pt x="3920" y="5345"/>
                    <a:pt x="3913" y="5345"/>
                  </a:cubicBezTo>
                  <a:lnTo>
                    <a:pt x="2984" y="5608"/>
                  </a:lnTo>
                  <a:cubicBezTo>
                    <a:pt x="2520" y="5742"/>
                    <a:pt x="2199" y="6168"/>
                    <a:pt x="2199" y="6650"/>
                  </a:cubicBezTo>
                  <a:lnTo>
                    <a:pt x="2199" y="9053"/>
                  </a:lnTo>
                  <a:cubicBezTo>
                    <a:pt x="2199" y="9254"/>
                    <a:pt x="2256" y="9451"/>
                    <a:pt x="2361" y="9619"/>
                  </a:cubicBezTo>
                  <a:lnTo>
                    <a:pt x="257" y="9619"/>
                  </a:lnTo>
                  <a:cubicBezTo>
                    <a:pt x="116" y="9619"/>
                    <a:pt x="0" y="9736"/>
                    <a:pt x="0" y="9880"/>
                  </a:cubicBezTo>
                  <a:cubicBezTo>
                    <a:pt x="0" y="10021"/>
                    <a:pt x="116" y="10137"/>
                    <a:pt x="257" y="10137"/>
                  </a:cubicBezTo>
                  <a:lnTo>
                    <a:pt x="549" y="10137"/>
                  </a:lnTo>
                  <a:lnTo>
                    <a:pt x="549" y="12628"/>
                  </a:lnTo>
                  <a:cubicBezTo>
                    <a:pt x="549" y="12772"/>
                    <a:pt x="665" y="12885"/>
                    <a:pt x="806" y="12885"/>
                  </a:cubicBezTo>
                  <a:cubicBezTo>
                    <a:pt x="950" y="12885"/>
                    <a:pt x="1063" y="12772"/>
                    <a:pt x="1063" y="12628"/>
                  </a:cubicBezTo>
                  <a:lnTo>
                    <a:pt x="1063" y="11238"/>
                  </a:lnTo>
                  <a:lnTo>
                    <a:pt x="3301" y="11238"/>
                  </a:lnTo>
                  <a:lnTo>
                    <a:pt x="3301" y="12628"/>
                  </a:lnTo>
                  <a:cubicBezTo>
                    <a:pt x="3301" y="12772"/>
                    <a:pt x="3417" y="12885"/>
                    <a:pt x="3557" y="12885"/>
                  </a:cubicBezTo>
                  <a:cubicBezTo>
                    <a:pt x="3698" y="12885"/>
                    <a:pt x="3814" y="12772"/>
                    <a:pt x="3814" y="12628"/>
                  </a:cubicBezTo>
                  <a:lnTo>
                    <a:pt x="3814" y="11787"/>
                  </a:lnTo>
                  <a:lnTo>
                    <a:pt x="6601" y="11787"/>
                  </a:lnTo>
                  <a:lnTo>
                    <a:pt x="6601" y="12628"/>
                  </a:lnTo>
                  <a:cubicBezTo>
                    <a:pt x="6601" y="12772"/>
                    <a:pt x="6714" y="12885"/>
                    <a:pt x="6858" y="12885"/>
                  </a:cubicBezTo>
                  <a:cubicBezTo>
                    <a:pt x="6999" y="12885"/>
                    <a:pt x="7115" y="12772"/>
                    <a:pt x="7115" y="12628"/>
                  </a:cubicBezTo>
                  <a:lnTo>
                    <a:pt x="7115" y="11238"/>
                  </a:lnTo>
                  <a:lnTo>
                    <a:pt x="16502" y="11238"/>
                  </a:lnTo>
                  <a:lnTo>
                    <a:pt x="16502" y="12628"/>
                  </a:lnTo>
                  <a:cubicBezTo>
                    <a:pt x="16502" y="12772"/>
                    <a:pt x="16615" y="12885"/>
                    <a:pt x="16759" y="12885"/>
                  </a:cubicBezTo>
                  <a:cubicBezTo>
                    <a:pt x="16900" y="12885"/>
                    <a:pt x="17016" y="12772"/>
                    <a:pt x="17016" y="12628"/>
                  </a:cubicBezTo>
                  <a:lnTo>
                    <a:pt x="17016" y="10137"/>
                  </a:lnTo>
                  <a:lnTo>
                    <a:pt x="17308" y="10137"/>
                  </a:lnTo>
                  <a:cubicBezTo>
                    <a:pt x="17448" y="10137"/>
                    <a:pt x="17565" y="10021"/>
                    <a:pt x="17565" y="9880"/>
                  </a:cubicBezTo>
                  <a:cubicBezTo>
                    <a:pt x="17565" y="9736"/>
                    <a:pt x="17448" y="9623"/>
                    <a:pt x="17308" y="9623"/>
                  </a:cubicBezTo>
                  <a:lnTo>
                    <a:pt x="15753" y="9623"/>
                  </a:lnTo>
                  <a:cubicBezTo>
                    <a:pt x="15858" y="9451"/>
                    <a:pt x="15914" y="9254"/>
                    <a:pt x="15914" y="9053"/>
                  </a:cubicBezTo>
                  <a:lnTo>
                    <a:pt x="15914" y="6653"/>
                  </a:lnTo>
                  <a:cubicBezTo>
                    <a:pt x="15914" y="6168"/>
                    <a:pt x="15594" y="5746"/>
                    <a:pt x="15130" y="5612"/>
                  </a:cubicBezTo>
                  <a:lnTo>
                    <a:pt x="14201" y="5348"/>
                  </a:lnTo>
                  <a:cubicBezTo>
                    <a:pt x="14078" y="5309"/>
                    <a:pt x="13990" y="5197"/>
                    <a:pt x="13990" y="5067"/>
                  </a:cubicBezTo>
                  <a:lnTo>
                    <a:pt x="13990" y="4852"/>
                  </a:lnTo>
                  <a:cubicBezTo>
                    <a:pt x="14078" y="4792"/>
                    <a:pt x="14159" y="4722"/>
                    <a:pt x="14236" y="4651"/>
                  </a:cubicBezTo>
                  <a:cubicBezTo>
                    <a:pt x="14605" y="4293"/>
                    <a:pt x="14817" y="3796"/>
                    <a:pt x="14813" y="3283"/>
                  </a:cubicBezTo>
                  <a:lnTo>
                    <a:pt x="14813" y="2794"/>
                  </a:lnTo>
                  <a:lnTo>
                    <a:pt x="14915" y="2586"/>
                  </a:lnTo>
                  <a:cubicBezTo>
                    <a:pt x="15031" y="2361"/>
                    <a:pt x="15088" y="2111"/>
                    <a:pt x="15088" y="1858"/>
                  </a:cubicBezTo>
                  <a:lnTo>
                    <a:pt x="15088" y="531"/>
                  </a:lnTo>
                  <a:cubicBezTo>
                    <a:pt x="15088" y="387"/>
                    <a:pt x="14975" y="271"/>
                    <a:pt x="14831" y="271"/>
                  </a:cubicBezTo>
                  <a:lnTo>
                    <a:pt x="12357" y="271"/>
                  </a:lnTo>
                  <a:cubicBezTo>
                    <a:pt x="11456" y="274"/>
                    <a:pt x="10725" y="1003"/>
                    <a:pt x="10725" y="1903"/>
                  </a:cubicBezTo>
                  <a:lnTo>
                    <a:pt x="10725" y="1921"/>
                  </a:lnTo>
                  <a:cubicBezTo>
                    <a:pt x="10725" y="2132"/>
                    <a:pt x="10774" y="2340"/>
                    <a:pt x="10869" y="2526"/>
                  </a:cubicBezTo>
                  <a:lnTo>
                    <a:pt x="10999" y="2790"/>
                  </a:lnTo>
                  <a:lnTo>
                    <a:pt x="10999" y="3209"/>
                  </a:lnTo>
                  <a:cubicBezTo>
                    <a:pt x="10999" y="3853"/>
                    <a:pt x="11305" y="4454"/>
                    <a:pt x="11826" y="4834"/>
                  </a:cubicBezTo>
                  <a:lnTo>
                    <a:pt x="11826" y="5063"/>
                  </a:lnTo>
                  <a:cubicBezTo>
                    <a:pt x="11826" y="5193"/>
                    <a:pt x="11738" y="5309"/>
                    <a:pt x="11611" y="5345"/>
                  </a:cubicBezTo>
                  <a:lnTo>
                    <a:pt x="10686" y="5608"/>
                  </a:lnTo>
                  <a:cubicBezTo>
                    <a:pt x="10221" y="5742"/>
                    <a:pt x="9901" y="6168"/>
                    <a:pt x="9901" y="6650"/>
                  </a:cubicBezTo>
                  <a:lnTo>
                    <a:pt x="9901" y="6872"/>
                  </a:lnTo>
                  <a:lnTo>
                    <a:pt x="9884" y="6872"/>
                  </a:lnTo>
                  <a:cubicBezTo>
                    <a:pt x="9588" y="6872"/>
                    <a:pt x="9352" y="7107"/>
                    <a:pt x="9349" y="7403"/>
                  </a:cubicBezTo>
                  <a:lnTo>
                    <a:pt x="9349" y="9602"/>
                  </a:lnTo>
                  <a:lnTo>
                    <a:pt x="9349" y="9619"/>
                  </a:lnTo>
                  <a:lnTo>
                    <a:pt x="8054" y="9619"/>
                  </a:lnTo>
                  <a:cubicBezTo>
                    <a:pt x="8160" y="9447"/>
                    <a:pt x="8216" y="9254"/>
                    <a:pt x="8212" y="9053"/>
                  </a:cubicBezTo>
                  <a:lnTo>
                    <a:pt x="8212" y="6653"/>
                  </a:lnTo>
                  <a:cubicBezTo>
                    <a:pt x="8212" y="6168"/>
                    <a:pt x="7892" y="5746"/>
                    <a:pt x="7428" y="5612"/>
                  </a:cubicBezTo>
                  <a:lnTo>
                    <a:pt x="6502" y="5348"/>
                  </a:lnTo>
                  <a:cubicBezTo>
                    <a:pt x="6492" y="5345"/>
                    <a:pt x="6481" y="5341"/>
                    <a:pt x="6471" y="5338"/>
                  </a:cubicBezTo>
                  <a:cubicBezTo>
                    <a:pt x="6823" y="5267"/>
                    <a:pt x="7164" y="5176"/>
                    <a:pt x="7502" y="5056"/>
                  </a:cubicBezTo>
                  <a:cubicBezTo>
                    <a:pt x="7635" y="5010"/>
                    <a:pt x="7744" y="4912"/>
                    <a:pt x="7804" y="4782"/>
                  </a:cubicBezTo>
                  <a:cubicBezTo>
                    <a:pt x="7864" y="4655"/>
                    <a:pt x="7871" y="4511"/>
                    <a:pt x="7822" y="4380"/>
                  </a:cubicBezTo>
                  <a:cubicBezTo>
                    <a:pt x="7597" y="3754"/>
                    <a:pt x="7428" y="2702"/>
                    <a:pt x="7389" y="2185"/>
                  </a:cubicBezTo>
                  <a:cubicBezTo>
                    <a:pt x="7301" y="939"/>
                    <a:pt x="6362" y="0"/>
                    <a:pt x="5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2" name="Google Shape;22222;p91"/>
            <p:cNvSpPr/>
            <p:nvPr/>
          </p:nvSpPr>
          <p:spPr>
            <a:xfrm>
              <a:off x="1612960" y="2657206"/>
              <a:ext cx="13404" cy="13404"/>
            </a:xfrm>
            <a:custGeom>
              <a:rect b="b" l="l" r="r" t="t"/>
              <a:pathLst>
                <a:path extrusionOk="0" h="515" w="515">
                  <a:moveTo>
                    <a:pt x="258" y="1"/>
                  </a:moveTo>
                  <a:cubicBezTo>
                    <a:pt x="117" y="1"/>
                    <a:pt x="1" y="113"/>
                    <a:pt x="1" y="258"/>
                  </a:cubicBezTo>
                  <a:cubicBezTo>
                    <a:pt x="1" y="398"/>
                    <a:pt x="117" y="514"/>
                    <a:pt x="258" y="514"/>
                  </a:cubicBezTo>
                  <a:cubicBezTo>
                    <a:pt x="399" y="514"/>
                    <a:pt x="515" y="398"/>
                    <a:pt x="515" y="258"/>
                  </a:cubicBezTo>
                  <a:cubicBezTo>
                    <a:pt x="515" y="113"/>
                    <a:pt x="399"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23" name="Google Shape;22223;p91"/>
          <p:cNvGrpSpPr/>
          <p:nvPr/>
        </p:nvGrpSpPr>
        <p:grpSpPr>
          <a:xfrm>
            <a:off x="4214512" y="2453905"/>
            <a:ext cx="314126" cy="312955"/>
            <a:chOff x="4214512" y="2453905"/>
            <a:chExt cx="314126" cy="312955"/>
          </a:xfrm>
        </p:grpSpPr>
        <p:sp>
          <p:nvSpPr>
            <p:cNvPr id="22224" name="Google Shape;22224;p91"/>
            <p:cNvSpPr/>
            <p:nvPr/>
          </p:nvSpPr>
          <p:spPr>
            <a:xfrm>
              <a:off x="4219067" y="2637347"/>
              <a:ext cx="55178" cy="124828"/>
            </a:xfrm>
            <a:custGeom>
              <a:rect b="b" l="l" r="r" t="t"/>
              <a:pathLst>
                <a:path extrusionOk="0" h="4796" w="2120">
                  <a:moveTo>
                    <a:pt x="304" y="0"/>
                  </a:moveTo>
                  <a:cubicBezTo>
                    <a:pt x="135" y="0"/>
                    <a:pt x="1" y="134"/>
                    <a:pt x="1" y="303"/>
                  </a:cubicBezTo>
                  <a:lnTo>
                    <a:pt x="1" y="4796"/>
                  </a:lnTo>
                  <a:lnTo>
                    <a:pt x="2119" y="4796"/>
                  </a:lnTo>
                  <a:lnTo>
                    <a:pt x="2119" y="303"/>
                  </a:lnTo>
                  <a:cubicBezTo>
                    <a:pt x="2119" y="134"/>
                    <a:pt x="1982" y="0"/>
                    <a:pt x="181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5" name="Google Shape;22225;p91"/>
            <p:cNvSpPr/>
            <p:nvPr/>
          </p:nvSpPr>
          <p:spPr>
            <a:xfrm>
              <a:off x="4219067" y="2637347"/>
              <a:ext cx="26314" cy="124828"/>
            </a:xfrm>
            <a:custGeom>
              <a:rect b="b" l="l" r="r" t="t"/>
              <a:pathLst>
                <a:path extrusionOk="0" h="4796" w="1011">
                  <a:moveTo>
                    <a:pt x="304" y="0"/>
                  </a:moveTo>
                  <a:cubicBezTo>
                    <a:pt x="135" y="0"/>
                    <a:pt x="1" y="134"/>
                    <a:pt x="1" y="303"/>
                  </a:cubicBezTo>
                  <a:lnTo>
                    <a:pt x="1" y="4796"/>
                  </a:lnTo>
                  <a:lnTo>
                    <a:pt x="708" y="4796"/>
                  </a:lnTo>
                  <a:lnTo>
                    <a:pt x="708" y="303"/>
                  </a:lnTo>
                  <a:cubicBezTo>
                    <a:pt x="708" y="134"/>
                    <a:pt x="842" y="0"/>
                    <a:pt x="10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6" name="Google Shape;22226;p91"/>
            <p:cNvSpPr/>
            <p:nvPr/>
          </p:nvSpPr>
          <p:spPr>
            <a:xfrm>
              <a:off x="4302329" y="2606479"/>
              <a:ext cx="55152" cy="155697"/>
            </a:xfrm>
            <a:custGeom>
              <a:rect b="b" l="l" r="r" t="t"/>
              <a:pathLst>
                <a:path extrusionOk="0" h="5982" w="2119">
                  <a:moveTo>
                    <a:pt x="303" y="1"/>
                  </a:moveTo>
                  <a:cubicBezTo>
                    <a:pt x="137" y="1"/>
                    <a:pt x="0" y="134"/>
                    <a:pt x="0" y="303"/>
                  </a:cubicBezTo>
                  <a:lnTo>
                    <a:pt x="0" y="5982"/>
                  </a:lnTo>
                  <a:lnTo>
                    <a:pt x="2118" y="5982"/>
                  </a:lnTo>
                  <a:lnTo>
                    <a:pt x="2118" y="303"/>
                  </a:lnTo>
                  <a:cubicBezTo>
                    <a:pt x="2118" y="134"/>
                    <a:pt x="1985" y="1"/>
                    <a:pt x="181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7" name="Google Shape;22227;p91"/>
            <p:cNvSpPr/>
            <p:nvPr/>
          </p:nvSpPr>
          <p:spPr>
            <a:xfrm>
              <a:off x="4302329" y="2606479"/>
              <a:ext cx="26392" cy="155697"/>
            </a:xfrm>
            <a:custGeom>
              <a:rect b="b" l="l" r="r" t="t"/>
              <a:pathLst>
                <a:path extrusionOk="0" h="5982" w="1014">
                  <a:moveTo>
                    <a:pt x="306" y="1"/>
                  </a:moveTo>
                  <a:cubicBezTo>
                    <a:pt x="137" y="1"/>
                    <a:pt x="0" y="134"/>
                    <a:pt x="4" y="303"/>
                  </a:cubicBezTo>
                  <a:lnTo>
                    <a:pt x="4" y="5982"/>
                  </a:lnTo>
                  <a:lnTo>
                    <a:pt x="711" y="5982"/>
                  </a:lnTo>
                  <a:lnTo>
                    <a:pt x="711" y="303"/>
                  </a:lnTo>
                  <a:cubicBezTo>
                    <a:pt x="711" y="134"/>
                    <a:pt x="845" y="1"/>
                    <a:pt x="101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8" name="Google Shape;22228;p91"/>
            <p:cNvSpPr/>
            <p:nvPr/>
          </p:nvSpPr>
          <p:spPr>
            <a:xfrm>
              <a:off x="4385669" y="2575610"/>
              <a:ext cx="55152" cy="186565"/>
            </a:xfrm>
            <a:custGeom>
              <a:rect b="b" l="l" r="r" t="t"/>
              <a:pathLst>
                <a:path extrusionOk="0" h="7168" w="2119">
                  <a:moveTo>
                    <a:pt x="303" y="1"/>
                  </a:moveTo>
                  <a:cubicBezTo>
                    <a:pt x="134" y="1"/>
                    <a:pt x="0" y="135"/>
                    <a:pt x="0" y="303"/>
                  </a:cubicBezTo>
                  <a:lnTo>
                    <a:pt x="0" y="7168"/>
                  </a:lnTo>
                  <a:lnTo>
                    <a:pt x="2118" y="7168"/>
                  </a:lnTo>
                  <a:lnTo>
                    <a:pt x="2118" y="303"/>
                  </a:lnTo>
                  <a:cubicBezTo>
                    <a:pt x="2118" y="135"/>
                    <a:pt x="1981" y="1"/>
                    <a:pt x="181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9" name="Google Shape;22229;p91"/>
            <p:cNvSpPr/>
            <p:nvPr/>
          </p:nvSpPr>
          <p:spPr>
            <a:xfrm>
              <a:off x="4385669" y="2575610"/>
              <a:ext cx="26288" cy="186565"/>
            </a:xfrm>
            <a:custGeom>
              <a:rect b="b" l="l" r="r" t="t"/>
              <a:pathLst>
                <a:path extrusionOk="0" h="7168" w="1010">
                  <a:moveTo>
                    <a:pt x="303" y="1"/>
                  </a:moveTo>
                  <a:cubicBezTo>
                    <a:pt x="134" y="1"/>
                    <a:pt x="0" y="135"/>
                    <a:pt x="0" y="303"/>
                  </a:cubicBezTo>
                  <a:lnTo>
                    <a:pt x="0" y="7168"/>
                  </a:lnTo>
                  <a:lnTo>
                    <a:pt x="707" y="7168"/>
                  </a:lnTo>
                  <a:lnTo>
                    <a:pt x="707" y="303"/>
                  </a:lnTo>
                  <a:cubicBezTo>
                    <a:pt x="707" y="135"/>
                    <a:pt x="841" y="1"/>
                    <a:pt x="101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0" name="Google Shape;22230;p91"/>
            <p:cNvSpPr/>
            <p:nvPr/>
          </p:nvSpPr>
          <p:spPr>
            <a:xfrm>
              <a:off x="4468983" y="2544767"/>
              <a:ext cx="55152" cy="217408"/>
            </a:xfrm>
            <a:custGeom>
              <a:rect b="b" l="l" r="r" t="t"/>
              <a:pathLst>
                <a:path extrusionOk="0" h="8353" w="2119">
                  <a:moveTo>
                    <a:pt x="303" y="0"/>
                  </a:moveTo>
                  <a:cubicBezTo>
                    <a:pt x="135" y="0"/>
                    <a:pt x="1" y="134"/>
                    <a:pt x="1" y="303"/>
                  </a:cubicBezTo>
                  <a:lnTo>
                    <a:pt x="1" y="8353"/>
                  </a:lnTo>
                  <a:lnTo>
                    <a:pt x="2119" y="8353"/>
                  </a:lnTo>
                  <a:lnTo>
                    <a:pt x="2119" y="303"/>
                  </a:lnTo>
                  <a:cubicBezTo>
                    <a:pt x="2115" y="134"/>
                    <a:pt x="1982" y="0"/>
                    <a:pt x="1813"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1" name="Google Shape;22231;p91"/>
            <p:cNvSpPr/>
            <p:nvPr/>
          </p:nvSpPr>
          <p:spPr>
            <a:xfrm>
              <a:off x="4468983" y="2544767"/>
              <a:ext cx="26314" cy="217408"/>
            </a:xfrm>
            <a:custGeom>
              <a:rect b="b" l="l" r="r" t="t"/>
              <a:pathLst>
                <a:path extrusionOk="0" h="8353" w="1011">
                  <a:moveTo>
                    <a:pt x="303" y="0"/>
                  </a:moveTo>
                  <a:cubicBezTo>
                    <a:pt x="135" y="0"/>
                    <a:pt x="1" y="134"/>
                    <a:pt x="1" y="303"/>
                  </a:cubicBezTo>
                  <a:lnTo>
                    <a:pt x="1" y="8353"/>
                  </a:lnTo>
                  <a:lnTo>
                    <a:pt x="708" y="8353"/>
                  </a:lnTo>
                  <a:lnTo>
                    <a:pt x="708" y="303"/>
                  </a:lnTo>
                  <a:cubicBezTo>
                    <a:pt x="708" y="134"/>
                    <a:pt x="842" y="0"/>
                    <a:pt x="101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2" name="Google Shape;22232;p91"/>
            <p:cNvSpPr/>
            <p:nvPr/>
          </p:nvSpPr>
          <p:spPr>
            <a:xfrm>
              <a:off x="4232367" y="2458408"/>
              <a:ext cx="283179" cy="114313"/>
            </a:xfrm>
            <a:custGeom>
              <a:rect b="b" l="l" r="r" t="t"/>
              <a:pathLst>
                <a:path extrusionOk="0" h="4392" w="10880">
                  <a:moveTo>
                    <a:pt x="8746" y="0"/>
                  </a:moveTo>
                  <a:cubicBezTo>
                    <a:pt x="8590" y="0"/>
                    <a:pt x="8495" y="174"/>
                    <a:pt x="8585" y="303"/>
                  </a:cubicBezTo>
                  <a:lnTo>
                    <a:pt x="8895" y="746"/>
                  </a:lnTo>
                  <a:cubicBezTo>
                    <a:pt x="7853" y="1369"/>
                    <a:pt x="4528" y="3121"/>
                    <a:pt x="0" y="3121"/>
                  </a:cubicBezTo>
                  <a:lnTo>
                    <a:pt x="0" y="4391"/>
                  </a:lnTo>
                  <a:cubicBezTo>
                    <a:pt x="2463" y="4384"/>
                    <a:pt x="4905" y="3909"/>
                    <a:pt x="7192" y="2994"/>
                  </a:cubicBezTo>
                  <a:cubicBezTo>
                    <a:pt x="8033" y="2660"/>
                    <a:pt x="8846" y="2259"/>
                    <a:pt x="9620" y="1795"/>
                  </a:cubicBezTo>
                  <a:lnTo>
                    <a:pt x="9894" y="2189"/>
                  </a:lnTo>
                  <a:cubicBezTo>
                    <a:pt x="9934" y="2245"/>
                    <a:pt x="9993" y="2272"/>
                    <a:pt x="10052" y="2272"/>
                  </a:cubicBezTo>
                  <a:cubicBezTo>
                    <a:pt x="10129" y="2272"/>
                    <a:pt x="10205" y="2225"/>
                    <a:pt x="10235" y="2139"/>
                  </a:cubicBezTo>
                  <a:lnTo>
                    <a:pt x="10837" y="324"/>
                  </a:lnTo>
                  <a:cubicBezTo>
                    <a:pt x="10879" y="201"/>
                    <a:pt x="10791" y="74"/>
                    <a:pt x="10665" y="71"/>
                  </a:cubicBezTo>
                  <a:lnTo>
                    <a:pt x="8751" y="0"/>
                  </a:lnTo>
                  <a:cubicBezTo>
                    <a:pt x="8749" y="0"/>
                    <a:pt x="8747" y="0"/>
                    <a:pt x="8746" y="0"/>
                  </a:cubicBez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3" name="Google Shape;22233;p91"/>
            <p:cNvSpPr/>
            <p:nvPr/>
          </p:nvSpPr>
          <p:spPr>
            <a:xfrm>
              <a:off x="4214512" y="2632766"/>
              <a:ext cx="64288" cy="134094"/>
            </a:xfrm>
            <a:custGeom>
              <a:rect b="b" l="l" r="r" t="t"/>
              <a:pathLst>
                <a:path extrusionOk="0" h="5152" w="2470">
                  <a:moveTo>
                    <a:pt x="1991" y="352"/>
                  </a:moveTo>
                  <a:cubicBezTo>
                    <a:pt x="2058" y="352"/>
                    <a:pt x="2115" y="408"/>
                    <a:pt x="2115" y="479"/>
                  </a:cubicBezTo>
                  <a:lnTo>
                    <a:pt x="2115" y="4796"/>
                  </a:lnTo>
                  <a:lnTo>
                    <a:pt x="352" y="4796"/>
                  </a:lnTo>
                  <a:lnTo>
                    <a:pt x="352" y="479"/>
                  </a:lnTo>
                  <a:cubicBezTo>
                    <a:pt x="352" y="408"/>
                    <a:pt x="408" y="352"/>
                    <a:pt x="479" y="352"/>
                  </a:cubicBezTo>
                  <a:close/>
                  <a:moveTo>
                    <a:pt x="479" y="0"/>
                  </a:moveTo>
                  <a:cubicBezTo>
                    <a:pt x="215" y="0"/>
                    <a:pt x="0" y="215"/>
                    <a:pt x="0" y="479"/>
                  </a:cubicBezTo>
                  <a:lnTo>
                    <a:pt x="0" y="4972"/>
                  </a:lnTo>
                  <a:cubicBezTo>
                    <a:pt x="0" y="5070"/>
                    <a:pt x="77" y="5148"/>
                    <a:pt x="176" y="5148"/>
                  </a:cubicBezTo>
                  <a:lnTo>
                    <a:pt x="2294" y="5151"/>
                  </a:lnTo>
                  <a:cubicBezTo>
                    <a:pt x="2389" y="5151"/>
                    <a:pt x="2470" y="5070"/>
                    <a:pt x="2470" y="4975"/>
                  </a:cubicBezTo>
                  <a:lnTo>
                    <a:pt x="2470" y="479"/>
                  </a:lnTo>
                  <a:cubicBezTo>
                    <a:pt x="2470" y="215"/>
                    <a:pt x="2255" y="0"/>
                    <a:pt x="1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4" name="Google Shape;22234;p91"/>
            <p:cNvSpPr/>
            <p:nvPr/>
          </p:nvSpPr>
          <p:spPr>
            <a:xfrm>
              <a:off x="4297748" y="2601820"/>
              <a:ext cx="64314" cy="164936"/>
            </a:xfrm>
            <a:custGeom>
              <a:rect b="b" l="l" r="r" t="t"/>
              <a:pathLst>
                <a:path extrusionOk="0" h="6337" w="2471">
                  <a:moveTo>
                    <a:pt x="1992" y="355"/>
                  </a:moveTo>
                  <a:cubicBezTo>
                    <a:pt x="2062" y="355"/>
                    <a:pt x="2118" y="412"/>
                    <a:pt x="2118" y="482"/>
                  </a:cubicBezTo>
                  <a:lnTo>
                    <a:pt x="2118" y="5985"/>
                  </a:lnTo>
                  <a:lnTo>
                    <a:pt x="356" y="5985"/>
                  </a:lnTo>
                  <a:lnTo>
                    <a:pt x="356" y="482"/>
                  </a:lnTo>
                  <a:cubicBezTo>
                    <a:pt x="356" y="412"/>
                    <a:pt x="412" y="355"/>
                    <a:pt x="479" y="355"/>
                  </a:cubicBezTo>
                  <a:close/>
                  <a:moveTo>
                    <a:pt x="479" y="0"/>
                  </a:moveTo>
                  <a:cubicBezTo>
                    <a:pt x="215" y="4"/>
                    <a:pt x="0" y="218"/>
                    <a:pt x="0" y="482"/>
                  </a:cubicBezTo>
                  <a:lnTo>
                    <a:pt x="0" y="6161"/>
                  </a:lnTo>
                  <a:cubicBezTo>
                    <a:pt x="0" y="6259"/>
                    <a:pt x="81" y="6337"/>
                    <a:pt x="176" y="6337"/>
                  </a:cubicBezTo>
                  <a:lnTo>
                    <a:pt x="2294" y="6337"/>
                  </a:lnTo>
                  <a:cubicBezTo>
                    <a:pt x="2393" y="6337"/>
                    <a:pt x="2470" y="6259"/>
                    <a:pt x="2470" y="6161"/>
                  </a:cubicBezTo>
                  <a:lnTo>
                    <a:pt x="2470" y="482"/>
                  </a:lnTo>
                  <a:cubicBezTo>
                    <a:pt x="2470" y="218"/>
                    <a:pt x="2256" y="4"/>
                    <a:pt x="19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5" name="Google Shape;22235;p91"/>
            <p:cNvSpPr/>
            <p:nvPr/>
          </p:nvSpPr>
          <p:spPr>
            <a:xfrm>
              <a:off x="4381088" y="2570951"/>
              <a:ext cx="64314" cy="195805"/>
            </a:xfrm>
            <a:custGeom>
              <a:rect b="b" l="l" r="r" t="t"/>
              <a:pathLst>
                <a:path extrusionOk="0" h="7523" w="2471">
                  <a:moveTo>
                    <a:pt x="1992" y="356"/>
                  </a:moveTo>
                  <a:cubicBezTo>
                    <a:pt x="2062" y="356"/>
                    <a:pt x="2118" y="412"/>
                    <a:pt x="2118" y="482"/>
                  </a:cubicBezTo>
                  <a:lnTo>
                    <a:pt x="2118" y="7171"/>
                  </a:lnTo>
                  <a:lnTo>
                    <a:pt x="355" y="7171"/>
                  </a:lnTo>
                  <a:lnTo>
                    <a:pt x="355" y="482"/>
                  </a:lnTo>
                  <a:cubicBezTo>
                    <a:pt x="355" y="412"/>
                    <a:pt x="412" y="356"/>
                    <a:pt x="482" y="356"/>
                  </a:cubicBezTo>
                  <a:close/>
                  <a:moveTo>
                    <a:pt x="479" y="0"/>
                  </a:moveTo>
                  <a:cubicBezTo>
                    <a:pt x="215" y="0"/>
                    <a:pt x="0" y="215"/>
                    <a:pt x="0" y="482"/>
                  </a:cubicBezTo>
                  <a:lnTo>
                    <a:pt x="0" y="7347"/>
                  </a:lnTo>
                  <a:cubicBezTo>
                    <a:pt x="0" y="7445"/>
                    <a:pt x="78" y="7523"/>
                    <a:pt x="176" y="7523"/>
                  </a:cubicBezTo>
                  <a:lnTo>
                    <a:pt x="2294" y="7523"/>
                  </a:lnTo>
                  <a:cubicBezTo>
                    <a:pt x="2296" y="7523"/>
                    <a:pt x="2298" y="7523"/>
                    <a:pt x="2300" y="7523"/>
                  </a:cubicBezTo>
                  <a:cubicBezTo>
                    <a:pt x="2393" y="7523"/>
                    <a:pt x="2470" y="7443"/>
                    <a:pt x="2470" y="7347"/>
                  </a:cubicBezTo>
                  <a:lnTo>
                    <a:pt x="2470" y="482"/>
                  </a:lnTo>
                  <a:cubicBezTo>
                    <a:pt x="2470" y="215"/>
                    <a:pt x="2255" y="0"/>
                    <a:pt x="19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6" name="Google Shape;22236;p91"/>
            <p:cNvSpPr/>
            <p:nvPr/>
          </p:nvSpPr>
          <p:spPr>
            <a:xfrm>
              <a:off x="4464324" y="2540082"/>
              <a:ext cx="64314" cy="226778"/>
            </a:xfrm>
            <a:custGeom>
              <a:rect b="b" l="l" r="r" t="t"/>
              <a:pathLst>
                <a:path extrusionOk="0" h="8713" w="2471">
                  <a:moveTo>
                    <a:pt x="1992" y="356"/>
                  </a:moveTo>
                  <a:cubicBezTo>
                    <a:pt x="2062" y="356"/>
                    <a:pt x="2119" y="412"/>
                    <a:pt x="2119" y="483"/>
                  </a:cubicBezTo>
                  <a:lnTo>
                    <a:pt x="2119" y="8357"/>
                  </a:lnTo>
                  <a:lnTo>
                    <a:pt x="352" y="8357"/>
                  </a:lnTo>
                  <a:lnTo>
                    <a:pt x="356" y="483"/>
                  </a:lnTo>
                  <a:cubicBezTo>
                    <a:pt x="356" y="412"/>
                    <a:pt x="412" y="356"/>
                    <a:pt x="479" y="356"/>
                  </a:cubicBezTo>
                  <a:close/>
                  <a:moveTo>
                    <a:pt x="479" y="1"/>
                  </a:moveTo>
                  <a:cubicBezTo>
                    <a:pt x="215" y="4"/>
                    <a:pt x="0" y="215"/>
                    <a:pt x="0" y="483"/>
                  </a:cubicBezTo>
                  <a:lnTo>
                    <a:pt x="0" y="8533"/>
                  </a:lnTo>
                  <a:cubicBezTo>
                    <a:pt x="0" y="8631"/>
                    <a:pt x="81" y="8712"/>
                    <a:pt x="180" y="8712"/>
                  </a:cubicBezTo>
                  <a:lnTo>
                    <a:pt x="2294" y="8712"/>
                  </a:lnTo>
                  <a:cubicBezTo>
                    <a:pt x="2393" y="8712"/>
                    <a:pt x="2470" y="8631"/>
                    <a:pt x="2470" y="8536"/>
                  </a:cubicBezTo>
                  <a:lnTo>
                    <a:pt x="2470" y="483"/>
                  </a:lnTo>
                  <a:cubicBezTo>
                    <a:pt x="2470" y="215"/>
                    <a:pt x="2256" y="1"/>
                    <a:pt x="1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7" name="Google Shape;22237;p91"/>
            <p:cNvSpPr/>
            <p:nvPr/>
          </p:nvSpPr>
          <p:spPr>
            <a:xfrm>
              <a:off x="4274506" y="2453905"/>
              <a:ext cx="246350" cy="87765"/>
            </a:xfrm>
            <a:custGeom>
              <a:rect b="b" l="l" r="r" t="t"/>
              <a:pathLst>
                <a:path extrusionOk="0" h="3372" w="9465">
                  <a:moveTo>
                    <a:pt x="7120" y="0"/>
                  </a:moveTo>
                  <a:cubicBezTo>
                    <a:pt x="6825" y="0"/>
                    <a:pt x="6650" y="333"/>
                    <a:pt x="6822" y="578"/>
                  </a:cubicBezTo>
                  <a:lnTo>
                    <a:pt x="7019" y="866"/>
                  </a:lnTo>
                  <a:cubicBezTo>
                    <a:pt x="5985" y="1461"/>
                    <a:pt x="3550" y="2668"/>
                    <a:pt x="228" y="3020"/>
                  </a:cubicBezTo>
                  <a:cubicBezTo>
                    <a:pt x="1" y="3033"/>
                    <a:pt x="13" y="3372"/>
                    <a:pt x="236" y="3372"/>
                  </a:cubicBezTo>
                  <a:cubicBezTo>
                    <a:pt x="240" y="3372"/>
                    <a:pt x="245" y="3372"/>
                    <a:pt x="249" y="3371"/>
                  </a:cubicBezTo>
                  <a:lnTo>
                    <a:pt x="267" y="3371"/>
                  </a:lnTo>
                  <a:cubicBezTo>
                    <a:pt x="3845" y="2991"/>
                    <a:pt x="6424" y="1640"/>
                    <a:pt x="7364" y="1074"/>
                  </a:cubicBezTo>
                  <a:cubicBezTo>
                    <a:pt x="7452" y="1021"/>
                    <a:pt x="7476" y="909"/>
                    <a:pt x="7420" y="824"/>
                  </a:cubicBezTo>
                  <a:lnTo>
                    <a:pt x="7110" y="377"/>
                  </a:lnTo>
                  <a:cubicBezTo>
                    <a:pt x="7104" y="368"/>
                    <a:pt x="7112" y="356"/>
                    <a:pt x="7121" y="356"/>
                  </a:cubicBezTo>
                  <a:cubicBezTo>
                    <a:pt x="7122" y="356"/>
                    <a:pt x="7123" y="356"/>
                    <a:pt x="7125" y="356"/>
                  </a:cubicBezTo>
                  <a:lnTo>
                    <a:pt x="9039" y="423"/>
                  </a:lnTo>
                  <a:cubicBezTo>
                    <a:pt x="9049" y="423"/>
                    <a:pt x="9056" y="434"/>
                    <a:pt x="9053" y="444"/>
                  </a:cubicBezTo>
                  <a:lnTo>
                    <a:pt x="8447" y="2260"/>
                  </a:lnTo>
                  <a:cubicBezTo>
                    <a:pt x="8445" y="2266"/>
                    <a:pt x="8440" y="2270"/>
                    <a:pt x="8434" y="2270"/>
                  </a:cubicBezTo>
                  <a:cubicBezTo>
                    <a:pt x="8430" y="2270"/>
                    <a:pt x="8426" y="2268"/>
                    <a:pt x="8423" y="2263"/>
                  </a:cubicBezTo>
                  <a:lnTo>
                    <a:pt x="8148" y="1866"/>
                  </a:lnTo>
                  <a:cubicBezTo>
                    <a:pt x="8115" y="1816"/>
                    <a:pt x="8060" y="1790"/>
                    <a:pt x="8003" y="1790"/>
                  </a:cubicBezTo>
                  <a:cubicBezTo>
                    <a:pt x="7971" y="1790"/>
                    <a:pt x="7939" y="1798"/>
                    <a:pt x="7909" y="1816"/>
                  </a:cubicBezTo>
                  <a:cubicBezTo>
                    <a:pt x="7255" y="2210"/>
                    <a:pt x="6569" y="2559"/>
                    <a:pt x="5861" y="2858"/>
                  </a:cubicBezTo>
                  <a:cubicBezTo>
                    <a:pt x="5673" y="2938"/>
                    <a:pt x="5756" y="3198"/>
                    <a:pt x="5927" y="3198"/>
                  </a:cubicBezTo>
                  <a:cubicBezTo>
                    <a:pt x="5950" y="3198"/>
                    <a:pt x="5976" y="3193"/>
                    <a:pt x="6002" y="3181"/>
                  </a:cubicBezTo>
                  <a:cubicBezTo>
                    <a:pt x="6671" y="2900"/>
                    <a:pt x="7322" y="2573"/>
                    <a:pt x="7951" y="2203"/>
                  </a:cubicBezTo>
                  <a:lnTo>
                    <a:pt x="8131" y="2460"/>
                  </a:lnTo>
                  <a:cubicBezTo>
                    <a:pt x="8205" y="2568"/>
                    <a:pt x="8319" y="2619"/>
                    <a:pt x="8432" y="2619"/>
                  </a:cubicBezTo>
                  <a:cubicBezTo>
                    <a:pt x="8581" y="2619"/>
                    <a:pt x="8728" y="2531"/>
                    <a:pt x="8782" y="2369"/>
                  </a:cubicBezTo>
                  <a:lnTo>
                    <a:pt x="9387" y="550"/>
                  </a:lnTo>
                  <a:cubicBezTo>
                    <a:pt x="9464" y="317"/>
                    <a:pt x="9295" y="75"/>
                    <a:pt x="9049" y="68"/>
                  </a:cubicBezTo>
                  <a:lnTo>
                    <a:pt x="7139" y="1"/>
                  </a:lnTo>
                  <a:cubicBezTo>
                    <a:pt x="7132" y="0"/>
                    <a:pt x="7126" y="0"/>
                    <a:pt x="7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8" name="Google Shape;22238;p91"/>
            <p:cNvSpPr/>
            <p:nvPr/>
          </p:nvSpPr>
          <p:spPr>
            <a:xfrm>
              <a:off x="4227786" y="2534018"/>
              <a:ext cx="189428" cy="43284"/>
            </a:xfrm>
            <a:custGeom>
              <a:rect b="b" l="l" r="r" t="t"/>
              <a:pathLst>
                <a:path extrusionOk="0" h="1663" w="7278">
                  <a:moveTo>
                    <a:pt x="1340" y="1"/>
                  </a:moveTo>
                  <a:cubicBezTo>
                    <a:pt x="1335" y="1"/>
                    <a:pt x="1329" y="1"/>
                    <a:pt x="1323" y="1"/>
                  </a:cubicBezTo>
                  <a:cubicBezTo>
                    <a:pt x="940" y="26"/>
                    <a:pt x="556" y="40"/>
                    <a:pt x="176" y="40"/>
                  </a:cubicBezTo>
                  <a:cubicBezTo>
                    <a:pt x="81" y="40"/>
                    <a:pt x="0" y="118"/>
                    <a:pt x="0" y="216"/>
                  </a:cubicBezTo>
                  <a:lnTo>
                    <a:pt x="0" y="1486"/>
                  </a:lnTo>
                  <a:cubicBezTo>
                    <a:pt x="0" y="1581"/>
                    <a:pt x="81" y="1662"/>
                    <a:pt x="176" y="1662"/>
                  </a:cubicBezTo>
                  <a:cubicBezTo>
                    <a:pt x="3103" y="1662"/>
                    <a:pt x="5549" y="969"/>
                    <a:pt x="7083" y="385"/>
                  </a:cubicBezTo>
                  <a:cubicBezTo>
                    <a:pt x="7278" y="313"/>
                    <a:pt x="7200" y="42"/>
                    <a:pt x="7024" y="42"/>
                  </a:cubicBezTo>
                  <a:cubicBezTo>
                    <a:pt x="7003" y="42"/>
                    <a:pt x="6980" y="45"/>
                    <a:pt x="6956" y="54"/>
                  </a:cubicBezTo>
                  <a:cubicBezTo>
                    <a:pt x="4845" y="853"/>
                    <a:pt x="2611" y="1275"/>
                    <a:pt x="352" y="1307"/>
                  </a:cubicBezTo>
                  <a:lnTo>
                    <a:pt x="352" y="392"/>
                  </a:lnTo>
                  <a:cubicBezTo>
                    <a:pt x="683" y="388"/>
                    <a:pt x="1017" y="374"/>
                    <a:pt x="1348" y="353"/>
                  </a:cubicBezTo>
                  <a:cubicBezTo>
                    <a:pt x="1578" y="336"/>
                    <a:pt x="1560" y="1"/>
                    <a:pt x="1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39" name="Google Shape;22239;p91"/>
          <p:cNvGrpSpPr/>
          <p:nvPr/>
        </p:nvGrpSpPr>
        <p:grpSpPr>
          <a:xfrm>
            <a:off x="895824" y="2452812"/>
            <a:ext cx="361938" cy="315063"/>
            <a:chOff x="895824" y="2452812"/>
            <a:chExt cx="361938" cy="315063"/>
          </a:xfrm>
        </p:grpSpPr>
        <p:sp>
          <p:nvSpPr>
            <p:cNvPr id="22240" name="Google Shape;22240;p91"/>
            <p:cNvSpPr/>
            <p:nvPr/>
          </p:nvSpPr>
          <p:spPr>
            <a:xfrm>
              <a:off x="976405" y="2492088"/>
              <a:ext cx="45002" cy="39510"/>
            </a:xfrm>
            <a:custGeom>
              <a:rect b="b" l="l" r="r" t="t"/>
              <a:pathLst>
                <a:path extrusionOk="0" h="1518" w="1729">
                  <a:moveTo>
                    <a:pt x="863" y="1"/>
                  </a:moveTo>
                  <a:cubicBezTo>
                    <a:pt x="388" y="1"/>
                    <a:pt x="1" y="342"/>
                    <a:pt x="1" y="761"/>
                  </a:cubicBezTo>
                  <a:cubicBezTo>
                    <a:pt x="1" y="1176"/>
                    <a:pt x="388" y="1517"/>
                    <a:pt x="863" y="1517"/>
                  </a:cubicBezTo>
                  <a:cubicBezTo>
                    <a:pt x="1342" y="1517"/>
                    <a:pt x="1729" y="1176"/>
                    <a:pt x="1729" y="761"/>
                  </a:cubicBezTo>
                  <a:cubicBezTo>
                    <a:pt x="1729" y="342"/>
                    <a:pt x="1342" y="1"/>
                    <a:pt x="863"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1" name="Google Shape;22241;p91"/>
            <p:cNvSpPr/>
            <p:nvPr/>
          </p:nvSpPr>
          <p:spPr>
            <a:xfrm>
              <a:off x="976405" y="2492192"/>
              <a:ext cx="30999" cy="39406"/>
            </a:xfrm>
            <a:custGeom>
              <a:rect b="b" l="l" r="r" t="t"/>
              <a:pathLst>
                <a:path extrusionOk="0" h="1514" w="1191">
                  <a:moveTo>
                    <a:pt x="863" y="0"/>
                  </a:moveTo>
                  <a:cubicBezTo>
                    <a:pt x="388" y="0"/>
                    <a:pt x="1" y="338"/>
                    <a:pt x="1" y="757"/>
                  </a:cubicBezTo>
                  <a:cubicBezTo>
                    <a:pt x="1" y="1176"/>
                    <a:pt x="388" y="1513"/>
                    <a:pt x="863" y="1513"/>
                  </a:cubicBezTo>
                  <a:cubicBezTo>
                    <a:pt x="976" y="1513"/>
                    <a:pt x="1085" y="1496"/>
                    <a:pt x="1190" y="1457"/>
                  </a:cubicBezTo>
                  <a:cubicBezTo>
                    <a:pt x="874" y="1345"/>
                    <a:pt x="648" y="1074"/>
                    <a:pt x="648" y="757"/>
                  </a:cubicBezTo>
                  <a:cubicBezTo>
                    <a:pt x="648" y="440"/>
                    <a:pt x="874" y="169"/>
                    <a:pt x="1190" y="57"/>
                  </a:cubicBezTo>
                  <a:cubicBezTo>
                    <a:pt x="1085" y="18"/>
                    <a:pt x="976" y="0"/>
                    <a:pt x="8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2" name="Google Shape;22242;p91"/>
            <p:cNvSpPr/>
            <p:nvPr/>
          </p:nvSpPr>
          <p:spPr>
            <a:xfrm>
              <a:off x="959487" y="2514628"/>
              <a:ext cx="78759" cy="78863"/>
            </a:xfrm>
            <a:custGeom>
              <a:rect b="b" l="l" r="r" t="t"/>
              <a:pathLst>
                <a:path extrusionOk="0" h="3030" w="3026">
                  <a:moveTo>
                    <a:pt x="1513" y="1"/>
                  </a:moveTo>
                  <a:cubicBezTo>
                    <a:pt x="679" y="1"/>
                    <a:pt x="0" y="680"/>
                    <a:pt x="0" y="1513"/>
                  </a:cubicBezTo>
                  <a:cubicBezTo>
                    <a:pt x="0" y="2351"/>
                    <a:pt x="679" y="3030"/>
                    <a:pt x="1513" y="3030"/>
                  </a:cubicBezTo>
                  <a:cubicBezTo>
                    <a:pt x="2350" y="3030"/>
                    <a:pt x="3026" y="2351"/>
                    <a:pt x="3026" y="1513"/>
                  </a:cubicBezTo>
                  <a:cubicBezTo>
                    <a:pt x="3026" y="680"/>
                    <a:pt x="2350" y="1"/>
                    <a:pt x="151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3" name="Google Shape;22243;p91"/>
            <p:cNvSpPr/>
            <p:nvPr/>
          </p:nvSpPr>
          <p:spPr>
            <a:xfrm>
              <a:off x="973985" y="2514628"/>
              <a:ext cx="65928" cy="70899"/>
            </a:xfrm>
            <a:custGeom>
              <a:rect b="b" l="l" r="r" t="t"/>
              <a:pathLst>
                <a:path extrusionOk="0" h="2724" w="2533">
                  <a:moveTo>
                    <a:pt x="963" y="0"/>
                  </a:moveTo>
                  <a:cubicBezTo>
                    <a:pt x="241" y="0"/>
                    <a:pt x="0" y="1000"/>
                    <a:pt x="653" y="1316"/>
                  </a:cubicBezTo>
                  <a:cubicBezTo>
                    <a:pt x="671" y="1323"/>
                    <a:pt x="689" y="1334"/>
                    <a:pt x="710" y="1341"/>
                  </a:cubicBezTo>
                  <a:lnTo>
                    <a:pt x="1463" y="2703"/>
                  </a:lnTo>
                  <a:cubicBezTo>
                    <a:pt x="1463" y="2703"/>
                    <a:pt x="1663" y="2717"/>
                    <a:pt x="1864" y="2724"/>
                  </a:cubicBezTo>
                  <a:cubicBezTo>
                    <a:pt x="2307" y="2393"/>
                    <a:pt x="2532" y="1851"/>
                    <a:pt x="2458" y="1306"/>
                  </a:cubicBezTo>
                  <a:cubicBezTo>
                    <a:pt x="2370" y="683"/>
                    <a:pt x="1906" y="180"/>
                    <a:pt x="1294" y="39"/>
                  </a:cubicBezTo>
                  <a:cubicBezTo>
                    <a:pt x="1185" y="15"/>
                    <a:pt x="1076" y="1"/>
                    <a:pt x="967" y="1"/>
                  </a:cubicBezTo>
                  <a:cubicBezTo>
                    <a:pt x="965" y="1"/>
                    <a:pt x="964" y="0"/>
                    <a:pt x="9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4" name="Google Shape;22244;p91"/>
            <p:cNvSpPr/>
            <p:nvPr/>
          </p:nvSpPr>
          <p:spPr>
            <a:xfrm>
              <a:off x="1072030" y="2458408"/>
              <a:ext cx="168892" cy="164780"/>
            </a:xfrm>
            <a:custGeom>
              <a:rect b="b" l="l" r="r" t="t"/>
              <a:pathLst>
                <a:path extrusionOk="0" h="6331" w="6489">
                  <a:moveTo>
                    <a:pt x="648" y="0"/>
                  </a:moveTo>
                  <a:cubicBezTo>
                    <a:pt x="292" y="0"/>
                    <a:pt x="0" y="289"/>
                    <a:pt x="0" y="648"/>
                  </a:cubicBezTo>
                  <a:lnTo>
                    <a:pt x="0" y="4106"/>
                  </a:lnTo>
                  <a:cubicBezTo>
                    <a:pt x="0" y="4465"/>
                    <a:pt x="292" y="4757"/>
                    <a:pt x="651" y="4757"/>
                  </a:cubicBezTo>
                  <a:lnTo>
                    <a:pt x="1299" y="4757"/>
                  </a:lnTo>
                  <a:lnTo>
                    <a:pt x="940" y="6196"/>
                  </a:lnTo>
                  <a:cubicBezTo>
                    <a:pt x="921" y="6270"/>
                    <a:pt x="978" y="6330"/>
                    <a:pt x="1043" y="6330"/>
                  </a:cubicBezTo>
                  <a:cubicBezTo>
                    <a:pt x="1065" y="6330"/>
                    <a:pt x="1088" y="6324"/>
                    <a:pt x="1109" y="6309"/>
                  </a:cubicBezTo>
                  <a:lnTo>
                    <a:pt x="3244" y="4754"/>
                  </a:lnTo>
                  <a:lnTo>
                    <a:pt x="5841" y="4754"/>
                  </a:lnTo>
                  <a:cubicBezTo>
                    <a:pt x="6196" y="4754"/>
                    <a:pt x="6488" y="4465"/>
                    <a:pt x="6488" y="4106"/>
                  </a:cubicBezTo>
                  <a:lnTo>
                    <a:pt x="6488" y="648"/>
                  </a:lnTo>
                  <a:cubicBezTo>
                    <a:pt x="6488" y="289"/>
                    <a:pt x="6196" y="0"/>
                    <a:pt x="5837"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5" name="Google Shape;22245;p91"/>
            <p:cNvSpPr/>
            <p:nvPr/>
          </p:nvSpPr>
          <p:spPr>
            <a:xfrm>
              <a:off x="948217" y="2591174"/>
              <a:ext cx="101299" cy="78889"/>
            </a:xfrm>
            <a:custGeom>
              <a:rect b="b" l="l" r="r" t="t"/>
              <a:pathLst>
                <a:path extrusionOk="0" h="3031" w="3892">
                  <a:moveTo>
                    <a:pt x="1299" y="1"/>
                  </a:moveTo>
                  <a:lnTo>
                    <a:pt x="1299" y="648"/>
                  </a:lnTo>
                  <a:cubicBezTo>
                    <a:pt x="1299" y="814"/>
                    <a:pt x="1207" y="961"/>
                    <a:pt x="1059" y="1035"/>
                  </a:cubicBezTo>
                  <a:lnTo>
                    <a:pt x="359" y="1387"/>
                  </a:lnTo>
                  <a:cubicBezTo>
                    <a:pt x="141" y="1496"/>
                    <a:pt x="0" y="1721"/>
                    <a:pt x="0" y="1968"/>
                  </a:cubicBezTo>
                  <a:lnTo>
                    <a:pt x="0" y="3030"/>
                  </a:lnTo>
                  <a:lnTo>
                    <a:pt x="3892" y="3030"/>
                  </a:lnTo>
                  <a:lnTo>
                    <a:pt x="3892" y="1968"/>
                  </a:lnTo>
                  <a:cubicBezTo>
                    <a:pt x="3892" y="1721"/>
                    <a:pt x="3755" y="1496"/>
                    <a:pt x="3536" y="1387"/>
                  </a:cubicBezTo>
                  <a:lnTo>
                    <a:pt x="2836" y="1035"/>
                  </a:lnTo>
                  <a:cubicBezTo>
                    <a:pt x="2688" y="961"/>
                    <a:pt x="2597" y="814"/>
                    <a:pt x="2597" y="648"/>
                  </a:cubicBezTo>
                  <a:lnTo>
                    <a:pt x="2597"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6" name="Google Shape;22246;p91"/>
            <p:cNvSpPr/>
            <p:nvPr/>
          </p:nvSpPr>
          <p:spPr>
            <a:xfrm>
              <a:off x="948217" y="2620768"/>
              <a:ext cx="101403" cy="85292"/>
            </a:xfrm>
            <a:custGeom>
              <a:rect b="b" l="l" r="r" t="t"/>
              <a:pathLst>
                <a:path extrusionOk="0" h="3277" w="3896">
                  <a:moveTo>
                    <a:pt x="859" y="0"/>
                  </a:moveTo>
                  <a:lnTo>
                    <a:pt x="359" y="250"/>
                  </a:lnTo>
                  <a:cubicBezTo>
                    <a:pt x="141" y="359"/>
                    <a:pt x="0" y="584"/>
                    <a:pt x="0" y="831"/>
                  </a:cubicBezTo>
                  <a:lnTo>
                    <a:pt x="0" y="2629"/>
                  </a:lnTo>
                  <a:cubicBezTo>
                    <a:pt x="0" y="2984"/>
                    <a:pt x="292" y="3276"/>
                    <a:pt x="651" y="3276"/>
                  </a:cubicBezTo>
                  <a:lnTo>
                    <a:pt x="3892" y="3276"/>
                  </a:lnTo>
                  <a:lnTo>
                    <a:pt x="3892" y="831"/>
                  </a:lnTo>
                  <a:cubicBezTo>
                    <a:pt x="3895" y="584"/>
                    <a:pt x="3755" y="359"/>
                    <a:pt x="3536" y="250"/>
                  </a:cubicBezTo>
                  <a:lnTo>
                    <a:pt x="3037" y="0"/>
                  </a:lnTo>
                  <a:cubicBezTo>
                    <a:pt x="2597" y="32"/>
                    <a:pt x="2403" y="465"/>
                    <a:pt x="1946" y="465"/>
                  </a:cubicBezTo>
                  <a:cubicBezTo>
                    <a:pt x="1489" y="465"/>
                    <a:pt x="1299" y="32"/>
                    <a:pt x="85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7" name="Google Shape;22247;p91"/>
            <p:cNvSpPr/>
            <p:nvPr/>
          </p:nvSpPr>
          <p:spPr>
            <a:xfrm>
              <a:off x="948217" y="2632220"/>
              <a:ext cx="50676" cy="73840"/>
            </a:xfrm>
            <a:custGeom>
              <a:rect b="b" l="l" r="r" t="t"/>
              <a:pathLst>
                <a:path extrusionOk="0" h="2837" w="1947">
                  <a:moveTo>
                    <a:pt x="134" y="0"/>
                  </a:moveTo>
                  <a:cubicBezTo>
                    <a:pt x="46" y="113"/>
                    <a:pt x="0" y="250"/>
                    <a:pt x="0" y="391"/>
                  </a:cubicBezTo>
                  <a:lnTo>
                    <a:pt x="0" y="2185"/>
                  </a:lnTo>
                  <a:cubicBezTo>
                    <a:pt x="0" y="2544"/>
                    <a:pt x="292" y="2836"/>
                    <a:pt x="648" y="2836"/>
                  </a:cubicBezTo>
                  <a:lnTo>
                    <a:pt x="1946" y="2836"/>
                  </a:lnTo>
                  <a:lnTo>
                    <a:pt x="1946" y="1971"/>
                  </a:lnTo>
                  <a:lnTo>
                    <a:pt x="1084" y="1971"/>
                  </a:lnTo>
                  <a:cubicBezTo>
                    <a:pt x="964" y="1971"/>
                    <a:pt x="866" y="1872"/>
                    <a:pt x="866" y="1756"/>
                  </a:cubicBezTo>
                  <a:lnTo>
                    <a:pt x="866" y="795"/>
                  </a:lnTo>
                  <a:cubicBezTo>
                    <a:pt x="866" y="662"/>
                    <a:pt x="806" y="539"/>
                    <a:pt x="704" y="458"/>
                  </a:cubicBezTo>
                  <a:lnTo>
                    <a:pt x="134"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8" name="Google Shape;22248;p91"/>
            <p:cNvSpPr/>
            <p:nvPr/>
          </p:nvSpPr>
          <p:spPr>
            <a:xfrm>
              <a:off x="965343" y="2549348"/>
              <a:ext cx="67333" cy="55334"/>
            </a:xfrm>
            <a:custGeom>
              <a:rect b="b" l="l" r="r" t="t"/>
              <a:pathLst>
                <a:path extrusionOk="0" h="2126" w="2587">
                  <a:moveTo>
                    <a:pt x="987" y="1"/>
                  </a:moveTo>
                  <a:cubicBezTo>
                    <a:pt x="906" y="1"/>
                    <a:pt x="830" y="48"/>
                    <a:pt x="795" y="123"/>
                  </a:cubicBezTo>
                  <a:cubicBezTo>
                    <a:pt x="725" y="271"/>
                    <a:pt x="623" y="405"/>
                    <a:pt x="500" y="514"/>
                  </a:cubicBezTo>
                  <a:cubicBezTo>
                    <a:pt x="454" y="556"/>
                    <a:pt x="401" y="598"/>
                    <a:pt x="352" y="633"/>
                  </a:cubicBezTo>
                  <a:cubicBezTo>
                    <a:pt x="88" y="813"/>
                    <a:pt x="0" y="1158"/>
                    <a:pt x="145" y="1439"/>
                  </a:cubicBezTo>
                  <a:cubicBezTo>
                    <a:pt x="370" y="1861"/>
                    <a:pt x="810" y="2125"/>
                    <a:pt x="1288" y="2125"/>
                  </a:cubicBezTo>
                  <a:cubicBezTo>
                    <a:pt x="1290" y="2125"/>
                    <a:pt x="1293" y="2125"/>
                    <a:pt x="1295" y="2125"/>
                  </a:cubicBezTo>
                  <a:cubicBezTo>
                    <a:pt x="1971" y="2125"/>
                    <a:pt x="2530" y="1606"/>
                    <a:pt x="2583" y="932"/>
                  </a:cubicBezTo>
                  <a:cubicBezTo>
                    <a:pt x="2586" y="866"/>
                    <a:pt x="2558" y="802"/>
                    <a:pt x="2509" y="760"/>
                  </a:cubicBezTo>
                  <a:cubicBezTo>
                    <a:pt x="2083" y="401"/>
                    <a:pt x="1580" y="144"/>
                    <a:pt x="1038" y="7"/>
                  </a:cubicBezTo>
                  <a:cubicBezTo>
                    <a:pt x="1021" y="3"/>
                    <a:pt x="1004" y="1"/>
                    <a:pt x="98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9" name="Google Shape;22249;p91"/>
            <p:cNvSpPr/>
            <p:nvPr/>
          </p:nvSpPr>
          <p:spPr>
            <a:xfrm>
              <a:off x="965422" y="2549348"/>
              <a:ext cx="67255" cy="54866"/>
            </a:xfrm>
            <a:custGeom>
              <a:rect b="b" l="l" r="r" t="t"/>
              <a:pathLst>
                <a:path extrusionOk="0" h="2108" w="2584">
                  <a:moveTo>
                    <a:pt x="990" y="1"/>
                  </a:moveTo>
                  <a:cubicBezTo>
                    <a:pt x="908" y="1"/>
                    <a:pt x="831" y="50"/>
                    <a:pt x="796" y="127"/>
                  </a:cubicBezTo>
                  <a:cubicBezTo>
                    <a:pt x="743" y="232"/>
                    <a:pt x="676" y="327"/>
                    <a:pt x="595" y="415"/>
                  </a:cubicBezTo>
                  <a:cubicBezTo>
                    <a:pt x="567" y="450"/>
                    <a:pt x="532" y="482"/>
                    <a:pt x="500" y="514"/>
                  </a:cubicBezTo>
                  <a:cubicBezTo>
                    <a:pt x="455" y="556"/>
                    <a:pt x="405" y="595"/>
                    <a:pt x="353" y="630"/>
                  </a:cubicBezTo>
                  <a:cubicBezTo>
                    <a:pt x="43" y="830"/>
                    <a:pt x="1" y="1228"/>
                    <a:pt x="191" y="1520"/>
                  </a:cubicBezTo>
                  <a:cubicBezTo>
                    <a:pt x="391" y="1837"/>
                    <a:pt x="719" y="2051"/>
                    <a:pt x="1088" y="2108"/>
                  </a:cubicBezTo>
                  <a:cubicBezTo>
                    <a:pt x="831" y="1932"/>
                    <a:pt x="638" y="1692"/>
                    <a:pt x="638" y="1260"/>
                  </a:cubicBezTo>
                  <a:lnTo>
                    <a:pt x="638" y="1094"/>
                  </a:lnTo>
                  <a:cubicBezTo>
                    <a:pt x="687" y="1059"/>
                    <a:pt x="736" y="1020"/>
                    <a:pt x="785" y="978"/>
                  </a:cubicBezTo>
                  <a:cubicBezTo>
                    <a:pt x="905" y="869"/>
                    <a:pt x="1007" y="746"/>
                    <a:pt x="1092" y="612"/>
                  </a:cubicBezTo>
                  <a:cubicBezTo>
                    <a:pt x="1507" y="739"/>
                    <a:pt x="1890" y="950"/>
                    <a:pt x="2221" y="1224"/>
                  </a:cubicBezTo>
                  <a:cubicBezTo>
                    <a:pt x="2260" y="1263"/>
                    <a:pt x="2319" y="1312"/>
                    <a:pt x="2436" y="1425"/>
                  </a:cubicBezTo>
                  <a:cubicBezTo>
                    <a:pt x="2513" y="1302"/>
                    <a:pt x="2566" y="1070"/>
                    <a:pt x="2576" y="929"/>
                  </a:cubicBezTo>
                  <a:cubicBezTo>
                    <a:pt x="2583" y="866"/>
                    <a:pt x="2555" y="802"/>
                    <a:pt x="2506" y="760"/>
                  </a:cubicBezTo>
                  <a:cubicBezTo>
                    <a:pt x="2080" y="401"/>
                    <a:pt x="1577" y="144"/>
                    <a:pt x="1039" y="7"/>
                  </a:cubicBezTo>
                  <a:cubicBezTo>
                    <a:pt x="1022" y="3"/>
                    <a:pt x="1006" y="1"/>
                    <a:pt x="99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0" name="Google Shape;22250;p91"/>
            <p:cNvSpPr/>
            <p:nvPr/>
          </p:nvSpPr>
          <p:spPr>
            <a:xfrm>
              <a:off x="993271" y="2649710"/>
              <a:ext cx="78785" cy="56350"/>
            </a:xfrm>
            <a:custGeom>
              <a:rect b="b" l="l" r="r" t="t"/>
              <a:pathLst>
                <a:path extrusionOk="0" h="2165" w="3027">
                  <a:moveTo>
                    <a:pt x="215" y="0"/>
                  </a:moveTo>
                  <a:cubicBezTo>
                    <a:pt x="95" y="0"/>
                    <a:pt x="0" y="99"/>
                    <a:pt x="0" y="215"/>
                  </a:cubicBezTo>
                  <a:lnTo>
                    <a:pt x="0" y="1946"/>
                  </a:lnTo>
                  <a:cubicBezTo>
                    <a:pt x="0" y="2066"/>
                    <a:pt x="95" y="2164"/>
                    <a:pt x="215" y="2164"/>
                  </a:cubicBezTo>
                  <a:lnTo>
                    <a:pt x="2812" y="2164"/>
                  </a:lnTo>
                  <a:cubicBezTo>
                    <a:pt x="2928" y="2164"/>
                    <a:pt x="3026" y="2066"/>
                    <a:pt x="3026" y="1946"/>
                  </a:cubicBezTo>
                  <a:lnTo>
                    <a:pt x="3026" y="218"/>
                  </a:lnTo>
                  <a:cubicBezTo>
                    <a:pt x="3026" y="99"/>
                    <a:pt x="2928" y="0"/>
                    <a:pt x="28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1" name="Google Shape;22251;p91"/>
            <p:cNvSpPr/>
            <p:nvPr/>
          </p:nvSpPr>
          <p:spPr>
            <a:xfrm>
              <a:off x="914512" y="2705930"/>
              <a:ext cx="326411" cy="22566"/>
            </a:xfrm>
            <a:custGeom>
              <a:rect b="b" l="l" r="r" t="t"/>
              <a:pathLst>
                <a:path extrusionOk="0" h="867" w="12541">
                  <a:moveTo>
                    <a:pt x="1" y="1"/>
                  </a:moveTo>
                  <a:lnTo>
                    <a:pt x="1" y="866"/>
                  </a:lnTo>
                  <a:lnTo>
                    <a:pt x="12540" y="866"/>
                  </a:lnTo>
                  <a:lnTo>
                    <a:pt x="12540"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2" name="Google Shape;22252;p91"/>
            <p:cNvSpPr/>
            <p:nvPr/>
          </p:nvSpPr>
          <p:spPr>
            <a:xfrm>
              <a:off x="895824" y="2486596"/>
              <a:ext cx="361938" cy="281279"/>
            </a:xfrm>
            <a:custGeom>
              <a:rect b="b" l="l" r="r" t="t"/>
              <a:pathLst>
                <a:path extrusionOk="0" h="10807" w="13906">
                  <a:moveTo>
                    <a:pt x="3956" y="409"/>
                  </a:moveTo>
                  <a:cubicBezTo>
                    <a:pt x="4321" y="409"/>
                    <a:pt x="4621" y="655"/>
                    <a:pt x="4621" y="961"/>
                  </a:cubicBezTo>
                  <a:lnTo>
                    <a:pt x="4621" y="1000"/>
                  </a:lnTo>
                  <a:cubicBezTo>
                    <a:pt x="4408" y="912"/>
                    <a:pt x="4182" y="868"/>
                    <a:pt x="3957" y="868"/>
                  </a:cubicBezTo>
                  <a:cubicBezTo>
                    <a:pt x="3732" y="868"/>
                    <a:pt x="3507" y="912"/>
                    <a:pt x="3294" y="1000"/>
                  </a:cubicBezTo>
                  <a:cubicBezTo>
                    <a:pt x="3291" y="990"/>
                    <a:pt x="3291" y="975"/>
                    <a:pt x="3291" y="961"/>
                  </a:cubicBezTo>
                  <a:cubicBezTo>
                    <a:pt x="3291" y="655"/>
                    <a:pt x="3590" y="409"/>
                    <a:pt x="3956" y="409"/>
                  </a:cubicBezTo>
                  <a:close/>
                  <a:moveTo>
                    <a:pt x="3959" y="1269"/>
                  </a:moveTo>
                  <a:cubicBezTo>
                    <a:pt x="4836" y="1269"/>
                    <a:pt x="5487" y="2134"/>
                    <a:pt x="5201" y="2999"/>
                  </a:cubicBezTo>
                  <a:cubicBezTo>
                    <a:pt x="4628" y="2415"/>
                    <a:pt x="3614" y="2182"/>
                    <a:pt x="3565" y="2172"/>
                  </a:cubicBezTo>
                  <a:cubicBezTo>
                    <a:pt x="3549" y="2168"/>
                    <a:pt x="3533" y="2166"/>
                    <a:pt x="3517" y="2166"/>
                  </a:cubicBezTo>
                  <a:cubicBezTo>
                    <a:pt x="3470" y="2166"/>
                    <a:pt x="3426" y="2182"/>
                    <a:pt x="3389" y="2210"/>
                  </a:cubicBezTo>
                  <a:cubicBezTo>
                    <a:pt x="3340" y="2249"/>
                    <a:pt x="3312" y="2309"/>
                    <a:pt x="3315" y="2369"/>
                  </a:cubicBezTo>
                  <a:cubicBezTo>
                    <a:pt x="3315" y="2390"/>
                    <a:pt x="3298" y="2520"/>
                    <a:pt x="3157" y="2661"/>
                  </a:cubicBezTo>
                  <a:cubicBezTo>
                    <a:pt x="3011" y="2806"/>
                    <a:pt x="3147" y="3010"/>
                    <a:pt x="3303" y="3010"/>
                  </a:cubicBezTo>
                  <a:cubicBezTo>
                    <a:pt x="3351" y="3010"/>
                    <a:pt x="3401" y="2991"/>
                    <a:pt x="3445" y="2946"/>
                  </a:cubicBezTo>
                  <a:cubicBezTo>
                    <a:pt x="3540" y="2854"/>
                    <a:pt x="3614" y="2742"/>
                    <a:pt x="3663" y="2619"/>
                  </a:cubicBezTo>
                  <a:cubicBezTo>
                    <a:pt x="4005" y="2721"/>
                    <a:pt x="4716" y="2977"/>
                    <a:pt x="5032" y="3428"/>
                  </a:cubicBezTo>
                  <a:cubicBezTo>
                    <a:pt x="4939" y="3951"/>
                    <a:pt x="4483" y="4333"/>
                    <a:pt x="3953" y="4333"/>
                  </a:cubicBezTo>
                  <a:cubicBezTo>
                    <a:pt x="3941" y="4333"/>
                    <a:pt x="3929" y="4332"/>
                    <a:pt x="3917" y="4332"/>
                  </a:cubicBezTo>
                  <a:cubicBezTo>
                    <a:pt x="3371" y="4314"/>
                    <a:pt x="2921" y="3899"/>
                    <a:pt x="2861" y="3357"/>
                  </a:cubicBezTo>
                  <a:lnTo>
                    <a:pt x="2865" y="3357"/>
                  </a:lnTo>
                  <a:cubicBezTo>
                    <a:pt x="2861" y="3326"/>
                    <a:pt x="2851" y="3298"/>
                    <a:pt x="2837" y="3273"/>
                  </a:cubicBezTo>
                  <a:cubicBezTo>
                    <a:pt x="2333" y="2453"/>
                    <a:pt x="2847" y="1391"/>
                    <a:pt x="3804" y="1278"/>
                  </a:cubicBezTo>
                  <a:cubicBezTo>
                    <a:pt x="3856" y="1272"/>
                    <a:pt x="3908" y="1269"/>
                    <a:pt x="3959" y="1269"/>
                  </a:cubicBezTo>
                  <a:close/>
                  <a:moveTo>
                    <a:pt x="3509" y="4670"/>
                  </a:moveTo>
                  <a:cubicBezTo>
                    <a:pt x="3653" y="4716"/>
                    <a:pt x="3804" y="4740"/>
                    <a:pt x="3956" y="4740"/>
                  </a:cubicBezTo>
                  <a:cubicBezTo>
                    <a:pt x="4107" y="4740"/>
                    <a:pt x="4258" y="4716"/>
                    <a:pt x="4402" y="4673"/>
                  </a:cubicBezTo>
                  <a:lnTo>
                    <a:pt x="4402" y="4888"/>
                  </a:lnTo>
                  <a:cubicBezTo>
                    <a:pt x="4402" y="4955"/>
                    <a:pt x="4420" y="5022"/>
                    <a:pt x="4452" y="5085"/>
                  </a:cubicBezTo>
                  <a:lnTo>
                    <a:pt x="4262" y="5264"/>
                  </a:lnTo>
                  <a:cubicBezTo>
                    <a:pt x="4175" y="5345"/>
                    <a:pt x="4065" y="5386"/>
                    <a:pt x="3954" y="5386"/>
                  </a:cubicBezTo>
                  <a:cubicBezTo>
                    <a:pt x="3843" y="5386"/>
                    <a:pt x="3732" y="5345"/>
                    <a:pt x="3646" y="5264"/>
                  </a:cubicBezTo>
                  <a:lnTo>
                    <a:pt x="3459" y="5085"/>
                  </a:lnTo>
                  <a:cubicBezTo>
                    <a:pt x="3491" y="5022"/>
                    <a:pt x="3509" y="4955"/>
                    <a:pt x="3509" y="4888"/>
                  </a:cubicBezTo>
                  <a:lnTo>
                    <a:pt x="3509" y="4670"/>
                  </a:lnTo>
                  <a:close/>
                  <a:moveTo>
                    <a:pt x="4775" y="5335"/>
                  </a:moveTo>
                  <a:lnTo>
                    <a:pt x="5454" y="5673"/>
                  </a:lnTo>
                  <a:cubicBezTo>
                    <a:pt x="5606" y="5747"/>
                    <a:pt x="5701" y="5898"/>
                    <a:pt x="5701" y="6067"/>
                  </a:cubicBezTo>
                  <a:lnTo>
                    <a:pt x="3956" y="6067"/>
                  </a:lnTo>
                  <a:cubicBezTo>
                    <a:pt x="3723" y="6067"/>
                    <a:pt x="3537" y="6257"/>
                    <a:pt x="3537" y="6485"/>
                  </a:cubicBezTo>
                  <a:lnTo>
                    <a:pt x="3537" y="7365"/>
                  </a:lnTo>
                  <a:lnTo>
                    <a:pt x="3072" y="7365"/>
                  </a:lnTo>
                  <a:lnTo>
                    <a:pt x="3072" y="6538"/>
                  </a:lnTo>
                  <a:cubicBezTo>
                    <a:pt x="3072" y="6403"/>
                    <a:pt x="2971" y="6335"/>
                    <a:pt x="2870" y="6335"/>
                  </a:cubicBezTo>
                  <a:cubicBezTo>
                    <a:pt x="2769" y="6335"/>
                    <a:pt x="2668" y="6403"/>
                    <a:pt x="2668" y="6538"/>
                  </a:cubicBezTo>
                  <a:lnTo>
                    <a:pt x="2668" y="7569"/>
                  </a:lnTo>
                  <a:cubicBezTo>
                    <a:pt x="2668" y="7682"/>
                    <a:pt x="2759" y="7773"/>
                    <a:pt x="2872" y="7773"/>
                  </a:cubicBezTo>
                  <a:lnTo>
                    <a:pt x="3537" y="7773"/>
                  </a:lnTo>
                  <a:lnTo>
                    <a:pt x="3537" y="8220"/>
                  </a:lnTo>
                  <a:lnTo>
                    <a:pt x="3537" y="8234"/>
                  </a:lnTo>
                  <a:lnTo>
                    <a:pt x="2657" y="8234"/>
                  </a:lnTo>
                  <a:cubicBezTo>
                    <a:pt x="2407" y="8234"/>
                    <a:pt x="2207" y="8033"/>
                    <a:pt x="2207" y="7787"/>
                  </a:cubicBezTo>
                  <a:lnTo>
                    <a:pt x="2207" y="6070"/>
                  </a:lnTo>
                  <a:cubicBezTo>
                    <a:pt x="2207" y="5901"/>
                    <a:pt x="2302" y="5747"/>
                    <a:pt x="2453" y="5673"/>
                  </a:cubicBezTo>
                  <a:lnTo>
                    <a:pt x="3132" y="5335"/>
                  </a:lnTo>
                  <a:lnTo>
                    <a:pt x="3368" y="5557"/>
                  </a:lnTo>
                  <a:cubicBezTo>
                    <a:pt x="3532" y="5713"/>
                    <a:pt x="3743" y="5791"/>
                    <a:pt x="3954" y="5791"/>
                  </a:cubicBezTo>
                  <a:cubicBezTo>
                    <a:pt x="4165" y="5791"/>
                    <a:pt x="4376" y="5713"/>
                    <a:pt x="4540" y="5557"/>
                  </a:cubicBezTo>
                  <a:lnTo>
                    <a:pt x="4775" y="5335"/>
                  </a:lnTo>
                  <a:close/>
                  <a:moveTo>
                    <a:pt x="6556" y="6471"/>
                  </a:moveTo>
                  <a:cubicBezTo>
                    <a:pt x="6563" y="6471"/>
                    <a:pt x="6566" y="6478"/>
                    <a:pt x="6570" y="6485"/>
                  </a:cubicBezTo>
                  <a:lnTo>
                    <a:pt x="6570" y="8220"/>
                  </a:lnTo>
                  <a:cubicBezTo>
                    <a:pt x="6570" y="8227"/>
                    <a:pt x="6563" y="8234"/>
                    <a:pt x="6556" y="8234"/>
                  </a:cubicBezTo>
                  <a:lnTo>
                    <a:pt x="3956" y="8234"/>
                  </a:lnTo>
                  <a:cubicBezTo>
                    <a:pt x="3945" y="8234"/>
                    <a:pt x="3941" y="8227"/>
                    <a:pt x="3941" y="8220"/>
                  </a:cubicBezTo>
                  <a:lnTo>
                    <a:pt x="3941" y="6485"/>
                  </a:lnTo>
                  <a:cubicBezTo>
                    <a:pt x="3941" y="6478"/>
                    <a:pt x="3945" y="6471"/>
                    <a:pt x="3956" y="6471"/>
                  </a:cubicBezTo>
                  <a:close/>
                  <a:moveTo>
                    <a:pt x="13068" y="8639"/>
                  </a:moveTo>
                  <a:lnTo>
                    <a:pt x="13068" y="9100"/>
                  </a:lnTo>
                  <a:lnTo>
                    <a:pt x="909" y="9100"/>
                  </a:lnTo>
                  <a:lnTo>
                    <a:pt x="909" y="8639"/>
                  </a:lnTo>
                  <a:close/>
                  <a:moveTo>
                    <a:pt x="3956" y="1"/>
                  </a:moveTo>
                  <a:cubicBezTo>
                    <a:pt x="3364" y="1"/>
                    <a:pt x="2886" y="434"/>
                    <a:pt x="2886" y="961"/>
                  </a:cubicBezTo>
                  <a:cubicBezTo>
                    <a:pt x="2886" y="1046"/>
                    <a:pt x="2896" y="1130"/>
                    <a:pt x="2921" y="1215"/>
                  </a:cubicBezTo>
                  <a:cubicBezTo>
                    <a:pt x="2228" y="1735"/>
                    <a:pt x="2031" y="2692"/>
                    <a:pt x="2467" y="3445"/>
                  </a:cubicBezTo>
                  <a:cubicBezTo>
                    <a:pt x="2523" y="3864"/>
                    <a:pt x="2756" y="4237"/>
                    <a:pt x="3101" y="4476"/>
                  </a:cubicBezTo>
                  <a:lnTo>
                    <a:pt x="3101" y="4888"/>
                  </a:lnTo>
                  <a:cubicBezTo>
                    <a:pt x="3101" y="4892"/>
                    <a:pt x="3097" y="4895"/>
                    <a:pt x="3093" y="4899"/>
                  </a:cubicBezTo>
                  <a:lnTo>
                    <a:pt x="2274" y="5310"/>
                  </a:lnTo>
                  <a:cubicBezTo>
                    <a:pt x="1985" y="5454"/>
                    <a:pt x="1802" y="5750"/>
                    <a:pt x="1806" y="6074"/>
                  </a:cubicBezTo>
                  <a:lnTo>
                    <a:pt x="1806" y="7791"/>
                  </a:lnTo>
                  <a:cubicBezTo>
                    <a:pt x="1802" y="7946"/>
                    <a:pt x="1848" y="8100"/>
                    <a:pt x="1932" y="8238"/>
                  </a:cubicBezTo>
                  <a:lnTo>
                    <a:pt x="272" y="8238"/>
                  </a:lnTo>
                  <a:cubicBezTo>
                    <a:pt x="1" y="8238"/>
                    <a:pt x="1" y="8642"/>
                    <a:pt x="272" y="8642"/>
                  </a:cubicBezTo>
                  <a:lnTo>
                    <a:pt x="504" y="8642"/>
                  </a:lnTo>
                  <a:lnTo>
                    <a:pt x="504" y="10605"/>
                  </a:lnTo>
                  <a:cubicBezTo>
                    <a:pt x="504" y="10715"/>
                    <a:pt x="592" y="10806"/>
                    <a:pt x="704" y="10806"/>
                  </a:cubicBezTo>
                  <a:cubicBezTo>
                    <a:pt x="817" y="10806"/>
                    <a:pt x="909" y="10715"/>
                    <a:pt x="909" y="10605"/>
                  </a:cubicBezTo>
                  <a:lnTo>
                    <a:pt x="909" y="9504"/>
                  </a:lnTo>
                  <a:lnTo>
                    <a:pt x="13068" y="9504"/>
                  </a:lnTo>
                  <a:lnTo>
                    <a:pt x="13068" y="10605"/>
                  </a:lnTo>
                  <a:cubicBezTo>
                    <a:pt x="13068" y="10715"/>
                    <a:pt x="13156" y="10806"/>
                    <a:pt x="13269" y="10806"/>
                  </a:cubicBezTo>
                  <a:cubicBezTo>
                    <a:pt x="13382" y="10806"/>
                    <a:pt x="13473" y="10715"/>
                    <a:pt x="13473" y="10605"/>
                  </a:cubicBezTo>
                  <a:lnTo>
                    <a:pt x="13473" y="8639"/>
                  </a:lnTo>
                  <a:lnTo>
                    <a:pt x="13702" y="8639"/>
                  </a:lnTo>
                  <a:cubicBezTo>
                    <a:pt x="13814" y="8639"/>
                    <a:pt x="13906" y="8551"/>
                    <a:pt x="13906" y="8438"/>
                  </a:cubicBezTo>
                  <a:cubicBezTo>
                    <a:pt x="13906" y="8326"/>
                    <a:pt x="13814" y="8234"/>
                    <a:pt x="13702" y="8234"/>
                  </a:cubicBezTo>
                  <a:lnTo>
                    <a:pt x="6974" y="8234"/>
                  </a:lnTo>
                  <a:lnTo>
                    <a:pt x="6974" y="8220"/>
                  </a:lnTo>
                  <a:lnTo>
                    <a:pt x="6974" y="6485"/>
                  </a:lnTo>
                  <a:cubicBezTo>
                    <a:pt x="6974" y="6253"/>
                    <a:pt x="6788" y="6067"/>
                    <a:pt x="6556" y="6067"/>
                  </a:cubicBezTo>
                  <a:lnTo>
                    <a:pt x="6105" y="6067"/>
                  </a:lnTo>
                  <a:cubicBezTo>
                    <a:pt x="6105" y="5747"/>
                    <a:pt x="5922" y="5454"/>
                    <a:pt x="5637" y="5310"/>
                  </a:cubicBezTo>
                  <a:lnTo>
                    <a:pt x="4814" y="4899"/>
                  </a:lnTo>
                  <a:cubicBezTo>
                    <a:pt x="4810" y="4899"/>
                    <a:pt x="4807" y="4892"/>
                    <a:pt x="4807" y="4888"/>
                  </a:cubicBezTo>
                  <a:lnTo>
                    <a:pt x="4807" y="4476"/>
                  </a:lnTo>
                  <a:cubicBezTo>
                    <a:pt x="5155" y="4237"/>
                    <a:pt x="5384" y="3864"/>
                    <a:pt x="5444" y="3445"/>
                  </a:cubicBezTo>
                  <a:cubicBezTo>
                    <a:pt x="5877" y="2692"/>
                    <a:pt x="5683" y="1735"/>
                    <a:pt x="4986" y="1215"/>
                  </a:cubicBezTo>
                  <a:cubicBezTo>
                    <a:pt x="5011" y="1130"/>
                    <a:pt x="5025" y="1046"/>
                    <a:pt x="5022" y="961"/>
                  </a:cubicBezTo>
                  <a:cubicBezTo>
                    <a:pt x="5022" y="434"/>
                    <a:pt x="4543" y="1"/>
                    <a:pt x="39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3" name="Google Shape;22253;p91"/>
            <p:cNvSpPr/>
            <p:nvPr/>
          </p:nvSpPr>
          <p:spPr>
            <a:xfrm>
              <a:off x="1019923" y="2672693"/>
              <a:ext cx="23555" cy="10541"/>
            </a:xfrm>
            <a:custGeom>
              <a:rect b="b" l="l" r="r" t="t"/>
              <a:pathLst>
                <a:path extrusionOk="0" h="405" w="905">
                  <a:moveTo>
                    <a:pt x="271" y="0"/>
                  </a:moveTo>
                  <a:cubicBezTo>
                    <a:pt x="0" y="0"/>
                    <a:pt x="0" y="405"/>
                    <a:pt x="271" y="405"/>
                  </a:cubicBezTo>
                  <a:lnTo>
                    <a:pt x="704" y="405"/>
                  </a:lnTo>
                  <a:cubicBezTo>
                    <a:pt x="813" y="405"/>
                    <a:pt x="905" y="317"/>
                    <a:pt x="905" y="204"/>
                  </a:cubicBezTo>
                  <a:cubicBezTo>
                    <a:pt x="905" y="92"/>
                    <a:pt x="813" y="0"/>
                    <a:pt x="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4" name="Google Shape;22254;p91"/>
            <p:cNvSpPr/>
            <p:nvPr/>
          </p:nvSpPr>
          <p:spPr>
            <a:xfrm>
              <a:off x="1066721" y="2452812"/>
              <a:ext cx="179798" cy="175764"/>
            </a:xfrm>
            <a:custGeom>
              <a:rect b="b" l="l" r="r" t="t"/>
              <a:pathLst>
                <a:path extrusionOk="0" h="6753" w="6908">
                  <a:moveTo>
                    <a:pt x="6056" y="405"/>
                  </a:moveTo>
                  <a:cubicBezTo>
                    <a:pt x="6302" y="405"/>
                    <a:pt x="6502" y="606"/>
                    <a:pt x="6502" y="852"/>
                  </a:cubicBezTo>
                  <a:lnTo>
                    <a:pt x="6502" y="4318"/>
                  </a:lnTo>
                  <a:cubicBezTo>
                    <a:pt x="6502" y="4564"/>
                    <a:pt x="6302" y="4765"/>
                    <a:pt x="6056" y="4765"/>
                  </a:cubicBezTo>
                  <a:lnTo>
                    <a:pt x="3455" y="4765"/>
                  </a:lnTo>
                  <a:cubicBezTo>
                    <a:pt x="3410" y="4765"/>
                    <a:pt x="3371" y="4779"/>
                    <a:pt x="3336" y="4803"/>
                  </a:cubicBezTo>
                  <a:lnTo>
                    <a:pt x="1404" y="6211"/>
                  </a:lnTo>
                  <a:lnTo>
                    <a:pt x="1404" y="6211"/>
                  </a:lnTo>
                  <a:lnTo>
                    <a:pt x="1703" y="5018"/>
                  </a:lnTo>
                  <a:cubicBezTo>
                    <a:pt x="1735" y="4891"/>
                    <a:pt x="1636" y="4765"/>
                    <a:pt x="1506" y="4765"/>
                  </a:cubicBezTo>
                  <a:lnTo>
                    <a:pt x="855" y="4765"/>
                  </a:lnTo>
                  <a:cubicBezTo>
                    <a:pt x="609" y="4765"/>
                    <a:pt x="408" y="4564"/>
                    <a:pt x="408" y="4318"/>
                  </a:cubicBezTo>
                  <a:lnTo>
                    <a:pt x="408" y="856"/>
                  </a:lnTo>
                  <a:cubicBezTo>
                    <a:pt x="405" y="606"/>
                    <a:pt x="605" y="405"/>
                    <a:pt x="855" y="405"/>
                  </a:cubicBezTo>
                  <a:close/>
                  <a:moveTo>
                    <a:pt x="855" y="1"/>
                  </a:moveTo>
                  <a:cubicBezTo>
                    <a:pt x="384" y="1"/>
                    <a:pt x="4" y="381"/>
                    <a:pt x="0" y="852"/>
                  </a:cubicBezTo>
                  <a:lnTo>
                    <a:pt x="0" y="4318"/>
                  </a:lnTo>
                  <a:cubicBezTo>
                    <a:pt x="0" y="4789"/>
                    <a:pt x="384" y="5173"/>
                    <a:pt x="855" y="5173"/>
                  </a:cubicBezTo>
                  <a:lnTo>
                    <a:pt x="1246" y="5173"/>
                  </a:lnTo>
                  <a:lnTo>
                    <a:pt x="947" y="6365"/>
                  </a:lnTo>
                  <a:cubicBezTo>
                    <a:pt x="894" y="6578"/>
                    <a:pt x="1063" y="6752"/>
                    <a:pt x="1249" y="6752"/>
                  </a:cubicBezTo>
                  <a:cubicBezTo>
                    <a:pt x="1310" y="6752"/>
                    <a:pt x="1372" y="6734"/>
                    <a:pt x="1429" y="6693"/>
                  </a:cubicBezTo>
                  <a:lnTo>
                    <a:pt x="3519" y="5173"/>
                  </a:lnTo>
                  <a:lnTo>
                    <a:pt x="6056" y="5173"/>
                  </a:lnTo>
                  <a:cubicBezTo>
                    <a:pt x="6523" y="5173"/>
                    <a:pt x="6907" y="4789"/>
                    <a:pt x="6907" y="4321"/>
                  </a:cubicBezTo>
                  <a:lnTo>
                    <a:pt x="6907" y="852"/>
                  </a:lnTo>
                  <a:cubicBezTo>
                    <a:pt x="6907" y="381"/>
                    <a:pt x="6523" y="1"/>
                    <a:pt x="60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5" name="Google Shape;22255;p91"/>
            <p:cNvSpPr/>
            <p:nvPr/>
          </p:nvSpPr>
          <p:spPr>
            <a:xfrm>
              <a:off x="1098865" y="2486596"/>
              <a:ext cx="29229" cy="10645"/>
            </a:xfrm>
            <a:custGeom>
              <a:rect b="b" l="l" r="r" t="t"/>
              <a:pathLst>
                <a:path extrusionOk="0" h="409" w="1123">
                  <a:moveTo>
                    <a:pt x="271" y="1"/>
                  </a:moveTo>
                  <a:cubicBezTo>
                    <a:pt x="0" y="1"/>
                    <a:pt x="0" y="409"/>
                    <a:pt x="271" y="409"/>
                  </a:cubicBezTo>
                  <a:lnTo>
                    <a:pt x="919" y="409"/>
                  </a:lnTo>
                  <a:cubicBezTo>
                    <a:pt x="1031" y="409"/>
                    <a:pt x="1123" y="318"/>
                    <a:pt x="1123" y="205"/>
                  </a:cubicBezTo>
                  <a:cubicBezTo>
                    <a:pt x="1123" y="92"/>
                    <a:pt x="1031"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6" name="Google Shape;22256;p91"/>
            <p:cNvSpPr/>
            <p:nvPr/>
          </p:nvSpPr>
          <p:spPr>
            <a:xfrm>
              <a:off x="1138322" y="2486596"/>
              <a:ext cx="74387" cy="10645"/>
            </a:xfrm>
            <a:custGeom>
              <a:rect b="b" l="l" r="r" t="t"/>
              <a:pathLst>
                <a:path extrusionOk="0" h="409" w="2858">
                  <a:moveTo>
                    <a:pt x="272" y="1"/>
                  </a:moveTo>
                  <a:cubicBezTo>
                    <a:pt x="1" y="1"/>
                    <a:pt x="1" y="409"/>
                    <a:pt x="272" y="409"/>
                  </a:cubicBezTo>
                  <a:lnTo>
                    <a:pt x="2654" y="409"/>
                  </a:lnTo>
                  <a:cubicBezTo>
                    <a:pt x="2766" y="409"/>
                    <a:pt x="2858" y="318"/>
                    <a:pt x="2858" y="205"/>
                  </a:cubicBezTo>
                  <a:cubicBezTo>
                    <a:pt x="2858" y="92"/>
                    <a:pt x="2766" y="1"/>
                    <a:pt x="2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7" name="Google Shape;22257;p91"/>
            <p:cNvSpPr/>
            <p:nvPr/>
          </p:nvSpPr>
          <p:spPr>
            <a:xfrm>
              <a:off x="1098865" y="2514810"/>
              <a:ext cx="113766" cy="10567"/>
            </a:xfrm>
            <a:custGeom>
              <a:rect b="b" l="l" r="r" t="t"/>
              <a:pathLst>
                <a:path extrusionOk="0" h="406" w="4371">
                  <a:moveTo>
                    <a:pt x="271" y="1"/>
                  </a:moveTo>
                  <a:cubicBezTo>
                    <a:pt x="0" y="1"/>
                    <a:pt x="0" y="405"/>
                    <a:pt x="271" y="405"/>
                  </a:cubicBezTo>
                  <a:lnTo>
                    <a:pt x="4170" y="405"/>
                  </a:lnTo>
                  <a:cubicBezTo>
                    <a:pt x="4282" y="405"/>
                    <a:pt x="4370" y="314"/>
                    <a:pt x="4370" y="205"/>
                  </a:cubicBezTo>
                  <a:cubicBezTo>
                    <a:pt x="4370" y="92"/>
                    <a:pt x="4282" y="1"/>
                    <a:pt x="4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8" name="Google Shape;22258;p91"/>
            <p:cNvSpPr/>
            <p:nvPr/>
          </p:nvSpPr>
          <p:spPr>
            <a:xfrm>
              <a:off x="1098865" y="2543024"/>
              <a:ext cx="74282" cy="10541"/>
            </a:xfrm>
            <a:custGeom>
              <a:rect b="b" l="l" r="r" t="t"/>
              <a:pathLst>
                <a:path extrusionOk="0" h="405" w="2854">
                  <a:moveTo>
                    <a:pt x="271" y="0"/>
                  </a:moveTo>
                  <a:cubicBezTo>
                    <a:pt x="0" y="0"/>
                    <a:pt x="0" y="405"/>
                    <a:pt x="271" y="405"/>
                  </a:cubicBezTo>
                  <a:lnTo>
                    <a:pt x="2653" y="405"/>
                  </a:lnTo>
                  <a:cubicBezTo>
                    <a:pt x="2766" y="405"/>
                    <a:pt x="2854" y="313"/>
                    <a:pt x="2854" y="204"/>
                  </a:cubicBezTo>
                  <a:cubicBezTo>
                    <a:pt x="2854" y="92"/>
                    <a:pt x="2766" y="0"/>
                    <a:pt x="2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9" name="Google Shape;22259;p91"/>
            <p:cNvSpPr/>
            <p:nvPr/>
          </p:nvSpPr>
          <p:spPr>
            <a:xfrm>
              <a:off x="1183376" y="2543024"/>
              <a:ext cx="29255" cy="10541"/>
            </a:xfrm>
            <a:custGeom>
              <a:rect b="b" l="l" r="r" t="t"/>
              <a:pathLst>
                <a:path extrusionOk="0" h="405" w="1124">
                  <a:moveTo>
                    <a:pt x="272" y="0"/>
                  </a:moveTo>
                  <a:cubicBezTo>
                    <a:pt x="1" y="0"/>
                    <a:pt x="1" y="405"/>
                    <a:pt x="272" y="405"/>
                  </a:cubicBezTo>
                  <a:lnTo>
                    <a:pt x="923" y="405"/>
                  </a:lnTo>
                  <a:cubicBezTo>
                    <a:pt x="1035" y="405"/>
                    <a:pt x="1123" y="313"/>
                    <a:pt x="1123" y="204"/>
                  </a:cubicBezTo>
                  <a:cubicBezTo>
                    <a:pt x="1123" y="92"/>
                    <a:pt x="1035" y="0"/>
                    <a:pt x="9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60" name="Google Shape;22260;p91"/>
          <p:cNvGrpSpPr/>
          <p:nvPr/>
        </p:nvGrpSpPr>
        <p:grpSpPr>
          <a:xfrm>
            <a:off x="3768323" y="2886769"/>
            <a:ext cx="242811" cy="379091"/>
            <a:chOff x="3768323" y="2886769"/>
            <a:chExt cx="242811" cy="379091"/>
          </a:xfrm>
        </p:grpSpPr>
        <p:sp>
          <p:nvSpPr>
            <p:cNvPr id="22261" name="Google Shape;22261;p91"/>
            <p:cNvSpPr/>
            <p:nvPr/>
          </p:nvSpPr>
          <p:spPr>
            <a:xfrm>
              <a:off x="3886930" y="2892391"/>
              <a:ext cx="29880" cy="35267"/>
            </a:xfrm>
            <a:custGeom>
              <a:rect b="b" l="l" r="r" t="t"/>
              <a:pathLst>
                <a:path extrusionOk="0" h="1355" w="1148">
                  <a:moveTo>
                    <a:pt x="138" y="1"/>
                  </a:moveTo>
                  <a:cubicBezTo>
                    <a:pt x="62" y="1"/>
                    <a:pt x="1" y="62"/>
                    <a:pt x="4" y="137"/>
                  </a:cubicBezTo>
                  <a:lnTo>
                    <a:pt x="4" y="1126"/>
                  </a:lnTo>
                  <a:lnTo>
                    <a:pt x="1147" y="1355"/>
                  </a:lnTo>
                  <a:cubicBezTo>
                    <a:pt x="1147" y="306"/>
                    <a:pt x="479" y="60"/>
                    <a:pt x="166" y="4"/>
                  </a:cubicBezTo>
                  <a:cubicBezTo>
                    <a:pt x="156" y="2"/>
                    <a:pt x="147" y="1"/>
                    <a:pt x="138"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2" name="Google Shape;22262;p91"/>
            <p:cNvSpPr/>
            <p:nvPr/>
          </p:nvSpPr>
          <p:spPr>
            <a:xfrm>
              <a:off x="3863219" y="2915633"/>
              <a:ext cx="136644" cy="261576"/>
            </a:xfrm>
            <a:custGeom>
              <a:rect b="b" l="l" r="r" t="t"/>
              <a:pathLst>
                <a:path extrusionOk="0" h="10050" w="5250">
                  <a:moveTo>
                    <a:pt x="408" y="1"/>
                  </a:moveTo>
                  <a:cubicBezTo>
                    <a:pt x="302" y="1"/>
                    <a:pt x="211" y="77"/>
                    <a:pt x="194" y="184"/>
                  </a:cubicBezTo>
                  <a:lnTo>
                    <a:pt x="0" y="1144"/>
                  </a:lnTo>
                  <a:lnTo>
                    <a:pt x="2741" y="5708"/>
                  </a:lnTo>
                  <a:lnTo>
                    <a:pt x="2970" y="10046"/>
                  </a:lnTo>
                  <a:lnTo>
                    <a:pt x="4106" y="10046"/>
                  </a:lnTo>
                  <a:cubicBezTo>
                    <a:pt x="4107" y="7308"/>
                    <a:pt x="5250" y="6632"/>
                    <a:pt x="5250" y="4110"/>
                  </a:cubicBezTo>
                  <a:cubicBezTo>
                    <a:pt x="5250" y="279"/>
                    <a:pt x="1330" y="11"/>
                    <a:pt x="415" y="1"/>
                  </a:cubicBezTo>
                  <a:cubicBezTo>
                    <a:pt x="413" y="1"/>
                    <a:pt x="411" y="1"/>
                    <a:pt x="408" y="1"/>
                  </a:cubicBezTo>
                  <a:close/>
                  <a:moveTo>
                    <a:pt x="4106" y="10046"/>
                  </a:moveTo>
                  <a:lnTo>
                    <a:pt x="4106" y="10046"/>
                  </a:lnTo>
                  <a:cubicBezTo>
                    <a:pt x="4106" y="10047"/>
                    <a:pt x="4106" y="10048"/>
                    <a:pt x="4106" y="10050"/>
                  </a:cubicBezTo>
                  <a:lnTo>
                    <a:pt x="4113" y="10046"/>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3" name="Google Shape;22263;p91"/>
            <p:cNvSpPr/>
            <p:nvPr/>
          </p:nvSpPr>
          <p:spPr>
            <a:xfrm>
              <a:off x="3774466" y="2937392"/>
              <a:ext cx="219828" cy="251712"/>
            </a:xfrm>
            <a:custGeom>
              <a:rect b="b" l="l" r="r" t="t"/>
              <a:pathLst>
                <a:path extrusionOk="0" h="9671" w="8446">
                  <a:moveTo>
                    <a:pt x="3360" y="1"/>
                  </a:moveTo>
                  <a:cubicBezTo>
                    <a:pt x="3068" y="1"/>
                    <a:pt x="2830" y="16"/>
                    <a:pt x="2682" y="30"/>
                  </a:cubicBezTo>
                  <a:cubicBezTo>
                    <a:pt x="2446" y="51"/>
                    <a:pt x="2267" y="249"/>
                    <a:pt x="2267" y="484"/>
                  </a:cubicBezTo>
                  <a:lnTo>
                    <a:pt x="2267" y="766"/>
                  </a:lnTo>
                  <a:lnTo>
                    <a:pt x="156" y="2877"/>
                  </a:lnTo>
                  <a:cubicBezTo>
                    <a:pt x="46" y="2986"/>
                    <a:pt x="1" y="3141"/>
                    <a:pt x="32" y="3288"/>
                  </a:cubicBezTo>
                  <a:lnTo>
                    <a:pt x="184" y="4045"/>
                  </a:lnTo>
                  <a:cubicBezTo>
                    <a:pt x="201" y="4136"/>
                    <a:pt x="268" y="4207"/>
                    <a:pt x="360" y="4224"/>
                  </a:cubicBezTo>
                  <a:cubicBezTo>
                    <a:pt x="607" y="4276"/>
                    <a:pt x="836" y="4298"/>
                    <a:pt x="1048" y="4298"/>
                  </a:cubicBezTo>
                  <a:cubicBezTo>
                    <a:pt x="1860" y="4298"/>
                    <a:pt x="2414" y="3974"/>
                    <a:pt x="2706" y="3742"/>
                  </a:cubicBezTo>
                  <a:cubicBezTo>
                    <a:pt x="2792" y="3670"/>
                    <a:pt x="2898" y="3632"/>
                    <a:pt x="3005" y="3632"/>
                  </a:cubicBezTo>
                  <a:cubicBezTo>
                    <a:pt x="3080" y="3632"/>
                    <a:pt x="3155" y="3650"/>
                    <a:pt x="3224" y="3686"/>
                  </a:cubicBezTo>
                  <a:cubicBezTo>
                    <a:pt x="3677" y="3943"/>
                    <a:pt x="4108" y="4000"/>
                    <a:pt x="4401" y="4000"/>
                  </a:cubicBezTo>
                  <a:cubicBezTo>
                    <a:pt x="4633" y="4000"/>
                    <a:pt x="4779" y="3964"/>
                    <a:pt x="4779" y="3964"/>
                  </a:cubicBezTo>
                  <a:lnTo>
                    <a:pt x="4779" y="3964"/>
                  </a:lnTo>
                  <a:cubicBezTo>
                    <a:pt x="2689" y="6054"/>
                    <a:pt x="2038" y="7472"/>
                    <a:pt x="2038" y="8302"/>
                  </a:cubicBezTo>
                  <a:cubicBezTo>
                    <a:pt x="2038" y="8841"/>
                    <a:pt x="2291" y="9347"/>
                    <a:pt x="2724" y="9671"/>
                  </a:cubicBezTo>
                  <a:lnTo>
                    <a:pt x="7745" y="9671"/>
                  </a:lnTo>
                  <a:cubicBezTo>
                    <a:pt x="7745" y="9671"/>
                    <a:pt x="7002" y="8542"/>
                    <a:pt x="7815" y="4763"/>
                  </a:cubicBezTo>
                  <a:cubicBezTo>
                    <a:pt x="8445" y="1842"/>
                    <a:pt x="7024" y="804"/>
                    <a:pt x="5423" y="291"/>
                  </a:cubicBezTo>
                  <a:cubicBezTo>
                    <a:pt x="4704" y="58"/>
                    <a:pt x="3929" y="1"/>
                    <a:pt x="336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4" name="Google Shape;22264;p91"/>
            <p:cNvSpPr/>
            <p:nvPr/>
          </p:nvSpPr>
          <p:spPr>
            <a:xfrm>
              <a:off x="3776209" y="2999754"/>
              <a:ext cx="152964" cy="183416"/>
            </a:xfrm>
            <a:custGeom>
              <a:rect b="b" l="l" r="r" t="t"/>
              <a:pathLst>
                <a:path extrusionOk="0" h="7047" w="5877">
                  <a:moveTo>
                    <a:pt x="3113" y="0"/>
                  </a:moveTo>
                  <a:cubicBezTo>
                    <a:pt x="2949" y="0"/>
                    <a:pt x="2798" y="54"/>
                    <a:pt x="2657" y="196"/>
                  </a:cubicBezTo>
                  <a:cubicBezTo>
                    <a:pt x="2218" y="635"/>
                    <a:pt x="1357" y="1074"/>
                    <a:pt x="152" y="1074"/>
                  </a:cubicBezTo>
                  <a:cubicBezTo>
                    <a:pt x="102" y="1074"/>
                    <a:pt x="52" y="1073"/>
                    <a:pt x="1" y="1072"/>
                  </a:cubicBezTo>
                  <a:lnTo>
                    <a:pt x="1" y="1072"/>
                  </a:lnTo>
                  <a:lnTo>
                    <a:pt x="117" y="1649"/>
                  </a:lnTo>
                  <a:cubicBezTo>
                    <a:pt x="134" y="1737"/>
                    <a:pt x="201" y="1807"/>
                    <a:pt x="293" y="1828"/>
                  </a:cubicBezTo>
                  <a:cubicBezTo>
                    <a:pt x="540" y="1880"/>
                    <a:pt x="770" y="1902"/>
                    <a:pt x="982" y="1902"/>
                  </a:cubicBezTo>
                  <a:cubicBezTo>
                    <a:pt x="1795" y="1902"/>
                    <a:pt x="2346" y="1577"/>
                    <a:pt x="2639" y="1343"/>
                  </a:cubicBezTo>
                  <a:cubicBezTo>
                    <a:pt x="2724" y="1271"/>
                    <a:pt x="2829" y="1234"/>
                    <a:pt x="2935" y="1234"/>
                  </a:cubicBezTo>
                  <a:cubicBezTo>
                    <a:pt x="3011" y="1234"/>
                    <a:pt x="3087" y="1252"/>
                    <a:pt x="3157" y="1290"/>
                  </a:cubicBezTo>
                  <a:cubicBezTo>
                    <a:pt x="3608" y="1545"/>
                    <a:pt x="4035" y="1602"/>
                    <a:pt x="4328" y="1602"/>
                  </a:cubicBezTo>
                  <a:cubicBezTo>
                    <a:pt x="4564" y="1602"/>
                    <a:pt x="4712" y="1565"/>
                    <a:pt x="4712" y="1564"/>
                  </a:cubicBezTo>
                  <a:lnTo>
                    <a:pt x="4712" y="1564"/>
                  </a:lnTo>
                  <a:cubicBezTo>
                    <a:pt x="2622" y="3654"/>
                    <a:pt x="1971" y="5072"/>
                    <a:pt x="1971" y="5903"/>
                  </a:cubicBezTo>
                  <a:cubicBezTo>
                    <a:pt x="1971" y="6325"/>
                    <a:pt x="2126" y="6733"/>
                    <a:pt x="2407" y="7046"/>
                  </a:cubicBezTo>
                  <a:lnTo>
                    <a:pt x="3797" y="7046"/>
                  </a:lnTo>
                  <a:lnTo>
                    <a:pt x="3797" y="6818"/>
                  </a:lnTo>
                  <a:cubicBezTo>
                    <a:pt x="3797" y="6818"/>
                    <a:pt x="2886" y="5220"/>
                    <a:pt x="4483" y="3391"/>
                  </a:cubicBezTo>
                  <a:cubicBezTo>
                    <a:pt x="5876" y="1800"/>
                    <a:pt x="5852" y="956"/>
                    <a:pt x="5729" y="615"/>
                  </a:cubicBezTo>
                  <a:cubicBezTo>
                    <a:pt x="5696" y="523"/>
                    <a:pt x="5612" y="464"/>
                    <a:pt x="5521" y="464"/>
                  </a:cubicBezTo>
                  <a:cubicBezTo>
                    <a:pt x="5503" y="464"/>
                    <a:pt x="5486" y="466"/>
                    <a:pt x="5468" y="470"/>
                  </a:cubicBezTo>
                  <a:cubicBezTo>
                    <a:pt x="5323" y="505"/>
                    <a:pt x="5182" y="520"/>
                    <a:pt x="5047" y="520"/>
                  </a:cubicBezTo>
                  <a:cubicBezTo>
                    <a:pt x="4246" y="520"/>
                    <a:pt x="3621" y="0"/>
                    <a:pt x="311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5" name="Google Shape;22265;p91"/>
            <p:cNvSpPr/>
            <p:nvPr/>
          </p:nvSpPr>
          <p:spPr>
            <a:xfrm>
              <a:off x="3815589" y="3177184"/>
              <a:ext cx="178314" cy="29697"/>
            </a:xfrm>
            <a:custGeom>
              <a:rect b="b" l="l" r="r" t="t"/>
              <a:pathLst>
                <a:path extrusionOk="0" h="1141" w="6851">
                  <a:moveTo>
                    <a:pt x="458" y="1"/>
                  </a:moveTo>
                  <a:cubicBezTo>
                    <a:pt x="205" y="1"/>
                    <a:pt x="1" y="205"/>
                    <a:pt x="1" y="458"/>
                  </a:cubicBezTo>
                  <a:lnTo>
                    <a:pt x="1" y="1141"/>
                  </a:lnTo>
                  <a:lnTo>
                    <a:pt x="6851" y="1141"/>
                  </a:lnTo>
                  <a:lnTo>
                    <a:pt x="6851" y="458"/>
                  </a:lnTo>
                  <a:cubicBezTo>
                    <a:pt x="6851" y="205"/>
                    <a:pt x="6647" y="1"/>
                    <a:pt x="63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6" name="Google Shape;22266;p91"/>
            <p:cNvSpPr/>
            <p:nvPr/>
          </p:nvSpPr>
          <p:spPr>
            <a:xfrm>
              <a:off x="3815589" y="3177184"/>
              <a:ext cx="59447" cy="29697"/>
            </a:xfrm>
            <a:custGeom>
              <a:rect b="b" l="l" r="r" t="t"/>
              <a:pathLst>
                <a:path extrusionOk="0" h="1141" w="2284">
                  <a:moveTo>
                    <a:pt x="458" y="1"/>
                  </a:moveTo>
                  <a:cubicBezTo>
                    <a:pt x="205" y="1"/>
                    <a:pt x="1" y="205"/>
                    <a:pt x="1" y="458"/>
                  </a:cubicBezTo>
                  <a:lnTo>
                    <a:pt x="1" y="1141"/>
                  </a:lnTo>
                  <a:lnTo>
                    <a:pt x="1827" y="1141"/>
                  </a:lnTo>
                  <a:lnTo>
                    <a:pt x="1827" y="458"/>
                  </a:lnTo>
                  <a:cubicBezTo>
                    <a:pt x="1827" y="205"/>
                    <a:pt x="2031" y="1"/>
                    <a:pt x="228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7" name="Google Shape;22267;p91"/>
            <p:cNvSpPr/>
            <p:nvPr/>
          </p:nvSpPr>
          <p:spPr>
            <a:xfrm>
              <a:off x="3803772" y="3200895"/>
              <a:ext cx="202051" cy="59473"/>
            </a:xfrm>
            <a:custGeom>
              <a:rect b="b" l="l" r="r" t="t"/>
              <a:pathLst>
                <a:path extrusionOk="0" h="2285" w="7763">
                  <a:moveTo>
                    <a:pt x="455" y="1"/>
                  </a:moveTo>
                  <a:cubicBezTo>
                    <a:pt x="205" y="1"/>
                    <a:pt x="1" y="205"/>
                    <a:pt x="1" y="458"/>
                  </a:cubicBezTo>
                  <a:lnTo>
                    <a:pt x="1" y="1827"/>
                  </a:lnTo>
                  <a:cubicBezTo>
                    <a:pt x="1" y="2080"/>
                    <a:pt x="205" y="2284"/>
                    <a:pt x="455" y="2284"/>
                  </a:cubicBezTo>
                  <a:lnTo>
                    <a:pt x="7305" y="2284"/>
                  </a:lnTo>
                  <a:cubicBezTo>
                    <a:pt x="7555" y="2284"/>
                    <a:pt x="7762" y="2080"/>
                    <a:pt x="7762" y="1827"/>
                  </a:cubicBezTo>
                  <a:lnTo>
                    <a:pt x="7762" y="458"/>
                  </a:lnTo>
                  <a:cubicBezTo>
                    <a:pt x="7762" y="205"/>
                    <a:pt x="7555" y="1"/>
                    <a:pt x="7305"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8" name="Google Shape;22268;p91"/>
            <p:cNvSpPr/>
            <p:nvPr/>
          </p:nvSpPr>
          <p:spPr>
            <a:xfrm>
              <a:off x="3803772" y="3200895"/>
              <a:ext cx="77224" cy="59473"/>
            </a:xfrm>
            <a:custGeom>
              <a:rect b="b" l="l" r="r" t="t"/>
              <a:pathLst>
                <a:path extrusionOk="0" h="2285" w="2967">
                  <a:moveTo>
                    <a:pt x="455" y="1"/>
                  </a:moveTo>
                  <a:cubicBezTo>
                    <a:pt x="205" y="1"/>
                    <a:pt x="1" y="205"/>
                    <a:pt x="1" y="458"/>
                  </a:cubicBezTo>
                  <a:lnTo>
                    <a:pt x="1" y="1827"/>
                  </a:lnTo>
                  <a:cubicBezTo>
                    <a:pt x="1" y="2080"/>
                    <a:pt x="205" y="2284"/>
                    <a:pt x="455" y="2284"/>
                  </a:cubicBezTo>
                  <a:lnTo>
                    <a:pt x="2967" y="2284"/>
                  </a:lnTo>
                  <a:cubicBezTo>
                    <a:pt x="2713" y="2284"/>
                    <a:pt x="2509" y="2080"/>
                    <a:pt x="2509" y="1827"/>
                  </a:cubicBezTo>
                  <a:lnTo>
                    <a:pt x="2509" y="458"/>
                  </a:lnTo>
                  <a:cubicBezTo>
                    <a:pt x="2509" y="205"/>
                    <a:pt x="2713" y="1"/>
                    <a:pt x="29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9" name="Google Shape;22269;p91"/>
            <p:cNvSpPr/>
            <p:nvPr/>
          </p:nvSpPr>
          <p:spPr>
            <a:xfrm>
              <a:off x="3768323" y="2886769"/>
              <a:ext cx="242811" cy="379091"/>
            </a:xfrm>
            <a:custGeom>
              <a:rect b="b" l="l" r="r" t="t"/>
              <a:pathLst>
                <a:path extrusionOk="0" h="14565" w="9329">
                  <a:moveTo>
                    <a:pt x="4772" y="452"/>
                  </a:moveTo>
                  <a:cubicBezTo>
                    <a:pt x="4832" y="466"/>
                    <a:pt x="4888" y="487"/>
                    <a:pt x="4944" y="512"/>
                  </a:cubicBezTo>
                  <a:cubicBezTo>
                    <a:pt x="5152" y="614"/>
                    <a:pt x="5307" y="797"/>
                    <a:pt x="5402" y="1054"/>
                  </a:cubicBezTo>
                  <a:cubicBezTo>
                    <a:pt x="5177" y="1008"/>
                    <a:pt x="4962" y="976"/>
                    <a:pt x="4772" y="955"/>
                  </a:cubicBezTo>
                  <a:lnTo>
                    <a:pt x="4772" y="452"/>
                  </a:lnTo>
                  <a:close/>
                  <a:moveTo>
                    <a:pt x="8206" y="11373"/>
                  </a:moveTo>
                  <a:cubicBezTo>
                    <a:pt x="8340" y="11373"/>
                    <a:pt x="8449" y="11482"/>
                    <a:pt x="8449" y="11616"/>
                  </a:cubicBezTo>
                  <a:lnTo>
                    <a:pt x="8449" y="11859"/>
                  </a:lnTo>
                  <a:lnTo>
                    <a:pt x="8206" y="11859"/>
                  </a:lnTo>
                  <a:cubicBezTo>
                    <a:pt x="7921" y="11859"/>
                    <a:pt x="7921" y="12288"/>
                    <a:pt x="8206" y="12288"/>
                  </a:cubicBezTo>
                  <a:lnTo>
                    <a:pt x="8663" y="12288"/>
                  </a:lnTo>
                  <a:cubicBezTo>
                    <a:pt x="8797" y="12288"/>
                    <a:pt x="8906" y="12394"/>
                    <a:pt x="8906" y="12531"/>
                  </a:cubicBezTo>
                  <a:lnTo>
                    <a:pt x="8906" y="13896"/>
                  </a:lnTo>
                  <a:cubicBezTo>
                    <a:pt x="8906" y="14030"/>
                    <a:pt x="8797" y="14139"/>
                    <a:pt x="8663" y="14139"/>
                  </a:cubicBezTo>
                  <a:lnTo>
                    <a:pt x="1820" y="14139"/>
                  </a:lnTo>
                  <a:cubicBezTo>
                    <a:pt x="1686" y="14139"/>
                    <a:pt x="1577" y="14030"/>
                    <a:pt x="1577" y="13896"/>
                  </a:cubicBezTo>
                  <a:lnTo>
                    <a:pt x="1577" y="12531"/>
                  </a:lnTo>
                  <a:cubicBezTo>
                    <a:pt x="1577" y="12394"/>
                    <a:pt x="1686" y="12288"/>
                    <a:pt x="1820" y="12288"/>
                  </a:cubicBezTo>
                  <a:lnTo>
                    <a:pt x="7295" y="12288"/>
                  </a:lnTo>
                  <a:cubicBezTo>
                    <a:pt x="7411" y="12288"/>
                    <a:pt x="7506" y="12189"/>
                    <a:pt x="7506" y="12073"/>
                  </a:cubicBezTo>
                  <a:cubicBezTo>
                    <a:pt x="7506" y="11954"/>
                    <a:pt x="7411" y="11859"/>
                    <a:pt x="7295" y="11859"/>
                  </a:cubicBezTo>
                  <a:lnTo>
                    <a:pt x="2035" y="11859"/>
                  </a:lnTo>
                  <a:lnTo>
                    <a:pt x="2035" y="11616"/>
                  </a:lnTo>
                  <a:cubicBezTo>
                    <a:pt x="2035" y="11482"/>
                    <a:pt x="2144" y="11373"/>
                    <a:pt x="2277" y="11373"/>
                  </a:cubicBezTo>
                  <a:close/>
                  <a:moveTo>
                    <a:pt x="4594" y="0"/>
                  </a:moveTo>
                  <a:cubicBezTo>
                    <a:pt x="4575" y="0"/>
                    <a:pt x="4556" y="1"/>
                    <a:pt x="4536" y="2"/>
                  </a:cubicBezTo>
                  <a:cubicBezTo>
                    <a:pt x="4427" y="12"/>
                    <a:pt x="4343" y="104"/>
                    <a:pt x="4343" y="213"/>
                  </a:cubicBezTo>
                  <a:lnTo>
                    <a:pt x="4343" y="916"/>
                  </a:lnTo>
                  <a:cubicBezTo>
                    <a:pt x="4218" y="910"/>
                    <a:pt x="4114" y="908"/>
                    <a:pt x="4033" y="908"/>
                  </a:cubicBezTo>
                  <a:cubicBezTo>
                    <a:pt x="3937" y="908"/>
                    <a:pt x="3876" y="911"/>
                    <a:pt x="3861" y="913"/>
                  </a:cubicBezTo>
                  <a:cubicBezTo>
                    <a:pt x="3583" y="923"/>
                    <a:pt x="3596" y="1339"/>
                    <a:pt x="3872" y="1339"/>
                  </a:cubicBezTo>
                  <a:cubicBezTo>
                    <a:pt x="3875" y="1339"/>
                    <a:pt x="3878" y="1339"/>
                    <a:pt x="3882" y="1339"/>
                  </a:cubicBezTo>
                  <a:cubicBezTo>
                    <a:pt x="3885" y="1339"/>
                    <a:pt x="3922" y="1337"/>
                    <a:pt x="3987" y="1337"/>
                  </a:cubicBezTo>
                  <a:cubicBezTo>
                    <a:pt x="4461" y="1337"/>
                    <a:pt x="6425" y="1408"/>
                    <a:pt x="7650" y="2577"/>
                  </a:cubicBezTo>
                  <a:cubicBezTo>
                    <a:pt x="8329" y="3228"/>
                    <a:pt x="8674" y="4122"/>
                    <a:pt x="8674" y="5230"/>
                  </a:cubicBezTo>
                  <a:cubicBezTo>
                    <a:pt x="8674" y="6426"/>
                    <a:pt x="8410" y="7186"/>
                    <a:pt x="8136" y="7988"/>
                  </a:cubicBezTo>
                  <a:cubicBezTo>
                    <a:pt x="7858" y="8794"/>
                    <a:pt x="7566" y="9635"/>
                    <a:pt x="7538" y="10944"/>
                  </a:cubicBezTo>
                  <a:lnTo>
                    <a:pt x="2629" y="10944"/>
                  </a:lnTo>
                  <a:cubicBezTo>
                    <a:pt x="2573" y="10828"/>
                    <a:pt x="2492" y="10599"/>
                    <a:pt x="2492" y="10244"/>
                  </a:cubicBezTo>
                  <a:cubicBezTo>
                    <a:pt x="2492" y="9681"/>
                    <a:pt x="2837" y="8393"/>
                    <a:pt x="5163" y="6064"/>
                  </a:cubicBezTo>
                  <a:cubicBezTo>
                    <a:pt x="5303" y="5923"/>
                    <a:pt x="5197" y="5698"/>
                    <a:pt x="5018" y="5698"/>
                  </a:cubicBezTo>
                  <a:cubicBezTo>
                    <a:pt x="5000" y="5698"/>
                    <a:pt x="4981" y="5700"/>
                    <a:pt x="4962" y="5705"/>
                  </a:cubicBezTo>
                  <a:cubicBezTo>
                    <a:pt x="4959" y="5705"/>
                    <a:pt x="4833" y="5735"/>
                    <a:pt x="4631" y="5735"/>
                  </a:cubicBezTo>
                  <a:cubicBezTo>
                    <a:pt x="4370" y="5735"/>
                    <a:pt x="3980" y="5684"/>
                    <a:pt x="3569" y="5452"/>
                  </a:cubicBezTo>
                  <a:cubicBezTo>
                    <a:pt x="3466" y="5396"/>
                    <a:pt x="3353" y="5368"/>
                    <a:pt x="3242" y="5368"/>
                  </a:cubicBezTo>
                  <a:cubicBezTo>
                    <a:pt x="3087" y="5368"/>
                    <a:pt x="2933" y="5421"/>
                    <a:pt x="2809" y="5525"/>
                  </a:cubicBezTo>
                  <a:cubicBezTo>
                    <a:pt x="2542" y="5737"/>
                    <a:pt x="2036" y="6036"/>
                    <a:pt x="1285" y="6036"/>
                  </a:cubicBezTo>
                  <a:cubicBezTo>
                    <a:pt x="1085" y="6036"/>
                    <a:pt x="868" y="6015"/>
                    <a:pt x="634" y="5965"/>
                  </a:cubicBezTo>
                  <a:lnTo>
                    <a:pt x="458" y="5072"/>
                  </a:lnTo>
                  <a:lnTo>
                    <a:pt x="2657" y="2873"/>
                  </a:lnTo>
                  <a:cubicBezTo>
                    <a:pt x="2696" y="2830"/>
                    <a:pt x="2717" y="2778"/>
                    <a:pt x="2717" y="2721"/>
                  </a:cubicBezTo>
                  <a:lnTo>
                    <a:pt x="2717" y="2443"/>
                  </a:lnTo>
                  <a:cubicBezTo>
                    <a:pt x="2717" y="2317"/>
                    <a:pt x="2812" y="2211"/>
                    <a:pt x="2939" y="2201"/>
                  </a:cubicBezTo>
                  <a:cubicBezTo>
                    <a:pt x="3090" y="2186"/>
                    <a:pt x="3327" y="2169"/>
                    <a:pt x="3619" y="2169"/>
                  </a:cubicBezTo>
                  <a:cubicBezTo>
                    <a:pt x="4155" y="2169"/>
                    <a:pt x="4875" y="2225"/>
                    <a:pt x="5592" y="2450"/>
                  </a:cubicBezTo>
                  <a:cubicBezTo>
                    <a:pt x="5618" y="2459"/>
                    <a:pt x="5643" y="2463"/>
                    <a:pt x="5667" y="2463"/>
                  </a:cubicBezTo>
                  <a:cubicBezTo>
                    <a:pt x="5887" y="2463"/>
                    <a:pt x="5967" y="2122"/>
                    <a:pt x="5722" y="2046"/>
                  </a:cubicBezTo>
                  <a:cubicBezTo>
                    <a:pt x="4949" y="1802"/>
                    <a:pt x="4177" y="1743"/>
                    <a:pt x="3606" y="1743"/>
                  </a:cubicBezTo>
                  <a:cubicBezTo>
                    <a:pt x="3302" y="1743"/>
                    <a:pt x="3056" y="1760"/>
                    <a:pt x="2897" y="1775"/>
                  </a:cubicBezTo>
                  <a:cubicBezTo>
                    <a:pt x="2552" y="1806"/>
                    <a:pt x="2291" y="2095"/>
                    <a:pt x="2291" y="2443"/>
                  </a:cubicBezTo>
                  <a:lnTo>
                    <a:pt x="2291" y="2637"/>
                  </a:lnTo>
                  <a:lnTo>
                    <a:pt x="75" y="4853"/>
                  </a:lnTo>
                  <a:cubicBezTo>
                    <a:pt x="22" y="4903"/>
                    <a:pt x="1" y="4977"/>
                    <a:pt x="15" y="5047"/>
                  </a:cubicBezTo>
                  <a:lnTo>
                    <a:pt x="244" y="6187"/>
                  </a:lnTo>
                  <a:cubicBezTo>
                    <a:pt x="258" y="6268"/>
                    <a:pt x="321" y="6331"/>
                    <a:pt x="399" y="6352"/>
                  </a:cubicBezTo>
                  <a:cubicBezTo>
                    <a:pt x="721" y="6433"/>
                    <a:pt x="1017" y="6466"/>
                    <a:pt x="1287" y="6466"/>
                  </a:cubicBezTo>
                  <a:cubicBezTo>
                    <a:pt x="2162" y="6466"/>
                    <a:pt x="2759" y="6113"/>
                    <a:pt x="3076" y="5863"/>
                  </a:cubicBezTo>
                  <a:cubicBezTo>
                    <a:pt x="3124" y="5820"/>
                    <a:pt x="3183" y="5798"/>
                    <a:pt x="3243" y="5798"/>
                  </a:cubicBezTo>
                  <a:cubicBezTo>
                    <a:pt x="3281" y="5798"/>
                    <a:pt x="3319" y="5807"/>
                    <a:pt x="3354" y="5825"/>
                  </a:cubicBezTo>
                  <a:cubicBezTo>
                    <a:pt x="3699" y="6022"/>
                    <a:pt x="4079" y="6138"/>
                    <a:pt x="4473" y="6162"/>
                  </a:cubicBezTo>
                  <a:cubicBezTo>
                    <a:pt x="2492" y="8242"/>
                    <a:pt x="2063" y="9526"/>
                    <a:pt x="2063" y="10251"/>
                  </a:cubicBezTo>
                  <a:cubicBezTo>
                    <a:pt x="2059" y="10490"/>
                    <a:pt x="2094" y="10729"/>
                    <a:pt x="2168" y="10958"/>
                  </a:cubicBezTo>
                  <a:cubicBezTo>
                    <a:pt x="1845" y="11007"/>
                    <a:pt x="1609" y="11289"/>
                    <a:pt x="1605" y="11616"/>
                  </a:cubicBezTo>
                  <a:lnTo>
                    <a:pt x="1605" y="11894"/>
                  </a:lnTo>
                  <a:cubicBezTo>
                    <a:pt x="1334" y="11985"/>
                    <a:pt x="1152" y="12242"/>
                    <a:pt x="1152" y="12527"/>
                  </a:cubicBezTo>
                  <a:lnTo>
                    <a:pt x="1152" y="13896"/>
                  </a:lnTo>
                  <a:cubicBezTo>
                    <a:pt x="1152" y="14265"/>
                    <a:pt x="1451" y="14564"/>
                    <a:pt x="1820" y="14564"/>
                  </a:cubicBezTo>
                  <a:lnTo>
                    <a:pt x="8660" y="14564"/>
                  </a:lnTo>
                  <a:cubicBezTo>
                    <a:pt x="9029" y="14564"/>
                    <a:pt x="9328" y="14265"/>
                    <a:pt x="9328" y="13896"/>
                  </a:cubicBezTo>
                  <a:lnTo>
                    <a:pt x="9328" y="12527"/>
                  </a:lnTo>
                  <a:cubicBezTo>
                    <a:pt x="9328" y="12242"/>
                    <a:pt x="9145" y="11985"/>
                    <a:pt x="8875" y="11894"/>
                  </a:cubicBezTo>
                  <a:lnTo>
                    <a:pt x="8875" y="11616"/>
                  </a:lnTo>
                  <a:cubicBezTo>
                    <a:pt x="8875" y="11247"/>
                    <a:pt x="8576" y="10947"/>
                    <a:pt x="8206" y="10947"/>
                  </a:cubicBezTo>
                  <a:lnTo>
                    <a:pt x="7967" y="10947"/>
                  </a:lnTo>
                  <a:cubicBezTo>
                    <a:pt x="7995" y="9709"/>
                    <a:pt x="8269" y="8910"/>
                    <a:pt x="8537" y="8133"/>
                  </a:cubicBezTo>
                  <a:cubicBezTo>
                    <a:pt x="8815" y="7330"/>
                    <a:pt x="9100" y="6500"/>
                    <a:pt x="9100" y="5230"/>
                  </a:cubicBezTo>
                  <a:cubicBezTo>
                    <a:pt x="9100" y="3998"/>
                    <a:pt x="8713" y="3006"/>
                    <a:pt x="7942" y="2271"/>
                  </a:cubicBezTo>
                  <a:cubicBezTo>
                    <a:pt x="7333" y="1687"/>
                    <a:pt x="6577" y="1353"/>
                    <a:pt x="5880" y="1163"/>
                  </a:cubicBezTo>
                  <a:cubicBezTo>
                    <a:pt x="5733" y="540"/>
                    <a:pt x="5395" y="255"/>
                    <a:pt x="5127" y="128"/>
                  </a:cubicBezTo>
                  <a:cubicBezTo>
                    <a:pt x="4962" y="45"/>
                    <a:pt x="4779" y="0"/>
                    <a:pt x="4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0" name="Google Shape;22270;p91"/>
            <p:cNvSpPr/>
            <p:nvPr/>
          </p:nvSpPr>
          <p:spPr>
            <a:xfrm>
              <a:off x="3929043" y="2948662"/>
              <a:ext cx="25949" cy="16970"/>
            </a:xfrm>
            <a:custGeom>
              <a:rect b="b" l="l" r="r" t="t"/>
              <a:pathLst>
                <a:path extrusionOk="0" h="652" w="997">
                  <a:moveTo>
                    <a:pt x="312" y="1"/>
                  </a:moveTo>
                  <a:cubicBezTo>
                    <a:pt x="116" y="1"/>
                    <a:pt x="0" y="296"/>
                    <a:pt x="219" y="407"/>
                  </a:cubicBezTo>
                  <a:cubicBezTo>
                    <a:pt x="339" y="470"/>
                    <a:pt x="451" y="537"/>
                    <a:pt x="557" y="611"/>
                  </a:cubicBezTo>
                  <a:cubicBezTo>
                    <a:pt x="599" y="639"/>
                    <a:pt x="641" y="651"/>
                    <a:pt x="681" y="651"/>
                  </a:cubicBezTo>
                  <a:cubicBezTo>
                    <a:pt x="866" y="651"/>
                    <a:pt x="996" y="383"/>
                    <a:pt x="796" y="255"/>
                  </a:cubicBezTo>
                  <a:cubicBezTo>
                    <a:pt x="676" y="174"/>
                    <a:pt x="550" y="101"/>
                    <a:pt x="420" y="30"/>
                  </a:cubicBezTo>
                  <a:cubicBezTo>
                    <a:pt x="382" y="10"/>
                    <a:pt x="346" y="1"/>
                    <a:pt x="3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1" name="Google Shape;22271;p91"/>
            <p:cNvSpPr/>
            <p:nvPr/>
          </p:nvSpPr>
          <p:spPr>
            <a:xfrm>
              <a:off x="3851663" y="2958032"/>
              <a:ext cx="11114" cy="17074"/>
            </a:xfrm>
            <a:custGeom>
              <a:rect b="b" l="l" r="r" t="t"/>
              <a:pathLst>
                <a:path extrusionOk="0" h="656" w="427">
                  <a:moveTo>
                    <a:pt x="215" y="1"/>
                  </a:moveTo>
                  <a:cubicBezTo>
                    <a:pt x="96" y="1"/>
                    <a:pt x="1" y="96"/>
                    <a:pt x="1" y="216"/>
                  </a:cubicBezTo>
                  <a:lnTo>
                    <a:pt x="1" y="444"/>
                  </a:lnTo>
                  <a:cubicBezTo>
                    <a:pt x="1" y="560"/>
                    <a:pt x="96" y="655"/>
                    <a:pt x="215" y="655"/>
                  </a:cubicBezTo>
                  <a:cubicBezTo>
                    <a:pt x="332" y="655"/>
                    <a:pt x="427" y="560"/>
                    <a:pt x="427" y="444"/>
                  </a:cubicBezTo>
                  <a:lnTo>
                    <a:pt x="427" y="216"/>
                  </a:lnTo>
                  <a:cubicBezTo>
                    <a:pt x="427" y="96"/>
                    <a:pt x="332"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72" name="Google Shape;22272;p91"/>
          <p:cNvGrpSpPr/>
          <p:nvPr/>
        </p:nvGrpSpPr>
        <p:grpSpPr>
          <a:xfrm>
            <a:off x="3727590" y="2438549"/>
            <a:ext cx="346921" cy="343953"/>
            <a:chOff x="3727590" y="2438549"/>
            <a:chExt cx="346921" cy="343953"/>
          </a:xfrm>
        </p:grpSpPr>
        <p:sp>
          <p:nvSpPr>
            <p:cNvPr id="22273" name="Google Shape;22273;p91"/>
            <p:cNvSpPr/>
            <p:nvPr/>
          </p:nvSpPr>
          <p:spPr>
            <a:xfrm>
              <a:off x="3975294" y="2622147"/>
              <a:ext cx="40421" cy="39770"/>
            </a:xfrm>
            <a:custGeom>
              <a:rect b="b" l="l" r="r" t="t"/>
              <a:pathLst>
                <a:path extrusionOk="0" h="1528" w="1553">
                  <a:moveTo>
                    <a:pt x="1" y="0"/>
                  </a:moveTo>
                  <a:lnTo>
                    <a:pt x="989" y="1527"/>
                  </a:lnTo>
                  <a:lnTo>
                    <a:pt x="1552" y="1527"/>
                  </a:lnTo>
                  <a:cubicBezTo>
                    <a:pt x="1552" y="683"/>
                    <a:pt x="849" y="0"/>
                    <a:pt x="1"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4" name="Google Shape;22274;p91"/>
            <p:cNvSpPr/>
            <p:nvPr/>
          </p:nvSpPr>
          <p:spPr>
            <a:xfrm>
              <a:off x="3935003" y="2622147"/>
              <a:ext cx="66058" cy="39848"/>
            </a:xfrm>
            <a:custGeom>
              <a:rect b="b" l="l" r="r" t="t"/>
              <a:pathLst>
                <a:path extrusionOk="0" h="1531" w="2538">
                  <a:moveTo>
                    <a:pt x="1549" y="0"/>
                  </a:moveTo>
                  <a:cubicBezTo>
                    <a:pt x="704" y="0"/>
                    <a:pt x="1" y="683"/>
                    <a:pt x="1" y="1531"/>
                  </a:cubicBezTo>
                  <a:lnTo>
                    <a:pt x="2537" y="1531"/>
                  </a:lnTo>
                  <a:cubicBezTo>
                    <a:pt x="2537" y="683"/>
                    <a:pt x="2087" y="0"/>
                    <a:pt x="154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5" name="Google Shape;22275;p91"/>
            <p:cNvSpPr/>
            <p:nvPr/>
          </p:nvSpPr>
          <p:spPr>
            <a:xfrm>
              <a:off x="3974851" y="2556194"/>
              <a:ext cx="21993" cy="43986"/>
            </a:xfrm>
            <a:custGeom>
              <a:rect b="b" l="l" r="r" t="t"/>
              <a:pathLst>
                <a:path extrusionOk="0" h="1690" w="845">
                  <a:moveTo>
                    <a:pt x="0" y="1"/>
                  </a:moveTo>
                  <a:lnTo>
                    <a:pt x="0" y="1690"/>
                  </a:lnTo>
                  <a:cubicBezTo>
                    <a:pt x="465" y="1690"/>
                    <a:pt x="845" y="1310"/>
                    <a:pt x="845" y="845"/>
                  </a:cubicBezTo>
                  <a:cubicBezTo>
                    <a:pt x="845" y="381"/>
                    <a:pt x="465" y="1"/>
                    <a:pt x="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6" name="Google Shape;22276;p91"/>
            <p:cNvSpPr/>
            <p:nvPr/>
          </p:nvSpPr>
          <p:spPr>
            <a:xfrm>
              <a:off x="3826677" y="2622147"/>
              <a:ext cx="40317" cy="39770"/>
            </a:xfrm>
            <a:custGeom>
              <a:rect b="b" l="l" r="r" t="t"/>
              <a:pathLst>
                <a:path extrusionOk="0" h="1528" w="1549">
                  <a:moveTo>
                    <a:pt x="0" y="0"/>
                  </a:moveTo>
                  <a:lnTo>
                    <a:pt x="985" y="1527"/>
                  </a:lnTo>
                  <a:lnTo>
                    <a:pt x="1548" y="1527"/>
                  </a:lnTo>
                  <a:cubicBezTo>
                    <a:pt x="1548" y="683"/>
                    <a:pt x="845" y="0"/>
                    <a:pt x="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7" name="Google Shape;22277;p91"/>
            <p:cNvSpPr/>
            <p:nvPr/>
          </p:nvSpPr>
          <p:spPr>
            <a:xfrm>
              <a:off x="3786386" y="2622147"/>
              <a:ext cx="66032" cy="39848"/>
            </a:xfrm>
            <a:custGeom>
              <a:rect b="b" l="l" r="r" t="t"/>
              <a:pathLst>
                <a:path extrusionOk="0" h="1531" w="2537">
                  <a:moveTo>
                    <a:pt x="1548" y="0"/>
                  </a:moveTo>
                  <a:cubicBezTo>
                    <a:pt x="704" y="0"/>
                    <a:pt x="0" y="683"/>
                    <a:pt x="0" y="1531"/>
                  </a:cubicBezTo>
                  <a:lnTo>
                    <a:pt x="2533" y="1531"/>
                  </a:lnTo>
                  <a:cubicBezTo>
                    <a:pt x="2537" y="683"/>
                    <a:pt x="2087" y="0"/>
                    <a:pt x="154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8" name="Google Shape;22278;p91"/>
            <p:cNvSpPr/>
            <p:nvPr/>
          </p:nvSpPr>
          <p:spPr>
            <a:xfrm>
              <a:off x="3826208" y="2556194"/>
              <a:ext cx="22019" cy="43986"/>
            </a:xfrm>
            <a:custGeom>
              <a:rect b="b" l="l" r="r" t="t"/>
              <a:pathLst>
                <a:path extrusionOk="0" h="1690" w="846">
                  <a:moveTo>
                    <a:pt x="1" y="1"/>
                  </a:moveTo>
                  <a:lnTo>
                    <a:pt x="1" y="1690"/>
                  </a:lnTo>
                  <a:cubicBezTo>
                    <a:pt x="465" y="1690"/>
                    <a:pt x="845" y="1310"/>
                    <a:pt x="845" y="845"/>
                  </a:cubicBezTo>
                  <a:cubicBezTo>
                    <a:pt x="845" y="381"/>
                    <a:pt x="465"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9" name="Google Shape;22279;p91"/>
            <p:cNvSpPr/>
            <p:nvPr/>
          </p:nvSpPr>
          <p:spPr>
            <a:xfrm>
              <a:off x="3901037" y="2624073"/>
              <a:ext cx="54137" cy="54137"/>
            </a:xfrm>
            <a:custGeom>
              <a:rect b="b" l="l" r="r" t="t"/>
              <a:pathLst>
                <a:path extrusionOk="0" h="2080" w="2080">
                  <a:moveTo>
                    <a:pt x="0" y="0"/>
                  </a:moveTo>
                  <a:lnTo>
                    <a:pt x="1235" y="2079"/>
                  </a:lnTo>
                  <a:lnTo>
                    <a:pt x="2080" y="2079"/>
                  </a:lnTo>
                  <a:cubicBezTo>
                    <a:pt x="2080" y="932"/>
                    <a:pt x="1147" y="0"/>
                    <a:pt x="0"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0" name="Google Shape;22280;p91"/>
            <p:cNvSpPr/>
            <p:nvPr/>
          </p:nvSpPr>
          <p:spPr>
            <a:xfrm>
              <a:off x="3846900" y="2624073"/>
              <a:ext cx="86307" cy="54137"/>
            </a:xfrm>
            <a:custGeom>
              <a:rect b="b" l="l" r="r" t="t"/>
              <a:pathLst>
                <a:path extrusionOk="0" h="2080" w="3316">
                  <a:moveTo>
                    <a:pt x="2080" y="0"/>
                  </a:moveTo>
                  <a:cubicBezTo>
                    <a:pt x="930" y="0"/>
                    <a:pt x="1" y="932"/>
                    <a:pt x="1" y="2079"/>
                  </a:cubicBezTo>
                  <a:lnTo>
                    <a:pt x="3315" y="2079"/>
                  </a:lnTo>
                  <a:cubicBezTo>
                    <a:pt x="3315" y="932"/>
                    <a:pt x="2763" y="0"/>
                    <a:pt x="20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1" name="Google Shape;22281;p91"/>
            <p:cNvSpPr/>
            <p:nvPr/>
          </p:nvSpPr>
          <p:spPr>
            <a:xfrm>
              <a:off x="3901402" y="2542373"/>
              <a:ext cx="29333" cy="59733"/>
            </a:xfrm>
            <a:custGeom>
              <a:rect b="b" l="l" r="r" t="t"/>
              <a:pathLst>
                <a:path extrusionOk="0" h="2295" w="1127">
                  <a:moveTo>
                    <a:pt x="0" y="1"/>
                  </a:moveTo>
                  <a:lnTo>
                    <a:pt x="0" y="2295"/>
                  </a:lnTo>
                  <a:cubicBezTo>
                    <a:pt x="627" y="2284"/>
                    <a:pt x="1126" y="1774"/>
                    <a:pt x="1126" y="1148"/>
                  </a:cubicBezTo>
                  <a:cubicBezTo>
                    <a:pt x="1126" y="525"/>
                    <a:pt x="627" y="15"/>
                    <a:pt x="0"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2" name="Google Shape;22282;p91"/>
            <p:cNvSpPr/>
            <p:nvPr/>
          </p:nvSpPr>
          <p:spPr>
            <a:xfrm>
              <a:off x="3871366" y="2542373"/>
              <a:ext cx="44976" cy="59733"/>
            </a:xfrm>
            <a:custGeom>
              <a:rect b="b" l="l" r="r" t="t"/>
              <a:pathLst>
                <a:path extrusionOk="0" h="2295" w="1728">
                  <a:moveTo>
                    <a:pt x="1126" y="1"/>
                  </a:moveTo>
                  <a:cubicBezTo>
                    <a:pt x="500" y="15"/>
                    <a:pt x="0" y="525"/>
                    <a:pt x="0" y="1148"/>
                  </a:cubicBezTo>
                  <a:cubicBezTo>
                    <a:pt x="0" y="1774"/>
                    <a:pt x="500" y="2284"/>
                    <a:pt x="1126" y="2295"/>
                  </a:cubicBezTo>
                  <a:lnTo>
                    <a:pt x="1154" y="2295"/>
                  </a:lnTo>
                  <a:cubicBezTo>
                    <a:pt x="1471" y="2281"/>
                    <a:pt x="1728" y="1774"/>
                    <a:pt x="1728" y="1148"/>
                  </a:cubicBezTo>
                  <a:cubicBezTo>
                    <a:pt x="1728" y="525"/>
                    <a:pt x="1471" y="18"/>
                    <a:pt x="115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3" name="Google Shape;22283;p91"/>
            <p:cNvSpPr/>
            <p:nvPr/>
          </p:nvSpPr>
          <p:spPr>
            <a:xfrm>
              <a:off x="3804241" y="2556194"/>
              <a:ext cx="29333" cy="43986"/>
            </a:xfrm>
            <a:custGeom>
              <a:rect b="b" l="l" r="r" t="t"/>
              <a:pathLst>
                <a:path extrusionOk="0" h="1690" w="1127">
                  <a:moveTo>
                    <a:pt x="845" y="1"/>
                  </a:moveTo>
                  <a:cubicBezTo>
                    <a:pt x="377" y="1"/>
                    <a:pt x="0" y="381"/>
                    <a:pt x="0" y="845"/>
                  </a:cubicBezTo>
                  <a:cubicBezTo>
                    <a:pt x="0" y="1310"/>
                    <a:pt x="377" y="1690"/>
                    <a:pt x="845" y="1690"/>
                  </a:cubicBezTo>
                  <a:cubicBezTo>
                    <a:pt x="999" y="1690"/>
                    <a:pt x="1126" y="1313"/>
                    <a:pt x="1126" y="845"/>
                  </a:cubicBezTo>
                  <a:cubicBezTo>
                    <a:pt x="1126" y="381"/>
                    <a:pt x="999" y="1"/>
                    <a:pt x="845"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4" name="Google Shape;22284;p91"/>
            <p:cNvSpPr/>
            <p:nvPr/>
          </p:nvSpPr>
          <p:spPr>
            <a:xfrm>
              <a:off x="3952858" y="2556194"/>
              <a:ext cx="29333" cy="43986"/>
            </a:xfrm>
            <a:custGeom>
              <a:rect b="b" l="l" r="r" t="t"/>
              <a:pathLst>
                <a:path extrusionOk="0" h="1690" w="1127">
                  <a:moveTo>
                    <a:pt x="845" y="1"/>
                  </a:moveTo>
                  <a:cubicBezTo>
                    <a:pt x="381" y="1"/>
                    <a:pt x="1" y="381"/>
                    <a:pt x="1" y="845"/>
                  </a:cubicBezTo>
                  <a:cubicBezTo>
                    <a:pt x="1" y="1310"/>
                    <a:pt x="381" y="1690"/>
                    <a:pt x="845" y="1690"/>
                  </a:cubicBezTo>
                  <a:cubicBezTo>
                    <a:pt x="1000" y="1690"/>
                    <a:pt x="1127" y="1313"/>
                    <a:pt x="1127" y="845"/>
                  </a:cubicBezTo>
                  <a:cubicBezTo>
                    <a:pt x="1127" y="381"/>
                    <a:pt x="1000" y="1"/>
                    <a:pt x="845"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5" name="Google Shape;22285;p91"/>
            <p:cNvSpPr/>
            <p:nvPr/>
          </p:nvSpPr>
          <p:spPr>
            <a:xfrm>
              <a:off x="3948381" y="2550650"/>
              <a:ext cx="64210" cy="55022"/>
            </a:xfrm>
            <a:custGeom>
              <a:rect b="b" l="l" r="r" t="t"/>
              <a:pathLst>
                <a:path extrusionOk="0" h="2114" w="2467">
                  <a:moveTo>
                    <a:pt x="1056" y="425"/>
                  </a:moveTo>
                  <a:cubicBezTo>
                    <a:pt x="1619" y="425"/>
                    <a:pt x="1900" y="1108"/>
                    <a:pt x="1503" y="1505"/>
                  </a:cubicBezTo>
                  <a:cubicBezTo>
                    <a:pt x="1374" y="1635"/>
                    <a:pt x="1216" y="1693"/>
                    <a:pt x="1060" y="1693"/>
                  </a:cubicBezTo>
                  <a:cubicBezTo>
                    <a:pt x="735" y="1693"/>
                    <a:pt x="423" y="1439"/>
                    <a:pt x="423" y="1058"/>
                  </a:cubicBezTo>
                  <a:cubicBezTo>
                    <a:pt x="423"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6" name="Google Shape;22286;p91"/>
            <p:cNvSpPr/>
            <p:nvPr/>
          </p:nvSpPr>
          <p:spPr>
            <a:xfrm>
              <a:off x="3948954" y="2616655"/>
              <a:ext cx="72148" cy="50754"/>
            </a:xfrm>
            <a:custGeom>
              <a:rect b="b" l="l" r="r" t="t"/>
              <a:pathLst>
                <a:path extrusionOk="0" h="1950" w="2772">
                  <a:moveTo>
                    <a:pt x="1034" y="0"/>
                  </a:moveTo>
                  <a:cubicBezTo>
                    <a:pt x="745" y="0"/>
                    <a:pt x="464" y="70"/>
                    <a:pt x="211" y="204"/>
                  </a:cubicBezTo>
                  <a:cubicBezTo>
                    <a:pt x="0" y="318"/>
                    <a:pt x="113" y="604"/>
                    <a:pt x="306" y="604"/>
                  </a:cubicBezTo>
                  <a:cubicBezTo>
                    <a:pt x="339" y="604"/>
                    <a:pt x="375" y="596"/>
                    <a:pt x="411" y="577"/>
                  </a:cubicBezTo>
                  <a:cubicBezTo>
                    <a:pt x="612" y="470"/>
                    <a:pt x="823" y="421"/>
                    <a:pt x="1030" y="421"/>
                  </a:cubicBezTo>
                  <a:cubicBezTo>
                    <a:pt x="1648" y="421"/>
                    <a:pt x="2225" y="861"/>
                    <a:pt x="2336" y="1531"/>
                  </a:cubicBezTo>
                  <a:lnTo>
                    <a:pt x="1034" y="1531"/>
                  </a:lnTo>
                  <a:cubicBezTo>
                    <a:pt x="1030" y="1530"/>
                    <a:pt x="1025" y="1530"/>
                    <a:pt x="1021" y="1530"/>
                  </a:cubicBezTo>
                  <a:cubicBezTo>
                    <a:pt x="904" y="1530"/>
                    <a:pt x="812" y="1623"/>
                    <a:pt x="812" y="1738"/>
                  </a:cubicBezTo>
                  <a:cubicBezTo>
                    <a:pt x="812" y="1857"/>
                    <a:pt x="904" y="1950"/>
                    <a:pt x="1021" y="1950"/>
                  </a:cubicBezTo>
                  <a:cubicBezTo>
                    <a:pt x="1025" y="1950"/>
                    <a:pt x="1030" y="1950"/>
                    <a:pt x="1034" y="1949"/>
                  </a:cubicBezTo>
                  <a:lnTo>
                    <a:pt x="2561" y="1949"/>
                  </a:lnTo>
                  <a:cubicBezTo>
                    <a:pt x="2680" y="1949"/>
                    <a:pt x="2772" y="1858"/>
                    <a:pt x="2772" y="1738"/>
                  </a:cubicBezTo>
                  <a:cubicBezTo>
                    <a:pt x="2772" y="778"/>
                    <a:pt x="1994" y="0"/>
                    <a:pt x="10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7" name="Google Shape;22287;p91"/>
            <p:cNvSpPr/>
            <p:nvPr/>
          </p:nvSpPr>
          <p:spPr>
            <a:xfrm>
              <a:off x="3780790" y="2616551"/>
              <a:ext cx="71940" cy="50858"/>
            </a:xfrm>
            <a:custGeom>
              <a:rect b="b" l="l" r="r" t="t"/>
              <a:pathLst>
                <a:path extrusionOk="0" h="1954" w="2764">
                  <a:moveTo>
                    <a:pt x="1747" y="1"/>
                  </a:moveTo>
                  <a:cubicBezTo>
                    <a:pt x="835" y="1"/>
                    <a:pt x="4" y="732"/>
                    <a:pt x="4" y="1746"/>
                  </a:cubicBezTo>
                  <a:cubicBezTo>
                    <a:pt x="1" y="1860"/>
                    <a:pt x="92" y="1953"/>
                    <a:pt x="209" y="1953"/>
                  </a:cubicBezTo>
                  <a:cubicBezTo>
                    <a:pt x="211" y="1953"/>
                    <a:pt x="213" y="1953"/>
                    <a:pt x="215" y="1953"/>
                  </a:cubicBezTo>
                  <a:lnTo>
                    <a:pt x="1763" y="1953"/>
                  </a:lnTo>
                  <a:cubicBezTo>
                    <a:pt x="1879" y="1953"/>
                    <a:pt x="1974" y="1862"/>
                    <a:pt x="1974" y="1746"/>
                  </a:cubicBezTo>
                  <a:cubicBezTo>
                    <a:pt x="1974" y="1626"/>
                    <a:pt x="1879" y="1535"/>
                    <a:pt x="1763" y="1535"/>
                  </a:cubicBezTo>
                  <a:lnTo>
                    <a:pt x="444" y="1535"/>
                  </a:lnTo>
                  <a:cubicBezTo>
                    <a:pt x="554" y="865"/>
                    <a:pt x="1129" y="425"/>
                    <a:pt x="1746" y="425"/>
                  </a:cubicBezTo>
                  <a:cubicBezTo>
                    <a:pt x="1953" y="425"/>
                    <a:pt x="2164" y="474"/>
                    <a:pt x="2365" y="581"/>
                  </a:cubicBezTo>
                  <a:cubicBezTo>
                    <a:pt x="2398" y="596"/>
                    <a:pt x="2430" y="603"/>
                    <a:pt x="2460" y="603"/>
                  </a:cubicBezTo>
                  <a:cubicBezTo>
                    <a:pt x="2651" y="603"/>
                    <a:pt x="2763" y="327"/>
                    <a:pt x="2565" y="208"/>
                  </a:cubicBezTo>
                  <a:cubicBezTo>
                    <a:pt x="2299" y="66"/>
                    <a:pt x="2019" y="1"/>
                    <a:pt x="17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8" name="Google Shape;22288;p91"/>
            <p:cNvSpPr/>
            <p:nvPr/>
          </p:nvSpPr>
          <p:spPr>
            <a:xfrm>
              <a:off x="3798749" y="2550650"/>
              <a:ext cx="64210" cy="55022"/>
            </a:xfrm>
            <a:custGeom>
              <a:rect b="b" l="l" r="r" t="t"/>
              <a:pathLst>
                <a:path extrusionOk="0" h="2114" w="2467">
                  <a:moveTo>
                    <a:pt x="1056" y="425"/>
                  </a:moveTo>
                  <a:cubicBezTo>
                    <a:pt x="1619" y="425"/>
                    <a:pt x="1904" y="1108"/>
                    <a:pt x="1502" y="1505"/>
                  </a:cubicBezTo>
                  <a:cubicBezTo>
                    <a:pt x="1374" y="1635"/>
                    <a:pt x="1216" y="1693"/>
                    <a:pt x="1060" y="1693"/>
                  </a:cubicBezTo>
                  <a:cubicBezTo>
                    <a:pt x="735" y="1693"/>
                    <a:pt x="422" y="1439"/>
                    <a:pt x="422" y="1058"/>
                  </a:cubicBezTo>
                  <a:cubicBezTo>
                    <a:pt x="422"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9" name="Google Shape;22289;p91"/>
            <p:cNvSpPr/>
            <p:nvPr/>
          </p:nvSpPr>
          <p:spPr>
            <a:xfrm>
              <a:off x="3865692" y="2536933"/>
              <a:ext cx="73450" cy="70769"/>
            </a:xfrm>
            <a:custGeom>
              <a:rect b="b" l="l" r="r" t="t"/>
              <a:pathLst>
                <a:path extrusionOk="0" h="2719" w="2822">
                  <a:moveTo>
                    <a:pt x="1358" y="421"/>
                  </a:moveTo>
                  <a:cubicBezTo>
                    <a:pt x="2192" y="421"/>
                    <a:pt x="2611" y="1431"/>
                    <a:pt x="2020" y="2018"/>
                  </a:cubicBezTo>
                  <a:cubicBezTo>
                    <a:pt x="1829" y="2210"/>
                    <a:pt x="1594" y="2296"/>
                    <a:pt x="1364" y="2296"/>
                  </a:cubicBezTo>
                  <a:cubicBezTo>
                    <a:pt x="883" y="2296"/>
                    <a:pt x="422" y="1923"/>
                    <a:pt x="422" y="1357"/>
                  </a:cubicBezTo>
                  <a:cubicBezTo>
                    <a:pt x="422" y="843"/>
                    <a:pt x="841" y="424"/>
                    <a:pt x="1358" y="421"/>
                  </a:cubicBezTo>
                  <a:close/>
                  <a:moveTo>
                    <a:pt x="1357" y="0"/>
                  </a:moveTo>
                  <a:cubicBezTo>
                    <a:pt x="1182" y="0"/>
                    <a:pt x="1005" y="34"/>
                    <a:pt x="838" y="104"/>
                  </a:cubicBezTo>
                  <a:cubicBezTo>
                    <a:pt x="331" y="315"/>
                    <a:pt x="0" y="808"/>
                    <a:pt x="0" y="1360"/>
                  </a:cubicBezTo>
                  <a:cubicBezTo>
                    <a:pt x="0" y="2110"/>
                    <a:pt x="609" y="2715"/>
                    <a:pt x="1358" y="2718"/>
                  </a:cubicBezTo>
                  <a:cubicBezTo>
                    <a:pt x="1907" y="2718"/>
                    <a:pt x="2403" y="2384"/>
                    <a:pt x="2611" y="1877"/>
                  </a:cubicBezTo>
                  <a:cubicBezTo>
                    <a:pt x="2822" y="1371"/>
                    <a:pt x="2706" y="787"/>
                    <a:pt x="2319" y="400"/>
                  </a:cubicBezTo>
                  <a:cubicBezTo>
                    <a:pt x="2058" y="138"/>
                    <a:pt x="1710"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0" name="Google Shape;22290;p91"/>
            <p:cNvSpPr/>
            <p:nvPr/>
          </p:nvSpPr>
          <p:spPr>
            <a:xfrm>
              <a:off x="3841408" y="2618555"/>
              <a:ext cx="119258" cy="65147"/>
            </a:xfrm>
            <a:custGeom>
              <a:rect b="b" l="l" r="r" t="t"/>
              <a:pathLst>
                <a:path extrusionOk="0" h="2503" w="4582">
                  <a:moveTo>
                    <a:pt x="2288" y="423"/>
                  </a:moveTo>
                  <a:cubicBezTo>
                    <a:pt x="3238" y="423"/>
                    <a:pt x="4040" y="1137"/>
                    <a:pt x="4145" y="2080"/>
                  </a:cubicBezTo>
                  <a:lnTo>
                    <a:pt x="433" y="2080"/>
                  </a:lnTo>
                  <a:cubicBezTo>
                    <a:pt x="539" y="1137"/>
                    <a:pt x="1338" y="423"/>
                    <a:pt x="2288" y="423"/>
                  </a:cubicBezTo>
                  <a:close/>
                  <a:moveTo>
                    <a:pt x="2291" y="1"/>
                  </a:moveTo>
                  <a:cubicBezTo>
                    <a:pt x="1025" y="4"/>
                    <a:pt x="1" y="1028"/>
                    <a:pt x="1" y="2291"/>
                  </a:cubicBezTo>
                  <a:cubicBezTo>
                    <a:pt x="1" y="2411"/>
                    <a:pt x="96" y="2503"/>
                    <a:pt x="212" y="2503"/>
                  </a:cubicBezTo>
                  <a:lnTo>
                    <a:pt x="4371" y="2503"/>
                  </a:lnTo>
                  <a:cubicBezTo>
                    <a:pt x="4487" y="2503"/>
                    <a:pt x="4582" y="2411"/>
                    <a:pt x="4582" y="2291"/>
                  </a:cubicBezTo>
                  <a:cubicBezTo>
                    <a:pt x="4578" y="1028"/>
                    <a:pt x="3554" y="4"/>
                    <a:pt x="2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1" name="Google Shape;22291;p91"/>
            <p:cNvSpPr/>
            <p:nvPr/>
          </p:nvSpPr>
          <p:spPr>
            <a:xfrm>
              <a:off x="3727590" y="2438549"/>
              <a:ext cx="346921" cy="343953"/>
            </a:xfrm>
            <a:custGeom>
              <a:rect b="b" l="l" r="r" t="t"/>
              <a:pathLst>
                <a:path extrusionOk="0" h="13215" w="13329">
                  <a:moveTo>
                    <a:pt x="6872" y="1136"/>
                  </a:moveTo>
                  <a:cubicBezTo>
                    <a:pt x="9725" y="1249"/>
                    <a:pt x="12012" y="3536"/>
                    <a:pt x="12125" y="6389"/>
                  </a:cubicBezTo>
                  <a:lnTo>
                    <a:pt x="11622" y="6389"/>
                  </a:lnTo>
                  <a:cubicBezTo>
                    <a:pt x="11618" y="6389"/>
                    <a:pt x="11614" y="6389"/>
                    <a:pt x="11610" y="6389"/>
                  </a:cubicBezTo>
                  <a:cubicBezTo>
                    <a:pt x="11495" y="6389"/>
                    <a:pt x="11400" y="6485"/>
                    <a:pt x="11400" y="6600"/>
                  </a:cubicBezTo>
                  <a:cubicBezTo>
                    <a:pt x="11400" y="6718"/>
                    <a:pt x="11499" y="6811"/>
                    <a:pt x="11615" y="6811"/>
                  </a:cubicBezTo>
                  <a:cubicBezTo>
                    <a:pt x="11617" y="6811"/>
                    <a:pt x="11620" y="6811"/>
                    <a:pt x="11622" y="6811"/>
                  </a:cubicBezTo>
                  <a:lnTo>
                    <a:pt x="12125" y="6811"/>
                  </a:lnTo>
                  <a:cubicBezTo>
                    <a:pt x="12012" y="9661"/>
                    <a:pt x="9725" y="11948"/>
                    <a:pt x="6875" y="12064"/>
                  </a:cubicBezTo>
                  <a:lnTo>
                    <a:pt x="6875" y="12061"/>
                  </a:lnTo>
                  <a:lnTo>
                    <a:pt x="6875" y="11558"/>
                  </a:lnTo>
                  <a:cubicBezTo>
                    <a:pt x="6879" y="11438"/>
                    <a:pt x="6784" y="11340"/>
                    <a:pt x="6664" y="11340"/>
                  </a:cubicBezTo>
                  <a:cubicBezTo>
                    <a:pt x="6541" y="11340"/>
                    <a:pt x="6446" y="11438"/>
                    <a:pt x="6453" y="11558"/>
                  </a:cubicBezTo>
                  <a:lnTo>
                    <a:pt x="6453" y="12061"/>
                  </a:lnTo>
                  <a:cubicBezTo>
                    <a:pt x="3600" y="11948"/>
                    <a:pt x="1313" y="9665"/>
                    <a:pt x="1200" y="6811"/>
                  </a:cubicBezTo>
                  <a:lnTo>
                    <a:pt x="1703" y="6811"/>
                  </a:lnTo>
                  <a:cubicBezTo>
                    <a:pt x="1971" y="6797"/>
                    <a:pt x="1971" y="6400"/>
                    <a:pt x="1703" y="6389"/>
                  </a:cubicBezTo>
                  <a:lnTo>
                    <a:pt x="1200" y="6389"/>
                  </a:lnTo>
                  <a:cubicBezTo>
                    <a:pt x="1313" y="3536"/>
                    <a:pt x="3600" y="1249"/>
                    <a:pt x="6450" y="1136"/>
                  </a:cubicBezTo>
                  <a:lnTo>
                    <a:pt x="6450" y="1639"/>
                  </a:lnTo>
                  <a:cubicBezTo>
                    <a:pt x="6457" y="1775"/>
                    <a:pt x="6560" y="1842"/>
                    <a:pt x="6662" y="1842"/>
                  </a:cubicBezTo>
                  <a:cubicBezTo>
                    <a:pt x="6765" y="1842"/>
                    <a:pt x="6867" y="1775"/>
                    <a:pt x="6872" y="1639"/>
                  </a:cubicBezTo>
                  <a:lnTo>
                    <a:pt x="6872" y="1136"/>
                  </a:lnTo>
                  <a:close/>
                  <a:moveTo>
                    <a:pt x="6663" y="1"/>
                  </a:moveTo>
                  <a:cubicBezTo>
                    <a:pt x="6560" y="1"/>
                    <a:pt x="6458" y="68"/>
                    <a:pt x="6453" y="204"/>
                  </a:cubicBezTo>
                  <a:lnTo>
                    <a:pt x="6453" y="714"/>
                  </a:lnTo>
                  <a:cubicBezTo>
                    <a:pt x="3367" y="830"/>
                    <a:pt x="894" y="3304"/>
                    <a:pt x="781" y="6389"/>
                  </a:cubicBezTo>
                  <a:lnTo>
                    <a:pt x="268" y="6389"/>
                  </a:lnTo>
                  <a:cubicBezTo>
                    <a:pt x="0" y="6400"/>
                    <a:pt x="0" y="6797"/>
                    <a:pt x="268" y="6811"/>
                  </a:cubicBezTo>
                  <a:lnTo>
                    <a:pt x="781" y="6811"/>
                  </a:lnTo>
                  <a:cubicBezTo>
                    <a:pt x="894" y="9894"/>
                    <a:pt x="3367" y="12367"/>
                    <a:pt x="6453" y="12483"/>
                  </a:cubicBezTo>
                  <a:lnTo>
                    <a:pt x="6453" y="12997"/>
                  </a:lnTo>
                  <a:cubicBezTo>
                    <a:pt x="6446" y="13116"/>
                    <a:pt x="6545" y="13215"/>
                    <a:pt x="6664" y="13215"/>
                  </a:cubicBezTo>
                  <a:cubicBezTo>
                    <a:pt x="6784" y="13215"/>
                    <a:pt x="6879" y="13116"/>
                    <a:pt x="6875" y="12997"/>
                  </a:cubicBezTo>
                  <a:lnTo>
                    <a:pt x="6875" y="12487"/>
                  </a:lnTo>
                  <a:cubicBezTo>
                    <a:pt x="9961" y="12371"/>
                    <a:pt x="12435" y="9897"/>
                    <a:pt x="12547" y="6811"/>
                  </a:cubicBezTo>
                  <a:lnTo>
                    <a:pt x="13061" y="6811"/>
                  </a:lnTo>
                  <a:cubicBezTo>
                    <a:pt x="13328" y="6801"/>
                    <a:pt x="13328" y="6403"/>
                    <a:pt x="13061" y="6389"/>
                  </a:cubicBezTo>
                  <a:lnTo>
                    <a:pt x="12547" y="6389"/>
                  </a:lnTo>
                  <a:cubicBezTo>
                    <a:pt x="12435" y="3304"/>
                    <a:pt x="9961" y="830"/>
                    <a:pt x="6875" y="714"/>
                  </a:cubicBezTo>
                  <a:lnTo>
                    <a:pt x="6875" y="204"/>
                  </a:lnTo>
                  <a:cubicBezTo>
                    <a:pt x="6868" y="68"/>
                    <a:pt x="6765" y="1"/>
                    <a:pt x="66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92" name="Google Shape;22292;p91"/>
          <p:cNvGrpSpPr/>
          <p:nvPr/>
        </p:nvGrpSpPr>
        <p:grpSpPr>
          <a:xfrm>
            <a:off x="6085968" y="1559106"/>
            <a:ext cx="356004" cy="289061"/>
            <a:chOff x="6085968" y="1559106"/>
            <a:chExt cx="356004" cy="289061"/>
          </a:xfrm>
        </p:grpSpPr>
        <p:sp>
          <p:nvSpPr>
            <p:cNvPr id="22293" name="Google Shape;22293;p91"/>
            <p:cNvSpPr/>
            <p:nvPr/>
          </p:nvSpPr>
          <p:spPr>
            <a:xfrm>
              <a:off x="6091095" y="1586591"/>
              <a:ext cx="345645" cy="256345"/>
            </a:xfrm>
            <a:custGeom>
              <a:rect b="b" l="l" r="r" t="t"/>
              <a:pathLst>
                <a:path extrusionOk="0" h="9849" w="13280">
                  <a:moveTo>
                    <a:pt x="645" y="0"/>
                  </a:moveTo>
                  <a:cubicBezTo>
                    <a:pt x="289" y="0"/>
                    <a:pt x="4" y="289"/>
                    <a:pt x="4" y="644"/>
                  </a:cubicBezTo>
                  <a:lnTo>
                    <a:pt x="4" y="9208"/>
                  </a:lnTo>
                  <a:cubicBezTo>
                    <a:pt x="1" y="9560"/>
                    <a:pt x="289" y="9849"/>
                    <a:pt x="645" y="9849"/>
                  </a:cubicBezTo>
                  <a:lnTo>
                    <a:pt x="12636" y="9849"/>
                  </a:lnTo>
                  <a:cubicBezTo>
                    <a:pt x="12991" y="9849"/>
                    <a:pt x="13279" y="9564"/>
                    <a:pt x="13279" y="9208"/>
                  </a:cubicBezTo>
                  <a:lnTo>
                    <a:pt x="13279" y="644"/>
                  </a:lnTo>
                  <a:cubicBezTo>
                    <a:pt x="13279" y="289"/>
                    <a:pt x="12991" y="0"/>
                    <a:pt x="1263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4" name="Google Shape;22294;p91"/>
            <p:cNvSpPr/>
            <p:nvPr/>
          </p:nvSpPr>
          <p:spPr>
            <a:xfrm>
              <a:off x="6091199" y="1586591"/>
              <a:ext cx="345541" cy="33445"/>
            </a:xfrm>
            <a:custGeom>
              <a:rect b="b" l="l" r="r" t="t"/>
              <a:pathLst>
                <a:path extrusionOk="0" h="1285" w="13276">
                  <a:moveTo>
                    <a:pt x="641" y="0"/>
                  </a:moveTo>
                  <a:cubicBezTo>
                    <a:pt x="285" y="0"/>
                    <a:pt x="0" y="289"/>
                    <a:pt x="0" y="644"/>
                  </a:cubicBezTo>
                  <a:lnTo>
                    <a:pt x="0" y="1285"/>
                  </a:lnTo>
                  <a:lnTo>
                    <a:pt x="13275" y="1285"/>
                  </a:lnTo>
                  <a:lnTo>
                    <a:pt x="13275" y="644"/>
                  </a:lnTo>
                  <a:cubicBezTo>
                    <a:pt x="13275" y="289"/>
                    <a:pt x="12987" y="0"/>
                    <a:pt x="12632"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5" name="Google Shape;22295;p91"/>
            <p:cNvSpPr/>
            <p:nvPr/>
          </p:nvSpPr>
          <p:spPr>
            <a:xfrm>
              <a:off x="6107857" y="1586591"/>
              <a:ext cx="55803" cy="27875"/>
            </a:xfrm>
            <a:custGeom>
              <a:rect b="b" l="l" r="r" t="t"/>
              <a:pathLst>
                <a:path extrusionOk="0" h="1071" w="2144">
                  <a:moveTo>
                    <a:pt x="1" y="0"/>
                  </a:moveTo>
                  <a:lnTo>
                    <a:pt x="1" y="215"/>
                  </a:lnTo>
                  <a:cubicBezTo>
                    <a:pt x="1" y="687"/>
                    <a:pt x="384" y="1070"/>
                    <a:pt x="859" y="1070"/>
                  </a:cubicBezTo>
                  <a:lnTo>
                    <a:pt x="1285" y="1070"/>
                  </a:lnTo>
                  <a:cubicBezTo>
                    <a:pt x="1760" y="1070"/>
                    <a:pt x="2143" y="687"/>
                    <a:pt x="2143" y="215"/>
                  </a:cubicBezTo>
                  <a:lnTo>
                    <a:pt x="214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6" name="Google Shape;22296;p91"/>
            <p:cNvSpPr/>
            <p:nvPr/>
          </p:nvSpPr>
          <p:spPr>
            <a:xfrm>
              <a:off x="6364280" y="1586591"/>
              <a:ext cx="55699" cy="27875"/>
            </a:xfrm>
            <a:custGeom>
              <a:rect b="b" l="l" r="r" t="t"/>
              <a:pathLst>
                <a:path extrusionOk="0" h="1071" w="2140">
                  <a:moveTo>
                    <a:pt x="0" y="0"/>
                  </a:moveTo>
                  <a:lnTo>
                    <a:pt x="0" y="215"/>
                  </a:lnTo>
                  <a:cubicBezTo>
                    <a:pt x="0" y="687"/>
                    <a:pt x="384" y="1070"/>
                    <a:pt x="855" y="1070"/>
                  </a:cubicBezTo>
                  <a:lnTo>
                    <a:pt x="1285" y="1070"/>
                  </a:lnTo>
                  <a:cubicBezTo>
                    <a:pt x="1756" y="1070"/>
                    <a:pt x="2140" y="687"/>
                    <a:pt x="2140" y="215"/>
                  </a:cubicBezTo>
                  <a:lnTo>
                    <a:pt x="2140"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7" name="Google Shape;22297;p91"/>
            <p:cNvSpPr/>
            <p:nvPr/>
          </p:nvSpPr>
          <p:spPr>
            <a:xfrm>
              <a:off x="6124619" y="1564338"/>
              <a:ext cx="22280" cy="33445"/>
            </a:xfrm>
            <a:custGeom>
              <a:rect b="b" l="l" r="r" t="t"/>
              <a:pathLst>
                <a:path extrusionOk="0" h="1285" w="856">
                  <a:moveTo>
                    <a:pt x="215" y="0"/>
                  </a:moveTo>
                  <a:cubicBezTo>
                    <a:pt x="96" y="0"/>
                    <a:pt x="1" y="95"/>
                    <a:pt x="1" y="212"/>
                  </a:cubicBezTo>
                  <a:lnTo>
                    <a:pt x="1" y="1070"/>
                  </a:lnTo>
                  <a:cubicBezTo>
                    <a:pt x="1" y="1186"/>
                    <a:pt x="96" y="1285"/>
                    <a:pt x="215" y="1285"/>
                  </a:cubicBezTo>
                  <a:lnTo>
                    <a:pt x="641" y="1285"/>
                  </a:lnTo>
                  <a:cubicBezTo>
                    <a:pt x="761" y="1285"/>
                    <a:pt x="856" y="1186"/>
                    <a:pt x="856" y="1070"/>
                  </a:cubicBezTo>
                  <a:lnTo>
                    <a:pt x="856" y="212"/>
                  </a:lnTo>
                  <a:cubicBezTo>
                    <a:pt x="856" y="95"/>
                    <a:pt x="761" y="0"/>
                    <a:pt x="641"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8" name="Google Shape;22298;p91"/>
            <p:cNvSpPr/>
            <p:nvPr/>
          </p:nvSpPr>
          <p:spPr>
            <a:xfrm>
              <a:off x="6124619" y="1564338"/>
              <a:ext cx="22280" cy="16684"/>
            </a:xfrm>
            <a:custGeom>
              <a:rect b="b" l="l" r="r" t="t"/>
              <a:pathLst>
                <a:path extrusionOk="0" h="641" w="856">
                  <a:moveTo>
                    <a:pt x="647" y="0"/>
                  </a:moveTo>
                  <a:cubicBezTo>
                    <a:pt x="645" y="0"/>
                    <a:pt x="643" y="0"/>
                    <a:pt x="641" y="0"/>
                  </a:cubicBezTo>
                  <a:lnTo>
                    <a:pt x="215" y="0"/>
                  </a:lnTo>
                  <a:cubicBezTo>
                    <a:pt x="96" y="0"/>
                    <a:pt x="1" y="95"/>
                    <a:pt x="1" y="212"/>
                  </a:cubicBezTo>
                  <a:lnTo>
                    <a:pt x="1" y="641"/>
                  </a:lnTo>
                  <a:lnTo>
                    <a:pt x="856" y="641"/>
                  </a:lnTo>
                  <a:lnTo>
                    <a:pt x="856" y="212"/>
                  </a:lnTo>
                  <a:cubicBezTo>
                    <a:pt x="856" y="97"/>
                    <a:pt x="764" y="0"/>
                    <a:pt x="647"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9" name="Google Shape;22299;p91"/>
            <p:cNvSpPr/>
            <p:nvPr/>
          </p:nvSpPr>
          <p:spPr>
            <a:xfrm>
              <a:off x="6380937" y="1564338"/>
              <a:ext cx="22384" cy="33445"/>
            </a:xfrm>
            <a:custGeom>
              <a:rect b="b" l="l" r="r" t="t"/>
              <a:pathLst>
                <a:path extrusionOk="0" h="1285" w="860">
                  <a:moveTo>
                    <a:pt x="651" y="0"/>
                  </a:moveTo>
                  <a:cubicBezTo>
                    <a:pt x="649" y="0"/>
                    <a:pt x="647" y="0"/>
                    <a:pt x="645" y="0"/>
                  </a:cubicBezTo>
                  <a:lnTo>
                    <a:pt x="215" y="0"/>
                  </a:lnTo>
                  <a:cubicBezTo>
                    <a:pt x="96" y="0"/>
                    <a:pt x="1" y="95"/>
                    <a:pt x="1" y="212"/>
                  </a:cubicBezTo>
                  <a:lnTo>
                    <a:pt x="1" y="1070"/>
                  </a:lnTo>
                  <a:cubicBezTo>
                    <a:pt x="1" y="1186"/>
                    <a:pt x="96" y="1285"/>
                    <a:pt x="215" y="1285"/>
                  </a:cubicBezTo>
                  <a:lnTo>
                    <a:pt x="645" y="1285"/>
                  </a:lnTo>
                  <a:cubicBezTo>
                    <a:pt x="761" y="1285"/>
                    <a:pt x="859" y="1186"/>
                    <a:pt x="859" y="1070"/>
                  </a:cubicBezTo>
                  <a:lnTo>
                    <a:pt x="859" y="212"/>
                  </a:lnTo>
                  <a:cubicBezTo>
                    <a:pt x="859" y="97"/>
                    <a:pt x="764" y="0"/>
                    <a:pt x="651"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0" name="Google Shape;22300;p91"/>
            <p:cNvSpPr/>
            <p:nvPr/>
          </p:nvSpPr>
          <p:spPr>
            <a:xfrm>
              <a:off x="6380937" y="1564338"/>
              <a:ext cx="22384" cy="16684"/>
            </a:xfrm>
            <a:custGeom>
              <a:rect b="b" l="l" r="r" t="t"/>
              <a:pathLst>
                <a:path extrusionOk="0" h="641" w="860">
                  <a:moveTo>
                    <a:pt x="215" y="0"/>
                  </a:moveTo>
                  <a:cubicBezTo>
                    <a:pt x="96" y="0"/>
                    <a:pt x="1" y="95"/>
                    <a:pt x="1" y="212"/>
                  </a:cubicBezTo>
                  <a:lnTo>
                    <a:pt x="1" y="641"/>
                  </a:lnTo>
                  <a:lnTo>
                    <a:pt x="859" y="641"/>
                  </a:lnTo>
                  <a:lnTo>
                    <a:pt x="859" y="212"/>
                  </a:lnTo>
                  <a:cubicBezTo>
                    <a:pt x="859" y="95"/>
                    <a:pt x="761" y="0"/>
                    <a:pt x="64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1" name="Google Shape;22301;p91"/>
            <p:cNvSpPr/>
            <p:nvPr/>
          </p:nvSpPr>
          <p:spPr>
            <a:xfrm>
              <a:off x="6091199" y="1620010"/>
              <a:ext cx="345541" cy="16788"/>
            </a:xfrm>
            <a:custGeom>
              <a:rect b="b" l="l" r="r" t="t"/>
              <a:pathLst>
                <a:path extrusionOk="0" h="645" w="13276">
                  <a:moveTo>
                    <a:pt x="0" y="1"/>
                  </a:moveTo>
                  <a:lnTo>
                    <a:pt x="0" y="645"/>
                  </a:lnTo>
                  <a:lnTo>
                    <a:pt x="13275" y="645"/>
                  </a:lnTo>
                  <a:lnTo>
                    <a:pt x="1327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2" name="Google Shape;22302;p91"/>
            <p:cNvSpPr/>
            <p:nvPr/>
          </p:nvSpPr>
          <p:spPr>
            <a:xfrm>
              <a:off x="6085968" y="1559106"/>
              <a:ext cx="356004" cy="289061"/>
            </a:xfrm>
            <a:custGeom>
              <a:rect b="b" l="l" r="r" t="t"/>
              <a:pathLst>
                <a:path extrusionOk="0" h="11106" w="13678">
                  <a:moveTo>
                    <a:pt x="1695" y="401"/>
                  </a:moveTo>
                  <a:cubicBezTo>
                    <a:pt x="1696" y="401"/>
                    <a:pt x="1698" y="401"/>
                    <a:pt x="1700" y="402"/>
                  </a:cubicBezTo>
                  <a:lnTo>
                    <a:pt x="2126" y="402"/>
                  </a:lnTo>
                  <a:cubicBezTo>
                    <a:pt x="2133" y="402"/>
                    <a:pt x="2140" y="406"/>
                    <a:pt x="2140" y="413"/>
                  </a:cubicBezTo>
                  <a:lnTo>
                    <a:pt x="2140" y="1271"/>
                  </a:lnTo>
                  <a:cubicBezTo>
                    <a:pt x="2140" y="1278"/>
                    <a:pt x="2133" y="1285"/>
                    <a:pt x="2126" y="1285"/>
                  </a:cubicBezTo>
                  <a:lnTo>
                    <a:pt x="1697" y="1285"/>
                  </a:lnTo>
                  <a:cubicBezTo>
                    <a:pt x="1690" y="1285"/>
                    <a:pt x="1683" y="1278"/>
                    <a:pt x="1683" y="1271"/>
                  </a:cubicBezTo>
                  <a:lnTo>
                    <a:pt x="1683" y="413"/>
                  </a:lnTo>
                  <a:cubicBezTo>
                    <a:pt x="1683" y="407"/>
                    <a:pt x="1687" y="401"/>
                    <a:pt x="1695" y="401"/>
                  </a:cubicBezTo>
                  <a:close/>
                  <a:moveTo>
                    <a:pt x="11978" y="402"/>
                  </a:moveTo>
                  <a:cubicBezTo>
                    <a:pt x="11985" y="402"/>
                    <a:pt x="11992" y="406"/>
                    <a:pt x="11992" y="413"/>
                  </a:cubicBezTo>
                  <a:lnTo>
                    <a:pt x="11992" y="1271"/>
                  </a:lnTo>
                  <a:cubicBezTo>
                    <a:pt x="11992" y="1278"/>
                    <a:pt x="11985" y="1285"/>
                    <a:pt x="11978" y="1285"/>
                  </a:cubicBezTo>
                  <a:lnTo>
                    <a:pt x="11548" y="1285"/>
                  </a:lnTo>
                  <a:cubicBezTo>
                    <a:pt x="11541" y="1285"/>
                    <a:pt x="11534" y="1278"/>
                    <a:pt x="11534" y="1271"/>
                  </a:cubicBezTo>
                  <a:lnTo>
                    <a:pt x="11534" y="413"/>
                  </a:lnTo>
                  <a:cubicBezTo>
                    <a:pt x="11534" y="406"/>
                    <a:pt x="11541" y="402"/>
                    <a:pt x="11548" y="402"/>
                  </a:cubicBezTo>
                  <a:close/>
                  <a:moveTo>
                    <a:pt x="12833" y="1257"/>
                  </a:moveTo>
                  <a:cubicBezTo>
                    <a:pt x="13075" y="1257"/>
                    <a:pt x="13276" y="1454"/>
                    <a:pt x="13276" y="1700"/>
                  </a:cubicBezTo>
                  <a:lnTo>
                    <a:pt x="13276" y="10264"/>
                  </a:lnTo>
                  <a:cubicBezTo>
                    <a:pt x="13276" y="10507"/>
                    <a:pt x="13075" y="10704"/>
                    <a:pt x="12833" y="10704"/>
                  </a:cubicBezTo>
                  <a:lnTo>
                    <a:pt x="842" y="10704"/>
                  </a:lnTo>
                  <a:cubicBezTo>
                    <a:pt x="599" y="10704"/>
                    <a:pt x="402" y="10507"/>
                    <a:pt x="402" y="10264"/>
                  </a:cubicBezTo>
                  <a:lnTo>
                    <a:pt x="402" y="1700"/>
                  </a:lnTo>
                  <a:cubicBezTo>
                    <a:pt x="402" y="1454"/>
                    <a:pt x="599" y="1257"/>
                    <a:pt x="842" y="1257"/>
                  </a:cubicBezTo>
                  <a:lnTo>
                    <a:pt x="1285" y="1257"/>
                  </a:lnTo>
                  <a:lnTo>
                    <a:pt x="1285" y="1271"/>
                  </a:lnTo>
                  <a:cubicBezTo>
                    <a:pt x="1285" y="1500"/>
                    <a:pt x="1468" y="1683"/>
                    <a:pt x="1700" y="1686"/>
                  </a:cubicBezTo>
                  <a:lnTo>
                    <a:pt x="2126" y="1686"/>
                  </a:lnTo>
                  <a:cubicBezTo>
                    <a:pt x="2355" y="1683"/>
                    <a:pt x="2541" y="1500"/>
                    <a:pt x="2541" y="1271"/>
                  </a:cubicBezTo>
                  <a:lnTo>
                    <a:pt x="2541" y="1257"/>
                  </a:lnTo>
                  <a:lnTo>
                    <a:pt x="11133" y="1257"/>
                  </a:lnTo>
                  <a:lnTo>
                    <a:pt x="11133" y="1271"/>
                  </a:lnTo>
                  <a:cubicBezTo>
                    <a:pt x="11133" y="1500"/>
                    <a:pt x="11320" y="1683"/>
                    <a:pt x="11548" y="1686"/>
                  </a:cubicBezTo>
                  <a:lnTo>
                    <a:pt x="11978" y="1686"/>
                  </a:lnTo>
                  <a:cubicBezTo>
                    <a:pt x="12206" y="1683"/>
                    <a:pt x="12389" y="1500"/>
                    <a:pt x="12389" y="1271"/>
                  </a:cubicBezTo>
                  <a:lnTo>
                    <a:pt x="12389" y="1257"/>
                  </a:lnTo>
                  <a:close/>
                  <a:moveTo>
                    <a:pt x="1700" y="1"/>
                  </a:moveTo>
                  <a:cubicBezTo>
                    <a:pt x="1471" y="1"/>
                    <a:pt x="1285" y="184"/>
                    <a:pt x="1285" y="413"/>
                  </a:cubicBezTo>
                  <a:lnTo>
                    <a:pt x="1285" y="856"/>
                  </a:lnTo>
                  <a:lnTo>
                    <a:pt x="842" y="856"/>
                  </a:lnTo>
                  <a:cubicBezTo>
                    <a:pt x="377" y="856"/>
                    <a:pt x="1" y="1232"/>
                    <a:pt x="1" y="1700"/>
                  </a:cubicBezTo>
                  <a:lnTo>
                    <a:pt x="1" y="10264"/>
                  </a:lnTo>
                  <a:cubicBezTo>
                    <a:pt x="1" y="10729"/>
                    <a:pt x="377" y="11105"/>
                    <a:pt x="845" y="11105"/>
                  </a:cubicBezTo>
                  <a:lnTo>
                    <a:pt x="12836" y="11105"/>
                  </a:lnTo>
                  <a:cubicBezTo>
                    <a:pt x="13301" y="11105"/>
                    <a:pt x="13674" y="10729"/>
                    <a:pt x="13677" y="10264"/>
                  </a:cubicBezTo>
                  <a:lnTo>
                    <a:pt x="13677" y="1700"/>
                  </a:lnTo>
                  <a:cubicBezTo>
                    <a:pt x="13674" y="1232"/>
                    <a:pt x="13297" y="856"/>
                    <a:pt x="12833" y="856"/>
                  </a:cubicBezTo>
                  <a:lnTo>
                    <a:pt x="12393" y="856"/>
                  </a:lnTo>
                  <a:lnTo>
                    <a:pt x="12393" y="413"/>
                  </a:lnTo>
                  <a:cubicBezTo>
                    <a:pt x="12389" y="184"/>
                    <a:pt x="12206" y="1"/>
                    <a:pt x="11978" y="1"/>
                  </a:cubicBezTo>
                  <a:lnTo>
                    <a:pt x="11548" y="1"/>
                  </a:lnTo>
                  <a:cubicBezTo>
                    <a:pt x="11320" y="1"/>
                    <a:pt x="11133" y="184"/>
                    <a:pt x="11133" y="413"/>
                  </a:cubicBezTo>
                  <a:lnTo>
                    <a:pt x="11133" y="856"/>
                  </a:lnTo>
                  <a:lnTo>
                    <a:pt x="2541" y="856"/>
                  </a:lnTo>
                  <a:lnTo>
                    <a:pt x="2541" y="413"/>
                  </a:lnTo>
                  <a:cubicBezTo>
                    <a:pt x="2541" y="184"/>
                    <a:pt x="2355" y="1"/>
                    <a:pt x="2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3" name="Google Shape;22303;p91"/>
            <p:cNvSpPr/>
            <p:nvPr/>
          </p:nvSpPr>
          <p:spPr>
            <a:xfrm>
              <a:off x="6106243" y="1614779"/>
              <a:ext cx="314829" cy="10489"/>
            </a:xfrm>
            <a:custGeom>
              <a:rect b="b" l="l" r="r" t="t"/>
              <a:pathLst>
                <a:path extrusionOk="0" h="403" w="12096">
                  <a:moveTo>
                    <a:pt x="264" y="1"/>
                  </a:moveTo>
                  <a:cubicBezTo>
                    <a:pt x="0" y="1"/>
                    <a:pt x="0" y="403"/>
                    <a:pt x="264" y="403"/>
                  </a:cubicBezTo>
                  <a:cubicBezTo>
                    <a:pt x="268" y="403"/>
                    <a:pt x="273" y="402"/>
                    <a:pt x="277" y="402"/>
                  </a:cubicBezTo>
                  <a:lnTo>
                    <a:pt x="11839" y="402"/>
                  </a:lnTo>
                  <a:cubicBezTo>
                    <a:pt x="12096" y="392"/>
                    <a:pt x="12096" y="15"/>
                    <a:pt x="11839" y="1"/>
                  </a:cubicBezTo>
                  <a:lnTo>
                    <a:pt x="277" y="1"/>
                  </a:lnTo>
                  <a:cubicBezTo>
                    <a:pt x="273" y="1"/>
                    <a:pt x="268"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4" name="Google Shape;22304;p91"/>
            <p:cNvSpPr/>
            <p:nvPr/>
          </p:nvSpPr>
          <p:spPr>
            <a:xfrm>
              <a:off x="6123525" y="1659390"/>
              <a:ext cx="46719" cy="10463"/>
            </a:xfrm>
            <a:custGeom>
              <a:rect b="b" l="l" r="r" t="t"/>
              <a:pathLst>
                <a:path extrusionOk="0" h="402" w="1795">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5" name="Google Shape;22305;p91"/>
            <p:cNvSpPr/>
            <p:nvPr/>
          </p:nvSpPr>
          <p:spPr>
            <a:xfrm>
              <a:off x="6201009" y="1659390"/>
              <a:ext cx="47266" cy="10489"/>
            </a:xfrm>
            <a:custGeom>
              <a:rect b="b" l="l" r="r" t="t"/>
              <a:pathLst>
                <a:path extrusionOk="0" h="403" w="1816">
                  <a:moveTo>
                    <a:pt x="264" y="0"/>
                  </a:moveTo>
                  <a:cubicBezTo>
                    <a:pt x="1" y="0"/>
                    <a:pt x="1" y="402"/>
                    <a:pt x="264" y="402"/>
                  </a:cubicBezTo>
                  <a:cubicBezTo>
                    <a:pt x="269" y="402"/>
                    <a:pt x="273" y="402"/>
                    <a:pt x="278" y="402"/>
                  </a:cubicBezTo>
                  <a:lnTo>
                    <a:pt x="1562" y="402"/>
                  </a:lnTo>
                  <a:cubicBezTo>
                    <a:pt x="1815" y="388"/>
                    <a:pt x="1815" y="11"/>
                    <a:pt x="1562" y="1"/>
                  </a:cubicBezTo>
                  <a:lnTo>
                    <a:pt x="278" y="1"/>
                  </a:lnTo>
                  <a:cubicBezTo>
                    <a:pt x="273" y="0"/>
                    <a:pt x="269" y="0"/>
                    <a:pt x="2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6" name="Google Shape;22306;p91"/>
            <p:cNvSpPr/>
            <p:nvPr/>
          </p:nvSpPr>
          <p:spPr>
            <a:xfrm>
              <a:off x="6357070" y="1659390"/>
              <a:ext cx="46069" cy="10489"/>
            </a:xfrm>
            <a:custGeom>
              <a:rect b="b" l="l" r="r" t="t"/>
              <a:pathLst>
                <a:path extrusionOk="0" h="403" w="1770">
                  <a:moveTo>
                    <a:pt x="1574" y="0"/>
                  </a:moveTo>
                  <a:cubicBezTo>
                    <a:pt x="1570" y="0"/>
                    <a:pt x="1566" y="0"/>
                    <a:pt x="1562" y="1"/>
                  </a:cubicBezTo>
                  <a:lnTo>
                    <a:pt x="277" y="1"/>
                  </a:lnTo>
                  <a:cubicBezTo>
                    <a:pt x="273" y="0"/>
                    <a:pt x="268" y="0"/>
                    <a:pt x="264" y="0"/>
                  </a:cubicBezTo>
                  <a:cubicBezTo>
                    <a:pt x="0" y="0"/>
                    <a:pt x="0" y="402"/>
                    <a:pt x="264" y="402"/>
                  </a:cubicBezTo>
                  <a:cubicBezTo>
                    <a:pt x="268" y="402"/>
                    <a:pt x="273" y="402"/>
                    <a:pt x="277" y="402"/>
                  </a:cubicBezTo>
                  <a:lnTo>
                    <a:pt x="1562" y="402"/>
                  </a:lnTo>
                  <a:cubicBezTo>
                    <a:pt x="1564" y="402"/>
                    <a:pt x="1566" y="402"/>
                    <a:pt x="1568" y="402"/>
                  </a:cubicBezTo>
                  <a:cubicBezTo>
                    <a:pt x="1678" y="402"/>
                    <a:pt x="1769" y="312"/>
                    <a:pt x="1769" y="201"/>
                  </a:cubicBezTo>
                  <a:cubicBezTo>
                    <a:pt x="1769" y="89"/>
                    <a:pt x="1681" y="0"/>
                    <a:pt x="1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7" name="Google Shape;22307;p91"/>
            <p:cNvSpPr/>
            <p:nvPr/>
          </p:nvSpPr>
          <p:spPr>
            <a:xfrm>
              <a:off x="6123525" y="1704001"/>
              <a:ext cx="46719" cy="10463"/>
            </a:xfrm>
            <a:custGeom>
              <a:rect b="b" l="l" r="r" t="t"/>
              <a:pathLst>
                <a:path extrusionOk="0" h="402" w="1795">
                  <a:moveTo>
                    <a:pt x="257" y="0"/>
                  </a:moveTo>
                  <a:cubicBezTo>
                    <a:pt x="0" y="11"/>
                    <a:pt x="0" y="387"/>
                    <a:pt x="257" y="401"/>
                  </a:cubicBezTo>
                  <a:lnTo>
                    <a:pt x="1541" y="401"/>
                  </a:lnTo>
                  <a:cubicBezTo>
                    <a:pt x="1795" y="387"/>
                    <a:pt x="1795" y="11"/>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8" name="Google Shape;22308;p91"/>
            <p:cNvSpPr/>
            <p:nvPr/>
          </p:nvSpPr>
          <p:spPr>
            <a:xfrm>
              <a:off x="6279014" y="1703975"/>
              <a:ext cx="46095" cy="10489"/>
            </a:xfrm>
            <a:custGeom>
              <a:rect b="b" l="l" r="r" t="t"/>
              <a:pathLst>
                <a:path extrusionOk="0" h="403" w="1771">
                  <a:moveTo>
                    <a:pt x="1575" y="1"/>
                  </a:moveTo>
                  <a:cubicBezTo>
                    <a:pt x="1571" y="1"/>
                    <a:pt x="1567" y="1"/>
                    <a:pt x="1563" y="1"/>
                  </a:cubicBezTo>
                  <a:lnTo>
                    <a:pt x="279" y="1"/>
                  </a:lnTo>
                  <a:cubicBezTo>
                    <a:pt x="274" y="1"/>
                    <a:pt x="270" y="1"/>
                    <a:pt x="265" y="1"/>
                  </a:cubicBezTo>
                  <a:cubicBezTo>
                    <a:pt x="1" y="1"/>
                    <a:pt x="2" y="402"/>
                    <a:pt x="268" y="402"/>
                  </a:cubicBezTo>
                  <a:cubicBezTo>
                    <a:pt x="272" y="402"/>
                    <a:pt x="275" y="402"/>
                    <a:pt x="279" y="402"/>
                  </a:cubicBezTo>
                  <a:lnTo>
                    <a:pt x="1563" y="402"/>
                  </a:lnTo>
                  <a:cubicBezTo>
                    <a:pt x="1565" y="402"/>
                    <a:pt x="1567" y="402"/>
                    <a:pt x="1569" y="402"/>
                  </a:cubicBezTo>
                  <a:cubicBezTo>
                    <a:pt x="1679" y="402"/>
                    <a:pt x="1770" y="312"/>
                    <a:pt x="1770" y="202"/>
                  </a:cubicBezTo>
                  <a:cubicBezTo>
                    <a:pt x="1770" y="90"/>
                    <a:pt x="1682" y="1"/>
                    <a:pt x="1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9" name="Google Shape;22309;p91"/>
            <p:cNvSpPr/>
            <p:nvPr/>
          </p:nvSpPr>
          <p:spPr>
            <a:xfrm>
              <a:off x="6123525" y="1748586"/>
              <a:ext cx="46719" cy="10463"/>
            </a:xfrm>
            <a:custGeom>
              <a:rect b="b" l="l" r="r" t="t"/>
              <a:pathLst>
                <a:path extrusionOk="0" h="402" w="1795">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0" name="Google Shape;22310;p91"/>
            <p:cNvSpPr/>
            <p:nvPr/>
          </p:nvSpPr>
          <p:spPr>
            <a:xfrm>
              <a:off x="6200983" y="1748586"/>
              <a:ext cx="47292" cy="10463"/>
            </a:xfrm>
            <a:custGeom>
              <a:rect b="b" l="l" r="r" t="t"/>
              <a:pathLst>
                <a:path extrusionOk="0" h="402" w="1817">
                  <a:moveTo>
                    <a:pt x="265" y="0"/>
                  </a:moveTo>
                  <a:cubicBezTo>
                    <a:pt x="1" y="0"/>
                    <a:pt x="2" y="402"/>
                    <a:pt x="269" y="402"/>
                  </a:cubicBezTo>
                  <a:cubicBezTo>
                    <a:pt x="272" y="402"/>
                    <a:pt x="275" y="402"/>
                    <a:pt x="279" y="402"/>
                  </a:cubicBezTo>
                  <a:lnTo>
                    <a:pt x="1563" y="402"/>
                  </a:lnTo>
                  <a:cubicBezTo>
                    <a:pt x="1816" y="388"/>
                    <a:pt x="1816" y="11"/>
                    <a:pt x="1563" y="1"/>
                  </a:cubicBezTo>
                  <a:lnTo>
                    <a:pt x="279" y="1"/>
                  </a:lnTo>
                  <a:cubicBezTo>
                    <a:pt x="274" y="0"/>
                    <a:pt x="270"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1" name="Google Shape;22311;p91"/>
            <p:cNvSpPr/>
            <p:nvPr/>
          </p:nvSpPr>
          <p:spPr>
            <a:xfrm>
              <a:off x="6357044" y="1748586"/>
              <a:ext cx="46095" cy="10463"/>
            </a:xfrm>
            <a:custGeom>
              <a:rect b="b" l="l" r="r" t="t"/>
              <a:pathLst>
                <a:path extrusionOk="0" h="402" w="1771">
                  <a:moveTo>
                    <a:pt x="1575" y="0"/>
                  </a:moveTo>
                  <a:cubicBezTo>
                    <a:pt x="1571" y="0"/>
                    <a:pt x="1567" y="0"/>
                    <a:pt x="1563" y="1"/>
                  </a:cubicBezTo>
                  <a:lnTo>
                    <a:pt x="278" y="1"/>
                  </a:lnTo>
                  <a:cubicBezTo>
                    <a:pt x="274" y="0"/>
                    <a:pt x="269" y="0"/>
                    <a:pt x="265" y="0"/>
                  </a:cubicBezTo>
                  <a:cubicBezTo>
                    <a:pt x="0" y="0"/>
                    <a:pt x="1" y="402"/>
                    <a:pt x="268" y="402"/>
                  </a:cubicBezTo>
                  <a:cubicBezTo>
                    <a:pt x="272" y="402"/>
                    <a:pt x="275" y="402"/>
                    <a:pt x="278" y="402"/>
                  </a:cubicBezTo>
                  <a:lnTo>
                    <a:pt x="1563" y="402"/>
                  </a:lnTo>
                  <a:cubicBezTo>
                    <a:pt x="1565" y="402"/>
                    <a:pt x="1567" y="402"/>
                    <a:pt x="1569" y="402"/>
                  </a:cubicBezTo>
                  <a:cubicBezTo>
                    <a:pt x="1679" y="402"/>
                    <a:pt x="1770" y="312"/>
                    <a:pt x="1770" y="201"/>
                  </a:cubicBezTo>
                  <a:cubicBezTo>
                    <a:pt x="1770" y="89"/>
                    <a:pt x="1682" y="0"/>
                    <a:pt x="1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2" name="Google Shape;22312;p91"/>
            <p:cNvSpPr/>
            <p:nvPr/>
          </p:nvSpPr>
          <p:spPr>
            <a:xfrm>
              <a:off x="6201009" y="1793171"/>
              <a:ext cx="47266" cy="10411"/>
            </a:xfrm>
            <a:custGeom>
              <a:rect b="b" l="l" r="r" t="t"/>
              <a:pathLst>
                <a:path extrusionOk="0" h="400" w="1816">
                  <a:moveTo>
                    <a:pt x="264" y="1"/>
                  </a:moveTo>
                  <a:cubicBezTo>
                    <a:pt x="1" y="1"/>
                    <a:pt x="1" y="399"/>
                    <a:pt x="264" y="399"/>
                  </a:cubicBezTo>
                  <a:cubicBezTo>
                    <a:pt x="269" y="399"/>
                    <a:pt x="273" y="399"/>
                    <a:pt x="278" y="399"/>
                  </a:cubicBezTo>
                  <a:lnTo>
                    <a:pt x="1562" y="399"/>
                  </a:lnTo>
                  <a:cubicBezTo>
                    <a:pt x="1815" y="388"/>
                    <a:pt x="1815" y="12"/>
                    <a:pt x="1562" y="1"/>
                  </a:cubicBezTo>
                  <a:lnTo>
                    <a:pt x="278" y="1"/>
                  </a:lnTo>
                  <a:cubicBezTo>
                    <a:pt x="273" y="1"/>
                    <a:pt x="269"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3" name="Google Shape;22313;p91"/>
            <p:cNvSpPr/>
            <p:nvPr/>
          </p:nvSpPr>
          <p:spPr>
            <a:xfrm>
              <a:off x="6279040" y="1793171"/>
              <a:ext cx="46069" cy="10411"/>
            </a:xfrm>
            <a:custGeom>
              <a:rect b="b" l="l" r="r" t="t"/>
              <a:pathLst>
                <a:path extrusionOk="0" h="400" w="1770">
                  <a:moveTo>
                    <a:pt x="1574" y="1"/>
                  </a:moveTo>
                  <a:cubicBezTo>
                    <a:pt x="1570" y="1"/>
                    <a:pt x="1566" y="1"/>
                    <a:pt x="1562" y="1"/>
                  </a:cubicBezTo>
                  <a:lnTo>
                    <a:pt x="278" y="1"/>
                  </a:lnTo>
                  <a:cubicBezTo>
                    <a:pt x="273" y="1"/>
                    <a:pt x="269" y="1"/>
                    <a:pt x="264" y="1"/>
                  </a:cubicBezTo>
                  <a:cubicBezTo>
                    <a:pt x="1" y="1"/>
                    <a:pt x="1" y="399"/>
                    <a:pt x="264" y="399"/>
                  </a:cubicBezTo>
                  <a:cubicBezTo>
                    <a:pt x="269" y="399"/>
                    <a:pt x="273" y="399"/>
                    <a:pt x="278"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4" name="Google Shape;22314;p91"/>
            <p:cNvSpPr/>
            <p:nvPr/>
          </p:nvSpPr>
          <p:spPr>
            <a:xfrm>
              <a:off x="6357070" y="1793171"/>
              <a:ext cx="46069" cy="10411"/>
            </a:xfrm>
            <a:custGeom>
              <a:rect b="b" l="l" r="r" t="t"/>
              <a:pathLst>
                <a:path extrusionOk="0" h="400" w="1770">
                  <a:moveTo>
                    <a:pt x="1574" y="1"/>
                  </a:moveTo>
                  <a:cubicBezTo>
                    <a:pt x="1570" y="1"/>
                    <a:pt x="1566" y="1"/>
                    <a:pt x="1562" y="1"/>
                  </a:cubicBezTo>
                  <a:lnTo>
                    <a:pt x="277" y="1"/>
                  </a:lnTo>
                  <a:cubicBezTo>
                    <a:pt x="273" y="1"/>
                    <a:pt x="268" y="1"/>
                    <a:pt x="264" y="1"/>
                  </a:cubicBezTo>
                  <a:cubicBezTo>
                    <a:pt x="0" y="1"/>
                    <a:pt x="0" y="399"/>
                    <a:pt x="264" y="399"/>
                  </a:cubicBezTo>
                  <a:cubicBezTo>
                    <a:pt x="268" y="399"/>
                    <a:pt x="273" y="399"/>
                    <a:pt x="277"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5" name="Google Shape;22315;p91"/>
            <p:cNvSpPr/>
            <p:nvPr/>
          </p:nvSpPr>
          <p:spPr>
            <a:xfrm>
              <a:off x="6200749" y="1692939"/>
              <a:ext cx="47995" cy="32638"/>
            </a:xfrm>
            <a:custGeom>
              <a:rect b="b" l="l" r="r" t="t"/>
              <a:pathLst>
                <a:path extrusionOk="0" h="1254" w="1844">
                  <a:moveTo>
                    <a:pt x="1564" y="0"/>
                  </a:moveTo>
                  <a:cubicBezTo>
                    <a:pt x="1520" y="0"/>
                    <a:pt x="1474" y="17"/>
                    <a:pt x="1431" y="56"/>
                  </a:cubicBezTo>
                  <a:lnTo>
                    <a:pt x="714" y="770"/>
                  </a:lnTo>
                  <a:lnTo>
                    <a:pt x="429" y="481"/>
                  </a:lnTo>
                  <a:cubicBezTo>
                    <a:pt x="385" y="438"/>
                    <a:pt x="336" y="420"/>
                    <a:pt x="289" y="420"/>
                  </a:cubicBezTo>
                  <a:cubicBezTo>
                    <a:pt x="133" y="420"/>
                    <a:pt x="0" y="620"/>
                    <a:pt x="144" y="766"/>
                  </a:cubicBezTo>
                  <a:lnTo>
                    <a:pt x="573" y="1196"/>
                  </a:lnTo>
                  <a:cubicBezTo>
                    <a:pt x="612" y="1234"/>
                    <a:pt x="663" y="1254"/>
                    <a:pt x="714" y="1254"/>
                  </a:cubicBezTo>
                  <a:cubicBezTo>
                    <a:pt x="766" y="1254"/>
                    <a:pt x="817" y="1234"/>
                    <a:pt x="858" y="1196"/>
                  </a:cubicBezTo>
                  <a:lnTo>
                    <a:pt x="1713" y="337"/>
                  </a:lnTo>
                  <a:cubicBezTo>
                    <a:pt x="1844" y="193"/>
                    <a:pt x="1715" y="0"/>
                    <a:pt x="1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6" name="Google Shape;22316;p91"/>
            <p:cNvSpPr/>
            <p:nvPr/>
          </p:nvSpPr>
          <p:spPr>
            <a:xfrm>
              <a:off x="6356784" y="1692939"/>
              <a:ext cx="48021" cy="32638"/>
            </a:xfrm>
            <a:custGeom>
              <a:rect b="b" l="l" r="r" t="t"/>
              <a:pathLst>
                <a:path extrusionOk="0" h="1254" w="1845">
                  <a:moveTo>
                    <a:pt x="1563" y="0"/>
                  </a:moveTo>
                  <a:cubicBezTo>
                    <a:pt x="1518" y="0"/>
                    <a:pt x="1471" y="17"/>
                    <a:pt x="1428" y="56"/>
                  </a:cubicBezTo>
                  <a:lnTo>
                    <a:pt x="714" y="770"/>
                  </a:lnTo>
                  <a:lnTo>
                    <a:pt x="429" y="481"/>
                  </a:lnTo>
                  <a:cubicBezTo>
                    <a:pt x="385" y="438"/>
                    <a:pt x="336" y="420"/>
                    <a:pt x="290" y="420"/>
                  </a:cubicBezTo>
                  <a:cubicBezTo>
                    <a:pt x="134" y="420"/>
                    <a:pt x="1" y="620"/>
                    <a:pt x="144" y="766"/>
                  </a:cubicBezTo>
                  <a:lnTo>
                    <a:pt x="573" y="1196"/>
                  </a:lnTo>
                  <a:cubicBezTo>
                    <a:pt x="612" y="1234"/>
                    <a:pt x="663" y="1254"/>
                    <a:pt x="714" y="1254"/>
                  </a:cubicBezTo>
                  <a:cubicBezTo>
                    <a:pt x="765" y="1254"/>
                    <a:pt x="816" y="1234"/>
                    <a:pt x="855" y="1196"/>
                  </a:cubicBezTo>
                  <a:lnTo>
                    <a:pt x="1713" y="337"/>
                  </a:lnTo>
                  <a:cubicBezTo>
                    <a:pt x="1844" y="193"/>
                    <a:pt x="1716" y="0"/>
                    <a:pt x="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7" name="Google Shape;22317;p91"/>
            <p:cNvSpPr/>
            <p:nvPr/>
          </p:nvSpPr>
          <p:spPr>
            <a:xfrm>
              <a:off x="6278780" y="1737472"/>
              <a:ext cx="47995" cy="32612"/>
            </a:xfrm>
            <a:custGeom>
              <a:rect b="b" l="l" r="r" t="t"/>
              <a:pathLst>
                <a:path extrusionOk="0" h="1253" w="1844">
                  <a:moveTo>
                    <a:pt x="1561" y="1"/>
                  </a:moveTo>
                  <a:cubicBezTo>
                    <a:pt x="1517" y="1"/>
                    <a:pt x="1470" y="17"/>
                    <a:pt x="1428" y="55"/>
                  </a:cubicBezTo>
                  <a:lnTo>
                    <a:pt x="1431" y="58"/>
                  </a:lnTo>
                  <a:lnTo>
                    <a:pt x="713" y="772"/>
                  </a:lnTo>
                  <a:lnTo>
                    <a:pt x="428" y="484"/>
                  </a:lnTo>
                  <a:cubicBezTo>
                    <a:pt x="384" y="440"/>
                    <a:pt x="335" y="421"/>
                    <a:pt x="288" y="421"/>
                  </a:cubicBezTo>
                  <a:cubicBezTo>
                    <a:pt x="133" y="421"/>
                    <a:pt x="0" y="623"/>
                    <a:pt x="143" y="769"/>
                  </a:cubicBezTo>
                  <a:lnTo>
                    <a:pt x="573" y="1195"/>
                  </a:lnTo>
                  <a:cubicBezTo>
                    <a:pt x="611" y="1233"/>
                    <a:pt x="662" y="1253"/>
                    <a:pt x="713" y="1253"/>
                  </a:cubicBezTo>
                  <a:cubicBezTo>
                    <a:pt x="764" y="1253"/>
                    <a:pt x="815" y="1233"/>
                    <a:pt x="854" y="1195"/>
                  </a:cubicBezTo>
                  <a:lnTo>
                    <a:pt x="1713" y="340"/>
                  </a:lnTo>
                  <a:cubicBezTo>
                    <a:pt x="1844" y="192"/>
                    <a:pt x="1714" y="1"/>
                    <a:pt x="1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8" name="Google Shape;22318;p91"/>
            <p:cNvSpPr/>
            <p:nvPr/>
          </p:nvSpPr>
          <p:spPr>
            <a:xfrm>
              <a:off x="6122745" y="1782110"/>
              <a:ext cx="47969" cy="32665"/>
            </a:xfrm>
            <a:custGeom>
              <a:rect b="b" l="l" r="r" t="t"/>
              <a:pathLst>
                <a:path extrusionOk="0" h="1255" w="1843">
                  <a:moveTo>
                    <a:pt x="1563" y="1"/>
                  </a:moveTo>
                  <a:cubicBezTo>
                    <a:pt x="1518" y="1"/>
                    <a:pt x="1470" y="17"/>
                    <a:pt x="1427" y="57"/>
                  </a:cubicBezTo>
                  <a:lnTo>
                    <a:pt x="1431" y="57"/>
                  </a:lnTo>
                  <a:lnTo>
                    <a:pt x="713" y="771"/>
                  </a:lnTo>
                  <a:lnTo>
                    <a:pt x="428" y="486"/>
                  </a:lnTo>
                  <a:cubicBezTo>
                    <a:pt x="383" y="441"/>
                    <a:pt x="334" y="423"/>
                    <a:pt x="286" y="423"/>
                  </a:cubicBezTo>
                  <a:cubicBezTo>
                    <a:pt x="132" y="423"/>
                    <a:pt x="0" y="622"/>
                    <a:pt x="143" y="767"/>
                  </a:cubicBezTo>
                  <a:lnTo>
                    <a:pt x="572" y="1197"/>
                  </a:lnTo>
                  <a:cubicBezTo>
                    <a:pt x="611" y="1235"/>
                    <a:pt x="662" y="1255"/>
                    <a:pt x="713" y="1255"/>
                  </a:cubicBezTo>
                  <a:cubicBezTo>
                    <a:pt x="764" y="1255"/>
                    <a:pt x="815" y="1235"/>
                    <a:pt x="854" y="1197"/>
                  </a:cubicBezTo>
                  <a:lnTo>
                    <a:pt x="1712" y="338"/>
                  </a:lnTo>
                  <a:cubicBezTo>
                    <a:pt x="1843" y="191"/>
                    <a:pt x="1715" y="1"/>
                    <a:pt x="1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9" name="Google Shape;22319;p91"/>
            <p:cNvSpPr/>
            <p:nvPr/>
          </p:nvSpPr>
          <p:spPr>
            <a:xfrm>
              <a:off x="6278780" y="1648380"/>
              <a:ext cx="47995" cy="32612"/>
            </a:xfrm>
            <a:custGeom>
              <a:rect b="b" l="l" r="r" t="t"/>
              <a:pathLst>
                <a:path extrusionOk="0" h="1253" w="1844">
                  <a:moveTo>
                    <a:pt x="1563" y="0"/>
                  </a:moveTo>
                  <a:cubicBezTo>
                    <a:pt x="1519" y="0"/>
                    <a:pt x="1473" y="16"/>
                    <a:pt x="1431" y="54"/>
                  </a:cubicBezTo>
                  <a:lnTo>
                    <a:pt x="713" y="768"/>
                  </a:lnTo>
                  <a:lnTo>
                    <a:pt x="428" y="483"/>
                  </a:lnTo>
                  <a:cubicBezTo>
                    <a:pt x="384" y="439"/>
                    <a:pt x="334" y="420"/>
                    <a:pt x="287" y="420"/>
                  </a:cubicBezTo>
                  <a:cubicBezTo>
                    <a:pt x="132" y="420"/>
                    <a:pt x="1" y="619"/>
                    <a:pt x="143" y="765"/>
                  </a:cubicBezTo>
                  <a:lnTo>
                    <a:pt x="573" y="1194"/>
                  </a:lnTo>
                  <a:cubicBezTo>
                    <a:pt x="611" y="1233"/>
                    <a:pt x="662" y="1252"/>
                    <a:pt x="714" y="1252"/>
                  </a:cubicBezTo>
                  <a:cubicBezTo>
                    <a:pt x="765" y="1252"/>
                    <a:pt x="817" y="1233"/>
                    <a:pt x="858" y="1194"/>
                  </a:cubicBezTo>
                  <a:lnTo>
                    <a:pt x="1713" y="339"/>
                  </a:lnTo>
                  <a:cubicBezTo>
                    <a:pt x="1844" y="192"/>
                    <a:pt x="1714" y="0"/>
                    <a:pt x="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20" name="Google Shape;22320;p91"/>
          <p:cNvGrpSpPr/>
          <p:nvPr/>
        </p:nvGrpSpPr>
        <p:grpSpPr>
          <a:xfrm>
            <a:off x="7026393" y="1998398"/>
            <a:ext cx="347363" cy="317223"/>
            <a:chOff x="7026393" y="1998398"/>
            <a:chExt cx="347363" cy="317223"/>
          </a:xfrm>
        </p:grpSpPr>
        <p:sp>
          <p:nvSpPr>
            <p:cNvPr id="22321" name="Google Shape;22321;p91"/>
            <p:cNvSpPr/>
            <p:nvPr/>
          </p:nvSpPr>
          <p:spPr>
            <a:xfrm>
              <a:off x="7060359" y="2032104"/>
              <a:ext cx="279327" cy="279353"/>
            </a:xfrm>
            <a:custGeom>
              <a:rect b="b" l="l" r="r" t="t"/>
              <a:pathLst>
                <a:path extrusionOk="0" h="10733" w="10732">
                  <a:moveTo>
                    <a:pt x="5366" y="1"/>
                  </a:moveTo>
                  <a:cubicBezTo>
                    <a:pt x="2400" y="1"/>
                    <a:pt x="0" y="2404"/>
                    <a:pt x="0" y="5366"/>
                  </a:cubicBezTo>
                  <a:cubicBezTo>
                    <a:pt x="0" y="8329"/>
                    <a:pt x="2400" y="10732"/>
                    <a:pt x="5366" y="10732"/>
                  </a:cubicBezTo>
                  <a:cubicBezTo>
                    <a:pt x="8329" y="10732"/>
                    <a:pt x="10732" y="8329"/>
                    <a:pt x="10732" y="5366"/>
                  </a:cubicBezTo>
                  <a:cubicBezTo>
                    <a:pt x="10732" y="2404"/>
                    <a:pt x="8329" y="1"/>
                    <a:pt x="536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2" name="Google Shape;22322;p91"/>
            <p:cNvSpPr/>
            <p:nvPr/>
          </p:nvSpPr>
          <p:spPr>
            <a:xfrm>
              <a:off x="7199268" y="2112607"/>
              <a:ext cx="74491" cy="97551"/>
            </a:xfrm>
            <a:custGeom>
              <a:rect b="b" l="l" r="r" t="t"/>
              <a:pathLst>
                <a:path extrusionOk="0" h="3748" w="2862">
                  <a:moveTo>
                    <a:pt x="1" y="0"/>
                  </a:moveTo>
                  <a:lnTo>
                    <a:pt x="40" y="2302"/>
                  </a:lnTo>
                  <a:lnTo>
                    <a:pt x="1757" y="3748"/>
                  </a:lnTo>
                  <a:lnTo>
                    <a:pt x="1897" y="3540"/>
                  </a:lnTo>
                  <a:cubicBezTo>
                    <a:pt x="2861" y="2122"/>
                    <a:pt x="1957" y="190"/>
                    <a:pt x="251" y="22"/>
                  </a:cubicBezTo>
                  <a:lnTo>
                    <a:pt x="1"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3" name="Google Shape;22323;p91"/>
            <p:cNvSpPr/>
            <p:nvPr/>
          </p:nvSpPr>
          <p:spPr>
            <a:xfrm>
              <a:off x="7199008" y="2054279"/>
              <a:ext cx="125218" cy="193436"/>
            </a:xfrm>
            <a:custGeom>
              <a:rect b="b" l="l" r="r" t="t"/>
              <a:pathLst>
                <a:path extrusionOk="0" h="7432" w="4811">
                  <a:moveTo>
                    <a:pt x="0" y="0"/>
                  </a:moveTo>
                  <a:lnTo>
                    <a:pt x="11" y="2273"/>
                  </a:lnTo>
                  <a:lnTo>
                    <a:pt x="218" y="2287"/>
                  </a:lnTo>
                  <a:cubicBezTo>
                    <a:pt x="1376" y="2386"/>
                    <a:pt x="2266" y="3353"/>
                    <a:pt x="2270" y="4514"/>
                  </a:cubicBezTo>
                  <a:cubicBezTo>
                    <a:pt x="2270" y="4975"/>
                    <a:pt x="2129" y="5426"/>
                    <a:pt x="1862" y="5802"/>
                  </a:cubicBezTo>
                  <a:lnTo>
                    <a:pt x="1742" y="5968"/>
                  </a:lnTo>
                  <a:lnTo>
                    <a:pt x="3480" y="7431"/>
                  </a:lnTo>
                  <a:lnTo>
                    <a:pt x="3624" y="7241"/>
                  </a:lnTo>
                  <a:lnTo>
                    <a:pt x="3635" y="7227"/>
                  </a:lnTo>
                  <a:cubicBezTo>
                    <a:pt x="3656" y="7199"/>
                    <a:pt x="3674" y="7174"/>
                    <a:pt x="3691" y="7150"/>
                  </a:cubicBezTo>
                  <a:cubicBezTo>
                    <a:pt x="4634" y="5848"/>
                    <a:pt x="4810" y="4141"/>
                    <a:pt x="4152" y="2671"/>
                  </a:cubicBezTo>
                  <a:cubicBezTo>
                    <a:pt x="3494" y="1204"/>
                    <a:pt x="2108" y="197"/>
                    <a:pt x="507" y="28"/>
                  </a:cubicBezTo>
                  <a:cubicBezTo>
                    <a:pt x="465" y="25"/>
                    <a:pt x="423" y="21"/>
                    <a:pt x="380" y="18"/>
                  </a:cubicBezTo>
                  <a:lnTo>
                    <a:pt x="356" y="18"/>
                  </a:lnTo>
                  <a:cubicBezTo>
                    <a:pt x="321" y="14"/>
                    <a:pt x="285" y="11"/>
                    <a:pt x="254" y="11"/>
                  </a:cubicBezTo>
                  <a:lnTo>
                    <a:pt x="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4" name="Google Shape;22324;p91"/>
            <p:cNvSpPr/>
            <p:nvPr/>
          </p:nvSpPr>
          <p:spPr>
            <a:xfrm>
              <a:off x="7198904" y="2003526"/>
              <a:ext cx="169725" cy="272560"/>
            </a:xfrm>
            <a:custGeom>
              <a:rect b="b" l="l" r="r" t="t"/>
              <a:pathLst>
                <a:path extrusionOk="0" h="10472" w="6521">
                  <a:moveTo>
                    <a:pt x="402" y="1"/>
                  </a:moveTo>
                  <a:cubicBezTo>
                    <a:pt x="180" y="1"/>
                    <a:pt x="1" y="184"/>
                    <a:pt x="1" y="406"/>
                  </a:cubicBezTo>
                  <a:lnTo>
                    <a:pt x="8" y="1978"/>
                  </a:lnTo>
                  <a:lnTo>
                    <a:pt x="222" y="1989"/>
                  </a:lnTo>
                  <a:cubicBezTo>
                    <a:pt x="1897" y="2056"/>
                    <a:pt x="3393" y="3048"/>
                    <a:pt x="4100" y="4564"/>
                  </a:cubicBezTo>
                  <a:cubicBezTo>
                    <a:pt x="4811" y="6081"/>
                    <a:pt x="4617" y="7865"/>
                    <a:pt x="3597" y="9191"/>
                  </a:cubicBezTo>
                  <a:lnTo>
                    <a:pt x="3467" y="9364"/>
                  </a:lnTo>
                  <a:lnTo>
                    <a:pt x="4666" y="10377"/>
                  </a:lnTo>
                  <a:cubicBezTo>
                    <a:pt x="4740" y="10437"/>
                    <a:pt x="4832" y="10472"/>
                    <a:pt x="4927" y="10472"/>
                  </a:cubicBezTo>
                  <a:cubicBezTo>
                    <a:pt x="4944" y="10472"/>
                    <a:pt x="4958" y="10472"/>
                    <a:pt x="4976" y="10468"/>
                  </a:cubicBezTo>
                  <a:cubicBezTo>
                    <a:pt x="5085" y="10458"/>
                    <a:pt x="5187" y="10398"/>
                    <a:pt x="5250" y="10310"/>
                  </a:cubicBezTo>
                  <a:cubicBezTo>
                    <a:pt x="6077" y="9198"/>
                    <a:pt x="6521" y="7847"/>
                    <a:pt x="6517" y="6464"/>
                  </a:cubicBezTo>
                  <a:cubicBezTo>
                    <a:pt x="6517" y="3034"/>
                    <a:pt x="3843" y="198"/>
                    <a:pt x="42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5" name="Google Shape;22325;p91"/>
            <p:cNvSpPr/>
            <p:nvPr/>
          </p:nvSpPr>
          <p:spPr>
            <a:xfrm>
              <a:off x="7063561" y="2032104"/>
              <a:ext cx="136748" cy="140418"/>
            </a:xfrm>
            <a:custGeom>
              <a:rect b="b" l="l" r="r" t="t"/>
              <a:pathLst>
                <a:path extrusionOk="0" h="5395" w="5254">
                  <a:moveTo>
                    <a:pt x="5232" y="1"/>
                  </a:moveTo>
                  <a:cubicBezTo>
                    <a:pt x="2713" y="4"/>
                    <a:pt x="539" y="1760"/>
                    <a:pt x="1" y="4219"/>
                  </a:cubicBezTo>
                  <a:lnTo>
                    <a:pt x="5254" y="5395"/>
                  </a:lnTo>
                  <a:lnTo>
                    <a:pt x="5232"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6" name="Google Shape;22326;p91"/>
            <p:cNvSpPr/>
            <p:nvPr/>
          </p:nvSpPr>
          <p:spPr>
            <a:xfrm>
              <a:off x="7060255" y="2141549"/>
              <a:ext cx="140054" cy="164858"/>
            </a:xfrm>
            <a:custGeom>
              <a:rect b="b" l="l" r="r" t="t"/>
              <a:pathLst>
                <a:path extrusionOk="0" h="6334" w="5381">
                  <a:moveTo>
                    <a:pt x="128" y="0"/>
                  </a:moveTo>
                  <a:cubicBezTo>
                    <a:pt x="43" y="380"/>
                    <a:pt x="1" y="771"/>
                    <a:pt x="4" y="1161"/>
                  </a:cubicBezTo>
                  <a:cubicBezTo>
                    <a:pt x="4" y="3575"/>
                    <a:pt x="1612" y="5690"/>
                    <a:pt x="3938" y="6334"/>
                  </a:cubicBezTo>
                  <a:lnTo>
                    <a:pt x="5381" y="1190"/>
                  </a:lnTo>
                  <a:lnTo>
                    <a:pt x="128"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7" name="Google Shape;22327;p91"/>
            <p:cNvSpPr/>
            <p:nvPr/>
          </p:nvSpPr>
          <p:spPr>
            <a:xfrm>
              <a:off x="7146901" y="2286132"/>
              <a:ext cx="74100" cy="25325"/>
            </a:xfrm>
            <a:custGeom>
              <a:rect b="b" l="l" r="r" t="t"/>
              <a:pathLst>
                <a:path extrusionOk="0" h="973" w="2847">
                  <a:moveTo>
                    <a:pt x="574" y="1"/>
                  </a:moveTo>
                  <a:lnTo>
                    <a:pt x="0" y="571"/>
                  </a:lnTo>
                  <a:cubicBezTo>
                    <a:pt x="648" y="835"/>
                    <a:pt x="1341" y="972"/>
                    <a:pt x="2041" y="972"/>
                  </a:cubicBezTo>
                  <a:cubicBezTo>
                    <a:pt x="2308" y="972"/>
                    <a:pt x="2579" y="951"/>
                    <a:pt x="2847" y="912"/>
                  </a:cubicBezTo>
                  <a:cubicBezTo>
                    <a:pt x="2027" y="789"/>
                    <a:pt x="1249" y="476"/>
                    <a:pt x="574"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8" name="Google Shape;22328;p91"/>
            <p:cNvSpPr/>
            <p:nvPr/>
          </p:nvSpPr>
          <p:spPr>
            <a:xfrm>
              <a:off x="7063561" y="2032104"/>
              <a:ext cx="136202" cy="118816"/>
            </a:xfrm>
            <a:custGeom>
              <a:rect b="b" l="l" r="r" t="t"/>
              <a:pathLst>
                <a:path extrusionOk="0" h="4565" w="5233">
                  <a:moveTo>
                    <a:pt x="5232" y="1"/>
                  </a:moveTo>
                  <a:cubicBezTo>
                    <a:pt x="2713" y="4"/>
                    <a:pt x="539" y="1760"/>
                    <a:pt x="1" y="4219"/>
                  </a:cubicBezTo>
                  <a:lnTo>
                    <a:pt x="1552" y="4564"/>
                  </a:lnTo>
                  <a:cubicBezTo>
                    <a:pt x="1858" y="2545"/>
                    <a:pt x="3283" y="873"/>
                    <a:pt x="5232" y="251"/>
                  </a:cubicBezTo>
                  <a:lnTo>
                    <a:pt x="5232"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9" name="Google Shape;22329;p91"/>
            <p:cNvSpPr/>
            <p:nvPr/>
          </p:nvSpPr>
          <p:spPr>
            <a:xfrm>
              <a:off x="7136099" y="2105527"/>
              <a:ext cx="35007" cy="30088"/>
            </a:xfrm>
            <a:custGeom>
              <a:rect b="b" l="l" r="r" t="t"/>
              <a:pathLst>
                <a:path extrusionOk="0" h="1156" w="1345">
                  <a:moveTo>
                    <a:pt x="765" y="1"/>
                  </a:moveTo>
                  <a:cubicBezTo>
                    <a:pt x="624" y="1"/>
                    <a:pt x="480" y="53"/>
                    <a:pt x="363" y="170"/>
                  </a:cubicBezTo>
                  <a:cubicBezTo>
                    <a:pt x="0" y="536"/>
                    <a:pt x="257" y="1156"/>
                    <a:pt x="771" y="1156"/>
                  </a:cubicBezTo>
                  <a:cubicBezTo>
                    <a:pt x="1087" y="1156"/>
                    <a:pt x="1344" y="895"/>
                    <a:pt x="1344" y="579"/>
                  </a:cubicBezTo>
                  <a:cubicBezTo>
                    <a:pt x="1344" y="231"/>
                    <a:pt x="1061" y="1"/>
                    <a:pt x="765"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0" name="Google Shape;22330;p91"/>
            <p:cNvSpPr/>
            <p:nvPr/>
          </p:nvSpPr>
          <p:spPr>
            <a:xfrm>
              <a:off x="7047528" y="2141445"/>
              <a:ext cx="119909" cy="164962"/>
            </a:xfrm>
            <a:custGeom>
              <a:rect b="b" l="l" r="r" t="t"/>
              <a:pathLst>
                <a:path extrusionOk="0" h="6338" w="4607">
                  <a:moveTo>
                    <a:pt x="620" y="1"/>
                  </a:moveTo>
                  <a:lnTo>
                    <a:pt x="620" y="1"/>
                  </a:lnTo>
                  <a:cubicBezTo>
                    <a:pt x="1" y="2791"/>
                    <a:pt x="1676" y="5574"/>
                    <a:pt x="4427" y="6338"/>
                  </a:cubicBezTo>
                  <a:lnTo>
                    <a:pt x="4606" y="5701"/>
                  </a:lnTo>
                  <a:cubicBezTo>
                    <a:pt x="3048" y="4719"/>
                    <a:pt x="2105" y="3006"/>
                    <a:pt x="2105" y="1165"/>
                  </a:cubicBezTo>
                  <a:cubicBezTo>
                    <a:pt x="2105" y="894"/>
                    <a:pt x="2126" y="624"/>
                    <a:pt x="2168" y="353"/>
                  </a:cubicBezTo>
                  <a:lnTo>
                    <a:pt x="620"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1" name="Google Shape;22331;p91"/>
            <p:cNvSpPr/>
            <p:nvPr/>
          </p:nvSpPr>
          <p:spPr>
            <a:xfrm>
              <a:off x="7026393" y="1998398"/>
              <a:ext cx="347363" cy="317223"/>
            </a:xfrm>
            <a:custGeom>
              <a:rect b="b" l="l" r="r" t="t"/>
              <a:pathLst>
                <a:path extrusionOk="0" h="12188" w="13346">
                  <a:moveTo>
                    <a:pt x="4984" y="4343"/>
                  </a:moveTo>
                  <a:lnTo>
                    <a:pt x="4984" y="4343"/>
                  </a:lnTo>
                  <a:cubicBezTo>
                    <a:pt x="5296" y="4344"/>
                    <a:pt x="5453" y="4723"/>
                    <a:pt x="5232" y="4944"/>
                  </a:cubicBezTo>
                  <a:cubicBezTo>
                    <a:pt x="5161" y="5016"/>
                    <a:pt x="5073" y="5048"/>
                    <a:pt x="4986" y="5048"/>
                  </a:cubicBezTo>
                  <a:cubicBezTo>
                    <a:pt x="4805" y="5048"/>
                    <a:pt x="4630" y="4907"/>
                    <a:pt x="4630" y="4695"/>
                  </a:cubicBezTo>
                  <a:cubicBezTo>
                    <a:pt x="4630" y="4502"/>
                    <a:pt x="4788" y="4344"/>
                    <a:pt x="4984" y="4343"/>
                  </a:cubicBezTo>
                  <a:close/>
                  <a:moveTo>
                    <a:pt x="6432" y="1542"/>
                  </a:moveTo>
                  <a:lnTo>
                    <a:pt x="6435" y="2168"/>
                  </a:lnTo>
                  <a:lnTo>
                    <a:pt x="6446" y="4417"/>
                  </a:lnTo>
                  <a:lnTo>
                    <a:pt x="6456" y="6398"/>
                  </a:lnTo>
                  <a:lnTo>
                    <a:pt x="6456" y="6398"/>
                  </a:lnTo>
                  <a:lnTo>
                    <a:pt x="1717" y="5342"/>
                  </a:lnTo>
                  <a:cubicBezTo>
                    <a:pt x="2041" y="4149"/>
                    <a:pt x="2783" y="3111"/>
                    <a:pt x="3807" y="2415"/>
                  </a:cubicBezTo>
                  <a:lnTo>
                    <a:pt x="4666" y="3991"/>
                  </a:lnTo>
                  <a:cubicBezTo>
                    <a:pt x="4317" y="4149"/>
                    <a:pt x="4138" y="4536"/>
                    <a:pt x="4240" y="4906"/>
                  </a:cubicBezTo>
                  <a:cubicBezTo>
                    <a:pt x="4336" y="5240"/>
                    <a:pt x="4640" y="5468"/>
                    <a:pt x="4982" y="5468"/>
                  </a:cubicBezTo>
                  <a:cubicBezTo>
                    <a:pt x="5014" y="5468"/>
                    <a:pt x="5047" y="5466"/>
                    <a:pt x="5081" y="5462"/>
                  </a:cubicBezTo>
                  <a:cubicBezTo>
                    <a:pt x="5461" y="5412"/>
                    <a:pt x="5749" y="5096"/>
                    <a:pt x="5756" y="4712"/>
                  </a:cubicBezTo>
                  <a:cubicBezTo>
                    <a:pt x="5763" y="4329"/>
                    <a:pt x="5492" y="3998"/>
                    <a:pt x="5116" y="3935"/>
                  </a:cubicBezTo>
                  <a:lnTo>
                    <a:pt x="4166" y="2193"/>
                  </a:lnTo>
                  <a:cubicBezTo>
                    <a:pt x="4859" y="1802"/>
                    <a:pt x="5637" y="1577"/>
                    <a:pt x="6432" y="1542"/>
                  </a:cubicBezTo>
                  <a:close/>
                  <a:moveTo>
                    <a:pt x="6868" y="4635"/>
                  </a:moveTo>
                  <a:lnTo>
                    <a:pt x="6868" y="4635"/>
                  </a:lnTo>
                  <a:cubicBezTo>
                    <a:pt x="8406" y="4786"/>
                    <a:pt x="9222" y="6528"/>
                    <a:pt x="8353" y="7805"/>
                  </a:cubicBezTo>
                  <a:lnTo>
                    <a:pt x="6879" y="6563"/>
                  </a:lnTo>
                  <a:lnTo>
                    <a:pt x="6868" y="4635"/>
                  </a:lnTo>
                  <a:close/>
                  <a:moveTo>
                    <a:pt x="7025" y="423"/>
                  </a:moveTo>
                  <a:cubicBezTo>
                    <a:pt x="7029" y="423"/>
                    <a:pt x="7033" y="423"/>
                    <a:pt x="7037" y="423"/>
                  </a:cubicBezTo>
                  <a:cubicBezTo>
                    <a:pt x="10334" y="613"/>
                    <a:pt x="12916" y="3354"/>
                    <a:pt x="12916" y="6661"/>
                  </a:cubicBezTo>
                  <a:cubicBezTo>
                    <a:pt x="12920" y="7998"/>
                    <a:pt x="12494" y="9300"/>
                    <a:pt x="11695" y="10373"/>
                  </a:cubicBezTo>
                  <a:cubicBezTo>
                    <a:pt x="11664" y="10416"/>
                    <a:pt x="11615" y="10444"/>
                    <a:pt x="11558" y="10444"/>
                  </a:cubicBezTo>
                  <a:cubicBezTo>
                    <a:pt x="11512" y="10444"/>
                    <a:pt x="11470" y="10430"/>
                    <a:pt x="11435" y="10402"/>
                  </a:cubicBezTo>
                  <a:lnTo>
                    <a:pt x="10401" y="9525"/>
                  </a:lnTo>
                  <a:cubicBezTo>
                    <a:pt x="10914" y="8857"/>
                    <a:pt x="11238" y="8062"/>
                    <a:pt x="11340" y="7224"/>
                  </a:cubicBezTo>
                  <a:cubicBezTo>
                    <a:pt x="11354" y="7098"/>
                    <a:pt x="11256" y="6989"/>
                    <a:pt x="11132" y="6989"/>
                  </a:cubicBezTo>
                  <a:cubicBezTo>
                    <a:pt x="11023" y="6989"/>
                    <a:pt x="10935" y="7066"/>
                    <a:pt x="10921" y="7172"/>
                  </a:cubicBezTo>
                  <a:cubicBezTo>
                    <a:pt x="10833" y="7893"/>
                    <a:pt x="10566" y="8579"/>
                    <a:pt x="10144" y="9167"/>
                  </a:cubicBezTo>
                  <a:cubicBezTo>
                    <a:pt x="10126" y="9191"/>
                    <a:pt x="10109" y="9212"/>
                    <a:pt x="10087" y="9237"/>
                  </a:cubicBezTo>
                  <a:lnTo>
                    <a:pt x="10077" y="9255"/>
                  </a:lnTo>
                  <a:lnTo>
                    <a:pt x="8677" y="8076"/>
                  </a:lnTo>
                  <a:cubicBezTo>
                    <a:pt x="9187" y="7355"/>
                    <a:pt x="9268" y="6415"/>
                    <a:pt x="8895" y="5616"/>
                  </a:cubicBezTo>
                  <a:cubicBezTo>
                    <a:pt x="8522" y="4818"/>
                    <a:pt x="7748" y="4283"/>
                    <a:pt x="6868" y="4209"/>
                  </a:cubicBezTo>
                  <a:lnTo>
                    <a:pt x="6861" y="2379"/>
                  </a:lnTo>
                  <a:cubicBezTo>
                    <a:pt x="6896" y="2379"/>
                    <a:pt x="6935" y="2386"/>
                    <a:pt x="6970" y="2386"/>
                  </a:cubicBezTo>
                  <a:lnTo>
                    <a:pt x="6998" y="2386"/>
                  </a:lnTo>
                  <a:cubicBezTo>
                    <a:pt x="7037" y="2390"/>
                    <a:pt x="7076" y="2394"/>
                    <a:pt x="7118" y="2397"/>
                  </a:cubicBezTo>
                  <a:cubicBezTo>
                    <a:pt x="9123" y="2612"/>
                    <a:pt x="10710" y="4195"/>
                    <a:pt x="10928" y="6200"/>
                  </a:cubicBezTo>
                  <a:cubicBezTo>
                    <a:pt x="10939" y="6306"/>
                    <a:pt x="11030" y="6387"/>
                    <a:pt x="11136" y="6387"/>
                  </a:cubicBezTo>
                  <a:cubicBezTo>
                    <a:pt x="11263" y="6383"/>
                    <a:pt x="11361" y="6274"/>
                    <a:pt x="11347" y="6151"/>
                  </a:cubicBezTo>
                  <a:cubicBezTo>
                    <a:pt x="11090" y="3836"/>
                    <a:pt x="9183" y="2056"/>
                    <a:pt x="6858" y="1961"/>
                  </a:cubicBezTo>
                  <a:lnTo>
                    <a:pt x="6850" y="606"/>
                  </a:lnTo>
                  <a:cubicBezTo>
                    <a:pt x="6850" y="560"/>
                    <a:pt x="6865" y="518"/>
                    <a:pt x="6896" y="483"/>
                  </a:cubicBezTo>
                  <a:cubicBezTo>
                    <a:pt x="6929" y="444"/>
                    <a:pt x="6974" y="423"/>
                    <a:pt x="7025" y="423"/>
                  </a:cubicBezTo>
                  <a:close/>
                  <a:moveTo>
                    <a:pt x="1626" y="5757"/>
                  </a:moveTo>
                  <a:lnTo>
                    <a:pt x="6407" y="6820"/>
                  </a:lnTo>
                  <a:lnTo>
                    <a:pt x="5095" y="11538"/>
                  </a:lnTo>
                  <a:cubicBezTo>
                    <a:pt x="2980" y="10852"/>
                    <a:pt x="1548" y="8885"/>
                    <a:pt x="1545" y="6661"/>
                  </a:cubicBezTo>
                  <a:cubicBezTo>
                    <a:pt x="1545" y="6359"/>
                    <a:pt x="1569" y="6056"/>
                    <a:pt x="1626" y="5757"/>
                  </a:cubicBezTo>
                  <a:close/>
                  <a:moveTo>
                    <a:pt x="6784" y="7034"/>
                  </a:moveTo>
                  <a:lnTo>
                    <a:pt x="8251" y="8269"/>
                  </a:lnTo>
                  <a:lnTo>
                    <a:pt x="9971" y="9719"/>
                  </a:lnTo>
                  <a:lnTo>
                    <a:pt x="10450" y="10124"/>
                  </a:lnTo>
                  <a:cubicBezTo>
                    <a:pt x="9479" y="11183"/>
                    <a:pt x="8107" y="11788"/>
                    <a:pt x="6671" y="11788"/>
                  </a:cubicBezTo>
                  <a:lnTo>
                    <a:pt x="6668" y="11788"/>
                  </a:lnTo>
                  <a:cubicBezTo>
                    <a:pt x="6277" y="11788"/>
                    <a:pt x="5883" y="11742"/>
                    <a:pt x="5503" y="11654"/>
                  </a:cubicBezTo>
                  <a:lnTo>
                    <a:pt x="6784" y="7034"/>
                  </a:lnTo>
                  <a:close/>
                  <a:moveTo>
                    <a:pt x="7030" y="0"/>
                  </a:moveTo>
                  <a:cubicBezTo>
                    <a:pt x="6699" y="0"/>
                    <a:pt x="6428" y="268"/>
                    <a:pt x="6428" y="603"/>
                  </a:cubicBezTo>
                  <a:lnTo>
                    <a:pt x="6432" y="1120"/>
                  </a:lnTo>
                  <a:cubicBezTo>
                    <a:pt x="5566" y="1155"/>
                    <a:pt x="4718" y="1394"/>
                    <a:pt x="3962" y="1816"/>
                  </a:cubicBezTo>
                  <a:lnTo>
                    <a:pt x="3483" y="944"/>
                  </a:lnTo>
                  <a:cubicBezTo>
                    <a:pt x="3448" y="877"/>
                    <a:pt x="3378" y="835"/>
                    <a:pt x="3300" y="835"/>
                  </a:cubicBezTo>
                  <a:lnTo>
                    <a:pt x="422" y="835"/>
                  </a:lnTo>
                  <a:lnTo>
                    <a:pt x="422" y="483"/>
                  </a:lnTo>
                  <a:cubicBezTo>
                    <a:pt x="422" y="342"/>
                    <a:pt x="317" y="272"/>
                    <a:pt x="211" y="272"/>
                  </a:cubicBezTo>
                  <a:cubicBezTo>
                    <a:pt x="106" y="272"/>
                    <a:pt x="0" y="342"/>
                    <a:pt x="0" y="483"/>
                  </a:cubicBezTo>
                  <a:lnTo>
                    <a:pt x="0" y="1605"/>
                  </a:lnTo>
                  <a:cubicBezTo>
                    <a:pt x="0" y="1721"/>
                    <a:pt x="95" y="1816"/>
                    <a:pt x="211" y="1816"/>
                  </a:cubicBezTo>
                  <a:cubicBezTo>
                    <a:pt x="327" y="1816"/>
                    <a:pt x="422" y="1721"/>
                    <a:pt x="422" y="1605"/>
                  </a:cubicBezTo>
                  <a:lnTo>
                    <a:pt x="422" y="1254"/>
                  </a:lnTo>
                  <a:lnTo>
                    <a:pt x="3174" y="1254"/>
                  </a:lnTo>
                  <a:lnTo>
                    <a:pt x="3603" y="2038"/>
                  </a:lnTo>
                  <a:cubicBezTo>
                    <a:pt x="3286" y="2246"/>
                    <a:pt x="2994" y="2489"/>
                    <a:pt x="2727" y="2756"/>
                  </a:cubicBezTo>
                  <a:cubicBezTo>
                    <a:pt x="556" y="4969"/>
                    <a:pt x="619" y="8533"/>
                    <a:pt x="2868" y="10665"/>
                  </a:cubicBezTo>
                  <a:cubicBezTo>
                    <a:pt x="3941" y="11684"/>
                    <a:pt x="5314" y="12187"/>
                    <a:pt x="6684" y="12187"/>
                  </a:cubicBezTo>
                  <a:cubicBezTo>
                    <a:pt x="8183" y="12187"/>
                    <a:pt x="9678" y="11584"/>
                    <a:pt x="10774" y="10391"/>
                  </a:cubicBezTo>
                  <a:lnTo>
                    <a:pt x="11168" y="10725"/>
                  </a:lnTo>
                  <a:cubicBezTo>
                    <a:pt x="11280" y="10820"/>
                    <a:pt x="11417" y="10866"/>
                    <a:pt x="11553" y="10866"/>
                  </a:cubicBezTo>
                  <a:cubicBezTo>
                    <a:pt x="11736" y="10866"/>
                    <a:pt x="11918" y="10783"/>
                    <a:pt x="12037" y="10623"/>
                  </a:cubicBezTo>
                  <a:cubicBezTo>
                    <a:pt x="12888" y="9480"/>
                    <a:pt x="13346" y="8090"/>
                    <a:pt x="13342" y="6661"/>
                  </a:cubicBezTo>
                  <a:cubicBezTo>
                    <a:pt x="13339" y="3132"/>
                    <a:pt x="10584" y="205"/>
                    <a:pt x="7062" y="1"/>
                  </a:cubicBezTo>
                  <a:cubicBezTo>
                    <a:pt x="7051" y="0"/>
                    <a:pt x="7041" y="0"/>
                    <a:pt x="70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32" name="Google Shape;22332;p91"/>
          <p:cNvGrpSpPr/>
          <p:nvPr/>
        </p:nvGrpSpPr>
        <p:grpSpPr>
          <a:xfrm>
            <a:off x="2761007" y="2017372"/>
            <a:ext cx="360845" cy="302674"/>
            <a:chOff x="2761007" y="2017372"/>
            <a:chExt cx="360845" cy="302674"/>
          </a:xfrm>
        </p:grpSpPr>
        <p:sp>
          <p:nvSpPr>
            <p:cNvPr id="22333" name="Google Shape;22333;p91"/>
            <p:cNvSpPr/>
            <p:nvPr/>
          </p:nvSpPr>
          <p:spPr>
            <a:xfrm>
              <a:off x="2929587" y="2089078"/>
              <a:ext cx="183546" cy="166966"/>
            </a:xfrm>
            <a:custGeom>
              <a:rect b="b" l="l" r="r" t="t"/>
              <a:pathLst>
                <a:path extrusionOk="0" h="6415" w="7052">
                  <a:moveTo>
                    <a:pt x="4437" y="0"/>
                  </a:moveTo>
                  <a:lnTo>
                    <a:pt x="3082" y="1035"/>
                  </a:lnTo>
                  <a:lnTo>
                    <a:pt x="1953" y="662"/>
                  </a:lnTo>
                  <a:lnTo>
                    <a:pt x="0" y="2252"/>
                  </a:lnTo>
                  <a:lnTo>
                    <a:pt x="3012" y="6414"/>
                  </a:lnTo>
                  <a:lnTo>
                    <a:pt x="7051" y="3550"/>
                  </a:lnTo>
                  <a:lnTo>
                    <a:pt x="443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4" name="Google Shape;22334;p91"/>
            <p:cNvSpPr/>
            <p:nvPr/>
          </p:nvSpPr>
          <p:spPr>
            <a:xfrm>
              <a:off x="3010246" y="2022682"/>
              <a:ext cx="103980" cy="184275"/>
            </a:xfrm>
            <a:custGeom>
              <a:rect b="b" l="l" r="r" t="t"/>
              <a:pathLst>
                <a:path extrusionOk="0" h="7080" w="3995">
                  <a:moveTo>
                    <a:pt x="3994" y="0"/>
                  </a:moveTo>
                  <a:lnTo>
                    <a:pt x="1" y="2565"/>
                  </a:lnTo>
                  <a:lnTo>
                    <a:pt x="3439" y="7079"/>
                  </a:lnTo>
                  <a:lnTo>
                    <a:pt x="3994" y="6640"/>
                  </a:lnTo>
                  <a:lnTo>
                    <a:pt x="399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5" name="Google Shape;22335;p91"/>
            <p:cNvSpPr/>
            <p:nvPr/>
          </p:nvSpPr>
          <p:spPr>
            <a:xfrm>
              <a:off x="3080234" y="2158858"/>
              <a:ext cx="33992" cy="48099"/>
            </a:xfrm>
            <a:custGeom>
              <a:rect b="b" l="l" r="r" t="t"/>
              <a:pathLst>
                <a:path extrusionOk="0" h="1848" w="1306">
                  <a:moveTo>
                    <a:pt x="1305" y="0"/>
                  </a:moveTo>
                  <a:lnTo>
                    <a:pt x="0" y="862"/>
                  </a:lnTo>
                  <a:lnTo>
                    <a:pt x="750" y="1847"/>
                  </a:lnTo>
                  <a:lnTo>
                    <a:pt x="1305" y="1408"/>
                  </a:lnTo>
                  <a:lnTo>
                    <a:pt x="1305" y="0"/>
                  </a:ln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6" name="Google Shape;22336;p91"/>
            <p:cNvSpPr/>
            <p:nvPr/>
          </p:nvSpPr>
          <p:spPr>
            <a:xfrm>
              <a:off x="2941586" y="2144282"/>
              <a:ext cx="139664" cy="92736"/>
            </a:xfrm>
            <a:custGeom>
              <a:rect b="b" l="l" r="r" t="t"/>
              <a:pathLst>
                <a:path extrusionOk="0" h="3563" w="5366">
                  <a:moveTo>
                    <a:pt x="616" y="1"/>
                  </a:moveTo>
                  <a:lnTo>
                    <a:pt x="0" y="1127"/>
                  </a:lnTo>
                  <a:lnTo>
                    <a:pt x="4324" y="3484"/>
                  </a:lnTo>
                  <a:cubicBezTo>
                    <a:pt x="4422" y="3537"/>
                    <a:pt x="4527" y="3562"/>
                    <a:pt x="4631" y="3562"/>
                  </a:cubicBezTo>
                  <a:cubicBezTo>
                    <a:pt x="4858" y="3562"/>
                    <a:pt x="5079" y="3442"/>
                    <a:pt x="5197" y="3227"/>
                  </a:cubicBezTo>
                  <a:cubicBezTo>
                    <a:pt x="5366" y="2918"/>
                    <a:pt x="5250" y="2527"/>
                    <a:pt x="4940" y="2358"/>
                  </a:cubicBezTo>
                  <a:lnTo>
                    <a:pt x="616"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7" name="Google Shape;22337;p91"/>
            <p:cNvSpPr/>
            <p:nvPr/>
          </p:nvSpPr>
          <p:spPr>
            <a:xfrm>
              <a:off x="2996165" y="2191002"/>
              <a:ext cx="81804" cy="46043"/>
            </a:xfrm>
            <a:custGeom>
              <a:rect b="b" l="l" r="r" t="t"/>
              <a:pathLst>
                <a:path extrusionOk="0" h="1769" w="3143">
                  <a:moveTo>
                    <a:pt x="278" y="0"/>
                  </a:moveTo>
                  <a:lnTo>
                    <a:pt x="0" y="475"/>
                  </a:lnTo>
                  <a:lnTo>
                    <a:pt x="2227" y="1689"/>
                  </a:lnTo>
                  <a:cubicBezTo>
                    <a:pt x="2325" y="1743"/>
                    <a:pt x="2429" y="1768"/>
                    <a:pt x="2532" y="1768"/>
                  </a:cubicBezTo>
                  <a:cubicBezTo>
                    <a:pt x="2797" y="1768"/>
                    <a:pt x="3051" y="1601"/>
                    <a:pt x="3142" y="1327"/>
                  </a:cubicBezTo>
                  <a:lnTo>
                    <a:pt x="3142" y="1327"/>
                  </a:lnTo>
                  <a:cubicBezTo>
                    <a:pt x="3075" y="1349"/>
                    <a:pt x="3005" y="1361"/>
                    <a:pt x="2935" y="1361"/>
                  </a:cubicBezTo>
                  <a:cubicBezTo>
                    <a:pt x="2831" y="1361"/>
                    <a:pt x="2727" y="1335"/>
                    <a:pt x="2632" y="1285"/>
                  </a:cubicBezTo>
                  <a:lnTo>
                    <a:pt x="27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8" name="Google Shape;22338;p91"/>
            <p:cNvSpPr/>
            <p:nvPr/>
          </p:nvSpPr>
          <p:spPr>
            <a:xfrm>
              <a:off x="2915740" y="2168280"/>
              <a:ext cx="139690" cy="92762"/>
            </a:xfrm>
            <a:custGeom>
              <a:rect b="b" l="l" r="r" t="t"/>
              <a:pathLst>
                <a:path extrusionOk="0" h="3564" w="5367">
                  <a:moveTo>
                    <a:pt x="617" y="1"/>
                  </a:moveTo>
                  <a:lnTo>
                    <a:pt x="1" y="1130"/>
                  </a:lnTo>
                  <a:lnTo>
                    <a:pt x="4325" y="3484"/>
                  </a:lnTo>
                  <a:cubicBezTo>
                    <a:pt x="4424" y="3538"/>
                    <a:pt x="4530" y="3564"/>
                    <a:pt x="4634" y="3564"/>
                  </a:cubicBezTo>
                  <a:cubicBezTo>
                    <a:pt x="4862" y="3564"/>
                    <a:pt x="5082" y="3442"/>
                    <a:pt x="5198" y="3227"/>
                  </a:cubicBezTo>
                  <a:cubicBezTo>
                    <a:pt x="5367" y="2918"/>
                    <a:pt x="5254" y="2527"/>
                    <a:pt x="4941" y="2358"/>
                  </a:cubicBezTo>
                  <a:lnTo>
                    <a:pt x="617"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9" name="Google Shape;22339;p91"/>
            <p:cNvSpPr/>
            <p:nvPr/>
          </p:nvSpPr>
          <p:spPr>
            <a:xfrm>
              <a:off x="2979299" y="2221115"/>
              <a:ext cx="72825" cy="39978"/>
            </a:xfrm>
            <a:custGeom>
              <a:rect b="b" l="l" r="r" t="t"/>
              <a:pathLst>
                <a:path extrusionOk="0" h="1536" w="2798">
                  <a:moveTo>
                    <a:pt x="251" y="1"/>
                  </a:moveTo>
                  <a:lnTo>
                    <a:pt x="1" y="430"/>
                  </a:lnTo>
                  <a:lnTo>
                    <a:pt x="1883" y="1457"/>
                  </a:lnTo>
                  <a:cubicBezTo>
                    <a:pt x="1980" y="1511"/>
                    <a:pt x="2085" y="1535"/>
                    <a:pt x="2187" y="1535"/>
                  </a:cubicBezTo>
                  <a:cubicBezTo>
                    <a:pt x="2453" y="1535"/>
                    <a:pt x="2707" y="1370"/>
                    <a:pt x="2798" y="1099"/>
                  </a:cubicBezTo>
                  <a:lnTo>
                    <a:pt x="2798" y="1099"/>
                  </a:lnTo>
                  <a:cubicBezTo>
                    <a:pt x="2714" y="1137"/>
                    <a:pt x="2625" y="1156"/>
                    <a:pt x="2536" y="1156"/>
                  </a:cubicBezTo>
                  <a:cubicBezTo>
                    <a:pt x="2430" y="1156"/>
                    <a:pt x="2324" y="1129"/>
                    <a:pt x="2228" y="1078"/>
                  </a:cubicBezTo>
                  <a:lnTo>
                    <a:pt x="251"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0" name="Google Shape;22340;p91"/>
            <p:cNvSpPr/>
            <p:nvPr/>
          </p:nvSpPr>
          <p:spPr>
            <a:xfrm>
              <a:off x="2889921" y="2192277"/>
              <a:ext cx="139690" cy="92788"/>
            </a:xfrm>
            <a:custGeom>
              <a:rect b="b" l="l" r="r" t="t"/>
              <a:pathLst>
                <a:path extrusionOk="0" h="3565" w="5367">
                  <a:moveTo>
                    <a:pt x="616" y="1"/>
                  </a:moveTo>
                  <a:lnTo>
                    <a:pt x="1" y="1130"/>
                  </a:lnTo>
                  <a:lnTo>
                    <a:pt x="4325" y="3487"/>
                  </a:lnTo>
                  <a:cubicBezTo>
                    <a:pt x="4423" y="3540"/>
                    <a:pt x="4528" y="3565"/>
                    <a:pt x="4631" y="3565"/>
                  </a:cubicBezTo>
                  <a:cubicBezTo>
                    <a:pt x="4860" y="3565"/>
                    <a:pt x="5081" y="3444"/>
                    <a:pt x="5197" y="3230"/>
                  </a:cubicBezTo>
                  <a:cubicBezTo>
                    <a:pt x="5366" y="2917"/>
                    <a:pt x="5250" y="2527"/>
                    <a:pt x="4941" y="2358"/>
                  </a:cubicBezTo>
                  <a:lnTo>
                    <a:pt x="616"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1" name="Google Shape;22341;p91"/>
            <p:cNvSpPr/>
            <p:nvPr/>
          </p:nvSpPr>
          <p:spPr>
            <a:xfrm>
              <a:off x="2962538" y="2250422"/>
              <a:ext cx="63507" cy="34591"/>
            </a:xfrm>
            <a:custGeom>
              <a:rect b="b" l="l" r="r" t="t"/>
              <a:pathLst>
                <a:path extrusionOk="0" h="1329" w="2440">
                  <a:moveTo>
                    <a:pt x="240" y="1"/>
                  </a:moveTo>
                  <a:lnTo>
                    <a:pt x="1" y="416"/>
                  </a:lnTo>
                  <a:lnTo>
                    <a:pt x="1535" y="1250"/>
                  </a:lnTo>
                  <a:cubicBezTo>
                    <a:pt x="1634" y="1303"/>
                    <a:pt x="1739" y="1328"/>
                    <a:pt x="1843" y="1328"/>
                  </a:cubicBezTo>
                  <a:cubicBezTo>
                    <a:pt x="2096" y="1328"/>
                    <a:pt x="2337" y="1180"/>
                    <a:pt x="2439" y="926"/>
                  </a:cubicBezTo>
                  <a:lnTo>
                    <a:pt x="2439" y="926"/>
                  </a:lnTo>
                  <a:cubicBezTo>
                    <a:pt x="2360" y="959"/>
                    <a:pt x="2277" y="975"/>
                    <a:pt x="2194" y="975"/>
                  </a:cubicBezTo>
                  <a:cubicBezTo>
                    <a:pt x="2089" y="975"/>
                    <a:pt x="1985" y="949"/>
                    <a:pt x="1890" y="898"/>
                  </a:cubicBezTo>
                  <a:lnTo>
                    <a:pt x="240"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2" name="Google Shape;22342;p91"/>
            <p:cNvSpPr/>
            <p:nvPr/>
          </p:nvSpPr>
          <p:spPr>
            <a:xfrm>
              <a:off x="2864180" y="2216274"/>
              <a:ext cx="139690" cy="92788"/>
            </a:xfrm>
            <a:custGeom>
              <a:rect b="b" l="l" r="r" t="t"/>
              <a:pathLst>
                <a:path extrusionOk="0" h="3565" w="5367">
                  <a:moveTo>
                    <a:pt x="617" y="0"/>
                  </a:moveTo>
                  <a:lnTo>
                    <a:pt x="1" y="1130"/>
                  </a:lnTo>
                  <a:lnTo>
                    <a:pt x="4325" y="3487"/>
                  </a:lnTo>
                  <a:cubicBezTo>
                    <a:pt x="4422" y="3540"/>
                    <a:pt x="4526" y="3565"/>
                    <a:pt x="4629" y="3565"/>
                  </a:cubicBezTo>
                  <a:cubicBezTo>
                    <a:pt x="4857" y="3565"/>
                    <a:pt x="5079" y="3443"/>
                    <a:pt x="5198" y="3230"/>
                  </a:cubicBezTo>
                  <a:cubicBezTo>
                    <a:pt x="5367" y="2917"/>
                    <a:pt x="5251" y="2527"/>
                    <a:pt x="4941" y="2358"/>
                  </a:cubicBezTo>
                  <a:lnTo>
                    <a:pt x="617"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3" name="Google Shape;22343;p91"/>
            <p:cNvSpPr/>
            <p:nvPr/>
          </p:nvSpPr>
          <p:spPr>
            <a:xfrm>
              <a:off x="2945698" y="2278350"/>
              <a:ext cx="54788" cy="30712"/>
            </a:xfrm>
            <a:custGeom>
              <a:rect b="b" l="l" r="r" t="t"/>
              <a:pathLst>
                <a:path extrusionOk="0" h="1180" w="2105">
                  <a:moveTo>
                    <a:pt x="264" y="1"/>
                  </a:moveTo>
                  <a:lnTo>
                    <a:pt x="0" y="455"/>
                  </a:lnTo>
                  <a:lnTo>
                    <a:pt x="1193" y="1102"/>
                  </a:lnTo>
                  <a:cubicBezTo>
                    <a:pt x="1290" y="1155"/>
                    <a:pt x="1394" y="1180"/>
                    <a:pt x="1497" y="1180"/>
                  </a:cubicBezTo>
                  <a:cubicBezTo>
                    <a:pt x="1725" y="1180"/>
                    <a:pt x="1946" y="1058"/>
                    <a:pt x="2062" y="845"/>
                  </a:cubicBezTo>
                  <a:cubicBezTo>
                    <a:pt x="2080" y="814"/>
                    <a:pt x="2094" y="786"/>
                    <a:pt x="2104" y="754"/>
                  </a:cubicBezTo>
                  <a:lnTo>
                    <a:pt x="2104" y="754"/>
                  </a:lnTo>
                  <a:cubicBezTo>
                    <a:pt x="2033" y="780"/>
                    <a:pt x="1959" y="793"/>
                    <a:pt x="1885" y="793"/>
                  </a:cubicBezTo>
                  <a:cubicBezTo>
                    <a:pt x="1780" y="793"/>
                    <a:pt x="1675" y="767"/>
                    <a:pt x="1580" y="715"/>
                  </a:cubicBezTo>
                  <a:lnTo>
                    <a:pt x="2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4" name="Google Shape;22344;p91"/>
            <p:cNvSpPr/>
            <p:nvPr/>
          </p:nvSpPr>
          <p:spPr>
            <a:xfrm>
              <a:off x="2779851" y="2100712"/>
              <a:ext cx="177690" cy="161006"/>
            </a:xfrm>
            <a:custGeom>
              <a:rect b="b" l="l" r="r" t="t"/>
              <a:pathLst>
                <a:path extrusionOk="0" h="6186" w="6827">
                  <a:moveTo>
                    <a:pt x="2140" y="0"/>
                  </a:moveTo>
                  <a:lnTo>
                    <a:pt x="0" y="3856"/>
                  </a:lnTo>
                  <a:lnTo>
                    <a:pt x="4367" y="6186"/>
                  </a:lnTo>
                  <a:lnTo>
                    <a:pt x="6826" y="1675"/>
                  </a:lnTo>
                  <a:lnTo>
                    <a:pt x="4613" y="742"/>
                  </a:lnTo>
                  <a:lnTo>
                    <a:pt x="3614" y="859"/>
                  </a:lnTo>
                  <a:lnTo>
                    <a:pt x="2140"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5" name="Google Shape;22345;p91"/>
            <p:cNvSpPr/>
            <p:nvPr/>
          </p:nvSpPr>
          <p:spPr>
            <a:xfrm>
              <a:off x="2774619" y="2074685"/>
              <a:ext cx="98124" cy="142527"/>
            </a:xfrm>
            <a:custGeom>
              <a:rect b="b" l="l" r="r" t="t"/>
              <a:pathLst>
                <a:path extrusionOk="0" h="5476" w="3770">
                  <a:moveTo>
                    <a:pt x="2840" y="1"/>
                  </a:moveTo>
                  <a:lnTo>
                    <a:pt x="1" y="4937"/>
                  </a:lnTo>
                  <a:lnTo>
                    <a:pt x="933" y="5476"/>
                  </a:lnTo>
                  <a:lnTo>
                    <a:pt x="3769" y="536"/>
                  </a:lnTo>
                  <a:lnTo>
                    <a:pt x="2840"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6" name="Google Shape;22346;p91"/>
            <p:cNvSpPr/>
            <p:nvPr/>
          </p:nvSpPr>
          <p:spPr>
            <a:xfrm>
              <a:off x="2768685" y="2038064"/>
              <a:ext cx="84095" cy="176492"/>
            </a:xfrm>
            <a:custGeom>
              <a:rect b="b" l="l" r="r" t="t"/>
              <a:pathLst>
                <a:path extrusionOk="0" h="6781" w="3231">
                  <a:moveTo>
                    <a:pt x="0" y="0"/>
                  </a:moveTo>
                  <a:lnTo>
                    <a:pt x="0" y="6555"/>
                  </a:lnTo>
                  <a:lnTo>
                    <a:pt x="391" y="6781"/>
                  </a:lnTo>
                  <a:lnTo>
                    <a:pt x="3230" y="1865"/>
                  </a:lnTo>
                  <a:lnTo>
                    <a:pt x="0"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7" name="Google Shape;22347;p91"/>
            <p:cNvSpPr/>
            <p:nvPr/>
          </p:nvSpPr>
          <p:spPr>
            <a:xfrm>
              <a:off x="2772147" y="2179836"/>
              <a:ext cx="42060" cy="44793"/>
            </a:xfrm>
            <a:custGeom>
              <a:rect b="b" l="l" r="r" t="t"/>
              <a:pathLst>
                <a:path extrusionOk="0" h="1721" w="1616">
                  <a:moveTo>
                    <a:pt x="684" y="0"/>
                  </a:moveTo>
                  <a:lnTo>
                    <a:pt x="1" y="1186"/>
                  </a:lnTo>
                  <a:lnTo>
                    <a:pt x="926" y="1721"/>
                  </a:lnTo>
                  <a:lnTo>
                    <a:pt x="1616" y="528"/>
                  </a:lnTo>
                  <a:lnTo>
                    <a:pt x="68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8" name="Google Shape;22348;p91"/>
            <p:cNvSpPr/>
            <p:nvPr/>
          </p:nvSpPr>
          <p:spPr>
            <a:xfrm>
              <a:off x="2768685" y="2167733"/>
              <a:ext cx="28032" cy="46823"/>
            </a:xfrm>
            <a:custGeom>
              <a:rect b="b" l="l" r="r" t="t"/>
              <a:pathLst>
                <a:path extrusionOk="0" h="1799" w="1077">
                  <a:moveTo>
                    <a:pt x="0" y="1"/>
                  </a:moveTo>
                  <a:lnTo>
                    <a:pt x="0" y="1573"/>
                  </a:lnTo>
                  <a:lnTo>
                    <a:pt x="391" y="1799"/>
                  </a:lnTo>
                  <a:lnTo>
                    <a:pt x="1077" y="609"/>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9" name="Google Shape;22349;p91"/>
            <p:cNvSpPr/>
            <p:nvPr/>
          </p:nvSpPr>
          <p:spPr>
            <a:xfrm>
              <a:off x="2816575" y="2192928"/>
              <a:ext cx="74933" cy="60150"/>
            </a:xfrm>
            <a:custGeom>
              <a:rect b="b" l="l" r="r" t="t"/>
              <a:pathLst>
                <a:path extrusionOk="0" h="2311" w="2879">
                  <a:moveTo>
                    <a:pt x="2150" y="1"/>
                  </a:moveTo>
                  <a:cubicBezTo>
                    <a:pt x="2020" y="1"/>
                    <a:pt x="1888" y="41"/>
                    <a:pt x="1774" y="123"/>
                  </a:cubicBezTo>
                  <a:lnTo>
                    <a:pt x="352" y="1151"/>
                  </a:lnTo>
                  <a:cubicBezTo>
                    <a:pt x="64" y="1358"/>
                    <a:pt x="0" y="1759"/>
                    <a:pt x="208" y="2048"/>
                  </a:cubicBezTo>
                  <a:cubicBezTo>
                    <a:pt x="333" y="2220"/>
                    <a:pt x="528" y="2311"/>
                    <a:pt x="727" y="2311"/>
                  </a:cubicBezTo>
                  <a:cubicBezTo>
                    <a:pt x="858" y="2311"/>
                    <a:pt x="991" y="2271"/>
                    <a:pt x="1105" y="2189"/>
                  </a:cubicBezTo>
                  <a:lnTo>
                    <a:pt x="2527" y="1161"/>
                  </a:lnTo>
                  <a:cubicBezTo>
                    <a:pt x="2819" y="950"/>
                    <a:pt x="2878" y="538"/>
                    <a:pt x="2657" y="250"/>
                  </a:cubicBezTo>
                  <a:cubicBezTo>
                    <a:pt x="2531" y="87"/>
                    <a:pt x="2342" y="1"/>
                    <a:pt x="215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0" name="Google Shape;22350;p91"/>
            <p:cNvSpPr/>
            <p:nvPr/>
          </p:nvSpPr>
          <p:spPr>
            <a:xfrm>
              <a:off x="2819959" y="2194099"/>
              <a:ext cx="71550" cy="59004"/>
            </a:xfrm>
            <a:custGeom>
              <a:rect b="b" l="l" r="r" t="t"/>
              <a:pathLst>
                <a:path extrusionOk="0" h="2267" w="2749">
                  <a:moveTo>
                    <a:pt x="2256" y="1"/>
                  </a:moveTo>
                  <a:cubicBezTo>
                    <a:pt x="2365" y="275"/>
                    <a:pt x="2277" y="588"/>
                    <a:pt x="2038" y="761"/>
                  </a:cubicBezTo>
                  <a:lnTo>
                    <a:pt x="616" y="1788"/>
                  </a:lnTo>
                  <a:cubicBezTo>
                    <a:pt x="507" y="1867"/>
                    <a:pt x="376" y="1908"/>
                    <a:pt x="242" y="1908"/>
                  </a:cubicBezTo>
                  <a:cubicBezTo>
                    <a:pt x="161" y="1908"/>
                    <a:pt x="79" y="1893"/>
                    <a:pt x="1" y="1862"/>
                  </a:cubicBezTo>
                  <a:lnTo>
                    <a:pt x="1" y="1862"/>
                  </a:lnTo>
                  <a:cubicBezTo>
                    <a:pt x="105" y="2118"/>
                    <a:pt x="350" y="2266"/>
                    <a:pt x="601" y="2266"/>
                  </a:cubicBezTo>
                  <a:cubicBezTo>
                    <a:pt x="730" y="2266"/>
                    <a:pt x="861" y="2227"/>
                    <a:pt x="975" y="2144"/>
                  </a:cubicBezTo>
                  <a:lnTo>
                    <a:pt x="2397" y="1116"/>
                  </a:lnTo>
                  <a:cubicBezTo>
                    <a:pt x="2689" y="905"/>
                    <a:pt x="2748" y="493"/>
                    <a:pt x="2527" y="205"/>
                  </a:cubicBezTo>
                  <a:cubicBezTo>
                    <a:pt x="2456" y="113"/>
                    <a:pt x="2365" y="43"/>
                    <a:pt x="225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1" name="Google Shape;22351;p91"/>
            <p:cNvSpPr/>
            <p:nvPr/>
          </p:nvSpPr>
          <p:spPr>
            <a:xfrm>
              <a:off x="2845232" y="2219476"/>
              <a:ext cx="66604" cy="54163"/>
            </a:xfrm>
            <a:custGeom>
              <a:rect b="b" l="l" r="r" t="t"/>
              <a:pathLst>
                <a:path extrusionOk="0" h="2081" w="2559">
                  <a:moveTo>
                    <a:pt x="1829" y="0"/>
                  </a:moveTo>
                  <a:cubicBezTo>
                    <a:pt x="1699" y="0"/>
                    <a:pt x="1567" y="39"/>
                    <a:pt x="1454" y="120"/>
                  </a:cubicBezTo>
                  <a:lnTo>
                    <a:pt x="363" y="912"/>
                  </a:lnTo>
                  <a:cubicBezTo>
                    <a:pt x="68" y="1123"/>
                    <a:pt x="1" y="1531"/>
                    <a:pt x="215" y="1827"/>
                  </a:cubicBezTo>
                  <a:cubicBezTo>
                    <a:pt x="341" y="1993"/>
                    <a:pt x="532" y="2081"/>
                    <a:pt x="727" y="2081"/>
                  </a:cubicBezTo>
                  <a:cubicBezTo>
                    <a:pt x="858" y="2081"/>
                    <a:pt x="991" y="2040"/>
                    <a:pt x="1105" y="1957"/>
                  </a:cubicBezTo>
                  <a:lnTo>
                    <a:pt x="2207" y="1165"/>
                  </a:lnTo>
                  <a:cubicBezTo>
                    <a:pt x="2499" y="951"/>
                    <a:pt x="2559" y="539"/>
                    <a:pt x="2340" y="250"/>
                  </a:cubicBezTo>
                  <a:cubicBezTo>
                    <a:pt x="2214" y="86"/>
                    <a:pt x="2023" y="0"/>
                    <a:pt x="18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2" name="Google Shape;22352;p91"/>
            <p:cNvSpPr/>
            <p:nvPr/>
          </p:nvSpPr>
          <p:spPr>
            <a:xfrm>
              <a:off x="2848719" y="2220673"/>
              <a:ext cx="63221" cy="52940"/>
            </a:xfrm>
            <a:custGeom>
              <a:rect b="b" l="l" r="r" t="t"/>
              <a:pathLst>
                <a:path extrusionOk="0" h="2034" w="2429">
                  <a:moveTo>
                    <a:pt x="1936" y="0"/>
                  </a:moveTo>
                  <a:cubicBezTo>
                    <a:pt x="2048" y="275"/>
                    <a:pt x="1957" y="588"/>
                    <a:pt x="1717" y="760"/>
                  </a:cubicBezTo>
                  <a:lnTo>
                    <a:pt x="616" y="1559"/>
                  </a:lnTo>
                  <a:cubicBezTo>
                    <a:pt x="504" y="1638"/>
                    <a:pt x="372" y="1678"/>
                    <a:pt x="239" y="1678"/>
                  </a:cubicBezTo>
                  <a:cubicBezTo>
                    <a:pt x="159" y="1678"/>
                    <a:pt x="77" y="1663"/>
                    <a:pt x="0" y="1633"/>
                  </a:cubicBezTo>
                  <a:lnTo>
                    <a:pt x="0" y="1633"/>
                  </a:lnTo>
                  <a:cubicBezTo>
                    <a:pt x="21" y="1686"/>
                    <a:pt x="50" y="1735"/>
                    <a:pt x="81" y="1781"/>
                  </a:cubicBezTo>
                  <a:cubicBezTo>
                    <a:pt x="207" y="1946"/>
                    <a:pt x="399" y="2033"/>
                    <a:pt x="593" y="2033"/>
                  </a:cubicBezTo>
                  <a:cubicBezTo>
                    <a:pt x="725" y="2033"/>
                    <a:pt x="858" y="1993"/>
                    <a:pt x="971" y="1911"/>
                  </a:cubicBezTo>
                  <a:lnTo>
                    <a:pt x="2073" y="1119"/>
                  </a:lnTo>
                  <a:cubicBezTo>
                    <a:pt x="2368" y="905"/>
                    <a:pt x="2428" y="493"/>
                    <a:pt x="2206" y="204"/>
                  </a:cubicBezTo>
                  <a:cubicBezTo>
                    <a:pt x="2136" y="113"/>
                    <a:pt x="2045" y="42"/>
                    <a:pt x="193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3" name="Google Shape;22353;p91"/>
            <p:cNvSpPr/>
            <p:nvPr/>
          </p:nvSpPr>
          <p:spPr>
            <a:xfrm>
              <a:off x="2873810" y="2245972"/>
              <a:ext cx="58458" cy="48229"/>
            </a:xfrm>
            <a:custGeom>
              <a:rect b="b" l="l" r="r" t="t"/>
              <a:pathLst>
                <a:path extrusionOk="0" h="1853" w="2246">
                  <a:moveTo>
                    <a:pt x="1514" y="0"/>
                  </a:moveTo>
                  <a:cubicBezTo>
                    <a:pt x="1383" y="0"/>
                    <a:pt x="1251" y="40"/>
                    <a:pt x="1137" y="123"/>
                  </a:cubicBezTo>
                  <a:lnTo>
                    <a:pt x="352" y="692"/>
                  </a:lnTo>
                  <a:cubicBezTo>
                    <a:pt x="67" y="900"/>
                    <a:pt x="0" y="1301"/>
                    <a:pt x="208" y="1590"/>
                  </a:cubicBezTo>
                  <a:cubicBezTo>
                    <a:pt x="333" y="1761"/>
                    <a:pt x="530" y="1853"/>
                    <a:pt x="729" y="1853"/>
                  </a:cubicBezTo>
                  <a:cubicBezTo>
                    <a:pt x="860" y="1853"/>
                    <a:pt x="992" y="1813"/>
                    <a:pt x="1105" y="1730"/>
                  </a:cubicBezTo>
                  <a:lnTo>
                    <a:pt x="1893" y="1164"/>
                  </a:lnTo>
                  <a:cubicBezTo>
                    <a:pt x="2185" y="949"/>
                    <a:pt x="2245" y="538"/>
                    <a:pt x="2024" y="253"/>
                  </a:cubicBezTo>
                  <a:cubicBezTo>
                    <a:pt x="1898" y="87"/>
                    <a:pt x="1707" y="0"/>
                    <a:pt x="151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4" name="Google Shape;22354;p91"/>
            <p:cNvSpPr/>
            <p:nvPr/>
          </p:nvSpPr>
          <p:spPr>
            <a:xfrm>
              <a:off x="2877011" y="2246961"/>
              <a:ext cx="55256" cy="47240"/>
            </a:xfrm>
            <a:custGeom>
              <a:rect b="b" l="l" r="r" t="t"/>
              <a:pathLst>
                <a:path extrusionOk="0" h="1815" w="2123">
                  <a:moveTo>
                    <a:pt x="1605" y="0"/>
                  </a:moveTo>
                  <a:cubicBezTo>
                    <a:pt x="1700" y="267"/>
                    <a:pt x="1609" y="567"/>
                    <a:pt x="1376" y="732"/>
                  </a:cubicBezTo>
                  <a:lnTo>
                    <a:pt x="592" y="1302"/>
                  </a:lnTo>
                  <a:cubicBezTo>
                    <a:pt x="480" y="1382"/>
                    <a:pt x="349" y="1423"/>
                    <a:pt x="216" y="1423"/>
                  </a:cubicBezTo>
                  <a:cubicBezTo>
                    <a:pt x="144" y="1423"/>
                    <a:pt x="71" y="1411"/>
                    <a:pt x="1" y="1386"/>
                  </a:cubicBezTo>
                  <a:lnTo>
                    <a:pt x="1" y="1386"/>
                  </a:lnTo>
                  <a:cubicBezTo>
                    <a:pt x="22" y="1446"/>
                    <a:pt x="50" y="1499"/>
                    <a:pt x="85" y="1552"/>
                  </a:cubicBezTo>
                  <a:cubicBezTo>
                    <a:pt x="210" y="1723"/>
                    <a:pt x="405" y="1815"/>
                    <a:pt x="604" y="1815"/>
                  </a:cubicBezTo>
                  <a:cubicBezTo>
                    <a:pt x="735" y="1815"/>
                    <a:pt x="868" y="1775"/>
                    <a:pt x="982" y="1692"/>
                  </a:cubicBezTo>
                  <a:lnTo>
                    <a:pt x="1767" y="1126"/>
                  </a:lnTo>
                  <a:cubicBezTo>
                    <a:pt x="2062" y="915"/>
                    <a:pt x="2122" y="500"/>
                    <a:pt x="1901" y="215"/>
                  </a:cubicBezTo>
                  <a:cubicBezTo>
                    <a:pt x="1827" y="116"/>
                    <a:pt x="1725" y="39"/>
                    <a:pt x="160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5" name="Google Shape;22355;p91"/>
            <p:cNvSpPr/>
            <p:nvPr/>
          </p:nvSpPr>
          <p:spPr>
            <a:xfrm>
              <a:off x="2902570" y="2272520"/>
              <a:ext cx="50103" cy="42295"/>
            </a:xfrm>
            <a:custGeom>
              <a:rect b="b" l="l" r="r" t="t"/>
              <a:pathLst>
                <a:path extrusionOk="0" h="1625" w="1925">
                  <a:moveTo>
                    <a:pt x="1194" y="0"/>
                  </a:moveTo>
                  <a:cubicBezTo>
                    <a:pt x="1063" y="0"/>
                    <a:pt x="931" y="40"/>
                    <a:pt x="817" y="123"/>
                  </a:cubicBezTo>
                  <a:lnTo>
                    <a:pt x="352" y="461"/>
                  </a:lnTo>
                  <a:cubicBezTo>
                    <a:pt x="64" y="668"/>
                    <a:pt x="0" y="1069"/>
                    <a:pt x="208" y="1358"/>
                  </a:cubicBezTo>
                  <a:cubicBezTo>
                    <a:pt x="333" y="1532"/>
                    <a:pt x="529" y="1624"/>
                    <a:pt x="728" y="1624"/>
                  </a:cubicBezTo>
                  <a:cubicBezTo>
                    <a:pt x="859" y="1624"/>
                    <a:pt x="991" y="1584"/>
                    <a:pt x="1105" y="1502"/>
                  </a:cubicBezTo>
                  <a:lnTo>
                    <a:pt x="1573" y="1164"/>
                  </a:lnTo>
                  <a:cubicBezTo>
                    <a:pt x="1865" y="950"/>
                    <a:pt x="1925" y="538"/>
                    <a:pt x="1703" y="250"/>
                  </a:cubicBezTo>
                  <a:cubicBezTo>
                    <a:pt x="1578" y="86"/>
                    <a:pt x="1387" y="0"/>
                    <a:pt x="11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6" name="Google Shape;22356;p91"/>
            <p:cNvSpPr/>
            <p:nvPr/>
          </p:nvSpPr>
          <p:spPr>
            <a:xfrm>
              <a:off x="2905850" y="2273691"/>
              <a:ext cx="46823" cy="41097"/>
            </a:xfrm>
            <a:custGeom>
              <a:rect b="b" l="l" r="r" t="t"/>
              <a:pathLst>
                <a:path extrusionOk="0" h="1579" w="1799">
                  <a:moveTo>
                    <a:pt x="1299" y="0"/>
                  </a:moveTo>
                  <a:lnTo>
                    <a:pt x="1299" y="0"/>
                  </a:lnTo>
                  <a:cubicBezTo>
                    <a:pt x="1405" y="271"/>
                    <a:pt x="1313" y="581"/>
                    <a:pt x="1078" y="750"/>
                  </a:cubicBezTo>
                  <a:lnTo>
                    <a:pt x="610" y="1091"/>
                  </a:lnTo>
                  <a:cubicBezTo>
                    <a:pt x="499" y="1171"/>
                    <a:pt x="366" y="1212"/>
                    <a:pt x="233" y="1212"/>
                  </a:cubicBezTo>
                  <a:cubicBezTo>
                    <a:pt x="154" y="1212"/>
                    <a:pt x="75" y="1197"/>
                    <a:pt x="1" y="1169"/>
                  </a:cubicBezTo>
                  <a:lnTo>
                    <a:pt x="1" y="1169"/>
                  </a:lnTo>
                  <a:cubicBezTo>
                    <a:pt x="101" y="1428"/>
                    <a:pt x="348" y="1579"/>
                    <a:pt x="601" y="1579"/>
                  </a:cubicBezTo>
                  <a:cubicBezTo>
                    <a:pt x="730" y="1579"/>
                    <a:pt x="861" y="1540"/>
                    <a:pt x="976" y="1457"/>
                  </a:cubicBezTo>
                  <a:lnTo>
                    <a:pt x="1443" y="1119"/>
                  </a:lnTo>
                  <a:cubicBezTo>
                    <a:pt x="1739" y="905"/>
                    <a:pt x="1799" y="493"/>
                    <a:pt x="1577" y="208"/>
                  </a:cubicBezTo>
                  <a:cubicBezTo>
                    <a:pt x="1507" y="113"/>
                    <a:pt x="1408" y="43"/>
                    <a:pt x="129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7" name="Google Shape;22357;p91"/>
            <p:cNvSpPr/>
            <p:nvPr/>
          </p:nvSpPr>
          <p:spPr>
            <a:xfrm>
              <a:off x="2907958" y="2106282"/>
              <a:ext cx="72461" cy="111476"/>
            </a:xfrm>
            <a:custGeom>
              <a:rect b="b" l="l" r="r" t="t"/>
              <a:pathLst>
                <a:path extrusionOk="0" h="4283" w="2784">
                  <a:moveTo>
                    <a:pt x="430" y="1"/>
                  </a:moveTo>
                  <a:lnTo>
                    <a:pt x="1" y="1714"/>
                  </a:lnTo>
                  <a:lnTo>
                    <a:pt x="1" y="3428"/>
                  </a:lnTo>
                  <a:cubicBezTo>
                    <a:pt x="1" y="3899"/>
                    <a:pt x="384" y="4283"/>
                    <a:pt x="859" y="4283"/>
                  </a:cubicBezTo>
                  <a:cubicBezTo>
                    <a:pt x="1331" y="4283"/>
                    <a:pt x="1714" y="3899"/>
                    <a:pt x="1714" y="3428"/>
                  </a:cubicBezTo>
                  <a:lnTo>
                    <a:pt x="1714" y="1714"/>
                  </a:lnTo>
                  <a:lnTo>
                    <a:pt x="278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8" name="Google Shape;22358;p91"/>
            <p:cNvSpPr/>
            <p:nvPr/>
          </p:nvSpPr>
          <p:spPr>
            <a:xfrm>
              <a:off x="2907958" y="2106282"/>
              <a:ext cx="30712" cy="111476"/>
            </a:xfrm>
            <a:custGeom>
              <a:rect b="b" l="l" r="r" t="t"/>
              <a:pathLst>
                <a:path extrusionOk="0" h="4283" w="1180">
                  <a:moveTo>
                    <a:pt x="430" y="1"/>
                  </a:moveTo>
                  <a:lnTo>
                    <a:pt x="1" y="1714"/>
                  </a:lnTo>
                  <a:lnTo>
                    <a:pt x="1" y="3428"/>
                  </a:lnTo>
                  <a:cubicBezTo>
                    <a:pt x="1" y="3899"/>
                    <a:pt x="384" y="4283"/>
                    <a:pt x="859" y="4283"/>
                  </a:cubicBezTo>
                  <a:cubicBezTo>
                    <a:pt x="968" y="4283"/>
                    <a:pt x="1077" y="4262"/>
                    <a:pt x="1180" y="4219"/>
                  </a:cubicBezTo>
                  <a:cubicBezTo>
                    <a:pt x="856" y="4089"/>
                    <a:pt x="645" y="3776"/>
                    <a:pt x="645" y="3428"/>
                  </a:cubicBezTo>
                  <a:lnTo>
                    <a:pt x="645" y="1714"/>
                  </a:lnTo>
                  <a:lnTo>
                    <a:pt x="1070"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9" name="Google Shape;22359;p91"/>
            <p:cNvSpPr/>
            <p:nvPr/>
          </p:nvSpPr>
          <p:spPr>
            <a:xfrm>
              <a:off x="2761007" y="2032807"/>
              <a:ext cx="360429" cy="287239"/>
            </a:xfrm>
            <a:custGeom>
              <a:rect b="b" l="l" r="r" t="t"/>
              <a:pathLst>
                <a:path extrusionOk="0" h="11036" w="13848">
                  <a:moveTo>
                    <a:pt x="8402" y="3024"/>
                  </a:moveTo>
                  <a:lnTo>
                    <a:pt x="9500" y="3387"/>
                  </a:lnTo>
                  <a:cubicBezTo>
                    <a:pt x="9521" y="3394"/>
                    <a:pt x="9543" y="3397"/>
                    <a:pt x="9564" y="3397"/>
                  </a:cubicBezTo>
                  <a:cubicBezTo>
                    <a:pt x="9608" y="3397"/>
                    <a:pt x="9651" y="3383"/>
                    <a:pt x="9686" y="3355"/>
                  </a:cubicBezTo>
                  <a:lnTo>
                    <a:pt x="10027" y="3091"/>
                  </a:lnTo>
                  <a:lnTo>
                    <a:pt x="12430" y="6247"/>
                  </a:lnTo>
                  <a:lnTo>
                    <a:pt x="12054" y="6511"/>
                  </a:lnTo>
                  <a:cubicBezTo>
                    <a:pt x="12026" y="6493"/>
                    <a:pt x="12001" y="6479"/>
                    <a:pt x="11973" y="6462"/>
                  </a:cubicBezTo>
                  <a:lnTo>
                    <a:pt x="7814" y="4196"/>
                  </a:lnTo>
                  <a:lnTo>
                    <a:pt x="7966" y="3950"/>
                  </a:lnTo>
                  <a:cubicBezTo>
                    <a:pt x="8066" y="3790"/>
                    <a:pt x="7930" y="3639"/>
                    <a:pt x="7791" y="3639"/>
                  </a:cubicBezTo>
                  <a:cubicBezTo>
                    <a:pt x="7731" y="3639"/>
                    <a:pt x="7670" y="3667"/>
                    <a:pt x="7628" y="3735"/>
                  </a:cubicBezTo>
                  <a:lnTo>
                    <a:pt x="7191" y="4432"/>
                  </a:lnTo>
                  <a:cubicBezTo>
                    <a:pt x="7170" y="4463"/>
                    <a:pt x="7160" y="4498"/>
                    <a:pt x="7160" y="4537"/>
                  </a:cubicBezTo>
                  <a:lnTo>
                    <a:pt x="7160" y="6251"/>
                  </a:lnTo>
                  <a:cubicBezTo>
                    <a:pt x="7160" y="6613"/>
                    <a:pt x="6868" y="6905"/>
                    <a:pt x="6505" y="6905"/>
                  </a:cubicBezTo>
                  <a:cubicBezTo>
                    <a:pt x="6143" y="6905"/>
                    <a:pt x="5851" y="6613"/>
                    <a:pt x="5851" y="6251"/>
                  </a:cubicBezTo>
                  <a:lnTo>
                    <a:pt x="5851" y="4562"/>
                  </a:lnTo>
                  <a:lnTo>
                    <a:pt x="6234" y="3024"/>
                  </a:lnTo>
                  <a:close/>
                  <a:moveTo>
                    <a:pt x="3599" y="2342"/>
                  </a:moveTo>
                  <a:lnTo>
                    <a:pt x="3919" y="2528"/>
                  </a:lnTo>
                  <a:lnTo>
                    <a:pt x="1284" y="7095"/>
                  </a:lnTo>
                  <a:lnTo>
                    <a:pt x="960" y="6909"/>
                  </a:lnTo>
                  <a:lnTo>
                    <a:pt x="3599" y="2342"/>
                  </a:lnTo>
                  <a:close/>
                  <a:moveTo>
                    <a:pt x="4283" y="6353"/>
                  </a:moveTo>
                  <a:cubicBezTo>
                    <a:pt x="4420" y="6353"/>
                    <a:pt x="4555" y="6417"/>
                    <a:pt x="4641" y="6536"/>
                  </a:cubicBezTo>
                  <a:cubicBezTo>
                    <a:pt x="4785" y="6733"/>
                    <a:pt x="4743" y="7011"/>
                    <a:pt x="4542" y="7151"/>
                  </a:cubicBezTo>
                  <a:lnTo>
                    <a:pt x="3124" y="8179"/>
                  </a:lnTo>
                  <a:cubicBezTo>
                    <a:pt x="3046" y="8236"/>
                    <a:pt x="2956" y="8263"/>
                    <a:pt x="2866" y="8263"/>
                  </a:cubicBezTo>
                  <a:cubicBezTo>
                    <a:pt x="2728" y="8263"/>
                    <a:pt x="2592" y="8199"/>
                    <a:pt x="2505" y="8080"/>
                  </a:cubicBezTo>
                  <a:lnTo>
                    <a:pt x="2508" y="8080"/>
                  </a:lnTo>
                  <a:cubicBezTo>
                    <a:pt x="2364" y="7883"/>
                    <a:pt x="2410" y="7609"/>
                    <a:pt x="2607" y="7465"/>
                  </a:cubicBezTo>
                  <a:lnTo>
                    <a:pt x="4025" y="6437"/>
                  </a:lnTo>
                  <a:cubicBezTo>
                    <a:pt x="4103" y="6380"/>
                    <a:pt x="4193" y="6353"/>
                    <a:pt x="4283" y="6353"/>
                  </a:cubicBezTo>
                  <a:close/>
                  <a:moveTo>
                    <a:pt x="5069" y="7372"/>
                  </a:moveTo>
                  <a:cubicBezTo>
                    <a:pt x="5203" y="7372"/>
                    <a:pt x="5333" y="7433"/>
                    <a:pt x="5418" y="7545"/>
                  </a:cubicBezTo>
                  <a:cubicBezTo>
                    <a:pt x="5566" y="7743"/>
                    <a:pt x="5524" y="8024"/>
                    <a:pt x="5327" y="8172"/>
                  </a:cubicBezTo>
                  <a:lnTo>
                    <a:pt x="4222" y="8970"/>
                  </a:lnTo>
                  <a:cubicBezTo>
                    <a:pt x="4144" y="9026"/>
                    <a:pt x="4054" y="9052"/>
                    <a:pt x="3965" y="9052"/>
                  </a:cubicBezTo>
                  <a:cubicBezTo>
                    <a:pt x="3831" y="9052"/>
                    <a:pt x="3700" y="8993"/>
                    <a:pt x="3613" y="8879"/>
                  </a:cubicBezTo>
                  <a:lnTo>
                    <a:pt x="3613" y="8875"/>
                  </a:lnTo>
                  <a:cubicBezTo>
                    <a:pt x="3462" y="8678"/>
                    <a:pt x="3522" y="8386"/>
                    <a:pt x="3719" y="8246"/>
                  </a:cubicBezTo>
                  <a:lnTo>
                    <a:pt x="4778" y="7479"/>
                  </a:lnTo>
                  <a:cubicBezTo>
                    <a:pt x="4813" y="7450"/>
                    <a:pt x="4855" y="7426"/>
                    <a:pt x="4894" y="7408"/>
                  </a:cubicBezTo>
                  <a:cubicBezTo>
                    <a:pt x="4951" y="7384"/>
                    <a:pt x="5010" y="7372"/>
                    <a:pt x="5069" y="7372"/>
                  </a:cubicBezTo>
                  <a:close/>
                  <a:moveTo>
                    <a:pt x="5849" y="8392"/>
                  </a:moveTo>
                  <a:cubicBezTo>
                    <a:pt x="5982" y="8392"/>
                    <a:pt x="6113" y="8453"/>
                    <a:pt x="6199" y="8566"/>
                  </a:cubicBezTo>
                  <a:cubicBezTo>
                    <a:pt x="6351" y="8763"/>
                    <a:pt x="6308" y="9044"/>
                    <a:pt x="6108" y="9192"/>
                  </a:cubicBezTo>
                  <a:lnTo>
                    <a:pt x="5323" y="9759"/>
                  </a:lnTo>
                  <a:cubicBezTo>
                    <a:pt x="5249" y="9814"/>
                    <a:pt x="5159" y="9843"/>
                    <a:pt x="5070" y="9843"/>
                  </a:cubicBezTo>
                  <a:cubicBezTo>
                    <a:pt x="5045" y="9843"/>
                    <a:pt x="5020" y="9841"/>
                    <a:pt x="4996" y="9836"/>
                  </a:cubicBezTo>
                  <a:cubicBezTo>
                    <a:pt x="4605" y="9776"/>
                    <a:pt x="4486" y="9277"/>
                    <a:pt x="4806" y="9044"/>
                  </a:cubicBezTo>
                  <a:lnTo>
                    <a:pt x="5562" y="8499"/>
                  </a:lnTo>
                  <a:lnTo>
                    <a:pt x="5591" y="8478"/>
                  </a:lnTo>
                  <a:cubicBezTo>
                    <a:pt x="5669" y="8420"/>
                    <a:pt x="5759" y="8392"/>
                    <a:pt x="5849" y="8392"/>
                  </a:cubicBezTo>
                  <a:close/>
                  <a:moveTo>
                    <a:pt x="3866" y="3422"/>
                  </a:moveTo>
                  <a:lnTo>
                    <a:pt x="4239" y="3636"/>
                  </a:lnTo>
                  <a:cubicBezTo>
                    <a:pt x="4269" y="3657"/>
                    <a:pt x="4306" y="3665"/>
                    <a:pt x="4342" y="3665"/>
                  </a:cubicBezTo>
                  <a:cubicBezTo>
                    <a:pt x="4349" y="3665"/>
                    <a:pt x="4356" y="3665"/>
                    <a:pt x="4363" y="3665"/>
                  </a:cubicBezTo>
                  <a:lnTo>
                    <a:pt x="5306" y="3552"/>
                  </a:lnTo>
                  <a:lnTo>
                    <a:pt x="5650" y="3696"/>
                  </a:lnTo>
                  <a:lnTo>
                    <a:pt x="5453" y="4484"/>
                  </a:lnTo>
                  <a:cubicBezTo>
                    <a:pt x="5450" y="4502"/>
                    <a:pt x="5446" y="4520"/>
                    <a:pt x="5446" y="4534"/>
                  </a:cubicBezTo>
                  <a:lnTo>
                    <a:pt x="5446" y="6247"/>
                  </a:lnTo>
                  <a:cubicBezTo>
                    <a:pt x="5446" y="6831"/>
                    <a:pt x="5921" y="7306"/>
                    <a:pt x="6505" y="7306"/>
                  </a:cubicBezTo>
                  <a:cubicBezTo>
                    <a:pt x="7086" y="7306"/>
                    <a:pt x="7561" y="6831"/>
                    <a:pt x="7561" y="6247"/>
                  </a:cubicBezTo>
                  <a:lnTo>
                    <a:pt x="7561" y="4593"/>
                  </a:lnTo>
                  <a:lnTo>
                    <a:pt x="7596" y="4537"/>
                  </a:lnTo>
                  <a:lnTo>
                    <a:pt x="11780" y="6817"/>
                  </a:lnTo>
                  <a:cubicBezTo>
                    <a:pt x="11991" y="6933"/>
                    <a:pt x="12072" y="7201"/>
                    <a:pt x="11955" y="7415"/>
                  </a:cubicBezTo>
                  <a:cubicBezTo>
                    <a:pt x="11875" y="7561"/>
                    <a:pt x="11723" y="7643"/>
                    <a:pt x="11566" y="7643"/>
                  </a:cubicBezTo>
                  <a:cubicBezTo>
                    <a:pt x="11496" y="7643"/>
                    <a:pt x="11424" y="7626"/>
                    <a:pt x="11357" y="7591"/>
                  </a:cubicBezTo>
                  <a:lnTo>
                    <a:pt x="9035" y="6325"/>
                  </a:lnTo>
                  <a:cubicBezTo>
                    <a:pt x="9002" y="6308"/>
                    <a:pt x="8971" y="6301"/>
                    <a:pt x="8941" y="6301"/>
                  </a:cubicBezTo>
                  <a:cubicBezTo>
                    <a:pt x="8762" y="6301"/>
                    <a:pt x="8652" y="6565"/>
                    <a:pt x="8845" y="6676"/>
                  </a:cubicBezTo>
                  <a:lnTo>
                    <a:pt x="10791" y="7739"/>
                  </a:lnTo>
                  <a:cubicBezTo>
                    <a:pt x="11002" y="7855"/>
                    <a:pt x="11083" y="8123"/>
                    <a:pt x="10967" y="8337"/>
                  </a:cubicBezTo>
                  <a:cubicBezTo>
                    <a:pt x="10885" y="8484"/>
                    <a:pt x="10733" y="8567"/>
                    <a:pt x="10577" y="8567"/>
                  </a:cubicBezTo>
                  <a:cubicBezTo>
                    <a:pt x="10505" y="8567"/>
                    <a:pt x="10433" y="8550"/>
                    <a:pt x="10365" y="8513"/>
                  </a:cubicBezTo>
                  <a:lnTo>
                    <a:pt x="8395" y="7436"/>
                  </a:lnTo>
                  <a:cubicBezTo>
                    <a:pt x="8362" y="7420"/>
                    <a:pt x="8329" y="7413"/>
                    <a:pt x="8299" y="7413"/>
                  </a:cubicBezTo>
                  <a:cubicBezTo>
                    <a:pt x="8118" y="7413"/>
                    <a:pt x="8008" y="7677"/>
                    <a:pt x="8201" y="7788"/>
                  </a:cubicBezTo>
                  <a:lnTo>
                    <a:pt x="9799" y="8661"/>
                  </a:lnTo>
                  <a:cubicBezTo>
                    <a:pt x="10013" y="8777"/>
                    <a:pt x="10091" y="9044"/>
                    <a:pt x="9975" y="9259"/>
                  </a:cubicBezTo>
                  <a:cubicBezTo>
                    <a:pt x="9895" y="9406"/>
                    <a:pt x="9743" y="9489"/>
                    <a:pt x="9587" y="9489"/>
                  </a:cubicBezTo>
                  <a:cubicBezTo>
                    <a:pt x="9515" y="9489"/>
                    <a:pt x="9443" y="9471"/>
                    <a:pt x="9376" y="9435"/>
                  </a:cubicBezTo>
                  <a:lnTo>
                    <a:pt x="7705" y="8524"/>
                  </a:lnTo>
                  <a:cubicBezTo>
                    <a:pt x="7672" y="8507"/>
                    <a:pt x="7640" y="8500"/>
                    <a:pt x="7610" y="8500"/>
                  </a:cubicBezTo>
                  <a:cubicBezTo>
                    <a:pt x="7428" y="8500"/>
                    <a:pt x="7319" y="8764"/>
                    <a:pt x="7512" y="8875"/>
                  </a:cubicBezTo>
                  <a:lnTo>
                    <a:pt x="8810" y="9583"/>
                  </a:lnTo>
                  <a:cubicBezTo>
                    <a:pt x="9021" y="9699"/>
                    <a:pt x="9102" y="9970"/>
                    <a:pt x="8986" y="10181"/>
                  </a:cubicBezTo>
                  <a:cubicBezTo>
                    <a:pt x="8903" y="10329"/>
                    <a:pt x="8750" y="10413"/>
                    <a:pt x="8593" y="10413"/>
                  </a:cubicBezTo>
                  <a:cubicBezTo>
                    <a:pt x="8522" y="10413"/>
                    <a:pt x="8451" y="10396"/>
                    <a:pt x="8384" y="10360"/>
                  </a:cubicBezTo>
                  <a:lnTo>
                    <a:pt x="7476" y="9864"/>
                  </a:lnTo>
                  <a:cubicBezTo>
                    <a:pt x="7480" y="9410"/>
                    <a:pt x="7128" y="9030"/>
                    <a:pt x="6674" y="9006"/>
                  </a:cubicBezTo>
                  <a:cubicBezTo>
                    <a:pt x="6678" y="8988"/>
                    <a:pt x="6681" y="8970"/>
                    <a:pt x="6685" y="8953"/>
                  </a:cubicBezTo>
                  <a:cubicBezTo>
                    <a:pt x="6755" y="8460"/>
                    <a:pt x="6389" y="8013"/>
                    <a:pt x="5893" y="7989"/>
                  </a:cubicBezTo>
                  <a:cubicBezTo>
                    <a:pt x="5897" y="7968"/>
                    <a:pt x="5900" y="7954"/>
                    <a:pt x="5900" y="7933"/>
                  </a:cubicBezTo>
                  <a:cubicBezTo>
                    <a:pt x="5974" y="7440"/>
                    <a:pt x="5605" y="6993"/>
                    <a:pt x="5108" y="6968"/>
                  </a:cubicBezTo>
                  <a:cubicBezTo>
                    <a:pt x="5112" y="6951"/>
                    <a:pt x="5116" y="6933"/>
                    <a:pt x="5119" y="6912"/>
                  </a:cubicBezTo>
                  <a:cubicBezTo>
                    <a:pt x="5154" y="6687"/>
                    <a:pt x="5094" y="6458"/>
                    <a:pt x="4954" y="6279"/>
                  </a:cubicBezTo>
                  <a:cubicBezTo>
                    <a:pt x="4788" y="6063"/>
                    <a:pt x="4537" y="5948"/>
                    <a:pt x="4283" y="5948"/>
                  </a:cubicBezTo>
                  <a:cubicBezTo>
                    <a:pt x="4111" y="5948"/>
                    <a:pt x="3938" y="6001"/>
                    <a:pt x="3789" y="6110"/>
                  </a:cubicBezTo>
                  <a:lnTo>
                    <a:pt x="2389" y="7120"/>
                  </a:lnTo>
                  <a:lnTo>
                    <a:pt x="1886" y="6852"/>
                  </a:lnTo>
                  <a:lnTo>
                    <a:pt x="3866" y="3422"/>
                  </a:lnTo>
                  <a:close/>
                  <a:moveTo>
                    <a:pt x="6637" y="9410"/>
                  </a:moveTo>
                  <a:cubicBezTo>
                    <a:pt x="6769" y="9410"/>
                    <a:pt x="6899" y="9470"/>
                    <a:pt x="6987" y="9583"/>
                  </a:cubicBezTo>
                  <a:cubicBezTo>
                    <a:pt x="7058" y="9678"/>
                    <a:pt x="7089" y="9797"/>
                    <a:pt x="7068" y="9917"/>
                  </a:cubicBezTo>
                  <a:cubicBezTo>
                    <a:pt x="7054" y="10033"/>
                    <a:pt x="6991" y="10139"/>
                    <a:pt x="6892" y="10209"/>
                  </a:cubicBezTo>
                  <a:lnTo>
                    <a:pt x="6424" y="10550"/>
                  </a:lnTo>
                  <a:cubicBezTo>
                    <a:pt x="6347" y="10606"/>
                    <a:pt x="6257" y="10633"/>
                    <a:pt x="6167" y="10633"/>
                  </a:cubicBezTo>
                  <a:cubicBezTo>
                    <a:pt x="6031" y="10633"/>
                    <a:pt x="5896" y="10570"/>
                    <a:pt x="5809" y="10448"/>
                  </a:cubicBezTo>
                  <a:cubicBezTo>
                    <a:pt x="5664" y="10251"/>
                    <a:pt x="5710" y="9977"/>
                    <a:pt x="5907" y="9832"/>
                  </a:cubicBezTo>
                  <a:lnTo>
                    <a:pt x="6347" y="9516"/>
                  </a:lnTo>
                  <a:lnTo>
                    <a:pt x="6379" y="9495"/>
                  </a:lnTo>
                  <a:cubicBezTo>
                    <a:pt x="6457" y="9438"/>
                    <a:pt x="6548" y="9410"/>
                    <a:pt x="6637" y="9410"/>
                  </a:cubicBezTo>
                  <a:close/>
                  <a:moveTo>
                    <a:pt x="290" y="0"/>
                  </a:moveTo>
                  <a:cubicBezTo>
                    <a:pt x="113" y="0"/>
                    <a:pt x="0" y="266"/>
                    <a:pt x="193" y="378"/>
                  </a:cubicBezTo>
                  <a:lnTo>
                    <a:pt x="3251" y="2141"/>
                  </a:lnTo>
                  <a:lnTo>
                    <a:pt x="612" y="6708"/>
                  </a:lnTo>
                  <a:lnTo>
                    <a:pt x="394" y="6581"/>
                  </a:lnTo>
                  <a:cubicBezTo>
                    <a:pt x="358" y="6561"/>
                    <a:pt x="323" y="6551"/>
                    <a:pt x="290" y="6551"/>
                  </a:cubicBezTo>
                  <a:cubicBezTo>
                    <a:pt x="113" y="6551"/>
                    <a:pt x="0" y="6817"/>
                    <a:pt x="193" y="6930"/>
                  </a:cubicBezTo>
                  <a:lnTo>
                    <a:pt x="1256" y="7545"/>
                  </a:lnTo>
                  <a:cubicBezTo>
                    <a:pt x="1287" y="7563"/>
                    <a:pt x="1321" y="7571"/>
                    <a:pt x="1354" y="7571"/>
                  </a:cubicBezTo>
                  <a:cubicBezTo>
                    <a:pt x="1424" y="7571"/>
                    <a:pt x="1492" y="7536"/>
                    <a:pt x="1530" y="7472"/>
                  </a:cubicBezTo>
                  <a:lnTo>
                    <a:pt x="1681" y="7208"/>
                  </a:lnTo>
                  <a:lnTo>
                    <a:pt x="2114" y="7436"/>
                  </a:lnTo>
                  <a:cubicBezTo>
                    <a:pt x="1816" y="8021"/>
                    <a:pt x="2265" y="8668"/>
                    <a:pt x="2861" y="8668"/>
                  </a:cubicBezTo>
                  <a:cubicBezTo>
                    <a:pt x="2946" y="8668"/>
                    <a:pt x="3034" y="8654"/>
                    <a:pt x="3124" y="8626"/>
                  </a:cubicBezTo>
                  <a:cubicBezTo>
                    <a:pt x="3124" y="8805"/>
                    <a:pt x="3184" y="8977"/>
                    <a:pt x="3289" y="9122"/>
                  </a:cubicBezTo>
                  <a:cubicBezTo>
                    <a:pt x="3454" y="9334"/>
                    <a:pt x="3705" y="9454"/>
                    <a:pt x="3966" y="9454"/>
                  </a:cubicBezTo>
                  <a:cubicBezTo>
                    <a:pt x="4051" y="9454"/>
                    <a:pt x="4137" y="9441"/>
                    <a:pt x="4222" y="9414"/>
                  </a:cubicBezTo>
                  <a:cubicBezTo>
                    <a:pt x="4225" y="9825"/>
                    <a:pt x="4524" y="10170"/>
                    <a:pt x="4929" y="10234"/>
                  </a:cubicBezTo>
                  <a:cubicBezTo>
                    <a:pt x="4975" y="10241"/>
                    <a:pt x="5021" y="10244"/>
                    <a:pt x="5066" y="10248"/>
                  </a:cubicBezTo>
                  <a:cubicBezTo>
                    <a:pt x="5151" y="10244"/>
                    <a:pt x="5239" y="10234"/>
                    <a:pt x="5320" y="10205"/>
                  </a:cubicBezTo>
                  <a:cubicBezTo>
                    <a:pt x="5327" y="10614"/>
                    <a:pt x="5626" y="10958"/>
                    <a:pt x="6030" y="11025"/>
                  </a:cubicBezTo>
                  <a:cubicBezTo>
                    <a:pt x="6076" y="11032"/>
                    <a:pt x="6122" y="11036"/>
                    <a:pt x="6168" y="11036"/>
                  </a:cubicBezTo>
                  <a:cubicBezTo>
                    <a:pt x="6343" y="11036"/>
                    <a:pt x="6516" y="10979"/>
                    <a:pt x="6660" y="10877"/>
                  </a:cubicBezTo>
                  <a:lnTo>
                    <a:pt x="7128" y="10536"/>
                  </a:lnTo>
                  <a:cubicBezTo>
                    <a:pt x="7227" y="10466"/>
                    <a:pt x="7308" y="10371"/>
                    <a:pt x="7367" y="10265"/>
                  </a:cubicBezTo>
                  <a:lnTo>
                    <a:pt x="8194" y="10716"/>
                  </a:lnTo>
                  <a:cubicBezTo>
                    <a:pt x="8325" y="10786"/>
                    <a:pt x="8462" y="10819"/>
                    <a:pt x="8595" y="10819"/>
                  </a:cubicBezTo>
                  <a:cubicBezTo>
                    <a:pt x="9069" y="10819"/>
                    <a:pt x="9493" y="10409"/>
                    <a:pt x="9433" y="9878"/>
                  </a:cubicBezTo>
                  <a:lnTo>
                    <a:pt x="9433" y="9878"/>
                  </a:lnTo>
                  <a:cubicBezTo>
                    <a:pt x="9485" y="9888"/>
                    <a:pt x="9536" y="9892"/>
                    <a:pt x="9587" y="9892"/>
                  </a:cubicBezTo>
                  <a:cubicBezTo>
                    <a:pt x="10077" y="9892"/>
                    <a:pt x="10482" y="9463"/>
                    <a:pt x="10425" y="8956"/>
                  </a:cubicBezTo>
                  <a:lnTo>
                    <a:pt x="10425" y="8956"/>
                  </a:lnTo>
                  <a:cubicBezTo>
                    <a:pt x="10477" y="8966"/>
                    <a:pt x="10529" y="8971"/>
                    <a:pt x="10579" y="8971"/>
                  </a:cubicBezTo>
                  <a:cubicBezTo>
                    <a:pt x="11070" y="8971"/>
                    <a:pt x="11475" y="8541"/>
                    <a:pt x="11417" y="8031"/>
                  </a:cubicBezTo>
                  <a:lnTo>
                    <a:pt x="11417" y="8031"/>
                  </a:lnTo>
                  <a:cubicBezTo>
                    <a:pt x="11466" y="8042"/>
                    <a:pt x="11516" y="8045"/>
                    <a:pt x="11568" y="8045"/>
                  </a:cubicBezTo>
                  <a:cubicBezTo>
                    <a:pt x="11649" y="8045"/>
                    <a:pt x="11730" y="8035"/>
                    <a:pt x="11808" y="8010"/>
                  </a:cubicBezTo>
                  <a:cubicBezTo>
                    <a:pt x="12255" y="7880"/>
                    <a:pt x="12508" y="7412"/>
                    <a:pt x="12378" y="6965"/>
                  </a:cubicBezTo>
                  <a:cubicBezTo>
                    <a:pt x="12364" y="6912"/>
                    <a:pt x="12342" y="6863"/>
                    <a:pt x="12318" y="6817"/>
                  </a:cubicBezTo>
                  <a:lnTo>
                    <a:pt x="12670" y="6567"/>
                  </a:lnTo>
                  <a:lnTo>
                    <a:pt x="12856" y="6810"/>
                  </a:lnTo>
                  <a:cubicBezTo>
                    <a:pt x="12897" y="6861"/>
                    <a:pt x="12957" y="6889"/>
                    <a:pt x="13018" y="6889"/>
                  </a:cubicBezTo>
                  <a:cubicBezTo>
                    <a:pt x="13061" y="6889"/>
                    <a:pt x="13104" y="6875"/>
                    <a:pt x="13141" y="6845"/>
                  </a:cubicBezTo>
                  <a:lnTo>
                    <a:pt x="13697" y="6405"/>
                  </a:lnTo>
                  <a:cubicBezTo>
                    <a:pt x="13848" y="6269"/>
                    <a:pt x="13725" y="6052"/>
                    <a:pt x="13564" y="6052"/>
                  </a:cubicBezTo>
                  <a:cubicBezTo>
                    <a:pt x="13526" y="6052"/>
                    <a:pt x="13486" y="6064"/>
                    <a:pt x="13447" y="6092"/>
                  </a:cubicBezTo>
                  <a:lnTo>
                    <a:pt x="13444" y="6092"/>
                  </a:lnTo>
                  <a:lnTo>
                    <a:pt x="13050" y="6405"/>
                  </a:lnTo>
                  <a:lnTo>
                    <a:pt x="9865" y="2226"/>
                  </a:lnTo>
                  <a:lnTo>
                    <a:pt x="11685" y="1057"/>
                  </a:lnTo>
                  <a:cubicBezTo>
                    <a:pt x="11871" y="938"/>
                    <a:pt x="11755" y="685"/>
                    <a:pt x="11582" y="685"/>
                  </a:cubicBezTo>
                  <a:cubicBezTo>
                    <a:pt x="11546" y="685"/>
                    <a:pt x="11508" y="695"/>
                    <a:pt x="11470" y="720"/>
                  </a:cubicBezTo>
                  <a:lnTo>
                    <a:pt x="9468" y="2007"/>
                  </a:lnTo>
                  <a:cubicBezTo>
                    <a:pt x="9369" y="2071"/>
                    <a:pt x="9345" y="2204"/>
                    <a:pt x="9415" y="2296"/>
                  </a:cubicBezTo>
                  <a:lnTo>
                    <a:pt x="9781" y="2774"/>
                  </a:lnTo>
                  <a:lnTo>
                    <a:pt x="9521" y="2975"/>
                  </a:lnTo>
                  <a:lnTo>
                    <a:pt x="8493" y="2634"/>
                  </a:lnTo>
                  <a:cubicBezTo>
                    <a:pt x="8472" y="2627"/>
                    <a:pt x="8451" y="2623"/>
                    <a:pt x="8430" y="2623"/>
                  </a:cubicBezTo>
                  <a:lnTo>
                    <a:pt x="6073" y="2623"/>
                  </a:lnTo>
                  <a:cubicBezTo>
                    <a:pt x="5981" y="2623"/>
                    <a:pt x="5900" y="2686"/>
                    <a:pt x="5879" y="2774"/>
                  </a:cubicBezTo>
                  <a:lnTo>
                    <a:pt x="5745" y="3306"/>
                  </a:lnTo>
                  <a:lnTo>
                    <a:pt x="5411" y="3165"/>
                  </a:lnTo>
                  <a:cubicBezTo>
                    <a:pt x="5387" y="3154"/>
                    <a:pt x="5361" y="3150"/>
                    <a:pt x="5335" y="3150"/>
                  </a:cubicBezTo>
                  <a:cubicBezTo>
                    <a:pt x="5328" y="3150"/>
                    <a:pt x="5320" y="3150"/>
                    <a:pt x="5313" y="3151"/>
                  </a:cubicBezTo>
                  <a:lnTo>
                    <a:pt x="4384" y="3260"/>
                  </a:lnTo>
                  <a:lnTo>
                    <a:pt x="4067" y="3077"/>
                  </a:lnTo>
                  <a:lnTo>
                    <a:pt x="4366" y="2556"/>
                  </a:lnTo>
                  <a:cubicBezTo>
                    <a:pt x="4422" y="2458"/>
                    <a:pt x="4387" y="2338"/>
                    <a:pt x="4292" y="2282"/>
                  </a:cubicBezTo>
                  <a:lnTo>
                    <a:pt x="394" y="30"/>
                  </a:lnTo>
                  <a:cubicBezTo>
                    <a:pt x="358" y="9"/>
                    <a:pt x="323"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0" name="Google Shape;22360;p91"/>
            <p:cNvSpPr/>
            <p:nvPr/>
          </p:nvSpPr>
          <p:spPr>
            <a:xfrm>
              <a:off x="3077657" y="2017372"/>
              <a:ext cx="44195" cy="29411"/>
            </a:xfrm>
            <a:custGeom>
              <a:rect b="b" l="l" r="r" t="t"/>
              <a:pathLst>
                <a:path extrusionOk="0" h="1130" w="1698">
                  <a:moveTo>
                    <a:pt x="1407" y="0"/>
                  </a:moveTo>
                  <a:cubicBezTo>
                    <a:pt x="1372" y="0"/>
                    <a:pt x="1334" y="11"/>
                    <a:pt x="1295" y="35"/>
                  </a:cubicBezTo>
                  <a:lnTo>
                    <a:pt x="169" y="757"/>
                  </a:lnTo>
                  <a:cubicBezTo>
                    <a:pt x="1" y="866"/>
                    <a:pt x="78" y="1130"/>
                    <a:pt x="279" y="1130"/>
                  </a:cubicBezTo>
                  <a:cubicBezTo>
                    <a:pt x="317" y="1130"/>
                    <a:pt x="356" y="1116"/>
                    <a:pt x="388" y="1095"/>
                  </a:cubicBezTo>
                  <a:lnTo>
                    <a:pt x="1514" y="373"/>
                  </a:lnTo>
                  <a:cubicBezTo>
                    <a:pt x="1698" y="253"/>
                    <a:pt x="1581" y="0"/>
                    <a:pt x="1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61" name="Google Shape;22361;p91"/>
          <p:cNvGrpSpPr/>
          <p:nvPr/>
        </p:nvGrpSpPr>
        <p:grpSpPr>
          <a:xfrm>
            <a:off x="5575621" y="2902906"/>
            <a:ext cx="379143" cy="337499"/>
            <a:chOff x="5575621" y="2902906"/>
            <a:chExt cx="379143" cy="337499"/>
          </a:xfrm>
        </p:grpSpPr>
        <p:sp>
          <p:nvSpPr>
            <p:cNvPr id="22362" name="Google Shape;22362;p91"/>
            <p:cNvSpPr/>
            <p:nvPr/>
          </p:nvSpPr>
          <p:spPr>
            <a:xfrm>
              <a:off x="5735508" y="2908398"/>
              <a:ext cx="213764" cy="178158"/>
            </a:xfrm>
            <a:custGeom>
              <a:rect b="b" l="l" r="r" t="t"/>
              <a:pathLst>
                <a:path extrusionOk="0" h="6845" w="8213">
                  <a:moveTo>
                    <a:pt x="458" y="1"/>
                  </a:moveTo>
                  <a:cubicBezTo>
                    <a:pt x="205" y="1"/>
                    <a:pt x="0" y="205"/>
                    <a:pt x="0" y="458"/>
                  </a:cubicBezTo>
                  <a:lnTo>
                    <a:pt x="0" y="6387"/>
                  </a:lnTo>
                  <a:cubicBezTo>
                    <a:pt x="0" y="6640"/>
                    <a:pt x="205" y="6844"/>
                    <a:pt x="458" y="6844"/>
                  </a:cubicBezTo>
                  <a:lnTo>
                    <a:pt x="7755" y="6844"/>
                  </a:lnTo>
                  <a:cubicBezTo>
                    <a:pt x="8009" y="6844"/>
                    <a:pt x="8213" y="6640"/>
                    <a:pt x="8209" y="6387"/>
                  </a:cubicBezTo>
                  <a:lnTo>
                    <a:pt x="8209" y="458"/>
                  </a:lnTo>
                  <a:cubicBezTo>
                    <a:pt x="8209" y="205"/>
                    <a:pt x="8005" y="1"/>
                    <a:pt x="775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3" name="Google Shape;22363;p91"/>
            <p:cNvSpPr/>
            <p:nvPr/>
          </p:nvSpPr>
          <p:spPr>
            <a:xfrm>
              <a:off x="5788994" y="2944029"/>
              <a:ext cx="106791" cy="106895"/>
            </a:xfrm>
            <a:custGeom>
              <a:rect b="b" l="l" r="r" t="t"/>
              <a:pathLst>
                <a:path extrusionOk="0" h="4107" w="4103">
                  <a:moveTo>
                    <a:pt x="2052" y="1"/>
                  </a:moveTo>
                  <a:cubicBezTo>
                    <a:pt x="919" y="1"/>
                    <a:pt x="0" y="919"/>
                    <a:pt x="0" y="2052"/>
                  </a:cubicBezTo>
                  <a:cubicBezTo>
                    <a:pt x="0" y="3188"/>
                    <a:pt x="919" y="4107"/>
                    <a:pt x="2052" y="4107"/>
                  </a:cubicBezTo>
                  <a:cubicBezTo>
                    <a:pt x="3185" y="4107"/>
                    <a:pt x="4103" y="3188"/>
                    <a:pt x="4103" y="2052"/>
                  </a:cubicBezTo>
                  <a:cubicBezTo>
                    <a:pt x="4103" y="919"/>
                    <a:pt x="3185" y="1"/>
                    <a:pt x="2052"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4" name="Google Shape;22364;p91"/>
            <p:cNvSpPr/>
            <p:nvPr/>
          </p:nvSpPr>
          <p:spPr>
            <a:xfrm>
              <a:off x="5812705" y="2967740"/>
              <a:ext cx="59369" cy="59369"/>
            </a:xfrm>
            <a:custGeom>
              <a:rect b="b" l="l" r="r" t="t"/>
              <a:pathLst>
                <a:path extrusionOk="0" h="2281" w="2281">
                  <a:moveTo>
                    <a:pt x="1141" y="1"/>
                  </a:moveTo>
                  <a:cubicBezTo>
                    <a:pt x="511" y="1"/>
                    <a:pt x="1" y="515"/>
                    <a:pt x="1" y="1141"/>
                  </a:cubicBezTo>
                  <a:cubicBezTo>
                    <a:pt x="1" y="1771"/>
                    <a:pt x="511" y="2281"/>
                    <a:pt x="1141" y="2281"/>
                  </a:cubicBezTo>
                  <a:cubicBezTo>
                    <a:pt x="1770" y="2281"/>
                    <a:pt x="2281" y="1771"/>
                    <a:pt x="2281" y="1141"/>
                  </a:cubicBezTo>
                  <a:cubicBezTo>
                    <a:pt x="2281" y="515"/>
                    <a:pt x="1770" y="1"/>
                    <a:pt x="11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5" name="Google Shape;22365;p91"/>
            <p:cNvSpPr/>
            <p:nvPr/>
          </p:nvSpPr>
          <p:spPr>
            <a:xfrm>
              <a:off x="5581295" y="3065734"/>
              <a:ext cx="192239" cy="169179"/>
            </a:xfrm>
            <a:custGeom>
              <a:rect b="b" l="l" r="r" t="t"/>
              <a:pathLst>
                <a:path extrusionOk="0" h="6500" w="7386">
                  <a:moveTo>
                    <a:pt x="7182" y="1"/>
                  </a:moveTo>
                  <a:lnTo>
                    <a:pt x="3551" y="3410"/>
                  </a:lnTo>
                  <a:cubicBezTo>
                    <a:pt x="3466" y="3487"/>
                    <a:pt x="3353" y="3533"/>
                    <a:pt x="3237" y="3533"/>
                  </a:cubicBezTo>
                  <a:lnTo>
                    <a:pt x="3192" y="3533"/>
                  </a:lnTo>
                  <a:cubicBezTo>
                    <a:pt x="2942" y="3533"/>
                    <a:pt x="2738" y="3329"/>
                    <a:pt x="2738" y="3079"/>
                  </a:cubicBezTo>
                  <a:lnTo>
                    <a:pt x="2738" y="2851"/>
                  </a:lnTo>
                  <a:lnTo>
                    <a:pt x="1369" y="2851"/>
                  </a:lnTo>
                  <a:lnTo>
                    <a:pt x="1369" y="3445"/>
                  </a:lnTo>
                  <a:cubicBezTo>
                    <a:pt x="1369" y="3533"/>
                    <a:pt x="1320" y="3614"/>
                    <a:pt x="1242" y="3653"/>
                  </a:cubicBezTo>
                  <a:lnTo>
                    <a:pt x="377" y="4082"/>
                  </a:lnTo>
                  <a:cubicBezTo>
                    <a:pt x="145" y="4198"/>
                    <a:pt x="0" y="4434"/>
                    <a:pt x="0" y="4694"/>
                  </a:cubicBezTo>
                  <a:lnTo>
                    <a:pt x="0" y="6499"/>
                  </a:lnTo>
                  <a:lnTo>
                    <a:pt x="3192" y="6499"/>
                  </a:lnTo>
                  <a:lnTo>
                    <a:pt x="3192" y="5507"/>
                  </a:lnTo>
                  <a:cubicBezTo>
                    <a:pt x="3192" y="5264"/>
                    <a:pt x="3287" y="5032"/>
                    <a:pt x="3459" y="4863"/>
                  </a:cubicBezTo>
                  <a:lnTo>
                    <a:pt x="7227" y="1095"/>
                  </a:lnTo>
                  <a:cubicBezTo>
                    <a:pt x="7340" y="982"/>
                    <a:pt x="7386" y="817"/>
                    <a:pt x="7347" y="662"/>
                  </a:cubicBezTo>
                  <a:lnTo>
                    <a:pt x="718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6" name="Google Shape;22366;p91"/>
            <p:cNvSpPr/>
            <p:nvPr/>
          </p:nvSpPr>
          <p:spPr>
            <a:xfrm>
              <a:off x="5582127" y="3050898"/>
              <a:ext cx="106713" cy="106817"/>
            </a:xfrm>
            <a:custGeom>
              <a:rect b="b" l="l" r="r" t="t"/>
              <a:pathLst>
                <a:path extrusionOk="0" h="4104" w="4100">
                  <a:moveTo>
                    <a:pt x="2048" y="1"/>
                  </a:moveTo>
                  <a:cubicBezTo>
                    <a:pt x="1154" y="1"/>
                    <a:pt x="489" y="718"/>
                    <a:pt x="426" y="1594"/>
                  </a:cubicBezTo>
                  <a:cubicBezTo>
                    <a:pt x="394" y="2059"/>
                    <a:pt x="239" y="2946"/>
                    <a:pt x="46" y="3463"/>
                  </a:cubicBezTo>
                  <a:cubicBezTo>
                    <a:pt x="0" y="3575"/>
                    <a:pt x="53" y="3702"/>
                    <a:pt x="162" y="3751"/>
                  </a:cubicBezTo>
                  <a:cubicBezTo>
                    <a:pt x="542" y="3927"/>
                    <a:pt x="943" y="4043"/>
                    <a:pt x="1355" y="4103"/>
                  </a:cubicBezTo>
                  <a:lnTo>
                    <a:pt x="2744" y="4103"/>
                  </a:lnTo>
                  <a:cubicBezTo>
                    <a:pt x="3156" y="4043"/>
                    <a:pt x="3557" y="3924"/>
                    <a:pt x="3934" y="3751"/>
                  </a:cubicBezTo>
                  <a:cubicBezTo>
                    <a:pt x="4046" y="3702"/>
                    <a:pt x="4099" y="3575"/>
                    <a:pt x="4053" y="3463"/>
                  </a:cubicBezTo>
                  <a:cubicBezTo>
                    <a:pt x="3860" y="2946"/>
                    <a:pt x="3705" y="2059"/>
                    <a:pt x="3670" y="1594"/>
                  </a:cubicBezTo>
                  <a:cubicBezTo>
                    <a:pt x="3606" y="715"/>
                    <a:pt x="2945" y="1"/>
                    <a:pt x="204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7" name="Google Shape;22367;p91"/>
            <p:cNvSpPr/>
            <p:nvPr/>
          </p:nvSpPr>
          <p:spPr>
            <a:xfrm>
              <a:off x="5611148" y="3050898"/>
              <a:ext cx="77692" cy="106817"/>
            </a:xfrm>
            <a:custGeom>
              <a:rect b="b" l="l" r="r" t="t"/>
              <a:pathLst>
                <a:path extrusionOk="0" h="4104" w="2985">
                  <a:moveTo>
                    <a:pt x="929" y="1"/>
                  </a:moveTo>
                  <a:cubicBezTo>
                    <a:pt x="243" y="4"/>
                    <a:pt x="0" y="940"/>
                    <a:pt x="591" y="1288"/>
                  </a:cubicBezTo>
                  <a:cubicBezTo>
                    <a:pt x="609" y="1302"/>
                    <a:pt x="630" y="1313"/>
                    <a:pt x="648" y="1320"/>
                  </a:cubicBezTo>
                  <a:lnTo>
                    <a:pt x="1169" y="4103"/>
                  </a:lnTo>
                  <a:lnTo>
                    <a:pt x="1629" y="4103"/>
                  </a:lnTo>
                  <a:cubicBezTo>
                    <a:pt x="2041" y="4043"/>
                    <a:pt x="2442" y="3924"/>
                    <a:pt x="2822" y="3751"/>
                  </a:cubicBezTo>
                  <a:cubicBezTo>
                    <a:pt x="2931" y="3702"/>
                    <a:pt x="2984" y="3575"/>
                    <a:pt x="2942" y="3463"/>
                  </a:cubicBezTo>
                  <a:cubicBezTo>
                    <a:pt x="2745" y="2946"/>
                    <a:pt x="2590" y="2059"/>
                    <a:pt x="2558" y="1594"/>
                  </a:cubicBezTo>
                  <a:cubicBezTo>
                    <a:pt x="2495" y="715"/>
                    <a:pt x="1830" y="1"/>
                    <a:pt x="93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8" name="Google Shape;22368;p91"/>
            <p:cNvSpPr/>
            <p:nvPr/>
          </p:nvSpPr>
          <p:spPr>
            <a:xfrm>
              <a:off x="5581190" y="3177184"/>
              <a:ext cx="23841" cy="57729"/>
            </a:xfrm>
            <a:custGeom>
              <a:rect b="b" l="l" r="r" t="t"/>
              <a:pathLst>
                <a:path extrusionOk="0" h="2218" w="916">
                  <a:moveTo>
                    <a:pt x="142" y="1"/>
                  </a:moveTo>
                  <a:cubicBezTo>
                    <a:pt x="50" y="120"/>
                    <a:pt x="1" y="264"/>
                    <a:pt x="1" y="412"/>
                  </a:cubicBezTo>
                  <a:lnTo>
                    <a:pt x="1" y="2217"/>
                  </a:lnTo>
                  <a:lnTo>
                    <a:pt x="916" y="2217"/>
                  </a:lnTo>
                  <a:lnTo>
                    <a:pt x="916" y="838"/>
                  </a:lnTo>
                  <a:cubicBezTo>
                    <a:pt x="916" y="701"/>
                    <a:pt x="852" y="571"/>
                    <a:pt x="743" y="483"/>
                  </a:cubicBezTo>
                  <a:lnTo>
                    <a:pt x="14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9" name="Google Shape;22369;p91"/>
            <p:cNvSpPr/>
            <p:nvPr/>
          </p:nvSpPr>
          <p:spPr>
            <a:xfrm>
              <a:off x="5616822" y="3133952"/>
              <a:ext cx="35658" cy="41618"/>
            </a:xfrm>
            <a:custGeom>
              <a:rect b="b" l="l" r="r" t="t"/>
              <a:pathLst>
                <a:path extrusionOk="0" h="1599" w="1370">
                  <a:moveTo>
                    <a:pt x="1" y="1"/>
                  </a:moveTo>
                  <a:lnTo>
                    <a:pt x="1" y="912"/>
                  </a:lnTo>
                  <a:cubicBezTo>
                    <a:pt x="1" y="1292"/>
                    <a:pt x="307" y="1598"/>
                    <a:pt x="687" y="1598"/>
                  </a:cubicBezTo>
                  <a:cubicBezTo>
                    <a:pt x="1063" y="1598"/>
                    <a:pt x="1369" y="1292"/>
                    <a:pt x="1369" y="912"/>
                  </a:cubicBezTo>
                  <a:lnTo>
                    <a:pt x="1369"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0" name="Google Shape;22370;p91"/>
            <p:cNvSpPr/>
            <p:nvPr/>
          </p:nvSpPr>
          <p:spPr>
            <a:xfrm>
              <a:off x="5599149" y="3087467"/>
              <a:ext cx="71185" cy="58432"/>
            </a:xfrm>
            <a:custGeom>
              <a:rect b="b" l="l" r="r" t="t"/>
              <a:pathLst>
                <a:path extrusionOk="0" h="2245" w="2735">
                  <a:moveTo>
                    <a:pt x="1050" y="0"/>
                  </a:moveTo>
                  <a:cubicBezTo>
                    <a:pt x="963" y="0"/>
                    <a:pt x="883" y="51"/>
                    <a:pt x="845" y="133"/>
                  </a:cubicBezTo>
                  <a:cubicBezTo>
                    <a:pt x="767" y="288"/>
                    <a:pt x="662" y="429"/>
                    <a:pt x="532" y="545"/>
                  </a:cubicBezTo>
                  <a:cubicBezTo>
                    <a:pt x="482" y="587"/>
                    <a:pt x="430" y="629"/>
                    <a:pt x="373" y="668"/>
                  </a:cubicBezTo>
                  <a:cubicBezTo>
                    <a:pt x="102" y="861"/>
                    <a:pt x="0" y="1227"/>
                    <a:pt x="155" y="1519"/>
                  </a:cubicBezTo>
                  <a:cubicBezTo>
                    <a:pt x="395" y="1966"/>
                    <a:pt x="859" y="2244"/>
                    <a:pt x="1366" y="2244"/>
                  </a:cubicBezTo>
                  <a:cubicBezTo>
                    <a:pt x="2080" y="2244"/>
                    <a:pt x="2675" y="1695"/>
                    <a:pt x="2731" y="981"/>
                  </a:cubicBezTo>
                  <a:cubicBezTo>
                    <a:pt x="2734" y="911"/>
                    <a:pt x="2706" y="844"/>
                    <a:pt x="2653" y="802"/>
                  </a:cubicBezTo>
                  <a:cubicBezTo>
                    <a:pt x="2200" y="422"/>
                    <a:pt x="1672" y="151"/>
                    <a:pt x="1102" y="6"/>
                  </a:cubicBezTo>
                  <a:cubicBezTo>
                    <a:pt x="1084" y="2"/>
                    <a:pt x="1067" y="0"/>
                    <a:pt x="105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1" name="Google Shape;22371;p91"/>
            <p:cNvSpPr/>
            <p:nvPr/>
          </p:nvSpPr>
          <p:spPr>
            <a:xfrm>
              <a:off x="5599436" y="3087467"/>
              <a:ext cx="70795" cy="57885"/>
            </a:xfrm>
            <a:custGeom>
              <a:rect b="b" l="l" r="r" t="t"/>
              <a:pathLst>
                <a:path extrusionOk="0" h="2224" w="2720">
                  <a:moveTo>
                    <a:pt x="1040" y="0"/>
                  </a:moveTo>
                  <a:cubicBezTo>
                    <a:pt x="954" y="0"/>
                    <a:pt x="872" y="50"/>
                    <a:pt x="834" y="130"/>
                  </a:cubicBezTo>
                  <a:cubicBezTo>
                    <a:pt x="781" y="242"/>
                    <a:pt x="711" y="344"/>
                    <a:pt x="626" y="436"/>
                  </a:cubicBezTo>
                  <a:cubicBezTo>
                    <a:pt x="595" y="471"/>
                    <a:pt x="559" y="506"/>
                    <a:pt x="521" y="541"/>
                  </a:cubicBezTo>
                  <a:cubicBezTo>
                    <a:pt x="475" y="584"/>
                    <a:pt x="422" y="626"/>
                    <a:pt x="369" y="661"/>
                  </a:cubicBezTo>
                  <a:cubicBezTo>
                    <a:pt x="56" y="872"/>
                    <a:pt x="0" y="1294"/>
                    <a:pt x="197" y="1604"/>
                  </a:cubicBezTo>
                  <a:cubicBezTo>
                    <a:pt x="408" y="1938"/>
                    <a:pt x="756" y="2163"/>
                    <a:pt x="1147" y="2223"/>
                  </a:cubicBezTo>
                  <a:cubicBezTo>
                    <a:pt x="873" y="2037"/>
                    <a:pt x="669" y="1787"/>
                    <a:pt x="669" y="1329"/>
                  </a:cubicBezTo>
                  <a:lnTo>
                    <a:pt x="669" y="1154"/>
                  </a:lnTo>
                  <a:cubicBezTo>
                    <a:pt x="721" y="1115"/>
                    <a:pt x="774" y="1076"/>
                    <a:pt x="827" y="1030"/>
                  </a:cubicBezTo>
                  <a:cubicBezTo>
                    <a:pt x="954" y="918"/>
                    <a:pt x="1063" y="788"/>
                    <a:pt x="1151" y="647"/>
                  </a:cubicBezTo>
                  <a:cubicBezTo>
                    <a:pt x="1587" y="781"/>
                    <a:pt x="1991" y="1002"/>
                    <a:pt x="2340" y="1294"/>
                  </a:cubicBezTo>
                  <a:cubicBezTo>
                    <a:pt x="2382" y="1329"/>
                    <a:pt x="2442" y="1386"/>
                    <a:pt x="2569" y="1502"/>
                  </a:cubicBezTo>
                  <a:cubicBezTo>
                    <a:pt x="2649" y="1375"/>
                    <a:pt x="2706" y="1129"/>
                    <a:pt x="2716" y="981"/>
                  </a:cubicBezTo>
                  <a:cubicBezTo>
                    <a:pt x="2720" y="911"/>
                    <a:pt x="2692" y="844"/>
                    <a:pt x="2642" y="802"/>
                  </a:cubicBezTo>
                  <a:cubicBezTo>
                    <a:pt x="2189" y="422"/>
                    <a:pt x="1661" y="151"/>
                    <a:pt x="1091" y="6"/>
                  </a:cubicBezTo>
                  <a:cubicBezTo>
                    <a:pt x="1074" y="2"/>
                    <a:pt x="1057" y="0"/>
                    <a:pt x="1040"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2" name="Google Shape;22372;p91"/>
            <p:cNvSpPr/>
            <p:nvPr/>
          </p:nvSpPr>
          <p:spPr>
            <a:xfrm>
              <a:off x="5746777" y="3065734"/>
              <a:ext cx="26756" cy="35658"/>
            </a:xfrm>
            <a:custGeom>
              <a:rect b="b" l="l" r="r" t="t"/>
              <a:pathLst>
                <a:path extrusionOk="0" h="1370" w="1028">
                  <a:moveTo>
                    <a:pt x="824" y="1"/>
                  </a:moveTo>
                  <a:lnTo>
                    <a:pt x="0" y="775"/>
                  </a:lnTo>
                  <a:lnTo>
                    <a:pt x="595" y="1369"/>
                  </a:lnTo>
                  <a:lnTo>
                    <a:pt x="869" y="1095"/>
                  </a:lnTo>
                  <a:cubicBezTo>
                    <a:pt x="982" y="982"/>
                    <a:pt x="1028" y="817"/>
                    <a:pt x="989" y="662"/>
                  </a:cubicBezTo>
                  <a:lnTo>
                    <a:pt x="824"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3" name="Google Shape;22373;p91"/>
            <p:cNvSpPr/>
            <p:nvPr/>
          </p:nvSpPr>
          <p:spPr>
            <a:xfrm>
              <a:off x="5599436" y="3195143"/>
              <a:ext cx="11088" cy="45262"/>
            </a:xfrm>
            <a:custGeom>
              <a:rect b="b" l="l" r="r" t="t"/>
              <a:pathLst>
                <a:path extrusionOk="0" h="1739" w="426">
                  <a:moveTo>
                    <a:pt x="215" y="0"/>
                  </a:moveTo>
                  <a:cubicBezTo>
                    <a:pt x="95" y="0"/>
                    <a:pt x="0" y="95"/>
                    <a:pt x="0" y="211"/>
                  </a:cubicBezTo>
                  <a:lnTo>
                    <a:pt x="0" y="1527"/>
                  </a:lnTo>
                  <a:cubicBezTo>
                    <a:pt x="0" y="1643"/>
                    <a:pt x="95" y="1738"/>
                    <a:pt x="211" y="1738"/>
                  </a:cubicBezTo>
                  <a:cubicBezTo>
                    <a:pt x="331" y="1738"/>
                    <a:pt x="426" y="1643"/>
                    <a:pt x="426" y="1527"/>
                  </a:cubicBezTo>
                  <a:lnTo>
                    <a:pt x="426" y="211"/>
                  </a:lnTo>
                  <a:cubicBezTo>
                    <a:pt x="426" y="95"/>
                    <a:pt x="331"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4" name="Google Shape;22374;p91"/>
            <p:cNvSpPr/>
            <p:nvPr/>
          </p:nvSpPr>
          <p:spPr>
            <a:xfrm>
              <a:off x="5575621" y="3045302"/>
              <a:ext cx="204706" cy="195102"/>
            </a:xfrm>
            <a:custGeom>
              <a:rect b="b" l="l" r="r" t="t"/>
              <a:pathLst>
                <a:path extrusionOk="0" h="7496" w="7865">
                  <a:moveTo>
                    <a:pt x="7280" y="1180"/>
                  </a:moveTo>
                  <a:lnTo>
                    <a:pt x="7357" y="1500"/>
                  </a:lnTo>
                  <a:cubicBezTo>
                    <a:pt x="7378" y="1584"/>
                    <a:pt x="7354" y="1669"/>
                    <a:pt x="7294" y="1732"/>
                  </a:cubicBezTo>
                  <a:lnTo>
                    <a:pt x="7171" y="1852"/>
                  </a:lnTo>
                  <a:lnTo>
                    <a:pt x="6879" y="1560"/>
                  </a:lnTo>
                  <a:lnTo>
                    <a:pt x="7280" y="1180"/>
                  </a:lnTo>
                  <a:close/>
                  <a:moveTo>
                    <a:pt x="2268" y="428"/>
                  </a:moveTo>
                  <a:cubicBezTo>
                    <a:pt x="2614" y="428"/>
                    <a:pt x="2961" y="562"/>
                    <a:pt x="3223" y="831"/>
                  </a:cubicBezTo>
                  <a:cubicBezTo>
                    <a:pt x="3476" y="1102"/>
                    <a:pt x="3631" y="1454"/>
                    <a:pt x="3652" y="1827"/>
                  </a:cubicBezTo>
                  <a:cubicBezTo>
                    <a:pt x="3663" y="1961"/>
                    <a:pt x="3684" y="2137"/>
                    <a:pt x="3712" y="2334"/>
                  </a:cubicBezTo>
                  <a:cubicBezTo>
                    <a:pt x="3484" y="1943"/>
                    <a:pt x="3111" y="1655"/>
                    <a:pt x="2618" y="1496"/>
                  </a:cubicBezTo>
                  <a:cubicBezTo>
                    <a:pt x="2358" y="1412"/>
                    <a:pt x="2083" y="1370"/>
                    <a:pt x="1809" y="1370"/>
                  </a:cubicBezTo>
                  <a:cubicBezTo>
                    <a:pt x="1752" y="1370"/>
                    <a:pt x="1700" y="1394"/>
                    <a:pt x="1661" y="1433"/>
                  </a:cubicBezTo>
                  <a:lnTo>
                    <a:pt x="1274" y="1831"/>
                  </a:lnTo>
                  <a:cubicBezTo>
                    <a:pt x="1124" y="1989"/>
                    <a:pt x="1268" y="2198"/>
                    <a:pt x="1432" y="2198"/>
                  </a:cubicBezTo>
                  <a:cubicBezTo>
                    <a:pt x="1484" y="2198"/>
                    <a:pt x="1537" y="2178"/>
                    <a:pt x="1584" y="2130"/>
                  </a:cubicBezTo>
                  <a:lnTo>
                    <a:pt x="1904" y="1795"/>
                  </a:lnTo>
                  <a:cubicBezTo>
                    <a:pt x="2178" y="1809"/>
                    <a:pt x="3065" y="1911"/>
                    <a:pt x="3410" y="2671"/>
                  </a:cubicBezTo>
                  <a:cubicBezTo>
                    <a:pt x="3323" y="3240"/>
                    <a:pt x="2832" y="3649"/>
                    <a:pt x="2267" y="3649"/>
                  </a:cubicBezTo>
                  <a:cubicBezTo>
                    <a:pt x="2238" y="3649"/>
                    <a:pt x="2208" y="3648"/>
                    <a:pt x="2178" y="3646"/>
                  </a:cubicBezTo>
                  <a:cubicBezTo>
                    <a:pt x="1576" y="3600"/>
                    <a:pt x="1112" y="3097"/>
                    <a:pt x="1116" y="2492"/>
                  </a:cubicBezTo>
                  <a:cubicBezTo>
                    <a:pt x="1116" y="2372"/>
                    <a:pt x="1016" y="2279"/>
                    <a:pt x="904" y="2279"/>
                  </a:cubicBezTo>
                  <a:cubicBezTo>
                    <a:pt x="881" y="2279"/>
                    <a:pt x="857" y="2283"/>
                    <a:pt x="834" y="2291"/>
                  </a:cubicBezTo>
                  <a:cubicBezTo>
                    <a:pt x="859" y="2112"/>
                    <a:pt x="876" y="1950"/>
                    <a:pt x="887" y="1824"/>
                  </a:cubicBezTo>
                  <a:cubicBezTo>
                    <a:pt x="908" y="1454"/>
                    <a:pt x="1059" y="1102"/>
                    <a:pt x="1316" y="831"/>
                  </a:cubicBezTo>
                  <a:cubicBezTo>
                    <a:pt x="1576" y="562"/>
                    <a:pt x="1922" y="428"/>
                    <a:pt x="2268" y="428"/>
                  </a:cubicBezTo>
                  <a:close/>
                  <a:moveTo>
                    <a:pt x="732" y="2869"/>
                  </a:moveTo>
                  <a:cubicBezTo>
                    <a:pt x="824" y="3245"/>
                    <a:pt x="1052" y="3576"/>
                    <a:pt x="1372" y="3797"/>
                  </a:cubicBezTo>
                  <a:lnTo>
                    <a:pt x="1372" y="4033"/>
                  </a:lnTo>
                  <a:cubicBezTo>
                    <a:pt x="1073" y="3984"/>
                    <a:pt x="781" y="3896"/>
                    <a:pt x="503" y="3773"/>
                  </a:cubicBezTo>
                  <a:cubicBezTo>
                    <a:pt x="489" y="3769"/>
                    <a:pt x="493" y="3755"/>
                    <a:pt x="496" y="3752"/>
                  </a:cubicBezTo>
                  <a:cubicBezTo>
                    <a:pt x="595" y="3463"/>
                    <a:pt x="676" y="3168"/>
                    <a:pt x="732" y="2869"/>
                  </a:cubicBezTo>
                  <a:close/>
                  <a:moveTo>
                    <a:pt x="3807" y="2872"/>
                  </a:moveTo>
                  <a:cubicBezTo>
                    <a:pt x="3860" y="3143"/>
                    <a:pt x="3930" y="3410"/>
                    <a:pt x="4015" y="3674"/>
                  </a:cubicBezTo>
                  <a:lnTo>
                    <a:pt x="3624" y="4040"/>
                  </a:lnTo>
                  <a:cubicBezTo>
                    <a:pt x="3579" y="4082"/>
                    <a:pt x="3519" y="4107"/>
                    <a:pt x="3455" y="4107"/>
                  </a:cubicBezTo>
                  <a:lnTo>
                    <a:pt x="3413" y="4107"/>
                  </a:lnTo>
                  <a:cubicBezTo>
                    <a:pt x="3276" y="4107"/>
                    <a:pt x="3170" y="3998"/>
                    <a:pt x="3170" y="3864"/>
                  </a:cubicBezTo>
                  <a:lnTo>
                    <a:pt x="3170" y="3801"/>
                  </a:lnTo>
                  <a:cubicBezTo>
                    <a:pt x="3491" y="3579"/>
                    <a:pt x="3716" y="3249"/>
                    <a:pt x="3807" y="2872"/>
                  </a:cubicBezTo>
                  <a:close/>
                  <a:moveTo>
                    <a:pt x="2755" y="3998"/>
                  </a:moveTo>
                  <a:cubicBezTo>
                    <a:pt x="2780" y="4118"/>
                    <a:pt x="2836" y="4227"/>
                    <a:pt x="2917" y="4315"/>
                  </a:cubicBezTo>
                  <a:lnTo>
                    <a:pt x="2593" y="4631"/>
                  </a:lnTo>
                  <a:cubicBezTo>
                    <a:pt x="2502" y="4717"/>
                    <a:pt x="2385" y="4761"/>
                    <a:pt x="2268" y="4761"/>
                  </a:cubicBezTo>
                  <a:cubicBezTo>
                    <a:pt x="2152" y="4761"/>
                    <a:pt x="2036" y="4717"/>
                    <a:pt x="1946" y="4631"/>
                  </a:cubicBezTo>
                  <a:lnTo>
                    <a:pt x="1745" y="4441"/>
                  </a:lnTo>
                  <a:cubicBezTo>
                    <a:pt x="1781" y="4378"/>
                    <a:pt x="1798" y="4308"/>
                    <a:pt x="1798" y="4234"/>
                  </a:cubicBezTo>
                  <a:lnTo>
                    <a:pt x="1798" y="4005"/>
                  </a:lnTo>
                  <a:cubicBezTo>
                    <a:pt x="1952" y="4052"/>
                    <a:pt x="2110" y="4075"/>
                    <a:pt x="2268" y="4075"/>
                  </a:cubicBezTo>
                  <a:cubicBezTo>
                    <a:pt x="2432" y="4075"/>
                    <a:pt x="2596" y="4050"/>
                    <a:pt x="2755" y="3998"/>
                  </a:cubicBezTo>
                  <a:close/>
                  <a:moveTo>
                    <a:pt x="2270" y="1"/>
                  </a:moveTo>
                  <a:cubicBezTo>
                    <a:pt x="1309" y="1"/>
                    <a:pt x="532" y="772"/>
                    <a:pt x="461" y="1795"/>
                  </a:cubicBezTo>
                  <a:cubicBezTo>
                    <a:pt x="429" y="2214"/>
                    <a:pt x="285" y="3097"/>
                    <a:pt x="95" y="3604"/>
                  </a:cubicBezTo>
                  <a:cubicBezTo>
                    <a:pt x="11" y="3818"/>
                    <a:pt x="113" y="4065"/>
                    <a:pt x="324" y="4160"/>
                  </a:cubicBezTo>
                  <a:cubicBezTo>
                    <a:pt x="556" y="4265"/>
                    <a:pt x="799" y="4346"/>
                    <a:pt x="1049" y="4403"/>
                  </a:cubicBezTo>
                  <a:lnTo>
                    <a:pt x="500" y="4677"/>
                  </a:lnTo>
                  <a:cubicBezTo>
                    <a:pt x="194" y="4828"/>
                    <a:pt x="0" y="5138"/>
                    <a:pt x="4" y="5479"/>
                  </a:cubicBezTo>
                  <a:lnTo>
                    <a:pt x="4" y="7284"/>
                  </a:lnTo>
                  <a:cubicBezTo>
                    <a:pt x="4" y="7400"/>
                    <a:pt x="99" y="7495"/>
                    <a:pt x="215" y="7495"/>
                  </a:cubicBezTo>
                  <a:cubicBezTo>
                    <a:pt x="334" y="7495"/>
                    <a:pt x="429" y="7400"/>
                    <a:pt x="429" y="7284"/>
                  </a:cubicBezTo>
                  <a:lnTo>
                    <a:pt x="429" y="5479"/>
                  </a:lnTo>
                  <a:cubicBezTo>
                    <a:pt x="429" y="5300"/>
                    <a:pt x="528" y="5138"/>
                    <a:pt x="690" y="5061"/>
                  </a:cubicBezTo>
                  <a:lnTo>
                    <a:pt x="1401" y="4702"/>
                  </a:lnTo>
                  <a:lnTo>
                    <a:pt x="1650" y="4937"/>
                  </a:lnTo>
                  <a:cubicBezTo>
                    <a:pt x="1823" y="5103"/>
                    <a:pt x="2045" y="5185"/>
                    <a:pt x="2268" y="5185"/>
                  </a:cubicBezTo>
                  <a:cubicBezTo>
                    <a:pt x="2491" y="5185"/>
                    <a:pt x="2715" y="5103"/>
                    <a:pt x="2889" y="4937"/>
                  </a:cubicBezTo>
                  <a:lnTo>
                    <a:pt x="3311" y="4526"/>
                  </a:lnTo>
                  <a:cubicBezTo>
                    <a:pt x="3343" y="4533"/>
                    <a:pt x="3378" y="4533"/>
                    <a:pt x="3410" y="4533"/>
                  </a:cubicBezTo>
                  <a:lnTo>
                    <a:pt x="3452" y="4533"/>
                  </a:lnTo>
                  <a:cubicBezTo>
                    <a:pt x="3624" y="4533"/>
                    <a:pt x="3790" y="4469"/>
                    <a:pt x="3913" y="4350"/>
                  </a:cubicBezTo>
                  <a:lnTo>
                    <a:pt x="6566" y="1852"/>
                  </a:lnTo>
                  <a:lnTo>
                    <a:pt x="6868" y="2154"/>
                  </a:lnTo>
                  <a:lnTo>
                    <a:pt x="3526" y="5497"/>
                  </a:lnTo>
                  <a:cubicBezTo>
                    <a:pt x="3311" y="5708"/>
                    <a:pt x="3195" y="5993"/>
                    <a:pt x="3195" y="6292"/>
                  </a:cubicBezTo>
                  <a:lnTo>
                    <a:pt x="3195" y="7284"/>
                  </a:lnTo>
                  <a:cubicBezTo>
                    <a:pt x="3195" y="7400"/>
                    <a:pt x="3290" y="7495"/>
                    <a:pt x="3410" y="7495"/>
                  </a:cubicBezTo>
                  <a:cubicBezTo>
                    <a:pt x="3526" y="7495"/>
                    <a:pt x="3621" y="7400"/>
                    <a:pt x="3621" y="7284"/>
                  </a:cubicBezTo>
                  <a:lnTo>
                    <a:pt x="3621" y="6292"/>
                  </a:lnTo>
                  <a:cubicBezTo>
                    <a:pt x="3621" y="6109"/>
                    <a:pt x="3695" y="5930"/>
                    <a:pt x="3825" y="5799"/>
                  </a:cubicBezTo>
                  <a:lnTo>
                    <a:pt x="7597" y="2031"/>
                  </a:lnTo>
                  <a:cubicBezTo>
                    <a:pt x="7762" y="1862"/>
                    <a:pt x="7829" y="1623"/>
                    <a:pt x="7773" y="1394"/>
                  </a:cubicBezTo>
                  <a:lnTo>
                    <a:pt x="7632" y="845"/>
                  </a:lnTo>
                  <a:lnTo>
                    <a:pt x="7773" y="712"/>
                  </a:lnTo>
                  <a:cubicBezTo>
                    <a:pt x="7857" y="631"/>
                    <a:pt x="7864" y="497"/>
                    <a:pt x="7783" y="409"/>
                  </a:cubicBezTo>
                  <a:cubicBezTo>
                    <a:pt x="7741" y="366"/>
                    <a:pt x="7685" y="344"/>
                    <a:pt x="7628" y="344"/>
                  </a:cubicBezTo>
                  <a:cubicBezTo>
                    <a:pt x="7575" y="344"/>
                    <a:pt x="7521" y="363"/>
                    <a:pt x="7481" y="402"/>
                  </a:cubicBezTo>
                  <a:lnTo>
                    <a:pt x="4360" y="3347"/>
                  </a:lnTo>
                  <a:cubicBezTo>
                    <a:pt x="4219" y="2837"/>
                    <a:pt x="4124" y="2320"/>
                    <a:pt x="4078" y="1795"/>
                  </a:cubicBezTo>
                  <a:cubicBezTo>
                    <a:pt x="4004" y="772"/>
                    <a:pt x="3227" y="1"/>
                    <a:pt x="2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5" name="Google Shape;22375;p91"/>
            <p:cNvSpPr/>
            <p:nvPr/>
          </p:nvSpPr>
          <p:spPr>
            <a:xfrm>
              <a:off x="5730016" y="2902906"/>
              <a:ext cx="224747" cy="189142"/>
            </a:xfrm>
            <a:custGeom>
              <a:rect b="b" l="l" r="r" t="t"/>
              <a:pathLst>
                <a:path extrusionOk="0" h="7267" w="8635">
                  <a:moveTo>
                    <a:pt x="669" y="1"/>
                  </a:moveTo>
                  <a:cubicBezTo>
                    <a:pt x="299" y="1"/>
                    <a:pt x="0" y="300"/>
                    <a:pt x="0" y="669"/>
                  </a:cubicBezTo>
                  <a:lnTo>
                    <a:pt x="0" y="6200"/>
                  </a:lnTo>
                  <a:cubicBezTo>
                    <a:pt x="0" y="6316"/>
                    <a:pt x="95" y="6411"/>
                    <a:pt x="211" y="6411"/>
                  </a:cubicBezTo>
                  <a:cubicBezTo>
                    <a:pt x="331" y="6411"/>
                    <a:pt x="426" y="6316"/>
                    <a:pt x="426" y="6200"/>
                  </a:cubicBezTo>
                  <a:lnTo>
                    <a:pt x="426" y="669"/>
                  </a:lnTo>
                  <a:cubicBezTo>
                    <a:pt x="426" y="536"/>
                    <a:pt x="535" y="427"/>
                    <a:pt x="669" y="427"/>
                  </a:cubicBezTo>
                  <a:lnTo>
                    <a:pt x="7966" y="427"/>
                  </a:lnTo>
                  <a:cubicBezTo>
                    <a:pt x="8100" y="427"/>
                    <a:pt x="8209" y="536"/>
                    <a:pt x="8209" y="669"/>
                  </a:cubicBezTo>
                  <a:lnTo>
                    <a:pt x="8209" y="6598"/>
                  </a:lnTo>
                  <a:cubicBezTo>
                    <a:pt x="8209" y="6732"/>
                    <a:pt x="8100" y="6841"/>
                    <a:pt x="7966" y="6841"/>
                  </a:cubicBezTo>
                  <a:lnTo>
                    <a:pt x="2576" y="6841"/>
                  </a:lnTo>
                  <a:cubicBezTo>
                    <a:pt x="2291" y="6841"/>
                    <a:pt x="2291" y="7266"/>
                    <a:pt x="2576" y="7266"/>
                  </a:cubicBezTo>
                  <a:lnTo>
                    <a:pt x="7966" y="7266"/>
                  </a:lnTo>
                  <a:cubicBezTo>
                    <a:pt x="8336" y="7266"/>
                    <a:pt x="8635" y="6967"/>
                    <a:pt x="8635" y="6598"/>
                  </a:cubicBezTo>
                  <a:lnTo>
                    <a:pt x="8635" y="669"/>
                  </a:lnTo>
                  <a:cubicBezTo>
                    <a:pt x="8635" y="300"/>
                    <a:pt x="8336"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6" name="Google Shape;22376;p91"/>
            <p:cNvSpPr/>
            <p:nvPr/>
          </p:nvSpPr>
          <p:spPr>
            <a:xfrm>
              <a:off x="5777438" y="2926539"/>
              <a:ext cx="138206" cy="130007"/>
            </a:xfrm>
            <a:custGeom>
              <a:rect b="b" l="l" r="r" t="t"/>
              <a:pathLst>
                <a:path extrusionOk="0" h="4995" w="5310">
                  <a:moveTo>
                    <a:pt x="2491" y="886"/>
                  </a:moveTo>
                  <a:cubicBezTo>
                    <a:pt x="2895" y="886"/>
                    <a:pt x="3299" y="1019"/>
                    <a:pt x="3636" y="1285"/>
                  </a:cubicBezTo>
                  <a:lnTo>
                    <a:pt x="2344" y="2576"/>
                  </a:lnTo>
                  <a:cubicBezTo>
                    <a:pt x="2191" y="2730"/>
                    <a:pt x="2330" y="2943"/>
                    <a:pt x="2495" y="2943"/>
                  </a:cubicBezTo>
                  <a:cubicBezTo>
                    <a:pt x="2546" y="2943"/>
                    <a:pt x="2599" y="2923"/>
                    <a:pt x="2647" y="2875"/>
                  </a:cubicBezTo>
                  <a:lnTo>
                    <a:pt x="3284" y="2238"/>
                  </a:lnTo>
                  <a:cubicBezTo>
                    <a:pt x="3375" y="2386"/>
                    <a:pt x="3421" y="2555"/>
                    <a:pt x="3421" y="2724"/>
                  </a:cubicBezTo>
                  <a:cubicBezTo>
                    <a:pt x="3421" y="3284"/>
                    <a:pt x="2963" y="3655"/>
                    <a:pt x="2487" y="3655"/>
                  </a:cubicBezTo>
                  <a:cubicBezTo>
                    <a:pt x="2260" y="3655"/>
                    <a:pt x="2029" y="3570"/>
                    <a:pt x="1841" y="3382"/>
                  </a:cubicBezTo>
                  <a:cubicBezTo>
                    <a:pt x="1257" y="2798"/>
                    <a:pt x="1669" y="1798"/>
                    <a:pt x="2496" y="1798"/>
                  </a:cubicBezTo>
                  <a:cubicBezTo>
                    <a:pt x="2612" y="1798"/>
                    <a:pt x="2707" y="1703"/>
                    <a:pt x="2707" y="1584"/>
                  </a:cubicBezTo>
                  <a:cubicBezTo>
                    <a:pt x="2707" y="1468"/>
                    <a:pt x="2612" y="1373"/>
                    <a:pt x="2496" y="1373"/>
                  </a:cubicBezTo>
                  <a:cubicBezTo>
                    <a:pt x="1869" y="1373"/>
                    <a:pt x="1324" y="1802"/>
                    <a:pt x="1180" y="2411"/>
                  </a:cubicBezTo>
                  <a:cubicBezTo>
                    <a:pt x="1032" y="3019"/>
                    <a:pt x="1320" y="3646"/>
                    <a:pt x="1880" y="3931"/>
                  </a:cubicBezTo>
                  <a:cubicBezTo>
                    <a:pt x="2075" y="4031"/>
                    <a:pt x="2286" y="4079"/>
                    <a:pt x="2495" y="4079"/>
                  </a:cubicBezTo>
                  <a:cubicBezTo>
                    <a:pt x="2880" y="4079"/>
                    <a:pt x="3258" y="3915"/>
                    <a:pt x="3523" y="3607"/>
                  </a:cubicBezTo>
                  <a:cubicBezTo>
                    <a:pt x="3931" y="3132"/>
                    <a:pt x="3959" y="2439"/>
                    <a:pt x="3590" y="1932"/>
                  </a:cubicBezTo>
                  <a:lnTo>
                    <a:pt x="3938" y="1587"/>
                  </a:lnTo>
                  <a:cubicBezTo>
                    <a:pt x="4195" y="1911"/>
                    <a:pt x="4336" y="2312"/>
                    <a:pt x="4336" y="2727"/>
                  </a:cubicBezTo>
                  <a:cubicBezTo>
                    <a:pt x="4336" y="3586"/>
                    <a:pt x="3741" y="4332"/>
                    <a:pt x="2907" y="4522"/>
                  </a:cubicBezTo>
                  <a:cubicBezTo>
                    <a:pt x="2769" y="4554"/>
                    <a:pt x="2630" y="4569"/>
                    <a:pt x="2492" y="4569"/>
                  </a:cubicBezTo>
                  <a:cubicBezTo>
                    <a:pt x="1799" y="4569"/>
                    <a:pt x="1149" y="4176"/>
                    <a:pt x="835" y="3533"/>
                  </a:cubicBezTo>
                  <a:cubicBezTo>
                    <a:pt x="462" y="2759"/>
                    <a:pt x="669" y="1830"/>
                    <a:pt x="1338" y="1292"/>
                  </a:cubicBezTo>
                  <a:cubicBezTo>
                    <a:pt x="1676" y="1021"/>
                    <a:pt x="2083" y="886"/>
                    <a:pt x="2491" y="886"/>
                  </a:cubicBezTo>
                  <a:close/>
                  <a:moveTo>
                    <a:pt x="5002" y="1"/>
                  </a:moveTo>
                  <a:cubicBezTo>
                    <a:pt x="4952" y="1"/>
                    <a:pt x="4900" y="21"/>
                    <a:pt x="4853" y="67"/>
                  </a:cubicBezTo>
                  <a:lnTo>
                    <a:pt x="4533" y="388"/>
                  </a:lnTo>
                  <a:lnTo>
                    <a:pt x="4533" y="219"/>
                  </a:lnTo>
                  <a:cubicBezTo>
                    <a:pt x="4533" y="99"/>
                    <a:pt x="4438" y="4"/>
                    <a:pt x="4318" y="4"/>
                  </a:cubicBezTo>
                  <a:cubicBezTo>
                    <a:pt x="4202" y="4"/>
                    <a:pt x="4107" y="99"/>
                    <a:pt x="4107" y="219"/>
                  </a:cubicBezTo>
                  <a:lnTo>
                    <a:pt x="4107" y="813"/>
                  </a:lnTo>
                  <a:lnTo>
                    <a:pt x="3938" y="979"/>
                  </a:lnTo>
                  <a:cubicBezTo>
                    <a:pt x="3517" y="630"/>
                    <a:pt x="3005" y="460"/>
                    <a:pt x="2495" y="460"/>
                  </a:cubicBezTo>
                  <a:cubicBezTo>
                    <a:pt x="1877" y="460"/>
                    <a:pt x="1263" y="711"/>
                    <a:pt x="817" y="1200"/>
                  </a:cubicBezTo>
                  <a:cubicBezTo>
                    <a:pt x="1" y="2098"/>
                    <a:pt x="33" y="3473"/>
                    <a:pt x="891" y="4332"/>
                  </a:cubicBezTo>
                  <a:cubicBezTo>
                    <a:pt x="1332" y="4773"/>
                    <a:pt x="1913" y="4995"/>
                    <a:pt x="2494" y="4995"/>
                  </a:cubicBezTo>
                  <a:cubicBezTo>
                    <a:pt x="3040" y="4995"/>
                    <a:pt x="3586" y="4799"/>
                    <a:pt x="4019" y="4406"/>
                  </a:cubicBezTo>
                  <a:cubicBezTo>
                    <a:pt x="4916" y="3589"/>
                    <a:pt x="5011" y="2214"/>
                    <a:pt x="4241" y="1281"/>
                  </a:cubicBezTo>
                  <a:lnTo>
                    <a:pt x="4406" y="1116"/>
                  </a:lnTo>
                  <a:lnTo>
                    <a:pt x="5004" y="1116"/>
                  </a:lnTo>
                  <a:cubicBezTo>
                    <a:pt x="5120" y="1116"/>
                    <a:pt x="5215" y="1017"/>
                    <a:pt x="5215" y="901"/>
                  </a:cubicBezTo>
                  <a:cubicBezTo>
                    <a:pt x="5215" y="785"/>
                    <a:pt x="5120" y="687"/>
                    <a:pt x="5004" y="687"/>
                  </a:cubicBezTo>
                  <a:lnTo>
                    <a:pt x="4835" y="687"/>
                  </a:lnTo>
                  <a:lnTo>
                    <a:pt x="5156" y="366"/>
                  </a:lnTo>
                  <a:cubicBezTo>
                    <a:pt x="5309" y="213"/>
                    <a:pt x="5167" y="1"/>
                    <a:pt x="50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77" name="Google Shape;22377;p91"/>
          <p:cNvGrpSpPr/>
          <p:nvPr/>
        </p:nvGrpSpPr>
        <p:grpSpPr>
          <a:xfrm>
            <a:off x="7540306" y="1997409"/>
            <a:ext cx="265611" cy="319800"/>
            <a:chOff x="7540306" y="1997409"/>
            <a:chExt cx="265611" cy="319800"/>
          </a:xfrm>
        </p:grpSpPr>
        <p:sp>
          <p:nvSpPr>
            <p:cNvPr id="22378" name="Google Shape;22378;p91"/>
            <p:cNvSpPr/>
            <p:nvPr/>
          </p:nvSpPr>
          <p:spPr>
            <a:xfrm>
              <a:off x="7663026" y="2178717"/>
              <a:ext cx="20354" cy="92424"/>
            </a:xfrm>
            <a:custGeom>
              <a:rect b="b" l="l" r="r" t="t"/>
              <a:pathLst>
                <a:path extrusionOk="0" h="3551" w="782">
                  <a:moveTo>
                    <a:pt x="0" y="1"/>
                  </a:moveTo>
                  <a:lnTo>
                    <a:pt x="0" y="3551"/>
                  </a:lnTo>
                  <a:lnTo>
                    <a:pt x="782" y="3551"/>
                  </a:lnTo>
                  <a:lnTo>
                    <a:pt x="78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9" name="Google Shape;22379;p91"/>
            <p:cNvSpPr/>
            <p:nvPr/>
          </p:nvSpPr>
          <p:spPr>
            <a:xfrm>
              <a:off x="7598374" y="2012323"/>
              <a:ext cx="149580" cy="182739"/>
            </a:xfrm>
            <a:custGeom>
              <a:rect b="b" l="l" r="r" t="t"/>
              <a:pathLst>
                <a:path extrusionOk="0" h="7021" w="5747">
                  <a:moveTo>
                    <a:pt x="5746" y="1"/>
                  </a:moveTo>
                  <a:lnTo>
                    <a:pt x="0" y="4"/>
                  </a:lnTo>
                  <a:lnTo>
                    <a:pt x="0" y="2305"/>
                  </a:lnTo>
                  <a:cubicBezTo>
                    <a:pt x="0" y="3941"/>
                    <a:pt x="778" y="5475"/>
                    <a:pt x="2094" y="6447"/>
                  </a:cubicBezTo>
                  <a:lnTo>
                    <a:pt x="2875" y="7020"/>
                  </a:lnTo>
                  <a:lnTo>
                    <a:pt x="3653" y="6447"/>
                  </a:lnTo>
                  <a:cubicBezTo>
                    <a:pt x="4969" y="5475"/>
                    <a:pt x="5746" y="3941"/>
                    <a:pt x="5746" y="2305"/>
                  </a:cubicBezTo>
                  <a:lnTo>
                    <a:pt x="5746"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0" name="Google Shape;22380;p91"/>
            <p:cNvSpPr/>
            <p:nvPr/>
          </p:nvSpPr>
          <p:spPr>
            <a:xfrm>
              <a:off x="7658992" y="2012323"/>
              <a:ext cx="88962" cy="182817"/>
            </a:xfrm>
            <a:custGeom>
              <a:rect b="b" l="l" r="r" t="t"/>
              <a:pathLst>
                <a:path extrusionOk="0" h="7024" w="3418">
                  <a:moveTo>
                    <a:pt x="3417" y="1"/>
                  </a:moveTo>
                  <a:lnTo>
                    <a:pt x="2330" y="4"/>
                  </a:lnTo>
                  <a:lnTo>
                    <a:pt x="2330" y="2305"/>
                  </a:lnTo>
                  <a:cubicBezTo>
                    <a:pt x="2330" y="3941"/>
                    <a:pt x="1552" y="5475"/>
                    <a:pt x="240" y="6447"/>
                  </a:cubicBezTo>
                  <a:lnTo>
                    <a:pt x="1" y="6623"/>
                  </a:lnTo>
                  <a:lnTo>
                    <a:pt x="546" y="7024"/>
                  </a:lnTo>
                  <a:lnTo>
                    <a:pt x="1324" y="6447"/>
                  </a:lnTo>
                  <a:cubicBezTo>
                    <a:pt x="2640" y="5479"/>
                    <a:pt x="3417" y="3941"/>
                    <a:pt x="3417" y="2305"/>
                  </a:cubicBezTo>
                  <a:lnTo>
                    <a:pt x="3417"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1" name="Google Shape;22381;p91"/>
            <p:cNvSpPr/>
            <p:nvPr/>
          </p:nvSpPr>
          <p:spPr>
            <a:xfrm>
              <a:off x="7588666" y="2002068"/>
              <a:ext cx="168997" cy="20640"/>
            </a:xfrm>
            <a:custGeom>
              <a:rect b="b" l="l" r="r" t="t"/>
              <a:pathLst>
                <a:path extrusionOk="0" h="793" w="6493">
                  <a:moveTo>
                    <a:pt x="162" y="1"/>
                  </a:moveTo>
                  <a:cubicBezTo>
                    <a:pt x="71" y="1"/>
                    <a:pt x="0" y="75"/>
                    <a:pt x="0" y="166"/>
                  </a:cubicBezTo>
                  <a:lnTo>
                    <a:pt x="0" y="631"/>
                  </a:lnTo>
                  <a:cubicBezTo>
                    <a:pt x="0" y="718"/>
                    <a:pt x="71" y="792"/>
                    <a:pt x="162" y="792"/>
                  </a:cubicBezTo>
                  <a:lnTo>
                    <a:pt x="6330" y="792"/>
                  </a:lnTo>
                  <a:cubicBezTo>
                    <a:pt x="6422" y="792"/>
                    <a:pt x="6492" y="718"/>
                    <a:pt x="6492" y="631"/>
                  </a:cubicBezTo>
                  <a:lnTo>
                    <a:pt x="6492" y="166"/>
                  </a:lnTo>
                  <a:cubicBezTo>
                    <a:pt x="6492" y="75"/>
                    <a:pt x="6422" y="1"/>
                    <a:pt x="633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2" name="Google Shape;22382;p91"/>
            <p:cNvSpPr/>
            <p:nvPr/>
          </p:nvSpPr>
          <p:spPr>
            <a:xfrm>
              <a:off x="7729500" y="2002068"/>
              <a:ext cx="28162" cy="20640"/>
            </a:xfrm>
            <a:custGeom>
              <a:rect b="b" l="l" r="r" t="t"/>
              <a:pathLst>
                <a:path extrusionOk="0" h="793" w="1082">
                  <a:moveTo>
                    <a:pt x="1" y="1"/>
                  </a:moveTo>
                  <a:lnTo>
                    <a:pt x="1" y="792"/>
                  </a:lnTo>
                  <a:lnTo>
                    <a:pt x="919" y="792"/>
                  </a:lnTo>
                  <a:cubicBezTo>
                    <a:pt x="1011" y="792"/>
                    <a:pt x="1081" y="718"/>
                    <a:pt x="1081" y="631"/>
                  </a:cubicBezTo>
                  <a:lnTo>
                    <a:pt x="1081" y="166"/>
                  </a:lnTo>
                  <a:cubicBezTo>
                    <a:pt x="1081" y="75"/>
                    <a:pt x="1011" y="1"/>
                    <a:pt x="919"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3" name="Google Shape;22383;p91"/>
            <p:cNvSpPr/>
            <p:nvPr/>
          </p:nvSpPr>
          <p:spPr>
            <a:xfrm>
              <a:off x="7636192" y="2057455"/>
              <a:ext cx="73918" cy="69936"/>
            </a:xfrm>
            <a:custGeom>
              <a:rect b="b" l="l" r="r" t="t"/>
              <a:pathLst>
                <a:path extrusionOk="0" h="2687" w="2840">
                  <a:moveTo>
                    <a:pt x="1421" y="0"/>
                  </a:moveTo>
                  <a:cubicBezTo>
                    <a:pt x="1408" y="0"/>
                    <a:pt x="1396" y="7"/>
                    <a:pt x="1390" y="19"/>
                  </a:cubicBezTo>
                  <a:lnTo>
                    <a:pt x="982" y="846"/>
                  </a:lnTo>
                  <a:cubicBezTo>
                    <a:pt x="975" y="856"/>
                    <a:pt x="965" y="867"/>
                    <a:pt x="954" y="867"/>
                  </a:cubicBezTo>
                  <a:lnTo>
                    <a:pt x="39" y="1001"/>
                  </a:lnTo>
                  <a:cubicBezTo>
                    <a:pt x="11" y="1004"/>
                    <a:pt x="1" y="1039"/>
                    <a:pt x="22" y="1060"/>
                  </a:cubicBezTo>
                  <a:lnTo>
                    <a:pt x="680" y="1704"/>
                  </a:lnTo>
                  <a:cubicBezTo>
                    <a:pt x="690" y="1711"/>
                    <a:pt x="694" y="1725"/>
                    <a:pt x="690" y="1736"/>
                  </a:cubicBezTo>
                  <a:lnTo>
                    <a:pt x="535" y="2644"/>
                  </a:lnTo>
                  <a:cubicBezTo>
                    <a:pt x="530" y="2669"/>
                    <a:pt x="548" y="2687"/>
                    <a:pt x="570" y="2687"/>
                  </a:cubicBezTo>
                  <a:cubicBezTo>
                    <a:pt x="576" y="2687"/>
                    <a:pt x="582" y="2685"/>
                    <a:pt x="588" y="2682"/>
                  </a:cubicBezTo>
                  <a:lnTo>
                    <a:pt x="1404" y="2253"/>
                  </a:lnTo>
                  <a:cubicBezTo>
                    <a:pt x="1410" y="2250"/>
                    <a:pt x="1415" y="2248"/>
                    <a:pt x="1420" y="2248"/>
                  </a:cubicBezTo>
                  <a:cubicBezTo>
                    <a:pt x="1426" y="2248"/>
                    <a:pt x="1431" y="2250"/>
                    <a:pt x="1436" y="2253"/>
                  </a:cubicBezTo>
                  <a:lnTo>
                    <a:pt x="2252" y="2682"/>
                  </a:lnTo>
                  <a:cubicBezTo>
                    <a:pt x="2258" y="2685"/>
                    <a:pt x="2264" y="2687"/>
                    <a:pt x="2269" y="2687"/>
                  </a:cubicBezTo>
                  <a:cubicBezTo>
                    <a:pt x="2292" y="2687"/>
                    <a:pt x="2311" y="2666"/>
                    <a:pt x="2305" y="2644"/>
                  </a:cubicBezTo>
                  <a:lnTo>
                    <a:pt x="2150" y="1736"/>
                  </a:lnTo>
                  <a:cubicBezTo>
                    <a:pt x="2147" y="1722"/>
                    <a:pt x="2150" y="1711"/>
                    <a:pt x="2161" y="1704"/>
                  </a:cubicBezTo>
                  <a:lnTo>
                    <a:pt x="2819" y="1060"/>
                  </a:lnTo>
                  <a:cubicBezTo>
                    <a:pt x="2840" y="1039"/>
                    <a:pt x="2829" y="1001"/>
                    <a:pt x="2801" y="997"/>
                  </a:cubicBezTo>
                  <a:lnTo>
                    <a:pt x="1886" y="867"/>
                  </a:lnTo>
                  <a:cubicBezTo>
                    <a:pt x="1876" y="863"/>
                    <a:pt x="1865" y="856"/>
                    <a:pt x="1862" y="846"/>
                  </a:cubicBezTo>
                  <a:lnTo>
                    <a:pt x="1454" y="19"/>
                  </a:lnTo>
                  <a:cubicBezTo>
                    <a:pt x="1447" y="7"/>
                    <a:pt x="1433" y="0"/>
                    <a:pt x="14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4" name="Google Shape;22384;p91"/>
            <p:cNvSpPr/>
            <p:nvPr/>
          </p:nvSpPr>
          <p:spPr>
            <a:xfrm>
              <a:off x="7653786" y="2183219"/>
              <a:ext cx="38755" cy="19078"/>
            </a:xfrm>
            <a:custGeom>
              <a:rect b="b" l="l" r="r" t="t"/>
              <a:pathLst>
                <a:path extrusionOk="0" h="733" w="1489">
                  <a:moveTo>
                    <a:pt x="303" y="0"/>
                  </a:moveTo>
                  <a:cubicBezTo>
                    <a:pt x="134" y="0"/>
                    <a:pt x="0" y="134"/>
                    <a:pt x="0" y="299"/>
                  </a:cubicBezTo>
                  <a:lnTo>
                    <a:pt x="0" y="433"/>
                  </a:lnTo>
                  <a:cubicBezTo>
                    <a:pt x="0" y="598"/>
                    <a:pt x="134" y="732"/>
                    <a:pt x="303" y="732"/>
                  </a:cubicBezTo>
                  <a:lnTo>
                    <a:pt x="1189" y="732"/>
                  </a:lnTo>
                  <a:cubicBezTo>
                    <a:pt x="1355" y="732"/>
                    <a:pt x="1488" y="598"/>
                    <a:pt x="1488" y="433"/>
                  </a:cubicBezTo>
                  <a:lnTo>
                    <a:pt x="1488" y="299"/>
                  </a:lnTo>
                  <a:cubicBezTo>
                    <a:pt x="1488" y="134"/>
                    <a:pt x="1355" y="0"/>
                    <a:pt x="118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5" name="Google Shape;22385;p91"/>
            <p:cNvSpPr/>
            <p:nvPr/>
          </p:nvSpPr>
          <p:spPr>
            <a:xfrm>
              <a:off x="7633459" y="2257398"/>
              <a:ext cx="79410" cy="27407"/>
            </a:xfrm>
            <a:custGeom>
              <a:rect b="b" l="l" r="r" t="t"/>
              <a:pathLst>
                <a:path extrusionOk="0" h="1053" w="3051">
                  <a:moveTo>
                    <a:pt x="405" y="0"/>
                  </a:moveTo>
                  <a:cubicBezTo>
                    <a:pt x="183" y="0"/>
                    <a:pt x="0" y="180"/>
                    <a:pt x="0" y="405"/>
                  </a:cubicBezTo>
                  <a:lnTo>
                    <a:pt x="0" y="1052"/>
                  </a:lnTo>
                  <a:lnTo>
                    <a:pt x="3051" y="1052"/>
                  </a:lnTo>
                  <a:lnTo>
                    <a:pt x="3051" y="405"/>
                  </a:lnTo>
                  <a:cubicBezTo>
                    <a:pt x="3051" y="180"/>
                    <a:pt x="2871" y="0"/>
                    <a:pt x="264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6" name="Google Shape;22386;p91"/>
            <p:cNvSpPr/>
            <p:nvPr/>
          </p:nvSpPr>
          <p:spPr>
            <a:xfrm>
              <a:off x="7684811" y="2257398"/>
              <a:ext cx="28058" cy="27407"/>
            </a:xfrm>
            <a:custGeom>
              <a:rect b="b" l="l" r="r" t="t"/>
              <a:pathLst>
                <a:path extrusionOk="0" h="1053" w="1078">
                  <a:moveTo>
                    <a:pt x="1" y="0"/>
                  </a:moveTo>
                  <a:lnTo>
                    <a:pt x="1" y="1052"/>
                  </a:lnTo>
                  <a:lnTo>
                    <a:pt x="1078" y="1052"/>
                  </a:lnTo>
                  <a:lnTo>
                    <a:pt x="1078" y="405"/>
                  </a:lnTo>
                  <a:cubicBezTo>
                    <a:pt x="1078" y="180"/>
                    <a:pt x="898" y="0"/>
                    <a:pt x="673"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7" name="Google Shape;22387;p91"/>
            <p:cNvSpPr/>
            <p:nvPr/>
          </p:nvSpPr>
          <p:spPr>
            <a:xfrm>
              <a:off x="7604881" y="2277986"/>
              <a:ext cx="136566" cy="34460"/>
            </a:xfrm>
            <a:custGeom>
              <a:rect b="b" l="l" r="r" t="t"/>
              <a:pathLst>
                <a:path extrusionOk="0" h="1324" w="5247">
                  <a:moveTo>
                    <a:pt x="419" y="1"/>
                  </a:moveTo>
                  <a:cubicBezTo>
                    <a:pt x="310" y="1"/>
                    <a:pt x="218" y="78"/>
                    <a:pt x="197" y="184"/>
                  </a:cubicBezTo>
                  <a:lnTo>
                    <a:pt x="28" y="1056"/>
                  </a:lnTo>
                  <a:cubicBezTo>
                    <a:pt x="0" y="1194"/>
                    <a:pt x="106" y="1324"/>
                    <a:pt x="250" y="1324"/>
                  </a:cubicBezTo>
                  <a:lnTo>
                    <a:pt x="5000" y="1324"/>
                  </a:lnTo>
                  <a:cubicBezTo>
                    <a:pt x="5141" y="1324"/>
                    <a:pt x="5246" y="1194"/>
                    <a:pt x="5218" y="1056"/>
                  </a:cubicBezTo>
                  <a:lnTo>
                    <a:pt x="5049" y="184"/>
                  </a:lnTo>
                  <a:cubicBezTo>
                    <a:pt x="5028" y="78"/>
                    <a:pt x="4937" y="1"/>
                    <a:pt x="4828"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8" name="Google Shape;22388;p91"/>
            <p:cNvSpPr/>
            <p:nvPr/>
          </p:nvSpPr>
          <p:spPr>
            <a:xfrm>
              <a:off x="7706882" y="2277986"/>
              <a:ext cx="34565" cy="34460"/>
            </a:xfrm>
            <a:custGeom>
              <a:rect b="b" l="l" r="r" t="t"/>
              <a:pathLst>
                <a:path extrusionOk="0" h="1324" w="1328">
                  <a:moveTo>
                    <a:pt x="1" y="1"/>
                  </a:moveTo>
                  <a:lnTo>
                    <a:pt x="258" y="1324"/>
                  </a:lnTo>
                  <a:lnTo>
                    <a:pt x="1078" y="1324"/>
                  </a:lnTo>
                  <a:cubicBezTo>
                    <a:pt x="1218" y="1324"/>
                    <a:pt x="1327" y="1194"/>
                    <a:pt x="1303" y="1056"/>
                  </a:cubicBezTo>
                  <a:lnTo>
                    <a:pt x="1130" y="184"/>
                  </a:lnTo>
                  <a:cubicBezTo>
                    <a:pt x="1109" y="78"/>
                    <a:pt x="1018" y="1"/>
                    <a:pt x="91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9" name="Google Shape;22389;p91"/>
            <p:cNvSpPr/>
            <p:nvPr/>
          </p:nvSpPr>
          <p:spPr>
            <a:xfrm>
              <a:off x="7540306" y="1997409"/>
              <a:ext cx="265611" cy="319800"/>
            </a:xfrm>
            <a:custGeom>
              <a:rect b="b" l="l" r="r" t="t"/>
              <a:pathLst>
                <a:path extrusionOk="0" h="12287" w="10205">
                  <a:moveTo>
                    <a:pt x="546" y="1190"/>
                  </a:moveTo>
                  <a:cubicBezTo>
                    <a:pt x="831" y="1190"/>
                    <a:pt x="1095" y="1330"/>
                    <a:pt x="1260" y="1562"/>
                  </a:cubicBezTo>
                  <a:lnTo>
                    <a:pt x="1398" y="1767"/>
                  </a:lnTo>
                  <a:cubicBezTo>
                    <a:pt x="1545" y="1978"/>
                    <a:pt x="1785" y="2104"/>
                    <a:pt x="2045" y="2104"/>
                  </a:cubicBezTo>
                  <a:lnTo>
                    <a:pt x="2052" y="2104"/>
                  </a:lnTo>
                  <a:lnTo>
                    <a:pt x="2052" y="2878"/>
                  </a:lnTo>
                  <a:cubicBezTo>
                    <a:pt x="2052" y="3424"/>
                    <a:pt x="2136" y="3969"/>
                    <a:pt x="2302" y="4490"/>
                  </a:cubicBezTo>
                  <a:cubicBezTo>
                    <a:pt x="2140" y="4405"/>
                    <a:pt x="1975" y="4331"/>
                    <a:pt x="1806" y="4268"/>
                  </a:cubicBezTo>
                  <a:cubicBezTo>
                    <a:pt x="1454" y="4124"/>
                    <a:pt x="1084" y="3976"/>
                    <a:pt x="817" y="3677"/>
                  </a:cubicBezTo>
                  <a:cubicBezTo>
                    <a:pt x="511" y="3336"/>
                    <a:pt x="363" y="2829"/>
                    <a:pt x="363" y="2122"/>
                  </a:cubicBezTo>
                  <a:lnTo>
                    <a:pt x="363" y="1369"/>
                  </a:lnTo>
                  <a:cubicBezTo>
                    <a:pt x="363" y="1270"/>
                    <a:pt x="444" y="1190"/>
                    <a:pt x="546" y="1190"/>
                  </a:cubicBezTo>
                  <a:close/>
                  <a:moveTo>
                    <a:pt x="9662" y="1186"/>
                  </a:moveTo>
                  <a:cubicBezTo>
                    <a:pt x="9765" y="1186"/>
                    <a:pt x="9845" y="1267"/>
                    <a:pt x="9845" y="1369"/>
                  </a:cubicBezTo>
                  <a:lnTo>
                    <a:pt x="9845" y="2122"/>
                  </a:lnTo>
                  <a:cubicBezTo>
                    <a:pt x="9845" y="2826"/>
                    <a:pt x="9698" y="3332"/>
                    <a:pt x="9392" y="3674"/>
                  </a:cubicBezTo>
                  <a:cubicBezTo>
                    <a:pt x="9124" y="3973"/>
                    <a:pt x="8758" y="4124"/>
                    <a:pt x="8403" y="4265"/>
                  </a:cubicBezTo>
                  <a:cubicBezTo>
                    <a:pt x="8234" y="4331"/>
                    <a:pt x="8069" y="4405"/>
                    <a:pt x="7907" y="4490"/>
                  </a:cubicBezTo>
                  <a:cubicBezTo>
                    <a:pt x="8072" y="3969"/>
                    <a:pt x="8157" y="3424"/>
                    <a:pt x="8157" y="2878"/>
                  </a:cubicBezTo>
                  <a:lnTo>
                    <a:pt x="8157" y="2104"/>
                  </a:lnTo>
                  <a:lnTo>
                    <a:pt x="8164" y="2104"/>
                  </a:lnTo>
                  <a:cubicBezTo>
                    <a:pt x="8420" y="2104"/>
                    <a:pt x="8663" y="1978"/>
                    <a:pt x="8807" y="1767"/>
                  </a:cubicBezTo>
                  <a:lnTo>
                    <a:pt x="8948" y="1562"/>
                  </a:lnTo>
                  <a:cubicBezTo>
                    <a:pt x="9110" y="1330"/>
                    <a:pt x="9377" y="1190"/>
                    <a:pt x="9662" y="1186"/>
                  </a:cubicBezTo>
                  <a:close/>
                  <a:moveTo>
                    <a:pt x="8171" y="363"/>
                  </a:moveTo>
                  <a:lnTo>
                    <a:pt x="8171" y="792"/>
                  </a:lnTo>
                  <a:lnTo>
                    <a:pt x="6626" y="792"/>
                  </a:lnTo>
                  <a:cubicBezTo>
                    <a:pt x="6387" y="792"/>
                    <a:pt x="6387" y="1151"/>
                    <a:pt x="6626" y="1151"/>
                  </a:cubicBezTo>
                  <a:lnTo>
                    <a:pt x="7798" y="1151"/>
                  </a:lnTo>
                  <a:lnTo>
                    <a:pt x="7798" y="2878"/>
                  </a:lnTo>
                  <a:cubicBezTo>
                    <a:pt x="7794" y="4455"/>
                    <a:pt x="7045" y="5936"/>
                    <a:pt x="5778" y="6875"/>
                  </a:cubicBezTo>
                  <a:lnTo>
                    <a:pt x="5651" y="6970"/>
                  </a:lnTo>
                  <a:cubicBezTo>
                    <a:pt x="5616" y="6960"/>
                    <a:pt x="5581" y="6956"/>
                    <a:pt x="5549" y="6956"/>
                  </a:cubicBezTo>
                  <a:lnTo>
                    <a:pt x="4663" y="6956"/>
                  </a:lnTo>
                  <a:cubicBezTo>
                    <a:pt x="4628" y="6956"/>
                    <a:pt x="4592" y="6960"/>
                    <a:pt x="4561" y="6970"/>
                  </a:cubicBezTo>
                  <a:lnTo>
                    <a:pt x="4431" y="6875"/>
                  </a:lnTo>
                  <a:cubicBezTo>
                    <a:pt x="3164" y="5936"/>
                    <a:pt x="2414" y="4455"/>
                    <a:pt x="2411" y="2878"/>
                  </a:cubicBezTo>
                  <a:lnTo>
                    <a:pt x="2411" y="1151"/>
                  </a:lnTo>
                  <a:lnTo>
                    <a:pt x="5789" y="1151"/>
                  </a:lnTo>
                  <a:cubicBezTo>
                    <a:pt x="6028" y="1151"/>
                    <a:pt x="6028" y="792"/>
                    <a:pt x="5789" y="792"/>
                  </a:cubicBezTo>
                  <a:lnTo>
                    <a:pt x="2038" y="792"/>
                  </a:lnTo>
                  <a:lnTo>
                    <a:pt x="2038" y="363"/>
                  </a:lnTo>
                  <a:close/>
                  <a:moveTo>
                    <a:pt x="5549" y="7319"/>
                  </a:moveTo>
                  <a:cubicBezTo>
                    <a:pt x="5616" y="7319"/>
                    <a:pt x="5669" y="7371"/>
                    <a:pt x="5669" y="7438"/>
                  </a:cubicBezTo>
                  <a:lnTo>
                    <a:pt x="5669" y="7572"/>
                  </a:lnTo>
                  <a:cubicBezTo>
                    <a:pt x="5669" y="7639"/>
                    <a:pt x="5616" y="7692"/>
                    <a:pt x="5549" y="7692"/>
                  </a:cubicBezTo>
                  <a:lnTo>
                    <a:pt x="4663" y="7692"/>
                  </a:lnTo>
                  <a:cubicBezTo>
                    <a:pt x="4596" y="7692"/>
                    <a:pt x="4540" y="7639"/>
                    <a:pt x="4540" y="7572"/>
                  </a:cubicBezTo>
                  <a:lnTo>
                    <a:pt x="4540" y="7438"/>
                  </a:lnTo>
                  <a:cubicBezTo>
                    <a:pt x="4540" y="7371"/>
                    <a:pt x="4596" y="7319"/>
                    <a:pt x="4663" y="7319"/>
                  </a:cubicBezTo>
                  <a:close/>
                  <a:moveTo>
                    <a:pt x="5317" y="8050"/>
                  </a:moveTo>
                  <a:lnTo>
                    <a:pt x="5317" y="9810"/>
                  </a:lnTo>
                  <a:lnTo>
                    <a:pt x="4895" y="9810"/>
                  </a:lnTo>
                  <a:lnTo>
                    <a:pt x="4895" y="8050"/>
                  </a:lnTo>
                  <a:close/>
                  <a:moveTo>
                    <a:pt x="6225" y="10169"/>
                  </a:moveTo>
                  <a:cubicBezTo>
                    <a:pt x="6348" y="10169"/>
                    <a:pt x="6450" y="10271"/>
                    <a:pt x="6450" y="10394"/>
                  </a:cubicBezTo>
                  <a:lnTo>
                    <a:pt x="6450" y="10601"/>
                  </a:lnTo>
                  <a:lnTo>
                    <a:pt x="4849" y="10601"/>
                  </a:lnTo>
                  <a:cubicBezTo>
                    <a:pt x="4610" y="10601"/>
                    <a:pt x="4610" y="10964"/>
                    <a:pt x="4849" y="10964"/>
                  </a:cubicBezTo>
                  <a:lnTo>
                    <a:pt x="7312" y="10964"/>
                  </a:lnTo>
                  <a:cubicBezTo>
                    <a:pt x="7314" y="10963"/>
                    <a:pt x="7316" y="10963"/>
                    <a:pt x="7318" y="10963"/>
                  </a:cubicBezTo>
                  <a:cubicBezTo>
                    <a:pt x="7336" y="10963"/>
                    <a:pt x="7351" y="10980"/>
                    <a:pt x="7354" y="10999"/>
                  </a:cubicBezTo>
                  <a:lnTo>
                    <a:pt x="7527" y="11872"/>
                  </a:lnTo>
                  <a:cubicBezTo>
                    <a:pt x="7534" y="11900"/>
                    <a:pt x="7513" y="11924"/>
                    <a:pt x="7481" y="11924"/>
                  </a:cubicBezTo>
                  <a:lnTo>
                    <a:pt x="2731" y="11924"/>
                  </a:lnTo>
                  <a:cubicBezTo>
                    <a:pt x="2703" y="11924"/>
                    <a:pt x="2682" y="11900"/>
                    <a:pt x="2689" y="11872"/>
                  </a:cubicBezTo>
                  <a:lnTo>
                    <a:pt x="2858" y="10999"/>
                  </a:lnTo>
                  <a:cubicBezTo>
                    <a:pt x="2861" y="10980"/>
                    <a:pt x="2876" y="10963"/>
                    <a:pt x="2897" y="10963"/>
                  </a:cubicBezTo>
                  <a:cubicBezTo>
                    <a:pt x="2899" y="10963"/>
                    <a:pt x="2901" y="10963"/>
                    <a:pt x="2903" y="10964"/>
                  </a:cubicBezTo>
                  <a:lnTo>
                    <a:pt x="4012" y="10964"/>
                  </a:lnTo>
                  <a:cubicBezTo>
                    <a:pt x="4255" y="10964"/>
                    <a:pt x="4255" y="10601"/>
                    <a:pt x="4012" y="10601"/>
                  </a:cubicBezTo>
                  <a:lnTo>
                    <a:pt x="3762" y="10601"/>
                  </a:lnTo>
                  <a:lnTo>
                    <a:pt x="3762" y="10394"/>
                  </a:lnTo>
                  <a:cubicBezTo>
                    <a:pt x="3762" y="10271"/>
                    <a:pt x="3864" y="10169"/>
                    <a:pt x="3987" y="10169"/>
                  </a:cubicBezTo>
                  <a:close/>
                  <a:moveTo>
                    <a:pt x="2020" y="0"/>
                  </a:moveTo>
                  <a:cubicBezTo>
                    <a:pt x="1830" y="0"/>
                    <a:pt x="1679" y="155"/>
                    <a:pt x="1679" y="345"/>
                  </a:cubicBezTo>
                  <a:lnTo>
                    <a:pt x="1679" y="810"/>
                  </a:lnTo>
                  <a:cubicBezTo>
                    <a:pt x="1679" y="996"/>
                    <a:pt x="1830" y="1151"/>
                    <a:pt x="2020" y="1151"/>
                  </a:cubicBezTo>
                  <a:lnTo>
                    <a:pt x="2052" y="1151"/>
                  </a:lnTo>
                  <a:lnTo>
                    <a:pt x="2052" y="1745"/>
                  </a:lnTo>
                  <a:lnTo>
                    <a:pt x="2045" y="1745"/>
                  </a:lnTo>
                  <a:cubicBezTo>
                    <a:pt x="1904" y="1745"/>
                    <a:pt x="1774" y="1679"/>
                    <a:pt x="1697" y="1562"/>
                  </a:cubicBezTo>
                  <a:lnTo>
                    <a:pt x="1556" y="1358"/>
                  </a:lnTo>
                  <a:cubicBezTo>
                    <a:pt x="1327" y="1028"/>
                    <a:pt x="947" y="827"/>
                    <a:pt x="546" y="827"/>
                  </a:cubicBezTo>
                  <a:cubicBezTo>
                    <a:pt x="244" y="827"/>
                    <a:pt x="1" y="1070"/>
                    <a:pt x="1" y="1369"/>
                  </a:cubicBezTo>
                  <a:lnTo>
                    <a:pt x="1" y="2122"/>
                  </a:lnTo>
                  <a:cubicBezTo>
                    <a:pt x="1" y="3927"/>
                    <a:pt x="926" y="4300"/>
                    <a:pt x="1668" y="4602"/>
                  </a:cubicBezTo>
                  <a:cubicBezTo>
                    <a:pt x="2087" y="4771"/>
                    <a:pt x="2446" y="4916"/>
                    <a:pt x="2618" y="5274"/>
                  </a:cubicBezTo>
                  <a:cubicBezTo>
                    <a:pt x="2668" y="5376"/>
                    <a:pt x="2657" y="5464"/>
                    <a:pt x="2587" y="5542"/>
                  </a:cubicBezTo>
                  <a:cubicBezTo>
                    <a:pt x="2521" y="5610"/>
                    <a:pt x="2420" y="5649"/>
                    <a:pt x="2327" y="5649"/>
                  </a:cubicBezTo>
                  <a:cubicBezTo>
                    <a:pt x="2291" y="5649"/>
                    <a:pt x="2255" y="5643"/>
                    <a:pt x="2224" y="5630"/>
                  </a:cubicBezTo>
                  <a:cubicBezTo>
                    <a:pt x="2098" y="5573"/>
                    <a:pt x="2077" y="5412"/>
                    <a:pt x="2084" y="5289"/>
                  </a:cubicBezTo>
                  <a:cubicBezTo>
                    <a:pt x="2089" y="5163"/>
                    <a:pt x="1996" y="5099"/>
                    <a:pt x="1903" y="5099"/>
                  </a:cubicBezTo>
                  <a:cubicBezTo>
                    <a:pt x="1816" y="5099"/>
                    <a:pt x="1728" y="5155"/>
                    <a:pt x="1721" y="5271"/>
                  </a:cubicBezTo>
                  <a:cubicBezTo>
                    <a:pt x="1714" y="5429"/>
                    <a:pt x="1735" y="5809"/>
                    <a:pt x="2084" y="5961"/>
                  </a:cubicBezTo>
                  <a:cubicBezTo>
                    <a:pt x="2155" y="5990"/>
                    <a:pt x="2231" y="6007"/>
                    <a:pt x="2309" y="6007"/>
                  </a:cubicBezTo>
                  <a:cubicBezTo>
                    <a:pt x="2316" y="6007"/>
                    <a:pt x="2323" y="6007"/>
                    <a:pt x="2330" y="6006"/>
                  </a:cubicBezTo>
                  <a:cubicBezTo>
                    <a:pt x="2523" y="6006"/>
                    <a:pt x="2713" y="5929"/>
                    <a:pt x="2847" y="5788"/>
                  </a:cubicBezTo>
                  <a:cubicBezTo>
                    <a:pt x="2861" y="5774"/>
                    <a:pt x="2875" y="5756"/>
                    <a:pt x="2889" y="5742"/>
                  </a:cubicBezTo>
                  <a:cubicBezTo>
                    <a:pt x="3238" y="6295"/>
                    <a:pt x="3688" y="6777"/>
                    <a:pt x="4216" y="7164"/>
                  </a:cubicBezTo>
                  <a:lnTo>
                    <a:pt x="4248" y="7188"/>
                  </a:lnTo>
                  <a:cubicBezTo>
                    <a:pt x="4202" y="7266"/>
                    <a:pt x="4177" y="7350"/>
                    <a:pt x="4177" y="7438"/>
                  </a:cubicBezTo>
                  <a:lnTo>
                    <a:pt x="4177" y="7572"/>
                  </a:lnTo>
                  <a:cubicBezTo>
                    <a:pt x="4181" y="7787"/>
                    <a:pt x="4321" y="7977"/>
                    <a:pt x="4529" y="8036"/>
                  </a:cubicBezTo>
                  <a:lnTo>
                    <a:pt x="4529" y="9810"/>
                  </a:lnTo>
                  <a:lnTo>
                    <a:pt x="3980" y="9810"/>
                  </a:lnTo>
                  <a:cubicBezTo>
                    <a:pt x="3660" y="9810"/>
                    <a:pt x="3396" y="10074"/>
                    <a:pt x="3396" y="10394"/>
                  </a:cubicBezTo>
                  <a:lnTo>
                    <a:pt x="3396" y="10601"/>
                  </a:lnTo>
                  <a:lnTo>
                    <a:pt x="2896" y="10601"/>
                  </a:lnTo>
                  <a:cubicBezTo>
                    <a:pt x="2703" y="10605"/>
                    <a:pt x="2534" y="10742"/>
                    <a:pt x="2499" y="10932"/>
                  </a:cubicBezTo>
                  <a:lnTo>
                    <a:pt x="2326" y="11801"/>
                  </a:lnTo>
                  <a:cubicBezTo>
                    <a:pt x="2277" y="12051"/>
                    <a:pt x="2471" y="12287"/>
                    <a:pt x="2728" y="12287"/>
                  </a:cubicBezTo>
                  <a:lnTo>
                    <a:pt x="7478" y="12287"/>
                  </a:lnTo>
                  <a:cubicBezTo>
                    <a:pt x="7731" y="12287"/>
                    <a:pt x="7924" y="12051"/>
                    <a:pt x="7875" y="11801"/>
                  </a:cubicBezTo>
                  <a:lnTo>
                    <a:pt x="7703" y="10932"/>
                  </a:lnTo>
                  <a:cubicBezTo>
                    <a:pt x="7668" y="10742"/>
                    <a:pt x="7499" y="10605"/>
                    <a:pt x="7305" y="10601"/>
                  </a:cubicBezTo>
                  <a:lnTo>
                    <a:pt x="6805" y="10601"/>
                  </a:lnTo>
                  <a:lnTo>
                    <a:pt x="6805" y="10394"/>
                  </a:lnTo>
                  <a:cubicBezTo>
                    <a:pt x="6805" y="10074"/>
                    <a:pt x="6542" y="9810"/>
                    <a:pt x="6221" y="9810"/>
                  </a:cubicBezTo>
                  <a:lnTo>
                    <a:pt x="5676" y="9810"/>
                  </a:lnTo>
                  <a:lnTo>
                    <a:pt x="5676" y="8033"/>
                  </a:lnTo>
                  <a:cubicBezTo>
                    <a:pt x="5884" y="7977"/>
                    <a:pt x="6024" y="7787"/>
                    <a:pt x="6028" y="7572"/>
                  </a:cubicBezTo>
                  <a:lnTo>
                    <a:pt x="6028" y="7438"/>
                  </a:lnTo>
                  <a:cubicBezTo>
                    <a:pt x="6028" y="7350"/>
                    <a:pt x="6003" y="7262"/>
                    <a:pt x="5958" y="7188"/>
                  </a:cubicBezTo>
                  <a:lnTo>
                    <a:pt x="5989" y="7164"/>
                  </a:lnTo>
                  <a:cubicBezTo>
                    <a:pt x="6517" y="6777"/>
                    <a:pt x="6967" y="6291"/>
                    <a:pt x="7319" y="5739"/>
                  </a:cubicBezTo>
                  <a:cubicBezTo>
                    <a:pt x="7330" y="5756"/>
                    <a:pt x="7344" y="5771"/>
                    <a:pt x="7358" y="5788"/>
                  </a:cubicBezTo>
                  <a:cubicBezTo>
                    <a:pt x="7495" y="5925"/>
                    <a:pt x="7682" y="6006"/>
                    <a:pt x="7875" y="6006"/>
                  </a:cubicBezTo>
                  <a:cubicBezTo>
                    <a:pt x="7960" y="6006"/>
                    <a:pt x="8044" y="5992"/>
                    <a:pt x="8121" y="5957"/>
                  </a:cubicBezTo>
                  <a:cubicBezTo>
                    <a:pt x="8470" y="5809"/>
                    <a:pt x="8491" y="5426"/>
                    <a:pt x="8484" y="5271"/>
                  </a:cubicBezTo>
                  <a:cubicBezTo>
                    <a:pt x="8479" y="5154"/>
                    <a:pt x="8391" y="5097"/>
                    <a:pt x="8304" y="5097"/>
                  </a:cubicBezTo>
                  <a:cubicBezTo>
                    <a:pt x="8211" y="5097"/>
                    <a:pt x="8118" y="5161"/>
                    <a:pt x="8125" y="5285"/>
                  </a:cubicBezTo>
                  <a:cubicBezTo>
                    <a:pt x="8128" y="5412"/>
                    <a:pt x="8111" y="5573"/>
                    <a:pt x="7981" y="5626"/>
                  </a:cubicBezTo>
                  <a:cubicBezTo>
                    <a:pt x="7949" y="5640"/>
                    <a:pt x="7914" y="5647"/>
                    <a:pt x="7877" y="5647"/>
                  </a:cubicBezTo>
                  <a:cubicBezTo>
                    <a:pt x="7785" y="5647"/>
                    <a:pt x="7684" y="5606"/>
                    <a:pt x="7618" y="5538"/>
                  </a:cubicBezTo>
                  <a:cubicBezTo>
                    <a:pt x="7548" y="5464"/>
                    <a:pt x="7537" y="5376"/>
                    <a:pt x="7587" y="5274"/>
                  </a:cubicBezTo>
                  <a:cubicBezTo>
                    <a:pt x="7759" y="4916"/>
                    <a:pt x="8121" y="4771"/>
                    <a:pt x="8537" y="4599"/>
                  </a:cubicBezTo>
                  <a:cubicBezTo>
                    <a:pt x="9279" y="4300"/>
                    <a:pt x="10204" y="3923"/>
                    <a:pt x="10204" y="2122"/>
                  </a:cubicBezTo>
                  <a:lnTo>
                    <a:pt x="10204" y="1369"/>
                  </a:lnTo>
                  <a:cubicBezTo>
                    <a:pt x="10204" y="1225"/>
                    <a:pt x="10148" y="1087"/>
                    <a:pt x="10046" y="989"/>
                  </a:cubicBezTo>
                  <a:cubicBezTo>
                    <a:pt x="9947" y="890"/>
                    <a:pt x="9814" y="830"/>
                    <a:pt x="9675" y="830"/>
                  </a:cubicBezTo>
                  <a:cubicBezTo>
                    <a:pt x="9671" y="830"/>
                    <a:pt x="9667" y="831"/>
                    <a:pt x="9662" y="831"/>
                  </a:cubicBezTo>
                  <a:cubicBezTo>
                    <a:pt x="9258" y="831"/>
                    <a:pt x="8881" y="1028"/>
                    <a:pt x="8653" y="1362"/>
                  </a:cubicBezTo>
                  <a:lnTo>
                    <a:pt x="8512" y="1562"/>
                  </a:lnTo>
                  <a:cubicBezTo>
                    <a:pt x="8435" y="1679"/>
                    <a:pt x="8304" y="1745"/>
                    <a:pt x="8164" y="1745"/>
                  </a:cubicBezTo>
                  <a:lnTo>
                    <a:pt x="8157" y="1745"/>
                  </a:lnTo>
                  <a:lnTo>
                    <a:pt x="8157" y="1151"/>
                  </a:lnTo>
                  <a:lnTo>
                    <a:pt x="8188" y="1151"/>
                  </a:lnTo>
                  <a:cubicBezTo>
                    <a:pt x="8378" y="1151"/>
                    <a:pt x="8530" y="996"/>
                    <a:pt x="8530" y="806"/>
                  </a:cubicBezTo>
                  <a:lnTo>
                    <a:pt x="8530" y="345"/>
                  </a:lnTo>
                  <a:cubicBezTo>
                    <a:pt x="8530" y="155"/>
                    <a:pt x="8378" y="0"/>
                    <a:pt x="8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0" name="Google Shape;22390;p91"/>
            <p:cNvSpPr/>
            <p:nvPr/>
          </p:nvSpPr>
          <p:spPr>
            <a:xfrm>
              <a:off x="7630153" y="2052744"/>
              <a:ext cx="86099" cy="79384"/>
            </a:xfrm>
            <a:custGeom>
              <a:rect b="b" l="l" r="r" t="t"/>
              <a:pathLst>
                <a:path extrusionOk="0" h="3050" w="3308">
                  <a:moveTo>
                    <a:pt x="1651" y="541"/>
                  </a:moveTo>
                  <a:lnTo>
                    <a:pt x="1928" y="1108"/>
                  </a:lnTo>
                  <a:cubicBezTo>
                    <a:pt x="1960" y="1171"/>
                    <a:pt x="2020" y="1213"/>
                    <a:pt x="2094" y="1224"/>
                  </a:cubicBezTo>
                  <a:lnTo>
                    <a:pt x="2717" y="1315"/>
                  </a:lnTo>
                  <a:lnTo>
                    <a:pt x="2266" y="1755"/>
                  </a:lnTo>
                  <a:cubicBezTo>
                    <a:pt x="2213" y="1804"/>
                    <a:pt x="2189" y="1875"/>
                    <a:pt x="2203" y="1945"/>
                  </a:cubicBezTo>
                  <a:lnTo>
                    <a:pt x="2308" y="2568"/>
                  </a:lnTo>
                  <a:lnTo>
                    <a:pt x="1753" y="2276"/>
                  </a:lnTo>
                  <a:cubicBezTo>
                    <a:pt x="1721" y="2258"/>
                    <a:pt x="1686" y="2249"/>
                    <a:pt x="1651" y="2249"/>
                  </a:cubicBezTo>
                  <a:cubicBezTo>
                    <a:pt x="1616" y="2249"/>
                    <a:pt x="1582" y="2258"/>
                    <a:pt x="1552" y="2276"/>
                  </a:cubicBezTo>
                  <a:lnTo>
                    <a:pt x="993" y="2568"/>
                  </a:lnTo>
                  <a:lnTo>
                    <a:pt x="1098" y="1945"/>
                  </a:lnTo>
                  <a:cubicBezTo>
                    <a:pt x="1112" y="1875"/>
                    <a:pt x="1088" y="1804"/>
                    <a:pt x="1038" y="1755"/>
                  </a:cubicBezTo>
                  <a:lnTo>
                    <a:pt x="584" y="1315"/>
                  </a:lnTo>
                  <a:lnTo>
                    <a:pt x="1211" y="1224"/>
                  </a:lnTo>
                  <a:cubicBezTo>
                    <a:pt x="1281" y="1213"/>
                    <a:pt x="1341" y="1171"/>
                    <a:pt x="1373" y="1108"/>
                  </a:cubicBezTo>
                  <a:lnTo>
                    <a:pt x="1651" y="541"/>
                  </a:lnTo>
                  <a:close/>
                  <a:moveTo>
                    <a:pt x="1652" y="0"/>
                  </a:moveTo>
                  <a:cubicBezTo>
                    <a:pt x="1575" y="0"/>
                    <a:pt x="1497" y="40"/>
                    <a:pt x="1457" y="119"/>
                  </a:cubicBezTo>
                  <a:lnTo>
                    <a:pt x="1084" y="879"/>
                  </a:lnTo>
                  <a:lnTo>
                    <a:pt x="247" y="1002"/>
                  </a:lnTo>
                  <a:cubicBezTo>
                    <a:pt x="71" y="1027"/>
                    <a:pt x="0" y="1245"/>
                    <a:pt x="127" y="1368"/>
                  </a:cubicBezTo>
                  <a:lnTo>
                    <a:pt x="736" y="1959"/>
                  </a:lnTo>
                  <a:lnTo>
                    <a:pt x="591" y="2797"/>
                  </a:lnTo>
                  <a:cubicBezTo>
                    <a:pt x="566" y="2936"/>
                    <a:pt x="679" y="3049"/>
                    <a:pt x="806" y="3049"/>
                  </a:cubicBezTo>
                  <a:cubicBezTo>
                    <a:pt x="838" y="3049"/>
                    <a:pt x="872" y="3042"/>
                    <a:pt x="905" y="3025"/>
                  </a:cubicBezTo>
                  <a:lnTo>
                    <a:pt x="1654" y="2628"/>
                  </a:lnTo>
                  <a:lnTo>
                    <a:pt x="2400" y="3025"/>
                  </a:lnTo>
                  <a:cubicBezTo>
                    <a:pt x="2433" y="3042"/>
                    <a:pt x="2466" y="3049"/>
                    <a:pt x="2499" y="3049"/>
                  </a:cubicBezTo>
                  <a:cubicBezTo>
                    <a:pt x="2626" y="3049"/>
                    <a:pt x="2738" y="2936"/>
                    <a:pt x="2713" y="2797"/>
                  </a:cubicBezTo>
                  <a:lnTo>
                    <a:pt x="2569" y="1959"/>
                  </a:lnTo>
                  <a:lnTo>
                    <a:pt x="3178" y="1368"/>
                  </a:lnTo>
                  <a:cubicBezTo>
                    <a:pt x="3308" y="1245"/>
                    <a:pt x="3237" y="1027"/>
                    <a:pt x="3058" y="999"/>
                  </a:cubicBezTo>
                  <a:lnTo>
                    <a:pt x="2221" y="879"/>
                  </a:lnTo>
                  <a:lnTo>
                    <a:pt x="1844" y="119"/>
                  </a:lnTo>
                  <a:cubicBezTo>
                    <a:pt x="1805" y="40"/>
                    <a:pt x="1729" y="0"/>
                    <a:pt x="16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91" name="Google Shape;22391;p91"/>
          <p:cNvGrpSpPr/>
          <p:nvPr/>
        </p:nvGrpSpPr>
        <p:grpSpPr>
          <a:xfrm>
            <a:off x="917089" y="2925706"/>
            <a:ext cx="319722" cy="301320"/>
            <a:chOff x="917089" y="2925706"/>
            <a:chExt cx="319722" cy="301320"/>
          </a:xfrm>
        </p:grpSpPr>
        <p:sp>
          <p:nvSpPr>
            <p:cNvPr id="22392" name="Google Shape;22392;p91"/>
            <p:cNvSpPr/>
            <p:nvPr/>
          </p:nvSpPr>
          <p:spPr>
            <a:xfrm>
              <a:off x="952069" y="2999884"/>
              <a:ext cx="249734" cy="154707"/>
            </a:xfrm>
            <a:custGeom>
              <a:rect b="b" l="l" r="r" t="t"/>
              <a:pathLst>
                <a:path extrusionOk="0" h="5944" w="9595">
                  <a:moveTo>
                    <a:pt x="0" y="1"/>
                  </a:moveTo>
                  <a:lnTo>
                    <a:pt x="0" y="5943"/>
                  </a:lnTo>
                  <a:lnTo>
                    <a:pt x="9595" y="5943"/>
                  </a:lnTo>
                  <a:lnTo>
                    <a:pt x="959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3" name="Google Shape;22393;p91"/>
            <p:cNvSpPr/>
            <p:nvPr/>
          </p:nvSpPr>
          <p:spPr>
            <a:xfrm>
              <a:off x="921747" y="2930391"/>
              <a:ext cx="310378" cy="81804"/>
            </a:xfrm>
            <a:custGeom>
              <a:rect b="b" l="l" r="r" t="t"/>
              <a:pathLst>
                <a:path extrusionOk="0" h="3143" w="11925">
                  <a:moveTo>
                    <a:pt x="250" y="0"/>
                  </a:moveTo>
                  <a:cubicBezTo>
                    <a:pt x="113" y="0"/>
                    <a:pt x="0" y="109"/>
                    <a:pt x="0" y="247"/>
                  </a:cubicBezTo>
                  <a:lnTo>
                    <a:pt x="0" y="2892"/>
                  </a:lnTo>
                  <a:cubicBezTo>
                    <a:pt x="0" y="3030"/>
                    <a:pt x="113" y="3142"/>
                    <a:pt x="250" y="3142"/>
                  </a:cubicBezTo>
                  <a:lnTo>
                    <a:pt x="11675" y="3142"/>
                  </a:lnTo>
                  <a:cubicBezTo>
                    <a:pt x="11812" y="3142"/>
                    <a:pt x="11925" y="3030"/>
                    <a:pt x="11925" y="2892"/>
                  </a:cubicBezTo>
                  <a:lnTo>
                    <a:pt x="11925" y="247"/>
                  </a:lnTo>
                  <a:cubicBezTo>
                    <a:pt x="11925" y="109"/>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4" name="Google Shape;22394;p91"/>
            <p:cNvSpPr/>
            <p:nvPr/>
          </p:nvSpPr>
          <p:spPr>
            <a:xfrm>
              <a:off x="1214531" y="2930391"/>
              <a:ext cx="17595" cy="81804"/>
            </a:xfrm>
            <a:custGeom>
              <a:rect b="b" l="l" r="r" t="t"/>
              <a:pathLst>
                <a:path extrusionOk="0" h="3143" w="676">
                  <a:moveTo>
                    <a:pt x="0" y="0"/>
                  </a:moveTo>
                  <a:lnTo>
                    <a:pt x="0" y="3142"/>
                  </a:lnTo>
                  <a:lnTo>
                    <a:pt x="426" y="3142"/>
                  </a:lnTo>
                  <a:cubicBezTo>
                    <a:pt x="563" y="3142"/>
                    <a:pt x="676" y="3030"/>
                    <a:pt x="676" y="2892"/>
                  </a:cubicBezTo>
                  <a:lnTo>
                    <a:pt x="676" y="247"/>
                  </a:lnTo>
                  <a:cubicBezTo>
                    <a:pt x="676" y="109"/>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5" name="Google Shape;22395;p91"/>
            <p:cNvSpPr/>
            <p:nvPr/>
          </p:nvSpPr>
          <p:spPr>
            <a:xfrm>
              <a:off x="921747" y="2930391"/>
              <a:ext cx="17621" cy="81804"/>
            </a:xfrm>
            <a:custGeom>
              <a:rect b="b" l="l" r="r" t="t"/>
              <a:pathLst>
                <a:path extrusionOk="0" h="3143" w="677">
                  <a:moveTo>
                    <a:pt x="250" y="0"/>
                  </a:moveTo>
                  <a:cubicBezTo>
                    <a:pt x="113" y="0"/>
                    <a:pt x="0" y="109"/>
                    <a:pt x="0" y="247"/>
                  </a:cubicBezTo>
                  <a:lnTo>
                    <a:pt x="0" y="2892"/>
                  </a:lnTo>
                  <a:cubicBezTo>
                    <a:pt x="0" y="3030"/>
                    <a:pt x="113" y="3142"/>
                    <a:pt x="250" y="3142"/>
                  </a:cubicBezTo>
                  <a:lnTo>
                    <a:pt x="676" y="3142"/>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6" name="Google Shape;22396;p91"/>
            <p:cNvSpPr/>
            <p:nvPr/>
          </p:nvSpPr>
          <p:spPr>
            <a:xfrm>
              <a:off x="1179732" y="2957303"/>
              <a:ext cx="29697" cy="29619"/>
            </a:xfrm>
            <a:custGeom>
              <a:rect b="b" l="l" r="r" t="t"/>
              <a:pathLst>
                <a:path extrusionOk="0" h="1138" w="1141">
                  <a:moveTo>
                    <a:pt x="570" y="1"/>
                  </a:moveTo>
                  <a:cubicBezTo>
                    <a:pt x="257" y="1"/>
                    <a:pt x="0" y="254"/>
                    <a:pt x="0" y="567"/>
                  </a:cubicBezTo>
                  <a:cubicBezTo>
                    <a:pt x="0" y="884"/>
                    <a:pt x="257" y="1137"/>
                    <a:pt x="570" y="1137"/>
                  </a:cubicBezTo>
                  <a:cubicBezTo>
                    <a:pt x="887" y="1137"/>
                    <a:pt x="1140" y="884"/>
                    <a:pt x="1140" y="567"/>
                  </a:cubicBezTo>
                  <a:cubicBezTo>
                    <a:pt x="1140" y="254"/>
                    <a:pt x="887" y="1"/>
                    <a:pt x="570"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7" name="Google Shape;22397;p91"/>
            <p:cNvSpPr/>
            <p:nvPr/>
          </p:nvSpPr>
          <p:spPr>
            <a:xfrm>
              <a:off x="1129343" y="2957303"/>
              <a:ext cx="29697" cy="29619"/>
            </a:xfrm>
            <a:custGeom>
              <a:rect b="b" l="l" r="r" t="t"/>
              <a:pathLst>
                <a:path extrusionOk="0" h="1138" w="1141">
                  <a:moveTo>
                    <a:pt x="571" y="1"/>
                  </a:moveTo>
                  <a:cubicBezTo>
                    <a:pt x="258" y="1"/>
                    <a:pt x="1" y="254"/>
                    <a:pt x="1" y="567"/>
                  </a:cubicBezTo>
                  <a:cubicBezTo>
                    <a:pt x="1" y="884"/>
                    <a:pt x="258" y="1137"/>
                    <a:pt x="571" y="1137"/>
                  </a:cubicBezTo>
                  <a:cubicBezTo>
                    <a:pt x="888" y="1137"/>
                    <a:pt x="1141" y="884"/>
                    <a:pt x="1141" y="567"/>
                  </a:cubicBezTo>
                  <a:cubicBezTo>
                    <a:pt x="1141" y="254"/>
                    <a:pt x="888" y="1"/>
                    <a:pt x="571"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8" name="Google Shape;22398;p91"/>
            <p:cNvSpPr/>
            <p:nvPr/>
          </p:nvSpPr>
          <p:spPr>
            <a:xfrm>
              <a:off x="921747" y="3035516"/>
              <a:ext cx="310378" cy="81700"/>
            </a:xfrm>
            <a:custGeom>
              <a:rect b="b" l="l" r="r" t="t"/>
              <a:pathLst>
                <a:path extrusionOk="0" h="3139" w="11925">
                  <a:moveTo>
                    <a:pt x="250" y="0"/>
                  </a:moveTo>
                  <a:cubicBezTo>
                    <a:pt x="113" y="0"/>
                    <a:pt x="0" y="110"/>
                    <a:pt x="0" y="247"/>
                  </a:cubicBezTo>
                  <a:lnTo>
                    <a:pt x="0" y="2893"/>
                  </a:lnTo>
                  <a:cubicBezTo>
                    <a:pt x="0" y="3030"/>
                    <a:pt x="113" y="3139"/>
                    <a:pt x="250" y="3139"/>
                  </a:cubicBezTo>
                  <a:lnTo>
                    <a:pt x="11675" y="3139"/>
                  </a:lnTo>
                  <a:cubicBezTo>
                    <a:pt x="11812" y="3139"/>
                    <a:pt x="11925" y="3030"/>
                    <a:pt x="11925" y="2893"/>
                  </a:cubicBezTo>
                  <a:lnTo>
                    <a:pt x="11925" y="247"/>
                  </a:lnTo>
                  <a:cubicBezTo>
                    <a:pt x="11925" y="110"/>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9" name="Google Shape;22399;p91"/>
            <p:cNvSpPr/>
            <p:nvPr/>
          </p:nvSpPr>
          <p:spPr>
            <a:xfrm>
              <a:off x="1214531" y="3035516"/>
              <a:ext cx="17595" cy="81700"/>
            </a:xfrm>
            <a:custGeom>
              <a:rect b="b" l="l" r="r" t="t"/>
              <a:pathLst>
                <a:path extrusionOk="0" h="3139" w="676">
                  <a:moveTo>
                    <a:pt x="0" y="0"/>
                  </a:moveTo>
                  <a:lnTo>
                    <a:pt x="0" y="3139"/>
                  </a:lnTo>
                  <a:lnTo>
                    <a:pt x="426" y="3139"/>
                  </a:lnTo>
                  <a:cubicBezTo>
                    <a:pt x="563" y="3139"/>
                    <a:pt x="676" y="3030"/>
                    <a:pt x="676" y="2893"/>
                  </a:cubicBezTo>
                  <a:lnTo>
                    <a:pt x="676" y="247"/>
                  </a:lnTo>
                  <a:cubicBezTo>
                    <a:pt x="676" y="110"/>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0" name="Google Shape;22400;p91"/>
            <p:cNvSpPr/>
            <p:nvPr/>
          </p:nvSpPr>
          <p:spPr>
            <a:xfrm>
              <a:off x="921747" y="3035516"/>
              <a:ext cx="17621" cy="81700"/>
            </a:xfrm>
            <a:custGeom>
              <a:rect b="b" l="l" r="r" t="t"/>
              <a:pathLst>
                <a:path extrusionOk="0" h="3139" w="677">
                  <a:moveTo>
                    <a:pt x="250" y="0"/>
                  </a:moveTo>
                  <a:cubicBezTo>
                    <a:pt x="113" y="0"/>
                    <a:pt x="0" y="110"/>
                    <a:pt x="0" y="247"/>
                  </a:cubicBezTo>
                  <a:lnTo>
                    <a:pt x="0" y="2893"/>
                  </a:lnTo>
                  <a:cubicBezTo>
                    <a:pt x="0" y="3030"/>
                    <a:pt x="113" y="3139"/>
                    <a:pt x="250" y="3139"/>
                  </a:cubicBezTo>
                  <a:lnTo>
                    <a:pt x="676" y="3139"/>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1" name="Google Shape;22401;p91"/>
            <p:cNvSpPr/>
            <p:nvPr/>
          </p:nvSpPr>
          <p:spPr>
            <a:xfrm>
              <a:off x="1179732" y="3062350"/>
              <a:ext cx="29697" cy="29697"/>
            </a:xfrm>
            <a:custGeom>
              <a:rect b="b" l="l" r="r" t="t"/>
              <a:pathLst>
                <a:path extrusionOk="0" h="1141" w="1141">
                  <a:moveTo>
                    <a:pt x="570" y="0"/>
                  </a:moveTo>
                  <a:cubicBezTo>
                    <a:pt x="257" y="0"/>
                    <a:pt x="0" y="254"/>
                    <a:pt x="0" y="570"/>
                  </a:cubicBezTo>
                  <a:cubicBezTo>
                    <a:pt x="0" y="884"/>
                    <a:pt x="257" y="1140"/>
                    <a:pt x="570" y="1140"/>
                  </a:cubicBezTo>
                  <a:cubicBezTo>
                    <a:pt x="887" y="1140"/>
                    <a:pt x="1140" y="884"/>
                    <a:pt x="1140" y="570"/>
                  </a:cubicBezTo>
                  <a:cubicBezTo>
                    <a:pt x="1140" y="254"/>
                    <a:pt x="887" y="0"/>
                    <a:pt x="57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2" name="Google Shape;22402;p91"/>
            <p:cNvSpPr/>
            <p:nvPr/>
          </p:nvSpPr>
          <p:spPr>
            <a:xfrm>
              <a:off x="1129343" y="3062350"/>
              <a:ext cx="29697" cy="29697"/>
            </a:xfrm>
            <a:custGeom>
              <a:rect b="b" l="l" r="r" t="t"/>
              <a:pathLst>
                <a:path extrusionOk="0" h="1141" w="1141">
                  <a:moveTo>
                    <a:pt x="571" y="0"/>
                  </a:moveTo>
                  <a:cubicBezTo>
                    <a:pt x="258" y="0"/>
                    <a:pt x="1" y="254"/>
                    <a:pt x="1" y="570"/>
                  </a:cubicBezTo>
                  <a:cubicBezTo>
                    <a:pt x="1" y="884"/>
                    <a:pt x="258" y="1140"/>
                    <a:pt x="571" y="1140"/>
                  </a:cubicBezTo>
                  <a:cubicBezTo>
                    <a:pt x="888" y="1140"/>
                    <a:pt x="1141" y="884"/>
                    <a:pt x="1141" y="570"/>
                  </a:cubicBezTo>
                  <a:cubicBezTo>
                    <a:pt x="1141" y="254"/>
                    <a:pt x="888" y="0"/>
                    <a:pt x="57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3" name="Google Shape;22403;p91"/>
            <p:cNvSpPr/>
            <p:nvPr/>
          </p:nvSpPr>
          <p:spPr>
            <a:xfrm>
              <a:off x="921747" y="3140563"/>
              <a:ext cx="310378" cy="81804"/>
            </a:xfrm>
            <a:custGeom>
              <a:rect b="b" l="l" r="r" t="t"/>
              <a:pathLst>
                <a:path extrusionOk="0" h="3143" w="11925">
                  <a:moveTo>
                    <a:pt x="250" y="0"/>
                  </a:moveTo>
                  <a:cubicBezTo>
                    <a:pt x="113" y="0"/>
                    <a:pt x="0" y="109"/>
                    <a:pt x="0" y="250"/>
                  </a:cubicBezTo>
                  <a:lnTo>
                    <a:pt x="0" y="2892"/>
                  </a:lnTo>
                  <a:cubicBezTo>
                    <a:pt x="0" y="3030"/>
                    <a:pt x="113" y="3142"/>
                    <a:pt x="250" y="3142"/>
                  </a:cubicBezTo>
                  <a:lnTo>
                    <a:pt x="11675" y="3142"/>
                  </a:lnTo>
                  <a:cubicBezTo>
                    <a:pt x="11812" y="3142"/>
                    <a:pt x="11921" y="3030"/>
                    <a:pt x="11925" y="2896"/>
                  </a:cubicBezTo>
                  <a:lnTo>
                    <a:pt x="11925" y="250"/>
                  </a:lnTo>
                  <a:cubicBezTo>
                    <a:pt x="11925" y="109"/>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4" name="Google Shape;22404;p91"/>
            <p:cNvSpPr/>
            <p:nvPr/>
          </p:nvSpPr>
          <p:spPr>
            <a:xfrm>
              <a:off x="1214531" y="3140563"/>
              <a:ext cx="17595" cy="81804"/>
            </a:xfrm>
            <a:custGeom>
              <a:rect b="b" l="l" r="r" t="t"/>
              <a:pathLst>
                <a:path extrusionOk="0" h="3143" w="676">
                  <a:moveTo>
                    <a:pt x="0" y="0"/>
                  </a:moveTo>
                  <a:lnTo>
                    <a:pt x="0" y="3142"/>
                  </a:lnTo>
                  <a:lnTo>
                    <a:pt x="426" y="3142"/>
                  </a:lnTo>
                  <a:cubicBezTo>
                    <a:pt x="563" y="3142"/>
                    <a:pt x="672" y="3030"/>
                    <a:pt x="676" y="2896"/>
                  </a:cubicBezTo>
                  <a:lnTo>
                    <a:pt x="676" y="250"/>
                  </a:lnTo>
                  <a:cubicBezTo>
                    <a:pt x="676" y="113"/>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5" name="Google Shape;22405;p91"/>
            <p:cNvSpPr/>
            <p:nvPr/>
          </p:nvSpPr>
          <p:spPr>
            <a:xfrm>
              <a:off x="921747" y="3140563"/>
              <a:ext cx="17621" cy="81804"/>
            </a:xfrm>
            <a:custGeom>
              <a:rect b="b" l="l" r="r" t="t"/>
              <a:pathLst>
                <a:path extrusionOk="0" h="3143" w="677">
                  <a:moveTo>
                    <a:pt x="250" y="0"/>
                  </a:moveTo>
                  <a:cubicBezTo>
                    <a:pt x="113" y="0"/>
                    <a:pt x="0" y="109"/>
                    <a:pt x="0" y="250"/>
                  </a:cubicBezTo>
                  <a:lnTo>
                    <a:pt x="0" y="2892"/>
                  </a:lnTo>
                  <a:cubicBezTo>
                    <a:pt x="0" y="3030"/>
                    <a:pt x="113" y="3142"/>
                    <a:pt x="250" y="3142"/>
                  </a:cubicBezTo>
                  <a:lnTo>
                    <a:pt x="676" y="3142"/>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6" name="Google Shape;22406;p91"/>
            <p:cNvSpPr/>
            <p:nvPr/>
          </p:nvSpPr>
          <p:spPr>
            <a:xfrm>
              <a:off x="1179732" y="3167397"/>
              <a:ext cx="29697" cy="29697"/>
            </a:xfrm>
            <a:custGeom>
              <a:rect b="b" l="l" r="r" t="t"/>
              <a:pathLst>
                <a:path extrusionOk="0" h="1141" w="1141">
                  <a:moveTo>
                    <a:pt x="570" y="0"/>
                  </a:moveTo>
                  <a:cubicBezTo>
                    <a:pt x="257" y="0"/>
                    <a:pt x="0" y="257"/>
                    <a:pt x="0" y="570"/>
                  </a:cubicBezTo>
                  <a:cubicBezTo>
                    <a:pt x="0" y="887"/>
                    <a:pt x="257" y="1140"/>
                    <a:pt x="570" y="1140"/>
                  </a:cubicBezTo>
                  <a:cubicBezTo>
                    <a:pt x="887" y="1140"/>
                    <a:pt x="1140" y="887"/>
                    <a:pt x="1140" y="570"/>
                  </a:cubicBezTo>
                  <a:cubicBezTo>
                    <a:pt x="1140" y="257"/>
                    <a:pt x="887" y="0"/>
                    <a:pt x="57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7" name="Google Shape;22407;p91"/>
            <p:cNvSpPr/>
            <p:nvPr/>
          </p:nvSpPr>
          <p:spPr>
            <a:xfrm>
              <a:off x="1129343" y="3167397"/>
              <a:ext cx="29697" cy="29697"/>
            </a:xfrm>
            <a:custGeom>
              <a:rect b="b" l="l" r="r" t="t"/>
              <a:pathLst>
                <a:path extrusionOk="0" h="1141" w="1141">
                  <a:moveTo>
                    <a:pt x="571" y="0"/>
                  </a:moveTo>
                  <a:cubicBezTo>
                    <a:pt x="258" y="0"/>
                    <a:pt x="1" y="257"/>
                    <a:pt x="1" y="570"/>
                  </a:cubicBezTo>
                  <a:cubicBezTo>
                    <a:pt x="1" y="887"/>
                    <a:pt x="258" y="1140"/>
                    <a:pt x="571" y="1140"/>
                  </a:cubicBezTo>
                  <a:cubicBezTo>
                    <a:pt x="888" y="1140"/>
                    <a:pt x="1141" y="887"/>
                    <a:pt x="1141" y="570"/>
                  </a:cubicBezTo>
                  <a:cubicBezTo>
                    <a:pt x="1141" y="257"/>
                    <a:pt x="888" y="0"/>
                    <a:pt x="57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8" name="Google Shape;22408;p91"/>
            <p:cNvSpPr/>
            <p:nvPr/>
          </p:nvSpPr>
          <p:spPr>
            <a:xfrm>
              <a:off x="917088" y="2925706"/>
              <a:ext cx="319722" cy="301320"/>
            </a:xfrm>
            <a:custGeom>
              <a:rect b="b" l="l" r="r" t="t"/>
              <a:pathLst>
                <a:path extrusionOk="0" h="11577" w="12284">
                  <a:moveTo>
                    <a:pt x="10760" y="3502"/>
                  </a:moveTo>
                  <a:lnTo>
                    <a:pt x="10760" y="4040"/>
                  </a:lnTo>
                  <a:lnTo>
                    <a:pt x="2934" y="4040"/>
                  </a:lnTo>
                  <a:cubicBezTo>
                    <a:pt x="2695" y="4040"/>
                    <a:pt x="2695" y="4399"/>
                    <a:pt x="2934" y="4399"/>
                  </a:cubicBezTo>
                  <a:lnTo>
                    <a:pt x="11854" y="4399"/>
                  </a:lnTo>
                  <a:cubicBezTo>
                    <a:pt x="11892" y="4399"/>
                    <a:pt x="11924" y="4431"/>
                    <a:pt x="11924" y="4466"/>
                  </a:cubicBezTo>
                  <a:lnTo>
                    <a:pt x="11924" y="7112"/>
                  </a:lnTo>
                  <a:cubicBezTo>
                    <a:pt x="11924" y="7150"/>
                    <a:pt x="11892" y="7179"/>
                    <a:pt x="11854" y="7179"/>
                  </a:cubicBezTo>
                  <a:lnTo>
                    <a:pt x="429" y="7179"/>
                  </a:lnTo>
                  <a:cubicBezTo>
                    <a:pt x="391" y="7179"/>
                    <a:pt x="359" y="7150"/>
                    <a:pt x="359" y="7112"/>
                  </a:cubicBezTo>
                  <a:lnTo>
                    <a:pt x="359" y="4466"/>
                  </a:lnTo>
                  <a:cubicBezTo>
                    <a:pt x="359" y="4431"/>
                    <a:pt x="391" y="4399"/>
                    <a:pt x="429" y="4399"/>
                  </a:cubicBezTo>
                  <a:lnTo>
                    <a:pt x="2213" y="4399"/>
                  </a:lnTo>
                  <a:cubicBezTo>
                    <a:pt x="2456" y="4399"/>
                    <a:pt x="2456" y="4040"/>
                    <a:pt x="2213" y="4040"/>
                  </a:cubicBezTo>
                  <a:lnTo>
                    <a:pt x="1524" y="4040"/>
                  </a:lnTo>
                  <a:lnTo>
                    <a:pt x="1524" y="3502"/>
                  </a:lnTo>
                  <a:close/>
                  <a:moveTo>
                    <a:pt x="10760" y="7541"/>
                  </a:moveTo>
                  <a:lnTo>
                    <a:pt x="10760" y="8076"/>
                  </a:lnTo>
                  <a:lnTo>
                    <a:pt x="1524" y="8076"/>
                  </a:lnTo>
                  <a:lnTo>
                    <a:pt x="1524" y="7541"/>
                  </a:lnTo>
                  <a:close/>
                  <a:moveTo>
                    <a:pt x="429" y="1"/>
                  </a:moveTo>
                  <a:cubicBezTo>
                    <a:pt x="190" y="1"/>
                    <a:pt x="0" y="194"/>
                    <a:pt x="0" y="430"/>
                  </a:cubicBezTo>
                  <a:lnTo>
                    <a:pt x="0" y="3072"/>
                  </a:lnTo>
                  <a:cubicBezTo>
                    <a:pt x="0" y="3308"/>
                    <a:pt x="190" y="3502"/>
                    <a:pt x="429" y="3502"/>
                  </a:cubicBezTo>
                  <a:lnTo>
                    <a:pt x="1165" y="3502"/>
                  </a:lnTo>
                  <a:lnTo>
                    <a:pt x="1165" y="4037"/>
                  </a:lnTo>
                  <a:lnTo>
                    <a:pt x="429" y="4037"/>
                  </a:lnTo>
                  <a:cubicBezTo>
                    <a:pt x="190" y="4037"/>
                    <a:pt x="0" y="4230"/>
                    <a:pt x="0" y="4466"/>
                  </a:cubicBezTo>
                  <a:lnTo>
                    <a:pt x="0" y="7112"/>
                  </a:lnTo>
                  <a:cubicBezTo>
                    <a:pt x="0" y="7347"/>
                    <a:pt x="190" y="7537"/>
                    <a:pt x="429" y="7537"/>
                  </a:cubicBezTo>
                  <a:lnTo>
                    <a:pt x="1165" y="7537"/>
                  </a:lnTo>
                  <a:lnTo>
                    <a:pt x="1165" y="8076"/>
                  </a:lnTo>
                  <a:lnTo>
                    <a:pt x="429" y="8076"/>
                  </a:lnTo>
                  <a:cubicBezTo>
                    <a:pt x="190" y="8076"/>
                    <a:pt x="0" y="8266"/>
                    <a:pt x="0" y="8505"/>
                  </a:cubicBezTo>
                  <a:lnTo>
                    <a:pt x="0" y="11151"/>
                  </a:lnTo>
                  <a:cubicBezTo>
                    <a:pt x="0" y="11387"/>
                    <a:pt x="190" y="11577"/>
                    <a:pt x="429" y="11577"/>
                  </a:cubicBezTo>
                  <a:lnTo>
                    <a:pt x="5485" y="11577"/>
                  </a:lnTo>
                  <a:cubicBezTo>
                    <a:pt x="5725" y="11577"/>
                    <a:pt x="5725" y="11218"/>
                    <a:pt x="5485" y="11218"/>
                  </a:cubicBezTo>
                  <a:lnTo>
                    <a:pt x="429" y="11218"/>
                  </a:lnTo>
                  <a:cubicBezTo>
                    <a:pt x="391" y="11218"/>
                    <a:pt x="359" y="11186"/>
                    <a:pt x="359" y="11151"/>
                  </a:cubicBezTo>
                  <a:lnTo>
                    <a:pt x="359" y="8505"/>
                  </a:lnTo>
                  <a:cubicBezTo>
                    <a:pt x="359" y="8466"/>
                    <a:pt x="391" y="8438"/>
                    <a:pt x="429" y="8438"/>
                  </a:cubicBezTo>
                  <a:lnTo>
                    <a:pt x="11854" y="8438"/>
                  </a:lnTo>
                  <a:cubicBezTo>
                    <a:pt x="11892" y="8438"/>
                    <a:pt x="11924" y="8466"/>
                    <a:pt x="11924" y="8505"/>
                  </a:cubicBezTo>
                  <a:lnTo>
                    <a:pt x="11924" y="11151"/>
                  </a:lnTo>
                  <a:cubicBezTo>
                    <a:pt x="11924" y="11186"/>
                    <a:pt x="11892" y="11218"/>
                    <a:pt x="11854" y="11218"/>
                  </a:cubicBezTo>
                  <a:lnTo>
                    <a:pt x="6263" y="11218"/>
                  </a:lnTo>
                  <a:cubicBezTo>
                    <a:pt x="6020" y="11218"/>
                    <a:pt x="6020" y="11577"/>
                    <a:pt x="6263" y="11577"/>
                  </a:cubicBezTo>
                  <a:lnTo>
                    <a:pt x="11854" y="11577"/>
                  </a:lnTo>
                  <a:cubicBezTo>
                    <a:pt x="12090" y="11577"/>
                    <a:pt x="12283" y="11387"/>
                    <a:pt x="12283" y="11151"/>
                  </a:cubicBezTo>
                  <a:lnTo>
                    <a:pt x="12283" y="8505"/>
                  </a:lnTo>
                  <a:cubicBezTo>
                    <a:pt x="12283" y="8269"/>
                    <a:pt x="12090" y="8076"/>
                    <a:pt x="11854" y="8076"/>
                  </a:cubicBezTo>
                  <a:lnTo>
                    <a:pt x="11118" y="8076"/>
                  </a:lnTo>
                  <a:lnTo>
                    <a:pt x="11118" y="7541"/>
                  </a:lnTo>
                  <a:lnTo>
                    <a:pt x="11854" y="7541"/>
                  </a:lnTo>
                  <a:cubicBezTo>
                    <a:pt x="12090" y="7541"/>
                    <a:pt x="12283" y="7347"/>
                    <a:pt x="12283" y="7112"/>
                  </a:cubicBezTo>
                  <a:lnTo>
                    <a:pt x="12283" y="4469"/>
                  </a:lnTo>
                  <a:cubicBezTo>
                    <a:pt x="12283" y="4230"/>
                    <a:pt x="12090" y="4040"/>
                    <a:pt x="11854" y="4040"/>
                  </a:cubicBezTo>
                  <a:lnTo>
                    <a:pt x="11118" y="4040"/>
                  </a:lnTo>
                  <a:lnTo>
                    <a:pt x="11118" y="3505"/>
                  </a:lnTo>
                  <a:lnTo>
                    <a:pt x="11854" y="3502"/>
                  </a:lnTo>
                  <a:cubicBezTo>
                    <a:pt x="12090" y="3502"/>
                    <a:pt x="12283" y="3308"/>
                    <a:pt x="12283" y="3072"/>
                  </a:cubicBezTo>
                  <a:lnTo>
                    <a:pt x="12283" y="430"/>
                  </a:lnTo>
                  <a:cubicBezTo>
                    <a:pt x="12283" y="194"/>
                    <a:pt x="12090" y="1"/>
                    <a:pt x="11854" y="1"/>
                  </a:cubicBezTo>
                  <a:lnTo>
                    <a:pt x="10650" y="1"/>
                  </a:lnTo>
                  <a:cubicBezTo>
                    <a:pt x="10411" y="1"/>
                    <a:pt x="10411" y="360"/>
                    <a:pt x="10650" y="360"/>
                  </a:cubicBezTo>
                  <a:lnTo>
                    <a:pt x="11854" y="360"/>
                  </a:lnTo>
                  <a:cubicBezTo>
                    <a:pt x="11892" y="360"/>
                    <a:pt x="11924" y="391"/>
                    <a:pt x="11924" y="430"/>
                  </a:cubicBezTo>
                  <a:lnTo>
                    <a:pt x="11924" y="3072"/>
                  </a:lnTo>
                  <a:cubicBezTo>
                    <a:pt x="11924" y="3111"/>
                    <a:pt x="11892" y="3143"/>
                    <a:pt x="11854" y="3143"/>
                  </a:cubicBezTo>
                  <a:lnTo>
                    <a:pt x="429" y="3143"/>
                  </a:lnTo>
                  <a:cubicBezTo>
                    <a:pt x="391" y="3143"/>
                    <a:pt x="359" y="3111"/>
                    <a:pt x="359" y="3072"/>
                  </a:cubicBezTo>
                  <a:lnTo>
                    <a:pt x="359" y="430"/>
                  </a:lnTo>
                  <a:cubicBezTo>
                    <a:pt x="359" y="391"/>
                    <a:pt x="391" y="360"/>
                    <a:pt x="429" y="360"/>
                  </a:cubicBezTo>
                  <a:lnTo>
                    <a:pt x="9940" y="360"/>
                  </a:lnTo>
                  <a:cubicBezTo>
                    <a:pt x="10179" y="360"/>
                    <a:pt x="10179" y="1"/>
                    <a:pt x="99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9" name="Google Shape;22409;p91"/>
            <p:cNvSpPr/>
            <p:nvPr/>
          </p:nvSpPr>
          <p:spPr>
            <a:xfrm>
              <a:off x="1175151" y="2952670"/>
              <a:ext cx="45522" cy="39015"/>
            </a:xfrm>
            <a:custGeom>
              <a:rect b="b" l="l" r="r" t="t"/>
              <a:pathLst>
                <a:path extrusionOk="0" h="1499" w="1749">
                  <a:moveTo>
                    <a:pt x="750" y="358"/>
                  </a:moveTo>
                  <a:cubicBezTo>
                    <a:pt x="1094" y="358"/>
                    <a:pt x="1270" y="777"/>
                    <a:pt x="1024" y="1023"/>
                  </a:cubicBezTo>
                  <a:cubicBezTo>
                    <a:pt x="945" y="1103"/>
                    <a:pt x="847" y="1138"/>
                    <a:pt x="752" y="1138"/>
                  </a:cubicBezTo>
                  <a:cubicBezTo>
                    <a:pt x="551" y="1138"/>
                    <a:pt x="359" y="981"/>
                    <a:pt x="359" y="745"/>
                  </a:cubicBezTo>
                  <a:cubicBezTo>
                    <a:pt x="359" y="531"/>
                    <a:pt x="531" y="358"/>
                    <a:pt x="750" y="358"/>
                  </a:cubicBezTo>
                  <a:close/>
                  <a:moveTo>
                    <a:pt x="754" y="0"/>
                  </a:moveTo>
                  <a:cubicBezTo>
                    <a:pt x="369" y="0"/>
                    <a:pt x="0" y="299"/>
                    <a:pt x="0" y="749"/>
                  </a:cubicBezTo>
                  <a:cubicBezTo>
                    <a:pt x="0" y="1160"/>
                    <a:pt x="334" y="1495"/>
                    <a:pt x="750" y="1498"/>
                  </a:cubicBezTo>
                  <a:cubicBezTo>
                    <a:pt x="1415" y="1498"/>
                    <a:pt x="1749" y="692"/>
                    <a:pt x="1277" y="221"/>
                  </a:cubicBezTo>
                  <a:cubicBezTo>
                    <a:pt x="1125" y="68"/>
                    <a:pt x="937"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0" name="Google Shape;22410;p91"/>
            <p:cNvSpPr/>
            <p:nvPr/>
          </p:nvSpPr>
          <p:spPr>
            <a:xfrm>
              <a:off x="1124684" y="2952644"/>
              <a:ext cx="45548" cy="38911"/>
            </a:xfrm>
            <a:custGeom>
              <a:rect b="b" l="l" r="r" t="t"/>
              <a:pathLst>
                <a:path extrusionOk="0" h="1495" w="1750">
                  <a:moveTo>
                    <a:pt x="750" y="356"/>
                  </a:moveTo>
                  <a:cubicBezTo>
                    <a:pt x="964" y="356"/>
                    <a:pt x="1140" y="532"/>
                    <a:pt x="1140" y="746"/>
                  </a:cubicBezTo>
                  <a:cubicBezTo>
                    <a:pt x="1140" y="981"/>
                    <a:pt x="949" y="1136"/>
                    <a:pt x="750" y="1136"/>
                  </a:cubicBezTo>
                  <a:cubicBezTo>
                    <a:pt x="654" y="1136"/>
                    <a:pt x="555" y="1101"/>
                    <a:pt x="475" y="1021"/>
                  </a:cubicBezTo>
                  <a:cubicBezTo>
                    <a:pt x="229" y="778"/>
                    <a:pt x="402" y="356"/>
                    <a:pt x="750" y="356"/>
                  </a:cubicBezTo>
                  <a:close/>
                  <a:moveTo>
                    <a:pt x="750" y="0"/>
                  </a:moveTo>
                  <a:cubicBezTo>
                    <a:pt x="335" y="0"/>
                    <a:pt x="4" y="335"/>
                    <a:pt x="0" y="746"/>
                  </a:cubicBezTo>
                  <a:cubicBezTo>
                    <a:pt x="0" y="1196"/>
                    <a:pt x="369" y="1495"/>
                    <a:pt x="754" y="1495"/>
                  </a:cubicBezTo>
                  <a:cubicBezTo>
                    <a:pt x="938" y="1495"/>
                    <a:pt x="1125" y="1426"/>
                    <a:pt x="1278" y="1274"/>
                  </a:cubicBezTo>
                  <a:cubicBezTo>
                    <a:pt x="1749" y="802"/>
                    <a:pt x="1415"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1" name="Google Shape;22411;p91"/>
            <p:cNvSpPr/>
            <p:nvPr/>
          </p:nvSpPr>
          <p:spPr>
            <a:xfrm>
              <a:off x="942621" y="2967376"/>
              <a:ext cx="171651" cy="9474"/>
            </a:xfrm>
            <a:custGeom>
              <a:rect b="b" l="l" r="r" t="t"/>
              <a:pathLst>
                <a:path extrusionOk="0" h="364" w="6595">
                  <a:moveTo>
                    <a:pt x="240" y="1"/>
                  </a:moveTo>
                  <a:cubicBezTo>
                    <a:pt x="1" y="1"/>
                    <a:pt x="1" y="363"/>
                    <a:pt x="240" y="363"/>
                  </a:cubicBezTo>
                  <a:lnTo>
                    <a:pt x="6352" y="363"/>
                  </a:lnTo>
                  <a:cubicBezTo>
                    <a:pt x="6594" y="363"/>
                    <a:pt x="6594" y="1"/>
                    <a:pt x="63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2" name="Google Shape;22412;p91"/>
            <p:cNvSpPr/>
            <p:nvPr/>
          </p:nvSpPr>
          <p:spPr>
            <a:xfrm>
              <a:off x="1175151" y="3057691"/>
              <a:ext cx="45522" cy="39015"/>
            </a:xfrm>
            <a:custGeom>
              <a:rect b="b" l="l" r="r" t="t"/>
              <a:pathLst>
                <a:path extrusionOk="0" h="1499" w="1749">
                  <a:moveTo>
                    <a:pt x="750" y="359"/>
                  </a:moveTo>
                  <a:cubicBezTo>
                    <a:pt x="1094" y="359"/>
                    <a:pt x="1270" y="778"/>
                    <a:pt x="1024" y="1024"/>
                  </a:cubicBezTo>
                  <a:cubicBezTo>
                    <a:pt x="944" y="1104"/>
                    <a:pt x="846" y="1140"/>
                    <a:pt x="750" y="1140"/>
                  </a:cubicBezTo>
                  <a:cubicBezTo>
                    <a:pt x="550" y="1140"/>
                    <a:pt x="359" y="985"/>
                    <a:pt x="359" y="749"/>
                  </a:cubicBezTo>
                  <a:cubicBezTo>
                    <a:pt x="359" y="535"/>
                    <a:pt x="535" y="362"/>
                    <a:pt x="750" y="362"/>
                  </a:cubicBezTo>
                  <a:lnTo>
                    <a:pt x="750" y="359"/>
                  </a:lnTo>
                  <a:close/>
                  <a:moveTo>
                    <a:pt x="754" y="1"/>
                  </a:moveTo>
                  <a:cubicBezTo>
                    <a:pt x="369" y="1"/>
                    <a:pt x="0" y="299"/>
                    <a:pt x="0" y="749"/>
                  </a:cubicBezTo>
                  <a:cubicBezTo>
                    <a:pt x="0" y="1165"/>
                    <a:pt x="334" y="1495"/>
                    <a:pt x="750" y="1499"/>
                  </a:cubicBezTo>
                  <a:cubicBezTo>
                    <a:pt x="1415" y="1499"/>
                    <a:pt x="1749" y="693"/>
                    <a:pt x="1277" y="222"/>
                  </a:cubicBezTo>
                  <a:cubicBezTo>
                    <a:pt x="1125" y="69"/>
                    <a:pt x="937" y="1"/>
                    <a:pt x="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3" name="Google Shape;22413;p91"/>
            <p:cNvSpPr/>
            <p:nvPr/>
          </p:nvSpPr>
          <p:spPr>
            <a:xfrm>
              <a:off x="1124762" y="3057691"/>
              <a:ext cx="45548" cy="39015"/>
            </a:xfrm>
            <a:custGeom>
              <a:rect b="b" l="l" r="r" t="t"/>
              <a:pathLst>
                <a:path extrusionOk="0" h="1499" w="1750">
                  <a:moveTo>
                    <a:pt x="750" y="359"/>
                  </a:moveTo>
                  <a:cubicBezTo>
                    <a:pt x="1095" y="359"/>
                    <a:pt x="1271" y="778"/>
                    <a:pt x="1025" y="1024"/>
                  </a:cubicBezTo>
                  <a:cubicBezTo>
                    <a:pt x="945" y="1104"/>
                    <a:pt x="847" y="1140"/>
                    <a:pt x="751" y="1140"/>
                  </a:cubicBezTo>
                  <a:cubicBezTo>
                    <a:pt x="551" y="1140"/>
                    <a:pt x="360" y="985"/>
                    <a:pt x="360" y="749"/>
                  </a:cubicBezTo>
                  <a:cubicBezTo>
                    <a:pt x="360" y="535"/>
                    <a:pt x="536" y="362"/>
                    <a:pt x="750" y="362"/>
                  </a:cubicBezTo>
                  <a:lnTo>
                    <a:pt x="750" y="359"/>
                  </a:lnTo>
                  <a:close/>
                  <a:moveTo>
                    <a:pt x="754" y="1"/>
                  </a:moveTo>
                  <a:cubicBezTo>
                    <a:pt x="370" y="1"/>
                    <a:pt x="1" y="299"/>
                    <a:pt x="1" y="749"/>
                  </a:cubicBezTo>
                  <a:cubicBezTo>
                    <a:pt x="1" y="1165"/>
                    <a:pt x="335" y="1495"/>
                    <a:pt x="750" y="1499"/>
                  </a:cubicBezTo>
                  <a:cubicBezTo>
                    <a:pt x="1415" y="1499"/>
                    <a:pt x="1750" y="693"/>
                    <a:pt x="1278" y="222"/>
                  </a:cubicBezTo>
                  <a:cubicBezTo>
                    <a:pt x="1126" y="69"/>
                    <a:pt x="938" y="1"/>
                    <a:pt x="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4" name="Google Shape;22414;p91"/>
            <p:cNvSpPr/>
            <p:nvPr/>
          </p:nvSpPr>
          <p:spPr>
            <a:xfrm>
              <a:off x="944183" y="3072501"/>
              <a:ext cx="170090" cy="9370"/>
            </a:xfrm>
            <a:custGeom>
              <a:rect b="b" l="l" r="r" t="t"/>
              <a:pathLst>
                <a:path extrusionOk="0" h="360" w="6535">
                  <a:moveTo>
                    <a:pt x="180" y="1"/>
                  </a:moveTo>
                  <a:cubicBezTo>
                    <a:pt x="81" y="1"/>
                    <a:pt x="0" y="82"/>
                    <a:pt x="0" y="180"/>
                  </a:cubicBezTo>
                  <a:cubicBezTo>
                    <a:pt x="0" y="279"/>
                    <a:pt x="81" y="360"/>
                    <a:pt x="180" y="360"/>
                  </a:cubicBezTo>
                  <a:lnTo>
                    <a:pt x="6292" y="360"/>
                  </a:lnTo>
                  <a:cubicBezTo>
                    <a:pt x="6534" y="360"/>
                    <a:pt x="6534" y="1"/>
                    <a:pt x="6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5" name="Google Shape;22415;p91"/>
            <p:cNvSpPr/>
            <p:nvPr/>
          </p:nvSpPr>
          <p:spPr>
            <a:xfrm>
              <a:off x="1168540" y="3162738"/>
              <a:ext cx="45548" cy="39015"/>
            </a:xfrm>
            <a:custGeom>
              <a:rect b="b" l="l" r="r" t="t"/>
              <a:pathLst>
                <a:path extrusionOk="0" h="1499" w="1750">
                  <a:moveTo>
                    <a:pt x="1003" y="360"/>
                  </a:moveTo>
                  <a:cubicBezTo>
                    <a:pt x="1099" y="360"/>
                    <a:pt x="1196" y="395"/>
                    <a:pt x="1274" y="475"/>
                  </a:cubicBezTo>
                  <a:cubicBezTo>
                    <a:pt x="1521" y="721"/>
                    <a:pt x="1348" y="1140"/>
                    <a:pt x="1000" y="1140"/>
                  </a:cubicBezTo>
                  <a:cubicBezTo>
                    <a:pt x="785" y="1140"/>
                    <a:pt x="613" y="964"/>
                    <a:pt x="613" y="749"/>
                  </a:cubicBezTo>
                  <a:lnTo>
                    <a:pt x="609" y="749"/>
                  </a:lnTo>
                  <a:cubicBezTo>
                    <a:pt x="609" y="516"/>
                    <a:pt x="803" y="360"/>
                    <a:pt x="1003" y="360"/>
                  </a:cubicBezTo>
                  <a:close/>
                  <a:moveTo>
                    <a:pt x="996" y="1"/>
                  </a:moveTo>
                  <a:cubicBezTo>
                    <a:pt x="812" y="1"/>
                    <a:pt x="625" y="69"/>
                    <a:pt x="472" y="221"/>
                  </a:cubicBezTo>
                  <a:cubicBezTo>
                    <a:pt x="1" y="693"/>
                    <a:pt x="335" y="1498"/>
                    <a:pt x="1004" y="1498"/>
                  </a:cubicBezTo>
                  <a:cubicBezTo>
                    <a:pt x="1415" y="1495"/>
                    <a:pt x="1749" y="1161"/>
                    <a:pt x="1749" y="749"/>
                  </a:cubicBezTo>
                  <a:cubicBezTo>
                    <a:pt x="1749" y="299"/>
                    <a:pt x="1381" y="1"/>
                    <a:pt x="9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6" name="Google Shape;22416;p91"/>
            <p:cNvSpPr/>
            <p:nvPr/>
          </p:nvSpPr>
          <p:spPr>
            <a:xfrm>
              <a:off x="1118177" y="3162738"/>
              <a:ext cx="45548" cy="39015"/>
            </a:xfrm>
            <a:custGeom>
              <a:rect b="b" l="l" r="r" t="t"/>
              <a:pathLst>
                <a:path extrusionOk="0" h="1499" w="1750">
                  <a:moveTo>
                    <a:pt x="1003" y="360"/>
                  </a:moveTo>
                  <a:cubicBezTo>
                    <a:pt x="1099" y="360"/>
                    <a:pt x="1196" y="395"/>
                    <a:pt x="1274" y="475"/>
                  </a:cubicBezTo>
                  <a:cubicBezTo>
                    <a:pt x="1521" y="721"/>
                    <a:pt x="1348" y="1140"/>
                    <a:pt x="1000" y="1140"/>
                  </a:cubicBezTo>
                  <a:cubicBezTo>
                    <a:pt x="785" y="1140"/>
                    <a:pt x="609" y="964"/>
                    <a:pt x="609" y="749"/>
                  </a:cubicBezTo>
                  <a:cubicBezTo>
                    <a:pt x="609" y="516"/>
                    <a:pt x="803" y="360"/>
                    <a:pt x="1003" y="360"/>
                  </a:cubicBezTo>
                  <a:close/>
                  <a:moveTo>
                    <a:pt x="996" y="1"/>
                  </a:moveTo>
                  <a:cubicBezTo>
                    <a:pt x="812" y="1"/>
                    <a:pt x="625" y="69"/>
                    <a:pt x="472" y="221"/>
                  </a:cubicBezTo>
                  <a:cubicBezTo>
                    <a:pt x="1" y="693"/>
                    <a:pt x="335" y="1498"/>
                    <a:pt x="1003" y="1498"/>
                  </a:cubicBezTo>
                  <a:cubicBezTo>
                    <a:pt x="1415" y="1495"/>
                    <a:pt x="1749" y="1161"/>
                    <a:pt x="1749" y="749"/>
                  </a:cubicBezTo>
                  <a:cubicBezTo>
                    <a:pt x="1749" y="299"/>
                    <a:pt x="1380" y="1"/>
                    <a:pt x="9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7" name="Google Shape;22417;p91"/>
            <p:cNvSpPr/>
            <p:nvPr/>
          </p:nvSpPr>
          <p:spPr>
            <a:xfrm>
              <a:off x="942543" y="3177548"/>
              <a:ext cx="170064" cy="9370"/>
            </a:xfrm>
            <a:custGeom>
              <a:rect b="b" l="l" r="r" t="t"/>
              <a:pathLst>
                <a:path extrusionOk="0" h="360" w="6534">
                  <a:moveTo>
                    <a:pt x="243" y="1"/>
                  </a:moveTo>
                  <a:cubicBezTo>
                    <a:pt x="0" y="1"/>
                    <a:pt x="0" y="360"/>
                    <a:pt x="243" y="360"/>
                  </a:cubicBezTo>
                  <a:lnTo>
                    <a:pt x="6355" y="360"/>
                  </a:lnTo>
                  <a:cubicBezTo>
                    <a:pt x="6453" y="360"/>
                    <a:pt x="6534" y="279"/>
                    <a:pt x="6534" y="180"/>
                  </a:cubicBezTo>
                  <a:cubicBezTo>
                    <a:pt x="6534" y="82"/>
                    <a:pt x="6453" y="1"/>
                    <a:pt x="63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8" name="Google Shape;22418;p91"/>
            <p:cNvSpPr/>
            <p:nvPr/>
          </p:nvSpPr>
          <p:spPr>
            <a:xfrm>
              <a:off x="942621" y="3087337"/>
              <a:ext cx="26314" cy="9370"/>
            </a:xfrm>
            <a:custGeom>
              <a:rect b="b" l="l" r="r" t="t"/>
              <a:pathLst>
                <a:path extrusionOk="0" h="360" w="1011">
                  <a:moveTo>
                    <a:pt x="243" y="1"/>
                  </a:moveTo>
                  <a:cubicBezTo>
                    <a:pt x="1" y="1"/>
                    <a:pt x="1" y="360"/>
                    <a:pt x="243" y="360"/>
                  </a:cubicBezTo>
                  <a:lnTo>
                    <a:pt x="771" y="360"/>
                  </a:lnTo>
                  <a:cubicBezTo>
                    <a:pt x="1010" y="360"/>
                    <a:pt x="1010"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19" name="Google Shape;22419;p91"/>
          <p:cNvGrpSpPr/>
          <p:nvPr/>
        </p:nvGrpSpPr>
        <p:grpSpPr>
          <a:xfrm>
            <a:off x="4599121" y="3415570"/>
            <a:ext cx="365973" cy="243695"/>
            <a:chOff x="4599121" y="3415570"/>
            <a:chExt cx="365973" cy="243695"/>
          </a:xfrm>
        </p:grpSpPr>
        <p:sp>
          <p:nvSpPr>
            <p:cNvPr id="22420" name="Google Shape;22420;p91"/>
            <p:cNvSpPr/>
            <p:nvPr/>
          </p:nvSpPr>
          <p:spPr>
            <a:xfrm>
              <a:off x="4604795" y="3421243"/>
              <a:ext cx="354521" cy="232269"/>
            </a:xfrm>
            <a:custGeom>
              <a:rect b="b" l="l" r="r" t="t"/>
              <a:pathLst>
                <a:path extrusionOk="0" h="8924" w="13621">
                  <a:moveTo>
                    <a:pt x="472" y="0"/>
                  </a:moveTo>
                  <a:cubicBezTo>
                    <a:pt x="212" y="0"/>
                    <a:pt x="1" y="211"/>
                    <a:pt x="1" y="472"/>
                  </a:cubicBezTo>
                  <a:lnTo>
                    <a:pt x="1" y="8455"/>
                  </a:lnTo>
                  <a:cubicBezTo>
                    <a:pt x="1" y="8712"/>
                    <a:pt x="212" y="8923"/>
                    <a:pt x="472" y="8923"/>
                  </a:cubicBezTo>
                  <a:lnTo>
                    <a:pt x="13153" y="8923"/>
                  </a:lnTo>
                  <a:cubicBezTo>
                    <a:pt x="13410" y="8923"/>
                    <a:pt x="13621" y="8712"/>
                    <a:pt x="13621" y="8455"/>
                  </a:cubicBezTo>
                  <a:lnTo>
                    <a:pt x="13621" y="472"/>
                  </a:lnTo>
                  <a:cubicBezTo>
                    <a:pt x="13621" y="211"/>
                    <a:pt x="13410" y="0"/>
                    <a:pt x="131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1" name="Google Shape;22421;p91"/>
            <p:cNvSpPr/>
            <p:nvPr/>
          </p:nvSpPr>
          <p:spPr>
            <a:xfrm>
              <a:off x="4641520" y="3445683"/>
              <a:ext cx="281175" cy="183364"/>
            </a:xfrm>
            <a:custGeom>
              <a:rect b="b" l="l" r="r" t="t"/>
              <a:pathLst>
                <a:path extrusionOk="0" h="7045" w="10803">
                  <a:moveTo>
                    <a:pt x="1" y="1"/>
                  </a:moveTo>
                  <a:lnTo>
                    <a:pt x="1" y="7045"/>
                  </a:lnTo>
                  <a:lnTo>
                    <a:pt x="10802" y="7045"/>
                  </a:lnTo>
                  <a:lnTo>
                    <a:pt x="10802"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2" name="Google Shape;22422;p91"/>
            <p:cNvSpPr/>
            <p:nvPr/>
          </p:nvSpPr>
          <p:spPr>
            <a:xfrm>
              <a:off x="4721008" y="3470149"/>
              <a:ext cx="122277" cy="97811"/>
            </a:xfrm>
            <a:custGeom>
              <a:rect b="b" l="l" r="r" t="t"/>
              <a:pathLst>
                <a:path extrusionOk="0" h="3758" w="4698">
                  <a:moveTo>
                    <a:pt x="1878" y="1084"/>
                  </a:moveTo>
                  <a:cubicBezTo>
                    <a:pt x="1912" y="1084"/>
                    <a:pt x="1948" y="1091"/>
                    <a:pt x="1982" y="1108"/>
                  </a:cubicBezTo>
                  <a:lnTo>
                    <a:pt x="3101" y="1668"/>
                  </a:lnTo>
                  <a:cubicBezTo>
                    <a:pt x="3276" y="1756"/>
                    <a:pt x="3273" y="2002"/>
                    <a:pt x="3101" y="2090"/>
                  </a:cubicBezTo>
                  <a:lnTo>
                    <a:pt x="1982" y="2649"/>
                  </a:lnTo>
                  <a:cubicBezTo>
                    <a:pt x="1948" y="2667"/>
                    <a:pt x="1912" y="2674"/>
                    <a:pt x="1878" y="2674"/>
                  </a:cubicBezTo>
                  <a:cubicBezTo>
                    <a:pt x="1755" y="2674"/>
                    <a:pt x="1644" y="2576"/>
                    <a:pt x="1644" y="2438"/>
                  </a:cubicBezTo>
                  <a:lnTo>
                    <a:pt x="1644" y="1320"/>
                  </a:lnTo>
                  <a:cubicBezTo>
                    <a:pt x="1644" y="1182"/>
                    <a:pt x="1755" y="1084"/>
                    <a:pt x="1878" y="1084"/>
                  </a:cubicBezTo>
                  <a:close/>
                  <a:moveTo>
                    <a:pt x="940" y="0"/>
                  </a:moveTo>
                  <a:cubicBezTo>
                    <a:pt x="419" y="0"/>
                    <a:pt x="1" y="422"/>
                    <a:pt x="1" y="940"/>
                  </a:cubicBezTo>
                  <a:lnTo>
                    <a:pt x="1" y="2818"/>
                  </a:lnTo>
                  <a:cubicBezTo>
                    <a:pt x="1" y="3336"/>
                    <a:pt x="419" y="3758"/>
                    <a:pt x="940" y="3758"/>
                  </a:cubicBezTo>
                  <a:lnTo>
                    <a:pt x="3758" y="3758"/>
                  </a:lnTo>
                  <a:cubicBezTo>
                    <a:pt x="4276" y="3758"/>
                    <a:pt x="4698" y="3336"/>
                    <a:pt x="4698" y="2818"/>
                  </a:cubicBezTo>
                  <a:lnTo>
                    <a:pt x="4698" y="940"/>
                  </a:lnTo>
                  <a:cubicBezTo>
                    <a:pt x="4698" y="422"/>
                    <a:pt x="4276" y="0"/>
                    <a:pt x="37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3" name="Google Shape;22423;p91"/>
            <p:cNvSpPr/>
            <p:nvPr/>
          </p:nvSpPr>
          <p:spPr>
            <a:xfrm>
              <a:off x="4702606" y="3586258"/>
              <a:ext cx="24466" cy="24466"/>
            </a:xfrm>
            <a:custGeom>
              <a:rect b="b" l="l" r="r" t="t"/>
              <a:pathLst>
                <a:path extrusionOk="0" h="940" w="940">
                  <a:moveTo>
                    <a:pt x="468" y="0"/>
                  </a:moveTo>
                  <a:cubicBezTo>
                    <a:pt x="212" y="0"/>
                    <a:pt x="1" y="212"/>
                    <a:pt x="1" y="472"/>
                  </a:cubicBezTo>
                  <a:cubicBezTo>
                    <a:pt x="1" y="729"/>
                    <a:pt x="212" y="940"/>
                    <a:pt x="468" y="940"/>
                  </a:cubicBezTo>
                  <a:cubicBezTo>
                    <a:pt x="729" y="940"/>
                    <a:pt x="940" y="729"/>
                    <a:pt x="940" y="472"/>
                  </a:cubicBezTo>
                  <a:cubicBezTo>
                    <a:pt x="940" y="212"/>
                    <a:pt x="729" y="0"/>
                    <a:pt x="4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4" name="Google Shape;22424;p91"/>
            <p:cNvSpPr/>
            <p:nvPr/>
          </p:nvSpPr>
          <p:spPr>
            <a:xfrm>
              <a:off x="4599121" y="3415570"/>
              <a:ext cx="365973" cy="243695"/>
            </a:xfrm>
            <a:custGeom>
              <a:rect b="b" l="l" r="r" t="t"/>
              <a:pathLst>
                <a:path extrusionOk="0" h="9363" w="14061">
                  <a:moveTo>
                    <a:pt x="13371" y="440"/>
                  </a:moveTo>
                  <a:cubicBezTo>
                    <a:pt x="13508" y="440"/>
                    <a:pt x="13621" y="549"/>
                    <a:pt x="13621" y="690"/>
                  </a:cubicBezTo>
                  <a:lnTo>
                    <a:pt x="13621" y="8673"/>
                  </a:lnTo>
                  <a:cubicBezTo>
                    <a:pt x="13621" y="8810"/>
                    <a:pt x="13508" y="8923"/>
                    <a:pt x="13371" y="8923"/>
                  </a:cubicBezTo>
                  <a:lnTo>
                    <a:pt x="690" y="8923"/>
                  </a:lnTo>
                  <a:cubicBezTo>
                    <a:pt x="553" y="8923"/>
                    <a:pt x="440" y="8810"/>
                    <a:pt x="440" y="8673"/>
                  </a:cubicBezTo>
                  <a:lnTo>
                    <a:pt x="440" y="690"/>
                  </a:lnTo>
                  <a:cubicBezTo>
                    <a:pt x="440" y="549"/>
                    <a:pt x="553" y="440"/>
                    <a:pt x="690" y="440"/>
                  </a:cubicBezTo>
                  <a:close/>
                  <a:moveTo>
                    <a:pt x="690" y="0"/>
                  </a:moveTo>
                  <a:cubicBezTo>
                    <a:pt x="307" y="0"/>
                    <a:pt x="1" y="306"/>
                    <a:pt x="1" y="690"/>
                  </a:cubicBezTo>
                  <a:lnTo>
                    <a:pt x="1" y="8673"/>
                  </a:lnTo>
                  <a:cubicBezTo>
                    <a:pt x="1" y="9053"/>
                    <a:pt x="307" y="9363"/>
                    <a:pt x="690" y="9363"/>
                  </a:cubicBezTo>
                  <a:lnTo>
                    <a:pt x="13371" y="9363"/>
                  </a:lnTo>
                  <a:cubicBezTo>
                    <a:pt x="13751" y="9363"/>
                    <a:pt x="14060" y="9053"/>
                    <a:pt x="14060" y="8673"/>
                  </a:cubicBezTo>
                  <a:lnTo>
                    <a:pt x="14060" y="690"/>
                  </a:lnTo>
                  <a:cubicBezTo>
                    <a:pt x="14060" y="306"/>
                    <a:pt x="13751" y="0"/>
                    <a:pt x="13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5" name="Google Shape;22425;p91"/>
            <p:cNvSpPr/>
            <p:nvPr/>
          </p:nvSpPr>
          <p:spPr>
            <a:xfrm>
              <a:off x="4635768" y="3440009"/>
              <a:ext cx="292601" cy="194816"/>
            </a:xfrm>
            <a:custGeom>
              <a:rect b="b" l="l" r="r" t="t"/>
              <a:pathLst>
                <a:path extrusionOk="0" h="7485" w="11242">
                  <a:moveTo>
                    <a:pt x="10802" y="440"/>
                  </a:moveTo>
                  <a:lnTo>
                    <a:pt x="10802" y="7044"/>
                  </a:lnTo>
                  <a:lnTo>
                    <a:pt x="440" y="7044"/>
                  </a:lnTo>
                  <a:lnTo>
                    <a:pt x="440" y="440"/>
                  </a:lnTo>
                  <a:close/>
                  <a:moveTo>
                    <a:pt x="222" y="1"/>
                  </a:moveTo>
                  <a:cubicBezTo>
                    <a:pt x="99" y="1"/>
                    <a:pt x="0" y="96"/>
                    <a:pt x="0" y="219"/>
                  </a:cubicBezTo>
                  <a:lnTo>
                    <a:pt x="0" y="7263"/>
                  </a:lnTo>
                  <a:cubicBezTo>
                    <a:pt x="0" y="7386"/>
                    <a:pt x="99" y="7484"/>
                    <a:pt x="222" y="7484"/>
                  </a:cubicBezTo>
                  <a:lnTo>
                    <a:pt x="11023" y="7484"/>
                  </a:lnTo>
                  <a:cubicBezTo>
                    <a:pt x="11143" y="7484"/>
                    <a:pt x="11242" y="7386"/>
                    <a:pt x="11242" y="7263"/>
                  </a:cubicBezTo>
                  <a:lnTo>
                    <a:pt x="11242" y="219"/>
                  </a:lnTo>
                  <a:cubicBezTo>
                    <a:pt x="11242" y="96"/>
                    <a:pt x="11143" y="1"/>
                    <a:pt x="1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6" name="Google Shape;22426;p91"/>
            <p:cNvSpPr/>
            <p:nvPr/>
          </p:nvSpPr>
          <p:spPr>
            <a:xfrm>
              <a:off x="4617444" y="3525536"/>
              <a:ext cx="11478" cy="23659"/>
            </a:xfrm>
            <a:custGeom>
              <a:rect b="b" l="l" r="r" t="t"/>
              <a:pathLst>
                <a:path extrusionOk="0" h="909" w="441">
                  <a:moveTo>
                    <a:pt x="218" y="1"/>
                  </a:moveTo>
                  <a:cubicBezTo>
                    <a:pt x="99" y="1"/>
                    <a:pt x="0" y="99"/>
                    <a:pt x="0" y="219"/>
                  </a:cubicBezTo>
                  <a:lnTo>
                    <a:pt x="0" y="690"/>
                  </a:lnTo>
                  <a:cubicBezTo>
                    <a:pt x="0" y="810"/>
                    <a:pt x="99" y="909"/>
                    <a:pt x="218" y="909"/>
                  </a:cubicBezTo>
                  <a:cubicBezTo>
                    <a:pt x="342" y="909"/>
                    <a:pt x="440" y="810"/>
                    <a:pt x="440" y="690"/>
                  </a:cubicBezTo>
                  <a:lnTo>
                    <a:pt x="440" y="219"/>
                  </a:lnTo>
                  <a:cubicBezTo>
                    <a:pt x="440" y="99"/>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7" name="Google Shape;22427;p91"/>
            <p:cNvSpPr/>
            <p:nvPr/>
          </p:nvSpPr>
          <p:spPr>
            <a:xfrm>
              <a:off x="4935292" y="3519419"/>
              <a:ext cx="11478" cy="35918"/>
            </a:xfrm>
            <a:custGeom>
              <a:rect b="b" l="l" r="r" t="t"/>
              <a:pathLst>
                <a:path extrusionOk="0" h="1380" w="441">
                  <a:moveTo>
                    <a:pt x="219" y="0"/>
                  </a:moveTo>
                  <a:cubicBezTo>
                    <a:pt x="96" y="0"/>
                    <a:pt x="1" y="99"/>
                    <a:pt x="1" y="222"/>
                  </a:cubicBezTo>
                  <a:lnTo>
                    <a:pt x="1" y="1161"/>
                  </a:lnTo>
                  <a:cubicBezTo>
                    <a:pt x="1" y="1281"/>
                    <a:pt x="96" y="1379"/>
                    <a:pt x="219" y="1379"/>
                  </a:cubicBezTo>
                  <a:cubicBezTo>
                    <a:pt x="342" y="1379"/>
                    <a:pt x="441" y="1281"/>
                    <a:pt x="441" y="1161"/>
                  </a:cubicBezTo>
                  <a:lnTo>
                    <a:pt x="441" y="222"/>
                  </a:lnTo>
                  <a:cubicBezTo>
                    <a:pt x="441" y="99"/>
                    <a:pt x="34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8" name="Google Shape;22428;p91"/>
            <p:cNvSpPr/>
            <p:nvPr/>
          </p:nvSpPr>
          <p:spPr>
            <a:xfrm>
              <a:off x="4932013" y="3440009"/>
              <a:ext cx="14758" cy="11374"/>
            </a:xfrm>
            <a:custGeom>
              <a:rect b="b" l="l" r="r" t="t"/>
              <a:pathLst>
                <a:path extrusionOk="0" h="437" w="567">
                  <a:moveTo>
                    <a:pt x="345" y="1"/>
                  </a:moveTo>
                  <a:cubicBezTo>
                    <a:pt x="0" y="1"/>
                    <a:pt x="106" y="437"/>
                    <a:pt x="345" y="437"/>
                  </a:cubicBezTo>
                  <a:cubicBezTo>
                    <a:pt x="468" y="437"/>
                    <a:pt x="567" y="342"/>
                    <a:pt x="567" y="219"/>
                  </a:cubicBezTo>
                  <a:cubicBezTo>
                    <a:pt x="567" y="99"/>
                    <a:pt x="468"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9" name="Google Shape;22429;p91"/>
            <p:cNvSpPr/>
            <p:nvPr/>
          </p:nvSpPr>
          <p:spPr>
            <a:xfrm>
              <a:off x="4617444" y="3494953"/>
              <a:ext cx="11478" cy="17621"/>
            </a:xfrm>
            <a:custGeom>
              <a:rect b="b" l="l" r="r" t="t"/>
              <a:pathLst>
                <a:path extrusionOk="0" h="677" w="441">
                  <a:moveTo>
                    <a:pt x="218" y="1"/>
                  </a:moveTo>
                  <a:cubicBezTo>
                    <a:pt x="99" y="1"/>
                    <a:pt x="0" y="99"/>
                    <a:pt x="0" y="222"/>
                  </a:cubicBezTo>
                  <a:lnTo>
                    <a:pt x="0" y="454"/>
                  </a:lnTo>
                  <a:cubicBezTo>
                    <a:pt x="0" y="578"/>
                    <a:pt x="99" y="676"/>
                    <a:pt x="218" y="676"/>
                  </a:cubicBezTo>
                  <a:cubicBezTo>
                    <a:pt x="342" y="676"/>
                    <a:pt x="440" y="578"/>
                    <a:pt x="440" y="454"/>
                  </a:cubicBezTo>
                  <a:lnTo>
                    <a:pt x="440" y="222"/>
                  </a:lnTo>
                  <a:cubicBezTo>
                    <a:pt x="440" y="99"/>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0" name="Google Shape;22430;p91"/>
            <p:cNvSpPr/>
            <p:nvPr/>
          </p:nvSpPr>
          <p:spPr>
            <a:xfrm>
              <a:off x="4617444" y="3562182"/>
              <a:ext cx="11478" cy="17595"/>
            </a:xfrm>
            <a:custGeom>
              <a:rect b="b" l="l" r="r" t="t"/>
              <a:pathLst>
                <a:path extrusionOk="0" h="676" w="441">
                  <a:moveTo>
                    <a:pt x="218" y="0"/>
                  </a:moveTo>
                  <a:cubicBezTo>
                    <a:pt x="99" y="0"/>
                    <a:pt x="0" y="99"/>
                    <a:pt x="0" y="222"/>
                  </a:cubicBezTo>
                  <a:lnTo>
                    <a:pt x="0" y="458"/>
                  </a:lnTo>
                  <a:cubicBezTo>
                    <a:pt x="0" y="577"/>
                    <a:pt x="99" y="676"/>
                    <a:pt x="218" y="676"/>
                  </a:cubicBezTo>
                  <a:cubicBezTo>
                    <a:pt x="342" y="676"/>
                    <a:pt x="440" y="577"/>
                    <a:pt x="440" y="458"/>
                  </a:cubicBezTo>
                  <a:lnTo>
                    <a:pt x="440" y="222"/>
                  </a:lnTo>
                  <a:cubicBezTo>
                    <a:pt x="440" y="99"/>
                    <a:pt x="342" y="0"/>
                    <a:pt x="2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1" name="Google Shape;22431;p91"/>
            <p:cNvSpPr/>
            <p:nvPr/>
          </p:nvSpPr>
          <p:spPr>
            <a:xfrm>
              <a:off x="4658281" y="3580532"/>
              <a:ext cx="245648" cy="35918"/>
            </a:xfrm>
            <a:custGeom>
              <a:rect b="b" l="l" r="r" t="t"/>
              <a:pathLst>
                <a:path extrusionOk="0" h="1380" w="9438">
                  <a:moveTo>
                    <a:pt x="2173" y="442"/>
                  </a:moveTo>
                  <a:lnTo>
                    <a:pt x="2173" y="442"/>
                  </a:lnTo>
                  <a:cubicBezTo>
                    <a:pt x="2394" y="444"/>
                    <a:pt x="2505" y="710"/>
                    <a:pt x="2351" y="868"/>
                  </a:cubicBezTo>
                  <a:cubicBezTo>
                    <a:pt x="2300" y="918"/>
                    <a:pt x="2237" y="940"/>
                    <a:pt x="2176" y="940"/>
                  </a:cubicBezTo>
                  <a:cubicBezTo>
                    <a:pt x="2048" y="940"/>
                    <a:pt x="1925" y="842"/>
                    <a:pt x="1925" y="692"/>
                  </a:cubicBezTo>
                  <a:cubicBezTo>
                    <a:pt x="1925" y="552"/>
                    <a:pt x="2033" y="443"/>
                    <a:pt x="2173" y="442"/>
                  </a:cubicBezTo>
                  <a:close/>
                  <a:moveTo>
                    <a:pt x="2173" y="1"/>
                  </a:moveTo>
                  <a:cubicBezTo>
                    <a:pt x="1900" y="1"/>
                    <a:pt x="1626" y="157"/>
                    <a:pt x="1521" y="470"/>
                  </a:cubicBezTo>
                  <a:lnTo>
                    <a:pt x="296" y="470"/>
                  </a:lnTo>
                  <a:cubicBezTo>
                    <a:pt x="1" y="470"/>
                    <a:pt x="1" y="910"/>
                    <a:pt x="296" y="910"/>
                  </a:cubicBezTo>
                  <a:lnTo>
                    <a:pt x="1521" y="910"/>
                  </a:lnTo>
                  <a:cubicBezTo>
                    <a:pt x="1626" y="1223"/>
                    <a:pt x="1900" y="1380"/>
                    <a:pt x="2173" y="1380"/>
                  </a:cubicBezTo>
                  <a:cubicBezTo>
                    <a:pt x="2447" y="1380"/>
                    <a:pt x="2720" y="1223"/>
                    <a:pt x="2826" y="910"/>
                  </a:cubicBezTo>
                  <a:lnTo>
                    <a:pt x="9219" y="910"/>
                  </a:lnTo>
                  <a:cubicBezTo>
                    <a:pt x="9339" y="910"/>
                    <a:pt x="9437" y="812"/>
                    <a:pt x="9437" y="692"/>
                  </a:cubicBezTo>
                  <a:cubicBezTo>
                    <a:pt x="9437" y="569"/>
                    <a:pt x="9339" y="470"/>
                    <a:pt x="9219" y="470"/>
                  </a:cubicBezTo>
                  <a:lnTo>
                    <a:pt x="2826" y="470"/>
                  </a:lnTo>
                  <a:cubicBezTo>
                    <a:pt x="2720" y="157"/>
                    <a:pt x="2447" y="1"/>
                    <a:pt x="2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2" name="Google Shape;22432;p91"/>
            <p:cNvSpPr/>
            <p:nvPr/>
          </p:nvSpPr>
          <p:spPr>
            <a:xfrm>
              <a:off x="4757915" y="3492585"/>
              <a:ext cx="55074" cy="52914"/>
            </a:xfrm>
            <a:custGeom>
              <a:rect b="b" l="l" r="r" t="t"/>
              <a:pathLst>
                <a:path extrusionOk="0" h="2033" w="2116">
                  <a:moveTo>
                    <a:pt x="463" y="441"/>
                  </a:moveTo>
                  <a:cubicBezTo>
                    <a:pt x="464" y="441"/>
                    <a:pt x="465" y="442"/>
                    <a:pt x="465" y="443"/>
                  </a:cubicBezTo>
                  <a:lnTo>
                    <a:pt x="1584" y="1003"/>
                  </a:lnTo>
                  <a:cubicBezTo>
                    <a:pt x="1595" y="1006"/>
                    <a:pt x="1595" y="1024"/>
                    <a:pt x="1584" y="1028"/>
                  </a:cubicBezTo>
                  <a:lnTo>
                    <a:pt x="465" y="1587"/>
                  </a:lnTo>
                  <a:cubicBezTo>
                    <a:pt x="463" y="1589"/>
                    <a:pt x="460" y="1589"/>
                    <a:pt x="458" y="1589"/>
                  </a:cubicBezTo>
                  <a:cubicBezTo>
                    <a:pt x="450" y="1589"/>
                    <a:pt x="444" y="1581"/>
                    <a:pt x="444" y="1573"/>
                  </a:cubicBezTo>
                  <a:lnTo>
                    <a:pt x="444" y="458"/>
                  </a:lnTo>
                  <a:cubicBezTo>
                    <a:pt x="444" y="450"/>
                    <a:pt x="448" y="447"/>
                    <a:pt x="451" y="443"/>
                  </a:cubicBezTo>
                  <a:lnTo>
                    <a:pt x="458" y="443"/>
                  </a:lnTo>
                  <a:cubicBezTo>
                    <a:pt x="460" y="442"/>
                    <a:pt x="462" y="441"/>
                    <a:pt x="463" y="441"/>
                  </a:cubicBezTo>
                  <a:close/>
                  <a:moveTo>
                    <a:pt x="458" y="1"/>
                  </a:moveTo>
                  <a:cubicBezTo>
                    <a:pt x="218" y="1"/>
                    <a:pt x="1" y="192"/>
                    <a:pt x="1" y="458"/>
                  </a:cubicBezTo>
                  <a:lnTo>
                    <a:pt x="1" y="1576"/>
                  </a:lnTo>
                  <a:cubicBezTo>
                    <a:pt x="1" y="1735"/>
                    <a:pt x="85" y="1882"/>
                    <a:pt x="219" y="1963"/>
                  </a:cubicBezTo>
                  <a:cubicBezTo>
                    <a:pt x="292" y="2009"/>
                    <a:pt x="375" y="2033"/>
                    <a:pt x="459" y="2033"/>
                  </a:cubicBezTo>
                  <a:cubicBezTo>
                    <a:pt x="528" y="2033"/>
                    <a:pt x="598" y="2017"/>
                    <a:pt x="662" y="1985"/>
                  </a:cubicBezTo>
                  <a:lnTo>
                    <a:pt x="1781" y="1425"/>
                  </a:lnTo>
                  <a:cubicBezTo>
                    <a:pt x="2115" y="1256"/>
                    <a:pt x="2115" y="778"/>
                    <a:pt x="1781" y="609"/>
                  </a:cubicBezTo>
                  <a:lnTo>
                    <a:pt x="662" y="49"/>
                  </a:lnTo>
                  <a:cubicBezTo>
                    <a:pt x="595" y="16"/>
                    <a:pt x="526" y="1"/>
                    <a:pt x="4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3" name="Google Shape;22433;p91"/>
            <p:cNvSpPr/>
            <p:nvPr/>
          </p:nvSpPr>
          <p:spPr>
            <a:xfrm>
              <a:off x="4715256" y="3464449"/>
              <a:ext cx="133729" cy="109289"/>
            </a:xfrm>
            <a:custGeom>
              <a:rect b="b" l="l" r="r" t="t"/>
              <a:pathLst>
                <a:path extrusionOk="0" h="4199" w="5138">
                  <a:moveTo>
                    <a:pt x="3979" y="441"/>
                  </a:moveTo>
                  <a:cubicBezTo>
                    <a:pt x="4374" y="441"/>
                    <a:pt x="4697" y="761"/>
                    <a:pt x="4697" y="1159"/>
                  </a:cubicBezTo>
                  <a:lnTo>
                    <a:pt x="4697" y="3037"/>
                  </a:lnTo>
                  <a:cubicBezTo>
                    <a:pt x="4697" y="3435"/>
                    <a:pt x="4374" y="3755"/>
                    <a:pt x="3979" y="3755"/>
                  </a:cubicBezTo>
                  <a:lnTo>
                    <a:pt x="1161" y="3755"/>
                  </a:lnTo>
                  <a:cubicBezTo>
                    <a:pt x="764" y="3755"/>
                    <a:pt x="440" y="3435"/>
                    <a:pt x="440" y="3037"/>
                  </a:cubicBezTo>
                  <a:lnTo>
                    <a:pt x="440" y="1159"/>
                  </a:lnTo>
                  <a:cubicBezTo>
                    <a:pt x="440" y="761"/>
                    <a:pt x="760" y="441"/>
                    <a:pt x="1158" y="441"/>
                  </a:cubicBezTo>
                  <a:close/>
                  <a:moveTo>
                    <a:pt x="1161" y="1"/>
                  </a:moveTo>
                  <a:cubicBezTo>
                    <a:pt x="521" y="1"/>
                    <a:pt x="0" y="518"/>
                    <a:pt x="0" y="1159"/>
                  </a:cubicBezTo>
                  <a:lnTo>
                    <a:pt x="0" y="3037"/>
                  </a:lnTo>
                  <a:cubicBezTo>
                    <a:pt x="0" y="3678"/>
                    <a:pt x="517" y="4195"/>
                    <a:pt x="1158" y="4198"/>
                  </a:cubicBezTo>
                  <a:lnTo>
                    <a:pt x="3979" y="4198"/>
                  </a:lnTo>
                  <a:cubicBezTo>
                    <a:pt x="4616" y="4195"/>
                    <a:pt x="5137" y="3678"/>
                    <a:pt x="5137" y="3037"/>
                  </a:cubicBezTo>
                  <a:lnTo>
                    <a:pt x="5137" y="1159"/>
                  </a:lnTo>
                  <a:cubicBezTo>
                    <a:pt x="5137" y="518"/>
                    <a:pt x="4616" y="1"/>
                    <a:pt x="3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34" name="Google Shape;22434;p91"/>
          <p:cNvGrpSpPr/>
          <p:nvPr/>
        </p:nvGrpSpPr>
        <p:grpSpPr>
          <a:xfrm>
            <a:off x="3236451" y="1990798"/>
            <a:ext cx="356160" cy="356186"/>
            <a:chOff x="3236451" y="1990798"/>
            <a:chExt cx="356160" cy="356186"/>
          </a:xfrm>
        </p:grpSpPr>
        <p:sp>
          <p:nvSpPr>
            <p:cNvPr id="22435" name="Google Shape;22435;p91"/>
            <p:cNvSpPr/>
            <p:nvPr/>
          </p:nvSpPr>
          <p:spPr>
            <a:xfrm>
              <a:off x="3342123" y="2018283"/>
              <a:ext cx="167253" cy="152990"/>
            </a:xfrm>
            <a:custGeom>
              <a:rect b="b" l="l" r="r" t="t"/>
              <a:pathLst>
                <a:path extrusionOk="0" h="5878" w="6426">
                  <a:moveTo>
                    <a:pt x="645" y="0"/>
                  </a:moveTo>
                  <a:cubicBezTo>
                    <a:pt x="289" y="0"/>
                    <a:pt x="1" y="285"/>
                    <a:pt x="1" y="641"/>
                  </a:cubicBezTo>
                  <a:lnTo>
                    <a:pt x="1" y="4068"/>
                  </a:lnTo>
                  <a:cubicBezTo>
                    <a:pt x="1" y="4423"/>
                    <a:pt x="286" y="4712"/>
                    <a:pt x="641" y="4712"/>
                  </a:cubicBezTo>
                  <a:lnTo>
                    <a:pt x="2355" y="4712"/>
                  </a:lnTo>
                  <a:lnTo>
                    <a:pt x="4079" y="5859"/>
                  </a:lnTo>
                  <a:cubicBezTo>
                    <a:pt x="4098" y="5872"/>
                    <a:pt x="4118" y="5877"/>
                    <a:pt x="4138" y="5877"/>
                  </a:cubicBezTo>
                  <a:cubicBezTo>
                    <a:pt x="4199" y="5877"/>
                    <a:pt x="4255" y="5822"/>
                    <a:pt x="4244" y="5753"/>
                  </a:cubicBezTo>
                  <a:lnTo>
                    <a:pt x="4068" y="4712"/>
                  </a:lnTo>
                  <a:lnTo>
                    <a:pt x="5782" y="4712"/>
                  </a:lnTo>
                  <a:cubicBezTo>
                    <a:pt x="6137" y="4712"/>
                    <a:pt x="6426" y="4423"/>
                    <a:pt x="6426" y="4068"/>
                  </a:cubicBezTo>
                  <a:lnTo>
                    <a:pt x="6426" y="641"/>
                  </a:lnTo>
                  <a:cubicBezTo>
                    <a:pt x="6426" y="289"/>
                    <a:pt x="6137" y="0"/>
                    <a:pt x="578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6" name="Google Shape;22436;p91"/>
            <p:cNvSpPr/>
            <p:nvPr/>
          </p:nvSpPr>
          <p:spPr>
            <a:xfrm>
              <a:off x="3242594" y="2152065"/>
              <a:ext cx="122459" cy="122668"/>
            </a:xfrm>
            <a:custGeom>
              <a:rect b="b" l="l" r="r" t="t"/>
              <a:pathLst>
                <a:path extrusionOk="0" h="4713" w="4705">
                  <a:moveTo>
                    <a:pt x="2354" y="1"/>
                  </a:moveTo>
                  <a:cubicBezTo>
                    <a:pt x="1327" y="1"/>
                    <a:pt x="567" y="824"/>
                    <a:pt x="493" y="1831"/>
                  </a:cubicBezTo>
                  <a:cubicBezTo>
                    <a:pt x="454" y="2362"/>
                    <a:pt x="278" y="3382"/>
                    <a:pt x="53" y="3973"/>
                  </a:cubicBezTo>
                  <a:cubicBezTo>
                    <a:pt x="0" y="4103"/>
                    <a:pt x="60" y="4248"/>
                    <a:pt x="190" y="4308"/>
                  </a:cubicBezTo>
                  <a:cubicBezTo>
                    <a:pt x="623" y="4505"/>
                    <a:pt x="1084" y="4642"/>
                    <a:pt x="1556" y="4712"/>
                  </a:cubicBezTo>
                  <a:lnTo>
                    <a:pt x="3153" y="4712"/>
                  </a:lnTo>
                  <a:cubicBezTo>
                    <a:pt x="3624" y="4642"/>
                    <a:pt x="4085" y="4505"/>
                    <a:pt x="4518" y="4308"/>
                  </a:cubicBezTo>
                  <a:cubicBezTo>
                    <a:pt x="4645" y="4251"/>
                    <a:pt x="4705" y="4103"/>
                    <a:pt x="4655" y="3973"/>
                  </a:cubicBezTo>
                  <a:cubicBezTo>
                    <a:pt x="4434" y="3382"/>
                    <a:pt x="4254" y="2362"/>
                    <a:pt x="4216" y="1831"/>
                  </a:cubicBezTo>
                  <a:cubicBezTo>
                    <a:pt x="4142" y="821"/>
                    <a:pt x="3382" y="1"/>
                    <a:pt x="235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7" name="Google Shape;22437;p91"/>
            <p:cNvSpPr/>
            <p:nvPr/>
          </p:nvSpPr>
          <p:spPr>
            <a:xfrm>
              <a:off x="3275831" y="2152065"/>
              <a:ext cx="89326" cy="122563"/>
            </a:xfrm>
            <a:custGeom>
              <a:rect b="b" l="l" r="r" t="t"/>
              <a:pathLst>
                <a:path extrusionOk="0" h="4709" w="3432">
                  <a:moveTo>
                    <a:pt x="1070" y="1"/>
                  </a:moveTo>
                  <a:cubicBezTo>
                    <a:pt x="282" y="1"/>
                    <a:pt x="1" y="1078"/>
                    <a:pt x="680" y="1479"/>
                  </a:cubicBezTo>
                  <a:cubicBezTo>
                    <a:pt x="704" y="1493"/>
                    <a:pt x="725" y="1503"/>
                    <a:pt x="746" y="1514"/>
                  </a:cubicBezTo>
                  <a:lnTo>
                    <a:pt x="1341" y="4709"/>
                  </a:lnTo>
                  <a:lnTo>
                    <a:pt x="1876" y="4709"/>
                  </a:lnTo>
                  <a:cubicBezTo>
                    <a:pt x="2347" y="4642"/>
                    <a:pt x="2808" y="4505"/>
                    <a:pt x="3241" y="4304"/>
                  </a:cubicBezTo>
                  <a:cubicBezTo>
                    <a:pt x="3368" y="4248"/>
                    <a:pt x="3431" y="4103"/>
                    <a:pt x="3378" y="3973"/>
                  </a:cubicBezTo>
                  <a:cubicBezTo>
                    <a:pt x="3157" y="3379"/>
                    <a:pt x="2977" y="2362"/>
                    <a:pt x="2939" y="1831"/>
                  </a:cubicBezTo>
                  <a:cubicBezTo>
                    <a:pt x="2865" y="821"/>
                    <a:pt x="2105" y="1"/>
                    <a:pt x="107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8" name="Google Shape;22438;p91"/>
            <p:cNvSpPr/>
            <p:nvPr/>
          </p:nvSpPr>
          <p:spPr>
            <a:xfrm>
              <a:off x="3241761" y="2244670"/>
              <a:ext cx="122642" cy="96900"/>
            </a:xfrm>
            <a:custGeom>
              <a:rect b="b" l="l" r="r" t="t"/>
              <a:pathLst>
                <a:path extrusionOk="0" h="3723" w="4712">
                  <a:moveTo>
                    <a:pt x="1573" y="0"/>
                  </a:moveTo>
                  <a:lnTo>
                    <a:pt x="1573" y="785"/>
                  </a:lnTo>
                  <a:cubicBezTo>
                    <a:pt x="1573" y="982"/>
                    <a:pt x="1461" y="1165"/>
                    <a:pt x="1285" y="1253"/>
                  </a:cubicBezTo>
                  <a:lnTo>
                    <a:pt x="437" y="1678"/>
                  </a:lnTo>
                  <a:cubicBezTo>
                    <a:pt x="170" y="1809"/>
                    <a:pt x="1" y="2083"/>
                    <a:pt x="4" y="2382"/>
                  </a:cubicBezTo>
                  <a:lnTo>
                    <a:pt x="4" y="3723"/>
                  </a:lnTo>
                  <a:lnTo>
                    <a:pt x="4712" y="3723"/>
                  </a:lnTo>
                  <a:lnTo>
                    <a:pt x="4712" y="2379"/>
                  </a:lnTo>
                  <a:cubicBezTo>
                    <a:pt x="4712" y="2083"/>
                    <a:pt x="4547" y="1809"/>
                    <a:pt x="4279" y="1678"/>
                  </a:cubicBezTo>
                  <a:lnTo>
                    <a:pt x="3431" y="1253"/>
                  </a:lnTo>
                  <a:cubicBezTo>
                    <a:pt x="3255" y="1165"/>
                    <a:pt x="3143" y="982"/>
                    <a:pt x="3143" y="785"/>
                  </a:cubicBezTo>
                  <a:lnTo>
                    <a:pt x="3143"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9" name="Google Shape;22439;p91"/>
            <p:cNvSpPr/>
            <p:nvPr/>
          </p:nvSpPr>
          <p:spPr>
            <a:xfrm>
              <a:off x="3282338" y="2244670"/>
              <a:ext cx="41696" cy="27303"/>
            </a:xfrm>
            <a:custGeom>
              <a:rect b="b" l="l" r="r" t="t"/>
              <a:pathLst>
                <a:path extrusionOk="0" h="1049" w="1602">
                  <a:moveTo>
                    <a:pt x="14" y="0"/>
                  </a:moveTo>
                  <a:lnTo>
                    <a:pt x="14" y="785"/>
                  </a:lnTo>
                  <a:cubicBezTo>
                    <a:pt x="14" y="820"/>
                    <a:pt x="11" y="852"/>
                    <a:pt x="0" y="887"/>
                  </a:cubicBezTo>
                  <a:cubicBezTo>
                    <a:pt x="254" y="992"/>
                    <a:pt x="528" y="1045"/>
                    <a:pt x="803" y="1049"/>
                  </a:cubicBezTo>
                  <a:cubicBezTo>
                    <a:pt x="1077" y="1045"/>
                    <a:pt x="1348" y="992"/>
                    <a:pt x="1601" y="887"/>
                  </a:cubicBezTo>
                  <a:cubicBezTo>
                    <a:pt x="1591" y="852"/>
                    <a:pt x="1587" y="820"/>
                    <a:pt x="1587" y="785"/>
                  </a:cubicBezTo>
                  <a:lnTo>
                    <a:pt x="1587"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0" name="Google Shape;22440;p91"/>
            <p:cNvSpPr/>
            <p:nvPr/>
          </p:nvSpPr>
          <p:spPr>
            <a:xfrm>
              <a:off x="3241761" y="2280458"/>
              <a:ext cx="122746" cy="61113"/>
            </a:xfrm>
            <a:custGeom>
              <a:rect b="b" l="l" r="r" t="t"/>
              <a:pathLst>
                <a:path extrusionOk="0" h="2348" w="4716">
                  <a:moveTo>
                    <a:pt x="1042" y="1"/>
                  </a:moveTo>
                  <a:lnTo>
                    <a:pt x="437" y="303"/>
                  </a:lnTo>
                  <a:cubicBezTo>
                    <a:pt x="170" y="434"/>
                    <a:pt x="1" y="708"/>
                    <a:pt x="4" y="1007"/>
                  </a:cubicBezTo>
                  <a:lnTo>
                    <a:pt x="4" y="2348"/>
                  </a:lnTo>
                  <a:lnTo>
                    <a:pt x="4715" y="2348"/>
                  </a:lnTo>
                  <a:lnTo>
                    <a:pt x="4715" y="1004"/>
                  </a:lnTo>
                  <a:cubicBezTo>
                    <a:pt x="4715" y="708"/>
                    <a:pt x="4547" y="434"/>
                    <a:pt x="4279" y="303"/>
                  </a:cubicBezTo>
                  <a:lnTo>
                    <a:pt x="3678" y="1"/>
                  </a:lnTo>
                  <a:cubicBezTo>
                    <a:pt x="3368" y="479"/>
                    <a:pt x="2863" y="719"/>
                    <a:pt x="2359" y="719"/>
                  </a:cubicBezTo>
                  <a:cubicBezTo>
                    <a:pt x="1854" y="719"/>
                    <a:pt x="1350" y="479"/>
                    <a:pt x="1042"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1" name="Google Shape;22441;p91"/>
            <p:cNvSpPr/>
            <p:nvPr/>
          </p:nvSpPr>
          <p:spPr>
            <a:xfrm>
              <a:off x="3262192" y="2191262"/>
              <a:ext cx="81804" cy="67073"/>
            </a:xfrm>
            <a:custGeom>
              <a:rect b="b" l="l" r="r" t="t"/>
              <a:pathLst>
                <a:path extrusionOk="0" h="2577" w="3143">
                  <a:moveTo>
                    <a:pt x="1215" y="1"/>
                  </a:moveTo>
                  <a:cubicBezTo>
                    <a:pt x="1116" y="1"/>
                    <a:pt x="1022" y="58"/>
                    <a:pt x="978" y="152"/>
                  </a:cubicBezTo>
                  <a:cubicBezTo>
                    <a:pt x="890" y="332"/>
                    <a:pt x="771" y="493"/>
                    <a:pt x="620" y="624"/>
                  </a:cubicBezTo>
                  <a:cubicBezTo>
                    <a:pt x="479" y="747"/>
                    <a:pt x="324" y="852"/>
                    <a:pt x="159" y="937"/>
                  </a:cubicBezTo>
                  <a:cubicBezTo>
                    <a:pt x="57" y="990"/>
                    <a:pt x="0" y="1099"/>
                    <a:pt x="18" y="1208"/>
                  </a:cubicBezTo>
                  <a:cubicBezTo>
                    <a:pt x="120" y="1992"/>
                    <a:pt x="785" y="2576"/>
                    <a:pt x="1577" y="2576"/>
                  </a:cubicBezTo>
                  <a:cubicBezTo>
                    <a:pt x="2393" y="2573"/>
                    <a:pt x="3072" y="1947"/>
                    <a:pt x="3139" y="1130"/>
                  </a:cubicBezTo>
                  <a:cubicBezTo>
                    <a:pt x="3142" y="1049"/>
                    <a:pt x="3111" y="972"/>
                    <a:pt x="3051" y="919"/>
                  </a:cubicBezTo>
                  <a:cubicBezTo>
                    <a:pt x="2534" y="486"/>
                    <a:pt x="1925" y="177"/>
                    <a:pt x="1274" y="8"/>
                  </a:cubicBezTo>
                  <a:cubicBezTo>
                    <a:pt x="1254" y="3"/>
                    <a:pt x="1234" y="1"/>
                    <a:pt x="121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2" name="Google Shape;22442;p91"/>
            <p:cNvSpPr/>
            <p:nvPr/>
          </p:nvSpPr>
          <p:spPr>
            <a:xfrm>
              <a:off x="3262192" y="2191262"/>
              <a:ext cx="81883" cy="66422"/>
            </a:xfrm>
            <a:custGeom>
              <a:rect b="b" l="l" r="r" t="t"/>
              <a:pathLst>
                <a:path extrusionOk="0" h="2552" w="3146">
                  <a:moveTo>
                    <a:pt x="1213" y="1"/>
                  </a:moveTo>
                  <a:cubicBezTo>
                    <a:pt x="1112" y="1"/>
                    <a:pt x="1020" y="58"/>
                    <a:pt x="978" y="152"/>
                  </a:cubicBezTo>
                  <a:cubicBezTo>
                    <a:pt x="915" y="279"/>
                    <a:pt x="834" y="398"/>
                    <a:pt x="739" y="500"/>
                  </a:cubicBezTo>
                  <a:cubicBezTo>
                    <a:pt x="700" y="546"/>
                    <a:pt x="662" y="585"/>
                    <a:pt x="620" y="624"/>
                  </a:cubicBezTo>
                  <a:cubicBezTo>
                    <a:pt x="479" y="747"/>
                    <a:pt x="324" y="852"/>
                    <a:pt x="155" y="937"/>
                  </a:cubicBezTo>
                  <a:cubicBezTo>
                    <a:pt x="57" y="986"/>
                    <a:pt x="0" y="1095"/>
                    <a:pt x="18" y="1208"/>
                  </a:cubicBezTo>
                  <a:cubicBezTo>
                    <a:pt x="109" y="1901"/>
                    <a:pt x="644" y="2450"/>
                    <a:pt x="1337" y="2552"/>
                  </a:cubicBezTo>
                  <a:cubicBezTo>
                    <a:pt x="1024" y="2341"/>
                    <a:pt x="788" y="2052"/>
                    <a:pt x="788" y="1528"/>
                  </a:cubicBezTo>
                  <a:lnTo>
                    <a:pt x="788" y="1155"/>
                  </a:lnTo>
                  <a:cubicBezTo>
                    <a:pt x="848" y="1113"/>
                    <a:pt x="908" y="1067"/>
                    <a:pt x="968" y="1014"/>
                  </a:cubicBezTo>
                  <a:cubicBezTo>
                    <a:pt x="1112" y="884"/>
                    <a:pt x="1239" y="736"/>
                    <a:pt x="1341" y="574"/>
                  </a:cubicBezTo>
                  <a:cubicBezTo>
                    <a:pt x="2643" y="849"/>
                    <a:pt x="3065" y="1486"/>
                    <a:pt x="3065" y="1486"/>
                  </a:cubicBezTo>
                  <a:cubicBezTo>
                    <a:pt x="3104" y="1370"/>
                    <a:pt x="3128" y="1253"/>
                    <a:pt x="3139" y="1134"/>
                  </a:cubicBezTo>
                  <a:cubicBezTo>
                    <a:pt x="3146" y="1053"/>
                    <a:pt x="3111" y="972"/>
                    <a:pt x="3047" y="919"/>
                  </a:cubicBezTo>
                  <a:cubicBezTo>
                    <a:pt x="2534" y="486"/>
                    <a:pt x="1925" y="177"/>
                    <a:pt x="1274" y="8"/>
                  </a:cubicBezTo>
                  <a:cubicBezTo>
                    <a:pt x="1254" y="3"/>
                    <a:pt x="1233" y="1"/>
                    <a:pt x="121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3" name="Google Shape;22443;p91"/>
            <p:cNvSpPr/>
            <p:nvPr/>
          </p:nvSpPr>
          <p:spPr>
            <a:xfrm>
              <a:off x="3342045" y="2294305"/>
              <a:ext cx="22462" cy="47266"/>
            </a:xfrm>
            <a:custGeom>
              <a:rect b="b" l="l" r="r" t="t"/>
              <a:pathLst>
                <a:path extrusionOk="0" h="1816" w="863">
                  <a:moveTo>
                    <a:pt x="701" y="0"/>
                  </a:moveTo>
                  <a:lnTo>
                    <a:pt x="124" y="584"/>
                  </a:lnTo>
                  <a:cubicBezTo>
                    <a:pt x="46" y="662"/>
                    <a:pt x="0" y="771"/>
                    <a:pt x="4" y="883"/>
                  </a:cubicBezTo>
                  <a:lnTo>
                    <a:pt x="4" y="1816"/>
                  </a:lnTo>
                  <a:lnTo>
                    <a:pt x="862" y="1816"/>
                  </a:lnTo>
                  <a:lnTo>
                    <a:pt x="862" y="472"/>
                  </a:lnTo>
                  <a:cubicBezTo>
                    <a:pt x="859" y="303"/>
                    <a:pt x="803" y="137"/>
                    <a:pt x="70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4" name="Google Shape;22444;p91"/>
            <p:cNvSpPr/>
            <p:nvPr/>
          </p:nvSpPr>
          <p:spPr>
            <a:xfrm>
              <a:off x="3241761" y="2294305"/>
              <a:ext cx="22384" cy="47266"/>
            </a:xfrm>
            <a:custGeom>
              <a:rect b="b" l="l" r="r" t="t"/>
              <a:pathLst>
                <a:path extrusionOk="0" h="1816" w="860">
                  <a:moveTo>
                    <a:pt x="163" y="0"/>
                  </a:moveTo>
                  <a:cubicBezTo>
                    <a:pt x="57" y="137"/>
                    <a:pt x="1" y="303"/>
                    <a:pt x="1" y="472"/>
                  </a:cubicBezTo>
                  <a:lnTo>
                    <a:pt x="1" y="1816"/>
                  </a:lnTo>
                  <a:lnTo>
                    <a:pt x="856" y="1816"/>
                  </a:lnTo>
                  <a:lnTo>
                    <a:pt x="856" y="883"/>
                  </a:lnTo>
                  <a:cubicBezTo>
                    <a:pt x="859" y="771"/>
                    <a:pt x="813" y="662"/>
                    <a:pt x="736" y="584"/>
                  </a:cubicBezTo>
                  <a:lnTo>
                    <a:pt x="163"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5" name="Google Shape;22445;p91"/>
            <p:cNvSpPr/>
            <p:nvPr/>
          </p:nvSpPr>
          <p:spPr>
            <a:xfrm>
              <a:off x="3476581" y="2163881"/>
              <a:ext cx="31415" cy="68999"/>
            </a:xfrm>
            <a:custGeom>
              <a:rect b="b" l="l" r="r" t="t"/>
              <a:pathLst>
                <a:path extrusionOk="0" h="2651" w="1207">
                  <a:moveTo>
                    <a:pt x="721" y="1"/>
                  </a:moveTo>
                  <a:cubicBezTo>
                    <a:pt x="324" y="1"/>
                    <a:pt x="0" y="325"/>
                    <a:pt x="0" y="722"/>
                  </a:cubicBezTo>
                  <a:lnTo>
                    <a:pt x="0" y="891"/>
                  </a:lnTo>
                  <a:cubicBezTo>
                    <a:pt x="0" y="1099"/>
                    <a:pt x="35" y="1306"/>
                    <a:pt x="99" y="1500"/>
                  </a:cubicBezTo>
                  <a:lnTo>
                    <a:pt x="482" y="2650"/>
                  </a:lnTo>
                  <a:lnTo>
                    <a:pt x="1207" y="2650"/>
                  </a:lnTo>
                  <a:lnTo>
                    <a:pt x="1207"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6" name="Google Shape;22446;p91"/>
            <p:cNvSpPr/>
            <p:nvPr/>
          </p:nvSpPr>
          <p:spPr>
            <a:xfrm>
              <a:off x="3489022" y="2157582"/>
              <a:ext cx="75298" cy="75298"/>
            </a:xfrm>
            <a:custGeom>
              <a:rect b="b" l="l" r="r" t="t"/>
              <a:pathLst>
                <a:path extrusionOk="0" h="2893" w="2893">
                  <a:moveTo>
                    <a:pt x="725" y="0"/>
                  </a:moveTo>
                  <a:cubicBezTo>
                    <a:pt x="324" y="0"/>
                    <a:pt x="1" y="324"/>
                    <a:pt x="1" y="721"/>
                  </a:cubicBezTo>
                  <a:cubicBezTo>
                    <a:pt x="1" y="989"/>
                    <a:pt x="219" y="1207"/>
                    <a:pt x="486" y="1207"/>
                  </a:cubicBezTo>
                  <a:lnTo>
                    <a:pt x="2414" y="2892"/>
                  </a:lnTo>
                  <a:lnTo>
                    <a:pt x="2822" y="1464"/>
                  </a:lnTo>
                  <a:cubicBezTo>
                    <a:pt x="2868" y="1291"/>
                    <a:pt x="2893" y="1112"/>
                    <a:pt x="2893" y="932"/>
                  </a:cubicBezTo>
                  <a:lnTo>
                    <a:pt x="289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7" name="Google Shape;22447;p91"/>
            <p:cNvSpPr/>
            <p:nvPr/>
          </p:nvSpPr>
          <p:spPr>
            <a:xfrm>
              <a:off x="3500370" y="2252348"/>
              <a:ext cx="40239" cy="35189"/>
            </a:xfrm>
            <a:custGeom>
              <a:rect b="b" l="l" r="r" t="t"/>
              <a:pathLst>
                <a:path extrusionOk="0" h="1352" w="1546">
                  <a:moveTo>
                    <a:pt x="1" y="1"/>
                  </a:moveTo>
                  <a:lnTo>
                    <a:pt x="1" y="1352"/>
                  </a:lnTo>
                  <a:lnTo>
                    <a:pt x="1545" y="1352"/>
                  </a:lnTo>
                  <a:lnTo>
                    <a:pt x="154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8" name="Google Shape;22448;p91"/>
            <p:cNvSpPr/>
            <p:nvPr/>
          </p:nvSpPr>
          <p:spPr>
            <a:xfrm>
              <a:off x="3500370" y="2252348"/>
              <a:ext cx="40239" cy="21811"/>
            </a:xfrm>
            <a:custGeom>
              <a:rect b="b" l="l" r="r" t="t"/>
              <a:pathLst>
                <a:path extrusionOk="0" h="838" w="1546">
                  <a:moveTo>
                    <a:pt x="1" y="1"/>
                  </a:moveTo>
                  <a:lnTo>
                    <a:pt x="1" y="687"/>
                  </a:lnTo>
                  <a:cubicBezTo>
                    <a:pt x="249" y="787"/>
                    <a:pt x="511" y="837"/>
                    <a:pt x="773" y="837"/>
                  </a:cubicBezTo>
                  <a:cubicBezTo>
                    <a:pt x="1035" y="837"/>
                    <a:pt x="1297" y="787"/>
                    <a:pt x="1545" y="687"/>
                  </a:cubicBezTo>
                  <a:lnTo>
                    <a:pt x="1545"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9" name="Google Shape;22449;p91"/>
            <p:cNvSpPr/>
            <p:nvPr/>
          </p:nvSpPr>
          <p:spPr>
            <a:xfrm>
              <a:off x="3453572" y="2274160"/>
              <a:ext cx="133833" cy="67411"/>
            </a:xfrm>
            <a:custGeom>
              <a:rect b="b" l="l" r="r" t="t"/>
              <a:pathLst>
                <a:path extrusionOk="0" h="2590" w="5142">
                  <a:moveTo>
                    <a:pt x="1799" y="0"/>
                  </a:moveTo>
                  <a:lnTo>
                    <a:pt x="560" y="355"/>
                  </a:lnTo>
                  <a:cubicBezTo>
                    <a:pt x="230" y="447"/>
                    <a:pt x="1" y="749"/>
                    <a:pt x="1" y="1094"/>
                  </a:cubicBezTo>
                  <a:lnTo>
                    <a:pt x="1" y="2590"/>
                  </a:lnTo>
                  <a:lnTo>
                    <a:pt x="5141" y="2590"/>
                  </a:lnTo>
                  <a:lnTo>
                    <a:pt x="5141" y="1094"/>
                  </a:lnTo>
                  <a:cubicBezTo>
                    <a:pt x="5141" y="749"/>
                    <a:pt x="4913" y="447"/>
                    <a:pt x="4582" y="355"/>
                  </a:cubicBezTo>
                  <a:lnTo>
                    <a:pt x="3343" y="0"/>
                  </a:lnTo>
                  <a:lnTo>
                    <a:pt x="2573" y="510"/>
                  </a:lnTo>
                  <a:lnTo>
                    <a:pt x="179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0" name="Google Shape;22450;p91"/>
            <p:cNvSpPr/>
            <p:nvPr/>
          </p:nvSpPr>
          <p:spPr>
            <a:xfrm>
              <a:off x="3482879" y="2188972"/>
              <a:ext cx="75402" cy="68999"/>
            </a:xfrm>
            <a:custGeom>
              <a:rect b="b" l="l" r="r" t="t"/>
              <a:pathLst>
                <a:path extrusionOk="0" h="2651" w="2897">
                  <a:moveTo>
                    <a:pt x="917" y="1"/>
                  </a:moveTo>
                  <a:cubicBezTo>
                    <a:pt x="792" y="1"/>
                    <a:pt x="670" y="53"/>
                    <a:pt x="578" y="145"/>
                  </a:cubicBezTo>
                  <a:lnTo>
                    <a:pt x="142" y="581"/>
                  </a:lnTo>
                  <a:cubicBezTo>
                    <a:pt x="50" y="669"/>
                    <a:pt x="1" y="793"/>
                    <a:pt x="1" y="923"/>
                  </a:cubicBezTo>
                  <a:lnTo>
                    <a:pt x="1" y="1204"/>
                  </a:lnTo>
                  <a:cubicBezTo>
                    <a:pt x="1" y="2003"/>
                    <a:pt x="648" y="2647"/>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1" name="Google Shape;22451;p91"/>
            <p:cNvSpPr/>
            <p:nvPr/>
          </p:nvSpPr>
          <p:spPr>
            <a:xfrm>
              <a:off x="3482879" y="2188972"/>
              <a:ext cx="75037" cy="67515"/>
            </a:xfrm>
            <a:custGeom>
              <a:rect b="b" l="l" r="r" t="t"/>
              <a:pathLst>
                <a:path extrusionOk="0" h="2594" w="2883">
                  <a:moveTo>
                    <a:pt x="914" y="1"/>
                  </a:moveTo>
                  <a:cubicBezTo>
                    <a:pt x="788" y="1"/>
                    <a:pt x="666" y="53"/>
                    <a:pt x="574" y="142"/>
                  </a:cubicBezTo>
                  <a:lnTo>
                    <a:pt x="1" y="722"/>
                  </a:lnTo>
                  <a:lnTo>
                    <a:pt x="1" y="1204"/>
                  </a:lnTo>
                  <a:cubicBezTo>
                    <a:pt x="1" y="1848"/>
                    <a:pt x="427" y="2415"/>
                    <a:pt x="1046" y="2594"/>
                  </a:cubicBezTo>
                  <a:cubicBezTo>
                    <a:pt x="838" y="2337"/>
                    <a:pt x="722" y="2017"/>
                    <a:pt x="722" y="1686"/>
                  </a:cubicBezTo>
                  <a:lnTo>
                    <a:pt x="722" y="1151"/>
                  </a:lnTo>
                  <a:cubicBezTo>
                    <a:pt x="722" y="873"/>
                    <a:pt x="954" y="669"/>
                    <a:pt x="1232" y="669"/>
                  </a:cubicBezTo>
                  <a:cubicBezTo>
                    <a:pt x="1658" y="669"/>
                    <a:pt x="2517" y="722"/>
                    <a:pt x="2882" y="993"/>
                  </a:cubicBezTo>
                  <a:cubicBezTo>
                    <a:pt x="2868" y="891"/>
                    <a:pt x="2826" y="627"/>
                    <a:pt x="2752" y="553"/>
                  </a:cubicBezTo>
                  <a:cubicBezTo>
                    <a:pt x="2379" y="191"/>
                    <a:pt x="1697" y="26"/>
                    <a:pt x="926" y="1"/>
                  </a:cubicBezTo>
                  <a:cubicBezTo>
                    <a:pt x="922" y="1"/>
                    <a:pt x="918" y="1"/>
                    <a:pt x="91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2" name="Google Shape;22452;p91"/>
            <p:cNvSpPr/>
            <p:nvPr/>
          </p:nvSpPr>
          <p:spPr>
            <a:xfrm>
              <a:off x="3453677" y="2291182"/>
              <a:ext cx="26756" cy="50389"/>
            </a:xfrm>
            <a:custGeom>
              <a:rect b="b" l="l" r="r" t="t"/>
              <a:pathLst>
                <a:path extrusionOk="0" h="1936" w="1028">
                  <a:moveTo>
                    <a:pt x="141" y="0"/>
                  </a:moveTo>
                  <a:cubicBezTo>
                    <a:pt x="50" y="131"/>
                    <a:pt x="0" y="285"/>
                    <a:pt x="0" y="440"/>
                  </a:cubicBezTo>
                  <a:lnTo>
                    <a:pt x="0" y="1936"/>
                  </a:lnTo>
                  <a:lnTo>
                    <a:pt x="1028" y="1936"/>
                  </a:lnTo>
                  <a:lnTo>
                    <a:pt x="1028" y="1207"/>
                  </a:lnTo>
                  <a:lnTo>
                    <a:pt x="1024" y="1207"/>
                  </a:lnTo>
                  <a:cubicBezTo>
                    <a:pt x="1024" y="1003"/>
                    <a:pt x="943" y="806"/>
                    <a:pt x="799" y="662"/>
                  </a:cubicBezTo>
                  <a:lnTo>
                    <a:pt x="14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3" name="Google Shape;22453;p91"/>
            <p:cNvSpPr/>
            <p:nvPr/>
          </p:nvSpPr>
          <p:spPr>
            <a:xfrm>
              <a:off x="3560546" y="2291182"/>
              <a:ext cx="26756" cy="50389"/>
            </a:xfrm>
            <a:custGeom>
              <a:rect b="b" l="l" r="r" t="t"/>
              <a:pathLst>
                <a:path extrusionOk="0" h="1936" w="1028">
                  <a:moveTo>
                    <a:pt x="887" y="0"/>
                  </a:moveTo>
                  <a:lnTo>
                    <a:pt x="229" y="662"/>
                  </a:lnTo>
                  <a:cubicBezTo>
                    <a:pt x="85" y="806"/>
                    <a:pt x="4" y="1003"/>
                    <a:pt x="4" y="1207"/>
                  </a:cubicBezTo>
                  <a:lnTo>
                    <a:pt x="1" y="1207"/>
                  </a:lnTo>
                  <a:lnTo>
                    <a:pt x="1" y="1936"/>
                  </a:lnTo>
                  <a:lnTo>
                    <a:pt x="1028" y="1936"/>
                  </a:lnTo>
                  <a:lnTo>
                    <a:pt x="1028" y="440"/>
                  </a:lnTo>
                  <a:cubicBezTo>
                    <a:pt x="1028" y="285"/>
                    <a:pt x="979" y="131"/>
                    <a:pt x="8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4" name="Google Shape;22454;p91"/>
            <p:cNvSpPr/>
            <p:nvPr/>
          </p:nvSpPr>
          <p:spPr>
            <a:xfrm>
              <a:off x="3297538" y="1995926"/>
              <a:ext cx="189506" cy="163323"/>
            </a:xfrm>
            <a:custGeom>
              <a:rect b="b" l="l" r="r" t="t"/>
              <a:pathLst>
                <a:path extrusionOk="0" h="6275" w="7281">
                  <a:moveTo>
                    <a:pt x="644" y="1"/>
                  </a:moveTo>
                  <a:cubicBezTo>
                    <a:pt x="289" y="1"/>
                    <a:pt x="0" y="289"/>
                    <a:pt x="0" y="645"/>
                  </a:cubicBezTo>
                  <a:lnTo>
                    <a:pt x="0" y="4072"/>
                  </a:lnTo>
                  <a:cubicBezTo>
                    <a:pt x="0" y="4427"/>
                    <a:pt x="289" y="4712"/>
                    <a:pt x="644" y="4712"/>
                  </a:cubicBezTo>
                  <a:lnTo>
                    <a:pt x="2998" y="4712"/>
                  </a:lnTo>
                  <a:lnTo>
                    <a:pt x="2643" y="6141"/>
                  </a:lnTo>
                  <a:cubicBezTo>
                    <a:pt x="2624" y="6215"/>
                    <a:pt x="2681" y="6275"/>
                    <a:pt x="2745" y="6275"/>
                  </a:cubicBezTo>
                  <a:cubicBezTo>
                    <a:pt x="2766" y="6275"/>
                    <a:pt x="2788" y="6268"/>
                    <a:pt x="2808" y="6253"/>
                  </a:cubicBezTo>
                  <a:lnTo>
                    <a:pt x="4926" y="4716"/>
                  </a:lnTo>
                  <a:lnTo>
                    <a:pt x="6640" y="4716"/>
                  </a:lnTo>
                  <a:cubicBezTo>
                    <a:pt x="6992" y="4716"/>
                    <a:pt x="7280" y="4427"/>
                    <a:pt x="7280" y="4072"/>
                  </a:cubicBezTo>
                  <a:lnTo>
                    <a:pt x="7280" y="645"/>
                  </a:lnTo>
                  <a:cubicBezTo>
                    <a:pt x="7280" y="289"/>
                    <a:pt x="6992" y="1"/>
                    <a:pt x="664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5" name="Google Shape;22455;p91"/>
            <p:cNvSpPr/>
            <p:nvPr/>
          </p:nvSpPr>
          <p:spPr>
            <a:xfrm>
              <a:off x="3236451" y="2146755"/>
              <a:ext cx="133365" cy="200230"/>
            </a:xfrm>
            <a:custGeom>
              <a:rect b="b" l="l" r="r" t="t"/>
              <a:pathLst>
                <a:path extrusionOk="0" h="7693" w="5124">
                  <a:moveTo>
                    <a:pt x="2562" y="405"/>
                  </a:moveTo>
                  <a:cubicBezTo>
                    <a:pt x="2617" y="405"/>
                    <a:pt x="2673" y="407"/>
                    <a:pt x="2727" y="413"/>
                  </a:cubicBezTo>
                  <a:cubicBezTo>
                    <a:pt x="3600" y="490"/>
                    <a:pt x="4286" y="1257"/>
                    <a:pt x="4290" y="2151"/>
                  </a:cubicBezTo>
                  <a:cubicBezTo>
                    <a:pt x="4293" y="3002"/>
                    <a:pt x="4494" y="3790"/>
                    <a:pt x="4666" y="4205"/>
                  </a:cubicBezTo>
                  <a:cubicBezTo>
                    <a:pt x="4670" y="4209"/>
                    <a:pt x="4666" y="4216"/>
                    <a:pt x="4659" y="4219"/>
                  </a:cubicBezTo>
                  <a:cubicBezTo>
                    <a:pt x="4483" y="4343"/>
                    <a:pt x="4089" y="4571"/>
                    <a:pt x="3414" y="4709"/>
                  </a:cubicBezTo>
                  <a:cubicBezTo>
                    <a:pt x="3407" y="4691"/>
                    <a:pt x="3403" y="4670"/>
                    <a:pt x="3403" y="4649"/>
                  </a:cubicBezTo>
                  <a:lnTo>
                    <a:pt x="3403" y="4248"/>
                  </a:lnTo>
                  <a:cubicBezTo>
                    <a:pt x="3670" y="4096"/>
                    <a:pt x="3889" y="3875"/>
                    <a:pt x="4040" y="3611"/>
                  </a:cubicBezTo>
                  <a:cubicBezTo>
                    <a:pt x="4321" y="3111"/>
                    <a:pt x="4219" y="2481"/>
                    <a:pt x="3797" y="2094"/>
                  </a:cubicBezTo>
                  <a:cubicBezTo>
                    <a:pt x="3505" y="1823"/>
                    <a:pt x="2974" y="1500"/>
                    <a:pt x="2133" y="1500"/>
                  </a:cubicBezTo>
                  <a:cubicBezTo>
                    <a:pt x="2080" y="1500"/>
                    <a:pt x="2031" y="1521"/>
                    <a:pt x="1992" y="1560"/>
                  </a:cubicBezTo>
                  <a:lnTo>
                    <a:pt x="1563" y="1989"/>
                  </a:lnTo>
                  <a:cubicBezTo>
                    <a:pt x="1417" y="2132"/>
                    <a:pt x="1551" y="2333"/>
                    <a:pt x="1707" y="2333"/>
                  </a:cubicBezTo>
                  <a:cubicBezTo>
                    <a:pt x="1754" y="2333"/>
                    <a:pt x="1804" y="2314"/>
                    <a:pt x="1848" y="2270"/>
                  </a:cubicBezTo>
                  <a:lnTo>
                    <a:pt x="2214" y="1904"/>
                  </a:lnTo>
                  <a:cubicBezTo>
                    <a:pt x="2752" y="1918"/>
                    <a:pt x="3192" y="2080"/>
                    <a:pt x="3530" y="2386"/>
                  </a:cubicBezTo>
                  <a:cubicBezTo>
                    <a:pt x="3815" y="2650"/>
                    <a:pt x="3882" y="3072"/>
                    <a:pt x="3692" y="3410"/>
                  </a:cubicBezTo>
                  <a:cubicBezTo>
                    <a:pt x="3456" y="3824"/>
                    <a:pt x="3022" y="4069"/>
                    <a:pt x="2563" y="4069"/>
                  </a:cubicBezTo>
                  <a:cubicBezTo>
                    <a:pt x="2453" y="4069"/>
                    <a:pt x="2342" y="4055"/>
                    <a:pt x="2231" y="4026"/>
                  </a:cubicBezTo>
                  <a:cubicBezTo>
                    <a:pt x="1661" y="3875"/>
                    <a:pt x="1264" y="3361"/>
                    <a:pt x="1264" y="2770"/>
                  </a:cubicBezTo>
                  <a:cubicBezTo>
                    <a:pt x="1257" y="2643"/>
                    <a:pt x="1159" y="2580"/>
                    <a:pt x="1062" y="2580"/>
                  </a:cubicBezTo>
                  <a:cubicBezTo>
                    <a:pt x="965" y="2580"/>
                    <a:pt x="868" y="2643"/>
                    <a:pt x="863" y="2770"/>
                  </a:cubicBezTo>
                  <a:cubicBezTo>
                    <a:pt x="863" y="3379"/>
                    <a:pt x="1190" y="3942"/>
                    <a:pt x="1718" y="4244"/>
                  </a:cubicBezTo>
                  <a:lnTo>
                    <a:pt x="1718" y="4649"/>
                  </a:lnTo>
                  <a:cubicBezTo>
                    <a:pt x="1718" y="4666"/>
                    <a:pt x="1714" y="4687"/>
                    <a:pt x="1711" y="4709"/>
                  </a:cubicBezTo>
                  <a:cubicBezTo>
                    <a:pt x="1035" y="4568"/>
                    <a:pt x="641" y="4343"/>
                    <a:pt x="462" y="4219"/>
                  </a:cubicBezTo>
                  <a:cubicBezTo>
                    <a:pt x="458" y="4216"/>
                    <a:pt x="455" y="4209"/>
                    <a:pt x="458" y="4205"/>
                  </a:cubicBezTo>
                  <a:cubicBezTo>
                    <a:pt x="630" y="3790"/>
                    <a:pt x="831" y="3002"/>
                    <a:pt x="835" y="2151"/>
                  </a:cubicBezTo>
                  <a:cubicBezTo>
                    <a:pt x="838" y="1257"/>
                    <a:pt x="1524" y="490"/>
                    <a:pt x="2397" y="413"/>
                  </a:cubicBezTo>
                  <a:cubicBezTo>
                    <a:pt x="2451" y="407"/>
                    <a:pt x="2507" y="405"/>
                    <a:pt x="2562" y="405"/>
                  </a:cubicBezTo>
                  <a:close/>
                  <a:moveTo>
                    <a:pt x="3005" y="4413"/>
                  </a:moveTo>
                  <a:lnTo>
                    <a:pt x="3005" y="4652"/>
                  </a:lnTo>
                  <a:cubicBezTo>
                    <a:pt x="3002" y="4888"/>
                    <a:pt x="3139" y="5106"/>
                    <a:pt x="3350" y="5212"/>
                  </a:cubicBezTo>
                  <a:lnTo>
                    <a:pt x="3480" y="5279"/>
                  </a:lnTo>
                  <a:cubicBezTo>
                    <a:pt x="3283" y="5592"/>
                    <a:pt x="2935" y="5785"/>
                    <a:pt x="2566" y="5785"/>
                  </a:cubicBezTo>
                  <a:cubicBezTo>
                    <a:pt x="2189" y="5785"/>
                    <a:pt x="1844" y="5592"/>
                    <a:pt x="1644" y="5279"/>
                  </a:cubicBezTo>
                  <a:lnTo>
                    <a:pt x="1774" y="5212"/>
                  </a:lnTo>
                  <a:cubicBezTo>
                    <a:pt x="1985" y="5106"/>
                    <a:pt x="2122" y="4888"/>
                    <a:pt x="2119" y="4652"/>
                  </a:cubicBezTo>
                  <a:lnTo>
                    <a:pt x="2119" y="4413"/>
                  </a:lnTo>
                  <a:cubicBezTo>
                    <a:pt x="2265" y="4453"/>
                    <a:pt x="2413" y="4474"/>
                    <a:pt x="2562" y="4474"/>
                  </a:cubicBezTo>
                  <a:cubicBezTo>
                    <a:pt x="2711" y="4474"/>
                    <a:pt x="2859" y="4453"/>
                    <a:pt x="3005" y="4413"/>
                  </a:cubicBezTo>
                  <a:close/>
                  <a:moveTo>
                    <a:pt x="2562" y="1"/>
                  </a:moveTo>
                  <a:cubicBezTo>
                    <a:pt x="2495" y="1"/>
                    <a:pt x="2428" y="4"/>
                    <a:pt x="2362" y="11"/>
                  </a:cubicBezTo>
                  <a:cubicBezTo>
                    <a:pt x="1285" y="110"/>
                    <a:pt x="440" y="1049"/>
                    <a:pt x="433" y="2151"/>
                  </a:cubicBezTo>
                  <a:cubicBezTo>
                    <a:pt x="433" y="2942"/>
                    <a:pt x="247" y="3667"/>
                    <a:pt x="89" y="4051"/>
                  </a:cubicBezTo>
                  <a:cubicBezTo>
                    <a:pt x="11" y="4230"/>
                    <a:pt x="75" y="4438"/>
                    <a:pt x="233" y="4547"/>
                  </a:cubicBezTo>
                  <a:cubicBezTo>
                    <a:pt x="402" y="4663"/>
                    <a:pt x="736" y="4860"/>
                    <a:pt x="1271" y="5015"/>
                  </a:cubicBezTo>
                  <a:lnTo>
                    <a:pt x="472" y="5412"/>
                  </a:lnTo>
                  <a:cubicBezTo>
                    <a:pt x="187" y="5553"/>
                    <a:pt x="4" y="5845"/>
                    <a:pt x="8" y="6165"/>
                  </a:cubicBezTo>
                  <a:lnTo>
                    <a:pt x="8" y="7481"/>
                  </a:lnTo>
                  <a:cubicBezTo>
                    <a:pt x="1" y="7597"/>
                    <a:pt x="92" y="7692"/>
                    <a:pt x="208" y="7692"/>
                  </a:cubicBezTo>
                  <a:cubicBezTo>
                    <a:pt x="321" y="7692"/>
                    <a:pt x="412" y="7597"/>
                    <a:pt x="409" y="7481"/>
                  </a:cubicBezTo>
                  <a:lnTo>
                    <a:pt x="409" y="6169"/>
                  </a:lnTo>
                  <a:cubicBezTo>
                    <a:pt x="405" y="6000"/>
                    <a:pt x="500" y="5845"/>
                    <a:pt x="652" y="5771"/>
                  </a:cubicBezTo>
                  <a:lnTo>
                    <a:pt x="1285" y="5454"/>
                  </a:lnTo>
                  <a:cubicBezTo>
                    <a:pt x="1572" y="5940"/>
                    <a:pt x="2067" y="6183"/>
                    <a:pt x="2562" y="6183"/>
                  </a:cubicBezTo>
                  <a:cubicBezTo>
                    <a:pt x="3057" y="6183"/>
                    <a:pt x="3553" y="5940"/>
                    <a:pt x="3839" y="5454"/>
                  </a:cubicBezTo>
                  <a:lnTo>
                    <a:pt x="4473" y="5771"/>
                  </a:lnTo>
                  <a:cubicBezTo>
                    <a:pt x="4624" y="5845"/>
                    <a:pt x="4719" y="6000"/>
                    <a:pt x="4719" y="6169"/>
                  </a:cubicBezTo>
                  <a:lnTo>
                    <a:pt x="4719" y="7485"/>
                  </a:lnTo>
                  <a:cubicBezTo>
                    <a:pt x="4712" y="7597"/>
                    <a:pt x="4803" y="7692"/>
                    <a:pt x="4919" y="7692"/>
                  </a:cubicBezTo>
                  <a:cubicBezTo>
                    <a:pt x="5032" y="7692"/>
                    <a:pt x="5124" y="7597"/>
                    <a:pt x="5120" y="7485"/>
                  </a:cubicBezTo>
                  <a:lnTo>
                    <a:pt x="5120" y="6169"/>
                  </a:lnTo>
                  <a:cubicBezTo>
                    <a:pt x="5120" y="5849"/>
                    <a:pt x="4937" y="5557"/>
                    <a:pt x="4652" y="5412"/>
                  </a:cubicBezTo>
                  <a:lnTo>
                    <a:pt x="3853" y="5015"/>
                  </a:lnTo>
                  <a:cubicBezTo>
                    <a:pt x="4388" y="4860"/>
                    <a:pt x="4722" y="4663"/>
                    <a:pt x="4891" y="4547"/>
                  </a:cubicBezTo>
                  <a:cubicBezTo>
                    <a:pt x="5050" y="4438"/>
                    <a:pt x="5113" y="4230"/>
                    <a:pt x="5039" y="4051"/>
                  </a:cubicBezTo>
                  <a:cubicBezTo>
                    <a:pt x="4881" y="3667"/>
                    <a:pt x="4694" y="2942"/>
                    <a:pt x="4691" y="2151"/>
                  </a:cubicBezTo>
                  <a:cubicBezTo>
                    <a:pt x="4684" y="1049"/>
                    <a:pt x="3839" y="110"/>
                    <a:pt x="2763" y="11"/>
                  </a:cubicBezTo>
                  <a:cubicBezTo>
                    <a:pt x="2696" y="4"/>
                    <a:pt x="2629" y="1"/>
                    <a:pt x="2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6" name="Google Shape;22456;p91"/>
            <p:cNvSpPr/>
            <p:nvPr/>
          </p:nvSpPr>
          <p:spPr>
            <a:xfrm>
              <a:off x="3258705" y="2313982"/>
              <a:ext cx="10749" cy="33003"/>
            </a:xfrm>
            <a:custGeom>
              <a:rect b="b" l="l" r="r" t="t"/>
              <a:pathLst>
                <a:path extrusionOk="0" h="1268" w="413">
                  <a:moveTo>
                    <a:pt x="208" y="1"/>
                  </a:moveTo>
                  <a:cubicBezTo>
                    <a:pt x="96" y="1"/>
                    <a:pt x="8" y="92"/>
                    <a:pt x="8" y="201"/>
                  </a:cubicBezTo>
                  <a:lnTo>
                    <a:pt x="8" y="1060"/>
                  </a:lnTo>
                  <a:cubicBezTo>
                    <a:pt x="1" y="1172"/>
                    <a:pt x="92" y="1267"/>
                    <a:pt x="208" y="1267"/>
                  </a:cubicBezTo>
                  <a:cubicBezTo>
                    <a:pt x="321" y="1267"/>
                    <a:pt x="412" y="1172"/>
                    <a:pt x="409" y="1060"/>
                  </a:cubicBezTo>
                  <a:lnTo>
                    <a:pt x="409" y="201"/>
                  </a:lnTo>
                  <a:cubicBezTo>
                    <a:pt x="409" y="92"/>
                    <a:pt x="317"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7" name="Google Shape;22457;p91"/>
            <p:cNvSpPr/>
            <p:nvPr/>
          </p:nvSpPr>
          <p:spPr>
            <a:xfrm>
              <a:off x="3336735" y="2313982"/>
              <a:ext cx="10749" cy="33003"/>
            </a:xfrm>
            <a:custGeom>
              <a:rect b="b" l="l" r="r" t="t"/>
              <a:pathLst>
                <a:path extrusionOk="0" h="1268" w="413">
                  <a:moveTo>
                    <a:pt x="208" y="1"/>
                  </a:moveTo>
                  <a:cubicBezTo>
                    <a:pt x="95" y="1"/>
                    <a:pt x="4" y="92"/>
                    <a:pt x="7" y="201"/>
                  </a:cubicBezTo>
                  <a:lnTo>
                    <a:pt x="7" y="1060"/>
                  </a:lnTo>
                  <a:cubicBezTo>
                    <a:pt x="0" y="1172"/>
                    <a:pt x="92" y="1267"/>
                    <a:pt x="204" y="1267"/>
                  </a:cubicBezTo>
                  <a:cubicBezTo>
                    <a:pt x="321" y="1267"/>
                    <a:pt x="412" y="1172"/>
                    <a:pt x="405" y="1060"/>
                  </a:cubicBezTo>
                  <a:lnTo>
                    <a:pt x="405" y="201"/>
                  </a:lnTo>
                  <a:cubicBezTo>
                    <a:pt x="405" y="92"/>
                    <a:pt x="317"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8" name="Google Shape;22458;p91"/>
            <p:cNvSpPr/>
            <p:nvPr/>
          </p:nvSpPr>
          <p:spPr>
            <a:xfrm>
              <a:off x="3492952" y="2184287"/>
              <a:ext cx="56922" cy="17438"/>
            </a:xfrm>
            <a:custGeom>
              <a:rect b="b" l="l" r="r" t="t"/>
              <a:pathLst>
                <a:path extrusionOk="0" h="670" w="2187">
                  <a:moveTo>
                    <a:pt x="790" y="1"/>
                  </a:moveTo>
                  <a:cubicBezTo>
                    <a:pt x="598" y="1"/>
                    <a:pt x="388" y="19"/>
                    <a:pt x="159" y="65"/>
                  </a:cubicBezTo>
                  <a:cubicBezTo>
                    <a:pt x="68" y="82"/>
                    <a:pt x="1" y="167"/>
                    <a:pt x="1" y="262"/>
                  </a:cubicBezTo>
                  <a:lnTo>
                    <a:pt x="1" y="476"/>
                  </a:lnTo>
                  <a:cubicBezTo>
                    <a:pt x="6" y="603"/>
                    <a:pt x="103" y="666"/>
                    <a:pt x="200" y="666"/>
                  </a:cubicBezTo>
                  <a:cubicBezTo>
                    <a:pt x="297" y="666"/>
                    <a:pt x="395" y="603"/>
                    <a:pt x="402" y="476"/>
                  </a:cubicBezTo>
                  <a:lnTo>
                    <a:pt x="402" y="473"/>
                  </a:lnTo>
                  <a:lnTo>
                    <a:pt x="402" y="431"/>
                  </a:lnTo>
                  <a:cubicBezTo>
                    <a:pt x="527" y="411"/>
                    <a:pt x="654" y="401"/>
                    <a:pt x="780" y="401"/>
                  </a:cubicBezTo>
                  <a:cubicBezTo>
                    <a:pt x="985" y="401"/>
                    <a:pt x="1189" y="426"/>
                    <a:pt x="1387" y="476"/>
                  </a:cubicBezTo>
                  <a:cubicBezTo>
                    <a:pt x="1535" y="512"/>
                    <a:pt x="1676" y="568"/>
                    <a:pt x="1802" y="642"/>
                  </a:cubicBezTo>
                  <a:cubicBezTo>
                    <a:pt x="1837" y="661"/>
                    <a:pt x="1871" y="669"/>
                    <a:pt x="1903" y="669"/>
                  </a:cubicBezTo>
                  <a:cubicBezTo>
                    <a:pt x="2073" y="669"/>
                    <a:pt x="2187" y="435"/>
                    <a:pt x="2024" y="308"/>
                  </a:cubicBezTo>
                  <a:cubicBezTo>
                    <a:pt x="2002" y="293"/>
                    <a:pt x="1552" y="1"/>
                    <a:pt x="7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9" name="Google Shape;22459;p91"/>
            <p:cNvSpPr/>
            <p:nvPr/>
          </p:nvSpPr>
          <p:spPr>
            <a:xfrm>
              <a:off x="3448263" y="2152351"/>
              <a:ext cx="144349" cy="194634"/>
            </a:xfrm>
            <a:custGeom>
              <a:rect b="b" l="l" r="r" t="t"/>
              <a:pathLst>
                <a:path extrusionOk="0" h="7478" w="5546">
                  <a:moveTo>
                    <a:pt x="4286" y="405"/>
                  </a:moveTo>
                  <a:lnTo>
                    <a:pt x="4286" y="1401"/>
                  </a:lnTo>
                  <a:cubicBezTo>
                    <a:pt x="4286" y="1570"/>
                    <a:pt x="4248" y="1735"/>
                    <a:pt x="4174" y="1886"/>
                  </a:cubicBezTo>
                  <a:lnTo>
                    <a:pt x="4096" y="2041"/>
                  </a:lnTo>
                  <a:cubicBezTo>
                    <a:pt x="4082" y="2069"/>
                    <a:pt x="4075" y="2097"/>
                    <a:pt x="4075" y="2129"/>
                  </a:cubicBezTo>
                  <a:lnTo>
                    <a:pt x="4075" y="2558"/>
                  </a:lnTo>
                  <a:cubicBezTo>
                    <a:pt x="4075" y="3277"/>
                    <a:pt x="3488" y="3857"/>
                    <a:pt x="2773" y="3857"/>
                  </a:cubicBezTo>
                  <a:cubicBezTo>
                    <a:pt x="2760" y="3857"/>
                    <a:pt x="2748" y="3857"/>
                    <a:pt x="2735" y="3857"/>
                  </a:cubicBezTo>
                  <a:cubicBezTo>
                    <a:pt x="2042" y="3836"/>
                    <a:pt x="1475" y="3223"/>
                    <a:pt x="1475" y="2495"/>
                  </a:cubicBezTo>
                  <a:lnTo>
                    <a:pt x="1475" y="2129"/>
                  </a:lnTo>
                  <a:cubicBezTo>
                    <a:pt x="1475" y="2097"/>
                    <a:pt x="1468" y="2069"/>
                    <a:pt x="1454" y="2041"/>
                  </a:cubicBezTo>
                  <a:lnTo>
                    <a:pt x="1377" y="1883"/>
                  </a:lnTo>
                  <a:cubicBezTo>
                    <a:pt x="1303" y="1735"/>
                    <a:pt x="1264" y="1566"/>
                    <a:pt x="1264" y="1401"/>
                  </a:cubicBezTo>
                  <a:cubicBezTo>
                    <a:pt x="1264" y="852"/>
                    <a:pt x="1707" y="405"/>
                    <a:pt x="2256" y="405"/>
                  </a:cubicBezTo>
                  <a:close/>
                  <a:moveTo>
                    <a:pt x="2119" y="4117"/>
                  </a:moveTo>
                  <a:cubicBezTo>
                    <a:pt x="2309" y="4202"/>
                    <a:pt x="2513" y="4251"/>
                    <a:pt x="2724" y="4254"/>
                  </a:cubicBezTo>
                  <a:lnTo>
                    <a:pt x="2777" y="4254"/>
                  </a:lnTo>
                  <a:cubicBezTo>
                    <a:pt x="3002" y="4254"/>
                    <a:pt x="3224" y="4209"/>
                    <a:pt x="3431" y="4121"/>
                  </a:cubicBezTo>
                  <a:lnTo>
                    <a:pt x="3431" y="4402"/>
                  </a:lnTo>
                  <a:cubicBezTo>
                    <a:pt x="3431" y="4462"/>
                    <a:pt x="3438" y="4522"/>
                    <a:pt x="3456" y="4578"/>
                  </a:cubicBezTo>
                  <a:lnTo>
                    <a:pt x="2773" y="5088"/>
                  </a:lnTo>
                  <a:lnTo>
                    <a:pt x="2094" y="4578"/>
                  </a:lnTo>
                  <a:cubicBezTo>
                    <a:pt x="2108" y="4522"/>
                    <a:pt x="2119" y="4462"/>
                    <a:pt x="2119" y="4402"/>
                  </a:cubicBezTo>
                  <a:lnTo>
                    <a:pt x="2119" y="4117"/>
                  </a:lnTo>
                  <a:close/>
                  <a:moveTo>
                    <a:pt x="2256" y="0"/>
                  </a:moveTo>
                  <a:cubicBezTo>
                    <a:pt x="1486" y="4"/>
                    <a:pt x="863" y="627"/>
                    <a:pt x="863" y="1397"/>
                  </a:cubicBezTo>
                  <a:cubicBezTo>
                    <a:pt x="863" y="1630"/>
                    <a:pt x="916" y="1855"/>
                    <a:pt x="1018" y="2062"/>
                  </a:cubicBezTo>
                  <a:lnTo>
                    <a:pt x="1074" y="2175"/>
                  </a:lnTo>
                  <a:lnTo>
                    <a:pt x="1074" y="2495"/>
                  </a:lnTo>
                  <a:cubicBezTo>
                    <a:pt x="1074" y="3026"/>
                    <a:pt x="1310" y="3530"/>
                    <a:pt x="1718" y="3867"/>
                  </a:cubicBezTo>
                  <a:lnTo>
                    <a:pt x="1718" y="4402"/>
                  </a:lnTo>
                  <a:cubicBezTo>
                    <a:pt x="1718" y="4497"/>
                    <a:pt x="1658" y="4582"/>
                    <a:pt x="1570" y="4617"/>
                  </a:cubicBezTo>
                  <a:lnTo>
                    <a:pt x="553" y="4997"/>
                  </a:lnTo>
                  <a:cubicBezTo>
                    <a:pt x="223" y="5120"/>
                    <a:pt x="8" y="5437"/>
                    <a:pt x="4" y="5785"/>
                  </a:cubicBezTo>
                  <a:lnTo>
                    <a:pt x="4" y="7270"/>
                  </a:lnTo>
                  <a:cubicBezTo>
                    <a:pt x="1" y="7382"/>
                    <a:pt x="92" y="7477"/>
                    <a:pt x="205" y="7477"/>
                  </a:cubicBezTo>
                  <a:cubicBezTo>
                    <a:pt x="321" y="7477"/>
                    <a:pt x="413" y="7382"/>
                    <a:pt x="405" y="7270"/>
                  </a:cubicBezTo>
                  <a:lnTo>
                    <a:pt x="405" y="5785"/>
                  </a:lnTo>
                  <a:cubicBezTo>
                    <a:pt x="405" y="5602"/>
                    <a:pt x="522" y="5437"/>
                    <a:pt x="694" y="5373"/>
                  </a:cubicBezTo>
                  <a:lnTo>
                    <a:pt x="1711" y="4990"/>
                  </a:lnTo>
                  <a:cubicBezTo>
                    <a:pt x="1764" y="4969"/>
                    <a:pt x="1816" y="4940"/>
                    <a:pt x="1862" y="4909"/>
                  </a:cubicBezTo>
                  <a:lnTo>
                    <a:pt x="2576" y="5440"/>
                  </a:lnTo>
                  <a:lnTo>
                    <a:pt x="2576" y="7270"/>
                  </a:lnTo>
                  <a:cubicBezTo>
                    <a:pt x="2582" y="7396"/>
                    <a:pt x="2678" y="7460"/>
                    <a:pt x="2775" y="7460"/>
                  </a:cubicBezTo>
                  <a:cubicBezTo>
                    <a:pt x="2872" y="7460"/>
                    <a:pt x="2969" y="7396"/>
                    <a:pt x="2974" y="7270"/>
                  </a:cubicBezTo>
                  <a:lnTo>
                    <a:pt x="2974" y="5440"/>
                  </a:lnTo>
                  <a:lnTo>
                    <a:pt x="3688" y="4909"/>
                  </a:lnTo>
                  <a:cubicBezTo>
                    <a:pt x="3734" y="4940"/>
                    <a:pt x="3783" y="4969"/>
                    <a:pt x="3840" y="4990"/>
                  </a:cubicBezTo>
                  <a:lnTo>
                    <a:pt x="4856" y="5373"/>
                  </a:lnTo>
                  <a:cubicBezTo>
                    <a:pt x="5029" y="5437"/>
                    <a:pt x="5141" y="5602"/>
                    <a:pt x="5145" y="5785"/>
                  </a:cubicBezTo>
                  <a:lnTo>
                    <a:pt x="5145" y="7266"/>
                  </a:lnTo>
                  <a:cubicBezTo>
                    <a:pt x="5150" y="7395"/>
                    <a:pt x="5247" y="7459"/>
                    <a:pt x="5344" y="7459"/>
                  </a:cubicBezTo>
                  <a:cubicBezTo>
                    <a:pt x="5441" y="7459"/>
                    <a:pt x="5539" y="7395"/>
                    <a:pt x="5546" y="7266"/>
                  </a:cubicBezTo>
                  <a:lnTo>
                    <a:pt x="5546" y="5785"/>
                  </a:lnTo>
                  <a:cubicBezTo>
                    <a:pt x="5542" y="5437"/>
                    <a:pt x="5324" y="5120"/>
                    <a:pt x="4997" y="4997"/>
                  </a:cubicBezTo>
                  <a:lnTo>
                    <a:pt x="3980" y="4617"/>
                  </a:lnTo>
                  <a:cubicBezTo>
                    <a:pt x="3892" y="4582"/>
                    <a:pt x="3832" y="4497"/>
                    <a:pt x="3832" y="4402"/>
                  </a:cubicBezTo>
                  <a:lnTo>
                    <a:pt x="3832" y="3888"/>
                  </a:lnTo>
                  <a:cubicBezTo>
                    <a:pt x="3875" y="3853"/>
                    <a:pt x="3917" y="3815"/>
                    <a:pt x="3959" y="3776"/>
                  </a:cubicBezTo>
                  <a:cubicBezTo>
                    <a:pt x="4290" y="3459"/>
                    <a:pt x="4476" y="3016"/>
                    <a:pt x="4473" y="2558"/>
                  </a:cubicBezTo>
                  <a:lnTo>
                    <a:pt x="4473" y="2175"/>
                  </a:lnTo>
                  <a:lnTo>
                    <a:pt x="4533" y="2062"/>
                  </a:lnTo>
                  <a:cubicBezTo>
                    <a:pt x="4635" y="1855"/>
                    <a:pt x="4687" y="1630"/>
                    <a:pt x="4687" y="1397"/>
                  </a:cubicBezTo>
                  <a:lnTo>
                    <a:pt x="4687" y="201"/>
                  </a:lnTo>
                  <a:cubicBezTo>
                    <a:pt x="4687" y="92"/>
                    <a:pt x="4600" y="0"/>
                    <a:pt x="44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0" name="Google Shape;22460;p91"/>
            <p:cNvSpPr/>
            <p:nvPr/>
          </p:nvSpPr>
          <p:spPr>
            <a:xfrm>
              <a:off x="3476216" y="2308386"/>
              <a:ext cx="10463" cy="38130"/>
            </a:xfrm>
            <a:custGeom>
              <a:rect b="b" l="l" r="r" t="t"/>
              <a:pathLst>
                <a:path extrusionOk="0" h="1465" w="402">
                  <a:moveTo>
                    <a:pt x="204" y="1"/>
                  </a:moveTo>
                  <a:cubicBezTo>
                    <a:pt x="91" y="1"/>
                    <a:pt x="0" y="92"/>
                    <a:pt x="4" y="201"/>
                  </a:cubicBezTo>
                  <a:lnTo>
                    <a:pt x="4" y="1275"/>
                  </a:lnTo>
                  <a:cubicBezTo>
                    <a:pt x="9" y="1401"/>
                    <a:pt x="106" y="1465"/>
                    <a:pt x="202" y="1465"/>
                  </a:cubicBezTo>
                  <a:cubicBezTo>
                    <a:pt x="299" y="1465"/>
                    <a:pt x="396" y="1401"/>
                    <a:pt x="401" y="1275"/>
                  </a:cubicBezTo>
                  <a:lnTo>
                    <a:pt x="401" y="201"/>
                  </a:lnTo>
                  <a:cubicBezTo>
                    <a:pt x="401" y="92"/>
                    <a:pt x="313"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1" name="Google Shape;22461;p91"/>
            <p:cNvSpPr/>
            <p:nvPr/>
          </p:nvSpPr>
          <p:spPr>
            <a:xfrm>
              <a:off x="3554221" y="2308386"/>
              <a:ext cx="10463" cy="38130"/>
            </a:xfrm>
            <a:custGeom>
              <a:rect b="b" l="l" r="r" t="t"/>
              <a:pathLst>
                <a:path extrusionOk="0" h="1465" w="402">
                  <a:moveTo>
                    <a:pt x="205" y="1"/>
                  </a:moveTo>
                  <a:cubicBezTo>
                    <a:pt x="92" y="1"/>
                    <a:pt x="1" y="92"/>
                    <a:pt x="4" y="201"/>
                  </a:cubicBezTo>
                  <a:lnTo>
                    <a:pt x="4" y="1275"/>
                  </a:lnTo>
                  <a:cubicBezTo>
                    <a:pt x="10" y="1401"/>
                    <a:pt x="106" y="1465"/>
                    <a:pt x="203" y="1465"/>
                  </a:cubicBezTo>
                  <a:cubicBezTo>
                    <a:pt x="300" y="1465"/>
                    <a:pt x="397" y="1401"/>
                    <a:pt x="402" y="1275"/>
                  </a:cubicBezTo>
                  <a:lnTo>
                    <a:pt x="402" y="201"/>
                  </a:lnTo>
                  <a:cubicBezTo>
                    <a:pt x="402" y="92"/>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2" name="Google Shape;22462;p91"/>
            <p:cNvSpPr/>
            <p:nvPr/>
          </p:nvSpPr>
          <p:spPr>
            <a:xfrm>
              <a:off x="3292306" y="1990798"/>
              <a:ext cx="222301" cy="185680"/>
            </a:xfrm>
            <a:custGeom>
              <a:rect b="b" l="l" r="r" t="t"/>
              <a:pathLst>
                <a:path extrusionOk="0" h="7134" w="8541">
                  <a:moveTo>
                    <a:pt x="2942" y="5113"/>
                  </a:moveTo>
                  <a:lnTo>
                    <a:pt x="2830" y="5567"/>
                  </a:lnTo>
                  <a:lnTo>
                    <a:pt x="2559" y="5567"/>
                  </a:lnTo>
                  <a:cubicBezTo>
                    <a:pt x="2313" y="5567"/>
                    <a:pt x="2116" y="5367"/>
                    <a:pt x="2116" y="5124"/>
                  </a:cubicBezTo>
                  <a:lnTo>
                    <a:pt x="2116" y="5113"/>
                  </a:lnTo>
                  <a:close/>
                  <a:moveTo>
                    <a:pt x="6841" y="402"/>
                  </a:moveTo>
                  <a:cubicBezTo>
                    <a:pt x="7084" y="402"/>
                    <a:pt x="7281" y="599"/>
                    <a:pt x="7281" y="842"/>
                  </a:cubicBezTo>
                  <a:lnTo>
                    <a:pt x="7281" y="4269"/>
                  </a:lnTo>
                  <a:cubicBezTo>
                    <a:pt x="7281" y="4512"/>
                    <a:pt x="7084" y="4709"/>
                    <a:pt x="6841" y="4709"/>
                  </a:cubicBezTo>
                  <a:lnTo>
                    <a:pt x="5127" y="4709"/>
                  </a:lnTo>
                  <a:cubicBezTo>
                    <a:pt x="5085" y="4709"/>
                    <a:pt x="5043" y="4723"/>
                    <a:pt x="5008" y="4747"/>
                  </a:cubicBezTo>
                  <a:lnTo>
                    <a:pt x="3101" y="6137"/>
                  </a:lnTo>
                  <a:lnTo>
                    <a:pt x="3393" y="4958"/>
                  </a:lnTo>
                  <a:cubicBezTo>
                    <a:pt x="3424" y="4832"/>
                    <a:pt x="3329" y="4712"/>
                    <a:pt x="3199" y="4712"/>
                  </a:cubicBezTo>
                  <a:lnTo>
                    <a:pt x="845" y="4712"/>
                  </a:lnTo>
                  <a:cubicBezTo>
                    <a:pt x="599" y="4712"/>
                    <a:pt x="402" y="4512"/>
                    <a:pt x="402" y="4269"/>
                  </a:cubicBezTo>
                  <a:lnTo>
                    <a:pt x="402" y="842"/>
                  </a:lnTo>
                  <a:cubicBezTo>
                    <a:pt x="402" y="599"/>
                    <a:pt x="599" y="402"/>
                    <a:pt x="845" y="402"/>
                  </a:cubicBezTo>
                  <a:close/>
                  <a:moveTo>
                    <a:pt x="7696" y="1257"/>
                  </a:moveTo>
                  <a:cubicBezTo>
                    <a:pt x="7939" y="1257"/>
                    <a:pt x="8136" y="1454"/>
                    <a:pt x="8139" y="1697"/>
                  </a:cubicBezTo>
                  <a:lnTo>
                    <a:pt x="8139" y="5124"/>
                  </a:lnTo>
                  <a:cubicBezTo>
                    <a:pt x="8136" y="5367"/>
                    <a:pt x="7939" y="5567"/>
                    <a:pt x="7696" y="5567"/>
                  </a:cubicBezTo>
                  <a:lnTo>
                    <a:pt x="5982" y="5567"/>
                  </a:lnTo>
                  <a:cubicBezTo>
                    <a:pt x="5859" y="5567"/>
                    <a:pt x="5764" y="5676"/>
                    <a:pt x="5785" y="5799"/>
                  </a:cubicBezTo>
                  <a:lnTo>
                    <a:pt x="5922" y="6630"/>
                  </a:lnTo>
                  <a:lnTo>
                    <a:pt x="4452" y="5648"/>
                  </a:lnTo>
                  <a:lnTo>
                    <a:pt x="5191" y="5113"/>
                  </a:lnTo>
                  <a:lnTo>
                    <a:pt x="6841" y="5113"/>
                  </a:lnTo>
                  <a:cubicBezTo>
                    <a:pt x="7305" y="5110"/>
                    <a:pt x="7682" y="4733"/>
                    <a:pt x="7682" y="4269"/>
                  </a:cubicBezTo>
                  <a:lnTo>
                    <a:pt x="7682" y="1257"/>
                  </a:lnTo>
                  <a:close/>
                  <a:moveTo>
                    <a:pt x="6847" y="1"/>
                  </a:moveTo>
                  <a:cubicBezTo>
                    <a:pt x="6845" y="1"/>
                    <a:pt x="6843" y="1"/>
                    <a:pt x="6841" y="1"/>
                  </a:cubicBezTo>
                  <a:lnTo>
                    <a:pt x="845" y="1"/>
                  </a:lnTo>
                  <a:cubicBezTo>
                    <a:pt x="381" y="1"/>
                    <a:pt x="1" y="377"/>
                    <a:pt x="1" y="842"/>
                  </a:cubicBezTo>
                  <a:lnTo>
                    <a:pt x="1" y="4269"/>
                  </a:lnTo>
                  <a:cubicBezTo>
                    <a:pt x="1" y="4733"/>
                    <a:pt x="377" y="5110"/>
                    <a:pt x="845" y="5113"/>
                  </a:cubicBezTo>
                  <a:lnTo>
                    <a:pt x="1714" y="5113"/>
                  </a:lnTo>
                  <a:lnTo>
                    <a:pt x="1714" y="5124"/>
                  </a:lnTo>
                  <a:cubicBezTo>
                    <a:pt x="1714" y="5592"/>
                    <a:pt x="2091" y="5968"/>
                    <a:pt x="2559" y="5968"/>
                  </a:cubicBezTo>
                  <a:lnTo>
                    <a:pt x="2728" y="5968"/>
                  </a:lnTo>
                  <a:lnTo>
                    <a:pt x="2647" y="6288"/>
                  </a:lnTo>
                  <a:cubicBezTo>
                    <a:pt x="2596" y="6498"/>
                    <a:pt x="2764" y="6672"/>
                    <a:pt x="2950" y="6672"/>
                  </a:cubicBezTo>
                  <a:cubicBezTo>
                    <a:pt x="3010" y="6672"/>
                    <a:pt x="3072" y="6654"/>
                    <a:pt x="3129" y="6612"/>
                  </a:cubicBezTo>
                  <a:lnTo>
                    <a:pt x="4015" y="5968"/>
                  </a:lnTo>
                  <a:lnTo>
                    <a:pt x="4209" y="5968"/>
                  </a:lnTo>
                  <a:lnTo>
                    <a:pt x="5880" y="7080"/>
                  </a:lnTo>
                  <a:cubicBezTo>
                    <a:pt x="5932" y="7116"/>
                    <a:pt x="5992" y="7133"/>
                    <a:pt x="6051" y="7133"/>
                  </a:cubicBezTo>
                  <a:cubicBezTo>
                    <a:pt x="6110" y="7133"/>
                    <a:pt x="6168" y="7117"/>
                    <a:pt x="6218" y="7084"/>
                  </a:cubicBezTo>
                  <a:cubicBezTo>
                    <a:pt x="6320" y="7017"/>
                    <a:pt x="6373" y="6897"/>
                    <a:pt x="6355" y="6774"/>
                  </a:cubicBezTo>
                  <a:lnTo>
                    <a:pt x="6222" y="5968"/>
                  </a:lnTo>
                  <a:lnTo>
                    <a:pt x="7696" y="5968"/>
                  </a:lnTo>
                  <a:cubicBezTo>
                    <a:pt x="8160" y="5968"/>
                    <a:pt x="8537" y="5592"/>
                    <a:pt x="8540" y="5124"/>
                  </a:cubicBezTo>
                  <a:lnTo>
                    <a:pt x="8540" y="1700"/>
                  </a:lnTo>
                  <a:cubicBezTo>
                    <a:pt x="8537" y="1232"/>
                    <a:pt x="8160" y="856"/>
                    <a:pt x="7696" y="856"/>
                  </a:cubicBezTo>
                  <a:lnTo>
                    <a:pt x="7682" y="856"/>
                  </a:lnTo>
                  <a:lnTo>
                    <a:pt x="7682" y="842"/>
                  </a:lnTo>
                  <a:cubicBezTo>
                    <a:pt x="7682" y="380"/>
                    <a:pt x="7309" y="1"/>
                    <a:pt x="6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3" name="Google Shape;22463;p91"/>
            <p:cNvSpPr/>
            <p:nvPr/>
          </p:nvSpPr>
          <p:spPr>
            <a:xfrm>
              <a:off x="3329395" y="2024217"/>
              <a:ext cx="30530" cy="10489"/>
            </a:xfrm>
            <a:custGeom>
              <a:rect b="b" l="l" r="r" t="t"/>
              <a:pathLst>
                <a:path extrusionOk="0" h="403" w="1173">
                  <a:moveTo>
                    <a:pt x="262" y="1"/>
                  </a:moveTo>
                  <a:cubicBezTo>
                    <a:pt x="1" y="1"/>
                    <a:pt x="2" y="402"/>
                    <a:pt x="265" y="402"/>
                  </a:cubicBezTo>
                  <a:cubicBezTo>
                    <a:pt x="269" y="402"/>
                    <a:pt x="272" y="402"/>
                    <a:pt x="275" y="402"/>
                  </a:cubicBezTo>
                  <a:lnTo>
                    <a:pt x="919" y="402"/>
                  </a:lnTo>
                  <a:cubicBezTo>
                    <a:pt x="1173" y="388"/>
                    <a:pt x="1173" y="12"/>
                    <a:pt x="919" y="1"/>
                  </a:cubicBezTo>
                  <a:lnTo>
                    <a:pt x="275" y="1"/>
                  </a:lnTo>
                  <a:cubicBezTo>
                    <a:pt x="271" y="1"/>
                    <a:pt x="266"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4" name="Google Shape;22464;p91"/>
            <p:cNvSpPr/>
            <p:nvPr/>
          </p:nvSpPr>
          <p:spPr>
            <a:xfrm>
              <a:off x="3368957" y="2024243"/>
              <a:ext cx="85761" cy="10463"/>
            </a:xfrm>
            <a:custGeom>
              <a:rect b="b" l="l" r="r" t="t"/>
              <a:pathLst>
                <a:path extrusionOk="0" h="402" w="3295">
                  <a:moveTo>
                    <a:pt x="254" y="0"/>
                  </a:moveTo>
                  <a:cubicBezTo>
                    <a:pt x="1" y="11"/>
                    <a:pt x="1" y="387"/>
                    <a:pt x="254" y="401"/>
                  </a:cubicBezTo>
                  <a:lnTo>
                    <a:pt x="3037" y="401"/>
                  </a:lnTo>
                  <a:cubicBezTo>
                    <a:pt x="3294" y="387"/>
                    <a:pt x="3294" y="11"/>
                    <a:pt x="3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5" name="Google Shape;22465;p91"/>
            <p:cNvSpPr/>
            <p:nvPr/>
          </p:nvSpPr>
          <p:spPr>
            <a:xfrm>
              <a:off x="3329395" y="2052067"/>
              <a:ext cx="125322" cy="10489"/>
            </a:xfrm>
            <a:custGeom>
              <a:rect b="b" l="l" r="r" t="t"/>
              <a:pathLst>
                <a:path extrusionOk="0" h="403" w="4815">
                  <a:moveTo>
                    <a:pt x="262" y="0"/>
                  </a:moveTo>
                  <a:cubicBezTo>
                    <a:pt x="1" y="0"/>
                    <a:pt x="2" y="402"/>
                    <a:pt x="265" y="402"/>
                  </a:cubicBezTo>
                  <a:cubicBezTo>
                    <a:pt x="269" y="402"/>
                    <a:pt x="272" y="402"/>
                    <a:pt x="275" y="402"/>
                  </a:cubicBezTo>
                  <a:lnTo>
                    <a:pt x="4557" y="402"/>
                  </a:lnTo>
                  <a:cubicBezTo>
                    <a:pt x="4814" y="388"/>
                    <a:pt x="4814" y="11"/>
                    <a:pt x="4557" y="1"/>
                  </a:cubicBezTo>
                  <a:lnTo>
                    <a:pt x="275" y="1"/>
                  </a:lnTo>
                  <a:cubicBezTo>
                    <a:pt x="271" y="1"/>
                    <a:pt x="26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6" name="Google Shape;22466;p91"/>
            <p:cNvSpPr/>
            <p:nvPr/>
          </p:nvSpPr>
          <p:spPr>
            <a:xfrm>
              <a:off x="3329421" y="2079916"/>
              <a:ext cx="86281" cy="10463"/>
            </a:xfrm>
            <a:custGeom>
              <a:rect b="b" l="l" r="r" t="t"/>
              <a:pathLst>
                <a:path extrusionOk="0" h="402" w="3315">
                  <a:moveTo>
                    <a:pt x="261" y="0"/>
                  </a:moveTo>
                  <a:cubicBezTo>
                    <a:pt x="1" y="0"/>
                    <a:pt x="1" y="402"/>
                    <a:pt x="261" y="402"/>
                  </a:cubicBezTo>
                  <a:cubicBezTo>
                    <a:pt x="265" y="402"/>
                    <a:pt x="270" y="402"/>
                    <a:pt x="274" y="401"/>
                  </a:cubicBezTo>
                  <a:lnTo>
                    <a:pt x="3057" y="401"/>
                  </a:lnTo>
                  <a:cubicBezTo>
                    <a:pt x="3314" y="391"/>
                    <a:pt x="3314" y="14"/>
                    <a:pt x="3057" y="0"/>
                  </a:cubicBezTo>
                  <a:lnTo>
                    <a:pt x="274" y="0"/>
                  </a:lnTo>
                  <a:cubicBezTo>
                    <a:pt x="270" y="0"/>
                    <a:pt x="26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7" name="Google Shape;22467;p91"/>
            <p:cNvSpPr/>
            <p:nvPr/>
          </p:nvSpPr>
          <p:spPr>
            <a:xfrm>
              <a:off x="3424656" y="2079916"/>
              <a:ext cx="30062" cy="10463"/>
            </a:xfrm>
            <a:custGeom>
              <a:rect b="b" l="l" r="r" t="t"/>
              <a:pathLst>
                <a:path extrusionOk="0" h="402" w="1155">
                  <a:moveTo>
                    <a:pt x="257" y="0"/>
                  </a:moveTo>
                  <a:cubicBezTo>
                    <a:pt x="0" y="14"/>
                    <a:pt x="0" y="391"/>
                    <a:pt x="257" y="401"/>
                  </a:cubicBezTo>
                  <a:lnTo>
                    <a:pt x="897" y="401"/>
                  </a:lnTo>
                  <a:cubicBezTo>
                    <a:pt x="1154" y="391"/>
                    <a:pt x="1154" y="14"/>
                    <a:pt x="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68" name="Google Shape;22468;p91"/>
          <p:cNvGrpSpPr/>
          <p:nvPr/>
        </p:nvGrpSpPr>
        <p:grpSpPr>
          <a:xfrm>
            <a:off x="4198844" y="2918392"/>
            <a:ext cx="319982" cy="315974"/>
            <a:chOff x="4198844" y="2918392"/>
            <a:chExt cx="319982" cy="315974"/>
          </a:xfrm>
        </p:grpSpPr>
        <p:sp>
          <p:nvSpPr>
            <p:cNvPr id="22469" name="Google Shape;22469;p91"/>
            <p:cNvSpPr/>
            <p:nvPr/>
          </p:nvSpPr>
          <p:spPr>
            <a:xfrm>
              <a:off x="4398110" y="2971046"/>
              <a:ext cx="115770" cy="258635"/>
            </a:xfrm>
            <a:custGeom>
              <a:rect b="b" l="l" r="r" t="t"/>
              <a:pathLst>
                <a:path extrusionOk="0" h="9937" w="4448">
                  <a:moveTo>
                    <a:pt x="1" y="0"/>
                  </a:moveTo>
                  <a:lnTo>
                    <a:pt x="1" y="9937"/>
                  </a:lnTo>
                  <a:lnTo>
                    <a:pt x="1366" y="9937"/>
                  </a:lnTo>
                  <a:lnTo>
                    <a:pt x="2618" y="5897"/>
                  </a:lnTo>
                  <a:lnTo>
                    <a:pt x="4448"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0" name="Google Shape;22470;p91"/>
            <p:cNvSpPr/>
            <p:nvPr/>
          </p:nvSpPr>
          <p:spPr>
            <a:xfrm>
              <a:off x="4398110" y="2971046"/>
              <a:ext cx="93517" cy="258635"/>
            </a:xfrm>
            <a:custGeom>
              <a:rect b="b" l="l" r="r" t="t"/>
              <a:pathLst>
                <a:path extrusionOk="0" h="9937" w="3593">
                  <a:moveTo>
                    <a:pt x="1" y="0"/>
                  </a:moveTo>
                  <a:lnTo>
                    <a:pt x="1" y="9937"/>
                  </a:lnTo>
                  <a:lnTo>
                    <a:pt x="1366" y="9937"/>
                  </a:lnTo>
                  <a:lnTo>
                    <a:pt x="2618" y="5897"/>
                  </a:lnTo>
                  <a:lnTo>
                    <a:pt x="3593"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1" name="Google Shape;22471;p91"/>
            <p:cNvSpPr/>
            <p:nvPr/>
          </p:nvSpPr>
          <p:spPr>
            <a:xfrm>
              <a:off x="4377497" y="2956939"/>
              <a:ext cx="101143" cy="272742"/>
            </a:xfrm>
            <a:custGeom>
              <a:rect b="b" l="l" r="r" t="t"/>
              <a:pathLst>
                <a:path extrusionOk="0" h="10479" w="3886">
                  <a:moveTo>
                    <a:pt x="1" y="1"/>
                  </a:moveTo>
                  <a:lnTo>
                    <a:pt x="1" y="10479"/>
                  </a:lnTo>
                  <a:lnTo>
                    <a:pt x="2158" y="10479"/>
                  </a:lnTo>
                  <a:lnTo>
                    <a:pt x="2759" y="6823"/>
                  </a:lnTo>
                  <a:lnTo>
                    <a:pt x="388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2" name="Google Shape;22472;p91"/>
            <p:cNvSpPr/>
            <p:nvPr/>
          </p:nvSpPr>
          <p:spPr>
            <a:xfrm>
              <a:off x="4377497" y="2956939"/>
              <a:ext cx="71836" cy="272742"/>
            </a:xfrm>
            <a:custGeom>
              <a:rect b="b" l="l" r="r" t="t"/>
              <a:pathLst>
                <a:path extrusionOk="0" h="10479" w="2760">
                  <a:moveTo>
                    <a:pt x="1" y="1"/>
                  </a:moveTo>
                  <a:lnTo>
                    <a:pt x="1" y="10479"/>
                  </a:lnTo>
                  <a:lnTo>
                    <a:pt x="2158" y="10479"/>
                  </a:lnTo>
                  <a:lnTo>
                    <a:pt x="2759" y="6823"/>
                  </a:lnTo>
                  <a:lnTo>
                    <a:pt x="2759"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3" name="Google Shape;22473;p91"/>
            <p:cNvSpPr/>
            <p:nvPr/>
          </p:nvSpPr>
          <p:spPr>
            <a:xfrm>
              <a:off x="4203607" y="2923051"/>
              <a:ext cx="230057" cy="306630"/>
            </a:xfrm>
            <a:custGeom>
              <a:rect b="b" l="l" r="r" t="t"/>
              <a:pathLst>
                <a:path extrusionOk="0" h="11781" w="8839">
                  <a:moveTo>
                    <a:pt x="0" y="1"/>
                  </a:moveTo>
                  <a:lnTo>
                    <a:pt x="0" y="10542"/>
                  </a:lnTo>
                  <a:lnTo>
                    <a:pt x="0" y="11781"/>
                  </a:lnTo>
                  <a:lnTo>
                    <a:pt x="8839" y="11781"/>
                  </a:lnTo>
                  <a:lnTo>
                    <a:pt x="8839" y="838"/>
                  </a:lnTo>
                  <a:lnTo>
                    <a:pt x="3181" y="838"/>
                  </a:lnTo>
                  <a:lnTo>
                    <a:pt x="2372"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4" name="Google Shape;22474;p91"/>
            <p:cNvSpPr/>
            <p:nvPr/>
          </p:nvSpPr>
          <p:spPr>
            <a:xfrm>
              <a:off x="4416616" y="2944758"/>
              <a:ext cx="17048" cy="284923"/>
            </a:xfrm>
            <a:custGeom>
              <a:rect b="b" l="l" r="r" t="t"/>
              <a:pathLst>
                <a:path extrusionOk="0" h="10947" w="655">
                  <a:moveTo>
                    <a:pt x="0" y="1"/>
                  </a:moveTo>
                  <a:lnTo>
                    <a:pt x="0" y="10947"/>
                  </a:lnTo>
                  <a:lnTo>
                    <a:pt x="655" y="10947"/>
                  </a:lnTo>
                  <a:lnTo>
                    <a:pt x="655" y="1"/>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5" name="Google Shape;22475;p91"/>
            <p:cNvSpPr/>
            <p:nvPr/>
          </p:nvSpPr>
          <p:spPr>
            <a:xfrm>
              <a:off x="4243533" y="3002825"/>
              <a:ext cx="22462" cy="22462"/>
            </a:xfrm>
            <a:custGeom>
              <a:rect b="b" l="l" r="r" t="t"/>
              <a:pathLst>
                <a:path extrusionOk="0" h="863" w="863">
                  <a:moveTo>
                    <a:pt x="0" y="0"/>
                  </a:moveTo>
                  <a:lnTo>
                    <a:pt x="0" y="862"/>
                  </a:lnTo>
                  <a:lnTo>
                    <a:pt x="862" y="862"/>
                  </a:lnTo>
                  <a:lnTo>
                    <a:pt x="86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6" name="Google Shape;22476;p91"/>
            <p:cNvSpPr/>
            <p:nvPr/>
          </p:nvSpPr>
          <p:spPr>
            <a:xfrm>
              <a:off x="4243533" y="3076353"/>
              <a:ext cx="22462" cy="22462"/>
            </a:xfrm>
            <a:custGeom>
              <a:rect b="b" l="l" r="r" t="t"/>
              <a:pathLst>
                <a:path extrusionOk="0" h="863" w="863">
                  <a:moveTo>
                    <a:pt x="0" y="1"/>
                  </a:moveTo>
                  <a:lnTo>
                    <a:pt x="0" y="863"/>
                  </a:lnTo>
                  <a:lnTo>
                    <a:pt x="862" y="863"/>
                  </a:lnTo>
                  <a:lnTo>
                    <a:pt x="86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7" name="Google Shape;22477;p91"/>
            <p:cNvSpPr/>
            <p:nvPr/>
          </p:nvSpPr>
          <p:spPr>
            <a:xfrm>
              <a:off x="4243533" y="3149907"/>
              <a:ext cx="22462" cy="22462"/>
            </a:xfrm>
            <a:custGeom>
              <a:rect b="b" l="l" r="r" t="t"/>
              <a:pathLst>
                <a:path extrusionOk="0" h="863" w="863">
                  <a:moveTo>
                    <a:pt x="0" y="0"/>
                  </a:moveTo>
                  <a:lnTo>
                    <a:pt x="0" y="862"/>
                  </a:lnTo>
                  <a:lnTo>
                    <a:pt x="862" y="862"/>
                  </a:lnTo>
                  <a:lnTo>
                    <a:pt x="86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8" name="Google Shape;22478;p91"/>
            <p:cNvSpPr/>
            <p:nvPr/>
          </p:nvSpPr>
          <p:spPr>
            <a:xfrm>
              <a:off x="4198844" y="2940099"/>
              <a:ext cx="319982" cy="294267"/>
            </a:xfrm>
            <a:custGeom>
              <a:rect b="b" l="l" r="r" t="t"/>
              <a:pathLst>
                <a:path extrusionOk="0" h="11306" w="12294">
                  <a:moveTo>
                    <a:pt x="10538" y="827"/>
                  </a:moveTo>
                  <a:lnTo>
                    <a:pt x="9205" y="8927"/>
                  </a:lnTo>
                  <a:lnTo>
                    <a:pt x="9205" y="827"/>
                  </a:lnTo>
                  <a:close/>
                  <a:moveTo>
                    <a:pt x="6946" y="0"/>
                  </a:moveTo>
                  <a:cubicBezTo>
                    <a:pt x="6707" y="0"/>
                    <a:pt x="6707" y="363"/>
                    <a:pt x="6946" y="363"/>
                  </a:cubicBezTo>
                  <a:lnTo>
                    <a:pt x="8849" y="363"/>
                  </a:lnTo>
                  <a:lnTo>
                    <a:pt x="8849" y="10946"/>
                  </a:lnTo>
                  <a:lnTo>
                    <a:pt x="363" y="10946"/>
                  </a:lnTo>
                  <a:lnTo>
                    <a:pt x="363" y="10060"/>
                  </a:lnTo>
                  <a:cubicBezTo>
                    <a:pt x="363" y="9938"/>
                    <a:pt x="272" y="9877"/>
                    <a:pt x="182" y="9877"/>
                  </a:cubicBezTo>
                  <a:cubicBezTo>
                    <a:pt x="91" y="9877"/>
                    <a:pt x="0" y="9938"/>
                    <a:pt x="0" y="10060"/>
                  </a:cubicBezTo>
                  <a:lnTo>
                    <a:pt x="0" y="11126"/>
                  </a:lnTo>
                  <a:cubicBezTo>
                    <a:pt x="0" y="11224"/>
                    <a:pt x="81" y="11305"/>
                    <a:pt x="183" y="11305"/>
                  </a:cubicBezTo>
                  <a:lnTo>
                    <a:pt x="9022" y="11305"/>
                  </a:lnTo>
                  <a:cubicBezTo>
                    <a:pt x="9103" y="11305"/>
                    <a:pt x="9170" y="11252"/>
                    <a:pt x="9194" y="11175"/>
                  </a:cubicBezTo>
                  <a:lnTo>
                    <a:pt x="11055" y="5172"/>
                  </a:lnTo>
                  <a:cubicBezTo>
                    <a:pt x="11105" y="5029"/>
                    <a:pt x="10993" y="4933"/>
                    <a:pt x="10882" y="4933"/>
                  </a:cubicBezTo>
                  <a:cubicBezTo>
                    <a:pt x="10811" y="4933"/>
                    <a:pt x="10740" y="4973"/>
                    <a:pt x="10714" y="5067"/>
                  </a:cubicBezTo>
                  <a:lnTo>
                    <a:pt x="9623" y="8575"/>
                  </a:lnTo>
                  <a:lnTo>
                    <a:pt x="10813" y="1365"/>
                  </a:lnTo>
                  <a:lnTo>
                    <a:pt x="11861" y="1365"/>
                  </a:lnTo>
                  <a:lnTo>
                    <a:pt x="10922" y="4395"/>
                  </a:lnTo>
                  <a:cubicBezTo>
                    <a:pt x="10872" y="4536"/>
                    <a:pt x="10987" y="4634"/>
                    <a:pt x="11098" y="4634"/>
                  </a:cubicBezTo>
                  <a:cubicBezTo>
                    <a:pt x="11170" y="4634"/>
                    <a:pt x="11240" y="4594"/>
                    <a:pt x="11267" y="4500"/>
                  </a:cubicBezTo>
                  <a:lnTo>
                    <a:pt x="12276" y="1242"/>
                  </a:lnTo>
                  <a:cubicBezTo>
                    <a:pt x="12294" y="1186"/>
                    <a:pt x="12283" y="1130"/>
                    <a:pt x="12252" y="1084"/>
                  </a:cubicBezTo>
                  <a:lnTo>
                    <a:pt x="12252" y="1080"/>
                  </a:lnTo>
                  <a:cubicBezTo>
                    <a:pt x="12217" y="1035"/>
                    <a:pt x="12164" y="1007"/>
                    <a:pt x="12107" y="1007"/>
                  </a:cubicBezTo>
                  <a:lnTo>
                    <a:pt x="10876" y="1007"/>
                  </a:lnTo>
                  <a:lnTo>
                    <a:pt x="10929" y="679"/>
                  </a:lnTo>
                  <a:cubicBezTo>
                    <a:pt x="10950" y="570"/>
                    <a:pt x="10865" y="468"/>
                    <a:pt x="10753" y="468"/>
                  </a:cubicBezTo>
                  <a:lnTo>
                    <a:pt x="9208" y="468"/>
                  </a:lnTo>
                  <a:lnTo>
                    <a:pt x="9208" y="183"/>
                  </a:lnTo>
                  <a:cubicBezTo>
                    <a:pt x="9208" y="81"/>
                    <a:pt x="9127" y="0"/>
                    <a:pt x="9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9" name="Google Shape;22479;p91"/>
            <p:cNvSpPr/>
            <p:nvPr/>
          </p:nvSpPr>
          <p:spPr>
            <a:xfrm>
              <a:off x="4198844" y="2918392"/>
              <a:ext cx="167435" cy="268630"/>
            </a:xfrm>
            <a:custGeom>
              <a:rect b="b" l="l" r="r" t="t"/>
              <a:pathLst>
                <a:path extrusionOk="0" h="10321" w="6433">
                  <a:moveTo>
                    <a:pt x="183" y="0"/>
                  </a:moveTo>
                  <a:cubicBezTo>
                    <a:pt x="81" y="0"/>
                    <a:pt x="0" y="81"/>
                    <a:pt x="0" y="180"/>
                  </a:cubicBezTo>
                  <a:lnTo>
                    <a:pt x="0" y="10141"/>
                  </a:lnTo>
                  <a:cubicBezTo>
                    <a:pt x="0" y="10239"/>
                    <a:pt x="81" y="10320"/>
                    <a:pt x="183" y="10320"/>
                  </a:cubicBezTo>
                  <a:cubicBezTo>
                    <a:pt x="282" y="10320"/>
                    <a:pt x="363" y="10239"/>
                    <a:pt x="363" y="10141"/>
                  </a:cubicBezTo>
                  <a:lnTo>
                    <a:pt x="363" y="359"/>
                  </a:lnTo>
                  <a:lnTo>
                    <a:pt x="2477" y="359"/>
                  </a:lnTo>
                  <a:lnTo>
                    <a:pt x="3234" y="1140"/>
                  </a:lnTo>
                  <a:cubicBezTo>
                    <a:pt x="3266" y="1176"/>
                    <a:pt x="3315" y="1197"/>
                    <a:pt x="3364" y="1197"/>
                  </a:cubicBezTo>
                  <a:lnTo>
                    <a:pt x="6193" y="1197"/>
                  </a:lnTo>
                  <a:cubicBezTo>
                    <a:pt x="6432" y="1197"/>
                    <a:pt x="6432" y="834"/>
                    <a:pt x="6193" y="834"/>
                  </a:cubicBezTo>
                  <a:lnTo>
                    <a:pt x="3438" y="834"/>
                  </a:lnTo>
                  <a:lnTo>
                    <a:pt x="2681" y="53"/>
                  </a:lnTo>
                  <a:cubicBezTo>
                    <a:pt x="2650" y="21"/>
                    <a:pt x="2601" y="0"/>
                    <a:pt x="2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0" name="Google Shape;22480;p91"/>
            <p:cNvSpPr/>
            <p:nvPr/>
          </p:nvSpPr>
          <p:spPr>
            <a:xfrm>
              <a:off x="4238848" y="2998140"/>
              <a:ext cx="31910" cy="31806"/>
            </a:xfrm>
            <a:custGeom>
              <a:rect b="b" l="l" r="r" t="t"/>
              <a:pathLst>
                <a:path extrusionOk="0" h="1222" w="1226">
                  <a:moveTo>
                    <a:pt x="863" y="363"/>
                  </a:moveTo>
                  <a:lnTo>
                    <a:pt x="863" y="863"/>
                  </a:lnTo>
                  <a:lnTo>
                    <a:pt x="360" y="863"/>
                  </a:lnTo>
                  <a:lnTo>
                    <a:pt x="360" y="363"/>
                  </a:lnTo>
                  <a:close/>
                  <a:moveTo>
                    <a:pt x="180" y="1"/>
                  </a:moveTo>
                  <a:cubicBezTo>
                    <a:pt x="82" y="1"/>
                    <a:pt x="1" y="82"/>
                    <a:pt x="1" y="180"/>
                  </a:cubicBezTo>
                  <a:lnTo>
                    <a:pt x="1" y="1042"/>
                  </a:lnTo>
                  <a:cubicBezTo>
                    <a:pt x="1" y="1141"/>
                    <a:pt x="82" y="1222"/>
                    <a:pt x="180" y="1222"/>
                  </a:cubicBezTo>
                  <a:lnTo>
                    <a:pt x="1042" y="1222"/>
                  </a:lnTo>
                  <a:cubicBezTo>
                    <a:pt x="1144" y="1222"/>
                    <a:pt x="1225" y="1141"/>
                    <a:pt x="1225" y="1042"/>
                  </a:cubicBezTo>
                  <a:lnTo>
                    <a:pt x="1225" y="180"/>
                  </a:lnTo>
                  <a:cubicBezTo>
                    <a:pt x="1225" y="82"/>
                    <a:pt x="1144"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1" name="Google Shape;22481;p91"/>
            <p:cNvSpPr/>
            <p:nvPr/>
          </p:nvSpPr>
          <p:spPr>
            <a:xfrm>
              <a:off x="4282626" y="3020576"/>
              <a:ext cx="114963" cy="9370"/>
            </a:xfrm>
            <a:custGeom>
              <a:rect b="b" l="l" r="r" t="t"/>
              <a:pathLst>
                <a:path extrusionOk="0" h="360" w="4417">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2" name="Google Shape;22482;p91"/>
            <p:cNvSpPr/>
            <p:nvPr/>
          </p:nvSpPr>
          <p:spPr>
            <a:xfrm>
              <a:off x="4282626" y="3004934"/>
              <a:ext cx="37402" cy="9370"/>
            </a:xfrm>
            <a:custGeom>
              <a:rect b="b" l="l" r="r" t="t"/>
              <a:pathLst>
                <a:path extrusionOk="0" h="360" w="1437">
                  <a:moveTo>
                    <a:pt x="244" y="0"/>
                  </a:moveTo>
                  <a:cubicBezTo>
                    <a:pt x="1" y="0"/>
                    <a:pt x="1" y="359"/>
                    <a:pt x="244" y="359"/>
                  </a:cubicBezTo>
                  <a:lnTo>
                    <a:pt x="1194" y="359"/>
                  </a:lnTo>
                  <a:cubicBezTo>
                    <a:pt x="1436" y="359"/>
                    <a:pt x="1436" y="0"/>
                    <a:pt x="1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3" name="Google Shape;22483;p91"/>
            <p:cNvSpPr/>
            <p:nvPr/>
          </p:nvSpPr>
          <p:spPr>
            <a:xfrm>
              <a:off x="4238848" y="3071694"/>
              <a:ext cx="31910" cy="31806"/>
            </a:xfrm>
            <a:custGeom>
              <a:rect b="b" l="l" r="r" t="t"/>
              <a:pathLst>
                <a:path extrusionOk="0" h="1222" w="1226">
                  <a:moveTo>
                    <a:pt x="863" y="359"/>
                  </a:moveTo>
                  <a:lnTo>
                    <a:pt x="863" y="862"/>
                  </a:lnTo>
                  <a:lnTo>
                    <a:pt x="360" y="862"/>
                  </a:lnTo>
                  <a:lnTo>
                    <a:pt x="360" y="359"/>
                  </a:lnTo>
                  <a:close/>
                  <a:moveTo>
                    <a:pt x="180" y="0"/>
                  </a:moveTo>
                  <a:cubicBezTo>
                    <a:pt x="82" y="0"/>
                    <a:pt x="1" y="81"/>
                    <a:pt x="1" y="180"/>
                  </a:cubicBezTo>
                  <a:lnTo>
                    <a:pt x="1" y="1042"/>
                  </a:lnTo>
                  <a:cubicBezTo>
                    <a:pt x="1" y="1140"/>
                    <a:pt x="82" y="1221"/>
                    <a:pt x="180" y="1221"/>
                  </a:cubicBezTo>
                  <a:lnTo>
                    <a:pt x="1042" y="1221"/>
                  </a:lnTo>
                  <a:cubicBezTo>
                    <a:pt x="1144" y="1221"/>
                    <a:pt x="1225" y="1140"/>
                    <a:pt x="1225" y="1042"/>
                  </a:cubicBezTo>
                  <a:lnTo>
                    <a:pt x="1225" y="180"/>
                  </a:lnTo>
                  <a:cubicBezTo>
                    <a:pt x="1225" y="81"/>
                    <a:pt x="114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4" name="Google Shape;22484;p91"/>
            <p:cNvSpPr/>
            <p:nvPr/>
          </p:nvSpPr>
          <p:spPr>
            <a:xfrm>
              <a:off x="4282626" y="3094130"/>
              <a:ext cx="114963" cy="9370"/>
            </a:xfrm>
            <a:custGeom>
              <a:rect b="b" l="l" r="r" t="t"/>
              <a:pathLst>
                <a:path extrusionOk="0" h="360" w="4417">
                  <a:moveTo>
                    <a:pt x="244" y="0"/>
                  </a:moveTo>
                  <a:cubicBezTo>
                    <a:pt x="1" y="0"/>
                    <a:pt x="1" y="359"/>
                    <a:pt x="244" y="359"/>
                  </a:cubicBezTo>
                  <a:lnTo>
                    <a:pt x="4177" y="359"/>
                  </a:lnTo>
                  <a:cubicBezTo>
                    <a:pt x="4416" y="359"/>
                    <a:pt x="4416" y="0"/>
                    <a:pt x="4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5" name="Google Shape;22485;p91"/>
            <p:cNvSpPr/>
            <p:nvPr/>
          </p:nvSpPr>
          <p:spPr>
            <a:xfrm>
              <a:off x="4282626" y="3078461"/>
              <a:ext cx="37402" cy="9370"/>
            </a:xfrm>
            <a:custGeom>
              <a:rect b="b" l="l" r="r" t="t"/>
              <a:pathLst>
                <a:path extrusionOk="0" h="360" w="1437">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6" name="Google Shape;22486;p91"/>
            <p:cNvSpPr/>
            <p:nvPr/>
          </p:nvSpPr>
          <p:spPr>
            <a:xfrm>
              <a:off x="4238848" y="3145222"/>
              <a:ext cx="31910" cy="31910"/>
            </a:xfrm>
            <a:custGeom>
              <a:rect b="b" l="l" r="r" t="t"/>
              <a:pathLst>
                <a:path extrusionOk="0" h="1226" w="1226">
                  <a:moveTo>
                    <a:pt x="863" y="359"/>
                  </a:moveTo>
                  <a:lnTo>
                    <a:pt x="863" y="863"/>
                  </a:lnTo>
                  <a:lnTo>
                    <a:pt x="360" y="863"/>
                  </a:lnTo>
                  <a:lnTo>
                    <a:pt x="360" y="359"/>
                  </a:lnTo>
                  <a:close/>
                  <a:moveTo>
                    <a:pt x="180" y="1"/>
                  </a:moveTo>
                  <a:cubicBezTo>
                    <a:pt x="82" y="1"/>
                    <a:pt x="1" y="82"/>
                    <a:pt x="1" y="180"/>
                  </a:cubicBezTo>
                  <a:lnTo>
                    <a:pt x="1" y="1046"/>
                  </a:lnTo>
                  <a:cubicBezTo>
                    <a:pt x="1" y="1144"/>
                    <a:pt x="82" y="1225"/>
                    <a:pt x="180" y="1225"/>
                  </a:cubicBezTo>
                  <a:lnTo>
                    <a:pt x="1042" y="1225"/>
                  </a:lnTo>
                  <a:cubicBezTo>
                    <a:pt x="1141" y="1225"/>
                    <a:pt x="1222" y="1144"/>
                    <a:pt x="1222" y="1046"/>
                  </a:cubicBezTo>
                  <a:lnTo>
                    <a:pt x="1222" y="180"/>
                  </a:lnTo>
                  <a:cubicBezTo>
                    <a:pt x="1225" y="82"/>
                    <a:pt x="1144"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7" name="Google Shape;22487;p91"/>
            <p:cNvSpPr/>
            <p:nvPr/>
          </p:nvSpPr>
          <p:spPr>
            <a:xfrm>
              <a:off x="4282626" y="3167658"/>
              <a:ext cx="114963" cy="9370"/>
            </a:xfrm>
            <a:custGeom>
              <a:rect b="b" l="l" r="r" t="t"/>
              <a:pathLst>
                <a:path extrusionOk="0" h="360" w="4417">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8" name="Google Shape;22488;p91"/>
            <p:cNvSpPr/>
            <p:nvPr/>
          </p:nvSpPr>
          <p:spPr>
            <a:xfrm>
              <a:off x="4282626" y="3151989"/>
              <a:ext cx="37402" cy="9370"/>
            </a:xfrm>
            <a:custGeom>
              <a:rect b="b" l="l" r="r" t="t"/>
              <a:pathLst>
                <a:path extrusionOk="0" h="360" w="1437">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89" name="Google Shape;22489;p91"/>
          <p:cNvGrpSpPr/>
          <p:nvPr/>
        </p:nvGrpSpPr>
        <p:grpSpPr>
          <a:xfrm>
            <a:off x="4657084" y="2911911"/>
            <a:ext cx="332007" cy="319592"/>
            <a:chOff x="4657084" y="2911911"/>
            <a:chExt cx="332007" cy="319592"/>
          </a:xfrm>
        </p:grpSpPr>
        <p:sp>
          <p:nvSpPr>
            <p:cNvPr id="22490" name="Google Shape;22490;p91"/>
            <p:cNvSpPr/>
            <p:nvPr/>
          </p:nvSpPr>
          <p:spPr>
            <a:xfrm>
              <a:off x="4825690" y="3069768"/>
              <a:ext cx="48750" cy="48645"/>
            </a:xfrm>
            <a:custGeom>
              <a:rect b="b" l="l" r="r" t="t"/>
              <a:pathLst>
                <a:path extrusionOk="0" h="1869" w="1873">
                  <a:moveTo>
                    <a:pt x="482" y="0"/>
                  </a:moveTo>
                  <a:lnTo>
                    <a:pt x="0" y="482"/>
                  </a:lnTo>
                  <a:lnTo>
                    <a:pt x="1387" y="1869"/>
                  </a:lnTo>
                  <a:lnTo>
                    <a:pt x="1872" y="1387"/>
                  </a:lnTo>
                  <a:lnTo>
                    <a:pt x="482"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1" name="Google Shape;22491;p91"/>
            <p:cNvSpPr/>
            <p:nvPr/>
          </p:nvSpPr>
          <p:spPr>
            <a:xfrm>
              <a:off x="4672388" y="2916466"/>
              <a:ext cx="200125" cy="200125"/>
            </a:xfrm>
            <a:custGeom>
              <a:rect b="b" l="l" r="r" t="t"/>
              <a:pathLst>
                <a:path extrusionOk="0" h="7689" w="7689">
                  <a:moveTo>
                    <a:pt x="3846" y="0"/>
                  </a:moveTo>
                  <a:cubicBezTo>
                    <a:pt x="1721" y="0"/>
                    <a:pt x="0" y="1721"/>
                    <a:pt x="0" y="3846"/>
                  </a:cubicBezTo>
                  <a:cubicBezTo>
                    <a:pt x="0" y="5968"/>
                    <a:pt x="1721" y="7688"/>
                    <a:pt x="3846" y="7688"/>
                  </a:cubicBezTo>
                  <a:cubicBezTo>
                    <a:pt x="5968" y="7688"/>
                    <a:pt x="7688" y="5968"/>
                    <a:pt x="7688" y="3846"/>
                  </a:cubicBezTo>
                  <a:cubicBezTo>
                    <a:pt x="7688" y="1721"/>
                    <a:pt x="5968" y="0"/>
                    <a:pt x="384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2" name="Google Shape;22492;p91"/>
            <p:cNvSpPr/>
            <p:nvPr/>
          </p:nvSpPr>
          <p:spPr>
            <a:xfrm>
              <a:off x="4695475" y="2939448"/>
              <a:ext cx="154057" cy="154161"/>
            </a:xfrm>
            <a:custGeom>
              <a:rect b="b" l="l" r="r" t="t"/>
              <a:pathLst>
                <a:path extrusionOk="0" h="5923" w="5919">
                  <a:moveTo>
                    <a:pt x="2959" y="1"/>
                  </a:moveTo>
                  <a:cubicBezTo>
                    <a:pt x="1323" y="1"/>
                    <a:pt x="0" y="1327"/>
                    <a:pt x="0" y="2963"/>
                  </a:cubicBezTo>
                  <a:cubicBezTo>
                    <a:pt x="0" y="4596"/>
                    <a:pt x="1323" y="5922"/>
                    <a:pt x="2959" y="5922"/>
                  </a:cubicBezTo>
                  <a:cubicBezTo>
                    <a:pt x="4592" y="5922"/>
                    <a:pt x="5918" y="4596"/>
                    <a:pt x="5918" y="2963"/>
                  </a:cubicBezTo>
                  <a:cubicBezTo>
                    <a:pt x="5918" y="1327"/>
                    <a:pt x="4592" y="1"/>
                    <a:pt x="29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3" name="Google Shape;22493;p91"/>
            <p:cNvSpPr/>
            <p:nvPr/>
          </p:nvSpPr>
          <p:spPr>
            <a:xfrm>
              <a:off x="4847840" y="3093115"/>
              <a:ext cx="136124" cy="133729"/>
            </a:xfrm>
            <a:custGeom>
              <a:rect b="b" l="l" r="r" t="t"/>
              <a:pathLst>
                <a:path extrusionOk="0" h="5138" w="5230">
                  <a:moveTo>
                    <a:pt x="1044" y="1"/>
                  </a:moveTo>
                  <a:cubicBezTo>
                    <a:pt x="924" y="1"/>
                    <a:pt x="803" y="46"/>
                    <a:pt x="712" y="138"/>
                  </a:cubicBezTo>
                  <a:lnTo>
                    <a:pt x="184" y="666"/>
                  </a:lnTo>
                  <a:cubicBezTo>
                    <a:pt x="1" y="849"/>
                    <a:pt x="1" y="1148"/>
                    <a:pt x="184" y="1331"/>
                  </a:cubicBezTo>
                  <a:lnTo>
                    <a:pt x="3854" y="5000"/>
                  </a:lnTo>
                  <a:cubicBezTo>
                    <a:pt x="3945" y="5092"/>
                    <a:pt x="4065" y="5138"/>
                    <a:pt x="4185" y="5138"/>
                  </a:cubicBezTo>
                  <a:cubicBezTo>
                    <a:pt x="4305" y="5138"/>
                    <a:pt x="4425" y="5092"/>
                    <a:pt x="4519" y="5000"/>
                  </a:cubicBezTo>
                  <a:lnTo>
                    <a:pt x="5046" y="4473"/>
                  </a:lnTo>
                  <a:cubicBezTo>
                    <a:pt x="5229" y="4286"/>
                    <a:pt x="5229" y="3987"/>
                    <a:pt x="5046" y="3804"/>
                  </a:cubicBezTo>
                  <a:lnTo>
                    <a:pt x="1377" y="138"/>
                  </a:lnTo>
                  <a:cubicBezTo>
                    <a:pt x="1285" y="46"/>
                    <a:pt x="1165" y="1"/>
                    <a:pt x="104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4" name="Google Shape;22494;p91"/>
            <p:cNvSpPr/>
            <p:nvPr/>
          </p:nvSpPr>
          <p:spPr>
            <a:xfrm>
              <a:off x="4857184" y="3093141"/>
              <a:ext cx="126780" cy="125557"/>
            </a:xfrm>
            <a:custGeom>
              <a:rect b="b" l="l" r="r" t="t"/>
              <a:pathLst>
                <a:path extrusionOk="0" h="4824" w="4871">
                  <a:moveTo>
                    <a:pt x="7" y="489"/>
                  </a:moveTo>
                  <a:cubicBezTo>
                    <a:pt x="5" y="491"/>
                    <a:pt x="3" y="494"/>
                    <a:pt x="1" y="496"/>
                  </a:cubicBezTo>
                  <a:lnTo>
                    <a:pt x="7" y="489"/>
                  </a:lnTo>
                  <a:close/>
                  <a:moveTo>
                    <a:pt x="689" y="0"/>
                  </a:moveTo>
                  <a:cubicBezTo>
                    <a:pt x="568" y="0"/>
                    <a:pt x="448" y="47"/>
                    <a:pt x="356" y="140"/>
                  </a:cubicBezTo>
                  <a:lnTo>
                    <a:pt x="7" y="489"/>
                  </a:lnTo>
                  <a:lnTo>
                    <a:pt x="7" y="489"/>
                  </a:lnTo>
                  <a:cubicBezTo>
                    <a:pt x="98" y="400"/>
                    <a:pt x="215" y="356"/>
                    <a:pt x="332" y="356"/>
                  </a:cubicBezTo>
                  <a:cubicBezTo>
                    <a:pt x="452" y="356"/>
                    <a:pt x="572" y="402"/>
                    <a:pt x="666" y="496"/>
                  </a:cubicBezTo>
                  <a:lnTo>
                    <a:pt x="4332" y="4158"/>
                  </a:lnTo>
                  <a:cubicBezTo>
                    <a:pt x="4515" y="4345"/>
                    <a:pt x="4515" y="4640"/>
                    <a:pt x="4332" y="4823"/>
                  </a:cubicBezTo>
                  <a:lnTo>
                    <a:pt x="4687" y="4472"/>
                  </a:lnTo>
                  <a:cubicBezTo>
                    <a:pt x="4870" y="4285"/>
                    <a:pt x="4870" y="3990"/>
                    <a:pt x="4687" y="3807"/>
                  </a:cubicBezTo>
                  <a:lnTo>
                    <a:pt x="1018" y="137"/>
                  </a:lnTo>
                  <a:cubicBezTo>
                    <a:pt x="927" y="46"/>
                    <a:pt x="808" y="0"/>
                    <a:pt x="689"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5" name="Google Shape;22495;p91"/>
            <p:cNvSpPr/>
            <p:nvPr/>
          </p:nvSpPr>
          <p:spPr>
            <a:xfrm>
              <a:off x="4914965" y="3159042"/>
              <a:ext cx="43726" cy="43726"/>
            </a:xfrm>
            <a:custGeom>
              <a:rect b="b" l="l" r="r" t="t"/>
              <a:pathLst>
                <a:path extrusionOk="0" h="1680" w="1680">
                  <a:moveTo>
                    <a:pt x="1194" y="1"/>
                  </a:moveTo>
                  <a:lnTo>
                    <a:pt x="1" y="1194"/>
                  </a:lnTo>
                  <a:lnTo>
                    <a:pt x="486" y="1679"/>
                  </a:lnTo>
                  <a:lnTo>
                    <a:pt x="1679" y="486"/>
                  </a:lnTo>
                  <a:lnTo>
                    <a:pt x="1194"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6" name="Google Shape;22496;p91"/>
            <p:cNvSpPr/>
            <p:nvPr/>
          </p:nvSpPr>
          <p:spPr>
            <a:xfrm>
              <a:off x="4739878" y="2961780"/>
              <a:ext cx="70899" cy="77614"/>
            </a:xfrm>
            <a:custGeom>
              <a:rect b="b" l="l" r="r" t="t"/>
              <a:pathLst>
                <a:path extrusionOk="0" h="2982" w="2724">
                  <a:moveTo>
                    <a:pt x="1253" y="1"/>
                  </a:moveTo>
                  <a:cubicBezTo>
                    <a:pt x="947" y="1"/>
                    <a:pt x="639" y="112"/>
                    <a:pt x="395" y="342"/>
                  </a:cubicBezTo>
                  <a:cubicBezTo>
                    <a:pt x="145" y="578"/>
                    <a:pt x="1" y="905"/>
                    <a:pt x="1" y="1254"/>
                  </a:cubicBezTo>
                  <a:cubicBezTo>
                    <a:pt x="8" y="1479"/>
                    <a:pt x="194" y="1658"/>
                    <a:pt x="419" y="1658"/>
                  </a:cubicBezTo>
                  <a:cubicBezTo>
                    <a:pt x="644" y="1658"/>
                    <a:pt x="831" y="1479"/>
                    <a:pt x="838" y="1254"/>
                  </a:cubicBezTo>
                  <a:cubicBezTo>
                    <a:pt x="838" y="1025"/>
                    <a:pt x="1025" y="841"/>
                    <a:pt x="1247" y="841"/>
                  </a:cubicBezTo>
                  <a:cubicBezTo>
                    <a:pt x="1258" y="841"/>
                    <a:pt x="1268" y="841"/>
                    <a:pt x="1278" y="842"/>
                  </a:cubicBezTo>
                  <a:cubicBezTo>
                    <a:pt x="1485" y="856"/>
                    <a:pt x="1647" y="1021"/>
                    <a:pt x="1661" y="1226"/>
                  </a:cubicBezTo>
                  <a:cubicBezTo>
                    <a:pt x="1675" y="1394"/>
                    <a:pt x="1577" y="1556"/>
                    <a:pt x="1422" y="1627"/>
                  </a:cubicBezTo>
                  <a:cubicBezTo>
                    <a:pt x="1060" y="1796"/>
                    <a:pt x="831" y="2161"/>
                    <a:pt x="831" y="2559"/>
                  </a:cubicBezTo>
                  <a:cubicBezTo>
                    <a:pt x="831" y="2791"/>
                    <a:pt x="1021" y="2981"/>
                    <a:pt x="1253" y="2981"/>
                  </a:cubicBezTo>
                  <a:cubicBezTo>
                    <a:pt x="1485" y="2981"/>
                    <a:pt x="1672" y="2791"/>
                    <a:pt x="1672" y="2559"/>
                  </a:cubicBezTo>
                  <a:cubicBezTo>
                    <a:pt x="1668" y="2489"/>
                    <a:pt x="1711" y="2422"/>
                    <a:pt x="1774" y="2390"/>
                  </a:cubicBezTo>
                  <a:cubicBezTo>
                    <a:pt x="2478" y="2066"/>
                    <a:pt x="2724" y="1194"/>
                    <a:pt x="2291" y="554"/>
                  </a:cubicBezTo>
                  <a:cubicBezTo>
                    <a:pt x="2048" y="191"/>
                    <a:pt x="1652" y="1"/>
                    <a:pt x="12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7" name="Google Shape;22497;p91"/>
            <p:cNvSpPr/>
            <p:nvPr/>
          </p:nvSpPr>
          <p:spPr>
            <a:xfrm>
              <a:off x="4761298" y="3049623"/>
              <a:ext cx="22280" cy="22904"/>
            </a:xfrm>
            <a:custGeom>
              <a:rect b="b" l="l" r="r" t="t"/>
              <a:pathLst>
                <a:path extrusionOk="0" h="880" w="856">
                  <a:moveTo>
                    <a:pt x="430" y="0"/>
                  </a:moveTo>
                  <a:cubicBezTo>
                    <a:pt x="191" y="0"/>
                    <a:pt x="1" y="197"/>
                    <a:pt x="8" y="433"/>
                  </a:cubicBezTo>
                  <a:lnTo>
                    <a:pt x="8" y="461"/>
                  </a:lnTo>
                  <a:cubicBezTo>
                    <a:pt x="8" y="693"/>
                    <a:pt x="198" y="880"/>
                    <a:pt x="430" y="880"/>
                  </a:cubicBezTo>
                  <a:cubicBezTo>
                    <a:pt x="662" y="880"/>
                    <a:pt x="849" y="693"/>
                    <a:pt x="849" y="461"/>
                  </a:cubicBezTo>
                  <a:lnTo>
                    <a:pt x="849" y="433"/>
                  </a:lnTo>
                  <a:cubicBezTo>
                    <a:pt x="856" y="197"/>
                    <a:pt x="666" y="0"/>
                    <a:pt x="4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8" name="Google Shape;22498;p91"/>
            <p:cNvSpPr/>
            <p:nvPr/>
          </p:nvSpPr>
          <p:spPr>
            <a:xfrm>
              <a:off x="4685584" y="2934946"/>
              <a:ext cx="176206" cy="162776"/>
            </a:xfrm>
            <a:custGeom>
              <a:rect b="b" l="l" r="r" t="t"/>
              <a:pathLst>
                <a:path extrusionOk="0" h="6254" w="6770">
                  <a:moveTo>
                    <a:pt x="3327" y="1"/>
                  </a:moveTo>
                  <a:cubicBezTo>
                    <a:pt x="2087" y="1"/>
                    <a:pt x="919" y="744"/>
                    <a:pt x="429" y="1954"/>
                  </a:cubicBezTo>
                  <a:cubicBezTo>
                    <a:pt x="367" y="2098"/>
                    <a:pt x="484" y="2205"/>
                    <a:pt x="600" y="2205"/>
                  </a:cubicBezTo>
                  <a:cubicBezTo>
                    <a:pt x="666" y="2205"/>
                    <a:pt x="732" y="2171"/>
                    <a:pt x="764" y="2088"/>
                  </a:cubicBezTo>
                  <a:cubicBezTo>
                    <a:pt x="1198" y="1010"/>
                    <a:pt x="2238" y="347"/>
                    <a:pt x="3343" y="347"/>
                  </a:cubicBezTo>
                  <a:cubicBezTo>
                    <a:pt x="3635" y="347"/>
                    <a:pt x="3931" y="393"/>
                    <a:pt x="4222" y="490"/>
                  </a:cubicBezTo>
                  <a:cubicBezTo>
                    <a:pt x="5619" y="955"/>
                    <a:pt x="6411" y="2425"/>
                    <a:pt x="6031" y="3847"/>
                  </a:cubicBezTo>
                  <a:cubicBezTo>
                    <a:pt x="5699" y="5087"/>
                    <a:pt x="4578" y="5914"/>
                    <a:pt x="3343" y="5914"/>
                  </a:cubicBezTo>
                  <a:cubicBezTo>
                    <a:pt x="3161" y="5914"/>
                    <a:pt x="2978" y="5896"/>
                    <a:pt x="2794" y="5859"/>
                  </a:cubicBezTo>
                  <a:cubicBezTo>
                    <a:pt x="1351" y="5567"/>
                    <a:pt x="384" y="4206"/>
                    <a:pt x="588" y="2749"/>
                  </a:cubicBezTo>
                  <a:cubicBezTo>
                    <a:pt x="602" y="2651"/>
                    <a:pt x="531" y="2556"/>
                    <a:pt x="433" y="2545"/>
                  </a:cubicBezTo>
                  <a:cubicBezTo>
                    <a:pt x="424" y="2544"/>
                    <a:pt x="415" y="2543"/>
                    <a:pt x="407" y="2543"/>
                  </a:cubicBezTo>
                  <a:cubicBezTo>
                    <a:pt x="319" y="2543"/>
                    <a:pt x="242" y="2607"/>
                    <a:pt x="229" y="2696"/>
                  </a:cubicBezTo>
                  <a:cubicBezTo>
                    <a:pt x="0" y="4332"/>
                    <a:pt x="1084" y="5863"/>
                    <a:pt x="2702" y="6190"/>
                  </a:cubicBezTo>
                  <a:cubicBezTo>
                    <a:pt x="2913" y="6233"/>
                    <a:pt x="3122" y="6254"/>
                    <a:pt x="3329" y="6254"/>
                  </a:cubicBezTo>
                  <a:cubicBezTo>
                    <a:pt x="4715" y="6254"/>
                    <a:pt x="5970" y="5325"/>
                    <a:pt x="6344" y="3938"/>
                  </a:cubicBezTo>
                  <a:cubicBezTo>
                    <a:pt x="6770" y="2341"/>
                    <a:pt x="5883" y="691"/>
                    <a:pt x="4317" y="163"/>
                  </a:cubicBezTo>
                  <a:cubicBezTo>
                    <a:pt x="3990" y="53"/>
                    <a:pt x="3656" y="1"/>
                    <a:pt x="3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9" name="Google Shape;22499;p91"/>
            <p:cNvSpPr/>
            <p:nvPr/>
          </p:nvSpPr>
          <p:spPr>
            <a:xfrm>
              <a:off x="4657084" y="2911911"/>
              <a:ext cx="332007" cy="319592"/>
            </a:xfrm>
            <a:custGeom>
              <a:rect b="b" l="l" r="r" t="t"/>
              <a:pathLst>
                <a:path extrusionOk="0" h="12279" w="12756">
                  <a:moveTo>
                    <a:pt x="7393" y="6748"/>
                  </a:moveTo>
                  <a:lnTo>
                    <a:pt x="7766" y="7124"/>
                  </a:lnTo>
                  <a:lnTo>
                    <a:pt x="7537" y="7353"/>
                  </a:lnTo>
                  <a:lnTo>
                    <a:pt x="7161" y="6980"/>
                  </a:lnTo>
                  <a:cubicBezTo>
                    <a:pt x="7200" y="6941"/>
                    <a:pt x="7242" y="6903"/>
                    <a:pt x="7281" y="6864"/>
                  </a:cubicBezTo>
                  <a:lnTo>
                    <a:pt x="7281" y="6868"/>
                  </a:lnTo>
                  <a:cubicBezTo>
                    <a:pt x="7319" y="6829"/>
                    <a:pt x="7354" y="6790"/>
                    <a:pt x="7393" y="6748"/>
                  </a:cubicBezTo>
                  <a:close/>
                  <a:moveTo>
                    <a:pt x="10672" y="9320"/>
                  </a:moveTo>
                  <a:lnTo>
                    <a:pt x="10848" y="9496"/>
                  </a:lnTo>
                  <a:lnTo>
                    <a:pt x="9909" y="10435"/>
                  </a:lnTo>
                  <a:lnTo>
                    <a:pt x="9733" y="10259"/>
                  </a:lnTo>
                  <a:lnTo>
                    <a:pt x="10672" y="9320"/>
                  </a:lnTo>
                  <a:close/>
                  <a:moveTo>
                    <a:pt x="11102" y="9749"/>
                  </a:moveTo>
                  <a:lnTo>
                    <a:pt x="11334" y="9981"/>
                  </a:lnTo>
                  <a:lnTo>
                    <a:pt x="10394" y="10921"/>
                  </a:lnTo>
                  <a:lnTo>
                    <a:pt x="10215" y="10741"/>
                  </a:lnTo>
                  <a:lnTo>
                    <a:pt x="10162" y="10689"/>
                  </a:lnTo>
                  <a:lnTo>
                    <a:pt x="11102" y="9749"/>
                  </a:lnTo>
                  <a:close/>
                  <a:moveTo>
                    <a:pt x="11587" y="10235"/>
                  </a:moveTo>
                  <a:lnTo>
                    <a:pt x="12249" y="10896"/>
                  </a:lnTo>
                  <a:cubicBezTo>
                    <a:pt x="12361" y="11009"/>
                    <a:pt x="12361" y="11192"/>
                    <a:pt x="12249" y="11304"/>
                  </a:cubicBezTo>
                  <a:lnTo>
                    <a:pt x="11721" y="11832"/>
                  </a:lnTo>
                  <a:cubicBezTo>
                    <a:pt x="11663" y="11890"/>
                    <a:pt x="11588" y="11919"/>
                    <a:pt x="11514" y="11919"/>
                  </a:cubicBezTo>
                  <a:cubicBezTo>
                    <a:pt x="11439" y="11919"/>
                    <a:pt x="11366" y="11890"/>
                    <a:pt x="11309" y="11832"/>
                  </a:cubicBezTo>
                  <a:lnTo>
                    <a:pt x="10651" y="11174"/>
                  </a:lnTo>
                  <a:lnTo>
                    <a:pt x="11587" y="10235"/>
                  </a:lnTo>
                  <a:close/>
                  <a:moveTo>
                    <a:pt x="4436" y="1"/>
                  </a:moveTo>
                  <a:cubicBezTo>
                    <a:pt x="2984" y="1"/>
                    <a:pt x="1607" y="792"/>
                    <a:pt x="895" y="2125"/>
                  </a:cubicBezTo>
                  <a:cubicBezTo>
                    <a:pt x="1" y="3792"/>
                    <a:pt x="391" y="5861"/>
                    <a:pt x="1834" y="7086"/>
                  </a:cubicBezTo>
                  <a:cubicBezTo>
                    <a:pt x="2584" y="7722"/>
                    <a:pt x="3510" y="8042"/>
                    <a:pt x="4438" y="8042"/>
                  </a:cubicBezTo>
                  <a:cubicBezTo>
                    <a:pt x="5300" y="8042"/>
                    <a:pt x="6163" y="7766"/>
                    <a:pt x="6887" y="7212"/>
                  </a:cubicBezTo>
                  <a:lnTo>
                    <a:pt x="7295" y="7621"/>
                  </a:lnTo>
                  <a:cubicBezTo>
                    <a:pt x="7136" y="7874"/>
                    <a:pt x="7175" y="8208"/>
                    <a:pt x="7386" y="8423"/>
                  </a:cubicBezTo>
                  <a:lnTo>
                    <a:pt x="8224" y="9257"/>
                  </a:lnTo>
                  <a:cubicBezTo>
                    <a:pt x="8263" y="9296"/>
                    <a:pt x="8307" y="9312"/>
                    <a:pt x="8349" y="9312"/>
                  </a:cubicBezTo>
                  <a:cubicBezTo>
                    <a:pt x="8487" y="9312"/>
                    <a:pt x="8606" y="9133"/>
                    <a:pt x="8477" y="9003"/>
                  </a:cubicBezTo>
                  <a:lnTo>
                    <a:pt x="7643" y="8166"/>
                  </a:lnTo>
                  <a:cubicBezTo>
                    <a:pt x="7527" y="8053"/>
                    <a:pt x="7527" y="7870"/>
                    <a:pt x="7643" y="7758"/>
                  </a:cubicBezTo>
                  <a:lnTo>
                    <a:pt x="8171" y="7230"/>
                  </a:lnTo>
                  <a:cubicBezTo>
                    <a:pt x="8227" y="7172"/>
                    <a:pt x="8301" y="7143"/>
                    <a:pt x="8375" y="7143"/>
                  </a:cubicBezTo>
                  <a:cubicBezTo>
                    <a:pt x="8449" y="7143"/>
                    <a:pt x="8523" y="7172"/>
                    <a:pt x="8579" y="7230"/>
                  </a:cubicBezTo>
                  <a:lnTo>
                    <a:pt x="10416" y="9063"/>
                  </a:lnTo>
                  <a:lnTo>
                    <a:pt x="9476" y="10003"/>
                  </a:lnTo>
                  <a:lnTo>
                    <a:pt x="8945" y="9471"/>
                  </a:lnTo>
                  <a:cubicBezTo>
                    <a:pt x="8906" y="9432"/>
                    <a:pt x="8862" y="9416"/>
                    <a:pt x="8820" y="9416"/>
                  </a:cubicBezTo>
                  <a:cubicBezTo>
                    <a:pt x="8681" y="9416"/>
                    <a:pt x="8562" y="9596"/>
                    <a:pt x="8691" y="9728"/>
                  </a:cubicBezTo>
                  <a:lnTo>
                    <a:pt x="11052" y="12089"/>
                  </a:lnTo>
                  <a:cubicBezTo>
                    <a:pt x="11179" y="12216"/>
                    <a:pt x="11345" y="12279"/>
                    <a:pt x="11512" y="12279"/>
                  </a:cubicBezTo>
                  <a:cubicBezTo>
                    <a:pt x="11679" y="12279"/>
                    <a:pt x="11846" y="12216"/>
                    <a:pt x="11974" y="12089"/>
                  </a:cubicBezTo>
                  <a:lnTo>
                    <a:pt x="12502" y="11561"/>
                  </a:lnTo>
                  <a:cubicBezTo>
                    <a:pt x="12755" y="11308"/>
                    <a:pt x="12755" y="10896"/>
                    <a:pt x="12502" y="10639"/>
                  </a:cubicBezTo>
                  <a:lnTo>
                    <a:pt x="8836" y="6973"/>
                  </a:lnTo>
                  <a:cubicBezTo>
                    <a:pt x="8710" y="6847"/>
                    <a:pt x="8543" y="6782"/>
                    <a:pt x="8376" y="6782"/>
                  </a:cubicBezTo>
                  <a:cubicBezTo>
                    <a:pt x="8257" y="6782"/>
                    <a:pt x="8138" y="6815"/>
                    <a:pt x="8034" y="6882"/>
                  </a:cubicBezTo>
                  <a:lnTo>
                    <a:pt x="7625" y="6474"/>
                  </a:lnTo>
                  <a:cubicBezTo>
                    <a:pt x="7953" y="6048"/>
                    <a:pt x="8192" y="5559"/>
                    <a:pt x="8329" y="5038"/>
                  </a:cubicBezTo>
                  <a:cubicBezTo>
                    <a:pt x="8365" y="4900"/>
                    <a:pt x="8256" y="4812"/>
                    <a:pt x="8149" y="4812"/>
                  </a:cubicBezTo>
                  <a:cubicBezTo>
                    <a:pt x="8077" y="4812"/>
                    <a:pt x="8005" y="4852"/>
                    <a:pt x="7981" y="4947"/>
                  </a:cubicBezTo>
                  <a:cubicBezTo>
                    <a:pt x="7551" y="6591"/>
                    <a:pt x="6065" y="7693"/>
                    <a:pt x="4430" y="7693"/>
                  </a:cubicBezTo>
                  <a:cubicBezTo>
                    <a:pt x="4179" y="7693"/>
                    <a:pt x="3925" y="7667"/>
                    <a:pt x="3671" y="7614"/>
                  </a:cubicBezTo>
                  <a:cubicBezTo>
                    <a:pt x="1753" y="7209"/>
                    <a:pt x="493" y="5365"/>
                    <a:pt x="807" y="3434"/>
                  </a:cubicBezTo>
                  <a:cubicBezTo>
                    <a:pt x="1100" y="1640"/>
                    <a:pt x="2648" y="351"/>
                    <a:pt x="4421" y="351"/>
                  </a:cubicBezTo>
                  <a:cubicBezTo>
                    <a:pt x="4562" y="351"/>
                    <a:pt x="4703" y="360"/>
                    <a:pt x="4846" y="376"/>
                  </a:cubicBezTo>
                  <a:cubicBezTo>
                    <a:pt x="6795" y="598"/>
                    <a:pt x="8224" y="2315"/>
                    <a:pt x="8090" y="4271"/>
                  </a:cubicBezTo>
                  <a:cubicBezTo>
                    <a:pt x="8084" y="4393"/>
                    <a:pt x="8177" y="4457"/>
                    <a:pt x="8270" y="4457"/>
                  </a:cubicBezTo>
                  <a:cubicBezTo>
                    <a:pt x="8355" y="4457"/>
                    <a:pt x="8439" y="4404"/>
                    <a:pt x="8449" y="4292"/>
                  </a:cubicBezTo>
                  <a:cubicBezTo>
                    <a:pt x="8575" y="2403"/>
                    <a:pt x="7369" y="682"/>
                    <a:pt x="5546" y="158"/>
                  </a:cubicBezTo>
                  <a:cubicBezTo>
                    <a:pt x="5178" y="52"/>
                    <a:pt x="4804" y="1"/>
                    <a:pt x="44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0" name="Google Shape;22500;p91"/>
            <p:cNvSpPr/>
            <p:nvPr/>
          </p:nvSpPr>
          <p:spPr>
            <a:xfrm>
              <a:off x="4735219" y="2957069"/>
              <a:ext cx="82169" cy="87452"/>
            </a:xfrm>
            <a:custGeom>
              <a:rect b="b" l="l" r="r" t="t"/>
              <a:pathLst>
                <a:path extrusionOk="0" h="3360" w="3157">
                  <a:moveTo>
                    <a:pt x="1428" y="365"/>
                  </a:moveTo>
                  <a:cubicBezTo>
                    <a:pt x="1770" y="365"/>
                    <a:pt x="2109" y="527"/>
                    <a:pt x="2319" y="837"/>
                  </a:cubicBezTo>
                  <a:cubicBezTo>
                    <a:pt x="2688" y="1385"/>
                    <a:pt x="2477" y="2131"/>
                    <a:pt x="1879" y="2409"/>
                  </a:cubicBezTo>
                  <a:cubicBezTo>
                    <a:pt x="1749" y="2469"/>
                    <a:pt x="1668" y="2599"/>
                    <a:pt x="1671" y="2743"/>
                  </a:cubicBezTo>
                  <a:lnTo>
                    <a:pt x="1671" y="2743"/>
                  </a:lnTo>
                  <a:cubicBezTo>
                    <a:pt x="1670" y="2875"/>
                    <a:pt x="1561" y="2979"/>
                    <a:pt x="1432" y="2979"/>
                  </a:cubicBezTo>
                  <a:cubicBezTo>
                    <a:pt x="1298" y="2979"/>
                    <a:pt x="1193" y="2874"/>
                    <a:pt x="1193" y="2740"/>
                  </a:cubicBezTo>
                  <a:cubicBezTo>
                    <a:pt x="1189" y="2409"/>
                    <a:pt x="1379" y="2110"/>
                    <a:pt x="1678" y="1970"/>
                  </a:cubicBezTo>
                  <a:cubicBezTo>
                    <a:pt x="1900" y="1867"/>
                    <a:pt x="2037" y="1639"/>
                    <a:pt x="2020" y="1396"/>
                  </a:cubicBezTo>
                  <a:cubicBezTo>
                    <a:pt x="1999" y="1100"/>
                    <a:pt x="1766" y="865"/>
                    <a:pt x="1471" y="844"/>
                  </a:cubicBezTo>
                  <a:lnTo>
                    <a:pt x="1432" y="844"/>
                  </a:lnTo>
                  <a:cubicBezTo>
                    <a:pt x="1105" y="844"/>
                    <a:pt x="841" y="1107"/>
                    <a:pt x="841" y="1435"/>
                  </a:cubicBezTo>
                  <a:cubicBezTo>
                    <a:pt x="841" y="1565"/>
                    <a:pt x="732" y="1674"/>
                    <a:pt x="598" y="1674"/>
                  </a:cubicBezTo>
                  <a:cubicBezTo>
                    <a:pt x="468" y="1674"/>
                    <a:pt x="359" y="1565"/>
                    <a:pt x="359" y="1435"/>
                  </a:cubicBezTo>
                  <a:cubicBezTo>
                    <a:pt x="359" y="1139"/>
                    <a:pt x="482" y="854"/>
                    <a:pt x="697" y="654"/>
                  </a:cubicBezTo>
                  <a:cubicBezTo>
                    <a:pt x="905" y="459"/>
                    <a:pt x="1168" y="365"/>
                    <a:pt x="1428" y="365"/>
                  </a:cubicBezTo>
                  <a:close/>
                  <a:moveTo>
                    <a:pt x="1434" y="0"/>
                  </a:moveTo>
                  <a:cubicBezTo>
                    <a:pt x="689" y="0"/>
                    <a:pt x="0" y="593"/>
                    <a:pt x="0" y="1435"/>
                  </a:cubicBezTo>
                  <a:cubicBezTo>
                    <a:pt x="11" y="1758"/>
                    <a:pt x="275" y="2019"/>
                    <a:pt x="598" y="2019"/>
                  </a:cubicBezTo>
                  <a:cubicBezTo>
                    <a:pt x="925" y="2019"/>
                    <a:pt x="1189" y="1758"/>
                    <a:pt x="1200" y="1435"/>
                  </a:cubicBezTo>
                  <a:cubicBezTo>
                    <a:pt x="1200" y="1305"/>
                    <a:pt x="1305" y="1202"/>
                    <a:pt x="1434" y="1202"/>
                  </a:cubicBezTo>
                  <a:cubicBezTo>
                    <a:pt x="1438" y="1202"/>
                    <a:pt x="1442" y="1202"/>
                    <a:pt x="1446" y="1202"/>
                  </a:cubicBezTo>
                  <a:cubicBezTo>
                    <a:pt x="1562" y="1213"/>
                    <a:pt x="1654" y="1305"/>
                    <a:pt x="1661" y="1417"/>
                  </a:cubicBezTo>
                  <a:cubicBezTo>
                    <a:pt x="1668" y="1516"/>
                    <a:pt x="1615" y="1604"/>
                    <a:pt x="1527" y="1646"/>
                  </a:cubicBezTo>
                  <a:cubicBezTo>
                    <a:pt x="1101" y="1843"/>
                    <a:pt x="830" y="2272"/>
                    <a:pt x="830" y="2744"/>
                  </a:cubicBezTo>
                  <a:cubicBezTo>
                    <a:pt x="823" y="3078"/>
                    <a:pt x="1094" y="3359"/>
                    <a:pt x="1432" y="3359"/>
                  </a:cubicBezTo>
                  <a:cubicBezTo>
                    <a:pt x="1770" y="3359"/>
                    <a:pt x="2041" y="3078"/>
                    <a:pt x="2030" y="2744"/>
                  </a:cubicBezTo>
                  <a:cubicBezTo>
                    <a:pt x="2030" y="2737"/>
                    <a:pt x="2030" y="2733"/>
                    <a:pt x="2034" y="2733"/>
                  </a:cubicBezTo>
                  <a:cubicBezTo>
                    <a:pt x="3058" y="2255"/>
                    <a:pt x="3156" y="833"/>
                    <a:pt x="2203" y="228"/>
                  </a:cubicBezTo>
                  <a:cubicBezTo>
                    <a:pt x="1957" y="71"/>
                    <a:pt x="1693"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1" name="Google Shape;22501;p91"/>
            <p:cNvSpPr/>
            <p:nvPr/>
          </p:nvSpPr>
          <p:spPr>
            <a:xfrm>
              <a:off x="4756639" y="3045302"/>
              <a:ext cx="31701" cy="32352"/>
            </a:xfrm>
            <a:custGeom>
              <a:rect b="b" l="l" r="r" t="t"/>
              <a:pathLst>
                <a:path extrusionOk="0" h="1243" w="1218">
                  <a:moveTo>
                    <a:pt x="609" y="362"/>
                  </a:moveTo>
                  <a:cubicBezTo>
                    <a:pt x="729" y="362"/>
                    <a:pt x="848" y="443"/>
                    <a:pt x="848" y="603"/>
                  </a:cubicBezTo>
                  <a:lnTo>
                    <a:pt x="848" y="627"/>
                  </a:lnTo>
                  <a:cubicBezTo>
                    <a:pt x="848" y="761"/>
                    <a:pt x="739" y="867"/>
                    <a:pt x="609" y="867"/>
                  </a:cubicBezTo>
                  <a:cubicBezTo>
                    <a:pt x="475" y="867"/>
                    <a:pt x="370" y="761"/>
                    <a:pt x="370" y="627"/>
                  </a:cubicBezTo>
                  <a:lnTo>
                    <a:pt x="370" y="603"/>
                  </a:lnTo>
                  <a:cubicBezTo>
                    <a:pt x="370" y="443"/>
                    <a:pt x="489" y="362"/>
                    <a:pt x="609" y="362"/>
                  </a:cubicBezTo>
                  <a:close/>
                  <a:moveTo>
                    <a:pt x="609" y="1"/>
                  </a:moveTo>
                  <a:cubicBezTo>
                    <a:pt x="275" y="1"/>
                    <a:pt x="7" y="268"/>
                    <a:pt x="7" y="603"/>
                  </a:cubicBezTo>
                  <a:lnTo>
                    <a:pt x="7" y="627"/>
                  </a:lnTo>
                  <a:cubicBezTo>
                    <a:pt x="0" y="965"/>
                    <a:pt x="271" y="1243"/>
                    <a:pt x="609" y="1243"/>
                  </a:cubicBezTo>
                  <a:cubicBezTo>
                    <a:pt x="947" y="1243"/>
                    <a:pt x="1218" y="965"/>
                    <a:pt x="1207" y="627"/>
                  </a:cubicBezTo>
                  <a:lnTo>
                    <a:pt x="1207" y="603"/>
                  </a:lnTo>
                  <a:cubicBezTo>
                    <a:pt x="1207" y="268"/>
                    <a:pt x="940" y="1"/>
                    <a:pt x="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02" name="Google Shape;22502;p91"/>
          <p:cNvGrpSpPr/>
          <p:nvPr/>
        </p:nvGrpSpPr>
        <p:grpSpPr>
          <a:xfrm>
            <a:off x="7003021" y="2476992"/>
            <a:ext cx="383749" cy="266600"/>
            <a:chOff x="7003021" y="2476992"/>
            <a:chExt cx="383749" cy="266600"/>
          </a:xfrm>
        </p:grpSpPr>
        <p:sp>
          <p:nvSpPr>
            <p:cNvPr id="22503" name="Google Shape;22503;p91"/>
            <p:cNvSpPr/>
            <p:nvPr/>
          </p:nvSpPr>
          <p:spPr>
            <a:xfrm>
              <a:off x="7009345" y="2514445"/>
              <a:ext cx="371178" cy="223654"/>
            </a:xfrm>
            <a:custGeom>
              <a:rect b="b" l="l" r="r" t="t"/>
              <a:pathLst>
                <a:path extrusionOk="0" h="8593" w="14261">
                  <a:moveTo>
                    <a:pt x="7129" y="0"/>
                  </a:moveTo>
                  <a:cubicBezTo>
                    <a:pt x="6281" y="0"/>
                    <a:pt x="5007" y="546"/>
                    <a:pt x="3347" y="1619"/>
                  </a:cubicBezTo>
                  <a:cubicBezTo>
                    <a:pt x="2048" y="2463"/>
                    <a:pt x="852" y="3406"/>
                    <a:pt x="254" y="3892"/>
                  </a:cubicBezTo>
                  <a:cubicBezTo>
                    <a:pt x="1" y="4099"/>
                    <a:pt x="1" y="4490"/>
                    <a:pt x="254" y="4698"/>
                  </a:cubicBezTo>
                  <a:cubicBezTo>
                    <a:pt x="852" y="5187"/>
                    <a:pt x="2045" y="6130"/>
                    <a:pt x="3347" y="6971"/>
                  </a:cubicBezTo>
                  <a:cubicBezTo>
                    <a:pt x="5007" y="8047"/>
                    <a:pt x="6281" y="8593"/>
                    <a:pt x="7129" y="8593"/>
                  </a:cubicBezTo>
                  <a:cubicBezTo>
                    <a:pt x="7977" y="8593"/>
                    <a:pt x="9254" y="8047"/>
                    <a:pt x="10911" y="6971"/>
                  </a:cubicBezTo>
                  <a:cubicBezTo>
                    <a:pt x="12213" y="6130"/>
                    <a:pt x="13410" y="5187"/>
                    <a:pt x="14004" y="4698"/>
                  </a:cubicBezTo>
                  <a:cubicBezTo>
                    <a:pt x="14261" y="4490"/>
                    <a:pt x="14261" y="4099"/>
                    <a:pt x="14004" y="3892"/>
                  </a:cubicBezTo>
                  <a:cubicBezTo>
                    <a:pt x="13410" y="3406"/>
                    <a:pt x="12213" y="2463"/>
                    <a:pt x="10911" y="1619"/>
                  </a:cubicBezTo>
                  <a:cubicBezTo>
                    <a:pt x="9251" y="546"/>
                    <a:pt x="7977" y="0"/>
                    <a:pt x="712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4" name="Google Shape;22504;p91"/>
            <p:cNvSpPr/>
            <p:nvPr/>
          </p:nvSpPr>
          <p:spPr>
            <a:xfrm>
              <a:off x="7009267" y="2514445"/>
              <a:ext cx="204134" cy="223654"/>
            </a:xfrm>
            <a:custGeom>
              <a:rect b="b" l="l" r="r" t="t"/>
              <a:pathLst>
                <a:path extrusionOk="0" h="8593" w="7843">
                  <a:moveTo>
                    <a:pt x="7132" y="0"/>
                  </a:moveTo>
                  <a:cubicBezTo>
                    <a:pt x="6281" y="0"/>
                    <a:pt x="5010" y="546"/>
                    <a:pt x="3350" y="1619"/>
                  </a:cubicBezTo>
                  <a:cubicBezTo>
                    <a:pt x="2048" y="2463"/>
                    <a:pt x="852" y="3406"/>
                    <a:pt x="257" y="3892"/>
                  </a:cubicBezTo>
                  <a:cubicBezTo>
                    <a:pt x="0" y="4099"/>
                    <a:pt x="0" y="4490"/>
                    <a:pt x="257" y="4698"/>
                  </a:cubicBezTo>
                  <a:cubicBezTo>
                    <a:pt x="852" y="5187"/>
                    <a:pt x="2048" y="6130"/>
                    <a:pt x="3350" y="6971"/>
                  </a:cubicBezTo>
                  <a:cubicBezTo>
                    <a:pt x="5010" y="8047"/>
                    <a:pt x="6284" y="8593"/>
                    <a:pt x="7132" y="8593"/>
                  </a:cubicBezTo>
                  <a:cubicBezTo>
                    <a:pt x="7371" y="8586"/>
                    <a:pt x="7611" y="8554"/>
                    <a:pt x="7843" y="8491"/>
                  </a:cubicBezTo>
                  <a:cubicBezTo>
                    <a:pt x="7048" y="8286"/>
                    <a:pt x="6020" y="7780"/>
                    <a:pt x="4771" y="6971"/>
                  </a:cubicBezTo>
                  <a:cubicBezTo>
                    <a:pt x="3469" y="6130"/>
                    <a:pt x="2273" y="5187"/>
                    <a:pt x="1675" y="4698"/>
                  </a:cubicBezTo>
                  <a:cubicBezTo>
                    <a:pt x="1422" y="4490"/>
                    <a:pt x="1422" y="4099"/>
                    <a:pt x="1675" y="3892"/>
                  </a:cubicBezTo>
                  <a:cubicBezTo>
                    <a:pt x="2273" y="3406"/>
                    <a:pt x="3469" y="2463"/>
                    <a:pt x="4771" y="1619"/>
                  </a:cubicBezTo>
                  <a:cubicBezTo>
                    <a:pt x="6017" y="813"/>
                    <a:pt x="7048" y="303"/>
                    <a:pt x="7843" y="99"/>
                  </a:cubicBezTo>
                  <a:cubicBezTo>
                    <a:pt x="7611" y="39"/>
                    <a:pt x="7371" y="4"/>
                    <a:pt x="713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5" name="Google Shape;22505;p91"/>
            <p:cNvSpPr/>
            <p:nvPr/>
          </p:nvSpPr>
          <p:spPr>
            <a:xfrm>
              <a:off x="7108614" y="2546251"/>
              <a:ext cx="166342" cy="159991"/>
            </a:xfrm>
            <a:custGeom>
              <a:rect b="b" l="l" r="r" t="t"/>
              <a:pathLst>
                <a:path extrusionOk="0" h="6147" w="6391">
                  <a:moveTo>
                    <a:pt x="3314" y="1"/>
                  </a:moveTo>
                  <a:cubicBezTo>
                    <a:pt x="2516" y="1"/>
                    <a:pt x="1732" y="312"/>
                    <a:pt x="1144" y="900"/>
                  </a:cubicBezTo>
                  <a:cubicBezTo>
                    <a:pt x="264" y="1780"/>
                    <a:pt x="1" y="3103"/>
                    <a:pt x="476" y="4250"/>
                  </a:cubicBezTo>
                  <a:cubicBezTo>
                    <a:pt x="954" y="5397"/>
                    <a:pt x="2073" y="6146"/>
                    <a:pt x="3315" y="6146"/>
                  </a:cubicBezTo>
                  <a:cubicBezTo>
                    <a:pt x="5011" y="6143"/>
                    <a:pt x="6387" y="4770"/>
                    <a:pt x="6390" y="3075"/>
                  </a:cubicBezTo>
                  <a:cubicBezTo>
                    <a:pt x="6390" y="1829"/>
                    <a:pt x="5641" y="710"/>
                    <a:pt x="4490" y="235"/>
                  </a:cubicBezTo>
                  <a:cubicBezTo>
                    <a:pt x="4110" y="78"/>
                    <a:pt x="3710" y="1"/>
                    <a:pt x="3314"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6" name="Google Shape;22506;p91"/>
            <p:cNvSpPr/>
            <p:nvPr/>
          </p:nvSpPr>
          <p:spPr>
            <a:xfrm>
              <a:off x="7114939" y="2546225"/>
              <a:ext cx="95183" cy="160017"/>
            </a:xfrm>
            <a:custGeom>
              <a:rect b="b" l="l" r="r" t="t"/>
              <a:pathLst>
                <a:path extrusionOk="0" h="6148" w="3657">
                  <a:moveTo>
                    <a:pt x="3067" y="0"/>
                  </a:moveTo>
                  <a:cubicBezTo>
                    <a:pt x="1411" y="0"/>
                    <a:pt x="0" y="1346"/>
                    <a:pt x="0" y="3076"/>
                  </a:cubicBezTo>
                  <a:cubicBezTo>
                    <a:pt x="0" y="4802"/>
                    <a:pt x="1411" y="6147"/>
                    <a:pt x="3067" y="6147"/>
                  </a:cubicBezTo>
                  <a:cubicBezTo>
                    <a:pt x="3261" y="6147"/>
                    <a:pt x="3458" y="6129"/>
                    <a:pt x="3656" y="6091"/>
                  </a:cubicBezTo>
                  <a:cubicBezTo>
                    <a:pt x="2214" y="5809"/>
                    <a:pt x="1172" y="4546"/>
                    <a:pt x="1169" y="3076"/>
                  </a:cubicBezTo>
                  <a:cubicBezTo>
                    <a:pt x="1172" y="1605"/>
                    <a:pt x="2214" y="338"/>
                    <a:pt x="3656" y="57"/>
                  </a:cubicBezTo>
                  <a:cubicBezTo>
                    <a:pt x="3458" y="18"/>
                    <a:pt x="3261" y="0"/>
                    <a:pt x="306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7" name="Google Shape;22507;p91"/>
            <p:cNvSpPr/>
            <p:nvPr/>
          </p:nvSpPr>
          <p:spPr>
            <a:xfrm>
              <a:off x="7151377" y="2585865"/>
              <a:ext cx="83913" cy="80711"/>
            </a:xfrm>
            <a:custGeom>
              <a:rect b="b" l="l" r="r" t="t"/>
              <a:pathLst>
                <a:path extrusionOk="0" h="3101" w="3224">
                  <a:moveTo>
                    <a:pt x="1671" y="1"/>
                  </a:moveTo>
                  <a:cubicBezTo>
                    <a:pt x="1269" y="1"/>
                    <a:pt x="874" y="159"/>
                    <a:pt x="578" y="455"/>
                  </a:cubicBezTo>
                  <a:cubicBezTo>
                    <a:pt x="134" y="898"/>
                    <a:pt x="1" y="1567"/>
                    <a:pt x="240" y="2144"/>
                  </a:cubicBezTo>
                  <a:cubicBezTo>
                    <a:pt x="479" y="2724"/>
                    <a:pt x="1046" y="3101"/>
                    <a:pt x="1672" y="3101"/>
                  </a:cubicBezTo>
                  <a:cubicBezTo>
                    <a:pt x="2531" y="3101"/>
                    <a:pt x="3224" y="2407"/>
                    <a:pt x="3224" y="1553"/>
                  </a:cubicBezTo>
                  <a:cubicBezTo>
                    <a:pt x="3224" y="923"/>
                    <a:pt x="2847" y="360"/>
                    <a:pt x="2267" y="120"/>
                  </a:cubicBezTo>
                  <a:cubicBezTo>
                    <a:pt x="2074" y="40"/>
                    <a:pt x="1872" y="1"/>
                    <a:pt x="1671"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8" name="Google Shape;22508;p91"/>
            <p:cNvSpPr/>
            <p:nvPr/>
          </p:nvSpPr>
          <p:spPr>
            <a:xfrm>
              <a:off x="7154501" y="2585839"/>
              <a:ext cx="56167" cy="80815"/>
            </a:xfrm>
            <a:custGeom>
              <a:rect b="b" l="l" r="r" t="t"/>
              <a:pathLst>
                <a:path extrusionOk="0" h="3105" w="2158">
                  <a:moveTo>
                    <a:pt x="1552" y="1"/>
                  </a:moveTo>
                  <a:cubicBezTo>
                    <a:pt x="734" y="1"/>
                    <a:pt x="0" y="660"/>
                    <a:pt x="0" y="1554"/>
                  </a:cubicBezTo>
                  <a:cubicBezTo>
                    <a:pt x="0" y="2443"/>
                    <a:pt x="733" y="3104"/>
                    <a:pt x="1550" y="3104"/>
                  </a:cubicBezTo>
                  <a:cubicBezTo>
                    <a:pt x="1751" y="3104"/>
                    <a:pt x="1956" y="3064"/>
                    <a:pt x="2157" y="2978"/>
                  </a:cubicBezTo>
                  <a:cubicBezTo>
                    <a:pt x="1584" y="2736"/>
                    <a:pt x="1214" y="2173"/>
                    <a:pt x="1214" y="1554"/>
                  </a:cubicBezTo>
                  <a:cubicBezTo>
                    <a:pt x="1214" y="931"/>
                    <a:pt x="1584" y="368"/>
                    <a:pt x="2157" y="125"/>
                  </a:cubicBezTo>
                  <a:cubicBezTo>
                    <a:pt x="1957" y="40"/>
                    <a:pt x="1752" y="1"/>
                    <a:pt x="1552"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9" name="Google Shape;22509;p91"/>
            <p:cNvSpPr/>
            <p:nvPr/>
          </p:nvSpPr>
          <p:spPr>
            <a:xfrm>
              <a:off x="7204864" y="2588390"/>
              <a:ext cx="32534" cy="27901"/>
            </a:xfrm>
            <a:custGeom>
              <a:rect b="b" l="l" r="r" t="t"/>
              <a:pathLst>
                <a:path extrusionOk="0" h="1072" w="1250">
                  <a:moveTo>
                    <a:pt x="540" y="1"/>
                  </a:moveTo>
                  <a:cubicBezTo>
                    <a:pt x="265" y="1"/>
                    <a:pt x="1" y="213"/>
                    <a:pt x="1" y="537"/>
                  </a:cubicBezTo>
                  <a:cubicBezTo>
                    <a:pt x="1" y="833"/>
                    <a:pt x="240" y="1072"/>
                    <a:pt x="535" y="1072"/>
                  </a:cubicBezTo>
                  <a:cubicBezTo>
                    <a:pt x="1010" y="1072"/>
                    <a:pt x="1250" y="495"/>
                    <a:pt x="915" y="157"/>
                  </a:cubicBezTo>
                  <a:cubicBezTo>
                    <a:pt x="806" y="49"/>
                    <a:pt x="672" y="1"/>
                    <a:pt x="540"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0" name="Google Shape;22510;p91"/>
            <p:cNvSpPr/>
            <p:nvPr/>
          </p:nvSpPr>
          <p:spPr>
            <a:xfrm>
              <a:off x="7309521" y="2529255"/>
              <a:ext cx="37063" cy="25663"/>
            </a:xfrm>
            <a:custGeom>
              <a:rect b="b" l="l" r="r" t="t"/>
              <a:pathLst>
                <a:path extrusionOk="0" h="986" w="1424">
                  <a:moveTo>
                    <a:pt x="333" y="0"/>
                  </a:moveTo>
                  <a:cubicBezTo>
                    <a:pt x="135" y="0"/>
                    <a:pt x="0" y="285"/>
                    <a:pt x="209" y="424"/>
                  </a:cubicBezTo>
                  <a:lnTo>
                    <a:pt x="212" y="424"/>
                  </a:lnTo>
                  <a:cubicBezTo>
                    <a:pt x="455" y="589"/>
                    <a:pt x="712" y="761"/>
                    <a:pt x="969" y="944"/>
                  </a:cubicBezTo>
                  <a:cubicBezTo>
                    <a:pt x="1012" y="973"/>
                    <a:pt x="1056" y="985"/>
                    <a:pt x="1097" y="985"/>
                  </a:cubicBezTo>
                  <a:cubicBezTo>
                    <a:pt x="1288" y="985"/>
                    <a:pt x="1424" y="716"/>
                    <a:pt x="1233" y="571"/>
                  </a:cubicBezTo>
                  <a:cubicBezTo>
                    <a:pt x="972" y="385"/>
                    <a:pt x="712" y="209"/>
                    <a:pt x="466" y="44"/>
                  </a:cubicBezTo>
                  <a:cubicBezTo>
                    <a:pt x="420" y="13"/>
                    <a:pt x="375"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1" name="Google Shape;22511;p91"/>
            <p:cNvSpPr/>
            <p:nvPr/>
          </p:nvSpPr>
          <p:spPr>
            <a:xfrm>
              <a:off x="7073998" y="2476992"/>
              <a:ext cx="225216" cy="57260"/>
            </a:xfrm>
            <a:custGeom>
              <a:rect b="b" l="l" r="r" t="t"/>
              <a:pathLst>
                <a:path extrusionOk="0" h="2200" w="8653">
                  <a:moveTo>
                    <a:pt x="4645" y="0"/>
                  </a:moveTo>
                  <a:cubicBezTo>
                    <a:pt x="3523" y="0"/>
                    <a:pt x="2066" y="581"/>
                    <a:pt x="194" y="1777"/>
                  </a:cubicBezTo>
                  <a:cubicBezTo>
                    <a:pt x="1" y="1900"/>
                    <a:pt x="89" y="2199"/>
                    <a:pt x="317" y="2199"/>
                  </a:cubicBezTo>
                  <a:cubicBezTo>
                    <a:pt x="363" y="2199"/>
                    <a:pt x="405" y="2189"/>
                    <a:pt x="440" y="2164"/>
                  </a:cubicBezTo>
                  <a:cubicBezTo>
                    <a:pt x="2235" y="1017"/>
                    <a:pt x="3611" y="461"/>
                    <a:pt x="4645" y="461"/>
                  </a:cubicBezTo>
                  <a:cubicBezTo>
                    <a:pt x="5553" y="461"/>
                    <a:pt x="6714" y="887"/>
                    <a:pt x="8199" y="1763"/>
                  </a:cubicBezTo>
                  <a:cubicBezTo>
                    <a:pt x="8241" y="1788"/>
                    <a:pt x="8282" y="1799"/>
                    <a:pt x="8320" y="1799"/>
                  </a:cubicBezTo>
                  <a:cubicBezTo>
                    <a:pt x="8524" y="1799"/>
                    <a:pt x="8653" y="1499"/>
                    <a:pt x="8431" y="1366"/>
                  </a:cubicBezTo>
                  <a:cubicBezTo>
                    <a:pt x="6876" y="447"/>
                    <a:pt x="5637" y="0"/>
                    <a:pt x="4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2" name="Google Shape;22512;p91"/>
            <p:cNvSpPr/>
            <p:nvPr/>
          </p:nvSpPr>
          <p:spPr>
            <a:xfrm>
              <a:off x="7003021" y="2508849"/>
              <a:ext cx="383749" cy="234742"/>
            </a:xfrm>
            <a:custGeom>
              <a:rect b="b" l="l" r="r" t="t"/>
              <a:pathLst>
                <a:path extrusionOk="0" h="9019" w="14744">
                  <a:moveTo>
                    <a:pt x="7372" y="458"/>
                  </a:moveTo>
                  <a:cubicBezTo>
                    <a:pt x="9247" y="458"/>
                    <a:pt x="12991" y="3396"/>
                    <a:pt x="14096" y="4297"/>
                  </a:cubicBezTo>
                  <a:cubicBezTo>
                    <a:pt x="14230" y="4406"/>
                    <a:pt x="14230" y="4614"/>
                    <a:pt x="14096" y="4723"/>
                  </a:cubicBezTo>
                  <a:lnTo>
                    <a:pt x="14096" y="4726"/>
                  </a:lnTo>
                  <a:cubicBezTo>
                    <a:pt x="12991" y="5623"/>
                    <a:pt x="9247" y="8561"/>
                    <a:pt x="7372" y="8561"/>
                  </a:cubicBezTo>
                  <a:cubicBezTo>
                    <a:pt x="5497" y="8561"/>
                    <a:pt x="1757" y="5623"/>
                    <a:pt x="652" y="4726"/>
                  </a:cubicBezTo>
                  <a:cubicBezTo>
                    <a:pt x="514" y="4614"/>
                    <a:pt x="514" y="4406"/>
                    <a:pt x="652" y="4297"/>
                  </a:cubicBezTo>
                  <a:cubicBezTo>
                    <a:pt x="1753" y="3396"/>
                    <a:pt x="5497" y="458"/>
                    <a:pt x="7372" y="458"/>
                  </a:cubicBezTo>
                  <a:close/>
                  <a:moveTo>
                    <a:pt x="7372" y="1"/>
                  </a:moveTo>
                  <a:cubicBezTo>
                    <a:pt x="5402" y="1"/>
                    <a:pt x="1813" y="2756"/>
                    <a:pt x="360" y="3942"/>
                  </a:cubicBezTo>
                  <a:cubicBezTo>
                    <a:pt x="1" y="4234"/>
                    <a:pt x="1" y="4786"/>
                    <a:pt x="360" y="5081"/>
                  </a:cubicBezTo>
                  <a:cubicBezTo>
                    <a:pt x="1813" y="6264"/>
                    <a:pt x="5402" y="9019"/>
                    <a:pt x="7372" y="9019"/>
                  </a:cubicBezTo>
                  <a:cubicBezTo>
                    <a:pt x="9342" y="9019"/>
                    <a:pt x="12931" y="6264"/>
                    <a:pt x="14384" y="5081"/>
                  </a:cubicBezTo>
                  <a:cubicBezTo>
                    <a:pt x="14743" y="4786"/>
                    <a:pt x="14743" y="4234"/>
                    <a:pt x="14384" y="3942"/>
                  </a:cubicBezTo>
                  <a:cubicBezTo>
                    <a:pt x="12935" y="2756"/>
                    <a:pt x="9342" y="1"/>
                    <a:pt x="7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3" name="Google Shape;22513;p91"/>
            <p:cNvSpPr/>
            <p:nvPr/>
          </p:nvSpPr>
          <p:spPr>
            <a:xfrm>
              <a:off x="7103305" y="2540733"/>
              <a:ext cx="187528" cy="171131"/>
            </a:xfrm>
            <a:custGeom>
              <a:rect b="b" l="l" r="r" t="t"/>
              <a:pathLst>
                <a:path extrusionOk="0" h="6575" w="7205">
                  <a:moveTo>
                    <a:pt x="3410" y="0"/>
                  </a:moveTo>
                  <a:cubicBezTo>
                    <a:pt x="2147" y="42"/>
                    <a:pt x="1017" y="806"/>
                    <a:pt x="511" y="1964"/>
                  </a:cubicBezTo>
                  <a:cubicBezTo>
                    <a:pt x="1" y="3121"/>
                    <a:pt x="205" y="4469"/>
                    <a:pt x="1028" y="5426"/>
                  </a:cubicBezTo>
                  <a:cubicBezTo>
                    <a:pt x="1074" y="5477"/>
                    <a:pt x="1137" y="5504"/>
                    <a:pt x="1200" y="5504"/>
                  </a:cubicBezTo>
                  <a:cubicBezTo>
                    <a:pt x="1258" y="5504"/>
                    <a:pt x="1315" y="5482"/>
                    <a:pt x="1359" y="5436"/>
                  </a:cubicBezTo>
                  <a:lnTo>
                    <a:pt x="1362" y="5433"/>
                  </a:lnTo>
                  <a:cubicBezTo>
                    <a:pt x="1447" y="5348"/>
                    <a:pt x="1450" y="5215"/>
                    <a:pt x="1373" y="5127"/>
                  </a:cubicBezTo>
                  <a:cubicBezTo>
                    <a:pt x="423" y="4015"/>
                    <a:pt x="476" y="2365"/>
                    <a:pt x="1496" y="1320"/>
                  </a:cubicBezTo>
                  <a:cubicBezTo>
                    <a:pt x="2047" y="754"/>
                    <a:pt x="2782" y="465"/>
                    <a:pt x="3521" y="465"/>
                  </a:cubicBezTo>
                  <a:cubicBezTo>
                    <a:pt x="4146" y="465"/>
                    <a:pt x="4773" y="672"/>
                    <a:pt x="5292" y="1091"/>
                  </a:cubicBezTo>
                  <a:cubicBezTo>
                    <a:pt x="6429" y="2009"/>
                    <a:pt x="6682" y="3638"/>
                    <a:pt x="5873" y="4856"/>
                  </a:cubicBezTo>
                  <a:cubicBezTo>
                    <a:pt x="5331" y="5668"/>
                    <a:pt x="4435" y="6116"/>
                    <a:pt x="3517" y="6116"/>
                  </a:cubicBezTo>
                  <a:cubicBezTo>
                    <a:pt x="3063" y="6116"/>
                    <a:pt x="2603" y="6007"/>
                    <a:pt x="2178" y="5778"/>
                  </a:cubicBezTo>
                  <a:cubicBezTo>
                    <a:pt x="2145" y="5759"/>
                    <a:pt x="2108" y="5750"/>
                    <a:pt x="2071" y="5750"/>
                  </a:cubicBezTo>
                  <a:cubicBezTo>
                    <a:pt x="2012" y="5750"/>
                    <a:pt x="1954" y="5773"/>
                    <a:pt x="1911" y="5816"/>
                  </a:cubicBezTo>
                  <a:lnTo>
                    <a:pt x="1908" y="5820"/>
                  </a:lnTo>
                  <a:cubicBezTo>
                    <a:pt x="1802" y="5929"/>
                    <a:pt x="1827" y="6108"/>
                    <a:pt x="1960" y="6179"/>
                  </a:cubicBezTo>
                  <a:cubicBezTo>
                    <a:pt x="2461" y="6449"/>
                    <a:pt x="2994" y="6575"/>
                    <a:pt x="3516" y="6575"/>
                  </a:cubicBezTo>
                  <a:cubicBezTo>
                    <a:pt x="4977" y="6575"/>
                    <a:pt x="6354" y="5590"/>
                    <a:pt x="6717" y="4039"/>
                  </a:cubicBezTo>
                  <a:cubicBezTo>
                    <a:pt x="7205" y="1970"/>
                    <a:pt x="5632" y="2"/>
                    <a:pt x="3526" y="2"/>
                  </a:cubicBezTo>
                  <a:cubicBezTo>
                    <a:pt x="3487" y="2"/>
                    <a:pt x="3449" y="2"/>
                    <a:pt x="3410" y="4"/>
                  </a:cubicBezTo>
                  <a:lnTo>
                    <a:pt x="341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4" name="Google Shape;22514;p91"/>
            <p:cNvSpPr/>
            <p:nvPr/>
          </p:nvSpPr>
          <p:spPr>
            <a:xfrm>
              <a:off x="7145521" y="2580477"/>
              <a:ext cx="95183" cy="91591"/>
            </a:xfrm>
            <a:custGeom>
              <a:rect b="b" l="l" r="r" t="t"/>
              <a:pathLst>
                <a:path extrusionOk="0" h="3519" w="3657">
                  <a:moveTo>
                    <a:pt x="1897" y="0"/>
                  </a:moveTo>
                  <a:cubicBezTo>
                    <a:pt x="1186" y="0"/>
                    <a:pt x="546" y="430"/>
                    <a:pt x="271" y="1087"/>
                  </a:cubicBezTo>
                  <a:cubicBezTo>
                    <a:pt x="1" y="1742"/>
                    <a:pt x="152" y="2502"/>
                    <a:pt x="655" y="3005"/>
                  </a:cubicBezTo>
                  <a:cubicBezTo>
                    <a:pt x="991" y="3341"/>
                    <a:pt x="1440" y="3519"/>
                    <a:pt x="1898" y="3519"/>
                  </a:cubicBezTo>
                  <a:cubicBezTo>
                    <a:pt x="2125" y="3519"/>
                    <a:pt x="2354" y="3475"/>
                    <a:pt x="2573" y="3385"/>
                  </a:cubicBezTo>
                  <a:cubicBezTo>
                    <a:pt x="3227" y="3114"/>
                    <a:pt x="3656" y="2470"/>
                    <a:pt x="3656" y="1760"/>
                  </a:cubicBezTo>
                  <a:cubicBezTo>
                    <a:pt x="3656" y="1635"/>
                    <a:pt x="3558" y="1531"/>
                    <a:pt x="3434" y="1531"/>
                  </a:cubicBezTo>
                  <a:cubicBezTo>
                    <a:pt x="3432" y="1531"/>
                    <a:pt x="3430" y="1531"/>
                    <a:pt x="3428" y="1531"/>
                  </a:cubicBezTo>
                  <a:cubicBezTo>
                    <a:pt x="3301" y="1531"/>
                    <a:pt x="3199" y="1633"/>
                    <a:pt x="3199" y="1760"/>
                  </a:cubicBezTo>
                  <a:cubicBezTo>
                    <a:pt x="3199" y="2284"/>
                    <a:pt x="2882" y="2759"/>
                    <a:pt x="2397" y="2959"/>
                  </a:cubicBezTo>
                  <a:cubicBezTo>
                    <a:pt x="2236" y="3025"/>
                    <a:pt x="2068" y="3058"/>
                    <a:pt x="1901" y="3058"/>
                  </a:cubicBezTo>
                  <a:cubicBezTo>
                    <a:pt x="1562" y="3058"/>
                    <a:pt x="1229" y="2925"/>
                    <a:pt x="979" y="2678"/>
                  </a:cubicBezTo>
                  <a:cubicBezTo>
                    <a:pt x="162" y="1858"/>
                    <a:pt x="739" y="458"/>
                    <a:pt x="1897" y="458"/>
                  </a:cubicBezTo>
                  <a:cubicBezTo>
                    <a:pt x="2024" y="458"/>
                    <a:pt x="2126" y="356"/>
                    <a:pt x="2126" y="229"/>
                  </a:cubicBezTo>
                  <a:cubicBezTo>
                    <a:pt x="2126" y="102"/>
                    <a:pt x="2024" y="0"/>
                    <a:pt x="1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15" name="Google Shape;22515;p91"/>
          <p:cNvGrpSpPr/>
          <p:nvPr/>
        </p:nvGrpSpPr>
        <p:grpSpPr>
          <a:xfrm>
            <a:off x="5597041" y="2013989"/>
            <a:ext cx="366884" cy="286563"/>
            <a:chOff x="5597041" y="2013989"/>
            <a:chExt cx="366884" cy="286563"/>
          </a:xfrm>
        </p:grpSpPr>
        <p:sp>
          <p:nvSpPr>
            <p:cNvPr id="22516" name="Google Shape;22516;p91"/>
            <p:cNvSpPr/>
            <p:nvPr/>
          </p:nvSpPr>
          <p:spPr>
            <a:xfrm>
              <a:off x="5659950" y="2025519"/>
              <a:ext cx="292341" cy="17985"/>
            </a:xfrm>
            <a:custGeom>
              <a:rect b="b" l="l" r="r" t="t"/>
              <a:pathLst>
                <a:path extrusionOk="0" h="691" w="11232">
                  <a:moveTo>
                    <a:pt x="1" y="0"/>
                  </a:moveTo>
                  <a:lnTo>
                    <a:pt x="1" y="690"/>
                  </a:lnTo>
                  <a:lnTo>
                    <a:pt x="11232" y="690"/>
                  </a:lnTo>
                  <a:lnTo>
                    <a:pt x="11232"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7" name="Google Shape;22517;p91"/>
            <p:cNvSpPr/>
            <p:nvPr/>
          </p:nvSpPr>
          <p:spPr>
            <a:xfrm>
              <a:off x="5744019" y="2227544"/>
              <a:ext cx="208376" cy="17517"/>
            </a:xfrm>
            <a:custGeom>
              <a:rect b="b" l="l" r="r" t="t"/>
              <a:pathLst>
                <a:path extrusionOk="0" h="673" w="8006">
                  <a:moveTo>
                    <a:pt x="7988" y="0"/>
                  </a:moveTo>
                  <a:cubicBezTo>
                    <a:pt x="7956" y="39"/>
                    <a:pt x="7907" y="60"/>
                    <a:pt x="7857" y="63"/>
                  </a:cubicBezTo>
                  <a:lnTo>
                    <a:pt x="61" y="63"/>
                  </a:lnTo>
                  <a:lnTo>
                    <a:pt x="61" y="443"/>
                  </a:lnTo>
                  <a:cubicBezTo>
                    <a:pt x="61" y="524"/>
                    <a:pt x="39" y="602"/>
                    <a:pt x="1" y="672"/>
                  </a:cubicBezTo>
                  <a:lnTo>
                    <a:pt x="8005" y="672"/>
                  </a:lnTo>
                  <a:lnTo>
                    <a:pt x="8005"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8" name="Google Shape;22518;p91"/>
            <p:cNvSpPr/>
            <p:nvPr/>
          </p:nvSpPr>
          <p:spPr>
            <a:xfrm>
              <a:off x="5767834" y="2139519"/>
              <a:ext cx="23295" cy="54424"/>
            </a:xfrm>
            <a:custGeom>
              <a:rect b="b" l="l" r="r" t="t"/>
              <a:pathLst>
                <a:path extrusionOk="0" h="2091" w="895">
                  <a:moveTo>
                    <a:pt x="1" y="1"/>
                  </a:moveTo>
                  <a:lnTo>
                    <a:pt x="1" y="2091"/>
                  </a:lnTo>
                  <a:lnTo>
                    <a:pt x="894" y="2091"/>
                  </a:lnTo>
                  <a:lnTo>
                    <a:pt x="89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9" name="Google Shape;22519;p91"/>
            <p:cNvSpPr/>
            <p:nvPr/>
          </p:nvSpPr>
          <p:spPr>
            <a:xfrm>
              <a:off x="5809400" y="2113258"/>
              <a:ext cx="23295" cy="78759"/>
            </a:xfrm>
            <a:custGeom>
              <a:rect b="b" l="l" r="r" t="t"/>
              <a:pathLst>
                <a:path extrusionOk="0" h="3026" w="895">
                  <a:moveTo>
                    <a:pt x="1" y="0"/>
                  </a:moveTo>
                  <a:lnTo>
                    <a:pt x="1" y="3026"/>
                  </a:lnTo>
                  <a:lnTo>
                    <a:pt x="895" y="3026"/>
                  </a:lnTo>
                  <a:lnTo>
                    <a:pt x="895"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0" name="Google Shape;22520;p91"/>
            <p:cNvSpPr/>
            <p:nvPr/>
          </p:nvSpPr>
          <p:spPr>
            <a:xfrm>
              <a:off x="5851070" y="2127989"/>
              <a:ext cx="22019" cy="64028"/>
            </a:xfrm>
            <a:custGeom>
              <a:rect b="b" l="l" r="r" t="t"/>
              <a:pathLst>
                <a:path extrusionOk="0" h="2460" w="846">
                  <a:moveTo>
                    <a:pt x="1" y="1"/>
                  </a:moveTo>
                  <a:lnTo>
                    <a:pt x="1" y="2460"/>
                  </a:lnTo>
                  <a:lnTo>
                    <a:pt x="845" y="2460"/>
                  </a:lnTo>
                  <a:lnTo>
                    <a:pt x="84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1" name="Google Shape;22521;p91"/>
            <p:cNvSpPr/>
            <p:nvPr/>
          </p:nvSpPr>
          <p:spPr>
            <a:xfrm>
              <a:off x="5892662" y="2080098"/>
              <a:ext cx="23269" cy="111918"/>
            </a:xfrm>
            <a:custGeom>
              <a:rect b="b" l="l" r="r" t="t"/>
              <a:pathLst>
                <a:path extrusionOk="0" h="4300" w="894">
                  <a:moveTo>
                    <a:pt x="0" y="0"/>
                  </a:moveTo>
                  <a:lnTo>
                    <a:pt x="0" y="4300"/>
                  </a:lnTo>
                  <a:lnTo>
                    <a:pt x="894" y="4300"/>
                  </a:lnTo>
                  <a:lnTo>
                    <a:pt x="89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2" name="Google Shape;22522;p91"/>
            <p:cNvSpPr/>
            <p:nvPr/>
          </p:nvSpPr>
          <p:spPr>
            <a:xfrm>
              <a:off x="5669476" y="2048865"/>
              <a:ext cx="273289" cy="170532"/>
            </a:xfrm>
            <a:custGeom>
              <a:rect b="b" l="l" r="r" t="t"/>
              <a:pathLst>
                <a:path extrusionOk="0" h="6552" w="10500">
                  <a:moveTo>
                    <a:pt x="2115" y="1313"/>
                  </a:moveTo>
                  <a:cubicBezTo>
                    <a:pt x="2238" y="1313"/>
                    <a:pt x="2337" y="1412"/>
                    <a:pt x="2337" y="1535"/>
                  </a:cubicBezTo>
                  <a:cubicBezTo>
                    <a:pt x="2337" y="1658"/>
                    <a:pt x="2238" y="1760"/>
                    <a:pt x="2115" y="1760"/>
                  </a:cubicBezTo>
                  <a:lnTo>
                    <a:pt x="926" y="1760"/>
                  </a:lnTo>
                  <a:cubicBezTo>
                    <a:pt x="630" y="1760"/>
                    <a:pt x="630" y="1313"/>
                    <a:pt x="926" y="1313"/>
                  </a:cubicBezTo>
                  <a:close/>
                  <a:moveTo>
                    <a:pt x="2763" y="2017"/>
                  </a:moveTo>
                  <a:cubicBezTo>
                    <a:pt x="2882" y="2017"/>
                    <a:pt x="2984" y="2115"/>
                    <a:pt x="2984" y="2238"/>
                  </a:cubicBezTo>
                  <a:cubicBezTo>
                    <a:pt x="2984" y="2362"/>
                    <a:pt x="2882" y="2464"/>
                    <a:pt x="2763" y="2464"/>
                  </a:cubicBezTo>
                  <a:lnTo>
                    <a:pt x="926" y="2464"/>
                  </a:lnTo>
                  <a:cubicBezTo>
                    <a:pt x="630" y="2464"/>
                    <a:pt x="630" y="2017"/>
                    <a:pt x="926" y="2017"/>
                  </a:cubicBezTo>
                  <a:close/>
                  <a:moveTo>
                    <a:pt x="2763" y="2720"/>
                  </a:moveTo>
                  <a:cubicBezTo>
                    <a:pt x="2882" y="2720"/>
                    <a:pt x="2984" y="2819"/>
                    <a:pt x="2984" y="2942"/>
                  </a:cubicBezTo>
                  <a:cubicBezTo>
                    <a:pt x="2984" y="3065"/>
                    <a:pt x="2882" y="3167"/>
                    <a:pt x="2763" y="3167"/>
                  </a:cubicBezTo>
                  <a:lnTo>
                    <a:pt x="926" y="3167"/>
                  </a:lnTo>
                  <a:cubicBezTo>
                    <a:pt x="630" y="3167"/>
                    <a:pt x="630" y="2720"/>
                    <a:pt x="926" y="2720"/>
                  </a:cubicBezTo>
                  <a:close/>
                  <a:moveTo>
                    <a:pt x="2763" y="3424"/>
                  </a:moveTo>
                  <a:cubicBezTo>
                    <a:pt x="2882" y="3424"/>
                    <a:pt x="2984" y="3523"/>
                    <a:pt x="2984" y="3646"/>
                  </a:cubicBezTo>
                  <a:cubicBezTo>
                    <a:pt x="2984" y="3769"/>
                    <a:pt x="2882" y="3871"/>
                    <a:pt x="2763" y="3871"/>
                  </a:cubicBezTo>
                  <a:lnTo>
                    <a:pt x="926" y="3871"/>
                  </a:lnTo>
                  <a:cubicBezTo>
                    <a:pt x="630" y="3871"/>
                    <a:pt x="630" y="3424"/>
                    <a:pt x="926" y="3424"/>
                  </a:cubicBezTo>
                  <a:close/>
                  <a:moveTo>
                    <a:pt x="6274" y="2031"/>
                  </a:moveTo>
                  <a:cubicBezTo>
                    <a:pt x="6394" y="2031"/>
                    <a:pt x="6496" y="2129"/>
                    <a:pt x="6496" y="2252"/>
                  </a:cubicBezTo>
                  <a:lnTo>
                    <a:pt x="6496" y="5722"/>
                  </a:lnTo>
                  <a:cubicBezTo>
                    <a:pt x="6496" y="5845"/>
                    <a:pt x="6394" y="5943"/>
                    <a:pt x="6274" y="5943"/>
                  </a:cubicBezTo>
                  <a:lnTo>
                    <a:pt x="5377" y="5943"/>
                  </a:lnTo>
                  <a:cubicBezTo>
                    <a:pt x="5254" y="5943"/>
                    <a:pt x="5155" y="5845"/>
                    <a:pt x="5155" y="5722"/>
                  </a:cubicBezTo>
                  <a:lnTo>
                    <a:pt x="5155" y="2252"/>
                  </a:lnTo>
                  <a:cubicBezTo>
                    <a:pt x="5155" y="2129"/>
                    <a:pt x="5254" y="2031"/>
                    <a:pt x="5377" y="2031"/>
                  </a:cubicBezTo>
                  <a:close/>
                  <a:moveTo>
                    <a:pt x="7871" y="2594"/>
                  </a:moveTo>
                  <a:cubicBezTo>
                    <a:pt x="7995" y="2594"/>
                    <a:pt x="8093" y="2692"/>
                    <a:pt x="8093" y="2815"/>
                  </a:cubicBezTo>
                  <a:lnTo>
                    <a:pt x="8093" y="5722"/>
                  </a:lnTo>
                  <a:cubicBezTo>
                    <a:pt x="8093" y="5845"/>
                    <a:pt x="7995" y="5943"/>
                    <a:pt x="7871" y="5943"/>
                  </a:cubicBezTo>
                  <a:lnTo>
                    <a:pt x="6978" y="5943"/>
                  </a:lnTo>
                  <a:cubicBezTo>
                    <a:pt x="6855" y="5943"/>
                    <a:pt x="6756" y="5845"/>
                    <a:pt x="6756" y="5722"/>
                  </a:cubicBezTo>
                  <a:lnTo>
                    <a:pt x="6756" y="2815"/>
                  </a:lnTo>
                  <a:cubicBezTo>
                    <a:pt x="6756" y="2692"/>
                    <a:pt x="6855" y="2594"/>
                    <a:pt x="6978" y="2594"/>
                  </a:cubicBezTo>
                  <a:close/>
                  <a:moveTo>
                    <a:pt x="4673" y="3114"/>
                  </a:moveTo>
                  <a:cubicBezTo>
                    <a:pt x="4796" y="3114"/>
                    <a:pt x="4895" y="3213"/>
                    <a:pt x="4895" y="3336"/>
                  </a:cubicBezTo>
                  <a:lnTo>
                    <a:pt x="4895" y="5722"/>
                  </a:lnTo>
                  <a:cubicBezTo>
                    <a:pt x="4895" y="5845"/>
                    <a:pt x="4796" y="5947"/>
                    <a:pt x="4673" y="5947"/>
                  </a:cubicBezTo>
                  <a:lnTo>
                    <a:pt x="3780" y="5947"/>
                  </a:lnTo>
                  <a:cubicBezTo>
                    <a:pt x="3656" y="5947"/>
                    <a:pt x="3558" y="5845"/>
                    <a:pt x="3558" y="5722"/>
                  </a:cubicBezTo>
                  <a:lnTo>
                    <a:pt x="3558" y="3336"/>
                  </a:lnTo>
                  <a:cubicBezTo>
                    <a:pt x="3558" y="3213"/>
                    <a:pt x="3656" y="3114"/>
                    <a:pt x="3780" y="3114"/>
                  </a:cubicBezTo>
                  <a:close/>
                  <a:moveTo>
                    <a:pt x="9472" y="754"/>
                  </a:moveTo>
                  <a:cubicBezTo>
                    <a:pt x="9592" y="754"/>
                    <a:pt x="9694" y="852"/>
                    <a:pt x="9694" y="975"/>
                  </a:cubicBezTo>
                  <a:lnTo>
                    <a:pt x="9694" y="5722"/>
                  </a:lnTo>
                  <a:cubicBezTo>
                    <a:pt x="9694" y="5845"/>
                    <a:pt x="9592" y="5947"/>
                    <a:pt x="9472" y="5947"/>
                  </a:cubicBezTo>
                  <a:lnTo>
                    <a:pt x="8575" y="5947"/>
                  </a:lnTo>
                  <a:cubicBezTo>
                    <a:pt x="8452" y="5947"/>
                    <a:pt x="8354" y="5845"/>
                    <a:pt x="8354" y="5722"/>
                  </a:cubicBezTo>
                  <a:lnTo>
                    <a:pt x="8354" y="975"/>
                  </a:lnTo>
                  <a:cubicBezTo>
                    <a:pt x="8354" y="852"/>
                    <a:pt x="8452" y="754"/>
                    <a:pt x="8575" y="754"/>
                  </a:cubicBezTo>
                  <a:close/>
                  <a:moveTo>
                    <a:pt x="1" y="1"/>
                  </a:moveTo>
                  <a:lnTo>
                    <a:pt x="1" y="3966"/>
                  </a:lnTo>
                  <a:lnTo>
                    <a:pt x="550" y="3966"/>
                  </a:lnTo>
                  <a:cubicBezTo>
                    <a:pt x="673" y="3966"/>
                    <a:pt x="771" y="4064"/>
                    <a:pt x="771" y="4188"/>
                  </a:cubicBezTo>
                  <a:lnTo>
                    <a:pt x="771" y="4554"/>
                  </a:lnTo>
                  <a:cubicBezTo>
                    <a:pt x="912" y="4596"/>
                    <a:pt x="1046" y="4652"/>
                    <a:pt x="1176" y="4719"/>
                  </a:cubicBezTo>
                  <a:lnTo>
                    <a:pt x="1436" y="4462"/>
                  </a:lnTo>
                  <a:cubicBezTo>
                    <a:pt x="1478" y="4418"/>
                    <a:pt x="1535" y="4396"/>
                    <a:pt x="1591" y="4396"/>
                  </a:cubicBezTo>
                  <a:cubicBezTo>
                    <a:pt x="1648" y="4396"/>
                    <a:pt x="1705" y="4418"/>
                    <a:pt x="1749" y="4462"/>
                  </a:cubicBezTo>
                  <a:lnTo>
                    <a:pt x="2428" y="5138"/>
                  </a:lnTo>
                  <a:cubicBezTo>
                    <a:pt x="2513" y="5226"/>
                    <a:pt x="2513" y="5366"/>
                    <a:pt x="2428" y="5454"/>
                  </a:cubicBezTo>
                  <a:lnTo>
                    <a:pt x="2168" y="5711"/>
                  </a:lnTo>
                  <a:cubicBezTo>
                    <a:pt x="2238" y="5841"/>
                    <a:pt x="2295" y="5975"/>
                    <a:pt x="2337" y="6116"/>
                  </a:cubicBezTo>
                  <a:lnTo>
                    <a:pt x="2703" y="6116"/>
                  </a:lnTo>
                  <a:cubicBezTo>
                    <a:pt x="2826" y="6116"/>
                    <a:pt x="2925" y="6214"/>
                    <a:pt x="2925" y="6337"/>
                  </a:cubicBezTo>
                  <a:lnTo>
                    <a:pt x="2925" y="6552"/>
                  </a:lnTo>
                  <a:lnTo>
                    <a:pt x="10500" y="6552"/>
                  </a:lnTo>
                  <a:lnTo>
                    <a:pt x="105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3" name="Google Shape;22523;p91"/>
            <p:cNvSpPr/>
            <p:nvPr/>
          </p:nvSpPr>
          <p:spPr>
            <a:xfrm>
              <a:off x="5669476" y="2043478"/>
              <a:ext cx="273289" cy="108613"/>
            </a:xfrm>
            <a:custGeom>
              <a:rect b="b" l="l" r="r" t="t"/>
              <a:pathLst>
                <a:path extrusionOk="0" h="4173" w="10500">
                  <a:moveTo>
                    <a:pt x="1" y="0"/>
                  </a:moveTo>
                  <a:lnTo>
                    <a:pt x="1" y="4173"/>
                  </a:lnTo>
                  <a:lnTo>
                    <a:pt x="328" y="4173"/>
                  </a:lnTo>
                  <a:lnTo>
                    <a:pt x="328" y="503"/>
                  </a:lnTo>
                  <a:lnTo>
                    <a:pt x="10500" y="503"/>
                  </a:lnTo>
                  <a:lnTo>
                    <a:pt x="10500"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4" name="Google Shape;22524;p91"/>
            <p:cNvSpPr/>
            <p:nvPr/>
          </p:nvSpPr>
          <p:spPr>
            <a:xfrm>
              <a:off x="5659950" y="2025519"/>
              <a:ext cx="9292" cy="11738"/>
            </a:xfrm>
            <a:custGeom>
              <a:rect b="b" l="l" r="r" t="t"/>
              <a:pathLst>
                <a:path extrusionOk="0" h="451" w="357">
                  <a:moveTo>
                    <a:pt x="1" y="0"/>
                  </a:moveTo>
                  <a:lnTo>
                    <a:pt x="1" y="451"/>
                  </a:lnTo>
                  <a:lnTo>
                    <a:pt x="356" y="451"/>
                  </a:lnTo>
                  <a:lnTo>
                    <a:pt x="356"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5" name="Google Shape;22525;p91"/>
            <p:cNvSpPr/>
            <p:nvPr/>
          </p:nvSpPr>
          <p:spPr>
            <a:xfrm>
              <a:off x="5744019" y="2232125"/>
              <a:ext cx="10827" cy="10645"/>
            </a:xfrm>
            <a:custGeom>
              <a:rect b="b" l="l" r="r" t="t"/>
              <a:pathLst>
                <a:path extrusionOk="0" h="409" w="416">
                  <a:moveTo>
                    <a:pt x="61" y="0"/>
                  </a:moveTo>
                  <a:lnTo>
                    <a:pt x="61" y="257"/>
                  </a:lnTo>
                  <a:cubicBezTo>
                    <a:pt x="61" y="313"/>
                    <a:pt x="39" y="366"/>
                    <a:pt x="1" y="408"/>
                  </a:cubicBezTo>
                  <a:lnTo>
                    <a:pt x="356" y="408"/>
                  </a:lnTo>
                  <a:cubicBezTo>
                    <a:pt x="395" y="366"/>
                    <a:pt x="416" y="313"/>
                    <a:pt x="416" y="257"/>
                  </a:cubicBezTo>
                  <a:lnTo>
                    <a:pt x="416"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6" name="Google Shape;22526;p91"/>
            <p:cNvSpPr/>
            <p:nvPr/>
          </p:nvSpPr>
          <p:spPr>
            <a:xfrm>
              <a:off x="5608676" y="2163621"/>
              <a:ext cx="125296" cy="125400"/>
            </a:xfrm>
            <a:custGeom>
              <a:rect b="b" l="l" r="r" t="t"/>
              <a:pathLst>
                <a:path extrusionOk="0" h="4818" w="4814">
                  <a:moveTo>
                    <a:pt x="2421" y="1014"/>
                  </a:moveTo>
                  <a:cubicBezTo>
                    <a:pt x="3192" y="1014"/>
                    <a:pt x="3814" y="1636"/>
                    <a:pt x="3814" y="2407"/>
                  </a:cubicBezTo>
                  <a:cubicBezTo>
                    <a:pt x="3814" y="2435"/>
                    <a:pt x="3814" y="2460"/>
                    <a:pt x="3811" y="2488"/>
                  </a:cubicBezTo>
                  <a:lnTo>
                    <a:pt x="3811" y="2509"/>
                  </a:lnTo>
                  <a:cubicBezTo>
                    <a:pt x="3811" y="2530"/>
                    <a:pt x="3811" y="2548"/>
                    <a:pt x="3807" y="2569"/>
                  </a:cubicBezTo>
                  <a:cubicBezTo>
                    <a:pt x="3807" y="2576"/>
                    <a:pt x="3807" y="2586"/>
                    <a:pt x="3804" y="2593"/>
                  </a:cubicBezTo>
                  <a:cubicBezTo>
                    <a:pt x="3800" y="2611"/>
                    <a:pt x="3797" y="2632"/>
                    <a:pt x="3793" y="2650"/>
                  </a:cubicBezTo>
                  <a:cubicBezTo>
                    <a:pt x="3793" y="2657"/>
                    <a:pt x="3793" y="2664"/>
                    <a:pt x="3790" y="2674"/>
                  </a:cubicBezTo>
                  <a:cubicBezTo>
                    <a:pt x="3786" y="2692"/>
                    <a:pt x="3783" y="2713"/>
                    <a:pt x="3776" y="2734"/>
                  </a:cubicBezTo>
                  <a:cubicBezTo>
                    <a:pt x="3776" y="2741"/>
                    <a:pt x="3776" y="2745"/>
                    <a:pt x="3772" y="2748"/>
                  </a:cubicBezTo>
                  <a:cubicBezTo>
                    <a:pt x="3765" y="2776"/>
                    <a:pt x="3758" y="2801"/>
                    <a:pt x="3751" y="2826"/>
                  </a:cubicBezTo>
                  <a:cubicBezTo>
                    <a:pt x="3751" y="2833"/>
                    <a:pt x="3748" y="2840"/>
                    <a:pt x="3744" y="2847"/>
                  </a:cubicBezTo>
                  <a:cubicBezTo>
                    <a:pt x="3741" y="2864"/>
                    <a:pt x="3733" y="2878"/>
                    <a:pt x="3726" y="2896"/>
                  </a:cubicBezTo>
                  <a:cubicBezTo>
                    <a:pt x="3723" y="2914"/>
                    <a:pt x="3702" y="2921"/>
                    <a:pt x="3698" y="2935"/>
                  </a:cubicBezTo>
                  <a:lnTo>
                    <a:pt x="3684" y="2966"/>
                  </a:lnTo>
                  <a:cubicBezTo>
                    <a:pt x="3681" y="2980"/>
                    <a:pt x="3674" y="2994"/>
                    <a:pt x="3667" y="3005"/>
                  </a:cubicBezTo>
                  <a:lnTo>
                    <a:pt x="3656" y="3030"/>
                  </a:lnTo>
                  <a:cubicBezTo>
                    <a:pt x="3568" y="3206"/>
                    <a:pt x="3445" y="3360"/>
                    <a:pt x="3294" y="3484"/>
                  </a:cubicBezTo>
                  <a:lnTo>
                    <a:pt x="3290" y="3484"/>
                  </a:lnTo>
                  <a:cubicBezTo>
                    <a:pt x="3258" y="3512"/>
                    <a:pt x="3223" y="3540"/>
                    <a:pt x="3185" y="3564"/>
                  </a:cubicBezTo>
                  <a:cubicBezTo>
                    <a:pt x="3167" y="3575"/>
                    <a:pt x="3153" y="3586"/>
                    <a:pt x="3135" y="3596"/>
                  </a:cubicBezTo>
                  <a:lnTo>
                    <a:pt x="3121" y="3607"/>
                  </a:lnTo>
                  <a:lnTo>
                    <a:pt x="3083" y="3628"/>
                  </a:lnTo>
                  <a:lnTo>
                    <a:pt x="3065" y="3635"/>
                  </a:lnTo>
                  <a:cubicBezTo>
                    <a:pt x="3047" y="3645"/>
                    <a:pt x="3030" y="3656"/>
                    <a:pt x="3012" y="3663"/>
                  </a:cubicBezTo>
                  <a:lnTo>
                    <a:pt x="3009" y="3663"/>
                  </a:lnTo>
                  <a:cubicBezTo>
                    <a:pt x="2991" y="3674"/>
                    <a:pt x="2974" y="3681"/>
                    <a:pt x="2956" y="3688"/>
                  </a:cubicBezTo>
                  <a:lnTo>
                    <a:pt x="2938" y="3695"/>
                  </a:lnTo>
                  <a:lnTo>
                    <a:pt x="2896" y="3712"/>
                  </a:lnTo>
                  <a:lnTo>
                    <a:pt x="2879" y="3719"/>
                  </a:lnTo>
                  <a:cubicBezTo>
                    <a:pt x="2857" y="3726"/>
                    <a:pt x="2840" y="3730"/>
                    <a:pt x="2822" y="3737"/>
                  </a:cubicBezTo>
                  <a:lnTo>
                    <a:pt x="2815" y="3737"/>
                  </a:lnTo>
                  <a:cubicBezTo>
                    <a:pt x="2798" y="3744"/>
                    <a:pt x="2780" y="3747"/>
                    <a:pt x="2759" y="3754"/>
                  </a:cubicBezTo>
                  <a:lnTo>
                    <a:pt x="2741" y="3754"/>
                  </a:lnTo>
                  <a:lnTo>
                    <a:pt x="2699" y="3765"/>
                  </a:lnTo>
                  <a:lnTo>
                    <a:pt x="2678" y="3765"/>
                  </a:lnTo>
                  <a:cubicBezTo>
                    <a:pt x="2660" y="3769"/>
                    <a:pt x="2639" y="3772"/>
                    <a:pt x="2618" y="3776"/>
                  </a:cubicBezTo>
                  <a:cubicBezTo>
                    <a:pt x="2601" y="3779"/>
                    <a:pt x="2576" y="3783"/>
                    <a:pt x="2555" y="3786"/>
                  </a:cubicBezTo>
                  <a:lnTo>
                    <a:pt x="2541" y="3786"/>
                  </a:lnTo>
                  <a:lnTo>
                    <a:pt x="2491" y="3790"/>
                  </a:lnTo>
                  <a:lnTo>
                    <a:pt x="2330" y="3790"/>
                  </a:lnTo>
                  <a:lnTo>
                    <a:pt x="2284" y="3786"/>
                  </a:lnTo>
                  <a:lnTo>
                    <a:pt x="2266" y="3786"/>
                  </a:lnTo>
                  <a:cubicBezTo>
                    <a:pt x="2245" y="3783"/>
                    <a:pt x="2224" y="3779"/>
                    <a:pt x="2203" y="3779"/>
                  </a:cubicBezTo>
                  <a:lnTo>
                    <a:pt x="2199" y="3779"/>
                  </a:lnTo>
                  <a:lnTo>
                    <a:pt x="2164" y="3772"/>
                  </a:lnTo>
                  <a:lnTo>
                    <a:pt x="2143" y="3769"/>
                  </a:lnTo>
                  <a:lnTo>
                    <a:pt x="2129" y="3765"/>
                  </a:lnTo>
                  <a:cubicBezTo>
                    <a:pt x="2087" y="3758"/>
                    <a:pt x="2041" y="3744"/>
                    <a:pt x="2002" y="3733"/>
                  </a:cubicBezTo>
                  <a:lnTo>
                    <a:pt x="1995" y="3733"/>
                  </a:lnTo>
                  <a:lnTo>
                    <a:pt x="1943" y="3716"/>
                  </a:lnTo>
                  <a:lnTo>
                    <a:pt x="1936" y="3712"/>
                  </a:lnTo>
                  <a:cubicBezTo>
                    <a:pt x="1893" y="3695"/>
                    <a:pt x="1851" y="3677"/>
                    <a:pt x="1812" y="3659"/>
                  </a:cubicBezTo>
                  <a:lnTo>
                    <a:pt x="1809" y="3656"/>
                  </a:lnTo>
                  <a:lnTo>
                    <a:pt x="1781" y="3642"/>
                  </a:lnTo>
                  <a:lnTo>
                    <a:pt x="1763" y="3635"/>
                  </a:lnTo>
                  <a:lnTo>
                    <a:pt x="1760" y="3635"/>
                  </a:lnTo>
                  <a:lnTo>
                    <a:pt x="1742" y="3624"/>
                  </a:lnTo>
                  <a:lnTo>
                    <a:pt x="1707" y="3603"/>
                  </a:lnTo>
                  <a:lnTo>
                    <a:pt x="1703" y="3603"/>
                  </a:lnTo>
                  <a:lnTo>
                    <a:pt x="1689" y="3596"/>
                  </a:lnTo>
                  <a:cubicBezTo>
                    <a:pt x="1672" y="3586"/>
                    <a:pt x="1654" y="3575"/>
                    <a:pt x="1636" y="3561"/>
                  </a:cubicBezTo>
                  <a:lnTo>
                    <a:pt x="1633" y="3557"/>
                  </a:lnTo>
                  <a:cubicBezTo>
                    <a:pt x="1415" y="3410"/>
                    <a:pt x="1242" y="3202"/>
                    <a:pt x="1140" y="2963"/>
                  </a:cubicBezTo>
                  <a:cubicBezTo>
                    <a:pt x="1140" y="2956"/>
                    <a:pt x="1133" y="2952"/>
                    <a:pt x="1133" y="2949"/>
                  </a:cubicBezTo>
                  <a:cubicBezTo>
                    <a:pt x="1130" y="2945"/>
                    <a:pt x="1126" y="2931"/>
                    <a:pt x="1123" y="2921"/>
                  </a:cubicBezTo>
                  <a:lnTo>
                    <a:pt x="1116" y="2899"/>
                  </a:lnTo>
                  <a:cubicBezTo>
                    <a:pt x="1105" y="2878"/>
                    <a:pt x="1098" y="2857"/>
                    <a:pt x="1091" y="2833"/>
                  </a:cubicBezTo>
                  <a:lnTo>
                    <a:pt x="1091" y="2829"/>
                  </a:lnTo>
                  <a:cubicBezTo>
                    <a:pt x="1074" y="2776"/>
                    <a:pt x="1059" y="2724"/>
                    <a:pt x="1049" y="2667"/>
                  </a:cubicBezTo>
                  <a:lnTo>
                    <a:pt x="1049" y="2657"/>
                  </a:lnTo>
                  <a:cubicBezTo>
                    <a:pt x="1045" y="2632"/>
                    <a:pt x="1042" y="2611"/>
                    <a:pt x="1038" y="2590"/>
                  </a:cubicBezTo>
                  <a:cubicBezTo>
                    <a:pt x="1038" y="2583"/>
                    <a:pt x="1038" y="2576"/>
                    <a:pt x="1035" y="2569"/>
                  </a:cubicBezTo>
                  <a:cubicBezTo>
                    <a:pt x="1031" y="2548"/>
                    <a:pt x="1031" y="2530"/>
                    <a:pt x="1031" y="2509"/>
                  </a:cubicBezTo>
                  <a:lnTo>
                    <a:pt x="1031" y="2488"/>
                  </a:lnTo>
                  <a:cubicBezTo>
                    <a:pt x="1031" y="2460"/>
                    <a:pt x="1028" y="2435"/>
                    <a:pt x="1028" y="2410"/>
                  </a:cubicBezTo>
                  <a:lnTo>
                    <a:pt x="1028" y="2407"/>
                  </a:lnTo>
                  <a:cubicBezTo>
                    <a:pt x="1028" y="1636"/>
                    <a:pt x="1651" y="1014"/>
                    <a:pt x="2421" y="1014"/>
                  </a:cubicBezTo>
                  <a:close/>
                  <a:moveTo>
                    <a:pt x="2150" y="0"/>
                  </a:moveTo>
                  <a:lnTo>
                    <a:pt x="2150" y="313"/>
                  </a:lnTo>
                  <a:cubicBezTo>
                    <a:pt x="2150" y="419"/>
                    <a:pt x="2080" y="510"/>
                    <a:pt x="1978" y="532"/>
                  </a:cubicBezTo>
                  <a:cubicBezTo>
                    <a:pt x="1767" y="581"/>
                    <a:pt x="1566" y="662"/>
                    <a:pt x="1383" y="778"/>
                  </a:cubicBezTo>
                  <a:cubicBezTo>
                    <a:pt x="1347" y="801"/>
                    <a:pt x="1306" y="812"/>
                    <a:pt x="1265" y="812"/>
                  </a:cubicBezTo>
                  <a:cubicBezTo>
                    <a:pt x="1207" y="812"/>
                    <a:pt x="1149" y="790"/>
                    <a:pt x="1105" y="746"/>
                  </a:cubicBezTo>
                  <a:lnTo>
                    <a:pt x="887" y="528"/>
                  </a:lnTo>
                  <a:lnTo>
                    <a:pt x="525" y="890"/>
                  </a:lnTo>
                  <a:lnTo>
                    <a:pt x="743" y="1109"/>
                  </a:lnTo>
                  <a:cubicBezTo>
                    <a:pt x="817" y="1182"/>
                    <a:pt x="831" y="1299"/>
                    <a:pt x="774" y="1387"/>
                  </a:cubicBezTo>
                  <a:cubicBezTo>
                    <a:pt x="658" y="1569"/>
                    <a:pt x="577" y="1770"/>
                    <a:pt x="528" y="1981"/>
                  </a:cubicBezTo>
                  <a:cubicBezTo>
                    <a:pt x="507" y="2083"/>
                    <a:pt x="416" y="2154"/>
                    <a:pt x="314" y="2154"/>
                  </a:cubicBezTo>
                  <a:lnTo>
                    <a:pt x="0" y="2154"/>
                  </a:lnTo>
                  <a:lnTo>
                    <a:pt x="0" y="2667"/>
                  </a:lnTo>
                  <a:lnTo>
                    <a:pt x="314" y="2667"/>
                  </a:lnTo>
                  <a:cubicBezTo>
                    <a:pt x="416" y="2667"/>
                    <a:pt x="507" y="2738"/>
                    <a:pt x="528" y="2840"/>
                  </a:cubicBezTo>
                  <a:cubicBezTo>
                    <a:pt x="577" y="3051"/>
                    <a:pt x="658" y="3251"/>
                    <a:pt x="774" y="3434"/>
                  </a:cubicBezTo>
                  <a:cubicBezTo>
                    <a:pt x="831" y="3522"/>
                    <a:pt x="817" y="3635"/>
                    <a:pt x="746" y="3709"/>
                  </a:cubicBezTo>
                  <a:lnTo>
                    <a:pt x="525" y="3930"/>
                  </a:lnTo>
                  <a:lnTo>
                    <a:pt x="887" y="4293"/>
                  </a:lnTo>
                  <a:lnTo>
                    <a:pt x="1109" y="4071"/>
                  </a:lnTo>
                  <a:cubicBezTo>
                    <a:pt x="1150" y="4030"/>
                    <a:pt x="1206" y="4008"/>
                    <a:pt x="1264" y="4008"/>
                  </a:cubicBezTo>
                  <a:cubicBezTo>
                    <a:pt x="1305" y="4008"/>
                    <a:pt x="1346" y="4019"/>
                    <a:pt x="1383" y="4043"/>
                  </a:cubicBezTo>
                  <a:cubicBezTo>
                    <a:pt x="1566" y="4156"/>
                    <a:pt x="1767" y="4240"/>
                    <a:pt x="1978" y="4289"/>
                  </a:cubicBezTo>
                  <a:cubicBezTo>
                    <a:pt x="2080" y="4310"/>
                    <a:pt x="2150" y="4402"/>
                    <a:pt x="2150" y="4504"/>
                  </a:cubicBezTo>
                  <a:lnTo>
                    <a:pt x="2150" y="4817"/>
                  </a:lnTo>
                  <a:lnTo>
                    <a:pt x="2664" y="4817"/>
                  </a:lnTo>
                  <a:lnTo>
                    <a:pt x="2664" y="4504"/>
                  </a:lnTo>
                  <a:cubicBezTo>
                    <a:pt x="2664" y="4402"/>
                    <a:pt x="2734" y="4310"/>
                    <a:pt x="2836" y="4289"/>
                  </a:cubicBezTo>
                  <a:cubicBezTo>
                    <a:pt x="3047" y="4240"/>
                    <a:pt x="3248" y="4156"/>
                    <a:pt x="3431" y="4043"/>
                  </a:cubicBezTo>
                  <a:cubicBezTo>
                    <a:pt x="3468" y="4019"/>
                    <a:pt x="3509" y="4008"/>
                    <a:pt x="3549" y="4008"/>
                  </a:cubicBezTo>
                  <a:cubicBezTo>
                    <a:pt x="3606" y="4008"/>
                    <a:pt x="3662" y="4030"/>
                    <a:pt x="3705" y="4071"/>
                  </a:cubicBezTo>
                  <a:lnTo>
                    <a:pt x="3927" y="4293"/>
                  </a:lnTo>
                  <a:lnTo>
                    <a:pt x="4289" y="3930"/>
                  </a:lnTo>
                  <a:lnTo>
                    <a:pt x="4068" y="3709"/>
                  </a:lnTo>
                  <a:cubicBezTo>
                    <a:pt x="3997" y="3635"/>
                    <a:pt x="3983" y="3522"/>
                    <a:pt x="4040" y="3434"/>
                  </a:cubicBezTo>
                  <a:cubicBezTo>
                    <a:pt x="4152" y="3251"/>
                    <a:pt x="4237" y="3051"/>
                    <a:pt x="4286" y="2840"/>
                  </a:cubicBezTo>
                  <a:cubicBezTo>
                    <a:pt x="4307" y="2738"/>
                    <a:pt x="4398" y="2667"/>
                    <a:pt x="4501" y="2667"/>
                  </a:cubicBezTo>
                  <a:lnTo>
                    <a:pt x="4814" y="2667"/>
                  </a:lnTo>
                  <a:lnTo>
                    <a:pt x="4814" y="2154"/>
                  </a:lnTo>
                  <a:lnTo>
                    <a:pt x="4501" y="2154"/>
                  </a:lnTo>
                  <a:cubicBezTo>
                    <a:pt x="4398" y="2154"/>
                    <a:pt x="4307" y="2083"/>
                    <a:pt x="4286" y="1981"/>
                  </a:cubicBezTo>
                  <a:cubicBezTo>
                    <a:pt x="4237" y="1770"/>
                    <a:pt x="4152" y="1569"/>
                    <a:pt x="4040" y="1387"/>
                  </a:cubicBezTo>
                  <a:cubicBezTo>
                    <a:pt x="3983" y="1299"/>
                    <a:pt x="3994" y="1182"/>
                    <a:pt x="4068" y="1109"/>
                  </a:cubicBezTo>
                  <a:lnTo>
                    <a:pt x="4289" y="890"/>
                  </a:lnTo>
                  <a:lnTo>
                    <a:pt x="3927" y="528"/>
                  </a:lnTo>
                  <a:lnTo>
                    <a:pt x="3705" y="746"/>
                  </a:lnTo>
                  <a:cubicBezTo>
                    <a:pt x="3662" y="790"/>
                    <a:pt x="3605" y="812"/>
                    <a:pt x="3548" y="812"/>
                  </a:cubicBezTo>
                  <a:cubicBezTo>
                    <a:pt x="3508" y="812"/>
                    <a:pt x="3467" y="801"/>
                    <a:pt x="3431" y="778"/>
                  </a:cubicBezTo>
                  <a:cubicBezTo>
                    <a:pt x="3248" y="662"/>
                    <a:pt x="3047" y="581"/>
                    <a:pt x="2836" y="532"/>
                  </a:cubicBezTo>
                  <a:cubicBezTo>
                    <a:pt x="2734" y="507"/>
                    <a:pt x="2664" y="419"/>
                    <a:pt x="2664" y="313"/>
                  </a:cubicBezTo>
                  <a:lnTo>
                    <a:pt x="2664"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7" name="Google Shape;22527;p91"/>
            <p:cNvSpPr/>
            <p:nvPr/>
          </p:nvSpPr>
          <p:spPr>
            <a:xfrm>
              <a:off x="5597041" y="2013989"/>
              <a:ext cx="366884" cy="286563"/>
            </a:xfrm>
            <a:custGeom>
              <a:rect b="b" l="l" r="r" t="t"/>
              <a:pathLst>
                <a:path extrusionOk="0" h="11010" w="14096">
                  <a:moveTo>
                    <a:pt x="13649" y="443"/>
                  </a:moveTo>
                  <a:lnTo>
                    <a:pt x="13649" y="894"/>
                  </a:lnTo>
                  <a:lnTo>
                    <a:pt x="12016" y="894"/>
                  </a:lnTo>
                  <a:cubicBezTo>
                    <a:pt x="11721" y="894"/>
                    <a:pt x="11721" y="1341"/>
                    <a:pt x="12016" y="1341"/>
                  </a:cubicBezTo>
                  <a:lnTo>
                    <a:pt x="13283" y="1341"/>
                  </a:lnTo>
                  <a:lnTo>
                    <a:pt x="13283" y="7896"/>
                  </a:lnTo>
                  <a:lnTo>
                    <a:pt x="5708" y="7896"/>
                  </a:lnTo>
                  <a:lnTo>
                    <a:pt x="5708" y="7681"/>
                  </a:lnTo>
                  <a:cubicBezTo>
                    <a:pt x="5708" y="7558"/>
                    <a:pt x="5605" y="7459"/>
                    <a:pt x="5482" y="7459"/>
                  </a:cubicBezTo>
                  <a:lnTo>
                    <a:pt x="5120" y="7459"/>
                  </a:lnTo>
                  <a:cubicBezTo>
                    <a:pt x="5074" y="7318"/>
                    <a:pt x="5018" y="7181"/>
                    <a:pt x="4951" y="7055"/>
                  </a:cubicBezTo>
                  <a:lnTo>
                    <a:pt x="5208" y="6794"/>
                  </a:lnTo>
                  <a:cubicBezTo>
                    <a:pt x="5296" y="6706"/>
                    <a:pt x="5296" y="6566"/>
                    <a:pt x="5208" y="6481"/>
                  </a:cubicBezTo>
                  <a:lnTo>
                    <a:pt x="4532" y="5806"/>
                  </a:lnTo>
                  <a:cubicBezTo>
                    <a:pt x="4488" y="5762"/>
                    <a:pt x="4431" y="5740"/>
                    <a:pt x="4374" y="5740"/>
                  </a:cubicBezTo>
                  <a:cubicBezTo>
                    <a:pt x="4318" y="5740"/>
                    <a:pt x="4261" y="5762"/>
                    <a:pt x="4219" y="5806"/>
                  </a:cubicBezTo>
                  <a:lnTo>
                    <a:pt x="3959" y="6062"/>
                  </a:lnTo>
                  <a:cubicBezTo>
                    <a:pt x="3829" y="5992"/>
                    <a:pt x="3695" y="5936"/>
                    <a:pt x="3554" y="5894"/>
                  </a:cubicBezTo>
                  <a:lnTo>
                    <a:pt x="3554" y="5528"/>
                  </a:lnTo>
                  <a:cubicBezTo>
                    <a:pt x="3554" y="5404"/>
                    <a:pt x="3456" y="5306"/>
                    <a:pt x="3333" y="5306"/>
                  </a:cubicBezTo>
                  <a:lnTo>
                    <a:pt x="2784" y="5306"/>
                  </a:lnTo>
                  <a:lnTo>
                    <a:pt x="2784" y="1341"/>
                  </a:lnTo>
                  <a:lnTo>
                    <a:pt x="11246" y="1341"/>
                  </a:lnTo>
                  <a:cubicBezTo>
                    <a:pt x="11369" y="1341"/>
                    <a:pt x="11467" y="1239"/>
                    <a:pt x="11467" y="1115"/>
                  </a:cubicBezTo>
                  <a:cubicBezTo>
                    <a:pt x="11467" y="992"/>
                    <a:pt x="11369" y="894"/>
                    <a:pt x="11246" y="894"/>
                  </a:cubicBezTo>
                  <a:lnTo>
                    <a:pt x="2418" y="894"/>
                  </a:lnTo>
                  <a:lnTo>
                    <a:pt x="2418" y="443"/>
                  </a:lnTo>
                  <a:close/>
                  <a:moveTo>
                    <a:pt x="13645" y="8339"/>
                  </a:moveTo>
                  <a:lnTo>
                    <a:pt x="13645" y="8789"/>
                  </a:lnTo>
                  <a:lnTo>
                    <a:pt x="5644" y="8789"/>
                  </a:lnTo>
                  <a:cubicBezTo>
                    <a:pt x="5683" y="8747"/>
                    <a:pt x="5704" y="8694"/>
                    <a:pt x="5704" y="8638"/>
                  </a:cubicBezTo>
                  <a:lnTo>
                    <a:pt x="5704" y="8381"/>
                  </a:lnTo>
                  <a:lnTo>
                    <a:pt x="13504" y="8381"/>
                  </a:lnTo>
                  <a:cubicBezTo>
                    <a:pt x="13550" y="8381"/>
                    <a:pt x="13592" y="8367"/>
                    <a:pt x="13631" y="8339"/>
                  </a:cubicBezTo>
                  <a:close/>
                  <a:moveTo>
                    <a:pt x="3111" y="5749"/>
                  </a:moveTo>
                  <a:lnTo>
                    <a:pt x="3111" y="6062"/>
                  </a:lnTo>
                  <a:cubicBezTo>
                    <a:pt x="3111" y="6168"/>
                    <a:pt x="3185" y="6259"/>
                    <a:pt x="3283" y="6281"/>
                  </a:cubicBezTo>
                  <a:cubicBezTo>
                    <a:pt x="3494" y="6330"/>
                    <a:pt x="3698" y="6411"/>
                    <a:pt x="3881" y="6527"/>
                  </a:cubicBezTo>
                  <a:cubicBezTo>
                    <a:pt x="3916" y="6550"/>
                    <a:pt x="3957" y="6561"/>
                    <a:pt x="3997" y="6561"/>
                  </a:cubicBezTo>
                  <a:cubicBezTo>
                    <a:pt x="4055" y="6561"/>
                    <a:pt x="4112" y="6539"/>
                    <a:pt x="4156" y="6495"/>
                  </a:cubicBezTo>
                  <a:lnTo>
                    <a:pt x="4374" y="6277"/>
                  </a:lnTo>
                  <a:lnTo>
                    <a:pt x="4736" y="6639"/>
                  </a:lnTo>
                  <a:lnTo>
                    <a:pt x="4518" y="6858"/>
                  </a:lnTo>
                  <a:cubicBezTo>
                    <a:pt x="4444" y="6931"/>
                    <a:pt x="4430" y="7048"/>
                    <a:pt x="4487" y="7136"/>
                  </a:cubicBezTo>
                  <a:cubicBezTo>
                    <a:pt x="4603" y="7318"/>
                    <a:pt x="4687" y="7519"/>
                    <a:pt x="4733" y="7730"/>
                  </a:cubicBezTo>
                  <a:cubicBezTo>
                    <a:pt x="4758" y="7832"/>
                    <a:pt x="4845" y="7903"/>
                    <a:pt x="4951" y="7903"/>
                  </a:cubicBezTo>
                  <a:lnTo>
                    <a:pt x="5264" y="7903"/>
                  </a:lnTo>
                  <a:lnTo>
                    <a:pt x="5264" y="8416"/>
                  </a:lnTo>
                  <a:lnTo>
                    <a:pt x="4951" y="8416"/>
                  </a:lnTo>
                  <a:cubicBezTo>
                    <a:pt x="4845" y="8416"/>
                    <a:pt x="4758" y="8487"/>
                    <a:pt x="4733" y="8589"/>
                  </a:cubicBezTo>
                  <a:cubicBezTo>
                    <a:pt x="4687" y="8800"/>
                    <a:pt x="4603" y="9000"/>
                    <a:pt x="4487" y="9183"/>
                  </a:cubicBezTo>
                  <a:cubicBezTo>
                    <a:pt x="4430" y="9271"/>
                    <a:pt x="4444" y="9384"/>
                    <a:pt x="4518" y="9458"/>
                  </a:cubicBezTo>
                  <a:lnTo>
                    <a:pt x="4736" y="9679"/>
                  </a:lnTo>
                  <a:lnTo>
                    <a:pt x="4374" y="10042"/>
                  </a:lnTo>
                  <a:lnTo>
                    <a:pt x="4156" y="9824"/>
                  </a:lnTo>
                  <a:cubicBezTo>
                    <a:pt x="4112" y="9780"/>
                    <a:pt x="4055" y="9757"/>
                    <a:pt x="3997" y="9757"/>
                  </a:cubicBezTo>
                  <a:cubicBezTo>
                    <a:pt x="3957" y="9757"/>
                    <a:pt x="3916" y="9769"/>
                    <a:pt x="3881" y="9792"/>
                  </a:cubicBezTo>
                  <a:cubicBezTo>
                    <a:pt x="3698" y="9908"/>
                    <a:pt x="3494" y="9989"/>
                    <a:pt x="3283" y="10038"/>
                  </a:cubicBezTo>
                  <a:cubicBezTo>
                    <a:pt x="3185" y="10063"/>
                    <a:pt x="3111" y="10151"/>
                    <a:pt x="3111" y="10256"/>
                  </a:cubicBezTo>
                  <a:lnTo>
                    <a:pt x="3111" y="10570"/>
                  </a:lnTo>
                  <a:lnTo>
                    <a:pt x="2601" y="10570"/>
                  </a:lnTo>
                  <a:lnTo>
                    <a:pt x="2601" y="10256"/>
                  </a:lnTo>
                  <a:cubicBezTo>
                    <a:pt x="2601" y="10151"/>
                    <a:pt x="2527" y="10063"/>
                    <a:pt x="2425" y="10038"/>
                  </a:cubicBezTo>
                  <a:cubicBezTo>
                    <a:pt x="2214" y="9989"/>
                    <a:pt x="2013" y="9908"/>
                    <a:pt x="1830" y="9792"/>
                  </a:cubicBezTo>
                  <a:cubicBezTo>
                    <a:pt x="1794" y="9769"/>
                    <a:pt x="1753" y="9757"/>
                    <a:pt x="1713" y="9757"/>
                  </a:cubicBezTo>
                  <a:cubicBezTo>
                    <a:pt x="1656" y="9757"/>
                    <a:pt x="1599" y="9780"/>
                    <a:pt x="1556" y="9824"/>
                  </a:cubicBezTo>
                  <a:lnTo>
                    <a:pt x="1338" y="10042"/>
                  </a:lnTo>
                  <a:lnTo>
                    <a:pt x="975" y="9679"/>
                  </a:lnTo>
                  <a:lnTo>
                    <a:pt x="1193" y="9461"/>
                  </a:lnTo>
                  <a:cubicBezTo>
                    <a:pt x="1267" y="9387"/>
                    <a:pt x="1278" y="9271"/>
                    <a:pt x="1225" y="9183"/>
                  </a:cubicBezTo>
                  <a:cubicBezTo>
                    <a:pt x="1109" y="9000"/>
                    <a:pt x="1024" y="8800"/>
                    <a:pt x="979" y="8589"/>
                  </a:cubicBezTo>
                  <a:cubicBezTo>
                    <a:pt x="954" y="8490"/>
                    <a:pt x="866" y="8416"/>
                    <a:pt x="761" y="8416"/>
                  </a:cubicBezTo>
                  <a:lnTo>
                    <a:pt x="447" y="8416"/>
                  </a:lnTo>
                  <a:lnTo>
                    <a:pt x="447" y="7903"/>
                  </a:lnTo>
                  <a:lnTo>
                    <a:pt x="761" y="7903"/>
                  </a:lnTo>
                  <a:cubicBezTo>
                    <a:pt x="863" y="7903"/>
                    <a:pt x="954" y="7832"/>
                    <a:pt x="975" y="7730"/>
                  </a:cubicBezTo>
                  <a:cubicBezTo>
                    <a:pt x="1024" y="7519"/>
                    <a:pt x="1105" y="7318"/>
                    <a:pt x="1221" y="7136"/>
                  </a:cubicBezTo>
                  <a:cubicBezTo>
                    <a:pt x="1278" y="7048"/>
                    <a:pt x="1267" y="6931"/>
                    <a:pt x="1193" y="6861"/>
                  </a:cubicBezTo>
                  <a:lnTo>
                    <a:pt x="975" y="6639"/>
                  </a:lnTo>
                  <a:lnTo>
                    <a:pt x="1338" y="6277"/>
                  </a:lnTo>
                  <a:lnTo>
                    <a:pt x="1556" y="6499"/>
                  </a:lnTo>
                  <a:cubicBezTo>
                    <a:pt x="1599" y="6540"/>
                    <a:pt x="1655" y="6562"/>
                    <a:pt x="1712" y="6562"/>
                  </a:cubicBezTo>
                  <a:cubicBezTo>
                    <a:pt x="1752" y="6562"/>
                    <a:pt x="1793" y="6550"/>
                    <a:pt x="1830" y="6527"/>
                  </a:cubicBezTo>
                  <a:cubicBezTo>
                    <a:pt x="2013" y="6411"/>
                    <a:pt x="2214" y="6330"/>
                    <a:pt x="2425" y="6281"/>
                  </a:cubicBezTo>
                  <a:cubicBezTo>
                    <a:pt x="2527" y="6259"/>
                    <a:pt x="2601" y="6168"/>
                    <a:pt x="2601" y="6066"/>
                  </a:cubicBezTo>
                  <a:lnTo>
                    <a:pt x="2601" y="5749"/>
                  </a:lnTo>
                  <a:close/>
                  <a:moveTo>
                    <a:pt x="2193" y="0"/>
                  </a:moveTo>
                  <a:cubicBezTo>
                    <a:pt x="2069" y="0"/>
                    <a:pt x="1971" y="99"/>
                    <a:pt x="1971" y="222"/>
                  </a:cubicBezTo>
                  <a:lnTo>
                    <a:pt x="1971" y="1115"/>
                  </a:lnTo>
                  <a:cubicBezTo>
                    <a:pt x="1971" y="1239"/>
                    <a:pt x="2069" y="1337"/>
                    <a:pt x="2193" y="1337"/>
                  </a:cubicBezTo>
                  <a:lnTo>
                    <a:pt x="2337" y="1337"/>
                  </a:lnTo>
                  <a:lnTo>
                    <a:pt x="2337" y="5309"/>
                  </a:lnTo>
                  <a:cubicBezTo>
                    <a:pt x="2231" y="5327"/>
                    <a:pt x="2150" y="5422"/>
                    <a:pt x="2150" y="5531"/>
                  </a:cubicBezTo>
                  <a:lnTo>
                    <a:pt x="2150" y="5894"/>
                  </a:lnTo>
                  <a:cubicBezTo>
                    <a:pt x="2013" y="5936"/>
                    <a:pt x="1876" y="5992"/>
                    <a:pt x="1746" y="6059"/>
                  </a:cubicBezTo>
                  <a:lnTo>
                    <a:pt x="1489" y="5802"/>
                  </a:lnTo>
                  <a:cubicBezTo>
                    <a:pt x="1445" y="5758"/>
                    <a:pt x="1388" y="5736"/>
                    <a:pt x="1331" y="5736"/>
                  </a:cubicBezTo>
                  <a:cubicBezTo>
                    <a:pt x="1274" y="5736"/>
                    <a:pt x="1218" y="5758"/>
                    <a:pt x="1176" y="5802"/>
                  </a:cubicBezTo>
                  <a:lnTo>
                    <a:pt x="497" y="6478"/>
                  </a:lnTo>
                  <a:cubicBezTo>
                    <a:pt x="409" y="6566"/>
                    <a:pt x="409" y="6706"/>
                    <a:pt x="497" y="6794"/>
                  </a:cubicBezTo>
                  <a:lnTo>
                    <a:pt x="757" y="7051"/>
                  </a:lnTo>
                  <a:cubicBezTo>
                    <a:pt x="687" y="7181"/>
                    <a:pt x="630" y="7315"/>
                    <a:pt x="588" y="7456"/>
                  </a:cubicBezTo>
                  <a:lnTo>
                    <a:pt x="222" y="7456"/>
                  </a:lnTo>
                  <a:cubicBezTo>
                    <a:pt x="99" y="7456"/>
                    <a:pt x="1" y="7554"/>
                    <a:pt x="1" y="7677"/>
                  </a:cubicBezTo>
                  <a:lnTo>
                    <a:pt x="1" y="8634"/>
                  </a:lnTo>
                  <a:cubicBezTo>
                    <a:pt x="1" y="8758"/>
                    <a:pt x="99" y="8860"/>
                    <a:pt x="222" y="8860"/>
                  </a:cubicBezTo>
                  <a:lnTo>
                    <a:pt x="588" y="8860"/>
                  </a:lnTo>
                  <a:cubicBezTo>
                    <a:pt x="630" y="8997"/>
                    <a:pt x="687" y="9134"/>
                    <a:pt x="757" y="9264"/>
                  </a:cubicBezTo>
                  <a:lnTo>
                    <a:pt x="497" y="9521"/>
                  </a:lnTo>
                  <a:cubicBezTo>
                    <a:pt x="412" y="9609"/>
                    <a:pt x="412" y="9750"/>
                    <a:pt x="497" y="9838"/>
                  </a:cubicBezTo>
                  <a:lnTo>
                    <a:pt x="1176" y="10513"/>
                  </a:lnTo>
                  <a:cubicBezTo>
                    <a:pt x="1218" y="10557"/>
                    <a:pt x="1274" y="10579"/>
                    <a:pt x="1331" y="10579"/>
                  </a:cubicBezTo>
                  <a:cubicBezTo>
                    <a:pt x="1388" y="10579"/>
                    <a:pt x="1445" y="10557"/>
                    <a:pt x="1489" y="10513"/>
                  </a:cubicBezTo>
                  <a:lnTo>
                    <a:pt x="1749" y="10256"/>
                  </a:lnTo>
                  <a:cubicBezTo>
                    <a:pt x="1876" y="10323"/>
                    <a:pt x="2013" y="10380"/>
                    <a:pt x="2154" y="10422"/>
                  </a:cubicBezTo>
                  <a:lnTo>
                    <a:pt x="2154" y="10788"/>
                  </a:lnTo>
                  <a:cubicBezTo>
                    <a:pt x="2154" y="10911"/>
                    <a:pt x="2252" y="11009"/>
                    <a:pt x="2376" y="11009"/>
                  </a:cubicBezTo>
                  <a:lnTo>
                    <a:pt x="3333" y="11009"/>
                  </a:lnTo>
                  <a:cubicBezTo>
                    <a:pt x="3456" y="11009"/>
                    <a:pt x="3554" y="10911"/>
                    <a:pt x="3554" y="10788"/>
                  </a:cubicBezTo>
                  <a:lnTo>
                    <a:pt x="3554" y="10422"/>
                  </a:lnTo>
                  <a:cubicBezTo>
                    <a:pt x="3695" y="10380"/>
                    <a:pt x="3829" y="10323"/>
                    <a:pt x="3959" y="10256"/>
                  </a:cubicBezTo>
                  <a:lnTo>
                    <a:pt x="4219" y="10513"/>
                  </a:lnTo>
                  <a:cubicBezTo>
                    <a:pt x="4261" y="10557"/>
                    <a:pt x="4318" y="10579"/>
                    <a:pt x="4374" y="10579"/>
                  </a:cubicBezTo>
                  <a:cubicBezTo>
                    <a:pt x="4431" y="10579"/>
                    <a:pt x="4488" y="10557"/>
                    <a:pt x="4532" y="10513"/>
                  </a:cubicBezTo>
                  <a:lnTo>
                    <a:pt x="5208" y="9838"/>
                  </a:lnTo>
                  <a:cubicBezTo>
                    <a:pt x="5296" y="9750"/>
                    <a:pt x="5296" y="9609"/>
                    <a:pt x="5208" y="9521"/>
                  </a:cubicBezTo>
                  <a:lnTo>
                    <a:pt x="4951" y="9264"/>
                  </a:lnTo>
                  <a:cubicBezTo>
                    <a:pt x="4955" y="9254"/>
                    <a:pt x="4962" y="9243"/>
                    <a:pt x="4965" y="9233"/>
                  </a:cubicBezTo>
                  <a:lnTo>
                    <a:pt x="13870" y="9233"/>
                  </a:lnTo>
                  <a:cubicBezTo>
                    <a:pt x="13994" y="9233"/>
                    <a:pt x="14092" y="9134"/>
                    <a:pt x="14092" y="9011"/>
                  </a:cubicBezTo>
                  <a:lnTo>
                    <a:pt x="14092" y="8117"/>
                  </a:lnTo>
                  <a:cubicBezTo>
                    <a:pt x="14092" y="7994"/>
                    <a:pt x="13994" y="7896"/>
                    <a:pt x="13870" y="7896"/>
                  </a:cubicBezTo>
                  <a:lnTo>
                    <a:pt x="13730" y="7896"/>
                  </a:lnTo>
                  <a:lnTo>
                    <a:pt x="13730" y="1341"/>
                  </a:lnTo>
                  <a:lnTo>
                    <a:pt x="13870" y="1341"/>
                  </a:lnTo>
                  <a:cubicBezTo>
                    <a:pt x="13994" y="1341"/>
                    <a:pt x="14096" y="1239"/>
                    <a:pt x="14096" y="1115"/>
                  </a:cubicBezTo>
                  <a:lnTo>
                    <a:pt x="14096" y="222"/>
                  </a:lnTo>
                  <a:cubicBezTo>
                    <a:pt x="14096" y="99"/>
                    <a:pt x="13994" y="0"/>
                    <a:pt x="1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8" name="Google Shape;22528;p91"/>
            <p:cNvSpPr/>
            <p:nvPr/>
          </p:nvSpPr>
          <p:spPr>
            <a:xfrm>
              <a:off x="5761977" y="2129915"/>
              <a:ext cx="34903" cy="73736"/>
            </a:xfrm>
            <a:custGeom>
              <a:rect b="b" l="l" r="r" t="t"/>
              <a:pathLst>
                <a:path extrusionOk="0" h="2833" w="1341">
                  <a:moveTo>
                    <a:pt x="898" y="444"/>
                  </a:moveTo>
                  <a:lnTo>
                    <a:pt x="898" y="2386"/>
                  </a:lnTo>
                  <a:lnTo>
                    <a:pt x="447" y="2386"/>
                  </a:lnTo>
                  <a:lnTo>
                    <a:pt x="447" y="444"/>
                  </a:lnTo>
                  <a:close/>
                  <a:moveTo>
                    <a:pt x="226" y="0"/>
                  </a:moveTo>
                  <a:cubicBezTo>
                    <a:pt x="102" y="0"/>
                    <a:pt x="0" y="99"/>
                    <a:pt x="0" y="222"/>
                  </a:cubicBezTo>
                  <a:lnTo>
                    <a:pt x="0" y="2608"/>
                  </a:lnTo>
                  <a:cubicBezTo>
                    <a:pt x="0" y="2731"/>
                    <a:pt x="102" y="2833"/>
                    <a:pt x="226" y="2833"/>
                  </a:cubicBezTo>
                  <a:lnTo>
                    <a:pt x="1119" y="2833"/>
                  </a:lnTo>
                  <a:cubicBezTo>
                    <a:pt x="1242" y="2833"/>
                    <a:pt x="1341" y="2731"/>
                    <a:pt x="1341" y="2608"/>
                  </a:cubicBezTo>
                  <a:lnTo>
                    <a:pt x="1341" y="222"/>
                  </a:lnTo>
                  <a:cubicBezTo>
                    <a:pt x="1341" y="99"/>
                    <a:pt x="1242"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9" name="Google Shape;22529;p91"/>
            <p:cNvSpPr/>
            <p:nvPr/>
          </p:nvSpPr>
          <p:spPr>
            <a:xfrm>
              <a:off x="5803648" y="2101701"/>
              <a:ext cx="34903" cy="101950"/>
            </a:xfrm>
            <a:custGeom>
              <a:rect b="b" l="l" r="r" t="t"/>
              <a:pathLst>
                <a:path extrusionOk="0" h="3917" w="1341">
                  <a:moveTo>
                    <a:pt x="894" y="444"/>
                  </a:moveTo>
                  <a:lnTo>
                    <a:pt x="894" y="3470"/>
                  </a:lnTo>
                  <a:lnTo>
                    <a:pt x="444" y="3470"/>
                  </a:lnTo>
                  <a:lnTo>
                    <a:pt x="444" y="444"/>
                  </a:lnTo>
                  <a:close/>
                  <a:moveTo>
                    <a:pt x="222" y="1"/>
                  </a:moveTo>
                  <a:cubicBezTo>
                    <a:pt x="99" y="1"/>
                    <a:pt x="0" y="99"/>
                    <a:pt x="0" y="222"/>
                  </a:cubicBezTo>
                  <a:lnTo>
                    <a:pt x="0" y="3692"/>
                  </a:lnTo>
                  <a:cubicBezTo>
                    <a:pt x="0" y="3815"/>
                    <a:pt x="99" y="3917"/>
                    <a:pt x="222" y="3917"/>
                  </a:cubicBezTo>
                  <a:lnTo>
                    <a:pt x="1116" y="3917"/>
                  </a:lnTo>
                  <a:cubicBezTo>
                    <a:pt x="1239" y="3917"/>
                    <a:pt x="1341" y="3815"/>
                    <a:pt x="1341" y="3692"/>
                  </a:cubicBezTo>
                  <a:lnTo>
                    <a:pt x="1341" y="222"/>
                  </a:lnTo>
                  <a:cubicBezTo>
                    <a:pt x="1341" y="99"/>
                    <a:pt x="1239" y="1"/>
                    <a:pt x="11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0" name="Google Shape;22530;p91"/>
            <p:cNvSpPr/>
            <p:nvPr/>
          </p:nvSpPr>
          <p:spPr>
            <a:xfrm>
              <a:off x="5845213" y="2116355"/>
              <a:ext cx="34929" cy="87296"/>
            </a:xfrm>
            <a:custGeom>
              <a:rect b="b" l="l" r="r" t="t"/>
              <a:pathLst>
                <a:path extrusionOk="0" h="3354" w="1342">
                  <a:moveTo>
                    <a:pt x="898" y="444"/>
                  </a:moveTo>
                  <a:lnTo>
                    <a:pt x="898" y="2907"/>
                  </a:lnTo>
                  <a:lnTo>
                    <a:pt x="447" y="2907"/>
                  </a:lnTo>
                  <a:lnTo>
                    <a:pt x="447" y="444"/>
                  </a:lnTo>
                  <a:close/>
                  <a:moveTo>
                    <a:pt x="226" y="1"/>
                  </a:moveTo>
                  <a:cubicBezTo>
                    <a:pt x="103" y="1"/>
                    <a:pt x="1" y="103"/>
                    <a:pt x="1" y="222"/>
                  </a:cubicBezTo>
                  <a:lnTo>
                    <a:pt x="1" y="3132"/>
                  </a:lnTo>
                  <a:cubicBezTo>
                    <a:pt x="1" y="3252"/>
                    <a:pt x="103" y="3354"/>
                    <a:pt x="226" y="3354"/>
                  </a:cubicBezTo>
                  <a:lnTo>
                    <a:pt x="1119" y="3354"/>
                  </a:lnTo>
                  <a:cubicBezTo>
                    <a:pt x="1243" y="3354"/>
                    <a:pt x="1341" y="3252"/>
                    <a:pt x="1341" y="3132"/>
                  </a:cubicBezTo>
                  <a:lnTo>
                    <a:pt x="1341" y="222"/>
                  </a:lnTo>
                  <a:cubicBezTo>
                    <a:pt x="1341" y="103"/>
                    <a:pt x="1243"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1" name="Google Shape;22531;p91"/>
            <p:cNvSpPr/>
            <p:nvPr/>
          </p:nvSpPr>
          <p:spPr>
            <a:xfrm>
              <a:off x="5886883" y="2068464"/>
              <a:ext cx="34929" cy="135187"/>
            </a:xfrm>
            <a:custGeom>
              <a:rect b="b" l="l" r="r" t="t"/>
              <a:pathLst>
                <a:path extrusionOk="0" h="5194" w="1342">
                  <a:moveTo>
                    <a:pt x="894" y="447"/>
                  </a:moveTo>
                  <a:lnTo>
                    <a:pt x="894" y="4747"/>
                  </a:lnTo>
                  <a:lnTo>
                    <a:pt x="444" y="4747"/>
                  </a:lnTo>
                  <a:lnTo>
                    <a:pt x="444" y="447"/>
                  </a:lnTo>
                  <a:close/>
                  <a:moveTo>
                    <a:pt x="222" y="1"/>
                  </a:moveTo>
                  <a:cubicBezTo>
                    <a:pt x="99" y="1"/>
                    <a:pt x="1" y="99"/>
                    <a:pt x="1" y="222"/>
                  </a:cubicBezTo>
                  <a:lnTo>
                    <a:pt x="1" y="4969"/>
                  </a:lnTo>
                  <a:cubicBezTo>
                    <a:pt x="1" y="5092"/>
                    <a:pt x="99" y="5194"/>
                    <a:pt x="222" y="5194"/>
                  </a:cubicBezTo>
                  <a:lnTo>
                    <a:pt x="1116" y="5194"/>
                  </a:lnTo>
                  <a:cubicBezTo>
                    <a:pt x="1239" y="5194"/>
                    <a:pt x="1341" y="5092"/>
                    <a:pt x="1341" y="4969"/>
                  </a:cubicBezTo>
                  <a:lnTo>
                    <a:pt x="1341" y="222"/>
                  </a:lnTo>
                  <a:cubicBezTo>
                    <a:pt x="1341" y="99"/>
                    <a:pt x="1239" y="1"/>
                    <a:pt x="11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2" name="Google Shape;22532;p91"/>
            <p:cNvSpPr/>
            <p:nvPr/>
          </p:nvSpPr>
          <p:spPr>
            <a:xfrm>
              <a:off x="5685873" y="2083040"/>
              <a:ext cx="44429" cy="11634"/>
            </a:xfrm>
            <a:custGeom>
              <a:rect b="b" l="l" r="r" t="t"/>
              <a:pathLst>
                <a:path extrusionOk="0" h="447" w="1707">
                  <a:moveTo>
                    <a:pt x="296" y="0"/>
                  </a:moveTo>
                  <a:cubicBezTo>
                    <a:pt x="0" y="0"/>
                    <a:pt x="0" y="447"/>
                    <a:pt x="296" y="447"/>
                  </a:cubicBezTo>
                  <a:lnTo>
                    <a:pt x="1485" y="447"/>
                  </a:lnTo>
                  <a:cubicBezTo>
                    <a:pt x="1608" y="447"/>
                    <a:pt x="1707" y="345"/>
                    <a:pt x="1707" y="222"/>
                  </a:cubicBezTo>
                  <a:cubicBezTo>
                    <a:pt x="1707" y="99"/>
                    <a:pt x="1608" y="0"/>
                    <a:pt x="14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3" name="Google Shape;22533;p91"/>
            <p:cNvSpPr/>
            <p:nvPr/>
          </p:nvSpPr>
          <p:spPr>
            <a:xfrm>
              <a:off x="5685873" y="2101337"/>
              <a:ext cx="61295" cy="11582"/>
            </a:xfrm>
            <a:custGeom>
              <a:rect b="b" l="l" r="r" t="t"/>
              <a:pathLst>
                <a:path extrusionOk="0" h="445" w="2355">
                  <a:moveTo>
                    <a:pt x="296" y="1"/>
                  </a:moveTo>
                  <a:cubicBezTo>
                    <a:pt x="0" y="1"/>
                    <a:pt x="0" y="444"/>
                    <a:pt x="296" y="444"/>
                  </a:cubicBezTo>
                  <a:lnTo>
                    <a:pt x="2129" y="444"/>
                  </a:lnTo>
                  <a:cubicBezTo>
                    <a:pt x="2252" y="444"/>
                    <a:pt x="2354" y="346"/>
                    <a:pt x="2354" y="222"/>
                  </a:cubicBezTo>
                  <a:cubicBezTo>
                    <a:pt x="2354" y="99"/>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4" name="Google Shape;22534;p91"/>
            <p:cNvSpPr/>
            <p:nvPr/>
          </p:nvSpPr>
          <p:spPr>
            <a:xfrm>
              <a:off x="5685873" y="2119556"/>
              <a:ext cx="61295" cy="11660"/>
            </a:xfrm>
            <a:custGeom>
              <a:rect b="b" l="l" r="r" t="t"/>
              <a:pathLst>
                <a:path extrusionOk="0" h="448" w="2355">
                  <a:moveTo>
                    <a:pt x="296" y="1"/>
                  </a:moveTo>
                  <a:cubicBezTo>
                    <a:pt x="0" y="1"/>
                    <a:pt x="0" y="448"/>
                    <a:pt x="296" y="448"/>
                  </a:cubicBezTo>
                  <a:lnTo>
                    <a:pt x="2129" y="448"/>
                  </a:lnTo>
                  <a:cubicBezTo>
                    <a:pt x="2252" y="448"/>
                    <a:pt x="2354" y="346"/>
                    <a:pt x="2354" y="223"/>
                  </a:cubicBezTo>
                  <a:cubicBezTo>
                    <a:pt x="2354" y="103"/>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5" name="Google Shape;22535;p91"/>
            <p:cNvSpPr/>
            <p:nvPr/>
          </p:nvSpPr>
          <p:spPr>
            <a:xfrm>
              <a:off x="5685873" y="2137880"/>
              <a:ext cx="61295" cy="11556"/>
            </a:xfrm>
            <a:custGeom>
              <a:rect b="b" l="l" r="r" t="t"/>
              <a:pathLst>
                <a:path extrusionOk="0" h="444" w="2355">
                  <a:moveTo>
                    <a:pt x="296" y="1"/>
                  </a:moveTo>
                  <a:cubicBezTo>
                    <a:pt x="0" y="1"/>
                    <a:pt x="0" y="444"/>
                    <a:pt x="296" y="444"/>
                  </a:cubicBezTo>
                  <a:lnTo>
                    <a:pt x="2129" y="444"/>
                  </a:lnTo>
                  <a:cubicBezTo>
                    <a:pt x="2252" y="444"/>
                    <a:pt x="2354" y="345"/>
                    <a:pt x="2354" y="222"/>
                  </a:cubicBezTo>
                  <a:cubicBezTo>
                    <a:pt x="2354" y="99"/>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6" name="Google Shape;22536;p91"/>
            <p:cNvSpPr/>
            <p:nvPr/>
          </p:nvSpPr>
          <p:spPr>
            <a:xfrm>
              <a:off x="5628092" y="2190091"/>
              <a:ext cx="39770" cy="72278"/>
            </a:xfrm>
            <a:custGeom>
              <a:rect b="b" l="l" r="r" t="t"/>
              <a:pathLst>
                <a:path extrusionOk="0" h="2777" w="1528">
                  <a:moveTo>
                    <a:pt x="1503" y="2769"/>
                  </a:moveTo>
                  <a:cubicBezTo>
                    <a:pt x="1501" y="2770"/>
                    <a:pt x="1500" y="2771"/>
                    <a:pt x="1498" y="2771"/>
                  </a:cubicBezTo>
                  <a:lnTo>
                    <a:pt x="1498" y="2771"/>
                  </a:lnTo>
                  <a:lnTo>
                    <a:pt x="1513" y="2769"/>
                  </a:lnTo>
                  <a:close/>
                  <a:moveTo>
                    <a:pt x="1498" y="2771"/>
                  </a:moveTo>
                  <a:lnTo>
                    <a:pt x="1483" y="2774"/>
                  </a:lnTo>
                  <a:lnTo>
                    <a:pt x="1483" y="2774"/>
                  </a:lnTo>
                  <a:cubicBezTo>
                    <a:pt x="1489" y="2773"/>
                    <a:pt x="1494" y="2773"/>
                    <a:pt x="1498" y="2771"/>
                  </a:cubicBezTo>
                  <a:close/>
                  <a:moveTo>
                    <a:pt x="1397" y="0"/>
                  </a:moveTo>
                  <a:cubicBezTo>
                    <a:pt x="627" y="0"/>
                    <a:pt x="0" y="623"/>
                    <a:pt x="0" y="1393"/>
                  </a:cubicBezTo>
                  <a:lnTo>
                    <a:pt x="0" y="1397"/>
                  </a:lnTo>
                  <a:cubicBezTo>
                    <a:pt x="0" y="1422"/>
                    <a:pt x="0" y="1446"/>
                    <a:pt x="4" y="1471"/>
                  </a:cubicBezTo>
                  <a:lnTo>
                    <a:pt x="4" y="1495"/>
                  </a:lnTo>
                  <a:cubicBezTo>
                    <a:pt x="4" y="1513"/>
                    <a:pt x="7" y="1534"/>
                    <a:pt x="7" y="1555"/>
                  </a:cubicBezTo>
                  <a:cubicBezTo>
                    <a:pt x="7" y="1562"/>
                    <a:pt x="7" y="1569"/>
                    <a:pt x="11" y="1576"/>
                  </a:cubicBezTo>
                  <a:cubicBezTo>
                    <a:pt x="14" y="1597"/>
                    <a:pt x="18" y="1619"/>
                    <a:pt x="21" y="1640"/>
                  </a:cubicBezTo>
                  <a:lnTo>
                    <a:pt x="25" y="1654"/>
                  </a:lnTo>
                  <a:cubicBezTo>
                    <a:pt x="32" y="1707"/>
                    <a:pt x="46" y="1759"/>
                    <a:pt x="64" y="1812"/>
                  </a:cubicBezTo>
                  <a:lnTo>
                    <a:pt x="64" y="1819"/>
                  </a:lnTo>
                  <a:cubicBezTo>
                    <a:pt x="71" y="1840"/>
                    <a:pt x="78" y="1865"/>
                    <a:pt x="88" y="1886"/>
                  </a:cubicBezTo>
                  <a:lnTo>
                    <a:pt x="95" y="1907"/>
                  </a:lnTo>
                  <a:cubicBezTo>
                    <a:pt x="99" y="1918"/>
                    <a:pt x="102" y="1925"/>
                    <a:pt x="106" y="1935"/>
                  </a:cubicBezTo>
                  <a:cubicBezTo>
                    <a:pt x="109" y="1946"/>
                    <a:pt x="109" y="1942"/>
                    <a:pt x="113" y="1946"/>
                  </a:cubicBezTo>
                  <a:cubicBezTo>
                    <a:pt x="215" y="2189"/>
                    <a:pt x="387" y="2396"/>
                    <a:pt x="605" y="2544"/>
                  </a:cubicBezTo>
                  <a:lnTo>
                    <a:pt x="609" y="2547"/>
                  </a:lnTo>
                  <a:cubicBezTo>
                    <a:pt x="627" y="2558"/>
                    <a:pt x="644" y="2569"/>
                    <a:pt x="662" y="2579"/>
                  </a:cubicBezTo>
                  <a:lnTo>
                    <a:pt x="676" y="2590"/>
                  </a:lnTo>
                  <a:lnTo>
                    <a:pt x="679" y="2590"/>
                  </a:lnTo>
                  <a:lnTo>
                    <a:pt x="715" y="2611"/>
                  </a:lnTo>
                  <a:lnTo>
                    <a:pt x="732" y="2618"/>
                  </a:lnTo>
                  <a:lnTo>
                    <a:pt x="736" y="2618"/>
                  </a:lnTo>
                  <a:lnTo>
                    <a:pt x="753" y="2628"/>
                  </a:lnTo>
                  <a:lnTo>
                    <a:pt x="781" y="2642"/>
                  </a:lnTo>
                  <a:lnTo>
                    <a:pt x="785" y="2646"/>
                  </a:lnTo>
                  <a:cubicBezTo>
                    <a:pt x="824" y="2664"/>
                    <a:pt x="866" y="2681"/>
                    <a:pt x="908" y="2699"/>
                  </a:cubicBezTo>
                  <a:lnTo>
                    <a:pt x="915" y="2699"/>
                  </a:lnTo>
                  <a:lnTo>
                    <a:pt x="968" y="2716"/>
                  </a:lnTo>
                  <a:lnTo>
                    <a:pt x="975" y="2716"/>
                  </a:lnTo>
                  <a:cubicBezTo>
                    <a:pt x="1021" y="2730"/>
                    <a:pt x="1059" y="2741"/>
                    <a:pt x="1102" y="2752"/>
                  </a:cubicBezTo>
                  <a:lnTo>
                    <a:pt x="1116" y="2752"/>
                  </a:lnTo>
                  <a:lnTo>
                    <a:pt x="1137" y="2759"/>
                  </a:lnTo>
                  <a:lnTo>
                    <a:pt x="1172" y="2762"/>
                  </a:lnTo>
                  <a:lnTo>
                    <a:pt x="1175" y="2762"/>
                  </a:lnTo>
                  <a:cubicBezTo>
                    <a:pt x="1197" y="2766"/>
                    <a:pt x="1218" y="2769"/>
                    <a:pt x="1239" y="2773"/>
                  </a:cubicBezTo>
                  <a:lnTo>
                    <a:pt x="1256" y="2773"/>
                  </a:lnTo>
                  <a:lnTo>
                    <a:pt x="1302" y="2776"/>
                  </a:lnTo>
                  <a:lnTo>
                    <a:pt x="1464" y="2776"/>
                  </a:lnTo>
                  <a:lnTo>
                    <a:pt x="1483" y="2774"/>
                  </a:lnTo>
                  <a:lnTo>
                    <a:pt x="1483" y="2774"/>
                  </a:lnTo>
                  <a:cubicBezTo>
                    <a:pt x="1482" y="2774"/>
                    <a:pt x="1481" y="2774"/>
                    <a:pt x="1481" y="2774"/>
                  </a:cubicBezTo>
                  <a:cubicBezTo>
                    <a:pt x="1472" y="2774"/>
                    <a:pt x="1462" y="2773"/>
                    <a:pt x="1453" y="2773"/>
                  </a:cubicBezTo>
                  <a:lnTo>
                    <a:pt x="1446" y="2773"/>
                  </a:lnTo>
                  <a:lnTo>
                    <a:pt x="1415" y="2766"/>
                  </a:lnTo>
                  <a:lnTo>
                    <a:pt x="1390" y="2762"/>
                  </a:lnTo>
                  <a:lnTo>
                    <a:pt x="1380" y="2759"/>
                  </a:lnTo>
                  <a:cubicBezTo>
                    <a:pt x="1334" y="2752"/>
                    <a:pt x="1292" y="2737"/>
                    <a:pt x="1253" y="2727"/>
                  </a:cubicBezTo>
                  <a:lnTo>
                    <a:pt x="1485" y="2551"/>
                  </a:lnTo>
                  <a:cubicBezTo>
                    <a:pt x="873" y="2463"/>
                    <a:pt x="574" y="1819"/>
                    <a:pt x="574" y="1819"/>
                  </a:cubicBezTo>
                  <a:cubicBezTo>
                    <a:pt x="574" y="1819"/>
                    <a:pt x="491" y="1788"/>
                    <a:pt x="414" y="1788"/>
                  </a:cubicBezTo>
                  <a:cubicBezTo>
                    <a:pt x="385" y="1788"/>
                    <a:pt x="357" y="1792"/>
                    <a:pt x="335" y="1805"/>
                  </a:cubicBezTo>
                  <a:cubicBezTo>
                    <a:pt x="317" y="1756"/>
                    <a:pt x="306" y="1703"/>
                    <a:pt x="296" y="1654"/>
                  </a:cubicBezTo>
                  <a:lnTo>
                    <a:pt x="292" y="1640"/>
                  </a:lnTo>
                  <a:cubicBezTo>
                    <a:pt x="289" y="1619"/>
                    <a:pt x="285" y="1597"/>
                    <a:pt x="282" y="1576"/>
                  </a:cubicBezTo>
                  <a:cubicBezTo>
                    <a:pt x="282" y="1569"/>
                    <a:pt x="282" y="1562"/>
                    <a:pt x="282" y="1555"/>
                  </a:cubicBezTo>
                  <a:cubicBezTo>
                    <a:pt x="278" y="1534"/>
                    <a:pt x="275" y="1513"/>
                    <a:pt x="275" y="1495"/>
                  </a:cubicBezTo>
                  <a:lnTo>
                    <a:pt x="275" y="1471"/>
                  </a:lnTo>
                  <a:cubicBezTo>
                    <a:pt x="275" y="1446"/>
                    <a:pt x="271" y="1422"/>
                    <a:pt x="271" y="1397"/>
                  </a:cubicBezTo>
                  <a:lnTo>
                    <a:pt x="271" y="1393"/>
                  </a:lnTo>
                  <a:cubicBezTo>
                    <a:pt x="271" y="676"/>
                    <a:pt x="817" y="78"/>
                    <a:pt x="1527" y="7"/>
                  </a:cubicBezTo>
                  <a:cubicBezTo>
                    <a:pt x="1485" y="0"/>
                    <a:pt x="1439" y="0"/>
                    <a:pt x="139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7" name="Google Shape;22537;p91"/>
            <p:cNvSpPr/>
            <p:nvPr/>
          </p:nvSpPr>
          <p:spPr>
            <a:xfrm>
              <a:off x="5634859" y="2190143"/>
              <a:ext cx="79332" cy="72487"/>
            </a:xfrm>
            <a:custGeom>
              <a:rect b="b" l="l" r="r" t="t"/>
              <a:pathLst>
                <a:path extrusionOk="0" h="2785" w="3048">
                  <a:moveTo>
                    <a:pt x="1398" y="1"/>
                  </a:moveTo>
                  <a:cubicBezTo>
                    <a:pt x="668" y="1"/>
                    <a:pt x="4" y="588"/>
                    <a:pt x="4" y="1398"/>
                  </a:cubicBezTo>
                  <a:cubicBezTo>
                    <a:pt x="1" y="1701"/>
                    <a:pt x="103" y="1997"/>
                    <a:pt x="286" y="2236"/>
                  </a:cubicBezTo>
                  <a:cubicBezTo>
                    <a:pt x="335" y="2302"/>
                    <a:pt x="398" y="2329"/>
                    <a:pt x="459" y="2329"/>
                  </a:cubicBezTo>
                  <a:cubicBezTo>
                    <a:pt x="620" y="2329"/>
                    <a:pt x="771" y="2139"/>
                    <a:pt x="641" y="1968"/>
                  </a:cubicBezTo>
                  <a:cubicBezTo>
                    <a:pt x="159" y="1332"/>
                    <a:pt x="634" y="448"/>
                    <a:pt x="1385" y="448"/>
                  </a:cubicBezTo>
                  <a:cubicBezTo>
                    <a:pt x="1439" y="448"/>
                    <a:pt x="1495" y="453"/>
                    <a:pt x="1552" y="463"/>
                  </a:cubicBezTo>
                  <a:cubicBezTo>
                    <a:pt x="2400" y="603"/>
                    <a:pt x="2640" y="1708"/>
                    <a:pt x="1925" y="2183"/>
                  </a:cubicBezTo>
                  <a:lnTo>
                    <a:pt x="1894" y="2204"/>
                  </a:lnTo>
                  <a:lnTo>
                    <a:pt x="1883" y="2211"/>
                  </a:lnTo>
                  <a:lnTo>
                    <a:pt x="1855" y="2225"/>
                  </a:lnTo>
                  <a:lnTo>
                    <a:pt x="1844" y="2232"/>
                  </a:lnTo>
                  <a:lnTo>
                    <a:pt x="1809" y="2253"/>
                  </a:lnTo>
                  <a:lnTo>
                    <a:pt x="1774" y="2268"/>
                  </a:lnTo>
                  <a:lnTo>
                    <a:pt x="1760" y="2275"/>
                  </a:lnTo>
                  <a:lnTo>
                    <a:pt x="1732" y="2285"/>
                  </a:lnTo>
                  <a:lnTo>
                    <a:pt x="1721" y="2289"/>
                  </a:lnTo>
                  <a:lnTo>
                    <a:pt x="1683" y="2303"/>
                  </a:lnTo>
                  <a:lnTo>
                    <a:pt x="1644" y="2313"/>
                  </a:lnTo>
                  <a:lnTo>
                    <a:pt x="1630" y="2317"/>
                  </a:lnTo>
                  <a:lnTo>
                    <a:pt x="1598" y="2324"/>
                  </a:lnTo>
                  <a:lnTo>
                    <a:pt x="1588" y="2324"/>
                  </a:lnTo>
                  <a:lnTo>
                    <a:pt x="1549" y="2331"/>
                  </a:lnTo>
                  <a:lnTo>
                    <a:pt x="1545" y="2331"/>
                  </a:lnTo>
                  <a:lnTo>
                    <a:pt x="1500" y="2338"/>
                  </a:lnTo>
                  <a:lnTo>
                    <a:pt x="1489" y="2338"/>
                  </a:lnTo>
                  <a:lnTo>
                    <a:pt x="1457" y="2341"/>
                  </a:lnTo>
                  <a:lnTo>
                    <a:pt x="1341" y="2341"/>
                  </a:lnTo>
                  <a:lnTo>
                    <a:pt x="1310" y="2338"/>
                  </a:lnTo>
                  <a:lnTo>
                    <a:pt x="1295" y="2338"/>
                  </a:lnTo>
                  <a:lnTo>
                    <a:pt x="1253" y="2331"/>
                  </a:lnTo>
                  <a:lnTo>
                    <a:pt x="1211" y="2324"/>
                  </a:lnTo>
                  <a:lnTo>
                    <a:pt x="1197" y="2324"/>
                  </a:lnTo>
                  <a:lnTo>
                    <a:pt x="1165" y="2317"/>
                  </a:lnTo>
                  <a:lnTo>
                    <a:pt x="1155" y="2313"/>
                  </a:lnTo>
                  <a:lnTo>
                    <a:pt x="1116" y="2303"/>
                  </a:lnTo>
                  <a:lnTo>
                    <a:pt x="1077" y="2289"/>
                  </a:lnTo>
                  <a:lnTo>
                    <a:pt x="1067" y="2285"/>
                  </a:lnTo>
                  <a:cubicBezTo>
                    <a:pt x="1040" y="2275"/>
                    <a:pt x="1013" y="2270"/>
                    <a:pt x="986" y="2270"/>
                  </a:cubicBezTo>
                  <a:cubicBezTo>
                    <a:pt x="896" y="2270"/>
                    <a:pt x="812" y="2326"/>
                    <a:pt x="782" y="2415"/>
                  </a:cubicBezTo>
                  <a:cubicBezTo>
                    <a:pt x="740" y="2531"/>
                    <a:pt x="796" y="2662"/>
                    <a:pt x="912" y="2704"/>
                  </a:cubicBezTo>
                  <a:lnTo>
                    <a:pt x="930" y="2707"/>
                  </a:lnTo>
                  <a:cubicBezTo>
                    <a:pt x="947" y="2714"/>
                    <a:pt x="965" y="2721"/>
                    <a:pt x="986" y="2728"/>
                  </a:cubicBezTo>
                  <a:cubicBezTo>
                    <a:pt x="1007" y="2732"/>
                    <a:pt x="1025" y="2739"/>
                    <a:pt x="1046" y="2742"/>
                  </a:cubicBezTo>
                  <a:lnTo>
                    <a:pt x="1063" y="2750"/>
                  </a:lnTo>
                  <a:lnTo>
                    <a:pt x="1109" y="2760"/>
                  </a:lnTo>
                  <a:lnTo>
                    <a:pt x="1127" y="2764"/>
                  </a:lnTo>
                  <a:cubicBezTo>
                    <a:pt x="1148" y="2767"/>
                    <a:pt x="1165" y="2771"/>
                    <a:pt x="1186" y="2774"/>
                  </a:cubicBezTo>
                  <a:lnTo>
                    <a:pt x="1190" y="2774"/>
                  </a:lnTo>
                  <a:cubicBezTo>
                    <a:pt x="1211" y="2778"/>
                    <a:pt x="1232" y="2778"/>
                    <a:pt x="1250" y="2781"/>
                  </a:cubicBezTo>
                  <a:lnTo>
                    <a:pt x="1271" y="2781"/>
                  </a:lnTo>
                  <a:lnTo>
                    <a:pt x="1317" y="2785"/>
                  </a:lnTo>
                  <a:lnTo>
                    <a:pt x="1478" y="2785"/>
                  </a:lnTo>
                  <a:lnTo>
                    <a:pt x="1528" y="2781"/>
                  </a:lnTo>
                  <a:lnTo>
                    <a:pt x="1545" y="2781"/>
                  </a:lnTo>
                  <a:cubicBezTo>
                    <a:pt x="1566" y="2778"/>
                    <a:pt x="1588" y="2774"/>
                    <a:pt x="1609" y="2771"/>
                  </a:cubicBezTo>
                  <a:cubicBezTo>
                    <a:pt x="1630" y="2767"/>
                    <a:pt x="1651" y="2764"/>
                    <a:pt x="1668" y="2760"/>
                  </a:cubicBezTo>
                  <a:lnTo>
                    <a:pt x="1690" y="2757"/>
                  </a:lnTo>
                  <a:lnTo>
                    <a:pt x="1732" y="2746"/>
                  </a:lnTo>
                  <a:lnTo>
                    <a:pt x="1749" y="2742"/>
                  </a:lnTo>
                  <a:cubicBezTo>
                    <a:pt x="1770" y="2735"/>
                    <a:pt x="1788" y="2732"/>
                    <a:pt x="1806" y="2725"/>
                  </a:cubicBezTo>
                  <a:lnTo>
                    <a:pt x="1809" y="2725"/>
                  </a:lnTo>
                  <a:cubicBezTo>
                    <a:pt x="1830" y="2721"/>
                    <a:pt x="1848" y="2714"/>
                    <a:pt x="1865" y="2707"/>
                  </a:cubicBezTo>
                  <a:lnTo>
                    <a:pt x="1883" y="2700"/>
                  </a:lnTo>
                  <a:lnTo>
                    <a:pt x="1929" y="2683"/>
                  </a:lnTo>
                  <a:lnTo>
                    <a:pt x="1946" y="2676"/>
                  </a:lnTo>
                  <a:cubicBezTo>
                    <a:pt x="1964" y="2669"/>
                    <a:pt x="1982" y="2662"/>
                    <a:pt x="1999" y="2651"/>
                  </a:cubicBezTo>
                  <a:lnTo>
                    <a:pt x="2003" y="2651"/>
                  </a:lnTo>
                  <a:cubicBezTo>
                    <a:pt x="2020" y="2644"/>
                    <a:pt x="2038" y="2633"/>
                    <a:pt x="2055" y="2626"/>
                  </a:cubicBezTo>
                  <a:lnTo>
                    <a:pt x="2073" y="2616"/>
                  </a:lnTo>
                  <a:lnTo>
                    <a:pt x="2108" y="2595"/>
                  </a:lnTo>
                  <a:lnTo>
                    <a:pt x="2126" y="2584"/>
                  </a:lnTo>
                  <a:cubicBezTo>
                    <a:pt x="2140" y="2574"/>
                    <a:pt x="2157" y="2563"/>
                    <a:pt x="2175" y="2552"/>
                  </a:cubicBezTo>
                  <a:cubicBezTo>
                    <a:pt x="3048" y="1968"/>
                    <a:pt x="2981" y="663"/>
                    <a:pt x="2052" y="167"/>
                  </a:cubicBezTo>
                  <a:cubicBezTo>
                    <a:pt x="1839" y="53"/>
                    <a:pt x="1615" y="1"/>
                    <a:pt x="13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38" name="Google Shape;22538;p91"/>
          <p:cNvGrpSpPr/>
          <p:nvPr/>
        </p:nvGrpSpPr>
        <p:grpSpPr>
          <a:xfrm>
            <a:off x="5147755" y="2911807"/>
            <a:ext cx="297286" cy="319696"/>
            <a:chOff x="5147755" y="2911807"/>
            <a:chExt cx="297286" cy="319696"/>
          </a:xfrm>
        </p:grpSpPr>
        <p:sp>
          <p:nvSpPr>
            <p:cNvPr id="22539" name="Google Shape;22539;p91"/>
            <p:cNvSpPr/>
            <p:nvPr/>
          </p:nvSpPr>
          <p:spPr>
            <a:xfrm>
              <a:off x="5152439" y="3048243"/>
              <a:ext cx="287838" cy="42607"/>
            </a:xfrm>
            <a:custGeom>
              <a:rect b="b" l="l" r="r" t="t"/>
              <a:pathLst>
                <a:path extrusionOk="0" h="1637" w="11059">
                  <a:moveTo>
                    <a:pt x="0" y="1"/>
                  </a:moveTo>
                  <a:lnTo>
                    <a:pt x="0" y="1637"/>
                  </a:lnTo>
                  <a:lnTo>
                    <a:pt x="11059" y="1637"/>
                  </a:lnTo>
                  <a:lnTo>
                    <a:pt x="1105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0" name="Google Shape;22540;p91"/>
            <p:cNvSpPr/>
            <p:nvPr/>
          </p:nvSpPr>
          <p:spPr>
            <a:xfrm>
              <a:off x="5242364" y="2916466"/>
              <a:ext cx="114131" cy="57078"/>
            </a:xfrm>
            <a:custGeom>
              <a:rect b="b" l="l" r="r" t="t"/>
              <a:pathLst>
                <a:path extrusionOk="0" h="2193" w="4385">
                  <a:moveTo>
                    <a:pt x="2192" y="0"/>
                  </a:moveTo>
                  <a:lnTo>
                    <a:pt x="894" y="1302"/>
                  </a:lnTo>
                  <a:lnTo>
                    <a:pt x="0" y="2192"/>
                  </a:lnTo>
                  <a:lnTo>
                    <a:pt x="4384" y="2192"/>
                  </a:lnTo>
                  <a:lnTo>
                    <a:pt x="219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1" name="Google Shape;22541;p91"/>
            <p:cNvSpPr/>
            <p:nvPr/>
          </p:nvSpPr>
          <p:spPr>
            <a:xfrm>
              <a:off x="5242364" y="2950354"/>
              <a:ext cx="114131" cy="23191"/>
            </a:xfrm>
            <a:custGeom>
              <a:rect b="b" l="l" r="r" t="t"/>
              <a:pathLst>
                <a:path extrusionOk="0" h="891" w="4385">
                  <a:moveTo>
                    <a:pt x="894" y="0"/>
                  </a:moveTo>
                  <a:lnTo>
                    <a:pt x="0" y="890"/>
                  </a:lnTo>
                  <a:lnTo>
                    <a:pt x="4384" y="890"/>
                  </a:lnTo>
                  <a:lnTo>
                    <a:pt x="3491"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2" name="Google Shape;22542;p91"/>
            <p:cNvSpPr/>
            <p:nvPr/>
          </p:nvSpPr>
          <p:spPr>
            <a:xfrm>
              <a:off x="5173027" y="2965554"/>
              <a:ext cx="246741" cy="230968"/>
            </a:xfrm>
            <a:custGeom>
              <a:rect b="b" l="l" r="r" t="t"/>
              <a:pathLst>
                <a:path extrusionOk="0" h="8874" w="9480">
                  <a:moveTo>
                    <a:pt x="1" y="0"/>
                  </a:moveTo>
                  <a:lnTo>
                    <a:pt x="1" y="8874"/>
                  </a:lnTo>
                  <a:lnTo>
                    <a:pt x="9480" y="8874"/>
                  </a:lnTo>
                  <a:lnTo>
                    <a:pt x="9480"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3" name="Google Shape;22543;p91"/>
            <p:cNvSpPr/>
            <p:nvPr/>
          </p:nvSpPr>
          <p:spPr>
            <a:xfrm>
              <a:off x="5402538" y="2965554"/>
              <a:ext cx="17230" cy="230968"/>
            </a:xfrm>
            <a:custGeom>
              <a:rect b="b" l="l" r="r" t="t"/>
              <a:pathLst>
                <a:path extrusionOk="0" h="8874" w="662">
                  <a:moveTo>
                    <a:pt x="0" y="0"/>
                  </a:moveTo>
                  <a:lnTo>
                    <a:pt x="0" y="8874"/>
                  </a:lnTo>
                  <a:lnTo>
                    <a:pt x="662" y="8874"/>
                  </a:lnTo>
                  <a:lnTo>
                    <a:pt x="66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4" name="Google Shape;22544;p91"/>
            <p:cNvSpPr/>
            <p:nvPr/>
          </p:nvSpPr>
          <p:spPr>
            <a:xfrm>
              <a:off x="5173027" y="3043038"/>
              <a:ext cx="246741" cy="153484"/>
            </a:xfrm>
            <a:custGeom>
              <a:rect b="b" l="l" r="r" t="t"/>
              <a:pathLst>
                <a:path extrusionOk="0" h="5897" w="9480">
                  <a:moveTo>
                    <a:pt x="1" y="0"/>
                  </a:moveTo>
                  <a:lnTo>
                    <a:pt x="1" y="5897"/>
                  </a:lnTo>
                  <a:lnTo>
                    <a:pt x="9480" y="5897"/>
                  </a:lnTo>
                  <a:lnTo>
                    <a:pt x="9480" y="0"/>
                  </a:lnTo>
                  <a:lnTo>
                    <a:pt x="4740" y="3395"/>
                  </a:lnTo>
                  <a:lnTo>
                    <a:pt x="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5" name="Google Shape;22545;p91"/>
            <p:cNvSpPr/>
            <p:nvPr/>
          </p:nvSpPr>
          <p:spPr>
            <a:xfrm>
              <a:off x="5152439" y="3048243"/>
              <a:ext cx="287942" cy="178601"/>
            </a:xfrm>
            <a:custGeom>
              <a:rect b="b" l="l" r="r" t="t"/>
              <a:pathLst>
                <a:path extrusionOk="0" h="6862" w="11063">
                  <a:moveTo>
                    <a:pt x="0" y="1"/>
                  </a:moveTo>
                  <a:lnTo>
                    <a:pt x="0" y="6862"/>
                  </a:lnTo>
                  <a:lnTo>
                    <a:pt x="11062" y="6862"/>
                  </a:lnTo>
                  <a:lnTo>
                    <a:pt x="11062" y="1"/>
                  </a:lnTo>
                  <a:lnTo>
                    <a:pt x="10471" y="423"/>
                  </a:lnTo>
                  <a:lnTo>
                    <a:pt x="5531" y="3962"/>
                  </a:lnTo>
                  <a:lnTo>
                    <a:pt x="0"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6" name="Google Shape;22546;p91"/>
            <p:cNvSpPr/>
            <p:nvPr/>
          </p:nvSpPr>
          <p:spPr>
            <a:xfrm>
              <a:off x="5424973" y="3048243"/>
              <a:ext cx="15408" cy="178601"/>
            </a:xfrm>
            <a:custGeom>
              <a:rect b="b" l="l" r="r" t="t"/>
              <a:pathLst>
                <a:path extrusionOk="0" h="6862" w="592">
                  <a:moveTo>
                    <a:pt x="591" y="1"/>
                  </a:moveTo>
                  <a:lnTo>
                    <a:pt x="0" y="423"/>
                  </a:lnTo>
                  <a:lnTo>
                    <a:pt x="0" y="6862"/>
                  </a:lnTo>
                  <a:lnTo>
                    <a:pt x="591" y="6862"/>
                  </a:lnTo>
                  <a:lnTo>
                    <a:pt x="591"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7" name="Google Shape;22547;p91"/>
            <p:cNvSpPr/>
            <p:nvPr/>
          </p:nvSpPr>
          <p:spPr>
            <a:xfrm>
              <a:off x="5206108" y="2999520"/>
              <a:ext cx="28943" cy="28969"/>
            </a:xfrm>
            <a:custGeom>
              <a:rect b="b" l="l" r="r" t="t"/>
              <a:pathLst>
                <a:path extrusionOk="0" h="1113" w="1112">
                  <a:moveTo>
                    <a:pt x="0" y="1"/>
                  </a:moveTo>
                  <a:lnTo>
                    <a:pt x="0" y="1113"/>
                  </a:lnTo>
                  <a:lnTo>
                    <a:pt x="1112" y="1113"/>
                  </a:lnTo>
                  <a:lnTo>
                    <a:pt x="1112"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8" name="Google Shape;22548;p91"/>
            <p:cNvSpPr/>
            <p:nvPr/>
          </p:nvSpPr>
          <p:spPr>
            <a:xfrm>
              <a:off x="5147755" y="2911807"/>
              <a:ext cx="276698" cy="319696"/>
            </a:xfrm>
            <a:custGeom>
              <a:rect b="b" l="l" r="r" t="t"/>
              <a:pathLst>
                <a:path extrusionOk="0" h="12283" w="10631">
                  <a:moveTo>
                    <a:pt x="5827" y="436"/>
                  </a:moveTo>
                  <a:lnTo>
                    <a:pt x="7281" y="1882"/>
                  </a:lnTo>
                  <a:lnTo>
                    <a:pt x="4381" y="1882"/>
                  </a:lnTo>
                  <a:lnTo>
                    <a:pt x="5827" y="436"/>
                  </a:lnTo>
                  <a:close/>
                  <a:moveTo>
                    <a:pt x="5827" y="0"/>
                  </a:moveTo>
                  <a:cubicBezTo>
                    <a:pt x="5782" y="0"/>
                    <a:pt x="5736" y="18"/>
                    <a:pt x="5701" y="53"/>
                  </a:cubicBezTo>
                  <a:lnTo>
                    <a:pt x="3871" y="1886"/>
                  </a:lnTo>
                  <a:lnTo>
                    <a:pt x="972" y="1886"/>
                  </a:lnTo>
                  <a:cubicBezTo>
                    <a:pt x="873" y="1886"/>
                    <a:pt x="793" y="1963"/>
                    <a:pt x="793" y="2065"/>
                  </a:cubicBezTo>
                  <a:lnTo>
                    <a:pt x="793" y="5063"/>
                  </a:lnTo>
                  <a:lnTo>
                    <a:pt x="184" y="5063"/>
                  </a:lnTo>
                  <a:cubicBezTo>
                    <a:pt x="82" y="5063"/>
                    <a:pt x="4" y="5141"/>
                    <a:pt x="1" y="5243"/>
                  </a:cubicBezTo>
                  <a:lnTo>
                    <a:pt x="1" y="12104"/>
                  </a:lnTo>
                  <a:cubicBezTo>
                    <a:pt x="1" y="12202"/>
                    <a:pt x="82" y="12283"/>
                    <a:pt x="180" y="12283"/>
                  </a:cubicBezTo>
                  <a:lnTo>
                    <a:pt x="2063" y="12283"/>
                  </a:lnTo>
                  <a:cubicBezTo>
                    <a:pt x="2302" y="12283"/>
                    <a:pt x="2302" y="11921"/>
                    <a:pt x="2063" y="11921"/>
                  </a:cubicBezTo>
                  <a:lnTo>
                    <a:pt x="2063" y="11924"/>
                  </a:lnTo>
                  <a:lnTo>
                    <a:pt x="360" y="11924"/>
                  </a:lnTo>
                  <a:lnTo>
                    <a:pt x="360" y="5591"/>
                  </a:lnTo>
                  <a:lnTo>
                    <a:pt x="1218" y="6207"/>
                  </a:lnTo>
                  <a:cubicBezTo>
                    <a:pt x="1254" y="6233"/>
                    <a:pt x="1290" y="6244"/>
                    <a:pt x="1324" y="6244"/>
                  </a:cubicBezTo>
                  <a:cubicBezTo>
                    <a:pt x="1476" y="6244"/>
                    <a:pt x="1587" y="6026"/>
                    <a:pt x="1426" y="5915"/>
                  </a:cubicBezTo>
                  <a:lnTo>
                    <a:pt x="1151" y="5718"/>
                  </a:lnTo>
                  <a:lnTo>
                    <a:pt x="1151" y="5264"/>
                  </a:lnTo>
                  <a:cubicBezTo>
                    <a:pt x="1155" y="5250"/>
                    <a:pt x="1155" y="5236"/>
                    <a:pt x="1151" y="5221"/>
                  </a:cubicBezTo>
                  <a:lnTo>
                    <a:pt x="1151" y="2245"/>
                  </a:lnTo>
                  <a:lnTo>
                    <a:pt x="10271" y="2245"/>
                  </a:lnTo>
                  <a:lnTo>
                    <a:pt x="10271" y="2934"/>
                  </a:lnTo>
                  <a:cubicBezTo>
                    <a:pt x="10271" y="3056"/>
                    <a:pt x="10361" y="3117"/>
                    <a:pt x="10451" y="3117"/>
                  </a:cubicBezTo>
                  <a:cubicBezTo>
                    <a:pt x="10540" y="3117"/>
                    <a:pt x="10630" y="3056"/>
                    <a:pt x="10630" y="2934"/>
                  </a:cubicBezTo>
                  <a:lnTo>
                    <a:pt x="10630" y="2065"/>
                  </a:lnTo>
                  <a:cubicBezTo>
                    <a:pt x="10630" y="1963"/>
                    <a:pt x="10549" y="1886"/>
                    <a:pt x="10451" y="1886"/>
                  </a:cubicBezTo>
                  <a:lnTo>
                    <a:pt x="7787" y="1886"/>
                  </a:lnTo>
                  <a:lnTo>
                    <a:pt x="5954" y="53"/>
                  </a:lnTo>
                  <a:cubicBezTo>
                    <a:pt x="5919" y="18"/>
                    <a:pt x="5873" y="0"/>
                    <a:pt x="58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9" name="Google Shape;22549;p91"/>
            <p:cNvSpPr/>
            <p:nvPr/>
          </p:nvSpPr>
          <p:spPr>
            <a:xfrm>
              <a:off x="5201345" y="2994861"/>
              <a:ext cx="38391" cy="38312"/>
            </a:xfrm>
            <a:custGeom>
              <a:rect b="b" l="l" r="r" t="t"/>
              <a:pathLst>
                <a:path extrusionOk="0" h="1472" w="1475">
                  <a:moveTo>
                    <a:pt x="1116" y="359"/>
                  </a:moveTo>
                  <a:lnTo>
                    <a:pt x="1116" y="1112"/>
                  </a:lnTo>
                  <a:lnTo>
                    <a:pt x="363" y="1112"/>
                  </a:lnTo>
                  <a:lnTo>
                    <a:pt x="363" y="359"/>
                  </a:lnTo>
                  <a:close/>
                  <a:moveTo>
                    <a:pt x="183" y="0"/>
                  </a:moveTo>
                  <a:cubicBezTo>
                    <a:pt x="81" y="0"/>
                    <a:pt x="0" y="81"/>
                    <a:pt x="0" y="180"/>
                  </a:cubicBezTo>
                  <a:lnTo>
                    <a:pt x="0" y="1292"/>
                  </a:lnTo>
                  <a:cubicBezTo>
                    <a:pt x="0" y="1390"/>
                    <a:pt x="81" y="1471"/>
                    <a:pt x="183" y="1471"/>
                  </a:cubicBezTo>
                  <a:lnTo>
                    <a:pt x="1295" y="1471"/>
                  </a:lnTo>
                  <a:cubicBezTo>
                    <a:pt x="1393" y="1471"/>
                    <a:pt x="1474" y="1390"/>
                    <a:pt x="1474" y="1292"/>
                  </a:cubicBezTo>
                  <a:lnTo>
                    <a:pt x="1474" y="180"/>
                  </a:lnTo>
                  <a:cubicBezTo>
                    <a:pt x="1474" y="81"/>
                    <a:pt x="1393" y="0"/>
                    <a:pt x="1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0" name="Google Shape;22550;p91"/>
            <p:cNvSpPr/>
            <p:nvPr/>
          </p:nvSpPr>
          <p:spPr>
            <a:xfrm>
              <a:off x="5253634" y="2994861"/>
              <a:ext cx="32430" cy="9370"/>
            </a:xfrm>
            <a:custGeom>
              <a:rect b="b" l="l" r="r" t="t"/>
              <a:pathLst>
                <a:path extrusionOk="0" h="360" w="1246">
                  <a:moveTo>
                    <a:pt x="239" y="0"/>
                  </a:moveTo>
                  <a:cubicBezTo>
                    <a:pt x="0" y="0"/>
                    <a:pt x="0" y="359"/>
                    <a:pt x="239" y="359"/>
                  </a:cubicBezTo>
                  <a:lnTo>
                    <a:pt x="1007" y="359"/>
                  </a:lnTo>
                  <a:cubicBezTo>
                    <a:pt x="1246" y="359"/>
                    <a:pt x="1246" y="0"/>
                    <a:pt x="10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1" name="Google Shape;22551;p91"/>
            <p:cNvSpPr/>
            <p:nvPr/>
          </p:nvSpPr>
          <p:spPr>
            <a:xfrm>
              <a:off x="5253634" y="3019665"/>
              <a:ext cx="98931" cy="9370"/>
            </a:xfrm>
            <a:custGeom>
              <a:rect b="b" l="l" r="r" t="t"/>
              <a:pathLst>
                <a:path extrusionOk="0" h="360" w="3801">
                  <a:moveTo>
                    <a:pt x="239" y="1"/>
                  </a:moveTo>
                  <a:cubicBezTo>
                    <a:pt x="0" y="1"/>
                    <a:pt x="0" y="360"/>
                    <a:pt x="239" y="360"/>
                  </a:cubicBezTo>
                  <a:lnTo>
                    <a:pt x="3621" y="360"/>
                  </a:lnTo>
                  <a:cubicBezTo>
                    <a:pt x="3719" y="360"/>
                    <a:pt x="3800" y="279"/>
                    <a:pt x="3800" y="180"/>
                  </a:cubicBezTo>
                  <a:cubicBezTo>
                    <a:pt x="3800" y="82"/>
                    <a:pt x="3719" y="1"/>
                    <a:pt x="3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2" name="Google Shape;22552;p91"/>
            <p:cNvSpPr/>
            <p:nvPr/>
          </p:nvSpPr>
          <p:spPr>
            <a:xfrm>
              <a:off x="5211053" y="3058680"/>
              <a:ext cx="61841" cy="9474"/>
            </a:xfrm>
            <a:custGeom>
              <a:rect b="b" l="l" r="r" t="t"/>
              <a:pathLst>
                <a:path extrusionOk="0" h="364" w="2376">
                  <a:moveTo>
                    <a:pt x="239" y="1"/>
                  </a:moveTo>
                  <a:cubicBezTo>
                    <a:pt x="0" y="1"/>
                    <a:pt x="0" y="363"/>
                    <a:pt x="239" y="363"/>
                  </a:cubicBezTo>
                  <a:lnTo>
                    <a:pt x="2136" y="363"/>
                  </a:lnTo>
                  <a:cubicBezTo>
                    <a:pt x="2375" y="363"/>
                    <a:pt x="2375" y="1"/>
                    <a:pt x="21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3" name="Google Shape;22553;p91"/>
            <p:cNvSpPr/>
            <p:nvPr/>
          </p:nvSpPr>
          <p:spPr>
            <a:xfrm>
              <a:off x="5177712" y="3195038"/>
              <a:ext cx="49114" cy="9370"/>
            </a:xfrm>
            <a:custGeom>
              <a:rect b="b" l="l" r="r" t="t"/>
              <a:pathLst>
                <a:path extrusionOk="0" h="360" w="1887">
                  <a:moveTo>
                    <a:pt x="180" y="1"/>
                  </a:moveTo>
                  <a:cubicBezTo>
                    <a:pt x="81" y="1"/>
                    <a:pt x="0" y="82"/>
                    <a:pt x="0" y="180"/>
                  </a:cubicBezTo>
                  <a:cubicBezTo>
                    <a:pt x="0" y="279"/>
                    <a:pt x="81" y="360"/>
                    <a:pt x="180" y="360"/>
                  </a:cubicBezTo>
                  <a:lnTo>
                    <a:pt x="1647" y="360"/>
                  </a:lnTo>
                  <a:cubicBezTo>
                    <a:pt x="1886" y="360"/>
                    <a:pt x="1886" y="1"/>
                    <a:pt x="1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4" name="Google Shape;22554;p91"/>
            <p:cNvSpPr/>
            <p:nvPr/>
          </p:nvSpPr>
          <p:spPr>
            <a:xfrm>
              <a:off x="5191377" y="3002461"/>
              <a:ext cx="253664" cy="229042"/>
            </a:xfrm>
            <a:custGeom>
              <a:rect b="b" l="l" r="r" t="t"/>
              <a:pathLst>
                <a:path extrusionOk="0" h="8800" w="9746">
                  <a:moveTo>
                    <a:pt x="6593" y="3667"/>
                  </a:moveTo>
                  <a:lnTo>
                    <a:pt x="6020" y="4075"/>
                  </a:lnTo>
                  <a:lnTo>
                    <a:pt x="2047" y="4075"/>
                  </a:lnTo>
                  <a:lnTo>
                    <a:pt x="1477" y="3667"/>
                  </a:lnTo>
                  <a:close/>
                  <a:moveTo>
                    <a:pt x="5520" y="4434"/>
                  </a:moveTo>
                  <a:lnTo>
                    <a:pt x="4954" y="4838"/>
                  </a:lnTo>
                  <a:lnTo>
                    <a:pt x="3114" y="4838"/>
                  </a:lnTo>
                  <a:lnTo>
                    <a:pt x="2547" y="4434"/>
                  </a:lnTo>
                  <a:close/>
                  <a:moveTo>
                    <a:pt x="4451" y="5197"/>
                  </a:moveTo>
                  <a:lnTo>
                    <a:pt x="4035" y="5500"/>
                  </a:lnTo>
                  <a:lnTo>
                    <a:pt x="3617" y="5197"/>
                  </a:lnTo>
                  <a:close/>
                  <a:moveTo>
                    <a:pt x="8773" y="0"/>
                  </a:moveTo>
                  <a:cubicBezTo>
                    <a:pt x="8682" y="0"/>
                    <a:pt x="8592" y="60"/>
                    <a:pt x="8592" y="180"/>
                  </a:cubicBezTo>
                  <a:lnTo>
                    <a:pt x="8592" y="2231"/>
                  </a:lnTo>
                  <a:lnTo>
                    <a:pt x="7093" y="3304"/>
                  </a:lnTo>
                  <a:lnTo>
                    <a:pt x="974" y="3304"/>
                  </a:lnTo>
                  <a:lnTo>
                    <a:pt x="369" y="2871"/>
                  </a:lnTo>
                  <a:cubicBezTo>
                    <a:pt x="332" y="2845"/>
                    <a:pt x="295" y="2834"/>
                    <a:pt x="261" y="2834"/>
                  </a:cubicBezTo>
                  <a:cubicBezTo>
                    <a:pt x="109" y="2834"/>
                    <a:pt x="0" y="3049"/>
                    <a:pt x="158" y="3163"/>
                  </a:cubicBezTo>
                  <a:lnTo>
                    <a:pt x="3930" y="5866"/>
                  </a:lnTo>
                  <a:cubicBezTo>
                    <a:pt x="3961" y="5888"/>
                    <a:pt x="3998" y="5900"/>
                    <a:pt x="4035" y="5900"/>
                  </a:cubicBezTo>
                  <a:cubicBezTo>
                    <a:pt x="4072" y="5900"/>
                    <a:pt x="4109" y="5888"/>
                    <a:pt x="4141" y="5866"/>
                  </a:cubicBezTo>
                  <a:lnTo>
                    <a:pt x="9387" y="2108"/>
                  </a:lnTo>
                  <a:lnTo>
                    <a:pt x="9387" y="8441"/>
                  </a:lnTo>
                  <a:lnTo>
                    <a:pt x="1122" y="8441"/>
                  </a:lnTo>
                  <a:cubicBezTo>
                    <a:pt x="883" y="8441"/>
                    <a:pt x="883" y="8800"/>
                    <a:pt x="1122" y="8800"/>
                  </a:cubicBezTo>
                  <a:lnTo>
                    <a:pt x="9566" y="8800"/>
                  </a:lnTo>
                  <a:cubicBezTo>
                    <a:pt x="9665" y="8800"/>
                    <a:pt x="9746" y="8719"/>
                    <a:pt x="9746" y="8621"/>
                  </a:cubicBezTo>
                  <a:lnTo>
                    <a:pt x="9746" y="1760"/>
                  </a:lnTo>
                  <a:cubicBezTo>
                    <a:pt x="9746" y="1753"/>
                    <a:pt x="9746" y="1742"/>
                    <a:pt x="9742" y="1735"/>
                  </a:cubicBezTo>
                  <a:cubicBezTo>
                    <a:pt x="9732" y="1647"/>
                    <a:pt x="9654" y="1577"/>
                    <a:pt x="9563" y="1577"/>
                  </a:cubicBezTo>
                  <a:lnTo>
                    <a:pt x="8954" y="1577"/>
                  </a:lnTo>
                  <a:lnTo>
                    <a:pt x="8954" y="180"/>
                  </a:lnTo>
                  <a:cubicBezTo>
                    <a:pt x="8954" y="60"/>
                    <a:pt x="8864" y="0"/>
                    <a:pt x="87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55" name="Google Shape;22555;p91"/>
          <p:cNvGrpSpPr/>
          <p:nvPr/>
        </p:nvGrpSpPr>
        <p:grpSpPr>
          <a:xfrm>
            <a:off x="6138804" y="1997409"/>
            <a:ext cx="224669" cy="319748"/>
            <a:chOff x="6138804" y="1997409"/>
            <a:chExt cx="224669" cy="319748"/>
          </a:xfrm>
        </p:grpSpPr>
        <p:sp>
          <p:nvSpPr>
            <p:cNvPr id="22556" name="Google Shape;22556;p91"/>
            <p:cNvSpPr/>
            <p:nvPr/>
          </p:nvSpPr>
          <p:spPr>
            <a:xfrm>
              <a:off x="6231123" y="2097225"/>
              <a:ext cx="45080" cy="45080"/>
            </a:xfrm>
            <a:custGeom>
              <a:rect b="b" l="l" r="r" t="t"/>
              <a:pathLst>
                <a:path extrusionOk="0" h="1732" w="1732">
                  <a:moveTo>
                    <a:pt x="1" y="0"/>
                  </a:moveTo>
                  <a:lnTo>
                    <a:pt x="1" y="1731"/>
                  </a:lnTo>
                  <a:lnTo>
                    <a:pt x="1732" y="1731"/>
                  </a:lnTo>
                  <a:lnTo>
                    <a:pt x="1732"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7" name="Google Shape;22557;p91"/>
            <p:cNvSpPr/>
            <p:nvPr/>
          </p:nvSpPr>
          <p:spPr>
            <a:xfrm>
              <a:off x="6231123" y="2097225"/>
              <a:ext cx="45080" cy="30010"/>
            </a:xfrm>
            <a:custGeom>
              <a:rect b="b" l="l" r="r" t="t"/>
              <a:pathLst>
                <a:path extrusionOk="0" h="1153" w="1732">
                  <a:moveTo>
                    <a:pt x="1" y="0"/>
                  </a:moveTo>
                  <a:lnTo>
                    <a:pt x="1" y="968"/>
                  </a:lnTo>
                  <a:cubicBezTo>
                    <a:pt x="275" y="1091"/>
                    <a:pt x="570" y="1153"/>
                    <a:pt x="865" y="1153"/>
                  </a:cubicBezTo>
                  <a:cubicBezTo>
                    <a:pt x="1160" y="1153"/>
                    <a:pt x="1455" y="1091"/>
                    <a:pt x="1732" y="968"/>
                  </a:cubicBezTo>
                  <a:lnTo>
                    <a:pt x="173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8" name="Google Shape;22558;p91"/>
            <p:cNvSpPr/>
            <p:nvPr/>
          </p:nvSpPr>
          <p:spPr>
            <a:xfrm>
              <a:off x="6183597" y="2127260"/>
              <a:ext cx="140132" cy="65147"/>
            </a:xfrm>
            <a:custGeom>
              <a:rect b="b" l="l" r="r" t="t"/>
              <a:pathLst>
                <a:path extrusionOk="0" h="2503" w="5384">
                  <a:moveTo>
                    <a:pt x="1925" y="0"/>
                  </a:moveTo>
                  <a:lnTo>
                    <a:pt x="546" y="412"/>
                  </a:lnTo>
                  <a:cubicBezTo>
                    <a:pt x="222" y="511"/>
                    <a:pt x="0" y="810"/>
                    <a:pt x="0" y="1147"/>
                  </a:cubicBezTo>
                  <a:lnTo>
                    <a:pt x="0" y="2499"/>
                  </a:lnTo>
                  <a:lnTo>
                    <a:pt x="5384" y="2502"/>
                  </a:lnTo>
                  <a:lnTo>
                    <a:pt x="5384" y="1151"/>
                  </a:lnTo>
                  <a:cubicBezTo>
                    <a:pt x="5384" y="810"/>
                    <a:pt x="5162" y="511"/>
                    <a:pt x="4835" y="412"/>
                  </a:cubicBezTo>
                  <a:lnTo>
                    <a:pt x="3459" y="0"/>
                  </a:lnTo>
                  <a:lnTo>
                    <a:pt x="2692" y="577"/>
                  </a:lnTo>
                  <a:lnTo>
                    <a:pt x="1925"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9" name="Google Shape;22559;p91"/>
            <p:cNvSpPr/>
            <p:nvPr/>
          </p:nvSpPr>
          <p:spPr>
            <a:xfrm>
              <a:off x="6183597" y="2145844"/>
              <a:ext cx="25012" cy="46459"/>
            </a:xfrm>
            <a:custGeom>
              <a:rect b="b" l="l" r="r" t="t"/>
              <a:pathLst>
                <a:path extrusionOk="0" h="1785" w="961">
                  <a:moveTo>
                    <a:pt x="134" y="1"/>
                  </a:moveTo>
                  <a:cubicBezTo>
                    <a:pt x="46" y="127"/>
                    <a:pt x="0" y="279"/>
                    <a:pt x="0" y="433"/>
                  </a:cubicBezTo>
                  <a:lnTo>
                    <a:pt x="0" y="1785"/>
                  </a:lnTo>
                  <a:lnTo>
                    <a:pt x="961" y="1785"/>
                  </a:lnTo>
                  <a:lnTo>
                    <a:pt x="961" y="1063"/>
                  </a:lnTo>
                  <a:cubicBezTo>
                    <a:pt x="961" y="908"/>
                    <a:pt x="901" y="764"/>
                    <a:pt x="792" y="655"/>
                  </a:cubicBezTo>
                  <a:lnTo>
                    <a:pt x="134"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0" name="Google Shape;22560;p91"/>
            <p:cNvSpPr/>
            <p:nvPr/>
          </p:nvSpPr>
          <p:spPr>
            <a:xfrm>
              <a:off x="6298717" y="2145844"/>
              <a:ext cx="25012" cy="46459"/>
            </a:xfrm>
            <a:custGeom>
              <a:rect b="b" l="l" r="r" t="t"/>
              <a:pathLst>
                <a:path extrusionOk="0" h="1785" w="961">
                  <a:moveTo>
                    <a:pt x="823" y="1"/>
                  </a:moveTo>
                  <a:lnTo>
                    <a:pt x="169" y="655"/>
                  </a:lnTo>
                  <a:cubicBezTo>
                    <a:pt x="60" y="764"/>
                    <a:pt x="0" y="908"/>
                    <a:pt x="0" y="1063"/>
                  </a:cubicBezTo>
                  <a:lnTo>
                    <a:pt x="0" y="1785"/>
                  </a:lnTo>
                  <a:lnTo>
                    <a:pt x="961" y="1785"/>
                  </a:lnTo>
                  <a:lnTo>
                    <a:pt x="961" y="433"/>
                  </a:lnTo>
                  <a:cubicBezTo>
                    <a:pt x="961" y="279"/>
                    <a:pt x="911" y="127"/>
                    <a:pt x="82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1" name="Google Shape;22561;p91"/>
            <p:cNvSpPr/>
            <p:nvPr/>
          </p:nvSpPr>
          <p:spPr>
            <a:xfrm>
              <a:off x="6213529" y="2037153"/>
              <a:ext cx="80165" cy="75115"/>
            </a:xfrm>
            <a:custGeom>
              <a:rect b="b" l="l" r="r" t="t"/>
              <a:pathLst>
                <a:path extrusionOk="0" h="2886" w="3080">
                  <a:moveTo>
                    <a:pt x="1" y="0"/>
                  </a:moveTo>
                  <a:lnTo>
                    <a:pt x="1" y="1344"/>
                  </a:lnTo>
                  <a:cubicBezTo>
                    <a:pt x="1" y="2196"/>
                    <a:pt x="691" y="2885"/>
                    <a:pt x="1542" y="2885"/>
                  </a:cubicBezTo>
                  <a:cubicBezTo>
                    <a:pt x="2390" y="2885"/>
                    <a:pt x="3080" y="2196"/>
                    <a:pt x="3080" y="1348"/>
                  </a:cubicBezTo>
                  <a:lnTo>
                    <a:pt x="308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2" name="Google Shape;22562;p91"/>
            <p:cNvSpPr/>
            <p:nvPr/>
          </p:nvSpPr>
          <p:spPr>
            <a:xfrm>
              <a:off x="6213633" y="2037153"/>
              <a:ext cx="38573" cy="75011"/>
            </a:xfrm>
            <a:custGeom>
              <a:rect b="b" l="l" r="r" t="t"/>
              <a:pathLst>
                <a:path extrusionOk="0" h="2882" w="1482">
                  <a:moveTo>
                    <a:pt x="0" y="0"/>
                  </a:moveTo>
                  <a:lnTo>
                    <a:pt x="0" y="1348"/>
                  </a:lnTo>
                  <a:cubicBezTo>
                    <a:pt x="0" y="2171"/>
                    <a:pt x="655" y="2850"/>
                    <a:pt x="1482" y="2882"/>
                  </a:cubicBezTo>
                  <a:cubicBezTo>
                    <a:pt x="1151" y="2590"/>
                    <a:pt x="961" y="2171"/>
                    <a:pt x="961" y="1731"/>
                  </a:cubicBezTo>
                  <a:lnTo>
                    <a:pt x="961"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3" name="Google Shape;22563;p91"/>
            <p:cNvSpPr/>
            <p:nvPr/>
          </p:nvSpPr>
          <p:spPr>
            <a:xfrm>
              <a:off x="6208583" y="2002068"/>
              <a:ext cx="90159" cy="65147"/>
            </a:xfrm>
            <a:custGeom>
              <a:rect b="b" l="l" r="r" t="t"/>
              <a:pathLst>
                <a:path extrusionOk="0" h="2503" w="3464">
                  <a:moveTo>
                    <a:pt x="1155" y="1"/>
                  </a:moveTo>
                  <a:cubicBezTo>
                    <a:pt x="518" y="1"/>
                    <a:pt x="1" y="518"/>
                    <a:pt x="1" y="1155"/>
                  </a:cubicBezTo>
                  <a:lnTo>
                    <a:pt x="1" y="1697"/>
                  </a:lnTo>
                  <a:cubicBezTo>
                    <a:pt x="1" y="1848"/>
                    <a:pt x="36" y="1996"/>
                    <a:pt x="103" y="2129"/>
                  </a:cubicBezTo>
                  <a:lnTo>
                    <a:pt x="191" y="2309"/>
                  </a:lnTo>
                  <a:lnTo>
                    <a:pt x="191" y="2502"/>
                  </a:lnTo>
                  <a:lnTo>
                    <a:pt x="508" y="2397"/>
                  </a:lnTo>
                  <a:cubicBezTo>
                    <a:pt x="666" y="2344"/>
                    <a:pt x="772" y="2200"/>
                    <a:pt x="772" y="2031"/>
                  </a:cubicBezTo>
                  <a:lnTo>
                    <a:pt x="772" y="1683"/>
                  </a:lnTo>
                  <a:cubicBezTo>
                    <a:pt x="772" y="1598"/>
                    <a:pt x="828" y="1521"/>
                    <a:pt x="912" y="1500"/>
                  </a:cubicBezTo>
                  <a:cubicBezTo>
                    <a:pt x="1059" y="1461"/>
                    <a:pt x="1305" y="1412"/>
                    <a:pt x="1594" y="1412"/>
                  </a:cubicBezTo>
                  <a:cubicBezTo>
                    <a:pt x="1967" y="1412"/>
                    <a:pt x="2411" y="1493"/>
                    <a:pt x="2809" y="1778"/>
                  </a:cubicBezTo>
                  <a:cubicBezTo>
                    <a:pt x="2858" y="1813"/>
                    <a:pt x="2886" y="1873"/>
                    <a:pt x="2886" y="1932"/>
                  </a:cubicBezTo>
                  <a:lnTo>
                    <a:pt x="2886" y="2073"/>
                  </a:lnTo>
                  <a:cubicBezTo>
                    <a:pt x="2886" y="2217"/>
                    <a:pt x="2967" y="2351"/>
                    <a:pt x="3097" y="2414"/>
                  </a:cubicBezTo>
                  <a:lnTo>
                    <a:pt x="3270" y="2502"/>
                  </a:lnTo>
                  <a:lnTo>
                    <a:pt x="3361" y="2129"/>
                  </a:lnTo>
                  <a:cubicBezTo>
                    <a:pt x="3428" y="1996"/>
                    <a:pt x="3463" y="1848"/>
                    <a:pt x="3463" y="1700"/>
                  </a:cubicBezTo>
                  <a:lnTo>
                    <a:pt x="3463"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4" name="Google Shape;22564;p91"/>
            <p:cNvSpPr/>
            <p:nvPr/>
          </p:nvSpPr>
          <p:spPr>
            <a:xfrm>
              <a:off x="6208583" y="2002068"/>
              <a:ext cx="38052" cy="65147"/>
            </a:xfrm>
            <a:custGeom>
              <a:rect b="b" l="l" r="r" t="t"/>
              <a:pathLst>
                <a:path extrusionOk="0" h="2503" w="1462">
                  <a:moveTo>
                    <a:pt x="1155" y="1"/>
                  </a:moveTo>
                  <a:cubicBezTo>
                    <a:pt x="515" y="1"/>
                    <a:pt x="1" y="518"/>
                    <a:pt x="1" y="1155"/>
                  </a:cubicBezTo>
                  <a:lnTo>
                    <a:pt x="1" y="1697"/>
                  </a:lnTo>
                  <a:cubicBezTo>
                    <a:pt x="1" y="1848"/>
                    <a:pt x="36" y="1996"/>
                    <a:pt x="103" y="2129"/>
                  </a:cubicBezTo>
                  <a:lnTo>
                    <a:pt x="191" y="2309"/>
                  </a:lnTo>
                  <a:lnTo>
                    <a:pt x="191" y="2502"/>
                  </a:lnTo>
                  <a:lnTo>
                    <a:pt x="508" y="2397"/>
                  </a:lnTo>
                  <a:cubicBezTo>
                    <a:pt x="662" y="2344"/>
                    <a:pt x="772" y="2200"/>
                    <a:pt x="772" y="2031"/>
                  </a:cubicBezTo>
                  <a:lnTo>
                    <a:pt x="772" y="1683"/>
                  </a:lnTo>
                  <a:cubicBezTo>
                    <a:pt x="768" y="1598"/>
                    <a:pt x="828" y="1521"/>
                    <a:pt x="912" y="1500"/>
                  </a:cubicBezTo>
                  <a:cubicBezTo>
                    <a:pt x="1049" y="1464"/>
                    <a:pt x="1187" y="1440"/>
                    <a:pt x="1327" y="1426"/>
                  </a:cubicBezTo>
                  <a:cubicBezTo>
                    <a:pt x="965" y="1380"/>
                    <a:pt x="733" y="1046"/>
                    <a:pt x="733" y="733"/>
                  </a:cubicBezTo>
                  <a:cubicBezTo>
                    <a:pt x="733" y="328"/>
                    <a:pt x="1060" y="1"/>
                    <a:pt x="1461"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5" name="Google Shape;22565;p91"/>
            <p:cNvSpPr/>
            <p:nvPr/>
          </p:nvSpPr>
          <p:spPr>
            <a:xfrm>
              <a:off x="6243590" y="2292457"/>
              <a:ext cx="20067" cy="19989"/>
            </a:xfrm>
            <a:custGeom>
              <a:rect b="b" l="l" r="r" t="t"/>
              <a:pathLst>
                <a:path extrusionOk="0" h="768" w="771">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6" name="Google Shape;22566;p91"/>
            <p:cNvSpPr/>
            <p:nvPr/>
          </p:nvSpPr>
          <p:spPr>
            <a:xfrm>
              <a:off x="6148512" y="2292457"/>
              <a:ext cx="19989" cy="19989"/>
            </a:xfrm>
            <a:custGeom>
              <a:rect b="b" l="l" r="r" t="t"/>
              <a:pathLst>
                <a:path extrusionOk="0" h="768" w="768">
                  <a:moveTo>
                    <a:pt x="384" y="1"/>
                  </a:moveTo>
                  <a:cubicBezTo>
                    <a:pt x="173" y="1"/>
                    <a:pt x="1" y="170"/>
                    <a:pt x="1" y="384"/>
                  </a:cubicBezTo>
                  <a:cubicBezTo>
                    <a:pt x="1" y="595"/>
                    <a:pt x="173" y="768"/>
                    <a:pt x="384" y="768"/>
                  </a:cubicBezTo>
                  <a:cubicBezTo>
                    <a:pt x="599" y="768"/>
                    <a:pt x="768" y="595"/>
                    <a:pt x="768" y="384"/>
                  </a:cubicBezTo>
                  <a:cubicBezTo>
                    <a:pt x="768" y="170"/>
                    <a:pt x="599" y="1"/>
                    <a:pt x="384"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7" name="Google Shape;22567;p91"/>
            <p:cNvSpPr/>
            <p:nvPr/>
          </p:nvSpPr>
          <p:spPr>
            <a:xfrm>
              <a:off x="6338721" y="2292457"/>
              <a:ext cx="20093" cy="19989"/>
            </a:xfrm>
            <a:custGeom>
              <a:rect b="b" l="l" r="r" t="t"/>
              <a:pathLst>
                <a:path extrusionOk="0" h="768" w="772">
                  <a:moveTo>
                    <a:pt x="384" y="1"/>
                  </a:moveTo>
                  <a:cubicBezTo>
                    <a:pt x="173" y="1"/>
                    <a:pt x="1" y="170"/>
                    <a:pt x="1" y="384"/>
                  </a:cubicBezTo>
                  <a:cubicBezTo>
                    <a:pt x="1" y="595"/>
                    <a:pt x="173" y="768"/>
                    <a:pt x="384" y="768"/>
                  </a:cubicBezTo>
                  <a:cubicBezTo>
                    <a:pt x="599" y="768"/>
                    <a:pt x="771" y="595"/>
                    <a:pt x="771" y="384"/>
                  </a:cubicBezTo>
                  <a:cubicBezTo>
                    <a:pt x="771" y="170"/>
                    <a:pt x="599" y="1"/>
                    <a:pt x="384"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8" name="Google Shape;22568;p91"/>
            <p:cNvSpPr/>
            <p:nvPr/>
          </p:nvSpPr>
          <p:spPr>
            <a:xfrm>
              <a:off x="6178834" y="1997409"/>
              <a:ext cx="149580" cy="199553"/>
            </a:xfrm>
            <a:custGeom>
              <a:rect b="b" l="l" r="r" t="t"/>
              <a:pathLst>
                <a:path extrusionOk="0" h="7667" w="5747">
                  <a:moveTo>
                    <a:pt x="4423" y="363"/>
                  </a:moveTo>
                  <a:lnTo>
                    <a:pt x="4423" y="1876"/>
                  </a:lnTo>
                  <a:cubicBezTo>
                    <a:pt x="4423" y="1999"/>
                    <a:pt x="4395" y="2118"/>
                    <a:pt x="4342" y="2227"/>
                  </a:cubicBezTo>
                  <a:lnTo>
                    <a:pt x="4251" y="2407"/>
                  </a:lnTo>
                  <a:cubicBezTo>
                    <a:pt x="4240" y="2432"/>
                    <a:pt x="4233" y="2460"/>
                    <a:pt x="4233" y="2488"/>
                  </a:cubicBezTo>
                  <a:lnTo>
                    <a:pt x="4233" y="2875"/>
                  </a:lnTo>
                  <a:cubicBezTo>
                    <a:pt x="4233" y="3628"/>
                    <a:pt x="3617" y="4233"/>
                    <a:pt x="2873" y="4233"/>
                  </a:cubicBezTo>
                  <a:cubicBezTo>
                    <a:pt x="2842" y="4233"/>
                    <a:pt x="2811" y="4232"/>
                    <a:pt x="2780" y="4229"/>
                  </a:cubicBezTo>
                  <a:cubicBezTo>
                    <a:pt x="2073" y="4184"/>
                    <a:pt x="1517" y="3564"/>
                    <a:pt x="1517" y="2819"/>
                  </a:cubicBezTo>
                  <a:lnTo>
                    <a:pt x="1517" y="2488"/>
                  </a:lnTo>
                  <a:cubicBezTo>
                    <a:pt x="1517" y="2460"/>
                    <a:pt x="1510" y="2432"/>
                    <a:pt x="1496" y="2407"/>
                  </a:cubicBezTo>
                  <a:lnTo>
                    <a:pt x="1404" y="2227"/>
                  </a:lnTo>
                  <a:cubicBezTo>
                    <a:pt x="1352" y="2118"/>
                    <a:pt x="1323" y="1999"/>
                    <a:pt x="1323" y="1876"/>
                  </a:cubicBezTo>
                  <a:lnTo>
                    <a:pt x="1323" y="1334"/>
                  </a:lnTo>
                  <a:cubicBezTo>
                    <a:pt x="1323" y="795"/>
                    <a:pt x="1760" y="363"/>
                    <a:pt x="2298" y="363"/>
                  </a:cubicBezTo>
                  <a:close/>
                  <a:moveTo>
                    <a:pt x="2284" y="4486"/>
                  </a:moveTo>
                  <a:cubicBezTo>
                    <a:pt x="2439" y="4543"/>
                    <a:pt x="2597" y="4578"/>
                    <a:pt x="2759" y="4588"/>
                  </a:cubicBezTo>
                  <a:cubicBezTo>
                    <a:pt x="2798" y="4592"/>
                    <a:pt x="2836" y="4592"/>
                    <a:pt x="2875" y="4592"/>
                  </a:cubicBezTo>
                  <a:cubicBezTo>
                    <a:pt x="3076" y="4592"/>
                    <a:pt x="3276" y="4557"/>
                    <a:pt x="3463" y="4490"/>
                  </a:cubicBezTo>
                  <a:lnTo>
                    <a:pt x="3463" y="4701"/>
                  </a:lnTo>
                  <a:cubicBezTo>
                    <a:pt x="3463" y="4761"/>
                    <a:pt x="3473" y="4821"/>
                    <a:pt x="3491" y="4877"/>
                  </a:cubicBezTo>
                  <a:lnTo>
                    <a:pt x="2882" y="5334"/>
                  </a:lnTo>
                  <a:cubicBezTo>
                    <a:pt x="2880" y="5336"/>
                    <a:pt x="2878" y="5337"/>
                    <a:pt x="2875" y="5337"/>
                  </a:cubicBezTo>
                  <a:cubicBezTo>
                    <a:pt x="2872" y="5337"/>
                    <a:pt x="2870" y="5336"/>
                    <a:pt x="2868" y="5334"/>
                  </a:cubicBezTo>
                  <a:lnTo>
                    <a:pt x="2256" y="4877"/>
                  </a:lnTo>
                  <a:cubicBezTo>
                    <a:pt x="2277" y="4821"/>
                    <a:pt x="2284" y="4761"/>
                    <a:pt x="2284" y="4701"/>
                  </a:cubicBezTo>
                  <a:lnTo>
                    <a:pt x="2284" y="4486"/>
                  </a:lnTo>
                  <a:close/>
                  <a:moveTo>
                    <a:pt x="2298" y="0"/>
                  </a:moveTo>
                  <a:cubicBezTo>
                    <a:pt x="1559" y="0"/>
                    <a:pt x="965" y="598"/>
                    <a:pt x="965" y="1334"/>
                  </a:cubicBezTo>
                  <a:lnTo>
                    <a:pt x="965" y="1876"/>
                  </a:lnTo>
                  <a:cubicBezTo>
                    <a:pt x="965" y="2055"/>
                    <a:pt x="1003" y="2227"/>
                    <a:pt x="1084" y="2389"/>
                  </a:cubicBezTo>
                  <a:lnTo>
                    <a:pt x="1155" y="2530"/>
                  </a:lnTo>
                  <a:lnTo>
                    <a:pt x="1155" y="2822"/>
                  </a:lnTo>
                  <a:cubicBezTo>
                    <a:pt x="1151" y="3410"/>
                    <a:pt x="1440" y="3962"/>
                    <a:pt x="1925" y="4300"/>
                  </a:cubicBezTo>
                  <a:lnTo>
                    <a:pt x="1925" y="4704"/>
                  </a:lnTo>
                  <a:cubicBezTo>
                    <a:pt x="1925" y="4792"/>
                    <a:pt x="1865" y="4873"/>
                    <a:pt x="1777" y="4898"/>
                  </a:cubicBezTo>
                  <a:lnTo>
                    <a:pt x="680" y="5229"/>
                  </a:lnTo>
                  <a:cubicBezTo>
                    <a:pt x="275" y="5348"/>
                    <a:pt x="0" y="5718"/>
                    <a:pt x="4" y="6140"/>
                  </a:cubicBezTo>
                  <a:lnTo>
                    <a:pt x="4" y="7488"/>
                  </a:lnTo>
                  <a:cubicBezTo>
                    <a:pt x="4" y="7590"/>
                    <a:pt x="81" y="7667"/>
                    <a:pt x="183" y="7667"/>
                  </a:cubicBezTo>
                  <a:cubicBezTo>
                    <a:pt x="282" y="7667"/>
                    <a:pt x="363" y="7586"/>
                    <a:pt x="363" y="7488"/>
                  </a:cubicBezTo>
                  <a:lnTo>
                    <a:pt x="363" y="6136"/>
                  </a:lnTo>
                  <a:cubicBezTo>
                    <a:pt x="359" y="5876"/>
                    <a:pt x="532" y="5647"/>
                    <a:pt x="782" y="5573"/>
                  </a:cubicBezTo>
                  <a:lnTo>
                    <a:pt x="1883" y="5243"/>
                  </a:lnTo>
                  <a:cubicBezTo>
                    <a:pt x="1939" y="5225"/>
                    <a:pt x="1992" y="5201"/>
                    <a:pt x="2041" y="5165"/>
                  </a:cubicBezTo>
                  <a:lnTo>
                    <a:pt x="2650" y="5623"/>
                  </a:lnTo>
                  <a:cubicBezTo>
                    <a:pt x="2717" y="5672"/>
                    <a:pt x="2795" y="5697"/>
                    <a:pt x="2873" y="5697"/>
                  </a:cubicBezTo>
                  <a:cubicBezTo>
                    <a:pt x="2952" y="5697"/>
                    <a:pt x="3030" y="5672"/>
                    <a:pt x="3097" y="5623"/>
                  </a:cubicBezTo>
                  <a:lnTo>
                    <a:pt x="3705" y="5165"/>
                  </a:lnTo>
                  <a:cubicBezTo>
                    <a:pt x="3755" y="5201"/>
                    <a:pt x="3807" y="5225"/>
                    <a:pt x="3867" y="5243"/>
                  </a:cubicBezTo>
                  <a:lnTo>
                    <a:pt x="4965" y="5573"/>
                  </a:lnTo>
                  <a:cubicBezTo>
                    <a:pt x="5215" y="5647"/>
                    <a:pt x="5387" y="5876"/>
                    <a:pt x="5384" y="6136"/>
                  </a:cubicBezTo>
                  <a:lnTo>
                    <a:pt x="5384" y="7488"/>
                  </a:lnTo>
                  <a:cubicBezTo>
                    <a:pt x="5384" y="7607"/>
                    <a:pt x="5474" y="7667"/>
                    <a:pt x="5565" y="7667"/>
                  </a:cubicBezTo>
                  <a:cubicBezTo>
                    <a:pt x="5656" y="7667"/>
                    <a:pt x="5746" y="7607"/>
                    <a:pt x="5746" y="7488"/>
                  </a:cubicBezTo>
                  <a:lnTo>
                    <a:pt x="5746" y="6136"/>
                  </a:lnTo>
                  <a:cubicBezTo>
                    <a:pt x="5746" y="5718"/>
                    <a:pt x="5472" y="5348"/>
                    <a:pt x="5067" y="5229"/>
                  </a:cubicBezTo>
                  <a:lnTo>
                    <a:pt x="3969" y="4898"/>
                  </a:lnTo>
                  <a:cubicBezTo>
                    <a:pt x="3881" y="4873"/>
                    <a:pt x="3822" y="4792"/>
                    <a:pt x="3822" y="4701"/>
                  </a:cubicBezTo>
                  <a:lnTo>
                    <a:pt x="3822" y="4307"/>
                  </a:lnTo>
                  <a:cubicBezTo>
                    <a:pt x="3902" y="4254"/>
                    <a:pt x="3980" y="4194"/>
                    <a:pt x="4050" y="4127"/>
                  </a:cubicBezTo>
                  <a:cubicBezTo>
                    <a:pt x="4395" y="3804"/>
                    <a:pt x="4592" y="3350"/>
                    <a:pt x="4592" y="2875"/>
                  </a:cubicBezTo>
                  <a:lnTo>
                    <a:pt x="4592" y="2530"/>
                  </a:lnTo>
                  <a:lnTo>
                    <a:pt x="4662" y="2386"/>
                  </a:lnTo>
                  <a:cubicBezTo>
                    <a:pt x="4743" y="2227"/>
                    <a:pt x="4786" y="2055"/>
                    <a:pt x="4786" y="1876"/>
                  </a:cubicBezTo>
                  <a:lnTo>
                    <a:pt x="4786" y="180"/>
                  </a:lnTo>
                  <a:cubicBezTo>
                    <a:pt x="4786" y="81"/>
                    <a:pt x="4705" y="0"/>
                    <a:pt x="4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9" name="Google Shape;22569;p91"/>
            <p:cNvSpPr/>
            <p:nvPr/>
          </p:nvSpPr>
          <p:spPr>
            <a:xfrm>
              <a:off x="6248978" y="2152637"/>
              <a:ext cx="9370" cy="44403"/>
            </a:xfrm>
            <a:custGeom>
              <a:rect b="b" l="l" r="r" t="t"/>
              <a:pathLst>
                <a:path extrusionOk="0" h="1706" w="360">
                  <a:moveTo>
                    <a:pt x="180" y="0"/>
                  </a:moveTo>
                  <a:cubicBezTo>
                    <a:pt x="90" y="0"/>
                    <a:pt x="1" y="60"/>
                    <a:pt x="1" y="179"/>
                  </a:cubicBezTo>
                  <a:lnTo>
                    <a:pt x="1" y="1524"/>
                  </a:lnTo>
                  <a:cubicBezTo>
                    <a:pt x="1" y="1645"/>
                    <a:pt x="90" y="1706"/>
                    <a:pt x="180" y="1706"/>
                  </a:cubicBezTo>
                  <a:cubicBezTo>
                    <a:pt x="270" y="1706"/>
                    <a:pt x="359" y="1645"/>
                    <a:pt x="359" y="1524"/>
                  </a:cubicBezTo>
                  <a:lnTo>
                    <a:pt x="359" y="179"/>
                  </a:lnTo>
                  <a:cubicBezTo>
                    <a:pt x="359" y="60"/>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0" name="Google Shape;22570;p91"/>
            <p:cNvSpPr/>
            <p:nvPr/>
          </p:nvSpPr>
          <p:spPr>
            <a:xfrm>
              <a:off x="6203924" y="2162632"/>
              <a:ext cx="9370" cy="34434"/>
            </a:xfrm>
            <a:custGeom>
              <a:rect b="b" l="l" r="r" t="t"/>
              <a:pathLst>
                <a:path extrusionOk="0" h="1323" w="360">
                  <a:moveTo>
                    <a:pt x="180" y="0"/>
                  </a:moveTo>
                  <a:cubicBezTo>
                    <a:pt x="90" y="0"/>
                    <a:pt x="1" y="61"/>
                    <a:pt x="1" y="183"/>
                  </a:cubicBezTo>
                  <a:lnTo>
                    <a:pt x="1" y="1143"/>
                  </a:lnTo>
                  <a:cubicBezTo>
                    <a:pt x="1" y="1263"/>
                    <a:pt x="90" y="1322"/>
                    <a:pt x="180" y="1322"/>
                  </a:cubicBezTo>
                  <a:cubicBezTo>
                    <a:pt x="270" y="1322"/>
                    <a:pt x="359" y="1263"/>
                    <a:pt x="359" y="1143"/>
                  </a:cubicBezTo>
                  <a:lnTo>
                    <a:pt x="359" y="183"/>
                  </a:lnTo>
                  <a:cubicBezTo>
                    <a:pt x="359" y="61"/>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1" name="Google Shape;22571;p91"/>
            <p:cNvSpPr/>
            <p:nvPr/>
          </p:nvSpPr>
          <p:spPr>
            <a:xfrm>
              <a:off x="6294032" y="2162632"/>
              <a:ext cx="9370" cy="34434"/>
            </a:xfrm>
            <a:custGeom>
              <a:rect b="b" l="l" r="r" t="t"/>
              <a:pathLst>
                <a:path extrusionOk="0" h="1323" w="360">
                  <a:moveTo>
                    <a:pt x="180" y="0"/>
                  </a:moveTo>
                  <a:cubicBezTo>
                    <a:pt x="90" y="0"/>
                    <a:pt x="1" y="61"/>
                    <a:pt x="1" y="183"/>
                  </a:cubicBezTo>
                  <a:lnTo>
                    <a:pt x="1" y="1143"/>
                  </a:lnTo>
                  <a:cubicBezTo>
                    <a:pt x="1" y="1263"/>
                    <a:pt x="90" y="1322"/>
                    <a:pt x="180" y="1322"/>
                  </a:cubicBezTo>
                  <a:cubicBezTo>
                    <a:pt x="270" y="1322"/>
                    <a:pt x="360" y="1263"/>
                    <a:pt x="360" y="1143"/>
                  </a:cubicBezTo>
                  <a:lnTo>
                    <a:pt x="360" y="183"/>
                  </a:lnTo>
                  <a:cubicBezTo>
                    <a:pt x="360" y="61"/>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2" name="Google Shape;22572;p91"/>
            <p:cNvSpPr/>
            <p:nvPr/>
          </p:nvSpPr>
          <p:spPr>
            <a:xfrm>
              <a:off x="6233960" y="2287694"/>
              <a:ext cx="34356" cy="29463"/>
            </a:xfrm>
            <a:custGeom>
              <a:rect b="b" l="l" r="r" t="t"/>
              <a:pathLst>
                <a:path extrusionOk="0" h="1132" w="132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3" name="Google Shape;22573;p91"/>
            <p:cNvSpPr/>
            <p:nvPr/>
          </p:nvSpPr>
          <p:spPr>
            <a:xfrm>
              <a:off x="6138804" y="2287694"/>
              <a:ext cx="34460" cy="29463"/>
            </a:xfrm>
            <a:custGeom>
              <a:rect b="b" l="l" r="r" t="t"/>
              <a:pathLst>
                <a:path extrusionOk="0" h="1132" w="1324">
                  <a:moveTo>
                    <a:pt x="756" y="362"/>
                  </a:moveTo>
                  <a:cubicBezTo>
                    <a:pt x="860" y="362"/>
                    <a:pt x="961" y="444"/>
                    <a:pt x="961" y="567"/>
                  </a:cubicBezTo>
                  <a:cubicBezTo>
                    <a:pt x="961" y="680"/>
                    <a:pt x="870" y="771"/>
                    <a:pt x="757" y="771"/>
                  </a:cubicBezTo>
                  <a:cubicBezTo>
                    <a:pt x="574" y="771"/>
                    <a:pt x="483" y="553"/>
                    <a:pt x="613" y="423"/>
                  </a:cubicBezTo>
                  <a:cubicBezTo>
                    <a:pt x="654" y="381"/>
                    <a:pt x="705" y="362"/>
                    <a:pt x="756"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4" name="Google Shape;22574;p91"/>
            <p:cNvSpPr/>
            <p:nvPr/>
          </p:nvSpPr>
          <p:spPr>
            <a:xfrm>
              <a:off x="6329013" y="2287694"/>
              <a:ext cx="34460" cy="29463"/>
            </a:xfrm>
            <a:custGeom>
              <a:rect b="b" l="l" r="r" t="t"/>
              <a:pathLst>
                <a:path extrusionOk="0" h="1132" w="1324">
                  <a:moveTo>
                    <a:pt x="757" y="362"/>
                  </a:moveTo>
                  <a:cubicBezTo>
                    <a:pt x="862" y="362"/>
                    <a:pt x="961" y="444"/>
                    <a:pt x="961" y="567"/>
                  </a:cubicBezTo>
                  <a:cubicBezTo>
                    <a:pt x="961" y="680"/>
                    <a:pt x="870" y="771"/>
                    <a:pt x="757" y="771"/>
                  </a:cubicBezTo>
                  <a:cubicBezTo>
                    <a:pt x="574" y="771"/>
                    <a:pt x="486" y="550"/>
                    <a:pt x="613" y="423"/>
                  </a:cubicBezTo>
                  <a:cubicBezTo>
                    <a:pt x="655" y="381"/>
                    <a:pt x="707" y="362"/>
                    <a:pt x="757"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5" name="Google Shape;22575;p91"/>
            <p:cNvSpPr/>
            <p:nvPr/>
          </p:nvSpPr>
          <p:spPr>
            <a:xfrm>
              <a:off x="6169985" y="2207659"/>
              <a:ext cx="167357" cy="74517"/>
            </a:xfrm>
            <a:custGeom>
              <a:rect b="b" l="l" r="r" t="t"/>
              <a:pathLst>
                <a:path extrusionOk="0" h="2863" w="6430">
                  <a:moveTo>
                    <a:pt x="3215" y="1"/>
                  </a:moveTo>
                  <a:cubicBezTo>
                    <a:pt x="3125" y="1"/>
                    <a:pt x="3036" y="60"/>
                    <a:pt x="3036" y="180"/>
                  </a:cubicBezTo>
                  <a:lnTo>
                    <a:pt x="3036" y="768"/>
                  </a:lnTo>
                  <a:lnTo>
                    <a:pt x="1780" y="768"/>
                  </a:lnTo>
                  <a:cubicBezTo>
                    <a:pt x="1537" y="768"/>
                    <a:pt x="1308" y="887"/>
                    <a:pt x="1164" y="1084"/>
                  </a:cubicBezTo>
                  <a:lnTo>
                    <a:pt x="101" y="2576"/>
                  </a:lnTo>
                  <a:cubicBezTo>
                    <a:pt x="0" y="2715"/>
                    <a:pt x="122" y="2863"/>
                    <a:pt x="251" y="2863"/>
                  </a:cubicBezTo>
                  <a:cubicBezTo>
                    <a:pt x="301" y="2863"/>
                    <a:pt x="353" y="2840"/>
                    <a:pt x="393" y="2784"/>
                  </a:cubicBezTo>
                  <a:lnTo>
                    <a:pt x="1456" y="1295"/>
                  </a:lnTo>
                  <a:cubicBezTo>
                    <a:pt x="1533" y="1190"/>
                    <a:pt x="1653" y="1130"/>
                    <a:pt x="1780" y="1130"/>
                  </a:cubicBezTo>
                  <a:lnTo>
                    <a:pt x="3036" y="1130"/>
                  </a:lnTo>
                  <a:lnTo>
                    <a:pt x="3036" y="2488"/>
                  </a:lnTo>
                  <a:cubicBezTo>
                    <a:pt x="3036" y="2608"/>
                    <a:pt x="3125" y="2668"/>
                    <a:pt x="3215" y="2668"/>
                  </a:cubicBezTo>
                  <a:cubicBezTo>
                    <a:pt x="3305" y="2668"/>
                    <a:pt x="3394" y="2608"/>
                    <a:pt x="3394" y="2488"/>
                  </a:cubicBezTo>
                  <a:lnTo>
                    <a:pt x="3394" y="1130"/>
                  </a:lnTo>
                  <a:lnTo>
                    <a:pt x="4647" y="1130"/>
                  </a:lnTo>
                  <a:cubicBezTo>
                    <a:pt x="4777" y="1130"/>
                    <a:pt x="4897" y="1190"/>
                    <a:pt x="4971" y="1295"/>
                  </a:cubicBezTo>
                  <a:lnTo>
                    <a:pt x="6037" y="2784"/>
                  </a:lnTo>
                  <a:cubicBezTo>
                    <a:pt x="6076" y="2840"/>
                    <a:pt x="6127" y="2863"/>
                    <a:pt x="6178" y="2863"/>
                  </a:cubicBezTo>
                  <a:cubicBezTo>
                    <a:pt x="6307" y="2863"/>
                    <a:pt x="6430" y="2715"/>
                    <a:pt x="6329" y="2576"/>
                  </a:cubicBezTo>
                  <a:lnTo>
                    <a:pt x="5263" y="1084"/>
                  </a:lnTo>
                  <a:cubicBezTo>
                    <a:pt x="5122" y="887"/>
                    <a:pt x="4893" y="768"/>
                    <a:pt x="4647" y="768"/>
                  </a:cubicBezTo>
                  <a:lnTo>
                    <a:pt x="3394" y="768"/>
                  </a:lnTo>
                  <a:lnTo>
                    <a:pt x="3394" y="180"/>
                  </a:lnTo>
                  <a:cubicBezTo>
                    <a:pt x="3394" y="60"/>
                    <a:pt x="3305" y="1"/>
                    <a:pt x="3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6" name="Google Shape;22576;p91"/>
            <p:cNvSpPr/>
            <p:nvPr/>
          </p:nvSpPr>
          <p:spPr>
            <a:xfrm>
              <a:off x="6223888" y="2034160"/>
              <a:ext cx="61633" cy="22696"/>
            </a:xfrm>
            <a:custGeom>
              <a:rect b="b" l="l" r="r" t="t"/>
              <a:pathLst>
                <a:path extrusionOk="0" h="872" w="2368">
                  <a:moveTo>
                    <a:pt x="1025" y="0"/>
                  </a:moveTo>
                  <a:cubicBezTo>
                    <a:pt x="542" y="0"/>
                    <a:pt x="153" y="127"/>
                    <a:pt x="124" y="136"/>
                  </a:cubicBezTo>
                  <a:cubicBezTo>
                    <a:pt x="50" y="161"/>
                    <a:pt x="1" y="228"/>
                    <a:pt x="1" y="305"/>
                  </a:cubicBezTo>
                  <a:lnTo>
                    <a:pt x="1" y="692"/>
                  </a:lnTo>
                  <a:cubicBezTo>
                    <a:pt x="1" y="812"/>
                    <a:pt x="91" y="872"/>
                    <a:pt x="182" y="872"/>
                  </a:cubicBezTo>
                  <a:cubicBezTo>
                    <a:pt x="272" y="872"/>
                    <a:pt x="363" y="812"/>
                    <a:pt x="363" y="692"/>
                  </a:cubicBezTo>
                  <a:lnTo>
                    <a:pt x="363" y="442"/>
                  </a:lnTo>
                  <a:cubicBezTo>
                    <a:pt x="502" y="408"/>
                    <a:pt x="748" y="360"/>
                    <a:pt x="1025" y="360"/>
                  </a:cubicBezTo>
                  <a:cubicBezTo>
                    <a:pt x="1344" y="360"/>
                    <a:pt x="1704" y="423"/>
                    <a:pt x="1996" y="643"/>
                  </a:cubicBezTo>
                  <a:cubicBezTo>
                    <a:pt x="2032" y="671"/>
                    <a:pt x="2070" y="682"/>
                    <a:pt x="2106" y="682"/>
                  </a:cubicBezTo>
                  <a:cubicBezTo>
                    <a:pt x="2256" y="682"/>
                    <a:pt x="2367" y="471"/>
                    <a:pt x="2214" y="355"/>
                  </a:cubicBezTo>
                  <a:cubicBezTo>
                    <a:pt x="1845" y="79"/>
                    <a:pt x="1405"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77" name="Google Shape;22577;p91"/>
          <p:cNvGrpSpPr/>
          <p:nvPr/>
        </p:nvGrpSpPr>
        <p:grpSpPr>
          <a:xfrm>
            <a:off x="6612088" y="1997409"/>
            <a:ext cx="224565" cy="319748"/>
            <a:chOff x="6612088" y="1997409"/>
            <a:chExt cx="224565" cy="319748"/>
          </a:xfrm>
        </p:grpSpPr>
        <p:sp>
          <p:nvSpPr>
            <p:cNvPr id="22578" name="Google Shape;22578;p91"/>
            <p:cNvSpPr/>
            <p:nvPr/>
          </p:nvSpPr>
          <p:spPr>
            <a:xfrm>
              <a:off x="6716770" y="2292457"/>
              <a:ext cx="20067" cy="19989"/>
            </a:xfrm>
            <a:custGeom>
              <a:rect b="b" l="l" r="r" t="t"/>
              <a:pathLst>
                <a:path extrusionOk="0" h="768" w="771">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9" name="Google Shape;22579;p91"/>
            <p:cNvSpPr/>
            <p:nvPr/>
          </p:nvSpPr>
          <p:spPr>
            <a:xfrm>
              <a:off x="6621692" y="2292457"/>
              <a:ext cx="19989" cy="19989"/>
            </a:xfrm>
            <a:custGeom>
              <a:rect b="b" l="l" r="r" t="t"/>
              <a:pathLst>
                <a:path extrusionOk="0" h="768" w="768">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0" name="Google Shape;22580;p91"/>
            <p:cNvSpPr/>
            <p:nvPr/>
          </p:nvSpPr>
          <p:spPr>
            <a:xfrm>
              <a:off x="6811901" y="2292457"/>
              <a:ext cx="19989" cy="19989"/>
            </a:xfrm>
            <a:custGeom>
              <a:rect b="b" l="l" r="r" t="t"/>
              <a:pathLst>
                <a:path extrusionOk="0" h="768" w="768">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1" name="Google Shape;22581;p91"/>
            <p:cNvSpPr/>
            <p:nvPr/>
          </p:nvSpPr>
          <p:spPr>
            <a:xfrm>
              <a:off x="6706776" y="2122211"/>
              <a:ext cx="40056" cy="40056"/>
            </a:xfrm>
            <a:custGeom>
              <a:rect b="b" l="l" r="r" t="t"/>
              <a:pathLst>
                <a:path extrusionOk="0" h="1539" w="1539">
                  <a:moveTo>
                    <a:pt x="1" y="1"/>
                  </a:moveTo>
                  <a:lnTo>
                    <a:pt x="1" y="1538"/>
                  </a:lnTo>
                  <a:lnTo>
                    <a:pt x="1538" y="1538"/>
                  </a:lnTo>
                  <a:lnTo>
                    <a:pt x="153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2" name="Google Shape;22582;p91"/>
            <p:cNvSpPr/>
            <p:nvPr/>
          </p:nvSpPr>
          <p:spPr>
            <a:xfrm>
              <a:off x="6706776" y="2122211"/>
              <a:ext cx="40134" cy="25064"/>
            </a:xfrm>
            <a:custGeom>
              <a:rect b="b" l="l" r="r" t="t"/>
              <a:pathLst>
                <a:path extrusionOk="0" h="963" w="1542">
                  <a:moveTo>
                    <a:pt x="1" y="1"/>
                  </a:moveTo>
                  <a:lnTo>
                    <a:pt x="1" y="817"/>
                  </a:lnTo>
                  <a:cubicBezTo>
                    <a:pt x="249" y="914"/>
                    <a:pt x="510" y="962"/>
                    <a:pt x="771" y="962"/>
                  </a:cubicBezTo>
                  <a:cubicBezTo>
                    <a:pt x="1032" y="962"/>
                    <a:pt x="1294" y="914"/>
                    <a:pt x="1542" y="817"/>
                  </a:cubicBezTo>
                  <a:lnTo>
                    <a:pt x="154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3" name="Google Shape;22583;p91"/>
            <p:cNvSpPr/>
            <p:nvPr/>
          </p:nvSpPr>
          <p:spPr>
            <a:xfrm>
              <a:off x="6701726" y="2002068"/>
              <a:ext cx="50129" cy="40134"/>
            </a:xfrm>
            <a:custGeom>
              <a:rect b="b" l="l" r="r" t="t"/>
              <a:pathLst>
                <a:path extrusionOk="0" h="1542" w="1926">
                  <a:moveTo>
                    <a:pt x="965" y="1"/>
                  </a:moveTo>
                  <a:cubicBezTo>
                    <a:pt x="434" y="1"/>
                    <a:pt x="1" y="346"/>
                    <a:pt x="1" y="771"/>
                  </a:cubicBezTo>
                  <a:cubicBezTo>
                    <a:pt x="1" y="1197"/>
                    <a:pt x="434" y="1542"/>
                    <a:pt x="965" y="1542"/>
                  </a:cubicBezTo>
                  <a:cubicBezTo>
                    <a:pt x="1496" y="1542"/>
                    <a:pt x="1926" y="1197"/>
                    <a:pt x="1926" y="771"/>
                  </a:cubicBezTo>
                  <a:cubicBezTo>
                    <a:pt x="1926" y="346"/>
                    <a:pt x="1496" y="1"/>
                    <a:pt x="96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4" name="Google Shape;22584;p91"/>
            <p:cNvSpPr/>
            <p:nvPr/>
          </p:nvSpPr>
          <p:spPr>
            <a:xfrm>
              <a:off x="6701726" y="2002068"/>
              <a:ext cx="33914" cy="40134"/>
            </a:xfrm>
            <a:custGeom>
              <a:rect b="b" l="l" r="r" t="t"/>
              <a:pathLst>
                <a:path extrusionOk="0" h="1542" w="1303">
                  <a:moveTo>
                    <a:pt x="962" y="1"/>
                  </a:moveTo>
                  <a:cubicBezTo>
                    <a:pt x="430" y="1"/>
                    <a:pt x="1" y="346"/>
                    <a:pt x="1" y="771"/>
                  </a:cubicBezTo>
                  <a:cubicBezTo>
                    <a:pt x="1" y="1197"/>
                    <a:pt x="430" y="1542"/>
                    <a:pt x="962" y="1542"/>
                  </a:cubicBezTo>
                  <a:cubicBezTo>
                    <a:pt x="1078" y="1542"/>
                    <a:pt x="1194" y="1521"/>
                    <a:pt x="1303" y="1489"/>
                  </a:cubicBezTo>
                  <a:cubicBezTo>
                    <a:pt x="958" y="1376"/>
                    <a:pt x="708" y="1088"/>
                    <a:pt x="708" y="747"/>
                  </a:cubicBezTo>
                  <a:cubicBezTo>
                    <a:pt x="708" y="433"/>
                    <a:pt x="919" y="163"/>
                    <a:pt x="1225" y="36"/>
                  </a:cubicBezTo>
                  <a:cubicBezTo>
                    <a:pt x="1141" y="15"/>
                    <a:pt x="1053" y="4"/>
                    <a:pt x="962"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5" name="Google Shape;22585;p91"/>
            <p:cNvSpPr/>
            <p:nvPr/>
          </p:nvSpPr>
          <p:spPr>
            <a:xfrm>
              <a:off x="6676740" y="2022135"/>
              <a:ext cx="100128" cy="100102"/>
            </a:xfrm>
            <a:custGeom>
              <a:rect b="b" l="l" r="r" t="t"/>
              <a:pathLst>
                <a:path extrusionOk="0" h="3846" w="3847">
                  <a:moveTo>
                    <a:pt x="1925" y="0"/>
                  </a:moveTo>
                  <a:cubicBezTo>
                    <a:pt x="862" y="0"/>
                    <a:pt x="0" y="862"/>
                    <a:pt x="0" y="1925"/>
                  </a:cubicBezTo>
                  <a:cubicBezTo>
                    <a:pt x="0" y="2984"/>
                    <a:pt x="862" y="3846"/>
                    <a:pt x="1925" y="3846"/>
                  </a:cubicBezTo>
                  <a:cubicBezTo>
                    <a:pt x="2988" y="3846"/>
                    <a:pt x="3846" y="2984"/>
                    <a:pt x="3846" y="1925"/>
                  </a:cubicBezTo>
                  <a:cubicBezTo>
                    <a:pt x="3846" y="862"/>
                    <a:pt x="2988" y="0"/>
                    <a:pt x="192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6" name="Google Shape;22586;p91"/>
            <p:cNvSpPr/>
            <p:nvPr/>
          </p:nvSpPr>
          <p:spPr>
            <a:xfrm>
              <a:off x="6700347" y="2022109"/>
              <a:ext cx="79800" cy="99139"/>
            </a:xfrm>
            <a:custGeom>
              <a:rect b="b" l="l" r="r" t="t"/>
              <a:pathLst>
                <a:path extrusionOk="0" h="3809" w="3066">
                  <a:moveTo>
                    <a:pt x="1062" y="0"/>
                  </a:moveTo>
                  <a:cubicBezTo>
                    <a:pt x="348" y="0"/>
                    <a:pt x="0" y="910"/>
                    <a:pt x="568" y="1370"/>
                  </a:cubicBezTo>
                  <a:lnTo>
                    <a:pt x="571" y="1373"/>
                  </a:lnTo>
                  <a:cubicBezTo>
                    <a:pt x="571" y="1373"/>
                    <a:pt x="1124" y="3242"/>
                    <a:pt x="1402" y="3808"/>
                  </a:cubicBezTo>
                  <a:cubicBezTo>
                    <a:pt x="2401" y="3604"/>
                    <a:pt x="3066" y="2654"/>
                    <a:pt x="2922" y="1648"/>
                  </a:cubicBezTo>
                  <a:cubicBezTo>
                    <a:pt x="2809" y="874"/>
                    <a:pt x="2239" y="248"/>
                    <a:pt x="1482" y="58"/>
                  </a:cubicBezTo>
                  <a:cubicBezTo>
                    <a:pt x="1356" y="26"/>
                    <a:pt x="1229" y="8"/>
                    <a:pt x="1099" y="1"/>
                  </a:cubicBezTo>
                  <a:cubicBezTo>
                    <a:pt x="1087" y="1"/>
                    <a:pt x="1075" y="0"/>
                    <a:pt x="106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7" name="Google Shape;22587;p91"/>
            <p:cNvSpPr/>
            <p:nvPr/>
          </p:nvSpPr>
          <p:spPr>
            <a:xfrm>
              <a:off x="6686709" y="2057715"/>
              <a:ext cx="80165" cy="74517"/>
            </a:xfrm>
            <a:custGeom>
              <a:rect b="b" l="l" r="r" t="t"/>
              <a:pathLst>
                <a:path extrusionOk="0" h="2863" w="3080">
                  <a:moveTo>
                    <a:pt x="1055" y="1"/>
                  </a:moveTo>
                  <a:cubicBezTo>
                    <a:pt x="991" y="1"/>
                    <a:pt x="930" y="35"/>
                    <a:pt x="895" y="90"/>
                  </a:cubicBezTo>
                  <a:cubicBezTo>
                    <a:pt x="743" y="326"/>
                    <a:pt x="374" y="878"/>
                    <a:pt x="78" y="1086"/>
                  </a:cubicBezTo>
                  <a:cubicBezTo>
                    <a:pt x="29" y="1121"/>
                    <a:pt x="1" y="1177"/>
                    <a:pt x="1" y="1240"/>
                  </a:cubicBezTo>
                  <a:lnTo>
                    <a:pt x="1" y="1325"/>
                  </a:lnTo>
                  <a:cubicBezTo>
                    <a:pt x="1" y="2173"/>
                    <a:pt x="691" y="2862"/>
                    <a:pt x="1542" y="2862"/>
                  </a:cubicBezTo>
                  <a:cubicBezTo>
                    <a:pt x="2390" y="2862"/>
                    <a:pt x="3080" y="2173"/>
                    <a:pt x="3080" y="1325"/>
                  </a:cubicBezTo>
                  <a:lnTo>
                    <a:pt x="3080" y="1131"/>
                  </a:lnTo>
                  <a:cubicBezTo>
                    <a:pt x="3080" y="480"/>
                    <a:pt x="1556" y="104"/>
                    <a:pt x="1095" y="5"/>
                  </a:cubicBezTo>
                  <a:cubicBezTo>
                    <a:pt x="1082" y="2"/>
                    <a:pt x="1068" y="1"/>
                    <a:pt x="105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8" name="Google Shape;22588;p91"/>
            <p:cNvSpPr/>
            <p:nvPr/>
          </p:nvSpPr>
          <p:spPr>
            <a:xfrm>
              <a:off x="6661722" y="2149592"/>
              <a:ext cx="130242" cy="52784"/>
            </a:xfrm>
            <a:custGeom>
              <a:rect b="b" l="l" r="r" t="t"/>
              <a:pathLst>
                <a:path extrusionOk="0" h="2028" w="5004">
                  <a:moveTo>
                    <a:pt x="1520" y="1"/>
                  </a:moveTo>
                  <a:cubicBezTo>
                    <a:pt x="1513" y="1"/>
                    <a:pt x="1510" y="8"/>
                    <a:pt x="1503" y="11"/>
                  </a:cubicBezTo>
                  <a:lnTo>
                    <a:pt x="345" y="525"/>
                  </a:lnTo>
                  <a:cubicBezTo>
                    <a:pt x="134" y="620"/>
                    <a:pt x="0" y="824"/>
                    <a:pt x="0" y="1053"/>
                  </a:cubicBezTo>
                  <a:lnTo>
                    <a:pt x="4" y="2028"/>
                  </a:lnTo>
                  <a:lnTo>
                    <a:pt x="5004" y="2028"/>
                  </a:lnTo>
                  <a:lnTo>
                    <a:pt x="5004" y="1056"/>
                  </a:lnTo>
                  <a:cubicBezTo>
                    <a:pt x="5004" y="828"/>
                    <a:pt x="4870" y="620"/>
                    <a:pt x="4659" y="529"/>
                  </a:cubicBezTo>
                  <a:lnTo>
                    <a:pt x="3501" y="11"/>
                  </a:lnTo>
                  <a:cubicBezTo>
                    <a:pt x="3494" y="8"/>
                    <a:pt x="3487" y="4"/>
                    <a:pt x="3484" y="1"/>
                  </a:cubicBezTo>
                  <a:lnTo>
                    <a:pt x="2502" y="508"/>
                  </a:lnTo>
                  <a:lnTo>
                    <a:pt x="152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9" name="Google Shape;22589;p91"/>
            <p:cNvSpPr/>
            <p:nvPr/>
          </p:nvSpPr>
          <p:spPr>
            <a:xfrm>
              <a:off x="6661722" y="2166536"/>
              <a:ext cx="25012" cy="35840"/>
            </a:xfrm>
            <a:custGeom>
              <a:rect b="b" l="l" r="r" t="t"/>
              <a:pathLst>
                <a:path extrusionOk="0" h="1377" w="961">
                  <a:moveTo>
                    <a:pt x="166" y="1"/>
                  </a:moveTo>
                  <a:cubicBezTo>
                    <a:pt x="60" y="110"/>
                    <a:pt x="0" y="254"/>
                    <a:pt x="0" y="405"/>
                  </a:cubicBezTo>
                  <a:lnTo>
                    <a:pt x="0" y="1377"/>
                  </a:lnTo>
                  <a:lnTo>
                    <a:pt x="961" y="1377"/>
                  </a:lnTo>
                  <a:lnTo>
                    <a:pt x="961" y="958"/>
                  </a:lnTo>
                  <a:cubicBezTo>
                    <a:pt x="961" y="856"/>
                    <a:pt x="922" y="757"/>
                    <a:pt x="848" y="687"/>
                  </a:cubicBezTo>
                  <a:lnTo>
                    <a:pt x="166"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0" name="Google Shape;22590;p91"/>
            <p:cNvSpPr/>
            <p:nvPr/>
          </p:nvSpPr>
          <p:spPr>
            <a:xfrm>
              <a:off x="6766847" y="2166536"/>
              <a:ext cx="25038" cy="35840"/>
            </a:xfrm>
            <a:custGeom>
              <a:rect b="b" l="l" r="r" t="t"/>
              <a:pathLst>
                <a:path extrusionOk="0" h="1377" w="962">
                  <a:moveTo>
                    <a:pt x="796" y="1"/>
                  </a:moveTo>
                  <a:lnTo>
                    <a:pt x="113" y="687"/>
                  </a:lnTo>
                  <a:cubicBezTo>
                    <a:pt x="39" y="757"/>
                    <a:pt x="1" y="856"/>
                    <a:pt x="1" y="958"/>
                  </a:cubicBezTo>
                  <a:lnTo>
                    <a:pt x="1" y="1377"/>
                  </a:lnTo>
                  <a:lnTo>
                    <a:pt x="961" y="1377"/>
                  </a:lnTo>
                  <a:lnTo>
                    <a:pt x="961" y="405"/>
                  </a:lnTo>
                  <a:cubicBezTo>
                    <a:pt x="961" y="254"/>
                    <a:pt x="901" y="110"/>
                    <a:pt x="79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1" name="Google Shape;22591;p91"/>
            <p:cNvSpPr/>
            <p:nvPr/>
          </p:nvSpPr>
          <p:spPr>
            <a:xfrm>
              <a:off x="6686709" y="2057715"/>
              <a:ext cx="80165" cy="73866"/>
            </a:xfrm>
            <a:custGeom>
              <a:rect b="b" l="l" r="r" t="t"/>
              <a:pathLst>
                <a:path extrusionOk="0" h="2838" w="3080">
                  <a:moveTo>
                    <a:pt x="1055" y="1"/>
                  </a:moveTo>
                  <a:cubicBezTo>
                    <a:pt x="991" y="1"/>
                    <a:pt x="930" y="35"/>
                    <a:pt x="898" y="90"/>
                  </a:cubicBezTo>
                  <a:cubicBezTo>
                    <a:pt x="747" y="326"/>
                    <a:pt x="374" y="882"/>
                    <a:pt x="78" y="1086"/>
                  </a:cubicBezTo>
                  <a:cubicBezTo>
                    <a:pt x="29" y="1121"/>
                    <a:pt x="1" y="1181"/>
                    <a:pt x="1" y="1240"/>
                  </a:cubicBezTo>
                  <a:lnTo>
                    <a:pt x="1" y="1325"/>
                  </a:lnTo>
                  <a:cubicBezTo>
                    <a:pt x="4" y="2071"/>
                    <a:pt x="536" y="2708"/>
                    <a:pt x="1268" y="2838"/>
                  </a:cubicBezTo>
                  <a:cubicBezTo>
                    <a:pt x="951" y="2549"/>
                    <a:pt x="772" y="2141"/>
                    <a:pt x="772" y="1712"/>
                  </a:cubicBezTo>
                  <a:lnTo>
                    <a:pt x="772" y="1325"/>
                  </a:lnTo>
                  <a:cubicBezTo>
                    <a:pt x="772" y="1198"/>
                    <a:pt x="814" y="1075"/>
                    <a:pt x="891" y="973"/>
                  </a:cubicBezTo>
                  <a:cubicBezTo>
                    <a:pt x="961" y="882"/>
                    <a:pt x="1028" y="787"/>
                    <a:pt x="1092" y="692"/>
                  </a:cubicBezTo>
                  <a:cubicBezTo>
                    <a:pt x="1123" y="639"/>
                    <a:pt x="1180" y="607"/>
                    <a:pt x="1243" y="607"/>
                  </a:cubicBezTo>
                  <a:cubicBezTo>
                    <a:pt x="1848" y="611"/>
                    <a:pt x="2872" y="1100"/>
                    <a:pt x="3076" y="1325"/>
                  </a:cubicBezTo>
                  <a:lnTo>
                    <a:pt x="3076" y="1135"/>
                  </a:lnTo>
                  <a:cubicBezTo>
                    <a:pt x="3080" y="480"/>
                    <a:pt x="1553" y="104"/>
                    <a:pt x="1095" y="5"/>
                  </a:cubicBezTo>
                  <a:cubicBezTo>
                    <a:pt x="1082" y="2"/>
                    <a:pt x="1068" y="1"/>
                    <a:pt x="105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2" name="Google Shape;22592;p91"/>
            <p:cNvSpPr/>
            <p:nvPr/>
          </p:nvSpPr>
          <p:spPr>
            <a:xfrm>
              <a:off x="6656959" y="1997409"/>
              <a:ext cx="139690" cy="209652"/>
            </a:xfrm>
            <a:custGeom>
              <a:rect b="b" l="l" r="r" t="t"/>
              <a:pathLst>
                <a:path extrusionOk="0" h="8055" w="5367">
                  <a:moveTo>
                    <a:pt x="2685" y="363"/>
                  </a:moveTo>
                  <a:cubicBezTo>
                    <a:pt x="3104" y="363"/>
                    <a:pt x="3445" y="609"/>
                    <a:pt x="3466" y="922"/>
                  </a:cubicBezTo>
                  <a:cubicBezTo>
                    <a:pt x="3215" y="822"/>
                    <a:pt x="2950" y="772"/>
                    <a:pt x="2685" y="772"/>
                  </a:cubicBezTo>
                  <a:cubicBezTo>
                    <a:pt x="2420" y="772"/>
                    <a:pt x="2156" y="822"/>
                    <a:pt x="1904" y="922"/>
                  </a:cubicBezTo>
                  <a:cubicBezTo>
                    <a:pt x="1925" y="609"/>
                    <a:pt x="2266" y="363"/>
                    <a:pt x="2685" y="363"/>
                  </a:cubicBezTo>
                  <a:close/>
                  <a:moveTo>
                    <a:pt x="2691" y="1128"/>
                  </a:moveTo>
                  <a:cubicBezTo>
                    <a:pt x="3812" y="1128"/>
                    <a:pt x="4650" y="2185"/>
                    <a:pt x="4377" y="3287"/>
                  </a:cubicBezTo>
                  <a:cubicBezTo>
                    <a:pt x="4339" y="3142"/>
                    <a:pt x="4258" y="3012"/>
                    <a:pt x="4145" y="2910"/>
                  </a:cubicBezTo>
                  <a:cubicBezTo>
                    <a:pt x="3442" y="2287"/>
                    <a:pt x="2185" y="2125"/>
                    <a:pt x="2129" y="2118"/>
                  </a:cubicBezTo>
                  <a:cubicBezTo>
                    <a:pt x="2120" y="2117"/>
                    <a:pt x="2112" y="2117"/>
                    <a:pt x="2103" y="2117"/>
                  </a:cubicBezTo>
                  <a:cubicBezTo>
                    <a:pt x="1890" y="2117"/>
                    <a:pt x="1857" y="2450"/>
                    <a:pt x="2087" y="2477"/>
                  </a:cubicBezTo>
                  <a:cubicBezTo>
                    <a:pt x="2097" y="2477"/>
                    <a:pt x="3290" y="2636"/>
                    <a:pt x="3906" y="3181"/>
                  </a:cubicBezTo>
                  <a:cubicBezTo>
                    <a:pt x="3994" y="3258"/>
                    <a:pt x="4043" y="3367"/>
                    <a:pt x="4043" y="3480"/>
                  </a:cubicBezTo>
                  <a:lnTo>
                    <a:pt x="4043" y="3642"/>
                  </a:lnTo>
                  <a:cubicBezTo>
                    <a:pt x="4043" y="4391"/>
                    <a:pt x="3434" y="5000"/>
                    <a:pt x="2685" y="5000"/>
                  </a:cubicBezTo>
                  <a:cubicBezTo>
                    <a:pt x="1936" y="5000"/>
                    <a:pt x="1327" y="4391"/>
                    <a:pt x="1327" y="3642"/>
                  </a:cubicBezTo>
                  <a:cubicBezTo>
                    <a:pt x="1327" y="3589"/>
                    <a:pt x="1352" y="3536"/>
                    <a:pt x="1397" y="3505"/>
                  </a:cubicBezTo>
                  <a:cubicBezTo>
                    <a:pt x="1601" y="3364"/>
                    <a:pt x="1770" y="3174"/>
                    <a:pt x="1883" y="2956"/>
                  </a:cubicBezTo>
                  <a:cubicBezTo>
                    <a:pt x="1956" y="2813"/>
                    <a:pt x="1836" y="2693"/>
                    <a:pt x="1716" y="2693"/>
                  </a:cubicBezTo>
                  <a:cubicBezTo>
                    <a:pt x="1657" y="2693"/>
                    <a:pt x="1598" y="2723"/>
                    <a:pt x="1563" y="2794"/>
                  </a:cubicBezTo>
                  <a:cubicBezTo>
                    <a:pt x="1475" y="2959"/>
                    <a:pt x="1345" y="3104"/>
                    <a:pt x="1190" y="3213"/>
                  </a:cubicBezTo>
                  <a:cubicBezTo>
                    <a:pt x="1119" y="3262"/>
                    <a:pt x="1063" y="3329"/>
                    <a:pt x="1024" y="3403"/>
                  </a:cubicBezTo>
                  <a:cubicBezTo>
                    <a:pt x="672" y="2301"/>
                    <a:pt x="1468" y="1168"/>
                    <a:pt x="2625" y="1130"/>
                  </a:cubicBezTo>
                  <a:cubicBezTo>
                    <a:pt x="2647" y="1129"/>
                    <a:pt x="2669" y="1128"/>
                    <a:pt x="2691" y="1128"/>
                  </a:cubicBezTo>
                  <a:close/>
                  <a:moveTo>
                    <a:pt x="3276" y="5257"/>
                  </a:moveTo>
                  <a:lnTo>
                    <a:pt x="3276" y="5507"/>
                  </a:lnTo>
                  <a:cubicBezTo>
                    <a:pt x="3276" y="5556"/>
                    <a:pt x="3280" y="5605"/>
                    <a:pt x="3294" y="5654"/>
                  </a:cubicBezTo>
                  <a:lnTo>
                    <a:pt x="2692" y="6105"/>
                  </a:lnTo>
                  <a:cubicBezTo>
                    <a:pt x="2690" y="6107"/>
                    <a:pt x="2688" y="6107"/>
                    <a:pt x="2685" y="6107"/>
                  </a:cubicBezTo>
                  <a:cubicBezTo>
                    <a:pt x="2682" y="6107"/>
                    <a:pt x="2680" y="6107"/>
                    <a:pt x="2678" y="6105"/>
                  </a:cubicBezTo>
                  <a:lnTo>
                    <a:pt x="2076" y="5654"/>
                  </a:lnTo>
                  <a:cubicBezTo>
                    <a:pt x="2090" y="5605"/>
                    <a:pt x="2094" y="5556"/>
                    <a:pt x="2094" y="5507"/>
                  </a:cubicBezTo>
                  <a:lnTo>
                    <a:pt x="2094" y="5257"/>
                  </a:lnTo>
                  <a:cubicBezTo>
                    <a:pt x="2284" y="5324"/>
                    <a:pt x="2484" y="5359"/>
                    <a:pt x="2685" y="5362"/>
                  </a:cubicBezTo>
                  <a:cubicBezTo>
                    <a:pt x="2886" y="5362"/>
                    <a:pt x="3086" y="5327"/>
                    <a:pt x="3276" y="5257"/>
                  </a:cubicBezTo>
                  <a:close/>
                  <a:moveTo>
                    <a:pt x="2682" y="0"/>
                  </a:moveTo>
                  <a:cubicBezTo>
                    <a:pt x="2052" y="0"/>
                    <a:pt x="1538" y="426"/>
                    <a:pt x="1538" y="947"/>
                  </a:cubicBezTo>
                  <a:cubicBezTo>
                    <a:pt x="1538" y="996"/>
                    <a:pt x="1545" y="1045"/>
                    <a:pt x="1556" y="1095"/>
                  </a:cubicBezTo>
                  <a:cubicBezTo>
                    <a:pt x="486" y="1770"/>
                    <a:pt x="254" y="3234"/>
                    <a:pt x="1056" y="4208"/>
                  </a:cubicBezTo>
                  <a:cubicBezTo>
                    <a:pt x="1183" y="4560"/>
                    <a:pt x="1418" y="4863"/>
                    <a:pt x="1732" y="5074"/>
                  </a:cubicBezTo>
                  <a:lnTo>
                    <a:pt x="1732" y="5507"/>
                  </a:lnTo>
                  <a:cubicBezTo>
                    <a:pt x="1732" y="5588"/>
                    <a:pt x="1682" y="5661"/>
                    <a:pt x="1608" y="5693"/>
                  </a:cubicBezTo>
                  <a:lnTo>
                    <a:pt x="451" y="6210"/>
                  </a:lnTo>
                  <a:cubicBezTo>
                    <a:pt x="176" y="6330"/>
                    <a:pt x="0" y="6601"/>
                    <a:pt x="0" y="6900"/>
                  </a:cubicBezTo>
                  <a:lnTo>
                    <a:pt x="0" y="7871"/>
                  </a:lnTo>
                  <a:cubicBezTo>
                    <a:pt x="0" y="7971"/>
                    <a:pt x="78" y="8054"/>
                    <a:pt x="181" y="8054"/>
                  </a:cubicBezTo>
                  <a:cubicBezTo>
                    <a:pt x="183" y="8054"/>
                    <a:pt x="185" y="8054"/>
                    <a:pt x="187" y="8054"/>
                  </a:cubicBezTo>
                  <a:cubicBezTo>
                    <a:pt x="285" y="8054"/>
                    <a:pt x="366" y="7973"/>
                    <a:pt x="366" y="7875"/>
                  </a:cubicBezTo>
                  <a:lnTo>
                    <a:pt x="366" y="6903"/>
                  </a:lnTo>
                  <a:cubicBezTo>
                    <a:pt x="366" y="6745"/>
                    <a:pt x="458" y="6604"/>
                    <a:pt x="602" y="6541"/>
                  </a:cubicBezTo>
                  <a:lnTo>
                    <a:pt x="1760" y="6024"/>
                  </a:lnTo>
                  <a:cubicBezTo>
                    <a:pt x="1802" y="6006"/>
                    <a:pt x="1841" y="5982"/>
                    <a:pt x="1876" y="5953"/>
                  </a:cubicBezTo>
                  <a:lnTo>
                    <a:pt x="2460" y="6393"/>
                  </a:lnTo>
                  <a:cubicBezTo>
                    <a:pt x="2527" y="6443"/>
                    <a:pt x="2606" y="6467"/>
                    <a:pt x="2685" y="6467"/>
                  </a:cubicBezTo>
                  <a:cubicBezTo>
                    <a:pt x="2763" y="6467"/>
                    <a:pt x="2842" y="6443"/>
                    <a:pt x="2907" y="6393"/>
                  </a:cubicBezTo>
                  <a:lnTo>
                    <a:pt x="3494" y="5953"/>
                  </a:lnTo>
                  <a:cubicBezTo>
                    <a:pt x="3529" y="5982"/>
                    <a:pt x="3568" y="6006"/>
                    <a:pt x="3610" y="6024"/>
                  </a:cubicBezTo>
                  <a:lnTo>
                    <a:pt x="4768" y="6541"/>
                  </a:lnTo>
                  <a:cubicBezTo>
                    <a:pt x="4912" y="6604"/>
                    <a:pt x="5004" y="6745"/>
                    <a:pt x="5004" y="6903"/>
                  </a:cubicBezTo>
                  <a:lnTo>
                    <a:pt x="5004" y="7875"/>
                  </a:lnTo>
                  <a:cubicBezTo>
                    <a:pt x="5004" y="7994"/>
                    <a:pt x="5094" y="8054"/>
                    <a:pt x="5185" y="8054"/>
                  </a:cubicBezTo>
                  <a:cubicBezTo>
                    <a:pt x="5276" y="8054"/>
                    <a:pt x="5366" y="7994"/>
                    <a:pt x="5366" y="7875"/>
                  </a:cubicBezTo>
                  <a:lnTo>
                    <a:pt x="5366" y="6903"/>
                  </a:lnTo>
                  <a:cubicBezTo>
                    <a:pt x="5366" y="6604"/>
                    <a:pt x="5190" y="6333"/>
                    <a:pt x="4916" y="6210"/>
                  </a:cubicBezTo>
                  <a:lnTo>
                    <a:pt x="3755" y="5693"/>
                  </a:lnTo>
                  <a:cubicBezTo>
                    <a:pt x="3681" y="5661"/>
                    <a:pt x="3635" y="5588"/>
                    <a:pt x="3632" y="5507"/>
                  </a:cubicBezTo>
                  <a:lnTo>
                    <a:pt x="3632" y="5074"/>
                  </a:lnTo>
                  <a:cubicBezTo>
                    <a:pt x="3945" y="4863"/>
                    <a:pt x="4180" y="4560"/>
                    <a:pt x="4307" y="4208"/>
                  </a:cubicBezTo>
                  <a:cubicBezTo>
                    <a:pt x="5113" y="3234"/>
                    <a:pt x="4877" y="1770"/>
                    <a:pt x="3811" y="1095"/>
                  </a:cubicBezTo>
                  <a:cubicBezTo>
                    <a:pt x="3822" y="1045"/>
                    <a:pt x="3825" y="996"/>
                    <a:pt x="3825" y="947"/>
                  </a:cubicBezTo>
                  <a:cubicBezTo>
                    <a:pt x="3825" y="426"/>
                    <a:pt x="3315" y="0"/>
                    <a:pt x="26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3" name="Google Shape;22593;p91"/>
            <p:cNvSpPr/>
            <p:nvPr/>
          </p:nvSpPr>
          <p:spPr>
            <a:xfrm>
              <a:off x="6722158" y="2172600"/>
              <a:ext cx="9370" cy="34460"/>
            </a:xfrm>
            <a:custGeom>
              <a:rect b="b" l="l" r="r" t="t"/>
              <a:pathLst>
                <a:path extrusionOk="0" h="1324" w="360">
                  <a:moveTo>
                    <a:pt x="180" y="0"/>
                  </a:moveTo>
                  <a:cubicBezTo>
                    <a:pt x="90" y="0"/>
                    <a:pt x="1" y="60"/>
                    <a:pt x="1" y="180"/>
                  </a:cubicBezTo>
                  <a:lnTo>
                    <a:pt x="1" y="1144"/>
                  </a:lnTo>
                  <a:cubicBezTo>
                    <a:pt x="1" y="1263"/>
                    <a:pt x="90" y="1323"/>
                    <a:pt x="180" y="1323"/>
                  </a:cubicBezTo>
                  <a:cubicBezTo>
                    <a:pt x="270" y="1323"/>
                    <a:pt x="359" y="1263"/>
                    <a:pt x="359" y="1144"/>
                  </a:cubicBezTo>
                  <a:lnTo>
                    <a:pt x="359" y="180"/>
                  </a:lnTo>
                  <a:cubicBezTo>
                    <a:pt x="359" y="60"/>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4" name="Google Shape;22594;p91"/>
            <p:cNvSpPr/>
            <p:nvPr/>
          </p:nvSpPr>
          <p:spPr>
            <a:xfrm>
              <a:off x="6682050" y="2182595"/>
              <a:ext cx="9448" cy="24466"/>
            </a:xfrm>
            <a:custGeom>
              <a:rect b="b" l="l" r="r" t="t"/>
              <a:pathLst>
                <a:path extrusionOk="0" h="940" w="363">
                  <a:moveTo>
                    <a:pt x="182" y="0"/>
                  </a:moveTo>
                  <a:cubicBezTo>
                    <a:pt x="91" y="0"/>
                    <a:pt x="1" y="61"/>
                    <a:pt x="1" y="183"/>
                  </a:cubicBezTo>
                  <a:lnTo>
                    <a:pt x="1" y="760"/>
                  </a:lnTo>
                  <a:cubicBezTo>
                    <a:pt x="1" y="879"/>
                    <a:pt x="91" y="939"/>
                    <a:pt x="182" y="939"/>
                  </a:cubicBezTo>
                  <a:cubicBezTo>
                    <a:pt x="272" y="939"/>
                    <a:pt x="363" y="879"/>
                    <a:pt x="363" y="760"/>
                  </a:cubicBezTo>
                  <a:lnTo>
                    <a:pt x="363" y="183"/>
                  </a:lnTo>
                  <a:cubicBezTo>
                    <a:pt x="363" y="61"/>
                    <a:pt x="272"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5" name="Google Shape;22595;p91"/>
            <p:cNvSpPr/>
            <p:nvPr/>
          </p:nvSpPr>
          <p:spPr>
            <a:xfrm>
              <a:off x="6762188" y="2182595"/>
              <a:ext cx="9370" cy="24466"/>
            </a:xfrm>
            <a:custGeom>
              <a:rect b="b" l="l" r="r" t="t"/>
              <a:pathLst>
                <a:path extrusionOk="0" h="940" w="360">
                  <a:moveTo>
                    <a:pt x="180" y="0"/>
                  </a:moveTo>
                  <a:cubicBezTo>
                    <a:pt x="90" y="0"/>
                    <a:pt x="0" y="61"/>
                    <a:pt x="0" y="183"/>
                  </a:cubicBezTo>
                  <a:lnTo>
                    <a:pt x="0" y="760"/>
                  </a:lnTo>
                  <a:cubicBezTo>
                    <a:pt x="0" y="879"/>
                    <a:pt x="90" y="939"/>
                    <a:pt x="180" y="939"/>
                  </a:cubicBezTo>
                  <a:cubicBezTo>
                    <a:pt x="269" y="939"/>
                    <a:pt x="359" y="879"/>
                    <a:pt x="359" y="760"/>
                  </a:cubicBezTo>
                  <a:lnTo>
                    <a:pt x="359" y="183"/>
                  </a:lnTo>
                  <a:cubicBezTo>
                    <a:pt x="359" y="61"/>
                    <a:pt x="269"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6" name="Google Shape;22596;p91"/>
            <p:cNvSpPr/>
            <p:nvPr/>
          </p:nvSpPr>
          <p:spPr>
            <a:xfrm>
              <a:off x="6707140" y="2287694"/>
              <a:ext cx="34356" cy="29463"/>
            </a:xfrm>
            <a:custGeom>
              <a:rect b="b" l="l" r="r" t="t"/>
              <a:pathLst>
                <a:path extrusionOk="0" h="1132" w="132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7" name="Google Shape;22597;p91"/>
            <p:cNvSpPr/>
            <p:nvPr/>
          </p:nvSpPr>
          <p:spPr>
            <a:xfrm>
              <a:off x="6612088" y="2287694"/>
              <a:ext cx="34356" cy="29463"/>
            </a:xfrm>
            <a:custGeom>
              <a:rect b="b" l="l" r="r" t="t"/>
              <a:pathLst>
                <a:path extrusionOk="0" h="1132" w="132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8" name="Google Shape;22598;p91"/>
            <p:cNvSpPr/>
            <p:nvPr/>
          </p:nvSpPr>
          <p:spPr>
            <a:xfrm>
              <a:off x="6802297" y="2287694"/>
              <a:ext cx="34356" cy="29463"/>
            </a:xfrm>
            <a:custGeom>
              <a:rect b="b" l="l" r="r" t="t"/>
              <a:pathLst>
                <a:path extrusionOk="0" h="1132" w="132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9" name="Google Shape;22599;p91"/>
            <p:cNvSpPr/>
            <p:nvPr/>
          </p:nvSpPr>
          <p:spPr>
            <a:xfrm>
              <a:off x="6643165" y="2217654"/>
              <a:ext cx="167305" cy="64522"/>
            </a:xfrm>
            <a:custGeom>
              <a:rect b="b" l="l" r="r" t="t"/>
              <a:pathLst>
                <a:path extrusionOk="0" h="2479" w="6428">
                  <a:moveTo>
                    <a:pt x="3213" y="0"/>
                  </a:moveTo>
                  <a:cubicBezTo>
                    <a:pt x="3123" y="0"/>
                    <a:pt x="3032" y="60"/>
                    <a:pt x="3032" y="180"/>
                  </a:cubicBezTo>
                  <a:lnTo>
                    <a:pt x="3032" y="384"/>
                  </a:lnTo>
                  <a:lnTo>
                    <a:pt x="1780" y="384"/>
                  </a:lnTo>
                  <a:cubicBezTo>
                    <a:pt x="1537" y="384"/>
                    <a:pt x="1308" y="503"/>
                    <a:pt x="1164" y="700"/>
                  </a:cubicBezTo>
                  <a:lnTo>
                    <a:pt x="101" y="2192"/>
                  </a:lnTo>
                  <a:cubicBezTo>
                    <a:pt x="0" y="2331"/>
                    <a:pt x="122" y="2479"/>
                    <a:pt x="251" y="2479"/>
                  </a:cubicBezTo>
                  <a:cubicBezTo>
                    <a:pt x="301" y="2479"/>
                    <a:pt x="353" y="2456"/>
                    <a:pt x="393" y="2400"/>
                  </a:cubicBezTo>
                  <a:lnTo>
                    <a:pt x="1456" y="911"/>
                  </a:lnTo>
                  <a:cubicBezTo>
                    <a:pt x="1530" y="806"/>
                    <a:pt x="1653" y="746"/>
                    <a:pt x="1780" y="746"/>
                  </a:cubicBezTo>
                  <a:lnTo>
                    <a:pt x="3032" y="746"/>
                  </a:lnTo>
                  <a:lnTo>
                    <a:pt x="3032" y="2104"/>
                  </a:lnTo>
                  <a:cubicBezTo>
                    <a:pt x="3032" y="2224"/>
                    <a:pt x="3123" y="2284"/>
                    <a:pt x="3213" y="2284"/>
                  </a:cubicBezTo>
                  <a:cubicBezTo>
                    <a:pt x="3304" y="2284"/>
                    <a:pt x="3394" y="2224"/>
                    <a:pt x="3394" y="2104"/>
                  </a:cubicBezTo>
                  <a:lnTo>
                    <a:pt x="3394" y="746"/>
                  </a:lnTo>
                  <a:lnTo>
                    <a:pt x="4647" y="746"/>
                  </a:lnTo>
                  <a:cubicBezTo>
                    <a:pt x="4774" y="746"/>
                    <a:pt x="4897" y="806"/>
                    <a:pt x="4971" y="911"/>
                  </a:cubicBezTo>
                  <a:lnTo>
                    <a:pt x="6033" y="2400"/>
                  </a:lnTo>
                  <a:cubicBezTo>
                    <a:pt x="6073" y="2456"/>
                    <a:pt x="6125" y="2479"/>
                    <a:pt x="6176" y="2479"/>
                  </a:cubicBezTo>
                  <a:cubicBezTo>
                    <a:pt x="6305" y="2479"/>
                    <a:pt x="6427" y="2331"/>
                    <a:pt x="6329" y="2192"/>
                  </a:cubicBezTo>
                  <a:lnTo>
                    <a:pt x="5263" y="700"/>
                  </a:lnTo>
                  <a:cubicBezTo>
                    <a:pt x="5122" y="503"/>
                    <a:pt x="4893" y="384"/>
                    <a:pt x="4647" y="384"/>
                  </a:cubicBezTo>
                  <a:lnTo>
                    <a:pt x="3394" y="384"/>
                  </a:lnTo>
                  <a:lnTo>
                    <a:pt x="3394" y="180"/>
                  </a:lnTo>
                  <a:cubicBezTo>
                    <a:pt x="3394" y="60"/>
                    <a:pt x="3304" y="0"/>
                    <a:pt x="3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00" name="Google Shape;22600;p91"/>
          <p:cNvGrpSpPr/>
          <p:nvPr/>
        </p:nvGrpSpPr>
        <p:grpSpPr>
          <a:xfrm>
            <a:off x="6060617" y="2898247"/>
            <a:ext cx="346738" cy="346816"/>
            <a:chOff x="6060617" y="2898247"/>
            <a:chExt cx="346738" cy="346816"/>
          </a:xfrm>
        </p:grpSpPr>
        <p:sp>
          <p:nvSpPr>
            <p:cNvPr id="22601" name="Google Shape;22601;p91"/>
            <p:cNvSpPr/>
            <p:nvPr/>
          </p:nvSpPr>
          <p:spPr>
            <a:xfrm>
              <a:off x="6066109" y="2903739"/>
              <a:ext cx="255512" cy="255512"/>
            </a:xfrm>
            <a:custGeom>
              <a:rect b="b" l="l" r="r" t="t"/>
              <a:pathLst>
                <a:path extrusionOk="0" h="9817" w="9817">
                  <a:moveTo>
                    <a:pt x="4606" y="0"/>
                  </a:moveTo>
                  <a:cubicBezTo>
                    <a:pt x="4391" y="0"/>
                    <a:pt x="4208" y="148"/>
                    <a:pt x="4166" y="359"/>
                  </a:cubicBezTo>
                  <a:lnTo>
                    <a:pt x="3944" y="1471"/>
                  </a:lnTo>
                  <a:cubicBezTo>
                    <a:pt x="3670" y="1549"/>
                    <a:pt x="3406" y="1658"/>
                    <a:pt x="3160" y="1795"/>
                  </a:cubicBezTo>
                  <a:lnTo>
                    <a:pt x="2217" y="1169"/>
                  </a:lnTo>
                  <a:cubicBezTo>
                    <a:pt x="2140" y="1117"/>
                    <a:pt x="2053" y="1093"/>
                    <a:pt x="1967" y="1093"/>
                  </a:cubicBezTo>
                  <a:cubicBezTo>
                    <a:pt x="1852" y="1093"/>
                    <a:pt x="1738" y="1137"/>
                    <a:pt x="1654" y="1221"/>
                  </a:cubicBezTo>
                  <a:lnTo>
                    <a:pt x="1221" y="1651"/>
                  </a:lnTo>
                  <a:cubicBezTo>
                    <a:pt x="1073" y="1802"/>
                    <a:pt x="1049" y="2038"/>
                    <a:pt x="1168" y="2214"/>
                  </a:cubicBezTo>
                  <a:lnTo>
                    <a:pt x="1795" y="3160"/>
                  </a:lnTo>
                  <a:cubicBezTo>
                    <a:pt x="1657" y="3406"/>
                    <a:pt x="1548" y="3670"/>
                    <a:pt x="1471" y="3945"/>
                  </a:cubicBezTo>
                  <a:lnTo>
                    <a:pt x="359" y="4166"/>
                  </a:lnTo>
                  <a:cubicBezTo>
                    <a:pt x="148" y="4209"/>
                    <a:pt x="0" y="4391"/>
                    <a:pt x="0" y="4606"/>
                  </a:cubicBezTo>
                  <a:lnTo>
                    <a:pt x="0" y="5215"/>
                  </a:lnTo>
                  <a:cubicBezTo>
                    <a:pt x="0" y="5426"/>
                    <a:pt x="148" y="5609"/>
                    <a:pt x="359" y="5651"/>
                  </a:cubicBezTo>
                  <a:lnTo>
                    <a:pt x="1471" y="5873"/>
                  </a:lnTo>
                  <a:cubicBezTo>
                    <a:pt x="1548" y="6147"/>
                    <a:pt x="1657" y="6411"/>
                    <a:pt x="1795" y="6657"/>
                  </a:cubicBezTo>
                  <a:lnTo>
                    <a:pt x="1168" y="7604"/>
                  </a:lnTo>
                  <a:cubicBezTo>
                    <a:pt x="1049" y="7780"/>
                    <a:pt x="1073" y="8015"/>
                    <a:pt x="1221" y="8167"/>
                  </a:cubicBezTo>
                  <a:lnTo>
                    <a:pt x="1654" y="8596"/>
                  </a:lnTo>
                  <a:cubicBezTo>
                    <a:pt x="1739" y="8681"/>
                    <a:pt x="1853" y="8725"/>
                    <a:pt x="1969" y="8725"/>
                  </a:cubicBezTo>
                  <a:cubicBezTo>
                    <a:pt x="2055" y="8725"/>
                    <a:pt x="2141" y="8702"/>
                    <a:pt x="2217" y="8652"/>
                  </a:cubicBezTo>
                  <a:lnTo>
                    <a:pt x="3160" y="8023"/>
                  </a:lnTo>
                  <a:cubicBezTo>
                    <a:pt x="3406" y="8160"/>
                    <a:pt x="3670" y="8269"/>
                    <a:pt x="3944" y="8346"/>
                  </a:cubicBezTo>
                  <a:lnTo>
                    <a:pt x="4166" y="9458"/>
                  </a:lnTo>
                  <a:cubicBezTo>
                    <a:pt x="4208" y="9669"/>
                    <a:pt x="4391" y="9817"/>
                    <a:pt x="4606" y="9817"/>
                  </a:cubicBezTo>
                  <a:lnTo>
                    <a:pt x="5211" y="9817"/>
                  </a:lnTo>
                  <a:cubicBezTo>
                    <a:pt x="5426" y="9817"/>
                    <a:pt x="5609" y="9669"/>
                    <a:pt x="5651" y="9458"/>
                  </a:cubicBezTo>
                  <a:lnTo>
                    <a:pt x="5873" y="8346"/>
                  </a:lnTo>
                  <a:cubicBezTo>
                    <a:pt x="6147" y="8269"/>
                    <a:pt x="6411" y="8160"/>
                    <a:pt x="6657" y="8023"/>
                  </a:cubicBezTo>
                  <a:lnTo>
                    <a:pt x="7604" y="8649"/>
                  </a:lnTo>
                  <a:cubicBezTo>
                    <a:pt x="7679" y="8698"/>
                    <a:pt x="7765" y="8723"/>
                    <a:pt x="7851" y="8723"/>
                  </a:cubicBezTo>
                  <a:cubicBezTo>
                    <a:pt x="7966" y="8723"/>
                    <a:pt x="8080" y="8679"/>
                    <a:pt x="8167" y="8593"/>
                  </a:cubicBezTo>
                  <a:lnTo>
                    <a:pt x="8596" y="8163"/>
                  </a:lnTo>
                  <a:cubicBezTo>
                    <a:pt x="8744" y="8012"/>
                    <a:pt x="8768" y="7776"/>
                    <a:pt x="8652" y="7600"/>
                  </a:cubicBezTo>
                  <a:lnTo>
                    <a:pt x="8022" y="6657"/>
                  </a:lnTo>
                  <a:cubicBezTo>
                    <a:pt x="8160" y="6408"/>
                    <a:pt x="8269" y="6144"/>
                    <a:pt x="8346" y="5873"/>
                  </a:cubicBezTo>
                  <a:lnTo>
                    <a:pt x="9458" y="5648"/>
                  </a:lnTo>
                  <a:cubicBezTo>
                    <a:pt x="9669" y="5609"/>
                    <a:pt x="9817" y="5422"/>
                    <a:pt x="9817" y="5211"/>
                  </a:cubicBezTo>
                  <a:lnTo>
                    <a:pt x="9817" y="4606"/>
                  </a:lnTo>
                  <a:cubicBezTo>
                    <a:pt x="9817" y="4391"/>
                    <a:pt x="9665" y="4209"/>
                    <a:pt x="9458" y="4170"/>
                  </a:cubicBezTo>
                  <a:lnTo>
                    <a:pt x="8346" y="3945"/>
                  </a:lnTo>
                  <a:cubicBezTo>
                    <a:pt x="8269" y="3670"/>
                    <a:pt x="8160" y="3410"/>
                    <a:pt x="8022" y="3160"/>
                  </a:cubicBezTo>
                  <a:lnTo>
                    <a:pt x="8649" y="2214"/>
                  </a:lnTo>
                  <a:cubicBezTo>
                    <a:pt x="8768" y="2038"/>
                    <a:pt x="8744" y="1802"/>
                    <a:pt x="8592" y="1651"/>
                  </a:cubicBezTo>
                  <a:lnTo>
                    <a:pt x="8163" y="1221"/>
                  </a:lnTo>
                  <a:cubicBezTo>
                    <a:pt x="8079" y="1137"/>
                    <a:pt x="7965" y="1093"/>
                    <a:pt x="7850" y="1093"/>
                  </a:cubicBezTo>
                  <a:cubicBezTo>
                    <a:pt x="7764" y="1093"/>
                    <a:pt x="7677" y="1117"/>
                    <a:pt x="7600" y="1169"/>
                  </a:cubicBezTo>
                  <a:lnTo>
                    <a:pt x="6657" y="1795"/>
                  </a:lnTo>
                  <a:cubicBezTo>
                    <a:pt x="6407" y="1658"/>
                    <a:pt x="6147" y="1549"/>
                    <a:pt x="5873" y="1471"/>
                  </a:cubicBezTo>
                  <a:lnTo>
                    <a:pt x="5651" y="359"/>
                  </a:lnTo>
                  <a:cubicBezTo>
                    <a:pt x="5609" y="148"/>
                    <a:pt x="5426" y="0"/>
                    <a:pt x="5211"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2" name="Google Shape;22602;p91"/>
            <p:cNvSpPr/>
            <p:nvPr/>
          </p:nvSpPr>
          <p:spPr>
            <a:xfrm>
              <a:off x="6133312" y="2975444"/>
              <a:ext cx="116707" cy="112179"/>
            </a:xfrm>
            <a:custGeom>
              <a:rect b="b" l="l" r="r" t="t"/>
              <a:pathLst>
                <a:path extrusionOk="0" h="4310" w="4484">
                  <a:moveTo>
                    <a:pt x="2326" y="0"/>
                  </a:moveTo>
                  <a:cubicBezTo>
                    <a:pt x="1454" y="0"/>
                    <a:pt x="669" y="525"/>
                    <a:pt x="335" y="1330"/>
                  </a:cubicBezTo>
                  <a:cubicBezTo>
                    <a:pt x="1" y="2136"/>
                    <a:pt x="187" y="3061"/>
                    <a:pt x="803" y="3677"/>
                  </a:cubicBezTo>
                  <a:cubicBezTo>
                    <a:pt x="1214" y="4091"/>
                    <a:pt x="1766" y="4310"/>
                    <a:pt x="2327" y="4310"/>
                  </a:cubicBezTo>
                  <a:cubicBezTo>
                    <a:pt x="2605" y="4310"/>
                    <a:pt x="2886" y="4256"/>
                    <a:pt x="3153" y="4145"/>
                  </a:cubicBezTo>
                  <a:cubicBezTo>
                    <a:pt x="3956" y="3811"/>
                    <a:pt x="4483" y="3026"/>
                    <a:pt x="4483" y="2154"/>
                  </a:cubicBezTo>
                  <a:cubicBezTo>
                    <a:pt x="4483" y="964"/>
                    <a:pt x="3516" y="0"/>
                    <a:pt x="23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3" name="Google Shape;22603;p91"/>
            <p:cNvSpPr/>
            <p:nvPr/>
          </p:nvSpPr>
          <p:spPr>
            <a:xfrm>
              <a:off x="6156580" y="3003658"/>
              <a:ext cx="65225" cy="55829"/>
            </a:xfrm>
            <a:custGeom>
              <a:rect b="b" l="l" r="r" t="t"/>
              <a:pathLst>
                <a:path extrusionOk="0" h="2145" w="2506">
                  <a:moveTo>
                    <a:pt x="1432" y="0"/>
                  </a:moveTo>
                  <a:cubicBezTo>
                    <a:pt x="479" y="0"/>
                    <a:pt x="0" y="1154"/>
                    <a:pt x="676" y="1830"/>
                  </a:cubicBezTo>
                  <a:cubicBezTo>
                    <a:pt x="894" y="2047"/>
                    <a:pt x="1163" y="2144"/>
                    <a:pt x="1426" y="2144"/>
                  </a:cubicBezTo>
                  <a:cubicBezTo>
                    <a:pt x="1977" y="2144"/>
                    <a:pt x="2506" y="1717"/>
                    <a:pt x="2506" y="1070"/>
                  </a:cubicBezTo>
                  <a:cubicBezTo>
                    <a:pt x="2506" y="479"/>
                    <a:pt x="2027" y="0"/>
                    <a:pt x="1432"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4" name="Google Shape;22604;p91"/>
            <p:cNvSpPr/>
            <p:nvPr/>
          </p:nvSpPr>
          <p:spPr>
            <a:xfrm>
              <a:off x="6159131" y="3004934"/>
              <a:ext cx="45730" cy="40811"/>
            </a:xfrm>
            <a:custGeom>
              <a:rect b="b" l="l" r="r" t="t"/>
              <a:pathLst>
                <a:path extrusionOk="0" h="1568" w="1757">
                  <a:moveTo>
                    <a:pt x="1011" y="0"/>
                  </a:moveTo>
                  <a:cubicBezTo>
                    <a:pt x="370" y="4"/>
                    <a:pt x="1" y="729"/>
                    <a:pt x="381" y="1246"/>
                  </a:cubicBezTo>
                  <a:cubicBezTo>
                    <a:pt x="540" y="1464"/>
                    <a:pt x="775" y="1567"/>
                    <a:pt x="1009" y="1567"/>
                  </a:cubicBezTo>
                  <a:cubicBezTo>
                    <a:pt x="1329" y="1567"/>
                    <a:pt x="1645" y="1374"/>
                    <a:pt x="1757" y="1021"/>
                  </a:cubicBezTo>
                  <a:cubicBezTo>
                    <a:pt x="1757" y="556"/>
                    <a:pt x="1454" y="141"/>
                    <a:pt x="1011"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5" name="Google Shape;22605;p91"/>
            <p:cNvSpPr/>
            <p:nvPr/>
          </p:nvSpPr>
          <p:spPr>
            <a:xfrm>
              <a:off x="6234064" y="3071694"/>
              <a:ext cx="167877" cy="167877"/>
            </a:xfrm>
            <a:custGeom>
              <a:rect b="b" l="l" r="r" t="t"/>
              <a:pathLst>
                <a:path extrusionOk="0" h="6450" w="6450">
                  <a:moveTo>
                    <a:pt x="3026" y="0"/>
                  </a:moveTo>
                  <a:cubicBezTo>
                    <a:pt x="2885" y="0"/>
                    <a:pt x="2766" y="99"/>
                    <a:pt x="2737" y="236"/>
                  </a:cubicBezTo>
                  <a:lnTo>
                    <a:pt x="2593" y="968"/>
                  </a:lnTo>
                  <a:cubicBezTo>
                    <a:pt x="2410" y="1017"/>
                    <a:pt x="2238" y="1087"/>
                    <a:pt x="2076" y="1179"/>
                  </a:cubicBezTo>
                  <a:lnTo>
                    <a:pt x="1457" y="767"/>
                  </a:lnTo>
                  <a:cubicBezTo>
                    <a:pt x="1405" y="734"/>
                    <a:pt x="1347" y="718"/>
                    <a:pt x="1290" y="718"/>
                  </a:cubicBezTo>
                  <a:cubicBezTo>
                    <a:pt x="1214" y="718"/>
                    <a:pt x="1140" y="746"/>
                    <a:pt x="1084" y="802"/>
                  </a:cubicBezTo>
                  <a:lnTo>
                    <a:pt x="802" y="1084"/>
                  </a:lnTo>
                  <a:cubicBezTo>
                    <a:pt x="704" y="1182"/>
                    <a:pt x="690" y="1337"/>
                    <a:pt x="767" y="1453"/>
                  </a:cubicBezTo>
                  <a:lnTo>
                    <a:pt x="1179" y="2076"/>
                  </a:lnTo>
                  <a:cubicBezTo>
                    <a:pt x="1087" y="2238"/>
                    <a:pt x="1017" y="2410"/>
                    <a:pt x="968" y="2590"/>
                  </a:cubicBezTo>
                  <a:lnTo>
                    <a:pt x="236" y="2738"/>
                  </a:lnTo>
                  <a:cubicBezTo>
                    <a:pt x="99" y="2766"/>
                    <a:pt x="0" y="2885"/>
                    <a:pt x="0" y="3026"/>
                  </a:cubicBezTo>
                  <a:lnTo>
                    <a:pt x="0" y="3424"/>
                  </a:lnTo>
                  <a:cubicBezTo>
                    <a:pt x="0" y="3564"/>
                    <a:pt x="99" y="3684"/>
                    <a:pt x="236" y="3712"/>
                  </a:cubicBezTo>
                  <a:lnTo>
                    <a:pt x="968" y="3857"/>
                  </a:lnTo>
                  <a:cubicBezTo>
                    <a:pt x="1017" y="4036"/>
                    <a:pt x="1087" y="4212"/>
                    <a:pt x="1179" y="4374"/>
                  </a:cubicBezTo>
                  <a:lnTo>
                    <a:pt x="767" y="4993"/>
                  </a:lnTo>
                  <a:cubicBezTo>
                    <a:pt x="690" y="5109"/>
                    <a:pt x="704" y="5264"/>
                    <a:pt x="802" y="5362"/>
                  </a:cubicBezTo>
                  <a:lnTo>
                    <a:pt x="1084" y="5647"/>
                  </a:lnTo>
                  <a:cubicBezTo>
                    <a:pt x="1140" y="5704"/>
                    <a:pt x="1214" y="5732"/>
                    <a:pt x="1290" y="5732"/>
                  </a:cubicBezTo>
                  <a:cubicBezTo>
                    <a:pt x="1347" y="5732"/>
                    <a:pt x="1405" y="5716"/>
                    <a:pt x="1457" y="5683"/>
                  </a:cubicBezTo>
                  <a:lnTo>
                    <a:pt x="2076" y="5267"/>
                  </a:lnTo>
                  <a:cubicBezTo>
                    <a:pt x="2238" y="5359"/>
                    <a:pt x="2410" y="5433"/>
                    <a:pt x="2593" y="5482"/>
                  </a:cubicBezTo>
                  <a:lnTo>
                    <a:pt x="2737" y="6214"/>
                  </a:lnTo>
                  <a:cubicBezTo>
                    <a:pt x="2766" y="6351"/>
                    <a:pt x="2885" y="6450"/>
                    <a:pt x="3026" y="6450"/>
                  </a:cubicBezTo>
                  <a:lnTo>
                    <a:pt x="3424" y="6450"/>
                  </a:lnTo>
                  <a:cubicBezTo>
                    <a:pt x="3564" y="6450"/>
                    <a:pt x="3684" y="6351"/>
                    <a:pt x="3712" y="6214"/>
                  </a:cubicBezTo>
                  <a:lnTo>
                    <a:pt x="3856" y="5482"/>
                  </a:lnTo>
                  <a:cubicBezTo>
                    <a:pt x="4039" y="5433"/>
                    <a:pt x="4212" y="5359"/>
                    <a:pt x="4374" y="5267"/>
                  </a:cubicBezTo>
                  <a:lnTo>
                    <a:pt x="4993" y="5683"/>
                  </a:lnTo>
                  <a:cubicBezTo>
                    <a:pt x="5043" y="5716"/>
                    <a:pt x="5100" y="5732"/>
                    <a:pt x="5157" y="5732"/>
                  </a:cubicBezTo>
                  <a:cubicBezTo>
                    <a:pt x="5232" y="5732"/>
                    <a:pt x="5308" y="5704"/>
                    <a:pt x="5366" y="5647"/>
                  </a:cubicBezTo>
                  <a:lnTo>
                    <a:pt x="5647" y="5362"/>
                  </a:lnTo>
                  <a:cubicBezTo>
                    <a:pt x="5746" y="5264"/>
                    <a:pt x="5760" y="5109"/>
                    <a:pt x="5682" y="4993"/>
                  </a:cubicBezTo>
                  <a:lnTo>
                    <a:pt x="5271" y="4374"/>
                  </a:lnTo>
                  <a:cubicBezTo>
                    <a:pt x="5362" y="4212"/>
                    <a:pt x="5433" y="4036"/>
                    <a:pt x="5482" y="3857"/>
                  </a:cubicBezTo>
                  <a:lnTo>
                    <a:pt x="6214" y="3712"/>
                  </a:lnTo>
                  <a:cubicBezTo>
                    <a:pt x="6351" y="3684"/>
                    <a:pt x="6449" y="3564"/>
                    <a:pt x="6449" y="3424"/>
                  </a:cubicBezTo>
                  <a:lnTo>
                    <a:pt x="6449" y="3026"/>
                  </a:lnTo>
                  <a:cubicBezTo>
                    <a:pt x="6449" y="2885"/>
                    <a:pt x="6351" y="2766"/>
                    <a:pt x="6214" y="2738"/>
                  </a:cubicBezTo>
                  <a:lnTo>
                    <a:pt x="5482" y="2590"/>
                  </a:lnTo>
                  <a:cubicBezTo>
                    <a:pt x="5433" y="2410"/>
                    <a:pt x="5362" y="2238"/>
                    <a:pt x="5271" y="2076"/>
                  </a:cubicBezTo>
                  <a:lnTo>
                    <a:pt x="5682" y="1453"/>
                  </a:lnTo>
                  <a:cubicBezTo>
                    <a:pt x="5760" y="1337"/>
                    <a:pt x="5746" y="1182"/>
                    <a:pt x="5647" y="1084"/>
                  </a:cubicBezTo>
                  <a:lnTo>
                    <a:pt x="5366" y="802"/>
                  </a:lnTo>
                  <a:cubicBezTo>
                    <a:pt x="5308" y="746"/>
                    <a:pt x="5232" y="718"/>
                    <a:pt x="5157" y="718"/>
                  </a:cubicBezTo>
                  <a:cubicBezTo>
                    <a:pt x="5100" y="718"/>
                    <a:pt x="5043" y="734"/>
                    <a:pt x="4993" y="767"/>
                  </a:cubicBezTo>
                  <a:lnTo>
                    <a:pt x="4374" y="1179"/>
                  </a:lnTo>
                  <a:cubicBezTo>
                    <a:pt x="4212" y="1087"/>
                    <a:pt x="4039" y="1017"/>
                    <a:pt x="3856" y="968"/>
                  </a:cubicBezTo>
                  <a:lnTo>
                    <a:pt x="3712" y="236"/>
                  </a:lnTo>
                  <a:cubicBezTo>
                    <a:pt x="3684" y="99"/>
                    <a:pt x="3564" y="0"/>
                    <a:pt x="3424"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6" name="Google Shape;22606;p91"/>
            <p:cNvSpPr/>
            <p:nvPr/>
          </p:nvSpPr>
          <p:spPr>
            <a:xfrm>
              <a:off x="6272689" y="3113624"/>
              <a:ext cx="87296" cy="83991"/>
            </a:xfrm>
            <a:custGeom>
              <a:rect b="b" l="l" r="r" t="t"/>
              <a:pathLst>
                <a:path extrusionOk="0" h="3227" w="3354">
                  <a:moveTo>
                    <a:pt x="1743" y="1"/>
                  </a:moveTo>
                  <a:cubicBezTo>
                    <a:pt x="1088" y="1"/>
                    <a:pt x="501" y="395"/>
                    <a:pt x="251" y="996"/>
                  </a:cubicBezTo>
                  <a:cubicBezTo>
                    <a:pt x="1" y="1598"/>
                    <a:pt x="138" y="2291"/>
                    <a:pt x="599" y="2752"/>
                  </a:cubicBezTo>
                  <a:cubicBezTo>
                    <a:pt x="908" y="3061"/>
                    <a:pt x="1323" y="3226"/>
                    <a:pt x="1744" y="3226"/>
                  </a:cubicBezTo>
                  <a:cubicBezTo>
                    <a:pt x="1951" y="3226"/>
                    <a:pt x="2160" y="3186"/>
                    <a:pt x="2358" y="3104"/>
                  </a:cubicBezTo>
                  <a:cubicBezTo>
                    <a:pt x="2960" y="2854"/>
                    <a:pt x="3354" y="2267"/>
                    <a:pt x="3354" y="1612"/>
                  </a:cubicBezTo>
                  <a:cubicBezTo>
                    <a:pt x="3354" y="722"/>
                    <a:pt x="2633" y="1"/>
                    <a:pt x="1743"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7" name="Google Shape;22607;p91"/>
            <p:cNvSpPr/>
            <p:nvPr/>
          </p:nvSpPr>
          <p:spPr>
            <a:xfrm>
              <a:off x="6284323" y="3130386"/>
              <a:ext cx="58926" cy="50467"/>
            </a:xfrm>
            <a:custGeom>
              <a:rect b="b" l="l" r="r" t="t"/>
              <a:pathLst>
                <a:path extrusionOk="0" h="1939" w="2264">
                  <a:moveTo>
                    <a:pt x="1296" y="1"/>
                  </a:moveTo>
                  <a:cubicBezTo>
                    <a:pt x="430" y="1"/>
                    <a:pt x="1" y="1042"/>
                    <a:pt x="609" y="1654"/>
                  </a:cubicBezTo>
                  <a:cubicBezTo>
                    <a:pt x="806" y="1851"/>
                    <a:pt x="1048" y="1939"/>
                    <a:pt x="1286" y="1939"/>
                  </a:cubicBezTo>
                  <a:cubicBezTo>
                    <a:pt x="1784" y="1939"/>
                    <a:pt x="2263" y="1552"/>
                    <a:pt x="2263" y="968"/>
                  </a:cubicBezTo>
                  <a:cubicBezTo>
                    <a:pt x="2263" y="433"/>
                    <a:pt x="1827" y="1"/>
                    <a:pt x="12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8" name="Google Shape;22608;p91"/>
            <p:cNvSpPr/>
            <p:nvPr/>
          </p:nvSpPr>
          <p:spPr>
            <a:xfrm>
              <a:off x="6286718" y="3131844"/>
              <a:ext cx="39666" cy="35684"/>
            </a:xfrm>
            <a:custGeom>
              <a:rect b="b" l="l" r="r" t="t"/>
              <a:pathLst>
                <a:path extrusionOk="0" h="1371" w="1524">
                  <a:moveTo>
                    <a:pt x="880" y="1"/>
                  </a:moveTo>
                  <a:cubicBezTo>
                    <a:pt x="324" y="1"/>
                    <a:pt x="0" y="627"/>
                    <a:pt x="320" y="1081"/>
                  </a:cubicBezTo>
                  <a:cubicBezTo>
                    <a:pt x="459" y="1277"/>
                    <a:pt x="668" y="1370"/>
                    <a:pt x="875" y="1370"/>
                  </a:cubicBezTo>
                  <a:cubicBezTo>
                    <a:pt x="1148" y="1370"/>
                    <a:pt x="1418" y="1210"/>
                    <a:pt x="1524" y="912"/>
                  </a:cubicBezTo>
                  <a:cubicBezTo>
                    <a:pt x="1524" y="504"/>
                    <a:pt x="1267" y="138"/>
                    <a:pt x="880"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9" name="Google Shape;22609;p91"/>
            <p:cNvSpPr/>
            <p:nvPr/>
          </p:nvSpPr>
          <p:spPr>
            <a:xfrm>
              <a:off x="6060617" y="2898247"/>
              <a:ext cx="346738" cy="346816"/>
            </a:xfrm>
            <a:custGeom>
              <a:rect b="b" l="l" r="r" t="t"/>
              <a:pathLst>
                <a:path extrusionOk="0" h="13325" w="13322">
                  <a:moveTo>
                    <a:pt x="5126" y="4261"/>
                  </a:moveTo>
                  <a:cubicBezTo>
                    <a:pt x="5338" y="4261"/>
                    <a:pt x="5553" y="4339"/>
                    <a:pt x="5728" y="4515"/>
                  </a:cubicBezTo>
                  <a:cubicBezTo>
                    <a:pt x="6270" y="5056"/>
                    <a:pt x="5887" y="5980"/>
                    <a:pt x="5121" y="5982"/>
                  </a:cubicBezTo>
                  <a:lnTo>
                    <a:pt x="5121" y="5982"/>
                  </a:lnTo>
                  <a:cubicBezTo>
                    <a:pt x="4647" y="5981"/>
                    <a:pt x="4261" y="5598"/>
                    <a:pt x="4261" y="5123"/>
                  </a:cubicBezTo>
                  <a:cubicBezTo>
                    <a:pt x="4261" y="4604"/>
                    <a:pt x="4685" y="4261"/>
                    <a:pt x="5126" y="4261"/>
                  </a:cubicBezTo>
                  <a:close/>
                  <a:moveTo>
                    <a:pt x="5122" y="2759"/>
                  </a:moveTo>
                  <a:cubicBezTo>
                    <a:pt x="4523" y="2759"/>
                    <a:pt x="3926" y="2986"/>
                    <a:pt x="3469" y="3431"/>
                  </a:cubicBezTo>
                  <a:cubicBezTo>
                    <a:pt x="3315" y="3580"/>
                    <a:pt x="3455" y="3794"/>
                    <a:pt x="3619" y="3794"/>
                  </a:cubicBezTo>
                  <a:cubicBezTo>
                    <a:pt x="3668" y="3794"/>
                    <a:pt x="3719" y="3775"/>
                    <a:pt x="3765" y="3730"/>
                  </a:cubicBezTo>
                  <a:cubicBezTo>
                    <a:pt x="4140" y="3364"/>
                    <a:pt x="4630" y="3177"/>
                    <a:pt x="5123" y="3177"/>
                  </a:cubicBezTo>
                  <a:cubicBezTo>
                    <a:pt x="5527" y="3177"/>
                    <a:pt x="5932" y="3303"/>
                    <a:pt x="6277" y="3557"/>
                  </a:cubicBezTo>
                  <a:cubicBezTo>
                    <a:pt x="7041" y="4124"/>
                    <a:pt x="7287" y="5162"/>
                    <a:pt x="6851" y="6010"/>
                  </a:cubicBezTo>
                  <a:cubicBezTo>
                    <a:pt x="6801" y="6112"/>
                    <a:pt x="6840" y="6235"/>
                    <a:pt x="6942" y="6288"/>
                  </a:cubicBezTo>
                  <a:lnTo>
                    <a:pt x="6942" y="6291"/>
                  </a:lnTo>
                  <a:cubicBezTo>
                    <a:pt x="6973" y="6307"/>
                    <a:pt x="7006" y="6314"/>
                    <a:pt x="7038" y="6314"/>
                  </a:cubicBezTo>
                  <a:cubicBezTo>
                    <a:pt x="7116" y="6314"/>
                    <a:pt x="7190" y="6272"/>
                    <a:pt x="7227" y="6200"/>
                  </a:cubicBezTo>
                  <a:cubicBezTo>
                    <a:pt x="7755" y="5169"/>
                    <a:pt x="7456" y="3909"/>
                    <a:pt x="6523" y="3220"/>
                  </a:cubicBezTo>
                  <a:cubicBezTo>
                    <a:pt x="6105" y="2911"/>
                    <a:pt x="5613" y="2759"/>
                    <a:pt x="5122" y="2759"/>
                  </a:cubicBezTo>
                  <a:close/>
                  <a:moveTo>
                    <a:pt x="5111" y="3838"/>
                  </a:moveTo>
                  <a:cubicBezTo>
                    <a:pt x="4797" y="3838"/>
                    <a:pt x="4476" y="3955"/>
                    <a:pt x="4215" y="4215"/>
                  </a:cubicBezTo>
                  <a:cubicBezTo>
                    <a:pt x="3406" y="5025"/>
                    <a:pt x="3979" y="6404"/>
                    <a:pt x="5119" y="6404"/>
                  </a:cubicBezTo>
                  <a:lnTo>
                    <a:pt x="5123" y="6400"/>
                  </a:lnTo>
                  <a:cubicBezTo>
                    <a:pt x="5827" y="6400"/>
                    <a:pt x="6400" y="5830"/>
                    <a:pt x="6404" y="5123"/>
                  </a:cubicBezTo>
                  <a:cubicBezTo>
                    <a:pt x="6404" y="4349"/>
                    <a:pt x="5771" y="3838"/>
                    <a:pt x="5111" y="3838"/>
                  </a:cubicBezTo>
                  <a:close/>
                  <a:moveTo>
                    <a:pt x="3073" y="4226"/>
                  </a:moveTo>
                  <a:cubicBezTo>
                    <a:pt x="2999" y="4226"/>
                    <a:pt x="2925" y="4264"/>
                    <a:pt x="2885" y="4353"/>
                  </a:cubicBezTo>
                  <a:cubicBezTo>
                    <a:pt x="2551" y="5327"/>
                    <a:pt x="2885" y="6404"/>
                    <a:pt x="3712" y="7020"/>
                  </a:cubicBezTo>
                  <a:cubicBezTo>
                    <a:pt x="4130" y="7329"/>
                    <a:pt x="4625" y="7484"/>
                    <a:pt x="5121" y="7484"/>
                  </a:cubicBezTo>
                  <a:cubicBezTo>
                    <a:pt x="5607" y="7484"/>
                    <a:pt x="6093" y="7335"/>
                    <a:pt x="6506" y="7037"/>
                  </a:cubicBezTo>
                  <a:cubicBezTo>
                    <a:pt x="6692" y="6903"/>
                    <a:pt x="6564" y="6652"/>
                    <a:pt x="6386" y="6652"/>
                  </a:cubicBezTo>
                  <a:cubicBezTo>
                    <a:pt x="6345" y="6652"/>
                    <a:pt x="6302" y="6665"/>
                    <a:pt x="6259" y="6696"/>
                  </a:cubicBezTo>
                  <a:cubicBezTo>
                    <a:pt x="5920" y="6941"/>
                    <a:pt x="5521" y="7064"/>
                    <a:pt x="5122" y="7064"/>
                  </a:cubicBezTo>
                  <a:cubicBezTo>
                    <a:pt x="4715" y="7064"/>
                    <a:pt x="4307" y="6936"/>
                    <a:pt x="3962" y="6682"/>
                  </a:cubicBezTo>
                  <a:cubicBezTo>
                    <a:pt x="3283" y="6175"/>
                    <a:pt x="3008" y="5289"/>
                    <a:pt x="3283" y="4486"/>
                  </a:cubicBezTo>
                  <a:lnTo>
                    <a:pt x="3279" y="4486"/>
                  </a:lnTo>
                  <a:cubicBezTo>
                    <a:pt x="3319" y="4332"/>
                    <a:pt x="3196" y="4226"/>
                    <a:pt x="3073" y="4226"/>
                  </a:cubicBezTo>
                  <a:close/>
                  <a:moveTo>
                    <a:pt x="4817" y="0"/>
                  </a:moveTo>
                  <a:cubicBezTo>
                    <a:pt x="4504" y="0"/>
                    <a:pt x="4236" y="222"/>
                    <a:pt x="4173" y="528"/>
                  </a:cubicBezTo>
                  <a:lnTo>
                    <a:pt x="3976" y="1517"/>
                  </a:lnTo>
                  <a:cubicBezTo>
                    <a:pt x="3772" y="1580"/>
                    <a:pt x="3571" y="1665"/>
                    <a:pt x="3381" y="1763"/>
                  </a:cubicBezTo>
                  <a:lnTo>
                    <a:pt x="2544" y="1204"/>
                  </a:lnTo>
                  <a:cubicBezTo>
                    <a:pt x="2432" y="1130"/>
                    <a:pt x="2305" y="1093"/>
                    <a:pt x="2177" y="1093"/>
                  </a:cubicBezTo>
                  <a:cubicBezTo>
                    <a:pt x="2008" y="1093"/>
                    <a:pt x="1840" y="1158"/>
                    <a:pt x="1714" y="1285"/>
                  </a:cubicBezTo>
                  <a:lnTo>
                    <a:pt x="1284" y="1714"/>
                  </a:lnTo>
                  <a:cubicBezTo>
                    <a:pt x="1066" y="1935"/>
                    <a:pt x="1031" y="2280"/>
                    <a:pt x="1203" y="2544"/>
                  </a:cubicBezTo>
                  <a:lnTo>
                    <a:pt x="1763" y="3382"/>
                  </a:lnTo>
                  <a:cubicBezTo>
                    <a:pt x="1664" y="3572"/>
                    <a:pt x="1583" y="3769"/>
                    <a:pt x="1517" y="3973"/>
                  </a:cubicBezTo>
                  <a:lnTo>
                    <a:pt x="528" y="4173"/>
                  </a:lnTo>
                  <a:cubicBezTo>
                    <a:pt x="222" y="4233"/>
                    <a:pt x="0" y="4504"/>
                    <a:pt x="0" y="4817"/>
                  </a:cubicBezTo>
                  <a:lnTo>
                    <a:pt x="0" y="5422"/>
                  </a:lnTo>
                  <a:cubicBezTo>
                    <a:pt x="0" y="5735"/>
                    <a:pt x="222" y="6003"/>
                    <a:pt x="528" y="6066"/>
                  </a:cubicBezTo>
                  <a:lnTo>
                    <a:pt x="1517" y="6263"/>
                  </a:lnTo>
                  <a:cubicBezTo>
                    <a:pt x="1583" y="6467"/>
                    <a:pt x="1664" y="6668"/>
                    <a:pt x="1763" y="6858"/>
                  </a:cubicBezTo>
                  <a:lnTo>
                    <a:pt x="1203" y="7695"/>
                  </a:lnTo>
                  <a:cubicBezTo>
                    <a:pt x="1031" y="7956"/>
                    <a:pt x="1066" y="8300"/>
                    <a:pt x="1284" y="8526"/>
                  </a:cubicBezTo>
                  <a:lnTo>
                    <a:pt x="1714" y="8955"/>
                  </a:lnTo>
                  <a:cubicBezTo>
                    <a:pt x="1841" y="9080"/>
                    <a:pt x="2010" y="9145"/>
                    <a:pt x="2180" y="9145"/>
                  </a:cubicBezTo>
                  <a:cubicBezTo>
                    <a:pt x="2306" y="9145"/>
                    <a:pt x="2433" y="9109"/>
                    <a:pt x="2544" y="9036"/>
                  </a:cubicBezTo>
                  <a:lnTo>
                    <a:pt x="3381" y="8476"/>
                  </a:lnTo>
                  <a:cubicBezTo>
                    <a:pt x="3571" y="8575"/>
                    <a:pt x="3772" y="8656"/>
                    <a:pt x="3976" y="8723"/>
                  </a:cubicBezTo>
                  <a:lnTo>
                    <a:pt x="4173" y="9711"/>
                  </a:lnTo>
                  <a:cubicBezTo>
                    <a:pt x="4236" y="10017"/>
                    <a:pt x="4504" y="10236"/>
                    <a:pt x="4817" y="10239"/>
                  </a:cubicBezTo>
                  <a:lnTo>
                    <a:pt x="5422" y="10239"/>
                  </a:lnTo>
                  <a:cubicBezTo>
                    <a:pt x="5735" y="10236"/>
                    <a:pt x="6006" y="10017"/>
                    <a:pt x="6066" y="9711"/>
                  </a:cubicBezTo>
                  <a:lnTo>
                    <a:pt x="6267" y="8723"/>
                  </a:lnTo>
                  <a:cubicBezTo>
                    <a:pt x="6428" y="8670"/>
                    <a:pt x="6587" y="8606"/>
                    <a:pt x="6738" y="8536"/>
                  </a:cubicBezTo>
                  <a:cubicBezTo>
                    <a:pt x="6844" y="8487"/>
                    <a:pt x="6889" y="8360"/>
                    <a:pt x="6840" y="8255"/>
                  </a:cubicBezTo>
                  <a:lnTo>
                    <a:pt x="6840" y="8255"/>
                  </a:lnTo>
                  <a:lnTo>
                    <a:pt x="6840" y="8258"/>
                  </a:lnTo>
                  <a:cubicBezTo>
                    <a:pt x="6804" y="8181"/>
                    <a:pt x="6728" y="8136"/>
                    <a:pt x="6648" y="8136"/>
                  </a:cubicBezTo>
                  <a:cubicBezTo>
                    <a:pt x="6618" y="8136"/>
                    <a:pt x="6587" y="8143"/>
                    <a:pt x="6559" y="8156"/>
                  </a:cubicBezTo>
                  <a:cubicBezTo>
                    <a:pt x="6390" y="8237"/>
                    <a:pt x="6210" y="8304"/>
                    <a:pt x="6027" y="8357"/>
                  </a:cubicBezTo>
                  <a:cubicBezTo>
                    <a:pt x="5950" y="8378"/>
                    <a:pt x="5894" y="8441"/>
                    <a:pt x="5879" y="8519"/>
                  </a:cubicBezTo>
                  <a:lnTo>
                    <a:pt x="5654" y="9630"/>
                  </a:lnTo>
                  <a:cubicBezTo>
                    <a:pt x="5633" y="9739"/>
                    <a:pt x="5538" y="9820"/>
                    <a:pt x="5426" y="9820"/>
                  </a:cubicBezTo>
                  <a:lnTo>
                    <a:pt x="4817" y="9820"/>
                  </a:lnTo>
                  <a:cubicBezTo>
                    <a:pt x="4704" y="9820"/>
                    <a:pt x="4609" y="9739"/>
                    <a:pt x="4585" y="9630"/>
                  </a:cubicBezTo>
                  <a:lnTo>
                    <a:pt x="4363" y="8519"/>
                  </a:lnTo>
                  <a:cubicBezTo>
                    <a:pt x="4349" y="8441"/>
                    <a:pt x="4289" y="8378"/>
                    <a:pt x="4215" y="8357"/>
                  </a:cubicBezTo>
                  <a:cubicBezTo>
                    <a:pt x="3955" y="8283"/>
                    <a:pt x="3709" y="8181"/>
                    <a:pt x="3476" y="8047"/>
                  </a:cubicBezTo>
                  <a:cubicBezTo>
                    <a:pt x="3444" y="8029"/>
                    <a:pt x="3409" y="8020"/>
                    <a:pt x="3374" y="8020"/>
                  </a:cubicBezTo>
                  <a:cubicBezTo>
                    <a:pt x="3332" y="8020"/>
                    <a:pt x="3291" y="8033"/>
                    <a:pt x="3255" y="8058"/>
                  </a:cubicBezTo>
                  <a:lnTo>
                    <a:pt x="2312" y="8687"/>
                  </a:lnTo>
                  <a:cubicBezTo>
                    <a:pt x="2271" y="8713"/>
                    <a:pt x="2226" y="8726"/>
                    <a:pt x="2181" y="8726"/>
                  </a:cubicBezTo>
                  <a:cubicBezTo>
                    <a:pt x="2120" y="8726"/>
                    <a:pt x="2059" y="8702"/>
                    <a:pt x="2013" y="8656"/>
                  </a:cubicBezTo>
                  <a:lnTo>
                    <a:pt x="1583" y="8226"/>
                  </a:lnTo>
                  <a:cubicBezTo>
                    <a:pt x="1506" y="8146"/>
                    <a:pt x="1492" y="8022"/>
                    <a:pt x="1555" y="7931"/>
                  </a:cubicBezTo>
                  <a:lnTo>
                    <a:pt x="2185" y="6984"/>
                  </a:lnTo>
                  <a:cubicBezTo>
                    <a:pt x="2227" y="6918"/>
                    <a:pt x="2231" y="6833"/>
                    <a:pt x="2192" y="6766"/>
                  </a:cubicBezTo>
                  <a:cubicBezTo>
                    <a:pt x="2062" y="6531"/>
                    <a:pt x="1956" y="6284"/>
                    <a:pt x="1886" y="6027"/>
                  </a:cubicBezTo>
                  <a:cubicBezTo>
                    <a:pt x="1865" y="5950"/>
                    <a:pt x="1802" y="5894"/>
                    <a:pt x="1724" y="5876"/>
                  </a:cubicBezTo>
                  <a:lnTo>
                    <a:pt x="609" y="5654"/>
                  </a:lnTo>
                  <a:cubicBezTo>
                    <a:pt x="500" y="5633"/>
                    <a:pt x="422" y="5535"/>
                    <a:pt x="422" y="5422"/>
                  </a:cubicBezTo>
                  <a:lnTo>
                    <a:pt x="422" y="4817"/>
                  </a:lnTo>
                  <a:cubicBezTo>
                    <a:pt x="422" y="4705"/>
                    <a:pt x="500" y="4606"/>
                    <a:pt x="609" y="4585"/>
                  </a:cubicBezTo>
                  <a:lnTo>
                    <a:pt x="1724" y="4363"/>
                  </a:lnTo>
                  <a:cubicBezTo>
                    <a:pt x="1802" y="4346"/>
                    <a:pt x="1865" y="4289"/>
                    <a:pt x="1886" y="4212"/>
                  </a:cubicBezTo>
                  <a:cubicBezTo>
                    <a:pt x="1956" y="3955"/>
                    <a:pt x="2062" y="3705"/>
                    <a:pt x="2192" y="3473"/>
                  </a:cubicBezTo>
                  <a:cubicBezTo>
                    <a:pt x="2231" y="3403"/>
                    <a:pt x="2227" y="3318"/>
                    <a:pt x="2185" y="3255"/>
                  </a:cubicBezTo>
                  <a:lnTo>
                    <a:pt x="1555" y="2308"/>
                  </a:lnTo>
                  <a:cubicBezTo>
                    <a:pt x="1492" y="2217"/>
                    <a:pt x="1506" y="2090"/>
                    <a:pt x="1583" y="2013"/>
                  </a:cubicBezTo>
                  <a:lnTo>
                    <a:pt x="2013" y="1584"/>
                  </a:lnTo>
                  <a:cubicBezTo>
                    <a:pt x="2059" y="1537"/>
                    <a:pt x="2120" y="1514"/>
                    <a:pt x="2181" y="1514"/>
                  </a:cubicBezTo>
                  <a:cubicBezTo>
                    <a:pt x="2226" y="1514"/>
                    <a:pt x="2271" y="1527"/>
                    <a:pt x="2312" y="1552"/>
                  </a:cubicBezTo>
                  <a:lnTo>
                    <a:pt x="3255" y="2182"/>
                  </a:lnTo>
                  <a:cubicBezTo>
                    <a:pt x="3291" y="2207"/>
                    <a:pt x="3332" y="2219"/>
                    <a:pt x="3374" y="2219"/>
                  </a:cubicBezTo>
                  <a:cubicBezTo>
                    <a:pt x="3409" y="2219"/>
                    <a:pt x="3444" y="2210"/>
                    <a:pt x="3476" y="2192"/>
                  </a:cubicBezTo>
                  <a:cubicBezTo>
                    <a:pt x="3709" y="2059"/>
                    <a:pt x="3955" y="1957"/>
                    <a:pt x="4215" y="1883"/>
                  </a:cubicBezTo>
                  <a:cubicBezTo>
                    <a:pt x="4289" y="1862"/>
                    <a:pt x="4349" y="1798"/>
                    <a:pt x="4363" y="1721"/>
                  </a:cubicBezTo>
                  <a:lnTo>
                    <a:pt x="4588" y="609"/>
                  </a:lnTo>
                  <a:cubicBezTo>
                    <a:pt x="4609" y="500"/>
                    <a:pt x="4704" y="419"/>
                    <a:pt x="4817" y="419"/>
                  </a:cubicBezTo>
                  <a:lnTo>
                    <a:pt x="5426" y="419"/>
                  </a:lnTo>
                  <a:cubicBezTo>
                    <a:pt x="5538" y="419"/>
                    <a:pt x="5633" y="500"/>
                    <a:pt x="5658" y="609"/>
                  </a:cubicBezTo>
                  <a:lnTo>
                    <a:pt x="5879" y="1721"/>
                  </a:lnTo>
                  <a:cubicBezTo>
                    <a:pt x="5894" y="1798"/>
                    <a:pt x="5953" y="1862"/>
                    <a:pt x="6027" y="1883"/>
                  </a:cubicBezTo>
                  <a:cubicBezTo>
                    <a:pt x="6288" y="1957"/>
                    <a:pt x="6534" y="2059"/>
                    <a:pt x="6766" y="2192"/>
                  </a:cubicBezTo>
                  <a:cubicBezTo>
                    <a:pt x="6798" y="2210"/>
                    <a:pt x="6834" y="2219"/>
                    <a:pt x="6869" y="2219"/>
                  </a:cubicBezTo>
                  <a:cubicBezTo>
                    <a:pt x="6910" y="2219"/>
                    <a:pt x="6952" y="2207"/>
                    <a:pt x="6988" y="2182"/>
                  </a:cubicBezTo>
                  <a:lnTo>
                    <a:pt x="7931" y="1552"/>
                  </a:lnTo>
                  <a:cubicBezTo>
                    <a:pt x="7971" y="1527"/>
                    <a:pt x="8017" y="1514"/>
                    <a:pt x="8062" y="1514"/>
                  </a:cubicBezTo>
                  <a:cubicBezTo>
                    <a:pt x="8123" y="1514"/>
                    <a:pt x="8183" y="1537"/>
                    <a:pt x="8230" y="1584"/>
                  </a:cubicBezTo>
                  <a:lnTo>
                    <a:pt x="8659" y="2013"/>
                  </a:lnTo>
                  <a:cubicBezTo>
                    <a:pt x="8736" y="2090"/>
                    <a:pt x="8751" y="2217"/>
                    <a:pt x="8687" y="2308"/>
                  </a:cubicBezTo>
                  <a:lnTo>
                    <a:pt x="8057" y="3255"/>
                  </a:lnTo>
                  <a:cubicBezTo>
                    <a:pt x="8012" y="3322"/>
                    <a:pt x="8008" y="3406"/>
                    <a:pt x="8047" y="3477"/>
                  </a:cubicBezTo>
                  <a:cubicBezTo>
                    <a:pt x="8181" y="3709"/>
                    <a:pt x="8283" y="3955"/>
                    <a:pt x="8356" y="4215"/>
                  </a:cubicBezTo>
                  <a:cubicBezTo>
                    <a:pt x="8378" y="4289"/>
                    <a:pt x="8437" y="4349"/>
                    <a:pt x="8518" y="4363"/>
                  </a:cubicBezTo>
                  <a:lnTo>
                    <a:pt x="9630" y="4585"/>
                  </a:lnTo>
                  <a:cubicBezTo>
                    <a:pt x="9739" y="4610"/>
                    <a:pt x="9820" y="4705"/>
                    <a:pt x="9820" y="4817"/>
                  </a:cubicBezTo>
                  <a:lnTo>
                    <a:pt x="9820" y="5426"/>
                  </a:lnTo>
                  <a:cubicBezTo>
                    <a:pt x="9820" y="5535"/>
                    <a:pt x="9739" y="5633"/>
                    <a:pt x="9630" y="5654"/>
                  </a:cubicBezTo>
                  <a:lnTo>
                    <a:pt x="8518" y="5880"/>
                  </a:lnTo>
                  <a:cubicBezTo>
                    <a:pt x="8437" y="5894"/>
                    <a:pt x="8378" y="5950"/>
                    <a:pt x="8356" y="6027"/>
                  </a:cubicBezTo>
                  <a:cubicBezTo>
                    <a:pt x="8304" y="6214"/>
                    <a:pt x="8233" y="6397"/>
                    <a:pt x="8149" y="6573"/>
                  </a:cubicBezTo>
                  <a:cubicBezTo>
                    <a:pt x="8070" y="6740"/>
                    <a:pt x="8209" y="6876"/>
                    <a:pt x="8347" y="6876"/>
                  </a:cubicBezTo>
                  <a:cubicBezTo>
                    <a:pt x="8418" y="6876"/>
                    <a:pt x="8488" y="6840"/>
                    <a:pt x="8529" y="6756"/>
                  </a:cubicBezTo>
                  <a:cubicBezTo>
                    <a:pt x="8606" y="6597"/>
                    <a:pt x="8670" y="6432"/>
                    <a:pt x="8722" y="6267"/>
                  </a:cubicBezTo>
                  <a:lnTo>
                    <a:pt x="9711" y="6066"/>
                  </a:lnTo>
                  <a:cubicBezTo>
                    <a:pt x="10017" y="6006"/>
                    <a:pt x="10239" y="5735"/>
                    <a:pt x="10239" y="5422"/>
                  </a:cubicBezTo>
                  <a:lnTo>
                    <a:pt x="10239" y="4817"/>
                  </a:lnTo>
                  <a:cubicBezTo>
                    <a:pt x="10239" y="4504"/>
                    <a:pt x="10017" y="4233"/>
                    <a:pt x="9711" y="4173"/>
                  </a:cubicBezTo>
                  <a:lnTo>
                    <a:pt x="8722" y="3973"/>
                  </a:lnTo>
                  <a:cubicBezTo>
                    <a:pt x="8659" y="3769"/>
                    <a:pt x="8575" y="3572"/>
                    <a:pt x="8476" y="3382"/>
                  </a:cubicBezTo>
                  <a:lnTo>
                    <a:pt x="9036" y="2544"/>
                  </a:lnTo>
                  <a:cubicBezTo>
                    <a:pt x="9208" y="2280"/>
                    <a:pt x="9173" y="1935"/>
                    <a:pt x="8955" y="1714"/>
                  </a:cubicBezTo>
                  <a:lnTo>
                    <a:pt x="8525" y="1285"/>
                  </a:lnTo>
                  <a:cubicBezTo>
                    <a:pt x="8399" y="1158"/>
                    <a:pt x="8231" y="1093"/>
                    <a:pt x="8062" y="1093"/>
                  </a:cubicBezTo>
                  <a:cubicBezTo>
                    <a:pt x="7934" y="1093"/>
                    <a:pt x="7807" y="1130"/>
                    <a:pt x="7695" y="1204"/>
                  </a:cubicBezTo>
                  <a:lnTo>
                    <a:pt x="6858" y="1763"/>
                  </a:lnTo>
                  <a:cubicBezTo>
                    <a:pt x="6668" y="1665"/>
                    <a:pt x="6471" y="1580"/>
                    <a:pt x="6267" y="1517"/>
                  </a:cubicBezTo>
                  <a:lnTo>
                    <a:pt x="6066" y="528"/>
                  </a:lnTo>
                  <a:cubicBezTo>
                    <a:pt x="6006" y="222"/>
                    <a:pt x="5735" y="0"/>
                    <a:pt x="5422" y="0"/>
                  </a:cubicBezTo>
                  <a:close/>
                  <a:moveTo>
                    <a:pt x="9880" y="8710"/>
                  </a:moveTo>
                  <a:cubicBezTo>
                    <a:pt x="9591" y="8710"/>
                    <a:pt x="9296" y="8817"/>
                    <a:pt x="9057" y="9057"/>
                  </a:cubicBezTo>
                  <a:cubicBezTo>
                    <a:pt x="8314" y="9799"/>
                    <a:pt x="8839" y="11069"/>
                    <a:pt x="9891" y="11069"/>
                  </a:cubicBezTo>
                  <a:cubicBezTo>
                    <a:pt x="10151" y="11069"/>
                    <a:pt x="10404" y="10981"/>
                    <a:pt x="10608" y="10823"/>
                  </a:cubicBezTo>
                  <a:cubicBezTo>
                    <a:pt x="10787" y="10684"/>
                    <a:pt x="10655" y="10442"/>
                    <a:pt x="10481" y="10442"/>
                  </a:cubicBezTo>
                  <a:cubicBezTo>
                    <a:pt x="10439" y="10442"/>
                    <a:pt x="10394" y="10456"/>
                    <a:pt x="10351" y="10489"/>
                  </a:cubicBezTo>
                  <a:cubicBezTo>
                    <a:pt x="10218" y="10591"/>
                    <a:pt x="10056" y="10647"/>
                    <a:pt x="9891" y="10647"/>
                  </a:cubicBezTo>
                  <a:cubicBezTo>
                    <a:pt x="9884" y="10647"/>
                    <a:pt x="9878" y="10647"/>
                    <a:pt x="9871" y="10647"/>
                  </a:cubicBezTo>
                  <a:cubicBezTo>
                    <a:pt x="9454" y="10647"/>
                    <a:pt x="9113" y="10310"/>
                    <a:pt x="9113" y="9891"/>
                  </a:cubicBezTo>
                  <a:cubicBezTo>
                    <a:pt x="9113" y="9471"/>
                    <a:pt x="9454" y="9134"/>
                    <a:pt x="9871" y="9134"/>
                  </a:cubicBezTo>
                  <a:cubicBezTo>
                    <a:pt x="9878" y="9134"/>
                    <a:pt x="9884" y="9134"/>
                    <a:pt x="9891" y="9134"/>
                  </a:cubicBezTo>
                  <a:lnTo>
                    <a:pt x="9887" y="9134"/>
                  </a:lnTo>
                  <a:cubicBezTo>
                    <a:pt x="10306" y="9134"/>
                    <a:pt x="10647" y="9472"/>
                    <a:pt x="10647" y="9891"/>
                  </a:cubicBezTo>
                  <a:cubicBezTo>
                    <a:pt x="10647" y="10007"/>
                    <a:pt x="10742" y="10102"/>
                    <a:pt x="10858" y="10102"/>
                  </a:cubicBezTo>
                  <a:cubicBezTo>
                    <a:pt x="10974" y="10102"/>
                    <a:pt x="11066" y="10007"/>
                    <a:pt x="11066" y="9891"/>
                  </a:cubicBezTo>
                  <a:cubicBezTo>
                    <a:pt x="11066" y="9181"/>
                    <a:pt x="10485" y="8710"/>
                    <a:pt x="9880" y="8710"/>
                  </a:cubicBezTo>
                  <a:close/>
                  <a:moveTo>
                    <a:pt x="9690" y="6457"/>
                  </a:moveTo>
                  <a:cubicBezTo>
                    <a:pt x="9451" y="6457"/>
                    <a:pt x="9243" y="6626"/>
                    <a:pt x="9197" y="6861"/>
                  </a:cubicBezTo>
                  <a:lnTo>
                    <a:pt x="9074" y="7470"/>
                  </a:lnTo>
                  <a:cubicBezTo>
                    <a:pt x="8965" y="7505"/>
                    <a:pt x="8856" y="7547"/>
                    <a:pt x="8754" y="7600"/>
                  </a:cubicBezTo>
                  <a:lnTo>
                    <a:pt x="8237" y="7255"/>
                  </a:lnTo>
                  <a:cubicBezTo>
                    <a:pt x="8151" y="7200"/>
                    <a:pt x="8054" y="7172"/>
                    <a:pt x="7956" y="7172"/>
                  </a:cubicBezTo>
                  <a:cubicBezTo>
                    <a:pt x="7826" y="7172"/>
                    <a:pt x="7697" y="7222"/>
                    <a:pt x="7600" y="7319"/>
                  </a:cubicBezTo>
                  <a:lnTo>
                    <a:pt x="7319" y="7600"/>
                  </a:lnTo>
                  <a:cubicBezTo>
                    <a:pt x="7150" y="7773"/>
                    <a:pt x="7121" y="8036"/>
                    <a:pt x="7255" y="8237"/>
                  </a:cubicBezTo>
                  <a:lnTo>
                    <a:pt x="7600" y="8754"/>
                  </a:lnTo>
                  <a:cubicBezTo>
                    <a:pt x="7530" y="8895"/>
                    <a:pt x="7470" y="9046"/>
                    <a:pt x="7428" y="9201"/>
                  </a:cubicBezTo>
                  <a:cubicBezTo>
                    <a:pt x="7383" y="9362"/>
                    <a:pt x="7512" y="9468"/>
                    <a:pt x="7638" y="9468"/>
                  </a:cubicBezTo>
                  <a:cubicBezTo>
                    <a:pt x="7721" y="9468"/>
                    <a:pt x="7803" y="9422"/>
                    <a:pt x="7832" y="9314"/>
                  </a:cubicBezTo>
                  <a:cubicBezTo>
                    <a:pt x="7878" y="9148"/>
                    <a:pt x="7945" y="8994"/>
                    <a:pt x="8026" y="8846"/>
                  </a:cubicBezTo>
                  <a:cubicBezTo>
                    <a:pt x="8064" y="8775"/>
                    <a:pt x="8064" y="8691"/>
                    <a:pt x="8019" y="8624"/>
                  </a:cubicBezTo>
                  <a:lnTo>
                    <a:pt x="7607" y="8005"/>
                  </a:lnTo>
                  <a:cubicBezTo>
                    <a:pt x="7582" y="7970"/>
                    <a:pt x="7589" y="7927"/>
                    <a:pt x="7618" y="7899"/>
                  </a:cubicBezTo>
                  <a:lnTo>
                    <a:pt x="7899" y="7618"/>
                  </a:lnTo>
                  <a:cubicBezTo>
                    <a:pt x="7915" y="7602"/>
                    <a:pt x="7936" y="7594"/>
                    <a:pt x="7957" y="7594"/>
                  </a:cubicBezTo>
                  <a:cubicBezTo>
                    <a:pt x="7972" y="7594"/>
                    <a:pt x="7988" y="7598"/>
                    <a:pt x="8001" y="7607"/>
                  </a:cubicBezTo>
                  <a:lnTo>
                    <a:pt x="8624" y="8019"/>
                  </a:lnTo>
                  <a:cubicBezTo>
                    <a:pt x="8658" y="8044"/>
                    <a:pt x="8700" y="8056"/>
                    <a:pt x="8741" y="8056"/>
                  </a:cubicBezTo>
                  <a:cubicBezTo>
                    <a:pt x="8776" y="8056"/>
                    <a:pt x="8811" y="8047"/>
                    <a:pt x="8842" y="8029"/>
                  </a:cubicBezTo>
                  <a:cubicBezTo>
                    <a:pt x="8990" y="7945"/>
                    <a:pt x="9148" y="7878"/>
                    <a:pt x="9314" y="7832"/>
                  </a:cubicBezTo>
                  <a:cubicBezTo>
                    <a:pt x="9387" y="7811"/>
                    <a:pt x="9447" y="7751"/>
                    <a:pt x="9461" y="7674"/>
                  </a:cubicBezTo>
                  <a:lnTo>
                    <a:pt x="9609" y="6942"/>
                  </a:lnTo>
                  <a:cubicBezTo>
                    <a:pt x="9616" y="6904"/>
                    <a:pt x="9651" y="6875"/>
                    <a:pt x="9690" y="6875"/>
                  </a:cubicBezTo>
                  <a:lnTo>
                    <a:pt x="10088" y="6875"/>
                  </a:lnTo>
                  <a:cubicBezTo>
                    <a:pt x="10126" y="6875"/>
                    <a:pt x="10161" y="6904"/>
                    <a:pt x="10169" y="6942"/>
                  </a:cubicBezTo>
                  <a:lnTo>
                    <a:pt x="10316" y="7674"/>
                  </a:lnTo>
                  <a:cubicBezTo>
                    <a:pt x="10330" y="7751"/>
                    <a:pt x="10390" y="7811"/>
                    <a:pt x="10464" y="7832"/>
                  </a:cubicBezTo>
                  <a:cubicBezTo>
                    <a:pt x="10629" y="7878"/>
                    <a:pt x="10788" y="7945"/>
                    <a:pt x="10936" y="8029"/>
                  </a:cubicBezTo>
                  <a:cubicBezTo>
                    <a:pt x="10966" y="8047"/>
                    <a:pt x="11001" y="8056"/>
                    <a:pt x="11035" y="8056"/>
                  </a:cubicBezTo>
                  <a:cubicBezTo>
                    <a:pt x="11076" y="8056"/>
                    <a:pt x="11117" y="8044"/>
                    <a:pt x="11154" y="8019"/>
                  </a:cubicBezTo>
                  <a:lnTo>
                    <a:pt x="11773" y="7607"/>
                  </a:lnTo>
                  <a:cubicBezTo>
                    <a:pt x="11788" y="7598"/>
                    <a:pt x="11804" y="7594"/>
                    <a:pt x="11820" y="7594"/>
                  </a:cubicBezTo>
                  <a:cubicBezTo>
                    <a:pt x="11842" y="7594"/>
                    <a:pt x="11862" y="7602"/>
                    <a:pt x="11878" y="7618"/>
                  </a:cubicBezTo>
                  <a:lnTo>
                    <a:pt x="12160" y="7899"/>
                  </a:lnTo>
                  <a:cubicBezTo>
                    <a:pt x="12188" y="7927"/>
                    <a:pt x="12195" y="7970"/>
                    <a:pt x="12171" y="8005"/>
                  </a:cubicBezTo>
                  <a:lnTo>
                    <a:pt x="11759" y="8624"/>
                  </a:lnTo>
                  <a:cubicBezTo>
                    <a:pt x="11713" y="8691"/>
                    <a:pt x="11710" y="8775"/>
                    <a:pt x="11752" y="8846"/>
                  </a:cubicBezTo>
                  <a:cubicBezTo>
                    <a:pt x="11833" y="8994"/>
                    <a:pt x="11900" y="9148"/>
                    <a:pt x="11945" y="9314"/>
                  </a:cubicBezTo>
                  <a:cubicBezTo>
                    <a:pt x="11966" y="9391"/>
                    <a:pt x="12030" y="9447"/>
                    <a:pt x="12107" y="9461"/>
                  </a:cubicBezTo>
                  <a:lnTo>
                    <a:pt x="12836" y="9609"/>
                  </a:lnTo>
                  <a:cubicBezTo>
                    <a:pt x="12874" y="9616"/>
                    <a:pt x="12902" y="9651"/>
                    <a:pt x="12902" y="9690"/>
                  </a:cubicBezTo>
                  <a:lnTo>
                    <a:pt x="12902" y="10088"/>
                  </a:lnTo>
                  <a:cubicBezTo>
                    <a:pt x="12902" y="10130"/>
                    <a:pt x="12874" y="10162"/>
                    <a:pt x="12836" y="10172"/>
                  </a:cubicBezTo>
                  <a:lnTo>
                    <a:pt x="12107" y="10316"/>
                  </a:lnTo>
                  <a:cubicBezTo>
                    <a:pt x="12030" y="10331"/>
                    <a:pt x="11966" y="10390"/>
                    <a:pt x="11945" y="10468"/>
                  </a:cubicBezTo>
                  <a:cubicBezTo>
                    <a:pt x="11900" y="10630"/>
                    <a:pt x="11833" y="10788"/>
                    <a:pt x="11752" y="10936"/>
                  </a:cubicBezTo>
                  <a:cubicBezTo>
                    <a:pt x="11710" y="11003"/>
                    <a:pt x="11713" y="11091"/>
                    <a:pt x="11759" y="11154"/>
                  </a:cubicBezTo>
                  <a:lnTo>
                    <a:pt x="12171" y="11777"/>
                  </a:lnTo>
                  <a:cubicBezTo>
                    <a:pt x="12195" y="11808"/>
                    <a:pt x="12188" y="11854"/>
                    <a:pt x="12160" y="11882"/>
                  </a:cubicBezTo>
                  <a:lnTo>
                    <a:pt x="11878" y="12164"/>
                  </a:lnTo>
                  <a:cubicBezTo>
                    <a:pt x="11862" y="12180"/>
                    <a:pt x="11842" y="12188"/>
                    <a:pt x="11820" y="12188"/>
                  </a:cubicBezTo>
                  <a:cubicBezTo>
                    <a:pt x="11804" y="12188"/>
                    <a:pt x="11788" y="12183"/>
                    <a:pt x="11773" y="12174"/>
                  </a:cubicBezTo>
                  <a:lnTo>
                    <a:pt x="11154" y="11759"/>
                  </a:lnTo>
                  <a:cubicBezTo>
                    <a:pt x="11118" y="11737"/>
                    <a:pt x="11077" y="11725"/>
                    <a:pt x="11037" y="11725"/>
                  </a:cubicBezTo>
                  <a:cubicBezTo>
                    <a:pt x="11002" y="11725"/>
                    <a:pt x="10967" y="11734"/>
                    <a:pt x="10936" y="11752"/>
                  </a:cubicBezTo>
                  <a:cubicBezTo>
                    <a:pt x="10788" y="11833"/>
                    <a:pt x="10629" y="11900"/>
                    <a:pt x="10464" y="11945"/>
                  </a:cubicBezTo>
                  <a:cubicBezTo>
                    <a:pt x="10390" y="11967"/>
                    <a:pt x="10330" y="12030"/>
                    <a:pt x="10316" y="12107"/>
                  </a:cubicBezTo>
                  <a:lnTo>
                    <a:pt x="10169" y="12839"/>
                  </a:lnTo>
                  <a:cubicBezTo>
                    <a:pt x="10161" y="12878"/>
                    <a:pt x="10126" y="12903"/>
                    <a:pt x="10088" y="12906"/>
                  </a:cubicBezTo>
                  <a:lnTo>
                    <a:pt x="9690" y="12906"/>
                  </a:lnTo>
                  <a:cubicBezTo>
                    <a:pt x="9651" y="12903"/>
                    <a:pt x="9616" y="12878"/>
                    <a:pt x="9609" y="12839"/>
                  </a:cubicBezTo>
                  <a:lnTo>
                    <a:pt x="9461" y="12107"/>
                  </a:lnTo>
                  <a:cubicBezTo>
                    <a:pt x="9447" y="12030"/>
                    <a:pt x="9387" y="11967"/>
                    <a:pt x="9314" y="11945"/>
                  </a:cubicBezTo>
                  <a:cubicBezTo>
                    <a:pt x="9148" y="11900"/>
                    <a:pt x="8990" y="11833"/>
                    <a:pt x="8842" y="11752"/>
                  </a:cubicBezTo>
                  <a:cubicBezTo>
                    <a:pt x="8811" y="11734"/>
                    <a:pt x="8775" y="11725"/>
                    <a:pt x="8739" y="11725"/>
                  </a:cubicBezTo>
                  <a:cubicBezTo>
                    <a:pt x="8698" y="11725"/>
                    <a:pt x="8658" y="11737"/>
                    <a:pt x="8624" y="11759"/>
                  </a:cubicBezTo>
                  <a:lnTo>
                    <a:pt x="8001" y="12174"/>
                  </a:lnTo>
                  <a:cubicBezTo>
                    <a:pt x="7988" y="12183"/>
                    <a:pt x="7972" y="12188"/>
                    <a:pt x="7957" y="12188"/>
                  </a:cubicBezTo>
                  <a:cubicBezTo>
                    <a:pt x="7936" y="12188"/>
                    <a:pt x="7915" y="12180"/>
                    <a:pt x="7899" y="12164"/>
                  </a:cubicBezTo>
                  <a:lnTo>
                    <a:pt x="7618" y="11882"/>
                  </a:lnTo>
                  <a:cubicBezTo>
                    <a:pt x="7589" y="11854"/>
                    <a:pt x="7582" y="11808"/>
                    <a:pt x="7607" y="11777"/>
                  </a:cubicBezTo>
                  <a:lnTo>
                    <a:pt x="8019" y="11154"/>
                  </a:lnTo>
                  <a:cubicBezTo>
                    <a:pt x="8064" y="11091"/>
                    <a:pt x="8064" y="11003"/>
                    <a:pt x="8026" y="10936"/>
                  </a:cubicBezTo>
                  <a:cubicBezTo>
                    <a:pt x="7945" y="10788"/>
                    <a:pt x="7878" y="10630"/>
                    <a:pt x="7832" y="10468"/>
                  </a:cubicBezTo>
                  <a:cubicBezTo>
                    <a:pt x="7811" y="10390"/>
                    <a:pt x="7748" y="10331"/>
                    <a:pt x="7670" y="10316"/>
                  </a:cubicBezTo>
                  <a:lnTo>
                    <a:pt x="6942" y="10172"/>
                  </a:lnTo>
                  <a:cubicBezTo>
                    <a:pt x="6903" y="10162"/>
                    <a:pt x="6875" y="10130"/>
                    <a:pt x="6875" y="10088"/>
                  </a:cubicBezTo>
                  <a:lnTo>
                    <a:pt x="6875" y="9690"/>
                  </a:lnTo>
                  <a:cubicBezTo>
                    <a:pt x="6875" y="9651"/>
                    <a:pt x="6903" y="9616"/>
                    <a:pt x="6942" y="9609"/>
                  </a:cubicBezTo>
                  <a:lnTo>
                    <a:pt x="6984" y="9599"/>
                  </a:lnTo>
                  <a:cubicBezTo>
                    <a:pt x="7097" y="9578"/>
                    <a:pt x="7171" y="9465"/>
                    <a:pt x="7150" y="9352"/>
                  </a:cubicBezTo>
                  <a:cubicBezTo>
                    <a:pt x="7128" y="9253"/>
                    <a:pt x="7040" y="9183"/>
                    <a:pt x="6942" y="9183"/>
                  </a:cubicBezTo>
                  <a:cubicBezTo>
                    <a:pt x="6929" y="9183"/>
                    <a:pt x="6916" y="9185"/>
                    <a:pt x="6903" y="9187"/>
                  </a:cubicBezTo>
                  <a:lnTo>
                    <a:pt x="6858" y="9198"/>
                  </a:lnTo>
                  <a:cubicBezTo>
                    <a:pt x="6622" y="9243"/>
                    <a:pt x="6453" y="9451"/>
                    <a:pt x="6453" y="9690"/>
                  </a:cubicBezTo>
                  <a:lnTo>
                    <a:pt x="6453" y="10088"/>
                  </a:lnTo>
                  <a:cubicBezTo>
                    <a:pt x="6453" y="10331"/>
                    <a:pt x="6622" y="10535"/>
                    <a:pt x="6858" y="10584"/>
                  </a:cubicBezTo>
                  <a:lnTo>
                    <a:pt x="7466" y="10703"/>
                  </a:lnTo>
                  <a:cubicBezTo>
                    <a:pt x="7501" y="10816"/>
                    <a:pt x="7547" y="10922"/>
                    <a:pt x="7596" y="11027"/>
                  </a:cubicBezTo>
                  <a:lnTo>
                    <a:pt x="7255" y="11544"/>
                  </a:lnTo>
                  <a:cubicBezTo>
                    <a:pt x="7121" y="11741"/>
                    <a:pt x="7146" y="12009"/>
                    <a:pt x="7319" y="12178"/>
                  </a:cubicBezTo>
                  <a:lnTo>
                    <a:pt x="7600" y="12459"/>
                  </a:lnTo>
                  <a:cubicBezTo>
                    <a:pt x="7697" y="12556"/>
                    <a:pt x="7826" y="12607"/>
                    <a:pt x="7956" y="12607"/>
                  </a:cubicBezTo>
                  <a:cubicBezTo>
                    <a:pt x="8052" y="12607"/>
                    <a:pt x="8148" y="12579"/>
                    <a:pt x="8233" y="12523"/>
                  </a:cubicBezTo>
                  <a:lnTo>
                    <a:pt x="8751" y="12181"/>
                  </a:lnTo>
                  <a:cubicBezTo>
                    <a:pt x="8856" y="12230"/>
                    <a:pt x="8962" y="12276"/>
                    <a:pt x="9074" y="12311"/>
                  </a:cubicBezTo>
                  <a:lnTo>
                    <a:pt x="9194" y="12920"/>
                  </a:lnTo>
                  <a:cubicBezTo>
                    <a:pt x="9243" y="13156"/>
                    <a:pt x="9447" y="13325"/>
                    <a:pt x="9690" y="13325"/>
                  </a:cubicBezTo>
                  <a:lnTo>
                    <a:pt x="10088" y="13325"/>
                  </a:lnTo>
                  <a:cubicBezTo>
                    <a:pt x="10327" y="13325"/>
                    <a:pt x="10534" y="13156"/>
                    <a:pt x="10580" y="12920"/>
                  </a:cubicBezTo>
                  <a:lnTo>
                    <a:pt x="10703" y="12311"/>
                  </a:lnTo>
                  <a:cubicBezTo>
                    <a:pt x="10812" y="12276"/>
                    <a:pt x="10921" y="12230"/>
                    <a:pt x="11023" y="12181"/>
                  </a:cubicBezTo>
                  <a:lnTo>
                    <a:pt x="11541" y="12523"/>
                  </a:lnTo>
                  <a:cubicBezTo>
                    <a:pt x="11626" y="12579"/>
                    <a:pt x="11723" y="12607"/>
                    <a:pt x="11819" y="12607"/>
                  </a:cubicBezTo>
                  <a:cubicBezTo>
                    <a:pt x="11949" y="12607"/>
                    <a:pt x="12078" y="12556"/>
                    <a:pt x="12178" y="12459"/>
                  </a:cubicBezTo>
                  <a:lnTo>
                    <a:pt x="12459" y="12178"/>
                  </a:lnTo>
                  <a:cubicBezTo>
                    <a:pt x="12628" y="12009"/>
                    <a:pt x="12653" y="11741"/>
                    <a:pt x="12522" y="11544"/>
                  </a:cubicBezTo>
                  <a:lnTo>
                    <a:pt x="12178" y="11027"/>
                  </a:lnTo>
                  <a:cubicBezTo>
                    <a:pt x="12230" y="10922"/>
                    <a:pt x="12273" y="10816"/>
                    <a:pt x="12308" y="10703"/>
                  </a:cubicBezTo>
                  <a:lnTo>
                    <a:pt x="12916" y="10584"/>
                  </a:lnTo>
                  <a:cubicBezTo>
                    <a:pt x="13152" y="10535"/>
                    <a:pt x="13321" y="10331"/>
                    <a:pt x="13321" y="10088"/>
                  </a:cubicBezTo>
                  <a:lnTo>
                    <a:pt x="13321" y="9690"/>
                  </a:lnTo>
                  <a:cubicBezTo>
                    <a:pt x="13321" y="9451"/>
                    <a:pt x="13156" y="9243"/>
                    <a:pt x="12920" y="9194"/>
                  </a:cubicBezTo>
                  <a:lnTo>
                    <a:pt x="12920" y="9198"/>
                  </a:lnTo>
                  <a:lnTo>
                    <a:pt x="12311" y="9074"/>
                  </a:lnTo>
                  <a:cubicBezTo>
                    <a:pt x="12276" y="8965"/>
                    <a:pt x="12230" y="8856"/>
                    <a:pt x="12178" y="8754"/>
                  </a:cubicBezTo>
                  <a:lnTo>
                    <a:pt x="12522" y="8237"/>
                  </a:lnTo>
                  <a:cubicBezTo>
                    <a:pt x="12656" y="8036"/>
                    <a:pt x="12628" y="7773"/>
                    <a:pt x="12459" y="7600"/>
                  </a:cubicBezTo>
                  <a:lnTo>
                    <a:pt x="12178" y="7319"/>
                  </a:lnTo>
                  <a:cubicBezTo>
                    <a:pt x="12081" y="7222"/>
                    <a:pt x="11952" y="7172"/>
                    <a:pt x="11822" y="7172"/>
                  </a:cubicBezTo>
                  <a:cubicBezTo>
                    <a:pt x="11725" y="7172"/>
                    <a:pt x="11628" y="7200"/>
                    <a:pt x="11544" y="7255"/>
                  </a:cubicBezTo>
                  <a:lnTo>
                    <a:pt x="11027" y="7600"/>
                  </a:lnTo>
                  <a:cubicBezTo>
                    <a:pt x="10921" y="7547"/>
                    <a:pt x="10816" y="7505"/>
                    <a:pt x="10703" y="7470"/>
                  </a:cubicBezTo>
                  <a:lnTo>
                    <a:pt x="10584" y="6861"/>
                  </a:lnTo>
                  <a:cubicBezTo>
                    <a:pt x="10534" y="6626"/>
                    <a:pt x="10330" y="6457"/>
                    <a:pt x="10088" y="6457"/>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10" name="Google Shape;22610;p91"/>
          <p:cNvGrpSpPr/>
          <p:nvPr/>
        </p:nvGrpSpPr>
        <p:grpSpPr>
          <a:xfrm>
            <a:off x="1342820" y="1992178"/>
            <a:ext cx="358737" cy="353245"/>
            <a:chOff x="1342820" y="1992178"/>
            <a:chExt cx="358737" cy="353245"/>
          </a:xfrm>
        </p:grpSpPr>
        <p:sp>
          <p:nvSpPr>
            <p:cNvPr id="22611" name="Google Shape;22611;p91"/>
            <p:cNvSpPr/>
            <p:nvPr/>
          </p:nvSpPr>
          <p:spPr>
            <a:xfrm>
              <a:off x="1353440" y="2147301"/>
              <a:ext cx="92346" cy="103069"/>
            </a:xfrm>
            <a:custGeom>
              <a:rect b="b" l="l" r="r" t="t"/>
              <a:pathLst>
                <a:path extrusionOk="0" h="3960" w="3548">
                  <a:moveTo>
                    <a:pt x="1035" y="1"/>
                  </a:moveTo>
                  <a:cubicBezTo>
                    <a:pt x="926" y="1"/>
                    <a:pt x="838" y="92"/>
                    <a:pt x="838" y="202"/>
                  </a:cubicBezTo>
                  <a:lnTo>
                    <a:pt x="838" y="1493"/>
                  </a:lnTo>
                  <a:cubicBezTo>
                    <a:pt x="838" y="1500"/>
                    <a:pt x="838" y="1507"/>
                    <a:pt x="838" y="1517"/>
                  </a:cubicBezTo>
                  <a:lnTo>
                    <a:pt x="838" y="1521"/>
                  </a:lnTo>
                  <a:cubicBezTo>
                    <a:pt x="838" y="1528"/>
                    <a:pt x="834" y="1535"/>
                    <a:pt x="834" y="1542"/>
                  </a:cubicBezTo>
                  <a:cubicBezTo>
                    <a:pt x="831" y="1549"/>
                    <a:pt x="827" y="1556"/>
                    <a:pt x="827" y="1563"/>
                  </a:cubicBezTo>
                  <a:lnTo>
                    <a:pt x="824" y="1567"/>
                  </a:lnTo>
                  <a:cubicBezTo>
                    <a:pt x="820" y="1574"/>
                    <a:pt x="817" y="1577"/>
                    <a:pt x="817" y="1584"/>
                  </a:cubicBezTo>
                  <a:lnTo>
                    <a:pt x="817" y="1588"/>
                  </a:lnTo>
                  <a:cubicBezTo>
                    <a:pt x="810" y="1591"/>
                    <a:pt x="806" y="1598"/>
                    <a:pt x="803" y="1605"/>
                  </a:cubicBezTo>
                  <a:lnTo>
                    <a:pt x="799" y="1609"/>
                  </a:lnTo>
                  <a:lnTo>
                    <a:pt x="785" y="1619"/>
                  </a:lnTo>
                  <a:lnTo>
                    <a:pt x="782" y="1623"/>
                  </a:lnTo>
                  <a:cubicBezTo>
                    <a:pt x="778" y="1630"/>
                    <a:pt x="771" y="1634"/>
                    <a:pt x="764" y="1637"/>
                  </a:cubicBezTo>
                  <a:lnTo>
                    <a:pt x="761" y="1641"/>
                  </a:lnTo>
                  <a:cubicBezTo>
                    <a:pt x="754" y="1644"/>
                    <a:pt x="750" y="1648"/>
                    <a:pt x="743" y="1651"/>
                  </a:cubicBezTo>
                  <a:lnTo>
                    <a:pt x="739" y="1651"/>
                  </a:lnTo>
                  <a:cubicBezTo>
                    <a:pt x="718" y="1660"/>
                    <a:pt x="697" y="1664"/>
                    <a:pt x="675" y="1664"/>
                  </a:cubicBezTo>
                  <a:cubicBezTo>
                    <a:pt x="584" y="1664"/>
                    <a:pt x="500" y="1589"/>
                    <a:pt x="500" y="1489"/>
                  </a:cubicBezTo>
                  <a:lnTo>
                    <a:pt x="500" y="1225"/>
                  </a:lnTo>
                  <a:lnTo>
                    <a:pt x="704" y="1187"/>
                  </a:lnTo>
                  <a:lnTo>
                    <a:pt x="440" y="1152"/>
                  </a:lnTo>
                  <a:lnTo>
                    <a:pt x="395" y="1148"/>
                  </a:lnTo>
                  <a:lnTo>
                    <a:pt x="296" y="1148"/>
                  </a:lnTo>
                  <a:lnTo>
                    <a:pt x="272" y="1152"/>
                  </a:lnTo>
                  <a:lnTo>
                    <a:pt x="257" y="1155"/>
                  </a:lnTo>
                  <a:lnTo>
                    <a:pt x="236" y="1159"/>
                  </a:lnTo>
                  <a:lnTo>
                    <a:pt x="222" y="1162"/>
                  </a:lnTo>
                  <a:lnTo>
                    <a:pt x="205" y="1169"/>
                  </a:lnTo>
                  <a:cubicBezTo>
                    <a:pt x="198" y="1173"/>
                    <a:pt x="194" y="1173"/>
                    <a:pt x="187" y="1176"/>
                  </a:cubicBezTo>
                  <a:lnTo>
                    <a:pt x="177" y="1183"/>
                  </a:lnTo>
                  <a:cubicBezTo>
                    <a:pt x="166" y="1187"/>
                    <a:pt x="159" y="1194"/>
                    <a:pt x="152" y="1197"/>
                  </a:cubicBezTo>
                  <a:cubicBezTo>
                    <a:pt x="1" y="1324"/>
                    <a:pt x="25" y="1746"/>
                    <a:pt x="50" y="2116"/>
                  </a:cubicBezTo>
                  <a:cubicBezTo>
                    <a:pt x="82" y="2633"/>
                    <a:pt x="627" y="3150"/>
                    <a:pt x="838" y="3305"/>
                  </a:cubicBezTo>
                  <a:cubicBezTo>
                    <a:pt x="880" y="3336"/>
                    <a:pt x="905" y="3386"/>
                    <a:pt x="905" y="3442"/>
                  </a:cubicBezTo>
                  <a:lnTo>
                    <a:pt x="905" y="3959"/>
                  </a:lnTo>
                  <a:lnTo>
                    <a:pt x="3062" y="3959"/>
                  </a:lnTo>
                  <a:lnTo>
                    <a:pt x="3062" y="3234"/>
                  </a:lnTo>
                  <a:cubicBezTo>
                    <a:pt x="3062" y="3182"/>
                    <a:pt x="3083" y="3132"/>
                    <a:pt x="3121" y="3101"/>
                  </a:cubicBezTo>
                  <a:cubicBezTo>
                    <a:pt x="3526" y="2759"/>
                    <a:pt x="3547" y="1999"/>
                    <a:pt x="3523" y="1736"/>
                  </a:cubicBezTo>
                  <a:cubicBezTo>
                    <a:pt x="3509" y="1732"/>
                    <a:pt x="3509" y="1725"/>
                    <a:pt x="3509" y="1718"/>
                  </a:cubicBezTo>
                  <a:lnTo>
                    <a:pt x="3509" y="708"/>
                  </a:lnTo>
                  <a:cubicBezTo>
                    <a:pt x="3509" y="662"/>
                    <a:pt x="3491" y="617"/>
                    <a:pt x="3463" y="582"/>
                  </a:cubicBezTo>
                  <a:lnTo>
                    <a:pt x="3473" y="574"/>
                  </a:lnTo>
                  <a:lnTo>
                    <a:pt x="3421" y="543"/>
                  </a:lnTo>
                  <a:cubicBezTo>
                    <a:pt x="3396" y="525"/>
                    <a:pt x="3368" y="515"/>
                    <a:pt x="3336" y="511"/>
                  </a:cubicBezTo>
                  <a:lnTo>
                    <a:pt x="3287" y="511"/>
                  </a:lnTo>
                  <a:cubicBezTo>
                    <a:pt x="3178" y="511"/>
                    <a:pt x="3090" y="599"/>
                    <a:pt x="3090" y="712"/>
                  </a:cubicBezTo>
                  <a:lnTo>
                    <a:pt x="3090" y="1144"/>
                  </a:lnTo>
                  <a:cubicBezTo>
                    <a:pt x="3090" y="1152"/>
                    <a:pt x="3090" y="1159"/>
                    <a:pt x="3090" y="1166"/>
                  </a:cubicBezTo>
                  <a:lnTo>
                    <a:pt x="3090" y="1173"/>
                  </a:lnTo>
                  <a:cubicBezTo>
                    <a:pt x="3090" y="1180"/>
                    <a:pt x="3086" y="1183"/>
                    <a:pt x="3086" y="1190"/>
                  </a:cubicBezTo>
                  <a:cubicBezTo>
                    <a:pt x="3083" y="1197"/>
                    <a:pt x="3079" y="1204"/>
                    <a:pt x="3076" y="1211"/>
                  </a:cubicBezTo>
                  <a:lnTo>
                    <a:pt x="3076" y="1218"/>
                  </a:lnTo>
                  <a:cubicBezTo>
                    <a:pt x="3072" y="1222"/>
                    <a:pt x="3069" y="1229"/>
                    <a:pt x="3065" y="1232"/>
                  </a:cubicBezTo>
                  <a:lnTo>
                    <a:pt x="3065" y="1236"/>
                  </a:lnTo>
                  <a:cubicBezTo>
                    <a:pt x="3062" y="1243"/>
                    <a:pt x="3058" y="1247"/>
                    <a:pt x="3055" y="1254"/>
                  </a:cubicBezTo>
                  <a:lnTo>
                    <a:pt x="3048" y="1257"/>
                  </a:lnTo>
                  <a:lnTo>
                    <a:pt x="3037" y="1271"/>
                  </a:lnTo>
                  <a:lnTo>
                    <a:pt x="3034" y="1275"/>
                  </a:lnTo>
                  <a:cubicBezTo>
                    <a:pt x="3026" y="1278"/>
                    <a:pt x="3019" y="1282"/>
                    <a:pt x="3016" y="1285"/>
                  </a:cubicBezTo>
                  <a:lnTo>
                    <a:pt x="3012" y="1289"/>
                  </a:lnTo>
                  <a:cubicBezTo>
                    <a:pt x="3005" y="1292"/>
                    <a:pt x="2998" y="1296"/>
                    <a:pt x="2991" y="1299"/>
                  </a:cubicBezTo>
                  <a:cubicBezTo>
                    <a:pt x="2970" y="1308"/>
                    <a:pt x="2948" y="1312"/>
                    <a:pt x="2927" y="1312"/>
                  </a:cubicBezTo>
                  <a:cubicBezTo>
                    <a:pt x="2835" y="1312"/>
                    <a:pt x="2752" y="1238"/>
                    <a:pt x="2752" y="1141"/>
                  </a:cubicBezTo>
                  <a:lnTo>
                    <a:pt x="2752" y="557"/>
                  </a:lnTo>
                  <a:cubicBezTo>
                    <a:pt x="2752" y="511"/>
                    <a:pt x="2734" y="465"/>
                    <a:pt x="2706" y="430"/>
                  </a:cubicBezTo>
                  <a:lnTo>
                    <a:pt x="2717" y="423"/>
                  </a:lnTo>
                  <a:lnTo>
                    <a:pt x="2664" y="392"/>
                  </a:lnTo>
                  <a:cubicBezTo>
                    <a:pt x="2639" y="374"/>
                    <a:pt x="2611" y="363"/>
                    <a:pt x="2580" y="360"/>
                  </a:cubicBezTo>
                  <a:lnTo>
                    <a:pt x="2534" y="360"/>
                  </a:lnTo>
                  <a:cubicBezTo>
                    <a:pt x="2456" y="360"/>
                    <a:pt x="2390" y="402"/>
                    <a:pt x="2358" y="469"/>
                  </a:cubicBezTo>
                  <a:lnTo>
                    <a:pt x="2351" y="479"/>
                  </a:lnTo>
                  <a:lnTo>
                    <a:pt x="2351" y="1035"/>
                  </a:lnTo>
                  <a:cubicBezTo>
                    <a:pt x="2351" y="1042"/>
                    <a:pt x="2351" y="1049"/>
                    <a:pt x="2351" y="1057"/>
                  </a:cubicBezTo>
                  <a:lnTo>
                    <a:pt x="2351" y="1064"/>
                  </a:lnTo>
                  <a:cubicBezTo>
                    <a:pt x="2351" y="1067"/>
                    <a:pt x="2347" y="1074"/>
                    <a:pt x="2347" y="1081"/>
                  </a:cubicBezTo>
                  <a:cubicBezTo>
                    <a:pt x="2344" y="1088"/>
                    <a:pt x="2340" y="1095"/>
                    <a:pt x="2340" y="1102"/>
                  </a:cubicBezTo>
                  <a:lnTo>
                    <a:pt x="2337" y="1106"/>
                  </a:lnTo>
                  <a:cubicBezTo>
                    <a:pt x="2333" y="1113"/>
                    <a:pt x="2330" y="1120"/>
                    <a:pt x="2326" y="1123"/>
                  </a:cubicBezTo>
                  <a:lnTo>
                    <a:pt x="2326" y="1127"/>
                  </a:lnTo>
                  <a:cubicBezTo>
                    <a:pt x="2323" y="1134"/>
                    <a:pt x="2319" y="1137"/>
                    <a:pt x="2316" y="1144"/>
                  </a:cubicBezTo>
                  <a:lnTo>
                    <a:pt x="2312" y="1148"/>
                  </a:lnTo>
                  <a:cubicBezTo>
                    <a:pt x="2305" y="1152"/>
                    <a:pt x="2302" y="1155"/>
                    <a:pt x="2298" y="1162"/>
                  </a:cubicBezTo>
                  <a:lnTo>
                    <a:pt x="2295" y="1162"/>
                  </a:lnTo>
                  <a:cubicBezTo>
                    <a:pt x="2288" y="1169"/>
                    <a:pt x="2284" y="1173"/>
                    <a:pt x="2277" y="1176"/>
                  </a:cubicBezTo>
                  <a:lnTo>
                    <a:pt x="2274" y="1180"/>
                  </a:lnTo>
                  <a:cubicBezTo>
                    <a:pt x="2266" y="1183"/>
                    <a:pt x="2259" y="1187"/>
                    <a:pt x="2252" y="1190"/>
                  </a:cubicBezTo>
                  <a:cubicBezTo>
                    <a:pt x="2231" y="1199"/>
                    <a:pt x="2208" y="1203"/>
                    <a:pt x="2187" y="1203"/>
                  </a:cubicBezTo>
                  <a:cubicBezTo>
                    <a:pt x="2094" y="1203"/>
                    <a:pt x="2013" y="1128"/>
                    <a:pt x="2013" y="1028"/>
                  </a:cubicBezTo>
                  <a:lnTo>
                    <a:pt x="2013" y="420"/>
                  </a:lnTo>
                  <a:cubicBezTo>
                    <a:pt x="2010" y="367"/>
                    <a:pt x="1989" y="321"/>
                    <a:pt x="1950" y="286"/>
                  </a:cubicBezTo>
                  <a:lnTo>
                    <a:pt x="1964" y="279"/>
                  </a:lnTo>
                  <a:lnTo>
                    <a:pt x="1911" y="251"/>
                  </a:lnTo>
                  <a:cubicBezTo>
                    <a:pt x="1886" y="233"/>
                    <a:pt x="1858" y="223"/>
                    <a:pt x="1827" y="219"/>
                  </a:cubicBezTo>
                  <a:lnTo>
                    <a:pt x="1823" y="219"/>
                  </a:lnTo>
                  <a:cubicBezTo>
                    <a:pt x="1820" y="217"/>
                    <a:pt x="1816" y="216"/>
                    <a:pt x="1813" y="216"/>
                  </a:cubicBezTo>
                  <a:cubicBezTo>
                    <a:pt x="1809" y="216"/>
                    <a:pt x="1806" y="217"/>
                    <a:pt x="1802" y="219"/>
                  </a:cubicBezTo>
                  <a:lnTo>
                    <a:pt x="1777" y="219"/>
                  </a:lnTo>
                  <a:cubicBezTo>
                    <a:pt x="1775" y="219"/>
                    <a:pt x="1772" y="219"/>
                    <a:pt x="1769" y="219"/>
                  </a:cubicBezTo>
                  <a:cubicBezTo>
                    <a:pt x="1698" y="219"/>
                    <a:pt x="1635" y="260"/>
                    <a:pt x="1601" y="321"/>
                  </a:cubicBezTo>
                  <a:lnTo>
                    <a:pt x="1598" y="332"/>
                  </a:lnTo>
                  <a:lnTo>
                    <a:pt x="1598" y="1035"/>
                  </a:lnTo>
                  <a:cubicBezTo>
                    <a:pt x="1598" y="1042"/>
                    <a:pt x="1598" y="1049"/>
                    <a:pt x="1598" y="1057"/>
                  </a:cubicBezTo>
                  <a:lnTo>
                    <a:pt x="1598" y="1064"/>
                  </a:lnTo>
                  <a:cubicBezTo>
                    <a:pt x="1594" y="1067"/>
                    <a:pt x="1594" y="1074"/>
                    <a:pt x="1591" y="1081"/>
                  </a:cubicBezTo>
                  <a:cubicBezTo>
                    <a:pt x="1591" y="1088"/>
                    <a:pt x="1587" y="1095"/>
                    <a:pt x="1584" y="1102"/>
                  </a:cubicBezTo>
                  <a:lnTo>
                    <a:pt x="1584" y="1106"/>
                  </a:lnTo>
                  <a:cubicBezTo>
                    <a:pt x="1580" y="1113"/>
                    <a:pt x="1577" y="1120"/>
                    <a:pt x="1573" y="1123"/>
                  </a:cubicBezTo>
                  <a:lnTo>
                    <a:pt x="1573" y="1127"/>
                  </a:lnTo>
                  <a:cubicBezTo>
                    <a:pt x="1570" y="1134"/>
                    <a:pt x="1566" y="1137"/>
                    <a:pt x="1559" y="1144"/>
                  </a:cubicBezTo>
                  <a:lnTo>
                    <a:pt x="1556" y="1148"/>
                  </a:lnTo>
                  <a:cubicBezTo>
                    <a:pt x="1552" y="1152"/>
                    <a:pt x="1549" y="1155"/>
                    <a:pt x="1545" y="1162"/>
                  </a:cubicBezTo>
                  <a:lnTo>
                    <a:pt x="1542" y="1162"/>
                  </a:lnTo>
                  <a:cubicBezTo>
                    <a:pt x="1535" y="1169"/>
                    <a:pt x="1528" y="1173"/>
                    <a:pt x="1524" y="1176"/>
                  </a:cubicBezTo>
                  <a:lnTo>
                    <a:pt x="1517" y="1180"/>
                  </a:lnTo>
                  <a:cubicBezTo>
                    <a:pt x="1514" y="1183"/>
                    <a:pt x="1507" y="1187"/>
                    <a:pt x="1499" y="1190"/>
                  </a:cubicBezTo>
                  <a:lnTo>
                    <a:pt x="1496" y="1190"/>
                  </a:lnTo>
                  <a:cubicBezTo>
                    <a:pt x="1475" y="1199"/>
                    <a:pt x="1453" y="1203"/>
                    <a:pt x="1432" y="1203"/>
                  </a:cubicBezTo>
                  <a:cubicBezTo>
                    <a:pt x="1340" y="1203"/>
                    <a:pt x="1257" y="1128"/>
                    <a:pt x="1257" y="1028"/>
                  </a:cubicBezTo>
                  <a:lnTo>
                    <a:pt x="1257" y="198"/>
                  </a:lnTo>
                  <a:cubicBezTo>
                    <a:pt x="1257" y="152"/>
                    <a:pt x="1239" y="107"/>
                    <a:pt x="1211" y="71"/>
                  </a:cubicBezTo>
                  <a:lnTo>
                    <a:pt x="1222" y="64"/>
                  </a:lnTo>
                  <a:lnTo>
                    <a:pt x="1169" y="33"/>
                  </a:lnTo>
                  <a:cubicBezTo>
                    <a:pt x="1144" y="19"/>
                    <a:pt x="1116" y="8"/>
                    <a:pt x="1088"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2" name="Google Shape;22612;p91"/>
            <p:cNvSpPr/>
            <p:nvPr/>
          </p:nvSpPr>
          <p:spPr>
            <a:xfrm>
              <a:off x="1484670" y="2006024"/>
              <a:ext cx="99477" cy="117957"/>
            </a:xfrm>
            <a:custGeom>
              <a:rect b="b" l="l" r="r" t="t"/>
              <a:pathLst>
                <a:path extrusionOk="0" h="4532" w="3822">
                  <a:moveTo>
                    <a:pt x="1516" y="1"/>
                  </a:moveTo>
                  <a:cubicBezTo>
                    <a:pt x="1479" y="1"/>
                    <a:pt x="1444" y="12"/>
                    <a:pt x="1411" y="32"/>
                  </a:cubicBezTo>
                  <a:cubicBezTo>
                    <a:pt x="1366" y="56"/>
                    <a:pt x="1334" y="102"/>
                    <a:pt x="1324" y="155"/>
                  </a:cubicBezTo>
                  <a:lnTo>
                    <a:pt x="936" y="1590"/>
                  </a:lnTo>
                  <a:cubicBezTo>
                    <a:pt x="936" y="1597"/>
                    <a:pt x="933" y="1604"/>
                    <a:pt x="929" y="1615"/>
                  </a:cubicBezTo>
                  <a:lnTo>
                    <a:pt x="926" y="1618"/>
                  </a:lnTo>
                  <a:cubicBezTo>
                    <a:pt x="922" y="1626"/>
                    <a:pt x="919" y="1633"/>
                    <a:pt x="915" y="1640"/>
                  </a:cubicBezTo>
                  <a:cubicBezTo>
                    <a:pt x="908" y="1647"/>
                    <a:pt x="905" y="1654"/>
                    <a:pt x="898" y="1661"/>
                  </a:cubicBezTo>
                  <a:lnTo>
                    <a:pt x="894" y="1664"/>
                  </a:lnTo>
                  <a:cubicBezTo>
                    <a:pt x="891" y="1668"/>
                    <a:pt x="884" y="1675"/>
                    <a:pt x="880" y="1678"/>
                  </a:cubicBezTo>
                  <a:lnTo>
                    <a:pt x="877" y="1682"/>
                  </a:lnTo>
                  <a:cubicBezTo>
                    <a:pt x="870" y="1685"/>
                    <a:pt x="863" y="1689"/>
                    <a:pt x="856" y="1696"/>
                  </a:cubicBezTo>
                  <a:lnTo>
                    <a:pt x="849" y="1699"/>
                  </a:lnTo>
                  <a:cubicBezTo>
                    <a:pt x="824" y="1712"/>
                    <a:pt x="798" y="1717"/>
                    <a:pt x="773" y="1717"/>
                  </a:cubicBezTo>
                  <a:cubicBezTo>
                    <a:pt x="703" y="1717"/>
                    <a:pt x="635" y="1674"/>
                    <a:pt x="609" y="1604"/>
                  </a:cubicBezTo>
                  <a:lnTo>
                    <a:pt x="602" y="1587"/>
                  </a:lnTo>
                  <a:lnTo>
                    <a:pt x="384" y="1495"/>
                  </a:lnTo>
                  <a:lnTo>
                    <a:pt x="152" y="1397"/>
                  </a:lnTo>
                  <a:lnTo>
                    <a:pt x="138" y="1439"/>
                  </a:lnTo>
                  <a:cubicBezTo>
                    <a:pt x="85" y="1626"/>
                    <a:pt x="43" y="1812"/>
                    <a:pt x="15" y="2002"/>
                  </a:cubicBezTo>
                  <a:cubicBezTo>
                    <a:pt x="4" y="2062"/>
                    <a:pt x="1" y="2122"/>
                    <a:pt x="1" y="2178"/>
                  </a:cubicBezTo>
                  <a:cubicBezTo>
                    <a:pt x="11" y="2688"/>
                    <a:pt x="405" y="3212"/>
                    <a:pt x="490" y="3321"/>
                  </a:cubicBezTo>
                  <a:lnTo>
                    <a:pt x="507" y="3343"/>
                  </a:lnTo>
                  <a:cubicBezTo>
                    <a:pt x="532" y="3374"/>
                    <a:pt x="546" y="3413"/>
                    <a:pt x="546" y="3455"/>
                  </a:cubicBezTo>
                  <a:lnTo>
                    <a:pt x="546" y="4532"/>
                  </a:lnTo>
                  <a:lnTo>
                    <a:pt x="2682" y="4532"/>
                  </a:lnTo>
                  <a:lnTo>
                    <a:pt x="2682" y="3828"/>
                  </a:lnTo>
                  <a:cubicBezTo>
                    <a:pt x="2685" y="3761"/>
                    <a:pt x="2720" y="3701"/>
                    <a:pt x="2777" y="3673"/>
                  </a:cubicBezTo>
                  <a:cubicBezTo>
                    <a:pt x="3340" y="3388"/>
                    <a:pt x="3480" y="2445"/>
                    <a:pt x="3480" y="2438"/>
                  </a:cubicBezTo>
                  <a:cubicBezTo>
                    <a:pt x="3484" y="2428"/>
                    <a:pt x="3484" y="2421"/>
                    <a:pt x="3487" y="2414"/>
                  </a:cubicBezTo>
                  <a:lnTo>
                    <a:pt x="3811" y="1260"/>
                  </a:lnTo>
                  <a:cubicBezTo>
                    <a:pt x="3822" y="1196"/>
                    <a:pt x="3804" y="1129"/>
                    <a:pt x="3762" y="1084"/>
                  </a:cubicBezTo>
                  <a:lnTo>
                    <a:pt x="3776" y="1077"/>
                  </a:lnTo>
                  <a:lnTo>
                    <a:pt x="3716" y="1048"/>
                  </a:lnTo>
                  <a:cubicBezTo>
                    <a:pt x="3699" y="1038"/>
                    <a:pt x="3681" y="1031"/>
                    <a:pt x="3660" y="1024"/>
                  </a:cubicBezTo>
                  <a:lnTo>
                    <a:pt x="3639" y="1020"/>
                  </a:lnTo>
                  <a:cubicBezTo>
                    <a:pt x="3623" y="1017"/>
                    <a:pt x="3608" y="1015"/>
                    <a:pt x="3593" y="1015"/>
                  </a:cubicBezTo>
                  <a:cubicBezTo>
                    <a:pt x="3503" y="1015"/>
                    <a:pt x="3420" y="1075"/>
                    <a:pt x="3399" y="1168"/>
                  </a:cubicBezTo>
                  <a:lnTo>
                    <a:pt x="3213" y="1773"/>
                  </a:lnTo>
                  <a:cubicBezTo>
                    <a:pt x="3209" y="1780"/>
                    <a:pt x="3206" y="1787"/>
                    <a:pt x="3202" y="1794"/>
                  </a:cubicBezTo>
                  <a:lnTo>
                    <a:pt x="3199" y="1801"/>
                  </a:lnTo>
                  <a:cubicBezTo>
                    <a:pt x="3199" y="1805"/>
                    <a:pt x="3195" y="1808"/>
                    <a:pt x="3192" y="1812"/>
                  </a:cubicBezTo>
                  <a:cubicBezTo>
                    <a:pt x="3174" y="1840"/>
                    <a:pt x="3146" y="1865"/>
                    <a:pt x="3114" y="1879"/>
                  </a:cubicBezTo>
                  <a:lnTo>
                    <a:pt x="3100" y="1882"/>
                  </a:lnTo>
                  <a:cubicBezTo>
                    <a:pt x="3083" y="1889"/>
                    <a:pt x="3065" y="1893"/>
                    <a:pt x="3048" y="1893"/>
                  </a:cubicBezTo>
                  <a:cubicBezTo>
                    <a:pt x="3030" y="1893"/>
                    <a:pt x="3012" y="1889"/>
                    <a:pt x="2995" y="1882"/>
                  </a:cubicBezTo>
                  <a:cubicBezTo>
                    <a:pt x="2903" y="1854"/>
                    <a:pt x="2854" y="1759"/>
                    <a:pt x="2882" y="1668"/>
                  </a:cubicBezTo>
                  <a:lnTo>
                    <a:pt x="3065" y="1080"/>
                  </a:lnTo>
                  <a:lnTo>
                    <a:pt x="3100" y="939"/>
                  </a:lnTo>
                  <a:cubicBezTo>
                    <a:pt x="3114" y="876"/>
                    <a:pt x="3100" y="809"/>
                    <a:pt x="3055" y="764"/>
                  </a:cubicBezTo>
                  <a:lnTo>
                    <a:pt x="3069" y="753"/>
                  </a:lnTo>
                  <a:lnTo>
                    <a:pt x="2998" y="718"/>
                  </a:lnTo>
                  <a:cubicBezTo>
                    <a:pt x="2995" y="714"/>
                    <a:pt x="2988" y="714"/>
                    <a:pt x="2981" y="711"/>
                  </a:cubicBezTo>
                  <a:cubicBezTo>
                    <a:pt x="2974" y="707"/>
                    <a:pt x="2967" y="707"/>
                    <a:pt x="2956" y="704"/>
                  </a:cubicBezTo>
                  <a:lnTo>
                    <a:pt x="2931" y="700"/>
                  </a:lnTo>
                  <a:cubicBezTo>
                    <a:pt x="2916" y="697"/>
                    <a:pt x="2901" y="695"/>
                    <a:pt x="2886" y="695"/>
                  </a:cubicBezTo>
                  <a:cubicBezTo>
                    <a:pt x="2824" y="695"/>
                    <a:pt x="2764" y="724"/>
                    <a:pt x="2724" y="778"/>
                  </a:cubicBezTo>
                  <a:lnTo>
                    <a:pt x="2720" y="781"/>
                  </a:lnTo>
                  <a:lnTo>
                    <a:pt x="2509" y="1492"/>
                  </a:lnTo>
                  <a:cubicBezTo>
                    <a:pt x="2509" y="1499"/>
                    <a:pt x="2506" y="1506"/>
                    <a:pt x="2502" y="1516"/>
                  </a:cubicBezTo>
                  <a:lnTo>
                    <a:pt x="2499" y="1520"/>
                  </a:lnTo>
                  <a:cubicBezTo>
                    <a:pt x="2495" y="1527"/>
                    <a:pt x="2492" y="1534"/>
                    <a:pt x="2488" y="1541"/>
                  </a:cubicBezTo>
                  <a:lnTo>
                    <a:pt x="2485" y="1545"/>
                  </a:lnTo>
                  <a:cubicBezTo>
                    <a:pt x="2481" y="1548"/>
                    <a:pt x="2478" y="1555"/>
                    <a:pt x="2471" y="1559"/>
                  </a:cubicBezTo>
                  <a:lnTo>
                    <a:pt x="2464" y="1566"/>
                  </a:lnTo>
                  <a:lnTo>
                    <a:pt x="2456" y="1576"/>
                  </a:lnTo>
                  <a:cubicBezTo>
                    <a:pt x="2442" y="1587"/>
                    <a:pt x="2428" y="1594"/>
                    <a:pt x="2411" y="1601"/>
                  </a:cubicBezTo>
                  <a:cubicBezTo>
                    <a:pt x="2390" y="1611"/>
                    <a:pt x="2369" y="1615"/>
                    <a:pt x="2344" y="1615"/>
                  </a:cubicBezTo>
                  <a:cubicBezTo>
                    <a:pt x="2228" y="1615"/>
                    <a:pt x="2147" y="1506"/>
                    <a:pt x="2179" y="1397"/>
                  </a:cubicBezTo>
                  <a:lnTo>
                    <a:pt x="2404" y="633"/>
                  </a:lnTo>
                  <a:lnTo>
                    <a:pt x="2404" y="630"/>
                  </a:lnTo>
                  <a:cubicBezTo>
                    <a:pt x="2418" y="566"/>
                    <a:pt x="2400" y="500"/>
                    <a:pt x="2358" y="454"/>
                  </a:cubicBezTo>
                  <a:lnTo>
                    <a:pt x="2369" y="447"/>
                  </a:lnTo>
                  <a:lnTo>
                    <a:pt x="2312" y="415"/>
                  </a:lnTo>
                  <a:cubicBezTo>
                    <a:pt x="2295" y="405"/>
                    <a:pt x="2277" y="398"/>
                    <a:pt x="2256" y="394"/>
                  </a:cubicBezTo>
                  <a:lnTo>
                    <a:pt x="2235" y="387"/>
                  </a:lnTo>
                  <a:cubicBezTo>
                    <a:pt x="2221" y="384"/>
                    <a:pt x="2207" y="383"/>
                    <a:pt x="2194" y="383"/>
                  </a:cubicBezTo>
                  <a:cubicBezTo>
                    <a:pt x="2134" y="383"/>
                    <a:pt x="2078" y="408"/>
                    <a:pt x="2038" y="454"/>
                  </a:cubicBezTo>
                  <a:lnTo>
                    <a:pt x="2034" y="461"/>
                  </a:lnTo>
                  <a:lnTo>
                    <a:pt x="1788" y="1319"/>
                  </a:lnTo>
                  <a:cubicBezTo>
                    <a:pt x="1784" y="1330"/>
                    <a:pt x="1781" y="1337"/>
                    <a:pt x="1777" y="1344"/>
                  </a:cubicBezTo>
                  <a:lnTo>
                    <a:pt x="1774" y="1351"/>
                  </a:lnTo>
                  <a:cubicBezTo>
                    <a:pt x="1770" y="1355"/>
                    <a:pt x="1767" y="1362"/>
                    <a:pt x="1763" y="1369"/>
                  </a:cubicBezTo>
                  <a:lnTo>
                    <a:pt x="1760" y="1372"/>
                  </a:lnTo>
                  <a:cubicBezTo>
                    <a:pt x="1756" y="1379"/>
                    <a:pt x="1753" y="1383"/>
                    <a:pt x="1746" y="1390"/>
                  </a:cubicBezTo>
                  <a:lnTo>
                    <a:pt x="1739" y="1397"/>
                  </a:lnTo>
                  <a:lnTo>
                    <a:pt x="1732" y="1404"/>
                  </a:lnTo>
                  <a:cubicBezTo>
                    <a:pt x="1718" y="1414"/>
                    <a:pt x="1704" y="1421"/>
                    <a:pt x="1689" y="1428"/>
                  </a:cubicBezTo>
                  <a:lnTo>
                    <a:pt x="1675" y="1436"/>
                  </a:lnTo>
                  <a:cubicBezTo>
                    <a:pt x="1658" y="1443"/>
                    <a:pt x="1640" y="1446"/>
                    <a:pt x="1619" y="1446"/>
                  </a:cubicBezTo>
                  <a:cubicBezTo>
                    <a:pt x="1506" y="1446"/>
                    <a:pt x="1422" y="1333"/>
                    <a:pt x="1454" y="1224"/>
                  </a:cubicBezTo>
                  <a:lnTo>
                    <a:pt x="1707" y="341"/>
                  </a:lnTo>
                  <a:lnTo>
                    <a:pt x="1732" y="250"/>
                  </a:lnTo>
                  <a:cubicBezTo>
                    <a:pt x="1742" y="197"/>
                    <a:pt x="1735" y="144"/>
                    <a:pt x="1707" y="102"/>
                  </a:cubicBezTo>
                  <a:cubicBezTo>
                    <a:pt x="1700" y="91"/>
                    <a:pt x="1693" y="81"/>
                    <a:pt x="1686" y="74"/>
                  </a:cubicBezTo>
                  <a:lnTo>
                    <a:pt x="1700" y="67"/>
                  </a:lnTo>
                  <a:lnTo>
                    <a:pt x="1640" y="35"/>
                  </a:lnTo>
                  <a:cubicBezTo>
                    <a:pt x="1623" y="25"/>
                    <a:pt x="1601" y="18"/>
                    <a:pt x="1584" y="11"/>
                  </a:cubicBezTo>
                  <a:lnTo>
                    <a:pt x="1563" y="7"/>
                  </a:lnTo>
                  <a:cubicBezTo>
                    <a:pt x="1547" y="3"/>
                    <a:pt x="1531" y="1"/>
                    <a:pt x="1516"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3" name="Google Shape;22613;p91"/>
            <p:cNvSpPr/>
            <p:nvPr/>
          </p:nvSpPr>
          <p:spPr>
            <a:xfrm>
              <a:off x="1597864" y="2116459"/>
              <a:ext cx="92346" cy="102939"/>
            </a:xfrm>
            <a:custGeom>
              <a:rect b="b" l="l" r="r" t="t"/>
              <a:pathLst>
                <a:path extrusionOk="0" h="3955" w="3548">
                  <a:moveTo>
                    <a:pt x="1045" y="0"/>
                  </a:moveTo>
                  <a:cubicBezTo>
                    <a:pt x="933" y="0"/>
                    <a:pt x="845" y="88"/>
                    <a:pt x="845" y="197"/>
                  </a:cubicBezTo>
                  <a:lnTo>
                    <a:pt x="845" y="1492"/>
                  </a:lnTo>
                  <a:cubicBezTo>
                    <a:pt x="845" y="1499"/>
                    <a:pt x="845" y="1506"/>
                    <a:pt x="845" y="1513"/>
                  </a:cubicBezTo>
                  <a:lnTo>
                    <a:pt x="845" y="1520"/>
                  </a:lnTo>
                  <a:cubicBezTo>
                    <a:pt x="845" y="1527"/>
                    <a:pt x="845" y="1534"/>
                    <a:pt x="841" y="1538"/>
                  </a:cubicBezTo>
                  <a:cubicBezTo>
                    <a:pt x="838" y="1545"/>
                    <a:pt x="838" y="1552"/>
                    <a:pt x="834" y="1559"/>
                  </a:cubicBezTo>
                  <a:lnTo>
                    <a:pt x="831" y="1566"/>
                  </a:lnTo>
                  <a:cubicBezTo>
                    <a:pt x="827" y="1569"/>
                    <a:pt x="827" y="1577"/>
                    <a:pt x="824" y="1580"/>
                  </a:cubicBezTo>
                  <a:lnTo>
                    <a:pt x="824" y="1584"/>
                  </a:lnTo>
                  <a:cubicBezTo>
                    <a:pt x="820" y="1591"/>
                    <a:pt x="813" y="1594"/>
                    <a:pt x="810" y="1601"/>
                  </a:cubicBezTo>
                  <a:lnTo>
                    <a:pt x="806" y="1605"/>
                  </a:lnTo>
                  <a:lnTo>
                    <a:pt x="792" y="1619"/>
                  </a:lnTo>
                  <a:lnTo>
                    <a:pt x="789" y="1622"/>
                  </a:lnTo>
                  <a:cubicBezTo>
                    <a:pt x="785" y="1626"/>
                    <a:pt x="778" y="1629"/>
                    <a:pt x="771" y="1636"/>
                  </a:cubicBezTo>
                  <a:lnTo>
                    <a:pt x="767" y="1636"/>
                  </a:lnTo>
                  <a:cubicBezTo>
                    <a:pt x="760" y="1640"/>
                    <a:pt x="757" y="1643"/>
                    <a:pt x="750" y="1647"/>
                  </a:cubicBezTo>
                  <a:lnTo>
                    <a:pt x="746" y="1647"/>
                  </a:lnTo>
                  <a:cubicBezTo>
                    <a:pt x="724" y="1657"/>
                    <a:pt x="701" y="1661"/>
                    <a:pt x="679" y="1661"/>
                  </a:cubicBezTo>
                  <a:cubicBezTo>
                    <a:pt x="589" y="1661"/>
                    <a:pt x="507" y="1587"/>
                    <a:pt x="507" y="1489"/>
                  </a:cubicBezTo>
                  <a:lnTo>
                    <a:pt x="507" y="1225"/>
                  </a:lnTo>
                  <a:lnTo>
                    <a:pt x="708" y="1186"/>
                  </a:lnTo>
                  <a:lnTo>
                    <a:pt x="444" y="1151"/>
                  </a:lnTo>
                  <a:lnTo>
                    <a:pt x="402" y="1147"/>
                  </a:lnTo>
                  <a:lnTo>
                    <a:pt x="296" y="1147"/>
                  </a:lnTo>
                  <a:lnTo>
                    <a:pt x="268" y="1151"/>
                  </a:lnTo>
                  <a:lnTo>
                    <a:pt x="254" y="1151"/>
                  </a:lnTo>
                  <a:lnTo>
                    <a:pt x="233" y="1154"/>
                  </a:lnTo>
                  <a:lnTo>
                    <a:pt x="219" y="1161"/>
                  </a:lnTo>
                  <a:lnTo>
                    <a:pt x="201" y="1165"/>
                  </a:lnTo>
                  <a:cubicBezTo>
                    <a:pt x="197" y="1168"/>
                    <a:pt x="190" y="1172"/>
                    <a:pt x="183" y="1175"/>
                  </a:cubicBezTo>
                  <a:lnTo>
                    <a:pt x="173" y="1179"/>
                  </a:lnTo>
                  <a:cubicBezTo>
                    <a:pt x="166" y="1182"/>
                    <a:pt x="159" y="1189"/>
                    <a:pt x="152" y="1197"/>
                  </a:cubicBezTo>
                  <a:cubicBezTo>
                    <a:pt x="0" y="1323"/>
                    <a:pt x="25" y="1742"/>
                    <a:pt x="46" y="2111"/>
                  </a:cubicBezTo>
                  <a:cubicBezTo>
                    <a:pt x="85" y="2734"/>
                    <a:pt x="827" y="3294"/>
                    <a:pt x="834" y="3301"/>
                  </a:cubicBezTo>
                  <a:cubicBezTo>
                    <a:pt x="880" y="3332"/>
                    <a:pt x="905" y="3385"/>
                    <a:pt x="905" y="3438"/>
                  </a:cubicBezTo>
                  <a:lnTo>
                    <a:pt x="905" y="3955"/>
                  </a:lnTo>
                  <a:lnTo>
                    <a:pt x="3061" y="3955"/>
                  </a:lnTo>
                  <a:lnTo>
                    <a:pt x="3061" y="3230"/>
                  </a:lnTo>
                  <a:cubicBezTo>
                    <a:pt x="3058" y="3181"/>
                    <a:pt x="3083" y="3132"/>
                    <a:pt x="3121" y="3100"/>
                  </a:cubicBezTo>
                  <a:cubicBezTo>
                    <a:pt x="3526" y="2755"/>
                    <a:pt x="3547" y="1995"/>
                    <a:pt x="3522" y="1731"/>
                  </a:cubicBezTo>
                  <a:cubicBezTo>
                    <a:pt x="3519" y="1728"/>
                    <a:pt x="3519" y="1721"/>
                    <a:pt x="3519" y="1714"/>
                  </a:cubicBezTo>
                  <a:lnTo>
                    <a:pt x="3519" y="704"/>
                  </a:lnTo>
                  <a:cubicBezTo>
                    <a:pt x="3519" y="655"/>
                    <a:pt x="3501" y="612"/>
                    <a:pt x="3473" y="574"/>
                  </a:cubicBezTo>
                  <a:lnTo>
                    <a:pt x="3484" y="567"/>
                  </a:lnTo>
                  <a:lnTo>
                    <a:pt x="3431" y="539"/>
                  </a:lnTo>
                  <a:cubicBezTo>
                    <a:pt x="3406" y="521"/>
                    <a:pt x="3378" y="510"/>
                    <a:pt x="3346" y="507"/>
                  </a:cubicBezTo>
                  <a:lnTo>
                    <a:pt x="3297" y="507"/>
                  </a:lnTo>
                  <a:cubicBezTo>
                    <a:pt x="3188" y="507"/>
                    <a:pt x="3100" y="595"/>
                    <a:pt x="3100" y="704"/>
                  </a:cubicBezTo>
                  <a:lnTo>
                    <a:pt x="3100" y="1137"/>
                  </a:lnTo>
                  <a:cubicBezTo>
                    <a:pt x="3100" y="1144"/>
                    <a:pt x="3100" y="1154"/>
                    <a:pt x="3100" y="1161"/>
                  </a:cubicBezTo>
                  <a:lnTo>
                    <a:pt x="3100" y="1165"/>
                  </a:lnTo>
                  <a:cubicBezTo>
                    <a:pt x="3100" y="1172"/>
                    <a:pt x="3097" y="1179"/>
                    <a:pt x="3097" y="1186"/>
                  </a:cubicBezTo>
                  <a:cubicBezTo>
                    <a:pt x="3093" y="1193"/>
                    <a:pt x="3090" y="1200"/>
                    <a:pt x="3090" y="1207"/>
                  </a:cubicBezTo>
                  <a:lnTo>
                    <a:pt x="3086" y="1211"/>
                  </a:lnTo>
                  <a:cubicBezTo>
                    <a:pt x="3083" y="1218"/>
                    <a:pt x="3079" y="1221"/>
                    <a:pt x="3079" y="1228"/>
                  </a:cubicBezTo>
                  <a:lnTo>
                    <a:pt x="3079" y="1232"/>
                  </a:lnTo>
                  <a:cubicBezTo>
                    <a:pt x="3072" y="1239"/>
                    <a:pt x="3069" y="1242"/>
                    <a:pt x="3065" y="1249"/>
                  </a:cubicBezTo>
                  <a:lnTo>
                    <a:pt x="3061" y="1253"/>
                  </a:lnTo>
                  <a:lnTo>
                    <a:pt x="3047" y="1263"/>
                  </a:lnTo>
                  <a:lnTo>
                    <a:pt x="3044" y="1267"/>
                  </a:lnTo>
                  <a:cubicBezTo>
                    <a:pt x="3037" y="1274"/>
                    <a:pt x="3033" y="1277"/>
                    <a:pt x="3026" y="1281"/>
                  </a:cubicBezTo>
                  <a:lnTo>
                    <a:pt x="3023" y="1284"/>
                  </a:lnTo>
                  <a:cubicBezTo>
                    <a:pt x="3016" y="1288"/>
                    <a:pt x="3009" y="1292"/>
                    <a:pt x="3002" y="1295"/>
                  </a:cubicBezTo>
                  <a:cubicBezTo>
                    <a:pt x="2981" y="1304"/>
                    <a:pt x="2959" y="1308"/>
                    <a:pt x="2938" y="1308"/>
                  </a:cubicBezTo>
                  <a:cubicBezTo>
                    <a:pt x="2846" y="1308"/>
                    <a:pt x="2763" y="1233"/>
                    <a:pt x="2766" y="1133"/>
                  </a:cubicBezTo>
                  <a:lnTo>
                    <a:pt x="2766" y="553"/>
                  </a:lnTo>
                  <a:cubicBezTo>
                    <a:pt x="2766" y="503"/>
                    <a:pt x="2748" y="461"/>
                    <a:pt x="2717" y="422"/>
                  </a:cubicBezTo>
                  <a:lnTo>
                    <a:pt x="2731" y="415"/>
                  </a:lnTo>
                  <a:lnTo>
                    <a:pt x="2678" y="387"/>
                  </a:lnTo>
                  <a:cubicBezTo>
                    <a:pt x="2653" y="370"/>
                    <a:pt x="2622" y="359"/>
                    <a:pt x="2594" y="356"/>
                  </a:cubicBezTo>
                  <a:lnTo>
                    <a:pt x="2537" y="356"/>
                  </a:lnTo>
                  <a:cubicBezTo>
                    <a:pt x="2463" y="356"/>
                    <a:pt x="2397" y="398"/>
                    <a:pt x="2361" y="465"/>
                  </a:cubicBezTo>
                  <a:lnTo>
                    <a:pt x="2358" y="472"/>
                  </a:lnTo>
                  <a:lnTo>
                    <a:pt x="2358" y="1031"/>
                  </a:lnTo>
                  <a:cubicBezTo>
                    <a:pt x="2358" y="1038"/>
                    <a:pt x="2358" y="1045"/>
                    <a:pt x="2358" y="1052"/>
                  </a:cubicBezTo>
                  <a:lnTo>
                    <a:pt x="2358" y="1059"/>
                  </a:lnTo>
                  <a:cubicBezTo>
                    <a:pt x="2354" y="1066"/>
                    <a:pt x="2354" y="1070"/>
                    <a:pt x="2351" y="1077"/>
                  </a:cubicBezTo>
                  <a:cubicBezTo>
                    <a:pt x="2351" y="1084"/>
                    <a:pt x="2347" y="1091"/>
                    <a:pt x="2344" y="1098"/>
                  </a:cubicBezTo>
                  <a:lnTo>
                    <a:pt x="2344" y="1105"/>
                  </a:lnTo>
                  <a:cubicBezTo>
                    <a:pt x="2340" y="1109"/>
                    <a:pt x="2337" y="1116"/>
                    <a:pt x="2333" y="1119"/>
                  </a:cubicBezTo>
                  <a:lnTo>
                    <a:pt x="2333" y="1123"/>
                  </a:lnTo>
                  <a:cubicBezTo>
                    <a:pt x="2330" y="1130"/>
                    <a:pt x="2326" y="1133"/>
                    <a:pt x="2319" y="1140"/>
                  </a:cubicBezTo>
                  <a:lnTo>
                    <a:pt x="2316" y="1144"/>
                  </a:lnTo>
                  <a:lnTo>
                    <a:pt x="2305" y="1158"/>
                  </a:lnTo>
                  <a:lnTo>
                    <a:pt x="2302" y="1161"/>
                  </a:lnTo>
                  <a:cubicBezTo>
                    <a:pt x="2294" y="1165"/>
                    <a:pt x="2287" y="1168"/>
                    <a:pt x="2284" y="1172"/>
                  </a:cubicBezTo>
                  <a:lnTo>
                    <a:pt x="2277" y="1175"/>
                  </a:lnTo>
                  <a:cubicBezTo>
                    <a:pt x="2273" y="1179"/>
                    <a:pt x="2266" y="1182"/>
                    <a:pt x="2259" y="1186"/>
                  </a:cubicBezTo>
                  <a:cubicBezTo>
                    <a:pt x="2238" y="1195"/>
                    <a:pt x="2216" y="1199"/>
                    <a:pt x="2195" y="1199"/>
                  </a:cubicBezTo>
                  <a:cubicBezTo>
                    <a:pt x="2103" y="1199"/>
                    <a:pt x="2020" y="1125"/>
                    <a:pt x="2020" y="1028"/>
                  </a:cubicBezTo>
                  <a:lnTo>
                    <a:pt x="2020" y="412"/>
                  </a:lnTo>
                  <a:cubicBezTo>
                    <a:pt x="2020" y="363"/>
                    <a:pt x="2002" y="317"/>
                    <a:pt x="1974" y="282"/>
                  </a:cubicBezTo>
                  <a:lnTo>
                    <a:pt x="1985" y="275"/>
                  </a:lnTo>
                  <a:lnTo>
                    <a:pt x="1932" y="247"/>
                  </a:lnTo>
                  <a:cubicBezTo>
                    <a:pt x="1907" y="229"/>
                    <a:pt x="1879" y="218"/>
                    <a:pt x="1848" y="215"/>
                  </a:cubicBezTo>
                  <a:lnTo>
                    <a:pt x="1791" y="215"/>
                  </a:lnTo>
                  <a:cubicBezTo>
                    <a:pt x="1717" y="215"/>
                    <a:pt x="1647" y="254"/>
                    <a:pt x="1615" y="320"/>
                  </a:cubicBezTo>
                  <a:lnTo>
                    <a:pt x="1608" y="327"/>
                  </a:lnTo>
                  <a:lnTo>
                    <a:pt x="1608" y="1031"/>
                  </a:lnTo>
                  <a:cubicBezTo>
                    <a:pt x="1608" y="1038"/>
                    <a:pt x="1608" y="1045"/>
                    <a:pt x="1608" y="1052"/>
                  </a:cubicBezTo>
                  <a:lnTo>
                    <a:pt x="1608" y="1059"/>
                  </a:lnTo>
                  <a:cubicBezTo>
                    <a:pt x="1608" y="1066"/>
                    <a:pt x="1605" y="1070"/>
                    <a:pt x="1605" y="1077"/>
                  </a:cubicBezTo>
                  <a:cubicBezTo>
                    <a:pt x="1601" y="1084"/>
                    <a:pt x="1598" y="1091"/>
                    <a:pt x="1598" y="1098"/>
                  </a:cubicBezTo>
                  <a:lnTo>
                    <a:pt x="1594" y="1105"/>
                  </a:lnTo>
                  <a:cubicBezTo>
                    <a:pt x="1591" y="1109"/>
                    <a:pt x="1587" y="1116"/>
                    <a:pt x="1584" y="1119"/>
                  </a:cubicBezTo>
                  <a:lnTo>
                    <a:pt x="1584" y="1123"/>
                  </a:lnTo>
                  <a:cubicBezTo>
                    <a:pt x="1580" y="1130"/>
                    <a:pt x="1577" y="1133"/>
                    <a:pt x="1573" y="1140"/>
                  </a:cubicBezTo>
                  <a:lnTo>
                    <a:pt x="1570" y="1144"/>
                  </a:lnTo>
                  <a:lnTo>
                    <a:pt x="1556" y="1158"/>
                  </a:lnTo>
                  <a:lnTo>
                    <a:pt x="1552" y="1161"/>
                  </a:lnTo>
                  <a:cubicBezTo>
                    <a:pt x="1545" y="1165"/>
                    <a:pt x="1542" y="1168"/>
                    <a:pt x="1534" y="1172"/>
                  </a:cubicBezTo>
                  <a:lnTo>
                    <a:pt x="1531" y="1175"/>
                  </a:lnTo>
                  <a:cubicBezTo>
                    <a:pt x="1524" y="1179"/>
                    <a:pt x="1517" y="1182"/>
                    <a:pt x="1513" y="1186"/>
                  </a:cubicBezTo>
                  <a:lnTo>
                    <a:pt x="1510" y="1186"/>
                  </a:lnTo>
                  <a:cubicBezTo>
                    <a:pt x="1488" y="1195"/>
                    <a:pt x="1466" y="1199"/>
                    <a:pt x="1444" y="1199"/>
                  </a:cubicBezTo>
                  <a:cubicBezTo>
                    <a:pt x="1353" y="1199"/>
                    <a:pt x="1271" y="1127"/>
                    <a:pt x="1271" y="1028"/>
                  </a:cubicBezTo>
                  <a:lnTo>
                    <a:pt x="1271" y="197"/>
                  </a:lnTo>
                  <a:cubicBezTo>
                    <a:pt x="1271" y="148"/>
                    <a:pt x="1253" y="102"/>
                    <a:pt x="1225" y="67"/>
                  </a:cubicBezTo>
                  <a:lnTo>
                    <a:pt x="1235" y="60"/>
                  </a:lnTo>
                  <a:lnTo>
                    <a:pt x="1183" y="32"/>
                  </a:lnTo>
                  <a:cubicBezTo>
                    <a:pt x="1158" y="14"/>
                    <a:pt x="1130" y="4"/>
                    <a:pt x="1098"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4" name="Google Shape;22614;p91"/>
            <p:cNvSpPr/>
            <p:nvPr/>
          </p:nvSpPr>
          <p:spPr>
            <a:xfrm>
              <a:off x="1353179" y="2177259"/>
              <a:ext cx="29489" cy="73189"/>
            </a:xfrm>
            <a:custGeom>
              <a:rect b="b" l="l" r="r" t="t"/>
              <a:pathLst>
                <a:path extrusionOk="0" h="2812" w="1133">
                  <a:moveTo>
                    <a:pt x="296" y="1"/>
                  </a:moveTo>
                  <a:lnTo>
                    <a:pt x="267" y="4"/>
                  </a:lnTo>
                  <a:lnTo>
                    <a:pt x="253" y="4"/>
                  </a:lnTo>
                  <a:lnTo>
                    <a:pt x="232" y="11"/>
                  </a:lnTo>
                  <a:lnTo>
                    <a:pt x="218" y="15"/>
                  </a:lnTo>
                  <a:lnTo>
                    <a:pt x="201" y="22"/>
                  </a:lnTo>
                  <a:cubicBezTo>
                    <a:pt x="197" y="22"/>
                    <a:pt x="190" y="25"/>
                    <a:pt x="187" y="29"/>
                  </a:cubicBezTo>
                  <a:lnTo>
                    <a:pt x="172" y="32"/>
                  </a:lnTo>
                  <a:cubicBezTo>
                    <a:pt x="165" y="39"/>
                    <a:pt x="158" y="43"/>
                    <a:pt x="151" y="50"/>
                  </a:cubicBezTo>
                  <a:cubicBezTo>
                    <a:pt x="0" y="176"/>
                    <a:pt x="25" y="595"/>
                    <a:pt x="46" y="968"/>
                  </a:cubicBezTo>
                  <a:cubicBezTo>
                    <a:pt x="77" y="1485"/>
                    <a:pt x="626" y="1999"/>
                    <a:pt x="834" y="2154"/>
                  </a:cubicBezTo>
                  <a:cubicBezTo>
                    <a:pt x="880" y="2185"/>
                    <a:pt x="904" y="2238"/>
                    <a:pt x="904" y="2291"/>
                  </a:cubicBezTo>
                  <a:lnTo>
                    <a:pt x="904" y="2812"/>
                  </a:lnTo>
                  <a:lnTo>
                    <a:pt x="1133" y="2812"/>
                  </a:lnTo>
                  <a:lnTo>
                    <a:pt x="1133" y="2291"/>
                  </a:lnTo>
                  <a:cubicBezTo>
                    <a:pt x="1133" y="2235"/>
                    <a:pt x="1108" y="2185"/>
                    <a:pt x="1063" y="2154"/>
                  </a:cubicBezTo>
                  <a:cubicBezTo>
                    <a:pt x="855" y="1999"/>
                    <a:pt x="306" y="1482"/>
                    <a:pt x="274" y="965"/>
                  </a:cubicBezTo>
                  <a:cubicBezTo>
                    <a:pt x="253" y="595"/>
                    <a:pt x="225" y="173"/>
                    <a:pt x="377" y="50"/>
                  </a:cubicBezTo>
                  <a:cubicBezTo>
                    <a:pt x="384" y="43"/>
                    <a:pt x="394" y="36"/>
                    <a:pt x="401" y="32"/>
                  </a:cubicBezTo>
                  <a:lnTo>
                    <a:pt x="412" y="25"/>
                  </a:lnTo>
                  <a:cubicBezTo>
                    <a:pt x="419" y="22"/>
                    <a:pt x="422" y="22"/>
                    <a:pt x="429" y="18"/>
                  </a:cubicBezTo>
                  <a:lnTo>
                    <a:pt x="447" y="11"/>
                  </a:lnTo>
                  <a:lnTo>
                    <a:pt x="461" y="8"/>
                  </a:lnTo>
                  <a:lnTo>
                    <a:pt x="464" y="8"/>
                  </a:lnTo>
                  <a:lnTo>
                    <a:pt x="436" y="4"/>
                  </a:lnTo>
                  <a:lnTo>
                    <a:pt x="394"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5" name="Google Shape;22615;p91"/>
            <p:cNvSpPr/>
            <p:nvPr/>
          </p:nvSpPr>
          <p:spPr>
            <a:xfrm>
              <a:off x="1432303" y="2160680"/>
              <a:ext cx="9812" cy="20744"/>
            </a:xfrm>
            <a:custGeom>
              <a:rect b="b" l="l" r="r" t="t"/>
              <a:pathLst>
                <a:path extrusionOk="0" h="797" w="377">
                  <a:moveTo>
                    <a:pt x="250" y="1"/>
                  </a:moveTo>
                  <a:cubicBezTo>
                    <a:pt x="141" y="1"/>
                    <a:pt x="53" y="89"/>
                    <a:pt x="53" y="198"/>
                  </a:cubicBezTo>
                  <a:lnTo>
                    <a:pt x="53" y="630"/>
                  </a:lnTo>
                  <a:cubicBezTo>
                    <a:pt x="53" y="638"/>
                    <a:pt x="53" y="645"/>
                    <a:pt x="53" y="652"/>
                  </a:cubicBezTo>
                  <a:lnTo>
                    <a:pt x="53" y="659"/>
                  </a:lnTo>
                  <a:cubicBezTo>
                    <a:pt x="49" y="666"/>
                    <a:pt x="49" y="673"/>
                    <a:pt x="46" y="680"/>
                  </a:cubicBezTo>
                  <a:cubicBezTo>
                    <a:pt x="46" y="687"/>
                    <a:pt x="42" y="694"/>
                    <a:pt x="39" y="701"/>
                  </a:cubicBezTo>
                  <a:lnTo>
                    <a:pt x="35" y="704"/>
                  </a:lnTo>
                  <a:cubicBezTo>
                    <a:pt x="35" y="711"/>
                    <a:pt x="32" y="715"/>
                    <a:pt x="28" y="722"/>
                  </a:cubicBezTo>
                  <a:lnTo>
                    <a:pt x="28" y="725"/>
                  </a:lnTo>
                  <a:cubicBezTo>
                    <a:pt x="25" y="729"/>
                    <a:pt x="18" y="736"/>
                    <a:pt x="14" y="740"/>
                  </a:cubicBezTo>
                  <a:lnTo>
                    <a:pt x="11" y="747"/>
                  </a:lnTo>
                  <a:lnTo>
                    <a:pt x="0" y="757"/>
                  </a:lnTo>
                  <a:cubicBezTo>
                    <a:pt x="28" y="782"/>
                    <a:pt x="65" y="796"/>
                    <a:pt x="103" y="796"/>
                  </a:cubicBezTo>
                  <a:cubicBezTo>
                    <a:pt x="108" y="796"/>
                    <a:pt x="112" y="796"/>
                    <a:pt x="116" y="796"/>
                  </a:cubicBezTo>
                  <a:cubicBezTo>
                    <a:pt x="141" y="796"/>
                    <a:pt x="162" y="792"/>
                    <a:pt x="183" y="785"/>
                  </a:cubicBezTo>
                  <a:cubicBezTo>
                    <a:pt x="190" y="782"/>
                    <a:pt x="197" y="778"/>
                    <a:pt x="204" y="775"/>
                  </a:cubicBezTo>
                  <a:lnTo>
                    <a:pt x="208" y="771"/>
                  </a:lnTo>
                  <a:cubicBezTo>
                    <a:pt x="215" y="768"/>
                    <a:pt x="218" y="764"/>
                    <a:pt x="225" y="757"/>
                  </a:cubicBezTo>
                  <a:lnTo>
                    <a:pt x="229" y="757"/>
                  </a:lnTo>
                  <a:lnTo>
                    <a:pt x="239" y="743"/>
                  </a:lnTo>
                  <a:lnTo>
                    <a:pt x="246" y="740"/>
                  </a:lnTo>
                  <a:cubicBezTo>
                    <a:pt x="250" y="733"/>
                    <a:pt x="253" y="729"/>
                    <a:pt x="257" y="722"/>
                  </a:cubicBezTo>
                  <a:lnTo>
                    <a:pt x="257" y="718"/>
                  </a:lnTo>
                  <a:cubicBezTo>
                    <a:pt x="260" y="715"/>
                    <a:pt x="264" y="708"/>
                    <a:pt x="267" y="701"/>
                  </a:cubicBezTo>
                  <a:lnTo>
                    <a:pt x="271" y="697"/>
                  </a:lnTo>
                  <a:cubicBezTo>
                    <a:pt x="271" y="690"/>
                    <a:pt x="274" y="683"/>
                    <a:pt x="278" y="676"/>
                  </a:cubicBezTo>
                  <a:cubicBezTo>
                    <a:pt x="278" y="669"/>
                    <a:pt x="281" y="662"/>
                    <a:pt x="281" y="655"/>
                  </a:cubicBezTo>
                  <a:lnTo>
                    <a:pt x="281" y="652"/>
                  </a:lnTo>
                  <a:cubicBezTo>
                    <a:pt x="281" y="645"/>
                    <a:pt x="281" y="638"/>
                    <a:pt x="281" y="627"/>
                  </a:cubicBezTo>
                  <a:lnTo>
                    <a:pt x="281" y="194"/>
                  </a:lnTo>
                  <a:cubicBezTo>
                    <a:pt x="281" y="127"/>
                    <a:pt x="317" y="64"/>
                    <a:pt x="376" y="29"/>
                  </a:cubicBezTo>
                  <a:cubicBezTo>
                    <a:pt x="352" y="11"/>
                    <a:pt x="327" y="4"/>
                    <a:pt x="299"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6" name="Google Shape;22616;p91"/>
            <p:cNvSpPr/>
            <p:nvPr/>
          </p:nvSpPr>
          <p:spPr>
            <a:xfrm>
              <a:off x="1412964" y="2156645"/>
              <a:ext cx="9266" cy="22019"/>
            </a:xfrm>
            <a:custGeom>
              <a:rect b="b" l="l" r="r" t="t"/>
              <a:pathLst>
                <a:path extrusionOk="0" h="846" w="356">
                  <a:moveTo>
                    <a:pt x="233" y="1"/>
                  </a:moveTo>
                  <a:cubicBezTo>
                    <a:pt x="159" y="1"/>
                    <a:pt x="89" y="43"/>
                    <a:pt x="57" y="110"/>
                  </a:cubicBezTo>
                  <a:lnTo>
                    <a:pt x="50" y="120"/>
                  </a:lnTo>
                  <a:lnTo>
                    <a:pt x="50" y="676"/>
                  </a:lnTo>
                  <a:cubicBezTo>
                    <a:pt x="53" y="683"/>
                    <a:pt x="53" y="690"/>
                    <a:pt x="50" y="698"/>
                  </a:cubicBezTo>
                  <a:lnTo>
                    <a:pt x="50" y="705"/>
                  </a:lnTo>
                  <a:cubicBezTo>
                    <a:pt x="50" y="708"/>
                    <a:pt x="50" y="715"/>
                    <a:pt x="46" y="722"/>
                  </a:cubicBezTo>
                  <a:cubicBezTo>
                    <a:pt x="43" y="729"/>
                    <a:pt x="43" y="736"/>
                    <a:pt x="39" y="743"/>
                  </a:cubicBezTo>
                  <a:lnTo>
                    <a:pt x="36" y="747"/>
                  </a:lnTo>
                  <a:cubicBezTo>
                    <a:pt x="32" y="754"/>
                    <a:pt x="32" y="761"/>
                    <a:pt x="29" y="764"/>
                  </a:cubicBezTo>
                  <a:lnTo>
                    <a:pt x="29" y="768"/>
                  </a:lnTo>
                  <a:cubicBezTo>
                    <a:pt x="25" y="775"/>
                    <a:pt x="18" y="778"/>
                    <a:pt x="15" y="785"/>
                  </a:cubicBezTo>
                  <a:lnTo>
                    <a:pt x="11" y="789"/>
                  </a:lnTo>
                  <a:lnTo>
                    <a:pt x="1" y="800"/>
                  </a:lnTo>
                  <a:cubicBezTo>
                    <a:pt x="29" y="828"/>
                    <a:pt x="71" y="845"/>
                    <a:pt x="113" y="845"/>
                  </a:cubicBezTo>
                  <a:cubicBezTo>
                    <a:pt x="138" y="845"/>
                    <a:pt x="159" y="842"/>
                    <a:pt x="180" y="831"/>
                  </a:cubicBezTo>
                  <a:lnTo>
                    <a:pt x="184" y="831"/>
                  </a:lnTo>
                  <a:cubicBezTo>
                    <a:pt x="191" y="831"/>
                    <a:pt x="194" y="828"/>
                    <a:pt x="201" y="824"/>
                  </a:cubicBezTo>
                  <a:lnTo>
                    <a:pt x="205" y="821"/>
                  </a:lnTo>
                  <a:cubicBezTo>
                    <a:pt x="212" y="817"/>
                    <a:pt x="219" y="814"/>
                    <a:pt x="222" y="807"/>
                  </a:cubicBezTo>
                  <a:lnTo>
                    <a:pt x="226" y="803"/>
                  </a:lnTo>
                  <a:lnTo>
                    <a:pt x="240" y="793"/>
                  </a:lnTo>
                  <a:lnTo>
                    <a:pt x="243" y="789"/>
                  </a:lnTo>
                  <a:cubicBezTo>
                    <a:pt x="247" y="782"/>
                    <a:pt x="254" y="775"/>
                    <a:pt x="257" y="771"/>
                  </a:cubicBezTo>
                  <a:lnTo>
                    <a:pt x="257" y="768"/>
                  </a:lnTo>
                  <a:cubicBezTo>
                    <a:pt x="261" y="761"/>
                    <a:pt x="264" y="757"/>
                    <a:pt x="264" y="750"/>
                  </a:cubicBezTo>
                  <a:lnTo>
                    <a:pt x="268" y="747"/>
                  </a:lnTo>
                  <a:cubicBezTo>
                    <a:pt x="272" y="740"/>
                    <a:pt x="275" y="733"/>
                    <a:pt x="275" y="726"/>
                  </a:cubicBezTo>
                  <a:cubicBezTo>
                    <a:pt x="279" y="719"/>
                    <a:pt x="279" y="712"/>
                    <a:pt x="282" y="705"/>
                  </a:cubicBezTo>
                  <a:lnTo>
                    <a:pt x="282" y="701"/>
                  </a:lnTo>
                  <a:cubicBezTo>
                    <a:pt x="282" y="694"/>
                    <a:pt x="282" y="687"/>
                    <a:pt x="282" y="676"/>
                  </a:cubicBezTo>
                  <a:lnTo>
                    <a:pt x="282" y="117"/>
                  </a:lnTo>
                  <a:lnTo>
                    <a:pt x="286" y="110"/>
                  </a:lnTo>
                  <a:cubicBezTo>
                    <a:pt x="303" y="75"/>
                    <a:pt x="328" y="50"/>
                    <a:pt x="356" y="29"/>
                  </a:cubicBezTo>
                  <a:cubicBezTo>
                    <a:pt x="335" y="15"/>
                    <a:pt x="307" y="4"/>
                    <a:pt x="28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7" name="Google Shape;22617;p91"/>
            <p:cNvSpPr/>
            <p:nvPr/>
          </p:nvSpPr>
          <p:spPr>
            <a:xfrm>
              <a:off x="1393470" y="2153002"/>
              <a:ext cx="9370" cy="25663"/>
            </a:xfrm>
            <a:custGeom>
              <a:rect b="b" l="l" r="r" t="t"/>
              <a:pathLst>
                <a:path extrusionOk="0" h="986" w="360">
                  <a:moveTo>
                    <a:pt x="232" y="0"/>
                  </a:moveTo>
                  <a:cubicBezTo>
                    <a:pt x="158" y="0"/>
                    <a:pt x="92" y="39"/>
                    <a:pt x="56" y="102"/>
                  </a:cubicBezTo>
                  <a:lnTo>
                    <a:pt x="53" y="113"/>
                  </a:lnTo>
                  <a:lnTo>
                    <a:pt x="53" y="816"/>
                  </a:lnTo>
                  <a:cubicBezTo>
                    <a:pt x="53" y="823"/>
                    <a:pt x="53" y="830"/>
                    <a:pt x="53" y="838"/>
                  </a:cubicBezTo>
                  <a:lnTo>
                    <a:pt x="53" y="845"/>
                  </a:lnTo>
                  <a:cubicBezTo>
                    <a:pt x="53" y="848"/>
                    <a:pt x="49" y="855"/>
                    <a:pt x="49" y="862"/>
                  </a:cubicBezTo>
                  <a:cubicBezTo>
                    <a:pt x="46" y="869"/>
                    <a:pt x="42" y="876"/>
                    <a:pt x="39" y="883"/>
                  </a:cubicBezTo>
                  <a:lnTo>
                    <a:pt x="39" y="887"/>
                  </a:lnTo>
                  <a:cubicBezTo>
                    <a:pt x="35" y="894"/>
                    <a:pt x="32" y="901"/>
                    <a:pt x="28" y="904"/>
                  </a:cubicBezTo>
                  <a:lnTo>
                    <a:pt x="28" y="908"/>
                  </a:lnTo>
                  <a:cubicBezTo>
                    <a:pt x="25" y="915"/>
                    <a:pt x="21" y="918"/>
                    <a:pt x="14" y="925"/>
                  </a:cubicBezTo>
                  <a:lnTo>
                    <a:pt x="11" y="929"/>
                  </a:lnTo>
                  <a:lnTo>
                    <a:pt x="0" y="940"/>
                  </a:lnTo>
                  <a:cubicBezTo>
                    <a:pt x="32" y="971"/>
                    <a:pt x="74" y="985"/>
                    <a:pt x="120" y="985"/>
                  </a:cubicBezTo>
                  <a:cubicBezTo>
                    <a:pt x="141" y="985"/>
                    <a:pt x="162" y="982"/>
                    <a:pt x="183" y="971"/>
                  </a:cubicBezTo>
                  <a:lnTo>
                    <a:pt x="187" y="971"/>
                  </a:lnTo>
                  <a:cubicBezTo>
                    <a:pt x="194" y="971"/>
                    <a:pt x="201" y="968"/>
                    <a:pt x="208" y="964"/>
                  </a:cubicBezTo>
                  <a:lnTo>
                    <a:pt x="211" y="961"/>
                  </a:lnTo>
                  <a:cubicBezTo>
                    <a:pt x="215" y="957"/>
                    <a:pt x="222" y="954"/>
                    <a:pt x="229" y="947"/>
                  </a:cubicBezTo>
                  <a:lnTo>
                    <a:pt x="232" y="943"/>
                  </a:lnTo>
                  <a:lnTo>
                    <a:pt x="243" y="933"/>
                  </a:lnTo>
                  <a:lnTo>
                    <a:pt x="246" y="929"/>
                  </a:lnTo>
                  <a:cubicBezTo>
                    <a:pt x="253" y="922"/>
                    <a:pt x="257" y="915"/>
                    <a:pt x="261" y="911"/>
                  </a:cubicBezTo>
                  <a:lnTo>
                    <a:pt x="261" y="908"/>
                  </a:lnTo>
                  <a:cubicBezTo>
                    <a:pt x="264" y="901"/>
                    <a:pt x="268" y="897"/>
                    <a:pt x="271" y="890"/>
                  </a:cubicBezTo>
                  <a:lnTo>
                    <a:pt x="271" y="887"/>
                  </a:lnTo>
                  <a:cubicBezTo>
                    <a:pt x="275" y="880"/>
                    <a:pt x="278" y="873"/>
                    <a:pt x="282" y="866"/>
                  </a:cubicBezTo>
                  <a:cubicBezTo>
                    <a:pt x="282" y="859"/>
                    <a:pt x="285" y="852"/>
                    <a:pt x="285" y="845"/>
                  </a:cubicBezTo>
                  <a:lnTo>
                    <a:pt x="285" y="841"/>
                  </a:lnTo>
                  <a:cubicBezTo>
                    <a:pt x="285" y="834"/>
                    <a:pt x="285" y="827"/>
                    <a:pt x="285" y="816"/>
                  </a:cubicBezTo>
                  <a:lnTo>
                    <a:pt x="285" y="113"/>
                  </a:lnTo>
                  <a:lnTo>
                    <a:pt x="289" y="102"/>
                  </a:lnTo>
                  <a:cubicBezTo>
                    <a:pt x="306" y="70"/>
                    <a:pt x="331" y="46"/>
                    <a:pt x="359" y="28"/>
                  </a:cubicBezTo>
                  <a:cubicBezTo>
                    <a:pt x="338" y="11"/>
                    <a:pt x="310" y="4"/>
                    <a:pt x="28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8" name="Google Shape;22618;p91"/>
            <p:cNvSpPr/>
            <p:nvPr/>
          </p:nvSpPr>
          <p:spPr>
            <a:xfrm>
              <a:off x="1373767" y="2147301"/>
              <a:ext cx="9838" cy="43336"/>
            </a:xfrm>
            <a:custGeom>
              <a:rect b="b" l="l" r="r" t="t"/>
              <a:pathLst>
                <a:path extrusionOk="0" h="1665" w="378">
                  <a:moveTo>
                    <a:pt x="251" y="1"/>
                  </a:moveTo>
                  <a:cubicBezTo>
                    <a:pt x="141" y="1"/>
                    <a:pt x="53" y="92"/>
                    <a:pt x="53" y="202"/>
                  </a:cubicBezTo>
                  <a:lnTo>
                    <a:pt x="53" y="1176"/>
                  </a:lnTo>
                  <a:lnTo>
                    <a:pt x="141" y="1187"/>
                  </a:lnTo>
                  <a:lnTo>
                    <a:pt x="53" y="1204"/>
                  </a:lnTo>
                  <a:lnTo>
                    <a:pt x="53" y="1493"/>
                  </a:lnTo>
                  <a:cubicBezTo>
                    <a:pt x="53" y="1500"/>
                    <a:pt x="53" y="1507"/>
                    <a:pt x="53" y="1514"/>
                  </a:cubicBezTo>
                  <a:lnTo>
                    <a:pt x="53" y="1521"/>
                  </a:lnTo>
                  <a:cubicBezTo>
                    <a:pt x="53" y="1528"/>
                    <a:pt x="50" y="1535"/>
                    <a:pt x="50" y="1542"/>
                  </a:cubicBezTo>
                  <a:cubicBezTo>
                    <a:pt x="46" y="1549"/>
                    <a:pt x="43" y="1556"/>
                    <a:pt x="43" y="1563"/>
                  </a:cubicBezTo>
                  <a:lnTo>
                    <a:pt x="39" y="1567"/>
                  </a:lnTo>
                  <a:cubicBezTo>
                    <a:pt x="36" y="1574"/>
                    <a:pt x="32" y="1577"/>
                    <a:pt x="29" y="1584"/>
                  </a:cubicBezTo>
                  <a:lnTo>
                    <a:pt x="29" y="1588"/>
                  </a:lnTo>
                  <a:cubicBezTo>
                    <a:pt x="25" y="1591"/>
                    <a:pt x="22" y="1598"/>
                    <a:pt x="18" y="1602"/>
                  </a:cubicBezTo>
                  <a:lnTo>
                    <a:pt x="11" y="1609"/>
                  </a:lnTo>
                  <a:lnTo>
                    <a:pt x="1" y="1619"/>
                  </a:lnTo>
                  <a:cubicBezTo>
                    <a:pt x="33" y="1649"/>
                    <a:pt x="75" y="1664"/>
                    <a:pt x="117" y="1664"/>
                  </a:cubicBezTo>
                  <a:cubicBezTo>
                    <a:pt x="140" y="1664"/>
                    <a:pt x="163" y="1660"/>
                    <a:pt x="184" y="1651"/>
                  </a:cubicBezTo>
                  <a:lnTo>
                    <a:pt x="187" y="1651"/>
                  </a:lnTo>
                  <a:cubicBezTo>
                    <a:pt x="194" y="1648"/>
                    <a:pt x="198" y="1644"/>
                    <a:pt x="205" y="1641"/>
                  </a:cubicBezTo>
                  <a:lnTo>
                    <a:pt x="208" y="1637"/>
                  </a:lnTo>
                  <a:cubicBezTo>
                    <a:pt x="215" y="1634"/>
                    <a:pt x="222" y="1630"/>
                    <a:pt x="226" y="1627"/>
                  </a:cubicBezTo>
                  <a:lnTo>
                    <a:pt x="229" y="1623"/>
                  </a:lnTo>
                  <a:lnTo>
                    <a:pt x="243" y="1609"/>
                  </a:lnTo>
                  <a:lnTo>
                    <a:pt x="247" y="1605"/>
                  </a:lnTo>
                  <a:cubicBezTo>
                    <a:pt x="251" y="1598"/>
                    <a:pt x="254" y="1595"/>
                    <a:pt x="261" y="1588"/>
                  </a:cubicBezTo>
                  <a:lnTo>
                    <a:pt x="261" y="1584"/>
                  </a:lnTo>
                  <a:cubicBezTo>
                    <a:pt x="261" y="1581"/>
                    <a:pt x="265" y="1574"/>
                    <a:pt x="268" y="1567"/>
                  </a:cubicBezTo>
                  <a:lnTo>
                    <a:pt x="272" y="1563"/>
                  </a:lnTo>
                  <a:cubicBezTo>
                    <a:pt x="272" y="1556"/>
                    <a:pt x="275" y="1549"/>
                    <a:pt x="279" y="1542"/>
                  </a:cubicBezTo>
                  <a:cubicBezTo>
                    <a:pt x="279" y="1535"/>
                    <a:pt x="282" y="1528"/>
                    <a:pt x="282" y="1524"/>
                  </a:cubicBezTo>
                  <a:lnTo>
                    <a:pt x="282" y="1517"/>
                  </a:lnTo>
                  <a:cubicBezTo>
                    <a:pt x="282" y="1510"/>
                    <a:pt x="282" y="1503"/>
                    <a:pt x="282" y="1493"/>
                  </a:cubicBezTo>
                  <a:lnTo>
                    <a:pt x="282" y="198"/>
                  </a:lnTo>
                  <a:cubicBezTo>
                    <a:pt x="282" y="131"/>
                    <a:pt x="317" y="64"/>
                    <a:pt x="377" y="29"/>
                  </a:cubicBezTo>
                  <a:cubicBezTo>
                    <a:pt x="353" y="15"/>
                    <a:pt x="328" y="4"/>
                    <a:pt x="300"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9" name="Google Shape;22619;p91"/>
            <p:cNvSpPr/>
            <p:nvPr/>
          </p:nvSpPr>
          <p:spPr>
            <a:xfrm>
              <a:off x="1566995" y="2032442"/>
              <a:ext cx="14419" cy="22852"/>
            </a:xfrm>
            <a:custGeom>
              <a:rect b="b" l="l" r="r" t="t"/>
              <a:pathLst>
                <a:path extrusionOk="0" h="878" w="554">
                  <a:moveTo>
                    <a:pt x="430" y="0"/>
                  </a:moveTo>
                  <a:cubicBezTo>
                    <a:pt x="340" y="0"/>
                    <a:pt x="257" y="60"/>
                    <a:pt x="236" y="153"/>
                  </a:cubicBezTo>
                  <a:lnTo>
                    <a:pt x="50" y="758"/>
                  </a:lnTo>
                  <a:cubicBezTo>
                    <a:pt x="46" y="765"/>
                    <a:pt x="43" y="772"/>
                    <a:pt x="39" y="779"/>
                  </a:cubicBezTo>
                  <a:lnTo>
                    <a:pt x="36" y="786"/>
                  </a:lnTo>
                  <a:cubicBezTo>
                    <a:pt x="36" y="790"/>
                    <a:pt x="32" y="793"/>
                    <a:pt x="29" y="797"/>
                  </a:cubicBezTo>
                  <a:cubicBezTo>
                    <a:pt x="22" y="811"/>
                    <a:pt x="11" y="822"/>
                    <a:pt x="1" y="832"/>
                  </a:cubicBezTo>
                  <a:cubicBezTo>
                    <a:pt x="32" y="861"/>
                    <a:pt x="72" y="877"/>
                    <a:pt x="114" y="877"/>
                  </a:cubicBezTo>
                  <a:cubicBezTo>
                    <a:pt x="132" y="877"/>
                    <a:pt x="151" y="874"/>
                    <a:pt x="170" y="867"/>
                  </a:cubicBezTo>
                  <a:lnTo>
                    <a:pt x="184" y="864"/>
                  </a:lnTo>
                  <a:cubicBezTo>
                    <a:pt x="215" y="850"/>
                    <a:pt x="240" y="825"/>
                    <a:pt x="258" y="797"/>
                  </a:cubicBezTo>
                  <a:cubicBezTo>
                    <a:pt x="261" y="793"/>
                    <a:pt x="265" y="790"/>
                    <a:pt x="265" y="786"/>
                  </a:cubicBezTo>
                  <a:lnTo>
                    <a:pt x="272" y="779"/>
                  </a:lnTo>
                  <a:cubicBezTo>
                    <a:pt x="272" y="772"/>
                    <a:pt x="275" y="765"/>
                    <a:pt x="279" y="758"/>
                  </a:cubicBezTo>
                  <a:lnTo>
                    <a:pt x="469" y="153"/>
                  </a:lnTo>
                  <a:cubicBezTo>
                    <a:pt x="479" y="104"/>
                    <a:pt x="511" y="58"/>
                    <a:pt x="553" y="33"/>
                  </a:cubicBezTo>
                  <a:cubicBezTo>
                    <a:pt x="536" y="23"/>
                    <a:pt x="518" y="16"/>
                    <a:pt x="497" y="9"/>
                  </a:cubicBezTo>
                  <a:lnTo>
                    <a:pt x="476" y="5"/>
                  </a:lnTo>
                  <a:cubicBezTo>
                    <a:pt x="460" y="2"/>
                    <a:pt x="445" y="0"/>
                    <a:pt x="430"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0" name="Google Shape;22620;p91"/>
            <p:cNvSpPr/>
            <p:nvPr/>
          </p:nvSpPr>
          <p:spPr>
            <a:xfrm>
              <a:off x="1548672" y="2024113"/>
              <a:ext cx="14315" cy="24049"/>
            </a:xfrm>
            <a:custGeom>
              <a:rect b="b" l="l" r="r" t="t"/>
              <a:pathLst>
                <a:path extrusionOk="0" h="924" w="550">
                  <a:moveTo>
                    <a:pt x="427" y="0"/>
                  </a:moveTo>
                  <a:cubicBezTo>
                    <a:pt x="365" y="0"/>
                    <a:pt x="305" y="29"/>
                    <a:pt x="265" y="83"/>
                  </a:cubicBezTo>
                  <a:lnTo>
                    <a:pt x="261" y="86"/>
                  </a:lnTo>
                  <a:lnTo>
                    <a:pt x="50" y="797"/>
                  </a:lnTo>
                  <a:cubicBezTo>
                    <a:pt x="50" y="804"/>
                    <a:pt x="47" y="814"/>
                    <a:pt x="43" y="821"/>
                  </a:cubicBezTo>
                  <a:lnTo>
                    <a:pt x="40" y="828"/>
                  </a:lnTo>
                  <a:cubicBezTo>
                    <a:pt x="36" y="836"/>
                    <a:pt x="33" y="839"/>
                    <a:pt x="29" y="846"/>
                  </a:cubicBezTo>
                  <a:lnTo>
                    <a:pt x="26" y="850"/>
                  </a:lnTo>
                  <a:cubicBezTo>
                    <a:pt x="22" y="857"/>
                    <a:pt x="19" y="860"/>
                    <a:pt x="12" y="867"/>
                  </a:cubicBezTo>
                  <a:lnTo>
                    <a:pt x="5" y="874"/>
                  </a:lnTo>
                  <a:lnTo>
                    <a:pt x="1" y="878"/>
                  </a:lnTo>
                  <a:cubicBezTo>
                    <a:pt x="19" y="895"/>
                    <a:pt x="43" y="906"/>
                    <a:pt x="68" y="916"/>
                  </a:cubicBezTo>
                  <a:cubicBezTo>
                    <a:pt x="82" y="920"/>
                    <a:pt x="100" y="923"/>
                    <a:pt x="117" y="923"/>
                  </a:cubicBezTo>
                  <a:cubicBezTo>
                    <a:pt x="142" y="923"/>
                    <a:pt x="163" y="916"/>
                    <a:pt x="184" y="906"/>
                  </a:cubicBezTo>
                  <a:cubicBezTo>
                    <a:pt x="202" y="902"/>
                    <a:pt x="216" y="892"/>
                    <a:pt x="230" y="881"/>
                  </a:cubicBezTo>
                  <a:lnTo>
                    <a:pt x="237" y="874"/>
                  </a:lnTo>
                  <a:lnTo>
                    <a:pt x="244" y="867"/>
                  </a:lnTo>
                  <a:cubicBezTo>
                    <a:pt x="251" y="860"/>
                    <a:pt x="254" y="857"/>
                    <a:pt x="258" y="850"/>
                  </a:cubicBezTo>
                  <a:lnTo>
                    <a:pt x="261" y="846"/>
                  </a:lnTo>
                  <a:cubicBezTo>
                    <a:pt x="265" y="839"/>
                    <a:pt x="268" y="836"/>
                    <a:pt x="272" y="828"/>
                  </a:cubicBezTo>
                  <a:lnTo>
                    <a:pt x="275" y="821"/>
                  </a:lnTo>
                  <a:cubicBezTo>
                    <a:pt x="279" y="814"/>
                    <a:pt x="282" y="807"/>
                    <a:pt x="282" y="800"/>
                  </a:cubicBezTo>
                  <a:lnTo>
                    <a:pt x="494" y="86"/>
                  </a:lnTo>
                  <a:lnTo>
                    <a:pt x="501" y="79"/>
                  </a:lnTo>
                  <a:cubicBezTo>
                    <a:pt x="515" y="58"/>
                    <a:pt x="532" y="44"/>
                    <a:pt x="550" y="30"/>
                  </a:cubicBezTo>
                  <a:lnTo>
                    <a:pt x="543" y="26"/>
                  </a:lnTo>
                  <a:cubicBezTo>
                    <a:pt x="536" y="23"/>
                    <a:pt x="529" y="19"/>
                    <a:pt x="522" y="16"/>
                  </a:cubicBezTo>
                  <a:cubicBezTo>
                    <a:pt x="515" y="12"/>
                    <a:pt x="508" y="12"/>
                    <a:pt x="501" y="9"/>
                  </a:cubicBezTo>
                  <a:lnTo>
                    <a:pt x="472" y="5"/>
                  </a:lnTo>
                  <a:cubicBezTo>
                    <a:pt x="457" y="2"/>
                    <a:pt x="442" y="0"/>
                    <a:pt x="42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1" name="Google Shape;22621;p91"/>
            <p:cNvSpPr/>
            <p:nvPr/>
          </p:nvSpPr>
          <p:spPr>
            <a:xfrm>
              <a:off x="1529828" y="2015993"/>
              <a:ext cx="15122" cy="27693"/>
            </a:xfrm>
            <a:custGeom>
              <a:rect b="b" l="l" r="r" t="t"/>
              <a:pathLst>
                <a:path extrusionOk="0" h="1064" w="581">
                  <a:moveTo>
                    <a:pt x="462" y="0"/>
                  </a:moveTo>
                  <a:cubicBezTo>
                    <a:pt x="403" y="0"/>
                    <a:pt x="346" y="25"/>
                    <a:pt x="306" y="71"/>
                  </a:cubicBezTo>
                  <a:lnTo>
                    <a:pt x="299" y="78"/>
                  </a:lnTo>
                  <a:lnTo>
                    <a:pt x="53" y="936"/>
                  </a:lnTo>
                  <a:cubicBezTo>
                    <a:pt x="49" y="947"/>
                    <a:pt x="46" y="954"/>
                    <a:pt x="42" y="961"/>
                  </a:cubicBezTo>
                  <a:lnTo>
                    <a:pt x="39" y="968"/>
                  </a:lnTo>
                  <a:cubicBezTo>
                    <a:pt x="35" y="972"/>
                    <a:pt x="32" y="979"/>
                    <a:pt x="28" y="986"/>
                  </a:cubicBezTo>
                  <a:lnTo>
                    <a:pt x="25" y="989"/>
                  </a:lnTo>
                  <a:cubicBezTo>
                    <a:pt x="21" y="996"/>
                    <a:pt x="18" y="1000"/>
                    <a:pt x="11" y="1007"/>
                  </a:cubicBezTo>
                  <a:lnTo>
                    <a:pt x="4" y="1014"/>
                  </a:lnTo>
                  <a:lnTo>
                    <a:pt x="0" y="1017"/>
                  </a:lnTo>
                  <a:cubicBezTo>
                    <a:pt x="18" y="1035"/>
                    <a:pt x="42" y="1049"/>
                    <a:pt x="67" y="1056"/>
                  </a:cubicBezTo>
                  <a:cubicBezTo>
                    <a:pt x="85" y="1060"/>
                    <a:pt x="99" y="1063"/>
                    <a:pt x="116" y="1063"/>
                  </a:cubicBezTo>
                  <a:cubicBezTo>
                    <a:pt x="134" y="1063"/>
                    <a:pt x="155" y="1060"/>
                    <a:pt x="173" y="1053"/>
                  </a:cubicBezTo>
                  <a:lnTo>
                    <a:pt x="183" y="1045"/>
                  </a:lnTo>
                  <a:cubicBezTo>
                    <a:pt x="201" y="1038"/>
                    <a:pt x="215" y="1031"/>
                    <a:pt x="229" y="1021"/>
                  </a:cubicBezTo>
                  <a:lnTo>
                    <a:pt x="236" y="1014"/>
                  </a:lnTo>
                  <a:lnTo>
                    <a:pt x="243" y="1003"/>
                  </a:lnTo>
                  <a:cubicBezTo>
                    <a:pt x="246" y="1000"/>
                    <a:pt x="254" y="996"/>
                    <a:pt x="257" y="989"/>
                  </a:cubicBezTo>
                  <a:lnTo>
                    <a:pt x="261" y="986"/>
                  </a:lnTo>
                  <a:cubicBezTo>
                    <a:pt x="264" y="979"/>
                    <a:pt x="268" y="972"/>
                    <a:pt x="271" y="968"/>
                  </a:cubicBezTo>
                  <a:lnTo>
                    <a:pt x="275" y="961"/>
                  </a:lnTo>
                  <a:cubicBezTo>
                    <a:pt x="278" y="954"/>
                    <a:pt x="278" y="947"/>
                    <a:pt x="282" y="936"/>
                  </a:cubicBezTo>
                  <a:lnTo>
                    <a:pt x="531" y="78"/>
                  </a:lnTo>
                  <a:lnTo>
                    <a:pt x="535" y="71"/>
                  </a:lnTo>
                  <a:cubicBezTo>
                    <a:pt x="549" y="57"/>
                    <a:pt x="563" y="43"/>
                    <a:pt x="581" y="32"/>
                  </a:cubicBezTo>
                  <a:cubicBezTo>
                    <a:pt x="563" y="22"/>
                    <a:pt x="546" y="15"/>
                    <a:pt x="524" y="11"/>
                  </a:cubicBezTo>
                  <a:lnTo>
                    <a:pt x="503" y="4"/>
                  </a:lnTo>
                  <a:cubicBezTo>
                    <a:pt x="490" y="1"/>
                    <a:pt x="476" y="0"/>
                    <a:pt x="46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2" name="Google Shape;22622;p91"/>
            <p:cNvSpPr/>
            <p:nvPr/>
          </p:nvSpPr>
          <p:spPr>
            <a:xfrm>
              <a:off x="1507757" y="2006076"/>
              <a:ext cx="19625" cy="44689"/>
            </a:xfrm>
            <a:custGeom>
              <a:rect b="b" l="l" r="r" t="t"/>
              <a:pathLst>
                <a:path extrusionOk="0" h="1717" w="754">
                  <a:moveTo>
                    <a:pt x="630" y="0"/>
                  </a:moveTo>
                  <a:cubicBezTo>
                    <a:pt x="593" y="0"/>
                    <a:pt x="557" y="10"/>
                    <a:pt x="524" y="30"/>
                  </a:cubicBezTo>
                  <a:cubicBezTo>
                    <a:pt x="482" y="58"/>
                    <a:pt x="451" y="100"/>
                    <a:pt x="437" y="153"/>
                  </a:cubicBezTo>
                  <a:lnTo>
                    <a:pt x="53" y="1588"/>
                  </a:lnTo>
                  <a:cubicBezTo>
                    <a:pt x="49" y="1595"/>
                    <a:pt x="46" y="1606"/>
                    <a:pt x="42" y="1613"/>
                  </a:cubicBezTo>
                  <a:lnTo>
                    <a:pt x="39" y="1620"/>
                  </a:lnTo>
                  <a:cubicBezTo>
                    <a:pt x="35" y="1627"/>
                    <a:pt x="32" y="1634"/>
                    <a:pt x="28" y="1641"/>
                  </a:cubicBezTo>
                  <a:cubicBezTo>
                    <a:pt x="21" y="1648"/>
                    <a:pt x="18" y="1652"/>
                    <a:pt x="11" y="1659"/>
                  </a:cubicBezTo>
                  <a:lnTo>
                    <a:pt x="7" y="1666"/>
                  </a:lnTo>
                  <a:lnTo>
                    <a:pt x="0" y="1673"/>
                  </a:lnTo>
                  <a:cubicBezTo>
                    <a:pt x="18" y="1690"/>
                    <a:pt x="42" y="1704"/>
                    <a:pt x="71" y="1711"/>
                  </a:cubicBezTo>
                  <a:cubicBezTo>
                    <a:pt x="83" y="1715"/>
                    <a:pt x="96" y="1716"/>
                    <a:pt x="109" y="1716"/>
                  </a:cubicBezTo>
                  <a:cubicBezTo>
                    <a:pt x="136" y="1716"/>
                    <a:pt x="164" y="1709"/>
                    <a:pt x="190" y="1697"/>
                  </a:cubicBezTo>
                  <a:lnTo>
                    <a:pt x="201" y="1694"/>
                  </a:lnTo>
                  <a:cubicBezTo>
                    <a:pt x="204" y="1690"/>
                    <a:pt x="211" y="1687"/>
                    <a:pt x="218" y="1680"/>
                  </a:cubicBezTo>
                  <a:lnTo>
                    <a:pt x="222" y="1676"/>
                  </a:lnTo>
                  <a:cubicBezTo>
                    <a:pt x="229" y="1673"/>
                    <a:pt x="232" y="1669"/>
                    <a:pt x="236" y="1666"/>
                  </a:cubicBezTo>
                  <a:lnTo>
                    <a:pt x="243" y="1659"/>
                  </a:lnTo>
                  <a:cubicBezTo>
                    <a:pt x="247" y="1652"/>
                    <a:pt x="254" y="1648"/>
                    <a:pt x="257" y="1641"/>
                  </a:cubicBezTo>
                  <a:cubicBezTo>
                    <a:pt x="261" y="1634"/>
                    <a:pt x="264" y="1627"/>
                    <a:pt x="271" y="1620"/>
                  </a:cubicBezTo>
                  <a:lnTo>
                    <a:pt x="271" y="1613"/>
                  </a:lnTo>
                  <a:cubicBezTo>
                    <a:pt x="275" y="1606"/>
                    <a:pt x="278" y="1595"/>
                    <a:pt x="282" y="1588"/>
                  </a:cubicBezTo>
                  <a:lnTo>
                    <a:pt x="669" y="153"/>
                  </a:lnTo>
                  <a:cubicBezTo>
                    <a:pt x="679" y="104"/>
                    <a:pt x="707" y="61"/>
                    <a:pt x="753" y="33"/>
                  </a:cubicBezTo>
                  <a:cubicBezTo>
                    <a:pt x="736" y="23"/>
                    <a:pt x="714" y="16"/>
                    <a:pt x="697" y="12"/>
                  </a:cubicBezTo>
                  <a:lnTo>
                    <a:pt x="676" y="5"/>
                  </a:lnTo>
                  <a:cubicBezTo>
                    <a:pt x="660" y="2"/>
                    <a:pt x="645" y="0"/>
                    <a:pt x="630"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3" name="Google Shape;22623;p91"/>
            <p:cNvSpPr/>
            <p:nvPr/>
          </p:nvSpPr>
          <p:spPr>
            <a:xfrm>
              <a:off x="1484670" y="2042281"/>
              <a:ext cx="20275" cy="81622"/>
            </a:xfrm>
            <a:custGeom>
              <a:rect b="b" l="l" r="r" t="t"/>
              <a:pathLst>
                <a:path extrusionOk="0" h="3136" w="779">
                  <a:moveTo>
                    <a:pt x="152" y="0"/>
                  </a:moveTo>
                  <a:lnTo>
                    <a:pt x="138" y="43"/>
                  </a:lnTo>
                  <a:cubicBezTo>
                    <a:pt x="85" y="229"/>
                    <a:pt x="46" y="415"/>
                    <a:pt x="15" y="605"/>
                  </a:cubicBezTo>
                  <a:cubicBezTo>
                    <a:pt x="8" y="665"/>
                    <a:pt x="1" y="725"/>
                    <a:pt x="4" y="781"/>
                  </a:cubicBezTo>
                  <a:cubicBezTo>
                    <a:pt x="15" y="1292"/>
                    <a:pt x="409" y="1819"/>
                    <a:pt x="493" y="1925"/>
                  </a:cubicBezTo>
                  <a:lnTo>
                    <a:pt x="507" y="1946"/>
                  </a:lnTo>
                  <a:cubicBezTo>
                    <a:pt x="535" y="1978"/>
                    <a:pt x="549" y="2016"/>
                    <a:pt x="549" y="2059"/>
                  </a:cubicBezTo>
                  <a:lnTo>
                    <a:pt x="549" y="3135"/>
                  </a:lnTo>
                  <a:lnTo>
                    <a:pt x="778" y="3135"/>
                  </a:lnTo>
                  <a:lnTo>
                    <a:pt x="778" y="2059"/>
                  </a:lnTo>
                  <a:cubicBezTo>
                    <a:pt x="778" y="2016"/>
                    <a:pt x="764" y="1981"/>
                    <a:pt x="739" y="1950"/>
                  </a:cubicBezTo>
                  <a:lnTo>
                    <a:pt x="722" y="1928"/>
                  </a:lnTo>
                  <a:cubicBezTo>
                    <a:pt x="637" y="1823"/>
                    <a:pt x="243" y="1295"/>
                    <a:pt x="233" y="785"/>
                  </a:cubicBezTo>
                  <a:cubicBezTo>
                    <a:pt x="233" y="729"/>
                    <a:pt x="236" y="669"/>
                    <a:pt x="247" y="609"/>
                  </a:cubicBezTo>
                  <a:cubicBezTo>
                    <a:pt x="275" y="433"/>
                    <a:pt x="310" y="261"/>
                    <a:pt x="356" y="88"/>
                  </a:cubicBezTo>
                  <a:lnTo>
                    <a:pt x="15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4" name="Google Shape;22624;p91"/>
            <p:cNvSpPr/>
            <p:nvPr/>
          </p:nvSpPr>
          <p:spPr>
            <a:xfrm>
              <a:off x="1657571" y="2125699"/>
              <a:ext cx="9370" cy="22019"/>
            </a:xfrm>
            <a:custGeom>
              <a:rect b="b" l="l" r="r" t="t"/>
              <a:pathLst>
                <a:path extrusionOk="0" h="846" w="360">
                  <a:moveTo>
                    <a:pt x="233" y="1"/>
                  </a:moveTo>
                  <a:cubicBezTo>
                    <a:pt x="159" y="1"/>
                    <a:pt x="92" y="43"/>
                    <a:pt x="57" y="110"/>
                  </a:cubicBezTo>
                  <a:lnTo>
                    <a:pt x="53" y="120"/>
                  </a:lnTo>
                  <a:lnTo>
                    <a:pt x="53" y="676"/>
                  </a:lnTo>
                  <a:cubicBezTo>
                    <a:pt x="53" y="683"/>
                    <a:pt x="53" y="690"/>
                    <a:pt x="53" y="697"/>
                  </a:cubicBezTo>
                  <a:lnTo>
                    <a:pt x="53" y="704"/>
                  </a:lnTo>
                  <a:cubicBezTo>
                    <a:pt x="50" y="711"/>
                    <a:pt x="50" y="718"/>
                    <a:pt x="50" y="722"/>
                  </a:cubicBezTo>
                  <a:cubicBezTo>
                    <a:pt x="46" y="729"/>
                    <a:pt x="43" y="736"/>
                    <a:pt x="39" y="743"/>
                  </a:cubicBezTo>
                  <a:lnTo>
                    <a:pt x="39" y="750"/>
                  </a:lnTo>
                  <a:cubicBezTo>
                    <a:pt x="36" y="754"/>
                    <a:pt x="32" y="761"/>
                    <a:pt x="29" y="764"/>
                  </a:cubicBezTo>
                  <a:lnTo>
                    <a:pt x="29" y="768"/>
                  </a:lnTo>
                  <a:cubicBezTo>
                    <a:pt x="25" y="775"/>
                    <a:pt x="22" y="778"/>
                    <a:pt x="15" y="785"/>
                  </a:cubicBezTo>
                  <a:lnTo>
                    <a:pt x="11" y="789"/>
                  </a:lnTo>
                  <a:lnTo>
                    <a:pt x="0" y="803"/>
                  </a:lnTo>
                  <a:cubicBezTo>
                    <a:pt x="32" y="831"/>
                    <a:pt x="74" y="845"/>
                    <a:pt x="117" y="845"/>
                  </a:cubicBezTo>
                  <a:cubicBezTo>
                    <a:pt x="141" y="845"/>
                    <a:pt x="162" y="842"/>
                    <a:pt x="183" y="831"/>
                  </a:cubicBezTo>
                  <a:cubicBezTo>
                    <a:pt x="190" y="831"/>
                    <a:pt x="198" y="827"/>
                    <a:pt x="205" y="824"/>
                  </a:cubicBezTo>
                  <a:lnTo>
                    <a:pt x="208" y="820"/>
                  </a:lnTo>
                  <a:cubicBezTo>
                    <a:pt x="212" y="817"/>
                    <a:pt x="219" y="810"/>
                    <a:pt x="226" y="806"/>
                  </a:cubicBezTo>
                  <a:lnTo>
                    <a:pt x="229" y="803"/>
                  </a:lnTo>
                  <a:cubicBezTo>
                    <a:pt x="233" y="799"/>
                    <a:pt x="236" y="796"/>
                    <a:pt x="240" y="792"/>
                  </a:cubicBezTo>
                  <a:lnTo>
                    <a:pt x="243" y="789"/>
                  </a:lnTo>
                  <a:cubicBezTo>
                    <a:pt x="250" y="782"/>
                    <a:pt x="254" y="775"/>
                    <a:pt x="257" y="771"/>
                  </a:cubicBezTo>
                  <a:lnTo>
                    <a:pt x="257" y="768"/>
                  </a:lnTo>
                  <a:cubicBezTo>
                    <a:pt x="261" y="761"/>
                    <a:pt x="264" y="757"/>
                    <a:pt x="268" y="750"/>
                  </a:cubicBezTo>
                  <a:lnTo>
                    <a:pt x="268" y="747"/>
                  </a:lnTo>
                  <a:cubicBezTo>
                    <a:pt x="271" y="739"/>
                    <a:pt x="275" y="732"/>
                    <a:pt x="278" y="725"/>
                  </a:cubicBezTo>
                  <a:cubicBezTo>
                    <a:pt x="278" y="718"/>
                    <a:pt x="282" y="711"/>
                    <a:pt x="282" y="704"/>
                  </a:cubicBezTo>
                  <a:lnTo>
                    <a:pt x="282" y="697"/>
                  </a:lnTo>
                  <a:cubicBezTo>
                    <a:pt x="282" y="690"/>
                    <a:pt x="282" y="683"/>
                    <a:pt x="282" y="676"/>
                  </a:cubicBezTo>
                  <a:lnTo>
                    <a:pt x="282" y="117"/>
                  </a:lnTo>
                  <a:lnTo>
                    <a:pt x="285" y="106"/>
                  </a:lnTo>
                  <a:cubicBezTo>
                    <a:pt x="303" y="75"/>
                    <a:pt x="328" y="46"/>
                    <a:pt x="359" y="29"/>
                  </a:cubicBezTo>
                  <a:cubicBezTo>
                    <a:pt x="335" y="15"/>
                    <a:pt x="310" y="4"/>
                    <a:pt x="28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5" name="Google Shape;22625;p91"/>
            <p:cNvSpPr/>
            <p:nvPr/>
          </p:nvSpPr>
          <p:spPr>
            <a:xfrm>
              <a:off x="1677065" y="2129577"/>
              <a:ext cx="9838" cy="20874"/>
            </a:xfrm>
            <a:custGeom>
              <a:rect b="b" l="l" r="r" t="t"/>
              <a:pathLst>
                <a:path extrusionOk="0" h="802" w="378">
                  <a:moveTo>
                    <a:pt x="286" y="0"/>
                  </a:moveTo>
                  <a:cubicBezTo>
                    <a:pt x="282" y="0"/>
                    <a:pt x="279" y="1"/>
                    <a:pt x="275" y="3"/>
                  </a:cubicBezTo>
                  <a:lnTo>
                    <a:pt x="251" y="3"/>
                  </a:lnTo>
                  <a:cubicBezTo>
                    <a:pt x="142" y="3"/>
                    <a:pt x="54" y="91"/>
                    <a:pt x="54" y="200"/>
                  </a:cubicBezTo>
                  <a:lnTo>
                    <a:pt x="54" y="633"/>
                  </a:lnTo>
                  <a:cubicBezTo>
                    <a:pt x="54" y="640"/>
                    <a:pt x="54" y="647"/>
                    <a:pt x="54" y="654"/>
                  </a:cubicBezTo>
                  <a:lnTo>
                    <a:pt x="54" y="661"/>
                  </a:lnTo>
                  <a:cubicBezTo>
                    <a:pt x="54" y="668"/>
                    <a:pt x="50" y="675"/>
                    <a:pt x="50" y="682"/>
                  </a:cubicBezTo>
                  <a:cubicBezTo>
                    <a:pt x="47" y="689"/>
                    <a:pt x="43" y="696"/>
                    <a:pt x="43" y="703"/>
                  </a:cubicBezTo>
                  <a:lnTo>
                    <a:pt x="40" y="707"/>
                  </a:lnTo>
                  <a:cubicBezTo>
                    <a:pt x="36" y="710"/>
                    <a:pt x="33" y="717"/>
                    <a:pt x="33" y="724"/>
                  </a:cubicBezTo>
                  <a:lnTo>
                    <a:pt x="33" y="728"/>
                  </a:lnTo>
                  <a:cubicBezTo>
                    <a:pt x="26" y="731"/>
                    <a:pt x="22" y="738"/>
                    <a:pt x="18" y="742"/>
                  </a:cubicBezTo>
                  <a:lnTo>
                    <a:pt x="15" y="749"/>
                  </a:lnTo>
                  <a:lnTo>
                    <a:pt x="1" y="759"/>
                  </a:lnTo>
                  <a:cubicBezTo>
                    <a:pt x="33" y="788"/>
                    <a:pt x="71" y="802"/>
                    <a:pt x="113" y="802"/>
                  </a:cubicBezTo>
                  <a:cubicBezTo>
                    <a:pt x="138" y="802"/>
                    <a:pt x="159" y="798"/>
                    <a:pt x="180" y="791"/>
                  </a:cubicBezTo>
                  <a:cubicBezTo>
                    <a:pt x="187" y="788"/>
                    <a:pt x="194" y="784"/>
                    <a:pt x="201" y="780"/>
                  </a:cubicBezTo>
                  <a:lnTo>
                    <a:pt x="205" y="777"/>
                  </a:lnTo>
                  <a:cubicBezTo>
                    <a:pt x="212" y="773"/>
                    <a:pt x="216" y="770"/>
                    <a:pt x="223" y="763"/>
                  </a:cubicBezTo>
                  <a:lnTo>
                    <a:pt x="226" y="759"/>
                  </a:lnTo>
                  <a:lnTo>
                    <a:pt x="244" y="749"/>
                  </a:lnTo>
                  <a:lnTo>
                    <a:pt x="247" y="742"/>
                  </a:lnTo>
                  <a:cubicBezTo>
                    <a:pt x="251" y="738"/>
                    <a:pt x="258" y="731"/>
                    <a:pt x="261" y="728"/>
                  </a:cubicBezTo>
                  <a:lnTo>
                    <a:pt x="261" y="721"/>
                  </a:lnTo>
                  <a:cubicBezTo>
                    <a:pt x="265" y="717"/>
                    <a:pt x="268" y="710"/>
                    <a:pt x="268" y="707"/>
                  </a:cubicBezTo>
                  <a:lnTo>
                    <a:pt x="272" y="700"/>
                  </a:lnTo>
                  <a:cubicBezTo>
                    <a:pt x="275" y="696"/>
                    <a:pt x="279" y="689"/>
                    <a:pt x="279" y="682"/>
                  </a:cubicBezTo>
                  <a:cubicBezTo>
                    <a:pt x="282" y="675"/>
                    <a:pt x="282" y="668"/>
                    <a:pt x="286" y="661"/>
                  </a:cubicBezTo>
                  <a:lnTo>
                    <a:pt x="286" y="654"/>
                  </a:lnTo>
                  <a:cubicBezTo>
                    <a:pt x="286" y="647"/>
                    <a:pt x="286" y="640"/>
                    <a:pt x="286" y="633"/>
                  </a:cubicBezTo>
                  <a:lnTo>
                    <a:pt x="286" y="196"/>
                  </a:lnTo>
                  <a:cubicBezTo>
                    <a:pt x="286" y="130"/>
                    <a:pt x="321" y="66"/>
                    <a:pt x="377" y="28"/>
                  </a:cubicBezTo>
                  <a:cubicBezTo>
                    <a:pt x="356" y="13"/>
                    <a:pt x="328" y="6"/>
                    <a:pt x="300" y="3"/>
                  </a:cubicBezTo>
                  <a:lnTo>
                    <a:pt x="296" y="3"/>
                  </a:lnTo>
                  <a:cubicBezTo>
                    <a:pt x="293" y="1"/>
                    <a:pt x="289" y="0"/>
                    <a:pt x="286"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6" name="Google Shape;22626;p91"/>
            <p:cNvSpPr/>
            <p:nvPr/>
          </p:nvSpPr>
          <p:spPr>
            <a:xfrm>
              <a:off x="1618478" y="2116459"/>
              <a:ext cx="9812" cy="43206"/>
            </a:xfrm>
            <a:custGeom>
              <a:rect b="b" l="l" r="r" t="t"/>
              <a:pathLst>
                <a:path extrusionOk="0" h="1660" w="377">
                  <a:moveTo>
                    <a:pt x="253" y="0"/>
                  </a:moveTo>
                  <a:cubicBezTo>
                    <a:pt x="141" y="0"/>
                    <a:pt x="53" y="88"/>
                    <a:pt x="53" y="197"/>
                  </a:cubicBezTo>
                  <a:lnTo>
                    <a:pt x="53" y="1172"/>
                  </a:lnTo>
                  <a:lnTo>
                    <a:pt x="141" y="1182"/>
                  </a:lnTo>
                  <a:lnTo>
                    <a:pt x="53" y="1200"/>
                  </a:lnTo>
                  <a:lnTo>
                    <a:pt x="53" y="1489"/>
                  </a:lnTo>
                  <a:cubicBezTo>
                    <a:pt x="53" y="1496"/>
                    <a:pt x="53" y="1503"/>
                    <a:pt x="53" y="1510"/>
                  </a:cubicBezTo>
                  <a:lnTo>
                    <a:pt x="53" y="1517"/>
                  </a:lnTo>
                  <a:cubicBezTo>
                    <a:pt x="53" y="1524"/>
                    <a:pt x="49" y="1531"/>
                    <a:pt x="49" y="1538"/>
                  </a:cubicBezTo>
                  <a:cubicBezTo>
                    <a:pt x="46" y="1545"/>
                    <a:pt x="42" y="1552"/>
                    <a:pt x="42" y="1559"/>
                  </a:cubicBezTo>
                  <a:lnTo>
                    <a:pt x="39" y="1562"/>
                  </a:lnTo>
                  <a:cubicBezTo>
                    <a:pt x="35" y="1566"/>
                    <a:pt x="32" y="1573"/>
                    <a:pt x="28" y="1580"/>
                  </a:cubicBezTo>
                  <a:lnTo>
                    <a:pt x="28" y="1584"/>
                  </a:lnTo>
                  <a:cubicBezTo>
                    <a:pt x="25" y="1587"/>
                    <a:pt x="21" y="1594"/>
                    <a:pt x="18" y="1598"/>
                  </a:cubicBezTo>
                  <a:lnTo>
                    <a:pt x="14" y="1605"/>
                  </a:lnTo>
                  <a:lnTo>
                    <a:pt x="0" y="1615"/>
                  </a:lnTo>
                  <a:cubicBezTo>
                    <a:pt x="32" y="1645"/>
                    <a:pt x="75" y="1660"/>
                    <a:pt x="117" y="1660"/>
                  </a:cubicBezTo>
                  <a:cubicBezTo>
                    <a:pt x="139" y="1660"/>
                    <a:pt x="162" y="1656"/>
                    <a:pt x="183" y="1647"/>
                  </a:cubicBezTo>
                  <a:lnTo>
                    <a:pt x="187" y="1647"/>
                  </a:lnTo>
                  <a:cubicBezTo>
                    <a:pt x="194" y="1643"/>
                    <a:pt x="197" y="1640"/>
                    <a:pt x="204" y="1636"/>
                  </a:cubicBezTo>
                  <a:lnTo>
                    <a:pt x="208" y="1633"/>
                  </a:lnTo>
                  <a:cubicBezTo>
                    <a:pt x="215" y="1629"/>
                    <a:pt x="222" y="1626"/>
                    <a:pt x="225" y="1622"/>
                  </a:cubicBezTo>
                  <a:lnTo>
                    <a:pt x="229" y="1619"/>
                  </a:lnTo>
                  <a:lnTo>
                    <a:pt x="243" y="1605"/>
                  </a:lnTo>
                  <a:lnTo>
                    <a:pt x="246" y="1601"/>
                  </a:lnTo>
                  <a:cubicBezTo>
                    <a:pt x="250" y="1594"/>
                    <a:pt x="257" y="1591"/>
                    <a:pt x="260" y="1584"/>
                  </a:cubicBezTo>
                  <a:lnTo>
                    <a:pt x="260" y="1580"/>
                  </a:lnTo>
                  <a:cubicBezTo>
                    <a:pt x="264" y="1573"/>
                    <a:pt x="264" y="1569"/>
                    <a:pt x="267" y="1562"/>
                  </a:cubicBezTo>
                  <a:lnTo>
                    <a:pt x="271" y="1559"/>
                  </a:lnTo>
                  <a:cubicBezTo>
                    <a:pt x="275" y="1552"/>
                    <a:pt x="275" y="1545"/>
                    <a:pt x="278" y="1538"/>
                  </a:cubicBezTo>
                  <a:cubicBezTo>
                    <a:pt x="282" y="1531"/>
                    <a:pt x="282" y="1524"/>
                    <a:pt x="282" y="1517"/>
                  </a:cubicBezTo>
                  <a:lnTo>
                    <a:pt x="282" y="1513"/>
                  </a:lnTo>
                  <a:cubicBezTo>
                    <a:pt x="282" y="1506"/>
                    <a:pt x="282" y="1496"/>
                    <a:pt x="282" y="1489"/>
                  </a:cubicBezTo>
                  <a:lnTo>
                    <a:pt x="282" y="197"/>
                  </a:lnTo>
                  <a:cubicBezTo>
                    <a:pt x="282" y="127"/>
                    <a:pt x="317" y="64"/>
                    <a:pt x="377" y="28"/>
                  </a:cubicBezTo>
                  <a:cubicBezTo>
                    <a:pt x="352" y="14"/>
                    <a:pt x="327" y="4"/>
                    <a:pt x="29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7" name="Google Shape;22627;p91"/>
            <p:cNvSpPr/>
            <p:nvPr/>
          </p:nvSpPr>
          <p:spPr>
            <a:xfrm>
              <a:off x="1638337" y="2122029"/>
              <a:ext cx="9188" cy="25689"/>
            </a:xfrm>
            <a:custGeom>
              <a:rect b="b" l="l" r="r" t="t"/>
              <a:pathLst>
                <a:path extrusionOk="0" h="987" w="353">
                  <a:moveTo>
                    <a:pt x="236" y="1"/>
                  </a:moveTo>
                  <a:cubicBezTo>
                    <a:pt x="162" y="1"/>
                    <a:pt x="92" y="40"/>
                    <a:pt x="60" y="106"/>
                  </a:cubicBezTo>
                  <a:lnTo>
                    <a:pt x="53" y="117"/>
                  </a:lnTo>
                  <a:lnTo>
                    <a:pt x="53" y="817"/>
                  </a:lnTo>
                  <a:cubicBezTo>
                    <a:pt x="53" y="824"/>
                    <a:pt x="53" y="831"/>
                    <a:pt x="53" y="838"/>
                  </a:cubicBezTo>
                  <a:lnTo>
                    <a:pt x="53" y="845"/>
                  </a:lnTo>
                  <a:cubicBezTo>
                    <a:pt x="53" y="852"/>
                    <a:pt x="50" y="859"/>
                    <a:pt x="50" y="866"/>
                  </a:cubicBezTo>
                  <a:cubicBezTo>
                    <a:pt x="46" y="873"/>
                    <a:pt x="43" y="880"/>
                    <a:pt x="43" y="888"/>
                  </a:cubicBezTo>
                  <a:lnTo>
                    <a:pt x="39" y="891"/>
                  </a:lnTo>
                  <a:cubicBezTo>
                    <a:pt x="36" y="895"/>
                    <a:pt x="32" y="902"/>
                    <a:pt x="29" y="909"/>
                  </a:cubicBezTo>
                  <a:lnTo>
                    <a:pt x="29" y="912"/>
                  </a:lnTo>
                  <a:cubicBezTo>
                    <a:pt x="25" y="916"/>
                    <a:pt x="22" y="923"/>
                    <a:pt x="18" y="926"/>
                  </a:cubicBezTo>
                  <a:lnTo>
                    <a:pt x="15" y="933"/>
                  </a:lnTo>
                  <a:lnTo>
                    <a:pt x="1" y="944"/>
                  </a:lnTo>
                  <a:cubicBezTo>
                    <a:pt x="32" y="972"/>
                    <a:pt x="71" y="986"/>
                    <a:pt x="113" y="986"/>
                  </a:cubicBezTo>
                  <a:cubicBezTo>
                    <a:pt x="134" y="986"/>
                    <a:pt x="155" y="983"/>
                    <a:pt x="180" y="972"/>
                  </a:cubicBezTo>
                  <a:cubicBezTo>
                    <a:pt x="187" y="968"/>
                    <a:pt x="194" y="968"/>
                    <a:pt x="198" y="965"/>
                  </a:cubicBezTo>
                  <a:lnTo>
                    <a:pt x="205" y="961"/>
                  </a:lnTo>
                  <a:cubicBezTo>
                    <a:pt x="208" y="958"/>
                    <a:pt x="215" y="951"/>
                    <a:pt x="222" y="947"/>
                  </a:cubicBezTo>
                  <a:lnTo>
                    <a:pt x="226" y="944"/>
                  </a:lnTo>
                  <a:lnTo>
                    <a:pt x="236" y="933"/>
                  </a:lnTo>
                  <a:lnTo>
                    <a:pt x="240" y="926"/>
                  </a:lnTo>
                  <a:cubicBezTo>
                    <a:pt x="247" y="923"/>
                    <a:pt x="250" y="916"/>
                    <a:pt x="254" y="912"/>
                  </a:cubicBezTo>
                  <a:lnTo>
                    <a:pt x="254" y="909"/>
                  </a:lnTo>
                  <a:cubicBezTo>
                    <a:pt x="257" y="902"/>
                    <a:pt x="261" y="895"/>
                    <a:pt x="261" y="891"/>
                  </a:cubicBezTo>
                  <a:lnTo>
                    <a:pt x="264" y="888"/>
                  </a:lnTo>
                  <a:cubicBezTo>
                    <a:pt x="268" y="880"/>
                    <a:pt x="272" y="873"/>
                    <a:pt x="272" y="866"/>
                  </a:cubicBezTo>
                  <a:cubicBezTo>
                    <a:pt x="275" y="859"/>
                    <a:pt x="275" y="852"/>
                    <a:pt x="279" y="845"/>
                  </a:cubicBezTo>
                  <a:lnTo>
                    <a:pt x="279" y="838"/>
                  </a:lnTo>
                  <a:cubicBezTo>
                    <a:pt x="279" y="831"/>
                    <a:pt x="279" y="824"/>
                    <a:pt x="279" y="817"/>
                  </a:cubicBezTo>
                  <a:lnTo>
                    <a:pt x="279" y="113"/>
                  </a:lnTo>
                  <a:lnTo>
                    <a:pt x="282" y="103"/>
                  </a:lnTo>
                  <a:cubicBezTo>
                    <a:pt x="300" y="75"/>
                    <a:pt x="324" y="47"/>
                    <a:pt x="352" y="29"/>
                  </a:cubicBezTo>
                  <a:cubicBezTo>
                    <a:pt x="328" y="15"/>
                    <a:pt x="303" y="4"/>
                    <a:pt x="275"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8" name="Google Shape;22628;p91"/>
            <p:cNvSpPr/>
            <p:nvPr/>
          </p:nvSpPr>
          <p:spPr>
            <a:xfrm>
              <a:off x="1597864" y="2146312"/>
              <a:ext cx="29515" cy="73085"/>
            </a:xfrm>
            <a:custGeom>
              <a:rect b="b" l="l" r="r" t="t"/>
              <a:pathLst>
                <a:path extrusionOk="0" h="2808" w="1134">
                  <a:moveTo>
                    <a:pt x="296" y="0"/>
                  </a:moveTo>
                  <a:lnTo>
                    <a:pt x="268" y="4"/>
                  </a:lnTo>
                  <a:lnTo>
                    <a:pt x="254" y="4"/>
                  </a:lnTo>
                  <a:lnTo>
                    <a:pt x="233" y="7"/>
                  </a:lnTo>
                  <a:lnTo>
                    <a:pt x="219" y="14"/>
                  </a:lnTo>
                  <a:lnTo>
                    <a:pt x="201" y="18"/>
                  </a:lnTo>
                  <a:cubicBezTo>
                    <a:pt x="197" y="21"/>
                    <a:pt x="190" y="25"/>
                    <a:pt x="183" y="28"/>
                  </a:cubicBezTo>
                  <a:lnTo>
                    <a:pt x="173" y="32"/>
                  </a:lnTo>
                  <a:cubicBezTo>
                    <a:pt x="166" y="39"/>
                    <a:pt x="159" y="42"/>
                    <a:pt x="152" y="50"/>
                  </a:cubicBezTo>
                  <a:cubicBezTo>
                    <a:pt x="0" y="176"/>
                    <a:pt x="25" y="595"/>
                    <a:pt x="46" y="964"/>
                  </a:cubicBezTo>
                  <a:cubicBezTo>
                    <a:pt x="85" y="1587"/>
                    <a:pt x="827" y="2147"/>
                    <a:pt x="834" y="2154"/>
                  </a:cubicBezTo>
                  <a:cubicBezTo>
                    <a:pt x="880" y="2185"/>
                    <a:pt x="905" y="2238"/>
                    <a:pt x="905" y="2291"/>
                  </a:cubicBezTo>
                  <a:lnTo>
                    <a:pt x="905" y="2808"/>
                  </a:lnTo>
                  <a:lnTo>
                    <a:pt x="1133" y="2808"/>
                  </a:lnTo>
                  <a:lnTo>
                    <a:pt x="1133" y="2291"/>
                  </a:lnTo>
                  <a:cubicBezTo>
                    <a:pt x="1130" y="2234"/>
                    <a:pt x="1105" y="2185"/>
                    <a:pt x="1063" y="2150"/>
                  </a:cubicBezTo>
                  <a:cubicBezTo>
                    <a:pt x="1056" y="2147"/>
                    <a:pt x="314" y="1587"/>
                    <a:pt x="275" y="964"/>
                  </a:cubicBezTo>
                  <a:cubicBezTo>
                    <a:pt x="254" y="595"/>
                    <a:pt x="226" y="173"/>
                    <a:pt x="377" y="46"/>
                  </a:cubicBezTo>
                  <a:cubicBezTo>
                    <a:pt x="384" y="42"/>
                    <a:pt x="394" y="35"/>
                    <a:pt x="402" y="32"/>
                  </a:cubicBezTo>
                  <a:lnTo>
                    <a:pt x="412" y="25"/>
                  </a:lnTo>
                  <a:cubicBezTo>
                    <a:pt x="419" y="25"/>
                    <a:pt x="423" y="21"/>
                    <a:pt x="430" y="18"/>
                  </a:cubicBezTo>
                  <a:lnTo>
                    <a:pt x="447" y="11"/>
                  </a:lnTo>
                  <a:lnTo>
                    <a:pt x="461" y="7"/>
                  </a:lnTo>
                  <a:lnTo>
                    <a:pt x="465" y="7"/>
                  </a:lnTo>
                  <a:lnTo>
                    <a:pt x="437" y="4"/>
                  </a:lnTo>
                  <a:lnTo>
                    <a:pt x="391"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9" name="Google Shape;22629;p91"/>
            <p:cNvSpPr/>
            <p:nvPr/>
          </p:nvSpPr>
          <p:spPr>
            <a:xfrm>
              <a:off x="1440814" y="2002719"/>
              <a:ext cx="18896" cy="13014"/>
            </a:xfrm>
            <a:custGeom>
              <a:rect b="b" l="l" r="r" t="t"/>
              <a:pathLst>
                <a:path extrusionOk="0" h="500" w="726">
                  <a:moveTo>
                    <a:pt x="0" y="0"/>
                  </a:moveTo>
                  <a:lnTo>
                    <a:pt x="510" y="500"/>
                  </a:lnTo>
                  <a:lnTo>
                    <a:pt x="725" y="46"/>
                  </a:lnTo>
                  <a:lnTo>
                    <a:pt x="0"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0" name="Google Shape;22630;p91"/>
            <p:cNvSpPr/>
            <p:nvPr/>
          </p:nvSpPr>
          <p:spPr>
            <a:xfrm>
              <a:off x="1585136" y="2057376"/>
              <a:ext cx="17881" cy="20536"/>
            </a:xfrm>
            <a:custGeom>
              <a:rect b="b" l="l" r="r" t="t"/>
              <a:pathLst>
                <a:path extrusionOk="0" h="789" w="687">
                  <a:moveTo>
                    <a:pt x="166" y="1"/>
                  </a:moveTo>
                  <a:lnTo>
                    <a:pt x="7" y="571"/>
                  </a:lnTo>
                  <a:cubicBezTo>
                    <a:pt x="7" y="581"/>
                    <a:pt x="4" y="595"/>
                    <a:pt x="0" y="610"/>
                  </a:cubicBezTo>
                  <a:lnTo>
                    <a:pt x="426" y="789"/>
                  </a:lnTo>
                  <a:lnTo>
                    <a:pt x="686" y="223"/>
                  </a:lnTo>
                  <a:lnTo>
                    <a:pt x="166"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1" name="Google Shape;22631;p91"/>
            <p:cNvSpPr/>
            <p:nvPr/>
          </p:nvSpPr>
          <p:spPr>
            <a:xfrm>
              <a:off x="1462963" y="2007117"/>
              <a:ext cx="43622" cy="30608"/>
            </a:xfrm>
            <a:custGeom>
              <a:rect b="b" l="l" r="r" t="t"/>
              <a:pathLst>
                <a:path extrusionOk="0" h="1176" w="1676">
                  <a:moveTo>
                    <a:pt x="254" y="0"/>
                  </a:moveTo>
                  <a:lnTo>
                    <a:pt x="1" y="532"/>
                  </a:lnTo>
                  <a:lnTo>
                    <a:pt x="1524" y="1175"/>
                  </a:lnTo>
                  <a:lnTo>
                    <a:pt x="1675" y="598"/>
                  </a:lnTo>
                  <a:lnTo>
                    <a:pt x="254"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2" name="Google Shape;22632;p91"/>
            <p:cNvSpPr/>
            <p:nvPr/>
          </p:nvSpPr>
          <p:spPr>
            <a:xfrm>
              <a:off x="1605828" y="2067085"/>
              <a:ext cx="16059" cy="17829"/>
            </a:xfrm>
            <a:custGeom>
              <a:rect b="b" l="l" r="r" t="t"/>
              <a:pathLst>
                <a:path extrusionOk="0" h="685" w="617">
                  <a:moveTo>
                    <a:pt x="257" y="1"/>
                  </a:moveTo>
                  <a:lnTo>
                    <a:pt x="1" y="560"/>
                  </a:lnTo>
                  <a:lnTo>
                    <a:pt x="268" y="673"/>
                  </a:lnTo>
                  <a:cubicBezTo>
                    <a:pt x="286" y="681"/>
                    <a:pt x="306" y="684"/>
                    <a:pt x="324" y="684"/>
                  </a:cubicBezTo>
                  <a:cubicBezTo>
                    <a:pt x="381" y="684"/>
                    <a:pt x="434" y="651"/>
                    <a:pt x="458" y="595"/>
                  </a:cubicBezTo>
                  <a:lnTo>
                    <a:pt x="585" y="296"/>
                  </a:lnTo>
                  <a:cubicBezTo>
                    <a:pt x="616" y="222"/>
                    <a:pt x="581" y="138"/>
                    <a:pt x="507" y="106"/>
                  </a:cubicBezTo>
                  <a:lnTo>
                    <a:pt x="2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3" name="Google Shape;22633;p91"/>
            <p:cNvSpPr/>
            <p:nvPr/>
          </p:nvSpPr>
          <p:spPr>
            <a:xfrm>
              <a:off x="1369186" y="2260495"/>
              <a:ext cx="71550" cy="17621"/>
            </a:xfrm>
            <a:custGeom>
              <a:rect b="b" l="l" r="r" t="t"/>
              <a:pathLst>
                <a:path extrusionOk="0" h="677" w="2749">
                  <a:moveTo>
                    <a:pt x="1" y="1"/>
                  </a:moveTo>
                  <a:lnTo>
                    <a:pt x="1" y="676"/>
                  </a:lnTo>
                  <a:lnTo>
                    <a:pt x="2749" y="676"/>
                  </a:lnTo>
                  <a:lnTo>
                    <a:pt x="274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4" name="Google Shape;22634;p91"/>
            <p:cNvSpPr/>
            <p:nvPr/>
          </p:nvSpPr>
          <p:spPr>
            <a:xfrm>
              <a:off x="1369186" y="2289360"/>
              <a:ext cx="71550" cy="44429"/>
            </a:xfrm>
            <a:custGeom>
              <a:rect b="b" l="l" r="r" t="t"/>
              <a:pathLst>
                <a:path extrusionOk="0" h="1707" w="2749">
                  <a:moveTo>
                    <a:pt x="1" y="0"/>
                  </a:moveTo>
                  <a:lnTo>
                    <a:pt x="1" y="1707"/>
                  </a:lnTo>
                  <a:lnTo>
                    <a:pt x="2749" y="1707"/>
                  </a:lnTo>
                  <a:lnTo>
                    <a:pt x="27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5" name="Google Shape;22635;p91"/>
            <p:cNvSpPr/>
            <p:nvPr/>
          </p:nvSpPr>
          <p:spPr>
            <a:xfrm>
              <a:off x="1381289" y="2260495"/>
              <a:ext cx="59447" cy="17621"/>
            </a:xfrm>
            <a:custGeom>
              <a:rect b="b" l="l" r="r" t="t"/>
              <a:pathLst>
                <a:path extrusionOk="0" h="677" w="2284">
                  <a:moveTo>
                    <a:pt x="0" y="1"/>
                  </a:moveTo>
                  <a:lnTo>
                    <a:pt x="0" y="676"/>
                  </a:lnTo>
                  <a:lnTo>
                    <a:pt x="2284" y="676"/>
                  </a:lnTo>
                  <a:lnTo>
                    <a:pt x="2284"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6" name="Google Shape;22636;p91"/>
            <p:cNvSpPr/>
            <p:nvPr/>
          </p:nvSpPr>
          <p:spPr>
            <a:xfrm>
              <a:off x="1381289" y="2289360"/>
              <a:ext cx="59447" cy="44429"/>
            </a:xfrm>
            <a:custGeom>
              <a:rect b="b" l="l" r="r" t="t"/>
              <a:pathLst>
                <a:path extrusionOk="0" h="1707" w="2284">
                  <a:moveTo>
                    <a:pt x="0" y="0"/>
                  </a:moveTo>
                  <a:lnTo>
                    <a:pt x="0" y="1707"/>
                  </a:lnTo>
                  <a:lnTo>
                    <a:pt x="2284" y="1707"/>
                  </a:lnTo>
                  <a:lnTo>
                    <a:pt x="228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7" name="Google Shape;22637;p91"/>
            <p:cNvSpPr/>
            <p:nvPr/>
          </p:nvSpPr>
          <p:spPr>
            <a:xfrm>
              <a:off x="1613897" y="2258387"/>
              <a:ext cx="71550" cy="75402"/>
            </a:xfrm>
            <a:custGeom>
              <a:rect b="b" l="l" r="r" t="t"/>
              <a:pathLst>
                <a:path extrusionOk="0" h="2897" w="2749">
                  <a:moveTo>
                    <a:pt x="0" y="1"/>
                  </a:moveTo>
                  <a:lnTo>
                    <a:pt x="0" y="2897"/>
                  </a:lnTo>
                  <a:lnTo>
                    <a:pt x="2748" y="2897"/>
                  </a:lnTo>
                  <a:lnTo>
                    <a:pt x="2748"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8" name="Google Shape;22638;p91"/>
            <p:cNvSpPr/>
            <p:nvPr/>
          </p:nvSpPr>
          <p:spPr>
            <a:xfrm>
              <a:off x="1613897" y="2229470"/>
              <a:ext cx="71550" cy="17699"/>
            </a:xfrm>
            <a:custGeom>
              <a:rect b="b" l="l" r="r" t="t"/>
              <a:pathLst>
                <a:path extrusionOk="0" h="680" w="2749">
                  <a:moveTo>
                    <a:pt x="0" y="0"/>
                  </a:moveTo>
                  <a:lnTo>
                    <a:pt x="0" y="679"/>
                  </a:lnTo>
                  <a:lnTo>
                    <a:pt x="2748" y="679"/>
                  </a:lnTo>
                  <a:lnTo>
                    <a:pt x="2748"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9" name="Google Shape;22639;p91"/>
            <p:cNvSpPr/>
            <p:nvPr/>
          </p:nvSpPr>
          <p:spPr>
            <a:xfrm>
              <a:off x="1629357" y="2258387"/>
              <a:ext cx="56089" cy="75402"/>
            </a:xfrm>
            <a:custGeom>
              <a:rect b="b" l="l" r="r" t="t"/>
              <a:pathLst>
                <a:path extrusionOk="0" h="2897" w="2155">
                  <a:moveTo>
                    <a:pt x="1" y="1"/>
                  </a:moveTo>
                  <a:lnTo>
                    <a:pt x="1" y="2897"/>
                  </a:lnTo>
                  <a:lnTo>
                    <a:pt x="2154" y="2897"/>
                  </a:lnTo>
                  <a:lnTo>
                    <a:pt x="21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0" name="Google Shape;22640;p91"/>
            <p:cNvSpPr/>
            <p:nvPr/>
          </p:nvSpPr>
          <p:spPr>
            <a:xfrm>
              <a:off x="1629357" y="2229470"/>
              <a:ext cx="56089" cy="17699"/>
            </a:xfrm>
            <a:custGeom>
              <a:rect b="b" l="l" r="r" t="t"/>
              <a:pathLst>
                <a:path extrusionOk="0" h="680" w="2155">
                  <a:moveTo>
                    <a:pt x="1" y="0"/>
                  </a:moveTo>
                  <a:lnTo>
                    <a:pt x="1" y="679"/>
                  </a:lnTo>
                  <a:lnTo>
                    <a:pt x="2154" y="679"/>
                  </a:lnTo>
                  <a:lnTo>
                    <a:pt x="2154"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1" name="Google Shape;22641;p91"/>
            <p:cNvSpPr/>
            <p:nvPr/>
          </p:nvSpPr>
          <p:spPr>
            <a:xfrm>
              <a:off x="1489798" y="2134574"/>
              <a:ext cx="71550" cy="17699"/>
            </a:xfrm>
            <a:custGeom>
              <a:rect b="b" l="l" r="r" t="t"/>
              <a:pathLst>
                <a:path extrusionOk="0" h="680" w="2749">
                  <a:moveTo>
                    <a:pt x="1" y="1"/>
                  </a:moveTo>
                  <a:lnTo>
                    <a:pt x="1" y="680"/>
                  </a:lnTo>
                  <a:lnTo>
                    <a:pt x="2749" y="680"/>
                  </a:lnTo>
                  <a:lnTo>
                    <a:pt x="274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2" name="Google Shape;22642;p91"/>
            <p:cNvSpPr/>
            <p:nvPr/>
          </p:nvSpPr>
          <p:spPr>
            <a:xfrm>
              <a:off x="1489798" y="2163517"/>
              <a:ext cx="71550" cy="170272"/>
            </a:xfrm>
            <a:custGeom>
              <a:rect b="b" l="l" r="r" t="t"/>
              <a:pathLst>
                <a:path extrusionOk="0" h="6542" w="2749">
                  <a:moveTo>
                    <a:pt x="1" y="1"/>
                  </a:moveTo>
                  <a:lnTo>
                    <a:pt x="1" y="6542"/>
                  </a:lnTo>
                  <a:lnTo>
                    <a:pt x="2749" y="6542"/>
                  </a:lnTo>
                  <a:lnTo>
                    <a:pt x="2749"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3" name="Google Shape;22643;p91"/>
            <p:cNvSpPr/>
            <p:nvPr/>
          </p:nvSpPr>
          <p:spPr>
            <a:xfrm>
              <a:off x="1501068" y="2134574"/>
              <a:ext cx="60280" cy="17699"/>
            </a:xfrm>
            <a:custGeom>
              <a:rect b="b" l="l" r="r" t="t"/>
              <a:pathLst>
                <a:path extrusionOk="0" h="680" w="2316">
                  <a:moveTo>
                    <a:pt x="0" y="1"/>
                  </a:moveTo>
                  <a:lnTo>
                    <a:pt x="0" y="680"/>
                  </a:lnTo>
                  <a:lnTo>
                    <a:pt x="2316" y="680"/>
                  </a:lnTo>
                  <a:lnTo>
                    <a:pt x="2316"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4" name="Google Shape;22644;p91"/>
            <p:cNvSpPr/>
            <p:nvPr/>
          </p:nvSpPr>
          <p:spPr>
            <a:xfrm>
              <a:off x="1501068" y="2163517"/>
              <a:ext cx="65511" cy="170272"/>
            </a:xfrm>
            <a:custGeom>
              <a:rect b="b" l="l" r="r" t="t"/>
              <a:pathLst>
                <a:path extrusionOk="0" h="6542" w="2517">
                  <a:moveTo>
                    <a:pt x="0" y="1"/>
                  </a:moveTo>
                  <a:lnTo>
                    <a:pt x="0" y="6542"/>
                  </a:lnTo>
                  <a:lnTo>
                    <a:pt x="2516" y="6542"/>
                  </a:lnTo>
                  <a:lnTo>
                    <a:pt x="25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5" name="Google Shape;22645;p91"/>
            <p:cNvSpPr/>
            <p:nvPr/>
          </p:nvSpPr>
          <p:spPr>
            <a:xfrm>
              <a:off x="1461948" y="2013806"/>
              <a:ext cx="43804" cy="24934"/>
            </a:xfrm>
            <a:custGeom>
              <a:rect b="b" l="l" r="r" t="t"/>
              <a:pathLst>
                <a:path extrusionOk="0" h="958" w="1683">
                  <a:moveTo>
                    <a:pt x="135" y="0"/>
                  </a:moveTo>
                  <a:lnTo>
                    <a:pt x="1" y="282"/>
                  </a:lnTo>
                  <a:lnTo>
                    <a:pt x="1605" y="957"/>
                  </a:lnTo>
                  <a:lnTo>
                    <a:pt x="1683" y="658"/>
                  </a:lnTo>
                  <a:lnTo>
                    <a:pt x="135"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6" name="Google Shape;22646;p91"/>
            <p:cNvSpPr/>
            <p:nvPr/>
          </p:nvSpPr>
          <p:spPr>
            <a:xfrm>
              <a:off x="1584225" y="2065159"/>
              <a:ext cx="15044" cy="12962"/>
            </a:xfrm>
            <a:custGeom>
              <a:rect b="b" l="l" r="r" t="t"/>
              <a:pathLst>
                <a:path extrusionOk="0" h="498" w="578">
                  <a:moveTo>
                    <a:pt x="81" y="1"/>
                  </a:moveTo>
                  <a:lnTo>
                    <a:pt x="7" y="265"/>
                  </a:lnTo>
                  <a:cubicBezTo>
                    <a:pt x="7" y="275"/>
                    <a:pt x="4" y="289"/>
                    <a:pt x="0" y="307"/>
                  </a:cubicBezTo>
                  <a:lnTo>
                    <a:pt x="454" y="497"/>
                  </a:lnTo>
                  <a:lnTo>
                    <a:pt x="577" y="223"/>
                  </a:lnTo>
                  <a:lnTo>
                    <a:pt x="577" y="212"/>
                  </a:lnTo>
                  <a:lnTo>
                    <a:pt x="81"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7" name="Google Shape;22647;p91"/>
            <p:cNvSpPr/>
            <p:nvPr/>
          </p:nvSpPr>
          <p:spPr>
            <a:xfrm>
              <a:off x="1629643" y="2118567"/>
              <a:ext cx="11556" cy="30608"/>
            </a:xfrm>
            <a:custGeom>
              <a:rect b="b" l="l" r="r" t="t"/>
              <a:pathLst>
                <a:path extrusionOk="0" h="1176" w="444">
                  <a:moveTo>
                    <a:pt x="222" y="0"/>
                  </a:moveTo>
                  <a:cubicBezTo>
                    <a:pt x="99" y="0"/>
                    <a:pt x="0" y="106"/>
                    <a:pt x="4" y="225"/>
                  </a:cubicBezTo>
                  <a:lnTo>
                    <a:pt x="4" y="961"/>
                  </a:lnTo>
                  <a:cubicBezTo>
                    <a:pt x="4" y="1080"/>
                    <a:pt x="102" y="1175"/>
                    <a:pt x="222" y="1175"/>
                  </a:cubicBezTo>
                  <a:cubicBezTo>
                    <a:pt x="342" y="1175"/>
                    <a:pt x="437" y="1080"/>
                    <a:pt x="437" y="961"/>
                  </a:cubicBezTo>
                  <a:lnTo>
                    <a:pt x="437" y="225"/>
                  </a:lnTo>
                  <a:cubicBezTo>
                    <a:pt x="444" y="106"/>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8" name="Google Shape;22648;p91"/>
            <p:cNvSpPr/>
            <p:nvPr/>
          </p:nvSpPr>
          <p:spPr>
            <a:xfrm>
              <a:off x="1649060" y="2121664"/>
              <a:ext cx="11478" cy="27511"/>
            </a:xfrm>
            <a:custGeom>
              <a:rect b="b" l="l" r="r" t="t"/>
              <a:pathLst>
                <a:path extrusionOk="0" h="1057" w="441">
                  <a:moveTo>
                    <a:pt x="218" y="1"/>
                  </a:moveTo>
                  <a:cubicBezTo>
                    <a:pt x="95" y="1"/>
                    <a:pt x="0" y="103"/>
                    <a:pt x="4" y="226"/>
                  </a:cubicBezTo>
                  <a:lnTo>
                    <a:pt x="4" y="842"/>
                  </a:lnTo>
                  <a:cubicBezTo>
                    <a:pt x="4" y="961"/>
                    <a:pt x="102" y="1056"/>
                    <a:pt x="222" y="1056"/>
                  </a:cubicBezTo>
                  <a:cubicBezTo>
                    <a:pt x="338" y="1056"/>
                    <a:pt x="437" y="961"/>
                    <a:pt x="437" y="842"/>
                  </a:cubicBezTo>
                  <a:lnTo>
                    <a:pt x="437" y="226"/>
                  </a:lnTo>
                  <a:cubicBezTo>
                    <a:pt x="440" y="103"/>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9" name="Google Shape;22649;p91"/>
            <p:cNvSpPr/>
            <p:nvPr/>
          </p:nvSpPr>
          <p:spPr>
            <a:xfrm>
              <a:off x="1668476" y="2129186"/>
              <a:ext cx="11556" cy="22722"/>
            </a:xfrm>
            <a:custGeom>
              <a:rect b="b" l="l" r="r" t="t"/>
              <a:pathLst>
                <a:path extrusionOk="0" h="873" w="444">
                  <a:moveTo>
                    <a:pt x="222" y="0"/>
                  </a:moveTo>
                  <a:cubicBezTo>
                    <a:pt x="99" y="0"/>
                    <a:pt x="0" y="102"/>
                    <a:pt x="7" y="226"/>
                  </a:cubicBezTo>
                  <a:lnTo>
                    <a:pt x="7" y="658"/>
                  </a:lnTo>
                  <a:cubicBezTo>
                    <a:pt x="7" y="778"/>
                    <a:pt x="102" y="873"/>
                    <a:pt x="222" y="873"/>
                  </a:cubicBezTo>
                  <a:cubicBezTo>
                    <a:pt x="341" y="873"/>
                    <a:pt x="436" y="778"/>
                    <a:pt x="436" y="658"/>
                  </a:cubicBezTo>
                  <a:lnTo>
                    <a:pt x="436" y="226"/>
                  </a:lnTo>
                  <a:cubicBezTo>
                    <a:pt x="443" y="102"/>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0" name="Google Shape;22650;p91"/>
            <p:cNvSpPr/>
            <p:nvPr/>
          </p:nvSpPr>
          <p:spPr>
            <a:xfrm>
              <a:off x="1587505" y="2106647"/>
              <a:ext cx="114053" cy="238672"/>
            </a:xfrm>
            <a:custGeom>
              <a:rect b="b" l="l" r="r" t="t"/>
              <a:pathLst>
                <a:path extrusionOk="0" h="9170" w="4382">
                  <a:moveTo>
                    <a:pt x="1468" y="430"/>
                  </a:moveTo>
                  <a:cubicBezTo>
                    <a:pt x="1556" y="430"/>
                    <a:pt x="1623" y="500"/>
                    <a:pt x="1623" y="585"/>
                  </a:cubicBezTo>
                  <a:lnTo>
                    <a:pt x="1623" y="687"/>
                  </a:lnTo>
                  <a:cubicBezTo>
                    <a:pt x="1625" y="824"/>
                    <a:pt x="1734" y="901"/>
                    <a:pt x="1843" y="901"/>
                  </a:cubicBezTo>
                  <a:cubicBezTo>
                    <a:pt x="1927" y="901"/>
                    <a:pt x="2011" y="855"/>
                    <a:pt x="2045" y="754"/>
                  </a:cubicBezTo>
                  <a:cubicBezTo>
                    <a:pt x="2066" y="690"/>
                    <a:pt x="2126" y="648"/>
                    <a:pt x="2193" y="648"/>
                  </a:cubicBezTo>
                  <a:lnTo>
                    <a:pt x="2214" y="648"/>
                  </a:lnTo>
                  <a:cubicBezTo>
                    <a:pt x="2298" y="648"/>
                    <a:pt x="2369" y="719"/>
                    <a:pt x="2369" y="803"/>
                  </a:cubicBezTo>
                  <a:lnTo>
                    <a:pt x="2369" y="835"/>
                  </a:lnTo>
                  <a:cubicBezTo>
                    <a:pt x="2369" y="972"/>
                    <a:pt x="2478" y="1050"/>
                    <a:pt x="2587" y="1050"/>
                  </a:cubicBezTo>
                  <a:cubicBezTo>
                    <a:pt x="2673" y="1050"/>
                    <a:pt x="2758" y="1002"/>
                    <a:pt x="2791" y="898"/>
                  </a:cubicBezTo>
                  <a:cubicBezTo>
                    <a:pt x="2812" y="835"/>
                    <a:pt x="2872" y="789"/>
                    <a:pt x="2939" y="789"/>
                  </a:cubicBezTo>
                  <a:lnTo>
                    <a:pt x="2960" y="789"/>
                  </a:lnTo>
                  <a:cubicBezTo>
                    <a:pt x="3048" y="789"/>
                    <a:pt x="3115" y="859"/>
                    <a:pt x="3115" y="944"/>
                  </a:cubicBezTo>
                  <a:lnTo>
                    <a:pt x="3115" y="1092"/>
                  </a:lnTo>
                  <a:cubicBezTo>
                    <a:pt x="3111" y="1215"/>
                    <a:pt x="3210" y="1320"/>
                    <a:pt x="3333" y="1320"/>
                  </a:cubicBezTo>
                  <a:cubicBezTo>
                    <a:pt x="3456" y="1320"/>
                    <a:pt x="3551" y="1215"/>
                    <a:pt x="3547" y="1092"/>
                  </a:cubicBezTo>
                  <a:cubicBezTo>
                    <a:pt x="3547" y="1007"/>
                    <a:pt x="3618" y="937"/>
                    <a:pt x="3702" y="937"/>
                  </a:cubicBezTo>
                  <a:lnTo>
                    <a:pt x="3723" y="937"/>
                  </a:lnTo>
                  <a:cubicBezTo>
                    <a:pt x="3811" y="937"/>
                    <a:pt x="3878" y="1007"/>
                    <a:pt x="3878" y="1092"/>
                  </a:cubicBezTo>
                  <a:lnTo>
                    <a:pt x="3878" y="2105"/>
                  </a:lnTo>
                  <a:lnTo>
                    <a:pt x="3878" y="2126"/>
                  </a:lnTo>
                  <a:cubicBezTo>
                    <a:pt x="3903" y="2383"/>
                    <a:pt x="3882" y="3125"/>
                    <a:pt x="3495" y="3456"/>
                  </a:cubicBezTo>
                  <a:cubicBezTo>
                    <a:pt x="3445" y="3495"/>
                    <a:pt x="3417" y="3554"/>
                    <a:pt x="3417" y="3618"/>
                  </a:cubicBezTo>
                  <a:lnTo>
                    <a:pt x="3417" y="4300"/>
                  </a:lnTo>
                  <a:lnTo>
                    <a:pt x="1348" y="4300"/>
                  </a:lnTo>
                  <a:lnTo>
                    <a:pt x="1348" y="3829"/>
                  </a:lnTo>
                  <a:cubicBezTo>
                    <a:pt x="1348" y="3758"/>
                    <a:pt x="1317" y="3695"/>
                    <a:pt x="1260" y="3653"/>
                  </a:cubicBezTo>
                  <a:cubicBezTo>
                    <a:pt x="1253" y="3649"/>
                    <a:pt x="529" y="3101"/>
                    <a:pt x="490" y="2499"/>
                  </a:cubicBezTo>
                  <a:cubicBezTo>
                    <a:pt x="469" y="2158"/>
                    <a:pt x="444" y="1728"/>
                    <a:pt x="578" y="1619"/>
                  </a:cubicBezTo>
                  <a:cubicBezTo>
                    <a:pt x="612" y="1590"/>
                    <a:pt x="666" y="1576"/>
                    <a:pt x="734" y="1576"/>
                  </a:cubicBezTo>
                  <a:cubicBezTo>
                    <a:pt x="772" y="1576"/>
                    <a:pt x="814" y="1580"/>
                    <a:pt x="859" y="1588"/>
                  </a:cubicBezTo>
                  <a:lnTo>
                    <a:pt x="859" y="1880"/>
                  </a:lnTo>
                  <a:cubicBezTo>
                    <a:pt x="866" y="2017"/>
                    <a:pt x="971" y="2085"/>
                    <a:pt x="1076" y="2085"/>
                  </a:cubicBezTo>
                  <a:cubicBezTo>
                    <a:pt x="1180" y="2085"/>
                    <a:pt x="1285" y="2017"/>
                    <a:pt x="1292" y="1880"/>
                  </a:cubicBezTo>
                  <a:lnTo>
                    <a:pt x="1292" y="585"/>
                  </a:lnTo>
                  <a:cubicBezTo>
                    <a:pt x="1292" y="500"/>
                    <a:pt x="1362" y="430"/>
                    <a:pt x="1447" y="430"/>
                  </a:cubicBezTo>
                  <a:close/>
                  <a:moveTo>
                    <a:pt x="3769" y="4733"/>
                  </a:moveTo>
                  <a:lnTo>
                    <a:pt x="3769" y="5412"/>
                  </a:lnTo>
                  <a:lnTo>
                    <a:pt x="1021" y="5412"/>
                  </a:lnTo>
                  <a:lnTo>
                    <a:pt x="1021" y="4733"/>
                  </a:lnTo>
                  <a:close/>
                  <a:moveTo>
                    <a:pt x="3769" y="5845"/>
                  </a:moveTo>
                  <a:lnTo>
                    <a:pt x="3769" y="8741"/>
                  </a:lnTo>
                  <a:lnTo>
                    <a:pt x="1021" y="8741"/>
                  </a:lnTo>
                  <a:lnTo>
                    <a:pt x="1021" y="5845"/>
                  </a:lnTo>
                  <a:close/>
                  <a:moveTo>
                    <a:pt x="1447" y="1"/>
                  </a:moveTo>
                  <a:cubicBezTo>
                    <a:pt x="1123" y="1"/>
                    <a:pt x="859" y="265"/>
                    <a:pt x="859" y="588"/>
                  </a:cubicBezTo>
                  <a:lnTo>
                    <a:pt x="859" y="1151"/>
                  </a:lnTo>
                  <a:cubicBezTo>
                    <a:pt x="818" y="1147"/>
                    <a:pt x="778" y="1145"/>
                    <a:pt x="740" y="1145"/>
                  </a:cubicBezTo>
                  <a:cubicBezTo>
                    <a:pt x="561" y="1145"/>
                    <a:pt x="416" y="1193"/>
                    <a:pt x="300" y="1289"/>
                  </a:cubicBezTo>
                  <a:cubicBezTo>
                    <a:pt x="1" y="1542"/>
                    <a:pt x="29" y="2041"/>
                    <a:pt x="61" y="2527"/>
                  </a:cubicBezTo>
                  <a:cubicBezTo>
                    <a:pt x="99" y="3185"/>
                    <a:pt x="690" y="3741"/>
                    <a:pt x="916" y="3934"/>
                  </a:cubicBezTo>
                  <a:lnTo>
                    <a:pt x="916" y="4304"/>
                  </a:lnTo>
                  <a:lnTo>
                    <a:pt x="803" y="4304"/>
                  </a:lnTo>
                  <a:cubicBezTo>
                    <a:pt x="683" y="4304"/>
                    <a:pt x="588" y="4402"/>
                    <a:pt x="588" y="4522"/>
                  </a:cubicBezTo>
                  <a:lnTo>
                    <a:pt x="588" y="8955"/>
                  </a:lnTo>
                  <a:cubicBezTo>
                    <a:pt x="588" y="9075"/>
                    <a:pt x="683" y="9170"/>
                    <a:pt x="803" y="9170"/>
                  </a:cubicBezTo>
                  <a:lnTo>
                    <a:pt x="3984" y="9170"/>
                  </a:lnTo>
                  <a:cubicBezTo>
                    <a:pt x="4103" y="9170"/>
                    <a:pt x="4198" y="9075"/>
                    <a:pt x="4198" y="8955"/>
                  </a:cubicBezTo>
                  <a:lnTo>
                    <a:pt x="4198" y="4518"/>
                  </a:lnTo>
                  <a:cubicBezTo>
                    <a:pt x="4198" y="4399"/>
                    <a:pt x="4103" y="4304"/>
                    <a:pt x="3984" y="4300"/>
                  </a:cubicBezTo>
                  <a:lnTo>
                    <a:pt x="3850" y="4300"/>
                  </a:lnTo>
                  <a:lnTo>
                    <a:pt x="3850" y="3713"/>
                  </a:lnTo>
                  <a:cubicBezTo>
                    <a:pt x="4381" y="3174"/>
                    <a:pt x="4322" y="2217"/>
                    <a:pt x="4311" y="2094"/>
                  </a:cubicBezTo>
                  <a:lnTo>
                    <a:pt x="4311" y="1092"/>
                  </a:lnTo>
                  <a:cubicBezTo>
                    <a:pt x="4311" y="768"/>
                    <a:pt x="4047" y="504"/>
                    <a:pt x="3723" y="504"/>
                  </a:cubicBezTo>
                  <a:lnTo>
                    <a:pt x="3702" y="504"/>
                  </a:lnTo>
                  <a:cubicBezTo>
                    <a:pt x="3604" y="504"/>
                    <a:pt x="3505" y="529"/>
                    <a:pt x="3421" y="578"/>
                  </a:cubicBezTo>
                  <a:cubicBezTo>
                    <a:pt x="3308" y="437"/>
                    <a:pt x="3139" y="356"/>
                    <a:pt x="2960" y="356"/>
                  </a:cubicBezTo>
                  <a:lnTo>
                    <a:pt x="2939" y="356"/>
                  </a:lnTo>
                  <a:cubicBezTo>
                    <a:pt x="2840" y="356"/>
                    <a:pt x="2745" y="381"/>
                    <a:pt x="2661" y="427"/>
                  </a:cubicBezTo>
                  <a:cubicBezTo>
                    <a:pt x="2552" y="293"/>
                    <a:pt x="2386" y="215"/>
                    <a:pt x="2214" y="215"/>
                  </a:cubicBezTo>
                  <a:lnTo>
                    <a:pt x="2189" y="215"/>
                  </a:lnTo>
                  <a:cubicBezTo>
                    <a:pt x="2112" y="215"/>
                    <a:pt x="2031" y="233"/>
                    <a:pt x="1957" y="265"/>
                  </a:cubicBezTo>
                  <a:cubicBezTo>
                    <a:pt x="1848" y="99"/>
                    <a:pt x="1665" y="1"/>
                    <a:pt x="14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1" name="Google Shape;22651;p91"/>
            <p:cNvSpPr/>
            <p:nvPr/>
          </p:nvSpPr>
          <p:spPr>
            <a:xfrm>
              <a:off x="1385037" y="2150112"/>
              <a:ext cx="11296" cy="30010"/>
            </a:xfrm>
            <a:custGeom>
              <a:rect b="b" l="l" r="r" t="t"/>
              <a:pathLst>
                <a:path extrusionOk="0" h="1153" w="434">
                  <a:moveTo>
                    <a:pt x="217" y="0"/>
                  </a:moveTo>
                  <a:cubicBezTo>
                    <a:pt x="112" y="0"/>
                    <a:pt x="8" y="69"/>
                    <a:pt x="0" y="206"/>
                  </a:cubicBezTo>
                  <a:lnTo>
                    <a:pt x="0" y="938"/>
                  </a:lnTo>
                  <a:cubicBezTo>
                    <a:pt x="0" y="1058"/>
                    <a:pt x="99" y="1153"/>
                    <a:pt x="219" y="1153"/>
                  </a:cubicBezTo>
                  <a:cubicBezTo>
                    <a:pt x="338" y="1153"/>
                    <a:pt x="433" y="1058"/>
                    <a:pt x="433" y="938"/>
                  </a:cubicBezTo>
                  <a:lnTo>
                    <a:pt x="433" y="206"/>
                  </a:lnTo>
                  <a:cubicBezTo>
                    <a:pt x="426" y="69"/>
                    <a:pt x="322"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2" name="Google Shape;22652;p91"/>
            <p:cNvSpPr/>
            <p:nvPr/>
          </p:nvSpPr>
          <p:spPr>
            <a:xfrm>
              <a:off x="1404271" y="2152637"/>
              <a:ext cx="11556" cy="27485"/>
            </a:xfrm>
            <a:custGeom>
              <a:rect b="b" l="l" r="r" t="t"/>
              <a:pathLst>
                <a:path extrusionOk="0" h="1056" w="444">
                  <a:moveTo>
                    <a:pt x="222" y="0"/>
                  </a:moveTo>
                  <a:cubicBezTo>
                    <a:pt x="99" y="0"/>
                    <a:pt x="0" y="102"/>
                    <a:pt x="7" y="225"/>
                  </a:cubicBezTo>
                  <a:lnTo>
                    <a:pt x="7" y="841"/>
                  </a:lnTo>
                  <a:cubicBezTo>
                    <a:pt x="7" y="961"/>
                    <a:pt x="102" y="1056"/>
                    <a:pt x="222" y="1056"/>
                  </a:cubicBezTo>
                  <a:cubicBezTo>
                    <a:pt x="342" y="1056"/>
                    <a:pt x="440" y="961"/>
                    <a:pt x="440" y="841"/>
                  </a:cubicBezTo>
                  <a:lnTo>
                    <a:pt x="440" y="225"/>
                  </a:lnTo>
                  <a:cubicBezTo>
                    <a:pt x="444" y="102"/>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3" name="Google Shape;22653;p91"/>
            <p:cNvSpPr/>
            <p:nvPr/>
          </p:nvSpPr>
          <p:spPr>
            <a:xfrm>
              <a:off x="1423766" y="2160133"/>
              <a:ext cx="11478" cy="22748"/>
            </a:xfrm>
            <a:custGeom>
              <a:rect b="b" l="l" r="r" t="t"/>
              <a:pathLst>
                <a:path extrusionOk="0" h="874" w="441">
                  <a:moveTo>
                    <a:pt x="222" y="1"/>
                  </a:moveTo>
                  <a:cubicBezTo>
                    <a:pt x="99" y="1"/>
                    <a:pt x="1" y="103"/>
                    <a:pt x="4" y="226"/>
                  </a:cubicBezTo>
                  <a:lnTo>
                    <a:pt x="4" y="659"/>
                  </a:lnTo>
                  <a:cubicBezTo>
                    <a:pt x="4" y="778"/>
                    <a:pt x="103" y="873"/>
                    <a:pt x="222" y="873"/>
                  </a:cubicBezTo>
                  <a:cubicBezTo>
                    <a:pt x="342" y="873"/>
                    <a:pt x="437" y="778"/>
                    <a:pt x="437" y="659"/>
                  </a:cubicBezTo>
                  <a:lnTo>
                    <a:pt x="437" y="226"/>
                  </a:lnTo>
                  <a:cubicBezTo>
                    <a:pt x="441" y="103"/>
                    <a:pt x="346" y="1"/>
                    <a:pt x="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4" name="Google Shape;22654;p91"/>
            <p:cNvSpPr/>
            <p:nvPr/>
          </p:nvSpPr>
          <p:spPr>
            <a:xfrm>
              <a:off x="1342820" y="2137593"/>
              <a:ext cx="114026" cy="207830"/>
            </a:xfrm>
            <a:custGeom>
              <a:rect b="b" l="l" r="r" t="t"/>
              <a:pathLst>
                <a:path extrusionOk="0" h="7985" w="4381">
                  <a:moveTo>
                    <a:pt x="1468" y="434"/>
                  </a:moveTo>
                  <a:cubicBezTo>
                    <a:pt x="1556" y="434"/>
                    <a:pt x="1622" y="501"/>
                    <a:pt x="1622" y="589"/>
                  </a:cubicBezTo>
                  <a:lnTo>
                    <a:pt x="1622" y="687"/>
                  </a:lnTo>
                  <a:cubicBezTo>
                    <a:pt x="1624" y="824"/>
                    <a:pt x="1734" y="902"/>
                    <a:pt x="1843" y="902"/>
                  </a:cubicBezTo>
                  <a:cubicBezTo>
                    <a:pt x="1927" y="902"/>
                    <a:pt x="2011" y="855"/>
                    <a:pt x="2045" y="754"/>
                  </a:cubicBezTo>
                  <a:cubicBezTo>
                    <a:pt x="2066" y="691"/>
                    <a:pt x="2126" y="648"/>
                    <a:pt x="2192" y="648"/>
                  </a:cubicBezTo>
                  <a:lnTo>
                    <a:pt x="2214" y="648"/>
                  </a:lnTo>
                  <a:cubicBezTo>
                    <a:pt x="2298" y="648"/>
                    <a:pt x="2368" y="719"/>
                    <a:pt x="2368" y="803"/>
                  </a:cubicBezTo>
                  <a:lnTo>
                    <a:pt x="2368" y="835"/>
                  </a:lnTo>
                  <a:cubicBezTo>
                    <a:pt x="2368" y="973"/>
                    <a:pt x="2477" y="1050"/>
                    <a:pt x="2586" y="1050"/>
                  </a:cubicBezTo>
                  <a:cubicBezTo>
                    <a:pt x="2672" y="1050"/>
                    <a:pt x="2758" y="1002"/>
                    <a:pt x="2791" y="898"/>
                  </a:cubicBezTo>
                  <a:cubicBezTo>
                    <a:pt x="2812" y="835"/>
                    <a:pt x="2872" y="789"/>
                    <a:pt x="2938" y="789"/>
                  </a:cubicBezTo>
                  <a:lnTo>
                    <a:pt x="2959" y="789"/>
                  </a:lnTo>
                  <a:cubicBezTo>
                    <a:pt x="3047" y="789"/>
                    <a:pt x="3114" y="860"/>
                    <a:pt x="3114" y="944"/>
                  </a:cubicBezTo>
                  <a:lnTo>
                    <a:pt x="3114" y="1095"/>
                  </a:lnTo>
                  <a:cubicBezTo>
                    <a:pt x="3121" y="1232"/>
                    <a:pt x="3226" y="1301"/>
                    <a:pt x="3331" y="1301"/>
                  </a:cubicBezTo>
                  <a:cubicBezTo>
                    <a:pt x="3435" y="1301"/>
                    <a:pt x="3540" y="1232"/>
                    <a:pt x="3547" y="1095"/>
                  </a:cubicBezTo>
                  <a:cubicBezTo>
                    <a:pt x="3547" y="1007"/>
                    <a:pt x="3617" y="940"/>
                    <a:pt x="3702" y="940"/>
                  </a:cubicBezTo>
                  <a:lnTo>
                    <a:pt x="3723" y="940"/>
                  </a:lnTo>
                  <a:cubicBezTo>
                    <a:pt x="3811" y="940"/>
                    <a:pt x="3878" y="1007"/>
                    <a:pt x="3878" y="1095"/>
                  </a:cubicBezTo>
                  <a:lnTo>
                    <a:pt x="3878" y="2105"/>
                  </a:lnTo>
                  <a:lnTo>
                    <a:pt x="3878" y="2126"/>
                  </a:lnTo>
                  <a:cubicBezTo>
                    <a:pt x="3902" y="2383"/>
                    <a:pt x="3881" y="3125"/>
                    <a:pt x="3494" y="3456"/>
                  </a:cubicBezTo>
                  <a:cubicBezTo>
                    <a:pt x="3445" y="3495"/>
                    <a:pt x="3417" y="3555"/>
                    <a:pt x="3417" y="3622"/>
                  </a:cubicBezTo>
                  <a:lnTo>
                    <a:pt x="3417" y="4304"/>
                  </a:lnTo>
                  <a:lnTo>
                    <a:pt x="1348" y="4304"/>
                  </a:lnTo>
                  <a:lnTo>
                    <a:pt x="1348" y="3829"/>
                  </a:lnTo>
                  <a:cubicBezTo>
                    <a:pt x="1348" y="3759"/>
                    <a:pt x="1316" y="3695"/>
                    <a:pt x="1260" y="3657"/>
                  </a:cubicBezTo>
                  <a:cubicBezTo>
                    <a:pt x="1056" y="3502"/>
                    <a:pt x="521" y="3002"/>
                    <a:pt x="490" y="2499"/>
                  </a:cubicBezTo>
                  <a:cubicBezTo>
                    <a:pt x="472" y="2158"/>
                    <a:pt x="444" y="1732"/>
                    <a:pt x="577" y="1620"/>
                  </a:cubicBezTo>
                  <a:cubicBezTo>
                    <a:pt x="613" y="1591"/>
                    <a:pt x="668" y="1577"/>
                    <a:pt x="740" y="1577"/>
                  </a:cubicBezTo>
                  <a:cubicBezTo>
                    <a:pt x="776" y="1577"/>
                    <a:pt x="816" y="1581"/>
                    <a:pt x="859" y="1588"/>
                  </a:cubicBezTo>
                  <a:lnTo>
                    <a:pt x="859" y="1880"/>
                  </a:lnTo>
                  <a:cubicBezTo>
                    <a:pt x="866" y="2017"/>
                    <a:pt x="971" y="2086"/>
                    <a:pt x="1075" y="2086"/>
                  </a:cubicBezTo>
                  <a:cubicBezTo>
                    <a:pt x="1180" y="2086"/>
                    <a:pt x="1285" y="2017"/>
                    <a:pt x="1292" y="1880"/>
                  </a:cubicBezTo>
                  <a:lnTo>
                    <a:pt x="1292" y="589"/>
                  </a:lnTo>
                  <a:cubicBezTo>
                    <a:pt x="1292" y="501"/>
                    <a:pt x="1362" y="434"/>
                    <a:pt x="1447" y="434"/>
                  </a:cubicBezTo>
                  <a:close/>
                  <a:moveTo>
                    <a:pt x="3769" y="4733"/>
                  </a:moveTo>
                  <a:lnTo>
                    <a:pt x="3769" y="5412"/>
                  </a:lnTo>
                  <a:lnTo>
                    <a:pt x="1021" y="5412"/>
                  </a:lnTo>
                  <a:lnTo>
                    <a:pt x="1021" y="4733"/>
                  </a:lnTo>
                  <a:close/>
                  <a:moveTo>
                    <a:pt x="3769" y="5845"/>
                  </a:moveTo>
                  <a:lnTo>
                    <a:pt x="3769" y="7552"/>
                  </a:lnTo>
                  <a:lnTo>
                    <a:pt x="1021" y="7552"/>
                  </a:lnTo>
                  <a:lnTo>
                    <a:pt x="1021" y="5845"/>
                  </a:lnTo>
                  <a:close/>
                  <a:moveTo>
                    <a:pt x="1440" y="1"/>
                  </a:moveTo>
                  <a:cubicBezTo>
                    <a:pt x="1119" y="1"/>
                    <a:pt x="859" y="264"/>
                    <a:pt x="859" y="585"/>
                  </a:cubicBezTo>
                  <a:lnTo>
                    <a:pt x="859" y="1152"/>
                  </a:lnTo>
                  <a:cubicBezTo>
                    <a:pt x="816" y="1147"/>
                    <a:pt x="775" y="1145"/>
                    <a:pt x="735" y="1145"/>
                  </a:cubicBezTo>
                  <a:cubicBezTo>
                    <a:pt x="558" y="1145"/>
                    <a:pt x="415" y="1190"/>
                    <a:pt x="300" y="1285"/>
                  </a:cubicBezTo>
                  <a:cubicBezTo>
                    <a:pt x="0" y="1539"/>
                    <a:pt x="29" y="2042"/>
                    <a:pt x="60" y="2524"/>
                  </a:cubicBezTo>
                  <a:cubicBezTo>
                    <a:pt x="99" y="3185"/>
                    <a:pt x="690" y="3741"/>
                    <a:pt x="915" y="3931"/>
                  </a:cubicBezTo>
                  <a:lnTo>
                    <a:pt x="915" y="4304"/>
                  </a:lnTo>
                  <a:lnTo>
                    <a:pt x="803" y="4304"/>
                  </a:lnTo>
                  <a:cubicBezTo>
                    <a:pt x="683" y="4304"/>
                    <a:pt x="585" y="4399"/>
                    <a:pt x="588" y="4519"/>
                  </a:cubicBezTo>
                  <a:lnTo>
                    <a:pt x="588" y="7766"/>
                  </a:lnTo>
                  <a:cubicBezTo>
                    <a:pt x="585" y="7886"/>
                    <a:pt x="683" y="7984"/>
                    <a:pt x="803" y="7984"/>
                  </a:cubicBezTo>
                  <a:lnTo>
                    <a:pt x="3983" y="7984"/>
                  </a:lnTo>
                  <a:cubicBezTo>
                    <a:pt x="4103" y="7984"/>
                    <a:pt x="4198" y="7886"/>
                    <a:pt x="4198" y="7766"/>
                  </a:cubicBezTo>
                  <a:lnTo>
                    <a:pt x="4198" y="4519"/>
                  </a:lnTo>
                  <a:cubicBezTo>
                    <a:pt x="4198" y="4399"/>
                    <a:pt x="4103" y="4304"/>
                    <a:pt x="3983" y="4304"/>
                  </a:cubicBezTo>
                  <a:lnTo>
                    <a:pt x="3850" y="4304"/>
                  </a:lnTo>
                  <a:lnTo>
                    <a:pt x="3850" y="3713"/>
                  </a:lnTo>
                  <a:cubicBezTo>
                    <a:pt x="4381" y="3175"/>
                    <a:pt x="4321" y="2218"/>
                    <a:pt x="4311" y="2095"/>
                  </a:cubicBezTo>
                  <a:lnTo>
                    <a:pt x="4311" y="1092"/>
                  </a:lnTo>
                  <a:cubicBezTo>
                    <a:pt x="4311" y="768"/>
                    <a:pt x="4047" y="508"/>
                    <a:pt x="3723" y="508"/>
                  </a:cubicBezTo>
                  <a:lnTo>
                    <a:pt x="3702" y="508"/>
                  </a:lnTo>
                  <a:cubicBezTo>
                    <a:pt x="3696" y="507"/>
                    <a:pt x="3691" y="507"/>
                    <a:pt x="3685" y="507"/>
                  </a:cubicBezTo>
                  <a:cubicBezTo>
                    <a:pt x="3592" y="507"/>
                    <a:pt x="3500" y="535"/>
                    <a:pt x="3420" y="578"/>
                  </a:cubicBezTo>
                  <a:cubicBezTo>
                    <a:pt x="3310" y="444"/>
                    <a:pt x="3146" y="360"/>
                    <a:pt x="2970" y="360"/>
                  </a:cubicBezTo>
                  <a:cubicBezTo>
                    <a:pt x="2967" y="360"/>
                    <a:pt x="2963" y="360"/>
                    <a:pt x="2959" y="360"/>
                  </a:cubicBezTo>
                  <a:lnTo>
                    <a:pt x="2938" y="360"/>
                  </a:lnTo>
                  <a:cubicBezTo>
                    <a:pt x="2843" y="360"/>
                    <a:pt x="2748" y="381"/>
                    <a:pt x="2664" y="427"/>
                  </a:cubicBezTo>
                  <a:cubicBezTo>
                    <a:pt x="2551" y="293"/>
                    <a:pt x="2386" y="219"/>
                    <a:pt x="2214" y="219"/>
                  </a:cubicBezTo>
                  <a:lnTo>
                    <a:pt x="2192" y="219"/>
                  </a:lnTo>
                  <a:cubicBezTo>
                    <a:pt x="2186" y="219"/>
                    <a:pt x="2179" y="219"/>
                    <a:pt x="2172" y="219"/>
                  </a:cubicBezTo>
                  <a:cubicBezTo>
                    <a:pt x="2098" y="219"/>
                    <a:pt x="2025" y="236"/>
                    <a:pt x="1960" y="265"/>
                  </a:cubicBezTo>
                  <a:cubicBezTo>
                    <a:pt x="1851" y="100"/>
                    <a:pt x="1665" y="1"/>
                    <a:pt x="1468" y="1"/>
                  </a:cubicBezTo>
                  <a:lnTo>
                    <a:pt x="1447" y="1"/>
                  </a:lnTo>
                  <a:cubicBezTo>
                    <a:pt x="1444" y="1"/>
                    <a:pt x="1442" y="1"/>
                    <a:pt x="14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5" name="Google Shape;22655;p91"/>
            <p:cNvSpPr/>
            <p:nvPr/>
          </p:nvSpPr>
          <p:spPr>
            <a:xfrm>
              <a:off x="1449325" y="1994624"/>
              <a:ext cx="182895" cy="350695"/>
            </a:xfrm>
            <a:custGeom>
              <a:rect b="b" l="l" r="r" t="t"/>
              <a:pathLst>
                <a:path extrusionOk="0" h="13474" w="7027">
                  <a:moveTo>
                    <a:pt x="778" y="494"/>
                  </a:moveTo>
                  <a:lnTo>
                    <a:pt x="2161" y="1075"/>
                  </a:lnTo>
                  <a:lnTo>
                    <a:pt x="2009" y="1634"/>
                  </a:lnTo>
                  <a:lnTo>
                    <a:pt x="532" y="1012"/>
                  </a:lnTo>
                  <a:lnTo>
                    <a:pt x="778" y="494"/>
                  </a:lnTo>
                  <a:close/>
                  <a:moveTo>
                    <a:pt x="5377" y="2429"/>
                  </a:moveTo>
                  <a:lnTo>
                    <a:pt x="5862" y="2634"/>
                  </a:lnTo>
                  <a:lnTo>
                    <a:pt x="5623" y="3161"/>
                  </a:lnTo>
                  <a:lnTo>
                    <a:pt x="5225" y="2996"/>
                  </a:lnTo>
                  <a:cubicBezTo>
                    <a:pt x="5229" y="2978"/>
                    <a:pt x="5229" y="2968"/>
                    <a:pt x="5232" y="2961"/>
                  </a:cubicBezTo>
                  <a:lnTo>
                    <a:pt x="5377" y="2429"/>
                  </a:lnTo>
                  <a:close/>
                  <a:moveTo>
                    <a:pt x="6260" y="2802"/>
                  </a:moveTo>
                  <a:lnTo>
                    <a:pt x="6499" y="2901"/>
                  </a:lnTo>
                  <a:cubicBezTo>
                    <a:pt x="6566" y="2929"/>
                    <a:pt x="6601" y="3010"/>
                    <a:pt x="6569" y="3080"/>
                  </a:cubicBezTo>
                  <a:lnTo>
                    <a:pt x="6450" y="3362"/>
                  </a:lnTo>
                  <a:cubicBezTo>
                    <a:pt x="6429" y="3415"/>
                    <a:pt x="6377" y="3446"/>
                    <a:pt x="6323" y="3446"/>
                  </a:cubicBezTo>
                  <a:cubicBezTo>
                    <a:pt x="6306" y="3446"/>
                    <a:pt x="6288" y="3443"/>
                    <a:pt x="6270" y="3436"/>
                  </a:cubicBezTo>
                  <a:lnTo>
                    <a:pt x="6021" y="3330"/>
                  </a:lnTo>
                  <a:lnTo>
                    <a:pt x="6260" y="2802"/>
                  </a:lnTo>
                  <a:close/>
                  <a:moveTo>
                    <a:pt x="2878" y="493"/>
                  </a:moveTo>
                  <a:cubicBezTo>
                    <a:pt x="2890" y="493"/>
                    <a:pt x="2902" y="495"/>
                    <a:pt x="2914" y="498"/>
                  </a:cubicBezTo>
                  <a:lnTo>
                    <a:pt x="2938" y="505"/>
                  </a:lnTo>
                  <a:cubicBezTo>
                    <a:pt x="3019" y="522"/>
                    <a:pt x="3072" y="607"/>
                    <a:pt x="3051" y="691"/>
                  </a:cubicBezTo>
                  <a:lnTo>
                    <a:pt x="3030" y="783"/>
                  </a:lnTo>
                  <a:lnTo>
                    <a:pt x="2777" y="1662"/>
                  </a:lnTo>
                  <a:cubicBezTo>
                    <a:pt x="2738" y="1779"/>
                    <a:pt x="2805" y="1902"/>
                    <a:pt x="2921" y="1937"/>
                  </a:cubicBezTo>
                  <a:cubicBezTo>
                    <a:pt x="2940" y="1942"/>
                    <a:pt x="2960" y="1945"/>
                    <a:pt x="2979" y="1945"/>
                  </a:cubicBezTo>
                  <a:cubicBezTo>
                    <a:pt x="3076" y="1945"/>
                    <a:pt x="3165" y="1882"/>
                    <a:pt x="3192" y="1782"/>
                  </a:cubicBezTo>
                  <a:lnTo>
                    <a:pt x="3434" y="931"/>
                  </a:lnTo>
                  <a:cubicBezTo>
                    <a:pt x="3464" y="895"/>
                    <a:pt x="3507" y="877"/>
                    <a:pt x="3551" y="877"/>
                  </a:cubicBezTo>
                  <a:cubicBezTo>
                    <a:pt x="3564" y="877"/>
                    <a:pt x="3577" y="878"/>
                    <a:pt x="3589" y="881"/>
                  </a:cubicBezTo>
                  <a:lnTo>
                    <a:pt x="3610" y="885"/>
                  </a:lnTo>
                  <a:cubicBezTo>
                    <a:pt x="3695" y="906"/>
                    <a:pt x="3744" y="987"/>
                    <a:pt x="3727" y="1068"/>
                  </a:cubicBezTo>
                  <a:lnTo>
                    <a:pt x="3501" y="1831"/>
                  </a:lnTo>
                  <a:cubicBezTo>
                    <a:pt x="3459" y="1947"/>
                    <a:pt x="3526" y="2074"/>
                    <a:pt x="3642" y="2109"/>
                  </a:cubicBezTo>
                  <a:cubicBezTo>
                    <a:pt x="3663" y="2115"/>
                    <a:pt x="3684" y="2118"/>
                    <a:pt x="3705" y="2118"/>
                  </a:cubicBezTo>
                  <a:cubicBezTo>
                    <a:pt x="3802" y="2118"/>
                    <a:pt x="3890" y="2053"/>
                    <a:pt x="3913" y="1954"/>
                  </a:cubicBezTo>
                  <a:lnTo>
                    <a:pt x="4124" y="1247"/>
                  </a:lnTo>
                  <a:cubicBezTo>
                    <a:pt x="4152" y="1209"/>
                    <a:pt x="4196" y="1185"/>
                    <a:pt x="4243" y="1185"/>
                  </a:cubicBezTo>
                  <a:cubicBezTo>
                    <a:pt x="4256" y="1185"/>
                    <a:pt x="4269" y="1187"/>
                    <a:pt x="4282" y="1191"/>
                  </a:cubicBezTo>
                  <a:lnTo>
                    <a:pt x="4307" y="1194"/>
                  </a:lnTo>
                  <a:cubicBezTo>
                    <a:pt x="4388" y="1216"/>
                    <a:pt x="4441" y="1297"/>
                    <a:pt x="4420" y="1381"/>
                  </a:cubicBezTo>
                  <a:lnTo>
                    <a:pt x="4388" y="1518"/>
                  </a:lnTo>
                  <a:lnTo>
                    <a:pt x="4205" y="2106"/>
                  </a:lnTo>
                  <a:cubicBezTo>
                    <a:pt x="4163" y="2222"/>
                    <a:pt x="4226" y="2349"/>
                    <a:pt x="4342" y="2384"/>
                  </a:cubicBezTo>
                  <a:cubicBezTo>
                    <a:pt x="4365" y="2391"/>
                    <a:pt x="4387" y="2394"/>
                    <a:pt x="4409" y="2394"/>
                  </a:cubicBezTo>
                  <a:cubicBezTo>
                    <a:pt x="4505" y="2394"/>
                    <a:pt x="4591" y="2330"/>
                    <a:pt x="4617" y="2236"/>
                  </a:cubicBezTo>
                  <a:lnTo>
                    <a:pt x="4803" y="1641"/>
                  </a:lnTo>
                  <a:lnTo>
                    <a:pt x="4803" y="1634"/>
                  </a:lnTo>
                  <a:lnTo>
                    <a:pt x="4803" y="1627"/>
                  </a:lnTo>
                  <a:cubicBezTo>
                    <a:pt x="4818" y="1554"/>
                    <a:pt x="4883" y="1508"/>
                    <a:pt x="4955" y="1508"/>
                  </a:cubicBezTo>
                  <a:cubicBezTo>
                    <a:pt x="4967" y="1508"/>
                    <a:pt x="4978" y="1509"/>
                    <a:pt x="4990" y="1511"/>
                  </a:cubicBezTo>
                  <a:lnTo>
                    <a:pt x="5011" y="1518"/>
                  </a:lnTo>
                  <a:cubicBezTo>
                    <a:pt x="5095" y="1536"/>
                    <a:pt x="5148" y="1617"/>
                    <a:pt x="5130" y="1701"/>
                  </a:cubicBezTo>
                  <a:lnTo>
                    <a:pt x="4810" y="2855"/>
                  </a:lnTo>
                  <a:cubicBezTo>
                    <a:pt x="4810" y="2862"/>
                    <a:pt x="4807" y="2873"/>
                    <a:pt x="4807" y="2880"/>
                  </a:cubicBezTo>
                  <a:cubicBezTo>
                    <a:pt x="4807" y="2890"/>
                    <a:pt x="4669" y="3809"/>
                    <a:pt x="4124" y="4087"/>
                  </a:cubicBezTo>
                  <a:cubicBezTo>
                    <a:pt x="4050" y="4122"/>
                    <a:pt x="4004" y="4196"/>
                    <a:pt x="4004" y="4277"/>
                  </a:cubicBezTo>
                  <a:lnTo>
                    <a:pt x="4004" y="4938"/>
                  </a:lnTo>
                  <a:lnTo>
                    <a:pt x="1957" y="4938"/>
                  </a:lnTo>
                  <a:lnTo>
                    <a:pt x="1957" y="3904"/>
                  </a:lnTo>
                  <a:cubicBezTo>
                    <a:pt x="1957" y="3851"/>
                    <a:pt x="1939" y="3802"/>
                    <a:pt x="1907" y="3763"/>
                  </a:cubicBezTo>
                  <a:cubicBezTo>
                    <a:pt x="1900" y="3756"/>
                    <a:pt x="1320" y="3056"/>
                    <a:pt x="1422" y="2461"/>
                  </a:cubicBezTo>
                  <a:cubicBezTo>
                    <a:pt x="1450" y="2275"/>
                    <a:pt x="1492" y="2088"/>
                    <a:pt x="1542" y="1905"/>
                  </a:cubicBezTo>
                  <a:lnTo>
                    <a:pt x="1932" y="2071"/>
                  </a:lnTo>
                  <a:cubicBezTo>
                    <a:pt x="1967" y="2165"/>
                    <a:pt x="2050" y="2211"/>
                    <a:pt x="2133" y="2211"/>
                  </a:cubicBezTo>
                  <a:cubicBezTo>
                    <a:pt x="2224" y="2211"/>
                    <a:pt x="2314" y="2156"/>
                    <a:pt x="2344" y="2049"/>
                  </a:cubicBezTo>
                  <a:lnTo>
                    <a:pt x="2727" y="621"/>
                  </a:lnTo>
                  <a:lnTo>
                    <a:pt x="2727" y="614"/>
                  </a:lnTo>
                  <a:cubicBezTo>
                    <a:pt x="2745" y="542"/>
                    <a:pt x="2809" y="493"/>
                    <a:pt x="2878" y="493"/>
                  </a:cubicBezTo>
                  <a:close/>
                  <a:moveTo>
                    <a:pt x="4311" y="5392"/>
                  </a:moveTo>
                  <a:lnTo>
                    <a:pt x="4311" y="6071"/>
                  </a:lnTo>
                  <a:lnTo>
                    <a:pt x="1563" y="6071"/>
                  </a:lnTo>
                  <a:lnTo>
                    <a:pt x="1563" y="5392"/>
                  </a:lnTo>
                  <a:close/>
                  <a:moveTo>
                    <a:pt x="669" y="0"/>
                  </a:moveTo>
                  <a:cubicBezTo>
                    <a:pt x="587" y="0"/>
                    <a:pt x="509" y="46"/>
                    <a:pt x="472" y="125"/>
                  </a:cubicBezTo>
                  <a:lnTo>
                    <a:pt x="46" y="1022"/>
                  </a:lnTo>
                  <a:cubicBezTo>
                    <a:pt x="0" y="1121"/>
                    <a:pt x="32" y="1233"/>
                    <a:pt x="120" y="1293"/>
                  </a:cubicBezTo>
                  <a:cubicBezTo>
                    <a:pt x="148" y="1314"/>
                    <a:pt x="183" y="1335"/>
                    <a:pt x="219" y="1349"/>
                  </a:cubicBezTo>
                  <a:lnTo>
                    <a:pt x="1140" y="1740"/>
                  </a:lnTo>
                  <a:cubicBezTo>
                    <a:pt x="1077" y="1951"/>
                    <a:pt x="1028" y="2169"/>
                    <a:pt x="996" y="2391"/>
                  </a:cubicBezTo>
                  <a:cubicBezTo>
                    <a:pt x="877" y="3066"/>
                    <a:pt x="1359" y="3770"/>
                    <a:pt x="1524" y="3981"/>
                  </a:cubicBezTo>
                  <a:lnTo>
                    <a:pt x="1524" y="4963"/>
                  </a:lnTo>
                  <a:lnTo>
                    <a:pt x="1345" y="4963"/>
                  </a:lnTo>
                  <a:cubicBezTo>
                    <a:pt x="1225" y="4963"/>
                    <a:pt x="1130" y="5058"/>
                    <a:pt x="1130" y="5177"/>
                  </a:cubicBezTo>
                  <a:lnTo>
                    <a:pt x="1130" y="13259"/>
                  </a:lnTo>
                  <a:cubicBezTo>
                    <a:pt x="1130" y="13379"/>
                    <a:pt x="1225" y="13474"/>
                    <a:pt x="1345" y="13474"/>
                  </a:cubicBezTo>
                  <a:lnTo>
                    <a:pt x="4525" y="13474"/>
                  </a:lnTo>
                  <a:cubicBezTo>
                    <a:pt x="4645" y="13474"/>
                    <a:pt x="4740" y="13379"/>
                    <a:pt x="4740" y="13259"/>
                  </a:cubicBezTo>
                  <a:lnTo>
                    <a:pt x="4740" y="7862"/>
                  </a:lnTo>
                  <a:cubicBezTo>
                    <a:pt x="4747" y="7739"/>
                    <a:pt x="4648" y="7633"/>
                    <a:pt x="4525" y="7633"/>
                  </a:cubicBezTo>
                  <a:cubicBezTo>
                    <a:pt x="4402" y="7633"/>
                    <a:pt x="4304" y="7739"/>
                    <a:pt x="4311" y="7862"/>
                  </a:cubicBezTo>
                  <a:lnTo>
                    <a:pt x="4311" y="13045"/>
                  </a:lnTo>
                  <a:lnTo>
                    <a:pt x="1563" y="13045"/>
                  </a:lnTo>
                  <a:lnTo>
                    <a:pt x="1563" y="6504"/>
                  </a:lnTo>
                  <a:lnTo>
                    <a:pt x="4311" y="6504"/>
                  </a:lnTo>
                  <a:lnTo>
                    <a:pt x="4311" y="7102"/>
                  </a:lnTo>
                  <a:cubicBezTo>
                    <a:pt x="4304" y="7225"/>
                    <a:pt x="4402" y="7331"/>
                    <a:pt x="4525" y="7331"/>
                  </a:cubicBezTo>
                  <a:cubicBezTo>
                    <a:pt x="4648" y="7331"/>
                    <a:pt x="4747" y="7225"/>
                    <a:pt x="4740" y="7102"/>
                  </a:cubicBezTo>
                  <a:lnTo>
                    <a:pt x="4740" y="5177"/>
                  </a:lnTo>
                  <a:cubicBezTo>
                    <a:pt x="4740" y="5058"/>
                    <a:pt x="4645" y="4959"/>
                    <a:pt x="4525" y="4959"/>
                  </a:cubicBezTo>
                  <a:lnTo>
                    <a:pt x="4434" y="4959"/>
                  </a:lnTo>
                  <a:lnTo>
                    <a:pt x="4434" y="4403"/>
                  </a:lnTo>
                  <a:cubicBezTo>
                    <a:pt x="4800" y="4161"/>
                    <a:pt x="5004" y="3742"/>
                    <a:pt x="5113" y="3415"/>
                  </a:cubicBezTo>
                  <a:lnTo>
                    <a:pt x="6101" y="3830"/>
                  </a:lnTo>
                  <a:cubicBezTo>
                    <a:pt x="6174" y="3861"/>
                    <a:pt x="6250" y="3876"/>
                    <a:pt x="6324" y="3876"/>
                  </a:cubicBezTo>
                  <a:cubicBezTo>
                    <a:pt x="6545" y="3876"/>
                    <a:pt x="6755" y="3746"/>
                    <a:pt x="6847" y="3527"/>
                  </a:cubicBezTo>
                  <a:lnTo>
                    <a:pt x="6967" y="3246"/>
                  </a:lnTo>
                  <a:cubicBezTo>
                    <a:pt x="7027" y="3105"/>
                    <a:pt x="7027" y="2950"/>
                    <a:pt x="6971" y="2809"/>
                  </a:cubicBezTo>
                  <a:cubicBezTo>
                    <a:pt x="6914" y="2669"/>
                    <a:pt x="6802" y="2560"/>
                    <a:pt x="6664" y="2503"/>
                  </a:cubicBezTo>
                  <a:lnTo>
                    <a:pt x="5493" y="2011"/>
                  </a:lnTo>
                  <a:lnTo>
                    <a:pt x="5546" y="1814"/>
                  </a:lnTo>
                  <a:lnTo>
                    <a:pt x="5546" y="1807"/>
                  </a:lnTo>
                  <a:cubicBezTo>
                    <a:pt x="5619" y="1490"/>
                    <a:pt x="5426" y="1177"/>
                    <a:pt x="5109" y="1103"/>
                  </a:cubicBezTo>
                  <a:lnTo>
                    <a:pt x="5088" y="1096"/>
                  </a:lnTo>
                  <a:cubicBezTo>
                    <a:pt x="5044" y="1086"/>
                    <a:pt x="4998" y="1081"/>
                    <a:pt x="4953" y="1081"/>
                  </a:cubicBezTo>
                  <a:cubicBezTo>
                    <a:pt x="4900" y="1081"/>
                    <a:pt x="4847" y="1088"/>
                    <a:pt x="4796" y="1103"/>
                  </a:cubicBezTo>
                  <a:cubicBezTo>
                    <a:pt x="4722" y="941"/>
                    <a:pt x="4574" y="822"/>
                    <a:pt x="4402" y="779"/>
                  </a:cubicBezTo>
                  <a:lnTo>
                    <a:pt x="4381" y="776"/>
                  </a:lnTo>
                  <a:cubicBezTo>
                    <a:pt x="4335" y="766"/>
                    <a:pt x="4289" y="760"/>
                    <a:pt x="4243" y="760"/>
                  </a:cubicBezTo>
                  <a:cubicBezTo>
                    <a:pt x="4193" y="760"/>
                    <a:pt x="4143" y="766"/>
                    <a:pt x="4096" y="779"/>
                  </a:cubicBezTo>
                  <a:cubicBezTo>
                    <a:pt x="4089" y="762"/>
                    <a:pt x="4082" y="748"/>
                    <a:pt x="4071" y="734"/>
                  </a:cubicBezTo>
                  <a:cubicBezTo>
                    <a:pt x="3990" y="600"/>
                    <a:pt x="3860" y="505"/>
                    <a:pt x="3709" y="470"/>
                  </a:cubicBezTo>
                  <a:lnTo>
                    <a:pt x="3688" y="466"/>
                  </a:lnTo>
                  <a:cubicBezTo>
                    <a:pt x="3643" y="455"/>
                    <a:pt x="3599" y="449"/>
                    <a:pt x="3555" y="449"/>
                  </a:cubicBezTo>
                  <a:cubicBezTo>
                    <a:pt x="3519" y="449"/>
                    <a:pt x="3483" y="453"/>
                    <a:pt x="3449" y="459"/>
                  </a:cubicBezTo>
                  <a:cubicBezTo>
                    <a:pt x="3434" y="420"/>
                    <a:pt x="3417" y="385"/>
                    <a:pt x="3396" y="350"/>
                  </a:cubicBezTo>
                  <a:cubicBezTo>
                    <a:pt x="3315" y="216"/>
                    <a:pt x="3185" y="121"/>
                    <a:pt x="3033" y="86"/>
                  </a:cubicBezTo>
                  <a:lnTo>
                    <a:pt x="3012" y="83"/>
                  </a:lnTo>
                  <a:cubicBezTo>
                    <a:pt x="2967" y="72"/>
                    <a:pt x="2921" y="67"/>
                    <a:pt x="2876" y="67"/>
                  </a:cubicBezTo>
                  <a:cubicBezTo>
                    <a:pt x="2613" y="67"/>
                    <a:pt x="2375" y="244"/>
                    <a:pt x="2309" y="512"/>
                  </a:cubicBezTo>
                  <a:lnTo>
                    <a:pt x="2270" y="656"/>
                  </a:lnTo>
                  <a:lnTo>
                    <a:pt x="750" y="16"/>
                  </a:lnTo>
                  <a:cubicBezTo>
                    <a:pt x="723" y="5"/>
                    <a:pt x="696" y="0"/>
                    <a:pt x="6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6" name="Google Shape;22656;p91"/>
            <p:cNvSpPr/>
            <p:nvPr/>
          </p:nvSpPr>
          <p:spPr>
            <a:xfrm>
              <a:off x="1421580" y="1992178"/>
              <a:ext cx="51222" cy="37115"/>
            </a:xfrm>
            <a:custGeom>
              <a:rect b="b" l="l" r="r" t="t"/>
              <a:pathLst>
                <a:path extrusionOk="0" h="1426" w="1968">
                  <a:moveTo>
                    <a:pt x="287" y="0"/>
                  </a:moveTo>
                  <a:cubicBezTo>
                    <a:pt x="100" y="0"/>
                    <a:pt x="1" y="233"/>
                    <a:pt x="141" y="370"/>
                  </a:cubicBezTo>
                  <a:lnTo>
                    <a:pt x="1158" y="1362"/>
                  </a:lnTo>
                  <a:cubicBezTo>
                    <a:pt x="1197" y="1401"/>
                    <a:pt x="1249" y="1426"/>
                    <a:pt x="1309" y="1426"/>
                  </a:cubicBezTo>
                  <a:cubicBezTo>
                    <a:pt x="1503" y="1426"/>
                    <a:pt x="1598" y="1190"/>
                    <a:pt x="1461" y="1056"/>
                  </a:cubicBezTo>
                  <a:lnTo>
                    <a:pt x="859" y="469"/>
                  </a:lnTo>
                  <a:lnTo>
                    <a:pt x="1721" y="525"/>
                  </a:lnTo>
                  <a:cubicBezTo>
                    <a:pt x="1727" y="526"/>
                    <a:pt x="1734" y="526"/>
                    <a:pt x="1740" y="526"/>
                  </a:cubicBezTo>
                  <a:cubicBezTo>
                    <a:pt x="1855" y="526"/>
                    <a:pt x="1953" y="438"/>
                    <a:pt x="1960" y="324"/>
                  </a:cubicBezTo>
                  <a:cubicBezTo>
                    <a:pt x="1967" y="201"/>
                    <a:pt x="1872" y="96"/>
                    <a:pt x="1749" y="92"/>
                  </a:cubicBezTo>
                  <a:lnTo>
                    <a:pt x="303" y="1"/>
                  </a:lnTo>
                  <a:cubicBezTo>
                    <a:pt x="297" y="0"/>
                    <a:pt x="29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57" name="Google Shape;22657;p91"/>
          <p:cNvGrpSpPr/>
          <p:nvPr/>
        </p:nvGrpSpPr>
        <p:grpSpPr>
          <a:xfrm>
            <a:off x="7959662" y="2436857"/>
            <a:ext cx="352829" cy="347467"/>
            <a:chOff x="7959662" y="2436857"/>
            <a:chExt cx="352829" cy="347467"/>
          </a:xfrm>
        </p:grpSpPr>
        <p:sp>
          <p:nvSpPr>
            <p:cNvPr id="22658" name="Google Shape;22658;p91"/>
            <p:cNvSpPr/>
            <p:nvPr/>
          </p:nvSpPr>
          <p:spPr>
            <a:xfrm>
              <a:off x="8032643" y="2534122"/>
              <a:ext cx="115666" cy="189064"/>
            </a:xfrm>
            <a:custGeom>
              <a:rect b="b" l="l" r="r" t="t"/>
              <a:pathLst>
                <a:path extrusionOk="0" h="7264" w="4444">
                  <a:moveTo>
                    <a:pt x="837" y="1"/>
                  </a:moveTo>
                  <a:lnTo>
                    <a:pt x="837" y="289"/>
                  </a:lnTo>
                  <a:cubicBezTo>
                    <a:pt x="837" y="370"/>
                    <a:pt x="792" y="441"/>
                    <a:pt x="721" y="476"/>
                  </a:cubicBezTo>
                  <a:lnTo>
                    <a:pt x="232" y="722"/>
                  </a:lnTo>
                  <a:cubicBezTo>
                    <a:pt x="92" y="793"/>
                    <a:pt x="0" y="937"/>
                    <a:pt x="4" y="1095"/>
                  </a:cubicBezTo>
                  <a:lnTo>
                    <a:pt x="4" y="3097"/>
                  </a:lnTo>
                  <a:cubicBezTo>
                    <a:pt x="0" y="3259"/>
                    <a:pt x="39" y="3421"/>
                    <a:pt x="113" y="3565"/>
                  </a:cubicBezTo>
                  <a:lnTo>
                    <a:pt x="310" y="3959"/>
                  </a:lnTo>
                  <a:cubicBezTo>
                    <a:pt x="384" y="4107"/>
                    <a:pt x="419" y="4265"/>
                    <a:pt x="419" y="4427"/>
                  </a:cubicBezTo>
                  <a:lnTo>
                    <a:pt x="419" y="7263"/>
                  </a:lnTo>
                  <a:lnTo>
                    <a:pt x="2301" y="5912"/>
                  </a:lnTo>
                  <a:lnTo>
                    <a:pt x="2301" y="1978"/>
                  </a:lnTo>
                  <a:lnTo>
                    <a:pt x="2470" y="2189"/>
                  </a:lnTo>
                  <a:cubicBezTo>
                    <a:pt x="2576" y="2320"/>
                    <a:pt x="2727" y="2404"/>
                    <a:pt x="2892" y="2422"/>
                  </a:cubicBezTo>
                  <a:cubicBezTo>
                    <a:pt x="2913" y="2423"/>
                    <a:pt x="2934" y="2424"/>
                    <a:pt x="2954" y="2424"/>
                  </a:cubicBezTo>
                  <a:cubicBezTo>
                    <a:pt x="2974" y="2424"/>
                    <a:pt x="2994" y="2423"/>
                    <a:pt x="3015" y="2422"/>
                  </a:cubicBezTo>
                  <a:cubicBezTo>
                    <a:pt x="3139" y="2411"/>
                    <a:pt x="3258" y="2362"/>
                    <a:pt x="3357" y="2284"/>
                  </a:cubicBezTo>
                  <a:lnTo>
                    <a:pt x="4236" y="1581"/>
                  </a:lnTo>
                  <a:cubicBezTo>
                    <a:pt x="4437" y="1415"/>
                    <a:pt x="4444" y="1113"/>
                    <a:pt x="4250" y="944"/>
                  </a:cubicBezTo>
                  <a:cubicBezTo>
                    <a:pt x="4174" y="874"/>
                    <a:pt x="4077" y="841"/>
                    <a:pt x="3979" y="841"/>
                  </a:cubicBezTo>
                  <a:cubicBezTo>
                    <a:pt x="3878" y="841"/>
                    <a:pt x="3776" y="876"/>
                    <a:pt x="3694" y="944"/>
                  </a:cubicBezTo>
                  <a:lnTo>
                    <a:pt x="2994" y="1503"/>
                  </a:lnTo>
                  <a:lnTo>
                    <a:pt x="2417" y="786"/>
                  </a:lnTo>
                  <a:cubicBezTo>
                    <a:pt x="2340" y="687"/>
                    <a:pt x="2217" y="627"/>
                    <a:pt x="2090" y="627"/>
                  </a:cubicBezTo>
                  <a:cubicBezTo>
                    <a:pt x="1861" y="627"/>
                    <a:pt x="1675" y="441"/>
                    <a:pt x="1675" y="209"/>
                  </a:cubicBezTo>
                  <a:lnTo>
                    <a:pt x="1675"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9" name="Google Shape;22659;p91"/>
            <p:cNvSpPr/>
            <p:nvPr/>
          </p:nvSpPr>
          <p:spPr>
            <a:xfrm>
              <a:off x="8136024" y="2452526"/>
              <a:ext cx="81622" cy="43544"/>
            </a:xfrm>
            <a:custGeom>
              <a:rect b="b" l="l" r="r" t="t"/>
              <a:pathLst>
                <a:path extrusionOk="0" h="1673" w="3136">
                  <a:moveTo>
                    <a:pt x="0" y="1"/>
                  </a:moveTo>
                  <a:lnTo>
                    <a:pt x="0" y="1672"/>
                  </a:lnTo>
                  <a:lnTo>
                    <a:pt x="3135" y="1672"/>
                  </a:lnTo>
                  <a:lnTo>
                    <a:pt x="2717" y="838"/>
                  </a:lnTo>
                  <a:lnTo>
                    <a:pt x="313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0" name="Google Shape;22660;p91"/>
            <p:cNvSpPr/>
            <p:nvPr/>
          </p:nvSpPr>
          <p:spPr>
            <a:xfrm>
              <a:off x="8136024" y="2452526"/>
              <a:ext cx="16319" cy="43544"/>
            </a:xfrm>
            <a:custGeom>
              <a:rect b="b" l="l" r="r" t="t"/>
              <a:pathLst>
                <a:path extrusionOk="0" h="1673" w="627">
                  <a:moveTo>
                    <a:pt x="0" y="1"/>
                  </a:moveTo>
                  <a:lnTo>
                    <a:pt x="0" y="1672"/>
                  </a:lnTo>
                  <a:lnTo>
                    <a:pt x="627" y="1672"/>
                  </a:lnTo>
                  <a:lnTo>
                    <a:pt x="627"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1" name="Google Shape;22661;p91"/>
            <p:cNvSpPr/>
            <p:nvPr/>
          </p:nvSpPr>
          <p:spPr>
            <a:xfrm>
              <a:off x="8032643" y="2554372"/>
              <a:ext cx="16319" cy="88572"/>
            </a:xfrm>
            <a:custGeom>
              <a:rect b="b" l="l" r="r" t="t"/>
              <a:pathLst>
                <a:path extrusionOk="0" h="3403" w="627">
                  <a:moveTo>
                    <a:pt x="151" y="1"/>
                  </a:moveTo>
                  <a:cubicBezTo>
                    <a:pt x="56" y="78"/>
                    <a:pt x="4" y="194"/>
                    <a:pt x="4" y="317"/>
                  </a:cubicBezTo>
                  <a:lnTo>
                    <a:pt x="4" y="2319"/>
                  </a:lnTo>
                  <a:cubicBezTo>
                    <a:pt x="0" y="2485"/>
                    <a:pt x="39" y="2643"/>
                    <a:pt x="113" y="2787"/>
                  </a:cubicBezTo>
                  <a:lnTo>
                    <a:pt x="310" y="3181"/>
                  </a:lnTo>
                  <a:cubicBezTo>
                    <a:pt x="345" y="3252"/>
                    <a:pt x="370" y="3325"/>
                    <a:pt x="391" y="3403"/>
                  </a:cubicBezTo>
                  <a:lnTo>
                    <a:pt x="626" y="3403"/>
                  </a:lnTo>
                  <a:lnTo>
                    <a:pt x="626" y="736"/>
                  </a:lnTo>
                  <a:cubicBezTo>
                    <a:pt x="626" y="571"/>
                    <a:pt x="563" y="412"/>
                    <a:pt x="443" y="293"/>
                  </a:cubicBezTo>
                  <a:lnTo>
                    <a:pt x="15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2" name="Google Shape;22662;p91"/>
            <p:cNvSpPr/>
            <p:nvPr/>
          </p:nvSpPr>
          <p:spPr>
            <a:xfrm>
              <a:off x="8043522" y="2632038"/>
              <a:ext cx="49036" cy="97994"/>
            </a:xfrm>
            <a:custGeom>
              <a:rect b="b" l="l" r="r" t="t"/>
              <a:pathLst>
                <a:path extrusionOk="0" h="3765" w="1884">
                  <a:moveTo>
                    <a:pt x="1" y="0"/>
                  </a:moveTo>
                  <a:lnTo>
                    <a:pt x="1" y="3765"/>
                  </a:lnTo>
                  <a:lnTo>
                    <a:pt x="1883" y="3765"/>
                  </a:lnTo>
                  <a:lnTo>
                    <a:pt x="188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3" name="Google Shape;22663;p91"/>
            <p:cNvSpPr/>
            <p:nvPr/>
          </p:nvSpPr>
          <p:spPr>
            <a:xfrm>
              <a:off x="7967340" y="2659236"/>
              <a:ext cx="337290" cy="119700"/>
            </a:xfrm>
            <a:custGeom>
              <a:rect b="b" l="l" r="r" t="t"/>
              <a:pathLst>
                <a:path extrusionOk="0" h="4599" w="12959">
                  <a:moveTo>
                    <a:pt x="6481" y="0"/>
                  </a:moveTo>
                  <a:lnTo>
                    <a:pt x="0" y="4599"/>
                  </a:lnTo>
                  <a:lnTo>
                    <a:pt x="12959" y="4599"/>
                  </a:lnTo>
                  <a:lnTo>
                    <a:pt x="6481"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4" name="Google Shape;22664;p91"/>
            <p:cNvSpPr/>
            <p:nvPr/>
          </p:nvSpPr>
          <p:spPr>
            <a:xfrm>
              <a:off x="7967340" y="2659236"/>
              <a:ext cx="174931" cy="119700"/>
            </a:xfrm>
            <a:custGeom>
              <a:rect b="b" l="l" r="r" t="t"/>
              <a:pathLst>
                <a:path extrusionOk="0" h="4599" w="6721">
                  <a:moveTo>
                    <a:pt x="6481" y="0"/>
                  </a:moveTo>
                  <a:lnTo>
                    <a:pt x="0" y="4599"/>
                  </a:lnTo>
                  <a:lnTo>
                    <a:pt x="2928" y="4599"/>
                  </a:lnTo>
                  <a:cubicBezTo>
                    <a:pt x="2928" y="4599"/>
                    <a:pt x="6668" y="253"/>
                    <a:pt x="6721" y="225"/>
                  </a:cubicBezTo>
                  <a:lnTo>
                    <a:pt x="648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5" name="Google Shape;22665;p91"/>
            <p:cNvSpPr/>
            <p:nvPr/>
          </p:nvSpPr>
          <p:spPr>
            <a:xfrm>
              <a:off x="8054428" y="2528734"/>
              <a:ext cx="21733" cy="27225"/>
            </a:xfrm>
            <a:custGeom>
              <a:rect b="b" l="l" r="r" t="t"/>
              <a:pathLst>
                <a:path extrusionOk="0" h="1046" w="835">
                  <a:moveTo>
                    <a:pt x="0" y="0"/>
                  </a:moveTo>
                  <a:lnTo>
                    <a:pt x="0" y="627"/>
                  </a:lnTo>
                  <a:cubicBezTo>
                    <a:pt x="0" y="855"/>
                    <a:pt x="187" y="1045"/>
                    <a:pt x="419" y="1045"/>
                  </a:cubicBezTo>
                  <a:cubicBezTo>
                    <a:pt x="648" y="1045"/>
                    <a:pt x="834" y="855"/>
                    <a:pt x="834" y="627"/>
                  </a:cubicBezTo>
                  <a:lnTo>
                    <a:pt x="83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6" name="Google Shape;22666;p91"/>
            <p:cNvSpPr/>
            <p:nvPr/>
          </p:nvSpPr>
          <p:spPr>
            <a:xfrm>
              <a:off x="8043522" y="2485138"/>
              <a:ext cx="43544" cy="49010"/>
            </a:xfrm>
            <a:custGeom>
              <a:rect b="b" l="l" r="r" t="t"/>
              <a:pathLst>
                <a:path extrusionOk="0" h="1883" w="1673">
                  <a:moveTo>
                    <a:pt x="627" y="1"/>
                  </a:moveTo>
                  <a:cubicBezTo>
                    <a:pt x="282" y="1"/>
                    <a:pt x="1" y="282"/>
                    <a:pt x="1" y="630"/>
                  </a:cubicBezTo>
                  <a:lnTo>
                    <a:pt x="1" y="1049"/>
                  </a:lnTo>
                  <a:cubicBezTo>
                    <a:pt x="1" y="1510"/>
                    <a:pt x="374" y="1883"/>
                    <a:pt x="838" y="1883"/>
                  </a:cubicBezTo>
                  <a:cubicBezTo>
                    <a:pt x="1299" y="1883"/>
                    <a:pt x="1672" y="1510"/>
                    <a:pt x="1672" y="1046"/>
                  </a:cubicBezTo>
                  <a:lnTo>
                    <a:pt x="1672" y="630"/>
                  </a:lnTo>
                  <a:cubicBezTo>
                    <a:pt x="1672" y="282"/>
                    <a:pt x="1394" y="1"/>
                    <a:pt x="104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7" name="Google Shape;22667;p91"/>
            <p:cNvSpPr/>
            <p:nvPr/>
          </p:nvSpPr>
          <p:spPr>
            <a:xfrm>
              <a:off x="8043522" y="2485243"/>
              <a:ext cx="29984" cy="48958"/>
            </a:xfrm>
            <a:custGeom>
              <a:rect b="b" l="l" r="r" t="t"/>
              <a:pathLst>
                <a:path extrusionOk="0" h="1881" w="1152">
                  <a:moveTo>
                    <a:pt x="627" y="0"/>
                  </a:moveTo>
                  <a:cubicBezTo>
                    <a:pt x="282" y="0"/>
                    <a:pt x="1" y="278"/>
                    <a:pt x="1" y="626"/>
                  </a:cubicBezTo>
                  <a:lnTo>
                    <a:pt x="1" y="1045"/>
                  </a:lnTo>
                  <a:cubicBezTo>
                    <a:pt x="1" y="1524"/>
                    <a:pt x="396" y="1881"/>
                    <a:pt x="838" y="1881"/>
                  </a:cubicBezTo>
                  <a:cubicBezTo>
                    <a:pt x="941" y="1881"/>
                    <a:pt x="1047" y="1861"/>
                    <a:pt x="1151" y="1819"/>
                  </a:cubicBezTo>
                  <a:cubicBezTo>
                    <a:pt x="835" y="1689"/>
                    <a:pt x="627" y="1383"/>
                    <a:pt x="627" y="1042"/>
                  </a:cubicBezTo>
                  <a:lnTo>
                    <a:pt x="627" y="626"/>
                  </a:lnTo>
                  <a:cubicBezTo>
                    <a:pt x="627" y="320"/>
                    <a:pt x="849" y="60"/>
                    <a:pt x="1151" y="11"/>
                  </a:cubicBezTo>
                  <a:cubicBezTo>
                    <a:pt x="1116" y="4"/>
                    <a:pt x="1081" y="0"/>
                    <a:pt x="104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8" name="Google Shape;22668;p91"/>
            <p:cNvSpPr/>
            <p:nvPr/>
          </p:nvSpPr>
          <p:spPr>
            <a:xfrm>
              <a:off x="8043522" y="2485138"/>
              <a:ext cx="43544" cy="21811"/>
            </a:xfrm>
            <a:custGeom>
              <a:rect b="b" l="l" r="r" t="t"/>
              <a:pathLst>
                <a:path extrusionOk="0" h="838" w="1673">
                  <a:moveTo>
                    <a:pt x="627" y="1"/>
                  </a:moveTo>
                  <a:cubicBezTo>
                    <a:pt x="282" y="1"/>
                    <a:pt x="1" y="282"/>
                    <a:pt x="1" y="630"/>
                  </a:cubicBezTo>
                  <a:cubicBezTo>
                    <a:pt x="1" y="630"/>
                    <a:pt x="627" y="838"/>
                    <a:pt x="1672" y="838"/>
                  </a:cubicBezTo>
                  <a:lnTo>
                    <a:pt x="1672" y="630"/>
                  </a:lnTo>
                  <a:cubicBezTo>
                    <a:pt x="1672" y="282"/>
                    <a:pt x="1391" y="1"/>
                    <a:pt x="104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9" name="Google Shape;22669;p91"/>
            <p:cNvSpPr/>
            <p:nvPr/>
          </p:nvSpPr>
          <p:spPr>
            <a:xfrm>
              <a:off x="8043522" y="2485243"/>
              <a:ext cx="29984" cy="19807"/>
            </a:xfrm>
            <a:custGeom>
              <a:rect b="b" l="l" r="r" t="t"/>
              <a:pathLst>
                <a:path extrusionOk="0" h="761" w="1152">
                  <a:moveTo>
                    <a:pt x="627" y="0"/>
                  </a:moveTo>
                  <a:cubicBezTo>
                    <a:pt x="282" y="0"/>
                    <a:pt x="1" y="278"/>
                    <a:pt x="1" y="626"/>
                  </a:cubicBezTo>
                  <a:cubicBezTo>
                    <a:pt x="205" y="686"/>
                    <a:pt x="416" y="732"/>
                    <a:pt x="627" y="760"/>
                  </a:cubicBezTo>
                  <a:lnTo>
                    <a:pt x="627" y="626"/>
                  </a:lnTo>
                  <a:cubicBezTo>
                    <a:pt x="627" y="320"/>
                    <a:pt x="849" y="60"/>
                    <a:pt x="1151" y="11"/>
                  </a:cubicBezTo>
                  <a:cubicBezTo>
                    <a:pt x="1116" y="4"/>
                    <a:pt x="1081" y="0"/>
                    <a:pt x="104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0" name="Google Shape;22670;p91"/>
            <p:cNvSpPr/>
            <p:nvPr/>
          </p:nvSpPr>
          <p:spPr>
            <a:xfrm>
              <a:off x="8092532" y="2552003"/>
              <a:ext cx="55777" cy="45236"/>
            </a:xfrm>
            <a:custGeom>
              <a:rect b="b" l="l" r="r" t="t"/>
              <a:pathLst>
                <a:path extrusionOk="0" h="1738" w="2143">
                  <a:moveTo>
                    <a:pt x="0" y="0"/>
                  </a:moveTo>
                  <a:lnTo>
                    <a:pt x="0" y="1288"/>
                  </a:lnTo>
                  <a:lnTo>
                    <a:pt x="169" y="1502"/>
                  </a:lnTo>
                  <a:cubicBezTo>
                    <a:pt x="271" y="1633"/>
                    <a:pt x="426" y="1717"/>
                    <a:pt x="591" y="1735"/>
                  </a:cubicBezTo>
                  <a:cubicBezTo>
                    <a:pt x="611" y="1736"/>
                    <a:pt x="631" y="1737"/>
                    <a:pt x="652" y="1737"/>
                  </a:cubicBezTo>
                  <a:cubicBezTo>
                    <a:pt x="672" y="1737"/>
                    <a:pt x="693" y="1736"/>
                    <a:pt x="714" y="1735"/>
                  </a:cubicBezTo>
                  <a:cubicBezTo>
                    <a:pt x="838" y="1724"/>
                    <a:pt x="957" y="1675"/>
                    <a:pt x="1056" y="1594"/>
                  </a:cubicBezTo>
                  <a:lnTo>
                    <a:pt x="1935" y="890"/>
                  </a:lnTo>
                  <a:cubicBezTo>
                    <a:pt x="2136" y="728"/>
                    <a:pt x="2143" y="426"/>
                    <a:pt x="1953" y="253"/>
                  </a:cubicBezTo>
                  <a:cubicBezTo>
                    <a:pt x="1876" y="187"/>
                    <a:pt x="1780" y="155"/>
                    <a:pt x="1682" y="155"/>
                  </a:cubicBezTo>
                  <a:cubicBezTo>
                    <a:pt x="1580" y="155"/>
                    <a:pt x="1477" y="190"/>
                    <a:pt x="1393" y="257"/>
                  </a:cubicBezTo>
                  <a:lnTo>
                    <a:pt x="693" y="816"/>
                  </a:lnTo>
                  <a:lnTo>
                    <a:pt x="116" y="99"/>
                  </a:lnTo>
                  <a:cubicBezTo>
                    <a:pt x="85" y="56"/>
                    <a:pt x="46" y="25"/>
                    <a:pt x="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1" name="Google Shape;22671;p91"/>
            <p:cNvSpPr/>
            <p:nvPr/>
          </p:nvSpPr>
          <p:spPr>
            <a:xfrm>
              <a:off x="7959662" y="2436857"/>
              <a:ext cx="352829" cy="347467"/>
            </a:xfrm>
            <a:custGeom>
              <a:rect b="b" l="l" r="r" t="t"/>
              <a:pathLst>
                <a:path extrusionOk="0" h="13350" w="13556">
                  <a:moveTo>
                    <a:pt x="4268" y="2053"/>
                  </a:moveTo>
                  <a:cubicBezTo>
                    <a:pt x="4507" y="2053"/>
                    <a:pt x="4701" y="2246"/>
                    <a:pt x="4701" y="2485"/>
                  </a:cubicBezTo>
                  <a:lnTo>
                    <a:pt x="4701" y="2904"/>
                  </a:lnTo>
                  <a:cubicBezTo>
                    <a:pt x="4701" y="3256"/>
                    <a:pt x="4412" y="3544"/>
                    <a:pt x="4060" y="3544"/>
                  </a:cubicBezTo>
                  <a:cubicBezTo>
                    <a:pt x="3705" y="3544"/>
                    <a:pt x="3420" y="3256"/>
                    <a:pt x="3420" y="2904"/>
                  </a:cubicBezTo>
                  <a:lnTo>
                    <a:pt x="3420" y="2485"/>
                  </a:lnTo>
                  <a:cubicBezTo>
                    <a:pt x="3420" y="2246"/>
                    <a:pt x="3613" y="2053"/>
                    <a:pt x="3849" y="2053"/>
                  </a:cubicBezTo>
                  <a:close/>
                  <a:moveTo>
                    <a:pt x="4282" y="3935"/>
                  </a:moveTo>
                  <a:lnTo>
                    <a:pt x="4282" y="3949"/>
                  </a:lnTo>
                  <a:cubicBezTo>
                    <a:pt x="4282" y="4044"/>
                    <a:pt x="4303" y="4139"/>
                    <a:pt x="4345" y="4223"/>
                  </a:cubicBezTo>
                  <a:lnTo>
                    <a:pt x="4067" y="4498"/>
                  </a:lnTo>
                  <a:cubicBezTo>
                    <a:pt x="4065" y="4501"/>
                    <a:pt x="4063" y="4503"/>
                    <a:pt x="4060" y="4503"/>
                  </a:cubicBezTo>
                  <a:cubicBezTo>
                    <a:pt x="4057" y="4503"/>
                    <a:pt x="4053" y="4501"/>
                    <a:pt x="4050" y="4498"/>
                  </a:cubicBezTo>
                  <a:lnTo>
                    <a:pt x="3782" y="4231"/>
                  </a:lnTo>
                  <a:cubicBezTo>
                    <a:pt x="3817" y="4171"/>
                    <a:pt x="3835" y="4097"/>
                    <a:pt x="3835" y="4026"/>
                  </a:cubicBezTo>
                  <a:lnTo>
                    <a:pt x="3835" y="3935"/>
                  </a:lnTo>
                  <a:close/>
                  <a:moveTo>
                    <a:pt x="6579" y="5933"/>
                  </a:moveTo>
                  <a:lnTo>
                    <a:pt x="6579" y="8446"/>
                  </a:lnTo>
                  <a:lnTo>
                    <a:pt x="5299" y="9353"/>
                  </a:lnTo>
                  <a:lnTo>
                    <a:pt x="5299" y="6215"/>
                  </a:lnTo>
                  <a:cubicBezTo>
                    <a:pt x="5411" y="6289"/>
                    <a:pt x="5538" y="6338"/>
                    <a:pt x="5672" y="6352"/>
                  </a:cubicBezTo>
                  <a:cubicBezTo>
                    <a:pt x="5703" y="6356"/>
                    <a:pt x="5735" y="6358"/>
                    <a:pt x="5767" y="6358"/>
                  </a:cubicBezTo>
                  <a:cubicBezTo>
                    <a:pt x="5789" y="6358"/>
                    <a:pt x="5812" y="6357"/>
                    <a:pt x="5834" y="6356"/>
                  </a:cubicBezTo>
                  <a:cubicBezTo>
                    <a:pt x="5995" y="6342"/>
                    <a:pt x="6154" y="6278"/>
                    <a:pt x="6280" y="6173"/>
                  </a:cubicBezTo>
                  <a:lnTo>
                    <a:pt x="6579" y="5933"/>
                  </a:lnTo>
                  <a:close/>
                  <a:moveTo>
                    <a:pt x="3466" y="4466"/>
                  </a:moveTo>
                  <a:lnTo>
                    <a:pt x="3772" y="4772"/>
                  </a:lnTo>
                  <a:cubicBezTo>
                    <a:pt x="3851" y="4852"/>
                    <a:pt x="3955" y="4891"/>
                    <a:pt x="4058" y="4891"/>
                  </a:cubicBezTo>
                  <a:cubicBezTo>
                    <a:pt x="4162" y="4891"/>
                    <a:pt x="4266" y="4852"/>
                    <a:pt x="4345" y="4772"/>
                  </a:cubicBezTo>
                  <a:lnTo>
                    <a:pt x="4623" y="4494"/>
                  </a:lnTo>
                  <a:cubicBezTo>
                    <a:pt x="4708" y="4537"/>
                    <a:pt x="4799" y="4561"/>
                    <a:pt x="4894" y="4561"/>
                  </a:cubicBezTo>
                  <a:cubicBezTo>
                    <a:pt x="4897" y="4561"/>
                    <a:pt x="4901" y="4561"/>
                    <a:pt x="4904" y="4561"/>
                  </a:cubicBezTo>
                  <a:cubicBezTo>
                    <a:pt x="4968" y="4561"/>
                    <a:pt x="5030" y="4592"/>
                    <a:pt x="5070" y="4642"/>
                  </a:cubicBezTo>
                  <a:lnTo>
                    <a:pt x="5644" y="5363"/>
                  </a:lnTo>
                  <a:cubicBezTo>
                    <a:pt x="5684" y="5410"/>
                    <a:pt x="5741" y="5434"/>
                    <a:pt x="5799" y="5434"/>
                  </a:cubicBezTo>
                  <a:cubicBezTo>
                    <a:pt x="5842" y="5434"/>
                    <a:pt x="5885" y="5420"/>
                    <a:pt x="5921" y="5392"/>
                  </a:cubicBezTo>
                  <a:lnTo>
                    <a:pt x="6622" y="4832"/>
                  </a:lnTo>
                  <a:cubicBezTo>
                    <a:pt x="6665" y="4794"/>
                    <a:pt x="6721" y="4774"/>
                    <a:pt x="6776" y="4774"/>
                  </a:cubicBezTo>
                  <a:cubicBezTo>
                    <a:pt x="6828" y="4774"/>
                    <a:pt x="6880" y="4791"/>
                    <a:pt x="6924" y="4825"/>
                  </a:cubicBezTo>
                  <a:cubicBezTo>
                    <a:pt x="7030" y="4917"/>
                    <a:pt x="7026" y="5078"/>
                    <a:pt x="6917" y="5166"/>
                  </a:cubicBezTo>
                  <a:lnTo>
                    <a:pt x="6038" y="5870"/>
                  </a:lnTo>
                  <a:cubicBezTo>
                    <a:pt x="5971" y="5923"/>
                    <a:pt x="5890" y="5958"/>
                    <a:pt x="5802" y="5965"/>
                  </a:cubicBezTo>
                  <a:cubicBezTo>
                    <a:pt x="5788" y="5967"/>
                    <a:pt x="5774" y="5968"/>
                    <a:pt x="5759" y="5968"/>
                  </a:cubicBezTo>
                  <a:cubicBezTo>
                    <a:pt x="5745" y="5968"/>
                    <a:pt x="5730" y="5967"/>
                    <a:pt x="5714" y="5965"/>
                  </a:cubicBezTo>
                  <a:cubicBezTo>
                    <a:pt x="5601" y="5951"/>
                    <a:pt x="5496" y="5895"/>
                    <a:pt x="5425" y="5803"/>
                  </a:cubicBezTo>
                  <a:lnTo>
                    <a:pt x="5256" y="5592"/>
                  </a:lnTo>
                  <a:cubicBezTo>
                    <a:pt x="5215" y="5541"/>
                    <a:pt x="5160" y="5518"/>
                    <a:pt x="5105" y="5518"/>
                  </a:cubicBezTo>
                  <a:cubicBezTo>
                    <a:pt x="5005" y="5518"/>
                    <a:pt x="4908" y="5595"/>
                    <a:pt x="4908" y="5715"/>
                  </a:cubicBezTo>
                  <a:lnTo>
                    <a:pt x="4908" y="9631"/>
                  </a:lnTo>
                  <a:lnTo>
                    <a:pt x="4461" y="9948"/>
                  </a:lnTo>
                  <a:lnTo>
                    <a:pt x="4461" y="8129"/>
                  </a:lnTo>
                  <a:cubicBezTo>
                    <a:pt x="4456" y="8004"/>
                    <a:pt x="4362" y="7942"/>
                    <a:pt x="4267" y="7942"/>
                  </a:cubicBezTo>
                  <a:cubicBezTo>
                    <a:pt x="4173" y="7942"/>
                    <a:pt x="4078" y="8004"/>
                    <a:pt x="4071" y="8129"/>
                  </a:cubicBezTo>
                  <a:lnTo>
                    <a:pt x="4071" y="10226"/>
                  </a:lnTo>
                  <a:lnTo>
                    <a:pt x="3416" y="10690"/>
                  </a:lnTo>
                  <a:lnTo>
                    <a:pt x="3416" y="8168"/>
                  </a:lnTo>
                  <a:cubicBezTo>
                    <a:pt x="3416" y="7974"/>
                    <a:pt x="3374" y="7784"/>
                    <a:pt x="3286" y="7612"/>
                  </a:cubicBezTo>
                  <a:lnTo>
                    <a:pt x="3089" y="7218"/>
                  </a:lnTo>
                  <a:cubicBezTo>
                    <a:pt x="3033" y="7098"/>
                    <a:pt x="3001" y="6968"/>
                    <a:pt x="3001" y="6838"/>
                  </a:cubicBezTo>
                  <a:lnTo>
                    <a:pt x="3001" y="4832"/>
                  </a:lnTo>
                  <a:cubicBezTo>
                    <a:pt x="3001" y="4748"/>
                    <a:pt x="3050" y="4670"/>
                    <a:pt x="3124" y="4635"/>
                  </a:cubicBezTo>
                  <a:lnTo>
                    <a:pt x="3466" y="4466"/>
                  </a:lnTo>
                  <a:close/>
                  <a:moveTo>
                    <a:pt x="6778" y="0"/>
                  </a:moveTo>
                  <a:cubicBezTo>
                    <a:pt x="6683" y="0"/>
                    <a:pt x="6588" y="63"/>
                    <a:pt x="6583" y="188"/>
                  </a:cubicBezTo>
                  <a:lnTo>
                    <a:pt x="6583" y="4417"/>
                  </a:lnTo>
                  <a:cubicBezTo>
                    <a:pt x="6509" y="4442"/>
                    <a:pt x="6439" y="4480"/>
                    <a:pt x="6375" y="4530"/>
                  </a:cubicBezTo>
                  <a:lnTo>
                    <a:pt x="5830" y="4969"/>
                  </a:lnTo>
                  <a:lnTo>
                    <a:pt x="5376" y="4399"/>
                  </a:lnTo>
                  <a:cubicBezTo>
                    <a:pt x="5256" y="4255"/>
                    <a:pt x="5081" y="4171"/>
                    <a:pt x="4894" y="4171"/>
                  </a:cubicBezTo>
                  <a:cubicBezTo>
                    <a:pt x="4771" y="4171"/>
                    <a:pt x="4672" y="4069"/>
                    <a:pt x="4672" y="3949"/>
                  </a:cubicBezTo>
                  <a:lnTo>
                    <a:pt x="4672" y="3731"/>
                  </a:lnTo>
                  <a:cubicBezTo>
                    <a:pt x="4936" y="3537"/>
                    <a:pt x="5091" y="3228"/>
                    <a:pt x="5091" y="2904"/>
                  </a:cubicBezTo>
                  <a:lnTo>
                    <a:pt x="5091" y="2485"/>
                  </a:lnTo>
                  <a:cubicBezTo>
                    <a:pt x="5091" y="2031"/>
                    <a:pt x="4722" y="1662"/>
                    <a:pt x="4268" y="1662"/>
                  </a:cubicBezTo>
                  <a:lnTo>
                    <a:pt x="3849" y="1662"/>
                  </a:lnTo>
                  <a:cubicBezTo>
                    <a:pt x="3395" y="1662"/>
                    <a:pt x="3029" y="2031"/>
                    <a:pt x="3029" y="2485"/>
                  </a:cubicBezTo>
                  <a:lnTo>
                    <a:pt x="3029" y="2904"/>
                  </a:lnTo>
                  <a:cubicBezTo>
                    <a:pt x="3029" y="3228"/>
                    <a:pt x="3184" y="3537"/>
                    <a:pt x="3448" y="3731"/>
                  </a:cubicBezTo>
                  <a:lnTo>
                    <a:pt x="3448" y="4026"/>
                  </a:lnTo>
                  <a:cubicBezTo>
                    <a:pt x="3444" y="4030"/>
                    <a:pt x="3444" y="4037"/>
                    <a:pt x="3437" y="4037"/>
                  </a:cubicBezTo>
                  <a:lnTo>
                    <a:pt x="2948" y="4283"/>
                  </a:lnTo>
                  <a:cubicBezTo>
                    <a:pt x="2741" y="4385"/>
                    <a:pt x="2611" y="4600"/>
                    <a:pt x="2611" y="4832"/>
                  </a:cubicBezTo>
                  <a:lnTo>
                    <a:pt x="2611" y="6834"/>
                  </a:lnTo>
                  <a:cubicBezTo>
                    <a:pt x="2611" y="7028"/>
                    <a:pt x="2656" y="7218"/>
                    <a:pt x="2741" y="7390"/>
                  </a:cubicBezTo>
                  <a:lnTo>
                    <a:pt x="2941" y="7784"/>
                  </a:lnTo>
                  <a:cubicBezTo>
                    <a:pt x="2998" y="7904"/>
                    <a:pt x="3029" y="8034"/>
                    <a:pt x="3029" y="8164"/>
                  </a:cubicBezTo>
                  <a:lnTo>
                    <a:pt x="3029" y="10968"/>
                  </a:lnTo>
                  <a:lnTo>
                    <a:pt x="186" y="12984"/>
                  </a:lnTo>
                  <a:cubicBezTo>
                    <a:pt x="1" y="13104"/>
                    <a:pt x="123" y="13349"/>
                    <a:pt x="291" y="13349"/>
                  </a:cubicBezTo>
                  <a:cubicBezTo>
                    <a:pt x="330" y="13349"/>
                    <a:pt x="371" y="13336"/>
                    <a:pt x="412" y="13305"/>
                  </a:cubicBezTo>
                  <a:lnTo>
                    <a:pt x="6776" y="8787"/>
                  </a:lnTo>
                  <a:lnTo>
                    <a:pt x="13145" y="13305"/>
                  </a:lnTo>
                  <a:cubicBezTo>
                    <a:pt x="13185" y="13336"/>
                    <a:pt x="13227" y="13349"/>
                    <a:pt x="13266" y="13349"/>
                  </a:cubicBezTo>
                  <a:cubicBezTo>
                    <a:pt x="13433" y="13349"/>
                    <a:pt x="13556" y="13104"/>
                    <a:pt x="13370" y="12984"/>
                  </a:cubicBezTo>
                  <a:lnTo>
                    <a:pt x="6973" y="8446"/>
                  </a:lnTo>
                  <a:lnTo>
                    <a:pt x="6973" y="5620"/>
                  </a:lnTo>
                  <a:lnTo>
                    <a:pt x="7160" y="5473"/>
                  </a:lnTo>
                  <a:cubicBezTo>
                    <a:pt x="7456" y="5233"/>
                    <a:pt x="7466" y="4790"/>
                    <a:pt x="7185" y="4537"/>
                  </a:cubicBezTo>
                  <a:cubicBezTo>
                    <a:pt x="7125" y="4480"/>
                    <a:pt x="7051" y="4438"/>
                    <a:pt x="6973" y="4413"/>
                  </a:cubicBezTo>
                  <a:lnTo>
                    <a:pt x="6973" y="800"/>
                  </a:lnTo>
                  <a:lnTo>
                    <a:pt x="9598" y="800"/>
                  </a:lnTo>
                  <a:lnTo>
                    <a:pt x="9320" y="1352"/>
                  </a:lnTo>
                  <a:cubicBezTo>
                    <a:pt x="9292" y="1405"/>
                    <a:pt x="9292" y="1472"/>
                    <a:pt x="9320" y="1528"/>
                  </a:cubicBezTo>
                  <a:lnTo>
                    <a:pt x="9598" y="2081"/>
                  </a:lnTo>
                  <a:lnTo>
                    <a:pt x="7614" y="2081"/>
                  </a:lnTo>
                  <a:cubicBezTo>
                    <a:pt x="7364" y="2091"/>
                    <a:pt x="7364" y="2461"/>
                    <a:pt x="7614" y="2471"/>
                  </a:cubicBezTo>
                  <a:lnTo>
                    <a:pt x="9915" y="2471"/>
                  </a:lnTo>
                  <a:cubicBezTo>
                    <a:pt x="10059" y="2471"/>
                    <a:pt x="10154" y="2320"/>
                    <a:pt x="10091" y="2190"/>
                  </a:cubicBezTo>
                  <a:lnTo>
                    <a:pt x="9714" y="1440"/>
                  </a:lnTo>
                  <a:lnTo>
                    <a:pt x="10091" y="694"/>
                  </a:lnTo>
                  <a:cubicBezTo>
                    <a:pt x="10154" y="561"/>
                    <a:pt x="10059" y="409"/>
                    <a:pt x="9915" y="409"/>
                  </a:cubicBezTo>
                  <a:lnTo>
                    <a:pt x="6973" y="409"/>
                  </a:lnTo>
                  <a:lnTo>
                    <a:pt x="6973" y="188"/>
                  </a:lnTo>
                  <a:cubicBezTo>
                    <a:pt x="6968" y="63"/>
                    <a:pt x="6873" y="0"/>
                    <a:pt x="67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2" name="Google Shape;22672;p91"/>
            <p:cNvSpPr/>
            <p:nvPr/>
          </p:nvSpPr>
          <p:spPr>
            <a:xfrm>
              <a:off x="8155466" y="2700464"/>
              <a:ext cx="64991" cy="45756"/>
            </a:xfrm>
            <a:custGeom>
              <a:rect b="b" l="l" r="r" t="t"/>
              <a:pathLst>
                <a:path extrusionOk="0" h="1758" w="2497">
                  <a:moveTo>
                    <a:pt x="289" y="0"/>
                  </a:moveTo>
                  <a:cubicBezTo>
                    <a:pt x="122" y="0"/>
                    <a:pt x="1" y="243"/>
                    <a:pt x="186" y="365"/>
                  </a:cubicBezTo>
                  <a:lnTo>
                    <a:pt x="2086" y="1713"/>
                  </a:lnTo>
                  <a:cubicBezTo>
                    <a:pt x="2126" y="1744"/>
                    <a:pt x="2168" y="1757"/>
                    <a:pt x="2207" y="1757"/>
                  </a:cubicBezTo>
                  <a:cubicBezTo>
                    <a:pt x="2374" y="1757"/>
                    <a:pt x="2497" y="1513"/>
                    <a:pt x="2311" y="1393"/>
                  </a:cubicBezTo>
                  <a:lnTo>
                    <a:pt x="411" y="45"/>
                  </a:lnTo>
                  <a:cubicBezTo>
                    <a:pt x="370" y="14"/>
                    <a:pt x="329"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3" name="Google Shape;22673;p91"/>
            <p:cNvSpPr/>
            <p:nvPr/>
          </p:nvSpPr>
          <p:spPr>
            <a:xfrm>
              <a:off x="8128268" y="2681152"/>
              <a:ext cx="25819" cy="18115"/>
            </a:xfrm>
            <a:custGeom>
              <a:rect b="b" l="l" r="r" t="t"/>
              <a:pathLst>
                <a:path extrusionOk="0" h="696" w="992">
                  <a:moveTo>
                    <a:pt x="290" y="0"/>
                  </a:moveTo>
                  <a:cubicBezTo>
                    <a:pt x="123" y="0"/>
                    <a:pt x="0" y="245"/>
                    <a:pt x="186" y="365"/>
                  </a:cubicBezTo>
                  <a:lnTo>
                    <a:pt x="601" y="661"/>
                  </a:lnTo>
                  <a:cubicBezTo>
                    <a:pt x="638" y="685"/>
                    <a:pt x="676" y="695"/>
                    <a:pt x="711" y="695"/>
                  </a:cubicBezTo>
                  <a:cubicBezTo>
                    <a:pt x="875" y="695"/>
                    <a:pt x="992" y="468"/>
                    <a:pt x="830" y="340"/>
                  </a:cubicBezTo>
                  <a:lnTo>
                    <a:pt x="411" y="45"/>
                  </a:lnTo>
                  <a:cubicBezTo>
                    <a:pt x="371" y="14"/>
                    <a:pt x="32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74" name="Google Shape;22674;p91"/>
          <p:cNvGrpSpPr/>
          <p:nvPr/>
        </p:nvGrpSpPr>
        <p:grpSpPr>
          <a:xfrm>
            <a:off x="7009528" y="2897961"/>
            <a:ext cx="325578" cy="347207"/>
            <a:chOff x="7009528" y="2897961"/>
            <a:chExt cx="325578" cy="347207"/>
          </a:xfrm>
        </p:grpSpPr>
        <p:sp>
          <p:nvSpPr>
            <p:cNvPr id="22675" name="Google Shape;22675;p91"/>
            <p:cNvSpPr/>
            <p:nvPr/>
          </p:nvSpPr>
          <p:spPr>
            <a:xfrm>
              <a:off x="7068506" y="2961520"/>
              <a:ext cx="211109" cy="254965"/>
            </a:xfrm>
            <a:custGeom>
              <a:rect b="b" l="l" r="r" t="t"/>
              <a:pathLst>
                <a:path extrusionOk="0" h="9796" w="8111">
                  <a:moveTo>
                    <a:pt x="3967" y="0"/>
                  </a:moveTo>
                  <a:cubicBezTo>
                    <a:pt x="3824" y="0"/>
                    <a:pt x="3679" y="9"/>
                    <a:pt x="3533" y="25"/>
                  </a:cubicBezTo>
                  <a:cubicBezTo>
                    <a:pt x="1820" y="215"/>
                    <a:pt x="423" y="1587"/>
                    <a:pt x="212" y="3301"/>
                  </a:cubicBezTo>
                  <a:cubicBezTo>
                    <a:pt x="1" y="4930"/>
                    <a:pt x="863" y="6506"/>
                    <a:pt x="2347" y="7210"/>
                  </a:cubicBezTo>
                  <a:cubicBezTo>
                    <a:pt x="2657" y="7358"/>
                    <a:pt x="2854" y="7667"/>
                    <a:pt x="2850" y="8009"/>
                  </a:cubicBezTo>
                  <a:lnTo>
                    <a:pt x="2850" y="9353"/>
                  </a:lnTo>
                  <a:lnTo>
                    <a:pt x="2854" y="9353"/>
                  </a:lnTo>
                  <a:cubicBezTo>
                    <a:pt x="2854" y="9599"/>
                    <a:pt x="3051" y="9796"/>
                    <a:pt x="3297" y="9796"/>
                  </a:cubicBezTo>
                  <a:lnTo>
                    <a:pt x="4634" y="9796"/>
                  </a:lnTo>
                  <a:cubicBezTo>
                    <a:pt x="4877" y="9796"/>
                    <a:pt x="5078" y="9599"/>
                    <a:pt x="5078" y="9353"/>
                  </a:cubicBezTo>
                  <a:lnTo>
                    <a:pt x="5078" y="8009"/>
                  </a:lnTo>
                  <a:cubicBezTo>
                    <a:pt x="5078" y="7671"/>
                    <a:pt x="5271" y="7361"/>
                    <a:pt x="5577" y="7213"/>
                  </a:cubicBezTo>
                  <a:cubicBezTo>
                    <a:pt x="7252" y="6422"/>
                    <a:pt x="8111" y="4536"/>
                    <a:pt x="7604" y="2752"/>
                  </a:cubicBezTo>
                  <a:cubicBezTo>
                    <a:pt x="7137" y="1109"/>
                    <a:pt x="5641" y="0"/>
                    <a:pt x="396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6" name="Google Shape;22676;p91"/>
            <p:cNvSpPr/>
            <p:nvPr/>
          </p:nvSpPr>
          <p:spPr>
            <a:xfrm>
              <a:off x="7090577" y="2978932"/>
              <a:ext cx="162307" cy="162281"/>
            </a:xfrm>
            <a:custGeom>
              <a:rect b="b" l="l" r="r" t="t"/>
              <a:pathLst>
                <a:path extrusionOk="0" h="6235" w="6236">
                  <a:moveTo>
                    <a:pt x="3118" y="0"/>
                  </a:moveTo>
                  <a:cubicBezTo>
                    <a:pt x="1397" y="0"/>
                    <a:pt x="0" y="1397"/>
                    <a:pt x="0" y="3117"/>
                  </a:cubicBezTo>
                  <a:cubicBezTo>
                    <a:pt x="0" y="4838"/>
                    <a:pt x="1397" y="6235"/>
                    <a:pt x="3118" y="6235"/>
                  </a:cubicBezTo>
                  <a:cubicBezTo>
                    <a:pt x="4838" y="6235"/>
                    <a:pt x="6235" y="4838"/>
                    <a:pt x="6235" y="3117"/>
                  </a:cubicBezTo>
                  <a:cubicBezTo>
                    <a:pt x="6235" y="1397"/>
                    <a:pt x="4838" y="0"/>
                    <a:pt x="311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7" name="Google Shape;22677;p91"/>
            <p:cNvSpPr/>
            <p:nvPr/>
          </p:nvSpPr>
          <p:spPr>
            <a:xfrm>
              <a:off x="7107964" y="2996319"/>
              <a:ext cx="127509" cy="127509"/>
            </a:xfrm>
            <a:custGeom>
              <a:rect b="b" l="l" r="r" t="t"/>
              <a:pathLst>
                <a:path extrusionOk="0" h="4899" w="4899">
                  <a:moveTo>
                    <a:pt x="2450" y="1"/>
                  </a:moveTo>
                  <a:cubicBezTo>
                    <a:pt x="1095" y="1"/>
                    <a:pt x="1" y="1098"/>
                    <a:pt x="1" y="2449"/>
                  </a:cubicBezTo>
                  <a:cubicBezTo>
                    <a:pt x="1" y="3801"/>
                    <a:pt x="1095" y="4898"/>
                    <a:pt x="2450" y="4898"/>
                  </a:cubicBezTo>
                  <a:cubicBezTo>
                    <a:pt x="3801" y="4898"/>
                    <a:pt x="4899" y="3801"/>
                    <a:pt x="4899" y="2449"/>
                  </a:cubicBezTo>
                  <a:cubicBezTo>
                    <a:pt x="4899" y="1098"/>
                    <a:pt x="3801" y="1"/>
                    <a:pt x="24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8" name="Google Shape;22678;p91"/>
            <p:cNvSpPr/>
            <p:nvPr/>
          </p:nvSpPr>
          <p:spPr>
            <a:xfrm>
              <a:off x="7154319" y="3216563"/>
              <a:ext cx="34825" cy="23112"/>
            </a:xfrm>
            <a:custGeom>
              <a:rect b="b" l="l" r="r" t="t"/>
              <a:pathLst>
                <a:path extrusionOk="0" h="888" w="1338">
                  <a:moveTo>
                    <a:pt x="0" y="0"/>
                  </a:moveTo>
                  <a:lnTo>
                    <a:pt x="0" y="444"/>
                  </a:lnTo>
                  <a:cubicBezTo>
                    <a:pt x="0" y="690"/>
                    <a:pt x="201" y="887"/>
                    <a:pt x="447" y="887"/>
                  </a:cubicBezTo>
                  <a:lnTo>
                    <a:pt x="890" y="887"/>
                  </a:lnTo>
                  <a:cubicBezTo>
                    <a:pt x="893" y="887"/>
                    <a:pt x="895" y="887"/>
                    <a:pt x="897" y="887"/>
                  </a:cubicBezTo>
                  <a:cubicBezTo>
                    <a:pt x="1140" y="887"/>
                    <a:pt x="1337" y="688"/>
                    <a:pt x="1337" y="444"/>
                  </a:cubicBezTo>
                  <a:lnTo>
                    <a:pt x="1337"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9" name="Google Shape;22679;p91"/>
            <p:cNvSpPr/>
            <p:nvPr/>
          </p:nvSpPr>
          <p:spPr>
            <a:xfrm>
              <a:off x="7142762" y="3181764"/>
              <a:ext cx="57911" cy="34825"/>
            </a:xfrm>
            <a:custGeom>
              <a:rect b="b" l="l" r="r" t="t"/>
              <a:pathLst>
                <a:path extrusionOk="0" h="1338" w="2225">
                  <a:moveTo>
                    <a:pt x="1" y="0"/>
                  </a:moveTo>
                  <a:lnTo>
                    <a:pt x="1" y="891"/>
                  </a:lnTo>
                  <a:cubicBezTo>
                    <a:pt x="1" y="1137"/>
                    <a:pt x="198" y="1337"/>
                    <a:pt x="444" y="1337"/>
                  </a:cubicBezTo>
                  <a:lnTo>
                    <a:pt x="1781" y="1337"/>
                  </a:lnTo>
                  <a:cubicBezTo>
                    <a:pt x="2028" y="1337"/>
                    <a:pt x="2225" y="1137"/>
                    <a:pt x="2225" y="891"/>
                  </a:cubicBezTo>
                  <a:lnTo>
                    <a:pt x="2225"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0" name="Google Shape;22680;p91"/>
            <p:cNvSpPr/>
            <p:nvPr/>
          </p:nvSpPr>
          <p:spPr>
            <a:xfrm>
              <a:off x="7160357" y="3002175"/>
              <a:ext cx="22748" cy="92710"/>
            </a:xfrm>
            <a:custGeom>
              <a:rect b="b" l="l" r="r" t="t"/>
              <a:pathLst>
                <a:path extrusionOk="0" h="3562" w="874">
                  <a:moveTo>
                    <a:pt x="437" y="1"/>
                  </a:moveTo>
                  <a:cubicBezTo>
                    <a:pt x="194" y="1"/>
                    <a:pt x="1" y="201"/>
                    <a:pt x="8" y="444"/>
                  </a:cubicBezTo>
                  <a:lnTo>
                    <a:pt x="131" y="3347"/>
                  </a:lnTo>
                  <a:cubicBezTo>
                    <a:pt x="134" y="3466"/>
                    <a:pt x="233" y="3561"/>
                    <a:pt x="352" y="3561"/>
                  </a:cubicBezTo>
                  <a:lnTo>
                    <a:pt x="521" y="3561"/>
                  </a:lnTo>
                  <a:cubicBezTo>
                    <a:pt x="637" y="3561"/>
                    <a:pt x="736" y="3466"/>
                    <a:pt x="743" y="3347"/>
                  </a:cubicBezTo>
                  <a:lnTo>
                    <a:pt x="863" y="444"/>
                  </a:lnTo>
                  <a:cubicBezTo>
                    <a:pt x="873" y="201"/>
                    <a:pt x="680" y="1"/>
                    <a:pt x="437"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1" name="Google Shape;22681;p91"/>
            <p:cNvSpPr/>
            <p:nvPr/>
          </p:nvSpPr>
          <p:spPr>
            <a:xfrm>
              <a:off x="7163012" y="3118023"/>
              <a:ext cx="17438" cy="17438"/>
            </a:xfrm>
            <a:custGeom>
              <a:rect b="b" l="l" r="r" t="t"/>
              <a:pathLst>
                <a:path extrusionOk="0" h="670" w="670">
                  <a:moveTo>
                    <a:pt x="335" y="1"/>
                  </a:moveTo>
                  <a:cubicBezTo>
                    <a:pt x="148" y="1"/>
                    <a:pt x="1" y="148"/>
                    <a:pt x="1" y="335"/>
                  </a:cubicBezTo>
                  <a:cubicBezTo>
                    <a:pt x="1" y="518"/>
                    <a:pt x="148" y="669"/>
                    <a:pt x="335" y="669"/>
                  </a:cubicBezTo>
                  <a:cubicBezTo>
                    <a:pt x="518" y="669"/>
                    <a:pt x="669" y="518"/>
                    <a:pt x="669" y="335"/>
                  </a:cubicBezTo>
                  <a:cubicBezTo>
                    <a:pt x="669" y="148"/>
                    <a:pt x="518" y="1"/>
                    <a:pt x="335"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2" name="Google Shape;22682;p91"/>
            <p:cNvSpPr/>
            <p:nvPr/>
          </p:nvSpPr>
          <p:spPr>
            <a:xfrm>
              <a:off x="7062832" y="2956054"/>
              <a:ext cx="216783" cy="289113"/>
            </a:xfrm>
            <a:custGeom>
              <a:rect b="b" l="l" r="r" t="t"/>
              <a:pathLst>
                <a:path extrusionOk="0" h="11108" w="8329">
                  <a:moveTo>
                    <a:pt x="4202" y="422"/>
                  </a:moveTo>
                  <a:cubicBezTo>
                    <a:pt x="5076" y="422"/>
                    <a:pt x="5918" y="745"/>
                    <a:pt x="6569" y="1333"/>
                  </a:cubicBezTo>
                  <a:cubicBezTo>
                    <a:pt x="7878" y="2505"/>
                    <a:pt x="8142" y="4457"/>
                    <a:pt x="7189" y="5939"/>
                  </a:cubicBezTo>
                  <a:lnTo>
                    <a:pt x="7185" y="5939"/>
                  </a:lnTo>
                  <a:cubicBezTo>
                    <a:pt x="6823" y="6498"/>
                    <a:pt x="6309" y="6948"/>
                    <a:pt x="5704" y="7233"/>
                  </a:cubicBezTo>
                  <a:cubicBezTo>
                    <a:pt x="5327" y="7416"/>
                    <a:pt x="5085" y="7800"/>
                    <a:pt x="5088" y="8219"/>
                  </a:cubicBezTo>
                  <a:lnTo>
                    <a:pt x="5088" y="8465"/>
                  </a:lnTo>
                  <a:lnTo>
                    <a:pt x="3280" y="8465"/>
                  </a:lnTo>
                  <a:lnTo>
                    <a:pt x="3280" y="8219"/>
                  </a:lnTo>
                  <a:cubicBezTo>
                    <a:pt x="3280" y="7796"/>
                    <a:pt x="3037" y="7413"/>
                    <a:pt x="2657" y="7230"/>
                  </a:cubicBezTo>
                  <a:cubicBezTo>
                    <a:pt x="1253" y="6565"/>
                    <a:pt x="440" y="5073"/>
                    <a:pt x="637" y="3536"/>
                  </a:cubicBezTo>
                  <a:cubicBezTo>
                    <a:pt x="838" y="1924"/>
                    <a:pt x="2157" y="622"/>
                    <a:pt x="3776" y="443"/>
                  </a:cubicBezTo>
                  <a:cubicBezTo>
                    <a:pt x="3913" y="429"/>
                    <a:pt x="4050" y="422"/>
                    <a:pt x="4187" y="422"/>
                  </a:cubicBezTo>
                  <a:cubicBezTo>
                    <a:pt x="4192" y="422"/>
                    <a:pt x="4197" y="422"/>
                    <a:pt x="4202" y="422"/>
                  </a:cubicBezTo>
                  <a:close/>
                  <a:moveTo>
                    <a:pt x="5088" y="8880"/>
                  </a:moveTo>
                  <a:lnTo>
                    <a:pt x="5088" y="9563"/>
                  </a:lnTo>
                  <a:cubicBezTo>
                    <a:pt x="5088" y="9693"/>
                    <a:pt x="4983" y="9798"/>
                    <a:pt x="4852" y="9798"/>
                  </a:cubicBezTo>
                  <a:lnTo>
                    <a:pt x="3515" y="9798"/>
                  </a:lnTo>
                  <a:cubicBezTo>
                    <a:pt x="3385" y="9798"/>
                    <a:pt x="3280" y="9693"/>
                    <a:pt x="3280" y="9563"/>
                  </a:cubicBezTo>
                  <a:lnTo>
                    <a:pt x="3280" y="8880"/>
                  </a:lnTo>
                  <a:close/>
                  <a:moveTo>
                    <a:pt x="4641" y="10217"/>
                  </a:moveTo>
                  <a:lnTo>
                    <a:pt x="4641" y="10453"/>
                  </a:lnTo>
                  <a:cubicBezTo>
                    <a:pt x="4641" y="10583"/>
                    <a:pt x="4536" y="10689"/>
                    <a:pt x="4405" y="10689"/>
                  </a:cubicBezTo>
                  <a:lnTo>
                    <a:pt x="3959" y="10689"/>
                  </a:lnTo>
                  <a:cubicBezTo>
                    <a:pt x="3828" y="10689"/>
                    <a:pt x="3723" y="10583"/>
                    <a:pt x="3723" y="10453"/>
                  </a:cubicBezTo>
                  <a:lnTo>
                    <a:pt x="3723" y="10217"/>
                  </a:lnTo>
                  <a:close/>
                  <a:moveTo>
                    <a:pt x="4193" y="0"/>
                  </a:moveTo>
                  <a:cubicBezTo>
                    <a:pt x="4039" y="0"/>
                    <a:pt x="3885" y="9"/>
                    <a:pt x="3730" y="28"/>
                  </a:cubicBezTo>
                  <a:cubicBezTo>
                    <a:pt x="1921" y="228"/>
                    <a:pt x="447" y="1681"/>
                    <a:pt x="222" y="3486"/>
                  </a:cubicBezTo>
                  <a:cubicBezTo>
                    <a:pt x="0" y="5203"/>
                    <a:pt x="912" y="6864"/>
                    <a:pt x="2477" y="7606"/>
                  </a:cubicBezTo>
                  <a:cubicBezTo>
                    <a:pt x="2713" y="7719"/>
                    <a:pt x="2861" y="7958"/>
                    <a:pt x="2861" y="8219"/>
                  </a:cubicBezTo>
                  <a:lnTo>
                    <a:pt x="2861" y="9563"/>
                  </a:lnTo>
                  <a:cubicBezTo>
                    <a:pt x="2861" y="9844"/>
                    <a:pt x="3040" y="10090"/>
                    <a:pt x="3308" y="10182"/>
                  </a:cubicBezTo>
                  <a:lnTo>
                    <a:pt x="3308" y="10453"/>
                  </a:lnTo>
                  <a:cubicBezTo>
                    <a:pt x="3308" y="10815"/>
                    <a:pt x="3600" y="11107"/>
                    <a:pt x="3959" y="11107"/>
                  </a:cubicBezTo>
                  <a:lnTo>
                    <a:pt x="4405" y="11107"/>
                  </a:lnTo>
                  <a:cubicBezTo>
                    <a:pt x="4764" y="11107"/>
                    <a:pt x="5060" y="10815"/>
                    <a:pt x="5060" y="10453"/>
                  </a:cubicBezTo>
                  <a:lnTo>
                    <a:pt x="5060" y="10182"/>
                  </a:lnTo>
                  <a:cubicBezTo>
                    <a:pt x="5324" y="10090"/>
                    <a:pt x="5503" y="9844"/>
                    <a:pt x="5503" y="9563"/>
                  </a:cubicBezTo>
                  <a:lnTo>
                    <a:pt x="5503" y="8219"/>
                  </a:lnTo>
                  <a:cubicBezTo>
                    <a:pt x="5503" y="7962"/>
                    <a:pt x="5648" y="7722"/>
                    <a:pt x="5880" y="7610"/>
                  </a:cubicBezTo>
                  <a:cubicBezTo>
                    <a:pt x="7094" y="7040"/>
                    <a:pt x="7938" y="5900"/>
                    <a:pt x="8135" y="4573"/>
                  </a:cubicBezTo>
                  <a:cubicBezTo>
                    <a:pt x="8329" y="3251"/>
                    <a:pt x="7843" y="1914"/>
                    <a:pt x="6847" y="1020"/>
                  </a:cubicBezTo>
                  <a:cubicBezTo>
                    <a:pt x="6115" y="361"/>
                    <a:pt x="5168" y="0"/>
                    <a:pt x="4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3" name="Google Shape;22683;p91"/>
            <p:cNvSpPr/>
            <p:nvPr/>
          </p:nvSpPr>
          <p:spPr>
            <a:xfrm>
              <a:off x="7286460" y="3054646"/>
              <a:ext cx="48645" cy="10853"/>
            </a:xfrm>
            <a:custGeom>
              <a:rect b="b" l="l" r="r" t="t"/>
              <a:pathLst>
                <a:path extrusionOk="0" h="417" w="1869">
                  <a:moveTo>
                    <a:pt x="268" y="1"/>
                  </a:moveTo>
                  <a:cubicBezTo>
                    <a:pt x="0" y="11"/>
                    <a:pt x="0" y="405"/>
                    <a:pt x="268" y="416"/>
                  </a:cubicBezTo>
                  <a:lnTo>
                    <a:pt x="1601" y="416"/>
                  </a:lnTo>
                  <a:cubicBezTo>
                    <a:pt x="1869" y="405"/>
                    <a:pt x="1869" y="11"/>
                    <a:pt x="1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4" name="Google Shape;22684;p91"/>
            <p:cNvSpPr/>
            <p:nvPr/>
          </p:nvSpPr>
          <p:spPr>
            <a:xfrm>
              <a:off x="7009528" y="3054646"/>
              <a:ext cx="45913" cy="10853"/>
            </a:xfrm>
            <a:custGeom>
              <a:rect b="b" l="l" r="r" t="t"/>
              <a:pathLst>
                <a:path extrusionOk="0" h="417" w="1764">
                  <a:moveTo>
                    <a:pt x="210" y="0"/>
                  </a:moveTo>
                  <a:cubicBezTo>
                    <a:pt x="96" y="0"/>
                    <a:pt x="1" y="93"/>
                    <a:pt x="1" y="208"/>
                  </a:cubicBezTo>
                  <a:cubicBezTo>
                    <a:pt x="1" y="324"/>
                    <a:pt x="96" y="416"/>
                    <a:pt x="210" y="416"/>
                  </a:cubicBezTo>
                  <a:cubicBezTo>
                    <a:pt x="214" y="416"/>
                    <a:pt x="218" y="416"/>
                    <a:pt x="222" y="416"/>
                  </a:cubicBezTo>
                  <a:lnTo>
                    <a:pt x="1556" y="416"/>
                  </a:lnTo>
                  <a:cubicBezTo>
                    <a:pt x="1672" y="416"/>
                    <a:pt x="1763" y="325"/>
                    <a:pt x="1763" y="208"/>
                  </a:cubicBezTo>
                  <a:cubicBezTo>
                    <a:pt x="1763" y="92"/>
                    <a:pt x="1672" y="1"/>
                    <a:pt x="1556" y="1"/>
                  </a:cubicBezTo>
                  <a:lnTo>
                    <a:pt x="222" y="1"/>
                  </a:lnTo>
                  <a:cubicBezTo>
                    <a:pt x="218" y="1"/>
                    <a:pt x="214"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5" name="Google Shape;22685;p91"/>
            <p:cNvSpPr/>
            <p:nvPr/>
          </p:nvSpPr>
          <p:spPr>
            <a:xfrm>
              <a:off x="7166135" y="2897961"/>
              <a:ext cx="11192" cy="45913"/>
            </a:xfrm>
            <a:custGeom>
              <a:rect b="b" l="l" r="r" t="t"/>
              <a:pathLst>
                <a:path extrusionOk="0" h="1764" w="430">
                  <a:moveTo>
                    <a:pt x="215" y="1"/>
                  </a:moveTo>
                  <a:cubicBezTo>
                    <a:pt x="95" y="1"/>
                    <a:pt x="0" y="99"/>
                    <a:pt x="7" y="219"/>
                  </a:cubicBezTo>
                  <a:lnTo>
                    <a:pt x="7" y="1552"/>
                  </a:lnTo>
                  <a:cubicBezTo>
                    <a:pt x="7" y="1669"/>
                    <a:pt x="99" y="1764"/>
                    <a:pt x="215" y="1764"/>
                  </a:cubicBezTo>
                  <a:cubicBezTo>
                    <a:pt x="331" y="1764"/>
                    <a:pt x="422" y="1669"/>
                    <a:pt x="422" y="1552"/>
                  </a:cubicBezTo>
                  <a:lnTo>
                    <a:pt x="422" y="219"/>
                  </a:lnTo>
                  <a:cubicBezTo>
                    <a:pt x="429" y="99"/>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6" name="Google Shape;22686;p91"/>
            <p:cNvSpPr/>
            <p:nvPr/>
          </p:nvSpPr>
          <p:spPr>
            <a:xfrm>
              <a:off x="7154761" y="2996683"/>
              <a:ext cx="33914" cy="103615"/>
            </a:xfrm>
            <a:custGeom>
              <a:rect b="b" l="l" r="r" t="t"/>
              <a:pathLst>
                <a:path extrusionOk="0" h="3981" w="1303">
                  <a:moveTo>
                    <a:pt x="652" y="398"/>
                  </a:moveTo>
                  <a:cubicBezTo>
                    <a:pt x="782" y="398"/>
                    <a:pt x="888" y="514"/>
                    <a:pt x="870" y="648"/>
                  </a:cubicBezTo>
                  <a:lnTo>
                    <a:pt x="750" y="3551"/>
                  </a:lnTo>
                  <a:cubicBezTo>
                    <a:pt x="747" y="3558"/>
                    <a:pt x="743" y="3561"/>
                    <a:pt x="736" y="3561"/>
                  </a:cubicBezTo>
                  <a:lnTo>
                    <a:pt x="567" y="3561"/>
                  </a:lnTo>
                  <a:cubicBezTo>
                    <a:pt x="560" y="3561"/>
                    <a:pt x="553" y="3558"/>
                    <a:pt x="553" y="3551"/>
                  </a:cubicBezTo>
                  <a:lnTo>
                    <a:pt x="434" y="648"/>
                  </a:lnTo>
                  <a:cubicBezTo>
                    <a:pt x="416" y="514"/>
                    <a:pt x="518" y="398"/>
                    <a:pt x="652" y="398"/>
                  </a:cubicBezTo>
                  <a:close/>
                  <a:moveTo>
                    <a:pt x="652" y="1"/>
                  </a:moveTo>
                  <a:cubicBezTo>
                    <a:pt x="289" y="1"/>
                    <a:pt x="1" y="303"/>
                    <a:pt x="15" y="662"/>
                  </a:cubicBezTo>
                  <a:lnTo>
                    <a:pt x="138" y="3565"/>
                  </a:lnTo>
                  <a:cubicBezTo>
                    <a:pt x="145" y="3797"/>
                    <a:pt x="335" y="3980"/>
                    <a:pt x="567" y="3980"/>
                  </a:cubicBezTo>
                  <a:lnTo>
                    <a:pt x="736" y="3980"/>
                  </a:lnTo>
                  <a:cubicBezTo>
                    <a:pt x="965" y="3980"/>
                    <a:pt x="1158" y="3797"/>
                    <a:pt x="1166" y="3565"/>
                  </a:cubicBezTo>
                  <a:lnTo>
                    <a:pt x="1289" y="662"/>
                  </a:lnTo>
                  <a:cubicBezTo>
                    <a:pt x="1303" y="303"/>
                    <a:pt x="1014" y="1"/>
                    <a:pt x="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7" name="Google Shape;22687;p91"/>
            <p:cNvSpPr/>
            <p:nvPr/>
          </p:nvSpPr>
          <p:spPr>
            <a:xfrm>
              <a:off x="7152861" y="3112635"/>
              <a:ext cx="32977" cy="28240"/>
            </a:xfrm>
            <a:custGeom>
              <a:rect b="b" l="l" r="r" t="t"/>
              <a:pathLst>
                <a:path extrusionOk="0" h="1085" w="1267">
                  <a:moveTo>
                    <a:pt x="725" y="416"/>
                  </a:moveTo>
                  <a:cubicBezTo>
                    <a:pt x="789" y="416"/>
                    <a:pt x="851" y="466"/>
                    <a:pt x="851" y="542"/>
                  </a:cubicBezTo>
                  <a:cubicBezTo>
                    <a:pt x="848" y="609"/>
                    <a:pt x="795" y="665"/>
                    <a:pt x="725" y="665"/>
                  </a:cubicBezTo>
                  <a:cubicBezTo>
                    <a:pt x="612" y="665"/>
                    <a:pt x="556" y="531"/>
                    <a:pt x="637" y="454"/>
                  </a:cubicBezTo>
                  <a:cubicBezTo>
                    <a:pt x="662" y="428"/>
                    <a:pt x="694" y="416"/>
                    <a:pt x="725" y="416"/>
                  </a:cubicBezTo>
                  <a:close/>
                  <a:moveTo>
                    <a:pt x="725" y="0"/>
                  </a:moveTo>
                  <a:cubicBezTo>
                    <a:pt x="239" y="0"/>
                    <a:pt x="0" y="584"/>
                    <a:pt x="341" y="925"/>
                  </a:cubicBezTo>
                  <a:cubicBezTo>
                    <a:pt x="452" y="1036"/>
                    <a:pt x="587" y="1085"/>
                    <a:pt x="720" y="1085"/>
                  </a:cubicBezTo>
                  <a:cubicBezTo>
                    <a:pt x="999" y="1085"/>
                    <a:pt x="1267" y="868"/>
                    <a:pt x="1267" y="542"/>
                  </a:cubicBezTo>
                  <a:cubicBezTo>
                    <a:pt x="1267" y="243"/>
                    <a:pt x="1024"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8" name="Google Shape;22688;p91"/>
            <p:cNvSpPr/>
            <p:nvPr/>
          </p:nvSpPr>
          <p:spPr>
            <a:xfrm>
              <a:off x="7226285" y="2933957"/>
              <a:ext cx="22410" cy="26184"/>
            </a:xfrm>
            <a:custGeom>
              <a:rect b="b" l="l" r="r" t="t"/>
              <a:pathLst>
                <a:path extrusionOk="0" h="1006" w="861">
                  <a:moveTo>
                    <a:pt x="571" y="0"/>
                  </a:moveTo>
                  <a:cubicBezTo>
                    <a:pt x="504" y="0"/>
                    <a:pt x="437" y="33"/>
                    <a:pt x="395" y="113"/>
                  </a:cubicBezTo>
                  <a:lnTo>
                    <a:pt x="61" y="694"/>
                  </a:lnTo>
                  <a:cubicBezTo>
                    <a:pt x="1" y="792"/>
                    <a:pt x="36" y="919"/>
                    <a:pt x="138" y="979"/>
                  </a:cubicBezTo>
                  <a:cubicBezTo>
                    <a:pt x="170" y="997"/>
                    <a:pt x="205" y="1006"/>
                    <a:pt x="239" y="1006"/>
                  </a:cubicBezTo>
                  <a:cubicBezTo>
                    <a:pt x="312" y="1006"/>
                    <a:pt x="383" y="968"/>
                    <a:pt x="423" y="901"/>
                  </a:cubicBezTo>
                  <a:lnTo>
                    <a:pt x="757" y="324"/>
                  </a:lnTo>
                  <a:cubicBezTo>
                    <a:pt x="861" y="156"/>
                    <a:pt x="715" y="0"/>
                    <a:pt x="5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9" name="Google Shape;22689;p91"/>
            <p:cNvSpPr/>
            <p:nvPr/>
          </p:nvSpPr>
          <p:spPr>
            <a:xfrm>
              <a:off x="7095809" y="3160005"/>
              <a:ext cx="21264" cy="26106"/>
            </a:xfrm>
            <a:custGeom>
              <a:rect b="b" l="l" r="r" t="t"/>
              <a:pathLst>
                <a:path extrusionOk="0" h="1003" w="817">
                  <a:moveTo>
                    <a:pt x="581" y="0"/>
                  </a:moveTo>
                  <a:cubicBezTo>
                    <a:pt x="508" y="0"/>
                    <a:pt x="436" y="38"/>
                    <a:pt x="398" y="105"/>
                  </a:cubicBezTo>
                  <a:lnTo>
                    <a:pt x="63" y="685"/>
                  </a:lnTo>
                  <a:cubicBezTo>
                    <a:pt x="0" y="784"/>
                    <a:pt x="35" y="917"/>
                    <a:pt x="137" y="974"/>
                  </a:cubicBezTo>
                  <a:cubicBezTo>
                    <a:pt x="171" y="993"/>
                    <a:pt x="207" y="1003"/>
                    <a:pt x="243" y="1003"/>
                  </a:cubicBezTo>
                  <a:cubicBezTo>
                    <a:pt x="317" y="1003"/>
                    <a:pt x="388" y="964"/>
                    <a:pt x="426" y="893"/>
                  </a:cubicBezTo>
                  <a:lnTo>
                    <a:pt x="760" y="316"/>
                  </a:lnTo>
                  <a:cubicBezTo>
                    <a:pt x="816" y="214"/>
                    <a:pt x="785" y="87"/>
                    <a:pt x="683" y="27"/>
                  </a:cubicBezTo>
                  <a:cubicBezTo>
                    <a:pt x="651" y="9"/>
                    <a:pt x="615"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0" name="Google Shape;22690;p91"/>
            <p:cNvSpPr/>
            <p:nvPr/>
          </p:nvSpPr>
          <p:spPr>
            <a:xfrm>
              <a:off x="7095158" y="2934321"/>
              <a:ext cx="22722" cy="25715"/>
            </a:xfrm>
            <a:custGeom>
              <a:rect b="b" l="l" r="r" t="t"/>
              <a:pathLst>
                <a:path extrusionOk="0" h="988" w="873">
                  <a:moveTo>
                    <a:pt x="279" y="0"/>
                  </a:moveTo>
                  <a:cubicBezTo>
                    <a:pt x="138" y="0"/>
                    <a:pt x="1" y="145"/>
                    <a:pt x="88" y="310"/>
                  </a:cubicBezTo>
                  <a:lnTo>
                    <a:pt x="423" y="887"/>
                  </a:lnTo>
                  <a:cubicBezTo>
                    <a:pt x="467" y="958"/>
                    <a:pt x="532" y="988"/>
                    <a:pt x="595" y="988"/>
                  </a:cubicBezTo>
                  <a:cubicBezTo>
                    <a:pt x="736" y="988"/>
                    <a:pt x="872" y="842"/>
                    <a:pt x="785" y="680"/>
                  </a:cubicBezTo>
                  <a:lnTo>
                    <a:pt x="451" y="99"/>
                  </a:lnTo>
                  <a:cubicBezTo>
                    <a:pt x="406" y="29"/>
                    <a:pt x="342"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1" name="Google Shape;22691;p91"/>
            <p:cNvSpPr/>
            <p:nvPr/>
          </p:nvSpPr>
          <p:spPr>
            <a:xfrm>
              <a:off x="7225087" y="3159771"/>
              <a:ext cx="23138" cy="26106"/>
            </a:xfrm>
            <a:custGeom>
              <a:rect b="b" l="l" r="r" t="t"/>
              <a:pathLst>
                <a:path extrusionOk="0" h="1003" w="889">
                  <a:moveTo>
                    <a:pt x="291" y="1"/>
                  </a:moveTo>
                  <a:cubicBezTo>
                    <a:pt x="145" y="1"/>
                    <a:pt x="1" y="156"/>
                    <a:pt x="107" y="325"/>
                  </a:cubicBezTo>
                  <a:lnTo>
                    <a:pt x="441" y="902"/>
                  </a:lnTo>
                  <a:cubicBezTo>
                    <a:pt x="485" y="973"/>
                    <a:pt x="548" y="1002"/>
                    <a:pt x="611" y="1002"/>
                  </a:cubicBezTo>
                  <a:cubicBezTo>
                    <a:pt x="751" y="1002"/>
                    <a:pt x="888" y="857"/>
                    <a:pt x="803" y="694"/>
                  </a:cubicBezTo>
                  <a:lnTo>
                    <a:pt x="469" y="114"/>
                  </a:lnTo>
                  <a:cubicBezTo>
                    <a:pt x="426" y="34"/>
                    <a:pt x="358"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2" name="Google Shape;22692;p91"/>
            <p:cNvSpPr/>
            <p:nvPr/>
          </p:nvSpPr>
          <p:spPr>
            <a:xfrm>
              <a:off x="7268788" y="3115238"/>
              <a:ext cx="29775" cy="19937"/>
            </a:xfrm>
            <a:custGeom>
              <a:rect b="b" l="l" r="r" t="t"/>
              <a:pathLst>
                <a:path extrusionOk="0" h="766" w="1144">
                  <a:moveTo>
                    <a:pt x="307" y="1"/>
                  </a:moveTo>
                  <a:cubicBezTo>
                    <a:pt x="120" y="1"/>
                    <a:pt x="0" y="285"/>
                    <a:pt x="215" y="400"/>
                  </a:cubicBezTo>
                  <a:lnTo>
                    <a:pt x="792" y="734"/>
                  </a:lnTo>
                  <a:cubicBezTo>
                    <a:pt x="827" y="755"/>
                    <a:pt x="865" y="766"/>
                    <a:pt x="902" y="766"/>
                  </a:cubicBezTo>
                  <a:cubicBezTo>
                    <a:pt x="975" y="766"/>
                    <a:pt x="1045" y="727"/>
                    <a:pt x="1084" y="660"/>
                  </a:cubicBezTo>
                  <a:cubicBezTo>
                    <a:pt x="1144" y="558"/>
                    <a:pt x="1105" y="428"/>
                    <a:pt x="1003" y="372"/>
                  </a:cubicBezTo>
                  <a:lnTo>
                    <a:pt x="423" y="37"/>
                  </a:lnTo>
                  <a:cubicBezTo>
                    <a:pt x="383" y="12"/>
                    <a:pt x="343"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3" name="Google Shape;22693;p91"/>
            <p:cNvSpPr/>
            <p:nvPr/>
          </p:nvSpPr>
          <p:spPr>
            <a:xfrm>
              <a:off x="7043467" y="2985101"/>
              <a:ext cx="30582" cy="19573"/>
            </a:xfrm>
            <a:custGeom>
              <a:rect b="b" l="l" r="r" t="t"/>
              <a:pathLst>
                <a:path extrusionOk="0" h="752" w="1175">
                  <a:moveTo>
                    <a:pt x="303" y="1"/>
                  </a:moveTo>
                  <a:cubicBezTo>
                    <a:pt x="118" y="1"/>
                    <a:pt x="0" y="269"/>
                    <a:pt x="195" y="389"/>
                  </a:cubicBezTo>
                  <a:lnTo>
                    <a:pt x="773" y="724"/>
                  </a:lnTo>
                  <a:cubicBezTo>
                    <a:pt x="809" y="743"/>
                    <a:pt x="844" y="751"/>
                    <a:pt x="876" y="751"/>
                  </a:cubicBezTo>
                  <a:cubicBezTo>
                    <a:pt x="1061" y="751"/>
                    <a:pt x="1175" y="484"/>
                    <a:pt x="984" y="361"/>
                  </a:cubicBezTo>
                  <a:lnTo>
                    <a:pt x="403" y="27"/>
                  </a:lnTo>
                  <a:cubicBezTo>
                    <a:pt x="368" y="9"/>
                    <a:pt x="334" y="1"/>
                    <a:pt x="3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4" name="Google Shape;22694;p91"/>
            <p:cNvSpPr/>
            <p:nvPr/>
          </p:nvSpPr>
          <p:spPr>
            <a:xfrm>
              <a:off x="7269516" y="2985101"/>
              <a:ext cx="30400" cy="19573"/>
            </a:xfrm>
            <a:custGeom>
              <a:rect b="b" l="l" r="r" t="t"/>
              <a:pathLst>
                <a:path extrusionOk="0" h="752" w="1168">
                  <a:moveTo>
                    <a:pt x="866" y="1"/>
                  </a:moveTo>
                  <a:cubicBezTo>
                    <a:pt x="834" y="1"/>
                    <a:pt x="799" y="9"/>
                    <a:pt x="764" y="27"/>
                  </a:cubicBezTo>
                  <a:lnTo>
                    <a:pt x="187" y="361"/>
                  </a:lnTo>
                  <a:cubicBezTo>
                    <a:pt x="1" y="470"/>
                    <a:pt x="78" y="752"/>
                    <a:pt x="293" y="752"/>
                  </a:cubicBezTo>
                  <a:cubicBezTo>
                    <a:pt x="328" y="752"/>
                    <a:pt x="363" y="741"/>
                    <a:pt x="395" y="724"/>
                  </a:cubicBezTo>
                  <a:lnTo>
                    <a:pt x="975" y="389"/>
                  </a:lnTo>
                  <a:cubicBezTo>
                    <a:pt x="1167" y="269"/>
                    <a:pt x="1052" y="1"/>
                    <a:pt x="8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5" name="Google Shape;22695;p91"/>
            <p:cNvSpPr/>
            <p:nvPr/>
          </p:nvSpPr>
          <p:spPr>
            <a:xfrm>
              <a:off x="7042947" y="3115368"/>
              <a:ext cx="29801" cy="19885"/>
            </a:xfrm>
            <a:custGeom>
              <a:rect b="b" l="l" r="r" t="t"/>
              <a:pathLst>
                <a:path extrusionOk="0" h="764" w="1145">
                  <a:moveTo>
                    <a:pt x="901" y="1"/>
                  </a:moveTo>
                  <a:cubicBezTo>
                    <a:pt x="864" y="1"/>
                    <a:pt x="826" y="11"/>
                    <a:pt x="793" y="32"/>
                  </a:cubicBezTo>
                  <a:lnTo>
                    <a:pt x="215" y="367"/>
                  </a:lnTo>
                  <a:cubicBezTo>
                    <a:pt x="0" y="479"/>
                    <a:pt x="119" y="764"/>
                    <a:pt x="308" y="764"/>
                  </a:cubicBezTo>
                  <a:cubicBezTo>
                    <a:pt x="344" y="764"/>
                    <a:pt x="383" y="753"/>
                    <a:pt x="423" y="729"/>
                  </a:cubicBezTo>
                  <a:lnTo>
                    <a:pt x="1000" y="395"/>
                  </a:lnTo>
                  <a:cubicBezTo>
                    <a:pt x="1106" y="338"/>
                    <a:pt x="1144" y="208"/>
                    <a:pt x="1085" y="106"/>
                  </a:cubicBezTo>
                  <a:cubicBezTo>
                    <a:pt x="1045" y="39"/>
                    <a:pt x="973" y="1"/>
                    <a:pt x="9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96" name="Google Shape;22696;p91"/>
          <p:cNvGrpSpPr/>
          <p:nvPr/>
        </p:nvGrpSpPr>
        <p:grpSpPr>
          <a:xfrm>
            <a:off x="6980143" y="1563869"/>
            <a:ext cx="456522" cy="279535"/>
            <a:chOff x="6980143" y="1563869"/>
            <a:chExt cx="456522" cy="279535"/>
          </a:xfrm>
        </p:grpSpPr>
        <p:sp>
          <p:nvSpPr>
            <p:cNvPr id="22697" name="Google Shape;22697;p91"/>
            <p:cNvSpPr/>
            <p:nvPr/>
          </p:nvSpPr>
          <p:spPr>
            <a:xfrm>
              <a:off x="6986832" y="1800329"/>
              <a:ext cx="443248" cy="36386"/>
            </a:xfrm>
            <a:custGeom>
              <a:rect b="b" l="l" r="r" t="t"/>
              <a:pathLst>
                <a:path extrusionOk="0" h="1398" w="17030">
                  <a:moveTo>
                    <a:pt x="4" y="1"/>
                  </a:moveTo>
                  <a:lnTo>
                    <a:pt x="4" y="303"/>
                  </a:lnTo>
                  <a:cubicBezTo>
                    <a:pt x="0" y="905"/>
                    <a:pt x="489" y="1394"/>
                    <a:pt x="1094" y="1397"/>
                  </a:cubicBezTo>
                  <a:lnTo>
                    <a:pt x="15935" y="1397"/>
                  </a:lnTo>
                  <a:cubicBezTo>
                    <a:pt x="16537" y="1397"/>
                    <a:pt x="17029" y="908"/>
                    <a:pt x="17029" y="303"/>
                  </a:cubicBezTo>
                  <a:lnTo>
                    <a:pt x="17029"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8" name="Google Shape;22698;p91"/>
            <p:cNvSpPr/>
            <p:nvPr/>
          </p:nvSpPr>
          <p:spPr>
            <a:xfrm>
              <a:off x="6986832" y="1778622"/>
              <a:ext cx="443144" cy="21733"/>
            </a:xfrm>
            <a:custGeom>
              <a:rect b="b" l="l" r="r" t="t"/>
              <a:pathLst>
                <a:path extrusionOk="0" h="835" w="17026">
                  <a:moveTo>
                    <a:pt x="2160" y="1"/>
                  </a:moveTo>
                  <a:lnTo>
                    <a:pt x="0" y="835"/>
                  </a:lnTo>
                  <a:lnTo>
                    <a:pt x="17026" y="835"/>
                  </a:lnTo>
                  <a:lnTo>
                    <a:pt x="14866"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9" name="Google Shape;22699;p91"/>
            <p:cNvSpPr/>
            <p:nvPr/>
          </p:nvSpPr>
          <p:spPr>
            <a:xfrm>
              <a:off x="7043233" y="1570558"/>
              <a:ext cx="330627" cy="208090"/>
            </a:xfrm>
            <a:custGeom>
              <a:rect b="b" l="l" r="r" t="t"/>
              <a:pathLst>
                <a:path extrusionOk="0" h="7995" w="12703">
                  <a:moveTo>
                    <a:pt x="563" y="1"/>
                  </a:moveTo>
                  <a:cubicBezTo>
                    <a:pt x="254" y="1"/>
                    <a:pt x="0" y="254"/>
                    <a:pt x="0" y="564"/>
                  </a:cubicBezTo>
                  <a:lnTo>
                    <a:pt x="0" y="7995"/>
                  </a:lnTo>
                  <a:lnTo>
                    <a:pt x="12702" y="7995"/>
                  </a:lnTo>
                  <a:lnTo>
                    <a:pt x="12702" y="564"/>
                  </a:lnTo>
                  <a:cubicBezTo>
                    <a:pt x="12702" y="254"/>
                    <a:pt x="12449" y="1"/>
                    <a:pt x="12139"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0" name="Google Shape;22700;p91"/>
            <p:cNvSpPr/>
            <p:nvPr/>
          </p:nvSpPr>
          <p:spPr>
            <a:xfrm>
              <a:off x="7043233" y="1591172"/>
              <a:ext cx="330523" cy="166888"/>
            </a:xfrm>
            <a:custGeom>
              <a:rect b="b" l="l" r="r" t="t"/>
              <a:pathLst>
                <a:path extrusionOk="0" h="6412" w="12699">
                  <a:moveTo>
                    <a:pt x="0" y="0"/>
                  </a:moveTo>
                  <a:lnTo>
                    <a:pt x="0" y="6411"/>
                  </a:lnTo>
                  <a:lnTo>
                    <a:pt x="12699" y="6411"/>
                  </a:lnTo>
                  <a:lnTo>
                    <a:pt x="1269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1" name="Google Shape;22701;p91"/>
            <p:cNvSpPr/>
            <p:nvPr/>
          </p:nvSpPr>
          <p:spPr>
            <a:xfrm>
              <a:off x="7043233" y="1591172"/>
              <a:ext cx="124203" cy="166888"/>
            </a:xfrm>
            <a:custGeom>
              <a:rect b="b" l="l" r="r" t="t"/>
              <a:pathLst>
                <a:path extrusionOk="0" h="6412" w="4772">
                  <a:moveTo>
                    <a:pt x="0" y="0"/>
                  </a:moveTo>
                  <a:lnTo>
                    <a:pt x="0" y="6411"/>
                  </a:lnTo>
                  <a:lnTo>
                    <a:pt x="4771" y="6411"/>
                  </a:lnTo>
                  <a:lnTo>
                    <a:pt x="4771"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2" name="Google Shape;22702;p91"/>
            <p:cNvSpPr/>
            <p:nvPr/>
          </p:nvSpPr>
          <p:spPr>
            <a:xfrm>
              <a:off x="7074102" y="1625606"/>
              <a:ext cx="39848" cy="23008"/>
            </a:xfrm>
            <a:custGeom>
              <a:rect b="b" l="l" r="r" t="t"/>
              <a:pathLst>
                <a:path extrusionOk="0" h="884" w="1531">
                  <a:moveTo>
                    <a:pt x="0" y="0"/>
                  </a:moveTo>
                  <a:lnTo>
                    <a:pt x="0" y="883"/>
                  </a:lnTo>
                  <a:lnTo>
                    <a:pt x="1531" y="883"/>
                  </a:lnTo>
                  <a:lnTo>
                    <a:pt x="15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3" name="Google Shape;22703;p91"/>
            <p:cNvSpPr/>
            <p:nvPr/>
          </p:nvSpPr>
          <p:spPr>
            <a:xfrm>
              <a:off x="7105309" y="1687968"/>
              <a:ext cx="39874" cy="23008"/>
            </a:xfrm>
            <a:custGeom>
              <a:rect b="b" l="l" r="r" t="t"/>
              <a:pathLst>
                <a:path extrusionOk="0" h="884" w="1532">
                  <a:moveTo>
                    <a:pt x="1" y="0"/>
                  </a:moveTo>
                  <a:lnTo>
                    <a:pt x="1" y="884"/>
                  </a:lnTo>
                  <a:lnTo>
                    <a:pt x="1531" y="884"/>
                  </a:lnTo>
                  <a:lnTo>
                    <a:pt x="15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4" name="Google Shape;22704;p91"/>
            <p:cNvSpPr/>
            <p:nvPr/>
          </p:nvSpPr>
          <p:spPr>
            <a:xfrm>
              <a:off x="6980143" y="1563869"/>
              <a:ext cx="456522" cy="279535"/>
            </a:xfrm>
            <a:custGeom>
              <a:rect b="b" l="l" r="r" t="t"/>
              <a:pathLst>
                <a:path extrusionOk="0" h="10740" w="17540">
                  <a:moveTo>
                    <a:pt x="14866" y="1310"/>
                  </a:moveTo>
                  <a:lnTo>
                    <a:pt x="14866" y="7203"/>
                  </a:lnTo>
                  <a:lnTo>
                    <a:pt x="12058" y="7203"/>
                  </a:lnTo>
                  <a:cubicBezTo>
                    <a:pt x="11917" y="7203"/>
                    <a:pt x="11801" y="7319"/>
                    <a:pt x="11801" y="7460"/>
                  </a:cubicBezTo>
                  <a:cubicBezTo>
                    <a:pt x="11801" y="7601"/>
                    <a:pt x="11917" y="7717"/>
                    <a:pt x="12058" y="7717"/>
                  </a:cubicBezTo>
                  <a:lnTo>
                    <a:pt x="14866" y="7717"/>
                  </a:lnTo>
                  <a:lnTo>
                    <a:pt x="14866" y="7995"/>
                  </a:lnTo>
                  <a:lnTo>
                    <a:pt x="2685" y="7995"/>
                  </a:lnTo>
                  <a:lnTo>
                    <a:pt x="2685" y="7717"/>
                  </a:lnTo>
                  <a:lnTo>
                    <a:pt x="10981" y="7717"/>
                  </a:lnTo>
                  <a:cubicBezTo>
                    <a:pt x="11122" y="7717"/>
                    <a:pt x="11238" y="7601"/>
                    <a:pt x="11238" y="7460"/>
                  </a:cubicBezTo>
                  <a:cubicBezTo>
                    <a:pt x="11238" y="7319"/>
                    <a:pt x="11122" y="7203"/>
                    <a:pt x="10981" y="7203"/>
                  </a:cubicBezTo>
                  <a:lnTo>
                    <a:pt x="7452" y="7203"/>
                  </a:lnTo>
                  <a:lnTo>
                    <a:pt x="7452" y="1310"/>
                  </a:lnTo>
                  <a:close/>
                  <a:moveTo>
                    <a:pt x="15077" y="8509"/>
                  </a:moveTo>
                  <a:lnTo>
                    <a:pt x="15907" y="8829"/>
                  </a:lnTo>
                  <a:lnTo>
                    <a:pt x="1633" y="8829"/>
                  </a:lnTo>
                  <a:lnTo>
                    <a:pt x="2467" y="8509"/>
                  </a:lnTo>
                  <a:close/>
                  <a:moveTo>
                    <a:pt x="10883" y="9342"/>
                  </a:moveTo>
                  <a:lnTo>
                    <a:pt x="10654" y="9575"/>
                  </a:lnTo>
                  <a:lnTo>
                    <a:pt x="6932" y="9575"/>
                  </a:lnTo>
                  <a:lnTo>
                    <a:pt x="6703" y="9342"/>
                  </a:lnTo>
                  <a:close/>
                  <a:moveTo>
                    <a:pt x="17030" y="9342"/>
                  </a:moveTo>
                  <a:lnTo>
                    <a:pt x="17026" y="9388"/>
                  </a:lnTo>
                  <a:cubicBezTo>
                    <a:pt x="17026" y="9849"/>
                    <a:pt x="16653" y="10222"/>
                    <a:pt x="16192" y="10222"/>
                  </a:cubicBezTo>
                  <a:lnTo>
                    <a:pt x="1351" y="10222"/>
                  </a:lnTo>
                  <a:cubicBezTo>
                    <a:pt x="890" y="10222"/>
                    <a:pt x="514" y="9849"/>
                    <a:pt x="514" y="9388"/>
                  </a:cubicBezTo>
                  <a:lnTo>
                    <a:pt x="514" y="9342"/>
                  </a:lnTo>
                  <a:lnTo>
                    <a:pt x="5978" y="9342"/>
                  </a:lnTo>
                  <a:lnTo>
                    <a:pt x="6647" y="10011"/>
                  </a:lnTo>
                  <a:cubicBezTo>
                    <a:pt x="6692" y="10060"/>
                    <a:pt x="6759" y="10088"/>
                    <a:pt x="6826" y="10088"/>
                  </a:cubicBezTo>
                  <a:lnTo>
                    <a:pt x="10763" y="10088"/>
                  </a:lnTo>
                  <a:cubicBezTo>
                    <a:pt x="10830" y="10088"/>
                    <a:pt x="10897" y="10060"/>
                    <a:pt x="10943" y="10011"/>
                  </a:cubicBezTo>
                  <a:lnTo>
                    <a:pt x="11611" y="9342"/>
                  </a:lnTo>
                  <a:close/>
                  <a:moveTo>
                    <a:pt x="2987" y="1"/>
                  </a:moveTo>
                  <a:cubicBezTo>
                    <a:pt x="2537" y="1"/>
                    <a:pt x="2171" y="370"/>
                    <a:pt x="2168" y="821"/>
                  </a:cubicBezTo>
                  <a:lnTo>
                    <a:pt x="2168" y="4040"/>
                  </a:lnTo>
                  <a:cubicBezTo>
                    <a:pt x="2168" y="4184"/>
                    <a:pt x="2284" y="4297"/>
                    <a:pt x="2424" y="4297"/>
                  </a:cubicBezTo>
                  <a:cubicBezTo>
                    <a:pt x="2569" y="4297"/>
                    <a:pt x="2681" y="4184"/>
                    <a:pt x="2681" y="4040"/>
                  </a:cubicBezTo>
                  <a:lnTo>
                    <a:pt x="2681" y="1306"/>
                  </a:lnTo>
                  <a:lnTo>
                    <a:pt x="6939" y="1306"/>
                  </a:lnTo>
                  <a:lnTo>
                    <a:pt x="6939" y="7200"/>
                  </a:lnTo>
                  <a:lnTo>
                    <a:pt x="2681" y="7200"/>
                  </a:lnTo>
                  <a:lnTo>
                    <a:pt x="2681" y="5078"/>
                  </a:lnTo>
                  <a:cubicBezTo>
                    <a:pt x="2681" y="4934"/>
                    <a:pt x="2569" y="4821"/>
                    <a:pt x="2424" y="4821"/>
                  </a:cubicBezTo>
                  <a:cubicBezTo>
                    <a:pt x="2284" y="4821"/>
                    <a:pt x="2168" y="4934"/>
                    <a:pt x="2168" y="5078"/>
                  </a:cubicBezTo>
                  <a:lnTo>
                    <a:pt x="2168" y="8072"/>
                  </a:lnTo>
                  <a:lnTo>
                    <a:pt x="166" y="8850"/>
                  </a:lnTo>
                  <a:cubicBezTo>
                    <a:pt x="67" y="8889"/>
                    <a:pt x="0" y="8984"/>
                    <a:pt x="0" y="9089"/>
                  </a:cubicBezTo>
                  <a:lnTo>
                    <a:pt x="0" y="9388"/>
                  </a:lnTo>
                  <a:cubicBezTo>
                    <a:pt x="0" y="10134"/>
                    <a:pt x="605" y="10739"/>
                    <a:pt x="1351" y="10739"/>
                  </a:cubicBezTo>
                  <a:lnTo>
                    <a:pt x="16192" y="10739"/>
                  </a:lnTo>
                  <a:cubicBezTo>
                    <a:pt x="16935" y="10739"/>
                    <a:pt x="17540" y="10134"/>
                    <a:pt x="17540" y="9388"/>
                  </a:cubicBezTo>
                  <a:lnTo>
                    <a:pt x="17540" y="9089"/>
                  </a:lnTo>
                  <a:cubicBezTo>
                    <a:pt x="17540" y="8980"/>
                    <a:pt x="17476" y="8885"/>
                    <a:pt x="17378" y="8846"/>
                  </a:cubicBezTo>
                  <a:lnTo>
                    <a:pt x="15379" y="8076"/>
                  </a:lnTo>
                  <a:lnTo>
                    <a:pt x="15379" y="821"/>
                  </a:lnTo>
                  <a:cubicBezTo>
                    <a:pt x="15379" y="370"/>
                    <a:pt x="15014" y="1"/>
                    <a:pt x="14563" y="1"/>
                  </a:cubicBezTo>
                  <a:lnTo>
                    <a:pt x="12283" y="1"/>
                  </a:lnTo>
                  <a:cubicBezTo>
                    <a:pt x="12139" y="1"/>
                    <a:pt x="12026" y="117"/>
                    <a:pt x="12026" y="258"/>
                  </a:cubicBezTo>
                  <a:cubicBezTo>
                    <a:pt x="12026" y="402"/>
                    <a:pt x="12139" y="515"/>
                    <a:pt x="12283" y="515"/>
                  </a:cubicBezTo>
                  <a:lnTo>
                    <a:pt x="14563" y="515"/>
                  </a:lnTo>
                  <a:cubicBezTo>
                    <a:pt x="14718" y="518"/>
                    <a:pt x="14852" y="638"/>
                    <a:pt x="14866" y="793"/>
                  </a:cubicBezTo>
                  <a:lnTo>
                    <a:pt x="2681" y="793"/>
                  </a:lnTo>
                  <a:cubicBezTo>
                    <a:pt x="2699" y="638"/>
                    <a:pt x="2829" y="518"/>
                    <a:pt x="2987" y="515"/>
                  </a:cubicBezTo>
                  <a:lnTo>
                    <a:pt x="11245" y="515"/>
                  </a:lnTo>
                  <a:cubicBezTo>
                    <a:pt x="11386" y="515"/>
                    <a:pt x="11502" y="402"/>
                    <a:pt x="11502" y="258"/>
                  </a:cubicBezTo>
                  <a:cubicBezTo>
                    <a:pt x="11502" y="117"/>
                    <a:pt x="11386" y="1"/>
                    <a:pt x="1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5" name="Google Shape;22705;p91"/>
            <p:cNvSpPr/>
            <p:nvPr/>
          </p:nvSpPr>
          <p:spPr>
            <a:xfrm>
              <a:off x="7067413" y="1618917"/>
              <a:ext cx="53226" cy="36386"/>
            </a:xfrm>
            <a:custGeom>
              <a:rect b="b" l="l" r="r" t="t"/>
              <a:pathLst>
                <a:path extrusionOk="0" h="1398" w="2045">
                  <a:moveTo>
                    <a:pt x="1531" y="514"/>
                  </a:moveTo>
                  <a:lnTo>
                    <a:pt x="1531" y="884"/>
                  </a:lnTo>
                  <a:lnTo>
                    <a:pt x="514" y="884"/>
                  </a:lnTo>
                  <a:lnTo>
                    <a:pt x="514" y="514"/>
                  </a:lnTo>
                  <a:close/>
                  <a:moveTo>
                    <a:pt x="257" y="0"/>
                  </a:moveTo>
                  <a:cubicBezTo>
                    <a:pt x="116" y="0"/>
                    <a:pt x="0" y="113"/>
                    <a:pt x="0" y="257"/>
                  </a:cubicBezTo>
                  <a:lnTo>
                    <a:pt x="0" y="1140"/>
                  </a:lnTo>
                  <a:cubicBezTo>
                    <a:pt x="0" y="1281"/>
                    <a:pt x="116" y="1397"/>
                    <a:pt x="257" y="1397"/>
                  </a:cubicBezTo>
                  <a:lnTo>
                    <a:pt x="1788" y="1397"/>
                  </a:lnTo>
                  <a:cubicBezTo>
                    <a:pt x="1928" y="1397"/>
                    <a:pt x="2045" y="1281"/>
                    <a:pt x="2045" y="1140"/>
                  </a:cubicBezTo>
                  <a:lnTo>
                    <a:pt x="2045" y="257"/>
                  </a:lnTo>
                  <a:cubicBezTo>
                    <a:pt x="2045" y="113"/>
                    <a:pt x="1928" y="0"/>
                    <a:pt x="17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6" name="Google Shape;22706;p91"/>
            <p:cNvSpPr/>
            <p:nvPr/>
          </p:nvSpPr>
          <p:spPr>
            <a:xfrm>
              <a:off x="7067413" y="1662409"/>
              <a:ext cx="84355" cy="13404"/>
            </a:xfrm>
            <a:custGeom>
              <a:rect b="b" l="l" r="r" t="t"/>
              <a:pathLst>
                <a:path extrusionOk="0" h="515" w="3241">
                  <a:moveTo>
                    <a:pt x="257" y="1"/>
                  </a:moveTo>
                  <a:cubicBezTo>
                    <a:pt x="116" y="1"/>
                    <a:pt x="0" y="113"/>
                    <a:pt x="0" y="258"/>
                  </a:cubicBezTo>
                  <a:cubicBezTo>
                    <a:pt x="0" y="398"/>
                    <a:pt x="116" y="514"/>
                    <a:pt x="257" y="514"/>
                  </a:cubicBezTo>
                  <a:lnTo>
                    <a:pt x="2984" y="514"/>
                  </a:lnTo>
                  <a:cubicBezTo>
                    <a:pt x="3128" y="514"/>
                    <a:pt x="3241" y="398"/>
                    <a:pt x="3241" y="258"/>
                  </a:cubicBezTo>
                  <a:cubicBezTo>
                    <a:pt x="3241" y="113"/>
                    <a:pt x="3128" y="1"/>
                    <a:pt x="2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7" name="Google Shape;22707;p91"/>
            <p:cNvSpPr/>
            <p:nvPr/>
          </p:nvSpPr>
          <p:spPr>
            <a:xfrm>
              <a:off x="7098646" y="1681279"/>
              <a:ext cx="53226" cy="36386"/>
            </a:xfrm>
            <a:custGeom>
              <a:rect b="b" l="l" r="r" t="t"/>
              <a:pathLst>
                <a:path extrusionOk="0" h="1398" w="2045">
                  <a:moveTo>
                    <a:pt x="1531" y="514"/>
                  </a:moveTo>
                  <a:lnTo>
                    <a:pt x="1531" y="884"/>
                  </a:lnTo>
                  <a:lnTo>
                    <a:pt x="514" y="884"/>
                  </a:lnTo>
                  <a:lnTo>
                    <a:pt x="514" y="514"/>
                  </a:lnTo>
                  <a:close/>
                  <a:moveTo>
                    <a:pt x="257" y="1"/>
                  </a:moveTo>
                  <a:cubicBezTo>
                    <a:pt x="116" y="1"/>
                    <a:pt x="0" y="117"/>
                    <a:pt x="0" y="257"/>
                  </a:cubicBezTo>
                  <a:lnTo>
                    <a:pt x="0" y="1141"/>
                  </a:lnTo>
                  <a:cubicBezTo>
                    <a:pt x="0" y="1281"/>
                    <a:pt x="116" y="1397"/>
                    <a:pt x="257" y="1397"/>
                  </a:cubicBezTo>
                  <a:lnTo>
                    <a:pt x="1787" y="1397"/>
                  </a:lnTo>
                  <a:cubicBezTo>
                    <a:pt x="1928" y="1397"/>
                    <a:pt x="2044" y="1281"/>
                    <a:pt x="2044" y="1141"/>
                  </a:cubicBezTo>
                  <a:lnTo>
                    <a:pt x="2044" y="257"/>
                  </a:lnTo>
                  <a:cubicBezTo>
                    <a:pt x="2044" y="117"/>
                    <a:pt x="1928"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8" name="Google Shape;22708;p91"/>
            <p:cNvSpPr/>
            <p:nvPr/>
          </p:nvSpPr>
          <p:spPr>
            <a:xfrm>
              <a:off x="7067413" y="1724771"/>
              <a:ext cx="84355" cy="13404"/>
            </a:xfrm>
            <a:custGeom>
              <a:rect b="b" l="l" r="r" t="t"/>
              <a:pathLst>
                <a:path extrusionOk="0" h="515" w="3241">
                  <a:moveTo>
                    <a:pt x="257" y="1"/>
                  </a:moveTo>
                  <a:cubicBezTo>
                    <a:pt x="116" y="1"/>
                    <a:pt x="0" y="113"/>
                    <a:pt x="0" y="258"/>
                  </a:cubicBezTo>
                  <a:cubicBezTo>
                    <a:pt x="0" y="398"/>
                    <a:pt x="116" y="515"/>
                    <a:pt x="257" y="515"/>
                  </a:cubicBezTo>
                  <a:lnTo>
                    <a:pt x="2984" y="515"/>
                  </a:lnTo>
                  <a:cubicBezTo>
                    <a:pt x="3128" y="515"/>
                    <a:pt x="3241" y="398"/>
                    <a:pt x="3241" y="258"/>
                  </a:cubicBezTo>
                  <a:cubicBezTo>
                    <a:pt x="3241" y="113"/>
                    <a:pt x="3128" y="1"/>
                    <a:pt x="2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9" name="Google Shape;22709;p91"/>
            <p:cNvSpPr/>
            <p:nvPr/>
          </p:nvSpPr>
          <p:spPr>
            <a:xfrm>
              <a:off x="7199372" y="1646194"/>
              <a:ext cx="45366" cy="70352"/>
            </a:xfrm>
            <a:custGeom>
              <a:rect b="b" l="l" r="r" t="t"/>
              <a:pathLst>
                <a:path extrusionOk="0" h="2703" w="1743">
                  <a:moveTo>
                    <a:pt x="1373" y="1"/>
                  </a:moveTo>
                  <a:cubicBezTo>
                    <a:pt x="1308" y="1"/>
                    <a:pt x="1242" y="26"/>
                    <a:pt x="1193" y="75"/>
                  </a:cubicBezTo>
                  <a:lnTo>
                    <a:pt x="102" y="1166"/>
                  </a:lnTo>
                  <a:cubicBezTo>
                    <a:pt x="0" y="1268"/>
                    <a:pt x="0" y="1429"/>
                    <a:pt x="102" y="1532"/>
                  </a:cubicBezTo>
                  <a:lnTo>
                    <a:pt x="1193" y="2622"/>
                  </a:lnTo>
                  <a:cubicBezTo>
                    <a:pt x="1249" y="2679"/>
                    <a:pt x="1312" y="2702"/>
                    <a:pt x="1372" y="2702"/>
                  </a:cubicBezTo>
                  <a:cubicBezTo>
                    <a:pt x="1571" y="2702"/>
                    <a:pt x="1742" y="2444"/>
                    <a:pt x="1556" y="2260"/>
                  </a:cubicBezTo>
                  <a:lnTo>
                    <a:pt x="644" y="1349"/>
                  </a:lnTo>
                  <a:lnTo>
                    <a:pt x="1556" y="441"/>
                  </a:lnTo>
                  <a:cubicBezTo>
                    <a:pt x="1658" y="339"/>
                    <a:pt x="1658" y="177"/>
                    <a:pt x="1556" y="75"/>
                  </a:cubicBezTo>
                  <a:cubicBezTo>
                    <a:pt x="1505" y="26"/>
                    <a:pt x="1439" y="1"/>
                    <a:pt x="1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0" name="Google Shape;22710;p91"/>
            <p:cNvSpPr/>
            <p:nvPr/>
          </p:nvSpPr>
          <p:spPr>
            <a:xfrm>
              <a:off x="7300203" y="1646064"/>
              <a:ext cx="45340" cy="70378"/>
            </a:xfrm>
            <a:custGeom>
              <a:rect b="b" l="l" r="r" t="t"/>
              <a:pathLst>
                <a:path extrusionOk="0" h="2704" w="1742">
                  <a:moveTo>
                    <a:pt x="370" y="0"/>
                  </a:moveTo>
                  <a:cubicBezTo>
                    <a:pt x="171" y="0"/>
                    <a:pt x="0" y="259"/>
                    <a:pt x="187" y="446"/>
                  </a:cubicBezTo>
                  <a:lnTo>
                    <a:pt x="1095" y="1354"/>
                  </a:lnTo>
                  <a:lnTo>
                    <a:pt x="187" y="2265"/>
                  </a:lnTo>
                  <a:cubicBezTo>
                    <a:pt x="85" y="2363"/>
                    <a:pt x="85" y="2525"/>
                    <a:pt x="187" y="2627"/>
                  </a:cubicBezTo>
                  <a:cubicBezTo>
                    <a:pt x="236" y="2678"/>
                    <a:pt x="301" y="2704"/>
                    <a:pt x="367" y="2704"/>
                  </a:cubicBezTo>
                  <a:cubicBezTo>
                    <a:pt x="432" y="2704"/>
                    <a:pt x="498" y="2678"/>
                    <a:pt x="549" y="2627"/>
                  </a:cubicBezTo>
                  <a:lnTo>
                    <a:pt x="1640" y="1537"/>
                  </a:lnTo>
                  <a:cubicBezTo>
                    <a:pt x="1742" y="1434"/>
                    <a:pt x="1742" y="1273"/>
                    <a:pt x="1640" y="1174"/>
                  </a:cubicBezTo>
                  <a:lnTo>
                    <a:pt x="549" y="80"/>
                  </a:lnTo>
                  <a:cubicBezTo>
                    <a:pt x="493" y="24"/>
                    <a:pt x="430" y="0"/>
                    <a:pt x="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1" name="Google Shape;22711;p91"/>
            <p:cNvSpPr/>
            <p:nvPr/>
          </p:nvSpPr>
          <p:spPr>
            <a:xfrm>
              <a:off x="7251740" y="1637813"/>
              <a:ext cx="42243" cy="86932"/>
            </a:xfrm>
            <a:custGeom>
              <a:rect b="b" l="l" r="r" t="t"/>
              <a:pathLst>
                <a:path extrusionOk="0" h="3340" w="1623">
                  <a:moveTo>
                    <a:pt x="1331" y="1"/>
                  </a:moveTo>
                  <a:cubicBezTo>
                    <a:pt x="1228" y="1"/>
                    <a:pt x="1130" y="64"/>
                    <a:pt x="1092" y="168"/>
                  </a:cubicBezTo>
                  <a:lnTo>
                    <a:pt x="50" y="2993"/>
                  </a:lnTo>
                  <a:cubicBezTo>
                    <a:pt x="1" y="3127"/>
                    <a:pt x="71" y="3275"/>
                    <a:pt x="205" y="3324"/>
                  </a:cubicBezTo>
                  <a:cubicBezTo>
                    <a:pt x="234" y="3335"/>
                    <a:pt x="264" y="3340"/>
                    <a:pt x="293" y="3340"/>
                  </a:cubicBezTo>
                  <a:cubicBezTo>
                    <a:pt x="398" y="3340"/>
                    <a:pt x="496" y="3274"/>
                    <a:pt x="532" y="3169"/>
                  </a:cubicBezTo>
                  <a:lnTo>
                    <a:pt x="1574" y="344"/>
                  </a:lnTo>
                  <a:cubicBezTo>
                    <a:pt x="1623" y="210"/>
                    <a:pt x="1553" y="66"/>
                    <a:pt x="1419" y="17"/>
                  </a:cubicBezTo>
                  <a:cubicBezTo>
                    <a:pt x="1390" y="6"/>
                    <a:pt x="1360"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12" name="Google Shape;22712;p91"/>
          <p:cNvGrpSpPr/>
          <p:nvPr/>
        </p:nvGrpSpPr>
        <p:grpSpPr>
          <a:xfrm>
            <a:off x="2827559" y="2428451"/>
            <a:ext cx="264778" cy="363864"/>
            <a:chOff x="2827559" y="2428451"/>
            <a:chExt cx="264778" cy="363864"/>
          </a:xfrm>
        </p:grpSpPr>
        <p:sp>
          <p:nvSpPr>
            <p:cNvPr id="22713" name="Google Shape;22713;p91"/>
            <p:cNvSpPr/>
            <p:nvPr/>
          </p:nvSpPr>
          <p:spPr>
            <a:xfrm>
              <a:off x="2833051" y="2433864"/>
              <a:ext cx="200490" cy="352959"/>
            </a:xfrm>
            <a:custGeom>
              <a:rect b="b" l="l" r="r" t="t"/>
              <a:pathLst>
                <a:path extrusionOk="0" h="13561" w="7703">
                  <a:moveTo>
                    <a:pt x="948" y="0"/>
                  </a:moveTo>
                  <a:cubicBezTo>
                    <a:pt x="430" y="0"/>
                    <a:pt x="4" y="423"/>
                    <a:pt x="1" y="943"/>
                  </a:cubicBezTo>
                  <a:lnTo>
                    <a:pt x="1" y="12617"/>
                  </a:lnTo>
                  <a:cubicBezTo>
                    <a:pt x="4" y="13139"/>
                    <a:pt x="433" y="13560"/>
                    <a:pt x="955" y="13560"/>
                  </a:cubicBezTo>
                  <a:cubicBezTo>
                    <a:pt x="957" y="13560"/>
                    <a:pt x="959" y="13560"/>
                    <a:pt x="961" y="13560"/>
                  </a:cubicBezTo>
                  <a:lnTo>
                    <a:pt x="6742" y="13560"/>
                  </a:lnTo>
                  <a:cubicBezTo>
                    <a:pt x="6744" y="13560"/>
                    <a:pt x="6746" y="13560"/>
                    <a:pt x="6749" y="13560"/>
                  </a:cubicBezTo>
                  <a:cubicBezTo>
                    <a:pt x="7270" y="13560"/>
                    <a:pt x="7696" y="13139"/>
                    <a:pt x="7703" y="12617"/>
                  </a:cubicBezTo>
                  <a:lnTo>
                    <a:pt x="7703" y="943"/>
                  </a:lnTo>
                  <a:cubicBezTo>
                    <a:pt x="7696" y="423"/>
                    <a:pt x="7273" y="0"/>
                    <a:pt x="6751" y="0"/>
                  </a:cubicBezTo>
                  <a:cubicBezTo>
                    <a:pt x="6747" y="0"/>
                    <a:pt x="6743" y="0"/>
                    <a:pt x="6739" y="0"/>
                  </a:cubicBezTo>
                  <a:lnTo>
                    <a:pt x="961" y="0"/>
                  </a:lnTo>
                  <a:cubicBezTo>
                    <a:pt x="957" y="0"/>
                    <a:pt x="953" y="0"/>
                    <a:pt x="9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4" name="Google Shape;22714;p91"/>
            <p:cNvSpPr/>
            <p:nvPr/>
          </p:nvSpPr>
          <p:spPr>
            <a:xfrm>
              <a:off x="2833051" y="2468481"/>
              <a:ext cx="200490" cy="279978"/>
            </a:xfrm>
            <a:custGeom>
              <a:rect b="b" l="l" r="r" t="t"/>
              <a:pathLst>
                <a:path extrusionOk="0" h="10757" w="7703">
                  <a:moveTo>
                    <a:pt x="1" y="0"/>
                  </a:moveTo>
                  <a:lnTo>
                    <a:pt x="1" y="10756"/>
                  </a:lnTo>
                  <a:lnTo>
                    <a:pt x="7703" y="10756"/>
                  </a:lnTo>
                  <a:lnTo>
                    <a:pt x="77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5" name="Google Shape;22715;p91"/>
            <p:cNvSpPr/>
            <p:nvPr/>
          </p:nvSpPr>
          <p:spPr>
            <a:xfrm>
              <a:off x="3016310" y="2468481"/>
              <a:ext cx="17230" cy="279978"/>
            </a:xfrm>
            <a:custGeom>
              <a:rect b="b" l="l" r="r" t="t"/>
              <a:pathLst>
                <a:path extrusionOk="0" h="10757" w="662">
                  <a:moveTo>
                    <a:pt x="0" y="0"/>
                  </a:moveTo>
                  <a:lnTo>
                    <a:pt x="0" y="10756"/>
                  </a:lnTo>
                  <a:lnTo>
                    <a:pt x="662" y="10756"/>
                  </a:lnTo>
                  <a:lnTo>
                    <a:pt x="662"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6" name="Google Shape;22716;p91"/>
            <p:cNvSpPr/>
            <p:nvPr/>
          </p:nvSpPr>
          <p:spPr>
            <a:xfrm>
              <a:off x="2939295" y="2542555"/>
              <a:ext cx="147446" cy="144895"/>
            </a:xfrm>
            <a:custGeom>
              <a:rect b="b" l="l" r="r" t="t"/>
              <a:pathLst>
                <a:path extrusionOk="0" h="5567" w="5665">
                  <a:moveTo>
                    <a:pt x="2833" y="1"/>
                  </a:moveTo>
                  <a:cubicBezTo>
                    <a:pt x="1267" y="1"/>
                    <a:pt x="0" y="1246"/>
                    <a:pt x="0" y="2784"/>
                  </a:cubicBezTo>
                  <a:cubicBezTo>
                    <a:pt x="0" y="4321"/>
                    <a:pt x="1267" y="5567"/>
                    <a:pt x="2833" y="5567"/>
                  </a:cubicBezTo>
                  <a:cubicBezTo>
                    <a:pt x="4398" y="5567"/>
                    <a:pt x="5665" y="4321"/>
                    <a:pt x="5665" y="2784"/>
                  </a:cubicBezTo>
                  <a:cubicBezTo>
                    <a:pt x="5665" y="1246"/>
                    <a:pt x="4398" y="1"/>
                    <a:pt x="2833"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7" name="Google Shape;22717;p91"/>
            <p:cNvSpPr/>
            <p:nvPr/>
          </p:nvSpPr>
          <p:spPr>
            <a:xfrm>
              <a:off x="2962824" y="2565641"/>
              <a:ext cx="100492" cy="98748"/>
            </a:xfrm>
            <a:custGeom>
              <a:rect b="b" l="l" r="r" t="t"/>
              <a:pathLst>
                <a:path extrusionOk="0" h="3794" w="3861">
                  <a:moveTo>
                    <a:pt x="1929" y="0"/>
                  </a:moveTo>
                  <a:cubicBezTo>
                    <a:pt x="862" y="0"/>
                    <a:pt x="0" y="848"/>
                    <a:pt x="0" y="1897"/>
                  </a:cubicBezTo>
                  <a:cubicBezTo>
                    <a:pt x="0" y="2942"/>
                    <a:pt x="862" y="3793"/>
                    <a:pt x="1929" y="3793"/>
                  </a:cubicBezTo>
                  <a:cubicBezTo>
                    <a:pt x="2995" y="3793"/>
                    <a:pt x="3860" y="2942"/>
                    <a:pt x="3860" y="1897"/>
                  </a:cubicBezTo>
                  <a:cubicBezTo>
                    <a:pt x="3860" y="848"/>
                    <a:pt x="2995" y="0"/>
                    <a:pt x="192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8" name="Google Shape;22718;p91"/>
            <p:cNvSpPr/>
            <p:nvPr/>
          </p:nvSpPr>
          <p:spPr>
            <a:xfrm>
              <a:off x="2827559" y="2428451"/>
              <a:ext cx="264778" cy="363864"/>
            </a:xfrm>
            <a:custGeom>
              <a:rect b="b" l="l" r="r" t="t"/>
              <a:pathLst>
                <a:path extrusionOk="0" h="13980" w="10173">
                  <a:moveTo>
                    <a:pt x="7703" y="12505"/>
                  </a:moveTo>
                  <a:lnTo>
                    <a:pt x="7703" y="12825"/>
                  </a:lnTo>
                  <a:cubicBezTo>
                    <a:pt x="7699" y="13231"/>
                    <a:pt x="7365" y="13561"/>
                    <a:pt x="6956" y="13561"/>
                  </a:cubicBezTo>
                  <a:cubicBezTo>
                    <a:pt x="6954" y="13561"/>
                    <a:pt x="6952" y="13561"/>
                    <a:pt x="6950" y="13561"/>
                  </a:cubicBezTo>
                  <a:lnTo>
                    <a:pt x="1172" y="13561"/>
                  </a:lnTo>
                  <a:cubicBezTo>
                    <a:pt x="764" y="13561"/>
                    <a:pt x="430" y="13234"/>
                    <a:pt x="426" y="12825"/>
                  </a:cubicBezTo>
                  <a:lnTo>
                    <a:pt x="426" y="12505"/>
                  </a:lnTo>
                  <a:close/>
                  <a:moveTo>
                    <a:pt x="1159" y="1"/>
                  </a:moveTo>
                  <a:cubicBezTo>
                    <a:pt x="525" y="1"/>
                    <a:pt x="8" y="515"/>
                    <a:pt x="1" y="1151"/>
                  </a:cubicBezTo>
                  <a:lnTo>
                    <a:pt x="1" y="10078"/>
                  </a:lnTo>
                  <a:cubicBezTo>
                    <a:pt x="6" y="10211"/>
                    <a:pt x="109" y="10278"/>
                    <a:pt x="212" y="10278"/>
                  </a:cubicBezTo>
                  <a:cubicBezTo>
                    <a:pt x="315" y="10278"/>
                    <a:pt x="418" y="10211"/>
                    <a:pt x="423" y="10078"/>
                  </a:cubicBezTo>
                  <a:lnTo>
                    <a:pt x="423" y="1746"/>
                  </a:lnTo>
                  <a:lnTo>
                    <a:pt x="4409" y="1746"/>
                  </a:lnTo>
                  <a:cubicBezTo>
                    <a:pt x="4525" y="1746"/>
                    <a:pt x="4617" y="1651"/>
                    <a:pt x="4617" y="1538"/>
                  </a:cubicBezTo>
                  <a:cubicBezTo>
                    <a:pt x="4617" y="1422"/>
                    <a:pt x="4525" y="1331"/>
                    <a:pt x="4409" y="1331"/>
                  </a:cubicBezTo>
                  <a:lnTo>
                    <a:pt x="423" y="1331"/>
                  </a:lnTo>
                  <a:lnTo>
                    <a:pt x="423" y="1155"/>
                  </a:lnTo>
                  <a:cubicBezTo>
                    <a:pt x="426" y="743"/>
                    <a:pt x="761" y="416"/>
                    <a:pt x="1172" y="416"/>
                  </a:cubicBezTo>
                  <a:lnTo>
                    <a:pt x="6950" y="416"/>
                  </a:lnTo>
                  <a:cubicBezTo>
                    <a:pt x="7358" y="416"/>
                    <a:pt x="7692" y="743"/>
                    <a:pt x="7696" y="1155"/>
                  </a:cubicBezTo>
                  <a:lnTo>
                    <a:pt x="7696" y="1331"/>
                  </a:lnTo>
                  <a:lnTo>
                    <a:pt x="5310" y="1331"/>
                  </a:lnTo>
                  <a:cubicBezTo>
                    <a:pt x="5032" y="1331"/>
                    <a:pt x="5032" y="1746"/>
                    <a:pt x="5310" y="1746"/>
                  </a:cubicBezTo>
                  <a:lnTo>
                    <a:pt x="7696" y="1746"/>
                  </a:lnTo>
                  <a:lnTo>
                    <a:pt x="7696" y="4233"/>
                  </a:lnTo>
                  <a:cubicBezTo>
                    <a:pt x="7503" y="4197"/>
                    <a:pt x="7310" y="4178"/>
                    <a:pt x="7117" y="4178"/>
                  </a:cubicBezTo>
                  <a:cubicBezTo>
                    <a:pt x="6318" y="4178"/>
                    <a:pt x="5540" y="4491"/>
                    <a:pt x="4958" y="5064"/>
                  </a:cubicBezTo>
                  <a:lnTo>
                    <a:pt x="1281" y="5064"/>
                  </a:lnTo>
                  <a:cubicBezTo>
                    <a:pt x="1007" y="5064"/>
                    <a:pt x="1007" y="5482"/>
                    <a:pt x="1281" y="5482"/>
                  </a:cubicBezTo>
                  <a:lnTo>
                    <a:pt x="4610" y="5482"/>
                  </a:lnTo>
                  <a:cubicBezTo>
                    <a:pt x="4529" y="5595"/>
                    <a:pt x="4455" y="5718"/>
                    <a:pt x="4392" y="5845"/>
                  </a:cubicBezTo>
                  <a:lnTo>
                    <a:pt x="2326" y="5845"/>
                  </a:lnTo>
                  <a:cubicBezTo>
                    <a:pt x="2048" y="5845"/>
                    <a:pt x="2048" y="6260"/>
                    <a:pt x="2326" y="6260"/>
                  </a:cubicBezTo>
                  <a:lnTo>
                    <a:pt x="4219" y="6260"/>
                  </a:lnTo>
                  <a:cubicBezTo>
                    <a:pt x="4124" y="6552"/>
                    <a:pt x="4075" y="6862"/>
                    <a:pt x="4075" y="7168"/>
                  </a:cubicBezTo>
                  <a:cubicBezTo>
                    <a:pt x="4075" y="7242"/>
                    <a:pt x="4079" y="7312"/>
                    <a:pt x="4082" y="7386"/>
                  </a:cubicBezTo>
                  <a:lnTo>
                    <a:pt x="1848" y="7386"/>
                  </a:lnTo>
                  <a:cubicBezTo>
                    <a:pt x="1570" y="7386"/>
                    <a:pt x="1570" y="7801"/>
                    <a:pt x="1848" y="7801"/>
                  </a:cubicBezTo>
                  <a:lnTo>
                    <a:pt x="4145" y="7801"/>
                  </a:lnTo>
                  <a:cubicBezTo>
                    <a:pt x="4159" y="7868"/>
                    <a:pt x="4177" y="7935"/>
                    <a:pt x="4195" y="8002"/>
                  </a:cubicBezTo>
                  <a:lnTo>
                    <a:pt x="3111" y="8002"/>
                  </a:lnTo>
                  <a:cubicBezTo>
                    <a:pt x="2833" y="8002"/>
                    <a:pt x="2833" y="8417"/>
                    <a:pt x="3111" y="8417"/>
                  </a:cubicBezTo>
                  <a:lnTo>
                    <a:pt x="4353" y="8417"/>
                  </a:lnTo>
                  <a:cubicBezTo>
                    <a:pt x="4858" y="9480"/>
                    <a:pt x="5931" y="10158"/>
                    <a:pt x="7109" y="10158"/>
                  </a:cubicBezTo>
                  <a:cubicBezTo>
                    <a:pt x="7112" y="10158"/>
                    <a:pt x="7115" y="10158"/>
                    <a:pt x="7118" y="10158"/>
                  </a:cubicBezTo>
                  <a:cubicBezTo>
                    <a:pt x="7312" y="10158"/>
                    <a:pt x="7506" y="10141"/>
                    <a:pt x="7696" y="10106"/>
                  </a:cubicBezTo>
                  <a:lnTo>
                    <a:pt x="7696" y="12087"/>
                  </a:lnTo>
                  <a:lnTo>
                    <a:pt x="423" y="12087"/>
                  </a:lnTo>
                  <a:lnTo>
                    <a:pt x="423" y="10943"/>
                  </a:lnTo>
                  <a:cubicBezTo>
                    <a:pt x="418" y="10809"/>
                    <a:pt x="315" y="10742"/>
                    <a:pt x="212" y="10742"/>
                  </a:cubicBezTo>
                  <a:cubicBezTo>
                    <a:pt x="109" y="10742"/>
                    <a:pt x="6" y="10809"/>
                    <a:pt x="1" y="10943"/>
                  </a:cubicBezTo>
                  <a:lnTo>
                    <a:pt x="1" y="12825"/>
                  </a:lnTo>
                  <a:cubicBezTo>
                    <a:pt x="8" y="13467"/>
                    <a:pt x="528" y="13979"/>
                    <a:pt x="1166" y="13979"/>
                  </a:cubicBezTo>
                  <a:cubicBezTo>
                    <a:pt x="1168" y="13979"/>
                    <a:pt x="1170" y="13979"/>
                    <a:pt x="1172" y="13979"/>
                  </a:cubicBezTo>
                  <a:lnTo>
                    <a:pt x="6950" y="13979"/>
                  </a:lnTo>
                  <a:cubicBezTo>
                    <a:pt x="6952" y="13979"/>
                    <a:pt x="6954" y="13979"/>
                    <a:pt x="6956" y="13979"/>
                  </a:cubicBezTo>
                  <a:cubicBezTo>
                    <a:pt x="7597" y="13979"/>
                    <a:pt x="8118" y="13467"/>
                    <a:pt x="8125" y="12825"/>
                  </a:cubicBezTo>
                  <a:lnTo>
                    <a:pt x="8125" y="9993"/>
                  </a:lnTo>
                  <a:cubicBezTo>
                    <a:pt x="9314" y="9585"/>
                    <a:pt x="10169" y="8473"/>
                    <a:pt x="10169" y="7168"/>
                  </a:cubicBezTo>
                  <a:cubicBezTo>
                    <a:pt x="10173" y="6717"/>
                    <a:pt x="10067" y="6271"/>
                    <a:pt x="9870" y="5866"/>
                  </a:cubicBezTo>
                  <a:cubicBezTo>
                    <a:pt x="9832" y="5793"/>
                    <a:pt x="9756" y="5750"/>
                    <a:pt x="9678" y="5750"/>
                  </a:cubicBezTo>
                  <a:cubicBezTo>
                    <a:pt x="9646" y="5750"/>
                    <a:pt x="9615" y="5757"/>
                    <a:pt x="9585" y="5771"/>
                  </a:cubicBezTo>
                  <a:cubicBezTo>
                    <a:pt x="9479" y="5820"/>
                    <a:pt x="9437" y="5943"/>
                    <a:pt x="9486" y="6049"/>
                  </a:cubicBezTo>
                  <a:cubicBezTo>
                    <a:pt x="9659" y="6397"/>
                    <a:pt x="9747" y="6781"/>
                    <a:pt x="9747" y="7168"/>
                  </a:cubicBezTo>
                  <a:cubicBezTo>
                    <a:pt x="9747" y="8589"/>
                    <a:pt x="8572" y="9743"/>
                    <a:pt x="7126" y="9743"/>
                  </a:cubicBezTo>
                  <a:cubicBezTo>
                    <a:pt x="5679" y="9743"/>
                    <a:pt x="4504" y="8586"/>
                    <a:pt x="4504" y="7168"/>
                  </a:cubicBezTo>
                  <a:cubicBezTo>
                    <a:pt x="4504" y="5750"/>
                    <a:pt x="5679" y="4592"/>
                    <a:pt x="7126" y="4592"/>
                  </a:cubicBezTo>
                  <a:cubicBezTo>
                    <a:pt x="7850" y="4592"/>
                    <a:pt x="8543" y="4891"/>
                    <a:pt x="9043" y="5416"/>
                  </a:cubicBezTo>
                  <a:cubicBezTo>
                    <a:pt x="9086" y="5458"/>
                    <a:pt x="9143" y="5480"/>
                    <a:pt x="9201" y="5480"/>
                  </a:cubicBezTo>
                  <a:cubicBezTo>
                    <a:pt x="9252" y="5480"/>
                    <a:pt x="9304" y="5463"/>
                    <a:pt x="9346" y="5426"/>
                  </a:cubicBezTo>
                  <a:cubicBezTo>
                    <a:pt x="9430" y="5345"/>
                    <a:pt x="9434" y="5215"/>
                    <a:pt x="9356" y="5131"/>
                  </a:cubicBezTo>
                  <a:cubicBezTo>
                    <a:pt x="9015" y="4772"/>
                    <a:pt x="8593" y="4501"/>
                    <a:pt x="8125" y="4342"/>
                  </a:cubicBezTo>
                  <a:lnTo>
                    <a:pt x="8125" y="1151"/>
                  </a:lnTo>
                  <a:cubicBezTo>
                    <a:pt x="8118" y="515"/>
                    <a:pt x="7601" y="1"/>
                    <a:pt x="6963" y="1"/>
                  </a:cubicBezTo>
                  <a:cubicBezTo>
                    <a:pt x="6958" y="1"/>
                    <a:pt x="6954" y="1"/>
                    <a:pt x="6950" y="1"/>
                  </a:cubicBezTo>
                  <a:lnTo>
                    <a:pt x="1172" y="1"/>
                  </a:lnTo>
                  <a:cubicBezTo>
                    <a:pt x="1168" y="1"/>
                    <a:pt x="1164"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9" name="Google Shape;22719;p91"/>
            <p:cNvSpPr/>
            <p:nvPr/>
          </p:nvSpPr>
          <p:spPr>
            <a:xfrm>
              <a:off x="2957228" y="2600805"/>
              <a:ext cx="12311" cy="19703"/>
            </a:xfrm>
            <a:custGeom>
              <a:rect b="b" l="l" r="r" t="t"/>
              <a:pathLst>
                <a:path extrusionOk="0" h="757" w="473">
                  <a:moveTo>
                    <a:pt x="243" y="0"/>
                  </a:moveTo>
                  <a:cubicBezTo>
                    <a:pt x="142" y="0"/>
                    <a:pt x="55" y="70"/>
                    <a:pt x="36" y="173"/>
                  </a:cubicBezTo>
                  <a:cubicBezTo>
                    <a:pt x="15" y="296"/>
                    <a:pt x="1" y="419"/>
                    <a:pt x="1" y="546"/>
                  </a:cubicBezTo>
                  <a:cubicBezTo>
                    <a:pt x="4" y="662"/>
                    <a:pt x="96" y="757"/>
                    <a:pt x="215" y="757"/>
                  </a:cubicBezTo>
                  <a:cubicBezTo>
                    <a:pt x="328" y="757"/>
                    <a:pt x="423" y="665"/>
                    <a:pt x="427" y="549"/>
                  </a:cubicBezTo>
                  <a:lnTo>
                    <a:pt x="427" y="546"/>
                  </a:lnTo>
                  <a:cubicBezTo>
                    <a:pt x="427" y="444"/>
                    <a:pt x="434" y="345"/>
                    <a:pt x="451" y="247"/>
                  </a:cubicBezTo>
                  <a:cubicBezTo>
                    <a:pt x="472" y="131"/>
                    <a:pt x="395" y="25"/>
                    <a:pt x="282" y="4"/>
                  </a:cubicBezTo>
                  <a:cubicBezTo>
                    <a:pt x="269" y="1"/>
                    <a:pt x="256" y="0"/>
                    <a:pt x="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0" name="Google Shape;22720;p91"/>
            <p:cNvSpPr/>
            <p:nvPr/>
          </p:nvSpPr>
          <p:spPr>
            <a:xfrm>
              <a:off x="2982865" y="2653016"/>
              <a:ext cx="20822" cy="14393"/>
            </a:xfrm>
            <a:custGeom>
              <a:rect b="b" l="l" r="r" t="t"/>
              <a:pathLst>
                <a:path extrusionOk="0" h="553" w="800">
                  <a:moveTo>
                    <a:pt x="243" y="0"/>
                  </a:moveTo>
                  <a:cubicBezTo>
                    <a:pt x="168" y="0"/>
                    <a:pt x="96" y="39"/>
                    <a:pt x="57" y="109"/>
                  </a:cubicBezTo>
                  <a:cubicBezTo>
                    <a:pt x="1" y="211"/>
                    <a:pt x="40" y="341"/>
                    <a:pt x="145" y="394"/>
                  </a:cubicBezTo>
                  <a:cubicBezTo>
                    <a:pt x="258" y="454"/>
                    <a:pt x="374" y="503"/>
                    <a:pt x="497" y="542"/>
                  </a:cubicBezTo>
                  <a:cubicBezTo>
                    <a:pt x="518" y="549"/>
                    <a:pt x="539" y="552"/>
                    <a:pt x="560" y="552"/>
                  </a:cubicBezTo>
                  <a:cubicBezTo>
                    <a:pt x="652" y="552"/>
                    <a:pt x="733" y="492"/>
                    <a:pt x="764" y="408"/>
                  </a:cubicBezTo>
                  <a:cubicBezTo>
                    <a:pt x="800" y="295"/>
                    <a:pt x="740" y="176"/>
                    <a:pt x="627" y="144"/>
                  </a:cubicBezTo>
                  <a:cubicBezTo>
                    <a:pt x="529" y="112"/>
                    <a:pt x="434" y="74"/>
                    <a:pt x="342" y="25"/>
                  </a:cubicBezTo>
                  <a:cubicBezTo>
                    <a:pt x="310" y="8"/>
                    <a:pt x="276" y="0"/>
                    <a:pt x="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1" name="Google Shape;22721;p91"/>
            <p:cNvSpPr/>
            <p:nvPr/>
          </p:nvSpPr>
          <p:spPr>
            <a:xfrm>
              <a:off x="2966129" y="2573970"/>
              <a:ext cx="18245" cy="17517"/>
            </a:xfrm>
            <a:custGeom>
              <a:rect b="b" l="l" r="r" t="t"/>
              <a:pathLst>
                <a:path extrusionOk="0" h="673" w="701">
                  <a:moveTo>
                    <a:pt x="466" y="1"/>
                  </a:moveTo>
                  <a:cubicBezTo>
                    <a:pt x="413" y="1"/>
                    <a:pt x="361" y="19"/>
                    <a:pt x="320" y="57"/>
                  </a:cubicBezTo>
                  <a:cubicBezTo>
                    <a:pt x="229" y="145"/>
                    <a:pt x="144" y="240"/>
                    <a:pt x="67" y="342"/>
                  </a:cubicBezTo>
                  <a:cubicBezTo>
                    <a:pt x="0" y="437"/>
                    <a:pt x="21" y="567"/>
                    <a:pt x="116" y="634"/>
                  </a:cubicBezTo>
                  <a:cubicBezTo>
                    <a:pt x="152" y="660"/>
                    <a:pt x="195" y="673"/>
                    <a:pt x="238" y="673"/>
                  </a:cubicBezTo>
                  <a:cubicBezTo>
                    <a:pt x="304" y="673"/>
                    <a:pt x="369" y="643"/>
                    <a:pt x="412" y="588"/>
                  </a:cubicBezTo>
                  <a:cubicBezTo>
                    <a:pt x="472" y="504"/>
                    <a:pt x="538" y="430"/>
                    <a:pt x="612" y="359"/>
                  </a:cubicBezTo>
                  <a:cubicBezTo>
                    <a:pt x="697" y="278"/>
                    <a:pt x="700" y="145"/>
                    <a:pt x="619" y="64"/>
                  </a:cubicBezTo>
                  <a:cubicBezTo>
                    <a:pt x="578" y="22"/>
                    <a:pt x="522" y="1"/>
                    <a:pt x="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2" name="Google Shape;22722;p91"/>
            <p:cNvSpPr/>
            <p:nvPr/>
          </p:nvSpPr>
          <p:spPr>
            <a:xfrm>
              <a:off x="2961445" y="2630944"/>
              <a:ext cx="17256" cy="18506"/>
            </a:xfrm>
            <a:custGeom>
              <a:rect b="b" l="l" r="r" t="t"/>
              <a:pathLst>
                <a:path extrusionOk="0" h="711" w="663">
                  <a:moveTo>
                    <a:pt x="243" y="1"/>
                  </a:moveTo>
                  <a:cubicBezTo>
                    <a:pt x="213" y="1"/>
                    <a:pt x="182" y="7"/>
                    <a:pt x="152" y="21"/>
                  </a:cubicBezTo>
                  <a:cubicBezTo>
                    <a:pt x="46" y="70"/>
                    <a:pt x="1" y="197"/>
                    <a:pt x="53" y="299"/>
                  </a:cubicBezTo>
                  <a:cubicBezTo>
                    <a:pt x="110" y="415"/>
                    <a:pt x="173" y="524"/>
                    <a:pt x="250" y="626"/>
                  </a:cubicBezTo>
                  <a:cubicBezTo>
                    <a:pt x="292" y="681"/>
                    <a:pt x="356" y="710"/>
                    <a:pt x="420" y="710"/>
                  </a:cubicBezTo>
                  <a:cubicBezTo>
                    <a:pt x="464" y="710"/>
                    <a:pt x="508" y="697"/>
                    <a:pt x="546" y="668"/>
                  </a:cubicBezTo>
                  <a:cubicBezTo>
                    <a:pt x="641" y="602"/>
                    <a:pt x="662" y="471"/>
                    <a:pt x="592" y="380"/>
                  </a:cubicBezTo>
                  <a:cubicBezTo>
                    <a:pt x="532" y="295"/>
                    <a:pt x="479" y="211"/>
                    <a:pt x="433" y="120"/>
                  </a:cubicBezTo>
                  <a:cubicBezTo>
                    <a:pt x="395" y="44"/>
                    <a:pt x="321" y="1"/>
                    <a:pt x="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3" name="Google Shape;22723;p91"/>
            <p:cNvSpPr/>
            <p:nvPr/>
          </p:nvSpPr>
          <p:spPr>
            <a:xfrm>
              <a:off x="3041661" y="2638545"/>
              <a:ext cx="18245" cy="17490"/>
            </a:xfrm>
            <a:custGeom>
              <a:rect b="b" l="l" r="r" t="t"/>
              <a:pathLst>
                <a:path extrusionOk="0" h="672" w="701">
                  <a:moveTo>
                    <a:pt x="460" y="0"/>
                  </a:moveTo>
                  <a:cubicBezTo>
                    <a:pt x="396" y="0"/>
                    <a:pt x="331" y="30"/>
                    <a:pt x="289" y="84"/>
                  </a:cubicBezTo>
                  <a:cubicBezTo>
                    <a:pt x="230" y="169"/>
                    <a:pt x="163" y="243"/>
                    <a:pt x="89" y="313"/>
                  </a:cubicBezTo>
                  <a:cubicBezTo>
                    <a:pt x="4" y="391"/>
                    <a:pt x="1" y="524"/>
                    <a:pt x="82" y="609"/>
                  </a:cubicBezTo>
                  <a:cubicBezTo>
                    <a:pt x="120" y="651"/>
                    <a:pt x="177" y="672"/>
                    <a:pt x="233" y="672"/>
                  </a:cubicBezTo>
                  <a:cubicBezTo>
                    <a:pt x="289" y="672"/>
                    <a:pt x="342" y="654"/>
                    <a:pt x="381" y="616"/>
                  </a:cubicBezTo>
                  <a:cubicBezTo>
                    <a:pt x="472" y="528"/>
                    <a:pt x="557" y="433"/>
                    <a:pt x="634" y="331"/>
                  </a:cubicBezTo>
                  <a:cubicBezTo>
                    <a:pt x="701" y="239"/>
                    <a:pt x="680" y="109"/>
                    <a:pt x="585" y="42"/>
                  </a:cubicBezTo>
                  <a:cubicBezTo>
                    <a:pt x="548" y="14"/>
                    <a:pt x="504" y="0"/>
                    <a:pt x="4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4" name="Google Shape;22724;p91"/>
            <p:cNvSpPr/>
            <p:nvPr/>
          </p:nvSpPr>
          <p:spPr>
            <a:xfrm>
              <a:off x="3056497" y="2609628"/>
              <a:ext cx="12311" cy="19599"/>
            </a:xfrm>
            <a:custGeom>
              <a:rect b="b" l="l" r="r" t="t"/>
              <a:pathLst>
                <a:path extrusionOk="0" h="753" w="473">
                  <a:moveTo>
                    <a:pt x="259" y="0"/>
                  </a:moveTo>
                  <a:cubicBezTo>
                    <a:pt x="156" y="0"/>
                    <a:pt x="54" y="68"/>
                    <a:pt x="47" y="203"/>
                  </a:cubicBezTo>
                  <a:lnTo>
                    <a:pt x="47" y="207"/>
                  </a:lnTo>
                  <a:cubicBezTo>
                    <a:pt x="47" y="309"/>
                    <a:pt x="40" y="411"/>
                    <a:pt x="22" y="509"/>
                  </a:cubicBezTo>
                  <a:cubicBezTo>
                    <a:pt x="1" y="622"/>
                    <a:pt x="78" y="731"/>
                    <a:pt x="191" y="752"/>
                  </a:cubicBezTo>
                  <a:lnTo>
                    <a:pt x="230" y="752"/>
                  </a:lnTo>
                  <a:cubicBezTo>
                    <a:pt x="332" y="752"/>
                    <a:pt x="420" y="682"/>
                    <a:pt x="437" y="583"/>
                  </a:cubicBezTo>
                  <a:cubicBezTo>
                    <a:pt x="458" y="457"/>
                    <a:pt x="472" y="333"/>
                    <a:pt x="472" y="207"/>
                  </a:cubicBezTo>
                  <a:lnTo>
                    <a:pt x="472" y="203"/>
                  </a:lnTo>
                  <a:cubicBezTo>
                    <a:pt x="465" y="68"/>
                    <a:pt x="362" y="0"/>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5" name="Google Shape;22725;p91"/>
            <p:cNvSpPr/>
            <p:nvPr/>
          </p:nvSpPr>
          <p:spPr>
            <a:xfrm>
              <a:off x="3047335" y="2580477"/>
              <a:ext cx="17152" cy="18427"/>
            </a:xfrm>
            <a:custGeom>
              <a:rect b="b" l="l" r="r" t="t"/>
              <a:pathLst>
                <a:path extrusionOk="0" h="708" w="659">
                  <a:moveTo>
                    <a:pt x="239" y="1"/>
                  </a:moveTo>
                  <a:cubicBezTo>
                    <a:pt x="196" y="1"/>
                    <a:pt x="152" y="14"/>
                    <a:pt x="114" y="43"/>
                  </a:cubicBezTo>
                  <a:cubicBezTo>
                    <a:pt x="22" y="109"/>
                    <a:pt x="1" y="240"/>
                    <a:pt x="71" y="331"/>
                  </a:cubicBezTo>
                  <a:cubicBezTo>
                    <a:pt x="131" y="415"/>
                    <a:pt x="184" y="500"/>
                    <a:pt x="230" y="591"/>
                  </a:cubicBezTo>
                  <a:cubicBezTo>
                    <a:pt x="265" y="662"/>
                    <a:pt x="339" y="707"/>
                    <a:pt x="420" y="707"/>
                  </a:cubicBezTo>
                  <a:cubicBezTo>
                    <a:pt x="451" y="707"/>
                    <a:pt x="483" y="700"/>
                    <a:pt x="511" y="686"/>
                  </a:cubicBezTo>
                  <a:cubicBezTo>
                    <a:pt x="617" y="637"/>
                    <a:pt x="659" y="514"/>
                    <a:pt x="610" y="408"/>
                  </a:cubicBezTo>
                  <a:cubicBezTo>
                    <a:pt x="553" y="296"/>
                    <a:pt x="487" y="187"/>
                    <a:pt x="409" y="85"/>
                  </a:cubicBezTo>
                  <a:cubicBezTo>
                    <a:pt x="367" y="30"/>
                    <a:pt x="304"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6" name="Google Shape;22726;p91"/>
            <p:cNvSpPr/>
            <p:nvPr/>
          </p:nvSpPr>
          <p:spPr>
            <a:xfrm>
              <a:off x="3012276" y="2656530"/>
              <a:ext cx="22540" cy="12884"/>
            </a:xfrm>
            <a:custGeom>
              <a:rect b="b" l="l" r="r" t="t"/>
              <a:pathLst>
                <a:path extrusionOk="0" h="495" w="866">
                  <a:moveTo>
                    <a:pt x="628" y="1"/>
                  </a:moveTo>
                  <a:cubicBezTo>
                    <a:pt x="605" y="1"/>
                    <a:pt x="582" y="5"/>
                    <a:pt x="560" y="13"/>
                  </a:cubicBezTo>
                  <a:cubicBezTo>
                    <a:pt x="461" y="44"/>
                    <a:pt x="363" y="65"/>
                    <a:pt x="261" y="80"/>
                  </a:cubicBezTo>
                  <a:cubicBezTo>
                    <a:pt x="0" y="111"/>
                    <a:pt x="29" y="495"/>
                    <a:pt x="289" y="495"/>
                  </a:cubicBezTo>
                  <a:lnTo>
                    <a:pt x="289" y="491"/>
                  </a:lnTo>
                  <a:lnTo>
                    <a:pt x="317" y="491"/>
                  </a:lnTo>
                  <a:cubicBezTo>
                    <a:pt x="444" y="474"/>
                    <a:pt x="570" y="445"/>
                    <a:pt x="690" y="407"/>
                  </a:cubicBezTo>
                  <a:cubicBezTo>
                    <a:pt x="803" y="372"/>
                    <a:pt x="866" y="255"/>
                    <a:pt x="827" y="143"/>
                  </a:cubicBezTo>
                  <a:cubicBezTo>
                    <a:pt x="797" y="56"/>
                    <a:pt x="715" y="1"/>
                    <a:pt x="6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7" name="Google Shape;22727;p91"/>
            <p:cNvSpPr/>
            <p:nvPr/>
          </p:nvSpPr>
          <p:spPr>
            <a:xfrm>
              <a:off x="3022245" y="2562622"/>
              <a:ext cx="20822" cy="14315"/>
            </a:xfrm>
            <a:custGeom>
              <a:rect b="b" l="l" r="r" t="t"/>
              <a:pathLst>
                <a:path extrusionOk="0" h="550" w="800">
                  <a:moveTo>
                    <a:pt x="237" y="0"/>
                  </a:moveTo>
                  <a:cubicBezTo>
                    <a:pt x="150" y="0"/>
                    <a:pt x="67" y="54"/>
                    <a:pt x="36" y="141"/>
                  </a:cubicBezTo>
                  <a:cubicBezTo>
                    <a:pt x="1" y="254"/>
                    <a:pt x="61" y="373"/>
                    <a:pt x="173" y="405"/>
                  </a:cubicBezTo>
                  <a:cubicBezTo>
                    <a:pt x="272" y="436"/>
                    <a:pt x="367" y="475"/>
                    <a:pt x="458" y="524"/>
                  </a:cubicBezTo>
                  <a:cubicBezTo>
                    <a:pt x="486" y="542"/>
                    <a:pt x="522" y="549"/>
                    <a:pt x="557" y="549"/>
                  </a:cubicBezTo>
                  <a:cubicBezTo>
                    <a:pt x="634" y="549"/>
                    <a:pt x="705" y="507"/>
                    <a:pt x="743" y="440"/>
                  </a:cubicBezTo>
                  <a:cubicBezTo>
                    <a:pt x="800" y="338"/>
                    <a:pt x="757" y="211"/>
                    <a:pt x="655" y="159"/>
                  </a:cubicBezTo>
                  <a:cubicBezTo>
                    <a:pt x="543" y="99"/>
                    <a:pt x="427" y="49"/>
                    <a:pt x="303" y="11"/>
                  </a:cubicBezTo>
                  <a:cubicBezTo>
                    <a:pt x="282" y="4"/>
                    <a:pt x="259" y="0"/>
                    <a:pt x="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8" name="Google Shape;22728;p91"/>
            <p:cNvSpPr/>
            <p:nvPr/>
          </p:nvSpPr>
          <p:spPr>
            <a:xfrm>
              <a:off x="2991220" y="2560748"/>
              <a:ext cx="20796" cy="12780"/>
            </a:xfrm>
            <a:custGeom>
              <a:rect b="b" l="l" r="r" t="t"/>
              <a:pathLst>
                <a:path extrusionOk="0" h="491" w="799">
                  <a:moveTo>
                    <a:pt x="573" y="0"/>
                  </a:moveTo>
                  <a:cubicBezTo>
                    <a:pt x="564" y="0"/>
                    <a:pt x="555" y="1"/>
                    <a:pt x="545" y="2"/>
                  </a:cubicBezTo>
                  <a:cubicBezTo>
                    <a:pt x="419" y="19"/>
                    <a:pt x="296" y="48"/>
                    <a:pt x="173" y="86"/>
                  </a:cubicBezTo>
                  <a:cubicBezTo>
                    <a:pt x="60" y="121"/>
                    <a:pt x="0" y="241"/>
                    <a:pt x="35" y="350"/>
                  </a:cubicBezTo>
                  <a:cubicBezTo>
                    <a:pt x="67" y="435"/>
                    <a:pt x="148" y="491"/>
                    <a:pt x="239" y="491"/>
                  </a:cubicBezTo>
                  <a:cubicBezTo>
                    <a:pt x="260" y="491"/>
                    <a:pt x="282" y="487"/>
                    <a:pt x="303" y="480"/>
                  </a:cubicBezTo>
                  <a:cubicBezTo>
                    <a:pt x="401" y="449"/>
                    <a:pt x="503" y="428"/>
                    <a:pt x="605" y="413"/>
                  </a:cubicBezTo>
                  <a:cubicBezTo>
                    <a:pt x="718" y="399"/>
                    <a:pt x="799" y="294"/>
                    <a:pt x="785" y="178"/>
                  </a:cubicBezTo>
                  <a:cubicBezTo>
                    <a:pt x="769" y="74"/>
                    <a:pt x="678" y="0"/>
                    <a:pt x="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9" name="Google Shape;22729;p91"/>
            <p:cNvSpPr/>
            <p:nvPr/>
          </p:nvSpPr>
          <p:spPr>
            <a:xfrm>
              <a:off x="2995410" y="2583783"/>
              <a:ext cx="35840" cy="64106"/>
            </a:xfrm>
            <a:custGeom>
              <a:rect b="b" l="l" r="r" t="t"/>
              <a:pathLst>
                <a:path extrusionOk="0" h="2463" w="1377">
                  <a:moveTo>
                    <a:pt x="691" y="1"/>
                  </a:moveTo>
                  <a:cubicBezTo>
                    <a:pt x="588" y="1"/>
                    <a:pt x="485" y="69"/>
                    <a:pt x="479" y="204"/>
                  </a:cubicBezTo>
                  <a:lnTo>
                    <a:pt x="479" y="387"/>
                  </a:lnTo>
                  <a:cubicBezTo>
                    <a:pt x="202" y="426"/>
                    <a:pt x="1" y="675"/>
                    <a:pt x="26" y="953"/>
                  </a:cubicBezTo>
                  <a:cubicBezTo>
                    <a:pt x="50" y="1225"/>
                    <a:pt x="275" y="1436"/>
                    <a:pt x="548" y="1436"/>
                  </a:cubicBezTo>
                  <a:cubicBezTo>
                    <a:pt x="554" y="1436"/>
                    <a:pt x="561" y="1436"/>
                    <a:pt x="567" y="1435"/>
                  </a:cubicBezTo>
                  <a:lnTo>
                    <a:pt x="817" y="1435"/>
                  </a:lnTo>
                  <a:cubicBezTo>
                    <a:pt x="820" y="1435"/>
                    <a:pt x="822" y="1435"/>
                    <a:pt x="824" y="1435"/>
                  </a:cubicBezTo>
                  <a:cubicBezTo>
                    <a:pt x="972" y="1435"/>
                    <a:pt x="973" y="1661"/>
                    <a:pt x="827" y="1661"/>
                  </a:cubicBezTo>
                  <a:cubicBezTo>
                    <a:pt x="824" y="1661"/>
                    <a:pt x="821" y="1661"/>
                    <a:pt x="817" y="1661"/>
                  </a:cubicBezTo>
                  <a:lnTo>
                    <a:pt x="448" y="1661"/>
                  </a:lnTo>
                  <a:cubicBezTo>
                    <a:pt x="425" y="1545"/>
                    <a:pt x="334" y="1491"/>
                    <a:pt x="243" y="1491"/>
                  </a:cubicBezTo>
                  <a:cubicBezTo>
                    <a:pt x="136" y="1491"/>
                    <a:pt x="29" y="1565"/>
                    <a:pt x="29" y="1703"/>
                  </a:cubicBezTo>
                  <a:cubicBezTo>
                    <a:pt x="29" y="1910"/>
                    <a:pt x="202" y="2079"/>
                    <a:pt x="413" y="2079"/>
                  </a:cubicBezTo>
                  <a:lnTo>
                    <a:pt x="479" y="2079"/>
                  </a:lnTo>
                  <a:lnTo>
                    <a:pt x="479" y="2255"/>
                  </a:lnTo>
                  <a:cubicBezTo>
                    <a:pt x="479" y="2371"/>
                    <a:pt x="571" y="2463"/>
                    <a:pt x="687" y="2463"/>
                  </a:cubicBezTo>
                  <a:cubicBezTo>
                    <a:pt x="803" y="2463"/>
                    <a:pt x="898" y="2371"/>
                    <a:pt x="902" y="2255"/>
                  </a:cubicBezTo>
                  <a:lnTo>
                    <a:pt x="902" y="2072"/>
                  </a:lnTo>
                  <a:cubicBezTo>
                    <a:pt x="1176" y="2034"/>
                    <a:pt x="1377" y="1784"/>
                    <a:pt x="1352" y="1506"/>
                  </a:cubicBezTo>
                  <a:cubicBezTo>
                    <a:pt x="1331" y="1229"/>
                    <a:pt x="1099" y="1020"/>
                    <a:pt x="827" y="1020"/>
                  </a:cubicBezTo>
                  <a:cubicBezTo>
                    <a:pt x="823" y="1020"/>
                    <a:pt x="818" y="1020"/>
                    <a:pt x="814" y="1020"/>
                  </a:cubicBezTo>
                  <a:lnTo>
                    <a:pt x="567" y="1020"/>
                  </a:lnTo>
                  <a:cubicBezTo>
                    <a:pt x="564" y="1021"/>
                    <a:pt x="561" y="1021"/>
                    <a:pt x="557" y="1021"/>
                  </a:cubicBezTo>
                  <a:cubicBezTo>
                    <a:pt x="409" y="1021"/>
                    <a:pt x="409" y="795"/>
                    <a:pt x="557" y="795"/>
                  </a:cubicBezTo>
                  <a:cubicBezTo>
                    <a:pt x="561" y="795"/>
                    <a:pt x="564" y="795"/>
                    <a:pt x="567" y="795"/>
                  </a:cubicBezTo>
                  <a:lnTo>
                    <a:pt x="933" y="795"/>
                  </a:lnTo>
                  <a:cubicBezTo>
                    <a:pt x="956" y="913"/>
                    <a:pt x="1048" y="968"/>
                    <a:pt x="1140" y="968"/>
                  </a:cubicBezTo>
                  <a:cubicBezTo>
                    <a:pt x="1246" y="968"/>
                    <a:pt x="1352" y="894"/>
                    <a:pt x="1352" y="756"/>
                  </a:cubicBezTo>
                  <a:cubicBezTo>
                    <a:pt x="1352" y="545"/>
                    <a:pt x="1180" y="380"/>
                    <a:pt x="969" y="380"/>
                  </a:cubicBezTo>
                  <a:lnTo>
                    <a:pt x="902" y="380"/>
                  </a:lnTo>
                  <a:lnTo>
                    <a:pt x="902" y="204"/>
                  </a:lnTo>
                  <a:cubicBezTo>
                    <a:pt x="896" y="69"/>
                    <a:pt x="79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30" name="Google Shape;22730;p91"/>
          <p:cNvGrpSpPr/>
          <p:nvPr/>
        </p:nvGrpSpPr>
        <p:grpSpPr>
          <a:xfrm>
            <a:off x="7488303" y="2436571"/>
            <a:ext cx="352490" cy="347493"/>
            <a:chOff x="7488303" y="2436571"/>
            <a:chExt cx="352490" cy="347493"/>
          </a:xfrm>
        </p:grpSpPr>
        <p:sp>
          <p:nvSpPr>
            <p:cNvPr id="22731" name="Google Shape;22731;p91"/>
            <p:cNvSpPr/>
            <p:nvPr/>
          </p:nvSpPr>
          <p:spPr>
            <a:xfrm>
              <a:off x="7494810" y="2545939"/>
              <a:ext cx="154057" cy="73840"/>
            </a:xfrm>
            <a:custGeom>
              <a:rect b="b" l="l" r="r" t="t"/>
              <a:pathLst>
                <a:path extrusionOk="0" h="2837" w="5919">
                  <a:moveTo>
                    <a:pt x="5918" y="1"/>
                  </a:moveTo>
                  <a:lnTo>
                    <a:pt x="4623" y="106"/>
                  </a:lnTo>
                  <a:cubicBezTo>
                    <a:pt x="2931" y="247"/>
                    <a:pt x="1341" y="986"/>
                    <a:pt x="141" y="2186"/>
                  </a:cubicBezTo>
                  <a:cubicBezTo>
                    <a:pt x="0" y="2327"/>
                    <a:pt x="88" y="2573"/>
                    <a:pt x="289" y="2590"/>
                  </a:cubicBezTo>
                  <a:lnTo>
                    <a:pt x="3082" y="2837"/>
                  </a:lnTo>
                  <a:lnTo>
                    <a:pt x="5918"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2" name="Google Shape;22732;p91"/>
            <p:cNvSpPr/>
            <p:nvPr/>
          </p:nvSpPr>
          <p:spPr>
            <a:xfrm>
              <a:off x="7656259" y="2627092"/>
              <a:ext cx="73736" cy="152183"/>
            </a:xfrm>
            <a:custGeom>
              <a:rect b="b" l="l" r="r" t="t"/>
              <a:pathLst>
                <a:path extrusionOk="0" h="5847" w="2833">
                  <a:moveTo>
                    <a:pt x="2833" y="0"/>
                  </a:moveTo>
                  <a:lnTo>
                    <a:pt x="0" y="2836"/>
                  </a:lnTo>
                  <a:lnTo>
                    <a:pt x="246" y="5630"/>
                  </a:lnTo>
                  <a:cubicBezTo>
                    <a:pt x="258" y="5763"/>
                    <a:pt x="369" y="5846"/>
                    <a:pt x="483" y="5846"/>
                  </a:cubicBezTo>
                  <a:cubicBezTo>
                    <a:pt x="541" y="5846"/>
                    <a:pt x="600" y="5825"/>
                    <a:pt x="648" y="5777"/>
                  </a:cubicBezTo>
                  <a:cubicBezTo>
                    <a:pt x="1851" y="4578"/>
                    <a:pt x="2586" y="2987"/>
                    <a:pt x="2727" y="1295"/>
                  </a:cubicBezTo>
                  <a:lnTo>
                    <a:pt x="2833"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3" name="Google Shape;22733;p91"/>
            <p:cNvSpPr/>
            <p:nvPr/>
          </p:nvSpPr>
          <p:spPr>
            <a:xfrm>
              <a:off x="7494706" y="2549791"/>
              <a:ext cx="111007" cy="64496"/>
            </a:xfrm>
            <a:custGeom>
              <a:rect b="b" l="l" r="r" t="t"/>
              <a:pathLst>
                <a:path extrusionOk="0" h="2478" w="4265">
                  <a:moveTo>
                    <a:pt x="4265" y="1"/>
                  </a:moveTo>
                  <a:lnTo>
                    <a:pt x="4265" y="1"/>
                  </a:lnTo>
                  <a:cubicBezTo>
                    <a:pt x="2706" y="208"/>
                    <a:pt x="1257" y="926"/>
                    <a:pt x="145" y="2038"/>
                  </a:cubicBezTo>
                  <a:cubicBezTo>
                    <a:pt x="1" y="2182"/>
                    <a:pt x="92" y="2425"/>
                    <a:pt x="293" y="2442"/>
                  </a:cubicBezTo>
                  <a:lnTo>
                    <a:pt x="708" y="2478"/>
                  </a:lnTo>
                  <a:cubicBezTo>
                    <a:pt x="574" y="2379"/>
                    <a:pt x="556" y="2186"/>
                    <a:pt x="673" y="2066"/>
                  </a:cubicBezTo>
                  <a:cubicBezTo>
                    <a:pt x="1668" y="1074"/>
                    <a:pt x="2907" y="359"/>
                    <a:pt x="4265"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4" name="Google Shape;22734;p91"/>
            <p:cNvSpPr/>
            <p:nvPr/>
          </p:nvSpPr>
          <p:spPr>
            <a:xfrm>
              <a:off x="7656155" y="2687242"/>
              <a:ext cx="21629" cy="92033"/>
            </a:xfrm>
            <a:custGeom>
              <a:rect b="b" l="l" r="r" t="t"/>
              <a:pathLst>
                <a:path extrusionOk="0" h="3536" w="831">
                  <a:moveTo>
                    <a:pt x="525" y="1"/>
                  </a:moveTo>
                  <a:lnTo>
                    <a:pt x="1" y="525"/>
                  </a:lnTo>
                  <a:lnTo>
                    <a:pt x="250" y="3319"/>
                  </a:lnTo>
                  <a:cubicBezTo>
                    <a:pt x="262" y="3452"/>
                    <a:pt x="371" y="3535"/>
                    <a:pt x="486" y="3535"/>
                  </a:cubicBezTo>
                  <a:cubicBezTo>
                    <a:pt x="544" y="3535"/>
                    <a:pt x="603" y="3514"/>
                    <a:pt x="652" y="3466"/>
                  </a:cubicBezTo>
                  <a:cubicBezTo>
                    <a:pt x="711" y="3407"/>
                    <a:pt x="771" y="3343"/>
                    <a:pt x="831" y="3280"/>
                  </a:cubicBezTo>
                  <a:cubicBezTo>
                    <a:pt x="817" y="3252"/>
                    <a:pt x="810" y="3220"/>
                    <a:pt x="806" y="3189"/>
                  </a:cubicBezTo>
                  <a:lnTo>
                    <a:pt x="525"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5" name="Google Shape;22735;p91"/>
            <p:cNvSpPr/>
            <p:nvPr/>
          </p:nvSpPr>
          <p:spPr>
            <a:xfrm>
              <a:off x="7558812" y="2442011"/>
              <a:ext cx="275735" cy="274382"/>
            </a:xfrm>
            <a:custGeom>
              <a:rect b="b" l="l" r="r" t="t"/>
              <a:pathLst>
                <a:path extrusionOk="0" h="10542" w="10594">
                  <a:moveTo>
                    <a:pt x="10384" y="0"/>
                  </a:moveTo>
                  <a:cubicBezTo>
                    <a:pt x="10367" y="0"/>
                    <a:pt x="10351" y="3"/>
                    <a:pt x="10334" y="7"/>
                  </a:cubicBezTo>
                  <a:lnTo>
                    <a:pt x="8100" y="662"/>
                  </a:lnTo>
                  <a:lnTo>
                    <a:pt x="6450" y="1147"/>
                  </a:lnTo>
                  <a:cubicBezTo>
                    <a:pt x="6313" y="1186"/>
                    <a:pt x="6189" y="1260"/>
                    <a:pt x="6091" y="1358"/>
                  </a:cubicBezTo>
                  <a:lnTo>
                    <a:pt x="78" y="7368"/>
                  </a:lnTo>
                  <a:cubicBezTo>
                    <a:pt x="0" y="7445"/>
                    <a:pt x="0" y="7569"/>
                    <a:pt x="78" y="7646"/>
                  </a:cubicBezTo>
                  <a:lnTo>
                    <a:pt x="1281" y="8849"/>
                  </a:lnTo>
                  <a:lnTo>
                    <a:pt x="1721" y="9289"/>
                  </a:lnTo>
                  <a:lnTo>
                    <a:pt x="2914" y="10478"/>
                  </a:lnTo>
                  <a:cubicBezTo>
                    <a:pt x="2954" y="10521"/>
                    <a:pt x="3009" y="10542"/>
                    <a:pt x="3063" y="10542"/>
                  </a:cubicBezTo>
                  <a:cubicBezTo>
                    <a:pt x="3118" y="10542"/>
                    <a:pt x="3172" y="10521"/>
                    <a:pt x="3213" y="10478"/>
                  </a:cubicBezTo>
                  <a:lnTo>
                    <a:pt x="6577" y="7111"/>
                  </a:lnTo>
                  <a:lnTo>
                    <a:pt x="9194" y="4497"/>
                  </a:lnTo>
                  <a:cubicBezTo>
                    <a:pt x="9307" y="4388"/>
                    <a:pt x="9388" y="4247"/>
                    <a:pt x="9434" y="4096"/>
                  </a:cubicBezTo>
                  <a:lnTo>
                    <a:pt x="10559" y="236"/>
                  </a:lnTo>
                  <a:cubicBezTo>
                    <a:pt x="10593" y="116"/>
                    <a:pt x="10500" y="0"/>
                    <a:pt x="1038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6" name="Google Shape;22736;p91"/>
            <p:cNvSpPr/>
            <p:nvPr/>
          </p:nvSpPr>
          <p:spPr>
            <a:xfrm>
              <a:off x="7558890" y="2442011"/>
              <a:ext cx="275761" cy="205253"/>
            </a:xfrm>
            <a:custGeom>
              <a:rect b="b" l="l" r="r" t="t"/>
              <a:pathLst>
                <a:path extrusionOk="0" h="7886" w="10595">
                  <a:moveTo>
                    <a:pt x="10383" y="0"/>
                  </a:moveTo>
                  <a:cubicBezTo>
                    <a:pt x="10366" y="0"/>
                    <a:pt x="10349" y="3"/>
                    <a:pt x="10331" y="7"/>
                  </a:cubicBezTo>
                  <a:lnTo>
                    <a:pt x="6429" y="1151"/>
                  </a:lnTo>
                  <a:cubicBezTo>
                    <a:pt x="6306" y="1186"/>
                    <a:pt x="6194" y="1253"/>
                    <a:pt x="6102" y="1344"/>
                  </a:cubicBezTo>
                  <a:lnTo>
                    <a:pt x="75" y="7368"/>
                  </a:lnTo>
                  <a:cubicBezTo>
                    <a:pt x="1" y="7445"/>
                    <a:pt x="1" y="7569"/>
                    <a:pt x="75" y="7646"/>
                  </a:cubicBezTo>
                  <a:lnTo>
                    <a:pt x="314" y="7885"/>
                  </a:lnTo>
                  <a:lnTo>
                    <a:pt x="993" y="7203"/>
                  </a:lnTo>
                  <a:lnTo>
                    <a:pt x="6401" y="1795"/>
                  </a:lnTo>
                  <a:cubicBezTo>
                    <a:pt x="6486" y="1714"/>
                    <a:pt x="6588" y="1651"/>
                    <a:pt x="6700" y="1619"/>
                  </a:cubicBezTo>
                  <a:lnTo>
                    <a:pt x="10483" y="514"/>
                  </a:lnTo>
                  <a:lnTo>
                    <a:pt x="10563" y="236"/>
                  </a:lnTo>
                  <a:cubicBezTo>
                    <a:pt x="10594" y="113"/>
                    <a:pt x="10501" y="0"/>
                    <a:pt x="1038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7" name="Google Shape;22737;p91"/>
            <p:cNvSpPr/>
            <p:nvPr/>
          </p:nvSpPr>
          <p:spPr>
            <a:xfrm>
              <a:off x="7697929" y="2520406"/>
              <a:ext cx="57703" cy="57625"/>
            </a:xfrm>
            <a:custGeom>
              <a:rect b="b" l="l" r="r" t="t"/>
              <a:pathLst>
                <a:path extrusionOk="0" h="2214" w="2217">
                  <a:moveTo>
                    <a:pt x="1108" y="0"/>
                  </a:moveTo>
                  <a:cubicBezTo>
                    <a:pt x="496" y="0"/>
                    <a:pt x="0" y="496"/>
                    <a:pt x="0" y="1105"/>
                  </a:cubicBezTo>
                  <a:cubicBezTo>
                    <a:pt x="0" y="1717"/>
                    <a:pt x="496" y="2213"/>
                    <a:pt x="1108" y="2213"/>
                  </a:cubicBezTo>
                  <a:cubicBezTo>
                    <a:pt x="1721" y="2213"/>
                    <a:pt x="2217" y="1717"/>
                    <a:pt x="2217" y="1105"/>
                  </a:cubicBezTo>
                  <a:cubicBezTo>
                    <a:pt x="2217" y="496"/>
                    <a:pt x="1721" y="0"/>
                    <a:pt x="110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8" name="Google Shape;22738;p91"/>
            <p:cNvSpPr/>
            <p:nvPr/>
          </p:nvSpPr>
          <p:spPr>
            <a:xfrm>
              <a:off x="7698007" y="2520328"/>
              <a:ext cx="35554" cy="57755"/>
            </a:xfrm>
            <a:custGeom>
              <a:rect b="b" l="l" r="r" t="t"/>
              <a:pathLst>
                <a:path extrusionOk="0" h="2219" w="1366">
                  <a:moveTo>
                    <a:pt x="1107" y="1"/>
                  </a:moveTo>
                  <a:cubicBezTo>
                    <a:pt x="512" y="1"/>
                    <a:pt x="1" y="483"/>
                    <a:pt x="1" y="1111"/>
                  </a:cubicBezTo>
                  <a:cubicBezTo>
                    <a:pt x="1" y="1736"/>
                    <a:pt x="512" y="2219"/>
                    <a:pt x="1107" y="2219"/>
                  </a:cubicBezTo>
                  <a:cubicBezTo>
                    <a:pt x="1192" y="2219"/>
                    <a:pt x="1279" y="2209"/>
                    <a:pt x="1366" y="2188"/>
                  </a:cubicBezTo>
                  <a:cubicBezTo>
                    <a:pt x="532" y="1984"/>
                    <a:pt x="229" y="939"/>
                    <a:pt x="841" y="327"/>
                  </a:cubicBezTo>
                  <a:cubicBezTo>
                    <a:pt x="986" y="183"/>
                    <a:pt x="1169" y="81"/>
                    <a:pt x="1366" y="31"/>
                  </a:cubicBezTo>
                  <a:cubicBezTo>
                    <a:pt x="1279" y="11"/>
                    <a:pt x="1192" y="1"/>
                    <a:pt x="1107"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9" name="Google Shape;22739;p91"/>
            <p:cNvSpPr/>
            <p:nvPr/>
          </p:nvSpPr>
          <p:spPr>
            <a:xfrm>
              <a:off x="7551576" y="2649788"/>
              <a:ext cx="74569" cy="73918"/>
            </a:xfrm>
            <a:custGeom>
              <a:rect b="b" l="l" r="r" t="t"/>
              <a:pathLst>
                <a:path extrusionOk="0" h="2840" w="2865">
                  <a:moveTo>
                    <a:pt x="743" y="1"/>
                  </a:moveTo>
                  <a:lnTo>
                    <a:pt x="113" y="631"/>
                  </a:lnTo>
                  <a:cubicBezTo>
                    <a:pt x="1" y="743"/>
                    <a:pt x="1" y="926"/>
                    <a:pt x="113" y="1042"/>
                  </a:cubicBezTo>
                  <a:lnTo>
                    <a:pt x="968" y="1897"/>
                  </a:lnTo>
                  <a:lnTo>
                    <a:pt x="1827" y="2752"/>
                  </a:lnTo>
                  <a:cubicBezTo>
                    <a:pt x="1883" y="2810"/>
                    <a:pt x="1957" y="2839"/>
                    <a:pt x="2031" y="2839"/>
                  </a:cubicBezTo>
                  <a:cubicBezTo>
                    <a:pt x="2105" y="2839"/>
                    <a:pt x="2180" y="2810"/>
                    <a:pt x="2238" y="2752"/>
                  </a:cubicBezTo>
                  <a:lnTo>
                    <a:pt x="2865" y="2126"/>
                  </a:lnTo>
                  <a:lnTo>
                    <a:pt x="2027" y="1289"/>
                  </a:lnTo>
                  <a:lnTo>
                    <a:pt x="1580" y="838"/>
                  </a:lnTo>
                  <a:lnTo>
                    <a:pt x="743"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0" name="Google Shape;22740;p91"/>
            <p:cNvSpPr/>
            <p:nvPr/>
          </p:nvSpPr>
          <p:spPr>
            <a:xfrm>
              <a:off x="7551576" y="2649788"/>
              <a:ext cx="28969" cy="32274"/>
            </a:xfrm>
            <a:custGeom>
              <a:rect b="b" l="l" r="r" t="t"/>
              <a:pathLst>
                <a:path extrusionOk="0" h="1240" w="1113">
                  <a:moveTo>
                    <a:pt x="739" y="1"/>
                  </a:moveTo>
                  <a:lnTo>
                    <a:pt x="113" y="627"/>
                  </a:lnTo>
                  <a:cubicBezTo>
                    <a:pt x="1" y="743"/>
                    <a:pt x="1" y="926"/>
                    <a:pt x="113" y="1042"/>
                  </a:cubicBezTo>
                  <a:lnTo>
                    <a:pt x="310" y="1239"/>
                  </a:lnTo>
                  <a:cubicBezTo>
                    <a:pt x="324" y="1179"/>
                    <a:pt x="356" y="1127"/>
                    <a:pt x="398" y="1084"/>
                  </a:cubicBezTo>
                  <a:lnTo>
                    <a:pt x="1112" y="370"/>
                  </a:lnTo>
                  <a:lnTo>
                    <a:pt x="739"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1" name="Google Shape;22741;p91"/>
            <p:cNvSpPr/>
            <p:nvPr/>
          </p:nvSpPr>
          <p:spPr>
            <a:xfrm>
              <a:off x="7558890" y="2619675"/>
              <a:ext cx="97395" cy="96744"/>
            </a:xfrm>
            <a:custGeom>
              <a:rect b="b" l="l" r="r" t="t"/>
              <a:pathLst>
                <a:path extrusionOk="0" h="3717" w="3742">
                  <a:moveTo>
                    <a:pt x="620" y="0"/>
                  </a:moveTo>
                  <a:lnTo>
                    <a:pt x="78" y="546"/>
                  </a:lnTo>
                  <a:cubicBezTo>
                    <a:pt x="1" y="619"/>
                    <a:pt x="1" y="743"/>
                    <a:pt x="78" y="820"/>
                  </a:cubicBezTo>
                  <a:lnTo>
                    <a:pt x="1282" y="2023"/>
                  </a:lnTo>
                  <a:lnTo>
                    <a:pt x="1722" y="2463"/>
                  </a:lnTo>
                  <a:lnTo>
                    <a:pt x="2911" y="3656"/>
                  </a:lnTo>
                  <a:cubicBezTo>
                    <a:pt x="2953" y="3696"/>
                    <a:pt x="3008" y="3717"/>
                    <a:pt x="3062" y="3717"/>
                  </a:cubicBezTo>
                  <a:cubicBezTo>
                    <a:pt x="3117" y="3717"/>
                    <a:pt x="3171" y="3696"/>
                    <a:pt x="3213" y="3656"/>
                  </a:cubicBezTo>
                  <a:lnTo>
                    <a:pt x="3741" y="3128"/>
                  </a:lnTo>
                  <a:lnTo>
                    <a:pt x="2401" y="1784"/>
                  </a:lnTo>
                  <a:lnTo>
                    <a:pt x="1961" y="1344"/>
                  </a:lnTo>
                  <a:lnTo>
                    <a:pt x="620"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2" name="Google Shape;22742;p91"/>
            <p:cNvSpPr/>
            <p:nvPr/>
          </p:nvSpPr>
          <p:spPr>
            <a:xfrm>
              <a:off x="7558812" y="2619675"/>
              <a:ext cx="25949" cy="27485"/>
            </a:xfrm>
            <a:custGeom>
              <a:rect b="b" l="l" r="r" t="t"/>
              <a:pathLst>
                <a:path extrusionOk="0" h="1056" w="997">
                  <a:moveTo>
                    <a:pt x="620" y="0"/>
                  </a:moveTo>
                  <a:lnTo>
                    <a:pt x="78" y="542"/>
                  </a:lnTo>
                  <a:cubicBezTo>
                    <a:pt x="0" y="619"/>
                    <a:pt x="0" y="743"/>
                    <a:pt x="78" y="816"/>
                  </a:cubicBezTo>
                  <a:lnTo>
                    <a:pt x="317" y="1056"/>
                  </a:lnTo>
                  <a:lnTo>
                    <a:pt x="996" y="377"/>
                  </a:lnTo>
                  <a:lnTo>
                    <a:pt x="620"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3" name="Google Shape;22743;p91"/>
            <p:cNvSpPr/>
            <p:nvPr/>
          </p:nvSpPr>
          <p:spPr>
            <a:xfrm>
              <a:off x="7769635" y="2441985"/>
              <a:ext cx="65095" cy="64418"/>
            </a:xfrm>
            <a:custGeom>
              <a:rect b="b" l="l" r="r" t="t"/>
              <a:pathLst>
                <a:path extrusionOk="0" h="2475" w="2501">
                  <a:moveTo>
                    <a:pt x="2288" y="0"/>
                  </a:moveTo>
                  <a:cubicBezTo>
                    <a:pt x="2271" y="0"/>
                    <a:pt x="2253" y="3"/>
                    <a:pt x="2234" y="8"/>
                  </a:cubicBezTo>
                  <a:lnTo>
                    <a:pt x="0" y="663"/>
                  </a:lnTo>
                  <a:lnTo>
                    <a:pt x="1812" y="2475"/>
                  </a:lnTo>
                  <a:lnTo>
                    <a:pt x="2466" y="237"/>
                  </a:lnTo>
                  <a:cubicBezTo>
                    <a:pt x="2500" y="115"/>
                    <a:pt x="2406" y="0"/>
                    <a:pt x="2288"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4" name="Google Shape;22744;p91"/>
            <p:cNvSpPr/>
            <p:nvPr/>
          </p:nvSpPr>
          <p:spPr>
            <a:xfrm>
              <a:off x="7769635" y="2442011"/>
              <a:ext cx="65095" cy="28318"/>
            </a:xfrm>
            <a:custGeom>
              <a:rect b="b" l="l" r="r" t="t"/>
              <a:pathLst>
                <a:path extrusionOk="0" h="1088" w="2501">
                  <a:moveTo>
                    <a:pt x="2285" y="0"/>
                  </a:moveTo>
                  <a:cubicBezTo>
                    <a:pt x="2268" y="0"/>
                    <a:pt x="2251" y="3"/>
                    <a:pt x="2234" y="7"/>
                  </a:cubicBezTo>
                  <a:lnTo>
                    <a:pt x="1499" y="222"/>
                  </a:lnTo>
                  <a:lnTo>
                    <a:pt x="0" y="662"/>
                  </a:lnTo>
                  <a:lnTo>
                    <a:pt x="422" y="1088"/>
                  </a:lnTo>
                  <a:lnTo>
                    <a:pt x="2382" y="514"/>
                  </a:lnTo>
                  <a:lnTo>
                    <a:pt x="2463" y="240"/>
                  </a:lnTo>
                  <a:cubicBezTo>
                    <a:pt x="2500" y="116"/>
                    <a:pt x="2404" y="0"/>
                    <a:pt x="2285"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5" name="Google Shape;22745;p91"/>
            <p:cNvSpPr/>
            <p:nvPr/>
          </p:nvSpPr>
          <p:spPr>
            <a:xfrm>
              <a:off x="7573179" y="2583991"/>
              <a:ext cx="119544" cy="118087"/>
            </a:xfrm>
            <a:custGeom>
              <a:rect b="b" l="l" r="r" t="t"/>
              <a:pathLst>
                <a:path extrusionOk="0" h="4537" w="4593">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6" name="Google Shape;22746;p91"/>
            <p:cNvSpPr/>
            <p:nvPr/>
          </p:nvSpPr>
          <p:spPr>
            <a:xfrm>
              <a:off x="7573179" y="2583991"/>
              <a:ext cx="119544" cy="118087"/>
            </a:xfrm>
            <a:custGeom>
              <a:rect b="b" l="l" r="r" t="t"/>
              <a:pathLst>
                <a:path extrusionOk="0" h="4537" w="4593">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7" name="Google Shape;22747;p91"/>
            <p:cNvSpPr/>
            <p:nvPr/>
          </p:nvSpPr>
          <p:spPr>
            <a:xfrm>
              <a:off x="7573101" y="2583965"/>
              <a:ext cx="117696" cy="118061"/>
            </a:xfrm>
            <a:custGeom>
              <a:rect b="b" l="l" r="r" t="t"/>
              <a:pathLst>
                <a:path extrusionOk="0" h="4536" w="4522">
                  <a:moveTo>
                    <a:pt x="4247" y="1"/>
                  </a:moveTo>
                  <a:cubicBezTo>
                    <a:pt x="4171" y="1"/>
                    <a:pt x="4094" y="30"/>
                    <a:pt x="4036" y="88"/>
                  </a:cubicBezTo>
                  <a:lnTo>
                    <a:pt x="120" y="4004"/>
                  </a:lnTo>
                  <a:cubicBezTo>
                    <a:pt x="0" y="4120"/>
                    <a:pt x="0" y="4310"/>
                    <a:pt x="120" y="4426"/>
                  </a:cubicBezTo>
                  <a:lnTo>
                    <a:pt x="138" y="4447"/>
                  </a:lnTo>
                  <a:cubicBezTo>
                    <a:pt x="194" y="4504"/>
                    <a:pt x="268" y="4532"/>
                    <a:pt x="345" y="4535"/>
                  </a:cubicBezTo>
                  <a:cubicBezTo>
                    <a:pt x="271" y="4416"/>
                    <a:pt x="289" y="4264"/>
                    <a:pt x="387" y="4166"/>
                  </a:cubicBezTo>
                  <a:lnTo>
                    <a:pt x="4307" y="250"/>
                  </a:lnTo>
                  <a:cubicBezTo>
                    <a:pt x="4360" y="193"/>
                    <a:pt x="4433" y="162"/>
                    <a:pt x="4509" y="162"/>
                  </a:cubicBezTo>
                  <a:cubicBezTo>
                    <a:pt x="4513" y="162"/>
                    <a:pt x="4518" y="162"/>
                    <a:pt x="4522" y="162"/>
                  </a:cubicBezTo>
                  <a:cubicBezTo>
                    <a:pt x="4511" y="141"/>
                    <a:pt x="4493" y="123"/>
                    <a:pt x="4479" y="109"/>
                  </a:cubicBezTo>
                  <a:lnTo>
                    <a:pt x="4458" y="88"/>
                  </a:lnTo>
                  <a:cubicBezTo>
                    <a:pt x="4400" y="30"/>
                    <a:pt x="4324" y="1"/>
                    <a:pt x="424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8" name="Google Shape;22748;p91"/>
            <p:cNvSpPr/>
            <p:nvPr/>
          </p:nvSpPr>
          <p:spPr>
            <a:xfrm>
              <a:off x="7514799" y="2685082"/>
              <a:ext cx="30036" cy="27459"/>
            </a:xfrm>
            <a:custGeom>
              <a:rect b="b" l="l" r="r" t="t"/>
              <a:pathLst>
                <a:path extrusionOk="0" h="1055" w="1154">
                  <a:moveTo>
                    <a:pt x="939" y="0"/>
                  </a:moveTo>
                  <a:cubicBezTo>
                    <a:pt x="888" y="0"/>
                    <a:pt x="838" y="19"/>
                    <a:pt x="801" y="56"/>
                  </a:cubicBezTo>
                  <a:lnTo>
                    <a:pt x="136" y="721"/>
                  </a:lnTo>
                  <a:cubicBezTo>
                    <a:pt x="1" y="865"/>
                    <a:pt x="129" y="1055"/>
                    <a:pt x="279" y="1055"/>
                  </a:cubicBezTo>
                  <a:cubicBezTo>
                    <a:pt x="323" y="1055"/>
                    <a:pt x="369" y="1038"/>
                    <a:pt x="411" y="999"/>
                  </a:cubicBezTo>
                  <a:lnTo>
                    <a:pt x="1076" y="334"/>
                  </a:lnTo>
                  <a:cubicBezTo>
                    <a:pt x="1153" y="256"/>
                    <a:pt x="1153" y="133"/>
                    <a:pt x="1076" y="56"/>
                  </a:cubicBezTo>
                  <a:cubicBezTo>
                    <a:pt x="1039" y="19"/>
                    <a:pt x="989" y="0"/>
                    <a:pt x="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9" name="Google Shape;22749;p91"/>
            <p:cNvSpPr/>
            <p:nvPr/>
          </p:nvSpPr>
          <p:spPr>
            <a:xfrm>
              <a:off x="7531717" y="2701843"/>
              <a:ext cx="29958" cy="27537"/>
            </a:xfrm>
            <a:custGeom>
              <a:rect b="b" l="l" r="r" t="t"/>
              <a:pathLst>
                <a:path extrusionOk="0" h="1058" w="1151">
                  <a:moveTo>
                    <a:pt x="935" y="1"/>
                  </a:moveTo>
                  <a:cubicBezTo>
                    <a:pt x="885" y="1"/>
                    <a:pt x="836" y="20"/>
                    <a:pt x="799" y="59"/>
                  </a:cubicBezTo>
                  <a:lnTo>
                    <a:pt x="134" y="724"/>
                  </a:lnTo>
                  <a:cubicBezTo>
                    <a:pt x="1" y="868"/>
                    <a:pt x="127" y="1058"/>
                    <a:pt x="278" y="1058"/>
                  </a:cubicBezTo>
                  <a:cubicBezTo>
                    <a:pt x="322" y="1058"/>
                    <a:pt x="369" y="1041"/>
                    <a:pt x="412" y="1002"/>
                  </a:cubicBezTo>
                  <a:lnTo>
                    <a:pt x="1077" y="337"/>
                  </a:lnTo>
                  <a:cubicBezTo>
                    <a:pt x="1151" y="260"/>
                    <a:pt x="1151" y="136"/>
                    <a:pt x="1073" y="59"/>
                  </a:cubicBezTo>
                  <a:cubicBezTo>
                    <a:pt x="1034" y="20"/>
                    <a:pt x="984" y="1"/>
                    <a:pt x="9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0" name="Google Shape;22750;p91"/>
            <p:cNvSpPr/>
            <p:nvPr/>
          </p:nvSpPr>
          <p:spPr>
            <a:xfrm>
              <a:off x="7564876" y="2735601"/>
              <a:ext cx="31936" cy="27667"/>
            </a:xfrm>
            <a:custGeom>
              <a:rect b="b" l="l" r="r" t="t"/>
              <a:pathLst>
                <a:path extrusionOk="0" h="1063" w="1227">
                  <a:moveTo>
                    <a:pt x="950" y="1"/>
                  </a:moveTo>
                  <a:cubicBezTo>
                    <a:pt x="905" y="1"/>
                    <a:pt x="859" y="17"/>
                    <a:pt x="816" y="57"/>
                  </a:cubicBezTo>
                  <a:lnTo>
                    <a:pt x="151" y="722"/>
                  </a:lnTo>
                  <a:cubicBezTo>
                    <a:pt x="1" y="861"/>
                    <a:pt x="133" y="1062"/>
                    <a:pt x="287" y="1062"/>
                  </a:cubicBezTo>
                  <a:cubicBezTo>
                    <a:pt x="335" y="1062"/>
                    <a:pt x="385" y="1043"/>
                    <a:pt x="429" y="996"/>
                  </a:cubicBezTo>
                  <a:lnTo>
                    <a:pt x="1094" y="331"/>
                  </a:lnTo>
                  <a:cubicBezTo>
                    <a:pt x="1227" y="190"/>
                    <a:pt x="1100" y="1"/>
                    <a:pt x="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1" name="Google Shape;22751;p91"/>
            <p:cNvSpPr/>
            <p:nvPr/>
          </p:nvSpPr>
          <p:spPr>
            <a:xfrm>
              <a:off x="7548479" y="2718709"/>
              <a:ext cx="30036" cy="27511"/>
            </a:xfrm>
            <a:custGeom>
              <a:rect b="b" l="l" r="r" t="t"/>
              <a:pathLst>
                <a:path extrusionOk="0" h="1057" w="1154">
                  <a:moveTo>
                    <a:pt x="938" y="0"/>
                  </a:moveTo>
                  <a:cubicBezTo>
                    <a:pt x="887" y="0"/>
                    <a:pt x="837" y="20"/>
                    <a:pt x="799" y="58"/>
                  </a:cubicBezTo>
                  <a:lnTo>
                    <a:pt x="134" y="723"/>
                  </a:lnTo>
                  <a:cubicBezTo>
                    <a:pt x="0" y="865"/>
                    <a:pt x="130" y="1057"/>
                    <a:pt x="280" y="1057"/>
                  </a:cubicBezTo>
                  <a:cubicBezTo>
                    <a:pt x="324" y="1057"/>
                    <a:pt x="370" y="1040"/>
                    <a:pt x="412" y="1001"/>
                  </a:cubicBezTo>
                  <a:lnTo>
                    <a:pt x="1077" y="336"/>
                  </a:lnTo>
                  <a:cubicBezTo>
                    <a:pt x="1154" y="259"/>
                    <a:pt x="1154" y="136"/>
                    <a:pt x="1077" y="58"/>
                  </a:cubicBezTo>
                  <a:cubicBezTo>
                    <a:pt x="1038" y="20"/>
                    <a:pt x="988"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2" name="Google Shape;22752;p91"/>
            <p:cNvSpPr/>
            <p:nvPr/>
          </p:nvSpPr>
          <p:spPr>
            <a:xfrm>
              <a:off x="7488303" y="2436571"/>
              <a:ext cx="352490" cy="347493"/>
            </a:xfrm>
            <a:custGeom>
              <a:rect b="b" l="l" r="r" t="t"/>
              <a:pathLst>
                <a:path extrusionOk="0" h="13351" w="13543">
                  <a:moveTo>
                    <a:pt x="13085" y="399"/>
                  </a:moveTo>
                  <a:lnTo>
                    <a:pt x="12530" y="2296"/>
                  </a:lnTo>
                  <a:lnTo>
                    <a:pt x="11185" y="952"/>
                  </a:lnTo>
                  <a:lnTo>
                    <a:pt x="13085" y="399"/>
                  </a:lnTo>
                  <a:close/>
                  <a:moveTo>
                    <a:pt x="5654" y="4424"/>
                  </a:moveTo>
                  <a:lnTo>
                    <a:pt x="3262" y="6817"/>
                  </a:lnTo>
                  <a:lnTo>
                    <a:pt x="560" y="6581"/>
                  </a:lnTo>
                  <a:cubicBezTo>
                    <a:pt x="524" y="6581"/>
                    <a:pt x="510" y="6539"/>
                    <a:pt x="535" y="6514"/>
                  </a:cubicBezTo>
                  <a:cubicBezTo>
                    <a:pt x="1703" y="5346"/>
                    <a:pt x="3248" y="4629"/>
                    <a:pt x="4894" y="4491"/>
                  </a:cubicBezTo>
                  <a:lnTo>
                    <a:pt x="5654" y="4424"/>
                  </a:lnTo>
                  <a:close/>
                  <a:moveTo>
                    <a:pt x="3336" y="7299"/>
                  </a:moveTo>
                  <a:lnTo>
                    <a:pt x="4402" y="8362"/>
                  </a:lnTo>
                  <a:lnTo>
                    <a:pt x="3997" y="8766"/>
                  </a:lnTo>
                  <a:lnTo>
                    <a:pt x="2931" y="7704"/>
                  </a:lnTo>
                  <a:lnTo>
                    <a:pt x="3336" y="7299"/>
                  </a:lnTo>
                  <a:close/>
                  <a:moveTo>
                    <a:pt x="3170" y="8492"/>
                  </a:moveTo>
                  <a:lnTo>
                    <a:pt x="3723" y="9041"/>
                  </a:lnTo>
                  <a:lnTo>
                    <a:pt x="3248" y="9516"/>
                  </a:lnTo>
                  <a:cubicBezTo>
                    <a:pt x="3223" y="9540"/>
                    <a:pt x="3202" y="9568"/>
                    <a:pt x="3184" y="9597"/>
                  </a:cubicBezTo>
                  <a:lnTo>
                    <a:pt x="2692" y="9104"/>
                  </a:lnTo>
                  <a:cubicBezTo>
                    <a:pt x="2657" y="9069"/>
                    <a:pt x="2653" y="9009"/>
                    <a:pt x="2688" y="8974"/>
                  </a:cubicBezTo>
                  <a:lnTo>
                    <a:pt x="3170" y="8492"/>
                  </a:lnTo>
                  <a:close/>
                  <a:moveTo>
                    <a:pt x="10756" y="1078"/>
                  </a:moveTo>
                  <a:lnTo>
                    <a:pt x="12403" y="2725"/>
                  </a:lnTo>
                  <a:lnTo>
                    <a:pt x="11910" y="4424"/>
                  </a:lnTo>
                  <a:lnTo>
                    <a:pt x="6464" y="9871"/>
                  </a:lnTo>
                  <a:lnTo>
                    <a:pt x="5398" y="8805"/>
                  </a:lnTo>
                  <a:lnTo>
                    <a:pt x="7885" y="6317"/>
                  </a:lnTo>
                  <a:cubicBezTo>
                    <a:pt x="8065" y="6138"/>
                    <a:pt x="8100" y="5835"/>
                    <a:pt x="7864" y="5600"/>
                  </a:cubicBezTo>
                  <a:cubicBezTo>
                    <a:pt x="7767" y="5503"/>
                    <a:pt x="7641" y="5455"/>
                    <a:pt x="7514" y="5455"/>
                  </a:cubicBezTo>
                  <a:cubicBezTo>
                    <a:pt x="7388" y="5455"/>
                    <a:pt x="7262" y="5503"/>
                    <a:pt x="7167" y="5600"/>
                  </a:cubicBezTo>
                  <a:lnTo>
                    <a:pt x="4680" y="8087"/>
                  </a:lnTo>
                  <a:lnTo>
                    <a:pt x="3614" y="7021"/>
                  </a:lnTo>
                  <a:lnTo>
                    <a:pt x="9060" y="1575"/>
                  </a:lnTo>
                  <a:lnTo>
                    <a:pt x="10756" y="1078"/>
                  </a:lnTo>
                  <a:close/>
                  <a:moveTo>
                    <a:pt x="7513" y="5851"/>
                  </a:moveTo>
                  <a:cubicBezTo>
                    <a:pt x="7603" y="5851"/>
                    <a:pt x="7680" y="5967"/>
                    <a:pt x="7597" y="6054"/>
                  </a:cubicBezTo>
                  <a:lnTo>
                    <a:pt x="4982" y="8668"/>
                  </a:lnTo>
                  <a:lnTo>
                    <a:pt x="3698" y="9948"/>
                  </a:lnTo>
                  <a:cubicBezTo>
                    <a:pt x="3672" y="9975"/>
                    <a:pt x="3644" y="9986"/>
                    <a:pt x="3616" y="9986"/>
                  </a:cubicBezTo>
                  <a:cubicBezTo>
                    <a:pt x="3526" y="9986"/>
                    <a:pt x="3449" y="9870"/>
                    <a:pt x="3533" y="9787"/>
                  </a:cubicBezTo>
                  <a:lnTo>
                    <a:pt x="7431" y="5888"/>
                  </a:lnTo>
                  <a:cubicBezTo>
                    <a:pt x="7457" y="5862"/>
                    <a:pt x="7486" y="5851"/>
                    <a:pt x="7513" y="5851"/>
                  </a:cubicBezTo>
                  <a:close/>
                  <a:moveTo>
                    <a:pt x="5120" y="9083"/>
                  </a:moveTo>
                  <a:lnTo>
                    <a:pt x="6186" y="10145"/>
                  </a:lnTo>
                  <a:lnTo>
                    <a:pt x="5792" y="10540"/>
                  </a:lnTo>
                  <a:cubicBezTo>
                    <a:pt x="5788" y="10541"/>
                    <a:pt x="5785" y="10542"/>
                    <a:pt x="5781" y="10542"/>
                  </a:cubicBezTo>
                  <a:cubicBezTo>
                    <a:pt x="5778" y="10542"/>
                    <a:pt x="5774" y="10541"/>
                    <a:pt x="5771" y="10540"/>
                  </a:cubicBezTo>
                  <a:lnTo>
                    <a:pt x="4715" y="9484"/>
                  </a:lnTo>
                  <a:lnTo>
                    <a:pt x="5120" y="9083"/>
                  </a:lnTo>
                  <a:close/>
                  <a:moveTo>
                    <a:pt x="4437" y="9762"/>
                  </a:moveTo>
                  <a:lnTo>
                    <a:pt x="4989" y="10314"/>
                  </a:lnTo>
                  <a:lnTo>
                    <a:pt x="4507" y="10796"/>
                  </a:lnTo>
                  <a:cubicBezTo>
                    <a:pt x="4490" y="10814"/>
                    <a:pt x="4466" y="10823"/>
                    <a:pt x="4442" y="10823"/>
                  </a:cubicBezTo>
                  <a:cubicBezTo>
                    <a:pt x="4419" y="10823"/>
                    <a:pt x="4395" y="10814"/>
                    <a:pt x="4377" y="10796"/>
                  </a:cubicBezTo>
                  <a:lnTo>
                    <a:pt x="3885" y="10300"/>
                  </a:lnTo>
                  <a:cubicBezTo>
                    <a:pt x="3913" y="10283"/>
                    <a:pt x="3941" y="10262"/>
                    <a:pt x="3966" y="10237"/>
                  </a:cubicBezTo>
                  <a:lnTo>
                    <a:pt x="4437" y="9762"/>
                  </a:lnTo>
                  <a:close/>
                  <a:moveTo>
                    <a:pt x="13103" y="0"/>
                  </a:moveTo>
                  <a:cubicBezTo>
                    <a:pt x="13067" y="0"/>
                    <a:pt x="13031" y="5"/>
                    <a:pt x="12994" y="16"/>
                  </a:cubicBezTo>
                  <a:lnTo>
                    <a:pt x="8902" y="1212"/>
                  </a:lnTo>
                  <a:cubicBezTo>
                    <a:pt x="8870" y="1223"/>
                    <a:pt x="8842" y="1240"/>
                    <a:pt x="8818" y="1261"/>
                  </a:cubicBezTo>
                  <a:lnTo>
                    <a:pt x="6084" y="3999"/>
                  </a:lnTo>
                  <a:lnTo>
                    <a:pt x="4863" y="4101"/>
                  </a:lnTo>
                  <a:cubicBezTo>
                    <a:pt x="3125" y="4249"/>
                    <a:pt x="1492" y="5005"/>
                    <a:pt x="261" y="6236"/>
                  </a:cubicBezTo>
                  <a:cubicBezTo>
                    <a:pt x="0" y="6497"/>
                    <a:pt x="162" y="6940"/>
                    <a:pt x="528" y="6972"/>
                  </a:cubicBezTo>
                  <a:lnTo>
                    <a:pt x="2903" y="7179"/>
                  </a:lnTo>
                  <a:lnTo>
                    <a:pt x="2657" y="7426"/>
                  </a:lnTo>
                  <a:cubicBezTo>
                    <a:pt x="2502" y="7577"/>
                    <a:pt x="2502" y="7823"/>
                    <a:pt x="2657" y="7978"/>
                  </a:cubicBezTo>
                  <a:lnTo>
                    <a:pt x="2892" y="8214"/>
                  </a:lnTo>
                  <a:lnTo>
                    <a:pt x="2410" y="8699"/>
                  </a:lnTo>
                  <a:cubicBezTo>
                    <a:pt x="2220" y="8886"/>
                    <a:pt x="2220" y="9196"/>
                    <a:pt x="2410" y="9382"/>
                  </a:cubicBezTo>
                  <a:lnTo>
                    <a:pt x="4099" y="11074"/>
                  </a:lnTo>
                  <a:cubicBezTo>
                    <a:pt x="4194" y="11168"/>
                    <a:pt x="4318" y="11214"/>
                    <a:pt x="4442" y="11214"/>
                  </a:cubicBezTo>
                  <a:cubicBezTo>
                    <a:pt x="4566" y="11214"/>
                    <a:pt x="4690" y="11168"/>
                    <a:pt x="4785" y="11074"/>
                  </a:cubicBezTo>
                  <a:lnTo>
                    <a:pt x="5267" y="10589"/>
                  </a:lnTo>
                  <a:lnTo>
                    <a:pt x="5493" y="10814"/>
                  </a:lnTo>
                  <a:cubicBezTo>
                    <a:pt x="5572" y="10893"/>
                    <a:pt x="5676" y="10933"/>
                    <a:pt x="5781" y="10933"/>
                  </a:cubicBezTo>
                  <a:cubicBezTo>
                    <a:pt x="5886" y="10933"/>
                    <a:pt x="5990" y="10893"/>
                    <a:pt x="6070" y="10814"/>
                  </a:cubicBezTo>
                  <a:lnTo>
                    <a:pt x="6302" y="10582"/>
                  </a:lnTo>
                  <a:lnTo>
                    <a:pt x="6509" y="12957"/>
                  </a:lnTo>
                  <a:cubicBezTo>
                    <a:pt x="6530" y="13199"/>
                    <a:pt x="6733" y="13350"/>
                    <a:pt x="6943" y="13350"/>
                  </a:cubicBezTo>
                  <a:cubicBezTo>
                    <a:pt x="7050" y="13350"/>
                    <a:pt x="7158" y="13311"/>
                    <a:pt x="7245" y="13224"/>
                  </a:cubicBezTo>
                  <a:cubicBezTo>
                    <a:pt x="8001" y="12471"/>
                    <a:pt x="8582" y="11563"/>
                    <a:pt x="8951" y="10564"/>
                  </a:cubicBezTo>
                  <a:cubicBezTo>
                    <a:pt x="9015" y="10407"/>
                    <a:pt x="8886" y="10292"/>
                    <a:pt x="8760" y="10292"/>
                  </a:cubicBezTo>
                  <a:cubicBezTo>
                    <a:pt x="8686" y="10292"/>
                    <a:pt x="8613" y="10332"/>
                    <a:pt x="8582" y="10427"/>
                  </a:cubicBezTo>
                  <a:cubicBezTo>
                    <a:pt x="8233" y="11373"/>
                    <a:pt x="7685" y="12235"/>
                    <a:pt x="6970" y="12946"/>
                  </a:cubicBezTo>
                  <a:cubicBezTo>
                    <a:pt x="6962" y="12955"/>
                    <a:pt x="6951" y="12959"/>
                    <a:pt x="6941" y="12959"/>
                  </a:cubicBezTo>
                  <a:cubicBezTo>
                    <a:pt x="6921" y="12959"/>
                    <a:pt x="6902" y="12945"/>
                    <a:pt x="6900" y="12922"/>
                  </a:cubicBezTo>
                  <a:lnTo>
                    <a:pt x="6664" y="10219"/>
                  </a:lnTo>
                  <a:lnTo>
                    <a:pt x="9060" y="7827"/>
                  </a:lnTo>
                  <a:lnTo>
                    <a:pt x="9060" y="7827"/>
                  </a:lnTo>
                  <a:cubicBezTo>
                    <a:pt x="8979" y="8794"/>
                    <a:pt x="8958" y="9048"/>
                    <a:pt x="8846" y="9540"/>
                  </a:cubicBezTo>
                  <a:cubicBezTo>
                    <a:pt x="8821" y="9649"/>
                    <a:pt x="8884" y="9755"/>
                    <a:pt x="8993" y="9780"/>
                  </a:cubicBezTo>
                  <a:cubicBezTo>
                    <a:pt x="9008" y="9783"/>
                    <a:pt x="9023" y="9785"/>
                    <a:pt x="9038" y="9785"/>
                  </a:cubicBezTo>
                  <a:cubicBezTo>
                    <a:pt x="9127" y="9785"/>
                    <a:pt x="9208" y="9722"/>
                    <a:pt x="9229" y="9628"/>
                  </a:cubicBezTo>
                  <a:cubicBezTo>
                    <a:pt x="9363" y="9030"/>
                    <a:pt x="9373" y="8745"/>
                    <a:pt x="9486" y="7401"/>
                  </a:cubicBezTo>
                  <a:lnTo>
                    <a:pt x="12220" y="4667"/>
                  </a:lnTo>
                  <a:cubicBezTo>
                    <a:pt x="12245" y="4646"/>
                    <a:pt x="12262" y="4614"/>
                    <a:pt x="12269" y="4583"/>
                  </a:cubicBezTo>
                  <a:lnTo>
                    <a:pt x="12815" y="2725"/>
                  </a:lnTo>
                  <a:lnTo>
                    <a:pt x="13465" y="491"/>
                  </a:lnTo>
                  <a:cubicBezTo>
                    <a:pt x="13542" y="239"/>
                    <a:pt x="13348" y="0"/>
                    <a:pt x="131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3" name="Google Shape;22753;p91"/>
            <p:cNvSpPr/>
            <p:nvPr/>
          </p:nvSpPr>
          <p:spPr>
            <a:xfrm>
              <a:off x="7690407" y="2517517"/>
              <a:ext cx="81909" cy="65277"/>
            </a:xfrm>
            <a:custGeom>
              <a:rect b="b" l="l" r="r" t="t"/>
              <a:pathLst>
                <a:path extrusionOk="0" h="2508" w="3147">
                  <a:moveTo>
                    <a:pt x="944" y="1"/>
                  </a:moveTo>
                  <a:cubicBezTo>
                    <a:pt x="920" y="1"/>
                    <a:pt x="893" y="5"/>
                    <a:pt x="866" y="16"/>
                  </a:cubicBezTo>
                  <a:cubicBezTo>
                    <a:pt x="307" y="270"/>
                    <a:pt x="1" y="878"/>
                    <a:pt x="131" y="1480"/>
                  </a:cubicBezTo>
                  <a:cubicBezTo>
                    <a:pt x="257" y="2078"/>
                    <a:pt x="789" y="2507"/>
                    <a:pt x="1404" y="2507"/>
                  </a:cubicBezTo>
                  <a:cubicBezTo>
                    <a:pt x="2562" y="2507"/>
                    <a:pt x="3146" y="1100"/>
                    <a:pt x="2326" y="284"/>
                  </a:cubicBezTo>
                  <a:cubicBezTo>
                    <a:pt x="2214" y="171"/>
                    <a:pt x="2083" y="80"/>
                    <a:pt x="1939" y="16"/>
                  </a:cubicBezTo>
                  <a:cubicBezTo>
                    <a:pt x="1912" y="5"/>
                    <a:pt x="1886" y="1"/>
                    <a:pt x="1862" y="1"/>
                  </a:cubicBezTo>
                  <a:cubicBezTo>
                    <a:pt x="1680" y="1"/>
                    <a:pt x="1585" y="272"/>
                    <a:pt x="1781" y="372"/>
                  </a:cubicBezTo>
                  <a:cubicBezTo>
                    <a:pt x="2171" y="551"/>
                    <a:pt x="2386" y="977"/>
                    <a:pt x="2295" y="1395"/>
                  </a:cubicBezTo>
                  <a:cubicBezTo>
                    <a:pt x="2203" y="1818"/>
                    <a:pt x="1834" y="2117"/>
                    <a:pt x="1404" y="2117"/>
                  </a:cubicBezTo>
                  <a:cubicBezTo>
                    <a:pt x="975" y="2117"/>
                    <a:pt x="602" y="1818"/>
                    <a:pt x="511" y="1395"/>
                  </a:cubicBezTo>
                  <a:cubicBezTo>
                    <a:pt x="423" y="977"/>
                    <a:pt x="637" y="551"/>
                    <a:pt x="1028" y="372"/>
                  </a:cubicBezTo>
                  <a:cubicBezTo>
                    <a:pt x="1223" y="272"/>
                    <a:pt x="1129" y="1"/>
                    <a:pt x="9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54" name="Google Shape;22754;p91"/>
          <p:cNvGrpSpPr/>
          <p:nvPr/>
        </p:nvGrpSpPr>
        <p:grpSpPr>
          <a:xfrm>
            <a:off x="4146190" y="3339908"/>
            <a:ext cx="341975" cy="394915"/>
            <a:chOff x="4146190" y="3339908"/>
            <a:chExt cx="341975" cy="394915"/>
          </a:xfrm>
        </p:grpSpPr>
        <p:sp>
          <p:nvSpPr>
            <p:cNvPr id="22755" name="Google Shape;22755;p91"/>
            <p:cNvSpPr/>
            <p:nvPr/>
          </p:nvSpPr>
          <p:spPr>
            <a:xfrm>
              <a:off x="4152046" y="3360704"/>
              <a:ext cx="278520" cy="368341"/>
            </a:xfrm>
            <a:custGeom>
              <a:rect b="b" l="l" r="r" t="t"/>
              <a:pathLst>
                <a:path extrusionOk="0" h="14152" w="10701">
                  <a:moveTo>
                    <a:pt x="0" y="1"/>
                  </a:moveTo>
                  <a:lnTo>
                    <a:pt x="0" y="14152"/>
                  </a:lnTo>
                  <a:lnTo>
                    <a:pt x="10700" y="14152"/>
                  </a:lnTo>
                  <a:lnTo>
                    <a:pt x="10700" y="2478"/>
                  </a:lnTo>
                  <a:lnTo>
                    <a:pt x="822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6" name="Google Shape;22756;p91"/>
            <p:cNvSpPr/>
            <p:nvPr/>
          </p:nvSpPr>
          <p:spPr>
            <a:xfrm>
              <a:off x="4405528" y="3400083"/>
              <a:ext cx="25038" cy="328962"/>
            </a:xfrm>
            <a:custGeom>
              <a:rect b="b" l="l" r="r" t="t"/>
              <a:pathLst>
                <a:path extrusionOk="0" h="12639" w="962">
                  <a:moveTo>
                    <a:pt x="1" y="0"/>
                  </a:moveTo>
                  <a:lnTo>
                    <a:pt x="1" y="12639"/>
                  </a:lnTo>
                  <a:lnTo>
                    <a:pt x="961" y="12639"/>
                  </a:lnTo>
                  <a:lnTo>
                    <a:pt x="961" y="965"/>
                  </a:lnTo>
                  <a:lnTo>
                    <a:pt x="1"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7" name="Google Shape;22757;p91"/>
            <p:cNvSpPr/>
            <p:nvPr/>
          </p:nvSpPr>
          <p:spPr>
            <a:xfrm>
              <a:off x="4366071" y="3360704"/>
              <a:ext cx="64496" cy="64496"/>
            </a:xfrm>
            <a:custGeom>
              <a:rect b="b" l="l" r="r" t="t"/>
              <a:pathLst>
                <a:path extrusionOk="0" h="2478" w="2478">
                  <a:moveTo>
                    <a:pt x="0" y="1"/>
                  </a:moveTo>
                  <a:lnTo>
                    <a:pt x="21" y="2460"/>
                  </a:lnTo>
                  <a:lnTo>
                    <a:pt x="2477" y="2478"/>
                  </a:lnTo>
                  <a:lnTo>
                    <a:pt x="2477" y="2478"/>
                  </a:lnTo>
                  <a:lnTo>
                    <a:pt x="0"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8" name="Google Shape;22758;p91"/>
            <p:cNvSpPr/>
            <p:nvPr/>
          </p:nvSpPr>
          <p:spPr>
            <a:xfrm>
              <a:off x="4187210" y="3451722"/>
              <a:ext cx="33914" cy="33836"/>
            </a:xfrm>
            <a:custGeom>
              <a:rect b="b" l="l" r="r" t="t"/>
              <a:pathLst>
                <a:path extrusionOk="0" h="1300" w="1303">
                  <a:moveTo>
                    <a:pt x="1" y="1"/>
                  </a:moveTo>
                  <a:lnTo>
                    <a:pt x="1" y="1299"/>
                  </a:lnTo>
                  <a:lnTo>
                    <a:pt x="1302" y="1299"/>
                  </a:lnTo>
                  <a:lnTo>
                    <a:pt x="130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9" name="Google Shape;22759;p91"/>
            <p:cNvSpPr/>
            <p:nvPr/>
          </p:nvSpPr>
          <p:spPr>
            <a:xfrm>
              <a:off x="4187210" y="3547607"/>
              <a:ext cx="33914" cy="33914"/>
            </a:xfrm>
            <a:custGeom>
              <a:rect b="b" l="l" r="r" t="t"/>
              <a:pathLst>
                <a:path extrusionOk="0" h="1303" w="1303">
                  <a:moveTo>
                    <a:pt x="1" y="1"/>
                  </a:moveTo>
                  <a:lnTo>
                    <a:pt x="1" y="1303"/>
                  </a:lnTo>
                  <a:lnTo>
                    <a:pt x="1302" y="1303"/>
                  </a:lnTo>
                  <a:lnTo>
                    <a:pt x="1302"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0" name="Google Shape;22760;p91"/>
            <p:cNvSpPr/>
            <p:nvPr/>
          </p:nvSpPr>
          <p:spPr>
            <a:xfrm>
              <a:off x="4187210" y="3643492"/>
              <a:ext cx="33914" cy="33914"/>
            </a:xfrm>
            <a:custGeom>
              <a:rect b="b" l="l" r="r" t="t"/>
              <a:pathLst>
                <a:path extrusionOk="0" h="1303" w="1303">
                  <a:moveTo>
                    <a:pt x="1" y="1"/>
                  </a:moveTo>
                  <a:lnTo>
                    <a:pt x="1" y="1302"/>
                  </a:lnTo>
                  <a:lnTo>
                    <a:pt x="1302" y="1302"/>
                  </a:lnTo>
                  <a:lnTo>
                    <a:pt x="1302"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1" name="Google Shape;22761;p91"/>
            <p:cNvSpPr/>
            <p:nvPr/>
          </p:nvSpPr>
          <p:spPr>
            <a:xfrm>
              <a:off x="4274220" y="3345790"/>
              <a:ext cx="42971" cy="39484"/>
            </a:xfrm>
            <a:custGeom>
              <a:rect b="b" l="l" r="r" t="t"/>
              <a:pathLst>
                <a:path extrusionOk="0" h="1517" w="1651">
                  <a:moveTo>
                    <a:pt x="0" y="0"/>
                  </a:moveTo>
                  <a:lnTo>
                    <a:pt x="172" y="1516"/>
                  </a:lnTo>
                  <a:lnTo>
                    <a:pt x="1478" y="1516"/>
                  </a:lnTo>
                  <a:lnTo>
                    <a:pt x="165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2" name="Google Shape;22762;p91"/>
            <p:cNvSpPr/>
            <p:nvPr/>
          </p:nvSpPr>
          <p:spPr>
            <a:xfrm>
              <a:off x="4368595" y="3604737"/>
              <a:ext cx="113246" cy="111450"/>
            </a:xfrm>
            <a:custGeom>
              <a:rect b="b" l="l" r="r" t="t"/>
              <a:pathLst>
                <a:path extrusionOk="0" h="4282" w="4351">
                  <a:moveTo>
                    <a:pt x="273" y="1"/>
                  </a:moveTo>
                  <a:cubicBezTo>
                    <a:pt x="123" y="1"/>
                    <a:pt x="1" y="152"/>
                    <a:pt x="58" y="311"/>
                  </a:cubicBezTo>
                  <a:lnTo>
                    <a:pt x="1296" y="3769"/>
                  </a:lnTo>
                  <a:cubicBezTo>
                    <a:pt x="1333" y="3871"/>
                    <a:pt x="1425" y="3923"/>
                    <a:pt x="1517" y="3923"/>
                  </a:cubicBezTo>
                  <a:cubicBezTo>
                    <a:pt x="1600" y="3923"/>
                    <a:pt x="1684" y="3880"/>
                    <a:pt x="1726" y="3791"/>
                  </a:cubicBezTo>
                  <a:lnTo>
                    <a:pt x="2137" y="2911"/>
                  </a:lnTo>
                  <a:lnTo>
                    <a:pt x="3443" y="4213"/>
                  </a:lnTo>
                  <a:cubicBezTo>
                    <a:pt x="3487" y="4259"/>
                    <a:pt x="3546" y="4281"/>
                    <a:pt x="3605" y="4281"/>
                  </a:cubicBezTo>
                  <a:cubicBezTo>
                    <a:pt x="3664" y="4281"/>
                    <a:pt x="3724" y="4259"/>
                    <a:pt x="3770" y="4213"/>
                  </a:cubicBezTo>
                  <a:lnTo>
                    <a:pt x="4259" y="3724"/>
                  </a:lnTo>
                  <a:cubicBezTo>
                    <a:pt x="4350" y="3632"/>
                    <a:pt x="4350" y="3484"/>
                    <a:pt x="4259" y="3397"/>
                  </a:cubicBezTo>
                  <a:lnTo>
                    <a:pt x="2957" y="2091"/>
                  </a:lnTo>
                  <a:lnTo>
                    <a:pt x="3837" y="1680"/>
                  </a:lnTo>
                  <a:cubicBezTo>
                    <a:pt x="4020" y="1592"/>
                    <a:pt x="4006" y="1321"/>
                    <a:pt x="3812" y="1254"/>
                  </a:cubicBezTo>
                  <a:lnTo>
                    <a:pt x="353" y="15"/>
                  </a:lnTo>
                  <a:cubicBezTo>
                    <a:pt x="326" y="5"/>
                    <a:pt x="299" y="1"/>
                    <a:pt x="273"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3" name="Google Shape;22763;p91"/>
            <p:cNvSpPr/>
            <p:nvPr/>
          </p:nvSpPr>
          <p:spPr>
            <a:xfrm>
              <a:off x="4146268" y="3339908"/>
              <a:ext cx="290050" cy="178236"/>
            </a:xfrm>
            <a:custGeom>
              <a:rect b="b" l="l" r="r" t="t"/>
              <a:pathLst>
                <a:path extrusionOk="0" h="6848" w="11144">
                  <a:moveTo>
                    <a:pt x="6316" y="448"/>
                  </a:moveTo>
                  <a:lnTo>
                    <a:pt x="6197" y="1521"/>
                  </a:lnTo>
                  <a:lnTo>
                    <a:pt x="5286" y="1521"/>
                  </a:lnTo>
                  <a:lnTo>
                    <a:pt x="5201" y="778"/>
                  </a:lnTo>
                  <a:lnTo>
                    <a:pt x="5201" y="771"/>
                  </a:lnTo>
                  <a:lnTo>
                    <a:pt x="5166" y="448"/>
                  </a:lnTo>
                  <a:close/>
                  <a:moveTo>
                    <a:pt x="8674" y="1338"/>
                  </a:moveTo>
                  <a:lnTo>
                    <a:pt x="10384" y="3048"/>
                  </a:lnTo>
                  <a:lnTo>
                    <a:pt x="8684" y="3037"/>
                  </a:lnTo>
                  <a:lnTo>
                    <a:pt x="8674" y="1338"/>
                  </a:lnTo>
                  <a:close/>
                  <a:moveTo>
                    <a:pt x="4920" y="1"/>
                  </a:moveTo>
                  <a:cubicBezTo>
                    <a:pt x="4786" y="1"/>
                    <a:pt x="4684" y="117"/>
                    <a:pt x="4698" y="247"/>
                  </a:cubicBezTo>
                  <a:lnTo>
                    <a:pt x="4737" y="574"/>
                  </a:lnTo>
                  <a:lnTo>
                    <a:pt x="222" y="574"/>
                  </a:lnTo>
                  <a:cubicBezTo>
                    <a:pt x="99" y="574"/>
                    <a:pt x="1" y="673"/>
                    <a:pt x="1" y="796"/>
                  </a:cubicBezTo>
                  <a:lnTo>
                    <a:pt x="1" y="1746"/>
                  </a:lnTo>
                  <a:cubicBezTo>
                    <a:pt x="1" y="1866"/>
                    <a:pt x="99" y="1964"/>
                    <a:pt x="222" y="1964"/>
                  </a:cubicBezTo>
                  <a:cubicBezTo>
                    <a:pt x="342" y="1964"/>
                    <a:pt x="444" y="1866"/>
                    <a:pt x="444" y="1742"/>
                  </a:cubicBezTo>
                  <a:lnTo>
                    <a:pt x="444" y="1021"/>
                  </a:lnTo>
                  <a:lnTo>
                    <a:pt x="4782" y="1021"/>
                  </a:lnTo>
                  <a:lnTo>
                    <a:pt x="4867" y="1767"/>
                  </a:lnTo>
                  <a:cubicBezTo>
                    <a:pt x="4877" y="1880"/>
                    <a:pt x="4972" y="1964"/>
                    <a:pt x="5085" y="1964"/>
                  </a:cubicBezTo>
                  <a:lnTo>
                    <a:pt x="6394" y="1964"/>
                  </a:lnTo>
                  <a:cubicBezTo>
                    <a:pt x="6506" y="1964"/>
                    <a:pt x="6601" y="1880"/>
                    <a:pt x="6615" y="1767"/>
                  </a:cubicBezTo>
                  <a:lnTo>
                    <a:pt x="6696" y="1021"/>
                  </a:lnTo>
                  <a:lnTo>
                    <a:pt x="8223" y="1021"/>
                  </a:lnTo>
                  <a:lnTo>
                    <a:pt x="8241" y="3259"/>
                  </a:lnTo>
                  <a:cubicBezTo>
                    <a:pt x="8241" y="3379"/>
                    <a:pt x="8340" y="3477"/>
                    <a:pt x="8459" y="3477"/>
                  </a:cubicBezTo>
                  <a:lnTo>
                    <a:pt x="10697" y="3495"/>
                  </a:lnTo>
                  <a:lnTo>
                    <a:pt x="10697" y="6626"/>
                  </a:lnTo>
                  <a:cubicBezTo>
                    <a:pt x="10697" y="6749"/>
                    <a:pt x="10799" y="6848"/>
                    <a:pt x="10922" y="6848"/>
                  </a:cubicBezTo>
                  <a:cubicBezTo>
                    <a:pt x="11042" y="6848"/>
                    <a:pt x="11144" y="6749"/>
                    <a:pt x="11144" y="6626"/>
                  </a:cubicBezTo>
                  <a:lnTo>
                    <a:pt x="11144" y="3273"/>
                  </a:lnTo>
                  <a:cubicBezTo>
                    <a:pt x="11144" y="3217"/>
                    <a:pt x="11119" y="3157"/>
                    <a:pt x="11077" y="3118"/>
                  </a:cubicBezTo>
                  <a:lnTo>
                    <a:pt x="8600" y="641"/>
                  </a:lnTo>
                  <a:cubicBezTo>
                    <a:pt x="8558" y="599"/>
                    <a:pt x="8501" y="574"/>
                    <a:pt x="8442" y="574"/>
                  </a:cubicBezTo>
                  <a:lnTo>
                    <a:pt x="6753" y="574"/>
                  </a:lnTo>
                  <a:lnTo>
                    <a:pt x="6788" y="247"/>
                  </a:lnTo>
                  <a:cubicBezTo>
                    <a:pt x="6802" y="117"/>
                    <a:pt x="6700" y="1"/>
                    <a:pt x="6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4" name="Google Shape;22764;p91"/>
            <p:cNvSpPr/>
            <p:nvPr/>
          </p:nvSpPr>
          <p:spPr>
            <a:xfrm>
              <a:off x="4146190" y="3405106"/>
              <a:ext cx="11660" cy="52706"/>
            </a:xfrm>
            <a:custGeom>
              <a:rect b="b" l="l" r="r" t="t"/>
              <a:pathLst>
                <a:path extrusionOk="0" h="2025" w="448">
                  <a:moveTo>
                    <a:pt x="225" y="1"/>
                  </a:moveTo>
                  <a:cubicBezTo>
                    <a:pt x="102" y="1"/>
                    <a:pt x="4" y="100"/>
                    <a:pt x="4" y="223"/>
                  </a:cubicBezTo>
                  <a:lnTo>
                    <a:pt x="4" y="1802"/>
                  </a:lnTo>
                  <a:cubicBezTo>
                    <a:pt x="0" y="1926"/>
                    <a:pt x="102" y="2024"/>
                    <a:pt x="225" y="2024"/>
                  </a:cubicBezTo>
                  <a:cubicBezTo>
                    <a:pt x="345" y="2024"/>
                    <a:pt x="447" y="1926"/>
                    <a:pt x="447" y="1802"/>
                  </a:cubicBezTo>
                  <a:lnTo>
                    <a:pt x="447" y="223"/>
                  </a:lnTo>
                  <a:cubicBezTo>
                    <a:pt x="447" y="100"/>
                    <a:pt x="345"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5" name="Google Shape;22765;p91"/>
            <p:cNvSpPr/>
            <p:nvPr/>
          </p:nvSpPr>
          <p:spPr>
            <a:xfrm>
              <a:off x="4240696" y="3451540"/>
              <a:ext cx="153224" cy="11660"/>
            </a:xfrm>
            <a:custGeom>
              <a:rect b="b" l="l" r="r" t="t"/>
              <a:pathLst>
                <a:path extrusionOk="0" h="448" w="5887">
                  <a:moveTo>
                    <a:pt x="296" y="1"/>
                  </a:moveTo>
                  <a:cubicBezTo>
                    <a:pt x="0" y="1"/>
                    <a:pt x="0" y="448"/>
                    <a:pt x="296" y="448"/>
                  </a:cubicBezTo>
                  <a:lnTo>
                    <a:pt x="5665" y="448"/>
                  </a:lnTo>
                  <a:cubicBezTo>
                    <a:pt x="5788" y="448"/>
                    <a:pt x="5887" y="346"/>
                    <a:pt x="5887" y="226"/>
                  </a:cubicBezTo>
                  <a:cubicBezTo>
                    <a:pt x="5887" y="103"/>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6" name="Google Shape;22766;p91"/>
            <p:cNvSpPr/>
            <p:nvPr/>
          </p:nvSpPr>
          <p:spPr>
            <a:xfrm>
              <a:off x="4240696" y="3474157"/>
              <a:ext cx="153224" cy="11582"/>
            </a:xfrm>
            <a:custGeom>
              <a:rect b="b" l="l" r="r" t="t"/>
              <a:pathLst>
                <a:path extrusionOk="0" h="445" w="5887">
                  <a:moveTo>
                    <a:pt x="296" y="1"/>
                  </a:moveTo>
                  <a:cubicBezTo>
                    <a:pt x="0" y="1"/>
                    <a:pt x="0" y="444"/>
                    <a:pt x="296" y="444"/>
                  </a:cubicBezTo>
                  <a:lnTo>
                    <a:pt x="5665" y="444"/>
                  </a:lnTo>
                  <a:cubicBezTo>
                    <a:pt x="5788" y="444"/>
                    <a:pt x="5887" y="346"/>
                    <a:pt x="5887" y="223"/>
                  </a:cubicBezTo>
                  <a:cubicBezTo>
                    <a:pt x="5887" y="99"/>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7" name="Google Shape;22767;p91"/>
            <p:cNvSpPr/>
            <p:nvPr/>
          </p:nvSpPr>
          <p:spPr>
            <a:xfrm>
              <a:off x="4181432" y="3445866"/>
              <a:ext cx="45444" cy="45444"/>
            </a:xfrm>
            <a:custGeom>
              <a:rect b="b" l="l" r="r" t="t"/>
              <a:pathLst>
                <a:path extrusionOk="0" h="1746" w="1746">
                  <a:moveTo>
                    <a:pt x="1303" y="448"/>
                  </a:moveTo>
                  <a:lnTo>
                    <a:pt x="1303" y="1303"/>
                  </a:lnTo>
                  <a:lnTo>
                    <a:pt x="444" y="1303"/>
                  </a:lnTo>
                  <a:lnTo>
                    <a:pt x="444" y="448"/>
                  </a:lnTo>
                  <a:close/>
                  <a:moveTo>
                    <a:pt x="223" y="1"/>
                  </a:moveTo>
                  <a:cubicBezTo>
                    <a:pt x="99" y="1"/>
                    <a:pt x="1" y="103"/>
                    <a:pt x="1" y="226"/>
                  </a:cubicBezTo>
                  <a:lnTo>
                    <a:pt x="1" y="1524"/>
                  </a:lnTo>
                  <a:cubicBezTo>
                    <a:pt x="1" y="1647"/>
                    <a:pt x="99" y="1746"/>
                    <a:pt x="223" y="1746"/>
                  </a:cubicBezTo>
                  <a:lnTo>
                    <a:pt x="1524" y="1746"/>
                  </a:lnTo>
                  <a:cubicBezTo>
                    <a:pt x="1644" y="1746"/>
                    <a:pt x="1746" y="1647"/>
                    <a:pt x="1746" y="1524"/>
                  </a:cubicBezTo>
                  <a:lnTo>
                    <a:pt x="1746" y="226"/>
                  </a:lnTo>
                  <a:cubicBezTo>
                    <a:pt x="1746" y="103"/>
                    <a:pt x="1644"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8" name="Google Shape;22768;p91"/>
            <p:cNvSpPr/>
            <p:nvPr/>
          </p:nvSpPr>
          <p:spPr>
            <a:xfrm>
              <a:off x="4240696" y="3547529"/>
              <a:ext cx="153224" cy="11556"/>
            </a:xfrm>
            <a:custGeom>
              <a:rect b="b" l="l" r="r" t="t"/>
              <a:pathLst>
                <a:path extrusionOk="0" h="444" w="5887">
                  <a:moveTo>
                    <a:pt x="5671" y="0"/>
                  </a:moveTo>
                  <a:cubicBezTo>
                    <a:pt x="5669" y="0"/>
                    <a:pt x="5667" y="0"/>
                    <a:pt x="5665" y="0"/>
                  </a:cubicBezTo>
                  <a:lnTo>
                    <a:pt x="296" y="0"/>
                  </a:lnTo>
                  <a:cubicBezTo>
                    <a:pt x="295" y="0"/>
                    <a:pt x="294" y="0"/>
                    <a:pt x="292" y="0"/>
                  </a:cubicBezTo>
                  <a:cubicBezTo>
                    <a:pt x="0" y="0"/>
                    <a:pt x="1" y="444"/>
                    <a:pt x="296" y="444"/>
                  </a:cubicBezTo>
                  <a:lnTo>
                    <a:pt x="5665" y="444"/>
                  </a:lnTo>
                  <a:cubicBezTo>
                    <a:pt x="5788" y="444"/>
                    <a:pt x="5887" y="341"/>
                    <a:pt x="5887" y="222"/>
                  </a:cubicBezTo>
                  <a:cubicBezTo>
                    <a:pt x="5887" y="101"/>
                    <a:pt x="5791" y="0"/>
                    <a:pt x="56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9" name="Google Shape;22769;p91"/>
            <p:cNvSpPr/>
            <p:nvPr/>
          </p:nvSpPr>
          <p:spPr>
            <a:xfrm>
              <a:off x="4240696" y="3570043"/>
              <a:ext cx="153224" cy="11582"/>
            </a:xfrm>
            <a:custGeom>
              <a:rect b="b" l="l" r="r" t="t"/>
              <a:pathLst>
                <a:path extrusionOk="0" h="445" w="5887">
                  <a:moveTo>
                    <a:pt x="296" y="1"/>
                  </a:moveTo>
                  <a:cubicBezTo>
                    <a:pt x="0" y="1"/>
                    <a:pt x="0" y="444"/>
                    <a:pt x="296" y="444"/>
                  </a:cubicBezTo>
                  <a:lnTo>
                    <a:pt x="5665" y="444"/>
                  </a:lnTo>
                  <a:cubicBezTo>
                    <a:pt x="5788" y="444"/>
                    <a:pt x="5887" y="346"/>
                    <a:pt x="5887" y="222"/>
                  </a:cubicBezTo>
                  <a:cubicBezTo>
                    <a:pt x="5887" y="99"/>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0" name="Google Shape;22770;p91"/>
            <p:cNvSpPr/>
            <p:nvPr/>
          </p:nvSpPr>
          <p:spPr>
            <a:xfrm>
              <a:off x="4181432" y="3541855"/>
              <a:ext cx="45444" cy="45444"/>
            </a:xfrm>
            <a:custGeom>
              <a:rect b="b" l="l" r="r" t="t"/>
              <a:pathLst>
                <a:path extrusionOk="0" h="1746" w="1746">
                  <a:moveTo>
                    <a:pt x="1303" y="443"/>
                  </a:moveTo>
                  <a:lnTo>
                    <a:pt x="1303" y="1302"/>
                  </a:lnTo>
                  <a:lnTo>
                    <a:pt x="444" y="1302"/>
                  </a:lnTo>
                  <a:lnTo>
                    <a:pt x="444" y="443"/>
                  </a:lnTo>
                  <a:close/>
                  <a:moveTo>
                    <a:pt x="223" y="0"/>
                  </a:moveTo>
                  <a:cubicBezTo>
                    <a:pt x="99" y="0"/>
                    <a:pt x="1" y="99"/>
                    <a:pt x="1" y="222"/>
                  </a:cubicBezTo>
                  <a:lnTo>
                    <a:pt x="1" y="1524"/>
                  </a:lnTo>
                  <a:cubicBezTo>
                    <a:pt x="1" y="1643"/>
                    <a:pt x="99" y="1745"/>
                    <a:pt x="223" y="1745"/>
                  </a:cubicBezTo>
                  <a:lnTo>
                    <a:pt x="1524" y="1745"/>
                  </a:lnTo>
                  <a:cubicBezTo>
                    <a:pt x="1644" y="1745"/>
                    <a:pt x="1746" y="1643"/>
                    <a:pt x="1746" y="1524"/>
                  </a:cubicBezTo>
                  <a:lnTo>
                    <a:pt x="1746" y="222"/>
                  </a:lnTo>
                  <a:cubicBezTo>
                    <a:pt x="1746" y="99"/>
                    <a:pt x="1644"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1" name="Google Shape;22771;p91"/>
            <p:cNvSpPr/>
            <p:nvPr/>
          </p:nvSpPr>
          <p:spPr>
            <a:xfrm>
              <a:off x="4181432" y="3637714"/>
              <a:ext cx="45444" cy="45470"/>
            </a:xfrm>
            <a:custGeom>
              <a:rect b="b" l="l" r="r" t="t"/>
              <a:pathLst>
                <a:path extrusionOk="0" h="1747" w="1746">
                  <a:moveTo>
                    <a:pt x="1299" y="448"/>
                  </a:moveTo>
                  <a:lnTo>
                    <a:pt x="1299" y="1303"/>
                  </a:lnTo>
                  <a:lnTo>
                    <a:pt x="444" y="1303"/>
                  </a:lnTo>
                  <a:lnTo>
                    <a:pt x="444" y="448"/>
                  </a:lnTo>
                  <a:close/>
                  <a:moveTo>
                    <a:pt x="223" y="1"/>
                  </a:moveTo>
                  <a:cubicBezTo>
                    <a:pt x="99" y="1"/>
                    <a:pt x="1" y="103"/>
                    <a:pt x="1" y="223"/>
                  </a:cubicBezTo>
                  <a:lnTo>
                    <a:pt x="1" y="1524"/>
                  </a:lnTo>
                  <a:cubicBezTo>
                    <a:pt x="1" y="1648"/>
                    <a:pt x="99" y="1746"/>
                    <a:pt x="223" y="1746"/>
                  </a:cubicBezTo>
                  <a:lnTo>
                    <a:pt x="1524" y="1746"/>
                  </a:lnTo>
                  <a:cubicBezTo>
                    <a:pt x="1644" y="1746"/>
                    <a:pt x="1746" y="1648"/>
                    <a:pt x="1746" y="1524"/>
                  </a:cubicBezTo>
                  <a:lnTo>
                    <a:pt x="1746" y="223"/>
                  </a:lnTo>
                  <a:cubicBezTo>
                    <a:pt x="1746" y="99"/>
                    <a:pt x="1644"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2" name="Google Shape;22772;p91"/>
            <p:cNvSpPr/>
            <p:nvPr/>
          </p:nvSpPr>
          <p:spPr>
            <a:xfrm>
              <a:off x="4146268" y="3470357"/>
              <a:ext cx="341897" cy="264465"/>
            </a:xfrm>
            <a:custGeom>
              <a:rect b="b" l="l" r="r" t="t"/>
              <a:pathLst>
                <a:path extrusionOk="0" h="10161" w="13136">
                  <a:moveTo>
                    <a:pt x="8822" y="5382"/>
                  </a:moveTo>
                  <a:lnTo>
                    <a:pt x="12280" y="6624"/>
                  </a:lnTo>
                  <a:cubicBezTo>
                    <a:pt x="12284" y="6624"/>
                    <a:pt x="12287" y="6624"/>
                    <a:pt x="12287" y="6631"/>
                  </a:cubicBezTo>
                  <a:cubicBezTo>
                    <a:pt x="12287" y="6638"/>
                    <a:pt x="12287" y="6638"/>
                    <a:pt x="12280" y="6642"/>
                  </a:cubicBezTo>
                  <a:lnTo>
                    <a:pt x="11401" y="7054"/>
                  </a:lnTo>
                  <a:cubicBezTo>
                    <a:pt x="11260" y="7117"/>
                    <a:pt x="11228" y="7303"/>
                    <a:pt x="11337" y="7413"/>
                  </a:cubicBezTo>
                  <a:lnTo>
                    <a:pt x="12643" y="8714"/>
                  </a:lnTo>
                  <a:cubicBezTo>
                    <a:pt x="12646" y="8718"/>
                    <a:pt x="12650" y="8725"/>
                    <a:pt x="12646" y="8732"/>
                  </a:cubicBezTo>
                  <a:lnTo>
                    <a:pt x="12154" y="9221"/>
                  </a:lnTo>
                  <a:cubicBezTo>
                    <a:pt x="12154" y="9221"/>
                    <a:pt x="12150" y="9225"/>
                    <a:pt x="12147" y="9225"/>
                  </a:cubicBezTo>
                  <a:cubicBezTo>
                    <a:pt x="12143" y="9225"/>
                    <a:pt x="12143" y="9221"/>
                    <a:pt x="12140" y="9221"/>
                  </a:cubicBezTo>
                  <a:lnTo>
                    <a:pt x="10838" y="7916"/>
                  </a:lnTo>
                  <a:cubicBezTo>
                    <a:pt x="10793" y="7871"/>
                    <a:pt x="10736" y="7850"/>
                    <a:pt x="10680" y="7850"/>
                  </a:cubicBezTo>
                  <a:cubicBezTo>
                    <a:pt x="10597" y="7850"/>
                    <a:pt x="10516" y="7895"/>
                    <a:pt x="10479" y="7979"/>
                  </a:cubicBezTo>
                  <a:lnTo>
                    <a:pt x="10067" y="8859"/>
                  </a:lnTo>
                  <a:cubicBezTo>
                    <a:pt x="10067" y="8862"/>
                    <a:pt x="10064" y="8866"/>
                    <a:pt x="10057" y="8866"/>
                  </a:cubicBezTo>
                  <a:cubicBezTo>
                    <a:pt x="10050" y="8866"/>
                    <a:pt x="10050" y="8866"/>
                    <a:pt x="10050" y="8859"/>
                  </a:cubicBezTo>
                  <a:lnTo>
                    <a:pt x="8808" y="5396"/>
                  </a:lnTo>
                  <a:cubicBezTo>
                    <a:pt x="8808" y="5393"/>
                    <a:pt x="8808" y="5389"/>
                    <a:pt x="8811" y="5386"/>
                  </a:cubicBezTo>
                  <a:cubicBezTo>
                    <a:pt x="8815" y="5382"/>
                    <a:pt x="8818" y="5382"/>
                    <a:pt x="8822" y="5382"/>
                  </a:cubicBezTo>
                  <a:close/>
                  <a:moveTo>
                    <a:pt x="222" y="0"/>
                  </a:moveTo>
                  <a:cubicBezTo>
                    <a:pt x="112" y="0"/>
                    <a:pt x="1" y="75"/>
                    <a:pt x="1" y="224"/>
                  </a:cubicBezTo>
                  <a:lnTo>
                    <a:pt x="1" y="9939"/>
                  </a:lnTo>
                  <a:cubicBezTo>
                    <a:pt x="1" y="10058"/>
                    <a:pt x="99" y="10160"/>
                    <a:pt x="222" y="10160"/>
                  </a:cubicBezTo>
                  <a:lnTo>
                    <a:pt x="10922" y="10160"/>
                  </a:lnTo>
                  <a:cubicBezTo>
                    <a:pt x="11045" y="10160"/>
                    <a:pt x="11144" y="10058"/>
                    <a:pt x="11144" y="9939"/>
                  </a:cubicBezTo>
                  <a:lnTo>
                    <a:pt x="11144" y="8855"/>
                  </a:lnTo>
                  <a:lnTo>
                    <a:pt x="11826" y="9534"/>
                  </a:lnTo>
                  <a:cubicBezTo>
                    <a:pt x="11914" y="9624"/>
                    <a:pt x="12030" y="9669"/>
                    <a:pt x="12147" y="9669"/>
                  </a:cubicBezTo>
                  <a:cubicBezTo>
                    <a:pt x="12264" y="9669"/>
                    <a:pt x="12381" y="9624"/>
                    <a:pt x="12470" y="9534"/>
                  </a:cubicBezTo>
                  <a:lnTo>
                    <a:pt x="12959" y="9045"/>
                  </a:lnTo>
                  <a:cubicBezTo>
                    <a:pt x="13135" y="8869"/>
                    <a:pt x="13135" y="8581"/>
                    <a:pt x="12959" y="8401"/>
                  </a:cubicBezTo>
                  <a:lnTo>
                    <a:pt x="11879" y="7321"/>
                  </a:lnTo>
                  <a:lnTo>
                    <a:pt x="12470" y="7047"/>
                  </a:lnTo>
                  <a:cubicBezTo>
                    <a:pt x="12836" y="6874"/>
                    <a:pt x="12812" y="6343"/>
                    <a:pt x="12432" y="6206"/>
                  </a:cubicBezTo>
                  <a:lnTo>
                    <a:pt x="11147" y="5745"/>
                  </a:lnTo>
                  <a:lnTo>
                    <a:pt x="11147" y="2525"/>
                  </a:lnTo>
                  <a:cubicBezTo>
                    <a:pt x="11147" y="2378"/>
                    <a:pt x="11036" y="2304"/>
                    <a:pt x="10924" y="2304"/>
                  </a:cubicBezTo>
                  <a:cubicBezTo>
                    <a:pt x="10812" y="2304"/>
                    <a:pt x="10700" y="2378"/>
                    <a:pt x="10700" y="2525"/>
                  </a:cubicBezTo>
                  <a:lnTo>
                    <a:pt x="10700" y="5586"/>
                  </a:lnTo>
                  <a:lnTo>
                    <a:pt x="8973" y="4967"/>
                  </a:lnTo>
                  <a:cubicBezTo>
                    <a:pt x="8920" y="4948"/>
                    <a:pt x="8867" y="4939"/>
                    <a:pt x="8816" y="4939"/>
                  </a:cubicBezTo>
                  <a:cubicBezTo>
                    <a:pt x="8519" y="4939"/>
                    <a:pt x="8281" y="5238"/>
                    <a:pt x="8392" y="5548"/>
                  </a:cubicBezTo>
                  <a:lnTo>
                    <a:pt x="8786" y="6645"/>
                  </a:lnTo>
                  <a:lnTo>
                    <a:pt x="3924" y="6645"/>
                  </a:lnTo>
                  <a:cubicBezTo>
                    <a:pt x="3628" y="6645"/>
                    <a:pt x="3628" y="7092"/>
                    <a:pt x="3924" y="7092"/>
                  </a:cubicBezTo>
                  <a:lnTo>
                    <a:pt x="8945" y="7092"/>
                  </a:lnTo>
                  <a:lnTo>
                    <a:pt x="9096" y="7515"/>
                  </a:lnTo>
                  <a:lnTo>
                    <a:pt x="3924" y="7515"/>
                  </a:lnTo>
                  <a:cubicBezTo>
                    <a:pt x="3628" y="7515"/>
                    <a:pt x="3628" y="7958"/>
                    <a:pt x="3924" y="7958"/>
                  </a:cubicBezTo>
                  <a:lnTo>
                    <a:pt x="9254" y="7958"/>
                  </a:lnTo>
                  <a:lnTo>
                    <a:pt x="9631" y="9003"/>
                  </a:lnTo>
                  <a:cubicBezTo>
                    <a:pt x="9702" y="9203"/>
                    <a:pt x="9882" y="9306"/>
                    <a:pt x="10061" y="9306"/>
                  </a:cubicBezTo>
                  <a:cubicBezTo>
                    <a:pt x="10224" y="9306"/>
                    <a:pt x="10388" y="9220"/>
                    <a:pt x="10468" y="9045"/>
                  </a:cubicBezTo>
                  <a:lnTo>
                    <a:pt x="10700" y="8549"/>
                  </a:lnTo>
                  <a:lnTo>
                    <a:pt x="10700" y="9714"/>
                  </a:lnTo>
                  <a:lnTo>
                    <a:pt x="444" y="9714"/>
                  </a:lnTo>
                  <a:lnTo>
                    <a:pt x="444" y="224"/>
                  </a:lnTo>
                  <a:cubicBezTo>
                    <a:pt x="444" y="75"/>
                    <a:pt x="333"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73" name="Google Shape;22773;p91"/>
          <p:cNvGrpSpPr/>
          <p:nvPr/>
        </p:nvGrpSpPr>
        <p:grpSpPr>
          <a:xfrm>
            <a:off x="6529398" y="2898143"/>
            <a:ext cx="346999" cy="347025"/>
            <a:chOff x="6529398" y="2898143"/>
            <a:chExt cx="346999" cy="347025"/>
          </a:xfrm>
        </p:grpSpPr>
        <p:sp>
          <p:nvSpPr>
            <p:cNvPr id="22774" name="Google Shape;22774;p91"/>
            <p:cNvSpPr/>
            <p:nvPr/>
          </p:nvSpPr>
          <p:spPr>
            <a:xfrm>
              <a:off x="6606674" y="2903270"/>
              <a:ext cx="192447" cy="336770"/>
            </a:xfrm>
            <a:custGeom>
              <a:rect b="b" l="l" r="r" t="t"/>
              <a:pathLst>
                <a:path extrusionOk="0" h="12939" w="7394">
                  <a:moveTo>
                    <a:pt x="782" y="1"/>
                  </a:moveTo>
                  <a:cubicBezTo>
                    <a:pt x="349" y="1"/>
                    <a:pt x="1" y="349"/>
                    <a:pt x="1" y="782"/>
                  </a:cubicBezTo>
                  <a:lnTo>
                    <a:pt x="1" y="12157"/>
                  </a:lnTo>
                  <a:cubicBezTo>
                    <a:pt x="1" y="12590"/>
                    <a:pt x="349" y="12938"/>
                    <a:pt x="782" y="12938"/>
                  </a:cubicBezTo>
                  <a:lnTo>
                    <a:pt x="6612" y="12938"/>
                  </a:lnTo>
                  <a:cubicBezTo>
                    <a:pt x="7045" y="12938"/>
                    <a:pt x="7393" y="12590"/>
                    <a:pt x="7393" y="12157"/>
                  </a:cubicBezTo>
                  <a:lnTo>
                    <a:pt x="7393" y="782"/>
                  </a:lnTo>
                  <a:cubicBezTo>
                    <a:pt x="7393" y="349"/>
                    <a:pt x="7045" y="1"/>
                    <a:pt x="6612"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5" name="Google Shape;22775;p91"/>
            <p:cNvSpPr/>
            <p:nvPr/>
          </p:nvSpPr>
          <p:spPr>
            <a:xfrm>
              <a:off x="6758414" y="2903270"/>
              <a:ext cx="40707" cy="336848"/>
            </a:xfrm>
            <a:custGeom>
              <a:rect b="b" l="l" r="r" t="t"/>
              <a:pathLst>
                <a:path extrusionOk="0" h="12942" w="1564">
                  <a:moveTo>
                    <a:pt x="1" y="1"/>
                  </a:moveTo>
                  <a:cubicBezTo>
                    <a:pt x="434" y="1"/>
                    <a:pt x="782" y="349"/>
                    <a:pt x="782" y="782"/>
                  </a:cubicBezTo>
                  <a:lnTo>
                    <a:pt x="782" y="12161"/>
                  </a:lnTo>
                  <a:cubicBezTo>
                    <a:pt x="782" y="12590"/>
                    <a:pt x="434" y="12942"/>
                    <a:pt x="1" y="12942"/>
                  </a:cubicBezTo>
                  <a:lnTo>
                    <a:pt x="782" y="12942"/>
                  </a:lnTo>
                  <a:cubicBezTo>
                    <a:pt x="1215" y="12942"/>
                    <a:pt x="1563" y="12590"/>
                    <a:pt x="1563" y="12161"/>
                  </a:cubicBezTo>
                  <a:lnTo>
                    <a:pt x="1563" y="782"/>
                  </a:lnTo>
                  <a:cubicBezTo>
                    <a:pt x="1563" y="349"/>
                    <a:pt x="1215" y="1"/>
                    <a:pt x="782" y="1"/>
                  </a:cubicBezTo>
                  <a:close/>
                </a:path>
              </a:pathLst>
            </a:custGeom>
            <a:solidFill>
              <a:srgbClr val="ED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6" name="Google Shape;22776;p91"/>
            <p:cNvSpPr/>
            <p:nvPr/>
          </p:nvSpPr>
          <p:spPr>
            <a:xfrm>
              <a:off x="6606674" y="3188532"/>
              <a:ext cx="192525" cy="20354"/>
            </a:xfrm>
            <a:custGeom>
              <a:rect b="b" l="l" r="r" t="t"/>
              <a:pathLst>
                <a:path extrusionOk="0" h="782" w="7397">
                  <a:moveTo>
                    <a:pt x="1" y="1"/>
                  </a:moveTo>
                  <a:lnTo>
                    <a:pt x="1" y="782"/>
                  </a:lnTo>
                  <a:lnTo>
                    <a:pt x="7397" y="782"/>
                  </a:lnTo>
                  <a:lnTo>
                    <a:pt x="739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7" name="Google Shape;22777;p91"/>
            <p:cNvSpPr/>
            <p:nvPr/>
          </p:nvSpPr>
          <p:spPr>
            <a:xfrm>
              <a:off x="6778768" y="3188532"/>
              <a:ext cx="20432" cy="20354"/>
            </a:xfrm>
            <a:custGeom>
              <a:rect b="b" l="l" r="r" t="t"/>
              <a:pathLst>
                <a:path extrusionOk="0" h="782" w="785">
                  <a:moveTo>
                    <a:pt x="0" y="1"/>
                  </a:moveTo>
                  <a:lnTo>
                    <a:pt x="4" y="782"/>
                  </a:lnTo>
                  <a:lnTo>
                    <a:pt x="785" y="782"/>
                  </a:lnTo>
                  <a:lnTo>
                    <a:pt x="785"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8" name="Google Shape;22778;p91"/>
            <p:cNvSpPr/>
            <p:nvPr/>
          </p:nvSpPr>
          <p:spPr>
            <a:xfrm>
              <a:off x="6606674" y="3208859"/>
              <a:ext cx="192525" cy="31181"/>
            </a:xfrm>
            <a:custGeom>
              <a:rect b="b" l="l" r="r" t="t"/>
              <a:pathLst>
                <a:path extrusionOk="0" h="1198" w="7397">
                  <a:moveTo>
                    <a:pt x="1" y="1"/>
                  </a:moveTo>
                  <a:lnTo>
                    <a:pt x="1" y="416"/>
                  </a:lnTo>
                  <a:cubicBezTo>
                    <a:pt x="1" y="849"/>
                    <a:pt x="349" y="1197"/>
                    <a:pt x="782" y="1197"/>
                  </a:cubicBezTo>
                  <a:lnTo>
                    <a:pt x="6612" y="1197"/>
                  </a:lnTo>
                  <a:cubicBezTo>
                    <a:pt x="6614" y="1197"/>
                    <a:pt x="6616" y="1197"/>
                    <a:pt x="6618" y="1197"/>
                  </a:cubicBezTo>
                  <a:cubicBezTo>
                    <a:pt x="7048" y="1197"/>
                    <a:pt x="7397" y="847"/>
                    <a:pt x="7397" y="416"/>
                  </a:cubicBezTo>
                  <a:lnTo>
                    <a:pt x="7397"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9" name="Google Shape;22779;p91"/>
            <p:cNvSpPr/>
            <p:nvPr/>
          </p:nvSpPr>
          <p:spPr>
            <a:xfrm>
              <a:off x="6758414" y="3208859"/>
              <a:ext cx="40707" cy="31181"/>
            </a:xfrm>
            <a:custGeom>
              <a:rect b="b" l="l" r="r" t="t"/>
              <a:pathLst>
                <a:path extrusionOk="0" h="1198" w="1564">
                  <a:moveTo>
                    <a:pt x="782" y="1"/>
                  </a:moveTo>
                  <a:lnTo>
                    <a:pt x="782" y="416"/>
                  </a:lnTo>
                  <a:cubicBezTo>
                    <a:pt x="782" y="849"/>
                    <a:pt x="434" y="1197"/>
                    <a:pt x="1" y="1197"/>
                  </a:cubicBezTo>
                  <a:lnTo>
                    <a:pt x="782" y="1197"/>
                  </a:lnTo>
                  <a:cubicBezTo>
                    <a:pt x="1215" y="1197"/>
                    <a:pt x="1563" y="849"/>
                    <a:pt x="1563" y="416"/>
                  </a:cubicBezTo>
                  <a:lnTo>
                    <a:pt x="1563" y="1"/>
                  </a:ln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0" name="Google Shape;22780;p91"/>
            <p:cNvSpPr/>
            <p:nvPr/>
          </p:nvSpPr>
          <p:spPr>
            <a:xfrm>
              <a:off x="6606674" y="2903270"/>
              <a:ext cx="192447" cy="31181"/>
            </a:xfrm>
            <a:custGeom>
              <a:rect b="b" l="l" r="r" t="t"/>
              <a:pathLst>
                <a:path extrusionOk="0" h="1198" w="7394">
                  <a:moveTo>
                    <a:pt x="782" y="1"/>
                  </a:moveTo>
                  <a:cubicBezTo>
                    <a:pt x="349" y="1"/>
                    <a:pt x="1" y="349"/>
                    <a:pt x="1" y="782"/>
                  </a:cubicBezTo>
                  <a:lnTo>
                    <a:pt x="1" y="1197"/>
                  </a:lnTo>
                  <a:lnTo>
                    <a:pt x="7393" y="1197"/>
                  </a:lnTo>
                  <a:lnTo>
                    <a:pt x="7393" y="782"/>
                  </a:lnTo>
                  <a:cubicBezTo>
                    <a:pt x="7393" y="349"/>
                    <a:pt x="7045" y="1"/>
                    <a:pt x="6612"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1" name="Google Shape;22781;p91"/>
            <p:cNvSpPr/>
            <p:nvPr/>
          </p:nvSpPr>
          <p:spPr>
            <a:xfrm>
              <a:off x="6758414" y="2903270"/>
              <a:ext cx="40785" cy="31181"/>
            </a:xfrm>
            <a:custGeom>
              <a:rect b="b" l="l" r="r" t="t"/>
              <a:pathLst>
                <a:path extrusionOk="0" h="1198" w="1567">
                  <a:moveTo>
                    <a:pt x="1" y="1"/>
                  </a:moveTo>
                  <a:cubicBezTo>
                    <a:pt x="434" y="1"/>
                    <a:pt x="782" y="349"/>
                    <a:pt x="782" y="782"/>
                  </a:cubicBezTo>
                  <a:lnTo>
                    <a:pt x="782" y="1197"/>
                  </a:lnTo>
                  <a:lnTo>
                    <a:pt x="1567" y="1197"/>
                  </a:lnTo>
                  <a:lnTo>
                    <a:pt x="1567" y="782"/>
                  </a:lnTo>
                  <a:cubicBezTo>
                    <a:pt x="1567" y="349"/>
                    <a:pt x="1215" y="1"/>
                    <a:pt x="782"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2" name="Google Shape;22782;p91"/>
            <p:cNvSpPr/>
            <p:nvPr/>
          </p:nvSpPr>
          <p:spPr>
            <a:xfrm>
              <a:off x="6534526" y="2952722"/>
              <a:ext cx="132818" cy="146066"/>
            </a:xfrm>
            <a:custGeom>
              <a:rect b="b" l="l" r="r" t="t"/>
              <a:pathLst>
                <a:path extrusionOk="0" h="5612" w="5103">
                  <a:moveTo>
                    <a:pt x="1003" y="1"/>
                  </a:moveTo>
                  <a:cubicBezTo>
                    <a:pt x="447" y="1"/>
                    <a:pt x="0" y="451"/>
                    <a:pt x="0" y="1004"/>
                  </a:cubicBezTo>
                  <a:lnTo>
                    <a:pt x="0" y="3424"/>
                  </a:lnTo>
                  <a:cubicBezTo>
                    <a:pt x="0" y="3977"/>
                    <a:pt x="447" y="4427"/>
                    <a:pt x="1003" y="4427"/>
                  </a:cubicBezTo>
                  <a:lnTo>
                    <a:pt x="1981" y="4427"/>
                  </a:lnTo>
                  <a:cubicBezTo>
                    <a:pt x="2041" y="5421"/>
                    <a:pt x="2576" y="5612"/>
                    <a:pt x="2976" y="5612"/>
                  </a:cubicBezTo>
                  <a:cubicBezTo>
                    <a:pt x="3094" y="5612"/>
                    <a:pt x="3201" y="5595"/>
                    <a:pt x="3279" y="5578"/>
                  </a:cubicBezTo>
                  <a:cubicBezTo>
                    <a:pt x="3308" y="5574"/>
                    <a:pt x="3308" y="5532"/>
                    <a:pt x="3279" y="5528"/>
                  </a:cubicBezTo>
                  <a:cubicBezTo>
                    <a:pt x="2614" y="5409"/>
                    <a:pt x="2903" y="4427"/>
                    <a:pt x="2903" y="4427"/>
                  </a:cubicBezTo>
                  <a:lnTo>
                    <a:pt x="4099" y="4427"/>
                  </a:lnTo>
                  <a:cubicBezTo>
                    <a:pt x="4652" y="4427"/>
                    <a:pt x="5102" y="3980"/>
                    <a:pt x="5102" y="3424"/>
                  </a:cubicBezTo>
                  <a:lnTo>
                    <a:pt x="5102" y="1007"/>
                  </a:lnTo>
                  <a:cubicBezTo>
                    <a:pt x="5102" y="451"/>
                    <a:pt x="4652" y="1"/>
                    <a:pt x="409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3" name="Google Shape;22783;p91"/>
            <p:cNvSpPr/>
            <p:nvPr/>
          </p:nvSpPr>
          <p:spPr>
            <a:xfrm>
              <a:off x="6620885" y="2952722"/>
              <a:ext cx="46459" cy="115250"/>
            </a:xfrm>
            <a:custGeom>
              <a:rect b="b" l="l" r="r" t="t"/>
              <a:pathLst>
                <a:path extrusionOk="0" h="4428" w="1785">
                  <a:moveTo>
                    <a:pt x="0" y="1"/>
                  </a:moveTo>
                  <a:cubicBezTo>
                    <a:pt x="553" y="1"/>
                    <a:pt x="1003" y="451"/>
                    <a:pt x="1003" y="1004"/>
                  </a:cubicBezTo>
                  <a:lnTo>
                    <a:pt x="1003" y="3424"/>
                  </a:lnTo>
                  <a:cubicBezTo>
                    <a:pt x="1003" y="3977"/>
                    <a:pt x="553" y="4427"/>
                    <a:pt x="0" y="4427"/>
                  </a:cubicBezTo>
                  <a:lnTo>
                    <a:pt x="781" y="4427"/>
                  </a:lnTo>
                  <a:cubicBezTo>
                    <a:pt x="1334" y="4427"/>
                    <a:pt x="1784" y="3977"/>
                    <a:pt x="1784" y="3424"/>
                  </a:cubicBezTo>
                  <a:lnTo>
                    <a:pt x="1784" y="1004"/>
                  </a:lnTo>
                  <a:cubicBezTo>
                    <a:pt x="1784" y="451"/>
                    <a:pt x="1334" y="1"/>
                    <a:pt x="781"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4" name="Google Shape;22784;p91"/>
            <p:cNvSpPr/>
            <p:nvPr/>
          </p:nvSpPr>
          <p:spPr>
            <a:xfrm>
              <a:off x="6573072" y="2985517"/>
              <a:ext cx="56350" cy="47526"/>
            </a:xfrm>
            <a:custGeom>
              <a:rect b="b" l="l" r="r" t="t"/>
              <a:pathLst>
                <a:path extrusionOk="0" h="1826" w="2165">
                  <a:moveTo>
                    <a:pt x="542" y="0"/>
                  </a:moveTo>
                  <a:cubicBezTo>
                    <a:pt x="222" y="0"/>
                    <a:pt x="1" y="285"/>
                    <a:pt x="1" y="616"/>
                  </a:cubicBezTo>
                  <a:cubicBezTo>
                    <a:pt x="1" y="989"/>
                    <a:pt x="300" y="1429"/>
                    <a:pt x="1031" y="1812"/>
                  </a:cubicBezTo>
                  <a:cubicBezTo>
                    <a:pt x="1047" y="1821"/>
                    <a:pt x="1065" y="1826"/>
                    <a:pt x="1082" y="1826"/>
                  </a:cubicBezTo>
                  <a:cubicBezTo>
                    <a:pt x="1100" y="1826"/>
                    <a:pt x="1118" y="1821"/>
                    <a:pt x="1133" y="1812"/>
                  </a:cubicBezTo>
                  <a:cubicBezTo>
                    <a:pt x="1865" y="1429"/>
                    <a:pt x="2164" y="989"/>
                    <a:pt x="2164" y="616"/>
                  </a:cubicBezTo>
                  <a:cubicBezTo>
                    <a:pt x="2164" y="285"/>
                    <a:pt x="1943" y="4"/>
                    <a:pt x="1623" y="0"/>
                  </a:cubicBezTo>
                  <a:cubicBezTo>
                    <a:pt x="1443" y="4"/>
                    <a:pt x="1271" y="74"/>
                    <a:pt x="1144" y="204"/>
                  </a:cubicBezTo>
                  <a:cubicBezTo>
                    <a:pt x="1126" y="222"/>
                    <a:pt x="1104" y="231"/>
                    <a:pt x="1082" y="231"/>
                  </a:cubicBezTo>
                  <a:cubicBezTo>
                    <a:pt x="1060" y="231"/>
                    <a:pt x="1038" y="222"/>
                    <a:pt x="1021" y="204"/>
                  </a:cubicBezTo>
                  <a:cubicBezTo>
                    <a:pt x="894" y="74"/>
                    <a:pt x="722" y="4"/>
                    <a:pt x="542"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5" name="Google Shape;22785;p91"/>
            <p:cNvSpPr/>
            <p:nvPr/>
          </p:nvSpPr>
          <p:spPr>
            <a:xfrm>
              <a:off x="6738373" y="3035412"/>
              <a:ext cx="132896" cy="146092"/>
            </a:xfrm>
            <a:custGeom>
              <a:rect b="b" l="l" r="r" t="t"/>
              <a:pathLst>
                <a:path extrusionOk="0" h="5613" w="5106">
                  <a:moveTo>
                    <a:pt x="1000" y="1"/>
                  </a:moveTo>
                  <a:cubicBezTo>
                    <a:pt x="447" y="1"/>
                    <a:pt x="0" y="453"/>
                    <a:pt x="4" y="1004"/>
                  </a:cubicBezTo>
                  <a:lnTo>
                    <a:pt x="4" y="3424"/>
                  </a:lnTo>
                  <a:cubicBezTo>
                    <a:pt x="4" y="3977"/>
                    <a:pt x="451" y="4427"/>
                    <a:pt x="1007" y="4427"/>
                  </a:cubicBezTo>
                  <a:lnTo>
                    <a:pt x="2203" y="4427"/>
                  </a:lnTo>
                  <a:cubicBezTo>
                    <a:pt x="2203" y="4427"/>
                    <a:pt x="2491" y="5409"/>
                    <a:pt x="1823" y="5528"/>
                  </a:cubicBezTo>
                  <a:cubicBezTo>
                    <a:pt x="1795" y="5532"/>
                    <a:pt x="1795" y="5574"/>
                    <a:pt x="1823" y="5578"/>
                  </a:cubicBezTo>
                  <a:cubicBezTo>
                    <a:pt x="1903" y="5595"/>
                    <a:pt x="2010" y="5612"/>
                    <a:pt x="2128" y="5612"/>
                  </a:cubicBezTo>
                  <a:cubicBezTo>
                    <a:pt x="2530" y="5612"/>
                    <a:pt x="3065" y="5421"/>
                    <a:pt x="3125" y="4427"/>
                  </a:cubicBezTo>
                  <a:lnTo>
                    <a:pt x="4103" y="4427"/>
                  </a:lnTo>
                  <a:cubicBezTo>
                    <a:pt x="4655" y="4427"/>
                    <a:pt x="5106" y="3977"/>
                    <a:pt x="5106" y="3424"/>
                  </a:cubicBezTo>
                  <a:lnTo>
                    <a:pt x="5106" y="1004"/>
                  </a:lnTo>
                  <a:cubicBezTo>
                    <a:pt x="5106" y="448"/>
                    <a:pt x="4655" y="1"/>
                    <a:pt x="4103" y="1"/>
                  </a:cubicBezTo>
                  <a:lnTo>
                    <a:pt x="1007" y="1"/>
                  </a:lnTo>
                  <a:cubicBezTo>
                    <a:pt x="1005" y="1"/>
                    <a:pt x="1002" y="1"/>
                    <a:pt x="10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6" name="Google Shape;22786;p91"/>
            <p:cNvSpPr/>
            <p:nvPr/>
          </p:nvSpPr>
          <p:spPr>
            <a:xfrm>
              <a:off x="6824810" y="3035412"/>
              <a:ext cx="46459" cy="115250"/>
            </a:xfrm>
            <a:custGeom>
              <a:rect b="b" l="l" r="r" t="t"/>
              <a:pathLst>
                <a:path extrusionOk="0" h="4428" w="1785">
                  <a:moveTo>
                    <a:pt x="1" y="1"/>
                  </a:moveTo>
                  <a:cubicBezTo>
                    <a:pt x="553" y="1"/>
                    <a:pt x="1004" y="448"/>
                    <a:pt x="1004" y="1004"/>
                  </a:cubicBezTo>
                  <a:lnTo>
                    <a:pt x="1004" y="3424"/>
                  </a:lnTo>
                  <a:cubicBezTo>
                    <a:pt x="1004" y="3977"/>
                    <a:pt x="553" y="4427"/>
                    <a:pt x="1" y="4427"/>
                  </a:cubicBezTo>
                  <a:lnTo>
                    <a:pt x="782" y="4427"/>
                  </a:lnTo>
                  <a:cubicBezTo>
                    <a:pt x="1334" y="4427"/>
                    <a:pt x="1785" y="3977"/>
                    <a:pt x="1785" y="3424"/>
                  </a:cubicBezTo>
                  <a:lnTo>
                    <a:pt x="1785" y="1004"/>
                  </a:lnTo>
                  <a:cubicBezTo>
                    <a:pt x="1785" y="448"/>
                    <a:pt x="1334" y="1"/>
                    <a:pt x="782"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7" name="Google Shape;22787;p91"/>
            <p:cNvSpPr/>
            <p:nvPr/>
          </p:nvSpPr>
          <p:spPr>
            <a:xfrm>
              <a:off x="6785795" y="3058134"/>
              <a:ext cx="33289" cy="28500"/>
            </a:xfrm>
            <a:custGeom>
              <a:rect b="b" l="l" r="r" t="t"/>
              <a:pathLst>
                <a:path extrusionOk="0" h="1095" w="1279">
                  <a:moveTo>
                    <a:pt x="733" y="1"/>
                  </a:moveTo>
                  <a:cubicBezTo>
                    <a:pt x="247" y="1"/>
                    <a:pt x="1" y="588"/>
                    <a:pt x="346" y="933"/>
                  </a:cubicBezTo>
                  <a:cubicBezTo>
                    <a:pt x="457" y="1045"/>
                    <a:pt x="595" y="1095"/>
                    <a:pt x="729" y="1095"/>
                  </a:cubicBezTo>
                  <a:cubicBezTo>
                    <a:pt x="1010" y="1095"/>
                    <a:pt x="1278" y="877"/>
                    <a:pt x="1278" y="546"/>
                  </a:cubicBezTo>
                  <a:cubicBezTo>
                    <a:pt x="1278" y="247"/>
                    <a:pt x="1035" y="1"/>
                    <a:pt x="733"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8" name="Google Shape;22788;p91"/>
            <p:cNvSpPr/>
            <p:nvPr/>
          </p:nvSpPr>
          <p:spPr>
            <a:xfrm>
              <a:off x="6781136" y="3086608"/>
              <a:ext cx="47474" cy="28526"/>
            </a:xfrm>
            <a:custGeom>
              <a:rect b="b" l="l" r="r" t="t"/>
              <a:pathLst>
                <a:path extrusionOk="0" h="1096" w="1824">
                  <a:moveTo>
                    <a:pt x="796" y="1"/>
                  </a:moveTo>
                  <a:cubicBezTo>
                    <a:pt x="356" y="1"/>
                    <a:pt x="1" y="356"/>
                    <a:pt x="1" y="796"/>
                  </a:cubicBezTo>
                  <a:lnTo>
                    <a:pt x="1" y="810"/>
                  </a:lnTo>
                  <a:cubicBezTo>
                    <a:pt x="1" y="968"/>
                    <a:pt x="127" y="1095"/>
                    <a:pt x="282" y="1095"/>
                  </a:cubicBezTo>
                  <a:lnTo>
                    <a:pt x="1542" y="1095"/>
                  </a:lnTo>
                  <a:cubicBezTo>
                    <a:pt x="1696" y="1095"/>
                    <a:pt x="1823" y="968"/>
                    <a:pt x="1823" y="810"/>
                  </a:cubicBezTo>
                  <a:lnTo>
                    <a:pt x="1823" y="796"/>
                  </a:lnTo>
                  <a:cubicBezTo>
                    <a:pt x="1823" y="356"/>
                    <a:pt x="1468" y="1"/>
                    <a:pt x="1028"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9" name="Google Shape;22789;p91"/>
            <p:cNvSpPr/>
            <p:nvPr/>
          </p:nvSpPr>
          <p:spPr>
            <a:xfrm>
              <a:off x="6638193" y="3109512"/>
              <a:ext cx="71914" cy="20354"/>
            </a:xfrm>
            <a:custGeom>
              <a:rect b="b" l="l" r="r" t="t"/>
              <a:pathLst>
                <a:path extrusionOk="0" h="782" w="2763">
                  <a:moveTo>
                    <a:pt x="0" y="0"/>
                  </a:moveTo>
                  <a:lnTo>
                    <a:pt x="0" y="782"/>
                  </a:lnTo>
                  <a:lnTo>
                    <a:pt x="2762" y="782"/>
                  </a:lnTo>
                  <a:lnTo>
                    <a:pt x="276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0" name="Google Shape;22790;p91"/>
            <p:cNvSpPr/>
            <p:nvPr/>
          </p:nvSpPr>
          <p:spPr>
            <a:xfrm>
              <a:off x="6529398" y="2898143"/>
              <a:ext cx="274850" cy="265090"/>
            </a:xfrm>
            <a:custGeom>
              <a:rect b="b" l="l" r="r" t="t"/>
              <a:pathLst>
                <a:path extrusionOk="0" h="10185" w="10560">
                  <a:moveTo>
                    <a:pt x="4296" y="2291"/>
                  </a:moveTo>
                  <a:cubicBezTo>
                    <a:pt x="4740" y="2291"/>
                    <a:pt x="5102" y="2654"/>
                    <a:pt x="5102" y="3101"/>
                  </a:cubicBezTo>
                  <a:lnTo>
                    <a:pt x="5102" y="5518"/>
                  </a:lnTo>
                  <a:cubicBezTo>
                    <a:pt x="5102" y="5965"/>
                    <a:pt x="4740" y="6327"/>
                    <a:pt x="4296" y="6327"/>
                  </a:cubicBezTo>
                  <a:lnTo>
                    <a:pt x="3100" y="6327"/>
                  </a:lnTo>
                  <a:cubicBezTo>
                    <a:pt x="3012" y="6327"/>
                    <a:pt x="2935" y="6383"/>
                    <a:pt x="2910" y="6468"/>
                  </a:cubicBezTo>
                  <a:cubicBezTo>
                    <a:pt x="2892" y="6531"/>
                    <a:pt x="2734" y="7101"/>
                    <a:pt x="2959" y="7488"/>
                  </a:cubicBezTo>
                  <a:cubicBezTo>
                    <a:pt x="2871" y="7467"/>
                    <a:pt x="2790" y="7428"/>
                    <a:pt x="2720" y="7375"/>
                  </a:cubicBezTo>
                  <a:cubicBezTo>
                    <a:pt x="2516" y="7221"/>
                    <a:pt x="2400" y="6932"/>
                    <a:pt x="2375" y="6513"/>
                  </a:cubicBezTo>
                  <a:lnTo>
                    <a:pt x="2375" y="6510"/>
                  </a:lnTo>
                  <a:cubicBezTo>
                    <a:pt x="2368" y="6408"/>
                    <a:pt x="2284" y="6327"/>
                    <a:pt x="2178" y="6327"/>
                  </a:cubicBezTo>
                  <a:lnTo>
                    <a:pt x="1200" y="6327"/>
                  </a:lnTo>
                  <a:cubicBezTo>
                    <a:pt x="753" y="6327"/>
                    <a:pt x="391" y="5965"/>
                    <a:pt x="391" y="5518"/>
                  </a:cubicBezTo>
                  <a:lnTo>
                    <a:pt x="391" y="3101"/>
                  </a:lnTo>
                  <a:cubicBezTo>
                    <a:pt x="391" y="2654"/>
                    <a:pt x="753" y="2291"/>
                    <a:pt x="1200" y="2291"/>
                  </a:cubicBezTo>
                  <a:close/>
                  <a:moveTo>
                    <a:pt x="3751" y="1"/>
                  </a:moveTo>
                  <a:cubicBezTo>
                    <a:pt x="3209" y="1"/>
                    <a:pt x="2773" y="437"/>
                    <a:pt x="2773" y="975"/>
                  </a:cubicBezTo>
                  <a:lnTo>
                    <a:pt x="2773" y="1901"/>
                  </a:lnTo>
                  <a:lnTo>
                    <a:pt x="1200" y="1901"/>
                  </a:lnTo>
                  <a:cubicBezTo>
                    <a:pt x="539" y="1901"/>
                    <a:pt x="0" y="2436"/>
                    <a:pt x="0" y="3101"/>
                  </a:cubicBezTo>
                  <a:lnTo>
                    <a:pt x="0" y="5518"/>
                  </a:lnTo>
                  <a:cubicBezTo>
                    <a:pt x="0" y="6179"/>
                    <a:pt x="539" y="6718"/>
                    <a:pt x="1200" y="6718"/>
                  </a:cubicBezTo>
                  <a:lnTo>
                    <a:pt x="2002" y="6718"/>
                  </a:lnTo>
                  <a:cubicBezTo>
                    <a:pt x="2059" y="7161"/>
                    <a:pt x="2220" y="7485"/>
                    <a:pt x="2484" y="7685"/>
                  </a:cubicBezTo>
                  <a:cubicBezTo>
                    <a:pt x="2572" y="7752"/>
                    <a:pt x="2671" y="7805"/>
                    <a:pt x="2776" y="7840"/>
                  </a:cubicBezTo>
                  <a:lnTo>
                    <a:pt x="2773" y="9990"/>
                  </a:lnTo>
                  <a:cubicBezTo>
                    <a:pt x="2773" y="10120"/>
                    <a:pt x="2870" y="10185"/>
                    <a:pt x="2968" y="10185"/>
                  </a:cubicBezTo>
                  <a:cubicBezTo>
                    <a:pt x="3066" y="10185"/>
                    <a:pt x="3163" y="10120"/>
                    <a:pt x="3163" y="9990"/>
                  </a:cubicBezTo>
                  <a:lnTo>
                    <a:pt x="3163" y="7903"/>
                  </a:lnTo>
                  <a:lnTo>
                    <a:pt x="3177" y="7903"/>
                  </a:lnTo>
                  <a:cubicBezTo>
                    <a:pt x="3290" y="7903"/>
                    <a:pt x="3406" y="7889"/>
                    <a:pt x="3519" y="7865"/>
                  </a:cubicBezTo>
                  <a:cubicBezTo>
                    <a:pt x="3765" y="7822"/>
                    <a:pt x="3758" y="7467"/>
                    <a:pt x="3512" y="7432"/>
                  </a:cubicBezTo>
                  <a:cubicBezTo>
                    <a:pt x="3427" y="7421"/>
                    <a:pt x="3350" y="7372"/>
                    <a:pt x="3304" y="7298"/>
                  </a:cubicBezTo>
                  <a:cubicBezTo>
                    <a:pt x="3209" y="7147"/>
                    <a:pt x="3223" y="6890"/>
                    <a:pt x="3255" y="6718"/>
                  </a:cubicBezTo>
                  <a:lnTo>
                    <a:pt x="4296" y="6718"/>
                  </a:lnTo>
                  <a:cubicBezTo>
                    <a:pt x="4958" y="6718"/>
                    <a:pt x="5493" y="6179"/>
                    <a:pt x="5493" y="5518"/>
                  </a:cubicBezTo>
                  <a:lnTo>
                    <a:pt x="5493" y="3101"/>
                  </a:lnTo>
                  <a:cubicBezTo>
                    <a:pt x="5493" y="2436"/>
                    <a:pt x="4958" y="1901"/>
                    <a:pt x="4296" y="1901"/>
                  </a:cubicBezTo>
                  <a:lnTo>
                    <a:pt x="3163" y="1901"/>
                  </a:lnTo>
                  <a:lnTo>
                    <a:pt x="3163" y="1588"/>
                  </a:lnTo>
                  <a:lnTo>
                    <a:pt x="4159" y="1588"/>
                  </a:lnTo>
                  <a:cubicBezTo>
                    <a:pt x="4416" y="1588"/>
                    <a:pt x="4416" y="1197"/>
                    <a:pt x="4159" y="1197"/>
                  </a:cubicBezTo>
                  <a:lnTo>
                    <a:pt x="3163" y="1197"/>
                  </a:lnTo>
                  <a:lnTo>
                    <a:pt x="3163" y="979"/>
                  </a:lnTo>
                  <a:cubicBezTo>
                    <a:pt x="3163" y="655"/>
                    <a:pt x="3427" y="391"/>
                    <a:pt x="3751" y="391"/>
                  </a:cubicBezTo>
                  <a:lnTo>
                    <a:pt x="9581" y="391"/>
                  </a:lnTo>
                  <a:cubicBezTo>
                    <a:pt x="9905" y="391"/>
                    <a:pt x="10169" y="655"/>
                    <a:pt x="10169" y="979"/>
                  </a:cubicBezTo>
                  <a:lnTo>
                    <a:pt x="10169" y="1197"/>
                  </a:lnTo>
                  <a:lnTo>
                    <a:pt x="4989" y="1197"/>
                  </a:lnTo>
                  <a:cubicBezTo>
                    <a:pt x="4729" y="1197"/>
                    <a:pt x="4729" y="1588"/>
                    <a:pt x="4989" y="1588"/>
                  </a:cubicBezTo>
                  <a:lnTo>
                    <a:pt x="10169" y="1588"/>
                  </a:lnTo>
                  <a:lnTo>
                    <a:pt x="10169" y="2499"/>
                  </a:lnTo>
                  <a:cubicBezTo>
                    <a:pt x="10169" y="2629"/>
                    <a:pt x="10266" y="2694"/>
                    <a:pt x="10364" y="2694"/>
                  </a:cubicBezTo>
                  <a:cubicBezTo>
                    <a:pt x="10462" y="2694"/>
                    <a:pt x="10559" y="2629"/>
                    <a:pt x="10559" y="2499"/>
                  </a:cubicBezTo>
                  <a:lnTo>
                    <a:pt x="10559" y="975"/>
                  </a:lnTo>
                  <a:cubicBezTo>
                    <a:pt x="10556" y="437"/>
                    <a:pt x="10119" y="1"/>
                    <a:pt x="95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1" name="Google Shape;22791;p91"/>
            <p:cNvSpPr/>
            <p:nvPr/>
          </p:nvSpPr>
          <p:spPr>
            <a:xfrm>
              <a:off x="6682518" y="3219400"/>
              <a:ext cx="40681" cy="10203"/>
            </a:xfrm>
            <a:custGeom>
              <a:rect b="b" l="l" r="r" t="t"/>
              <a:pathLst>
                <a:path extrusionOk="0" h="392" w="1563">
                  <a:moveTo>
                    <a:pt x="260" y="1"/>
                  </a:moveTo>
                  <a:cubicBezTo>
                    <a:pt x="0" y="1"/>
                    <a:pt x="0" y="391"/>
                    <a:pt x="260" y="391"/>
                  </a:cubicBezTo>
                  <a:lnTo>
                    <a:pt x="1302" y="391"/>
                  </a:lnTo>
                  <a:cubicBezTo>
                    <a:pt x="1562" y="391"/>
                    <a:pt x="1562" y="1"/>
                    <a:pt x="13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2" name="Google Shape;22792;p91"/>
            <p:cNvSpPr/>
            <p:nvPr/>
          </p:nvSpPr>
          <p:spPr>
            <a:xfrm>
              <a:off x="6568049" y="2980468"/>
              <a:ext cx="66396" cy="57677"/>
            </a:xfrm>
            <a:custGeom>
              <a:rect b="b" l="l" r="r" t="t"/>
              <a:pathLst>
                <a:path extrusionOk="0" h="2216" w="2551">
                  <a:moveTo>
                    <a:pt x="1816" y="391"/>
                  </a:moveTo>
                  <a:cubicBezTo>
                    <a:pt x="2041" y="391"/>
                    <a:pt x="2160" y="610"/>
                    <a:pt x="2160" y="810"/>
                  </a:cubicBezTo>
                  <a:cubicBezTo>
                    <a:pt x="2160" y="1144"/>
                    <a:pt x="1840" y="1507"/>
                    <a:pt x="1274" y="1813"/>
                  </a:cubicBezTo>
                  <a:cubicBezTo>
                    <a:pt x="711" y="1507"/>
                    <a:pt x="391" y="1144"/>
                    <a:pt x="391" y="810"/>
                  </a:cubicBezTo>
                  <a:cubicBezTo>
                    <a:pt x="391" y="610"/>
                    <a:pt x="510" y="391"/>
                    <a:pt x="735" y="391"/>
                  </a:cubicBezTo>
                  <a:cubicBezTo>
                    <a:pt x="862" y="391"/>
                    <a:pt x="985" y="444"/>
                    <a:pt x="1073" y="539"/>
                  </a:cubicBezTo>
                  <a:cubicBezTo>
                    <a:pt x="1129" y="594"/>
                    <a:pt x="1202" y="621"/>
                    <a:pt x="1275" y="621"/>
                  </a:cubicBezTo>
                  <a:cubicBezTo>
                    <a:pt x="1348" y="621"/>
                    <a:pt x="1421" y="594"/>
                    <a:pt x="1478" y="539"/>
                  </a:cubicBezTo>
                  <a:cubicBezTo>
                    <a:pt x="1566" y="444"/>
                    <a:pt x="1689" y="391"/>
                    <a:pt x="1816" y="391"/>
                  </a:cubicBezTo>
                  <a:close/>
                  <a:moveTo>
                    <a:pt x="735" y="1"/>
                  </a:moveTo>
                  <a:cubicBezTo>
                    <a:pt x="324" y="1"/>
                    <a:pt x="0" y="356"/>
                    <a:pt x="0" y="810"/>
                  </a:cubicBezTo>
                  <a:cubicBezTo>
                    <a:pt x="0" y="1099"/>
                    <a:pt x="148" y="1662"/>
                    <a:pt x="1133" y="2179"/>
                  </a:cubicBezTo>
                  <a:cubicBezTo>
                    <a:pt x="1177" y="2203"/>
                    <a:pt x="1226" y="2216"/>
                    <a:pt x="1275" y="2216"/>
                  </a:cubicBezTo>
                  <a:cubicBezTo>
                    <a:pt x="1325" y="2216"/>
                    <a:pt x="1374" y="2203"/>
                    <a:pt x="1418" y="2179"/>
                  </a:cubicBezTo>
                  <a:cubicBezTo>
                    <a:pt x="2403" y="1662"/>
                    <a:pt x="2551" y="1099"/>
                    <a:pt x="2551" y="810"/>
                  </a:cubicBezTo>
                  <a:cubicBezTo>
                    <a:pt x="2551" y="356"/>
                    <a:pt x="2227" y="1"/>
                    <a:pt x="1816" y="1"/>
                  </a:cubicBezTo>
                  <a:cubicBezTo>
                    <a:pt x="1659" y="129"/>
                    <a:pt x="1467" y="194"/>
                    <a:pt x="1275" y="194"/>
                  </a:cubicBezTo>
                  <a:cubicBezTo>
                    <a:pt x="1084" y="194"/>
                    <a:pt x="892" y="129"/>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3" name="Google Shape;22793;p91"/>
            <p:cNvSpPr/>
            <p:nvPr/>
          </p:nvSpPr>
          <p:spPr>
            <a:xfrm>
              <a:off x="6601547" y="2979609"/>
              <a:ext cx="274850" cy="265559"/>
            </a:xfrm>
            <a:custGeom>
              <a:rect b="b" l="l" r="r" t="t"/>
              <a:pathLst>
                <a:path extrusionOk="0" h="10203" w="10560">
                  <a:moveTo>
                    <a:pt x="9356" y="2338"/>
                  </a:moveTo>
                  <a:cubicBezTo>
                    <a:pt x="9803" y="2338"/>
                    <a:pt x="10166" y="2701"/>
                    <a:pt x="10166" y="3148"/>
                  </a:cubicBezTo>
                  <a:lnTo>
                    <a:pt x="10166" y="5565"/>
                  </a:lnTo>
                  <a:cubicBezTo>
                    <a:pt x="10166" y="6012"/>
                    <a:pt x="9803" y="6374"/>
                    <a:pt x="9356" y="6374"/>
                  </a:cubicBezTo>
                  <a:lnTo>
                    <a:pt x="8378" y="6374"/>
                  </a:lnTo>
                  <a:cubicBezTo>
                    <a:pt x="8273" y="6374"/>
                    <a:pt x="8188" y="6455"/>
                    <a:pt x="8181" y="6557"/>
                  </a:cubicBezTo>
                  <a:cubicBezTo>
                    <a:pt x="8157" y="6976"/>
                    <a:pt x="8044" y="7268"/>
                    <a:pt x="7836" y="7423"/>
                  </a:cubicBezTo>
                  <a:cubicBezTo>
                    <a:pt x="7766" y="7475"/>
                    <a:pt x="7685" y="7514"/>
                    <a:pt x="7597" y="7535"/>
                  </a:cubicBezTo>
                  <a:cubicBezTo>
                    <a:pt x="7822" y="7148"/>
                    <a:pt x="7664" y="6578"/>
                    <a:pt x="7646" y="6515"/>
                  </a:cubicBezTo>
                  <a:cubicBezTo>
                    <a:pt x="7622" y="6430"/>
                    <a:pt x="7544" y="6374"/>
                    <a:pt x="7456" y="6374"/>
                  </a:cubicBezTo>
                  <a:lnTo>
                    <a:pt x="6260" y="6374"/>
                  </a:lnTo>
                  <a:cubicBezTo>
                    <a:pt x="5817" y="6374"/>
                    <a:pt x="5454" y="6012"/>
                    <a:pt x="5454" y="5565"/>
                  </a:cubicBezTo>
                  <a:lnTo>
                    <a:pt x="5454" y="3148"/>
                  </a:lnTo>
                  <a:cubicBezTo>
                    <a:pt x="5454" y="2701"/>
                    <a:pt x="5817" y="2338"/>
                    <a:pt x="6260" y="2338"/>
                  </a:cubicBezTo>
                  <a:close/>
                  <a:moveTo>
                    <a:pt x="7397" y="9006"/>
                  </a:moveTo>
                  <a:lnTo>
                    <a:pt x="7397" y="9228"/>
                  </a:lnTo>
                  <a:cubicBezTo>
                    <a:pt x="7393" y="9548"/>
                    <a:pt x="7133" y="9812"/>
                    <a:pt x="6809" y="9812"/>
                  </a:cubicBezTo>
                  <a:lnTo>
                    <a:pt x="979" y="9812"/>
                  </a:lnTo>
                  <a:cubicBezTo>
                    <a:pt x="655" y="9812"/>
                    <a:pt x="391" y="9548"/>
                    <a:pt x="391" y="9228"/>
                  </a:cubicBezTo>
                  <a:lnTo>
                    <a:pt x="391" y="9006"/>
                  </a:lnTo>
                  <a:close/>
                  <a:moveTo>
                    <a:pt x="7589" y="0"/>
                  </a:moveTo>
                  <a:cubicBezTo>
                    <a:pt x="7492" y="0"/>
                    <a:pt x="7395" y="66"/>
                    <a:pt x="7397" y="196"/>
                  </a:cubicBezTo>
                  <a:lnTo>
                    <a:pt x="7397" y="1948"/>
                  </a:lnTo>
                  <a:lnTo>
                    <a:pt x="6264" y="1948"/>
                  </a:lnTo>
                  <a:cubicBezTo>
                    <a:pt x="5602" y="1948"/>
                    <a:pt x="5064" y="2483"/>
                    <a:pt x="5064" y="3148"/>
                  </a:cubicBezTo>
                  <a:lnTo>
                    <a:pt x="5064" y="5565"/>
                  </a:lnTo>
                  <a:cubicBezTo>
                    <a:pt x="5064" y="6226"/>
                    <a:pt x="5602" y="6765"/>
                    <a:pt x="6264" y="6765"/>
                  </a:cubicBezTo>
                  <a:lnTo>
                    <a:pt x="7305" y="6765"/>
                  </a:lnTo>
                  <a:cubicBezTo>
                    <a:pt x="7333" y="6937"/>
                    <a:pt x="7347" y="7194"/>
                    <a:pt x="7256" y="7345"/>
                  </a:cubicBezTo>
                  <a:cubicBezTo>
                    <a:pt x="7210" y="7419"/>
                    <a:pt x="7133" y="7468"/>
                    <a:pt x="7048" y="7479"/>
                  </a:cubicBezTo>
                  <a:cubicBezTo>
                    <a:pt x="6798" y="7514"/>
                    <a:pt x="6795" y="7866"/>
                    <a:pt x="7038" y="7912"/>
                  </a:cubicBezTo>
                  <a:cubicBezTo>
                    <a:pt x="7150" y="7936"/>
                    <a:pt x="7266" y="7950"/>
                    <a:pt x="7383" y="7950"/>
                  </a:cubicBezTo>
                  <a:lnTo>
                    <a:pt x="7397" y="7950"/>
                  </a:lnTo>
                  <a:lnTo>
                    <a:pt x="7397" y="8612"/>
                  </a:lnTo>
                  <a:lnTo>
                    <a:pt x="391" y="8612"/>
                  </a:lnTo>
                  <a:lnTo>
                    <a:pt x="391" y="7697"/>
                  </a:lnTo>
                  <a:cubicBezTo>
                    <a:pt x="391" y="7567"/>
                    <a:pt x="294" y="7502"/>
                    <a:pt x="196" y="7502"/>
                  </a:cubicBezTo>
                  <a:cubicBezTo>
                    <a:pt x="98" y="7502"/>
                    <a:pt x="1" y="7567"/>
                    <a:pt x="1" y="7697"/>
                  </a:cubicBezTo>
                  <a:lnTo>
                    <a:pt x="1" y="9224"/>
                  </a:lnTo>
                  <a:cubicBezTo>
                    <a:pt x="1" y="9766"/>
                    <a:pt x="437" y="10202"/>
                    <a:pt x="979" y="10202"/>
                  </a:cubicBezTo>
                  <a:lnTo>
                    <a:pt x="6809" y="10202"/>
                  </a:lnTo>
                  <a:cubicBezTo>
                    <a:pt x="7347" y="10202"/>
                    <a:pt x="7784" y="9766"/>
                    <a:pt x="7787" y="9224"/>
                  </a:cubicBezTo>
                  <a:lnTo>
                    <a:pt x="7787" y="7887"/>
                  </a:lnTo>
                  <a:cubicBezTo>
                    <a:pt x="7889" y="7852"/>
                    <a:pt x="7988" y="7799"/>
                    <a:pt x="8076" y="7732"/>
                  </a:cubicBezTo>
                  <a:cubicBezTo>
                    <a:pt x="8340" y="7532"/>
                    <a:pt x="8501" y="7208"/>
                    <a:pt x="8561" y="6765"/>
                  </a:cubicBezTo>
                  <a:lnTo>
                    <a:pt x="9360" y="6765"/>
                  </a:lnTo>
                  <a:cubicBezTo>
                    <a:pt x="10025" y="6765"/>
                    <a:pt x="10560" y="6230"/>
                    <a:pt x="10560" y="5565"/>
                  </a:cubicBezTo>
                  <a:lnTo>
                    <a:pt x="10560" y="3148"/>
                  </a:lnTo>
                  <a:cubicBezTo>
                    <a:pt x="10560" y="2486"/>
                    <a:pt x="10021" y="1948"/>
                    <a:pt x="9360" y="1948"/>
                  </a:cubicBezTo>
                  <a:lnTo>
                    <a:pt x="7787" y="1948"/>
                  </a:lnTo>
                  <a:lnTo>
                    <a:pt x="7787" y="196"/>
                  </a:lnTo>
                  <a:cubicBezTo>
                    <a:pt x="7785" y="66"/>
                    <a:pt x="7687" y="0"/>
                    <a:pt x="7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4" name="Google Shape;22794;p91"/>
            <p:cNvSpPr/>
            <p:nvPr/>
          </p:nvSpPr>
          <p:spPr>
            <a:xfrm>
              <a:off x="6776087" y="3053006"/>
              <a:ext cx="57651" cy="67151"/>
            </a:xfrm>
            <a:custGeom>
              <a:rect b="b" l="l" r="r" t="t"/>
              <a:pathLst>
                <a:path extrusionOk="0" h="2580" w="2215">
                  <a:moveTo>
                    <a:pt x="1106" y="395"/>
                  </a:moveTo>
                  <a:cubicBezTo>
                    <a:pt x="1419" y="395"/>
                    <a:pt x="1577" y="771"/>
                    <a:pt x="1356" y="993"/>
                  </a:cubicBezTo>
                  <a:cubicBezTo>
                    <a:pt x="1284" y="1065"/>
                    <a:pt x="1195" y="1097"/>
                    <a:pt x="1108" y="1097"/>
                  </a:cubicBezTo>
                  <a:cubicBezTo>
                    <a:pt x="927" y="1097"/>
                    <a:pt x="754" y="958"/>
                    <a:pt x="754" y="746"/>
                  </a:cubicBezTo>
                  <a:cubicBezTo>
                    <a:pt x="754" y="549"/>
                    <a:pt x="912" y="395"/>
                    <a:pt x="1106" y="395"/>
                  </a:cubicBezTo>
                  <a:close/>
                  <a:moveTo>
                    <a:pt x="1222" y="1485"/>
                  </a:moveTo>
                  <a:cubicBezTo>
                    <a:pt x="1553" y="1489"/>
                    <a:pt x="1820" y="1756"/>
                    <a:pt x="1820" y="2087"/>
                  </a:cubicBezTo>
                  <a:lnTo>
                    <a:pt x="1824" y="2101"/>
                  </a:lnTo>
                  <a:cubicBezTo>
                    <a:pt x="1824" y="2150"/>
                    <a:pt x="1781" y="2189"/>
                    <a:pt x="1736" y="2189"/>
                  </a:cubicBezTo>
                  <a:lnTo>
                    <a:pt x="476" y="2189"/>
                  </a:lnTo>
                  <a:cubicBezTo>
                    <a:pt x="427" y="2189"/>
                    <a:pt x="388" y="2150"/>
                    <a:pt x="388" y="2101"/>
                  </a:cubicBezTo>
                  <a:lnTo>
                    <a:pt x="388" y="2087"/>
                  </a:lnTo>
                  <a:cubicBezTo>
                    <a:pt x="388" y="1756"/>
                    <a:pt x="655" y="1489"/>
                    <a:pt x="986" y="1485"/>
                  </a:cubicBezTo>
                  <a:close/>
                  <a:moveTo>
                    <a:pt x="1106" y="1"/>
                  </a:moveTo>
                  <a:cubicBezTo>
                    <a:pt x="483" y="1"/>
                    <a:pt x="138" y="725"/>
                    <a:pt x="529" y="1211"/>
                  </a:cubicBezTo>
                  <a:cubicBezTo>
                    <a:pt x="205" y="1380"/>
                    <a:pt x="1" y="1718"/>
                    <a:pt x="1" y="2083"/>
                  </a:cubicBezTo>
                  <a:lnTo>
                    <a:pt x="1" y="2101"/>
                  </a:lnTo>
                  <a:cubicBezTo>
                    <a:pt x="1" y="2365"/>
                    <a:pt x="216" y="2580"/>
                    <a:pt x="480" y="2580"/>
                  </a:cubicBezTo>
                  <a:lnTo>
                    <a:pt x="1736" y="2580"/>
                  </a:lnTo>
                  <a:cubicBezTo>
                    <a:pt x="1999" y="2580"/>
                    <a:pt x="2214" y="2365"/>
                    <a:pt x="2214" y="2101"/>
                  </a:cubicBezTo>
                  <a:lnTo>
                    <a:pt x="2214" y="2083"/>
                  </a:lnTo>
                  <a:cubicBezTo>
                    <a:pt x="2214" y="1718"/>
                    <a:pt x="2010" y="1380"/>
                    <a:pt x="1683" y="1211"/>
                  </a:cubicBezTo>
                  <a:cubicBezTo>
                    <a:pt x="2073" y="725"/>
                    <a:pt x="1729" y="1"/>
                    <a:pt x="11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5" name="Google Shape;22795;p91"/>
            <p:cNvSpPr/>
            <p:nvPr/>
          </p:nvSpPr>
          <p:spPr>
            <a:xfrm>
              <a:off x="6686709" y="2960973"/>
              <a:ext cx="85396" cy="10203"/>
            </a:xfrm>
            <a:custGeom>
              <a:rect b="b" l="l" r="r" t="t"/>
              <a:pathLst>
                <a:path extrusionOk="0" h="392" w="3281">
                  <a:moveTo>
                    <a:pt x="261" y="0"/>
                  </a:moveTo>
                  <a:cubicBezTo>
                    <a:pt x="1" y="0"/>
                    <a:pt x="1" y="391"/>
                    <a:pt x="261" y="391"/>
                  </a:cubicBezTo>
                  <a:lnTo>
                    <a:pt x="3020" y="391"/>
                  </a:lnTo>
                  <a:cubicBezTo>
                    <a:pt x="3280" y="391"/>
                    <a:pt x="3280" y="0"/>
                    <a:pt x="30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6" name="Google Shape;22796;p91"/>
            <p:cNvSpPr/>
            <p:nvPr/>
          </p:nvSpPr>
          <p:spPr>
            <a:xfrm>
              <a:off x="6686709" y="2981301"/>
              <a:ext cx="85396" cy="10203"/>
            </a:xfrm>
            <a:custGeom>
              <a:rect b="b" l="l" r="r" t="t"/>
              <a:pathLst>
                <a:path extrusionOk="0" h="392" w="3281">
                  <a:moveTo>
                    <a:pt x="261" y="1"/>
                  </a:moveTo>
                  <a:cubicBezTo>
                    <a:pt x="1" y="1"/>
                    <a:pt x="1" y="391"/>
                    <a:pt x="261" y="391"/>
                  </a:cubicBezTo>
                  <a:lnTo>
                    <a:pt x="3020" y="391"/>
                  </a:lnTo>
                  <a:cubicBezTo>
                    <a:pt x="3280" y="391"/>
                    <a:pt x="3280" y="1"/>
                    <a:pt x="30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7" name="Google Shape;22797;p91"/>
            <p:cNvSpPr/>
            <p:nvPr/>
          </p:nvSpPr>
          <p:spPr>
            <a:xfrm>
              <a:off x="6686709" y="3001628"/>
              <a:ext cx="83652" cy="10203"/>
            </a:xfrm>
            <a:custGeom>
              <a:rect b="b" l="l" r="r" t="t"/>
              <a:pathLst>
                <a:path extrusionOk="0" h="392" w="3214">
                  <a:moveTo>
                    <a:pt x="261" y="1"/>
                  </a:moveTo>
                  <a:cubicBezTo>
                    <a:pt x="1" y="1"/>
                    <a:pt x="1" y="391"/>
                    <a:pt x="261" y="391"/>
                  </a:cubicBezTo>
                  <a:lnTo>
                    <a:pt x="3020" y="391"/>
                  </a:lnTo>
                  <a:cubicBezTo>
                    <a:pt x="3129" y="391"/>
                    <a:pt x="3213" y="303"/>
                    <a:pt x="3213" y="194"/>
                  </a:cubicBezTo>
                  <a:cubicBezTo>
                    <a:pt x="3213" y="89"/>
                    <a:pt x="3129" y="1"/>
                    <a:pt x="30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8" name="Google Shape;22798;p91"/>
            <p:cNvSpPr/>
            <p:nvPr/>
          </p:nvSpPr>
          <p:spPr>
            <a:xfrm>
              <a:off x="6633144" y="3104385"/>
              <a:ext cx="81987" cy="30530"/>
            </a:xfrm>
            <a:custGeom>
              <a:rect b="b" l="l" r="r" t="t"/>
              <a:pathLst>
                <a:path extrusionOk="0" h="1173" w="3150">
                  <a:moveTo>
                    <a:pt x="2759" y="391"/>
                  </a:moveTo>
                  <a:lnTo>
                    <a:pt x="2759" y="781"/>
                  </a:lnTo>
                  <a:lnTo>
                    <a:pt x="391" y="781"/>
                  </a:lnTo>
                  <a:lnTo>
                    <a:pt x="391" y="391"/>
                  </a:lnTo>
                  <a:close/>
                  <a:moveTo>
                    <a:pt x="194" y="0"/>
                  </a:moveTo>
                  <a:cubicBezTo>
                    <a:pt x="89" y="0"/>
                    <a:pt x="1" y="88"/>
                    <a:pt x="1" y="197"/>
                  </a:cubicBezTo>
                  <a:lnTo>
                    <a:pt x="1" y="979"/>
                  </a:lnTo>
                  <a:cubicBezTo>
                    <a:pt x="1" y="1084"/>
                    <a:pt x="89" y="1172"/>
                    <a:pt x="194" y="1172"/>
                  </a:cubicBezTo>
                  <a:lnTo>
                    <a:pt x="2956" y="1172"/>
                  </a:lnTo>
                  <a:cubicBezTo>
                    <a:pt x="3062" y="1172"/>
                    <a:pt x="3150" y="1084"/>
                    <a:pt x="3150" y="979"/>
                  </a:cubicBezTo>
                  <a:lnTo>
                    <a:pt x="3150" y="197"/>
                  </a:lnTo>
                  <a:cubicBezTo>
                    <a:pt x="3150" y="88"/>
                    <a:pt x="3062" y="0"/>
                    <a:pt x="2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9" name="Google Shape;22799;p91"/>
            <p:cNvSpPr/>
            <p:nvPr/>
          </p:nvSpPr>
          <p:spPr>
            <a:xfrm>
              <a:off x="6631400" y="3145040"/>
              <a:ext cx="85474" cy="10203"/>
            </a:xfrm>
            <a:custGeom>
              <a:rect b="b" l="l" r="r" t="t"/>
              <a:pathLst>
                <a:path extrusionOk="0" h="392" w="3284">
                  <a:moveTo>
                    <a:pt x="261" y="1"/>
                  </a:moveTo>
                  <a:cubicBezTo>
                    <a:pt x="1" y="1"/>
                    <a:pt x="1" y="391"/>
                    <a:pt x="261" y="391"/>
                  </a:cubicBezTo>
                  <a:lnTo>
                    <a:pt x="3023" y="391"/>
                  </a:lnTo>
                  <a:cubicBezTo>
                    <a:pt x="3284" y="391"/>
                    <a:pt x="3284" y="1"/>
                    <a:pt x="3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00" name="Google Shape;22800;p91"/>
          <p:cNvGrpSpPr/>
          <p:nvPr/>
        </p:nvGrpSpPr>
        <p:grpSpPr>
          <a:xfrm>
            <a:off x="6011529" y="3354899"/>
            <a:ext cx="403582" cy="382344"/>
            <a:chOff x="6011529" y="3354899"/>
            <a:chExt cx="403582" cy="382344"/>
          </a:xfrm>
        </p:grpSpPr>
        <p:sp>
          <p:nvSpPr>
            <p:cNvPr id="22801" name="Google Shape;22801;p91"/>
            <p:cNvSpPr/>
            <p:nvPr/>
          </p:nvSpPr>
          <p:spPr>
            <a:xfrm>
              <a:off x="6037895" y="3360990"/>
              <a:ext cx="370267" cy="370163"/>
            </a:xfrm>
            <a:custGeom>
              <a:rect b="b" l="l" r="r" t="t"/>
              <a:pathLst>
                <a:path extrusionOk="0" h="14222" w="14226">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2" name="Google Shape;22802;p91"/>
            <p:cNvSpPr/>
            <p:nvPr/>
          </p:nvSpPr>
          <p:spPr>
            <a:xfrm>
              <a:off x="6198875" y="3360990"/>
              <a:ext cx="216236" cy="370267"/>
            </a:xfrm>
            <a:custGeom>
              <a:rect b="b" l="l" r="r" t="t"/>
              <a:pathLst>
                <a:path extrusionOk="0" h="14226" w="8308">
                  <a:moveTo>
                    <a:pt x="942" y="0"/>
                  </a:moveTo>
                  <a:cubicBezTo>
                    <a:pt x="938" y="0"/>
                    <a:pt x="934" y="0"/>
                    <a:pt x="930" y="0"/>
                  </a:cubicBezTo>
                  <a:cubicBezTo>
                    <a:pt x="617" y="0"/>
                    <a:pt x="307" y="18"/>
                    <a:pt x="1" y="60"/>
                  </a:cubicBezTo>
                  <a:cubicBezTo>
                    <a:pt x="3541" y="524"/>
                    <a:pt x="6186" y="3540"/>
                    <a:pt x="6186" y="7111"/>
                  </a:cubicBezTo>
                  <a:cubicBezTo>
                    <a:pt x="6186" y="10679"/>
                    <a:pt x="3541" y="13697"/>
                    <a:pt x="1" y="14162"/>
                  </a:cubicBezTo>
                  <a:cubicBezTo>
                    <a:pt x="321" y="14205"/>
                    <a:pt x="639" y="14226"/>
                    <a:pt x="954" y="14226"/>
                  </a:cubicBezTo>
                  <a:cubicBezTo>
                    <a:pt x="4638" y="14226"/>
                    <a:pt x="7791" y="11362"/>
                    <a:pt x="8037" y="7575"/>
                  </a:cubicBezTo>
                  <a:cubicBezTo>
                    <a:pt x="8308" y="3473"/>
                    <a:pt x="5050" y="0"/>
                    <a:pt x="942"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3" name="Google Shape;22803;p91"/>
            <p:cNvSpPr/>
            <p:nvPr/>
          </p:nvSpPr>
          <p:spPr>
            <a:xfrm>
              <a:off x="6094219" y="3417287"/>
              <a:ext cx="257620" cy="257542"/>
            </a:xfrm>
            <a:custGeom>
              <a:rect b="b" l="l" r="r" t="t"/>
              <a:pathLst>
                <a:path extrusionOk="0" h="9895" w="9898">
                  <a:moveTo>
                    <a:pt x="4951" y="1"/>
                  </a:moveTo>
                  <a:cubicBezTo>
                    <a:pt x="2217" y="1"/>
                    <a:pt x="0" y="2214"/>
                    <a:pt x="0" y="4948"/>
                  </a:cubicBezTo>
                  <a:cubicBezTo>
                    <a:pt x="0" y="7678"/>
                    <a:pt x="2217" y="9895"/>
                    <a:pt x="4951" y="9895"/>
                  </a:cubicBezTo>
                  <a:cubicBezTo>
                    <a:pt x="7681" y="9895"/>
                    <a:pt x="9898" y="7678"/>
                    <a:pt x="9898" y="4948"/>
                  </a:cubicBezTo>
                  <a:cubicBezTo>
                    <a:pt x="9898" y="2214"/>
                    <a:pt x="7681" y="1"/>
                    <a:pt x="4951" y="1"/>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4" name="Google Shape;22804;p91"/>
            <p:cNvSpPr/>
            <p:nvPr/>
          </p:nvSpPr>
          <p:spPr>
            <a:xfrm>
              <a:off x="6202909" y="3417287"/>
              <a:ext cx="154343" cy="257594"/>
            </a:xfrm>
            <a:custGeom>
              <a:rect b="b" l="l" r="r" t="t"/>
              <a:pathLst>
                <a:path extrusionOk="0" h="9897" w="5930">
                  <a:moveTo>
                    <a:pt x="775" y="1"/>
                  </a:moveTo>
                  <a:cubicBezTo>
                    <a:pt x="515" y="1"/>
                    <a:pt x="254" y="19"/>
                    <a:pt x="1" y="61"/>
                  </a:cubicBezTo>
                  <a:cubicBezTo>
                    <a:pt x="2404" y="441"/>
                    <a:pt x="4174" y="2513"/>
                    <a:pt x="4174" y="4948"/>
                  </a:cubicBezTo>
                  <a:cubicBezTo>
                    <a:pt x="4174" y="7383"/>
                    <a:pt x="2404" y="9455"/>
                    <a:pt x="1" y="9835"/>
                  </a:cubicBezTo>
                  <a:cubicBezTo>
                    <a:pt x="263" y="9877"/>
                    <a:pt x="524" y="9897"/>
                    <a:pt x="781" y="9897"/>
                  </a:cubicBezTo>
                  <a:cubicBezTo>
                    <a:pt x="3315" y="9897"/>
                    <a:pt x="5500" y="7948"/>
                    <a:pt x="5704" y="5335"/>
                  </a:cubicBezTo>
                  <a:cubicBezTo>
                    <a:pt x="5929" y="2460"/>
                    <a:pt x="3657" y="1"/>
                    <a:pt x="775"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5" name="Google Shape;22805;p91"/>
            <p:cNvSpPr/>
            <p:nvPr/>
          </p:nvSpPr>
          <p:spPr>
            <a:xfrm>
              <a:off x="6077639" y="3411249"/>
              <a:ext cx="280264" cy="269645"/>
            </a:xfrm>
            <a:custGeom>
              <a:rect b="b" l="l" r="r" t="t"/>
              <a:pathLst>
                <a:path extrusionOk="0" h="10360" w="10768">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3"/>
                    <a:pt x="1257" y="5877"/>
                  </a:cubicBezTo>
                  <a:cubicBezTo>
                    <a:pt x="1144" y="5877"/>
                    <a:pt x="1031" y="5870"/>
                    <a:pt x="919" y="5862"/>
                  </a:cubicBezTo>
                  <a:cubicBezTo>
                    <a:pt x="887" y="5637"/>
                    <a:pt x="870" y="5409"/>
                    <a:pt x="870" y="5180"/>
                  </a:cubicBezTo>
                  <a:cubicBezTo>
                    <a:pt x="870" y="4314"/>
                    <a:pt x="1109" y="3466"/>
                    <a:pt x="1559" y="2731"/>
                  </a:cubicBezTo>
                  <a:close/>
                  <a:moveTo>
                    <a:pt x="10299" y="5102"/>
                  </a:moveTo>
                  <a:lnTo>
                    <a:pt x="10299" y="5180"/>
                  </a:lnTo>
                  <a:cubicBezTo>
                    <a:pt x="10303" y="6447"/>
                    <a:pt x="9792" y="7660"/>
                    <a:pt x="8885" y="8547"/>
                  </a:cubicBezTo>
                  <a:cubicBezTo>
                    <a:pt x="8631" y="7590"/>
                    <a:pt x="8213" y="6686"/>
                    <a:pt x="7646" y="5873"/>
                  </a:cubicBezTo>
                  <a:cubicBezTo>
                    <a:pt x="8410" y="5370"/>
                    <a:pt x="9307" y="5102"/>
                    <a:pt x="10225" y="5102"/>
                  </a:cubicBezTo>
                  <a:close/>
                  <a:moveTo>
                    <a:pt x="5423" y="4237"/>
                  </a:moveTo>
                  <a:cubicBezTo>
                    <a:pt x="6017" y="4673"/>
                    <a:pt x="6548" y="5187"/>
                    <a:pt x="7002" y="5767"/>
                  </a:cubicBezTo>
                  <a:cubicBezTo>
                    <a:pt x="5767" y="6749"/>
                    <a:pt x="5046" y="8241"/>
                    <a:pt x="5046" y="9817"/>
                  </a:cubicBezTo>
                  <a:lnTo>
                    <a:pt x="5046" y="9863"/>
                  </a:lnTo>
                  <a:cubicBezTo>
                    <a:pt x="3100" y="9634"/>
                    <a:pt x="1496" y="8230"/>
                    <a:pt x="1014" y="6334"/>
                  </a:cubicBezTo>
                  <a:lnTo>
                    <a:pt x="1014" y="6334"/>
                  </a:lnTo>
                  <a:cubicBezTo>
                    <a:pt x="1095" y="6337"/>
                    <a:pt x="1176" y="6337"/>
                    <a:pt x="1257" y="6337"/>
                  </a:cubicBezTo>
                  <a:cubicBezTo>
                    <a:pt x="1260" y="6337"/>
                    <a:pt x="1264" y="6337"/>
                    <a:pt x="1268" y="6337"/>
                  </a:cubicBezTo>
                  <a:cubicBezTo>
                    <a:pt x="2907" y="6337"/>
                    <a:pt x="4450" y="5557"/>
                    <a:pt x="5423" y="4237"/>
                  </a:cubicBezTo>
                  <a:close/>
                  <a:moveTo>
                    <a:pt x="7277" y="6144"/>
                  </a:moveTo>
                  <a:cubicBezTo>
                    <a:pt x="7850" y="6974"/>
                    <a:pt x="8262" y="7907"/>
                    <a:pt x="8494" y="8892"/>
                  </a:cubicBezTo>
                  <a:cubicBezTo>
                    <a:pt x="7664" y="9543"/>
                    <a:pt x="6640" y="9898"/>
                    <a:pt x="5588" y="9898"/>
                  </a:cubicBezTo>
                  <a:lnTo>
                    <a:pt x="5510" y="9895"/>
                  </a:lnTo>
                  <a:lnTo>
                    <a:pt x="5510" y="9817"/>
                  </a:lnTo>
                  <a:cubicBezTo>
                    <a:pt x="5510" y="8389"/>
                    <a:pt x="6158" y="7038"/>
                    <a:pt x="7277" y="6144"/>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6" name="Google Shape;22806;p91"/>
            <p:cNvSpPr/>
            <p:nvPr/>
          </p:nvSpPr>
          <p:spPr>
            <a:xfrm>
              <a:off x="6011529" y="3354899"/>
              <a:ext cx="402776" cy="382344"/>
            </a:xfrm>
            <a:custGeom>
              <a:rect b="b" l="l" r="r" t="t"/>
              <a:pathLst>
                <a:path extrusionOk="0" h="14690" w="15475">
                  <a:moveTo>
                    <a:pt x="8128" y="466"/>
                  </a:moveTo>
                  <a:cubicBezTo>
                    <a:pt x="11921" y="466"/>
                    <a:pt x="15007" y="3552"/>
                    <a:pt x="15007" y="7345"/>
                  </a:cubicBezTo>
                  <a:cubicBezTo>
                    <a:pt x="15007" y="11138"/>
                    <a:pt x="11921" y="14223"/>
                    <a:pt x="8128" y="14223"/>
                  </a:cubicBezTo>
                  <a:lnTo>
                    <a:pt x="8124" y="14223"/>
                  </a:lnTo>
                  <a:cubicBezTo>
                    <a:pt x="4331" y="14223"/>
                    <a:pt x="1246" y="11138"/>
                    <a:pt x="1246" y="7345"/>
                  </a:cubicBezTo>
                  <a:cubicBezTo>
                    <a:pt x="1246" y="3552"/>
                    <a:pt x="4331" y="466"/>
                    <a:pt x="8128"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7" name="Google Shape;22807;p91"/>
            <p:cNvSpPr/>
            <p:nvPr/>
          </p:nvSpPr>
          <p:spPr>
            <a:xfrm>
              <a:off x="6077639" y="3411249"/>
              <a:ext cx="280264" cy="269645"/>
            </a:xfrm>
            <a:custGeom>
              <a:rect b="b" l="l" r="r" t="t"/>
              <a:pathLst>
                <a:path extrusionOk="0" h="10360" w="10768">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7"/>
                    <a:pt x="1257" y="5877"/>
                  </a:cubicBezTo>
                  <a:cubicBezTo>
                    <a:pt x="1144" y="5877"/>
                    <a:pt x="1031" y="5870"/>
                    <a:pt x="919" y="5862"/>
                  </a:cubicBezTo>
                  <a:cubicBezTo>
                    <a:pt x="887" y="5637"/>
                    <a:pt x="870" y="5409"/>
                    <a:pt x="870" y="5180"/>
                  </a:cubicBezTo>
                  <a:cubicBezTo>
                    <a:pt x="870" y="4314"/>
                    <a:pt x="1109" y="3466"/>
                    <a:pt x="1559" y="2731"/>
                  </a:cubicBezTo>
                  <a:close/>
                  <a:moveTo>
                    <a:pt x="10303" y="5102"/>
                  </a:moveTo>
                  <a:lnTo>
                    <a:pt x="10303" y="5180"/>
                  </a:lnTo>
                  <a:cubicBezTo>
                    <a:pt x="10303" y="6447"/>
                    <a:pt x="9792" y="7660"/>
                    <a:pt x="8885" y="8547"/>
                  </a:cubicBezTo>
                  <a:cubicBezTo>
                    <a:pt x="8631" y="7590"/>
                    <a:pt x="8213" y="6682"/>
                    <a:pt x="7646" y="5873"/>
                  </a:cubicBezTo>
                  <a:cubicBezTo>
                    <a:pt x="8410" y="5370"/>
                    <a:pt x="9307" y="5102"/>
                    <a:pt x="10225" y="5102"/>
                  </a:cubicBezTo>
                  <a:close/>
                  <a:moveTo>
                    <a:pt x="5423" y="4237"/>
                  </a:moveTo>
                  <a:cubicBezTo>
                    <a:pt x="6017" y="4673"/>
                    <a:pt x="6548" y="5187"/>
                    <a:pt x="7002" y="5767"/>
                  </a:cubicBezTo>
                  <a:cubicBezTo>
                    <a:pt x="6594" y="6091"/>
                    <a:pt x="6242" y="6475"/>
                    <a:pt x="5947" y="6900"/>
                  </a:cubicBezTo>
                  <a:cubicBezTo>
                    <a:pt x="5887" y="6992"/>
                    <a:pt x="5898" y="7115"/>
                    <a:pt x="5975" y="7192"/>
                  </a:cubicBezTo>
                  <a:lnTo>
                    <a:pt x="5978" y="7196"/>
                  </a:lnTo>
                  <a:cubicBezTo>
                    <a:pt x="6023" y="7241"/>
                    <a:pt x="6081" y="7263"/>
                    <a:pt x="6139" y="7263"/>
                  </a:cubicBezTo>
                  <a:cubicBezTo>
                    <a:pt x="6212" y="7263"/>
                    <a:pt x="6285" y="7228"/>
                    <a:pt x="6330" y="7161"/>
                  </a:cubicBezTo>
                  <a:cubicBezTo>
                    <a:pt x="6594" y="6777"/>
                    <a:pt x="6914" y="6436"/>
                    <a:pt x="7277" y="6144"/>
                  </a:cubicBezTo>
                  <a:cubicBezTo>
                    <a:pt x="7850" y="6974"/>
                    <a:pt x="8262" y="7907"/>
                    <a:pt x="8494" y="8892"/>
                  </a:cubicBezTo>
                  <a:cubicBezTo>
                    <a:pt x="7664" y="9543"/>
                    <a:pt x="6640" y="9895"/>
                    <a:pt x="5588" y="9895"/>
                  </a:cubicBezTo>
                  <a:lnTo>
                    <a:pt x="5510" y="9895"/>
                  </a:lnTo>
                  <a:lnTo>
                    <a:pt x="5510" y="9817"/>
                  </a:lnTo>
                  <a:cubicBezTo>
                    <a:pt x="5510" y="9251"/>
                    <a:pt x="5613" y="8688"/>
                    <a:pt x="5813" y="8160"/>
                  </a:cubicBezTo>
                  <a:cubicBezTo>
                    <a:pt x="5841" y="8076"/>
                    <a:pt x="5824" y="7981"/>
                    <a:pt x="5760" y="7917"/>
                  </a:cubicBezTo>
                  <a:lnTo>
                    <a:pt x="5753" y="7914"/>
                  </a:lnTo>
                  <a:cubicBezTo>
                    <a:pt x="5708" y="7867"/>
                    <a:pt x="5649" y="7845"/>
                    <a:pt x="5592" y="7845"/>
                  </a:cubicBezTo>
                  <a:cubicBezTo>
                    <a:pt x="5502" y="7845"/>
                    <a:pt x="5413" y="7898"/>
                    <a:pt x="5377" y="7995"/>
                  </a:cubicBezTo>
                  <a:cubicBezTo>
                    <a:pt x="5159" y="8579"/>
                    <a:pt x="5046" y="9194"/>
                    <a:pt x="5046" y="9817"/>
                  </a:cubicBezTo>
                  <a:lnTo>
                    <a:pt x="5046" y="9863"/>
                  </a:lnTo>
                  <a:cubicBezTo>
                    <a:pt x="3100" y="9634"/>
                    <a:pt x="1496" y="8230"/>
                    <a:pt x="1014" y="6330"/>
                  </a:cubicBezTo>
                  <a:lnTo>
                    <a:pt x="1014" y="6330"/>
                  </a:lnTo>
                  <a:cubicBezTo>
                    <a:pt x="1095" y="6337"/>
                    <a:pt x="1176" y="6337"/>
                    <a:pt x="1257" y="6337"/>
                  </a:cubicBezTo>
                  <a:cubicBezTo>
                    <a:pt x="2900" y="6337"/>
                    <a:pt x="4448" y="5560"/>
                    <a:pt x="5423" y="4237"/>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08" name="Google Shape;22808;p91"/>
          <p:cNvGrpSpPr/>
          <p:nvPr/>
        </p:nvGrpSpPr>
        <p:grpSpPr>
          <a:xfrm>
            <a:off x="5588348" y="2418482"/>
            <a:ext cx="386847" cy="383723"/>
            <a:chOff x="5588348" y="2418482"/>
            <a:chExt cx="386847" cy="383723"/>
          </a:xfrm>
        </p:grpSpPr>
        <p:sp>
          <p:nvSpPr>
            <p:cNvPr id="22809" name="Google Shape;22809;p91"/>
            <p:cNvSpPr/>
            <p:nvPr/>
          </p:nvSpPr>
          <p:spPr>
            <a:xfrm>
              <a:off x="5733217" y="2424598"/>
              <a:ext cx="235757" cy="236382"/>
            </a:xfrm>
            <a:custGeom>
              <a:rect b="b" l="l" r="r" t="t"/>
              <a:pathLst>
                <a:path extrusionOk="0" h="9082" w="9058">
                  <a:moveTo>
                    <a:pt x="4529" y="1"/>
                  </a:moveTo>
                  <a:cubicBezTo>
                    <a:pt x="2027" y="1"/>
                    <a:pt x="1" y="1612"/>
                    <a:pt x="1" y="3597"/>
                  </a:cubicBezTo>
                  <a:cubicBezTo>
                    <a:pt x="1" y="5374"/>
                    <a:pt x="1619" y="6844"/>
                    <a:pt x="3748" y="7140"/>
                  </a:cubicBezTo>
                  <a:lnTo>
                    <a:pt x="3741" y="7140"/>
                  </a:lnTo>
                  <a:cubicBezTo>
                    <a:pt x="3857" y="7851"/>
                    <a:pt x="3628" y="8572"/>
                    <a:pt x="3121" y="9082"/>
                  </a:cubicBezTo>
                  <a:cubicBezTo>
                    <a:pt x="4237" y="9078"/>
                    <a:pt x="5176" y="8248"/>
                    <a:pt x="5317" y="7140"/>
                  </a:cubicBezTo>
                  <a:lnTo>
                    <a:pt x="5310" y="7140"/>
                  </a:lnTo>
                  <a:cubicBezTo>
                    <a:pt x="7439" y="6848"/>
                    <a:pt x="9057" y="5374"/>
                    <a:pt x="9057" y="3597"/>
                  </a:cubicBezTo>
                  <a:cubicBezTo>
                    <a:pt x="9057" y="1612"/>
                    <a:pt x="7027" y="1"/>
                    <a:pt x="452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0" name="Google Shape;22810;p91"/>
            <p:cNvSpPr/>
            <p:nvPr/>
          </p:nvSpPr>
          <p:spPr>
            <a:xfrm>
              <a:off x="5594673" y="2509214"/>
              <a:ext cx="289582" cy="286771"/>
            </a:xfrm>
            <a:custGeom>
              <a:rect b="b" l="l" r="r" t="t"/>
              <a:pathLst>
                <a:path extrusionOk="0" h="11018" w="11126">
                  <a:moveTo>
                    <a:pt x="1485" y="1"/>
                  </a:moveTo>
                  <a:cubicBezTo>
                    <a:pt x="1485" y="1"/>
                    <a:pt x="204" y="1180"/>
                    <a:pt x="116" y="2116"/>
                  </a:cubicBezTo>
                  <a:cubicBezTo>
                    <a:pt x="0" y="3368"/>
                    <a:pt x="1327" y="5641"/>
                    <a:pt x="3406" y="7720"/>
                  </a:cubicBezTo>
                  <a:cubicBezTo>
                    <a:pt x="5401" y="9715"/>
                    <a:pt x="7574" y="11017"/>
                    <a:pt x="8853" y="11017"/>
                  </a:cubicBezTo>
                  <a:cubicBezTo>
                    <a:pt x="8907" y="11017"/>
                    <a:pt x="8960" y="11015"/>
                    <a:pt x="9011" y="11010"/>
                  </a:cubicBezTo>
                  <a:cubicBezTo>
                    <a:pt x="9947" y="10922"/>
                    <a:pt x="11125" y="9641"/>
                    <a:pt x="11125" y="9641"/>
                  </a:cubicBezTo>
                  <a:cubicBezTo>
                    <a:pt x="10731" y="9149"/>
                    <a:pt x="10309" y="8674"/>
                    <a:pt x="9866" y="8224"/>
                  </a:cubicBezTo>
                  <a:cubicBezTo>
                    <a:pt x="9416" y="7780"/>
                    <a:pt x="8941" y="7358"/>
                    <a:pt x="8444" y="6964"/>
                  </a:cubicBezTo>
                  <a:lnTo>
                    <a:pt x="7375" y="8034"/>
                  </a:lnTo>
                  <a:lnTo>
                    <a:pt x="3096" y="3755"/>
                  </a:lnTo>
                  <a:lnTo>
                    <a:pt x="4166" y="2686"/>
                  </a:lnTo>
                  <a:cubicBezTo>
                    <a:pt x="3381" y="1690"/>
                    <a:pt x="2481" y="789"/>
                    <a:pt x="1485"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1" name="Google Shape;22811;p91"/>
            <p:cNvSpPr/>
            <p:nvPr/>
          </p:nvSpPr>
          <p:spPr>
            <a:xfrm>
              <a:off x="5727075" y="2418482"/>
              <a:ext cx="248120" cy="248641"/>
            </a:xfrm>
            <a:custGeom>
              <a:rect b="b" l="l" r="r" t="t"/>
              <a:pathLst>
                <a:path extrusionOk="0" h="9553" w="9533">
                  <a:moveTo>
                    <a:pt x="4765" y="475"/>
                  </a:moveTo>
                  <a:cubicBezTo>
                    <a:pt x="7129" y="475"/>
                    <a:pt x="9054" y="1985"/>
                    <a:pt x="9054" y="3835"/>
                  </a:cubicBezTo>
                  <a:cubicBezTo>
                    <a:pt x="9054" y="5464"/>
                    <a:pt x="7566" y="6858"/>
                    <a:pt x="5514" y="7139"/>
                  </a:cubicBezTo>
                  <a:cubicBezTo>
                    <a:pt x="5388" y="7157"/>
                    <a:pt x="5300" y="7266"/>
                    <a:pt x="5307" y="7392"/>
                  </a:cubicBezTo>
                  <a:lnTo>
                    <a:pt x="5307" y="7396"/>
                  </a:lnTo>
                  <a:cubicBezTo>
                    <a:pt x="5191" y="8159"/>
                    <a:pt x="4638" y="8786"/>
                    <a:pt x="3899" y="9004"/>
                  </a:cubicBezTo>
                  <a:cubicBezTo>
                    <a:pt x="4184" y="8518"/>
                    <a:pt x="4297" y="7952"/>
                    <a:pt x="4219" y="7396"/>
                  </a:cubicBezTo>
                  <a:cubicBezTo>
                    <a:pt x="4230" y="7269"/>
                    <a:pt x="4139" y="7160"/>
                    <a:pt x="4015" y="7143"/>
                  </a:cubicBezTo>
                  <a:cubicBezTo>
                    <a:pt x="1964" y="6858"/>
                    <a:pt x="476" y="5468"/>
                    <a:pt x="476" y="3835"/>
                  </a:cubicBezTo>
                  <a:cubicBezTo>
                    <a:pt x="476" y="1985"/>
                    <a:pt x="2400" y="475"/>
                    <a:pt x="4765" y="475"/>
                  </a:cubicBezTo>
                  <a:close/>
                  <a:moveTo>
                    <a:pt x="4765" y="0"/>
                  </a:moveTo>
                  <a:cubicBezTo>
                    <a:pt x="3502" y="0"/>
                    <a:pt x="2312" y="391"/>
                    <a:pt x="1415" y="1105"/>
                  </a:cubicBezTo>
                  <a:cubicBezTo>
                    <a:pt x="504" y="1830"/>
                    <a:pt x="1" y="2797"/>
                    <a:pt x="1" y="3832"/>
                  </a:cubicBezTo>
                  <a:cubicBezTo>
                    <a:pt x="1" y="5651"/>
                    <a:pt x="1570" y="7202"/>
                    <a:pt x="3762" y="7579"/>
                  </a:cubicBezTo>
                  <a:cubicBezTo>
                    <a:pt x="3808" y="8159"/>
                    <a:pt x="3600" y="8733"/>
                    <a:pt x="3192" y="9148"/>
                  </a:cubicBezTo>
                  <a:cubicBezTo>
                    <a:pt x="3041" y="9299"/>
                    <a:pt x="3150" y="9553"/>
                    <a:pt x="3361" y="9553"/>
                  </a:cubicBezTo>
                  <a:cubicBezTo>
                    <a:pt x="4526" y="9549"/>
                    <a:pt x="5528" y="8722"/>
                    <a:pt x="5761" y="7582"/>
                  </a:cubicBezTo>
                  <a:cubicBezTo>
                    <a:pt x="6774" y="7406"/>
                    <a:pt x="7699" y="6967"/>
                    <a:pt x="8382" y="6330"/>
                  </a:cubicBezTo>
                  <a:cubicBezTo>
                    <a:pt x="9121" y="5637"/>
                    <a:pt x="9532" y="4747"/>
                    <a:pt x="9532" y="3832"/>
                  </a:cubicBezTo>
                  <a:cubicBezTo>
                    <a:pt x="9529" y="2797"/>
                    <a:pt x="9026" y="1830"/>
                    <a:pt x="8114" y="1105"/>
                  </a:cubicBezTo>
                  <a:cubicBezTo>
                    <a:pt x="7217" y="391"/>
                    <a:pt x="6028" y="0"/>
                    <a:pt x="4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2" name="Google Shape;22812;p91"/>
            <p:cNvSpPr/>
            <p:nvPr/>
          </p:nvSpPr>
          <p:spPr>
            <a:xfrm>
              <a:off x="5800706" y="2511608"/>
              <a:ext cx="15512" cy="13274"/>
            </a:xfrm>
            <a:custGeom>
              <a:rect b="b" l="l" r="r" t="t"/>
              <a:pathLst>
                <a:path extrusionOk="0" h="510" w="596">
                  <a:moveTo>
                    <a:pt x="338" y="0"/>
                  </a:moveTo>
                  <a:cubicBezTo>
                    <a:pt x="113" y="0"/>
                    <a:pt x="1" y="275"/>
                    <a:pt x="159" y="433"/>
                  </a:cubicBezTo>
                  <a:cubicBezTo>
                    <a:pt x="212" y="486"/>
                    <a:pt x="276" y="509"/>
                    <a:pt x="339" y="509"/>
                  </a:cubicBezTo>
                  <a:cubicBezTo>
                    <a:pt x="470" y="509"/>
                    <a:pt x="595" y="408"/>
                    <a:pt x="595" y="254"/>
                  </a:cubicBezTo>
                  <a:cubicBezTo>
                    <a:pt x="595" y="113"/>
                    <a:pt x="479" y="0"/>
                    <a:pt x="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3" name="Google Shape;22813;p91"/>
            <p:cNvSpPr/>
            <p:nvPr/>
          </p:nvSpPr>
          <p:spPr>
            <a:xfrm>
              <a:off x="5883760" y="2511608"/>
              <a:ext cx="15512" cy="13274"/>
            </a:xfrm>
            <a:custGeom>
              <a:rect b="b" l="l" r="r" t="t"/>
              <a:pathLst>
                <a:path extrusionOk="0" h="510" w="596">
                  <a:moveTo>
                    <a:pt x="342" y="0"/>
                  </a:moveTo>
                  <a:cubicBezTo>
                    <a:pt x="113" y="0"/>
                    <a:pt x="1" y="275"/>
                    <a:pt x="163" y="433"/>
                  </a:cubicBezTo>
                  <a:cubicBezTo>
                    <a:pt x="214" y="486"/>
                    <a:pt x="278" y="509"/>
                    <a:pt x="341" y="509"/>
                  </a:cubicBezTo>
                  <a:cubicBezTo>
                    <a:pt x="471" y="509"/>
                    <a:pt x="596" y="408"/>
                    <a:pt x="596" y="254"/>
                  </a:cubicBezTo>
                  <a:cubicBezTo>
                    <a:pt x="596" y="113"/>
                    <a:pt x="479"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4" name="Google Shape;22814;p91"/>
            <p:cNvSpPr/>
            <p:nvPr/>
          </p:nvSpPr>
          <p:spPr>
            <a:xfrm>
              <a:off x="5842194" y="2511608"/>
              <a:ext cx="15512" cy="13274"/>
            </a:xfrm>
            <a:custGeom>
              <a:rect b="b" l="l" r="r" t="t"/>
              <a:pathLst>
                <a:path extrusionOk="0" h="510" w="596">
                  <a:moveTo>
                    <a:pt x="342" y="0"/>
                  </a:moveTo>
                  <a:cubicBezTo>
                    <a:pt x="117" y="0"/>
                    <a:pt x="1" y="275"/>
                    <a:pt x="162" y="433"/>
                  </a:cubicBezTo>
                  <a:cubicBezTo>
                    <a:pt x="214" y="486"/>
                    <a:pt x="278" y="509"/>
                    <a:pt x="340" y="509"/>
                  </a:cubicBezTo>
                  <a:cubicBezTo>
                    <a:pt x="470" y="509"/>
                    <a:pt x="595" y="408"/>
                    <a:pt x="595" y="254"/>
                  </a:cubicBezTo>
                  <a:cubicBezTo>
                    <a:pt x="595" y="113"/>
                    <a:pt x="483"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5" name="Google Shape;22815;p91"/>
            <p:cNvSpPr/>
            <p:nvPr/>
          </p:nvSpPr>
          <p:spPr>
            <a:xfrm>
              <a:off x="5588348" y="2503097"/>
              <a:ext cx="302674" cy="299108"/>
            </a:xfrm>
            <a:custGeom>
              <a:rect b="b" l="l" r="r" t="t"/>
              <a:pathLst>
                <a:path extrusionOk="0" h="11492" w="11629">
                  <a:moveTo>
                    <a:pt x="1724" y="0"/>
                  </a:moveTo>
                  <a:cubicBezTo>
                    <a:pt x="1667" y="0"/>
                    <a:pt x="1610" y="21"/>
                    <a:pt x="1566" y="64"/>
                  </a:cubicBezTo>
                  <a:cubicBezTo>
                    <a:pt x="1510" y="113"/>
                    <a:pt x="215" y="1316"/>
                    <a:pt x="123" y="2329"/>
                  </a:cubicBezTo>
                  <a:cubicBezTo>
                    <a:pt x="0" y="3666"/>
                    <a:pt x="1348" y="5996"/>
                    <a:pt x="3480" y="8124"/>
                  </a:cubicBezTo>
                  <a:cubicBezTo>
                    <a:pt x="5521" y="10169"/>
                    <a:pt x="7748" y="11491"/>
                    <a:pt x="9103" y="11491"/>
                  </a:cubicBezTo>
                  <a:cubicBezTo>
                    <a:pt x="9162" y="11491"/>
                    <a:pt x="9219" y="11488"/>
                    <a:pt x="9279" y="11481"/>
                  </a:cubicBezTo>
                  <a:cubicBezTo>
                    <a:pt x="10292" y="11389"/>
                    <a:pt x="11495" y="10095"/>
                    <a:pt x="11544" y="10038"/>
                  </a:cubicBezTo>
                  <a:cubicBezTo>
                    <a:pt x="11625" y="9954"/>
                    <a:pt x="11629" y="9824"/>
                    <a:pt x="11558" y="9732"/>
                  </a:cubicBezTo>
                  <a:cubicBezTo>
                    <a:pt x="11154" y="9229"/>
                    <a:pt x="10728" y="8747"/>
                    <a:pt x="10274" y="8293"/>
                  </a:cubicBezTo>
                  <a:cubicBezTo>
                    <a:pt x="9817" y="7839"/>
                    <a:pt x="9338" y="7414"/>
                    <a:pt x="8835" y="7012"/>
                  </a:cubicBezTo>
                  <a:cubicBezTo>
                    <a:pt x="8791" y="6978"/>
                    <a:pt x="8739" y="6962"/>
                    <a:pt x="8688" y="6962"/>
                  </a:cubicBezTo>
                  <a:cubicBezTo>
                    <a:pt x="8627" y="6962"/>
                    <a:pt x="8568" y="6985"/>
                    <a:pt x="8522" y="7030"/>
                  </a:cubicBezTo>
                  <a:lnTo>
                    <a:pt x="7618" y="7931"/>
                  </a:lnTo>
                  <a:lnTo>
                    <a:pt x="4694" y="5007"/>
                  </a:lnTo>
                  <a:cubicBezTo>
                    <a:pt x="4642" y="4956"/>
                    <a:pt x="4584" y="4935"/>
                    <a:pt x="4529" y="4935"/>
                  </a:cubicBezTo>
                  <a:cubicBezTo>
                    <a:pt x="4346" y="4935"/>
                    <a:pt x="4191" y="5168"/>
                    <a:pt x="4356" y="5341"/>
                  </a:cubicBezTo>
                  <a:lnTo>
                    <a:pt x="7452" y="8434"/>
                  </a:lnTo>
                  <a:cubicBezTo>
                    <a:pt x="7498" y="8481"/>
                    <a:pt x="7559" y="8505"/>
                    <a:pt x="7620" y="8505"/>
                  </a:cubicBezTo>
                  <a:cubicBezTo>
                    <a:pt x="7680" y="8505"/>
                    <a:pt x="7741" y="8481"/>
                    <a:pt x="7787" y="8434"/>
                  </a:cubicBezTo>
                  <a:lnTo>
                    <a:pt x="8705" y="7519"/>
                  </a:lnTo>
                  <a:cubicBezTo>
                    <a:pt x="8958" y="7727"/>
                    <a:pt x="9465" y="8152"/>
                    <a:pt x="9940" y="8627"/>
                  </a:cubicBezTo>
                  <a:cubicBezTo>
                    <a:pt x="10419" y="9106"/>
                    <a:pt x="10848" y="9613"/>
                    <a:pt x="11052" y="9866"/>
                  </a:cubicBezTo>
                  <a:cubicBezTo>
                    <a:pt x="10654" y="10260"/>
                    <a:pt x="9841" y="10953"/>
                    <a:pt x="9236" y="11009"/>
                  </a:cubicBezTo>
                  <a:cubicBezTo>
                    <a:pt x="9191" y="11014"/>
                    <a:pt x="9144" y="11016"/>
                    <a:pt x="9095" y="11016"/>
                  </a:cubicBezTo>
                  <a:cubicBezTo>
                    <a:pt x="7880" y="11016"/>
                    <a:pt x="5746" y="9715"/>
                    <a:pt x="3818" y="7790"/>
                  </a:cubicBezTo>
                  <a:cubicBezTo>
                    <a:pt x="1816" y="5785"/>
                    <a:pt x="489" y="3557"/>
                    <a:pt x="598" y="2372"/>
                  </a:cubicBezTo>
                  <a:cubicBezTo>
                    <a:pt x="655" y="1766"/>
                    <a:pt x="1348" y="954"/>
                    <a:pt x="1742" y="556"/>
                  </a:cubicBezTo>
                  <a:cubicBezTo>
                    <a:pt x="1995" y="760"/>
                    <a:pt x="2502" y="1189"/>
                    <a:pt x="2980" y="1668"/>
                  </a:cubicBezTo>
                  <a:cubicBezTo>
                    <a:pt x="3455" y="2146"/>
                    <a:pt x="3881" y="2650"/>
                    <a:pt x="4089" y="2903"/>
                  </a:cubicBezTo>
                  <a:lnTo>
                    <a:pt x="3174" y="3821"/>
                  </a:lnTo>
                  <a:cubicBezTo>
                    <a:pt x="3079" y="3913"/>
                    <a:pt x="3079" y="4064"/>
                    <a:pt x="3174" y="4155"/>
                  </a:cubicBezTo>
                  <a:lnTo>
                    <a:pt x="3684" y="4669"/>
                  </a:lnTo>
                  <a:cubicBezTo>
                    <a:pt x="3736" y="4724"/>
                    <a:pt x="3795" y="4746"/>
                    <a:pt x="3851" y="4746"/>
                  </a:cubicBezTo>
                  <a:cubicBezTo>
                    <a:pt x="4036" y="4746"/>
                    <a:pt x="4196" y="4504"/>
                    <a:pt x="4018" y="4331"/>
                  </a:cubicBezTo>
                  <a:lnTo>
                    <a:pt x="3674" y="3990"/>
                  </a:lnTo>
                  <a:lnTo>
                    <a:pt x="4578" y="3086"/>
                  </a:lnTo>
                  <a:cubicBezTo>
                    <a:pt x="4662" y="3001"/>
                    <a:pt x="4669" y="2868"/>
                    <a:pt x="4595" y="2773"/>
                  </a:cubicBezTo>
                  <a:cubicBezTo>
                    <a:pt x="3797" y="1763"/>
                    <a:pt x="2885" y="848"/>
                    <a:pt x="1876" y="53"/>
                  </a:cubicBezTo>
                  <a:cubicBezTo>
                    <a:pt x="1830" y="18"/>
                    <a:pt x="1777" y="0"/>
                    <a:pt x="1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16" name="Google Shape;22816;p91"/>
          <p:cNvGrpSpPr/>
          <p:nvPr/>
        </p:nvGrpSpPr>
        <p:grpSpPr>
          <a:xfrm>
            <a:off x="6065458" y="2434229"/>
            <a:ext cx="378154" cy="352230"/>
            <a:chOff x="6065458" y="2434229"/>
            <a:chExt cx="378154" cy="352230"/>
          </a:xfrm>
        </p:grpSpPr>
        <p:sp>
          <p:nvSpPr>
            <p:cNvPr id="22817" name="Google Shape;22817;p91"/>
            <p:cNvSpPr/>
            <p:nvPr/>
          </p:nvSpPr>
          <p:spPr>
            <a:xfrm>
              <a:off x="6071054" y="2493936"/>
              <a:ext cx="285001" cy="235653"/>
            </a:xfrm>
            <a:custGeom>
              <a:rect b="b" l="l" r="r" t="t"/>
              <a:pathLst>
                <a:path extrusionOk="0" h="9054" w="10950">
                  <a:moveTo>
                    <a:pt x="0" y="0"/>
                  </a:moveTo>
                  <a:lnTo>
                    <a:pt x="0" y="6967"/>
                  </a:lnTo>
                  <a:cubicBezTo>
                    <a:pt x="0" y="8117"/>
                    <a:pt x="2453" y="9053"/>
                    <a:pt x="5475" y="9053"/>
                  </a:cubicBezTo>
                  <a:cubicBezTo>
                    <a:pt x="5640" y="9053"/>
                    <a:pt x="5806" y="9050"/>
                    <a:pt x="5968" y="9043"/>
                  </a:cubicBezTo>
                  <a:cubicBezTo>
                    <a:pt x="8761" y="8951"/>
                    <a:pt x="10950" y="8054"/>
                    <a:pt x="10950" y="6967"/>
                  </a:cubicBezTo>
                  <a:lnTo>
                    <a:pt x="109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8" name="Google Shape;22818;p91"/>
            <p:cNvSpPr/>
            <p:nvPr/>
          </p:nvSpPr>
          <p:spPr>
            <a:xfrm>
              <a:off x="6212071" y="2555387"/>
              <a:ext cx="143984" cy="174020"/>
            </a:xfrm>
            <a:custGeom>
              <a:rect b="b" l="l" r="r" t="t"/>
              <a:pathLst>
                <a:path extrusionOk="0" h="6686" w="5532">
                  <a:moveTo>
                    <a:pt x="3646" y="0"/>
                  </a:moveTo>
                  <a:cubicBezTo>
                    <a:pt x="3308" y="0"/>
                    <a:pt x="3030" y="275"/>
                    <a:pt x="3030" y="616"/>
                  </a:cubicBezTo>
                  <a:lnTo>
                    <a:pt x="3030" y="1151"/>
                  </a:lnTo>
                  <a:cubicBezTo>
                    <a:pt x="2808" y="1253"/>
                    <a:pt x="2597" y="1372"/>
                    <a:pt x="2400" y="1517"/>
                  </a:cubicBezTo>
                  <a:lnTo>
                    <a:pt x="1939" y="1249"/>
                  </a:lnTo>
                  <a:cubicBezTo>
                    <a:pt x="1841" y="1192"/>
                    <a:pt x="1733" y="1165"/>
                    <a:pt x="1628" y="1165"/>
                  </a:cubicBezTo>
                  <a:cubicBezTo>
                    <a:pt x="1414" y="1165"/>
                    <a:pt x="1208" y="1276"/>
                    <a:pt x="1095" y="1474"/>
                  </a:cubicBezTo>
                  <a:lnTo>
                    <a:pt x="170" y="3075"/>
                  </a:lnTo>
                  <a:cubicBezTo>
                    <a:pt x="1" y="3371"/>
                    <a:pt x="99" y="3747"/>
                    <a:pt x="395" y="3920"/>
                  </a:cubicBezTo>
                  <a:lnTo>
                    <a:pt x="859" y="4184"/>
                  </a:lnTo>
                  <a:cubicBezTo>
                    <a:pt x="849" y="4307"/>
                    <a:pt x="842" y="4426"/>
                    <a:pt x="842" y="4550"/>
                  </a:cubicBezTo>
                  <a:cubicBezTo>
                    <a:pt x="842" y="4669"/>
                    <a:pt x="845" y="4792"/>
                    <a:pt x="859" y="4912"/>
                  </a:cubicBezTo>
                  <a:lnTo>
                    <a:pt x="395" y="5179"/>
                  </a:lnTo>
                  <a:cubicBezTo>
                    <a:pt x="99" y="5352"/>
                    <a:pt x="1" y="5728"/>
                    <a:pt x="170" y="6024"/>
                  </a:cubicBezTo>
                  <a:lnTo>
                    <a:pt x="550" y="6685"/>
                  </a:lnTo>
                  <a:cubicBezTo>
                    <a:pt x="3343" y="6590"/>
                    <a:pt x="5532" y="5697"/>
                    <a:pt x="5532" y="4606"/>
                  </a:cubicBezTo>
                  <a:lnTo>
                    <a:pt x="5532"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9" name="Google Shape;22819;p91"/>
            <p:cNvSpPr/>
            <p:nvPr/>
          </p:nvSpPr>
          <p:spPr>
            <a:xfrm>
              <a:off x="6071054" y="2493936"/>
              <a:ext cx="285001" cy="65511"/>
            </a:xfrm>
            <a:custGeom>
              <a:rect b="b" l="l" r="r" t="t"/>
              <a:pathLst>
                <a:path extrusionOk="0" h="2517" w="10950">
                  <a:moveTo>
                    <a:pt x="0" y="0"/>
                  </a:moveTo>
                  <a:lnTo>
                    <a:pt x="0" y="989"/>
                  </a:lnTo>
                  <a:cubicBezTo>
                    <a:pt x="317" y="1330"/>
                    <a:pt x="806" y="1633"/>
                    <a:pt x="1450" y="1879"/>
                  </a:cubicBezTo>
                  <a:cubicBezTo>
                    <a:pt x="2530" y="2291"/>
                    <a:pt x="3962" y="2516"/>
                    <a:pt x="5475" y="2516"/>
                  </a:cubicBezTo>
                  <a:cubicBezTo>
                    <a:pt x="6988" y="2516"/>
                    <a:pt x="8416" y="2291"/>
                    <a:pt x="9500" y="1879"/>
                  </a:cubicBezTo>
                  <a:cubicBezTo>
                    <a:pt x="10140" y="1633"/>
                    <a:pt x="10633" y="1330"/>
                    <a:pt x="10950" y="989"/>
                  </a:cubicBezTo>
                  <a:lnTo>
                    <a:pt x="10950"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0" name="Google Shape;22820;p91"/>
            <p:cNvSpPr/>
            <p:nvPr/>
          </p:nvSpPr>
          <p:spPr>
            <a:xfrm>
              <a:off x="6071054" y="2590914"/>
              <a:ext cx="285001" cy="138570"/>
            </a:xfrm>
            <a:custGeom>
              <a:rect b="b" l="l" r="r" t="t"/>
              <a:pathLst>
                <a:path extrusionOk="0" h="5324" w="10950">
                  <a:moveTo>
                    <a:pt x="0" y="0"/>
                  </a:moveTo>
                  <a:lnTo>
                    <a:pt x="0" y="3237"/>
                  </a:lnTo>
                  <a:cubicBezTo>
                    <a:pt x="0" y="4391"/>
                    <a:pt x="2453" y="5324"/>
                    <a:pt x="5475" y="5324"/>
                  </a:cubicBezTo>
                  <a:cubicBezTo>
                    <a:pt x="5640" y="5324"/>
                    <a:pt x="5806" y="5320"/>
                    <a:pt x="5968" y="5317"/>
                  </a:cubicBezTo>
                  <a:cubicBezTo>
                    <a:pt x="8761" y="5222"/>
                    <a:pt x="10950" y="4328"/>
                    <a:pt x="10950" y="3237"/>
                  </a:cubicBezTo>
                  <a:lnTo>
                    <a:pt x="10950" y="0"/>
                  </a:lnTo>
                  <a:cubicBezTo>
                    <a:pt x="10950" y="1147"/>
                    <a:pt x="8518" y="2080"/>
                    <a:pt x="5510" y="2087"/>
                  </a:cubicBezTo>
                  <a:lnTo>
                    <a:pt x="5475" y="2087"/>
                  </a:lnTo>
                  <a:cubicBezTo>
                    <a:pt x="2453" y="2087"/>
                    <a:pt x="0" y="1151"/>
                    <a:pt x="0"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1" name="Google Shape;22821;p91"/>
            <p:cNvSpPr/>
            <p:nvPr/>
          </p:nvSpPr>
          <p:spPr>
            <a:xfrm>
              <a:off x="6212071" y="2590914"/>
              <a:ext cx="143984" cy="138388"/>
            </a:xfrm>
            <a:custGeom>
              <a:rect b="b" l="l" r="r" t="t"/>
              <a:pathLst>
                <a:path extrusionOk="0" h="5317" w="5532">
                  <a:moveTo>
                    <a:pt x="5532" y="0"/>
                  </a:moveTo>
                  <a:cubicBezTo>
                    <a:pt x="5532" y="1147"/>
                    <a:pt x="3100" y="2080"/>
                    <a:pt x="92" y="2087"/>
                  </a:cubicBezTo>
                  <a:cubicBezTo>
                    <a:pt x="113" y="2280"/>
                    <a:pt x="226" y="2453"/>
                    <a:pt x="395" y="2551"/>
                  </a:cubicBezTo>
                  <a:lnTo>
                    <a:pt x="859" y="2819"/>
                  </a:lnTo>
                  <a:cubicBezTo>
                    <a:pt x="849" y="2938"/>
                    <a:pt x="842" y="3061"/>
                    <a:pt x="842" y="3181"/>
                  </a:cubicBezTo>
                  <a:cubicBezTo>
                    <a:pt x="842" y="3304"/>
                    <a:pt x="845" y="3424"/>
                    <a:pt x="859" y="3543"/>
                  </a:cubicBezTo>
                  <a:lnTo>
                    <a:pt x="395" y="3811"/>
                  </a:lnTo>
                  <a:cubicBezTo>
                    <a:pt x="99" y="3983"/>
                    <a:pt x="1" y="4360"/>
                    <a:pt x="170" y="4655"/>
                  </a:cubicBezTo>
                  <a:lnTo>
                    <a:pt x="550" y="5317"/>
                  </a:lnTo>
                  <a:cubicBezTo>
                    <a:pt x="3343" y="5222"/>
                    <a:pt x="5532" y="4328"/>
                    <a:pt x="5532" y="3237"/>
                  </a:cubicBezTo>
                  <a:lnTo>
                    <a:pt x="553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2" name="Google Shape;22822;p91"/>
            <p:cNvSpPr/>
            <p:nvPr/>
          </p:nvSpPr>
          <p:spPr>
            <a:xfrm>
              <a:off x="6071054" y="2590914"/>
              <a:ext cx="285001" cy="66682"/>
            </a:xfrm>
            <a:custGeom>
              <a:rect b="b" l="l" r="r" t="t"/>
              <a:pathLst>
                <a:path extrusionOk="0" h="2562" w="10950">
                  <a:moveTo>
                    <a:pt x="0" y="0"/>
                  </a:moveTo>
                  <a:lnTo>
                    <a:pt x="0" y="1024"/>
                  </a:lnTo>
                  <a:cubicBezTo>
                    <a:pt x="317" y="1369"/>
                    <a:pt x="806" y="1675"/>
                    <a:pt x="1457" y="1921"/>
                  </a:cubicBezTo>
                  <a:cubicBezTo>
                    <a:pt x="2537" y="2333"/>
                    <a:pt x="3962" y="2562"/>
                    <a:pt x="5475" y="2562"/>
                  </a:cubicBezTo>
                  <a:cubicBezTo>
                    <a:pt x="6988" y="2562"/>
                    <a:pt x="8413" y="2333"/>
                    <a:pt x="9493" y="1921"/>
                  </a:cubicBezTo>
                  <a:cubicBezTo>
                    <a:pt x="10140" y="1675"/>
                    <a:pt x="10633" y="1369"/>
                    <a:pt x="10950" y="1024"/>
                  </a:cubicBezTo>
                  <a:lnTo>
                    <a:pt x="10950" y="0"/>
                  </a:lnTo>
                  <a:cubicBezTo>
                    <a:pt x="10950" y="1154"/>
                    <a:pt x="8497" y="2087"/>
                    <a:pt x="5475" y="2087"/>
                  </a:cubicBezTo>
                  <a:cubicBezTo>
                    <a:pt x="2453" y="2087"/>
                    <a:pt x="0" y="1151"/>
                    <a:pt x="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3" name="Google Shape;22823;p91"/>
            <p:cNvSpPr/>
            <p:nvPr/>
          </p:nvSpPr>
          <p:spPr>
            <a:xfrm>
              <a:off x="6071054" y="2439616"/>
              <a:ext cx="285001" cy="108639"/>
            </a:xfrm>
            <a:custGeom>
              <a:rect b="b" l="l" r="r" t="t"/>
              <a:pathLst>
                <a:path extrusionOk="0" h="4174" w="10950">
                  <a:moveTo>
                    <a:pt x="5475" y="1"/>
                  </a:moveTo>
                  <a:cubicBezTo>
                    <a:pt x="2449" y="1"/>
                    <a:pt x="0" y="937"/>
                    <a:pt x="0" y="2087"/>
                  </a:cubicBezTo>
                  <a:cubicBezTo>
                    <a:pt x="0" y="3241"/>
                    <a:pt x="2449" y="4174"/>
                    <a:pt x="5475" y="4174"/>
                  </a:cubicBezTo>
                  <a:cubicBezTo>
                    <a:pt x="8497" y="4174"/>
                    <a:pt x="10950" y="3241"/>
                    <a:pt x="10950" y="2087"/>
                  </a:cubicBezTo>
                  <a:cubicBezTo>
                    <a:pt x="10950" y="937"/>
                    <a:pt x="8497" y="1"/>
                    <a:pt x="547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4" name="Google Shape;22824;p91"/>
            <p:cNvSpPr/>
            <p:nvPr/>
          </p:nvSpPr>
          <p:spPr>
            <a:xfrm>
              <a:off x="6224720" y="2566448"/>
              <a:ext cx="212567" cy="214519"/>
            </a:xfrm>
            <a:custGeom>
              <a:rect b="b" l="l" r="r" t="t"/>
              <a:pathLst>
                <a:path extrusionOk="0" h="8242" w="8167">
                  <a:moveTo>
                    <a:pt x="3160" y="1"/>
                  </a:moveTo>
                  <a:cubicBezTo>
                    <a:pt x="3054" y="1"/>
                    <a:pt x="2970" y="85"/>
                    <a:pt x="2970" y="191"/>
                  </a:cubicBezTo>
                  <a:lnTo>
                    <a:pt x="2970" y="1014"/>
                  </a:lnTo>
                  <a:cubicBezTo>
                    <a:pt x="2597" y="1148"/>
                    <a:pt x="2249" y="1349"/>
                    <a:pt x="1946" y="1605"/>
                  </a:cubicBezTo>
                  <a:lnTo>
                    <a:pt x="1232" y="1194"/>
                  </a:lnTo>
                  <a:cubicBezTo>
                    <a:pt x="1203" y="1176"/>
                    <a:pt x="1171" y="1168"/>
                    <a:pt x="1139" y="1168"/>
                  </a:cubicBezTo>
                  <a:cubicBezTo>
                    <a:pt x="1074" y="1168"/>
                    <a:pt x="1010" y="1203"/>
                    <a:pt x="975" y="1264"/>
                  </a:cubicBezTo>
                  <a:lnTo>
                    <a:pt x="53" y="2861"/>
                  </a:lnTo>
                  <a:cubicBezTo>
                    <a:pt x="0" y="2953"/>
                    <a:pt x="32" y="3066"/>
                    <a:pt x="120" y="3118"/>
                  </a:cubicBezTo>
                  <a:lnTo>
                    <a:pt x="834" y="3530"/>
                  </a:lnTo>
                  <a:cubicBezTo>
                    <a:pt x="764" y="3921"/>
                    <a:pt x="764" y="4322"/>
                    <a:pt x="834" y="4712"/>
                  </a:cubicBezTo>
                  <a:lnTo>
                    <a:pt x="120" y="5124"/>
                  </a:lnTo>
                  <a:cubicBezTo>
                    <a:pt x="32" y="5177"/>
                    <a:pt x="0" y="5293"/>
                    <a:pt x="53" y="5381"/>
                  </a:cubicBezTo>
                  <a:lnTo>
                    <a:pt x="975" y="6982"/>
                  </a:lnTo>
                  <a:cubicBezTo>
                    <a:pt x="1010" y="7040"/>
                    <a:pt x="1074" y="7074"/>
                    <a:pt x="1138" y="7074"/>
                  </a:cubicBezTo>
                  <a:cubicBezTo>
                    <a:pt x="1170" y="7074"/>
                    <a:pt x="1203" y="7066"/>
                    <a:pt x="1232" y="7048"/>
                  </a:cubicBezTo>
                  <a:lnTo>
                    <a:pt x="1946" y="6637"/>
                  </a:lnTo>
                  <a:cubicBezTo>
                    <a:pt x="2249" y="6894"/>
                    <a:pt x="2597" y="7094"/>
                    <a:pt x="2970" y="7231"/>
                  </a:cubicBezTo>
                  <a:lnTo>
                    <a:pt x="2970" y="8051"/>
                  </a:lnTo>
                  <a:cubicBezTo>
                    <a:pt x="2970" y="8157"/>
                    <a:pt x="3054" y="8241"/>
                    <a:pt x="3160" y="8241"/>
                  </a:cubicBezTo>
                  <a:lnTo>
                    <a:pt x="5007" y="8241"/>
                  </a:lnTo>
                  <a:cubicBezTo>
                    <a:pt x="5109" y="8241"/>
                    <a:pt x="5193" y="8157"/>
                    <a:pt x="5193" y="8051"/>
                  </a:cubicBezTo>
                  <a:lnTo>
                    <a:pt x="5193" y="7231"/>
                  </a:lnTo>
                  <a:cubicBezTo>
                    <a:pt x="5570" y="7094"/>
                    <a:pt x="5915" y="6894"/>
                    <a:pt x="6217" y="6637"/>
                  </a:cubicBezTo>
                  <a:lnTo>
                    <a:pt x="6932" y="7048"/>
                  </a:lnTo>
                  <a:cubicBezTo>
                    <a:pt x="6962" y="7066"/>
                    <a:pt x="6995" y="7074"/>
                    <a:pt x="7027" y="7074"/>
                  </a:cubicBezTo>
                  <a:cubicBezTo>
                    <a:pt x="7093" y="7074"/>
                    <a:pt x="7156" y="7040"/>
                    <a:pt x="7188" y="6982"/>
                  </a:cubicBezTo>
                  <a:lnTo>
                    <a:pt x="8114" y="5381"/>
                  </a:lnTo>
                  <a:cubicBezTo>
                    <a:pt x="8167" y="5293"/>
                    <a:pt x="8135" y="5177"/>
                    <a:pt x="8043" y="5124"/>
                  </a:cubicBezTo>
                  <a:lnTo>
                    <a:pt x="7333" y="4712"/>
                  </a:lnTo>
                  <a:cubicBezTo>
                    <a:pt x="7368" y="4519"/>
                    <a:pt x="7386" y="4322"/>
                    <a:pt x="7386" y="4121"/>
                  </a:cubicBezTo>
                  <a:cubicBezTo>
                    <a:pt x="7386" y="3924"/>
                    <a:pt x="7368" y="3727"/>
                    <a:pt x="7333" y="3530"/>
                  </a:cubicBezTo>
                  <a:lnTo>
                    <a:pt x="8043" y="3122"/>
                  </a:lnTo>
                  <a:cubicBezTo>
                    <a:pt x="8135" y="3069"/>
                    <a:pt x="8167" y="2953"/>
                    <a:pt x="8114" y="2861"/>
                  </a:cubicBezTo>
                  <a:lnTo>
                    <a:pt x="7188" y="1264"/>
                  </a:lnTo>
                  <a:cubicBezTo>
                    <a:pt x="7155" y="1203"/>
                    <a:pt x="7092" y="1168"/>
                    <a:pt x="7026" y="1168"/>
                  </a:cubicBezTo>
                  <a:cubicBezTo>
                    <a:pt x="6994" y="1168"/>
                    <a:pt x="6962" y="1176"/>
                    <a:pt x="6932" y="1194"/>
                  </a:cubicBezTo>
                  <a:lnTo>
                    <a:pt x="6217" y="1605"/>
                  </a:lnTo>
                  <a:cubicBezTo>
                    <a:pt x="5915" y="1349"/>
                    <a:pt x="5570" y="1148"/>
                    <a:pt x="5193" y="1014"/>
                  </a:cubicBezTo>
                  <a:lnTo>
                    <a:pt x="5193" y="191"/>
                  </a:lnTo>
                  <a:cubicBezTo>
                    <a:pt x="5193" y="85"/>
                    <a:pt x="5109" y="1"/>
                    <a:pt x="5007"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5" name="Google Shape;22825;p91"/>
            <p:cNvSpPr/>
            <p:nvPr/>
          </p:nvSpPr>
          <p:spPr>
            <a:xfrm>
              <a:off x="6288175" y="2633964"/>
              <a:ext cx="82637" cy="79514"/>
            </a:xfrm>
            <a:custGeom>
              <a:rect b="b" l="l" r="r" t="t"/>
              <a:pathLst>
                <a:path extrusionOk="0" h="3055" w="3175">
                  <a:moveTo>
                    <a:pt x="1648" y="0"/>
                  </a:moveTo>
                  <a:cubicBezTo>
                    <a:pt x="1251" y="0"/>
                    <a:pt x="859" y="156"/>
                    <a:pt x="567" y="450"/>
                  </a:cubicBezTo>
                  <a:cubicBezTo>
                    <a:pt x="131" y="887"/>
                    <a:pt x="1" y="1541"/>
                    <a:pt x="236" y="2111"/>
                  </a:cubicBezTo>
                  <a:cubicBezTo>
                    <a:pt x="472" y="2685"/>
                    <a:pt x="1028" y="3054"/>
                    <a:pt x="1647" y="3054"/>
                  </a:cubicBezTo>
                  <a:cubicBezTo>
                    <a:pt x="2488" y="3054"/>
                    <a:pt x="3171" y="2371"/>
                    <a:pt x="3174" y="1527"/>
                  </a:cubicBezTo>
                  <a:cubicBezTo>
                    <a:pt x="3174" y="911"/>
                    <a:pt x="2801" y="355"/>
                    <a:pt x="2231" y="116"/>
                  </a:cubicBezTo>
                  <a:cubicBezTo>
                    <a:pt x="2043" y="38"/>
                    <a:pt x="1845" y="0"/>
                    <a:pt x="1648"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6" name="Google Shape;22826;p91"/>
            <p:cNvSpPr/>
            <p:nvPr/>
          </p:nvSpPr>
          <p:spPr>
            <a:xfrm>
              <a:off x="6303011" y="2645676"/>
              <a:ext cx="56063" cy="56063"/>
            </a:xfrm>
            <a:custGeom>
              <a:rect b="b" l="l" r="r" t="t"/>
              <a:pathLst>
                <a:path extrusionOk="0" h="2154" w="2154">
                  <a:moveTo>
                    <a:pt x="1077" y="0"/>
                  </a:moveTo>
                  <a:cubicBezTo>
                    <a:pt x="483" y="0"/>
                    <a:pt x="1" y="482"/>
                    <a:pt x="1" y="1077"/>
                  </a:cubicBezTo>
                  <a:cubicBezTo>
                    <a:pt x="1" y="1672"/>
                    <a:pt x="483" y="2154"/>
                    <a:pt x="1077" y="2154"/>
                  </a:cubicBezTo>
                  <a:cubicBezTo>
                    <a:pt x="1672" y="2154"/>
                    <a:pt x="2154" y="1672"/>
                    <a:pt x="2154" y="1077"/>
                  </a:cubicBezTo>
                  <a:cubicBezTo>
                    <a:pt x="2154" y="482"/>
                    <a:pt x="1672" y="0"/>
                    <a:pt x="1077"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7" name="Google Shape;22827;p91"/>
            <p:cNvSpPr/>
            <p:nvPr/>
          </p:nvSpPr>
          <p:spPr>
            <a:xfrm>
              <a:off x="6065458" y="2434229"/>
              <a:ext cx="378154" cy="352230"/>
            </a:xfrm>
            <a:custGeom>
              <a:rect b="b" l="l" r="r" t="t"/>
              <a:pathLst>
                <a:path extrusionOk="0" h="13533" w="14529">
                  <a:moveTo>
                    <a:pt x="426" y="6918"/>
                  </a:moveTo>
                  <a:cubicBezTo>
                    <a:pt x="722" y="7213"/>
                    <a:pt x="1165" y="7477"/>
                    <a:pt x="1742" y="7695"/>
                  </a:cubicBezTo>
                  <a:cubicBezTo>
                    <a:pt x="2798" y="8100"/>
                    <a:pt x="4202" y="8321"/>
                    <a:pt x="5690" y="8321"/>
                  </a:cubicBezTo>
                  <a:cubicBezTo>
                    <a:pt x="5810" y="8321"/>
                    <a:pt x="5929" y="8321"/>
                    <a:pt x="6049" y="8318"/>
                  </a:cubicBezTo>
                  <a:cubicBezTo>
                    <a:pt x="6073" y="8343"/>
                    <a:pt x="6105" y="8367"/>
                    <a:pt x="6137" y="8385"/>
                  </a:cubicBezTo>
                  <a:lnTo>
                    <a:pt x="6724" y="8723"/>
                  </a:lnTo>
                  <a:cubicBezTo>
                    <a:pt x="6679" y="9043"/>
                    <a:pt x="6679" y="9366"/>
                    <a:pt x="6724" y="9687"/>
                  </a:cubicBezTo>
                  <a:lnTo>
                    <a:pt x="6137" y="10024"/>
                  </a:lnTo>
                  <a:cubicBezTo>
                    <a:pt x="5943" y="10133"/>
                    <a:pt x="5880" y="10380"/>
                    <a:pt x="5989" y="10570"/>
                  </a:cubicBezTo>
                  <a:lnTo>
                    <a:pt x="6309" y="11122"/>
                  </a:lnTo>
                  <a:cubicBezTo>
                    <a:pt x="6105" y="11129"/>
                    <a:pt x="5898" y="11136"/>
                    <a:pt x="5690" y="11136"/>
                  </a:cubicBezTo>
                  <a:cubicBezTo>
                    <a:pt x="4251" y="11136"/>
                    <a:pt x="2903" y="10922"/>
                    <a:pt x="1894" y="10538"/>
                  </a:cubicBezTo>
                  <a:cubicBezTo>
                    <a:pt x="961" y="10183"/>
                    <a:pt x="426" y="9718"/>
                    <a:pt x="426" y="9261"/>
                  </a:cubicBezTo>
                  <a:lnTo>
                    <a:pt x="426" y="6918"/>
                  </a:lnTo>
                  <a:close/>
                  <a:moveTo>
                    <a:pt x="5751" y="0"/>
                  </a:moveTo>
                  <a:cubicBezTo>
                    <a:pt x="5730" y="0"/>
                    <a:pt x="5708" y="0"/>
                    <a:pt x="5686" y="0"/>
                  </a:cubicBezTo>
                  <a:cubicBezTo>
                    <a:pt x="4198" y="0"/>
                    <a:pt x="2798" y="218"/>
                    <a:pt x="1739" y="623"/>
                  </a:cubicBezTo>
                  <a:cubicBezTo>
                    <a:pt x="616" y="1052"/>
                    <a:pt x="1" y="1647"/>
                    <a:pt x="1" y="2294"/>
                  </a:cubicBezTo>
                  <a:lnTo>
                    <a:pt x="1" y="9261"/>
                  </a:lnTo>
                  <a:cubicBezTo>
                    <a:pt x="1" y="9912"/>
                    <a:pt x="616" y="10506"/>
                    <a:pt x="1739" y="10932"/>
                  </a:cubicBezTo>
                  <a:cubicBezTo>
                    <a:pt x="2794" y="11333"/>
                    <a:pt x="4198" y="11558"/>
                    <a:pt x="5686" y="11558"/>
                  </a:cubicBezTo>
                  <a:cubicBezTo>
                    <a:pt x="5975" y="11558"/>
                    <a:pt x="6260" y="11548"/>
                    <a:pt x="6545" y="11530"/>
                  </a:cubicBezTo>
                  <a:lnTo>
                    <a:pt x="6911" y="12167"/>
                  </a:lnTo>
                  <a:cubicBezTo>
                    <a:pt x="6984" y="12294"/>
                    <a:pt x="7118" y="12366"/>
                    <a:pt x="7256" y="12366"/>
                  </a:cubicBezTo>
                  <a:cubicBezTo>
                    <a:pt x="7324" y="12366"/>
                    <a:pt x="7393" y="12349"/>
                    <a:pt x="7456" y="12311"/>
                  </a:cubicBezTo>
                  <a:lnTo>
                    <a:pt x="8044" y="11974"/>
                  </a:lnTo>
                  <a:cubicBezTo>
                    <a:pt x="8297" y="12171"/>
                    <a:pt x="8579" y="12332"/>
                    <a:pt x="8874" y="12456"/>
                  </a:cubicBezTo>
                  <a:lnTo>
                    <a:pt x="8874" y="13131"/>
                  </a:lnTo>
                  <a:cubicBezTo>
                    <a:pt x="8874" y="13353"/>
                    <a:pt x="9054" y="13532"/>
                    <a:pt x="9275" y="13532"/>
                  </a:cubicBezTo>
                  <a:lnTo>
                    <a:pt x="11122" y="13532"/>
                  </a:lnTo>
                  <a:cubicBezTo>
                    <a:pt x="11344" y="13532"/>
                    <a:pt x="11524" y="13353"/>
                    <a:pt x="11524" y="13131"/>
                  </a:cubicBezTo>
                  <a:lnTo>
                    <a:pt x="11524" y="12456"/>
                  </a:lnTo>
                  <a:cubicBezTo>
                    <a:pt x="11823" y="12332"/>
                    <a:pt x="12101" y="12171"/>
                    <a:pt x="12354" y="11974"/>
                  </a:cubicBezTo>
                  <a:lnTo>
                    <a:pt x="12942" y="12311"/>
                  </a:lnTo>
                  <a:cubicBezTo>
                    <a:pt x="13006" y="12349"/>
                    <a:pt x="13075" y="12366"/>
                    <a:pt x="13143" y="12366"/>
                  </a:cubicBezTo>
                  <a:cubicBezTo>
                    <a:pt x="13281" y="12366"/>
                    <a:pt x="13415" y="12294"/>
                    <a:pt x="13490" y="12167"/>
                  </a:cubicBezTo>
                  <a:lnTo>
                    <a:pt x="14412" y="10566"/>
                  </a:lnTo>
                  <a:cubicBezTo>
                    <a:pt x="14469" y="10475"/>
                    <a:pt x="14483" y="10369"/>
                    <a:pt x="14458" y="10264"/>
                  </a:cubicBezTo>
                  <a:cubicBezTo>
                    <a:pt x="14430" y="10162"/>
                    <a:pt x="14363" y="10074"/>
                    <a:pt x="14268" y="10021"/>
                  </a:cubicBezTo>
                  <a:lnTo>
                    <a:pt x="13684" y="9683"/>
                  </a:lnTo>
                  <a:cubicBezTo>
                    <a:pt x="13726" y="9363"/>
                    <a:pt x="13726" y="9039"/>
                    <a:pt x="13684" y="8723"/>
                  </a:cubicBezTo>
                  <a:lnTo>
                    <a:pt x="14268" y="8385"/>
                  </a:lnTo>
                  <a:cubicBezTo>
                    <a:pt x="14462" y="8272"/>
                    <a:pt x="14528" y="8029"/>
                    <a:pt x="14416" y="7836"/>
                  </a:cubicBezTo>
                  <a:lnTo>
                    <a:pt x="14131" y="7343"/>
                  </a:lnTo>
                  <a:cubicBezTo>
                    <a:pt x="14086" y="7266"/>
                    <a:pt x="14019" y="7234"/>
                    <a:pt x="13953" y="7234"/>
                  </a:cubicBezTo>
                  <a:cubicBezTo>
                    <a:pt x="13808" y="7234"/>
                    <a:pt x="13666" y="7386"/>
                    <a:pt x="13765" y="7554"/>
                  </a:cubicBezTo>
                  <a:lnTo>
                    <a:pt x="14036" y="8029"/>
                  </a:lnTo>
                  <a:lnTo>
                    <a:pt x="13346" y="8427"/>
                  </a:lnTo>
                  <a:cubicBezTo>
                    <a:pt x="13269" y="8473"/>
                    <a:pt x="13227" y="8561"/>
                    <a:pt x="13241" y="8649"/>
                  </a:cubicBezTo>
                  <a:cubicBezTo>
                    <a:pt x="13307" y="9015"/>
                    <a:pt x="13307" y="9388"/>
                    <a:pt x="13241" y="9753"/>
                  </a:cubicBezTo>
                  <a:cubicBezTo>
                    <a:pt x="13227" y="9841"/>
                    <a:pt x="13269" y="9929"/>
                    <a:pt x="13346" y="9975"/>
                  </a:cubicBezTo>
                  <a:lnTo>
                    <a:pt x="14036" y="10373"/>
                  </a:lnTo>
                  <a:lnTo>
                    <a:pt x="13139" y="11931"/>
                  </a:lnTo>
                  <a:lnTo>
                    <a:pt x="12445" y="11534"/>
                  </a:lnTo>
                  <a:cubicBezTo>
                    <a:pt x="12413" y="11514"/>
                    <a:pt x="12376" y="11505"/>
                    <a:pt x="12340" y="11505"/>
                  </a:cubicBezTo>
                  <a:cubicBezTo>
                    <a:pt x="12290" y="11505"/>
                    <a:pt x="12241" y="11522"/>
                    <a:pt x="12203" y="11555"/>
                  </a:cubicBezTo>
                  <a:cubicBezTo>
                    <a:pt x="11918" y="11794"/>
                    <a:pt x="11594" y="11984"/>
                    <a:pt x="11242" y="12107"/>
                  </a:cubicBezTo>
                  <a:cubicBezTo>
                    <a:pt x="11158" y="12139"/>
                    <a:pt x="11101" y="12220"/>
                    <a:pt x="11101" y="12308"/>
                  </a:cubicBezTo>
                  <a:lnTo>
                    <a:pt x="11101" y="13107"/>
                  </a:lnTo>
                  <a:lnTo>
                    <a:pt x="9303" y="13107"/>
                  </a:lnTo>
                  <a:lnTo>
                    <a:pt x="9303" y="12308"/>
                  </a:lnTo>
                  <a:cubicBezTo>
                    <a:pt x="9303" y="12220"/>
                    <a:pt x="9247" y="12139"/>
                    <a:pt x="9163" y="12107"/>
                  </a:cubicBezTo>
                  <a:cubicBezTo>
                    <a:pt x="8814" y="11984"/>
                    <a:pt x="8487" y="11794"/>
                    <a:pt x="8206" y="11555"/>
                  </a:cubicBezTo>
                  <a:cubicBezTo>
                    <a:pt x="8165" y="11522"/>
                    <a:pt x="8116" y="11505"/>
                    <a:pt x="8067" y="11505"/>
                  </a:cubicBezTo>
                  <a:cubicBezTo>
                    <a:pt x="8032" y="11505"/>
                    <a:pt x="7996" y="11514"/>
                    <a:pt x="7963" y="11534"/>
                  </a:cubicBezTo>
                  <a:lnTo>
                    <a:pt x="7270" y="11931"/>
                  </a:lnTo>
                  <a:lnTo>
                    <a:pt x="6369" y="10373"/>
                  </a:lnTo>
                  <a:lnTo>
                    <a:pt x="7062" y="9975"/>
                  </a:lnTo>
                  <a:cubicBezTo>
                    <a:pt x="7140" y="9929"/>
                    <a:pt x="7178" y="9841"/>
                    <a:pt x="7164" y="9753"/>
                  </a:cubicBezTo>
                  <a:cubicBezTo>
                    <a:pt x="7097" y="9388"/>
                    <a:pt x="7097" y="9015"/>
                    <a:pt x="7164" y="8649"/>
                  </a:cubicBezTo>
                  <a:cubicBezTo>
                    <a:pt x="7178" y="8561"/>
                    <a:pt x="7140" y="8473"/>
                    <a:pt x="7062" y="8427"/>
                  </a:cubicBezTo>
                  <a:lnTo>
                    <a:pt x="6369" y="8029"/>
                  </a:lnTo>
                  <a:lnTo>
                    <a:pt x="7270" y="6471"/>
                  </a:lnTo>
                  <a:lnTo>
                    <a:pt x="7963" y="6868"/>
                  </a:lnTo>
                  <a:cubicBezTo>
                    <a:pt x="7996" y="6888"/>
                    <a:pt x="8033" y="6898"/>
                    <a:pt x="8070" y="6898"/>
                  </a:cubicBezTo>
                  <a:cubicBezTo>
                    <a:pt x="8118" y="6898"/>
                    <a:pt x="8166" y="6881"/>
                    <a:pt x="8206" y="6847"/>
                  </a:cubicBezTo>
                  <a:cubicBezTo>
                    <a:pt x="8487" y="6608"/>
                    <a:pt x="8814" y="6418"/>
                    <a:pt x="9163" y="6295"/>
                  </a:cubicBezTo>
                  <a:cubicBezTo>
                    <a:pt x="9247" y="6263"/>
                    <a:pt x="9303" y="6182"/>
                    <a:pt x="9303" y="6094"/>
                  </a:cubicBezTo>
                  <a:lnTo>
                    <a:pt x="9303" y="5296"/>
                  </a:lnTo>
                  <a:lnTo>
                    <a:pt x="11105" y="5296"/>
                  </a:lnTo>
                  <a:lnTo>
                    <a:pt x="11105" y="6094"/>
                  </a:lnTo>
                  <a:cubicBezTo>
                    <a:pt x="11105" y="6182"/>
                    <a:pt x="11161" y="6263"/>
                    <a:pt x="11246" y="6295"/>
                  </a:cubicBezTo>
                  <a:cubicBezTo>
                    <a:pt x="11594" y="6418"/>
                    <a:pt x="11918" y="6608"/>
                    <a:pt x="12203" y="6847"/>
                  </a:cubicBezTo>
                  <a:cubicBezTo>
                    <a:pt x="12241" y="6881"/>
                    <a:pt x="12289" y="6898"/>
                    <a:pt x="12337" y="6898"/>
                  </a:cubicBezTo>
                  <a:cubicBezTo>
                    <a:pt x="12374" y="6898"/>
                    <a:pt x="12412" y="6888"/>
                    <a:pt x="12445" y="6868"/>
                  </a:cubicBezTo>
                  <a:lnTo>
                    <a:pt x="13139" y="6471"/>
                  </a:lnTo>
                  <a:lnTo>
                    <a:pt x="13318" y="6777"/>
                  </a:lnTo>
                  <a:cubicBezTo>
                    <a:pt x="13362" y="6854"/>
                    <a:pt x="13428" y="6886"/>
                    <a:pt x="13494" y="6886"/>
                  </a:cubicBezTo>
                  <a:cubicBezTo>
                    <a:pt x="13638" y="6886"/>
                    <a:pt x="13781" y="6732"/>
                    <a:pt x="13684" y="6566"/>
                  </a:cubicBezTo>
                  <a:lnTo>
                    <a:pt x="13494" y="6235"/>
                  </a:lnTo>
                  <a:cubicBezTo>
                    <a:pt x="13421" y="6108"/>
                    <a:pt x="13287" y="6036"/>
                    <a:pt x="13148" y="6036"/>
                  </a:cubicBezTo>
                  <a:cubicBezTo>
                    <a:pt x="13079" y="6036"/>
                    <a:pt x="13009" y="6053"/>
                    <a:pt x="12945" y="6091"/>
                  </a:cubicBezTo>
                  <a:lnTo>
                    <a:pt x="12361" y="6429"/>
                  </a:lnTo>
                  <a:cubicBezTo>
                    <a:pt x="12108" y="6231"/>
                    <a:pt x="11826" y="6070"/>
                    <a:pt x="11527" y="5946"/>
                  </a:cubicBezTo>
                  <a:lnTo>
                    <a:pt x="11527" y="5271"/>
                  </a:lnTo>
                  <a:cubicBezTo>
                    <a:pt x="11527" y="5148"/>
                    <a:pt x="11471" y="5035"/>
                    <a:pt x="11379" y="4958"/>
                  </a:cubicBezTo>
                  <a:lnTo>
                    <a:pt x="11379" y="2294"/>
                  </a:lnTo>
                  <a:cubicBezTo>
                    <a:pt x="11379" y="1478"/>
                    <a:pt x="10426" y="771"/>
                    <a:pt x="8769" y="352"/>
                  </a:cubicBezTo>
                  <a:cubicBezTo>
                    <a:pt x="8744" y="345"/>
                    <a:pt x="8720" y="341"/>
                    <a:pt x="8698" y="341"/>
                  </a:cubicBezTo>
                  <a:cubicBezTo>
                    <a:pt x="8471" y="341"/>
                    <a:pt x="8403" y="706"/>
                    <a:pt x="8663" y="760"/>
                  </a:cubicBezTo>
                  <a:cubicBezTo>
                    <a:pt x="10078" y="1119"/>
                    <a:pt x="10954" y="1707"/>
                    <a:pt x="10954" y="2294"/>
                  </a:cubicBezTo>
                  <a:cubicBezTo>
                    <a:pt x="10954" y="2752"/>
                    <a:pt x="10419" y="3220"/>
                    <a:pt x="9486" y="3572"/>
                  </a:cubicBezTo>
                  <a:cubicBezTo>
                    <a:pt x="8477" y="3955"/>
                    <a:pt x="7129" y="4170"/>
                    <a:pt x="5690" y="4170"/>
                  </a:cubicBezTo>
                  <a:cubicBezTo>
                    <a:pt x="5092" y="4170"/>
                    <a:pt x="4497" y="4131"/>
                    <a:pt x="3903" y="4054"/>
                  </a:cubicBezTo>
                  <a:cubicBezTo>
                    <a:pt x="3893" y="4053"/>
                    <a:pt x="3884" y="4052"/>
                    <a:pt x="3876" y="4052"/>
                  </a:cubicBezTo>
                  <a:cubicBezTo>
                    <a:pt x="3628" y="4052"/>
                    <a:pt x="3585" y="4428"/>
                    <a:pt x="3846" y="4472"/>
                  </a:cubicBezTo>
                  <a:cubicBezTo>
                    <a:pt x="4458" y="4553"/>
                    <a:pt x="5074" y="4592"/>
                    <a:pt x="5690" y="4592"/>
                  </a:cubicBezTo>
                  <a:cubicBezTo>
                    <a:pt x="7178" y="4592"/>
                    <a:pt x="8579" y="4374"/>
                    <a:pt x="9638" y="3966"/>
                  </a:cubicBezTo>
                  <a:cubicBezTo>
                    <a:pt x="10215" y="3747"/>
                    <a:pt x="10658" y="3484"/>
                    <a:pt x="10954" y="3188"/>
                  </a:cubicBezTo>
                  <a:lnTo>
                    <a:pt x="10954" y="4870"/>
                  </a:lnTo>
                  <a:lnTo>
                    <a:pt x="9282" y="4870"/>
                  </a:lnTo>
                  <a:cubicBezTo>
                    <a:pt x="9061" y="4870"/>
                    <a:pt x="8881" y="5049"/>
                    <a:pt x="8881" y="5271"/>
                  </a:cubicBezTo>
                  <a:lnTo>
                    <a:pt x="8881" y="5950"/>
                  </a:lnTo>
                  <a:cubicBezTo>
                    <a:pt x="8582" y="6070"/>
                    <a:pt x="8301" y="6231"/>
                    <a:pt x="8047" y="6429"/>
                  </a:cubicBezTo>
                  <a:lnTo>
                    <a:pt x="7460" y="6091"/>
                  </a:lnTo>
                  <a:cubicBezTo>
                    <a:pt x="7396" y="6055"/>
                    <a:pt x="7327" y="6038"/>
                    <a:pt x="7259" y="6038"/>
                  </a:cubicBezTo>
                  <a:cubicBezTo>
                    <a:pt x="7120" y="6038"/>
                    <a:pt x="6986" y="6109"/>
                    <a:pt x="6911" y="6239"/>
                  </a:cubicBezTo>
                  <a:lnTo>
                    <a:pt x="5989" y="7836"/>
                  </a:lnTo>
                  <a:cubicBezTo>
                    <a:pt x="5978" y="7853"/>
                    <a:pt x="5968" y="7875"/>
                    <a:pt x="5961" y="7892"/>
                  </a:cubicBezTo>
                  <a:cubicBezTo>
                    <a:pt x="5869" y="7892"/>
                    <a:pt x="5778" y="7896"/>
                    <a:pt x="5686" y="7896"/>
                  </a:cubicBezTo>
                  <a:cubicBezTo>
                    <a:pt x="4251" y="7896"/>
                    <a:pt x="2903" y="7685"/>
                    <a:pt x="1890" y="7298"/>
                  </a:cubicBezTo>
                  <a:cubicBezTo>
                    <a:pt x="958" y="6942"/>
                    <a:pt x="423" y="6478"/>
                    <a:pt x="423" y="6024"/>
                  </a:cubicBezTo>
                  <a:lnTo>
                    <a:pt x="423" y="3192"/>
                  </a:lnTo>
                  <a:cubicBezTo>
                    <a:pt x="908" y="3670"/>
                    <a:pt x="1784" y="4071"/>
                    <a:pt x="2960" y="4321"/>
                  </a:cubicBezTo>
                  <a:cubicBezTo>
                    <a:pt x="2978" y="4326"/>
                    <a:pt x="2997" y="4328"/>
                    <a:pt x="3015" y="4328"/>
                  </a:cubicBezTo>
                  <a:cubicBezTo>
                    <a:pt x="3113" y="4328"/>
                    <a:pt x="3199" y="4260"/>
                    <a:pt x="3220" y="4159"/>
                  </a:cubicBezTo>
                  <a:cubicBezTo>
                    <a:pt x="3248" y="4043"/>
                    <a:pt x="3167" y="3927"/>
                    <a:pt x="3048" y="3909"/>
                  </a:cubicBezTo>
                  <a:cubicBezTo>
                    <a:pt x="1454" y="3565"/>
                    <a:pt x="423" y="2931"/>
                    <a:pt x="423" y="2294"/>
                  </a:cubicBezTo>
                  <a:cubicBezTo>
                    <a:pt x="423" y="1840"/>
                    <a:pt x="958" y="1373"/>
                    <a:pt x="1890" y="1021"/>
                  </a:cubicBezTo>
                  <a:cubicBezTo>
                    <a:pt x="2903" y="634"/>
                    <a:pt x="4247" y="423"/>
                    <a:pt x="5686" y="423"/>
                  </a:cubicBezTo>
                  <a:cubicBezTo>
                    <a:pt x="6397" y="423"/>
                    <a:pt x="7108" y="475"/>
                    <a:pt x="7812" y="588"/>
                  </a:cubicBezTo>
                  <a:cubicBezTo>
                    <a:pt x="7826" y="591"/>
                    <a:pt x="7840" y="592"/>
                    <a:pt x="7854" y="592"/>
                  </a:cubicBezTo>
                  <a:cubicBezTo>
                    <a:pt x="7954" y="592"/>
                    <a:pt x="8043" y="517"/>
                    <a:pt x="8061" y="415"/>
                  </a:cubicBezTo>
                  <a:cubicBezTo>
                    <a:pt x="8079" y="296"/>
                    <a:pt x="7998" y="187"/>
                    <a:pt x="7878" y="169"/>
                  </a:cubicBezTo>
                  <a:cubicBezTo>
                    <a:pt x="7175" y="56"/>
                    <a:pt x="6465" y="0"/>
                    <a:pt x="5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8" name="Google Shape;22828;p91"/>
            <p:cNvSpPr/>
            <p:nvPr/>
          </p:nvSpPr>
          <p:spPr>
            <a:xfrm>
              <a:off x="6286171" y="2640184"/>
              <a:ext cx="78395" cy="67099"/>
            </a:xfrm>
            <a:custGeom>
              <a:rect b="b" l="l" r="r" t="t"/>
              <a:pathLst>
                <a:path extrusionOk="0" h="2578" w="3012">
                  <a:moveTo>
                    <a:pt x="1717" y="424"/>
                  </a:moveTo>
                  <a:cubicBezTo>
                    <a:pt x="2163" y="424"/>
                    <a:pt x="2590" y="770"/>
                    <a:pt x="2590" y="1292"/>
                  </a:cubicBezTo>
                  <a:cubicBezTo>
                    <a:pt x="2586" y="1767"/>
                    <a:pt x="2199" y="2154"/>
                    <a:pt x="1724" y="2154"/>
                  </a:cubicBezTo>
                  <a:lnTo>
                    <a:pt x="1724" y="2157"/>
                  </a:lnTo>
                  <a:cubicBezTo>
                    <a:pt x="954" y="2157"/>
                    <a:pt x="567" y="1225"/>
                    <a:pt x="1112" y="679"/>
                  </a:cubicBezTo>
                  <a:cubicBezTo>
                    <a:pt x="1288" y="503"/>
                    <a:pt x="1505" y="424"/>
                    <a:pt x="1717" y="424"/>
                  </a:cubicBezTo>
                  <a:close/>
                  <a:moveTo>
                    <a:pt x="1724" y="0"/>
                  </a:moveTo>
                  <a:cubicBezTo>
                    <a:pt x="574" y="0"/>
                    <a:pt x="0" y="1390"/>
                    <a:pt x="813" y="2199"/>
                  </a:cubicBezTo>
                  <a:cubicBezTo>
                    <a:pt x="1060" y="2447"/>
                    <a:pt x="1390" y="2578"/>
                    <a:pt x="1726" y="2578"/>
                  </a:cubicBezTo>
                  <a:cubicBezTo>
                    <a:pt x="1891" y="2578"/>
                    <a:pt x="2058" y="2546"/>
                    <a:pt x="2217" y="2481"/>
                  </a:cubicBezTo>
                  <a:cubicBezTo>
                    <a:pt x="2699" y="2280"/>
                    <a:pt x="3012" y="1812"/>
                    <a:pt x="3012" y="1288"/>
                  </a:cubicBezTo>
                  <a:cubicBezTo>
                    <a:pt x="3012" y="577"/>
                    <a:pt x="2435" y="0"/>
                    <a:pt x="1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29" name="Google Shape;22829;p91"/>
          <p:cNvGrpSpPr/>
          <p:nvPr/>
        </p:nvGrpSpPr>
        <p:grpSpPr>
          <a:xfrm>
            <a:off x="2870687" y="3796508"/>
            <a:ext cx="375421" cy="353610"/>
            <a:chOff x="2870687" y="3796508"/>
            <a:chExt cx="375421" cy="353610"/>
          </a:xfrm>
        </p:grpSpPr>
        <p:sp>
          <p:nvSpPr>
            <p:cNvPr id="22830" name="Google Shape;22830;p91"/>
            <p:cNvSpPr/>
            <p:nvPr/>
          </p:nvSpPr>
          <p:spPr>
            <a:xfrm>
              <a:off x="2884169" y="3802104"/>
              <a:ext cx="342522" cy="342418"/>
            </a:xfrm>
            <a:custGeom>
              <a:rect b="b" l="l" r="r" t="t"/>
              <a:pathLst>
                <a:path extrusionOk="0" h="13156" w="1316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1" name="Google Shape;22831;p91"/>
            <p:cNvSpPr/>
            <p:nvPr/>
          </p:nvSpPr>
          <p:spPr>
            <a:xfrm>
              <a:off x="3033072" y="3802104"/>
              <a:ext cx="199657" cy="342522"/>
            </a:xfrm>
            <a:custGeom>
              <a:rect b="b" l="l" r="r" t="t"/>
              <a:pathLst>
                <a:path extrusionOk="0" h="13160" w="7671">
                  <a:moveTo>
                    <a:pt x="859" y="1"/>
                  </a:moveTo>
                  <a:cubicBezTo>
                    <a:pt x="574" y="1"/>
                    <a:pt x="285" y="18"/>
                    <a:pt x="0" y="57"/>
                  </a:cubicBezTo>
                  <a:cubicBezTo>
                    <a:pt x="3276" y="486"/>
                    <a:pt x="5721" y="3276"/>
                    <a:pt x="5721" y="6580"/>
                  </a:cubicBezTo>
                  <a:cubicBezTo>
                    <a:pt x="5721" y="9880"/>
                    <a:pt x="3276" y="12670"/>
                    <a:pt x="0" y="13103"/>
                  </a:cubicBezTo>
                  <a:cubicBezTo>
                    <a:pt x="290" y="13141"/>
                    <a:pt x="578" y="13160"/>
                    <a:pt x="863" y="13160"/>
                  </a:cubicBezTo>
                  <a:cubicBezTo>
                    <a:pt x="4274" y="13160"/>
                    <a:pt x="7190" y="10510"/>
                    <a:pt x="7421" y="7009"/>
                  </a:cubicBezTo>
                  <a:cubicBezTo>
                    <a:pt x="7670" y="3216"/>
                    <a:pt x="4659" y="4"/>
                    <a:pt x="8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2" name="Google Shape;22832;p91"/>
            <p:cNvSpPr/>
            <p:nvPr/>
          </p:nvSpPr>
          <p:spPr>
            <a:xfrm>
              <a:off x="2943772" y="3876569"/>
              <a:ext cx="186123" cy="267953"/>
            </a:xfrm>
            <a:custGeom>
              <a:rect b="b" l="l" r="r" t="t"/>
              <a:pathLst>
                <a:path extrusionOk="0" h="10295" w="7151">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3" name="Google Shape;22833;p91"/>
            <p:cNvSpPr/>
            <p:nvPr/>
          </p:nvSpPr>
          <p:spPr>
            <a:xfrm>
              <a:off x="2870687" y="3796508"/>
              <a:ext cx="375421" cy="353610"/>
            </a:xfrm>
            <a:custGeom>
              <a:rect b="b" l="l" r="r" t="t"/>
              <a:pathLst>
                <a:path extrusionOk="0" h="13586" w="14424">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34" name="Google Shape;22834;p91"/>
          <p:cNvGrpSpPr/>
          <p:nvPr/>
        </p:nvGrpSpPr>
        <p:grpSpPr>
          <a:xfrm>
            <a:off x="8020722" y="1543724"/>
            <a:ext cx="264309" cy="319826"/>
            <a:chOff x="8020722" y="1543724"/>
            <a:chExt cx="264309" cy="319826"/>
          </a:xfrm>
        </p:grpSpPr>
        <p:sp>
          <p:nvSpPr>
            <p:cNvPr id="22835" name="Google Shape;22835;p91"/>
            <p:cNvSpPr/>
            <p:nvPr/>
          </p:nvSpPr>
          <p:spPr>
            <a:xfrm>
              <a:off x="8056250" y="1617642"/>
              <a:ext cx="193254" cy="241145"/>
            </a:xfrm>
            <a:custGeom>
              <a:rect b="b" l="l" r="r" t="t"/>
              <a:pathLst>
                <a:path extrusionOk="0" h="9265" w="7425">
                  <a:moveTo>
                    <a:pt x="1" y="0"/>
                  </a:moveTo>
                  <a:lnTo>
                    <a:pt x="472" y="8649"/>
                  </a:lnTo>
                  <a:cubicBezTo>
                    <a:pt x="490" y="8993"/>
                    <a:pt x="775" y="9264"/>
                    <a:pt x="1120" y="9264"/>
                  </a:cubicBezTo>
                  <a:lnTo>
                    <a:pt x="6281" y="9264"/>
                  </a:lnTo>
                  <a:cubicBezTo>
                    <a:pt x="6626" y="9264"/>
                    <a:pt x="6908" y="8997"/>
                    <a:pt x="6929" y="8656"/>
                  </a:cubicBezTo>
                  <a:lnTo>
                    <a:pt x="74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6" name="Google Shape;22836;p91"/>
            <p:cNvSpPr/>
            <p:nvPr/>
          </p:nvSpPr>
          <p:spPr>
            <a:xfrm>
              <a:off x="8068613" y="1617642"/>
              <a:ext cx="180891" cy="241223"/>
            </a:xfrm>
            <a:custGeom>
              <a:rect b="b" l="l" r="r" t="t"/>
              <a:pathLst>
                <a:path extrusionOk="0" h="9268" w="6950">
                  <a:moveTo>
                    <a:pt x="4797" y="0"/>
                  </a:moveTo>
                  <a:lnTo>
                    <a:pt x="4578" y="8065"/>
                  </a:lnTo>
                  <a:cubicBezTo>
                    <a:pt x="4568" y="8413"/>
                    <a:pt x="4283" y="8691"/>
                    <a:pt x="3931" y="8691"/>
                  </a:cubicBezTo>
                  <a:lnTo>
                    <a:pt x="1" y="8691"/>
                  </a:lnTo>
                  <a:cubicBezTo>
                    <a:pt x="40" y="9018"/>
                    <a:pt x="318" y="9268"/>
                    <a:pt x="645" y="9268"/>
                  </a:cubicBezTo>
                  <a:lnTo>
                    <a:pt x="5806" y="9268"/>
                  </a:lnTo>
                  <a:cubicBezTo>
                    <a:pt x="6151" y="9268"/>
                    <a:pt x="6436" y="8997"/>
                    <a:pt x="6454" y="8656"/>
                  </a:cubicBezTo>
                  <a:lnTo>
                    <a:pt x="6950"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7" name="Google Shape;22837;p91"/>
            <p:cNvSpPr/>
            <p:nvPr/>
          </p:nvSpPr>
          <p:spPr>
            <a:xfrm>
              <a:off x="8056250" y="1574592"/>
              <a:ext cx="192890" cy="39952"/>
            </a:xfrm>
            <a:custGeom>
              <a:rect b="b" l="l" r="r" t="t"/>
              <a:pathLst>
                <a:path extrusionOk="0" h="1535" w="7411">
                  <a:moveTo>
                    <a:pt x="1514" y="1"/>
                  </a:moveTo>
                  <a:cubicBezTo>
                    <a:pt x="676" y="1"/>
                    <a:pt x="1" y="680"/>
                    <a:pt x="1" y="1513"/>
                  </a:cubicBezTo>
                  <a:lnTo>
                    <a:pt x="1" y="1535"/>
                  </a:lnTo>
                  <a:lnTo>
                    <a:pt x="7411" y="1535"/>
                  </a:lnTo>
                  <a:lnTo>
                    <a:pt x="7411" y="1513"/>
                  </a:lnTo>
                  <a:cubicBezTo>
                    <a:pt x="7411" y="680"/>
                    <a:pt x="6732" y="1"/>
                    <a:pt x="5898"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8" name="Google Shape;22838;p91"/>
            <p:cNvSpPr/>
            <p:nvPr/>
          </p:nvSpPr>
          <p:spPr>
            <a:xfrm>
              <a:off x="8168636" y="1574592"/>
              <a:ext cx="80503" cy="39952"/>
            </a:xfrm>
            <a:custGeom>
              <a:rect b="b" l="l" r="r" t="t"/>
              <a:pathLst>
                <a:path extrusionOk="0" h="1535" w="3093">
                  <a:moveTo>
                    <a:pt x="0" y="1"/>
                  </a:moveTo>
                  <a:cubicBezTo>
                    <a:pt x="834" y="1"/>
                    <a:pt x="1509" y="676"/>
                    <a:pt x="1509" y="1510"/>
                  </a:cubicBezTo>
                  <a:lnTo>
                    <a:pt x="1509" y="1535"/>
                  </a:lnTo>
                  <a:lnTo>
                    <a:pt x="3093" y="1535"/>
                  </a:lnTo>
                  <a:lnTo>
                    <a:pt x="3093" y="1510"/>
                  </a:lnTo>
                  <a:cubicBezTo>
                    <a:pt x="3093" y="676"/>
                    <a:pt x="2417" y="1"/>
                    <a:pt x="1583"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9" name="Google Shape;22839;p91"/>
            <p:cNvSpPr/>
            <p:nvPr/>
          </p:nvSpPr>
          <p:spPr>
            <a:xfrm>
              <a:off x="8025771" y="1598303"/>
              <a:ext cx="254315" cy="28604"/>
            </a:xfrm>
            <a:custGeom>
              <a:rect b="b" l="l" r="r" t="t"/>
              <a:pathLst>
                <a:path extrusionOk="0" h="1099" w="9771">
                  <a:moveTo>
                    <a:pt x="517" y="1"/>
                  </a:moveTo>
                  <a:cubicBezTo>
                    <a:pt x="225" y="18"/>
                    <a:pt x="0" y="258"/>
                    <a:pt x="0" y="550"/>
                  </a:cubicBezTo>
                  <a:cubicBezTo>
                    <a:pt x="0" y="842"/>
                    <a:pt x="225" y="1085"/>
                    <a:pt x="517" y="1099"/>
                  </a:cubicBezTo>
                  <a:lnTo>
                    <a:pt x="9250" y="1099"/>
                  </a:lnTo>
                  <a:cubicBezTo>
                    <a:pt x="9542" y="1085"/>
                    <a:pt x="9771" y="842"/>
                    <a:pt x="9771" y="550"/>
                  </a:cubicBezTo>
                  <a:cubicBezTo>
                    <a:pt x="9771" y="258"/>
                    <a:pt x="9542" y="18"/>
                    <a:pt x="9250"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0" name="Google Shape;22840;p91"/>
            <p:cNvSpPr/>
            <p:nvPr/>
          </p:nvSpPr>
          <p:spPr>
            <a:xfrm>
              <a:off x="8024860" y="1598303"/>
              <a:ext cx="255226" cy="28786"/>
            </a:xfrm>
            <a:custGeom>
              <a:rect b="b" l="l" r="r" t="t"/>
              <a:pathLst>
                <a:path extrusionOk="0" h="1106" w="9806">
                  <a:moveTo>
                    <a:pt x="8142" y="1"/>
                  </a:moveTo>
                  <a:cubicBezTo>
                    <a:pt x="8142" y="303"/>
                    <a:pt x="7895" y="550"/>
                    <a:pt x="7589" y="550"/>
                  </a:cubicBezTo>
                  <a:lnTo>
                    <a:pt x="4" y="550"/>
                  </a:lnTo>
                  <a:cubicBezTo>
                    <a:pt x="0" y="856"/>
                    <a:pt x="250" y="1106"/>
                    <a:pt x="552" y="1106"/>
                  </a:cubicBezTo>
                  <a:lnTo>
                    <a:pt x="9285" y="1106"/>
                  </a:lnTo>
                  <a:cubicBezTo>
                    <a:pt x="9577" y="1088"/>
                    <a:pt x="9806" y="845"/>
                    <a:pt x="9806" y="553"/>
                  </a:cubicBezTo>
                  <a:cubicBezTo>
                    <a:pt x="9806" y="261"/>
                    <a:pt x="9577" y="22"/>
                    <a:pt x="9285" y="4"/>
                  </a:cubicBezTo>
                  <a:lnTo>
                    <a:pt x="9285"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1" name="Google Shape;22841;p91"/>
            <p:cNvSpPr/>
            <p:nvPr/>
          </p:nvSpPr>
          <p:spPr>
            <a:xfrm>
              <a:off x="8143988" y="1655902"/>
              <a:ext cx="17803" cy="154265"/>
            </a:xfrm>
            <a:custGeom>
              <a:rect b="b" l="l" r="r" t="t"/>
              <a:pathLst>
                <a:path extrusionOk="0" h="5927" w="684">
                  <a:moveTo>
                    <a:pt x="342" y="1"/>
                  </a:moveTo>
                  <a:cubicBezTo>
                    <a:pt x="155" y="1"/>
                    <a:pt x="1" y="156"/>
                    <a:pt x="4" y="342"/>
                  </a:cubicBezTo>
                  <a:lnTo>
                    <a:pt x="4" y="5588"/>
                  </a:lnTo>
                  <a:cubicBezTo>
                    <a:pt x="4" y="5775"/>
                    <a:pt x="155" y="5926"/>
                    <a:pt x="342" y="5926"/>
                  </a:cubicBezTo>
                  <a:cubicBezTo>
                    <a:pt x="528" y="5926"/>
                    <a:pt x="683" y="5775"/>
                    <a:pt x="683" y="5588"/>
                  </a:cubicBezTo>
                  <a:lnTo>
                    <a:pt x="683" y="342"/>
                  </a:lnTo>
                  <a:cubicBezTo>
                    <a:pt x="683" y="152"/>
                    <a:pt x="528" y="1"/>
                    <a:pt x="342"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2" name="Google Shape;22842;p91"/>
            <p:cNvSpPr/>
            <p:nvPr/>
          </p:nvSpPr>
          <p:spPr>
            <a:xfrm>
              <a:off x="8194351" y="1655902"/>
              <a:ext cx="21655" cy="154083"/>
            </a:xfrm>
            <a:custGeom>
              <a:rect b="b" l="l" r="r" t="t"/>
              <a:pathLst>
                <a:path extrusionOk="0" h="5920" w="832">
                  <a:moveTo>
                    <a:pt x="490" y="1"/>
                  </a:moveTo>
                  <a:cubicBezTo>
                    <a:pt x="303" y="1"/>
                    <a:pt x="156" y="149"/>
                    <a:pt x="149" y="332"/>
                  </a:cubicBezTo>
                  <a:lnTo>
                    <a:pt x="1" y="5578"/>
                  </a:lnTo>
                  <a:cubicBezTo>
                    <a:pt x="1" y="5764"/>
                    <a:pt x="145" y="5915"/>
                    <a:pt x="331" y="5919"/>
                  </a:cubicBezTo>
                  <a:cubicBezTo>
                    <a:pt x="336" y="5919"/>
                    <a:pt x="340" y="5919"/>
                    <a:pt x="344" y="5919"/>
                  </a:cubicBezTo>
                  <a:cubicBezTo>
                    <a:pt x="522" y="5919"/>
                    <a:pt x="669" y="5777"/>
                    <a:pt x="680" y="5599"/>
                  </a:cubicBezTo>
                  <a:lnTo>
                    <a:pt x="828" y="349"/>
                  </a:lnTo>
                  <a:cubicBezTo>
                    <a:pt x="831" y="159"/>
                    <a:pt x="680" y="1"/>
                    <a:pt x="4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3" name="Google Shape;22843;p91"/>
            <p:cNvSpPr/>
            <p:nvPr/>
          </p:nvSpPr>
          <p:spPr>
            <a:xfrm>
              <a:off x="8089773" y="1655902"/>
              <a:ext cx="21629" cy="154083"/>
            </a:xfrm>
            <a:custGeom>
              <a:rect b="b" l="l" r="r" t="t"/>
              <a:pathLst>
                <a:path extrusionOk="0" h="5920" w="831">
                  <a:moveTo>
                    <a:pt x="345" y="1"/>
                  </a:moveTo>
                  <a:cubicBezTo>
                    <a:pt x="152" y="1"/>
                    <a:pt x="1" y="159"/>
                    <a:pt x="4" y="349"/>
                  </a:cubicBezTo>
                  <a:lnTo>
                    <a:pt x="152" y="5599"/>
                  </a:lnTo>
                  <a:cubicBezTo>
                    <a:pt x="162" y="5777"/>
                    <a:pt x="310" y="5919"/>
                    <a:pt x="487" y="5919"/>
                  </a:cubicBezTo>
                  <a:cubicBezTo>
                    <a:pt x="492" y="5919"/>
                    <a:pt x="496" y="5919"/>
                    <a:pt x="500" y="5919"/>
                  </a:cubicBezTo>
                  <a:cubicBezTo>
                    <a:pt x="687" y="5915"/>
                    <a:pt x="831" y="5764"/>
                    <a:pt x="831" y="5578"/>
                  </a:cubicBezTo>
                  <a:lnTo>
                    <a:pt x="683" y="332"/>
                  </a:lnTo>
                  <a:cubicBezTo>
                    <a:pt x="680" y="149"/>
                    <a:pt x="528" y="1"/>
                    <a:pt x="34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4" name="Google Shape;22844;p91"/>
            <p:cNvSpPr/>
            <p:nvPr/>
          </p:nvSpPr>
          <p:spPr>
            <a:xfrm>
              <a:off x="8144821" y="1655902"/>
              <a:ext cx="16970" cy="154265"/>
            </a:xfrm>
            <a:custGeom>
              <a:rect b="b" l="l" r="r" t="t"/>
              <a:pathLst>
                <a:path extrusionOk="0" h="5927" w="652">
                  <a:moveTo>
                    <a:pt x="299" y="1"/>
                  </a:moveTo>
                  <a:cubicBezTo>
                    <a:pt x="317" y="43"/>
                    <a:pt x="324" y="89"/>
                    <a:pt x="324" y="135"/>
                  </a:cubicBezTo>
                  <a:lnTo>
                    <a:pt x="324" y="5384"/>
                  </a:lnTo>
                  <a:cubicBezTo>
                    <a:pt x="324" y="5567"/>
                    <a:pt x="180" y="5715"/>
                    <a:pt x="0" y="5722"/>
                  </a:cubicBezTo>
                  <a:cubicBezTo>
                    <a:pt x="53" y="5845"/>
                    <a:pt x="176" y="5926"/>
                    <a:pt x="310" y="5926"/>
                  </a:cubicBezTo>
                  <a:cubicBezTo>
                    <a:pt x="496" y="5926"/>
                    <a:pt x="648" y="5775"/>
                    <a:pt x="648" y="5588"/>
                  </a:cubicBezTo>
                  <a:lnTo>
                    <a:pt x="648" y="342"/>
                  </a:lnTo>
                  <a:cubicBezTo>
                    <a:pt x="651" y="156"/>
                    <a:pt x="496" y="1"/>
                    <a:pt x="310"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5" name="Google Shape;22845;p91"/>
            <p:cNvSpPr/>
            <p:nvPr/>
          </p:nvSpPr>
          <p:spPr>
            <a:xfrm>
              <a:off x="8195080" y="1655902"/>
              <a:ext cx="20926" cy="154265"/>
            </a:xfrm>
            <a:custGeom>
              <a:rect b="b" l="l" r="r" t="t"/>
              <a:pathLst>
                <a:path extrusionOk="0" h="5927" w="804">
                  <a:moveTo>
                    <a:pt x="448" y="1"/>
                  </a:moveTo>
                  <a:cubicBezTo>
                    <a:pt x="469" y="47"/>
                    <a:pt x="476" y="96"/>
                    <a:pt x="476" y="145"/>
                  </a:cubicBezTo>
                  <a:lnTo>
                    <a:pt x="328" y="5395"/>
                  </a:lnTo>
                  <a:cubicBezTo>
                    <a:pt x="321" y="5571"/>
                    <a:pt x="180" y="5715"/>
                    <a:pt x="1" y="5722"/>
                  </a:cubicBezTo>
                  <a:cubicBezTo>
                    <a:pt x="62" y="5862"/>
                    <a:pt x="186" y="5926"/>
                    <a:pt x="309" y="5926"/>
                  </a:cubicBezTo>
                  <a:cubicBezTo>
                    <a:pt x="477" y="5926"/>
                    <a:pt x="644" y="5808"/>
                    <a:pt x="652" y="5599"/>
                  </a:cubicBezTo>
                  <a:lnTo>
                    <a:pt x="800" y="349"/>
                  </a:lnTo>
                  <a:cubicBezTo>
                    <a:pt x="803" y="159"/>
                    <a:pt x="652" y="1"/>
                    <a:pt x="462"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6" name="Google Shape;22846;p91"/>
            <p:cNvSpPr/>
            <p:nvPr/>
          </p:nvSpPr>
          <p:spPr>
            <a:xfrm>
              <a:off x="8094458" y="1655902"/>
              <a:ext cx="17126" cy="154265"/>
            </a:xfrm>
            <a:custGeom>
              <a:rect b="b" l="l" r="r" t="t"/>
              <a:pathLst>
                <a:path extrusionOk="0" h="5927" w="658">
                  <a:moveTo>
                    <a:pt x="151" y="1"/>
                  </a:moveTo>
                  <a:cubicBezTo>
                    <a:pt x="169" y="40"/>
                    <a:pt x="180" y="82"/>
                    <a:pt x="180" y="128"/>
                  </a:cubicBezTo>
                  <a:lnTo>
                    <a:pt x="327" y="5374"/>
                  </a:lnTo>
                  <a:cubicBezTo>
                    <a:pt x="331" y="5560"/>
                    <a:pt x="187" y="5715"/>
                    <a:pt x="0" y="5722"/>
                  </a:cubicBezTo>
                  <a:cubicBezTo>
                    <a:pt x="61" y="5863"/>
                    <a:pt x="184" y="5926"/>
                    <a:pt x="307" y="5926"/>
                  </a:cubicBezTo>
                  <a:cubicBezTo>
                    <a:pt x="482" y="5926"/>
                    <a:pt x="657" y="5797"/>
                    <a:pt x="651" y="5578"/>
                  </a:cubicBezTo>
                  <a:lnTo>
                    <a:pt x="503" y="332"/>
                  </a:lnTo>
                  <a:cubicBezTo>
                    <a:pt x="500" y="149"/>
                    <a:pt x="348" y="1"/>
                    <a:pt x="165"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7" name="Google Shape;22847;p91"/>
            <p:cNvSpPr/>
            <p:nvPr/>
          </p:nvSpPr>
          <p:spPr>
            <a:xfrm>
              <a:off x="8020722" y="1543724"/>
              <a:ext cx="264309" cy="319826"/>
            </a:xfrm>
            <a:custGeom>
              <a:rect b="b" l="l" r="r" t="t"/>
              <a:pathLst>
                <a:path extrusionOk="0" h="12288" w="10155">
                  <a:moveTo>
                    <a:pt x="5141" y="363"/>
                  </a:moveTo>
                  <a:cubicBezTo>
                    <a:pt x="5525" y="363"/>
                    <a:pt x="5855" y="631"/>
                    <a:pt x="5933" y="1007"/>
                  </a:cubicBezTo>
                  <a:lnTo>
                    <a:pt x="4223" y="1007"/>
                  </a:lnTo>
                  <a:cubicBezTo>
                    <a:pt x="4300" y="631"/>
                    <a:pt x="4631" y="363"/>
                    <a:pt x="5015" y="363"/>
                  </a:cubicBezTo>
                  <a:close/>
                  <a:moveTo>
                    <a:pt x="7266" y="1366"/>
                  </a:moveTo>
                  <a:cubicBezTo>
                    <a:pt x="7692" y="1366"/>
                    <a:pt x="8093" y="1570"/>
                    <a:pt x="8343" y="1918"/>
                  </a:cubicBezTo>
                  <a:lnTo>
                    <a:pt x="1799" y="1918"/>
                  </a:lnTo>
                  <a:cubicBezTo>
                    <a:pt x="2048" y="1570"/>
                    <a:pt x="2450" y="1366"/>
                    <a:pt x="2875" y="1366"/>
                  </a:cubicBezTo>
                  <a:close/>
                  <a:moveTo>
                    <a:pt x="5015" y="1"/>
                  </a:moveTo>
                  <a:cubicBezTo>
                    <a:pt x="4430" y="4"/>
                    <a:pt x="3938" y="430"/>
                    <a:pt x="3857" y="1007"/>
                  </a:cubicBezTo>
                  <a:lnTo>
                    <a:pt x="2875" y="1007"/>
                  </a:lnTo>
                  <a:cubicBezTo>
                    <a:pt x="2245" y="1007"/>
                    <a:pt x="1665" y="1359"/>
                    <a:pt x="1376" y="1918"/>
                  </a:cubicBezTo>
                  <a:lnTo>
                    <a:pt x="711" y="1918"/>
                  </a:lnTo>
                  <a:cubicBezTo>
                    <a:pt x="317" y="1929"/>
                    <a:pt x="1" y="2253"/>
                    <a:pt x="1" y="2647"/>
                  </a:cubicBezTo>
                  <a:cubicBezTo>
                    <a:pt x="1" y="3044"/>
                    <a:pt x="317" y="3368"/>
                    <a:pt x="711" y="3379"/>
                  </a:cubicBezTo>
                  <a:lnTo>
                    <a:pt x="1215" y="3379"/>
                  </a:lnTo>
                  <a:lnTo>
                    <a:pt x="1658" y="11503"/>
                  </a:lnTo>
                  <a:cubicBezTo>
                    <a:pt x="1683" y="11942"/>
                    <a:pt x="2045" y="12284"/>
                    <a:pt x="2485" y="12287"/>
                  </a:cubicBezTo>
                  <a:lnTo>
                    <a:pt x="5465" y="12287"/>
                  </a:lnTo>
                  <a:cubicBezTo>
                    <a:pt x="5704" y="12287"/>
                    <a:pt x="5704" y="11925"/>
                    <a:pt x="5465" y="11925"/>
                  </a:cubicBezTo>
                  <a:lnTo>
                    <a:pt x="2485" y="11925"/>
                  </a:lnTo>
                  <a:cubicBezTo>
                    <a:pt x="2235" y="11925"/>
                    <a:pt x="2031" y="11731"/>
                    <a:pt x="2017" y="11482"/>
                  </a:cubicBezTo>
                  <a:lnTo>
                    <a:pt x="1577" y="3379"/>
                  </a:lnTo>
                  <a:lnTo>
                    <a:pt x="2541" y="3379"/>
                  </a:lnTo>
                  <a:cubicBezTo>
                    <a:pt x="2780" y="3379"/>
                    <a:pt x="2780" y="3016"/>
                    <a:pt x="2541" y="3016"/>
                  </a:cubicBezTo>
                  <a:lnTo>
                    <a:pt x="715" y="3016"/>
                  </a:lnTo>
                  <a:cubicBezTo>
                    <a:pt x="507" y="3016"/>
                    <a:pt x="342" y="2851"/>
                    <a:pt x="342" y="2647"/>
                  </a:cubicBezTo>
                  <a:cubicBezTo>
                    <a:pt x="342" y="2443"/>
                    <a:pt x="507" y="2274"/>
                    <a:pt x="715" y="2274"/>
                  </a:cubicBezTo>
                  <a:lnTo>
                    <a:pt x="9444" y="2274"/>
                  </a:lnTo>
                  <a:cubicBezTo>
                    <a:pt x="9652" y="2274"/>
                    <a:pt x="9817" y="2443"/>
                    <a:pt x="9817" y="2647"/>
                  </a:cubicBezTo>
                  <a:cubicBezTo>
                    <a:pt x="9817" y="2851"/>
                    <a:pt x="9652" y="3016"/>
                    <a:pt x="9444" y="3016"/>
                  </a:cubicBezTo>
                  <a:lnTo>
                    <a:pt x="3378" y="3016"/>
                  </a:lnTo>
                  <a:cubicBezTo>
                    <a:pt x="3139" y="3016"/>
                    <a:pt x="3139" y="3379"/>
                    <a:pt x="3378" y="3379"/>
                  </a:cubicBezTo>
                  <a:lnTo>
                    <a:pt x="8582" y="3379"/>
                  </a:lnTo>
                  <a:lnTo>
                    <a:pt x="8118" y="11482"/>
                  </a:lnTo>
                  <a:cubicBezTo>
                    <a:pt x="8104" y="11731"/>
                    <a:pt x="7896" y="11925"/>
                    <a:pt x="7646" y="11925"/>
                  </a:cubicBezTo>
                  <a:lnTo>
                    <a:pt x="6306" y="11925"/>
                  </a:lnTo>
                  <a:cubicBezTo>
                    <a:pt x="6067" y="11925"/>
                    <a:pt x="6067" y="12287"/>
                    <a:pt x="6306" y="12287"/>
                  </a:cubicBezTo>
                  <a:lnTo>
                    <a:pt x="7646" y="12287"/>
                  </a:lnTo>
                  <a:cubicBezTo>
                    <a:pt x="8086" y="12284"/>
                    <a:pt x="8449" y="11942"/>
                    <a:pt x="8473" y="11503"/>
                  </a:cubicBezTo>
                  <a:lnTo>
                    <a:pt x="8941" y="3379"/>
                  </a:lnTo>
                  <a:lnTo>
                    <a:pt x="9444" y="3379"/>
                  </a:lnTo>
                  <a:cubicBezTo>
                    <a:pt x="9842" y="3368"/>
                    <a:pt x="10155" y="3044"/>
                    <a:pt x="10155" y="2647"/>
                  </a:cubicBezTo>
                  <a:cubicBezTo>
                    <a:pt x="10155" y="2249"/>
                    <a:pt x="9842" y="1925"/>
                    <a:pt x="9444" y="1915"/>
                  </a:cubicBezTo>
                  <a:lnTo>
                    <a:pt x="9444" y="1918"/>
                  </a:lnTo>
                  <a:lnTo>
                    <a:pt x="8765" y="1918"/>
                  </a:lnTo>
                  <a:cubicBezTo>
                    <a:pt x="8473" y="1359"/>
                    <a:pt x="7896" y="1007"/>
                    <a:pt x="7266" y="1007"/>
                  </a:cubicBezTo>
                  <a:lnTo>
                    <a:pt x="6299" y="1007"/>
                  </a:lnTo>
                  <a:cubicBezTo>
                    <a:pt x="6218" y="430"/>
                    <a:pt x="5725" y="4"/>
                    <a:pt x="51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8" name="Google Shape;22848;p91"/>
            <p:cNvSpPr/>
            <p:nvPr/>
          </p:nvSpPr>
          <p:spPr>
            <a:xfrm>
              <a:off x="8139329" y="1651243"/>
              <a:ext cx="27121" cy="163583"/>
            </a:xfrm>
            <a:custGeom>
              <a:rect b="b" l="l" r="r" t="t"/>
              <a:pathLst>
                <a:path extrusionOk="0" h="6285" w="1042">
                  <a:moveTo>
                    <a:pt x="527" y="363"/>
                  </a:moveTo>
                  <a:cubicBezTo>
                    <a:pt x="612" y="363"/>
                    <a:pt x="683" y="435"/>
                    <a:pt x="683" y="521"/>
                  </a:cubicBezTo>
                  <a:lnTo>
                    <a:pt x="679" y="518"/>
                  </a:lnTo>
                  <a:lnTo>
                    <a:pt x="679" y="5767"/>
                  </a:lnTo>
                  <a:cubicBezTo>
                    <a:pt x="679" y="5873"/>
                    <a:pt x="600" y="5926"/>
                    <a:pt x="521" y="5926"/>
                  </a:cubicBezTo>
                  <a:cubicBezTo>
                    <a:pt x="442" y="5926"/>
                    <a:pt x="363" y="5873"/>
                    <a:pt x="363" y="5767"/>
                  </a:cubicBezTo>
                  <a:lnTo>
                    <a:pt x="363" y="521"/>
                  </a:lnTo>
                  <a:cubicBezTo>
                    <a:pt x="363" y="433"/>
                    <a:pt x="433" y="363"/>
                    <a:pt x="521" y="363"/>
                  </a:cubicBezTo>
                  <a:cubicBezTo>
                    <a:pt x="523" y="363"/>
                    <a:pt x="525" y="363"/>
                    <a:pt x="527" y="363"/>
                  </a:cubicBezTo>
                  <a:close/>
                  <a:moveTo>
                    <a:pt x="521" y="0"/>
                  </a:moveTo>
                  <a:cubicBezTo>
                    <a:pt x="232" y="0"/>
                    <a:pt x="0" y="233"/>
                    <a:pt x="4" y="521"/>
                  </a:cubicBezTo>
                  <a:lnTo>
                    <a:pt x="4" y="5767"/>
                  </a:lnTo>
                  <a:cubicBezTo>
                    <a:pt x="4" y="6052"/>
                    <a:pt x="236" y="6284"/>
                    <a:pt x="521" y="6284"/>
                  </a:cubicBezTo>
                  <a:cubicBezTo>
                    <a:pt x="806" y="6284"/>
                    <a:pt x="1042" y="6052"/>
                    <a:pt x="1042" y="5767"/>
                  </a:cubicBezTo>
                  <a:lnTo>
                    <a:pt x="1042" y="521"/>
                  </a:lnTo>
                  <a:cubicBezTo>
                    <a:pt x="1038" y="236"/>
                    <a:pt x="806" y="4"/>
                    <a:pt x="521" y="4"/>
                  </a:cubicBezTo>
                  <a:lnTo>
                    <a:pt x="52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9" name="Google Shape;22849;p91"/>
            <p:cNvSpPr/>
            <p:nvPr/>
          </p:nvSpPr>
          <p:spPr>
            <a:xfrm>
              <a:off x="8189510" y="1651321"/>
              <a:ext cx="31259" cy="163427"/>
            </a:xfrm>
            <a:custGeom>
              <a:rect b="b" l="l" r="r" t="t"/>
              <a:pathLst>
                <a:path extrusionOk="0" h="6279" w="1201">
                  <a:moveTo>
                    <a:pt x="671" y="1"/>
                  </a:moveTo>
                  <a:cubicBezTo>
                    <a:pt x="394" y="1"/>
                    <a:pt x="165" y="222"/>
                    <a:pt x="159" y="501"/>
                  </a:cubicBezTo>
                  <a:lnTo>
                    <a:pt x="7" y="5747"/>
                  </a:lnTo>
                  <a:cubicBezTo>
                    <a:pt x="0" y="6032"/>
                    <a:pt x="225" y="6271"/>
                    <a:pt x="510" y="6278"/>
                  </a:cubicBezTo>
                  <a:cubicBezTo>
                    <a:pt x="515" y="6278"/>
                    <a:pt x="519" y="6278"/>
                    <a:pt x="524" y="6278"/>
                  </a:cubicBezTo>
                  <a:cubicBezTo>
                    <a:pt x="803" y="6278"/>
                    <a:pt x="1035" y="6059"/>
                    <a:pt x="1045" y="5778"/>
                  </a:cubicBezTo>
                  <a:lnTo>
                    <a:pt x="1070" y="4941"/>
                  </a:lnTo>
                  <a:cubicBezTo>
                    <a:pt x="1073" y="4819"/>
                    <a:pt x="982" y="4756"/>
                    <a:pt x="890" y="4756"/>
                  </a:cubicBezTo>
                  <a:cubicBezTo>
                    <a:pt x="802" y="4756"/>
                    <a:pt x="714" y="4813"/>
                    <a:pt x="711" y="4930"/>
                  </a:cubicBezTo>
                  <a:lnTo>
                    <a:pt x="686" y="5768"/>
                  </a:lnTo>
                  <a:cubicBezTo>
                    <a:pt x="680" y="5867"/>
                    <a:pt x="604" y="5916"/>
                    <a:pt x="528" y="5916"/>
                  </a:cubicBezTo>
                  <a:cubicBezTo>
                    <a:pt x="448" y="5916"/>
                    <a:pt x="368" y="5862"/>
                    <a:pt x="366" y="5757"/>
                  </a:cubicBezTo>
                  <a:lnTo>
                    <a:pt x="517" y="511"/>
                  </a:lnTo>
                  <a:cubicBezTo>
                    <a:pt x="519" y="407"/>
                    <a:pt x="596" y="355"/>
                    <a:pt x="674" y="355"/>
                  </a:cubicBezTo>
                  <a:cubicBezTo>
                    <a:pt x="755" y="355"/>
                    <a:pt x="838" y="412"/>
                    <a:pt x="834" y="522"/>
                  </a:cubicBezTo>
                  <a:lnTo>
                    <a:pt x="732" y="4104"/>
                  </a:lnTo>
                  <a:cubicBezTo>
                    <a:pt x="729" y="4206"/>
                    <a:pt x="806" y="4286"/>
                    <a:pt x="908" y="4290"/>
                  </a:cubicBezTo>
                  <a:cubicBezTo>
                    <a:pt x="910" y="4290"/>
                    <a:pt x="912" y="4290"/>
                    <a:pt x="914" y="4290"/>
                  </a:cubicBezTo>
                  <a:cubicBezTo>
                    <a:pt x="1010" y="4290"/>
                    <a:pt x="1091" y="4211"/>
                    <a:pt x="1091" y="4114"/>
                  </a:cubicBezTo>
                  <a:lnTo>
                    <a:pt x="1193" y="529"/>
                  </a:lnTo>
                  <a:cubicBezTo>
                    <a:pt x="1200" y="244"/>
                    <a:pt x="975" y="8"/>
                    <a:pt x="690" y="1"/>
                  </a:cubicBezTo>
                  <a:cubicBezTo>
                    <a:pt x="683" y="1"/>
                    <a:pt x="677" y="1"/>
                    <a:pt x="6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0" name="Google Shape;22850;p91"/>
            <p:cNvSpPr/>
            <p:nvPr/>
          </p:nvSpPr>
          <p:spPr>
            <a:xfrm>
              <a:off x="8085010" y="1651243"/>
              <a:ext cx="31259" cy="163505"/>
            </a:xfrm>
            <a:custGeom>
              <a:rect b="b" l="l" r="r" t="t"/>
              <a:pathLst>
                <a:path extrusionOk="0" h="6282" w="1201">
                  <a:moveTo>
                    <a:pt x="529" y="353"/>
                  </a:moveTo>
                  <a:cubicBezTo>
                    <a:pt x="609" y="353"/>
                    <a:pt x="688" y="406"/>
                    <a:pt x="687" y="514"/>
                  </a:cubicBezTo>
                  <a:lnTo>
                    <a:pt x="835" y="5764"/>
                  </a:lnTo>
                  <a:cubicBezTo>
                    <a:pt x="838" y="5806"/>
                    <a:pt x="820" y="5848"/>
                    <a:pt x="789" y="5880"/>
                  </a:cubicBezTo>
                  <a:lnTo>
                    <a:pt x="792" y="5876"/>
                  </a:lnTo>
                  <a:lnTo>
                    <a:pt x="792" y="5876"/>
                  </a:lnTo>
                  <a:cubicBezTo>
                    <a:pt x="759" y="5910"/>
                    <a:pt x="718" y="5926"/>
                    <a:pt x="678" y="5926"/>
                  </a:cubicBezTo>
                  <a:cubicBezTo>
                    <a:pt x="598" y="5926"/>
                    <a:pt x="520" y="5865"/>
                    <a:pt x="518" y="5771"/>
                  </a:cubicBezTo>
                  <a:lnTo>
                    <a:pt x="367" y="525"/>
                  </a:lnTo>
                  <a:cubicBezTo>
                    <a:pt x="359" y="411"/>
                    <a:pt x="444" y="353"/>
                    <a:pt x="529" y="353"/>
                  </a:cubicBezTo>
                  <a:close/>
                  <a:moveTo>
                    <a:pt x="528" y="0"/>
                  </a:moveTo>
                  <a:cubicBezTo>
                    <a:pt x="233" y="0"/>
                    <a:pt x="1" y="243"/>
                    <a:pt x="8" y="535"/>
                  </a:cubicBezTo>
                  <a:lnTo>
                    <a:pt x="155" y="5781"/>
                  </a:lnTo>
                  <a:cubicBezTo>
                    <a:pt x="166" y="6062"/>
                    <a:pt x="398" y="6281"/>
                    <a:pt x="677" y="6281"/>
                  </a:cubicBezTo>
                  <a:cubicBezTo>
                    <a:pt x="681" y="6281"/>
                    <a:pt x="686" y="6281"/>
                    <a:pt x="690" y="6281"/>
                  </a:cubicBezTo>
                  <a:cubicBezTo>
                    <a:pt x="975" y="6274"/>
                    <a:pt x="1200" y="6038"/>
                    <a:pt x="1193" y="5753"/>
                  </a:cubicBezTo>
                  <a:lnTo>
                    <a:pt x="1046" y="504"/>
                  </a:lnTo>
                  <a:cubicBezTo>
                    <a:pt x="1039" y="222"/>
                    <a:pt x="806" y="0"/>
                    <a:pt x="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51" name="Google Shape;22851;p91"/>
          <p:cNvGrpSpPr/>
          <p:nvPr/>
        </p:nvGrpSpPr>
        <p:grpSpPr>
          <a:xfrm>
            <a:off x="2319216" y="2452526"/>
            <a:ext cx="343875" cy="315609"/>
            <a:chOff x="2319216" y="2452526"/>
            <a:chExt cx="343875" cy="315609"/>
          </a:xfrm>
        </p:grpSpPr>
        <p:sp>
          <p:nvSpPr>
            <p:cNvPr id="22852" name="Google Shape;22852;p91"/>
            <p:cNvSpPr/>
            <p:nvPr/>
          </p:nvSpPr>
          <p:spPr>
            <a:xfrm>
              <a:off x="2411535" y="2701895"/>
              <a:ext cx="71550" cy="61269"/>
            </a:xfrm>
            <a:custGeom>
              <a:rect b="b" l="l" r="r" t="t"/>
              <a:pathLst>
                <a:path extrusionOk="0" h="2354" w="2749">
                  <a:moveTo>
                    <a:pt x="1573" y="1"/>
                  </a:moveTo>
                  <a:cubicBezTo>
                    <a:pt x="524" y="1"/>
                    <a:pt x="0" y="1267"/>
                    <a:pt x="739" y="2010"/>
                  </a:cubicBezTo>
                  <a:cubicBezTo>
                    <a:pt x="965" y="2233"/>
                    <a:pt x="1266" y="2353"/>
                    <a:pt x="1573" y="2353"/>
                  </a:cubicBezTo>
                  <a:cubicBezTo>
                    <a:pt x="1725" y="2353"/>
                    <a:pt x="1878" y="2324"/>
                    <a:pt x="2023" y="2263"/>
                  </a:cubicBezTo>
                  <a:cubicBezTo>
                    <a:pt x="2463" y="2080"/>
                    <a:pt x="2748" y="1651"/>
                    <a:pt x="2748" y="1176"/>
                  </a:cubicBezTo>
                  <a:cubicBezTo>
                    <a:pt x="2748" y="529"/>
                    <a:pt x="2224" y="1"/>
                    <a:pt x="1573"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3" name="Google Shape;22853;p91"/>
            <p:cNvSpPr/>
            <p:nvPr/>
          </p:nvSpPr>
          <p:spPr>
            <a:xfrm>
              <a:off x="2433867" y="2718579"/>
              <a:ext cx="32534" cy="27875"/>
            </a:xfrm>
            <a:custGeom>
              <a:rect b="b" l="l" r="r" t="t"/>
              <a:pathLst>
                <a:path extrusionOk="0" h="1071" w="1250">
                  <a:moveTo>
                    <a:pt x="715" y="0"/>
                  </a:moveTo>
                  <a:cubicBezTo>
                    <a:pt x="240" y="0"/>
                    <a:pt x="1" y="577"/>
                    <a:pt x="338" y="915"/>
                  </a:cubicBezTo>
                  <a:cubicBezTo>
                    <a:pt x="447" y="1023"/>
                    <a:pt x="580" y="1071"/>
                    <a:pt x="711" y="1071"/>
                  </a:cubicBezTo>
                  <a:cubicBezTo>
                    <a:pt x="986" y="1071"/>
                    <a:pt x="1250" y="857"/>
                    <a:pt x="1250" y="535"/>
                  </a:cubicBezTo>
                  <a:cubicBezTo>
                    <a:pt x="1250" y="239"/>
                    <a:pt x="1010" y="4"/>
                    <a:pt x="71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4" name="Google Shape;22854;p91"/>
            <p:cNvSpPr/>
            <p:nvPr/>
          </p:nvSpPr>
          <p:spPr>
            <a:xfrm>
              <a:off x="2533058" y="2701895"/>
              <a:ext cx="71628" cy="61269"/>
            </a:xfrm>
            <a:custGeom>
              <a:rect b="b" l="l" r="r" t="t"/>
              <a:pathLst>
                <a:path extrusionOk="0" h="2354" w="2752">
                  <a:moveTo>
                    <a:pt x="1573" y="1"/>
                  </a:moveTo>
                  <a:cubicBezTo>
                    <a:pt x="524" y="1"/>
                    <a:pt x="0" y="1267"/>
                    <a:pt x="743" y="2010"/>
                  </a:cubicBezTo>
                  <a:cubicBezTo>
                    <a:pt x="968" y="2235"/>
                    <a:pt x="1266" y="2354"/>
                    <a:pt x="1571" y="2354"/>
                  </a:cubicBezTo>
                  <a:cubicBezTo>
                    <a:pt x="1723" y="2354"/>
                    <a:pt x="1877" y="2324"/>
                    <a:pt x="2023" y="2263"/>
                  </a:cubicBezTo>
                  <a:cubicBezTo>
                    <a:pt x="2463" y="2080"/>
                    <a:pt x="2752" y="1651"/>
                    <a:pt x="2752" y="1176"/>
                  </a:cubicBezTo>
                  <a:cubicBezTo>
                    <a:pt x="2752" y="529"/>
                    <a:pt x="2224" y="1"/>
                    <a:pt x="1573"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5" name="Google Shape;22855;p91"/>
            <p:cNvSpPr/>
            <p:nvPr/>
          </p:nvSpPr>
          <p:spPr>
            <a:xfrm>
              <a:off x="2555389" y="2718579"/>
              <a:ext cx="32534" cy="27875"/>
            </a:xfrm>
            <a:custGeom>
              <a:rect b="b" l="l" r="r" t="t"/>
              <a:pathLst>
                <a:path extrusionOk="0" h="1071" w="1250">
                  <a:moveTo>
                    <a:pt x="715" y="0"/>
                  </a:moveTo>
                  <a:cubicBezTo>
                    <a:pt x="240" y="4"/>
                    <a:pt x="1" y="577"/>
                    <a:pt x="338" y="915"/>
                  </a:cubicBezTo>
                  <a:cubicBezTo>
                    <a:pt x="447" y="1023"/>
                    <a:pt x="580" y="1071"/>
                    <a:pt x="711" y="1071"/>
                  </a:cubicBezTo>
                  <a:cubicBezTo>
                    <a:pt x="986" y="1071"/>
                    <a:pt x="1250" y="857"/>
                    <a:pt x="1250" y="535"/>
                  </a:cubicBezTo>
                  <a:cubicBezTo>
                    <a:pt x="1250" y="239"/>
                    <a:pt x="1010" y="0"/>
                    <a:pt x="71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6" name="Google Shape;22856;p91"/>
            <p:cNvSpPr/>
            <p:nvPr/>
          </p:nvSpPr>
          <p:spPr>
            <a:xfrm>
              <a:off x="2390011" y="2479725"/>
              <a:ext cx="265585" cy="139690"/>
            </a:xfrm>
            <a:custGeom>
              <a:rect b="b" l="l" r="r" t="t"/>
              <a:pathLst>
                <a:path extrusionOk="0" h="5367" w="10204">
                  <a:moveTo>
                    <a:pt x="0" y="1"/>
                  </a:moveTo>
                  <a:lnTo>
                    <a:pt x="363" y="1021"/>
                  </a:lnTo>
                  <a:lnTo>
                    <a:pt x="9138" y="1021"/>
                  </a:lnTo>
                  <a:lnTo>
                    <a:pt x="8135" y="5367"/>
                  </a:lnTo>
                  <a:lnTo>
                    <a:pt x="9180" y="5367"/>
                  </a:lnTo>
                  <a:lnTo>
                    <a:pt x="10137" y="1211"/>
                  </a:lnTo>
                  <a:cubicBezTo>
                    <a:pt x="10204" y="916"/>
                    <a:pt x="10137" y="610"/>
                    <a:pt x="9947" y="374"/>
                  </a:cubicBezTo>
                  <a:cubicBezTo>
                    <a:pt x="9761" y="138"/>
                    <a:pt x="9476" y="1"/>
                    <a:pt x="9173"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7" name="Google Shape;22857;p91"/>
            <p:cNvSpPr/>
            <p:nvPr/>
          </p:nvSpPr>
          <p:spPr>
            <a:xfrm>
              <a:off x="2614003" y="2479725"/>
              <a:ext cx="41592" cy="139690"/>
            </a:xfrm>
            <a:custGeom>
              <a:rect b="b" l="l" r="r" t="t"/>
              <a:pathLst>
                <a:path extrusionOk="0" h="5367" w="1598">
                  <a:moveTo>
                    <a:pt x="0" y="1"/>
                  </a:moveTo>
                  <a:cubicBezTo>
                    <a:pt x="634" y="1"/>
                    <a:pt x="1105" y="592"/>
                    <a:pt x="965" y="1211"/>
                  </a:cubicBezTo>
                  <a:lnTo>
                    <a:pt x="8" y="5367"/>
                  </a:lnTo>
                  <a:lnTo>
                    <a:pt x="574" y="5367"/>
                  </a:lnTo>
                  <a:lnTo>
                    <a:pt x="1531" y="1211"/>
                  </a:lnTo>
                  <a:cubicBezTo>
                    <a:pt x="1598" y="916"/>
                    <a:pt x="1531" y="610"/>
                    <a:pt x="1341" y="374"/>
                  </a:cubicBezTo>
                  <a:cubicBezTo>
                    <a:pt x="1155" y="138"/>
                    <a:pt x="870" y="1"/>
                    <a:pt x="567"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8" name="Google Shape;22858;p91"/>
            <p:cNvSpPr/>
            <p:nvPr/>
          </p:nvSpPr>
          <p:spPr>
            <a:xfrm>
              <a:off x="2324161" y="2457471"/>
              <a:ext cx="329794" cy="188491"/>
            </a:xfrm>
            <a:custGeom>
              <a:rect b="b" l="l" r="r" t="t"/>
              <a:pathLst>
                <a:path extrusionOk="0" h="7242" w="12671">
                  <a:moveTo>
                    <a:pt x="511" y="1"/>
                  </a:moveTo>
                  <a:cubicBezTo>
                    <a:pt x="229" y="1"/>
                    <a:pt x="1" y="230"/>
                    <a:pt x="1" y="511"/>
                  </a:cubicBezTo>
                  <a:cubicBezTo>
                    <a:pt x="1" y="793"/>
                    <a:pt x="229" y="1021"/>
                    <a:pt x="511" y="1021"/>
                  </a:cubicBezTo>
                  <a:lnTo>
                    <a:pt x="1433" y="1021"/>
                  </a:lnTo>
                  <a:cubicBezTo>
                    <a:pt x="1475" y="1021"/>
                    <a:pt x="1517" y="1049"/>
                    <a:pt x="1535" y="1092"/>
                  </a:cubicBezTo>
                  <a:lnTo>
                    <a:pt x="2632" y="4199"/>
                  </a:lnTo>
                  <a:lnTo>
                    <a:pt x="2872" y="4871"/>
                  </a:lnTo>
                  <a:lnTo>
                    <a:pt x="3262" y="5972"/>
                  </a:lnTo>
                  <a:cubicBezTo>
                    <a:pt x="3586" y="6742"/>
                    <a:pt x="4339" y="7242"/>
                    <a:pt x="5176" y="7242"/>
                  </a:cubicBezTo>
                  <a:lnTo>
                    <a:pt x="12160" y="7242"/>
                  </a:lnTo>
                  <a:cubicBezTo>
                    <a:pt x="12442" y="7242"/>
                    <a:pt x="12671" y="7013"/>
                    <a:pt x="12671" y="6732"/>
                  </a:cubicBezTo>
                  <a:cubicBezTo>
                    <a:pt x="12671" y="6450"/>
                    <a:pt x="12442" y="6222"/>
                    <a:pt x="12160" y="6222"/>
                  </a:cubicBezTo>
                  <a:lnTo>
                    <a:pt x="5176" y="6222"/>
                  </a:lnTo>
                  <a:cubicBezTo>
                    <a:pt x="4750" y="6222"/>
                    <a:pt x="4367" y="5968"/>
                    <a:pt x="4202" y="5574"/>
                  </a:cubicBezTo>
                  <a:lnTo>
                    <a:pt x="2474" y="694"/>
                  </a:lnTo>
                  <a:cubicBezTo>
                    <a:pt x="2295" y="275"/>
                    <a:pt x="1886" y="1"/>
                    <a:pt x="1433"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9" name="Google Shape;22859;p91"/>
            <p:cNvSpPr/>
            <p:nvPr/>
          </p:nvSpPr>
          <p:spPr>
            <a:xfrm>
              <a:off x="2415830" y="2619570"/>
              <a:ext cx="239037" cy="26418"/>
            </a:xfrm>
            <a:custGeom>
              <a:rect b="b" l="l" r="r" t="t"/>
              <a:pathLst>
                <a:path extrusionOk="0" h="1015" w="9184">
                  <a:moveTo>
                    <a:pt x="8740" y="1"/>
                  </a:moveTo>
                  <a:lnTo>
                    <a:pt x="8740" y="4"/>
                  </a:lnTo>
                  <a:cubicBezTo>
                    <a:pt x="8804" y="317"/>
                    <a:pt x="8561" y="613"/>
                    <a:pt x="8241" y="613"/>
                  </a:cubicBezTo>
                  <a:lnTo>
                    <a:pt x="1257" y="613"/>
                  </a:lnTo>
                  <a:cubicBezTo>
                    <a:pt x="803" y="613"/>
                    <a:pt x="359" y="465"/>
                    <a:pt x="1" y="191"/>
                  </a:cubicBezTo>
                  <a:lnTo>
                    <a:pt x="1" y="191"/>
                  </a:lnTo>
                  <a:cubicBezTo>
                    <a:pt x="391" y="708"/>
                    <a:pt x="1007" y="1014"/>
                    <a:pt x="1658" y="1014"/>
                  </a:cubicBezTo>
                  <a:lnTo>
                    <a:pt x="8638" y="1014"/>
                  </a:lnTo>
                  <a:cubicBezTo>
                    <a:pt x="8641" y="1014"/>
                    <a:pt x="8643" y="1014"/>
                    <a:pt x="8645" y="1014"/>
                  </a:cubicBezTo>
                  <a:cubicBezTo>
                    <a:pt x="8910" y="1014"/>
                    <a:pt x="9131" y="815"/>
                    <a:pt x="9159" y="553"/>
                  </a:cubicBezTo>
                  <a:cubicBezTo>
                    <a:pt x="9184" y="289"/>
                    <a:pt x="9001" y="46"/>
                    <a:pt x="8740"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0" name="Google Shape;22860;p91"/>
            <p:cNvSpPr/>
            <p:nvPr/>
          </p:nvSpPr>
          <p:spPr>
            <a:xfrm>
              <a:off x="2389282" y="2628003"/>
              <a:ext cx="229224" cy="73918"/>
            </a:xfrm>
            <a:custGeom>
              <a:rect b="b" l="l" r="r" t="t"/>
              <a:pathLst>
                <a:path extrusionOk="0" h="2840" w="8807">
                  <a:moveTo>
                    <a:pt x="1130" y="0"/>
                  </a:moveTo>
                  <a:lnTo>
                    <a:pt x="616" y="746"/>
                  </a:lnTo>
                  <a:cubicBezTo>
                    <a:pt x="0" y="1629"/>
                    <a:pt x="633" y="2840"/>
                    <a:pt x="1710" y="2840"/>
                  </a:cubicBezTo>
                  <a:lnTo>
                    <a:pt x="8297" y="2840"/>
                  </a:lnTo>
                  <a:cubicBezTo>
                    <a:pt x="8578" y="2840"/>
                    <a:pt x="8807" y="2611"/>
                    <a:pt x="8807" y="2330"/>
                  </a:cubicBezTo>
                  <a:cubicBezTo>
                    <a:pt x="8807" y="2048"/>
                    <a:pt x="8578" y="1819"/>
                    <a:pt x="8297" y="1819"/>
                  </a:cubicBezTo>
                  <a:lnTo>
                    <a:pt x="1710" y="1819"/>
                  </a:lnTo>
                  <a:cubicBezTo>
                    <a:pt x="1457" y="1819"/>
                    <a:pt x="1309" y="1534"/>
                    <a:pt x="1453" y="1327"/>
                  </a:cubicBezTo>
                  <a:lnTo>
                    <a:pt x="1978" y="570"/>
                  </a:lnTo>
                  <a:cubicBezTo>
                    <a:pt x="1654" y="454"/>
                    <a:pt x="1362" y="257"/>
                    <a:pt x="113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1" name="Google Shape;22861;p91"/>
            <p:cNvSpPr/>
            <p:nvPr/>
          </p:nvSpPr>
          <p:spPr>
            <a:xfrm>
              <a:off x="2397793" y="2664728"/>
              <a:ext cx="220713" cy="37193"/>
            </a:xfrm>
            <a:custGeom>
              <a:rect b="b" l="l" r="r" t="t"/>
              <a:pathLst>
                <a:path extrusionOk="0" h="1429" w="8480">
                  <a:moveTo>
                    <a:pt x="53" y="0"/>
                  </a:moveTo>
                  <a:cubicBezTo>
                    <a:pt x="0" y="774"/>
                    <a:pt x="609" y="1429"/>
                    <a:pt x="1383" y="1429"/>
                  </a:cubicBezTo>
                  <a:lnTo>
                    <a:pt x="7970" y="1429"/>
                  </a:lnTo>
                  <a:cubicBezTo>
                    <a:pt x="8251" y="1429"/>
                    <a:pt x="8480" y="1200"/>
                    <a:pt x="8480" y="919"/>
                  </a:cubicBezTo>
                  <a:cubicBezTo>
                    <a:pt x="8480" y="905"/>
                    <a:pt x="8480" y="890"/>
                    <a:pt x="8480" y="876"/>
                  </a:cubicBezTo>
                  <a:lnTo>
                    <a:pt x="8480" y="855"/>
                  </a:lnTo>
                  <a:cubicBezTo>
                    <a:pt x="8480" y="852"/>
                    <a:pt x="8480" y="845"/>
                    <a:pt x="8476" y="838"/>
                  </a:cubicBezTo>
                  <a:cubicBezTo>
                    <a:pt x="8473" y="824"/>
                    <a:pt x="8469" y="806"/>
                    <a:pt x="8466" y="788"/>
                  </a:cubicBezTo>
                  <a:cubicBezTo>
                    <a:pt x="8329" y="905"/>
                    <a:pt x="8153" y="975"/>
                    <a:pt x="7973" y="985"/>
                  </a:cubicBezTo>
                  <a:lnTo>
                    <a:pt x="1383" y="985"/>
                  </a:lnTo>
                  <a:cubicBezTo>
                    <a:pt x="887" y="985"/>
                    <a:pt x="430" y="711"/>
                    <a:pt x="201" y="271"/>
                  </a:cubicBezTo>
                  <a:cubicBezTo>
                    <a:pt x="159" y="183"/>
                    <a:pt x="92" y="95"/>
                    <a:pt x="53"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2" name="Google Shape;22862;p91"/>
            <p:cNvSpPr/>
            <p:nvPr/>
          </p:nvSpPr>
          <p:spPr>
            <a:xfrm>
              <a:off x="2409974" y="2628081"/>
              <a:ext cx="30895" cy="26236"/>
            </a:xfrm>
            <a:custGeom>
              <a:rect b="b" l="l" r="r" t="t"/>
              <a:pathLst>
                <a:path extrusionOk="0" h="1008" w="1187">
                  <a:moveTo>
                    <a:pt x="338" y="1"/>
                  </a:moveTo>
                  <a:lnTo>
                    <a:pt x="0" y="483"/>
                  </a:lnTo>
                  <a:cubicBezTo>
                    <a:pt x="243" y="729"/>
                    <a:pt x="546" y="909"/>
                    <a:pt x="876" y="1007"/>
                  </a:cubicBezTo>
                  <a:lnTo>
                    <a:pt x="1186" y="567"/>
                  </a:lnTo>
                  <a:cubicBezTo>
                    <a:pt x="859" y="451"/>
                    <a:pt x="567" y="258"/>
                    <a:pt x="338"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3" name="Google Shape;22863;p91"/>
            <p:cNvSpPr/>
            <p:nvPr/>
          </p:nvSpPr>
          <p:spPr>
            <a:xfrm>
              <a:off x="2433607" y="2713582"/>
              <a:ext cx="44065" cy="37792"/>
            </a:xfrm>
            <a:custGeom>
              <a:rect b="b" l="l" r="r" t="t"/>
              <a:pathLst>
                <a:path extrusionOk="0" h="1452" w="1693">
                  <a:moveTo>
                    <a:pt x="725" y="386"/>
                  </a:moveTo>
                  <a:cubicBezTo>
                    <a:pt x="1031" y="386"/>
                    <a:pt x="1182" y="755"/>
                    <a:pt x="968" y="970"/>
                  </a:cubicBezTo>
                  <a:cubicBezTo>
                    <a:pt x="897" y="1039"/>
                    <a:pt x="811" y="1070"/>
                    <a:pt x="726" y="1070"/>
                  </a:cubicBezTo>
                  <a:cubicBezTo>
                    <a:pt x="549" y="1070"/>
                    <a:pt x="380" y="934"/>
                    <a:pt x="380" y="727"/>
                  </a:cubicBezTo>
                  <a:cubicBezTo>
                    <a:pt x="380" y="537"/>
                    <a:pt x="535" y="386"/>
                    <a:pt x="725" y="386"/>
                  </a:cubicBezTo>
                  <a:close/>
                  <a:moveTo>
                    <a:pt x="730" y="1"/>
                  </a:moveTo>
                  <a:cubicBezTo>
                    <a:pt x="358" y="1"/>
                    <a:pt x="0" y="289"/>
                    <a:pt x="0" y="727"/>
                  </a:cubicBezTo>
                  <a:cubicBezTo>
                    <a:pt x="0" y="1128"/>
                    <a:pt x="324" y="1452"/>
                    <a:pt x="725" y="1452"/>
                  </a:cubicBezTo>
                  <a:cubicBezTo>
                    <a:pt x="1369" y="1452"/>
                    <a:pt x="1692" y="671"/>
                    <a:pt x="1235" y="213"/>
                  </a:cubicBezTo>
                  <a:cubicBezTo>
                    <a:pt x="1088" y="66"/>
                    <a:pt x="907" y="1"/>
                    <a:pt x="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4" name="Google Shape;22864;p91"/>
            <p:cNvSpPr/>
            <p:nvPr/>
          </p:nvSpPr>
          <p:spPr>
            <a:xfrm>
              <a:off x="2555129" y="2713582"/>
              <a:ext cx="44169" cy="37792"/>
            </a:xfrm>
            <a:custGeom>
              <a:rect b="b" l="l" r="r" t="t"/>
              <a:pathLst>
                <a:path extrusionOk="0" h="1452" w="1697">
                  <a:moveTo>
                    <a:pt x="725" y="386"/>
                  </a:moveTo>
                  <a:cubicBezTo>
                    <a:pt x="1031" y="386"/>
                    <a:pt x="1182" y="755"/>
                    <a:pt x="968" y="970"/>
                  </a:cubicBezTo>
                  <a:cubicBezTo>
                    <a:pt x="898" y="1039"/>
                    <a:pt x="813" y="1070"/>
                    <a:pt x="729" y="1070"/>
                  </a:cubicBezTo>
                  <a:cubicBezTo>
                    <a:pt x="553" y="1070"/>
                    <a:pt x="384" y="934"/>
                    <a:pt x="384" y="727"/>
                  </a:cubicBezTo>
                  <a:cubicBezTo>
                    <a:pt x="384" y="537"/>
                    <a:pt x="535" y="386"/>
                    <a:pt x="725" y="386"/>
                  </a:cubicBezTo>
                  <a:close/>
                  <a:moveTo>
                    <a:pt x="731" y="1"/>
                  </a:moveTo>
                  <a:cubicBezTo>
                    <a:pt x="358" y="1"/>
                    <a:pt x="0" y="289"/>
                    <a:pt x="0" y="727"/>
                  </a:cubicBezTo>
                  <a:cubicBezTo>
                    <a:pt x="0" y="1128"/>
                    <a:pt x="324" y="1452"/>
                    <a:pt x="725" y="1452"/>
                  </a:cubicBezTo>
                  <a:cubicBezTo>
                    <a:pt x="1372" y="1452"/>
                    <a:pt x="1696" y="671"/>
                    <a:pt x="1239" y="213"/>
                  </a:cubicBezTo>
                  <a:cubicBezTo>
                    <a:pt x="1091" y="66"/>
                    <a:pt x="909"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5" name="Google Shape;22865;p91"/>
            <p:cNvSpPr/>
            <p:nvPr/>
          </p:nvSpPr>
          <p:spPr>
            <a:xfrm>
              <a:off x="2319216" y="2452526"/>
              <a:ext cx="343875" cy="315609"/>
            </a:xfrm>
            <a:custGeom>
              <a:rect b="b" l="l" r="r" t="t"/>
              <a:pathLst>
                <a:path extrusionOk="0" h="12126" w="13212">
                  <a:moveTo>
                    <a:pt x="4522" y="2256"/>
                  </a:moveTo>
                  <a:lnTo>
                    <a:pt x="4522" y="3386"/>
                  </a:lnTo>
                  <a:lnTo>
                    <a:pt x="3751" y="3386"/>
                  </a:lnTo>
                  <a:lnTo>
                    <a:pt x="3354" y="2256"/>
                  </a:lnTo>
                  <a:close/>
                  <a:moveTo>
                    <a:pt x="6066" y="2256"/>
                  </a:moveTo>
                  <a:lnTo>
                    <a:pt x="6066" y="3386"/>
                  </a:lnTo>
                  <a:lnTo>
                    <a:pt x="4905" y="3386"/>
                  </a:lnTo>
                  <a:lnTo>
                    <a:pt x="4905" y="2256"/>
                  </a:lnTo>
                  <a:close/>
                  <a:moveTo>
                    <a:pt x="7611" y="2256"/>
                  </a:moveTo>
                  <a:lnTo>
                    <a:pt x="7611" y="3386"/>
                  </a:lnTo>
                  <a:lnTo>
                    <a:pt x="6450" y="3386"/>
                  </a:lnTo>
                  <a:lnTo>
                    <a:pt x="6450" y="2256"/>
                  </a:lnTo>
                  <a:close/>
                  <a:moveTo>
                    <a:pt x="9156" y="2256"/>
                  </a:moveTo>
                  <a:lnTo>
                    <a:pt x="9156" y="3386"/>
                  </a:lnTo>
                  <a:lnTo>
                    <a:pt x="7994" y="3386"/>
                  </a:lnTo>
                  <a:lnTo>
                    <a:pt x="7994" y="2256"/>
                  </a:lnTo>
                  <a:close/>
                  <a:moveTo>
                    <a:pt x="10700" y="2256"/>
                  </a:moveTo>
                  <a:lnTo>
                    <a:pt x="10700" y="3386"/>
                  </a:lnTo>
                  <a:lnTo>
                    <a:pt x="9539" y="3386"/>
                  </a:lnTo>
                  <a:lnTo>
                    <a:pt x="9539" y="2256"/>
                  </a:lnTo>
                  <a:close/>
                  <a:moveTo>
                    <a:pt x="11615" y="2256"/>
                  </a:moveTo>
                  <a:lnTo>
                    <a:pt x="11355" y="3386"/>
                  </a:lnTo>
                  <a:lnTo>
                    <a:pt x="11080" y="3386"/>
                  </a:lnTo>
                  <a:lnTo>
                    <a:pt x="11080" y="2256"/>
                  </a:lnTo>
                  <a:close/>
                  <a:moveTo>
                    <a:pt x="11267" y="3769"/>
                  </a:moveTo>
                  <a:lnTo>
                    <a:pt x="11084" y="4571"/>
                  </a:lnTo>
                  <a:lnTo>
                    <a:pt x="11084" y="3769"/>
                  </a:lnTo>
                  <a:close/>
                  <a:moveTo>
                    <a:pt x="4522" y="3769"/>
                  </a:moveTo>
                  <a:lnTo>
                    <a:pt x="4522" y="4930"/>
                  </a:lnTo>
                  <a:lnTo>
                    <a:pt x="4300" y="4930"/>
                  </a:lnTo>
                  <a:lnTo>
                    <a:pt x="3888" y="3769"/>
                  </a:lnTo>
                  <a:close/>
                  <a:moveTo>
                    <a:pt x="6066" y="3769"/>
                  </a:moveTo>
                  <a:lnTo>
                    <a:pt x="6066" y="4930"/>
                  </a:lnTo>
                  <a:lnTo>
                    <a:pt x="4905" y="4930"/>
                  </a:lnTo>
                  <a:lnTo>
                    <a:pt x="4905" y="3769"/>
                  </a:lnTo>
                  <a:close/>
                  <a:moveTo>
                    <a:pt x="7611" y="3769"/>
                  </a:moveTo>
                  <a:lnTo>
                    <a:pt x="7611" y="4930"/>
                  </a:lnTo>
                  <a:lnTo>
                    <a:pt x="6450" y="4930"/>
                  </a:lnTo>
                  <a:lnTo>
                    <a:pt x="6450" y="3769"/>
                  </a:lnTo>
                  <a:close/>
                  <a:moveTo>
                    <a:pt x="9156" y="3769"/>
                  </a:moveTo>
                  <a:lnTo>
                    <a:pt x="9156" y="4930"/>
                  </a:lnTo>
                  <a:lnTo>
                    <a:pt x="7994" y="4930"/>
                  </a:lnTo>
                  <a:lnTo>
                    <a:pt x="7994" y="3769"/>
                  </a:lnTo>
                  <a:close/>
                  <a:moveTo>
                    <a:pt x="10700" y="3769"/>
                  </a:moveTo>
                  <a:lnTo>
                    <a:pt x="10700" y="4930"/>
                  </a:lnTo>
                  <a:lnTo>
                    <a:pt x="9539" y="4930"/>
                  </a:lnTo>
                  <a:lnTo>
                    <a:pt x="9539" y="3769"/>
                  </a:lnTo>
                  <a:close/>
                  <a:moveTo>
                    <a:pt x="4522" y="5314"/>
                  </a:moveTo>
                  <a:lnTo>
                    <a:pt x="4522" y="5560"/>
                  </a:lnTo>
                  <a:lnTo>
                    <a:pt x="4434" y="5314"/>
                  </a:lnTo>
                  <a:close/>
                  <a:moveTo>
                    <a:pt x="7611" y="5314"/>
                  </a:moveTo>
                  <a:lnTo>
                    <a:pt x="7611" y="6222"/>
                  </a:lnTo>
                  <a:lnTo>
                    <a:pt x="6450" y="6222"/>
                  </a:lnTo>
                  <a:lnTo>
                    <a:pt x="6450" y="5314"/>
                  </a:lnTo>
                  <a:close/>
                  <a:moveTo>
                    <a:pt x="9156" y="5314"/>
                  </a:moveTo>
                  <a:lnTo>
                    <a:pt x="9156" y="6222"/>
                  </a:lnTo>
                  <a:lnTo>
                    <a:pt x="7994" y="6222"/>
                  </a:lnTo>
                  <a:lnTo>
                    <a:pt x="7994" y="5314"/>
                  </a:lnTo>
                  <a:close/>
                  <a:moveTo>
                    <a:pt x="10700" y="5314"/>
                  </a:moveTo>
                  <a:lnTo>
                    <a:pt x="10700" y="6222"/>
                  </a:lnTo>
                  <a:lnTo>
                    <a:pt x="9539" y="6222"/>
                  </a:lnTo>
                  <a:lnTo>
                    <a:pt x="9539" y="5314"/>
                  </a:lnTo>
                  <a:close/>
                  <a:moveTo>
                    <a:pt x="6066" y="5314"/>
                  </a:moveTo>
                  <a:lnTo>
                    <a:pt x="6066" y="6222"/>
                  </a:lnTo>
                  <a:cubicBezTo>
                    <a:pt x="5994" y="6218"/>
                    <a:pt x="5927" y="6217"/>
                    <a:pt x="5863" y="6217"/>
                  </a:cubicBezTo>
                  <a:cubicBezTo>
                    <a:pt x="5708" y="6217"/>
                    <a:pt x="5577" y="6224"/>
                    <a:pt x="5459" y="6224"/>
                  </a:cubicBezTo>
                  <a:cubicBezTo>
                    <a:pt x="5252" y="6224"/>
                    <a:pt x="5087" y="6203"/>
                    <a:pt x="4905" y="6088"/>
                  </a:cubicBezTo>
                  <a:lnTo>
                    <a:pt x="4905" y="5314"/>
                  </a:lnTo>
                  <a:close/>
                  <a:moveTo>
                    <a:pt x="5120" y="9772"/>
                  </a:moveTo>
                  <a:cubicBezTo>
                    <a:pt x="5662" y="9772"/>
                    <a:pt x="6105" y="10215"/>
                    <a:pt x="6105" y="10757"/>
                  </a:cubicBezTo>
                  <a:cubicBezTo>
                    <a:pt x="6105" y="11352"/>
                    <a:pt x="5619" y="11744"/>
                    <a:pt x="5113" y="11744"/>
                  </a:cubicBezTo>
                  <a:cubicBezTo>
                    <a:pt x="4871" y="11744"/>
                    <a:pt x="4624" y="11654"/>
                    <a:pt x="4423" y="11454"/>
                  </a:cubicBezTo>
                  <a:cubicBezTo>
                    <a:pt x="3800" y="10834"/>
                    <a:pt x="4240" y="9772"/>
                    <a:pt x="5120" y="9772"/>
                  </a:cubicBezTo>
                  <a:close/>
                  <a:moveTo>
                    <a:pt x="9789" y="9772"/>
                  </a:moveTo>
                  <a:cubicBezTo>
                    <a:pt x="10334" y="9772"/>
                    <a:pt x="10774" y="10215"/>
                    <a:pt x="10774" y="10757"/>
                  </a:cubicBezTo>
                  <a:cubicBezTo>
                    <a:pt x="10774" y="11352"/>
                    <a:pt x="10288" y="11744"/>
                    <a:pt x="9782" y="11744"/>
                  </a:cubicBezTo>
                  <a:cubicBezTo>
                    <a:pt x="9540" y="11744"/>
                    <a:pt x="9293" y="11654"/>
                    <a:pt x="9092" y="11454"/>
                  </a:cubicBezTo>
                  <a:cubicBezTo>
                    <a:pt x="8473" y="10834"/>
                    <a:pt x="8913" y="9772"/>
                    <a:pt x="9789" y="9772"/>
                  </a:cubicBezTo>
                  <a:close/>
                  <a:moveTo>
                    <a:pt x="1631" y="1"/>
                  </a:moveTo>
                  <a:cubicBezTo>
                    <a:pt x="1628" y="1"/>
                    <a:pt x="1625" y="1"/>
                    <a:pt x="1623" y="1"/>
                  </a:cubicBezTo>
                  <a:lnTo>
                    <a:pt x="701" y="1"/>
                  </a:lnTo>
                  <a:cubicBezTo>
                    <a:pt x="314" y="1"/>
                    <a:pt x="1" y="314"/>
                    <a:pt x="1" y="701"/>
                  </a:cubicBezTo>
                  <a:cubicBezTo>
                    <a:pt x="1" y="1088"/>
                    <a:pt x="314" y="1401"/>
                    <a:pt x="701" y="1401"/>
                  </a:cubicBezTo>
                  <a:lnTo>
                    <a:pt x="1566" y="1401"/>
                  </a:lnTo>
                  <a:lnTo>
                    <a:pt x="2643" y="4452"/>
                  </a:lnTo>
                  <a:cubicBezTo>
                    <a:pt x="2673" y="4545"/>
                    <a:pt x="2745" y="4584"/>
                    <a:pt x="2818" y="4584"/>
                  </a:cubicBezTo>
                  <a:cubicBezTo>
                    <a:pt x="2939" y="4584"/>
                    <a:pt x="3062" y="4476"/>
                    <a:pt x="3005" y="4325"/>
                  </a:cubicBezTo>
                  <a:cubicBezTo>
                    <a:pt x="1950" y="1342"/>
                    <a:pt x="1904" y="1215"/>
                    <a:pt x="1900" y="1204"/>
                  </a:cubicBezTo>
                  <a:cubicBezTo>
                    <a:pt x="1851" y="1092"/>
                    <a:pt x="1742" y="1021"/>
                    <a:pt x="1623" y="1021"/>
                  </a:cubicBezTo>
                  <a:lnTo>
                    <a:pt x="701" y="1021"/>
                  </a:lnTo>
                  <a:cubicBezTo>
                    <a:pt x="696" y="1022"/>
                    <a:pt x="692" y="1022"/>
                    <a:pt x="688" y="1022"/>
                  </a:cubicBezTo>
                  <a:cubicBezTo>
                    <a:pt x="514" y="1022"/>
                    <a:pt x="370" y="880"/>
                    <a:pt x="370" y="701"/>
                  </a:cubicBezTo>
                  <a:cubicBezTo>
                    <a:pt x="370" y="526"/>
                    <a:pt x="514" y="384"/>
                    <a:pt x="688" y="384"/>
                  </a:cubicBezTo>
                  <a:cubicBezTo>
                    <a:pt x="692" y="384"/>
                    <a:pt x="696" y="384"/>
                    <a:pt x="701" y="385"/>
                  </a:cubicBezTo>
                  <a:lnTo>
                    <a:pt x="1623" y="385"/>
                  </a:lnTo>
                  <a:cubicBezTo>
                    <a:pt x="1995" y="385"/>
                    <a:pt x="2337" y="606"/>
                    <a:pt x="2485" y="951"/>
                  </a:cubicBezTo>
                  <a:lnTo>
                    <a:pt x="4212" y="5828"/>
                  </a:lnTo>
                  <a:cubicBezTo>
                    <a:pt x="4353" y="6225"/>
                    <a:pt x="4810" y="6605"/>
                    <a:pt x="5366" y="6605"/>
                  </a:cubicBezTo>
                  <a:lnTo>
                    <a:pt x="12350" y="6605"/>
                  </a:lnTo>
                  <a:cubicBezTo>
                    <a:pt x="12355" y="6605"/>
                    <a:pt x="12359" y="6605"/>
                    <a:pt x="12363" y="6605"/>
                  </a:cubicBezTo>
                  <a:cubicBezTo>
                    <a:pt x="12537" y="6605"/>
                    <a:pt x="12681" y="6747"/>
                    <a:pt x="12681" y="6922"/>
                  </a:cubicBezTo>
                  <a:cubicBezTo>
                    <a:pt x="12681" y="7100"/>
                    <a:pt x="12537" y="7242"/>
                    <a:pt x="12363" y="7242"/>
                  </a:cubicBezTo>
                  <a:cubicBezTo>
                    <a:pt x="12359" y="7242"/>
                    <a:pt x="12355" y="7242"/>
                    <a:pt x="12350" y="7242"/>
                  </a:cubicBezTo>
                  <a:lnTo>
                    <a:pt x="5366" y="7242"/>
                  </a:lnTo>
                  <a:cubicBezTo>
                    <a:pt x="4610" y="7242"/>
                    <a:pt x="3927" y="6792"/>
                    <a:pt x="3632" y="6095"/>
                  </a:cubicBezTo>
                  <a:lnTo>
                    <a:pt x="3241" y="4997"/>
                  </a:lnTo>
                  <a:cubicBezTo>
                    <a:pt x="3211" y="4904"/>
                    <a:pt x="3139" y="4865"/>
                    <a:pt x="3067" y="4865"/>
                  </a:cubicBezTo>
                  <a:cubicBezTo>
                    <a:pt x="2947" y="4865"/>
                    <a:pt x="2825" y="4973"/>
                    <a:pt x="2882" y="5124"/>
                  </a:cubicBezTo>
                  <a:cubicBezTo>
                    <a:pt x="3192" y="5916"/>
                    <a:pt x="3206" y="6278"/>
                    <a:pt x="3582" y="6756"/>
                  </a:cubicBezTo>
                  <a:lnTo>
                    <a:pt x="3150" y="7379"/>
                  </a:lnTo>
                  <a:cubicBezTo>
                    <a:pt x="2499" y="8315"/>
                    <a:pt x="3072" y="9599"/>
                    <a:pt x="4187" y="9758"/>
                  </a:cubicBezTo>
                  <a:cubicBezTo>
                    <a:pt x="3283" y="10599"/>
                    <a:pt x="3874" y="12126"/>
                    <a:pt x="5116" y="12126"/>
                  </a:cubicBezTo>
                  <a:cubicBezTo>
                    <a:pt x="6348" y="12126"/>
                    <a:pt x="6946" y="10620"/>
                    <a:pt x="6066" y="9772"/>
                  </a:cubicBezTo>
                  <a:lnTo>
                    <a:pt x="8839" y="9772"/>
                  </a:lnTo>
                  <a:cubicBezTo>
                    <a:pt x="7959" y="10620"/>
                    <a:pt x="8554" y="12126"/>
                    <a:pt x="9789" y="12126"/>
                  </a:cubicBezTo>
                  <a:cubicBezTo>
                    <a:pt x="11024" y="12126"/>
                    <a:pt x="11619" y="10620"/>
                    <a:pt x="10735" y="9772"/>
                  </a:cubicBezTo>
                  <a:lnTo>
                    <a:pt x="10989" y="9772"/>
                  </a:lnTo>
                  <a:cubicBezTo>
                    <a:pt x="11376" y="9772"/>
                    <a:pt x="11689" y="9459"/>
                    <a:pt x="11689" y="9072"/>
                  </a:cubicBezTo>
                  <a:cubicBezTo>
                    <a:pt x="11689" y="8685"/>
                    <a:pt x="11376" y="8371"/>
                    <a:pt x="10989" y="8371"/>
                  </a:cubicBezTo>
                  <a:lnTo>
                    <a:pt x="9240" y="8371"/>
                  </a:lnTo>
                  <a:cubicBezTo>
                    <a:pt x="8983" y="8371"/>
                    <a:pt x="8983" y="8751"/>
                    <a:pt x="9240" y="8751"/>
                  </a:cubicBezTo>
                  <a:lnTo>
                    <a:pt x="10989" y="8751"/>
                  </a:lnTo>
                  <a:cubicBezTo>
                    <a:pt x="11165" y="8751"/>
                    <a:pt x="11309" y="8896"/>
                    <a:pt x="11309" y="9072"/>
                  </a:cubicBezTo>
                  <a:cubicBezTo>
                    <a:pt x="11309" y="9248"/>
                    <a:pt x="11165" y="9392"/>
                    <a:pt x="10989" y="9392"/>
                  </a:cubicBezTo>
                  <a:lnTo>
                    <a:pt x="4402" y="9392"/>
                  </a:lnTo>
                  <a:cubicBezTo>
                    <a:pt x="3480" y="9392"/>
                    <a:pt x="2938" y="8354"/>
                    <a:pt x="3463" y="7597"/>
                  </a:cubicBezTo>
                  <a:lnTo>
                    <a:pt x="3850" y="7041"/>
                  </a:lnTo>
                  <a:cubicBezTo>
                    <a:pt x="4008" y="7186"/>
                    <a:pt x="4184" y="7305"/>
                    <a:pt x="4377" y="7397"/>
                  </a:cubicBezTo>
                  <a:lnTo>
                    <a:pt x="3987" y="7960"/>
                  </a:lnTo>
                  <a:cubicBezTo>
                    <a:pt x="3755" y="8294"/>
                    <a:pt x="3994" y="8751"/>
                    <a:pt x="4402" y="8751"/>
                  </a:cubicBezTo>
                  <a:lnTo>
                    <a:pt x="8526" y="8751"/>
                  </a:lnTo>
                  <a:cubicBezTo>
                    <a:pt x="8779" y="8751"/>
                    <a:pt x="8779" y="8368"/>
                    <a:pt x="8526" y="8368"/>
                  </a:cubicBezTo>
                  <a:lnTo>
                    <a:pt x="4402" y="8368"/>
                  </a:lnTo>
                  <a:cubicBezTo>
                    <a:pt x="4401" y="8368"/>
                    <a:pt x="4399" y="8368"/>
                    <a:pt x="4397" y="8368"/>
                  </a:cubicBezTo>
                  <a:cubicBezTo>
                    <a:pt x="4298" y="8368"/>
                    <a:pt x="4245" y="8258"/>
                    <a:pt x="4300" y="8174"/>
                  </a:cubicBezTo>
                  <a:lnTo>
                    <a:pt x="4743" y="7534"/>
                  </a:lnTo>
                  <a:cubicBezTo>
                    <a:pt x="5002" y="7608"/>
                    <a:pt x="5073" y="7624"/>
                    <a:pt x="5888" y="7624"/>
                  </a:cubicBezTo>
                  <a:cubicBezTo>
                    <a:pt x="6503" y="7624"/>
                    <a:pt x="7539" y="7615"/>
                    <a:pt x="9396" y="7615"/>
                  </a:cubicBezTo>
                  <a:cubicBezTo>
                    <a:pt x="10211" y="7615"/>
                    <a:pt x="11185" y="7617"/>
                    <a:pt x="12350" y="7622"/>
                  </a:cubicBezTo>
                  <a:cubicBezTo>
                    <a:pt x="12737" y="7622"/>
                    <a:pt x="13051" y="7309"/>
                    <a:pt x="13051" y="6922"/>
                  </a:cubicBezTo>
                  <a:cubicBezTo>
                    <a:pt x="13051" y="6535"/>
                    <a:pt x="12737" y="6222"/>
                    <a:pt x="12350" y="6222"/>
                  </a:cubicBezTo>
                  <a:lnTo>
                    <a:pt x="12143" y="6222"/>
                  </a:lnTo>
                  <a:lnTo>
                    <a:pt x="13044" y="2299"/>
                  </a:lnTo>
                  <a:cubicBezTo>
                    <a:pt x="13212" y="1562"/>
                    <a:pt x="12656" y="856"/>
                    <a:pt x="11899" y="856"/>
                  </a:cubicBezTo>
                  <a:cubicBezTo>
                    <a:pt x="11897" y="856"/>
                    <a:pt x="11895" y="856"/>
                    <a:pt x="11893" y="856"/>
                  </a:cubicBezTo>
                  <a:lnTo>
                    <a:pt x="8160" y="856"/>
                  </a:lnTo>
                  <a:cubicBezTo>
                    <a:pt x="8155" y="856"/>
                    <a:pt x="8151" y="856"/>
                    <a:pt x="8146" y="856"/>
                  </a:cubicBezTo>
                  <a:cubicBezTo>
                    <a:pt x="7897" y="856"/>
                    <a:pt x="7897" y="1236"/>
                    <a:pt x="8146" y="1236"/>
                  </a:cubicBezTo>
                  <a:cubicBezTo>
                    <a:pt x="8151" y="1236"/>
                    <a:pt x="8155" y="1236"/>
                    <a:pt x="8160" y="1236"/>
                  </a:cubicBezTo>
                  <a:lnTo>
                    <a:pt x="11893" y="1236"/>
                  </a:lnTo>
                  <a:cubicBezTo>
                    <a:pt x="12407" y="1236"/>
                    <a:pt x="12787" y="1714"/>
                    <a:pt x="12671" y="2214"/>
                  </a:cubicBezTo>
                  <a:lnTo>
                    <a:pt x="11749" y="6222"/>
                  </a:lnTo>
                  <a:lnTo>
                    <a:pt x="11094" y="6222"/>
                  </a:lnTo>
                  <a:lnTo>
                    <a:pt x="12041" y="2109"/>
                  </a:lnTo>
                  <a:cubicBezTo>
                    <a:pt x="12069" y="1989"/>
                    <a:pt x="11977" y="1873"/>
                    <a:pt x="11854" y="1873"/>
                  </a:cubicBezTo>
                  <a:lnTo>
                    <a:pt x="3216" y="1873"/>
                  </a:lnTo>
                  <a:lnTo>
                    <a:pt x="2991" y="1236"/>
                  </a:lnTo>
                  <a:lnTo>
                    <a:pt x="7446" y="1236"/>
                  </a:lnTo>
                  <a:cubicBezTo>
                    <a:pt x="7450" y="1236"/>
                    <a:pt x="7454" y="1236"/>
                    <a:pt x="7458" y="1236"/>
                  </a:cubicBezTo>
                  <a:cubicBezTo>
                    <a:pt x="7561" y="1236"/>
                    <a:pt x="7646" y="1151"/>
                    <a:pt x="7646" y="1046"/>
                  </a:cubicBezTo>
                  <a:cubicBezTo>
                    <a:pt x="7646" y="941"/>
                    <a:pt x="7561" y="856"/>
                    <a:pt x="7458" y="856"/>
                  </a:cubicBezTo>
                  <a:cubicBezTo>
                    <a:pt x="7454" y="856"/>
                    <a:pt x="7450" y="856"/>
                    <a:pt x="7446" y="856"/>
                  </a:cubicBezTo>
                  <a:lnTo>
                    <a:pt x="2858" y="856"/>
                  </a:lnTo>
                  <a:cubicBezTo>
                    <a:pt x="2665" y="341"/>
                    <a:pt x="2176" y="1"/>
                    <a:pt x="16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66" name="Google Shape;22866;p91"/>
          <p:cNvGrpSpPr/>
          <p:nvPr/>
        </p:nvGrpSpPr>
        <p:grpSpPr>
          <a:xfrm>
            <a:off x="7990504" y="1997539"/>
            <a:ext cx="301320" cy="319592"/>
            <a:chOff x="7990504" y="1997539"/>
            <a:chExt cx="301320" cy="319592"/>
          </a:xfrm>
        </p:grpSpPr>
        <p:sp>
          <p:nvSpPr>
            <p:cNvPr id="22867" name="Google Shape;22867;p91"/>
            <p:cNvSpPr/>
            <p:nvPr/>
          </p:nvSpPr>
          <p:spPr>
            <a:xfrm>
              <a:off x="8016141" y="2002068"/>
              <a:ext cx="260379" cy="260301"/>
            </a:xfrm>
            <a:custGeom>
              <a:rect b="b" l="l" r="r" t="t"/>
              <a:pathLst>
                <a:path extrusionOk="0" h="10001" w="10004">
                  <a:moveTo>
                    <a:pt x="5001" y="1"/>
                  </a:moveTo>
                  <a:cubicBezTo>
                    <a:pt x="2242" y="1"/>
                    <a:pt x="1" y="2242"/>
                    <a:pt x="1" y="5000"/>
                  </a:cubicBezTo>
                  <a:cubicBezTo>
                    <a:pt x="1" y="7762"/>
                    <a:pt x="2242" y="10000"/>
                    <a:pt x="5001" y="10000"/>
                  </a:cubicBezTo>
                  <a:cubicBezTo>
                    <a:pt x="7763" y="10000"/>
                    <a:pt x="10004" y="7762"/>
                    <a:pt x="10004" y="5000"/>
                  </a:cubicBezTo>
                  <a:cubicBezTo>
                    <a:pt x="10004" y="2242"/>
                    <a:pt x="7763" y="1"/>
                    <a:pt x="500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8" name="Google Shape;22868;p91"/>
            <p:cNvSpPr/>
            <p:nvPr/>
          </p:nvSpPr>
          <p:spPr>
            <a:xfrm>
              <a:off x="7990504" y="2004827"/>
              <a:ext cx="247469" cy="257490"/>
            </a:xfrm>
            <a:custGeom>
              <a:rect b="b" l="l" r="r" t="t"/>
              <a:pathLst>
                <a:path extrusionOk="0" h="9893" w="9508">
                  <a:moveTo>
                    <a:pt x="4965" y="0"/>
                  </a:moveTo>
                  <a:cubicBezTo>
                    <a:pt x="1693" y="679"/>
                    <a:pt x="1" y="4317"/>
                    <a:pt x="1584" y="7262"/>
                  </a:cubicBezTo>
                  <a:cubicBezTo>
                    <a:pt x="2330" y="8652"/>
                    <a:pt x="3688" y="9606"/>
                    <a:pt x="5250" y="9838"/>
                  </a:cubicBezTo>
                  <a:cubicBezTo>
                    <a:pt x="5496" y="9874"/>
                    <a:pt x="5742" y="9892"/>
                    <a:pt x="5987" y="9892"/>
                  </a:cubicBezTo>
                  <a:cubicBezTo>
                    <a:pt x="7295" y="9892"/>
                    <a:pt x="8565" y="9378"/>
                    <a:pt x="9508" y="8445"/>
                  </a:cubicBezTo>
                  <a:lnTo>
                    <a:pt x="9508" y="8445"/>
                  </a:lnTo>
                  <a:cubicBezTo>
                    <a:pt x="9173" y="8515"/>
                    <a:pt x="8832" y="8550"/>
                    <a:pt x="8487" y="8550"/>
                  </a:cubicBezTo>
                  <a:cubicBezTo>
                    <a:pt x="6461" y="8550"/>
                    <a:pt x="4634" y="7329"/>
                    <a:pt x="3860" y="5454"/>
                  </a:cubicBezTo>
                  <a:cubicBezTo>
                    <a:pt x="3090" y="3579"/>
                    <a:pt x="3526" y="1425"/>
                    <a:pt x="496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9" name="Google Shape;22869;p91"/>
            <p:cNvSpPr/>
            <p:nvPr/>
          </p:nvSpPr>
          <p:spPr>
            <a:xfrm>
              <a:off x="8116243" y="2202350"/>
              <a:ext cx="60202" cy="110096"/>
            </a:xfrm>
            <a:custGeom>
              <a:rect b="b" l="l" r="r" t="t"/>
              <a:pathLst>
                <a:path extrusionOk="0" h="4230" w="2313">
                  <a:moveTo>
                    <a:pt x="771" y="1"/>
                  </a:moveTo>
                  <a:lnTo>
                    <a:pt x="771" y="458"/>
                  </a:lnTo>
                  <a:cubicBezTo>
                    <a:pt x="771" y="532"/>
                    <a:pt x="729" y="599"/>
                    <a:pt x="662" y="630"/>
                  </a:cubicBezTo>
                  <a:lnTo>
                    <a:pt x="215" y="856"/>
                  </a:lnTo>
                  <a:cubicBezTo>
                    <a:pt x="85" y="919"/>
                    <a:pt x="0" y="1053"/>
                    <a:pt x="4" y="1197"/>
                  </a:cubicBezTo>
                  <a:lnTo>
                    <a:pt x="4" y="2900"/>
                  </a:lnTo>
                  <a:cubicBezTo>
                    <a:pt x="0" y="3016"/>
                    <a:pt x="36" y="3125"/>
                    <a:pt x="99" y="3220"/>
                  </a:cubicBezTo>
                  <a:lnTo>
                    <a:pt x="289" y="3508"/>
                  </a:lnTo>
                  <a:cubicBezTo>
                    <a:pt x="352" y="3603"/>
                    <a:pt x="387" y="3713"/>
                    <a:pt x="387" y="3829"/>
                  </a:cubicBezTo>
                  <a:lnTo>
                    <a:pt x="387" y="4230"/>
                  </a:lnTo>
                  <a:lnTo>
                    <a:pt x="1925" y="4230"/>
                  </a:lnTo>
                  <a:lnTo>
                    <a:pt x="1925" y="3829"/>
                  </a:lnTo>
                  <a:cubicBezTo>
                    <a:pt x="1925" y="3713"/>
                    <a:pt x="1960" y="3603"/>
                    <a:pt x="2024" y="3508"/>
                  </a:cubicBezTo>
                  <a:lnTo>
                    <a:pt x="2214" y="3220"/>
                  </a:lnTo>
                  <a:cubicBezTo>
                    <a:pt x="2277" y="3125"/>
                    <a:pt x="2312" y="3016"/>
                    <a:pt x="2312" y="2900"/>
                  </a:cubicBezTo>
                  <a:lnTo>
                    <a:pt x="2312" y="1200"/>
                  </a:lnTo>
                  <a:cubicBezTo>
                    <a:pt x="2312" y="1053"/>
                    <a:pt x="2228" y="919"/>
                    <a:pt x="2097" y="856"/>
                  </a:cubicBezTo>
                  <a:lnTo>
                    <a:pt x="1647" y="630"/>
                  </a:lnTo>
                  <a:cubicBezTo>
                    <a:pt x="1580" y="599"/>
                    <a:pt x="1538" y="532"/>
                    <a:pt x="1538" y="458"/>
                  </a:cubicBezTo>
                  <a:lnTo>
                    <a:pt x="1538" y="1"/>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0" name="Google Shape;22870;p91"/>
            <p:cNvSpPr/>
            <p:nvPr/>
          </p:nvSpPr>
          <p:spPr>
            <a:xfrm>
              <a:off x="8116243" y="2227622"/>
              <a:ext cx="15044" cy="74855"/>
            </a:xfrm>
            <a:custGeom>
              <a:rect b="b" l="l" r="r" t="t"/>
              <a:pathLst>
                <a:path extrusionOk="0" h="2876" w="578">
                  <a:moveTo>
                    <a:pt x="81" y="1"/>
                  </a:moveTo>
                  <a:cubicBezTo>
                    <a:pt x="29" y="64"/>
                    <a:pt x="4" y="145"/>
                    <a:pt x="0" y="226"/>
                  </a:cubicBezTo>
                  <a:lnTo>
                    <a:pt x="0" y="1932"/>
                  </a:lnTo>
                  <a:cubicBezTo>
                    <a:pt x="0" y="2045"/>
                    <a:pt x="36" y="2157"/>
                    <a:pt x="99" y="2249"/>
                  </a:cubicBezTo>
                  <a:lnTo>
                    <a:pt x="289" y="2537"/>
                  </a:lnTo>
                  <a:cubicBezTo>
                    <a:pt x="352" y="2632"/>
                    <a:pt x="387" y="2742"/>
                    <a:pt x="387" y="2858"/>
                  </a:cubicBezTo>
                  <a:lnTo>
                    <a:pt x="387" y="2875"/>
                  </a:lnTo>
                  <a:lnTo>
                    <a:pt x="577" y="2875"/>
                  </a:lnTo>
                  <a:lnTo>
                    <a:pt x="577" y="567"/>
                  </a:lnTo>
                  <a:cubicBezTo>
                    <a:pt x="577" y="444"/>
                    <a:pt x="521" y="331"/>
                    <a:pt x="426" y="258"/>
                  </a:cubicBezTo>
                  <a:lnTo>
                    <a:pt x="8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1" name="Google Shape;22871;p91"/>
            <p:cNvSpPr/>
            <p:nvPr/>
          </p:nvSpPr>
          <p:spPr>
            <a:xfrm>
              <a:off x="8161401" y="2227622"/>
              <a:ext cx="15044" cy="74855"/>
            </a:xfrm>
            <a:custGeom>
              <a:rect b="b" l="l" r="r" t="t"/>
              <a:pathLst>
                <a:path extrusionOk="0" h="2876" w="578">
                  <a:moveTo>
                    <a:pt x="496" y="1"/>
                  </a:moveTo>
                  <a:lnTo>
                    <a:pt x="151" y="258"/>
                  </a:lnTo>
                  <a:cubicBezTo>
                    <a:pt x="56" y="331"/>
                    <a:pt x="0" y="444"/>
                    <a:pt x="0" y="567"/>
                  </a:cubicBezTo>
                  <a:lnTo>
                    <a:pt x="0" y="2875"/>
                  </a:lnTo>
                  <a:lnTo>
                    <a:pt x="190" y="2875"/>
                  </a:lnTo>
                  <a:lnTo>
                    <a:pt x="190" y="2858"/>
                  </a:lnTo>
                  <a:cubicBezTo>
                    <a:pt x="190" y="2742"/>
                    <a:pt x="225" y="2632"/>
                    <a:pt x="289" y="2537"/>
                  </a:cubicBezTo>
                  <a:lnTo>
                    <a:pt x="479" y="2249"/>
                  </a:lnTo>
                  <a:cubicBezTo>
                    <a:pt x="542" y="2157"/>
                    <a:pt x="577" y="2045"/>
                    <a:pt x="577" y="1932"/>
                  </a:cubicBezTo>
                  <a:lnTo>
                    <a:pt x="577" y="226"/>
                  </a:lnTo>
                  <a:cubicBezTo>
                    <a:pt x="574" y="145"/>
                    <a:pt x="545" y="64"/>
                    <a:pt x="49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2" name="Google Shape;22872;p91"/>
            <p:cNvSpPr/>
            <p:nvPr/>
          </p:nvSpPr>
          <p:spPr>
            <a:xfrm>
              <a:off x="8126316" y="2297402"/>
              <a:ext cx="40056" cy="15044"/>
            </a:xfrm>
            <a:custGeom>
              <a:rect b="b" l="l" r="r" t="t"/>
              <a:pathLst>
                <a:path extrusionOk="0" h="578" w="1539">
                  <a:moveTo>
                    <a:pt x="0" y="1"/>
                  </a:moveTo>
                  <a:lnTo>
                    <a:pt x="0"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3" name="Google Shape;22873;p91"/>
            <p:cNvSpPr/>
            <p:nvPr/>
          </p:nvSpPr>
          <p:spPr>
            <a:xfrm>
              <a:off x="8143806" y="2227362"/>
              <a:ext cx="5075" cy="70066"/>
            </a:xfrm>
            <a:custGeom>
              <a:rect b="b" l="l" r="r" t="t"/>
              <a:pathLst>
                <a:path extrusionOk="0" h="2692" w="195">
                  <a:moveTo>
                    <a:pt x="1" y="0"/>
                  </a:moveTo>
                  <a:lnTo>
                    <a:pt x="1" y="2692"/>
                  </a:lnTo>
                  <a:lnTo>
                    <a:pt x="194" y="2692"/>
                  </a:lnTo>
                  <a:lnTo>
                    <a:pt x="19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4" name="Google Shape;22874;p91"/>
            <p:cNvSpPr/>
            <p:nvPr/>
          </p:nvSpPr>
          <p:spPr>
            <a:xfrm>
              <a:off x="8136310" y="2202350"/>
              <a:ext cx="20067" cy="25038"/>
            </a:xfrm>
            <a:custGeom>
              <a:rect b="b" l="l" r="r" t="t"/>
              <a:pathLst>
                <a:path extrusionOk="0" h="962" w="771">
                  <a:moveTo>
                    <a:pt x="0" y="1"/>
                  </a:moveTo>
                  <a:lnTo>
                    <a:pt x="0" y="574"/>
                  </a:lnTo>
                  <a:cubicBezTo>
                    <a:pt x="0" y="789"/>
                    <a:pt x="172" y="961"/>
                    <a:pt x="384" y="961"/>
                  </a:cubicBezTo>
                  <a:cubicBezTo>
                    <a:pt x="598" y="961"/>
                    <a:pt x="771" y="789"/>
                    <a:pt x="771" y="578"/>
                  </a:cubicBezTo>
                  <a:lnTo>
                    <a:pt x="771"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5" name="Google Shape;22875;p91"/>
            <p:cNvSpPr/>
            <p:nvPr/>
          </p:nvSpPr>
          <p:spPr>
            <a:xfrm>
              <a:off x="8126316" y="2162241"/>
              <a:ext cx="40056" cy="45080"/>
            </a:xfrm>
            <a:custGeom>
              <a:rect b="b" l="l" r="r" t="t"/>
              <a:pathLst>
                <a:path extrusionOk="0" h="1732" w="1539">
                  <a:moveTo>
                    <a:pt x="578" y="0"/>
                  </a:moveTo>
                  <a:cubicBezTo>
                    <a:pt x="257" y="0"/>
                    <a:pt x="0" y="261"/>
                    <a:pt x="0" y="578"/>
                  </a:cubicBezTo>
                  <a:lnTo>
                    <a:pt x="0" y="965"/>
                  </a:lnTo>
                  <a:cubicBezTo>
                    <a:pt x="0" y="1387"/>
                    <a:pt x="345" y="1732"/>
                    <a:pt x="768" y="1732"/>
                  </a:cubicBezTo>
                  <a:cubicBezTo>
                    <a:pt x="1193" y="1732"/>
                    <a:pt x="1538" y="1387"/>
                    <a:pt x="1538" y="965"/>
                  </a:cubicBezTo>
                  <a:lnTo>
                    <a:pt x="1538" y="578"/>
                  </a:lnTo>
                  <a:cubicBezTo>
                    <a:pt x="1538" y="261"/>
                    <a:pt x="1281" y="0"/>
                    <a:pt x="9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6" name="Google Shape;22876;p91"/>
            <p:cNvSpPr/>
            <p:nvPr/>
          </p:nvSpPr>
          <p:spPr>
            <a:xfrm>
              <a:off x="8126238" y="2162241"/>
              <a:ext cx="27589" cy="45080"/>
            </a:xfrm>
            <a:custGeom>
              <a:rect b="b" l="l" r="r" t="t"/>
              <a:pathLst>
                <a:path extrusionOk="0" h="1732" w="1060">
                  <a:moveTo>
                    <a:pt x="581" y="0"/>
                  </a:moveTo>
                  <a:cubicBezTo>
                    <a:pt x="260" y="0"/>
                    <a:pt x="3" y="261"/>
                    <a:pt x="3" y="578"/>
                  </a:cubicBezTo>
                  <a:lnTo>
                    <a:pt x="3" y="965"/>
                  </a:lnTo>
                  <a:cubicBezTo>
                    <a:pt x="1" y="1404"/>
                    <a:pt x="363" y="1732"/>
                    <a:pt x="770" y="1732"/>
                  </a:cubicBezTo>
                  <a:cubicBezTo>
                    <a:pt x="865" y="1732"/>
                    <a:pt x="963" y="1714"/>
                    <a:pt x="1059" y="1675"/>
                  </a:cubicBezTo>
                  <a:cubicBezTo>
                    <a:pt x="767" y="1556"/>
                    <a:pt x="581" y="1274"/>
                    <a:pt x="581" y="965"/>
                  </a:cubicBezTo>
                  <a:lnTo>
                    <a:pt x="581" y="578"/>
                  </a:lnTo>
                  <a:cubicBezTo>
                    <a:pt x="581" y="296"/>
                    <a:pt x="785" y="57"/>
                    <a:pt x="1059" y="11"/>
                  </a:cubicBezTo>
                  <a:cubicBezTo>
                    <a:pt x="1027" y="4"/>
                    <a:pt x="996" y="0"/>
                    <a:pt x="96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7" name="Google Shape;22877;p91"/>
            <p:cNvSpPr/>
            <p:nvPr/>
          </p:nvSpPr>
          <p:spPr>
            <a:xfrm>
              <a:off x="8126316" y="2162241"/>
              <a:ext cx="40056" cy="20093"/>
            </a:xfrm>
            <a:custGeom>
              <a:rect b="b" l="l" r="r" t="t"/>
              <a:pathLst>
                <a:path extrusionOk="0" h="772" w="1539">
                  <a:moveTo>
                    <a:pt x="578" y="0"/>
                  </a:moveTo>
                  <a:cubicBezTo>
                    <a:pt x="257" y="0"/>
                    <a:pt x="0" y="261"/>
                    <a:pt x="0" y="578"/>
                  </a:cubicBezTo>
                  <a:cubicBezTo>
                    <a:pt x="0" y="578"/>
                    <a:pt x="578" y="771"/>
                    <a:pt x="1538" y="771"/>
                  </a:cubicBezTo>
                  <a:lnTo>
                    <a:pt x="1538" y="578"/>
                  </a:lnTo>
                  <a:cubicBezTo>
                    <a:pt x="1538" y="261"/>
                    <a:pt x="1281" y="0"/>
                    <a:pt x="96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8" name="Google Shape;22878;p91"/>
            <p:cNvSpPr/>
            <p:nvPr/>
          </p:nvSpPr>
          <p:spPr>
            <a:xfrm>
              <a:off x="8126316" y="2162241"/>
              <a:ext cx="27511" cy="18349"/>
            </a:xfrm>
            <a:custGeom>
              <a:rect b="b" l="l" r="r" t="t"/>
              <a:pathLst>
                <a:path extrusionOk="0" h="705" w="1057">
                  <a:moveTo>
                    <a:pt x="578" y="0"/>
                  </a:moveTo>
                  <a:cubicBezTo>
                    <a:pt x="257" y="0"/>
                    <a:pt x="0" y="261"/>
                    <a:pt x="0" y="578"/>
                  </a:cubicBezTo>
                  <a:cubicBezTo>
                    <a:pt x="187" y="634"/>
                    <a:pt x="380" y="676"/>
                    <a:pt x="578" y="704"/>
                  </a:cubicBezTo>
                  <a:lnTo>
                    <a:pt x="578" y="578"/>
                  </a:lnTo>
                  <a:cubicBezTo>
                    <a:pt x="578" y="296"/>
                    <a:pt x="782" y="57"/>
                    <a:pt x="1056" y="11"/>
                  </a:cubicBezTo>
                  <a:cubicBezTo>
                    <a:pt x="1024" y="4"/>
                    <a:pt x="993" y="4"/>
                    <a:pt x="96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9" name="Google Shape;22879;p91"/>
            <p:cNvSpPr/>
            <p:nvPr/>
          </p:nvSpPr>
          <p:spPr>
            <a:xfrm>
              <a:off x="8196382" y="2202350"/>
              <a:ext cx="60097" cy="110096"/>
            </a:xfrm>
            <a:custGeom>
              <a:rect b="b" l="l" r="r" t="t"/>
              <a:pathLst>
                <a:path extrusionOk="0" h="4230" w="2309">
                  <a:moveTo>
                    <a:pt x="771" y="1"/>
                  </a:moveTo>
                  <a:lnTo>
                    <a:pt x="771" y="458"/>
                  </a:lnTo>
                  <a:cubicBezTo>
                    <a:pt x="771" y="532"/>
                    <a:pt x="728"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6" y="3603"/>
                    <a:pt x="2020" y="3508"/>
                  </a:cubicBezTo>
                  <a:lnTo>
                    <a:pt x="2213" y="3220"/>
                  </a:lnTo>
                  <a:cubicBezTo>
                    <a:pt x="2273" y="3125"/>
                    <a:pt x="2308" y="3016"/>
                    <a:pt x="2308" y="2900"/>
                  </a:cubicBezTo>
                  <a:lnTo>
                    <a:pt x="2308" y="1200"/>
                  </a:lnTo>
                  <a:cubicBezTo>
                    <a:pt x="2308" y="1053"/>
                    <a:pt x="2227" y="919"/>
                    <a:pt x="2097" y="856"/>
                  </a:cubicBezTo>
                  <a:lnTo>
                    <a:pt x="1647" y="630"/>
                  </a:lnTo>
                  <a:cubicBezTo>
                    <a:pt x="1580" y="599"/>
                    <a:pt x="1538" y="532"/>
                    <a:pt x="1538" y="458"/>
                  </a:cubicBezTo>
                  <a:lnTo>
                    <a:pt x="153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0" name="Google Shape;22880;p91"/>
            <p:cNvSpPr/>
            <p:nvPr/>
          </p:nvSpPr>
          <p:spPr>
            <a:xfrm>
              <a:off x="8196382" y="2227622"/>
              <a:ext cx="15044" cy="74855"/>
            </a:xfrm>
            <a:custGeom>
              <a:rect b="b" l="l" r="r" t="t"/>
              <a:pathLst>
                <a:path extrusionOk="0" h="2876" w="578">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2" y="258"/>
                  </a:cubicBezTo>
                  <a:lnTo>
                    <a:pt x="7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1" name="Google Shape;22881;p91"/>
            <p:cNvSpPr/>
            <p:nvPr/>
          </p:nvSpPr>
          <p:spPr>
            <a:xfrm>
              <a:off x="8241513" y="2227622"/>
              <a:ext cx="15044" cy="74855"/>
            </a:xfrm>
            <a:custGeom>
              <a:rect b="b" l="l" r="r" t="t"/>
              <a:pathLst>
                <a:path extrusionOk="0" h="2876" w="578">
                  <a:moveTo>
                    <a:pt x="497" y="1"/>
                  </a:moveTo>
                  <a:lnTo>
                    <a:pt x="152" y="258"/>
                  </a:lnTo>
                  <a:cubicBezTo>
                    <a:pt x="57" y="331"/>
                    <a:pt x="1" y="444"/>
                    <a:pt x="1" y="567"/>
                  </a:cubicBezTo>
                  <a:lnTo>
                    <a:pt x="1" y="2875"/>
                  </a:lnTo>
                  <a:lnTo>
                    <a:pt x="191" y="2875"/>
                  </a:lnTo>
                  <a:lnTo>
                    <a:pt x="191" y="2858"/>
                  </a:lnTo>
                  <a:cubicBezTo>
                    <a:pt x="191" y="2742"/>
                    <a:pt x="222" y="2632"/>
                    <a:pt x="286" y="2537"/>
                  </a:cubicBezTo>
                  <a:lnTo>
                    <a:pt x="479" y="2249"/>
                  </a:lnTo>
                  <a:cubicBezTo>
                    <a:pt x="543" y="2157"/>
                    <a:pt x="578" y="2045"/>
                    <a:pt x="578" y="1932"/>
                  </a:cubicBezTo>
                  <a:lnTo>
                    <a:pt x="578" y="226"/>
                  </a:lnTo>
                  <a:cubicBezTo>
                    <a:pt x="574" y="145"/>
                    <a:pt x="546" y="64"/>
                    <a:pt x="49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2" name="Google Shape;22882;p91"/>
            <p:cNvSpPr/>
            <p:nvPr/>
          </p:nvSpPr>
          <p:spPr>
            <a:xfrm>
              <a:off x="8206350" y="2297402"/>
              <a:ext cx="40056" cy="15044"/>
            </a:xfrm>
            <a:custGeom>
              <a:rect b="b" l="l" r="r" t="t"/>
              <a:pathLst>
                <a:path extrusionOk="0" h="578" w="1539">
                  <a:moveTo>
                    <a:pt x="1" y="1"/>
                  </a:moveTo>
                  <a:lnTo>
                    <a:pt x="1"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3" name="Google Shape;22883;p91"/>
            <p:cNvSpPr/>
            <p:nvPr/>
          </p:nvSpPr>
          <p:spPr>
            <a:xfrm>
              <a:off x="8223945" y="2227362"/>
              <a:ext cx="4971" cy="70066"/>
            </a:xfrm>
            <a:custGeom>
              <a:rect b="b" l="l" r="r" t="t"/>
              <a:pathLst>
                <a:path extrusionOk="0" h="2692" w="191">
                  <a:moveTo>
                    <a:pt x="0" y="0"/>
                  </a:moveTo>
                  <a:lnTo>
                    <a:pt x="0" y="2692"/>
                  </a:lnTo>
                  <a:lnTo>
                    <a:pt x="190" y="2692"/>
                  </a:lnTo>
                  <a:lnTo>
                    <a:pt x="19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4" name="Google Shape;22884;p91"/>
            <p:cNvSpPr/>
            <p:nvPr/>
          </p:nvSpPr>
          <p:spPr>
            <a:xfrm>
              <a:off x="8216423" y="2202350"/>
              <a:ext cx="19989" cy="25038"/>
            </a:xfrm>
            <a:custGeom>
              <a:rect b="b" l="l" r="r" t="t"/>
              <a:pathLst>
                <a:path extrusionOk="0" h="962" w="768">
                  <a:moveTo>
                    <a:pt x="1" y="1"/>
                  </a:moveTo>
                  <a:lnTo>
                    <a:pt x="1" y="574"/>
                  </a:lnTo>
                  <a:cubicBezTo>
                    <a:pt x="1" y="789"/>
                    <a:pt x="173" y="961"/>
                    <a:pt x="384" y="961"/>
                  </a:cubicBezTo>
                  <a:cubicBezTo>
                    <a:pt x="595" y="961"/>
                    <a:pt x="768" y="789"/>
                    <a:pt x="768" y="578"/>
                  </a:cubicBezTo>
                  <a:lnTo>
                    <a:pt x="76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5" name="Google Shape;22885;p91"/>
            <p:cNvSpPr/>
            <p:nvPr/>
          </p:nvSpPr>
          <p:spPr>
            <a:xfrm>
              <a:off x="8206350" y="2162241"/>
              <a:ext cx="40134" cy="45080"/>
            </a:xfrm>
            <a:custGeom>
              <a:rect b="b" l="l" r="r" t="t"/>
              <a:pathLst>
                <a:path extrusionOk="0" h="1732" w="1542">
                  <a:moveTo>
                    <a:pt x="578" y="0"/>
                  </a:moveTo>
                  <a:cubicBezTo>
                    <a:pt x="261" y="0"/>
                    <a:pt x="1" y="261"/>
                    <a:pt x="1" y="578"/>
                  </a:cubicBezTo>
                  <a:lnTo>
                    <a:pt x="1" y="965"/>
                  </a:lnTo>
                  <a:cubicBezTo>
                    <a:pt x="1" y="1387"/>
                    <a:pt x="345" y="1732"/>
                    <a:pt x="771" y="1732"/>
                  </a:cubicBezTo>
                  <a:cubicBezTo>
                    <a:pt x="1197" y="1732"/>
                    <a:pt x="1542" y="1387"/>
                    <a:pt x="1542" y="965"/>
                  </a:cubicBezTo>
                  <a:lnTo>
                    <a:pt x="1542" y="578"/>
                  </a:lnTo>
                  <a:cubicBezTo>
                    <a:pt x="1542" y="261"/>
                    <a:pt x="1281" y="0"/>
                    <a:pt x="9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6" name="Google Shape;22886;p91"/>
            <p:cNvSpPr/>
            <p:nvPr/>
          </p:nvSpPr>
          <p:spPr>
            <a:xfrm>
              <a:off x="8206350" y="2162241"/>
              <a:ext cx="27589" cy="45080"/>
            </a:xfrm>
            <a:custGeom>
              <a:rect b="b" l="l" r="r" t="t"/>
              <a:pathLst>
                <a:path extrusionOk="0" h="1732" w="106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6" y="0"/>
                    <a:pt x="965"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7" name="Google Shape;22887;p91"/>
            <p:cNvSpPr/>
            <p:nvPr/>
          </p:nvSpPr>
          <p:spPr>
            <a:xfrm>
              <a:off x="8206350" y="2162241"/>
              <a:ext cx="40134" cy="20093"/>
            </a:xfrm>
            <a:custGeom>
              <a:rect b="b" l="l" r="r" t="t"/>
              <a:pathLst>
                <a:path extrusionOk="0" h="772" w="1542">
                  <a:moveTo>
                    <a:pt x="581" y="0"/>
                  </a:moveTo>
                  <a:cubicBezTo>
                    <a:pt x="261" y="0"/>
                    <a:pt x="4" y="261"/>
                    <a:pt x="4" y="578"/>
                  </a:cubicBezTo>
                  <a:lnTo>
                    <a:pt x="1" y="578"/>
                  </a:lnTo>
                  <a:cubicBezTo>
                    <a:pt x="1" y="578"/>
                    <a:pt x="578" y="771"/>
                    <a:pt x="1542" y="771"/>
                  </a:cubicBezTo>
                  <a:lnTo>
                    <a:pt x="1542" y="578"/>
                  </a:lnTo>
                  <a:cubicBezTo>
                    <a:pt x="1542" y="261"/>
                    <a:pt x="1281" y="0"/>
                    <a:pt x="96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8" name="Google Shape;22888;p91"/>
            <p:cNvSpPr/>
            <p:nvPr/>
          </p:nvSpPr>
          <p:spPr>
            <a:xfrm>
              <a:off x="8206350" y="2162241"/>
              <a:ext cx="27589" cy="18349"/>
            </a:xfrm>
            <a:custGeom>
              <a:rect b="b" l="l" r="r" t="t"/>
              <a:pathLst>
                <a:path extrusionOk="0" h="705" w="1060">
                  <a:moveTo>
                    <a:pt x="578" y="0"/>
                  </a:moveTo>
                  <a:cubicBezTo>
                    <a:pt x="261" y="0"/>
                    <a:pt x="1" y="261"/>
                    <a:pt x="1" y="578"/>
                  </a:cubicBezTo>
                  <a:cubicBezTo>
                    <a:pt x="191" y="634"/>
                    <a:pt x="384" y="676"/>
                    <a:pt x="578" y="704"/>
                  </a:cubicBezTo>
                  <a:lnTo>
                    <a:pt x="578" y="578"/>
                  </a:lnTo>
                  <a:cubicBezTo>
                    <a:pt x="578" y="296"/>
                    <a:pt x="782" y="57"/>
                    <a:pt x="1060" y="11"/>
                  </a:cubicBezTo>
                  <a:cubicBezTo>
                    <a:pt x="1028" y="4"/>
                    <a:pt x="996" y="4"/>
                    <a:pt x="96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9" name="Google Shape;22889;p91"/>
            <p:cNvSpPr/>
            <p:nvPr/>
          </p:nvSpPr>
          <p:spPr>
            <a:xfrm>
              <a:off x="8036208" y="2202350"/>
              <a:ext cx="60097" cy="110096"/>
            </a:xfrm>
            <a:custGeom>
              <a:rect b="b" l="l" r="r" t="t"/>
              <a:pathLst>
                <a:path extrusionOk="0" h="4230" w="2309">
                  <a:moveTo>
                    <a:pt x="771" y="1"/>
                  </a:moveTo>
                  <a:lnTo>
                    <a:pt x="771" y="458"/>
                  </a:lnTo>
                  <a:cubicBezTo>
                    <a:pt x="767" y="532"/>
                    <a:pt x="729"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7" y="3603"/>
                    <a:pt x="2020" y="3508"/>
                  </a:cubicBezTo>
                  <a:lnTo>
                    <a:pt x="2213" y="3220"/>
                  </a:lnTo>
                  <a:cubicBezTo>
                    <a:pt x="2273" y="3125"/>
                    <a:pt x="2308" y="3016"/>
                    <a:pt x="2308" y="2900"/>
                  </a:cubicBezTo>
                  <a:lnTo>
                    <a:pt x="2308" y="1200"/>
                  </a:lnTo>
                  <a:cubicBezTo>
                    <a:pt x="2308" y="1053"/>
                    <a:pt x="2228" y="919"/>
                    <a:pt x="2094" y="856"/>
                  </a:cubicBezTo>
                  <a:lnTo>
                    <a:pt x="1643" y="630"/>
                  </a:lnTo>
                  <a:cubicBezTo>
                    <a:pt x="1580" y="595"/>
                    <a:pt x="1538" y="528"/>
                    <a:pt x="1538" y="458"/>
                  </a:cubicBezTo>
                  <a:lnTo>
                    <a:pt x="153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0" name="Google Shape;22890;p91"/>
            <p:cNvSpPr/>
            <p:nvPr/>
          </p:nvSpPr>
          <p:spPr>
            <a:xfrm>
              <a:off x="8036208" y="2227622"/>
              <a:ext cx="15044" cy="74855"/>
            </a:xfrm>
            <a:custGeom>
              <a:rect b="b" l="l" r="r" t="t"/>
              <a:pathLst>
                <a:path extrusionOk="0" h="2876" w="578">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3" y="258"/>
                  </a:cubicBezTo>
                  <a:lnTo>
                    <a:pt x="7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1" name="Google Shape;22891;p91"/>
            <p:cNvSpPr/>
            <p:nvPr/>
          </p:nvSpPr>
          <p:spPr>
            <a:xfrm>
              <a:off x="8081262" y="2227622"/>
              <a:ext cx="15044" cy="74855"/>
            </a:xfrm>
            <a:custGeom>
              <a:rect b="b" l="l" r="r" t="t"/>
              <a:pathLst>
                <a:path extrusionOk="0" h="2876" w="578">
                  <a:moveTo>
                    <a:pt x="497" y="1"/>
                  </a:moveTo>
                  <a:lnTo>
                    <a:pt x="152" y="258"/>
                  </a:lnTo>
                  <a:cubicBezTo>
                    <a:pt x="57" y="331"/>
                    <a:pt x="0" y="444"/>
                    <a:pt x="0" y="567"/>
                  </a:cubicBezTo>
                  <a:lnTo>
                    <a:pt x="0" y="2875"/>
                  </a:lnTo>
                  <a:lnTo>
                    <a:pt x="194" y="2875"/>
                  </a:lnTo>
                  <a:lnTo>
                    <a:pt x="194" y="2858"/>
                  </a:lnTo>
                  <a:cubicBezTo>
                    <a:pt x="194" y="2742"/>
                    <a:pt x="226" y="2632"/>
                    <a:pt x="289" y="2537"/>
                  </a:cubicBezTo>
                  <a:lnTo>
                    <a:pt x="479" y="2249"/>
                  </a:lnTo>
                  <a:cubicBezTo>
                    <a:pt x="542" y="2157"/>
                    <a:pt x="577" y="2045"/>
                    <a:pt x="577" y="1932"/>
                  </a:cubicBezTo>
                  <a:lnTo>
                    <a:pt x="577" y="226"/>
                  </a:lnTo>
                  <a:cubicBezTo>
                    <a:pt x="574" y="145"/>
                    <a:pt x="546" y="64"/>
                    <a:pt x="49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2" name="Google Shape;22892;p91"/>
            <p:cNvSpPr/>
            <p:nvPr/>
          </p:nvSpPr>
          <p:spPr>
            <a:xfrm>
              <a:off x="8046177" y="2297402"/>
              <a:ext cx="40056" cy="15044"/>
            </a:xfrm>
            <a:custGeom>
              <a:rect b="b" l="l" r="r" t="t"/>
              <a:pathLst>
                <a:path extrusionOk="0" h="578" w="1539">
                  <a:moveTo>
                    <a:pt x="1" y="1"/>
                  </a:moveTo>
                  <a:lnTo>
                    <a:pt x="1"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3" name="Google Shape;22893;p91"/>
            <p:cNvSpPr/>
            <p:nvPr/>
          </p:nvSpPr>
          <p:spPr>
            <a:xfrm>
              <a:off x="8063772" y="2227362"/>
              <a:ext cx="4971" cy="70066"/>
            </a:xfrm>
            <a:custGeom>
              <a:rect b="b" l="l" r="r" t="t"/>
              <a:pathLst>
                <a:path extrusionOk="0" h="2692" w="191">
                  <a:moveTo>
                    <a:pt x="0" y="0"/>
                  </a:moveTo>
                  <a:lnTo>
                    <a:pt x="0" y="2692"/>
                  </a:lnTo>
                  <a:lnTo>
                    <a:pt x="190" y="2692"/>
                  </a:lnTo>
                  <a:lnTo>
                    <a:pt x="19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4" name="Google Shape;22894;p91"/>
            <p:cNvSpPr/>
            <p:nvPr/>
          </p:nvSpPr>
          <p:spPr>
            <a:xfrm>
              <a:off x="8056250" y="2202350"/>
              <a:ext cx="19989" cy="25038"/>
            </a:xfrm>
            <a:custGeom>
              <a:rect b="b" l="l" r="r" t="t"/>
              <a:pathLst>
                <a:path extrusionOk="0" h="962" w="768">
                  <a:moveTo>
                    <a:pt x="1" y="1"/>
                  </a:moveTo>
                  <a:lnTo>
                    <a:pt x="1" y="574"/>
                  </a:lnTo>
                  <a:cubicBezTo>
                    <a:pt x="1" y="789"/>
                    <a:pt x="170" y="961"/>
                    <a:pt x="384" y="961"/>
                  </a:cubicBezTo>
                  <a:cubicBezTo>
                    <a:pt x="595" y="961"/>
                    <a:pt x="768" y="789"/>
                    <a:pt x="768" y="578"/>
                  </a:cubicBezTo>
                  <a:lnTo>
                    <a:pt x="76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5" name="Google Shape;22895;p91"/>
            <p:cNvSpPr/>
            <p:nvPr/>
          </p:nvSpPr>
          <p:spPr>
            <a:xfrm>
              <a:off x="8046177" y="2162241"/>
              <a:ext cx="40134" cy="45080"/>
            </a:xfrm>
            <a:custGeom>
              <a:rect b="b" l="l" r="r" t="t"/>
              <a:pathLst>
                <a:path extrusionOk="0" h="1732" w="1542">
                  <a:moveTo>
                    <a:pt x="578" y="0"/>
                  </a:moveTo>
                  <a:cubicBezTo>
                    <a:pt x="261" y="0"/>
                    <a:pt x="1" y="261"/>
                    <a:pt x="1" y="578"/>
                  </a:cubicBezTo>
                  <a:lnTo>
                    <a:pt x="1" y="965"/>
                  </a:lnTo>
                  <a:cubicBezTo>
                    <a:pt x="1" y="1387"/>
                    <a:pt x="346" y="1732"/>
                    <a:pt x="771" y="1732"/>
                  </a:cubicBezTo>
                  <a:cubicBezTo>
                    <a:pt x="1197" y="1732"/>
                    <a:pt x="1542" y="1387"/>
                    <a:pt x="1542" y="965"/>
                  </a:cubicBezTo>
                  <a:lnTo>
                    <a:pt x="1542" y="578"/>
                  </a:lnTo>
                  <a:cubicBezTo>
                    <a:pt x="1542" y="261"/>
                    <a:pt x="1282" y="0"/>
                    <a:pt x="9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6" name="Google Shape;22896;p91"/>
            <p:cNvSpPr/>
            <p:nvPr/>
          </p:nvSpPr>
          <p:spPr>
            <a:xfrm>
              <a:off x="8046177" y="2162241"/>
              <a:ext cx="27589" cy="45080"/>
            </a:xfrm>
            <a:custGeom>
              <a:rect b="b" l="l" r="r" t="t"/>
              <a:pathLst>
                <a:path extrusionOk="0" h="1732" w="106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7" y="0"/>
                    <a:pt x="965"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7" name="Google Shape;22897;p91"/>
            <p:cNvSpPr/>
            <p:nvPr/>
          </p:nvSpPr>
          <p:spPr>
            <a:xfrm>
              <a:off x="8046177" y="2162241"/>
              <a:ext cx="40134" cy="20093"/>
            </a:xfrm>
            <a:custGeom>
              <a:rect b="b" l="l" r="r" t="t"/>
              <a:pathLst>
                <a:path extrusionOk="0" h="772" w="1542">
                  <a:moveTo>
                    <a:pt x="578" y="0"/>
                  </a:moveTo>
                  <a:cubicBezTo>
                    <a:pt x="261" y="0"/>
                    <a:pt x="1" y="261"/>
                    <a:pt x="1" y="578"/>
                  </a:cubicBezTo>
                  <a:cubicBezTo>
                    <a:pt x="1" y="578"/>
                    <a:pt x="578" y="771"/>
                    <a:pt x="1542" y="771"/>
                  </a:cubicBezTo>
                  <a:lnTo>
                    <a:pt x="1542" y="578"/>
                  </a:lnTo>
                  <a:cubicBezTo>
                    <a:pt x="1542" y="261"/>
                    <a:pt x="1282" y="0"/>
                    <a:pt x="96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8" name="Google Shape;22898;p91"/>
            <p:cNvSpPr/>
            <p:nvPr/>
          </p:nvSpPr>
          <p:spPr>
            <a:xfrm>
              <a:off x="8046177" y="2162241"/>
              <a:ext cx="27589" cy="18349"/>
            </a:xfrm>
            <a:custGeom>
              <a:rect b="b" l="l" r="r" t="t"/>
              <a:pathLst>
                <a:path extrusionOk="0" h="705" w="1060">
                  <a:moveTo>
                    <a:pt x="578" y="0"/>
                  </a:moveTo>
                  <a:cubicBezTo>
                    <a:pt x="261" y="0"/>
                    <a:pt x="1" y="261"/>
                    <a:pt x="1" y="578"/>
                  </a:cubicBezTo>
                  <a:cubicBezTo>
                    <a:pt x="191" y="634"/>
                    <a:pt x="384" y="676"/>
                    <a:pt x="578" y="704"/>
                  </a:cubicBezTo>
                  <a:lnTo>
                    <a:pt x="578" y="578"/>
                  </a:lnTo>
                  <a:cubicBezTo>
                    <a:pt x="578" y="296"/>
                    <a:pt x="782" y="57"/>
                    <a:pt x="1060" y="11"/>
                  </a:cubicBezTo>
                  <a:cubicBezTo>
                    <a:pt x="1028" y="4"/>
                    <a:pt x="997" y="4"/>
                    <a:pt x="96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9" name="Google Shape;22899;p91"/>
            <p:cNvSpPr/>
            <p:nvPr/>
          </p:nvSpPr>
          <p:spPr>
            <a:xfrm>
              <a:off x="8031445" y="2157582"/>
              <a:ext cx="69519" cy="159549"/>
            </a:xfrm>
            <a:custGeom>
              <a:rect b="b" l="l" r="r" t="t"/>
              <a:pathLst>
                <a:path extrusionOk="0" h="6130" w="2671">
                  <a:moveTo>
                    <a:pt x="1527" y="362"/>
                  </a:moveTo>
                  <a:cubicBezTo>
                    <a:pt x="1746" y="362"/>
                    <a:pt x="1925" y="538"/>
                    <a:pt x="1925" y="757"/>
                  </a:cubicBezTo>
                  <a:lnTo>
                    <a:pt x="1925" y="1144"/>
                  </a:lnTo>
                  <a:cubicBezTo>
                    <a:pt x="1925" y="1467"/>
                    <a:pt x="1661" y="1731"/>
                    <a:pt x="1334" y="1731"/>
                  </a:cubicBezTo>
                  <a:cubicBezTo>
                    <a:pt x="1010" y="1731"/>
                    <a:pt x="746" y="1467"/>
                    <a:pt x="746" y="1144"/>
                  </a:cubicBezTo>
                  <a:lnTo>
                    <a:pt x="746" y="757"/>
                  </a:lnTo>
                  <a:cubicBezTo>
                    <a:pt x="746" y="538"/>
                    <a:pt x="926" y="362"/>
                    <a:pt x="1144" y="362"/>
                  </a:cubicBezTo>
                  <a:close/>
                  <a:moveTo>
                    <a:pt x="1541" y="2090"/>
                  </a:moveTo>
                  <a:lnTo>
                    <a:pt x="1541" y="2178"/>
                  </a:lnTo>
                  <a:cubicBezTo>
                    <a:pt x="1541" y="2241"/>
                    <a:pt x="1559" y="2308"/>
                    <a:pt x="1591" y="2364"/>
                  </a:cubicBezTo>
                  <a:lnTo>
                    <a:pt x="1348" y="2611"/>
                  </a:lnTo>
                  <a:cubicBezTo>
                    <a:pt x="1344" y="2612"/>
                    <a:pt x="1341" y="2613"/>
                    <a:pt x="1337" y="2613"/>
                  </a:cubicBezTo>
                  <a:cubicBezTo>
                    <a:pt x="1334" y="2613"/>
                    <a:pt x="1330" y="2612"/>
                    <a:pt x="1327" y="2611"/>
                  </a:cubicBezTo>
                  <a:lnTo>
                    <a:pt x="1084" y="2364"/>
                  </a:lnTo>
                  <a:cubicBezTo>
                    <a:pt x="1116" y="2308"/>
                    <a:pt x="1133" y="2241"/>
                    <a:pt x="1133" y="2178"/>
                  </a:cubicBezTo>
                  <a:lnTo>
                    <a:pt x="1133" y="2090"/>
                  </a:lnTo>
                  <a:close/>
                  <a:moveTo>
                    <a:pt x="1144" y="0"/>
                  </a:moveTo>
                  <a:cubicBezTo>
                    <a:pt x="725" y="0"/>
                    <a:pt x="387" y="338"/>
                    <a:pt x="387" y="757"/>
                  </a:cubicBezTo>
                  <a:lnTo>
                    <a:pt x="387" y="1144"/>
                  </a:lnTo>
                  <a:cubicBezTo>
                    <a:pt x="387" y="1443"/>
                    <a:pt x="532" y="1728"/>
                    <a:pt x="771" y="1904"/>
                  </a:cubicBezTo>
                  <a:lnTo>
                    <a:pt x="771" y="2178"/>
                  </a:lnTo>
                  <a:cubicBezTo>
                    <a:pt x="771" y="2181"/>
                    <a:pt x="771" y="2189"/>
                    <a:pt x="764" y="2189"/>
                  </a:cubicBezTo>
                  <a:lnTo>
                    <a:pt x="313" y="2414"/>
                  </a:lnTo>
                  <a:cubicBezTo>
                    <a:pt x="123" y="2509"/>
                    <a:pt x="0" y="2706"/>
                    <a:pt x="4" y="2920"/>
                  </a:cubicBezTo>
                  <a:lnTo>
                    <a:pt x="4" y="4623"/>
                  </a:lnTo>
                  <a:cubicBezTo>
                    <a:pt x="4" y="4771"/>
                    <a:pt x="46" y="4919"/>
                    <a:pt x="131" y="5042"/>
                  </a:cubicBezTo>
                  <a:lnTo>
                    <a:pt x="321" y="5327"/>
                  </a:lnTo>
                  <a:cubicBezTo>
                    <a:pt x="363" y="5394"/>
                    <a:pt x="387" y="5471"/>
                    <a:pt x="387" y="5549"/>
                  </a:cubicBezTo>
                  <a:lnTo>
                    <a:pt x="387" y="5950"/>
                  </a:lnTo>
                  <a:cubicBezTo>
                    <a:pt x="387" y="6069"/>
                    <a:pt x="477" y="6129"/>
                    <a:pt x="567" y="6129"/>
                  </a:cubicBezTo>
                  <a:cubicBezTo>
                    <a:pt x="657" y="6129"/>
                    <a:pt x="746" y="6069"/>
                    <a:pt x="746" y="5950"/>
                  </a:cubicBezTo>
                  <a:lnTo>
                    <a:pt x="746" y="5549"/>
                  </a:lnTo>
                  <a:cubicBezTo>
                    <a:pt x="746" y="5397"/>
                    <a:pt x="704" y="5253"/>
                    <a:pt x="620" y="5130"/>
                  </a:cubicBezTo>
                  <a:lnTo>
                    <a:pt x="430" y="4841"/>
                  </a:lnTo>
                  <a:cubicBezTo>
                    <a:pt x="384" y="4778"/>
                    <a:pt x="363" y="4701"/>
                    <a:pt x="363" y="4623"/>
                  </a:cubicBezTo>
                  <a:lnTo>
                    <a:pt x="363" y="2920"/>
                  </a:lnTo>
                  <a:cubicBezTo>
                    <a:pt x="363" y="2839"/>
                    <a:pt x="405" y="2769"/>
                    <a:pt x="475" y="2737"/>
                  </a:cubicBezTo>
                  <a:lnTo>
                    <a:pt x="788" y="2579"/>
                  </a:lnTo>
                  <a:lnTo>
                    <a:pt x="1073" y="2864"/>
                  </a:lnTo>
                  <a:cubicBezTo>
                    <a:pt x="1146" y="2938"/>
                    <a:pt x="1241" y="2975"/>
                    <a:pt x="1336" y="2975"/>
                  </a:cubicBezTo>
                  <a:cubicBezTo>
                    <a:pt x="1431" y="2975"/>
                    <a:pt x="1527" y="2938"/>
                    <a:pt x="1601" y="2864"/>
                  </a:cubicBezTo>
                  <a:lnTo>
                    <a:pt x="1886" y="2579"/>
                  </a:lnTo>
                  <a:lnTo>
                    <a:pt x="2199" y="2737"/>
                  </a:lnTo>
                  <a:cubicBezTo>
                    <a:pt x="2266" y="2769"/>
                    <a:pt x="2312" y="2839"/>
                    <a:pt x="2312" y="2920"/>
                  </a:cubicBezTo>
                  <a:lnTo>
                    <a:pt x="2312" y="4623"/>
                  </a:lnTo>
                  <a:cubicBezTo>
                    <a:pt x="2312" y="4701"/>
                    <a:pt x="2287" y="4778"/>
                    <a:pt x="2245" y="4841"/>
                  </a:cubicBezTo>
                  <a:lnTo>
                    <a:pt x="2052" y="5126"/>
                  </a:lnTo>
                  <a:cubicBezTo>
                    <a:pt x="1971" y="5253"/>
                    <a:pt x="1925" y="5397"/>
                    <a:pt x="1925" y="5549"/>
                  </a:cubicBezTo>
                  <a:lnTo>
                    <a:pt x="1925" y="5950"/>
                  </a:lnTo>
                  <a:cubicBezTo>
                    <a:pt x="1925" y="6069"/>
                    <a:pt x="2016" y="6129"/>
                    <a:pt x="2106" y="6129"/>
                  </a:cubicBezTo>
                  <a:cubicBezTo>
                    <a:pt x="2197" y="6129"/>
                    <a:pt x="2287" y="6069"/>
                    <a:pt x="2287" y="5950"/>
                  </a:cubicBezTo>
                  <a:lnTo>
                    <a:pt x="2287" y="5549"/>
                  </a:lnTo>
                  <a:cubicBezTo>
                    <a:pt x="2287" y="5468"/>
                    <a:pt x="2308" y="5394"/>
                    <a:pt x="2354" y="5327"/>
                  </a:cubicBezTo>
                  <a:lnTo>
                    <a:pt x="2544" y="5042"/>
                  </a:lnTo>
                  <a:cubicBezTo>
                    <a:pt x="2625" y="4919"/>
                    <a:pt x="2671" y="4771"/>
                    <a:pt x="2671" y="4623"/>
                  </a:cubicBezTo>
                  <a:lnTo>
                    <a:pt x="2671" y="2920"/>
                  </a:lnTo>
                  <a:cubicBezTo>
                    <a:pt x="2671" y="2706"/>
                    <a:pt x="2551" y="2509"/>
                    <a:pt x="2358" y="2414"/>
                  </a:cubicBezTo>
                  <a:lnTo>
                    <a:pt x="1907" y="2189"/>
                  </a:lnTo>
                  <a:cubicBezTo>
                    <a:pt x="1904" y="2185"/>
                    <a:pt x="1900" y="2181"/>
                    <a:pt x="1900" y="2178"/>
                  </a:cubicBezTo>
                  <a:lnTo>
                    <a:pt x="1900" y="1904"/>
                  </a:lnTo>
                  <a:cubicBezTo>
                    <a:pt x="2143" y="1728"/>
                    <a:pt x="2287" y="1443"/>
                    <a:pt x="2287" y="1144"/>
                  </a:cubicBezTo>
                  <a:lnTo>
                    <a:pt x="2287" y="757"/>
                  </a:lnTo>
                  <a:cubicBezTo>
                    <a:pt x="2284" y="338"/>
                    <a:pt x="1946" y="0"/>
                    <a:pt x="1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0" name="Google Shape;22900;p91"/>
            <p:cNvSpPr/>
            <p:nvPr/>
          </p:nvSpPr>
          <p:spPr>
            <a:xfrm>
              <a:off x="8111584" y="2157582"/>
              <a:ext cx="69519" cy="159549"/>
            </a:xfrm>
            <a:custGeom>
              <a:rect b="b" l="l" r="r" t="t"/>
              <a:pathLst>
                <a:path extrusionOk="0" h="6130" w="2671">
                  <a:moveTo>
                    <a:pt x="1527" y="362"/>
                  </a:moveTo>
                  <a:cubicBezTo>
                    <a:pt x="1745" y="362"/>
                    <a:pt x="1921" y="538"/>
                    <a:pt x="1921" y="757"/>
                  </a:cubicBezTo>
                  <a:lnTo>
                    <a:pt x="1921" y="1144"/>
                  </a:lnTo>
                  <a:cubicBezTo>
                    <a:pt x="1921" y="1467"/>
                    <a:pt x="1657" y="1731"/>
                    <a:pt x="1334" y="1731"/>
                  </a:cubicBezTo>
                  <a:cubicBezTo>
                    <a:pt x="1006" y="1731"/>
                    <a:pt x="742" y="1467"/>
                    <a:pt x="742" y="1144"/>
                  </a:cubicBezTo>
                  <a:lnTo>
                    <a:pt x="742" y="757"/>
                  </a:lnTo>
                  <a:lnTo>
                    <a:pt x="746" y="757"/>
                  </a:lnTo>
                  <a:cubicBezTo>
                    <a:pt x="746" y="538"/>
                    <a:pt x="922" y="362"/>
                    <a:pt x="1144" y="362"/>
                  </a:cubicBezTo>
                  <a:close/>
                  <a:moveTo>
                    <a:pt x="1541" y="2090"/>
                  </a:moveTo>
                  <a:lnTo>
                    <a:pt x="1541" y="2178"/>
                  </a:lnTo>
                  <a:cubicBezTo>
                    <a:pt x="1541" y="2241"/>
                    <a:pt x="1559" y="2308"/>
                    <a:pt x="1590" y="2364"/>
                  </a:cubicBezTo>
                  <a:lnTo>
                    <a:pt x="1344" y="2611"/>
                  </a:lnTo>
                  <a:cubicBezTo>
                    <a:pt x="1342" y="2612"/>
                    <a:pt x="1339" y="2613"/>
                    <a:pt x="1335" y="2613"/>
                  </a:cubicBezTo>
                  <a:cubicBezTo>
                    <a:pt x="1332" y="2613"/>
                    <a:pt x="1328" y="2612"/>
                    <a:pt x="1326" y="2611"/>
                  </a:cubicBezTo>
                  <a:lnTo>
                    <a:pt x="1080" y="2364"/>
                  </a:lnTo>
                  <a:cubicBezTo>
                    <a:pt x="1112" y="2308"/>
                    <a:pt x="1129" y="2241"/>
                    <a:pt x="1129" y="2178"/>
                  </a:cubicBezTo>
                  <a:lnTo>
                    <a:pt x="1129" y="2090"/>
                  </a:lnTo>
                  <a:close/>
                  <a:moveTo>
                    <a:pt x="1144" y="0"/>
                  </a:moveTo>
                  <a:cubicBezTo>
                    <a:pt x="725" y="0"/>
                    <a:pt x="387" y="338"/>
                    <a:pt x="387" y="757"/>
                  </a:cubicBezTo>
                  <a:lnTo>
                    <a:pt x="387" y="1144"/>
                  </a:lnTo>
                  <a:cubicBezTo>
                    <a:pt x="387" y="1443"/>
                    <a:pt x="528" y="1728"/>
                    <a:pt x="771" y="1904"/>
                  </a:cubicBezTo>
                  <a:lnTo>
                    <a:pt x="771" y="2178"/>
                  </a:lnTo>
                  <a:cubicBezTo>
                    <a:pt x="771" y="2181"/>
                    <a:pt x="767" y="2189"/>
                    <a:pt x="764" y="2189"/>
                  </a:cubicBezTo>
                  <a:lnTo>
                    <a:pt x="313" y="2414"/>
                  </a:lnTo>
                  <a:cubicBezTo>
                    <a:pt x="120" y="2509"/>
                    <a:pt x="0" y="2706"/>
                    <a:pt x="0" y="2920"/>
                  </a:cubicBezTo>
                  <a:lnTo>
                    <a:pt x="0" y="4623"/>
                  </a:lnTo>
                  <a:cubicBezTo>
                    <a:pt x="0" y="4771"/>
                    <a:pt x="46" y="4919"/>
                    <a:pt x="127" y="5042"/>
                  </a:cubicBezTo>
                  <a:lnTo>
                    <a:pt x="320" y="5327"/>
                  </a:lnTo>
                  <a:cubicBezTo>
                    <a:pt x="362" y="5394"/>
                    <a:pt x="387" y="5471"/>
                    <a:pt x="387" y="5549"/>
                  </a:cubicBezTo>
                  <a:lnTo>
                    <a:pt x="387" y="5950"/>
                  </a:lnTo>
                  <a:cubicBezTo>
                    <a:pt x="387" y="6069"/>
                    <a:pt x="477" y="6129"/>
                    <a:pt x="566" y="6129"/>
                  </a:cubicBezTo>
                  <a:cubicBezTo>
                    <a:pt x="656" y="6129"/>
                    <a:pt x="746" y="6069"/>
                    <a:pt x="746" y="5950"/>
                  </a:cubicBezTo>
                  <a:lnTo>
                    <a:pt x="746" y="5549"/>
                  </a:lnTo>
                  <a:cubicBezTo>
                    <a:pt x="746" y="5397"/>
                    <a:pt x="700" y="5253"/>
                    <a:pt x="619" y="5130"/>
                  </a:cubicBezTo>
                  <a:lnTo>
                    <a:pt x="429" y="4841"/>
                  </a:lnTo>
                  <a:cubicBezTo>
                    <a:pt x="384" y="4778"/>
                    <a:pt x="362" y="4701"/>
                    <a:pt x="362" y="4623"/>
                  </a:cubicBezTo>
                  <a:lnTo>
                    <a:pt x="362" y="2920"/>
                  </a:lnTo>
                  <a:cubicBezTo>
                    <a:pt x="359" y="2839"/>
                    <a:pt x="405" y="2769"/>
                    <a:pt x="475" y="2737"/>
                  </a:cubicBezTo>
                  <a:lnTo>
                    <a:pt x="785" y="2579"/>
                  </a:lnTo>
                  <a:lnTo>
                    <a:pt x="1070" y="2864"/>
                  </a:lnTo>
                  <a:cubicBezTo>
                    <a:pt x="1144" y="2938"/>
                    <a:pt x="1239" y="2975"/>
                    <a:pt x="1335" y="2975"/>
                  </a:cubicBezTo>
                  <a:cubicBezTo>
                    <a:pt x="1430" y="2975"/>
                    <a:pt x="1525" y="2938"/>
                    <a:pt x="1597" y="2864"/>
                  </a:cubicBezTo>
                  <a:lnTo>
                    <a:pt x="1882" y="2579"/>
                  </a:lnTo>
                  <a:lnTo>
                    <a:pt x="2196" y="2737"/>
                  </a:lnTo>
                  <a:cubicBezTo>
                    <a:pt x="2266" y="2769"/>
                    <a:pt x="2308" y="2839"/>
                    <a:pt x="2308" y="2920"/>
                  </a:cubicBezTo>
                  <a:lnTo>
                    <a:pt x="2308" y="4623"/>
                  </a:lnTo>
                  <a:cubicBezTo>
                    <a:pt x="2308" y="4701"/>
                    <a:pt x="2287" y="4778"/>
                    <a:pt x="2241" y="4841"/>
                  </a:cubicBezTo>
                  <a:lnTo>
                    <a:pt x="2051" y="5126"/>
                  </a:lnTo>
                  <a:cubicBezTo>
                    <a:pt x="1967" y="5253"/>
                    <a:pt x="1925" y="5397"/>
                    <a:pt x="1925" y="5549"/>
                  </a:cubicBezTo>
                  <a:lnTo>
                    <a:pt x="1925" y="5950"/>
                  </a:lnTo>
                  <a:cubicBezTo>
                    <a:pt x="1925" y="6069"/>
                    <a:pt x="2014" y="6129"/>
                    <a:pt x="2104" y="6129"/>
                  </a:cubicBezTo>
                  <a:cubicBezTo>
                    <a:pt x="2194" y="6129"/>
                    <a:pt x="2284" y="6069"/>
                    <a:pt x="2284" y="5950"/>
                  </a:cubicBezTo>
                  <a:lnTo>
                    <a:pt x="2284" y="5549"/>
                  </a:lnTo>
                  <a:cubicBezTo>
                    <a:pt x="2284" y="5468"/>
                    <a:pt x="2308" y="5394"/>
                    <a:pt x="2350" y="5327"/>
                  </a:cubicBezTo>
                  <a:lnTo>
                    <a:pt x="2540" y="5042"/>
                  </a:lnTo>
                  <a:cubicBezTo>
                    <a:pt x="2625" y="4919"/>
                    <a:pt x="2671" y="4771"/>
                    <a:pt x="2671" y="4623"/>
                  </a:cubicBezTo>
                  <a:lnTo>
                    <a:pt x="2671" y="2920"/>
                  </a:lnTo>
                  <a:cubicBezTo>
                    <a:pt x="2671" y="2706"/>
                    <a:pt x="2547" y="2509"/>
                    <a:pt x="2357" y="2414"/>
                  </a:cubicBezTo>
                  <a:lnTo>
                    <a:pt x="1907" y="2189"/>
                  </a:lnTo>
                  <a:cubicBezTo>
                    <a:pt x="1904" y="2185"/>
                    <a:pt x="1900" y="2181"/>
                    <a:pt x="1900" y="2178"/>
                  </a:cubicBezTo>
                  <a:lnTo>
                    <a:pt x="1900" y="1904"/>
                  </a:lnTo>
                  <a:cubicBezTo>
                    <a:pt x="2143" y="1728"/>
                    <a:pt x="2284" y="1443"/>
                    <a:pt x="2284" y="1144"/>
                  </a:cubicBezTo>
                  <a:lnTo>
                    <a:pt x="2284" y="757"/>
                  </a:lnTo>
                  <a:cubicBezTo>
                    <a:pt x="2284" y="338"/>
                    <a:pt x="1946" y="0"/>
                    <a:pt x="15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1" name="Google Shape;22901;p91"/>
            <p:cNvSpPr/>
            <p:nvPr/>
          </p:nvSpPr>
          <p:spPr>
            <a:xfrm>
              <a:off x="8191697" y="2157582"/>
              <a:ext cx="69441" cy="159549"/>
            </a:xfrm>
            <a:custGeom>
              <a:rect b="b" l="l" r="r" t="t"/>
              <a:pathLst>
                <a:path extrusionOk="0" h="6130" w="2668">
                  <a:moveTo>
                    <a:pt x="1524" y="362"/>
                  </a:moveTo>
                  <a:cubicBezTo>
                    <a:pt x="1746" y="362"/>
                    <a:pt x="1922" y="538"/>
                    <a:pt x="1922" y="757"/>
                  </a:cubicBezTo>
                  <a:lnTo>
                    <a:pt x="1922" y="1144"/>
                  </a:lnTo>
                  <a:cubicBezTo>
                    <a:pt x="1922" y="1467"/>
                    <a:pt x="1658" y="1731"/>
                    <a:pt x="1331" y="1731"/>
                  </a:cubicBezTo>
                  <a:cubicBezTo>
                    <a:pt x="1007" y="1731"/>
                    <a:pt x="743" y="1467"/>
                    <a:pt x="743" y="1144"/>
                  </a:cubicBezTo>
                  <a:lnTo>
                    <a:pt x="743" y="757"/>
                  </a:lnTo>
                  <a:lnTo>
                    <a:pt x="747" y="757"/>
                  </a:lnTo>
                  <a:cubicBezTo>
                    <a:pt x="747" y="538"/>
                    <a:pt x="923" y="362"/>
                    <a:pt x="1141" y="362"/>
                  </a:cubicBezTo>
                  <a:close/>
                  <a:moveTo>
                    <a:pt x="1538" y="2090"/>
                  </a:moveTo>
                  <a:lnTo>
                    <a:pt x="1538" y="2178"/>
                  </a:lnTo>
                  <a:cubicBezTo>
                    <a:pt x="1538" y="2241"/>
                    <a:pt x="1556" y="2308"/>
                    <a:pt x="1591" y="2364"/>
                  </a:cubicBezTo>
                  <a:lnTo>
                    <a:pt x="1345" y="2611"/>
                  </a:lnTo>
                  <a:cubicBezTo>
                    <a:pt x="1341" y="2612"/>
                    <a:pt x="1338" y="2613"/>
                    <a:pt x="1335" y="2613"/>
                  </a:cubicBezTo>
                  <a:cubicBezTo>
                    <a:pt x="1332" y="2613"/>
                    <a:pt x="1329" y="2612"/>
                    <a:pt x="1327" y="2611"/>
                  </a:cubicBezTo>
                  <a:lnTo>
                    <a:pt x="1081" y="2364"/>
                  </a:lnTo>
                  <a:cubicBezTo>
                    <a:pt x="1113" y="2308"/>
                    <a:pt x="1130" y="2241"/>
                    <a:pt x="1130" y="2178"/>
                  </a:cubicBezTo>
                  <a:lnTo>
                    <a:pt x="1130" y="2090"/>
                  </a:lnTo>
                  <a:close/>
                  <a:moveTo>
                    <a:pt x="1141" y="0"/>
                  </a:moveTo>
                  <a:cubicBezTo>
                    <a:pt x="722" y="0"/>
                    <a:pt x="384" y="338"/>
                    <a:pt x="384" y="757"/>
                  </a:cubicBezTo>
                  <a:lnTo>
                    <a:pt x="384" y="1144"/>
                  </a:lnTo>
                  <a:cubicBezTo>
                    <a:pt x="384" y="1443"/>
                    <a:pt x="528" y="1728"/>
                    <a:pt x="771" y="1904"/>
                  </a:cubicBezTo>
                  <a:lnTo>
                    <a:pt x="771" y="2178"/>
                  </a:lnTo>
                  <a:cubicBezTo>
                    <a:pt x="768" y="2181"/>
                    <a:pt x="768" y="2189"/>
                    <a:pt x="764" y="2189"/>
                  </a:cubicBezTo>
                  <a:lnTo>
                    <a:pt x="314" y="2414"/>
                  </a:lnTo>
                  <a:cubicBezTo>
                    <a:pt x="120" y="2509"/>
                    <a:pt x="1" y="2706"/>
                    <a:pt x="1" y="2920"/>
                  </a:cubicBezTo>
                  <a:lnTo>
                    <a:pt x="1" y="4623"/>
                  </a:lnTo>
                  <a:cubicBezTo>
                    <a:pt x="1" y="4771"/>
                    <a:pt x="43" y="4919"/>
                    <a:pt x="127" y="5042"/>
                  </a:cubicBezTo>
                  <a:lnTo>
                    <a:pt x="317" y="5327"/>
                  </a:lnTo>
                  <a:cubicBezTo>
                    <a:pt x="363" y="5394"/>
                    <a:pt x="384" y="5471"/>
                    <a:pt x="384" y="5549"/>
                  </a:cubicBezTo>
                  <a:lnTo>
                    <a:pt x="384" y="5950"/>
                  </a:lnTo>
                  <a:cubicBezTo>
                    <a:pt x="384" y="6069"/>
                    <a:pt x="474" y="6129"/>
                    <a:pt x="564" y="6129"/>
                  </a:cubicBezTo>
                  <a:cubicBezTo>
                    <a:pt x="653" y="6129"/>
                    <a:pt x="743" y="6069"/>
                    <a:pt x="743" y="5950"/>
                  </a:cubicBezTo>
                  <a:lnTo>
                    <a:pt x="743" y="5549"/>
                  </a:lnTo>
                  <a:cubicBezTo>
                    <a:pt x="743" y="5397"/>
                    <a:pt x="701" y="5253"/>
                    <a:pt x="616" y="5130"/>
                  </a:cubicBezTo>
                  <a:lnTo>
                    <a:pt x="426" y="4841"/>
                  </a:lnTo>
                  <a:cubicBezTo>
                    <a:pt x="384" y="4778"/>
                    <a:pt x="360" y="4701"/>
                    <a:pt x="360" y="4623"/>
                  </a:cubicBezTo>
                  <a:lnTo>
                    <a:pt x="360" y="2920"/>
                  </a:lnTo>
                  <a:cubicBezTo>
                    <a:pt x="360" y="2839"/>
                    <a:pt x="402" y="2769"/>
                    <a:pt x="472" y="2737"/>
                  </a:cubicBezTo>
                  <a:lnTo>
                    <a:pt x="785" y="2579"/>
                  </a:lnTo>
                  <a:lnTo>
                    <a:pt x="1070" y="2864"/>
                  </a:lnTo>
                  <a:cubicBezTo>
                    <a:pt x="1142" y="2938"/>
                    <a:pt x="1237" y="2975"/>
                    <a:pt x="1333" y="2975"/>
                  </a:cubicBezTo>
                  <a:cubicBezTo>
                    <a:pt x="1428" y="2975"/>
                    <a:pt x="1524" y="2938"/>
                    <a:pt x="1598" y="2864"/>
                  </a:cubicBezTo>
                  <a:lnTo>
                    <a:pt x="1883" y="2579"/>
                  </a:lnTo>
                  <a:lnTo>
                    <a:pt x="2196" y="2737"/>
                  </a:lnTo>
                  <a:cubicBezTo>
                    <a:pt x="2263" y="2769"/>
                    <a:pt x="2309" y="2839"/>
                    <a:pt x="2309" y="2920"/>
                  </a:cubicBezTo>
                  <a:lnTo>
                    <a:pt x="2309" y="4623"/>
                  </a:lnTo>
                  <a:cubicBezTo>
                    <a:pt x="2309" y="4701"/>
                    <a:pt x="2284" y="4778"/>
                    <a:pt x="2242" y="4841"/>
                  </a:cubicBezTo>
                  <a:lnTo>
                    <a:pt x="2048" y="5126"/>
                  </a:lnTo>
                  <a:cubicBezTo>
                    <a:pt x="1968" y="5253"/>
                    <a:pt x="1922" y="5397"/>
                    <a:pt x="1922" y="5549"/>
                  </a:cubicBezTo>
                  <a:lnTo>
                    <a:pt x="1922" y="5950"/>
                  </a:lnTo>
                  <a:cubicBezTo>
                    <a:pt x="1922" y="6069"/>
                    <a:pt x="2012" y="6129"/>
                    <a:pt x="2103" y="6129"/>
                  </a:cubicBezTo>
                  <a:cubicBezTo>
                    <a:pt x="2194" y="6129"/>
                    <a:pt x="2284" y="6069"/>
                    <a:pt x="2284" y="5950"/>
                  </a:cubicBezTo>
                  <a:lnTo>
                    <a:pt x="2284" y="5549"/>
                  </a:lnTo>
                  <a:cubicBezTo>
                    <a:pt x="2284" y="5468"/>
                    <a:pt x="2305" y="5394"/>
                    <a:pt x="2351" y="5327"/>
                  </a:cubicBezTo>
                  <a:lnTo>
                    <a:pt x="2541" y="5042"/>
                  </a:lnTo>
                  <a:cubicBezTo>
                    <a:pt x="2622" y="4919"/>
                    <a:pt x="2668" y="4771"/>
                    <a:pt x="2668" y="4623"/>
                  </a:cubicBezTo>
                  <a:lnTo>
                    <a:pt x="2668" y="2920"/>
                  </a:lnTo>
                  <a:cubicBezTo>
                    <a:pt x="2668" y="2706"/>
                    <a:pt x="2548" y="2509"/>
                    <a:pt x="2355" y="2414"/>
                  </a:cubicBezTo>
                  <a:lnTo>
                    <a:pt x="1904" y="2189"/>
                  </a:lnTo>
                  <a:cubicBezTo>
                    <a:pt x="1901" y="2185"/>
                    <a:pt x="1897" y="2181"/>
                    <a:pt x="1897" y="2178"/>
                  </a:cubicBezTo>
                  <a:lnTo>
                    <a:pt x="1897" y="1904"/>
                  </a:lnTo>
                  <a:cubicBezTo>
                    <a:pt x="2140" y="1728"/>
                    <a:pt x="2284" y="1443"/>
                    <a:pt x="2284" y="1144"/>
                  </a:cubicBezTo>
                  <a:lnTo>
                    <a:pt x="2284" y="757"/>
                  </a:lnTo>
                  <a:cubicBezTo>
                    <a:pt x="2284" y="338"/>
                    <a:pt x="1943"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2" name="Google Shape;22902;p91"/>
            <p:cNvSpPr/>
            <p:nvPr/>
          </p:nvSpPr>
          <p:spPr>
            <a:xfrm>
              <a:off x="7997193" y="1997539"/>
              <a:ext cx="294631" cy="189532"/>
            </a:xfrm>
            <a:custGeom>
              <a:rect b="b" l="l" r="r" t="t"/>
              <a:pathLst>
                <a:path extrusionOk="0" h="7282" w="11320">
                  <a:moveTo>
                    <a:pt x="4022" y="667"/>
                  </a:moveTo>
                  <a:cubicBezTo>
                    <a:pt x="3730" y="924"/>
                    <a:pt x="3473" y="1216"/>
                    <a:pt x="3266" y="1543"/>
                  </a:cubicBezTo>
                  <a:cubicBezTo>
                    <a:pt x="3107" y="1786"/>
                    <a:pt x="2970" y="2039"/>
                    <a:pt x="2854" y="2303"/>
                  </a:cubicBezTo>
                  <a:lnTo>
                    <a:pt x="1858" y="2303"/>
                  </a:lnTo>
                  <a:cubicBezTo>
                    <a:pt x="2411" y="1564"/>
                    <a:pt x="3160" y="998"/>
                    <a:pt x="4022" y="667"/>
                  </a:cubicBezTo>
                  <a:close/>
                  <a:moveTo>
                    <a:pt x="5549" y="365"/>
                  </a:moveTo>
                  <a:lnTo>
                    <a:pt x="5549" y="2303"/>
                  </a:lnTo>
                  <a:lnTo>
                    <a:pt x="3252" y="2303"/>
                  </a:lnTo>
                  <a:cubicBezTo>
                    <a:pt x="3779" y="1192"/>
                    <a:pt x="4610" y="449"/>
                    <a:pt x="5549" y="365"/>
                  </a:cubicBezTo>
                  <a:close/>
                  <a:moveTo>
                    <a:pt x="5911" y="361"/>
                  </a:moveTo>
                  <a:cubicBezTo>
                    <a:pt x="6851" y="446"/>
                    <a:pt x="7678" y="1192"/>
                    <a:pt x="8209" y="2303"/>
                  </a:cubicBezTo>
                  <a:lnTo>
                    <a:pt x="5911" y="2303"/>
                  </a:lnTo>
                  <a:lnTo>
                    <a:pt x="5911" y="361"/>
                  </a:lnTo>
                  <a:close/>
                  <a:moveTo>
                    <a:pt x="7439" y="667"/>
                  </a:moveTo>
                  <a:lnTo>
                    <a:pt x="7439" y="667"/>
                  </a:lnTo>
                  <a:cubicBezTo>
                    <a:pt x="8297" y="995"/>
                    <a:pt x="9050" y="1561"/>
                    <a:pt x="9599" y="2303"/>
                  </a:cubicBezTo>
                  <a:lnTo>
                    <a:pt x="8603" y="2303"/>
                  </a:lnTo>
                  <a:cubicBezTo>
                    <a:pt x="8487" y="2036"/>
                    <a:pt x="8350" y="1783"/>
                    <a:pt x="8191" y="1540"/>
                  </a:cubicBezTo>
                  <a:cubicBezTo>
                    <a:pt x="7984" y="1213"/>
                    <a:pt x="7731" y="921"/>
                    <a:pt x="7439" y="667"/>
                  </a:cubicBezTo>
                  <a:close/>
                  <a:moveTo>
                    <a:pt x="2710" y="2662"/>
                  </a:moveTo>
                  <a:cubicBezTo>
                    <a:pt x="2439" y="3412"/>
                    <a:pt x="2294" y="4200"/>
                    <a:pt x="2280" y="4995"/>
                  </a:cubicBezTo>
                  <a:lnTo>
                    <a:pt x="912" y="4995"/>
                  </a:lnTo>
                  <a:cubicBezTo>
                    <a:pt x="943" y="4168"/>
                    <a:pt x="1186" y="3366"/>
                    <a:pt x="1619" y="2662"/>
                  </a:cubicBezTo>
                  <a:close/>
                  <a:moveTo>
                    <a:pt x="5549" y="2662"/>
                  </a:moveTo>
                  <a:lnTo>
                    <a:pt x="5549" y="4995"/>
                  </a:lnTo>
                  <a:lnTo>
                    <a:pt x="2643" y="4995"/>
                  </a:lnTo>
                  <a:cubicBezTo>
                    <a:pt x="2653" y="4196"/>
                    <a:pt x="2808" y="3408"/>
                    <a:pt x="3093" y="2662"/>
                  </a:cubicBezTo>
                  <a:close/>
                  <a:moveTo>
                    <a:pt x="8364" y="2662"/>
                  </a:moveTo>
                  <a:cubicBezTo>
                    <a:pt x="8649" y="3408"/>
                    <a:pt x="8800" y="4196"/>
                    <a:pt x="8814" y="4995"/>
                  </a:cubicBezTo>
                  <a:lnTo>
                    <a:pt x="5911" y="4995"/>
                  </a:lnTo>
                  <a:lnTo>
                    <a:pt x="5908" y="2662"/>
                  </a:lnTo>
                  <a:close/>
                  <a:moveTo>
                    <a:pt x="9842" y="2666"/>
                  </a:moveTo>
                  <a:cubicBezTo>
                    <a:pt x="10274" y="3369"/>
                    <a:pt x="10517" y="4172"/>
                    <a:pt x="10545" y="4995"/>
                  </a:cubicBezTo>
                  <a:lnTo>
                    <a:pt x="9177" y="4995"/>
                  </a:lnTo>
                  <a:cubicBezTo>
                    <a:pt x="9163" y="4200"/>
                    <a:pt x="9018" y="3412"/>
                    <a:pt x="8751" y="2666"/>
                  </a:cubicBezTo>
                  <a:close/>
                  <a:moveTo>
                    <a:pt x="5736" y="1"/>
                  </a:moveTo>
                  <a:cubicBezTo>
                    <a:pt x="4736" y="1"/>
                    <a:pt x="3731" y="289"/>
                    <a:pt x="2850" y="878"/>
                  </a:cubicBezTo>
                  <a:cubicBezTo>
                    <a:pt x="799" y="2251"/>
                    <a:pt x="0" y="4886"/>
                    <a:pt x="950" y="7169"/>
                  </a:cubicBezTo>
                  <a:cubicBezTo>
                    <a:pt x="983" y="7248"/>
                    <a:pt x="1045" y="7281"/>
                    <a:pt x="1109" y="7281"/>
                  </a:cubicBezTo>
                  <a:cubicBezTo>
                    <a:pt x="1223" y="7281"/>
                    <a:pt x="1340" y="7172"/>
                    <a:pt x="1281" y="7029"/>
                  </a:cubicBezTo>
                  <a:cubicBezTo>
                    <a:pt x="1060" y="6497"/>
                    <a:pt x="936" y="5931"/>
                    <a:pt x="915" y="5357"/>
                  </a:cubicBezTo>
                  <a:lnTo>
                    <a:pt x="2284" y="5357"/>
                  </a:lnTo>
                  <a:cubicBezTo>
                    <a:pt x="2284" y="5428"/>
                    <a:pt x="2287" y="5498"/>
                    <a:pt x="2291" y="5568"/>
                  </a:cubicBezTo>
                  <a:cubicBezTo>
                    <a:pt x="2298" y="5684"/>
                    <a:pt x="2385" y="5739"/>
                    <a:pt x="2471" y="5739"/>
                  </a:cubicBezTo>
                  <a:cubicBezTo>
                    <a:pt x="2565" y="5739"/>
                    <a:pt x="2659" y="5675"/>
                    <a:pt x="2653" y="5551"/>
                  </a:cubicBezTo>
                  <a:cubicBezTo>
                    <a:pt x="2650" y="5488"/>
                    <a:pt x="2646" y="5421"/>
                    <a:pt x="2646" y="5357"/>
                  </a:cubicBezTo>
                  <a:lnTo>
                    <a:pt x="5553" y="5357"/>
                  </a:lnTo>
                  <a:lnTo>
                    <a:pt x="5553" y="5561"/>
                  </a:lnTo>
                  <a:cubicBezTo>
                    <a:pt x="5553" y="5681"/>
                    <a:pt x="5642" y="5741"/>
                    <a:pt x="5732" y="5741"/>
                  </a:cubicBezTo>
                  <a:cubicBezTo>
                    <a:pt x="5822" y="5741"/>
                    <a:pt x="5911" y="5681"/>
                    <a:pt x="5911" y="5561"/>
                  </a:cubicBezTo>
                  <a:lnTo>
                    <a:pt x="5911" y="5357"/>
                  </a:lnTo>
                  <a:lnTo>
                    <a:pt x="8818" y="5357"/>
                  </a:lnTo>
                  <a:cubicBezTo>
                    <a:pt x="8818" y="5421"/>
                    <a:pt x="8814" y="5488"/>
                    <a:pt x="8811" y="5551"/>
                  </a:cubicBezTo>
                  <a:cubicBezTo>
                    <a:pt x="8807" y="5649"/>
                    <a:pt x="8885" y="5734"/>
                    <a:pt x="8983" y="5741"/>
                  </a:cubicBezTo>
                  <a:lnTo>
                    <a:pt x="8990" y="5741"/>
                  </a:lnTo>
                  <a:cubicBezTo>
                    <a:pt x="9089" y="5741"/>
                    <a:pt x="9166" y="5663"/>
                    <a:pt x="9170" y="5568"/>
                  </a:cubicBezTo>
                  <a:cubicBezTo>
                    <a:pt x="9173" y="5498"/>
                    <a:pt x="9177" y="5428"/>
                    <a:pt x="9180" y="5357"/>
                  </a:cubicBezTo>
                  <a:lnTo>
                    <a:pt x="10549" y="5357"/>
                  </a:lnTo>
                  <a:cubicBezTo>
                    <a:pt x="10528" y="5931"/>
                    <a:pt x="10405" y="6497"/>
                    <a:pt x="10183" y="7029"/>
                  </a:cubicBezTo>
                  <a:cubicBezTo>
                    <a:pt x="10124" y="7172"/>
                    <a:pt x="10241" y="7281"/>
                    <a:pt x="10356" y="7281"/>
                  </a:cubicBezTo>
                  <a:cubicBezTo>
                    <a:pt x="10419" y="7281"/>
                    <a:pt x="10481" y="7248"/>
                    <a:pt x="10514" y="7169"/>
                  </a:cubicBezTo>
                  <a:cubicBezTo>
                    <a:pt x="11319" y="5231"/>
                    <a:pt x="10876" y="2997"/>
                    <a:pt x="9395" y="1512"/>
                  </a:cubicBezTo>
                  <a:cubicBezTo>
                    <a:pt x="8393" y="514"/>
                    <a:pt x="7070" y="1"/>
                    <a:pt x="57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03" name="Google Shape;22903;p91"/>
          <p:cNvGrpSpPr/>
          <p:nvPr/>
        </p:nvGrpSpPr>
        <p:grpSpPr>
          <a:xfrm>
            <a:off x="3302118" y="3796534"/>
            <a:ext cx="372844" cy="353610"/>
            <a:chOff x="3302118" y="3796534"/>
            <a:chExt cx="372844" cy="353610"/>
          </a:xfrm>
        </p:grpSpPr>
        <p:sp>
          <p:nvSpPr>
            <p:cNvPr id="22904" name="Google Shape;22904;p91"/>
            <p:cNvSpPr/>
            <p:nvPr/>
          </p:nvSpPr>
          <p:spPr>
            <a:xfrm>
              <a:off x="3326480"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5" name="Google Shape;22905;p91"/>
            <p:cNvSpPr/>
            <p:nvPr/>
          </p:nvSpPr>
          <p:spPr>
            <a:xfrm>
              <a:off x="3475384" y="3802104"/>
              <a:ext cx="199579" cy="342522"/>
            </a:xfrm>
            <a:custGeom>
              <a:rect b="b" l="l" r="r" t="t"/>
              <a:pathLst>
                <a:path extrusionOk="0" h="13160" w="7668">
                  <a:moveTo>
                    <a:pt x="859" y="1"/>
                  </a:moveTo>
                  <a:cubicBezTo>
                    <a:pt x="570" y="1"/>
                    <a:pt x="282" y="18"/>
                    <a:pt x="0" y="57"/>
                  </a:cubicBezTo>
                  <a:cubicBezTo>
                    <a:pt x="3273" y="486"/>
                    <a:pt x="5721" y="3276"/>
                    <a:pt x="5721" y="6580"/>
                  </a:cubicBezTo>
                  <a:cubicBezTo>
                    <a:pt x="5721" y="9880"/>
                    <a:pt x="3273" y="12670"/>
                    <a:pt x="0" y="13103"/>
                  </a:cubicBezTo>
                  <a:cubicBezTo>
                    <a:pt x="291" y="13141"/>
                    <a:pt x="579" y="13160"/>
                    <a:pt x="863" y="13160"/>
                  </a:cubicBezTo>
                  <a:cubicBezTo>
                    <a:pt x="4274" y="13160"/>
                    <a:pt x="7190" y="10510"/>
                    <a:pt x="7417" y="7009"/>
                  </a:cubicBezTo>
                  <a:cubicBezTo>
                    <a:pt x="7667" y="3216"/>
                    <a:pt x="4659" y="4"/>
                    <a:pt x="859" y="1"/>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6" name="Google Shape;22906;p91"/>
            <p:cNvSpPr/>
            <p:nvPr/>
          </p:nvSpPr>
          <p:spPr>
            <a:xfrm>
              <a:off x="3387931" y="386355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7" name="Google Shape;22907;p91"/>
            <p:cNvSpPr/>
            <p:nvPr/>
          </p:nvSpPr>
          <p:spPr>
            <a:xfrm>
              <a:off x="3542326" y="389137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8" name="Google Shape;22908;p91"/>
            <p:cNvSpPr/>
            <p:nvPr/>
          </p:nvSpPr>
          <p:spPr>
            <a:xfrm>
              <a:off x="3302118" y="3796534"/>
              <a:ext cx="372558" cy="353610"/>
            </a:xfrm>
            <a:custGeom>
              <a:rect b="b" l="l" r="r" t="t"/>
              <a:pathLst>
                <a:path extrusionOk="0" h="13586" w="14314">
                  <a:moveTo>
                    <a:pt x="7516" y="429"/>
                  </a:moveTo>
                  <a:cubicBezTo>
                    <a:pt x="11024" y="429"/>
                    <a:pt x="13877" y="3283"/>
                    <a:pt x="13877" y="6794"/>
                  </a:cubicBezTo>
                  <a:cubicBezTo>
                    <a:pt x="13877" y="10302"/>
                    <a:pt x="11024" y="13155"/>
                    <a:pt x="7516" y="13155"/>
                  </a:cubicBezTo>
                  <a:cubicBezTo>
                    <a:pt x="4004" y="13155"/>
                    <a:pt x="1151" y="10302"/>
                    <a:pt x="1151" y="6794"/>
                  </a:cubicBezTo>
                  <a:cubicBezTo>
                    <a:pt x="1151" y="3283"/>
                    <a:pt x="4004" y="429"/>
                    <a:pt x="7516" y="429"/>
                  </a:cubicBezTo>
                  <a:close/>
                  <a:moveTo>
                    <a:pt x="7514" y="1"/>
                  </a:moveTo>
                  <a:cubicBezTo>
                    <a:pt x="6207" y="1"/>
                    <a:pt x="4892" y="377"/>
                    <a:pt x="3741" y="1147"/>
                  </a:cubicBezTo>
                  <a:cubicBezTo>
                    <a:pt x="1045" y="2945"/>
                    <a:pt x="0" y="6400"/>
                    <a:pt x="1239" y="9391"/>
                  </a:cubicBezTo>
                  <a:cubicBezTo>
                    <a:pt x="2307" y="11966"/>
                    <a:pt x="4809" y="13586"/>
                    <a:pt x="7510" y="13586"/>
                  </a:cubicBezTo>
                  <a:cubicBezTo>
                    <a:pt x="7950" y="13586"/>
                    <a:pt x="8394" y="13543"/>
                    <a:pt x="8839" y="13454"/>
                  </a:cubicBezTo>
                  <a:cubicBezTo>
                    <a:pt x="12020" y="12825"/>
                    <a:pt x="14307" y="10035"/>
                    <a:pt x="14307" y="6794"/>
                  </a:cubicBezTo>
                  <a:cubicBezTo>
                    <a:pt x="14314" y="4989"/>
                    <a:pt x="13596" y="3261"/>
                    <a:pt x="12319" y="1991"/>
                  </a:cubicBezTo>
                  <a:cubicBezTo>
                    <a:pt x="11005" y="677"/>
                    <a:pt x="9266"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9" name="Google Shape;22909;p91"/>
            <p:cNvSpPr/>
            <p:nvPr/>
          </p:nvSpPr>
          <p:spPr>
            <a:xfrm>
              <a:off x="3387931" y="386355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0" name="Google Shape;22910;p91"/>
            <p:cNvSpPr/>
            <p:nvPr/>
          </p:nvSpPr>
          <p:spPr>
            <a:xfrm>
              <a:off x="3434546" y="3915506"/>
              <a:ext cx="127665" cy="115562"/>
            </a:xfrm>
            <a:custGeom>
              <a:rect b="b" l="l" r="r" t="t"/>
              <a:pathLst>
                <a:path extrusionOk="0" h="4440" w="4905">
                  <a:moveTo>
                    <a:pt x="2426" y="0"/>
                  </a:moveTo>
                  <a:cubicBezTo>
                    <a:pt x="1830" y="0"/>
                    <a:pt x="1238" y="240"/>
                    <a:pt x="802" y="703"/>
                  </a:cubicBezTo>
                  <a:cubicBezTo>
                    <a:pt x="42" y="1516"/>
                    <a:pt x="0" y="2768"/>
                    <a:pt x="707" y="3627"/>
                  </a:cubicBezTo>
                  <a:cubicBezTo>
                    <a:pt x="1143" y="4158"/>
                    <a:pt x="1780" y="4440"/>
                    <a:pt x="2426" y="4440"/>
                  </a:cubicBezTo>
                  <a:cubicBezTo>
                    <a:pt x="2828" y="4440"/>
                    <a:pt x="3233" y="4331"/>
                    <a:pt x="3596" y="4105"/>
                  </a:cubicBezTo>
                  <a:cubicBezTo>
                    <a:pt x="3712" y="4032"/>
                    <a:pt x="3730" y="3870"/>
                    <a:pt x="3635" y="3775"/>
                  </a:cubicBezTo>
                  <a:lnTo>
                    <a:pt x="3631" y="3771"/>
                  </a:lnTo>
                  <a:cubicBezTo>
                    <a:pt x="3590" y="3730"/>
                    <a:pt x="3536" y="3708"/>
                    <a:pt x="3481" y="3708"/>
                  </a:cubicBezTo>
                  <a:cubicBezTo>
                    <a:pt x="3442" y="3708"/>
                    <a:pt x="3403" y="3719"/>
                    <a:pt x="3367" y="3743"/>
                  </a:cubicBezTo>
                  <a:cubicBezTo>
                    <a:pt x="3084" y="3916"/>
                    <a:pt x="2756" y="4010"/>
                    <a:pt x="2425" y="4010"/>
                  </a:cubicBezTo>
                  <a:cubicBezTo>
                    <a:pt x="2419" y="4010"/>
                    <a:pt x="2413" y="4010"/>
                    <a:pt x="2407" y="4010"/>
                  </a:cubicBezTo>
                  <a:cubicBezTo>
                    <a:pt x="1605" y="4003"/>
                    <a:pt x="904" y="3462"/>
                    <a:pt x="697" y="2687"/>
                  </a:cubicBezTo>
                  <a:cubicBezTo>
                    <a:pt x="489" y="1913"/>
                    <a:pt x="820" y="1094"/>
                    <a:pt x="1510" y="682"/>
                  </a:cubicBezTo>
                  <a:cubicBezTo>
                    <a:pt x="1793" y="514"/>
                    <a:pt x="2109" y="432"/>
                    <a:pt x="2422" y="432"/>
                  </a:cubicBezTo>
                  <a:cubicBezTo>
                    <a:pt x="2871" y="432"/>
                    <a:pt x="3316" y="600"/>
                    <a:pt x="3659" y="925"/>
                  </a:cubicBezTo>
                  <a:cubicBezTo>
                    <a:pt x="4240" y="1477"/>
                    <a:pt x="4381" y="2350"/>
                    <a:pt x="4008" y="3057"/>
                  </a:cubicBezTo>
                  <a:cubicBezTo>
                    <a:pt x="3962" y="3141"/>
                    <a:pt x="3976" y="3243"/>
                    <a:pt x="4043" y="3310"/>
                  </a:cubicBezTo>
                  <a:lnTo>
                    <a:pt x="4046" y="3314"/>
                  </a:lnTo>
                  <a:cubicBezTo>
                    <a:pt x="4087" y="3355"/>
                    <a:pt x="4141" y="3375"/>
                    <a:pt x="4194" y="3375"/>
                  </a:cubicBezTo>
                  <a:cubicBezTo>
                    <a:pt x="4268" y="3375"/>
                    <a:pt x="4342" y="3336"/>
                    <a:pt x="4381" y="3264"/>
                  </a:cubicBezTo>
                  <a:cubicBezTo>
                    <a:pt x="4905" y="2283"/>
                    <a:pt x="4620" y="1062"/>
                    <a:pt x="3716" y="415"/>
                  </a:cubicBezTo>
                  <a:cubicBezTo>
                    <a:pt x="3327" y="136"/>
                    <a:pt x="2875" y="0"/>
                    <a:pt x="24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1" name="Google Shape;22911;p91"/>
            <p:cNvSpPr/>
            <p:nvPr/>
          </p:nvSpPr>
          <p:spPr>
            <a:xfrm>
              <a:off x="3542326" y="389137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12" name="Google Shape;22912;p91"/>
          <p:cNvGrpSpPr/>
          <p:nvPr/>
        </p:nvGrpSpPr>
        <p:grpSpPr>
          <a:xfrm>
            <a:off x="6962652" y="3354899"/>
            <a:ext cx="404051" cy="382344"/>
            <a:chOff x="6962652" y="3354899"/>
            <a:chExt cx="404051" cy="382344"/>
          </a:xfrm>
        </p:grpSpPr>
        <p:sp>
          <p:nvSpPr>
            <p:cNvPr id="22913" name="Google Shape;22913;p91"/>
            <p:cNvSpPr/>
            <p:nvPr/>
          </p:nvSpPr>
          <p:spPr>
            <a:xfrm>
              <a:off x="6989565" y="3360990"/>
              <a:ext cx="370267" cy="370163"/>
            </a:xfrm>
            <a:custGeom>
              <a:rect b="b" l="l" r="r" t="t"/>
              <a:pathLst>
                <a:path extrusionOk="0" h="14222" w="14226">
                  <a:moveTo>
                    <a:pt x="7111" y="0"/>
                  </a:moveTo>
                  <a:cubicBezTo>
                    <a:pt x="3185" y="0"/>
                    <a:pt x="1" y="3184"/>
                    <a:pt x="1" y="7111"/>
                  </a:cubicBezTo>
                  <a:cubicBezTo>
                    <a:pt x="1" y="11037"/>
                    <a:pt x="3185" y="14222"/>
                    <a:pt x="7111" y="14222"/>
                  </a:cubicBezTo>
                  <a:cubicBezTo>
                    <a:pt x="11042" y="14222"/>
                    <a:pt x="14226" y="11037"/>
                    <a:pt x="14226" y="7111"/>
                  </a:cubicBezTo>
                  <a:cubicBezTo>
                    <a:pt x="14226" y="3184"/>
                    <a:pt x="11042" y="0"/>
                    <a:pt x="711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4" name="Google Shape;22914;p91"/>
            <p:cNvSpPr/>
            <p:nvPr/>
          </p:nvSpPr>
          <p:spPr>
            <a:xfrm>
              <a:off x="7150571" y="3360990"/>
              <a:ext cx="216132" cy="370267"/>
            </a:xfrm>
            <a:custGeom>
              <a:rect b="b" l="l" r="r" t="t"/>
              <a:pathLst>
                <a:path extrusionOk="0" h="14226" w="8304">
                  <a:moveTo>
                    <a:pt x="938" y="0"/>
                  </a:moveTo>
                  <a:cubicBezTo>
                    <a:pt x="934" y="0"/>
                    <a:pt x="930" y="0"/>
                    <a:pt x="925" y="0"/>
                  </a:cubicBezTo>
                  <a:cubicBezTo>
                    <a:pt x="616" y="0"/>
                    <a:pt x="306" y="18"/>
                    <a:pt x="0" y="60"/>
                  </a:cubicBezTo>
                  <a:cubicBezTo>
                    <a:pt x="3536" y="524"/>
                    <a:pt x="6182" y="3540"/>
                    <a:pt x="6182" y="7111"/>
                  </a:cubicBezTo>
                  <a:cubicBezTo>
                    <a:pt x="6182" y="10679"/>
                    <a:pt x="3536" y="13697"/>
                    <a:pt x="0" y="14162"/>
                  </a:cubicBezTo>
                  <a:cubicBezTo>
                    <a:pt x="320" y="14205"/>
                    <a:pt x="639" y="14226"/>
                    <a:pt x="953" y="14226"/>
                  </a:cubicBezTo>
                  <a:cubicBezTo>
                    <a:pt x="4636" y="14226"/>
                    <a:pt x="7787" y="11362"/>
                    <a:pt x="8036" y="7575"/>
                  </a:cubicBezTo>
                  <a:cubicBezTo>
                    <a:pt x="8303" y="3473"/>
                    <a:pt x="5049" y="0"/>
                    <a:pt x="93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5" name="Google Shape;22915;p91"/>
            <p:cNvSpPr/>
            <p:nvPr/>
          </p:nvSpPr>
          <p:spPr>
            <a:xfrm>
              <a:off x="7044795" y="3472882"/>
              <a:ext cx="76026" cy="121913"/>
            </a:xfrm>
            <a:custGeom>
              <a:rect b="b" l="l" r="r" t="t"/>
              <a:pathLst>
                <a:path extrusionOk="0" h="4684" w="2921">
                  <a:moveTo>
                    <a:pt x="465" y="1"/>
                  </a:moveTo>
                  <a:cubicBezTo>
                    <a:pt x="204" y="1"/>
                    <a:pt x="0" y="215"/>
                    <a:pt x="7" y="472"/>
                  </a:cubicBezTo>
                  <a:lnTo>
                    <a:pt x="7" y="4226"/>
                  </a:lnTo>
                  <a:cubicBezTo>
                    <a:pt x="7" y="4480"/>
                    <a:pt x="211" y="4684"/>
                    <a:pt x="465" y="4684"/>
                  </a:cubicBezTo>
                  <a:cubicBezTo>
                    <a:pt x="718" y="4684"/>
                    <a:pt x="922" y="4476"/>
                    <a:pt x="922" y="4226"/>
                  </a:cubicBezTo>
                  <a:lnTo>
                    <a:pt x="922" y="3611"/>
                  </a:lnTo>
                  <a:lnTo>
                    <a:pt x="1246" y="3287"/>
                  </a:lnTo>
                  <a:lnTo>
                    <a:pt x="1964" y="4258"/>
                  </a:lnTo>
                  <a:cubicBezTo>
                    <a:pt x="2034" y="4356"/>
                    <a:pt x="2143" y="4420"/>
                    <a:pt x="2263" y="4437"/>
                  </a:cubicBezTo>
                  <a:cubicBezTo>
                    <a:pt x="2287" y="4441"/>
                    <a:pt x="2308" y="4444"/>
                    <a:pt x="2333" y="4444"/>
                  </a:cubicBezTo>
                  <a:cubicBezTo>
                    <a:pt x="2706" y="4441"/>
                    <a:pt x="2921" y="4015"/>
                    <a:pt x="2699" y="3713"/>
                  </a:cubicBezTo>
                  <a:lnTo>
                    <a:pt x="1900" y="2632"/>
                  </a:lnTo>
                  <a:lnTo>
                    <a:pt x="2502" y="2031"/>
                  </a:lnTo>
                  <a:cubicBezTo>
                    <a:pt x="2671" y="1851"/>
                    <a:pt x="2667" y="1570"/>
                    <a:pt x="2491" y="1394"/>
                  </a:cubicBezTo>
                  <a:cubicBezTo>
                    <a:pt x="2403" y="1304"/>
                    <a:pt x="2287" y="1259"/>
                    <a:pt x="2170" y="1259"/>
                  </a:cubicBezTo>
                  <a:cubicBezTo>
                    <a:pt x="2058" y="1259"/>
                    <a:pt x="1946" y="1301"/>
                    <a:pt x="1858" y="1383"/>
                  </a:cubicBezTo>
                  <a:lnTo>
                    <a:pt x="922" y="2319"/>
                  </a:lnTo>
                  <a:lnTo>
                    <a:pt x="922" y="472"/>
                  </a:lnTo>
                  <a:cubicBezTo>
                    <a:pt x="929" y="215"/>
                    <a:pt x="722" y="1"/>
                    <a:pt x="465"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6" name="Google Shape;22916;p91"/>
            <p:cNvSpPr/>
            <p:nvPr/>
          </p:nvSpPr>
          <p:spPr>
            <a:xfrm>
              <a:off x="7197628" y="3472882"/>
              <a:ext cx="76130" cy="121913"/>
            </a:xfrm>
            <a:custGeom>
              <a:rect b="b" l="l" r="r" t="t"/>
              <a:pathLst>
                <a:path extrusionOk="0" h="4684" w="2925">
                  <a:moveTo>
                    <a:pt x="469" y="1"/>
                  </a:moveTo>
                  <a:cubicBezTo>
                    <a:pt x="208" y="1"/>
                    <a:pt x="1" y="215"/>
                    <a:pt x="11" y="472"/>
                  </a:cubicBezTo>
                  <a:lnTo>
                    <a:pt x="11" y="4226"/>
                  </a:lnTo>
                  <a:cubicBezTo>
                    <a:pt x="11" y="4480"/>
                    <a:pt x="215" y="4684"/>
                    <a:pt x="469" y="4684"/>
                  </a:cubicBezTo>
                  <a:cubicBezTo>
                    <a:pt x="722" y="4684"/>
                    <a:pt x="926" y="4476"/>
                    <a:pt x="926" y="4226"/>
                  </a:cubicBezTo>
                  <a:lnTo>
                    <a:pt x="926" y="3611"/>
                  </a:lnTo>
                  <a:lnTo>
                    <a:pt x="1250" y="3287"/>
                  </a:lnTo>
                  <a:lnTo>
                    <a:pt x="1967" y="4258"/>
                  </a:lnTo>
                  <a:cubicBezTo>
                    <a:pt x="2038" y="4356"/>
                    <a:pt x="2147" y="4420"/>
                    <a:pt x="2266" y="4437"/>
                  </a:cubicBezTo>
                  <a:cubicBezTo>
                    <a:pt x="2288" y="4441"/>
                    <a:pt x="2312" y="4444"/>
                    <a:pt x="2333" y="4444"/>
                  </a:cubicBezTo>
                  <a:cubicBezTo>
                    <a:pt x="2710" y="4441"/>
                    <a:pt x="2924" y="4015"/>
                    <a:pt x="2703" y="3713"/>
                  </a:cubicBezTo>
                  <a:lnTo>
                    <a:pt x="1904" y="2632"/>
                  </a:lnTo>
                  <a:lnTo>
                    <a:pt x="2506" y="2031"/>
                  </a:lnTo>
                  <a:cubicBezTo>
                    <a:pt x="2675" y="1851"/>
                    <a:pt x="2671" y="1570"/>
                    <a:pt x="2495" y="1394"/>
                  </a:cubicBezTo>
                  <a:cubicBezTo>
                    <a:pt x="2407" y="1304"/>
                    <a:pt x="2291" y="1259"/>
                    <a:pt x="2174" y="1259"/>
                  </a:cubicBezTo>
                  <a:cubicBezTo>
                    <a:pt x="2061" y="1259"/>
                    <a:pt x="1948" y="1301"/>
                    <a:pt x="1858" y="1383"/>
                  </a:cubicBezTo>
                  <a:lnTo>
                    <a:pt x="926" y="2319"/>
                  </a:lnTo>
                  <a:lnTo>
                    <a:pt x="926" y="472"/>
                  </a:lnTo>
                  <a:cubicBezTo>
                    <a:pt x="933" y="215"/>
                    <a:pt x="725" y="1"/>
                    <a:pt x="46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7" name="Google Shape;22917;p91"/>
            <p:cNvSpPr/>
            <p:nvPr/>
          </p:nvSpPr>
          <p:spPr>
            <a:xfrm>
              <a:off x="7141487" y="3497790"/>
              <a:ext cx="25038" cy="97004"/>
            </a:xfrm>
            <a:custGeom>
              <a:rect b="b" l="l" r="r" t="t"/>
              <a:pathLst>
                <a:path extrusionOk="0" h="3727" w="962">
                  <a:moveTo>
                    <a:pt x="479" y="1"/>
                  </a:moveTo>
                  <a:cubicBezTo>
                    <a:pt x="222" y="1"/>
                    <a:pt x="8" y="205"/>
                    <a:pt x="1" y="465"/>
                  </a:cubicBezTo>
                  <a:lnTo>
                    <a:pt x="1" y="3248"/>
                  </a:lnTo>
                  <a:cubicBezTo>
                    <a:pt x="1" y="3512"/>
                    <a:pt x="215" y="3727"/>
                    <a:pt x="483" y="3727"/>
                  </a:cubicBezTo>
                  <a:cubicBezTo>
                    <a:pt x="747" y="3727"/>
                    <a:pt x="961" y="3512"/>
                    <a:pt x="961" y="3248"/>
                  </a:cubicBezTo>
                  <a:lnTo>
                    <a:pt x="961" y="465"/>
                  </a:lnTo>
                  <a:cubicBezTo>
                    <a:pt x="951" y="205"/>
                    <a:pt x="740" y="1"/>
                    <a:pt x="47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8" name="Google Shape;22918;p91"/>
            <p:cNvSpPr/>
            <p:nvPr/>
          </p:nvSpPr>
          <p:spPr>
            <a:xfrm>
              <a:off x="7288933" y="3529518"/>
              <a:ext cx="38573" cy="33055"/>
            </a:xfrm>
            <a:custGeom>
              <a:rect b="b" l="l" r="r" t="t"/>
              <a:pathLst>
                <a:path extrusionOk="0" h="1270" w="1482">
                  <a:moveTo>
                    <a:pt x="843" y="1"/>
                  </a:moveTo>
                  <a:cubicBezTo>
                    <a:pt x="686" y="1"/>
                    <a:pt x="527" y="59"/>
                    <a:pt x="398" y="189"/>
                  </a:cubicBezTo>
                  <a:cubicBezTo>
                    <a:pt x="0" y="587"/>
                    <a:pt x="282" y="1269"/>
                    <a:pt x="845" y="1269"/>
                  </a:cubicBezTo>
                  <a:cubicBezTo>
                    <a:pt x="1197" y="1269"/>
                    <a:pt x="1478" y="984"/>
                    <a:pt x="1482" y="636"/>
                  </a:cubicBezTo>
                  <a:cubicBezTo>
                    <a:pt x="1482" y="253"/>
                    <a:pt x="1169" y="1"/>
                    <a:pt x="8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9" name="Google Shape;22919;p91"/>
            <p:cNvSpPr/>
            <p:nvPr/>
          </p:nvSpPr>
          <p:spPr>
            <a:xfrm>
              <a:off x="6962652" y="3354899"/>
              <a:ext cx="402776" cy="382344"/>
            </a:xfrm>
            <a:custGeom>
              <a:rect b="b" l="l" r="r" t="t"/>
              <a:pathLst>
                <a:path extrusionOk="0" h="14690" w="15475">
                  <a:moveTo>
                    <a:pt x="8124" y="466"/>
                  </a:moveTo>
                  <a:cubicBezTo>
                    <a:pt x="11921" y="466"/>
                    <a:pt x="15006" y="3552"/>
                    <a:pt x="15006" y="7345"/>
                  </a:cubicBezTo>
                  <a:cubicBezTo>
                    <a:pt x="15006" y="11138"/>
                    <a:pt x="11921" y="14223"/>
                    <a:pt x="8124" y="14223"/>
                  </a:cubicBezTo>
                  <a:cubicBezTo>
                    <a:pt x="4331" y="14223"/>
                    <a:pt x="1246" y="11138"/>
                    <a:pt x="1246" y="7345"/>
                  </a:cubicBezTo>
                  <a:cubicBezTo>
                    <a:pt x="1246" y="3552"/>
                    <a:pt x="4331" y="466"/>
                    <a:pt x="8124"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0" name="Google Shape;22920;p91"/>
            <p:cNvSpPr/>
            <p:nvPr/>
          </p:nvSpPr>
          <p:spPr>
            <a:xfrm>
              <a:off x="7039121" y="3467104"/>
              <a:ext cx="86177" cy="133729"/>
            </a:xfrm>
            <a:custGeom>
              <a:rect b="b" l="l" r="r" t="t"/>
              <a:pathLst>
                <a:path extrusionOk="0" h="5138" w="3311">
                  <a:moveTo>
                    <a:pt x="677" y="483"/>
                  </a:moveTo>
                  <a:cubicBezTo>
                    <a:pt x="782" y="483"/>
                    <a:pt x="887" y="553"/>
                    <a:pt x="887" y="694"/>
                  </a:cubicBezTo>
                  <a:lnTo>
                    <a:pt x="887" y="2580"/>
                  </a:lnTo>
                  <a:cubicBezTo>
                    <a:pt x="887" y="2721"/>
                    <a:pt x="1001" y="2813"/>
                    <a:pt x="1121" y="2813"/>
                  </a:cubicBezTo>
                  <a:cubicBezTo>
                    <a:pt x="1178" y="2813"/>
                    <a:pt x="1237" y="2792"/>
                    <a:pt x="1284" y="2745"/>
                  </a:cubicBezTo>
                  <a:lnTo>
                    <a:pt x="2245" y="1781"/>
                  </a:lnTo>
                  <a:cubicBezTo>
                    <a:pt x="2291" y="1736"/>
                    <a:pt x="2343" y="1716"/>
                    <a:pt x="2393" y="1716"/>
                  </a:cubicBezTo>
                  <a:cubicBezTo>
                    <a:pt x="2556" y="1716"/>
                    <a:pt x="2695" y="1926"/>
                    <a:pt x="2544" y="2080"/>
                  </a:cubicBezTo>
                  <a:lnTo>
                    <a:pt x="1928" y="2693"/>
                  </a:lnTo>
                  <a:cubicBezTo>
                    <a:pt x="1847" y="2774"/>
                    <a:pt x="1840" y="2900"/>
                    <a:pt x="1907" y="2995"/>
                  </a:cubicBezTo>
                  <a:lnTo>
                    <a:pt x="2713" y="4086"/>
                  </a:lnTo>
                  <a:cubicBezTo>
                    <a:pt x="2748" y="4128"/>
                    <a:pt x="2762" y="4184"/>
                    <a:pt x="2755" y="4241"/>
                  </a:cubicBezTo>
                  <a:cubicBezTo>
                    <a:pt x="2738" y="4353"/>
                    <a:pt x="2641" y="4419"/>
                    <a:pt x="2544" y="4419"/>
                  </a:cubicBezTo>
                  <a:cubicBezTo>
                    <a:pt x="2482" y="4419"/>
                    <a:pt x="2421" y="4393"/>
                    <a:pt x="2379" y="4336"/>
                  </a:cubicBezTo>
                  <a:lnTo>
                    <a:pt x="1650" y="3351"/>
                  </a:lnTo>
                  <a:cubicBezTo>
                    <a:pt x="1604" y="3287"/>
                    <a:pt x="1532" y="3254"/>
                    <a:pt x="1461" y="3254"/>
                  </a:cubicBezTo>
                  <a:cubicBezTo>
                    <a:pt x="1402" y="3254"/>
                    <a:pt x="1343" y="3276"/>
                    <a:pt x="1298" y="3322"/>
                  </a:cubicBezTo>
                  <a:lnTo>
                    <a:pt x="957" y="3664"/>
                  </a:lnTo>
                  <a:cubicBezTo>
                    <a:pt x="911" y="3709"/>
                    <a:pt x="887" y="3769"/>
                    <a:pt x="887" y="3829"/>
                  </a:cubicBezTo>
                  <a:lnTo>
                    <a:pt x="887" y="4448"/>
                  </a:lnTo>
                  <a:cubicBezTo>
                    <a:pt x="890" y="4564"/>
                    <a:pt x="795" y="4659"/>
                    <a:pt x="679" y="4659"/>
                  </a:cubicBezTo>
                  <a:cubicBezTo>
                    <a:pt x="563" y="4659"/>
                    <a:pt x="468" y="4564"/>
                    <a:pt x="468" y="4448"/>
                  </a:cubicBezTo>
                  <a:lnTo>
                    <a:pt x="468" y="694"/>
                  </a:lnTo>
                  <a:cubicBezTo>
                    <a:pt x="468" y="553"/>
                    <a:pt x="573" y="483"/>
                    <a:pt x="677" y="483"/>
                  </a:cubicBezTo>
                  <a:close/>
                  <a:moveTo>
                    <a:pt x="683" y="1"/>
                  </a:moveTo>
                  <a:cubicBezTo>
                    <a:pt x="303" y="1"/>
                    <a:pt x="0" y="314"/>
                    <a:pt x="11" y="691"/>
                  </a:cubicBezTo>
                  <a:lnTo>
                    <a:pt x="11" y="4448"/>
                  </a:lnTo>
                  <a:cubicBezTo>
                    <a:pt x="0" y="4825"/>
                    <a:pt x="303" y="5138"/>
                    <a:pt x="683" y="5138"/>
                  </a:cubicBezTo>
                  <a:cubicBezTo>
                    <a:pt x="1063" y="5138"/>
                    <a:pt x="1365" y="4825"/>
                    <a:pt x="1355" y="4448"/>
                  </a:cubicBezTo>
                  <a:lnTo>
                    <a:pt x="1355" y="3924"/>
                  </a:lnTo>
                  <a:lnTo>
                    <a:pt x="1439" y="3840"/>
                  </a:lnTo>
                  <a:lnTo>
                    <a:pt x="2009" y="4610"/>
                  </a:lnTo>
                  <a:cubicBezTo>
                    <a:pt x="2139" y="4789"/>
                    <a:pt x="2342" y="4883"/>
                    <a:pt x="2548" y="4883"/>
                  </a:cubicBezTo>
                  <a:cubicBezTo>
                    <a:pt x="2688" y="4883"/>
                    <a:pt x="2828" y="4840"/>
                    <a:pt x="2949" y="4751"/>
                  </a:cubicBezTo>
                  <a:cubicBezTo>
                    <a:pt x="3248" y="4529"/>
                    <a:pt x="3311" y="4107"/>
                    <a:pt x="3089" y="3808"/>
                  </a:cubicBezTo>
                  <a:lnTo>
                    <a:pt x="2403" y="2876"/>
                  </a:lnTo>
                  <a:lnTo>
                    <a:pt x="2875" y="2404"/>
                  </a:lnTo>
                  <a:cubicBezTo>
                    <a:pt x="3128" y="2140"/>
                    <a:pt x="3121" y="1722"/>
                    <a:pt x="2864" y="1465"/>
                  </a:cubicBezTo>
                  <a:cubicBezTo>
                    <a:pt x="2732" y="1332"/>
                    <a:pt x="2558" y="1266"/>
                    <a:pt x="2385" y="1266"/>
                  </a:cubicBezTo>
                  <a:cubicBezTo>
                    <a:pt x="2218" y="1266"/>
                    <a:pt x="2051" y="1328"/>
                    <a:pt x="1921" y="1451"/>
                  </a:cubicBezTo>
                  <a:lnTo>
                    <a:pt x="1355" y="2017"/>
                  </a:lnTo>
                  <a:lnTo>
                    <a:pt x="1355" y="691"/>
                  </a:lnTo>
                  <a:cubicBezTo>
                    <a:pt x="1365" y="314"/>
                    <a:pt x="1063"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1" name="Google Shape;22921;p91"/>
            <p:cNvSpPr/>
            <p:nvPr/>
          </p:nvSpPr>
          <p:spPr>
            <a:xfrm>
              <a:off x="7191954" y="3467104"/>
              <a:ext cx="86203" cy="133729"/>
            </a:xfrm>
            <a:custGeom>
              <a:rect b="b" l="l" r="r" t="t"/>
              <a:pathLst>
                <a:path extrusionOk="0" h="5138" w="3312">
                  <a:moveTo>
                    <a:pt x="681" y="483"/>
                  </a:moveTo>
                  <a:cubicBezTo>
                    <a:pt x="786" y="483"/>
                    <a:pt x="891" y="553"/>
                    <a:pt x="891" y="694"/>
                  </a:cubicBezTo>
                  <a:lnTo>
                    <a:pt x="891" y="2580"/>
                  </a:lnTo>
                  <a:cubicBezTo>
                    <a:pt x="891" y="2721"/>
                    <a:pt x="1005" y="2813"/>
                    <a:pt x="1125" y="2813"/>
                  </a:cubicBezTo>
                  <a:cubicBezTo>
                    <a:pt x="1182" y="2813"/>
                    <a:pt x="1241" y="2792"/>
                    <a:pt x="1288" y="2745"/>
                  </a:cubicBezTo>
                  <a:lnTo>
                    <a:pt x="2249" y="1781"/>
                  </a:lnTo>
                  <a:cubicBezTo>
                    <a:pt x="2294" y="1736"/>
                    <a:pt x="2346" y="1716"/>
                    <a:pt x="2395" y="1716"/>
                  </a:cubicBezTo>
                  <a:cubicBezTo>
                    <a:pt x="2558" y="1716"/>
                    <a:pt x="2698" y="1926"/>
                    <a:pt x="2544" y="2080"/>
                  </a:cubicBezTo>
                  <a:lnTo>
                    <a:pt x="1932" y="2693"/>
                  </a:lnTo>
                  <a:cubicBezTo>
                    <a:pt x="1851" y="2774"/>
                    <a:pt x="1841" y="2900"/>
                    <a:pt x="1911" y="2995"/>
                  </a:cubicBezTo>
                  <a:lnTo>
                    <a:pt x="2717" y="4086"/>
                  </a:lnTo>
                  <a:cubicBezTo>
                    <a:pt x="2752" y="4128"/>
                    <a:pt x="2766" y="4184"/>
                    <a:pt x="2759" y="4241"/>
                  </a:cubicBezTo>
                  <a:cubicBezTo>
                    <a:pt x="2742" y="4353"/>
                    <a:pt x="2645" y="4419"/>
                    <a:pt x="2547" y="4419"/>
                  </a:cubicBezTo>
                  <a:cubicBezTo>
                    <a:pt x="2486" y="4419"/>
                    <a:pt x="2425" y="4393"/>
                    <a:pt x="2382" y="4336"/>
                  </a:cubicBezTo>
                  <a:lnTo>
                    <a:pt x="1654" y="3351"/>
                  </a:lnTo>
                  <a:cubicBezTo>
                    <a:pt x="1608" y="3287"/>
                    <a:pt x="1536" y="3254"/>
                    <a:pt x="1465" y="3254"/>
                  </a:cubicBezTo>
                  <a:cubicBezTo>
                    <a:pt x="1406" y="3254"/>
                    <a:pt x="1347" y="3276"/>
                    <a:pt x="1302" y="3322"/>
                  </a:cubicBezTo>
                  <a:lnTo>
                    <a:pt x="957" y="3664"/>
                  </a:lnTo>
                  <a:cubicBezTo>
                    <a:pt x="915" y="3709"/>
                    <a:pt x="891" y="3769"/>
                    <a:pt x="891" y="3829"/>
                  </a:cubicBezTo>
                  <a:lnTo>
                    <a:pt x="891" y="4448"/>
                  </a:lnTo>
                  <a:cubicBezTo>
                    <a:pt x="891" y="4564"/>
                    <a:pt x="799" y="4659"/>
                    <a:pt x="683" y="4659"/>
                  </a:cubicBezTo>
                  <a:cubicBezTo>
                    <a:pt x="567" y="4659"/>
                    <a:pt x="472" y="4564"/>
                    <a:pt x="472" y="4448"/>
                  </a:cubicBezTo>
                  <a:lnTo>
                    <a:pt x="472" y="694"/>
                  </a:lnTo>
                  <a:cubicBezTo>
                    <a:pt x="472" y="553"/>
                    <a:pt x="577" y="483"/>
                    <a:pt x="681" y="483"/>
                  </a:cubicBezTo>
                  <a:close/>
                  <a:moveTo>
                    <a:pt x="683" y="1"/>
                  </a:moveTo>
                  <a:cubicBezTo>
                    <a:pt x="303" y="1"/>
                    <a:pt x="0" y="314"/>
                    <a:pt x="11" y="691"/>
                  </a:cubicBezTo>
                  <a:lnTo>
                    <a:pt x="11" y="4448"/>
                  </a:lnTo>
                  <a:cubicBezTo>
                    <a:pt x="0" y="4825"/>
                    <a:pt x="303" y="5138"/>
                    <a:pt x="683" y="5138"/>
                  </a:cubicBezTo>
                  <a:cubicBezTo>
                    <a:pt x="1063" y="5138"/>
                    <a:pt x="1366" y="4825"/>
                    <a:pt x="1359" y="4448"/>
                  </a:cubicBezTo>
                  <a:lnTo>
                    <a:pt x="1359" y="3924"/>
                  </a:lnTo>
                  <a:lnTo>
                    <a:pt x="1439" y="3840"/>
                  </a:lnTo>
                  <a:lnTo>
                    <a:pt x="2009" y="4607"/>
                  </a:lnTo>
                  <a:cubicBezTo>
                    <a:pt x="2140" y="4786"/>
                    <a:pt x="2344" y="4880"/>
                    <a:pt x="2551" y="4880"/>
                  </a:cubicBezTo>
                  <a:cubicBezTo>
                    <a:pt x="2690" y="4880"/>
                    <a:pt x="2829" y="4838"/>
                    <a:pt x="2949" y="4751"/>
                  </a:cubicBezTo>
                  <a:cubicBezTo>
                    <a:pt x="3248" y="4529"/>
                    <a:pt x="3311" y="4107"/>
                    <a:pt x="3093" y="3808"/>
                  </a:cubicBezTo>
                  <a:lnTo>
                    <a:pt x="2407" y="2876"/>
                  </a:lnTo>
                  <a:lnTo>
                    <a:pt x="2879" y="2404"/>
                  </a:lnTo>
                  <a:cubicBezTo>
                    <a:pt x="3132" y="2140"/>
                    <a:pt x="3125" y="1722"/>
                    <a:pt x="2868" y="1465"/>
                  </a:cubicBezTo>
                  <a:cubicBezTo>
                    <a:pt x="2736" y="1332"/>
                    <a:pt x="2562" y="1266"/>
                    <a:pt x="2389" y="1266"/>
                  </a:cubicBezTo>
                  <a:cubicBezTo>
                    <a:pt x="2222" y="1266"/>
                    <a:pt x="2055" y="1328"/>
                    <a:pt x="1925" y="1451"/>
                  </a:cubicBezTo>
                  <a:lnTo>
                    <a:pt x="1359" y="2017"/>
                  </a:lnTo>
                  <a:lnTo>
                    <a:pt x="1359" y="691"/>
                  </a:lnTo>
                  <a:cubicBezTo>
                    <a:pt x="1366" y="314"/>
                    <a:pt x="1063"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2" name="Google Shape;22922;p91"/>
            <p:cNvSpPr/>
            <p:nvPr/>
          </p:nvSpPr>
          <p:spPr>
            <a:xfrm>
              <a:off x="7135813" y="3491726"/>
              <a:ext cx="36386" cy="108665"/>
            </a:xfrm>
            <a:custGeom>
              <a:rect b="b" l="l" r="r" t="t"/>
              <a:pathLst>
                <a:path extrusionOk="0" h="4175" w="1398">
                  <a:moveTo>
                    <a:pt x="700" y="1"/>
                  </a:moveTo>
                  <a:cubicBezTo>
                    <a:pt x="317" y="1"/>
                    <a:pt x="4" y="312"/>
                    <a:pt x="4" y="698"/>
                  </a:cubicBezTo>
                  <a:lnTo>
                    <a:pt x="4" y="3464"/>
                  </a:lnTo>
                  <a:cubicBezTo>
                    <a:pt x="1" y="3840"/>
                    <a:pt x="296" y="4157"/>
                    <a:pt x="673" y="4174"/>
                  </a:cubicBezTo>
                  <a:cubicBezTo>
                    <a:pt x="681" y="4175"/>
                    <a:pt x="690" y="4175"/>
                    <a:pt x="698" y="4175"/>
                  </a:cubicBezTo>
                  <a:cubicBezTo>
                    <a:pt x="1081" y="4175"/>
                    <a:pt x="1394" y="3867"/>
                    <a:pt x="1394" y="3481"/>
                  </a:cubicBezTo>
                  <a:lnTo>
                    <a:pt x="1394" y="2113"/>
                  </a:lnTo>
                  <a:cubicBezTo>
                    <a:pt x="1394" y="1986"/>
                    <a:pt x="1292" y="1880"/>
                    <a:pt x="1165" y="1880"/>
                  </a:cubicBezTo>
                  <a:cubicBezTo>
                    <a:pt x="1035" y="1880"/>
                    <a:pt x="933" y="1986"/>
                    <a:pt x="933" y="2113"/>
                  </a:cubicBezTo>
                  <a:lnTo>
                    <a:pt x="933" y="3471"/>
                  </a:lnTo>
                  <a:cubicBezTo>
                    <a:pt x="933" y="3590"/>
                    <a:pt x="849" y="3692"/>
                    <a:pt x="729" y="3710"/>
                  </a:cubicBezTo>
                  <a:cubicBezTo>
                    <a:pt x="719" y="3711"/>
                    <a:pt x="709" y="3712"/>
                    <a:pt x="699" y="3712"/>
                  </a:cubicBezTo>
                  <a:cubicBezTo>
                    <a:pt x="574" y="3712"/>
                    <a:pt x="465" y="3612"/>
                    <a:pt x="465" y="3481"/>
                  </a:cubicBezTo>
                  <a:lnTo>
                    <a:pt x="465" y="705"/>
                  </a:lnTo>
                  <a:cubicBezTo>
                    <a:pt x="465" y="586"/>
                    <a:pt x="549" y="483"/>
                    <a:pt x="669" y="466"/>
                  </a:cubicBezTo>
                  <a:cubicBezTo>
                    <a:pt x="679" y="465"/>
                    <a:pt x="689" y="464"/>
                    <a:pt x="698" y="464"/>
                  </a:cubicBezTo>
                  <a:cubicBezTo>
                    <a:pt x="824" y="464"/>
                    <a:pt x="933" y="567"/>
                    <a:pt x="933" y="698"/>
                  </a:cubicBezTo>
                  <a:lnTo>
                    <a:pt x="933" y="983"/>
                  </a:lnTo>
                  <a:cubicBezTo>
                    <a:pt x="933" y="1110"/>
                    <a:pt x="1035" y="1215"/>
                    <a:pt x="1165" y="1215"/>
                  </a:cubicBezTo>
                  <a:cubicBezTo>
                    <a:pt x="1292" y="1215"/>
                    <a:pt x="1394" y="1110"/>
                    <a:pt x="1394" y="983"/>
                  </a:cubicBezTo>
                  <a:lnTo>
                    <a:pt x="1394" y="716"/>
                  </a:lnTo>
                  <a:cubicBezTo>
                    <a:pt x="1397" y="336"/>
                    <a:pt x="1105" y="23"/>
                    <a:pt x="725" y="1"/>
                  </a:cubicBezTo>
                  <a:cubicBezTo>
                    <a:pt x="717" y="1"/>
                    <a:pt x="709"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3" name="Google Shape;22923;p91"/>
            <p:cNvSpPr/>
            <p:nvPr/>
          </p:nvSpPr>
          <p:spPr>
            <a:xfrm>
              <a:off x="7281333" y="3523896"/>
              <a:ext cx="51769" cy="44351"/>
            </a:xfrm>
            <a:custGeom>
              <a:rect b="b" l="l" r="r" t="t"/>
              <a:pathLst>
                <a:path extrusionOk="0" h="1704" w="1989">
                  <a:moveTo>
                    <a:pt x="1135" y="464"/>
                  </a:moveTo>
                  <a:cubicBezTo>
                    <a:pt x="1334" y="464"/>
                    <a:pt x="1524" y="618"/>
                    <a:pt x="1524" y="852"/>
                  </a:cubicBezTo>
                  <a:cubicBezTo>
                    <a:pt x="1524" y="1063"/>
                    <a:pt x="1352" y="1239"/>
                    <a:pt x="1137" y="1239"/>
                  </a:cubicBezTo>
                  <a:cubicBezTo>
                    <a:pt x="792" y="1239"/>
                    <a:pt x="620" y="820"/>
                    <a:pt x="866" y="577"/>
                  </a:cubicBezTo>
                  <a:cubicBezTo>
                    <a:pt x="944" y="499"/>
                    <a:pt x="1041" y="464"/>
                    <a:pt x="1135" y="464"/>
                  </a:cubicBezTo>
                  <a:close/>
                  <a:moveTo>
                    <a:pt x="1137" y="0"/>
                  </a:moveTo>
                  <a:cubicBezTo>
                    <a:pt x="380" y="0"/>
                    <a:pt x="0" y="915"/>
                    <a:pt x="539" y="1454"/>
                  </a:cubicBezTo>
                  <a:cubicBezTo>
                    <a:pt x="712" y="1626"/>
                    <a:pt x="924" y="1704"/>
                    <a:pt x="1132" y="1704"/>
                  </a:cubicBezTo>
                  <a:cubicBezTo>
                    <a:pt x="1569" y="1704"/>
                    <a:pt x="1988" y="1364"/>
                    <a:pt x="1988" y="852"/>
                  </a:cubicBezTo>
                  <a:cubicBezTo>
                    <a:pt x="1988" y="380"/>
                    <a:pt x="1608" y="0"/>
                    <a:pt x="1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24" name="Google Shape;22924;p91"/>
          <p:cNvGrpSpPr/>
          <p:nvPr/>
        </p:nvGrpSpPr>
        <p:grpSpPr>
          <a:xfrm>
            <a:off x="3744430" y="3796534"/>
            <a:ext cx="372740" cy="353610"/>
            <a:chOff x="3744430" y="3796534"/>
            <a:chExt cx="372740" cy="353610"/>
          </a:xfrm>
        </p:grpSpPr>
        <p:sp>
          <p:nvSpPr>
            <p:cNvPr id="22925" name="Google Shape;22925;p91"/>
            <p:cNvSpPr/>
            <p:nvPr/>
          </p:nvSpPr>
          <p:spPr>
            <a:xfrm>
              <a:off x="3768713" y="3802104"/>
              <a:ext cx="342522" cy="342418"/>
            </a:xfrm>
            <a:custGeom>
              <a:rect b="b" l="l" r="r" t="t"/>
              <a:pathLst>
                <a:path extrusionOk="0" h="13156" w="1316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6" name="Google Shape;22926;p91"/>
            <p:cNvSpPr/>
            <p:nvPr/>
          </p:nvSpPr>
          <p:spPr>
            <a:xfrm>
              <a:off x="3917617" y="3802104"/>
              <a:ext cx="199553" cy="342522"/>
            </a:xfrm>
            <a:custGeom>
              <a:rect b="b" l="l" r="r" t="t"/>
              <a:pathLst>
                <a:path extrusionOk="0" h="13160" w="7667">
                  <a:moveTo>
                    <a:pt x="859" y="1"/>
                  </a:moveTo>
                  <a:cubicBezTo>
                    <a:pt x="570" y="1"/>
                    <a:pt x="285" y="18"/>
                    <a:pt x="0" y="57"/>
                  </a:cubicBezTo>
                  <a:cubicBezTo>
                    <a:pt x="3272" y="486"/>
                    <a:pt x="5721" y="3276"/>
                    <a:pt x="5721" y="6580"/>
                  </a:cubicBezTo>
                  <a:cubicBezTo>
                    <a:pt x="5721" y="9880"/>
                    <a:pt x="3272" y="12670"/>
                    <a:pt x="0" y="13103"/>
                  </a:cubicBezTo>
                  <a:cubicBezTo>
                    <a:pt x="290" y="13141"/>
                    <a:pt x="578" y="13160"/>
                    <a:pt x="863" y="13160"/>
                  </a:cubicBezTo>
                  <a:cubicBezTo>
                    <a:pt x="4274" y="13160"/>
                    <a:pt x="7190" y="10510"/>
                    <a:pt x="7421" y="7009"/>
                  </a:cubicBezTo>
                  <a:cubicBezTo>
                    <a:pt x="7667" y="3216"/>
                    <a:pt x="4659" y="4"/>
                    <a:pt x="85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7" name="Google Shape;22927;p91"/>
            <p:cNvSpPr/>
            <p:nvPr/>
          </p:nvSpPr>
          <p:spPr>
            <a:xfrm>
              <a:off x="3850206" y="3943225"/>
              <a:ext cx="38026" cy="112387"/>
            </a:xfrm>
            <a:custGeom>
              <a:rect b="b" l="l" r="r" t="t"/>
              <a:pathLst>
                <a:path extrusionOk="0" h="4318" w="1461">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8" name="Google Shape;22928;p91"/>
            <p:cNvSpPr/>
            <p:nvPr/>
          </p:nvSpPr>
          <p:spPr>
            <a:xfrm>
              <a:off x="3835188" y="3876126"/>
              <a:ext cx="53044" cy="45522"/>
            </a:xfrm>
            <a:custGeom>
              <a:rect b="b" l="l" r="r" t="t"/>
              <a:pathLst>
                <a:path extrusionOk="0" h="1749" w="2038">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9" name="Google Shape;22929;p91"/>
            <p:cNvSpPr/>
            <p:nvPr/>
          </p:nvSpPr>
          <p:spPr>
            <a:xfrm>
              <a:off x="3924670" y="3943121"/>
              <a:ext cx="119805" cy="112491"/>
            </a:xfrm>
            <a:custGeom>
              <a:rect b="b" l="l" r="r" t="t"/>
              <a:pathLst>
                <a:path extrusionOk="0" h="4322" w="4603">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0" name="Google Shape;22930;p91"/>
            <p:cNvSpPr/>
            <p:nvPr/>
          </p:nvSpPr>
          <p:spPr>
            <a:xfrm>
              <a:off x="3744430" y="3796534"/>
              <a:ext cx="372480" cy="353610"/>
            </a:xfrm>
            <a:custGeom>
              <a:rect b="b" l="l" r="r" t="t"/>
              <a:pathLst>
                <a:path extrusionOk="0" h="13586" w="14311">
                  <a:moveTo>
                    <a:pt x="7513" y="429"/>
                  </a:moveTo>
                  <a:cubicBezTo>
                    <a:pt x="11021" y="429"/>
                    <a:pt x="13878" y="3283"/>
                    <a:pt x="13878" y="6794"/>
                  </a:cubicBezTo>
                  <a:cubicBezTo>
                    <a:pt x="13878" y="10302"/>
                    <a:pt x="11021" y="13155"/>
                    <a:pt x="7513" y="13155"/>
                  </a:cubicBezTo>
                  <a:cubicBezTo>
                    <a:pt x="4005" y="13155"/>
                    <a:pt x="1148" y="10302"/>
                    <a:pt x="1148" y="6794"/>
                  </a:cubicBezTo>
                  <a:cubicBezTo>
                    <a:pt x="1148" y="3283"/>
                    <a:pt x="4005" y="429"/>
                    <a:pt x="7513" y="429"/>
                  </a:cubicBezTo>
                  <a:close/>
                  <a:moveTo>
                    <a:pt x="7512" y="1"/>
                  </a:moveTo>
                  <a:cubicBezTo>
                    <a:pt x="6205" y="1"/>
                    <a:pt x="4891" y="377"/>
                    <a:pt x="3741" y="1147"/>
                  </a:cubicBezTo>
                  <a:cubicBezTo>
                    <a:pt x="1046" y="2945"/>
                    <a:pt x="1" y="6400"/>
                    <a:pt x="1239" y="9391"/>
                  </a:cubicBezTo>
                  <a:cubicBezTo>
                    <a:pt x="2304" y="11966"/>
                    <a:pt x="4809" y="13586"/>
                    <a:pt x="7510" y="13586"/>
                  </a:cubicBezTo>
                  <a:cubicBezTo>
                    <a:pt x="7950" y="13586"/>
                    <a:pt x="8395" y="13543"/>
                    <a:pt x="8839" y="13454"/>
                  </a:cubicBezTo>
                  <a:cubicBezTo>
                    <a:pt x="12016" y="12821"/>
                    <a:pt x="14307" y="10035"/>
                    <a:pt x="14307" y="6794"/>
                  </a:cubicBezTo>
                  <a:cubicBezTo>
                    <a:pt x="14310" y="4989"/>
                    <a:pt x="13593"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1" name="Google Shape;22931;p91"/>
            <p:cNvSpPr/>
            <p:nvPr/>
          </p:nvSpPr>
          <p:spPr>
            <a:xfrm>
              <a:off x="3844974" y="3937993"/>
              <a:ext cx="48489" cy="122850"/>
            </a:xfrm>
            <a:custGeom>
              <a:rect b="b" l="l" r="r" t="t"/>
              <a:pathLst>
                <a:path extrusionOk="0" h="4720" w="1863">
                  <a:moveTo>
                    <a:pt x="1433" y="430"/>
                  </a:moveTo>
                  <a:lnTo>
                    <a:pt x="1433" y="4290"/>
                  </a:lnTo>
                  <a:lnTo>
                    <a:pt x="430" y="4290"/>
                  </a:lnTo>
                  <a:lnTo>
                    <a:pt x="430" y="430"/>
                  </a:lnTo>
                  <a:close/>
                  <a:moveTo>
                    <a:pt x="216" y="1"/>
                  </a:moveTo>
                  <a:cubicBezTo>
                    <a:pt x="99" y="1"/>
                    <a:pt x="1" y="96"/>
                    <a:pt x="1" y="216"/>
                  </a:cubicBezTo>
                  <a:lnTo>
                    <a:pt x="1" y="4505"/>
                  </a:lnTo>
                  <a:cubicBezTo>
                    <a:pt x="1" y="4624"/>
                    <a:pt x="99" y="4719"/>
                    <a:pt x="216" y="4719"/>
                  </a:cubicBezTo>
                  <a:lnTo>
                    <a:pt x="1648" y="4719"/>
                  </a:lnTo>
                  <a:cubicBezTo>
                    <a:pt x="1767" y="4719"/>
                    <a:pt x="1862" y="4624"/>
                    <a:pt x="1862" y="4505"/>
                  </a:cubicBezTo>
                  <a:lnTo>
                    <a:pt x="1862" y="216"/>
                  </a:lnTo>
                  <a:cubicBezTo>
                    <a:pt x="1862" y="96"/>
                    <a:pt x="1767" y="1"/>
                    <a:pt x="1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2" name="Google Shape;22932;p91"/>
            <p:cNvSpPr/>
            <p:nvPr/>
          </p:nvSpPr>
          <p:spPr>
            <a:xfrm>
              <a:off x="3828134" y="3870973"/>
              <a:ext cx="65329" cy="55881"/>
            </a:xfrm>
            <a:custGeom>
              <a:rect b="b" l="l" r="r" t="t"/>
              <a:pathLst>
                <a:path extrusionOk="0" h="2147" w="2510">
                  <a:moveTo>
                    <a:pt x="1431" y="427"/>
                  </a:moveTo>
                  <a:cubicBezTo>
                    <a:pt x="1762" y="427"/>
                    <a:pt x="2080" y="685"/>
                    <a:pt x="2080" y="1074"/>
                  </a:cubicBezTo>
                  <a:cubicBezTo>
                    <a:pt x="2080" y="1429"/>
                    <a:pt x="1791" y="1717"/>
                    <a:pt x="1436" y="1717"/>
                  </a:cubicBezTo>
                  <a:cubicBezTo>
                    <a:pt x="863" y="1717"/>
                    <a:pt x="574" y="1024"/>
                    <a:pt x="982" y="616"/>
                  </a:cubicBezTo>
                  <a:cubicBezTo>
                    <a:pt x="1113" y="486"/>
                    <a:pt x="1273" y="427"/>
                    <a:pt x="1431" y="427"/>
                  </a:cubicBezTo>
                  <a:close/>
                  <a:moveTo>
                    <a:pt x="1436" y="0"/>
                  </a:moveTo>
                  <a:cubicBezTo>
                    <a:pt x="479" y="0"/>
                    <a:pt x="1" y="1154"/>
                    <a:pt x="676" y="1830"/>
                  </a:cubicBezTo>
                  <a:cubicBezTo>
                    <a:pt x="895" y="2049"/>
                    <a:pt x="1165" y="2147"/>
                    <a:pt x="1429" y="2147"/>
                  </a:cubicBezTo>
                  <a:cubicBezTo>
                    <a:pt x="1980" y="2147"/>
                    <a:pt x="2509" y="1720"/>
                    <a:pt x="2509" y="1074"/>
                  </a:cubicBezTo>
                  <a:cubicBezTo>
                    <a:pt x="2509" y="482"/>
                    <a:pt x="2027" y="0"/>
                    <a:pt x="1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3" name="Google Shape;22933;p91"/>
            <p:cNvSpPr/>
            <p:nvPr/>
          </p:nvSpPr>
          <p:spPr>
            <a:xfrm>
              <a:off x="3919439" y="3937993"/>
              <a:ext cx="130346" cy="122850"/>
            </a:xfrm>
            <a:custGeom>
              <a:rect b="b" l="l" r="r" t="t"/>
              <a:pathLst>
                <a:path extrusionOk="0" h="4720" w="5008">
                  <a:moveTo>
                    <a:pt x="215" y="1"/>
                  </a:moveTo>
                  <a:cubicBezTo>
                    <a:pt x="99" y="1"/>
                    <a:pt x="0" y="96"/>
                    <a:pt x="0" y="216"/>
                  </a:cubicBezTo>
                  <a:lnTo>
                    <a:pt x="0" y="4505"/>
                  </a:lnTo>
                  <a:cubicBezTo>
                    <a:pt x="0" y="4624"/>
                    <a:pt x="99" y="4719"/>
                    <a:pt x="215" y="4719"/>
                  </a:cubicBezTo>
                  <a:lnTo>
                    <a:pt x="1647" y="4719"/>
                  </a:lnTo>
                  <a:cubicBezTo>
                    <a:pt x="1767" y="4719"/>
                    <a:pt x="1862" y="4624"/>
                    <a:pt x="1862" y="4505"/>
                  </a:cubicBezTo>
                  <a:lnTo>
                    <a:pt x="1862" y="2963"/>
                  </a:lnTo>
                  <a:cubicBezTo>
                    <a:pt x="1862" y="2460"/>
                    <a:pt x="1974" y="1859"/>
                    <a:pt x="2506" y="1859"/>
                  </a:cubicBezTo>
                  <a:cubicBezTo>
                    <a:pt x="2900" y="1859"/>
                    <a:pt x="3065" y="2193"/>
                    <a:pt x="3121" y="2573"/>
                  </a:cubicBezTo>
                  <a:cubicBezTo>
                    <a:pt x="3135" y="2678"/>
                    <a:pt x="3227" y="2756"/>
                    <a:pt x="3332" y="2756"/>
                  </a:cubicBezTo>
                  <a:cubicBezTo>
                    <a:pt x="3463" y="2752"/>
                    <a:pt x="3565" y="2636"/>
                    <a:pt x="3544" y="2506"/>
                  </a:cubicBezTo>
                  <a:cubicBezTo>
                    <a:pt x="3434" y="1816"/>
                    <a:pt x="3069" y="1429"/>
                    <a:pt x="2506" y="1429"/>
                  </a:cubicBezTo>
                  <a:cubicBezTo>
                    <a:pt x="1823" y="1429"/>
                    <a:pt x="1432" y="1989"/>
                    <a:pt x="1432" y="2963"/>
                  </a:cubicBezTo>
                  <a:lnTo>
                    <a:pt x="1432" y="4290"/>
                  </a:lnTo>
                  <a:lnTo>
                    <a:pt x="430" y="4290"/>
                  </a:lnTo>
                  <a:lnTo>
                    <a:pt x="430" y="430"/>
                  </a:lnTo>
                  <a:lnTo>
                    <a:pt x="1144" y="430"/>
                  </a:lnTo>
                  <a:lnTo>
                    <a:pt x="1144" y="712"/>
                  </a:lnTo>
                  <a:cubicBezTo>
                    <a:pt x="1144" y="778"/>
                    <a:pt x="1172" y="842"/>
                    <a:pt x="1225" y="884"/>
                  </a:cubicBezTo>
                  <a:cubicBezTo>
                    <a:pt x="1264" y="916"/>
                    <a:pt x="1311" y="932"/>
                    <a:pt x="1359" y="932"/>
                  </a:cubicBezTo>
                  <a:cubicBezTo>
                    <a:pt x="1407" y="932"/>
                    <a:pt x="1455" y="916"/>
                    <a:pt x="1496" y="884"/>
                  </a:cubicBezTo>
                  <a:cubicBezTo>
                    <a:pt x="1858" y="592"/>
                    <a:pt x="2309" y="430"/>
                    <a:pt x="2776" y="430"/>
                  </a:cubicBezTo>
                  <a:cubicBezTo>
                    <a:pt x="2781" y="430"/>
                    <a:pt x="2786" y="430"/>
                    <a:pt x="2791" y="430"/>
                  </a:cubicBezTo>
                  <a:cubicBezTo>
                    <a:pt x="4026" y="430"/>
                    <a:pt x="4578" y="1472"/>
                    <a:pt x="4578" y="2503"/>
                  </a:cubicBezTo>
                  <a:lnTo>
                    <a:pt x="4578" y="4290"/>
                  </a:lnTo>
                  <a:lnTo>
                    <a:pt x="3575" y="4290"/>
                  </a:lnTo>
                  <a:lnTo>
                    <a:pt x="3575" y="3583"/>
                  </a:lnTo>
                  <a:cubicBezTo>
                    <a:pt x="3575" y="3467"/>
                    <a:pt x="3480" y="3372"/>
                    <a:pt x="3364" y="3372"/>
                  </a:cubicBezTo>
                  <a:cubicBezTo>
                    <a:pt x="3245" y="3372"/>
                    <a:pt x="3150" y="3467"/>
                    <a:pt x="3150" y="3583"/>
                  </a:cubicBezTo>
                  <a:lnTo>
                    <a:pt x="3150" y="4505"/>
                  </a:lnTo>
                  <a:cubicBezTo>
                    <a:pt x="3150" y="4624"/>
                    <a:pt x="3245" y="4719"/>
                    <a:pt x="3364" y="4719"/>
                  </a:cubicBezTo>
                  <a:lnTo>
                    <a:pt x="4793" y="4719"/>
                  </a:lnTo>
                  <a:cubicBezTo>
                    <a:pt x="4912" y="4719"/>
                    <a:pt x="5007" y="4624"/>
                    <a:pt x="5007" y="4505"/>
                  </a:cubicBezTo>
                  <a:lnTo>
                    <a:pt x="5007" y="2503"/>
                  </a:lnTo>
                  <a:cubicBezTo>
                    <a:pt x="5007" y="1028"/>
                    <a:pt x="4096" y="1"/>
                    <a:pt x="2791" y="1"/>
                  </a:cubicBezTo>
                  <a:cubicBezTo>
                    <a:pt x="2365" y="1"/>
                    <a:pt x="1946" y="110"/>
                    <a:pt x="1573" y="314"/>
                  </a:cubicBezTo>
                  <a:lnTo>
                    <a:pt x="1573" y="216"/>
                  </a:lnTo>
                  <a:cubicBezTo>
                    <a:pt x="1573" y="96"/>
                    <a:pt x="1478" y="1"/>
                    <a:pt x="1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34" name="Google Shape;22934;p91"/>
          <p:cNvGrpSpPr/>
          <p:nvPr/>
        </p:nvGrpSpPr>
        <p:grpSpPr>
          <a:xfrm>
            <a:off x="5071104" y="3796534"/>
            <a:ext cx="372844" cy="353610"/>
            <a:chOff x="5071104" y="3796534"/>
            <a:chExt cx="372844" cy="353610"/>
          </a:xfrm>
        </p:grpSpPr>
        <p:sp>
          <p:nvSpPr>
            <p:cNvPr id="22935" name="Google Shape;22935;p91"/>
            <p:cNvSpPr/>
            <p:nvPr/>
          </p:nvSpPr>
          <p:spPr>
            <a:xfrm>
              <a:off x="5095465" y="3802104"/>
              <a:ext cx="342522" cy="342418"/>
            </a:xfrm>
            <a:custGeom>
              <a:rect b="b" l="l" r="r" t="t"/>
              <a:pathLst>
                <a:path extrusionOk="0" h="13156" w="13160">
                  <a:moveTo>
                    <a:pt x="6580" y="1"/>
                  </a:moveTo>
                  <a:cubicBezTo>
                    <a:pt x="2946" y="1"/>
                    <a:pt x="1" y="2945"/>
                    <a:pt x="1" y="6580"/>
                  </a:cubicBezTo>
                  <a:cubicBezTo>
                    <a:pt x="1" y="10211"/>
                    <a:pt x="2946" y="13156"/>
                    <a:pt x="6580" y="13156"/>
                  </a:cubicBezTo>
                  <a:cubicBezTo>
                    <a:pt x="10211" y="13156"/>
                    <a:pt x="13160" y="10211"/>
                    <a:pt x="13160" y="6580"/>
                  </a:cubicBezTo>
                  <a:cubicBezTo>
                    <a:pt x="13160" y="2945"/>
                    <a:pt x="10211" y="1"/>
                    <a:pt x="6580"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6" name="Google Shape;22936;p91"/>
            <p:cNvSpPr/>
            <p:nvPr/>
          </p:nvSpPr>
          <p:spPr>
            <a:xfrm>
              <a:off x="5244369" y="3802104"/>
              <a:ext cx="199579" cy="342522"/>
            </a:xfrm>
            <a:custGeom>
              <a:rect b="b" l="l" r="r" t="t"/>
              <a:pathLst>
                <a:path extrusionOk="0" h="13160" w="7668">
                  <a:moveTo>
                    <a:pt x="859" y="1"/>
                  </a:moveTo>
                  <a:cubicBezTo>
                    <a:pt x="571" y="1"/>
                    <a:pt x="286" y="18"/>
                    <a:pt x="1" y="57"/>
                  </a:cubicBezTo>
                  <a:cubicBezTo>
                    <a:pt x="3273" y="486"/>
                    <a:pt x="5722" y="3276"/>
                    <a:pt x="5722" y="6580"/>
                  </a:cubicBezTo>
                  <a:cubicBezTo>
                    <a:pt x="5722" y="9880"/>
                    <a:pt x="3273" y="12670"/>
                    <a:pt x="1" y="13103"/>
                  </a:cubicBezTo>
                  <a:cubicBezTo>
                    <a:pt x="291" y="13141"/>
                    <a:pt x="579" y="13160"/>
                    <a:pt x="864" y="13160"/>
                  </a:cubicBezTo>
                  <a:cubicBezTo>
                    <a:pt x="4274" y="13160"/>
                    <a:pt x="7191" y="10510"/>
                    <a:pt x="7421" y="7009"/>
                  </a:cubicBezTo>
                  <a:cubicBezTo>
                    <a:pt x="7668" y="3216"/>
                    <a:pt x="4659"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7" name="Google Shape;22937;p91"/>
            <p:cNvSpPr/>
            <p:nvPr/>
          </p:nvSpPr>
          <p:spPr>
            <a:xfrm>
              <a:off x="5141898" y="3854211"/>
              <a:ext cx="249864" cy="238074"/>
            </a:xfrm>
            <a:custGeom>
              <a:rect b="b" l="l" r="r" t="t"/>
              <a:pathLst>
                <a:path extrusionOk="0" h="9147" w="9600">
                  <a:moveTo>
                    <a:pt x="4796" y="1"/>
                  </a:moveTo>
                  <a:cubicBezTo>
                    <a:pt x="3195" y="1"/>
                    <a:pt x="1711" y="838"/>
                    <a:pt x="880" y="2210"/>
                  </a:cubicBezTo>
                  <a:cubicBezTo>
                    <a:pt x="53" y="3579"/>
                    <a:pt x="1" y="5282"/>
                    <a:pt x="743" y="6703"/>
                  </a:cubicBezTo>
                  <a:lnTo>
                    <a:pt x="219" y="8009"/>
                  </a:lnTo>
                  <a:lnTo>
                    <a:pt x="1770" y="8009"/>
                  </a:lnTo>
                  <a:cubicBezTo>
                    <a:pt x="2613" y="8751"/>
                    <a:pt x="3689" y="9147"/>
                    <a:pt x="4787" y="9147"/>
                  </a:cubicBezTo>
                  <a:cubicBezTo>
                    <a:pt x="5156" y="9147"/>
                    <a:pt x="5528" y="9102"/>
                    <a:pt x="5894" y="9011"/>
                  </a:cubicBezTo>
                  <a:cubicBezTo>
                    <a:pt x="7354" y="8649"/>
                    <a:pt x="8540" y="7597"/>
                    <a:pt x="9071" y="6189"/>
                  </a:cubicBezTo>
                  <a:cubicBezTo>
                    <a:pt x="9599" y="4786"/>
                    <a:pt x="9409" y="3213"/>
                    <a:pt x="8554" y="1974"/>
                  </a:cubicBezTo>
                  <a:cubicBezTo>
                    <a:pt x="7703" y="739"/>
                    <a:pt x="6299" y="1"/>
                    <a:pt x="4796"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8" name="Google Shape;22938;p91"/>
            <p:cNvSpPr/>
            <p:nvPr/>
          </p:nvSpPr>
          <p:spPr>
            <a:xfrm>
              <a:off x="5199679" y="3928676"/>
              <a:ext cx="126598" cy="81883"/>
            </a:xfrm>
            <a:custGeom>
              <a:rect b="b" l="l" r="r" t="t"/>
              <a:pathLst>
                <a:path extrusionOk="0" h="3146" w="4864">
                  <a:moveTo>
                    <a:pt x="4863" y="0"/>
                  </a:moveTo>
                  <a:lnTo>
                    <a:pt x="3435" y="1144"/>
                  </a:lnTo>
                  <a:lnTo>
                    <a:pt x="859" y="1144"/>
                  </a:lnTo>
                  <a:lnTo>
                    <a:pt x="1" y="3146"/>
                  </a:lnTo>
                  <a:lnTo>
                    <a:pt x="1433" y="2287"/>
                  </a:lnTo>
                  <a:lnTo>
                    <a:pt x="3720" y="2287"/>
                  </a:lnTo>
                  <a:lnTo>
                    <a:pt x="4863"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9" name="Google Shape;22939;p91"/>
            <p:cNvSpPr/>
            <p:nvPr/>
          </p:nvSpPr>
          <p:spPr>
            <a:xfrm>
              <a:off x="5071104" y="3796534"/>
              <a:ext cx="372584" cy="353610"/>
            </a:xfrm>
            <a:custGeom>
              <a:rect b="b" l="l" r="r" t="t"/>
              <a:pathLst>
                <a:path extrusionOk="0" h="13586" w="14315">
                  <a:moveTo>
                    <a:pt x="7516" y="429"/>
                  </a:moveTo>
                  <a:cubicBezTo>
                    <a:pt x="11024" y="429"/>
                    <a:pt x="13881" y="3283"/>
                    <a:pt x="13881" y="6794"/>
                  </a:cubicBezTo>
                  <a:cubicBezTo>
                    <a:pt x="13881" y="10302"/>
                    <a:pt x="11024" y="13155"/>
                    <a:pt x="7516" y="13155"/>
                  </a:cubicBezTo>
                  <a:cubicBezTo>
                    <a:pt x="4008" y="13155"/>
                    <a:pt x="1151" y="10302"/>
                    <a:pt x="1151" y="6794"/>
                  </a:cubicBezTo>
                  <a:cubicBezTo>
                    <a:pt x="1151" y="3283"/>
                    <a:pt x="4008" y="429"/>
                    <a:pt x="7516" y="429"/>
                  </a:cubicBezTo>
                  <a:close/>
                  <a:moveTo>
                    <a:pt x="7515" y="1"/>
                  </a:moveTo>
                  <a:cubicBezTo>
                    <a:pt x="6208" y="1"/>
                    <a:pt x="4893" y="377"/>
                    <a:pt x="3741" y="1147"/>
                  </a:cubicBezTo>
                  <a:cubicBezTo>
                    <a:pt x="1049" y="2945"/>
                    <a:pt x="1" y="6400"/>
                    <a:pt x="1243" y="9391"/>
                  </a:cubicBezTo>
                  <a:cubicBezTo>
                    <a:pt x="2308" y="11966"/>
                    <a:pt x="4810" y="13586"/>
                    <a:pt x="7513" y="13586"/>
                  </a:cubicBezTo>
                  <a:cubicBezTo>
                    <a:pt x="7953" y="13586"/>
                    <a:pt x="8398" y="13543"/>
                    <a:pt x="8843" y="13454"/>
                  </a:cubicBezTo>
                  <a:cubicBezTo>
                    <a:pt x="12020" y="12825"/>
                    <a:pt x="14311" y="10035"/>
                    <a:pt x="14311" y="6794"/>
                  </a:cubicBezTo>
                  <a:cubicBezTo>
                    <a:pt x="14314" y="4989"/>
                    <a:pt x="13596" y="3261"/>
                    <a:pt x="12319" y="1991"/>
                  </a:cubicBezTo>
                  <a:cubicBezTo>
                    <a:pt x="11007" y="677"/>
                    <a:pt x="9268" y="1"/>
                    <a:pt x="75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0" name="Google Shape;22940;p91"/>
            <p:cNvSpPr/>
            <p:nvPr/>
          </p:nvSpPr>
          <p:spPr>
            <a:xfrm>
              <a:off x="5133465" y="3848745"/>
              <a:ext cx="277792" cy="249187"/>
            </a:xfrm>
            <a:custGeom>
              <a:rect b="b" l="l" r="r" t="t"/>
              <a:pathLst>
                <a:path extrusionOk="0" h="9574" w="10673">
                  <a:moveTo>
                    <a:pt x="5124" y="0"/>
                  </a:moveTo>
                  <a:cubicBezTo>
                    <a:pt x="3694" y="0"/>
                    <a:pt x="2313" y="643"/>
                    <a:pt x="1391" y="1790"/>
                  </a:cubicBezTo>
                  <a:cubicBezTo>
                    <a:pt x="219" y="3247"/>
                    <a:pt x="1" y="5252"/>
                    <a:pt x="831" y="6927"/>
                  </a:cubicBezTo>
                  <a:lnTo>
                    <a:pt x="349" y="8138"/>
                  </a:lnTo>
                  <a:cubicBezTo>
                    <a:pt x="332" y="8183"/>
                    <a:pt x="328" y="8233"/>
                    <a:pt x="339" y="8282"/>
                  </a:cubicBezTo>
                  <a:cubicBezTo>
                    <a:pt x="367" y="8373"/>
                    <a:pt x="451" y="8437"/>
                    <a:pt x="546" y="8437"/>
                  </a:cubicBezTo>
                  <a:lnTo>
                    <a:pt x="2017" y="8437"/>
                  </a:lnTo>
                  <a:cubicBezTo>
                    <a:pt x="2921" y="9204"/>
                    <a:pt x="4019" y="9573"/>
                    <a:pt x="5108" y="9573"/>
                  </a:cubicBezTo>
                  <a:cubicBezTo>
                    <a:pt x="6632" y="9573"/>
                    <a:pt x="8138" y="8850"/>
                    <a:pt x="9072" y="7480"/>
                  </a:cubicBezTo>
                  <a:cubicBezTo>
                    <a:pt x="10673" y="5129"/>
                    <a:pt x="9888" y="1910"/>
                    <a:pt x="7383" y="562"/>
                  </a:cubicBezTo>
                  <a:cubicBezTo>
                    <a:pt x="7349" y="543"/>
                    <a:pt x="7313" y="535"/>
                    <a:pt x="7278" y="535"/>
                  </a:cubicBezTo>
                  <a:cubicBezTo>
                    <a:pt x="7164" y="535"/>
                    <a:pt x="7060" y="627"/>
                    <a:pt x="7063" y="756"/>
                  </a:cubicBezTo>
                  <a:cubicBezTo>
                    <a:pt x="7063" y="833"/>
                    <a:pt x="7105" y="907"/>
                    <a:pt x="7175" y="942"/>
                  </a:cubicBezTo>
                  <a:cubicBezTo>
                    <a:pt x="9476" y="2170"/>
                    <a:pt x="10191" y="5133"/>
                    <a:pt x="8702" y="7276"/>
                  </a:cubicBezTo>
                  <a:cubicBezTo>
                    <a:pt x="7850" y="8505"/>
                    <a:pt x="6491" y="9150"/>
                    <a:pt x="5118" y="9150"/>
                  </a:cubicBezTo>
                  <a:cubicBezTo>
                    <a:pt x="4099" y="9150"/>
                    <a:pt x="3072" y="8795"/>
                    <a:pt x="2239" y="8060"/>
                  </a:cubicBezTo>
                  <a:cubicBezTo>
                    <a:pt x="2197" y="8025"/>
                    <a:pt x="2147" y="8007"/>
                    <a:pt x="2094" y="8007"/>
                  </a:cubicBezTo>
                  <a:lnTo>
                    <a:pt x="863" y="8007"/>
                  </a:lnTo>
                  <a:lnTo>
                    <a:pt x="1268" y="6994"/>
                  </a:lnTo>
                  <a:cubicBezTo>
                    <a:pt x="1292" y="6938"/>
                    <a:pt x="1289" y="6871"/>
                    <a:pt x="1257" y="6815"/>
                  </a:cubicBezTo>
                  <a:cubicBezTo>
                    <a:pt x="462" y="5295"/>
                    <a:pt x="631" y="3444"/>
                    <a:pt x="1693" y="2093"/>
                  </a:cubicBezTo>
                  <a:cubicBezTo>
                    <a:pt x="2532" y="1026"/>
                    <a:pt x="3803" y="429"/>
                    <a:pt x="5122" y="429"/>
                  </a:cubicBezTo>
                  <a:cubicBezTo>
                    <a:pt x="5473" y="429"/>
                    <a:pt x="5828" y="471"/>
                    <a:pt x="6179" y="559"/>
                  </a:cubicBezTo>
                  <a:cubicBezTo>
                    <a:pt x="6197" y="564"/>
                    <a:pt x="6215" y="566"/>
                    <a:pt x="6233" y="566"/>
                  </a:cubicBezTo>
                  <a:cubicBezTo>
                    <a:pt x="6347" y="566"/>
                    <a:pt x="6447" y="473"/>
                    <a:pt x="6447" y="351"/>
                  </a:cubicBezTo>
                  <a:cubicBezTo>
                    <a:pt x="6447" y="253"/>
                    <a:pt x="6380" y="168"/>
                    <a:pt x="6285" y="144"/>
                  </a:cubicBezTo>
                  <a:cubicBezTo>
                    <a:pt x="5900" y="47"/>
                    <a:pt x="5510" y="0"/>
                    <a:pt x="51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1" name="Google Shape;22941;p91"/>
            <p:cNvSpPr/>
            <p:nvPr/>
          </p:nvSpPr>
          <p:spPr>
            <a:xfrm>
              <a:off x="5192886" y="3923106"/>
              <a:ext cx="139716" cy="93100"/>
            </a:xfrm>
            <a:custGeom>
              <a:rect b="b" l="l" r="r" t="t"/>
              <a:pathLst>
                <a:path extrusionOk="0" h="3577" w="5368">
                  <a:moveTo>
                    <a:pt x="5125" y="1"/>
                  </a:moveTo>
                  <a:cubicBezTo>
                    <a:pt x="5075" y="1"/>
                    <a:pt x="5026" y="18"/>
                    <a:pt x="4987" y="52"/>
                  </a:cubicBezTo>
                  <a:lnTo>
                    <a:pt x="3618" y="1143"/>
                  </a:lnTo>
                  <a:lnTo>
                    <a:pt x="1120" y="1143"/>
                  </a:lnTo>
                  <a:cubicBezTo>
                    <a:pt x="1036" y="1143"/>
                    <a:pt x="959" y="1196"/>
                    <a:pt x="923" y="1277"/>
                  </a:cubicBezTo>
                  <a:lnTo>
                    <a:pt x="65" y="3279"/>
                  </a:lnTo>
                  <a:cubicBezTo>
                    <a:pt x="0" y="3430"/>
                    <a:pt x="121" y="3577"/>
                    <a:pt x="264" y="3577"/>
                  </a:cubicBezTo>
                  <a:cubicBezTo>
                    <a:pt x="300" y="3577"/>
                    <a:pt x="338" y="3567"/>
                    <a:pt x="374" y="3546"/>
                  </a:cubicBezTo>
                  <a:lnTo>
                    <a:pt x="1754" y="2719"/>
                  </a:lnTo>
                  <a:lnTo>
                    <a:pt x="2345" y="2719"/>
                  </a:lnTo>
                  <a:cubicBezTo>
                    <a:pt x="2464" y="2719"/>
                    <a:pt x="2559" y="2624"/>
                    <a:pt x="2559" y="2505"/>
                  </a:cubicBezTo>
                  <a:cubicBezTo>
                    <a:pt x="2559" y="2385"/>
                    <a:pt x="2464" y="2290"/>
                    <a:pt x="2345" y="2290"/>
                  </a:cubicBezTo>
                  <a:lnTo>
                    <a:pt x="1694" y="2290"/>
                  </a:lnTo>
                  <a:cubicBezTo>
                    <a:pt x="1655" y="2290"/>
                    <a:pt x="1616" y="2300"/>
                    <a:pt x="1581" y="2322"/>
                  </a:cubicBezTo>
                  <a:lnTo>
                    <a:pt x="723" y="2835"/>
                  </a:lnTo>
                  <a:lnTo>
                    <a:pt x="1261" y="1576"/>
                  </a:lnTo>
                  <a:lnTo>
                    <a:pt x="3696" y="1576"/>
                  </a:lnTo>
                  <a:cubicBezTo>
                    <a:pt x="3742" y="1576"/>
                    <a:pt x="3791" y="1558"/>
                    <a:pt x="3826" y="1526"/>
                  </a:cubicBezTo>
                  <a:lnTo>
                    <a:pt x="4495" y="995"/>
                  </a:lnTo>
                  <a:lnTo>
                    <a:pt x="3847" y="2290"/>
                  </a:lnTo>
                  <a:lnTo>
                    <a:pt x="3386" y="2290"/>
                  </a:lnTo>
                  <a:cubicBezTo>
                    <a:pt x="3270" y="2290"/>
                    <a:pt x="3172" y="2385"/>
                    <a:pt x="3172" y="2505"/>
                  </a:cubicBezTo>
                  <a:cubicBezTo>
                    <a:pt x="3172" y="2624"/>
                    <a:pt x="3270" y="2719"/>
                    <a:pt x="3386" y="2719"/>
                  </a:cubicBezTo>
                  <a:lnTo>
                    <a:pt x="3981" y="2719"/>
                  </a:lnTo>
                  <a:cubicBezTo>
                    <a:pt x="4062" y="2719"/>
                    <a:pt x="4136" y="2673"/>
                    <a:pt x="4171" y="2600"/>
                  </a:cubicBezTo>
                  <a:lnTo>
                    <a:pt x="5314" y="313"/>
                  </a:lnTo>
                  <a:cubicBezTo>
                    <a:pt x="5367" y="210"/>
                    <a:pt x="5332" y="87"/>
                    <a:pt x="5233" y="28"/>
                  </a:cubicBezTo>
                  <a:cubicBezTo>
                    <a:pt x="5199" y="10"/>
                    <a:pt x="5162" y="1"/>
                    <a:pt x="51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42" name="Google Shape;22942;p91"/>
          <p:cNvGrpSpPr/>
          <p:nvPr/>
        </p:nvGrpSpPr>
        <p:grpSpPr>
          <a:xfrm>
            <a:off x="7438201" y="3354899"/>
            <a:ext cx="403504" cy="382318"/>
            <a:chOff x="7438201" y="3354899"/>
            <a:chExt cx="403504" cy="382318"/>
          </a:xfrm>
        </p:grpSpPr>
        <p:sp>
          <p:nvSpPr>
            <p:cNvPr id="22943" name="Google Shape;22943;p91"/>
            <p:cNvSpPr/>
            <p:nvPr/>
          </p:nvSpPr>
          <p:spPr>
            <a:xfrm>
              <a:off x="7464566" y="3360990"/>
              <a:ext cx="370293" cy="370163"/>
            </a:xfrm>
            <a:custGeom>
              <a:rect b="b" l="l" r="r" t="t"/>
              <a:pathLst>
                <a:path extrusionOk="0" h="14222" w="14227">
                  <a:moveTo>
                    <a:pt x="7112" y="0"/>
                  </a:moveTo>
                  <a:cubicBezTo>
                    <a:pt x="3185" y="0"/>
                    <a:pt x="1" y="3184"/>
                    <a:pt x="1" y="7111"/>
                  </a:cubicBezTo>
                  <a:cubicBezTo>
                    <a:pt x="1" y="11037"/>
                    <a:pt x="3185" y="14222"/>
                    <a:pt x="7112" y="14222"/>
                  </a:cubicBezTo>
                  <a:cubicBezTo>
                    <a:pt x="11042" y="14222"/>
                    <a:pt x="14226" y="11037"/>
                    <a:pt x="14226" y="7111"/>
                  </a:cubicBezTo>
                  <a:cubicBezTo>
                    <a:pt x="14226" y="3184"/>
                    <a:pt x="11042" y="0"/>
                    <a:pt x="71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4" name="Google Shape;22944;p91"/>
            <p:cNvSpPr/>
            <p:nvPr/>
          </p:nvSpPr>
          <p:spPr>
            <a:xfrm>
              <a:off x="7625468" y="3360990"/>
              <a:ext cx="216236" cy="370267"/>
            </a:xfrm>
            <a:custGeom>
              <a:rect b="b" l="l" r="r" t="t"/>
              <a:pathLst>
                <a:path extrusionOk="0" h="14226" w="8308">
                  <a:moveTo>
                    <a:pt x="942" y="0"/>
                  </a:moveTo>
                  <a:cubicBezTo>
                    <a:pt x="938" y="0"/>
                    <a:pt x="934" y="0"/>
                    <a:pt x="930" y="0"/>
                  </a:cubicBezTo>
                  <a:cubicBezTo>
                    <a:pt x="620" y="0"/>
                    <a:pt x="311" y="18"/>
                    <a:pt x="1" y="60"/>
                  </a:cubicBezTo>
                  <a:cubicBezTo>
                    <a:pt x="3541" y="524"/>
                    <a:pt x="6186" y="3540"/>
                    <a:pt x="6186" y="7111"/>
                  </a:cubicBezTo>
                  <a:cubicBezTo>
                    <a:pt x="6186" y="10679"/>
                    <a:pt x="3541" y="13697"/>
                    <a:pt x="1" y="14162"/>
                  </a:cubicBezTo>
                  <a:cubicBezTo>
                    <a:pt x="322" y="14205"/>
                    <a:pt x="640" y="14226"/>
                    <a:pt x="954" y="14226"/>
                  </a:cubicBezTo>
                  <a:cubicBezTo>
                    <a:pt x="4641" y="14226"/>
                    <a:pt x="7791" y="11362"/>
                    <a:pt x="8041" y="7575"/>
                  </a:cubicBezTo>
                  <a:cubicBezTo>
                    <a:pt x="8308" y="3473"/>
                    <a:pt x="5053" y="0"/>
                    <a:pt x="942"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5" name="Google Shape;22945;p91"/>
            <p:cNvSpPr/>
            <p:nvPr/>
          </p:nvSpPr>
          <p:spPr>
            <a:xfrm>
              <a:off x="7665134" y="3400708"/>
              <a:ext cx="57443" cy="49218"/>
            </a:xfrm>
            <a:custGeom>
              <a:rect b="b" l="l" r="r" t="t"/>
              <a:pathLst>
                <a:path extrusionOk="0" h="1891" w="2207">
                  <a:moveTo>
                    <a:pt x="1255" y="1"/>
                  </a:moveTo>
                  <a:cubicBezTo>
                    <a:pt x="1023" y="1"/>
                    <a:pt x="787" y="87"/>
                    <a:pt x="595" y="279"/>
                  </a:cubicBezTo>
                  <a:cubicBezTo>
                    <a:pt x="0" y="874"/>
                    <a:pt x="423" y="1891"/>
                    <a:pt x="1264" y="1891"/>
                  </a:cubicBezTo>
                  <a:cubicBezTo>
                    <a:pt x="1784" y="1887"/>
                    <a:pt x="2203" y="1468"/>
                    <a:pt x="2207" y="948"/>
                  </a:cubicBezTo>
                  <a:cubicBezTo>
                    <a:pt x="2207" y="378"/>
                    <a:pt x="1741" y="1"/>
                    <a:pt x="125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6" name="Google Shape;22946;p91"/>
            <p:cNvSpPr/>
            <p:nvPr/>
          </p:nvSpPr>
          <p:spPr>
            <a:xfrm>
              <a:off x="7523727" y="3481211"/>
              <a:ext cx="251868" cy="210120"/>
            </a:xfrm>
            <a:custGeom>
              <a:rect b="b" l="l" r="r" t="t"/>
              <a:pathLst>
                <a:path extrusionOk="0" h="8073" w="9677">
                  <a:moveTo>
                    <a:pt x="4839" y="1"/>
                  </a:moveTo>
                  <a:cubicBezTo>
                    <a:pt x="2172" y="1"/>
                    <a:pt x="1" y="1813"/>
                    <a:pt x="1" y="4036"/>
                  </a:cubicBezTo>
                  <a:cubicBezTo>
                    <a:pt x="1" y="6264"/>
                    <a:pt x="2172" y="8072"/>
                    <a:pt x="4839" y="8072"/>
                  </a:cubicBezTo>
                  <a:cubicBezTo>
                    <a:pt x="7509" y="8072"/>
                    <a:pt x="9677" y="6264"/>
                    <a:pt x="9677" y="4036"/>
                  </a:cubicBezTo>
                  <a:cubicBezTo>
                    <a:pt x="9677" y="1813"/>
                    <a:pt x="7506" y="1"/>
                    <a:pt x="4839"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7" name="Google Shape;22947;p91"/>
            <p:cNvSpPr/>
            <p:nvPr/>
          </p:nvSpPr>
          <p:spPr>
            <a:xfrm>
              <a:off x="7729058" y="3489331"/>
              <a:ext cx="74022" cy="80477"/>
            </a:xfrm>
            <a:custGeom>
              <a:rect b="b" l="l" r="r" t="t"/>
              <a:pathLst>
                <a:path extrusionOk="0" h="3092" w="2844">
                  <a:moveTo>
                    <a:pt x="1280" y="1"/>
                  </a:moveTo>
                  <a:cubicBezTo>
                    <a:pt x="889" y="1"/>
                    <a:pt x="504" y="147"/>
                    <a:pt x="208" y="424"/>
                  </a:cubicBezTo>
                  <a:lnTo>
                    <a:pt x="0" y="625"/>
                  </a:lnTo>
                  <a:lnTo>
                    <a:pt x="229" y="801"/>
                  </a:lnTo>
                  <a:cubicBezTo>
                    <a:pt x="926" y="1343"/>
                    <a:pt x="1411" y="2036"/>
                    <a:pt x="1629" y="2803"/>
                  </a:cubicBezTo>
                  <a:lnTo>
                    <a:pt x="1714" y="3091"/>
                  </a:lnTo>
                  <a:lnTo>
                    <a:pt x="1981" y="2957"/>
                  </a:lnTo>
                  <a:cubicBezTo>
                    <a:pt x="2505" y="2690"/>
                    <a:pt x="2840" y="2152"/>
                    <a:pt x="2843" y="1561"/>
                  </a:cubicBezTo>
                  <a:cubicBezTo>
                    <a:pt x="2840" y="938"/>
                    <a:pt x="2470" y="375"/>
                    <a:pt x="1900" y="129"/>
                  </a:cubicBezTo>
                  <a:cubicBezTo>
                    <a:pt x="1700" y="43"/>
                    <a:pt x="1489" y="1"/>
                    <a:pt x="128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8" name="Google Shape;22948;p91"/>
            <p:cNvSpPr/>
            <p:nvPr/>
          </p:nvSpPr>
          <p:spPr>
            <a:xfrm>
              <a:off x="7493145" y="3489279"/>
              <a:ext cx="77224" cy="80529"/>
            </a:xfrm>
            <a:custGeom>
              <a:rect b="b" l="l" r="r" t="t"/>
              <a:pathLst>
                <a:path extrusionOk="0" h="3094" w="2967">
                  <a:moveTo>
                    <a:pt x="1686" y="0"/>
                  </a:moveTo>
                  <a:cubicBezTo>
                    <a:pt x="961" y="0"/>
                    <a:pt x="331" y="500"/>
                    <a:pt x="166" y="1204"/>
                  </a:cubicBezTo>
                  <a:cubicBezTo>
                    <a:pt x="1" y="1907"/>
                    <a:pt x="338" y="2636"/>
                    <a:pt x="986" y="2959"/>
                  </a:cubicBezTo>
                  <a:lnTo>
                    <a:pt x="1253" y="3093"/>
                  </a:lnTo>
                  <a:lnTo>
                    <a:pt x="1338" y="2805"/>
                  </a:lnTo>
                  <a:cubicBezTo>
                    <a:pt x="1556" y="2038"/>
                    <a:pt x="2041" y="1345"/>
                    <a:pt x="2738" y="799"/>
                  </a:cubicBezTo>
                  <a:lnTo>
                    <a:pt x="2967" y="623"/>
                  </a:lnTo>
                  <a:lnTo>
                    <a:pt x="2759" y="426"/>
                  </a:lnTo>
                  <a:cubicBezTo>
                    <a:pt x="2467" y="152"/>
                    <a:pt x="2084" y="0"/>
                    <a:pt x="168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9" name="Google Shape;22949;p91"/>
            <p:cNvSpPr/>
            <p:nvPr/>
          </p:nvSpPr>
          <p:spPr>
            <a:xfrm>
              <a:off x="7560556" y="3537534"/>
              <a:ext cx="57339" cy="49218"/>
            </a:xfrm>
            <a:custGeom>
              <a:rect b="b" l="l" r="r" t="t"/>
              <a:pathLst>
                <a:path extrusionOk="0" h="1891" w="2203">
                  <a:moveTo>
                    <a:pt x="1254" y="1"/>
                  </a:moveTo>
                  <a:cubicBezTo>
                    <a:pt x="1023" y="1"/>
                    <a:pt x="787" y="87"/>
                    <a:pt x="595" y="279"/>
                  </a:cubicBezTo>
                  <a:cubicBezTo>
                    <a:pt x="0" y="873"/>
                    <a:pt x="419" y="1890"/>
                    <a:pt x="1260" y="1890"/>
                  </a:cubicBezTo>
                  <a:cubicBezTo>
                    <a:pt x="1781" y="1887"/>
                    <a:pt x="2203" y="1468"/>
                    <a:pt x="2203" y="947"/>
                  </a:cubicBezTo>
                  <a:cubicBezTo>
                    <a:pt x="2203" y="378"/>
                    <a:pt x="1739" y="1"/>
                    <a:pt x="1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0" name="Google Shape;22950;p91"/>
            <p:cNvSpPr/>
            <p:nvPr/>
          </p:nvSpPr>
          <p:spPr>
            <a:xfrm>
              <a:off x="7673203" y="3537534"/>
              <a:ext cx="57339" cy="49218"/>
            </a:xfrm>
            <a:custGeom>
              <a:rect b="b" l="l" r="r" t="t"/>
              <a:pathLst>
                <a:path extrusionOk="0" h="1891" w="2203">
                  <a:moveTo>
                    <a:pt x="1254" y="1"/>
                  </a:moveTo>
                  <a:cubicBezTo>
                    <a:pt x="1023" y="1"/>
                    <a:pt x="787" y="87"/>
                    <a:pt x="595" y="279"/>
                  </a:cubicBezTo>
                  <a:cubicBezTo>
                    <a:pt x="0" y="873"/>
                    <a:pt x="422" y="1890"/>
                    <a:pt x="1263" y="1890"/>
                  </a:cubicBezTo>
                  <a:cubicBezTo>
                    <a:pt x="1780" y="1887"/>
                    <a:pt x="2203" y="1468"/>
                    <a:pt x="2203" y="947"/>
                  </a:cubicBezTo>
                  <a:cubicBezTo>
                    <a:pt x="2203" y="378"/>
                    <a:pt x="1738" y="1"/>
                    <a:pt x="1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1" name="Google Shape;22951;p91"/>
            <p:cNvSpPr/>
            <p:nvPr/>
          </p:nvSpPr>
          <p:spPr>
            <a:xfrm>
              <a:off x="7574298" y="3627511"/>
              <a:ext cx="150777" cy="34877"/>
            </a:xfrm>
            <a:custGeom>
              <a:rect b="b" l="l" r="r" t="t"/>
              <a:pathLst>
                <a:path extrusionOk="0" h="1340" w="5793">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2" name="Google Shape;22952;p91"/>
            <p:cNvSpPr/>
            <p:nvPr/>
          </p:nvSpPr>
          <p:spPr>
            <a:xfrm>
              <a:off x="7643610" y="3395112"/>
              <a:ext cx="85370" cy="94662"/>
            </a:xfrm>
            <a:custGeom>
              <a:rect b="b" l="l" r="r" t="t"/>
              <a:pathLst>
                <a:path extrusionOk="0" h="3637" w="3280">
                  <a:moveTo>
                    <a:pt x="2091" y="466"/>
                  </a:moveTo>
                  <a:cubicBezTo>
                    <a:pt x="2710" y="466"/>
                    <a:pt x="3019" y="1215"/>
                    <a:pt x="2583" y="1652"/>
                  </a:cubicBezTo>
                  <a:cubicBezTo>
                    <a:pt x="2441" y="1794"/>
                    <a:pt x="2265" y="1858"/>
                    <a:pt x="2094" y="1858"/>
                  </a:cubicBezTo>
                  <a:cubicBezTo>
                    <a:pt x="1736" y="1858"/>
                    <a:pt x="1394" y="1581"/>
                    <a:pt x="1394" y="1163"/>
                  </a:cubicBezTo>
                  <a:cubicBezTo>
                    <a:pt x="1394" y="779"/>
                    <a:pt x="1704" y="466"/>
                    <a:pt x="2091" y="466"/>
                  </a:cubicBezTo>
                  <a:close/>
                  <a:moveTo>
                    <a:pt x="2091" y="0"/>
                  </a:moveTo>
                  <a:cubicBezTo>
                    <a:pt x="1521" y="0"/>
                    <a:pt x="1029" y="419"/>
                    <a:pt x="944" y="990"/>
                  </a:cubicBezTo>
                  <a:lnTo>
                    <a:pt x="162" y="1251"/>
                  </a:lnTo>
                  <a:cubicBezTo>
                    <a:pt x="67" y="1282"/>
                    <a:pt x="1" y="1370"/>
                    <a:pt x="4" y="1469"/>
                  </a:cubicBezTo>
                  <a:lnTo>
                    <a:pt x="4" y="3636"/>
                  </a:lnTo>
                  <a:lnTo>
                    <a:pt x="465" y="3636"/>
                  </a:lnTo>
                  <a:lnTo>
                    <a:pt x="465" y="1638"/>
                  </a:lnTo>
                  <a:lnTo>
                    <a:pt x="972" y="1469"/>
                  </a:lnTo>
                  <a:cubicBezTo>
                    <a:pt x="1112" y="1979"/>
                    <a:pt x="1573" y="2319"/>
                    <a:pt x="2086" y="2319"/>
                  </a:cubicBezTo>
                  <a:cubicBezTo>
                    <a:pt x="2150" y="2319"/>
                    <a:pt x="2215" y="2313"/>
                    <a:pt x="2281" y="2303"/>
                  </a:cubicBezTo>
                  <a:cubicBezTo>
                    <a:pt x="2865" y="2208"/>
                    <a:pt x="3280" y="1683"/>
                    <a:pt x="3245" y="1092"/>
                  </a:cubicBezTo>
                  <a:cubicBezTo>
                    <a:pt x="3209" y="498"/>
                    <a:pt x="2731" y="30"/>
                    <a:pt x="2140" y="1"/>
                  </a:cubicBezTo>
                  <a:cubicBezTo>
                    <a:pt x="2124" y="1"/>
                    <a:pt x="2107" y="0"/>
                    <a:pt x="209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3" name="Google Shape;22953;p91"/>
            <p:cNvSpPr/>
            <p:nvPr/>
          </p:nvSpPr>
          <p:spPr>
            <a:xfrm>
              <a:off x="7438201" y="3354899"/>
              <a:ext cx="402776" cy="382318"/>
            </a:xfrm>
            <a:custGeom>
              <a:rect b="b" l="l" r="r" t="t"/>
              <a:pathLst>
                <a:path extrusionOk="0" h="14689" w="15475">
                  <a:moveTo>
                    <a:pt x="8125" y="466"/>
                  </a:moveTo>
                  <a:cubicBezTo>
                    <a:pt x="11918" y="466"/>
                    <a:pt x="15003" y="3552"/>
                    <a:pt x="15003" y="7345"/>
                  </a:cubicBezTo>
                  <a:cubicBezTo>
                    <a:pt x="15003"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3"/>
                    <a:pt x="1" y="6916"/>
                    <a:pt x="1341" y="10153"/>
                  </a:cubicBezTo>
                  <a:cubicBezTo>
                    <a:pt x="2494" y="12940"/>
                    <a:pt x="5202" y="14689"/>
                    <a:pt x="8122" y="14689"/>
                  </a:cubicBezTo>
                  <a:cubicBezTo>
                    <a:pt x="8597" y="14689"/>
                    <a:pt x="9077" y="14643"/>
                    <a:pt x="9557" y="14547"/>
                  </a:cubicBezTo>
                  <a:cubicBezTo>
                    <a:pt x="12994" y="13865"/>
                    <a:pt x="15471" y="10849"/>
                    <a:pt x="15471" y="7345"/>
                  </a:cubicBezTo>
                  <a:cubicBezTo>
                    <a:pt x="15475" y="5396"/>
                    <a:pt x="14701" y="3527"/>
                    <a:pt x="13318" y="2152"/>
                  </a:cubicBezTo>
                  <a:cubicBezTo>
                    <a:pt x="11898" y="732"/>
                    <a:pt x="10017"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4" name="Google Shape;22954;p91"/>
            <p:cNvSpPr/>
            <p:nvPr/>
          </p:nvSpPr>
          <p:spPr>
            <a:xfrm>
              <a:off x="7574298" y="3627511"/>
              <a:ext cx="150777" cy="34877"/>
            </a:xfrm>
            <a:custGeom>
              <a:rect b="b" l="l" r="r" t="t"/>
              <a:pathLst>
                <a:path extrusionOk="0" h="1340" w="5793">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5" name="Google Shape;22955;p91"/>
            <p:cNvSpPr/>
            <p:nvPr/>
          </p:nvSpPr>
          <p:spPr>
            <a:xfrm>
              <a:off x="7482265" y="3395112"/>
              <a:ext cx="326385" cy="301789"/>
            </a:xfrm>
            <a:custGeom>
              <a:rect b="b" l="l" r="r" t="t"/>
              <a:pathLst>
                <a:path extrusionOk="0" h="11595" w="12540">
                  <a:moveTo>
                    <a:pt x="8290" y="466"/>
                  </a:moveTo>
                  <a:cubicBezTo>
                    <a:pt x="8909" y="466"/>
                    <a:pt x="9218" y="1215"/>
                    <a:pt x="8782" y="1652"/>
                  </a:cubicBezTo>
                  <a:cubicBezTo>
                    <a:pt x="8640" y="1794"/>
                    <a:pt x="8464" y="1858"/>
                    <a:pt x="8293" y="1858"/>
                  </a:cubicBezTo>
                  <a:cubicBezTo>
                    <a:pt x="7935" y="1858"/>
                    <a:pt x="7593" y="1581"/>
                    <a:pt x="7593" y="1163"/>
                  </a:cubicBezTo>
                  <a:cubicBezTo>
                    <a:pt x="7593" y="779"/>
                    <a:pt x="7903" y="466"/>
                    <a:pt x="8290" y="466"/>
                  </a:cubicBezTo>
                  <a:close/>
                  <a:moveTo>
                    <a:pt x="2118" y="3868"/>
                  </a:moveTo>
                  <a:cubicBezTo>
                    <a:pt x="2447" y="3868"/>
                    <a:pt x="2765" y="3995"/>
                    <a:pt x="3005" y="4224"/>
                  </a:cubicBezTo>
                  <a:cubicBezTo>
                    <a:pt x="2280" y="4787"/>
                    <a:pt x="1752" y="5525"/>
                    <a:pt x="1516" y="6356"/>
                  </a:cubicBezTo>
                  <a:cubicBezTo>
                    <a:pt x="971" y="6081"/>
                    <a:pt x="683" y="5473"/>
                    <a:pt x="823" y="4878"/>
                  </a:cubicBezTo>
                  <a:cubicBezTo>
                    <a:pt x="964" y="4287"/>
                    <a:pt x="1495" y="3868"/>
                    <a:pt x="2104" y="3868"/>
                  </a:cubicBezTo>
                  <a:cubicBezTo>
                    <a:pt x="2109" y="3868"/>
                    <a:pt x="2113" y="3868"/>
                    <a:pt x="2118" y="3868"/>
                  </a:cubicBezTo>
                  <a:close/>
                  <a:moveTo>
                    <a:pt x="10749" y="3868"/>
                  </a:moveTo>
                  <a:cubicBezTo>
                    <a:pt x="10754" y="3868"/>
                    <a:pt x="10758" y="3868"/>
                    <a:pt x="10763" y="3868"/>
                  </a:cubicBezTo>
                  <a:cubicBezTo>
                    <a:pt x="11372" y="3868"/>
                    <a:pt x="11900" y="4287"/>
                    <a:pt x="12040" y="4878"/>
                  </a:cubicBezTo>
                  <a:cubicBezTo>
                    <a:pt x="12181" y="5473"/>
                    <a:pt x="11892" y="6081"/>
                    <a:pt x="11351" y="6356"/>
                  </a:cubicBezTo>
                  <a:cubicBezTo>
                    <a:pt x="11111" y="5525"/>
                    <a:pt x="10584" y="4787"/>
                    <a:pt x="9862" y="4224"/>
                  </a:cubicBezTo>
                  <a:cubicBezTo>
                    <a:pt x="10102" y="3995"/>
                    <a:pt x="10417" y="3868"/>
                    <a:pt x="10749" y="3868"/>
                  </a:cubicBezTo>
                  <a:close/>
                  <a:moveTo>
                    <a:pt x="8290" y="0"/>
                  </a:moveTo>
                  <a:cubicBezTo>
                    <a:pt x="7720" y="0"/>
                    <a:pt x="7228" y="419"/>
                    <a:pt x="7143" y="990"/>
                  </a:cubicBezTo>
                  <a:lnTo>
                    <a:pt x="6361" y="1251"/>
                  </a:lnTo>
                  <a:cubicBezTo>
                    <a:pt x="6266" y="1282"/>
                    <a:pt x="6200" y="1370"/>
                    <a:pt x="6203" y="1469"/>
                  </a:cubicBezTo>
                  <a:lnTo>
                    <a:pt x="6203" y="3098"/>
                  </a:lnTo>
                  <a:cubicBezTo>
                    <a:pt x="5204" y="3129"/>
                    <a:pt x="4236" y="3425"/>
                    <a:pt x="3388" y="3953"/>
                  </a:cubicBezTo>
                  <a:cubicBezTo>
                    <a:pt x="3035" y="3582"/>
                    <a:pt x="2569" y="3402"/>
                    <a:pt x="2105" y="3402"/>
                  </a:cubicBezTo>
                  <a:cubicBezTo>
                    <a:pt x="1546" y="3402"/>
                    <a:pt x="990" y="3663"/>
                    <a:pt x="640" y="4171"/>
                  </a:cubicBezTo>
                  <a:cubicBezTo>
                    <a:pt x="0" y="5100"/>
                    <a:pt x="376" y="6384"/>
                    <a:pt x="1418" y="6820"/>
                  </a:cubicBezTo>
                  <a:cubicBezTo>
                    <a:pt x="1390" y="6993"/>
                    <a:pt x="1379" y="7169"/>
                    <a:pt x="1379" y="7344"/>
                  </a:cubicBezTo>
                  <a:cubicBezTo>
                    <a:pt x="1379" y="9688"/>
                    <a:pt x="3645" y="11595"/>
                    <a:pt x="6435" y="11595"/>
                  </a:cubicBezTo>
                  <a:cubicBezTo>
                    <a:pt x="7857" y="11595"/>
                    <a:pt x="9141" y="11099"/>
                    <a:pt x="10063" y="10304"/>
                  </a:cubicBezTo>
                  <a:cubicBezTo>
                    <a:pt x="10161" y="10216"/>
                    <a:pt x="10168" y="10061"/>
                    <a:pt x="10073" y="9966"/>
                  </a:cubicBezTo>
                  <a:lnTo>
                    <a:pt x="10070" y="9966"/>
                  </a:lnTo>
                  <a:cubicBezTo>
                    <a:pt x="10025" y="9919"/>
                    <a:pt x="9966" y="9897"/>
                    <a:pt x="9907" y="9897"/>
                  </a:cubicBezTo>
                  <a:cubicBezTo>
                    <a:pt x="9855" y="9897"/>
                    <a:pt x="9802" y="9915"/>
                    <a:pt x="9760" y="9952"/>
                  </a:cubicBezTo>
                  <a:cubicBezTo>
                    <a:pt x="8923" y="10680"/>
                    <a:pt x="7741" y="11130"/>
                    <a:pt x="6432" y="11130"/>
                  </a:cubicBezTo>
                  <a:cubicBezTo>
                    <a:pt x="3902" y="11130"/>
                    <a:pt x="1840" y="9431"/>
                    <a:pt x="1840" y="7344"/>
                  </a:cubicBezTo>
                  <a:cubicBezTo>
                    <a:pt x="1840" y="5255"/>
                    <a:pt x="3902" y="3555"/>
                    <a:pt x="6432" y="3555"/>
                  </a:cubicBezTo>
                  <a:cubicBezTo>
                    <a:pt x="8965" y="3555"/>
                    <a:pt x="11023" y="5255"/>
                    <a:pt x="11023" y="7344"/>
                  </a:cubicBezTo>
                  <a:cubicBezTo>
                    <a:pt x="11020" y="7992"/>
                    <a:pt x="10826" y="8622"/>
                    <a:pt x="10464" y="9160"/>
                  </a:cubicBezTo>
                  <a:cubicBezTo>
                    <a:pt x="10404" y="9248"/>
                    <a:pt x="10415" y="9368"/>
                    <a:pt x="10492" y="9445"/>
                  </a:cubicBezTo>
                  <a:lnTo>
                    <a:pt x="10496" y="9449"/>
                  </a:lnTo>
                  <a:cubicBezTo>
                    <a:pt x="10541" y="9494"/>
                    <a:pt x="10599" y="9515"/>
                    <a:pt x="10656" y="9515"/>
                  </a:cubicBezTo>
                  <a:cubicBezTo>
                    <a:pt x="10729" y="9515"/>
                    <a:pt x="10802" y="9480"/>
                    <a:pt x="10847" y="9413"/>
                  </a:cubicBezTo>
                  <a:cubicBezTo>
                    <a:pt x="11263" y="8801"/>
                    <a:pt x="11484" y="8083"/>
                    <a:pt x="11488" y="7344"/>
                  </a:cubicBezTo>
                  <a:cubicBezTo>
                    <a:pt x="11488" y="7169"/>
                    <a:pt x="11474" y="6993"/>
                    <a:pt x="11449" y="6820"/>
                  </a:cubicBezTo>
                  <a:cubicBezTo>
                    <a:pt x="12107" y="6542"/>
                    <a:pt x="12536" y="5895"/>
                    <a:pt x="12540" y="5181"/>
                  </a:cubicBezTo>
                  <a:cubicBezTo>
                    <a:pt x="12540" y="4456"/>
                    <a:pt x="12097" y="3801"/>
                    <a:pt x="11425" y="3530"/>
                  </a:cubicBezTo>
                  <a:cubicBezTo>
                    <a:pt x="11210" y="3444"/>
                    <a:pt x="10986" y="3403"/>
                    <a:pt x="10764" y="3403"/>
                  </a:cubicBezTo>
                  <a:cubicBezTo>
                    <a:pt x="10286" y="3403"/>
                    <a:pt x="9819" y="3595"/>
                    <a:pt x="9475" y="3953"/>
                  </a:cubicBezTo>
                  <a:cubicBezTo>
                    <a:pt x="8631" y="3425"/>
                    <a:pt x="7660" y="3129"/>
                    <a:pt x="6664" y="3098"/>
                  </a:cubicBezTo>
                  <a:lnTo>
                    <a:pt x="6664" y="1638"/>
                  </a:lnTo>
                  <a:lnTo>
                    <a:pt x="7171" y="1469"/>
                  </a:lnTo>
                  <a:cubicBezTo>
                    <a:pt x="7311" y="1979"/>
                    <a:pt x="7772" y="2319"/>
                    <a:pt x="8285" y="2319"/>
                  </a:cubicBezTo>
                  <a:cubicBezTo>
                    <a:pt x="8349" y="2319"/>
                    <a:pt x="8414" y="2313"/>
                    <a:pt x="8480" y="2303"/>
                  </a:cubicBezTo>
                  <a:cubicBezTo>
                    <a:pt x="9064" y="2208"/>
                    <a:pt x="9479" y="1683"/>
                    <a:pt x="9444" y="1092"/>
                  </a:cubicBezTo>
                  <a:cubicBezTo>
                    <a:pt x="9408" y="498"/>
                    <a:pt x="8930" y="30"/>
                    <a:pt x="8339" y="1"/>
                  </a:cubicBezTo>
                  <a:cubicBezTo>
                    <a:pt x="8323" y="1"/>
                    <a:pt x="8306" y="0"/>
                    <a:pt x="8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6" name="Google Shape;22956;p91"/>
            <p:cNvSpPr/>
            <p:nvPr/>
          </p:nvSpPr>
          <p:spPr>
            <a:xfrm>
              <a:off x="7553034" y="3531912"/>
              <a:ext cx="70561" cy="60410"/>
            </a:xfrm>
            <a:custGeom>
              <a:rect b="b" l="l" r="r" t="t"/>
              <a:pathLst>
                <a:path extrusionOk="0" h="2321" w="2711">
                  <a:moveTo>
                    <a:pt x="1555" y="464"/>
                  </a:moveTo>
                  <a:cubicBezTo>
                    <a:pt x="1726" y="464"/>
                    <a:pt x="1900" y="528"/>
                    <a:pt x="2042" y="671"/>
                  </a:cubicBezTo>
                  <a:cubicBezTo>
                    <a:pt x="2481" y="1107"/>
                    <a:pt x="2168" y="1856"/>
                    <a:pt x="1549" y="1856"/>
                  </a:cubicBezTo>
                  <a:cubicBezTo>
                    <a:pt x="1165" y="1856"/>
                    <a:pt x="856" y="1547"/>
                    <a:pt x="856" y="1163"/>
                  </a:cubicBezTo>
                  <a:cubicBezTo>
                    <a:pt x="856" y="742"/>
                    <a:pt x="1198" y="464"/>
                    <a:pt x="1555" y="464"/>
                  </a:cubicBezTo>
                  <a:close/>
                  <a:moveTo>
                    <a:pt x="1542" y="0"/>
                  </a:moveTo>
                  <a:cubicBezTo>
                    <a:pt x="1257" y="0"/>
                    <a:pt x="966" y="106"/>
                    <a:pt x="729" y="343"/>
                  </a:cubicBezTo>
                  <a:cubicBezTo>
                    <a:pt x="1" y="1072"/>
                    <a:pt x="518" y="2321"/>
                    <a:pt x="1549" y="2321"/>
                  </a:cubicBezTo>
                  <a:cubicBezTo>
                    <a:pt x="2189" y="2321"/>
                    <a:pt x="2710" y="1804"/>
                    <a:pt x="2710" y="1163"/>
                  </a:cubicBezTo>
                  <a:cubicBezTo>
                    <a:pt x="2710" y="464"/>
                    <a:pt x="2139" y="0"/>
                    <a:pt x="15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7" name="Google Shape;22957;p91"/>
            <p:cNvSpPr/>
            <p:nvPr/>
          </p:nvSpPr>
          <p:spPr>
            <a:xfrm>
              <a:off x="7665681" y="3531964"/>
              <a:ext cx="70535" cy="60384"/>
            </a:xfrm>
            <a:custGeom>
              <a:rect b="b" l="l" r="r" t="t"/>
              <a:pathLst>
                <a:path extrusionOk="0" h="2320" w="2710">
                  <a:moveTo>
                    <a:pt x="1546" y="462"/>
                  </a:moveTo>
                  <a:cubicBezTo>
                    <a:pt x="1903" y="462"/>
                    <a:pt x="2245" y="740"/>
                    <a:pt x="2245" y="1161"/>
                  </a:cubicBezTo>
                  <a:cubicBezTo>
                    <a:pt x="2245" y="1545"/>
                    <a:pt x="1936" y="1854"/>
                    <a:pt x="1552" y="1854"/>
                  </a:cubicBezTo>
                  <a:cubicBezTo>
                    <a:pt x="929" y="1854"/>
                    <a:pt x="620" y="1105"/>
                    <a:pt x="1060" y="669"/>
                  </a:cubicBezTo>
                  <a:cubicBezTo>
                    <a:pt x="1201" y="526"/>
                    <a:pt x="1375" y="462"/>
                    <a:pt x="1546" y="462"/>
                  </a:cubicBezTo>
                  <a:close/>
                  <a:moveTo>
                    <a:pt x="1552" y="0"/>
                  </a:moveTo>
                  <a:cubicBezTo>
                    <a:pt x="518" y="0"/>
                    <a:pt x="1" y="1249"/>
                    <a:pt x="732" y="1977"/>
                  </a:cubicBezTo>
                  <a:cubicBezTo>
                    <a:pt x="954" y="2201"/>
                    <a:pt x="1249" y="2319"/>
                    <a:pt x="1551" y="2319"/>
                  </a:cubicBezTo>
                  <a:cubicBezTo>
                    <a:pt x="1700" y="2319"/>
                    <a:pt x="1851" y="2290"/>
                    <a:pt x="1996" y="2231"/>
                  </a:cubicBezTo>
                  <a:cubicBezTo>
                    <a:pt x="2428" y="2051"/>
                    <a:pt x="2710" y="1629"/>
                    <a:pt x="2710" y="1158"/>
                  </a:cubicBezTo>
                  <a:cubicBezTo>
                    <a:pt x="2710" y="521"/>
                    <a:pt x="2189" y="0"/>
                    <a:pt x="15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58" name="Google Shape;22958;p91"/>
          <p:cNvGrpSpPr/>
          <p:nvPr/>
        </p:nvGrpSpPr>
        <p:grpSpPr>
          <a:xfrm>
            <a:off x="5160300" y="2435035"/>
            <a:ext cx="288515" cy="350512"/>
            <a:chOff x="5160300" y="2435035"/>
            <a:chExt cx="288515" cy="350512"/>
          </a:xfrm>
        </p:grpSpPr>
        <p:sp>
          <p:nvSpPr>
            <p:cNvPr id="22959" name="Google Shape;22959;p91"/>
            <p:cNvSpPr/>
            <p:nvPr/>
          </p:nvSpPr>
          <p:spPr>
            <a:xfrm>
              <a:off x="5255821" y="2440189"/>
              <a:ext cx="113766" cy="29125"/>
            </a:xfrm>
            <a:custGeom>
              <a:rect b="b" l="l" r="r" t="t"/>
              <a:pathLst>
                <a:path extrusionOk="0" h="1119" w="4371">
                  <a:moveTo>
                    <a:pt x="328" y="0"/>
                  </a:moveTo>
                  <a:cubicBezTo>
                    <a:pt x="145" y="0"/>
                    <a:pt x="1" y="148"/>
                    <a:pt x="1" y="327"/>
                  </a:cubicBezTo>
                  <a:lnTo>
                    <a:pt x="1" y="792"/>
                  </a:lnTo>
                  <a:cubicBezTo>
                    <a:pt x="1" y="972"/>
                    <a:pt x="142" y="1119"/>
                    <a:pt x="321" y="1119"/>
                  </a:cubicBezTo>
                  <a:cubicBezTo>
                    <a:pt x="324" y="1119"/>
                    <a:pt x="326" y="1119"/>
                    <a:pt x="328" y="1119"/>
                  </a:cubicBezTo>
                  <a:lnTo>
                    <a:pt x="4036" y="1119"/>
                  </a:lnTo>
                  <a:cubicBezTo>
                    <a:pt x="4219" y="1119"/>
                    <a:pt x="4364" y="971"/>
                    <a:pt x="4367" y="792"/>
                  </a:cubicBezTo>
                  <a:lnTo>
                    <a:pt x="4367" y="327"/>
                  </a:lnTo>
                  <a:cubicBezTo>
                    <a:pt x="4371" y="148"/>
                    <a:pt x="4223" y="0"/>
                    <a:pt x="40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0" name="Google Shape;22960;p91"/>
            <p:cNvSpPr/>
            <p:nvPr/>
          </p:nvSpPr>
          <p:spPr>
            <a:xfrm>
              <a:off x="5337339" y="2440189"/>
              <a:ext cx="32066" cy="29125"/>
            </a:xfrm>
            <a:custGeom>
              <a:rect b="b" l="l" r="r" t="t"/>
              <a:pathLst>
                <a:path extrusionOk="0" h="1119" w="1232">
                  <a:moveTo>
                    <a:pt x="0" y="0"/>
                  </a:moveTo>
                  <a:cubicBezTo>
                    <a:pt x="183" y="0"/>
                    <a:pt x="327" y="148"/>
                    <a:pt x="327" y="327"/>
                  </a:cubicBezTo>
                  <a:lnTo>
                    <a:pt x="327" y="792"/>
                  </a:lnTo>
                  <a:cubicBezTo>
                    <a:pt x="327" y="975"/>
                    <a:pt x="183" y="1119"/>
                    <a:pt x="0" y="1119"/>
                  </a:cubicBezTo>
                  <a:lnTo>
                    <a:pt x="904" y="1119"/>
                  </a:lnTo>
                  <a:cubicBezTo>
                    <a:pt x="1084" y="1119"/>
                    <a:pt x="1232" y="975"/>
                    <a:pt x="1232" y="792"/>
                  </a:cubicBezTo>
                  <a:lnTo>
                    <a:pt x="1232" y="327"/>
                  </a:lnTo>
                  <a:cubicBezTo>
                    <a:pt x="1232" y="148"/>
                    <a:pt x="1084" y="4"/>
                    <a:pt x="90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1" name="Google Shape;22961;p91"/>
            <p:cNvSpPr/>
            <p:nvPr/>
          </p:nvSpPr>
          <p:spPr>
            <a:xfrm>
              <a:off x="5186223" y="2469288"/>
              <a:ext cx="247834" cy="311133"/>
            </a:xfrm>
            <a:custGeom>
              <a:rect b="b" l="l" r="r" t="t"/>
              <a:pathLst>
                <a:path extrusionOk="0" h="11954" w="9522">
                  <a:moveTo>
                    <a:pt x="3477" y="1"/>
                  </a:moveTo>
                  <a:lnTo>
                    <a:pt x="3477" y="3484"/>
                  </a:lnTo>
                  <a:cubicBezTo>
                    <a:pt x="3477" y="3695"/>
                    <a:pt x="3350" y="3885"/>
                    <a:pt x="3153" y="3959"/>
                  </a:cubicBezTo>
                  <a:cubicBezTo>
                    <a:pt x="1707" y="4533"/>
                    <a:pt x="648" y="5789"/>
                    <a:pt x="324" y="7305"/>
                  </a:cubicBezTo>
                  <a:cubicBezTo>
                    <a:pt x="1" y="8825"/>
                    <a:pt x="462" y="10405"/>
                    <a:pt x="1549" y="11513"/>
                  </a:cubicBezTo>
                  <a:cubicBezTo>
                    <a:pt x="1820" y="11795"/>
                    <a:pt x="2196" y="11953"/>
                    <a:pt x="2587" y="11953"/>
                  </a:cubicBezTo>
                  <a:lnTo>
                    <a:pt x="7129" y="11953"/>
                  </a:lnTo>
                  <a:cubicBezTo>
                    <a:pt x="7523" y="11950"/>
                    <a:pt x="7896" y="11791"/>
                    <a:pt x="8171" y="11513"/>
                  </a:cubicBezTo>
                  <a:cubicBezTo>
                    <a:pt x="9043" y="10620"/>
                    <a:pt x="9522" y="9413"/>
                    <a:pt x="9490" y="8164"/>
                  </a:cubicBezTo>
                  <a:cubicBezTo>
                    <a:pt x="9444" y="6302"/>
                    <a:pt x="8294" y="4649"/>
                    <a:pt x="6563" y="3963"/>
                  </a:cubicBezTo>
                  <a:cubicBezTo>
                    <a:pt x="6369" y="3885"/>
                    <a:pt x="6239" y="3695"/>
                    <a:pt x="6239" y="3484"/>
                  </a:cubicBezTo>
                  <a:lnTo>
                    <a:pt x="6239"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2" name="Google Shape;22962;p91"/>
            <p:cNvSpPr/>
            <p:nvPr/>
          </p:nvSpPr>
          <p:spPr>
            <a:xfrm>
              <a:off x="5276695" y="2469288"/>
              <a:ext cx="157362" cy="309207"/>
            </a:xfrm>
            <a:custGeom>
              <a:rect b="b" l="l" r="r" t="t"/>
              <a:pathLst>
                <a:path extrusionOk="0" h="11880" w="6046">
                  <a:moveTo>
                    <a:pt x="1" y="1"/>
                  </a:moveTo>
                  <a:lnTo>
                    <a:pt x="1" y="469"/>
                  </a:lnTo>
                  <a:lnTo>
                    <a:pt x="1426" y="469"/>
                  </a:lnTo>
                  <a:cubicBezTo>
                    <a:pt x="1788" y="469"/>
                    <a:pt x="2080" y="761"/>
                    <a:pt x="2080" y="1123"/>
                  </a:cubicBezTo>
                  <a:lnTo>
                    <a:pt x="2080" y="3952"/>
                  </a:lnTo>
                  <a:cubicBezTo>
                    <a:pt x="2080" y="4163"/>
                    <a:pt x="2210" y="4350"/>
                    <a:pt x="2404" y="4427"/>
                  </a:cubicBezTo>
                  <a:cubicBezTo>
                    <a:pt x="3825" y="4990"/>
                    <a:pt x="4878" y="6218"/>
                    <a:pt x="5215" y="7706"/>
                  </a:cubicBezTo>
                  <a:cubicBezTo>
                    <a:pt x="5557" y="9195"/>
                    <a:pt x="5141" y="10753"/>
                    <a:pt x="4107" y="11879"/>
                  </a:cubicBezTo>
                  <a:cubicBezTo>
                    <a:pt x="4329" y="11805"/>
                    <a:pt x="4533" y="11679"/>
                    <a:pt x="4695" y="11510"/>
                  </a:cubicBezTo>
                  <a:cubicBezTo>
                    <a:pt x="5567" y="10620"/>
                    <a:pt x="6046" y="9413"/>
                    <a:pt x="6014" y="8164"/>
                  </a:cubicBezTo>
                  <a:cubicBezTo>
                    <a:pt x="5968" y="6302"/>
                    <a:pt x="4818" y="4649"/>
                    <a:pt x="3087" y="3963"/>
                  </a:cubicBezTo>
                  <a:cubicBezTo>
                    <a:pt x="2893" y="3885"/>
                    <a:pt x="2763" y="3695"/>
                    <a:pt x="2763" y="3484"/>
                  </a:cubicBezTo>
                  <a:lnTo>
                    <a:pt x="2763"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3" name="Google Shape;22963;p91"/>
            <p:cNvSpPr/>
            <p:nvPr/>
          </p:nvSpPr>
          <p:spPr>
            <a:xfrm>
              <a:off x="5192001" y="2637009"/>
              <a:ext cx="242056" cy="143307"/>
            </a:xfrm>
            <a:custGeom>
              <a:rect b="b" l="l" r="r" t="t"/>
              <a:pathLst>
                <a:path extrusionOk="0" h="5506" w="9300">
                  <a:moveTo>
                    <a:pt x="2454" y="0"/>
                  </a:moveTo>
                  <a:cubicBezTo>
                    <a:pt x="1131" y="0"/>
                    <a:pt x="169" y="587"/>
                    <a:pt x="169" y="587"/>
                  </a:cubicBezTo>
                  <a:cubicBezTo>
                    <a:pt x="57" y="988"/>
                    <a:pt x="0" y="1407"/>
                    <a:pt x="0" y="1825"/>
                  </a:cubicBezTo>
                  <a:cubicBezTo>
                    <a:pt x="0" y="3039"/>
                    <a:pt x="475" y="4204"/>
                    <a:pt x="1327" y="5069"/>
                  </a:cubicBezTo>
                  <a:cubicBezTo>
                    <a:pt x="1598" y="5347"/>
                    <a:pt x="1974" y="5506"/>
                    <a:pt x="2365" y="5506"/>
                  </a:cubicBezTo>
                  <a:lnTo>
                    <a:pt x="6907" y="5506"/>
                  </a:lnTo>
                  <a:cubicBezTo>
                    <a:pt x="7301" y="5506"/>
                    <a:pt x="7674" y="5347"/>
                    <a:pt x="7949" y="5066"/>
                  </a:cubicBezTo>
                  <a:cubicBezTo>
                    <a:pt x="8825" y="4176"/>
                    <a:pt x="9300" y="2969"/>
                    <a:pt x="9268" y="1720"/>
                  </a:cubicBezTo>
                  <a:cubicBezTo>
                    <a:pt x="9257" y="1234"/>
                    <a:pt x="9169" y="752"/>
                    <a:pt x="9011" y="291"/>
                  </a:cubicBezTo>
                  <a:cubicBezTo>
                    <a:pt x="9009" y="291"/>
                    <a:pt x="7963" y="1104"/>
                    <a:pt x="6533" y="1104"/>
                  </a:cubicBezTo>
                  <a:cubicBezTo>
                    <a:pt x="5949" y="1104"/>
                    <a:pt x="5301" y="968"/>
                    <a:pt x="4634" y="587"/>
                  </a:cubicBezTo>
                  <a:cubicBezTo>
                    <a:pt x="3867" y="147"/>
                    <a:pt x="3115" y="0"/>
                    <a:pt x="2454"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4" name="Google Shape;22964;p91"/>
            <p:cNvSpPr/>
            <p:nvPr/>
          </p:nvSpPr>
          <p:spPr>
            <a:xfrm>
              <a:off x="5383668" y="2644661"/>
              <a:ext cx="50311" cy="133729"/>
            </a:xfrm>
            <a:custGeom>
              <a:rect b="b" l="l" r="r" t="t"/>
              <a:pathLst>
                <a:path extrusionOk="0" h="5138" w="1933">
                  <a:moveTo>
                    <a:pt x="1647" y="1"/>
                  </a:moveTo>
                  <a:cubicBezTo>
                    <a:pt x="1425" y="159"/>
                    <a:pt x="1190" y="296"/>
                    <a:pt x="943" y="405"/>
                  </a:cubicBezTo>
                  <a:cubicBezTo>
                    <a:pt x="1116" y="884"/>
                    <a:pt x="1214" y="1387"/>
                    <a:pt x="1225" y="1894"/>
                  </a:cubicBezTo>
                  <a:cubicBezTo>
                    <a:pt x="1253" y="3093"/>
                    <a:pt x="817" y="4258"/>
                    <a:pt x="0" y="5138"/>
                  </a:cubicBezTo>
                  <a:lnTo>
                    <a:pt x="81" y="5113"/>
                  </a:lnTo>
                  <a:cubicBezTo>
                    <a:pt x="85" y="5113"/>
                    <a:pt x="85" y="5113"/>
                    <a:pt x="85" y="5110"/>
                  </a:cubicBezTo>
                  <a:cubicBezTo>
                    <a:pt x="166" y="5074"/>
                    <a:pt x="240" y="5039"/>
                    <a:pt x="314" y="4993"/>
                  </a:cubicBezTo>
                  <a:cubicBezTo>
                    <a:pt x="317" y="4990"/>
                    <a:pt x="317" y="4990"/>
                    <a:pt x="321" y="4990"/>
                  </a:cubicBezTo>
                  <a:cubicBezTo>
                    <a:pt x="342" y="4979"/>
                    <a:pt x="363" y="4965"/>
                    <a:pt x="380" y="4948"/>
                  </a:cubicBezTo>
                  <a:cubicBezTo>
                    <a:pt x="388" y="4944"/>
                    <a:pt x="395" y="4941"/>
                    <a:pt x="398" y="4937"/>
                  </a:cubicBezTo>
                  <a:cubicBezTo>
                    <a:pt x="416" y="4923"/>
                    <a:pt x="430" y="4912"/>
                    <a:pt x="447" y="4898"/>
                  </a:cubicBezTo>
                  <a:cubicBezTo>
                    <a:pt x="454" y="4891"/>
                    <a:pt x="461" y="4888"/>
                    <a:pt x="468" y="4881"/>
                  </a:cubicBezTo>
                  <a:cubicBezTo>
                    <a:pt x="483" y="4867"/>
                    <a:pt x="497" y="4856"/>
                    <a:pt x="511" y="4846"/>
                  </a:cubicBezTo>
                  <a:lnTo>
                    <a:pt x="528" y="4828"/>
                  </a:lnTo>
                  <a:cubicBezTo>
                    <a:pt x="549" y="4810"/>
                    <a:pt x="570" y="4793"/>
                    <a:pt x="592" y="4772"/>
                  </a:cubicBezTo>
                  <a:cubicBezTo>
                    <a:pt x="1457" y="3878"/>
                    <a:pt x="1932" y="2671"/>
                    <a:pt x="1904" y="1426"/>
                  </a:cubicBezTo>
                  <a:cubicBezTo>
                    <a:pt x="1904" y="1398"/>
                    <a:pt x="1900" y="1366"/>
                    <a:pt x="1900" y="1338"/>
                  </a:cubicBezTo>
                  <a:cubicBezTo>
                    <a:pt x="1900" y="1327"/>
                    <a:pt x="1897" y="1320"/>
                    <a:pt x="1897" y="1310"/>
                  </a:cubicBezTo>
                  <a:cubicBezTo>
                    <a:pt x="1897" y="1288"/>
                    <a:pt x="1893" y="1267"/>
                    <a:pt x="1893" y="1246"/>
                  </a:cubicBezTo>
                  <a:cubicBezTo>
                    <a:pt x="1893" y="1236"/>
                    <a:pt x="1893" y="1225"/>
                    <a:pt x="1893" y="1215"/>
                  </a:cubicBezTo>
                  <a:cubicBezTo>
                    <a:pt x="1890" y="1193"/>
                    <a:pt x="1890" y="1172"/>
                    <a:pt x="1890" y="1151"/>
                  </a:cubicBezTo>
                  <a:cubicBezTo>
                    <a:pt x="1890" y="1141"/>
                    <a:pt x="1886" y="1130"/>
                    <a:pt x="1886" y="1120"/>
                  </a:cubicBezTo>
                  <a:cubicBezTo>
                    <a:pt x="1886" y="1109"/>
                    <a:pt x="1883" y="1081"/>
                    <a:pt x="1879" y="1063"/>
                  </a:cubicBezTo>
                  <a:cubicBezTo>
                    <a:pt x="1876" y="1053"/>
                    <a:pt x="1876" y="1042"/>
                    <a:pt x="1876" y="1028"/>
                  </a:cubicBezTo>
                  <a:cubicBezTo>
                    <a:pt x="1872" y="1011"/>
                    <a:pt x="1872" y="989"/>
                    <a:pt x="1869" y="972"/>
                  </a:cubicBezTo>
                  <a:cubicBezTo>
                    <a:pt x="1869" y="961"/>
                    <a:pt x="1865" y="951"/>
                    <a:pt x="1869" y="944"/>
                  </a:cubicBezTo>
                  <a:cubicBezTo>
                    <a:pt x="1865" y="923"/>
                    <a:pt x="1862" y="901"/>
                    <a:pt x="1862" y="884"/>
                  </a:cubicBezTo>
                  <a:cubicBezTo>
                    <a:pt x="1858" y="873"/>
                    <a:pt x="1858" y="863"/>
                    <a:pt x="1858" y="852"/>
                  </a:cubicBezTo>
                  <a:cubicBezTo>
                    <a:pt x="1855" y="831"/>
                    <a:pt x="1851" y="810"/>
                    <a:pt x="1848" y="792"/>
                  </a:cubicBezTo>
                  <a:cubicBezTo>
                    <a:pt x="1848" y="782"/>
                    <a:pt x="1844" y="775"/>
                    <a:pt x="1844" y="764"/>
                  </a:cubicBezTo>
                  <a:cubicBezTo>
                    <a:pt x="1844" y="743"/>
                    <a:pt x="1841" y="726"/>
                    <a:pt x="1834" y="704"/>
                  </a:cubicBezTo>
                  <a:cubicBezTo>
                    <a:pt x="1830" y="694"/>
                    <a:pt x="1830" y="687"/>
                    <a:pt x="1830" y="676"/>
                  </a:cubicBezTo>
                  <a:cubicBezTo>
                    <a:pt x="1830" y="655"/>
                    <a:pt x="1823" y="634"/>
                    <a:pt x="1820" y="613"/>
                  </a:cubicBezTo>
                  <a:cubicBezTo>
                    <a:pt x="1816" y="609"/>
                    <a:pt x="1816" y="599"/>
                    <a:pt x="1812" y="592"/>
                  </a:cubicBezTo>
                  <a:cubicBezTo>
                    <a:pt x="1809" y="571"/>
                    <a:pt x="1805" y="550"/>
                    <a:pt x="1798" y="525"/>
                  </a:cubicBezTo>
                  <a:cubicBezTo>
                    <a:pt x="1795" y="518"/>
                    <a:pt x="1795" y="511"/>
                    <a:pt x="1795" y="504"/>
                  </a:cubicBezTo>
                  <a:cubicBezTo>
                    <a:pt x="1788" y="483"/>
                    <a:pt x="1784" y="462"/>
                    <a:pt x="1777" y="441"/>
                  </a:cubicBezTo>
                  <a:cubicBezTo>
                    <a:pt x="1774" y="433"/>
                    <a:pt x="1774" y="426"/>
                    <a:pt x="1774" y="419"/>
                  </a:cubicBezTo>
                  <a:lnTo>
                    <a:pt x="1756" y="349"/>
                  </a:lnTo>
                  <a:cubicBezTo>
                    <a:pt x="1753" y="346"/>
                    <a:pt x="1753" y="338"/>
                    <a:pt x="1753" y="335"/>
                  </a:cubicBezTo>
                  <a:cubicBezTo>
                    <a:pt x="1746" y="310"/>
                    <a:pt x="1739" y="286"/>
                    <a:pt x="1732" y="261"/>
                  </a:cubicBezTo>
                  <a:cubicBezTo>
                    <a:pt x="1728" y="258"/>
                    <a:pt x="1728" y="254"/>
                    <a:pt x="1728" y="251"/>
                  </a:cubicBezTo>
                  <a:cubicBezTo>
                    <a:pt x="1721" y="222"/>
                    <a:pt x="1714" y="198"/>
                    <a:pt x="1707" y="173"/>
                  </a:cubicBezTo>
                  <a:cubicBezTo>
                    <a:pt x="1707" y="173"/>
                    <a:pt x="1703" y="170"/>
                    <a:pt x="1703" y="166"/>
                  </a:cubicBezTo>
                  <a:cubicBezTo>
                    <a:pt x="1696" y="138"/>
                    <a:pt x="1686" y="113"/>
                    <a:pt x="1675" y="89"/>
                  </a:cubicBezTo>
                  <a:cubicBezTo>
                    <a:pt x="1675" y="85"/>
                    <a:pt x="1675" y="85"/>
                    <a:pt x="1675" y="82"/>
                  </a:cubicBezTo>
                  <a:cubicBezTo>
                    <a:pt x="1665" y="53"/>
                    <a:pt x="1654" y="25"/>
                    <a:pt x="164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5" name="Google Shape;22965;p91"/>
            <p:cNvSpPr/>
            <p:nvPr/>
          </p:nvSpPr>
          <p:spPr>
            <a:xfrm>
              <a:off x="5385308" y="2681854"/>
              <a:ext cx="18167" cy="15564"/>
            </a:xfrm>
            <a:custGeom>
              <a:rect b="b" l="l" r="r" t="t"/>
              <a:pathLst>
                <a:path extrusionOk="0" h="598" w="698">
                  <a:moveTo>
                    <a:pt x="398" y="0"/>
                  </a:moveTo>
                  <a:cubicBezTo>
                    <a:pt x="135" y="0"/>
                    <a:pt x="1" y="320"/>
                    <a:pt x="187" y="510"/>
                  </a:cubicBezTo>
                  <a:cubicBezTo>
                    <a:pt x="248" y="570"/>
                    <a:pt x="323" y="597"/>
                    <a:pt x="396" y="597"/>
                  </a:cubicBezTo>
                  <a:cubicBezTo>
                    <a:pt x="550" y="597"/>
                    <a:pt x="697" y="478"/>
                    <a:pt x="697" y="299"/>
                  </a:cubicBezTo>
                  <a:cubicBezTo>
                    <a:pt x="697" y="134"/>
                    <a:pt x="564" y="0"/>
                    <a:pt x="398"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6" name="Google Shape;22966;p91"/>
            <p:cNvSpPr/>
            <p:nvPr/>
          </p:nvSpPr>
          <p:spPr>
            <a:xfrm>
              <a:off x="5347594" y="2739089"/>
              <a:ext cx="15773" cy="13482"/>
            </a:xfrm>
            <a:custGeom>
              <a:rect b="b" l="l" r="r" t="t"/>
              <a:pathLst>
                <a:path extrusionOk="0" h="518" w="606">
                  <a:moveTo>
                    <a:pt x="351" y="0"/>
                  </a:moveTo>
                  <a:cubicBezTo>
                    <a:pt x="349" y="0"/>
                    <a:pt x="347" y="0"/>
                    <a:pt x="345" y="0"/>
                  </a:cubicBezTo>
                  <a:cubicBezTo>
                    <a:pt x="116" y="0"/>
                    <a:pt x="0" y="278"/>
                    <a:pt x="162" y="440"/>
                  </a:cubicBezTo>
                  <a:cubicBezTo>
                    <a:pt x="215" y="494"/>
                    <a:pt x="280" y="518"/>
                    <a:pt x="344" y="518"/>
                  </a:cubicBezTo>
                  <a:cubicBezTo>
                    <a:pt x="477" y="518"/>
                    <a:pt x="605" y="414"/>
                    <a:pt x="605" y="257"/>
                  </a:cubicBezTo>
                  <a:cubicBezTo>
                    <a:pt x="605" y="118"/>
                    <a:pt x="493" y="0"/>
                    <a:pt x="351"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7" name="Google Shape;22967;p91"/>
            <p:cNvSpPr/>
            <p:nvPr/>
          </p:nvSpPr>
          <p:spPr>
            <a:xfrm>
              <a:off x="5244291" y="2672406"/>
              <a:ext cx="15773" cy="13560"/>
            </a:xfrm>
            <a:custGeom>
              <a:rect b="b" l="l" r="r" t="t"/>
              <a:pathLst>
                <a:path extrusionOk="0" h="521" w="606">
                  <a:moveTo>
                    <a:pt x="345" y="1"/>
                  </a:moveTo>
                  <a:cubicBezTo>
                    <a:pt x="116" y="1"/>
                    <a:pt x="0" y="282"/>
                    <a:pt x="162" y="444"/>
                  </a:cubicBezTo>
                  <a:cubicBezTo>
                    <a:pt x="216" y="497"/>
                    <a:pt x="281" y="520"/>
                    <a:pt x="345" y="520"/>
                  </a:cubicBezTo>
                  <a:cubicBezTo>
                    <a:pt x="479" y="520"/>
                    <a:pt x="606" y="418"/>
                    <a:pt x="606" y="261"/>
                  </a:cubicBezTo>
                  <a:cubicBezTo>
                    <a:pt x="606" y="117"/>
                    <a:pt x="489" y="1"/>
                    <a:pt x="345"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8" name="Google Shape;22968;p91"/>
            <p:cNvSpPr/>
            <p:nvPr/>
          </p:nvSpPr>
          <p:spPr>
            <a:xfrm>
              <a:off x="5266622" y="2739089"/>
              <a:ext cx="15799" cy="13482"/>
            </a:xfrm>
            <a:custGeom>
              <a:rect b="b" l="l" r="r" t="t"/>
              <a:pathLst>
                <a:path extrusionOk="0" h="518" w="607">
                  <a:moveTo>
                    <a:pt x="352" y="0"/>
                  </a:moveTo>
                  <a:cubicBezTo>
                    <a:pt x="350" y="0"/>
                    <a:pt x="348" y="0"/>
                    <a:pt x="346" y="0"/>
                  </a:cubicBezTo>
                  <a:cubicBezTo>
                    <a:pt x="117" y="0"/>
                    <a:pt x="1" y="278"/>
                    <a:pt x="163" y="440"/>
                  </a:cubicBezTo>
                  <a:cubicBezTo>
                    <a:pt x="216" y="494"/>
                    <a:pt x="282" y="518"/>
                    <a:pt x="346" y="518"/>
                  </a:cubicBezTo>
                  <a:cubicBezTo>
                    <a:pt x="479" y="518"/>
                    <a:pt x="606" y="414"/>
                    <a:pt x="606" y="257"/>
                  </a:cubicBezTo>
                  <a:cubicBezTo>
                    <a:pt x="606" y="118"/>
                    <a:pt x="493" y="0"/>
                    <a:pt x="352"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9" name="Google Shape;22969;p91"/>
            <p:cNvSpPr/>
            <p:nvPr/>
          </p:nvSpPr>
          <p:spPr>
            <a:xfrm>
              <a:off x="5305820" y="2686695"/>
              <a:ext cx="19078" cy="16371"/>
            </a:xfrm>
            <a:custGeom>
              <a:rect b="b" l="l" r="r" t="t"/>
              <a:pathLst>
                <a:path extrusionOk="0" h="629" w="733">
                  <a:moveTo>
                    <a:pt x="419" y="1"/>
                  </a:moveTo>
                  <a:cubicBezTo>
                    <a:pt x="138" y="1"/>
                    <a:pt x="1" y="338"/>
                    <a:pt x="198" y="535"/>
                  </a:cubicBezTo>
                  <a:cubicBezTo>
                    <a:pt x="262" y="599"/>
                    <a:pt x="341" y="628"/>
                    <a:pt x="418" y="628"/>
                  </a:cubicBezTo>
                  <a:cubicBezTo>
                    <a:pt x="579" y="628"/>
                    <a:pt x="733" y="504"/>
                    <a:pt x="733" y="314"/>
                  </a:cubicBezTo>
                  <a:cubicBezTo>
                    <a:pt x="733" y="141"/>
                    <a:pt x="592" y="1"/>
                    <a:pt x="41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0" name="Google Shape;22970;p91"/>
            <p:cNvSpPr/>
            <p:nvPr/>
          </p:nvSpPr>
          <p:spPr>
            <a:xfrm>
              <a:off x="5160300" y="2435035"/>
              <a:ext cx="288515" cy="350512"/>
            </a:xfrm>
            <a:custGeom>
              <a:rect b="b" l="l" r="r" t="t"/>
              <a:pathLst>
                <a:path extrusionOk="0" h="13467" w="11085">
                  <a:moveTo>
                    <a:pt x="3678" y="7953"/>
                  </a:moveTo>
                  <a:cubicBezTo>
                    <a:pt x="4405" y="7953"/>
                    <a:pt x="5099" y="8142"/>
                    <a:pt x="5754" y="8516"/>
                  </a:cubicBezTo>
                  <a:cubicBezTo>
                    <a:pt x="6463" y="8923"/>
                    <a:pt x="7150" y="9060"/>
                    <a:pt x="7753" y="9060"/>
                  </a:cubicBezTo>
                  <a:cubicBezTo>
                    <a:pt x="8212" y="9060"/>
                    <a:pt x="8622" y="8980"/>
                    <a:pt x="8955" y="8882"/>
                  </a:cubicBezTo>
                  <a:cubicBezTo>
                    <a:pt x="9360" y="8762"/>
                    <a:pt x="9747" y="8590"/>
                    <a:pt x="10106" y="8368"/>
                  </a:cubicBezTo>
                  <a:lnTo>
                    <a:pt x="10106" y="8368"/>
                  </a:lnTo>
                  <a:cubicBezTo>
                    <a:pt x="10556" y="9898"/>
                    <a:pt x="10141" y="11552"/>
                    <a:pt x="9022" y="12689"/>
                  </a:cubicBezTo>
                  <a:cubicBezTo>
                    <a:pt x="8783" y="12928"/>
                    <a:pt x="8459" y="13065"/>
                    <a:pt x="8122" y="13069"/>
                  </a:cubicBezTo>
                  <a:lnTo>
                    <a:pt x="3579" y="13069"/>
                  </a:lnTo>
                  <a:cubicBezTo>
                    <a:pt x="3241" y="13069"/>
                    <a:pt x="2918" y="12931"/>
                    <a:pt x="2678" y="12692"/>
                  </a:cubicBezTo>
                  <a:cubicBezTo>
                    <a:pt x="1637" y="11629"/>
                    <a:pt x="1148" y="10081"/>
                    <a:pt x="1563" y="8470"/>
                  </a:cubicBezTo>
                  <a:cubicBezTo>
                    <a:pt x="1954" y="8269"/>
                    <a:pt x="2372" y="8125"/>
                    <a:pt x="2805" y="8041"/>
                  </a:cubicBezTo>
                  <a:cubicBezTo>
                    <a:pt x="3101" y="7982"/>
                    <a:pt x="3392" y="7953"/>
                    <a:pt x="3678" y="7953"/>
                  </a:cubicBezTo>
                  <a:close/>
                  <a:moveTo>
                    <a:pt x="3994" y="1"/>
                  </a:moveTo>
                  <a:cubicBezTo>
                    <a:pt x="3706" y="1"/>
                    <a:pt x="3470" y="237"/>
                    <a:pt x="3470" y="525"/>
                  </a:cubicBezTo>
                  <a:lnTo>
                    <a:pt x="3470" y="990"/>
                  </a:lnTo>
                  <a:cubicBezTo>
                    <a:pt x="3470" y="1278"/>
                    <a:pt x="3706" y="1514"/>
                    <a:pt x="3994" y="1514"/>
                  </a:cubicBezTo>
                  <a:lnTo>
                    <a:pt x="4276" y="1514"/>
                  </a:lnTo>
                  <a:lnTo>
                    <a:pt x="4276" y="3139"/>
                  </a:lnTo>
                  <a:cubicBezTo>
                    <a:pt x="4276" y="3271"/>
                    <a:pt x="4373" y="3337"/>
                    <a:pt x="4471" y="3337"/>
                  </a:cubicBezTo>
                  <a:cubicBezTo>
                    <a:pt x="4569" y="3337"/>
                    <a:pt x="4666" y="3271"/>
                    <a:pt x="4666" y="3139"/>
                  </a:cubicBezTo>
                  <a:lnTo>
                    <a:pt x="4666" y="1514"/>
                  </a:lnTo>
                  <a:lnTo>
                    <a:pt x="7034" y="1514"/>
                  </a:lnTo>
                  <a:lnTo>
                    <a:pt x="7034" y="4800"/>
                  </a:lnTo>
                  <a:cubicBezTo>
                    <a:pt x="7031" y="5092"/>
                    <a:pt x="7214" y="5356"/>
                    <a:pt x="7485" y="5462"/>
                  </a:cubicBezTo>
                  <a:cubicBezTo>
                    <a:pt x="8628" y="5919"/>
                    <a:pt x="9532" y="6830"/>
                    <a:pt x="9979" y="7981"/>
                  </a:cubicBezTo>
                  <a:cubicBezTo>
                    <a:pt x="9624" y="8213"/>
                    <a:pt x="9237" y="8389"/>
                    <a:pt x="8832" y="8509"/>
                  </a:cubicBezTo>
                  <a:cubicBezTo>
                    <a:pt x="8465" y="8616"/>
                    <a:pt x="8103" y="8669"/>
                    <a:pt x="7749" y="8669"/>
                  </a:cubicBezTo>
                  <a:cubicBezTo>
                    <a:pt x="7126" y="8669"/>
                    <a:pt x="6525" y="8504"/>
                    <a:pt x="5951" y="8174"/>
                  </a:cubicBezTo>
                  <a:cubicBezTo>
                    <a:pt x="5226" y="7759"/>
                    <a:pt x="4442" y="7561"/>
                    <a:pt x="3656" y="7561"/>
                  </a:cubicBezTo>
                  <a:cubicBezTo>
                    <a:pt x="3004" y="7561"/>
                    <a:pt x="2351" y="7698"/>
                    <a:pt x="1732" y="7960"/>
                  </a:cubicBezTo>
                  <a:cubicBezTo>
                    <a:pt x="2175" y="6816"/>
                    <a:pt x="3076" y="5912"/>
                    <a:pt x="4220" y="5462"/>
                  </a:cubicBezTo>
                  <a:cubicBezTo>
                    <a:pt x="4490" y="5356"/>
                    <a:pt x="4670" y="5092"/>
                    <a:pt x="4670" y="4800"/>
                  </a:cubicBezTo>
                  <a:lnTo>
                    <a:pt x="4670" y="4132"/>
                  </a:lnTo>
                  <a:cubicBezTo>
                    <a:pt x="4670" y="4001"/>
                    <a:pt x="4572" y="3936"/>
                    <a:pt x="4475" y="3936"/>
                  </a:cubicBezTo>
                  <a:cubicBezTo>
                    <a:pt x="4377" y="3936"/>
                    <a:pt x="4279" y="4001"/>
                    <a:pt x="4279" y="4132"/>
                  </a:cubicBezTo>
                  <a:lnTo>
                    <a:pt x="4279" y="4800"/>
                  </a:lnTo>
                  <a:cubicBezTo>
                    <a:pt x="4279" y="4930"/>
                    <a:pt x="4198" y="5046"/>
                    <a:pt x="4075" y="5092"/>
                  </a:cubicBezTo>
                  <a:cubicBezTo>
                    <a:pt x="856" y="6369"/>
                    <a:pt x="1" y="10521"/>
                    <a:pt x="2400" y="12970"/>
                  </a:cubicBezTo>
                  <a:cubicBezTo>
                    <a:pt x="2714" y="13287"/>
                    <a:pt x="3139" y="13463"/>
                    <a:pt x="3583" y="13466"/>
                  </a:cubicBezTo>
                  <a:lnTo>
                    <a:pt x="8122" y="13466"/>
                  </a:lnTo>
                  <a:cubicBezTo>
                    <a:pt x="8568" y="13466"/>
                    <a:pt x="8994" y="13287"/>
                    <a:pt x="9304" y="12966"/>
                  </a:cubicBezTo>
                  <a:cubicBezTo>
                    <a:pt x="11014" y="11218"/>
                    <a:pt x="11084" y="8611"/>
                    <a:pt x="9793" y="6799"/>
                  </a:cubicBezTo>
                  <a:cubicBezTo>
                    <a:pt x="9251" y="6032"/>
                    <a:pt x="8498" y="5441"/>
                    <a:pt x="7629" y="5092"/>
                  </a:cubicBezTo>
                  <a:cubicBezTo>
                    <a:pt x="7506" y="5046"/>
                    <a:pt x="7428" y="4930"/>
                    <a:pt x="7425" y="4800"/>
                  </a:cubicBezTo>
                  <a:lnTo>
                    <a:pt x="7425" y="1514"/>
                  </a:lnTo>
                  <a:lnTo>
                    <a:pt x="7706" y="1514"/>
                  </a:lnTo>
                  <a:cubicBezTo>
                    <a:pt x="7995" y="1514"/>
                    <a:pt x="8231" y="1278"/>
                    <a:pt x="8231" y="990"/>
                  </a:cubicBezTo>
                  <a:lnTo>
                    <a:pt x="8231" y="525"/>
                  </a:lnTo>
                  <a:cubicBezTo>
                    <a:pt x="8231" y="237"/>
                    <a:pt x="7995" y="1"/>
                    <a:pt x="7706" y="1"/>
                  </a:cubicBezTo>
                  <a:lnTo>
                    <a:pt x="6665" y="1"/>
                  </a:lnTo>
                  <a:cubicBezTo>
                    <a:pt x="6405" y="1"/>
                    <a:pt x="6405" y="395"/>
                    <a:pt x="6665" y="395"/>
                  </a:cubicBezTo>
                  <a:lnTo>
                    <a:pt x="7706" y="395"/>
                  </a:lnTo>
                  <a:cubicBezTo>
                    <a:pt x="7708" y="395"/>
                    <a:pt x="7710" y="395"/>
                    <a:pt x="7712" y="395"/>
                  </a:cubicBezTo>
                  <a:cubicBezTo>
                    <a:pt x="7780" y="395"/>
                    <a:pt x="7837" y="453"/>
                    <a:pt x="7837" y="522"/>
                  </a:cubicBezTo>
                  <a:lnTo>
                    <a:pt x="7837" y="986"/>
                  </a:lnTo>
                  <a:cubicBezTo>
                    <a:pt x="7837" y="1060"/>
                    <a:pt x="7777" y="1116"/>
                    <a:pt x="7706" y="1116"/>
                  </a:cubicBezTo>
                  <a:lnTo>
                    <a:pt x="3994" y="1116"/>
                  </a:lnTo>
                  <a:cubicBezTo>
                    <a:pt x="3924" y="1116"/>
                    <a:pt x="3864" y="1060"/>
                    <a:pt x="3864" y="986"/>
                  </a:cubicBezTo>
                  <a:lnTo>
                    <a:pt x="3864" y="522"/>
                  </a:lnTo>
                  <a:cubicBezTo>
                    <a:pt x="3864" y="453"/>
                    <a:pt x="3921" y="395"/>
                    <a:pt x="3988" y="395"/>
                  </a:cubicBezTo>
                  <a:cubicBezTo>
                    <a:pt x="3990" y="395"/>
                    <a:pt x="3992" y="395"/>
                    <a:pt x="3994" y="395"/>
                  </a:cubicBezTo>
                  <a:lnTo>
                    <a:pt x="5704" y="395"/>
                  </a:lnTo>
                  <a:cubicBezTo>
                    <a:pt x="5965" y="395"/>
                    <a:pt x="5965"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71" name="Google Shape;22971;p91"/>
          <p:cNvGrpSpPr/>
          <p:nvPr/>
        </p:nvGrpSpPr>
        <p:grpSpPr>
          <a:xfrm>
            <a:off x="5955648" y="3796534"/>
            <a:ext cx="372766" cy="353610"/>
            <a:chOff x="5955648" y="3796534"/>
            <a:chExt cx="372766" cy="353610"/>
          </a:xfrm>
        </p:grpSpPr>
        <p:sp>
          <p:nvSpPr>
            <p:cNvPr id="22972" name="Google Shape;22972;p91"/>
            <p:cNvSpPr/>
            <p:nvPr/>
          </p:nvSpPr>
          <p:spPr>
            <a:xfrm>
              <a:off x="5980010" y="3802104"/>
              <a:ext cx="342444" cy="342418"/>
            </a:xfrm>
            <a:custGeom>
              <a:rect b="b" l="l" r="r" t="t"/>
              <a:pathLst>
                <a:path extrusionOk="0" h="13156" w="13157">
                  <a:moveTo>
                    <a:pt x="6580" y="1"/>
                  </a:moveTo>
                  <a:cubicBezTo>
                    <a:pt x="2946" y="1"/>
                    <a:pt x="1" y="2945"/>
                    <a:pt x="1" y="6580"/>
                  </a:cubicBezTo>
                  <a:cubicBezTo>
                    <a:pt x="1" y="10211"/>
                    <a:pt x="2946" y="13156"/>
                    <a:pt x="6580" y="13156"/>
                  </a:cubicBezTo>
                  <a:cubicBezTo>
                    <a:pt x="10211" y="13156"/>
                    <a:pt x="13156" y="10211"/>
                    <a:pt x="13156" y="6580"/>
                  </a:cubicBezTo>
                  <a:cubicBezTo>
                    <a:pt x="13156" y="2945"/>
                    <a:pt x="10211" y="1"/>
                    <a:pt x="6580"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3" name="Google Shape;22973;p91"/>
            <p:cNvSpPr/>
            <p:nvPr/>
          </p:nvSpPr>
          <p:spPr>
            <a:xfrm>
              <a:off x="6128913" y="3802104"/>
              <a:ext cx="199501" cy="342522"/>
            </a:xfrm>
            <a:custGeom>
              <a:rect b="b" l="l" r="r" t="t"/>
              <a:pathLst>
                <a:path extrusionOk="0" h="13160" w="7665">
                  <a:moveTo>
                    <a:pt x="859" y="1"/>
                  </a:moveTo>
                  <a:cubicBezTo>
                    <a:pt x="571" y="1"/>
                    <a:pt x="282" y="18"/>
                    <a:pt x="1" y="57"/>
                  </a:cubicBezTo>
                  <a:cubicBezTo>
                    <a:pt x="3273" y="486"/>
                    <a:pt x="5722" y="3276"/>
                    <a:pt x="5722" y="6580"/>
                  </a:cubicBezTo>
                  <a:cubicBezTo>
                    <a:pt x="5722" y="9880"/>
                    <a:pt x="3273" y="12670"/>
                    <a:pt x="1" y="13103"/>
                  </a:cubicBezTo>
                  <a:cubicBezTo>
                    <a:pt x="291" y="13141"/>
                    <a:pt x="579" y="13160"/>
                    <a:pt x="863" y="13160"/>
                  </a:cubicBezTo>
                  <a:cubicBezTo>
                    <a:pt x="4271" y="13160"/>
                    <a:pt x="7187" y="10510"/>
                    <a:pt x="7414" y="7009"/>
                  </a:cubicBezTo>
                  <a:cubicBezTo>
                    <a:pt x="7664" y="3216"/>
                    <a:pt x="4656"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4" name="Google Shape;22974;p91"/>
            <p:cNvSpPr/>
            <p:nvPr/>
          </p:nvSpPr>
          <p:spPr>
            <a:xfrm>
              <a:off x="6034407" y="3860978"/>
              <a:ext cx="233831" cy="225867"/>
            </a:xfrm>
            <a:custGeom>
              <a:rect b="b" l="l" r="r" t="t"/>
              <a:pathLst>
                <a:path extrusionOk="0" h="8678" w="8984">
                  <a:moveTo>
                    <a:pt x="1906" y="1"/>
                  </a:moveTo>
                  <a:cubicBezTo>
                    <a:pt x="1461" y="1"/>
                    <a:pt x="1017" y="172"/>
                    <a:pt x="680" y="511"/>
                  </a:cubicBezTo>
                  <a:cubicBezTo>
                    <a:pt x="22" y="1169"/>
                    <a:pt x="1" y="2232"/>
                    <a:pt x="638" y="2911"/>
                  </a:cubicBezTo>
                  <a:lnTo>
                    <a:pt x="701" y="2977"/>
                  </a:lnTo>
                  <a:cubicBezTo>
                    <a:pt x="187" y="4438"/>
                    <a:pt x="553" y="6063"/>
                    <a:pt x="1651" y="7157"/>
                  </a:cubicBezTo>
                  <a:cubicBezTo>
                    <a:pt x="2417" y="7926"/>
                    <a:pt x="3445" y="8336"/>
                    <a:pt x="4493" y="8336"/>
                  </a:cubicBezTo>
                  <a:cubicBezTo>
                    <a:pt x="4941" y="8336"/>
                    <a:pt x="5394" y="8261"/>
                    <a:pt x="5831" y="8107"/>
                  </a:cubicBezTo>
                  <a:lnTo>
                    <a:pt x="5898" y="8171"/>
                  </a:lnTo>
                  <a:cubicBezTo>
                    <a:pt x="6218" y="8494"/>
                    <a:pt x="6660" y="8677"/>
                    <a:pt x="7117" y="8677"/>
                  </a:cubicBezTo>
                  <a:lnTo>
                    <a:pt x="7117" y="8677"/>
                  </a:lnTo>
                  <a:cubicBezTo>
                    <a:pt x="7816" y="8677"/>
                    <a:pt x="8445" y="8255"/>
                    <a:pt x="8713" y="7608"/>
                  </a:cubicBezTo>
                  <a:cubicBezTo>
                    <a:pt x="8983" y="6960"/>
                    <a:pt x="8836" y="6218"/>
                    <a:pt x="8340" y="5722"/>
                  </a:cubicBezTo>
                  <a:lnTo>
                    <a:pt x="8276" y="5659"/>
                  </a:lnTo>
                  <a:cubicBezTo>
                    <a:pt x="8790" y="4198"/>
                    <a:pt x="8424" y="2573"/>
                    <a:pt x="7326" y="1475"/>
                  </a:cubicBezTo>
                  <a:cubicBezTo>
                    <a:pt x="6560" y="709"/>
                    <a:pt x="5534" y="298"/>
                    <a:pt x="4486" y="298"/>
                  </a:cubicBezTo>
                  <a:cubicBezTo>
                    <a:pt x="4037" y="298"/>
                    <a:pt x="3584" y="374"/>
                    <a:pt x="3146" y="529"/>
                  </a:cubicBezTo>
                  <a:lnTo>
                    <a:pt x="3083" y="465"/>
                  </a:lnTo>
                  <a:cubicBezTo>
                    <a:pt x="2750" y="155"/>
                    <a:pt x="2328" y="1"/>
                    <a:pt x="1906" y="1"/>
                  </a:cubicBezTo>
                  <a:close/>
                  <a:moveTo>
                    <a:pt x="7117" y="8677"/>
                  </a:moveTo>
                  <a:cubicBezTo>
                    <a:pt x="7116" y="8677"/>
                    <a:pt x="7116" y="8677"/>
                    <a:pt x="7115" y="8677"/>
                  </a:cubicBezTo>
                  <a:lnTo>
                    <a:pt x="7119" y="8677"/>
                  </a:lnTo>
                  <a:cubicBezTo>
                    <a:pt x="7118" y="8677"/>
                    <a:pt x="7118" y="8677"/>
                    <a:pt x="7117" y="8677"/>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5" name="Google Shape;22975;p91"/>
            <p:cNvSpPr/>
            <p:nvPr/>
          </p:nvSpPr>
          <p:spPr>
            <a:xfrm>
              <a:off x="6100621" y="3915298"/>
              <a:ext cx="101221" cy="116135"/>
            </a:xfrm>
            <a:custGeom>
              <a:rect b="b" l="l" r="r" t="t"/>
              <a:pathLst>
                <a:path extrusionOk="0" h="4462" w="3889">
                  <a:moveTo>
                    <a:pt x="1373" y="0"/>
                  </a:moveTo>
                  <a:cubicBezTo>
                    <a:pt x="616" y="0"/>
                    <a:pt x="1" y="613"/>
                    <a:pt x="1" y="1373"/>
                  </a:cubicBezTo>
                  <a:cubicBezTo>
                    <a:pt x="1" y="2129"/>
                    <a:pt x="616" y="2745"/>
                    <a:pt x="1373" y="2745"/>
                  </a:cubicBezTo>
                  <a:lnTo>
                    <a:pt x="2516" y="2745"/>
                  </a:lnTo>
                  <a:cubicBezTo>
                    <a:pt x="2706" y="2745"/>
                    <a:pt x="2861" y="2900"/>
                    <a:pt x="2861" y="3090"/>
                  </a:cubicBezTo>
                  <a:cubicBezTo>
                    <a:pt x="2861" y="3276"/>
                    <a:pt x="2706" y="3431"/>
                    <a:pt x="2516" y="3431"/>
                  </a:cubicBezTo>
                  <a:lnTo>
                    <a:pt x="1088" y="3431"/>
                  </a:lnTo>
                  <a:cubicBezTo>
                    <a:pt x="1056" y="3431"/>
                    <a:pt x="1032" y="3406"/>
                    <a:pt x="1032" y="3375"/>
                  </a:cubicBezTo>
                  <a:cubicBezTo>
                    <a:pt x="1021" y="3097"/>
                    <a:pt x="792" y="2875"/>
                    <a:pt x="514" y="2875"/>
                  </a:cubicBezTo>
                  <a:cubicBezTo>
                    <a:pt x="236" y="2875"/>
                    <a:pt x="8" y="3097"/>
                    <a:pt x="1" y="3375"/>
                  </a:cubicBezTo>
                  <a:cubicBezTo>
                    <a:pt x="1" y="3973"/>
                    <a:pt x="486" y="4462"/>
                    <a:pt x="1088" y="4462"/>
                  </a:cubicBezTo>
                  <a:lnTo>
                    <a:pt x="2516" y="4462"/>
                  </a:lnTo>
                  <a:cubicBezTo>
                    <a:pt x="3273" y="4462"/>
                    <a:pt x="3889" y="3846"/>
                    <a:pt x="3889" y="3090"/>
                  </a:cubicBezTo>
                  <a:cubicBezTo>
                    <a:pt x="3889" y="2330"/>
                    <a:pt x="3273" y="1714"/>
                    <a:pt x="2516" y="1714"/>
                  </a:cubicBezTo>
                  <a:lnTo>
                    <a:pt x="1373" y="1714"/>
                  </a:lnTo>
                  <a:cubicBezTo>
                    <a:pt x="1183" y="1714"/>
                    <a:pt x="1028" y="1563"/>
                    <a:pt x="1028" y="1373"/>
                  </a:cubicBezTo>
                  <a:cubicBezTo>
                    <a:pt x="1028" y="1183"/>
                    <a:pt x="1183" y="1028"/>
                    <a:pt x="1373" y="1028"/>
                  </a:cubicBezTo>
                  <a:lnTo>
                    <a:pt x="2805" y="1028"/>
                  </a:lnTo>
                  <a:cubicBezTo>
                    <a:pt x="2833" y="1028"/>
                    <a:pt x="2861" y="1056"/>
                    <a:pt x="2861" y="1088"/>
                  </a:cubicBezTo>
                  <a:cubicBezTo>
                    <a:pt x="2868" y="1365"/>
                    <a:pt x="3097" y="1587"/>
                    <a:pt x="3375" y="1587"/>
                  </a:cubicBezTo>
                  <a:cubicBezTo>
                    <a:pt x="3653" y="1587"/>
                    <a:pt x="3882" y="1365"/>
                    <a:pt x="3889" y="1088"/>
                  </a:cubicBezTo>
                  <a:cubicBezTo>
                    <a:pt x="3889" y="486"/>
                    <a:pt x="3403" y="0"/>
                    <a:pt x="280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6" name="Google Shape;22976;p91"/>
            <p:cNvSpPr/>
            <p:nvPr/>
          </p:nvSpPr>
          <p:spPr>
            <a:xfrm>
              <a:off x="5955648" y="3796534"/>
              <a:ext cx="372584" cy="353610"/>
            </a:xfrm>
            <a:custGeom>
              <a:rect b="b" l="l" r="r" t="t"/>
              <a:pathLst>
                <a:path extrusionOk="0" h="13586" w="14315">
                  <a:moveTo>
                    <a:pt x="7516" y="429"/>
                  </a:moveTo>
                  <a:cubicBezTo>
                    <a:pt x="11024" y="429"/>
                    <a:pt x="13878" y="3283"/>
                    <a:pt x="13878" y="6794"/>
                  </a:cubicBezTo>
                  <a:cubicBezTo>
                    <a:pt x="13878" y="10302"/>
                    <a:pt x="11024" y="13155"/>
                    <a:pt x="7516" y="13155"/>
                  </a:cubicBezTo>
                  <a:cubicBezTo>
                    <a:pt x="4005" y="13155"/>
                    <a:pt x="1151" y="10302"/>
                    <a:pt x="1151" y="6794"/>
                  </a:cubicBezTo>
                  <a:cubicBezTo>
                    <a:pt x="1151" y="3283"/>
                    <a:pt x="4005" y="429"/>
                    <a:pt x="7516" y="429"/>
                  </a:cubicBezTo>
                  <a:close/>
                  <a:moveTo>
                    <a:pt x="7514" y="1"/>
                  </a:moveTo>
                  <a:cubicBezTo>
                    <a:pt x="6207" y="1"/>
                    <a:pt x="4893" y="377"/>
                    <a:pt x="3741" y="1147"/>
                  </a:cubicBezTo>
                  <a:cubicBezTo>
                    <a:pt x="1046" y="2945"/>
                    <a:pt x="1" y="6400"/>
                    <a:pt x="1243" y="9391"/>
                  </a:cubicBezTo>
                  <a:cubicBezTo>
                    <a:pt x="2308" y="11966"/>
                    <a:pt x="4810" y="13586"/>
                    <a:pt x="7511" y="13586"/>
                  </a:cubicBezTo>
                  <a:cubicBezTo>
                    <a:pt x="7950" y="13586"/>
                    <a:pt x="8395" y="13543"/>
                    <a:pt x="8839" y="13454"/>
                  </a:cubicBezTo>
                  <a:cubicBezTo>
                    <a:pt x="12020" y="12825"/>
                    <a:pt x="14307" y="10035"/>
                    <a:pt x="14307" y="6794"/>
                  </a:cubicBezTo>
                  <a:cubicBezTo>
                    <a:pt x="14314" y="4989"/>
                    <a:pt x="13596" y="3261"/>
                    <a:pt x="12319" y="1991"/>
                  </a:cubicBezTo>
                  <a:cubicBezTo>
                    <a:pt x="11005" y="677"/>
                    <a:pt x="9267"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7" name="Google Shape;22977;p91"/>
            <p:cNvSpPr/>
            <p:nvPr/>
          </p:nvSpPr>
          <p:spPr>
            <a:xfrm>
              <a:off x="6027822" y="3854732"/>
              <a:ext cx="247001" cy="237137"/>
            </a:xfrm>
            <a:custGeom>
              <a:rect b="b" l="l" r="r" t="t"/>
              <a:pathLst>
                <a:path extrusionOk="0" h="9111" w="9490">
                  <a:moveTo>
                    <a:pt x="2119" y="0"/>
                  </a:moveTo>
                  <a:cubicBezTo>
                    <a:pt x="1624" y="0"/>
                    <a:pt x="1130" y="188"/>
                    <a:pt x="753" y="565"/>
                  </a:cubicBezTo>
                  <a:cubicBezTo>
                    <a:pt x="11" y="1307"/>
                    <a:pt x="0" y="2510"/>
                    <a:pt x="725" y="3267"/>
                  </a:cubicBezTo>
                  <a:cubicBezTo>
                    <a:pt x="247" y="4773"/>
                    <a:pt x="644" y="6419"/>
                    <a:pt x="1763" y="7538"/>
                  </a:cubicBezTo>
                  <a:cubicBezTo>
                    <a:pt x="2566" y="8341"/>
                    <a:pt x="3645" y="8773"/>
                    <a:pt x="4747" y="8773"/>
                  </a:cubicBezTo>
                  <a:cubicBezTo>
                    <a:pt x="5177" y="8773"/>
                    <a:pt x="5610" y="8708"/>
                    <a:pt x="6031" y="8573"/>
                  </a:cubicBezTo>
                  <a:cubicBezTo>
                    <a:pt x="6406" y="8932"/>
                    <a:pt x="6887" y="9110"/>
                    <a:pt x="7368" y="9110"/>
                  </a:cubicBezTo>
                  <a:cubicBezTo>
                    <a:pt x="7863" y="9110"/>
                    <a:pt x="8357" y="8921"/>
                    <a:pt x="8733" y="8544"/>
                  </a:cubicBezTo>
                  <a:cubicBezTo>
                    <a:pt x="9476" y="7802"/>
                    <a:pt x="9490" y="6602"/>
                    <a:pt x="8761" y="5842"/>
                  </a:cubicBezTo>
                  <a:cubicBezTo>
                    <a:pt x="8846" y="5585"/>
                    <a:pt x="8902" y="5322"/>
                    <a:pt x="8934" y="5051"/>
                  </a:cubicBezTo>
                  <a:cubicBezTo>
                    <a:pt x="8948" y="4924"/>
                    <a:pt x="8846" y="4815"/>
                    <a:pt x="8719" y="4815"/>
                  </a:cubicBezTo>
                  <a:cubicBezTo>
                    <a:pt x="8610" y="4815"/>
                    <a:pt x="8519" y="4896"/>
                    <a:pt x="8505" y="5005"/>
                  </a:cubicBezTo>
                  <a:cubicBezTo>
                    <a:pt x="8473" y="5286"/>
                    <a:pt x="8406" y="5564"/>
                    <a:pt x="8311" y="5832"/>
                  </a:cubicBezTo>
                  <a:cubicBezTo>
                    <a:pt x="8283" y="5909"/>
                    <a:pt x="8304" y="5997"/>
                    <a:pt x="8364" y="6053"/>
                  </a:cubicBezTo>
                  <a:lnTo>
                    <a:pt x="8434" y="6124"/>
                  </a:lnTo>
                  <a:cubicBezTo>
                    <a:pt x="8864" y="6557"/>
                    <a:pt x="8990" y="7200"/>
                    <a:pt x="8758" y="7763"/>
                  </a:cubicBezTo>
                  <a:cubicBezTo>
                    <a:pt x="8526" y="8323"/>
                    <a:pt x="7977" y="8689"/>
                    <a:pt x="7368" y="8689"/>
                  </a:cubicBezTo>
                  <a:cubicBezTo>
                    <a:pt x="6964" y="8685"/>
                    <a:pt x="6577" y="8520"/>
                    <a:pt x="6292" y="8231"/>
                  </a:cubicBezTo>
                  <a:lnTo>
                    <a:pt x="6239" y="8179"/>
                  </a:lnTo>
                  <a:cubicBezTo>
                    <a:pt x="6197" y="8136"/>
                    <a:pt x="6140" y="8113"/>
                    <a:pt x="6084" y="8113"/>
                  </a:cubicBezTo>
                  <a:cubicBezTo>
                    <a:pt x="6060" y="8113"/>
                    <a:pt x="6036" y="8117"/>
                    <a:pt x="6014" y="8126"/>
                  </a:cubicBezTo>
                  <a:cubicBezTo>
                    <a:pt x="5598" y="8274"/>
                    <a:pt x="5158" y="8348"/>
                    <a:pt x="4718" y="8348"/>
                  </a:cubicBezTo>
                  <a:cubicBezTo>
                    <a:pt x="4708" y="8348"/>
                    <a:pt x="4697" y="8347"/>
                    <a:pt x="4687" y="8347"/>
                  </a:cubicBezTo>
                  <a:cubicBezTo>
                    <a:pt x="2608" y="8316"/>
                    <a:pt x="929" y="6599"/>
                    <a:pt x="950" y="4519"/>
                  </a:cubicBezTo>
                  <a:cubicBezTo>
                    <a:pt x="954" y="4097"/>
                    <a:pt x="1028" y="3678"/>
                    <a:pt x="1172" y="3281"/>
                  </a:cubicBezTo>
                  <a:cubicBezTo>
                    <a:pt x="1197" y="3203"/>
                    <a:pt x="1179" y="3115"/>
                    <a:pt x="1119" y="3059"/>
                  </a:cubicBezTo>
                  <a:lnTo>
                    <a:pt x="1049" y="2989"/>
                  </a:lnTo>
                  <a:cubicBezTo>
                    <a:pt x="620" y="2560"/>
                    <a:pt x="493" y="1912"/>
                    <a:pt x="725" y="1349"/>
                  </a:cubicBezTo>
                  <a:cubicBezTo>
                    <a:pt x="958" y="790"/>
                    <a:pt x="1506" y="424"/>
                    <a:pt x="2115" y="424"/>
                  </a:cubicBezTo>
                  <a:cubicBezTo>
                    <a:pt x="2520" y="431"/>
                    <a:pt x="2907" y="593"/>
                    <a:pt x="3192" y="885"/>
                  </a:cubicBezTo>
                  <a:lnTo>
                    <a:pt x="3245" y="934"/>
                  </a:lnTo>
                  <a:cubicBezTo>
                    <a:pt x="3287" y="976"/>
                    <a:pt x="3341" y="999"/>
                    <a:pt x="3398" y="999"/>
                  </a:cubicBezTo>
                  <a:cubicBezTo>
                    <a:pt x="3422" y="999"/>
                    <a:pt x="3446" y="995"/>
                    <a:pt x="3470" y="987"/>
                  </a:cubicBezTo>
                  <a:cubicBezTo>
                    <a:pt x="3893" y="835"/>
                    <a:pt x="4323" y="764"/>
                    <a:pt x="4744" y="764"/>
                  </a:cubicBezTo>
                  <a:cubicBezTo>
                    <a:pt x="6563" y="764"/>
                    <a:pt x="8214" y="2093"/>
                    <a:pt x="8494" y="4016"/>
                  </a:cubicBezTo>
                  <a:cubicBezTo>
                    <a:pt x="8508" y="4122"/>
                    <a:pt x="8600" y="4199"/>
                    <a:pt x="8705" y="4199"/>
                  </a:cubicBezTo>
                  <a:cubicBezTo>
                    <a:pt x="8707" y="4199"/>
                    <a:pt x="8709" y="4199"/>
                    <a:pt x="8711" y="4199"/>
                  </a:cubicBezTo>
                  <a:cubicBezTo>
                    <a:pt x="8838" y="4199"/>
                    <a:pt x="8937" y="4085"/>
                    <a:pt x="8920" y="3956"/>
                  </a:cubicBezTo>
                  <a:cubicBezTo>
                    <a:pt x="8611" y="1818"/>
                    <a:pt x="6778" y="334"/>
                    <a:pt x="4745" y="334"/>
                  </a:cubicBezTo>
                  <a:cubicBezTo>
                    <a:pt x="4320" y="334"/>
                    <a:pt x="3886" y="399"/>
                    <a:pt x="3456" y="536"/>
                  </a:cubicBezTo>
                  <a:cubicBezTo>
                    <a:pt x="3082" y="179"/>
                    <a:pt x="2600"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8" name="Google Shape;22978;p91"/>
            <p:cNvSpPr/>
            <p:nvPr/>
          </p:nvSpPr>
          <p:spPr>
            <a:xfrm>
              <a:off x="6095312" y="3910066"/>
              <a:ext cx="111944" cy="126598"/>
            </a:xfrm>
            <a:custGeom>
              <a:rect b="b" l="l" r="r" t="t"/>
              <a:pathLst>
                <a:path extrusionOk="0" h="4864" w="4301">
                  <a:moveTo>
                    <a:pt x="2879" y="1429"/>
                  </a:moveTo>
                  <a:cubicBezTo>
                    <a:pt x="2903" y="1545"/>
                    <a:pt x="2956" y="1654"/>
                    <a:pt x="3034" y="1746"/>
                  </a:cubicBezTo>
                  <a:cubicBezTo>
                    <a:pt x="2941" y="1727"/>
                    <a:pt x="2852" y="1717"/>
                    <a:pt x="2760" y="1717"/>
                  </a:cubicBezTo>
                  <a:cubicBezTo>
                    <a:pt x="2747" y="1717"/>
                    <a:pt x="2734" y="1717"/>
                    <a:pt x="2720" y="1718"/>
                  </a:cubicBezTo>
                  <a:lnTo>
                    <a:pt x="1577" y="1718"/>
                  </a:lnTo>
                  <a:cubicBezTo>
                    <a:pt x="1387" y="1718"/>
                    <a:pt x="1387" y="1429"/>
                    <a:pt x="1577" y="1429"/>
                  </a:cubicBezTo>
                  <a:close/>
                  <a:moveTo>
                    <a:pt x="1267" y="3118"/>
                  </a:moveTo>
                  <a:cubicBezTo>
                    <a:pt x="1369" y="3139"/>
                    <a:pt x="1471" y="3150"/>
                    <a:pt x="1577" y="3150"/>
                  </a:cubicBezTo>
                  <a:lnTo>
                    <a:pt x="2720" y="3150"/>
                  </a:lnTo>
                  <a:cubicBezTo>
                    <a:pt x="2910" y="3150"/>
                    <a:pt x="2910" y="3435"/>
                    <a:pt x="2720" y="3435"/>
                  </a:cubicBezTo>
                  <a:lnTo>
                    <a:pt x="1419" y="3435"/>
                  </a:lnTo>
                  <a:cubicBezTo>
                    <a:pt x="1394" y="3319"/>
                    <a:pt x="1341" y="3210"/>
                    <a:pt x="1267" y="3118"/>
                  </a:cubicBezTo>
                  <a:close/>
                  <a:moveTo>
                    <a:pt x="1605" y="1"/>
                  </a:moveTo>
                  <a:cubicBezTo>
                    <a:pt x="739" y="1"/>
                    <a:pt x="15" y="690"/>
                    <a:pt x="4" y="1556"/>
                  </a:cubicBezTo>
                  <a:cubicBezTo>
                    <a:pt x="1" y="2077"/>
                    <a:pt x="250" y="2562"/>
                    <a:pt x="676" y="2861"/>
                  </a:cubicBezTo>
                  <a:cubicBezTo>
                    <a:pt x="300" y="2886"/>
                    <a:pt x="4" y="3196"/>
                    <a:pt x="4" y="3576"/>
                  </a:cubicBezTo>
                  <a:cubicBezTo>
                    <a:pt x="4" y="4286"/>
                    <a:pt x="581" y="4863"/>
                    <a:pt x="1292" y="4863"/>
                  </a:cubicBezTo>
                  <a:lnTo>
                    <a:pt x="2696" y="4863"/>
                  </a:lnTo>
                  <a:cubicBezTo>
                    <a:pt x="3561" y="4863"/>
                    <a:pt x="4286" y="4174"/>
                    <a:pt x="4293" y="3308"/>
                  </a:cubicBezTo>
                  <a:cubicBezTo>
                    <a:pt x="4300" y="2787"/>
                    <a:pt x="4047" y="2298"/>
                    <a:pt x="3621" y="1999"/>
                  </a:cubicBezTo>
                  <a:cubicBezTo>
                    <a:pt x="4001" y="1978"/>
                    <a:pt x="4293" y="1665"/>
                    <a:pt x="4293" y="1285"/>
                  </a:cubicBezTo>
                  <a:cubicBezTo>
                    <a:pt x="4293" y="578"/>
                    <a:pt x="3716" y="1"/>
                    <a:pt x="3009" y="1"/>
                  </a:cubicBezTo>
                  <a:lnTo>
                    <a:pt x="2738" y="1"/>
                  </a:lnTo>
                  <a:cubicBezTo>
                    <a:pt x="2618" y="1"/>
                    <a:pt x="2523" y="96"/>
                    <a:pt x="2523" y="215"/>
                  </a:cubicBezTo>
                  <a:cubicBezTo>
                    <a:pt x="2523" y="331"/>
                    <a:pt x="2618" y="430"/>
                    <a:pt x="2738" y="430"/>
                  </a:cubicBezTo>
                  <a:lnTo>
                    <a:pt x="3009" y="430"/>
                  </a:lnTo>
                  <a:cubicBezTo>
                    <a:pt x="3473" y="430"/>
                    <a:pt x="3853" y="803"/>
                    <a:pt x="3864" y="1267"/>
                  </a:cubicBezTo>
                  <a:cubicBezTo>
                    <a:pt x="3871" y="1426"/>
                    <a:pt x="3748" y="1563"/>
                    <a:pt x="3589" y="1574"/>
                  </a:cubicBezTo>
                  <a:cubicBezTo>
                    <a:pt x="3587" y="1574"/>
                    <a:pt x="3585" y="1574"/>
                    <a:pt x="3583" y="1574"/>
                  </a:cubicBezTo>
                  <a:cubicBezTo>
                    <a:pt x="3424" y="1574"/>
                    <a:pt x="3294" y="1445"/>
                    <a:pt x="3294" y="1285"/>
                  </a:cubicBezTo>
                  <a:cubicBezTo>
                    <a:pt x="3290" y="1129"/>
                    <a:pt x="3164" y="1000"/>
                    <a:pt x="3005" y="1000"/>
                  </a:cubicBezTo>
                  <a:cubicBezTo>
                    <a:pt x="3003" y="1000"/>
                    <a:pt x="3000" y="1000"/>
                    <a:pt x="2998" y="1000"/>
                  </a:cubicBezTo>
                  <a:lnTo>
                    <a:pt x="1591" y="1000"/>
                  </a:lnTo>
                  <a:cubicBezTo>
                    <a:pt x="1589" y="1000"/>
                    <a:pt x="1587" y="1000"/>
                    <a:pt x="1584" y="1000"/>
                  </a:cubicBezTo>
                  <a:cubicBezTo>
                    <a:pt x="1278" y="1000"/>
                    <a:pt x="1024" y="1241"/>
                    <a:pt x="1007" y="1549"/>
                  </a:cubicBezTo>
                  <a:cubicBezTo>
                    <a:pt x="993" y="1876"/>
                    <a:pt x="1253" y="2144"/>
                    <a:pt x="1577" y="2144"/>
                  </a:cubicBezTo>
                  <a:lnTo>
                    <a:pt x="2699" y="2144"/>
                  </a:lnTo>
                  <a:cubicBezTo>
                    <a:pt x="3326" y="2144"/>
                    <a:pt x="3850" y="2636"/>
                    <a:pt x="3867" y="3262"/>
                  </a:cubicBezTo>
                  <a:cubicBezTo>
                    <a:pt x="3881" y="3903"/>
                    <a:pt x="3364" y="4434"/>
                    <a:pt x="2724" y="4434"/>
                  </a:cubicBezTo>
                  <a:lnTo>
                    <a:pt x="1292" y="4434"/>
                  </a:lnTo>
                  <a:cubicBezTo>
                    <a:pt x="824" y="4431"/>
                    <a:pt x="444" y="4061"/>
                    <a:pt x="433" y="3593"/>
                  </a:cubicBezTo>
                  <a:cubicBezTo>
                    <a:pt x="426" y="3435"/>
                    <a:pt x="549" y="3301"/>
                    <a:pt x="708" y="3291"/>
                  </a:cubicBezTo>
                  <a:cubicBezTo>
                    <a:pt x="712" y="3290"/>
                    <a:pt x="716" y="3290"/>
                    <a:pt x="720" y="3290"/>
                  </a:cubicBezTo>
                  <a:cubicBezTo>
                    <a:pt x="877" y="3290"/>
                    <a:pt x="1007" y="3418"/>
                    <a:pt x="1007" y="3576"/>
                  </a:cubicBezTo>
                  <a:cubicBezTo>
                    <a:pt x="1007" y="3735"/>
                    <a:pt x="1137" y="3861"/>
                    <a:pt x="1292" y="3861"/>
                  </a:cubicBezTo>
                  <a:cubicBezTo>
                    <a:pt x="1295" y="3861"/>
                    <a:pt x="1297" y="3861"/>
                    <a:pt x="1299" y="3861"/>
                  </a:cubicBezTo>
                  <a:lnTo>
                    <a:pt x="2706" y="3861"/>
                  </a:lnTo>
                  <a:cubicBezTo>
                    <a:pt x="2709" y="3861"/>
                    <a:pt x="2711" y="3861"/>
                    <a:pt x="2713" y="3861"/>
                  </a:cubicBezTo>
                  <a:cubicBezTo>
                    <a:pt x="3020" y="3861"/>
                    <a:pt x="3276" y="3619"/>
                    <a:pt x="3290" y="3312"/>
                  </a:cubicBezTo>
                  <a:cubicBezTo>
                    <a:pt x="3304" y="2988"/>
                    <a:pt x="3044" y="2717"/>
                    <a:pt x="2720" y="2717"/>
                  </a:cubicBezTo>
                  <a:lnTo>
                    <a:pt x="1598" y="2717"/>
                  </a:lnTo>
                  <a:cubicBezTo>
                    <a:pt x="972" y="2717"/>
                    <a:pt x="447" y="2224"/>
                    <a:pt x="433" y="1602"/>
                  </a:cubicBezTo>
                  <a:cubicBezTo>
                    <a:pt x="416" y="958"/>
                    <a:pt x="933" y="430"/>
                    <a:pt x="1577" y="430"/>
                  </a:cubicBezTo>
                  <a:lnTo>
                    <a:pt x="1693" y="430"/>
                  </a:lnTo>
                  <a:cubicBezTo>
                    <a:pt x="1809" y="430"/>
                    <a:pt x="1908" y="331"/>
                    <a:pt x="1908" y="215"/>
                  </a:cubicBezTo>
                  <a:cubicBezTo>
                    <a:pt x="1908" y="96"/>
                    <a:pt x="1809" y="1"/>
                    <a:pt x="16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79" name="Google Shape;22979;p91"/>
          <p:cNvGrpSpPr/>
          <p:nvPr/>
        </p:nvGrpSpPr>
        <p:grpSpPr>
          <a:xfrm>
            <a:off x="4655731" y="2446592"/>
            <a:ext cx="372818" cy="327504"/>
            <a:chOff x="4655731" y="2446592"/>
            <a:chExt cx="372818" cy="327504"/>
          </a:xfrm>
        </p:grpSpPr>
        <p:sp>
          <p:nvSpPr>
            <p:cNvPr id="22980" name="Google Shape;22980;p91"/>
            <p:cNvSpPr/>
            <p:nvPr/>
          </p:nvSpPr>
          <p:spPr>
            <a:xfrm>
              <a:off x="4676865" y="2526887"/>
              <a:ext cx="330627" cy="224956"/>
            </a:xfrm>
            <a:custGeom>
              <a:rect b="b" l="l" r="r" t="t"/>
              <a:pathLst>
                <a:path extrusionOk="0" h="8643" w="12703">
                  <a:moveTo>
                    <a:pt x="1035" y="1"/>
                  </a:moveTo>
                  <a:cubicBezTo>
                    <a:pt x="465" y="5"/>
                    <a:pt x="1" y="469"/>
                    <a:pt x="1" y="1039"/>
                  </a:cubicBezTo>
                  <a:lnTo>
                    <a:pt x="1" y="8618"/>
                  </a:lnTo>
                  <a:lnTo>
                    <a:pt x="1" y="8642"/>
                  </a:lnTo>
                  <a:lnTo>
                    <a:pt x="12703" y="8642"/>
                  </a:lnTo>
                  <a:lnTo>
                    <a:pt x="12703" y="8618"/>
                  </a:lnTo>
                  <a:lnTo>
                    <a:pt x="12703" y="1039"/>
                  </a:lnTo>
                  <a:cubicBezTo>
                    <a:pt x="12699" y="465"/>
                    <a:pt x="12235" y="1"/>
                    <a:pt x="11661"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1" name="Google Shape;22981;p91"/>
            <p:cNvSpPr/>
            <p:nvPr/>
          </p:nvSpPr>
          <p:spPr>
            <a:xfrm>
              <a:off x="4962230" y="2526887"/>
              <a:ext cx="45262" cy="224956"/>
            </a:xfrm>
            <a:custGeom>
              <a:rect b="b" l="l" r="r" t="t"/>
              <a:pathLst>
                <a:path extrusionOk="0" h="8643" w="1739">
                  <a:moveTo>
                    <a:pt x="0" y="1"/>
                  </a:moveTo>
                  <a:cubicBezTo>
                    <a:pt x="574" y="1"/>
                    <a:pt x="1038" y="465"/>
                    <a:pt x="1038" y="1039"/>
                  </a:cubicBezTo>
                  <a:lnTo>
                    <a:pt x="1038" y="8618"/>
                  </a:lnTo>
                  <a:lnTo>
                    <a:pt x="1038" y="8642"/>
                  </a:lnTo>
                  <a:lnTo>
                    <a:pt x="1739" y="8642"/>
                  </a:lnTo>
                  <a:lnTo>
                    <a:pt x="1739" y="8618"/>
                  </a:lnTo>
                  <a:lnTo>
                    <a:pt x="1739" y="1039"/>
                  </a:lnTo>
                  <a:cubicBezTo>
                    <a:pt x="1735" y="465"/>
                    <a:pt x="1271" y="1"/>
                    <a:pt x="70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2" name="Google Shape;22982;p91"/>
            <p:cNvSpPr/>
            <p:nvPr/>
          </p:nvSpPr>
          <p:spPr>
            <a:xfrm>
              <a:off x="4699951" y="2550077"/>
              <a:ext cx="284376" cy="201765"/>
            </a:xfrm>
            <a:custGeom>
              <a:rect b="b" l="l" r="r" t="t"/>
              <a:pathLst>
                <a:path extrusionOk="0" h="7752" w="10926">
                  <a:moveTo>
                    <a:pt x="148" y="0"/>
                  </a:moveTo>
                  <a:cubicBezTo>
                    <a:pt x="67" y="4"/>
                    <a:pt x="4" y="67"/>
                    <a:pt x="0" y="148"/>
                  </a:cubicBezTo>
                  <a:lnTo>
                    <a:pt x="0" y="7727"/>
                  </a:lnTo>
                  <a:cubicBezTo>
                    <a:pt x="0" y="7734"/>
                    <a:pt x="4" y="7741"/>
                    <a:pt x="4" y="7751"/>
                  </a:cubicBezTo>
                  <a:lnTo>
                    <a:pt x="10922" y="7751"/>
                  </a:lnTo>
                  <a:cubicBezTo>
                    <a:pt x="10922" y="7744"/>
                    <a:pt x="10925" y="7734"/>
                    <a:pt x="10925" y="7727"/>
                  </a:cubicBezTo>
                  <a:lnTo>
                    <a:pt x="10925" y="148"/>
                  </a:lnTo>
                  <a:cubicBezTo>
                    <a:pt x="10922" y="67"/>
                    <a:pt x="10859" y="4"/>
                    <a:pt x="1077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3" name="Google Shape;22983;p91"/>
            <p:cNvSpPr/>
            <p:nvPr/>
          </p:nvSpPr>
          <p:spPr>
            <a:xfrm>
              <a:off x="4962230" y="2550077"/>
              <a:ext cx="22097" cy="201765"/>
            </a:xfrm>
            <a:custGeom>
              <a:rect b="b" l="l" r="r" t="t"/>
              <a:pathLst>
                <a:path extrusionOk="0" h="7752" w="849">
                  <a:moveTo>
                    <a:pt x="0" y="0"/>
                  </a:moveTo>
                  <a:cubicBezTo>
                    <a:pt x="81" y="4"/>
                    <a:pt x="145" y="67"/>
                    <a:pt x="148" y="148"/>
                  </a:cubicBezTo>
                  <a:lnTo>
                    <a:pt x="148" y="7727"/>
                  </a:lnTo>
                  <a:cubicBezTo>
                    <a:pt x="148" y="7734"/>
                    <a:pt x="148" y="7741"/>
                    <a:pt x="145" y="7751"/>
                  </a:cubicBezTo>
                  <a:lnTo>
                    <a:pt x="845" y="7751"/>
                  </a:lnTo>
                  <a:cubicBezTo>
                    <a:pt x="845" y="7741"/>
                    <a:pt x="848" y="7734"/>
                    <a:pt x="848" y="7727"/>
                  </a:cubicBezTo>
                  <a:lnTo>
                    <a:pt x="848" y="148"/>
                  </a:lnTo>
                  <a:cubicBezTo>
                    <a:pt x="845" y="67"/>
                    <a:pt x="782" y="4"/>
                    <a:pt x="70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4" name="Google Shape;22984;p91"/>
            <p:cNvSpPr/>
            <p:nvPr/>
          </p:nvSpPr>
          <p:spPr>
            <a:xfrm>
              <a:off x="4821656" y="2587062"/>
              <a:ext cx="41149" cy="21004"/>
            </a:xfrm>
            <a:custGeom>
              <a:rect b="b" l="l" r="r" t="t"/>
              <a:pathLst>
                <a:path extrusionOk="0" h="807" w="1581">
                  <a:moveTo>
                    <a:pt x="789" y="1"/>
                  </a:moveTo>
                  <a:cubicBezTo>
                    <a:pt x="352" y="1"/>
                    <a:pt x="1" y="363"/>
                    <a:pt x="11" y="799"/>
                  </a:cubicBezTo>
                  <a:lnTo>
                    <a:pt x="11" y="806"/>
                  </a:lnTo>
                  <a:lnTo>
                    <a:pt x="1570" y="806"/>
                  </a:lnTo>
                  <a:lnTo>
                    <a:pt x="1570" y="799"/>
                  </a:lnTo>
                  <a:cubicBezTo>
                    <a:pt x="1580" y="363"/>
                    <a:pt x="1228" y="1"/>
                    <a:pt x="789"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5" name="Google Shape;22985;p91"/>
            <p:cNvSpPr/>
            <p:nvPr/>
          </p:nvSpPr>
          <p:spPr>
            <a:xfrm>
              <a:off x="4808460" y="2608301"/>
              <a:ext cx="67724" cy="77614"/>
            </a:xfrm>
            <a:custGeom>
              <a:rect b="b" l="l" r="r" t="t"/>
              <a:pathLst>
                <a:path extrusionOk="0" h="2982" w="2602">
                  <a:moveTo>
                    <a:pt x="476" y="1"/>
                  </a:moveTo>
                  <a:cubicBezTo>
                    <a:pt x="216" y="1"/>
                    <a:pt x="4" y="212"/>
                    <a:pt x="1" y="476"/>
                  </a:cubicBezTo>
                  <a:lnTo>
                    <a:pt x="1" y="1683"/>
                  </a:lnTo>
                  <a:cubicBezTo>
                    <a:pt x="4" y="2397"/>
                    <a:pt x="585" y="2978"/>
                    <a:pt x="1303" y="2981"/>
                  </a:cubicBezTo>
                  <a:cubicBezTo>
                    <a:pt x="2017" y="2978"/>
                    <a:pt x="2598" y="2400"/>
                    <a:pt x="2601" y="1683"/>
                  </a:cubicBezTo>
                  <a:lnTo>
                    <a:pt x="2601" y="476"/>
                  </a:lnTo>
                  <a:cubicBezTo>
                    <a:pt x="2598" y="212"/>
                    <a:pt x="2386" y="1"/>
                    <a:pt x="2126"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6" name="Google Shape;22986;p91"/>
            <p:cNvSpPr/>
            <p:nvPr/>
          </p:nvSpPr>
          <p:spPr>
            <a:xfrm>
              <a:off x="4833551" y="2608301"/>
              <a:ext cx="42633" cy="77614"/>
            </a:xfrm>
            <a:custGeom>
              <a:rect b="b" l="l" r="r" t="t"/>
              <a:pathLst>
                <a:path extrusionOk="0" h="2982" w="1638">
                  <a:moveTo>
                    <a:pt x="496" y="1"/>
                  </a:moveTo>
                  <a:cubicBezTo>
                    <a:pt x="494" y="1"/>
                    <a:pt x="492" y="1"/>
                    <a:pt x="490" y="1"/>
                  </a:cubicBezTo>
                  <a:lnTo>
                    <a:pt x="503" y="1"/>
                  </a:lnTo>
                  <a:cubicBezTo>
                    <a:pt x="501" y="1"/>
                    <a:pt x="498" y="1"/>
                    <a:pt x="496" y="1"/>
                  </a:cubicBezTo>
                  <a:close/>
                  <a:moveTo>
                    <a:pt x="503" y="1"/>
                  </a:moveTo>
                  <a:cubicBezTo>
                    <a:pt x="757" y="4"/>
                    <a:pt x="965" y="216"/>
                    <a:pt x="965" y="476"/>
                  </a:cubicBezTo>
                  <a:lnTo>
                    <a:pt x="965" y="1683"/>
                  </a:lnTo>
                  <a:cubicBezTo>
                    <a:pt x="961" y="2270"/>
                    <a:pt x="567" y="2784"/>
                    <a:pt x="1" y="2939"/>
                  </a:cubicBezTo>
                  <a:cubicBezTo>
                    <a:pt x="110" y="2967"/>
                    <a:pt x="223" y="2981"/>
                    <a:pt x="339" y="2981"/>
                  </a:cubicBezTo>
                  <a:cubicBezTo>
                    <a:pt x="1053" y="2981"/>
                    <a:pt x="1634" y="2400"/>
                    <a:pt x="1637" y="1683"/>
                  </a:cubicBezTo>
                  <a:lnTo>
                    <a:pt x="1637" y="476"/>
                  </a:lnTo>
                  <a:cubicBezTo>
                    <a:pt x="1634" y="212"/>
                    <a:pt x="1422" y="1"/>
                    <a:pt x="11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7" name="Google Shape;22987;p91"/>
            <p:cNvSpPr/>
            <p:nvPr/>
          </p:nvSpPr>
          <p:spPr>
            <a:xfrm>
              <a:off x="4794822" y="2446592"/>
              <a:ext cx="95078" cy="52940"/>
            </a:xfrm>
            <a:custGeom>
              <a:rect b="b" l="l" r="r" t="t"/>
              <a:pathLst>
                <a:path extrusionOk="0" h="2034" w="3653">
                  <a:moveTo>
                    <a:pt x="1827" y="0"/>
                  </a:moveTo>
                  <a:cubicBezTo>
                    <a:pt x="820" y="0"/>
                    <a:pt x="1" y="817"/>
                    <a:pt x="1" y="1823"/>
                  </a:cubicBezTo>
                  <a:cubicBezTo>
                    <a:pt x="1" y="1939"/>
                    <a:pt x="96" y="2034"/>
                    <a:pt x="212" y="2034"/>
                  </a:cubicBezTo>
                  <a:cubicBezTo>
                    <a:pt x="328" y="2034"/>
                    <a:pt x="419" y="1939"/>
                    <a:pt x="423" y="1823"/>
                  </a:cubicBezTo>
                  <a:cubicBezTo>
                    <a:pt x="455" y="1073"/>
                    <a:pt x="1074" y="482"/>
                    <a:pt x="1827" y="482"/>
                  </a:cubicBezTo>
                  <a:cubicBezTo>
                    <a:pt x="2580" y="482"/>
                    <a:pt x="3199" y="1073"/>
                    <a:pt x="3234" y="1823"/>
                  </a:cubicBezTo>
                  <a:cubicBezTo>
                    <a:pt x="3234" y="1939"/>
                    <a:pt x="3326" y="2034"/>
                    <a:pt x="3442" y="2034"/>
                  </a:cubicBezTo>
                  <a:cubicBezTo>
                    <a:pt x="3558" y="2034"/>
                    <a:pt x="3653" y="1939"/>
                    <a:pt x="3653" y="1823"/>
                  </a:cubicBezTo>
                  <a:cubicBezTo>
                    <a:pt x="3653" y="817"/>
                    <a:pt x="2833" y="0"/>
                    <a:pt x="1827"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8" name="Google Shape;22988;p91"/>
            <p:cNvSpPr/>
            <p:nvPr/>
          </p:nvSpPr>
          <p:spPr>
            <a:xfrm>
              <a:off x="4816060" y="2465540"/>
              <a:ext cx="52602" cy="31259"/>
            </a:xfrm>
            <a:custGeom>
              <a:rect b="b" l="l" r="r" t="t"/>
              <a:pathLst>
                <a:path extrusionOk="0" h="1201" w="2021">
                  <a:moveTo>
                    <a:pt x="1011" y="1"/>
                  </a:moveTo>
                  <a:cubicBezTo>
                    <a:pt x="462" y="1"/>
                    <a:pt x="11" y="440"/>
                    <a:pt x="1" y="989"/>
                  </a:cubicBezTo>
                  <a:cubicBezTo>
                    <a:pt x="1" y="1105"/>
                    <a:pt x="96" y="1200"/>
                    <a:pt x="212" y="1200"/>
                  </a:cubicBezTo>
                  <a:cubicBezTo>
                    <a:pt x="328" y="1200"/>
                    <a:pt x="420" y="1105"/>
                    <a:pt x="420" y="989"/>
                  </a:cubicBezTo>
                  <a:cubicBezTo>
                    <a:pt x="420" y="662"/>
                    <a:pt x="684" y="398"/>
                    <a:pt x="1011" y="398"/>
                  </a:cubicBezTo>
                  <a:cubicBezTo>
                    <a:pt x="1334" y="398"/>
                    <a:pt x="1598" y="662"/>
                    <a:pt x="1602" y="989"/>
                  </a:cubicBezTo>
                  <a:cubicBezTo>
                    <a:pt x="1598" y="1105"/>
                    <a:pt x="1693" y="1200"/>
                    <a:pt x="1809" y="1200"/>
                  </a:cubicBezTo>
                  <a:cubicBezTo>
                    <a:pt x="1926" y="1200"/>
                    <a:pt x="2021" y="1105"/>
                    <a:pt x="2021" y="989"/>
                  </a:cubicBezTo>
                  <a:cubicBezTo>
                    <a:pt x="2006" y="440"/>
                    <a:pt x="1560" y="1"/>
                    <a:pt x="1011"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9" name="Google Shape;22989;p91"/>
            <p:cNvSpPr/>
            <p:nvPr/>
          </p:nvSpPr>
          <p:spPr>
            <a:xfrm>
              <a:off x="4661222" y="2730942"/>
              <a:ext cx="361938" cy="37740"/>
            </a:xfrm>
            <a:custGeom>
              <a:rect b="b" l="l" r="r" t="t"/>
              <a:pathLst>
                <a:path extrusionOk="0" h="1450" w="13906">
                  <a:moveTo>
                    <a:pt x="0" y="0"/>
                  </a:moveTo>
                  <a:lnTo>
                    <a:pt x="0" y="454"/>
                  </a:lnTo>
                  <a:cubicBezTo>
                    <a:pt x="0" y="1003"/>
                    <a:pt x="443" y="1446"/>
                    <a:pt x="992" y="1450"/>
                  </a:cubicBezTo>
                  <a:lnTo>
                    <a:pt x="12909" y="1450"/>
                  </a:lnTo>
                  <a:cubicBezTo>
                    <a:pt x="13458" y="1446"/>
                    <a:pt x="13902" y="1003"/>
                    <a:pt x="13905" y="454"/>
                  </a:cubicBezTo>
                  <a:lnTo>
                    <a:pt x="13905" y="0"/>
                  </a:lnTo>
                  <a:lnTo>
                    <a:pt x="8606" y="0"/>
                  </a:lnTo>
                  <a:lnTo>
                    <a:pt x="8321" y="208"/>
                  </a:lnTo>
                  <a:lnTo>
                    <a:pt x="5598" y="208"/>
                  </a:lnTo>
                  <a:lnTo>
                    <a:pt x="5317"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0" name="Google Shape;22990;p91"/>
            <p:cNvSpPr/>
            <p:nvPr/>
          </p:nvSpPr>
          <p:spPr>
            <a:xfrm>
              <a:off x="4781365" y="2730942"/>
              <a:ext cx="25663" cy="5336"/>
            </a:xfrm>
            <a:custGeom>
              <a:rect b="b" l="l" r="r" t="t"/>
              <a:pathLst>
                <a:path extrusionOk="0" h="205" w="986">
                  <a:moveTo>
                    <a:pt x="0" y="0"/>
                  </a:moveTo>
                  <a:lnTo>
                    <a:pt x="285" y="204"/>
                  </a:lnTo>
                  <a:lnTo>
                    <a:pt x="986" y="204"/>
                  </a:lnTo>
                  <a:lnTo>
                    <a:pt x="701"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1" name="Google Shape;22991;p91"/>
            <p:cNvSpPr/>
            <p:nvPr/>
          </p:nvSpPr>
          <p:spPr>
            <a:xfrm>
              <a:off x="4978992" y="2730942"/>
              <a:ext cx="44065" cy="37740"/>
            </a:xfrm>
            <a:custGeom>
              <a:rect b="b" l="l" r="r" t="t"/>
              <a:pathLst>
                <a:path extrusionOk="0" h="1450" w="1693">
                  <a:moveTo>
                    <a:pt x="996" y="0"/>
                  </a:moveTo>
                  <a:lnTo>
                    <a:pt x="996" y="454"/>
                  </a:lnTo>
                  <a:cubicBezTo>
                    <a:pt x="993" y="1003"/>
                    <a:pt x="549" y="1446"/>
                    <a:pt x="0" y="1450"/>
                  </a:cubicBezTo>
                  <a:lnTo>
                    <a:pt x="700" y="1450"/>
                  </a:lnTo>
                  <a:cubicBezTo>
                    <a:pt x="1249" y="1446"/>
                    <a:pt x="1693" y="1003"/>
                    <a:pt x="1693" y="454"/>
                  </a:cubicBezTo>
                  <a:lnTo>
                    <a:pt x="1693"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2" name="Google Shape;22992;p91"/>
            <p:cNvSpPr/>
            <p:nvPr/>
          </p:nvSpPr>
          <p:spPr>
            <a:xfrm>
              <a:off x="4769132" y="2582117"/>
              <a:ext cx="145936" cy="109315"/>
            </a:xfrm>
            <a:custGeom>
              <a:rect b="b" l="l" r="r" t="t"/>
              <a:pathLst>
                <a:path extrusionOk="0" h="4200" w="5607">
                  <a:moveTo>
                    <a:pt x="2810" y="416"/>
                  </a:moveTo>
                  <a:cubicBezTo>
                    <a:pt x="3046" y="419"/>
                    <a:pt x="3257" y="564"/>
                    <a:pt x="3341" y="785"/>
                  </a:cubicBezTo>
                  <a:lnTo>
                    <a:pt x="2275" y="785"/>
                  </a:lnTo>
                  <a:cubicBezTo>
                    <a:pt x="2360" y="564"/>
                    <a:pt x="2571" y="419"/>
                    <a:pt x="2807" y="419"/>
                  </a:cubicBezTo>
                  <a:lnTo>
                    <a:pt x="2810" y="416"/>
                  </a:lnTo>
                  <a:close/>
                  <a:moveTo>
                    <a:pt x="3634" y="1218"/>
                  </a:moveTo>
                  <a:cubicBezTo>
                    <a:pt x="3781" y="1218"/>
                    <a:pt x="3897" y="1334"/>
                    <a:pt x="3897" y="1482"/>
                  </a:cubicBezTo>
                  <a:lnTo>
                    <a:pt x="3897" y="2689"/>
                  </a:lnTo>
                  <a:cubicBezTo>
                    <a:pt x="3897" y="3290"/>
                    <a:pt x="3412" y="3779"/>
                    <a:pt x="2810" y="3779"/>
                  </a:cubicBezTo>
                  <a:cubicBezTo>
                    <a:pt x="2209" y="3779"/>
                    <a:pt x="1719" y="3290"/>
                    <a:pt x="1719" y="2689"/>
                  </a:cubicBezTo>
                  <a:lnTo>
                    <a:pt x="1723" y="1482"/>
                  </a:lnTo>
                  <a:cubicBezTo>
                    <a:pt x="1723" y="1334"/>
                    <a:pt x="1839" y="1218"/>
                    <a:pt x="1987" y="1218"/>
                  </a:cubicBezTo>
                  <a:close/>
                  <a:moveTo>
                    <a:pt x="2810" y="1"/>
                  </a:moveTo>
                  <a:cubicBezTo>
                    <a:pt x="2332" y="1"/>
                    <a:pt x="1920" y="342"/>
                    <a:pt x="1836" y="813"/>
                  </a:cubicBezTo>
                  <a:cubicBezTo>
                    <a:pt x="1621" y="863"/>
                    <a:pt x="1442" y="1014"/>
                    <a:pt x="1357" y="1218"/>
                  </a:cubicBezTo>
                  <a:lnTo>
                    <a:pt x="974" y="1214"/>
                  </a:lnTo>
                  <a:cubicBezTo>
                    <a:pt x="914" y="1214"/>
                    <a:pt x="857" y="1236"/>
                    <a:pt x="819" y="1278"/>
                  </a:cubicBezTo>
                  <a:lnTo>
                    <a:pt x="161" y="1967"/>
                  </a:lnTo>
                  <a:cubicBezTo>
                    <a:pt x="24" y="2121"/>
                    <a:pt x="160" y="2319"/>
                    <a:pt x="318" y="2319"/>
                  </a:cubicBezTo>
                  <a:cubicBezTo>
                    <a:pt x="367" y="2319"/>
                    <a:pt x="418" y="2301"/>
                    <a:pt x="463" y="2256"/>
                  </a:cubicBezTo>
                  <a:lnTo>
                    <a:pt x="1058" y="1637"/>
                  </a:lnTo>
                  <a:lnTo>
                    <a:pt x="1304" y="1637"/>
                  </a:lnTo>
                  <a:lnTo>
                    <a:pt x="1304" y="2122"/>
                  </a:lnTo>
                  <a:lnTo>
                    <a:pt x="970" y="2119"/>
                  </a:lnTo>
                  <a:cubicBezTo>
                    <a:pt x="914" y="2119"/>
                    <a:pt x="857" y="2140"/>
                    <a:pt x="819" y="2182"/>
                  </a:cubicBezTo>
                  <a:lnTo>
                    <a:pt x="157" y="2872"/>
                  </a:lnTo>
                  <a:cubicBezTo>
                    <a:pt x="0" y="3023"/>
                    <a:pt x="143" y="3235"/>
                    <a:pt x="306" y="3235"/>
                  </a:cubicBezTo>
                  <a:cubicBezTo>
                    <a:pt x="358" y="3235"/>
                    <a:pt x="413" y="3213"/>
                    <a:pt x="460" y="3160"/>
                  </a:cubicBezTo>
                  <a:lnTo>
                    <a:pt x="1058" y="2541"/>
                  </a:lnTo>
                  <a:lnTo>
                    <a:pt x="1301" y="2541"/>
                  </a:lnTo>
                  <a:lnTo>
                    <a:pt x="1301" y="2685"/>
                  </a:lnTo>
                  <a:cubicBezTo>
                    <a:pt x="1301" y="2801"/>
                    <a:pt x="1315" y="2914"/>
                    <a:pt x="1343" y="3026"/>
                  </a:cubicBezTo>
                  <a:lnTo>
                    <a:pt x="970" y="3023"/>
                  </a:lnTo>
                  <a:lnTo>
                    <a:pt x="970" y="3026"/>
                  </a:lnTo>
                  <a:cubicBezTo>
                    <a:pt x="914" y="3026"/>
                    <a:pt x="857" y="3051"/>
                    <a:pt x="819" y="3090"/>
                  </a:cubicBezTo>
                  <a:lnTo>
                    <a:pt x="161" y="3779"/>
                  </a:lnTo>
                  <a:cubicBezTo>
                    <a:pt x="1" y="3931"/>
                    <a:pt x="145" y="4143"/>
                    <a:pt x="309" y="4143"/>
                  </a:cubicBezTo>
                  <a:cubicBezTo>
                    <a:pt x="362" y="4143"/>
                    <a:pt x="416" y="4121"/>
                    <a:pt x="463" y="4068"/>
                  </a:cubicBezTo>
                  <a:lnTo>
                    <a:pt x="1058" y="3445"/>
                  </a:lnTo>
                  <a:lnTo>
                    <a:pt x="1508" y="3452"/>
                  </a:lnTo>
                  <a:cubicBezTo>
                    <a:pt x="1799" y="3950"/>
                    <a:pt x="2304" y="4199"/>
                    <a:pt x="2810" y="4199"/>
                  </a:cubicBezTo>
                  <a:cubicBezTo>
                    <a:pt x="3316" y="4199"/>
                    <a:pt x="3822" y="3950"/>
                    <a:pt x="4112" y="3452"/>
                  </a:cubicBezTo>
                  <a:lnTo>
                    <a:pt x="4548" y="3445"/>
                  </a:lnTo>
                  <a:lnTo>
                    <a:pt x="5146" y="4068"/>
                  </a:lnTo>
                  <a:cubicBezTo>
                    <a:pt x="5194" y="4121"/>
                    <a:pt x="5248" y="4143"/>
                    <a:pt x="5301" y="4143"/>
                  </a:cubicBezTo>
                  <a:cubicBezTo>
                    <a:pt x="5463" y="4143"/>
                    <a:pt x="5606" y="3931"/>
                    <a:pt x="5449" y="3779"/>
                  </a:cubicBezTo>
                  <a:lnTo>
                    <a:pt x="4788" y="3090"/>
                  </a:lnTo>
                  <a:cubicBezTo>
                    <a:pt x="4749" y="3051"/>
                    <a:pt x="4693" y="3026"/>
                    <a:pt x="4636" y="3026"/>
                  </a:cubicBezTo>
                  <a:lnTo>
                    <a:pt x="4281" y="3030"/>
                  </a:lnTo>
                  <a:cubicBezTo>
                    <a:pt x="4306" y="2917"/>
                    <a:pt x="4320" y="2805"/>
                    <a:pt x="4320" y="2689"/>
                  </a:cubicBezTo>
                  <a:lnTo>
                    <a:pt x="4320" y="2544"/>
                  </a:lnTo>
                  <a:lnTo>
                    <a:pt x="4552" y="2544"/>
                  </a:lnTo>
                  <a:lnTo>
                    <a:pt x="5146" y="3164"/>
                  </a:lnTo>
                  <a:cubicBezTo>
                    <a:pt x="5192" y="3208"/>
                    <a:pt x="5243" y="3227"/>
                    <a:pt x="5292" y="3227"/>
                  </a:cubicBezTo>
                  <a:cubicBezTo>
                    <a:pt x="5450" y="3227"/>
                    <a:pt x="5586" y="3029"/>
                    <a:pt x="5449" y="2875"/>
                  </a:cubicBezTo>
                  <a:lnTo>
                    <a:pt x="4788" y="2186"/>
                  </a:lnTo>
                  <a:cubicBezTo>
                    <a:pt x="4749" y="2147"/>
                    <a:pt x="4696" y="2122"/>
                    <a:pt x="4636" y="2122"/>
                  </a:cubicBezTo>
                  <a:lnTo>
                    <a:pt x="4320" y="2126"/>
                  </a:lnTo>
                  <a:lnTo>
                    <a:pt x="4320" y="1637"/>
                  </a:lnTo>
                  <a:lnTo>
                    <a:pt x="4552" y="1637"/>
                  </a:lnTo>
                  <a:lnTo>
                    <a:pt x="5146" y="2259"/>
                  </a:lnTo>
                  <a:cubicBezTo>
                    <a:pt x="5193" y="2312"/>
                    <a:pt x="5248" y="2333"/>
                    <a:pt x="5300" y="2333"/>
                  </a:cubicBezTo>
                  <a:cubicBezTo>
                    <a:pt x="5463" y="2333"/>
                    <a:pt x="5606" y="2122"/>
                    <a:pt x="5449" y="1967"/>
                  </a:cubicBezTo>
                  <a:lnTo>
                    <a:pt x="4791" y="1281"/>
                  </a:lnTo>
                  <a:cubicBezTo>
                    <a:pt x="4749" y="1239"/>
                    <a:pt x="4696" y="1218"/>
                    <a:pt x="4640" y="1214"/>
                  </a:cubicBezTo>
                  <a:lnTo>
                    <a:pt x="4270" y="1218"/>
                  </a:lnTo>
                  <a:cubicBezTo>
                    <a:pt x="4182" y="1014"/>
                    <a:pt x="3999" y="859"/>
                    <a:pt x="3781" y="813"/>
                  </a:cubicBezTo>
                  <a:cubicBezTo>
                    <a:pt x="3697" y="342"/>
                    <a:pt x="3285" y="1"/>
                    <a:pt x="2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3" name="Google Shape;22993;p91"/>
            <p:cNvSpPr/>
            <p:nvPr/>
          </p:nvSpPr>
          <p:spPr>
            <a:xfrm>
              <a:off x="4655731" y="2521499"/>
              <a:ext cx="372818" cy="252597"/>
            </a:xfrm>
            <a:custGeom>
              <a:rect b="b" l="l" r="r" t="t"/>
              <a:pathLst>
                <a:path extrusionOk="0" h="9705" w="14324">
                  <a:moveTo>
                    <a:pt x="13905" y="8258"/>
                  </a:moveTo>
                  <a:lnTo>
                    <a:pt x="13905" y="8501"/>
                  </a:lnTo>
                  <a:cubicBezTo>
                    <a:pt x="13902" y="8934"/>
                    <a:pt x="13553" y="9286"/>
                    <a:pt x="13120" y="9286"/>
                  </a:cubicBezTo>
                  <a:lnTo>
                    <a:pt x="1203" y="9286"/>
                  </a:lnTo>
                  <a:cubicBezTo>
                    <a:pt x="771" y="9286"/>
                    <a:pt x="419" y="8934"/>
                    <a:pt x="419" y="8501"/>
                  </a:cubicBezTo>
                  <a:lnTo>
                    <a:pt x="419" y="8258"/>
                  </a:lnTo>
                  <a:lnTo>
                    <a:pt x="5457" y="8258"/>
                  </a:lnTo>
                  <a:lnTo>
                    <a:pt x="5686" y="8424"/>
                  </a:lnTo>
                  <a:cubicBezTo>
                    <a:pt x="5721" y="8448"/>
                    <a:pt x="5767" y="8462"/>
                    <a:pt x="5809" y="8462"/>
                  </a:cubicBezTo>
                  <a:lnTo>
                    <a:pt x="8532" y="8462"/>
                  </a:lnTo>
                  <a:cubicBezTo>
                    <a:pt x="8575" y="8462"/>
                    <a:pt x="8617" y="8448"/>
                    <a:pt x="8652" y="8424"/>
                  </a:cubicBezTo>
                  <a:lnTo>
                    <a:pt x="8884" y="8258"/>
                  </a:lnTo>
                  <a:close/>
                  <a:moveTo>
                    <a:pt x="11563" y="0"/>
                  </a:moveTo>
                  <a:cubicBezTo>
                    <a:pt x="11449" y="0"/>
                    <a:pt x="11358" y="93"/>
                    <a:pt x="11358" y="208"/>
                  </a:cubicBezTo>
                  <a:cubicBezTo>
                    <a:pt x="11358" y="325"/>
                    <a:pt x="11453" y="419"/>
                    <a:pt x="11569" y="419"/>
                  </a:cubicBezTo>
                  <a:cubicBezTo>
                    <a:pt x="11572" y="419"/>
                    <a:pt x="11574" y="419"/>
                    <a:pt x="11576" y="419"/>
                  </a:cubicBezTo>
                  <a:lnTo>
                    <a:pt x="12477" y="419"/>
                  </a:lnTo>
                  <a:cubicBezTo>
                    <a:pt x="12934" y="419"/>
                    <a:pt x="13303" y="789"/>
                    <a:pt x="13303" y="1246"/>
                  </a:cubicBezTo>
                  <a:lnTo>
                    <a:pt x="13303" y="7840"/>
                  </a:lnTo>
                  <a:lnTo>
                    <a:pt x="12832" y="7840"/>
                  </a:lnTo>
                  <a:lnTo>
                    <a:pt x="12832" y="1246"/>
                  </a:lnTo>
                  <a:cubicBezTo>
                    <a:pt x="12832" y="1049"/>
                    <a:pt x="12674" y="891"/>
                    <a:pt x="12477" y="891"/>
                  </a:cubicBezTo>
                  <a:lnTo>
                    <a:pt x="1847" y="891"/>
                  </a:lnTo>
                  <a:cubicBezTo>
                    <a:pt x="1650" y="891"/>
                    <a:pt x="1492" y="1049"/>
                    <a:pt x="1492" y="1246"/>
                  </a:cubicBezTo>
                  <a:lnTo>
                    <a:pt x="1492" y="3969"/>
                  </a:lnTo>
                  <a:cubicBezTo>
                    <a:pt x="1485" y="4089"/>
                    <a:pt x="1580" y="4187"/>
                    <a:pt x="1699" y="4187"/>
                  </a:cubicBezTo>
                  <a:cubicBezTo>
                    <a:pt x="1819" y="4187"/>
                    <a:pt x="1914" y="4089"/>
                    <a:pt x="1911" y="3969"/>
                  </a:cubicBezTo>
                  <a:lnTo>
                    <a:pt x="1911" y="1309"/>
                  </a:lnTo>
                  <a:lnTo>
                    <a:pt x="12413" y="1309"/>
                  </a:lnTo>
                  <a:lnTo>
                    <a:pt x="12413" y="7840"/>
                  </a:lnTo>
                  <a:lnTo>
                    <a:pt x="8817" y="7840"/>
                  </a:lnTo>
                  <a:cubicBezTo>
                    <a:pt x="8772" y="7840"/>
                    <a:pt x="8729" y="7854"/>
                    <a:pt x="8694" y="7878"/>
                  </a:cubicBezTo>
                  <a:lnTo>
                    <a:pt x="8466" y="8044"/>
                  </a:lnTo>
                  <a:lnTo>
                    <a:pt x="5879" y="8044"/>
                  </a:lnTo>
                  <a:lnTo>
                    <a:pt x="5651" y="7878"/>
                  </a:lnTo>
                  <a:cubicBezTo>
                    <a:pt x="5612" y="7854"/>
                    <a:pt x="5570" y="7840"/>
                    <a:pt x="5528" y="7840"/>
                  </a:cubicBezTo>
                  <a:lnTo>
                    <a:pt x="1911" y="7840"/>
                  </a:lnTo>
                  <a:lnTo>
                    <a:pt x="1911" y="5004"/>
                  </a:lnTo>
                  <a:cubicBezTo>
                    <a:pt x="1918" y="4884"/>
                    <a:pt x="1819" y="4782"/>
                    <a:pt x="1699" y="4782"/>
                  </a:cubicBezTo>
                  <a:cubicBezTo>
                    <a:pt x="1580" y="4782"/>
                    <a:pt x="1485" y="4884"/>
                    <a:pt x="1492" y="5004"/>
                  </a:cubicBezTo>
                  <a:lnTo>
                    <a:pt x="1492" y="7840"/>
                  </a:lnTo>
                  <a:lnTo>
                    <a:pt x="1020" y="7840"/>
                  </a:lnTo>
                  <a:lnTo>
                    <a:pt x="1020" y="1246"/>
                  </a:lnTo>
                  <a:cubicBezTo>
                    <a:pt x="1020" y="789"/>
                    <a:pt x="1393" y="419"/>
                    <a:pt x="1851" y="419"/>
                  </a:cubicBezTo>
                  <a:lnTo>
                    <a:pt x="10735" y="419"/>
                  </a:lnTo>
                  <a:cubicBezTo>
                    <a:pt x="10999" y="405"/>
                    <a:pt x="10999" y="11"/>
                    <a:pt x="10735" y="0"/>
                  </a:cubicBezTo>
                  <a:lnTo>
                    <a:pt x="1851" y="0"/>
                  </a:lnTo>
                  <a:cubicBezTo>
                    <a:pt x="1161" y="0"/>
                    <a:pt x="602" y="556"/>
                    <a:pt x="602" y="1246"/>
                  </a:cubicBezTo>
                  <a:lnTo>
                    <a:pt x="602" y="7840"/>
                  </a:lnTo>
                  <a:lnTo>
                    <a:pt x="211" y="7840"/>
                  </a:lnTo>
                  <a:cubicBezTo>
                    <a:pt x="95" y="7840"/>
                    <a:pt x="0" y="7931"/>
                    <a:pt x="0" y="8047"/>
                  </a:cubicBezTo>
                  <a:lnTo>
                    <a:pt x="0" y="8501"/>
                  </a:lnTo>
                  <a:cubicBezTo>
                    <a:pt x="4" y="9166"/>
                    <a:pt x="538" y="9704"/>
                    <a:pt x="1203" y="9704"/>
                  </a:cubicBezTo>
                  <a:lnTo>
                    <a:pt x="13124" y="9704"/>
                  </a:lnTo>
                  <a:cubicBezTo>
                    <a:pt x="13785" y="9704"/>
                    <a:pt x="14324" y="9166"/>
                    <a:pt x="14324" y="8501"/>
                  </a:cubicBezTo>
                  <a:lnTo>
                    <a:pt x="14324" y="8047"/>
                  </a:lnTo>
                  <a:cubicBezTo>
                    <a:pt x="14324" y="7933"/>
                    <a:pt x="14232" y="7839"/>
                    <a:pt x="14119" y="7839"/>
                  </a:cubicBezTo>
                  <a:cubicBezTo>
                    <a:pt x="14117" y="7839"/>
                    <a:pt x="14115" y="7839"/>
                    <a:pt x="14113" y="7840"/>
                  </a:cubicBezTo>
                  <a:lnTo>
                    <a:pt x="13722" y="7840"/>
                  </a:lnTo>
                  <a:lnTo>
                    <a:pt x="13722" y="1246"/>
                  </a:lnTo>
                  <a:cubicBezTo>
                    <a:pt x="13722" y="556"/>
                    <a:pt x="13163" y="0"/>
                    <a:pt x="12477" y="0"/>
                  </a:cubicBezTo>
                  <a:lnTo>
                    <a:pt x="11576" y="0"/>
                  </a:lnTo>
                  <a:cubicBezTo>
                    <a:pt x="11572" y="0"/>
                    <a:pt x="11568" y="0"/>
                    <a:pt x="1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94" name="Google Shape;22994;p91"/>
          <p:cNvGrpSpPr/>
          <p:nvPr/>
        </p:nvGrpSpPr>
        <p:grpSpPr>
          <a:xfrm>
            <a:off x="7459075" y="2926643"/>
            <a:ext cx="365062" cy="290024"/>
            <a:chOff x="7459075" y="2926643"/>
            <a:chExt cx="365062" cy="290024"/>
          </a:xfrm>
        </p:grpSpPr>
        <p:sp>
          <p:nvSpPr>
            <p:cNvPr id="22995" name="Google Shape;22995;p91"/>
            <p:cNvSpPr/>
            <p:nvPr/>
          </p:nvSpPr>
          <p:spPr>
            <a:xfrm>
              <a:off x="7464202" y="2979192"/>
              <a:ext cx="299498" cy="232530"/>
            </a:xfrm>
            <a:custGeom>
              <a:rect b="b" l="l" r="r" t="t"/>
              <a:pathLst>
                <a:path extrusionOk="0" h="8934" w="11507">
                  <a:moveTo>
                    <a:pt x="1" y="1"/>
                  </a:moveTo>
                  <a:lnTo>
                    <a:pt x="1" y="8656"/>
                  </a:lnTo>
                  <a:cubicBezTo>
                    <a:pt x="1" y="8807"/>
                    <a:pt x="124" y="8930"/>
                    <a:pt x="279" y="8934"/>
                  </a:cubicBezTo>
                  <a:lnTo>
                    <a:pt x="11228" y="8934"/>
                  </a:lnTo>
                  <a:cubicBezTo>
                    <a:pt x="11380" y="8930"/>
                    <a:pt x="11506" y="8807"/>
                    <a:pt x="11506" y="8656"/>
                  </a:cubicBezTo>
                  <a:lnTo>
                    <a:pt x="11506"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6" name="Google Shape;22996;p91"/>
            <p:cNvSpPr/>
            <p:nvPr/>
          </p:nvSpPr>
          <p:spPr>
            <a:xfrm>
              <a:off x="7464202" y="2979192"/>
              <a:ext cx="21473" cy="232530"/>
            </a:xfrm>
            <a:custGeom>
              <a:rect b="b" l="l" r="r" t="t"/>
              <a:pathLst>
                <a:path extrusionOk="0" h="8934" w="825">
                  <a:moveTo>
                    <a:pt x="1" y="1"/>
                  </a:moveTo>
                  <a:lnTo>
                    <a:pt x="1" y="8656"/>
                  </a:lnTo>
                  <a:cubicBezTo>
                    <a:pt x="1" y="8807"/>
                    <a:pt x="124" y="8930"/>
                    <a:pt x="279" y="8934"/>
                  </a:cubicBezTo>
                  <a:lnTo>
                    <a:pt x="824" y="8934"/>
                  </a:lnTo>
                  <a:cubicBezTo>
                    <a:pt x="669" y="8934"/>
                    <a:pt x="546" y="8807"/>
                    <a:pt x="546" y="8656"/>
                  </a:cubicBezTo>
                  <a:lnTo>
                    <a:pt x="54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7" name="Google Shape;22997;p91"/>
            <p:cNvSpPr/>
            <p:nvPr/>
          </p:nvSpPr>
          <p:spPr>
            <a:xfrm>
              <a:off x="7507538" y="2932317"/>
              <a:ext cx="256059" cy="51769"/>
            </a:xfrm>
            <a:custGeom>
              <a:rect b="b" l="l" r="r" t="t"/>
              <a:pathLst>
                <a:path extrusionOk="0" h="1989" w="9838">
                  <a:moveTo>
                    <a:pt x="0" y="0"/>
                  </a:moveTo>
                  <a:lnTo>
                    <a:pt x="0" y="1988"/>
                  </a:lnTo>
                  <a:lnTo>
                    <a:pt x="9838" y="1988"/>
                  </a:lnTo>
                  <a:lnTo>
                    <a:pt x="9838" y="289"/>
                  </a:lnTo>
                  <a:cubicBezTo>
                    <a:pt x="9838" y="130"/>
                    <a:pt x="9711" y="0"/>
                    <a:pt x="955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8" name="Google Shape;22998;p91"/>
            <p:cNvSpPr/>
            <p:nvPr/>
          </p:nvSpPr>
          <p:spPr>
            <a:xfrm>
              <a:off x="7464202" y="2932317"/>
              <a:ext cx="49660" cy="51769"/>
            </a:xfrm>
            <a:custGeom>
              <a:rect b="b" l="l" r="r" t="t"/>
              <a:pathLst>
                <a:path extrusionOk="0" h="1989" w="1908">
                  <a:moveTo>
                    <a:pt x="286" y="0"/>
                  </a:moveTo>
                  <a:cubicBezTo>
                    <a:pt x="128" y="0"/>
                    <a:pt x="1" y="130"/>
                    <a:pt x="1" y="289"/>
                  </a:cubicBezTo>
                  <a:lnTo>
                    <a:pt x="1" y="1988"/>
                  </a:lnTo>
                  <a:lnTo>
                    <a:pt x="1908" y="1988"/>
                  </a:lnTo>
                  <a:lnTo>
                    <a:pt x="1908"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9" name="Google Shape;22999;p91"/>
            <p:cNvSpPr/>
            <p:nvPr/>
          </p:nvSpPr>
          <p:spPr>
            <a:xfrm>
              <a:off x="7464202" y="2932317"/>
              <a:ext cx="21655" cy="51769"/>
            </a:xfrm>
            <a:custGeom>
              <a:rect b="b" l="l" r="r" t="t"/>
              <a:pathLst>
                <a:path extrusionOk="0" h="1989" w="832">
                  <a:moveTo>
                    <a:pt x="286" y="0"/>
                  </a:moveTo>
                  <a:cubicBezTo>
                    <a:pt x="128" y="0"/>
                    <a:pt x="1" y="130"/>
                    <a:pt x="1" y="289"/>
                  </a:cubicBezTo>
                  <a:lnTo>
                    <a:pt x="1" y="1988"/>
                  </a:lnTo>
                  <a:lnTo>
                    <a:pt x="546" y="1988"/>
                  </a:lnTo>
                  <a:lnTo>
                    <a:pt x="546" y="289"/>
                  </a:lnTo>
                  <a:cubicBezTo>
                    <a:pt x="546" y="130"/>
                    <a:pt x="673" y="0"/>
                    <a:pt x="83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0" name="Google Shape;23000;p91"/>
            <p:cNvSpPr/>
            <p:nvPr/>
          </p:nvSpPr>
          <p:spPr>
            <a:xfrm>
              <a:off x="7602772" y="3132416"/>
              <a:ext cx="29151" cy="29125"/>
            </a:xfrm>
            <a:custGeom>
              <a:rect b="b" l="l" r="r" t="t"/>
              <a:pathLst>
                <a:path extrusionOk="0" h="1119" w="1120">
                  <a:moveTo>
                    <a:pt x="560" y="0"/>
                  </a:moveTo>
                  <a:cubicBezTo>
                    <a:pt x="250" y="0"/>
                    <a:pt x="0" y="250"/>
                    <a:pt x="0" y="559"/>
                  </a:cubicBezTo>
                  <a:cubicBezTo>
                    <a:pt x="0" y="866"/>
                    <a:pt x="250" y="1119"/>
                    <a:pt x="560" y="1119"/>
                  </a:cubicBezTo>
                  <a:cubicBezTo>
                    <a:pt x="869" y="1119"/>
                    <a:pt x="1119" y="866"/>
                    <a:pt x="1119" y="559"/>
                  </a:cubicBezTo>
                  <a:cubicBezTo>
                    <a:pt x="1119" y="250"/>
                    <a:pt x="869" y="0"/>
                    <a:pt x="56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1" name="Google Shape;23001;p91"/>
            <p:cNvSpPr/>
            <p:nvPr/>
          </p:nvSpPr>
          <p:spPr>
            <a:xfrm>
              <a:off x="7716044" y="3124894"/>
              <a:ext cx="29151" cy="29151"/>
            </a:xfrm>
            <a:custGeom>
              <a:rect b="b" l="l" r="r" t="t"/>
              <a:pathLst>
                <a:path extrusionOk="0" h="1120" w="1120">
                  <a:moveTo>
                    <a:pt x="560" y="1"/>
                  </a:moveTo>
                  <a:cubicBezTo>
                    <a:pt x="251" y="1"/>
                    <a:pt x="1" y="250"/>
                    <a:pt x="1" y="560"/>
                  </a:cubicBezTo>
                  <a:cubicBezTo>
                    <a:pt x="1" y="870"/>
                    <a:pt x="251" y="1119"/>
                    <a:pt x="560" y="1119"/>
                  </a:cubicBezTo>
                  <a:cubicBezTo>
                    <a:pt x="870" y="1119"/>
                    <a:pt x="1120" y="870"/>
                    <a:pt x="1120" y="560"/>
                  </a:cubicBezTo>
                  <a:cubicBezTo>
                    <a:pt x="1120" y="250"/>
                    <a:pt x="870" y="1"/>
                    <a:pt x="56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2" name="Google Shape;23002;p91"/>
            <p:cNvSpPr/>
            <p:nvPr/>
          </p:nvSpPr>
          <p:spPr>
            <a:xfrm>
              <a:off x="7787385" y="3035802"/>
              <a:ext cx="29151" cy="29125"/>
            </a:xfrm>
            <a:custGeom>
              <a:rect b="b" l="l" r="r" t="t"/>
              <a:pathLst>
                <a:path extrusionOk="0" h="1119" w="1120">
                  <a:moveTo>
                    <a:pt x="560" y="0"/>
                  </a:moveTo>
                  <a:cubicBezTo>
                    <a:pt x="250" y="0"/>
                    <a:pt x="1" y="250"/>
                    <a:pt x="1" y="559"/>
                  </a:cubicBezTo>
                  <a:cubicBezTo>
                    <a:pt x="1" y="869"/>
                    <a:pt x="250" y="1119"/>
                    <a:pt x="560" y="1119"/>
                  </a:cubicBezTo>
                  <a:cubicBezTo>
                    <a:pt x="870" y="1119"/>
                    <a:pt x="1119" y="869"/>
                    <a:pt x="1119" y="559"/>
                  </a:cubicBezTo>
                  <a:cubicBezTo>
                    <a:pt x="1119" y="250"/>
                    <a:pt x="870" y="0"/>
                    <a:pt x="560"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3" name="Google Shape;23003;p91"/>
            <p:cNvSpPr/>
            <p:nvPr/>
          </p:nvSpPr>
          <p:spPr>
            <a:xfrm>
              <a:off x="7659460" y="3079659"/>
              <a:ext cx="29151" cy="29151"/>
            </a:xfrm>
            <a:custGeom>
              <a:rect b="b" l="l" r="r" t="t"/>
              <a:pathLst>
                <a:path extrusionOk="0" h="1120" w="1120">
                  <a:moveTo>
                    <a:pt x="560" y="0"/>
                  </a:moveTo>
                  <a:cubicBezTo>
                    <a:pt x="250" y="0"/>
                    <a:pt x="0" y="250"/>
                    <a:pt x="0" y="560"/>
                  </a:cubicBezTo>
                  <a:cubicBezTo>
                    <a:pt x="0" y="869"/>
                    <a:pt x="250" y="1119"/>
                    <a:pt x="560" y="1119"/>
                  </a:cubicBezTo>
                  <a:cubicBezTo>
                    <a:pt x="866" y="1119"/>
                    <a:pt x="1119" y="869"/>
                    <a:pt x="1119" y="560"/>
                  </a:cubicBezTo>
                  <a:cubicBezTo>
                    <a:pt x="1119" y="250"/>
                    <a:pt x="866" y="0"/>
                    <a:pt x="560"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4" name="Google Shape;23004;p91"/>
            <p:cNvSpPr/>
            <p:nvPr/>
          </p:nvSpPr>
          <p:spPr>
            <a:xfrm>
              <a:off x="7602772" y="3132364"/>
              <a:ext cx="21733" cy="29203"/>
            </a:xfrm>
            <a:custGeom>
              <a:rect b="b" l="l" r="r" t="t"/>
              <a:pathLst>
                <a:path extrusionOk="0" h="1122" w="835">
                  <a:moveTo>
                    <a:pt x="561" y="1"/>
                  </a:moveTo>
                  <a:cubicBezTo>
                    <a:pt x="269" y="1"/>
                    <a:pt x="0" y="234"/>
                    <a:pt x="0" y="561"/>
                  </a:cubicBezTo>
                  <a:cubicBezTo>
                    <a:pt x="0" y="887"/>
                    <a:pt x="270" y="1122"/>
                    <a:pt x="563" y="1122"/>
                  </a:cubicBezTo>
                  <a:cubicBezTo>
                    <a:pt x="654" y="1122"/>
                    <a:pt x="746" y="1099"/>
                    <a:pt x="834" y="1051"/>
                  </a:cubicBezTo>
                  <a:cubicBezTo>
                    <a:pt x="655" y="948"/>
                    <a:pt x="546" y="762"/>
                    <a:pt x="546" y="561"/>
                  </a:cubicBezTo>
                  <a:cubicBezTo>
                    <a:pt x="546" y="357"/>
                    <a:pt x="655" y="171"/>
                    <a:pt x="834" y="72"/>
                  </a:cubicBezTo>
                  <a:cubicBezTo>
                    <a:pt x="746" y="23"/>
                    <a:pt x="652" y="1"/>
                    <a:pt x="56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5" name="Google Shape;23005;p91"/>
            <p:cNvSpPr/>
            <p:nvPr/>
          </p:nvSpPr>
          <p:spPr>
            <a:xfrm>
              <a:off x="7716044" y="3124868"/>
              <a:ext cx="21655" cy="29203"/>
            </a:xfrm>
            <a:custGeom>
              <a:rect b="b" l="l" r="r" t="t"/>
              <a:pathLst>
                <a:path extrusionOk="0" h="1122" w="832">
                  <a:moveTo>
                    <a:pt x="560" y="1"/>
                  </a:moveTo>
                  <a:cubicBezTo>
                    <a:pt x="268" y="1"/>
                    <a:pt x="1" y="236"/>
                    <a:pt x="1" y="561"/>
                  </a:cubicBezTo>
                  <a:cubicBezTo>
                    <a:pt x="1" y="886"/>
                    <a:pt x="268" y="1121"/>
                    <a:pt x="560" y="1121"/>
                  </a:cubicBezTo>
                  <a:cubicBezTo>
                    <a:pt x="651" y="1121"/>
                    <a:pt x="743" y="1099"/>
                    <a:pt x="831" y="1050"/>
                  </a:cubicBezTo>
                  <a:cubicBezTo>
                    <a:pt x="655" y="951"/>
                    <a:pt x="546" y="765"/>
                    <a:pt x="546" y="561"/>
                  </a:cubicBezTo>
                  <a:cubicBezTo>
                    <a:pt x="546" y="357"/>
                    <a:pt x="655" y="170"/>
                    <a:pt x="831" y="72"/>
                  </a:cubicBezTo>
                  <a:cubicBezTo>
                    <a:pt x="743" y="23"/>
                    <a:pt x="651" y="1"/>
                    <a:pt x="56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6" name="Google Shape;23006;p91"/>
            <p:cNvSpPr/>
            <p:nvPr/>
          </p:nvSpPr>
          <p:spPr>
            <a:xfrm>
              <a:off x="7787385" y="3035776"/>
              <a:ext cx="21629" cy="29177"/>
            </a:xfrm>
            <a:custGeom>
              <a:rect b="b" l="l" r="r" t="t"/>
              <a:pathLst>
                <a:path extrusionOk="0" h="1121" w="831">
                  <a:moveTo>
                    <a:pt x="560" y="0"/>
                  </a:moveTo>
                  <a:cubicBezTo>
                    <a:pt x="268" y="0"/>
                    <a:pt x="1" y="235"/>
                    <a:pt x="1" y="560"/>
                  </a:cubicBezTo>
                  <a:cubicBezTo>
                    <a:pt x="1" y="886"/>
                    <a:pt x="268" y="1121"/>
                    <a:pt x="560" y="1121"/>
                  </a:cubicBezTo>
                  <a:cubicBezTo>
                    <a:pt x="650" y="1121"/>
                    <a:pt x="743" y="1098"/>
                    <a:pt x="831" y="1050"/>
                  </a:cubicBezTo>
                  <a:cubicBezTo>
                    <a:pt x="655" y="951"/>
                    <a:pt x="546" y="765"/>
                    <a:pt x="546" y="560"/>
                  </a:cubicBezTo>
                  <a:cubicBezTo>
                    <a:pt x="546" y="356"/>
                    <a:pt x="655" y="170"/>
                    <a:pt x="831" y="71"/>
                  </a:cubicBezTo>
                  <a:cubicBezTo>
                    <a:pt x="743" y="22"/>
                    <a:pt x="650" y="0"/>
                    <a:pt x="560"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7" name="Google Shape;23007;p91"/>
            <p:cNvSpPr/>
            <p:nvPr/>
          </p:nvSpPr>
          <p:spPr>
            <a:xfrm>
              <a:off x="7659460" y="3079633"/>
              <a:ext cx="21629" cy="29203"/>
            </a:xfrm>
            <a:custGeom>
              <a:rect b="b" l="l" r="r" t="t"/>
              <a:pathLst>
                <a:path extrusionOk="0" h="1122" w="831">
                  <a:moveTo>
                    <a:pt x="560" y="0"/>
                  </a:moveTo>
                  <a:cubicBezTo>
                    <a:pt x="267" y="0"/>
                    <a:pt x="0" y="235"/>
                    <a:pt x="0" y="561"/>
                  </a:cubicBezTo>
                  <a:cubicBezTo>
                    <a:pt x="0" y="886"/>
                    <a:pt x="267" y="1121"/>
                    <a:pt x="560" y="1121"/>
                  </a:cubicBezTo>
                  <a:cubicBezTo>
                    <a:pt x="650" y="1121"/>
                    <a:pt x="743" y="1099"/>
                    <a:pt x="831" y="1050"/>
                  </a:cubicBezTo>
                  <a:cubicBezTo>
                    <a:pt x="655" y="951"/>
                    <a:pt x="542" y="765"/>
                    <a:pt x="542" y="561"/>
                  </a:cubicBezTo>
                  <a:cubicBezTo>
                    <a:pt x="542" y="357"/>
                    <a:pt x="655" y="170"/>
                    <a:pt x="831" y="72"/>
                  </a:cubicBezTo>
                  <a:cubicBezTo>
                    <a:pt x="743" y="23"/>
                    <a:pt x="650" y="0"/>
                    <a:pt x="56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8" name="Google Shape;23008;p91"/>
            <p:cNvSpPr/>
            <p:nvPr/>
          </p:nvSpPr>
          <p:spPr>
            <a:xfrm>
              <a:off x="7505247" y="3011987"/>
              <a:ext cx="217330" cy="38755"/>
            </a:xfrm>
            <a:custGeom>
              <a:rect b="b" l="l" r="r" t="t"/>
              <a:pathLst>
                <a:path extrusionOk="0" h="1489" w="8350">
                  <a:moveTo>
                    <a:pt x="327" y="0"/>
                  </a:moveTo>
                  <a:cubicBezTo>
                    <a:pt x="148" y="0"/>
                    <a:pt x="0" y="148"/>
                    <a:pt x="0" y="327"/>
                  </a:cubicBezTo>
                  <a:lnTo>
                    <a:pt x="0" y="1161"/>
                  </a:lnTo>
                  <a:cubicBezTo>
                    <a:pt x="0" y="1344"/>
                    <a:pt x="148" y="1489"/>
                    <a:pt x="327" y="1489"/>
                  </a:cubicBezTo>
                  <a:lnTo>
                    <a:pt x="8026" y="1489"/>
                  </a:lnTo>
                  <a:cubicBezTo>
                    <a:pt x="8205" y="1489"/>
                    <a:pt x="8350" y="1344"/>
                    <a:pt x="8350" y="1161"/>
                  </a:cubicBezTo>
                  <a:lnTo>
                    <a:pt x="8350" y="327"/>
                  </a:lnTo>
                  <a:cubicBezTo>
                    <a:pt x="8350" y="148"/>
                    <a:pt x="8205" y="0"/>
                    <a:pt x="8026"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9" name="Google Shape;23009;p91"/>
            <p:cNvSpPr/>
            <p:nvPr/>
          </p:nvSpPr>
          <p:spPr>
            <a:xfrm>
              <a:off x="7505247" y="3027994"/>
              <a:ext cx="217330" cy="22748"/>
            </a:xfrm>
            <a:custGeom>
              <a:rect b="b" l="l" r="r" t="t"/>
              <a:pathLst>
                <a:path extrusionOk="0" h="874" w="8350">
                  <a:moveTo>
                    <a:pt x="0" y="1"/>
                  </a:moveTo>
                  <a:lnTo>
                    <a:pt x="0" y="546"/>
                  </a:lnTo>
                  <a:cubicBezTo>
                    <a:pt x="0" y="726"/>
                    <a:pt x="148" y="874"/>
                    <a:pt x="327" y="874"/>
                  </a:cubicBezTo>
                  <a:lnTo>
                    <a:pt x="8026" y="874"/>
                  </a:lnTo>
                  <a:cubicBezTo>
                    <a:pt x="8205" y="874"/>
                    <a:pt x="8350" y="726"/>
                    <a:pt x="8350" y="546"/>
                  </a:cubicBezTo>
                  <a:lnTo>
                    <a:pt x="8350" y="1"/>
                  </a:lnTo>
                  <a:cubicBezTo>
                    <a:pt x="8350" y="180"/>
                    <a:pt x="8205" y="328"/>
                    <a:pt x="8026" y="328"/>
                  </a:cubicBezTo>
                  <a:lnTo>
                    <a:pt x="327" y="328"/>
                  </a:lnTo>
                  <a:cubicBezTo>
                    <a:pt x="148" y="328"/>
                    <a:pt x="0" y="180"/>
                    <a:pt x="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0" name="Google Shape;23010;p91"/>
            <p:cNvSpPr/>
            <p:nvPr/>
          </p:nvSpPr>
          <p:spPr>
            <a:xfrm>
              <a:off x="7531795" y="2952644"/>
              <a:ext cx="199579" cy="10645"/>
            </a:xfrm>
            <a:custGeom>
              <a:rect b="b" l="l" r="r" t="t"/>
              <a:pathLst>
                <a:path extrusionOk="0" h="409" w="7668">
                  <a:moveTo>
                    <a:pt x="7469" y="0"/>
                  </a:moveTo>
                  <a:cubicBezTo>
                    <a:pt x="7467" y="0"/>
                    <a:pt x="7465" y="0"/>
                    <a:pt x="7463" y="0"/>
                  </a:cubicBezTo>
                  <a:lnTo>
                    <a:pt x="271" y="0"/>
                  </a:lnTo>
                  <a:cubicBezTo>
                    <a:pt x="270" y="0"/>
                    <a:pt x="269" y="0"/>
                    <a:pt x="268" y="0"/>
                  </a:cubicBezTo>
                  <a:cubicBezTo>
                    <a:pt x="1" y="0"/>
                    <a:pt x="2" y="408"/>
                    <a:pt x="271" y="408"/>
                  </a:cubicBezTo>
                  <a:lnTo>
                    <a:pt x="7463" y="408"/>
                  </a:lnTo>
                  <a:cubicBezTo>
                    <a:pt x="7576" y="408"/>
                    <a:pt x="7667" y="317"/>
                    <a:pt x="7667" y="204"/>
                  </a:cubicBezTo>
                  <a:cubicBezTo>
                    <a:pt x="7667" y="90"/>
                    <a:pt x="7579" y="0"/>
                    <a:pt x="7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1" name="Google Shape;23011;p91"/>
            <p:cNvSpPr/>
            <p:nvPr/>
          </p:nvSpPr>
          <p:spPr>
            <a:xfrm>
              <a:off x="7459075" y="2926643"/>
              <a:ext cx="365062" cy="290024"/>
            </a:xfrm>
            <a:custGeom>
              <a:rect b="b" l="l" r="r" t="t"/>
              <a:pathLst>
                <a:path extrusionOk="0" h="11143" w="14026">
                  <a:moveTo>
                    <a:pt x="1908" y="408"/>
                  </a:moveTo>
                  <a:lnTo>
                    <a:pt x="1908" y="1991"/>
                  </a:lnTo>
                  <a:lnTo>
                    <a:pt x="409" y="1991"/>
                  </a:lnTo>
                  <a:lnTo>
                    <a:pt x="409" y="531"/>
                  </a:lnTo>
                  <a:cubicBezTo>
                    <a:pt x="409" y="464"/>
                    <a:pt x="465" y="412"/>
                    <a:pt x="532" y="408"/>
                  </a:cubicBezTo>
                  <a:close/>
                  <a:moveTo>
                    <a:pt x="11380" y="408"/>
                  </a:moveTo>
                  <a:cubicBezTo>
                    <a:pt x="11450" y="412"/>
                    <a:pt x="11503" y="464"/>
                    <a:pt x="11503" y="531"/>
                  </a:cubicBezTo>
                  <a:lnTo>
                    <a:pt x="11503" y="1991"/>
                  </a:lnTo>
                  <a:lnTo>
                    <a:pt x="2316" y="1991"/>
                  </a:lnTo>
                  <a:lnTo>
                    <a:pt x="2316" y="408"/>
                  </a:lnTo>
                  <a:close/>
                  <a:moveTo>
                    <a:pt x="13178" y="4384"/>
                  </a:moveTo>
                  <a:cubicBezTo>
                    <a:pt x="13361" y="4384"/>
                    <a:pt x="13536" y="4526"/>
                    <a:pt x="13536" y="4739"/>
                  </a:cubicBezTo>
                  <a:cubicBezTo>
                    <a:pt x="13536" y="4936"/>
                    <a:pt x="13378" y="5095"/>
                    <a:pt x="13181" y="5095"/>
                  </a:cubicBezTo>
                  <a:cubicBezTo>
                    <a:pt x="12864" y="5095"/>
                    <a:pt x="12706" y="4711"/>
                    <a:pt x="12928" y="4490"/>
                  </a:cubicBezTo>
                  <a:cubicBezTo>
                    <a:pt x="13001" y="4417"/>
                    <a:pt x="13091" y="4384"/>
                    <a:pt x="13178" y="4384"/>
                  </a:cubicBezTo>
                  <a:close/>
                  <a:moveTo>
                    <a:pt x="8263" y="6069"/>
                  </a:moveTo>
                  <a:cubicBezTo>
                    <a:pt x="8446" y="6069"/>
                    <a:pt x="8621" y="6211"/>
                    <a:pt x="8621" y="6425"/>
                  </a:cubicBezTo>
                  <a:cubicBezTo>
                    <a:pt x="8618" y="6622"/>
                    <a:pt x="8459" y="6780"/>
                    <a:pt x="8266" y="6780"/>
                  </a:cubicBezTo>
                  <a:cubicBezTo>
                    <a:pt x="7949" y="6780"/>
                    <a:pt x="7787" y="6397"/>
                    <a:pt x="8012" y="6175"/>
                  </a:cubicBezTo>
                  <a:cubicBezTo>
                    <a:pt x="8085" y="6102"/>
                    <a:pt x="8175" y="6069"/>
                    <a:pt x="8263" y="6069"/>
                  </a:cubicBezTo>
                  <a:close/>
                  <a:moveTo>
                    <a:pt x="10438" y="7807"/>
                  </a:moveTo>
                  <a:cubicBezTo>
                    <a:pt x="10621" y="7807"/>
                    <a:pt x="10796" y="7949"/>
                    <a:pt x="10796" y="8163"/>
                  </a:cubicBezTo>
                  <a:cubicBezTo>
                    <a:pt x="10796" y="8360"/>
                    <a:pt x="10634" y="8518"/>
                    <a:pt x="10440" y="8518"/>
                  </a:cubicBezTo>
                  <a:cubicBezTo>
                    <a:pt x="10124" y="8518"/>
                    <a:pt x="9965" y="8138"/>
                    <a:pt x="10187" y="7913"/>
                  </a:cubicBezTo>
                  <a:cubicBezTo>
                    <a:pt x="10260" y="7840"/>
                    <a:pt x="10350" y="7807"/>
                    <a:pt x="10438" y="7807"/>
                  </a:cubicBezTo>
                  <a:close/>
                  <a:moveTo>
                    <a:pt x="6086" y="8096"/>
                  </a:moveTo>
                  <a:cubicBezTo>
                    <a:pt x="6268" y="8096"/>
                    <a:pt x="6443" y="8237"/>
                    <a:pt x="6443" y="8451"/>
                  </a:cubicBezTo>
                  <a:cubicBezTo>
                    <a:pt x="6443" y="8648"/>
                    <a:pt x="6285" y="8807"/>
                    <a:pt x="6088" y="8807"/>
                  </a:cubicBezTo>
                  <a:cubicBezTo>
                    <a:pt x="5771" y="8807"/>
                    <a:pt x="5613" y="8423"/>
                    <a:pt x="5838" y="8202"/>
                  </a:cubicBezTo>
                  <a:cubicBezTo>
                    <a:pt x="5910" y="8129"/>
                    <a:pt x="5999" y="8096"/>
                    <a:pt x="6086" y="8096"/>
                  </a:cubicBezTo>
                  <a:close/>
                  <a:moveTo>
                    <a:pt x="532" y="0"/>
                  </a:moveTo>
                  <a:cubicBezTo>
                    <a:pt x="237" y="0"/>
                    <a:pt x="1" y="179"/>
                    <a:pt x="1" y="531"/>
                  </a:cubicBezTo>
                  <a:lnTo>
                    <a:pt x="1" y="10612"/>
                  </a:lnTo>
                  <a:cubicBezTo>
                    <a:pt x="1" y="10904"/>
                    <a:pt x="237" y="11143"/>
                    <a:pt x="532" y="11143"/>
                  </a:cubicBezTo>
                  <a:lnTo>
                    <a:pt x="5704" y="11143"/>
                  </a:lnTo>
                  <a:cubicBezTo>
                    <a:pt x="5817" y="11143"/>
                    <a:pt x="5908" y="11052"/>
                    <a:pt x="5908" y="10939"/>
                  </a:cubicBezTo>
                  <a:cubicBezTo>
                    <a:pt x="5908" y="10826"/>
                    <a:pt x="5817" y="10735"/>
                    <a:pt x="5704" y="10735"/>
                  </a:cubicBezTo>
                  <a:lnTo>
                    <a:pt x="532" y="10735"/>
                  </a:lnTo>
                  <a:cubicBezTo>
                    <a:pt x="465" y="10735"/>
                    <a:pt x="409" y="10679"/>
                    <a:pt x="409" y="10612"/>
                  </a:cubicBezTo>
                  <a:lnTo>
                    <a:pt x="409" y="2400"/>
                  </a:lnTo>
                  <a:lnTo>
                    <a:pt x="11503" y="2400"/>
                  </a:lnTo>
                  <a:lnTo>
                    <a:pt x="11503" y="6541"/>
                  </a:lnTo>
                  <a:lnTo>
                    <a:pt x="10767" y="7473"/>
                  </a:lnTo>
                  <a:cubicBezTo>
                    <a:pt x="10663" y="7423"/>
                    <a:pt x="10551" y="7398"/>
                    <a:pt x="10440" y="7398"/>
                  </a:cubicBezTo>
                  <a:cubicBezTo>
                    <a:pt x="10272" y="7398"/>
                    <a:pt x="10106" y="7454"/>
                    <a:pt x="9969" y="7561"/>
                  </a:cubicBezTo>
                  <a:lnTo>
                    <a:pt x="8952" y="6755"/>
                  </a:lnTo>
                  <a:cubicBezTo>
                    <a:pt x="9198" y="6249"/>
                    <a:pt x="8822" y="5661"/>
                    <a:pt x="8262" y="5661"/>
                  </a:cubicBezTo>
                  <a:cubicBezTo>
                    <a:pt x="8254" y="5661"/>
                    <a:pt x="8246" y="5661"/>
                    <a:pt x="8238" y="5661"/>
                  </a:cubicBezTo>
                  <a:cubicBezTo>
                    <a:pt x="7664" y="5679"/>
                    <a:pt x="7316" y="6298"/>
                    <a:pt x="7597" y="6798"/>
                  </a:cubicBezTo>
                  <a:lnTo>
                    <a:pt x="6489" y="7800"/>
                  </a:lnTo>
                  <a:cubicBezTo>
                    <a:pt x="6364" y="7724"/>
                    <a:pt x="6224" y="7687"/>
                    <a:pt x="6086" y="7687"/>
                  </a:cubicBezTo>
                  <a:cubicBezTo>
                    <a:pt x="5863" y="7687"/>
                    <a:pt x="5644" y="7783"/>
                    <a:pt x="5497" y="7966"/>
                  </a:cubicBezTo>
                  <a:cubicBezTo>
                    <a:pt x="5254" y="8261"/>
                    <a:pt x="5268" y="8691"/>
                    <a:pt x="5528" y="8972"/>
                  </a:cubicBezTo>
                  <a:cubicBezTo>
                    <a:pt x="5678" y="9134"/>
                    <a:pt x="5882" y="9216"/>
                    <a:pt x="6087" y="9216"/>
                  </a:cubicBezTo>
                  <a:cubicBezTo>
                    <a:pt x="6240" y="9216"/>
                    <a:pt x="6394" y="9171"/>
                    <a:pt x="6528" y="9078"/>
                  </a:cubicBezTo>
                  <a:cubicBezTo>
                    <a:pt x="6841" y="8856"/>
                    <a:pt x="6943" y="8437"/>
                    <a:pt x="6767" y="8100"/>
                  </a:cubicBezTo>
                  <a:lnTo>
                    <a:pt x="7886" y="7086"/>
                  </a:lnTo>
                  <a:cubicBezTo>
                    <a:pt x="8003" y="7154"/>
                    <a:pt x="8134" y="7188"/>
                    <a:pt x="8263" y="7188"/>
                  </a:cubicBezTo>
                  <a:cubicBezTo>
                    <a:pt x="8409" y="7188"/>
                    <a:pt x="8554" y="7145"/>
                    <a:pt x="8681" y="7062"/>
                  </a:cubicBezTo>
                  <a:lnTo>
                    <a:pt x="9726" y="7892"/>
                  </a:lnTo>
                  <a:cubicBezTo>
                    <a:pt x="9532" y="8396"/>
                    <a:pt x="9911" y="8928"/>
                    <a:pt x="10434" y="8928"/>
                  </a:cubicBezTo>
                  <a:cubicBezTo>
                    <a:pt x="10463" y="8928"/>
                    <a:pt x="10492" y="8926"/>
                    <a:pt x="10521" y="8923"/>
                  </a:cubicBezTo>
                  <a:cubicBezTo>
                    <a:pt x="11091" y="8860"/>
                    <a:pt x="11390" y="8219"/>
                    <a:pt x="11077" y="7744"/>
                  </a:cubicBezTo>
                  <a:lnTo>
                    <a:pt x="11503" y="7202"/>
                  </a:lnTo>
                  <a:lnTo>
                    <a:pt x="11503" y="10612"/>
                  </a:lnTo>
                  <a:cubicBezTo>
                    <a:pt x="11503" y="10679"/>
                    <a:pt x="11446" y="10731"/>
                    <a:pt x="11380" y="10735"/>
                  </a:cubicBezTo>
                  <a:lnTo>
                    <a:pt x="6658" y="10735"/>
                  </a:lnTo>
                  <a:cubicBezTo>
                    <a:pt x="6387" y="10735"/>
                    <a:pt x="6387" y="11143"/>
                    <a:pt x="6658" y="11143"/>
                  </a:cubicBezTo>
                  <a:lnTo>
                    <a:pt x="11380" y="11143"/>
                  </a:lnTo>
                  <a:cubicBezTo>
                    <a:pt x="11675" y="11143"/>
                    <a:pt x="11911" y="10904"/>
                    <a:pt x="11911" y="10612"/>
                  </a:cubicBezTo>
                  <a:lnTo>
                    <a:pt x="11911" y="6682"/>
                  </a:lnTo>
                  <a:lnTo>
                    <a:pt x="12886" y="5443"/>
                  </a:lnTo>
                  <a:cubicBezTo>
                    <a:pt x="12983" y="5484"/>
                    <a:pt x="13084" y="5503"/>
                    <a:pt x="13182" y="5503"/>
                  </a:cubicBezTo>
                  <a:cubicBezTo>
                    <a:pt x="13533" y="5503"/>
                    <a:pt x="13856" y="5259"/>
                    <a:pt x="13931" y="4891"/>
                  </a:cubicBezTo>
                  <a:cubicBezTo>
                    <a:pt x="14026" y="4416"/>
                    <a:pt x="13663" y="3976"/>
                    <a:pt x="13181" y="3976"/>
                  </a:cubicBezTo>
                  <a:cubicBezTo>
                    <a:pt x="12555" y="3976"/>
                    <a:pt x="12196" y="4687"/>
                    <a:pt x="12565" y="5190"/>
                  </a:cubicBezTo>
                  <a:lnTo>
                    <a:pt x="11911" y="6020"/>
                  </a:lnTo>
                  <a:lnTo>
                    <a:pt x="11911" y="493"/>
                  </a:lnTo>
                  <a:cubicBezTo>
                    <a:pt x="11911" y="253"/>
                    <a:pt x="11735" y="0"/>
                    <a:pt x="113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2" name="Google Shape;23012;p91"/>
            <p:cNvSpPr/>
            <p:nvPr/>
          </p:nvSpPr>
          <p:spPr>
            <a:xfrm>
              <a:off x="7498376" y="3071512"/>
              <a:ext cx="87296" cy="10645"/>
            </a:xfrm>
            <a:custGeom>
              <a:rect b="b" l="l" r="r" t="t"/>
              <a:pathLst>
                <a:path extrusionOk="0" h="409" w="3354">
                  <a:moveTo>
                    <a:pt x="271" y="0"/>
                  </a:moveTo>
                  <a:cubicBezTo>
                    <a:pt x="0" y="0"/>
                    <a:pt x="0" y="408"/>
                    <a:pt x="271" y="408"/>
                  </a:cubicBezTo>
                  <a:lnTo>
                    <a:pt x="3149" y="408"/>
                  </a:lnTo>
                  <a:cubicBezTo>
                    <a:pt x="3262" y="408"/>
                    <a:pt x="3353" y="317"/>
                    <a:pt x="3353" y="204"/>
                  </a:cubicBezTo>
                  <a:cubicBezTo>
                    <a:pt x="3353" y="92"/>
                    <a:pt x="3262"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3" name="Google Shape;23013;p91"/>
            <p:cNvSpPr/>
            <p:nvPr/>
          </p:nvSpPr>
          <p:spPr>
            <a:xfrm>
              <a:off x="7498376" y="3097409"/>
              <a:ext cx="87296" cy="10749"/>
            </a:xfrm>
            <a:custGeom>
              <a:rect b="b" l="l" r="r" t="t"/>
              <a:pathLst>
                <a:path extrusionOk="0" h="413" w="3354">
                  <a:moveTo>
                    <a:pt x="271" y="1"/>
                  </a:moveTo>
                  <a:cubicBezTo>
                    <a:pt x="0" y="1"/>
                    <a:pt x="0" y="413"/>
                    <a:pt x="271" y="413"/>
                  </a:cubicBezTo>
                  <a:lnTo>
                    <a:pt x="3149" y="413"/>
                  </a:lnTo>
                  <a:cubicBezTo>
                    <a:pt x="3262" y="409"/>
                    <a:pt x="3353" y="321"/>
                    <a:pt x="3353" y="205"/>
                  </a:cubicBezTo>
                  <a:cubicBezTo>
                    <a:pt x="3353" y="92"/>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4" name="Google Shape;23014;p91"/>
            <p:cNvSpPr/>
            <p:nvPr/>
          </p:nvSpPr>
          <p:spPr>
            <a:xfrm>
              <a:off x="7498376" y="3123333"/>
              <a:ext cx="87296" cy="10749"/>
            </a:xfrm>
            <a:custGeom>
              <a:rect b="b" l="l" r="r" t="t"/>
              <a:pathLst>
                <a:path extrusionOk="0" h="413" w="3354">
                  <a:moveTo>
                    <a:pt x="271" y="1"/>
                  </a:moveTo>
                  <a:cubicBezTo>
                    <a:pt x="0" y="1"/>
                    <a:pt x="0" y="412"/>
                    <a:pt x="271" y="412"/>
                  </a:cubicBezTo>
                  <a:lnTo>
                    <a:pt x="3149" y="412"/>
                  </a:lnTo>
                  <a:cubicBezTo>
                    <a:pt x="3262" y="409"/>
                    <a:pt x="3353" y="321"/>
                    <a:pt x="3353" y="205"/>
                  </a:cubicBezTo>
                  <a:cubicBezTo>
                    <a:pt x="3353" y="92"/>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5" name="Google Shape;23015;p91"/>
            <p:cNvSpPr/>
            <p:nvPr/>
          </p:nvSpPr>
          <p:spPr>
            <a:xfrm>
              <a:off x="7498376" y="3149256"/>
              <a:ext cx="87296" cy="10749"/>
            </a:xfrm>
            <a:custGeom>
              <a:rect b="b" l="l" r="r" t="t"/>
              <a:pathLst>
                <a:path extrusionOk="0" h="413" w="3354">
                  <a:moveTo>
                    <a:pt x="271" y="0"/>
                  </a:moveTo>
                  <a:cubicBezTo>
                    <a:pt x="0" y="0"/>
                    <a:pt x="0" y="412"/>
                    <a:pt x="271" y="412"/>
                  </a:cubicBezTo>
                  <a:lnTo>
                    <a:pt x="3149" y="412"/>
                  </a:lnTo>
                  <a:cubicBezTo>
                    <a:pt x="3262" y="409"/>
                    <a:pt x="3353" y="321"/>
                    <a:pt x="3353" y="204"/>
                  </a:cubicBezTo>
                  <a:cubicBezTo>
                    <a:pt x="3353" y="92"/>
                    <a:pt x="3262"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6" name="Google Shape;23016;p91"/>
            <p:cNvSpPr/>
            <p:nvPr/>
          </p:nvSpPr>
          <p:spPr>
            <a:xfrm>
              <a:off x="7498376" y="3175258"/>
              <a:ext cx="87296" cy="10645"/>
            </a:xfrm>
            <a:custGeom>
              <a:rect b="b" l="l" r="r" t="t"/>
              <a:pathLst>
                <a:path extrusionOk="0" h="409" w="3354">
                  <a:moveTo>
                    <a:pt x="271" y="1"/>
                  </a:moveTo>
                  <a:cubicBezTo>
                    <a:pt x="0" y="1"/>
                    <a:pt x="0" y="409"/>
                    <a:pt x="271" y="409"/>
                  </a:cubicBezTo>
                  <a:lnTo>
                    <a:pt x="3149" y="409"/>
                  </a:lnTo>
                  <a:cubicBezTo>
                    <a:pt x="3262" y="409"/>
                    <a:pt x="3353" y="317"/>
                    <a:pt x="3353" y="205"/>
                  </a:cubicBezTo>
                  <a:cubicBezTo>
                    <a:pt x="3353" y="89"/>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7" name="Google Shape;23017;p91"/>
            <p:cNvSpPr/>
            <p:nvPr/>
          </p:nvSpPr>
          <p:spPr>
            <a:xfrm>
              <a:off x="7500120" y="3006313"/>
              <a:ext cx="227949" cy="49478"/>
            </a:xfrm>
            <a:custGeom>
              <a:rect b="b" l="l" r="r" t="t"/>
              <a:pathLst>
                <a:path extrusionOk="0" h="1901" w="8758">
                  <a:moveTo>
                    <a:pt x="531" y="0"/>
                  </a:moveTo>
                  <a:cubicBezTo>
                    <a:pt x="239" y="0"/>
                    <a:pt x="0" y="239"/>
                    <a:pt x="0" y="531"/>
                  </a:cubicBezTo>
                  <a:lnTo>
                    <a:pt x="0" y="1369"/>
                  </a:lnTo>
                  <a:cubicBezTo>
                    <a:pt x="0" y="1661"/>
                    <a:pt x="239" y="1897"/>
                    <a:pt x="531" y="1900"/>
                  </a:cubicBezTo>
                  <a:lnTo>
                    <a:pt x="4131" y="1900"/>
                  </a:lnTo>
                  <a:cubicBezTo>
                    <a:pt x="4243" y="1897"/>
                    <a:pt x="4331" y="1805"/>
                    <a:pt x="4331" y="1692"/>
                  </a:cubicBezTo>
                  <a:cubicBezTo>
                    <a:pt x="4331" y="1580"/>
                    <a:pt x="4240" y="1488"/>
                    <a:pt x="4127" y="1488"/>
                  </a:cubicBezTo>
                  <a:lnTo>
                    <a:pt x="531" y="1488"/>
                  </a:lnTo>
                  <a:cubicBezTo>
                    <a:pt x="465" y="1488"/>
                    <a:pt x="408" y="1436"/>
                    <a:pt x="408" y="1369"/>
                  </a:cubicBezTo>
                  <a:lnTo>
                    <a:pt x="408" y="531"/>
                  </a:lnTo>
                  <a:cubicBezTo>
                    <a:pt x="408" y="465"/>
                    <a:pt x="465" y="408"/>
                    <a:pt x="531" y="408"/>
                  </a:cubicBezTo>
                  <a:lnTo>
                    <a:pt x="8226" y="408"/>
                  </a:lnTo>
                  <a:cubicBezTo>
                    <a:pt x="8293" y="408"/>
                    <a:pt x="8349" y="465"/>
                    <a:pt x="8349" y="531"/>
                  </a:cubicBezTo>
                  <a:lnTo>
                    <a:pt x="8349" y="1369"/>
                  </a:lnTo>
                  <a:cubicBezTo>
                    <a:pt x="8349" y="1436"/>
                    <a:pt x="8293" y="1488"/>
                    <a:pt x="8226" y="1488"/>
                  </a:cubicBezTo>
                  <a:lnTo>
                    <a:pt x="5081" y="1488"/>
                  </a:lnTo>
                  <a:cubicBezTo>
                    <a:pt x="4810" y="1488"/>
                    <a:pt x="4810" y="1900"/>
                    <a:pt x="5081" y="1900"/>
                  </a:cubicBezTo>
                  <a:lnTo>
                    <a:pt x="8226" y="1900"/>
                  </a:lnTo>
                  <a:cubicBezTo>
                    <a:pt x="8522" y="1897"/>
                    <a:pt x="8758" y="1661"/>
                    <a:pt x="8758" y="1369"/>
                  </a:cubicBezTo>
                  <a:lnTo>
                    <a:pt x="8758" y="531"/>
                  </a:lnTo>
                  <a:cubicBezTo>
                    <a:pt x="8758" y="239"/>
                    <a:pt x="8522" y="0"/>
                    <a:pt x="8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18" name="Google Shape;23018;p91"/>
          <p:cNvGrpSpPr/>
          <p:nvPr/>
        </p:nvGrpSpPr>
        <p:grpSpPr>
          <a:xfrm>
            <a:off x="5060406" y="3354899"/>
            <a:ext cx="403582" cy="382344"/>
            <a:chOff x="5060406" y="3354899"/>
            <a:chExt cx="403582" cy="382344"/>
          </a:xfrm>
        </p:grpSpPr>
        <p:sp>
          <p:nvSpPr>
            <p:cNvPr id="23019" name="Google Shape;23019;p91"/>
            <p:cNvSpPr/>
            <p:nvPr/>
          </p:nvSpPr>
          <p:spPr>
            <a:xfrm>
              <a:off x="5086772" y="3360990"/>
              <a:ext cx="370267" cy="370163"/>
            </a:xfrm>
            <a:custGeom>
              <a:rect b="b" l="l" r="r" t="t"/>
              <a:pathLst>
                <a:path extrusionOk="0" h="14222" w="14226">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0" name="Google Shape;23020;p91"/>
            <p:cNvSpPr/>
            <p:nvPr/>
          </p:nvSpPr>
          <p:spPr>
            <a:xfrm>
              <a:off x="5247778" y="3360990"/>
              <a:ext cx="216210" cy="370267"/>
            </a:xfrm>
            <a:custGeom>
              <a:rect b="b" l="l" r="r" t="t"/>
              <a:pathLst>
                <a:path extrusionOk="0" h="14226" w="8307">
                  <a:moveTo>
                    <a:pt x="941" y="0"/>
                  </a:moveTo>
                  <a:cubicBezTo>
                    <a:pt x="937" y="0"/>
                    <a:pt x="933" y="0"/>
                    <a:pt x="929" y="0"/>
                  </a:cubicBezTo>
                  <a:cubicBezTo>
                    <a:pt x="616" y="0"/>
                    <a:pt x="306" y="18"/>
                    <a:pt x="0" y="60"/>
                  </a:cubicBezTo>
                  <a:cubicBezTo>
                    <a:pt x="3540" y="524"/>
                    <a:pt x="6186" y="3540"/>
                    <a:pt x="6186" y="7111"/>
                  </a:cubicBezTo>
                  <a:cubicBezTo>
                    <a:pt x="6186" y="10679"/>
                    <a:pt x="3540" y="13697"/>
                    <a:pt x="0" y="14162"/>
                  </a:cubicBezTo>
                  <a:cubicBezTo>
                    <a:pt x="320" y="14205"/>
                    <a:pt x="639" y="14226"/>
                    <a:pt x="953" y="14226"/>
                  </a:cubicBezTo>
                  <a:cubicBezTo>
                    <a:pt x="4637" y="14226"/>
                    <a:pt x="7790" y="11362"/>
                    <a:pt x="8036" y="7575"/>
                  </a:cubicBezTo>
                  <a:cubicBezTo>
                    <a:pt x="8307" y="3473"/>
                    <a:pt x="5049" y="0"/>
                    <a:pt x="941"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1" name="Google Shape;23021;p91"/>
            <p:cNvSpPr/>
            <p:nvPr/>
          </p:nvSpPr>
          <p:spPr>
            <a:xfrm>
              <a:off x="5143278" y="3411249"/>
              <a:ext cx="257178" cy="249682"/>
            </a:xfrm>
            <a:custGeom>
              <a:rect b="b" l="l" r="r" t="t"/>
              <a:pathLst>
                <a:path extrusionOk="0" h="9593" w="9881">
                  <a:moveTo>
                    <a:pt x="4930" y="1"/>
                  </a:moveTo>
                  <a:cubicBezTo>
                    <a:pt x="4339" y="32"/>
                    <a:pt x="2404" y="310"/>
                    <a:pt x="2287" y="2485"/>
                  </a:cubicBezTo>
                  <a:lnTo>
                    <a:pt x="2287" y="2495"/>
                  </a:lnTo>
                  <a:lnTo>
                    <a:pt x="2287" y="3730"/>
                  </a:lnTo>
                  <a:lnTo>
                    <a:pt x="1823" y="3593"/>
                  </a:lnTo>
                  <a:cubicBezTo>
                    <a:pt x="1762" y="3575"/>
                    <a:pt x="1701" y="3566"/>
                    <a:pt x="1640" y="3566"/>
                  </a:cubicBezTo>
                  <a:cubicBezTo>
                    <a:pt x="1382" y="3566"/>
                    <a:pt x="1142" y="3723"/>
                    <a:pt x="1045" y="3977"/>
                  </a:cubicBezTo>
                  <a:cubicBezTo>
                    <a:pt x="922" y="4286"/>
                    <a:pt x="1060" y="4635"/>
                    <a:pt x="1359" y="4782"/>
                  </a:cubicBezTo>
                  <a:lnTo>
                    <a:pt x="1995" y="5095"/>
                  </a:lnTo>
                  <a:cubicBezTo>
                    <a:pt x="2115" y="5155"/>
                    <a:pt x="2168" y="5300"/>
                    <a:pt x="2115" y="5423"/>
                  </a:cubicBezTo>
                  <a:cubicBezTo>
                    <a:pt x="1925" y="5891"/>
                    <a:pt x="1418" y="6721"/>
                    <a:pt x="197" y="7013"/>
                  </a:cubicBezTo>
                  <a:cubicBezTo>
                    <a:pt x="78" y="7041"/>
                    <a:pt x="0" y="7157"/>
                    <a:pt x="22" y="7277"/>
                  </a:cubicBezTo>
                  <a:cubicBezTo>
                    <a:pt x="29" y="7312"/>
                    <a:pt x="166" y="8072"/>
                    <a:pt x="1341" y="8128"/>
                  </a:cubicBezTo>
                  <a:cubicBezTo>
                    <a:pt x="1397" y="8336"/>
                    <a:pt x="1482" y="8607"/>
                    <a:pt x="1570" y="8719"/>
                  </a:cubicBezTo>
                  <a:cubicBezTo>
                    <a:pt x="1616" y="8776"/>
                    <a:pt x="1683" y="8806"/>
                    <a:pt x="1752" y="8806"/>
                  </a:cubicBezTo>
                  <a:cubicBezTo>
                    <a:pt x="1778" y="8806"/>
                    <a:pt x="1804" y="8802"/>
                    <a:pt x="1830" y="8793"/>
                  </a:cubicBezTo>
                  <a:cubicBezTo>
                    <a:pt x="1833" y="8793"/>
                    <a:pt x="2199" y="8665"/>
                    <a:pt x="2608" y="8665"/>
                  </a:cubicBezTo>
                  <a:cubicBezTo>
                    <a:pt x="2707" y="8665"/>
                    <a:pt x="2808" y="8673"/>
                    <a:pt x="2907" y="8691"/>
                  </a:cubicBezTo>
                  <a:cubicBezTo>
                    <a:pt x="2914" y="8691"/>
                    <a:pt x="3515" y="8818"/>
                    <a:pt x="3888" y="9184"/>
                  </a:cubicBezTo>
                  <a:cubicBezTo>
                    <a:pt x="4061" y="9356"/>
                    <a:pt x="4275" y="9479"/>
                    <a:pt x="4508" y="9539"/>
                  </a:cubicBezTo>
                  <a:cubicBezTo>
                    <a:pt x="4650" y="9574"/>
                    <a:pt x="4795" y="9592"/>
                    <a:pt x="4940" y="9592"/>
                  </a:cubicBezTo>
                  <a:cubicBezTo>
                    <a:pt x="5086" y="9592"/>
                    <a:pt x="5231" y="9574"/>
                    <a:pt x="5373" y="9539"/>
                  </a:cubicBezTo>
                  <a:cubicBezTo>
                    <a:pt x="5609" y="9479"/>
                    <a:pt x="5820" y="9356"/>
                    <a:pt x="5992" y="9184"/>
                  </a:cubicBezTo>
                  <a:cubicBezTo>
                    <a:pt x="6362" y="8818"/>
                    <a:pt x="6971" y="8695"/>
                    <a:pt x="6974" y="8691"/>
                  </a:cubicBezTo>
                  <a:cubicBezTo>
                    <a:pt x="7074" y="8673"/>
                    <a:pt x="7177" y="8665"/>
                    <a:pt x="7277" y="8665"/>
                  </a:cubicBezTo>
                  <a:cubicBezTo>
                    <a:pt x="7684" y="8665"/>
                    <a:pt x="8049" y="8791"/>
                    <a:pt x="8054" y="8793"/>
                  </a:cubicBezTo>
                  <a:cubicBezTo>
                    <a:pt x="8079" y="8802"/>
                    <a:pt x="8105" y="8806"/>
                    <a:pt x="8131" y="8806"/>
                  </a:cubicBezTo>
                  <a:cubicBezTo>
                    <a:pt x="8200" y="8806"/>
                    <a:pt x="8268" y="8776"/>
                    <a:pt x="8311" y="8719"/>
                  </a:cubicBezTo>
                  <a:cubicBezTo>
                    <a:pt x="8399" y="8607"/>
                    <a:pt x="8487" y="8332"/>
                    <a:pt x="8543" y="8128"/>
                  </a:cubicBezTo>
                  <a:cubicBezTo>
                    <a:pt x="9719" y="8072"/>
                    <a:pt x="9856" y="7312"/>
                    <a:pt x="9863" y="7277"/>
                  </a:cubicBezTo>
                  <a:cubicBezTo>
                    <a:pt x="9880" y="7157"/>
                    <a:pt x="9806" y="7041"/>
                    <a:pt x="9687" y="7013"/>
                  </a:cubicBezTo>
                  <a:cubicBezTo>
                    <a:pt x="8466" y="6721"/>
                    <a:pt x="7963" y="5891"/>
                    <a:pt x="7769" y="5423"/>
                  </a:cubicBezTo>
                  <a:cubicBezTo>
                    <a:pt x="7716" y="5300"/>
                    <a:pt x="7769" y="5155"/>
                    <a:pt x="7889" y="5095"/>
                  </a:cubicBezTo>
                  <a:lnTo>
                    <a:pt x="8526" y="4782"/>
                  </a:lnTo>
                  <a:cubicBezTo>
                    <a:pt x="8825" y="4635"/>
                    <a:pt x="8962" y="4286"/>
                    <a:pt x="8839" y="3977"/>
                  </a:cubicBezTo>
                  <a:cubicBezTo>
                    <a:pt x="8742" y="3723"/>
                    <a:pt x="8502" y="3566"/>
                    <a:pt x="8244" y="3566"/>
                  </a:cubicBezTo>
                  <a:cubicBezTo>
                    <a:pt x="8184" y="3566"/>
                    <a:pt x="8122" y="3575"/>
                    <a:pt x="8061" y="3593"/>
                  </a:cubicBezTo>
                  <a:lnTo>
                    <a:pt x="7600" y="3730"/>
                  </a:lnTo>
                  <a:lnTo>
                    <a:pt x="7600" y="2495"/>
                  </a:lnTo>
                  <a:lnTo>
                    <a:pt x="7600" y="2485"/>
                  </a:lnTo>
                  <a:cubicBezTo>
                    <a:pt x="7484" y="310"/>
                    <a:pt x="5549" y="32"/>
                    <a:pt x="49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2" name="Google Shape;23022;p91"/>
            <p:cNvSpPr/>
            <p:nvPr/>
          </p:nvSpPr>
          <p:spPr>
            <a:xfrm>
              <a:off x="5060406" y="3354899"/>
              <a:ext cx="402776" cy="382344"/>
            </a:xfrm>
            <a:custGeom>
              <a:rect b="b" l="l" r="r" t="t"/>
              <a:pathLst>
                <a:path extrusionOk="0" h="14690" w="15475">
                  <a:moveTo>
                    <a:pt x="8128" y="466"/>
                  </a:moveTo>
                  <a:cubicBezTo>
                    <a:pt x="11921" y="466"/>
                    <a:pt x="15007" y="3552"/>
                    <a:pt x="15007" y="7345"/>
                  </a:cubicBezTo>
                  <a:cubicBezTo>
                    <a:pt x="15007" y="11138"/>
                    <a:pt x="11921" y="14223"/>
                    <a:pt x="8124" y="14223"/>
                  </a:cubicBezTo>
                  <a:cubicBezTo>
                    <a:pt x="4331" y="14223"/>
                    <a:pt x="1246" y="11138"/>
                    <a:pt x="1246" y="7345"/>
                  </a:cubicBezTo>
                  <a:cubicBezTo>
                    <a:pt x="1246" y="3552"/>
                    <a:pt x="4331" y="466"/>
                    <a:pt x="8128" y="466"/>
                  </a:cubicBezTo>
                  <a:close/>
                  <a:moveTo>
                    <a:pt x="8122" y="0"/>
                  </a:moveTo>
                  <a:cubicBezTo>
                    <a:pt x="6710" y="0"/>
                    <a:pt x="5290" y="406"/>
                    <a:pt x="4046"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5" y="5396"/>
                    <a:pt x="14700" y="3527"/>
                    <a:pt x="13318" y="2152"/>
                  </a:cubicBezTo>
                  <a:cubicBezTo>
                    <a:pt x="11898" y="732"/>
                    <a:pt x="10017" y="0"/>
                    <a:pt x="8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3" name="Google Shape;23023;p91"/>
            <p:cNvSpPr/>
            <p:nvPr/>
          </p:nvSpPr>
          <p:spPr>
            <a:xfrm>
              <a:off x="5143356" y="3411249"/>
              <a:ext cx="257178" cy="249682"/>
            </a:xfrm>
            <a:custGeom>
              <a:rect b="b" l="l" r="r" t="t"/>
              <a:pathLst>
                <a:path extrusionOk="0" h="9593" w="9881">
                  <a:moveTo>
                    <a:pt x="4930" y="1"/>
                  </a:moveTo>
                  <a:cubicBezTo>
                    <a:pt x="4339" y="32"/>
                    <a:pt x="2404" y="310"/>
                    <a:pt x="2288" y="2485"/>
                  </a:cubicBezTo>
                  <a:lnTo>
                    <a:pt x="2288" y="2495"/>
                  </a:lnTo>
                  <a:lnTo>
                    <a:pt x="2288" y="3730"/>
                  </a:lnTo>
                  <a:lnTo>
                    <a:pt x="1824" y="3597"/>
                  </a:lnTo>
                  <a:cubicBezTo>
                    <a:pt x="1760" y="3577"/>
                    <a:pt x="1696" y="3569"/>
                    <a:pt x="1636" y="3569"/>
                  </a:cubicBezTo>
                  <a:cubicBezTo>
                    <a:pt x="1181" y="3569"/>
                    <a:pt x="845" y="4064"/>
                    <a:pt x="1074" y="4508"/>
                  </a:cubicBezTo>
                  <a:cubicBezTo>
                    <a:pt x="1141" y="4627"/>
                    <a:pt x="1243" y="4730"/>
                    <a:pt x="1370" y="4789"/>
                  </a:cubicBezTo>
                  <a:lnTo>
                    <a:pt x="1996" y="5095"/>
                  </a:lnTo>
                  <a:cubicBezTo>
                    <a:pt x="2112" y="5155"/>
                    <a:pt x="2165" y="5300"/>
                    <a:pt x="2116" y="5423"/>
                  </a:cubicBezTo>
                  <a:cubicBezTo>
                    <a:pt x="1922" y="5891"/>
                    <a:pt x="1419" y="6721"/>
                    <a:pt x="198" y="7013"/>
                  </a:cubicBezTo>
                  <a:cubicBezTo>
                    <a:pt x="78" y="7041"/>
                    <a:pt x="1" y="7157"/>
                    <a:pt x="22" y="7277"/>
                  </a:cubicBezTo>
                  <a:cubicBezTo>
                    <a:pt x="26" y="7312"/>
                    <a:pt x="163" y="8072"/>
                    <a:pt x="1342" y="8128"/>
                  </a:cubicBezTo>
                  <a:cubicBezTo>
                    <a:pt x="1394" y="8336"/>
                    <a:pt x="1479" y="8607"/>
                    <a:pt x="1570" y="8719"/>
                  </a:cubicBezTo>
                  <a:cubicBezTo>
                    <a:pt x="1616" y="8776"/>
                    <a:pt x="1682" y="8808"/>
                    <a:pt x="1752" y="8808"/>
                  </a:cubicBezTo>
                  <a:cubicBezTo>
                    <a:pt x="1778" y="8808"/>
                    <a:pt x="1804" y="8803"/>
                    <a:pt x="1831" y="8793"/>
                  </a:cubicBezTo>
                  <a:cubicBezTo>
                    <a:pt x="1833" y="8793"/>
                    <a:pt x="2197" y="8665"/>
                    <a:pt x="2607" y="8665"/>
                  </a:cubicBezTo>
                  <a:cubicBezTo>
                    <a:pt x="2706" y="8665"/>
                    <a:pt x="2807" y="8673"/>
                    <a:pt x="2907" y="8691"/>
                  </a:cubicBezTo>
                  <a:cubicBezTo>
                    <a:pt x="2914" y="8691"/>
                    <a:pt x="3516" y="8818"/>
                    <a:pt x="3889" y="9184"/>
                  </a:cubicBezTo>
                  <a:cubicBezTo>
                    <a:pt x="4061" y="9356"/>
                    <a:pt x="4272" y="9479"/>
                    <a:pt x="4508" y="9539"/>
                  </a:cubicBezTo>
                  <a:cubicBezTo>
                    <a:pt x="4651" y="9574"/>
                    <a:pt x="4796" y="9592"/>
                    <a:pt x="4941" y="9592"/>
                  </a:cubicBezTo>
                  <a:cubicBezTo>
                    <a:pt x="5086" y="9592"/>
                    <a:pt x="5231" y="9574"/>
                    <a:pt x="5374" y="9539"/>
                  </a:cubicBezTo>
                  <a:cubicBezTo>
                    <a:pt x="5606" y="9479"/>
                    <a:pt x="5821" y="9356"/>
                    <a:pt x="5993" y="9184"/>
                  </a:cubicBezTo>
                  <a:cubicBezTo>
                    <a:pt x="6362" y="8818"/>
                    <a:pt x="6968" y="8695"/>
                    <a:pt x="6975" y="8691"/>
                  </a:cubicBezTo>
                  <a:cubicBezTo>
                    <a:pt x="7074" y="8673"/>
                    <a:pt x="7175" y="8665"/>
                    <a:pt x="7273" y="8665"/>
                  </a:cubicBezTo>
                  <a:cubicBezTo>
                    <a:pt x="7682" y="8665"/>
                    <a:pt x="8048" y="8793"/>
                    <a:pt x="8051" y="8793"/>
                  </a:cubicBezTo>
                  <a:cubicBezTo>
                    <a:pt x="8077" y="8802"/>
                    <a:pt x="8103" y="8806"/>
                    <a:pt x="8129" y="8806"/>
                  </a:cubicBezTo>
                  <a:cubicBezTo>
                    <a:pt x="8199" y="8806"/>
                    <a:pt x="8265" y="8776"/>
                    <a:pt x="8312" y="8719"/>
                  </a:cubicBezTo>
                  <a:cubicBezTo>
                    <a:pt x="8400" y="8607"/>
                    <a:pt x="8488" y="8336"/>
                    <a:pt x="8540" y="8128"/>
                  </a:cubicBezTo>
                  <a:cubicBezTo>
                    <a:pt x="9719" y="8072"/>
                    <a:pt x="9856" y="7312"/>
                    <a:pt x="9860" y="7277"/>
                  </a:cubicBezTo>
                  <a:cubicBezTo>
                    <a:pt x="9881" y="7157"/>
                    <a:pt x="9803" y="7041"/>
                    <a:pt x="9684" y="7013"/>
                  </a:cubicBezTo>
                  <a:cubicBezTo>
                    <a:pt x="8463" y="6721"/>
                    <a:pt x="7960" y="5891"/>
                    <a:pt x="7766" y="5423"/>
                  </a:cubicBezTo>
                  <a:cubicBezTo>
                    <a:pt x="7713" y="5300"/>
                    <a:pt x="7766" y="5155"/>
                    <a:pt x="7886" y="5095"/>
                  </a:cubicBezTo>
                  <a:lnTo>
                    <a:pt x="8512" y="4789"/>
                  </a:lnTo>
                  <a:cubicBezTo>
                    <a:pt x="8635" y="4726"/>
                    <a:pt x="8741" y="4627"/>
                    <a:pt x="8808" y="4504"/>
                  </a:cubicBezTo>
                  <a:cubicBezTo>
                    <a:pt x="9037" y="4064"/>
                    <a:pt x="8701" y="3569"/>
                    <a:pt x="8246" y="3569"/>
                  </a:cubicBezTo>
                  <a:cubicBezTo>
                    <a:pt x="8185" y="3569"/>
                    <a:pt x="8122" y="3577"/>
                    <a:pt x="8058" y="3597"/>
                  </a:cubicBezTo>
                  <a:lnTo>
                    <a:pt x="7594" y="3730"/>
                  </a:lnTo>
                  <a:lnTo>
                    <a:pt x="7594" y="3002"/>
                  </a:lnTo>
                  <a:cubicBezTo>
                    <a:pt x="7594" y="2875"/>
                    <a:pt x="7492" y="2770"/>
                    <a:pt x="7362" y="2770"/>
                  </a:cubicBezTo>
                  <a:cubicBezTo>
                    <a:pt x="7235" y="2770"/>
                    <a:pt x="7133" y="2875"/>
                    <a:pt x="7133" y="3002"/>
                  </a:cubicBezTo>
                  <a:lnTo>
                    <a:pt x="7133" y="4033"/>
                  </a:lnTo>
                  <a:cubicBezTo>
                    <a:pt x="7129" y="4082"/>
                    <a:pt x="7147" y="4131"/>
                    <a:pt x="7175" y="4174"/>
                  </a:cubicBezTo>
                  <a:cubicBezTo>
                    <a:pt x="7219" y="4236"/>
                    <a:pt x="7289" y="4271"/>
                    <a:pt x="7363" y="4271"/>
                  </a:cubicBezTo>
                  <a:cubicBezTo>
                    <a:pt x="7385" y="4271"/>
                    <a:pt x="7407" y="4268"/>
                    <a:pt x="7428" y="4262"/>
                  </a:cubicBezTo>
                  <a:lnTo>
                    <a:pt x="8192" y="4040"/>
                  </a:lnTo>
                  <a:cubicBezTo>
                    <a:pt x="8208" y="4035"/>
                    <a:pt x="8224" y="4033"/>
                    <a:pt x="8240" y="4033"/>
                  </a:cubicBezTo>
                  <a:cubicBezTo>
                    <a:pt x="8295" y="4033"/>
                    <a:pt x="8350" y="4060"/>
                    <a:pt x="8386" y="4107"/>
                  </a:cubicBezTo>
                  <a:cubicBezTo>
                    <a:pt x="8445" y="4195"/>
                    <a:pt x="8414" y="4318"/>
                    <a:pt x="8319" y="4367"/>
                  </a:cubicBezTo>
                  <a:lnTo>
                    <a:pt x="7682" y="4680"/>
                  </a:lnTo>
                  <a:cubicBezTo>
                    <a:pt x="7344" y="4849"/>
                    <a:pt x="7196" y="5250"/>
                    <a:pt x="7337" y="5599"/>
                  </a:cubicBezTo>
                  <a:cubicBezTo>
                    <a:pt x="7548" y="6112"/>
                    <a:pt x="8076" y="6992"/>
                    <a:pt x="9293" y="7386"/>
                  </a:cubicBezTo>
                  <a:cubicBezTo>
                    <a:pt x="9173" y="7513"/>
                    <a:pt x="8918" y="7668"/>
                    <a:pt x="8396" y="7668"/>
                  </a:cubicBezTo>
                  <a:cubicBezTo>
                    <a:pt x="8384" y="7668"/>
                    <a:pt x="8373" y="7668"/>
                    <a:pt x="8361" y="7667"/>
                  </a:cubicBezTo>
                  <a:cubicBezTo>
                    <a:pt x="8252" y="7667"/>
                    <a:pt x="8157" y="7741"/>
                    <a:pt x="8132" y="7847"/>
                  </a:cubicBezTo>
                  <a:cubicBezTo>
                    <a:pt x="8097" y="8009"/>
                    <a:pt x="8044" y="8181"/>
                    <a:pt x="8006" y="8297"/>
                  </a:cubicBezTo>
                  <a:cubicBezTo>
                    <a:pt x="7832" y="8253"/>
                    <a:pt x="7568" y="8203"/>
                    <a:pt x="7278" y="8203"/>
                  </a:cubicBezTo>
                  <a:cubicBezTo>
                    <a:pt x="7149" y="8203"/>
                    <a:pt x="7016" y="8213"/>
                    <a:pt x="6883" y="8237"/>
                  </a:cubicBezTo>
                  <a:cubicBezTo>
                    <a:pt x="6855" y="8244"/>
                    <a:pt x="6137" y="8389"/>
                    <a:pt x="5666" y="8853"/>
                  </a:cubicBezTo>
                  <a:cubicBezTo>
                    <a:pt x="5557" y="8966"/>
                    <a:pt x="5416" y="9050"/>
                    <a:pt x="5261" y="9089"/>
                  </a:cubicBezTo>
                  <a:cubicBezTo>
                    <a:pt x="5156" y="9115"/>
                    <a:pt x="5048" y="9128"/>
                    <a:pt x="4941" y="9128"/>
                  </a:cubicBezTo>
                  <a:cubicBezTo>
                    <a:pt x="4834" y="9128"/>
                    <a:pt x="4726" y="9115"/>
                    <a:pt x="4621" y="9089"/>
                  </a:cubicBezTo>
                  <a:cubicBezTo>
                    <a:pt x="4466" y="9050"/>
                    <a:pt x="4325" y="8966"/>
                    <a:pt x="4216" y="8853"/>
                  </a:cubicBezTo>
                  <a:cubicBezTo>
                    <a:pt x="3745" y="8389"/>
                    <a:pt x="3027" y="8244"/>
                    <a:pt x="2995" y="8237"/>
                  </a:cubicBezTo>
                  <a:cubicBezTo>
                    <a:pt x="2864" y="8213"/>
                    <a:pt x="2731" y="8203"/>
                    <a:pt x="2603" y="8203"/>
                  </a:cubicBezTo>
                  <a:cubicBezTo>
                    <a:pt x="2314" y="8203"/>
                    <a:pt x="2049" y="8253"/>
                    <a:pt x="1876" y="8297"/>
                  </a:cubicBezTo>
                  <a:cubicBezTo>
                    <a:pt x="1838" y="8181"/>
                    <a:pt x="1785" y="8009"/>
                    <a:pt x="1750" y="7847"/>
                  </a:cubicBezTo>
                  <a:cubicBezTo>
                    <a:pt x="1726" y="7744"/>
                    <a:pt x="1631" y="7667"/>
                    <a:pt x="1528" y="7667"/>
                  </a:cubicBezTo>
                  <a:cubicBezTo>
                    <a:pt x="1526" y="7667"/>
                    <a:pt x="1523" y="7667"/>
                    <a:pt x="1521" y="7667"/>
                  </a:cubicBezTo>
                  <a:cubicBezTo>
                    <a:pt x="1509" y="7668"/>
                    <a:pt x="1497" y="7668"/>
                    <a:pt x="1485" y="7668"/>
                  </a:cubicBezTo>
                  <a:cubicBezTo>
                    <a:pt x="964" y="7668"/>
                    <a:pt x="712" y="7517"/>
                    <a:pt x="589" y="7386"/>
                  </a:cubicBezTo>
                  <a:cubicBezTo>
                    <a:pt x="1806" y="6988"/>
                    <a:pt x="2334" y="6109"/>
                    <a:pt x="2545" y="5599"/>
                  </a:cubicBezTo>
                  <a:cubicBezTo>
                    <a:pt x="2686" y="5250"/>
                    <a:pt x="2538" y="4849"/>
                    <a:pt x="2200" y="4680"/>
                  </a:cubicBezTo>
                  <a:lnTo>
                    <a:pt x="1563" y="4367"/>
                  </a:lnTo>
                  <a:cubicBezTo>
                    <a:pt x="1468" y="4318"/>
                    <a:pt x="1437" y="4195"/>
                    <a:pt x="1496" y="4107"/>
                  </a:cubicBezTo>
                  <a:cubicBezTo>
                    <a:pt x="1532" y="4060"/>
                    <a:pt x="1587" y="4033"/>
                    <a:pt x="1642" y="4033"/>
                  </a:cubicBezTo>
                  <a:cubicBezTo>
                    <a:pt x="1658" y="4033"/>
                    <a:pt x="1674" y="4035"/>
                    <a:pt x="1690" y="4040"/>
                  </a:cubicBezTo>
                  <a:lnTo>
                    <a:pt x="2453" y="4262"/>
                  </a:lnTo>
                  <a:cubicBezTo>
                    <a:pt x="2474" y="4268"/>
                    <a:pt x="2496" y="4271"/>
                    <a:pt x="2518" y="4271"/>
                  </a:cubicBezTo>
                  <a:cubicBezTo>
                    <a:pt x="2591" y="4271"/>
                    <a:pt x="2663" y="4236"/>
                    <a:pt x="2707" y="4174"/>
                  </a:cubicBezTo>
                  <a:cubicBezTo>
                    <a:pt x="2735" y="4131"/>
                    <a:pt x="2749" y="4082"/>
                    <a:pt x="2749" y="4033"/>
                  </a:cubicBezTo>
                  <a:lnTo>
                    <a:pt x="2749" y="2502"/>
                  </a:lnTo>
                  <a:cubicBezTo>
                    <a:pt x="2847" y="778"/>
                    <a:pt x="4304" y="504"/>
                    <a:pt x="4944" y="465"/>
                  </a:cubicBezTo>
                  <a:cubicBezTo>
                    <a:pt x="5504" y="497"/>
                    <a:pt x="6697" y="715"/>
                    <a:pt x="7045" y="1936"/>
                  </a:cubicBezTo>
                  <a:cubicBezTo>
                    <a:pt x="7073" y="2034"/>
                    <a:pt x="7165" y="2105"/>
                    <a:pt x="7267" y="2105"/>
                  </a:cubicBezTo>
                  <a:lnTo>
                    <a:pt x="7270" y="2105"/>
                  </a:lnTo>
                  <a:cubicBezTo>
                    <a:pt x="7425" y="2105"/>
                    <a:pt x="7534" y="1957"/>
                    <a:pt x="7492" y="1809"/>
                  </a:cubicBezTo>
                  <a:cubicBezTo>
                    <a:pt x="7059" y="251"/>
                    <a:pt x="5483" y="29"/>
                    <a:pt x="4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24" name="Google Shape;23024;p91"/>
          <p:cNvGrpSpPr/>
          <p:nvPr/>
        </p:nvGrpSpPr>
        <p:grpSpPr>
          <a:xfrm>
            <a:off x="5535955" y="3354899"/>
            <a:ext cx="403608" cy="382344"/>
            <a:chOff x="5535955" y="3354899"/>
            <a:chExt cx="403608" cy="382344"/>
          </a:xfrm>
        </p:grpSpPr>
        <p:sp>
          <p:nvSpPr>
            <p:cNvPr id="23025" name="Google Shape;23025;p91"/>
            <p:cNvSpPr/>
            <p:nvPr/>
          </p:nvSpPr>
          <p:spPr>
            <a:xfrm>
              <a:off x="5562347" y="3360990"/>
              <a:ext cx="370267" cy="370163"/>
            </a:xfrm>
            <a:custGeom>
              <a:rect b="b" l="l" r="r" t="t"/>
              <a:pathLst>
                <a:path extrusionOk="0" h="14222" w="14226">
                  <a:moveTo>
                    <a:pt x="7111" y="0"/>
                  </a:moveTo>
                  <a:cubicBezTo>
                    <a:pt x="3184" y="0"/>
                    <a:pt x="0" y="3184"/>
                    <a:pt x="0" y="7111"/>
                  </a:cubicBezTo>
                  <a:cubicBezTo>
                    <a:pt x="0" y="11037"/>
                    <a:pt x="3184" y="14222"/>
                    <a:pt x="7111" y="14222"/>
                  </a:cubicBezTo>
                  <a:cubicBezTo>
                    <a:pt x="11041" y="14222"/>
                    <a:pt x="14225" y="11037"/>
                    <a:pt x="14225" y="7111"/>
                  </a:cubicBezTo>
                  <a:cubicBezTo>
                    <a:pt x="14225" y="3184"/>
                    <a:pt x="11041" y="0"/>
                    <a:pt x="7111" y="0"/>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6" name="Google Shape;23026;p91"/>
            <p:cNvSpPr/>
            <p:nvPr/>
          </p:nvSpPr>
          <p:spPr>
            <a:xfrm>
              <a:off x="5723327" y="3360990"/>
              <a:ext cx="216236" cy="370267"/>
            </a:xfrm>
            <a:custGeom>
              <a:rect b="b" l="l" r="r" t="t"/>
              <a:pathLst>
                <a:path extrusionOk="0" h="14226" w="8308">
                  <a:moveTo>
                    <a:pt x="942" y="0"/>
                  </a:moveTo>
                  <a:cubicBezTo>
                    <a:pt x="938" y="0"/>
                    <a:pt x="934" y="0"/>
                    <a:pt x="929" y="0"/>
                  </a:cubicBezTo>
                  <a:cubicBezTo>
                    <a:pt x="616" y="0"/>
                    <a:pt x="307" y="18"/>
                    <a:pt x="1" y="60"/>
                  </a:cubicBezTo>
                  <a:cubicBezTo>
                    <a:pt x="3540" y="524"/>
                    <a:pt x="6186" y="3540"/>
                    <a:pt x="6186" y="7111"/>
                  </a:cubicBezTo>
                  <a:cubicBezTo>
                    <a:pt x="6186" y="10679"/>
                    <a:pt x="3540" y="13697"/>
                    <a:pt x="1" y="14162"/>
                  </a:cubicBezTo>
                  <a:cubicBezTo>
                    <a:pt x="321" y="14205"/>
                    <a:pt x="639" y="14226"/>
                    <a:pt x="953" y="14226"/>
                  </a:cubicBezTo>
                  <a:cubicBezTo>
                    <a:pt x="4637" y="14226"/>
                    <a:pt x="7790" y="11362"/>
                    <a:pt x="8037" y="7575"/>
                  </a:cubicBezTo>
                  <a:cubicBezTo>
                    <a:pt x="8307" y="3473"/>
                    <a:pt x="5049" y="0"/>
                    <a:pt x="94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7" name="Google Shape;23027;p91"/>
            <p:cNvSpPr/>
            <p:nvPr/>
          </p:nvSpPr>
          <p:spPr>
            <a:xfrm>
              <a:off x="5642459" y="3416923"/>
              <a:ext cx="171651" cy="250228"/>
            </a:xfrm>
            <a:custGeom>
              <a:rect b="b" l="l" r="r" t="t"/>
              <a:pathLst>
                <a:path extrusionOk="0" h="9614" w="6595">
                  <a:moveTo>
                    <a:pt x="2284" y="1"/>
                  </a:moveTo>
                  <a:cubicBezTo>
                    <a:pt x="2224" y="1"/>
                    <a:pt x="2172" y="47"/>
                    <a:pt x="2165" y="110"/>
                  </a:cubicBezTo>
                  <a:lnTo>
                    <a:pt x="2154" y="223"/>
                  </a:lnTo>
                  <a:cubicBezTo>
                    <a:pt x="2055" y="1246"/>
                    <a:pt x="1246" y="2056"/>
                    <a:pt x="222" y="2154"/>
                  </a:cubicBezTo>
                  <a:lnTo>
                    <a:pt x="110" y="2165"/>
                  </a:lnTo>
                  <a:cubicBezTo>
                    <a:pt x="46" y="2172"/>
                    <a:pt x="1" y="2225"/>
                    <a:pt x="1" y="2284"/>
                  </a:cubicBezTo>
                  <a:lnTo>
                    <a:pt x="1" y="4241"/>
                  </a:lnTo>
                  <a:cubicBezTo>
                    <a:pt x="1" y="4307"/>
                    <a:pt x="53" y="4360"/>
                    <a:pt x="120" y="4360"/>
                  </a:cubicBezTo>
                  <a:lnTo>
                    <a:pt x="2165" y="4360"/>
                  </a:lnTo>
                  <a:lnTo>
                    <a:pt x="2165" y="7094"/>
                  </a:lnTo>
                  <a:cubicBezTo>
                    <a:pt x="2165" y="8464"/>
                    <a:pt x="3284" y="9613"/>
                    <a:pt x="4653" y="9613"/>
                  </a:cubicBezTo>
                  <a:cubicBezTo>
                    <a:pt x="4655" y="9613"/>
                    <a:pt x="4657" y="9613"/>
                    <a:pt x="4659" y="9613"/>
                  </a:cubicBezTo>
                  <a:cubicBezTo>
                    <a:pt x="4663" y="9613"/>
                    <a:pt x="4668" y="9613"/>
                    <a:pt x="4672" y="9613"/>
                  </a:cubicBezTo>
                  <a:cubicBezTo>
                    <a:pt x="5346" y="9613"/>
                    <a:pt x="5992" y="9332"/>
                    <a:pt x="6457" y="8843"/>
                  </a:cubicBezTo>
                  <a:lnTo>
                    <a:pt x="6570" y="8723"/>
                  </a:lnTo>
                  <a:cubicBezTo>
                    <a:pt x="6594" y="8698"/>
                    <a:pt x="6594" y="8663"/>
                    <a:pt x="6573" y="8639"/>
                  </a:cubicBezTo>
                  <a:lnTo>
                    <a:pt x="5395" y="7242"/>
                  </a:lnTo>
                  <a:cubicBezTo>
                    <a:pt x="5382" y="7227"/>
                    <a:pt x="5364" y="7220"/>
                    <a:pt x="5347" y="7220"/>
                  </a:cubicBezTo>
                  <a:cubicBezTo>
                    <a:pt x="5326" y="7220"/>
                    <a:pt x="5306" y="7230"/>
                    <a:pt x="5292" y="7249"/>
                  </a:cubicBezTo>
                  <a:lnTo>
                    <a:pt x="5159" y="7456"/>
                  </a:lnTo>
                  <a:cubicBezTo>
                    <a:pt x="5045" y="7627"/>
                    <a:pt x="4851" y="7728"/>
                    <a:pt x="4647" y="7728"/>
                  </a:cubicBezTo>
                  <a:cubicBezTo>
                    <a:pt x="4637" y="7728"/>
                    <a:pt x="4627" y="7728"/>
                    <a:pt x="4617" y="7727"/>
                  </a:cubicBezTo>
                  <a:cubicBezTo>
                    <a:pt x="4297" y="7699"/>
                    <a:pt x="4050" y="7432"/>
                    <a:pt x="4050" y="7112"/>
                  </a:cubicBezTo>
                  <a:lnTo>
                    <a:pt x="4050" y="4360"/>
                  </a:lnTo>
                  <a:lnTo>
                    <a:pt x="6095" y="4360"/>
                  </a:lnTo>
                  <a:cubicBezTo>
                    <a:pt x="6162" y="4360"/>
                    <a:pt x="6214" y="4304"/>
                    <a:pt x="6214" y="4241"/>
                  </a:cubicBezTo>
                  <a:lnTo>
                    <a:pt x="6214" y="2284"/>
                  </a:lnTo>
                  <a:cubicBezTo>
                    <a:pt x="6214" y="2217"/>
                    <a:pt x="6162" y="2165"/>
                    <a:pt x="6095" y="2165"/>
                  </a:cubicBezTo>
                  <a:lnTo>
                    <a:pt x="4050" y="2165"/>
                  </a:lnTo>
                  <a:lnTo>
                    <a:pt x="4050" y="120"/>
                  </a:lnTo>
                  <a:cubicBezTo>
                    <a:pt x="4050" y="54"/>
                    <a:pt x="3998" y="1"/>
                    <a:pt x="39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8" name="Google Shape;23028;p91"/>
            <p:cNvSpPr/>
            <p:nvPr/>
          </p:nvSpPr>
          <p:spPr>
            <a:xfrm>
              <a:off x="5535955" y="3354899"/>
              <a:ext cx="402776" cy="382344"/>
            </a:xfrm>
            <a:custGeom>
              <a:rect b="b" l="l" r="r" t="t"/>
              <a:pathLst>
                <a:path extrusionOk="0" h="14690" w="15475">
                  <a:moveTo>
                    <a:pt x="8128" y="466"/>
                  </a:moveTo>
                  <a:cubicBezTo>
                    <a:pt x="11921" y="466"/>
                    <a:pt x="15007" y="3552"/>
                    <a:pt x="15007" y="7345"/>
                  </a:cubicBezTo>
                  <a:cubicBezTo>
                    <a:pt x="15007" y="11138"/>
                    <a:pt x="11921" y="14223"/>
                    <a:pt x="8128" y="14223"/>
                  </a:cubicBezTo>
                  <a:cubicBezTo>
                    <a:pt x="4332" y="14223"/>
                    <a:pt x="1246" y="11138"/>
                    <a:pt x="1246" y="7345"/>
                  </a:cubicBezTo>
                  <a:cubicBezTo>
                    <a:pt x="1246" y="3552"/>
                    <a:pt x="4332" y="466"/>
                    <a:pt x="8128" y="466"/>
                  </a:cubicBezTo>
                  <a:close/>
                  <a:moveTo>
                    <a:pt x="8122" y="0"/>
                  </a:moveTo>
                  <a:cubicBezTo>
                    <a:pt x="6711" y="0"/>
                    <a:pt x="5291" y="406"/>
                    <a:pt x="4047" y="1237"/>
                  </a:cubicBezTo>
                  <a:cubicBezTo>
                    <a:pt x="1134" y="3186"/>
                    <a:pt x="1" y="6919"/>
                    <a:pt x="1341" y="10156"/>
                  </a:cubicBezTo>
                  <a:cubicBezTo>
                    <a:pt x="2494" y="12939"/>
                    <a:pt x="5199" y="14690"/>
                    <a:pt x="8120" y="14690"/>
                  </a:cubicBezTo>
                  <a:cubicBezTo>
                    <a:pt x="8597" y="14690"/>
                    <a:pt x="9079" y="14643"/>
                    <a:pt x="9560" y="14547"/>
                  </a:cubicBezTo>
                  <a:cubicBezTo>
                    <a:pt x="12994" y="13865"/>
                    <a:pt x="15471" y="10849"/>
                    <a:pt x="15471" y="7345"/>
                  </a:cubicBezTo>
                  <a:cubicBezTo>
                    <a:pt x="15475" y="5396"/>
                    <a:pt x="14701" y="3527"/>
                    <a:pt x="13318" y="2152"/>
                  </a:cubicBezTo>
                  <a:cubicBezTo>
                    <a:pt x="11899" y="732"/>
                    <a:pt x="10018" y="0"/>
                    <a:pt x="8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9" name="Google Shape;23029;p91"/>
            <p:cNvSpPr/>
            <p:nvPr/>
          </p:nvSpPr>
          <p:spPr>
            <a:xfrm>
              <a:off x="5636785" y="3411249"/>
              <a:ext cx="183546" cy="261472"/>
            </a:xfrm>
            <a:custGeom>
              <a:rect b="b" l="l" r="r" t="t"/>
              <a:pathLst>
                <a:path extrusionOk="0" h="10046" w="7052">
                  <a:moveTo>
                    <a:pt x="2397" y="1"/>
                  </a:moveTo>
                  <a:cubicBezTo>
                    <a:pt x="2270" y="1"/>
                    <a:pt x="2164" y="106"/>
                    <a:pt x="2164" y="233"/>
                  </a:cubicBezTo>
                  <a:cubicBezTo>
                    <a:pt x="2164" y="1299"/>
                    <a:pt x="1299" y="2165"/>
                    <a:pt x="233" y="2165"/>
                  </a:cubicBezTo>
                  <a:cubicBezTo>
                    <a:pt x="106" y="2165"/>
                    <a:pt x="1" y="2270"/>
                    <a:pt x="1" y="2397"/>
                  </a:cubicBezTo>
                  <a:lnTo>
                    <a:pt x="1" y="4561"/>
                  </a:lnTo>
                  <a:cubicBezTo>
                    <a:pt x="1" y="4687"/>
                    <a:pt x="106" y="4793"/>
                    <a:pt x="233" y="4793"/>
                  </a:cubicBezTo>
                  <a:lnTo>
                    <a:pt x="2164" y="4793"/>
                  </a:lnTo>
                  <a:lnTo>
                    <a:pt x="2164" y="5824"/>
                  </a:lnTo>
                  <a:cubicBezTo>
                    <a:pt x="2164" y="5950"/>
                    <a:pt x="2270" y="6056"/>
                    <a:pt x="2397" y="6056"/>
                  </a:cubicBezTo>
                  <a:cubicBezTo>
                    <a:pt x="2527" y="6056"/>
                    <a:pt x="2629" y="5950"/>
                    <a:pt x="2629" y="5824"/>
                  </a:cubicBezTo>
                  <a:lnTo>
                    <a:pt x="2629" y="4561"/>
                  </a:lnTo>
                  <a:cubicBezTo>
                    <a:pt x="2629" y="4434"/>
                    <a:pt x="2527" y="4328"/>
                    <a:pt x="2397" y="4328"/>
                  </a:cubicBezTo>
                  <a:lnTo>
                    <a:pt x="465" y="4328"/>
                  </a:lnTo>
                  <a:lnTo>
                    <a:pt x="465" y="2618"/>
                  </a:lnTo>
                  <a:cubicBezTo>
                    <a:pt x="1605" y="2506"/>
                    <a:pt x="2509" y="1602"/>
                    <a:pt x="2622" y="462"/>
                  </a:cubicBezTo>
                  <a:lnTo>
                    <a:pt x="4022" y="462"/>
                  </a:lnTo>
                  <a:lnTo>
                    <a:pt x="4022" y="2393"/>
                  </a:lnTo>
                  <a:cubicBezTo>
                    <a:pt x="4022" y="2523"/>
                    <a:pt x="4124" y="2625"/>
                    <a:pt x="4251" y="2625"/>
                  </a:cubicBezTo>
                  <a:lnTo>
                    <a:pt x="6186" y="2625"/>
                  </a:lnTo>
                  <a:lnTo>
                    <a:pt x="6186" y="4328"/>
                  </a:lnTo>
                  <a:lnTo>
                    <a:pt x="4251" y="4328"/>
                  </a:lnTo>
                  <a:cubicBezTo>
                    <a:pt x="4124" y="4328"/>
                    <a:pt x="4022" y="4430"/>
                    <a:pt x="4022" y="4561"/>
                  </a:cubicBezTo>
                  <a:lnTo>
                    <a:pt x="4022" y="7323"/>
                  </a:lnTo>
                  <a:cubicBezTo>
                    <a:pt x="4022" y="7792"/>
                    <a:pt x="4402" y="8192"/>
                    <a:pt x="4871" y="8192"/>
                  </a:cubicBezTo>
                  <a:cubicBezTo>
                    <a:pt x="4873" y="8192"/>
                    <a:pt x="4875" y="8192"/>
                    <a:pt x="4877" y="8192"/>
                  </a:cubicBezTo>
                  <a:cubicBezTo>
                    <a:pt x="5162" y="8192"/>
                    <a:pt x="5426" y="8047"/>
                    <a:pt x="5581" y="7808"/>
                  </a:cubicBezTo>
                  <a:lnTo>
                    <a:pt x="6496" y="8885"/>
                  </a:lnTo>
                  <a:cubicBezTo>
                    <a:pt x="6072" y="9333"/>
                    <a:pt x="5484" y="9585"/>
                    <a:pt x="4871" y="9585"/>
                  </a:cubicBezTo>
                  <a:cubicBezTo>
                    <a:pt x="4862" y="9585"/>
                    <a:pt x="4854" y="9585"/>
                    <a:pt x="4846" y="9585"/>
                  </a:cubicBezTo>
                  <a:cubicBezTo>
                    <a:pt x="3614" y="9571"/>
                    <a:pt x="2629" y="8544"/>
                    <a:pt x="2629" y="7312"/>
                  </a:cubicBezTo>
                  <a:lnTo>
                    <a:pt x="2629" y="6950"/>
                  </a:lnTo>
                  <a:cubicBezTo>
                    <a:pt x="2629" y="6823"/>
                    <a:pt x="2523" y="6717"/>
                    <a:pt x="2397" y="6717"/>
                  </a:cubicBezTo>
                  <a:cubicBezTo>
                    <a:pt x="2270" y="6717"/>
                    <a:pt x="2164" y="6823"/>
                    <a:pt x="2164" y="6950"/>
                  </a:cubicBezTo>
                  <a:lnTo>
                    <a:pt x="2164" y="7305"/>
                  </a:lnTo>
                  <a:cubicBezTo>
                    <a:pt x="2164" y="8808"/>
                    <a:pt x="3372" y="10046"/>
                    <a:pt x="4872" y="10046"/>
                  </a:cubicBezTo>
                  <a:cubicBezTo>
                    <a:pt x="4879" y="10046"/>
                    <a:pt x="4885" y="10046"/>
                    <a:pt x="4891" y="10046"/>
                  </a:cubicBezTo>
                  <a:cubicBezTo>
                    <a:pt x="5708" y="10042"/>
                    <a:pt x="6475" y="9669"/>
                    <a:pt x="6981" y="9033"/>
                  </a:cubicBezTo>
                  <a:cubicBezTo>
                    <a:pt x="7052" y="8945"/>
                    <a:pt x="7048" y="8825"/>
                    <a:pt x="6978" y="8741"/>
                  </a:cubicBezTo>
                  <a:lnTo>
                    <a:pt x="5876" y="7442"/>
                  </a:lnTo>
                  <a:cubicBezTo>
                    <a:pt x="5796" y="7346"/>
                    <a:pt x="5684" y="7300"/>
                    <a:pt x="5573" y="7300"/>
                  </a:cubicBezTo>
                  <a:cubicBezTo>
                    <a:pt x="5431" y="7300"/>
                    <a:pt x="5291" y="7374"/>
                    <a:pt x="5218" y="7516"/>
                  </a:cubicBezTo>
                  <a:cubicBezTo>
                    <a:pt x="5159" y="7632"/>
                    <a:pt x="5043" y="7713"/>
                    <a:pt x="4912" y="7727"/>
                  </a:cubicBezTo>
                  <a:cubicBezTo>
                    <a:pt x="4898" y="7729"/>
                    <a:pt x="4884" y="7730"/>
                    <a:pt x="4870" y="7730"/>
                  </a:cubicBezTo>
                  <a:cubicBezTo>
                    <a:pt x="4660" y="7730"/>
                    <a:pt x="4487" y="7558"/>
                    <a:pt x="4487" y="7344"/>
                  </a:cubicBezTo>
                  <a:lnTo>
                    <a:pt x="4487" y="4793"/>
                  </a:lnTo>
                  <a:lnTo>
                    <a:pt x="6418" y="4793"/>
                  </a:lnTo>
                  <a:cubicBezTo>
                    <a:pt x="6545" y="4793"/>
                    <a:pt x="6650" y="4687"/>
                    <a:pt x="6650" y="4561"/>
                  </a:cubicBezTo>
                  <a:lnTo>
                    <a:pt x="6650" y="2397"/>
                  </a:lnTo>
                  <a:cubicBezTo>
                    <a:pt x="6650" y="2267"/>
                    <a:pt x="6545" y="2165"/>
                    <a:pt x="6418" y="2165"/>
                  </a:cubicBezTo>
                  <a:lnTo>
                    <a:pt x="4487" y="2165"/>
                  </a:lnTo>
                  <a:lnTo>
                    <a:pt x="4487" y="233"/>
                  </a:lnTo>
                  <a:cubicBezTo>
                    <a:pt x="4487" y="103"/>
                    <a:pt x="4381" y="1"/>
                    <a:pt x="42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30" name="Google Shape;23030;p91"/>
          <p:cNvGrpSpPr/>
          <p:nvPr/>
        </p:nvGrpSpPr>
        <p:grpSpPr>
          <a:xfrm>
            <a:off x="7913775" y="3354795"/>
            <a:ext cx="423285" cy="382422"/>
            <a:chOff x="7913775" y="3354795"/>
            <a:chExt cx="423285" cy="382422"/>
          </a:xfrm>
        </p:grpSpPr>
        <p:sp>
          <p:nvSpPr>
            <p:cNvPr id="23031" name="Google Shape;23031;p91"/>
            <p:cNvSpPr/>
            <p:nvPr/>
          </p:nvSpPr>
          <p:spPr>
            <a:xfrm>
              <a:off x="7940141" y="3360990"/>
              <a:ext cx="370267" cy="370163"/>
            </a:xfrm>
            <a:custGeom>
              <a:rect b="b" l="l" r="r" t="t"/>
              <a:pathLst>
                <a:path extrusionOk="0" h="14222" w="14226">
                  <a:moveTo>
                    <a:pt x="7111" y="0"/>
                  </a:moveTo>
                  <a:cubicBezTo>
                    <a:pt x="3185" y="0"/>
                    <a:pt x="0" y="3184"/>
                    <a:pt x="0" y="7111"/>
                  </a:cubicBezTo>
                  <a:cubicBezTo>
                    <a:pt x="0" y="11037"/>
                    <a:pt x="3185" y="14222"/>
                    <a:pt x="7111" y="14222"/>
                  </a:cubicBezTo>
                  <a:cubicBezTo>
                    <a:pt x="11041" y="14222"/>
                    <a:pt x="14226" y="11037"/>
                    <a:pt x="14226" y="7111"/>
                  </a:cubicBezTo>
                  <a:cubicBezTo>
                    <a:pt x="14226" y="3184"/>
                    <a:pt x="11041" y="0"/>
                    <a:pt x="711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2" name="Google Shape;23032;p91"/>
            <p:cNvSpPr/>
            <p:nvPr/>
          </p:nvSpPr>
          <p:spPr>
            <a:xfrm>
              <a:off x="8101121" y="3360808"/>
              <a:ext cx="209287" cy="370267"/>
            </a:xfrm>
            <a:custGeom>
              <a:rect b="b" l="l" r="r" t="t"/>
              <a:pathLst>
                <a:path extrusionOk="0" h="14226" w="8041">
                  <a:moveTo>
                    <a:pt x="926" y="0"/>
                  </a:moveTo>
                  <a:lnTo>
                    <a:pt x="926" y="7"/>
                  </a:lnTo>
                  <a:lnTo>
                    <a:pt x="726" y="7"/>
                  </a:lnTo>
                  <a:cubicBezTo>
                    <a:pt x="673" y="7"/>
                    <a:pt x="624" y="7"/>
                    <a:pt x="571" y="11"/>
                  </a:cubicBezTo>
                  <a:lnTo>
                    <a:pt x="532" y="14"/>
                  </a:lnTo>
                  <a:lnTo>
                    <a:pt x="416" y="21"/>
                  </a:lnTo>
                  <a:lnTo>
                    <a:pt x="356" y="25"/>
                  </a:lnTo>
                  <a:lnTo>
                    <a:pt x="223" y="39"/>
                  </a:lnTo>
                  <a:lnTo>
                    <a:pt x="156" y="46"/>
                  </a:lnTo>
                  <a:lnTo>
                    <a:pt x="71" y="53"/>
                  </a:lnTo>
                  <a:lnTo>
                    <a:pt x="1" y="63"/>
                  </a:lnTo>
                  <a:cubicBezTo>
                    <a:pt x="3541" y="528"/>
                    <a:pt x="6186" y="3543"/>
                    <a:pt x="6186" y="7114"/>
                  </a:cubicBezTo>
                  <a:cubicBezTo>
                    <a:pt x="6186" y="10686"/>
                    <a:pt x="3541" y="13701"/>
                    <a:pt x="1" y="14165"/>
                  </a:cubicBezTo>
                  <a:lnTo>
                    <a:pt x="71" y="14176"/>
                  </a:lnTo>
                  <a:lnTo>
                    <a:pt x="156" y="14183"/>
                  </a:lnTo>
                  <a:lnTo>
                    <a:pt x="223" y="14194"/>
                  </a:lnTo>
                  <a:lnTo>
                    <a:pt x="356" y="14204"/>
                  </a:lnTo>
                  <a:lnTo>
                    <a:pt x="416" y="14208"/>
                  </a:lnTo>
                  <a:lnTo>
                    <a:pt x="532" y="14215"/>
                  </a:lnTo>
                  <a:lnTo>
                    <a:pt x="571" y="14218"/>
                  </a:lnTo>
                  <a:cubicBezTo>
                    <a:pt x="624" y="14222"/>
                    <a:pt x="673" y="14222"/>
                    <a:pt x="726" y="14225"/>
                  </a:cubicBezTo>
                  <a:lnTo>
                    <a:pt x="926" y="14225"/>
                  </a:lnTo>
                  <a:cubicBezTo>
                    <a:pt x="4856" y="14225"/>
                    <a:pt x="8041" y="11041"/>
                    <a:pt x="8041" y="7111"/>
                  </a:cubicBezTo>
                  <a:cubicBezTo>
                    <a:pt x="8041" y="3184"/>
                    <a:pt x="4856" y="0"/>
                    <a:pt x="92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3" name="Google Shape;23033;p91"/>
            <p:cNvSpPr/>
            <p:nvPr/>
          </p:nvSpPr>
          <p:spPr>
            <a:xfrm>
              <a:off x="8101121" y="3456849"/>
              <a:ext cx="230526" cy="246194"/>
            </a:xfrm>
            <a:custGeom>
              <a:rect b="b" l="l" r="r" t="t"/>
              <a:pathLst>
                <a:path extrusionOk="0" h="9459" w="8857">
                  <a:moveTo>
                    <a:pt x="7196" y="1"/>
                  </a:moveTo>
                  <a:lnTo>
                    <a:pt x="6960" y="430"/>
                  </a:lnTo>
                  <a:cubicBezTo>
                    <a:pt x="6588" y="1110"/>
                    <a:pt x="5600" y="1281"/>
                    <a:pt x="4700" y="1281"/>
                  </a:cubicBezTo>
                  <a:cubicBezTo>
                    <a:pt x="3788" y="1281"/>
                    <a:pt x="2967" y="1106"/>
                    <a:pt x="2967" y="1106"/>
                  </a:cubicBezTo>
                  <a:lnTo>
                    <a:pt x="1" y="2809"/>
                  </a:lnTo>
                  <a:lnTo>
                    <a:pt x="4730" y="9459"/>
                  </a:lnTo>
                  <a:lnTo>
                    <a:pt x="4930" y="9321"/>
                  </a:lnTo>
                  <a:cubicBezTo>
                    <a:pt x="7812" y="7365"/>
                    <a:pt x="8857" y="3611"/>
                    <a:pt x="7404" y="448"/>
                  </a:cubicBezTo>
                  <a:lnTo>
                    <a:pt x="7196" y="1"/>
                  </a:ln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4" name="Google Shape;23034;p91"/>
            <p:cNvSpPr/>
            <p:nvPr/>
          </p:nvSpPr>
          <p:spPr>
            <a:xfrm>
              <a:off x="8206715" y="3457682"/>
              <a:ext cx="103694" cy="245465"/>
            </a:xfrm>
            <a:custGeom>
              <a:rect b="b" l="l" r="r" t="t"/>
              <a:pathLst>
                <a:path extrusionOk="0" h="9431" w="3984">
                  <a:moveTo>
                    <a:pt x="3122" y="1"/>
                  </a:moveTo>
                  <a:lnTo>
                    <a:pt x="2903" y="398"/>
                  </a:lnTo>
                  <a:cubicBezTo>
                    <a:pt x="2622" y="894"/>
                    <a:pt x="2305" y="1366"/>
                    <a:pt x="1950" y="1809"/>
                  </a:cubicBezTo>
                  <a:cubicBezTo>
                    <a:pt x="2495" y="4216"/>
                    <a:pt x="1760" y="6735"/>
                    <a:pt x="1" y="8466"/>
                  </a:cubicBezTo>
                  <a:lnTo>
                    <a:pt x="666" y="9430"/>
                  </a:lnTo>
                  <a:cubicBezTo>
                    <a:pt x="2731" y="8121"/>
                    <a:pt x="3984" y="5845"/>
                    <a:pt x="3984" y="3396"/>
                  </a:cubicBezTo>
                  <a:cubicBezTo>
                    <a:pt x="3984" y="2210"/>
                    <a:pt x="3688" y="1042"/>
                    <a:pt x="3122"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5" name="Google Shape;23035;p91"/>
            <p:cNvSpPr/>
            <p:nvPr/>
          </p:nvSpPr>
          <p:spPr>
            <a:xfrm>
              <a:off x="7965882" y="3554114"/>
              <a:ext cx="221728" cy="177508"/>
            </a:xfrm>
            <a:custGeom>
              <a:rect b="b" l="l" r="r" t="t"/>
              <a:pathLst>
                <a:path extrusionOk="0" h="6820" w="8519">
                  <a:moveTo>
                    <a:pt x="3958" y="1"/>
                  </a:moveTo>
                  <a:lnTo>
                    <a:pt x="0" y="3340"/>
                  </a:lnTo>
                  <a:lnTo>
                    <a:pt x="123" y="3537"/>
                  </a:lnTo>
                  <a:cubicBezTo>
                    <a:pt x="1432" y="5581"/>
                    <a:pt x="3695" y="6819"/>
                    <a:pt x="6122" y="6819"/>
                  </a:cubicBezTo>
                  <a:cubicBezTo>
                    <a:pt x="6837" y="6819"/>
                    <a:pt x="7547" y="6710"/>
                    <a:pt x="8226" y="6499"/>
                  </a:cubicBezTo>
                  <a:lnTo>
                    <a:pt x="8518" y="6408"/>
                  </a:lnTo>
                  <a:lnTo>
                    <a:pt x="3958"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6" name="Google Shape;23036;p91"/>
            <p:cNvSpPr/>
            <p:nvPr/>
          </p:nvSpPr>
          <p:spPr>
            <a:xfrm>
              <a:off x="8100939" y="3702549"/>
              <a:ext cx="87400" cy="28630"/>
            </a:xfrm>
            <a:custGeom>
              <a:rect b="b" l="l" r="r" t="t"/>
              <a:pathLst>
                <a:path extrusionOk="0" h="1100" w="3358">
                  <a:moveTo>
                    <a:pt x="2875" y="1"/>
                  </a:moveTo>
                  <a:cubicBezTo>
                    <a:pt x="2003" y="557"/>
                    <a:pt x="1025" y="916"/>
                    <a:pt x="1" y="1053"/>
                  </a:cubicBezTo>
                  <a:cubicBezTo>
                    <a:pt x="280" y="1085"/>
                    <a:pt x="562" y="1099"/>
                    <a:pt x="841" y="1099"/>
                  </a:cubicBezTo>
                  <a:cubicBezTo>
                    <a:pt x="872" y="1099"/>
                    <a:pt x="903" y="1099"/>
                    <a:pt x="933" y="1099"/>
                  </a:cubicBezTo>
                  <a:cubicBezTo>
                    <a:pt x="944" y="1099"/>
                    <a:pt x="954" y="1099"/>
                    <a:pt x="964" y="1099"/>
                  </a:cubicBezTo>
                  <a:cubicBezTo>
                    <a:pt x="1781" y="1099"/>
                    <a:pt x="2590" y="962"/>
                    <a:pt x="3358" y="691"/>
                  </a:cubicBezTo>
                  <a:lnTo>
                    <a:pt x="2875"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7" name="Google Shape;23037;p91"/>
            <p:cNvSpPr/>
            <p:nvPr/>
          </p:nvSpPr>
          <p:spPr>
            <a:xfrm>
              <a:off x="8068899" y="3529934"/>
              <a:ext cx="155983" cy="190964"/>
            </a:xfrm>
            <a:custGeom>
              <a:rect b="b" l="l" r="r" t="t"/>
              <a:pathLst>
                <a:path extrusionOk="0" h="7337" w="5993">
                  <a:moveTo>
                    <a:pt x="1239" y="1"/>
                  </a:moveTo>
                  <a:lnTo>
                    <a:pt x="0" y="930"/>
                  </a:lnTo>
                  <a:lnTo>
                    <a:pt x="4560" y="7337"/>
                  </a:lnTo>
                  <a:lnTo>
                    <a:pt x="4740" y="7266"/>
                  </a:lnTo>
                  <a:cubicBezTo>
                    <a:pt x="5095" y="7129"/>
                    <a:pt x="5436" y="6964"/>
                    <a:pt x="5764" y="6770"/>
                  </a:cubicBezTo>
                  <a:lnTo>
                    <a:pt x="5992" y="6636"/>
                  </a:lnTo>
                  <a:lnTo>
                    <a:pt x="123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8" name="Google Shape;23038;p91"/>
            <p:cNvSpPr/>
            <p:nvPr/>
          </p:nvSpPr>
          <p:spPr>
            <a:xfrm>
              <a:off x="8175039" y="3677745"/>
              <a:ext cx="49843" cy="43154"/>
            </a:xfrm>
            <a:custGeom>
              <a:rect b="b" l="l" r="r" t="t"/>
              <a:pathLst>
                <a:path extrusionOk="0" h="1658" w="1915">
                  <a:moveTo>
                    <a:pt x="1232" y="0"/>
                  </a:moveTo>
                  <a:cubicBezTo>
                    <a:pt x="855" y="370"/>
                    <a:pt x="444" y="697"/>
                    <a:pt x="0" y="975"/>
                  </a:cubicBezTo>
                  <a:lnTo>
                    <a:pt x="482" y="1658"/>
                  </a:lnTo>
                  <a:cubicBezTo>
                    <a:pt x="986" y="1478"/>
                    <a:pt x="1464" y="1242"/>
                    <a:pt x="1914" y="957"/>
                  </a:cubicBezTo>
                  <a:lnTo>
                    <a:pt x="123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9" name="Google Shape;23039;p91"/>
            <p:cNvSpPr/>
            <p:nvPr/>
          </p:nvSpPr>
          <p:spPr>
            <a:xfrm>
              <a:off x="7948287" y="3449535"/>
              <a:ext cx="249396" cy="191510"/>
            </a:xfrm>
            <a:custGeom>
              <a:rect b="b" l="l" r="r" t="t"/>
              <a:pathLst>
                <a:path extrusionOk="0" h="7358" w="9582">
                  <a:moveTo>
                    <a:pt x="8346" y="0"/>
                  </a:moveTo>
                  <a:lnTo>
                    <a:pt x="1" y="5806"/>
                  </a:lnTo>
                  <a:lnTo>
                    <a:pt x="60" y="6031"/>
                  </a:lnTo>
                  <a:cubicBezTo>
                    <a:pt x="194" y="6411"/>
                    <a:pt x="359" y="6784"/>
                    <a:pt x="553" y="7139"/>
                  </a:cubicBezTo>
                  <a:lnTo>
                    <a:pt x="676" y="7358"/>
                  </a:lnTo>
                  <a:lnTo>
                    <a:pt x="9581" y="926"/>
                  </a:lnTo>
                  <a:lnTo>
                    <a:pt x="8346"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0" name="Google Shape;23040;p91"/>
            <p:cNvSpPr/>
            <p:nvPr/>
          </p:nvSpPr>
          <p:spPr>
            <a:xfrm>
              <a:off x="8149038" y="3361432"/>
              <a:ext cx="145624" cy="185290"/>
            </a:xfrm>
            <a:custGeom>
              <a:rect b="b" l="l" r="r" t="t"/>
              <a:pathLst>
                <a:path extrusionOk="0" h="7119" w="5595">
                  <a:moveTo>
                    <a:pt x="2797" y="1"/>
                  </a:moveTo>
                  <a:cubicBezTo>
                    <a:pt x="1267" y="1"/>
                    <a:pt x="18" y="1232"/>
                    <a:pt x="0" y="2766"/>
                  </a:cubicBezTo>
                  <a:cubicBezTo>
                    <a:pt x="0" y="4128"/>
                    <a:pt x="2182" y="6475"/>
                    <a:pt x="2618" y="6932"/>
                  </a:cubicBezTo>
                  <a:lnTo>
                    <a:pt x="2797" y="7119"/>
                  </a:lnTo>
                  <a:lnTo>
                    <a:pt x="2977" y="6932"/>
                  </a:lnTo>
                  <a:cubicBezTo>
                    <a:pt x="3413" y="6475"/>
                    <a:pt x="5594" y="4128"/>
                    <a:pt x="5594" y="2766"/>
                  </a:cubicBezTo>
                  <a:cubicBezTo>
                    <a:pt x="5577" y="1232"/>
                    <a:pt x="4328" y="1"/>
                    <a:pt x="279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1" name="Google Shape;23041;p91"/>
            <p:cNvSpPr/>
            <p:nvPr/>
          </p:nvSpPr>
          <p:spPr>
            <a:xfrm>
              <a:off x="8178240" y="3392691"/>
              <a:ext cx="76209" cy="65303"/>
            </a:xfrm>
            <a:custGeom>
              <a:rect b="b" l="l" r="r" t="t"/>
              <a:pathLst>
                <a:path extrusionOk="0" h="2509" w="2928">
                  <a:moveTo>
                    <a:pt x="1664" y="0"/>
                  </a:moveTo>
                  <a:cubicBezTo>
                    <a:pt x="1357" y="0"/>
                    <a:pt x="1043" y="114"/>
                    <a:pt x="789" y="369"/>
                  </a:cubicBezTo>
                  <a:cubicBezTo>
                    <a:pt x="0" y="1157"/>
                    <a:pt x="560" y="2505"/>
                    <a:pt x="1675" y="2508"/>
                  </a:cubicBezTo>
                  <a:cubicBezTo>
                    <a:pt x="2365" y="2505"/>
                    <a:pt x="2924" y="1945"/>
                    <a:pt x="2928" y="1256"/>
                  </a:cubicBezTo>
                  <a:cubicBezTo>
                    <a:pt x="2928" y="501"/>
                    <a:pt x="2309" y="0"/>
                    <a:pt x="166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2" name="Google Shape;23042;p91"/>
            <p:cNvSpPr/>
            <p:nvPr/>
          </p:nvSpPr>
          <p:spPr>
            <a:xfrm>
              <a:off x="7999562" y="3419291"/>
              <a:ext cx="83470" cy="76521"/>
            </a:xfrm>
            <a:custGeom>
              <a:rect b="b" l="l" r="r" t="t"/>
              <a:pathLst>
                <a:path extrusionOk="0" h="2940" w="3207">
                  <a:moveTo>
                    <a:pt x="1743" y="0"/>
                  </a:moveTo>
                  <a:cubicBezTo>
                    <a:pt x="1161" y="0"/>
                    <a:pt x="592" y="344"/>
                    <a:pt x="363" y="951"/>
                  </a:cubicBezTo>
                  <a:cubicBezTo>
                    <a:pt x="1" y="1912"/>
                    <a:pt x="712" y="2939"/>
                    <a:pt x="1739" y="2939"/>
                  </a:cubicBezTo>
                  <a:cubicBezTo>
                    <a:pt x="2548" y="2936"/>
                    <a:pt x="3206" y="2281"/>
                    <a:pt x="3206" y="1469"/>
                  </a:cubicBezTo>
                  <a:cubicBezTo>
                    <a:pt x="3206" y="1342"/>
                    <a:pt x="3104" y="1236"/>
                    <a:pt x="2974" y="1236"/>
                  </a:cubicBezTo>
                  <a:lnTo>
                    <a:pt x="2049" y="1236"/>
                  </a:lnTo>
                  <a:cubicBezTo>
                    <a:pt x="1739" y="1236"/>
                    <a:pt x="1739" y="1701"/>
                    <a:pt x="2049" y="1701"/>
                  </a:cubicBezTo>
                  <a:lnTo>
                    <a:pt x="2717" y="1701"/>
                  </a:lnTo>
                  <a:cubicBezTo>
                    <a:pt x="2612" y="2141"/>
                    <a:pt x="2228" y="2457"/>
                    <a:pt x="1774" y="2475"/>
                  </a:cubicBezTo>
                  <a:cubicBezTo>
                    <a:pt x="1761" y="2475"/>
                    <a:pt x="1748" y="2476"/>
                    <a:pt x="1735" y="2476"/>
                  </a:cubicBezTo>
                  <a:cubicBezTo>
                    <a:pt x="1300" y="2476"/>
                    <a:pt x="912" y="2191"/>
                    <a:pt x="779" y="1775"/>
                  </a:cubicBezTo>
                  <a:cubicBezTo>
                    <a:pt x="645" y="1345"/>
                    <a:pt x="810" y="874"/>
                    <a:pt x="1187" y="628"/>
                  </a:cubicBezTo>
                  <a:cubicBezTo>
                    <a:pt x="1355" y="518"/>
                    <a:pt x="1547" y="465"/>
                    <a:pt x="1737" y="465"/>
                  </a:cubicBezTo>
                  <a:cubicBezTo>
                    <a:pt x="1976" y="465"/>
                    <a:pt x="2213" y="549"/>
                    <a:pt x="2401" y="716"/>
                  </a:cubicBezTo>
                  <a:cubicBezTo>
                    <a:pt x="2450" y="759"/>
                    <a:pt x="2503" y="778"/>
                    <a:pt x="2554" y="778"/>
                  </a:cubicBezTo>
                  <a:cubicBezTo>
                    <a:pt x="2740" y="778"/>
                    <a:pt x="2893" y="528"/>
                    <a:pt x="2710" y="367"/>
                  </a:cubicBezTo>
                  <a:cubicBezTo>
                    <a:pt x="2426" y="117"/>
                    <a:pt x="2083" y="0"/>
                    <a:pt x="17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3" name="Google Shape;23043;p91"/>
            <p:cNvSpPr/>
            <p:nvPr/>
          </p:nvSpPr>
          <p:spPr>
            <a:xfrm>
              <a:off x="8183654" y="3387069"/>
              <a:ext cx="79410" cy="76495"/>
            </a:xfrm>
            <a:custGeom>
              <a:rect b="b" l="l" r="r" t="t"/>
              <a:pathLst>
                <a:path extrusionOk="0" h="2939" w="3051">
                  <a:moveTo>
                    <a:pt x="1467" y="465"/>
                  </a:moveTo>
                  <a:cubicBezTo>
                    <a:pt x="2361" y="465"/>
                    <a:pt x="2811" y="1545"/>
                    <a:pt x="2178" y="2179"/>
                  </a:cubicBezTo>
                  <a:cubicBezTo>
                    <a:pt x="1974" y="2384"/>
                    <a:pt x="1722" y="2476"/>
                    <a:pt x="1475" y="2476"/>
                  </a:cubicBezTo>
                  <a:cubicBezTo>
                    <a:pt x="960" y="2476"/>
                    <a:pt x="465" y="2076"/>
                    <a:pt x="465" y="1472"/>
                  </a:cubicBezTo>
                  <a:cubicBezTo>
                    <a:pt x="461" y="916"/>
                    <a:pt x="911" y="465"/>
                    <a:pt x="1467" y="465"/>
                  </a:cubicBezTo>
                  <a:close/>
                  <a:moveTo>
                    <a:pt x="1466" y="1"/>
                  </a:moveTo>
                  <a:cubicBezTo>
                    <a:pt x="1277" y="1"/>
                    <a:pt x="1086" y="38"/>
                    <a:pt x="904" y="113"/>
                  </a:cubicBezTo>
                  <a:cubicBezTo>
                    <a:pt x="355" y="342"/>
                    <a:pt x="0" y="877"/>
                    <a:pt x="0" y="1472"/>
                  </a:cubicBezTo>
                  <a:cubicBezTo>
                    <a:pt x="0" y="2281"/>
                    <a:pt x="655" y="2939"/>
                    <a:pt x="1467" y="2939"/>
                  </a:cubicBezTo>
                  <a:cubicBezTo>
                    <a:pt x="2062" y="2939"/>
                    <a:pt x="2597" y="2580"/>
                    <a:pt x="2822" y="2031"/>
                  </a:cubicBezTo>
                  <a:cubicBezTo>
                    <a:pt x="3051" y="1482"/>
                    <a:pt x="2924" y="852"/>
                    <a:pt x="2505" y="434"/>
                  </a:cubicBezTo>
                  <a:cubicBezTo>
                    <a:pt x="2225" y="151"/>
                    <a:pt x="1849" y="1"/>
                    <a:pt x="1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4" name="Google Shape;23044;p91"/>
            <p:cNvSpPr/>
            <p:nvPr/>
          </p:nvSpPr>
          <p:spPr>
            <a:xfrm>
              <a:off x="7913775" y="3354795"/>
              <a:ext cx="423285" cy="382422"/>
            </a:xfrm>
            <a:custGeom>
              <a:rect b="b" l="l" r="r" t="t"/>
              <a:pathLst>
                <a:path extrusionOk="0" h="14693" w="16263">
                  <a:moveTo>
                    <a:pt x="11836" y="470"/>
                  </a:moveTo>
                  <a:cubicBezTo>
                    <a:pt x="13244" y="470"/>
                    <a:pt x="14384" y="1610"/>
                    <a:pt x="14387" y="3021"/>
                  </a:cubicBezTo>
                  <a:cubicBezTo>
                    <a:pt x="14387" y="4122"/>
                    <a:pt x="12677" y="6139"/>
                    <a:pt x="11836" y="7018"/>
                  </a:cubicBezTo>
                  <a:cubicBezTo>
                    <a:pt x="10995" y="6139"/>
                    <a:pt x="9285" y="4122"/>
                    <a:pt x="9285" y="3021"/>
                  </a:cubicBezTo>
                  <a:cubicBezTo>
                    <a:pt x="9285" y="1610"/>
                    <a:pt x="10429" y="470"/>
                    <a:pt x="11836" y="470"/>
                  </a:cubicBezTo>
                  <a:close/>
                  <a:moveTo>
                    <a:pt x="8162" y="470"/>
                  </a:moveTo>
                  <a:cubicBezTo>
                    <a:pt x="8751" y="470"/>
                    <a:pt x="9340" y="551"/>
                    <a:pt x="9908" y="703"/>
                  </a:cubicBezTo>
                  <a:cubicBezTo>
                    <a:pt x="9219" y="1273"/>
                    <a:pt x="8821" y="2124"/>
                    <a:pt x="8821" y="3021"/>
                  </a:cubicBezTo>
                  <a:cubicBezTo>
                    <a:pt x="8821" y="3289"/>
                    <a:pt x="8895" y="3588"/>
                    <a:pt x="9021" y="3901"/>
                  </a:cubicBezTo>
                  <a:lnTo>
                    <a:pt x="1478" y="9122"/>
                  </a:lnTo>
                  <a:cubicBezTo>
                    <a:pt x="1323" y="8545"/>
                    <a:pt x="1242" y="7947"/>
                    <a:pt x="1246" y="7349"/>
                  </a:cubicBezTo>
                  <a:cubicBezTo>
                    <a:pt x="1246" y="3556"/>
                    <a:pt x="4331" y="470"/>
                    <a:pt x="8124" y="470"/>
                  </a:cubicBezTo>
                  <a:cubicBezTo>
                    <a:pt x="8137" y="470"/>
                    <a:pt x="8149" y="470"/>
                    <a:pt x="8162" y="470"/>
                  </a:cubicBezTo>
                  <a:close/>
                  <a:moveTo>
                    <a:pt x="14373" y="4471"/>
                  </a:moveTo>
                  <a:cubicBezTo>
                    <a:pt x="15777" y="7525"/>
                    <a:pt x="14771" y="11149"/>
                    <a:pt x="11988" y="13038"/>
                  </a:cubicBezTo>
                  <a:lnTo>
                    <a:pt x="7804" y="7060"/>
                  </a:lnTo>
                  <a:lnTo>
                    <a:pt x="9950" y="5491"/>
                  </a:lnTo>
                  <a:cubicBezTo>
                    <a:pt x="10475" y="6205"/>
                    <a:pt x="11052" y="6881"/>
                    <a:pt x="11671" y="7511"/>
                  </a:cubicBezTo>
                  <a:cubicBezTo>
                    <a:pt x="11717" y="7556"/>
                    <a:pt x="11776" y="7579"/>
                    <a:pt x="11835" y="7579"/>
                  </a:cubicBezTo>
                  <a:cubicBezTo>
                    <a:pt x="11893" y="7579"/>
                    <a:pt x="11952" y="7556"/>
                    <a:pt x="11998" y="7511"/>
                  </a:cubicBezTo>
                  <a:cubicBezTo>
                    <a:pt x="12086" y="7423"/>
                    <a:pt x="13585" y="5910"/>
                    <a:pt x="14373" y="4471"/>
                  </a:cubicBezTo>
                  <a:close/>
                  <a:moveTo>
                    <a:pt x="7431" y="7335"/>
                  </a:moveTo>
                  <a:lnTo>
                    <a:pt x="11597" y="13288"/>
                  </a:lnTo>
                  <a:cubicBezTo>
                    <a:pt x="11280" y="13471"/>
                    <a:pt x="10953" y="13629"/>
                    <a:pt x="10612" y="13763"/>
                  </a:cubicBezTo>
                  <a:lnTo>
                    <a:pt x="10608" y="13763"/>
                  </a:lnTo>
                  <a:lnTo>
                    <a:pt x="6555" y="7972"/>
                  </a:lnTo>
                  <a:lnTo>
                    <a:pt x="7431" y="7335"/>
                  </a:lnTo>
                  <a:close/>
                  <a:moveTo>
                    <a:pt x="9219" y="4327"/>
                  </a:moveTo>
                  <a:cubicBezTo>
                    <a:pt x="9359" y="4597"/>
                    <a:pt x="9514" y="4858"/>
                    <a:pt x="9686" y="5111"/>
                  </a:cubicBezTo>
                  <a:lnTo>
                    <a:pt x="4979" y="8552"/>
                  </a:lnTo>
                  <a:cubicBezTo>
                    <a:pt x="4866" y="8633"/>
                    <a:pt x="4852" y="8798"/>
                    <a:pt x="4954" y="8901"/>
                  </a:cubicBezTo>
                  <a:lnTo>
                    <a:pt x="4958" y="8904"/>
                  </a:lnTo>
                  <a:cubicBezTo>
                    <a:pt x="5001" y="8947"/>
                    <a:pt x="5059" y="8969"/>
                    <a:pt x="5117" y="8969"/>
                  </a:cubicBezTo>
                  <a:cubicBezTo>
                    <a:pt x="5165" y="8969"/>
                    <a:pt x="5212" y="8955"/>
                    <a:pt x="5253" y="8925"/>
                  </a:cubicBezTo>
                  <a:lnTo>
                    <a:pt x="6182" y="8246"/>
                  </a:lnTo>
                  <a:lnTo>
                    <a:pt x="10154" y="13921"/>
                  </a:lnTo>
                  <a:cubicBezTo>
                    <a:pt x="9496" y="14125"/>
                    <a:pt x="8814" y="14227"/>
                    <a:pt x="8124" y="14227"/>
                  </a:cubicBezTo>
                  <a:cubicBezTo>
                    <a:pt x="5781" y="14227"/>
                    <a:pt x="3596" y="13035"/>
                    <a:pt x="2333" y="11061"/>
                  </a:cubicBezTo>
                  <a:lnTo>
                    <a:pt x="4335" y="9597"/>
                  </a:lnTo>
                  <a:cubicBezTo>
                    <a:pt x="4447" y="9513"/>
                    <a:pt x="4462" y="9347"/>
                    <a:pt x="4360" y="9249"/>
                  </a:cubicBezTo>
                  <a:lnTo>
                    <a:pt x="4356" y="9245"/>
                  </a:lnTo>
                  <a:cubicBezTo>
                    <a:pt x="4314" y="9201"/>
                    <a:pt x="4256" y="9179"/>
                    <a:pt x="4198" y="9179"/>
                  </a:cubicBezTo>
                  <a:cubicBezTo>
                    <a:pt x="4150" y="9179"/>
                    <a:pt x="4102" y="9194"/>
                    <a:pt x="4060" y="9224"/>
                  </a:cubicBezTo>
                  <a:lnTo>
                    <a:pt x="2094" y="10660"/>
                  </a:lnTo>
                  <a:cubicBezTo>
                    <a:pt x="1907" y="10315"/>
                    <a:pt x="1745" y="9960"/>
                    <a:pt x="1619" y="9590"/>
                  </a:cubicBezTo>
                  <a:lnTo>
                    <a:pt x="9219" y="4327"/>
                  </a:lnTo>
                  <a:close/>
                  <a:moveTo>
                    <a:pt x="8127" y="1"/>
                  </a:moveTo>
                  <a:cubicBezTo>
                    <a:pt x="5522" y="1"/>
                    <a:pt x="3038" y="1391"/>
                    <a:pt x="1714" y="3767"/>
                  </a:cubicBezTo>
                  <a:cubicBezTo>
                    <a:pt x="0" y="6835"/>
                    <a:pt x="700" y="10684"/>
                    <a:pt x="3381" y="12954"/>
                  </a:cubicBezTo>
                  <a:cubicBezTo>
                    <a:pt x="4751" y="14111"/>
                    <a:pt x="6438" y="14692"/>
                    <a:pt x="8127" y="14692"/>
                  </a:cubicBezTo>
                  <a:cubicBezTo>
                    <a:pt x="9750" y="14692"/>
                    <a:pt x="11373" y="14156"/>
                    <a:pt x="12716" y="13080"/>
                  </a:cubicBezTo>
                  <a:cubicBezTo>
                    <a:pt x="15460" y="10885"/>
                    <a:pt x="16263" y="7053"/>
                    <a:pt x="14633" y="3943"/>
                  </a:cubicBezTo>
                  <a:cubicBezTo>
                    <a:pt x="14767" y="3616"/>
                    <a:pt x="14852" y="3299"/>
                    <a:pt x="14852" y="3021"/>
                  </a:cubicBezTo>
                  <a:cubicBezTo>
                    <a:pt x="14852" y="1959"/>
                    <a:pt x="14296" y="973"/>
                    <a:pt x="13384" y="432"/>
                  </a:cubicBezTo>
                  <a:cubicBezTo>
                    <a:pt x="12909" y="147"/>
                    <a:pt x="12373" y="4"/>
                    <a:pt x="11837" y="4"/>
                  </a:cubicBezTo>
                  <a:cubicBezTo>
                    <a:pt x="11345" y="4"/>
                    <a:pt x="10854" y="124"/>
                    <a:pt x="10408" y="365"/>
                  </a:cubicBezTo>
                  <a:cubicBezTo>
                    <a:pt x="9654" y="119"/>
                    <a:pt x="8886" y="1"/>
                    <a:pt x="8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45" name="Google Shape;23045;p91"/>
          <p:cNvGrpSpPr/>
          <p:nvPr/>
        </p:nvGrpSpPr>
        <p:grpSpPr>
          <a:xfrm>
            <a:off x="7499365" y="1534536"/>
            <a:ext cx="354807" cy="338357"/>
            <a:chOff x="7499365" y="1534536"/>
            <a:chExt cx="354807" cy="338357"/>
          </a:xfrm>
        </p:grpSpPr>
        <p:sp>
          <p:nvSpPr>
            <p:cNvPr id="23046" name="Google Shape;23046;p91"/>
            <p:cNvSpPr/>
            <p:nvPr/>
          </p:nvSpPr>
          <p:spPr>
            <a:xfrm>
              <a:off x="7560191" y="1548044"/>
              <a:ext cx="180891" cy="319722"/>
            </a:xfrm>
            <a:custGeom>
              <a:rect b="b" l="l" r="r" t="t"/>
              <a:pathLst>
                <a:path extrusionOk="0" h="12284" w="6950">
                  <a:moveTo>
                    <a:pt x="676" y="0"/>
                  </a:moveTo>
                  <a:cubicBezTo>
                    <a:pt x="306" y="0"/>
                    <a:pt x="4" y="303"/>
                    <a:pt x="0" y="676"/>
                  </a:cubicBezTo>
                  <a:lnTo>
                    <a:pt x="0" y="11604"/>
                  </a:lnTo>
                  <a:cubicBezTo>
                    <a:pt x="4" y="11977"/>
                    <a:pt x="303" y="12280"/>
                    <a:pt x="676" y="12283"/>
                  </a:cubicBezTo>
                  <a:lnTo>
                    <a:pt x="6274" y="12283"/>
                  </a:lnTo>
                  <a:cubicBezTo>
                    <a:pt x="6643" y="12280"/>
                    <a:pt x="6946" y="11977"/>
                    <a:pt x="6949" y="11604"/>
                  </a:cubicBezTo>
                  <a:lnTo>
                    <a:pt x="6949" y="676"/>
                  </a:lnTo>
                  <a:cubicBezTo>
                    <a:pt x="6946" y="303"/>
                    <a:pt x="6643" y="0"/>
                    <a:pt x="627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7" name="Google Shape;23047;p91"/>
            <p:cNvSpPr/>
            <p:nvPr/>
          </p:nvSpPr>
          <p:spPr>
            <a:xfrm>
              <a:off x="7706440" y="1548044"/>
              <a:ext cx="34643" cy="319722"/>
            </a:xfrm>
            <a:custGeom>
              <a:rect b="b" l="l" r="r" t="t"/>
              <a:pathLst>
                <a:path extrusionOk="0" h="12284" w="1331">
                  <a:moveTo>
                    <a:pt x="0" y="0"/>
                  </a:moveTo>
                  <a:cubicBezTo>
                    <a:pt x="373" y="0"/>
                    <a:pt x="676" y="303"/>
                    <a:pt x="679" y="676"/>
                  </a:cubicBezTo>
                  <a:lnTo>
                    <a:pt x="679" y="11604"/>
                  </a:lnTo>
                  <a:cubicBezTo>
                    <a:pt x="676" y="11977"/>
                    <a:pt x="373" y="12280"/>
                    <a:pt x="0" y="12283"/>
                  </a:cubicBezTo>
                  <a:lnTo>
                    <a:pt x="655" y="12283"/>
                  </a:lnTo>
                  <a:cubicBezTo>
                    <a:pt x="1028" y="12280"/>
                    <a:pt x="1330" y="11977"/>
                    <a:pt x="1330" y="11604"/>
                  </a:cubicBezTo>
                  <a:lnTo>
                    <a:pt x="1330" y="676"/>
                  </a:lnTo>
                  <a:cubicBezTo>
                    <a:pt x="1330" y="303"/>
                    <a:pt x="1028" y="0"/>
                    <a:pt x="65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8" name="Google Shape;23048;p91"/>
            <p:cNvSpPr/>
            <p:nvPr/>
          </p:nvSpPr>
          <p:spPr>
            <a:xfrm>
              <a:off x="7560191" y="1822869"/>
              <a:ext cx="180891" cy="44897"/>
            </a:xfrm>
            <a:custGeom>
              <a:rect b="b" l="l" r="r" t="t"/>
              <a:pathLst>
                <a:path extrusionOk="0" h="1725" w="6950">
                  <a:moveTo>
                    <a:pt x="0" y="0"/>
                  </a:moveTo>
                  <a:lnTo>
                    <a:pt x="0" y="1045"/>
                  </a:lnTo>
                  <a:cubicBezTo>
                    <a:pt x="0" y="1418"/>
                    <a:pt x="303" y="1721"/>
                    <a:pt x="676" y="1724"/>
                  </a:cubicBezTo>
                  <a:lnTo>
                    <a:pt x="6270" y="1724"/>
                  </a:lnTo>
                  <a:cubicBezTo>
                    <a:pt x="6643" y="1721"/>
                    <a:pt x="6946" y="1418"/>
                    <a:pt x="6949" y="1045"/>
                  </a:cubicBezTo>
                  <a:lnTo>
                    <a:pt x="6949"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9" name="Google Shape;23049;p91"/>
            <p:cNvSpPr/>
            <p:nvPr/>
          </p:nvSpPr>
          <p:spPr>
            <a:xfrm>
              <a:off x="7706440" y="1822869"/>
              <a:ext cx="34643" cy="44897"/>
            </a:xfrm>
            <a:custGeom>
              <a:rect b="b" l="l" r="r" t="t"/>
              <a:pathLst>
                <a:path extrusionOk="0" h="1725" w="1331">
                  <a:moveTo>
                    <a:pt x="679" y="0"/>
                  </a:moveTo>
                  <a:lnTo>
                    <a:pt x="679" y="1045"/>
                  </a:lnTo>
                  <a:cubicBezTo>
                    <a:pt x="676" y="1418"/>
                    <a:pt x="373" y="1721"/>
                    <a:pt x="0" y="1724"/>
                  </a:cubicBezTo>
                  <a:lnTo>
                    <a:pt x="655" y="1724"/>
                  </a:lnTo>
                  <a:cubicBezTo>
                    <a:pt x="1028" y="1721"/>
                    <a:pt x="1327" y="1418"/>
                    <a:pt x="1330" y="1045"/>
                  </a:cubicBezTo>
                  <a:lnTo>
                    <a:pt x="1330"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0" name="Google Shape;23050;p91"/>
            <p:cNvSpPr/>
            <p:nvPr/>
          </p:nvSpPr>
          <p:spPr>
            <a:xfrm>
              <a:off x="7560191" y="1548044"/>
              <a:ext cx="180891" cy="44793"/>
            </a:xfrm>
            <a:custGeom>
              <a:rect b="b" l="l" r="r" t="t"/>
              <a:pathLst>
                <a:path extrusionOk="0" h="1721" w="6950">
                  <a:moveTo>
                    <a:pt x="676" y="0"/>
                  </a:moveTo>
                  <a:cubicBezTo>
                    <a:pt x="303" y="0"/>
                    <a:pt x="4" y="303"/>
                    <a:pt x="0" y="676"/>
                  </a:cubicBezTo>
                  <a:lnTo>
                    <a:pt x="0" y="1721"/>
                  </a:lnTo>
                  <a:lnTo>
                    <a:pt x="6949" y="1721"/>
                  </a:lnTo>
                  <a:lnTo>
                    <a:pt x="6949" y="676"/>
                  </a:lnTo>
                  <a:cubicBezTo>
                    <a:pt x="6946" y="303"/>
                    <a:pt x="6643" y="0"/>
                    <a:pt x="6274"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1" name="Google Shape;23051;p91"/>
            <p:cNvSpPr/>
            <p:nvPr/>
          </p:nvSpPr>
          <p:spPr>
            <a:xfrm>
              <a:off x="7706440" y="1548044"/>
              <a:ext cx="34643" cy="44793"/>
            </a:xfrm>
            <a:custGeom>
              <a:rect b="b" l="l" r="r" t="t"/>
              <a:pathLst>
                <a:path extrusionOk="0" h="1721" w="1331">
                  <a:moveTo>
                    <a:pt x="0" y="0"/>
                  </a:moveTo>
                  <a:cubicBezTo>
                    <a:pt x="373" y="0"/>
                    <a:pt x="676" y="303"/>
                    <a:pt x="679" y="676"/>
                  </a:cubicBezTo>
                  <a:lnTo>
                    <a:pt x="679" y="1721"/>
                  </a:lnTo>
                  <a:lnTo>
                    <a:pt x="1330" y="1721"/>
                  </a:lnTo>
                  <a:lnTo>
                    <a:pt x="1330" y="676"/>
                  </a:lnTo>
                  <a:cubicBezTo>
                    <a:pt x="1330" y="303"/>
                    <a:pt x="1028" y="0"/>
                    <a:pt x="655"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2" name="Google Shape;23052;p91"/>
            <p:cNvSpPr/>
            <p:nvPr/>
          </p:nvSpPr>
          <p:spPr>
            <a:xfrm>
              <a:off x="7649830" y="1644008"/>
              <a:ext cx="199214" cy="127222"/>
            </a:xfrm>
            <a:custGeom>
              <a:rect b="b" l="l" r="r" t="t"/>
              <a:pathLst>
                <a:path extrusionOk="0" h="4888" w="7654">
                  <a:moveTo>
                    <a:pt x="233" y="1"/>
                  </a:moveTo>
                  <a:cubicBezTo>
                    <a:pt x="103" y="1"/>
                    <a:pt x="1" y="106"/>
                    <a:pt x="1" y="236"/>
                  </a:cubicBezTo>
                  <a:lnTo>
                    <a:pt x="1" y="4652"/>
                  </a:lnTo>
                  <a:cubicBezTo>
                    <a:pt x="1" y="4782"/>
                    <a:pt x="103" y="4888"/>
                    <a:pt x="233" y="4888"/>
                  </a:cubicBezTo>
                  <a:lnTo>
                    <a:pt x="7418" y="4888"/>
                  </a:lnTo>
                  <a:cubicBezTo>
                    <a:pt x="7548" y="4884"/>
                    <a:pt x="7654" y="4782"/>
                    <a:pt x="7654" y="4652"/>
                  </a:cubicBezTo>
                  <a:lnTo>
                    <a:pt x="7654" y="236"/>
                  </a:lnTo>
                  <a:cubicBezTo>
                    <a:pt x="7654" y="106"/>
                    <a:pt x="7548" y="1"/>
                    <a:pt x="74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3" name="Google Shape;23053;p91"/>
            <p:cNvSpPr/>
            <p:nvPr/>
          </p:nvSpPr>
          <p:spPr>
            <a:xfrm>
              <a:off x="7826583" y="1644008"/>
              <a:ext cx="22462" cy="127222"/>
            </a:xfrm>
            <a:custGeom>
              <a:rect b="b" l="l" r="r" t="t"/>
              <a:pathLst>
                <a:path extrusionOk="0" h="4888" w="863">
                  <a:moveTo>
                    <a:pt x="1" y="1"/>
                  </a:moveTo>
                  <a:cubicBezTo>
                    <a:pt x="131" y="1"/>
                    <a:pt x="236" y="106"/>
                    <a:pt x="236" y="236"/>
                  </a:cubicBezTo>
                  <a:lnTo>
                    <a:pt x="236" y="4652"/>
                  </a:lnTo>
                  <a:cubicBezTo>
                    <a:pt x="236" y="4782"/>
                    <a:pt x="131" y="4888"/>
                    <a:pt x="1" y="4888"/>
                  </a:cubicBezTo>
                  <a:lnTo>
                    <a:pt x="627" y="4888"/>
                  </a:lnTo>
                  <a:cubicBezTo>
                    <a:pt x="757" y="4888"/>
                    <a:pt x="863" y="4782"/>
                    <a:pt x="863" y="4652"/>
                  </a:cubicBezTo>
                  <a:lnTo>
                    <a:pt x="863" y="236"/>
                  </a:lnTo>
                  <a:cubicBezTo>
                    <a:pt x="863" y="106"/>
                    <a:pt x="757" y="1"/>
                    <a:pt x="62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4" name="Google Shape;23054;p91"/>
            <p:cNvSpPr/>
            <p:nvPr/>
          </p:nvSpPr>
          <p:spPr>
            <a:xfrm>
              <a:off x="7758183" y="1666912"/>
              <a:ext cx="44429" cy="38130"/>
            </a:xfrm>
            <a:custGeom>
              <a:rect b="b" l="l" r="r" t="t"/>
              <a:pathLst>
                <a:path extrusionOk="0" h="1465" w="1707">
                  <a:moveTo>
                    <a:pt x="978" y="0"/>
                  </a:moveTo>
                  <a:cubicBezTo>
                    <a:pt x="324" y="0"/>
                    <a:pt x="0" y="788"/>
                    <a:pt x="458" y="1249"/>
                  </a:cubicBezTo>
                  <a:cubicBezTo>
                    <a:pt x="607" y="1398"/>
                    <a:pt x="790" y="1465"/>
                    <a:pt x="969" y="1465"/>
                  </a:cubicBezTo>
                  <a:cubicBezTo>
                    <a:pt x="1346" y="1465"/>
                    <a:pt x="1707" y="1173"/>
                    <a:pt x="1707" y="732"/>
                  </a:cubicBezTo>
                  <a:cubicBezTo>
                    <a:pt x="1707" y="327"/>
                    <a:pt x="1379" y="0"/>
                    <a:pt x="978"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5" name="Google Shape;23055;p91"/>
            <p:cNvSpPr/>
            <p:nvPr/>
          </p:nvSpPr>
          <p:spPr>
            <a:xfrm>
              <a:off x="7783273" y="1666912"/>
              <a:ext cx="44429" cy="38104"/>
            </a:xfrm>
            <a:custGeom>
              <a:rect b="b" l="l" r="r" t="t"/>
              <a:pathLst>
                <a:path extrusionOk="0" h="1464" w="1707">
                  <a:moveTo>
                    <a:pt x="975" y="0"/>
                  </a:moveTo>
                  <a:cubicBezTo>
                    <a:pt x="324" y="0"/>
                    <a:pt x="0" y="788"/>
                    <a:pt x="461" y="1249"/>
                  </a:cubicBezTo>
                  <a:cubicBezTo>
                    <a:pt x="609" y="1397"/>
                    <a:pt x="791" y="1463"/>
                    <a:pt x="970" y="1463"/>
                  </a:cubicBezTo>
                  <a:cubicBezTo>
                    <a:pt x="1346" y="1463"/>
                    <a:pt x="1707" y="1173"/>
                    <a:pt x="1707" y="732"/>
                  </a:cubicBezTo>
                  <a:cubicBezTo>
                    <a:pt x="1707" y="327"/>
                    <a:pt x="1380" y="0"/>
                    <a:pt x="975"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6" name="Google Shape;23056;p91"/>
            <p:cNvSpPr/>
            <p:nvPr/>
          </p:nvSpPr>
          <p:spPr>
            <a:xfrm>
              <a:off x="7673567" y="1668265"/>
              <a:ext cx="56896" cy="35397"/>
            </a:xfrm>
            <a:custGeom>
              <a:rect b="b" l="l" r="r" t="t"/>
              <a:pathLst>
                <a:path extrusionOk="0" h="1360" w="2186">
                  <a:moveTo>
                    <a:pt x="236" y="1"/>
                  </a:moveTo>
                  <a:cubicBezTo>
                    <a:pt x="106" y="1"/>
                    <a:pt x="0" y="106"/>
                    <a:pt x="0" y="237"/>
                  </a:cubicBezTo>
                  <a:lnTo>
                    <a:pt x="0" y="1123"/>
                  </a:lnTo>
                  <a:cubicBezTo>
                    <a:pt x="0" y="1253"/>
                    <a:pt x="106" y="1359"/>
                    <a:pt x="236" y="1359"/>
                  </a:cubicBezTo>
                  <a:lnTo>
                    <a:pt x="1953" y="1359"/>
                  </a:lnTo>
                  <a:cubicBezTo>
                    <a:pt x="2080" y="1359"/>
                    <a:pt x="2185" y="1253"/>
                    <a:pt x="2185" y="1123"/>
                  </a:cubicBezTo>
                  <a:lnTo>
                    <a:pt x="2185" y="237"/>
                  </a:lnTo>
                  <a:cubicBezTo>
                    <a:pt x="2185" y="106"/>
                    <a:pt x="2080" y="1"/>
                    <a:pt x="1953"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7" name="Google Shape;23057;p91"/>
            <p:cNvSpPr/>
            <p:nvPr/>
          </p:nvSpPr>
          <p:spPr>
            <a:xfrm>
              <a:off x="7670262" y="1724042"/>
              <a:ext cx="160277" cy="19911"/>
            </a:xfrm>
            <a:custGeom>
              <a:rect b="b" l="l" r="r" t="t"/>
              <a:pathLst>
                <a:path extrusionOk="0" h="765" w="6158">
                  <a:moveTo>
                    <a:pt x="236" y="1"/>
                  </a:moveTo>
                  <a:cubicBezTo>
                    <a:pt x="106" y="1"/>
                    <a:pt x="0" y="106"/>
                    <a:pt x="0" y="236"/>
                  </a:cubicBezTo>
                  <a:lnTo>
                    <a:pt x="0" y="528"/>
                  </a:lnTo>
                  <a:cubicBezTo>
                    <a:pt x="0" y="659"/>
                    <a:pt x="106" y="764"/>
                    <a:pt x="236" y="764"/>
                  </a:cubicBezTo>
                  <a:lnTo>
                    <a:pt x="5922" y="764"/>
                  </a:lnTo>
                  <a:cubicBezTo>
                    <a:pt x="6052" y="764"/>
                    <a:pt x="6158" y="659"/>
                    <a:pt x="6158" y="528"/>
                  </a:cubicBezTo>
                  <a:lnTo>
                    <a:pt x="6158" y="236"/>
                  </a:lnTo>
                  <a:cubicBezTo>
                    <a:pt x="6158" y="106"/>
                    <a:pt x="6052" y="1"/>
                    <a:pt x="5922"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8" name="Google Shape;23058;p91"/>
            <p:cNvSpPr/>
            <p:nvPr/>
          </p:nvSpPr>
          <p:spPr>
            <a:xfrm>
              <a:off x="7508709" y="1539507"/>
              <a:ext cx="93178" cy="89665"/>
            </a:xfrm>
            <a:custGeom>
              <a:rect b="b" l="l" r="r" t="t"/>
              <a:pathLst>
                <a:path extrusionOk="0" h="3445" w="3580">
                  <a:moveTo>
                    <a:pt x="1859" y="1"/>
                  </a:moveTo>
                  <a:cubicBezTo>
                    <a:pt x="1162" y="1"/>
                    <a:pt x="536" y="420"/>
                    <a:pt x="268" y="1064"/>
                  </a:cubicBezTo>
                  <a:cubicBezTo>
                    <a:pt x="1" y="1707"/>
                    <a:pt x="149" y="2446"/>
                    <a:pt x="641" y="2939"/>
                  </a:cubicBezTo>
                  <a:cubicBezTo>
                    <a:pt x="972" y="3269"/>
                    <a:pt x="1413" y="3445"/>
                    <a:pt x="1862" y="3445"/>
                  </a:cubicBezTo>
                  <a:cubicBezTo>
                    <a:pt x="2082" y="3445"/>
                    <a:pt x="2305" y="3402"/>
                    <a:pt x="2517" y="3315"/>
                  </a:cubicBezTo>
                  <a:cubicBezTo>
                    <a:pt x="3160" y="3048"/>
                    <a:pt x="3579" y="2418"/>
                    <a:pt x="3579" y="1725"/>
                  </a:cubicBezTo>
                  <a:cubicBezTo>
                    <a:pt x="3579" y="772"/>
                    <a:pt x="2809" y="1"/>
                    <a:pt x="185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9" name="Google Shape;23059;p91"/>
            <p:cNvSpPr/>
            <p:nvPr/>
          </p:nvSpPr>
          <p:spPr>
            <a:xfrm>
              <a:off x="7548557" y="1539507"/>
              <a:ext cx="55621" cy="89665"/>
            </a:xfrm>
            <a:custGeom>
              <a:rect b="b" l="l" r="r" t="t"/>
              <a:pathLst>
                <a:path extrusionOk="0" h="3445" w="2137">
                  <a:moveTo>
                    <a:pt x="328" y="1"/>
                  </a:moveTo>
                  <a:cubicBezTo>
                    <a:pt x="219" y="1"/>
                    <a:pt x="109" y="12"/>
                    <a:pt x="0" y="33"/>
                  </a:cubicBezTo>
                  <a:cubicBezTo>
                    <a:pt x="810" y="191"/>
                    <a:pt x="1397" y="898"/>
                    <a:pt x="1397" y="1725"/>
                  </a:cubicBezTo>
                  <a:cubicBezTo>
                    <a:pt x="1397" y="2548"/>
                    <a:pt x="810" y="3259"/>
                    <a:pt x="0" y="3414"/>
                  </a:cubicBezTo>
                  <a:cubicBezTo>
                    <a:pt x="110" y="3435"/>
                    <a:pt x="219" y="3445"/>
                    <a:pt x="326" y="3445"/>
                  </a:cubicBezTo>
                  <a:cubicBezTo>
                    <a:pt x="1194" y="3445"/>
                    <a:pt x="1953" y="2786"/>
                    <a:pt x="2038" y="1887"/>
                  </a:cubicBezTo>
                  <a:cubicBezTo>
                    <a:pt x="2136" y="877"/>
                    <a:pt x="1341" y="4"/>
                    <a:pt x="32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0" name="Google Shape;23060;p91"/>
            <p:cNvSpPr/>
            <p:nvPr/>
          </p:nvSpPr>
          <p:spPr>
            <a:xfrm>
              <a:off x="7499365" y="1534536"/>
              <a:ext cx="354807" cy="338357"/>
            </a:xfrm>
            <a:custGeom>
              <a:rect b="b" l="l" r="r" t="t"/>
              <a:pathLst>
                <a:path extrusionOk="0" h="13000" w="13632">
                  <a:moveTo>
                    <a:pt x="8611" y="713"/>
                  </a:moveTo>
                  <a:cubicBezTo>
                    <a:pt x="8875" y="713"/>
                    <a:pt x="9089" y="927"/>
                    <a:pt x="9089" y="1191"/>
                  </a:cubicBezTo>
                  <a:lnTo>
                    <a:pt x="9089" y="2043"/>
                  </a:lnTo>
                  <a:lnTo>
                    <a:pt x="4132" y="2043"/>
                  </a:lnTo>
                  <a:cubicBezTo>
                    <a:pt x="4132" y="1997"/>
                    <a:pt x="4135" y="1955"/>
                    <a:pt x="4135" y="1913"/>
                  </a:cubicBezTo>
                  <a:cubicBezTo>
                    <a:pt x="4135" y="1476"/>
                    <a:pt x="3984" y="1054"/>
                    <a:pt x="3709" y="713"/>
                  </a:cubicBezTo>
                  <a:close/>
                  <a:moveTo>
                    <a:pt x="2218" y="389"/>
                  </a:moveTo>
                  <a:cubicBezTo>
                    <a:pt x="2415" y="389"/>
                    <a:pt x="2613" y="427"/>
                    <a:pt x="2802" y="505"/>
                  </a:cubicBezTo>
                  <a:cubicBezTo>
                    <a:pt x="3372" y="741"/>
                    <a:pt x="3745" y="1297"/>
                    <a:pt x="3745" y="1913"/>
                  </a:cubicBezTo>
                  <a:cubicBezTo>
                    <a:pt x="3741" y="2757"/>
                    <a:pt x="3059" y="3440"/>
                    <a:pt x="2218" y="3440"/>
                  </a:cubicBezTo>
                  <a:cubicBezTo>
                    <a:pt x="1602" y="3440"/>
                    <a:pt x="1046" y="3067"/>
                    <a:pt x="810" y="2497"/>
                  </a:cubicBezTo>
                  <a:cubicBezTo>
                    <a:pt x="571" y="1927"/>
                    <a:pt x="705" y="1272"/>
                    <a:pt x="1137" y="836"/>
                  </a:cubicBezTo>
                  <a:cubicBezTo>
                    <a:pt x="1429" y="544"/>
                    <a:pt x="1820" y="389"/>
                    <a:pt x="2218" y="389"/>
                  </a:cubicBezTo>
                  <a:close/>
                  <a:moveTo>
                    <a:pt x="9086" y="11275"/>
                  </a:moveTo>
                  <a:lnTo>
                    <a:pt x="9086" y="12123"/>
                  </a:lnTo>
                  <a:cubicBezTo>
                    <a:pt x="9086" y="12390"/>
                    <a:pt x="8871" y="12605"/>
                    <a:pt x="8607" y="12605"/>
                  </a:cubicBezTo>
                  <a:lnTo>
                    <a:pt x="3013" y="12605"/>
                  </a:lnTo>
                  <a:cubicBezTo>
                    <a:pt x="2749" y="12602"/>
                    <a:pt x="2534" y="12387"/>
                    <a:pt x="2534" y="12123"/>
                  </a:cubicBezTo>
                  <a:lnTo>
                    <a:pt x="2534" y="11275"/>
                  </a:lnTo>
                  <a:close/>
                  <a:moveTo>
                    <a:pt x="2221" y="0"/>
                  </a:moveTo>
                  <a:cubicBezTo>
                    <a:pt x="1428" y="0"/>
                    <a:pt x="665" y="494"/>
                    <a:pt x="395" y="1325"/>
                  </a:cubicBezTo>
                  <a:cubicBezTo>
                    <a:pt x="1" y="2532"/>
                    <a:pt x="870" y="3781"/>
                    <a:pt x="2140" y="3834"/>
                  </a:cubicBezTo>
                  <a:lnTo>
                    <a:pt x="2140" y="5660"/>
                  </a:lnTo>
                  <a:cubicBezTo>
                    <a:pt x="2140" y="5790"/>
                    <a:pt x="2238" y="5855"/>
                    <a:pt x="2335" y="5855"/>
                  </a:cubicBezTo>
                  <a:cubicBezTo>
                    <a:pt x="2433" y="5855"/>
                    <a:pt x="2531" y="5790"/>
                    <a:pt x="2531" y="5660"/>
                  </a:cubicBezTo>
                  <a:lnTo>
                    <a:pt x="2531" y="3805"/>
                  </a:lnTo>
                  <a:cubicBezTo>
                    <a:pt x="3263" y="3682"/>
                    <a:pt x="3857" y="3147"/>
                    <a:pt x="4061" y="2437"/>
                  </a:cubicBezTo>
                  <a:lnTo>
                    <a:pt x="9089" y="2437"/>
                  </a:lnTo>
                  <a:lnTo>
                    <a:pt x="9089" y="4010"/>
                  </a:lnTo>
                  <a:lnTo>
                    <a:pt x="5975" y="4010"/>
                  </a:lnTo>
                  <a:lnTo>
                    <a:pt x="5975" y="3337"/>
                  </a:lnTo>
                  <a:lnTo>
                    <a:pt x="5585" y="3337"/>
                  </a:lnTo>
                  <a:lnTo>
                    <a:pt x="5585" y="9977"/>
                  </a:lnTo>
                  <a:lnTo>
                    <a:pt x="5975" y="9977"/>
                  </a:lnTo>
                  <a:lnTo>
                    <a:pt x="5975" y="9284"/>
                  </a:lnTo>
                  <a:lnTo>
                    <a:pt x="9089" y="9284"/>
                  </a:lnTo>
                  <a:lnTo>
                    <a:pt x="9089" y="10881"/>
                  </a:lnTo>
                  <a:lnTo>
                    <a:pt x="2534" y="10881"/>
                  </a:lnTo>
                  <a:lnTo>
                    <a:pt x="2534" y="6497"/>
                  </a:lnTo>
                  <a:cubicBezTo>
                    <a:pt x="2534" y="6367"/>
                    <a:pt x="2437" y="6302"/>
                    <a:pt x="2339" y="6302"/>
                  </a:cubicBezTo>
                  <a:cubicBezTo>
                    <a:pt x="2241" y="6302"/>
                    <a:pt x="2144" y="6367"/>
                    <a:pt x="2144" y="6497"/>
                  </a:cubicBezTo>
                  <a:lnTo>
                    <a:pt x="2144" y="12127"/>
                  </a:lnTo>
                  <a:cubicBezTo>
                    <a:pt x="2144" y="12609"/>
                    <a:pt x="2534" y="12996"/>
                    <a:pt x="3016" y="12999"/>
                  </a:cubicBezTo>
                  <a:lnTo>
                    <a:pt x="8611" y="12999"/>
                  </a:lnTo>
                  <a:cubicBezTo>
                    <a:pt x="9058" y="12996"/>
                    <a:pt x="9431" y="12658"/>
                    <a:pt x="9476" y="12215"/>
                  </a:cubicBezTo>
                  <a:cubicBezTo>
                    <a:pt x="9480" y="12186"/>
                    <a:pt x="9480" y="12155"/>
                    <a:pt x="9480" y="12127"/>
                  </a:cubicBezTo>
                  <a:lnTo>
                    <a:pt x="9480" y="9287"/>
                  </a:lnTo>
                  <a:lnTo>
                    <a:pt x="10665" y="9287"/>
                  </a:lnTo>
                  <a:cubicBezTo>
                    <a:pt x="10915" y="9277"/>
                    <a:pt x="10915" y="8907"/>
                    <a:pt x="10665" y="8897"/>
                  </a:cubicBezTo>
                  <a:lnTo>
                    <a:pt x="6014" y="8897"/>
                  </a:lnTo>
                  <a:cubicBezTo>
                    <a:pt x="5993" y="8897"/>
                    <a:pt x="5975" y="8879"/>
                    <a:pt x="5975" y="8858"/>
                  </a:cubicBezTo>
                  <a:lnTo>
                    <a:pt x="5975" y="4442"/>
                  </a:lnTo>
                  <a:cubicBezTo>
                    <a:pt x="5975" y="4421"/>
                    <a:pt x="5993" y="4404"/>
                    <a:pt x="6014" y="4404"/>
                  </a:cubicBezTo>
                  <a:lnTo>
                    <a:pt x="13199" y="4404"/>
                  </a:lnTo>
                  <a:cubicBezTo>
                    <a:pt x="13220" y="4404"/>
                    <a:pt x="13238" y="4421"/>
                    <a:pt x="13238" y="4442"/>
                  </a:cubicBezTo>
                  <a:lnTo>
                    <a:pt x="13238" y="8858"/>
                  </a:lnTo>
                  <a:cubicBezTo>
                    <a:pt x="13238" y="8879"/>
                    <a:pt x="13220" y="8897"/>
                    <a:pt x="13199" y="8897"/>
                  </a:cubicBezTo>
                  <a:lnTo>
                    <a:pt x="11524" y="8897"/>
                  </a:lnTo>
                  <a:cubicBezTo>
                    <a:pt x="11519" y="8896"/>
                    <a:pt x="11515" y="8896"/>
                    <a:pt x="11511" y="8896"/>
                  </a:cubicBezTo>
                  <a:cubicBezTo>
                    <a:pt x="11254" y="8896"/>
                    <a:pt x="11254" y="9288"/>
                    <a:pt x="11511" y="9288"/>
                  </a:cubicBezTo>
                  <a:cubicBezTo>
                    <a:pt x="11515" y="9288"/>
                    <a:pt x="11519" y="9287"/>
                    <a:pt x="11524" y="9287"/>
                  </a:cubicBezTo>
                  <a:lnTo>
                    <a:pt x="13199" y="9287"/>
                  </a:lnTo>
                  <a:cubicBezTo>
                    <a:pt x="13438" y="9287"/>
                    <a:pt x="13628" y="9094"/>
                    <a:pt x="13632" y="8858"/>
                  </a:cubicBezTo>
                  <a:lnTo>
                    <a:pt x="13632" y="4442"/>
                  </a:lnTo>
                  <a:cubicBezTo>
                    <a:pt x="13628" y="4203"/>
                    <a:pt x="13438" y="4010"/>
                    <a:pt x="13199" y="4010"/>
                  </a:cubicBezTo>
                  <a:lnTo>
                    <a:pt x="9480" y="4010"/>
                  </a:lnTo>
                  <a:lnTo>
                    <a:pt x="9480" y="1195"/>
                  </a:lnTo>
                  <a:cubicBezTo>
                    <a:pt x="9480" y="1167"/>
                    <a:pt x="9480" y="1138"/>
                    <a:pt x="9476" y="1107"/>
                  </a:cubicBezTo>
                  <a:cubicBezTo>
                    <a:pt x="9431" y="663"/>
                    <a:pt x="9058" y="326"/>
                    <a:pt x="8611" y="326"/>
                  </a:cubicBezTo>
                  <a:lnTo>
                    <a:pt x="3284" y="326"/>
                  </a:lnTo>
                  <a:cubicBezTo>
                    <a:pt x="2952" y="104"/>
                    <a:pt x="2583" y="0"/>
                    <a:pt x="2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1" name="Google Shape;23061;p91"/>
            <p:cNvSpPr/>
            <p:nvPr/>
          </p:nvSpPr>
          <p:spPr>
            <a:xfrm>
              <a:off x="7758000" y="1661863"/>
              <a:ext cx="64678" cy="48281"/>
            </a:xfrm>
            <a:custGeom>
              <a:rect b="b" l="l" r="r" t="t"/>
              <a:pathLst>
                <a:path extrusionOk="0" h="1855" w="2485">
                  <a:moveTo>
                    <a:pt x="985" y="391"/>
                  </a:moveTo>
                  <a:cubicBezTo>
                    <a:pt x="1049" y="391"/>
                    <a:pt x="1108" y="402"/>
                    <a:pt x="1168" y="423"/>
                  </a:cubicBezTo>
                  <a:cubicBezTo>
                    <a:pt x="971" y="729"/>
                    <a:pt x="971" y="1123"/>
                    <a:pt x="1168" y="1429"/>
                  </a:cubicBezTo>
                  <a:cubicBezTo>
                    <a:pt x="1107" y="1451"/>
                    <a:pt x="1045" y="1462"/>
                    <a:pt x="984" y="1462"/>
                  </a:cubicBezTo>
                  <a:cubicBezTo>
                    <a:pt x="700" y="1462"/>
                    <a:pt x="447" y="1233"/>
                    <a:pt x="447" y="926"/>
                  </a:cubicBezTo>
                  <a:cubicBezTo>
                    <a:pt x="447" y="630"/>
                    <a:pt x="686" y="391"/>
                    <a:pt x="985" y="391"/>
                  </a:cubicBezTo>
                  <a:close/>
                  <a:moveTo>
                    <a:pt x="983" y="1"/>
                  </a:moveTo>
                  <a:cubicBezTo>
                    <a:pt x="899" y="1"/>
                    <a:pt x="815" y="12"/>
                    <a:pt x="732" y="36"/>
                  </a:cubicBezTo>
                  <a:cubicBezTo>
                    <a:pt x="285" y="159"/>
                    <a:pt x="0" y="595"/>
                    <a:pt x="63" y="1053"/>
                  </a:cubicBezTo>
                  <a:cubicBezTo>
                    <a:pt x="127" y="1510"/>
                    <a:pt x="517" y="1851"/>
                    <a:pt x="982" y="1855"/>
                  </a:cubicBezTo>
                  <a:cubicBezTo>
                    <a:pt x="1151" y="1855"/>
                    <a:pt x="1320" y="1806"/>
                    <a:pt x="1464" y="1718"/>
                  </a:cubicBezTo>
                  <a:cubicBezTo>
                    <a:pt x="1587" y="1642"/>
                    <a:pt x="1687" y="1542"/>
                    <a:pt x="1760" y="1427"/>
                  </a:cubicBezTo>
                  <a:lnTo>
                    <a:pt x="1760" y="1427"/>
                  </a:lnTo>
                  <a:cubicBezTo>
                    <a:pt x="1821" y="1450"/>
                    <a:pt x="1883" y="1461"/>
                    <a:pt x="1945" y="1461"/>
                  </a:cubicBezTo>
                  <a:cubicBezTo>
                    <a:pt x="2220" y="1461"/>
                    <a:pt x="2484" y="1247"/>
                    <a:pt x="2484" y="926"/>
                  </a:cubicBezTo>
                  <a:cubicBezTo>
                    <a:pt x="2481" y="630"/>
                    <a:pt x="2241" y="391"/>
                    <a:pt x="1946" y="391"/>
                  </a:cubicBezTo>
                  <a:cubicBezTo>
                    <a:pt x="1878" y="391"/>
                    <a:pt x="1816" y="403"/>
                    <a:pt x="1759" y="424"/>
                  </a:cubicBezTo>
                  <a:lnTo>
                    <a:pt x="1759" y="424"/>
                  </a:lnTo>
                  <a:cubicBezTo>
                    <a:pt x="1786" y="465"/>
                    <a:pt x="1810" y="510"/>
                    <a:pt x="1830" y="557"/>
                  </a:cubicBezTo>
                  <a:cubicBezTo>
                    <a:pt x="1958" y="849"/>
                    <a:pt x="1923" y="1174"/>
                    <a:pt x="1760" y="1427"/>
                  </a:cubicBezTo>
                  <a:lnTo>
                    <a:pt x="1760" y="1427"/>
                  </a:lnTo>
                  <a:cubicBezTo>
                    <a:pt x="1692" y="1401"/>
                    <a:pt x="1627" y="1360"/>
                    <a:pt x="1569" y="1302"/>
                  </a:cubicBezTo>
                  <a:cubicBezTo>
                    <a:pt x="1280" y="1016"/>
                    <a:pt x="1415" y="550"/>
                    <a:pt x="1759" y="424"/>
                  </a:cubicBezTo>
                  <a:lnTo>
                    <a:pt x="1759" y="424"/>
                  </a:lnTo>
                  <a:cubicBezTo>
                    <a:pt x="1588" y="159"/>
                    <a:pt x="1293" y="1"/>
                    <a:pt x="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2" name="Google Shape;23062;p91"/>
            <p:cNvSpPr/>
            <p:nvPr/>
          </p:nvSpPr>
          <p:spPr>
            <a:xfrm>
              <a:off x="7668518" y="1663138"/>
              <a:ext cx="67073" cy="45548"/>
            </a:xfrm>
            <a:custGeom>
              <a:rect b="b" l="l" r="r" t="t"/>
              <a:pathLst>
                <a:path extrusionOk="0" h="1750" w="2577">
                  <a:moveTo>
                    <a:pt x="2147" y="395"/>
                  </a:moveTo>
                  <a:cubicBezTo>
                    <a:pt x="2168" y="395"/>
                    <a:pt x="2186" y="413"/>
                    <a:pt x="2186" y="434"/>
                  </a:cubicBezTo>
                  <a:lnTo>
                    <a:pt x="2186" y="1320"/>
                  </a:lnTo>
                  <a:cubicBezTo>
                    <a:pt x="2186" y="1341"/>
                    <a:pt x="2168" y="1359"/>
                    <a:pt x="2147" y="1359"/>
                  </a:cubicBezTo>
                  <a:lnTo>
                    <a:pt x="433" y="1359"/>
                  </a:lnTo>
                  <a:cubicBezTo>
                    <a:pt x="409" y="1359"/>
                    <a:pt x="391" y="1341"/>
                    <a:pt x="391" y="1320"/>
                  </a:cubicBezTo>
                  <a:lnTo>
                    <a:pt x="391" y="434"/>
                  </a:lnTo>
                  <a:cubicBezTo>
                    <a:pt x="391" y="413"/>
                    <a:pt x="409" y="395"/>
                    <a:pt x="433" y="395"/>
                  </a:cubicBezTo>
                  <a:close/>
                  <a:moveTo>
                    <a:pt x="430" y="1"/>
                  </a:moveTo>
                  <a:cubicBezTo>
                    <a:pt x="191" y="1"/>
                    <a:pt x="1" y="194"/>
                    <a:pt x="1" y="434"/>
                  </a:cubicBezTo>
                  <a:lnTo>
                    <a:pt x="1" y="1320"/>
                  </a:lnTo>
                  <a:cubicBezTo>
                    <a:pt x="1" y="1560"/>
                    <a:pt x="191" y="1750"/>
                    <a:pt x="430" y="1750"/>
                  </a:cubicBezTo>
                  <a:lnTo>
                    <a:pt x="2147" y="1750"/>
                  </a:lnTo>
                  <a:cubicBezTo>
                    <a:pt x="2383" y="1750"/>
                    <a:pt x="2576" y="1560"/>
                    <a:pt x="2576" y="1320"/>
                  </a:cubicBezTo>
                  <a:lnTo>
                    <a:pt x="2576" y="434"/>
                  </a:lnTo>
                  <a:cubicBezTo>
                    <a:pt x="2576" y="194"/>
                    <a:pt x="2383" y="1"/>
                    <a:pt x="21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3" name="Google Shape;23063;p91"/>
            <p:cNvSpPr/>
            <p:nvPr/>
          </p:nvSpPr>
          <p:spPr>
            <a:xfrm>
              <a:off x="7665134" y="1718915"/>
              <a:ext cx="170454" cy="30062"/>
            </a:xfrm>
            <a:custGeom>
              <a:rect b="b" l="l" r="r" t="t"/>
              <a:pathLst>
                <a:path extrusionOk="0" h="1155" w="6549">
                  <a:moveTo>
                    <a:pt x="6119" y="395"/>
                  </a:moveTo>
                  <a:cubicBezTo>
                    <a:pt x="6140" y="395"/>
                    <a:pt x="6158" y="412"/>
                    <a:pt x="6158" y="433"/>
                  </a:cubicBezTo>
                  <a:lnTo>
                    <a:pt x="6158" y="725"/>
                  </a:lnTo>
                  <a:cubicBezTo>
                    <a:pt x="6158" y="747"/>
                    <a:pt x="6140" y="764"/>
                    <a:pt x="6119" y="764"/>
                  </a:cubicBezTo>
                  <a:lnTo>
                    <a:pt x="433" y="764"/>
                  </a:lnTo>
                  <a:cubicBezTo>
                    <a:pt x="412" y="764"/>
                    <a:pt x="394" y="747"/>
                    <a:pt x="394" y="725"/>
                  </a:cubicBezTo>
                  <a:lnTo>
                    <a:pt x="391" y="433"/>
                  </a:lnTo>
                  <a:cubicBezTo>
                    <a:pt x="391" y="412"/>
                    <a:pt x="409" y="395"/>
                    <a:pt x="433" y="395"/>
                  </a:cubicBezTo>
                  <a:close/>
                  <a:moveTo>
                    <a:pt x="433" y="1"/>
                  </a:moveTo>
                  <a:cubicBezTo>
                    <a:pt x="194" y="1"/>
                    <a:pt x="0" y="194"/>
                    <a:pt x="0" y="433"/>
                  </a:cubicBezTo>
                  <a:lnTo>
                    <a:pt x="0" y="725"/>
                  </a:lnTo>
                  <a:cubicBezTo>
                    <a:pt x="0" y="965"/>
                    <a:pt x="194" y="1155"/>
                    <a:pt x="433" y="1155"/>
                  </a:cubicBezTo>
                  <a:lnTo>
                    <a:pt x="6119" y="1155"/>
                  </a:lnTo>
                  <a:cubicBezTo>
                    <a:pt x="6355" y="1155"/>
                    <a:pt x="6548" y="965"/>
                    <a:pt x="6548" y="725"/>
                  </a:cubicBezTo>
                  <a:lnTo>
                    <a:pt x="6548" y="433"/>
                  </a:lnTo>
                  <a:cubicBezTo>
                    <a:pt x="6548" y="194"/>
                    <a:pt x="6355" y="1"/>
                    <a:pt x="6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4" name="Google Shape;23064;p91"/>
            <p:cNvSpPr/>
            <p:nvPr/>
          </p:nvSpPr>
          <p:spPr>
            <a:xfrm>
              <a:off x="7534867" y="1569205"/>
              <a:ext cx="43622" cy="30608"/>
            </a:xfrm>
            <a:custGeom>
              <a:rect b="b" l="l" r="r" t="t"/>
              <a:pathLst>
                <a:path extrusionOk="0" h="1176" w="1676">
                  <a:moveTo>
                    <a:pt x="1407" y="0"/>
                  </a:moveTo>
                  <a:cubicBezTo>
                    <a:pt x="1363" y="0"/>
                    <a:pt x="1318" y="16"/>
                    <a:pt x="1276" y="53"/>
                  </a:cubicBezTo>
                  <a:lnTo>
                    <a:pt x="1279" y="53"/>
                  </a:lnTo>
                  <a:lnTo>
                    <a:pt x="699" y="679"/>
                  </a:lnTo>
                  <a:lnTo>
                    <a:pt x="438" y="355"/>
                  </a:lnTo>
                  <a:cubicBezTo>
                    <a:pt x="395" y="297"/>
                    <a:pt x="340" y="273"/>
                    <a:pt x="286" y="273"/>
                  </a:cubicBezTo>
                  <a:cubicBezTo>
                    <a:pt x="139" y="273"/>
                    <a:pt x="1" y="452"/>
                    <a:pt x="132" y="602"/>
                  </a:cubicBezTo>
                  <a:lnTo>
                    <a:pt x="533" y="1101"/>
                  </a:lnTo>
                  <a:cubicBezTo>
                    <a:pt x="572" y="1147"/>
                    <a:pt x="625" y="1172"/>
                    <a:pt x="681" y="1175"/>
                  </a:cubicBezTo>
                  <a:lnTo>
                    <a:pt x="688" y="1175"/>
                  </a:lnTo>
                  <a:cubicBezTo>
                    <a:pt x="741" y="1175"/>
                    <a:pt x="794" y="1154"/>
                    <a:pt x="833" y="1112"/>
                  </a:cubicBezTo>
                  <a:lnTo>
                    <a:pt x="1564" y="317"/>
                  </a:lnTo>
                  <a:cubicBezTo>
                    <a:pt x="1675" y="171"/>
                    <a:pt x="1552" y="0"/>
                    <a:pt x="1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65" name="Google Shape;23065;p91"/>
          <p:cNvGrpSpPr/>
          <p:nvPr/>
        </p:nvGrpSpPr>
        <p:grpSpPr>
          <a:xfrm>
            <a:off x="4186663" y="3796534"/>
            <a:ext cx="372844" cy="353610"/>
            <a:chOff x="4186663" y="3796534"/>
            <a:chExt cx="372844" cy="353610"/>
          </a:xfrm>
        </p:grpSpPr>
        <p:sp>
          <p:nvSpPr>
            <p:cNvPr id="23066" name="Google Shape;23066;p91"/>
            <p:cNvSpPr/>
            <p:nvPr/>
          </p:nvSpPr>
          <p:spPr>
            <a:xfrm>
              <a:off x="4211025"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7" name="Google Shape;23067;p91"/>
            <p:cNvSpPr/>
            <p:nvPr/>
          </p:nvSpPr>
          <p:spPr>
            <a:xfrm>
              <a:off x="4359824" y="3802104"/>
              <a:ext cx="199683" cy="342522"/>
            </a:xfrm>
            <a:custGeom>
              <a:rect b="b" l="l" r="r" t="t"/>
              <a:pathLst>
                <a:path extrusionOk="0" h="13160" w="7672">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8" name="Google Shape;23068;p91"/>
            <p:cNvSpPr/>
            <p:nvPr/>
          </p:nvSpPr>
          <p:spPr>
            <a:xfrm>
              <a:off x="4284370" y="3890988"/>
              <a:ext cx="218241" cy="179564"/>
            </a:xfrm>
            <a:custGeom>
              <a:rect b="b" l="l" r="r" t="t"/>
              <a:pathLst>
                <a:path extrusionOk="0" h="6899" w="8385">
                  <a:moveTo>
                    <a:pt x="5479" y="1"/>
                  </a:moveTo>
                  <a:cubicBezTo>
                    <a:pt x="5224" y="1"/>
                    <a:pt x="4967" y="51"/>
                    <a:pt x="4722" y="153"/>
                  </a:cubicBezTo>
                  <a:cubicBezTo>
                    <a:pt x="3998" y="456"/>
                    <a:pt x="3530" y="1163"/>
                    <a:pt x="3530" y="1948"/>
                  </a:cubicBezTo>
                  <a:lnTo>
                    <a:pt x="3530" y="1979"/>
                  </a:lnTo>
                  <a:lnTo>
                    <a:pt x="3435" y="1976"/>
                  </a:lnTo>
                  <a:lnTo>
                    <a:pt x="3431" y="1976"/>
                  </a:lnTo>
                  <a:cubicBezTo>
                    <a:pt x="3234" y="1976"/>
                    <a:pt x="2664" y="1814"/>
                    <a:pt x="2478" y="1754"/>
                  </a:cubicBezTo>
                  <a:cubicBezTo>
                    <a:pt x="1760" y="1508"/>
                    <a:pt x="1112" y="1107"/>
                    <a:pt x="574" y="575"/>
                  </a:cubicBezTo>
                  <a:lnTo>
                    <a:pt x="370" y="375"/>
                  </a:lnTo>
                  <a:cubicBezTo>
                    <a:pt x="357" y="362"/>
                    <a:pt x="341" y="356"/>
                    <a:pt x="325" y="356"/>
                  </a:cubicBezTo>
                  <a:cubicBezTo>
                    <a:pt x="298" y="356"/>
                    <a:pt x="271" y="374"/>
                    <a:pt x="265" y="403"/>
                  </a:cubicBezTo>
                  <a:lnTo>
                    <a:pt x="191" y="681"/>
                  </a:lnTo>
                  <a:cubicBezTo>
                    <a:pt x="1" y="1423"/>
                    <a:pt x="307" y="2208"/>
                    <a:pt x="954" y="2623"/>
                  </a:cubicBezTo>
                  <a:lnTo>
                    <a:pt x="947" y="2623"/>
                  </a:lnTo>
                  <a:cubicBezTo>
                    <a:pt x="817" y="2623"/>
                    <a:pt x="683" y="2609"/>
                    <a:pt x="553" y="2577"/>
                  </a:cubicBezTo>
                  <a:lnTo>
                    <a:pt x="314" y="2521"/>
                  </a:lnTo>
                  <a:cubicBezTo>
                    <a:pt x="309" y="2520"/>
                    <a:pt x="304" y="2519"/>
                    <a:pt x="299" y="2519"/>
                  </a:cubicBezTo>
                  <a:cubicBezTo>
                    <a:pt x="259" y="2519"/>
                    <a:pt x="227" y="2554"/>
                    <a:pt x="236" y="2595"/>
                  </a:cubicBezTo>
                  <a:lnTo>
                    <a:pt x="275" y="2838"/>
                  </a:lnTo>
                  <a:cubicBezTo>
                    <a:pt x="367" y="3376"/>
                    <a:pt x="715" y="3837"/>
                    <a:pt x="1211" y="4066"/>
                  </a:cubicBezTo>
                  <a:cubicBezTo>
                    <a:pt x="1274" y="4090"/>
                    <a:pt x="1257" y="4185"/>
                    <a:pt x="1190" y="4189"/>
                  </a:cubicBezTo>
                  <a:lnTo>
                    <a:pt x="1186" y="4189"/>
                  </a:lnTo>
                  <a:lnTo>
                    <a:pt x="919" y="4203"/>
                  </a:lnTo>
                  <a:cubicBezTo>
                    <a:pt x="873" y="4203"/>
                    <a:pt x="845" y="4256"/>
                    <a:pt x="866" y="4298"/>
                  </a:cubicBezTo>
                  <a:lnTo>
                    <a:pt x="1000" y="4530"/>
                  </a:lnTo>
                  <a:cubicBezTo>
                    <a:pt x="1260" y="4984"/>
                    <a:pt x="1714" y="5297"/>
                    <a:pt x="2235" y="5375"/>
                  </a:cubicBezTo>
                  <a:cubicBezTo>
                    <a:pt x="2291" y="5382"/>
                    <a:pt x="2309" y="5456"/>
                    <a:pt x="2263" y="5487"/>
                  </a:cubicBezTo>
                  <a:cubicBezTo>
                    <a:pt x="1820" y="5818"/>
                    <a:pt x="1306" y="6040"/>
                    <a:pt x="761" y="6135"/>
                  </a:cubicBezTo>
                  <a:lnTo>
                    <a:pt x="173" y="6237"/>
                  </a:lnTo>
                  <a:cubicBezTo>
                    <a:pt x="110" y="6247"/>
                    <a:pt x="99" y="6339"/>
                    <a:pt x="162" y="6360"/>
                  </a:cubicBezTo>
                  <a:lnTo>
                    <a:pt x="718" y="6574"/>
                  </a:lnTo>
                  <a:cubicBezTo>
                    <a:pt x="1281" y="6789"/>
                    <a:pt x="1879" y="6898"/>
                    <a:pt x="2478" y="6898"/>
                  </a:cubicBezTo>
                  <a:cubicBezTo>
                    <a:pt x="5194" y="6898"/>
                    <a:pt x="7414" y="4689"/>
                    <a:pt x="7421" y="1969"/>
                  </a:cubicBezTo>
                  <a:lnTo>
                    <a:pt x="7421" y="1951"/>
                  </a:lnTo>
                  <a:lnTo>
                    <a:pt x="7421" y="1902"/>
                  </a:lnTo>
                  <a:lnTo>
                    <a:pt x="7421" y="1891"/>
                  </a:lnTo>
                  <a:cubicBezTo>
                    <a:pt x="7611" y="1758"/>
                    <a:pt x="7787" y="1610"/>
                    <a:pt x="7949" y="1444"/>
                  </a:cubicBezTo>
                  <a:lnTo>
                    <a:pt x="8343" y="1036"/>
                  </a:lnTo>
                  <a:cubicBezTo>
                    <a:pt x="8384" y="995"/>
                    <a:pt x="8354" y="928"/>
                    <a:pt x="8301" y="928"/>
                  </a:cubicBezTo>
                  <a:cubicBezTo>
                    <a:pt x="8295" y="928"/>
                    <a:pt x="8289" y="929"/>
                    <a:pt x="8283" y="931"/>
                  </a:cubicBezTo>
                  <a:lnTo>
                    <a:pt x="7731" y="1061"/>
                  </a:lnTo>
                  <a:cubicBezTo>
                    <a:pt x="7674" y="1075"/>
                    <a:pt x="7618" y="1089"/>
                    <a:pt x="7558" y="1100"/>
                  </a:cubicBezTo>
                  <a:cubicBezTo>
                    <a:pt x="7554" y="1100"/>
                    <a:pt x="7551" y="1101"/>
                    <a:pt x="7547" y="1101"/>
                  </a:cubicBezTo>
                  <a:cubicBezTo>
                    <a:pt x="7487" y="1101"/>
                    <a:pt x="7456" y="1024"/>
                    <a:pt x="7506" y="987"/>
                  </a:cubicBezTo>
                  <a:cubicBezTo>
                    <a:pt x="7572" y="931"/>
                    <a:pt x="7632" y="875"/>
                    <a:pt x="7688" y="811"/>
                  </a:cubicBezTo>
                  <a:lnTo>
                    <a:pt x="8118" y="343"/>
                  </a:lnTo>
                  <a:cubicBezTo>
                    <a:pt x="8154" y="300"/>
                    <a:pt x="8122" y="236"/>
                    <a:pt x="8072" y="236"/>
                  </a:cubicBezTo>
                  <a:cubicBezTo>
                    <a:pt x="8064" y="236"/>
                    <a:pt x="8056" y="238"/>
                    <a:pt x="8047" y="241"/>
                  </a:cubicBezTo>
                  <a:lnTo>
                    <a:pt x="7449" y="442"/>
                  </a:lnTo>
                  <a:cubicBezTo>
                    <a:pt x="7266" y="502"/>
                    <a:pt x="7080" y="544"/>
                    <a:pt x="6893" y="572"/>
                  </a:cubicBezTo>
                  <a:cubicBezTo>
                    <a:pt x="6890" y="573"/>
                    <a:pt x="6886" y="573"/>
                    <a:pt x="6882" y="573"/>
                  </a:cubicBezTo>
                  <a:cubicBezTo>
                    <a:pt x="6865" y="573"/>
                    <a:pt x="6849" y="566"/>
                    <a:pt x="6837" y="554"/>
                  </a:cubicBezTo>
                  <a:cubicBezTo>
                    <a:pt x="6467" y="191"/>
                    <a:pt x="5977" y="1"/>
                    <a:pt x="5479"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9" name="Google Shape;23069;p91"/>
            <p:cNvSpPr/>
            <p:nvPr/>
          </p:nvSpPr>
          <p:spPr>
            <a:xfrm>
              <a:off x="4186663" y="3796534"/>
              <a:ext cx="372480" cy="353610"/>
            </a:xfrm>
            <a:custGeom>
              <a:rect b="b" l="l" r="r" t="t"/>
              <a:pathLst>
                <a:path extrusionOk="0" h="13586" w="14311">
                  <a:moveTo>
                    <a:pt x="7512" y="429"/>
                  </a:moveTo>
                  <a:cubicBezTo>
                    <a:pt x="11024" y="429"/>
                    <a:pt x="13877" y="3283"/>
                    <a:pt x="13877" y="6794"/>
                  </a:cubicBezTo>
                  <a:cubicBezTo>
                    <a:pt x="13877" y="10302"/>
                    <a:pt x="11024" y="13155"/>
                    <a:pt x="7512" y="13155"/>
                  </a:cubicBezTo>
                  <a:cubicBezTo>
                    <a:pt x="4004" y="13155"/>
                    <a:pt x="1151" y="10302"/>
                    <a:pt x="1151" y="6794"/>
                  </a:cubicBezTo>
                  <a:cubicBezTo>
                    <a:pt x="1151" y="3283"/>
                    <a:pt x="4004" y="429"/>
                    <a:pt x="7512" y="429"/>
                  </a:cubicBezTo>
                  <a:close/>
                  <a:moveTo>
                    <a:pt x="7512" y="1"/>
                  </a:moveTo>
                  <a:cubicBezTo>
                    <a:pt x="6205" y="1"/>
                    <a:pt x="4891" y="377"/>
                    <a:pt x="3741" y="1147"/>
                  </a:cubicBezTo>
                  <a:cubicBezTo>
                    <a:pt x="1045" y="2945"/>
                    <a:pt x="0" y="6400"/>
                    <a:pt x="1239" y="9391"/>
                  </a:cubicBezTo>
                  <a:cubicBezTo>
                    <a:pt x="2307" y="11966"/>
                    <a:pt x="4809" y="13586"/>
                    <a:pt x="7510" y="13586"/>
                  </a:cubicBezTo>
                  <a:cubicBezTo>
                    <a:pt x="7950" y="13586"/>
                    <a:pt x="8394" y="13543"/>
                    <a:pt x="8839" y="13454"/>
                  </a:cubicBezTo>
                  <a:cubicBezTo>
                    <a:pt x="12016" y="12825"/>
                    <a:pt x="14307" y="10035"/>
                    <a:pt x="14307" y="6794"/>
                  </a:cubicBezTo>
                  <a:cubicBezTo>
                    <a:pt x="14310" y="4989"/>
                    <a:pt x="13596"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0" name="Google Shape;23070;p91"/>
            <p:cNvSpPr/>
            <p:nvPr/>
          </p:nvSpPr>
          <p:spPr>
            <a:xfrm>
              <a:off x="4277785" y="3885834"/>
              <a:ext cx="231515" cy="189871"/>
            </a:xfrm>
            <a:custGeom>
              <a:rect b="b" l="l" r="r" t="t"/>
              <a:pathLst>
                <a:path extrusionOk="0" h="7295" w="8895">
                  <a:moveTo>
                    <a:pt x="5726" y="0"/>
                  </a:moveTo>
                  <a:cubicBezTo>
                    <a:pt x="5464" y="0"/>
                    <a:pt x="5200" y="48"/>
                    <a:pt x="4947" y="147"/>
                  </a:cubicBezTo>
                  <a:cubicBezTo>
                    <a:pt x="4184" y="446"/>
                    <a:pt x="3660" y="1153"/>
                    <a:pt x="3589" y="1970"/>
                  </a:cubicBezTo>
                  <a:cubicBezTo>
                    <a:pt x="3322" y="1917"/>
                    <a:pt x="3054" y="1850"/>
                    <a:pt x="2794" y="1766"/>
                  </a:cubicBezTo>
                  <a:cubicBezTo>
                    <a:pt x="2006" y="1498"/>
                    <a:pt x="1302" y="1027"/>
                    <a:pt x="750" y="404"/>
                  </a:cubicBezTo>
                  <a:cubicBezTo>
                    <a:pt x="718" y="365"/>
                    <a:pt x="672" y="341"/>
                    <a:pt x="627" y="330"/>
                  </a:cubicBezTo>
                  <a:cubicBezTo>
                    <a:pt x="613" y="328"/>
                    <a:pt x="600" y="326"/>
                    <a:pt x="586" y="326"/>
                  </a:cubicBezTo>
                  <a:cubicBezTo>
                    <a:pt x="506" y="326"/>
                    <a:pt x="431" y="371"/>
                    <a:pt x="394" y="446"/>
                  </a:cubicBezTo>
                  <a:cubicBezTo>
                    <a:pt x="64" y="1104"/>
                    <a:pt x="130" y="1889"/>
                    <a:pt x="560" y="2487"/>
                  </a:cubicBezTo>
                  <a:cubicBezTo>
                    <a:pt x="547" y="2485"/>
                    <a:pt x="533" y="2483"/>
                    <a:pt x="520" y="2483"/>
                  </a:cubicBezTo>
                  <a:cubicBezTo>
                    <a:pt x="456" y="2483"/>
                    <a:pt x="393" y="2511"/>
                    <a:pt x="352" y="2561"/>
                  </a:cubicBezTo>
                  <a:cubicBezTo>
                    <a:pt x="324" y="2600"/>
                    <a:pt x="306" y="2645"/>
                    <a:pt x="306" y="2695"/>
                  </a:cubicBezTo>
                  <a:lnTo>
                    <a:pt x="306" y="2761"/>
                  </a:lnTo>
                  <a:cubicBezTo>
                    <a:pt x="306" y="3324"/>
                    <a:pt x="560" y="3856"/>
                    <a:pt x="1000" y="4207"/>
                  </a:cubicBezTo>
                  <a:cubicBezTo>
                    <a:pt x="968" y="4229"/>
                    <a:pt x="943" y="4257"/>
                    <a:pt x="929" y="4288"/>
                  </a:cubicBezTo>
                  <a:cubicBezTo>
                    <a:pt x="905" y="4341"/>
                    <a:pt x="897" y="4401"/>
                    <a:pt x="915" y="4454"/>
                  </a:cubicBezTo>
                  <a:cubicBezTo>
                    <a:pt x="1102" y="5041"/>
                    <a:pt x="1559" y="5506"/>
                    <a:pt x="2143" y="5696"/>
                  </a:cubicBezTo>
                  <a:cubicBezTo>
                    <a:pt x="1619" y="6016"/>
                    <a:pt x="1017" y="6185"/>
                    <a:pt x="401" y="6185"/>
                  </a:cubicBezTo>
                  <a:cubicBezTo>
                    <a:pt x="349" y="6185"/>
                    <a:pt x="292" y="6185"/>
                    <a:pt x="236" y="6181"/>
                  </a:cubicBezTo>
                  <a:cubicBezTo>
                    <a:pt x="231" y="6181"/>
                    <a:pt x="227" y="6181"/>
                    <a:pt x="222" y="6181"/>
                  </a:cubicBezTo>
                  <a:cubicBezTo>
                    <a:pt x="119" y="6181"/>
                    <a:pt x="31" y="6256"/>
                    <a:pt x="14" y="6361"/>
                  </a:cubicBezTo>
                  <a:cubicBezTo>
                    <a:pt x="0" y="6449"/>
                    <a:pt x="43" y="6537"/>
                    <a:pt x="123" y="6582"/>
                  </a:cubicBezTo>
                  <a:cubicBezTo>
                    <a:pt x="930" y="7059"/>
                    <a:pt x="1832" y="7294"/>
                    <a:pt x="2731" y="7294"/>
                  </a:cubicBezTo>
                  <a:cubicBezTo>
                    <a:pt x="3793" y="7294"/>
                    <a:pt x="4851" y="6966"/>
                    <a:pt x="5746" y="6319"/>
                  </a:cubicBezTo>
                  <a:cubicBezTo>
                    <a:pt x="5855" y="6241"/>
                    <a:pt x="5866" y="6086"/>
                    <a:pt x="5774" y="5991"/>
                  </a:cubicBezTo>
                  <a:cubicBezTo>
                    <a:pt x="5732" y="5949"/>
                    <a:pt x="5676" y="5927"/>
                    <a:pt x="5621" y="5927"/>
                  </a:cubicBezTo>
                  <a:cubicBezTo>
                    <a:pt x="5576" y="5927"/>
                    <a:pt x="5531" y="5942"/>
                    <a:pt x="5493" y="5970"/>
                  </a:cubicBezTo>
                  <a:cubicBezTo>
                    <a:pt x="4675" y="6560"/>
                    <a:pt x="3705" y="6864"/>
                    <a:pt x="2726" y="6864"/>
                  </a:cubicBezTo>
                  <a:cubicBezTo>
                    <a:pt x="2163" y="6864"/>
                    <a:pt x="1597" y="6763"/>
                    <a:pt x="1056" y="6558"/>
                  </a:cubicBezTo>
                  <a:cubicBezTo>
                    <a:pt x="1703" y="6442"/>
                    <a:pt x="2312" y="6160"/>
                    <a:pt x="2815" y="5741"/>
                  </a:cubicBezTo>
                  <a:cubicBezTo>
                    <a:pt x="2878" y="5692"/>
                    <a:pt x="2910" y="5611"/>
                    <a:pt x="2896" y="5530"/>
                  </a:cubicBezTo>
                  <a:cubicBezTo>
                    <a:pt x="2875" y="5432"/>
                    <a:pt x="2790" y="5362"/>
                    <a:pt x="2692" y="5358"/>
                  </a:cubicBezTo>
                  <a:cubicBezTo>
                    <a:pt x="2175" y="5344"/>
                    <a:pt x="1707" y="5062"/>
                    <a:pt x="1450" y="4612"/>
                  </a:cubicBezTo>
                  <a:cubicBezTo>
                    <a:pt x="1573" y="4609"/>
                    <a:pt x="1693" y="4591"/>
                    <a:pt x="1809" y="4566"/>
                  </a:cubicBezTo>
                  <a:cubicBezTo>
                    <a:pt x="1900" y="4549"/>
                    <a:pt x="1971" y="4475"/>
                    <a:pt x="1985" y="4380"/>
                  </a:cubicBezTo>
                  <a:cubicBezTo>
                    <a:pt x="1999" y="4274"/>
                    <a:pt x="1928" y="4172"/>
                    <a:pt x="1823" y="4144"/>
                  </a:cubicBezTo>
                  <a:cubicBezTo>
                    <a:pt x="1270" y="4010"/>
                    <a:pt x="852" y="3560"/>
                    <a:pt x="757" y="2997"/>
                  </a:cubicBezTo>
                  <a:lnTo>
                    <a:pt x="757" y="2997"/>
                  </a:lnTo>
                  <a:cubicBezTo>
                    <a:pt x="898" y="3030"/>
                    <a:pt x="1045" y="3048"/>
                    <a:pt x="1190" y="3048"/>
                  </a:cubicBezTo>
                  <a:cubicBezTo>
                    <a:pt x="1215" y="3048"/>
                    <a:pt x="1239" y="3047"/>
                    <a:pt x="1263" y="3046"/>
                  </a:cubicBezTo>
                  <a:cubicBezTo>
                    <a:pt x="1369" y="3043"/>
                    <a:pt x="1457" y="2962"/>
                    <a:pt x="1471" y="2856"/>
                  </a:cubicBezTo>
                  <a:cubicBezTo>
                    <a:pt x="1478" y="2772"/>
                    <a:pt x="1436" y="2691"/>
                    <a:pt x="1362" y="2645"/>
                  </a:cubicBezTo>
                  <a:cubicBezTo>
                    <a:pt x="778" y="2290"/>
                    <a:pt x="496" y="1597"/>
                    <a:pt x="669" y="935"/>
                  </a:cubicBezTo>
                  <a:lnTo>
                    <a:pt x="669" y="935"/>
                  </a:lnTo>
                  <a:cubicBezTo>
                    <a:pt x="1232" y="1491"/>
                    <a:pt x="1911" y="1913"/>
                    <a:pt x="2660" y="2170"/>
                  </a:cubicBezTo>
                  <a:cubicBezTo>
                    <a:pt x="2667" y="2174"/>
                    <a:pt x="3406" y="2402"/>
                    <a:pt x="3684" y="2402"/>
                  </a:cubicBezTo>
                  <a:lnTo>
                    <a:pt x="3790" y="2410"/>
                  </a:lnTo>
                  <a:cubicBezTo>
                    <a:pt x="3792" y="2410"/>
                    <a:pt x="3794" y="2410"/>
                    <a:pt x="3796" y="2410"/>
                  </a:cubicBezTo>
                  <a:cubicBezTo>
                    <a:pt x="3920" y="2410"/>
                    <a:pt x="4022" y="2309"/>
                    <a:pt x="4015" y="2184"/>
                  </a:cubicBezTo>
                  <a:lnTo>
                    <a:pt x="4015" y="2149"/>
                  </a:lnTo>
                  <a:cubicBezTo>
                    <a:pt x="4015" y="1449"/>
                    <a:pt x="4437" y="823"/>
                    <a:pt x="5081" y="559"/>
                  </a:cubicBezTo>
                  <a:cubicBezTo>
                    <a:pt x="5293" y="473"/>
                    <a:pt x="5514" y="431"/>
                    <a:pt x="5734" y="431"/>
                  </a:cubicBezTo>
                  <a:cubicBezTo>
                    <a:pt x="6187" y="431"/>
                    <a:pt x="6631" y="608"/>
                    <a:pt x="6960" y="942"/>
                  </a:cubicBezTo>
                  <a:cubicBezTo>
                    <a:pt x="7000" y="985"/>
                    <a:pt x="7056" y="1007"/>
                    <a:pt x="7114" y="1007"/>
                  </a:cubicBezTo>
                  <a:cubicBezTo>
                    <a:pt x="7123" y="1007"/>
                    <a:pt x="7131" y="1007"/>
                    <a:pt x="7139" y="1006"/>
                  </a:cubicBezTo>
                  <a:cubicBezTo>
                    <a:pt x="7354" y="974"/>
                    <a:pt x="7569" y="925"/>
                    <a:pt x="7776" y="854"/>
                  </a:cubicBezTo>
                  <a:lnTo>
                    <a:pt x="7776" y="854"/>
                  </a:lnTo>
                  <a:cubicBezTo>
                    <a:pt x="7667" y="978"/>
                    <a:pt x="7537" y="1080"/>
                    <a:pt x="7393" y="1160"/>
                  </a:cubicBezTo>
                  <a:cubicBezTo>
                    <a:pt x="7294" y="1213"/>
                    <a:pt x="7252" y="1336"/>
                    <a:pt x="7298" y="1438"/>
                  </a:cubicBezTo>
                  <a:lnTo>
                    <a:pt x="7301" y="1445"/>
                  </a:lnTo>
                  <a:cubicBezTo>
                    <a:pt x="7337" y="1519"/>
                    <a:pt x="7413" y="1570"/>
                    <a:pt x="7493" y="1570"/>
                  </a:cubicBezTo>
                  <a:cubicBezTo>
                    <a:pt x="7501" y="1570"/>
                    <a:pt x="7508" y="1570"/>
                    <a:pt x="7516" y="1569"/>
                  </a:cubicBezTo>
                  <a:cubicBezTo>
                    <a:pt x="7695" y="1551"/>
                    <a:pt x="7868" y="1523"/>
                    <a:pt x="8040" y="1481"/>
                  </a:cubicBezTo>
                  <a:lnTo>
                    <a:pt x="8040" y="1481"/>
                  </a:lnTo>
                  <a:cubicBezTo>
                    <a:pt x="7889" y="1639"/>
                    <a:pt x="7720" y="1783"/>
                    <a:pt x="7540" y="1906"/>
                  </a:cubicBezTo>
                  <a:cubicBezTo>
                    <a:pt x="7484" y="1949"/>
                    <a:pt x="7449" y="2019"/>
                    <a:pt x="7452" y="2089"/>
                  </a:cubicBezTo>
                  <a:lnTo>
                    <a:pt x="7452" y="2103"/>
                  </a:lnTo>
                  <a:lnTo>
                    <a:pt x="7452" y="2146"/>
                  </a:lnTo>
                  <a:lnTo>
                    <a:pt x="7452" y="2167"/>
                  </a:lnTo>
                  <a:cubicBezTo>
                    <a:pt x="7445" y="3324"/>
                    <a:pt x="7016" y="4440"/>
                    <a:pt x="6239" y="5298"/>
                  </a:cubicBezTo>
                  <a:cubicBezTo>
                    <a:pt x="6165" y="5383"/>
                    <a:pt x="6168" y="5513"/>
                    <a:pt x="6249" y="5594"/>
                  </a:cubicBezTo>
                  <a:cubicBezTo>
                    <a:pt x="6291" y="5636"/>
                    <a:pt x="6347" y="5657"/>
                    <a:pt x="6402" y="5657"/>
                  </a:cubicBezTo>
                  <a:cubicBezTo>
                    <a:pt x="6461" y="5657"/>
                    <a:pt x="6520" y="5632"/>
                    <a:pt x="6562" y="5583"/>
                  </a:cubicBezTo>
                  <a:cubicBezTo>
                    <a:pt x="7403" y="4654"/>
                    <a:pt x="7871" y="3444"/>
                    <a:pt x="7878" y="2191"/>
                  </a:cubicBezTo>
                  <a:cubicBezTo>
                    <a:pt x="8262" y="1906"/>
                    <a:pt x="8589" y="1555"/>
                    <a:pt x="8842" y="1153"/>
                  </a:cubicBezTo>
                  <a:cubicBezTo>
                    <a:pt x="8895" y="1062"/>
                    <a:pt x="8877" y="946"/>
                    <a:pt x="8796" y="879"/>
                  </a:cubicBezTo>
                  <a:cubicBezTo>
                    <a:pt x="8758" y="844"/>
                    <a:pt x="8707" y="827"/>
                    <a:pt x="8655" y="827"/>
                  </a:cubicBezTo>
                  <a:cubicBezTo>
                    <a:pt x="8623" y="827"/>
                    <a:pt x="8591" y="834"/>
                    <a:pt x="8561" y="847"/>
                  </a:cubicBezTo>
                  <a:cubicBezTo>
                    <a:pt x="8452" y="900"/>
                    <a:pt x="8339" y="946"/>
                    <a:pt x="8223" y="985"/>
                  </a:cubicBezTo>
                  <a:cubicBezTo>
                    <a:pt x="8339" y="826"/>
                    <a:pt x="8427" y="654"/>
                    <a:pt x="8494" y="467"/>
                  </a:cubicBezTo>
                  <a:cubicBezTo>
                    <a:pt x="8522" y="393"/>
                    <a:pt x="8504" y="305"/>
                    <a:pt x="8452" y="246"/>
                  </a:cubicBezTo>
                  <a:cubicBezTo>
                    <a:pt x="8410" y="200"/>
                    <a:pt x="8351" y="176"/>
                    <a:pt x="8292" y="176"/>
                  </a:cubicBezTo>
                  <a:cubicBezTo>
                    <a:pt x="8256" y="176"/>
                    <a:pt x="8220" y="185"/>
                    <a:pt x="8188" y="203"/>
                  </a:cubicBezTo>
                  <a:cubicBezTo>
                    <a:pt x="7875" y="383"/>
                    <a:pt x="7533" y="506"/>
                    <a:pt x="7182" y="566"/>
                  </a:cubicBezTo>
                  <a:cubicBezTo>
                    <a:pt x="6777" y="196"/>
                    <a:pt x="6255" y="0"/>
                    <a:pt x="57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71" name="Google Shape;23071;p91"/>
          <p:cNvGrpSpPr/>
          <p:nvPr/>
        </p:nvGrpSpPr>
        <p:grpSpPr>
          <a:xfrm>
            <a:off x="4628896" y="3796534"/>
            <a:ext cx="372740" cy="353610"/>
            <a:chOff x="4628896" y="3796534"/>
            <a:chExt cx="372740" cy="353610"/>
          </a:xfrm>
        </p:grpSpPr>
        <p:sp>
          <p:nvSpPr>
            <p:cNvPr id="23072" name="Google Shape;23072;p91"/>
            <p:cNvSpPr/>
            <p:nvPr/>
          </p:nvSpPr>
          <p:spPr>
            <a:xfrm>
              <a:off x="4653258"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3" name="Google Shape;23073;p91"/>
            <p:cNvSpPr/>
            <p:nvPr/>
          </p:nvSpPr>
          <p:spPr>
            <a:xfrm>
              <a:off x="4802161" y="3802104"/>
              <a:ext cx="199475" cy="342522"/>
            </a:xfrm>
            <a:custGeom>
              <a:rect b="b" l="l" r="r" t="t"/>
              <a:pathLst>
                <a:path extrusionOk="0" h="13160" w="7664">
                  <a:moveTo>
                    <a:pt x="859" y="1"/>
                  </a:moveTo>
                  <a:cubicBezTo>
                    <a:pt x="570" y="1"/>
                    <a:pt x="285" y="18"/>
                    <a:pt x="0" y="57"/>
                  </a:cubicBezTo>
                  <a:cubicBezTo>
                    <a:pt x="3276" y="486"/>
                    <a:pt x="5721" y="3276"/>
                    <a:pt x="5721" y="6580"/>
                  </a:cubicBezTo>
                  <a:cubicBezTo>
                    <a:pt x="5721" y="9880"/>
                    <a:pt x="3276" y="12670"/>
                    <a:pt x="0" y="13103"/>
                  </a:cubicBezTo>
                  <a:cubicBezTo>
                    <a:pt x="290" y="13141"/>
                    <a:pt x="578" y="13160"/>
                    <a:pt x="863" y="13160"/>
                  </a:cubicBezTo>
                  <a:cubicBezTo>
                    <a:pt x="4273" y="13160"/>
                    <a:pt x="7186" y="10510"/>
                    <a:pt x="7417" y="7009"/>
                  </a:cubicBezTo>
                  <a:cubicBezTo>
                    <a:pt x="7663" y="3216"/>
                    <a:pt x="4659" y="4"/>
                    <a:pt x="85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4" name="Google Shape;23074;p91"/>
            <p:cNvSpPr/>
            <p:nvPr/>
          </p:nvSpPr>
          <p:spPr>
            <a:xfrm>
              <a:off x="4693731" y="3853847"/>
              <a:ext cx="260275" cy="238958"/>
            </a:xfrm>
            <a:custGeom>
              <a:rect b="b" l="l" r="r" t="t"/>
              <a:pathLst>
                <a:path extrusionOk="0" h="9181" w="10000">
                  <a:moveTo>
                    <a:pt x="5023" y="0"/>
                  </a:moveTo>
                  <a:cubicBezTo>
                    <a:pt x="3884" y="0"/>
                    <a:pt x="2754" y="424"/>
                    <a:pt x="1879" y="1246"/>
                  </a:cubicBezTo>
                  <a:cubicBezTo>
                    <a:pt x="377" y="2657"/>
                    <a:pt x="0" y="4895"/>
                    <a:pt x="954" y="6717"/>
                  </a:cubicBezTo>
                  <a:lnTo>
                    <a:pt x="426" y="8037"/>
                  </a:lnTo>
                  <a:lnTo>
                    <a:pt x="1992" y="8037"/>
                  </a:lnTo>
                  <a:cubicBezTo>
                    <a:pt x="2826" y="8772"/>
                    <a:pt x="3900" y="9180"/>
                    <a:pt x="5010" y="9180"/>
                  </a:cubicBezTo>
                  <a:cubicBezTo>
                    <a:pt x="5015" y="9180"/>
                    <a:pt x="5020" y="9180"/>
                    <a:pt x="5025" y="9180"/>
                  </a:cubicBezTo>
                  <a:cubicBezTo>
                    <a:pt x="7083" y="9180"/>
                    <a:pt x="8891" y="7808"/>
                    <a:pt x="9444" y="5823"/>
                  </a:cubicBezTo>
                  <a:cubicBezTo>
                    <a:pt x="10000" y="3839"/>
                    <a:pt x="9162" y="1732"/>
                    <a:pt x="7400" y="665"/>
                  </a:cubicBezTo>
                  <a:cubicBezTo>
                    <a:pt x="6663" y="219"/>
                    <a:pt x="5841" y="0"/>
                    <a:pt x="5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5" name="Google Shape;23075;p91"/>
            <p:cNvSpPr/>
            <p:nvPr/>
          </p:nvSpPr>
          <p:spPr>
            <a:xfrm>
              <a:off x="4718275" y="3876126"/>
              <a:ext cx="211552" cy="194425"/>
            </a:xfrm>
            <a:custGeom>
              <a:rect b="b" l="l" r="r" t="t"/>
              <a:pathLst>
                <a:path extrusionOk="0" h="7470" w="8128">
                  <a:moveTo>
                    <a:pt x="4084" y="0"/>
                  </a:moveTo>
                  <a:cubicBezTo>
                    <a:pt x="3157" y="0"/>
                    <a:pt x="2238" y="345"/>
                    <a:pt x="1527" y="1013"/>
                  </a:cubicBezTo>
                  <a:cubicBezTo>
                    <a:pt x="306" y="2156"/>
                    <a:pt x="0" y="3975"/>
                    <a:pt x="774" y="5460"/>
                  </a:cubicBezTo>
                  <a:lnTo>
                    <a:pt x="957" y="5812"/>
                  </a:lnTo>
                  <a:lnTo>
                    <a:pt x="753" y="6322"/>
                  </a:lnTo>
                  <a:lnTo>
                    <a:pt x="1376" y="6322"/>
                  </a:lnTo>
                  <a:lnTo>
                    <a:pt x="1619" y="6537"/>
                  </a:lnTo>
                  <a:cubicBezTo>
                    <a:pt x="2298" y="7135"/>
                    <a:pt x="3174" y="7466"/>
                    <a:pt x="4082" y="7469"/>
                  </a:cubicBezTo>
                  <a:lnTo>
                    <a:pt x="4085" y="7466"/>
                  </a:lnTo>
                  <a:cubicBezTo>
                    <a:pt x="5760" y="7466"/>
                    <a:pt x="7227" y="6350"/>
                    <a:pt x="7678" y="4735"/>
                  </a:cubicBezTo>
                  <a:cubicBezTo>
                    <a:pt x="8128" y="3124"/>
                    <a:pt x="7449" y="1407"/>
                    <a:pt x="6017" y="541"/>
                  </a:cubicBezTo>
                  <a:cubicBezTo>
                    <a:pt x="5418" y="178"/>
                    <a:pt x="4749" y="0"/>
                    <a:pt x="4084"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6" name="Google Shape;23076;p91"/>
            <p:cNvSpPr/>
            <p:nvPr/>
          </p:nvSpPr>
          <p:spPr>
            <a:xfrm>
              <a:off x="4754349" y="3903377"/>
              <a:ext cx="141225" cy="138414"/>
            </a:xfrm>
            <a:custGeom>
              <a:rect b="b" l="l" r="r" t="t"/>
              <a:pathLst>
                <a:path extrusionOk="0" h="5318" w="5426">
                  <a:moveTo>
                    <a:pt x="1512" y="1"/>
                  </a:moveTo>
                  <a:cubicBezTo>
                    <a:pt x="1391" y="1"/>
                    <a:pt x="1271" y="47"/>
                    <a:pt x="1179" y="138"/>
                  </a:cubicBezTo>
                  <a:lnTo>
                    <a:pt x="254" y="1063"/>
                  </a:lnTo>
                  <a:cubicBezTo>
                    <a:pt x="29" y="1285"/>
                    <a:pt x="0" y="1637"/>
                    <a:pt x="187" y="1894"/>
                  </a:cubicBezTo>
                  <a:cubicBezTo>
                    <a:pt x="1098" y="3168"/>
                    <a:pt x="2214" y="4283"/>
                    <a:pt x="3487" y="5198"/>
                  </a:cubicBezTo>
                  <a:cubicBezTo>
                    <a:pt x="3596" y="5275"/>
                    <a:pt x="3727" y="5317"/>
                    <a:pt x="3860" y="5317"/>
                  </a:cubicBezTo>
                  <a:cubicBezTo>
                    <a:pt x="4033" y="5317"/>
                    <a:pt x="4198" y="5247"/>
                    <a:pt x="4318" y="5127"/>
                  </a:cubicBezTo>
                  <a:lnTo>
                    <a:pt x="5243" y="4202"/>
                  </a:lnTo>
                  <a:cubicBezTo>
                    <a:pt x="5426" y="4019"/>
                    <a:pt x="5426" y="3720"/>
                    <a:pt x="5243" y="3537"/>
                  </a:cubicBezTo>
                  <a:lnTo>
                    <a:pt x="4673" y="2967"/>
                  </a:lnTo>
                  <a:cubicBezTo>
                    <a:pt x="4582" y="2875"/>
                    <a:pt x="4461" y="2830"/>
                    <a:pt x="4341" y="2830"/>
                  </a:cubicBezTo>
                  <a:cubicBezTo>
                    <a:pt x="4220" y="2830"/>
                    <a:pt x="4099" y="2875"/>
                    <a:pt x="4008" y="2967"/>
                  </a:cubicBezTo>
                  <a:lnTo>
                    <a:pt x="3853" y="3125"/>
                  </a:lnTo>
                  <a:cubicBezTo>
                    <a:pt x="3801" y="3177"/>
                    <a:pt x="3731" y="3204"/>
                    <a:pt x="3661" y="3204"/>
                  </a:cubicBezTo>
                  <a:cubicBezTo>
                    <a:pt x="3627" y="3204"/>
                    <a:pt x="3593" y="3198"/>
                    <a:pt x="3561" y="3185"/>
                  </a:cubicBezTo>
                  <a:cubicBezTo>
                    <a:pt x="2935" y="2942"/>
                    <a:pt x="2439" y="2446"/>
                    <a:pt x="2196" y="1820"/>
                  </a:cubicBezTo>
                  <a:cubicBezTo>
                    <a:pt x="2157" y="1721"/>
                    <a:pt x="2178" y="1605"/>
                    <a:pt x="2256" y="1528"/>
                  </a:cubicBezTo>
                  <a:lnTo>
                    <a:pt x="2414" y="1373"/>
                  </a:lnTo>
                  <a:cubicBezTo>
                    <a:pt x="2597" y="1190"/>
                    <a:pt x="2597" y="891"/>
                    <a:pt x="2414" y="708"/>
                  </a:cubicBezTo>
                  <a:lnTo>
                    <a:pt x="1844" y="138"/>
                  </a:lnTo>
                  <a:cubicBezTo>
                    <a:pt x="1753" y="47"/>
                    <a:pt x="1632" y="1"/>
                    <a:pt x="15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7" name="Google Shape;23077;p91"/>
            <p:cNvSpPr/>
            <p:nvPr/>
          </p:nvSpPr>
          <p:spPr>
            <a:xfrm>
              <a:off x="4628896" y="3796534"/>
              <a:ext cx="372558" cy="353610"/>
            </a:xfrm>
            <a:custGeom>
              <a:rect b="b" l="l" r="r" t="t"/>
              <a:pathLst>
                <a:path extrusionOk="0" h="13586" w="14314">
                  <a:moveTo>
                    <a:pt x="7516" y="429"/>
                  </a:moveTo>
                  <a:cubicBezTo>
                    <a:pt x="11027" y="429"/>
                    <a:pt x="13881" y="3283"/>
                    <a:pt x="13881" y="6794"/>
                  </a:cubicBezTo>
                  <a:cubicBezTo>
                    <a:pt x="13881" y="10302"/>
                    <a:pt x="11024" y="13155"/>
                    <a:pt x="7516" y="13155"/>
                  </a:cubicBezTo>
                  <a:cubicBezTo>
                    <a:pt x="4008" y="13155"/>
                    <a:pt x="1151" y="10302"/>
                    <a:pt x="1151" y="6794"/>
                  </a:cubicBezTo>
                  <a:cubicBezTo>
                    <a:pt x="1151" y="3283"/>
                    <a:pt x="4004" y="429"/>
                    <a:pt x="7516" y="429"/>
                  </a:cubicBezTo>
                  <a:close/>
                  <a:moveTo>
                    <a:pt x="7514" y="1"/>
                  </a:moveTo>
                  <a:cubicBezTo>
                    <a:pt x="6206" y="1"/>
                    <a:pt x="4892" y="377"/>
                    <a:pt x="3740" y="1147"/>
                  </a:cubicBezTo>
                  <a:cubicBezTo>
                    <a:pt x="1045" y="2945"/>
                    <a:pt x="0" y="6400"/>
                    <a:pt x="1239" y="9391"/>
                  </a:cubicBezTo>
                  <a:cubicBezTo>
                    <a:pt x="2307" y="11966"/>
                    <a:pt x="4809" y="13586"/>
                    <a:pt x="7510" y="13586"/>
                  </a:cubicBezTo>
                  <a:cubicBezTo>
                    <a:pt x="7949" y="13586"/>
                    <a:pt x="8394" y="13543"/>
                    <a:pt x="8839" y="13454"/>
                  </a:cubicBezTo>
                  <a:cubicBezTo>
                    <a:pt x="12019" y="12825"/>
                    <a:pt x="14306" y="10035"/>
                    <a:pt x="14306" y="6794"/>
                  </a:cubicBezTo>
                  <a:cubicBezTo>
                    <a:pt x="14313" y="4989"/>
                    <a:pt x="13596" y="3261"/>
                    <a:pt x="12318" y="1991"/>
                  </a:cubicBezTo>
                  <a:cubicBezTo>
                    <a:pt x="11004" y="677"/>
                    <a:pt x="9266"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8" name="Google Shape;23078;p91"/>
            <p:cNvSpPr/>
            <p:nvPr/>
          </p:nvSpPr>
          <p:spPr>
            <a:xfrm>
              <a:off x="4685766" y="3848745"/>
              <a:ext cx="277037" cy="249239"/>
            </a:xfrm>
            <a:custGeom>
              <a:rect b="b" l="l" r="r" t="t"/>
              <a:pathLst>
                <a:path extrusionOk="0" h="9576" w="10644">
                  <a:moveTo>
                    <a:pt x="5330" y="0"/>
                  </a:moveTo>
                  <a:cubicBezTo>
                    <a:pt x="4349" y="0"/>
                    <a:pt x="3363" y="301"/>
                    <a:pt x="2519" y="914"/>
                  </a:cubicBezTo>
                  <a:cubicBezTo>
                    <a:pt x="626" y="2286"/>
                    <a:pt x="0" y="4830"/>
                    <a:pt x="1042" y="6924"/>
                  </a:cubicBezTo>
                  <a:lnTo>
                    <a:pt x="556" y="8141"/>
                  </a:lnTo>
                  <a:cubicBezTo>
                    <a:pt x="521" y="8229"/>
                    <a:pt x="549" y="8331"/>
                    <a:pt x="623" y="8391"/>
                  </a:cubicBezTo>
                  <a:cubicBezTo>
                    <a:pt x="662" y="8417"/>
                    <a:pt x="703" y="8434"/>
                    <a:pt x="748" y="8434"/>
                  </a:cubicBezTo>
                  <a:cubicBezTo>
                    <a:pt x="752" y="8434"/>
                    <a:pt x="756" y="8433"/>
                    <a:pt x="760" y="8433"/>
                  </a:cubicBezTo>
                  <a:lnTo>
                    <a:pt x="2227" y="8433"/>
                  </a:lnTo>
                  <a:cubicBezTo>
                    <a:pt x="3122" y="9195"/>
                    <a:pt x="4226" y="9576"/>
                    <a:pt x="5331" y="9576"/>
                  </a:cubicBezTo>
                  <a:cubicBezTo>
                    <a:pt x="6450" y="9576"/>
                    <a:pt x="7569" y="9184"/>
                    <a:pt x="8469" y="8401"/>
                  </a:cubicBezTo>
                  <a:cubicBezTo>
                    <a:pt x="10256" y="6850"/>
                    <a:pt x="10644" y="4225"/>
                    <a:pt x="9377" y="2227"/>
                  </a:cubicBezTo>
                  <a:cubicBezTo>
                    <a:pt x="9335" y="2161"/>
                    <a:pt x="9266" y="2127"/>
                    <a:pt x="9197" y="2127"/>
                  </a:cubicBezTo>
                  <a:cubicBezTo>
                    <a:pt x="9142" y="2127"/>
                    <a:pt x="9088" y="2148"/>
                    <a:pt x="9046" y="2191"/>
                  </a:cubicBezTo>
                  <a:lnTo>
                    <a:pt x="9043" y="2195"/>
                  </a:lnTo>
                  <a:cubicBezTo>
                    <a:pt x="8972" y="2265"/>
                    <a:pt x="8962" y="2374"/>
                    <a:pt x="9014" y="2459"/>
                  </a:cubicBezTo>
                  <a:cubicBezTo>
                    <a:pt x="10176" y="4292"/>
                    <a:pt x="9810" y="6699"/>
                    <a:pt x="8159" y="8106"/>
                  </a:cubicBezTo>
                  <a:cubicBezTo>
                    <a:pt x="7344" y="8801"/>
                    <a:pt x="6337" y="9148"/>
                    <a:pt x="5331" y="9148"/>
                  </a:cubicBezTo>
                  <a:cubicBezTo>
                    <a:pt x="4300" y="9148"/>
                    <a:pt x="3270" y="8785"/>
                    <a:pt x="2445" y="8060"/>
                  </a:cubicBezTo>
                  <a:cubicBezTo>
                    <a:pt x="2407" y="8025"/>
                    <a:pt x="2358" y="8004"/>
                    <a:pt x="2301" y="8004"/>
                  </a:cubicBezTo>
                  <a:lnTo>
                    <a:pt x="1070" y="8004"/>
                  </a:lnTo>
                  <a:lnTo>
                    <a:pt x="1478" y="6991"/>
                  </a:lnTo>
                  <a:cubicBezTo>
                    <a:pt x="1499" y="6934"/>
                    <a:pt x="1495" y="6867"/>
                    <a:pt x="1467" y="6811"/>
                  </a:cubicBezTo>
                  <a:cubicBezTo>
                    <a:pt x="468" y="4911"/>
                    <a:pt x="1003" y="2564"/>
                    <a:pt x="2730" y="1284"/>
                  </a:cubicBezTo>
                  <a:cubicBezTo>
                    <a:pt x="3507" y="708"/>
                    <a:pt x="4419" y="425"/>
                    <a:pt x="5327" y="425"/>
                  </a:cubicBezTo>
                  <a:cubicBezTo>
                    <a:pt x="6439" y="425"/>
                    <a:pt x="7545" y="850"/>
                    <a:pt x="8388" y="1681"/>
                  </a:cubicBezTo>
                  <a:cubicBezTo>
                    <a:pt x="8430" y="1722"/>
                    <a:pt x="8485" y="1742"/>
                    <a:pt x="8539" y="1742"/>
                  </a:cubicBezTo>
                  <a:cubicBezTo>
                    <a:pt x="8593" y="1742"/>
                    <a:pt x="8647" y="1722"/>
                    <a:pt x="8687" y="1681"/>
                  </a:cubicBezTo>
                  <a:lnTo>
                    <a:pt x="8691" y="1678"/>
                  </a:lnTo>
                  <a:cubicBezTo>
                    <a:pt x="8775" y="1593"/>
                    <a:pt x="8775" y="1460"/>
                    <a:pt x="8691" y="1375"/>
                  </a:cubicBezTo>
                  <a:cubicBezTo>
                    <a:pt x="7766" y="466"/>
                    <a:pt x="6552" y="0"/>
                    <a:pt x="5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9" name="Google Shape;23079;p91"/>
            <p:cNvSpPr/>
            <p:nvPr/>
          </p:nvSpPr>
          <p:spPr>
            <a:xfrm>
              <a:off x="4748571" y="3893304"/>
              <a:ext cx="156269" cy="153718"/>
            </a:xfrm>
            <a:custGeom>
              <a:rect b="b" l="l" r="r" t="t"/>
              <a:pathLst>
                <a:path extrusionOk="0" h="5906" w="6004">
                  <a:moveTo>
                    <a:pt x="1731" y="1"/>
                  </a:moveTo>
                  <a:cubicBezTo>
                    <a:pt x="1676" y="1"/>
                    <a:pt x="1621" y="22"/>
                    <a:pt x="1581" y="64"/>
                  </a:cubicBezTo>
                  <a:lnTo>
                    <a:pt x="335" y="1306"/>
                  </a:lnTo>
                  <a:cubicBezTo>
                    <a:pt x="40" y="1598"/>
                    <a:pt x="1" y="2063"/>
                    <a:pt x="244" y="2400"/>
                  </a:cubicBezTo>
                  <a:cubicBezTo>
                    <a:pt x="757" y="3111"/>
                    <a:pt x="1331" y="3776"/>
                    <a:pt x="1964" y="4385"/>
                  </a:cubicBezTo>
                  <a:cubicBezTo>
                    <a:pt x="2005" y="4425"/>
                    <a:pt x="2058" y="4446"/>
                    <a:pt x="2112" y="4446"/>
                  </a:cubicBezTo>
                  <a:cubicBezTo>
                    <a:pt x="2166" y="4446"/>
                    <a:pt x="2221" y="4425"/>
                    <a:pt x="2263" y="4385"/>
                  </a:cubicBezTo>
                  <a:lnTo>
                    <a:pt x="2267" y="4381"/>
                  </a:lnTo>
                  <a:cubicBezTo>
                    <a:pt x="2348" y="4300"/>
                    <a:pt x="2348" y="4163"/>
                    <a:pt x="2263" y="4082"/>
                  </a:cubicBezTo>
                  <a:cubicBezTo>
                    <a:pt x="1647" y="3488"/>
                    <a:pt x="1088" y="2844"/>
                    <a:pt x="592" y="2151"/>
                  </a:cubicBezTo>
                  <a:cubicBezTo>
                    <a:pt x="472" y="1985"/>
                    <a:pt x="490" y="1757"/>
                    <a:pt x="634" y="1612"/>
                  </a:cubicBezTo>
                  <a:lnTo>
                    <a:pt x="1728" y="522"/>
                  </a:lnTo>
                  <a:lnTo>
                    <a:pt x="2640" y="1429"/>
                  </a:lnTo>
                  <a:lnTo>
                    <a:pt x="2182" y="1887"/>
                  </a:lnTo>
                  <a:cubicBezTo>
                    <a:pt x="2126" y="1943"/>
                    <a:pt x="2105" y="2028"/>
                    <a:pt x="2129" y="2105"/>
                  </a:cubicBezTo>
                  <a:cubicBezTo>
                    <a:pt x="2422" y="2977"/>
                    <a:pt x="3009" y="3569"/>
                    <a:pt x="3885" y="3861"/>
                  </a:cubicBezTo>
                  <a:cubicBezTo>
                    <a:pt x="3908" y="3868"/>
                    <a:pt x="3931" y="3871"/>
                    <a:pt x="3954" y="3871"/>
                  </a:cubicBezTo>
                  <a:cubicBezTo>
                    <a:pt x="4009" y="3871"/>
                    <a:pt x="4063" y="3850"/>
                    <a:pt x="4103" y="3808"/>
                  </a:cubicBezTo>
                  <a:lnTo>
                    <a:pt x="4561" y="3354"/>
                  </a:lnTo>
                  <a:lnTo>
                    <a:pt x="5469" y="4262"/>
                  </a:lnTo>
                  <a:lnTo>
                    <a:pt x="4378" y="5356"/>
                  </a:lnTo>
                  <a:cubicBezTo>
                    <a:pt x="4297" y="5437"/>
                    <a:pt x="4189" y="5479"/>
                    <a:pt x="4080" y="5479"/>
                  </a:cubicBezTo>
                  <a:cubicBezTo>
                    <a:pt x="3996" y="5479"/>
                    <a:pt x="3912" y="5454"/>
                    <a:pt x="3839" y="5402"/>
                  </a:cubicBezTo>
                  <a:cubicBezTo>
                    <a:pt x="3558" y="5198"/>
                    <a:pt x="3287" y="4987"/>
                    <a:pt x="3023" y="4765"/>
                  </a:cubicBezTo>
                  <a:cubicBezTo>
                    <a:pt x="2984" y="4732"/>
                    <a:pt x="2936" y="4716"/>
                    <a:pt x="2889" y="4716"/>
                  </a:cubicBezTo>
                  <a:cubicBezTo>
                    <a:pt x="2834" y="4716"/>
                    <a:pt x="2780" y="4737"/>
                    <a:pt x="2738" y="4779"/>
                  </a:cubicBezTo>
                  <a:lnTo>
                    <a:pt x="2735" y="4782"/>
                  </a:lnTo>
                  <a:cubicBezTo>
                    <a:pt x="2647" y="4870"/>
                    <a:pt x="2654" y="5015"/>
                    <a:pt x="2749" y="5096"/>
                  </a:cubicBezTo>
                  <a:cubicBezTo>
                    <a:pt x="3020" y="5321"/>
                    <a:pt x="3301" y="5539"/>
                    <a:pt x="3590" y="5747"/>
                  </a:cubicBezTo>
                  <a:cubicBezTo>
                    <a:pt x="3739" y="5854"/>
                    <a:pt x="3911" y="5906"/>
                    <a:pt x="4083" y="5906"/>
                  </a:cubicBezTo>
                  <a:cubicBezTo>
                    <a:pt x="4301" y="5906"/>
                    <a:pt x="4517" y="5822"/>
                    <a:pt x="4680" y="5659"/>
                  </a:cubicBezTo>
                  <a:lnTo>
                    <a:pt x="5926" y="4413"/>
                  </a:lnTo>
                  <a:cubicBezTo>
                    <a:pt x="5986" y="4353"/>
                    <a:pt x="6003" y="4258"/>
                    <a:pt x="5972" y="4181"/>
                  </a:cubicBezTo>
                  <a:cubicBezTo>
                    <a:pt x="5961" y="4153"/>
                    <a:pt x="5944" y="4125"/>
                    <a:pt x="5926" y="4103"/>
                  </a:cubicBezTo>
                  <a:lnTo>
                    <a:pt x="4716" y="2897"/>
                  </a:lnTo>
                  <a:cubicBezTo>
                    <a:pt x="4673" y="2854"/>
                    <a:pt x="4618" y="2833"/>
                    <a:pt x="4563" y="2833"/>
                  </a:cubicBezTo>
                  <a:cubicBezTo>
                    <a:pt x="4507" y="2833"/>
                    <a:pt x="4452" y="2854"/>
                    <a:pt x="4409" y="2897"/>
                  </a:cubicBezTo>
                  <a:lnTo>
                    <a:pt x="3899" y="3407"/>
                  </a:lnTo>
                  <a:cubicBezTo>
                    <a:pt x="3262" y="3160"/>
                    <a:pt x="2830" y="2728"/>
                    <a:pt x="2587" y="2091"/>
                  </a:cubicBezTo>
                  <a:lnTo>
                    <a:pt x="3097" y="1581"/>
                  </a:lnTo>
                  <a:cubicBezTo>
                    <a:pt x="3182" y="1496"/>
                    <a:pt x="3182" y="1359"/>
                    <a:pt x="3097" y="1278"/>
                  </a:cubicBezTo>
                  <a:lnTo>
                    <a:pt x="1883" y="64"/>
                  </a:lnTo>
                  <a:cubicBezTo>
                    <a:pt x="1841" y="22"/>
                    <a:pt x="1786" y="1"/>
                    <a:pt x="1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80" name="Google Shape;23080;p91"/>
          <p:cNvGrpSpPr/>
          <p:nvPr/>
        </p:nvGrpSpPr>
        <p:grpSpPr>
          <a:xfrm>
            <a:off x="5513441" y="3796534"/>
            <a:ext cx="372818" cy="353610"/>
            <a:chOff x="5513441" y="3796534"/>
            <a:chExt cx="372818" cy="353610"/>
          </a:xfrm>
        </p:grpSpPr>
        <p:sp>
          <p:nvSpPr>
            <p:cNvPr id="23081" name="Google Shape;23081;p91"/>
            <p:cNvSpPr/>
            <p:nvPr/>
          </p:nvSpPr>
          <p:spPr>
            <a:xfrm>
              <a:off x="5537803"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2" name="Google Shape;23082;p91"/>
            <p:cNvSpPr/>
            <p:nvPr/>
          </p:nvSpPr>
          <p:spPr>
            <a:xfrm>
              <a:off x="5686602" y="3802104"/>
              <a:ext cx="199657" cy="342522"/>
            </a:xfrm>
            <a:custGeom>
              <a:rect b="b" l="l" r="r" t="t"/>
              <a:pathLst>
                <a:path extrusionOk="0" h="13160" w="7671">
                  <a:moveTo>
                    <a:pt x="859" y="1"/>
                  </a:moveTo>
                  <a:cubicBezTo>
                    <a:pt x="574" y="1"/>
                    <a:pt x="286" y="18"/>
                    <a:pt x="1" y="57"/>
                  </a:cubicBezTo>
                  <a:cubicBezTo>
                    <a:pt x="3276" y="486"/>
                    <a:pt x="5725" y="3276"/>
                    <a:pt x="5725" y="6580"/>
                  </a:cubicBezTo>
                  <a:cubicBezTo>
                    <a:pt x="5725" y="9880"/>
                    <a:pt x="3276" y="12670"/>
                    <a:pt x="1" y="13103"/>
                  </a:cubicBezTo>
                  <a:cubicBezTo>
                    <a:pt x="291" y="13141"/>
                    <a:pt x="579" y="13160"/>
                    <a:pt x="864" y="13160"/>
                  </a:cubicBezTo>
                  <a:cubicBezTo>
                    <a:pt x="4278" y="13160"/>
                    <a:pt x="7194" y="10510"/>
                    <a:pt x="7421" y="7009"/>
                  </a:cubicBezTo>
                  <a:cubicBezTo>
                    <a:pt x="7671" y="3216"/>
                    <a:pt x="4663" y="4"/>
                    <a:pt x="85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3" name="Google Shape;23083;p91"/>
            <p:cNvSpPr/>
            <p:nvPr/>
          </p:nvSpPr>
          <p:spPr>
            <a:xfrm>
              <a:off x="5580201" y="3876204"/>
              <a:ext cx="257620" cy="194243"/>
            </a:xfrm>
            <a:custGeom>
              <a:rect b="b" l="l" r="r" t="t"/>
              <a:pathLst>
                <a:path extrusionOk="0" h="7463" w="9898">
                  <a:moveTo>
                    <a:pt x="4949" y="1"/>
                  </a:moveTo>
                  <a:cubicBezTo>
                    <a:pt x="3563" y="1"/>
                    <a:pt x="2178" y="79"/>
                    <a:pt x="799" y="236"/>
                  </a:cubicBezTo>
                  <a:cubicBezTo>
                    <a:pt x="538" y="264"/>
                    <a:pt x="331" y="464"/>
                    <a:pt x="292" y="725"/>
                  </a:cubicBezTo>
                  <a:cubicBezTo>
                    <a:pt x="0" y="2720"/>
                    <a:pt x="0" y="4746"/>
                    <a:pt x="292" y="6741"/>
                  </a:cubicBezTo>
                  <a:cubicBezTo>
                    <a:pt x="331" y="6998"/>
                    <a:pt x="538" y="7199"/>
                    <a:pt x="799" y="7230"/>
                  </a:cubicBezTo>
                  <a:cubicBezTo>
                    <a:pt x="2178" y="7385"/>
                    <a:pt x="3561" y="7463"/>
                    <a:pt x="4947" y="7463"/>
                  </a:cubicBezTo>
                  <a:cubicBezTo>
                    <a:pt x="6333" y="7463"/>
                    <a:pt x="7720" y="7385"/>
                    <a:pt x="9099" y="7230"/>
                  </a:cubicBezTo>
                  <a:cubicBezTo>
                    <a:pt x="9359" y="7199"/>
                    <a:pt x="9567" y="6998"/>
                    <a:pt x="9606" y="6741"/>
                  </a:cubicBezTo>
                  <a:cubicBezTo>
                    <a:pt x="9898" y="4746"/>
                    <a:pt x="9898" y="2720"/>
                    <a:pt x="9606" y="725"/>
                  </a:cubicBezTo>
                  <a:cubicBezTo>
                    <a:pt x="9567" y="464"/>
                    <a:pt x="9359" y="264"/>
                    <a:pt x="9099" y="236"/>
                  </a:cubicBezTo>
                  <a:cubicBezTo>
                    <a:pt x="7720" y="79"/>
                    <a:pt x="6334" y="1"/>
                    <a:pt x="49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4" name="Google Shape;23084;p91"/>
            <p:cNvSpPr/>
            <p:nvPr/>
          </p:nvSpPr>
          <p:spPr>
            <a:xfrm>
              <a:off x="5671402" y="3924095"/>
              <a:ext cx="94636" cy="98358"/>
            </a:xfrm>
            <a:custGeom>
              <a:rect b="b" l="l" r="r" t="t"/>
              <a:pathLst>
                <a:path extrusionOk="0" h="3779" w="3636">
                  <a:moveTo>
                    <a:pt x="133" y="0"/>
                  </a:moveTo>
                  <a:cubicBezTo>
                    <a:pt x="65" y="0"/>
                    <a:pt x="3" y="53"/>
                    <a:pt x="1" y="127"/>
                  </a:cubicBezTo>
                  <a:lnTo>
                    <a:pt x="1" y="3649"/>
                  </a:lnTo>
                  <a:cubicBezTo>
                    <a:pt x="1" y="3723"/>
                    <a:pt x="63" y="3778"/>
                    <a:pt x="133" y="3778"/>
                  </a:cubicBezTo>
                  <a:cubicBezTo>
                    <a:pt x="152" y="3778"/>
                    <a:pt x="172" y="3774"/>
                    <a:pt x="191" y="3765"/>
                  </a:cubicBezTo>
                  <a:lnTo>
                    <a:pt x="3544" y="2006"/>
                  </a:lnTo>
                  <a:cubicBezTo>
                    <a:pt x="3635" y="1953"/>
                    <a:pt x="3635" y="1823"/>
                    <a:pt x="3544" y="1773"/>
                  </a:cubicBezTo>
                  <a:lnTo>
                    <a:pt x="191" y="14"/>
                  </a:lnTo>
                  <a:cubicBezTo>
                    <a:pt x="172" y="5"/>
                    <a:pt x="152" y="0"/>
                    <a:pt x="133"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5" name="Google Shape;23085;p91"/>
            <p:cNvSpPr/>
            <p:nvPr/>
          </p:nvSpPr>
          <p:spPr>
            <a:xfrm>
              <a:off x="5513441" y="3796534"/>
              <a:ext cx="372454" cy="353610"/>
            </a:xfrm>
            <a:custGeom>
              <a:rect b="b" l="l" r="r" t="t"/>
              <a:pathLst>
                <a:path extrusionOk="0" h="13586" w="14310">
                  <a:moveTo>
                    <a:pt x="7512" y="429"/>
                  </a:moveTo>
                  <a:cubicBezTo>
                    <a:pt x="11020" y="429"/>
                    <a:pt x="13877" y="3283"/>
                    <a:pt x="13877" y="6794"/>
                  </a:cubicBezTo>
                  <a:cubicBezTo>
                    <a:pt x="13877" y="10302"/>
                    <a:pt x="11020" y="13155"/>
                    <a:pt x="7512" y="13155"/>
                  </a:cubicBezTo>
                  <a:cubicBezTo>
                    <a:pt x="4004" y="13155"/>
                    <a:pt x="1151" y="10302"/>
                    <a:pt x="1151" y="6794"/>
                  </a:cubicBezTo>
                  <a:cubicBezTo>
                    <a:pt x="1151" y="3283"/>
                    <a:pt x="4004" y="429"/>
                    <a:pt x="7512" y="429"/>
                  </a:cubicBezTo>
                  <a:close/>
                  <a:moveTo>
                    <a:pt x="7512" y="1"/>
                  </a:moveTo>
                  <a:cubicBezTo>
                    <a:pt x="6205" y="1"/>
                    <a:pt x="4890" y="377"/>
                    <a:pt x="3740" y="1147"/>
                  </a:cubicBezTo>
                  <a:cubicBezTo>
                    <a:pt x="1045" y="2945"/>
                    <a:pt x="0" y="6400"/>
                    <a:pt x="1239" y="9391"/>
                  </a:cubicBezTo>
                  <a:cubicBezTo>
                    <a:pt x="2307" y="11966"/>
                    <a:pt x="4809" y="13586"/>
                    <a:pt x="7510" y="13586"/>
                  </a:cubicBezTo>
                  <a:cubicBezTo>
                    <a:pt x="7949" y="13586"/>
                    <a:pt x="8394" y="13543"/>
                    <a:pt x="8839" y="13454"/>
                  </a:cubicBezTo>
                  <a:cubicBezTo>
                    <a:pt x="12016" y="12825"/>
                    <a:pt x="14306" y="10035"/>
                    <a:pt x="14306" y="6794"/>
                  </a:cubicBezTo>
                  <a:cubicBezTo>
                    <a:pt x="14310" y="4989"/>
                    <a:pt x="13596"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6" name="Google Shape;23086;p91"/>
            <p:cNvSpPr/>
            <p:nvPr/>
          </p:nvSpPr>
          <p:spPr>
            <a:xfrm>
              <a:off x="5574892" y="3870999"/>
              <a:ext cx="268057" cy="204680"/>
            </a:xfrm>
            <a:custGeom>
              <a:rect b="b" l="l" r="r" t="t"/>
              <a:pathLst>
                <a:path extrusionOk="0" h="7864" w="10299">
                  <a:moveTo>
                    <a:pt x="5149" y="0"/>
                  </a:moveTo>
                  <a:cubicBezTo>
                    <a:pt x="3757" y="0"/>
                    <a:pt x="2364" y="79"/>
                    <a:pt x="978" y="235"/>
                  </a:cubicBezTo>
                  <a:cubicBezTo>
                    <a:pt x="626" y="274"/>
                    <a:pt x="348" y="545"/>
                    <a:pt x="296" y="897"/>
                  </a:cubicBezTo>
                  <a:cubicBezTo>
                    <a:pt x="0" y="2909"/>
                    <a:pt x="0" y="4953"/>
                    <a:pt x="296" y="6969"/>
                  </a:cubicBezTo>
                  <a:cubicBezTo>
                    <a:pt x="348" y="7318"/>
                    <a:pt x="626" y="7589"/>
                    <a:pt x="978" y="7627"/>
                  </a:cubicBezTo>
                  <a:cubicBezTo>
                    <a:pt x="2364" y="7786"/>
                    <a:pt x="3758" y="7863"/>
                    <a:pt x="5151" y="7863"/>
                  </a:cubicBezTo>
                  <a:cubicBezTo>
                    <a:pt x="5742" y="7863"/>
                    <a:pt x="6337" y="7849"/>
                    <a:pt x="6931" y="7821"/>
                  </a:cubicBezTo>
                  <a:cubicBezTo>
                    <a:pt x="7044" y="7814"/>
                    <a:pt x="7132" y="7719"/>
                    <a:pt x="7132" y="7606"/>
                  </a:cubicBezTo>
                  <a:cubicBezTo>
                    <a:pt x="7132" y="7487"/>
                    <a:pt x="7037" y="7391"/>
                    <a:pt x="6919" y="7391"/>
                  </a:cubicBezTo>
                  <a:cubicBezTo>
                    <a:pt x="6915" y="7391"/>
                    <a:pt x="6911" y="7391"/>
                    <a:pt x="6907" y="7392"/>
                  </a:cubicBezTo>
                  <a:cubicBezTo>
                    <a:pt x="6326" y="7420"/>
                    <a:pt x="5745" y="7434"/>
                    <a:pt x="5163" y="7434"/>
                  </a:cubicBezTo>
                  <a:cubicBezTo>
                    <a:pt x="3783" y="7434"/>
                    <a:pt x="2402" y="7355"/>
                    <a:pt x="1027" y="7202"/>
                  </a:cubicBezTo>
                  <a:cubicBezTo>
                    <a:pt x="869" y="7184"/>
                    <a:pt x="742" y="7061"/>
                    <a:pt x="721" y="6906"/>
                  </a:cubicBezTo>
                  <a:cubicBezTo>
                    <a:pt x="433" y="4932"/>
                    <a:pt x="433" y="2927"/>
                    <a:pt x="721" y="956"/>
                  </a:cubicBezTo>
                  <a:cubicBezTo>
                    <a:pt x="742" y="798"/>
                    <a:pt x="869" y="678"/>
                    <a:pt x="1027" y="661"/>
                  </a:cubicBezTo>
                  <a:cubicBezTo>
                    <a:pt x="2398" y="506"/>
                    <a:pt x="3775" y="429"/>
                    <a:pt x="5151" y="429"/>
                  </a:cubicBezTo>
                  <a:cubicBezTo>
                    <a:pt x="6528" y="429"/>
                    <a:pt x="7904" y="506"/>
                    <a:pt x="9275" y="661"/>
                  </a:cubicBezTo>
                  <a:cubicBezTo>
                    <a:pt x="9433" y="678"/>
                    <a:pt x="9560" y="798"/>
                    <a:pt x="9584" y="956"/>
                  </a:cubicBezTo>
                  <a:cubicBezTo>
                    <a:pt x="9873" y="2927"/>
                    <a:pt x="9873" y="4932"/>
                    <a:pt x="9584" y="6906"/>
                  </a:cubicBezTo>
                  <a:cubicBezTo>
                    <a:pt x="9560" y="7061"/>
                    <a:pt x="9433" y="7184"/>
                    <a:pt x="9275" y="7202"/>
                  </a:cubicBezTo>
                  <a:cubicBezTo>
                    <a:pt x="8835" y="7251"/>
                    <a:pt x="8395" y="7293"/>
                    <a:pt x="7948" y="7325"/>
                  </a:cubicBezTo>
                  <a:cubicBezTo>
                    <a:pt x="7839" y="7335"/>
                    <a:pt x="7751" y="7427"/>
                    <a:pt x="7751" y="7539"/>
                  </a:cubicBezTo>
                  <a:cubicBezTo>
                    <a:pt x="7751" y="7658"/>
                    <a:pt x="7850" y="7754"/>
                    <a:pt x="7968" y="7754"/>
                  </a:cubicBezTo>
                  <a:cubicBezTo>
                    <a:pt x="7972" y="7754"/>
                    <a:pt x="7976" y="7754"/>
                    <a:pt x="7980" y="7754"/>
                  </a:cubicBezTo>
                  <a:cubicBezTo>
                    <a:pt x="8430" y="7719"/>
                    <a:pt x="8877" y="7677"/>
                    <a:pt x="9324" y="7627"/>
                  </a:cubicBezTo>
                  <a:cubicBezTo>
                    <a:pt x="9676" y="7589"/>
                    <a:pt x="9954" y="7318"/>
                    <a:pt x="10007" y="6966"/>
                  </a:cubicBezTo>
                  <a:cubicBezTo>
                    <a:pt x="10299" y="4953"/>
                    <a:pt x="10299" y="2909"/>
                    <a:pt x="10007" y="897"/>
                  </a:cubicBezTo>
                  <a:cubicBezTo>
                    <a:pt x="9954" y="545"/>
                    <a:pt x="9672" y="274"/>
                    <a:pt x="9321" y="235"/>
                  </a:cubicBezTo>
                  <a:cubicBezTo>
                    <a:pt x="7934" y="79"/>
                    <a:pt x="6542" y="0"/>
                    <a:pt x="5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7" name="Google Shape;23087;p91"/>
            <p:cNvSpPr/>
            <p:nvPr/>
          </p:nvSpPr>
          <p:spPr>
            <a:xfrm>
              <a:off x="5666274" y="3916937"/>
              <a:ext cx="108899" cy="112855"/>
            </a:xfrm>
            <a:custGeom>
              <a:rect b="b" l="l" r="r" t="t"/>
              <a:pathLst>
                <a:path extrusionOk="0" h="4336" w="4184">
                  <a:moveTo>
                    <a:pt x="426" y="567"/>
                  </a:moveTo>
                  <a:lnTo>
                    <a:pt x="3466" y="2164"/>
                  </a:lnTo>
                  <a:lnTo>
                    <a:pt x="426" y="3765"/>
                  </a:lnTo>
                  <a:lnTo>
                    <a:pt x="426" y="567"/>
                  </a:lnTo>
                  <a:close/>
                  <a:moveTo>
                    <a:pt x="214" y="1"/>
                  </a:moveTo>
                  <a:cubicBezTo>
                    <a:pt x="101" y="1"/>
                    <a:pt x="1" y="90"/>
                    <a:pt x="1" y="215"/>
                  </a:cubicBezTo>
                  <a:lnTo>
                    <a:pt x="1" y="4121"/>
                  </a:lnTo>
                  <a:cubicBezTo>
                    <a:pt x="1" y="4246"/>
                    <a:pt x="101" y="4335"/>
                    <a:pt x="214" y="4335"/>
                  </a:cubicBezTo>
                  <a:cubicBezTo>
                    <a:pt x="247" y="4335"/>
                    <a:pt x="281" y="4328"/>
                    <a:pt x="314" y="4311"/>
                  </a:cubicBezTo>
                  <a:lnTo>
                    <a:pt x="4033" y="2358"/>
                  </a:lnTo>
                  <a:cubicBezTo>
                    <a:pt x="4184" y="2277"/>
                    <a:pt x="4184" y="2055"/>
                    <a:pt x="4033" y="1978"/>
                  </a:cubicBezTo>
                  <a:lnTo>
                    <a:pt x="314" y="25"/>
                  </a:lnTo>
                  <a:cubicBezTo>
                    <a:pt x="281" y="9"/>
                    <a:pt x="247" y="1"/>
                    <a:pt x="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88" name="Google Shape;23088;p91"/>
          <p:cNvGrpSpPr/>
          <p:nvPr/>
        </p:nvGrpSpPr>
        <p:grpSpPr>
          <a:xfrm>
            <a:off x="6487078" y="3354899"/>
            <a:ext cx="403608" cy="382344"/>
            <a:chOff x="6487078" y="3354899"/>
            <a:chExt cx="403608" cy="382344"/>
          </a:xfrm>
        </p:grpSpPr>
        <p:sp>
          <p:nvSpPr>
            <p:cNvPr id="23089" name="Google Shape;23089;p91"/>
            <p:cNvSpPr/>
            <p:nvPr/>
          </p:nvSpPr>
          <p:spPr>
            <a:xfrm>
              <a:off x="6513443" y="3360990"/>
              <a:ext cx="370293" cy="370163"/>
            </a:xfrm>
            <a:custGeom>
              <a:rect b="b" l="l" r="r" t="t"/>
              <a:pathLst>
                <a:path extrusionOk="0" h="14222" w="14227">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0" name="Google Shape;23090;p91"/>
            <p:cNvSpPr/>
            <p:nvPr/>
          </p:nvSpPr>
          <p:spPr>
            <a:xfrm>
              <a:off x="6674450" y="3360990"/>
              <a:ext cx="216236" cy="370267"/>
            </a:xfrm>
            <a:custGeom>
              <a:rect b="b" l="l" r="r" t="t"/>
              <a:pathLst>
                <a:path extrusionOk="0" h="14226" w="8308">
                  <a:moveTo>
                    <a:pt x="942" y="0"/>
                  </a:moveTo>
                  <a:cubicBezTo>
                    <a:pt x="938" y="0"/>
                    <a:pt x="934" y="0"/>
                    <a:pt x="929" y="0"/>
                  </a:cubicBezTo>
                  <a:cubicBezTo>
                    <a:pt x="616" y="0"/>
                    <a:pt x="307" y="18"/>
                    <a:pt x="0" y="60"/>
                  </a:cubicBezTo>
                  <a:cubicBezTo>
                    <a:pt x="3540" y="524"/>
                    <a:pt x="6186" y="3540"/>
                    <a:pt x="6186" y="7111"/>
                  </a:cubicBezTo>
                  <a:cubicBezTo>
                    <a:pt x="6186" y="10679"/>
                    <a:pt x="3540" y="13697"/>
                    <a:pt x="0" y="14162"/>
                  </a:cubicBezTo>
                  <a:cubicBezTo>
                    <a:pt x="321" y="14205"/>
                    <a:pt x="639" y="14226"/>
                    <a:pt x="954" y="14226"/>
                  </a:cubicBezTo>
                  <a:cubicBezTo>
                    <a:pt x="4640" y="14226"/>
                    <a:pt x="7790" y="11362"/>
                    <a:pt x="8037" y="7575"/>
                  </a:cubicBezTo>
                  <a:cubicBezTo>
                    <a:pt x="8307" y="3473"/>
                    <a:pt x="5049" y="0"/>
                    <a:pt x="942"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1" name="Google Shape;23091;p91"/>
            <p:cNvSpPr/>
            <p:nvPr/>
          </p:nvSpPr>
          <p:spPr>
            <a:xfrm>
              <a:off x="6553838" y="3401280"/>
              <a:ext cx="289504" cy="289504"/>
            </a:xfrm>
            <a:custGeom>
              <a:rect b="b" l="l" r="r" t="t"/>
              <a:pathLst>
                <a:path extrusionOk="0" h="11123" w="11123">
                  <a:moveTo>
                    <a:pt x="5563" y="0"/>
                  </a:moveTo>
                  <a:cubicBezTo>
                    <a:pt x="2492" y="0"/>
                    <a:pt x="1" y="2491"/>
                    <a:pt x="1" y="5563"/>
                  </a:cubicBezTo>
                  <a:cubicBezTo>
                    <a:pt x="1" y="8635"/>
                    <a:pt x="2492" y="11122"/>
                    <a:pt x="5563" y="11122"/>
                  </a:cubicBezTo>
                  <a:cubicBezTo>
                    <a:pt x="8635" y="11122"/>
                    <a:pt x="11123" y="8635"/>
                    <a:pt x="11123" y="5563"/>
                  </a:cubicBezTo>
                  <a:cubicBezTo>
                    <a:pt x="11123" y="2491"/>
                    <a:pt x="8635" y="0"/>
                    <a:pt x="55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2" name="Google Shape;23092;p91"/>
            <p:cNvSpPr/>
            <p:nvPr/>
          </p:nvSpPr>
          <p:spPr>
            <a:xfrm>
              <a:off x="6659796" y="3510101"/>
              <a:ext cx="74751" cy="71888"/>
            </a:xfrm>
            <a:custGeom>
              <a:rect b="b" l="l" r="r" t="t"/>
              <a:pathLst>
                <a:path extrusionOk="0" h="2762" w="2872">
                  <a:moveTo>
                    <a:pt x="1490" y="1"/>
                  </a:moveTo>
                  <a:cubicBezTo>
                    <a:pt x="1131" y="1"/>
                    <a:pt x="778" y="140"/>
                    <a:pt x="514" y="404"/>
                  </a:cubicBezTo>
                  <a:cubicBezTo>
                    <a:pt x="120" y="801"/>
                    <a:pt x="1" y="1392"/>
                    <a:pt x="215" y="1910"/>
                  </a:cubicBezTo>
                  <a:cubicBezTo>
                    <a:pt x="430" y="2423"/>
                    <a:pt x="933" y="2761"/>
                    <a:pt x="1489" y="2761"/>
                  </a:cubicBezTo>
                  <a:cubicBezTo>
                    <a:pt x="2252" y="2761"/>
                    <a:pt x="2868" y="2142"/>
                    <a:pt x="2872" y="1382"/>
                  </a:cubicBezTo>
                  <a:cubicBezTo>
                    <a:pt x="2872" y="822"/>
                    <a:pt x="2534" y="319"/>
                    <a:pt x="2017" y="105"/>
                  </a:cubicBezTo>
                  <a:cubicBezTo>
                    <a:pt x="1847" y="35"/>
                    <a:pt x="1668" y="1"/>
                    <a:pt x="149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3" name="Google Shape;23093;p91"/>
            <p:cNvSpPr/>
            <p:nvPr/>
          </p:nvSpPr>
          <p:spPr>
            <a:xfrm>
              <a:off x="6553838" y="3455860"/>
              <a:ext cx="182271" cy="234169"/>
            </a:xfrm>
            <a:custGeom>
              <a:rect b="b" l="l" r="r" t="t"/>
              <a:pathLst>
                <a:path extrusionOk="0" h="8997" w="7003">
                  <a:moveTo>
                    <a:pt x="1215" y="0"/>
                  </a:moveTo>
                  <a:cubicBezTo>
                    <a:pt x="430" y="985"/>
                    <a:pt x="1" y="2206"/>
                    <a:pt x="1" y="3466"/>
                  </a:cubicBezTo>
                  <a:cubicBezTo>
                    <a:pt x="1" y="6333"/>
                    <a:pt x="2186" y="8705"/>
                    <a:pt x="4979" y="8997"/>
                  </a:cubicBezTo>
                  <a:lnTo>
                    <a:pt x="7002" y="5179"/>
                  </a:lnTo>
                  <a:lnTo>
                    <a:pt x="7002" y="5179"/>
                  </a:lnTo>
                  <a:cubicBezTo>
                    <a:pt x="6598" y="5521"/>
                    <a:pt x="6088" y="5707"/>
                    <a:pt x="5560" y="5707"/>
                  </a:cubicBezTo>
                  <a:cubicBezTo>
                    <a:pt x="4385" y="5704"/>
                    <a:pt x="3410" y="4796"/>
                    <a:pt x="3326" y="3624"/>
                  </a:cubicBezTo>
                  <a:lnTo>
                    <a:pt x="1215"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4" name="Google Shape;23094;p91"/>
            <p:cNvSpPr/>
            <p:nvPr/>
          </p:nvSpPr>
          <p:spPr>
            <a:xfrm>
              <a:off x="6584889" y="3401306"/>
              <a:ext cx="247183" cy="148981"/>
            </a:xfrm>
            <a:custGeom>
              <a:rect b="b" l="l" r="r" t="t"/>
              <a:pathLst>
                <a:path extrusionOk="0" h="5724" w="9497">
                  <a:moveTo>
                    <a:pt x="4366" y="1"/>
                  </a:moveTo>
                  <a:cubicBezTo>
                    <a:pt x="2678" y="1"/>
                    <a:pt x="1061" y="775"/>
                    <a:pt x="0" y="2124"/>
                  </a:cubicBezTo>
                  <a:lnTo>
                    <a:pt x="2136" y="5724"/>
                  </a:lnTo>
                  <a:cubicBezTo>
                    <a:pt x="2129" y="5671"/>
                    <a:pt x="2129" y="5615"/>
                    <a:pt x="2129" y="5562"/>
                  </a:cubicBezTo>
                  <a:cubicBezTo>
                    <a:pt x="2126" y="4287"/>
                    <a:pt x="3170" y="3319"/>
                    <a:pt x="4366" y="3319"/>
                  </a:cubicBezTo>
                  <a:cubicBezTo>
                    <a:pt x="4575" y="3319"/>
                    <a:pt x="4790" y="3349"/>
                    <a:pt x="5004" y="3412"/>
                  </a:cubicBezTo>
                  <a:lnTo>
                    <a:pt x="9497" y="3412"/>
                  </a:lnTo>
                  <a:cubicBezTo>
                    <a:pt x="8737" y="1597"/>
                    <a:pt x="7069" y="316"/>
                    <a:pt x="5116" y="52"/>
                  </a:cubicBezTo>
                  <a:cubicBezTo>
                    <a:pt x="4866" y="18"/>
                    <a:pt x="4615" y="1"/>
                    <a:pt x="436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5" name="Google Shape;23095;p91"/>
            <p:cNvSpPr/>
            <p:nvPr/>
          </p:nvSpPr>
          <p:spPr>
            <a:xfrm>
              <a:off x="6682596" y="3489279"/>
              <a:ext cx="160746" cy="201505"/>
            </a:xfrm>
            <a:custGeom>
              <a:rect b="b" l="l" r="r" t="t"/>
              <a:pathLst>
                <a:path extrusionOk="0" h="7742" w="6176">
                  <a:moveTo>
                    <a:pt x="5729" y="0"/>
                  </a:moveTo>
                  <a:lnTo>
                    <a:pt x="1271" y="32"/>
                  </a:lnTo>
                  <a:lnTo>
                    <a:pt x="1288" y="43"/>
                  </a:lnTo>
                  <a:cubicBezTo>
                    <a:pt x="2069" y="289"/>
                    <a:pt x="2654" y="943"/>
                    <a:pt x="2812" y="1746"/>
                  </a:cubicBezTo>
                  <a:cubicBezTo>
                    <a:pt x="2970" y="2548"/>
                    <a:pt x="2678" y="3375"/>
                    <a:pt x="2048" y="3899"/>
                  </a:cubicBezTo>
                  <a:lnTo>
                    <a:pt x="1" y="7706"/>
                  </a:lnTo>
                  <a:cubicBezTo>
                    <a:pt x="212" y="7730"/>
                    <a:pt x="422" y="7741"/>
                    <a:pt x="629" y="7741"/>
                  </a:cubicBezTo>
                  <a:cubicBezTo>
                    <a:pt x="3652" y="7741"/>
                    <a:pt x="6176" y="5284"/>
                    <a:pt x="6176" y="2182"/>
                  </a:cubicBezTo>
                  <a:cubicBezTo>
                    <a:pt x="6176" y="1432"/>
                    <a:pt x="6024" y="690"/>
                    <a:pt x="5729"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6" name="Google Shape;23096;p91"/>
            <p:cNvSpPr/>
            <p:nvPr/>
          </p:nvSpPr>
          <p:spPr>
            <a:xfrm>
              <a:off x="6487078" y="3354899"/>
              <a:ext cx="402776" cy="382344"/>
            </a:xfrm>
            <a:custGeom>
              <a:rect b="b" l="l" r="r" t="t"/>
              <a:pathLst>
                <a:path extrusionOk="0" h="14690" w="15475">
                  <a:moveTo>
                    <a:pt x="8125" y="466"/>
                  </a:moveTo>
                  <a:cubicBezTo>
                    <a:pt x="11918" y="466"/>
                    <a:pt x="15007" y="3552"/>
                    <a:pt x="15007" y="7345"/>
                  </a:cubicBezTo>
                  <a:cubicBezTo>
                    <a:pt x="15007"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6"/>
                    <a:pt x="1" y="6919"/>
                    <a:pt x="1341" y="10156"/>
                  </a:cubicBezTo>
                  <a:cubicBezTo>
                    <a:pt x="2494" y="12939"/>
                    <a:pt x="5199" y="14690"/>
                    <a:pt x="8120" y="14690"/>
                  </a:cubicBezTo>
                  <a:cubicBezTo>
                    <a:pt x="8597" y="14690"/>
                    <a:pt x="9078" y="14643"/>
                    <a:pt x="9560" y="14547"/>
                  </a:cubicBezTo>
                  <a:cubicBezTo>
                    <a:pt x="12994" y="13865"/>
                    <a:pt x="15471" y="10849"/>
                    <a:pt x="15471" y="7345"/>
                  </a:cubicBezTo>
                  <a:cubicBezTo>
                    <a:pt x="15475" y="5396"/>
                    <a:pt x="14701" y="3527"/>
                    <a:pt x="13318" y="2152"/>
                  </a:cubicBezTo>
                  <a:cubicBezTo>
                    <a:pt x="11899" y="732"/>
                    <a:pt x="10017"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7" name="Google Shape;23097;p91"/>
            <p:cNvSpPr/>
            <p:nvPr/>
          </p:nvSpPr>
          <p:spPr>
            <a:xfrm>
              <a:off x="6547696" y="3395138"/>
              <a:ext cx="301867" cy="301763"/>
            </a:xfrm>
            <a:custGeom>
              <a:rect b="b" l="l" r="r" t="t"/>
              <a:pathLst>
                <a:path extrusionOk="0" h="11594" w="11598">
                  <a:moveTo>
                    <a:pt x="5796" y="3864"/>
                  </a:moveTo>
                  <a:cubicBezTo>
                    <a:pt x="6300" y="3864"/>
                    <a:pt x="6795" y="4061"/>
                    <a:pt x="7165" y="4430"/>
                  </a:cubicBezTo>
                  <a:cubicBezTo>
                    <a:pt x="7717" y="4983"/>
                    <a:pt x="7882" y="5816"/>
                    <a:pt x="7583" y="6538"/>
                  </a:cubicBezTo>
                  <a:cubicBezTo>
                    <a:pt x="7284" y="7259"/>
                    <a:pt x="6580" y="7731"/>
                    <a:pt x="5796" y="7731"/>
                  </a:cubicBezTo>
                  <a:cubicBezTo>
                    <a:pt x="4730" y="7731"/>
                    <a:pt x="3868" y="6865"/>
                    <a:pt x="3864" y="5799"/>
                  </a:cubicBezTo>
                  <a:cubicBezTo>
                    <a:pt x="3864" y="5018"/>
                    <a:pt x="4336" y="4311"/>
                    <a:pt x="5057" y="4012"/>
                  </a:cubicBezTo>
                  <a:cubicBezTo>
                    <a:pt x="5296" y="3912"/>
                    <a:pt x="5547" y="3864"/>
                    <a:pt x="5796" y="3864"/>
                  </a:cubicBezTo>
                  <a:close/>
                  <a:moveTo>
                    <a:pt x="1412" y="2762"/>
                  </a:moveTo>
                  <a:lnTo>
                    <a:pt x="3442" y="6242"/>
                  </a:lnTo>
                  <a:cubicBezTo>
                    <a:pt x="3662" y="7416"/>
                    <a:pt x="4688" y="8195"/>
                    <a:pt x="5797" y="8195"/>
                  </a:cubicBezTo>
                  <a:cubicBezTo>
                    <a:pt x="6104" y="8195"/>
                    <a:pt x="6417" y="8136"/>
                    <a:pt x="6721" y="8008"/>
                  </a:cubicBezTo>
                  <a:lnTo>
                    <a:pt x="6721" y="8008"/>
                  </a:lnTo>
                  <a:lnTo>
                    <a:pt x="5068" y="11080"/>
                  </a:lnTo>
                  <a:cubicBezTo>
                    <a:pt x="2432" y="10714"/>
                    <a:pt x="469" y="8459"/>
                    <a:pt x="465" y="5799"/>
                  </a:cubicBezTo>
                  <a:lnTo>
                    <a:pt x="462" y="5799"/>
                  </a:lnTo>
                  <a:cubicBezTo>
                    <a:pt x="462" y="4712"/>
                    <a:pt x="793" y="3653"/>
                    <a:pt x="1412" y="2762"/>
                  </a:cubicBezTo>
                  <a:close/>
                  <a:moveTo>
                    <a:pt x="5800" y="464"/>
                  </a:moveTo>
                  <a:cubicBezTo>
                    <a:pt x="6005" y="464"/>
                    <a:pt x="6212" y="476"/>
                    <a:pt x="6419" y="500"/>
                  </a:cubicBezTo>
                  <a:cubicBezTo>
                    <a:pt x="8202" y="708"/>
                    <a:pt x="9758" y="1798"/>
                    <a:pt x="10563" y="3403"/>
                  </a:cubicBezTo>
                  <a:lnTo>
                    <a:pt x="9290" y="3403"/>
                  </a:lnTo>
                  <a:cubicBezTo>
                    <a:pt x="9160" y="3403"/>
                    <a:pt x="9057" y="3505"/>
                    <a:pt x="9057" y="3635"/>
                  </a:cubicBezTo>
                  <a:cubicBezTo>
                    <a:pt x="9057" y="3762"/>
                    <a:pt x="9160" y="3864"/>
                    <a:pt x="9290" y="3864"/>
                  </a:cubicBezTo>
                  <a:lnTo>
                    <a:pt x="10767" y="3864"/>
                  </a:lnTo>
                  <a:cubicBezTo>
                    <a:pt x="11408" y="5507"/>
                    <a:pt x="11193" y="7358"/>
                    <a:pt x="10201" y="8811"/>
                  </a:cubicBezTo>
                  <a:cubicBezTo>
                    <a:pt x="9205" y="10264"/>
                    <a:pt x="7559" y="11133"/>
                    <a:pt x="5799" y="11133"/>
                  </a:cubicBezTo>
                  <a:lnTo>
                    <a:pt x="5796" y="11133"/>
                  </a:lnTo>
                  <a:cubicBezTo>
                    <a:pt x="5722" y="11133"/>
                    <a:pt x="5645" y="11133"/>
                    <a:pt x="5571" y="11126"/>
                  </a:cubicBezTo>
                  <a:lnTo>
                    <a:pt x="7573" y="7403"/>
                  </a:lnTo>
                  <a:cubicBezTo>
                    <a:pt x="8530" y="6351"/>
                    <a:pt x="8361" y="4705"/>
                    <a:pt x="7214" y="3864"/>
                  </a:cubicBezTo>
                  <a:lnTo>
                    <a:pt x="8160" y="3864"/>
                  </a:lnTo>
                  <a:cubicBezTo>
                    <a:pt x="8287" y="3864"/>
                    <a:pt x="8392" y="3762"/>
                    <a:pt x="8392" y="3635"/>
                  </a:cubicBezTo>
                  <a:cubicBezTo>
                    <a:pt x="8392" y="3505"/>
                    <a:pt x="8287" y="3403"/>
                    <a:pt x="8160" y="3403"/>
                  </a:cubicBezTo>
                  <a:lnTo>
                    <a:pt x="5799" y="3403"/>
                  </a:lnTo>
                  <a:cubicBezTo>
                    <a:pt x="4656" y="3403"/>
                    <a:pt x="3674" y="4209"/>
                    <a:pt x="3449" y="5327"/>
                  </a:cubicBezTo>
                  <a:lnTo>
                    <a:pt x="1718" y="2365"/>
                  </a:lnTo>
                  <a:cubicBezTo>
                    <a:pt x="2738" y="1152"/>
                    <a:pt x="4236" y="464"/>
                    <a:pt x="5800" y="464"/>
                  </a:cubicBezTo>
                  <a:close/>
                  <a:moveTo>
                    <a:pt x="5796" y="0"/>
                  </a:moveTo>
                  <a:cubicBezTo>
                    <a:pt x="2601" y="0"/>
                    <a:pt x="1" y="2601"/>
                    <a:pt x="1" y="5799"/>
                  </a:cubicBezTo>
                  <a:cubicBezTo>
                    <a:pt x="1" y="8994"/>
                    <a:pt x="2601" y="11594"/>
                    <a:pt x="5796" y="11594"/>
                  </a:cubicBezTo>
                  <a:cubicBezTo>
                    <a:pt x="8994" y="11594"/>
                    <a:pt x="11598" y="8994"/>
                    <a:pt x="11598" y="5799"/>
                  </a:cubicBezTo>
                  <a:cubicBezTo>
                    <a:pt x="11598" y="2601"/>
                    <a:pt x="8994" y="0"/>
                    <a:pt x="57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8" name="Google Shape;23098;p91"/>
            <p:cNvSpPr/>
            <p:nvPr/>
          </p:nvSpPr>
          <p:spPr>
            <a:xfrm>
              <a:off x="6660343" y="3507811"/>
              <a:ext cx="79514" cy="76469"/>
            </a:xfrm>
            <a:custGeom>
              <a:rect b="b" l="l" r="r" t="t"/>
              <a:pathLst>
                <a:path extrusionOk="0" h="2938" w="3055">
                  <a:moveTo>
                    <a:pt x="1468" y="464"/>
                  </a:moveTo>
                  <a:cubicBezTo>
                    <a:pt x="2365" y="464"/>
                    <a:pt x="2812" y="1547"/>
                    <a:pt x="2179" y="2181"/>
                  </a:cubicBezTo>
                  <a:cubicBezTo>
                    <a:pt x="1974" y="2385"/>
                    <a:pt x="1723" y="2477"/>
                    <a:pt x="1476" y="2477"/>
                  </a:cubicBezTo>
                  <a:cubicBezTo>
                    <a:pt x="960" y="2477"/>
                    <a:pt x="465" y="2075"/>
                    <a:pt x="465" y="1470"/>
                  </a:cubicBezTo>
                  <a:cubicBezTo>
                    <a:pt x="465" y="914"/>
                    <a:pt x="915" y="464"/>
                    <a:pt x="1468" y="464"/>
                  </a:cubicBezTo>
                  <a:close/>
                  <a:moveTo>
                    <a:pt x="1469" y="1"/>
                  </a:moveTo>
                  <a:cubicBezTo>
                    <a:pt x="1281" y="1"/>
                    <a:pt x="1090" y="37"/>
                    <a:pt x="908" y="112"/>
                  </a:cubicBezTo>
                  <a:cubicBezTo>
                    <a:pt x="360" y="340"/>
                    <a:pt x="1" y="875"/>
                    <a:pt x="1" y="1470"/>
                  </a:cubicBezTo>
                  <a:cubicBezTo>
                    <a:pt x="1" y="2279"/>
                    <a:pt x="659" y="2937"/>
                    <a:pt x="1468" y="2937"/>
                  </a:cubicBezTo>
                  <a:cubicBezTo>
                    <a:pt x="2062" y="2937"/>
                    <a:pt x="2597" y="2582"/>
                    <a:pt x="2826" y="2033"/>
                  </a:cubicBezTo>
                  <a:cubicBezTo>
                    <a:pt x="3055" y="1484"/>
                    <a:pt x="2928" y="851"/>
                    <a:pt x="2506" y="432"/>
                  </a:cubicBezTo>
                  <a:cubicBezTo>
                    <a:pt x="2226" y="149"/>
                    <a:pt x="1851" y="1"/>
                    <a:pt x="1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99" name="Google Shape;23099;p91"/>
          <p:cNvGrpSpPr/>
          <p:nvPr/>
        </p:nvGrpSpPr>
        <p:grpSpPr>
          <a:xfrm>
            <a:off x="3190851" y="3342484"/>
            <a:ext cx="389684" cy="389684"/>
            <a:chOff x="3190851" y="3342484"/>
            <a:chExt cx="389684" cy="389684"/>
          </a:xfrm>
        </p:grpSpPr>
        <p:sp>
          <p:nvSpPr>
            <p:cNvPr id="23100" name="Google Shape;23100;p91"/>
            <p:cNvSpPr/>
            <p:nvPr/>
          </p:nvSpPr>
          <p:spPr>
            <a:xfrm>
              <a:off x="3201939" y="3577096"/>
              <a:ext cx="267146" cy="78135"/>
            </a:xfrm>
            <a:custGeom>
              <a:rect b="b" l="l" r="r" t="t"/>
              <a:pathLst>
                <a:path extrusionOk="0" h="3002" w="10264">
                  <a:moveTo>
                    <a:pt x="6172" y="789"/>
                  </a:moveTo>
                  <a:cubicBezTo>
                    <a:pt x="6425" y="789"/>
                    <a:pt x="6425" y="1169"/>
                    <a:pt x="6172" y="1169"/>
                  </a:cubicBezTo>
                  <a:lnTo>
                    <a:pt x="3564" y="1169"/>
                  </a:lnTo>
                  <a:cubicBezTo>
                    <a:pt x="3311" y="1165"/>
                    <a:pt x="3311" y="789"/>
                    <a:pt x="3564" y="789"/>
                  </a:cubicBezTo>
                  <a:close/>
                  <a:moveTo>
                    <a:pt x="2740" y="524"/>
                  </a:moveTo>
                  <a:cubicBezTo>
                    <a:pt x="2885" y="524"/>
                    <a:pt x="3012" y="707"/>
                    <a:pt x="2882" y="845"/>
                  </a:cubicBezTo>
                  <a:lnTo>
                    <a:pt x="1921" y="1865"/>
                  </a:lnTo>
                  <a:cubicBezTo>
                    <a:pt x="1887" y="1903"/>
                    <a:pt x="1835" y="1924"/>
                    <a:pt x="1784" y="1925"/>
                  </a:cubicBezTo>
                  <a:lnTo>
                    <a:pt x="1784" y="1925"/>
                  </a:lnTo>
                  <a:cubicBezTo>
                    <a:pt x="1731" y="1922"/>
                    <a:pt x="1678" y="1901"/>
                    <a:pt x="1643" y="1862"/>
                  </a:cubicBezTo>
                  <a:lnTo>
                    <a:pt x="1228" y="1412"/>
                  </a:lnTo>
                  <a:cubicBezTo>
                    <a:pt x="1110" y="1270"/>
                    <a:pt x="1235" y="1097"/>
                    <a:pt x="1377" y="1097"/>
                  </a:cubicBezTo>
                  <a:cubicBezTo>
                    <a:pt x="1422" y="1097"/>
                    <a:pt x="1468" y="1114"/>
                    <a:pt x="1510" y="1155"/>
                  </a:cubicBezTo>
                  <a:lnTo>
                    <a:pt x="1784" y="1457"/>
                  </a:lnTo>
                  <a:lnTo>
                    <a:pt x="2604" y="588"/>
                  </a:lnTo>
                  <a:cubicBezTo>
                    <a:pt x="2646" y="543"/>
                    <a:pt x="2694" y="524"/>
                    <a:pt x="2740" y="524"/>
                  </a:cubicBezTo>
                  <a:close/>
                  <a:moveTo>
                    <a:pt x="8684" y="1830"/>
                  </a:moveTo>
                  <a:cubicBezTo>
                    <a:pt x="8937" y="1834"/>
                    <a:pt x="8937" y="2210"/>
                    <a:pt x="8684" y="2210"/>
                  </a:cubicBezTo>
                  <a:lnTo>
                    <a:pt x="3564" y="2210"/>
                  </a:lnTo>
                  <a:cubicBezTo>
                    <a:pt x="3311" y="2210"/>
                    <a:pt x="3311" y="1830"/>
                    <a:pt x="3564" y="1830"/>
                  </a:cubicBezTo>
                  <a:close/>
                  <a:moveTo>
                    <a:pt x="1992" y="528"/>
                  </a:moveTo>
                  <a:cubicBezTo>
                    <a:pt x="2241" y="528"/>
                    <a:pt x="2241" y="905"/>
                    <a:pt x="1992" y="905"/>
                  </a:cubicBezTo>
                  <a:lnTo>
                    <a:pt x="989" y="905"/>
                  </a:lnTo>
                  <a:lnTo>
                    <a:pt x="989" y="2094"/>
                  </a:lnTo>
                  <a:lnTo>
                    <a:pt x="2252" y="2094"/>
                  </a:lnTo>
                  <a:lnTo>
                    <a:pt x="2252" y="1858"/>
                  </a:lnTo>
                  <a:cubicBezTo>
                    <a:pt x="2252" y="1756"/>
                    <a:pt x="2336" y="1672"/>
                    <a:pt x="2442" y="1672"/>
                  </a:cubicBezTo>
                  <a:cubicBezTo>
                    <a:pt x="2548" y="1672"/>
                    <a:pt x="2632" y="1756"/>
                    <a:pt x="2632" y="1862"/>
                  </a:cubicBezTo>
                  <a:lnTo>
                    <a:pt x="2632" y="2284"/>
                  </a:lnTo>
                  <a:cubicBezTo>
                    <a:pt x="2632" y="2386"/>
                    <a:pt x="2548" y="2471"/>
                    <a:pt x="2442" y="2471"/>
                  </a:cubicBezTo>
                  <a:lnTo>
                    <a:pt x="799" y="2471"/>
                  </a:lnTo>
                  <a:cubicBezTo>
                    <a:pt x="693" y="2471"/>
                    <a:pt x="609" y="2386"/>
                    <a:pt x="609" y="2284"/>
                  </a:cubicBezTo>
                  <a:lnTo>
                    <a:pt x="609" y="715"/>
                  </a:lnTo>
                  <a:cubicBezTo>
                    <a:pt x="609" y="613"/>
                    <a:pt x="693" y="528"/>
                    <a:pt x="799" y="528"/>
                  </a:cubicBezTo>
                  <a:close/>
                  <a:moveTo>
                    <a:pt x="0" y="1"/>
                  </a:moveTo>
                  <a:lnTo>
                    <a:pt x="0" y="2998"/>
                  </a:lnTo>
                  <a:lnTo>
                    <a:pt x="8497" y="2998"/>
                  </a:lnTo>
                  <a:cubicBezTo>
                    <a:pt x="8511" y="2998"/>
                    <a:pt x="8522" y="2998"/>
                    <a:pt x="8532" y="3002"/>
                  </a:cubicBezTo>
                  <a:lnTo>
                    <a:pt x="8550" y="3002"/>
                  </a:lnTo>
                  <a:lnTo>
                    <a:pt x="8564" y="2995"/>
                  </a:lnTo>
                  <a:cubicBezTo>
                    <a:pt x="8645" y="2942"/>
                    <a:pt x="8733" y="2900"/>
                    <a:pt x="8825" y="2868"/>
                  </a:cubicBezTo>
                  <a:lnTo>
                    <a:pt x="10264" y="2305"/>
                  </a:lnTo>
                  <a:lnTo>
                    <a:pt x="10264" y="1943"/>
                  </a:lnTo>
                  <a:lnTo>
                    <a:pt x="10239" y="1932"/>
                  </a:lnTo>
                  <a:cubicBezTo>
                    <a:pt x="9866" y="1728"/>
                    <a:pt x="9592" y="1387"/>
                    <a:pt x="9475" y="979"/>
                  </a:cubicBezTo>
                  <a:lnTo>
                    <a:pt x="9465" y="944"/>
                  </a:lnTo>
                  <a:lnTo>
                    <a:pt x="9423" y="944"/>
                  </a:lnTo>
                  <a:cubicBezTo>
                    <a:pt x="8948" y="944"/>
                    <a:pt x="8578" y="525"/>
                    <a:pt x="8642" y="53"/>
                  </a:cubicBezTo>
                  <a:lnTo>
                    <a:pt x="8649"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1" name="Google Shape;23101;p91"/>
            <p:cNvSpPr/>
            <p:nvPr/>
          </p:nvSpPr>
          <p:spPr>
            <a:xfrm>
              <a:off x="3201939" y="3460441"/>
              <a:ext cx="263294" cy="82976"/>
            </a:xfrm>
            <a:custGeom>
              <a:rect b="b" l="l" r="r" t="t"/>
              <a:pathLst>
                <a:path extrusionOk="0" h="3188" w="10116">
                  <a:moveTo>
                    <a:pt x="6168" y="978"/>
                  </a:moveTo>
                  <a:cubicBezTo>
                    <a:pt x="6421" y="978"/>
                    <a:pt x="6421" y="1355"/>
                    <a:pt x="6168" y="1355"/>
                  </a:cubicBezTo>
                  <a:lnTo>
                    <a:pt x="3561" y="1355"/>
                  </a:lnTo>
                  <a:cubicBezTo>
                    <a:pt x="3311" y="1355"/>
                    <a:pt x="3311" y="978"/>
                    <a:pt x="3561" y="978"/>
                  </a:cubicBezTo>
                  <a:close/>
                  <a:moveTo>
                    <a:pt x="2739" y="712"/>
                  </a:moveTo>
                  <a:cubicBezTo>
                    <a:pt x="2884" y="712"/>
                    <a:pt x="3012" y="896"/>
                    <a:pt x="2878" y="1035"/>
                  </a:cubicBezTo>
                  <a:lnTo>
                    <a:pt x="1921" y="2055"/>
                  </a:lnTo>
                  <a:cubicBezTo>
                    <a:pt x="1883" y="2090"/>
                    <a:pt x="1833" y="2111"/>
                    <a:pt x="1781" y="2111"/>
                  </a:cubicBezTo>
                  <a:cubicBezTo>
                    <a:pt x="1728" y="2111"/>
                    <a:pt x="1678" y="2090"/>
                    <a:pt x="1643" y="2051"/>
                  </a:cubicBezTo>
                  <a:lnTo>
                    <a:pt x="1228" y="1601"/>
                  </a:lnTo>
                  <a:cubicBezTo>
                    <a:pt x="1103" y="1460"/>
                    <a:pt x="1229" y="1281"/>
                    <a:pt x="1372" y="1281"/>
                  </a:cubicBezTo>
                  <a:cubicBezTo>
                    <a:pt x="1417" y="1281"/>
                    <a:pt x="1465" y="1300"/>
                    <a:pt x="1506" y="1344"/>
                  </a:cubicBezTo>
                  <a:lnTo>
                    <a:pt x="1784" y="1647"/>
                  </a:lnTo>
                  <a:lnTo>
                    <a:pt x="2604" y="774"/>
                  </a:lnTo>
                  <a:cubicBezTo>
                    <a:pt x="2645" y="730"/>
                    <a:pt x="2693" y="712"/>
                    <a:pt x="2739" y="712"/>
                  </a:cubicBezTo>
                  <a:close/>
                  <a:moveTo>
                    <a:pt x="8719" y="2020"/>
                  </a:moveTo>
                  <a:cubicBezTo>
                    <a:pt x="8972" y="2020"/>
                    <a:pt x="8972" y="2400"/>
                    <a:pt x="8719" y="2400"/>
                  </a:cubicBezTo>
                  <a:lnTo>
                    <a:pt x="3564" y="2400"/>
                  </a:lnTo>
                  <a:cubicBezTo>
                    <a:pt x="3459" y="2400"/>
                    <a:pt x="3374" y="2315"/>
                    <a:pt x="3374" y="2210"/>
                  </a:cubicBezTo>
                  <a:cubicBezTo>
                    <a:pt x="3374" y="2104"/>
                    <a:pt x="3459" y="2020"/>
                    <a:pt x="3561" y="2020"/>
                  </a:cubicBezTo>
                  <a:close/>
                  <a:moveTo>
                    <a:pt x="1992" y="714"/>
                  </a:moveTo>
                  <a:cubicBezTo>
                    <a:pt x="2241" y="714"/>
                    <a:pt x="2241" y="1094"/>
                    <a:pt x="1992" y="1094"/>
                  </a:cubicBezTo>
                  <a:lnTo>
                    <a:pt x="989" y="1094"/>
                  </a:lnTo>
                  <a:lnTo>
                    <a:pt x="989" y="2280"/>
                  </a:lnTo>
                  <a:lnTo>
                    <a:pt x="2252" y="2280"/>
                  </a:lnTo>
                  <a:lnTo>
                    <a:pt x="2252" y="2048"/>
                  </a:lnTo>
                  <a:cubicBezTo>
                    <a:pt x="2252" y="1921"/>
                    <a:pt x="2347" y="1858"/>
                    <a:pt x="2442" y="1858"/>
                  </a:cubicBezTo>
                  <a:cubicBezTo>
                    <a:pt x="2537" y="1858"/>
                    <a:pt x="2632" y="1921"/>
                    <a:pt x="2632" y="2048"/>
                  </a:cubicBezTo>
                  <a:lnTo>
                    <a:pt x="2632" y="2470"/>
                  </a:lnTo>
                  <a:cubicBezTo>
                    <a:pt x="2632" y="2576"/>
                    <a:pt x="2548" y="2660"/>
                    <a:pt x="2442" y="2660"/>
                  </a:cubicBezTo>
                  <a:lnTo>
                    <a:pt x="799" y="2660"/>
                  </a:lnTo>
                  <a:cubicBezTo>
                    <a:pt x="693" y="2660"/>
                    <a:pt x="609" y="2576"/>
                    <a:pt x="609" y="2470"/>
                  </a:cubicBezTo>
                  <a:lnTo>
                    <a:pt x="609" y="904"/>
                  </a:lnTo>
                  <a:cubicBezTo>
                    <a:pt x="609" y="799"/>
                    <a:pt x="693" y="714"/>
                    <a:pt x="799" y="714"/>
                  </a:cubicBezTo>
                  <a:close/>
                  <a:moveTo>
                    <a:pt x="0" y="0"/>
                  </a:moveTo>
                  <a:lnTo>
                    <a:pt x="0" y="3188"/>
                  </a:lnTo>
                  <a:lnTo>
                    <a:pt x="8986" y="3188"/>
                  </a:lnTo>
                  <a:lnTo>
                    <a:pt x="8990" y="3146"/>
                  </a:lnTo>
                  <a:cubicBezTo>
                    <a:pt x="9053" y="2445"/>
                    <a:pt x="9468" y="1826"/>
                    <a:pt x="10091" y="1503"/>
                  </a:cubicBezTo>
                  <a:lnTo>
                    <a:pt x="10116" y="1488"/>
                  </a:lnTo>
                  <a:lnTo>
                    <a:pt x="10116"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2" name="Google Shape;23102;p91"/>
            <p:cNvSpPr/>
            <p:nvPr/>
          </p:nvSpPr>
          <p:spPr>
            <a:xfrm>
              <a:off x="3202017" y="3348705"/>
              <a:ext cx="263320" cy="82898"/>
            </a:xfrm>
            <a:custGeom>
              <a:rect b="b" l="l" r="r" t="t"/>
              <a:pathLst>
                <a:path extrusionOk="0" h="3185" w="10117">
                  <a:moveTo>
                    <a:pt x="6165" y="979"/>
                  </a:moveTo>
                  <a:cubicBezTo>
                    <a:pt x="6418" y="979"/>
                    <a:pt x="6418" y="1355"/>
                    <a:pt x="6165" y="1355"/>
                  </a:cubicBezTo>
                  <a:lnTo>
                    <a:pt x="3558" y="1355"/>
                  </a:lnTo>
                  <a:cubicBezTo>
                    <a:pt x="3308" y="1355"/>
                    <a:pt x="3308" y="979"/>
                    <a:pt x="3558" y="979"/>
                  </a:cubicBezTo>
                  <a:close/>
                  <a:moveTo>
                    <a:pt x="2737" y="710"/>
                  </a:moveTo>
                  <a:cubicBezTo>
                    <a:pt x="2882" y="710"/>
                    <a:pt x="3008" y="893"/>
                    <a:pt x="2875" y="1032"/>
                  </a:cubicBezTo>
                  <a:lnTo>
                    <a:pt x="1918" y="2052"/>
                  </a:lnTo>
                  <a:cubicBezTo>
                    <a:pt x="1883" y="2091"/>
                    <a:pt x="1830" y="2112"/>
                    <a:pt x="1778" y="2112"/>
                  </a:cubicBezTo>
                  <a:cubicBezTo>
                    <a:pt x="1725" y="2108"/>
                    <a:pt x="1675" y="2087"/>
                    <a:pt x="1640" y="2048"/>
                  </a:cubicBezTo>
                  <a:lnTo>
                    <a:pt x="1225" y="1598"/>
                  </a:lnTo>
                  <a:cubicBezTo>
                    <a:pt x="1100" y="1457"/>
                    <a:pt x="1226" y="1278"/>
                    <a:pt x="1369" y="1278"/>
                  </a:cubicBezTo>
                  <a:cubicBezTo>
                    <a:pt x="1414" y="1278"/>
                    <a:pt x="1462" y="1297"/>
                    <a:pt x="1503" y="1341"/>
                  </a:cubicBezTo>
                  <a:lnTo>
                    <a:pt x="1781" y="1644"/>
                  </a:lnTo>
                  <a:lnTo>
                    <a:pt x="2601" y="775"/>
                  </a:lnTo>
                  <a:cubicBezTo>
                    <a:pt x="2643" y="729"/>
                    <a:pt x="2691" y="710"/>
                    <a:pt x="2737" y="710"/>
                  </a:cubicBezTo>
                  <a:close/>
                  <a:moveTo>
                    <a:pt x="8779" y="2024"/>
                  </a:moveTo>
                  <a:cubicBezTo>
                    <a:pt x="9026" y="2024"/>
                    <a:pt x="9024" y="2400"/>
                    <a:pt x="8776" y="2400"/>
                  </a:cubicBezTo>
                  <a:lnTo>
                    <a:pt x="3561" y="2400"/>
                  </a:lnTo>
                  <a:cubicBezTo>
                    <a:pt x="3309" y="2400"/>
                    <a:pt x="3308" y="2024"/>
                    <a:pt x="3558" y="2024"/>
                  </a:cubicBezTo>
                  <a:cubicBezTo>
                    <a:pt x="3559" y="2024"/>
                    <a:pt x="3560" y="2024"/>
                    <a:pt x="3561" y="2024"/>
                  </a:cubicBezTo>
                  <a:lnTo>
                    <a:pt x="8776" y="2024"/>
                  </a:lnTo>
                  <a:cubicBezTo>
                    <a:pt x="8777" y="2024"/>
                    <a:pt x="8778" y="2024"/>
                    <a:pt x="8779" y="2024"/>
                  </a:cubicBezTo>
                  <a:close/>
                  <a:moveTo>
                    <a:pt x="1989" y="711"/>
                  </a:moveTo>
                  <a:cubicBezTo>
                    <a:pt x="2238" y="711"/>
                    <a:pt x="2238" y="1091"/>
                    <a:pt x="1989" y="1091"/>
                  </a:cubicBezTo>
                  <a:lnTo>
                    <a:pt x="986" y="1091"/>
                  </a:lnTo>
                  <a:lnTo>
                    <a:pt x="986" y="2281"/>
                  </a:lnTo>
                  <a:lnTo>
                    <a:pt x="2249" y="2281"/>
                  </a:lnTo>
                  <a:lnTo>
                    <a:pt x="2249" y="2045"/>
                  </a:lnTo>
                  <a:cubicBezTo>
                    <a:pt x="2249" y="1920"/>
                    <a:pt x="2344" y="1857"/>
                    <a:pt x="2439" y="1857"/>
                  </a:cubicBezTo>
                  <a:cubicBezTo>
                    <a:pt x="2534" y="1857"/>
                    <a:pt x="2629" y="1920"/>
                    <a:pt x="2629" y="2045"/>
                  </a:cubicBezTo>
                  <a:lnTo>
                    <a:pt x="2629" y="2467"/>
                  </a:lnTo>
                  <a:cubicBezTo>
                    <a:pt x="2629" y="2573"/>
                    <a:pt x="2545" y="2657"/>
                    <a:pt x="2439" y="2657"/>
                  </a:cubicBezTo>
                  <a:lnTo>
                    <a:pt x="796" y="2657"/>
                  </a:lnTo>
                  <a:cubicBezTo>
                    <a:pt x="690" y="2657"/>
                    <a:pt x="606" y="2573"/>
                    <a:pt x="606" y="2467"/>
                  </a:cubicBezTo>
                  <a:lnTo>
                    <a:pt x="606" y="901"/>
                  </a:lnTo>
                  <a:cubicBezTo>
                    <a:pt x="606" y="796"/>
                    <a:pt x="690" y="711"/>
                    <a:pt x="796" y="711"/>
                  </a:cubicBezTo>
                  <a:close/>
                  <a:moveTo>
                    <a:pt x="1" y="1"/>
                  </a:moveTo>
                  <a:lnTo>
                    <a:pt x="1" y="3185"/>
                  </a:lnTo>
                  <a:lnTo>
                    <a:pt x="10116" y="3185"/>
                  </a:lnTo>
                  <a:lnTo>
                    <a:pt x="1011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3" name="Google Shape;23103;p91"/>
            <p:cNvSpPr/>
            <p:nvPr/>
          </p:nvSpPr>
          <p:spPr>
            <a:xfrm>
              <a:off x="3444697" y="3502371"/>
              <a:ext cx="93907" cy="62310"/>
            </a:xfrm>
            <a:custGeom>
              <a:rect b="b" l="l" r="r" t="t"/>
              <a:pathLst>
                <a:path extrusionOk="0" h="2394" w="3608">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93" y="2094"/>
                    <a:pt x="1707" y="2087"/>
                    <a:pt x="2351" y="1193"/>
                  </a:cubicBezTo>
                  <a:cubicBezTo>
                    <a:pt x="2384" y="1149"/>
                    <a:pt x="2431" y="1129"/>
                    <a:pt x="2478" y="1129"/>
                  </a:cubicBezTo>
                  <a:cubicBezTo>
                    <a:pt x="2548" y="1129"/>
                    <a:pt x="2616" y="1173"/>
                    <a:pt x="2632" y="1253"/>
                  </a:cubicBezTo>
                  <a:cubicBezTo>
                    <a:pt x="2632" y="1260"/>
                    <a:pt x="2808" y="1971"/>
                    <a:pt x="3368" y="2098"/>
                  </a:cubicBezTo>
                  <a:lnTo>
                    <a:pt x="3375" y="2098"/>
                  </a:lnTo>
                  <a:lnTo>
                    <a:pt x="3382" y="2101"/>
                  </a:lnTo>
                  <a:lnTo>
                    <a:pt x="3389" y="2105"/>
                  </a:lnTo>
                  <a:lnTo>
                    <a:pt x="3400" y="2108"/>
                  </a:lnTo>
                  <a:lnTo>
                    <a:pt x="3410" y="2115"/>
                  </a:lnTo>
                  <a:lnTo>
                    <a:pt x="3421" y="2119"/>
                  </a:lnTo>
                  <a:lnTo>
                    <a:pt x="3424" y="2122"/>
                  </a:lnTo>
                  <a:lnTo>
                    <a:pt x="3435" y="2129"/>
                  </a:lnTo>
                  <a:lnTo>
                    <a:pt x="3445" y="2140"/>
                  </a:lnTo>
                  <a:lnTo>
                    <a:pt x="3449" y="2140"/>
                  </a:lnTo>
                  <a:lnTo>
                    <a:pt x="3452" y="2147"/>
                  </a:lnTo>
                  <a:lnTo>
                    <a:pt x="3456" y="2154"/>
                  </a:lnTo>
                  <a:lnTo>
                    <a:pt x="3607" y="2358"/>
                  </a:lnTo>
                  <a:lnTo>
                    <a:pt x="3607" y="1728"/>
                  </a:lnTo>
                  <a:cubicBezTo>
                    <a:pt x="3604" y="775"/>
                    <a:pt x="2833" y="4"/>
                    <a:pt x="188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4" name="Google Shape;23104;p91"/>
            <p:cNvSpPr/>
            <p:nvPr/>
          </p:nvSpPr>
          <p:spPr>
            <a:xfrm>
              <a:off x="3456045" y="3544041"/>
              <a:ext cx="71367" cy="79228"/>
            </a:xfrm>
            <a:custGeom>
              <a:rect b="b" l="l" r="r" t="t"/>
              <a:pathLst>
                <a:path extrusionOk="0" h="3044" w="2742">
                  <a:moveTo>
                    <a:pt x="1985" y="0"/>
                  </a:moveTo>
                  <a:lnTo>
                    <a:pt x="1908" y="71"/>
                  </a:lnTo>
                  <a:cubicBezTo>
                    <a:pt x="1324" y="613"/>
                    <a:pt x="508" y="757"/>
                    <a:pt x="71" y="796"/>
                  </a:cubicBezTo>
                  <a:lnTo>
                    <a:pt x="1" y="803"/>
                  </a:lnTo>
                  <a:lnTo>
                    <a:pt x="1" y="1823"/>
                  </a:lnTo>
                  <a:cubicBezTo>
                    <a:pt x="1" y="2499"/>
                    <a:pt x="546" y="3044"/>
                    <a:pt x="1222" y="3044"/>
                  </a:cubicBezTo>
                  <a:lnTo>
                    <a:pt x="1521" y="3044"/>
                  </a:lnTo>
                  <a:cubicBezTo>
                    <a:pt x="2193" y="3044"/>
                    <a:pt x="2742" y="2499"/>
                    <a:pt x="2742" y="1823"/>
                  </a:cubicBezTo>
                  <a:lnTo>
                    <a:pt x="2742" y="768"/>
                  </a:lnTo>
                  <a:lnTo>
                    <a:pt x="2693" y="746"/>
                  </a:lnTo>
                  <a:cubicBezTo>
                    <a:pt x="2351" y="609"/>
                    <a:pt x="2144" y="314"/>
                    <a:pt x="2031" y="92"/>
                  </a:cubicBezTo>
                  <a:lnTo>
                    <a:pt x="1985"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5" name="Google Shape;23105;p91"/>
            <p:cNvSpPr/>
            <p:nvPr/>
          </p:nvSpPr>
          <p:spPr>
            <a:xfrm>
              <a:off x="3435718" y="3569418"/>
              <a:ext cx="12129" cy="23451"/>
            </a:xfrm>
            <a:custGeom>
              <a:rect b="b" l="l" r="r" t="t"/>
              <a:pathLst>
                <a:path extrusionOk="0" h="901" w="466">
                  <a:moveTo>
                    <a:pt x="465" y="0"/>
                  </a:moveTo>
                  <a:lnTo>
                    <a:pt x="374" y="14"/>
                  </a:lnTo>
                  <a:cubicBezTo>
                    <a:pt x="159" y="49"/>
                    <a:pt x="1" y="232"/>
                    <a:pt x="1" y="450"/>
                  </a:cubicBezTo>
                  <a:cubicBezTo>
                    <a:pt x="1" y="669"/>
                    <a:pt x="159" y="855"/>
                    <a:pt x="374" y="887"/>
                  </a:cubicBezTo>
                  <a:lnTo>
                    <a:pt x="465" y="901"/>
                  </a:lnTo>
                  <a:lnTo>
                    <a:pt x="465"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6" name="Google Shape;23106;p91"/>
            <p:cNvSpPr/>
            <p:nvPr/>
          </p:nvSpPr>
          <p:spPr>
            <a:xfrm>
              <a:off x="3478038" y="3630296"/>
              <a:ext cx="27407" cy="26236"/>
            </a:xfrm>
            <a:custGeom>
              <a:rect b="b" l="l" r="r" t="t"/>
              <a:pathLst>
                <a:path extrusionOk="0" h="1008" w="1053">
                  <a:moveTo>
                    <a:pt x="0" y="1"/>
                  </a:moveTo>
                  <a:lnTo>
                    <a:pt x="0" y="500"/>
                  </a:lnTo>
                  <a:lnTo>
                    <a:pt x="518" y="1007"/>
                  </a:lnTo>
                  <a:lnTo>
                    <a:pt x="1052" y="455"/>
                  </a:lnTo>
                  <a:lnTo>
                    <a:pt x="1052" y="1"/>
                  </a:lnTo>
                  <a:lnTo>
                    <a:pt x="957" y="18"/>
                  </a:lnTo>
                  <a:cubicBezTo>
                    <a:pt x="866" y="36"/>
                    <a:pt x="771" y="47"/>
                    <a:pt x="676" y="47"/>
                  </a:cubicBezTo>
                  <a:lnTo>
                    <a:pt x="377" y="47"/>
                  </a:lnTo>
                  <a:cubicBezTo>
                    <a:pt x="282" y="47"/>
                    <a:pt x="187" y="36"/>
                    <a:pt x="95" y="18"/>
                  </a:cubicBezTo>
                  <a:lnTo>
                    <a:pt x="0"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7" name="Google Shape;23107;p91"/>
            <p:cNvSpPr/>
            <p:nvPr/>
          </p:nvSpPr>
          <p:spPr>
            <a:xfrm>
              <a:off x="3535533" y="3569418"/>
              <a:ext cx="12207" cy="23555"/>
            </a:xfrm>
            <a:custGeom>
              <a:rect b="b" l="l" r="r" t="t"/>
              <a:pathLst>
                <a:path extrusionOk="0" h="905" w="469">
                  <a:moveTo>
                    <a:pt x="1" y="0"/>
                  </a:moveTo>
                  <a:lnTo>
                    <a:pt x="1" y="904"/>
                  </a:lnTo>
                  <a:lnTo>
                    <a:pt x="96" y="887"/>
                  </a:lnTo>
                  <a:cubicBezTo>
                    <a:pt x="311" y="852"/>
                    <a:pt x="469" y="669"/>
                    <a:pt x="469" y="450"/>
                  </a:cubicBezTo>
                  <a:cubicBezTo>
                    <a:pt x="469" y="236"/>
                    <a:pt x="311" y="49"/>
                    <a:pt x="96" y="18"/>
                  </a:cubicBezTo>
                  <a:lnTo>
                    <a:pt x="1"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8" name="Google Shape;23108;p91"/>
            <p:cNvSpPr/>
            <p:nvPr/>
          </p:nvSpPr>
          <p:spPr>
            <a:xfrm>
              <a:off x="3412189" y="3646251"/>
              <a:ext cx="158091" cy="80685"/>
            </a:xfrm>
            <a:custGeom>
              <a:rect b="b" l="l" r="r" t="t"/>
              <a:pathLst>
                <a:path extrusionOk="0" h="3100" w="6074">
                  <a:moveTo>
                    <a:pt x="3867" y="0"/>
                  </a:moveTo>
                  <a:lnTo>
                    <a:pt x="3167" y="725"/>
                  </a:lnTo>
                  <a:cubicBezTo>
                    <a:pt x="3135" y="757"/>
                    <a:pt x="3093" y="774"/>
                    <a:pt x="3051" y="774"/>
                  </a:cubicBezTo>
                  <a:cubicBezTo>
                    <a:pt x="3012" y="774"/>
                    <a:pt x="2973" y="759"/>
                    <a:pt x="2942" y="728"/>
                  </a:cubicBezTo>
                  <a:lnTo>
                    <a:pt x="2263" y="70"/>
                  </a:lnTo>
                  <a:cubicBezTo>
                    <a:pt x="2259" y="63"/>
                    <a:pt x="2256" y="60"/>
                    <a:pt x="2252" y="56"/>
                  </a:cubicBezTo>
                  <a:lnTo>
                    <a:pt x="2214" y="11"/>
                  </a:lnTo>
                  <a:lnTo>
                    <a:pt x="866" y="538"/>
                  </a:lnTo>
                  <a:lnTo>
                    <a:pt x="859" y="542"/>
                  </a:lnTo>
                  <a:cubicBezTo>
                    <a:pt x="824" y="556"/>
                    <a:pt x="1" y="855"/>
                    <a:pt x="1" y="1893"/>
                  </a:cubicBezTo>
                  <a:lnTo>
                    <a:pt x="1" y="3100"/>
                  </a:lnTo>
                  <a:lnTo>
                    <a:pt x="6073" y="3100"/>
                  </a:lnTo>
                  <a:lnTo>
                    <a:pt x="6073" y="1893"/>
                  </a:lnTo>
                  <a:cubicBezTo>
                    <a:pt x="6073" y="852"/>
                    <a:pt x="5250" y="552"/>
                    <a:pt x="5215" y="538"/>
                  </a:cubicBezTo>
                  <a:lnTo>
                    <a:pt x="5208" y="535"/>
                  </a:lnTo>
                  <a:lnTo>
                    <a:pt x="386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9" name="Google Shape;23109;p91"/>
            <p:cNvSpPr/>
            <p:nvPr/>
          </p:nvSpPr>
          <p:spPr>
            <a:xfrm>
              <a:off x="3444697" y="3502371"/>
              <a:ext cx="51873" cy="62310"/>
            </a:xfrm>
            <a:custGeom>
              <a:rect b="b" l="l" r="r" t="t"/>
              <a:pathLst>
                <a:path extrusionOk="0" h="2394" w="1993">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79" y="2094"/>
                    <a:pt x="317" y="2094"/>
                    <a:pt x="377" y="2091"/>
                  </a:cubicBezTo>
                  <a:lnTo>
                    <a:pt x="377" y="1732"/>
                  </a:lnTo>
                  <a:lnTo>
                    <a:pt x="377" y="1728"/>
                  </a:lnTo>
                  <a:cubicBezTo>
                    <a:pt x="381" y="817"/>
                    <a:pt x="1084" y="64"/>
                    <a:pt x="1992" y="8"/>
                  </a:cubicBezTo>
                  <a:cubicBezTo>
                    <a:pt x="1957" y="4"/>
                    <a:pt x="1918" y="1"/>
                    <a:pt x="188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0" name="Google Shape;23110;p91"/>
            <p:cNvSpPr/>
            <p:nvPr/>
          </p:nvSpPr>
          <p:spPr>
            <a:xfrm>
              <a:off x="3456045" y="3544041"/>
              <a:ext cx="54788" cy="79228"/>
            </a:xfrm>
            <a:custGeom>
              <a:rect b="b" l="l" r="r" t="t"/>
              <a:pathLst>
                <a:path extrusionOk="0" h="3044" w="2105">
                  <a:moveTo>
                    <a:pt x="1985" y="0"/>
                  </a:moveTo>
                  <a:lnTo>
                    <a:pt x="1908" y="71"/>
                  </a:lnTo>
                  <a:cubicBezTo>
                    <a:pt x="1324" y="613"/>
                    <a:pt x="508" y="757"/>
                    <a:pt x="71" y="796"/>
                  </a:cubicBezTo>
                  <a:lnTo>
                    <a:pt x="1" y="803"/>
                  </a:lnTo>
                  <a:lnTo>
                    <a:pt x="1" y="1823"/>
                  </a:lnTo>
                  <a:cubicBezTo>
                    <a:pt x="1" y="2499"/>
                    <a:pt x="546" y="3044"/>
                    <a:pt x="1222" y="3044"/>
                  </a:cubicBezTo>
                  <a:lnTo>
                    <a:pt x="1560" y="3044"/>
                  </a:lnTo>
                  <a:cubicBezTo>
                    <a:pt x="902" y="3023"/>
                    <a:pt x="377" y="2481"/>
                    <a:pt x="377" y="1823"/>
                  </a:cubicBezTo>
                  <a:lnTo>
                    <a:pt x="377" y="803"/>
                  </a:lnTo>
                  <a:lnTo>
                    <a:pt x="451" y="796"/>
                  </a:lnTo>
                  <a:cubicBezTo>
                    <a:pt x="842" y="760"/>
                    <a:pt x="1542" y="641"/>
                    <a:pt x="2105" y="222"/>
                  </a:cubicBezTo>
                  <a:cubicBezTo>
                    <a:pt x="2077" y="180"/>
                    <a:pt x="2052" y="134"/>
                    <a:pt x="2035" y="95"/>
                  </a:cubicBezTo>
                  <a:lnTo>
                    <a:pt x="1985"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1" name="Google Shape;23111;p91"/>
            <p:cNvSpPr/>
            <p:nvPr/>
          </p:nvSpPr>
          <p:spPr>
            <a:xfrm>
              <a:off x="3478038" y="3630296"/>
              <a:ext cx="18245" cy="26236"/>
            </a:xfrm>
            <a:custGeom>
              <a:rect b="b" l="l" r="r" t="t"/>
              <a:pathLst>
                <a:path extrusionOk="0" h="1008" w="701">
                  <a:moveTo>
                    <a:pt x="0" y="1"/>
                  </a:moveTo>
                  <a:lnTo>
                    <a:pt x="0" y="500"/>
                  </a:lnTo>
                  <a:lnTo>
                    <a:pt x="518" y="1007"/>
                  </a:lnTo>
                  <a:lnTo>
                    <a:pt x="701" y="817"/>
                  </a:lnTo>
                  <a:lnTo>
                    <a:pt x="380" y="500"/>
                  </a:lnTo>
                  <a:lnTo>
                    <a:pt x="380" y="47"/>
                  </a:lnTo>
                  <a:lnTo>
                    <a:pt x="377" y="47"/>
                  </a:lnTo>
                  <a:cubicBezTo>
                    <a:pt x="282" y="47"/>
                    <a:pt x="187" y="36"/>
                    <a:pt x="95" y="18"/>
                  </a:cubicBezTo>
                  <a:lnTo>
                    <a:pt x="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2" name="Google Shape;23112;p91"/>
            <p:cNvSpPr/>
            <p:nvPr/>
          </p:nvSpPr>
          <p:spPr>
            <a:xfrm>
              <a:off x="3496622" y="3630296"/>
              <a:ext cx="8719" cy="1223"/>
            </a:xfrm>
            <a:custGeom>
              <a:rect b="b" l="l" r="r" t="t"/>
              <a:pathLst>
                <a:path extrusionOk="0" h="47" w="335">
                  <a:moveTo>
                    <a:pt x="335" y="1"/>
                  </a:moveTo>
                  <a:lnTo>
                    <a:pt x="243" y="18"/>
                  </a:lnTo>
                  <a:cubicBezTo>
                    <a:pt x="162" y="33"/>
                    <a:pt x="82" y="43"/>
                    <a:pt x="1" y="43"/>
                  </a:cubicBezTo>
                  <a:lnTo>
                    <a:pt x="39" y="47"/>
                  </a:lnTo>
                  <a:lnTo>
                    <a:pt x="335" y="47"/>
                  </a:lnTo>
                  <a:lnTo>
                    <a:pt x="335"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3" name="Google Shape;23113;p91"/>
            <p:cNvSpPr/>
            <p:nvPr/>
          </p:nvSpPr>
          <p:spPr>
            <a:xfrm>
              <a:off x="3412189" y="3646512"/>
              <a:ext cx="60280" cy="75480"/>
            </a:xfrm>
            <a:custGeom>
              <a:rect b="b" l="l" r="r" t="t"/>
              <a:pathLst>
                <a:path extrusionOk="0" h="2900" w="2316">
                  <a:moveTo>
                    <a:pt x="2214" y="1"/>
                  </a:moveTo>
                  <a:lnTo>
                    <a:pt x="866" y="528"/>
                  </a:lnTo>
                  <a:lnTo>
                    <a:pt x="859" y="532"/>
                  </a:lnTo>
                  <a:cubicBezTo>
                    <a:pt x="824" y="542"/>
                    <a:pt x="1" y="842"/>
                    <a:pt x="1" y="1883"/>
                  </a:cubicBezTo>
                  <a:lnTo>
                    <a:pt x="1" y="2900"/>
                  </a:lnTo>
                  <a:lnTo>
                    <a:pt x="377" y="2900"/>
                  </a:lnTo>
                  <a:lnTo>
                    <a:pt x="377" y="1883"/>
                  </a:lnTo>
                  <a:cubicBezTo>
                    <a:pt x="381" y="842"/>
                    <a:pt x="1200" y="542"/>
                    <a:pt x="1236" y="528"/>
                  </a:cubicBezTo>
                  <a:lnTo>
                    <a:pt x="1246" y="528"/>
                  </a:lnTo>
                  <a:lnTo>
                    <a:pt x="2316" y="106"/>
                  </a:lnTo>
                  <a:lnTo>
                    <a:pt x="2263" y="57"/>
                  </a:lnTo>
                  <a:cubicBezTo>
                    <a:pt x="2259" y="53"/>
                    <a:pt x="2256" y="50"/>
                    <a:pt x="2249" y="43"/>
                  </a:cubicBezTo>
                  <a:lnTo>
                    <a:pt x="2214"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4" name="Google Shape;23114;p91"/>
            <p:cNvSpPr/>
            <p:nvPr/>
          </p:nvSpPr>
          <p:spPr>
            <a:xfrm>
              <a:off x="3286450" y="3372884"/>
              <a:ext cx="82273" cy="12389"/>
            </a:xfrm>
            <a:custGeom>
              <a:rect b="b" l="l" r="r" t="t"/>
              <a:pathLst>
                <a:path extrusionOk="0" h="476" w="3161">
                  <a:moveTo>
                    <a:pt x="317" y="0"/>
                  </a:moveTo>
                  <a:cubicBezTo>
                    <a:pt x="1" y="0"/>
                    <a:pt x="1" y="475"/>
                    <a:pt x="317" y="475"/>
                  </a:cubicBezTo>
                  <a:lnTo>
                    <a:pt x="2925" y="475"/>
                  </a:lnTo>
                  <a:cubicBezTo>
                    <a:pt x="3055" y="475"/>
                    <a:pt x="3160" y="370"/>
                    <a:pt x="3160" y="236"/>
                  </a:cubicBezTo>
                  <a:cubicBezTo>
                    <a:pt x="3160" y="106"/>
                    <a:pt x="3055" y="0"/>
                    <a:pt x="29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5" name="Google Shape;23115;p91"/>
            <p:cNvSpPr/>
            <p:nvPr/>
          </p:nvSpPr>
          <p:spPr>
            <a:xfrm>
              <a:off x="3286450" y="3400083"/>
              <a:ext cx="150127" cy="12285"/>
            </a:xfrm>
            <a:custGeom>
              <a:rect b="b" l="l" r="r" t="t"/>
              <a:pathLst>
                <a:path extrusionOk="0" h="472" w="5768">
                  <a:moveTo>
                    <a:pt x="317" y="0"/>
                  </a:moveTo>
                  <a:cubicBezTo>
                    <a:pt x="1" y="0"/>
                    <a:pt x="1" y="472"/>
                    <a:pt x="317" y="472"/>
                  </a:cubicBezTo>
                  <a:lnTo>
                    <a:pt x="5532" y="472"/>
                  </a:lnTo>
                  <a:cubicBezTo>
                    <a:pt x="5662" y="472"/>
                    <a:pt x="5768" y="366"/>
                    <a:pt x="5768" y="236"/>
                  </a:cubicBezTo>
                  <a:cubicBezTo>
                    <a:pt x="5768" y="106"/>
                    <a:pt x="5662" y="0"/>
                    <a:pt x="5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6" name="Google Shape;23116;p91"/>
            <p:cNvSpPr/>
            <p:nvPr/>
          </p:nvSpPr>
          <p:spPr>
            <a:xfrm>
              <a:off x="3286450" y="3484620"/>
              <a:ext cx="82273" cy="12363"/>
            </a:xfrm>
            <a:custGeom>
              <a:rect b="b" l="l" r="r" t="t"/>
              <a:pathLst>
                <a:path extrusionOk="0" h="475" w="3161">
                  <a:moveTo>
                    <a:pt x="317" y="0"/>
                  </a:moveTo>
                  <a:cubicBezTo>
                    <a:pt x="1" y="0"/>
                    <a:pt x="1" y="475"/>
                    <a:pt x="317" y="475"/>
                  </a:cubicBezTo>
                  <a:lnTo>
                    <a:pt x="2925" y="475"/>
                  </a:lnTo>
                  <a:cubicBezTo>
                    <a:pt x="3055" y="475"/>
                    <a:pt x="3160" y="369"/>
                    <a:pt x="3160" y="239"/>
                  </a:cubicBezTo>
                  <a:cubicBezTo>
                    <a:pt x="3160" y="106"/>
                    <a:pt x="3055" y="0"/>
                    <a:pt x="29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7" name="Google Shape;23117;p91"/>
            <p:cNvSpPr/>
            <p:nvPr/>
          </p:nvSpPr>
          <p:spPr>
            <a:xfrm>
              <a:off x="3286450" y="3511793"/>
              <a:ext cx="148565" cy="12311"/>
            </a:xfrm>
            <a:custGeom>
              <a:rect b="b" l="l" r="r" t="t"/>
              <a:pathLst>
                <a:path extrusionOk="0" h="473" w="5708">
                  <a:moveTo>
                    <a:pt x="317" y="1"/>
                  </a:moveTo>
                  <a:cubicBezTo>
                    <a:pt x="1" y="1"/>
                    <a:pt x="1" y="472"/>
                    <a:pt x="317" y="472"/>
                  </a:cubicBezTo>
                  <a:lnTo>
                    <a:pt x="5472" y="472"/>
                  </a:lnTo>
                  <a:cubicBezTo>
                    <a:pt x="5602" y="472"/>
                    <a:pt x="5708" y="367"/>
                    <a:pt x="5708" y="237"/>
                  </a:cubicBezTo>
                  <a:cubicBezTo>
                    <a:pt x="5708" y="107"/>
                    <a:pt x="5602" y="1"/>
                    <a:pt x="54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8" name="Google Shape;23118;p91"/>
            <p:cNvSpPr/>
            <p:nvPr/>
          </p:nvSpPr>
          <p:spPr>
            <a:xfrm>
              <a:off x="3286450" y="3596409"/>
              <a:ext cx="82273" cy="12311"/>
            </a:xfrm>
            <a:custGeom>
              <a:rect b="b" l="l" r="r" t="t"/>
              <a:pathLst>
                <a:path extrusionOk="0" h="473" w="3161">
                  <a:moveTo>
                    <a:pt x="2931" y="1"/>
                  </a:moveTo>
                  <a:cubicBezTo>
                    <a:pt x="2929" y="1"/>
                    <a:pt x="2927" y="1"/>
                    <a:pt x="2925" y="1"/>
                  </a:cubicBezTo>
                  <a:lnTo>
                    <a:pt x="317" y="1"/>
                  </a:lnTo>
                  <a:cubicBezTo>
                    <a:pt x="316" y="1"/>
                    <a:pt x="315" y="1"/>
                    <a:pt x="314" y="1"/>
                  </a:cubicBezTo>
                  <a:cubicBezTo>
                    <a:pt x="1" y="1"/>
                    <a:pt x="2" y="473"/>
                    <a:pt x="317" y="473"/>
                  </a:cubicBezTo>
                  <a:lnTo>
                    <a:pt x="2925" y="473"/>
                  </a:lnTo>
                  <a:cubicBezTo>
                    <a:pt x="3055" y="473"/>
                    <a:pt x="3160" y="367"/>
                    <a:pt x="3160" y="237"/>
                  </a:cubicBezTo>
                  <a:cubicBezTo>
                    <a:pt x="3160" y="109"/>
                    <a:pt x="3058" y="1"/>
                    <a:pt x="2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9" name="Google Shape;23119;p91"/>
            <p:cNvSpPr/>
            <p:nvPr/>
          </p:nvSpPr>
          <p:spPr>
            <a:xfrm>
              <a:off x="3286450" y="3623529"/>
              <a:ext cx="147654" cy="12285"/>
            </a:xfrm>
            <a:custGeom>
              <a:rect b="b" l="l" r="r" t="t"/>
              <a:pathLst>
                <a:path extrusionOk="0" h="472" w="5673">
                  <a:moveTo>
                    <a:pt x="317" y="1"/>
                  </a:moveTo>
                  <a:cubicBezTo>
                    <a:pt x="1" y="1"/>
                    <a:pt x="1" y="472"/>
                    <a:pt x="317" y="472"/>
                  </a:cubicBezTo>
                  <a:lnTo>
                    <a:pt x="5437" y="472"/>
                  </a:lnTo>
                  <a:cubicBezTo>
                    <a:pt x="5567" y="472"/>
                    <a:pt x="5673" y="366"/>
                    <a:pt x="5673" y="236"/>
                  </a:cubicBezTo>
                  <a:cubicBezTo>
                    <a:pt x="5673" y="106"/>
                    <a:pt x="5567" y="1"/>
                    <a:pt x="5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0" name="Google Shape;23120;p91"/>
            <p:cNvSpPr/>
            <p:nvPr/>
          </p:nvSpPr>
          <p:spPr>
            <a:xfrm>
              <a:off x="3190851" y="3454298"/>
              <a:ext cx="389684" cy="277870"/>
            </a:xfrm>
            <a:custGeom>
              <a:rect b="b" l="l" r="r" t="t"/>
              <a:pathLst>
                <a:path extrusionOk="0" h="10676" w="14972">
                  <a:moveTo>
                    <a:pt x="11633" y="1929"/>
                  </a:moveTo>
                  <a:cubicBezTo>
                    <a:pt x="12544" y="1932"/>
                    <a:pt x="13279" y="2667"/>
                    <a:pt x="13279" y="3575"/>
                  </a:cubicBezTo>
                  <a:lnTo>
                    <a:pt x="13279" y="3962"/>
                  </a:lnTo>
                  <a:lnTo>
                    <a:pt x="13272" y="3952"/>
                  </a:lnTo>
                  <a:lnTo>
                    <a:pt x="13265" y="3945"/>
                  </a:lnTo>
                  <a:lnTo>
                    <a:pt x="13258" y="3934"/>
                  </a:lnTo>
                  <a:lnTo>
                    <a:pt x="13251" y="3927"/>
                  </a:lnTo>
                  <a:lnTo>
                    <a:pt x="13240" y="3920"/>
                  </a:lnTo>
                  <a:lnTo>
                    <a:pt x="13233" y="3913"/>
                  </a:lnTo>
                  <a:lnTo>
                    <a:pt x="13223" y="3906"/>
                  </a:lnTo>
                  <a:lnTo>
                    <a:pt x="13216" y="3899"/>
                  </a:lnTo>
                  <a:lnTo>
                    <a:pt x="13205" y="3895"/>
                  </a:lnTo>
                  <a:lnTo>
                    <a:pt x="13195" y="3888"/>
                  </a:lnTo>
                  <a:lnTo>
                    <a:pt x="13184" y="3885"/>
                  </a:lnTo>
                  <a:lnTo>
                    <a:pt x="13170" y="3878"/>
                  </a:lnTo>
                  <a:lnTo>
                    <a:pt x="13163" y="3878"/>
                  </a:lnTo>
                  <a:lnTo>
                    <a:pt x="13149" y="3871"/>
                  </a:lnTo>
                  <a:lnTo>
                    <a:pt x="13142" y="3871"/>
                  </a:lnTo>
                  <a:cubicBezTo>
                    <a:pt x="12628" y="3755"/>
                    <a:pt x="12466" y="3090"/>
                    <a:pt x="12463" y="3086"/>
                  </a:cubicBezTo>
                  <a:cubicBezTo>
                    <a:pt x="12438" y="2967"/>
                    <a:pt x="12336" y="2900"/>
                    <a:pt x="12232" y="2900"/>
                  </a:cubicBezTo>
                  <a:cubicBezTo>
                    <a:pt x="12161" y="2900"/>
                    <a:pt x="12089" y="2931"/>
                    <a:pt x="12041" y="2998"/>
                  </a:cubicBezTo>
                  <a:cubicBezTo>
                    <a:pt x="11421" y="3857"/>
                    <a:pt x="10053" y="3864"/>
                    <a:pt x="10032" y="3864"/>
                  </a:cubicBezTo>
                  <a:lnTo>
                    <a:pt x="10000" y="3864"/>
                  </a:lnTo>
                  <a:lnTo>
                    <a:pt x="9986" y="3867"/>
                  </a:lnTo>
                  <a:lnTo>
                    <a:pt x="9975" y="3871"/>
                  </a:lnTo>
                  <a:lnTo>
                    <a:pt x="9961" y="3874"/>
                  </a:lnTo>
                  <a:lnTo>
                    <a:pt x="9951" y="3878"/>
                  </a:lnTo>
                  <a:lnTo>
                    <a:pt x="9940" y="3881"/>
                  </a:lnTo>
                  <a:lnTo>
                    <a:pt x="9926" y="3888"/>
                  </a:lnTo>
                  <a:lnTo>
                    <a:pt x="9919" y="3892"/>
                  </a:lnTo>
                  <a:lnTo>
                    <a:pt x="9908" y="3899"/>
                  </a:lnTo>
                  <a:lnTo>
                    <a:pt x="9901" y="3902"/>
                  </a:lnTo>
                  <a:lnTo>
                    <a:pt x="9891" y="3909"/>
                  </a:lnTo>
                  <a:lnTo>
                    <a:pt x="9884" y="3916"/>
                  </a:lnTo>
                  <a:lnTo>
                    <a:pt x="9873" y="3923"/>
                  </a:lnTo>
                  <a:lnTo>
                    <a:pt x="9866" y="3931"/>
                  </a:lnTo>
                  <a:lnTo>
                    <a:pt x="9859" y="3941"/>
                  </a:lnTo>
                  <a:lnTo>
                    <a:pt x="9852" y="3948"/>
                  </a:lnTo>
                  <a:lnTo>
                    <a:pt x="9845" y="3959"/>
                  </a:lnTo>
                  <a:lnTo>
                    <a:pt x="9838" y="3966"/>
                  </a:lnTo>
                  <a:lnTo>
                    <a:pt x="9835" y="3973"/>
                  </a:lnTo>
                  <a:lnTo>
                    <a:pt x="9835" y="3575"/>
                  </a:lnTo>
                  <a:cubicBezTo>
                    <a:pt x="9831" y="2667"/>
                    <a:pt x="10570" y="1929"/>
                    <a:pt x="11478" y="1929"/>
                  </a:cubicBezTo>
                  <a:close/>
                  <a:moveTo>
                    <a:pt x="13325" y="4518"/>
                  </a:moveTo>
                  <a:cubicBezTo>
                    <a:pt x="13719" y="4592"/>
                    <a:pt x="13719" y="5158"/>
                    <a:pt x="13325" y="5232"/>
                  </a:cubicBezTo>
                  <a:lnTo>
                    <a:pt x="13325" y="4518"/>
                  </a:lnTo>
                  <a:close/>
                  <a:moveTo>
                    <a:pt x="9796" y="4518"/>
                  </a:moveTo>
                  <a:lnTo>
                    <a:pt x="9796" y="5236"/>
                  </a:lnTo>
                  <a:cubicBezTo>
                    <a:pt x="9384" y="5173"/>
                    <a:pt x="9384" y="4581"/>
                    <a:pt x="9796" y="4518"/>
                  </a:cubicBezTo>
                  <a:close/>
                  <a:moveTo>
                    <a:pt x="12150" y="3575"/>
                  </a:moveTo>
                  <a:cubicBezTo>
                    <a:pt x="12276" y="3821"/>
                    <a:pt x="12495" y="4121"/>
                    <a:pt x="12850" y="4268"/>
                  </a:cubicBezTo>
                  <a:lnTo>
                    <a:pt x="12850" y="5271"/>
                  </a:lnTo>
                  <a:cubicBezTo>
                    <a:pt x="12850" y="5901"/>
                    <a:pt x="12340" y="6411"/>
                    <a:pt x="11710" y="6415"/>
                  </a:cubicBezTo>
                  <a:lnTo>
                    <a:pt x="11411" y="6415"/>
                  </a:lnTo>
                  <a:cubicBezTo>
                    <a:pt x="10778" y="6415"/>
                    <a:pt x="10267" y="5901"/>
                    <a:pt x="10267" y="5271"/>
                  </a:cubicBezTo>
                  <a:lnTo>
                    <a:pt x="10267" y="4321"/>
                  </a:lnTo>
                  <a:cubicBezTo>
                    <a:pt x="10679" y="4286"/>
                    <a:pt x="11538" y="4145"/>
                    <a:pt x="12150" y="3575"/>
                  </a:cubicBezTo>
                  <a:close/>
                  <a:moveTo>
                    <a:pt x="12005" y="6861"/>
                  </a:moveTo>
                  <a:lnTo>
                    <a:pt x="12005" y="7185"/>
                  </a:lnTo>
                  <a:lnTo>
                    <a:pt x="11552" y="7657"/>
                  </a:lnTo>
                  <a:lnTo>
                    <a:pt x="11112" y="7231"/>
                  </a:lnTo>
                  <a:lnTo>
                    <a:pt x="11112" y="6861"/>
                  </a:lnTo>
                  <a:cubicBezTo>
                    <a:pt x="11210" y="6879"/>
                    <a:pt x="11309" y="6890"/>
                    <a:pt x="11407" y="6890"/>
                  </a:cubicBezTo>
                  <a:lnTo>
                    <a:pt x="11710" y="6890"/>
                  </a:lnTo>
                  <a:cubicBezTo>
                    <a:pt x="11808" y="6890"/>
                    <a:pt x="11907" y="6879"/>
                    <a:pt x="12005" y="6861"/>
                  </a:cubicBezTo>
                  <a:close/>
                  <a:moveTo>
                    <a:pt x="9022" y="4768"/>
                  </a:moveTo>
                  <a:cubicBezTo>
                    <a:pt x="8955" y="5268"/>
                    <a:pt x="9346" y="5714"/>
                    <a:pt x="9852" y="5714"/>
                  </a:cubicBezTo>
                  <a:lnTo>
                    <a:pt x="9856" y="5714"/>
                  </a:lnTo>
                  <a:cubicBezTo>
                    <a:pt x="9975" y="6133"/>
                    <a:pt x="10260" y="6485"/>
                    <a:pt x="10640" y="6693"/>
                  </a:cubicBezTo>
                  <a:lnTo>
                    <a:pt x="10640" y="6995"/>
                  </a:lnTo>
                  <a:lnTo>
                    <a:pt x="9233" y="7544"/>
                  </a:lnTo>
                  <a:cubicBezTo>
                    <a:pt x="9138" y="7579"/>
                    <a:pt x="9046" y="7621"/>
                    <a:pt x="8966" y="7674"/>
                  </a:cubicBezTo>
                  <a:cubicBezTo>
                    <a:pt x="8951" y="7671"/>
                    <a:pt x="8937" y="7671"/>
                    <a:pt x="8923" y="7671"/>
                  </a:cubicBezTo>
                  <a:lnTo>
                    <a:pt x="475" y="7671"/>
                  </a:lnTo>
                  <a:lnTo>
                    <a:pt x="475" y="4768"/>
                  </a:lnTo>
                  <a:close/>
                  <a:moveTo>
                    <a:pt x="240" y="0"/>
                  </a:moveTo>
                  <a:cubicBezTo>
                    <a:pt x="109" y="0"/>
                    <a:pt x="4" y="106"/>
                    <a:pt x="4" y="236"/>
                  </a:cubicBezTo>
                  <a:lnTo>
                    <a:pt x="4" y="3614"/>
                  </a:lnTo>
                  <a:cubicBezTo>
                    <a:pt x="4" y="3744"/>
                    <a:pt x="109" y="3850"/>
                    <a:pt x="240" y="3850"/>
                  </a:cubicBezTo>
                  <a:lnTo>
                    <a:pt x="9360" y="3850"/>
                  </a:lnTo>
                  <a:lnTo>
                    <a:pt x="9360" y="4201"/>
                  </a:lnTo>
                  <a:cubicBezTo>
                    <a:pt x="9321" y="4230"/>
                    <a:pt x="9282" y="4261"/>
                    <a:pt x="9251" y="4296"/>
                  </a:cubicBezTo>
                  <a:lnTo>
                    <a:pt x="236" y="4296"/>
                  </a:lnTo>
                  <a:cubicBezTo>
                    <a:pt x="106" y="4296"/>
                    <a:pt x="0" y="4402"/>
                    <a:pt x="0" y="4532"/>
                  </a:cubicBezTo>
                  <a:lnTo>
                    <a:pt x="0" y="7906"/>
                  </a:lnTo>
                  <a:cubicBezTo>
                    <a:pt x="0" y="8037"/>
                    <a:pt x="106" y="8142"/>
                    <a:pt x="236" y="8142"/>
                  </a:cubicBezTo>
                  <a:lnTo>
                    <a:pt x="8459" y="8142"/>
                  </a:lnTo>
                  <a:cubicBezTo>
                    <a:pt x="8227" y="8469"/>
                    <a:pt x="8103" y="8863"/>
                    <a:pt x="8111" y="9264"/>
                  </a:cubicBezTo>
                  <a:lnTo>
                    <a:pt x="8111" y="10440"/>
                  </a:lnTo>
                  <a:cubicBezTo>
                    <a:pt x="8111" y="10570"/>
                    <a:pt x="8216" y="10675"/>
                    <a:pt x="8346" y="10675"/>
                  </a:cubicBezTo>
                  <a:lnTo>
                    <a:pt x="9243" y="10675"/>
                  </a:lnTo>
                  <a:cubicBezTo>
                    <a:pt x="9374" y="10675"/>
                    <a:pt x="9479" y="10570"/>
                    <a:pt x="9479" y="10440"/>
                  </a:cubicBezTo>
                  <a:cubicBezTo>
                    <a:pt x="9479" y="10309"/>
                    <a:pt x="9374" y="10204"/>
                    <a:pt x="9243" y="10204"/>
                  </a:cubicBezTo>
                  <a:lnTo>
                    <a:pt x="8582" y="10204"/>
                  </a:lnTo>
                  <a:lnTo>
                    <a:pt x="8582" y="9264"/>
                  </a:lnTo>
                  <a:cubicBezTo>
                    <a:pt x="8582" y="8283"/>
                    <a:pt x="9356" y="7998"/>
                    <a:pt x="9388" y="7987"/>
                  </a:cubicBezTo>
                  <a:lnTo>
                    <a:pt x="9398" y="7984"/>
                  </a:lnTo>
                  <a:lnTo>
                    <a:pt x="10693" y="7477"/>
                  </a:lnTo>
                  <a:cubicBezTo>
                    <a:pt x="10697" y="7484"/>
                    <a:pt x="10704" y="7491"/>
                    <a:pt x="10711" y="7498"/>
                  </a:cubicBezTo>
                  <a:lnTo>
                    <a:pt x="11390" y="8160"/>
                  </a:lnTo>
                  <a:cubicBezTo>
                    <a:pt x="11435" y="8202"/>
                    <a:pt x="11492" y="8227"/>
                    <a:pt x="11555" y="8227"/>
                  </a:cubicBezTo>
                  <a:lnTo>
                    <a:pt x="11559" y="8227"/>
                  </a:lnTo>
                  <a:cubicBezTo>
                    <a:pt x="11622" y="8223"/>
                    <a:pt x="11682" y="8198"/>
                    <a:pt x="11724" y="8153"/>
                  </a:cubicBezTo>
                  <a:lnTo>
                    <a:pt x="12389" y="7467"/>
                  </a:lnTo>
                  <a:lnTo>
                    <a:pt x="13680" y="7984"/>
                  </a:lnTo>
                  <a:lnTo>
                    <a:pt x="13691" y="7987"/>
                  </a:lnTo>
                  <a:cubicBezTo>
                    <a:pt x="13726" y="7998"/>
                    <a:pt x="14497" y="8279"/>
                    <a:pt x="14497" y="9261"/>
                  </a:cubicBezTo>
                  <a:lnTo>
                    <a:pt x="14497" y="10200"/>
                  </a:lnTo>
                  <a:lnTo>
                    <a:pt x="9996" y="10200"/>
                  </a:lnTo>
                  <a:cubicBezTo>
                    <a:pt x="9680" y="10200"/>
                    <a:pt x="9680" y="10675"/>
                    <a:pt x="9996" y="10675"/>
                  </a:cubicBezTo>
                  <a:lnTo>
                    <a:pt x="14736" y="10675"/>
                  </a:lnTo>
                  <a:cubicBezTo>
                    <a:pt x="14866" y="10672"/>
                    <a:pt x="14972" y="10566"/>
                    <a:pt x="14972" y="10436"/>
                  </a:cubicBezTo>
                  <a:lnTo>
                    <a:pt x="14972" y="9261"/>
                  </a:lnTo>
                  <a:cubicBezTo>
                    <a:pt x="14972" y="8209"/>
                    <a:pt x="14243" y="7678"/>
                    <a:pt x="13853" y="7544"/>
                  </a:cubicBezTo>
                  <a:lnTo>
                    <a:pt x="12477" y="6992"/>
                  </a:lnTo>
                  <a:lnTo>
                    <a:pt x="12477" y="6693"/>
                  </a:lnTo>
                  <a:cubicBezTo>
                    <a:pt x="12860" y="6481"/>
                    <a:pt x="13142" y="6130"/>
                    <a:pt x="13262" y="5711"/>
                  </a:cubicBezTo>
                  <a:cubicBezTo>
                    <a:pt x="13624" y="5707"/>
                    <a:pt x="13941" y="5475"/>
                    <a:pt x="14053" y="5134"/>
                  </a:cubicBezTo>
                  <a:cubicBezTo>
                    <a:pt x="14166" y="4789"/>
                    <a:pt x="14043" y="4416"/>
                    <a:pt x="13754" y="4201"/>
                  </a:cubicBezTo>
                  <a:lnTo>
                    <a:pt x="13754" y="3575"/>
                  </a:lnTo>
                  <a:cubicBezTo>
                    <a:pt x="13751" y="2404"/>
                    <a:pt x="12804" y="1457"/>
                    <a:pt x="11636" y="1457"/>
                  </a:cubicBezTo>
                  <a:lnTo>
                    <a:pt x="11478" y="1457"/>
                  </a:lnTo>
                  <a:cubicBezTo>
                    <a:pt x="11305" y="1457"/>
                    <a:pt x="11136" y="1475"/>
                    <a:pt x="10968" y="1517"/>
                  </a:cubicBezTo>
                  <a:lnTo>
                    <a:pt x="10968" y="236"/>
                  </a:lnTo>
                  <a:cubicBezTo>
                    <a:pt x="10968" y="106"/>
                    <a:pt x="10862" y="0"/>
                    <a:pt x="10732" y="0"/>
                  </a:cubicBezTo>
                  <a:lnTo>
                    <a:pt x="10028" y="0"/>
                  </a:lnTo>
                  <a:cubicBezTo>
                    <a:pt x="9715" y="0"/>
                    <a:pt x="9715" y="475"/>
                    <a:pt x="10028" y="475"/>
                  </a:cubicBezTo>
                  <a:lnTo>
                    <a:pt x="10496" y="475"/>
                  </a:lnTo>
                  <a:lnTo>
                    <a:pt x="10496" y="1696"/>
                  </a:lnTo>
                  <a:cubicBezTo>
                    <a:pt x="9859" y="2031"/>
                    <a:pt x="9433" y="2660"/>
                    <a:pt x="9367" y="3378"/>
                  </a:cubicBezTo>
                  <a:lnTo>
                    <a:pt x="475" y="3378"/>
                  </a:lnTo>
                  <a:lnTo>
                    <a:pt x="475" y="475"/>
                  </a:lnTo>
                  <a:lnTo>
                    <a:pt x="9243" y="475"/>
                  </a:lnTo>
                  <a:cubicBezTo>
                    <a:pt x="9374" y="472"/>
                    <a:pt x="9479" y="366"/>
                    <a:pt x="9479" y="236"/>
                  </a:cubicBezTo>
                  <a:cubicBezTo>
                    <a:pt x="9479" y="106"/>
                    <a:pt x="9374" y="0"/>
                    <a:pt x="9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1" name="Google Shape;23121;p91"/>
            <p:cNvSpPr/>
            <p:nvPr/>
          </p:nvSpPr>
          <p:spPr>
            <a:xfrm>
              <a:off x="3216592" y="3366117"/>
              <a:ext cx="55048" cy="53122"/>
            </a:xfrm>
            <a:custGeom>
              <a:rect b="b" l="l" r="r" t="t"/>
              <a:pathLst>
                <a:path extrusionOk="0" h="2041" w="2115">
                  <a:moveTo>
                    <a:pt x="236" y="0"/>
                  </a:moveTo>
                  <a:cubicBezTo>
                    <a:pt x="106" y="0"/>
                    <a:pt x="0" y="106"/>
                    <a:pt x="0" y="236"/>
                  </a:cubicBezTo>
                  <a:lnTo>
                    <a:pt x="0" y="1802"/>
                  </a:lnTo>
                  <a:cubicBezTo>
                    <a:pt x="0" y="1932"/>
                    <a:pt x="106" y="2041"/>
                    <a:pt x="236" y="2041"/>
                  </a:cubicBezTo>
                  <a:lnTo>
                    <a:pt x="1879" y="2041"/>
                  </a:lnTo>
                  <a:cubicBezTo>
                    <a:pt x="2009" y="2041"/>
                    <a:pt x="2115" y="1932"/>
                    <a:pt x="2115" y="1802"/>
                  </a:cubicBezTo>
                  <a:lnTo>
                    <a:pt x="2115" y="1379"/>
                  </a:lnTo>
                  <a:cubicBezTo>
                    <a:pt x="2115" y="1223"/>
                    <a:pt x="1997" y="1145"/>
                    <a:pt x="1879" y="1145"/>
                  </a:cubicBezTo>
                  <a:cubicBezTo>
                    <a:pt x="1761" y="1145"/>
                    <a:pt x="1643" y="1223"/>
                    <a:pt x="1643" y="1379"/>
                  </a:cubicBezTo>
                  <a:lnTo>
                    <a:pt x="1643" y="1566"/>
                  </a:lnTo>
                  <a:lnTo>
                    <a:pt x="472" y="1566"/>
                  </a:lnTo>
                  <a:lnTo>
                    <a:pt x="472" y="472"/>
                  </a:lnTo>
                  <a:lnTo>
                    <a:pt x="1429" y="472"/>
                  </a:lnTo>
                  <a:cubicBezTo>
                    <a:pt x="1559" y="472"/>
                    <a:pt x="1664" y="366"/>
                    <a:pt x="1664" y="236"/>
                  </a:cubicBezTo>
                  <a:cubicBezTo>
                    <a:pt x="1664" y="106"/>
                    <a:pt x="1559"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2" name="Google Shape;23122;p91"/>
            <p:cNvSpPr/>
            <p:nvPr/>
          </p:nvSpPr>
          <p:spPr>
            <a:xfrm>
              <a:off x="3228851" y="3365987"/>
              <a:ext cx="53252" cy="38963"/>
            </a:xfrm>
            <a:custGeom>
              <a:rect b="b" l="l" r="r" t="t"/>
              <a:pathLst>
                <a:path extrusionOk="0" h="1497" w="2046">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3"/>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3" name="Google Shape;23123;p91"/>
            <p:cNvSpPr/>
            <p:nvPr/>
          </p:nvSpPr>
          <p:spPr>
            <a:xfrm>
              <a:off x="3216592" y="3477827"/>
              <a:ext cx="55048" cy="53148"/>
            </a:xfrm>
            <a:custGeom>
              <a:rect b="b" l="l" r="r" t="t"/>
              <a:pathLst>
                <a:path extrusionOk="0" h="2042" w="2115">
                  <a:moveTo>
                    <a:pt x="236" y="1"/>
                  </a:moveTo>
                  <a:cubicBezTo>
                    <a:pt x="106" y="1"/>
                    <a:pt x="0" y="106"/>
                    <a:pt x="0" y="236"/>
                  </a:cubicBezTo>
                  <a:lnTo>
                    <a:pt x="0" y="1806"/>
                  </a:lnTo>
                  <a:cubicBezTo>
                    <a:pt x="0" y="1936"/>
                    <a:pt x="106" y="2041"/>
                    <a:pt x="236" y="2041"/>
                  </a:cubicBezTo>
                  <a:lnTo>
                    <a:pt x="1879" y="2041"/>
                  </a:lnTo>
                  <a:cubicBezTo>
                    <a:pt x="2009" y="2041"/>
                    <a:pt x="2115" y="1936"/>
                    <a:pt x="2115" y="1806"/>
                  </a:cubicBezTo>
                  <a:lnTo>
                    <a:pt x="2115" y="1380"/>
                  </a:lnTo>
                  <a:cubicBezTo>
                    <a:pt x="2115" y="1223"/>
                    <a:pt x="1997" y="1145"/>
                    <a:pt x="1879" y="1145"/>
                  </a:cubicBezTo>
                  <a:cubicBezTo>
                    <a:pt x="1761" y="1145"/>
                    <a:pt x="1643" y="1223"/>
                    <a:pt x="1643" y="1380"/>
                  </a:cubicBezTo>
                  <a:lnTo>
                    <a:pt x="1643" y="1566"/>
                  </a:lnTo>
                  <a:lnTo>
                    <a:pt x="472" y="1566"/>
                  </a:lnTo>
                  <a:lnTo>
                    <a:pt x="472" y="476"/>
                  </a:lnTo>
                  <a:lnTo>
                    <a:pt x="1429" y="476"/>
                  </a:lnTo>
                  <a:cubicBezTo>
                    <a:pt x="1559" y="476"/>
                    <a:pt x="1664" y="367"/>
                    <a:pt x="1664" y="236"/>
                  </a:cubicBezTo>
                  <a:cubicBezTo>
                    <a:pt x="1664" y="106"/>
                    <a:pt x="1559"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4" name="Google Shape;23124;p91"/>
            <p:cNvSpPr/>
            <p:nvPr/>
          </p:nvSpPr>
          <p:spPr>
            <a:xfrm>
              <a:off x="3228851" y="3477723"/>
              <a:ext cx="53252" cy="38963"/>
            </a:xfrm>
            <a:custGeom>
              <a:rect b="b" l="l" r="r" t="t"/>
              <a:pathLst>
                <a:path extrusionOk="0" h="1497" w="2046">
                  <a:moveTo>
                    <a:pt x="1706" y="0"/>
                  </a:moveTo>
                  <a:cubicBezTo>
                    <a:pt x="1649" y="0"/>
                    <a:pt x="1590" y="23"/>
                    <a:pt x="1538" y="79"/>
                  </a:cubicBezTo>
                  <a:lnTo>
                    <a:pt x="754" y="912"/>
                  </a:lnTo>
                  <a:lnTo>
                    <a:pt x="511" y="649"/>
                  </a:lnTo>
                  <a:cubicBezTo>
                    <a:pt x="458" y="592"/>
                    <a:pt x="398" y="568"/>
                    <a:pt x="339" y="568"/>
                  </a:cubicBezTo>
                  <a:cubicBezTo>
                    <a:pt x="159" y="568"/>
                    <a:pt x="0" y="793"/>
                    <a:pt x="162" y="969"/>
                  </a:cubicBezTo>
                  <a:lnTo>
                    <a:pt x="578" y="1419"/>
                  </a:lnTo>
                  <a:cubicBezTo>
                    <a:pt x="620" y="1468"/>
                    <a:pt x="683" y="1496"/>
                    <a:pt x="750" y="1496"/>
                  </a:cubicBezTo>
                  <a:cubicBezTo>
                    <a:pt x="813" y="1496"/>
                    <a:pt x="877" y="1468"/>
                    <a:pt x="922" y="1423"/>
                  </a:cubicBezTo>
                  <a:lnTo>
                    <a:pt x="1883" y="402"/>
                  </a:lnTo>
                  <a:cubicBezTo>
                    <a:pt x="2046" y="229"/>
                    <a:pt x="1887" y="0"/>
                    <a:pt x="1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5" name="Google Shape;23125;p91"/>
            <p:cNvSpPr/>
            <p:nvPr/>
          </p:nvSpPr>
          <p:spPr>
            <a:xfrm>
              <a:off x="3216592" y="3589563"/>
              <a:ext cx="55048" cy="53122"/>
            </a:xfrm>
            <a:custGeom>
              <a:rect b="b" l="l" r="r" t="t"/>
              <a:pathLst>
                <a:path extrusionOk="0" h="2041" w="2115">
                  <a:moveTo>
                    <a:pt x="236" y="0"/>
                  </a:moveTo>
                  <a:cubicBezTo>
                    <a:pt x="106" y="0"/>
                    <a:pt x="0" y="106"/>
                    <a:pt x="0" y="236"/>
                  </a:cubicBezTo>
                  <a:lnTo>
                    <a:pt x="0" y="1805"/>
                  </a:lnTo>
                  <a:cubicBezTo>
                    <a:pt x="0" y="1935"/>
                    <a:pt x="106" y="2041"/>
                    <a:pt x="236" y="2041"/>
                  </a:cubicBezTo>
                  <a:lnTo>
                    <a:pt x="1879" y="2041"/>
                  </a:lnTo>
                  <a:cubicBezTo>
                    <a:pt x="2009" y="2041"/>
                    <a:pt x="2115" y="1935"/>
                    <a:pt x="2115" y="1805"/>
                  </a:cubicBezTo>
                  <a:lnTo>
                    <a:pt x="2115" y="1383"/>
                  </a:lnTo>
                  <a:cubicBezTo>
                    <a:pt x="2115" y="1225"/>
                    <a:pt x="1997" y="1145"/>
                    <a:pt x="1879" y="1145"/>
                  </a:cubicBezTo>
                  <a:cubicBezTo>
                    <a:pt x="1761" y="1145"/>
                    <a:pt x="1643" y="1225"/>
                    <a:pt x="1643" y="1383"/>
                  </a:cubicBezTo>
                  <a:lnTo>
                    <a:pt x="1643" y="1569"/>
                  </a:lnTo>
                  <a:lnTo>
                    <a:pt x="472" y="1569"/>
                  </a:lnTo>
                  <a:lnTo>
                    <a:pt x="472" y="475"/>
                  </a:lnTo>
                  <a:lnTo>
                    <a:pt x="1429" y="475"/>
                  </a:lnTo>
                  <a:cubicBezTo>
                    <a:pt x="1559" y="475"/>
                    <a:pt x="1664" y="370"/>
                    <a:pt x="1664" y="236"/>
                  </a:cubicBezTo>
                  <a:cubicBezTo>
                    <a:pt x="1664" y="106"/>
                    <a:pt x="1559"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6" name="Google Shape;23126;p91"/>
            <p:cNvSpPr/>
            <p:nvPr/>
          </p:nvSpPr>
          <p:spPr>
            <a:xfrm>
              <a:off x="3228851" y="3589433"/>
              <a:ext cx="53252" cy="38963"/>
            </a:xfrm>
            <a:custGeom>
              <a:rect b="b" l="l" r="r" t="t"/>
              <a:pathLst>
                <a:path extrusionOk="0" h="1497" w="2046">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7"/>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7" name="Google Shape;23127;p91"/>
            <p:cNvSpPr/>
            <p:nvPr/>
          </p:nvSpPr>
          <p:spPr>
            <a:xfrm>
              <a:off x="3190929" y="3342484"/>
              <a:ext cx="285496" cy="100310"/>
            </a:xfrm>
            <a:custGeom>
              <a:rect b="b" l="l" r="r" t="t"/>
              <a:pathLst>
                <a:path extrusionOk="0" h="3854" w="10969">
                  <a:moveTo>
                    <a:pt x="237" y="0"/>
                  </a:moveTo>
                  <a:cubicBezTo>
                    <a:pt x="106" y="0"/>
                    <a:pt x="1" y="106"/>
                    <a:pt x="1" y="240"/>
                  </a:cubicBezTo>
                  <a:lnTo>
                    <a:pt x="1" y="3617"/>
                  </a:lnTo>
                  <a:cubicBezTo>
                    <a:pt x="1" y="3748"/>
                    <a:pt x="106" y="3853"/>
                    <a:pt x="237" y="3853"/>
                  </a:cubicBezTo>
                  <a:lnTo>
                    <a:pt x="10729" y="3853"/>
                  </a:lnTo>
                  <a:cubicBezTo>
                    <a:pt x="10862" y="3853"/>
                    <a:pt x="10968" y="3744"/>
                    <a:pt x="10968" y="3614"/>
                  </a:cubicBezTo>
                  <a:lnTo>
                    <a:pt x="10968" y="240"/>
                  </a:lnTo>
                  <a:cubicBezTo>
                    <a:pt x="10968" y="106"/>
                    <a:pt x="10862" y="0"/>
                    <a:pt x="10732" y="0"/>
                  </a:cubicBezTo>
                  <a:lnTo>
                    <a:pt x="10029" y="0"/>
                  </a:lnTo>
                  <a:cubicBezTo>
                    <a:pt x="9712" y="0"/>
                    <a:pt x="9712" y="475"/>
                    <a:pt x="10029" y="475"/>
                  </a:cubicBezTo>
                  <a:lnTo>
                    <a:pt x="10493" y="475"/>
                  </a:lnTo>
                  <a:lnTo>
                    <a:pt x="10493" y="3378"/>
                  </a:lnTo>
                  <a:lnTo>
                    <a:pt x="472" y="3378"/>
                  </a:lnTo>
                  <a:lnTo>
                    <a:pt x="472" y="475"/>
                  </a:lnTo>
                  <a:lnTo>
                    <a:pt x="9240" y="475"/>
                  </a:lnTo>
                  <a:cubicBezTo>
                    <a:pt x="9371" y="475"/>
                    <a:pt x="9476" y="370"/>
                    <a:pt x="9476" y="240"/>
                  </a:cubicBezTo>
                  <a:cubicBezTo>
                    <a:pt x="9476" y="106"/>
                    <a:pt x="9371" y="0"/>
                    <a:pt x="9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28" name="Google Shape;23128;p91"/>
          <p:cNvGrpSpPr/>
          <p:nvPr/>
        </p:nvGrpSpPr>
        <p:grpSpPr>
          <a:xfrm>
            <a:off x="7927127" y="2879845"/>
            <a:ext cx="364515" cy="383619"/>
            <a:chOff x="7927127" y="2879845"/>
            <a:chExt cx="364515" cy="383619"/>
          </a:xfrm>
        </p:grpSpPr>
        <p:sp>
          <p:nvSpPr>
            <p:cNvPr id="23129" name="Google Shape;23129;p91"/>
            <p:cNvSpPr/>
            <p:nvPr/>
          </p:nvSpPr>
          <p:spPr>
            <a:xfrm>
              <a:off x="7932723" y="2885598"/>
              <a:ext cx="353245" cy="241795"/>
            </a:xfrm>
            <a:custGeom>
              <a:rect b="b" l="l" r="r" t="t"/>
              <a:pathLst>
                <a:path extrusionOk="0" h="9290" w="13572">
                  <a:moveTo>
                    <a:pt x="489" y="1"/>
                  </a:moveTo>
                  <a:cubicBezTo>
                    <a:pt x="222" y="1"/>
                    <a:pt x="0" y="219"/>
                    <a:pt x="0" y="490"/>
                  </a:cubicBezTo>
                  <a:lnTo>
                    <a:pt x="0" y="9290"/>
                  </a:lnTo>
                  <a:lnTo>
                    <a:pt x="13571" y="9290"/>
                  </a:lnTo>
                  <a:lnTo>
                    <a:pt x="13571" y="490"/>
                  </a:lnTo>
                  <a:cubicBezTo>
                    <a:pt x="13571" y="219"/>
                    <a:pt x="13353" y="1"/>
                    <a:pt x="130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0" name="Google Shape;23130;p91"/>
            <p:cNvSpPr/>
            <p:nvPr/>
          </p:nvSpPr>
          <p:spPr>
            <a:xfrm>
              <a:off x="7932801" y="2885598"/>
              <a:ext cx="27589" cy="241795"/>
            </a:xfrm>
            <a:custGeom>
              <a:rect b="b" l="l" r="r" t="t"/>
              <a:pathLst>
                <a:path extrusionOk="0" h="9290" w="1060">
                  <a:moveTo>
                    <a:pt x="490" y="1"/>
                  </a:moveTo>
                  <a:cubicBezTo>
                    <a:pt x="219" y="1"/>
                    <a:pt x="1" y="219"/>
                    <a:pt x="1" y="490"/>
                  </a:cubicBezTo>
                  <a:lnTo>
                    <a:pt x="1" y="9290"/>
                  </a:lnTo>
                  <a:lnTo>
                    <a:pt x="571" y="9290"/>
                  </a:lnTo>
                  <a:lnTo>
                    <a:pt x="571" y="490"/>
                  </a:lnTo>
                  <a:cubicBezTo>
                    <a:pt x="571" y="219"/>
                    <a:pt x="793" y="1"/>
                    <a:pt x="1060"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1" name="Google Shape;23131;p91"/>
            <p:cNvSpPr/>
            <p:nvPr/>
          </p:nvSpPr>
          <p:spPr>
            <a:xfrm>
              <a:off x="7958907" y="2914176"/>
              <a:ext cx="300956" cy="210927"/>
            </a:xfrm>
            <a:custGeom>
              <a:rect b="b" l="l" r="r" t="t"/>
              <a:pathLst>
                <a:path extrusionOk="0" h="8104" w="11563">
                  <a:moveTo>
                    <a:pt x="289" y="1"/>
                  </a:moveTo>
                  <a:cubicBezTo>
                    <a:pt x="127" y="1"/>
                    <a:pt x="1" y="127"/>
                    <a:pt x="1" y="289"/>
                  </a:cubicBezTo>
                  <a:lnTo>
                    <a:pt x="1" y="8104"/>
                  </a:lnTo>
                  <a:lnTo>
                    <a:pt x="11562" y="8104"/>
                  </a:lnTo>
                  <a:lnTo>
                    <a:pt x="11562" y="289"/>
                  </a:lnTo>
                  <a:cubicBezTo>
                    <a:pt x="11562" y="131"/>
                    <a:pt x="11432" y="1"/>
                    <a:pt x="1127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2" name="Google Shape;23132;p91"/>
            <p:cNvSpPr/>
            <p:nvPr/>
          </p:nvSpPr>
          <p:spPr>
            <a:xfrm>
              <a:off x="7958907" y="2914176"/>
              <a:ext cx="22566" cy="210927"/>
            </a:xfrm>
            <a:custGeom>
              <a:rect b="b" l="l" r="r" t="t"/>
              <a:pathLst>
                <a:path extrusionOk="0" h="8104" w="867">
                  <a:moveTo>
                    <a:pt x="289" y="1"/>
                  </a:moveTo>
                  <a:cubicBezTo>
                    <a:pt x="127" y="1"/>
                    <a:pt x="1" y="131"/>
                    <a:pt x="1" y="289"/>
                  </a:cubicBezTo>
                  <a:lnTo>
                    <a:pt x="1" y="8104"/>
                  </a:lnTo>
                  <a:lnTo>
                    <a:pt x="574" y="8104"/>
                  </a:lnTo>
                  <a:lnTo>
                    <a:pt x="574" y="289"/>
                  </a:lnTo>
                  <a:cubicBezTo>
                    <a:pt x="574" y="131"/>
                    <a:pt x="704" y="1"/>
                    <a:pt x="86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3" name="Google Shape;23133;p91"/>
            <p:cNvSpPr/>
            <p:nvPr/>
          </p:nvSpPr>
          <p:spPr>
            <a:xfrm>
              <a:off x="8079622" y="3032497"/>
              <a:ext cx="28032" cy="92970"/>
            </a:xfrm>
            <a:custGeom>
              <a:rect b="b" l="l" r="r" t="t"/>
              <a:pathLst>
                <a:path extrusionOk="0" h="3572" w="1077">
                  <a:moveTo>
                    <a:pt x="0" y="0"/>
                  </a:moveTo>
                  <a:lnTo>
                    <a:pt x="0" y="3572"/>
                  </a:lnTo>
                  <a:lnTo>
                    <a:pt x="1077" y="3572"/>
                  </a:lnTo>
                  <a:lnTo>
                    <a:pt x="10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4" name="Google Shape;23134;p91"/>
            <p:cNvSpPr/>
            <p:nvPr/>
          </p:nvSpPr>
          <p:spPr>
            <a:xfrm>
              <a:off x="8079622" y="3032497"/>
              <a:ext cx="14940" cy="92970"/>
            </a:xfrm>
            <a:custGeom>
              <a:rect b="b" l="l" r="r" t="t"/>
              <a:pathLst>
                <a:path extrusionOk="0" h="3572" w="574">
                  <a:moveTo>
                    <a:pt x="0" y="0"/>
                  </a:moveTo>
                  <a:lnTo>
                    <a:pt x="0" y="3572"/>
                  </a:lnTo>
                  <a:lnTo>
                    <a:pt x="574" y="3572"/>
                  </a:lnTo>
                  <a:lnTo>
                    <a:pt x="574"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5" name="Google Shape;23135;p91"/>
            <p:cNvSpPr/>
            <p:nvPr/>
          </p:nvSpPr>
          <p:spPr>
            <a:xfrm>
              <a:off x="8159292" y="2940724"/>
              <a:ext cx="55152" cy="185472"/>
            </a:xfrm>
            <a:custGeom>
              <a:rect b="b" l="l" r="r" t="t"/>
              <a:pathLst>
                <a:path extrusionOk="0" h="7126" w="2119">
                  <a:moveTo>
                    <a:pt x="127" y="1"/>
                  </a:moveTo>
                  <a:cubicBezTo>
                    <a:pt x="56" y="1"/>
                    <a:pt x="0" y="57"/>
                    <a:pt x="0" y="128"/>
                  </a:cubicBezTo>
                  <a:lnTo>
                    <a:pt x="0" y="7126"/>
                  </a:lnTo>
                  <a:lnTo>
                    <a:pt x="2118" y="7126"/>
                  </a:lnTo>
                  <a:lnTo>
                    <a:pt x="2118" y="128"/>
                  </a:lnTo>
                  <a:cubicBezTo>
                    <a:pt x="2118" y="57"/>
                    <a:pt x="2062" y="1"/>
                    <a:pt x="19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6" name="Google Shape;23136;p91"/>
            <p:cNvSpPr/>
            <p:nvPr/>
          </p:nvSpPr>
          <p:spPr>
            <a:xfrm>
              <a:off x="8159292" y="2940724"/>
              <a:ext cx="18245" cy="185472"/>
            </a:xfrm>
            <a:custGeom>
              <a:rect b="b" l="l" r="r" t="t"/>
              <a:pathLst>
                <a:path extrusionOk="0" h="7126" w="701">
                  <a:moveTo>
                    <a:pt x="127" y="1"/>
                  </a:moveTo>
                  <a:cubicBezTo>
                    <a:pt x="56" y="1"/>
                    <a:pt x="0" y="57"/>
                    <a:pt x="0" y="128"/>
                  </a:cubicBezTo>
                  <a:lnTo>
                    <a:pt x="0" y="7126"/>
                  </a:lnTo>
                  <a:lnTo>
                    <a:pt x="577" y="7126"/>
                  </a:lnTo>
                  <a:lnTo>
                    <a:pt x="577" y="128"/>
                  </a:lnTo>
                  <a:cubicBezTo>
                    <a:pt x="577" y="57"/>
                    <a:pt x="633" y="1"/>
                    <a:pt x="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7" name="Google Shape;23137;p91"/>
            <p:cNvSpPr/>
            <p:nvPr/>
          </p:nvSpPr>
          <p:spPr>
            <a:xfrm>
              <a:off x="8079622" y="2978203"/>
              <a:ext cx="54970" cy="54319"/>
            </a:xfrm>
            <a:custGeom>
              <a:rect b="b" l="l" r="r" t="t"/>
              <a:pathLst>
                <a:path extrusionOk="0" h="2087" w="2112">
                  <a:moveTo>
                    <a:pt x="1054" y="1"/>
                  </a:moveTo>
                  <a:cubicBezTo>
                    <a:pt x="1013" y="1"/>
                    <a:pt x="971" y="23"/>
                    <a:pt x="950" y="67"/>
                  </a:cubicBezTo>
                  <a:lnTo>
                    <a:pt x="0" y="2086"/>
                  </a:lnTo>
                  <a:lnTo>
                    <a:pt x="2111" y="2086"/>
                  </a:lnTo>
                  <a:lnTo>
                    <a:pt x="1158" y="67"/>
                  </a:lnTo>
                  <a:cubicBezTo>
                    <a:pt x="1137" y="23"/>
                    <a:pt x="1095" y="1"/>
                    <a:pt x="105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8" name="Google Shape;23138;p91"/>
            <p:cNvSpPr/>
            <p:nvPr/>
          </p:nvSpPr>
          <p:spPr>
            <a:xfrm>
              <a:off x="8079622" y="2978203"/>
              <a:ext cx="34903" cy="54319"/>
            </a:xfrm>
            <a:custGeom>
              <a:rect b="b" l="l" r="r" t="t"/>
              <a:pathLst>
                <a:path extrusionOk="0" h="2087" w="1341">
                  <a:moveTo>
                    <a:pt x="1054" y="1"/>
                  </a:moveTo>
                  <a:cubicBezTo>
                    <a:pt x="1013" y="1"/>
                    <a:pt x="971" y="23"/>
                    <a:pt x="950" y="67"/>
                  </a:cubicBezTo>
                  <a:lnTo>
                    <a:pt x="0" y="2086"/>
                  </a:lnTo>
                  <a:lnTo>
                    <a:pt x="574" y="2086"/>
                  </a:lnTo>
                  <a:lnTo>
                    <a:pt x="1341" y="457"/>
                  </a:lnTo>
                  <a:lnTo>
                    <a:pt x="1158" y="67"/>
                  </a:lnTo>
                  <a:cubicBezTo>
                    <a:pt x="1137" y="23"/>
                    <a:pt x="1095" y="1"/>
                    <a:pt x="105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9" name="Google Shape;23139;p91"/>
            <p:cNvSpPr/>
            <p:nvPr/>
          </p:nvSpPr>
          <p:spPr>
            <a:xfrm>
              <a:off x="8089773" y="2978255"/>
              <a:ext cx="34643" cy="32743"/>
            </a:xfrm>
            <a:custGeom>
              <a:rect b="b" l="l" r="r" t="t"/>
              <a:pathLst>
                <a:path extrusionOk="0" h="1258" w="1331">
                  <a:moveTo>
                    <a:pt x="663" y="1"/>
                  </a:moveTo>
                  <a:cubicBezTo>
                    <a:pt x="622" y="1"/>
                    <a:pt x="581" y="22"/>
                    <a:pt x="560" y="65"/>
                  </a:cubicBezTo>
                  <a:lnTo>
                    <a:pt x="1" y="1258"/>
                  </a:lnTo>
                  <a:lnTo>
                    <a:pt x="1331" y="1258"/>
                  </a:lnTo>
                  <a:lnTo>
                    <a:pt x="768" y="68"/>
                  </a:lnTo>
                  <a:cubicBezTo>
                    <a:pt x="748" y="23"/>
                    <a:pt x="705" y="1"/>
                    <a:pt x="66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0" name="Google Shape;23140;p91"/>
            <p:cNvSpPr/>
            <p:nvPr/>
          </p:nvSpPr>
          <p:spPr>
            <a:xfrm>
              <a:off x="8089773" y="2978255"/>
              <a:ext cx="24752" cy="32743"/>
            </a:xfrm>
            <a:custGeom>
              <a:rect b="b" l="l" r="r" t="t"/>
              <a:pathLst>
                <a:path extrusionOk="0" h="1258" w="951">
                  <a:moveTo>
                    <a:pt x="664" y="1"/>
                  </a:moveTo>
                  <a:cubicBezTo>
                    <a:pt x="631" y="1"/>
                    <a:pt x="597" y="14"/>
                    <a:pt x="574" y="44"/>
                  </a:cubicBezTo>
                  <a:cubicBezTo>
                    <a:pt x="571" y="51"/>
                    <a:pt x="564" y="58"/>
                    <a:pt x="560" y="65"/>
                  </a:cubicBezTo>
                  <a:lnTo>
                    <a:pt x="1" y="1258"/>
                  </a:lnTo>
                  <a:lnTo>
                    <a:pt x="574" y="1258"/>
                  </a:lnTo>
                  <a:lnTo>
                    <a:pt x="951" y="459"/>
                  </a:lnTo>
                  <a:lnTo>
                    <a:pt x="768" y="65"/>
                  </a:lnTo>
                  <a:cubicBezTo>
                    <a:pt x="748" y="23"/>
                    <a:pt x="706" y="1"/>
                    <a:pt x="664"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1" name="Google Shape;23141;p91"/>
            <p:cNvSpPr/>
            <p:nvPr/>
          </p:nvSpPr>
          <p:spPr>
            <a:xfrm>
              <a:off x="8017234" y="3052460"/>
              <a:ext cx="29984" cy="30062"/>
            </a:xfrm>
            <a:custGeom>
              <a:rect b="b" l="l" r="r" t="t"/>
              <a:pathLst>
                <a:path extrusionOk="0" h="1155" w="1152">
                  <a:moveTo>
                    <a:pt x="1" y="0"/>
                  </a:moveTo>
                  <a:lnTo>
                    <a:pt x="1" y="1154"/>
                  </a:lnTo>
                  <a:lnTo>
                    <a:pt x="1152" y="1154"/>
                  </a:lnTo>
                  <a:lnTo>
                    <a:pt x="115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2" name="Google Shape;23142;p91"/>
            <p:cNvSpPr/>
            <p:nvPr/>
          </p:nvSpPr>
          <p:spPr>
            <a:xfrm>
              <a:off x="8017234" y="3052460"/>
              <a:ext cx="14966" cy="30062"/>
            </a:xfrm>
            <a:custGeom>
              <a:rect b="b" l="l" r="r" t="t"/>
              <a:pathLst>
                <a:path extrusionOk="0" h="1155" w="575">
                  <a:moveTo>
                    <a:pt x="1" y="0"/>
                  </a:moveTo>
                  <a:lnTo>
                    <a:pt x="1" y="1154"/>
                  </a:lnTo>
                  <a:lnTo>
                    <a:pt x="574" y="1154"/>
                  </a:lnTo>
                  <a:lnTo>
                    <a:pt x="57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3" name="Google Shape;23143;p91"/>
            <p:cNvSpPr/>
            <p:nvPr/>
          </p:nvSpPr>
          <p:spPr>
            <a:xfrm>
              <a:off x="8009556" y="3080101"/>
              <a:ext cx="45444" cy="45366"/>
            </a:xfrm>
            <a:custGeom>
              <a:rect b="b" l="l" r="r" t="t"/>
              <a:pathLst>
                <a:path extrusionOk="0" h="1743" w="1746">
                  <a:moveTo>
                    <a:pt x="317" y="1"/>
                  </a:moveTo>
                  <a:cubicBezTo>
                    <a:pt x="141" y="1"/>
                    <a:pt x="0" y="149"/>
                    <a:pt x="11" y="325"/>
                  </a:cubicBezTo>
                  <a:lnTo>
                    <a:pt x="64" y="1743"/>
                  </a:lnTo>
                  <a:lnTo>
                    <a:pt x="1682" y="1743"/>
                  </a:lnTo>
                  <a:lnTo>
                    <a:pt x="1739" y="325"/>
                  </a:lnTo>
                  <a:cubicBezTo>
                    <a:pt x="1746" y="149"/>
                    <a:pt x="1605" y="1"/>
                    <a:pt x="1429"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4" name="Google Shape;23144;p91"/>
            <p:cNvSpPr/>
            <p:nvPr/>
          </p:nvSpPr>
          <p:spPr>
            <a:xfrm>
              <a:off x="8009556" y="3080101"/>
              <a:ext cx="23191" cy="45288"/>
            </a:xfrm>
            <a:custGeom>
              <a:rect b="b" l="l" r="r" t="t"/>
              <a:pathLst>
                <a:path extrusionOk="0" h="1740" w="891">
                  <a:moveTo>
                    <a:pt x="314" y="1"/>
                  </a:moveTo>
                  <a:cubicBezTo>
                    <a:pt x="138" y="1"/>
                    <a:pt x="0" y="145"/>
                    <a:pt x="7" y="321"/>
                  </a:cubicBezTo>
                  <a:lnTo>
                    <a:pt x="60" y="1739"/>
                  </a:lnTo>
                  <a:lnTo>
                    <a:pt x="637" y="1739"/>
                  </a:lnTo>
                  <a:lnTo>
                    <a:pt x="585" y="321"/>
                  </a:lnTo>
                  <a:cubicBezTo>
                    <a:pt x="574" y="145"/>
                    <a:pt x="715" y="1"/>
                    <a:pt x="89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5" name="Google Shape;23145;p91"/>
            <p:cNvSpPr/>
            <p:nvPr/>
          </p:nvSpPr>
          <p:spPr>
            <a:xfrm>
              <a:off x="7999848" y="2961051"/>
              <a:ext cx="64392" cy="75584"/>
            </a:xfrm>
            <a:custGeom>
              <a:rect b="b" l="l" r="r" t="t"/>
              <a:pathLst>
                <a:path extrusionOk="0" h="2904" w="2474">
                  <a:moveTo>
                    <a:pt x="1239" y="0"/>
                  </a:moveTo>
                  <a:cubicBezTo>
                    <a:pt x="1219" y="0"/>
                    <a:pt x="1199" y="10"/>
                    <a:pt x="1186" y="29"/>
                  </a:cubicBezTo>
                  <a:lnTo>
                    <a:pt x="53" y="1690"/>
                  </a:lnTo>
                  <a:cubicBezTo>
                    <a:pt x="0" y="1764"/>
                    <a:pt x="11" y="1862"/>
                    <a:pt x="74" y="1926"/>
                  </a:cubicBezTo>
                  <a:lnTo>
                    <a:pt x="613" y="2474"/>
                  </a:lnTo>
                  <a:cubicBezTo>
                    <a:pt x="644" y="2506"/>
                    <a:pt x="665" y="2552"/>
                    <a:pt x="662" y="2598"/>
                  </a:cubicBezTo>
                  <a:lnTo>
                    <a:pt x="662" y="2904"/>
                  </a:lnTo>
                  <a:lnTo>
                    <a:pt x="1812" y="2904"/>
                  </a:lnTo>
                  <a:lnTo>
                    <a:pt x="1812" y="2598"/>
                  </a:lnTo>
                  <a:cubicBezTo>
                    <a:pt x="1812" y="2552"/>
                    <a:pt x="1834" y="2506"/>
                    <a:pt x="1865" y="2474"/>
                  </a:cubicBezTo>
                  <a:lnTo>
                    <a:pt x="2404" y="1926"/>
                  </a:lnTo>
                  <a:cubicBezTo>
                    <a:pt x="2467" y="1862"/>
                    <a:pt x="2474" y="1764"/>
                    <a:pt x="2425" y="1693"/>
                  </a:cubicBezTo>
                  <a:lnTo>
                    <a:pt x="1292" y="29"/>
                  </a:lnTo>
                  <a:cubicBezTo>
                    <a:pt x="1279" y="10"/>
                    <a:pt x="1259" y="0"/>
                    <a:pt x="1239"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6" name="Google Shape;23146;p91"/>
            <p:cNvSpPr/>
            <p:nvPr/>
          </p:nvSpPr>
          <p:spPr>
            <a:xfrm>
              <a:off x="7999848" y="2961051"/>
              <a:ext cx="39770" cy="75688"/>
            </a:xfrm>
            <a:custGeom>
              <a:rect b="b" l="l" r="r" t="t"/>
              <a:pathLst>
                <a:path extrusionOk="0" h="2908" w="1528">
                  <a:moveTo>
                    <a:pt x="1239" y="0"/>
                  </a:moveTo>
                  <a:cubicBezTo>
                    <a:pt x="1219" y="0"/>
                    <a:pt x="1199" y="10"/>
                    <a:pt x="1186" y="29"/>
                  </a:cubicBezTo>
                  <a:lnTo>
                    <a:pt x="53" y="1693"/>
                  </a:lnTo>
                  <a:cubicBezTo>
                    <a:pt x="0" y="1767"/>
                    <a:pt x="11" y="1862"/>
                    <a:pt x="74" y="1926"/>
                  </a:cubicBezTo>
                  <a:lnTo>
                    <a:pt x="613" y="2474"/>
                  </a:lnTo>
                  <a:cubicBezTo>
                    <a:pt x="644" y="2506"/>
                    <a:pt x="665" y="2552"/>
                    <a:pt x="665" y="2598"/>
                  </a:cubicBezTo>
                  <a:lnTo>
                    <a:pt x="665" y="2907"/>
                  </a:lnTo>
                  <a:lnTo>
                    <a:pt x="1239" y="2907"/>
                  </a:lnTo>
                  <a:lnTo>
                    <a:pt x="1239" y="2598"/>
                  </a:lnTo>
                  <a:cubicBezTo>
                    <a:pt x="1239" y="2552"/>
                    <a:pt x="1221" y="2506"/>
                    <a:pt x="1190" y="2474"/>
                  </a:cubicBezTo>
                  <a:lnTo>
                    <a:pt x="648" y="1926"/>
                  </a:lnTo>
                  <a:cubicBezTo>
                    <a:pt x="585" y="1862"/>
                    <a:pt x="578" y="1764"/>
                    <a:pt x="627" y="1693"/>
                  </a:cubicBezTo>
                  <a:lnTo>
                    <a:pt x="1527" y="374"/>
                  </a:lnTo>
                  <a:lnTo>
                    <a:pt x="1292" y="29"/>
                  </a:lnTo>
                  <a:cubicBezTo>
                    <a:pt x="1279" y="10"/>
                    <a:pt x="1259" y="0"/>
                    <a:pt x="123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7" name="Google Shape;23147;p91"/>
            <p:cNvSpPr/>
            <p:nvPr/>
          </p:nvSpPr>
          <p:spPr>
            <a:xfrm>
              <a:off x="8006173" y="3036531"/>
              <a:ext cx="51847" cy="17595"/>
            </a:xfrm>
            <a:custGeom>
              <a:rect b="b" l="l" r="r" t="t"/>
              <a:pathLst>
                <a:path extrusionOk="0" h="676" w="1992">
                  <a:moveTo>
                    <a:pt x="236" y="0"/>
                  </a:moveTo>
                  <a:cubicBezTo>
                    <a:pt x="106" y="0"/>
                    <a:pt x="0" y="106"/>
                    <a:pt x="0" y="236"/>
                  </a:cubicBezTo>
                  <a:lnTo>
                    <a:pt x="0" y="444"/>
                  </a:lnTo>
                  <a:cubicBezTo>
                    <a:pt x="0" y="570"/>
                    <a:pt x="106" y="676"/>
                    <a:pt x="236" y="676"/>
                  </a:cubicBezTo>
                  <a:lnTo>
                    <a:pt x="1756" y="676"/>
                  </a:lnTo>
                  <a:cubicBezTo>
                    <a:pt x="1886" y="676"/>
                    <a:pt x="1988" y="570"/>
                    <a:pt x="1992" y="444"/>
                  </a:cubicBezTo>
                  <a:lnTo>
                    <a:pt x="1992" y="236"/>
                  </a:lnTo>
                  <a:cubicBezTo>
                    <a:pt x="1988" y="106"/>
                    <a:pt x="1886" y="0"/>
                    <a:pt x="175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8" name="Google Shape;23148;p91"/>
            <p:cNvSpPr/>
            <p:nvPr/>
          </p:nvSpPr>
          <p:spPr>
            <a:xfrm>
              <a:off x="8006173" y="3039368"/>
              <a:ext cx="51847" cy="14758"/>
            </a:xfrm>
            <a:custGeom>
              <a:rect b="b" l="l" r="r" t="t"/>
              <a:pathLst>
                <a:path extrusionOk="0" h="567" w="1992">
                  <a:moveTo>
                    <a:pt x="39" y="0"/>
                  </a:moveTo>
                  <a:cubicBezTo>
                    <a:pt x="14" y="35"/>
                    <a:pt x="0" y="81"/>
                    <a:pt x="0" y="127"/>
                  </a:cubicBezTo>
                  <a:lnTo>
                    <a:pt x="0" y="335"/>
                  </a:lnTo>
                  <a:cubicBezTo>
                    <a:pt x="0" y="461"/>
                    <a:pt x="106" y="567"/>
                    <a:pt x="236" y="567"/>
                  </a:cubicBezTo>
                  <a:lnTo>
                    <a:pt x="1756" y="567"/>
                  </a:lnTo>
                  <a:cubicBezTo>
                    <a:pt x="1886" y="567"/>
                    <a:pt x="1988" y="461"/>
                    <a:pt x="1992" y="335"/>
                  </a:cubicBezTo>
                  <a:lnTo>
                    <a:pt x="1992" y="127"/>
                  </a:lnTo>
                  <a:cubicBezTo>
                    <a:pt x="1988" y="81"/>
                    <a:pt x="1978" y="35"/>
                    <a:pt x="1953" y="0"/>
                  </a:cubicBezTo>
                  <a:cubicBezTo>
                    <a:pt x="1911" y="67"/>
                    <a:pt x="1837" y="106"/>
                    <a:pt x="1756" y="106"/>
                  </a:cubicBezTo>
                  <a:lnTo>
                    <a:pt x="236" y="106"/>
                  </a:lnTo>
                  <a:cubicBezTo>
                    <a:pt x="155" y="106"/>
                    <a:pt x="81" y="67"/>
                    <a:pt x="39"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9" name="Google Shape;23149;p91"/>
            <p:cNvSpPr/>
            <p:nvPr/>
          </p:nvSpPr>
          <p:spPr>
            <a:xfrm>
              <a:off x="8107081" y="3032497"/>
              <a:ext cx="27511" cy="92970"/>
            </a:xfrm>
            <a:custGeom>
              <a:rect b="b" l="l" r="r" t="t"/>
              <a:pathLst>
                <a:path extrusionOk="0" h="3572" w="1057">
                  <a:moveTo>
                    <a:pt x="1" y="0"/>
                  </a:moveTo>
                  <a:lnTo>
                    <a:pt x="1" y="3572"/>
                  </a:lnTo>
                  <a:lnTo>
                    <a:pt x="1056" y="3572"/>
                  </a:lnTo>
                  <a:lnTo>
                    <a:pt x="1056"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0" name="Google Shape;23150;p91"/>
            <p:cNvSpPr/>
            <p:nvPr/>
          </p:nvSpPr>
          <p:spPr>
            <a:xfrm>
              <a:off x="8072829" y="3182493"/>
              <a:ext cx="69728" cy="48463"/>
            </a:xfrm>
            <a:custGeom>
              <a:rect b="b" l="l" r="r" t="t"/>
              <a:pathLst>
                <a:path extrusionOk="0" h="1862" w="2679">
                  <a:moveTo>
                    <a:pt x="1" y="1"/>
                  </a:moveTo>
                  <a:lnTo>
                    <a:pt x="1" y="1862"/>
                  </a:lnTo>
                  <a:lnTo>
                    <a:pt x="2678" y="1862"/>
                  </a:lnTo>
                  <a:lnTo>
                    <a:pt x="267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1" name="Google Shape;23151;p91"/>
            <p:cNvSpPr/>
            <p:nvPr/>
          </p:nvSpPr>
          <p:spPr>
            <a:xfrm>
              <a:off x="8072829" y="3182493"/>
              <a:ext cx="14966" cy="48463"/>
            </a:xfrm>
            <a:custGeom>
              <a:rect b="b" l="l" r="r" t="t"/>
              <a:pathLst>
                <a:path extrusionOk="0" h="1862" w="575">
                  <a:moveTo>
                    <a:pt x="1" y="1"/>
                  </a:moveTo>
                  <a:lnTo>
                    <a:pt x="1" y="1862"/>
                  </a:lnTo>
                  <a:lnTo>
                    <a:pt x="574" y="1862"/>
                  </a:lnTo>
                  <a:lnTo>
                    <a:pt x="574"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2" name="Google Shape;23152;p91"/>
            <p:cNvSpPr/>
            <p:nvPr/>
          </p:nvSpPr>
          <p:spPr>
            <a:xfrm>
              <a:off x="8038134" y="3229291"/>
              <a:ext cx="139117" cy="28786"/>
            </a:xfrm>
            <a:custGeom>
              <a:rect b="b" l="l" r="r" t="t"/>
              <a:pathLst>
                <a:path extrusionOk="0" h="1106" w="5345">
                  <a:moveTo>
                    <a:pt x="412" y="1"/>
                  </a:moveTo>
                  <a:cubicBezTo>
                    <a:pt x="183" y="1"/>
                    <a:pt x="0" y="184"/>
                    <a:pt x="0" y="412"/>
                  </a:cubicBezTo>
                  <a:lnTo>
                    <a:pt x="0" y="694"/>
                  </a:lnTo>
                  <a:cubicBezTo>
                    <a:pt x="0" y="919"/>
                    <a:pt x="183" y="1105"/>
                    <a:pt x="412" y="1105"/>
                  </a:cubicBezTo>
                  <a:lnTo>
                    <a:pt x="4933" y="1105"/>
                  </a:lnTo>
                  <a:cubicBezTo>
                    <a:pt x="5158" y="1105"/>
                    <a:pt x="5345" y="919"/>
                    <a:pt x="5345" y="694"/>
                  </a:cubicBezTo>
                  <a:lnTo>
                    <a:pt x="5345" y="412"/>
                  </a:lnTo>
                  <a:cubicBezTo>
                    <a:pt x="5345" y="184"/>
                    <a:pt x="5158" y="1"/>
                    <a:pt x="493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3" name="Google Shape;23153;p91"/>
            <p:cNvSpPr/>
            <p:nvPr/>
          </p:nvSpPr>
          <p:spPr>
            <a:xfrm>
              <a:off x="8038134" y="3236162"/>
              <a:ext cx="139117" cy="21915"/>
            </a:xfrm>
            <a:custGeom>
              <a:rect b="b" l="l" r="r" t="t"/>
              <a:pathLst>
                <a:path extrusionOk="0" h="842" w="5345">
                  <a:moveTo>
                    <a:pt x="28" y="0"/>
                  </a:moveTo>
                  <a:cubicBezTo>
                    <a:pt x="11" y="46"/>
                    <a:pt x="0" y="99"/>
                    <a:pt x="0" y="148"/>
                  </a:cubicBezTo>
                  <a:lnTo>
                    <a:pt x="0" y="430"/>
                  </a:lnTo>
                  <a:cubicBezTo>
                    <a:pt x="0" y="658"/>
                    <a:pt x="183" y="841"/>
                    <a:pt x="412" y="841"/>
                  </a:cubicBezTo>
                  <a:lnTo>
                    <a:pt x="4933" y="841"/>
                  </a:lnTo>
                  <a:cubicBezTo>
                    <a:pt x="5158" y="841"/>
                    <a:pt x="5345" y="658"/>
                    <a:pt x="5345" y="430"/>
                  </a:cubicBezTo>
                  <a:lnTo>
                    <a:pt x="5345" y="148"/>
                  </a:lnTo>
                  <a:cubicBezTo>
                    <a:pt x="5345" y="99"/>
                    <a:pt x="5334" y="46"/>
                    <a:pt x="5317" y="0"/>
                  </a:cubicBezTo>
                  <a:cubicBezTo>
                    <a:pt x="5257" y="159"/>
                    <a:pt x="5102" y="264"/>
                    <a:pt x="4933" y="264"/>
                  </a:cubicBezTo>
                  <a:lnTo>
                    <a:pt x="412" y="264"/>
                  </a:lnTo>
                  <a:cubicBezTo>
                    <a:pt x="239" y="264"/>
                    <a:pt x="88" y="159"/>
                    <a:pt x="2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4" name="Google Shape;23154;p91"/>
            <p:cNvSpPr/>
            <p:nvPr/>
          </p:nvSpPr>
          <p:spPr>
            <a:xfrm>
              <a:off x="7932723" y="3125077"/>
              <a:ext cx="353245" cy="60826"/>
            </a:xfrm>
            <a:custGeom>
              <a:rect b="b" l="l" r="r" t="t"/>
              <a:pathLst>
                <a:path extrusionOk="0" h="2337" w="13572">
                  <a:moveTo>
                    <a:pt x="0" y="1"/>
                  </a:moveTo>
                  <a:lnTo>
                    <a:pt x="0" y="1848"/>
                  </a:lnTo>
                  <a:cubicBezTo>
                    <a:pt x="0" y="2119"/>
                    <a:pt x="222" y="2337"/>
                    <a:pt x="489" y="2337"/>
                  </a:cubicBezTo>
                  <a:lnTo>
                    <a:pt x="13082" y="2337"/>
                  </a:lnTo>
                  <a:cubicBezTo>
                    <a:pt x="13353" y="2337"/>
                    <a:pt x="13571" y="2119"/>
                    <a:pt x="13571" y="1848"/>
                  </a:cubicBezTo>
                  <a:lnTo>
                    <a:pt x="1357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5" name="Google Shape;23155;p91"/>
            <p:cNvSpPr/>
            <p:nvPr/>
          </p:nvSpPr>
          <p:spPr>
            <a:xfrm>
              <a:off x="7932801" y="3124998"/>
              <a:ext cx="27589" cy="60826"/>
            </a:xfrm>
            <a:custGeom>
              <a:rect b="b" l="l" r="r" t="t"/>
              <a:pathLst>
                <a:path extrusionOk="0" h="2337" w="1060">
                  <a:moveTo>
                    <a:pt x="1" y="0"/>
                  </a:moveTo>
                  <a:lnTo>
                    <a:pt x="1" y="1847"/>
                  </a:lnTo>
                  <a:cubicBezTo>
                    <a:pt x="1" y="2118"/>
                    <a:pt x="219" y="2336"/>
                    <a:pt x="490" y="2336"/>
                  </a:cubicBezTo>
                  <a:lnTo>
                    <a:pt x="1060" y="2336"/>
                  </a:lnTo>
                  <a:cubicBezTo>
                    <a:pt x="793" y="2336"/>
                    <a:pt x="571" y="2118"/>
                    <a:pt x="571" y="1847"/>
                  </a:cubicBezTo>
                  <a:lnTo>
                    <a:pt x="57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6" name="Google Shape;23156;p91"/>
            <p:cNvSpPr/>
            <p:nvPr/>
          </p:nvSpPr>
          <p:spPr>
            <a:xfrm>
              <a:off x="8100132" y="3149725"/>
              <a:ext cx="16501" cy="11270"/>
            </a:xfrm>
            <a:custGeom>
              <a:rect b="b" l="l" r="r" t="t"/>
              <a:pathLst>
                <a:path extrusionOk="0" h="433" w="634">
                  <a:moveTo>
                    <a:pt x="289" y="0"/>
                  </a:moveTo>
                  <a:cubicBezTo>
                    <a:pt x="0" y="0"/>
                    <a:pt x="0" y="433"/>
                    <a:pt x="289" y="433"/>
                  </a:cubicBezTo>
                  <a:lnTo>
                    <a:pt x="419" y="433"/>
                  </a:lnTo>
                  <a:cubicBezTo>
                    <a:pt x="535" y="433"/>
                    <a:pt x="634" y="334"/>
                    <a:pt x="634" y="215"/>
                  </a:cubicBezTo>
                  <a:cubicBezTo>
                    <a:pt x="634" y="95"/>
                    <a:pt x="535"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7" name="Google Shape;23157;p91"/>
            <p:cNvSpPr/>
            <p:nvPr/>
          </p:nvSpPr>
          <p:spPr>
            <a:xfrm>
              <a:off x="7927127" y="2879845"/>
              <a:ext cx="364515" cy="383619"/>
            </a:xfrm>
            <a:custGeom>
              <a:rect b="b" l="l" r="r" t="t"/>
              <a:pathLst>
                <a:path extrusionOk="0" h="14739" w="14005">
                  <a:moveTo>
                    <a:pt x="6915" y="4127"/>
                  </a:moveTo>
                  <a:lnTo>
                    <a:pt x="7235" y="4813"/>
                  </a:lnTo>
                  <a:lnTo>
                    <a:pt x="6591" y="4813"/>
                  </a:lnTo>
                  <a:lnTo>
                    <a:pt x="6915" y="4127"/>
                  </a:lnTo>
                  <a:close/>
                  <a:moveTo>
                    <a:pt x="7439" y="5243"/>
                  </a:moveTo>
                  <a:lnTo>
                    <a:pt x="7625" y="5637"/>
                  </a:lnTo>
                  <a:lnTo>
                    <a:pt x="6200" y="5637"/>
                  </a:lnTo>
                  <a:lnTo>
                    <a:pt x="6387" y="5243"/>
                  </a:lnTo>
                  <a:close/>
                  <a:moveTo>
                    <a:pt x="4255" y="3765"/>
                  </a:moveTo>
                  <a:lnTo>
                    <a:pt x="5036" y="4908"/>
                  </a:lnTo>
                  <a:lnTo>
                    <a:pt x="4511" y="5436"/>
                  </a:lnTo>
                  <a:cubicBezTo>
                    <a:pt x="4385" y="5566"/>
                    <a:pt x="4399" y="5700"/>
                    <a:pt x="4399" y="5806"/>
                  </a:cubicBezTo>
                  <a:lnTo>
                    <a:pt x="3678" y="5806"/>
                  </a:lnTo>
                  <a:cubicBezTo>
                    <a:pt x="3678" y="5707"/>
                    <a:pt x="3692" y="5566"/>
                    <a:pt x="3565" y="5436"/>
                  </a:cubicBezTo>
                  <a:lnTo>
                    <a:pt x="3041" y="4908"/>
                  </a:lnTo>
                  <a:lnTo>
                    <a:pt x="3822" y="3765"/>
                  </a:lnTo>
                  <a:lnTo>
                    <a:pt x="3822" y="4669"/>
                  </a:lnTo>
                  <a:lnTo>
                    <a:pt x="3822" y="4673"/>
                  </a:lnTo>
                  <a:cubicBezTo>
                    <a:pt x="3558" y="4704"/>
                    <a:pt x="3579" y="5098"/>
                    <a:pt x="3847" y="5102"/>
                  </a:cubicBezTo>
                  <a:lnTo>
                    <a:pt x="4219" y="5102"/>
                  </a:lnTo>
                  <a:cubicBezTo>
                    <a:pt x="4480" y="5098"/>
                    <a:pt x="4511" y="4718"/>
                    <a:pt x="4255" y="4673"/>
                  </a:cubicBezTo>
                  <a:lnTo>
                    <a:pt x="4255" y="3765"/>
                  </a:lnTo>
                  <a:close/>
                  <a:moveTo>
                    <a:pt x="4800" y="6238"/>
                  </a:moveTo>
                  <a:cubicBezTo>
                    <a:pt x="4811" y="6238"/>
                    <a:pt x="4818" y="6249"/>
                    <a:pt x="4818" y="6259"/>
                  </a:cubicBezTo>
                  <a:lnTo>
                    <a:pt x="4818" y="6456"/>
                  </a:lnTo>
                  <a:cubicBezTo>
                    <a:pt x="4818" y="6467"/>
                    <a:pt x="4811" y="6474"/>
                    <a:pt x="4800" y="6474"/>
                  </a:cubicBezTo>
                  <a:lnTo>
                    <a:pt x="3277" y="6474"/>
                  </a:lnTo>
                  <a:cubicBezTo>
                    <a:pt x="3266" y="6474"/>
                    <a:pt x="3259" y="6467"/>
                    <a:pt x="3259" y="6456"/>
                  </a:cubicBezTo>
                  <a:lnTo>
                    <a:pt x="3259" y="6259"/>
                  </a:lnTo>
                  <a:cubicBezTo>
                    <a:pt x="3259" y="6249"/>
                    <a:pt x="3266" y="6238"/>
                    <a:pt x="3277" y="6238"/>
                  </a:cubicBezTo>
                  <a:close/>
                  <a:moveTo>
                    <a:pt x="4399" y="6907"/>
                  </a:moveTo>
                  <a:lnTo>
                    <a:pt x="4399" y="7473"/>
                  </a:lnTo>
                  <a:lnTo>
                    <a:pt x="3678" y="7473"/>
                  </a:lnTo>
                  <a:lnTo>
                    <a:pt x="3678" y="6907"/>
                  </a:lnTo>
                  <a:close/>
                  <a:moveTo>
                    <a:pt x="4598" y="7906"/>
                  </a:moveTo>
                  <a:cubicBezTo>
                    <a:pt x="4648" y="7906"/>
                    <a:pt x="4684" y="7950"/>
                    <a:pt x="4684" y="8001"/>
                  </a:cubicBezTo>
                  <a:lnTo>
                    <a:pt x="4638" y="9201"/>
                  </a:lnTo>
                  <a:lnTo>
                    <a:pt x="3442" y="9201"/>
                  </a:lnTo>
                  <a:lnTo>
                    <a:pt x="3396" y="8001"/>
                  </a:lnTo>
                  <a:cubicBezTo>
                    <a:pt x="3393" y="7950"/>
                    <a:pt x="3432" y="7906"/>
                    <a:pt x="3482" y="7906"/>
                  </a:cubicBezTo>
                  <a:cubicBezTo>
                    <a:pt x="3484" y="7906"/>
                    <a:pt x="3486" y="7906"/>
                    <a:pt x="3488" y="7906"/>
                  </a:cubicBezTo>
                  <a:lnTo>
                    <a:pt x="4592" y="7906"/>
                  </a:lnTo>
                  <a:cubicBezTo>
                    <a:pt x="4594" y="7906"/>
                    <a:pt x="4596" y="7906"/>
                    <a:pt x="4598" y="7906"/>
                  </a:cubicBezTo>
                  <a:close/>
                  <a:moveTo>
                    <a:pt x="6696" y="6069"/>
                  </a:moveTo>
                  <a:lnTo>
                    <a:pt x="6696" y="9201"/>
                  </a:lnTo>
                  <a:lnTo>
                    <a:pt x="6077" y="9201"/>
                  </a:lnTo>
                  <a:lnTo>
                    <a:pt x="6077" y="6069"/>
                  </a:lnTo>
                  <a:close/>
                  <a:moveTo>
                    <a:pt x="7748" y="6069"/>
                  </a:moveTo>
                  <a:lnTo>
                    <a:pt x="7748" y="9201"/>
                  </a:lnTo>
                  <a:lnTo>
                    <a:pt x="7129" y="9201"/>
                  </a:lnTo>
                  <a:lnTo>
                    <a:pt x="7129" y="6069"/>
                  </a:lnTo>
                  <a:close/>
                  <a:moveTo>
                    <a:pt x="10817" y="2551"/>
                  </a:moveTo>
                  <a:lnTo>
                    <a:pt x="10817" y="3536"/>
                  </a:lnTo>
                  <a:lnTo>
                    <a:pt x="10468" y="3536"/>
                  </a:lnTo>
                  <a:cubicBezTo>
                    <a:pt x="10180" y="3536"/>
                    <a:pt x="10180" y="3965"/>
                    <a:pt x="10468" y="3969"/>
                  </a:cubicBezTo>
                  <a:lnTo>
                    <a:pt x="10817" y="3969"/>
                  </a:lnTo>
                  <a:lnTo>
                    <a:pt x="10817" y="4951"/>
                  </a:lnTo>
                  <a:lnTo>
                    <a:pt x="10468" y="4951"/>
                  </a:lnTo>
                  <a:cubicBezTo>
                    <a:pt x="10180" y="4951"/>
                    <a:pt x="10180" y="5383"/>
                    <a:pt x="10468" y="5383"/>
                  </a:cubicBezTo>
                  <a:lnTo>
                    <a:pt x="10817" y="5383"/>
                  </a:lnTo>
                  <a:lnTo>
                    <a:pt x="10817" y="6369"/>
                  </a:lnTo>
                  <a:lnTo>
                    <a:pt x="10468" y="6369"/>
                  </a:lnTo>
                  <a:cubicBezTo>
                    <a:pt x="10180" y="6369"/>
                    <a:pt x="10180" y="6798"/>
                    <a:pt x="10468" y="6798"/>
                  </a:cubicBezTo>
                  <a:lnTo>
                    <a:pt x="10817" y="6798"/>
                  </a:lnTo>
                  <a:lnTo>
                    <a:pt x="10817" y="7783"/>
                  </a:lnTo>
                  <a:lnTo>
                    <a:pt x="10468" y="7783"/>
                  </a:lnTo>
                  <a:cubicBezTo>
                    <a:pt x="10180" y="7783"/>
                    <a:pt x="10180" y="8216"/>
                    <a:pt x="10468" y="8216"/>
                  </a:cubicBezTo>
                  <a:lnTo>
                    <a:pt x="10817" y="8216"/>
                  </a:lnTo>
                  <a:lnTo>
                    <a:pt x="10817" y="9201"/>
                  </a:lnTo>
                  <a:lnTo>
                    <a:pt x="9145" y="9201"/>
                  </a:lnTo>
                  <a:lnTo>
                    <a:pt x="9145" y="2551"/>
                  </a:lnTo>
                  <a:close/>
                  <a:moveTo>
                    <a:pt x="12491" y="1499"/>
                  </a:moveTo>
                  <a:cubicBezTo>
                    <a:pt x="12534" y="1499"/>
                    <a:pt x="12565" y="1531"/>
                    <a:pt x="12565" y="1573"/>
                  </a:cubicBezTo>
                  <a:lnTo>
                    <a:pt x="12565" y="9201"/>
                  </a:lnTo>
                  <a:lnTo>
                    <a:pt x="11249" y="9201"/>
                  </a:lnTo>
                  <a:lnTo>
                    <a:pt x="11249" y="2460"/>
                  </a:lnTo>
                  <a:cubicBezTo>
                    <a:pt x="11249" y="2273"/>
                    <a:pt x="11098" y="2118"/>
                    <a:pt x="10908" y="2118"/>
                  </a:cubicBezTo>
                  <a:lnTo>
                    <a:pt x="9050" y="2118"/>
                  </a:lnTo>
                  <a:cubicBezTo>
                    <a:pt x="8864" y="2118"/>
                    <a:pt x="8713" y="2273"/>
                    <a:pt x="8713" y="2460"/>
                  </a:cubicBezTo>
                  <a:lnTo>
                    <a:pt x="8713" y="9201"/>
                  </a:lnTo>
                  <a:lnTo>
                    <a:pt x="8185" y="9201"/>
                  </a:lnTo>
                  <a:lnTo>
                    <a:pt x="8185" y="5851"/>
                  </a:lnTo>
                  <a:cubicBezTo>
                    <a:pt x="8185" y="5820"/>
                    <a:pt x="8178" y="5788"/>
                    <a:pt x="8164" y="5760"/>
                  </a:cubicBezTo>
                  <a:lnTo>
                    <a:pt x="7214" y="3747"/>
                  </a:lnTo>
                  <a:cubicBezTo>
                    <a:pt x="7154" y="3621"/>
                    <a:pt x="7034" y="3557"/>
                    <a:pt x="6915" y="3557"/>
                  </a:cubicBezTo>
                  <a:cubicBezTo>
                    <a:pt x="6795" y="3557"/>
                    <a:pt x="6675" y="3621"/>
                    <a:pt x="6616" y="3747"/>
                  </a:cubicBezTo>
                  <a:lnTo>
                    <a:pt x="5669" y="5760"/>
                  </a:lnTo>
                  <a:cubicBezTo>
                    <a:pt x="5655" y="5788"/>
                    <a:pt x="5648" y="5820"/>
                    <a:pt x="5648" y="5851"/>
                  </a:cubicBezTo>
                  <a:lnTo>
                    <a:pt x="5648" y="9201"/>
                  </a:lnTo>
                  <a:lnTo>
                    <a:pt x="5071" y="9201"/>
                  </a:lnTo>
                  <a:lnTo>
                    <a:pt x="5117" y="8015"/>
                  </a:lnTo>
                  <a:cubicBezTo>
                    <a:pt x="5124" y="7811"/>
                    <a:pt x="5011" y="7625"/>
                    <a:pt x="4832" y="7530"/>
                  </a:cubicBezTo>
                  <a:lnTo>
                    <a:pt x="4832" y="6907"/>
                  </a:lnTo>
                  <a:cubicBezTo>
                    <a:pt x="5067" y="6889"/>
                    <a:pt x="5250" y="6692"/>
                    <a:pt x="5250" y="6456"/>
                  </a:cubicBezTo>
                  <a:lnTo>
                    <a:pt x="5250" y="6259"/>
                  </a:lnTo>
                  <a:cubicBezTo>
                    <a:pt x="5250" y="6020"/>
                    <a:pt x="5067" y="5827"/>
                    <a:pt x="4832" y="5809"/>
                  </a:cubicBezTo>
                  <a:lnTo>
                    <a:pt x="4832" y="5732"/>
                  </a:lnTo>
                  <a:lnTo>
                    <a:pt x="5359" y="5193"/>
                  </a:lnTo>
                  <a:cubicBezTo>
                    <a:pt x="5493" y="5056"/>
                    <a:pt x="5511" y="4845"/>
                    <a:pt x="5405" y="4687"/>
                  </a:cubicBezTo>
                  <a:lnTo>
                    <a:pt x="4269" y="3022"/>
                  </a:lnTo>
                  <a:cubicBezTo>
                    <a:pt x="4212" y="2940"/>
                    <a:pt x="4124" y="2898"/>
                    <a:pt x="4036" y="2898"/>
                  </a:cubicBezTo>
                  <a:cubicBezTo>
                    <a:pt x="3949" y="2898"/>
                    <a:pt x="3861" y="2940"/>
                    <a:pt x="3804" y="3022"/>
                  </a:cubicBezTo>
                  <a:lnTo>
                    <a:pt x="2671" y="4687"/>
                  </a:lnTo>
                  <a:cubicBezTo>
                    <a:pt x="2562" y="4845"/>
                    <a:pt x="2583" y="5056"/>
                    <a:pt x="2717" y="5193"/>
                  </a:cubicBezTo>
                  <a:lnTo>
                    <a:pt x="3245" y="5732"/>
                  </a:lnTo>
                  <a:lnTo>
                    <a:pt x="3245" y="5809"/>
                  </a:lnTo>
                  <a:cubicBezTo>
                    <a:pt x="3006" y="5823"/>
                    <a:pt x="2823" y="6020"/>
                    <a:pt x="2823" y="6259"/>
                  </a:cubicBezTo>
                  <a:lnTo>
                    <a:pt x="2823" y="6456"/>
                  </a:lnTo>
                  <a:cubicBezTo>
                    <a:pt x="2823" y="6692"/>
                    <a:pt x="3006" y="6889"/>
                    <a:pt x="3245" y="6907"/>
                  </a:cubicBezTo>
                  <a:lnTo>
                    <a:pt x="3245" y="7530"/>
                  </a:lnTo>
                  <a:cubicBezTo>
                    <a:pt x="3062" y="7625"/>
                    <a:pt x="2953" y="7811"/>
                    <a:pt x="2960" y="8015"/>
                  </a:cubicBezTo>
                  <a:lnTo>
                    <a:pt x="3006" y="9201"/>
                  </a:lnTo>
                  <a:lnTo>
                    <a:pt x="1433" y="9201"/>
                  </a:lnTo>
                  <a:lnTo>
                    <a:pt x="1436" y="1573"/>
                  </a:lnTo>
                  <a:cubicBezTo>
                    <a:pt x="1436" y="1531"/>
                    <a:pt x="1468" y="1499"/>
                    <a:pt x="1510" y="1499"/>
                  </a:cubicBezTo>
                  <a:close/>
                  <a:moveTo>
                    <a:pt x="13572" y="9634"/>
                  </a:moveTo>
                  <a:lnTo>
                    <a:pt x="13572" y="11259"/>
                  </a:lnTo>
                  <a:cubicBezTo>
                    <a:pt x="13572" y="11410"/>
                    <a:pt x="13448" y="11534"/>
                    <a:pt x="13297" y="11534"/>
                  </a:cubicBezTo>
                  <a:lnTo>
                    <a:pt x="704" y="11534"/>
                  </a:lnTo>
                  <a:cubicBezTo>
                    <a:pt x="557" y="11534"/>
                    <a:pt x="434" y="11410"/>
                    <a:pt x="434" y="11259"/>
                  </a:cubicBezTo>
                  <a:lnTo>
                    <a:pt x="434" y="9634"/>
                  </a:lnTo>
                  <a:close/>
                  <a:moveTo>
                    <a:pt x="8062" y="11966"/>
                  </a:moveTo>
                  <a:lnTo>
                    <a:pt x="8062" y="13205"/>
                  </a:lnTo>
                  <a:lnTo>
                    <a:pt x="5813" y="13205"/>
                  </a:lnTo>
                  <a:lnTo>
                    <a:pt x="5813" y="11966"/>
                  </a:lnTo>
                  <a:close/>
                  <a:moveTo>
                    <a:pt x="704" y="0"/>
                  </a:moveTo>
                  <a:cubicBezTo>
                    <a:pt x="317" y="0"/>
                    <a:pt x="1" y="317"/>
                    <a:pt x="1" y="704"/>
                  </a:cubicBezTo>
                  <a:lnTo>
                    <a:pt x="1" y="11259"/>
                  </a:lnTo>
                  <a:cubicBezTo>
                    <a:pt x="1" y="11650"/>
                    <a:pt x="317" y="11963"/>
                    <a:pt x="704" y="11963"/>
                  </a:cubicBezTo>
                  <a:lnTo>
                    <a:pt x="5384" y="11963"/>
                  </a:lnTo>
                  <a:lnTo>
                    <a:pt x="5384" y="13201"/>
                  </a:lnTo>
                  <a:lnTo>
                    <a:pt x="4680" y="13201"/>
                  </a:lnTo>
                  <a:cubicBezTo>
                    <a:pt x="4332" y="13201"/>
                    <a:pt x="4054" y="13483"/>
                    <a:pt x="4051" y="13828"/>
                  </a:cubicBezTo>
                  <a:lnTo>
                    <a:pt x="4051" y="14113"/>
                  </a:lnTo>
                  <a:cubicBezTo>
                    <a:pt x="4054" y="14457"/>
                    <a:pt x="4332" y="14739"/>
                    <a:pt x="4680" y="14739"/>
                  </a:cubicBezTo>
                  <a:lnTo>
                    <a:pt x="6411" y="14739"/>
                  </a:lnTo>
                  <a:cubicBezTo>
                    <a:pt x="6531" y="14739"/>
                    <a:pt x="6630" y="14640"/>
                    <a:pt x="6630" y="14521"/>
                  </a:cubicBezTo>
                  <a:cubicBezTo>
                    <a:pt x="6630" y="14401"/>
                    <a:pt x="6531" y="14306"/>
                    <a:pt x="6411" y="14306"/>
                  </a:cubicBezTo>
                  <a:lnTo>
                    <a:pt x="4680" y="14306"/>
                  </a:lnTo>
                  <a:cubicBezTo>
                    <a:pt x="4571" y="14306"/>
                    <a:pt x="4483" y="14218"/>
                    <a:pt x="4483" y="14113"/>
                  </a:cubicBezTo>
                  <a:lnTo>
                    <a:pt x="4483" y="13828"/>
                  </a:lnTo>
                  <a:cubicBezTo>
                    <a:pt x="4483" y="13722"/>
                    <a:pt x="4571" y="13634"/>
                    <a:pt x="4680" y="13634"/>
                  </a:cubicBezTo>
                  <a:lnTo>
                    <a:pt x="9202" y="13634"/>
                  </a:lnTo>
                  <a:cubicBezTo>
                    <a:pt x="9307" y="13634"/>
                    <a:pt x="9395" y="13722"/>
                    <a:pt x="9395" y="13828"/>
                  </a:cubicBezTo>
                  <a:lnTo>
                    <a:pt x="9395" y="14113"/>
                  </a:lnTo>
                  <a:cubicBezTo>
                    <a:pt x="9395" y="14218"/>
                    <a:pt x="9307" y="14306"/>
                    <a:pt x="9202" y="14306"/>
                  </a:cubicBezTo>
                  <a:lnTo>
                    <a:pt x="7421" y="14306"/>
                  </a:lnTo>
                  <a:cubicBezTo>
                    <a:pt x="7133" y="14306"/>
                    <a:pt x="7133" y="14739"/>
                    <a:pt x="7421" y="14739"/>
                  </a:cubicBezTo>
                  <a:lnTo>
                    <a:pt x="9202" y="14739"/>
                  </a:lnTo>
                  <a:cubicBezTo>
                    <a:pt x="9546" y="14739"/>
                    <a:pt x="9828" y="14457"/>
                    <a:pt x="9828" y="14113"/>
                  </a:cubicBezTo>
                  <a:lnTo>
                    <a:pt x="9828" y="13828"/>
                  </a:lnTo>
                  <a:cubicBezTo>
                    <a:pt x="9828" y="13483"/>
                    <a:pt x="9546" y="13201"/>
                    <a:pt x="9202" y="13201"/>
                  </a:cubicBezTo>
                  <a:lnTo>
                    <a:pt x="8498" y="13201"/>
                  </a:lnTo>
                  <a:lnTo>
                    <a:pt x="8498" y="11966"/>
                  </a:lnTo>
                  <a:lnTo>
                    <a:pt x="13301" y="11966"/>
                  </a:lnTo>
                  <a:cubicBezTo>
                    <a:pt x="13691" y="11966"/>
                    <a:pt x="14004" y="11650"/>
                    <a:pt x="14004" y="11263"/>
                  </a:cubicBezTo>
                  <a:lnTo>
                    <a:pt x="14004" y="6379"/>
                  </a:lnTo>
                  <a:cubicBezTo>
                    <a:pt x="14004" y="6235"/>
                    <a:pt x="13897" y="6163"/>
                    <a:pt x="13790" y="6163"/>
                  </a:cubicBezTo>
                  <a:cubicBezTo>
                    <a:pt x="13682" y="6163"/>
                    <a:pt x="13575" y="6235"/>
                    <a:pt x="13575" y="6379"/>
                  </a:cubicBezTo>
                  <a:lnTo>
                    <a:pt x="13575" y="9201"/>
                  </a:lnTo>
                  <a:lnTo>
                    <a:pt x="13002" y="9201"/>
                  </a:lnTo>
                  <a:lnTo>
                    <a:pt x="13002" y="1573"/>
                  </a:lnTo>
                  <a:cubicBezTo>
                    <a:pt x="13002" y="1291"/>
                    <a:pt x="12776" y="1066"/>
                    <a:pt x="12498" y="1066"/>
                  </a:cubicBezTo>
                  <a:lnTo>
                    <a:pt x="1510" y="1066"/>
                  </a:lnTo>
                  <a:cubicBezTo>
                    <a:pt x="1232" y="1066"/>
                    <a:pt x="1007" y="1291"/>
                    <a:pt x="1007" y="1573"/>
                  </a:cubicBezTo>
                  <a:lnTo>
                    <a:pt x="1007" y="9201"/>
                  </a:lnTo>
                  <a:lnTo>
                    <a:pt x="434" y="9201"/>
                  </a:lnTo>
                  <a:lnTo>
                    <a:pt x="434" y="704"/>
                  </a:lnTo>
                  <a:cubicBezTo>
                    <a:pt x="434" y="553"/>
                    <a:pt x="557" y="433"/>
                    <a:pt x="708" y="433"/>
                  </a:cubicBezTo>
                  <a:lnTo>
                    <a:pt x="13297" y="433"/>
                  </a:lnTo>
                  <a:cubicBezTo>
                    <a:pt x="13448" y="433"/>
                    <a:pt x="13572" y="553"/>
                    <a:pt x="13572" y="704"/>
                  </a:cubicBezTo>
                  <a:lnTo>
                    <a:pt x="13572" y="5373"/>
                  </a:lnTo>
                  <a:cubicBezTo>
                    <a:pt x="13572" y="5489"/>
                    <a:pt x="13667" y="5587"/>
                    <a:pt x="13786" y="5587"/>
                  </a:cubicBezTo>
                  <a:cubicBezTo>
                    <a:pt x="13906" y="5587"/>
                    <a:pt x="14004" y="5489"/>
                    <a:pt x="14004" y="5373"/>
                  </a:cubicBezTo>
                  <a:lnTo>
                    <a:pt x="14004" y="704"/>
                  </a:lnTo>
                  <a:cubicBezTo>
                    <a:pt x="14004" y="317"/>
                    <a:pt x="13688" y="0"/>
                    <a:pt x="13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58" name="Google Shape;23158;p91"/>
          <p:cNvGrpSpPr/>
          <p:nvPr/>
        </p:nvGrpSpPr>
        <p:grpSpPr>
          <a:xfrm>
            <a:off x="859281" y="3352531"/>
            <a:ext cx="327426" cy="357826"/>
            <a:chOff x="859281" y="3352531"/>
            <a:chExt cx="327426" cy="357826"/>
          </a:xfrm>
        </p:grpSpPr>
        <p:sp>
          <p:nvSpPr>
            <p:cNvPr id="23159" name="Google Shape;23159;p91"/>
            <p:cNvSpPr/>
            <p:nvPr/>
          </p:nvSpPr>
          <p:spPr>
            <a:xfrm>
              <a:off x="889968" y="3357684"/>
              <a:ext cx="291430" cy="291430"/>
            </a:xfrm>
            <a:custGeom>
              <a:rect b="b" l="l" r="r" t="t"/>
              <a:pathLst>
                <a:path extrusionOk="0" h="11197" w="11197">
                  <a:moveTo>
                    <a:pt x="5598" y="0"/>
                  </a:moveTo>
                  <a:cubicBezTo>
                    <a:pt x="2506" y="0"/>
                    <a:pt x="1" y="2506"/>
                    <a:pt x="1" y="5598"/>
                  </a:cubicBezTo>
                  <a:cubicBezTo>
                    <a:pt x="1" y="8691"/>
                    <a:pt x="2506" y="11196"/>
                    <a:pt x="5598" y="11196"/>
                  </a:cubicBezTo>
                  <a:cubicBezTo>
                    <a:pt x="8688" y="11196"/>
                    <a:pt x="11196" y="8691"/>
                    <a:pt x="11196" y="5598"/>
                  </a:cubicBezTo>
                  <a:cubicBezTo>
                    <a:pt x="11196" y="2506"/>
                    <a:pt x="8688" y="0"/>
                    <a:pt x="559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0" name="Google Shape;23160;p91"/>
            <p:cNvSpPr/>
            <p:nvPr/>
          </p:nvSpPr>
          <p:spPr>
            <a:xfrm>
              <a:off x="884190" y="3360808"/>
              <a:ext cx="254080" cy="288281"/>
            </a:xfrm>
            <a:custGeom>
              <a:rect b="b" l="l" r="r" t="t"/>
              <a:pathLst>
                <a:path extrusionOk="0" h="11076" w="9762">
                  <a:moveTo>
                    <a:pt x="4677" y="0"/>
                  </a:moveTo>
                  <a:lnTo>
                    <a:pt x="4677" y="0"/>
                  </a:lnTo>
                  <a:cubicBezTo>
                    <a:pt x="2949" y="359"/>
                    <a:pt x="1493" y="1517"/>
                    <a:pt x="747" y="3114"/>
                  </a:cubicBezTo>
                  <a:cubicBezTo>
                    <a:pt x="1" y="4715"/>
                    <a:pt x="54" y="6576"/>
                    <a:pt x="891" y="8128"/>
                  </a:cubicBezTo>
                  <a:cubicBezTo>
                    <a:pt x="1728" y="9683"/>
                    <a:pt x="3248" y="10752"/>
                    <a:pt x="4994" y="11013"/>
                  </a:cubicBezTo>
                  <a:cubicBezTo>
                    <a:pt x="5272" y="11055"/>
                    <a:pt x="5550" y="11075"/>
                    <a:pt x="5827" y="11075"/>
                  </a:cubicBezTo>
                  <a:cubicBezTo>
                    <a:pt x="7291" y="11075"/>
                    <a:pt x="8708" y="10499"/>
                    <a:pt x="9761" y="9454"/>
                  </a:cubicBezTo>
                  <a:lnTo>
                    <a:pt x="9761" y="9454"/>
                  </a:lnTo>
                  <a:cubicBezTo>
                    <a:pt x="9385" y="9532"/>
                    <a:pt x="9001" y="9570"/>
                    <a:pt x="8618" y="9570"/>
                  </a:cubicBezTo>
                  <a:cubicBezTo>
                    <a:pt x="6348" y="9570"/>
                    <a:pt x="4308" y="8202"/>
                    <a:pt x="3442" y="6105"/>
                  </a:cubicBezTo>
                  <a:cubicBezTo>
                    <a:pt x="2580" y="4008"/>
                    <a:pt x="3065" y="1594"/>
                    <a:pt x="4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1" name="Google Shape;23161;p91"/>
            <p:cNvSpPr/>
            <p:nvPr/>
          </p:nvSpPr>
          <p:spPr>
            <a:xfrm>
              <a:off x="940253" y="3637896"/>
              <a:ext cx="190677" cy="67255"/>
            </a:xfrm>
            <a:custGeom>
              <a:rect b="b" l="l" r="r" t="t"/>
              <a:pathLst>
                <a:path extrusionOk="0" h="2584" w="7326">
                  <a:moveTo>
                    <a:pt x="2372" y="1"/>
                  </a:moveTo>
                  <a:lnTo>
                    <a:pt x="570" y="655"/>
                  </a:lnTo>
                  <a:cubicBezTo>
                    <a:pt x="229" y="778"/>
                    <a:pt x="0" y="1102"/>
                    <a:pt x="0" y="1465"/>
                  </a:cubicBezTo>
                  <a:lnTo>
                    <a:pt x="0" y="2583"/>
                  </a:lnTo>
                  <a:lnTo>
                    <a:pt x="7326" y="2583"/>
                  </a:lnTo>
                  <a:lnTo>
                    <a:pt x="7326" y="1465"/>
                  </a:lnTo>
                  <a:cubicBezTo>
                    <a:pt x="7326" y="1102"/>
                    <a:pt x="7097" y="778"/>
                    <a:pt x="6759" y="655"/>
                  </a:cubicBezTo>
                  <a:lnTo>
                    <a:pt x="4954" y="1"/>
                  </a:lnTo>
                  <a:lnTo>
                    <a:pt x="3663" y="430"/>
                  </a:lnTo>
                  <a:lnTo>
                    <a:pt x="237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2" name="Google Shape;23162;p91"/>
            <p:cNvSpPr/>
            <p:nvPr/>
          </p:nvSpPr>
          <p:spPr>
            <a:xfrm>
              <a:off x="1097303" y="3660723"/>
              <a:ext cx="33628" cy="44429"/>
            </a:xfrm>
            <a:custGeom>
              <a:rect b="b" l="l" r="r" t="t"/>
              <a:pathLst>
                <a:path extrusionOk="0" h="1707" w="1292">
                  <a:moveTo>
                    <a:pt x="1059" y="0"/>
                  </a:moveTo>
                  <a:lnTo>
                    <a:pt x="254" y="809"/>
                  </a:lnTo>
                  <a:cubicBezTo>
                    <a:pt x="92" y="971"/>
                    <a:pt x="0" y="1189"/>
                    <a:pt x="0" y="1418"/>
                  </a:cubicBezTo>
                  <a:lnTo>
                    <a:pt x="0" y="1706"/>
                  </a:lnTo>
                  <a:lnTo>
                    <a:pt x="1292" y="1706"/>
                  </a:lnTo>
                  <a:lnTo>
                    <a:pt x="1292" y="588"/>
                  </a:lnTo>
                  <a:cubicBezTo>
                    <a:pt x="1292" y="369"/>
                    <a:pt x="1207" y="158"/>
                    <a:pt x="105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3" name="Google Shape;23163;p91"/>
            <p:cNvSpPr/>
            <p:nvPr/>
          </p:nvSpPr>
          <p:spPr>
            <a:xfrm>
              <a:off x="974037" y="3464189"/>
              <a:ext cx="123292" cy="89665"/>
            </a:xfrm>
            <a:custGeom>
              <a:rect b="b" l="l" r="r" t="t"/>
              <a:pathLst>
                <a:path extrusionOk="0" h="3445" w="4737">
                  <a:moveTo>
                    <a:pt x="1721" y="0"/>
                  </a:moveTo>
                  <a:cubicBezTo>
                    <a:pt x="771" y="0"/>
                    <a:pt x="1" y="771"/>
                    <a:pt x="1" y="1721"/>
                  </a:cubicBezTo>
                  <a:lnTo>
                    <a:pt x="1" y="2235"/>
                  </a:lnTo>
                  <a:cubicBezTo>
                    <a:pt x="1" y="2467"/>
                    <a:pt x="36" y="2696"/>
                    <a:pt x="110" y="2914"/>
                  </a:cubicBezTo>
                  <a:lnTo>
                    <a:pt x="180" y="3132"/>
                  </a:lnTo>
                  <a:cubicBezTo>
                    <a:pt x="205" y="3195"/>
                    <a:pt x="215" y="3266"/>
                    <a:pt x="215" y="3336"/>
                  </a:cubicBezTo>
                  <a:lnTo>
                    <a:pt x="215" y="3445"/>
                  </a:lnTo>
                  <a:lnTo>
                    <a:pt x="4522" y="3445"/>
                  </a:lnTo>
                  <a:lnTo>
                    <a:pt x="4522" y="3336"/>
                  </a:lnTo>
                  <a:cubicBezTo>
                    <a:pt x="4518" y="3266"/>
                    <a:pt x="4532" y="3195"/>
                    <a:pt x="4553" y="3132"/>
                  </a:cubicBezTo>
                  <a:lnTo>
                    <a:pt x="4624" y="2914"/>
                  </a:lnTo>
                  <a:cubicBezTo>
                    <a:pt x="4698" y="2696"/>
                    <a:pt x="4736" y="2467"/>
                    <a:pt x="4736" y="2235"/>
                  </a:cubicBezTo>
                  <a:lnTo>
                    <a:pt x="4736" y="430"/>
                  </a:lnTo>
                  <a:cubicBezTo>
                    <a:pt x="4736" y="194"/>
                    <a:pt x="4543" y="0"/>
                    <a:pt x="430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4" name="Google Shape;23164;p91"/>
            <p:cNvSpPr/>
            <p:nvPr/>
          </p:nvSpPr>
          <p:spPr>
            <a:xfrm>
              <a:off x="1001964" y="3464189"/>
              <a:ext cx="95365" cy="89665"/>
            </a:xfrm>
            <a:custGeom>
              <a:rect b="b" l="l" r="r" t="t"/>
              <a:pathLst>
                <a:path extrusionOk="0" h="3445" w="3664">
                  <a:moveTo>
                    <a:pt x="877" y="0"/>
                  </a:moveTo>
                  <a:cubicBezTo>
                    <a:pt x="395" y="0"/>
                    <a:pt x="4" y="391"/>
                    <a:pt x="4" y="873"/>
                  </a:cubicBezTo>
                  <a:cubicBezTo>
                    <a:pt x="1" y="1359"/>
                    <a:pt x="395" y="1749"/>
                    <a:pt x="877" y="1749"/>
                  </a:cubicBezTo>
                  <a:lnTo>
                    <a:pt x="1000" y="1749"/>
                  </a:lnTo>
                  <a:lnTo>
                    <a:pt x="1056" y="3445"/>
                  </a:lnTo>
                  <a:lnTo>
                    <a:pt x="3449" y="3445"/>
                  </a:lnTo>
                  <a:lnTo>
                    <a:pt x="3449" y="3336"/>
                  </a:lnTo>
                  <a:cubicBezTo>
                    <a:pt x="3445" y="3266"/>
                    <a:pt x="3459" y="3195"/>
                    <a:pt x="3480" y="3132"/>
                  </a:cubicBezTo>
                  <a:lnTo>
                    <a:pt x="3551" y="2914"/>
                  </a:lnTo>
                  <a:cubicBezTo>
                    <a:pt x="3625" y="2696"/>
                    <a:pt x="3663" y="2467"/>
                    <a:pt x="3663" y="2235"/>
                  </a:cubicBezTo>
                  <a:lnTo>
                    <a:pt x="3663" y="430"/>
                  </a:lnTo>
                  <a:cubicBezTo>
                    <a:pt x="3663" y="194"/>
                    <a:pt x="3470" y="0"/>
                    <a:pt x="3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5" name="Google Shape;23165;p91"/>
            <p:cNvSpPr/>
            <p:nvPr/>
          </p:nvSpPr>
          <p:spPr>
            <a:xfrm>
              <a:off x="1002068" y="3598621"/>
              <a:ext cx="67229" cy="50493"/>
            </a:xfrm>
            <a:custGeom>
              <a:rect b="b" l="l" r="r" t="t"/>
              <a:pathLst>
                <a:path extrusionOk="0" h="1940" w="2583">
                  <a:moveTo>
                    <a:pt x="0" y="0"/>
                  </a:moveTo>
                  <a:lnTo>
                    <a:pt x="0" y="1939"/>
                  </a:lnTo>
                  <a:lnTo>
                    <a:pt x="2583" y="1939"/>
                  </a:lnTo>
                  <a:lnTo>
                    <a:pt x="2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6" name="Google Shape;23166;p91"/>
            <p:cNvSpPr/>
            <p:nvPr/>
          </p:nvSpPr>
          <p:spPr>
            <a:xfrm>
              <a:off x="1002068" y="3598621"/>
              <a:ext cx="67229" cy="33706"/>
            </a:xfrm>
            <a:custGeom>
              <a:rect b="b" l="l" r="r" t="t"/>
              <a:pathLst>
                <a:path extrusionOk="0" h="1295" w="2583">
                  <a:moveTo>
                    <a:pt x="0" y="0"/>
                  </a:moveTo>
                  <a:lnTo>
                    <a:pt x="0" y="975"/>
                  </a:lnTo>
                  <a:cubicBezTo>
                    <a:pt x="403" y="1188"/>
                    <a:pt x="846" y="1294"/>
                    <a:pt x="1290" y="1294"/>
                  </a:cubicBezTo>
                  <a:cubicBezTo>
                    <a:pt x="1734" y="1294"/>
                    <a:pt x="2178" y="1188"/>
                    <a:pt x="2583" y="975"/>
                  </a:cubicBezTo>
                  <a:lnTo>
                    <a:pt x="25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7" name="Google Shape;23167;p91"/>
            <p:cNvSpPr/>
            <p:nvPr/>
          </p:nvSpPr>
          <p:spPr>
            <a:xfrm>
              <a:off x="990876" y="3628553"/>
              <a:ext cx="44819" cy="40030"/>
            </a:xfrm>
            <a:custGeom>
              <a:rect b="b" l="l" r="r" t="t"/>
              <a:pathLst>
                <a:path extrusionOk="0" h="1538" w="1722">
                  <a:moveTo>
                    <a:pt x="381" y="1"/>
                  </a:moveTo>
                  <a:cubicBezTo>
                    <a:pt x="300" y="1"/>
                    <a:pt x="222" y="46"/>
                    <a:pt x="184" y="124"/>
                  </a:cubicBezTo>
                  <a:lnTo>
                    <a:pt x="1" y="515"/>
                  </a:lnTo>
                  <a:lnTo>
                    <a:pt x="712" y="1454"/>
                  </a:lnTo>
                  <a:cubicBezTo>
                    <a:pt x="754" y="1509"/>
                    <a:pt x="817" y="1538"/>
                    <a:pt x="881" y="1538"/>
                  </a:cubicBezTo>
                  <a:cubicBezTo>
                    <a:pt x="936" y="1538"/>
                    <a:pt x="992" y="1517"/>
                    <a:pt x="1035" y="1475"/>
                  </a:cubicBezTo>
                  <a:lnTo>
                    <a:pt x="1721" y="789"/>
                  </a:lnTo>
                  <a:lnTo>
                    <a:pt x="494" y="33"/>
                  </a:lnTo>
                  <a:cubicBezTo>
                    <a:pt x="458" y="11"/>
                    <a:pt x="419" y="1"/>
                    <a:pt x="3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8" name="Google Shape;23168;p91"/>
            <p:cNvSpPr/>
            <p:nvPr/>
          </p:nvSpPr>
          <p:spPr>
            <a:xfrm>
              <a:off x="1035670" y="3628553"/>
              <a:ext cx="44793" cy="40030"/>
            </a:xfrm>
            <a:custGeom>
              <a:rect b="b" l="l" r="r" t="t"/>
              <a:pathLst>
                <a:path extrusionOk="0" h="1538" w="1721">
                  <a:moveTo>
                    <a:pt x="1341" y="1"/>
                  </a:moveTo>
                  <a:cubicBezTo>
                    <a:pt x="1303" y="1"/>
                    <a:pt x="1264" y="11"/>
                    <a:pt x="1228" y="33"/>
                  </a:cubicBezTo>
                  <a:lnTo>
                    <a:pt x="0" y="789"/>
                  </a:lnTo>
                  <a:lnTo>
                    <a:pt x="687" y="1475"/>
                  </a:lnTo>
                  <a:cubicBezTo>
                    <a:pt x="729" y="1517"/>
                    <a:pt x="783" y="1538"/>
                    <a:pt x="838" y="1538"/>
                  </a:cubicBezTo>
                  <a:cubicBezTo>
                    <a:pt x="902" y="1538"/>
                    <a:pt x="966" y="1509"/>
                    <a:pt x="1010" y="1454"/>
                  </a:cubicBezTo>
                  <a:lnTo>
                    <a:pt x="1721" y="515"/>
                  </a:lnTo>
                  <a:lnTo>
                    <a:pt x="1535" y="124"/>
                  </a:lnTo>
                  <a:cubicBezTo>
                    <a:pt x="1499" y="46"/>
                    <a:pt x="1421" y="1"/>
                    <a:pt x="13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9" name="Google Shape;23169;p91"/>
            <p:cNvSpPr/>
            <p:nvPr/>
          </p:nvSpPr>
          <p:spPr>
            <a:xfrm>
              <a:off x="979528" y="3509633"/>
              <a:ext cx="112126" cy="105854"/>
            </a:xfrm>
            <a:custGeom>
              <a:rect b="b" l="l" r="r" t="t"/>
              <a:pathLst>
                <a:path extrusionOk="0" h="4067" w="4308">
                  <a:moveTo>
                    <a:pt x="1837" y="0"/>
                  </a:moveTo>
                  <a:cubicBezTo>
                    <a:pt x="1161" y="0"/>
                    <a:pt x="648" y="193"/>
                    <a:pt x="648" y="193"/>
                  </a:cubicBezTo>
                  <a:lnTo>
                    <a:pt x="648" y="918"/>
                  </a:lnTo>
                  <a:cubicBezTo>
                    <a:pt x="648" y="1136"/>
                    <a:pt x="539" y="1337"/>
                    <a:pt x="360" y="1456"/>
                  </a:cubicBezTo>
                  <a:lnTo>
                    <a:pt x="1" y="1695"/>
                  </a:lnTo>
                  <a:lnTo>
                    <a:pt x="1" y="1910"/>
                  </a:lnTo>
                  <a:cubicBezTo>
                    <a:pt x="1" y="3103"/>
                    <a:pt x="965" y="4067"/>
                    <a:pt x="2157" y="4067"/>
                  </a:cubicBezTo>
                  <a:cubicBezTo>
                    <a:pt x="3343" y="4063"/>
                    <a:pt x="4304" y="3103"/>
                    <a:pt x="4307" y="1917"/>
                  </a:cubicBezTo>
                  <a:lnTo>
                    <a:pt x="4307" y="1699"/>
                  </a:lnTo>
                  <a:lnTo>
                    <a:pt x="3948" y="1460"/>
                  </a:lnTo>
                  <a:cubicBezTo>
                    <a:pt x="3769" y="1340"/>
                    <a:pt x="3660" y="1140"/>
                    <a:pt x="3660" y="925"/>
                  </a:cubicBezTo>
                  <a:lnTo>
                    <a:pt x="3660" y="622"/>
                  </a:lnTo>
                  <a:cubicBezTo>
                    <a:pt x="3074" y="134"/>
                    <a:pt x="2399" y="0"/>
                    <a:pt x="183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0" name="Google Shape;23170;p91"/>
            <p:cNvSpPr/>
            <p:nvPr/>
          </p:nvSpPr>
          <p:spPr>
            <a:xfrm>
              <a:off x="940331" y="3660723"/>
              <a:ext cx="33732" cy="44429"/>
            </a:xfrm>
            <a:custGeom>
              <a:rect b="b" l="l" r="r" t="t"/>
              <a:pathLst>
                <a:path extrusionOk="0" h="1707" w="1296">
                  <a:moveTo>
                    <a:pt x="233" y="0"/>
                  </a:moveTo>
                  <a:cubicBezTo>
                    <a:pt x="85" y="158"/>
                    <a:pt x="1" y="369"/>
                    <a:pt x="1" y="588"/>
                  </a:cubicBezTo>
                  <a:lnTo>
                    <a:pt x="1" y="1706"/>
                  </a:lnTo>
                  <a:lnTo>
                    <a:pt x="1296" y="1706"/>
                  </a:lnTo>
                  <a:lnTo>
                    <a:pt x="1296" y="1418"/>
                  </a:lnTo>
                  <a:cubicBezTo>
                    <a:pt x="1292" y="1189"/>
                    <a:pt x="1204" y="971"/>
                    <a:pt x="1042" y="809"/>
                  </a:cubicBezTo>
                  <a:lnTo>
                    <a:pt x="23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1" name="Google Shape;23171;p91"/>
            <p:cNvSpPr/>
            <p:nvPr/>
          </p:nvSpPr>
          <p:spPr>
            <a:xfrm>
              <a:off x="979633" y="3509633"/>
              <a:ext cx="95261" cy="105411"/>
            </a:xfrm>
            <a:custGeom>
              <a:rect b="b" l="l" r="r" t="t"/>
              <a:pathLst>
                <a:path extrusionOk="0" h="4050" w="3660">
                  <a:moveTo>
                    <a:pt x="1835" y="0"/>
                  </a:moveTo>
                  <a:cubicBezTo>
                    <a:pt x="1158" y="0"/>
                    <a:pt x="644" y="193"/>
                    <a:pt x="644" y="193"/>
                  </a:cubicBezTo>
                  <a:lnTo>
                    <a:pt x="644" y="921"/>
                  </a:lnTo>
                  <a:cubicBezTo>
                    <a:pt x="644" y="1140"/>
                    <a:pt x="538" y="1340"/>
                    <a:pt x="359" y="1460"/>
                  </a:cubicBezTo>
                  <a:lnTo>
                    <a:pt x="0" y="1699"/>
                  </a:lnTo>
                  <a:lnTo>
                    <a:pt x="0" y="1914"/>
                  </a:lnTo>
                  <a:cubicBezTo>
                    <a:pt x="0" y="3001"/>
                    <a:pt x="809" y="3919"/>
                    <a:pt x="1890" y="4049"/>
                  </a:cubicBezTo>
                  <a:cubicBezTo>
                    <a:pt x="1506" y="3648"/>
                    <a:pt x="1288" y="3117"/>
                    <a:pt x="1288" y="2561"/>
                  </a:cubicBezTo>
                  <a:lnTo>
                    <a:pt x="1288" y="1136"/>
                  </a:lnTo>
                  <a:cubicBezTo>
                    <a:pt x="1288" y="918"/>
                    <a:pt x="1453" y="735"/>
                    <a:pt x="1671" y="710"/>
                  </a:cubicBezTo>
                  <a:cubicBezTo>
                    <a:pt x="1842" y="689"/>
                    <a:pt x="2058" y="670"/>
                    <a:pt x="2299" y="670"/>
                  </a:cubicBezTo>
                  <a:cubicBezTo>
                    <a:pt x="2720" y="670"/>
                    <a:pt x="3214" y="727"/>
                    <a:pt x="3659" y="921"/>
                  </a:cubicBezTo>
                  <a:lnTo>
                    <a:pt x="3659" y="622"/>
                  </a:lnTo>
                  <a:cubicBezTo>
                    <a:pt x="3073" y="134"/>
                    <a:pt x="2398" y="0"/>
                    <a:pt x="18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2" name="Google Shape;23172;p91"/>
            <p:cNvSpPr/>
            <p:nvPr/>
          </p:nvSpPr>
          <p:spPr>
            <a:xfrm>
              <a:off x="991163" y="3506510"/>
              <a:ext cx="91174" cy="30140"/>
            </a:xfrm>
            <a:custGeom>
              <a:rect b="b" l="l" r="r" t="t"/>
              <a:pathLst>
                <a:path extrusionOk="0" h="1158" w="3503">
                  <a:moveTo>
                    <a:pt x="1385" y="1"/>
                  </a:moveTo>
                  <a:cubicBezTo>
                    <a:pt x="971" y="1"/>
                    <a:pt x="596" y="44"/>
                    <a:pt x="352" y="81"/>
                  </a:cubicBezTo>
                  <a:cubicBezTo>
                    <a:pt x="152" y="113"/>
                    <a:pt x="0" y="288"/>
                    <a:pt x="0" y="493"/>
                  </a:cubicBezTo>
                  <a:lnTo>
                    <a:pt x="0" y="957"/>
                  </a:lnTo>
                  <a:cubicBezTo>
                    <a:pt x="0" y="1091"/>
                    <a:pt x="102" y="1157"/>
                    <a:pt x="203" y="1157"/>
                  </a:cubicBezTo>
                  <a:cubicBezTo>
                    <a:pt x="304" y="1157"/>
                    <a:pt x="405" y="1091"/>
                    <a:pt x="405" y="957"/>
                  </a:cubicBezTo>
                  <a:lnTo>
                    <a:pt x="405" y="493"/>
                  </a:lnTo>
                  <a:cubicBezTo>
                    <a:pt x="402" y="485"/>
                    <a:pt x="409" y="482"/>
                    <a:pt x="416" y="478"/>
                  </a:cubicBezTo>
                  <a:cubicBezTo>
                    <a:pt x="735" y="431"/>
                    <a:pt x="1059" y="406"/>
                    <a:pt x="1384" y="406"/>
                  </a:cubicBezTo>
                  <a:cubicBezTo>
                    <a:pt x="1496" y="406"/>
                    <a:pt x="1609" y="409"/>
                    <a:pt x="1721" y="415"/>
                  </a:cubicBezTo>
                  <a:cubicBezTo>
                    <a:pt x="2351" y="461"/>
                    <a:pt x="2805" y="616"/>
                    <a:pt x="3072" y="883"/>
                  </a:cubicBezTo>
                  <a:cubicBezTo>
                    <a:pt x="3116" y="927"/>
                    <a:pt x="3166" y="946"/>
                    <a:pt x="3213" y="946"/>
                  </a:cubicBezTo>
                  <a:cubicBezTo>
                    <a:pt x="3369" y="946"/>
                    <a:pt x="3503" y="744"/>
                    <a:pt x="3357" y="598"/>
                  </a:cubicBezTo>
                  <a:cubicBezTo>
                    <a:pt x="2881" y="122"/>
                    <a:pt x="2078" y="1"/>
                    <a:pt x="1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3" name="Google Shape;23173;p91"/>
            <p:cNvSpPr/>
            <p:nvPr/>
          </p:nvSpPr>
          <p:spPr>
            <a:xfrm>
              <a:off x="935126" y="3458879"/>
              <a:ext cx="201036" cy="251478"/>
            </a:xfrm>
            <a:custGeom>
              <a:rect b="b" l="l" r="r" t="t"/>
              <a:pathLst>
                <a:path extrusionOk="0" h="9662" w="7724">
                  <a:moveTo>
                    <a:pt x="6031" y="405"/>
                  </a:moveTo>
                  <a:lnTo>
                    <a:pt x="6031" y="2358"/>
                  </a:lnTo>
                  <a:cubicBezTo>
                    <a:pt x="6031" y="2650"/>
                    <a:pt x="5964" y="2938"/>
                    <a:pt x="5834" y="3202"/>
                  </a:cubicBezTo>
                  <a:cubicBezTo>
                    <a:pt x="5820" y="3230"/>
                    <a:pt x="5813" y="3258"/>
                    <a:pt x="5813" y="3290"/>
                  </a:cubicBezTo>
                  <a:lnTo>
                    <a:pt x="5813" y="3864"/>
                  </a:lnTo>
                  <a:cubicBezTo>
                    <a:pt x="5813" y="4946"/>
                    <a:pt x="4932" y="5814"/>
                    <a:pt x="3863" y="5814"/>
                  </a:cubicBezTo>
                  <a:cubicBezTo>
                    <a:pt x="3820" y="5814"/>
                    <a:pt x="3777" y="5812"/>
                    <a:pt x="3733" y="5809"/>
                  </a:cubicBezTo>
                  <a:cubicBezTo>
                    <a:pt x="2709" y="5746"/>
                    <a:pt x="1911" y="4856"/>
                    <a:pt x="1911" y="3790"/>
                  </a:cubicBezTo>
                  <a:lnTo>
                    <a:pt x="1911" y="3290"/>
                  </a:lnTo>
                  <a:cubicBezTo>
                    <a:pt x="1911" y="3258"/>
                    <a:pt x="1904" y="3230"/>
                    <a:pt x="1890" y="3202"/>
                  </a:cubicBezTo>
                  <a:cubicBezTo>
                    <a:pt x="1759" y="2938"/>
                    <a:pt x="1693" y="2650"/>
                    <a:pt x="1693" y="2358"/>
                  </a:cubicBezTo>
                  <a:lnTo>
                    <a:pt x="1693" y="1925"/>
                  </a:lnTo>
                  <a:cubicBezTo>
                    <a:pt x="1696" y="1088"/>
                    <a:pt x="2375" y="405"/>
                    <a:pt x="3216" y="405"/>
                  </a:cubicBezTo>
                  <a:close/>
                  <a:moveTo>
                    <a:pt x="2769" y="5943"/>
                  </a:moveTo>
                  <a:cubicBezTo>
                    <a:pt x="3058" y="6101"/>
                    <a:pt x="3378" y="6193"/>
                    <a:pt x="3705" y="6214"/>
                  </a:cubicBezTo>
                  <a:cubicBezTo>
                    <a:pt x="3758" y="6217"/>
                    <a:pt x="3811" y="6217"/>
                    <a:pt x="3863" y="6217"/>
                  </a:cubicBezTo>
                  <a:cubicBezTo>
                    <a:pt x="4243" y="6217"/>
                    <a:pt x="4616" y="6126"/>
                    <a:pt x="4951" y="5950"/>
                  </a:cubicBezTo>
                  <a:lnTo>
                    <a:pt x="4951" y="6319"/>
                  </a:lnTo>
                  <a:lnTo>
                    <a:pt x="3860" y="7065"/>
                  </a:lnTo>
                  <a:lnTo>
                    <a:pt x="2769" y="6319"/>
                  </a:lnTo>
                  <a:lnTo>
                    <a:pt x="2769" y="5943"/>
                  </a:lnTo>
                  <a:close/>
                  <a:moveTo>
                    <a:pt x="2600" y="6685"/>
                  </a:moveTo>
                  <a:lnTo>
                    <a:pt x="3550" y="7336"/>
                  </a:lnTo>
                  <a:lnTo>
                    <a:pt x="3044" y="7839"/>
                  </a:lnTo>
                  <a:cubicBezTo>
                    <a:pt x="3044" y="7843"/>
                    <a:pt x="3037" y="7843"/>
                    <a:pt x="3033" y="7843"/>
                  </a:cubicBezTo>
                  <a:cubicBezTo>
                    <a:pt x="3030" y="7843"/>
                    <a:pt x="3026" y="7843"/>
                    <a:pt x="3023" y="7836"/>
                  </a:cubicBezTo>
                  <a:lnTo>
                    <a:pt x="2396" y="6900"/>
                  </a:lnTo>
                  <a:lnTo>
                    <a:pt x="2600" y="6685"/>
                  </a:lnTo>
                  <a:close/>
                  <a:moveTo>
                    <a:pt x="5127" y="6689"/>
                  </a:moveTo>
                  <a:lnTo>
                    <a:pt x="5331" y="6900"/>
                  </a:lnTo>
                  <a:lnTo>
                    <a:pt x="4701" y="7839"/>
                  </a:lnTo>
                  <a:cubicBezTo>
                    <a:pt x="4701" y="7843"/>
                    <a:pt x="4697" y="7846"/>
                    <a:pt x="4694" y="7846"/>
                  </a:cubicBezTo>
                  <a:cubicBezTo>
                    <a:pt x="4687" y="7846"/>
                    <a:pt x="4683" y="7846"/>
                    <a:pt x="4680" y="7843"/>
                  </a:cubicBezTo>
                  <a:lnTo>
                    <a:pt x="4177" y="7340"/>
                  </a:lnTo>
                  <a:lnTo>
                    <a:pt x="5127" y="6689"/>
                  </a:lnTo>
                  <a:close/>
                  <a:moveTo>
                    <a:pt x="3216" y="0"/>
                  </a:moveTo>
                  <a:cubicBezTo>
                    <a:pt x="2153" y="4"/>
                    <a:pt x="1295" y="862"/>
                    <a:pt x="1291" y="1925"/>
                  </a:cubicBezTo>
                  <a:lnTo>
                    <a:pt x="1291" y="2354"/>
                  </a:lnTo>
                  <a:cubicBezTo>
                    <a:pt x="1291" y="2692"/>
                    <a:pt x="1365" y="3026"/>
                    <a:pt x="1510" y="3336"/>
                  </a:cubicBezTo>
                  <a:lnTo>
                    <a:pt x="1510" y="3790"/>
                  </a:lnTo>
                  <a:cubicBezTo>
                    <a:pt x="1506" y="4511"/>
                    <a:pt x="1819" y="5197"/>
                    <a:pt x="2368" y="5665"/>
                  </a:cubicBezTo>
                  <a:lnTo>
                    <a:pt x="2368" y="6344"/>
                  </a:lnTo>
                  <a:lnTo>
                    <a:pt x="1995" y="6738"/>
                  </a:lnTo>
                  <a:cubicBezTo>
                    <a:pt x="1956" y="6780"/>
                    <a:pt x="1935" y="6837"/>
                    <a:pt x="1939" y="6893"/>
                  </a:cubicBezTo>
                  <a:lnTo>
                    <a:pt x="700" y="7343"/>
                  </a:lnTo>
                  <a:cubicBezTo>
                    <a:pt x="282" y="7498"/>
                    <a:pt x="0" y="7896"/>
                    <a:pt x="0" y="8343"/>
                  </a:cubicBezTo>
                  <a:lnTo>
                    <a:pt x="0" y="9461"/>
                  </a:lnTo>
                  <a:cubicBezTo>
                    <a:pt x="0" y="9595"/>
                    <a:pt x="101" y="9662"/>
                    <a:pt x="202" y="9662"/>
                  </a:cubicBezTo>
                  <a:cubicBezTo>
                    <a:pt x="304" y="9662"/>
                    <a:pt x="405" y="9595"/>
                    <a:pt x="405" y="9461"/>
                  </a:cubicBezTo>
                  <a:lnTo>
                    <a:pt x="405" y="8343"/>
                  </a:lnTo>
                  <a:cubicBezTo>
                    <a:pt x="405" y="8065"/>
                    <a:pt x="577" y="7818"/>
                    <a:pt x="838" y="7723"/>
                  </a:cubicBezTo>
                  <a:lnTo>
                    <a:pt x="2143" y="7248"/>
                  </a:lnTo>
                  <a:lnTo>
                    <a:pt x="2688" y="8061"/>
                  </a:lnTo>
                  <a:cubicBezTo>
                    <a:pt x="2759" y="8167"/>
                    <a:pt x="2871" y="8234"/>
                    <a:pt x="2994" y="8248"/>
                  </a:cubicBezTo>
                  <a:lnTo>
                    <a:pt x="3037" y="8248"/>
                  </a:lnTo>
                  <a:cubicBezTo>
                    <a:pt x="3146" y="8244"/>
                    <a:pt x="3251" y="8202"/>
                    <a:pt x="3329" y="8124"/>
                  </a:cubicBezTo>
                  <a:lnTo>
                    <a:pt x="3659" y="7794"/>
                  </a:lnTo>
                  <a:lnTo>
                    <a:pt x="3659" y="9458"/>
                  </a:lnTo>
                  <a:cubicBezTo>
                    <a:pt x="3659" y="9593"/>
                    <a:pt x="3761" y="9661"/>
                    <a:pt x="3862" y="9661"/>
                  </a:cubicBezTo>
                  <a:cubicBezTo>
                    <a:pt x="3963" y="9661"/>
                    <a:pt x="4064" y="9593"/>
                    <a:pt x="4064" y="9458"/>
                  </a:cubicBezTo>
                  <a:lnTo>
                    <a:pt x="4064" y="7794"/>
                  </a:lnTo>
                  <a:lnTo>
                    <a:pt x="4395" y="8128"/>
                  </a:lnTo>
                  <a:cubicBezTo>
                    <a:pt x="4477" y="8209"/>
                    <a:pt x="4584" y="8249"/>
                    <a:pt x="4690" y="8249"/>
                  </a:cubicBezTo>
                  <a:cubicBezTo>
                    <a:pt x="4823" y="8249"/>
                    <a:pt x="4955" y="8186"/>
                    <a:pt x="5035" y="8065"/>
                  </a:cubicBezTo>
                  <a:lnTo>
                    <a:pt x="5580" y="7248"/>
                  </a:lnTo>
                  <a:lnTo>
                    <a:pt x="6886" y="7723"/>
                  </a:lnTo>
                  <a:cubicBezTo>
                    <a:pt x="7146" y="7818"/>
                    <a:pt x="7319" y="8065"/>
                    <a:pt x="7319" y="8343"/>
                  </a:cubicBezTo>
                  <a:lnTo>
                    <a:pt x="7319" y="9461"/>
                  </a:lnTo>
                  <a:cubicBezTo>
                    <a:pt x="7319" y="9595"/>
                    <a:pt x="7420" y="9662"/>
                    <a:pt x="7521" y="9662"/>
                  </a:cubicBezTo>
                  <a:cubicBezTo>
                    <a:pt x="7622" y="9662"/>
                    <a:pt x="7723" y="9595"/>
                    <a:pt x="7723" y="9461"/>
                  </a:cubicBezTo>
                  <a:lnTo>
                    <a:pt x="7723" y="8343"/>
                  </a:lnTo>
                  <a:cubicBezTo>
                    <a:pt x="7723" y="7896"/>
                    <a:pt x="7442" y="7498"/>
                    <a:pt x="7023" y="7343"/>
                  </a:cubicBezTo>
                  <a:lnTo>
                    <a:pt x="5785" y="6893"/>
                  </a:lnTo>
                  <a:cubicBezTo>
                    <a:pt x="5788" y="6837"/>
                    <a:pt x="5770" y="6780"/>
                    <a:pt x="5732" y="6738"/>
                  </a:cubicBezTo>
                  <a:lnTo>
                    <a:pt x="5355" y="6344"/>
                  </a:lnTo>
                  <a:lnTo>
                    <a:pt x="5355" y="5683"/>
                  </a:lnTo>
                  <a:cubicBezTo>
                    <a:pt x="5394" y="5651"/>
                    <a:pt x="5433" y="5616"/>
                    <a:pt x="5471" y="5581"/>
                  </a:cubicBezTo>
                  <a:cubicBezTo>
                    <a:pt x="5946" y="5137"/>
                    <a:pt x="6214" y="4515"/>
                    <a:pt x="6217" y="3864"/>
                  </a:cubicBezTo>
                  <a:lnTo>
                    <a:pt x="6217" y="3336"/>
                  </a:lnTo>
                  <a:cubicBezTo>
                    <a:pt x="6358" y="3030"/>
                    <a:pt x="6432" y="2695"/>
                    <a:pt x="6432" y="2358"/>
                  </a:cubicBezTo>
                  <a:lnTo>
                    <a:pt x="6432" y="204"/>
                  </a:lnTo>
                  <a:cubicBezTo>
                    <a:pt x="6432" y="92"/>
                    <a:pt x="6340" y="0"/>
                    <a:pt x="62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4" name="Google Shape;23174;p91"/>
            <p:cNvSpPr/>
            <p:nvPr/>
          </p:nvSpPr>
          <p:spPr>
            <a:xfrm>
              <a:off x="968727" y="3688650"/>
              <a:ext cx="10567" cy="21707"/>
            </a:xfrm>
            <a:custGeom>
              <a:rect b="b" l="l" r="r" t="t"/>
              <a:pathLst>
                <a:path extrusionOk="0" h="834" w="406">
                  <a:moveTo>
                    <a:pt x="205" y="0"/>
                  </a:moveTo>
                  <a:cubicBezTo>
                    <a:pt x="92" y="0"/>
                    <a:pt x="0" y="92"/>
                    <a:pt x="0" y="201"/>
                  </a:cubicBezTo>
                  <a:lnTo>
                    <a:pt x="0" y="633"/>
                  </a:lnTo>
                  <a:cubicBezTo>
                    <a:pt x="0" y="767"/>
                    <a:pt x="102" y="834"/>
                    <a:pt x="203" y="834"/>
                  </a:cubicBezTo>
                  <a:cubicBezTo>
                    <a:pt x="304" y="834"/>
                    <a:pt x="405" y="767"/>
                    <a:pt x="405" y="633"/>
                  </a:cubicBezTo>
                  <a:lnTo>
                    <a:pt x="405" y="201"/>
                  </a:lnTo>
                  <a:cubicBezTo>
                    <a:pt x="405" y="92"/>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5" name="Google Shape;23175;p91"/>
            <p:cNvSpPr/>
            <p:nvPr/>
          </p:nvSpPr>
          <p:spPr>
            <a:xfrm>
              <a:off x="1092071" y="3688650"/>
              <a:ext cx="10463" cy="21707"/>
            </a:xfrm>
            <a:custGeom>
              <a:rect b="b" l="l" r="r" t="t"/>
              <a:pathLst>
                <a:path extrusionOk="0" h="834" w="402">
                  <a:moveTo>
                    <a:pt x="201" y="0"/>
                  </a:moveTo>
                  <a:cubicBezTo>
                    <a:pt x="89" y="0"/>
                    <a:pt x="1" y="92"/>
                    <a:pt x="1" y="201"/>
                  </a:cubicBezTo>
                  <a:lnTo>
                    <a:pt x="1" y="633"/>
                  </a:lnTo>
                  <a:cubicBezTo>
                    <a:pt x="1" y="767"/>
                    <a:pt x="101" y="834"/>
                    <a:pt x="201" y="834"/>
                  </a:cubicBezTo>
                  <a:cubicBezTo>
                    <a:pt x="302" y="834"/>
                    <a:pt x="402" y="767"/>
                    <a:pt x="402" y="633"/>
                  </a:cubicBezTo>
                  <a:lnTo>
                    <a:pt x="402" y="201"/>
                  </a:lnTo>
                  <a:cubicBezTo>
                    <a:pt x="402" y="92"/>
                    <a:pt x="314"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6" name="Google Shape;23176;p91"/>
            <p:cNvSpPr/>
            <p:nvPr/>
          </p:nvSpPr>
          <p:spPr>
            <a:xfrm>
              <a:off x="859281" y="3352531"/>
              <a:ext cx="327426" cy="285444"/>
            </a:xfrm>
            <a:custGeom>
              <a:rect b="b" l="l" r="r" t="t"/>
              <a:pathLst>
                <a:path extrusionOk="0" h="10967" w="12580">
                  <a:moveTo>
                    <a:pt x="4863" y="751"/>
                  </a:moveTo>
                  <a:lnTo>
                    <a:pt x="4863" y="751"/>
                  </a:lnTo>
                  <a:cubicBezTo>
                    <a:pt x="4536" y="1036"/>
                    <a:pt x="4251" y="1363"/>
                    <a:pt x="4019" y="1729"/>
                  </a:cubicBezTo>
                  <a:cubicBezTo>
                    <a:pt x="3843" y="2000"/>
                    <a:pt x="3688" y="2285"/>
                    <a:pt x="3562" y="2580"/>
                  </a:cubicBezTo>
                  <a:lnTo>
                    <a:pt x="2446" y="2580"/>
                  </a:lnTo>
                  <a:cubicBezTo>
                    <a:pt x="3062" y="1754"/>
                    <a:pt x="3899" y="1120"/>
                    <a:pt x="4863" y="751"/>
                  </a:cubicBezTo>
                  <a:close/>
                  <a:moveTo>
                    <a:pt x="6573" y="410"/>
                  </a:moveTo>
                  <a:lnTo>
                    <a:pt x="6573" y="2580"/>
                  </a:lnTo>
                  <a:lnTo>
                    <a:pt x="4001" y="2580"/>
                  </a:lnTo>
                  <a:cubicBezTo>
                    <a:pt x="4592" y="1338"/>
                    <a:pt x="5521" y="505"/>
                    <a:pt x="6573" y="410"/>
                  </a:cubicBezTo>
                  <a:close/>
                  <a:moveTo>
                    <a:pt x="6978" y="410"/>
                  </a:moveTo>
                  <a:cubicBezTo>
                    <a:pt x="8030" y="505"/>
                    <a:pt x="8955" y="1338"/>
                    <a:pt x="9550" y="2580"/>
                  </a:cubicBezTo>
                  <a:lnTo>
                    <a:pt x="6978" y="2580"/>
                  </a:lnTo>
                  <a:lnTo>
                    <a:pt x="6978" y="410"/>
                  </a:lnTo>
                  <a:close/>
                  <a:moveTo>
                    <a:pt x="8688" y="751"/>
                  </a:moveTo>
                  <a:cubicBezTo>
                    <a:pt x="9652" y="1117"/>
                    <a:pt x="10493" y="1754"/>
                    <a:pt x="11109" y="2580"/>
                  </a:cubicBezTo>
                  <a:lnTo>
                    <a:pt x="9993" y="2580"/>
                  </a:lnTo>
                  <a:cubicBezTo>
                    <a:pt x="9863" y="2285"/>
                    <a:pt x="9708" y="2000"/>
                    <a:pt x="9532" y="1729"/>
                  </a:cubicBezTo>
                  <a:cubicBezTo>
                    <a:pt x="9300" y="1363"/>
                    <a:pt x="9015" y="1036"/>
                    <a:pt x="8688" y="751"/>
                  </a:cubicBezTo>
                  <a:close/>
                  <a:moveTo>
                    <a:pt x="3396" y="2985"/>
                  </a:moveTo>
                  <a:cubicBezTo>
                    <a:pt x="3094" y="3822"/>
                    <a:pt x="2932" y="4706"/>
                    <a:pt x="2918" y="5596"/>
                  </a:cubicBezTo>
                  <a:lnTo>
                    <a:pt x="1384" y="5596"/>
                  </a:lnTo>
                  <a:cubicBezTo>
                    <a:pt x="1419" y="4670"/>
                    <a:pt x="1690" y="3773"/>
                    <a:pt x="2172" y="2985"/>
                  </a:cubicBezTo>
                  <a:close/>
                  <a:moveTo>
                    <a:pt x="11380" y="2985"/>
                  </a:moveTo>
                  <a:cubicBezTo>
                    <a:pt x="11862" y="3773"/>
                    <a:pt x="12136" y="4670"/>
                    <a:pt x="12168" y="5596"/>
                  </a:cubicBezTo>
                  <a:lnTo>
                    <a:pt x="10634" y="5596"/>
                  </a:lnTo>
                  <a:cubicBezTo>
                    <a:pt x="10620" y="4706"/>
                    <a:pt x="10458" y="3822"/>
                    <a:pt x="10159" y="2985"/>
                  </a:cubicBezTo>
                  <a:close/>
                  <a:moveTo>
                    <a:pt x="12171" y="5997"/>
                  </a:moveTo>
                  <a:cubicBezTo>
                    <a:pt x="12136" y="6891"/>
                    <a:pt x="11883" y="7763"/>
                    <a:pt x="11429" y="8534"/>
                  </a:cubicBezTo>
                  <a:cubicBezTo>
                    <a:pt x="11411" y="8558"/>
                    <a:pt x="11397" y="8583"/>
                    <a:pt x="11380" y="8608"/>
                  </a:cubicBezTo>
                  <a:lnTo>
                    <a:pt x="10159" y="8608"/>
                  </a:lnTo>
                  <a:cubicBezTo>
                    <a:pt x="10180" y="8551"/>
                    <a:pt x="10197" y="8495"/>
                    <a:pt x="10219" y="8435"/>
                  </a:cubicBezTo>
                  <a:cubicBezTo>
                    <a:pt x="10482" y="7651"/>
                    <a:pt x="10623" y="6827"/>
                    <a:pt x="10637" y="5997"/>
                  </a:cubicBezTo>
                  <a:close/>
                  <a:moveTo>
                    <a:pt x="2918" y="5997"/>
                  </a:moveTo>
                  <a:cubicBezTo>
                    <a:pt x="2932" y="6827"/>
                    <a:pt x="3072" y="7651"/>
                    <a:pt x="3336" y="8435"/>
                  </a:cubicBezTo>
                  <a:cubicBezTo>
                    <a:pt x="3354" y="8495"/>
                    <a:pt x="3375" y="8551"/>
                    <a:pt x="3396" y="8611"/>
                  </a:cubicBezTo>
                  <a:lnTo>
                    <a:pt x="2168" y="8611"/>
                  </a:lnTo>
                  <a:cubicBezTo>
                    <a:pt x="1686" y="7819"/>
                    <a:pt x="1415" y="6922"/>
                    <a:pt x="1384" y="5997"/>
                  </a:cubicBezTo>
                  <a:close/>
                  <a:moveTo>
                    <a:pt x="6782" y="0"/>
                  </a:moveTo>
                  <a:cubicBezTo>
                    <a:pt x="5010" y="0"/>
                    <a:pt x="3248" y="805"/>
                    <a:pt x="2101" y="2369"/>
                  </a:cubicBezTo>
                  <a:cubicBezTo>
                    <a:pt x="1" y="5237"/>
                    <a:pt x="947" y="9301"/>
                    <a:pt x="4100" y="10944"/>
                  </a:cubicBezTo>
                  <a:cubicBezTo>
                    <a:pt x="4132" y="10959"/>
                    <a:pt x="4163" y="10966"/>
                    <a:pt x="4192" y="10966"/>
                  </a:cubicBezTo>
                  <a:cubicBezTo>
                    <a:pt x="4376" y="10966"/>
                    <a:pt x="4481" y="10694"/>
                    <a:pt x="4286" y="10585"/>
                  </a:cubicBezTo>
                  <a:cubicBezTo>
                    <a:pt x="3558" y="10208"/>
                    <a:pt x="2928" y="9670"/>
                    <a:pt x="2439" y="9012"/>
                  </a:cubicBezTo>
                  <a:lnTo>
                    <a:pt x="3562" y="9012"/>
                  </a:lnTo>
                  <a:cubicBezTo>
                    <a:pt x="3787" y="9536"/>
                    <a:pt x="4093" y="10022"/>
                    <a:pt x="4469" y="10451"/>
                  </a:cubicBezTo>
                  <a:cubicBezTo>
                    <a:pt x="4513" y="10498"/>
                    <a:pt x="4563" y="10518"/>
                    <a:pt x="4612" y="10518"/>
                  </a:cubicBezTo>
                  <a:cubicBezTo>
                    <a:pt x="4761" y="10518"/>
                    <a:pt x="4896" y="10335"/>
                    <a:pt x="4768" y="10184"/>
                  </a:cubicBezTo>
                  <a:cubicBezTo>
                    <a:pt x="4459" y="9828"/>
                    <a:pt x="4202" y="9434"/>
                    <a:pt x="4005" y="9009"/>
                  </a:cubicBezTo>
                  <a:cubicBezTo>
                    <a:pt x="4251" y="8977"/>
                    <a:pt x="4227" y="8608"/>
                    <a:pt x="3977" y="8608"/>
                  </a:cubicBezTo>
                  <a:lnTo>
                    <a:pt x="3829" y="8608"/>
                  </a:lnTo>
                  <a:cubicBezTo>
                    <a:pt x="3509" y="7774"/>
                    <a:pt x="3336" y="6891"/>
                    <a:pt x="3319" y="5997"/>
                  </a:cubicBezTo>
                  <a:lnTo>
                    <a:pt x="3547" y="5997"/>
                  </a:lnTo>
                  <a:cubicBezTo>
                    <a:pt x="3815" y="5997"/>
                    <a:pt x="3815" y="5596"/>
                    <a:pt x="3547" y="5596"/>
                  </a:cubicBezTo>
                  <a:lnTo>
                    <a:pt x="3319" y="5596"/>
                  </a:lnTo>
                  <a:cubicBezTo>
                    <a:pt x="3336" y="4702"/>
                    <a:pt x="3505" y="3819"/>
                    <a:pt x="3825" y="2985"/>
                  </a:cubicBezTo>
                  <a:lnTo>
                    <a:pt x="6573" y="2985"/>
                  </a:lnTo>
                  <a:lnTo>
                    <a:pt x="6573" y="3428"/>
                  </a:lnTo>
                  <a:cubicBezTo>
                    <a:pt x="6573" y="3562"/>
                    <a:pt x="6674" y="3629"/>
                    <a:pt x="6774" y="3629"/>
                  </a:cubicBezTo>
                  <a:cubicBezTo>
                    <a:pt x="6874" y="3629"/>
                    <a:pt x="6974" y="3562"/>
                    <a:pt x="6974" y="3428"/>
                  </a:cubicBezTo>
                  <a:lnTo>
                    <a:pt x="6974" y="2985"/>
                  </a:lnTo>
                  <a:lnTo>
                    <a:pt x="9726" y="2985"/>
                  </a:lnTo>
                  <a:cubicBezTo>
                    <a:pt x="10043" y="3819"/>
                    <a:pt x="10215" y="4702"/>
                    <a:pt x="10229" y="5596"/>
                  </a:cubicBezTo>
                  <a:lnTo>
                    <a:pt x="10004" y="5596"/>
                  </a:lnTo>
                  <a:cubicBezTo>
                    <a:pt x="9737" y="5596"/>
                    <a:pt x="9737" y="5997"/>
                    <a:pt x="10004" y="5997"/>
                  </a:cubicBezTo>
                  <a:lnTo>
                    <a:pt x="10229" y="5997"/>
                  </a:lnTo>
                  <a:cubicBezTo>
                    <a:pt x="10215" y="6891"/>
                    <a:pt x="10043" y="7774"/>
                    <a:pt x="9722" y="8608"/>
                  </a:cubicBezTo>
                  <a:lnTo>
                    <a:pt x="9575" y="8608"/>
                  </a:lnTo>
                  <a:cubicBezTo>
                    <a:pt x="9321" y="8611"/>
                    <a:pt x="9300" y="8977"/>
                    <a:pt x="9547" y="9009"/>
                  </a:cubicBezTo>
                  <a:cubicBezTo>
                    <a:pt x="9349" y="9434"/>
                    <a:pt x="9093" y="9832"/>
                    <a:pt x="8783" y="10184"/>
                  </a:cubicBezTo>
                  <a:cubicBezTo>
                    <a:pt x="8648" y="10334"/>
                    <a:pt x="8783" y="10522"/>
                    <a:pt x="8934" y="10522"/>
                  </a:cubicBezTo>
                  <a:cubicBezTo>
                    <a:pt x="8985" y="10522"/>
                    <a:pt x="9037" y="10501"/>
                    <a:pt x="9082" y="10451"/>
                  </a:cubicBezTo>
                  <a:cubicBezTo>
                    <a:pt x="9459" y="10022"/>
                    <a:pt x="9765" y="9536"/>
                    <a:pt x="9990" y="9012"/>
                  </a:cubicBezTo>
                  <a:lnTo>
                    <a:pt x="11109" y="9012"/>
                  </a:lnTo>
                  <a:cubicBezTo>
                    <a:pt x="10669" y="9603"/>
                    <a:pt x="10109" y="10099"/>
                    <a:pt x="9473" y="10472"/>
                  </a:cubicBezTo>
                  <a:cubicBezTo>
                    <a:pt x="9277" y="10585"/>
                    <a:pt x="9389" y="10851"/>
                    <a:pt x="9568" y="10851"/>
                  </a:cubicBezTo>
                  <a:cubicBezTo>
                    <a:pt x="9601" y="10851"/>
                    <a:pt x="9637" y="10842"/>
                    <a:pt x="9673" y="10821"/>
                  </a:cubicBezTo>
                  <a:cubicBezTo>
                    <a:pt x="11471" y="9786"/>
                    <a:pt x="12576" y="7869"/>
                    <a:pt x="12576" y="5796"/>
                  </a:cubicBezTo>
                  <a:cubicBezTo>
                    <a:pt x="12579" y="4259"/>
                    <a:pt x="11967" y="2781"/>
                    <a:pt x="10876" y="1697"/>
                  </a:cubicBezTo>
                  <a:cubicBezTo>
                    <a:pt x="9736" y="557"/>
                    <a:pt x="8255" y="0"/>
                    <a:pt x="6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77" name="Google Shape;23177;p91"/>
          <p:cNvGrpSpPr/>
          <p:nvPr/>
        </p:nvGrpSpPr>
        <p:grpSpPr>
          <a:xfrm>
            <a:off x="1317912" y="3388371"/>
            <a:ext cx="372115" cy="273185"/>
            <a:chOff x="1317912" y="3388371"/>
            <a:chExt cx="372115" cy="273185"/>
          </a:xfrm>
        </p:grpSpPr>
        <p:sp>
          <p:nvSpPr>
            <p:cNvPr id="23178" name="Google Shape;23178;p91"/>
            <p:cNvSpPr/>
            <p:nvPr/>
          </p:nvSpPr>
          <p:spPr>
            <a:xfrm>
              <a:off x="1333841" y="3505677"/>
              <a:ext cx="10932" cy="38677"/>
            </a:xfrm>
            <a:custGeom>
              <a:rect b="b" l="l" r="r" t="t"/>
              <a:pathLst>
                <a:path extrusionOk="0" h="1486" w="420">
                  <a:moveTo>
                    <a:pt x="212" y="0"/>
                  </a:moveTo>
                  <a:cubicBezTo>
                    <a:pt x="96" y="0"/>
                    <a:pt x="1" y="92"/>
                    <a:pt x="1" y="208"/>
                  </a:cubicBezTo>
                  <a:lnTo>
                    <a:pt x="1" y="1274"/>
                  </a:lnTo>
                  <a:cubicBezTo>
                    <a:pt x="1" y="1390"/>
                    <a:pt x="96" y="1485"/>
                    <a:pt x="212" y="1485"/>
                  </a:cubicBezTo>
                  <a:cubicBezTo>
                    <a:pt x="324" y="1485"/>
                    <a:pt x="419" y="1390"/>
                    <a:pt x="419" y="1274"/>
                  </a:cubicBezTo>
                  <a:lnTo>
                    <a:pt x="419" y="208"/>
                  </a:lnTo>
                  <a:cubicBezTo>
                    <a:pt x="419" y="92"/>
                    <a:pt x="324"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9" name="Google Shape;23179;p91"/>
            <p:cNvSpPr/>
            <p:nvPr/>
          </p:nvSpPr>
          <p:spPr>
            <a:xfrm>
              <a:off x="1329260" y="3481315"/>
              <a:ext cx="93178" cy="104865"/>
            </a:xfrm>
            <a:custGeom>
              <a:rect b="b" l="l" r="r" t="t"/>
              <a:pathLst>
                <a:path extrusionOk="0" h="4029" w="3580">
                  <a:moveTo>
                    <a:pt x="1792" y="0"/>
                  </a:moveTo>
                  <a:cubicBezTo>
                    <a:pt x="926" y="0"/>
                    <a:pt x="286" y="704"/>
                    <a:pt x="222" y="1566"/>
                  </a:cubicBezTo>
                  <a:cubicBezTo>
                    <a:pt x="187" y="2080"/>
                    <a:pt x="222" y="2907"/>
                    <a:pt x="1" y="3357"/>
                  </a:cubicBezTo>
                  <a:cubicBezTo>
                    <a:pt x="1" y="3357"/>
                    <a:pt x="222" y="3804"/>
                    <a:pt x="1049" y="4029"/>
                  </a:cubicBezTo>
                  <a:lnTo>
                    <a:pt x="2534" y="4029"/>
                  </a:lnTo>
                  <a:cubicBezTo>
                    <a:pt x="3357" y="3804"/>
                    <a:pt x="3579" y="3357"/>
                    <a:pt x="3579" y="3357"/>
                  </a:cubicBezTo>
                  <a:cubicBezTo>
                    <a:pt x="3357" y="2910"/>
                    <a:pt x="3393" y="2080"/>
                    <a:pt x="3357" y="1566"/>
                  </a:cubicBezTo>
                  <a:cubicBezTo>
                    <a:pt x="3294" y="704"/>
                    <a:pt x="2654" y="0"/>
                    <a:pt x="17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0" name="Google Shape;23180;p91"/>
            <p:cNvSpPr/>
            <p:nvPr/>
          </p:nvSpPr>
          <p:spPr>
            <a:xfrm>
              <a:off x="1329260" y="3481940"/>
              <a:ext cx="45730" cy="104240"/>
            </a:xfrm>
            <a:custGeom>
              <a:rect b="b" l="l" r="r" t="t"/>
              <a:pathLst>
                <a:path extrusionOk="0" h="4005" w="1757">
                  <a:moveTo>
                    <a:pt x="1496" y="1"/>
                  </a:moveTo>
                  <a:cubicBezTo>
                    <a:pt x="782" y="142"/>
                    <a:pt x="279" y="779"/>
                    <a:pt x="222" y="1542"/>
                  </a:cubicBezTo>
                  <a:cubicBezTo>
                    <a:pt x="187" y="2056"/>
                    <a:pt x="222" y="2883"/>
                    <a:pt x="1" y="3333"/>
                  </a:cubicBezTo>
                  <a:cubicBezTo>
                    <a:pt x="1" y="3333"/>
                    <a:pt x="222" y="3780"/>
                    <a:pt x="1049" y="4005"/>
                  </a:cubicBezTo>
                  <a:lnTo>
                    <a:pt x="1756" y="4005"/>
                  </a:lnTo>
                  <a:lnTo>
                    <a:pt x="1566" y="1542"/>
                  </a:lnTo>
                  <a:cubicBezTo>
                    <a:pt x="704" y="1109"/>
                    <a:pt x="880" y="265"/>
                    <a:pt x="149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1" name="Google Shape;23181;p91"/>
            <p:cNvSpPr/>
            <p:nvPr/>
          </p:nvSpPr>
          <p:spPr>
            <a:xfrm>
              <a:off x="1323508" y="3562807"/>
              <a:ext cx="104787" cy="93257"/>
            </a:xfrm>
            <a:custGeom>
              <a:rect b="b" l="l" r="r" t="t"/>
              <a:pathLst>
                <a:path extrusionOk="0" h="3583" w="4026">
                  <a:moveTo>
                    <a:pt x="1341" y="1"/>
                  </a:moveTo>
                  <a:lnTo>
                    <a:pt x="1341" y="673"/>
                  </a:lnTo>
                  <a:cubicBezTo>
                    <a:pt x="1341" y="842"/>
                    <a:pt x="1246" y="996"/>
                    <a:pt x="1094" y="1074"/>
                  </a:cubicBezTo>
                  <a:lnTo>
                    <a:pt x="369" y="1436"/>
                  </a:lnTo>
                  <a:cubicBezTo>
                    <a:pt x="141" y="1549"/>
                    <a:pt x="0" y="1781"/>
                    <a:pt x="0" y="2034"/>
                  </a:cubicBezTo>
                  <a:lnTo>
                    <a:pt x="0" y="3583"/>
                  </a:lnTo>
                  <a:lnTo>
                    <a:pt x="4025" y="3583"/>
                  </a:lnTo>
                  <a:lnTo>
                    <a:pt x="4025" y="2034"/>
                  </a:lnTo>
                  <a:cubicBezTo>
                    <a:pt x="4025" y="1781"/>
                    <a:pt x="3881" y="1549"/>
                    <a:pt x="3656" y="1436"/>
                  </a:cubicBezTo>
                  <a:lnTo>
                    <a:pt x="2931" y="1074"/>
                  </a:lnTo>
                  <a:cubicBezTo>
                    <a:pt x="2780" y="996"/>
                    <a:pt x="2681" y="842"/>
                    <a:pt x="2681" y="673"/>
                  </a:cubicBezTo>
                  <a:lnTo>
                    <a:pt x="2681"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2" name="Google Shape;23182;p91"/>
            <p:cNvSpPr/>
            <p:nvPr/>
          </p:nvSpPr>
          <p:spPr>
            <a:xfrm>
              <a:off x="1323508" y="3588626"/>
              <a:ext cx="104787" cy="67437"/>
            </a:xfrm>
            <a:custGeom>
              <a:rect b="b" l="l" r="r" t="t"/>
              <a:pathLst>
                <a:path extrusionOk="0" h="2591" w="4026">
                  <a:moveTo>
                    <a:pt x="1203" y="1"/>
                  </a:moveTo>
                  <a:cubicBezTo>
                    <a:pt x="1172" y="33"/>
                    <a:pt x="1133" y="61"/>
                    <a:pt x="1091" y="82"/>
                  </a:cubicBezTo>
                  <a:lnTo>
                    <a:pt x="369" y="444"/>
                  </a:lnTo>
                  <a:cubicBezTo>
                    <a:pt x="141" y="557"/>
                    <a:pt x="0" y="789"/>
                    <a:pt x="0" y="1042"/>
                  </a:cubicBezTo>
                  <a:lnTo>
                    <a:pt x="0" y="2591"/>
                  </a:lnTo>
                  <a:lnTo>
                    <a:pt x="4025" y="2591"/>
                  </a:lnTo>
                  <a:lnTo>
                    <a:pt x="4025" y="1042"/>
                  </a:lnTo>
                  <a:cubicBezTo>
                    <a:pt x="4025" y="789"/>
                    <a:pt x="3881" y="557"/>
                    <a:pt x="3656" y="441"/>
                  </a:cubicBezTo>
                  <a:lnTo>
                    <a:pt x="2931" y="82"/>
                  </a:lnTo>
                  <a:cubicBezTo>
                    <a:pt x="2889" y="61"/>
                    <a:pt x="2850" y="33"/>
                    <a:pt x="2818" y="1"/>
                  </a:cubicBezTo>
                  <a:lnTo>
                    <a:pt x="2562" y="286"/>
                  </a:lnTo>
                  <a:cubicBezTo>
                    <a:pt x="2417" y="455"/>
                    <a:pt x="2214" y="539"/>
                    <a:pt x="2011" y="539"/>
                  </a:cubicBezTo>
                  <a:cubicBezTo>
                    <a:pt x="1808" y="539"/>
                    <a:pt x="1604" y="455"/>
                    <a:pt x="1460" y="286"/>
                  </a:cubicBezTo>
                  <a:lnTo>
                    <a:pt x="1203" y="1"/>
                  </a:lnTo>
                  <a:close/>
                </a:path>
              </a:pathLst>
            </a:custGeom>
            <a:solidFill>
              <a:srgbClr val="C7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3" name="Google Shape;23183;p91"/>
            <p:cNvSpPr/>
            <p:nvPr/>
          </p:nvSpPr>
          <p:spPr>
            <a:xfrm>
              <a:off x="1340998" y="3517155"/>
              <a:ext cx="69806" cy="57313"/>
            </a:xfrm>
            <a:custGeom>
              <a:rect b="b" l="l" r="r" t="t"/>
              <a:pathLst>
                <a:path extrusionOk="0" h="2202" w="2682">
                  <a:moveTo>
                    <a:pt x="1030" y="0"/>
                  </a:moveTo>
                  <a:cubicBezTo>
                    <a:pt x="946" y="0"/>
                    <a:pt x="869" y="50"/>
                    <a:pt x="830" y="129"/>
                  </a:cubicBezTo>
                  <a:cubicBezTo>
                    <a:pt x="757" y="284"/>
                    <a:pt x="651" y="421"/>
                    <a:pt x="524" y="534"/>
                  </a:cubicBezTo>
                  <a:cubicBezTo>
                    <a:pt x="475" y="576"/>
                    <a:pt x="422" y="618"/>
                    <a:pt x="366" y="657"/>
                  </a:cubicBezTo>
                  <a:cubicBezTo>
                    <a:pt x="102" y="843"/>
                    <a:pt x="0" y="1206"/>
                    <a:pt x="155" y="1491"/>
                  </a:cubicBezTo>
                  <a:cubicBezTo>
                    <a:pt x="387" y="1931"/>
                    <a:pt x="845" y="2202"/>
                    <a:pt x="1341" y="2202"/>
                  </a:cubicBezTo>
                  <a:cubicBezTo>
                    <a:pt x="2041" y="2202"/>
                    <a:pt x="2621" y="1663"/>
                    <a:pt x="2678" y="963"/>
                  </a:cubicBezTo>
                  <a:cubicBezTo>
                    <a:pt x="2681" y="896"/>
                    <a:pt x="2653" y="829"/>
                    <a:pt x="2600" y="787"/>
                  </a:cubicBezTo>
                  <a:cubicBezTo>
                    <a:pt x="2160" y="418"/>
                    <a:pt x="1640" y="150"/>
                    <a:pt x="1080" y="6"/>
                  </a:cubicBezTo>
                  <a:cubicBezTo>
                    <a:pt x="1063" y="2"/>
                    <a:pt x="1047" y="0"/>
                    <a:pt x="1030" y="0"/>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4" name="Google Shape;23184;p91"/>
            <p:cNvSpPr/>
            <p:nvPr/>
          </p:nvSpPr>
          <p:spPr>
            <a:xfrm>
              <a:off x="1341259" y="3517207"/>
              <a:ext cx="69545" cy="56818"/>
            </a:xfrm>
            <a:custGeom>
              <a:rect b="b" l="l" r="r" t="t"/>
              <a:pathLst>
                <a:path extrusionOk="0" h="2183" w="2672">
                  <a:moveTo>
                    <a:pt x="1015" y="0"/>
                  </a:moveTo>
                  <a:cubicBezTo>
                    <a:pt x="932" y="0"/>
                    <a:pt x="854" y="50"/>
                    <a:pt x="817" y="127"/>
                  </a:cubicBezTo>
                  <a:cubicBezTo>
                    <a:pt x="764" y="236"/>
                    <a:pt x="694" y="338"/>
                    <a:pt x="613" y="426"/>
                  </a:cubicBezTo>
                  <a:cubicBezTo>
                    <a:pt x="581" y="465"/>
                    <a:pt x="546" y="500"/>
                    <a:pt x="511" y="532"/>
                  </a:cubicBezTo>
                  <a:cubicBezTo>
                    <a:pt x="465" y="574"/>
                    <a:pt x="416" y="613"/>
                    <a:pt x="363" y="648"/>
                  </a:cubicBezTo>
                  <a:cubicBezTo>
                    <a:pt x="46" y="870"/>
                    <a:pt x="1" y="1267"/>
                    <a:pt x="194" y="1573"/>
                  </a:cubicBezTo>
                  <a:cubicBezTo>
                    <a:pt x="402" y="1901"/>
                    <a:pt x="740" y="2122"/>
                    <a:pt x="1123" y="2182"/>
                  </a:cubicBezTo>
                  <a:cubicBezTo>
                    <a:pt x="856" y="1999"/>
                    <a:pt x="655" y="1753"/>
                    <a:pt x="655" y="1306"/>
                  </a:cubicBezTo>
                  <a:lnTo>
                    <a:pt x="655" y="1134"/>
                  </a:lnTo>
                  <a:cubicBezTo>
                    <a:pt x="708" y="1095"/>
                    <a:pt x="757" y="1060"/>
                    <a:pt x="810" y="1014"/>
                  </a:cubicBezTo>
                  <a:cubicBezTo>
                    <a:pt x="933" y="901"/>
                    <a:pt x="1042" y="775"/>
                    <a:pt x="1130" y="634"/>
                  </a:cubicBezTo>
                  <a:cubicBezTo>
                    <a:pt x="1556" y="768"/>
                    <a:pt x="1953" y="982"/>
                    <a:pt x="2295" y="1271"/>
                  </a:cubicBezTo>
                  <a:cubicBezTo>
                    <a:pt x="2340" y="1306"/>
                    <a:pt x="2397" y="1359"/>
                    <a:pt x="2520" y="1475"/>
                  </a:cubicBezTo>
                  <a:cubicBezTo>
                    <a:pt x="2601" y="1352"/>
                    <a:pt x="2654" y="1109"/>
                    <a:pt x="2668" y="965"/>
                  </a:cubicBezTo>
                  <a:cubicBezTo>
                    <a:pt x="2671" y="894"/>
                    <a:pt x="2643" y="827"/>
                    <a:pt x="2590" y="785"/>
                  </a:cubicBezTo>
                  <a:cubicBezTo>
                    <a:pt x="2147" y="416"/>
                    <a:pt x="1630" y="148"/>
                    <a:pt x="1070" y="8"/>
                  </a:cubicBezTo>
                  <a:cubicBezTo>
                    <a:pt x="1052" y="3"/>
                    <a:pt x="1033" y="0"/>
                    <a:pt x="1015"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5" name="Google Shape;23185;p91"/>
            <p:cNvSpPr/>
            <p:nvPr/>
          </p:nvSpPr>
          <p:spPr>
            <a:xfrm>
              <a:off x="1323404" y="3605310"/>
              <a:ext cx="23373" cy="50754"/>
            </a:xfrm>
            <a:custGeom>
              <a:rect b="b" l="l" r="r" t="t"/>
              <a:pathLst>
                <a:path extrusionOk="0" h="1950" w="898">
                  <a:moveTo>
                    <a:pt x="138" y="0"/>
                  </a:moveTo>
                  <a:cubicBezTo>
                    <a:pt x="50" y="113"/>
                    <a:pt x="1" y="257"/>
                    <a:pt x="1" y="401"/>
                  </a:cubicBezTo>
                  <a:lnTo>
                    <a:pt x="1" y="1950"/>
                  </a:lnTo>
                  <a:lnTo>
                    <a:pt x="898" y="1950"/>
                  </a:lnTo>
                  <a:lnTo>
                    <a:pt x="898" y="820"/>
                  </a:lnTo>
                  <a:cubicBezTo>
                    <a:pt x="898" y="683"/>
                    <a:pt x="834" y="556"/>
                    <a:pt x="729" y="472"/>
                  </a:cubicBezTo>
                  <a:lnTo>
                    <a:pt x="138"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6" name="Google Shape;23186;p91"/>
            <p:cNvSpPr/>
            <p:nvPr/>
          </p:nvSpPr>
          <p:spPr>
            <a:xfrm>
              <a:off x="1405000" y="3605310"/>
              <a:ext cx="23295" cy="50754"/>
            </a:xfrm>
            <a:custGeom>
              <a:rect b="b" l="l" r="r" t="t"/>
              <a:pathLst>
                <a:path extrusionOk="0" h="1950" w="895">
                  <a:moveTo>
                    <a:pt x="757" y="0"/>
                  </a:moveTo>
                  <a:lnTo>
                    <a:pt x="166" y="472"/>
                  </a:lnTo>
                  <a:cubicBezTo>
                    <a:pt x="60" y="556"/>
                    <a:pt x="0" y="683"/>
                    <a:pt x="0" y="820"/>
                  </a:cubicBezTo>
                  <a:lnTo>
                    <a:pt x="0" y="1950"/>
                  </a:lnTo>
                  <a:lnTo>
                    <a:pt x="894" y="1950"/>
                  </a:lnTo>
                  <a:lnTo>
                    <a:pt x="894" y="401"/>
                  </a:lnTo>
                  <a:cubicBezTo>
                    <a:pt x="894" y="257"/>
                    <a:pt x="845" y="113"/>
                    <a:pt x="757"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7" name="Google Shape;23187;p91"/>
            <p:cNvSpPr/>
            <p:nvPr/>
          </p:nvSpPr>
          <p:spPr>
            <a:xfrm>
              <a:off x="1585501" y="3487093"/>
              <a:ext cx="29151" cy="64106"/>
            </a:xfrm>
            <a:custGeom>
              <a:rect b="b" l="l" r="r" t="t"/>
              <a:pathLst>
                <a:path extrusionOk="0" h="2463" w="1120">
                  <a:moveTo>
                    <a:pt x="672" y="0"/>
                  </a:moveTo>
                  <a:cubicBezTo>
                    <a:pt x="299" y="0"/>
                    <a:pt x="0" y="299"/>
                    <a:pt x="0" y="672"/>
                  </a:cubicBezTo>
                  <a:lnTo>
                    <a:pt x="0" y="830"/>
                  </a:lnTo>
                  <a:cubicBezTo>
                    <a:pt x="0" y="1020"/>
                    <a:pt x="32" y="1214"/>
                    <a:pt x="92" y="1397"/>
                  </a:cubicBezTo>
                  <a:lnTo>
                    <a:pt x="447" y="2463"/>
                  </a:lnTo>
                  <a:lnTo>
                    <a:pt x="1119" y="2463"/>
                  </a:lnTo>
                  <a:lnTo>
                    <a:pt x="1119"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8" name="Google Shape;23188;p91"/>
            <p:cNvSpPr/>
            <p:nvPr/>
          </p:nvSpPr>
          <p:spPr>
            <a:xfrm>
              <a:off x="1597135" y="3481315"/>
              <a:ext cx="69988" cy="69884"/>
            </a:xfrm>
            <a:custGeom>
              <a:rect b="b" l="l" r="r" t="t"/>
              <a:pathLst>
                <a:path extrusionOk="0" h="2685" w="2689">
                  <a:moveTo>
                    <a:pt x="672" y="0"/>
                  </a:moveTo>
                  <a:cubicBezTo>
                    <a:pt x="303" y="0"/>
                    <a:pt x="0" y="299"/>
                    <a:pt x="0" y="669"/>
                  </a:cubicBezTo>
                  <a:cubicBezTo>
                    <a:pt x="0" y="919"/>
                    <a:pt x="201" y="1119"/>
                    <a:pt x="451" y="1119"/>
                  </a:cubicBezTo>
                  <a:lnTo>
                    <a:pt x="2238" y="2685"/>
                  </a:lnTo>
                  <a:lnTo>
                    <a:pt x="2636" y="1299"/>
                  </a:lnTo>
                  <a:cubicBezTo>
                    <a:pt x="2671" y="1179"/>
                    <a:pt x="2688" y="1056"/>
                    <a:pt x="2685" y="929"/>
                  </a:cubicBezTo>
                  <a:lnTo>
                    <a:pt x="2685"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9" name="Google Shape;23189;p91"/>
            <p:cNvSpPr/>
            <p:nvPr/>
          </p:nvSpPr>
          <p:spPr>
            <a:xfrm>
              <a:off x="1608847" y="3568663"/>
              <a:ext cx="34929" cy="34929"/>
            </a:xfrm>
            <a:custGeom>
              <a:rect b="b" l="l" r="r" t="t"/>
              <a:pathLst>
                <a:path extrusionOk="0" h="1342" w="1342">
                  <a:moveTo>
                    <a:pt x="1" y="1"/>
                  </a:moveTo>
                  <a:lnTo>
                    <a:pt x="1" y="1341"/>
                  </a:lnTo>
                  <a:lnTo>
                    <a:pt x="1341" y="1341"/>
                  </a:lnTo>
                  <a:lnTo>
                    <a:pt x="1341"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0" name="Google Shape;23190;p91"/>
            <p:cNvSpPr/>
            <p:nvPr/>
          </p:nvSpPr>
          <p:spPr>
            <a:xfrm>
              <a:off x="1568010" y="3582770"/>
              <a:ext cx="116603" cy="73293"/>
            </a:xfrm>
            <a:custGeom>
              <a:rect b="b" l="l" r="r" t="t"/>
              <a:pathLst>
                <a:path extrusionOk="0" h="2816" w="4480">
                  <a:moveTo>
                    <a:pt x="1570" y="1"/>
                  </a:moveTo>
                  <a:lnTo>
                    <a:pt x="489" y="310"/>
                  </a:lnTo>
                  <a:cubicBezTo>
                    <a:pt x="201" y="391"/>
                    <a:pt x="0" y="655"/>
                    <a:pt x="0" y="954"/>
                  </a:cubicBezTo>
                  <a:lnTo>
                    <a:pt x="0" y="2816"/>
                  </a:lnTo>
                  <a:lnTo>
                    <a:pt x="4479" y="2816"/>
                  </a:lnTo>
                  <a:lnTo>
                    <a:pt x="4479" y="954"/>
                  </a:lnTo>
                  <a:cubicBezTo>
                    <a:pt x="4479" y="655"/>
                    <a:pt x="4279" y="391"/>
                    <a:pt x="3990" y="310"/>
                  </a:cubicBezTo>
                  <a:lnTo>
                    <a:pt x="2910" y="1"/>
                  </a:lnTo>
                  <a:lnTo>
                    <a:pt x="2238" y="799"/>
                  </a:lnTo>
                  <a:lnTo>
                    <a:pt x="1570" y="1"/>
                  </a:lnTo>
                  <a:close/>
                </a:path>
              </a:pathLst>
            </a:custGeom>
            <a:solidFill>
              <a:srgbClr val="C7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1" name="Google Shape;23191;p91"/>
            <p:cNvSpPr/>
            <p:nvPr/>
          </p:nvSpPr>
          <p:spPr>
            <a:xfrm>
              <a:off x="1591357" y="3510518"/>
              <a:ext cx="69910" cy="63950"/>
            </a:xfrm>
            <a:custGeom>
              <a:rect b="b" l="l" r="r" t="t"/>
              <a:pathLst>
                <a:path extrusionOk="0" h="2457" w="2686">
                  <a:moveTo>
                    <a:pt x="849" y="1"/>
                  </a:moveTo>
                  <a:cubicBezTo>
                    <a:pt x="731" y="1"/>
                    <a:pt x="620" y="46"/>
                    <a:pt x="535" y="131"/>
                  </a:cubicBezTo>
                  <a:lnTo>
                    <a:pt x="317" y="353"/>
                  </a:lnTo>
                  <a:cubicBezTo>
                    <a:pt x="113" y="553"/>
                    <a:pt x="1" y="828"/>
                    <a:pt x="1" y="1116"/>
                  </a:cubicBezTo>
                  <a:cubicBezTo>
                    <a:pt x="1" y="1855"/>
                    <a:pt x="602" y="2457"/>
                    <a:pt x="1341" y="2457"/>
                  </a:cubicBezTo>
                  <a:cubicBezTo>
                    <a:pt x="2084" y="2457"/>
                    <a:pt x="2685" y="1855"/>
                    <a:pt x="2685" y="1116"/>
                  </a:cubicBezTo>
                  <a:lnTo>
                    <a:pt x="2685" y="831"/>
                  </a:lnTo>
                  <a:cubicBezTo>
                    <a:pt x="2685" y="711"/>
                    <a:pt x="2639" y="595"/>
                    <a:pt x="2555" y="514"/>
                  </a:cubicBezTo>
                  <a:cubicBezTo>
                    <a:pt x="2210" y="177"/>
                    <a:pt x="1577" y="22"/>
                    <a:pt x="863" y="1"/>
                  </a:cubicBezTo>
                  <a:cubicBezTo>
                    <a:pt x="858" y="1"/>
                    <a:pt x="854" y="1"/>
                    <a:pt x="849" y="1"/>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2" name="Google Shape;23192;p91"/>
            <p:cNvSpPr/>
            <p:nvPr/>
          </p:nvSpPr>
          <p:spPr>
            <a:xfrm>
              <a:off x="1591357" y="3510440"/>
              <a:ext cx="69728" cy="62648"/>
            </a:xfrm>
            <a:custGeom>
              <a:rect b="b" l="l" r="r" t="t"/>
              <a:pathLst>
                <a:path extrusionOk="0" h="2407" w="2679">
                  <a:moveTo>
                    <a:pt x="863" y="0"/>
                  </a:moveTo>
                  <a:cubicBezTo>
                    <a:pt x="739" y="0"/>
                    <a:pt x="623" y="46"/>
                    <a:pt x="535" y="134"/>
                  </a:cubicBezTo>
                  <a:lnTo>
                    <a:pt x="317" y="352"/>
                  </a:lnTo>
                  <a:cubicBezTo>
                    <a:pt x="113" y="556"/>
                    <a:pt x="1" y="831"/>
                    <a:pt x="1" y="1119"/>
                  </a:cubicBezTo>
                  <a:cubicBezTo>
                    <a:pt x="1" y="1714"/>
                    <a:pt x="398" y="2241"/>
                    <a:pt x="972" y="2407"/>
                  </a:cubicBezTo>
                  <a:cubicBezTo>
                    <a:pt x="778" y="2168"/>
                    <a:pt x="669" y="1869"/>
                    <a:pt x="673" y="1562"/>
                  </a:cubicBezTo>
                  <a:lnTo>
                    <a:pt x="673" y="1119"/>
                  </a:lnTo>
                  <a:cubicBezTo>
                    <a:pt x="669" y="869"/>
                    <a:pt x="870" y="671"/>
                    <a:pt x="1113" y="671"/>
                  </a:cubicBezTo>
                  <a:cubicBezTo>
                    <a:pt x="1123" y="671"/>
                    <a:pt x="1134" y="672"/>
                    <a:pt x="1144" y="672"/>
                  </a:cubicBezTo>
                  <a:cubicBezTo>
                    <a:pt x="1598" y="700"/>
                    <a:pt x="2267" y="774"/>
                    <a:pt x="2678" y="971"/>
                  </a:cubicBezTo>
                  <a:cubicBezTo>
                    <a:pt x="2664" y="880"/>
                    <a:pt x="2625" y="584"/>
                    <a:pt x="2555" y="514"/>
                  </a:cubicBezTo>
                  <a:cubicBezTo>
                    <a:pt x="2210" y="176"/>
                    <a:pt x="1577" y="25"/>
                    <a:pt x="863"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3" name="Google Shape;23193;p91"/>
            <p:cNvSpPr/>
            <p:nvPr/>
          </p:nvSpPr>
          <p:spPr>
            <a:xfrm>
              <a:off x="1661241" y="3597606"/>
              <a:ext cx="23269" cy="58458"/>
            </a:xfrm>
            <a:custGeom>
              <a:rect b="b" l="l" r="r" t="t"/>
              <a:pathLst>
                <a:path extrusionOk="0" h="2246" w="894">
                  <a:moveTo>
                    <a:pt x="774" y="1"/>
                  </a:moveTo>
                  <a:lnTo>
                    <a:pt x="197" y="578"/>
                  </a:lnTo>
                  <a:cubicBezTo>
                    <a:pt x="71" y="701"/>
                    <a:pt x="0" y="873"/>
                    <a:pt x="0" y="1053"/>
                  </a:cubicBezTo>
                  <a:lnTo>
                    <a:pt x="0" y="2246"/>
                  </a:lnTo>
                  <a:lnTo>
                    <a:pt x="894" y="2246"/>
                  </a:lnTo>
                  <a:lnTo>
                    <a:pt x="894" y="384"/>
                  </a:lnTo>
                  <a:cubicBezTo>
                    <a:pt x="894" y="247"/>
                    <a:pt x="852" y="113"/>
                    <a:pt x="774"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4" name="Google Shape;23194;p91"/>
            <p:cNvSpPr/>
            <p:nvPr/>
          </p:nvSpPr>
          <p:spPr>
            <a:xfrm>
              <a:off x="1404896" y="3574441"/>
              <a:ext cx="198121" cy="81622"/>
            </a:xfrm>
            <a:custGeom>
              <a:rect b="b" l="l" r="r" t="t"/>
              <a:pathLst>
                <a:path extrusionOk="0" h="3136" w="7612">
                  <a:moveTo>
                    <a:pt x="2464" y="1"/>
                  </a:moveTo>
                  <a:lnTo>
                    <a:pt x="592" y="683"/>
                  </a:lnTo>
                  <a:cubicBezTo>
                    <a:pt x="237" y="810"/>
                    <a:pt x="1" y="1148"/>
                    <a:pt x="4" y="1524"/>
                  </a:cubicBezTo>
                  <a:lnTo>
                    <a:pt x="4" y="3136"/>
                  </a:lnTo>
                  <a:lnTo>
                    <a:pt x="7611" y="3136"/>
                  </a:lnTo>
                  <a:lnTo>
                    <a:pt x="7611" y="1524"/>
                  </a:lnTo>
                  <a:cubicBezTo>
                    <a:pt x="7611" y="1148"/>
                    <a:pt x="7376" y="810"/>
                    <a:pt x="7024" y="683"/>
                  </a:cubicBezTo>
                  <a:lnTo>
                    <a:pt x="5149" y="1"/>
                  </a:lnTo>
                  <a:lnTo>
                    <a:pt x="3808" y="451"/>
                  </a:lnTo>
                  <a:lnTo>
                    <a:pt x="2464"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5" name="Google Shape;23195;p91"/>
            <p:cNvSpPr/>
            <p:nvPr/>
          </p:nvSpPr>
          <p:spPr>
            <a:xfrm>
              <a:off x="1568010" y="3598257"/>
              <a:ext cx="35007" cy="57807"/>
            </a:xfrm>
            <a:custGeom>
              <a:rect b="b" l="l" r="r" t="t"/>
              <a:pathLst>
                <a:path extrusionOk="0" h="2221" w="1345">
                  <a:moveTo>
                    <a:pt x="1105" y="0"/>
                  </a:moveTo>
                  <a:lnTo>
                    <a:pt x="264" y="838"/>
                  </a:lnTo>
                  <a:cubicBezTo>
                    <a:pt x="95" y="1007"/>
                    <a:pt x="4" y="1235"/>
                    <a:pt x="0" y="1471"/>
                  </a:cubicBezTo>
                  <a:lnTo>
                    <a:pt x="0" y="2221"/>
                  </a:lnTo>
                  <a:lnTo>
                    <a:pt x="1344" y="2221"/>
                  </a:lnTo>
                  <a:lnTo>
                    <a:pt x="1344" y="609"/>
                  </a:lnTo>
                  <a:cubicBezTo>
                    <a:pt x="1344" y="380"/>
                    <a:pt x="1256" y="166"/>
                    <a:pt x="110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6" name="Google Shape;23196;p91"/>
            <p:cNvSpPr/>
            <p:nvPr/>
          </p:nvSpPr>
          <p:spPr>
            <a:xfrm>
              <a:off x="1439903" y="3393941"/>
              <a:ext cx="128133" cy="93152"/>
            </a:xfrm>
            <a:custGeom>
              <a:rect b="b" l="l" r="r" t="t"/>
              <a:pathLst>
                <a:path extrusionOk="0" h="3579" w="4923">
                  <a:moveTo>
                    <a:pt x="1791" y="1"/>
                  </a:moveTo>
                  <a:cubicBezTo>
                    <a:pt x="802" y="1"/>
                    <a:pt x="0" y="799"/>
                    <a:pt x="0" y="1788"/>
                  </a:cubicBezTo>
                  <a:lnTo>
                    <a:pt x="0" y="2323"/>
                  </a:lnTo>
                  <a:cubicBezTo>
                    <a:pt x="0" y="2562"/>
                    <a:pt x="39" y="2801"/>
                    <a:pt x="116" y="3030"/>
                  </a:cubicBezTo>
                  <a:lnTo>
                    <a:pt x="190" y="3252"/>
                  </a:lnTo>
                  <a:cubicBezTo>
                    <a:pt x="211" y="3322"/>
                    <a:pt x="225" y="3393"/>
                    <a:pt x="225" y="3463"/>
                  </a:cubicBezTo>
                  <a:lnTo>
                    <a:pt x="225" y="3579"/>
                  </a:lnTo>
                  <a:lnTo>
                    <a:pt x="4701" y="3579"/>
                  </a:lnTo>
                  <a:lnTo>
                    <a:pt x="4701" y="3463"/>
                  </a:lnTo>
                  <a:cubicBezTo>
                    <a:pt x="4701" y="3393"/>
                    <a:pt x="4711" y="3322"/>
                    <a:pt x="4732" y="3252"/>
                  </a:cubicBezTo>
                  <a:lnTo>
                    <a:pt x="4810" y="3030"/>
                  </a:lnTo>
                  <a:cubicBezTo>
                    <a:pt x="4884" y="2801"/>
                    <a:pt x="4922" y="2562"/>
                    <a:pt x="4922" y="2323"/>
                  </a:cubicBezTo>
                  <a:lnTo>
                    <a:pt x="4922" y="448"/>
                  </a:lnTo>
                  <a:cubicBezTo>
                    <a:pt x="4922" y="198"/>
                    <a:pt x="4722" y="1"/>
                    <a:pt x="447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7" name="Google Shape;23197;p91"/>
            <p:cNvSpPr/>
            <p:nvPr/>
          </p:nvSpPr>
          <p:spPr>
            <a:xfrm>
              <a:off x="1469002" y="3393941"/>
              <a:ext cx="99035" cy="93152"/>
            </a:xfrm>
            <a:custGeom>
              <a:rect b="b" l="l" r="r" t="t"/>
              <a:pathLst>
                <a:path extrusionOk="0" h="3579" w="3805">
                  <a:moveTo>
                    <a:pt x="906" y="1"/>
                  </a:moveTo>
                  <a:cubicBezTo>
                    <a:pt x="406" y="1"/>
                    <a:pt x="1" y="408"/>
                    <a:pt x="1" y="909"/>
                  </a:cubicBezTo>
                  <a:cubicBezTo>
                    <a:pt x="1" y="1412"/>
                    <a:pt x="409" y="1816"/>
                    <a:pt x="912" y="1816"/>
                  </a:cubicBezTo>
                  <a:lnTo>
                    <a:pt x="1035" y="1816"/>
                  </a:lnTo>
                  <a:lnTo>
                    <a:pt x="1099" y="3579"/>
                  </a:lnTo>
                  <a:lnTo>
                    <a:pt x="3583" y="3579"/>
                  </a:lnTo>
                  <a:lnTo>
                    <a:pt x="3583" y="3466"/>
                  </a:lnTo>
                  <a:cubicBezTo>
                    <a:pt x="3583" y="3393"/>
                    <a:pt x="3593" y="3322"/>
                    <a:pt x="3614" y="3252"/>
                  </a:cubicBezTo>
                  <a:lnTo>
                    <a:pt x="3692" y="3030"/>
                  </a:lnTo>
                  <a:cubicBezTo>
                    <a:pt x="3766" y="2801"/>
                    <a:pt x="3804" y="2562"/>
                    <a:pt x="3804" y="2323"/>
                  </a:cubicBezTo>
                  <a:lnTo>
                    <a:pt x="3804" y="448"/>
                  </a:lnTo>
                  <a:cubicBezTo>
                    <a:pt x="3804" y="198"/>
                    <a:pt x="3604" y="1"/>
                    <a:pt x="3358" y="1"/>
                  </a:cubicBezTo>
                  <a:lnTo>
                    <a:pt x="912" y="1"/>
                  </a:lnTo>
                  <a:cubicBezTo>
                    <a:pt x="910" y="1"/>
                    <a:pt x="908" y="1"/>
                    <a:pt x="90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8" name="Google Shape;23198;p91"/>
            <p:cNvSpPr/>
            <p:nvPr/>
          </p:nvSpPr>
          <p:spPr>
            <a:xfrm>
              <a:off x="1469002" y="3533682"/>
              <a:ext cx="69910" cy="52419"/>
            </a:xfrm>
            <a:custGeom>
              <a:rect b="b" l="l" r="r" t="t"/>
              <a:pathLst>
                <a:path extrusionOk="0" h="2014" w="2686">
                  <a:moveTo>
                    <a:pt x="1" y="1"/>
                  </a:moveTo>
                  <a:lnTo>
                    <a:pt x="1" y="2013"/>
                  </a:lnTo>
                  <a:lnTo>
                    <a:pt x="2686" y="2013"/>
                  </a:lnTo>
                  <a:lnTo>
                    <a:pt x="2686"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9" name="Google Shape;23199;p91"/>
            <p:cNvSpPr/>
            <p:nvPr/>
          </p:nvSpPr>
          <p:spPr>
            <a:xfrm>
              <a:off x="1469002" y="3533682"/>
              <a:ext cx="69910" cy="35007"/>
            </a:xfrm>
            <a:custGeom>
              <a:rect b="b" l="l" r="r" t="t"/>
              <a:pathLst>
                <a:path extrusionOk="0" h="1345" w="2686">
                  <a:moveTo>
                    <a:pt x="1" y="1"/>
                  </a:moveTo>
                  <a:lnTo>
                    <a:pt x="1" y="1014"/>
                  </a:lnTo>
                  <a:cubicBezTo>
                    <a:pt x="421" y="1234"/>
                    <a:pt x="882" y="1344"/>
                    <a:pt x="1343" y="1344"/>
                  </a:cubicBezTo>
                  <a:cubicBezTo>
                    <a:pt x="1804" y="1344"/>
                    <a:pt x="2265" y="1234"/>
                    <a:pt x="2686" y="1014"/>
                  </a:cubicBezTo>
                  <a:lnTo>
                    <a:pt x="2686" y="1"/>
                  </a:lnTo>
                  <a:close/>
                </a:path>
              </a:pathLst>
            </a:custGeom>
            <a:solidFill>
              <a:srgbClr val="9EA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0" name="Google Shape;23200;p91"/>
            <p:cNvSpPr/>
            <p:nvPr/>
          </p:nvSpPr>
          <p:spPr>
            <a:xfrm>
              <a:off x="1457393" y="3564785"/>
              <a:ext cx="46615" cy="41592"/>
            </a:xfrm>
            <a:custGeom>
              <a:rect b="b" l="l" r="r" t="t"/>
              <a:pathLst>
                <a:path extrusionOk="0" h="1598" w="1791">
                  <a:moveTo>
                    <a:pt x="397" y="1"/>
                  </a:moveTo>
                  <a:cubicBezTo>
                    <a:pt x="314" y="1"/>
                    <a:pt x="232" y="48"/>
                    <a:pt x="194" y="129"/>
                  </a:cubicBezTo>
                  <a:lnTo>
                    <a:pt x="0" y="537"/>
                  </a:lnTo>
                  <a:lnTo>
                    <a:pt x="739" y="1512"/>
                  </a:lnTo>
                  <a:cubicBezTo>
                    <a:pt x="783" y="1569"/>
                    <a:pt x="849" y="1598"/>
                    <a:pt x="916" y="1598"/>
                  </a:cubicBezTo>
                  <a:cubicBezTo>
                    <a:pt x="973" y="1598"/>
                    <a:pt x="1031" y="1576"/>
                    <a:pt x="1077" y="1533"/>
                  </a:cubicBezTo>
                  <a:lnTo>
                    <a:pt x="1791" y="818"/>
                  </a:lnTo>
                  <a:lnTo>
                    <a:pt x="514" y="34"/>
                  </a:lnTo>
                  <a:cubicBezTo>
                    <a:pt x="478" y="11"/>
                    <a:pt x="437" y="1"/>
                    <a:pt x="39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1" name="Google Shape;23201;p91"/>
            <p:cNvSpPr/>
            <p:nvPr/>
          </p:nvSpPr>
          <p:spPr>
            <a:xfrm>
              <a:off x="1503983" y="3564785"/>
              <a:ext cx="46641" cy="41592"/>
            </a:xfrm>
            <a:custGeom>
              <a:rect b="b" l="l" r="r" t="t"/>
              <a:pathLst>
                <a:path extrusionOk="0" h="1598" w="1792">
                  <a:moveTo>
                    <a:pt x="1394" y="1"/>
                  </a:moveTo>
                  <a:cubicBezTo>
                    <a:pt x="1355" y="1"/>
                    <a:pt x="1314" y="11"/>
                    <a:pt x="1278" y="34"/>
                  </a:cubicBezTo>
                  <a:lnTo>
                    <a:pt x="1" y="818"/>
                  </a:lnTo>
                  <a:lnTo>
                    <a:pt x="715" y="1533"/>
                  </a:lnTo>
                  <a:cubicBezTo>
                    <a:pt x="759" y="1576"/>
                    <a:pt x="816" y="1598"/>
                    <a:pt x="873" y="1598"/>
                  </a:cubicBezTo>
                  <a:cubicBezTo>
                    <a:pt x="940" y="1598"/>
                    <a:pt x="1006" y="1569"/>
                    <a:pt x="1049" y="1512"/>
                  </a:cubicBezTo>
                  <a:lnTo>
                    <a:pt x="1792" y="537"/>
                  </a:lnTo>
                  <a:lnTo>
                    <a:pt x="1598" y="129"/>
                  </a:lnTo>
                  <a:cubicBezTo>
                    <a:pt x="1560" y="48"/>
                    <a:pt x="1478" y="1"/>
                    <a:pt x="139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2" name="Google Shape;23202;p91"/>
            <p:cNvSpPr/>
            <p:nvPr/>
          </p:nvSpPr>
          <p:spPr>
            <a:xfrm>
              <a:off x="1445759" y="3441129"/>
              <a:ext cx="116499" cy="110070"/>
            </a:xfrm>
            <a:custGeom>
              <a:rect b="b" l="l" r="r" t="t"/>
              <a:pathLst>
                <a:path extrusionOk="0" h="4229" w="4476">
                  <a:moveTo>
                    <a:pt x="1907" y="0"/>
                  </a:moveTo>
                  <a:cubicBezTo>
                    <a:pt x="1205" y="0"/>
                    <a:pt x="672" y="200"/>
                    <a:pt x="672" y="200"/>
                  </a:cubicBezTo>
                  <a:lnTo>
                    <a:pt x="672" y="960"/>
                  </a:lnTo>
                  <a:cubicBezTo>
                    <a:pt x="672" y="1182"/>
                    <a:pt x="560" y="1393"/>
                    <a:pt x="373" y="1516"/>
                  </a:cubicBezTo>
                  <a:lnTo>
                    <a:pt x="0" y="1766"/>
                  </a:lnTo>
                  <a:lnTo>
                    <a:pt x="0" y="1991"/>
                  </a:lnTo>
                  <a:cubicBezTo>
                    <a:pt x="0" y="3226"/>
                    <a:pt x="999" y="4229"/>
                    <a:pt x="2238" y="4229"/>
                  </a:cubicBezTo>
                  <a:cubicBezTo>
                    <a:pt x="3473" y="4229"/>
                    <a:pt x="4476" y="3226"/>
                    <a:pt x="4476" y="1991"/>
                  </a:cubicBezTo>
                  <a:lnTo>
                    <a:pt x="4476" y="1766"/>
                  </a:lnTo>
                  <a:lnTo>
                    <a:pt x="4103" y="1516"/>
                  </a:lnTo>
                  <a:cubicBezTo>
                    <a:pt x="3916" y="1393"/>
                    <a:pt x="3804" y="1182"/>
                    <a:pt x="3804" y="960"/>
                  </a:cubicBezTo>
                  <a:lnTo>
                    <a:pt x="3804" y="647"/>
                  </a:lnTo>
                  <a:cubicBezTo>
                    <a:pt x="3193" y="139"/>
                    <a:pt x="2491" y="0"/>
                    <a:pt x="1907" y="0"/>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3" name="Google Shape;23203;p91"/>
            <p:cNvSpPr/>
            <p:nvPr/>
          </p:nvSpPr>
          <p:spPr>
            <a:xfrm>
              <a:off x="1405000" y="3598257"/>
              <a:ext cx="34929" cy="57807"/>
            </a:xfrm>
            <a:custGeom>
              <a:rect b="b" l="l" r="r" t="t"/>
              <a:pathLst>
                <a:path extrusionOk="0" h="2221" w="1342">
                  <a:moveTo>
                    <a:pt x="240" y="0"/>
                  </a:moveTo>
                  <a:cubicBezTo>
                    <a:pt x="85" y="166"/>
                    <a:pt x="0" y="380"/>
                    <a:pt x="0" y="609"/>
                  </a:cubicBezTo>
                  <a:lnTo>
                    <a:pt x="0" y="2221"/>
                  </a:lnTo>
                  <a:lnTo>
                    <a:pt x="1341" y="2221"/>
                  </a:lnTo>
                  <a:lnTo>
                    <a:pt x="1341" y="1471"/>
                  </a:lnTo>
                  <a:cubicBezTo>
                    <a:pt x="1341" y="1235"/>
                    <a:pt x="1246" y="1007"/>
                    <a:pt x="1077" y="838"/>
                  </a:cubicBezTo>
                  <a:lnTo>
                    <a:pt x="240"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4" name="Google Shape;23204;p91"/>
            <p:cNvSpPr/>
            <p:nvPr/>
          </p:nvSpPr>
          <p:spPr>
            <a:xfrm>
              <a:off x="1445655" y="3441129"/>
              <a:ext cx="99113" cy="109524"/>
            </a:xfrm>
            <a:custGeom>
              <a:rect b="b" l="l" r="r" t="t"/>
              <a:pathLst>
                <a:path extrusionOk="0" h="4208" w="3808">
                  <a:moveTo>
                    <a:pt x="1909" y="0"/>
                  </a:moveTo>
                  <a:cubicBezTo>
                    <a:pt x="1206" y="0"/>
                    <a:pt x="673" y="200"/>
                    <a:pt x="673" y="200"/>
                  </a:cubicBezTo>
                  <a:lnTo>
                    <a:pt x="673" y="957"/>
                  </a:lnTo>
                  <a:cubicBezTo>
                    <a:pt x="673" y="1182"/>
                    <a:pt x="560" y="1393"/>
                    <a:pt x="374" y="1516"/>
                  </a:cubicBezTo>
                  <a:lnTo>
                    <a:pt x="1" y="1766"/>
                  </a:lnTo>
                  <a:lnTo>
                    <a:pt x="1" y="1991"/>
                  </a:lnTo>
                  <a:cubicBezTo>
                    <a:pt x="4" y="3121"/>
                    <a:pt x="849" y="4074"/>
                    <a:pt x="1971" y="4208"/>
                  </a:cubicBezTo>
                  <a:cubicBezTo>
                    <a:pt x="1570" y="3793"/>
                    <a:pt x="1345" y="3237"/>
                    <a:pt x="1345" y="2660"/>
                  </a:cubicBezTo>
                  <a:lnTo>
                    <a:pt x="1345" y="1182"/>
                  </a:lnTo>
                  <a:cubicBezTo>
                    <a:pt x="1345" y="957"/>
                    <a:pt x="1514" y="767"/>
                    <a:pt x="1739" y="739"/>
                  </a:cubicBezTo>
                  <a:cubicBezTo>
                    <a:pt x="1914" y="717"/>
                    <a:pt x="2137" y="699"/>
                    <a:pt x="2385" y="699"/>
                  </a:cubicBezTo>
                  <a:cubicBezTo>
                    <a:pt x="2824" y="699"/>
                    <a:pt x="3342" y="756"/>
                    <a:pt x="3808" y="957"/>
                  </a:cubicBezTo>
                  <a:lnTo>
                    <a:pt x="3808" y="647"/>
                  </a:lnTo>
                  <a:cubicBezTo>
                    <a:pt x="3197" y="139"/>
                    <a:pt x="2494" y="0"/>
                    <a:pt x="1909"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5" name="Google Shape;23205;p91"/>
            <p:cNvSpPr/>
            <p:nvPr/>
          </p:nvSpPr>
          <p:spPr>
            <a:xfrm>
              <a:off x="1601534" y="3504948"/>
              <a:ext cx="50285" cy="16814"/>
            </a:xfrm>
            <a:custGeom>
              <a:rect b="b" l="l" r="r" t="t"/>
              <a:pathLst>
                <a:path extrusionOk="0" h="646" w="1932">
                  <a:moveTo>
                    <a:pt x="278" y="0"/>
                  </a:moveTo>
                  <a:cubicBezTo>
                    <a:pt x="0" y="0"/>
                    <a:pt x="0" y="419"/>
                    <a:pt x="278" y="419"/>
                  </a:cubicBezTo>
                  <a:cubicBezTo>
                    <a:pt x="514" y="419"/>
                    <a:pt x="1196" y="454"/>
                    <a:pt x="1527" y="619"/>
                  </a:cubicBezTo>
                  <a:cubicBezTo>
                    <a:pt x="1562" y="637"/>
                    <a:pt x="1596" y="645"/>
                    <a:pt x="1628" y="645"/>
                  </a:cubicBezTo>
                  <a:cubicBezTo>
                    <a:pt x="1822" y="645"/>
                    <a:pt x="1932" y="352"/>
                    <a:pt x="1717" y="246"/>
                  </a:cubicBezTo>
                  <a:cubicBezTo>
                    <a:pt x="1228" y="4"/>
                    <a:pt x="317"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6" name="Google Shape;23206;p91"/>
            <p:cNvSpPr/>
            <p:nvPr/>
          </p:nvSpPr>
          <p:spPr>
            <a:xfrm>
              <a:off x="1317912" y="3388371"/>
              <a:ext cx="372115" cy="273185"/>
            </a:xfrm>
            <a:custGeom>
              <a:rect b="b" l="l" r="r" t="t"/>
              <a:pathLst>
                <a:path extrusionOk="0" h="10496" w="14297">
                  <a:moveTo>
                    <a:pt x="9405" y="419"/>
                  </a:moveTo>
                  <a:lnTo>
                    <a:pt x="9405" y="2449"/>
                  </a:lnTo>
                  <a:cubicBezTo>
                    <a:pt x="9405" y="2752"/>
                    <a:pt x="9335" y="3054"/>
                    <a:pt x="9201" y="3329"/>
                  </a:cubicBezTo>
                  <a:cubicBezTo>
                    <a:pt x="9187" y="3357"/>
                    <a:pt x="9180" y="3388"/>
                    <a:pt x="9180" y="3420"/>
                  </a:cubicBezTo>
                  <a:lnTo>
                    <a:pt x="9180" y="4018"/>
                  </a:lnTo>
                  <a:cubicBezTo>
                    <a:pt x="9184" y="4578"/>
                    <a:pt x="8951" y="5116"/>
                    <a:pt x="8540" y="5496"/>
                  </a:cubicBezTo>
                  <a:cubicBezTo>
                    <a:pt x="8487" y="5545"/>
                    <a:pt x="8434" y="5591"/>
                    <a:pt x="8378" y="5633"/>
                  </a:cubicBezTo>
                  <a:lnTo>
                    <a:pt x="8374" y="5637"/>
                  </a:lnTo>
                  <a:cubicBezTo>
                    <a:pt x="8026" y="5903"/>
                    <a:pt x="7600" y="6047"/>
                    <a:pt x="7161" y="6047"/>
                  </a:cubicBezTo>
                  <a:cubicBezTo>
                    <a:pt x="7113" y="6047"/>
                    <a:pt x="7065" y="6045"/>
                    <a:pt x="7016" y="6041"/>
                  </a:cubicBezTo>
                  <a:cubicBezTo>
                    <a:pt x="5954" y="5974"/>
                    <a:pt x="5123" y="5049"/>
                    <a:pt x="5123" y="3941"/>
                  </a:cubicBezTo>
                  <a:lnTo>
                    <a:pt x="5120" y="3941"/>
                  </a:lnTo>
                  <a:lnTo>
                    <a:pt x="5120" y="3420"/>
                  </a:lnTo>
                  <a:cubicBezTo>
                    <a:pt x="5120" y="3388"/>
                    <a:pt x="5113" y="3357"/>
                    <a:pt x="5099" y="3329"/>
                  </a:cubicBezTo>
                  <a:cubicBezTo>
                    <a:pt x="4969" y="3054"/>
                    <a:pt x="4898" y="2755"/>
                    <a:pt x="4898" y="2449"/>
                  </a:cubicBezTo>
                  <a:lnTo>
                    <a:pt x="4898" y="2002"/>
                  </a:lnTo>
                  <a:cubicBezTo>
                    <a:pt x="4898" y="1126"/>
                    <a:pt x="5605" y="419"/>
                    <a:pt x="6481" y="419"/>
                  </a:cubicBezTo>
                  <a:close/>
                  <a:moveTo>
                    <a:pt x="2226" y="3778"/>
                  </a:moveTo>
                  <a:cubicBezTo>
                    <a:pt x="2565" y="3778"/>
                    <a:pt x="2905" y="3911"/>
                    <a:pt x="3160" y="4177"/>
                  </a:cubicBezTo>
                  <a:cubicBezTo>
                    <a:pt x="3413" y="4440"/>
                    <a:pt x="3561" y="4785"/>
                    <a:pt x="3586" y="5151"/>
                  </a:cubicBezTo>
                  <a:cubicBezTo>
                    <a:pt x="3593" y="5267"/>
                    <a:pt x="3596" y="5404"/>
                    <a:pt x="3603" y="5549"/>
                  </a:cubicBezTo>
                  <a:lnTo>
                    <a:pt x="3603" y="5584"/>
                  </a:lnTo>
                  <a:cubicBezTo>
                    <a:pt x="3375" y="5232"/>
                    <a:pt x="3023" y="4975"/>
                    <a:pt x="2569" y="4827"/>
                  </a:cubicBezTo>
                  <a:cubicBezTo>
                    <a:pt x="2312" y="4747"/>
                    <a:pt x="2041" y="4704"/>
                    <a:pt x="1770" y="4704"/>
                  </a:cubicBezTo>
                  <a:cubicBezTo>
                    <a:pt x="1717" y="4704"/>
                    <a:pt x="1665" y="4725"/>
                    <a:pt x="1626" y="4768"/>
                  </a:cubicBezTo>
                  <a:lnTo>
                    <a:pt x="1249" y="5158"/>
                  </a:lnTo>
                  <a:cubicBezTo>
                    <a:pt x="1104" y="5312"/>
                    <a:pt x="1243" y="5515"/>
                    <a:pt x="1405" y="5515"/>
                  </a:cubicBezTo>
                  <a:cubicBezTo>
                    <a:pt x="1454" y="5515"/>
                    <a:pt x="1506" y="5496"/>
                    <a:pt x="1552" y="5450"/>
                  </a:cubicBezTo>
                  <a:lnTo>
                    <a:pt x="1865" y="5123"/>
                  </a:lnTo>
                  <a:cubicBezTo>
                    <a:pt x="2136" y="5137"/>
                    <a:pt x="3009" y="5236"/>
                    <a:pt x="3346" y="5981"/>
                  </a:cubicBezTo>
                  <a:cubicBezTo>
                    <a:pt x="3256" y="6536"/>
                    <a:pt x="2779" y="6938"/>
                    <a:pt x="2225" y="6938"/>
                  </a:cubicBezTo>
                  <a:cubicBezTo>
                    <a:pt x="2196" y="6938"/>
                    <a:pt x="2166" y="6937"/>
                    <a:pt x="2136" y="6935"/>
                  </a:cubicBezTo>
                  <a:cubicBezTo>
                    <a:pt x="1549" y="6889"/>
                    <a:pt x="1091" y="6400"/>
                    <a:pt x="1091" y="5806"/>
                  </a:cubicBezTo>
                  <a:cubicBezTo>
                    <a:pt x="1094" y="5692"/>
                    <a:pt x="998" y="5598"/>
                    <a:pt x="887" y="5598"/>
                  </a:cubicBezTo>
                  <a:cubicBezTo>
                    <a:pt x="874" y="5598"/>
                    <a:pt x="861" y="5599"/>
                    <a:pt x="848" y="5601"/>
                  </a:cubicBezTo>
                  <a:lnTo>
                    <a:pt x="848" y="5545"/>
                  </a:lnTo>
                  <a:cubicBezTo>
                    <a:pt x="855" y="5404"/>
                    <a:pt x="859" y="5267"/>
                    <a:pt x="869" y="5151"/>
                  </a:cubicBezTo>
                  <a:cubicBezTo>
                    <a:pt x="891" y="4785"/>
                    <a:pt x="1042" y="4440"/>
                    <a:pt x="1292" y="4177"/>
                  </a:cubicBezTo>
                  <a:cubicBezTo>
                    <a:pt x="1547" y="3911"/>
                    <a:pt x="1886" y="3778"/>
                    <a:pt x="2226" y="3778"/>
                  </a:cubicBezTo>
                  <a:close/>
                  <a:moveTo>
                    <a:pt x="13205" y="3779"/>
                  </a:moveTo>
                  <a:lnTo>
                    <a:pt x="13205" y="4648"/>
                  </a:lnTo>
                  <a:cubicBezTo>
                    <a:pt x="13205" y="4789"/>
                    <a:pt x="13170" y="4929"/>
                    <a:pt x="13107" y="5053"/>
                  </a:cubicBezTo>
                  <a:lnTo>
                    <a:pt x="13001" y="5267"/>
                  </a:lnTo>
                  <a:cubicBezTo>
                    <a:pt x="12987" y="5295"/>
                    <a:pt x="12980" y="5327"/>
                    <a:pt x="12980" y="5359"/>
                  </a:cubicBezTo>
                  <a:lnTo>
                    <a:pt x="12980" y="5806"/>
                  </a:lnTo>
                  <a:cubicBezTo>
                    <a:pt x="12980" y="6435"/>
                    <a:pt x="12470" y="6942"/>
                    <a:pt x="11844" y="6942"/>
                  </a:cubicBezTo>
                  <a:cubicBezTo>
                    <a:pt x="11833" y="6942"/>
                    <a:pt x="11823" y="6942"/>
                    <a:pt x="11812" y="6942"/>
                  </a:cubicBezTo>
                  <a:cubicBezTo>
                    <a:pt x="11207" y="6924"/>
                    <a:pt x="10714" y="6393"/>
                    <a:pt x="10714" y="5753"/>
                  </a:cubicBezTo>
                  <a:lnTo>
                    <a:pt x="10714" y="5362"/>
                  </a:lnTo>
                  <a:cubicBezTo>
                    <a:pt x="10714" y="5327"/>
                    <a:pt x="10707" y="5295"/>
                    <a:pt x="10693" y="5267"/>
                  </a:cubicBezTo>
                  <a:lnTo>
                    <a:pt x="10563" y="5007"/>
                  </a:lnTo>
                  <a:cubicBezTo>
                    <a:pt x="10517" y="4912"/>
                    <a:pt x="10493" y="4806"/>
                    <a:pt x="10489" y="4701"/>
                  </a:cubicBezTo>
                  <a:lnTo>
                    <a:pt x="10489" y="4687"/>
                  </a:lnTo>
                  <a:cubicBezTo>
                    <a:pt x="10493" y="4187"/>
                    <a:pt x="10897" y="3779"/>
                    <a:pt x="11400" y="3779"/>
                  </a:cubicBezTo>
                  <a:close/>
                  <a:moveTo>
                    <a:pt x="792" y="6404"/>
                  </a:moveTo>
                  <a:cubicBezTo>
                    <a:pt x="908" y="6678"/>
                    <a:pt x="1098" y="6914"/>
                    <a:pt x="1344" y="7086"/>
                  </a:cubicBezTo>
                  <a:lnTo>
                    <a:pt x="1344" y="7336"/>
                  </a:lnTo>
                  <a:cubicBezTo>
                    <a:pt x="954" y="7195"/>
                    <a:pt x="757" y="7009"/>
                    <a:pt x="672" y="6903"/>
                  </a:cubicBezTo>
                  <a:cubicBezTo>
                    <a:pt x="732" y="6741"/>
                    <a:pt x="771" y="6573"/>
                    <a:pt x="792" y="6404"/>
                  </a:cubicBezTo>
                  <a:close/>
                  <a:moveTo>
                    <a:pt x="3660" y="6404"/>
                  </a:moveTo>
                  <a:cubicBezTo>
                    <a:pt x="3681" y="6576"/>
                    <a:pt x="3723" y="6741"/>
                    <a:pt x="3779" y="6903"/>
                  </a:cubicBezTo>
                  <a:cubicBezTo>
                    <a:pt x="3698" y="7009"/>
                    <a:pt x="3498" y="7195"/>
                    <a:pt x="3107" y="7336"/>
                  </a:cubicBezTo>
                  <a:lnTo>
                    <a:pt x="3107" y="7086"/>
                  </a:lnTo>
                  <a:cubicBezTo>
                    <a:pt x="3354" y="6917"/>
                    <a:pt x="3547" y="6682"/>
                    <a:pt x="3660" y="6404"/>
                  </a:cubicBezTo>
                  <a:close/>
                  <a:moveTo>
                    <a:pt x="6017" y="6179"/>
                  </a:moveTo>
                  <a:cubicBezTo>
                    <a:pt x="6316" y="6340"/>
                    <a:pt x="6647" y="6439"/>
                    <a:pt x="6988" y="6460"/>
                  </a:cubicBezTo>
                  <a:cubicBezTo>
                    <a:pt x="7044" y="6464"/>
                    <a:pt x="7097" y="6464"/>
                    <a:pt x="7153" y="6464"/>
                  </a:cubicBezTo>
                  <a:cubicBezTo>
                    <a:pt x="7548" y="6464"/>
                    <a:pt x="7935" y="6369"/>
                    <a:pt x="8283" y="6186"/>
                  </a:cubicBezTo>
                  <a:lnTo>
                    <a:pt x="8283" y="6569"/>
                  </a:lnTo>
                  <a:lnTo>
                    <a:pt x="7150" y="7343"/>
                  </a:lnTo>
                  <a:lnTo>
                    <a:pt x="6017" y="6569"/>
                  </a:lnTo>
                  <a:lnTo>
                    <a:pt x="6017" y="6179"/>
                  </a:lnTo>
                  <a:close/>
                  <a:moveTo>
                    <a:pt x="11386" y="7287"/>
                  </a:moveTo>
                  <a:cubicBezTo>
                    <a:pt x="11520" y="7333"/>
                    <a:pt x="11657" y="7354"/>
                    <a:pt x="11801" y="7361"/>
                  </a:cubicBezTo>
                  <a:lnTo>
                    <a:pt x="11847" y="7361"/>
                  </a:lnTo>
                  <a:cubicBezTo>
                    <a:pt x="12005" y="7361"/>
                    <a:pt x="12160" y="7336"/>
                    <a:pt x="12312" y="7290"/>
                  </a:cubicBezTo>
                  <a:lnTo>
                    <a:pt x="12312" y="7375"/>
                  </a:lnTo>
                  <a:cubicBezTo>
                    <a:pt x="12308" y="7414"/>
                    <a:pt x="12315" y="7456"/>
                    <a:pt x="12326" y="7494"/>
                  </a:cubicBezTo>
                  <a:lnTo>
                    <a:pt x="11847" y="7976"/>
                  </a:lnTo>
                  <a:lnTo>
                    <a:pt x="11372" y="7501"/>
                  </a:lnTo>
                  <a:cubicBezTo>
                    <a:pt x="11383" y="7459"/>
                    <a:pt x="11386" y="7417"/>
                    <a:pt x="11386" y="7375"/>
                  </a:cubicBezTo>
                  <a:lnTo>
                    <a:pt x="11386" y="7287"/>
                  </a:lnTo>
                  <a:close/>
                  <a:moveTo>
                    <a:pt x="2689" y="7290"/>
                  </a:moveTo>
                  <a:lnTo>
                    <a:pt x="2689" y="7512"/>
                  </a:lnTo>
                  <a:cubicBezTo>
                    <a:pt x="2685" y="7586"/>
                    <a:pt x="2703" y="7653"/>
                    <a:pt x="2738" y="7716"/>
                  </a:cubicBezTo>
                  <a:lnTo>
                    <a:pt x="2544" y="7903"/>
                  </a:lnTo>
                  <a:cubicBezTo>
                    <a:pt x="2455" y="7987"/>
                    <a:pt x="2340" y="8029"/>
                    <a:pt x="2226" y="8029"/>
                  </a:cubicBezTo>
                  <a:cubicBezTo>
                    <a:pt x="2112" y="8029"/>
                    <a:pt x="1997" y="7987"/>
                    <a:pt x="1907" y="7903"/>
                  </a:cubicBezTo>
                  <a:lnTo>
                    <a:pt x="1714" y="7716"/>
                  </a:lnTo>
                  <a:cubicBezTo>
                    <a:pt x="1746" y="7653"/>
                    <a:pt x="1763" y="7586"/>
                    <a:pt x="1763" y="7512"/>
                  </a:cubicBezTo>
                  <a:lnTo>
                    <a:pt x="1763" y="7290"/>
                  </a:lnTo>
                  <a:cubicBezTo>
                    <a:pt x="1913" y="7336"/>
                    <a:pt x="2068" y="7359"/>
                    <a:pt x="2225" y="7359"/>
                  </a:cubicBezTo>
                  <a:cubicBezTo>
                    <a:pt x="2381" y="7359"/>
                    <a:pt x="2537" y="7336"/>
                    <a:pt x="2689" y="7290"/>
                  </a:cubicBezTo>
                  <a:close/>
                  <a:moveTo>
                    <a:pt x="5838" y="6953"/>
                  </a:moveTo>
                  <a:lnTo>
                    <a:pt x="6826" y="7628"/>
                  </a:lnTo>
                  <a:lnTo>
                    <a:pt x="6302" y="8152"/>
                  </a:lnTo>
                  <a:cubicBezTo>
                    <a:pt x="6300" y="8155"/>
                    <a:pt x="6297" y="8157"/>
                    <a:pt x="6295" y="8157"/>
                  </a:cubicBezTo>
                  <a:cubicBezTo>
                    <a:pt x="6294" y="8157"/>
                    <a:pt x="6292" y="8157"/>
                    <a:pt x="6291" y="8156"/>
                  </a:cubicBezTo>
                  <a:cubicBezTo>
                    <a:pt x="6284" y="8156"/>
                    <a:pt x="6281" y="8156"/>
                    <a:pt x="6281" y="8149"/>
                  </a:cubicBezTo>
                  <a:lnTo>
                    <a:pt x="5630" y="7174"/>
                  </a:lnTo>
                  <a:lnTo>
                    <a:pt x="5838" y="6953"/>
                  </a:lnTo>
                  <a:close/>
                  <a:moveTo>
                    <a:pt x="8466" y="6956"/>
                  </a:moveTo>
                  <a:lnTo>
                    <a:pt x="8677" y="7174"/>
                  </a:lnTo>
                  <a:lnTo>
                    <a:pt x="8026" y="8152"/>
                  </a:lnTo>
                  <a:cubicBezTo>
                    <a:pt x="8023" y="8156"/>
                    <a:pt x="8019" y="8156"/>
                    <a:pt x="8016" y="8159"/>
                  </a:cubicBezTo>
                  <a:cubicBezTo>
                    <a:pt x="8012" y="8159"/>
                    <a:pt x="8005" y="8156"/>
                    <a:pt x="8001" y="8152"/>
                  </a:cubicBezTo>
                  <a:lnTo>
                    <a:pt x="7481" y="7632"/>
                  </a:lnTo>
                  <a:lnTo>
                    <a:pt x="8466" y="6956"/>
                  </a:lnTo>
                  <a:close/>
                  <a:moveTo>
                    <a:pt x="6481" y="0"/>
                  </a:moveTo>
                  <a:cubicBezTo>
                    <a:pt x="5377" y="4"/>
                    <a:pt x="4479" y="897"/>
                    <a:pt x="4479" y="2002"/>
                  </a:cubicBezTo>
                  <a:lnTo>
                    <a:pt x="4479" y="2449"/>
                  </a:lnTo>
                  <a:cubicBezTo>
                    <a:pt x="4479" y="2801"/>
                    <a:pt x="4557" y="3149"/>
                    <a:pt x="4705" y="3466"/>
                  </a:cubicBezTo>
                  <a:lnTo>
                    <a:pt x="4705" y="3941"/>
                  </a:lnTo>
                  <a:cubicBezTo>
                    <a:pt x="4701" y="4690"/>
                    <a:pt x="5028" y="5404"/>
                    <a:pt x="5598" y="5894"/>
                  </a:cubicBezTo>
                  <a:lnTo>
                    <a:pt x="5598" y="6597"/>
                  </a:lnTo>
                  <a:lnTo>
                    <a:pt x="5208" y="7005"/>
                  </a:lnTo>
                  <a:cubicBezTo>
                    <a:pt x="5169" y="7048"/>
                    <a:pt x="5148" y="7107"/>
                    <a:pt x="5151" y="7167"/>
                  </a:cubicBezTo>
                  <a:lnTo>
                    <a:pt x="3864" y="7635"/>
                  </a:lnTo>
                  <a:cubicBezTo>
                    <a:pt x="3772" y="7667"/>
                    <a:pt x="3684" y="7713"/>
                    <a:pt x="3603" y="7769"/>
                  </a:cubicBezTo>
                  <a:lnTo>
                    <a:pt x="3403" y="7670"/>
                  </a:lnTo>
                  <a:cubicBezTo>
                    <a:pt x="4004" y="7406"/>
                    <a:pt x="4194" y="7037"/>
                    <a:pt x="4205" y="7019"/>
                  </a:cubicBezTo>
                  <a:cubicBezTo>
                    <a:pt x="4233" y="6960"/>
                    <a:pt x="4233" y="6893"/>
                    <a:pt x="4205" y="6833"/>
                  </a:cubicBezTo>
                  <a:cubicBezTo>
                    <a:pt x="4054" y="6530"/>
                    <a:pt x="4036" y="5978"/>
                    <a:pt x="4022" y="5535"/>
                  </a:cubicBezTo>
                  <a:cubicBezTo>
                    <a:pt x="4015" y="5383"/>
                    <a:pt x="4011" y="5246"/>
                    <a:pt x="4001" y="5119"/>
                  </a:cubicBezTo>
                  <a:cubicBezTo>
                    <a:pt x="3931" y="4117"/>
                    <a:pt x="3167" y="3360"/>
                    <a:pt x="2228" y="3360"/>
                  </a:cubicBezTo>
                  <a:cubicBezTo>
                    <a:pt x="1285" y="3360"/>
                    <a:pt x="521" y="4117"/>
                    <a:pt x="451" y="5119"/>
                  </a:cubicBezTo>
                  <a:cubicBezTo>
                    <a:pt x="440" y="5246"/>
                    <a:pt x="437" y="5383"/>
                    <a:pt x="433" y="5535"/>
                  </a:cubicBezTo>
                  <a:cubicBezTo>
                    <a:pt x="416" y="5978"/>
                    <a:pt x="398" y="6530"/>
                    <a:pt x="247" y="6833"/>
                  </a:cubicBezTo>
                  <a:cubicBezTo>
                    <a:pt x="219" y="6893"/>
                    <a:pt x="219" y="6960"/>
                    <a:pt x="247" y="7019"/>
                  </a:cubicBezTo>
                  <a:cubicBezTo>
                    <a:pt x="257" y="7037"/>
                    <a:pt x="447" y="7406"/>
                    <a:pt x="1049" y="7670"/>
                  </a:cubicBezTo>
                  <a:lnTo>
                    <a:pt x="489" y="7948"/>
                  </a:lnTo>
                  <a:cubicBezTo>
                    <a:pt x="190" y="8100"/>
                    <a:pt x="0" y="8402"/>
                    <a:pt x="0" y="8736"/>
                  </a:cubicBezTo>
                  <a:lnTo>
                    <a:pt x="0" y="10285"/>
                  </a:lnTo>
                  <a:cubicBezTo>
                    <a:pt x="4" y="10401"/>
                    <a:pt x="95" y="10492"/>
                    <a:pt x="212" y="10492"/>
                  </a:cubicBezTo>
                  <a:cubicBezTo>
                    <a:pt x="328" y="10492"/>
                    <a:pt x="419" y="10401"/>
                    <a:pt x="419" y="10285"/>
                  </a:cubicBezTo>
                  <a:lnTo>
                    <a:pt x="419" y="8736"/>
                  </a:lnTo>
                  <a:cubicBezTo>
                    <a:pt x="419" y="8564"/>
                    <a:pt x="518" y="8402"/>
                    <a:pt x="676" y="8325"/>
                  </a:cubicBezTo>
                  <a:lnTo>
                    <a:pt x="1376" y="7973"/>
                  </a:lnTo>
                  <a:lnTo>
                    <a:pt x="1619" y="8205"/>
                  </a:lnTo>
                  <a:cubicBezTo>
                    <a:pt x="1790" y="8367"/>
                    <a:pt x="2009" y="8448"/>
                    <a:pt x="2227" y="8448"/>
                  </a:cubicBezTo>
                  <a:cubicBezTo>
                    <a:pt x="2446" y="8448"/>
                    <a:pt x="2664" y="8367"/>
                    <a:pt x="2833" y="8205"/>
                  </a:cubicBezTo>
                  <a:lnTo>
                    <a:pt x="3076" y="7973"/>
                  </a:lnTo>
                  <a:lnTo>
                    <a:pt x="3304" y="8086"/>
                  </a:lnTo>
                  <a:cubicBezTo>
                    <a:pt x="3195" y="8261"/>
                    <a:pt x="3135" y="8466"/>
                    <a:pt x="3135" y="8670"/>
                  </a:cubicBezTo>
                  <a:lnTo>
                    <a:pt x="3135" y="10281"/>
                  </a:lnTo>
                  <a:cubicBezTo>
                    <a:pt x="3135" y="10397"/>
                    <a:pt x="3230" y="10492"/>
                    <a:pt x="3346" y="10492"/>
                  </a:cubicBezTo>
                  <a:cubicBezTo>
                    <a:pt x="3463" y="10492"/>
                    <a:pt x="3554" y="10397"/>
                    <a:pt x="3554" y="10281"/>
                  </a:cubicBezTo>
                  <a:lnTo>
                    <a:pt x="3554" y="8670"/>
                  </a:lnTo>
                  <a:cubicBezTo>
                    <a:pt x="3554" y="8381"/>
                    <a:pt x="3737" y="8124"/>
                    <a:pt x="4008" y="8026"/>
                  </a:cubicBezTo>
                  <a:lnTo>
                    <a:pt x="5366" y="7537"/>
                  </a:lnTo>
                  <a:lnTo>
                    <a:pt x="5929" y="8385"/>
                  </a:lnTo>
                  <a:cubicBezTo>
                    <a:pt x="6003" y="8490"/>
                    <a:pt x="6119" y="8561"/>
                    <a:pt x="6249" y="8575"/>
                  </a:cubicBezTo>
                  <a:lnTo>
                    <a:pt x="6291" y="8575"/>
                  </a:lnTo>
                  <a:cubicBezTo>
                    <a:pt x="6408" y="8575"/>
                    <a:pt x="6517" y="8529"/>
                    <a:pt x="6601" y="8448"/>
                  </a:cubicBezTo>
                  <a:lnTo>
                    <a:pt x="6946" y="8103"/>
                  </a:lnTo>
                  <a:lnTo>
                    <a:pt x="6946" y="10281"/>
                  </a:lnTo>
                  <a:cubicBezTo>
                    <a:pt x="6946" y="10397"/>
                    <a:pt x="7037" y="10492"/>
                    <a:pt x="7153" y="10492"/>
                  </a:cubicBezTo>
                  <a:cubicBezTo>
                    <a:pt x="7270" y="10492"/>
                    <a:pt x="7365" y="10397"/>
                    <a:pt x="7365" y="10281"/>
                  </a:cubicBezTo>
                  <a:lnTo>
                    <a:pt x="7365" y="8103"/>
                  </a:lnTo>
                  <a:lnTo>
                    <a:pt x="7709" y="8448"/>
                  </a:lnTo>
                  <a:cubicBezTo>
                    <a:pt x="7790" y="8529"/>
                    <a:pt x="7899" y="8575"/>
                    <a:pt x="8016" y="8575"/>
                  </a:cubicBezTo>
                  <a:lnTo>
                    <a:pt x="8061" y="8575"/>
                  </a:lnTo>
                  <a:cubicBezTo>
                    <a:pt x="8188" y="8561"/>
                    <a:pt x="8308" y="8490"/>
                    <a:pt x="8378" y="8385"/>
                  </a:cubicBezTo>
                  <a:lnTo>
                    <a:pt x="8937" y="7537"/>
                  </a:lnTo>
                  <a:lnTo>
                    <a:pt x="10295" y="8029"/>
                  </a:lnTo>
                  <a:cubicBezTo>
                    <a:pt x="10566" y="8128"/>
                    <a:pt x="10746" y="8385"/>
                    <a:pt x="10749" y="8673"/>
                  </a:cubicBezTo>
                  <a:lnTo>
                    <a:pt x="10749" y="10285"/>
                  </a:lnTo>
                  <a:cubicBezTo>
                    <a:pt x="10749" y="10401"/>
                    <a:pt x="10841" y="10496"/>
                    <a:pt x="10957" y="10496"/>
                  </a:cubicBezTo>
                  <a:cubicBezTo>
                    <a:pt x="11073" y="10496"/>
                    <a:pt x="11168" y="10401"/>
                    <a:pt x="11168" y="10285"/>
                  </a:cubicBezTo>
                  <a:lnTo>
                    <a:pt x="11168" y="8673"/>
                  </a:lnTo>
                  <a:cubicBezTo>
                    <a:pt x="11168" y="8388"/>
                    <a:pt x="11055" y="8114"/>
                    <a:pt x="10858" y="7906"/>
                  </a:cubicBezTo>
                  <a:lnTo>
                    <a:pt x="10911" y="7892"/>
                  </a:lnTo>
                  <a:cubicBezTo>
                    <a:pt x="10978" y="7874"/>
                    <a:pt x="11041" y="7850"/>
                    <a:pt x="11105" y="7822"/>
                  </a:cubicBezTo>
                  <a:lnTo>
                    <a:pt x="11640" y="8356"/>
                  </a:lnTo>
                  <a:lnTo>
                    <a:pt x="11640" y="10285"/>
                  </a:lnTo>
                  <a:cubicBezTo>
                    <a:pt x="11640" y="10401"/>
                    <a:pt x="11735" y="10492"/>
                    <a:pt x="11851" y="10492"/>
                  </a:cubicBezTo>
                  <a:cubicBezTo>
                    <a:pt x="11963" y="10492"/>
                    <a:pt x="12058" y="10401"/>
                    <a:pt x="12058" y="10285"/>
                  </a:cubicBezTo>
                  <a:lnTo>
                    <a:pt x="12058" y="8356"/>
                  </a:lnTo>
                  <a:lnTo>
                    <a:pt x="12590" y="7825"/>
                  </a:lnTo>
                  <a:cubicBezTo>
                    <a:pt x="12618" y="7839"/>
                    <a:pt x="12646" y="7853"/>
                    <a:pt x="12678" y="7860"/>
                  </a:cubicBezTo>
                  <a:lnTo>
                    <a:pt x="13543" y="8110"/>
                  </a:lnTo>
                  <a:cubicBezTo>
                    <a:pt x="13740" y="8166"/>
                    <a:pt x="13877" y="8346"/>
                    <a:pt x="13877" y="8553"/>
                  </a:cubicBezTo>
                  <a:lnTo>
                    <a:pt x="13877" y="10285"/>
                  </a:lnTo>
                  <a:cubicBezTo>
                    <a:pt x="13877" y="10401"/>
                    <a:pt x="13972" y="10496"/>
                    <a:pt x="14085" y="10496"/>
                  </a:cubicBezTo>
                  <a:cubicBezTo>
                    <a:pt x="14201" y="10496"/>
                    <a:pt x="14296" y="10401"/>
                    <a:pt x="14296" y="10285"/>
                  </a:cubicBezTo>
                  <a:lnTo>
                    <a:pt x="14296" y="8553"/>
                  </a:lnTo>
                  <a:cubicBezTo>
                    <a:pt x="14296" y="8159"/>
                    <a:pt x="14036" y="7815"/>
                    <a:pt x="13656" y="7706"/>
                  </a:cubicBezTo>
                  <a:lnTo>
                    <a:pt x="12794" y="7459"/>
                  </a:lnTo>
                  <a:cubicBezTo>
                    <a:pt x="12755" y="7449"/>
                    <a:pt x="12730" y="7414"/>
                    <a:pt x="12730" y="7375"/>
                  </a:cubicBezTo>
                  <a:lnTo>
                    <a:pt x="12730" y="7086"/>
                  </a:lnTo>
                  <a:cubicBezTo>
                    <a:pt x="12801" y="7037"/>
                    <a:pt x="12868" y="6981"/>
                    <a:pt x="12927" y="6921"/>
                  </a:cubicBezTo>
                  <a:cubicBezTo>
                    <a:pt x="13230" y="6632"/>
                    <a:pt x="13402" y="6228"/>
                    <a:pt x="13399" y="5809"/>
                  </a:cubicBezTo>
                  <a:lnTo>
                    <a:pt x="13399" y="5411"/>
                  </a:lnTo>
                  <a:lnTo>
                    <a:pt x="13483" y="5243"/>
                  </a:lnTo>
                  <a:cubicBezTo>
                    <a:pt x="13575" y="5060"/>
                    <a:pt x="13624" y="4856"/>
                    <a:pt x="13624" y="4648"/>
                  </a:cubicBezTo>
                  <a:lnTo>
                    <a:pt x="13624" y="3571"/>
                  </a:lnTo>
                  <a:cubicBezTo>
                    <a:pt x="13624" y="3455"/>
                    <a:pt x="13529" y="3360"/>
                    <a:pt x="13416" y="3360"/>
                  </a:cubicBezTo>
                  <a:lnTo>
                    <a:pt x="11400" y="3360"/>
                  </a:lnTo>
                  <a:cubicBezTo>
                    <a:pt x="10665" y="3360"/>
                    <a:pt x="10070" y="3955"/>
                    <a:pt x="10070" y="4690"/>
                  </a:cubicBezTo>
                  <a:lnTo>
                    <a:pt x="10070" y="4701"/>
                  </a:lnTo>
                  <a:cubicBezTo>
                    <a:pt x="10070" y="4873"/>
                    <a:pt x="10113" y="5042"/>
                    <a:pt x="10186" y="5197"/>
                  </a:cubicBezTo>
                  <a:lnTo>
                    <a:pt x="10295" y="5411"/>
                  </a:lnTo>
                  <a:lnTo>
                    <a:pt x="10295" y="5753"/>
                  </a:lnTo>
                  <a:cubicBezTo>
                    <a:pt x="10295" y="6274"/>
                    <a:pt x="10545" y="6763"/>
                    <a:pt x="10968" y="7072"/>
                  </a:cubicBezTo>
                  <a:lnTo>
                    <a:pt x="10968" y="7375"/>
                  </a:lnTo>
                  <a:cubicBezTo>
                    <a:pt x="10968" y="7421"/>
                    <a:pt x="10968" y="7442"/>
                    <a:pt x="10795" y="7491"/>
                  </a:cubicBezTo>
                  <a:lnTo>
                    <a:pt x="10373" y="7611"/>
                  </a:lnTo>
                  <a:lnTo>
                    <a:pt x="9152" y="7167"/>
                  </a:lnTo>
                  <a:cubicBezTo>
                    <a:pt x="9156" y="7107"/>
                    <a:pt x="9134" y="7048"/>
                    <a:pt x="9096" y="7005"/>
                  </a:cubicBezTo>
                  <a:lnTo>
                    <a:pt x="8705" y="6597"/>
                  </a:lnTo>
                  <a:lnTo>
                    <a:pt x="8705" y="5908"/>
                  </a:lnTo>
                  <a:cubicBezTo>
                    <a:pt x="8747" y="5872"/>
                    <a:pt x="8786" y="5837"/>
                    <a:pt x="8825" y="5802"/>
                  </a:cubicBezTo>
                  <a:cubicBezTo>
                    <a:pt x="9317" y="5338"/>
                    <a:pt x="9599" y="4694"/>
                    <a:pt x="9602" y="4018"/>
                  </a:cubicBezTo>
                  <a:lnTo>
                    <a:pt x="9602" y="3466"/>
                  </a:lnTo>
                  <a:cubicBezTo>
                    <a:pt x="9747" y="3149"/>
                    <a:pt x="9824" y="2801"/>
                    <a:pt x="9824" y="2449"/>
                  </a:cubicBezTo>
                  <a:lnTo>
                    <a:pt x="9824" y="211"/>
                  </a:lnTo>
                  <a:cubicBezTo>
                    <a:pt x="9824" y="95"/>
                    <a:pt x="9729" y="0"/>
                    <a:pt x="96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7" name="Google Shape;23207;p91"/>
            <p:cNvSpPr/>
            <p:nvPr/>
          </p:nvSpPr>
          <p:spPr>
            <a:xfrm>
              <a:off x="1655749" y="3615643"/>
              <a:ext cx="10906" cy="45913"/>
            </a:xfrm>
            <a:custGeom>
              <a:rect b="b" l="l" r="r" t="t"/>
              <a:pathLst>
                <a:path extrusionOk="0" h="1764" w="419">
                  <a:moveTo>
                    <a:pt x="211" y="1"/>
                  </a:moveTo>
                  <a:cubicBezTo>
                    <a:pt x="95" y="1"/>
                    <a:pt x="0" y="96"/>
                    <a:pt x="0" y="209"/>
                  </a:cubicBezTo>
                  <a:lnTo>
                    <a:pt x="0" y="1553"/>
                  </a:lnTo>
                  <a:cubicBezTo>
                    <a:pt x="0" y="1669"/>
                    <a:pt x="95" y="1764"/>
                    <a:pt x="211" y="1764"/>
                  </a:cubicBezTo>
                  <a:cubicBezTo>
                    <a:pt x="327" y="1764"/>
                    <a:pt x="419" y="1669"/>
                    <a:pt x="419" y="1553"/>
                  </a:cubicBezTo>
                  <a:lnTo>
                    <a:pt x="419" y="212"/>
                  </a:lnTo>
                  <a:cubicBezTo>
                    <a:pt x="419" y="96"/>
                    <a:pt x="327"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8" name="Google Shape;23208;p91"/>
            <p:cNvSpPr/>
            <p:nvPr/>
          </p:nvSpPr>
          <p:spPr>
            <a:xfrm>
              <a:off x="1457836" y="3437927"/>
              <a:ext cx="94714" cy="31415"/>
            </a:xfrm>
            <a:custGeom>
              <a:rect b="b" l="l" r="r" t="t"/>
              <a:pathLst>
                <a:path extrusionOk="0" h="1207" w="3639">
                  <a:moveTo>
                    <a:pt x="1444" y="1"/>
                  </a:moveTo>
                  <a:cubicBezTo>
                    <a:pt x="1013" y="1"/>
                    <a:pt x="623" y="46"/>
                    <a:pt x="370" y="84"/>
                  </a:cubicBezTo>
                  <a:cubicBezTo>
                    <a:pt x="159" y="116"/>
                    <a:pt x="1" y="299"/>
                    <a:pt x="4" y="513"/>
                  </a:cubicBezTo>
                  <a:lnTo>
                    <a:pt x="4" y="995"/>
                  </a:lnTo>
                  <a:cubicBezTo>
                    <a:pt x="4" y="1111"/>
                    <a:pt x="96" y="1206"/>
                    <a:pt x="212" y="1206"/>
                  </a:cubicBezTo>
                  <a:cubicBezTo>
                    <a:pt x="328" y="1206"/>
                    <a:pt x="423" y="1111"/>
                    <a:pt x="423" y="995"/>
                  </a:cubicBezTo>
                  <a:lnTo>
                    <a:pt x="423" y="513"/>
                  </a:lnTo>
                  <a:lnTo>
                    <a:pt x="419" y="513"/>
                  </a:lnTo>
                  <a:cubicBezTo>
                    <a:pt x="419" y="506"/>
                    <a:pt x="423" y="499"/>
                    <a:pt x="430" y="499"/>
                  </a:cubicBezTo>
                  <a:cubicBezTo>
                    <a:pt x="760" y="448"/>
                    <a:pt x="1092" y="422"/>
                    <a:pt x="1425" y="422"/>
                  </a:cubicBezTo>
                  <a:cubicBezTo>
                    <a:pt x="1546" y="422"/>
                    <a:pt x="1667" y="426"/>
                    <a:pt x="1788" y="432"/>
                  </a:cubicBezTo>
                  <a:cubicBezTo>
                    <a:pt x="2442" y="475"/>
                    <a:pt x="2914" y="640"/>
                    <a:pt x="3195" y="918"/>
                  </a:cubicBezTo>
                  <a:cubicBezTo>
                    <a:pt x="3241" y="962"/>
                    <a:pt x="3291" y="980"/>
                    <a:pt x="3339" y="980"/>
                  </a:cubicBezTo>
                  <a:cubicBezTo>
                    <a:pt x="3500" y="980"/>
                    <a:pt x="3638" y="774"/>
                    <a:pt x="3495" y="622"/>
                  </a:cubicBezTo>
                  <a:cubicBezTo>
                    <a:pt x="2999" y="127"/>
                    <a:pt x="2165" y="1"/>
                    <a:pt x="1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9" name="Google Shape;23209;p91"/>
            <p:cNvSpPr/>
            <p:nvPr/>
          </p:nvSpPr>
          <p:spPr>
            <a:xfrm>
              <a:off x="1434489" y="3627277"/>
              <a:ext cx="10932" cy="34278"/>
            </a:xfrm>
            <a:custGeom>
              <a:rect b="b" l="l" r="r" t="t"/>
              <a:pathLst>
                <a:path extrusionOk="0" h="1317" w="420">
                  <a:moveTo>
                    <a:pt x="212" y="1"/>
                  </a:moveTo>
                  <a:cubicBezTo>
                    <a:pt x="95" y="1"/>
                    <a:pt x="0" y="96"/>
                    <a:pt x="0" y="212"/>
                  </a:cubicBezTo>
                  <a:lnTo>
                    <a:pt x="0" y="1106"/>
                  </a:lnTo>
                  <a:cubicBezTo>
                    <a:pt x="0" y="1222"/>
                    <a:pt x="95" y="1317"/>
                    <a:pt x="212" y="1317"/>
                  </a:cubicBezTo>
                  <a:cubicBezTo>
                    <a:pt x="324" y="1317"/>
                    <a:pt x="419" y="1222"/>
                    <a:pt x="419" y="1106"/>
                  </a:cubicBezTo>
                  <a:lnTo>
                    <a:pt x="419" y="212"/>
                  </a:lnTo>
                  <a:cubicBezTo>
                    <a:pt x="419" y="96"/>
                    <a:pt x="324"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0" name="Google Shape;23210;p91"/>
            <p:cNvSpPr/>
            <p:nvPr/>
          </p:nvSpPr>
          <p:spPr>
            <a:xfrm>
              <a:off x="1562701" y="3627277"/>
              <a:ext cx="10932" cy="34278"/>
            </a:xfrm>
            <a:custGeom>
              <a:rect b="b" l="l" r="r" t="t"/>
              <a:pathLst>
                <a:path extrusionOk="0" h="1317" w="420">
                  <a:moveTo>
                    <a:pt x="208" y="1"/>
                  </a:moveTo>
                  <a:cubicBezTo>
                    <a:pt x="95" y="1"/>
                    <a:pt x="0" y="96"/>
                    <a:pt x="0" y="212"/>
                  </a:cubicBezTo>
                  <a:lnTo>
                    <a:pt x="0" y="1106"/>
                  </a:lnTo>
                  <a:cubicBezTo>
                    <a:pt x="0" y="1222"/>
                    <a:pt x="95" y="1317"/>
                    <a:pt x="208" y="1317"/>
                  </a:cubicBezTo>
                  <a:cubicBezTo>
                    <a:pt x="324" y="1317"/>
                    <a:pt x="419" y="1222"/>
                    <a:pt x="419" y="1106"/>
                  </a:cubicBezTo>
                  <a:lnTo>
                    <a:pt x="419" y="212"/>
                  </a:lnTo>
                  <a:cubicBezTo>
                    <a:pt x="419" y="96"/>
                    <a:pt x="32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11" name="Google Shape;23211;p91"/>
          <p:cNvGrpSpPr/>
          <p:nvPr/>
        </p:nvGrpSpPr>
        <p:grpSpPr>
          <a:xfrm>
            <a:off x="2779747" y="1525426"/>
            <a:ext cx="356993" cy="344214"/>
            <a:chOff x="2779747" y="1525426"/>
            <a:chExt cx="356993" cy="344214"/>
          </a:xfrm>
        </p:grpSpPr>
        <p:sp>
          <p:nvSpPr>
            <p:cNvPr id="23212" name="Google Shape;23212;p91"/>
            <p:cNvSpPr/>
            <p:nvPr/>
          </p:nvSpPr>
          <p:spPr>
            <a:xfrm>
              <a:off x="2952647" y="1530632"/>
              <a:ext cx="178887" cy="93387"/>
            </a:xfrm>
            <a:custGeom>
              <a:rect b="b" l="l" r="r" t="t"/>
              <a:pathLst>
                <a:path extrusionOk="0" h="3588" w="6873">
                  <a:moveTo>
                    <a:pt x="645" y="1"/>
                  </a:moveTo>
                  <a:cubicBezTo>
                    <a:pt x="289" y="1"/>
                    <a:pt x="1" y="289"/>
                    <a:pt x="1" y="645"/>
                  </a:cubicBezTo>
                  <a:lnTo>
                    <a:pt x="1" y="1932"/>
                  </a:lnTo>
                  <a:cubicBezTo>
                    <a:pt x="1" y="2288"/>
                    <a:pt x="289" y="2576"/>
                    <a:pt x="645" y="2576"/>
                  </a:cubicBezTo>
                  <a:lnTo>
                    <a:pt x="4079" y="2576"/>
                  </a:lnTo>
                  <a:lnTo>
                    <a:pt x="5370" y="3544"/>
                  </a:lnTo>
                  <a:cubicBezTo>
                    <a:pt x="5410" y="3574"/>
                    <a:pt x="5455" y="3588"/>
                    <a:pt x="5499" y="3588"/>
                  </a:cubicBezTo>
                  <a:cubicBezTo>
                    <a:pt x="5622" y="3588"/>
                    <a:pt x="5735" y="3479"/>
                    <a:pt x="5711" y="3336"/>
                  </a:cubicBezTo>
                  <a:lnTo>
                    <a:pt x="5585" y="2576"/>
                  </a:lnTo>
                  <a:lnTo>
                    <a:pt x="6229" y="2576"/>
                  </a:lnTo>
                  <a:cubicBezTo>
                    <a:pt x="6584" y="2576"/>
                    <a:pt x="6872" y="2288"/>
                    <a:pt x="6872" y="1932"/>
                  </a:cubicBezTo>
                  <a:lnTo>
                    <a:pt x="6872" y="645"/>
                  </a:lnTo>
                  <a:cubicBezTo>
                    <a:pt x="6872" y="289"/>
                    <a:pt x="6584" y="1"/>
                    <a:pt x="6229"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3" name="Google Shape;23213;p91"/>
            <p:cNvSpPr/>
            <p:nvPr/>
          </p:nvSpPr>
          <p:spPr>
            <a:xfrm>
              <a:off x="2975005" y="1720659"/>
              <a:ext cx="156529" cy="71029"/>
            </a:xfrm>
            <a:custGeom>
              <a:rect b="b" l="l" r="r" t="t"/>
              <a:pathLst>
                <a:path extrusionOk="0" h="2729" w="6014">
                  <a:moveTo>
                    <a:pt x="648" y="0"/>
                  </a:moveTo>
                  <a:cubicBezTo>
                    <a:pt x="289" y="0"/>
                    <a:pt x="0" y="289"/>
                    <a:pt x="0" y="644"/>
                  </a:cubicBezTo>
                  <a:lnTo>
                    <a:pt x="0" y="1074"/>
                  </a:lnTo>
                  <a:cubicBezTo>
                    <a:pt x="0" y="1429"/>
                    <a:pt x="289" y="1717"/>
                    <a:pt x="648" y="1717"/>
                  </a:cubicBezTo>
                  <a:lnTo>
                    <a:pt x="3223" y="1717"/>
                  </a:lnTo>
                  <a:lnTo>
                    <a:pt x="4511" y="2685"/>
                  </a:lnTo>
                  <a:cubicBezTo>
                    <a:pt x="4551" y="2715"/>
                    <a:pt x="4595" y="2728"/>
                    <a:pt x="4638" y="2728"/>
                  </a:cubicBezTo>
                  <a:cubicBezTo>
                    <a:pt x="4762" y="2728"/>
                    <a:pt x="4876" y="2618"/>
                    <a:pt x="4852" y="2477"/>
                  </a:cubicBezTo>
                  <a:lnTo>
                    <a:pt x="4726" y="1717"/>
                  </a:lnTo>
                  <a:lnTo>
                    <a:pt x="5370" y="1717"/>
                  </a:lnTo>
                  <a:cubicBezTo>
                    <a:pt x="5725" y="1717"/>
                    <a:pt x="6013" y="1429"/>
                    <a:pt x="6013" y="1074"/>
                  </a:cubicBezTo>
                  <a:lnTo>
                    <a:pt x="6013" y="644"/>
                  </a:lnTo>
                  <a:cubicBezTo>
                    <a:pt x="6013" y="289"/>
                    <a:pt x="5725" y="0"/>
                    <a:pt x="537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4" name="Google Shape;23214;p91"/>
            <p:cNvSpPr/>
            <p:nvPr/>
          </p:nvSpPr>
          <p:spPr>
            <a:xfrm>
              <a:off x="2784978" y="1770944"/>
              <a:ext cx="167695" cy="93387"/>
            </a:xfrm>
            <a:custGeom>
              <a:rect b="b" l="l" r="r" t="t"/>
              <a:pathLst>
                <a:path extrusionOk="0" h="3588" w="6443">
                  <a:moveTo>
                    <a:pt x="648" y="0"/>
                  </a:moveTo>
                  <a:cubicBezTo>
                    <a:pt x="289" y="0"/>
                    <a:pt x="1" y="289"/>
                    <a:pt x="1" y="644"/>
                  </a:cubicBezTo>
                  <a:lnTo>
                    <a:pt x="1" y="1932"/>
                  </a:lnTo>
                  <a:cubicBezTo>
                    <a:pt x="1" y="2291"/>
                    <a:pt x="289" y="2579"/>
                    <a:pt x="648" y="2579"/>
                  </a:cubicBezTo>
                  <a:lnTo>
                    <a:pt x="1288" y="2579"/>
                  </a:lnTo>
                  <a:lnTo>
                    <a:pt x="1162" y="3336"/>
                  </a:lnTo>
                  <a:cubicBezTo>
                    <a:pt x="1138" y="3479"/>
                    <a:pt x="1251" y="3587"/>
                    <a:pt x="1374" y="3587"/>
                  </a:cubicBezTo>
                  <a:cubicBezTo>
                    <a:pt x="1418" y="3587"/>
                    <a:pt x="1462" y="3574"/>
                    <a:pt x="1503" y="3543"/>
                  </a:cubicBezTo>
                  <a:lnTo>
                    <a:pt x="2794" y="2576"/>
                  </a:lnTo>
                  <a:lnTo>
                    <a:pt x="5799" y="2576"/>
                  </a:lnTo>
                  <a:cubicBezTo>
                    <a:pt x="6154" y="2576"/>
                    <a:pt x="6443" y="2287"/>
                    <a:pt x="6443" y="1932"/>
                  </a:cubicBezTo>
                  <a:lnTo>
                    <a:pt x="6443" y="644"/>
                  </a:lnTo>
                  <a:cubicBezTo>
                    <a:pt x="6443" y="289"/>
                    <a:pt x="6154" y="0"/>
                    <a:pt x="57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5" name="Google Shape;23215;p91"/>
            <p:cNvSpPr/>
            <p:nvPr/>
          </p:nvSpPr>
          <p:spPr>
            <a:xfrm>
              <a:off x="2784978" y="1620010"/>
              <a:ext cx="178887" cy="115822"/>
            </a:xfrm>
            <a:custGeom>
              <a:rect b="b" l="l" r="r" t="t"/>
              <a:pathLst>
                <a:path extrusionOk="0" h="4450" w="6873">
                  <a:moveTo>
                    <a:pt x="648" y="1"/>
                  </a:moveTo>
                  <a:cubicBezTo>
                    <a:pt x="289" y="1"/>
                    <a:pt x="1" y="289"/>
                    <a:pt x="1" y="645"/>
                  </a:cubicBezTo>
                  <a:lnTo>
                    <a:pt x="1" y="2794"/>
                  </a:lnTo>
                  <a:cubicBezTo>
                    <a:pt x="1" y="3150"/>
                    <a:pt x="289" y="3438"/>
                    <a:pt x="648" y="3438"/>
                  </a:cubicBezTo>
                  <a:lnTo>
                    <a:pt x="1288" y="3438"/>
                  </a:lnTo>
                  <a:lnTo>
                    <a:pt x="1162" y="4198"/>
                  </a:lnTo>
                  <a:cubicBezTo>
                    <a:pt x="1138" y="4339"/>
                    <a:pt x="1252" y="4449"/>
                    <a:pt x="1376" y="4449"/>
                  </a:cubicBezTo>
                  <a:cubicBezTo>
                    <a:pt x="1419" y="4449"/>
                    <a:pt x="1463" y="4436"/>
                    <a:pt x="1503" y="4406"/>
                  </a:cubicBezTo>
                  <a:lnTo>
                    <a:pt x="2794" y="3438"/>
                  </a:lnTo>
                  <a:lnTo>
                    <a:pt x="6228" y="3438"/>
                  </a:lnTo>
                  <a:cubicBezTo>
                    <a:pt x="6584" y="3438"/>
                    <a:pt x="6872" y="3150"/>
                    <a:pt x="6872" y="2794"/>
                  </a:cubicBezTo>
                  <a:lnTo>
                    <a:pt x="6872" y="645"/>
                  </a:lnTo>
                  <a:cubicBezTo>
                    <a:pt x="6872" y="289"/>
                    <a:pt x="6584" y="1"/>
                    <a:pt x="622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6" name="Google Shape;23216;p91"/>
            <p:cNvSpPr/>
            <p:nvPr/>
          </p:nvSpPr>
          <p:spPr>
            <a:xfrm>
              <a:off x="3023911" y="1547758"/>
              <a:ext cx="81076" cy="10463"/>
            </a:xfrm>
            <a:custGeom>
              <a:rect b="b" l="l" r="r" t="t"/>
              <a:pathLst>
                <a:path extrusionOk="0" h="402" w="3115">
                  <a:moveTo>
                    <a:pt x="268" y="1"/>
                  </a:moveTo>
                  <a:cubicBezTo>
                    <a:pt x="0" y="1"/>
                    <a:pt x="0" y="402"/>
                    <a:pt x="268" y="402"/>
                  </a:cubicBezTo>
                  <a:lnTo>
                    <a:pt x="2847" y="402"/>
                  </a:lnTo>
                  <a:cubicBezTo>
                    <a:pt x="3114" y="402"/>
                    <a:pt x="3114"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7" name="Google Shape;23217;p91"/>
            <p:cNvSpPr/>
            <p:nvPr/>
          </p:nvSpPr>
          <p:spPr>
            <a:xfrm>
              <a:off x="2979221" y="1547758"/>
              <a:ext cx="36282" cy="10463"/>
            </a:xfrm>
            <a:custGeom>
              <a:rect b="b" l="l" r="r" t="t"/>
              <a:pathLst>
                <a:path extrusionOk="0" h="402" w="1394">
                  <a:moveTo>
                    <a:pt x="268" y="1"/>
                  </a:moveTo>
                  <a:cubicBezTo>
                    <a:pt x="0" y="1"/>
                    <a:pt x="0" y="402"/>
                    <a:pt x="268" y="402"/>
                  </a:cubicBezTo>
                  <a:lnTo>
                    <a:pt x="1126" y="402"/>
                  </a:lnTo>
                  <a:cubicBezTo>
                    <a:pt x="1394" y="402"/>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8" name="Google Shape;23218;p91"/>
            <p:cNvSpPr/>
            <p:nvPr/>
          </p:nvSpPr>
          <p:spPr>
            <a:xfrm>
              <a:off x="3079870" y="1570116"/>
              <a:ext cx="25117" cy="10463"/>
            </a:xfrm>
            <a:custGeom>
              <a:rect b="b" l="l" r="r" t="t"/>
              <a:pathLst>
                <a:path extrusionOk="0" h="402" w="965">
                  <a:moveTo>
                    <a:pt x="267" y="0"/>
                  </a:moveTo>
                  <a:cubicBezTo>
                    <a:pt x="0" y="0"/>
                    <a:pt x="0" y="401"/>
                    <a:pt x="267" y="401"/>
                  </a:cubicBezTo>
                  <a:lnTo>
                    <a:pt x="697" y="401"/>
                  </a:lnTo>
                  <a:cubicBezTo>
                    <a:pt x="964" y="401"/>
                    <a:pt x="964"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9" name="Google Shape;23219;p91"/>
            <p:cNvSpPr/>
            <p:nvPr/>
          </p:nvSpPr>
          <p:spPr>
            <a:xfrm>
              <a:off x="2979221" y="1570116"/>
              <a:ext cx="92241" cy="10463"/>
            </a:xfrm>
            <a:custGeom>
              <a:rect b="b" l="l" r="r" t="t"/>
              <a:pathLst>
                <a:path extrusionOk="0" h="402" w="3544">
                  <a:moveTo>
                    <a:pt x="268" y="0"/>
                  </a:moveTo>
                  <a:cubicBezTo>
                    <a:pt x="0" y="0"/>
                    <a:pt x="0" y="401"/>
                    <a:pt x="268" y="401"/>
                  </a:cubicBezTo>
                  <a:lnTo>
                    <a:pt x="3276" y="401"/>
                  </a:lnTo>
                  <a:cubicBezTo>
                    <a:pt x="3543" y="401"/>
                    <a:pt x="3543" y="0"/>
                    <a:pt x="3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0" name="Google Shape;23220;p91"/>
            <p:cNvSpPr/>
            <p:nvPr/>
          </p:nvSpPr>
          <p:spPr>
            <a:xfrm>
              <a:off x="2947442" y="1525426"/>
              <a:ext cx="189298" cy="103850"/>
            </a:xfrm>
            <a:custGeom>
              <a:rect b="b" l="l" r="r" t="t"/>
              <a:pathLst>
                <a:path extrusionOk="0" h="3990" w="7273">
                  <a:moveTo>
                    <a:pt x="6429" y="401"/>
                  </a:moveTo>
                  <a:cubicBezTo>
                    <a:pt x="6671" y="401"/>
                    <a:pt x="6872" y="598"/>
                    <a:pt x="6872" y="845"/>
                  </a:cubicBezTo>
                  <a:lnTo>
                    <a:pt x="6872" y="2132"/>
                  </a:lnTo>
                  <a:cubicBezTo>
                    <a:pt x="6872" y="2379"/>
                    <a:pt x="6671" y="2576"/>
                    <a:pt x="6429" y="2576"/>
                  </a:cubicBezTo>
                  <a:lnTo>
                    <a:pt x="5785" y="2576"/>
                  </a:lnTo>
                  <a:cubicBezTo>
                    <a:pt x="5658" y="2576"/>
                    <a:pt x="5563" y="2688"/>
                    <a:pt x="5584" y="2811"/>
                  </a:cubicBezTo>
                  <a:lnTo>
                    <a:pt x="5711" y="3568"/>
                  </a:lnTo>
                  <a:cubicBezTo>
                    <a:pt x="5713" y="3578"/>
                    <a:pt x="5707" y="3585"/>
                    <a:pt x="5699" y="3585"/>
                  </a:cubicBezTo>
                  <a:cubicBezTo>
                    <a:pt x="5696" y="3585"/>
                    <a:pt x="5693" y="3584"/>
                    <a:pt x="5690" y="3582"/>
                  </a:cubicBezTo>
                  <a:lnTo>
                    <a:pt x="4402" y="2614"/>
                  </a:lnTo>
                  <a:cubicBezTo>
                    <a:pt x="4367" y="2590"/>
                    <a:pt x="4325" y="2576"/>
                    <a:pt x="4279" y="2576"/>
                  </a:cubicBezTo>
                  <a:lnTo>
                    <a:pt x="845" y="2576"/>
                  </a:lnTo>
                  <a:cubicBezTo>
                    <a:pt x="598" y="2576"/>
                    <a:pt x="401" y="2375"/>
                    <a:pt x="401" y="2132"/>
                  </a:cubicBezTo>
                  <a:lnTo>
                    <a:pt x="401" y="845"/>
                  </a:lnTo>
                  <a:cubicBezTo>
                    <a:pt x="401" y="598"/>
                    <a:pt x="598" y="401"/>
                    <a:pt x="845" y="401"/>
                  </a:cubicBezTo>
                  <a:close/>
                  <a:moveTo>
                    <a:pt x="845" y="0"/>
                  </a:moveTo>
                  <a:cubicBezTo>
                    <a:pt x="377" y="0"/>
                    <a:pt x="0" y="377"/>
                    <a:pt x="0" y="845"/>
                  </a:cubicBezTo>
                  <a:lnTo>
                    <a:pt x="0" y="2132"/>
                  </a:lnTo>
                  <a:cubicBezTo>
                    <a:pt x="0" y="2600"/>
                    <a:pt x="377" y="2977"/>
                    <a:pt x="845" y="2977"/>
                  </a:cubicBezTo>
                  <a:lnTo>
                    <a:pt x="4212" y="2977"/>
                  </a:lnTo>
                  <a:lnTo>
                    <a:pt x="5450" y="3906"/>
                  </a:lnTo>
                  <a:cubicBezTo>
                    <a:pt x="5528" y="3964"/>
                    <a:pt x="5614" y="3990"/>
                    <a:pt x="5697" y="3990"/>
                  </a:cubicBezTo>
                  <a:cubicBezTo>
                    <a:pt x="5936" y="3990"/>
                    <a:pt x="6155" y="3778"/>
                    <a:pt x="6108" y="3505"/>
                  </a:cubicBezTo>
                  <a:lnTo>
                    <a:pt x="6020" y="2977"/>
                  </a:lnTo>
                  <a:lnTo>
                    <a:pt x="6429" y="2977"/>
                  </a:lnTo>
                  <a:cubicBezTo>
                    <a:pt x="6893" y="2973"/>
                    <a:pt x="7273" y="2597"/>
                    <a:pt x="7273" y="2132"/>
                  </a:cubicBezTo>
                  <a:lnTo>
                    <a:pt x="7273" y="845"/>
                  </a:lnTo>
                  <a:cubicBezTo>
                    <a:pt x="7273" y="377"/>
                    <a:pt x="6893" y="0"/>
                    <a:pt x="6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1" name="Google Shape;23221;p91"/>
            <p:cNvSpPr/>
            <p:nvPr/>
          </p:nvSpPr>
          <p:spPr>
            <a:xfrm>
              <a:off x="2811526" y="1788070"/>
              <a:ext cx="81076" cy="10463"/>
            </a:xfrm>
            <a:custGeom>
              <a:rect b="b" l="l" r="r" t="t"/>
              <a:pathLst>
                <a:path extrusionOk="0" h="402" w="3115">
                  <a:moveTo>
                    <a:pt x="268" y="0"/>
                  </a:moveTo>
                  <a:cubicBezTo>
                    <a:pt x="1" y="0"/>
                    <a:pt x="1" y="401"/>
                    <a:pt x="268" y="401"/>
                  </a:cubicBezTo>
                  <a:lnTo>
                    <a:pt x="2847" y="401"/>
                  </a:lnTo>
                  <a:cubicBezTo>
                    <a:pt x="3115" y="401"/>
                    <a:pt x="3115" y="0"/>
                    <a:pt x="2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2" name="Google Shape;23222;p91"/>
            <p:cNvSpPr/>
            <p:nvPr/>
          </p:nvSpPr>
          <p:spPr>
            <a:xfrm>
              <a:off x="2901009" y="1788070"/>
              <a:ext cx="25117" cy="10463"/>
            </a:xfrm>
            <a:custGeom>
              <a:rect b="b" l="l" r="r" t="t"/>
              <a:pathLst>
                <a:path extrusionOk="0" h="402" w="965">
                  <a:moveTo>
                    <a:pt x="268" y="0"/>
                  </a:moveTo>
                  <a:cubicBezTo>
                    <a:pt x="0" y="0"/>
                    <a:pt x="0" y="401"/>
                    <a:pt x="268" y="401"/>
                  </a:cubicBezTo>
                  <a:lnTo>
                    <a:pt x="697" y="401"/>
                  </a:lnTo>
                  <a:cubicBezTo>
                    <a:pt x="964" y="401"/>
                    <a:pt x="964"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3" name="Google Shape;23223;p91"/>
            <p:cNvSpPr/>
            <p:nvPr/>
          </p:nvSpPr>
          <p:spPr>
            <a:xfrm>
              <a:off x="2811526" y="1810402"/>
              <a:ext cx="25221" cy="10463"/>
            </a:xfrm>
            <a:custGeom>
              <a:rect b="b" l="l" r="r" t="t"/>
              <a:pathLst>
                <a:path extrusionOk="0" h="402" w="969">
                  <a:moveTo>
                    <a:pt x="268" y="1"/>
                  </a:moveTo>
                  <a:cubicBezTo>
                    <a:pt x="1" y="1"/>
                    <a:pt x="1" y="402"/>
                    <a:pt x="268" y="402"/>
                  </a:cubicBezTo>
                  <a:lnTo>
                    <a:pt x="698" y="402"/>
                  </a:lnTo>
                  <a:cubicBezTo>
                    <a:pt x="968" y="402"/>
                    <a:pt x="968" y="1"/>
                    <a:pt x="6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4" name="Google Shape;23224;p91"/>
            <p:cNvSpPr/>
            <p:nvPr/>
          </p:nvSpPr>
          <p:spPr>
            <a:xfrm>
              <a:off x="2845050" y="1810402"/>
              <a:ext cx="81076" cy="10463"/>
            </a:xfrm>
            <a:custGeom>
              <a:rect b="b" l="l" r="r" t="t"/>
              <a:pathLst>
                <a:path extrusionOk="0" h="402" w="3115">
                  <a:moveTo>
                    <a:pt x="272" y="1"/>
                  </a:moveTo>
                  <a:cubicBezTo>
                    <a:pt x="1" y="1"/>
                    <a:pt x="1" y="402"/>
                    <a:pt x="272" y="402"/>
                  </a:cubicBezTo>
                  <a:lnTo>
                    <a:pt x="2847" y="402"/>
                  </a:lnTo>
                  <a:cubicBezTo>
                    <a:pt x="3114" y="402"/>
                    <a:pt x="3114"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5" name="Google Shape;23225;p91"/>
            <p:cNvSpPr/>
            <p:nvPr/>
          </p:nvSpPr>
          <p:spPr>
            <a:xfrm>
              <a:off x="2779747" y="1765712"/>
              <a:ext cx="178158" cy="103928"/>
            </a:xfrm>
            <a:custGeom>
              <a:rect b="b" l="l" r="r" t="t"/>
              <a:pathLst>
                <a:path extrusionOk="0" h="3993" w="6845">
                  <a:moveTo>
                    <a:pt x="6000" y="402"/>
                  </a:moveTo>
                  <a:cubicBezTo>
                    <a:pt x="6246" y="402"/>
                    <a:pt x="6443" y="599"/>
                    <a:pt x="6443" y="845"/>
                  </a:cubicBezTo>
                  <a:lnTo>
                    <a:pt x="6443" y="2133"/>
                  </a:lnTo>
                  <a:cubicBezTo>
                    <a:pt x="6443" y="2379"/>
                    <a:pt x="6243" y="2576"/>
                    <a:pt x="6000" y="2576"/>
                  </a:cubicBezTo>
                  <a:lnTo>
                    <a:pt x="2995" y="2576"/>
                  </a:lnTo>
                  <a:cubicBezTo>
                    <a:pt x="2949" y="2576"/>
                    <a:pt x="2907" y="2590"/>
                    <a:pt x="2872" y="2618"/>
                  </a:cubicBezTo>
                  <a:lnTo>
                    <a:pt x="1584" y="3586"/>
                  </a:lnTo>
                  <a:cubicBezTo>
                    <a:pt x="1582" y="3587"/>
                    <a:pt x="1579" y="3588"/>
                    <a:pt x="1577" y="3588"/>
                  </a:cubicBezTo>
                  <a:cubicBezTo>
                    <a:pt x="1568" y="3588"/>
                    <a:pt x="1560" y="3580"/>
                    <a:pt x="1563" y="3572"/>
                  </a:cubicBezTo>
                  <a:lnTo>
                    <a:pt x="1690" y="2812"/>
                  </a:lnTo>
                  <a:cubicBezTo>
                    <a:pt x="1707" y="2689"/>
                    <a:pt x="1616" y="2576"/>
                    <a:pt x="1489" y="2576"/>
                  </a:cubicBezTo>
                  <a:lnTo>
                    <a:pt x="849" y="2576"/>
                  </a:lnTo>
                  <a:cubicBezTo>
                    <a:pt x="603" y="2576"/>
                    <a:pt x="406" y="2379"/>
                    <a:pt x="406" y="2133"/>
                  </a:cubicBezTo>
                  <a:lnTo>
                    <a:pt x="406" y="845"/>
                  </a:lnTo>
                  <a:cubicBezTo>
                    <a:pt x="406" y="599"/>
                    <a:pt x="603" y="402"/>
                    <a:pt x="849" y="402"/>
                  </a:cubicBezTo>
                  <a:close/>
                  <a:moveTo>
                    <a:pt x="849" y="1"/>
                  </a:moveTo>
                  <a:cubicBezTo>
                    <a:pt x="381" y="1"/>
                    <a:pt x="4" y="377"/>
                    <a:pt x="1" y="845"/>
                  </a:cubicBezTo>
                  <a:lnTo>
                    <a:pt x="1" y="2133"/>
                  </a:lnTo>
                  <a:cubicBezTo>
                    <a:pt x="4" y="2601"/>
                    <a:pt x="381" y="2977"/>
                    <a:pt x="849" y="2977"/>
                  </a:cubicBezTo>
                  <a:lnTo>
                    <a:pt x="1254" y="2977"/>
                  </a:lnTo>
                  <a:lnTo>
                    <a:pt x="1166" y="3505"/>
                  </a:lnTo>
                  <a:cubicBezTo>
                    <a:pt x="1119" y="3780"/>
                    <a:pt x="1337" y="3992"/>
                    <a:pt x="1576" y="3992"/>
                  </a:cubicBezTo>
                  <a:cubicBezTo>
                    <a:pt x="1661" y="3992"/>
                    <a:pt x="1748" y="3966"/>
                    <a:pt x="1827" y="3906"/>
                  </a:cubicBezTo>
                  <a:lnTo>
                    <a:pt x="3062" y="2981"/>
                  </a:lnTo>
                  <a:lnTo>
                    <a:pt x="6000" y="2981"/>
                  </a:lnTo>
                  <a:cubicBezTo>
                    <a:pt x="6468" y="2981"/>
                    <a:pt x="6844" y="2601"/>
                    <a:pt x="6844" y="2136"/>
                  </a:cubicBezTo>
                  <a:lnTo>
                    <a:pt x="6844" y="845"/>
                  </a:lnTo>
                  <a:cubicBezTo>
                    <a:pt x="6844" y="377"/>
                    <a:pt x="6468" y="1"/>
                    <a:pt x="60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6" name="Google Shape;23226;p91"/>
            <p:cNvSpPr/>
            <p:nvPr/>
          </p:nvSpPr>
          <p:spPr>
            <a:xfrm>
              <a:off x="3035076" y="1737785"/>
              <a:ext cx="69910" cy="10463"/>
            </a:xfrm>
            <a:custGeom>
              <a:rect b="b" l="l" r="r" t="t"/>
              <a:pathLst>
                <a:path extrusionOk="0" h="402" w="2686">
                  <a:moveTo>
                    <a:pt x="268" y="0"/>
                  </a:moveTo>
                  <a:cubicBezTo>
                    <a:pt x="0" y="0"/>
                    <a:pt x="0" y="402"/>
                    <a:pt x="268" y="402"/>
                  </a:cubicBezTo>
                  <a:lnTo>
                    <a:pt x="2418" y="402"/>
                  </a:lnTo>
                  <a:cubicBezTo>
                    <a:pt x="2685" y="402"/>
                    <a:pt x="2685" y="0"/>
                    <a:pt x="2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7" name="Google Shape;23227;p91"/>
            <p:cNvSpPr/>
            <p:nvPr/>
          </p:nvSpPr>
          <p:spPr>
            <a:xfrm>
              <a:off x="3001553" y="1737785"/>
              <a:ext cx="25117" cy="10463"/>
            </a:xfrm>
            <a:custGeom>
              <a:rect b="b" l="l" r="r" t="t"/>
              <a:pathLst>
                <a:path extrusionOk="0" h="402" w="965">
                  <a:moveTo>
                    <a:pt x="268" y="0"/>
                  </a:moveTo>
                  <a:cubicBezTo>
                    <a:pt x="1" y="0"/>
                    <a:pt x="1" y="402"/>
                    <a:pt x="268" y="402"/>
                  </a:cubicBezTo>
                  <a:lnTo>
                    <a:pt x="697" y="402"/>
                  </a:lnTo>
                  <a:cubicBezTo>
                    <a:pt x="965" y="402"/>
                    <a:pt x="965"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8" name="Google Shape;23228;p91"/>
            <p:cNvSpPr/>
            <p:nvPr/>
          </p:nvSpPr>
          <p:spPr>
            <a:xfrm>
              <a:off x="2969773" y="1715427"/>
              <a:ext cx="166888" cy="81466"/>
            </a:xfrm>
            <a:custGeom>
              <a:rect b="b" l="l" r="r" t="t"/>
              <a:pathLst>
                <a:path extrusionOk="0" h="3130" w="6412">
                  <a:moveTo>
                    <a:pt x="5571" y="402"/>
                  </a:moveTo>
                  <a:cubicBezTo>
                    <a:pt x="5817" y="402"/>
                    <a:pt x="6014" y="599"/>
                    <a:pt x="6014" y="845"/>
                  </a:cubicBezTo>
                  <a:lnTo>
                    <a:pt x="6014" y="1275"/>
                  </a:lnTo>
                  <a:cubicBezTo>
                    <a:pt x="6014" y="1521"/>
                    <a:pt x="5813" y="1718"/>
                    <a:pt x="5571" y="1718"/>
                  </a:cubicBezTo>
                  <a:lnTo>
                    <a:pt x="4927" y="1718"/>
                  </a:lnTo>
                  <a:cubicBezTo>
                    <a:pt x="4800" y="1718"/>
                    <a:pt x="4705" y="1831"/>
                    <a:pt x="4726" y="1954"/>
                  </a:cubicBezTo>
                  <a:lnTo>
                    <a:pt x="4853" y="2710"/>
                  </a:lnTo>
                  <a:cubicBezTo>
                    <a:pt x="4855" y="2720"/>
                    <a:pt x="4849" y="2727"/>
                    <a:pt x="4841" y="2727"/>
                  </a:cubicBezTo>
                  <a:cubicBezTo>
                    <a:pt x="4838" y="2727"/>
                    <a:pt x="4835" y="2726"/>
                    <a:pt x="4832" y="2724"/>
                  </a:cubicBezTo>
                  <a:lnTo>
                    <a:pt x="3544" y="1757"/>
                  </a:lnTo>
                  <a:cubicBezTo>
                    <a:pt x="3509" y="1732"/>
                    <a:pt x="3467" y="1718"/>
                    <a:pt x="3421" y="1718"/>
                  </a:cubicBezTo>
                  <a:lnTo>
                    <a:pt x="849" y="1718"/>
                  </a:lnTo>
                  <a:cubicBezTo>
                    <a:pt x="602" y="1718"/>
                    <a:pt x="405" y="1517"/>
                    <a:pt x="405" y="1275"/>
                  </a:cubicBezTo>
                  <a:lnTo>
                    <a:pt x="405" y="845"/>
                  </a:lnTo>
                  <a:cubicBezTo>
                    <a:pt x="405" y="599"/>
                    <a:pt x="602" y="402"/>
                    <a:pt x="849" y="402"/>
                  </a:cubicBezTo>
                  <a:close/>
                  <a:moveTo>
                    <a:pt x="849" y="1"/>
                  </a:moveTo>
                  <a:cubicBezTo>
                    <a:pt x="381" y="1"/>
                    <a:pt x="4" y="377"/>
                    <a:pt x="1" y="845"/>
                  </a:cubicBezTo>
                  <a:lnTo>
                    <a:pt x="1" y="1275"/>
                  </a:lnTo>
                  <a:cubicBezTo>
                    <a:pt x="1" y="1739"/>
                    <a:pt x="381" y="2119"/>
                    <a:pt x="849" y="2119"/>
                  </a:cubicBezTo>
                  <a:lnTo>
                    <a:pt x="3354" y="2119"/>
                  </a:lnTo>
                  <a:lnTo>
                    <a:pt x="4589" y="3044"/>
                  </a:lnTo>
                  <a:cubicBezTo>
                    <a:pt x="4667" y="3103"/>
                    <a:pt x="4753" y="3129"/>
                    <a:pt x="4838" y="3129"/>
                  </a:cubicBezTo>
                  <a:cubicBezTo>
                    <a:pt x="5076" y="3129"/>
                    <a:pt x="5295" y="2920"/>
                    <a:pt x="5250" y="2647"/>
                  </a:cubicBezTo>
                  <a:lnTo>
                    <a:pt x="5162" y="2119"/>
                  </a:lnTo>
                  <a:lnTo>
                    <a:pt x="5567" y="2119"/>
                  </a:lnTo>
                  <a:cubicBezTo>
                    <a:pt x="6035" y="2116"/>
                    <a:pt x="6411" y="1739"/>
                    <a:pt x="6411" y="1271"/>
                  </a:cubicBezTo>
                  <a:lnTo>
                    <a:pt x="6411" y="842"/>
                  </a:lnTo>
                  <a:cubicBezTo>
                    <a:pt x="6411" y="377"/>
                    <a:pt x="6035" y="1"/>
                    <a:pt x="5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9" name="Google Shape;23229;p91"/>
            <p:cNvSpPr/>
            <p:nvPr/>
          </p:nvSpPr>
          <p:spPr>
            <a:xfrm>
              <a:off x="2811526" y="1637136"/>
              <a:ext cx="81076" cy="10567"/>
            </a:xfrm>
            <a:custGeom>
              <a:rect b="b" l="l" r="r" t="t"/>
              <a:pathLst>
                <a:path extrusionOk="0" h="406" w="3115">
                  <a:moveTo>
                    <a:pt x="268" y="1"/>
                  </a:moveTo>
                  <a:cubicBezTo>
                    <a:pt x="1" y="1"/>
                    <a:pt x="1" y="405"/>
                    <a:pt x="268" y="405"/>
                  </a:cubicBezTo>
                  <a:lnTo>
                    <a:pt x="2847" y="405"/>
                  </a:lnTo>
                  <a:cubicBezTo>
                    <a:pt x="3115" y="402"/>
                    <a:pt x="311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0" name="Google Shape;23230;p91"/>
            <p:cNvSpPr/>
            <p:nvPr/>
          </p:nvSpPr>
          <p:spPr>
            <a:xfrm>
              <a:off x="2901009" y="1637136"/>
              <a:ext cx="36282" cy="10567"/>
            </a:xfrm>
            <a:custGeom>
              <a:rect b="b" l="l" r="r" t="t"/>
              <a:pathLst>
                <a:path extrusionOk="0" h="406" w="1394">
                  <a:moveTo>
                    <a:pt x="268" y="1"/>
                  </a:moveTo>
                  <a:cubicBezTo>
                    <a:pt x="0" y="1"/>
                    <a:pt x="0" y="405"/>
                    <a:pt x="268" y="405"/>
                  </a:cubicBezTo>
                  <a:lnTo>
                    <a:pt x="1126" y="405"/>
                  </a:lnTo>
                  <a:cubicBezTo>
                    <a:pt x="1394" y="402"/>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1" name="Google Shape;23231;p91"/>
            <p:cNvSpPr/>
            <p:nvPr/>
          </p:nvSpPr>
          <p:spPr>
            <a:xfrm>
              <a:off x="2811526" y="1681826"/>
              <a:ext cx="81076" cy="10567"/>
            </a:xfrm>
            <a:custGeom>
              <a:rect b="b" l="l" r="r" t="t"/>
              <a:pathLst>
                <a:path extrusionOk="0" h="406" w="3115">
                  <a:moveTo>
                    <a:pt x="268" y="1"/>
                  </a:moveTo>
                  <a:cubicBezTo>
                    <a:pt x="1" y="1"/>
                    <a:pt x="1" y="405"/>
                    <a:pt x="268" y="405"/>
                  </a:cubicBezTo>
                  <a:lnTo>
                    <a:pt x="2847" y="405"/>
                  </a:lnTo>
                  <a:cubicBezTo>
                    <a:pt x="3115" y="405"/>
                    <a:pt x="311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2" name="Google Shape;23232;p91"/>
            <p:cNvSpPr/>
            <p:nvPr/>
          </p:nvSpPr>
          <p:spPr>
            <a:xfrm>
              <a:off x="2901009" y="1681826"/>
              <a:ext cx="36282" cy="10567"/>
            </a:xfrm>
            <a:custGeom>
              <a:rect b="b" l="l" r="r" t="t"/>
              <a:pathLst>
                <a:path extrusionOk="0" h="406" w="1394">
                  <a:moveTo>
                    <a:pt x="268" y="1"/>
                  </a:moveTo>
                  <a:cubicBezTo>
                    <a:pt x="0" y="1"/>
                    <a:pt x="0" y="405"/>
                    <a:pt x="268" y="405"/>
                  </a:cubicBezTo>
                  <a:lnTo>
                    <a:pt x="1126" y="405"/>
                  </a:lnTo>
                  <a:cubicBezTo>
                    <a:pt x="1394" y="405"/>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3" name="Google Shape;23233;p91"/>
            <p:cNvSpPr/>
            <p:nvPr/>
          </p:nvSpPr>
          <p:spPr>
            <a:xfrm>
              <a:off x="2811526" y="1659494"/>
              <a:ext cx="25221" cy="10541"/>
            </a:xfrm>
            <a:custGeom>
              <a:rect b="b" l="l" r="r" t="t"/>
              <a:pathLst>
                <a:path extrusionOk="0" h="405" w="969">
                  <a:moveTo>
                    <a:pt x="268" y="0"/>
                  </a:moveTo>
                  <a:cubicBezTo>
                    <a:pt x="1" y="0"/>
                    <a:pt x="1" y="405"/>
                    <a:pt x="268" y="405"/>
                  </a:cubicBezTo>
                  <a:lnTo>
                    <a:pt x="698" y="405"/>
                  </a:lnTo>
                  <a:cubicBezTo>
                    <a:pt x="968" y="405"/>
                    <a:pt x="968" y="0"/>
                    <a:pt x="6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4" name="Google Shape;23234;p91"/>
            <p:cNvSpPr/>
            <p:nvPr/>
          </p:nvSpPr>
          <p:spPr>
            <a:xfrm>
              <a:off x="2845050" y="1659494"/>
              <a:ext cx="92241" cy="10463"/>
            </a:xfrm>
            <a:custGeom>
              <a:rect b="b" l="l" r="r" t="t"/>
              <a:pathLst>
                <a:path extrusionOk="0" h="402" w="3544">
                  <a:moveTo>
                    <a:pt x="272" y="0"/>
                  </a:moveTo>
                  <a:cubicBezTo>
                    <a:pt x="1" y="0"/>
                    <a:pt x="1" y="401"/>
                    <a:pt x="272" y="401"/>
                  </a:cubicBezTo>
                  <a:lnTo>
                    <a:pt x="3276" y="401"/>
                  </a:lnTo>
                  <a:cubicBezTo>
                    <a:pt x="3544" y="401"/>
                    <a:pt x="3544" y="0"/>
                    <a:pt x="3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5" name="Google Shape;23235;p91"/>
            <p:cNvSpPr/>
            <p:nvPr/>
          </p:nvSpPr>
          <p:spPr>
            <a:xfrm>
              <a:off x="2779747" y="1614805"/>
              <a:ext cx="189324" cy="126311"/>
            </a:xfrm>
            <a:custGeom>
              <a:rect b="b" l="l" r="r" t="t"/>
              <a:pathLst>
                <a:path extrusionOk="0" h="4853" w="7274">
                  <a:moveTo>
                    <a:pt x="6429" y="401"/>
                  </a:moveTo>
                  <a:cubicBezTo>
                    <a:pt x="6676" y="401"/>
                    <a:pt x="6873" y="602"/>
                    <a:pt x="6873" y="845"/>
                  </a:cubicBezTo>
                  <a:lnTo>
                    <a:pt x="6873" y="2991"/>
                  </a:lnTo>
                  <a:cubicBezTo>
                    <a:pt x="6873" y="3237"/>
                    <a:pt x="6676" y="3434"/>
                    <a:pt x="6429" y="3434"/>
                  </a:cubicBezTo>
                  <a:lnTo>
                    <a:pt x="2995" y="3434"/>
                  </a:lnTo>
                  <a:cubicBezTo>
                    <a:pt x="2949" y="3434"/>
                    <a:pt x="2907" y="3448"/>
                    <a:pt x="2872" y="3476"/>
                  </a:cubicBezTo>
                  <a:lnTo>
                    <a:pt x="1584" y="4444"/>
                  </a:lnTo>
                  <a:cubicBezTo>
                    <a:pt x="1582" y="4446"/>
                    <a:pt x="1579" y="4446"/>
                    <a:pt x="1577" y="4446"/>
                  </a:cubicBezTo>
                  <a:cubicBezTo>
                    <a:pt x="1568" y="4446"/>
                    <a:pt x="1560" y="4438"/>
                    <a:pt x="1563" y="4430"/>
                  </a:cubicBezTo>
                  <a:lnTo>
                    <a:pt x="1690" y="3670"/>
                  </a:lnTo>
                  <a:cubicBezTo>
                    <a:pt x="1707" y="3547"/>
                    <a:pt x="1616" y="3434"/>
                    <a:pt x="1489" y="3434"/>
                  </a:cubicBezTo>
                  <a:lnTo>
                    <a:pt x="849" y="3434"/>
                  </a:lnTo>
                  <a:cubicBezTo>
                    <a:pt x="603" y="3434"/>
                    <a:pt x="406" y="3237"/>
                    <a:pt x="406" y="2991"/>
                  </a:cubicBezTo>
                  <a:lnTo>
                    <a:pt x="406" y="845"/>
                  </a:lnTo>
                  <a:cubicBezTo>
                    <a:pt x="406" y="602"/>
                    <a:pt x="603" y="401"/>
                    <a:pt x="849" y="401"/>
                  </a:cubicBezTo>
                  <a:close/>
                  <a:moveTo>
                    <a:pt x="849" y="0"/>
                  </a:moveTo>
                  <a:cubicBezTo>
                    <a:pt x="381" y="0"/>
                    <a:pt x="4" y="380"/>
                    <a:pt x="1" y="845"/>
                  </a:cubicBezTo>
                  <a:lnTo>
                    <a:pt x="1" y="2994"/>
                  </a:lnTo>
                  <a:cubicBezTo>
                    <a:pt x="4" y="3459"/>
                    <a:pt x="381" y="3839"/>
                    <a:pt x="849" y="3839"/>
                  </a:cubicBezTo>
                  <a:lnTo>
                    <a:pt x="1254" y="3839"/>
                  </a:lnTo>
                  <a:lnTo>
                    <a:pt x="1166" y="4367"/>
                  </a:lnTo>
                  <a:cubicBezTo>
                    <a:pt x="1119" y="4640"/>
                    <a:pt x="1338" y="4852"/>
                    <a:pt x="1578" y="4852"/>
                  </a:cubicBezTo>
                  <a:cubicBezTo>
                    <a:pt x="1662" y="4852"/>
                    <a:pt x="1749" y="4826"/>
                    <a:pt x="1827" y="4768"/>
                  </a:cubicBezTo>
                  <a:lnTo>
                    <a:pt x="3062" y="3839"/>
                  </a:lnTo>
                  <a:lnTo>
                    <a:pt x="6429" y="3839"/>
                  </a:lnTo>
                  <a:cubicBezTo>
                    <a:pt x="6897" y="3839"/>
                    <a:pt x="7274" y="3462"/>
                    <a:pt x="7274" y="2994"/>
                  </a:cubicBezTo>
                  <a:lnTo>
                    <a:pt x="7274" y="845"/>
                  </a:lnTo>
                  <a:cubicBezTo>
                    <a:pt x="7274" y="380"/>
                    <a:pt x="6897" y="0"/>
                    <a:pt x="6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36" name="Google Shape;23236;p91"/>
          <p:cNvGrpSpPr/>
          <p:nvPr/>
        </p:nvGrpSpPr>
        <p:grpSpPr>
          <a:xfrm>
            <a:off x="3317969" y="1515432"/>
            <a:ext cx="225112" cy="360663"/>
            <a:chOff x="3317969" y="1515432"/>
            <a:chExt cx="225112" cy="360663"/>
          </a:xfrm>
        </p:grpSpPr>
        <p:sp>
          <p:nvSpPr>
            <p:cNvPr id="23237" name="Google Shape;23237;p91"/>
            <p:cNvSpPr/>
            <p:nvPr/>
          </p:nvSpPr>
          <p:spPr>
            <a:xfrm>
              <a:off x="3323357" y="1566159"/>
              <a:ext cx="169179" cy="304340"/>
            </a:xfrm>
            <a:custGeom>
              <a:rect b="b" l="l" r="r" t="t"/>
              <a:pathLst>
                <a:path extrusionOk="0" h="11693" w="6500">
                  <a:moveTo>
                    <a:pt x="652" y="1"/>
                  </a:moveTo>
                  <a:cubicBezTo>
                    <a:pt x="293" y="1"/>
                    <a:pt x="1" y="289"/>
                    <a:pt x="1" y="648"/>
                  </a:cubicBezTo>
                  <a:lnTo>
                    <a:pt x="1" y="11042"/>
                  </a:lnTo>
                  <a:cubicBezTo>
                    <a:pt x="1" y="11401"/>
                    <a:pt x="293" y="11693"/>
                    <a:pt x="652" y="11693"/>
                  </a:cubicBezTo>
                  <a:lnTo>
                    <a:pt x="5848" y="11693"/>
                  </a:lnTo>
                  <a:cubicBezTo>
                    <a:pt x="6207" y="11693"/>
                    <a:pt x="6499" y="11401"/>
                    <a:pt x="6499" y="11042"/>
                  </a:cubicBezTo>
                  <a:lnTo>
                    <a:pt x="6499" y="648"/>
                  </a:lnTo>
                  <a:cubicBezTo>
                    <a:pt x="6499" y="289"/>
                    <a:pt x="6207" y="1"/>
                    <a:pt x="5848"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8" name="Google Shape;23238;p91"/>
            <p:cNvSpPr/>
            <p:nvPr/>
          </p:nvSpPr>
          <p:spPr>
            <a:xfrm>
              <a:off x="3323357" y="1566159"/>
              <a:ext cx="39510" cy="304340"/>
            </a:xfrm>
            <a:custGeom>
              <a:rect b="b" l="l" r="r" t="t"/>
              <a:pathLst>
                <a:path extrusionOk="0" h="11693" w="1518">
                  <a:moveTo>
                    <a:pt x="652" y="1"/>
                  </a:moveTo>
                  <a:cubicBezTo>
                    <a:pt x="293" y="1"/>
                    <a:pt x="1" y="289"/>
                    <a:pt x="1" y="648"/>
                  </a:cubicBezTo>
                  <a:lnTo>
                    <a:pt x="1" y="11042"/>
                  </a:lnTo>
                  <a:cubicBezTo>
                    <a:pt x="1" y="11401"/>
                    <a:pt x="293" y="11693"/>
                    <a:pt x="652" y="11693"/>
                  </a:cubicBezTo>
                  <a:lnTo>
                    <a:pt x="1517" y="11693"/>
                  </a:lnTo>
                  <a:cubicBezTo>
                    <a:pt x="1158" y="11693"/>
                    <a:pt x="870" y="11401"/>
                    <a:pt x="870" y="11042"/>
                  </a:cubicBezTo>
                  <a:lnTo>
                    <a:pt x="870" y="648"/>
                  </a:lnTo>
                  <a:cubicBezTo>
                    <a:pt x="870" y="289"/>
                    <a:pt x="1158" y="1"/>
                    <a:pt x="1517"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9" name="Google Shape;23239;p91"/>
            <p:cNvSpPr/>
            <p:nvPr/>
          </p:nvSpPr>
          <p:spPr>
            <a:xfrm>
              <a:off x="3323357" y="1588699"/>
              <a:ext cx="169179" cy="236746"/>
            </a:xfrm>
            <a:custGeom>
              <a:rect b="b" l="l" r="r" t="t"/>
              <a:pathLst>
                <a:path extrusionOk="0" h="9096" w="6500">
                  <a:moveTo>
                    <a:pt x="1" y="0"/>
                  </a:moveTo>
                  <a:lnTo>
                    <a:pt x="1" y="9096"/>
                  </a:lnTo>
                  <a:lnTo>
                    <a:pt x="6499" y="9096"/>
                  </a:lnTo>
                  <a:lnTo>
                    <a:pt x="649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0" name="Google Shape;23240;p91"/>
            <p:cNvSpPr/>
            <p:nvPr/>
          </p:nvSpPr>
          <p:spPr>
            <a:xfrm>
              <a:off x="3329031" y="1605539"/>
              <a:ext cx="157831" cy="157831"/>
            </a:xfrm>
            <a:custGeom>
              <a:rect b="b" l="l" r="r" t="t"/>
              <a:pathLst>
                <a:path extrusionOk="0" h="6064" w="6064">
                  <a:moveTo>
                    <a:pt x="3034" y="1"/>
                  </a:moveTo>
                  <a:cubicBezTo>
                    <a:pt x="1359" y="1"/>
                    <a:pt x="1" y="1359"/>
                    <a:pt x="1" y="3034"/>
                  </a:cubicBezTo>
                  <a:cubicBezTo>
                    <a:pt x="1" y="4708"/>
                    <a:pt x="1359" y="6063"/>
                    <a:pt x="3034" y="6063"/>
                  </a:cubicBezTo>
                  <a:cubicBezTo>
                    <a:pt x="4705" y="6063"/>
                    <a:pt x="6063" y="4708"/>
                    <a:pt x="6063" y="3034"/>
                  </a:cubicBezTo>
                  <a:cubicBezTo>
                    <a:pt x="6063" y="1359"/>
                    <a:pt x="4705" y="1"/>
                    <a:pt x="303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1" name="Google Shape;23241;p91"/>
            <p:cNvSpPr/>
            <p:nvPr/>
          </p:nvSpPr>
          <p:spPr>
            <a:xfrm>
              <a:off x="3430512" y="1769018"/>
              <a:ext cx="33810" cy="33810"/>
            </a:xfrm>
            <a:custGeom>
              <a:rect b="b" l="l" r="r" t="t"/>
              <a:pathLst>
                <a:path extrusionOk="0" h="1299" w="1299">
                  <a:moveTo>
                    <a:pt x="648" y="0"/>
                  </a:moveTo>
                  <a:cubicBezTo>
                    <a:pt x="289" y="0"/>
                    <a:pt x="0" y="292"/>
                    <a:pt x="0" y="651"/>
                  </a:cubicBezTo>
                  <a:cubicBezTo>
                    <a:pt x="0" y="1010"/>
                    <a:pt x="289" y="1299"/>
                    <a:pt x="648" y="1299"/>
                  </a:cubicBezTo>
                  <a:cubicBezTo>
                    <a:pt x="1007" y="1299"/>
                    <a:pt x="1299" y="1010"/>
                    <a:pt x="1299" y="651"/>
                  </a:cubicBezTo>
                  <a:cubicBezTo>
                    <a:pt x="1299" y="292"/>
                    <a:pt x="1007" y="0"/>
                    <a:pt x="64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2" name="Google Shape;23242;p91"/>
            <p:cNvSpPr/>
            <p:nvPr/>
          </p:nvSpPr>
          <p:spPr>
            <a:xfrm>
              <a:off x="3351571" y="1769018"/>
              <a:ext cx="33810" cy="33810"/>
            </a:xfrm>
            <a:custGeom>
              <a:rect b="b" l="l" r="r" t="t"/>
              <a:pathLst>
                <a:path extrusionOk="0" h="1299" w="1299">
                  <a:moveTo>
                    <a:pt x="651" y="0"/>
                  </a:moveTo>
                  <a:cubicBezTo>
                    <a:pt x="292" y="0"/>
                    <a:pt x="0" y="292"/>
                    <a:pt x="0" y="651"/>
                  </a:cubicBezTo>
                  <a:cubicBezTo>
                    <a:pt x="0" y="1010"/>
                    <a:pt x="292" y="1299"/>
                    <a:pt x="651" y="1299"/>
                  </a:cubicBezTo>
                  <a:cubicBezTo>
                    <a:pt x="1010" y="1299"/>
                    <a:pt x="1299" y="1010"/>
                    <a:pt x="1299" y="651"/>
                  </a:cubicBezTo>
                  <a:cubicBezTo>
                    <a:pt x="1299" y="292"/>
                    <a:pt x="1010" y="0"/>
                    <a:pt x="65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3" name="Google Shape;23243;p91"/>
            <p:cNvSpPr/>
            <p:nvPr/>
          </p:nvSpPr>
          <p:spPr>
            <a:xfrm>
              <a:off x="3345975" y="1622483"/>
              <a:ext cx="124021" cy="124021"/>
            </a:xfrm>
            <a:custGeom>
              <a:rect b="b" l="l" r="r" t="t"/>
              <a:pathLst>
                <a:path extrusionOk="0" h="4765" w="4765">
                  <a:moveTo>
                    <a:pt x="2383" y="1"/>
                  </a:moveTo>
                  <a:cubicBezTo>
                    <a:pt x="1067" y="1"/>
                    <a:pt x="1" y="1067"/>
                    <a:pt x="1" y="2383"/>
                  </a:cubicBezTo>
                  <a:cubicBezTo>
                    <a:pt x="1" y="3699"/>
                    <a:pt x="1067" y="4765"/>
                    <a:pt x="2383" y="4765"/>
                  </a:cubicBezTo>
                  <a:cubicBezTo>
                    <a:pt x="3695" y="4765"/>
                    <a:pt x="4765" y="3699"/>
                    <a:pt x="4765" y="2383"/>
                  </a:cubicBezTo>
                  <a:cubicBezTo>
                    <a:pt x="4765" y="1067"/>
                    <a:pt x="3695" y="1"/>
                    <a:pt x="23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4" name="Google Shape;23244;p91"/>
            <p:cNvSpPr/>
            <p:nvPr/>
          </p:nvSpPr>
          <p:spPr>
            <a:xfrm>
              <a:off x="3374085" y="1690154"/>
              <a:ext cx="67724" cy="50754"/>
            </a:xfrm>
            <a:custGeom>
              <a:rect b="b" l="l" r="r" t="t"/>
              <a:pathLst>
                <a:path extrusionOk="0" h="1950" w="2602">
                  <a:moveTo>
                    <a:pt x="866" y="1"/>
                  </a:moveTo>
                  <a:lnTo>
                    <a:pt x="866" y="434"/>
                  </a:lnTo>
                  <a:cubicBezTo>
                    <a:pt x="866" y="515"/>
                    <a:pt x="821" y="592"/>
                    <a:pt x="750" y="627"/>
                  </a:cubicBezTo>
                  <a:lnTo>
                    <a:pt x="240" y="880"/>
                  </a:lnTo>
                  <a:cubicBezTo>
                    <a:pt x="96" y="954"/>
                    <a:pt x="1" y="1106"/>
                    <a:pt x="1" y="1267"/>
                  </a:cubicBezTo>
                  <a:lnTo>
                    <a:pt x="1" y="1514"/>
                  </a:lnTo>
                  <a:cubicBezTo>
                    <a:pt x="386" y="1804"/>
                    <a:pt x="844" y="1949"/>
                    <a:pt x="1301" y="1949"/>
                  </a:cubicBezTo>
                  <a:cubicBezTo>
                    <a:pt x="1758" y="1949"/>
                    <a:pt x="2216" y="1804"/>
                    <a:pt x="2601" y="1514"/>
                  </a:cubicBezTo>
                  <a:lnTo>
                    <a:pt x="2601" y="1267"/>
                  </a:lnTo>
                  <a:cubicBezTo>
                    <a:pt x="2601" y="1102"/>
                    <a:pt x="2510" y="954"/>
                    <a:pt x="2362" y="880"/>
                  </a:cubicBezTo>
                  <a:lnTo>
                    <a:pt x="1855" y="627"/>
                  </a:lnTo>
                  <a:cubicBezTo>
                    <a:pt x="1781" y="588"/>
                    <a:pt x="1736" y="515"/>
                    <a:pt x="1736" y="434"/>
                  </a:cubicBezTo>
                  <a:lnTo>
                    <a:pt x="1736"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5" name="Google Shape;23245;p91"/>
            <p:cNvSpPr/>
            <p:nvPr/>
          </p:nvSpPr>
          <p:spPr>
            <a:xfrm>
              <a:off x="3374085" y="1707931"/>
              <a:ext cx="67619" cy="38599"/>
            </a:xfrm>
            <a:custGeom>
              <a:rect b="b" l="l" r="r" t="t"/>
              <a:pathLst>
                <a:path extrusionOk="0" h="1483" w="2598">
                  <a:moveTo>
                    <a:pt x="634" y="0"/>
                  </a:moveTo>
                  <a:lnTo>
                    <a:pt x="240" y="197"/>
                  </a:lnTo>
                  <a:cubicBezTo>
                    <a:pt x="92" y="271"/>
                    <a:pt x="1" y="419"/>
                    <a:pt x="1" y="584"/>
                  </a:cubicBezTo>
                  <a:lnTo>
                    <a:pt x="1" y="1095"/>
                  </a:lnTo>
                  <a:cubicBezTo>
                    <a:pt x="395" y="1353"/>
                    <a:pt x="847" y="1483"/>
                    <a:pt x="1299" y="1483"/>
                  </a:cubicBezTo>
                  <a:cubicBezTo>
                    <a:pt x="1751" y="1483"/>
                    <a:pt x="2203" y="1353"/>
                    <a:pt x="2598" y="1095"/>
                  </a:cubicBezTo>
                  <a:lnTo>
                    <a:pt x="2598" y="584"/>
                  </a:lnTo>
                  <a:cubicBezTo>
                    <a:pt x="2598" y="419"/>
                    <a:pt x="2506" y="271"/>
                    <a:pt x="2362" y="197"/>
                  </a:cubicBezTo>
                  <a:lnTo>
                    <a:pt x="1964" y="0"/>
                  </a:lnTo>
                  <a:cubicBezTo>
                    <a:pt x="1806" y="190"/>
                    <a:pt x="1570" y="588"/>
                    <a:pt x="1299" y="588"/>
                  </a:cubicBezTo>
                  <a:cubicBezTo>
                    <a:pt x="1032" y="588"/>
                    <a:pt x="796" y="194"/>
                    <a:pt x="634"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6" name="Google Shape;23246;p91"/>
            <p:cNvSpPr/>
            <p:nvPr/>
          </p:nvSpPr>
          <p:spPr>
            <a:xfrm>
              <a:off x="3385459" y="1645023"/>
              <a:ext cx="45080" cy="50754"/>
            </a:xfrm>
            <a:custGeom>
              <a:rect b="b" l="l" r="r" t="t"/>
              <a:pathLst>
                <a:path extrusionOk="0" h="1950" w="1732">
                  <a:moveTo>
                    <a:pt x="648" y="0"/>
                  </a:moveTo>
                  <a:cubicBezTo>
                    <a:pt x="289" y="0"/>
                    <a:pt x="0" y="289"/>
                    <a:pt x="0" y="648"/>
                  </a:cubicBezTo>
                  <a:lnTo>
                    <a:pt x="0" y="1080"/>
                  </a:lnTo>
                  <a:cubicBezTo>
                    <a:pt x="0" y="1559"/>
                    <a:pt x="387" y="1946"/>
                    <a:pt x="866" y="1949"/>
                  </a:cubicBezTo>
                  <a:cubicBezTo>
                    <a:pt x="1344" y="1949"/>
                    <a:pt x="1731" y="1559"/>
                    <a:pt x="1731" y="1080"/>
                  </a:cubicBezTo>
                  <a:lnTo>
                    <a:pt x="1731" y="648"/>
                  </a:lnTo>
                  <a:cubicBezTo>
                    <a:pt x="1731" y="289"/>
                    <a:pt x="1439" y="0"/>
                    <a:pt x="108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7" name="Google Shape;23247;p91"/>
            <p:cNvSpPr/>
            <p:nvPr/>
          </p:nvSpPr>
          <p:spPr>
            <a:xfrm>
              <a:off x="3385354" y="1645023"/>
              <a:ext cx="31077" cy="50806"/>
            </a:xfrm>
            <a:custGeom>
              <a:rect b="b" l="l" r="r" t="t"/>
              <a:pathLst>
                <a:path extrusionOk="0" h="1952" w="1194">
                  <a:moveTo>
                    <a:pt x="652" y="0"/>
                  </a:moveTo>
                  <a:cubicBezTo>
                    <a:pt x="293" y="0"/>
                    <a:pt x="1" y="292"/>
                    <a:pt x="1" y="651"/>
                  </a:cubicBezTo>
                  <a:lnTo>
                    <a:pt x="1" y="1084"/>
                  </a:lnTo>
                  <a:cubicBezTo>
                    <a:pt x="1" y="1582"/>
                    <a:pt x="408" y="1951"/>
                    <a:pt x="866" y="1951"/>
                  </a:cubicBezTo>
                  <a:cubicBezTo>
                    <a:pt x="974" y="1951"/>
                    <a:pt x="1085" y="1931"/>
                    <a:pt x="1193" y="1886"/>
                  </a:cubicBezTo>
                  <a:cubicBezTo>
                    <a:pt x="866" y="1752"/>
                    <a:pt x="652" y="1436"/>
                    <a:pt x="652" y="1084"/>
                  </a:cubicBezTo>
                  <a:lnTo>
                    <a:pt x="652" y="651"/>
                  </a:lnTo>
                  <a:cubicBezTo>
                    <a:pt x="652" y="334"/>
                    <a:pt x="880" y="64"/>
                    <a:pt x="1193" y="14"/>
                  </a:cubicBezTo>
                  <a:cubicBezTo>
                    <a:pt x="1158" y="7"/>
                    <a:pt x="1120" y="4"/>
                    <a:pt x="108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8" name="Google Shape;23248;p91"/>
            <p:cNvSpPr/>
            <p:nvPr/>
          </p:nvSpPr>
          <p:spPr>
            <a:xfrm>
              <a:off x="3385354" y="1645023"/>
              <a:ext cx="45184" cy="22540"/>
            </a:xfrm>
            <a:custGeom>
              <a:rect b="b" l="l" r="r" t="t"/>
              <a:pathLst>
                <a:path extrusionOk="0" h="866" w="1736">
                  <a:moveTo>
                    <a:pt x="652" y="0"/>
                  </a:moveTo>
                  <a:cubicBezTo>
                    <a:pt x="293" y="0"/>
                    <a:pt x="1" y="292"/>
                    <a:pt x="1" y="651"/>
                  </a:cubicBezTo>
                  <a:cubicBezTo>
                    <a:pt x="1" y="651"/>
                    <a:pt x="652" y="866"/>
                    <a:pt x="1735" y="866"/>
                  </a:cubicBezTo>
                  <a:lnTo>
                    <a:pt x="1735" y="651"/>
                  </a:lnTo>
                  <a:cubicBezTo>
                    <a:pt x="1735" y="292"/>
                    <a:pt x="1443" y="0"/>
                    <a:pt x="108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9" name="Google Shape;23249;p91"/>
            <p:cNvSpPr/>
            <p:nvPr/>
          </p:nvSpPr>
          <p:spPr>
            <a:xfrm>
              <a:off x="3385354" y="1645023"/>
              <a:ext cx="31077" cy="20614"/>
            </a:xfrm>
            <a:custGeom>
              <a:rect b="b" l="l" r="r" t="t"/>
              <a:pathLst>
                <a:path extrusionOk="0" h="792" w="1194">
                  <a:moveTo>
                    <a:pt x="652" y="0"/>
                  </a:moveTo>
                  <a:cubicBezTo>
                    <a:pt x="293" y="0"/>
                    <a:pt x="1" y="292"/>
                    <a:pt x="1" y="651"/>
                  </a:cubicBezTo>
                  <a:cubicBezTo>
                    <a:pt x="215" y="714"/>
                    <a:pt x="433" y="760"/>
                    <a:pt x="652" y="792"/>
                  </a:cubicBezTo>
                  <a:lnTo>
                    <a:pt x="652" y="651"/>
                  </a:lnTo>
                  <a:cubicBezTo>
                    <a:pt x="652" y="334"/>
                    <a:pt x="880" y="64"/>
                    <a:pt x="1193" y="14"/>
                  </a:cubicBezTo>
                  <a:cubicBezTo>
                    <a:pt x="1158" y="7"/>
                    <a:pt x="1120" y="4"/>
                    <a:pt x="108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0" name="Google Shape;23250;p91"/>
            <p:cNvSpPr/>
            <p:nvPr/>
          </p:nvSpPr>
          <p:spPr>
            <a:xfrm>
              <a:off x="3374085" y="1717900"/>
              <a:ext cx="16970" cy="26236"/>
            </a:xfrm>
            <a:custGeom>
              <a:rect b="b" l="l" r="r" t="t"/>
              <a:pathLst>
                <a:path extrusionOk="0" h="1008" w="652">
                  <a:moveTo>
                    <a:pt x="54" y="1"/>
                  </a:moveTo>
                  <a:cubicBezTo>
                    <a:pt x="22" y="61"/>
                    <a:pt x="4" y="131"/>
                    <a:pt x="1" y="201"/>
                  </a:cubicBezTo>
                  <a:lnTo>
                    <a:pt x="1" y="712"/>
                  </a:lnTo>
                  <a:cubicBezTo>
                    <a:pt x="201" y="842"/>
                    <a:pt x="423" y="940"/>
                    <a:pt x="652" y="1007"/>
                  </a:cubicBezTo>
                  <a:lnTo>
                    <a:pt x="652" y="666"/>
                  </a:lnTo>
                  <a:cubicBezTo>
                    <a:pt x="652" y="529"/>
                    <a:pt x="588" y="402"/>
                    <a:pt x="479" y="318"/>
                  </a:cubicBezTo>
                  <a:lnTo>
                    <a:pt x="54"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1" name="Google Shape;23251;p91"/>
            <p:cNvSpPr/>
            <p:nvPr/>
          </p:nvSpPr>
          <p:spPr>
            <a:xfrm>
              <a:off x="3424838" y="1717900"/>
              <a:ext cx="16970" cy="26236"/>
            </a:xfrm>
            <a:custGeom>
              <a:rect b="b" l="l" r="r" t="t"/>
              <a:pathLst>
                <a:path extrusionOk="0" h="1008" w="652">
                  <a:moveTo>
                    <a:pt x="598" y="1"/>
                  </a:moveTo>
                  <a:lnTo>
                    <a:pt x="173" y="318"/>
                  </a:lnTo>
                  <a:cubicBezTo>
                    <a:pt x="63" y="402"/>
                    <a:pt x="0" y="529"/>
                    <a:pt x="0" y="666"/>
                  </a:cubicBezTo>
                  <a:lnTo>
                    <a:pt x="0" y="1007"/>
                  </a:lnTo>
                  <a:cubicBezTo>
                    <a:pt x="232" y="940"/>
                    <a:pt x="451" y="842"/>
                    <a:pt x="651" y="712"/>
                  </a:cubicBezTo>
                  <a:lnTo>
                    <a:pt x="651" y="201"/>
                  </a:lnTo>
                  <a:cubicBezTo>
                    <a:pt x="651" y="166"/>
                    <a:pt x="644" y="131"/>
                    <a:pt x="633" y="96"/>
                  </a:cubicBezTo>
                  <a:cubicBezTo>
                    <a:pt x="626" y="61"/>
                    <a:pt x="612" y="29"/>
                    <a:pt x="598"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2" name="Google Shape;23252;p91"/>
            <p:cNvSpPr/>
            <p:nvPr/>
          </p:nvSpPr>
          <p:spPr>
            <a:xfrm>
              <a:off x="3317969" y="1560668"/>
              <a:ext cx="179954" cy="315427"/>
            </a:xfrm>
            <a:custGeom>
              <a:rect b="b" l="l" r="r" t="t"/>
              <a:pathLst>
                <a:path extrusionOk="0" h="12119" w="6914">
                  <a:moveTo>
                    <a:pt x="6059" y="405"/>
                  </a:moveTo>
                  <a:cubicBezTo>
                    <a:pt x="6305" y="409"/>
                    <a:pt x="6506" y="606"/>
                    <a:pt x="6506" y="856"/>
                  </a:cubicBezTo>
                  <a:lnTo>
                    <a:pt x="6506" y="870"/>
                  </a:lnTo>
                  <a:lnTo>
                    <a:pt x="405" y="870"/>
                  </a:lnTo>
                  <a:lnTo>
                    <a:pt x="405" y="856"/>
                  </a:lnTo>
                  <a:cubicBezTo>
                    <a:pt x="405" y="606"/>
                    <a:pt x="605" y="405"/>
                    <a:pt x="852" y="405"/>
                  </a:cubicBezTo>
                  <a:close/>
                  <a:moveTo>
                    <a:pt x="6506" y="1274"/>
                  </a:moveTo>
                  <a:lnTo>
                    <a:pt x="6506" y="9983"/>
                  </a:lnTo>
                  <a:lnTo>
                    <a:pt x="405" y="9983"/>
                  </a:lnTo>
                  <a:lnTo>
                    <a:pt x="405" y="1274"/>
                  </a:lnTo>
                  <a:close/>
                  <a:moveTo>
                    <a:pt x="6506" y="10387"/>
                  </a:moveTo>
                  <a:lnTo>
                    <a:pt x="6506" y="11267"/>
                  </a:lnTo>
                  <a:cubicBezTo>
                    <a:pt x="6506" y="11513"/>
                    <a:pt x="6305" y="11714"/>
                    <a:pt x="6059" y="11714"/>
                  </a:cubicBezTo>
                  <a:lnTo>
                    <a:pt x="6059" y="11717"/>
                  </a:lnTo>
                  <a:lnTo>
                    <a:pt x="852" y="11717"/>
                  </a:lnTo>
                  <a:cubicBezTo>
                    <a:pt x="605" y="11717"/>
                    <a:pt x="405" y="11517"/>
                    <a:pt x="405" y="11267"/>
                  </a:cubicBezTo>
                  <a:lnTo>
                    <a:pt x="405" y="10387"/>
                  </a:lnTo>
                  <a:close/>
                  <a:moveTo>
                    <a:pt x="852" y="1"/>
                  </a:moveTo>
                  <a:cubicBezTo>
                    <a:pt x="380" y="1"/>
                    <a:pt x="0" y="381"/>
                    <a:pt x="0" y="852"/>
                  </a:cubicBezTo>
                  <a:lnTo>
                    <a:pt x="0" y="11267"/>
                  </a:lnTo>
                  <a:cubicBezTo>
                    <a:pt x="0" y="11738"/>
                    <a:pt x="380" y="12118"/>
                    <a:pt x="852" y="12118"/>
                  </a:cubicBezTo>
                  <a:lnTo>
                    <a:pt x="6059" y="12118"/>
                  </a:lnTo>
                  <a:cubicBezTo>
                    <a:pt x="6530" y="12118"/>
                    <a:pt x="6910" y="11738"/>
                    <a:pt x="6914" y="11267"/>
                  </a:cubicBezTo>
                  <a:lnTo>
                    <a:pt x="6914" y="852"/>
                  </a:lnTo>
                  <a:cubicBezTo>
                    <a:pt x="6910" y="381"/>
                    <a:pt x="6530" y="1"/>
                    <a:pt x="60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3" name="Google Shape;23253;p91"/>
            <p:cNvSpPr/>
            <p:nvPr/>
          </p:nvSpPr>
          <p:spPr>
            <a:xfrm>
              <a:off x="3361721" y="1842910"/>
              <a:ext cx="17907" cy="10645"/>
            </a:xfrm>
            <a:custGeom>
              <a:rect b="b" l="l" r="r" t="t"/>
              <a:pathLst>
                <a:path extrusionOk="0" h="409" w="688">
                  <a:moveTo>
                    <a:pt x="482" y="1"/>
                  </a:moveTo>
                  <a:cubicBezTo>
                    <a:pt x="480" y="1"/>
                    <a:pt x="478" y="1"/>
                    <a:pt x="476" y="1"/>
                  </a:cubicBezTo>
                  <a:lnTo>
                    <a:pt x="258" y="1"/>
                  </a:lnTo>
                  <a:cubicBezTo>
                    <a:pt x="1" y="15"/>
                    <a:pt x="1" y="395"/>
                    <a:pt x="258" y="409"/>
                  </a:cubicBezTo>
                  <a:lnTo>
                    <a:pt x="476" y="409"/>
                  </a:lnTo>
                  <a:cubicBezTo>
                    <a:pt x="478" y="409"/>
                    <a:pt x="480" y="409"/>
                    <a:pt x="482" y="409"/>
                  </a:cubicBezTo>
                  <a:cubicBezTo>
                    <a:pt x="596" y="409"/>
                    <a:pt x="687" y="319"/>
                    <a:pt x="687" y="205"/>
                  </a:cubicBezTo>
                  <a:cubicBezTo>
                    <a:pt x="687" y="91"/>
                    <a:pt x="596"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4" name="Google Shape;23254;p91"/>
            <p:cNvSpPr/>
            <p:nvPr/>
          </p:nvSpPr>
          <p:spPr>
            <a:xfrm>
              <a:off x="3434442" y="1842910"/>
              <a:ext cx="19729" cy="10645"/>
            </a:xfrm>
            <a:custGeom>
              <a:rect b="b" l="l" r="r" t="t"/>
              <a:pathLst>
                <a:path extrusionOk="0" h="409" w="758">
                  <a:moveTo>
                    <a:pt x="269" y="0"/>
                  </a:moveTo>
                  <a:cubicBezTo>
                    <a:pt x="0" y="0"/>
                    <a:pt x="2" y="409"/>
                    <a:pt x="272" y="409"/>
                  </a:cubicBezTo>
                  <a:cubicBezTo>
                    <a:pt x="275" y="409"/>
                    <a:pt x="279" y="409"/>
                    <a:pt x="282" y="409"/>
                  </a:cubicBezTo>
                  <a:lnTo>
                    <a:pt x="500" y="409"/>
                  </a:lnTo>
                  <a:cubicBezTo>
                    <a:pt x="757" y="395"/>
                    <a:pt x="757" y="15"/>
                    <a:pt x="500" y="1"/>
                  </a:cubicBezTo>
                  <a:lnTo>
                    <a:pt x="282" y="1"/>
                  </a:lnTo>
                  <a:cubicBezTo>
                    <a:pt x="277" y="0"/>
                    <a:pt x="273"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5" name="Google Shape;23255;p91"/>
            <p:cNvSpPr/>
            <p:nvPr/>
          </p:nvSpPr>
          <p:spPr>
            <a:xfrm>
              <a:off x="3389285" y="1842910"/>
              <a:ext cx="36673" cy="10645"/>
            </a:xfrm>
            <a:custGeom>
              <a:rect b="b" l="l" r="r" t="t"/>
              <a:pathLst>
                <a:path extrusionOk="0" h="409" w="1409">
                  <a:moveTo>
                    <a:pt x="269" y="0"/>
                  </a:moveTo>
                  <a:cubicBezTo>
                    <a:pt x="1" y="0"/>
                    <a:pt x="2" y="409"/>
                    <a:pt x="272" y="409"/>
                  </a:cubicBezTo>
                  <a:cubicBezTo>
                    <a:pt x="276" y="409"/>
                    <a:pt x="279" y="409"/>
                    <a:pt x="282" y="409"/>
                  </a:cubicBezTo>
                  <a:lnTo>
                    <a:pt x="1148" y="409"/>
                  </a:lnTo>
                  <a:cubicBezTo>
                    <a:pt x="1408" y="395"/>
                    <a:pt x="1408" y="15"/>
                    <a:pt x="1148" y="1"/>
                  </a:cubicBezTo>
                  <a:lnTo>
                    <a:pt x="282" y="1"/>
                  </a:lnTo>
                  <a:cubicBezTo>
                    <a:pt x="278" y="0"/>
                    <a:pt x="273"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6" name="Google Shape;23256;p91"/>
            <p:cNvSpPr/>
            <p:nvPr/>
          </p:nvSpPr>
          <p:spPr>
            <a:xfrm>
              <a:off x="3333898" y="1617121"/>
              <a:ext cx="149372" cy="134822"/>
            </a:xfrm>
            <a:custGeom>
              <a:rect b="b" l="l" r="r" t="t"/>
              <a:pathLst>
                <a:path extrusionOk="0" h="5180" w="5739">
                  <a:moveTo>
                    <a:pt x="3061" y="1273"/>
                  </a:moveTo>
                  <a:cubicBezTo>
                    <a:pt x="3308" y="1273"/>
                    <a:pt x="3508" y="1473"/>
                    <a:pt x="3508" y="1720"/>
                  </a:cubicBezTo>
                  <a:lnTo>
                    <a:pt x="3508" y="2156"/>
                  </a:lnTo>
                  <a:cubicBezTo>
                    <a:pt x="3498" y="2515"/>
                    <a:pt x="3206" y="2803"/>
                    <a:pt x="2843" y="2803"/>
                  </a:cubicBezTo>
                  <a:cubicBezTo>
                    <a:pt x="2484" y="2803"/>
                    <a:pt x="2189" y="2515"/>
                    <a:pt x="2178" y="2156"/>
                  </a:cubicBezTo>
                  <a:lnTo>
                    <a:pt x="2178" y="1720"/>
                  </a:lnTo>
                  <a:cubicBezTo>
                    <a:pt x="2178" y="1473"/>
                    <a:pt x="2379" y="1273"/>
                    <a:pt x="2625" y="1273"/>
                  </a:cubicBezTo>
                  <a:close/>
                  <a:moveTo>
                    <a:pt x="3075" y="3201"/>
                  </a:moveTo>
                  <a:lnTo>
                    <a:pt x="3075" y="3321"/>
                  </a:lnTo>
                  <a:cubicBezTo>
                    <a:pt x="3075" y="3394"/>
                    <a:pt x="3093" y="3468"/>
                    <a:pt x="3132" y="3532"/>
                  </a:cubicBezTo>
                  <a:lnTo>
                    <a:pt x="2854" y="3810"/>
                  </a:lnTo>
                  <a:cubicBezTo>
                    <a:pt x="2850" y="3813"/>
                    <a:pt x="2847" y="3815"/>
                    <a:pt x="2843" y="3815"/>
                  </a:cubicBezTo>
                  <a:cubicBezTo>
                    <a:pt x="2840" y="3815"/>
                    <a:pt x="2836" y="3813"/>
                    <a:pt x="2833" y="3810"/>
                  </a:cubicBezTo>
                  <a:lnTo>
                    <a:pt x="2555" y="3532"/>
                  </a:lnTo>
                  <a:cubicBezTo>
                    <a:pt x="2593" y="3468"/>
                    <a:pt x="2611" y="3394"/>
                    <a:pt x="2611" y="3321"/>
                  </a:cubicBezTo>
                  <a:lnTo>
                    <a:pt x="2611" y="3201"/>
                  </a:lnTo>
                  <a:cubicBezTo>
                    <a:pt x="2688" y="3215"/>
                    <a:pt x="2766" y="3226"/>
                    <a:pt x="2843" y="3226"/>
                  </a:cubicBezTo>
                  <a:cubicBezTo>
                    <a:pt x="2921" y="3226"/>
                    <a:pt x="2998" y="3215"/>
                    <a:pt x="3075" y="3201"/>
                  </a:cubicBezTo>
                  <a:close/>
                  <a:moveTo>
                    <a:pt x="3459" y="3774"/>
                  </a:moveTo>
                  <a:lnTo>
                    <a:pt x="3811" y="3950"/>
                  </a:lnTo>
                  <a:cubicBezTo>
                    <a:pt x="3892" y="3989"/>
                    <a:pt x="3941" y="4070"/>
                    <a:pt x="3941" y="4158"/>
                  </a:cubicBezTo>
                  <a:lnTo>
                    <a:pt x="3941" y="4475"/>
                  </a:lnTo>
                  <a:cubicBezTo>
                    <a:pt x="3600" y="4672"/>
                    <a:pt x="3220" y="4770"/>
                    <a:pt x="2840" y="4770"/>
                  </a:cubicBezTo>
                  <a:cubicBezTo>
                    <a:pt x="2461" y="4770"/>
                    <a:pt x="2081" y="4672"/>
                    <a:pt x="1742" y="4475"/>
                  </a:cubicBezTo>
                  <a:lnTo>
                    <a:pt x="1745" y="4475"/>
                  </a:lnTo>
                  <a:lnTo>
                    <a:pt x="1745" y="4158"/>
                  </a:lnTo>
                  <a:cubicBezTo>
                    <a:pt x="1745" y="4070"/>
                    <a:pt x="1795" y="3989"/>
                    <a:pt x="1872" y="3950"/>
                  </a:cubicBezTo>
                  <a:lnTo>
                    <a:pt x="2224" y="3774"/>
                  </a:lnTo>
                  <a:lnTo>
                    <a:pt x="2544" y="4098"/>
                  </a:lnTo>
                  <a:cubicBezTo>
                    <a:pt x="2627" y="4179"/>
                    <a:pt x="2734" y="4219"/>
                    <a:pt x="2841" y="4219"/>
                  </a:cubicBezTo>
                  <a:cubicBezTo>
                    <a:pt x="2949" y="4219"/>
                    <a:pt x="3056" y="4179"/>
                    <a:pt x="3139" y="4098"/>
                  </a:cubicBezTo>
                  <a:lnTo>
                    <a:pt x="3459" y="3774"/>
                  </a:lnTo>
                  <a:close/>
                  <a:moveTo>
                    <a:pt x="2849" y="1"/>
                  </a:moveTo>
                  <a:cubicBezTo>
                    <a:pt x="2102" y="1"/>
                    <a:pt x="1365" y="323"/>
                    <a:pt x="855" y="935"/>
                  </a:cubicBezTo>
                  <a:cubicBezTo>
                    <a:pt x="0" y="1966"/>
                    <a:pt x="71" y="3475"/>
                    <a:pt x="1017" y="4422"/>
                  </a:cubicBezTo>
                  <a:cubicBezTo>
                    <a:pt x="1520" y="4925"/>
                    <a:pt x="2183" y="5179"/>
                    <a:pt x="2847" y="5179"/>
                  </a:cubicBezTo>
                  <a:cubicBezTo>
                    <a:pt x="3434" y="5179"/>
                    <a:pt x="4022" y="4981"/>
                    <a:pt x="4504" y="4580"/>
                  </a:cubicBezTo>
                  <a:cubicBezTo>
                    <a:pt x="5531" y="3722"/>
                    <a:pt x="5739" y="2223"/>
                    <a:pt x="4979" y="1121"/>
                  </a:cubicBezTo>
                  <a:cubicBezTo>
                    <a:pt x="4935" y="1050"/>
                    <a:pt x="4873" y="1021"/>
                    <a:pt x="4812" y="1021"/>
                  </a:cubicBezTo>
                  <a:cubicBezTo>
                    <a:pt x="4665" y="1021"/>
                    <a:pt x="4523" y="1191"/>
                    <a:pt x="4645" y="1350"/>
                  </a:cubicBezTo>
                  <a:cubicBezTo>
                    <a:pt x="5239" y="2219"/>
                    <a:pt x="5134" y="3387"/>
                    <a:pt x="4388" y="4133"/>
                  </a:cubicBezTo>
                  <a:cubicBezTo>
                    <a:pt x="4374" y="4144"/>
                    <a:pt x="4360" y="4158"/>
                    <a:pt x="4349" y="4168"/>
                  </a:cubicBezTo>
                  <a:lnTo>
                    <a:pt x="4349" y="4158"/>
                  </a:lnTo>
                  <a:cubicBezTo>
                    <a:pt x="4349" y="3915"/>
                    <a:pt x="4212" y="3693"/>
                    <a:pt x="3997" y="3588"/>
                  </a:cubicBezTo>
                  <a:lnTo>
                    <a:pt x="3487" y="3331"/>
                  </a:lnTo>
                  <a:cubicBezTo>
                    <a:pt x="3484" y="3331"/>
                    <a:pt x="3480" y="3324"/>
                    <a:pt x="3480" y="3321"/>
                  </a:cubicBezTo>
                  <a:lnTo>
                    <a:pt x="3480" y="3011"/>
                  </a:lnTo>
                  <a:cubicBezTo>
                    <a:pt x="3755" y="2810"/>
                    <a:pt x="3913" y="2490"/>
                    <a:pt x="3916" y="2152"/>
                  </a:cubicBezTo>
                  <a:lnTo>
                    <a:pt x="3916" y="1716"/>
                  </a:lnTo>
                  <a:cubicBezTo>
                    <a:pt x="3913" y="1248"/>
                    <a:pt x="3533" y="865"/>
                    <a:pt x="3061" y="865"/>
                  </a:cubicBezTo>
                  <a:lnTo>
                    <a:pt x="2625" y="865"/>
                  </a:lnTo>
                  <a:cubicBezTo>
                    <a:pt x="2154" y="865"/>
                    <a:pt x="1774" y="1248"/>
                    <a:pt x="1774" y="1720"/>
                  </a:cubicBezTo>
                  <a:lnTo>
                    <a:pt x="1774" y="2152"/>
                  </a:lnTo>
                  <a:cubicBezTo>
                    <a:pt x="1774" y="2490"/>
                    <a:pt x="1935" y="2810"/>
                    <a:pt x="2206" y="3014"/>
                  </a:cubicBezTo>
                  <a:lnTo>
                    <a:pt x="2206" y="3321"/>
                  </a:lnTo>
                  <a:cubicBezTo>
                    <a:pt x="2206" y="3324"/>
                    <a:pt x="2203" y="3331"/>
                    <a:pt x="2199" y="3335"/>
                  </a:cubicBezTo>
                  <a:lnTo>
                    <a:pt x="1693" y="3588"/>
                  </a:lnTo>
                  <a:cubicBezTo>
                    <a:pt x="1475" y="3693"/>
                    <a:pt x="1337" y="3915"/>
                    <a:pt x="1341" y="4158"/>
                  </a:cubicBezTo>
                  <a:lnTo>
                    <a:pt x="1341" y="4172"/>
                  </a:lnTo>
                  <a:cubicBezTo>
                    <a:pt x="1327" y="4158"/>
                    <a:pt x="1313" y="4147"/>
                    <a:pt x="1299" y="4133"/>
                  </a:cubicBezTo>
                  <a:cubicBezTo>
                    <a:pt x="503" y="3335"/>
                    <a:pt x="447" y="2061"/>
                    <a:pt x="1168" y="1192"/>
                  </a:cubicBezTo>
                  <a:cubicBezTo>
                    <a:pt x="1598" y="677"/>
                    <a:pt x="2219" y="406"/>
                    <a:pt x="2847" y="406"/>
                  </a:cubicBezTo>
                  <a:cubicBezTo>
                    <a:pt x="3275" y="406"/>
                    <a:pt x="3706" y="531"/>
                    <a:pt x="4082" y="791"/>
                  </a:cubicBezTo>
                  <a:cubicBezTo>
                    <a:pt x="4119" y="814"/>
                    <a:pt x="4156" y="824"/>
                    <a:pt x="4192" y="824"/>
                  </a:cubicBezTo>
                  <a:cubicBezTo>
                    <a:pt x="4362" y="824"/>
                    <a:pt x="4483" y="585"/>
                    <a:pt x="4314" y="457"/>
                  </a:cubicBezTo>
                  <a:cubicBezTo>
                    <a:pt x="3867" y="149"/>
                    <a:pt x="3356" y="1"/>
                    <a:pt x="28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7" name="Google Shape;23257;p91"/>
            <p:cNvSpPr/>
            <p:nvPr/>
          </p:nvSpPr>
          <p:spPr>
            <a:xfrm>
              <a:off x="3338661" y="1763864"/>
              <a:ext cx="51951" cy="44533"/>
            </a:xfrm>
            <a:custGeom>
              <a:rect b="b" l="l" r="r" t="t"/>
              <a:pathLst>
                <a:path extrusionOk="0" h="1711" w="1996">
                  <a:moveTo>
                    <a:pt x="1156" y="1"/>
                  </a:moveTo>
                  <a:cubicBezTo>
                    <a:pt x="1152" y="1"/>
                    <a:pt x="1148" y="1"/>
                    <a:pt x="1144" y="1"/>
                  </a:cubicBezTo>
                  <a:cubicBezTo>
                    <a:pt x="384" y="1"/>
                    <a:pt x="0" y="920"/>
                    <a:pt x="539" y="1458"/>
                  </a:cubicBezTo>
                  <a:cubicBezTo>
                    <a:pt x="712" y="1632"/>
                    <a:pt x="926" y="1710"/>
                    <a:pt x="1135" y="1710"/>
                  </a:cubicBezTo>
                  <a:cubicBezTo>
                    <a:pt x="1574" y="1710"/>
                    <a:pt x="1995" y="1370"/>
                    <a:pt x="1995" y="856"/>
                  </a:cubicBezTo>
                  <a:cubicBezTo>
                    <a:pt x="1995" y="744"/>
                    <a:pt x="1904" y="652"/>
                    <a:pt x="1791" y="652"/>
                  </a:cubicBezTo>
                  <a:cubicBezTo>
                    <a:pt x="1679" y="652"/>
                    <a:pt x="1591" y="744"/>
                    <a:pt x="1591" y="856"/>
                  </a:cubicBezTo>
                  <a:cubicBezTo>
                    <a:pt x="1591" y="1125"/>
                    <a:pt x="1369" y="1303"/>
                    <a:pt x="1139" y="1303"/>
                  </a:cubicBezTo>
                  <a:cubicBezTo>
                    <a:pt x="1028" y="1303"/>
                    <a:pt x="915" y="1262"/>
                    <a:pt x="824" y="1169"/>
                  </a:cubicBezTo>
                  <a:cubicBezTo>
                    <a:pt x="542" y="888"/>
                    <a:pt x="746" y="406"/>
                    <a:pt x="1144" y="406"/>
                  </a:cubicBezTo>
                  <a:cubicBezTo>
                    <a:pt x="1148" y="406"/>
                    <a:pt x="1152" y="406"/>
                    <a:pt x="1156" y="406"/>
                  </a:cubicBezTo>
                  <a:cubicBezTo>
                    <a:pt x="1267" y="406"/>
                    <a:pt x="1355" y="317"/>
                    <a:pt x="1355" y="205"/>
                  </a:cubicBezTo>
                  <a:cubicBezTo>
                    <a:pt x="1355" y="93"/>
                    <a:pt x="1266"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8" name="Google Shape;23258;p91"/>
            <p:cNvSpPr/>
            <p:nvPr/>
          </p:nvSpPr>
          <p:spPr>
            <a:xfrm>
              <a:off x="3417681" y="1763890"/>
              <a:ext cx="52055" cy="44507"/>
            </a:xfrm>
            <a:custGeom>
              <a:rect b="b" l="l" r="r" t="t"/>
              <a:pathLst>
                <a:path extrusionOk="0" h="1710" w="2000">
                  <a:moveTo>
                    <a:pt x="1144" y="0"/>
                  </a:moveTo>
                  <a:cubicBezTo>
                    <a:pt x="381" y="0"/>
                    <a:pt x="1" y="919"/>
                    <a:pt x="539" y="1457"/>
                  </a:cubicBezTo>
                  <a:cubicBezTo>
                    <a:pt x="713" y="1631"/>
                    <a:pt x="928" y="1709"/>
                    <a:pt x="1137" y="1709"/>
                  </a:cubicBezTo>
                  <a:cubicBezTo>
                    <a:pt x="1576" y="1709"/>
                    <a:pt x="1996" y="1369"/>
                    <a:pt x="1996" y="855"/>
                  </a:cubicBezTo>
                  <a:cubicBezTo>
                    <a:pt x="1999" y="743"/>
                    <a:pt x="1908" y="651"/>
                    <a:pt x="1795" y="651"/>
                  </a:cubicBezTo>
                  <a:cubicBezTo>
                    <a:pt x="1683" y="651"/>
                    <a:pt x="1591" y="743"/>
                    <a:pt x="1591" y="855"/>
                  </a:cubicBezTo>
                  <a:cubicBezTo>
                    <a:pt x="1591" y="1124"/>
                    <a:pt x="1370" y="1303"/>
                    <a:pt x="1140" y="1303"/>
                  </a:cubicBezTo>
                  <a:cubicBezTo>
                    <a:pt x="1030" y="1303"/>
                    <a:pt x="918" y="1263"/>
                    <a:pt x="828" y="1172"/>
                  </a:cubicBezTo>
                  <a:cubicBezTo>
                    <a:pt x="546" y="890"/>
                    <a:pt x="743" y="408"/>
                    <a:pt x="1144" y="405"/>
                  </a:cubicBezTo>
                  <a:cubicBezTo>
                    <a:pt x="1401" y="394"/>
                    <a:pt x="1401" y="11"/>
                    <a:pt x="1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9" name="Google Shape;23259;p91"/>
            <p:cNvSpPr/>
            <p:nvPr/>
          </p:nvSpPr>
          <p:spPr>
            <a:xfrm>
              <a:off x="3474551" y="1538050"/>
              <a:ext cx="46095" cy="44715"/>
            </a:xfrm>
            <a:custGeom>
              <a:rect b="b" l="l" r="r" t="t"/>
              <a:pathLst>
                <a:path extrusionOk="0" h="1718" w="1771">
                  <a:moveTo>
                    <a:pt x="261" y="1"/>
                  </a:moveTo>
                  <a:cubicBezTo>
                    <a:pt x="1" y="11"/>
                    <a:pt x="1" y="391"/>
                    <a:pt x="261" y="405"/>
                  </a:cubicBezTo>
                  <a:cubicBezTo>
                    <a:pt x="866" y="405"/>
                    <a:pt x="1359" y="898"/>
                    <a:pt x="1359" y="1503"/>
                  </a:cubicBezTo>
                  <a:cubicBezTo>
                    <a:pt x="1355" y="1619"/>
                    <a:pt x="1447" y="1718"/>
                    <a:pt x="1563" y="1718"/>
                  </a:cubicBezTo>
                  <a:cubicBezTo>
                    <a:pt x="1679" y="1718"/>
                    <a:pt x="1770" y="1619"/>
                    <a:pt x="1767" y="1503"/>
                  </a:cubicBezTo>
                  <a:cubicBezTo>
                    <a:pt x="1763" y="673"/>
                    <a:pt x="1091"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0" name="Google Shape;23260;p91"/>
            <p:cNvSpPr/>
            <p:nvPr/>
          </p:nvSpPr>
          <p:spPr>
            <a:xfrm>
              <a:off x="3474551" y="1515432"/>
              <a:ext cx="68530" cy="66839"/>
            </a:xfrm>
            <a:custGeom>
              <a:rect b="b" l="l" r="r" t="t"/>
              <a:pathLst>
                <a:path extrusionOk="0" h="2568" w="2633">
                  <a:moveTo>
                    <a:pt x="261" y="1"/>
                  </a:moveTo>
                  <a:cubicBezTo>
                    <a:pt x="1" y="11"/>
                    <a:pt x="1" y="395"/>
                    <a:pt x="261" y="405"/>
                  </a:cubicBezTo>
                  <a:cubicBezTo>
                    <a:pt x="1345" y="409"/>
                    <a:pt x="2224" y="1288"/>
                    <a:pt x="2228" y="2372"/>
                  </a:cubicBezTo>
                  <a:cubicBezTo>
                    <a:pt x="2233" y="2502"/>
                    <a:pt x="2332" y="2567"/>
                    <a:pt x="2430" y="2567"/>
                  </a:cubicBezTo>
                  <a:cubicBezTo>
                    <a:pt x="2529" y="2567"/>
                    <a:pt x="2627" y="2502"/>
                    <a:pt x="2632" y="2372"/>
                  </a:cubicBezTo>
                  <a:cubicBezTo>
                    <a:pt x="2632" y="1063"/>
                    <a:pt x="1570"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61" name="Google Shape;23261;p91"/>
          <p:cNvGrpSpPr/>
          <p:nvPr/>
        </p:nvGrpSpPr>
        <p:grpSpPr>
          <a:xfrm>
            <a:off x="3707887" y="1526233"/>
            <a:ext cx="389684" cy="339164"/>
            <a:chOff x="3707887" y="1526233"/>
            <a:chExt cx="389684" cy="339164"/>
          </a:xfrm>
        </p:grpSpPr>
        <p:sp>
          <p:nvSpPr>
            <p:cNvPr id="23262" name="Google Shape;23262;p91"/>
            <p:cNvSpPr/>
            <p:nvPr/>
          </p:nvSpPr>
          <p:spPr>
            <a:xfrm>
              <a:off x="3750208" y="1568554"/>
              <a:ext cx="341689" cy="291118"/>
            </a:xfrm>
            <a:custGeom>
              <a:rect b="b" l="l" r="r" t="t"/>
              <a:pathLst>
                <a:path extrusionOk="0" h="11185" w="13128">
                  <a:moveTo>
                    <a:pt x="933" y="0"/>
                  </a:moveTo>
                  <a:cubicBezTo>
                    <a:pt x="416" y="0"/>
                    <a:pt x="0" y="421"/>
                    <a:pt x="0" y="936"/>
                  </a:cubicBezTo>
                  <a:lnTo>
                    <a:pt x="0" y="7498"/>
                  </a:lnTo>
                  <a:cubicBezTo>
                    <a:pt x="0" y="8015"/>
                    <a:pt x="419" y="8438"/>
                    <a:pt x="940" y="8438"/>
                  </a:cubicBezTo>
                  <a:lnTo>
                    <a:pt x="4687" y="8438"/>
                  </a:lnTo>
                  <a:lnTo>
                    <a:pt x="8645" y="11143"/>
                  </a:lnTo>
                  <a:cubicBezTo>
                    <a:pt x="8687" y="11172"/>
                    <a:pt x="8733" y="11185"/>
                    <a:pt x="8777" y="11185"/>
                  </a:cubicBezTo>
                  <a:cubicBezTo>
                    <a:pt x="8917" y="11185"/>
                    <a:pt x="9045" y="11055"/>
                    <a:pt x="9008" y="10897"/>
                  </a:cubicBezTo>
                  <a:lnTo>
                    <a:pt x="8438" y="8434"/>
                  </a:lnTo>
                  <a:lnTo>
                    <a:pt x="12188" y="8434"/>
                  </a:lnTo>
                  <a:cubicBezTo>
                    <a:pt x="12706" y="8434"/>
                    <a:pt x="13128" y="8015"/>
                    <a:pt x="13128" y="7498"/>
                  </a:cubicBezTo>
                  <a:lnTo>
                    <a:pt x="13128" y="936"/>
                  </a:lnTo>
                  <a:cubicBezTo>
                    <a:pt x="13128" y="421"/>
                    <a:pt x="12709" y="0"/>
                    <a:pt x="12195" y="0"/>
                  </a:cubicBezTo>
                  <a:cubicBezTo>
                    <a:pt x="12193" y="0"/>
                    <a:pt x="12190" y="0"/>
                    <a:pt x="12188" y="0"/>
                  </a:cubicBezTo>
                  <a:lnTo>
                    <a:pt x="940" y="0"/>
                  </a:lnTo>
                  <a:cubicBezTo>
                    <a:pt x="938" y="0"/>
                    <a:pt x="935" y="0"/>
                    <a:pt x="93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3" name="Google Shape;23263;p91"/>
            <p:cNvSpPr/>
            <p:nvPr/>
          </p:nvSpPr>
          <p:spPr>
            <a:xfrm>
              <a:off x="3750208" y="1568554"/>
              <a:ext cx="323392" cy="201297"/>
            </a:xfrm>
            <a:custGeom>
              <a:rect b="b" l="l" r="r" t="t"/>
              <a:pathLst>
                <a:path extrusionOk="0" h="7734" w="12425">
                  <a:moveTo>
                    <a:pt x="940" y="0"/>
                  </a:moveTo>
                  <a:cubicBezTo>
                    <a:pt x="419" y="0"/>
                    <a:pt x="0" y="419"/>
                    <a:pt x="0" y="936"/>
                  </a:cubicBezTo>
                  <a:lnTo>
                    <a:pt x="0" y="7498"/>
                  </a:lnTo>
                  <a:cubicBezTo>
                    <a:pt x="0" y="7579"/>
                    <a:pt x="14" y="7656"/>
                    <a:pt x="32" y="7734"/>
                  </a:cubicBezTo>
                  <a:lnTo>
                    <a:pt x="10781" y="7734"/>
                  </a:lnTo>
                  <a:cubicBezTo>
                    <a:pt x="11689" y="7734"/>
                    <a:pt x="12424" y="6999"/>
                    <a:pt x="12424" y="6094"/>
                  </a:cubicBezTo>
                  <a:lnTo>
                    <a:pt x="12424" y="32"/>
                  </a:lnTo>
                  <a:cubicBezTo>
                    <a:pt x="12347" y="11"/>
                    <a:pt x="12269" y="0"/>
                    <a:pt x="12188"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4" name="Google Shape;23264;p91"/>
            <p:cNvSpPr/>
            <p:nvPr/>
          </p:nvSpPr>
          <p:spPr>
            <a:xfrm>
              <a:off x="3713561" y="1531907"/>
              <a:ext cx="341715" cy="291222"/>
            </a:xfrm>
            <a:custGeom>
              <a:rect b="b" l="l" r="r" t="t"/>
              <a:pathLst>
                <a:path extrusionOk="0" h="11189" w="13129">
                  <a:moveTo>
                    <a:pt x="940" y="1"/>
                  </a:moveTo>
                  <a:cubicBezTo>
                    <a:pt x="423" y="1"/>
                    <a:pt x="1" y="420"/>
                    <a:pt x="1" y="937"/>
                  </a:cubicBezTo>
                  <a:lnTo>
                    <a:pt x="1" y="7502"/>
                  </a:lnTo>
                  <a:cubicBezTo>
                    <a:pt x="1" y="8020"/>
                    <a:pt x="423" y="8438"/>
                    <a:pt x="940" y="8438"/>
                  </a:cubicBezTo>
                  <a:lnTo>
                    <a:pt x="4691" y="8438"/>
                  </a:lnTo>
                  <a:lnTo>
                    <a:pt x="4121" y="10901"/>
                  </a:lnTo>
                  <a:cubicBezTo>
                    <a:pt x="4084" y="11059"/>
                    <a:pt x="4211" y="11189"/>
                    <a:pt x="4352" y="11189"/>
                  </a:cubicBezTo>
                  <a:cubicBezTo>
                    <a:pt x="4396" y="11189"/>
                    <a:pt x="4441" y="11176"/>
                    <a:pt x="4483" y="11147"/>
                  </a:cubicBezTo>
                  <a:lnTo>
                    <a:pt x="8442" y="8442"/>
                  </a:lnTo>
                  <a:lnTo>
                    <a:pt x="12189" y="8442"/>
                  </a:lnTo>
                  <a:cubicBezTo>
                    <a:pt x="12710" y="8442"/>
                    <a:pt x="13128" y="8020"/>
                    <a:pt x="13128" y="7502"/>
                  </a:cubicBezTo>
                  <a:lnTo>
                    <a:pt x="13128" y="937"/>
                  </a:lnTo>
                  <a:cubicBezTo>
                    <a:pt x="13128" y="420"/>
                    <a:pt x="12710" y="1"/>
                    <a:pt x="12189"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5" name="Google Shape;23265;p91"/>
            <p:cNvSpPr/>
            <p:nvPr/>
          </p:nvSpPr>
          <p:spPr>
            <a:xfrm>
              <a:off x="3760905" y="1635939"/>
              <a:ext cx="251243" cy="11478"/>
            </a:xfrm>
            <a:custGeom>
              <a:rect b="b" l="l" r="r" t="t"/>
              <a:pathLst>
                <a:path extrusionOk="0" h="441" w="9653">
                  <a:moveTo>
                    <a:pt x="293" y="1"/>
                  </a:moveTo>
                  <a:cubicBezTo>
                    <a:pt x="1" y="1"/>
                    <a:pt x="1" y="441"/>
                    <a:pt x="293" y="441"/>
                  </a:cubicBezTo>
                  <a:lnTo>
                    <a:pt x="9434" y="441"/>
                  </a:lnTo>
                  <a:cubicBezTo>
                    <a:pt x="9554" y="441"/>
                    <a:pt x="9652" y="342"/>
                    <a:pt x="9652" y="223"/>
                  </a:cubicBezTo>
                  <a:cubicBezTo>
                    <a:pt x="9652" y="99"/>
                    <a:pt x="9554" y="1"/>
                    <a:pt x="9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6" name="Google Shape;23266;p91"/>
            <p:cNvSpPr/>
            <p:nvPr/>
          </p:nvSpPr>
          <p:spPr>
            <a:xfrm>
              <a:off x="3760905" y="1605461"/>
              <a:ext cx="165873" cy="11478"/>
            </a:xfrm>
            <a:custGeom>
              <a:rect b="b" l="l" r="r" t="t"/>
              <a:pathLst>
                <a:path extrusionOk="0" h="441" w="6373">
                  <a:moveTo>
                    <a:pt x="293" y="0"/>
                  </a:moveTo>
                  <a:cubicBezTo>
                    <a:pt x="1" y="0"/>
                    <a:pt x="1" y="440"/>
                    <a:pt x="293" y="440"/>
                  </a:cubicBezTo>
                  <a:lnTo>
                    <a:pt x="6151" y="440"/>
                  </a:lnTo>
                  <a:cubicBezTo>
                    <a:pt x="6274" y="440"/>
                    <a:pt x="6373" y="342"/>
                    <a:pt x="6373" y="222"/>
                  </a:cubicBezTo>
                  <a:cubicBezTo>
                    <a:pt x="6373" y="99"/>
                    <a:pt x="6274" y="0"/>
                    <a:pt x="61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7" name="Google Shape;23267;p91"/>
            <p:cNvSpPr/>
            <p:nvPr/>
          </p:nvSpPr>
          <p:spPr>
            <a:xfrm>
              <a:off x="3937762" y="1605539"/>
              <a:ext cx="74387" cy="11478"/>
            </a:xfrm>
            <a:custGeom>
              <a:rect b="b" l="l" r="r" t="t"/>
              <a:pathLst>
                <a:path extrusionOk="0" h="441" w="2858">
                  <a:moveTo>
                    <a:pt x="296" y="1"/>
                  </a:moveTo>
                  <a:cubicBezTo>
                    <a:pt x="0" y="1"/>
                    <a:pt x="0" y="441"/>
                    <a:pt x="296" y="441"/>
                  </a:cubicBezTo>
                  <a:lnTo>
                    <a:pt x="2639" y="441"/>
                  </a:lnTo>
                  <a:cubicBezTo>
                    <a:pt x="2759" y="441"/>
                    <a:pt x="2857" y="342"/>
                    <a:pt x="2857" y="219"/>
                  </a:cubicBezTo>
                  <a:cubicBezTo>
                    <a:pt x="2857" y="96"/>
                    <a:pt x="2759" y="1"/>
                    <a:pt x="26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8" name="Google Shape;23268;p91"/>
            <p:cNvSpPr/>
            <p:nvPr/>
          </p:nvSpPr>
          <p:spPr>
            <a:xfrm>
              <a:off x="3760905" y="1666443"/>
              <a:ext cx="92632" cy="11478"/>
            </a:xfrm>
            <a:custGeom>
              <a:rect b="b" l="l" r="r" t="t"/>
              <a:pathLst>
                <a:path extrusionOk="0" h="441" w="3559">
                  <a:moveTo>
                    <a:pt x="293" y="1"/>
                  </a:moveTo>
                  <a:cubicBezTo>
                    <a:pt x="1" y="1"/>
                    <a:pt x="1" y="440"/>
                    <a:pt x="293" y="440"/>
                  </a:cubicBezTo>
                  <a:lnTo>
                    <a:pt x="3340" y="440"/>
                  </a:lnTo>
                  <a:cubicBezTo>
                    <a:pt x="3463" y="440"/>
                    <a:pt x="3558" y="342"/>
                    <a:pt x="3558" y="222"/>
                  </a:cubicBezTo>
                  <a:cubicBezTo>
                    <a:pt x="3558" y="99"/>
                    <a:pt x="3463" y="1"/>
                    <a:pt x="3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9" name="Google Shape;23269;p91"/>
            <p:cNvSpPr/>
            <p:nvPr/>
          </p:nvSpPr>
          <p:spPr>
            <a:xfrm>
              <a:off x="3876754" y="1666443"/>
              <a:ext cx="135395" cy="11478"/>
            </a:xfrm>
            <a:custGeom>
              <a:rect b="b" l="l" r="r" t="t"/>
              <a:pathLst>
                <a:path extrusionOk="0" h="441" w="5202">
                  <a:moveTo>
                    <a:pt x="296" y="1"/>
                  </a:moveTo>
                  <a:cubicBezTo>
                    <a:pt x="1" y="1"/>
                    <a:pt x="1" y="440"/>
                    <a:pt x="296" y="440"/>
                  </a:cubicBezTo>
                  <a:lnTo>
                    <a:pt x="4983" y="440"/>
                  </a:lnTo>
                  <a:cubicBezTo>
                    <a:pt x="5103" y="440"/>
                    <a:pt x="5201" y="342"/>
                    <a:pt x="5201" y="222"/>
                  </a:cubicBezTo>
                  <a:cubicBezTo>
                    <a:pt x="5201" y="99"/>
                    <a:pt x="5103" y="1"/>
                    <a:pt x="4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0" name="Google Shape;23270;p91"/>
            <p:cNvSpPr/>
            <p:nvPr/>
          </p:nvSpPr>
          <p:spPr>
            <a:xfrm>
              <a:off x="3760905" y="1574957"/>
              <a:ext cx="43908" cy="11478"/>
            </a:xfrm>
            <a:custGeom>
              <a:rect b="b" l="l" r="r" t="t"/>
              <a:pathLst>
                <a:path extrusionOk="0" h="441" w="1687">
                  <a:moveTo>
                    <a:pt x="293" y="1"/>
                  </a:moveTo>
                  <a:cubicBezTo>
                    <a:pt x="1" y="1"/>
                    <a:pt x="1" y="440"/>
                    <a:pt x="293" y="440"/>
                  </a:cubicBezTo>
                  <a:lnTo>
                    <a:pt x="1465" y="440"/>
                  </a:lnTo>
                  <a:cubicBezTo>
                    <a:pt x="1588" y="440"/>
                    <a:pt x="1686" y="342"/>
                    <a:pt x="1686" y="222"/>
                  </a:cubicBezTo>
                  <a:cubicBezTo>
                    <a:pt x="1686" y="99"/>
                    <a:pt x="1588"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1" name="Google Shape;23271;p91"/>
            <p:cNvSpPr/>
            <p:nvPr/>
          </p:nvSpPr>
          <p:spPr>
            <a:xfrm>
              <a:off x="3815771" y="1574957"/>
              <a:ext cx="196377" cy="11478"/>
            </a:xfrm>
            <a:custGeom>
              <a:rect b="b" l="l" r="r" t="t"/>
              <a:pathLst>
                <a:path extrusionOk="0" h="441" w="7545">
                  <a:moveTo>
                    <a:pt x="296" y="1"/>
                  </a:moveTo>
                  <a:cubicBezTo>
                    <a:pt x="1" y="1"/>
                    <a:pt x="1" y="440"/>
                    <a:pt x="296" y="440"/>
                  </a:cubicBezTo>
                  <a:lnTo>
                    <a:pt x="7326" y="440"/>
                  </a:lnTo>
                  <a:cubicBezTo>
                    <a:pt x="7446" y="440"/>
                    <a:pt x="7544" y="342"/>
                    <a:pt x="7544" y="222"/>
                  </a:cubicBezTo>
                  <a:cubicBezTo>
                    <a:pt x="7544" y="99"/>
                    <a:pt x="7446" y="1"/>
                    <a:pt x="73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2" name="Google Shape;23272;p91"/>
            <p:cNvSpPr/>
            <p:nvPr/>
          </p:nvSpPr>
          <p:spPr>
            <a:xfrm>
              <a:off x="3760905" y="1697026"/>
              <a:ext cx="190235" cy="11478"/>
            </a:xfrm>
            <a:custGeom>
              <a:rect b="b" l="l" r="r" t="t"/>
              <a:pathLst>
                <a:path extrusionOk="0" h="441" w="7309">
                  <a:moveTo>
                    <a:pt x="293" y="1"/>
                  </a:moveTo>
                  <a:cubicBezTo>
                    <a:pt x="1" y="1"/>
                    <a:pt x="1" y="441"/>
                    <a:pt x="293" y="441"/>
                  </a:cubicBezTo>
                  <a:lnTo>
                    <a:pt x="7091" y="441"/>
                  </a:lnTo>
                  <a:cubicBezTo>
                    <a:pt x="7210" y="437"/>
                    <a:pt x="7309" y="338"/>
                    <a:pt x="7309" y="219"/>
                  </a:cubicBezTo>
                  <a:cubicBezTo>
                    <a:pt x="7309" y="96"/>
                    <a:pt x="7210" y="1"/>
                    <a:pt x="70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3" name="Google Shape;23273;p91"/>
            <p:cNvSpPr/>
            <p:nvPr/>
          </p:nvSpPr>
          <p:spPr>
            <a:xfrm>
              <a:off x="3962202" y="1697026"/>
              <a:ext cx="49947" cy="11478"/>
            </a:xfrm>
            <a:custGeom>
              <a:rect b="b" l="l" r="r" t="t"/>
              <a:pathLst>
                <a:path extrusionOk="0" h="441" w="1919">
                  <a:moveTo>
                    <a:pt x="293" y="1"/>
                  </a:moveTo>
                  <a:cubicBezTo>
                    <a:pt x="1" y="1"/>
                    <a:pt x="1" y="441"/>
                    <a:pt x="293" y="441"/>
                  </a:cubicBezTo>
                  <a:lnTo>
                    <a:pt x="1700" y="441"/>
                  </a:lnTo>
                  <a:cubicBezTo>
                    <a:pt x="1820" y="441"/>
                    <a:pt x="1918" y="342"/>
                    <a:pt x="1918" y="219"/>
                  </a:cubicBezTo>
                  <a:cubicBezTo>
                    <a:pt x="1918" y="99"/>
                    <a:pt x="1820" y="1"/>
                    <a:pt x="1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4" name="Google Shape;23274;p91"/>
            <p:cNvSpPr/>
            <p:nvPr/>
          </p:nvSpPr>
          <p:spPr>
            <a:xfrm>
              <a:off x="3707887" y="1526233"/>
              <a:ext cx="389684" cy="339164"/>
            </a:xfrm>
            <a:custGeom>
              <a:rect b="b" l="l" r="r" t="t"/>
              <a:pathLst>
                <a:path extrusionOk="0" h="13031" w="14972">
                  <a:moveTo>
                    <a:pt x="4631" y="8874"/>
                  </a:moveTo>
                  <a:lnTo>
                    <a:pt x="4409" y="9842"/>
                  </a:lnTo>
                  <a:lnTo>
                    <a:pt x="2566" y="9842"/>
                  </a:lnTo>
                  <a:cubicBezTo>
                    <a:pt x="2168" y="9842"/>
                    <a:pt x="1848" y="9522"/>
                    <a:pt x="1848" y="9124"/>
                  </a:cubicBezTo>
                  <a:lnTo>
                    <a:pt x="1848" y="8874"/>
                  </a:lnTo>
                  <a:close/>
                  <a:moveTo>
                    <a:pt x="12407" y="437"/>
                  </a:moveTo>
                  <a:cubicBezTo>
                    <a:pt x="12805" y="437"/>
                    <a:pt x="13125" y="761"/>
                    <a:pt x="13128" y="1155"/>
                  </a:cubicBezTo>
                  <a:lnTo>
                    <a:pt x="13128" y="7720"/>
                  </a:lnTo>
                  <a:cubicBezTo>
                    <a:pt x="13125" y="8114"/>
                    <a:pt x="12805" y="8435"/>
                    <a:pt x="12407" y="8438"/>
                  </a:cubicBezTo>
                  <a:lnTo>
                    <a:pt x="8660" y="8438"/>
                  </a:lnTo>
                  <a:cubicBezTo>
                    <a:pt x="8614" y="8438"/>
                    <a:pt x="8572" y="8449"/>
                    <a:pt x="8533" y="8477"/>
                  </a:cubicBezTo>
                  <a:lnTo>
                    <a:pt x="4578" y="11182"/>
                  </a:lnTo>
                  <a:cubicBezTo>
                    <a:pt x="4575" y="11184"/>
                    <a:pt x="4572" y="11185"/>
                    <a:pt x="4569" y="11185"/>
                  </a:cubicBezTo>
                  <a:cubicBezTo>
                    <a:pt x="4559" y="11185"/>
                    <a:pt x="4551" y="11176"/>
                    <a:pt x="4554" y="11165"/>
                  </a:cubicBezTo>
                  <a:lnTo>
                    <a:pt x="5124" y="8702"/>
                  </a:lnTo>
                  <a:cubicBezTo>
                    <a:pt x="5152" y="8565"/>
                    <a:pt x="5050" y="8435"/>
                    <a:pt x="4909" y="8435"/>
                  </a:cubicBezTo>
                  <a:lnTo>
                    <a:pt x="1158" y="8435"/>
                  </a:lnTo>
                  <a:cubicBezTo>
                    <a:pt x="761" y="8435"/>
                    <a:pt x="441" y="8114"/>
                    <a:pt x="441" y="7717"/>
                  </a:cubicBezTo>
                  <a:lnTo>
                    <a:pt x="441" y="1155"/>
                  </a:lnTo>
                  <a:cubicBezTo>
                    <a:pt x="441" y="761"/>
                    <a:pt x="761" y="437"/>
                    <a:pt x="1158" y="437"/>
                  </a:cubicBezTo>
                  <a:close/>
                  <a:moveTo>
                    <a:pt x="13814" y="1844"/>
                  </a:moveTo>
                  <a:cubicBezTo>
                    <a:pt x="14212" y="1844"/>
                    <a:pt x="14532" y="2165"/>
                    <a:pt x="14536" y="2562"/>
                  </a:cubicBezTo>
                  <a:lnTo>
                    <a:pt x="14536" y="9124"/>
                  </a:lnTo>
                  <a:cubicBezTo>
                    <a:pt x="14532" y="9522"/>
                    <a:pt x="14212" y="9842"/>
                    <a:pt x="13814" y="9842"/>
                  </a:cubicBezTo>
                  <a:lnTo>
                    <a:pt x="10067" y="9842"/>
                  </a:lnTo>
                  <a:cubicBezTo>
                    <a:pt x="9926" y="9842"/>
                    <a:pt x="9821" y="9976"/>
                    <a:pt x="9853" y="10113"/>
                  </a:cubicBezTo>
                  <a:lnTo>
                    <a:pt x="10419" y="12576"/>
                  </a:lnTo>
                  <a:cubicBezTo>
                    <a:pt x="10422" y="12584"/>
                    <a:pt x="10414" y="12592"/>
                    <a:pt x="10405" y="12592"/>
                  </a:cubicBezTo>
                  <a:cubicBezTo>
                    <a:pt x="10403" y="12592"/>
                    <a:pt x="10400" y="12591"/>
                    <a:pt x="10398" y="12590"/>
                  </a:cubicBezTo>
                  <a:lnTo>
                    <a:pt x="6848" y="10162"/>
                  </a:lnTo>
                  <a:lnTo>
                    <a:pt x="8727" y="8878"/>
                  </a:lnTo>
                  <a:lnTo>
                    <a:pt x="12407" y="8878"/>
                  </a:lnTo>
                  <a:cubicBezTo>
                    <a:pt x="13047" y="8874"/>
                    <a:pt x="13565" y="8357"/>
                    <a:pt x="13565" y="7720"/>
                  </a:cubicBezTo>
                  <a:lnTo>
                    <a:pt x="13565" y="1844"/>
                  </a:lnTo>
                  <a:close/>
                  <a:moveTo>
                    <a:pt x="1158" y="1"/>
                  </a:moveTo>
                  <a:cubicBezTo>
                    <a:pt x="518" y="1"/>
                    <a:pt x="1" y="518"/>
                    <a:pt x="1" y="1155"/>
                  </a:cubicBezTo>
                  <a:lnTo>
                    <a:pt x="1" y="7720"/>
                  </a:lnTo>
                  <a:cubicBezTo>
                    <a:pt x="1" y="8357"/>
                    <a:pt x="518" y="8874"/>
                    <a:pt x="1158" y="8874"/>
                  </a:cubicBezTo>
                  <a:lnTo>
                    <a:pt x="1408" y="8874"/>
                  </a:lnTo>
                  <a:lnTo>
                    <a:pt x="1408" y="9124"/>
                  </a:lnTo>
                  <a:cubicBezTo>
                    <a:pt x="1408" y="9765"/>
                    <a:pt x="1925" y="10282"/>
                    <a:pt x="2566" y="10282"/>
                  </a:cubicBezTo>
                  <a:lnTo>
                    <a:pt x="4307" y="10282"/>
                  </a:lnTo>
                  <a:lnTo>
                    <a:pt x="4124" y="11066"/>
                  </a:lnTo>
                  <a:cubicBezTo>
                    <a:pt x="4052" y="11374"/>
                    <a:pt x="4297" y="11627"/>
                    <a:pt x="4569" y="11627"/>
                  </a:cubicBezTo>
                  <a:cubicBezTo>
                    <a:pt x="4654" y="11627"/>
                    <a:pt x="4743" y="11601"/>
                    <a:pt x="4825" y="11545"/>
                  </a:cubicBezTo>
                  <a:lnTo>
                    <a:pt x="6457" y="10426"/>
                  </a:lnTo>
                  <a:lnTo>
                    <a:pt x="10148" y="12949"/>
                  </a:lnTo>
                  <a:cubicBezTo>
                    <a:pt x="10230" y="13006"/>
                    <a:pt x="10319" y="13031"/>
                    <a:pt x="10405" y="13031"/>
                  </a:cubicBezTo>
                  <a:cubicBezTo>
                    <a:pt x="10675" y="13031"/>
                    <a:pt x="10917" y="12781"/>
                    <a:pt x="10845" y="12474"/>
                  </a:cubicBezTo>
                  <a:lnTo>
                    <a:pt x="10342" y="10282"/>
                  </a:lnTo>
                  <a:lnTo>
                    <a:pt x="13814" y="10282"/>
                  </a:lnTo>
                  <a:cubicBezTo>
                    <a:pt x="14451" y="10282"/>
                    <a:pt x="14972" y="9761"/>
                    <a:pt x="14972" y="9124"/>
                  </a:cubicBezTo>
                  <a:lnTo>
                    <a:pt x="14972" y="2562"/>
                  </a:lnTo>
                  <a:cubicBezTo>
                    <a:pt x="14972" y="1925"/>
                    <a:pt x="14451" y="1405"/>
                    <a:pt x="13814" y="1405"/>
                  </a:cubicBezTo>
                  <a:lnTo>
                    <a:pt x="13568" y="1405"/>
                  </a:lnTo>
                  <a:lnTo>
                    <a:pt x="13568" y="1155"/>
                  </a:lnTo>
                  <a:cubicBezTo>
                    <a:pt x="13565" y="518"/>
                    <a:pt x="13047" y="1"/>
                    <a:pt x="124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75" name="Google Shape;23275;p91"/>
          <p:cNvGrpSpPr/>
          <p:nvPr/>
        </p:nvGrpSpPr>
        <p:grpSpPr>
          <a:xfrm>
            <a:off x="4660676" y="1985853"/>
            <a:ext cx="346921" cy="346921"/>
            <a:chOff x="4660676" y="1985853"/>
            <a:chExt cx="346921" cy="346921"/>
          </a:xfrm>
        </p:grpSpPr>
        <p:sp>
          <p:nvSpPr>
            <p:cNvPr id="23276" name="Google Shape;23276;p91"/>
            <p:cNvSpPr/>
            <p:nvPr/>
          </p:nvSpPr>
          <p:spPr>
            <a:xfrm>
              <a:off x="4665699" y="1990902"/>
              <a:ext cx="336848" cy="336848"/>
            </a:xfrm>
            <a:custGeom>
              <a:rect b="b" l="l" r="r" t="t"/>
              <a:pathLst>
                <a:path extrusionOk="0" h="12942" w="12942">
                  <a:moveTo>
                    <a:pt x="666" y="0"/>
                  </a:moveTo>
                  <a:cubicBezTo>
                    <a:pt x="300" y="0"/>
                    <a:pt x="1" y="300"/>
                    <a:pt x="1" y="665"/>
                  </a:cubicBezTo>
                  <a:lnTo>
                    <a:pt x="1" y="12276"/>
                  </a:lnTo>
                  <a:cubicBezTo>
                    <a:pt x="1" y="12646"/>
                    <a:pt x="300" y="12941"/>
                    <a:pt x="666" y="12941"/>
                  </a:cubicBezTo>
                  <a:lnTo>
                    <a:pt x="12277" y="12941"/>
                  </a:lnTo>
                  <a:cubicBezTo>
                    <a:pt x="12642" y="12941"/>
                    <a:pt x="12942" y="12642"/>
                    <a:pt x="12942" y="12276"/>
                  </a:cubicBezTo>
                  <a:lnTo>
                    <a:pt x="12942" y="665"/>
                  </a:lnTo>
                  <a:cubicBezTo>
                    <a:pt x="12942" y="300"/>
                    <a:pt x="12642" y="0"/>
                    <a:pt x="122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7" name="Google Shape;23277;p91"/>
            <p:cNvSpPr/>
            <p:nvPr/>
          </p:nvSpPr>
          <p:spPr>
            <a:xfrm>
              <a:off x="4967436" y="1990902"/>
              <a:ext cx="35111" cy="336848"/>
            </a:xfrm>
            <a:custGeom>
              <a:rect b="b" l="l" r="r" t="t"/>
              <a:pathLst>
                <a:path extrusionOk="0" h="12942" w="1349">
                  <a:moveTo>
                    <a:pt x="1" y="0"/>
                  </a:moveTo>
                  <a:cubicBezTo>
                    <a:pt x="367" y="0"/>
                    <a:pt x="662" y="300"/>
                    <a:pt x="662" y="665"/>
                  </a:cubicBezTo>
                  <a:lnTo>
                    <a:pt x="662" y="12276"/>
                  </a:lnTo>
                  <a:cubicBezTo>
                    <a:pt x="662" y="12642"/>
                    <a:pt x="367" y="12941"/>
                    <a:pt x="1" y="12941"/>
                  </a:cubicBezTo>
                  <a:lnTo>
                    <a:pt x="684" y="12941"/>
                  </a:lnTo>
                  <a:cubicBezTo>
                    <a:pt x="1049" y="12941"/>
                    <a:pt x="1349" y="12642"/>
                    <a:pt x="1349" y="12276"/>
                  </a:cubicBezTo>
                  <a:lnTo>
                    <a:pt x="1349" y="665"/>
                  </a:lnTo>
                  <a:cubicBezTo>
                    <a:pt x="1349" y="300"/>
                    <a:pt x="1049" y="0"/>
                    <a:pt x="684" y="0"/>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8" name="Google Shape;23278;p91"/>
            <p:cNvSpPr/>
            <p:nvPr/>
          </p:nvSpPr>
          <p:spPr>
            <a:xfrm>
              <a:off x="4875767" y="2079370"/>
              <a:ext cx="98202" cy="90029"/>
            </a:xfrm>
            <a:custGeom>
              <a:rect b="b" l="l" r="r" t="t"/>
              <a:pathLst>
                <a:path extrusionOk="0" h="3459" w="3773">
                  <a:moveTo>
                    <a:pt x="701" y="0"/>
                  </a:moveTo>
                  <a:cubicBezTo>
                    <a:pt x="314" y="0"/>
                    <a:pt x="1" y="313"/>
                    <a:pt x="1" y="700"/>
                  </a:cubicBezTo>
                  <a:lnTo>
                    <a:pt x="1" y="2759"/>
                  </a:lnTo>
                  <a:cubicBezTo>
                    <a:pt x="1" y="3146"/>
                    <a:pt x="314" y="3459"/>
                    <a:pt x="701" y="3459"/>
                  </a:cubicBezTo>
                  <a:lnTo>
                    <a:pt x="3073" y="3459"/>
                  </a:lnTo>
                  <a:cubicBezTo>
                    <a:pt x="3460" y="3459"/>
                    <a:pt x="3773" y="3146"/>
                    <a:pt x="3773" y="2759"/>
                  </a:cubicBezTo>
                  <a:lnTo>
                    <a:pt x="3773" y="700"/>
                  </a:lnTo>
                  <a:cubicBezTo>
                    <a:pt x="3773" y="313"/>
                    <a:pt x="3460" y="0"/>
                    <a:pt x="3073"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9" name="Google Shape;23279;p91"/>
            <p:cNvSpPr/>
            <p:nvPr/>
          </p:nvSpPr>
          <p:spPr>
            <a:xfrm>
              <a:off x="4875767" y="2205915"/>
              <a:ext cx="98202" cy="89951"/>
            </a:xfrm>
            <a:custGeom>
              <a:rect b="b" l="l" r="r" t="t"/>
              <a:pathLst>
                <a:path extrusionOk="0" h="3456" w="3773">
                  <a:moveTo>
                    <a:pt x="695" y="1"/>
                  </a:moveTo>
                  <a:cubicBezTo>
                    <a:pt x="311" y="1"/>
                    <a:pt x="1" y="316"/>
                    <a:pt x="1" y="701"/>
                  </a:cubicBezTo>
                  <a:lnTo>
                    <a:pt x="1" y="2756"/>
                  </a:lnTo>
                  <a:cubicBezTo>
                    <a:pt x="1" y="3143"/>
                    <a:pt x="314" y="3456"/>
                    <a:pt x="701" y="3456"/>
                  </a:cubicBezTo>
                  <a:lnTo>
                    <a:pt x="3073" y="3456"/>
                  </a:lnTo>
                  <a:cubicBezTo>
                    <a:pt x="3460" y="3456"/>
                    <a:pt x="3773" y="3143"/>
                    <a:pt x="3773" y="2756"/>
                  </a:cubicBezTo>
                  <a:lnTo>
                    <a:pt x="3773" y="701"/>
                  </a:lnTo>
                  <a:cubicBezTo>
                    <a:pt x="3773" y="316"/>
                    <a:pt x="3463" y="1"/>
                    <a:pt x="3079" y="1"/>
                  </a:cubicBezTo>
                  <a:cubicBezTo>
                    <a:pt x="3077" y="1"/>
                    <a:pt x="3075" y="1"/>
                    <a:pt x="3073" y="1"/>
                  </a:cubicBezTo>
                  <a:lnTo>
                    <a:pt x="701" y="1"/>
                  </a:lnTo>
                  <a:cubicBezTo>
                    <a:pt x="699" y="1"/>
                    <a:pt x="697" y="1"/>
                    <a:pt x="695"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0" name="Google Shape;23280;p91"/>
            <p:cNvSpPr/>
            <p:nvPr/>
          </p:nvSpPr>
          <p:spPr>
            <a:xfrm>
              <a:off x="4938337" y="2079370"/>
              <a:ext cx="35632" cy="90029"/>
            </a:xfrm>
            <a:custGeom>
              <a:rect b="b" l="l" r="r" t="t"/>
              <a:pathLst>
                <a:path extrusionOk="0" h="3459" w="1369">
                  <a:moveTo>
                    <a:pt x="0" y="0"/>
                  </a:moveTo>
                  <a:cubicBezTo>
                    <a:pt x="387" y="0"/>
                    <a:pt x="704" y="313"/>
                    <a:pt x="704" y="700"/>
                  </a:cubicBezTo>
                  <a:lnTo>
                    <a:pt x="704" y="2759"/>
                  </a:lnTo>
                  <a:cubicBezTo>
                    <a:pt x="704" y="3146"/>
                    <a:pt x="387" y="3459"/>
                    <a:pt x="0" y="3459"/>
                  </a:cubicBezTo>
                  <a:lnTo>
                    <a:pt x="669" y="3459"/>
                  </a:lnTo>
                  <a:cubicBezTo>
                    <a:pt x="1056" y="3459"/>
                    <a:pt x="1369" y="3146"/>
                    <a:pt x="1369" y="2759"/>
                  </a:cubicBezTo>
                  <a:lnTo>
                    <a:pt x="1369" y="700"/>
                  </a:lnTo>
                  <a:cubicBezTo>
                    <a:pt x="1369" y="313"/>
                    <a:pt x="1056" y="0"/>
                    <a:pt x="66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1" name="Google Shape;23281;p91"/>
            <p:cNvSpPr/>
            <p:nvPr/>
          </p:nvSpPr>
          <p:spPr>
            <a:xfrm>
              <a:off x="4938337" y="2205915"/>
              <a:ext cx="35632" cy="89951"/>
            </a:xfrm>
            <a:custGeom>
              <a:rect b="b" l="l" r="r" t="t"/>
              <a:pathLst>
                <a:path extrusionOk="0" h="3456" w="1369">
                  <a:moveTo>
                    <a:pt x="6" y="1"/>
                  </a:moveTo>
                  <a:cubicBezTo>
                    <a:pt x="4" y="1"/>
                    <a:pt x="2" y="1"/>
                    <a:pt x="0" y="1"/>
                  </a:cubicBezTo>
                  <a:lnTo>
                    <a:pt x="13" y="1"/>
                  </a:lnTo>
                  <a:cubicBezTo>
                    <a:pt x="11" y="1"/>
                    <a:pt x="9" y="1"/>
                    <a:pt x="6" y="1"/>
                  </a:cubicBezTo>
                  <a:close/>
                  <a:moveTo>
                    <a:pt x="675" y="1"/>
                  </a:moveTo>
                  <a:cubicBezTo>
                    <a:pt x="673" y="1"/>
                    <a:pt x="671" y="1"/>
                    <a:pt x="669" y="1"/>
                  </a:cubicBezTo>
                  <a:lnTo>
                    <a:pt x="13" y="1"/>
                  </a:lnTo>
                  <a:cubicBezTo>
                    <a:pt x="394" y="4"/>
                    <a:pt x="704" y="318"/>
                    <a:pt x="704" y="701"/>
                  </a:cubicBezTo>
                  <a:lnTo>
                    <a:pt x="704" y="2756"/>
                  </a:lnTo>
                  <a:cubicBezTo>
                    <a:pt x="704" y="3143"/>
                    <a:pt x="387" y="3456"/>
                    <a:pt x="0" y="3456"/>
                  </a:cubicBezTo>
                  <a:lnTo>
                    <a:pt x="669" y="3456"/>
                  </a:lnTo>
                  <a:cubicBezTo>
                    <a:pt x="1056" y="3456"/>
                    <a:pt x="1369" y="3143"/>
                    <a:pt x="1369" y="2756"/>
                  </a:cubicBezTo>
                  <a:lnTo>
                    <a:pt x="1369" y="701"/>
                  </a:lnTo>
                  <a:cubicBezTo>
                    <a:pt x="1369" y="316"/>
                    <a:pt x="1059" y="1"/>
                    <a:pt x="675"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2" name="Google Shape;23282;p91"/>
            <p:cNvSpPr/>
            <p:nvPr/>
          </p:nvSpPr>
          <p:spPr>
            <a:xfrm>
              <a:off x="4665699" y="1990902"/>
              <a:ext cx="336848" cy="59082"/>
            </a:xfrm>
            <a:custGeom>
              <a:rect b="b" l="l" r="r" t="t"/>
              <a:pathLst>
                <a:path extrusionOk="0" h="2270" w="12942">
                  <a:moveTo>
                    <a:pt x="666" y="0"/>
                  </a:moveTo>
                  <a:cubicBezTo>
                    <a:pt x="300" y="0"/>
                    <a:pt x="1" y="300"/>
                    <a:pt x="1" y="665"/>
                  </a:cubicBezTo>
                  <a:lnTo>
                    <a:pt x="1" y="2270"/>
                  </a:lnTo>
                  <a:lnTo>
                    <a:pt x="12942" y="2270"/>
                  </a:lnTo>
                  <a:lnTo>
                    <a:pt x="12942" y="665"/>
                  </a:lnTo>
                  <a:cubicBezTo>
                    <a:pt x="12942" y="300"/>
                    <a:pt x="12642" y="0"/>
                    <a:pt x="1227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3" name="Google Shape;23283;p91"/>
            <p:cNvSpPr/>
            <p:nvPr/>
          </p:nvSpPr>
          <p:spPr>
            <a:xfrm>
              <a:off x="4967436" y="1990902"/>
              <a:ext cx="35111" cy="59004"/>
            </a:xfrm>
            <a:custGeom>
              <a:rect b="b" l="l" r="r" t="t"/>
              <a:pathLst>
                <a:path extrusionOk="0" h="2267" w="1349">
                  <a:moveTo>
                    <a:pt x="1" y="0"/>
                  </a:moveTo>
                  <a:cubicBezTo>
                    <a:pt x="367" y="0"/>
                    <a:pt x="662" y="300"/>
                    <a:pt x="662" y="665"/>
                  </a:cubicBezTo>
                  <a:lnTo>
                    <a:pt x="662" y="2266"/>
                  </a:lnTo>
                  <a:lnTo>
                    <a:pt x="1349" y="2266"/>
                  </a:lnTo>
                  <a:lnTo>
                    <a:pt x="1349" y="665"/>
                  </a:lnTo>
                  <a:cubicBezTo>
                    <a:pt x="1349" y="300"/>
                    <a:pt x="1049" y="0"/>
                    <a:pt x="6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4" name="Google Shape;23284;p91"/>
            <p:cNvSpPr/>
            <p:nvPr/>
          </p:nvSpPr>
          <p:spPr>
            <a:xfrm>
              <a:off x="4684569" y="2010501"/>
              <a:ext cx="23008" cy="19703"/>
            </a:xfrm>
            <a:custGeom>
              <a:rect b="b" l="l" r="r" t="t"/>
              <a:pathLst>
                <a:path extrusionOk="0" h="757" w="884">
                  <a:moveTo>
                    <a:pt x="507" y="0"/>
                  </a:moveTo>
                  <a:cubicBezTo>
                    <a:pt x="169" y="0"/>
                    <a:pt x="0" y="405"/>
                    <a:pt x="240" y="644"/>
                  </a:cubicBezTo>
                  <a:cubicBezTo>
                    <a:pt x="317" y="722"/>
                    <a:pt x="412" y="756"/>
                    <a:pt x="505" y="756"/>
                  </a:cubicBezTo>
                  <a:cubicBezTo>
                    <a:pt x="699" y="756"/>
                    <a:pt x="884" y="605"/>
                    <a:pt x="884" y="377"/>
                  </a:cubicBezTo>
                  <a:cubicBezTo>
                    <a:pt x="884" y="169"/>
                    <a:pt x="715" y="0"/>
                    <a:pt x="507"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5" name="Google Shape;23285;p91"/>
            <p:cNvSpPr/>
            <p:nvPr/>
          </p:nvSpPr>
          <p:spPr>
            <a:xfrm>
              <a:off x="4722569" y="2010501"/>
              <a:ext cx="23008" cy="19703"/>
            </a:xfrm>
            <a:custGeom>
              <a:rect b="b" l="l" r="r" t="t"/>
              <a:pathLst>
                <a:path extrusionOk="0" h="757" w="884">
                  <a:moveTo>
                    <a:pt x="504" y="0"/>
                  </a:moveTo>
                  <a:cubicBezTo>
                    <a:pt x="166" y="0"/>
                    <a:pt x="1" y="405"/>
                    <a:pt x="236" y="644"/>
                  </a:cubicBezTo>
                  <a:cubicBezTo>
                    <a:pt x="314" y="722"/>
                    <a:pt x="409" y="756"/>
                    <a:pt x="502" y="756"/>
                  </a:cubicBezTo>
                  <a:cubicBezTo>
                    <a:pt x="697" y="756"/>
                    <a:pt x="884" y="605"/>
                    <a:pt x="884" y="377"/>
                  </a:cubicBezTo>
                  <a:cubicBezTo>
                    <a:pt x="884" y="169"/>
                    <a:pt x="711" y="0"/>
                    <a:pt x="504"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6" name="Google Shape;23286;p91"/>
            <p:cNvSpPr/>
            <p:nvPr/>
          </p:nvSpPr>
          <p:spPr>
            <a:xfrm>
              <a:off x="4760569" y="2010501"/>
              <a:ext cx="23008" cy="19703"/>
            </a:xfrm>
            <a:custGeom>
              <a:rect b="b" l="l" r="r" t="t"/>
              <a:pathLst>
                <a:path extrusionOk="0" h="757" w="884">
                  <a:moveTo>
                    <a:pt x="504" y="0"/>
                  </a:moveTo>
                  <a:cubicBezTo>
                    <a:pt x="170" y="0"/>
                    <a:pt x="1" y="405"/>
                    <a:pt x="236" y="644"/>
                  </a:cubicBezTo>
                  <a:cubicBezTo>
                    <a:pt x="314" y="722"/>
                    <a:pt x="409" y="756"/>
                    <a:pt x="502" y="756"/>
                  </a:cubicBezTo>
                  <a:cubicBezTo>
                    <a:pt x="697" y="756"/>
                    <a:pt x="884" y="605"/>
                    <a:pt x="884" y="377"/>
                  </a:cubicBezTo>
                  <a:cubicBezTo>
                    <a:pt x="884" y="169"/>
                    <a:pt x="715" y="0"/>
                    <a:pt x="504"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7" name="Google Shape;23287;p91"/>
            <p:cNvSpPr/>
            <p:nvPr/>
          </p:nvSpPr>
          <p:spPr>
            <a:xfrm>
              <a:off x="4690972" y="2010501"/>
              <a:ext cx="16606" cy="19677"/>
            </a:xfrm>
            <a:custGeom>
              <a:rect b="b" l="l" r="r" t="t"/>
              <a:pathLst>
                <a:path extrusionOk="0" h="756" w="638">
                  <a:moveTo>
                    <a:pt x="254" y="0"/>
                  </a:moveTo>
                  <a:cubicBezTo>
                    <a:pt x="497" y="233"/>
                    <a:pt x="338" y="644"/>
                    <a:pt x="1" y="651"/>
                  </a:cubicBezTo>
                  <a:cubicBezTo>
                    <a:pt x="76" y="723"/>
                    <a:pt x="167" y="756"/>
                    <a:pt x="257" y="756"/>
                  </a:cubicBezTo>
                  <a:cubicBezTo>
                    <a:pt x="451" y="756"/>
                    <a:pt x="638" y="603"/>
                    <a:pt x="638" y="377"/>
                  </a:cubicBezTo>
                  <a:cubicBezTo>
                    <a:pt x="638" y="169"/>
                    <a:pt x="469" y="0"/>
                    <a:pt x="261"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8" name="Google Shape;23288;p91"/>
            <p:cNvSpPr/>
            <p:nvPr/>
          </p:nvSpPr>
          <p:spPr>
            <a:xfrm>
              <a:off x="4728894" y="2010501"/>
              <a:ext cx="16684" cy="19677"/>
            </a:xfrm>
            <a:custGeom>
              <a:rect b="b" l="l" r="r" t="t"/>
              <a:pathLst>
                <a:path extrusionOk="0" h="756" w="641">
                  <a:moveTo>
                    <a:pt x="254" y="0"/>
                  </a:moveTo>
                  <a:cubicBezTo>
                    <a:pt x="496" y="233"/>
                    <a:pt x="338" y="644"/>
                    <a:pt x="0" y="651"/>
                  </a:cubicBezTo>
                  <a:cubicBezTo>
                    <a:pt x="76" y="723"/>
                    <a:pt x="167" y="756"/>
                    <a:pt x="256" y="756"/>
                  </a:cubicBezTo>
                  <a:cubicBezTo>
                    <a:pt x="451" y="756"/>
                    <a:pt x="638" y="603"/>
                    <a:pt x="641" y="377"/>
                  </a:cubicBezTo>
                  <a:cubicBezTo>
                    <a:pt x="641" y="169"/>
                    <a:pt x="468" y="0"/>
                    <a:pt x="26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9" name="Google Shape;23289;p91"/>
            <p:cNvSpPr/>
            <p:nvPr/>
          </p:nvSpPr>
          <p:spPr>
            <a:xfrm>
              <a:off x="4766894" y="2010501"/>
              <a:ext cx="16684" cy="19677"/>
            </a:xfrm>
            <a:custGeom>
              <a:rect b="b" l="l" r="r" t="t"/>
              <a:pathLst>
                <a:path extrusionOk="0" h="756" w="641">
                  <a:moveTo>
                    <a:pt x="254" y="0"/>
                  </a:moveTo>
                  <a:cubicBezTo>
                    <a:pt x="497" y="233"/>
                    <a:pt x="338" y="644"/>
                    <a:pt x="0" y="651"/>
                  </a:cubicBezTo>
                  <a:cubicBezTo>
                    <a:pt x="77" y="723"/>
                    <a:pt x="169" y="756"/>
                    <a:pt x="259" y="756"/>
                  </a:cubicBezTo>
                  <a:cubicBezTo>
                    <a:pt x="454" y="756"/>
                    <a:pt x="641" y="603"/>
                    <a:pt x="641" y="377"/>
                  </a:cubicBezTo>
                  <a:cubicBezTo>
                    <a:pt x="641" y="169"/>
                    <a:pt x="472" y="0"/>
                    <a:pt x="2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0" name="Google Shape;23290;p91"/>
            <p:cNvSpPr/>
            <p:nvPr/>
          </p:nvSpPr>
          <p:spPr>
            <a:xfrm>
              <a:off x="4660676" y="1985853"/>
              <a:ext cx="136384" cy="69181"/>
            </a:xfrm>
            <a:custGeom>
              <a:rect b="b" l="l" r="r" t="t"/>
              <a:pathLst>
                <a:path extrusionOk="0" h="2658" w="5240">
                  <a:moveTo>
                    <a:pt x="859" y="1"/>
                  </a:moveTo>
                  <a:cubicBezTo>
                    <a:pt x="384" y="1"/>
                    <a:pt x="0" y="384"/>
                    <a:pt x="0" y="859"/>
                  </a:cubicBezTo>
                  <a:lnTo>
                    <a:pt x="0" y="2464"/>
                  </a:lnTo>
                  <a:cubicBezTo>
                    <a:pt x="0" y="2569"/>
                    <a:pt x="85" y="2657"/>
                    <a:pt x="194" y="2657"/>
                  </a:cubicBezTo>
                  <a:cubicBezTo>
                    <a:pt x="303" y="2657"/>
                    <a:pt x="391" y="2569"/>
                    <a:pt x="391" y="2460"/>
                  </a:cubicBez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1" name="Google Shape;23291;p91"/>
            <p:cNvSpPr/>
            <p:nvPr/>
          </p:nvSpPr>
          <p:spPr>
            <a:xfrm>
              <a:off x="4687953" y="2079370"/>
              <a:ext cx="159731" cy="216497"/>
            </a:xfrm>
            <a:custGeom>
              <a:rect b="b" l="l" r="r" t="t"/>
              <a:pathLst>
                <a:path extrusionOk="0" h="8318" w="6137">
                  <a:moveTo>
                    <a:pt x="701" y="0"/>
                  </a:moveTo>
                  <a:cubicBezTo>
                    <a:pt x="314" y="0"/>
                    <a:pt x="1" y="313"/>
                    <a:pt x="1" y="700"/>
                  </a:cubicBezTo>
                  <a:lnTo>
                    <a:pt x="1" y="7618"/>
                  </a:lnTo>
                  <a:cubicBezTo>
                    <a:pt x="1" y="8005"/>
                    <a:pt x="314" y="8318"/>
                    <a:pt x="701" y="8318"/>
                  </a:cubicBezTo>
                  <a:lnTo>
                    <a:pt x="5437" y="8318"/>
                  </a:lnTo>
                  <a:cubicBezTo>
                    <a:pt x="5824" y="8318"/>
                    <a:pt x="6137" y="8005"/>
                    <a:pt x="6137" y="7618"/>
                  </a:cubicBezTo>
                  <a:lnTo>
                    <a:pt x="6137" y="700"/>
                  </a:lnTo>
                  <a:cubicBezTo>
                    <a:pt x="6137" y="313"/>
                    <a:pt x="5824" y="0"/>
                    <a:pt x="5437"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2" name="Google Shape;23292;p91"/>
            <p:cNvSpPr/>
            <p:nvPr/>
          </p:nvSpPr>
          <p:spPr>
            <a:xfrm>
              <a:off x="4811037" y="2079370"/>
              <a:ext cx="36647" cy="216497"/>
            </a:xfrm>
            <a:custGeom>
              <a:rect b="b" l="l" r="r" t="t"/>
              <a:pathLst>
                <a:path extrusionOk="0" h="8318" w="1408">
                  <a:moveTo>
                    <a:pt x="708" y="0"/>
                  </a:moveTo>
                  <a:lnTo>
                    <a:pt x="0" y="25"/>
                  </a:lnTo>
                  <a:cubicBezTo>
                    <a:pt x="387" y="25"/>
                    <a:pt x="701" y="338"/>
                    <a:pt x="701" y="725"/>
                  </a:cubicBezTo>
                  <a:lnTo>
                    <a:pt x="701" y="7646"/>
                  </a:lnTo>
                  <a:cubicBezTo>
                    <a:pt x="701" y="7959"/>
                    <a:pt x="493" y="8233"/>
                    <a:pt x="190" y="8318"/>
                  </a:cubicBezTo>
                  <a:lnTo>
                    <a:pt x="708" y="8318"/>
                  </a:lnTo>
                  <a:cubicBezTo>
                    <a:pt x="1095" y="8318"/>
                    <a:pt x="1408" y="8005"/>
                    <a:pt x="1408" y="7618"/>
                  </a:cubicBezTo>
                  <a:lnTo>
                    <a:pt x="1408" y="700"/>
                  </a:lnTo>
                  <a:cubicBezTo>
                    <a:pt x="1408" y="313"/>
                    <a:pt x="1095" y="0"/>
                    <a:pt x="70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3" name="Google Shape;23293;p91"/>
            <p:cNvSpPr/>
            <p:nvPr/>
          </p:nvSpPr>
          <p:spPr>
            <a:xfrm>
              <a:off x="4682825" y="2005452"/>
              <a:ext cx="34825" cy="29775"/>
            </a:xfrm>
            <a:custGeom>
              <a:rect b="b" l="l" r="r" t="t"/>
              <a:pathLst>
                <a:path extrusionOk="0" h="1144" w="1338">
                  <a:moveTo>
                    <a:pt x="574" y="388"/>
                  </a:moveTo>
                  <a:cubicBezTo>
                    <a:pt x="676" y="388"/>
                    <a:pt x="757" y="469"/>
                    <a:pt x="757" y="571"/>
                  </a:cubicBezTo>
                  <a:cubicBezTo>
                    <a:pt x="757" y="681"/>
                    <a:pt x="666" y="753"/>
                    <a:pt x="571" y="753"/>
                  </a:cubicBezTo>
                  <a:cubicBezTo>
                    <a:pt x="527" y="753"/>
                    <a:pt x="481" y="737"/>
                    <a:pt x="444" y="701"/>
                  </a:cubicBezTo>
                  <a:cubicBezTo>
                    <a:pt x="331" y="585"/>
                    <a:pt x="412" y="388"/>
                    <a:pt x="574" y="388"/>
                  </a:cubicBezTo>
                  <a:close/>
                  <a:moveTo>
                    <a:pt x="574" y="1"/>
                  </a:moveTo>
                  <a:cubicBezTo>
                    <a:pt x="257" y="1"/>
                    <a:pt x="1" y="254"/>
                    <a:pt x="1" y="571"/>
                  </a:cubicBezTo>
                  <a:cubicBezTo>
                    <a:pt x="1" y="916"/>
                    <a:pt x="282" y="1144"/>
                    <a:pt x="576" y="1144"/>
                  </a:cubicBezTo>
                  <a:cubicBezTo>
                    <a:pt x="716" y="1144"/>
                    <a:pt x="859" y="1092"/>
                    <a:pt x="975" y="975"/>
                  </a:cubicBezTo>
                  <a:cubicBezTo>
                    <a:pt x="1338" y="617"/>
                    <a:pt x="1081" y="1"/>
                    <a:pt x="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4" name="Google Shape;23294;p91"/>
            <p:cNvSpPr/>
            <p:nvPr/>
          </p:nvSpPr>
          <p:spPr>
            <a:xfrm>
              <a:off x="4720825" y="2005452"/>
              <a:ext cx="34825" cy="29775"/>
            </a:xfrm>
            <a:custGeom>
              <a:rect b="b" l="l" r="r" t="t"/>
              <a:pathLst>
                <a:path extrusionOk="0" h="1144" w="1338">
                  <a:moveTo>
                    <a:pt x="574" y="388"/>
                  </a:moveTo>
                  <a:cubicBezTo>
                    <a:pt x="673" y="388"/>
                    <a:pt x="754" y="469"/>
                    <a:pt x="757" y="571"/>
                  </a:cubicBezTo>
                  <a:cubicBezTo>
                    <a:pt x="757" y="681"/>
                    <a:pt x="666" y="753"/>
                    <a:pt x="572" y="753"/>
                  </a:cubicBezTo>
                  <a:cubicBezTo>
                    <a:pt x="527" y="753"/>
                    <a:pt x="481" y="737"/>
                    <a:pt x="444" y="701"/>
                  </a:cubicBezTo>
                  <a:cubicBezTo>
                    <a:pt x="328" y="585"/>
                    <a:pt x="409" y="388"/>
                    <a:pt x="574" y="388"/>
                  </a:cubicBezTo>
                  <a:close/>
                  <a:moveTo>
                    <a:pt x="571" y="1"/>
                  </a:moveTo>
                  <a:cubicBezTo>
                    <a:pt x="258" y="1"/>
                    <a:pt x="1" y="254"/>
                    <a:pt x="1" y="571"/>
                  </a:cubicBezTo>
                  <a:cubicBezTo>
                    <a:pt x="1" y="916"/>
                    <a:pt x="283" y="1144"/>
                    <a:pt x="576" y="1144"/>
                  </a:cubicBezTo>
                  <a:cubicBezTo>
                    <a:pt x="716" y="1144"/>
                    <a:pt x="859" y="1092"/>
                    <a:pt x="975" y="975"/>
                  </a:cubicBezTo>
                  <a:cubicBezTo>
                    <a:pt x="1338" y="617"/>
                    <a:pt x="1081" y="1"/>
                    <a:pt x="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5" name="Google Shape;23295;p91"/>
            <p:cNvSpPr/>
            <p:nvPr/>
          </p:nvSpPr>
          <p:spPr>
            <a:xfrm>
              <a:off x="4758826" y="2005452"/>
              <a:ext cx="34747" cy="29775"/>
            </a:xfrm>
            <a:custGeom>
              <a:rect b="b" l="l" r="r" t="t"/>
              <a:pathLst>
                <a:path extrusionOk="0" h="1144" w="1335">
                  <a:moveTo>
                    <a:pt x="571" y="388"/>
                  </a:moveTo>
                  <a:cubicBezTo>
                    <a:pt x="673" y="388"/>
                    <a:pt x="754" y="469"/>
                    <a:pt x="754" y="571"/>
                  </a:cubicBezTo>
                  <a:cubicBezTo>
                    <a:pt x="754" y="681"/>
                    <a:pt x="663" y="753"/>
                    <a:pt x="569" y="753"/>
                  </a:cubicBezTo>
                  <a:cubicBezTo>
                    <a:pt x="525" y="753"/>
                    <a:pt x="480" y="737"/>
                    <a:pt x="444" y="701"/>
                  </a:cubicBezTo>
                  <a:cubicBezTo>
                    <a:pt x="328" y="585"/>
                    <a:pt x="409" y="388"/>
                    <a:pt x="571" y="388"/>
                  </a:cubicBezTo>
                  <a:close/>
                  <a:moveTo>
                    <a:pt x="571" y="1"/>
                  </a:moveTo>
                  <a:cubicBezTo>
                    <a:pt x="254" y="1"/>
                    <a:pt x="1" y="254"/>
                    <a:pt x="1" y="571"/>
                  </a:cubicBezTo>
                  <a:cubicBezTo>
                    <a:pt x="1" y="916"/>
                    <a:pt x="283" y="1144"/>
                    <a:pt x="576" y="1144"/>
                  </a:cubicBezTo>
                  <a:cubicBezTo>
                    <a:pt x="716" y="1144"/>
                    <a:pt x="859" y="1092"/>
                    <a:pt x="975" y="975"/>
                  </a:cubicBezTo>
                  <a:cubicBezTo>
                    <a:pt x="1334" y="617"/>
                    <a:pt x="1081" y="1"/>
                    <a:pt x="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6" name="Google Shape;23296;p91"/>
            <p:cNvSpPr/>
            <p:nvPr/>
          </p:nvSpPr>
          <p:spPr>
            <a:xfrm>
              <a:off x="4660676" y="1985853"/>
              <a:ext cx="346921" cy="346921"/>
            </a:xfrm>
            <a:custGeom>
              <a:rect b="b" l="l" r="r" t="t"/>
              <a:pathLst>
                <a:path extrusionOk="0" h="13329" w="13329">
                  <a:moveTo>
                    <a:pt x="12938" y="2657"/>
                  </a:moveTo>
                  <a:lnTo>
                    <a:pt x="12938" y="12470"/>
                  </a:lnTo>
                  <a:cubicBezTo>
                    <a:pt x="12938" y="12731"/>
                    <a:pt x="12730" y="12938"/>
                    <a:pt x="12470" y="12938"/>
                  </a:cubicBezTo>
                  <a:lnTo>
                    <a:pt x="859" y="12938"/>
                  </a:lnTo>
                  <a:cubicBezTo>
                    <a:pt x="598" y="12938"/>
                    <a:pt x="391" y="12731"/>
                    <a:pt x="391" y="12470"/>
                  </a:cubicBezTo>
                  <a:lnTo>
                    <a:pt x="391" y="2657"/>
                  </a:lnTo>
                  <a:close/>
                  <a:moveTo>
                    <a:pt x="859" y="1"/>
                  </a:moveTo>
                  <a:cubicBezTo>
                    <a:pt x="384" y="1"/>
                    <a:pt x="0" y="384"/>
                    <a:pt x="0" y="859"/>
                  </a:cubicBezTo>
                  <a:lnTo>
                    <a:pt x="0" y="12470"/>
                  </a:lnTo>
                  <a:cubicBezTo>
                    <a:pt x="0" y="12945"/>
                    <a:pt x="384" y="13329"/>
                    <a:pt x="859" y="13329"/>
                  </a:cubicBezTo>
                  <a:lnTo>
                    <a:pt x="12470" y="13329"/>
                  </a:lnTo>
                  <a:cubicBezTo>
                    <a:pt x="12945" y="13329"/>
                    <a:pt x="13328" y="12945"/>
                    <a:pt x="13328" y="12470"/>
                  </a:cubicBezTo>
                  <a:lnTo>
                    <a:pt x="13328" y="859"/>
                  </a:lnTo>
                  <a:cubicBezTo>
                    <a:pt x="13328" y="384"/>
                    <a:pt x="12945" y="1"/>
                    <a:pt x="12470" y="1"/>
                  </a:cubicBezTo>
                  <a:lnTo>
                    <a:pt x="6214" y="1"/>
                  </a:lnTo>
                  <a:cubicBezTo>
                    <a:pt x="5953" y="1"/>
                    <a:pt x="5953" y="391"/>
                    <a:pt x="6214" y="391"/>
                  </a:cubicBezTo>
                  <a:lnTo>
                    <a:pt x="12470" y="391"/>
                  </a:lnTo>
                  <a:cubicBezTo>
                    <a:pt x="12726" y="391"/>
                    <a:pt x="12938" y="603"/>
                    <a:pt x="12938" y="859"/>
                  </a:cubicBezTo>
                  <a:lnTo>
                    <a:pt x="12938" y="2267"/>
                  </a:lnTo>
                  <a:lnTo>
                    <a:pt x="391" y="2267"/>
                  </a:ln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7" name="Google Shape;23297;p91"/>
            <p:cNvSpPr/>
            <p:nvPr/>
          </p:nvSpPr>
          <p:spPr>
            <a:xfrm>
              <a:off x="4682825" y="2082389"/>
              <a:ext cx="14966" cy="27771"/>
            </a:xfrm>
            <a:custGeom>
              <a:rect b="b" l="l" r="r" t="t"/>
              <a:pathLst>
                <a:path extrusionOk="0" h="1067" w="575">
                  <a:moveTo>
                    <a:pt x="305" y="1"/>
                  </a:moveTo>
                  <a:cubicBezTo>
                    <a:pt x="248" y="1"/>
                    <a:pt x="190" y="27"/>
                    <a:pt x="148" y="92"/>
                  </a:cubicBezTo>
                  <a:cubicBezTo>
                    <a:pt x="53" y="240"/>
                    <a:pt x="1" y="409"/>
                    <a:pt x="1" y="584"/>
                  </a:cubicBezTo>
                  <a:lnTo>
                    <a:pt x="1" y="869"/>
                  </a:lnTo>
                  <a:cubicBezTo>
                    <a:pt x="1" y="979"/>
                    <a:pt x="88" y="1063"/>
                    <a:pt x="198" y="1066"/>
                  </a:cubicBezTo>
                  <a:cubicBezTo>
                    <a:pt x="303" y="1063"/>
                    <a:pt x="391" y="979"/>
                    <a:pt x="391" y="869"/>
                  </a:cubicBezTo>
                  <a:lnTo>
                    <a:pt x="391" y="584"/>
                  </a:lnTo>
                  <a:cubicBezTo>
                    <a:pt x="391" y="486"/>
                    <a:pt x="419" y="387"/>
                    <a:pt x="476" y="306"/>
                  </a:cubicBezTo>
                  <a:cubicBezTo>
                    <a:pt x="575" y="153"/>
                    <a:pt x="441" y="1"/>
                    <a:pt x="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8" name="Google Shape;23298;p91"/>
            <p:cNvSpPr/>
            <p:nvPr/>
          </p:nvSpPr>
          <p:spPr>
            <a:xfrm>
              <a:off x="4696073" y="2290557"/>
              <a:ext cx="31936" cy="10437"/>
            </a:xfrm>
            <a:custGeom>
              <a:rect b="b" l="l" r="r" t="t"/>
              <a:pathLst>
                <a:path extrusionOk="0" h="401" w="1227">
                  <a:moveTo>
                    <a:pt x="269" y="0"/>
                  </a:moveTo>
                  <a:cubicBezTo>
                    <a:pt x="42" y="0"/>
                    <a:pt x="1" y="350"/>
                    <a:pt x="244" y="390"/>
                  </a:cubicBezTo>
                  <a:cubicBezTo>
                    <a:pt x="290" y="397"/>
                    <a:pt x="339" y="401"/>
                    <a:pt x="389" y="401"/>
                  </a:cubicBezTo>
                  <a:lnTo>
                    <a:pt x="969" y="401"/>
                  </a:lnTo>
                  <a:cubicBezTo>
                    <a:pt x="1226" y="401"/>
                    <a:pt x="1226" y="10"/>
                    <a:pt x="969" y="10"/>
                  </a:cubicBezTo>
                  <a:lnTo>
                    <a:pt x="389" y="10"/>
                  </a:lnTo>
                  <a:cubicBezTo>
                    <a:pt x="361" y="10"/>
                    <a:pt x="332" y="7"/>
                    <a:pt x="308" y="3"/>
                  </a:cubicBezTo>
                  <a:cubicBezTo>
                    <a:pt x="294" y="1"/>
                    <a:pt x="281"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9" name="Google Shape;23299;p91"/>
            <p:cNvSpPr/>
            <p:nvPr/>
          </p:nvSpPr>
          <p:spPr>
            <a:xfrm>
              <a:off x="4699301" y="2074242"/>
              <a:ext cx="31623" cy="10177"/>
            </a:xfrm>
            <a:custGeom>
              <a:rect b="b" l="l" r="r" t="t"/>
              <a:pathLst>
                <a:path extrusionOk="0" h="391" w="1215">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0" name="Google Shape;23300;p91"/>
            <p:cNvSpPr/>
            <p:nvPr/>
          </p:nvSpPr>
          <p:spPr>
            <a:xfrm>
              <a:off x="4732460" y="2290817"/>
              <a:ext cx="31623" cy="10177"/>
            </a:xfrm>
            <a:custGeom>
              <a:rect b="b" l="l" r="r" t="t"/>
              <a:pathLst>
                <a:path extrusionOk="0" h="391" w="1215">
                  <a:moveTo>
                    <a:pt x="261" y="0"/>
                  </a:moveTo>
                  <a:cubicBezTo>
                    <a:pt x="1" y="0"/>
                    <a:pt x="1"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1" name="Google Shape;23301;p91"/>
            <p:cNvSpPr/>
            <p:nvPr/>
          </p:nvSpPr>
          <p:spPr>
            <a:xfrm>
              <a:off x="4735401" y="2074242"/>
              <a:ext cx="31597" cy="10177"/>
            </a:xfrm>
            <a:custGeom>
              <a:rect b="b" l="l" r="r" t="t"/>
              <a:pathLst>
                <a:path extrusionOk="0" h="391" w="1214">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2" name="Google Shape;23302;p91"/>
            <p:cNvSpPr/>
            <p:nvPr/>
          </p:nvSpPr>
          <p:spPr>
            <a:xfrm>
              <a:off x="4682825" y="2117968"/>
              <a:ext cx="10203" cy="28266"/>
            </a:xfrm>
            <a:custGeom>
              <a:rect b="b" l="l" r="r" t="t"/>
              <a:pathLst>
                <a:path extrusionOk="0" h="1086" w="392">
                  <a:moveTo>
                    <a:pt x="196" y="0"/>
                  </a:moveTo>
                  <a:cubicBezTo>
                    <a:pt x="98" y="0"/>
                    <a:pt x="1" y="65"/>
                    <a:pt x="1" y="196"/>
                  </a:cubicBezTo>
                  <a:lnTo>
                    <a:pt x="1" y="889"/>
                  </a:lnTo>
                  <a:cubicBezTo>
                    <a:pt x="1" y="998"/>
                    <a:pt x="88" y="1086"/>
                    <a:pt x="198" y="1086"/>
                  </a:cubicBezTo>
                  <a:cubicBezTo>
                    <a:pt x="303" y="1086"/>
                    <a:pt x="391" y="998"/>
                    <a:pt x="391" y="889"/>
                  </a:cubicBezTo>
                  <a:lnTo>
                    <a:pt x="391" y="196"/>
                  </a:lnTo>
                  <a:cubicBezTo>
                    <a:pt x="391" y="65"/>
                    <a:pt x="293"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3" name="Google Shape;23303;p91"/>
            <p:cNvSpPr/>
            <p:nvPr/>
          </p:nvSpPr>
          <p:spPr>
            <a:xfrm>
              <a:off x="4682747" y="2262291"/>
              <a:ext cx="12832" cy="27901"/>
            </a:xfrm>
            <a:custGeom>
              <a:rect b="b" l="l" r="r" t="t"/>
              <a:pathLst>
                <a:path extrusionOk="0" h="1072" w="493">
                  <a:moveTo>
                    <a:pt x="199" y="0"/>
                  </a:moveTo>
                  <a:cubicBezTo>
                    <a:pt x="101" y="0"/>
                    <a:pt x="4" y="65"/>
                    <a:pt x="4" y="196"/>
                  </a:cubicBezTo>
                  <a:lnTo>
                    <a:pt x="4" y="590"/>
                  </a:lnTo>
                  <a:cubicBezTo>
                    <a:pt x="0" y="716"/>
                    <a:pt x="28" y="843"/>
                    <a:pt x="81" y="959"/>
                  </a:cubicBezTo>
                  <a:cubicBezTo>
                    <a:pt x="113" y="1030"/>
                    <a:pt x="183" y="1072"/>
                    <a:pt x="260" y="1072"/>
                  </a:cubicBezTo>
                  <a:cubicBezTo>
                    <a:pt x="401" y="1072"/>
                    <a:pt x="493" y="924"/>
                    <a:pt x="436" y="797"/>
                  </a:cubicBezTo>
                  <a:cubicBezTo>
                    <a:pt x="408" y="734"/>
                    <a:pt x="391" y="664"/>
                    <a:pt x="394" y="590"/>
                  </a:cubicBezTo>
                  <a:lnTo>
                    <a:pt x="394" y="196"/>
                  </a:lnTo>
                  <a:cubicBezTo>
                    <a:pt x="394" y="65"/>
                    <a:pt x="29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4" name="Google Shape;23304;p91"/>
            <p:cNvSpPr/>
            <p:nvPr/>
          </p:nvSpPr>
          <p:spPr>
            <a:xfrm>
              <a:off x="4768534" y="2290817"/>
              <a:ext cx="31623" cy="10177"/>
            </a:xfrm>
            <a:custGeom>
              <a:rect b="b" l="l" r="r" t="t"/>
              <a:pathLst>
                <a:path extrusionOk="0" h="391" w="1215">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5" name="Google Shape;23305;p91"/>
            <p:cNvSpPr/>
            <p:nvPr/>
          </p:nvSpPr>
          <p:spPr>
            <a:xfrm>
              <a:off x="4682825" y="2154043"/>
              <a:ext cx="10203" cy="28188"/>
            </a:xfrm>
            <a:custGeom>
              <a:rect b="b" l="l" r="r" t="t"/>
              <a:pathLst>
                <a:path extrusionOk="0" h="1083" w="392">
                  <a:moveTo>
                    <a:pt x="196" y="1"/>
                  </a:moveTo>
                  <a:cubicBezTo>
                    <a:pt x="98" y="1"/>
                    <a:pt x="1" y="66"/>
                    <a:pt x="1" y="196"/>
                  </a:cubicBezTo>
                  <a:lnTo>
                    <a:pt x="1" y="889"/>
                  </a:lnTo>
                  <a:cubicBezTo>
                    <a:pt x="1" y="995"/>
                    <a:pt x="88" y="1083"/>
                    <a:pt x="198" y="1083"/>
                  </a:cubicBezTo>
                  <a:cubicBezTo>
                    <a:pt x="303" y="1083"/>
                    <a:pt x="391" y="995"/>
                    <a:pt x="391" y="885"/>
                  </a:cubicBezTo>
                  <a:lnTo>
                    <a:pt x="391" y="196"/>
                  </a:lnTo>
                  <a:cubicBezTo>
                    <a:pt x="391" y="66"/>
                    <a:pt x="293"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6" name="Google Shape;23306;p91"/>
            <p:cNvSpPr/>
            <p:nvPr/>
          </p:nvSpPr>
          <p:spPr>
            <a:xfrm>
              <a:off x="4682825" y="2226217"/>
              <a:ext cx="10203" cy="28188"/>
            </a:xfrm>
            <a:custGeom>
              <a:rect b="b" l="l" r="r" t="t"/>
              <a:pathLst>
                <a:path extrusionOk="0" h="1083" w="392">
                  <a:moveTo>
                    <a:pt x="196" y="0"/>
                  </a:moveTo>
                  <a:cubicBezTo>
                    <a:pt x="98" y="0"/>
                    <a:pt x="1" y="65"/>
                    <a:pt x="1" y="195"/>
                  </a:cubicBezTo>
                  <a:lnTo>
                    <a:pt x="1" y="889"/>
                  </a:lnTo>
                  <a:cubicBezTo>
                    <a:pt x="1" y="994"/>
                    <a:pt x="88" y="1082"/>
                    <a:pt x="198" y="1082"/>
                  </a:cubicBezTo>
                  <a:cubicBezTo>
                    <a:pt x="303" y="1079"/>
                    <a:pt x="391" y="994"/>
                    <a:pt x="391" y="885"/>
                  </a:cubicBezTo>
                  <a:lnTo>
                    <a:pt x="391" y="195"/>
                  </a:lnTo>
                  <a:cubicBezTo>
                    <a:pt x="391" y="65"/>
                    <a:pt x="293"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7" name="Google Shape;23307;p91"/>
            <p:cNvSpPr/>
            <p:nvPr/>
          </p:nvSpPr>
          <p:spPr>
            <a:xfrm>
              <a:off x="4682825" y="2190117"/>
              <a:ext cx="10203" cy="28188"/>
            </a:xfrm>
            <a:custGeom>
              <a:rect b="b" l="l" r="r" t="t"/>
              <a:pathLst>
                <a:path extrusionOk="0" h="1083" w="392">
                  <a:moveTo>
                    <a:pt x="196" y="1"/>
                  </a:moveTo>
                  <a:cubicBezTo>
                    <a:pt x="98" y="1"/>
                    <a:pt x="1" y="66"/>
                    <a:pt x="1" y="196"/>
                  </a:cubicBezTo>
                  <a:lnTo>
                    <a:pt x="1" y="889"/>
                  </a:lnTo>
                  <a:cubicBezTo>
                    <a:pt x="1" y="995"/>
                    <a:pt x="88" y="1083"/>
                    <a:pt x="198" y="1083"/>
                  </a:cubicBezTo>
                  <a:cubicBezTo>
                    <a:pt x="303" y="1083"/>
                    <a:pt x="391" y="995"/>
                    <a:pt x="391" y="889"/>
                  </a:cubicBezTo>
                  <a:lnTo>
                    <a:pt x="391" y="196"/>
                  </a:lnTo>
                  <a:cubicBezTo>
                    <a:pt x="391" y="66"/>
                    <a:pt x="293"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8" name="Google Shape;23308;p91"/>
            <p:cNvSpPr/>
            <p:nvPr/>
          </p:nvSpPr>
          <p:spPr>
            <a:xfrm>
              <a:off x="4842530" y="2156932"/>
              <a:ext cx="10203" cy="28188"/>
            </a:xfrm>
            <a:custGeom>
              <a:rect b="b" l="l" r="r" t="t"/>
              <a:pathLst>
                <a:path extrusionOk="0" h="1083" w="392">
                  <a:moveTo>
                    <a:pt x="198" y="0"/>
                  </a:moveTo>
                  <a:cubicBezTo>
                    <a:pt x="89" y="0"/>
                    <a:pt x="1" y="85"/>
                    <a:pt x="1" y="194"/>
                  </a:cubicBezTo>
                  <a:lnTo>
                    <a:pt x="1" y="887"/>
                  </a:lnTo>
                  <a:cubicBezTo>
                    <a:pt x="1" y="1017"/>
                    <a:pt x="98" y="1082"/>
                    <a:pt x="196" y="1082"/>
                  </a:cubicBezTo>
                  <a:cubicBezTo>
                    <a:pt x="294" y="1082"/>
                    <a:pt x="391" y="1017"/>
                    <a:pt x="391" y="887"/>
                  </a:cubicBezTo>
                  <a:lnTo>
                    <a:pt x="391" y="194"/>
                  </a:lnTo>
                  <a:cubicBezTo>
                    <a:pt x="391" y="85"/>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9" name="Google Shape;23309;p91"/>
            <p:cNvSpPr/>
            <p:nvPr/>
          </p:nvSpPr>
          <p:spPr>
            <a:xfrm>
              <a:off x="4842530" y="2120858"/>
              <a:ext cx="10203" cy="28188"/>
            </a:xfrm>
            <a:custGeom>
              <a:rect b="b" l="l" r="r" t="t"/>
              <a:pathLst>
                <a:path extrusionOk="0" h="1083" w="392">
                  <a:moveTo>
                    <a:pt x="198" y="0"/>
                  </a:moveTo>
                  <a:cubicBezTo>
                    <a:pt x="89" y="0"/>
                    <a:pt x="1" y="88"/>
                    <a:pt x="1" y="194"/>
                  </a:cubicBezTo>
                  <a:lnTo>
                    <a:pt x="1" y="887"/>
                  </a:lnTo>
                  <a:cubicBezTo>
                    <a:pt x="1" y="1017"/>
                    <a:pt x="98" y="1082"/>
                    <a:pt x="196" y="1082"/>
                  </a:cubicBezTo>
                  <a:cubicBezTo>
                    <a:pt x="294" y="1082"/>
                    <a:pt x="391" y="1017"/>
                    <a:pt x="391" y="887"/>
                  </a:cubicBezTo>
                  <a:lnTo>
                    <a:pt x="391" y="194"/>
                  </a:lnTo>
                  <a:cubicBezTo>
                    <a:pt x="391" y="88"/>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0" name="Google Shape;23310;p91"/>
            <p:cNvSpPr/>
            <p:nvPr/>
          </p:nvSpPr>
          <p:spPr>
            <a:xfrm>
              <a:off x="4842530" y="2193006"/>
              <a:ext cx="10203" cy="28188"/>
            </a:xfrm>
            <a:custGeom>
              <a:rect b="b" l="l" r="r" t="t"/>
              <a:pathLst>
                <a:path extrusionOk="0" h="1083" w="392">
                  <a:moveTo>
                    <a:pt x="198" y="1"/>
                  </a:moveTo>
                  <a:cubicBezTo>
                    <a:pt x="89" y="1"/>
                    <a:pt x="1" y="85"/>
                    <a:pt x="1" y="194"/>
                  </a:cubicBezTo>
                  <a:lnTo>
                    <a:pt x="1" y="887"/>
                  </a:lnTo>
                  <a:cubicBezTo>
                    <a:pt x="1" y="1018"/>
                    <a:pt x="98" y="1083"/>
                    <a:pt x="196" y="1083"/>
                  </a:cubicBezTo>
                  <a:cubicBezTo>
                    <a:pt x="294" y="1083"/>
                    <a:pt x="391" y="1018"/>
                    <a:pt x="391" y="887"/>
                  </a:cubicBezTo>
                  <a:lnTo>
                    <a:pt x="391" y="194"/>
                  </a:lnTo>
                  <a:cubicBezTo>
                    <a:pt x="391" y="85"/>
                    <a:pt x="307"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1" name="Google Shape;23311;p91"/>
            <p:cNvSpPr/>
            <p:nvPr/>
          </p:nvSpPr>
          <p:spPr>
            <a:xfrm>
              <a:off x="4839407" y="2084809"/>
              <a:ext cx="13326" cy="28162"/>
            </a:xfrm>
            <a:custGeom>
              <a:rect b="b" l="l" r="r" t="t"/>
              <a:pathLst>
                <a:path extrusionOk="0" h="1082" w="512">
                  <a:moveTo>
                    <a:pt x="261" y="0"/>
                  </a:moveTo>
                  <a:cubicBezTo>
                    <a:pt x="132" y="0"/>
                    <a:pt x="1" y="126"/>
                    <a:pt x="79" y="284"/>
                  </a:cubicBezTo>
                  <a:cubicBezTo>
                    <a:pt x="107" y="347"/>
                    <a:pt x="121" y="421"/>
                    <a:pt x="121" y="491"/>
                  </a:cubicBezTo>
                  <a:lnTo>
                    <a:pt x="121" y="889"/>
                  </a:lnTo>
                  <a:cubicBezTo>
                    <a:pt x="121" y="1017"/>
                    <a:pt x="218" y="1082"/>
                    <a:pt x="316" y="1082"/>
                  </a:cubicBezTo>
                  <a:cubicBezTo>
                    <a:pt x="414" y="1082"/>
                    <a:pt x="511" y="1017"/>
                    <a:pt x="511" y="889"/>
                  </a:cubicBezTo>
                  <a:lnTo>
                    <a:pt x="511" y="491"/>
                  </a:lnTo>
                  <a:cubicBezTo>
                    <a:pt x="511" y="365"/>
                    <a:pt x="487" y="238"/>
                    <a:pt x="434" y="122"/>
                  </a:cubicBezTo>
                  <a:cubicBezTo>
                    <a:pt x="398" y="36"/>
                    <a:pt x="330"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2" name="Google Shape;23312;p91"/>
            <p:cNvSpPr/>
            <p:nvPr/>
          </p:nvSpPr>
          <p:spPr>
            <a:xfrm>
              <a:off x="4842530" y="2229002"/>
              <a:ext cx="10203" cy="28266"/>
            </a:xfrm>
            <a:custGeom>
              <a:rect b="b" l="l" r="r" t="t"/>
              <a:pathLst>
                <a:path extrusionOk="0" h="1086" w="392">
                  <a:moveTo>
                    <a:pt x="198" y="0"/>
                  </a:moveTo>
                  <a:cubicBezTo>
                    <a:pt x="89" y="0"/>
                    <a:pt x="1" y="88"/>
                    <a:pt x="1" y="197"/>
                  </a:cubicBezTo>
                  <a:lnTo>
                    <a:pt x="1" y="891"/>
                  </a:lnTo>
                  <a:cubicBezTo>
                    <a:pt x="1" y="1021"/>
                    <a:pt x="98" y="1086"/>
                    <a:pt x="196" y="1086"/>
                  </a:cubicBezTo>
                  <a:cubicBezTo>
                    <a:pt x="294" y="1086"/>
                    <a:pt x="391" y="1021"/>
                    <a:pt x="391" y="891"/>
                  </a:cubicBezTo>
                  <a:lnTo>
                    <a:pt x="391" y="197"/>
                  </a:lnTo>
                  <a:cubicBezTo>
                    <a:pt x="391" y="88"/>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3" name="Google Shape;23313;p91"/>
            <p:cNvSpPr/>
            <p:nvPr/>
          </p:nvSpPr>
          <p:spPr>
            <a:xfrm>
              <a:off x="4807471" y="2074242"/>
              <a:ext cx="31884" cy="10463"/>
            </a:xfrm>
            <a:custGeom>
              <a:rect b="b" l="l" r="r" t="t"/>
              <a:pathLst>
                <a:path extrusionOk="0" h="402" w="1225">
                  <a:moveTo>
                    <a:pt x="261" y="0"/>
                  </a:moveTo>
                  <a:cubicBezTo>
                    <a:pt x="0" y="0"/>
                    <a:pt x="0" y="391"/>
                    <a:pt x="261" y="391"/>
                  </a:cubicBezTo>
                  <a:lnTo>
                    <a:pt x="845" y="391"/>
                  </a:lnTo>
                  <a:cubicBezTo>
                    <a:pt x="869" y="391"/>
                    <a:pt x="897" y="394"/>
                    <a:pt x="926" y="398"/>
                  </a:cubicBezTo>
                  <a:cubicBezTo>
                    <a:pt x="933" y="401"/>
                    <a:pt x="943" y="401"/>
                    <a:pt x="954" y="401"/>
                  </a:cubicBezTo>
                  <a:cubicBezTo>
                    <a:pt x="1196" y="401"/>
                    <a:pt x="1225" y="50"/>
                    <a:pt x="985" y="14"/>
                  </a:cubicBezTo>
                  <a:cubicBezTo>
                    <a:pt x="940" y="4"/>
                    <a:pt x="890"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4" name="Google Shape;23314;p91"/>
            <p:cNvSpPr/>
            <p:nvPr/>
          </p:nvSpPr>
          <p:spPr>
            <a:xfrm>
              <a:off x="4771475" y="2074242"/>
              <a:ext cx="31623" cy="10177"/>
            </a:xfrm>
            <a:custGeom>
              <a:rect b="b" l="l" r="r" t="t"/>
              <a:pathLst>
                <a:path extrusionOk="0" h="391" w="1215">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5" name="Google Shape;23315;p91"/>
            <p:cNvSpPr/>
            <p:nvPr/>
          </p:nvSpPr>
          <p:spPr>
            <a:xfrm>
              <a:off x="4804634" y="2290817"/>
              <a:ext cx="31701" cy="10177"/>
            </a:xfrm>
            <a:custGeom>
              <a:rect b="b" l="l" r="r" t="t"/>
              <a:pathLst>
                <a:path extrusionOk="0" h="391" w="1218">
                  <a:moveTo>
                    <a:pt x="260" y="0"/>
                  </a:moveTo>
                  <a:cubicBezTo>
                    <a:pt x="0" y="0"/>
                    <a:pt x="0" y="391"/>
                    <a:pt x="260" y="391"/>
                  </a:cubicBezTo>
                  <a:lnTo>
                    <a:pt x="957" y="391"/>
                  </a:lnTo>
                  <a:cubicBezTo>
                    <a:pt x="1218" y="391"/>
                    <a:pt x="1218"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6" name="Google Shape;23316;p91"/>
            <p:cNvSpPr/>
            <p:nvPr/>
          </p:nvSpPr>
          <p:spPr>
            <a:xfrm>
              <a:off x="4838886" y="2265128"/>
              <a:ext cx="13925" cy="27589"/>
            </a:xfrm>
            <a:custGeom>
              <a:rect b="b" l="l" r="r" t="t"/>
              <a:pathLst>
                <a:path extrusionOk="0" h="1060" w="535">
                  <a:moveTo>
                    <a:pt x="340" y="0"/>
                  </a:moveTo>
                  <a:cubicBezTo>
                    <a:pt x="242" y="0"/>
                    <a:pt x="144" y="66"/>
                    <a:pt x="144" y="196"/>
                  </a:cubicBezTo>
                  <a:lnTo>
                    <a:pt x="144" y="481"/>
                  </a:lnTo>
                  <a:cubicBezTo>
                    <a:pt x="144" y="579"/>
                    <a:pt x="113" y="674"/>
                    <a:pt x="60" y="759"/>
                  </a:cubicBezTo>
                  <a:cubicBezTo>
                    <a:pt x="0" y="847"/>
                    <a:pt x="28" y="970"/>
                    <a:pt x="116" y="1030"/>
                  </a:cubicBezTo>
                  <a:cubicBezTo>
                    <a:pt x="149" y="1050"/>
                    <a:pt x="185" y="1060"/>
                    <a:pt x="221" y="1060"/>
                  </a:cubicBezTo>
                  <a:cubicBezTo>
                    <a:pt x="286" y="1060"/>
                    <a:pt x="349" y="1028"/>
                    <a:pt x="387" y="970"/>
                  </a:cubicBezTo>
                  <a:cubicBezTo>
                    <a:pt x="482" y="826"/>
                    <a:pt x="535" y="657"/>
                    <a:pt x="535" y="481"/>
                  </a:cubicBezTo>
                  <a:lnTo>
                    <a:pt x="535" y="196"/>
                  </a:lnTo>
                  <a:cubicBezTo>
                    <a:pt x="535" y="66"/>
                    <a:pt x="437"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7" name="Google Shape;23317;p91"/>
            <p:cNvSpPr/>
            <p:nvPr/>
          </p:nvSpPr>
          <p:spPr>
            <a:xfrm>
              <a:off x="4870640" y="2074242"/>
              <a:ext cx="108457" cy="100206"/>
            </a:xfrm>
            <a:custGeom>
              <a:rect b="b" l="l" r="r" t="t"/>
              <a:pathLst>
                <a:path extrusionOk="0" h="3850" w="4167">
                  <a:moveTo>
                    <a:pt x="3270" y="391"/>
                  </a:moveTo>
                  <a:cubicBezTo>
                    <a:pt x="3340" y="391"/>
                    <a:pt x="3410" y="408"/>
                    <a:pt x="3474" y="437"/>
                  </a:cubicBezTo>
                  <a:lnTo>
                    <a:pt x="2080" y="1668"/>
                  </a:lnTo>
                  <a:lnTo>
                    <a:pt x="691" y="437"/>
                  </a:lnTo>
                  <a:cubicBezTo>
                    <a:pt x="757" y="408"/>
                    <a:pt x="828" y="391"/>
                    <a:pt x="898" y="391"/>
                  </a:cubicBezTo>
                  <a:close/>
                  <a:moveTo>
                    <a:pt x="423" y="725"/>
                  </a:moveTo>
                  <a:lnTo>
                    <a:pt x="1788" y="1928"/>
                  </a:lnTo>
                  <a:lnTo>
                    <a:pt x="427" y="3132"/>
                  </a:lnTo>
                  <a:cubicBezTo>
                    <a:pt x="406" y="3075"/>
                    <a:pt x="395" y="3016"/>
                    <a:pt x="395" y="2956"/>
                  </a:cubicBezTo>
                  <a:lnTo>
                    <a:pt x="395" y="897"/>
                  </a:lnTo>
                  <a:cubicBezTo>
                    <a:pt x="395" y="838"/>
                    <a:pt x="406" y="781"/>
                    <a:pt x="423" y="725"/>
                  </a:cubicBezTo>
                  <a:close/>
                  <a:moveTo>
                    <a:pt x="3741" y="718"/>
                  </a:moveTo>
                  <a:cubicBezTo>
                    <a:pt x="3762" y="774"/>
                    <a:pt x="3776" y="838"/>
                    <a:pt x="3776" y="897"/>
                  </a:cubicBezTo>
                  <a:lnTo>
                    <a:pt x="3776" y="2956"/>
                  </a:lnTo>
                  <a:cubicBezTo>
                    <a:pt x="3773" y="3016"/>
                    <a:pt x="3762" y="3079"/>
                    <a:pt x="3741" y="3135"/>
                  </a:cubicBezTo>
                  <a:lnTo>
                    <a:pt x="2376" y="1928"/>
                  </a:lnTo>
                  <a:lnTo>
                    <a:pt x="3741" y="718"/>
                  </a:lnTo>
                  <a:close/>
                  <a:moveTo>
                    <a:pt x="898" y="0"/>
                  </a:moveTo>
                  <a:cubicBezTo>
                    <a:pt x="652" y="0"/>
                    <a:pt x="420" y="102"/>
                    <a:pt x="251" y="282"/>
                  </a:cubicBezTo>
                  <a:cubicBezTo>
                    <a:pt x="244" y="285"/>
                    <a:pt x="240" y="289"/>
                    <a:pt x="237" y="296"/>
                  </a:cubicBezTo>
                  <a:lnTo>
                    <a:pt x="230" y="303"/>
                  </a:lnTo>
                  <a:cubicBezTo>
                    <a:pt x="82" y="465"/>
                    <a:pt x="1" y="679"/>
                    <a:pt x="4" y="897"/>
                  </a:cubicBezTo>
                  <a:lnTo>
                    <a:pt x="4" y="2956"/>
                  </a:lnTo>
                  <a:cubicBezTo>
                    <a:pt x="4" y="3163"/>
                    <a:pt x="75" y="3367"/>
                    <a:pt x="212" y="3526"/>
                  </a:cubicBezTo>
                  <a:cubicBezTo>
                    <a:pt x="216" y="3540"/>
                    <a:pt x="226" y="3550"/>
                    <a:pt x="237" y="3561"/>
                  </a:cubicBezTo>
                  <a:cubicBezTo>
                    <a:pt x="247" y="3575"/>
                    <a:pt x="261" y="3586"/>
                    <a:pt x="275" y="3596"/>
                  </a:cubicBezTo>
                  <a:cubicBezTo>
                    <a:pt x="441" y="3758"/>
                    <a:pt x="666" y="3849"/>
                    <a:pt x="898" y="3849"/>
                  </a:cubicBezTo>
                  <a:lnTo>
                    <a:pt x="1436" y="3849"/>
                  </a:lnTo>
                  <a:cubicBezTo>
                    <a:pt x="1697" y="3849"/>
                    <a:pt x="1697" y="3459"/>
                    <a:pt x="1436" y="3459"/>
                  </a:cubicBezTo>
                  <a:lnTo>
                    <a:pt x="898" y="3459"/>
                  </a:lnTo>
                  <a:cubicBezTo>
                    <a:pt x="828" y="3459"/>
                    <a:pt x="757" y="3445"/>
                    <a:pt x="694" y="3417"/>
                  </a:cubicBezTo>
                  <a:lnTo>
                    <a:pt x="2080" y="2189"/>
                  </a:lnTo>
                  <a:lnTo>
                    <a:pt x="3470" y="3417"/>
                  </a:lnTo>
                  <a:cubicBezTo>
                    <a:pt x="3407" y="3445"/>
                    <a:pt x="3336" y="3459"/>
                    <a:pt x="3270" y="3459"/>
                  </a:cubicBezTo>
                  <a:lnTo>
                    <a:pt x="2601" y="3459"/>
                  </a:lnTo>
                  <a:cubicBezTo>
                    <a:pt x="2341" y="3459"/>
                    <a:pt x="2341" y="3849"/>
                    <a:pt x="2601" y="3849"/>
                  </a:cubicBezTo>
                  <a:lnTo>
                    <a:pt x="3270" y="3849"/>
                  </a:lnTo>
                  <a:cubicBezTo>
                    <a:pt x="3512" y="3849"/>
                    <a:pt x="3745" y="3751"/>
                    <a:pt x="3913" y="3575"/>
                  </a:cubicBezTo>
                  <a:cubicBezTo>
                    <a:pt x="3917" y="3571"/>
                    <a:pt x="3924" y="3568"/>
                    <a:pt x="3928" y="3561"/>
                  </a:cubicBezTo>
                  <a:lnTo>
                    <a:pt x="3928" y="3557"/>
                  </a:lnTo>
                  <a:cubicBezTo>
                    <a:pt x="4082" y="3396"/>
                    <a:pt x="4167" y="3177"/>
                    <a:pt x="4167" y="2952"/>
                  </a:cubicBezTo>
                  <a:lnTo>
                    <a:pt x="4167" y="897"/>
                  </a:lnTo>
                  <a:cubicBezTo>
                    <a:pt x="4163" y="401"/>
                    <a:pt x="3762" y="4"/>
                    <a:pt x="3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8" name="Google Shape;23318;p91"/>
            <p:cNvSpPr/>
            <p:nvPr/>
          </p:nvSpPr>
          <p:spPr>
            <a:xfrm>
              <a:off x="4870640" y="2200788"/>
              <a:ext cx="108457" cy="100206"/>
            </a:xfrm>
            <a:custGeom>
              <a:rect b="b" l="l" r="r" t="t"/>
              <a:pathLst>
                <a:path extrusionOk="0" h="3850" w="4167">
                  <a:moveTo>
                    <a:pt x="3270" y="391"/>
                  </a:moveTo>
                  <a:cubicBezTo>
                    <a:pt x="3340" y="391"/>
                    <a:pt x="3410" y="405"/>
                    <a:pt x="3474" y="437"/>
                  </a:cubicBezTo>
                  <a:lnTo>
                    <a:pt x="2084" y="1669"/>
                  </a:lnTo>
                  <a:lnTo>
                    <a:pt x="694" y="437"/>
                  </a:lnTo>
                  <a:cubicBezTo>
                    <a:pt x="761" y="405"/>
                    <a:pt x="828" y="391"/>
                    <a:pt x="898" y="391"/>
                  </a:cubicBezTo>
                  <a:close/>
                  <a:moveTo>
                    <a:pt x="3741" y="719"/>
                  </a:moveTo>
                  <a:cubicBezTo>
                    <a:pt x="3762" y="775"/>
                    <a:pt x="3776" y="835"/>
                    <a:pt x="3776" y="898"/>
                  </a:cubicBezTo>
                  <a:lnTo>
                    <a:pt x="3776" y="2953"/>
                  </a:lnTo>
                  <a:cubicBezTo>
                    <a:pt x="3776" y="3013"/>
                    <a:pt x="3762" y="3072"/>
                    <a:pt x="3741" y="3129"/>
                  </a:cubicBezTo>
                  <a:lnTo>
                    <a:pt x="2379" y="1922"/>
                  </a:lnTo>
                  <a:lnTo>
                    <a:pt x="3741" y="719"/>
                  </a:lnTo>
                  <a:close/>
                  <a:moveTo>
                    <a:pt x="427" y="722"/>
                  </a:moveTo>
                  <a:lnTo>
                    <a:pt x="1792" y="1925"/>
                  </a:lnTo>
                  <a:lnTo>
                    <a:pt x="427" y="3132"/>
                  </a:lnTo>
                  <a:cubicBezTo>
                    <a:pt x="406" y="3076"/>
                    <a:pt x="395" y="3016"/>
                    <a:pt x="395" y="2956"/>
                  </a:cubicBezTo>
                  <a:lnTo>
                    <a:pt x="395" y="898"/>
                  </a:lnTo>
                  <a:cubicBezTo>
                    <a:pt x="395" y="838"/>
                    <a:pt x="406" y="778"/>
                    <a:pt x="427" y="722"/>
                  </a:cubicBezTo>
                  <a:close/>
                  <a:moveTo>
                    <a:pt x="2084" y="2182"/>
                  </a:moveTo>
                  <a:lnTo>
                    <a:pt x="3474" y="3414"/>
                  </a:lnTo>
                  <a:cubicBezTo>
                    <a:pt x="3410" y="3445"/>
                    <a:pt x="3340" y="3459"/>
                    <a:pt x="3270" y="3459"/>
                  </a:cubicBezTo>
                  <a:lnTo>
                    <a:pt x="898" y="3459"/>
                  </a:lnTo>
                  <a:cubicBezTo>
                    <a:pt x="828" y="3459"/>
                    <a:pt x="757" y="3445"/>
                    <a:pt x="694" y="3414"/>
                  </a:cubicBezTo>
                  <a:lnTo>
                    <a:pt x="2084" y="2182"/>
                  </a:lnTo>
                  <a:close/>
                  <a:moveTo>
                    <a:pt x="898" y="1"/>
                  </a:moveTo>
                  <a:cubicBezTo>
                    <a:pt x="655" y="1"/>
                    <a:pt x="420" y="99"/>
                    <a:pt x="254" y="275"/>
                  </a:cubicBezTo>
                  <a:cubicBezTo>
                    <a:pt x="247" y="282"/>
                    <a:pt x="244" y="286"/>
                    <a:pt x="237" y="293"/>
                  </a:cubicBezTo>
                  <a:cubicBezTo>
                    <a:pt x="85" y="458"/>
                    <a:pt x="1" y="673"/>
                    <a:pt x="1" y="898"/>
                  </a:cubicBezTo>
                  <a:lnTo>
                    <a:pt x="1" y="2953"/>
                  </a:lnTo>
                  <a:cubicBezTo>
                    <a:pt x="1" y="3178"/>
                    <a:pt x="85" y="3393"/>
                    <a:pt x="237" y="3554"/>
                  </a:cubicBezTo>
                  <a:lnTo>
                    <a:pt x="240" y="3558"/>
                  </a:lnTo>
                  <a:cubicBezTo>
                    <a:pt x="244" y="3565"/>
                    <a:pt x="247" y="3568"/>
                    <a:pt x="251" y="3572"/>
                  </a:cubicBezTo>
                  <a:cubicBezTo>
                    <a:pt x="420" y="3748"/>
                    <a:pt x="655" y="3850"/>
                    <a:pt x="898" y="3850"/>
                  </a:cubicBezTo>
                  <a:lnTo>
                    <a:pt x="3270" y="3850"/>
                  </a:lnTo>
                  <a:cubicBezTo>
                    <a:pt x="3512" y="3850"/>
                    <a:pt x="3748" y="3748"/>
                    <a:pt x="3917" y="3572"/>
                  </a:cubicBezTo>
                  <a:cubicBezTo>
                    <a:pt x="3921" y="3568"/>
                    <a:pt x="3924" y="3565"/>
                    <a:pt x="3931" y="3558"/>
                  </a:cubicBezTo>
                  <a:lnTo>
                    <a:pt x="3931" y="3554"/>
                  </a:lnTo>
                  <a:cubicBezTo>
                    <a:pt x="4082" y="3393"/>
                    <a:pt x="4167" y="3178"/>
                    <a:pt x="4167" y="2953"/>
                  </a:cubicBezTo>
                  <a:lnTo>
                    <a:pt x="4167" y="898"/>
                  </a:lnTo>
                  <a:cubicBezTo>
                    <a:pt x="4167" y="673"/>
                    <a:pt x="4082" y="458"/>
                    <a:pt x="3931" y="293"/>
                  </a:cubicBezTo>
                  <a:cubicBezTo>
                    <a:pt x="3924" y="286"/>
                    <a:pt x="3921" y="282"/>
                    <a:pt x="3917" y="275"/>
                  </a:cubicBezTo>
                  <a:cubicBezTo>
                    <a:pt x="3748" y="99"/>
                    <a:pt x="3512"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19" name="Google Shape;23319;p91"/>
          <p:cNvGrpSpPr/>
          <p:nvPr/>
        </p:nvGrpSpPr>
        <p:grpSpPr>
          <a:xfrm>
            <a:off x="3238846" y="2464342"/>
            <a:ext cx="383177" cy="291976"/>
            <a:chOff x="3238846" y="2464342"/>
            <a:chExt cx="383177" cy="291976"/>
          </a:xfrm>
        </p:grpSpPr>
        <p:sp>
          <p:nvSpPr>
            <p:cNvPr id="23320" name="Google Shape;23320;p91"/>
            <p:cNvSpPr/>
            <p:nvPr/>
          </p:nvSpPr>
          <p:spPr>
            <a:xfrm>
              <a:off x="3537745" y="2516007"/>
              <a:ext cx="78135" cy="234195"/>
            </a:xfrm>
            <a:custGeom>
              <a:rect b="b" l="l" r="r" t="t"/>
              <a:pathLst>
                <a:path extrusionOk="0" h="8998" w="3002">
                  <a:moveTo>
                    <a:pt x="0" y="0"/>
                  </a:moveTo>
                  <a:lnTo>
                    <a:pt x="0" y="7473"/>
                  </a:lnTo>
                  <a:cubicBezTo>
                    <a:pt x="0" y="8297"/>
                    <a:pt x="655" y="8983"/>
                    <a:pt x="1475" y="8997"/>
                  </a:cubicBezTo>
                  <a:cubicBezTo>
                    <a:pt x="1483" y="8997"/>
                    <a:pt x="1492" y="8997"/>
                    <a:pt x="1500" y="8997"/>
                  </a:cubicBezTo>
                  <a:cubicBezTo>
                    <a:pt x="2326" y="8997"/>
                    <a:pt x="3002" y="8327"/>
                    <a:pt x="3002" y="7498"/>
                  </a:cubicBezTo>
                  <a:lnTo>
                    <a:pt x="3002" y="1000"/>
                  </a:lnTo>
                  <a:cubicBezTo>
                    <a:pt x="3002" y="447"/>
                    <a:pt x="2551" y="0"/>
                    <a:pt x="2002"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1" name="Google Shape;23321;p91"/>
            <p:cNvSpPr/>
            <p:nvPr/>
          </p:nvSpPr>
          <p:spPr>
            <a:xfrm>
              <a:off x="3446727" y="2516007"/>
              <a:ext cx="143151" cy="143151"/>
            </a:xfrm>
            <a:custGeom>
              <a:rect b="b" l="l" r="r" t="t"/>
              <a:pathLst>
                <a:path extrusionOk="0" h="5500" w="5500">
                  <a:moveTo>
                    <a:pt x="0" y="0"/>
                  </a:moveTo>
                  <a:lnTo>
                    <a:pt x="0" y="5500"/>
                  </a:lnTo>
                  <a:lnTo>
                    <a:pt x="4500" y="5500"/>
                  </a:lnTo>
                  <a:lnTo>
                    <a:pt x="4500" y="1000"/>
                  </a:lnTo>
                  <a:cubicBezTo>
                    <a:pt x="4500" y="447"/>
                    <a:pt x="4947" y="0"/>
                    <a:pt x="5499"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2" name="Google Shape;23322;p91"/>
            <p:cNvSpPr/>
            <p:nvPr/>
          </p:nvSpPr>
          <p:spPr>
            <a:xfrm>
              <a:off x="3245066" y="2470485"/>
              <a:ext cx="331720" cy="279692"/>
            </a:xfrm>
            <a:custGeom>
              <a:rect b="b" l="l" r="r" t="t"/>
              <a:pathLst>
                <a:path extrusionOk="0" h="10746" w="12745">
                  <a:moveTo>
                    <a:pt x="0" y="1"/>
                  </a:moveTo>
                  <a:lnTo>
                    <a:pt x="0" y="9247"/>
                  </a:lnTo>
                  <a:cubicBezTo>
                    <a:pt x="0" y="10074"/>
                    <a:pt x="672" y="10746"/>
                    <a:pt x="1499" y="10746"/>
                  </a:cubicBezTo>
                  <a:lnTo>
                    <a:pt x="12744" y="10746"/>
                  </a:lnTo>
                  <a:cubicBezTo>
                    <a:pt x="11917" y="10746"/>
                    <a:pt x="11245" y="10074"/>
                    <a:pt x="11245" y="9247"/>
                  </a:cubicBezTo>
                  <a:lnTo>
                    <a:pt x="11245"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3" name="Google Shape;23323;p91"/>
            <p:cNvSpPr/>
            <p:nvPr/>
          </p:nvSpPr>
          <p:spPr>
            <a:xfrm>
              <a:off x="3245066" y="2470485"/>
              <a:ext cx="292705" cy="97551"/>
            </a:xfrm>
            <a:custGeom>
              <a:rect b="b" l="l" r="r" t="t"/>
              <a:pathLst>
                <a:path extrusionOk="0" h="3748" w="11246">
                  <a:moveTo>
                    <a:pt x="0" y="1"/>
                  </a:moveTo>
                  <a:lnTo>
                    <a:pt x="0" y="3748"/>
                  </a:lnTo>
                  <a:lnTo>
                    <a:pt x="11245" y="3748"/>
                  </a:lnTo>
                  <a:lnTo>
                    <a:pt x="11245"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4" name="Google Shape;23324;p91"/>
            <p:cNvSpPr/>
            <p:nvPr/>
          </p:nvSpPr>
          <p:spPr>
            <a:xfrm>
              <a:off x="3284081" y="2594037"/>
              <a:ext cx="78135" cy="65121"/>
            </a:xfrm>
            <a:custGeom>
              <a:rect b="b" l="l" r="r" t="t"/>
              <a:pathLst>
                <a:path extrusionOk="0" h="2502" w="3002">
                  <a:moveTo>
                    <a:pt x="0" y="0"/>
                  </a:moveTo>
                  <a:lnTo>
                    <a:pt x="0" y="2502"/>
                  </a:lnTo>
                  <a:lnTo>
                    <a:pt x="3001" y="2502"/>
                  </a:lnTo>
                  <a:lnTo>
                    <a:pt x="3001"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5" name="Google Shape;23325;p91"/>
            <p:cNvSpPr/>
            <p:nvPr/>
          </p:nvSpPr>
          <p:spPr>
            <a:xfrm>
              <a:off x="3238846" y="2464342"/>
              <a:ext cx="383177" cy="291976"/>
            </a:xfrm>
            <a:custGeom>
              <a:rect b="b" l="l" r="r" t="t"/>
              <a:pathLst>
                <a:path extrusionOk="0" h="11218" w="14722">
                  <a:moveTo>
                    <a:pt x="11249" y="469"/>
                  </a:moveTo>
                  <a:lnTo>
                    <a:pt x="11249" y="3752"/>
                  </a:lnTo>
                  <a:lnTo>
                    <a:pt x="475" y="3752"/>
                  </a:lnTo>
                  <a:lnTo>
                    <a:pt x="475" y="3748"/>
                  </a:lnTo>
                  <a:lnTo>
                    <a:pt x="475" y="469"/>
                  </a:lnTo>
                  <a:close/>
                  <a:moveTo>
                    <a:pt x="12519" y="2221"/>
                  </a:moveTo>
                  <a:cubicBezTo>
                    <a:pt x="12346" y="2436"/>
                    <a:pt x="12251" y="2707"/>
                    <a:pt x="12251" y="2985"/>
                  </a:cubicBezTo>
                  <a:lnTo>
                    <a:pt x="12251" y="7249"/>
                  </a:lnTo>
                  <a:lnTo>
                    <a:pt x="11720" y="7249"/>
                  </a:lnTo>
                  <a:lnTo>
                    <a:pt x="11720" y="2221"/>
                  </a:lnTo>
                  <a:close/>
                  <a:moveTo>
                    <a:pt x="239" y="1"/>
                  </a:moveTo>
                  <a:cubicBezTo>
                    <a:pt x="109" y="1"/>
                    <a:pt x="7" y="106"/>
                    <a:pt x="7" y="237"/>
                  </a:cubicBezTo>
                  <a:lnTo>
                    <a:pt x="7" y="7358"/>
                  </a:lnTo>
                  <a:cubicBezTo>
                    <a:pt x="0" y="7492"/>
                    <a:pt x="106" y="7604"/>
                    <a:pt x="239" y="7604"/>
                  </a:cubicBezTo>
                  <a:cubicBezTo>
                    <a:pt x="373" y="7604"/>
                    <a:pt x="479" y="7492"/>
                    <a:pt x="475" y="7358"/>
                  </a:cubicBezTo>
                  <a:lnTo>
                    <a:pt x="475" y="4220"/>
                  </a:lnTo>
                  <a:lnTo>
                    <a:pt x="11249" y="4220"/>
                  </a:lnTo>
                  <a:lnTo>
                    <a:pt x="11249" y="9483"/>
                  </a:lnTo>
                  <a:cubicBezTo>
                    <a:pt x="11249" y="9962"/>
                    <a:pt x="11449" y="10419"/>
                    <a:pt x="11798" y="10746"/>
                  </a:cubicBezTo>
                  <a:lnTo>
                    <a:pt x="1738" y="10746"/>
                  </a:lnTo>
                  <a:cubicBezTo>
                    <a:pt x="1042" y="10746"/>
                    <a:pt x="475" y="10180"/>
                    <a:pt x="475" y="9483"/>
                  </a:cubicBezTo>
                  <a:lnTo>
                    <a:pt x="475" y="8607"/>
                  </a:lnTo>
                  <a:cubicBezTo>
                    <a:pt x="479" y="8473"/>
                    <a:pt x="373" y="8364"/>
                    <a:pt x="239" y="8364"/>
                  </a:cubicBezTo>
                  <a:cubicBezTo>
                    <a:pt x="106" y="8364"/>
                    <a:pt x="0" y="8473"/>
                    <a:pt x="7" y="8607"/>
                  </a:cubicBezTo>
                  <a:lnTo>
                    <a:pt x="7" y="9483"/>
                  </a:lnTo>
                  <a:cubicBezTo>
                    <a:pt x="7" y="10440"/>
                    <a:pt x="781" y="11214"/>
                    <a:pt x="1738" y="11218"/>
                  </a:cubicBezTo>
                  <a:lnTo>
                    <a:pt x="12983" y="11218"/>
                  </a:lnTo>
                  <a:cubicBezTo>
                    <a:pt x="13940" y="11214"/>
                    <a:pt x="14718" y="10440"/>
                    <a:pt x="14718" y="9483"/>
                  </a:cubicBezTo>
                  <a:lnTo>
                    <a:pt x="14718" y="7358"/>
                  </a:lnTo>
                  <a:cubicBezTo>
                    <a:pt x="14721" y="7224"/>
                    <a:pt x="14616" y="7112"/>
                    <a:pt x="14482" y="7112"/>
                  </a:cubicBezTo>
                  <a:cubicBezTo>
                    <a:pt x="14348" y="7112"/>
                    <a:pt x="14243" y="7224"/>
                    <a:pt x="14246" y="7358"/>
                  </a:cubicBezTo>
                  <a:lnTo>
                    <a:pt x="14246" y="9483"/>
                  </a:lnTo>
                  <a:cubicBezTo>
                    <a:pt x="14250" y="10187"/>
                    <a:pt x="13676" y="10746"/>
                    <a:pt x="12990" y="10746"/>
                  </a:cubicBezTo>
                  <a:cubicBezTo>
                    <a:pt x="12936" y="10746"/>
                    <a:pt x="12881" y="10743"/>
                    <a:pt x="12825" y="10736"/>
                  </a:cubicBezTo>
                  <a:cubicBezTo>
                    <a:pt x="12188" y="10648"/>
                    <a:pt x="11717" y="10102"/>
                    <a:pt x="11717" y="9458"/>
                  </a:cubicBezTo>
                  <a:lnTo>
                    <a:pt x="11717" y="7717"/>
                  </a:lnTo>
                  <a:lnTo>
                    <a:pt x="12484" y="7717"/>
                  </a:lnTo>
                  <a:cubicBezTo>
                    <a:pt x="12614" y="7717"/>
                    <a:pt x="12716" y="7611"/>
                    <a:pt x="12716" y="7481"/>
                  </a:cubicBezTo>
                  <a:lnTo>
                    <a:pt x="12716" y="2985"/>
                  </a:lnTo>
                  <a:cubicBezTo>
                    <a:pt x="12716" y="2562"/>
                    <a:pt x="13061" y="2221"/>
                    <a:pt x="13483" y="2221"/>
                  </a:cubicBezTo>
                  <a:cubicBezTo>
                    <a:pt x="13905" y="2221"/>
                    <a:pt x="14246" y="2562"/>
                    <a:pt x="14246" y="2985"/>
                  </a:cubicBezTo>
                  <a:lnTo>
                    <a:pt x="14246" y="6109"/>
                  </a:lnTo>
                  <a:cubicBezTo>
                    <a:pt x="14246" y="6239"/>
                    <a:pt x="14352" y="6345"/>
                    <a:pt x="14486" y="6345"/>
                  </a:cubicBezTo>
                  <a:cubicBezTo>
                    <a:pt x="14612" y="6345"/>
                    <a:pt x="14718" y="6239"/>
                    <a:pt x="14718" y="6109"/>
                  </a:cubicBezTo>
                  <a:lnTo>
                    <a:pt x="14718" y="2985"/>
                  </a:lnTo>
                  <a:cubicBezTo>
                    <a:pt x="14718" y="2305"/>
                    <a:pt x="14166" y="1753"/>
                    <a:pt x="13486" y="1753"/>
                  </a:cubicBezTo>
                  <a:lnTo>
                    <a:pt x="11720" y="1753"/>
                  </a:lnTo>
                  <a:lnTo>
                    <a:pt x="11720" y="237"/>
                  </a:lnTo>
                  <a:cubicBezTo>
                    <a:pt x="11720" y="106"/>
                    <a:pt x="11615" y="1"/>
                    <a:pt x="114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6" name="Google Shape;23326;p91"/>
            <p:cNvSpPr/>
            <p:nvPr/>
          </p:nvSpPr>
          <p:spPr>
            <a:xfrm>
              <a:off x="3277835" y="2490370"/>
              <a:ext cx="51404" cy="58067"/>
            </a:xfrm>
            <a:custGeom>
              <a:rect b="b" l="l" r="r" t="t"/>
              <a:pathLst>
                <a:path extrusionOk="0" h="2231" w="1975">
                  <a:moveTo>
                    <a:pt x="1743" y="0"/>
                  </a:moveTo>
                  <a:cubicBezTo>
                    <a:pt x="1612" y="0"/>
                    <a:pt x="1507" y="106"/>
                    <a:pt x="1507" y="236"/>
                  </a:cubicBezTo>
                  <a:lnTo>
                    <a:pt x="1507" y="1351"/>
                  </a:lnTo>
                  <a:lnTo>
                    <a:pt x="420" y="85"/>
                  </a:lnTo>
                  <a:cubicBezTo>
                    <a:pt x="370" y="29"/>
                    <a:pt x="306" y="4"/>
                    <a:pt x="244" y="4"/>
                  </a:cubicBezTo>
                  <a:cubicBezTo>
                    <a:pt x="125" y="4"/>
                    <a:pt x="10" y="95"/>
                    <a:pt x="8" y="236"/>
                  </a:cubicBezTo>
                  <a:lnTo>
                    <a:pt x="8" y="1985"/>
                  </a:lnTo>
                  <a:cubicBezTo>
                    <a:pt x="1" y="2118"/>
                    <a:pt x="107" y="2231"/>
                    <a:pt x="240" y="2231"/>
                  </a:cubicBezTo>
                  <a:cubicBezTo>
                    <a:pt x="374" y="2231"/>
                    <a:pt x="483" y="2118"/>
                    <a:pt x="476" y="1985"/>
                  </a:cubicBezTo>
                  <a:lnTo>
                    <a:pt x="476" y="873"/>
                  </a:lnTo>
                  <a:lnTo>
                    <a:pt x="1563" y="2139"/>
                  </a:lnTo>
                  <a:cubicBezTo>
                    <a:pt x="1613" y="2194"/>
                    <a:pt x="1676" y="2218"/>
                    <a:pt x="1739" y="2218"/>
                  </a:cubicBezTo>
                  <a:cubicBezTo>
                    <a:pt x="1858" y="2218"/>
                    <a:pt x="1973" y="2129"/>
                    <a:pt x="1975" y="1988"/>
                  </a:cubicBezTo>
                  <a:lnTo>
                    <a:pt x="1975" y="236"/>
                  </a:lnTo>
                  <a:cubicBezTo>
                    <a:pt x="1975" y="106"/>
                    <a:pt x="1869" y="0"/>
                    <a:pt x="17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7" name="Google Shape;23327;p91"/>
            <p:cNvSpPr/>
            <p:nvPr/>
          </p:nvSpPr>
          <p:spPr>
            <a:xfrm>
              <a:off x="3336553" y="2490370"/>
              <a:ext cx="44976" cy="57807"/>
            </a:xfrm>
            <a:custGeom>
              <a:rect b="b" l="l" r="r" t="t"/>
              <a:pathLst>
                <a:path extrusionOk="0" h="2221" w="1728">
                  <a:moveTo>
                    <a:pt x="1492" y="0"/>
                  </a:moveTo>
                  <a:cubicBezTo>
                    <a:pt x="1489" y="0"/>
                    <a:pt x="1487" y="0"/>
                    <a:pt x="1485" y="0"/>
                  </a:cubicBezTo>
                  <a:lnTo>
                    <a:pt x="236" y="0"/>
                  </a:lnTo>
                  <a:cubicBezTo>
                    <a:pt x="106" y="0"/>
                    <a:pt x="0" y="106"/>
                    <a:pt x="0" y="236"/>
                  </a:cubicBezTo>
                  <a:lnTo>
                    <a:pt x="0" y="1985"/>
                  </a:lnTo>
                  <a:cubicBezTo>
                    <a:pt x="0" y="2115"/>
                    <a:pt x="106" y="2220"/>
                    <a:pt x="236" y="2220"/>
                  </a:cubicBezTo>
                  <a:lnTo>
                    <a:pt x="1485" y="2220"/>
                  </a:lnTo>
                  <a:cubicBezTo>
                    <a:pt x="1487" y="2220"/>
                    <a:pt x="1489" y="2220"/>
                    <a:pt x="1492" y="2220"/>
                  </a:cubicBezTo>
                  <a:cubicBezTo>
                    <a:pt x="1622" y="2220"/>
                    <a:pt x="1728" y="2116"/>
                    <a:pt x="1728" y="1985"/>
                  </a:cubicBezTo>
                  <a:cubicBezTo>
                    <a:pt x="1728" y="1855"/>
                    <a:pt x="1626" y="1752"/>
                    <a:pt x="1498" y="1752"/>
                  </a:cubicBezTo>
                  <a:cubicBezTo>
                    <a:pt x="1494" y="1752"/>
                    <a:pt x="1489" y="1752"/>
                    <a:pt x="1485" y="1752"/>
                  </a:cubicBezTo>
                  <a:lnTo>
                    <a:pt x="468" y="1752"/>
                  </a:lnTo>
                  <a:lnTo>
                    <a:pt x="468" y="1221"/>
                  </a:lnTo>
                  <a:lnTo>
                    <a:pt x="985" y="1221"/>
                  </a:lnTo>
                  <a:cubicBezTo>
                    <a:pt x="988" y="1221"/>
                    <a:pt x="990" y="1221"/>
                    <a:pt x="992" y="1221"/>
                  </a:cubicBezTo>
                  <a:cubicBezTo>
                    <a:pt x="1123" y="1221"/>
                    <a:pt x="1228" y="1117"/>
                    <a:pt x="1228" y="985"/>
                  </a:cubicBezTo>
                  <a:cubicBezTo>
                    <a:pt x="1228" y="854"/>
                    <a:pt x="1123" y="749"/>
                    <a:pt x="992" y="749"/>
                  </a:cubicBezTo>
                  <a:cubicBezTo>
                    <a:pt x="990" y="749"/>
                    <a:pt x="988" y="749"/>
                    <a:pt x="985" y="750"/>
                  </a:cubicBezTo>
                  <a:lnTo>
                    <a:pt x="468" y="750"/>
                  </a:lnTo>
                  <a:lnTo>
                    <a:pt x="468" y="472"/>
                  </a:lnTo>
                  <a:lnTo>
                    <a:pt x="1485" y="472"/>
                  </a:lnTo>
                  <a:cubicBezTo>
                    <a:pt x="1487" y="472"/>
                    <a:pt x="1489" y="472"/>
                    <a:pt x="1492" y="472"/>
                  </a:cubicBezTo>
                  <a:cubicBezTo>
                    <a:pt x="1622" y="472"/>
                    <a:pt x="1728" y="367"/>
                    <a:pt x="1728" y="236"/>
                  </a:cubicBezTo>
                  <a:cubicBezTo>
                    <a:pt x="1728" y="104"/>
                    <a:pt x="1622" y="0"/>
                    <a:pt x="14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8" name="Google Shape;23328;p91"/>
            <p:cNvSpPr/>
            <p:nvPr/>
          </p:nvSpPr>
          <p:spPr>
            <a:xfrm>
              <a:off x="3387723" y="2490396"/>
              <a:ext cx="65798" cy="57781"/>
            </a:xfrm>
            <a:custGeom>
              <a:rect b="b" l="l" r="r" t="t"/>
              <a:pathLst>
                <a:path extrusionOk="0" h="2220" w="2528">
                  <a:moveTo>
                    <a:pt x="2266" y="1"/>
                  </a:moveTo>
                  <a:cubicBezTo>
                    <a:pt x="2165" y="1"/>
                    <a:pt x="2071" y="67"/>
                    <a:pt x="2042" y="172"/>
                  </a:cubicBezTo>
                  <a:lnTo>
                    <a:pt x="1732" y="1259"/>
                  </a:lnTo>
                  <a:lnTo>
                    <a:pt x="1486" y="647"/>
                  </a:lnTo>
                  <a:cubicBezTo>
                    <a:pt x="1445" y="550"/>
                    <a:pt x="1357" y="501"/>
                    <a:pt x="1268" y="501"/>
                  </a:cubicBezTo>
                  <a:cubicBezTo>
                    <a:pt x="1179" y="501"/>
                    <a:pt x="1090" y="550"/>
                    <a:pt x="1050" y="647"/>
                  </a:cubicBezTo>
                  <a:lnTo>
                    <a:pt x="803" y="1259"/>
                  </a:lnTo>
                  <a:lnTo>
                    <a:pt x="494" y="172"/>
                  </a:lnTo>
                  <a:cubicBezTo>
                    <a:pt x="456" y="58"/>
                    <a:pt x="366" y="9"/>
                    <a:pt x="276" y="9"/>
                  </a:cubicBezTo>
                  <a:cubicBezTo>
                    <a:pt x="139" y="9"/>
                    <a:pt x="1" y="122"/>
                    <a:pt x="43" y="298"/>
                  </a:cubicBezTo>
                  <a:lnTo>
                    <a:pt x="543" y="2047"/>
                  </a:lnTo>
                  <a:cubicBezTo>
                    <a:pt x="574" y="2160"/>
                    <a:pt x="672" y="2218"/>
                    <a:pt x="769" y="2218"/>
                  </a:cubicBezTo>
                  <a:cubicBezTo>
                    <a:pt x="858" y="2218"/>
                    <a:pt x="946" y="2170"/>
                    <a:pt x="986" y="2071"/>
                  </a:cubicBezTo>
                  <a:lnTo>
                    <a:pt x="1268" y="1368"/>
                  </a:lnTo>
                  <a:lnTo>
                    <a:pt x="1549" y="2071"/>
                  </a:lnTo>
                  <a:cubicBezTo>
                    <a:pt x="1584" y="2159"/>
                    <a:pt x="1672" y="2219"/>
                    <a:pt x="1767" y="2219"/>
                  </a:cubicBezTo>
                  <a:lnTo>
                    <a:pt x="1778" y="2219"/>
                  </a:lnTo>
                  <a:cubicBezTo>
                    <a:pt x="1880" y="2212"/>
                    <a:pt x="1964" y="2145"/>
                    <a:pt x="1993" y="2047"/>
                  </a:cubicBezTo>
                  <a:lnTo>
                    <a:pt x="2492" y="298"/>
                  </a:lnTo>
                  <a:cubicBezTo>
                    <a:pt x="2527" y="175"/>
                    <a:pt x="2457" y="45"/>
                    <a:pt x="2330" y="10"/>
                  </a:cubicBezTo>
                  <a:cubicBezTo>
                    <a:pt x="2309" y="4"/>
                    <a:pt x="2287" y="1"/>
                    <a:pt x="2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9" name="Google Shape;23329;p91"/>
            <p:cNvSpPr/>
            <p:nvPr/>
          </p:nvSpPr>
          <p:spPr>
            <a:xfrm>
              <a:off x="3459819" y="2490370"/>
              <a:ext cx="45340" cy="57807"/>
            </a:xfrm>
            <a:custGeom>
              <a:rect b="b" l="l" r="r" t="t"/>
              <a:pathLst>
                <a:path extrusionOk="0" h="2221" w="1742">
                  <a:moveTo>
                    <a:pt x="1502" y="0"/>
                  </a:moveTo>
                  <a:cubicBezTo>
                    <a:pt x="1500" y="0"/>
                    <a:pt x="1498" y="0"/>
                    <a:pt x="1496" y="0"/>
                  </a:cubicBezTo>
                  <a:lnTo>
                    <a:pt x="246" y="0"/>
                  </a:lnTo>
                  <a:cubicBezTo>
                    <a:pt x="116" y="0"/>
                    <a:pt x="11" y="106"/>
                    <a:pt x="11" y="236"/>
                  </a:cubicBezTo>
                  <a:lnTo>
                    <a:pt x="11" y="1235"/>
                  </a:lnTo>
                  <a:cubicBezTo>
                    <a:pt x="11" y="1365"/>
                    <a:pt x="116" y="1471"/>
                    <a:pt x="246" y="1471"/>
                  </a:cubicBezTo>
                  <a:lnTo>
                    <a:pt x="1263" y="1471"/>
                  </a:lnTo>
                  <a:lnTo>
                    <a:pt x="1263" y="1752"/>
                  </a:lnTo>
                  <a:lnTo>
                    <a:pt x="246" y="1752"/>
                  </a:lnTo>
                  <a:cubicBezTo>
                    <a:pt x="242" y="1752"/>
                    <a:pt x="238" y="1752"/>
                    <a:pt x="234" y="1752"/>
                  </a:cubicBezTo>
                  <a:cubicBezTo>
                    <a:pt x="106" y="1752"/>
                    <a:pt x="0" y="1855"/>
                    <a:pt x="0" y="1985"/>
                  </a:cubicBezTo>
                  <a:cubicBezTo>
                    <a:pt x="0" y="2116"/>
                    <a:pt x="109" y="2220"/>
                    <a:pt x="240" y="2220"/>
                  </a:cubicBezTo>
                  <a:cubicBezTo>
                    <a:pt x="242" y="2220"/>
                    <a:pt x="244" y="2220"/>
                    <a:pt x="246" y="2220"/>
                  </a:cubicBezTo>
                  <a:lnTo>
                    <a:pt x="1496" y="2220"/>
                  </a:lnTo>
                  <a:cubicBezTo>
                    <a:pt x="1626" y="2220"/>
                    <a:pt x="1731" y="2115"/>
                    <a:pt x="1731" y="1985"/>
                  </a:cubicBezTo>
                  <a:lnTo>
                    <a:pt x="1731" y="1239"/>
                  </a:lnTo>
                  <a:cubicBezTo>
                    <a:pt x="1731" y="1108"/>
                    <a:pt x="1626" y="1003"/>
                    <a:pt x="1496" y="1003"/>
                  </a:cubicBezTo>
                  <a:lnTo>
                    <a:pt x="482" y="1003"/>
                  </a:lnTo>
                  <a:lnTo>
                    <a:pt x="482" y="472"/>
                  </a:lnTo>
                  <a:lnTo>
                    <a:pt x="1496" y="472"/>
                  </a:lnTo>
                  <a:cubicBezTo>
                    <a:pt x="1498" y="472"/>
                    <a:pt x="1500" y="472"/>
                    <a:pt x="1502" y="472"/>
                  </a:cubicBezTo>
                  <a:cubicBezTo>
                    <a:pt x="1633" y="472"/>
                    <a:pt x="1742" y="367"/>
                    <a:pt x="1742" y="236"/>
                  </a:cubicBezTo>
                  <a:cubicBezTo>
                    <a:pt x="1742" y="104"/>
                    <a:pt x="1633" y="0"/>
                    <a:pt x="1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0" name="Google Shape;23330;p91"/>
            <p:cNvSpPr/>
            <p:nvPr/>
          </p:nvSpPr>
          <p:spPr>
            <a:xfrm>
              <a:off x="3278043" y="2587973"/>
              <a:ext cx="90211" cy="77224"/>
            </a:xfrm>
            <a:custGeom>
              <a:rect b="b" l="l" r="r" t="t"/>
              <a:pathLst>
                <a:path extrusionOk="0" h="2967" w="3466">
                  <a:moveTo>
                    <a:pt x="2998" y="469"/>
                  </a:moveTo>
                  <a:lnTo>
                    <a:pt x="2998" y="2499"/>
                  </a:lnTo>
                  <a:lnTo>
                    <a:pt x="468" y="2499"/>
                  </a:lnTo>
                  <a:lnTo>
                    <a:pt x="468" y="469"/>
                  </a:lnTo>
                  <a:close/>
                  <a:moveTo>
                    <a:pt x="232" y="1"/>
                  </a:moveTo>
                  <a:cubicBezTo>
                    <a:pt x="106" y="1"/>
                    <a:pt x="0" y="103"/>
                    <a:pt x="0" y="233"/>
                  </a:cubicBezTo>
                  <a:lnTo>
                    <a:pt x="0" y="2735"/>
                  </a:lnTo>
                  <a:cubicBezTo>
                    <a:pt x="0" y="2861"/>
                    <a:pt x="106" y="2967"/>
                    <a:pt x="232" y="2967"/>
                  </a:cubicBezTo>
                  <a:lnTo>
                    <a:pt x="3233" y="2967"/>
                  </a:lnTo>
                  <a:cubicBezTo>
                    <a:pt x="3360" y="2967"/>
                    <a:pt x="3466" y="2861"/>
                    <a:pt x="3466" y="2731"/>
                  </a:cubicBezTo>
                  <a:lnTo>
                    <a:pt x="3466" y="233"/>
                  </a:lnTo>
                  <a:cubicBezTo>
                    <a:pt x="3466" y="103"/>
                    <a:pt x="3360" y="1"/>
                    <a:pt x="3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1" name="Google Shape;23331;p91"/>
            <p:cNvSpPr/>
            <p:nvPr/>
          </p:nvSpPr>
          <p:spPr>
            <a:xfrm>
              <a:off x="3401283" y="2620481"/>
              <a:ext cx="103876" cy="12233"/>
            </a:xfrm>
            <a:custGeom>
              <a:rect b="b" l="l" r="r" t="t"/>
              <a:pathLst>
                <a:path extrusionOk="0" h="470" w="3991">
                  <a:moveTo>
                    <a:pt x="235" y="1"/>
                  </a:moveTo>
                  <a:cubicBezTo>
                    <a:pt x="107" y="1"/>
                    <a:pt x="1" y="107"/>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2" name="Google Shape;23332;p91"/>
            <p:cNvSpPr/>
            <p:nvPr/>
          </p:nvSpPr>
          <p:spPr>
            <a:xfrm>
              <a:off x="3401283" y="2587973"/>
              <a:ext cx="103876" cy="12233"/>
            </a:xfrm>
            <a:custGeom>
              <a:rect b="b" l="l" r="r" t="t"/>
              <a:pathLst>
                <a:path extrusionOk="0" h="470" w="3991">
                  <a:moveTo>
                    <a:pt x="235" y="0"/>
                  </a:moveTo>
                  <a:cubicBezTo>
                    <a:pt x="106" y="0"/>
                    <a:pt x="1" y="104"/>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4"/>
                    <a:pt x="3885" y="0"/>
                    <a:pt x="3757" y="0"/>
                  </a:cubicBezTo>
                  <a:cubicBezTo>
                    <a:pt x="3753" y="0"/>
                    <a:pt x="3749" y="1"/>
                    <a:pt x="3745" y="1"/>
                  </a:cubicBezTo>
                  <a:lnTo>
                    <a:pt x="247" y="1"/>
                  </a:lnTo>
                  <a:cubicBezTo>
                    <a:pt x="243" y="1"/>
                    <a:pt x="239"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3" name="Google Shape;23333;p91"/>
            <p:cNvSpPr/>
            <p:nvPr/>
          </p:nvSpPr>
          <p:spPr>
            <a:xfrm>
              <a:off x="3401283" y="2652990"/>
              <a:ext cx="103876" cy="12233"/>
            </a:xfrm>
            <a:custGeom>
              <a:rect b="b" l="l" r="r" t="t"/>
              <a:pathLst>
                <a:path extrusionOk="0" h="470" w="3991">
                  <a:moveTo>
                    <a:pt x="235" y="1"/>
                  </a:moveTo>
                  <a:cubicBezTo>
                    <a:pt x="107" y="1"/>
                    <a:pt x="1" y="107"/>
                    <a:pt x="1" y="237"/>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4" name="Google Shape;23334;p91"/>
            <p:cNvSpPr/>
            <p:nvPr/>
          </p:nvSpPr>
          <p:spPr>
            <a:xfrm>
              <a:off x="3401283" y="2685498"/>
              <a:ext cx="103876" cy="12233"/>
            </a:xfrm>
            <a:custGeom>
              <a:rect b="b" l="l" r="r" t="t"/>
              <a:pathLst>
                <a:path extrusionOk="0" h="470" w="3991">
                  <a:moveTo>
                    <a:pt x="235" y="1"/>
                  </a:moveTo>
                  <a:cubicBezTo>
                    <a:pt x="107" y="1"/>
                    <a:pt x="1" y="107"/>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5" name="Google Shape;23335;p91"/>
            <p:cNvSpPr/>
            <p:nvPr/>
          </p:nvSpPr>
          <p:spPr>
            <a:xfrm>
              <a:off x="3271536" y="2685498"/>
              <a:ext cx="104969" cy="12207"/>
            </a:xfrm>
            <a:custGeom>
              <a:rect b="b" l="l" r="r" t="t"/>
              <a:pathLst>
                <a:path extrusionOk="0" h="469" w="4033">
                  <a:moveTo>
                    <a:pt x="232" y="1"/>
                  </a:moveTo>
                  <a:cubicBezTo>
                    <a:pt x="106" y="1"/>
                    <a:pt x="0" y="107"/>
                    <a:pt x="0" y="237"/>
                  </a:cubicBezTo>
                  <a:cubicBezTo>
                    <a:pt x="0" y="363"/>
                    <a:pt x="106" y="469"/>
                    <a:pt x="232" y="469"/>
                  </a:cubicBezTo>
                  <a:lnTo>
                    <a:pt x="3733" y="469"/>
                  </a:lnTo>
                  <a:cubicBezTo>
                    <a:pt x="4032" y="455"/>
                    <a:pt x="4032" y="15"/>
                    <a:pt x="37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6" name="Google Shape;23336;p91"/>
            <p:cNvSpPr/>
            <p:nvPr/>
          </p:nvSpPr>
          <p:spPr>
            <a:xfrm>
              <a:off x="3269792" y="2718006"/>
              <a:ext cx="105255" cy="12233"/>
            </a:xfrm>
            <a:custGeom>
              <a:rect b="b" l="l" r="r" t="t"/>
              <a:pathLst>
                <a:path extrusionOk="0" h="470" w="4044">
                  <a:moveTo>
                    <a:pt x="3807" y="1"/>
                  </a:moveTo>
                  <a:cubicBezTo>
                    <a:pt x="3805" y="1"/>
                    <a:pt x="3802" y="1"/>
                    <a:pt x="3800" y="1"/>
                  </a:cubicBezTo>
                  <a:lnTo>
                    <a:pt x="299" y="1"/>
                  </a:lnTo>
                  <a:cubicBezTo>
                    <a:pt x="0" y="15"/>
                    <a:pt x="0" y="458"/>
                    <a:pt x="299" y="469"/>
                  </a:cubicBezTo>
                  <a:lnTo>
                    <a:pt x="3800" y="469"/>
                  </a:lnTo>
                  <a:cubicBezTo>
                    <a:pt x="3805" y="469"/>
                    <a:pt x="3809" y="469"/>
                    <a:pt x="3813" y="469"/>
                  </a:cubicBezTo>
                  <a:cubicBezTo>
                    <a:pt x="3941" y="469"/>
                    <a:pt x="4043" y="366"/>
                    <a:pt x="4043" y="237"/>
                  </a:cubicBezTo>
                  <a:cubicBezTo>
                    <a:pt x="4043" y="105"/>
                    <a:pt x="3938" y="1"/>
                    <a:pt x="3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7" name="Google Shape;23337;p91"/>
            <p:cNvSpPr/>
            <p:nvPr/>
          </p:nvSpPr>
          <p:spPr>
            <a:xfrm>
              <a:off x="3401283" y="2718006"/>
              <a:ext cx="103876" cy="12233"/>
            </a:xfrm>
            <a:custGeom>
              <a:rect b="b" l="l" r="r" t="t"/>
              <a:pathLst>
                <a:path extrusionOk="0" h="470" w="3991">
                  <a:moveTo>
                    <a:pt x="241" y="1"/>
                  </a:moveTo>
                  <a:cubicBezTo>
                    <a:pt x="110" y="1"/>
                    <a:pt x="1" y="105"/>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5"/>
                    <a:pt x="3882" y="1"/>
                    <a:pt x="3751" y="1"/>
                  </a:cubicBezTo>
                  <a:cubicBezTo>
                    <a:pt x="3749" y="1"/>
                    <a:pt x="3747" y="1"/>
                    <a:pt x="3745" y="1"/>
                  </a:cubicBezTo>
                  <a:lnTo>
                    <a:pt x="247" y="1"/>
                  </a:lnTo>
                  <a:cubicBezTo>
                    <a:pt x="245" y="1"/>
                    <a:pt x="243"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341" name="Shape 23341"/>
        <p:cNvGrpSpPr/>
        <p:nvPr/>
      </p:nvGrpSpPr>
      <p:grpSpPr>
        <a:xfrm>
          <a:off x="0" y="0"/>
          <a:ext cx="0" cy="0"/>
          <a:chOff x="0" y="0"/>
          <a:chExt cx="0" cy="0"/>
        </a:xfrm>
      </p:grpSpPr>
      <p:pic>
        <p:nvPicPr>
          <p:cNvPr id="23342" name="Google Shape;23342;p92">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Math Mystery Escape Room by Slidesgo">
  <a:themeElements>
    <a:clrScheme name="Simple Light">
      <a:dk1>
        <a:srgbClr val="629CAE"/>
      </a:dk1>
      <a:lt1>
        <a:srgbClr val="72B5CA"/>
      </a:lt1>
      <a:dk2>
        <a:srgbClr val="A8E1F2"/>
      </a:dk2>
      <a:lt2>
        <a:srgbClr val="9F7494"/>
      </a:lt2>
      <a:accent1>
        <a:srgbClr val="B885AB"/>
      </a:accent1>
      <a:accent2>
        <a:srgbClr val="E6C7DE"/>
      </a:accent2>
      <a:accent3>
        <a:srgbClr val="C44253"/>
      </a:accent3>
      <a:accent4>
        <a:srgbClr val="FF657D"/>
      </a:accent4>
      <a:accent5>
        <a:srgbClr val="FAC539"/>
      </a:accent5>
      <a:accent6>
        <a:srgbClr val="FFE15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